
<file path=[Content_Types].xml><?xml version="1.0" encoding="utf-8"?>
<Types xmlns="http://schemas.openxmlformats.org/package/2006/content-types">
  <Default Extension="jpg" ContentType="image/jpg"/>
  <Default Extension="png" ContentType="image/png"/>
  <Default Extension="rels" ContentType="application/vnd.openxmlformats-package.relationships+xml"/>
  <Default Extension="xml" ContentType="application/xml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slides/slide20.xml" ContentType="application/vnd.openxmlformats-officedocument.presentationml.slide+xml"/>
  <Override PartName="/ppt/slides/slide21.xml" ContentType="application/vnd.openxmlformats-officedocument.presentationml.slide+xml"/>
  <Override PartName="/ppt/slides/slide22.xml" ContentType="application/vnd.openxmlformats-officedocument.presentationml.slide+xml"/>
  <Override PartName="/ppt/slides/slide23.xml" ContentType="application/vnd.openxmlformats-officedocument.presentationml.slide+xml"/>
  <Override PartName="/ppt/slides/slide24.xml" ContentType="application/vnd.openxmlformats-officedocument.presentationml.slide+xml"/>
  <Override PartName="/ppt/slides/slide25.xml" ContentType="application/vnd.openxmlformats-officedocument.presentationml.slide+xml"/>
  <Override PartName="/ppt/slides/slide26.xml" ContentType="application/vnd.openxmlformats-officedocument.presentationml.slide+xml"/>
  <Override PartName="/ppt/slides/slide27.xml" ContentType="application/vnd.openxmlformats-officedocument.presentationml.slide+xml"/>
  <Override PartName="/ppt/slides/slide28.xml" ContentType="application/vnd.openxmlformats-officedocument.presentationml.slide+xml"/>
  <Override PartName="/ppt/slides/slide29.xml" ContentType="application/vnd.openxmlformats-officedocument.presentationml.slide+xml"/>
  <Override PartName="/ppt/slides/slide30.xml" ContentType="application/vnd.openxmlformats-officedocument.presentationml.slide+xml"/>
  <Override PartName="/ppt/slides/slide31.xml" ContentType="application/vnd.openxmlformats-officedocument.presentationml.slide+xml"/>
  <Override PartName="/ppt/slides/slide32.xml" ContentType="application/vnd.openxmlformats-officedocument.presentationml.slide+xml"/>
  <Override PartName="/ppt/slides/slide33.xml" ContentType="application/vnd.openxmlformats-officedocument.presentationml.slide+xml"/>
  <Override PartName="/ppt/slides/slide34.xml" ContentType="application/vnd.openxmlformats-officedocument.presentationml.slide+xml"/>
  <Override PartName="/ppt/slides/slide35.xml" ContentType="application/vnd.openxmlformats-officedocument.presentationml.slide+xml"/>
  <Override PartName="/ppt/slides/slide36.xml" ContentType="application/vnd.openxmlformats-officedocument.presentationml.slide+xml"/>
  <Override PartName="/ppt/slides/slide37.xml" ContentType="application/vnd.openxmlformats-officedocument.presentationml.slide+xml"/>
  <Override PartName="/ppt/slides/slide38.xml" ContentType="application/vnd.openxmlformats-officedocument.presentationml.slide+xml"/>
  <Override PartName="/ppt/slides/slide39.xml" ContentType="application/vnd.openxmlformats-officedocument.presentationml.slide+xml"/>
  <Override PartName="/ppt/slides/slide40.xml" ContentType="application/vnd.openxmlformats-officedocument.presentationml.slide+xml"/>
  <Override PartName="/ppt/slides/slide41.xml" ContentType="application/vnd.openxmlformats-officedocument.presentationml.slide+xml"/>
  <Override PartName="/ppt/slides/slide42.xml" ContentType="application/vnd.openxmlformats-officedocument.presentationml.slide+xml"/>
  <Override PartName="/ppt/slides/slide43.xml" ContentType="application/vnd.openxmlformats-officedocument.presentationml.slide+xml"/>
  <Override PartName="/ppt/slides/slide44.xml" ContentType="application/vnd.openxmlformats-officedocument.presentationml.slide+xml"/>
  <Override PartName="/ppt/slides/slide45.xml" ContentType="application/vnd.openxmlformats-officedocument.presentationml.slide+xml"/>
  <Override PartName="/ppt/slides/slide46.xml" ContentType="application/vnd.openxmlformats-officedocument.presentationml.slide+xml"/>
  <Override PartName="/ppt/slides/slide47.xml" ContentType="application/vnd.openxmlformats-officedocument.presentationml.slide+xml"/>
  <Override PartName="/ppt/slides/slide48.xml" ContentType="application/vnd.openxmlformats-officedocument.presentationml.slide+xml"/>
  <Override PartName="/ppt/slides/slide49.xml" ContentType="application/vnd.openxmlformats-officedocument.presentationml.slide+xml"/>
  <Override PartName="/ppt/slides/slide50.xml" ContentType="application/vnd.openxmlformats-officedocument.presentationml.slide+xml"/>
  <Override PartName="/ppt/slides/slide51.xml" ContentType="application/vnd.openxmlformats-officedocument.presentationml.slide+xml"/>
  <Override PartName="/ppt/slides/slide52.xml" ContentType="application/vnd.openxmlformats-officedocument.presentationml.slide+xml"/>
  <Override PartName="/ppt/slides/slide53.xml" ContentType="application/vnd.openxmlformats-officedocument.presentationml.slide+xml"/>
  <Override PartName="/ppt/slides/slide54.xml" ContentType="application/vnd.openxmlformats-officedocument.presentationml.slide+xml"/>
  <Override PartName="/ppt/slides/slide55.xml" ContentType="application/vnd.openxmlformats-officedocument.presentationml.slide+xml"/>
  <Override PartName="/ppt/slides/slide56.xml" ContentType="application/vnd.openxmlformats-officedocument.presentationml.slide+xml"/>
  <Override PartName="/ppt/slides/slide57.xml" ContentType="application/vnd.openxmlformats-officedocument.presentationml.slide+xml"/>
  <Override PartName="/ppt/slides/slide58.xml" ContentType="application/vnd.openxmlformats-officedocument.presentationml.slide+xml"/>
  <Override PartName="/ppt/slides/slide59.xml" ContentType="application/vnd.openxmlformats-officedocument.presentationml.slide+xml"/>
  <Override PartName="/ppt/slides/slide60.xml" ContentType="application/vnd.openxmlformats-officedocument.presentationml.slide+xml"/>
  <Override PartName="/ppt/slides/slide61.xml" ContentType="application/vnd.openxmlformats-officedocument.presentationml.slide+xml"/>
  <Override PartName="/ppt/slides/slide62.xml" ContentType="application/vnd.openxmlformats-officedocument.presentationml.slide+xml"/>
  <Override PartName="/ppt/slides/slide63.xml" ContentType="application/vnd.openxmlformats-officedocument.presentationml.slide+xml"/>
  <Override PartName="/ppt/slides/slide64.xml" ContentType="application/vnd.openxmlformats-officedocument.presentationml.slide+xml"/>
  <Override PartName="/ppt/slides/slide65.xml" ContentType="application/vnd.openxmlformats-officedocument.presentationml.slide+xml"/>
  <Override PartName="/ppt/slides/slide66.xml" ContentType="application/vnd.openxmlformats-officedocument.presentationml.slide+xml"/>
  <Override PartName="/ppt/slides/slide67.xml" ContentType="application/vnd.openxmlformats-officedocument.presentationml.slide+xml"/>
  <Override PartName="/ppt/slides/slide68.xml" ContentType="application/vnd.openxmlformats-officedocument.presentationml.slide+xml"/>
  <Override PartName="/ppt/slides/slide69.xml" ContentType="application/vnd.openxmlformats-officedocument.presentationml.slide+xml"/>
  <Override PartName="/ppt/slides/slide70.xml" ContentType="application/vnd.openxmlformats-officedocument.presentationml.slide+xml"/>
  <Override PartName="/ppt/slides/slide71.xml" ContentType="application/vnd.openxmlformats-officedocument.presentationml.slide+xml"/>
  <Override PartName="/ppt/notesMasters/notesMaster1.xml" ContentType="application/vnd.openxmlformats-officedocument.presentationml.notesMaster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theme/theme2.xml" ContentType="application/vnd.openxmlformats-officedocument.theme+xml"/>
  <Override PartName="/ppt/notesSlides/notesSlide1.xml" ContentType="application/vnd.openxmlformats-officedocument.presentationml.notesSlide+xml"/>
  <Override PartName="/docProps/core.xml" ContentType="application/vnd.openxmlformats-package.core-properties+xml"/>
  <Override PartName="/docProps/app.xml" ContentType="application/vnd.openxmlformats-officedocument.extended-properties+xml"/>
  <Override PartName="/docProps/custom.xml" ContentType="application/vnd.openxmlformats-officedocument.custom-properties+xml"/>
</Types>
</file>

<file path=_rels/.rels><?xml version="1.0" encoding="UTF-8" standalone="yes"?>
<Relationships xmlns="http://schemas.openxmlformats.org/package/2006/relationships"><Relationship Id="rId3" Type="http://schemas.openxmlformats.org/officeDocument/2006/relationships/extended-properties" Target="docProps/app.xml"/><Relationship Id="rId2" Type="http://schemas.openxmlformats.org/package/2006/relationships/metadata/core-properties" Target="docProps/core.xml"/><Relationship Id="rId1" Type="http://schemas.openxmlformats.org/officeDocument/2006/relationships/officeDocument" Target="ppt/presentation.xml"/><Relationship Id="rId4" Type="http://schemas.openxmlformats.org/officeDocument/2006/relationships/custom-properties" Target="docProps/custom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>
  <p:sldMasterIdLst>
    <p:sldMasterId id="2147483648" r:id="rId1"/>
  </p:sldMasterIdLst>
  <p:notesMasterIdLst>
    <p:notesMasterId r:id="rId73"/>
  </p:notesMasterIdLst>
  <p:sldIdLst>
    <p:sldId id="257" r:id="rId2"/>
    <p:sldId id="258" r:id="rId3"/>
    <p:sldId id="259" r:id="rId4"/>
    <p:sldId id="260" r:id="rId5"/>
    <p:sldId id="261" r:id="rId6"/>
    <p:sldId id="262" r:id="rId7"/>
    <p:sldId id="263" r:id="rId8"/>
    <p:sldId id="264" r:id="rId9"/>
    <p:sldId id="265" r:id="rId10"/>
    <p:sldId id="266" r:id="rId11"/>
    <p:sldId id="267" r:id="rId12"/>
    <p:sldId id="268" r:id="rId13"/>
    <p:sldId id="269" r:id="rId14"/>
    <p:sldId id="270" r:id="rId15"/>
    <p:sldId id="271" r:id="rId16"/>
    <p:sldId id="272" r:id="rId17"/>
    <p:sldId id="273" r:id="rId18"/>
    <p:sldId id="274" r:id="rId19"/>
    <p:sldId id="275" r:id="rId20"/>
    <p:sldId id="276" r:id="rId21"/>
    <p:sldId id="277" r:id="rId22"/>
    <p:sldId id="278" r:id="rId23"/>
    <p:sldId id="279" r:id="rId24"/>
    <p:sldId id="280" r:id="rId25"/>
    <p:sldId id="284" r:id="rId26"/>
    <p:sldId id="285" r:id="rId27"/>
    <p:sldId id="286" r:id="rId28"/>
    <p:sldId id="281" r:id="rId29"/>
    <p:sldId id="282" r:id="rId30"/>
    <p:sldId id="283" r:id="rId31"/>
    <p:sldId id="287" r:id="rId32"/>
    <p:sldId id="288" r:id="rId33"/>
    <p:sldId id="289" r:id="rId34"/>
    <p:sldId id="290" r:id="rId35"/>
    <p:sldId id="291" r:id="rId36"/>
    <p:sldId id="292" r:id="rId37"/>
    <p:sldId id="293" r:id="rId38"/>
    <p:sldId id="294" r:id="rId39"/>
    <p:sldId id="295" r:id="rId40"/>
    <p:sldId id="296" r:id="rId41"/>
    <p:sldId id="297" r:id="rId42"/>
    <p:sldId id="298" r:id="rId43"/>
    <p:sldId id="299" r:id="rId44"/>
    <p:sldId id="300" r:id="rId45"/>
    <p:sldId id="301" r:id="rId46"/>
    <p:sldId id="302" r:id="rId47"/>
    <p:sldId id="303" r:id="rId48"/>
    <p:sldId id="304" r:id="rId49"/>
    <p:sldId id="305" r:id="rId50"/>
    <p:sldId id="306" r:id="rId51"/>
    <p:sldId id="307" r:id="rId52"/>
    <p:sldId id="308" r:id="rId53"/>
    <p:sldId id="309" r:id="rId54"/>
    <p:sldId id="310" r:id="rId55"/>
    <p:sldId id="311" r:id="rId56"/>
    <p:sldId id="312" r:id="rId57"/>
    <p:sldId id="313" r:id="rId58"/>
    <p:sldId id="314" r:id="rId59"/>
    <p:sldId id="315" r:id="rId60"/>
    <p:sldId id="316" r:id="rId61"/>
    <p:sldId id="317" r:id="rId62"/>
    <p:sldId id="318" r:id="rId63"/>
    <p:sldId id="319" r:id="rId64"/>
    <p:sldId id="320" r:id="rId65"/>
    <p:sldId id="321" r:id="rId66"/>
    <p:sldId id="322" r:id="rId67"/>
    <p:sldId id="323" r:id="rId68"/>
    <p:sldId id="324" r:id="rId69"/>
    <p:sldId id="325" r:id="rId70"/>
    <p:sldId id="326" r:id="rId71"/>
    <p:sldId id="327" r:id="rId72"/>
  </p:sldIdLst>
  <p:sldSz cx="10693400" cy="7562850"/>
  <p:notesSz cx="10693400" cy="7562850"/>
  <p:defaultTextStyle>
    <a:defPPr>
      <a:defRPr kern="0"/>
    </a:defPPr>
  </p:defaultTextStyle>
  <p:extLst>
    <p:ext uri="{EFAFB233-063F-42B5-8137-9DF3F51BA10A}">
      <p15:sldGuideLst xmlns:p15="http://schemas.microsoft.com/office/powerpoint/2012/main">
        <p15:guide id="1" orient="horz" pos="2880">
          <p15:clr>
            <a:srgbClr val="A4A3A4"/>
          </p15:clr>
        </p15:guide>
        <p15:guide id="2" pos="2160">
          <p15:clr>
            <a:srgbClr val="A4A3A4"/>
          </p15:clr>
        </p15:guide>
      </p15:sldGuideLst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clrMru>
    <a:srgbClr val="2339A7"/>
  </p:clrMru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220"/>
    </p:ext>
    <p:ext uri="{FD5EFAAD-0ECE-453E-9831-46B23BE46B34}">
      <p15:chartTrackingRefBased xmlns:p15="http://schemas.microsoft.com/office/powerpoint/2012/main" val="0"/>
    </p:ext>
  </p:extLst>
</p:presentationPr>
</file>

<file path=ppt/tableStyles.xml><?xml version="1.0" encoding="utf-8"?>
<a:tblStyleLst xmlns:a="http://schemas.openxmlformats.org/drawingml/2006/main" def="{5C22544A-7EE6-4342-B048-85BDC9FD1C3A}">
  <a:tblStyle styleId="{2D5ABB26-0587-4C30-8999-92F81FD0307C}" styleName="No Style, No Grid">
    <a:wholeTbl>
      <a:tcTxStyle>
        <a:fontRef idx="minor">
          <a:scrgbClr r="0" g="0" b="0"/>
        </a:fontRef>
        <a:schemeClr val="tx1"/>
      </a:tcTxStyle>
      <a:tcStyle>
        <a:tcBdr>
          <a:left>
            <a:ln>
              <a:noFill/>
            </a:ln>
          </a:left>
          <a:right>
            <a:ln>
              <a:noFill/>
            </a:ln>
          </a:right>
          <a:top>
            <a:ln>
              <a:noFill/>
            </a:ln>
          </a:top>
          <a:bottom>
            <a:ln>
              <a:noFill/>
            </a:ln>
          </a:bottom>
          <a:insideH>
            <a:ln>
              <a:noFill/>
            </a:ln>
          </a:insideH>
          <a:insideV>
            <a:ln>
              <a:noFill/>
            </a:ln>
          </a:insideV>
        </a:tcBdr>
        <a:fill>
          <a:noFill/>
        </a:fill>
      </a:tcStyle>
    </a:wholeTbl>
  </a:tblStyle>
</a:tblStyleLst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>
  <p:normalViewPr>
    <p:restoredLeft sz="15620"/>
    <p:restoredTop sz="94660"/>
  </p:normalViewPr>
  <p:slideViewPr>
    <p:cSldViewPr>
      <p:cViewPr varScale="1">
        <p:scale>
          <a:sx n="72" d="100"/>
          <a:sy n="72" d="100"/>
        </p:scale>
        <p:origin x="588" y="78"/>
      </p:cViewPr>
      <p:guideLst>
        <p:guide orient="horz" pos="2880"/>
        <p:guide pos="2160"/>
      </p:guideLst>
    </p:cSldViewPr>
  </p:slideViewPr>
  <p:notesTextViewPr>
    <p:cViewPr>
      <p:scale>
        <a:sx n="100" d="100"/>
        <a:sy n="100" d="100"/>
      </p:scale>
      <p:origin x="0" y="0"/>
    </p:cViewPr>
  </p:notesTextViewPr>
  <p:gridSpacing cx="76200" cy="76200"/>
</p:viewPr>
</file>

<file path=ppt/_rels/presentation.xml.rels><?xml version="1.0" encoding="UTF-8" standalone="yes"?>
<Relationships xmlns="http://schemas.openxmlformats.org/package/2006/relationships"><Relationship Id="rId26" Type="http://schemas.openxmlformats.org/officeDocument/2006/relationships/slide" Target="slides/slide25.xml"/><Relationship Id="rId21" Type="http://schemas.openxmlformats.org/officeDocument/2006/relationships/slide" Target="slides/slide20.xml"/><Relationship Id="rId42" Type="http://schemas.openxmlformats.org/officeDocument/2006/relationships/slide" Target="slides/slide41.xml"/><Relationship Id="rId47" Type="http://schemas.openxmlformats.org/officeDocument/2006/relationships/slide" Target="slides/slide46.xml"/><Relationship Id="rId63" Type="http://schemas.openxmlformats.org/officeDocument/2006/relationships/slide" Target="slides/slide62.xml"/><Relationship Id="rId68" Type="http://schemas.openxmlformats.org/officeDocument/2006/relationships/slide" Target="slides/slide67.xml"/><Relationship Id="rId16" Type="http://schemas.openxmlformats.org/officeDocument/2006/relationships/slide" Target="slides/slide15.xml"/><Relationship Id="rId11" Type="http://schemas.openxmlformats.org/officeDocument/2006/relationships/slide" Target="slides/slide10.xml"/><Relationship Id="rId24" Type="http://schemas.openxmlformats.org/officeDocument/2006/relationships/slide" Target="slides/slide23.xml"/><Relationship Id="rId32" Type="http://schemas.openxmlformats.org/officeDocument/2006/relationships/slide" Target="slides/slide31.xml"/><Relationship Id="rId37" Type="http://schemas.openxmlformats.org/officeDocument/2006/relationships/slide" Target="slides/slide36.xml"/><Relationship Id="rId40" Type="http://schemas.openxmlformats.org/officeDocument/2006/relationships/slide" Target="slides/slide39.xml"/><Relationship Id="rId45" Type="http://schemas.openxmlformats.org/officeDocument/2006/relationships/slide" Target="slides/slide44.xml"/><Relationship Id="rId53" Type="http://schemas.openxmlformats.org/officeDocument/2006/relationships/slide" Target="slides/slide52.xml"/><Relationship Id="rId58" Type="http://schemas.openxmlformats.org/officeDocument/2006/relationships/slide" Target="slides/slide57.xml"/><Relationship Id="rId66" Type="http://schemas.openxmlformats.org/officeDocument/2006/relationships/slide" Target="slides/slide65.xml"/><Relationship Id="rId74" Type="http://schemas.openxmlformats.org/officeDocument/2006/relationships/presProps" Target="presProps.xml"/><Relationship Id="rId5" Type="http://schemas.openxmlformats.org/officeDocument/2006/relationships/slide" Target="slides/slide4.xml"/><Relationship Id="rId61" Type="http://schemas.openxmlformats.org/officeDocument/2006/relationships/slide" Target="slides/slide60.xml"/><Relationship Id="rId19" Type="http://schemas.openxmlformats.org/officeDocument/2006/relationships/slide" Target="slides/slide18.xml"/><Relationship Id="rId14" Type="http://schemas.openxmlformats.org/officeDocument/2006/relationships/slide" Target="slides/slide13.xml"/><Relationship Id="rId22" Type="http://schemas.openxmlformats.org/officeDocument/2006/relationships/slide" Target="slides/slide21.xml"/><Relationship Id="rId27" Type="http://schemas.openxmlformats.org/officeDocument/2006/relationships/slide" Target="slides/slide26.xml"/><Relationship Id="rId30" Type="http://schemas.openxmlformats.org/officeDocument/2006/relationships/slide" Target="slides/slide29.xml"/><Relationship Id="rId35" Type="http://schemas.openxmlformats.org/officeDocument/2006/relationships/slide" Target="slides/slide34.xml"/><Relationship Id="rId43" Type="http://schemas.openxmlformats.org/officeDocument/2006/relationships/slide" Target="slides/slide42.xml"/><Relationship Id="rId48" Type="http://schemas.openxmlformats.org/officeDocument/2006/relationships/slide" Target="slides/slide47.xml"/><Relationship Id="rId56" Type="http://schemas.openxmlformats.org/officeDocument/2006/relationships/slide" Target="slides/slide55.xml"/><Relationship Id="rId64" Type="http://schemas.openxmlformats.org/officeDocument/2006/relationships/slide" Target="slides/slide63.xml"/><Relationship Id="rId69" Type="http://schemas.openxmlformats.org/officeDocument/2006/relationships/slide" Target="slides/slide68.xml"/><Relationship Id="rId77" Type="http://schemas.openxmlformats.org/officeDocument/2006/relationships/tableStyles" Target="tableStyles.xml"/><Relationship Id="rId8" Type="http://schemas.openxmlformats.org/officeDocument/2006/relationships/slide" Target="slides/slide7.xml"/><Relationship Id="rId51" Type="http://schemas.openxmlformats.org/officeDocument/2006/relationships/slide" Target="slides/slide50.xml"/><Relationship Id="rId72" Type="http://schemas.openxmlformats.org/officeDocument/2006/relationships/slide" Target="slides/slide71.xml"/><Relationship Id="rId3" Type="http://schemas.openxmlformats.org/officeDocument/2006/relationships/slide" Target="slides/slide2.xml"/><Relationship Id="rId12" Type="http://schemas.openxmlformats.org/officeDocument/2006/relationships/slide" Target="slides/slide11.xml"/><Relationship Id="rId17" Type="http://schemas.openxmlformats.org/officeDocument/2006/relationships/slide" Target="slides/slide16.xml"/><Relationship Id="rId25" Type="http://schemas.openxmlformats.org/officeDocument/2006/relationships/slide" Target="slides/slide24.xml"/><Relationship Id="rId33" Type="http://schemas.openxmlformats.org/officeDocument/2006/relationships/slide" Target="slides/slide32.xml"/><Relationship Id="rId38" Type="http://schemas.openxmlformats.org/officeDocument/2006/relationships/slide" Target="slides/slide37.xml"/><Relationship Id="rId46" Type="http://schemas.openxmlformats.org/officeDocument/2006/relationships/slide" Target="slides/slide45.xml"/><Relationship Id="rId59" Type="http://schemas.openxmlformats.org/officeDocument/2006/relationships/slide" Target="slides/slide58.xml"/><Relationship Id="rId67" Type="http://schemas.openxmlformats.org/officeDocument/2006/relationships/slide" Target="slides/slide66.xml"/><Relationship Id="rId20" Type="http://schemas.openxmlformats.org/officeDocument/2006/relationships/slide" Target="slides/slide19.xml"/><Relationship Id="rId41" Type="http://schemas.openxmlformats.org/officeDocument/2006/relationships/slide" Target="slides/slide40.xml"/><Relationship Id="rId54" Type="http://schemas.openxmlformats.org/officeDocument/2006/relationships/slide" Target="slides/slide53.xml"/><Relationship Id="rId62" Type="http://schemas.openxmlformats.org/officeDocument/2006/relationships/slide" Target="slides/slide61.xml"/><Relationship Id="rId70" Type="http://schemas.openxmlformats.org/officeDocument/2006/relationships/slide" Target="slides/slide69.xml"/><Relationship Id="rId75" Type="http://schemas.openxmlformats.org/officeDocument/2006/relationships/viewProps" Target="viewProps.xml"/><Relationship Id="rId1" Type="http://schemas.openxmlformats.org/officeDocument/2006/relationships/slideMaster" Target="slideMasters/slideMaster1.xml"/><Relationship Id="rId6" Type="http://schemas.openxmlformats.org/officeDocument/2006/relationships/slide" Target="slides/slide5.xml"/><Relationship Id="rId15" Type="http://schemas.openxmlformats.org/officeDocument/2006/relationships/slide" Target="slides/slide14.xml"/><Relationship Id="rId23" Type="http://schemas.openxmlformats.org/officeDocument/2006/relationships/slide" Target="slides/slide22.xml"/><Relationship Id="rId28" Type="http://schemas.openxmlformats.org/officeDocument/2006/relationships/slide" Target="slides/slide27.xml"/><Relationship Id="rId36" Type="http://schemas.openxmlformats.org/officeDocument/2006/relationships/slide" Target="slides/slide35.xml"/><Relationship Id="rId49" Type="http://schemas.openxmlformats.org/officeDocument/2006/relationships/slide" Target="slides/slide48.xml"/><Relationship Id="rId57" Type="http://schemas.openxmlformats.org/officeDocument/2006/relationships/slide" Target="slides/slide56.xml"/><Relationship Id="rId10" Type="http://schemas.openxmlformats.org/officeDocument/2006/relationships/slide" Target="slides/slide9.xml"/><Relationship Id="rId31" Type="http://schemas.openxmlformats.org/officeDocument/2006/relationships/slide" Target="slides/slide30.xml"/><Relationship Id="rId44" Type="http://schemas.openxmlformats.org/officeDocument/2006/relationships/slide" Target="slides/slide43.xml"/><Relationship Id="rId52" Type="http://schemas.openxmlformats.org/officeDocument/2006/relationships/slide" Target="slides/slide51.xml"/><Relationship Id="rId60" Type="http://schemas.openxmlformats.org/officeDocument/2006/relationships/slide" Target="slides/slide59.xml"/><Relationship Id="rId65" Type="http://schemas.openxmlformats.org/officeDocument/2006/relationships/slide" Target="slides/slide64.xml"/><Relationship Id="rId73" Type="http://schemas.openxmlformats.org/officeDocument/2006/relationships/notesMaster" Target="notesMasters/notesMaster1.xml"/><Relationship Id="rId4" Type="http://schemas.openxmlformats.org/officeDocument/2006/relationships/slide" Target="slides/slide3.xml"/><Relationship Id="rId9" Type="http://schemas.openxmlformats.org/officeDocument/2006/relationships/slide" Target="slides/slide8.xml"/><Relationship Id="rId13" Type="http://schemas.openxmlformats.org/officeDocument/2006/relationships/slide" Target="slides/slide12.xml"/><Relationship Id="rId18" Type="http://schemas.openxmlformats.org/officeDocument/2006/relationships/slide" Target="slides/slide17.xml"/><Relationship Id="rId39" Type="http://schemas.openxmlformats.org/officeDocument/2006/relationships/slide" Target="slides/slide38.xml"/><Relationship Id="rId34" Type="http://schemas.openxmlformats.org/officeDocument/2006/relationships/slide" Target="slides/slide33.xml"/><Relationship Id="rId50" Type="http://schemas.openxmlformats.org/officeDocument/2006/relationships/slide" Target="slides/slide49.xml"/><Relationship Id="rId55" Type="http://schemas.openxmlformats.org/officeDocument/2006/relationships/slide" Target="slides/slide54.xml"/><Relationship Id="rId76" Type="http://schemas.openxmlformats.org/officeDocument/2006/relationships/theme" Target="theme/theme1.xml"/><Relationship Id="rId7" Type="http://schemas.openxmlformats.org/officeDocument/2006/relationships/slide" Target="slides/slide6.xml"/><Relationship Id="rId71" Type="http://schemas.openxmlformats.org/officeDocument/2006/relationships/slide" Target="slides/slide70.xml"/><Relationship Id="rId2" Type="http://schemas.openxmlformats.org/officeDocument/2006/relationships/slide" Target="slides/slide1.xml"/><Relationship Id="rId29" Type="http://schemas.openxmlformats.org/officeDocument/2006/relationships/slide" Target="slides/slide28.xml"/></Relationships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2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页眉占位符 1"/>
          <p:cNvSpPr>
            <a:spLocks noGrp="1"/>
          </p:cNvSpPr>
          <p:nvPr>
            <p:ph type="hdr" sz="quarter"/>
          </p:nvPr>
        </p:nvSpPr>
        <p:spPr>
          <a:xfrm>
            <a:off x="0" y="0"/>
            <a:ext cx="4633913" cy="379413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endParaRPr lang="zh-CN" altLang="en-US"/>
          </a:p>
        </p:txBody>
      </p:sp>
      <p:sp>
        <p:nvSpPr>
          <p:cNvPr id="3" name="日期占位符 2"/>
          <p:cNvSpPr>
            <a:spLocks noGrp="1"/>
          </p:cNvSpPr>
          <p:nvPr>
            <p:ph type="dt" idx="1"/>
          </p:nvPr>
        </p:nvSpPr>
        <p:spPr>
          <a:xfrm>
            <a:off x="6057900" y="0"/>
            <a:ext cx="4632325" cy="379413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>
              <a:defRPr sz="1200"/>
            </a:lvl1pPr>
          </a:lstStyle>
          <a:p>
            <a:fld id="{4E65224A-CE6D-4324-B259-17B694BFD071}" type="datetimeFigureOut">
              <a:rPr lang="zh-CN" altLang="en-US" smtClean="0"/>
              <a:t>2025/6/11</a:t>
            </a:fld>
            <a:endParaRPr lang="zh-CN" altLang="en-US"/>
          </a:p>
        </p:txBody>
      </p:sp>
      <p:sp>
        <p:nvSpPr>
          <p:cNvPr id="4" name="幻灯片图像占位符 3"/>
          <p:cNvSpPr>
            <a:spLocks noGrp="1" noRot="1" noChangeAspect="1"/>
          </p:cNvSpPr>
          <p:nvPr>
            <p:ph type="sldImg" idx="2"/>
          </p:nvPr>
        </p:nvSpPr>
        <p:spPr>
          <a:xfrm>
            <a:off x="3543300" y="946150"/>
            <a:ext cx="3606800" cy="2551113"/>
          </a:xfrm>
          <a:prstGeom prst="rect">
            <a:avLst/>
          </a:prstGeom>
          <a:noFill/>
          <a:ln w="12700">
            <a:solidFill>
              <a:prstClr val="black"/>
            </a:solidFill>
          </a:ln>
        </p:spPr>
        <p:txBody>
          <a:bodyPr vert="horz" lIns="91440" tIns="45720" rIns="91440" bIns="45720" rtlCol="0" anchor="ctr"/>
          <a:lstStyle/>
          <a:p>
            <a:endParaRPr lang="zh-CN" altLang="en-US"/>
          </a:p>
        </p:txBody>
      </p:sp>
      <p:sp>
        <p:nvSpPr>
          <p:cNvPr id="5" name="备注占位符 4"/>
          <p:cNvSpPr>
            <a:spLocks noGrp="1"/>
          </p:cNvSpPr>
          <p:nvPr>
            <p:ph type="body" sz="quarter" idx="3"/>
          </p:nvPr>
        </p:nvSpPr>
        <p:spPr>
          <a:xfrm>
            <a:off x="1069975" y="3640138"/>
            <a:ext cx="8553450" cy="2978150"/>
          </a:xfrm>
          <a:prstGeom prst="rect">
            <a:avLst/>
          </a:prstGeom>
        </p:spPr>
        <p:txBody>
          <a:bodyPr vert="horz" lIns="91440" tIns="45720" rIns="91440" bIns="45720" rtlCol="0"/>
          <a:lstStyle/>
          <a:p>
            <a:pPr lvl="0"/>
            <a:r>
              <a:rPr lang="zh-CN" altLang="en-US"/>
              <a:t>编辑母版文本样式</a:t>
            </a:r>
          </a:p>
          <a:p>
            <a:pPr lvl="1"/>
            <a:r>
              <a:rPr lang="zh-CN" altLang="en-US"/>
              <a:t>第二级</a:t>
            </a:r>
          </a:p>
          <a:p>
            <a:pPr lvl="2"/>
            <a:r>
              <a:rPr lang="zh-CN" altLang="en-US"/>
              <a:t>第三级</a:t>
            </a:r>
          </a:p>
          <a:p>
            <a:pPr lvl="3"/>
            <a:r>
              <a:rPr lang="zh-CN" altLang="en-US"/>
              <a:t>第四级</a:t>
            </a:r>
          </a:p>
          <a:p>
            <a:pPr lvl="4"/>
            <a:r>
              <a:rPr lang="zh-CN" altLang="en-US"/>
              <a:t>第五级</a:t>
            </a:r>
          </a:p>
        </p:txBody>
      </p:sp>
      <p:sp>
        <p:nvSpPr>
          <p:cNvPr id="6" name="页脚占位符 5"/>
          <p:cNvSpPr>
            <a:spLocks noGrp="1"/>
          </p:cNvSpPr>
          <p:nvPr>
            <p:ph type="ftr" sz="quarter" idx="4"/>
          </p:nvPr>
        </p:nvSpPr>
        <p:spPr>
          <a:xfrm>
            <a:off x="0" y="7183438"/>
            <a:ext cx="4633913" cy="379412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>
              <a:defRPr sz="1200"/>
            </a:lvl1pPr>
          </a:lstStyle>
          <a:p>
            <a:endParaRPr lang="zh-CN" altLang="en-US"/>
          </a:p>
        </p:txBody>
      </p:sp>
      <p:sp>
        <p:nvSpPr>
          <p:cNvPr id="7" name="灯片编号占位符 6"/>
          <p:cNvSpPr>
            <a:spLocks noGrp="1"/>
          </p:cNvSpPr>
          <p:nvPr>
            <p:ph type="sldNum" sz="quarter" idx="5"/>
          </p:nvPr>
        </p:nvSpPr>
        <p:spPr>
          <a:xfrm>
            <a:off x="6057900" y="7183438"/>
            <a:ext cx="4632325" cy="379412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>
              <a:defRPr sz="1200"/>
            </a:lvl1pPr>
          </a:lstStyle>
          <a:p>
            <a:fld id="{4A65FF33-566F-4BD1-A795-07499EF59CDD}" type="slidenum">
              <a:rPr lang="zh-CN" altLang="en-US" smtClean="0"/>
              <a:t>‹#›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1163377201"/>
      </p:ext>
    </p:extLst>
  </p:cSld>
  <p:clrMap bg1="lt1" tx1="dk1" bg2="lt2" tx2="dk2" accent1="accent1" accent2="accent2" accent3="accent3" accent4="accent4" accent5="accent5" accent6="accent6" hlink="hlink" folHlink="folHlink"/>
  <p:notesStyle>
    <a:lvl1pPr marL="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notesSlides/_rels/notesSlide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.xml"/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zh-CN" altLang="en-US" dirty="0"/>
              <a:t>给出形式化描述，设计算法，证明正确性</a:t>
            </a:r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4A65FF33-566F-4BD1-A795-07499EF59CDD}" type="slidenum">
              <a:rPr lang="zh-CN" altLang="en-US" smtClean="0"/>
              <a:t>1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3395960803"/>
      </p:ext>
    </p:extLst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older 2"/>
          <p:cNvSpPr>
            <a:spLocks noGrp="1"/>
          </p:cNvSpPr>
          <p:nvPr>
            <p:ph type="ctrTitle"/>
          </p:nvPr>
        </p:nvSpPr>
        <p:spPr>
          <a:xfrm>
            <a:off x="802005" y="2344483"/>
            <a:ext cx="9089390" cy="1588198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>
              <a:defRPr/>
            </a:lvl1pPr>
          </a:lstStyle>
          <a:p>
            <a:endParaRPr/>
          </a:p>
        </p:txBody>
      </p:sp>
      <p:sp>
        <p:nvSpPr>
          <p:cNvPr id="3" name="Holder 3"/>
          <p:cNvSpPr>
            <a:spLocks noGrp="1"/>
          </p:cNvSpPr>
          <p:nvPr>
            <p:ph type="subTitle" idx="4"/>
          </p:nvPr>
        </p:nvSpPr>
        <p:spPr>
          <a:xfrm>
            <a:off x="1604010" y="4235196"/>
            <a:ext cx="7485380" cy="1890712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>
              <a:defRPr/>
            </a:lvl1pPr>
          </a:lstStyle>
          <a:p>
            <a:endParaRPr/>
          </a:p>
        </p:txBody>
      </p:sp>
      <p:sp>
        <p:nvSpPr>
          <p:cNvPr id="4" name="Holder 4"/>
          <p:cNvSpPr>
            <a:spLocks noGrp="1"/>
          </p:cNvSpPr>
          <p:nvPr>
            <p:ph type="ftr" sz="quarter" idx="5"/>
          </p:nvPr>
        </p:nvSpPr>
        <p:spPr/>
        <p:txBody>
          <a:bodyPr lIns="0" tIns="0" rIns="0" bIns="0"/>
          <a:lstStyle>
            <a:lvl1pPr algn="ctr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/>
          </a:p>
        </p:txBody>
      </p:sp>
      <p:sp>
        <p:nvSpPr>
          <p:cNvPr id="5" name="Holder 5"/>
          <p:cNvSpPr>
            <a:spLocks noGrp="1"/>
          </p:cNvSpPr>
          <p:nvPr>
            <p:ph type="dt" sz="half" idx="6"/>
          </p:nvPr>
        </p:nvSpPr>
        <p:spPr/>
        <p:txBody>
          <a:bodyPr lIns="0" tIns="0" rIns="0" bIns="0"/>
          <a:lstStyle>
            <a:lvl1pPr algn="l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1D8BD707-D9CF-40AE-B4C6-C98DA3205C09}" type="datetimeFigureOut">
              <a:rPr lang="en-US"/>
              <a:t>6/11/2025</a:t>
            </a:fld>
            <a:endParaRPr lang="en-US"/>
          </a:p>
        </p:txBody>
      </p:sp>
      <p:sp>
        <p:nvSpPr>
          <p:cNvPr id="6" name="Holder 6"/>
          <p:cNvSpPr>
            <a:spLocks noGrp="1"/>
          </p:cNvSpPr>
          <p:nvPr>
            <p:ph type="sldNum" sz="quarter" idx="7"/>
          </p:nvPr>
        </p:nvSpPr>
        <p:spPr/>
        <p:txBody>
          <a:bodyPr lIns="0" tIns="0" rIns="0" bIns="0"/>
          <a:lstStyle>
            <a:lvl1pPr algn="r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B6F15528-21DE-4FAA-801E-634DDDAF4B2B}" type="slidenum">
              <a:t>‹#›</a:t>
            </a:fld>
            <a:endParaRPr/>
          </a:p>
        </p:txBody>
      </p:sp>
    </p:spTree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older 2"/>
          <p:cNvSpPr>
            <a:spLocks noGrp="1"/>
          </p:cNvSpPr>
          <p:nvPr>
            <p:ph type="title"/>
          </p:nvPr>
        </p:nvSpPr>
        <p:spPr/>
        <p:txBody>
          <a:bodyPr lIns="0" tIns="0" rIns="0" bIns="0"/>
          <a:lstStyle>
            <a:lvl1pPr>
              <a:defRPr/>
            </a:lvl1pPr>
          </a:lstStyle>
          <a:p>
            <a:endParaRPr/>
          </a:p>
        </p:txBody>
      </p:sp>
      <p:sp>
        <p:nvSpPr>
          <p:cNvPr id="3" name="Holder 3"/>
          <p:cNvSpPr>
            <a:spLocks noGrp="1"/>
          </p:cNvSpPr>
          <p:nvPr>
            <p:ph type="body" idx="1"/>
          </p:nvPr>
        </p:nvSpPr>
        <p:spPr/>
        <p:txBody>
          <a:bodyPr lIns="0" tIns="0" rIns="0" bIns="0"/>
          <a:lstStyle>
            <a:lvl1pPr>
              <a:defRPr/>
            </a:lvl1pPr>
          </a:lstStyle>
          <a:p>
            <a:endParaRPr/>
          </a:p>
        </p:txBody>
      </p:sp>
      <p:sp>
        <p:nvSpPr>
          <p:cNvPr id="4" name="Holder 4"/>
          <p:cNvSpPr>
            <a:spLocks noGrp="1"/>
          </p:cNvSpPr>
          <p:nvPr>
            <p:ph type="ftr" sz="quarter" idx="5"/>
          </p:nvPr>
        </p:nvSpPr>
        <p:spPr/>
        <p:txBody>
          <a:bodyPr lIns="0" tIns="0" rIns="0" bIns="0"/>
          <a:lstStyle>
            <a:lvl1pPr algn="ctr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/>
          </a:p>
        </p:txBody>
      </p:sp>
      <p:sp>
        <p:nvSpPr>
          <p:cNvPr id="5" name="Holder 5"/>
          <p:cNvSpPr>
            <a:spLocks noGrp="1"/>
          </p:cNvSpPr>
          <p:nvPr>
            <p:ph type="dt" sz="half" idx="6"/>
          </p:nvPr>
        </p:nvSpPr>
        <p:spPr/>
        <p:txBody>
          <a:bodyPr lIns="0" tIns="0" rIns="0" bIns="0"/>
          <a:lstStyle>
            <a:lvl1pPr algn="l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1D8BD707-D9CF-40AE-B4C6-C98DA3205C09}" type="datetimeFigureOut">
              <a:rPr lang="en-US"/>
              <a:t>6/11/2025</a:t>
            </a:fld>
            <a:endParaRPr lang="en-US"/>
          </a:p>
        </p:txBody>
      </p:sp>
      <p:sp>
        <p:nvSpPr>
          <p:cNvPr id="6" name="Holder 6"/>
          <p:cNvSpPr>
            <a:spLocks noGrp="1"/>
          </p:cNvSpPr>
          <p:nvPr>
            <p:ph type="sldNum" sz="quarter" idx="7"/>
          </p:nvPr>
        </p:nvSpPr>
        <p:spPr/>
        <p:txBody>
          <a:bodyPr lIns="0" tIns="0" rIns="0" bIns="0"/>
          <a:lstStyle>
            <a:lvl1pPr algn="r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B6F15528-21DE-4FAA-801E-634DDDAF4B2B}" type="slidenum">
              <a:t>‹#›</a:t>
            </a:fld>
            <a:endParaRPr/>
          </a:p>
        </p:txBody>
      </p:sp>
    </p:spTree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older 2"/>
          <p:cNvSpPr>
            <a:spLocks noGrp="1"/>
          </p:cNvSpPr>
          <p:nvPr>
            <p:ph type="title"/>
          </p:nvPr>
        </p:nvSpPr>
        <p:spPr/>
        <p:txBody>
          <a:bodyPr lIns="0" tIns="0" rIns="0" bIns="0"/>
          <a:lstStyle>
            <a:lvl1pPr>
              <a:defRPr/>
            </a:lvl1pPr>
          </a:lstStyle>
          <a:p>
            <a:endParaRPr/>
          </a:p>
        </p:txBody>
      </p:sp>
      <p:sp>
        <p:nvSpPr>
          <p:cNvPr id="3" name="Holder 3"/>
          <p:cNvSpPr>
            <a:spLocks noGrp="1"/>
          </p:cNvSpPr>
          <p:nvPr>
            <p:ph sz="half" idx="2"/>
          </p:nvPr>
        </p:nvSpPr>
        <p:spPr>
          <a:xfrm>
            <a:off x="534670" y="1739455"/>
            <a:ext cx="4651629" cy="4991481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>
              <a:defRPr/>
            </a:lvl1pPr>
          </a:lstStyle>
          <a:p>
            <a:endParaRPr/>
          </a:p>
        </p:txBody>
      </p:sp>
      <p:sp>
        <p:nvSpPr>
          <p:cNvPr id="4" name="Holder 4"/>
          <p:cNvSpPr>
            <a:spLocks noGrp="1"/>
          </p:cNvSpPr>
          <p:nvPr>
            <p:ph sz="half" idx="3"/>
          </p:nvPr>
        </p:nvSpPr>
        <p:spPr>
          <a:xfrm>
            <a:off x="5507101" y="1739455"/>
            <a:ext cx="4651629" cy="4991481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>
              <a:defRPr/>
            </a:lvl1pPr>
          </a:lstStyle>
          <a:p>
            <a:endParaRPr/>
          </a:p>
        </p:txBody>
      </p:sp>
      <p:sp>
        <p:nvSpPr>
          <p:cNvPr id="5" name="Holder 5"/>
          <p:cNvSpPr>
            <a:spLocks noGrp="1"/>
          </p:cNvSpPr>
          <p:nvPr>
            <p:ph type="ftr" sz="quarter" idx="5"/>
          </p:nvPr>
        </p:nvSpPr>
        <p:spPr/>
        <p:txBody>
          <a:bodyPr lIns="0" tIns="0" rIns="0" bIns="0"/>
          <a:lstStyle>
            <a:lvl1pPr algn="ctr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/>
          </a:p>
        </p:txBody>
      </p:sp>
      <p:sp>
        <p:nvSpPr>
          <p:cNvPr id="6" name="Holder 6"/>
          <p:cNvSpPr>
            <a:spLocks noGrp="1"/>
          </p:cNvSpPr>
          <p:nvPr>
            <p:ph type="dt" sz="half" idx="6"/>
          </p:nvPr>
        </p:nvSpPr>
        <p:spPr/>
        <p:txBody>
          <a:bodyPr lIns="0" tIns="0" rIns="0" bIns="0"/>
          <a:lstStyle>
            <a:lvl1pPr algn="l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1D8BD707-D9CF-40AE-B4C6-C98DA3205C09}" type="datetimeFigureOut">
              <a:rPr lang="en-US"/>
              <a:t>6/11/2025</a:t>
            </a:fld>
            <a:endParaRPr lang="en-US"/>
          </a:p>
        </p:txBody>
      </p:sp>
      <p:sp>
        <p:nvSpPr>
          <p:cNvPr id="7" name="Holder 7"/>
          <p:cNvSpPr>
            <a:spLocks noGrp="1"/>
          </p:cNvSpPr>
          <p:nvPr>
            <p:ph type="sldNum" sz="quarter" idx="7"/>
          </p:nvPr>
        </p:nvSpPr>
        <p:spPr/>
        <p:txBody>
          <a:bodyPr lIns="0" tIns="0" rIns="0" bIns="0"/>
          <a:lstStyle>
            <a:lvl1pPr algn="r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B6F15528-21DE-4FAA-801E-634DDDAF4B2B}" type="slidenum">
              <a:t>‹#›</a:t>
            </a:fld>
            <a:endParaRPr/>
          </a:p>
        </p:txBody>
      </p:sp>
    </p:spTree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older 2"/>
          <p:cNvSpPr>
            <a:spLocks noGrp="1"/>
          </p:cNvSpPr>
          <p:nvPr>
            <p:ph type="title"/>
          </p:nvPr>
        </p:nvSpPr>
        <p:spPr/>
        <p:txBody>
          <a:bodyPr lIns="0" tIns="0" rIns="0" bIns="0"/>
          <a:lstStyle>
            <a:lvl1pPr>
              <a:defRPr/>
            </a:lvl1pPr>
          </a:lstStyle>
          <a:p>
            <a:endParaRPr/>
          </a:p>
        </p:txBody>
      </p:sp>
      <p:sp>
        <p:nvSpPr>
          <p:cNvPr id="3" name="Holder 3"/>
          <p:cNvSpPr>
            <a:spLocks noGrp="1"/>
          </p:cNvSpPr>
          <p:nvPr>
            <p:ph type="ftr" sz="quarter" idx="5"/>
          </p:nvPr>
        </p:nvSpPr>
        <p:spPr/>
        <p:txBody>
          <a:bodyPr lIns="0" tIns="0" rIns="0" bIns="0"/>
          <a:lstStyle>
            <a:lvl1pPr algn="ctr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/>
          </a:p>
        </p:txBody>
      </p:sp>
      <p:sp>
        <p:nvSpPr>
          <p:cNvPr id="4" name="Holder 4"/>
          <p:cNvSpPr>
            <a:spLocks noGrp="1"/>
          </p:cNvSpPr>
          <p:nvPr>
            <p:ph type="dt" sz="half" idx="6"/>
          </p:nvPr>
        </p:nvSpPr>
        <p:spPr/>
        <p:txBody>
          <a:bodyPr lIns="0" tIns="0" rIns="0" bIns="0"/>
          <a:lstStyle>
            <a:lvl1pPr algn="l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1D8BD707-D9CF-40AE-B4C6-C98DA3205C09}" type="datetimeFigureOut">
              <a:rPr lang="en-US"/>
              <a:t>6/11/2025</a:t>
            </a:fld>
            <a:endParaRPr lang="en-US"/>
          </a:p>
        </p:txBody>
      </p:sp>
      <p:sp>
        <p:nvSpPr>
          <p:cNvPr id="5" name="Holder 5"/>
          <p:cNvSpPr>
            <a:spLocks noGrp="1"/>
          </p:cNvSpPr>
          <p:nvPr>
            <p:ph type="sldNum" sz="quarter" idx="7"/>
          </p:nvPr>
        </p:nvSpPr>
        <p:spPr/>
        <p:txBody>
          <a:bodyPr lIns="0" tIns="0" rIns="0" bIns="0"/>
          <a:lstStyle>
            <a:lvl1pPr algn="r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B6F15528-21DE-4FAA-801E-634DDDAF4B2B}" type="slidenum">
              <a:t>‹#›</a:t>
            </a:fld>
            <a:endParaRPr/>
          </a:p>
        </p:txBody>
      </p:sp>
    </p:spTree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older 2"/>
          <p:cNvSpPr>
            <a:spLocks noGrp="1"/>
          </p:cNvSpPr>
          <p:nvPr>
            <p:ph type="ftr" sz="quarter" idx="5"/>
          </p:nvPr>
        </p:nvSpPr>
        <p:spPr/>
        <p:txBody>
          <a:bodyPr lIns="0" tIns="0" rIns="0" bIns="0"/>
          <a:lstStyle>
            <a:lvl1pPr algn="ctr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/>
          </a:p>
        </p:txBody>
      </p:sp>
      <p:sp>
        <p:nvSpPr>
          <p:cNvPr id="3" name="Holder 3"/>
          <p:cNvSpPr>
            <a:spLocks noGrp="1"/>
          </p:cNvSpPr>
          <p:nvPr>
            <p:ph type="dt" sz="half" idx="6"/>
          </p:nvPr>
        </p:nvSpPr>
        <p:spPr/>
        <p:txBody>
          <a:bodyPr lIns="0" tIns="0" rIns="0" bIns="0"/>
          <a:lstStyle>
            <a:lvl1pPr algn="l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1D8BD707-D9CF-40AE-B4C6-C98DA3205C09}" type="datetimeFigureOut">
              <a:rPr lang="en-US"/>
              <a:t>6/11/2025</a:t>
            </a:fld>
            <a:endParaRPr lang="en-US"/>
          </a:p>
        </p:txBody>
      </p:sp>
      <p:sp>
        <p:nvSpPr>
          <p:cNvPr id="4" name="Holder 4"/>
          <p:cNvSpPr>
            <a:spLocks noGrp="1"/>
          </p:cNvSpPr>
          <p:nvPr>
            <p:ph type="sldNum" sz="quarter" idx="7"/>
          </p:nvPr>
        </p:nvSpPr>
        <p:spPr/>
        <p:txBody>
          <a:bodyPr lIns="0" tIns="0" rIns="0" bIns="0"/>
          <a:lstStyle>
            <a:lvl1pPr algn="r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B6F15528-21DE-4FAA-801E-634DDDAF4B2B}" type="slidenum">
              <a:t>‹#›</a:t>
            </a:fld>
            <a:endParaRPr/>
          </a:p>
        </p:txBody>
      </p:sp>
    </p:spTree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8" Type="http://schemas.openxmlformats.org/officeDocument/2006/relationships/image" Target="../media/image2.png"/><Relationship Id="rId3" Type="http://schemas.openxmlformats.org/officeDocument/2006/relationships/slideLayout" Target="../slideLayouts/slideLayout3.xml"/><Relationship Id="rId7" Type="http://schemas.openxmlformats.org/officeDocument/2006/relationships/image" Target="../media/image1.png"/><Relationship Id="rId2" Type="http://schemas.openxmlformats.org/officeDocument/2006/relationships/slideLayout" Target="../slideLayouts/slideLayout2.xml"/><Relationship Id="rId1" Type="http://schemas.openxmlformats.org/officeDocument/2006/relationships/slideLayout" Target="../slideLayouts/slideLayout1.xml"/><Relationship Id="rId6" Type="http://schemas.openxmlformats.org/officeDocument/2006/relationships/theme" Target="../theme/theme1.xml"/><Relationship Id="rId5" Type="http://schemas.openxmlformats.org/officeDocument/2006/relationships/slideLayout" Target="../slideLayouts/slideLayout5.xml"/><Relationship Id="rId4" Type="http://schemas.openxmlformats.org/officeDocument/2006/relationships/slideLayout" Target="../slideLayouts/slideLayout4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" name="bg object 16"/>
          <p:cNvSpPr/>
          <p:nvPr/>
        </p:nvSpPr>
        <p:spPr>
          <a:xfrm>
            <a:off x="786371" y="1220723"/>
            <a:ext cx="483234" cy="523240"/>
          </a:xfrm>
          <a:custGeom>
            <a:avLst/>
            <a:gdLst/>
            <a:ahLst/>
            <a:cxnLst/>
            <a:rect l="l" t="t" r="r" b="b"/>
            <a:pathLst>
              <a:path w="483234" h="523239">
                <a:moveTo>
                  <a:pt x="483108" y="0"/>
                </a:moveTo>
                <a:lnTo>
                  <a:pt x="0" y="0"/>
                </a:lnTo>
                <a:lnTo>
                  <a:pt x="0" y="464820"/>
                </a:lnTo>
                <a:lnTo>
                  <a:pt x="0" y="522732"/>
                </a:lnTo>
                <a:lnTo>
                  <a:pt x="483108" y="522732"/>
                </a:lnTo>
                <a:lnTo>
                  <a:pt x="483108" y="464820"/>
                </a:lnTo>
                <a:lnTo>
                  <a:pt x="483108" y="0"/>
                </a:lnTo>
                <a:close/>
              </a:path>
            </a:pathLst>
          </a:custGeom>
          <a:solidFill>
            <a:srgbClr val="FFCF01"/>
          </a:solidFill>
        </p:spPr>
        <p:txBody>
          <a:bodyPr wrap="square" lIns="0" tIns="0" rIns="0" bIns="0" rtlCol="0"/>
          <a:lstStyle/>
          <a:p>
            <a:endParaRPr/>
          </a:p>
        </p:txBody>
      </p:sp>
      <p:pic>
        <p:nvPicPr>
          <p:cNvPr id="17" name="bg object 17"/>
          <p:cNvPicPr/>
          <p:nvPr/>
        </p:nvPicPr>
        <p:blipFill>
          <a:blip r:embed="rId7" cstate="print"/>
          <a:stretch>
            <a:fillRect/>
          </a:stretch>
        </p:blipFill>
        <p:spPr>
          <a:xfrm>
            <a:off x="1210055" y="1222248"/>
            <a:ext cx="358139" cy="521207"/>
          </a:xfrm>
          <a:prstGeom prst="rect">
            <a:avLst/>
          </a:prstGeom>
        </p:spPr>
      </p:pic>
      <p:sp>
        <p:nvSpPr>
          <p:cNvPr id="18" name="bg object 18"/>
          <p:cNvSpPr/>
          <p:nvPr/>
        </p:nvSpPr>
        <p:spPr>
          <a:xfrm>
            <a:off x="925068" y="1685544"/>
            <a:ext cx="462280" cy="523240"/>
          </a:xfrm>
          <a:custGeom>
            <a:avLst/>
            <a:gdLst/>
            <a:ahLst/>
            <a:cxnLst/>
            <a:rect l="l" t="t" r="r" b="b"/>
            <a:pathLst>
              <a:path w="462280" h="523239">
                <a:moveTo>
                  <a:pt x="461772" y="522731"/>
                </a:moveTo>
                <a:lnTo>
                  <a:pt x="0" y="522731"/>
                </a:lnTo>
                <a:lnTo>
                  <a:pt x="0" y="0"/>
                </a:lnTo>
                <a:lnTo>
                  <a:pt x="461772" y="0"/>
                </a:lnTo>
                <a:lnTo>
                  <a:pt x="461772" y="522731"/>
                </a:lnTo>
                <a:close/>
              </a:path>
            </a:pathLst>
          </a:custGeom>
          <a:solidFill>
            <a:srgbClr val="3333CC"/>
          </a:solidFill>
        </p:spPr>
        <p:txBody>
          <a:bodyPr wrap="square" lIns="0" tIns="0" rIns="0" bIns="0" rtlCol="0"/>
          <a:lstStyle/>
          <a:p>
            <a:endParaRPr/>
          </a:p>
        </p:txBody>
      </p:sp>
      <p:pic>
        <p:nvPicPr>
          <p:cNvPr id="19" name="bg object 19"/>
          <p:cNvPicPr/>
          <p:nvPr/>
        </p:nvPicPr>
        <p:blipFill>
          <a:blip r:embed="rId8" cstate="print"/>
          <a:stretch>
            <a:fillRect/>
          </a:stretch>
        </p:blipFill>
        <p:spPr>
          <a:xfrm>
            <a:off x="470915" y="1606296"/>
            <a:ext cx="9372599" cy="601979"/>
          </a:xfrm>
          <a:prstGeom prst="rect">
            <a:avLst/>
          </a:prstGeom>
        </p:spPr>
      </p:pic>
      <p:sp>
        <p:nvSpPr>
          <p:cNvPr id="20" name="bg object 20"/>
          <p:cNvSpPr/>
          <p:nvPr/>
        </p:nvSpPr>
        <p:spPr>
          <a:xfrm>
            <a:off x="1165859" y="1103375"/>
            <a:ext cx="33655" cy="1155700"/>
          </a:xfrm>
          <a:custGeom>
            <a:avLst/>
            <a:gdLst/>
            <a:ahLst/>
            <a:cxnLst/>
            <a:rect l="l" t="t" r="r" b="b"/>
            <a:pathLst>
              <a:path w="33655" h="1155700">
                <a:moveTo>
                  <a:pt x="33527" y="1155191"/>
                </a:moveTo>
                <a:lnTo>
                  <a:pt x="0" y="1155191"/>
                </a:lnTo>
                <a:lnTo>
                  <a:pt x="0" y="0"/>
                </a:lnTo>
                <a:lnTo>
                  <a:pt x="33527" y="0"/>
                </a:lnTo>
                <a:lnTo>
                  <a:pt x="33527" y="1155191"/>
                </a:lnTo>
                <a:close/>
              </a:path>
            </a:pathLst>
          </a:custGeom>
          <a:solidFill>
            <a:srgbClr val="1C1C1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" name="Holder 2"/>
          <p:cNvSpPr>
            <a:spLocks noGrp="1"/>
          </p:cNvSpPr>
          <p:nvPr>
            <p:ph type="title"/>
          </p:nvPr>
        </p:nvSpPr>
        <p:spPr>
          <a:xfrm>
            <a:off x="534670" y="302514"/>
            <a:ext cx="9624060" cy="1210056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>
              <a:defRPr/>
            </a:lvl1pPr>
          </a:lstStyle>
          <a:p>
            <a:endParaRPr/>
          </a:p>
        </p:txBody>
      </p:sp>
      <p:sp>
        <p:nvSpPr>
          <p:cNvPr id="3" name="Holder 3"/>
          <p:cNvSpPr>
            <a:spLocks noGrp="1"/>
          </p:cNvSpPr>
          <p:nvPr>
            <p:ph type="body" idx="1"/>
          </p:nvPr>
        </p:nvSpPr>
        <p:spPr>
          <a:xfrm>
            <a:off x="534670" y="1739455"/>
            <a:ext cx="9624060" cy="4991481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>
              <a:defRPr/>
            </a:lvl1pPr>
          </a:lstStyle>
          <a:p>
            <a:endParaRPr/>
          </a:p>
        </p:txBody>
      </p:sp>
      <p:sp>
        <p:nvSpPr>
          <p:cNvPr id="4" name="Holder 4"/>
          <p:cNvSpPr>
            <a:spLocks noGrp="1"/>
          </p:cNvSpPr>
          <p:nvPr>
            <p:ph type="ftr" sz="quarter" idx="5"/>
          </p:nvPr>
        </p:nvSpPr>
        <p:spPr>
          <a:xfrm>
            <a:off x="3635756" y="7033450"/>
            <a:ext cx="3421888" cy="378142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algn="ctr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/>
          </a:p>
        </p:txBody>
      </p:sp>
      <p:sp>
        <p:nvSpPr>
          <p:cNvPr id="5" name="Holder 5"/>
          <p:cNvSpPr>
            <a:spLocks noGrp="1"/>
          </p:cNvSpPr>
          <p:nvPr>
            <p:ph type="dt" sz="half" idx="6"/>
          </p:nvPr>
        </p:nvSpPr>
        <p:spPr>
          <a:xfrm>
            <a:off x="534670" y="7033450"/>
            <a:ext cx="2459482" cy="378142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algn="l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1D8BD707-D9CF-40AE-B4C6-C98DA3205C09}" type="datetimeFigureOut">
              <a:rPr lang="en-US"/>
              <a:t>6/11/2025</a:t>
            </a:fld>
            <a:endParaRPr lang="en-US"/>
          </a:p>
        </p:txBody>
      </p:sp>
      <p:sp>
        <p:nvSpPr>
          <p:cNvPr id="6" name="Holder 6"/>
          <p:cNvSpPr>
            <a:spLocks noGrp="1"/>
          </p:cNvSpPr>
          <p:nvPr>
            <p:ph type="sldNum" sz="quarter" idx="7"/>
          </p:nvPr>
        </p:nvSpPr>
        <p:spPr>
          <a:xfrm>
            <a:off x="7699248" y="7033450"/>
            <a:ext cx="2459482" cy="378142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algn="r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B6F15528-21DE-4FAA-801E-634DDDAF4B2B}" type="slidenum">
              <a:t>‹#›</a:t>
            </a:fld>
            <a:endParaRPr/>
          </a:p>
        </p:txBody>
      </p:sp>
    </p:spTree>
  </p:cSld>
  <p:clrMap bg1="lt1" tx1="dk1" bg2="lt2" tx2="dk2" accent1="accent1" accent2="accent2" accent3="accent3" accent4="accent4" accent5="accent5" accent6="accent6" hlink="hlink" folHlink="folHlink"/>
  <p:sldLayoutIdLst>
    <p:sldLayoutId id="2147483661" r:id="rId1"/>
    <p:sldLayoutId id="2147483662" r:id="rId2"/>
    <p:sldLayoutId id="2147483663" r:id="rId3"/>
    <p:sldLayoutId id="2147483664" r:id="rId4"/>
    <p:sldLayoutId id="2147483665" r:id="rId5"/>
  </p:sldLayoutIdLst>
  <p:txStyles>
    <p:titleStyle>
      <a:lvl1pPr>
        <a:defRPr>
          <a:latin typeface="+mj-lt"/>
          <a:ea typeface="+mj-ea"/>
          <a:cs typeface="+mj-cs"/>
        </a:defRPr>
      </a:lvl1pPr>
    </p:titleStyle>
    <p:bodyStyle>
      <a:lvl1pPr marL="0">
        <a:defRPr>
          <a:latin typeface="+mn-lt"/>
          <a:ea typeface="+mn-ea"/>
          <a:cs typeface="+mn-cs"/>
        </a:defRPr>
      </a:lvl1pPr>
      <a:lvl2pPr marL="457200">
        <a:defRPr>
          <a:latin typeface="+mn-lt"/>
          <a:ea typeface="+mn-ea"/>
          <a:cs typeface="+mn-cs"/>
        </a:defRPr>
      </a:lvl2pPr>
      <a:lvl3pPr marL="914400">
        <a:defRPr>
          <a:latin typeface="+mn-lt"/>
          <a:ea typeface="+mn-ea"/>
          <a:cs typeface="+mn-cs"/>
        </a:defRPr>
      </a:lvl3pPr>
      <a:lvl4pPr marL="1371600">
        <a:defRPr>
          <a:latin typeface="+mn-lt"/>
          <a:ea typeface="+mn-ea"/>
          <a:cs typeface="+mn-cs"/>
        </a:defRPr>
      </a:lvl4pPr>
      <a:lvl5pPr marL="1828800">
        <a:defRPr>
          <a:latin typeface="+mn-lt"/>
          <a:ea typeface="+mn-ea"/>
          <a:cs typeface="+mn-cs"/>
        </a:defRPr>
      </a:lvl5pPr>
      <a:lvl6pPr marL="2286000">
        <a:defRPr>
          <a:latin typeface="+mn-lt"/>
          <a:ea typeface="+mn-ea"/>
          <a:cs typeface="+mn-cs"/>
        </a:defRPr>
      </a:lvl6pPr>
      <a:lvl7pPr marL="2743200">
        <a:defRPr>
          <a:latin typeface="+mn-lt"/>
          <a:ea typeface="+mn-ea"/>
          <a:cs typeface="+mn-cs"/>
        </a:defRPr>
      </a:lvl7pPr>
      <a:lvl8pPr marL="3200400">
        <a:defRPr>
          <a:latin typeface="+mn-lt"/>
          <a:ea typeface="+mn-ea"/>
          <a:cs typeface="+mn-cs"/>
        </a:defRPr>
      </a:lvl8pPr>
      <a:lvl9pPr marL="3657600">
        <a:defRPr>
          <a:latin typeface="+mn-lt"/>
          <a:ea typeface="+mn-ea"/>
          <a:cs typeface="+mn-cs"/>
        </a:defRPr>
      </a:lvl9pPr>
    </p:bodyStyle>
    <p:otherStyle>
      <a:lvl1pPr marL="0">
        <a:defRPr>
          <a:latin typeface="+mn-lt"/>
          <a:ea typeface="+mn-ea"/>
          <a:cs typeface="+mn-cs"/>
        </a:defRPr>
      </a:lvl1pPr>
      <a:lvl2pPr marL="457200">
        <a:defRPr>
          <a:latin typeface="+mn-lt"/>
          <a:ea typeface="+mn-ea"/>
          <a:cs typeface="+mn-cs"/>
        </a:defRPr>
      </a:lvl2pPr>
      <a:lvl3pPr marL="914400">
        <a:defRPr>
          <a:latin typeface="+mn-lt"/>
          <a:ea typeface="+mn-ea"/>
          <a:cs typeface="+mn-cs"/>
        </a:defRPr>
      </a:lvl3pPr>
      <a:lvl4pPr marL="1371600">
        <a:defRPr>
          <a:latin typeface="+mn-lt"/>
          <a:ea typeface="+mn-ea"/>
          <a:cs typeface="+mn-cs"/>
        </a:defRPr>
      </a:lvl4pPr>
      <a:lvl5pPr marL="1828800">
        <a:defRPr>
          <a:latin typeface="+mn-lt"/>
          <a:ea typeface="+mn-ea"/>
          <a:cs typeface="+mn-cs"/>
        </a:defRPr>
      </a:lvl5pPr>
      <a:lvl6pPr marL="2286000">
        <a:defRPr>
          <a:latin typeface="+mn-lt"/>
          <a:ea typeface="+mn-ea"/>
          <a:cs typeface="+mn-cs"/>
        </a:defRPr>
      </a:lvl6pPr>
      <a:lvl7pPr marL="2743200">
        <a:defRPr>
          <a:latin typeface="+mn-lt"/>
          <a:ea typeface="+mn-ea"/>
          <a:cs typeface="+mn-cs"/>
        </a:defRPr>
      </a:lvl7pPr>
      <a:lvl8pPr marL="3200400">
        <a:defRPr>
          <a:latin typeface="+mn-lt"/>
          <a:ea typeface="+mn-ea"/>
          <a:cs typeface="+mn-cs"/>
        </a:defRPr>
      </a:lvl8pPr>
      <a:lvl9pPr marL="3657600">
        <a:defRPr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8" Type="http://schemas.openxmlformats.org/officeDocument/2006/relationships/image" Target="../media/image8.png"/><Relationship Id="rId13" Type="http://schemas.openxmlformats.org/officeDocument/2006/relationships/image" Target="../media/image13.png"/><Relationship Id="rId18" Type="http://schemas.openxmlformats.org/officeDocument/2006/relationships/image" Target="../media/image18.png"/><Relationship Id="rId3" Type="http://schemas.openxmlformats.org/officeDocument/2006/relationships/image" Target="../media/image3.png"/><Relationship Id="rId7" Type="http://schemas.openxmlformats.org/officeDocument/2006/relationships/image" Target="../media/image7.png"/><Relationship Id="rId12" Type="http://schemas.openxmlformats.org/officeDocument/2006/relationships/image" Target="../media/image12.png"/><Relationship Id="rId17" Type="http://schemas.openxmlformats.org/officeDocument/2006/relationships/image" Target="../media/image17.png"/><Relationship Id="rId2" Type="http://schemas.openxmlformats.org/officeDocument/2006/relationships/notesSlide" Target="../notesSlides/notesSlide1.xml"/><Relationship Id="rId16" Type="http://schemas.openxmlformats.org/officeDocument/2006/relationships/image" Target="../media/image16.png"/><Relationship Id="rId1" Type="http://schemas.openxmlformats.org/officeDocument/2006/relationships/slideLayout" Target="../slideLayouts/slideLayout5.xml"/><Relationship Id="rId6" Type="http://schemas.openxmlformats.org/officeDocument/2006/relationships/image" Target="../media/image6.png"/><Relationship Id="rId11" Type="http://schemas.openxmlformats.org/officeDocument/2006/relationships/image" Target="../media/image11.png"/><Relationship Id="rId5" Type="http://schemas.openxmlformats.org/officeDocument/2006/relationships/image" Target="../media/image5.png"/><Relationship Id="rId15" Type="http://schemas.openxmlformats.org/officeDocument/2006/relationships/image" Target="../media/image15.png"/><Relationship Id="rId10" Type="http://schemas.openxmlformats.org/officeDocument/2006/relationships/image" Target="../media/image10.png"/><Relationship Id="rId19" Type="http://schemas.openxmlformats.org/officeDocument/2006/relationships/image" Target="../media/image19.png"/><Relationship Id="rId4" Type="http://schemas.openxmlformats.org/officeDocument/2006/relationships/image" Target="../media/image4.png"/><Relationship Id="rId9" Type="http://schemas.openxmlformats.org/officeDocument/2006/relationships/image" Target="../media/image9.png"/><Relationship Id="rId14" Type="http://schemas.openxmlformats.org/officeDocument/2006/relationships/image" Target="../media/image14.png"/></Relationships>
</file>

<file path=ppt/slides/_rels/slide2.xml.rels><?xml version="1.0" encoding="UTF-8" standalone="yes"?>
<Relationships xmlns="http://schemas.openxmlformats.org/package/2006/relationships"><Relationship Id="rId8" Type="http://schemas.openxmlformats.org/officeDocument/2006/relationships/image" Target="../media/image26.png"/><Relationship Id="rId13" Type="http://schemas.openxmlformats.org/officeDocument/2006/relationships/image" Target="../media/image31.png"/><Relationship Id="rId3" Type="http://schemas.openxmlformats.org/officeDocument/2006/relationships/image" Target="../media/image21.png"/><Relationship Id="rId7" Type="http://schemas.openxmlformats.org/officeDocument/2006/relationships/image" Target="../media/image25.png"/><Relationship Id="rId12" Type="http://schemas.openxmlformats.org/officeDocument/2006/relationships/image" Target="../media/image30.png"/><Relationship Id="rId2" Type="http://schemas.openxmlformats.org/officeDocument/2006/relationships/image" Target="../media/image20.png"/><Relationship Id="rId1" Type="http://schemas.openxmlformats.org/officeDocument/2006/relationships/slideLayout" Target="../slideLayouts/slideLayout5.xml"/><Relationship Id="rId6" Type="http://schemas.openxmlformats.org/officeDocument/2006/relationships/image" Target="../media/image24.png"/><Relationship Id="rId11" Type="http://schemas.openxmlformats.org/officeDocument/2006/relationships/image" Target="../media/image29.png"/><Relationship Id="rId5" Type="http://schemas.openxmlformats.org/officeDocument/2006/relationships/image" Target="../media/image23.png"/><Relationship Id="rId10" Type="http://schemas.openxmlformats.org/officeDocument/2006/relationships/image" Target="../media/image28.png"/><Relationship Id="rId4" Type="http://schemas.openxmlformats.org/officeDocument/2006/relationships/image" Target="../media/image22.png"/><Relationship Id="rId9" Type="http://schemas.openxmlformats.org/officeDocument/2006/relationships/image" Target="../media/image27.png"/><Relationship Id="rId14" Type="http://schemas.openxmlformats.org/officeDocument/2006/relationships/image" Target="../media/image32.png"/></Relationships>
</file>

<file path=ppt/slides/_rels/slide3.xml.rels><?xml version="1.0" encoding="UTF-8" standalone="yes"?>
<Relationships xmlns="http://schemas.openxmlformats.org/package/2006/relationships"><Relationship Id="rId8" Type="http://schemas.openxmlformats.org/officeDocument/2006/relationships/image" Target="../media/image39.png"/><Relationship Id="rId3" Type="http://schemas.openxmlformats.org/officeDocument/2006/relationships/image" Target="../media/image34.png"/><Relationship Id="rId7" Type="http://schemas.openxmlformats.org/officeDocument/2006/relationships/image" Target="../media/image38.png"/><Relationship Id="rId2" Type="http://schemas.openxmlformats.org/officeDocument/2006/relationships/image" Target="../media/image33.png"/><Relationship Id="rId1" Type="http://schemas.openxmlformats.org/officeDocument/2006/relationships/slideLayout" Target="../slideLayouts/slideLayout5.xml"/><Relationship Id="rId6" Type="http://schemas.openxmlformats.org/officeDocument/2006/relationships/image" Target="../media/image37.png"/><Relationship Id="rId5" Type="http://schemas.openxmlformats.org/officeDocument/2006/relationships/image" Target="../media/image36.png"/><Relationship Id="rId4" Type="http://schemas.openxmlformats.org/officeDocument/2006/relationships/image" Target="../media/image35.png"/><Relationship Id="rId9" Type="http://schemas.openxmlformats.org/officeDocument/2006/relationships/image" Target="../media/image40.png"/></Relationships>
</file>

<file path=ppt/slides/_rels/slide4.xml.rels><?xml version="1.0" encoding="UTF-8" standalone="yes"?>
<Relationships xmlns="http://schemas.openxmlformats.org/package/2006/relationships"><Relationship Id="rId8" Type="http://schemas.openxmlformats.org/officeDocument/2006/relationships/image" Target="../media/image47.png"/><Relationship Id="rId13" Type="http://schemas.openxmlformats.org/officeDocument/2006/relationships/image" Target="../media/image52.png"/><Relationship Id="rId3" Type="http://schemas.openxmlformats.org/officeDocument/2006/relationships/image" Target="../media/image42.png"/><Relationship Id="rId7" Type="http://schemas.openxmlformats.org/officeDocument/2006/relationships/image" Target="../media/image46.png"/><Relationship Id="rId12" Type="http://schemas.openxmlformats.org/officeDocument/2006/relationships/image" Target="../media/image51.png"/><Relationship Id="rId2" Type="http://schemas.openxmlformats.org/officeDocument/2006/relationships/image" Target="../media/image41.png"/><Relationship Id="rId1" Type="http://schemas.openxmlformats.org/officeDocument/2006/relationships/slideLayout" Target="../slideLayouts/slideLayout5.xml"/><Relationship Id="rId6" Type="http://schemas.openxmlformats.org/officeDocument/2006/relationships/image" Target="../media/image45.png"/><Relationship Id="rId11" Type="http://schemas.openxmlformats.org/officeDocument/2006/relationships/image" Target="../media/image50.png"/><Relationship Id="rId5" Type="http://schemas.openxmlformats.org/officeDocument/2006/relationships/image" Target="../media/image44.png"/><Relationship Id="rId10" Type="http://schemas.openxmlformats.org/officeDocument/2006/relationships/image" Target="../media/image49.png"/><Relationship Id="rId4" Type="http://schemas.openxmlformats.org/officeDocument/2006/relationships/image" Target="../media/image43.png"/><Relationship Id="rId9" Type="http://schemas.openxmlformats.org/officeDocument/2006/relationships/image" Target="../media/image48.png"/><Relationship Id="rId14" Type="http://schemas.openxmlformats.org/officeDocument/2006/relationships/image" Target="../media/image53.png"/></Relationships>
</file>

<file path=ppt/slides/_rels/slide5.xml.rels><?xml version="1.0" encoding="UTF-8" standalone="yes"?>
<Relationships xmlns="http://schemas.openxmlformats.org/package/2006/relationships"><Relationship Id="rId3" Type="http://schemas.openxmlformats.org/officeDocument/2006/relationships/image" Target="../media/image52.png"/><Relationship Id="rId2" Type="http://schemas.openxmlformats.org/officeDocument/2006/relationships/image" Target="../media/image54.png"/><Relationship Id="rId1" Type="http://schemas.openxmlformats.org/officeDocument/2006/relationships/slideLayout" Target="../slideLayouts/slideLayout5.xml"/><Relationship Id="rId5" Type="http://schemas.openxmlformats.org/officeDocument/2006/relationships/image" Target="../media/image56.png"/><Relationship Id="rId4" Type="http://schemas.openxmlformats.org/officeDocument/2006/relationships/image" Target="../media/image55.png"/></Relationships>
</file>

<file path=ppt/slides/_rels/slide6.xml.rels><?xml version="1.0" encoding="UTF-8" standalone="yes"?>
<Relationships xmlns="http://schemas.openxmlformats.org/package/2006/relationships"><Relationship Id="rId3" Type="http://schemas.openxmlformats.org/officeDocument/2006/relationships/image" Target="../media/image58.png"/><Relationship Id="rId7" Type="http://schemas.openxmlformats.org/officeDocument/2006/relationships/image" Target="../media/image62.png"/><Relationship Id="rId2" Type="http://schemas.openxmlformats.org/officeDocument/2006/relationships/image" Target="../media/image57.png"/><Relationship Id="rId1" Type="http://schemas.openxmlformats.org/officeDocument/2006/relationships/slideLayout" Target="../slideLayouts/slideLayout5.xml"/><Relationship Id="rId6" Type="http://schemas.openxmlformats.org/officeDocument/2006/relationships/image" Target="../media/image61.png"/><Relationship Id="rId5" Type="http://schemas.openxmlformats.org/officeDocument/2006/relationships/image" Target="../media/image60.png"/><Relationship Id="rId4" Type="http://schemas.openxmlformats.org/officeDocument/2006/relationships/image" Target="../media/image59.png"/></Relationships>
</file>

<file path=ppt/slides/_rels/slide7.xml.rels><?xml version="1.0" encoding="UTF-8" standalone="yes"?>
<Relationships xmlns="http://schemas.openxmlformats.org/package/2006/relationships"><Relationship Id="rId8" Type="http://schemas.openxmlformats.org/officeDocument/2006/relationships/image" Target="../media/image69.png"/><Relationship Id="rId13" Type="http://schemas.openxmlformats.org/officeDocument/2006/relationships/image" Target="../media/image74.png"/><Relationship Id="rId18" Type="http://schemas.openxmlformats.org/officeDocument/2006/relationships/image" Target="../media/image79.png"/><Relationship Id="rId3" Type="http://schemas.openxmlformats.org/officeDocument/2006/relationships/image" Target="../media/image64.png"/><Relationship Id="rId7" Type="http://schemas.openxmlformats.org/officeDocument/2006/relationships/image" Target="../media/image68.png"/><Relationship Id="rId12" Type="http://schemas.openxmlformats.org/officeDocument/2006/relationships/image" Target="../media/image73.png"/><Relationship Id="rId17" Type="http://schemas.openxmlformats.org/officeDocument/2006/relationships/image" Target="../media/image78.png"/><Relationship Id="rId2" Type="http://schemas.openxmlformats.org/officeDocument/2006/relationships/image" Target="../media/image63.png"/><Relationship Id="rId16" Type="http://schemas.openxmlformats.org/officeDocument/2006/relationships/image" Target="../media/image77.png"/><Relationship Id="rId1" Type="http://schemas.openxmlformats.org/officeDocument/2006/relationships/slideLayout" Target="../slideLayouts/slideLayout5.xml"/><Relationship Id="rId6" Type="http://schemas.openxmlformats.org/officeDocument/2006/relationships/image" Target="../media/image67.png"/><Relationship Id="rId11" Type="http://schemas.openxmlformats.org/officeDocument/2006/relationships/image" Target="../media/image72.png"/><Relationship Id="rId5" Type="http://schemas.openxmlformats.org/officeDocument/2006/relationships/image" Target="../media/image66.png"/><Relationship Id="rId15" Type="http://schemas.openxmlformats.org/officeDocument/2006/relationships/image" Target="../media/image76.png"/><Relationship Id="rId10" Type="http://schemas.openxmlformats.org/officeDocument/2006/relationships/image" Target="../media/image71.png"/><Relationship Id="rId4" Type="http://schemas.openxmlformats.org/officeDocument/2006/relationships/image" Target="../media/image65.png"/><Relationship Id="rId9" Type="http://schemas.openxmlformats.org/officeDocument/2006/relationships/image" Target="../media/image70.png"/><Relationship Id="rId14" Type="http://schemas.openxmlformats.org/officeDocument/2006/relationships/image" Target="../media/image75.png"/></Relationships>
</file>

<file path=ppt/slides/_rels/slide8.xml.rels><?xml version="1.0" encoding="UTF-8" standalone="yes"?>
<Relationships xmlns="http://schemas.openxmlformats.org/package/2006/relationships"><Relationship Id="rId8" Type="http://schemas.openxmlformats.org/officeDocument/2006/relationships/image" Target="../media/image86.png"/><Relationship Id="rId13" Type="http://schemas.openxmlformats.org/officeDocument/2006/relationships/image" Target="../media/image91.png"/><Relationship Id="rId18" Type="http://schemas.openxmlformats.org/officeDocument/2006/relationships/image" Target="../media/image96.png"/><Relationship Id="rId3" Type="http://schemas.openxmlformats.org/officeDocument/2006/relationships/image" Target="../media/image81.png"/><Relationship Id="rId21" Type="http://schemas.openxmlformats.org/officeDocument/2006/relationships/image" Target="../media/image99.png"/><Relationship Id="rId7" Type="http://schemas.openxmlformats.org/officeDocument/2006/relationships/image" Target="../media/image85.png"/><Relationship Id="rId12" Type="http://schemas.openxmlformats.org/officeDocument/2006/relationships/image" Target="../media/image90.png"/><Relationship Id="rId17" Type="http://schemas.openxmlformats.org/officeDocument/2006/relationships/image" Target="../media/image95.png"/><Relationship Id="rId25" Type="http://schemas.openxmlformats.org/officeDocument/2006/relationships/image" Target="../media/image103.png"/><Relationship Id="rId2" Type="http://schemas.openxmlformats.org/officeDocument/2006/relationships/image" Target="../media/image80.png"/><Relationship Id="rId16" Type="http://schemas.openxmlformats.org/officeDocument/2006/relationships/image" Target="../media/image94.png"/><Relationship Id="rId20" Type="http://schemas.openxmlformats.org/officeDocument/2006/relationships/image" Target="../media/image98.png"/><Relationship Id="rId1" Type="http://schemas.openxmlformats.org/officeDocument/2006/relationships/slideLayout" Target="../slideLayouts/slideLayout5.xml"/><Relationship Id="rId6" Type="http://schemas.openxmlformats.org/officeDocument/2006/relationships/image" Target="../media/image84.png"/><Relationship Id="rId11" Type="http://schemas.openxmlformats.org/officeDocument/2006/relationships/image" Target="../media/image89.png"/><Relationship Id="rId24" Type="http://schemas.openxmlformats.org/officeDocument/2006/relationships/image" Target="../media/image102.png"/><Relationship Id="rId5" Type="http://schemas.openxmlformats.org/officeDocument/2006/relationships/image" Target="../media/image83.png"/><Relationship Id="rId15" Type="http://schemas.openxmlformats.org/officeDocument/2006/relationships/image" Target="../media/image93.png"/><Relationship Id="rId23" Type="http://schemas.openxmlformats.org/officeDocument/2006/relationships/image" Target="../media/image101.png"/><Relationship Id="rId10" Type="http://schemas.openxmlformats.org/officeDocument/2006/relationships/image" Target="../media/image88.png"/><Relationship Id="rId19" Type="http://schemas.openxmlformats.org/officeDocument/2006/relationships/image" Target="../media/image97.png"/><Relationship Id="rId4" Type="http://schemas.openxmlformats.org/officeDocument/2006/relationships/image" Target="../media/image82.png"/><Relationship Id="rId9" Type="http://schemas.openxmlformats.org/officeDocument/2006/relationships/image" Target="../media/image87.png"/><Relationship Id="rId14" Type="http://schemas.openxmlformats.org/officeDocument/2006/relationships/image" Target="../media/image92.png"/><Relationship Id="rId22" Type="http://schemas.openxmlformats.org/officeDocument/2006/relationships/image" Target="../media/image100.png"/></Relationships>
</file>

<file path=ppt/slides/_rels/slide9.xml.rels><?xml version="1.0" encoding="UTF-8" standalone="yes"?>
<Relationships xmlns="http://schemas.openxmlformats.org/package/2006/relationships"><Relationship Id="rId8" Type="http://schemas.openxmlformats.org/officeDocument/2006/relationships/image" Target="../media/image110.png"/><Relationship Id="rId13" Type="http://schemas.openxmlformats.org/officeDocument/2006/relationships/image" Target="../media/image115.png"/><Relationship Id="rId3" Type="http://schemas.openxmlformats.org/officeDocument/2006/relationships/image" Target="../media/image105.png"/><Relationship Id="rId7" Type="http://schemas.openxmlformats.org/officeDocument/2006/relationships/image" Target="../media/image109.png"/><Relationship Id="rId12" Type="http://schemas.openxmlformats.org/officeDocument/2006/relationships/image" Target="../media/image114.png"/><Relationship Id="rId2" Type="http://schemas.openxmlformats.org/officeDocument/2006/relationships/image" Target="../media/image104.png"/><Relationship Id="rId1" Type="http://schemas.openxmlformats.org/officeDocument/2006/relationships/slideLayout" Target="../slideLayouts/slideLayout5.xml"/><Relationship Id="rId6" Type="http://schemas.openxmlformats.org/officeDocument/2006/relationships/image" Target="../media/image108.png"/><Relationship Id="rId11" Type="http://schemas.openxmlformats.org/officeDocument/2006/relationships/image" Target="../media/image113.png"/><Relationship Id="rId5" Type="http://schemas.openxmlformats.org/officeDocument/2006/relationships/image" Target="../media/image107.png"/><Relationship Id="rId10" Type="http://schemas.openxmlformats.org/officeDocument/2006/relationships/image" Target="../media/image112.png"/><Relationship Id="rId4" Type="http://schemas.openxmlformats.org/officeDocument/2006/relationships/image" Target="../media/image106.png"/><Relationship Id="rId9" Type="http://schemas.openxmlformats.org/officeDocument/2006/relationships/image" Target="../media/image111.png"/></Relationships>
</file>

<file path=ppt/slides/_rels/slide10.xml.rels><?xml version="1.0" encoding="UTF-8" standalone="yes"?>
<Relationships xmlns="http://schemas.openxmlformats.org/package/2006/relationships"><Relationship Id="rId8" Type="http://schemas.openxmlformats.org/officeDocument/2006/relationships/image" Target="../media/image121.png"/><Relationship Id="rId13" Type="http://schemas.openxmlformats.org/officeDocument/2006/relationships/image" Target="../media/image126.png"/><Relationship Id="rId18" Type="http://schemas.openxmlformats.org/officeDocument/2006/relationships/image" Target="../media/image131.png"/><Relationship Id="rId26" Type="http://schemas.openxmlformats.org/officeDocument/2006/relationships/image" Target="../media/image139.png"/><Relationship Id="rId3" Type="http://schemas.openxmlformats.org/officeDocument/2006/relationships/image" Target="../media/image116.png"/><Relationship Id="rId21" Type="http://schemas.openxmlformats.org/officeDocument/2006/relationships/image" Target="../media/image134.png"/><Relationship Id="rId7" Type="http://schemas.openxmlformats.org/officeDocument/2006/relationships/image" Target="../media/image120.png"/><Relationship Id="rId12" Type="http://schemas.openxmlformats.org/officeDocument/2006/relationships/image" Target="../media/image125.png"/><Relationship Id="rId17" Type="http://schemas.openxmlformats.org/officeDocument/2006/relationships/image" Target="../media/image130.png"/><Relationship Id="rId25" Type="http://schemas.openxmlformats.org/officeDocument/2006/relationships/image" Target="../media/image138.png"/><Relationship Id="rId2" Type="http://schemas.openxmlformats.org/officeDocument/2006/relationships/image" Target="../media/image104.png"/><Relationship Id="rId16" Type="http://schemas.openxmlformats.org/officeDocument/2006/relationships/image" Target="../media/image129.png"/><Relationship Id="rId20" Type="http://schemas.openxmlformats.org/officeDocument/2006/relationships/image" Target="../media/image133.png"/><Relationship Id="rId29" Type="http://schemas.openxmlformats.org/officeDocument/2006/relationships/image" Target="../media/image142.png"/><Relationship Id="rId1" Type="http://schemas.openxmlformats.org/officeDocument/2006/relationships/slideLayout" Target="../slideLayouts/slideLayout5.xml"/><Relationship Id="rId6" Type="http://schemas.openxmlformats.org/officeDocument/2006/relationships/image" Target="../media/image119.png"/><Relationship Id="rId11" Type="http://schemas.openxmlformats.org/officeDocument/2006/relationships/image" Target="../media/image124.png"/><Relationship Id="rId24" Type="http://schemas.openxmlformats.org/officeDocument/2006/relationships/image" Target="../media/image137.png"/><Relationship Id="rId5" Type="http://schemas.openxmlformats.org/officeDocument/2006/relationships/image" Target="../media/image118.png"/><Relationship Id="rId15" Type="http://schemas.openxmlformats.org/officeDocument/2006/relationships/image" Target="../media/image128.png"/><Relationship Id="rId23" Type="http://schemas.openxmlformats.org/officeDocument/2006/relationships/image" Target="../media/image136.png"/><Relationship Id="rId28" Type="http://schemas.openxmlformats.org/officeDocument/2006/relationships/image" Target="../media/image141.png"/><Relationship Id="rId10" Type="http://schemas.openxmlformats.org/officeDocument/2006/relationships/image" Target="../media/image123.png"/><Relationship Id="rId19" Type="http://schemas.openxmlformats.org/officeDocument/2006/relationships/image" Target="../media/image132.png"/><Relationship Id="rId4" Type="http://schemas.openxmlformats.org/officeDocument/2006/relationships/image" Target="../media/image117.png"/><Relationship Id="rId9" Type="http://schemas.openxmlformats.org/officeDocument/2006/relationships/image" Target="../media/image122.png"/><Relationship Id="rId14" Type="http://schemas.openxmlformats.org/officeDocument/2006/relationships/image" Target="../media/image127.png"/><Relationship Id="rId22" Type="http://schemas.openxmlformats.org/officeDocument/2006/relationships/image" Target="../media/image135.png"/><Relationship Id="rId27" Type="http://schemas.openxmlformats.org/officeDocument/2006/relationships/image" Target="../media/image140.png"/></Relationships>
</file>

<file path=ppt/slides/_rels/slide11.xml.rels><?xml version="1.0" encoding="UTF-8" standalone="yes"?>
<Relationships xmlns="http://schemas.openxmlformats.org/package/2006/relationships"><Relationship Id="rId8" Type="http://schemas.openxmlformats.org/officeDocument/2006/relationships/image" Target="../media/image147.png"/><Relationship Id="rId3" Type="http://schemas.openxmlformats.org/officeDocument/2006/relationships/image" Target="../media/image3.png"/><Relationship Id="rId7" Type="http://schemas.openxmlformats.org/officeDocument/2006/relationships/image" Target="../media/image146.png"/><Relationship Id="rId12" Type="http://schemas.openxmlformats.org/officeDocument/2006/relationships/image" Target="../media/image151.png"/><Relationship Id="rId2" Type="http://schemas.openxmlformats.org/officeDocument/2006/relationships/image" Target="../media/image104.png"/><Relationship Id="rId1" Type="http://schemas.openxmlformats.org/officeDocument/2006/relationships/slideLayout" Target="../slideLayouts/slideLayout5.xml"/><Relationship Id="rId6" Type="http://schemas.openxmlformats.org/officeDocument/2006/relationships/image" Target="../media/image145.png"/><Relationship Id="rId11" Type="http://schemas.openxmlformats.org/officeDocument/2006/relationships/image" Target="../media/image150.png"/><Relationship Id="rId5" Type="http://schemas.openxmlformats.org/officeDocument/2006/relationships/image" Target="../media/image144.png"/><Relationship Id="rId10" Type="http://schemas.openxmlformats.org/officeDocument/2006/relationships/image" Target="../media/image149.png"/><Relationship Id="rId4" Type="http://schemas.openxmlformats.org/officeDocument/2006/relationships/image" Target="../media/image143.png"/><Relationship Id="rId9" Type="http://schemas.openxmlformats.org/officeDocument/2006/relationships/image" Target="../media/image148.png"/></Relationships>
</file>

<file path=ppt/slides/_rels/slide12.xml.rels><?xml version="1.0" encoding="UTF-8" standalone="yes"?>
<Relationships xmlns="http://schemas.openxmlformats.org/package/2006/relationships"><Relationship Id="rId3" Type="http://schemas.openxmlformats.org/officeDocument/2006/relationships/image" Target="../media/image20.png"/><Relationship Id="rId7" Type="http://schemas.openxmlformats.org/officeDocument/2006/relationships/image" Target="../media/image155.png"/><Relationship Id="rId2" Type="http://schemas.openxmlformats.org/officeDocument/2006/relationships/image" Target="../media/image104.png"/><Relationship Id="rId1" Type="http://schemas.openxmlformats.org/officeDocument/2006/relationships/slideLayout" Target="../slideLayouts/slideLayout5.xml"/><Relationship Id="rId6" Type="http://schemas.openxmlformats.org/officeDocument/2006/relationships/image" Target="../media/image154.png"/><Relationship Id="rId5" Type="http://schemas.openxmlformats.org/officeDocument/2006/relationships/image" Target="../media/image153.png"/><Relationship Id="rId4" Type="http://schemas.openxmlformats.org/officeDocument/2006/relationships/image" Target="../media/image152.png"/></Relationships>
</file>

<file path=ppt/slides/_rels/slide13.xml.rels><?xml version="1.0" encoding="UTF-8" standalone="yes"?>
<Relationships xmlns="http://schemas.openxmlformats.org/package/2006/relationships"><Relationship Id="rId8" Type="http://schemas.openxmlformats.org/officeDocument/2006/relationships/image" Target="../media/image160.png"/><Relationship Id="rId3" Type="http://schemas.openxmlformats.org/officeDocument/2006/relationships/image" Target="../media/image33.png"/><Relationship Id="rId7" Type="http://schemas.openxmlformats.org/officeDocument/2006/relationships/image" Target="../media/image159.png"/><Relationship Id="rId2" Type="http://schemas.openxmlformats.org/officeDocument/2006/relationships/image" Target="../media/image104.png"/><Relationship Id="rId1" Type="http://schemas.openxmlformats.org/officeDocument/2006/relationships/slideLayout" Target="../slideLayouts/slideLayout5.xml"/><Relationship Id="rId6" Type="http://schemas.openxmlformats.org/officeDocument/2006/relationships/image" Target="../media/image158.png"/><Relationship Id="rId5" Type="http://schemas.openxmlformats.org/officeDocument/2006/relationships/image" Target="../media/image157.png"/><Relationship Id="rId4" Type="http://schemas.openxmlformats.org/officeDocument/2006/relationships/image" Target="../media/image156.png"/><Relationship Id="rId9" Type="http://schemas.openxmlformats.org/officeDocument/2006/relationships/image" Target="../media/image161.png"/></Relationships>
</file>

<file path=ppt/slides/_rels/slide14.xml.rels><?xml version="1.0" encoding="UTF-8" standalone="yes"?>
<Relationships xmlns="http://schemas.openxmlformats.org/package/2006/relationships"><Relationship Id="rId3" Type="http://schemas.openxmlformats.org/officeDocument/2006/relationships/image" Target="../media/image41.png"/><Relationship Id="rId2" Type="http://schemas.openxmlformats.org/officeDocument/2006/relationships/image" Target="../media/image104.png"/><Relationship Id="rId1" Type="http://schemas.openxmlformats.org/officeDocument/2006/relationships/slideLayout" Target="../slideLayouts/slideLayout5.xml"/><Relationship Id="rId6" Type="http://schemas.openxmlformats.org/officeDocument/2006/relationships/image" Target="../media/image164.png"/><Relationship Id="rId5" Type="http://schemas.openxmlformats.org/officeDocument/2006/relationships/image" Target="../media/image163.png"/><Relationship Id="rId4" Type="http://schemas.openxmlformats.org/officeDocument/2006/relationships/image" Target="../media/image162.png"/></Relationships>
</file>

<file path=ppt/slides/_rels/slide15.xml.rels><?xml version="1.0" encoding="UTF-8" standalone="yes"?>
<Relationships xmlns="http://schemas.openxmlformats.org/package/2006/relationships"><Relationship Id="rId8" Type="http://schemas.openxmlformats.org/officeDocument/2006/relationships/image" Target="../media/image169.png"/><Relationship Id="rId13" Type="http://schemas.openxmlformats.org/officeDocument/2006/relationships/image" Target="../media/image174.png"/><Relationship Id="rId18" Type="http://schemas.openxmlformats.org/officeDocument/2006/relationships/image" Target="../media/image179.png"/><Relationship Id="rId3" Type="http://schemas.openxmlformats.org/officeDocument/2006/relationships/image" Target="../media/image54.png"/><Relationship Id="rId21" Type="http://schemas.openxmlformats.org/officeDocument/2006/relationships/image" Target="../media/image182.png"/><Relationship Id="rId7" Type="http://schemas.openxmlformats.org/officeDocument/2006/relationships/image" Target="../media/image168.png"/><Relationship Id="rId12" Type="http://schemas.openxmlformats.org/officeDocument/2006/relationships/image" Target="../media/image173.png"/><Relationship Id="rId17" Type="http://schemas.openxmlformats.org/officeDocument/2006/relationships/image" Target="../media/image178.png"/><Relationship Id="rId2" Type="http://schemas.openxmlformats.org/officeDocument/2006/relationships/image" Target="../media/image104.png"/><Relationship Id="rId16" Type="http://schemas.openxmlformats.org/officeDocument/2006/relationships/image" Target="../media/image177.png"/><Relationship Id="rId20" Type="http://schemas.openxmlformats.org/officeDocument/2006/relationships/image" Target="../media/image181.png"/><Relationship Id="rId1" Type="http://schemas.openxmlformats.org/officeDocument/2006/relationships/slideLayout" Target="../slideLayouts/slideLayout5.xml"/><Relationship Id="rId6" Type="http://schemas.openxmlformats.org/officeDocument/2006/relationships/image" Target="../media/image167.png"/><Relationship Id="rId11" Type="http://schemas.openxmlformats.org/officeDocument/2006/relationships/image" Target="../media/image172.png"/><Relationship Id="rId5" Type="http://schemas.openxmlformats.org/officeDocument/2006/relationships/image" Target="../media/image166.png"/><Relationship Id="rId15" Type="http://schemas.openxmlformats.org/officeDocument/2006/relationships/image" Target="../media/image176.png"/><Relationship Id="rId10" Type="http://schemas.openxmlformats.org/officeDocument/2006/relationships/image" Target="../media/image171.png"/><Relationship Id="rId19" Type="http://schemas.openxmlformats.org/officeDocument/2006/relationships/image" Target="../media/image180.png"/><Relationship Id="rId4" Type="http://schemas.openxmlformats.org/officeDocument/2006/relationships/image" Target="../media/image165.png"/><Relationship Id="rId9" Type="http://schemas.openxmlformats.org/officeDocument/2006/relationships/image" Target="../media/image170.png"/><Relationship Id="rId14" Type="http://schemas.openxmlformats.org/officeDocument/2006/relationships/image" Target="../media/image175.png"/></Relationships>
</file>

<file path=ppt/slides/_rels/slide16.xml.rels><?xml version="1.0" encoding="UTF-8" standalone="yes"?>
<Relationships xmlns="http://schemas.openxmlformats.org/package/2006/relationships"><Relationship Id="rId8" Type="http://schemas.openxmlformats.org/officeDocument/2006/relationships/image" Target="../media/image187.png"/><Relationship Id="rId13" Type="http://schemas.openxmlformats.org/officeDocument/2006/relationships/image" Target="../media/image192.png"/><Relationship Id="rId18" Type="http://schemas.openxmlformats.org/officeDocument/2006/relationships/image" Target="../media/image197.png"/><Relationship Id="rId3" Type="http://schemas.openxmlformats.org/officeDocument/2006/relationships/image" Target="../media/image57.png"/><Relationship Id="rId21" Type="http://schemas.openxmlformats.org/officeDocument/2006/relationships/image" Target="../media/image200.png"/><Relationship Id="rId7" Type="http://schemas.openxmlformats.org/officeDocument/2006/relationships/image" Target="../media/image186.png"/><Relationship Id="rId12" Type="http://schemas.openxmlformats.org/officeDocument/2006/relationships/image" Target="../media/image191.png"/><Relationship Id="rId17" Type="http://schemas.openxmlformats.org/officeDocument/2006/relationships/image" Target="../media/image196.png"/><Relationship Id="rId2" Type="http://schemas.openxmlformats.org/officeDocument/2006/relationships/image" Target="../media/image104.png"/><Relationship Id="rId16" Type="http://schemas.openxmlformats.org/officeDocument/2006/relationships/image" Target="../media/image195.png"/><Relationship Id="rId20" Type="http://schemas.openxmlformats.org/officeDocument/2006/relationships/image" Target="../media/image199.png"/><Relationship Id="rId1" Type="http://schemas.openxmlformats.org/officeDocument/2006/relationships/slideLayout" Target="../slideLayouts/slideLayout5.xml"/><Relationship Id="rId6" Type="http://schemas.openxmlformats.org/officeDocument/2006/relationships/image" Target="../media/image185.png"/><Relationship Id="rId11" Type="http://schemas.openxmlformats.org/officeDocument/2006/relationships/image" Target="../media/image190.png"/><Relationship Id="rId24" Type="http://schemas.openxmlformats.org/officeDocument/2006/relationships/image" Target="../media/image203.png"/><Relationship Id="rId5" Type="http://schemas.openxmlformats.org/officeDocument/2006/relationships/image" Target="../media/image184.png"/><Relationship Id="rId15" Type="http://schemas.openxmlformats.org/officeDocument/2006/relationships/image" Target="../media/image194.png"/><Relationship Id="rId23" Type="http://schemas.openxmlformats.org/officeDocument/2006/relationships/image" Target="../media/image202.png"/><Relationship Id="rId10" Type="http://schemas.openxmlformats.org/officeDocument/2006/relationships/image" Target="../media/image189.png"/><Relationship Id="rId19" Type="http://schemas.openxmlformats.org/officeDocument/2006/relationships/image" Target="../media/image198.png"/><Relationship Id="rId4" Type="http://schemas.openxmlformats.org/officeDocument/2006/relationships/image" Target="../media/image183.png"/><Relationship Id="rId9" Type="http://schemas.openxmlformats.org/officeDocument/2006/relationships/image" Target="../media/image188.png"/><Relationship Id="rId14" Type="http://schemas.openxmlformats.org/officeDocument/2006/relationships/image" Target="../media/image193.png"/><Relationship Id="rId22" Type="http://schemas.openxmlformats.org/officeDocument/2006/relationships/image" Target="../media/image201.png"/></Relationships>
</file>

<file path=ppt/slides/_rels/slide17.xml.rels><?xml version="1.0" encoding="UTF-8" standalone="yes"?>
<Relationships xmlns="http://schemas.openxmlformats.org/package/2006/relationships"><Relationship Id="rId8" Type="http://schemas.openxmlformats.org/officeDocument/2006/relationships/image" Target="../media/image208.png"/><Relationship Id="rId13" Type="http://schemas.openxmlformats.org/officeDocument/2006/relationships/image" Target="../media/image213.png"/><Relationship Id="rId18" Type="http://schemas.openxmlformats.org/officeDocument/2006/relationships/image" Target="../media/image218.png"/><Relationship Id="rId3" Type="http://schemas.openxmlformats.org/officeDocument/2006/relationships/image" Target="../media/image63.png"/><Relationship Id="rId21" Type="http://schemas.openxmlformats.org/officeDocument/2006/relationships/image" Target="../media/image221.png"/><Relationship Id="rId7" Type="http://schemas.openxmlformats.org/officeDocument/2006/relationships/image" Target="../media/image207.png"/><Relationship Id="rId12" Type="http://schemas.openxmlformats.org/officeDocument/2006/relationships/image" Target="../media/image212.png"/><Relationship Id="rId17" Type="http://schemas.openxmlformats.org/officeDocument/2006/relationships/image" Target="../media/image217.png"/><Relationship Id="rId2" Type="http://schemas.openxmlformats.org/officeDocument/2006/relationships/image" Target="../media/image104.png"/><Relationship Id="rId16" Type="http://schemas.openxmlformats.org/officeDocument/2006/relationships/image" Target="../media/image216.png"/><Relationship Id="rId20" Type="http://schemas.openxmlformats.org/officeDocument/2006/relationships/image" Target="../media/image220.png"/><Relationship Id="rId1" Type="http://schemas.openxmlformats.org/officeDocument/2006/relationships/slideLayout" Target="../slideLayouts/slideLayout5.xml"/><Relationship Id="rId6" Type="http://schemas.openxmlformats.org/officeDocument/2006/relationships/image" Target="../media/image206.png"/><Relationship Id="rId11" Type="http://schemas.openxmlformats.org/officeDocument/2006/relationships/image" Target="../media/image211.png"/><Relationship Id="rId5" Type="http://schemas.openxmlformats.org/officeDocument/2006/relationships/image" Target="../media/image205.png"/><Relationship Id="rId15" Type="http://schemas.openxmlformats.org/officeDocument/2006/relationships/image" Target="../media/image215.png"/><Relationship Id="rId10" Type="http://schemas.openxmlformats.org/officeDocument/2006/relationships/image" Target="../media/image210.png"/><Relationship Id="rId19" Type="http://schemas.openxmlformats.org/officeDocument/2006/relationships/image" Target="../media/image219.png"/><Relationship Id="rId4" Type="http://schemas.openxmlformats.org/officeDocument/2006/relationships/image" Target="../media/image204.png"/><Relationship Id="rId9" Type="http://schemas.openxmlformats.org/officeDocument/2006/relationships/image" Target="../media/image209.png"/><Relationship Id="rId14" Type="http://schemas.openxmlformats.org/officeDocument/2006/relationships/image" Target="../media/image214.png"/><Relationship Id="rId22" Type="http://schemas.openxmlformats.org/officeDocument/2006/relationships/image" Target="../media/image222.png"/></Relationships>
</file>

<file path=ppt/slides/_rels/slide18.xml.rels><?xml version="1.0" encoding="UTF-8" standalone="yes"?>
<Relationships xmlns="http://schemas.openxmlformats.org/package/2006/relationships"><Relationship Id="rId8" Type="http://schemas.openxmlformats.org/officeDocument/2006/relationships/image" Target="../media/image225.png"/><Relationship Id="rId13" Type="http://schemas.openxmlformats.org/officeDocument/2006/relationships/image" Target="../media/image230.png"/><Relationship Id="rId18" Type="http://schemas.openxmlformats.org/officeDocument/2006/relationships/image" Target="../media/image234.png"/><Relationship Id="rId3" Type="http://schemas.openxmlformats.org/officeDocument/2006/relationships/image" Target="../media/image80.png"/><Relationship Id="rId21" Type="http://schemas.openxmlformats.org/officeDocument/2006/relationships/image" Target="../media/image237.png"/><Relationship Id="rId7" Type="http://schemas.openxmlformats.org/officeDocument/2006/relationships/image" Target="../media/image224.png"/><Relationship Id="rId12" Type="http://schemas.openxmlformats.org/officeDocument/2006/relationships/image" Target="../media/image229.png"/><Relationship Id="rId17" Type="http://schemas.openxmlformats.org/officeDocument/2006/relationships/image" Target="../media/image126.png"/><Relationship Id="rId25" Type="http://schemas.openxmlformats.org/officeDocument/2006/relationships/image" Target="../media/image241.png"/><Relationship Id="rId2" Type="http://schemas.openxmlformats.org/officeDocument/2006/relationships/image" Target="../media/image104.png"/><Relationship Id="rId16" Type="http://schemas.openxmlformats.org/officeDocument/2006/relationships/image" Target="../media/image233.png"/><Relationship Id="rId20" Type="http://schemas.openxmlformats.org/officeDocument/2006/relationships/image" Target="../media/image236.png"/><Relationship Id="rId1" Type="http://schemas.openxmlformats.org/officeDocument/2006/relationships/slideLayout" Target="../slideLayouts/slideLayout5.xml"/><Relationship Id="rId6" Type="http://schemas.openxmlformats.org/officeDocument/2006/relationships/image" Target="../media/image59.png"/><Relationship Id="rId11" Type="http://schemas.openxmlformats.org/officeDocument/2006/relationships/image" Target="../media/image228.png"/><Relationship Id="rId24" Type="http://schemas.openxmlformats.org/officeDocument/2006/relationships/image" Target="../media/image240.png"/><Relationship Id="rId5" Type="http://schemas.openxmlformats.org/officeDocument/2006/relationships/image" Target="../media/image223.png"/><Relationship Id="rId15" Type="http://schemas.openxmlformats.org/officeDocument/2006/relationships/image" Target="../media/image232.png"/><Relationship Id="rId23" Type="http://schemas.openxmlformats.org/officeDocument/2006/relationships/image" Target="../media/image239.png"/><Relationship Id="rId10" Type="http://schemas.openxmlformats.org/officeDocument/2006/relationships/image" Target="../media/image227.png"/><Relationship Id="rId19" Type="http://schemas.openxmlformats.org/officeDocument/2006/relationships/image" Target="../media/image235.png"/><Relationship Id="rId4" Type="http://schemas.openxmlformats.org/officeDocument/2006/relationships/image" Target="../media/image38.png"/><Relationship Id="rId9" Type="http://schemas.openxmlformats.org/officeDocument/2006/relationships/image" Target="../media/image226.png"/><Relationship Id="rId14" Type="http://schemas.openxmlformats.org/officeDocument/2006/relationships/image" Target="../media/image231.png"/><Relationship Id="rId22" Type="http://schemas.openxmlformats.org/officeDocument/2006/relationships/image" Target="../media/image238.png"/></Relationships>
</file>

<file path=ppt/slides/_rels/slide19.xml.rels><?xml version="1.0" encoding="UTF-8" standalone="yes"?>
<Relationships xmlns="http://schemas.openxmlformats.org/package/2006/relationships"><Relationship Id="rId8" Type="http://schemas.openxmlformats.org/officeDocument/2006/relationships/image" Target="../media/image248.png"/><Relationship Id="rId13" Type="http://schemas.openxmlformats.org/officeDocument/2006/relationships/image" Target="../media/image253.png"/><Relationship Id="rId18" Type="http://schemas.openxmlformats.org/officeDocument/2006/relationships/image" Target="../media/image258.png"/><Relationship Id="rId3" Type="http://schemas.openxmlformats.org/officeDocument/2006/relationships/image" Target="../media/image243.png"/><Relationship Id="rId7" Type="http://schemas.openxmlformats.org/officeDocument/2006/relationships/image" Target="../media/image247.png"/><Relationship Id="rId12" Type="http://schemas.openxmlformats.org/officeDocument/2006/relationships/image" Target="../media/image252.png"/><Relationship Id="rId17" Type="http://schemas.openxmlformats.org/officeDocument/2006/relationships/image" Target="../media/image257.png"/><Relationship Id="rId2" Type="http://schemas.openxmlformats.org/officeDocument/2006/relationships/image" Target="../media/image242.png"/><Relationship Id="rId16" Type="http://schemas.openxmlformats.org/officeDocument/2006/relationships/image" Target="../media/image256.png"/><Relationship Id="rId20" Type="http://schemas.openxmlformats.org/officeDocument/2006/relationships/image" Target="../media/image260.png"/><Relationship Id="rId1" Type="http://schemas.openxmlformats.org/officeDocument/2006/relationships/slideLayout" Target="../slideLayouts/slideLayout5.xml"/><Relationship Id="rId6" Type="http://schemas.openxmlformats.org/officeDocument/2006/relationships/image" Target="../media/image246.png"/><Relationship Id="rId11" Type="http://schemas.openxmlformats.org/officeDocument/2006/relationships/image" Target="../media/image251.png"/><Relationship Id="rId5" Type="http://schemas.openxmlformats.org/officeDocument/2006/relationships/image" Target="../media/image245.png"/><Relationship Id="rId15" Type="http://schemas.openxmlformats.org/officeDocument/2006/relationships/image" Target="../media/image255.png"/><Relationship Id="rId10" Type="http://schemas.openxmlformats.org/officeDocument/2006/relationships/image" Target="../media/image250.png"/><Relationship Id="rId19" Type="http://schemas.openxmlformats.org/officeDocument/2006/relationships/image" Target="../media/image259.png"/><Relationship Id="rId4" Type="http://schemas.openxmlformats.org/officeDocument/2006/relationships/image" Target="../media/image244.png"/><Relationship Id="rId9" Type="http://schemas.openxmlformats.org/officeDocument/2006/relationships/image" Target="../media/image249.png"/><Relationship Id="rId14" Type="http://schemas.openxmlformats.org/officeDocument/2006/relationships/image" Target="../media/image254.png"/></Relationships>
</file>

<file path=ppt/slides/_rels/slide20.xml.rels><?xml version="1.0" encoding="UTF-8" standalone="yes"?>
<Relationships xmlns="http://schemas.openxmlformats.org/package/2006/relationships"><Relationship Id="rId3" Type="http://schemas.openxmlformats.org/officeDocument/2006/relationships/image" Target="../media/image116.png"/><Relationship Id="rId7" Type="http://schemas.openxmlformats.org/officeDocument/2006/relationships/image" Target="../media/image265.png"/><Relationship Id="rId2" Type="http://schemas.openxmlformats.org/officeDocument/2006/relationships/image" Target="../media/image261.png"/><Relationship Id="rId1" Type="http://schemas.openxmlformats.org/officeDocument/2006/relationships/slideLayout" Target="../slideLayouts/slideLayout5.xml"/><Relationship Id="rId6" Type="http://schemas.openxmlformats.org/officeDocument/2006/relationships/image" Target="../media/image264.png"/><Relationship Id="rId5" Type="http://schemas.openxmlformats.org/officeDocument/2006/relationships/image" Target="../media/image263.png"/><Relationship Id="rId4" Type="http://schemas.openxmlformats.org/officeDocument/2006/relationships/image" Target="../media/image262.png"/></Relationships>
</file>

<file path=ppt/slides/_rels/slide21.xml.rels><?xml version="1.0" encoding="UTF-8" standalone="yes"?>
<Relationships xmlns="http://schemas.openxmlformats.org/package/2006/relationships"><Relationship Id="rId8" Type="http://schemas.openxmlformats.org/officeDocument/2006/relationships/image" Target="../media/image270.png"/><Relationship Id="rId13" Type="http://schemas.openxmlformats.org/officeDocument/2006/relationships/image" Target="../media/image275.png"/><Relationship Id="rId18" Type="http://schemas.openxmlformats.org/officeDocument/2006/relationships/image" Target="../media/image280.png"/><Relationship Id="rId3" Type="http://schemas.openxmlformats.org/officeDocument/2006/relationships/image" Target="../media/image3.png"/><Relationship Id="rId21" Type="http://schemas.openxmlformats.org/officeDocument/2006/relationships/image" Target="../media/image283.png"/><Relationship Id="rId7" Type="http://schemas.openxmlformats.org/officeDocument/2006/relationships/image" Target="../media/image269.png"/><Relationship Id="rId12" Type="http://schemas.openxmlformats.org/officeDocument/2006/relationships/image" Target="../media/image274.png"/><Relationship Id="rId17" Type="http://schemas.openxmlformats.org/officeDocument/2006/relationships/image" Target="../media/image279.png"/><Relationship Id="rId2" Type="http://schemas.openxmlformats.org/officeDocument/2006/relationships/image" Target="../media/image261.png"/><Relationship Id="rId16" Type="http://schemas.openxmlformats.org/officeDocument/2006/relationships/image" Target="../media/image278.png"/><Relationship Id="rId20" Type="http://schemas.openxmlformats.org/officeDocument/2006/relationships/image" Target="../media/image282.png"/><Relationship Id="rId1" Type="http://schemas.openxmlformats.org/officeDocument/2006/relationships/slideLayout" Target="../slideLayouts/slideLayout5.xml"/><Relationship Id="rId6" Type="http://schemas.openxmlformats.org/officeDocument/2006/relationships/image" Target="../media/image268.png"/><Relationship Id="rId11" Type="http://schemas.openxmlformats.org/officeDocument/2006/relationships/image" Target="../media/image273.png"/><Relationship Id="rId5" Type="http://schemas.openxmlformats.org/officeDocument/2006/relationships/image" Target="../media/image267.png"/><Relationship Id="rId15" Type="http://schemas.openxmlformats.org/officeDocument/2006/relationships/image" Target="../media/image277.png"/><Relationship Id="rId10" Type="http://schemas.openxmlformats.org/officeDocument/2006/relationships/image" Target="../media/image272.png"/><Relationship Id="rId19" Type="http://schemas.openxmlformats.org/officeDocument/2006/relationships/image" Target="../media/image281.png"/><Relationship Id="rId4" Type="http://schemas.openxmlformats.org/officeDocument/2006/relationships/image" Target="../media/image266.png"/><Relationship Id="rId9" Type="http://schemas.openxmlformats.org/officeDocument/2006/relationships/image" Target="../media/image271.png"/><Relationship Id="rId14" Type="http://schemas.openxmlformats.org/officeDocument/2006/relationships/image" Target="../media/image276.png"/></Relationships>
</file>

<file path=ppt/slides/_rels/slide22.xml.rels><?xml version="1.0" encoding="UTF-8" standalone="yes"?>
<Relationships xmlns="http://schemas.openxmlformats.org/package/2006/relationships"><Relationship Id="rId3" Type="http://schemas.openxmlformats.org/officeDocument/2006/relationships/image" Target="../media/image20.png"/><Relationship Id="rId7" Type="http://schemas.openxmlformats.org/officeDocument/2006/relationships/image" Target="../media/image287.png"/><Relationship Id="rId2" Type="http://schemas.openxmlformats.org/officeDocument/2006/relationships/image" Target="../media/image261.png"/><Relationship Id="rId1" Type="http://schemas.openxmlformats.org/officeDocument/2006/relationships/slideLayout" Target="../slideLayouts/slideLayout5.xml"/><Relationship Id="rId6" Type="http://schemas.openxmlformats.org/officeDocument/2006/relationships/image" Target="../media/image286.png"/><Relationship Id="rId5" Type="http://schemas.openxmlformats.org/officeDocument/2006/relationships/image" Target="../media/image285.png"/><Relationship Id="rId4" Type="http://schemas.openxmlformats.org/officeDocument/2006/relationships/image" Target="../media/image284.png"/></Relationships>
</file>

<file path=ppt/slides/_rels/slide23.xml.rels><?xml version="1.0" encoding="UTF-8" standalone="yes"?>
<Relationships xmlns="http://schemas.openxmlformats.org/package/2006/relationships"><Relationship Id="rId26" Type="http://schemas.openxmlformats.org/officeDocument/2006/relationships/image" Target="../media/image312.png"/><Relationship Id="rId21" Type="http://schemas.openxmlformats.org/officeDocument/2006/relationships/image" Target="../media/image307.png"/><Relationship Id="rId42" Type="http://schemas.openxmlformats.org/officeDocument/2006/relationships/image" Target="../media/image328.png"/><Relationship Id="rId47" Type="http://schemas.openxmlformats.org/officeDocument/2006/relationships/image" Target="../media/image333.png"/><Relationship Id="rId63" Type="http://schemas.openxmlformats.org/officeDocument/2006/relationships/image" Target="../media/image349.png"/><Relationship Id="rId68" Type="http://schemas.openxmlformats.org/officeDocument/2006/relationships/image" Target="../media/image354.png"/><Relationship Id="rId84" Type="http://schemas.openxmlformats.org/officeDocument/2006/relationships/image" Target="../media/image370.png"/><Relationship Id="rId89" Type="http://schemas.openxmlformats.org/officeDocument/2006/relationships/image" Target="../media/image375.png"/><Relationship Id="rId112" Type="http://schemas.openxmlformats.org/officeDocument/2006/relationships/image" Target="../media/image398.png"/><Relationship Id="rId16" Type="http://schemas.openxmlformats.org/officeDocument/2006/relationships/image" Target="../media/image302.png"/><Relationship Id="rId107" Type="http://schemas.openxmlformats.org/officeDocument/2006/relationships/image" Target="../media/image393.png"/><Relationship Id="rId11" Type="http://schemas.openxmlformats.org/officeDocument/2006/relationships/image" Target="../media/image297.png"/><Relationship Id="rId32" Type="http://schemas.openxmlformats.org/officeDocument/2006/relationships/image" Target="../media/image318.png"/><Relationship Id="rId37" Type="http://schemas.openxmlformats.org/officeDocument/2006/relationships/image" Target="../media/image323.png"/><Relationship Id="rId53" Type="http://schemas.openxmlformats.org/officeDocument/2006/relationships/image" Target="../media/image339.png"/><Relationship Id="rId58" Type="http://schemas.openxmlformats.org/officeDocument/2006/relationships/image" Target="../media/image344.png"/><Relationship Id="rId74" Type="http://schemas.openxmlformats.org/officeDocument/2006/relationships/image" Target="../media/image360.png"/><Relationship Id="rId79" Type="http://schemas.openxmlformats.org/officeDocument/2006/relationships/image" Target="../media/image365.png"/><Relationship Id="rId102" Type="http://schemas.openxmlformats.org/officeDocument/2006/relationships/image" Target="../media/image388.png"/><Relationship Id="rId5" Type="http://schemas.openxmlformats.org/officeDocument/2006/relationships/image" Target="../media/image291.png"/><Relationship Id="rId90" Type="http://schemas.openxmlformats.org/officeDocument/2006/relationships/image" Target="../media/image376.png"/><Relationship Id="rId95" Type="http://schemas.openxmlformats.org/officeDocument/2006/relationships/image" Target="../media/image381.png"/><Relationship Id="rId22" Type="http://schemas.openxmlformats.org/officeDocument/2006/relationships/image" Target="../media/image308.png"/><Relationship Id="rId27" Type="http://schemas.openxmlformats.org/officeDocument/2006/relationships/image" Target="../media/image313.png"/><Relationship Id="rId43" Type="http://schemas.openxmlformats.org/officeDocument/2006/relationships/image" Target="../media/image329.png"/><Relationship Id="rId48" Type="http://schemas.openxmlformats.org/officeDocument/2006/relationships/image" Target="../media/image334.png"/><Relationship Id="rId64" Type="http://schemas.openxmlformats.org/officeDocument/2006/relationships/image" Target="../media/image350.png"/><Relationship Id="rId69" Type="http://schemas.openxmlformats.org/officeDocument/2006/relationships/image" Target="../media/image355.png"/><Relationship Id="rId113" Type="http://schemas.openxmlformats.org/officeDocument/2006/relationships/image" Target="../media/image399.png"/><Relationship Id="rId80" Type="http://schemas.openxmlformats.org/officeDocument/2006/relationships/image" Target="../media/image366.png"/><Relationship Id="rId85" Type="http://schemas.openxmlformats.org/officeDocument/2006/relationships/image" Target="../media/image371.png"/><Relationship Id="rId12" Type="http://schemas.openxmlformats.org/officeDocument/2006/relationships/image" Target="../media/image298.png"/><Relationship Id="rId17" Type="http://schemas.openxmlformats.org/officeDocument/2006/relationships/image" Target="../media/image303.png"/><Relationship Id="rId33" Type="http://schemas.openxmlformats.org/officeDocument/2006/relationships/image" Target="../media/image319.png"/><Relationship Id="rId38" Type="http://schemas.openxmlformats.org/officeDocument/2006/relationships/image" Target="../media/image324.png"/><Relationship Id="rId59" Type="http://schemas.openxmlformats.org/officeDocument/2006/relationships/image" Target="../media/image345.png"/><Relationship Id="rId103" Type="http://schemas.openxmlformats.org/officeDocument/2006/relationships/image" Target="../media/image389.png"/><Relationship Id="rId108" Type="http://schemas.openxmlformats.org/officeDocument/2006/relationships/image" Target="../media/image394.png"/><Relationship Id="rId54" Type="http://schemas.openxmlformats.org/officeDocument/2006/relationships/image" Target="../media/image340.png"/><Relationship Id="rId70" Type="http://schemas.openxmlformats.org/officeDocument/2006/relationships/image" Target="../media/image356.png"/><Relationship Id="rId75" Type="http://schemas.openxmlformats.org/officeDocument/2006/relationships/image" Target="../media/image361.png"/><Relationship Id="rId91" Type="http://schemas.openxmlformats.org/officeDocument/2006/relationships/image" Target="../media/image377.png"/><Relationship Id="rId96" Type="http://schemas.openxmlformats.org/officeDocument/2006/relationships/image" Target="../media/image382.png"/><Relationship Id="rId1" Type="http://schemas.openxmlformats.org/officeDocument/2006/relationships/slideLayout" Target="../slideLayouts/slideLayout5.xml"/><Relationship Id="rId6" Type="http://schemas.openxmlformats.org/officeDocument/2006/relationships/image" Target="../media/image292.png"/><Relationship Id="rId15" Type="http://schemas.openxmlformats.org/officeDocument/2006/relationships/image" Target="../media/image301.png"/><Relationship Id="rId23" Type="http://schemas.openxmlformats.org/officeDocument/2006/relationships/image" Target="../media/image309.png"/><Relationship Id="rId28" Type="http://schemas.openxmlformats.org/officeDocument/2006/relationships/image" Target="../media/image314.png"/><Relationship Id="rId36" Type="http://schemas.openxmlformats.org/officeDocument/2006/relationships/image" Target="../media/image322.png"/><Relationship Id="rId49" Type="http://schemas.openxmlformats.org/officeDocument/2006/relationships/image" Target="../media/image335.png"/><Relationship Id="rId57" Type="http://schemas.openxmlformats.org/officeDocument/2006/relationships/image" Target="../media/image343.png"/><Relationship Id="rId106" Type="http://schemas.openxmlformats.org/officeDocument/2006/relationships/image" Target="../media/image392.png"/><Relationship Id="rId114" Type="http://schemas.openxmlformats.org/officeDocument/2006/relationships/image" Target="../media/image400.png"/><Relationship Id="rId10" Type="http://schemas.openxmlformats.org/officeDocument/2006/relationships/image" Target="../media/image296.png"/><Relationship Id="rId31" Type="http://schemas.openxmlformats.org/officeDocument/2006/relationships/image" Target="../media/image317.png"/><Relationship Id="rId44" Type="http://schemas.openxmlformats.org/officeDocument/2006/relationships/image" Target="../media/image330.png"/><Relationship Id="rId52" Type="http://schemas.openxmlformats.org/officeDocument/2006/relationships/image" Target="../media/image338.png"/><Relationship Id="rId60" Type="http://schemas.openxmlformats.org/officeDocument/2006/relationships/image" Target="../media/image346.png"/><Relationship Id="rId65" Type="http://schemas.openxmlformats.org/officeDocument/2006/relationships/image" Target="../media/image351.png"/><Relationship Id="rId73" Type="http://schemas.openxmlformats.org/officeDocument/2006/relationships/image" Target="../media/image359.png"/><Relationship Id="rId78" Type="http://schemas.openxmlformats.org/officeDocument/2006/relationships/image" Target="../media/image364.png"/><Relationship Id="rId81" Type="http://schemas.openxmlformats.org/officeDocument/2006/relationships/image" Target="../media/image367.png"/><Relationship Id="rId86" Type="http://schemas.openxmlformats.org/officeDocument/2006/relationships/image" Target="../media/image372.png"/><Relationship Id="rId94" Type="http://schemas.openxmlformats.org/officeDocument/2006/relationships/image" Target="../media/image380.png"/><Relationship Id="rId99" Type="http://schemas.openxmlformats.org/officeDocument/2006/relationships/image" Target="../media/image385.png"/><Relationship Id="rId101" Type="http://schemas.openxmlformats.org/officeDocument/2006/relationships/image" Target="../media/image387.png"/><Relationship Id="rId4" Type="http://schemas.openxmlformats.org/officeDocument/2006/relationships/image" Target="../media/image290.png"/><Relationship Id="rId9" Type="http://schemas.openxmlformats.org/officeDocument/2006/relationships/image" Target="../media/image295.png"/><Relationship Id="rId13" Type="http://schemas.openxmlformats.org/officeDocument/2006/relationships/image" Target="../media/image299.png"/><Relationship Id="rId18" Type="http://schemas.openxmlformats.org/officeDocument/2006/relationships/image" Target="../media/image304.png"/><Relationship Id="rId39" Type="http://schemas.openxmlformats.org/officeDocument/2006/relationships/image" Target="../media/image325.png"/><Relationship Id="rId109" Type="http://schemas.openxmlformats.org/officeDocument/2006/relationships/image" Target="../media/image395.png"/><Relationship Id="rId34" Type="http://schemas.openxmlformats.org/officeDocument/2006/relationships/image" Target="../media/image320.png"/><Relationship Id="rId50" Type="http://schemas.openxmlformats.org/officeDocument/2006/relationships/image" Target="../media/image336.png"/><Relationship Id="rId55" Type="http://schemas.openxmlformats.org/officeDocument/2006/relationships/image" Target="../media/image341.png"/><Relationship Id="rId76" Type="http://schemas.openxmlformats.org/officeDocument/2006/relationships/image" Target="../media/image362.png"/><Relationship Id="rId97" Type="http://schemas.openxmlformats.org/officeDocument/2006/relationships/image" Target="../media/image383.png"/><Relationship Id="rId104" Type="http://schemas.openxmlformats.org/officeDocument/2006/relationships/image" Target="../media/image390.png"/><Relationship Id="rId7" Type="http://schemas.openxmlformats.org/officeDocument/2006/relationships/image" Target="../media/image293.png"/><Relationship Id="rId71" Type="http://schemas.openxmlformats.org/officeDocument/2006/relationships/image" Target="../media/image357.png"/><Relationship Id="rId92" Type="http://schemas.openxmlformats.org/officeDocument/2006/relationships/image" Target="../media/image378.png"/><Relationship Id="rId2" Type="http://schemas.openxmlformats.org/officeDocument/2006/relationships/image" Target="../media/image288.png"/><Relationship Id="rId29" Type="http://schemas.openxmlformats.org/officeDocument/2006/relationships/image" Target="../media/image315.png"/><Relationship Id="rId24" Type="http://schemas.openxmlformats.org/officeDocument/2006/relationships/image" Target="../media/image310.png"/><Relationship Id="rId40" Type="http://schemas.openxmlformats.org/officeDocument/2006/relationships/image" Target="../media/image326.png"/><Relationship Id="rId45" Type="http://schemas.openxmlformats.org/officeDocument/2006/relationships/image" Target="../media/image331.png"/><Relationship Id="rId66" Type="http://schemas.openxmlformats.org/officeDocument/2006/relationships/image" Target="../media/image352.png"/><Relationship Id="rId87" Type="http://schemas.openxmlformats.org/officeDocument/2006/relationships/image" Target="../media/image373.png"/><Relationship Id="rId110" Type="http://schemas.openxmlformats.org/officeDocument/2006/relationships/image" Target="../media/image396.png"/><Relationship Id="rId115" Type="http://schemas.openxmlformats.org/officeDocument/2006/relationships/image" Target="../media/image401.png"/><Relationship Id="rId61" Type="http://schemas.openxmlformats.org/officeDocument/2006/relationships/image" Target="../media/image347.png"/><Relationship Id="rId82" Type="http://schemas.openxmlformats.org/officeDocument/2006/relationships/image" Target="../media/image368.png"/><Relationship Id="rId19" Type="http://schemas.openxmlformats.org/officeDocument/2006/relationships/image" Target="../media/image305.png"/><Relationship Id="rId14" Type="http://schemas.openxmlformats.org/officeDocument/2006/relationships/image" Target="../media/image300.png"/><Relationship Id="rId30" Type="http://schemas.openxmlformats.org/officeDocument/2006/relationships/image" Target="../media/image316.png"/><Relationship Id="rId35" Type="http://schemas.openxmlformats.org/officeDocument/2006/relationships/image" Target="../media/image321.png"/><Relationship Id="rId56" Type="http://schemas.openxmlformats.org/officeDocument/2006/relationships/image" Target="../media/image342.png"/><Relationship Id="rId77" Type="http://schemas.openxmlformats.org/officeDocument/2006/relationships/image" Target="../media/image363.png"/><Relationship Id="rId100" Type="http://schemas.openxmlformats.org/officeDocument/2006/relationships/image" Target="../media/image386.png"/><Relationship Id="rId105" Type="http://schemas.openxmlformats.org/officeDocument/2006/relationships/image" Target="../media/image391.png"/><Relationship Id="rId8" Type="http://schemas.openxmlformats.org/officeDocument/2006/relationships/image" Target="../media/image294.png"/><Relationship Id="rId51" Type="http://schemas.openxmlformats.org/officeDocument/2006/relationships/image" Target="../media/image337.png"/><Relationship Id="rId72" Type="http://schemas.openxmlformats.org/officeDocument/2006/relationships/image" Target="../media/image358.png"/><Relationship Id="rId93" Type="http://schemas.openxmlformats.org/officeDocument/2006/relationships/image" Target="../media/image379.png"/><Relationship Id="rId98" Type="http://schemas.openxmlformats.org/officeDocument/2006/relationships/image" Target="../media/image384.png"/><Relationship Id="rId3" Type="http://schemas.openxmlformats.org/officeDocument/2006/relationships/image" Target="../media/image289.png"/><Relationship Id="rId25" Type="http://schemas.openxmlformats.org/officeDocument/2006/relationships/image" Target="../media/image311.png"/><Relationship Id="rId46" Type="http://schemas.openxmlformats.org/officeDocument/2006/relationships/image" Target="../media/image332.png"/><Relationship Id="rId67" Type="http://schemas.openxmlformats.org/officeDocument/2006/relationships/image" Target="../media/image353.png"/><Relationship Id="rId116" Type="http://schemas.openxmlformats.org/officeDocument/2006/relationships/image" Target="../media/image402.png"/><Relationship Id="rId20" Type="http://schemas.openxmlformats.org/officeDocument/2006/relationships/image" Target="../media/image306.png"/><Relationship Id="rId41" Type="http://schemas.openxmlformats.org/officeDocument/2006/relationships/image" Target="../media/image327.png"/><Relationship Id="rId62" Type="http://schemas.openxmlformats.org/officeDocument/2006/relationships/image" Target="../media/image348.png"/><Relationship Id="rId83" Type="http://schemas.openxmlformats.org/officeDocument/2006/relationships/image" Target="../media/image369.png"/><Relationship Id="rId88" Type="http://schemas.openxmlformats.org/officeDocument/2006/relationships/image" Target="../media/image374.png"/><Relationship Id="rId111" Type="http://schemas.openxmlformats.org/officeDocument/2006/relationships/image" Target="../media/image397.png"/></Relationships>
</file>

<file path=ppt/slides/_rels/slide24.xml.rels><?xml version="1.0" encoding="UTF-8" standalone="yes"?>
<Relationships xmlns="http://schemas.openxmlformats.org/package/2006/relationships"><Relationship Id="rId3" Type="http://schemas.openxmlformats.org/officeDocument/2006/relationships/image" Target="../media/image41.png"/><Relationship Id="rId2" Type="http://schemas.openxmlformats.org/officeDocument/2006/relationships/image" Target="../media/image261.png"/><Relationship Id="rId1" Type="http://schemas.openxmlformats.org/officeDocument/2006/relationships/slideLayout" Target="../slideLayouts/slideLayout5.xml"/></Relationships>
</file>

<file path=ppt/slides/_rels/slide25.xml.rels><?xml version="1.0" encoding="UTF-8" standalone="yes"?>
<Relationships xmlns="http://schemas.openxmlformats.org/package/2006/relationships"><Relationship Id="rId2" Type="http://schemas.openxmlformats.org/officeDocument/2006/relationships/image" Target="../media/image403.png"/><Relationship Id="rId1" Type="http://schemas.openxmlformats.org/officeDocument/2006/relationships/slideLayout" Target="../slideLayouts/slideLayout5.xml"/></Relationships>
</file>

<file path=ppt/slides/_rels/slide26.xml.rels><?xml version="1.0" encoding="UTF-8" standalone="yes"?>
<Relationships xmlns="http://schemas.openxmlformats.org/package/2006/relationships"><Relationship Id="rId3" Type="http://schemas.openxmlformats.org/officeDocument/2006/relationships/image" Target="../media/image405.png"/><Relationship Id="rId2" Type="http://schemas.openxmlformats.org/officeDocument/2006/relationships/image" Target="../media/image404.png"/><Relationship Id="rId1" Type="http://schemas.openxmlformats.org/officeDocument/2006/relationships/slideLayout" Target="../slideLayouts/slideLayout5.xml"/><Relationship Id="rId6" Type="http://schemas.openxmlformats.org/officeDocument/2006/relationships/image" Target="../media/image57.png"/><Relationship Id="rId5" Type="http://schemas.openxmlformats.org/officeDocument/2006/relationships/image" Target="../media/image261.png"/><Relationship Id="rId4" Type="http://schemas.openxmlformats.org/officeDocument/2006/relationships/image" Target="../media/image406.png"/></Relationships>
</file>

<file path=ppt/slides/_rels/slide27.xml.rels><?xml version="1.0" encoding="UTF-8" standalone="yes"?>
<Relationships xmlns="http://schemas.openxmlformats.org/package/2006/relationships"><Relationship Id="rId8" Type="http://schemas.openxmlformats.org/officeDocument/2006/relationships/image" Target="../media/image413.png"/><Relationship Id="rId13" Type="http://schemas.openxmlformats.org/officeDocument/2006/relationships/image" Target="../media/image418.png"/><Relationship Id="rId3" Type="http://schemas.openxmlformats.org/officeDocument/2006/relationships/image" Target="../media/image408.png"/><Relationship Id="rId7" Type="http://schemas.openxmlformats.org/officeDocument/2006/relationships/image" Target="../media/image412.png"/><Relationship Id="rId12" Type="http://schemas.openxmlformats.org/officeDocument/2006/relationships/image" Target="../media/image417.png"/><Relationship Id="rId2" Type="http://schemas.openxmlformats.org/officeDocument/2006/relationships/image" Target="../media/image407.png"/><Relationship Id="rId1" Type="http://schemas.openxmlformats.org/officeDocument/2006/relationships/slideLayout" Target="../slideLayouts/slideLayout5.xml"/><Relationship Id="rId6" Type="http://schemas.openxmlformats.org/officeDocument/2006/relationships/image" Target="../media/image411.png"/><Relationship Id="rId11" Type="http://schemas.openxmlformats.org/officeDocument/2006/relationships/image" Target="../media/image416.png"/><Relationship Id="rId5" Type="http://schemas.openxmlformats.org/officeDocument/2006/relationships/image" Target="../media/image410.png"/><Relationship Id="rId10" Type="http://schemas.openxmlformats.org/officeDocument/2006/relationships/image" Target="../media/image415.png"/><Relationship Id="rId4" Type="http://schemas.openxmlformats.org/officeDocument/2006/relationships/image" Target="../media/image409.png"/><Relationship Id="rId9" Type="http://schemas.openxmlformats.org/officeDocument/2006/relationships/image" Target="../media/image414.png"/><Relationship Id="rId14" Type="http://schemas.openxmlformats.org/officeDocument/2006/relationships/image" Target="../media/image419.png"/></Relationships>
</file>

<file path=ppt/slides/_rels/slide28.xml.rels><?xml version="1.0" encoding="UTF-8" standalone="yes"?>
<Relationships xmlns="http://schemas.openxmlformats.org/package/2006/relationships"><Relationship Id="rId8" Type="http://schemas.openxmlformats.org/officeDocument/2006/relationships/image" Target="../media/image425.png"/><Relationship Id="rId3" Type="http://schemas.openxmlformats.org/officeDocument/2006/relationships/image" Target="../media/image421.png"/><Relationship Id="rId7" Type="http://schemas.openxmlformats.org/officeDocument/2006/relationships/image" Target="../media/image424.png"/><Relationship Id="rId2" Type="http://schemas.openxmlformats.org/officeDocument/2006/relationships/image" Target="../media/image420.png"/><Relationship Id="rId1" Type="http://schemas.openxmlformats.org/officeDocument/2006/relationships/slideLayout" Target="../slideLayouts/slideLayout5.xml"/><Relationship Id="rId6" Type="http://schemas.openxmlformats.org/officeDocument/2006/relationships/image" Target="../media/image423.png"/><Relationship Id="rId5" Type="http://schemas.openxmlformats.org/officeDocument/2006/relationships/image" Target="../media/image51.png"/><Relationship Id="rId4" Type="http://schemas.openxmlformats.org/officeDocument/2006/relationships/image" Target="../media/image422.png"/></Relationships>
</file>

<file path=ppt/slides/_rels/slide29.xml.rels><?xml version="1.0" encoding="UTF-8" standalone="yes"?>
<Relationships xmlns="http://schemas.openxmlformats.org/package/2006/relationships"><Relationship Id="rId3" Type="http://schemas.openxmlformats.org/officeDocument/2006/relationships/image" Target="../media/image426.png"/><Relationship Id="rId7" Type="http://schemas.openxmlformats.org/officeDocument/2006/relationships/image" Target="../media/image105.png"/><Relationship Id="rId2" Type="http://schemas.openxmlformats.org/officeDocument/2006/relationships/image" Target="../media/image36.png"/><Relationship Id="rId1" Type="http://schemas.openxmlformats.org/officeDocument/2006/relationships/slideLayout" Target="../slideLayouts/slideLayout5.xml"/><Relationship Id="rId6" Type="http://schemas.openxmlformats.org/officeDocument/2006/relationships/image" Target="../media/image429.png"/><Relationship Id="rId5" Type="http://schemas.openxmlformats.org/officeDocument/2006/relationships/image" Target="../media/image428.png"/><Relationship Id="rId4" Type="http://schemas.openxmlformats.org/officeDocument/2006/relationships/image" Target="../media/image427.png"/></Relationships>
</file>

<file path=ppt/slides/_rels/slide30.xml.rels><?xml version="1.0" encoding="UTF-8" standalone="yes"?>
<Relationships xmlns="http://schemas.openxmlformats.org/package/2006/relationships"><Relationship Id="rId8" Type="http://schemas.openxmlformats.org/officeDocument/2006/relationships/image" Target="../media/image436.png"/><Relationship Id="rId13" Type="http://schemas.openxmlformats.org/officeDocument/2006/relationships/image" Target="../media/image441.png"/><Relationship Id="rId18" Type="http://schemas.openxmlformats.org/officeDocument/2006/relationships/image" Target="../media/image446.png"/><Relationship Id="rId3" Type="http://schemas.openxmlformats.org/officeDocument/2006/relationships/image" Target="../media/image431.png"/><Relationship Id="rId7" Type="http://schemas.openxmlformats.org/officeDocument/2006/relationships/image" Target="../media/image435.png"/><Relationship Id="rId12" Type="http://schemas.openxmlformats.org/officeDocument/2006/relationships/image" Target="../media/image440.png"/><Relationship Id="rId17" Type="http://schemas.openxmlformats.org/officeDocument/2006/relationships/image" Target="../media/image445.png"/><Relationship Id="rId2" Type="http://schemas.openxmlformats.org/officeDocument/2006/relationships/image" Target="../media/image430.png"/><Relationship Id="rId16" Type="http://schemas.openxmlformats.org/officeDocument/2006/relationships/image" Target="../media/image444.png"/><Relationship Id="rId20" Type="http://schemas.openxmlformats.org/officeDocument/2006/relationships/image" Target="../media/image116.png"/><Relationship Id="rId1" Type="http://schemas.openxmlformats.org/officeDocument/2006/relationships/slideLayout" Target="../slideLayouts/slideLayout5.xml"/><Relationship Id="rId6" Type="http://schemas.openxmlformats.org/officeDocument/2006/relationships/image" Target="../media/image434.png"/><Relationship Id="rId11" Type="http://schemas.openxmlformats.org/officeDocument/2006/relationships/image" Target="../media/image439.png"/><Relationship Id="rId5" Type="http://schemas.openxmlformats.org/officeDocument/2006/relationships/image" Target="../media/image433.png"/><Relationship Id="rId15" Type="http://schemas.openxmlformats.org/officeDocument/2006/relationships/image" Target="../media/image443.png"/><Relationship Id="rId10" Type="http://schemas.openxmlformats.org/officeDocument/2006/relationships/image" Target="../media/image438.png"/><Relationship Id="rId19" Type="http://schemas.openxmlformats.org/officeDocument/2006/relationships/image" Target="../media/image429.png"/><Relationship Id="rId4" Type="http://schemas.openxmlformats.org/officeDocument/2006/relationships/image" Target="../media/image432.png"/><Relationship Id="rId9" Type="http://schemas.openxmlformats.org/officeDocument/2006/relationships/image" Target="../media/image437.png"/><Relationship Id="rId14" Type="http://schemas.openxmlformats.org/officeDocument/2006/relationships/image" Target="../media/image442.png"/></Relationships>
</file>

<file path=ppt/slides/_rels/slide31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image" Target="../media/image429.png"/><Relationship Id="rId1" Type="http://schemas.openxmlformats.org/officeDocument/2006/relationships/slideLayout" Target="../slideLayouts/slideLayout5.xml"/><Relationship Id="rId4" Type="http://schemas.openxmlformats.org/officeDocument/2006/relationships/image" Target="../media/image447.png"/></Relationships>
</file>

<file path=ppt/slides/_rels/slide32.xml.rels><?xml version="1.0" encoding="UTF-8" standalone="yes"?>
<Relationships xmlns="http://schemas.openxmlformats.org/package/2006/relationships"><Relationship Id="rId3" Type="http://schemas.openxmlformats.org/officeDocument/2006/relationships/image" Target="../media/image20.png"/><Relationship Id="rId2" Type="http://schemas.openxmlformats.org/officeDocument/2006/relationships/image" Target="../media/image429.png"/><Relationship Id="rId1" Type="http://schemas.openxmlformats.org/officeDocument/2006/relationships/slideLayout" Target="../slideLayouts/slideLayout5.xml"/><Relationship Id="rId6" Type="http://schemas.openxmlformats.org/officeDocument/2006/relationships/image" Target="../media/image450.png"/><Relationship Id="rId5" Type="http://schemas.openxmlformats.org/officeDocument/2006/relationships/image" Target="../media/image449.png"/><Relationship Id="rId4" Type="http://schemas.openxmlformats.org/officeDocument/2006/relationships/image" Target="../media/image448.png"/></Relationships>
</file>

<file path=ppt/slides/_rels/slide33.xml.rels><?xml version="1.0" encoding="UTF-8" standalone="yes"?>
<Relationships xmlns="http://schemas.openxmlformats.org/package/2006/relationships"><Relationship Id="rId13" Type="http://schemas.openxmlformats.org/officeDocument/2006/relationships/image" Target="../media/image462.png"/><Relationship Id="rId18" Type="http://schemas.openxmlformats.org/officeDocument/2006/relationships/image" Target="../media/image467.png"/><Relationship Id="rId26" Type="http://schemas.openxmlformats.org/officeDocument/2006/relationships/image" Target="../media/image475.png"/><Relationship Id="rId21" Type="http://schemas.openxmlformats.org/officeDocument/2006/relationships/image" Target="../media/image470.png"/><Relationship Id="rId34" Type="http://schemas.openxmlformats.org/officeDocument/2006/relationships/image" Target="../media/image483.png"/><Relationship Id="rId7" Type="http://schemas.openxmlformats.org/officeDocument/2006/relationships/image" Target="../media/image456.png"/><Relationship Id="rId12" Type="http://schemas.openxmlformats.org/officeDocument/2006/relationships/image" Target="../media/image461.png"/><Relationship Id="rId17" Type="http://schemas.openxmlformats.org/officeDocument/2006/relationships/image" Target="../media/image466.png"/><Relationship Id="rId25" Type="http://schemas.openxmlformats.org/officeDocument/2006/relationships/image" Target="../media/image474.png"/><Relationship Id="rId33" Type="http://schemas.openxmlformats.org/officeDocument/2006/relationships/image" Target="../media/image482.png"/><Relationship Id="rId38" Type="http://schemas.openxmlformats.org/officeDocument/2006/relationships/image" Target="../media/image487.png"/><Relationship Id="rId2" Type="http://schemas.openxmlformats.org/officeDocument/2006/relationships/image" Target="../media/image451.png"/><Relationship Id="rId16" Type="http://schemas.openxmlformats.org/officeDocument/2006/relationships/image" Target="../media/image465.png"/><Relationship Id="rId20" Type="http://schemas.openxmlformats.org/officeDocument/2006/relationships/image" Target="../media/image469.png"/><Relationship Id="rId29" Type="http://schemas.openxmlformats.org/officeDocument/2006/relationships/image" Target="../media/image478.png"/><Relationship Id="rId1" Type="http://schemas.openxmlformats.org/officeDocument/2006/relationships/slideLayout" Target="../slideLayouts/slideLayout5.xml"/><Relationship Id="rId6" Type="http://schemas.openxmlformats.org/officeDocument/2006/relationships/image" Target="../media/image455.png"/><Relationship Id="rId11" Type="http://schemas.openxmlformats.org/officeDocument/2006/relationships/image" Target="../media/image460.png"/><Relationship Id="rId24" Type="http://schemas.openxmlformats.org/officeDocument/2006/relationships/image" Target="../media/image473.png"/><Relationship Id="rId32" Type="http://schemas.openxmlformats.org/officeDocument/2006/relationships/image" Target="../media/image481.png"/><Relationship Id="rId37" Type="http://schemas.openxmlformats.org/officeDocument/2006/relationships/image" Target="../media/image486.png"/><Relationship Id="rId5" Type="http://schemas.openxmlformats.org/officeDocument/2006/relationships/image" Target="../media/image454.png"/><Relationship Id="rId15" Type="http://schemas.openxmlformats.org/officeDocument/2006/relationships/image" Target="../media/image464.png"/><Relationship Id="rId23" Type="http://schemas.openxmlformats.org/officeDocument/2006/relationships/image" Target="../media/image472.png"/><Relationship Id="rId28" Type="http://schemas.openxmlformats.org/officeDocument/2006/relationships/image" Target="../media/image477.png"/><Relationship Id="rId36" Type="http://schemas.openxmlformats.org/officeDocument/2006/relationships/image" Target="../media/image485.png"/><Relationship Id="rId10" Type="http://schemas.openxmlformats.org/officeDocument/2006/relationships/image" Target="../media/image459.png"/><Relationship Id="rId19" Type="http://schemas.openxmlformats.org/officeDocument/2006/relationships/image" Target="../media/image468.png"/><Relationship Id="rId31" Type="http://schemas.openxmlformats.org/officeDocument/2006/relationships/image" Target="../media/image480.png"/><Relationship Id="rId4" Type="http://schemas.openxmlformats.org/officeDocument/2006/relationships/image" Target="../media/image453.png"/><Relationship Id="rId9" Type="http://schemas.openxmlformats.org/officeDocument/2006/relationships/image" Target="../media/image458.png"/><Relationship Id="rId14" Type="http://schemas.openxmlformats.org/officeDocument/2006/relationships/image" Target="../media/image463.png"/><Relationship Id="rId22" Type="http://schemas.openxmlformats.org/officeDocument/2006/relationships/image" Target="../media/image471.png"/><Relationship Id="rId27" Type="http://schemas.openxmlformats.org/officeDocument/2006/relationships/image" Target="../media/image476.png"/><Relationship Id="rId30" Type="http://schemas.openxmlformats.org/officeDocument/2006/relationships/image" Target="../media/image479.png"/><Relationship Id="rId35" Type="http://schemas.openxmlformats.org/officeDocument/2006/relationships/image" Target="../media/image484.png"/><Relationship Id="rId8" Type="http://schemas.openxmlformats.org/officeDocument/2006/relationships/image" Target="../media/image457.png"/><Relationship Id="rId3" Type="http://schemas.openxmlformats.org/officeDocument/2006/relationships/image" Target="../media/image452.png"/></Relationships>
</file>

<file path=ppt/slides/_rels/slide34.xml.rels><?xml version="1.0" encoding="UTF-8" standalone="yes"?>
<Relationships xmlns="http://schemas.openxmlformats.org/package/2006/relationships"><Relationship Id="rId3" Type="http://schemas.openxmlformats.org/officeDocument/2006/relationships/image" Target="../media/image41.png"/><Relationship Id="rId2" Type="http://schemas.openxmlformats.org/officeDocument/2006/relationships/image" Target="../media/image429.png"/><Relationship Id="rId1" Type="http://schemas.openxmlformats.org/officeDocument/2006/relationships/slideLayout" Target="../slideLayouts/slideLayout5.xml"/><Relationship Id="rId5" Type="http://schemas.openxmlformats.org/officeDocument/2006/relationships/image" Target="../media/image489.png"/><Relationship Id="rId4" Type="http://schemas.openxmlformats.org/officeDocument/2006/relationships/image" Target="../media/image488.png"/></Relationships>
</file>

<file path=ppt/slides/_rels/slide35.xml.rels><?xml version="1.0" encoding="UTF-8" standalone="yes"?>
<Relationships xmlns="http://schemas.openxmlformats.org/package/2006/relationships"><Relationship Id="rId8" Type="http://schemas.openxmlformats.org/officeDocument/2006/relationships/image" Target="../media/image494.png"/><Relationship Id="rId3" Type="http://schemas.openxmlformats.org/officeDocument/2006/relationships/image" Target="../media/image54.png"/><Relationship Id="rId7" Type="http://schemas.openxmlformats.org/officeDocument/2006/relationships/image" Target="../media/image493.png"/><Relationship Id="rId2" Type="http://schemas.openxmlformats.org/officeDocument/2006/relationships/image" Target="../media/image429.png"/><Relationship Id="rId1" Type="http://schemas.openxmlformats.org/officeDocument/2006/relationships/slideLayout" Target="../slideLayouts/slideLayout5.xml"/><Relationship Id="rId6" Type="http://schemas.openxmlformats.org/officeDocument/2006/relationships/image" Target="../media/image492.png"/><Relationship Id="rId5" Type="http://schemas.openxmlformats.org/officeDocument/2006/relationships/image" Target="../media/image491.png"/><Relationship Id="rId4" Type="http://schemas.openxmlformats.org/officeDocument/2006/relationships/image" Target="../media/image490.png"/></Relationships>
</file>

<file path=ppt/slides/_rels/slide36.xml.rels><?xml version="1.0" encoding="UTF-8" standalone="yes"?>
<Relationships xmlns="http://schemas.openxmlformats.org/package/2006/relationships"><Relationship Id="rId8" Type="http://schemas.openxmlformats.org/officeDocument/2006/relationships/image" Target="../media/image499.png"/><Relationship Id="rId13" Type="http://schemas.openxmlformats.org/officeDocument/2006/relationships/image" Target="../media/image504.png"/><Relationship Id="rId3" Type="http://schemas.openxmlformats.org/officeDocument/2006/relationships/image" Target="../media/image57.png"/><Relationship Id="rId7" Type="http://schemas.openxmlformats.org/officeDocument/2006/relationships/image" Target="../media/image498.png"/><Relationship Id="rId12" Type="http://schemas.openxmlformats.org/officeDocument/2006/relationships/image" Target="../media/image503.png"/><Relationship Id="rId2" Type="http://schemas.openxmlformats.org/officeDocument/2006/relationships/image" Target="../media/image429.png"/><Relationship Id="rId1" Type="http://schemas.openxmlformats.org/officeDocument/2006/relationships/slideLayout" Target="../slideLayouts/slideLayout5.xml"/><Relationship Id="rId6" Type="http://schemas.openxmlformats.org/officeDocument/2006/relationships/image" Target="../media/image497.png"/><Relationship Id="rId11" Type="http://schemas.openxmlformats.org/officeDocument/2006/relationships/image" Target="../media/image502.png"/><Relationship Id="rId5" Type="http://schemas.openxmlformats.org/officeDocument/2006/relationships/image" Target="../media/image496.png"/><Relationship Id="rId15" Type="http://schemas.openxmlformats.org/officeDocument/2006/relationships/image" Target="../media/image506.png"/><Relationship Id="rId10" Type="http://schemas.openxmlformats.org/officeDocument/2006/relationships/image" Target="../media/image501.png"/><Relationship Id="rId4" Type="http://schemas.openxmlformats.org/officeDocument/2006/relationships/image" Target="../media/image495.png"/><Relationship Id="rId9" Type="http://schemas.openxmlformats.org/officeDocument/2006/relationships/image" Target="../media/image500.png"/><Relationship Id="rId14" Type="http://schemas.openxmlformats.org/officeDocument/2006/relationships/image" Target="../media/image505.png"/></Relationships>
</file>

<file path=ppt/slides/_rels/slide37.xml.rels><?xml version="1.0" encoding="UTF-8" standalone="yes"?>
<Relationships xmlns="http://schemas.openxmlformats.org/package/2006/relationships"><Relationship Id="rId3" Type="http://schemas.openxmlformats.org/officeDocument/2006/relationships/image" Target="../media/image508.png"/><Relationship Id="rId2" Type="http://schemas.openxmlformats.org/officeDocument/2006/relationships/image" Target="../media/image507.png"/><Relationship Id="rId1" Type="http://schemas.openxmlformats.org/officeDocument/2006/relationships/slideLayout" Target="../slideLayouts/slideLayout5.xml"/><Relationship Id="rId5" Type="http://schemas.openxmlformats.org/officeDocument/2006/relationships/image" Target="../media/image510.png"/><Relationship Id="rId4" Type="http://schemas.openxmlformats.org/officeDocument/2006/relationships/image" Target="../media/image509.png"/></Relationships>
</file>

<file path=ppt/slides/_rels/slide38.xml.rels><?xml version="1.0" encoding="UTF-8" standalone="yes"?>
<Relationships xmlns="http://schemas.openxmlformats.org/package/2006/relationships"><Relationship Id="rId3" Type="http://schemas.openxmlformats.org/officeDocument/2006/relationships/image" Target="../media/image512.png"/><Relationship Id="rId7" Type="http://schemas.openxmlformats.org/officeDocument/2006/relationships/image" Target="../media/image516.png"/><Relationship Id="rId2" Type="http://schemas.openxmlformats.org/officeDocument/2006/relationships/image" Target="../media/image511.png"/><Relationship Id="rId1" Type="http://schemas.openxmlformats.org/officeDocument/2006/relationships/slideLayout" Target="../slideLayouts/slideLayout5.xml"/><Relationship Id="rId6" Type="http://schemas.openxmlformats.org/officeDocument/2006/relationships/image" Target="../media/image515.png"/><Relationship Id="rId5" Type="http://schemas.openxmlformats.org/officeDocument/2006/relationships/image" Target="../media/image514.png"/><Relationship Id="rId4" Type="http://schemas.openxmlformats.org/officeDocument/2006/relationships/image" Target="../media/image513.png"/></Relationships>
</file>

<file path=ppt/slides/_rels/slide39.xml.rels><?xml version="1.0" encoding="UTF-8" standalone="yes"?>
<Relationships xmlns="http://schemas.openxmlformats.org/package/2006/relationships"><Relationship Id="rId8" Type="http://schemas.openxmlformats.org/officeDocument/2006/relationships/image" Target="../media/image523.png"/><Relationship Id="rId13" Type="http://schemas.openxmlformats.org/officeDocument/2006/relationships/image" Target="../media/image528.png"/><Relationship Id="rId3" Type="http://schemas.openxmlformats.org/officeDocument/2006/relationships/image" Target="../media/image518.png"/><Relationship Id="rId7" Type="http://schemas.openxmlformats.org/officeDocument/2006/relationships/image" Target="../media/image522.png"/><Relationship Id="rId12" Type="http://schemas.openxmlformats.org/officeDocument/2006/relationships/image" Target="../media/image527.png"/><Relationship Id="rId17" Type="http://schemas.openxmlformats.org/officeDocument/2006/relationships/image" Target="../media/image532.png"/><Relationship Id="rId2" Type="http://schemas.openxmlformats.org/officeDocument/2006/relationships/image" Target="../media/image517.png"/><Relationship Id="rId16" Type="http://schemas.openxmlformats.org/officeDocument/2006/relationships/image" Target="../media/image531.png"/><Relationship Id="rId1" Type="http://schemas.openxmlformats.org/officeDocument/2006/relationships/slideLayout" Target="../slideLayouts/slideLayout5.xml"/><Relationship Id="rId6" Type="http://schemas.openxmlformats.org/officeDocument/2006/relationships/image" Target="../media/image521.png"/><Relationship Id="rId11" Type="http://schemas.openxmlformats.org/officeDocument/2006/relationships/image" Target="../media/image526.png"/><Relationship Id="rId5" Type="http://schemas.openxmlformats.org/officeDocument/2006/relationships/image" Target="../media/image520.png"/><Relationship Id="rId15" Type="http://schemas.openxmlformats.org/officeDocument/2006/relationships/image" Target="../media/image530.png"/><Relationship Id="rId10" Type="http://schemas.openxmlformats.org/officeDocument/2006/relationships/image" Target="../media/image525.png"/><Relationship Id="rId4" Type="http://schemas.openxmlformats.org/officeDocument/2006/relationships/image" Target="../media/image519.png"/><Relationship Id="rId9" Type="http://schemas.openxmlformats.org/officeDocument/2006/relationships/image" Target="../media/image524.png"/><Relationship Id="rId14" Type="http://schemas.openxmlformats.org/officeDocument/2006/relationships/image" Target="../media/image529.png"/></Relationships>
</file>

<file path=ppt/slides/_rels/slide40.xml.rels><?xml version="1.0" encoding="UTF-8" standalone="yes"?>
<Relationships xmlns="http://schemas.openxmlformats.org/package/2006/relationships"><Relationship Id="rId8" Type="http://schemas.openxmlformats.org/officeDocument/2006/relationships/image" Target="../media/image26.png"/><Relationship Id="rId3" Type="http://schemas.openxmlformats.org/officeDocument/2006/relationships/image" Target="../media/image116.png"/><Relationship Id="rId7" Type="http://schemas.openxmlformats.org/officeDocument/2006/relationships/image" Target="../media/image537.png"/><Relationship Id="rId2" Type="http://schemas.openxmlformats.org/officeDocument/2006/relationships/image" Target="../media/image533.png"/><Relationship Id="rId1" Type="http://schemas.openxmlformats.org/officeDocument/2006/relationships/slideLayout" Target="../slideLayouts/slideLayout5.xml"/><Relationship Id="rId6" Type="http://schemas.openxmlformats.org/officeDocument/2006/relationships/image" Target="../media/image536.png"/><Relationship Id="rId5" Type="http://schemas.openxmlformats.org/officeDocument/2006/relationships/image" Target="../media/image535.png"/><Relationship Id="rId4" Type="http://schemas.openxmlformats.org/officeDocument/2006/relationships/image" Target="../media/image534.png"/></Relationships>
</file>

<file path=ppt/slides/_rels/slide41.xml.rels><?xml version="1.0" encoding="UTF-8" standalone="yes"?>
<Relationships xmlns="http://schemas.openxmlformats.org/package/2006/relationships"><Relationship Id="rId3" Type="http://schemas.openxmlformats.org/officeDocument/2006/relationships/image" Target="../media/image539.png"/><Relationship Id="rId2" Type="http://schemas.openxmlformats.org/officeDocument/2006/relationships/image" Target="../media/image538.png"/><Relationship Id="rId1" Type="http://schemas.openxmlformats.org/officeDocument/2006/relationships/slideLayout" Target="../slideLayouts/slideLayout5.xml"/></Relationships>
</file>

<file path=ppt/slides/_rels/slide42.xml.rels><?xml version="1.0" encoding="UTF-8" standalone="yes"?>
<Relationships xmlns="http://schemas.openxmlformats.org/package/2006/relationships"><Relationship Id="rId13" Type="http://schemas.openxmlformats.org/officeDocument/2006/relationships/image" Target="../media/image551.png"/><Relationship Id="rId18" Type="http://schemas.openxmlformats.org/officeDocument/2006/relationships/image" Target="../media/image556.png"/><Relationship Id="rId26" Type="http://schemas.openxmlformats.org/officeDocument/2006/relationships/image" Target="../media/image564.png"/><Relationship Id="rId39" Type="http://schemas.openxmlformats.org/officeDocument/2006/relationships/image" Target="../media/image577.png"/><Relationship Id="rId21" Type="http://schemas.openxmlformats.org/officeDocument/2006/relationships/image" Target="../media/image559.png"/><Relationship Id="rId34" Type="http://schemas.openxmlformats.org/officeDocument/2006/relationships/image" Target="../media/image572.png"/><Relationship Id="rId42" Type="http://schemas.openxmlformats.org/officeDocument/2006/relationships/image" Target="../media/image580.png"/><Relationship Id="rId47" Type="http://schemas.openxmlformats.org/officeDocument/2006/relationships/image" Target="../media/image585.png"/><Relationship Id="rId50" Type="http://schemas.openxmlformats.org/officeDocument/2006/relationships/image" Target="../media/image588.png"/><Relationship Id="rId55" Type="http://schemas.openxmlformats.org/officeDocument/2006/relationships/image" Target="../media/image593.png"/><Relationship Id="rId7" Type="http://schemas.openxmlformats.org/officeDocument/2006/relationships/image" Target="../media/image545.png"/><Relationship Id="rId2" Type="http://schemas.openxmlformats.org/officeDocument/2006/relationships/image" Target="../media/image540.png"/><Relationship Id="rId16" Type="http://schemas.openxmlformats.org/officeDocument/2006/relationships/image" Target="../media/image554.png"/><Relationship Id="rId29" Type="http://schemas.openxmlformats.org/officeDocument/2006/relationships/image" Target="../media/image567.png"/><Relationship Id="rId11" Type="http://schemas.openxmlformats.org/officeDocument/2006/relationships/image" Target="../media/image549.png"/><Relationship Id="rId24" Type="http://schemas.openxmlformats.org/officeDocument/2006/relationships/image" Target="../media/image562.png"/><Relationship Id="rId32" Type="http://schemas.openxmlformats.org/officeDocument/2006/relationships/image" Target="../media/image570.png"/><Relationship Id="rId37" Type="http://schemas.openxmlformats.org/officeDocument/2006/relationships/image" Target="../media/image575.png"/><Relationship Id="rId40" Type="http://schemas.openxmlformats.org/officeDocument/2006/relationships/image" Target="../media/image578.png"/><Relationship Id="rId45" Type="http://schemas.openxmlformats.org/officeDocument/2006/relationships/image" Target="../media/image583.png"/><Relationship Id="rId53" Type="http://schemas.openxmlformats.org/officeDocument/2006/relationships/image" Target="../media/image591.png"/><Relationship Id="rId58" Type="http://schemas.openxmlformats.org/officeDocument/2006/relationships/image" Target="../media/image596.png"/><Relationship Id="rId5" Type="http://schemas.openxmlformats.org/officeDocument/2006/relationships/image" Target="../media/image543.png"/><Relationship Id="rId19" Type="http://schemas.openxmlformats.org/officeDocument/2006/relationships/image" Target="../media/image557.png"/><Relationship Id="rId4" Type="http://schemas.openxmlformats.org/officeDocument/2006/relationships/image" Target="../media/image542.png"/><Relationship Id="rId9" Type="http://schemas.openxmlformats.org/officeDocument/2006/relationships/image" Target="../media/image547.png"/><Relationship Id="rId14" Type="http://schemas.openxmlformats.org/officeDocument/2006/relationships/image" Target="../media/image552.png"/><Relationship Id="rId22" Type="http://schemas.openxmlformats.org/officeDocument/2006/relationships/image" Target="../media/image560.png"/><Relationship Id="rId27" Type="http://schemas.openxmlformats.org/officeDocument/2006/relationships/image" Target="../media/image565.png"/><Relationship Id="rId30" Type="http://schemas.openxmlformats.org/officeDocument/2006/relationships/image" Target="../media/image568.png"/><Relationship Id="rId35" Type="http://schemas.openxmlformats.org/officeDocument/2006/relationships/image" Target="../media/image573.png"/><Relationship Id="rId43" Type="http://schemas.openxmlformats.org/officeDocument/2006/relationships/image" Target="../media/image581.png"/><Relationship Id="rId48" Type="http://schemas.openxmlformats.org/officeDocument/2006/relationships/image" Target="../media/image586.png"/><Relationship Id="rId56" Type="http://schemas.openxmlformats.org/officeDocument/2006/relationships/image" Target="../media/image594.png"/><Relationship Id="rId8" Type="http://schemas.openxmlformats.org/officeDocument/2006/relationships/image" Target="../media/image546.png"/><Relationship Id="rId51" Type="http://schemas.openxmlformats.org/officeDocument/2006/relationships/image" Target="../media/image589.png"/><Relationship Id="rId3" Type="http://schemas.openxmlformats.org/officeDocument/2006/relationships/image" Target="../media/image541.png"/><Relationship Id="rId12" Type="http://schemas.openxmlformats.org/officeDocument/2006/relationships/image" Target="../media/image550.png"/><Relationship Id="rId17" Type="http://schemas.openxmlformats.org/officeDocument/2006/relationships/image" Target="../media/image555.png"/><Relationship Id="rId25" Type="http://schemas.openxmlformats.org/officeDocument/2006/relationships/image" Target="../media/image563.png"/><Relationship Id="rId33" Type="http://schemas.openxmlformats.org/officeDocument/2006/relationships/image" Target="../media/image571.png"/><Relationship Id="rId38" Type="http://schemas.openxmlformats.org/officeDocument/2006/relationships/image" Target="../media/image576.png"/><Relationship Id="rId46" Type="http://schemas.openxmlformats.org/officeDocument/2006/relationships/image" Target="../media/image584.png"/><Relationship Id="rId59" Type="http://schemas.openxmlformats.org/officeDocument/2006/relationships/image" Target="../media/image597.png"/><Relationship Id="rId20" Type="http://schemas.openxmlformats.org/officeDocument/2006/relationships/image" Target="../media/image558.png"/><Relationship Id="rId41" Type="http://schemas.openxmlformats.org/officeDocument/2006/relationships/image" Target="../media/image579.png"/><Relationship Id="rId54" Type="http://schemas.openxmlformats.org/officeDocument/2006/relationships/image" Target="../media/image592.png"/><Relationship Id="rId1" Type="http://schemas.openxmlformats.org/officeDocument/2006/relationships/slideLayout" Target="../slideLayouts/slideLayout5.xml"/><Relationship Id="rId6" Type="http://schemas.openxmlformats.org/officeDocument/2006/relationships/image" Target="../media/image544.png"/><Relationship Id="rId15" Type="http://schemas.openxmlformats.org/officeDocument/2006/relationships/image" Target="../media/image553.png"/><Relationship Id="rId23" Type="http://schemas.openxmlformats.org/officeDocument/2006/relationships/image" Target="../media/image561.png"/><Relationship Id="rId28" Type="http://schemas.openxmlformats.org/officeDocument/2006/relationships/image" Target="../media/image566.png"/><Relationship Id="rId36" Type="http://schemas.openxmlformats.org/officeDocument/2006/relationships/image" Target="../media/image574.png"/><Relationship Id="rId49" Type="http://schemas.openxmlformats.org/officeDocument/2006/relationships/image" Target="../media/image587.png"/><Relationship Id="rId57" Type="http://schemas.openxmlformats.org/officeDocument/2006/relationships/image" Target="../media/image595.png"/><Relationship Id="rId10" Type="http://schemas.openxmlformats.org/officeDocument/2006/relationships/image" Target="../media/image548.png"/><Relationship Id="rId31" Type="http://schemas.openxmlformats.org/officeDocument/2006/relationships/image" Target="../media/image569.png"/><Relationship Id="rId44" Type="http://schemas.openxmlformats.org/officeDocument/2006/relationships/image" Target="../media/image582.png"/><Relationship Id="rId52" Type="http://schemas.openxmlformats.org/officeDocument/2006/relationships/image" Target="../media/image590.png"/></Relationships>
</file>

<file path=ppt/slides/_rels/slide43.xml.rels><?xml version="1.0" encoding="UTF-8" standalone="yes"?>
<Relationships xmlns="http://schemas.openxmlformats.org/package/2006/relationships"><Relationship Id="rId117" Type="http://schemas.openxmlformats.org/officeDocument/2006/relationships/image" Target="../media/image713.png"/><Relationship Id="rId21" Type="http://schemas.openxmlformats.org/officeDocument/2006/relationships/image" Target="../media/image617.png"/><Relationship Id="rId42" Type="http://schemas.openxmlformats.org/officeDocument/2006/relationships/image" Target="../media/image638.png"/><Relationship Id="rId63" Type="http://schemas.openxmlformats.org/officeDocument/2006/relationships/image" Target="../media/image659.png"/><Relationship Id="rId84" Type="http://schemas.openxmlformats.org/officeDocument/2006/relationships/image" Target="../media/image680.png"/><Relationship Id="rId138" Type="http://schemas.openxmlformats.org/officeDocument/2006/relationships/image" Target="../media/image734.png"/><Relationship Id="rId159" Type="http://schemas.openxmlformats.org/officeDocument/2006/relationships/image" Target="../media/image755.png"/><Relationship Id="rId170" Type="http://schemas.openxmlformats.org/officeDocument/2006/relationships/image" Target="../media/image766.png"/><Relationship Id="rId107" Type="http://schemas.openxmlformats.org/officeDocument/2006/relationships/image" Target="../media/image703.png"/><Relationship Id="rId11" Type="http://schemas.openxmlformats.org/officeDocument/2006/relationships/image" Target="../media/image607.png"/><Relationship Id="rId32" Type="http://schemas.openxmlformats.org/officeDocument/2006/relationships/image" Target="../media/image628.png"/><Relationship Id="rId53" Type="http://schemas.openxmlformats.org/officeDocument/2006/relationships/image" Target="../media/image649.png"/><Relationship Id="rId74" Type="http://schemas.openxmlformats.org/officeDocument/2006/relationships/image" Target="../media/image670.png"/><Relationship Id="rId128" Type="http://schemas.openxmlformats.org/officeDocument/2006/relationships/image" Target="../media/image724.png"/><Relationship Id="rId149" Type="http://schemas.openxmlformats.org/officeDocument/2006/relationships/image" Target="../media/image745.png"/><Relationship Id="rId5" Type="http://schemas.openxmlformats.org/officeDocument/2006/relationships/image" Target="../media/image601.png"/><Relationship Id="rId95" Type="http://schemas.openxmlformats.org/officeDocument/2006/relationships/image" Target="../media/image691.png"/><Relationship Id="rId160" Type="http://schemas.openxmlformats.org/officeDocument/2006/relationships/image" Target="../media/image756.png"/><Relationship Id="rId22" Type="http://schemas.openxmlformats.org/officeDocument/2006/relationships/image" Target="../media/image618.png"/><Relationship Id="rId43" Type="http://schemas.openxmlformats.org/officeDocument/2006/relationships/image" Target="../media/image639.png"/><Relationship Id="rId64" Type="http://schemas.openxmlformats.org/officeDocument/2006/relationships/image" Target="../media/image660.png"/><Relationship Id="rId118" Type="http://schemas.openxmlformats.org/officeDocument/2006/relationships/image" Target="../media/image714.png"/><Relationship Id="rId139" Type="http://schemas.openxmlformats.org/officeDocument/2006/relationships/image" Target="../media/image735.png"/><Relationship Id="rId85" Type="http://schemas.openxmlformats.org/officeDocument/2006/relationships/image" Target="../media/image681.png"/><Relationship Id="rId150" Type="http://schemas.openxmlformats.org/officeDocument/2006/relationships/image" Target="../media/image746.png"/><Relationship Id="rId171" Type="http://schemas.openxmlformats.org/officeDocument/2006/relationships/image" Target="../media/image767.png"/><Relationship Id="rId12" Type="http://schemas.openxmlformats.org/officeDocument/2006/relationships/image" Target="../media/image608.png"/><Relationship Id="rId33" Type="http://schemas.openxmlformats.org/officeDocument/2006/relationships/image" Target="../media/image629.png"/><Relationship Id="rId108" Type="http://schemas.openxmlformats.org/officeDocument/2006/relationships/image" Target="../media/image704.png"/><Relationship Id="rId129" Type="http://schemas.openxmlformats.org/officeDocument/2006/relationships/image" Target="../media/image725.png"/><Relationship Id="rId54" Type="http://schemas.openxmlformats.org/officeDocument/2006/relationships/image" Target="../media/image650.png"/><Relationship Id="rId75" Type="http://schemas.openxmlformats.org/officeDocument/2006/relationships/image" Target="../media/image671.png"/><Relationship Id="rId96" Type="http://schemas.openxmlformats.org/officeDocument/2006/relationships/image" Target="../media/image692.png"/><Relationship Id="rId140" Type="http://schemas.openxmlformats.org/officeDocument/2006/relationships/image" Target="../media/image736.png"/><Relationship Id="rId161" Type="http://schemas.openxmlformats.org/officeDocument/2006/relationships/image" Target="../media/image757.png"/><Relationship Id="rId6" Type="http://schemas.openxmlformats.org/officeDocument/2006/relationships/image" Target="../media/image602.png"/><Relationship Id="rId23" Type="http://schemas.openxmlformats.org/officeDocument/2006/relationships/image" Target="../media/image619.png"/><Relationship Id="rId28" Type="http://schemas.openxmlformats.org/officeDocument/2006/relationships/image" Target="../media/image624.png"/><Relationship Id="rId49" Type="http://schemas.openxmlformats.org/officeDocument/2006/relationships/image" Target="../media/image645.png"/><Relationship Id="rId114" Type="http://schemas.openxmlformats.org/officeDocument/2006/relationships/image" Target="../media/image710.png"/><Relationship Id="rId119" Type="http://schemas.openxmlformats.org/officeDocument/2006/relationships/image" Target="../media/image715.png"/><Relationship Id="rId44" Type="http://schemas.openxmlformats.org/officeDocument/2006/relationships/image" Target="../media/image640.png"/><Relationship Id="rId60" Type="http://schemas.openxmlformats.org/officeDocument/2006/relationships/image" Target="../media/image656.png"/><Relationship Id="rId65" Type="http://schemas.openxmlformats.org/officeDocument/2006/relationships/image" Target="../media/image661.png"/><Relationship Id="rId81" Type="http://schemas.openxmlformats.org/officeDocument/2006/relationships/image" Target="../media/image677.png"/><Relationship Id="rId86" Type="http://schemas.openxmlformats.org/officeDocument/2006/relationships/image" Target="../media/image682.png"/><Relationship Id="rId130" Type="http://schemas.openxmlformats.org/officeDocument/2006/relationships/image" Target="../media/image726.png"/><Relationship Id="rId135" Type="http://schemas.openxmlformats.org/officeDocument/2006/relationships/image" Target="../media/image731.png"/><Relationship Id="rId151" Type="http://schemas.openxmlformats.org/officeDocument/2006/relationships/image" Target="../media/image747.png"/><Relationship Id="rId156" Type="http://schemas.openxmlformats.org/officeDocument/2006/relationships/image" Target="../media/image752.png"/><Relationship Id="rId177" Type="http://schemas.openxmlformats.org/officeDocument/2006/relationships/image" Target="../media/image773.png"/><Relationship Id="rId172" Type="http://schemas.openxmlformats.org/officeDocument/2006/relationships/image" Target="../media/image768.png"/><Relationship Id="rId13" Type="http://schemas.openxmlformats.org/officeDocument/2006/relationships/image" Target="../media/image609.png"/><Relationship Id="rId18" Type="http://schemas.openxmlformats.org/officeDocument/2006/relationships/image" Target="../media/image614.png"/><Relationship Id="rId39" Type="http://schemas.openxmlformats.org/officeDocument/2006/relationships/image" Target="../media/image635.png"/><Relationship Id="rId109" Type="http://schemas.openxmlformats.org/officeDocument/2006/relationships/image" Target="../media/image705.png"/><Relationship Id="rId34" Type="http://schemas.openxmlformats.org/officeDocument/2006/relationships/image" Target="../media/image630.png"/><Relationship Id="rId50" Type="http://schemas.openxmlformats.org/officeDocument/2006/relationships/image" Target="../media/image646.png"/><Relationship Id="rId55" Type="http://schemas.openxmlformats.org/officeDocument/2006/relationships/image" Target="../media/image651.png"/><Relationship Id="rId76" Type="http://schemas.openxmlformats.org/officeDocument/2006/relationships/image" Target="../media/image672.png"/><Relationship Id="rId97" Type="http://schemas.openxmlformats.org/officeDocument/2006/relationships/image" Target="../media/image693.png"/><Relationship Id="rId104" Type="http://schemas.openxmlformats.org/officeDocument/2006/relationships/image" Target="../media/image700.png"/><Relationship Id="rId120" Type="http://schemas.openxmlformats.org/officeDocument/2006/relationships/image" Target="../media/image716.png"/><Relationship Id="rId125" Type="http://schemas.openxmlformats.org/officeDocument/2006/relationships/image" Target="../media/image721.png"/><Relationship Id="rId141" Type="http://schemas.openxmlformats.org/officeDocument/2006/relationships/image" Target="../media/image737.png"/><Relationship Id="rId146" Type="http://schemas.openxmlformats.org/officeDocument/2006/relationships/image" Target="../media/image742.png"/><Relationship Id="rId167" Type="http://schemas.openxmlformats.org/officeDocument/2006/relationships/image" Target="../media/image763.png"/><Relationship Id="rId7" Type="http://schemas.openxmlformats.org/officeDocument/2006/relationships/image" Target="../media/image603.png"/><Relationship Id="rId71" Type="http://schemas.openxmlformats.org/officeDocument/2006/relationships/image" Target="../media/image667.png"/><Relationship Id="rId92" Type="http://schemas.openxmlformats.org/officeDocument/2006/relationships/image" Target="../media/image688.png"/><Relationship Id="rId162" Type="http://schemas.openxmlformats.org/officeDocument/2006/relationships/image" Target="../media/image758.png"/><Relationship Id="rId2" Type="http://schemas.openxmlformats.org/officeDocument/2006/relationships/image" Target="../media/image598.png"/><Relationship Id="rId29" Type="http://schemas.openxmlformats.org/officeDocument/2006/relationships/image" Target="../media/image625.png"/><Relationship Id="rId24" Type="http://schemas.openxmlformats.org/officeDocument/2006/relationships/image" Target="../media/image620.png"/><Relationship Id="rId40" Type="http://schemas.openxmlformats.org/officeDocument/2006/relationships/image" Target="../media/image636.png"/><Relationship Id="rId45" Type="http://schemas.openxmlformats.org/officeDocument/2006/relationships/image" Target="../media/image641.png"/><Relationship Id="rId66" Type="http://schemas.openxmlformats.org/officeDocument/2006/relationships/image" Target="../media/image662.png"/><Relationship Id="rId87" Type="http://schemas.openxmlformats.org/officeDocument/2006/relationships/image" Target="../media/image683.png"/><Relationship Id="rId110" Type="http://schemas.openxmlformats.org/officeDocument/2006/relationships/image" Target="../media/image706.png"/><Relationship Id="rId115" Type="http://schemas.openxmlformats.org/officeDocument/2006/relationships/image" Target="../media/image711.png"/><Relationship Id="rId131" Type="http://schemas.openxmlformats.org/officeDocument/2006/relationships/image" Target="../media/image727.png"/><Relationship Id="rId136" Type="http://schemas.openxmlformats.org/officeDocument/2006/relationships/image" Target="../media/image732.png"/><Relationship Id="rId157" Type="http://schemas.openxmlformats.org/officeDocument/2006/relationships/image" Target="../media/image753.png"/><Relationship Id="rId61" Type="http://schemas.openxmlformats.org/officeDocument/2006/relationships/image" Target="../media/image657.png"/><Relationship Id="rId82" Type="http://schemas.openxmlformats.org/officeDocument/2006/relationships/image" Target="../media/image678.png"/><Relationship Id="rId152" Type="http://schemas.openxmlformats.org/officeDocument/2006/relationships/image" Target="../media/image748.png"/><Relationship Id="rId173" Type="http://schemas.openxmlformats.org/officeDocument/2006/relationships/image" Target="../media/image769.png"/><Relationship Id="rId19" Type="http://schemas.openxmlformats.org/officeDocument/2006/relationships/image" Target="../media/image615.png"/><Relationship Id="rId14" Type="http://schemas.openxmlformats.org/officeDocument/2006/relationships/image" Target="../media/image610.png"/><Relationship Id="rId30" Type="http://schemas.openxmlformats.org/officeDocument/2006/relationships/image" Target="../media/image626.png"/><Relationship Id="rId35" Type="http://schemas.openxmlformats.org/officeDocument/2006/relationships/image" Target="../media/image631.png"/><Relationship Id="rId56" Type="http://schemas.openxmlformats.org/officeDocument/2006/relationships/image" Target="../media/image652.png"/><Relationship Id="rId77" Type="http://schemas.openxmlformats.org/officeDocument/2006/relationships/image" Target="../media/image673.png"/><Relationship Id="rId100" Type="http://schemas.openxmlformats.org/officeDocument/2006/relationships/image" Target="../media/image696.png"/><Relationship Id="rId105" Type="http://schemas.openxmlformats.org/officeDocument/2006/relationships/image" Target="../media/image701.png"/><Relationship Id="rId126" Type="http://schemas.openxmlformats.org/officeDocument/2006/relationships/image" Target="../media/image722.png"/><Relationship Id="rId147" Type="http://schemas.openxmlformats.org/officeDocument/2006/relationships/image" Target="../media/image743.png"/><Relationship Id="rId168" Type="http://schemas.openxmlformats.org/officeDocument/2006/relationships/image" Target="../media/image764.png"/><Relationship Id="rId8" Type="http://schemas.openxmlformats.org/officeDocument/2006/relationships/image" Target="../media/image604.png"/><Relationship Id="rId51" Type="http://schemas.openxmlformats.org/officeDocument/2006/relationships/image" Target="../media/image647.png"/><Relationship Id="rId72" Type="http://schemas.openxmlformats.org/officeDocument/2006/relationships/image" Target="../media/image668.png"/><Relationship Id="rId93" Type="http://schemas.openxmlformats.org/officeDocument/2006/relationships/image" Target="../media/image689.png"/><Relationship Id="rId98" Type="http://schemas.openxmlformats.org/officeDocument/2006/relationships/image" Target="../media/image694.png"/><Relationship Id="rId121" Type="http://schemas.openxmlformats.org/officeDocument/2006/relationships/image" Target="../media/image717.png"/><Relationship Id="rId142" Type="http://schemas.openxmlformats.org/officeDocument/2006/relationships/image" Target="../media/image738.png"/><Relationship Id="rId163" Type="http://schemas.openxmlformats.org/officeDocument/2006/relationships/image" Target="../media/image759.png"/><Relationship Id="rId3" Type="http://schemas.openxmlformats.org/officeDocument/2006/relationships/image" Target="../media/image599.png"/><Relationship Id="rId25" Type="http://schemas.openxmlformats.org/officeDocument/2006/relationships/image" Target="../media/image621.png"/><Relationship Id="rId46" Type="http://schemas.openxmlformats.org/officeDocument/2006/relationships/image" Target="../media/image642.png"/><Relationship Id="rId67" Type="http://schemas.openxmlformats.org/officeDocument/2006/relationships/image" Target="../media/image663.png"/><Relationship Id="rId116" Type="http://schemas.openxmlformats.org/officeDocument/2006/relationships/image" Target="../media/image712.png"/><Relationship Id="rId137" Type="http://schemas.openxmlformats.org/officeDocument/2006/relationships/image" Target="../media/image733.png"/><Relationship Id="rId158" Type="http://schemas.openxmlformats.org/officeDocument/2006/relationships/image" Target="../media/image754.png"/><Relationship Id="rId20" Type="http://schemas.openxmlformats.org/officeDocument/2006/relationships/image" Target="../media/image616.png"/><Relationship Id="rId41" Type="http://schemas.openxmlformats.org/officeDocument/2006/relationships/image" Target="../media/image637.png"/><Relationship Id="rId62" Type="http://schemas.openxmlformats.org/officeDocument/2006/relationships/image" Target="../media/image658.png"/><Relationship Id="rId83" Type="http://schemas.openxmlformats.org/officeDocument/2006/relationships/image" Target="../media/image679.png"/><Relationship Id="rId88" Type="http://schemas.openxmlformats.org/officeDocument/2006/relationships/image" Target="../media/image684.png"/><Relationship Id="rId111" Type="http://schemas.openxmlformats.org/officeDocument/2006/relationships/image" Target="../media/image707.png"/><Relationship Id="rId132" Type="http://schemas.openxmlformats.org/officeDocument/2006/relationships/image" Target="../media/image728.png"/><Relationship Id="rId153" Type="http://schemas.openxmlformats.org/officeDocument/2006/relationships/image" Target="../media/image749.png"/><Relationship Id="rId174" Type="http://schemas.openxmlformats.org/officeDocument/2006/relationships/image" Target="../media/image770.png"/><Relationship Id="rId15" Type="http://schemas.openxmlformats.org/officeDocument/2006/relationships/image" Target="../media/image611.png"/><Relationship Id="rId36" Type="http://schemas.openxmlformats.org/officeDocument/2006/relationships/image" Target="../media/image632.png"/><Relationship Id="rId57" Type="http://schemas.openxmlformats.org/officeDocument/2006/relationships/image" Target="../media/image653.png"/><Relationship Id="rId106" Type="http://schemas.openxmlformats.org/officeDocument/2006/relationships/image" Target="../media/image702.png"/><Relationship Id="rId127" Type="http://schemas.openxmlformats.org/officeDocument/2006/relationships/image" Target="../media/image723.png"/><Relationship Id="rId10" Type="http://schemas.openxmlformats.org/officeDocument/2006/relationships/image" Target="../media/image606.png"/><Relationship Id="rId31" Type="http://schemas.openxmlformats.org/officeDocument/2006/relationships/image" Target="../media/image627.png"/><Relationship Id="rId52" Type="http://schemas.openxmlformats.org/officeDocument/2006/relationships/image" Target="../media/image648.png"/><Relationship Id="rId73" Type="http://schemas.openxmlformats.org/officeDocument/2006/relationships/image" Target="../media/image669.png"/><Relationship Id="rId78" Type="http://schemas.openxmlformats.org/officeDocument/2006/relationships/image" Target="../media/image674.png"/><Relationship Id="rId94" Type="http://schemas.openxmlformats.org/officeDocument/2006/relationships/image" Target="../media/image690.png"/><Relationship Id="rId99" Type="http://schemas.openxmlformats.org/officeDocument/2006/relationships/image" Target="../media/image695.png"/><Relationship Id="rId101" Type="http://schemas.openxmlformats.org/officeDocument/2006/relationships/image" Target="../media/image697.png"/><Relationship Id="rId122" Type="http://schemas.openxmlformats.org/officeDocument/2006/relationships/image" Target="../media/image718.png"/><Relationship Id="rId143" Type="http://schemas.openxmlformats.org/officeDocument/2006/relationships/image" Target="../media/image739.png"/><Relationship Id="rId148" Type="http://schemas.openxmlformats.org/officeDocument/2006/relationships/image" Target="../media/image744.png"/><Relationship Id="rId164" Type="http://schemas.openxmlformats.org/officeDocument/2006/relationships/image" Target="../media/image760.png"/><Relationship Id="rId169" Type="http://schemas.openxmlformats.org/officeDocument/2006/relationships/image" Target="../media/image765.png"/><Relationship Id="rId4" Type="http://schemas.openxmlformats.org/officeDocument/2006/relationships/image" Target="../media/image600.png"/><Relationship Id="rId9" Type="http://schemas.openxmlformats.org/officeDocument/2006/relationships/image" Target="../media/image605.png"/><Relationship Id="rId26" Type="http://schemas.openxmlformats.org/officeDocument/2006/relationships/image" Target="../media/image622.png"/><Relationship Id="rId47" Type="http://schemas.openxmlformats.org/officeDocument/2006/relationships/image" Target="../media/image643.png"/><Relationship Id="rId68" Type="http://schemas.openxmlformats.org/officeDocument/2006/relationships/image" Target="../media/image664.png"/><Relationship Id="rId89" Type="http://schemas.openxmlformats.org/officeDocument/2006/relationships/image" Target="../media/image685.png"/><Relationship Id="rId112" Type="http://schemas.openxmlformats.org/officeDocument/2006/relationships/image" Target="../media/image708.png"/><Relationship Id="rId133" Type="http://schemas.openxmlformats.org/officeDocument/2006/relationships/image" Target="../media/image729.png"/><Relationship Id="rId154" Type="http://schemas.openxmlformats.org/officeDocument/2006/relationships/image" Target="../media/image750.png"/><Relationship Id="rId175" Type="http://schemas.openxmlformats.org/officeDocument/2006/relationships/image" Target="../media/image771.png"/><Relationship Id="rId16" Type="http://schemas.openxmlformats.org/officeDocument/2006/relationships/image" Target="../media/image612.png"/><Relationship Id="rId37" Type="http://schemas.openxmlformats.org/officeDocument/2006/relationships/image" Target="../media/image633.png"/><Relationship Id="rId58" Type="http://schemas.openxmlformats.org/officeDocument/2006/relationships/image" Target="../media/image654.png"/><Relationship Id="rId79" Type="http://schemas.openxmlformats.org/officeDocument/2006/relationships/image" Target="../media/image675.png"/><Relationship Id="rId102" Type="http://schemas.openxmlformats.org/officeDocument/2006/relationships/image" Target="../media/image698.png"/><Relationship Id="rId123" Type="http://schemas.openxmlformats.org/officeDocument/2006/relationships/image" Target="../media/image719.png"/><Relationship Id="rId144" Type="http://schemas.openxmlformats.org/officeDocument/2006/relationships/image" Target="../media/image740.png"/><Relationship Id="rId90" Type="http://schemas.openxmlformats.org/officeDocument/2006/relationships/image" Target="../media/image686.png"/><Relationship Id="rId165" Type="http://schemas.openxmlformats.org/officeDocument/2006/relationships/image" Target="../media/image761.png"/><Relationship Id="rId27" Type="http://schemas.openxmlformats.org/officeDocument/2006/relationships/image" Target="../media/image623.png"/><Relationship Id="rId48" Type="http://schemas.openxmlformats.org/officeDocument/2006/relationships/image" Target="../media/image644.png"/><Relationship Id="rId69" Type="http://schemas.openxmlformats.org/officeDocument/2006/relationships/image" Target="../media/image665.png"/><Relationship Id="rId113" Type="http://schemas.openxmlformats.org/officeDocument/2006/relationships/image" Target="../media/image709.png"/><Relationship Id="rId134" Type="http://schemas.openxmlformats.org/officeDocument/2006/relationships/image" Target="../media/image730.png"/><Relationship Id="rId80" Type="http://schemas.openxmlformats.org/officeDocument/2006/relationships/image" Target="../media/image676.png"/><Relationship Id="rId155" Type="http://schemas.openxmlformats.org/officeDocument/2006/relationships/image" Target="../media/image751.png"/><Relationship Id="rId176" Type="http://schemas.openxmlformats.org/officeDocument/2006/relationships/image" Target="../media/image772.png"/><Relationship Id="rId17" Type="http://schemas.openxmlformats.org/officeDocument/2006/relationships/image" Target="../media/image613.png"/><Relationship Id="rId38" Type="http://schemas.openxmlformats.org/officeDocument/2006/relationships/image" Target="../media/image634.png"/><Relationship Id="rId59" Type="http://schemas.openxmlformats.org/officeDocument/2006/relationships/image" Target="../media/image655.png"/><Relationship Id="rId103" Type="http://schemas.openxmlformats.org/officeDocument/2006/relationships/image" Target="../media/image699.png"/><Relationship Id="rId124" Type="http://schemas.openxmlformats.org/officeDocument/2006/relationships/image" Target="../media/image720.png"/><Relationship Id="rId70" Type="http://schemas.openxmlformats.org/officeDocument/2006/relationships/image" Target="../media/image666.png"/><Relationship Id="rId91" Type="http://schemas.openxmlformats.org/officeDocument/2006/relationships/image" Target="../media/image687.png"/><Relationship Id="rId145" Type="http://schemas.openxmlformats.org/officeDocument/2006/relationships/image" Target="../media/image741.png"/><Relationship Id="rId166" Type="http://schemas.openxmlformats.org/officeDocument/2006/relationships/image" Target="../media/image762.png"/><Relationship Id="rId1" Type="http://schemas.openxmlformats.org/officeDocument/2006/relationships/slideLayout" Target="../slideLayouts/slideLayout5.xml"/></Relationships>
</file>

<file path=ppt/slides/_rels/slide44.xml.rels><?xml version="1.0" encoding="UTF-8" standalone="yes"?>
<Relationships xmlns="http://schemas.openxmlformats.org/package/2006/relationships"><Relationship Id="rId3" Type="http://schemas.openxmlformats.org/officeDocument/2006/relationships/image" Target="../media/image775.png"/><Relationship Id="rId2" Type="http://schemas.openxmlformats.org/officeDocument/2006/relationships/image" Target="../media/image774.png"/><Relationship Id="rId1" Type="http://schemas.openxmlformats.org/officeDocument/2006/relationships/slideLayout" Target="../slideLayouts/slideLayout5.xml"/></Relationships>
</file>

<file path=ppt/slides/_rels/slide45.xml.rels><?xml version="1.0" encoding="UTF-8" standalone="yes"?>
<Relationships xmlns="http://schemas.openxmlformats.org/package/2006/relationships"><Relationship Id="rId3" Type="http://schemas.openxmlformats.org/officeDocument/2006/relationships/image" Target="../media/image777.png"/><Relationship Id="rId2" Type="http://schemas.openxmlformats.org/officeDocument/2006/relationships/image" Target="../media/image776.png"/><Relationship Id="rId1" Type="http://schemas.openxmlformats.org/officeDocument/2006/relationships/slideLayout" Target="../slideLayouts/slideLayout5.xml"/><Relationship Id="rId6" Type="http://schemas.openxmlformats.org/officeDocument/2006/relationships/image" Target="../media/image780.png"/><Relationship Id="rId5" Type="http://schemas.openxmlformats.org/officeDocument/2006/relationships/image" Target="../media/image779.png"/><Relationship Id="rId4" Type="http://schemas.openxmlformats.org/officeDocument/2006/relationships/image" Target="../media/image778.png"/></Relationships>
</file>

<file path=ppt/slides/_rels/slide46.xml.rels><?xml version="1.0" encoding="UTF-8" standalone="yes"?>
<Relationships xmlns="http://schemas.openxmlformats.org/package/2006/relationships"><Relationship Id="rId2" Type="http://schemas.openxmlformats.org/officeDocument/2006/relationships/image" Target="../media/image781.png"/><Relationship Id="rId1" Type="http://schemas.openxmlformats.org/officeDocument/2006/relationships/slideLayout" Target="../slideLayouts/slideLayout5.xml"/></Relationships>
</file>

<file path=ppt/slides/_rels/slide47.xml.rels><?xml version="1.0" encoding="UTF-8" standalone="yes"?>
<Relationships xmlns="http://schemas.openxmlformats.org/package/2006/relationships"><Relationship Id="rId8" Type="http://schemas.openxmlformats.org/officeDocument/2006/relationships/image" Target="../media/image787.png"/><Relationship Id="rId13" Type="http://schemas.openxmlformats.org/officeDocument/2006/relationships/image" Target="../media/image792.png"/><Relationship Id="rId18" Type="http://schemas.openxmlformats.org/officeDocument/2006/relationships/image" Target="../media/image797.png"/><Relationship Id="rId3" Type="http://schemas.openxmlformats.org/officeDocument/2006/relationships/image" Target="../media/image783.png"/><Relationship Id="rId21" Type="http://schemas.openxmlformats.org/officeDocument/2006/relationships/image" Target="../media/image800.png"/><Relationship Id="rId7" Type="http://schemas.openxmlformats.org/officeDocument/2006/relationships/image" Target="../media/image786.png"/><Relationship Id="rId12" Type="http://schemas.openxmlformats.org/officeDocument/2006/relationships/image" Target="../media/image791.png"/><Relationship Id="rId17" Type="http://schemas.openxmlformats.org/officeDocument/2006/relationships/image" Target="../media/image796.png"/><Relationship Id="rId25" Type="http://schemas.openxmlformats.org/officeDocument/2006/relationships/image" Target="../media/image804.png"/><Relationship Id="rId2" Type="http://schemas.openxmlformats.org/officeDocument/2006/relationships/image" Target="../media/image782.png"/><Relationship Id="rId16" Type="http://schemas.openxmlformats.org/officeDocument/2006/relationships/image" Target="../media/image795.png"/><Relationship Id="rId20" Type="http://schemas.openxmlformats.org/officeDocument/2006/relationships/image" Target="../media/image799.png"/><Relationship Id="rId1" Type="http://schemas.openxmlformats.org/officeDocument/2006/relationships/slideLayout" Target="../slideLayouts/slideLayout5.xml"/><Relationship Id="rId6" Type="http://schemas.openxmlformats.org/officeDocument/2006/relationships/image" Target="../media/image785.png"/><Relationship Id="rId11" Type="http://schemas.openxmlformats.org/officeDocument/2006/relationships/image" Target="../media/image790.png"/><Relationship Id="rId24" Type="http://schemas.openxmlformats.org/officeDocument/2006/relationships/image" Target="../media/image803.png"/><Relationship Id="rId5" Type="http://schemas.openxmlformats.org/officeDocument/2006/relationships/image" Target="../media/image784.png"/><Relationship Id="rId15" Type="http://schemas.openxmlformats.org/officeDocument/2006/relationships/image" Target="../media/image794.png"/><Relationship Id="rId23" Type="http://schemas.openxmlformats.org/officeDocument/2006/relationships/image" Target="../media/image802.png"/><Relationship Id="rId10" Type="http://schemas.openxmlformats.org/officeDocument/2006/relationships/image" Target="../media/image789.png"/><Relationship Id="rId19" Type="http://schemas.openxmlformats.org/officeDocument/2006/relationships/image" Target="../media/image798.png"/><Relationship Id="rId4" Type="http://schemas.openxmlformats.org/officeDocument/2006/relationships/image" Target="../media/image777.png"/><Relationship Id="rId9" Type="http://schemas.openxmlformats.org/officeDocument/2006/relationships/image" Target="../media/image788.png"/><Relationship Id="rId14" Type="http://schemas.openxmlformats.org/officeDocument/2006/relationships/image" Target="../media/image793.png"/><Relationship Id="rId22" Type="http://schemas.openxmlformats.org/officeDocument/2006/relationships/image" Target="../media/image801.png"/></Relationships>
</file>

<file path=ppt/slides/_rels/slide48.xml.rels><?xml version="1.0" encoding="UTF-8" standalone="yes"?>
<Relationships xmlns="http://schemas.openxmlformats.org/package/2006/relationships"><Relationship Id="rId8" Type="http://schemas.openxmlformats.org/officeDocument/2006/relationships/image" Target="../media/image811.png"/><Relationship Id="rId3" Type="http://schemas.openxmlformats.org/officeDocument/2006/relationships/image" Target="../media/image806.png"/><Relationship Id="rId7" Type="http://schemas.openxmlformats.org/officeDocument/2006/relationships/image" Target="../media/image810.png"/><Relationship Id="rId12" Type="http://schemas.openxmlformats.org/officeDocument/2006/relationships/image" Target="../media/image815.png"/><Relationship Id="rId2" Type="http://schemas.openxmlformats.org/officeDocument/2006/relationships/image" Target="../media/image805.png"/><Relationship Id="rId1" Type="http://schemas.openxmlformats.org/officeDocument/2006/relationships/slideLayout" Target="../slideLayouts/slideLayout5.xml"/><Relationship Id="rId6" Type="http://schemas.openxmlformats.org/officeDocument/2006/relationships/image" Target="../media/image809.png"/><Relationship Id="rId11" Type="http://schemas.openxmlformats.org/officeDocument/2006/relationships/image" Target="../media/image814.png"/><Relationship Id="rId5" Type="http://schemas.openxmlformats.org/officeDocument/2006/relationships/image" Target="../media/image808.png"/><Relationship Id="rId10" Type="http://schemas.openxmlformats.org/officeDocument/2006/relationships/image" Target="../media/image813.png"/><Relationship Id="rId4" Type="http://schemas.openxmlformats.org/officeDocument/2006/relationships/image" Target="../media/image807.png"/><Relationship Id="rId9" Type="http://schemas.openxmlformats.org/officeDocument/2006/relationships/image" Target="../media/image812.png"/></Relationships>
</file>

<file path=ppt/slides/_rels/slide49.xml.rels><?xml version="1.0" encoding="UTF-8" standalone="yes"?>
<Relationships xmlns="http://schemas.openxmlformats.org/package/2006/relationships"><Relationship Id="rId8" Type="http://schemas.openxmlformats.org/officeDocument/2006/relationships/image" Target="../media/image821.png"/><Relationship Id="rId13" Type="http://schemas.openxmlformats.org/officeDocument/2006/relationships/image" Target="../media/image826.png"/><Relationship Id="rId3" Type="http://schemas.openxmlformats.org/officeDocument/2006/relationships/image" Target="../media/image105.png"/><Relationship Id="rId7" Type="http://schemas.openxmlformats.org/officeDocument/2006/relationships/image" Target="../media/image820.png"/><Relationship Id="rId12" Type="http://schemas.openxmlformats.org/officeDocument/2006/relationships/image" Target="../media/image825.png"/><Relationship Id="rId2" Type="http://schemas.openxmlformats.org/officeDocument/2006/relationships/image" Target="../media/image816.png"/><Relationship Id="rId1" Type="http://schemas.openxmlformats.org/officeDocument/2006/relationships/slideLayout" Target="../slideLayouts/slideLayout5.xml"/><Relationship Id="rId6" Type="http://schemas.openxmlformats.org/officeDocument/2006/relationships/image" Target="../media/image819.png"/><Relationship Id="rId11" Type="http://schemas.openxmlformats.org/officeDocument/2006/relationships/image" Target="../media/image824.png"/><Relationship Id="rId5" Type="http://schemas.openxmlformats.org/officeDocument/2006/relationships/image" Target="../media/image818.png"/><Relationship Id="rId10" Type="http://schemas.openxmlformats.org/officeDocument/2006/relationships/image" Target="../media/image823.png"/><Relationship Id="rId4" Type="http://schemas.openxmlformats.org/officeDocument/2006/relationships/image" Target="../media/image817.png"/><Relationship Id="rId9" Type="http://schemas.openxmlformats.org/officeDocument/2006/relationships/image" Target="../media/image822.png"/></Relationships>
</file>

<file path=ppt/slides/_rels/slide50.xml.rels><?xml version="1.0" encoding="UTF-8" standalone="yes"?>
<Relationships xmlns="http://schemas.openxmlformats.org/package/2006/relationships"><Relationship Id="rId3" Type="http://schemas.openxmlformats.org/officeDocument/2006/relationships/image" Target="../media/image116.png"/><Relationship Id="rId2" Type="http://schemas.openxmlformats.org/officeDocument/2006/relationships/image" Target="../media/image816.png"/><Relationship Id="rId1" Type="http://schemas.openxmlformats.org/officeDocument/2006/relationships/slideLayout" Target="../slideLayouts/slideLayout5.xml"/><Relationship Id="rId4" Type="http://schemas.openxmlformats.org/officeDocument/2006/relationships/image" Target="../media/image827.png"/></Relationships>
</file>

<file path=ppt/slides/_rels/slide51.xml.rels><?xml version="1.0" encoding="UTF-8" standalone="yes"?>
<Relationships xmlns="http://schemas.openxmlformats.org/package/2006/relationships"><Relationship Id="rId8" Type="http://schemas.openxmlformats.org/officeDocument/2006/relationships/image" Target="../media/image832.png"/><Relationship Id="rId3" Type="http://schemas.openxmlformats.org/officeDocument/2006/relationships/image" Target="../media/image3.png"/><Relationship Id="rId7" Type="http://schemas.openxmlformats.org/officeDocument/2006/relationships/image" Target="../media/image831.png"/><Relationship Id="rId2" Type="http://schemas.openxmlformats.org/officeDocument/2006/relationships/image" Target="../media/image816.png"/><Relationship Id="rId1" Type="http://schemas.openxmlformats.org/officeDocument/2006/relationships/slideLayout" Target="../slideLayouts/slideLayout5.xml"/><Relationship Id="rId6" Type="http://schemas.openxmlformats.org/officeDocument/2006/relationships/image" Target="../media/image830.png"/><Relationship Id="rId5" Type="http://schemas.openxmlformats.org/officeDocument/2006/relationships/image" Target="../media/image829.png"/><Relationship Id="rId10" Type="http://schemas.openxmlformats.org/officeDocument/2006/relationships/image" Target="../media/image834.png"/><Relationship Id="rId4" Type="http://schemas.openxmlformats.org/officeDocument/2006/relationships/image" Target="../media/image828.png"/><Relationship Id="rId9" Type="http://schemas.openxmlformats.org/officeDocument/2006/relationships/image" Target="../media/image833.png"/></Relationships>
</file>

<file path=ppt/slides/_rels/slide52.xml.rels><?xml version="1.0" encoding="UTF-8" standalone="yes"?>
<Relationships xmlns="http://schemas.openxmlformats.org/package/2006/relationships"><Relationship Id="rId8" Type="http://schemas.openxmlformats.org/officeDocument/2006/relationships/image" Target="../media/image837.png"/><Relationship Id="rId13" Type="http://schemas.openxmlformats.org/officeDocument/2006/relationships/image" Target="../media/image842.png"/><Relationship Id="rId18" Type="http://schemas.openxmlformats.org/officeDocument/2006/relationships/image" Target="../media/image847.png"/><Relationship Id="rId3" Type="http://schemas.openxmlformats.org/officeDocument/2006/relationships/image" Target="../media/image20.png"/><Relationship Id="rId21" Type="http://schemas.openxmlformats.org/officeDocument/2006/relationships/image" Target="../media/image850.png"/><Relationship Id="rId7" Type="http://schemas.openxmlformats.org/officeDocument/2006/relationships/image" Target="../media/image836.png"/><Relationship Id="rId12" Type="http://schemas.openxmlformats.org/officeDocument/2006/relationships/image" Target="../media/image841.png"/><Relationship Id="rId17" Type="http://schemas.openxmlformats.org/officeDocument/2006/relationships/image" Target="../media/image846.png"/><Relationship Id="rId2" Type="http://schemas.openxmlformats.org/officeDocument/2006/relationships/image" Target="../media/image816.png"/><Relationship Id="rId16" Type="http://schemas.openxmlformats.org/officeDocument/2006/relationships/image" Target="../media/image845.png"/><Relationship Id="rId20" Type="http://schemas.openxmlformats.org/officeDocument/2006/relationships/image" Target="../media/image849.png"/><Relationship Id="rId1" Type="http://schemas.openxmlformats.org/officeDocument/2006/relationships/slideLayout" Target="../slideLayouts/slideLayout5.xml"/><Relationship Id="rId6" Type="http://schemas.openxmlformats.org/officeDocument/2006/relationships/image" Target="../media/image835.png"/><Relationship Id="rId11" Type="http://schemas.openxmlformats.org/officeDocument/2006/relationships/image" Target="../media/image840.png"/><Relationship Id="rId24" Type="http://schemas.openxmlformats.org/officeDocument/2006/relationships/image" Target="../media/image853.png"/><Relationship Id="rId5" Type="http://schemas.openxmlformats.org/officeDocument/2006/relationships/image" Target="../media/image818.png"/><Relationship Id="rId15" Type="http://schemas.openxmlformats.org/officeDocument/2006/relationships/image" Target="../media/image844.png"/><Relationship Id="rId23" Type="http://schemas.openxmlformats.org/officeDocument/2006/relationships/image" Target="../media/image852.png"/><Relationship Id="rId10" Type="http://schemas.openxmlformats.org/officeDocument/2006/relationships/image" Target="../media/image839.png"/><Relationship Id="rId19" Type="http://schemas.openxmlformats.org/officeDocument/2006/relationships/image" Target="../media/image848.png"/><Relationship Id="rId4" Type="http://schemas.openxmlformats.org/officeDocument/2006/relationships/image" Target="../media/image817.png"/><Relationship Id="rId9" Type="http://schemas.openxmlformats.org/officeDocument/2006/relationships/image" Target="../media/image838.png"/><Relationship Id="rId14" Type="http://schemas.openxmlformats.org/officeDocument/2006/relationships/image" Target="../media/image843.png"/><Relationship Id="rId22" Type="http://schemas.openxmlformats.org/officeDocument/2006/relationships/image" Target="../media/image851.png"/></Relationships>
</file>

<file path=ppt/slides/_rels/slide53.xml.rels><?xml version="1.0" encoding="UTF-8" standalone="yes"?>
<Relationships xmlns="http://schemas.openxmlformats.org/package/2006/relationships"><Relationship Id="rId8" Type="http://schemas.openxmlformats.org/officeDocument/2006/relationships/image" Target="../media/image838.png"/><Relationship Id="rId13" Type="http://schemas.openxmlformats.org/officeDocument/2006/relationships/image" Target="../media/image843.png"/><Relationship Id="rId18" Type="http://schemas.openxmlformats.org/officeDocument/2006/relationships/image" Target="../media/image848.png"/><Relationship Id="rId3" Type="http://schemas.openxmlformats.org/officeDocument/2006/relationships/image" Target="../media/image817.png"/><Relationship Id="rId21" Type="http://schemas.openxmlformats.org/officeDocument/2006/relationships/image" Target="../media/image857.png"/><Relationship Id="rId7" Type="http://schemas.openxmlformats.org/officeDocument/2006/relationships/image" Target="../media/image837.png"/><Relationship Id="rId12" Type="http://schemas.openxmlformats.org/officeDocument/2006/relationships/image" Target="../media/image842.png"/><Relationship Id="rId17" Type="http://schemas.openxmlformats.org/officeDocument/2006/relationships/image" Target="../media/image856.png"/><Relationship Id="rId2" Type="http://schemas.openxmlformats.org/officeDocument/2006/relationships/image" Target="../media/image854.png"/><Relationship Id="rId16" Type="http://schemas.openxmlformats.org/officeDocument/2006/relationships/image" Target="../media/image855.png"/><Relationship Id="rId20" Type="http://schemas.openxmlformats.org/officeDocument/2006/relationships/image" Target="../media/image850.png"/><Relationship Id="rId1" Type="http://schemas.openxmlformats.org/officeDocument/2006/relationships/slideLayout" Target="../slideLayouts/slideLayout5.xml"/><Relationship Id="rId6" Type="http://schemas.openxmlformats.org/officeDocument/2006/relationships/image" Target="../media/image836.png"/><Relationship Id="rId11" Type="http://schemas.openxmlformats.org/officeDocument/2006/relationships/image" Target="../media/image841.png"/><Relationship Id="rId5" Type="http://schemas.openxmlformats.org/officeDocument/2006/relationships/image" Target="../media/image835.png"/><Relationship Id="rId15" Type="http://schemas.openxmlformats.org/officeDocument/2006/relationships/image" Target="../media/image845.png"/><Relationship Id="rId23" Type="http://schemas.openxmlformats.org/officeDocument/2006/relationships/image" Target="../media/image859.png"/><Relationship Id="rId10" Type="http://schemas.openxmlformats.org/officeDocument/2006/relationships/image" Target="../media/image840.png"/><Relationship Id="rId19" Type="http://schemas.openxmlformats.org/officeDocument/2006/relationships/image" Target="../media/image849.png"/><Relationship Id="rId4" Type="http://schemas.openxmlformats.org/officeDocument/2006/relationships/image" Target="../media/image818.png"/><Relationship Id="rId9" Type="http://schemas.openxmlformats.org/officeDocument/2006/relationships/image" Target="../media/image839.png"/><Relationship Id="rId14" Type="http://schemas.openxmlformats.org/officeDocument/2006/relationships/image" Target="../media/image844.png"/><Relationship Id="rId22" Type="http://schemas.openxmlformats.org/officeDocument/2006/relationships/image" Target="../media/image858.png"/></Relationships>
</file>

<file path=ppt/slides/_rels/slide54.xml.rels><?xml version="1.0" encoding="UTF-8" standalone="yes"?>
<Relationships xmlns="http://schemas.openxmlformats.org/package/2006/relationships"><Relationship Id="rId8" Type="http://schemas.openxmlformats.org/officeDocument/2006/relationships/image" Target="../media/image864.png"/><Relationship Id="rId3" Type="http://schemas.openxmlformats.org/officeDocument/2006/relationships/image" Target="../media/image41.png"/><Relationship Id="rId7" Type="http://schemas.openxmlformats.org/officeDocument/2006/relationships/image" Target="../media/image863.png"/><Relationship Id="rId2" Type="http://schemas.openxmlformats.org/officeDocument/2006/relationships/image" Target="../media/image816.png"/><Relationship Id="rId1" Type="http://schemas.openxmlformats.org/officeDocument/2006/relationships/slideLayout" Target="../slideLayouts/slideLayout5.xml"/><Relationship Id="rId6" Type="http://schemas.openxmlformats.org/officeDocument/2006/relationships/image" Target="../media/image862.png"/><Relationship Id="rId5" Type="http://schemas.openxmlformats.org/officeDocument/2006/relationships/image" Target="../media/image861.png"/><Relationship Id="rId4" Type="http://schemas.openxmlformats.org/officeDocument/2006/relationships/image" Target="../media/image860.png"/></Relationships>
</file>

<file path=ppt/slides/_rels/slide55.xml.rels><?xml version="1.0" encoding="UTF-8" standalone="yes"?>
<Relationships xmlns="http://schemas.openxmlformats.org/package/2006/relationships"><Relationship Id="rId3" Type="http://schemas.openxmlformats.org/officeDocument/2006/relationships/image" Target="../media/image54.png"/><Relationship Id="rId2" Type="http://schemas.openxmlformats.org/officeDocument/2006/relationships/image" Target="../media/image816.png"/><Relationship Id="rId1" Type="http://schemas.openxmlformats.org/officeDocument/2006/relationships/slideLayout" Target="../slideLayouts/slideLayout5.xml"/><Relationship Id="rId5" Type="http://schemas.openxmlformats.org/officeDocument/2006/relationships/image" Target="../media/image866.png"/><Relationship Id="rId4" Type="http://schemas.openxmlformats.org/officeDocument/2006/relationships/image" Target="../media/image865.png"/></Relationships>
</file>

<file path=ppt/slides/_rels/slide56.xml.rels><?xml version="1.0" encoding="UTF-8" standalone="yes"?>
<Relationships xmlns="http://schemas.openxmlformats.org/package/2006/relationships"><Relationship Id="rId8" Type="http://schemas.openxmlformats.org/officeDocument/2006/relationships/image" Target="../media/image870.png"/><Relationship Id="rId3" Type="http://schemas.openxmlformats.org/officeDocument/2006/relationships/image" Target="../media/image57.png"/><Relationship Id="rId7" Type="http://schemas.openxmlformats.org/officeDocument/2006/relationships/image" Target="../media/image869.png"/><Relationship Id="rId2" Type="http://schemas.openxmlformats.org/officeDocument/2006/relationships/image" Target="../media/image816.png"/><Relationship Id="rId1" Type="http://schemas.openxmlformats.org/officeDocument/2006/relationships/slideLayout" Target="../slideLayouts/slideLayout5.xml"/><Relationship Id="rId6" Type="http://schemas.openxmlformats.org/officeDocument/2006/relationships/image" Target="../media/image832.png"/><Relationship Id="rId5" Type="http://schemas.openxmlformats.org/officeDocument/2006/relationships/image" Target="../media/image868.png"/><Relationship Id="rId4" Type="http://schemas.openxmlformats.org/officeDocument/2006/relationships/image" Target="../media/image867.png"/><Relationship Id="rId9" Type="http://schemas.openxmlformats.org/officeDocument/2006/relationships/image" Target="../media/image871.png"/></Relationships>
</file>

<file path=ppt/slides/_rels/slide57.xml.rels><?xml version="1.0" encoding="UTF-8" standalone="yes"?>
<Relationships xmlns="http://schemas.openxmlformats.org/package/2006/relationships"><Relationship Id="rId8" Type="http://schemas.openxmlformats.org/officeDocument/2006/relationships/image" Target="../media/image878.png"/><Relationship Id="rId3" Type="http://schemas.openxmlformats.org/officeDocument/2006/relationships/image" Target="../media/image873.png"/><Relationship Id="rId7" Type="http://schemas.openxmlformats.org/officeDocument/2006/relationships/image" Target="../media/image877.png"/><Relationship Id="rId2" Type="http://schemas.openxmlformats.org/officeDocument/2006/relationships/image" Target="../media/image872.png"/><Relationship Id="rId1" Type="http://schemas.openxmlformats.org/officeDocument/2006/relationships/slideLayout" Target="../slideLayouts/slideLayout5.xml"/><Relationship Id="rId6" Type="http://schemas.openxmlformats.org/officeDocument/2006/relationships/image" Target="../media/image876.png"/><Relationship Id="rId5" Type="http://schemas.openxmlformats.org/officeDocument/2006/relationships/image" Target="../media/image875.png"/><Relationship Id="rId10" Type="http://schemas.openxmlformats.org/officeDocument/2006/relationships/image" Target="../media/image880.png"/><Relationship Id="rId4" Type="http://schemas.openxmlformats.org/officeDocument/2006/relationships/image" Target="../media/image874.png"/><Relationship Id="rId9" Type="http://schemas.openxmlformats.org/officeDocument/2006/relationships/image" Target="../media/image879.png"/></Relationships>
</file>

<file path=ppt/slides/_rels/slide58.xml.rels><?xml version="1.0" encoding="UTF-8" standalone="yes"?>
<Relationships xmlns="http://schemas.openxmlformats.org/package/2006/relationships"><Relationship Id="rId8" Type="http://schemas.openxmlformats.org/officeDocument/2006/relationships/image" Target="../media/image887.png"/><Relationship Id="rId3" Type="http://schemas.openxmlformats.org/officeDocument/2006/relationships/image" Target="../media/image882.png"/><Relationship Id="rId7" Type="http://schemas.openxmlformats.org/officeDocument/2006/relationships/image" Target="../media/image886.png"/><Relationship Id="rId12" Type="http://schemas.openxmlformats.org/officeDocument/2006/relationships/image" Target="../media/image891.png"/><Relationship Id="rId2" Type="http://schemas.openxmlformats.org/officeDocument/2006/relationships/image" Target="../media/image881.png"/><Relationship Id="rId1" Type="http://schemas.openxmlformats.org/officeDocument/2006/relationships/slideLayout" Target="../slideLayouts/slideLayout5.xml"/><Relationship Id="rId6" Type="http://schemas.openxmlformats.org/officeDocument/2006/relationships/image" Target="../media/image885.png"/><Relationship Id="rId11" Type="http://schemas.openxmlformats.org/officeDocument/2006/relationships/image" Target="../media/image890.png"/><Relationship Id="rId5" Type="http://schemas.openxmlformats.org/officeDocument/2006/relationships/image" Target="../media/image884.png"/><Relationship Id="rId10" Type="http://schemas.openxmlformats.org/officeDocument/2006/relationships/image" Target="../media/image889.png"/><Relationship Id="rId4" Type="http://schemas.openxmlformats.org/officeDocument/2006/relationships/image" Target="../media/image883.png"/><Relationship Id="rId9" Type="http://schemas.openxmlformats.org/officeDocument/2006/relationships/image" Target="../media/image888.png"/></Relationships>
</file>

<file path=ppt/slides/_rels/slide59.xml.rels><?xml version="1.0" encoding="UTF-8" standalone="yes"?>
<Relationships xmlns="http://schemas.openxmlformats.org/package/2006/relationships"><Relationship Id="rId3" Type="http://schemas.openxmlformats.org/officeDocument/2006/relationships/image" Target="../media/image893.png"/><Relationship Id="rId2" Type="http://schemas.openxmlformats.org/officeDocument/2006/relationships/image" Target="../media/image892.png"/><Relationship Id="rId1" Type="http://schemas.openxmlformats.org/officeDocument/2006/relationships/slideLayout" Target="../slideLayouts/slideLayout5.xml"/><Relationship Id="rId4" Type="http://schemas.openxmlformats.org/officeDocument/2006/relationships/image" Target="../media/image894.jpg"/></Relationships>
</file>

<file path=ppt/slides/_rels/slide60.xml.rels><?xml version="1.0" encoding="UTF-8" standalone="yes"?>
<Relationships xmlns="http://schemas.openxmlformats.org/package/2006/relationships"><Relationship Id="rId3" Type="http://schemas.openxmlformats.org/officeDocument/2006/relationships/image" Target="../media/image116.png"/><Relationship Id="rId2" Type="http://schemas.openxmlformats.org/officeDocument/2006/relationships/image" Target="../media/image895.png"/><Relationship Id="rId1" Type="http://schemas.openxmlformats.org/officeDocument/2006/relationships/slideLayout" Target="../slideLayouts/slideLayout5.xml"/><Relationship Id="rId4" Type="http://schemas.openxmlformats.org/officeDocument/2006/relationships/image" Target="../media/image896.jpg"/></Relationships>
</file>

<file path=ppt/slides/_rels/slide61.xml.rels><?xml version="1.0" encoding="UTF-8" standalone="yes"?>
<Relationships xmlns="http://schemas.openxmlformats.org/package/2006/relationships"><Relationship Id="rId8" Type="http://schemas.openxmlformats.org/officeDocument/2006/relationships/image" Target="../media/image903.png"/><Relationship Id="rId3" Type="http://schemas.openxmlformats.org/officeDocument/2006/relationships/image" Target="../media/image898.png"/><Relationship Id="rId7" Type="http://schemas.openxmlformats.org/officeDocument/2006/relationships/image" Target="../media/image902.png"/><Relationship Id="rId2" Type="http://schemas.openxmlformats.org/officeDocument/2006/relationships/image" Target="../media/image897.png"/><Relationship Id="rId1" Type="http://schemas.openxmlformats.org/officeDocument/2006/relationships/slideLayout" Target="../slideLayouts/slideLayout5.xml"/><Relationship Id="rId6" Type="http://schemas.openxmlformats.org/officeDocument/2006/relationships/image" Target="../media/image901.png"/><Relationship Id="rId5" Type="http://schemas.openxmlformats.org/officeDocument/2006/relationships/image" Target="../media/image900.png"/><Relationship Id="rId4" Type="http://schemas.openxmlformats.org/officeDocument/2006/relationships/image" Target="../media/image899.png"/><Relationship Id="rId9" Type="http://schemas.openxmlformats.org/officeDocument/2006/relationships/image" Target="../media/image904.png"/></Relationships>
</file>

<file path=ppt/slides/_rels/slide62.xml.rels><?xml version="1.0" encoding="UTF-8" standalone="yes"?>
<Relationships xmlns="http://schemas.openxmlformats.org/package/2006/relationships"><Relationship Id="rId8" Type="http://schemas.openxmlformats.org/officeDocument/2006/relationships/image" Target="../media/image911.png"/><Relationship Id="rId3" Type="http://schemas.openxmlformats.org/officeDocument/2006/relationships/image" Target="../media/image906.png"/><Relationship Id="rId7" Type="http://schemas.openxmlformats.org/officeDocument/2006/relationships/image" Target="../media/image910.png"/><Relationship Id="rId2" Type="http://schemas.openxmlformats.org/officeDocument/2006/relationships/image" Target="../media/image905.png"/><Relationship Id="rId1" Type="http://schemas.openxmlformats.org/officeDocument/2006/relationships/slideLayout" Target="../slideLayouts/slideLayout5.xml"/><Relationship Id="rId6" Type="http://schemas.openxmlformats.org/officeDocument/2006/relationships/image" Target="../media/image909.png"/><Relationship Id="rId5" Type="http://schemas.openxmlformats.org/officeDocument/2006/relationships/image" Target="../media/image908.png"/><Relationship Id="rId4" Type="http://schemas.openxmlformats.org/officeDocument/2006/relationships/image" Target="../media/image907.png"/><Relationship Id="rId9" Type="http://schemas.openxmlformats.org/officeDocument/2006/relationships/image" Target="../media/image912.png"/></Relationships>
</file>

<file path=ppt/slides/_rels/slide63.xml.rels><?xml version="1.0" encoding="UTF-8" standalone="yes"?>
<Relationships xmlns="http://schemas.openxmlformats.org/package/2006/relationships"><Relationship Id="rId8" Type="http://schemas.openxmlformats.org/officeDocument/2006/relationships/image" Target="../media/image919.png"/><Relationship Id="rId13" Type="http://schemas.openxmlformats.org/officeDocument/2006/relationships/image" Target="../media/image924.png"/><Relationship Id="rId3" Type="http://schemas.openxmlformats.org/officeDocument/2006/relationships/image" Target="../media/image914.png"/><Relationship Id="rId7" Type="http://schemas.openxmlformats.org/officeDocument/2006/relationships/image" Target="../media/image918.png"/><Relationship Id="rId12" Type="http://schemas.openxmlformats.org/officeDocument/2006/relationships/image" Target="../media/image923.png"/><Relationship Id="rId17" Type="http://schemas.openxmlformats.org/officeDocument/2006/relationships/image" Target="../media/image928.png"/><Relationship Id="rId2" Type="http://schemas.openxmlformats.org/officeDocument/2006/relationships/image" Target="../media/image913.png"/><Relationship Id="rId16" Type="http://schemas.openxmlformats.org/officeDocument/2006/relationships/image" Target="../media/image927.png"/><Relationship Id="rId1" Type="http://schemas.openxmlformats.org/officeDocument/2006/relationships/slideLayout" Target="../slideLayouts/slideLayout5.xml"/><Relationship Id="rId6" Type="http://schemas.openxmlformats.org/officeDocument/2006/relationships/image" Target="../media/image917.png"/><Relationship Id="rId11" Type="http://schemas.openxmlformats.org/officeDocument/2006/relationships/image" Target="../media/image922.png"/><Relationship Id="rId5" Type="http://schemas.openxmlformats.org/officeDocument/2006/relationships/image" Target="../media/image916.png"/><Relationship Id="rId15" Type="http://schemas.openxmlformats.org/officeDocument/2006/relationships/image" Target="../media/image926.png"/><Relationship Id="rId10" Type="http://schemas.openxmlformats.org/officeDocument/2006/relationships/image" Target="../media/image921.png"/><Relationship Id="rId4" Type="http://schemas.openxmlformats.org/officeDocument/2006/relationships/image" Target="../media/image915.png"/><Relationship Id="rId9" Type="http://schemas.openxmlformats.org/officeDocument/2006/relationships/image" Target="../media/image920.png"/><Relationship Id="rId14" Type="http://schemas.openxmlformats.org/officeDocument/2006/relationships/image" Target="../media/image925.png"/></Relationships>
</file>

<file path=ppt/slides/_rels/slide64.xml.rels><?xml version="1.0" encoding="UTF-8" standalone="yes"?>
<Relationships xmlns="http://schemas.openxmlformats.org/package/2006/relationships"><Relationship Id="rId8" Type="http://schemas.openxmlformats.org/officeDocument/2006/relationships/image" Target="../media/image935.png"/><Relationship Id="rId3" Type="http://schemas.openxmlformats.org/officeDocument/2006/relationships/image" Target="../media/image930.png"/><Relationship Id="rId7" Type="http://schemas.openxmlformats.org/officeDocument/2006/relationships/image" Target="../media/image934.png"/><Relationship Id="rId2" Type="http://schemas.openxmlformats.org/officeDocument/2006/relationships/image" Target="../media/image929.png"/><Relationship Id="rId1" Type="http://schemas.openxmlformats.org/officeDocument/2006/relationships/slideLayout" Target="../slideLayouts/slideLayout5.xml"/><Relationship Id="rId6" Type="http://schemas.openxmlformats.org/officeDocument/2006/relationships/image" Target="../media/image933.png"/><Relationship Id="rId5" Type="http://schemas.openxmlformats.org/officeDocument/2006/relationships/image" Target="../media/image932.png"/><Relationship Id="rId4" Type="http://schemas.openxmlformats.org/officeDocument/2006/relationships/image" Target="../media/image931.png"/></Relationships>
</file>

<file path=ppt/slides/_rels/slide65.xml.rels><?xml version="1.0" encoding="UTF-8" standalone="yes"?>
<Relationships xmlns="http://schemas.openxmlformats.org/package/2006/relationships"><Relationship Id="rId8" Type="http://schemas.openxmlformats.org/officeDocument/2006/relationships/image" Target="../media/image942.png"/><Relationship Id="rId3" Type="http://schemas.openxmlformats.org/officeDocument/2006/relationships/image" Target="../media/image937.png"/><Relationship Id="rId7" Type="http://schemas.openxmlformats.org/officeDocument/2006/relationships/image" Target="../media/image941.png"/><Relationship Id="rId2" Type="http://schemas.openxmlformats.org/officeDocument/2006/relationships/image" Target="../media/image936.png"/><Relationship Id="rId1" Type="http://schemas.openxmlformats.org/officeDocument/2006/relationships/slideLayout" Target="../slideLayouts/slideLayout5.xml"/><Relationship Id="rId6" Type="http://schemas.openxmlformats.org/officeDocument/2006/relationships/image" Target="../media/image940.png"/><Relationship Id="rId5" Type="http://schemas.openxmlformats.org/officeDocument/2006/relationships/image" Target="../media/image939.png"/><Relationship Id="rId4" Type="http://schemas.openxmlformats.org/officeDocument/2006/relationships/image" Target="../media/image938.png"/><Relationship Id="rId9" Type="http://schemas.openxmlformats.org/officeDocument/2006/relationships/image" Target="../media/image943.png"/></Relationships>
</file>

<file path=ppt/slides/_rels/slide66.xml.rels><?xml version="1.0" encoding="UTF-8" standalone="yes"?>
<Relationships xmlns="http://schemas.openxmlformats.org/package/2006/relationships"><Relationship Id="rId3" Type="http://schemas.openxmlformats.org/officeDocument/2006/relationships/image" Target="../media/image945.png"/><Relationship Id="rId7" Type="http://schemas.openxmlformats.org/officeDocument/2006/relationships/image" Target="../media/image949.png"/><Relationship Id="rId2" Type="http://schemas.openxmlformats.org/officeDocument/2006/relationships/image" Target="../media/image944.png"/><Relationship Id="rId1" Type="http://schemas.openxmlformats.org/officeDocument/2006/relationships/slideLayout" Target="../slideLayouts/slideLayout5.xml"/><Relationship Id="rId6" Type="http://schemas.openxmlformats.org/officeDocument/2006/relationships/image" Target="../media/image948.png"/><Relationship Id="rId5" Type="http://schemas.openxmlformats.org/officeDocument/2006/relationships/image" Target="../media/image947.png"/><Relationship Id="rId4" Type="http://schemas.openxmlformats.org/officeDocument/2006/relationships/image" Target="../media/image946.png"/></Relationships>
</file>

<file path=ppt/slides/_rels/slide67.xml.rels><?xml version="1.0" encoding="UTF-8" standalone="yes"?>
<Relationships xmlns="http://schemas.openxmlformats.org/package/2006/relationships"><Relationship Id="rId8" Type="http://schemas.openxmlformats.org/officeDocument/2006/relationships/image" Target="../media/image956.png"/><Relationship Id="rId3" Type="http://schemas.openxmlformats.org/officeDocument/2006/relationships/image" Target="../media/image951.png"/><Relationship Id="rId7" Type="http://schemas.openxmlformats.org/officeDocument/2006/relationships/image" Target="../media/image955.png"/><Relationship Id="rId2" Type="http://schemas.openxmlformats.org/officeDocument/2006/relationships/image" Target="../media/image950.png"/><Relationship Id="rId1" Type="http://schemas.openxmlformats.org/officeDocument/2006/relationships/slideLayout" Target="../slideLayouts/slideLayout5.xml"/><Relationship Id="rId6" Type="http://schemas.openxmlformats.org/officeDocument/2006/relationships/image" Target="../media/image954.png"/><Relationship Id="rId5" Type="http://schemas.openxmlformats.org/officeDocument/2006/relationships/image" Target="../media/image953.png"/><Relationship Id="rId10" Type="http://schemas.openxmlformats.org/officeDocument/2006/relationships/image" Target="../media/image958.png"/><Relationship Id="rId4" Type="http://schemas.openxmlformats.org/officeDocument/2006/relationships/image" Target="../media/image952.png"/><Relationship Id="rId9" Type="http://schemas.openxmlformats.org/officeDocument/2006/relationships/image" Target="../media/image957.png"/></Relationships>
</file>

<file path=ppt/slides/_rels/slide68.xml.rels><?xml version="1.0" encoding="UTF-8" standalone="yes"?>
<Relationships xmlns="http://schemas.openxmlformats.org/package/2006/relationships"><Relationship Id="rId8" Type="http://schemas.openxmlformats.org/officeDocument/2006/relationships/image" Target="../media/image964.png"/><Relationship Id="rId13" Type="http://schemas.openxmlformats.org/officeDocument/2006/relationships/image" Target="../media/image969.png"/><Relationship Id="rId3" Type="http://schemas.openxmlformats.org/officeDocument/2006/relationships/image" Target="../media/image448.png"/><Relationship Id="rId7" Type="http://schemas.openxmlformats.org/officeDocument/2006/relationships/image" Target="../media/image963.png"/><Relationship Id="rId12" Type="http://schemas.openxmlformats.org/officeDocument/2006/relationships/image" Target="../media/image968.png"/><Relationship Id="rId2" Type="http://schemas.openxmlformats.org/officeDocument/2006/relationships/image" Target="../media/image959.png"/><Relationship Id="rId1" Type="http://schemas.openxmlformats.org/officeDocument/2006/relationships/slideLayout" Target="../slideLayouts/slideLayout5.xml"/><Relationship Id="rId6" Type="http://schemas.openxmlformats.org/officeDocument/2006/relationships/image" Target="../media/image962.png"/><Relationship Id="rId11" Type="http://schemas.openxmlformats.org/officeDocument/2006/relationships/image" Target="../media/image967.png"/><Relationship Id="rId5" Type="http://schemas.openxmlformats.org/officeDocument/2006/relationships/image" Target="../media/image961.png"/><Relationship Id="rId10" Type="http://schemas.openxmlformats.org/officeDocument/2006/relationships/image" Target="../media/image966.png"/><Relationship Id="rId4" Type="http://schemas.openxmlformats.org/officeDocument/2006/relationships/image" Target="../media/image960.png"/><Relationship Id="rId9" Type="http://schemas.openxmlformats.org/officeDocument/2006/relationships/image" Target="../media/image965.png"/></Relationships>
</file>

<file path=ppt/slides/_rels/slide69.xml.rels><?xml version="1.0" encoding="UTF-8" standalone="yes"?>
<Relationships xmlns="http://schemas.openxmlformats.org/package/2006/relationships"><Relationship Id="rId8" Type="http://schemas.openxmlformats.org/officeDocument/2006/relationships/image" Target="../media/image976.png"/><Relationship Id="rId3" Type="http://schemas.openxmlformats.org/officeDocument/2006/relationships/image" Target="../media/image971.png"/><Relationship Id="rId7" Type="http://schemas.openxmlformats.org/officeDocument/2006/relationships/image" Target="../media/image975.png"/><Relationship Id="rId2" Type="http://schemas.openxmlformats.org/officeDocument/2006/relationships/image" Target="../media/image970.png"/><Relationship Id="rId1" Type="http://schemas.openxmlformats.org/officeDocument/2006/relationships/slideLayout" Target="../slideLayouts/slideLayout5.xml"/><Relationship Id="rId6" Type="http://schemas.openxmlformats.org/officeDocument/2006/relationships/image" Target="../media/image974.png"/><Relationship Id="rId5" Type="http://schemas.openxmlformats.org/officeDocument/2006/relationships/image" Target="../media/image973.png"/><Relationship Id="rId4" Type="http://schemas.openxmlformats.org/officeDocument/2006/relationships/image" Target="../media/image972.png"/><Relationship Id="rId9" Type="http://schemas.openxmlformats.org/officeDocument/2006/relationships/image" Target="../media/image977.png"/></Relationships>
</file>

<file path=ppt/slides/_rels/slide70.xml.rels><?xml version="1.0" encoding="UTF-8" standalone="yes"?>
<Relationships xmlns="http://schemas.openxmlformats.org/package/2006/relationships"><Relationship Id="rId3" Type="http://schemas.openxmlformats.org/officeDocument/2006/relationships/image" Target="../media/image116.png"/><Relationship Id="rId2" Type="http://schemas.openxmlformats.org/officeDocument/2006/relationships/image" Target="../media/image978.png"/><Relationship Id="rId1" Type="http://schemas.openxmlformats.org/officeDocument/2006/relationships/slideLayout" Target="../slideLayouts/slideLayout5.xml"/><Relationship Id="rId5" Type="http://schemas.openxmlformats.org/officeDocument/2006/relationships/image" Target="../media/image83.png"/><Relationship Id="rId4" Type="http://schemas.openxmlformats.org/officeDocument/2006/relationships/image" Target="../media/image979.png"/></Relationships>
</file>

<file path=ppt/slides/_rels/slide71.xml.rels><?xml version="1.0" encoding="UTF-8" standalone="yes"?>
<Relationships xmlns="http://schemas.openxmlformats.org/package/2006/relationships"><Relationship Id="rId26" Type="http://schemas.openxmlformats.org/officeDocument/2006/relationships/image" Target="../media/image1004.png"/><Relationship Id="rId21" Type="http://schemas.openxmlformats.org/officeDocument/2006/relationships/image" Target="../media/image999.png"/><Relationship Id="rId34" Type="http://schemas.openxmlformats.org/officeDocument/2006/relationships/image" Target="../media/image1012.png"/><Relationship Id="rId42" Type="http://schemas.openxmlformats.org/officeDocument/2006/relationships/image" Target="../media/image1020.png"/><Relationship Id="rId47" Type="http://schemas.openxmlformats.org/officeDocument/2006/relationships/image" Target="../media/image1025.png"/><Relationship Id="rId50" Type="http://schemas.openxmlformats.org/officeDocument/2006/relationships/image" Target="../media/image1028.png"/><Relationship Id="rId55" Type="http://schemas.openxmlformats.org/officeDocument/2006/relationships/image" Target="../media/image1033.png"/><Relationship Id="rId63" Type="http://schemas.openxmlformats.org/officeDocument/2006/relationships/image" Target="../media/image1041.png"/><Relationship Id="rId68" Type="http://schemas.openxmlformats.org/officeDocument/2006/relationships/image" Target="../media/image1046.png"/><Relationship Id="rId7" Type="http://schemas.openxmlformats.org/officeDocument/2006/relationships/image" Target="../media/image985.png"/><Relationship Id="rId2" Type="http://schemas.openxmlformats.org/officeDocument/2006/relationships/image" Target="../media/image980.png"/><Relationship Id="rId16" Type="http://schemas.openxmlformats.org/officeDocument/2006/relationships/image" Target="../media/image994.png"/><Relationship Id="rId29" Type="http://schemas.openxmlformats.org/officeDocument/2006/relationships/image" Target="../media/image1007.png"/><Relationship Id="rId11" Type="http://schemas.openxmlformats.org/officeDocument/2006/relationships/image" Target="../media/image989.png"/><Relationship Id="rId24" Type="http://schemas.openxmlformats.org/officeDocument/2006/relationships/image" Target="../media/image1002.png"/><Relationship Id="rId32" Type="http://schemas.openxmlformats.org/officeDocument/2006/relationships/image" Target="../media/image1010.png"/><Relationship Id="rId37" Type="http://schemas.openxmlformats.org/officeDocument/2006/relationships/image" Target="../media/image1015.png"/><Relationship Id="rId40" Type="http://schemas.openxmlformats.org/officeDocument/2006/relationships/image" Target="../media/image1018.png"/><Relationship Id="rId45" Type="http://schemas.openxmlformats.org/officeDocument/2006/relationships/image" Target="../media/image1023.png"/><Relationship Id="rId53" Type="http://schemas.openxmlformats.org/officeDocument/2006/relationships/image" Target="../media/image1031.png"/><Relationship Id="rId58" Type="http://schemas.openxmlformats.org/officeDocument/2006/relationships/image" Target="../media/image1036.png"/><Relationship Id="rId66" Type="http://schemas.openxmlformats.org/officeDocument/2006/relationships/image" Target="../media/image1044.png"/><Relationship Id="rId5" Type="http://schemas.openxmlformats.org/officeDocument/2006/relationships/image" Target="../media/image983.png"/><Relationship Id="rId61" Type="http://schemas.openxmlformats.org/officeDocument/2006/relationships/image" Target="../media/image1039.png"/><Relationship Id="rId19" Type="http://schemas.openxmlformats.org/officeDocument/2006/relationships/image" Target="../media/image997.png"/><Relationship Id="rId14" Type="http://schemas.openxmlformats.org/officeDocument/2006/relationships/image" Target="../media/image992.png"/><Relationship Id="rId22" Type="http://schemas.openxmlformats.org/officeDocument/2006/relationships/image" Target="../media/image1000.png"/><Relationship Id="rId27" Type="http://schemas.openxmlformats.org/officeDocument/2006/relationships/image" Target="../media/image1005.png"/><Relationship Id="rId30" Type="http://schemas.openxmlformats.org/officeDocument/2006/relationships/image" Target="../media/image1008.png"/><Relationship Id="rId35" Type="http://schemas.openxmlformats.org/officeDocument/2006/relationships/image" Target="../media/image1013.png"/><Relationship Id="rId43" Type="http://schemas.openxmlformats.org/officeDocument/2006/relationships/image" Target="../media/image1021.png"/><Relationship Id="rId48" Type="http://schemas.openxmlformats.org/officeDocument/2006/relationships/image" Target="../media/image1026.png"/><Relationship Id="rId56" Type="http://schemas.openxmlformats.org/officeDocument/2006/relationships/image" Target="../media/image1034.png"/><Relationship Id="rId64" Type="http://schemas.openxmlformats.org/officeDocument/2006/relationships/image" Target="../media/image1042.png"/><Relationship Id="rId8" Type="http://schemas.openxmlformats.org/officeDocument/2006/relationships/image" Target="../media/image986.png"/><Relationship Id="rId51" Type="http://schemas.openxmlformats.org/officeDocument/2006/relationships/image" Target="../media/image1029.png"/><Relationship Id="rId3" Type="http://schemas.openxmlformats.org/officeDocument/2006/relationships/image" Target="../media/image981.png"/><Relationship Id="rId12" Type="http://schemas.openxmlformats.org/officeDocument/2006/relationships/image" Target="../media/image990.png"/><Relationship Id="rId17" Type="http://schemas.openxmlformats.org/officeDocument/2006/relationships/image" Target="../media/image995.png"/><Relationship Id="rId25" Type="http://schemas.openxmlformats.org/officeDocument/2006/relationships/image" Target="../media/image1003.png"/><Relationship Id="rId33" Type="http://schemas.openxmlformats.org/officeDocument/2006/relationships/image" Target="../media/image1011.png"/><Relationship Id="rId38" Type="http://schemas.openxmlformats.org/officeDocument/2006/relationships/image" Target="../media/image1016.png"/><Relationship Id="rId46" Type="http://schemas.openxmlformats.org/officeDocument/2006/relationships/image" Target="../media/image1024.png"/><Relationship Id="rId59" Type="http://schemas.openxmlformats.org/officeDocument/2006/relationships/image" Target="../media/image1037.png"/><Relationship Id="rId67" Type="http://schemas.openxmlformats.org/officeDocument/2006/relationships/image" Target="../media/image1045.png"/><Relationship Id="rId20" Type="http://schemas.openxmlformats.org/officeDocument/2006/relationships/image" Target="../media/image998.png"/><Relationship Id="rId41" Type="http://schemas.openxmlformats.org/officeDocument/2006/relationships/image" Target="../media/image1019.png"/><Relationship Id="rId54" Type="http://schemas.openxmlformats.org/officeDocument/2006/relationships/image" Target="../media/image1032.png"/><Relationship Id="rId62" Type="http://schemas.openxmlformats.org/officeDocument/2006/relationships/image" Target="../media/image1040.png"/><Relationship Id="rId1" Type="http://schemas.openxmlformats.org/officeDocument/2006/relationships/slideLayout" Target="../slideLayouts/slideLayout5.xml"/><Relationship Id="rId6" Type="http://schemas.openxmlformats.org/officeDocument/2006/relationships/image" Target="../media/image984.png"/><Relationship Id="rId15" Type="http://schemas.openxmlformats.org/officeDocument/2006/relationships/image" Target="../media/image993.png"/><Relationship Id="rId23" Type="http://schemas.openxmlformats.org/officeDocument/2006/relationships/image" Target="../media/image1001.png"/><Relationship Id="rId28" Type="http://schemas.openxmlformats.org/officeDocument/2006/relationships/image" Target="../media/image1006.png"/><Relationship Id="rId36" Type="http://schemas.openxmlformats.org/officeDocument/2006/relationships/image" Target="../media/image1014.png"/><Relationship Id="rId49" Type="http://schemas.openxmlformats.org/officeDocument/2006/relationships/image" Target="../media/image1027.png"/><Relationship Id="rId57" Type="http://schemas.openxmlformats.org/officeDocument/2006/relationships/image" Target="../media/image1035.png"/><Relationship Id="rId10" Type="http://schemas.openxmlformats.org/officeDocument/2006/relationships/image" Target="../media/image988.png"/><Relationship Id="rId31" Type="http://schemas.openxmlformats.org/officeDocument/2006/relationships/image" Target="../media/image1009.png"/><Relationship Id="rId44" Type="http://schemas.openxmlformats.org/officeDocument/2006/relationships/image" Target="../media/image1022.png"/><Relationship Id="rId52" Type="http://schemas.openxmlformats.org/officeDocument/2006/relationships/image" Target="../media/image1030.png"/><Relationship Id="rId60" Type="http://schemas.openxmlformats.org/officeDocument/2006/relationships/image" Target="../media/image1038.png"/><Relationship Id="rId65" Type="http://schemas.openxmlformats.org/officeDocument/2006/relationships/image" Target="../media/image1043.png"/><Relationship Id="rId4" Type="http://schemas.openxmlformats.org/officeDocument/2006/relationships/image" Target="../media/image982.png"/><Relationship Id="rId9" Type="http://schemas.openxmlformats.org/officeDocument/2006/relationships/image" Target="../media/image987.png"/><Relationship Id="rId13" Type="http://schemas.openxmlformats.org/officeDocument/2006/relationships/image" Target="../media/image991.png"/><Relationship Id="rId18" Type="http://schemas.openxmlformats.org/officeDocument/2006/relationships/image" Target="../media/image996.png"/><Relationship Id="rId39" Type="http://schemas.openxmlformats.org/officeDocument/2006/relationships/image" Target="../media/image1017.png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object 2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9668255" y="7229856"/>
            <a:ext cx="88392" cy="143256"/>
          </a:xfrm>
          <a:prstGeom prst="rect">
            <a:avLst/>
          </a:prstGeom>
        </p:spPr>
      </p:pic>
      <p:sp>
        <p:nvSpPr>
          <p:cNvPr id="3" name="object 3"/>
          <p:cNvSpPr/>
          <p:nvPr/>
        </p:nvSpPr>
        <p:spPr>
          <a:xfrm>
            <a:off x="1760219" y="1328927"/>
            <a:ext cx="218440" cy="447040"/>
          </a:xfrm>
          <a:custGeom>
            <a:avLst/>
            <a:gdLst/>
            <a:ahLst/>
            <a:cxnLst/>
            <a:rect l="l" t="t" r="r" b="b"/>
            <a:pathLst>
              <a:path w="218439" h="447039">
                <a:moveTo>
                  <a:pt x="217931" y="446532"/>
                </a:moveTo>
                <a:lnTo>
                  <a:pt x="0" y="446532"/>
                </a:lnTo>
                <a:lnTo>
                  <a:pt x="0" y="400812"/>
                </a:lnTo>
                <a:lnTo>
                  <a:pt x="80771" y="400812"/>
                </a:lnTo>
                <a:lnTo>
                  <a:pt x="80771" y="102108"/>
                </a:lnTo>
                <a:lnTo>
                  <a:pt x="0" y="102108"/>
                </a:lnTo>
                <a:lnTo>
                  <a:pt x="0" y="62484"/>
                </a:lnTo>
                <a:lnTo>
                  <a:pt x="21407" y="61626"/>
                </a:lnTo>
                <a:lnTo>
                  <a:pt x="39814" y="59055"/>
                </a:lnTo>
                <a:lnTo>
                  <a:pt x="77081" y="41362"/>
                </a:lnTo>
                <a:lnTo>
                  <a:pt x="91439" y="0"/>
                </a:lnTo>
                <a:lnTo>
                  <a:pt x="138683" y="0"/>
                </a:lnTo>
                <a:lnTo>
                  <a:pt x="138683" y="400812"/>
                </a:lnTo>
                <a:lnTo>
                  <a:pt x="217931" y="400812"/>
                </a:lnTo>
                <a:lnTo>
                  <a:pt x="217931" y="446532"/>
                </a:lnTo>
                <a:close/>
              </a:path>
            </a:pathLst>
          </a:custGeom>
          <a:solidFill>
            <a:srgbClr val="3333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" name="object 4"/>
          <p:cNvSpPr/>
          <p:nvPr/>
        </p:nvSpPr>
        <p:spPr>
          <a:xfrm>
            <a:off x="2084832" y="1690116"/>
            <a:ext cx="71755" cy="85725"/>
          </a:xfrm>
          <a:custGeom>
            <a:avLst/>
            <a:gdLst/>
            <a:ahLst/>
            <a:cxnLst/>
            <a:rect l="l" t="t" r="r" b="b"/>
            <a:pathLst>
              <a:path w="71755" h="85725">
                <a:moveTo>
                  <a:pt x="71627" y="85343"/>
                </a:moveTo>
                <a:lnTo>
                  <a:pt x="0" y="85343"/>
                </a:lnTo>
                <a:lnTo>
                  <a:pt x="0" y="0"/>
                </a:lnTo>
                <a:lnTo>
                  <a:pt x="71627" y="0"/>
                </a:lnTo>
                <a:lnTo>
                  <a:pt x="71627" y="85343"/>
                </a:lnTo>
                <a:close/>
              </a:path>
            </a:pathLst>
          </a:custGeom>
          <a:solidFill>
            <a:srgbClr val="3333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" name="object 5"/>
          <p:cNvSpPr/>
          <p:nvPr/>
        </p:nvSpPr>
        <p:spPr>
          <a:xfrm>
            <a:off x="2279903" y="1328927"/>
            <a:ext cx="218440" cy="447040"/>
          </a:xfrm>
          <a:custGeom>
            <a:avLst/>
            <a:gdLst/>
            <a:ahLst/>
            <a:cxnLst/>
            <a:rect l="l" t="t" r="r" b="b"/>
            <a:pathLst>
              <a:path w="218439" h="447039">
                <a:moveTo>
                  <a:pt x="217931" y="446532"/>
                </a:moveTo>
                <a:lnTo>
                  <a:pt x="0" y="446532"/>
                </a:lnTo>
                <a:lnTo>
                  <a:pt x="0" y="400812"/>
                </a:lnTo>
                <a:lnTo>
                  <a:pt x="80771" y="400812"/>
                </a:lnTo>
                <a:lnTo>
                  <a:pt x="80771" y="102108"/>
                </a:lnTo>
                <a:lnTo>
                  <a:pt x="0" y="102108"/>
                </a:lnTo>
                <a:lnTo>
                  <a:pt x="0" y="62484"/>
                </a:lnTo>
                <a:lnTo>
                  <a:pt x="21431" y="61626"/>
                </a:lnTo>
                <a:lnTo>
                  <a:pt x="40004" y="59055"/>
                </a:lnTo>
                <a:lnTo>
                  <a:pt x="77962" y="41362"/>
                </a:lnTo>
                <a:lnTo>
                  <a:pt x="92963" y="0"/>
                </a:lnTo>
                <a:lnTo>
                  <a:pt x="138683" y="0"/>
                </a:lnTo>
                <a:lnTo>
                  <a:pt x="138683" y="400812"/>
                </a:lnTo>
                <a:lnTo>
                  <a:pt x="217931" y="400812"/>
                </a:lnTo>
                <a:lnTo>
                  <a:pt x="217931" y="446532"/>
                </a:lnTo>
                <a:close/>
              </a:path>
            </a:pathLst>
          </a:custGeom>
          <a:solidFill>
            <a:srgbClr val="3333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" name="object 6"/>
          <p:cNvSpPr/>
          <p:nvPr/>
        </p:nvSpPr>
        <p:spPr>
          <a:xfrm>
            <a:off x="2764535" y="1275588"/>
            <a:ext cx="547370" cy="562610"/>
          </a:xfrm>
          <a:custGeom>
            <a:avLst/>
            <a:gdLst/>
            <a:ahLst/>
            <a:cxnLst/>
            <a:rect l="l" t="t" r="r" b="b"/>
            <a:pathLst>
              <a:path w="547370" h="562610">
                <a:moveTo>
                  <a:pt x="21336" y="175260"/>
                </a:moveTo>
                <a:lnTo>
                  <a:pt x="16764" y="164592"/>
                </a:lnTo>
                <a:lnTo>
                  <a:pt x="32980" y="148637"/>
                </a:lnTo>
                <a:lnTo>
                  <a:pt x="49339" y="130683"/>
                </a:lnTo>
                <a:lnTo>
                  <a:pt x="80772" y="89916"/>
                </a:lnTo>
                <a:lnTo>
                  <a:pt x="108204" y="45529"/>
                </a:lnTo>
                <a:lnTo>
                  <a:pt x="126492" y="0"/>
                </a:lnTo>
                <a:lnTo>
                  <a:pt x="173736" y="30480"/>
                </a:lnTo>
                <a:lnTo>
                  <a:pt x="165758" y="36552"/>
                </a:lnTo>
                <a:lnTo>
                  <a:pt x="155638" y="45910"/>
                </a:lnTo>
                <a:lnTo>
                  <a:pt x="143479" y="59031"/>
                </a:lnTo>
                <a:lnTo>
                  <a:pt x="129540" y="76200"/>
                </a:lnTo>
                <a:lnTo>
                  <a:pt x="287563" y="76200"/>
                </a:lnTo>
                <a:lnTo>
                  <a:pt x="301752" y="91440"/>
                </a:lnTo>
                <a:lnTo>
                  <a:pt x="118872" y="91440"/>
                </a:lnTo>
                <a:lnTo>
                  <a:pt x="109442" y="100845"/>
                </a:lnTo>
                <a:lnTo>
                  <a:pt x="99441" y="110680"/>
                </a:lnTo>
                <a:lnTo>
                  <a:pt x="88868" y="120800"/>
                </a:lnTo>
                <a:lnTo>
                  <a:pt x="65698" y="142255"/>
                </a:lnTo>
                <a:lnTo>
                  <a:pt x="52387" y="153162"/>
                </a:lnTo>
                <a:lnTo>
                  <a:pt x="37647" y="164068"/>
                </a:lnTo>
                <a:lnTo>
                  <a:pt x="21336" y="175260"/>
                </a:lnTo>
                <a:close/>
              </a:path>
              <a:path w="547370" h="562610">
                <a:moveTo>
                  <a:pt x="265176" y="169164"/>
                </a:moveTo>
                <a:lnTo>
                  <a:pt x="257556" y="163068"/>
                </a:lnTo>
                <a:lnTo>
                  <a:pt x="278725" y="138541"/>
                </a:lnTo>
                <a:lnTo>
                  <a:pt x="296608" y="115443"/>
                </a:lnTo>
                <a:lnTo>
                  <a:pt x="323088" y="74676"/>
                </a:lnTo>
                <a:lnTo>
                  <a:pt x="340042" y="37147"/>
                </a:lnTo>
                <a:lnTo>
                  <a:pt x="353568" y="3048"/>
                </a:lnTo>
                <a:lnTo>
                  <a:pt x="402336" y="33528"/>
                </a:lnTo>
                <a:lnTo>
                  <a:pt x="392620" y="37838"/>
                </a:lnTo>
                <a:lnTo>
                  <a:pt x="381762" y="46291"/>
                </a:lnTo>
                <a:lnTo>
                  <a:pt x="369760" y="59031"/>
                </a:lnTo>
                <a:lnTo>
                  <a:pt x="356616" y="76200"/>
                </a:lnTo>
                <a:lnTo>
                  <a:pt x="533452" y="76200"/>
                </a:lnTo>
                <a:lnTo>
                  <a:pt x="547116" y="91440"/>
                </a:lnTo>
                <a:lnTo>
                  <a:pt x="345948" y="91440"/>
                </a:lnTo>
                <a:lnTo>
                  <a:pt x="337065" y="101441"/>
                </a:lnTo>
                <a:lnTo>
                  <a:pt x="328612" y="110871"/>
                </a:lnTo>
                <a:lnTo>
                  <a:pt x="320444" y="119729"/>
                </a:lnTo>
                <a:lnTo>
                  <a:pt x="312420" y="128016"/>
                </a:lnTo>
                <a:lnTo>
                  <a:pt x="304395" y="136588"/>
                </a:lnTo>
                <a:lnTo>
                  <a:pt x="293941" y="146304"/>
                </a:lnTo>
                <a:lnTo>
                  <a:pt x="280916" y="157162"/>
                </a:lnTo>
                <a:lnTo>
                  <a:pt x="265176" y="169164"/>
                </a:lnTo>
                <a:close/>
              </a:path>
              <a:path w="547370" h="562610">
                <a:moveTo>
                  <a:pt x="287563" y="76200"/>
                </a:moveTo>
                <a:lnTo>
                  <a:pt x="231648" y="76200"/>
                </a:lnTo>
                <a:lnTo>
                  <a:pt x="260604" y="47244"/>
                </a:lnTo>
                <a:lnTo>
                  <a:pt x="287563" y="76200"/>
                </a:lnTo>
                <a:close/>
              </a:path>
              <a:path w="547370" h="562610">
                <a:moveTo>
                  <a:pt x="533452" y="76200"/>
                </a:moveTo>
                <a:lnTo>
                  <a:pt x="478536" y="76200"/>
                </a:lnTo>
                <a:lnTo>
                  <a:pt x="507492" y="47244"/>
                </a:lnTo>
                <a:lnTo>
                  <a:pt x="533452" y="76200"/>
                </a:lnTo>
                <a:close/>
              </a:path>
              <a:path w="547370" h="562610">
                <a:moveTo>
                  <a:pt x="192024" y="169164"/>
                </a:moveTo>
                <a:lnTo>
                  <a:pt x="184404" y="169164"/>
                </a:lnTo>
                <a:lnTo>
                  <a:pt x="181356" y="167640"/>
                </a:lnTo>
                <a:lnTo>
                  <a:pt x="181356" y="163068"/>
                </a:lnTo>
                <a:lnTo>
                  <a:pt x="179927" y="155067"/>
                </a:lnTo>
                <a:lnTo>
                  <a:pt x="162877" y="111823"/>
                </a:lnTo>
                <a:lnTo>
                  <a:pt x="147828" y="91440"/>
                </a:lnTo>
                <a:lnTo>
                  <a:pt x="163068" y="91440"/>
                </a:lnTo>
                <a:lnTo>
                  <a:pt x="201858" y="116300"/>
                </a:lnTo>
                <a:lnTo>
                  <a:pt x="210312" y="132588"/>
                </a:lnTo>
                <a:lnTo>
                  <a:pt x="213360" y="137160"/>
                </a:lnTo>
                <a:lnTo>
                  <a:pt x="213360" y="149352"/>
                </a:lnTo>
                <a:lnTo>
                  <a:pt x="208788" y="155448"/>
                </a:lnTo>
                <a:lnTo>
                  <a:pt x="196596" y="167640"/>
                </a:lnTo>
                <a:lnTo>
                  <a:pt x="192024" y="169164"/>
                </a:lnTo>
                <a:close/>
              </a:path>
              <a:path w="547370" h="562610">
                <a:moveTo>
                  <a:pt x="422148" y="169164"/>
                </a:moveTo>
                <a:lnTo>
                  <a:pt x="417576" y="169164"/>
                </a:lnTo>
                <a:lnTo>
                  <a:pt x="414528" y="166116"/>
                </a:lnTo>
                <a:lnTo>
                  <a:pt x="402336" y="129540"/>
                </a:lnTo>
                <a:lnTo>
                  <a:pt x="398437" y="121658"/>
                </a:lnTo>
                <a:lnTo>
                  <a:pt x="393763" y="112776"/>
                </a:lnTo>
                <a:lnTo>
                  <a:pt x="387548" y="102536"/>
                </a:lnTo>
                <a:lnTo>
                  <a:pt x="379476" y="91440"/>
                </a:lnTo>
                <a:lnTo>
                  <a:pt x="394716" y="91440"/>
                </a:lnTo>
                <a:lnTo>
                  <a:pt x="428363" y="112871"/>
                </a:lnTo>
                <a:lnTo>
                  <a:pt x="441960" y="131064"/>
                </a:lnTo>
                <a:lnTo>
                  <a:pt x="441960" y="144780"/>
                </a:lnTo>
                <a:lnTo>
                  <a:pt x="438912" y="152400"/>
                </a:lnTo>
                <a:lnTo>
                  <a:pt x="432816" y="158496"/>
                </a:lnTo>
                <a:lnTo>
                  <a:pt x="426720" y="166116"/>
                </a:lnTo>
                <a:lnTo>
                  <a:pt x="422148" y="169164"/>
                </a:lnTo>
                <a:close/>
              </a:path>
              <a:path w="547370" h="562610">
                <a:moveTo>
                  <a:pt x="97536" y="205740"/>
                </a:moveTo>
                <a:lnTo>
                  <a:pt x="76200" y="184404"/>
                </a:lnTo>
                <a:lnTo>
                  <a:pt x="432816" y="184404"/>
                </a:lnTo>
                <a:lnTo>
                  <a:pt x="457200" y="160020"/>
                </a:lnTo>
                <a:lnTo>
                  <a:pt x="490728" y="193548"/>
                </a:lnTo>
                <a:lnTo>
                  <a:pt x="483298" y="198120"/>
                </a:lnTo>
                <a:lnTo>
                  <a:pt x="143256" y="198120"/>
                </a:lnTo>
                <a:lnTo>
                  <a:pt x="133540" y="198667"/>
                </a:lnTo>
                <a:lnTo>
                  <a:pt x="122682" y="200215"/>
                </a:lnTo>
                <a:lnTo>
                  <a:pt x="110680" y="202620"/>
                </a:lnTo>
                <a:lnTo>
                  <a:pt x="97536" y="205740"/>
                </a:lnTo>
                <a:close/>
              </a:path>
              <a:path w="547370" h="562610">
                <a:moveTo>
                  <a:pt x="306324" y="269747"/>
                </a:moveTo>
                <a:lnTo>
                  <a:pt x="274320" y="269747"/>
                </a:lnTo>
                <a:lnTo>
                  <a:pt x="274320" y="198120"/>
                </a:lnTo>
                <a:lnTo>
                  <a:pt x="306324" y="198120"/>
                </a:lnTo>
                <a:lnTo>
                  <a:pt x="306324" y="269747"/>
                </a:lnTo>
                <a:close/>
              </a:path>
              <a:path w="547370" h="562610">
                <a:moveTo>
                  <a:pt x="472203" y="269747"/>
                </a:moveTo>
                <a:lnTo>
                  <a:pt x="440436" y="269747"/>
                </a:lnTo>
                <a:lnTo>
                  <a:pt x="440436" y="198120"/>
                </a:lnTo>
                <a:lnTo>
                  <a:pt x="483298" y="198120"/>
                </a:lnTo>
                <a:lnTo>
                  <a:pt x="470916" y="205740"/>
                </a:lnTo>
                <a:lnTo>
                  <a:pt x="471177" y="237172"/>
                </a:lnTo>
                <a:lnTo>
                  <a:pt x="471868" y="262890"/>
                </a:lnTo>
                <a:lnTo>
                  <a:pt x="472203" y="269747"/>
                </a:lnTo>
                <a:close/>
              </a:path>
              <a:path w="547370" h="562610">
                <a:moveTo>
                  <a:pt x="97536" y="394716"/>
                </a:moveTo>
                <a:lnTo>
                  <a:pt x="62484" y="365760"/>
                </a:lnTo>
                <a:lnTo>
                  <a:pt x="83820" y="352044"/>
                </a:lnTo>
                <a:lnTo>
                  <a:pt x="90654" y="329184"/>
                </a:lnTo>
                <a:lnTo>
                  <a:pt x="97345" y="304038"/>
                </a:lnTo>
                <a:lnTo>
                  <a:pt x="103751" y="276606"/>
                </a:lnTo>
                <a:lnTo>
                  <a:pt x="109728" y="246888"/>
                </a:lnTo>
                <a:lnTo>
                  <a:pt x="146304" y="269747"/>
                </a:lnTo>
                <a:lnTo>
                  <a:pt x="472203" y="269747"/>
                </a:lnTo>
                <a:lnTo>
                  <a:pt x="472844" y="282892"/>
                </a:lnTo>
                <a:lnTo>
                  <a:pt x="473008" y="284988"/>
                </a:lnTo>
                <a:lnTo>
                  <a:pt x="138684" y="284988"/>
                </a:lnTo>
                <a:lnTo>
                  <a:pt x="133850" y="299227"/>
                </a:lnTo>
                <a:lnTo>
                  <a:pt x="128587" y="316611"/>
                </a:lnTo>
                <a:lnTo>
                  <a:pt x="123039" y="336851"/>
                </a:lnTo>
                <a:lnTo>
                  <a:pt x="117348" y="359664"/>
                </a:lnTo>
                <a:lnTo>
                  <a:pt x="528828" y="359664"/>
                </a:lnTo>
                <a:lnTo>
                  <a:pt x="537972" y="368808"/>
                </a:lnTo>
                <a:lnTo>
                  <a:pt x="530860" y="373380"/>
                </a:lnTo>
                <a:lnTo>
                  <a:pt x="114300" y="373380"/>
                </a:lnTo>
                <a:lnTo>
                  <a:pt x="97536" y="394716"/>
                </a:lnTo>
                <a:close/>
              </a:path>
              <a:path w="547370" h="562610">
                <a:moveTo>
                  <a:pt x="306324" y="359664"/>
                </a:moveTo>
                <a:lnTo>
                  <a:pt x="274320" y="359664"/>
                </a:lnTo>
                <a:lnTo>
                  <a:pt x="274320" y="284988"/>
                </a:lnTo>
                <a:lnTo>
                  <a:pt x="306324" y="284988"/>
                </a:lnTo>
                <a:lnTo>
                  <a:pt x="306324" y="359664"/>
                </a:lnTo>
                <a:close/>
              </a:path>
              <a:path w="547370" h="562610">
                <a:moveTo>
                  <a:pt x="440436" y="310896"/>
                </a:moveTo>
                <a:lnTo>
                  <a:pt x="440436" y="284988"/>
                </a:lnTo>
                <a:lnTo>
                  <a:pt x="473008" y="284988"/>
                </a:lnTo>
                <a:lnTo>
                  <a:pt x="473964" y="297180"/>
                </a:lnTo>
                <a:lnTo>
                  <a:pt x="440436" y="310896"/>
                </a:lnTo>
                <a:close/>
              </a:path>
              <a:path w="547370" h="562610">
                <a:moveTo>
                  <a:pt x="528828" y="359664"/>
                </a:moveTo>
                <a:lnTo>
                  <a:pt x="480060" y="359664"/>
                </a:lnTo>
                <a:lnTo>
                  <a:pt x="504444" y="335280"/>
                </a:lnTo>
                <a:lnTo>
                  <a:pt x="528828" y="359664"/>
                </a:lnTo>
                <a:close/>
              </a:path>
              <a:path w="547370" h="562610">
                <a:moveTo>
                  <a:pt x="1524" y="550164"/>
                </a:moveTo>
                <a:lnTo>
                  <a:pt x="0" y="537972"/>
                </a:lnTo>
                <a:lnTo>
                  <a:pt x="32004" y="525399"/>
                </a:lnTo>
                <a:lnTo>
                  <a:pt x="64008" y="510540"/>
                </a:lnTo>
                <a:lnTo>
                  <a:pt x="128016" y="473964"/>
                </a:lnTo>
                <a:lnTo>
                  <a:pt x="185928" y="428244"/>
                </a:lnTo>
                <a:lnTo>
                  <a:pt x="234696" y="373380"/>
                </a:lnTo>
                <a:lnTo>
                  <a:pt x="306324" y="373380"/>
                </a:lnTo>
                <a:lnTo>
                  <a:pt x="306324" y="374904"/>
                </a:lnTo>
                <a:lnTo>
                  <a:pt x="274320" y="374904"/>
                </a:lnTo>
                <a:lnTo>
                  <a:pt x="248031" y="407241"/>
                </a:lnTo>
                <a:lnTo>
                  <a:pt x="219456" y="435864"/>
                </a:lnTo>
                <a:lnTo>
                  <a:pt x="188595" y="461057"/>
                </a:lnTo>
                <a:lnTo>
                  <a:pt x="155448" y="483108"/>
                </a:lnTo>
                <a:lnTo>
                  <a:pt x="120038" y="502800"/>
                </a:lnTo>
                <a:lnTo>
                  <a:pt x="82486" y="520636"/>
                </a:lnTo>
                <a:lnTo>
                  <a:pt x="42933" y="536471"/>
                </a:lnTo>
                <a:lnTo>
                  <a:pt x="1524" y="550164"/>
                </a:lnTo>
                <a:close/>
              </a:path>
              <a:path w="547370" h="562610">
                <a:moveTo>
                  <a:pt x="499561" y="470916"/>
                </a:moveTo>
                <a:lnTo>
                  <a:pt x="448056" y="470916"/>
                </a:lnTo>
                <a:lnTo>
                  <a:pt x="457200" y="469392"/>
                </a:lnTo>
                <a:lnTo>
                  <a:pt x="463296" y="464820"/>
                </a:lnTo>
                <a:lnTo>
                  <a:pt x="474345" y="428244"/>
                </a:lnTo>
                <a:lnTo>
                  <a:pt x="483108" y="373380"/>
                </a:lnTo>
                <a:lnTo>
                  <a:pt x="530860" y="373380"/>
                </a:lnTo>
                <a:lnTo>
                  <a:pt x="516636" y="382524"/>
                </a:lnTo>
                <a:lnTo>
                  <a:pt x="512325" y="409932"/>
                </a:lnTo>
                <a:lnTo>
                  <a:pt x="508444" y="432625"/>
                </a:lnTo>
                <a:lnTo>
                  <a:pt x="504848" y="450461"/>
                </a:lnTo>
                <a:lnTo>
                  <a:pt x="501396" y="463296"/>
                </a:lnTo>
                <a:lnTo>
                  <a:pt x="499561" y="470916"/>
                </a:lnTo>
                <a:close/>
              </a:path>
              <a:path w="547370" h="562610">
                <a:moveTo>
                  <a:pt x="272796" y="562356"/>
                </a:moveTo>
                <a:lnTo>
                  <a:pt x="273677" y="538353"/>
                </a:lnTo>
                <a:lnTo>
                  <a:pt x="274101" y="513707"/>
                </a:lnTo>
                <a:lnTo>
                  <a:pt x="274204" y="499181"/>
                </a:lnTo>
                <a:lnTo>
                  <a:pt x="274320" y="374904"/>
                </a:lnTo>
                <a:lnTo>
                  <a:pt x="306324" y="374904"/>
                </a:lnTo>
                <a:lnTo>
                  <a:pt x="306450" y="513707"/>
                </a:lnTo>
                <a:lnTo>
                  <a:pt x="306571" y="521208"/>
                </a:lnTo>
                <a:lnTo>
                  <a:pt x="306966" y="534447"/>
                </a:lnTo>
                <a:lnTo>
                  <a:pt x="307848" y="550164"/>
                </a:lnTo>
                <a:lnTo>
                  <a:pt x="272796" y="562356"/>
                </a:lnTo>
                <a:close/>
              </a:path>
              <a:path w="547370" h="562610">
                <a:moveTo>
                  <a:pt x="435864" y="521208"/>
                </a:moveTo>
                <a:lnTo>
                  <a:pt x="431887" y="506396"/>
                </a:lnTo>
                <a:lnTo>
                  <a:pt x="420052" y="491871"/>
                </a:lnTo>
                <a:lnTo>
                  <a:pt x="400502" y="477916"/>
                </a:lnTo>
                <a:lnTo>
                  <a:pt x="373380" y="464820"/>
                </a:lnTo>
                <a:lnTo>
                  <a:pt x="373380" y="454152"/>
                </a:lnTo>
                <a:lnTo>
                  <a:pt x="401121" y="461914"/>
                </a:lnTo>
                <a:lnTo>
                  <a:pt x="422719" y="467106"/>
                </a:lnTo>
                <a:lnTo>
                  <a:pt x="438316" y="470011"/>
                </a:lnTo>
                <a:lnTo>
                  <a:pt x="448056" y="470916"/>
                </a:lnTo>
                <a:lnTo>
                  <a:pt x="499561" y="470916"/>
                </a:lnTo>
                <a:lnTo>
                  <a:pt x="499062" y="472987"/>
                </a:lnTo>
                <a:lnTo>
                  <a:pt x="474845" y="507706"/>
                </a:lnTo>
                <a:lnTo>
                  <a:pt x="445603" y="518898"/>
                </a:lnTo>
                <a:lnTo>
                  <a:pt x="435864" y="521208"/>
                </a:lnTo>
                <a:close/>
              </a:path>
            </a:pathLst>
          </a:custGeom>
          <a:solidFill>
            <a:srgbClr val="3333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" name="object 7"/>
          <p:cNvSpPr/>
          <p:nvPr/>
        </p:nvSpPr>
        <p:spPr>
          <a:xfrm>
            <a:off x="3386327" y="1484375"/>
            <a:ext cx="546100" cy="59690"/>
          </a:xfrm>
          <a:custGeom>
            <a:avLst/>
            <a:gdLst/>
            <a:ahLst/>
            <a:cxnLst/>
            <a:rect l="l" t="t" r="r" b="b"/>
            <a:pathLst>
              <a:path w="546100" h="59690">
                <a:moveTo>
                  <a:pt x="21336" y="59436"/>
                </a:moveTo>
                <a:lnTo>
                  <a:pt x="0" y="38100"/>
                </a:lnTo>
                <a:lnTo>
                  <a:pt x="445008" y="38100"/>
                </a:lnTo>
                <a:lnTo>
                  <a:pt x="492252" y="0"/>
                </a:lnTo>
                <a:lnTo>
                  <a:pt x="545591" y="51816"/>
                </a:lnTo>
                <a:lnTo>
                  <a:pt x="86868" y="51816"/>
                </a:lnTo>
                <a:lnTo>
                  <a:pt x="68270" y="52363"/>
                </a:lnTo>
                <a:lnTo>
                  <a:pt x="51244" y="53911"/>
                </a:lnTo>
                <a:lnTo>
                  <a:pt x="35647" y="56316"/>
                </a:lnTo>
                <a:lnTo>
                  <a:pt x="21336" y="59436"/>
                </a:lnTo>
                <a:close/>
              </a:path>
            </a:pathLst>
          </a:custGeom>
          <a:solidFill>
            <a:srgbClr val="3333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3989832" y="1271016"/>
            <a:ext cx="562610" cy="567055"/>
          </a:xfrm>
          <a:custGeom>
            <a:avLst/>
            <a:gdLst/>
            <a:ahLst/>
            <a:cxnLst/>
            <a:rect l="l" t="t" r="r" b="b"/>
            <a:pathLst>
              <a:path w="562610" h="567055">
                <a:moveTo>
                  <a:pt x="1524" y="310896"/>
                </a:moveTo>
                <a:lnTo>
                  <a:pt x="0" y="301752"/>
                </a:lnTo>
                <a:lnTo>
                  <a:pt x="49172" y="274081"/>
                </a:lnTo>
                <a:lnTo>
                  <a:pt x="93916" y="241554"/>
                </a:lnTo>
                <a:lnTo>
                  <a:pt x="134373" y="204454"/>
                </a:lnTo>
                <a:lnTo>
                  <a:pt x="170688" y="163067"/>
                </a:lnTo>
                <a:lnTo>
                  <a:pt x="202120" y="119372"/>
                </a:lnTo>
                <a:lnTo>
                  <a:pt x="227838" y="77533"/>
                </a:lnTo>
                <a:lnTo>
                  <a:pt x="247840" y="37695"/>
                </a:lnTo>
                <a:lnTo>
                  <a:pt x="262128" y="0"/>
                </a:lnTo>
                <a:lnTo>
                  <a:pt x="312420" y="28956"/>
                </a:lnTo>
                <a:lnTo>
                  <a:pt x="291084" y="42671"/>
                </a:lnTo>
                <a:lnTo>
                  <a:pt x="301861" y="57912"/>
                </a:lnTo>
                <a:lnTo>
                  <a:pt x="283464" y="57912"/>
                </a:lnTo>
                <a:lnTo>
                  <a:pt x="255722" y="102727"/>
                </a:lnTo>
                <a:lnTo>
                  <a:pt x="227266" y="143256"/>
                </a:lnTo>
                <a:lnTo>
                  <a:pt x="197953" y="179212"/>
                </a:lnTo>
                <a:lnTo>
                  <a:pt x="167640" y="210312"/>
                </a:lnTo>
                <a:lnTo>
                  <a:pt x="133326" y="238029"/>
                </a:lnTo>
                <a:lnTo>
                  <a:pt x="94297" y="264033"/>
                </a:lnTo>
                <a:lnTo>
                  <a:pt x="50411" y="288321"/>
                </a:lnTo>
                <a:lnTo>
                  <a:pt x="1524" y="310896"/>
                </a:lnTo>
                <a:close/>
              </a:path>
              <a:path w="562610" h="567055">
                <a:moveTo>
                  <a:pt x="505968" y="289559"/>
                </a:moveTo>
                <a:lnTo>
                  <a:pt x="471701" y="269271"/>
                </a:lnTo>
                <a:lnTo>
                  <a:pt x="439864" y="247269"/>
                </a:lnTo>
                <a:lnTo>
                  <a:pt x="384048" y="198119"/>
                </a:lnTo>
                <a:lnTo>
                  <a:pt x="333756" y="136588"/>
                </a:lnTo>
                <a:lnTo>
                  <a:pt x="308610" y="99321"/>
                </a:lnTo>
                <a:lnTo>
                  <a:pt x="283464" y="57912"/>
                </a:lnTo>
                <a:lnTo>
                  <a:pt x="301861" y="57912"/>
                </a:lnTo>
                <a:lnTo>
                  <a:pt x="323635" y="88701"/>
                </a:lnTo>
                <a:lnTo>
                  <a:pt x="357187" y="128587"/>
                </a:lnTo>
                <a:lnTo>
                  <a:pt x="391596" y="162472"/>
                </a:lnTo>
                <a:lnTo>
                  <a:pt x="426720" y="190500"/>
                </a:lnTo>
                <a:lnTo>
                  <a:pt x="461629" y="212193"/>
                </a:lnTo>
                <a:lnTo>
                  <a:pt x="529161" y="241292"/>
                </a:lnTo>
                <a:lnTo>
                  <a:pt x="562356" y="248412"/>
                </a:lnTo>
                <a:lnTo>
                  <a:pt x="562356" y="257556"/>
                </a:lnTo>
                <a:lnTo>
                  <a:pt x="544329" y="260413"/>
                </a:lnTo>
                <a:lnTo>
                  <a:pt x="529018" y="266700"/>
                </a:lnTo>
                <a:lnTo>
                  <a:pt x="516278" y="276415"/>
                </a:lnTo>
                <a:lnTo>
                  <a:pt x="505968" y="289559"/>
                </a:lnTo>
                <a:close/>
              </a:path>
              <a:path w="562610" h="567055">
                <a:moveTo>
                  <a:pt x="260604" y="566928"/>
                </a:moveTo>
                <a:lnTo>
                  <a:pt x="261485" y="522612"/>
                </a:lnTo>
                <a:lnTo>
                  <a:pt x="261937" y="485584"/>
                </a:lnTo>
                <a:lnTo>
                  <a:pt x="261980" y="477821"/>
                </a:lnTo>
                <a:lnTo>
                  <a:pt x="262069" y="247269"/>
                </a:lnTo>
                <a:lnTo>
                  <a:pt x="261946" y="229171"/>
                </a:lnTo>
                <a:lnTo>
                  <a:pt x="261513" y="202691"/>
                </a:lnTo>
                <a:lnTo>
                  <a:pt x="261396" y="198119"/>
                </a:lnTo>
                <a:lnTo>
                  <a:pt x="260604" y="172212"/>
                </a:lnTo>
                <a:lnTo>
                  <a:pt x="316992" y="202691"/>
                </a:lnTo>
                <a:lnTo>
                  <a:pt x="298704" y="217932"/>
                </a:lnTo>
                <a:lnTo>
                  <a:pt x="298789" y="485584"/>
                </a:lnTo>
                <a:lnTo>
                  <a:pt x="298894" y="498729"/>
                </a:lnTo>
                <a:lnTo>
                  <a:pt x="299346" y="520207"/>
                </a:lnTo>
                <a:lnTo>
                  <a:pt x="300228" y="542544"/>
                </a:lnTo>
                <a:lnTo>
                  <a:pt x="260604" y="566928"/>
                </a:lnTo>
                <a:close/>
              </a:path>
            </a:pathLst>
          </a:custGeom>
          <a:solidFill>
            <a:srgbClr val="3333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4671059" y="1280160"/>
            <a:ext cx="448309" cy="548640"/>
          </a:xfrm>
          <a:custGeom>
            <a:avLst/>
            <a:gdLst/>
            <a:ahLst/>
            <a:cxnLst/>
            <a:rect l="l" t="t" r="r" b="b"/>
            <a:pathLst>
              <a:path w="448310" h="548639">
                <a:moveTo>
                  <a:pt x="103632" y="117348"/>
                </a:moveTo>
                <a:lnTo>
                  <a:pt x="94488" y="117348"/>
                </a:lnTo>
                <a:lnTo>
                  <a:pt x="89916" y="109728"/>
                </a:lnTo>
                <a:lnTo>
                  <a:pt x="86868" y="96012"/>
                </a:lnTo>
                <a:lnTo>
                  <a:pt x="78819" y="76581"/>
                </a:lnTo>
                <a:lnTo>
                  <a:pt x="68199" y="54864"/>
                </a:lnTo>
                <a:lnTo>
                  <a:pt x="54721" y="30861"/>
                </a:lnTo>
                <a:lnTo>
                  <a:pt x="38100" y="4572"/>
                </a:lnTo>
                <a:lnTo>
                  <a:pt x="45720" y="0"/>
                </a:lnTo>
                <a:lnTo>
                  <a:pt x="85534" y="24384"/>
                </a:lnTo>
                <a:lnTo>
                  <a:pt x="115323" y="53030"/>
                </a:lnTo>
                <a:lnTo>
                  <a:pt x="124968" y="74676"/>
                </a:lnTo>
                <a:lnTo>
                  <a:pt x="124365" y="80700"/>
                </a:lnTo>
                <a:lnTo>
                  <a:pt x="122491" y="87249"/>
                </a:lnTo>
                <a:lnTo>
                  <a:pt x="119181" y="94392"/>
                </a:lnTo>
                <a:lnTo>
                  <a:pt x="114300" y="102108"/>
                </a:lnTo>
                <a:lnTo>
                  <a:pt x="108204" y="112776"/>
                </a:lnTo>
                <a:lnTo>
                  <a:pt x="103632" y="117348"/>
                </a:lnTo>
                <a:close/>
              </a:path>
              <a:path w="448310" h="548639">
                <a:moveTo>
                  <a:pt x="201168" y="83820"/>
                </a:moveTo>
                <a:lnTo>
                  <a:pt x="179831" y="62484"/>
                </a:lnTo>
                <a:lnTo>
                  <a:pt x="387096" y="62484"/>
                </a:lnTo>
                <a:lnTo>
                  <a:pt x="406908" y="33528"/>
                </a:lnTo>
                <a:lnTo>
                  <a:pt x="448056" y="67056"/>
                </a:lnTo>
                <a:lnTo>
                  <a:pt x="437505" y="76200"/>
                </a:lnTo>
                <a:lnTo>
                  <a:pt x="259080" y="76200"/>
                </a:lnTo>
                <a:lnTo>
                  <a:pt x="243601" y="76747"/>
                </a:lnTo>
                <a:lnTo>
                  <a:pt x="228981" y="78295"/>
                </a:lnTo>
                <a:lnTo>
                  <a:pt x="214931" y="80700"/>
                </a:lnTo>
                <a:lnTo>
                  <a:pt x="201168" y="83820"/>
                </a:lnTo>
                <a:close/>
              </a:path>
              <a:path w="448310" h="548639">
                <a:moveTo>
                  <a:pt x="424034" y="486156"/>
                </a:moveTo>
                <a:lnTo>
                  <a:pt x="364236" y="486156"/>
                </a:lnTo>
                <a:lnTo>
                  <a:pt x="375356" y="485846"/>
                </a:lnTo>
                <a:lnTo>
                  <a:pt x="383476" y="482536"/>
                </a:lnTo>
                <a:lnTo>
                  <a:pt x="388453" y="476083"/>
                </a:lnTo>
                <a:lnTo>
                  <a:pt x="390144" y="466344"/>
                </a:lnTo>
                <a:lnTo>
                  <a:pt x="390144" y="76200"/>
                </a:lnTo>
                <a:lnTo>
                  <a:pt x="437505" y="76200"/>
                </a:lnTo>
                <a:lnTo>
                  <a:pt x="425196" y="86868"/>
                </a:lnTo>
                <a:lnTo>
                  <a:pt x="425196" y="473964"/>
                </a:lnTo>
                <a:lnTo>
                  <a:pt x="424034" y="486156"/>
                </a:lnTo>
                <a:close/>
              </a:path>
              <a:path w="448310" h="548639">
                <a:moveTo>
                  <a:pt x="0" y="548640"/>
                </a:moveTo>
                <a:lnTo>
                  <a:pt x="1039" y="498276"/>
                </a:lnTo>
                <a:lnTo>
                  <a:pt x="1731" y="459955"/>
                </a:lnTo>
                <a:lnTo>
                  <a:pt x="2414" y="411041"/>
                </a:lnTo>
                <a:lnTo>
                  <a:pt x="2822" y="365379"/>
                </a:lnTo>
                <a:lnTo>
                  <a:pt x="3011" y="295656"/>
                </a:lnTo>
                <a:lnTo>
                  <a:pt x="2786" y="239077"/>
                </a:lnTo>
                <a:lnTo>
                  <a:pt x="2104" y="184404"/>
                </a:lnTo>
                <a:lnTo>
                  <a:pt x="1119" y="138493"/>
                </a:lnTo>
                <a:lnTo>
                  <a:pt x="0" y="103632"/>
                </a:lnTo>
                <a:lnTo>
                  <a:pt x="59436" y="137160"/>
                </a:lnTo>
                <a:lnTo>
                  <a:pt x="38100" y="150876"/>
                </a:lnTo>
                <a:lnTo>
                  <a:pt x="38100" y="531876"/>
                </a:lnTo>
                <a:lnTo>
                  <a:pt x="0" y="548640"/>
                </a:lnTo>
                <a:close/>
              </a:path>
              <a:path w="448310" h="548639">
                <a:moveTo>
                  <a:pt x="330226" y="208788"/>
                </a:moveTo>
                <a:lnTo>
                  <a:pt x="277368" y="208788"/>
                </a:lnTo>
                <a:lnTo>
                  <a:pt x="294131" y="181356"/>
                </a:lnTo>
                <a:lnTo>
                  <a:pt x="330226" y="208788"/>
                </a:lnTo>
                <a:close/>
              </a:path>
              <a:path w="448310" h="548639">
                <a:moveTo>
                  <a:pt x="112776" y="423671"/>
                </a:moveTo>
                <a:lnTo>
                  <a:pt x="113657" y="389096"/>
                </a:lnTo>
                <a:lnTo>
                  <a:pt x="114109" y="356235"/>
                </a:lnTo>
                <a:lnTo>
                  <a:pt x="114205" y="338328"/>
                </a:lnTo>
                <a:lnTo>
                  <a:pt x="114276" y="267985"/>
                </a:lnTo>
                <a:lnTo>
                  <a:pt x="114094" y="239077"/>
                </a:lnTo>
                <a:lnTo>
                  <a:pt x="113657" y="212074"/>
                </a:lnTo>
                <a:lnTo>
                  <a:pt x="112776" y="184404"/>
                </a:lnTo>
                <a:lnTo>
                  <a:pt x="147828" y="208788"/>
                </a:lnTo>
                <a:lnTo>
                  <a:pt x="330226" y="208788"/>
                </a:lnTo>
                <a:lnTo>
                  <a:pt x="332232" y="210312"/>
                </a:lnTo>
                <a:lnTo>
                  <a:pt x="318931" y="222504"/>
                </a:lnTo>
                <a:lnTo>
                  <a:pt x="147828" y="222504"/>
                </a:lnTo>
                <a:lnTo>
                  <a:pt x="147828" y="364236"/>
                </a:lnTo>
                <a:lnTo>
                  <a:pt x="314121" y="364236"/>
                </a:lnTo>
                <a:lnTo>
                  <a:pt x="314134" y="365379"/>
                </a:lnTo>
                <a:lnTo>
                  <a:pt x="314484" y="377952"/>
                </a:lnTo>
                <a:lnTo>
                  <a:pt x="147828" y="377952"/>
                </a:lnTo>
                <a:lnTo>
                  <a:pt x="147828" y="409956"/>
                </a:lnTo>
                <a:lnTo>
                  <a:pt x="112776" y="423671"/>
                </a:lnTo>
                <a:close/>
              </a:path>
              <a:path w="448310" h="548639">
                <a:moveTo>
                  <a:pt x="314121" y="364236"/>
                </a:moveTo>
                <a:lnTo>
                  <a:pt x="280416" y="364236"/>
                </a:lnTo>
                <a:lnTo>
                  <a:pt x="280416" y="222504"/>
                </a:lnTo>
                <a:lnTo>
                  <a:pt x="318931" y="222504"/>
                </a:lnTo>
                <a:lnTo>
                  <a:pt x="313943" y="227076"/>
                </a:lnTo>
                <a:lnTo>
                  <a:pt x="314064" y="359273"/>
                </a:lnTo>
                <a:lnTo>
                  <a:pt x="314121" y="364236"/>
                </a:lnTo>
                <a:close/>
              </a:path>
              <a:path w="448310" h="548639">
                <a:moveTo>
                  <a:pt x="280416" y="414528"/>
                </a:moveTo>
                <a:lnTo>
                  <a:pt x="280416" y="377952"/>
                </a:lnTo>
                <a:lnTo>
                  <a:pt x="314484" y="377952"/>
                </a:lnTo>
                <a:lnTo>
                  <a:pt x="314586" y="381619"/>
                </a:lnTo>
                <a:lnTo>
                  <a:pt x="315467" y="399288"/>
                </a:lnTo>
                <a:lnTo>
                  <a:pt x="280416" y="414528"/>
                </a:lnTo>
                <a:close/>
              </a:path>
              <a:path w="448310" h="548639">
                <a:moveTo>
                  <a:pt x="365760" y="548640"/>
                </a:moveTo>
                <a:lnTo>
                  <a:pt x="360640" y="528613"/>
                </a:lnTo>
                <a:lnTo>
                  <a:pt x="345376" y="511873"/>
                </a:lnTo>
                <a:lnTo>
                  <a:pt x="320111" y="498276"/>
                </a:lnTo>
                <a:lnTo>
                  <a:pt x="284988" y="487680"/>
                </a:lnTo>
                <a:lnTo>
                  <a:pt x="284988" y="478536"/>
                </a:lnTo>
                <a:lnTo>
                  <a:pt x="364236" y="486156"/>
                </a:lnTo>
                <a:lnTo>
                  <a:pt x="424034" y="486156"/>
                </a:lnTo>
                <a:lnTo>
                  <a:pt x="422552" y="501705"/>
                </a:lnTo>
                <a:lnTo>
                  <a:pt x="412051" y="523303"/>
                </a:lnTo>
                <a:lnTo>
                  <a:pt x="393263" y="538900"/>
                </a:lnTo>
                <a:lnTo>
                  <a:pt x="365760" y="548640"/>
                </a:lnTo>
                <a:close/>
              </a:path>
            </a:pathLst>
          </a:custGeom>
          <a:solidFill>
            <a:srgbClr val="3333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5213603" y="1289303"/>
            <a:ext cx="558165" cy="541020"/>
          </a:xfrm>
          <a:custGeom>
            <a:avLst/>
            <a:gdLst/>
            <a:ahLst/>
            <a:cxnLst/>
            <a:rect l="l" t="t" r="r" b="b"/>
            <a:pathLst>
              <a:path w="558164" h="541019">
                <a:moveTo>
                  <a:pt x="300228" y="50292"/>
                </a:moveTo>
                <a:lnTo>
                  <a:pt x="278892" y="28956"/>
                </a:lnTo>
                <a:lnTo>
                  <a:pt x="486156" y="28956"/>
                </a:lnTo>
                <a:lnTo>
                  <a:pt x="515112" y="0"/>
                </a:lnTo>
                <a:lnTo>
                  <a:pt x="553212" y="44196"/>
                </a:lnTo>
                <a:lnTo>
                  <a:pt x="356616" y="44196"/>
                </a:lnTo>
                <a:lnTo>
                  <a:pt x="341804" y="44505"/>
                </a:lnTo>
                <a:lnTo>
                  <a:pt x="327279" y="45529"/>
                </a:lnTo>
                <a:lnTo>
                  <a:pt x="313324" y="47410"/>
                </a:lnTo>
                <a:lnTo>
                  <a:pt x="300228" y="50292"/>
                </a:lnTo>
                <a:close/>
              </a:path>
              <a:path w="558164" h="541019">
                <a:moveTo>
                  <a:pt x="260924" y="27432"/>
                </a:moveTo>
                <a:lnTo>
                  <a:pt x="213360" y="27432"/>
                </a:lnTo>
                <a:lnTo>
                  <a:pt x="230124" y="3048"/>
                </a:lnTo>
                <a:lnTo>
                  <a:pt x="260924" y="27432"/>
                </a:lnTo>
                <a:close/>
              </a:path>
              <a:path w="558164" h="541019">
                <a:moveTo>
                  <a:pt x="73152" y="233172"/>
                </a:moveTo>
                <a:lnTo>
                  <a:pt x="74033" y="205430"/>
                </a:lnTo>
                <a:lnTo>
                  <a:pt x="74485" y="176974"/>
                </a:lnTo>
                <a:lnTo>
                  <a:pt x="74590" y="77914"/>
                </a:lnTo>
                <a:lnTo>
                  <a:pt x="74488" y="60698"/>
                </a:lnTo>
                <a:lnTo>
                  <a:pt x="74033" y="33337"/>
                </a:lnTo>
                <a:lnTo>
                  <a:pt x="73152" y="7620"/>
                </a:lnTo>
                <a:lnTo>
                  <a:pt x="106680" y="27432"/>
                </a:lnTo>
                <a:lnTo>
                  <a:pt x="260924" y="27432"/>
                </a:lnTo>
                <a:lnTo>
                  <a:pt x="266699" y="32004"/>
                </a:lnTo>
                <a:lnTo>
                  <a:pt x="255524" y="41148"/>
                </a:lnTo>
                <a:lnTo>
                  <a:pt x="106680" y="41148"/>
                </a:lnTo>
                <a:lnTo>
                  <a:pt x="106680" y="111252"/>
                </a:lnTo>
                <a:lnTo>
                  <a:pt x="250012" y="111252"/>
                </a:lnTo>
                <a:lnTo>
                  <a:pt x="250063" y="124968"/>
                </a:lnTo>
                <a:lnTo>
                  <a:pt x="106680" y="124968"/>
                </a:lnTo>
                <a:lnTo>
                  <a:pt x="106680" y="192024"/>
                </a:lnTo>
                <a:lnTo>
                  <a:pt x="250910" y="192024"/>
                </a:lnTo>
                <a:lnTo>
                  <a:pt x="251290" y="205740"/>
                </a:lnTo>
                <a:lnTo>
                  <a:pt x="106680" y="205740"/>
                </a:lnTo>
                <a:lnTo>
                  <a:pt x="106680" y="220979"/>
                </a:lnTo>
                <a:lnTo>
                  <a:pt x="73152" y="233172"/>
                </a:lnTo>
                <a:close/>
              </a:path>
              <a:path w="558164" h="541019">
                <a:moveTo>
                  <a:pt x="250012" y="111252"/>
                </a:moveTo>
                <a:lnTo>
                  <a:pt x="217932" y="111252"/>
                </a:lnTo>
                <a:lnTo>
                  <a:pt x="217932" y="41148"/>
                </a:lnTo>
                <a:lnTo>
                  <a:pt x="255524" y="41148"/>
                </a:lnTo>
                <a:lnTo>
                  <a:pt x="249936" y="45720"/>
                </a:lnTo>
                <a:lnTo>
                  <a:pt x="250012" y="111252"/>
                </a:lnTo>
                <a:close/>
              </a:path>
              <a:path w="558164" h="541019">
                <a:moveTo>
                  <a:pt x="385572" y="112776"/>
                </a:moveTo>
                <a:lnTo>
                  <a:pt x="373380" y="112776"/>
                </a:lnTo>
                <a:lnTo>
                  <a:pt x="377642" y="95416"/>
                </a:lnTo>
                <a:lnTo>
                  <a:pt x="381190" y="77914"/>
                </a:lnTo>
                <a:lnTo>
                  <a:pt x="383881" y="60698"/>
                </a:lnTo>
                <a:lnTo>
                  <a:pt x="385572" y="44196"/>
                </a:lnTo>
                <a:lnTo>
                  <a:pt x="426719" y="44196"/>
                </a:lnTo>
                <a:lnTo>
                  <a:pt x="420719" y="53625"/>
                </a:lnTo>
                <a:lnTo>
                  <a:pt x="411861" y="68199"/>
                </a:lnTo>
                <a:lnTo>
                  <a:pt x="400145" y="87915"/>
                </a:lnTo>
                <a:lnTo>
                  <a:pt x="385572" y="112776"/>
                </a:lnTo>
                <a:close/>
              </a:path>
              <a:path w="558164" h="541019">
                <a:moveTo>
                  <a:pt x="522642" y="112776"/>
                </a:moveTo>
                <a:lnTo>
                  <a:pt x="477012" y="112776"/>
                </a:lnTo>
                <a:lnTo>
                  <a:pt x="493776" y="91440"/>
                </a:lnTo>
                <a:lnTo>
                  <a:pt x="522642" y="112776"/>
                </a:lnTo>
                <a:close/>
              </a:path>
              <a:path w="558164" h="541019">
                <a:moveTo>
                  <a:pt x="309372" y="345948"/>
                </a:moveTo>
                <a:lnTo>
                  <a:pt x="311467" y="289941"/>
                </a:lnTo>
                <a:lnTo>
                  <a:pt x="312238" y="246888"/>
                </a:lnTo>
                <a:lnTo>
                  <a:pt x="312341" y="211836"/>
                </a:lnTo>
                <a:lnTo>
                  <a:pt x="312158" y="187071"/>
                </a:lnTo>
                <a:lnTo>
                  <a:pt x="311467" y="153924"/>
                </a:lnTo>
                <a:lnTo>
                  <a:pt x="310491" y="123063"/>
                </a:lnTo>
                <a:lnTo>
                  <a:pt x="309372" y="94488"/>
                </a:lnTo>
                <a:lnTo>
                  <a:pt x="342900" y="112776"/>
                </a:lnTo>
                <a:lnTo>
                  <a:pt x="522642" y="112776"/>
                </a:lnTo>
                <a:lnTo>
                  <a:pt x="528828" y="117348"/>
                </a:lnTo>
                <a:lnTo>
                  <a:pt x="517093" y="128016"/>
                </a:lnTo>
                <a:lnTo>
                  <a:pt x="342900" y="128016"/>
                </a:lnTo>
                <a:lnTo>
                  <a:pt x="342900" y="326136"/>
                </a:lnTo>
                <a:lnTo>
                  <a:pt x="309372" y="345948"/>
                </a:lnTo>
                <a:close/>
              </a:path>
              <a:path w="558164" h="541019">
                <a:moveTo>
                  <a:pt x="250910" y="192024"/>
                </a:moveTo>
                <a:lnTo>
                  <a:pt x="217932" y="192024"/>
                </a:lnTo>
                <a:lnTo>
                  <a:pt x="217932" y="124968"/>
                </a:lnTo>
                <a:lnTo>
                  <a:pt x="250063" y="124968"/>
                </a:lnTo>
                <a:lnTo>
                  <a:pt x="250126" y="141922"/>
                </a:lnTo>
                <a:lnTo>
                  <a:pt x="250578" y="180093"/>
                </a:lnTo>
                <a:lnTo>
                  <a:pt x="250910" y="192024"/>
                </a:lnTo>
                <a:close/>
              </a:path>
              <a:path w="558164" h="541019">
                <a:moveTo>
                  <a:pt x="481584" y="338328"/>
                </a:moveTo>
                <a:lnTo>
                  <a:pt x="481584" y="128016"/>
                </a:lnTo>
                <a:lnTo>
                  <a:pt x="517093" y="128016"/>
                </a:lnTo>
                <a:lnTo>
                  <a:pt x="512064" y="132588"/>
                </a:lnTo>
                <a:lnTo>
                  <a:pt x="512185" y="252293"/>
                </a:lnTo>
                <a:lnTo>
                  <a:pt x="512347" y="259079"/>
                </a:lnTo>
                <a:lnTo>
                  <a:pt x="513119" y="277296"/>
                </a:lnTo>
                <a:lnTo>
                  <a:pt x="514036" y="297179"/>
                </a:lnTo>
                <a:lnTo>
                  <a:pt x="515112" y="321564"/>
                </a:lnTo>
                <a:lnTo>
                  <a:pt x="481584" y="338328"/>
                </a:lnTo>
                <a:close/>
              </a:path>
              <a:path w="558164" h="541019">
                <a:moveTo>
                  <a:pt x="263652" y="477011"/>
                </a:moveTo>
                <a:lnTo>
                  <a:pt x="259080" y="469392"/>
                </a:lnTo>
                <a:lnTo>
                  <a:pt x="291917" y="449937"/>
                </a:lnTo>
                <a:lnTo>
                  <a:pt x="319468" y="430339"/>
                </a:lnTo>
                <a:lnTo>
                  <a:pt x="358140" y="390144"/>
                </a:lnTo>
                <a:lnTo>
                  <a:pt x="379857" y="345757"/>
                </a:lnTo>
                <a:lnTo>
                  <a:pt x="390119" y="291274"/>
                </a:lnTo>
                <a:lnTo>
                  <a:pt x="391136" y="246888"/>
                </a:lnTo>
                <a:lnTo>
                  <a:pt x="391217" y="222504"/>
                </a:lnTo>
                <a:lnTo>
                  <a:pt x="391001" y="197643"/>
                </a:lnTo>
                <a:lnTo>
                  <a:pt x="390144" y="163068"/>
                </a:lnTo>
                <a:lnTo>
                  <a:pt x="443484" y="188976"/>
                </a:lnTo>
                <a:lnTo>
                  <a:pt x="423672" y="205740"/>
                </a:lnTo>
                <a:lnTo>
                  <a:pt x="423052" y="252293"/>
                </a:lnTo>
                <a:lnTo>
                  <a:pt x="421005" y="291274"/>
                </a:lnTo>
                <a:lnTo>
                  <a:pt x="411480" y="345948"/>
                </a:lnTo>
                <a:lnTo>
                  <a:pt x="394335" y="384238"/>
                </a:lnTo>
                <a:lnTo>
                  <a:pt x="365760" y="419100"/>
                </a:lnTo>
                <a:lnTo>
                  <a:pt x="322707" y="450342"/>
                </a:lnTo>
                <a:lnTo>
                  <a:pt x="295036" y="464105"/>
                </a:lnTo>
                <a:lnTo>
                  <a:pt x="263652" y="477011"/>
                </a:lnTo>
                <a:close/>
              </a:path>
              <a:path w="558164" h="541019">
                <a:moveTo>
                  <a:pt x="217932" y="228600"/>
                </a:moveTo>
                <a:lnTo>
                  <a:pt x="217932" y="205740"/>
                </a:lnTo>
                <a:lnTo>
                  <a:pt x="251290" y="205740"/>
                </a:lnTo>
                <a:lnTo>
                  <a:pt x="251460" y="211836"/>
                </a:lnTo>
                <a:lnTo>
                  <a:pt x="217932" y="228600"/>
                </a:lnTo>
                <a:close/>
              </a:path>
              <a:path w="558164" h="541019">
                <a:moveTo>
                  <a:pt x="41148" y="280416"/>
                </a:moveTo>
                <a:lnTo>
                  <a:pt x="19812" y="259079"/>
                </a:lnTo>
                <a:lnTo>
                  <a:pt x="230124" y="259079"/>
                </a:lnTo>
                <a:lnTo>
                  <a:pt x="259080" y="230124"/>
                </a:lnTo>
                <a:lnTo>
                  <a:pt x="297180" y="272796"/>
                </a:lnTo>
                <a:lnTo>
                  <a:pt x="99060" y="272796"/>
                </a:lnTo>
                <a:lnTo>
                  <a:pt x="83581" y="273343"/>
                </a:lnTo>
                <a:lnTo>
                  <a:pt x="68961" y="274891"/>
                </a:lnTo>
                <a:lnTo>
                  <a:pt x="54911" y="277296"/>
                </a:lnTo>
                <a:lnTo>
                  <a:pt x="41148" y="280416"/>
                </a:lnTo>
                <a:close/>
              </a:path>
              <a:path w="558164" h="541019">
                <a:moveTo>
                  <a:pt x="179832" y="455676"/>
                </a:moveTo>
                <a:lnTo>
                  <a:pt x="149352" y="455676"/>
                </a:lnTo>
                <a:lnTo>
                  <a:pt x="149352" y="272796"/>
                </a:lnTo>
                <a:lnTo>
                  <a:pt x="179832" y="272796"/>
                </a:lnTo>
                <a:lnTo>
                  <a:pt x="179832" y="356616"/>
                </a:lnTo>
                <a:lnTo>
                  <a:pt x="274489" y="356616"/>
                </a:lnTo>
                <a:lnTo>
                  <a:pt x="288036" y="371856"/>
                </a:lnTo>
                <a:lnTo>
                  <a:pt x="179832" y="371856"/>
                </a:lnTo>
                <a:lnTo>
                  <a:pt x="179832" y="455676"/>
                </a:lnTo>
                <a:close/>
              </a:path>
              <a:path w="558164" h="541019">
                <a:moveTo>
                  <a:pt x="7620" y="541020"/>
                </a:moveTo>
                <a:lnTo>
                  <a:pt x="0" y="536448"/>
                </a:lnTo>
                <a:lnTo>
                  <a:pt x="13977" y="510159"/>
                </a:lnTo>
                <a:lnTo>
                  <a:pt x="26098" y="481584"/>
                </a:lnTo>
                <a:lnTo>
                  <a:pt x="44196" y="417576"/>
                </a:lnTo>
                <a:lnTo>
                  <a:pt x="56769" y="353949"/>
                </a:lnTo>
                <a:lnTo>
                  <a:pt x="62484" y="297179"/>
                </a:lnTo>
                <a:lnTo>
                  <a:pt x="111252" y="321564"/>
                </a:lnTo>
                <a:lnTo>
                  <a:pt x="101798" y="328707"/>
                </a:lnTo>
                <a:lnTo>
                  <a:pt x="93916" y="343281"/>
                </a:lnTo>
                <a:lnTo>
                  <a:pt x="87463" y="365283"/>
                </a:lnTo>
                <a:lnTo>
                  <a:pt x="82296" y="394716"/>
                </a:lnTo>
                <a:lnTo>
                  <a:pt x="94868" y="409956"/>
                </a:lnTo>
                <a:lnTo>
                  <a:pt x="77724" y="409956"/>
                </a:lnTo>
                <a:lnTo>
                  <a:pt x="62201" y="450723"/>
                </a:lnTo>
                <a:lnTo>
                  <a:pt x="45529" y="485775"/>
                </a:lnTo>
                <a:lnTo>
                  <a:pt x="27360" y="515826"/>
                </a:lnTo>
                <a:lnTo>
                  <a:pt x="7620" y="541020"/>
                </a:lnTo>
                <a:close/>
              </a:path>
              <a:path w="558164" h="541019">
                <a:moveTo>
                  <a:pt x="274489" y="356616"/>
                </a:moveTo>
                <a:lnTo>
                  <a:pt x="225552" y="356616"/>
                </a:lnTo>
                <a:lnTo>
                  <a:pt x="251460" y="330708"/>
                </a:lnTo>
                <a:lnTo>
                  <a:pt x="274489" y="356616"/>
                </a:lnTo>
                <a:close/>
              </a:path>
              <a:path w="558164" h="541019">
                <a:moveTo>
                  <a:pt x="522732" y="460248"/>
                </a:moveTo>
                <a:lnTo>
                  <a:pt x="519684" y="460248"/>
                </a:lnTo>
                <a:lnTo>
                  <a:pt x="516850" y="458795"/>
                </a:lnTo>
                <a:lnTo>
                  <a:pt x="513016" y="454342"/>
                </a:lnTo>
                <a:lnTo>
                  <a:pt x="508325" y="446746"/>
                </a:lnTo>
                <a:lnTo>
                  <a:pt x="502919" y="435864"/>
                </a:lnTo>
                <a:lnTo>
                  <a:pt x="490680" y="418457"/>
                </a:lnTo>
                <a:lnTo>
                  <a:pt x="472440" y="398335"/>
                </a:lnTo>
                <a:lnTo>
                  <a:pt x="448484" y="375642"/>
                </a:lnTo>
                <a:lnTo>
                  <a:pt x="419100" y="350520"/>
                </a:lnTo>
                <a:lnTo>
                  <a:pt x="423672" y="342900"/>
                </a:lnTo>
                <a:lnTo>
                  <a:pt x="465129" y="362664"/>
                </a:lnTo>
                <a:lnTo>
                  <a:pt x="516040" y="391334"/>
                </a:lnTo>
                <a:lnTo>
                  <a:pt x="534924" y="417576"/>
                </a:lnTo>
                <a:lnTo>
                  <a:pt x="534809" y="430339"/>
                </a:lnTo>
                <a:lnTo>
                  <a:pt x="533400" y="437387"/>
                </a:lnTo>
                <a:lnTo>
                  <a:pt x="528828" y="446532"/>
                </a:lnTo>
                <a:lnTo>
                  <a:pt x="525780" y="455676"/>
                </a:lnTo>
                <a:lnTo>
                  <a:pt x="522732" y="460248"/>
                </a:lnTo>
                <a:close/>
              </a:path>
              <a:path w="558164" h="541019">
                <a:moveTo>
                  <a:pt x="436510" y="524621"/>
                </a:moveTo>
                <a:lnTo>
                  <a:pt x="372514" y="523890"/>
                </a:lnTo>
                <a:lnTo>
                  <a:pt x="319930" y="522061"/>
                </a:lnTo>
                <a:lnTo>
                  <a:pt x="278611" y="519135"/>
                </a:lnTo>
                <a:lnTo>
                  <a:pt x="219241" y="508825"/>
                </a:lnTo>
                <a:lnTo>
                  <a:pt x="170616" y="492823"/>
                </a:lnTo>
                <a:lnTo>
                  <a:pt x="133230" y="470820"/>
                </a:lnTo>
                <a:lnTo>
                  <a:pt x="96226" y="434244"/>
                </a:lnTo>
                <a:lnTo>
                  <a:pt x="77724" y="409956"/>
                </a:lnTo>
                <a:lnTo>
                  <a:pt x="94868" y="409956"/>
                </a:lnTo>
                <a:lnTo>
                  <a:pt x="95988" y="411313"/>
                </a:lnTo>
                <a:lnTo>
                  <a:pt x="111823" y="426910"/>
                </a:lnTo>
                <a:lnTo>
                  <a:pt x="129659" y="441650"/>
                </a:lnTo>
                <a:lnTo>
                  <a:pt x="149352" y="455676"/>
                </a:lnTo>
                <a:lnTo>
                  <a:pt x="179832" y="455676"/>
                </a:lnTo>
                <a:lnTo>
                  <a:pt x="179832" y="464820"/>
                </a:lnTo>
                <a:lnTo>
                  <a:pt x="208121" y="473964"/>
                </a:lnTo>
                <a:lnTo>
                  <a:pt x="244983" y="480822"/>
                </a:lnTo>
                <a:lnTo>
                  <a:pt x="290417" y="485394"/>
                </a:lnTo>
                <a:lnTo>
                  <a:pt x="344424" y="487680"/>
                </a:lnTo>
                <a:lnTo>
                  <a:pt x="554208" y="487680"/>
                </a:lnTo>
                <a:lnTo>
                  <a:pt x="537781" y="494680"/>
                </a:lnTo>
                <a:lnTo>
                  <a:pt x="523494" y="504063"/>
                </a:lnTo>
                <a:lnTo>
                  <a:pt x="514921" y="514016"/>
                </a:lnTo>
                <a:lnTo>
                  <a:pt x="512064" y="524256"/>
                </a:lnTo>
                <a:lnTo>
                  <a:pt x="436510" y="524621"/>
                </a:lnTo>
                <a:close/>
              </a:path>
              <a:path w="558164" h="541019">
                <a:moveTo>
                  <a:pt x="554208" y="487680"/>
                </a:moveTo>
                <a:lnTo>
                  <a:pt x="344424" y="487680"/>
                </a:lnTo>
                <a:lnTo>
                  <a:pt x="400692" y="487084"/>
                </a:lnTo>
                <a:lnTo>
                  <a:pt x="455104" y="485203"/>
                </a:lnTo>
                <a:lnTo>
                  <a:pt x="507515" y="481893"/>
                </a:lnTo>
                <a:lnTo>
                  <a:pt x="557784" y="477011"/>
                </a:lnTo>
                <a:lnTo>
                  <a:pt x="557784" y="486156"/>
                </a:lnTo>
                <a:lnTo>
                  <a:pt x="554208" y="487680"/>
                </a:lnTo>
                <a:close/>
              </a:path>
            </a:pathLst>
          </a:custGeom>
          <a:solidFill>
            <a:srgbClr val="333399"/>
          </a:solidFill>
        </p:spPr>
        <p:txBody>
          <a:bodyPr wrap="square" lIns="0" tIns="0" rIns="0" bIns="0" rtlCol="0"/>
          <a:lstStyle/>
          <a:p>
            <a:endParaRPr/>
          </a:p>
        </p:txBody>
      </p:sp>
      <p:pic>
        <p:nvPicPr>
          <p:cNvPr id="11" name="object 11"/>
          <p:cNvPicPr/>
          <p:nvPr/>
        </p:nvPicPr>
        <p:blipFill>
          <a:blip r:embed="rId4" cstate="print"/>
          <a:stretch>
            <a:fillRect/>
          </a:stretch>
        </p:blipFill>
        <p:spPr>
          <a:xfrm>
            <a:off x="5881115" y="1557527"/>
            <a:ext cx="86868" cy="227076"/>
          </a:xfrm>
          <a:prstGeom prst="rect">
            <a:avLst/>
          </a:prstGeom>
        </p:spPr>
      </p:pic>
      <p:sp>
        <p:nvSpPr>
          <p:cNvPr id="12" name="object 12"/>
          <p:cNvSpPr/>
          <p:nvPr/>
        </p:nvSpPr>
        <p:spPr>
          <a:xfrm>
            <a:off x="6638544" y="1280159"/>
            <a:ext cx="553720" cy="557530"/>
          </a:xfrm>
          <a:custGeom>
            <a:avLst/>
            <a:gdLst/>
            <a:ahLst/>
            <a:cxnLst/>
            <a:rect l="l" t="t" r="r" b="b"/>
            <a:pathLst>
              <a:path w="553720" h="557530">
                <a:moveTo>
                  <a:pt x="239268" y="162560"/>
                </a:moveTo>
                <a:lnTo>
                  <a:pt x="231647" y="157480"/>
                </a:lnTo>
                <a:lnTo>
                  <a:pt x="245125" y="140970"/>
                </a:lnTo>
                <a:lnTo>
                  <a:pt x="258317" y="123190"/>
                </a:lnTo>
                <a:lnTo>
                  <a:pt x="284988" y="81280"/>
                </a:lnTo>
                <a:lnTo>
                  <a:pt x="307467" y="39370"/>
                </a:lnTo>
                <a:lnTo>
                  <a:pt x="323088" y="0"/>
                </a:lnTo>
                <a:lnTo>
                  <a:pt x="368808" y="27940"/>
                </a:lnTo>
                <a:lnTo>
                  <a:pt x="357330" y="34290"/>
                </a:lnTo>
                <a:lnTo>
                  <a:pt x="345567" y="43180"/>
                </a:lnTo>
                <a:lnTo>
                  <a:pt x="333232" y="57150"/>
                </a:lnTo>
                <a:lnTo>
                  <a:pt x="320040" y="73660"/>
                </a:lnTo>
                <a:lnTo>
                  <a:pt x="460826" y="73660"/>
                </a:lnTo>
                <a:lnTo>
                  <a:pt x="473964" y="86360"/>
                </a:lnTo>
                <a:lnTo>
                  <a:pt x="470336" y="87630"/>
                </a:lnTo>
                <a:lnTo>
                  <a:pt x="313944" y="87630"/>
                </a:lnTo>
                <a:lnTo>
                  <a:pt x="295632" y="109220"/>
                </a:lnTo>
                <a:lnTo>
                  <a:pt x="277177" y="128270"/>
                </a:lnTo>
                <a:lnTo>
                  <a:pt x="258437" y="146050"/>
                </a:lnTo>
                <a:lnTo>
                  <a:pt x="239268" y="162560"/>
                </a:lnTo>
                <a:close/>
              </a:path>
              <a:path w="553720" h="557530">
                <a:moveTo>
                  <a:pt x="16764" y="81280"/>
                </a:moveTo>
                <a:lnTo>
                  <a:pt x="13716" y="71120"/>
                </a:lnTo>
                <a:lnTo>
                  <a:pt x="62674" y="60960"/>
                </a:lnTo>
                <a:lnTo>
                  <a:pt x="112776" y="48260"/>
                </a:lnTo>
                <a:lnTo>
                  <a:pt x="136540" y="39370"/>
                </a:lnTo>
                <a:lnTo>
                  <a:pt x="157733" y="30480"/>
                </a:lnTo>
                <a:lnTo>
                  <a:pt x="176641" y="20320"/>
                </a:lnTo>
                <a:lnTo>
                  <a:pt x="193547" y="8890"/>
                </a:lnTo>
                <a:lnTo>
                  <a:pt x="230123" y="48260"/>
                </a:lnTo>
                <a:lnTo>
                  <a:pt x="213836" y="49530"/>
                </a:lnTo>
                <a:lnTo>
                  <a:pt x="194691" y="52070"/>
                </a:lnTo>
                <a:lnTo>
                  <a:pt x="172688" y="57150"/>
                </a:lnTo>
                <a:lnTo>
                  <a:pt x="147828" y="62230"/>
                </a:lnTo>
                <a:lnTo>
                  <a:pt x="147828" y="66040"/>
                </a:lnTo>
                <a:lnTo>
                  <a:pt x="117348" y="66040"/>
                </a:lnTo>
                <a:lnTo>
                  <a:pt x="16764" y="81280"/>
                </a:lnTo>
                <a:close/>
              </a:path>
              <a:path w="553720" h="557530">
                <a:moveTo>
                  <a:pt x="460826" y="73660"/>
                </a:moveTo>
                <a:lnTo>
                  <a:pt x="414528" y="73660"/>
                </a:lnTo>
                <a:lnTo>
                  <a:pt x="435864" y="49530"/>
                </a:lnTo>
                <a:lnTo>
                  <a:pt x="460826" y="73660"/>
                </a:lnTo>
                <a:close/>
              </a:path>
              <a:path w="553720" h="557530">
                <a:moveTo>
                  <a:pt x="147828" y="175260"/>
                </a:moveTo>
                <a:lnTo>
                  <a:pt x="117348" y="175260"/>
                </a:lnTo>
                <a:lnTo>
                  <a:pt x="117348" y="66040"/>
                </a:lnTo>
                <a:lnTo>
                  <a:pt x="147828" y="66040"/>
                </a:lnTo>
                <a:lnTo>
                  <a:pt x="147828" y="175260"/>
                </a:lnTo>
                <a:close/>
              </a:path>
              <a:path w="553720" h="557530">
                <a:moveTo>
                  <a:pt x="385572" y="171450"/>
                </a:moveTo>
                <a:lnTo>
                  <a:pt x="370332" y="171450"/>
                </a:lnTo>
                <a:lnTo>
                  <a:pt x="416052" y="87630"/>
                </a:lnTo>
                <a:lnTo>
                  <a:pt x="470336" y="87630"/>
                </a:lnTo>
                <a:lnTo>
                  <a:pt x="463081" y="90170"/>
                </a:lnTo>
                <a:lnTo>
                  <a:pt x="453199" y="95250"/>
                </a:lnTo>
                <a:lnTo>
                  <a:pt x="414147" y="133350"/>
                </a:lnTo>
                <a:lnTo>
                  <a:pt x="400716" y="151130"/>
                </a:lnTo>
                <a:lnTo>
                  <a:pt x="385572" y="171450"/>
                </a:lnTo>
                <a:close/>
              </a:path>
              <a:path w="553720" h="557530">
                <a:moveTo>
                  <a:pt x="25908" y="195580"/>
                </a:moveTo>
                <a:lnTo>
                  <a:pt x="4572" y="175260"/>
                </a:lnTo>
                <a:lnTo>
                  <a:pt x="167640" y="175260"/>
                </a:lnTo>
                <a:lnTo>
                  <a:pt x="196596" y="146050"/>
                </a:lnTo>
                <a:lnTo>
                  <a:pt x="236220" y="187960"/>
                </a:lnTo>
                <a:lnTo>
                  <a:pt x="83820" y="187960"/>
                </a:lnTo>
                <a:lnTo>
                  <a:pt x="53721" y="190500"/>
                </a:lnTo>
                <a:lnTo>
                  <a:pt x="25908" y="195580"/>
                </a:lnTo>
                <a:close/>
              </a:path>
              <a:path w="553720" h="557530">
                <a:moveTo>
                  <a:pt x="260604" y="193040"/>
                </a:moveTo>
                <a:lnTo>
                  <a:pt x="239268" y="171450"/>
                </a:lnTo>
                <a:lnTo>
                  <a:pt x="473964" y="171450"/>
                </a:lnTo>
                <a:lnTo>
                  <a:pt x="490728" y="147320"/>
                </a:lnTo>
                <a:lnTo>
                  <a:pt x="528828" y="176530"/>
                </a:lnTo>
                <a:lnTo>
                  <a:pt x="516636" y="186690"/>
                </a:lnTo>
                <a:lnTo>
                  <a:pt x="303037" y="186690"/>
                </a:lnTo>
                <a:lnTo>
                  <a:pt x="288417" y="187960"/>
                </a:lnTo>
                <a:lnTo>
                  <a:pt x="260604" y="193040"/>
                </a:lnTo>
                <a:close/>
              </a:path>
              <a:path w="553720" h="557530">
                <a:moveTo>
                  <a:pt x="284988" y="264160"/>
                </a:moveTo>
                <a:lnTo>
                  <a:pt x="263652" y="243840"/>
                </a:lnTo>
                <a:lnTo>
                  <a:pt x="478536" y="243840"/>
                </a:lnTo>
                <a:lnTo>
                  <a:pt x="478536" y="186690"/>
                </a:lnTo>
                <a:lnTo>
                  <a:pt x="516636" y="186690"/>
                </a:lnTo>
                <a:lnTo>
                  <a:pt x="509016" y="193040"/>
                </a:lnTo>
                <a:lnTo>
                  <a:pt x="509254" y="243840"/>
                </a:lnTo>
                <a:lnTo>
                  <a:pt x="509318" y="251460"/>
                </a:lnTo>
                <a:lnTo>
                  <a:pt x="509440" y="259080"/>
                </a:lnTo>
                <a:lnTo>
                  <a:pt x="326564" y="259080"/>
                </a:lnTo>
                <a:lnTo>
                  <a:pt x="298084" y="261620"/>
                </a:lnTo>
                <a:lnTo>
                  <a:pt x="284988" y="264160"/>
                </a:lnTo>
                <a:close/>
              </a:path>
              <a:path w="553720" h="557530">
                <a:moveTo>
                  <a:pt x="7620" y="444500"/>
                </a:moveTo>
                <a:lnTo>
                  <a:pt x="0" y="439420"/>
                </a:lnTo>
                <a:lnTo>
                  <a:pt x="21717" y="407670"/>
                </a:lnTo>
                <a:lnTo>
                  <a:pt x="41148" y="375920"/>
                </a:lnTo>
                <a:lnTo>
                  <a:pt x="73152" y="309880"/>
                </a:lnTo>
                <a:lnTo>
                  <a:pt x="97155" y="247650"/>
                </a:lnTo>
                <a:lnTo>
                  <a:pt x="114300" y="187960"/>
                </a:lnTo>
                <a:lnTo>
                  <a:pt x="147828" y="187960"/>
                </a:lnTo>
                <a:lnTo>
                  <a:pt x="147828" y="237490"/>
                </a:lnTo>
                <a:lnTo>
                  <a:pt x="163020" y="243840"/>
                </a:lnTo>
                <a:lnTo>
                  <a:pt x="174490" y="250190"/>
                </a:lnTo>
                <a:lnTo>
                  <a:pt x="147828" y="250190"/>
                </a:lnTo>
                <a:lnTo>
                  <a:pt x="147878" y="281940"/>
                </a:lnTo>
                <a:lnTo>
                  <a:pt x="117348" y="281940"/>
                </a:lnTo>
                <a:lnTo>
                  <a:pt x="95059" y="326390"/>
                </a:lnTo>
                <a:lnTo>
                  <a:pt x="69342" y="369570"/>
                </a:lnTo>
                <a:lnTo>
                  <a:pt x="40195" y="408940"/>
                </a:lnTo>
                <a:lnTo>
                  <a:pt x="7620" y="444500"/>
                </a:lnTo>
                <a:close/>
              </a:path>
              <a:path w="553720" h="557530">
                <a:moveTo>
                  <a:pt x="208788" y="342900"/>
                </a:moveTo>
                <a:lnTo>
                  <a:pt x="205740" y="342900"/>
                </a:lnTo>
                <a:lnTo>
                  <a:pt x="202049" y="340360"/>
                </a:lnTo>
                <a:lnTo>
                  <a:pt x="197929" y="335280"/>
                </a:lnTo>
                <a:lnTo>
                  <a:pt x="193524" y="327660"/>
                </a:lnTo>
                <a:lnTo>
                  <a:pt x="188976" y="317500"/>
                </a:lnTo>
                <a:lnTo>
                  <a:pt x="181260" y="299720"/>
                </a:lnTo>
                <a:lnTo>
                  <a:pt x="171831" y="281940"/>
                </a:lnTo>
                <a:lnTo>
                  <a:pt x="160686" y="265430"/>
                </a:lnTo>
                <a:lnTo>
                  <a:pt x="147828" y="250190"/>
                </a:lnTo>
                <a:lnTo>
                  <a:pt x="174490" y="250190"/>
                </a:lnTo>
                <a:lnTo>
                  <a:pt x="210288" y="278130"/>
                </a:lnTo>
                <a:lnTo>
                  <a:pt x="222504" y="304800"/>
                </a:lnTo>
                <a:lnTo>
                  <a:pt x="222504" y="312420"/>
                </a:lnTo>
                <a:lnTo>
                  <a:pt x="220980" y="320040"/>
                </a:lnTo>
                <a:lnTo>
                  <a:pt x="211835" y="337820"/>
                </a:lnTo>
                <a:lnTo>
                  <a:pt x="208788" y="342900"/>
                </a:lnTo>
                <a:close/>
              </a:path>
              <a:path w="553720" h="557530">
                <a:moveTo>
                  <a:pt x="260604" y="335280"/>
                </a:moveTo>
                <a:lnTo>
                  <a:pt x="239268" y="313690"/>
                </a:lnTo>
                <a:lnTo>
                  <a:pt x="478536" y="313690"/>
                </a:lnTo>
                <a:lnTo>
                  <a:pt x="478536" y="259080"/>
                </a:lnTo>
                <a:lnTo>
                  <a:pt x="509440" y="259080"/>
                </a:lnTo>
                <a:lnTo>
                  <a:pt x="509968" y="292100"/>
                </a:lnTo>
                <a:lnTo>
                  <a:pt x="510944" y="323850"/>
                </a:lnTo>
                <a:lnTo>
                  <a:pt x="511084" y="326390"/>
                </a:lnTo>
                <a:lnTo>
                  <a:pt x="318516" y="326390"/>
                </a:lnTo>
                <a:lnTo>
                  <a:pt x="288417" y="328930"/>
                </a:lnTo>
                <a:lnTo>
                  <a:pt x="274367" y="331470"/>
                </a:lnTo>
                <a:lnTo>
                  <a:pt x="260604" y="335280"/>
                </a:lnTo>
                <a:close/>
              </a:path>
              <a:path w="553720" h="557530">
                <a:moveTo>
                  <a:pt x="114300" y="557530"/>
                </a:moveTo>
                <a:lnTo>
                  <a:pt x="115173" y="519430"/>
                </a:lnTo>
                <a:lnTo>
                  <a:pt x="116031" y="471170"/>
                </a:lnTo>
                <a:lnTo>
                  <a:pt x="116666" y="420370"/>
                </a:lnTo>
                <a:lnTo>
                  <a:pt x="117130" y="359410"/>
                </a:lnTo>
                <a:lnTo>
                  <a:pt x="117348" y="281940"/>
                </a:lnTo>
                <a:lnTo>
                  <a:pt x="147878" y="281940"/>
                </a:lnTo>
                <a:lnTo>
                  <a:pt x="148001" y="335280"/>
                </a:lnTo>
                <a:lnTo>
                  <a:pt x="148246" y="382270"/>
                </a:lnTo>
                <a:lnTo>
                  <a:pt x="148780" y="440690"/>
                </a:lnTo>
                <a:lnTo>
                  <a:pt x="149408" y="483870"/>
                </a:lnTo>
                <a:lnTo>
                  <a:pt x="150876" y="537210"/>
                </a:lnTo>
                <a:lnTo>
                  <a:pt x="114300" y="557530"/>
                </a:lnTo>
                <a:close/>
              </a:path>
              <a:path w="553720" h="557530">
                <a:moveTo>
                  <a:pt x="478536" y="359410"/>
                </a:moveTo>
                <a:lnTo>
                  <a:pt x="478536" y="326390"/>
                </a:lnTo>
                <a:lnTo>
                  <a:pt x="511084" y="326390"/>
                </a:lnTo>
                <a:lnTo>
                  <a:pt x="512064" y="344170"/>
                </a:lnTo>
                <a:lnTo>
                  <a:pt x="478536" y="359410"/>
                </a:lnTo>
                <a:close/>
              </a:path>
              <a:path w="553720" h="557530">
                <a:moveTo>
                  <a:pt x="387096" y="435610"/>
                </a:moveTo>
                <a:lnTo>
                  <a:pt x="381000" y="435610"/>
                </a:lnTo>
                <a:lnTo>
                  <a:pt x="376428" y="429260"/>
                </a:lnTo>
                <a:lnTo>
                  <a:pt x="373379" y="415290"/>
                </a:lnTo>
                <a:lnTo>
                  <a:pt x="367426" y="401320"/>
                </a:lnTo>
                <a:lnTo>
                  <a:pt x="358902" y="384810"/>
                </a:lnTo>
                <a:lnTo>
                  <a:pt x="348091" y="367030"/>
                </a:lnTo>
                <a:lnTo>
                  <a:pt x="335279" y="346710"/>
                </a:lnTo>
                <a:lnTo>
                  <a:pt x="339852" y="342900"/>
                </a:lnTo>
                <a:lnTo>
                  <a:pt x="379095" y="368300"/>
                </a:lnTo>
                <a:lnTo>
                  <a:pt x="403860" y="398780"/>
                </a:lnTo>
                <a:lnTo>
                  <a:pt x="403860" y="407670"/>
                </a:lnTo>
                <a:lnTo>
                  <a:pt x="400812" y="415290"/>
                </a:lnTo>
                <a:lnTo>
                  <a:pt x="396240" y="422910"/>
                </a:lnTo>
                <a:lnTo>
                  <a:pt x="390144" y="430530"/>
                </a:lnTo>
                <a:lnTo>
                  <a:pt x="387096" y="435610"/>
                </a:lnTo>
                <a:close/>
              </a:path>
              <a:path w="553720" h="557530">
                <a:moveTo>
                  <a:pt x="449746" y="530860"/>
                </a:moveTo>
                <a:lnTo>
                  <a:pt x="327660" y="530860"/>
                </a:lnTo>
                <a:lnTo>
                  <a:pt x="309657" y="528320"/>
                </a:lnTo>
                <a:lnTo>
                  <a:pt x="296799" y="519430"/>
                </a:lnTo>
                <a:lnTo>
                  <a:pt x="289083" y="506730"/>
                </a:lnTo>
                <a:lnTo>
                  <a:pt x="286511" y="490220"/>
                </a:lnTo>
                <a:lnTo>
                  <a:pt x="286442" y="453390"/>
                </a:lnTo>
                <a:lnTo>
                  <a:pt x="286336" y="435610"/>
                </a:lnTo>
                <a:lnTo>
                  <a:pt x="285890" y="407670"/>
                </a:lnTo>
                <a:lnTo>
                  <a:pt x="285590" y="398780"/>
                </a:lnTo>
                <a:lnTo>
                  <a:pt x="284988" y="382270"/>
                </a:lnTo>
                <a:lnTo>
                  <a:pt x="335279" y="403860"/>
                </a:lnTo>
                <a:lnTo>
                  <a:pt x="318516" y="419100"/>
                </a:lnTo>
                <a:lnTo>
                  <a:pt x="318516" y="476250"/>
                </a:lnTo>
                <a:lnTo>
                  <a:pt x="320778" y="488950"/>
                </a:lnTo>
                <a:lnTo>
                  <a:pt x="327469" y="497840"/>
                </a:lnTo>
                <a:lnTo>
                  <a:pt x="338447" y="502920"/>
                </a:lnTo>
                <a:lnTo>
                  <a:pt x="353568" y="504190"/>
                </a:lnTo>
                <a:lnTo>
                  <a:pt x="484735" y="504190"/>
                </a:lnTo>
                <a:lnTo>
                  <a:pt x="478845" y="514350"/>
                </a:lnTo>
                <a:lnTo>
                  <a:pt x="466153" y="525780"/>
                </a:lnTo>
                <a:lnTo>
                  <a:pt x="449746" y="530860"/>
                </a:lnTo>
                <a:close/>
              </a:path>
              <a:path w="553720" h="557530">
                <a:moveTo>
                  <a:pt x="534924" y="504190"/>
                </a:moveTo>
                <a:lnTo>
                  <a:pt x="530352" y="504190"/>
                </a:lnTo>
                <a:lnTo>
                  <a:pt x="527303" y="500380"/>
                </a:lnTo>
                <a:lnTo>
                  <a:pt x="524255" y="492760"/>
                </a:lnTo>
                <a:lnTo>
                  <a:pt x="520565" y="482600"/>
                </a:lnTo>
                <a:lnTo>
                  <a:pt x="516445" y="473710"/>
                </a:lnTo>
                <a:lnTo>
                  <a:pt x="507492" y="453390"/>
                </a:lnTo>
                <a:lnTo>
                  <a:pt x="501824" y="443230"/>
                </a:lnTo>
                <a:lnTo>
                  <a:pt x="484774" y="417830"/>
                </a:lnTo>
                <a:lnTo>
                  <a:pt x="473964" y="403860"/>
                </a:lnTo>
                <a:lnTo>
                  <a:pt x="478536" y="398780"/>
                </a:lnTo>
                <a:lnTo>
                  <a:pt x="494585" y="407670"/>
                </a:lnTo>
                <a:lnTo>
                  <a:pt x="508635" y="416560"/>
                </a:lnTo>
                <a:lnTo>
                  <a:pt x="520969" y="424180"/>
                </a:lnTo>
                <a:lnTo>
                  <a:pt x="547687" y="452120"/>
                </a:lnTo>
                <a:lnTo>
                  <a:pt x="553212" y="468630"/>
                </a:lnTo>
                <a:lnTo>
                  <a:pt x="553212" y="474980"/>
                </a:lnTo>
                <a:lnTo>
                  <a:pt x="550164" y="482600"/>
                </a:lnTo>
                <a:lnTo>
                  <a:pt x="544068" y="491490"/>
                </a:lnTo>
                <a:lnTo>
                  <a:pt x="537972" y="499110"/>
                </a:lnTo>
                <a:lnTo>
                  <a:pt x="534924" y="504190"/>
                </a:lnTo>
                <a:close/>
              </a:path>
              <a:path w="553720" h="557530">
                <a:moveTo>
                  <a:pt x="216408" y="504190"/>
                </a:moveTo>
                <a:lnTo>
                  <a:pt x="195072" y="504190"/>
                </a:lnTo>
                <a:lnTo>
                  <a:pt x="192023" y="501650"/>
                </a:lnTo>
                <a:lnTo>
                  <a:pt x="187452" y="500380"/>
                </a:lnTo>
                <a:lnTo>
                  <a:pt x="185928" y="497840"/>
                </a:lnTo>
                <a:lnTo>
                  <a:pt x="185928" y="495300"/>
                </a:lnTo>
                <a:lnTo>
                  <a:pt x="187023" y="490220"/>
                </a:lnTo>
                <a:lnTo>
                  <a:pt x="190119" y="485140"/>
                </a:lnTo>
                <a:lnTo>
                  <a:pt x="194929" y="480060"/>
                </a:lnTo>
                <a:lnTo>
                  <a:pt x="201168" y="473710"/>
                </a:lnTo>
                <a:lnTo>
                  <a:pt x="210002" y="462280"/>
                </a:lnTo>
                <a:lnTo>
                  <a:pt x="218122" y="445770"/>
                </a:lnTo>
                <a:lnTo>
                  <a:pt x="225385" y="426720"/>
                </a:lnTo>
                <a:lnTo>
                  <a:pt x="231647" y="403860"/>
                </a:lnTo>
                <a:lnTo>
                  <a:pt x="240792" y="403860"/>
                </a:lnTo>
                <a:lnTo>
                  <a:pt x="241581" y="426720"/>
                </a:lnTo>
                <a:lnTo>
                  <a:pt x="241699" y="440690"/>
                </a:lnTo>
                <a:lnTo>
                  <a:pt x="241574" y="452120"/>
                </a:lnTo>
                <a:lnTo>
                  <a:pt x="232791" y="495300"/>
                </a:lnTo>
                <a:lnTo>
                  <a:pt x="224028" y="501650"/>
                </a:lnTo>
                <a:lnTo>
                  <a:pt x="216408" y="504190"/>
                </a:lnTo>
                <a:close/>
              </a:path>
              <a:path w="553720" h="557530">
                <a:moveTo>
                  <a:pt x="484735" y="504190"/>
                </a:moveTo>
                <a:lnTo>
                  <a:pt x="420624" y="504190"/>
                </a:lnTo>
                <a:lnTo>
                  <a:pt x="430672" y="500380"/>
                </a:lnTo>
                <a:lnTo>
                  <a:pt x="438150" y="494030"/>
                </a:lnTo>
                <a:lnTo>
                  <a:pt x="443341" y="485140"/>
                </a:lnTo>
                <a:lnTo>
                  <a:pt x="446532" y="473710"/>
                </a:lnTo>
                <a:lnTo>
                  <a:pt x="447913" y="461010"/>
                </a:lnTo>
                <a:lnTo>
                  <a:pt x="451246" y="433070"/>
                </a:lnTo>
                <a:lnTo>
                  <a:pt x="452628" y="420370"/>
                </a:lnTo>
                <a:lnTo>
                  <a:pt x="461772" y="420370"/>
                </a:lnTo>
                <a:lnTo>
                  <a:pt x="462033" y="435610"/>
                </a:lnTo>
                <a:lnTo>
                  <a:pt x="462724" y="449580"/>
                </a:lnTo>
                <a:lnTo>
                  <a:pt x="472821" y="490220"/>
                </a:lnTo>
                <a:lnTo>
                  <a:pt x="487679" y="499110"/>
                </a:lnTo>
                <a:lnTo>
                  <a:pt x="484735" y="504190"/>
                </a:lnTo>
                <a:close/>
              </a:path>
            </a:pathLst>
          </a:custGeom>
          <a:solidFill>
            <a:srgbClr val="3333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7263384" y="1278636"/>
            <a:ext cx="533400" cy="556260"/>
          </a:xfrm>
          <a:custGeom>
            <a:avLst/>
            <a:gdLst/>
            <a:ahLst/>
            <a:cxnLst/>
            <a:rect l="l" t="t" r="r" b="b"/>
            <a:pathLst>
              <a:path w="533400" h="556260">
                <a:moveTo>
                  <a:pt x="274320" y="97536"/>
                </a:moveTo>
                <a:lnTo>
                  <a:pt x="266700" y="97536"/>
                </a:lnTo>
                <a:lnTo>
                  <a:pt x="262128" y="89916"/>
                </a:lnTo>
                <a:lnTo>
                  <a:pt x="260604" y="76200"/>
                </a:lnTo>
                <a:lnTo>
                  <a:pt x="255508" y="59864"/>
                </a:lnTo>
                <a:lnTo>
                  <a:pt x="247269" y="42672"/>
                </a:lnTo>
                <a:lnTo>
                  <a:pt x="236172" y="24336"/>
                </a:lnTo>
                <a:lnTo>
                  <a:pt x="222504" y="4572"/>
                </a:lnTo>
                <a:lnTo>
                  <a:pt x="227076" y="0"/>
                </a:lnTo>
                <a:lnTo>
                  <a:pt x="263842" y="20574"/>
                </a:lnTo>
                <a:lnTo>
                  <a:pt x="292989" y="49339"/>
                </a:lnTo>
                <a:lnTo>
                  <a:pt x="295656" y="60960"/>
                </a:lnTo>
                <a:lnTo>
                  <a:pt x="295060" y="67556"/>
                </a:lnTo>
                <a:lnTo>
                  <a:pt x="293179" y="73723"/>
                </a:lnTo>
                <a:lnTo>
                  <a:pt x="289869" y="79605"/>
                </a:lnTo>
                <a:lnTo>
                  <a:pt x="284988" y="85344"/>
                </a:lnTo>
                <a:lnTo>
                  <a:pt x="278892" y="92964"/>
                </a:lnTo>
                <a:lnTo>
                  <a:pt x="274320" y="97536"/>
                </a:lnTo>
                <a:close/>
              </a:path>
              <a:path w="533400" h="556260">
                <a:moveTo>
                  <a:pt x="50292" y="190500"/>
                </a:moveTo>
                <a:lnTo>
                  <a:pt x="38100" y="190500"/>
                </a:lnTo>
                <a:lnTo>
                  <a:pt x="32004" y="188976"/>
                </a:lnTo>
                <a:lnTo>
                  <a:pt x="27432" y="184404"/>
                </a:lnTo>
                <a:lnTo>
                  <a:pt x="21336" y="181356"/>
                </a:lnTo>
                <a:lnTo>
                  <a:pt x="18288" y="178308"/>
                </a:lnTo>
                <a:lnTo>
                  <a:pt x="18288" y="176784"/>
                </a:lnTo>
                <a:lnTo>
                  <a:pt x="19454" y="171640"/>
                </a:lnTo>
                <a:lnTo>
                  <a:pt x="23050" y="165354"/>
                </a:lnTo>
                <a:lnTo>
                  <a:pt x="29217" y="157924"/>
                </a:lnTo>
                <a:lnTo>
                  <a:pt x="38100" y="149352"/>
                </a:lnTo>
                <a:lnTo>
                  <a:pt x="48910" y="136802"/>
                </a:lnTo>
                <a:lnTo>
                  <a:pt x="58293" y="119824"/>
                </a:lnTo>
                <a:lnTo>
                  <a:pt x="65960" y="98559"/>
                </a:lnTo>
                <a:lnTo>
                  <a:pt x="71628" y="73152"/>
                </a:lnTo>
                <a:lnTo>
                  <a:pt x="80772" y="73152"/>
                </a:lnTo>
                <a:lnTo>
                  <a:pt x="80772" y="105156"/>
                </a:lnTo>
                <a:lnTo>
                  <a:pt x="505396" y="105156"/>
                </a:lnTo>
                <a:lnTo>
                  <a:pt x="516540" y="118872"/>
                </a:lnTo>
                <a:lnTo>
                  <a:pt x="80772" y="118872"/>
                </a:lnTo>
                <a:lnTo>
                  <a:pt x="80772" y="143446"/>
                </a:lnTo>
                <a:lnTo>
                  <a:pt x="78486" y="162306"/>
                </a:lnTo>
                <a:lnTo>
                  <a:pt x="73914" y="175450"/>
                </a:lnTo>
                <a:lnTo>
                  <a:pt x="67056" y="182880"/>
                </a:lnTo>
                <a:lnTo>
                  <a:pt x="57912" y="187452"/>
                </a:lnTo>
                <a:lnTo>
                  <a:pt x="50292" y="190500"/>
                </a:lnTo>
                <a:close/>
              </a:path>
              <a:path w="533400" h="556260">
                <a:moveTo>
                  <a:pt x="505396" y="105156"/>
                </a:moveTo>
                <a:lnTo>
                  <a:pt x="457200" y="105156"/>
                </a:lnTo>
                <a:lnTo>
                  <a:pt x="483108" y="77724"/>
                </a:lnTo>
                <a:lnTo>
                  <a:pt x="505396" y="105156"/>
                </a:lnTo>
                <a:close/>
              </a:path>
              <a:path w="533400" h="556260">
                <a:moveTo>
                  <a:pt x="437388" y="182880"/>
                </a:moveTo>
                <a:lnTo>
                  <a:pt x="429768" y="178308"/>
                </a:lnTo>
                <a:lnTo>
                  <a:pt x="461772" y="118872"/>
                </a:lnTo>
                <a:lnTo>
                  <a:pt x="516540" y="118872"/>
                </a:lnTo>
                <a:lnTo>
                  <a:pt x="522732" y="126492"/>
                </a:lnTo>
                <a:lnTo>
                  <a:pt x="505325" y="129944"/>
                </a:lnTo>
                <a:lnTo>
                  <a:pt x="485203" y="140398"/>
                </a:lnTo>
                <a:lnTo>
                  <a:pt x="462510" y="157995"/>
                </a:lnTo>
                <a:lnTo>
                  <a:pt x="437388" y="182880"/>
                </a:lnTo>
                <a:close/>
              </a:path>
              <a:path w="533400" h="556260">
                <a:moveTo>
                  <a:pt x="59436" y="240792"/>
                </a:moveTo>
                <a:lnTo>
                  <a:pt x="38100" y="219456"/>
                </a:lnTo>
                <a:lnTo>
                  <a:pt x="411480" y="219456"/>
                </a:lnTo>
                <a:lnTo>
                  <a:pt x="445008" y="185928"/>
                </a:lnTo>
                <a:lnTo>
                  <a:pt x="492252" y="233172"/>
                </a:lnTo>
                <a:lnTo>
                  <a:pt x="117348" y="233172"/>
                </a:lnTo>
                <a:lnTo>
                  <a:pt x="101655" y="233719"/>
                </a:lnTo>
                <a:lnTo>
                  <a:pt x="86677" y="235267"/>
                </a:lnTo>
                <a:lnTo>
                  <a:pt x="72556" y="237672"/>
                </a:lnTo>
                <a:lnTo>
                  <a:pt x="59436" y="240792"/>
                </a:lnTo>
                <a:close/>
              </a:path>
              <a:path w="533400" h="556260">
                <a:moveTo>
                  <a:pt x="283464" y="480060"/>
                </a:moveTo>
                <a:lnTo>
                  <a:pt x="251460" y="480060"/>
                </a:lnTo>
                <a:lnTo>
                  <a:pt x="251460" y="233172"/>
                </a:lnTo>
                <a:lnTo>
                  <a:pt x="283464" y="233172"/>
                </a:lnTo>
                <a:lnTo>
                  <a:pt x="283464" y="350520"/>
                </a:lnTo>
                <a:lnTo>
                  <a:pt x="453136" y="350520"/>
                </a:lnTo>
                <a:lnTo>
                  <a:pt x="467868" y="365760"/>
                </a:lnTo>
                <a:lnTo>
                  <a:pt x="283464" y="365760"/>
                </a:lnTo>
                <a:lnTo>
                  <a:pt x="283464" y="480060"/>
                </a:lnTo>
                <a:close/>
              </a:path>
              <a:path w="533400" h="556260">
                <a:moveTo>
                  <a:pt x="4572" y="556260"/>
                </a:moveTo>
                <a:lnTo>
                  <a:pt x="0" y="550164"/>
                </a:lnTo>
                <a:lnTo>
                  <a:pt x="20788" y="528423"/>
                </a:lnTo>
                <a:lnTo>
                  <a:pt x="39433" y="506539"/>
                </a:lnTo>
                <a:lnTo>
                  <a:pt x="68580" y="461772"/>
                </a:lnTo>
                <a:lnTo>
                  <a:pt x="89154" y="416242"/>
                </a:lnTo>
                <a:lnTo>
                  <a:pt x="100584" y="371856"/>
                </a:lnTo>
                <a:lnTo>
                  <a:pt x="107632" y="326898"/>
                </a:lnTo>
                <a:lnTo>
                  <a:pt x="111252" y="281940"/>
                </a:lnTo>
                <a:lnTo>
                  <a:pt x="169164" y="310896"/>
                </a:lnTo>
                <a:lnTo>
                  <a:pt x="145708" y="342233"/>
                </a:lnTo>
                <a:lnTo>
                  <a:pt x="135636" y="382524"/>
                </a:lnTo>
                <a:lnTo>
                  <a:pt x="145604" y="396240"/>
                </a:lnTo>
                <a:lnTo>
                  <a:pt x="131064" y="396240"/>
                </a:lnTo>
                <a:lnTo>
                  <a:pt x="108585" y="446341"/>
                </a:lnTo>
                <a:lnTo>
                  <a:pt x="83820" y="486156"/>
                </a:lnTo>
                <a:lnTo>
                  <a:pt x="50482" y="521208"/>
                </a:lnTo>
                <a:lnTo>
                  <a:pt x="29170" y="538876"/>
                </a:lnTo>
                <a:lnTo>
                  <a:pt x="4572" y="556260"/>
                </a:lnTo>
                <a:close/>
              </a:path>
              <a:path w="533400" h="556260">
                <a:moveTo>
                  <a:pt x="453136" y="350520"/>
                </a:moveTo>
                <a:lnTo>
                  <a:pt x="391668" y="350520"/>
                </a:lnTo>
                <a:lnTo>
                  <a:pt x="423672" y="320040"/>
                </a:lnTo>
                <a:lnTo>
                  <a:pt x="453136" y="350520"/>
                </a:lnTo>
                <a:close/>
              </a:path>
              <a:path w="533400" h="556260">
                <a:moveTo>
                  <a:pt x="483108" y="542544"/>
                </a:moveTo>
                <a:lnTo>
                  <a:pt x="424481" y="540805"/>
                </a:lnTo>
                <a:lnTo>
                  <a:pt x="374142" y="537781"/>
                </a:lnTo>
                <a:lnTo>
                  <a:pt x="331803" y="533328"/>
                </a:lnTo>
                <a:lnTo>
                  <a:pt x="268009" y="519303"/>
                </a:lnTo>
                <a:lnTo>
                  <a:pt x="219384" y="496443"/>
                </a:lnTo>
                <a:lnTo>
                  <a:pt x="181641" y="464177"/>
                </a:lnTo>
                <a:lnTo>
                  <a:pt x="147351" y="421362"/>
                </a:lnTo>
                <a:lnTo>
                  <a:pt x="131064" y="396240"/>
                </a:lnTo>
                <a:lnTo>
                  <a:pt x="145604" y="396240"/>
                </a:lnTo>
                <a:lnTo>
                  <a:pt x="148494" y="400216"/>
                </a:lnTo>
                <a:lnTo>
                  <a:pt x="161925" y="416623"/>
                </a:lnTo>
                <a:lnTo>
                  <a:pt x="190500" y="445008"/>
                </a:lnTo>
                <a:lnTo>
                  <a:pt x="236577" y="474368"/>
                </a:lnTo>
                <a:lnTo>
                  <a:pt x="251460" y="480060"/>
                </a:lnTo>
                <a:lnTo>
                  <a:pt x="283464" y="480060"/>
                </a:lnTo>
                <a:lnTo>
                  <a:pt x="283464" y="489204"/>
                </a:lnTo>
                <a:lnTo>
                  <a:pt x="317468" y="494942"/>
                </a:lnTo>
                <a:lnTo>
                  <a:pt x="350901" y="498538"/>
                </a:lnTo>
                <a:lnTo>
                  <a:pt x="383762" y="500133"/>
                </a:lnTo>
                <a:lnTo>
                  <a:pt x="533400" y="500133"/>
                </a:lnTo>
                <a:lnTo>
                  <a:pt x="533400" y="504444"/>
                </a:lnTo>
                <a:lnTo>
                  <a:pt x="514826" y="509325"/>
                </a:lnTo>
                <a:lnTo>
                  <a:pt x="500253" y="517207"/>
                </a:lnTo>
                <a:lnTo>
                  <a:pt x="489680" y="528232"/>
                </a:lnTo>
                <a:lnTo>
                  <a:pt x="483108" y="542544"/>
                </a:lnTo>
                <a:close/>
              </a:path>
              <a:path w="533400" h="556260">
                <a:moveTo>
                  <a:pt x="533400" y="500133"/>
                </a:moveTo>
                <a:lnTo>
                  <a:pt x="383762" y="500133"/>
                </a:lnTo>
                <a:lnTo>
                  <a:pt x="447460" y="499586"/>
                </a:lnTo>
                <a:lnTo>
                  <a:pt x="477583" y="498729"/>
                </a:lnTo>
                <a:lnTo>
                  <a:pt x="506277" y="497300"/>
                </a:lnTo>
                <a:lnTo>
                  <a:pt x="533400" y="495300"/>
                </a:lnTo>
                <a:lnTo>
                  <a:pt x="533400" y="500133"/>
                </a:lnTo>
                <a:close/>
              </a:path>
            </a:pathLst>
          </a:custGeom>
          <a:solidFill>
            <a:srgbClr val="3333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7892796" y="1295400"/>
            <a:ext cx="513715" cy="523240"/>
          </a:xfrm>
          <a:custGeom>
            <a:avLst/>
            <a:gdLst/>
            <a:ahLst/>
            <a:cxnLst/>
            <a:rect l="l" t="t" r="r" b="b"/>
            <a:pathLst>
              <a:path w="513715" h="523239">
                <a:moveTo>
                  <a:pt x="33528" y="522731"/>
                </a:moveTo>
                <a:lnTo>
                  <a:pt x="0" y="492251"/>
                </a:lnTo>
                <a:lnTo>
                  <a:pt x="13716" y="478536"/>
                </a:lnTo>
                <a:lnTo>
                  <a:pt x="13716" y="144779"/>
                </a:lnTo>
                <a:lnTo>
                  <a:pt x="13454" y="112514"/>
                </a:lnTo>
                <a:lnTo>
                  <a:pt x="12763" y="79819"/>
                </a:lnTo>
                <a:lnTo>
                  <a:pt x="10668" y="13715"/>
                </a:lnTo>
                <a:lnTo>
                  <a:pt x="47244" y="33527"/>
                </a:lnTo>
                <a:lnTo>
                  <a:pt x="416052" y="33527"/>
                </a:lnTo>
                <a:lnTo>
                  <a:pt x="451103" y="0"/>
                </a:lnTo>
                <a:lnTo>
                  <a:pt x="495300" y="47243"/>
                </a:lnTo>
                <a:lnTo>
                  <a:pt x="329183" y="47243"/>
                </a:lnTo>
                <a:lnTo>
                  <a:pt x="329183" y="333755"/>
                </a:lnTo>
                <a:lnTo>
                  <a:pt x="330874" y="353758"/>
                </a:lnTo>
                <a:lnTo>
                  <a:pt x="335851" y="368045"/>
                </a:lnTo>
                <a:lnTo>
                  <a:pt x="343971" y="376618"/>
                </a:lnTo>
                <a:lnTo>
                  <a:pt x="355092" y="379475"/>
                </a:lnTo>
                <a:lnTo>
                  <a:pt x="420624" y="379475"/>
                </a:lnTo>
                <a:lnTo>
                  <a:pt x="446531" y="339851"/>
                </a:lnTo>
                <a:lnTo>
                  <a:pt x="451103" y="266699"/>
                </a:lnTo>
                <a:lnTo>
                  <a:pt x="463296" y="266699"/>
                </a:lnTo>
                <a:lnTo>
                  <a:pt x="466344" y="335279"/>
                </a:lnTo>
                <a:lnTo>
                  <a:pt x="496824" y="371855"/>
                </a:lnTo>
                <a:lnTo>
                  <a:pt x="485703" y="387810"/>
                </a:lnTo>
                <a:lnTo>
                  <a:pt x="470725" y="398907"/>
                </a:lnTo>
                <a:lnTo>
                  <a:pt x="452032" y="404860"/>
                </a:lnTo>
                <a:lnTo>
                  <a:pt x="429768" y="405384"/>
                </a:lnTo>
                <a:lnTo>
                  <a:pt x="341376" y="405384"/>
                </a:lnTo>
                <a:lnTo>
                  <a:pt x="321635" y="401359"/>
                </a:lnTo>
                <a:lnTo>
                  <a:pt x="308038" y="391477"/>
                </a:lnTo>
                <a:lnTo>
                  <a:pt x="300442" y="375594"/>
                </a:lnTo>
                <a:lnTo>
                  <a:pt x="298704" y="353567"/>
                </a:lnTo>
                <a:lnTo>
                  <a:pt x="298704" y="47243"/>
                </a:lnTo>
                <a:lnTo>
                  <a:pt x="198120" y="47243"/>
                </a:lnTo>
                <a:lnTo>
                  <a:pt x="196977" y="120205"/>
                </a:lnTo>
                <a:lnTo>
                  <a:pt x="193547" y="187451"/>
                </a:lnTo>
                <a:lnTo>
                  <a:pt x="183451" y="249935"/>
                </a:lnTo>
                <a:lnTo>
                  <a:pt x="163068" y="312419"/>
                </a:lnTo>
                <a:lnTo>
                  <a:pt x="128778" y="375094"/>
                </a:lnTo>
                <a:lnTo>
                  <a:pt x="104775" y="406931"/>
                </a:lnTo>
                <a:lnTo>
                  <a:pt x="76200" y="438911"/>
                </a:lnTo>
                <a:lnTo>
                  <a:pt x="68580" y="432815"/>
                </a:lnTo>
                <a:lnTo>
                  <a:pt x="90844" y="399621"/>
                </a:lnTo>
                <a:lnTo>
                  <a:pt x="109537" y="368427"/>
                </a:lnTo>
                <a:lnTo>
                  <a:pt x="135636" y="310896"/>
                </a:lnTo>
                <a:lnTo>
                  <a:pt x="151257" y="253746"/>
                </a:lnTo>
                <a:lnTo>
                  <a:pt x="160020" y="192023"/>
                </a:lnTo>
                <a:lnTo>
                  <a:pt x="163449" y="124205"/>
                </a:lnTo>
                <a:lnTo>
                  <a:pt x="164592" y="47243"/>
                </a:lnTo>
                <a:lnTo>
                  <a:pt x="47244" y="47243"/>
                </a:lnTo>
                <a:lnTo>
                  <a:pt x="47244" y="487679"/>
                </a:lnTo>
                <a:lnTo>
                  <a:pt x="428244" y="487679"/>
                </a:lnTo>
                <a:lnTo>
                  <a:pt x="463296" y="451103"/>
                </a:lnTo>
                <a:lnTo>
                  <a:pt x="513588" y="501395"/>
                </a:lnTo>
                <a:lnTo>
                  <a:pt x="50292" y="501395"/>
                </a:lnTo>
                <a:lnTo>
                  <a:pt x="33528" y="522731"/>
                </a:lnTo>
                <a:close/>
              </a:path>
            </a:pathLst>
          </a:custGeom>
          <a:solidFill>
            <a:srgbClr val="3333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" name="object 15"/>
          <p:cNvSpPr/>
          <p:nvPr/>
        </p:nvSpPr>
        <p:spPr>
          <a:xfrm>
            <a:off x="8473440" y="1299971"/>
            <a:ext cx="562610" cy="525780"/>
          </a:xfrm>
          <a:custGeom>
            <a:avLst/>
            <a:gdLst/>
            <a:ahLst/>
            <a:cxnLst/>
            <a:rect l="l" t="t" r="r" b="b"/>
            <a:pathLst>
              <a:path w="562609" h="525780">
                <a:moveTo>
                  <a:pt x="332232" y="50292"/>
                </a:moveTo>
                <a:lnTo>
                  <a:pt x="310896" y="28956"/>
                </a:lnTo>
                <a:lnTo>
                  <a:pt x="478536" y="28956"/>
                </a:lnTo>
                <a:lnTo>
                  <a:pt x="495300" y="6096"/>
                </a:lnTo>
                <a:lnTo>
                  <a:pt x="531876" y="35052"/>
                </a:lnTo>
                <a:lnTo>
                  <a:pt x="523494" y="42672"/>
                </a:lnTo>
                <a:lnTo>
                  <a:pt x="390144" y="42672"/>
                </a:lnTo>
                <a:lnTo>
                  <a:pt x="374665" y="43219"/>
                </a:lnTo>
                <a:lnTo>
                  <a:pt x="360045" y="44767"/>
                </a:lnTo>
                <a:lnTo>
                  <a:pt x="345995" y="47172"/>
                </a:lnTo>
                <a:lnTo>
                  <a:pt x="332232" y="50292"/>
                </a:lnTo>
                <a:close/>
              </a:path>
              <a:path w="562609" h="525780">
                <a:moveTo>
                  <a:pt x="515782" y="201168"/>
                </a:moveTo>
                <a:lnTo>
                  <a:pt x="483108" y="201168"/>
                </a:lnTo>
                <a:lnTo>
                  <a:pt x="483108" y="42672"/>
                </a:lnTo>
                <a:lnTo>
                  <a:pt x="523494" y="42672"/>
                </a:lnTo>
                <a:lnTo>
                  <a:pt x="515112" y="50292"/>
                </a:lnTo>
                <a:lnTo>
                  <a:pt x="515135" y="108037"/>
                </a:lnTo>
                <a:lnTo>
                  <a:pt x="515302" y="157924"/>
                </a:lnTo>
                <a:lnTo>
                  <a:pt x="515754" y="200096"/>
                </a:lnTo>
                <a:lnTo>
                  <a:pt x="515782" y="201168"/>
                </a:lnTo>
                <a:close/>
              </a:path>
              <a:path w="562609" h="525780">
                <a:moveTo>
                  <a:pt x="507492" y="501396"/>
                </a:moveTo>
                <a:lnTo>
                  <a:pt x="382524" y="501396"/>
                </a:lnTo>
                <a:lnTo>
                  <a:pt x="355663" y="499657"/>
                </a:lnTo>
                <a:lnTo>
                  <a:pt x="336804" y="489775"/>
                </a:lnTo>
                <a:lnTo>
                  <a:pt x="325945" y="471606"/>
                </a:lnTo>
                <a:lnTo>
                  <a:pt x="323088" y="445008"/>
                </a:lnTo>
                <a:lnTo>
                  <a:pt x="323048" y="361188"/>
                </a:lnTo>
                <a:lnTo>
                  <a:pt x="322892" y="301532"/>
                </a:lnTo>
                <a:lnTo>
                  <a:pt x="322429" y="248265"/>
                </a:lnTo>
                <a:lnTo>
                  <a:pt x="321527" y="207215"/>
                </a:lnTo>
                <a:lnTo>
                  <a:pt x="320040" y="178308"/>
                </a:lnTo>
                <a:lnTo>
                  <a:pt x="353568" y="201168"/>
                </a:lnTo>
                <a:lnTo>
                  <a:pt x="515782" y="201168"/>
                </a:lnTo>
                <a:lnTo>
                  <a:pt x="516131" y="214884"/>
                </a:lnTo>
                <a:lnTo>
                  <a:pt x="353568" y="214884"/>
                </a:lnTo>
                <a:lnTo>
                  <a:pt x="353568" y="434340"/>
                </a:lnTo>
                <a:lnTo>
                  <a:pt x="356115" y="453199"/>
                </a:lnTo>
                <a:lnTo>
                  <a:pt x="363664" y="466344"/>
                </a:lnTo>
                <a:lnTo>
                  <a:pt x="376070" y="473773"/>
                </a:lnTo>
                <a:lnTo>
                  <a:pt x="393192" y="475488"/>
                </a:lnTo>
                <a:lnTo>
                  <a:pt x="557790" y="475488"/>
                </a:lnTo>
                <a:lnTo>
                  <a:pt x="552926" y="483608"/>
                </a:lnTo>
                <a:lnTo>
                  <a:pt x="540639" y="494347"/>
                </a:lnTo>
                <a:lnTo>
                  <a:pt x="525494" y="500229"/>
                </a:lnTo>
                <a:lnTo>
                  <a:pt x="507492" y="501396"/>
                </a:lnTo>
                <a:close/>
              </a:path>
              <a:path w="562609" h="525780">
                <a:moveTo>
                  <a:pt x="483108" y="248411"/>
                </a:moveTo>
                <a:lnTo>
                  <a:pt x="483108" y="214884"/>
                </a:lnTo>
                <a:lnTo>
                  <a:pt x="516131" y="214884"/>
                </a:lnTo>
                <a:lnTo>
                  <a:pt x="516636" y="234696"/>
                </a:lnTo>
                <a:lnTo>
                  <a:pt x="483108" y="248411"/>
                </a:lnTo>
                <a:close/>
              </a:path>
              <a:path w="562609" h="525780">
                <a:moveTo>
                  <a:pt x="557790" y="475488"/>
                </a:moveTo>
                <a:lnTo>
                  <a:pt x="487680" y="475488"/>
                </a:lnTo>
                <a:lnTo>
                  <a:pt x="496847" y="474035"/>
                </a:lnTo>
                <a:lnTo>
                  <a:pt x="503872" y="469582"/>
                </a:lnTo>
                <a:lnTo>
                  <a:pt x="516445" y="417004"/>
                </a:lnTo>
                <a:lnTo>
                  <a:pt x="519684" y="361188"/>
                </a:lnTo>
                <a:lnTo>
                  <a:pt x="531876" y="361188"/>
                </a:lnTo>
                <a:lnTo>
                  <a:pt x="533019" y="405003"/>
                </a:lnTo>
                <a:lnTo>
                  <a:pt x="539853" y="449437"/>
                </a:lnTo>
                <a:lnTo>
                  <a:pt x="562356" y="467868"/>
                </a:lnTo>
                <a:lnTo>
                  <a:pt x="557790" y="475488"/>
                </a:lnTo>
                <a:close/>
              </a:path>
              <a:path w="562609" h="525780">
                <a:moveTo>
                  <a:pt x="21336" y="50292"/>
                </a:moveTo>
                <a:lnTo>
                  <a:pt x="0" y="28956"/>
                </a:lnTo>
                <a:lnTo>
                  <a:pt x="242316" y="28956"/>
                </a:lnTo>
                <a:lnTo>
                  <a:pt x="269748" y="0"/>
                </a:lnTo>
                <a:lnTo>
                  <a:pt x="309372" y="42672"/>
                </a:lnTo>
                <a:lnTo>
                  <a:pt x="79248" y="42672"/>
                </a:lnTo>
                <a:lnTo>
                  <a:pt x="63769" y="43219"/>
                </a:lnTo>
                <a:lnTo>
                  <a:pt x="49149" y="44767"/>
                </a:lnTo>
                <a:lnTo>
                  <a:pt x="35099" y="47172"/>
                </a:lnTo>
                <a:lnTo>
                  <a:pt x="21336" y="50292"/>
                </a:lnTo>
                <a:close/>
              </a:path>
              <a:path w="562609" h="525780">
                <a:moveTo>
                  <a:pt x="138684" y="118872"/>
                </a:moveTo>
                <a:lnTo>
                  <a:pt x="109728" y="118872"/>
                </a:lnTo>
                <a:lnTo>
                  <a:pt x="109728" y="42672"/>
                </a:lnTo>
                <a:lnTo>
                  <a:pt x="138684" y="42672"/>
                </a:lnTo>
                <a:lnTo>
                  <a:pt x="138684" y="118872"/>
                </a:lnTo>
                <a:close/>
              </a:path>
              <a:path w="562609" h="525780">
                <a:moveTo>
                  <a:pt x="201168" y="118872"/>
                </a:moveTo>
                <a:lnTo>
                  <a:pt x="172212" y="118872"/>
                </a:lnTo>
                <a:lnTo>
                  <a:pt x="172212" y="42672"/>
                </a:lnTo>
                <a:lnTo>
                  <a:pt x="201168" y="42672"/>
                </a:lnTo>
                <a:lnTo>
                  <a:pt x="201168" y="118872"/>
                </a:lnTo>
                <a:close/>
              </a:path>
              <a:path w="562609" h="525780">
                <a:moveTo>
                  <a:pt x="280736" y="118872"/>
                </a:moveTo>
                <a:lnTo>
                  <a:pt x="239268" y="118872"/>
                </a:lnTo>
                <a:lnTo>
                  <a:pt x="256032" y="97536"/>
                </a:lnTo>
                <a:lnTo>
                  <a:pt x="280736" y="118872"/>
                </a:lnTo>
                <a:close/>
              </a:path>
              <a:path w="562609" h="525780">
                <a:moveTo>
                  <a:pt x="36576" y="525779"/>
                </a:moveTo>
                <a:lnTo>
                  <a:pt x="37457" y="485203"/>
                </a:lnTo>
                <a:lnTo>
                  <a:pt x="37909" y="436626"/>
                </a:lnTo>
                <a:lnTo>
                  <a:pt x="38020" y="231457"/>
                </a:lnTo>
                <a:lnTo>
                  <a:pt x="37909" y="193167"/>
                </a:lnTo>
                <a:lnTo>
                  <a:pt x="37457" y="143160"/>
                </a:lnTo>
                <a:lnTo>
                  <a:pt x="36576" y="100584"/>
                </a:lnTo>
                <a:lnTo>
                  <a:pt x="70104" y="118872"/>
                </a:lnTo>
                <a:lnTo>
                  <a:pt x="280736" y="118872"/>
                </a:lnTo>
                <a:lnTo>
                  <a:pt x="289560" y="126492"/>
                </a:lnTo>
                <a:lnTo>
                  <a:pt x="280246" y="134112"/>
                </a:lnTo>
                <a:lnTo>
                  <a:pt x="70104" y="134112"/>
                </a:lnTo>
                <a:lnTo>
                  <a:pt x="70104" y="295656"/>
                </a:lnTo>
                <a:lnTo>
                  <a:pt x="85356" y="295656"/>
                </a:lnTo>
                <a:lnTo>
                  <a:pt x="70104" y="310896"/>
                </a:lnTo>
                <a:lnTo>
                  <a:pt x="70104" y="344424"/>
                </a:lnTo>
                <a:lnTo>
                  <a:pt x="273475" y="344424"/>
                </a:lnTo>
                <a:lnTo>
                  <a:pt x="273584" y="358140"/>
                </a:lnTo>
                <a:lnTo>
                  <a:pt x="70104" y="358140"/>
                </a:lnTo>
                <a:lnTo>
                  <a:pt x="70104" y="449579"/>
                </a:lnTo>
                <a:lnTo>
                  <a:pt x="274622" y="449579"/>
                </a:lnTo>
                <a:lnTo>
                  <a:pt x="274868" y="463296"/>
                </a:lnTo>
                <a:lnTo>
                  <a:pt x="70104" y="463296"/>
                </a:lnTo>
                <a:lnTo>
                  <a:pt x="70104" y="513588"/>
                </a:lnTo>
                <a:lnTo>
                  <a:pt x="36576" y="525779"/>
                </a:lnTo>
                <a:close/>
              </a:path>
              <a:path w="562609" h="525780">
                <a:moveTo>
                  <a:pt x="85356" y="295656"/>
                </a:moveTo>
                <a:lnTo>
                  <a:pt x="70104" y="295656"/>
                </a:lnTo>
                <a:lnTo>
                  <a:pt x="87225" y="267628"/>
                </a:lnTo>
                <a:lnTo>
                  <a:pt x="99631" y="231457"/>
                </a:lnTo>
                <a:lnTo>
                  <a:pt x="107180" y="186999"/>
                </a:lnTo>
                <a:lnTo>
                  <a:pt x="109728" y="134112"/>
                </a:lnTo>
                <a:lnTo>
                  <a:pt x="138684" y="134112"/>
                </a:lnTo>
                <a:lnTo>
                  <a:pt x="134397" y="192381"/>
                </a:lnTo>
                <a:lnTo>
                  <a:pt x="121539" y="241363"/>
                </a:lnTo>
                <a:lnTo>
                  <a:pt x="100107" y="280916"/>
                </a:lnTo>
                <a:lnTo>
                  <a:pt x="85356" y="295656"/>
                </a:lnTo>
                <a:close/>
              </a:path>
              <a:path w="562609" h="525780">
                <a:moveTo>
                  <a:pt x="273475" y="344424"/>
                </a:moveTo>
                <a:lnTo>
                  <a:pt x="242316" y="344424"/>
                </a:lnTo>
                <a:lnTo>
                  <a:pt x="242316" y="291084"/>
                </a:lnTo>
                <a:lnTo>
                  <a:pt x="208788" y="291084"/>
                </a:lnTo>
                <a:lnTo>
                  <a:pt x="191928" y="288821"/>
                </a:lnTo>
                <a:lnTo>
                  <a:pt x="180213" y="282130"/>
                </a:lnTo>
                <a:lnTo>
                  <a:pt x="173640" y="271152"/>
                </a:lnTo>
                <a:lnTo>
                  <a:pt x="172212" y="256032"/>
                </a:lnTo>
                <a:lnTo>
                  <a:pt x="172212" y="134112"/>
                </a:lnTo>
                <a:lnTo>
                  <a:pt x="201168" y="134112"/>
                </a:lnTo>
                <a:lnTo>
                  <a:pt x="201168" y="243840"/>
                </a:lnTo>
                <a:lnTo>
                  <a:pt x="202287" y="252960"/>
                </a:lnTo>
                <a:lnTo>
                  <a:pt x="205549" y="259651"/>
                </a:lnTo>
                <a:lnTo>
                  <a:pt x="210812" y="263771"/>
                </a:lnTo>
                <a:lnTo>
                  <a:pt x="217932" y="265175"/>
                </a:lnTo>
                <a:lnTo>
                  <a:pt x="273047" y="265175"/>
                </a:lnTo>
                <a:lnTo>
                  <a:pt x="273171" y="295656"/>
                </a:lnTo>
                <a:lnTo>
                  <a:pt x="273475" y="344424"/>
                </a:lnTo>
                <a:close/>
              </a:path>
              <a:path w="562609" h="525780">
                <a:moveTo>
                  <a:pt x="273047" y="265175"/>
                </a:moveTo>
                <a:lnTo>
                  <a:pt x="242316" y="265175"/>
                </a:lnTo>
                <a:lnTo>
                  <a:pt x="242316" y="134112"/>
                </a:lnTo>
                <a:lnTo>
                  <a:pt x="280246" y="134112"/>
                </a:lnTo>
                <a:lnTo>
                  <a:pt x="272796" y="140208"/>
                </a:lnTo>
                <a:lnTo>
                  <a:pt x="272884" y="219336"/>
                </a:lnTo>
                <a:lnTo>
                  <a:pt x="273047" y="265175"/>
                </a:lnTo>
                <a:close/>
              </a:path>
              <a:path w="562609" h="525780">
                <a:moveTo>
                  <a:pt x="274622" y="449579"/>
                </a:moveTo>
                <a:lnTo>
                  <a:pt x="242316" y="449579"/>
                </a:lnTo>
                <a:lnTo>
                  <a:pt x="242316" y="358140"/>
                </a:lnTo>
                <a:lnTo>
                  <a:pt x="273584" y="358140"/>
                </a:lnTo>
                <a:lnTo>
                  <a:pt x="274004" y="403242"/>
                </a:lnTo>
                <a:lnTo>
                  <a:pt x="274622" y="449579"/>
                </a:lnTo>
                <a:close/>
              </a:path>
              <a:path w="562609" h="525780">
                <a:moveTo>
                  <a:pt x="242316" y="524255"/>
                </a:moveTo>
                <a:lnTo>
                  <a:pt x="242316" y="463296"/>
                </a:lnTo>
                <a:lnTo>
                  <a:pt x="274868" y="463296"/>
                </a:lnTo>
                <a:lnTo>
                  <a:pt x="275195" y="481548"/>
                </a:lnTo>
                <a:lnTo>
                  <a:pt x="275844" y="507492"/>
                </a:lnTo>
                <a:lnTo>
                  <a:pt x="242316" y="524255"/>
                </a:lnTo>
                <a:close/>
              </a:path>
            </a:pathLst>
          </a:custGeom>
          <a:solidFill>
            <a:srgbClr val="3333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" name="object 16"/>
          <p:cNvSpPr/>
          <p:nvPr/>
        </p:nvSpPr>
        <p:spPr>
          <a:xfrm>
            <a:off x="1790700" y="2513076"/>
            <a:ext cx="155575" cy="155575"/>
          </a:xfrm>
          <a:custGeom>
            <a:avLst/>
            <a:gdLst/>
            <a:ahLst/>
            <a:cxnLst/>
            <a:rect l="l" t="t" r="r" b="b"/>
            <a:pathLst>
              <a:path w="155575" h="155575">
                <a:moveTo>
                  <a:pt x="155448" y="155448"/>
                </a:moveTo>
                <a:lnTo>
                  <a:pt x="0" y="155448"/>
                </a:lnTo>
                <a:lnTo>
                  <a:pt x="0" y="0"/>
                </a:lnTo>
                <a:lnTo>
                  <a:pt x="155448" y="0"/>
                </a:lnTo>
                <a:lnTo>
                  <a:pt x="155448" y="155448"/>
                </a:lnTo>
                <a:close/>
              </a:path>
            </a:pathLst>
          </a:custGeom>
          <a:solidFill>
            <a:srgbClr val="3333CC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7" name="object 17"/>
          <p:cNvGrpSpPr/>
          <p:nvPr/>
        </p:nvGrpSpPr>
        <p:grpSpPr>
          <a:xfrm>
            <a:off x="2157983" y="2356104"/>
            <a:ext cx="413384" cy="370840"/>
            <a:chOff x="2157983" y="2356104"/>
            <a:chExt cx="413384" cy="370840"/>
          </a:xfrm>
        </p:grpSpPr>
        <p:sp>
          <p:nvSpPr>
            <p:cNvPr id="18" name="object 18"/>
            <p:cNvSpPr/>
            <p:nvPr/>
          </p:nvSpPr>
          <p:spPr>
            <a:xfrm>
              <a:off x="2164079" y="2362200"/>
              <a:ext cx="401320" cy="358140"/>
            </a:xfrm>
            <a:custGeom>
              <a:avLst/>
              <a:gdLst/>
              <a:ahLst/>
              <a:cxnLst/>
              <a:rect l="l" t="t" r="r" b="b"/>
              <a:pathLst>
                <a:path w="401319" h="358139">
                  <a:moveTo>
                    <a:pt x="220980" y="35052"/>
                  </a:moveTo>
                  <a:lnTo>
                    <a:pt x="204216" y="19812"/>
                  </a:lnTo>
                  <a:lnTo>
                    <a:pt x="338327" y="19812"/>
                  </a:lnTo>
                  <a:lnTo>
                    <a:pt x="352044" y="0"/>
                  </a:lnTo>
                  <a:lnTo>
                    <a:pt x="379476" y="22860"/>
                  </a:lnTo>
                  <a:lnTo>
                    <a:pt x="369951" y="30480"/>
                  </a:lnTo>
                  <a:lnTo>
                    <a:pt x="234695" y="30480"/>
                  </a:lnTo>
                  <a:lnTo>
                    <a:pt x="220980" y="35052"/>
                  </a:lnTo>
                  <a:close/>
                </a:path>
                <a:path w="401319" h="358139">
                  <a:moveTo>
                    <a:pt x="32004" y="36576"/>
                  </a:moveTo>
                  <a:lnTo>
                    <a:pt x="16764" y="21336"/>
                  </a:lnTo>
                  <a:lnTo>
                    <a:pt x="164592" y="21336"/>
                  </a:lnTo>
                  <a:lnTo>
                    <a:pt x="176783" y="4572"/>
                  </a:lnTo>
                  <a:lnTo>
                    <a:pt x="205740" y="25908"/>
                  </a:lnTo>
                  <a:lnTo>
                    <a:pt x="198120" y="32004"/>
                  </a:lnTo>
                  <a:lnTo>
                    <a:pt x="74676" y="32004"/>
                  </a:lnTo>
                  <a:lnTo>
                    <a:pt x="63507" y="32289"/>
                  </a:lnTo>
                  <a:lnTo>
                    <a:pt x="52768" y="33147"/>
                  </a:lnTo>
                  <a:lnTo>
                    <a:pt x="42314" y="34575"/>
                  </a:lnTo>
                  <a:lnTo>
                    <a:pt x="32004" y="36576"/>
                  </a:lnTo>
                  <a:close/>
                </a:path>
                <a:path w="401319" h="358139">
                  <a:moveTo>
                    <a:pt x="150876" y="358140"/>
                  </a:moveTo>
                  <a:lnTo>
                    <a:pt x="147828" y="353568"/>
                  </a:lnTo>
                  <a:lnTo>
                    <a:pt x="191238" y="323826"/>
                  </a:lnTo>
                  <a:lnTo>
                    <a:pt x="227647" y="293941"/>
                  </a:lnTo>
                  <a:lnTo>
                    <a:pt x="256913" y="263771"/>
                  </a:lnTo>
                  <a:lnTo>
                    <a:pt x="278892" y="233172"/>
                  </a:lnTo>
                  <a:lnTo>
                    <a:pt x="262342" y="186070"/>
                  </a:lnTo>
                  <a:lnTo>
                    <a:pt x="249364" y="136398"/>
                  </a:lnTo>
                  <a:lnTo>
                    <a:pt x="240101" y="84439"/>
                  </a:lnTo>
                  <a:lnTo>
                    <a:pt x="234695" y="30480"/>
                  </a:lnTo>
                  <a:lnTo>
                    <a:pt x="242316" y="30480"/>
                  </a:lnTo>
                  <a:lnTo>
                    <a:pt x="250630" y="82296"/>
                  </a:lnTo>
                  <a:lnTo>
                    <a:pt x="261747" y="129730"/>
                  </a:lnTo>
                  <a:lnTo>
                    <a:pt x="275748" y="172997"/>
                  </a:lnTo>
                  <a:lnTo>
                    <a:pt x="292607" y="211836"/>
                  </a:lnTo>
                  <a:lnTo>
                    <a:pt x="318781" y="211836"/>
                  </a:lnTo>
                  <a:lnTo>
                    <a:pt x="307847" y="236219"/>
                  </a:lnTo>
                  <a:lnTo>
                    <a:pt x="321716" y="256031"/>
                  </a:lnTo>
                  <a:lnTo>
                    <a:pt x="291083" y="256031"/>
                  </a:lnTo>
                  <a:lnTo>
                    <a:pt x="261675" y="287202"/>
                  </a:lnTo>
                  <a:lnTo>
                    <a:pt x="228409" y="314515"/>
                  </a:lnTo>
                  <a:lnTo>
                    <a:pt x="191428" y="338113"/>
                  </a:lnTo>
                  <a:lnTo>
                    <a:pt x="150876" y="358140"/>
                  </a:lnTo>
                  <a:close/>
                </a:path>
                <a:path w="401319" h="358139">
                  <a:moveTo>
                    <a:pt x="318781" y="211836"/>
                  </a:moveTo>
                  <a:lnTo>
                    <a:pt x="292607" y="211836"/>
                  </a:lnTo>
                  <a:lnTo>
                    <a:pt x="306633" y="177284"/>
                  </a:lnTo>
                  <a:lnTo>
                    <a:pt x="319087" y="135445"/>
                  </a:lnTo>
                  <a:lnTo>
                    <a:pt x="330112" y="86463"/>
                  </a:lnTo>
                  <a:lnTo>
                    <a:pt x="339851" y="30480"/>
                  </a:lnTo>
                  <a:lnTo>
                    <a:pt x="369951" y="30480"/>
                  </a:lnTo>
                  <a:lnTo>
                    <a:pt x="364236" y="35052"/>
                  </a:lnTo>
                  <a:lnTo>
                    <a:pt x="353067" y="97345"/>
                  </a:lnTo>
                  <a:lnTo>
                    <a:pt x="340042" y="151638"/>
                  </a:lnTo>
                  <a:lnTo>
                    <a:pt x="325016" y="197929"/>
                  </a:lnTo>
                  <a:lnTo>
                    <a:pt x="318781" y="211836"/>
                  </a:lnTo>
                  <a:close/>
                </a:path>
                <a:path w="401319" h="358139">
                  <a:moveTo>
                    <a:pt x="149763" y="161544"/>
                  </a:moveTo>
                  <a:lnTo>
                    <a:pt x="124968" y="161544"/>
                  </a:lnTo>
                  <a:lnTo>
                    <a:pt x="137826" y="128444"/>
                  </a:lnTo>
                  <a:lnTo>
                    <a:pt x="148971" y="95631"/>
                  </a:lnTo>
                  <a:lnTo>
                    <a:pt x="158400" y="63388"/>
                  </a:lnTo>
                  <a:lnTo>
                    <a:pt x="166116" y="32004"/>
                  </a:lnTo>
                  <a:lnTo>
                    <a:pt x="198120" y="32004"/>
                  </a:lnTo>
                  <a:lnTo>
                    <a:pt x="190500" y="38100"/>
                  </a:lnTo>
                  <a:lnTo>
                    <a:pt x="178808" y="80391"/>
                  </a:lnTo>
                  <a:lnTo>
                    <a:pt x="166687" y="118110"/>
                  </a:lnTo>
                  <a:lnTo>
                    <a:pt x="154281" y="151257"/>
                  </a:lnTo>
                  <a:lnTo>
                    <a:pt x="149763" y="161544"/>
                  </a:lnTo>
                  <a:close/>
                </a:path>
                <a:path w="401319" h="358139">
                  <a:moveTo>
                    <a:pt x="3048" y="329184"/>
                  </a:moveTo>
                  <a:lnTo>
                    <a:pt x="0" y="323088"/>
                  </a:lnTo>
                  <a:lnTo>
                    <a:pt x="34551" y="289393"/>
                  </a:lnTo>
                  <a:lnTo>
                    <a:pt x="64960" y="254698"/>
                  </a:lnTo>
                  <a:lnTo>
                    <a:pt x="91082" y="219146"/>
                  </a:lnTo>
                  <a:lnTo>
                    <a:pt x="112776" y="182879"/>
                  </a:lnTo>
                  <a:lnTo>
                    <a:pt x="99631" y="162020"/>
                  </a:lnTo>
                  <a:lnTo>
                    <a:pt x="83058" y="138303"/>
                  </a:lnTo>
                  <a:lnTo>
                    <a:pt x="63055" y="111728"/>
                  </a:lnTo>
                  <a:lnTo>
                    <a:pt x="39624" y="82296"/>
                  </a:lnTo>
                  <a:lnTo>
                    <a:pt x="44196" y="79248"/>
                  </a:lnTo>
                  <a:lnTo>
                    <a:pt x="65389" y="98964"/>
                  </a:lnTo>
                  <a:lnTo>
                    <a:pt x="85725" y="119253"/>
                  </a:lnTo>
                  <a:lnTo>
                    <a:pt x="105489" y="140112"/>
                  </a:lnTo>
                  <a:lnTo>
                    <a:pt x="124968" y="161544"/>
                  </a:lnTo>
                  <a:lnTo>
                    <a:pt x="149763" y="161544"/>
                  </a:lnTo>
                  <a:lnTo>
                    <a:pt x="141732" y="179831"/>
                  </a:lnTo>
                  <a:lnTo>
                    <a:pt x="155424" y="196119"/>
                  </a:lnTo>
                  <a:lnTo>
                    <a:pt x="158147" y="199643"/>
                  </a:lnTo>
                  <a:lnTo>
                    <a:pt x="128016" y="199643"/>
                  </a:lnTo>
                  <a:lnTo>
                    <a:pt x="101417" y="237886"/>
                  </a:lnTo>
                  <a:lnTo>
                    <a:pt x="71818" y="272415"/>
                  </a:lnTo>
                  <a:lnTo>
                    <a:pt x="39076" y="302942"/>
                  </a:lnTo>
                  <a:lnTo>
                    <a:pt x="3048" y="329184"/>
                  </a:lnTo>
                  <a:close/>
                </a:path>
                <a:path w="401319" h="358139">
                  <a:moveTo>
                    <a:pt x="182880" y="297179"/>
                  </a:moveTo>
                  <a:lnTo>
                    <a:pt x="178307" y="297179"/>
                  </a:lnTo>
                  <a:lnTo>
                    <a:pt x="175259" y="291084"/>
                  </a:lnTo>
                  <a:lnTo>
                    <a:pt x="169164" y="277367"/>
                  </a:lnTo>
                  <a:lnTo>
                    <a:pt x="162306" y="260508"/>
                  </a:lnTo>
                  <a:lnTo>
                    <a:pt x="153162" y="241935"/>
                  </a:lnTo>
                  <a:lnTo>
                    <a:pt x="141732" y="221646"/>
                  </a:lnTo>
                  <a:lnTo>
                    <a:pt x="128016" y="199643"/>
                  </a:lnTo>
                  <a:lnTo>
                    <a:pt x="158147" y="199643"/>
                  </a:lnTo>
                  <a:lnTo>
                    <a:pt x="186237" y="243792"/>
                  </a:lnTo>
                  <a:lnTo>
                    <a:pt x="192024" y="268224"/>
                  </a:lnTo>
                  <a:lnTo>
                    <a:pt x="192024" y="275843"/>
                  </a:lnTo>
                  <a:lnTo>
                    <a:pt x="190500" y="281940"/>
                  </a:lnTo>
                  <a:lnTo>
                    <a:pt x="187452" y="288036"/>
                  </a:lnTo>
                  <a:lnTo>
                    <a:pt x="185928" y="294131"/>
                  </a:lnTo>
                  <a:lnTo>
                    <a:pt x="182880" y="297179"/>
                  </a:lnTo>
                  <a:close/>
                </a:path>
                <a:path w="401319" h="358139">
                  <a:moveTo>
                    <a:pt x="364236" y="345948"/>
                  </a:moveTo>
                  <a:lnTo>
                    <a:pt x="343376" y="325683"/>
                  </a:lnTo>
                  <a:lnTo>
                    <a:pt x="324231" y="303847"/>
                  </a:lnTo>
                  <a:lnTo>
                    <a:pt x="306800" y="280582"/>
                  </a:lnTo>
                  <a:lnTo>
                    <a:pt x="291083" y="256031"/>
                  </a:lnTo>
                  <a:lnTo>
                    <a:pt x="321716" y="256031"/>
                  </a:lnTo>
                  <a:lnTo>
                    <a:pt x="329017" y="266461"/>
                  </a:lnTo>
                  <a:lnTo>
                    <a:pt x="351472" y="290703"/>
                  </a:lnTo>
                  <a:lnTo>
                    <a:pt x="375356" y="308657"/>
                  </a:lnTo>
                  <a:lnTo>
                    <a:pt x="400812" y="320040"/>
                  </a:lnTo>
                  <a:lnTo>
                    <a:pt x="400812" y="327660"/>
                  </a:lnTo>
                  <a:lnTo>
                    <a:pt x="387381" y="329660"/>
                  </a:lnTo>
                  <a:lnTo>
                    <a:pt x="376809" y="333375"/>
                  </a:lnTo>
                  <a:lnTo>
                    <a:pt x="369093" y="338804"/>
                  </a:lnTo>
                  <a:lnTo>
                    <a:pt x="364236" y="345948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" name="object 19"/>
            <p:cNvSpPr/>
            <p:nvPr/>
          </p:nvSpPr>
          <p:spPr>
            <a:xfrm>
              <a:off x="2164079" y="2366772"/>
              <a:ext cx="205740" cy="325120"/>
            </a:xfrm>
            <a:custGeom>
              <a:avLst/>
              <a:gdLst/>
              <a:ahLst/>
              <a:cxnLst/>
              <a:rect l="l" t="t" r="r" b="b"/>
              <a:pathLst>
                <a:path w="205739" h="325119">
                  <a:moveTo>
                    <a:pt x="16763" y="16763"/>
                  </a:moveTo>
                  <a:lnTo>
                    <a:pt x="164591" y="16763"/>
                  </a:lnTo>
                  <a:lnTo>
                    <a:pt x="176783" y="0"/>
                  </a:lnTo>
                  <a:lnTo>
                    <a:pt x="205739" y="21335"/>
                  </a:lnTo>
                  <a:lnTo>
                    <a:pt x="190499" y="33527"/>
                  </a:lnTo>
                  <a:lnTo>
                    <a:pt x="178808" y="75818"/>
                  </a:lnTo>
                  <a:lnTo>
                    <a:pt x="166687" y="113537"/>
                  </a:lnTo>
                  <a:lnTo>
                    <a:pt x="154281" y="146684"/>
                  </a:lnTo>
                  <a:lnTo>
                    <a:pt x="141731" y="175259"/>
                  </a:lnTo>
                  <a:lnTo>
                    <a:pt x="155424" y="191547"/>
                  </a:lnTo>
                  <a:lnTo>
                    <a:pt x="166687" y="206120"/>
                  </a:lnTo>
                  <a:lnTo>
                    <a:pt x="175379" y="218979"/>
                  </a:lnTo>
                  <a:lnTo>
                    <a:pt x="181356" y="230123"/>
                  </a:lnTo>
                  <a:lnTo>
                    <a:pt x="186237" y="239220"/>
                  </a:lnTo>
                  <a:lnTo>
                    <a:pt x="189547" y="248030"/>
                  </a:lnTo>
                  <a:lnTo>
                    <a:pt x="191428" y="256270"/>
                  </a:lnTo>
                  <a:lnTo>
                    <a:pt x="192023" y="263651"/>
                  </a:lnTo>
                  <a:lnTo>
                    <a:pt x="192023" y="271271"/>
                  </a:lnTo>
                  <a:lnTo>
                    <a:pt x="190499" y="277368"/>
                  </a:lnTo>
                  <a:lnTo>
                    <a:pt x="187451" y="283463"/>
                  </a:lnTo>
                  <a:lnTo>
                    <a:pt x="185927" y="289559"/>
                  </a:lnTo>
                  <a:lnTo>
                    <a:pt x="182880" y="292607"/>
                  </a:lnTo>
                  <a:lnTo>
                    <a:pt x="181356" y="292607"/>
                  </a:lnTo>
                  <a:lnTo>
                    <a:pt x="178307" y="292607"/>
                  </a:lnTo>
                  <a:lnTo>
                    <a:pt x="175259" y="286511"/>
                  </a:lnTo>
                  <a:lnTo>
                    <a:pt x="169163" y="272795"/>
                  </a:lnTo>
                  <a:lnTo>
                    <a:pt x="162305" y="255936"/>
                  </a:lnTo>
                  <a:lnTo>
                    <a:pt x="153161" y="237362"/>
                  </a:lnTo>
                  <a:lnTo>
                    <a:pt x="141731" y="217074"/>
                  </a:lnTo>
                  <a:lnTo>
                    <a:pt x="128015" y="195071"/>
                  </a:lnTo>
                  <a:lnTo>
                    <a:pt x="101417" y="233314"/>
                  </a:lnTo>
                  <a:lnTo>
                    <a:pt x="71818" y="267842"/>
                  </a:lnTo>
                  <a:lnTo>
                    <a:pt x="39076" y="298370"/>
                  </a:lnTo>
                  <a:lnTo>
                    <a:pt x="3047" y="324611"/>
                  </a:lnTo>
                  <a:lnTo>
                    <a:pt x="0" y="318515"/>
                  </a:lnTo>
                  <a:lnTo>
                    <a:pt x="34551" y="284821"/>
                  </a:lnTo>
                  <a:lnTo>
                    <a:pt x="64960" y="250126"/>
                  </a:lnTo>
                  <a:lnTo>
                    <a:pt x="91082" y="214574"/>
                  </a:lnTo>
                  <a:lnTo>
                    <a:pt x="112775" y="178307"/>
                  </a:lnTo>
                  <a:lnTo>
                    <a:pt x="99631" y="157448"/>
                  </a:lnTo>
                  <a:lnTo>
                    <a:pt x="83057" y="133730"/>
                  </a:lnTo>
                  <a:lnTo>
                    <a:pt x="63055" y="107156"/>
                  </a:lnTo>
                  <a:lnTo>
                    <a:pt x="39623" y="77723"/>
                  </a:lnTo>
                  <a:lnTo>
                    <a:pt x="44195" y="74675"/>
                  </a:lnTo>
                  <a:lnTo>
                    <a:pt x="65389" y="94392"/>
                  </a:lnTo>
                  <a:lnTo>
                    <a:pt x="85724" y="114680"/>
                  </a:lnTo>
                  <a:lnTo>
                    <a:pt x="105489" y="135540"/>
                  </a:lnTo>
                  <a:lnTo>
                    <a:pt x="124967" y="156971"/>
                  </a:lnTo>
                  <a:lnTo>
                    <a:pt x="137826" y="123872"/>
                  </a:lnTo>
                  <a:lnTo>
                    <a:pt x="148970" y="91058"/>
                  </a:lnTo>
                  <a:lnTo>
                    <a:pt x="158400" y="58816"/>
                  </a:lnTo>
                  <a:lnTo>
                    <a:pt x="166115" y="27431"/>
                  </a:lnTo>
                  <a:lnTo>
                    <a:pt x="74675" y="27431"/>
                  </a:lnTo>
                  <a:lnTo>
                    <a:pt x="63507" y="27717"/>
                  </a:lnTo>
                  <a:lnTo>
                    <a:pt x="52768" y="28574"/>
                  </a:lnTo>
                  <a:lnTo>
                    <a:pt x="42314" y="30003"/>
                  </a:lnTo>
                  <a:lnTo>
                    <a:pt x="32003" y="32003"/>
                  </a:lnTo>
                  <a:lnTo>
                    <a:pt x="16763" y="16763"/>
                  </a:lnTo>
                  <a:close/>
                </a:path>
              </a:pathLst>
            </a:custGeom>
            <a:ln w="1219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" name="object 20"/>
            <p:cNvSpPr/>
            <p:nvPr/>
          </p:nvSpPr>
          <p:spPr>
            <a:xfrm>
              <a:off x="2311907" y="2362200"/>
              <a:ext cx="253365" cy="358140"/>
            </a:xfrm>
            <a:custGeom>
              <a:avLst/>
              <a:gdLst/>
              <a:ahLst/>
              <a:cxnLst/>
              <a:rect l="l" t="t" r="r" b="b"/>
              <a:pathLst>
                <a:path w="253364" h="358139">
                  <a:moveTo>
                    <a:pt x="56387" y="19812"/>
                  </a:moveTo>
                  <a:lnTo>
                    <a:pt x="190499" y="19812"/>
                  </a:lnTo>
                  <a:lnTo>
                    <a:pt x="204215" y="0"/>
                  </a:lnTo>
                  <a:lnTo>
                    <a:pt x="231647" y="22860"/>
                  </a:lnTo>
                  <a:lnTo>
                    <a:pt x="216407" y="35052"/>
                  </a:lnTo>
                  <a:lnTo>
                    <a:pt x="205239" y="97345"/>
                  </a:lnTo>
                  <a:lnTo>
                    <a:pt x="192214" y="151637"/>
                  </a:lnTo>
                  <a:lnTo>
                    <a:pt x="177188" y="197929"/>
                  </a:lnTo>
                  <a:lnTo>
                    <a:pt x="160019" y="236219"/>
                  </a:lnTo>
                  <a:lnTo>
                    <a:pt x="181189" y="266461"/>
                  </a:lnTo>
                  <a:lnTo>
                    <a:pt x="203644" y="290703"/>
                  </a:lnTo>
                  <a:lnTo>
                    <a:pt x="227528" y="308657"/>
                  </a:lnTo>
                  <a:lnTo>
                    <a:pt x="252983" y="320040"/>
                  </a:lnTo>
                  <a:lnTo>
                    <a:pt x="252983" y="327660"/>
                  </a:lnTo>
                  <a:lnTo>
                    <a:pt x="239553" y="329660"/>
                  </a:lnTo>
                  <a:lnTo>
                    <a:pt x="228980" y="333374"/>
                  </a:lnTo>
                  <a:lnTo>
                    <a:pt x="221265" y="338804"/>
                  </a:lnTo>
                  <a:lnTo>
                    <a:pt x="216407" y="345948"/>
                  </a:lnTo>
                  <a:lnTo>
                    <a:pt x="195548" y="325683"/>
                  </a:lnTo>
                  <a:lnTo>
                    <a:pt x="176402" y="303847"/>
                  </a:lnTo>
                  <a:lnTo>
                    <a:pt x="158972" y="280582"/>
                  </a:lnTo>
                  <a:lnTo>
                    <a:pt x="143255" y="256031"/>
                  </a:lnTo>
                  <a:lnTo>
                    <a:pt x="113847" y="287202"/>
                  </a:lnTo>
                  <a:lnTo>
                    <a:pt x="80581" y="314515"/>
                  </a:lnTo>
                  <a:lnTo>
                    <a:pt x="43600" y="338113"/>
                  </a:lnTo>
                  <a:lnTo>
                    <a:pt x="3047" y="358140"/>
                  </a:lnTo>
                  <a:lnTo>
                    <a:pt x="0" y="353568"/>
                  </a:lnTo>
                  <a:lnTo>
                    <a:pt x="43410" y="323826"/>
                  </a:lnTo>
                  <a:lnTo>
                    <a:pt x="79819" y="293941"/>
                  </a:lnTo>
                  <a:lnTo>
                    <a:pt x="109085" y="263771"/>
                  </a:lnTo>
                  <a:lnTo>
                    <a:pt x="131063" y="233172"/>
                  </a:lnTo>
                  <a:lnTo>
                    <a:pt x="114514" y="186070"/>
                  </a:lnTo>
                  <a:lnTo>
                    <a:pt x="101536" y="136398"/>
                  </a:lnTo>
                  <a:lnTo>
                    <a:pt x="92273" y="84439"/>
                  </a:lnTo>
                  <a:lnTo>
                    <a:pt x="86867" y="30480"/>
                  </a:lnTo>
                  <a:lnTo>
                    <a:pt x="73151" y="35052"/>
                  </a:lnTo>
                  <a:lnTo>
                    <a:pt x="56387" y="19812"/>
                  </a:lnTo>
                  <a:close/>
                </a:path>
              </a:pathLst>
            </a:custGeom>
            <a:ln w="1219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1" name="object 21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2400299" y="2386584"/>
              <a:ext cx="109727" cy="193548"/>
            </a:xfrm>
            <a:prstGeom prst="rect">
              <a:avLst/>
            </a:prstGeom>
          </p:spPr>
        </p:pic>
      </p:grpSp>
      <p:grpSp>
        <p:nvGrpSpPr>
          <p:cNvPr id="22" name="object 22"/>
          <p:cNvGrpSpPr/>
          <p:nvPr/>
        </p:nvGrpSpPr>
        <p:grpSpPr>
          <a:xfrm>
            <a:off x="2650235" y="2316480"/>
            <a:ext cx="349250" cy="419100"/>
            <a:chOff x="2650235" y="2316480"/>
            <a:chExt cx="349250" cy="419100"/>
          </a:xfrm>
        </p:grpSpPr>
        <p:sp>
          <p:nvSpPr>
            <p:cNvPr id="23" name="object 23"/>
            <p:cNvSpPr/>
            <p:nvPr/>
          </p:nvSpPr>
          <p:spPr>
            <a:xfrm>
              <a:off x="2656331" y="2322576"/>
              <a:ext cx="337185" cy="407034"/>
            </a:xfrm>
            <a:custGeom>
              <a:avLst/>
              <a:gdLst/>
              <a:ahLst/>
              <a:cxnLst/>
              <a:rect l="l" t="t" r="r" b="b"/>
              <a:pathLst>
                <a:path w="337185" h="407035">
                  <a:moveTo>
                    <a:pt x="115824" y="85344"/>
                  </a:moveTo>
                  <a:lnTo>
                    <a:pt x="103632" y="85344"/>
                  </a:lnTo>
                  <a:lnTo>
                    <a:pt x="112776" y="57007"/>
                  </a:lnTo>
                  <a:lnTo>
                    <a:pt x="119634" y="33528"/>
                  </a:lnTo>
                  <a:lnTo>
                    <a:pt x="124206" y="14620"/>
                  </a:lnTo>
                  <a:lnTo>
                    <a:pt x="126492" y="0"/>
                  </a:lnTo>
                  <a:lnTo>
                    <a:pt x="164592" y="19812"/>
                  </a:lnTo>
                  <a:lnTo>
                    <a:pt x="153757" y="28122"/>
                  </a:lnTo>
                  <a:lnTo>
                    <a:pt x="141922" y="41719"/>
                  </a:lnTo>
                  <a:lnTo>
                    <a:pt x="129230" y="60745"/>
                  </a:lnTo>
                  <a:lnTo>
                    <a:pt x="115824" y="85344"/>
                  </a:lnTo>
                  <a:close/>
                </a:path>
                <a:path w="337185" h="407035">
                  <a:moveTo>
                    <a:pt x="332740" y="85344"/>
                  </a:moveTo>
                  <a:lnTo>
                    <a:pt x="294132" y="85344"/>
                  </a:lnTo>
                  <a:lnTo>
                    <a:pt x="306323" y="65532"/>
                  </a:lnTo>
                  <a:lnTo>
                    <a:pt x="332740" y="85344"/>
                  </a:lnTo>
                  <a:close/>
                </a:path>
                <a:path w="337185" h="407035">
                  <a:moveTo>
                    <a:pt x="0" y="406908"/>
                  </a:moveTo>
                  <a:lnTo>
                    <a:pt x="1196" y="381190"/>
                  </a:lnTo>
                  <a:lnTo>
                    <a:pt x="2095" y="361188"/>
                  </a:lnTo>
                  <a:lnTo>
                    <a:pt x="2786" y="341757"/>
                  </a:lnTo>
                  <a:lnTo>
                    <a:pt x="3048" y="324612"/>
                  </a:lnTo>
                  <a:lnTo>
                    <a:pt x="3048" y="138684"/>
                  </a:lnTo>
                  <a:lnTo>
                    <a:pt x="2786" y="120657"/>
                  </a:lnTo>
                  <a:lnTo>
                    <a:pt x="2095" y="103060"/>
                  </a:lnTo>
                  <a:lnTo>
                    <a:pt x="1092" y="85344"/>
                  </a:lnTo>
                  <a:lnTo>
                    <a:pt x="0" y="68580"/>
                  </a:lnTo>
                  <a:lnTo>
                    <a:pt x="28956" y="85344"/>
                  </a:lnTo>
                  <a:lnTo>
                    <a:pt x="332740" y="85344"/>
                  </a:lnTo>
                  <a:lnTo>
                    <a:pt x="336804" y="88392"/>
                  </a:lnTo>
                  <a:lnTo>
                    <a:pt x="327279" y="96012"/>
                  </a:lnTo>
                  <a:lnTo>
                    <a:pt x="27432" y="96012"/>
                  </a:lnTo>
                  <a:lnTo>
                    <a:pt x="27432" y="394716"/>
                  </a:lnTo>
                  <a:lnTo>
                    <a:pt x="0" y="406908"/>
                  </a:lnTo>
                  <a:close/>
                </a:path>
                <a:path w="337185" h="407035">
                  <a:moveTo>
                    <a:pt x="321155" y="361188"/>
                  </a:moveTo>
                  <a:lnTo>
                    <a:pt x="278892" y="361188"/>
                  </a:lnTo>
                  <a:lnTo>
                    <a:pt x="287750" y="359735"/>
                  </a:lnTo>
                  <a:lnTo>
                    <a:pt x="293751" y="355282"/>
                  </a:lnTo>
                  <a:lnTo>
                    <a:pt x="296894" y="347686"/>
                  </a:lnTo>
                  <a:lnTo>
                    <a:pt x="297180" y="336804"/>
                  </a:lnTo>
                  <a:lnTo>
                    <a:pt x="297180" y="96012"/>
                  </a:lnTo>
                  <a:lnTo>
                    <a:pt x="327279" y="96012"/>
                  </a:lnTo>
                  <a:lnTo>
                    <a:pt x="321564" y="100584"/>
                  </a:lnTo>
                  <a:lnTo>
                    <a:pt x="321557" y="347686"/>
                  </a:lnTo>
                  <a:lnTo>
                    <a:pt x="321155" y="361188"/>
                  </a:lnTo>
                  <a:close/>
                </a:path>
                <a:path w="337185" h="407035">
                  <a:moveTo>
                    <a:pt x="239877" y="170688"/>
                  </a:moveTo>
                  <a:lnTo>
                    <a:pt x="205740" y="170688"/>
                  </a:lnTo>
                  <a:lnTo>
                    <a:pt x="217932" y="152400"/>
                  </a:lnTo>
                  <a:lnTo>
                    <a:pt x="239877" y="170688"/>
                  </a:lnTo>
                  <a:close/>
                </a:path>
                <a:path w="337185" h="407035">
                  <a:moveTo>
                    <a:pt x="83820" y="318516"/>
                  </a:moveTo>
                  <a:lnTo>
                    <a:pt x="84701" y="296560"/>
                  </a:lnTo>
                  <a:lnTo>
                    <a:pt x="85114" y="276225"/>
                  </a:lnTo>
                  <a:lnTo>
                    <a:pt x="85209" y="266795"/>
                  </a:lnTo>
                  <a:lnTo>
                    <a:pt x="85320" y="208383"/>
                  </a:lnTo>
                  <a:lnTo>
                    <a:pt x="85153" y="188785"/>
                  </a:lnTo>
                  <a:lnTo>
                    <a:pt x="84701" y="171188"/>
                  </a:lnTo>
                  <a:lnTo>
                    <a:pt x="83820" y="155448"/>
                  </a:lnTo>
                  <a:lnTo>
                    <a:pt x="109728" y="170688"/>
                  </a:lnTo>
                  <a:lnTo>
                    <a:pt x="239877" y="170688"/>
                  </a:lnTo>
                  <a:lnTo>
                    <a:pt x="245364" y="175260"/>
                  </a:lnTo>
                  <a:lnTo>
                    <a:pt x="238506" y="181356"/>
                  </a:lnTo>
                  <a:lnTo>
                    <a:pt x="109728" y="181356"/>
                  </a:lnTo>
                  <a:lnTo>
                    <a:pt x="109728" y="271272"/>
                  </a:lnTo>
                  <a:lnTo>
                    <a:pt x="232134" y="271272"/>
                  </a:lnTo>
                  <a:lnTo>
                    <a:pt x="232410" y="276225"/>
                  </a:lnTo>
                  <a:lnTo>
                    <a:pt x="232678" y="281940"/>
                  </a:lnTo>
                  <a:lnTo>
                    <a:pt x="109728" y="281940"/>
                  </a:lnTo>
                  <a:lnTo>
                    <a:pt x="109728" y="307848"/>
                  </a:lnTo>
                  <a:lnTo>
                    <a:pt x="83820" y="318516"/>
                  </a:lnTo>
                  <a:close/>
                </a:path>
                <a:path w="337185" h="407035">
                  <a:moveTo>
                    <a:pt x="232134" y="271272"/>
                  </a:moveTo>
                  <a:lnTo>
                    <a:pt x="207264" y="271272"/>
                  </a:lnTo>
                  <a:lnTo>
                    <a:pt x="207264" y="181356"/>
                  </a:lnTo>
                  <a:lnTo>
                    <a:pt x="238506" y="181356"/>
                  </a:lnTo>
                  <a:lnTo>
                    <a:pt x="231648" y="187452"/>
                  </a:lnTo>
                  <a:lnTo>
                    <a:pt x="231648" y="259080"/>
                  </a:lnTo>
                  <a:lnTo>
                    <a:pt x="231886" y="266795"/>
                  </a:lnTo>
                  <a:lnTo>
                    <a:pt x="232134" y="271272"/>
                  </a:lnTo>
                  <a:close/>
                </a:path>
                <a:path w="337185" h="407035">
                  <a:moveTo>
                    <a:pt x="207264" y="310896"/>
                  </a:moveTo>
                  <a:lnTo>
                    <a:pt x="207264" y="281940"/>
                  </a:lnTo>
                  <a:lnTo>
                    <a:pt x="232678" y="281940"/>
                  </a:lnTo>
                  <a:lnTo>
                    <a:pt x="232933" y="287369"/>
                  </a:lnTo>
                  <a:lnTo>
                    <a:pt x="233172" y="300228"/>
                  </a:lnTo>
                  <a:lnTo>
                    <a:pt x="207264" y="310896"/>
                  </a:lnTo>
                  <a:close/>
                </a:path>
                <a:path w="337185" h="407035">
                  <a:moveTo>
                    <a:pt x="283464" y="405384"/>
                  </a:moveTo>
                  <a:lnTo>
                    <a:pt x="279511" y="391929"/>
                  </a:lnTo>
                  <a:lnTo>
                    <a:pt x="267843" y="381190"/>
                  </a:lnTo>
                  <a:lnTo>
                    <a:pt x="248745" y="373022"/>
                  </a:lnTo>
                  <a:lnTo>
                    <a:pt x="222504" y="367284"/>
                  </a:lnTo>
                  <a:lnTo>
                    <a:pt x="222504" y="358140"/>
                  </a:lnTo>
                  <a:lnTo>
                    <a:pt x="239672" y="359044"/>
                  </a:lnTo>
                  <a:lnTo>
                    <a:pt x="267723" y="360283"/>
                  </a:lnTo>
                  <a:lnTo>
                    <a:pt x="278892" y="361188"/>
                  </a:lnTo>
                  <a:lnTo>
                    <a:pt x="321155" y="361188"/>
                  </a:lnTo>
                  <a:lnTo>
                    <a:pt x="320968" y="367450"/>
                  </a:lnTo>
                  <a:lnTo>
                    <a:pt x="314515" y="383857"/>
                  </a:lnTo>
                  <a:lnTo>
                    <a:pt x="302061" y="396549"/>
                  </a:lnTo>
                  <a:lnTo>
                    <a:pt x="283464" y="405384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" name="object 24"/>
            <p:cNvSpPr/>
            <p:nvPr/>
          </p:nvSpPr>
          <p:spPr>
            <a:xfrm>
              <a:off x="2766059" y="2503932"/>
              <a:ext cx="97790" cy="90170"/>
            </a:xfrm>
            <a:custGeom>
              <a:avLst/>
              <a:gdLst/>
              <a:ahLst/>
              <a:cxnLst/>
              <a:rect l="l" t="t" r="r" b="b"/>
              <a:pathLst>
                <a:path w="97789" h="90169">
                  <a:moveTo>
                    <a:pt x="0" y="0"/>
                  </a:moveTo>
                  <a:lnTo>
                    <a:pt x="0" y="89916"/>
                  </a:lnTo>
                  <a:lnTo>
                    <a:pt x="97536" y="89916"/>
                  </a:lnTo>
                  <a:lnTo>
                    <a:pt x="97536" y="0"/>
                  </a:lnTo>
                  <a:lnTo>
                    <a:pt x="0" y="0"/>
                  </a:lnTo>
                  <a:close/>
                </a:path>
              </a:pathLst>
            </a:custGeom>
            <a:ln w="1219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" name="object 25"/>
            <p:cNvSpPr/>
            <p:nvPr/>
          </p:nvSpPr>
          <p:spPr>
            <a:xfrm>
              <a:off x="2656331" y="2322576"/>
              <a:ext cx="337185" cy="407034"/>
            </a:xfrm>
            <a:custGeom>
              <a:avLst/>
              <a:gdLst/>
              <a:ahLst/>
              <a:cxnLst/>
              <a:rect l="l" t="t" r="r" b="b"/>
              <a:pathLst>
                <a:path w="337185" h="407035">
                  <a:moveTo>
                    <a:pt x="222504" y="358139"/>
                  </a:moveTo>
                  <a:lnTo>
                    <a:pt x="239672" y="359044"/>
                  </a:lnTo>
                  <a:lnTo>
                    <a:pt x="254698" y="359663"/>
                  </a:lnTo>
                  <a:lnTo>
                    <a:pt x="267723" y="360283"/>
                  </a:lnTo>
                  <a:lnTo>
                    <a:pt x="297180" y="336803"/>
                  </a:lnTo>
                  <a:lnTo>
                    <a:pt x="297180" y="96011"/>
                  </a:lnTo>
                  <a:lnTo>
                    <a:pt x="27432" y="96011"/>
                  </a:lnTo>
                  <a:lnTo>
                    <a:pt x="27432" y="394715"/>
                  </a:lnTo>
                  <a:lnTo>
                    <a:pt x="0" y="406907"/>
                  </a:lnTo>
                  <a:lnTo>
                    <a:pt x="1119" y="382904"/>
                  </a:lnTo>
                  <a:lnTo>
                    <a:pt x="2095" y="361187"/>
                  </a:lnTo>
                  <a:lnTo>
                    <a:pt x="2786" y="341756"/>
                  </a:lnTo>
                  <a:lnTo>
                    <a:pt x="3048" y="324611"/>
                  </a:lnTo>
                  <a:lnTo>
                    <a:pt x="3048" y="138683"/>
                  </a:lnTo>
                  <a:lnTo>
                    <a:pt x="2786" y="120657"/>
                  </a:lnTo>
                  <a:lnTo>
                    <a:pt x="2095" y="103060"/>
                  </a:lnTo>
                  <a:lnTo>
                    <a:pt x="1119" y="85748"/>
                  </a:lnTo>
                  <a:lnTo>
                    <a:pt x="0" y="68579"/>
                  </a:lnTo>
                  <a:lnTo>
                    <a:pt x="28956" y="85343"/>
                  </a:lnTo>
                  <a:lnTo>
                    <a:pt x="103632" y="85343"/>
                  </a:lnTo>
                  <a:lnTo>
                    <a:pt x="112776" y="57007"/>
                  </a:lnTo>
                  <a:lnTo>
                    <a:pt x="119634" y="33527"/>
                  </a:lnTo>
                  <a:lnTo>
                    <a:pt x="124206" y="14620"/>
                  </a:lnTo>
                  <a:lnTo>
                    <a:pt x="126492" y="0"/>
                  </a:lnTo>
                  <a:lnTo>
                    <a:pt x="164592" y="19811"/>
                  </a:lnTo>
                  <a:lnTo>
                    <a:pt x="153757" y="28122"/>
                  </a:lnTo>
                  <a:lnTo>
                    <a:pt x="141922" y="41719"/>
                  </a:lnTo>
                  <a:lnTo>
                    <a:pt x="129230" y="60745"/>
                  </a:lnTo>
                  <a:lnTo>
                    <a:pt x="115824" y="85343"/>
                  </a:lnTo>
                  <a:lnTo>
                    <a:pt x="294132" y="85343"/>
                  </a:lnTo>
                  <a:lnTo>
                    <a:pt x="306324" y="65531"/>
                  </a:lnTo>
                  <a:lnTo>
                    <a:pt x="336804" y="88391"/>
                  </a:lnTo>
                  <a:lnTo>
                    <a:pt x="321564" y="100583"/>
                  </a:lnTo>
                  <a:lnTo>
                    <a:pt x="321564" y="347471"/>
                  </a:lnTo>
                  <a:lnTo>
                    <a:pt x="320968" y="367450"/>
                  </a:lnTo>
                  <a:lnTo>
                    <a:pt x="314515" y="383857"/>
                  </a:lnTo>
                  <a:lnTo>
                    <a:pt x="302061" y="396549"/>
                  </a:lnTo>
                  <a:lnTo>
                    <a:pt x="283464" y="405383"/>
                  </a:lnTo>
                  <a:lnTo>
                    <a:pt x="279511" y="391929"/>
                  </a:lnTo>
                  <a:lnTo>
                    <a:pt x="267843" y="381190"/>
                  </a:lnTo>
                  <a:lnTo>
                    <a:pt x="248745" y="373022"/>
                  </a:lnTo>
                  <a:lnTo>
                    <a:pt x="222504" y="367283"/>
                  </a:lnTo>
                  <a:lnTo>
                    <a:pt x="222504" y="358139"/>
                  </a:lnTo>
                  <a:close/>
                </a:path>
              </a:pathLst>
            </a:custGeom>
            <a:ln w="1219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6" name="object 26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2734056" y="2468880"/>
              <a:ext cx="173735" cy="178308"/>
            </a:xfrm>
            <a:prstGeom prst="rect">
              <a:avLst/>
            </a:prstGeom>
          </p:spPr>
        </p:pic>
      </p:grpSp>
      <p:grpSp>
        <p:nvGrpSpPr>
          <p:cNvPr id="27" name="object 27"/>
          <p:cNvGrpSpPr/>
          <p:nvPr/>
        </p:nvGrpSpPr>
        <p:grpSpPr>
          <a:xfrm>
            <a:off x="3052572" y="2318004"/>
            <a:ext cx="870585" cy="417830"/>
            <a:chOff x="3052572" y="2318004"/>
            <a:chExt cx="870585" cy="417830"/>
          </a:xfrm>
        </p:grpSpPr>
        <p:sp>
          <p:nvSpPr>
            <p:cNvPr id="28" name="object 28"/>
            <p:cNvSpPr/>
            <p:nvPr/>
          </p:nvSpPr>
          <p:spPr>
            <a:xfrm>
              <a:off x="3058667" y="2325623"/>
              <a:ext cx="411480" cy="394970"/>
            </a:xfrm>
            <a:custGeom>
              <a:avLst/>
              <a:gdLst/>
              <a:ahLst/>
              <a:cxnLst/>
              <a:rect l="l" t="t" r="r" b="b"/>
              <a:pathLst>
                <a:path w="411479" h="394969">
                  <a:moveTo>
                    <a:pt x="263651" y="91440"/>
                  </a:moveTo>
                  <a:lnTo>
                    <a:pt x="240791" y="91440"/>
                  </a:lnTo>
                  <a:lnTo>
                    <a:pt x="240726" y="56388"/>
                  </a:lnTo>
                  <a:lnTo>
                    <a:pt x="240601" y="37719"/>
                  </a:lnTo>
                  <a:lnTo>
                    <a:pt x="240149" y="16859"/>
                  </a:lnTo>
                  <a:lnTo>
                    <a:pt x="239267" y="0"/>
                  </a:lnTo>
                  <a:lnTo>
                    <a:pt x="278891" y="18288"/>
                  </a:lnTo>
                  <a:lnTo>
                    <a:pt x="263651" y="32004"/>
                  </a:lnTo>
                  <a:lnTo>
                    <a:pt x="263651" y="91440"/>
                  </a:lnTo>
                  <a:close/>
                </a:path>
                <a:path w="411479" h="394969">
                  <a:moveTo>
                    <a:pt x="83819" y="103632"/>
                  </a:moveTo>
                  <a:lnTo>
                    <a:pt x="79247" y="103632"/>
                  </a:lnTo>
                  <a:lnTo>
                    <a:pt x="76199" y="97536"/>
                  </a:lnTo>
                  <a:lnTo>
                    <a:pt x="74675" y="85344"/>
                  </a:lnTo>
                  <a:lnTo>
                    <a:pt x="71270" y="73032"/>
                  </a:lnTo>
                  <a:lnTo>
                    <a:pt x="65722" y="58864"/>
                  </a:lnTo>
                  <a:lnTo>
                    <a:pt x="58173" y="42695"/>
                  </a:lnTo>
                  <a:lnTo>
                    <a:pt x="48767" y="24384"/>
                  </a:lnTo>
                  <a:lnTo>
                    <a:pt x="53339" y="22860"/>
                  </a:lnTo>
                  <a:lnTo>
                    <a:pt x="85486" y="48577"/>
                  </a:lnTo>
                  <a:lnTo>
                    <a:pt x="100869" y="74152"/>
                  </a:lnTo>
                  <a:lnTo>
                    <a:pt x="100583" y="80772"/>
                  </a:lnTo>
                  <a:lnTo>
                    <a:pt x="99059" y="88392"/>
                  </a:lnTo>
                  <a:lnTo>
                    <a:pt x="96011" y="94488"/>
                  </a:lnTo>
                  <a:lnTo>
                    <a:pt x="91439" y="97536"/>
                  </a:lnTo>
                  <a:lnTo>
                    <a:pt x="86867" y="102108"/>
                  </a:lnTo>
                  <a:lnTo>
                    <a:pt x="83819" y="103632"/>
                  </a:lnTo>
                  <a:close/>
                </a:path>
                <a:path w="411479" h="394969">
                  <a:moveTo>
                    <a:pt x="140207" y="158496"/>
                  </a:moveTo>
                  <a:lnTo>
                    <a:pt x="135635" y="155448"/>
                  </a:lnTo>
                  <a:lnTo>
                    <a:pt x="146208" y="136278"/>
                  </a:lnTo>
                  <a:lnTo>
                    <a:pt x="155066" y="117538"/>
                  </a:lnTo>
                  <a:lnTo>
                    <a:pt x="167639" y="80772"/>
                  </a:lnTo>
                  <a:lnTo>
                    <a:pt x="177498" y="37480"/>
                  </a:lnTo>
                  <a:lnTo>
                    <a:pt x="178307" y="28956"/>
                  </a:lnTo>
                  <a:lnTo>
                    <a:pt x="213359" y="48768"/>
                  </a:lnTo>
                  <a:lnTo>
                    <a:pt x="199643" y="56388"/>
                  </a:lnTo>
                  <a:lnTo>
                    <a:pt x="196191" y="64650"/>
                  </a:lnTo>
                  <a:lnTo>
                    <a:pt x="192595" y="73342"/>
                  </a:lnTo>
                  <a:lnTo>
                    <a:pt x="188714" y="82319"/>
                  </a:lnTo>
                  <a:lnTo>
                    <a:pt x="184403" y="91440"/>
                  </a:lnTo>
                  <a:lnTo>
                    <a:pt x="353498" y="91440"/>
                  </a:lnTo>
                  <a:lnTo>
                    <a:pt x="362712" y="102108"/>
                  </a:lnTo>
                  <a:lnTo>
                    <a:pt x="179831" y="102108"/>
                  </a:lnTo>
                  <a:lnTo>
                    <a:pt x="172140" y="116919"/>
                  </a:lnTo>
                  <a:lnTo>
                    <a:pt x="162877" y="131445"/>
                  </a:lnTo>
                  <a:lnTo>
                    <a:pt x="152185" y="145399"/>
                  </a:lnTo>
                  <a:lnTo>
                    <a:pt x="140207" y="158496"/>
                  </a:lnTo>
                  <a:close/>
                </a:path>
                <a:path w="411479" h="394969">
                  <a:moveTo>
                    <a:pt x="353498" y="91440"/>
                  </a:moveTo>
                  <a:lnTo>
                    <a:pt x="310895" y="91440"/>
                  </a:lnTo>
                  <a:lnTo>
                    <a:pt x="333756" y="68580"/>
                  </a:lnTo>
                  <a:lnTo>
                    <a:pt x="353498" y="91440"/>
                  </a:lnTo>
                  <a:close/>
                </a:path>
                <a:path w="411479" h="394969">
                  <a:moveTo>
                    <a:pt x="263651" y="172212"/>
                  </a:moveTo>
                  <a:lnTo>
                    <a:pt x="240791" y="172212"/>
                  </a:lnTo>
                  <a:lnTo>
                    <a:pt x="240791" y="102108"/>
                  </a:lnTo>
                  <a:lnTo>
                    <a:pt x="263651" y="102108"/>
                  </a:lnTo>
                  <a:lnTo>
                    <a:pt x="263651" y="172212"/>
                  </a:lnTo>
                  <a:close/>
                </a:path>
                <a:path w="411479" h="394969">
                  <a:moveTo>
                    <a:pt x="18288" y="176784"/>
                  </a:moveTo>
                  <a:lnTo>
                    <a:pt x="3047" y="160020"/>
                  </a:lnTo>
                  <a:lnTo>
                    <a:pt x="68579" y="160020"/>
                  </a:lnTo>
                  <a:lnTo>
                    <a:pt x="80771" y="143256"/>
                  </a:lnTo>
                  <a:lnTo>
                    <a:pt x="109727" y="164592"/>
                  </a:lnTo>
                  <a:lnTo>
                    <a:pt x="101345" y="170688"/>
                  </a:lnTo>
                  <a:lnTo>
                    <a:pt x="48767" y="170688"/>
                  </a:lnTo>
                  <a:lnTo>
                    <a:pt x="42719" y="170997"/>
                  </a:lnTo>
                  <a:lnTo>
                    <a:pt x="35813" y="172021"/>
                  </a:lnTo>
                  <a:lnTo>
                    <a:pt x="27765" y="173902"/>
                  </a:lnTo>
                  <a:lnTo>
                    <a:pt x="18288" y="176784"/>
                  </a:lnTo>
                  <a:close/>
                </a:path>
                <a:path w="411479" h="394969">
                  <a:moveTo>
                    <a:pt x="134111" y="188975"/>
                  </a:moveTo>
                  <a:lnTo>
                    <a:pt x="117347" y="172212"/>
                  </a:lnTo>
                  <a:lnTo>
                    <a:pt x="336803" y="172212"/>
                  </a:lnTo>
                  <a:lnTo>
                    <a:pt x="359664" y="149352"/>
                  </a:lnTo>
                  <a:lnTo>
                    <a:pt x="390144" y="182880"/>
                  </a:lnTo>
                  <a:lnTo>
                    <a:pt x="166115" y="182880"/>
                  </a:lnTo>
                  <a:lnTo>
                    <a:pt x="158972" y="183189"/>
                  </a:lnTo>
                  <a:lnTo>
                    <a:pt x="151256" y="184213"/>
                  </a:lnTo>
                  <a:lnTo>
                    <a:pt x="142970" y="186094"/>
                  </a:lnTo>
                  <a:lnTo>
                    <a:pt x="134111" y="188975"/>
                  </a:lnTo>
                  <a:close/>
                </a:path>
                <a:path w="411479" h="394969">
                  <a:moveTo>
                    <a:pt x="25907" y="377952"/>
                  </a:moveTo>
                  <a:lnTo>
                    <a:pt x="0" y="355092"/>
                  </a:lnTo>
                  <a:lnTo>
                    <a:pt x="16335" y="341947"/>
                  </a:lnTo>
                  <a:lnTo>
                    <a:pt x="33527" y="329946"/>
                  </a:lnTo>
                  <a:lnTo>
                    <a:pt x="51863" y="319087"/>
                  </a:lnTo>
                  <a:lnTo>
                    <a:pt x="71627" y="309372"/>
                  </a:lnTo>
                  <a:lnTo>
                    <a:pt x="71627" y="170688"/>
                  </a:lnTo>
                  <a:lnTo>
                    <a:pt x="101345" y="170688"/>
                  </a:lnTo>
                  <a:lnTo>
                    <a:pt x="92963" y="176784"/>
                  </a:lnTo>
                  <a:lnTo>
                    <a:pt x="92963" y="313944"/>
                  </a:lnTo>
                  <a:lnTo>
                    <a:pt x="101854" y="323088"/>
                  </a:lnTo>
                  <a:lnTo>
                    <a:pt x="82295" y="323088"/>
                  </a:lnTo>
                  <a:lnTo>
                    <a:pt x="77771" y="323373"/>
                  </a:lnTo>
                  <a:lnTo>
                    <a:pt x="43910" y="351377"/>
                  </a:lnTo>
                  <a:lnTo>
                    <a:pt x="30194" y="369665"/>
                  </a:lnTo>
                  <a:lnTo>
                    <a:pt x="25907" y="377952"/>
                  </a:lnTo>
                  <a:close/>
                </a:path>
                <a:path w="411479" h="394969">
                  <a:moveTo>
                    <a:pt x="126491" y="339852"/>
                  </a:moveTo>
                  <a:lnTo>
                    <a:pt x="123443" y="333756"/>
                  </a:lnTo>
                  <a:lnTo>
                    <a:pt x="156852" y="307181"/>
                  </a:lnTo>
                  <a:lnTo>
                    <a:pt x="181546" y="273177"/>
                  </a:lnTo>
                  <a:lnTo>
                    <a:pt x="197381" y="231743"/>
                  </a:lnTo>
                  <a:lnTo>
                    <a:pt x="204215" y="182880"/>
                  </a:lnTo>
                  <a:lnTo>
                    <a:pt x="228599" y="182880"/>
                  </a:lnTo>
                  <a:lnTo>
                    <a:pt x="220575" y="237196"/>
                  </a:lnTo>
                  <a:lnTo>
                    <a:pt x="200977" y="281368"/>
                  </a:lnTo>
                  <a:lnTo>
                    <a:pt x="169664" y="315539"/>
                  </a:lnTo>
                  <a:lnTo>
                    <a:pt x="126491" y="339852"/>
                  </a:lnTo>
                  <a:close/>
                </a:path>
                <a:path w="411479" h="394969">
                  <a:moveTo>
                    <a:pt x="356615" y="332232"/>
                  </a:moveTo>
                  <a:lnTo>
                    <a:pt x="301751" y="332232"/>
                  </a:lnTo>
                  <a:lnTo>
                    <a:pt x="287774" y="329374"/>
                  </a:lnTo>
                  <a:lnTo>
                    <a:pt x="277939" y="323088"/>
                  </a:lnTo>
                  <a:lnTo>
                    <a:pt x="272391" y="313372"/>
                  </a:lnTo>
                  <a:lnTo>
                    <a:pt x="271344" y="301085"/>
                  </a:lnTo>
                  <a:lnTo>
                    <a:pt x="271271" y="182880"/>
                  </a:lnTo>
                  <a:lnTo>
                    <a:pt x="294131" y="182880"/>
                  </a:lnTo>
                  <a:lnTo>
                    <a:pt x="294150" y="291417"/>
                  </a:lnTo>
                  <a:lnTo>
                    <a:pt x="294679" y="301085"/>
                  </a:lnTo>
                  <a:lnTo>
                    <a:pt x="298513" y="308229"/>
                  </a:lnTo>
                  <a:lnTo>
                    <a:pt x="305490" y="312515"/>
                  </a:lnTo>
                  <a:lnTo>
                    <a:pt x="315467" y="313944"/>
                  </a:lnTo>
                  <a:lnTo>
                    <a:pt x="395237" y="313944"/>
                  </a:lnTo>
                  <a:lnTo>
                    <a:pt x="391763" y="320230"/>
                  </a:lnTo>
                  <a:lnTo>
                    <a:pt x="382904" y="327660"/>
                  </a:lnTo>
                  <a:lnTo>
                    <a:pt x="371189" y="331660"/>
                  </a:lnTo>
                  <a:lnTo>
                    <a:pt x="356615" y="332232"/>
                  </a:lnTo>
                  <a:close/>
                </a:path>
                <a:path w="411479" h="394969">
                  <a:moveTo>
                    <a:pt x="395237" y="313944"/>
                  </a:moveTo>
                  <a:lnTo>
                    <a:pt x="353568" y="313944"/>
                  </a:lnTo>
                  <a:lnTo>
                    <a:pt x="361188" y="310896"/>
                  </a:lnTo>
                  <a:lnTo>
                    <a:pt x="362712" y="300228"/>
                  </a:lnTo>
                  <a:lnTo>
                    <a:pt x="364759" y="291417"/>
                  </a:lnTo>
                  <a:lnTo>
                    <a:pt x="366522" y="278892"/>
                  </a:lnTo>
                  <a:lnTo>
                    <a:pt x="368284" y="262937"/>
                  </a:lnTo>
                  <a:lnTo>
                    <a:pt x="370332" y="243839"/>
                  </a:lnTo>
                  <a:lnTo>
                    <a:pt x="376427" y="243839"/>
                  </a:lnTo>
                  <a:lnTo>
                    <a:pt x="378356" y="282201"/>
                  </a:lnTo>
                  <a:lnTo>
                    <a:pt x="397764" y="309372"/>
                  </a:lnTo>
                  <a:lnTo>
                    <a:pt x="395237" y="313944"/>
                  </a:lnTo>
                  <a:close/>
                </a:path>
                <a:path w="411479" h="394969">
                  <a:moveTo>
                    <a:pt x="374903" y="394716"/>
                  </a:moveTo>
                  <a:lnTo>
                    <a:pt x="302704" y="393763"/>
                  </a:lnTo>
                  <a:lnTo>
                    <a:pt x="245363" y="391668"/>
                  </a:lnTo>
                  <a:lnTo>
                    <a:pt x="199643" y="387096"/>
                  </a:lnTo>
                  <a:lnTo>
                    <a:pt x="147899" y="371665"/>
                  </a:lnTo>
                  <a:lnTo>
                    <a:pt x="111251" y="345948"/>
                  </a:lnTo>
                  <a:lnTo>
                    <a:pt x="101584" y="337661"/>
                  </a:lnTo>
                  <a:lnTo>
                    <a:pt x="93344" y="331089"/>
                  </a:lnTo>
                  <a:lnTo>
                    <a:pt x="86820" y="326231"/>
                  </a:lnTo>
                  <a:lnTo>
                    <a:pt x="82295" y="323088"/>
                  </a:lnTo>
                  <a:lnTo>
                    <a:pt x="101854" y="323088"/>
                  </a:lnTo>
                  <a:lnTo>
                    <a:pt x="137159" y="347472"/>
                  </a:lnTo>
                  <a:lnTo>
                    <a:pt x="176974" y="360045"/>
                  </a:lnTo>
                  <a:lnTo>
                    <a:pt x="240791" y="365760"/>
                  </a:lnTo>
                  <a:lnTo>
                    <a:pt x="280535" y="366926"/>
                  </a:lnTo>
                  <a:lnTo>
                    <a:pt x="408010" y="366926"/>
                  </a:lnTo>
                  <a:lnTo>
                    <a:pt x="395478" y="371141"/>
                  </a:lnTo>
                  <a:lnTo>
                    <a:pt x="384047" y="377952"/>
                  </a:lnTo>
                  <a:lnTo>
                    <a:pt x="377189" y="385905"/>
                  </a:lnTo>
                  <a:lnTo>
                    <a:pt x="374903" y="394716"/>
                  </a:lnTo>
                  <a:close/>
                </a:path>
                <a:path w="411479" h="394969">
                  <a:moveTo>
                    <a:pt x="408010" y="366926"/>
                  </a:moveTo>
                  <a:lnTo>
                    <a:pt x="280535" y="366926"/>
                  </a:lnTo>
                  <a:lnTo>
                    <a:pt x="322135" y="365950"/>
                  </a:lnTo>
                  <a:lnTo>
                    <a:pt x="365736" y="362973"/>
                  </a:lnTo>
                  <a:lnTo>
                    <a:pt x="411480" y="358140"/>
                  </a:lnTo>
                  <a:lnTo>
                    <a:pt x="411480" y="365760"/>
                  </a:lnTo>
                  <a:lnTo>
                    <a:pt x="408010" y="366926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" name="object 29"/>
            <p:cNvSpPr/>
            <p:nvPr/>
          </p:nvSpPr>
          <p:spPr>
            <a:xfrm>
              <a:off x="3176015" y="2325623"/>
              <a:ext cx="280670" cy="340360"/>
            </a:xfrm>
            <a:custGeom>
              <a:avLst/>
              <a:gdLst/>
              <a:ahLst/>
              <a:cxnLst/>
              <a:rect l="l" t="t" r="r" b="b"/>
              <a:pathLst>
                <a:path w="280670" h="340360">
                  <a:moveTo>
                    <a:pt x="60960" y="28955"/>
                  </a:moveTo>
                  <a:lnTo>
                    <a:pt x="96012" y="48767"/>
                  </a:lnTo>
                  <a:lnTo>
                    <a:pt x="82296" y="56387"/>
                  </a:lnTo>
                  <a:lnTo>
                    <a:pt x="78843" y="64650"/>
                  </a:lnTo>
                  <a:lnTo>
                    <a:pt x="75247" y="73342"/>
                  </a:lnTo>
                  <a:lnTo>
                    <a:pt x="71366" y="82319"/>
                  </a:lnTo>
                  <a:lnTo>
                    <a:pt x="67056" y="91439"/>
                  </a:lnTo>
                  <a:lnTo>
                    <a:pt x="123444" y="91439"/>
                  </a:lnTo>
                  <a:lnTo>
                    <a:pt x="123420" y="62579"/>
                  </a:lnTo>
                  <a:lnTo>
                    <a:pt x="123253" y="37718"/>
                  </a:lnTo>
                  <a:lnTo>
                    <a:pt x="122801" y="16859"/>
                  </a:lnTo>
                  <a:lnTo>
                    <a:pt x="121920" y="0"/>
                  </a:lnTo>
                  <a:lnTo>
                    <a:pt x="161544" y="18287"/>
                  </a:lnTo>
                  <a:lnTo>
                    <a:pt x="146304" y="32003"/>
                  </a:lnTo>
                  <a:lnTo>
                    <a:pt x="146304" y="91439"/>
                  </a:lnTo>
                  <a:lnTo>
                    <a:pt x="193548" y="91439"/>
                  </a:lnTo>
                  <a:lnTo>
                    <a:pt x="216408" y="68579"/>
                  </a:lnTo>
                  <a:lnTo>
                    <a:pt x="245364" y="102107"/>
                  </a:lnTo>
                  <a:lnTo>
                    <a:pt x="146304" y="102107"/>
                  </a:lnTo>
                  <a:lnTo>
                    <a:pt x="146304" y="172211"/>
                  </a:lnTo>
                  <a:lnTo>
                    <a:pt x="219455" y="172211"/>
                  </a:lnTo>
                  <a:lnTo>
                    <a:pt x="242316" y="149351"/>
                  </a:lnTo>
                  <a:lnTo>
                    <a:pt x="272796" y="182879"/>
                  </a:lnTo>
                  <a:lnTo>
                    <a:pt x="176784" y="182879"/>
                  </a:lnTo>
                  <a:lnTo>
                    <a:pt x="176784" y="291083"/>
                  </a:lnTo>
                  <a:lnTo>
                    <a:pt x="177331" y="301085"/>
                  </a:lnTo>
                  <a:lnTo>
                    <a:pt x="181165" y="308229"/>
                  </a:lnTo>
                  <a:lnTo>
                    <a:pt x="188142" y="312515"/>
                  </a:lnTo>
                  <a:lnTo>
                    <a:pt x="198120" y="313943"/>
                  </a:lnTo>
                  <a:lnTo>
                    <a:pt x="227076" y="313943"/>
                  </a:lnTo>
                  <a:lnTo>
                    <a:pt x="236220" y="313943"/>
                  </a:lnTo>
                  <a:lnTo>
                    <a:pt x="243840" y="310895"/>
                  </a:lnTo>
                  <a:lnTo>
                    <a:pt x="245364" y="300227"/>
                  </a:lnTo>
                  <a:lnTo>
                    <a:pt x="247411" y="291417"/>
                  </a:lnTo>
                  <a:lnTo>
                    <a:pt x="249174" y="278892"/>
                  </a:lnTo>
                  <a:lnTo>
                    <a:pt x="250936" y="262937"/>
                  </a:lnTo>
                  <a:lnTo>
                    <a:pt x="252984" y="243839"/>
                  </a:lnTo>
                  <a:lnTo>
                    <a:pt x="259079" y="243839"/>
                  </a:lnTo>
                  <a:lnTo>
                    <a:pt x="261008" y="282201"/>
                  </a:lnTo>
                  <a:lnTo>
                    <a:pt x="280416" y="309372"/>
                  </a:lnTo>
                  <a:lnTo>
                    <a:pt x="274415" y="320230"/>
                  </a:lnTo>
                  <a:lnTo>
                    <a:pt x="265556" y="327660"/>
                  </a:lnTo>
                  <a:lnTo>
                    <a:pt x="253841" y="331660"/>
                  </a:lnTo>
                  <a:lnTo>
                    <a:pt x="239267" y="332231"/>
                  </a:lnTo>
                  <a:lnTo>
                    <a:pt x="184404" y="332231"/>
                  </a:lnTo>
                  <a:lnTo>
                    <a:pt x="170426" y="329374"/>
                  </a:lnTo>
                  <a:lnTo>
                    <a:pt x="160591" y="323087"/>
                  </a:lnTo>
                  <a:lnTo>
                    <a:pt x="155043" y="313372"/>
                  </a:lnTo>
                  <a:lnTo>
                    <a:pt x="153924" y="300227"/>
                  </a:lnTo>
                  <a:lnTo>
                    <a:pt x="153924" y="182879"/>
                  </a:lnTo>
                  <a:lnTo>
                    <a:pt x="111252" y="182879"/>
                  </a:lnTo>
                  <a:lnTo>
                    <a:pt x="103227" y="237196"/>
                  </a:lnTo>
                  <a:lnTo>
                    <a:pt x="83629" y="281368"/>
                  </a:lnTo>
                  <a:lnTo>
                    <a:pt x="52316" y="315539"/>
                  </a:lnTo>
                  <a:lnTo>
                    <a:pt x="9144" y="339851"/>
                  </a:lnTo>
                  <a:lnTo>
                    <a:pt x="6096" y="333755"/>
                  </a:lnTo>
                  <a:lnTo>
                    <a:pt x="39504" y="307181"/>
                  </a:lnTo>
                  <a:lnTo>
                    <a:pt x="64198" y="273176"/>
                  </a:lnTo>
                  <a:lnTo>
                    <a:pt x="80033" y="231743"/>
                  </a:lnTo>
                  <a:lnTo>
                    <a:pt x="86868" y="182879"/>
                  </a:lnTo>
                  <a:lnTo>
                    <a:pt x="48768" y="182879"/>
                  </a:lnTo>
                  <a:lnTo>
                    <a:pt x="41624" y="183189"/>
                  </a:lnTo>
                  <a:lnTo>
                    <a:pt x="33909" y="184213"/>
                  </a:lnTo>
                  <a:lnTo>
                    <a:pt x="25622" y="186094"/>
                  </a:lnTo>
                  <a:lnTo>
                    <a:pt x="16764" y="188975"/>
                  </a:lnTo>
                  <a:lnTo>
                    <a:pt x="0" y="172211"/>
                  </a:lnTo>
                  <a:lnTo>
                    <a:pt x="123444" y="172211"/>
                  </a:lnTo>
                  <a:lnTo>
                    <a:pt x="123444" y="102107"/>
                  </a:lnTo>
                  <a:lnTo>
                    <a:pt x="62484" y="102107"/>
                  </a:lnTo>
                  <a:lnTo>
                    <a:pt x="54792" y="116919"/>
                  </a:lnTo>
                  <a:lnTo>
                    <a:pt x="45529" y="131444"/>
                  </a:lnTo>
                  <a:lnTo>
                    <a:pt x="34837" y="145399"/>
                  </a:lnTo>
                  <a:lnTo>
                    <a:pt x="22860" y="158495"/>
                  </a:lnTo>
                  <a:lnTo>
                    <a:pt x="18288" y="155447"/>
                  </a:lnTo>
                  <a:lnTo>
                    <a:pt x="28860" y="136278"/>
                  </a:lnTo>
                  <a:lnTo>
                    <a:pt x="37719" y="117538"/>
                  </a:lnTo>
                  <a:lnTo>
                    <a:pt x="50292" y="80771"/>
                  </a:lnTo>
                  <a:lnTo>
                    <a:pt x="60150" y="37480"/>
                  </a:lnTo>
                  <a:lnTo>
                    <a:pt x="60960" y="28955"/>
                  </a:lnTo>
                  <a:close/>
                </a:path>
              </a:pathLst>
            </a:custGeom>
            <a:ln w="1219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" name="object 30"/>
            <p:cNvSpPr/>
            <p:nvPr/>
          </p:nvSpPr>
          <p:spPr>
            <a:xfrm>
              <a:off x="3058668" y="2468879"/>
              <a:ext cx="411480" cy="251460"/>
            </a:xfrm>
            <a:custGeom>
              <a:avLst/>
              <a:gdLst/>
              <a:ahLst/>
              <a:cxnLst/>
              <a:rect l="l" t="t" r="r" b="b"/>
              <a:pathLst>
                <a:path w="411479" h="251460">
                  <a:moveTo>
                    <a:pt x="92963" y="170687"/>
                  </a:moveTo>
                  <a:lnTo>
                    <a:pt x="124039" y="196834"/>
                  </a:lnTo>
                  <a:lnTo>
                    <a:pt x="176974" y="216788"/>
                  </a:lnTo>
                  <a:lnTo>
                    <a:pt x="240791" y="222503"/>
                  </a:lnTo>
                  <a:lnTo>
                    <a:pt x="280535" y="223670"/>
                  </a:lnTo>
                  <a:lnTo>
                    <a:pt x="322135" y="222694"/>
                  </a:lnTo>
                  <a:lnTo>
                    <a:pt x="365736" y="219717"/>
                  </a:lnTo>
                  <a:lnTo>
                    <a:pt x="411479" y="214883"/>
                  </a:lnTo>
                  <a:lnTo>
                    <a:pt x="411479" y="222503"/>
                  </a:lnTo>
                  <a:lnTo>
                    <a:pt x="395477" y="227885"/>
                  </a:lnTo>
                  <a:lnTo>
                    <a:pt x="384047" y="234695"/>
                  </a:lnTo>
                  <a:lnTo>
                    <a:pt x="377189" y="242649"/>
                  </a:lnTo>
                  <a:lnTo>
                    <a:pt x="374903" y="251459"/>
                  </a:lnTo>
                  <a:lnTo>
                    <a:pt x="336875" y="251198"/>
                  </a:lnTo>
                  <a:lnTo>
                    <a:pt x="272248" y="249531"/>
                  </a:lnTo>
                  <a:lnTo>
                    <a:pt x="221360" y="246697"/>
                  </a:lnTo>
                  <a:lnTo>
                    <a:pt x="180212" y="239839"/>
                  </a:lnTo>
                  <a:lnTo>
                    <a:pt x="134302" y="220979"/>
                  </a:lnTo>
                  <a:lnTo>
                    <a:pt x="111251" y="202691"/>
                  </a:lnTo>
                  <a:lnTo>
                    <a:pt x="101584" y="194405"/>
                  </a:lnTo>
                  <a:lnTo>
                    <a:pt x="93344" y="187832"/>
                  </a:lnTo>
                  <a:lnTo>
                    <a:pt x="86820" y="182975"/>
                  </a:lnTo>
                  <a:lnTo>
                    <a:pt x="82295" y="179831"/>
                  </a:lnTo>
                  <a:lnTo>
                    <a:pt x="77771" y="180117"/>
                  </a:lnTo>
                  <a:lnTo>
                    <a:pt x="43910" y="208121"/>
                  </a:lnTo>
                  <a:lnTo>
                    <a:pt x="25907" y="234695"/>
                  </a:lnTo>
                  <a:lnTo>
                    <a:pt x="0" y="211836"/>
                  </a:lnTo>
                  <a:lnTo>
                    <a:pt x="16335" y="198691"/>
                  </a:lnTo>
                  <a:lnTo>
                    <a:pt x="33527" y="186689"/>
                  </a:lnTo>
                  <a:lnTo>
                    <a:pt x="51863" y="175831"/>
                  </a:lnTo>
                  <a:lnTo>
                    <a:pt x="71627" y="166115"/>
                  </a:lnTo>
                  <a:lnTo>
                    <a:pt x="71627" y="27431"/>
                  </a:lnTo>
                  <a:lnTo>
                    <a:pt x="48767" y="27431"/>
                  </a:lnTo>
                  <a:lnTo>
                    <a:pt x="42719" y="27741"/>
                  </a:lnTo>
                  <a:lnTo>
                    <a:pt x="35813" y="28765"/>
                  </a:lnTo>
                  <a:lnTo>
                    <a:pt x="27765" y="30646"/>
                  </a:lnTo>
                  <a:lnTo>
                    <a:pt x="18287" y="33527"/>
                  </a:lnTo>
                  <a:lnTo>
                    <a:pt x="3047" y="16763"/>
                  </a:lnTo>
                  <a:lnTo>
                    <a:pt x="68579" y="16763"/>
                  </a:lnTo>
                  <a:lnTo>
                    <a:pt x="80771" y="0"/>
                  </a:lnTo>
                  <a:lnTo>
                    <a:pt x="109727" y="21335"/>
                  </a:lnTo>
                  <a:lnTo>
                    <a:pt x="92963" y="33527"/>
                  </a:lnTo>
                  <a:lnTo>
                    <a:pt x="92963" y="170687"/>
                  </a:lnTo>
                  <a:close/>
                </a:path>
              </a:pathLst>
            </a:custGeom>
            <a:ln w="1219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31" name="object 31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3101339" y="2342387"/>
              <a:ext cx="64293" cy="92964"/>
            </a:xfrm>
            <a:prstGeom prst="rect">
              <a:avLst/>
            </a:prstGeom>
          </p:spPr>
        </p:pic>
        <p:sp>
          <p:nvSpPr>
            <p:cNvPr id="32" name="object 32"/>
            <p:cNvSpPr/>
            <p:nvPr/>
          </p:nvSpPr>
          <p:spPr>
            <a:xfrm>
              <a:off x="3511295" y="2324099"/>
              <a:ext cx="405765" cy="405765"/>
            </a:xfrm>
            <a:custGeom>
              <a:avLst/>
              <a:gdLst/>
              <a:ahLst/>
              <a:cxnLst/>
              <a:rect l="l" t="t" r="r" b="b"/>
              <a:pathLst>
                <a:path w="405764" h="405764">
                  <a:moveTo>
                    <a:pt x="111251" y="99060"/>
                  </a:moveTo>
                  <a:lnTo>
                    <a:pt x="86867" y="99060"/>
                  </a:lnTo>
                  <a:lnTo>
                    <a:pt x="86847" y="71913"/>
                  </a:lnTo>
                  <a:lnTo>
                    <a:pt x="86677" y="40957"/>
                  </a:lnTo>
                  <a:lnTo>
                    <a:pt x="86225" y="18264"/>
                  </a:lnTo>
                  <a:lnTo>
                    <a:pt x="85343" y="0"/>
                  </a:lnTo>
                  <a:lnTo>
                    <a:pt x="128015" y="19812"/>
                  </a:lnTo>
                  <a:lnTo>
                    <a:pt x="111251" y="32004"/>
                  </a:lnTo>
                  <a:lnTo>
                    <a:pt x="111251" y="99060"/>
                  </a:lnTo>
                  <a:close/>
                </a:path>
                <a:path w="405764" h="405764">
                  <a:moveTo>
                    <a:pt x="172211" y="47244"/>
                  </a:moveTo>
                  <a:lnTo>
                    <a:pt x="158495" y="33528"/>
                  </a:lnTo>
                  <a:lnTo>
                    <a:pt x="326136" y="33528"/>
                  </a:lnTo>
                  <a:lnTo>
                    <a:pt x="341376" y="15240"/>
                  </a:lnTo>
                  <a:lnTo>
                    <a:pt x="370332" y="42672"/>
                  </a:lnTo>
                  <a:lnTo>
                    <a:pt x="366521" y="44196"/>
                  </a:lnTo>
                  <a:lnTo>
                    <a:pt x="192023" y="44196"/>
                  </a:lnTo>
                  <a:lnTo>
                    <a:pt x="172211" y="47244"/>
                  </a:lnTo>
                  <a:close/>
                </a:path>
                <a:path w="405764" h="405764">
                  <a:moveTo>
                    <a:pt x="132587" y="210311"/>
                  </a:moveTo>
                  <a:lnTo>
                    <a:pt x="131063" y="204216"/>
                  </a:lnTo>
                  <a:lnTo>
                    <a:pt x="165949" y="187642"/>
                  </a:lnTo>
                  <a:lnTo>
                    <a:pt x="197548" y="169926"/>
                  </a:lnTo>
                  <a:lnTo>
                    <a:pt x="226004" y="151066"/>
                  </a:lnTo>
                  <a:lnTo>
                    <a:pt x="251459" y="131064"/>
                  </a:lnTo>
                  <a:lnTo>
                    <a:pt x="235696" y="110204"/>
                  </a:lnTo>
                  <a:lnTo>
                    <a:pt x="222503" y="88773"/>
                  </a:lnTo>
                  <a:lnTo>
                    <a:pt x="211597" y="66770"/>
                  </a:lnTo>
                  <a:lnTo>
                    <a:pt x="202691" y="44196"/>
                  </a:lnTo>
                  <a:lnTo>
                    <a:pt x="210311" y="44196"/>
                  </a:lnTo>
                  <a:lnTo>
                    <a:pt x="222337" y="66770"/>
                  </a:lnTo>
                  <a:lnTo>
                    <a:pt x="235648" y="86487"/>
                  </a:lnTo>
                  <a:lnTo>
                    <a:pt x="250388" y="103346"/>
                  </a:lnTo>
                  <a:lnTo>
                    <a:pt x="266699" y="117348"/>
                  </a:lnTo>
                  <a:lnTo>
                    <a:pt x="297379" y="117348"/>
                  </a:lnTo>
                  <a:lnTo>
                    <a:pt x="283463" y="131064"/>
                  </a:lnTo>
                  <a:lnTo>
                    <a:pt x="300275" y="140469"/>
                  </a:lnTo>
                  <a:lnTo>
                    <a:pt x="309385" y="144780"/>
                  </a:lnTo>
                  <a:lnTo>
                    <a:pt x="266699" y="144780"/>
                  </a:lnTo>
                  <a:lnTo>
                    <a:pt x="234172" y="165949"/>
                  </a:lnTo>
                  <a:lnTo>
                    <a:pt x="200786" y="183832"/>
                  </a:lnTo>
                  <a:lnTo>
                    <a:pt x="166830" y="198572"/>
                  </a:lnTo>
                  <a:lnTo>
                    <a:pt x="132587" y="210311"/>
                  </a:lnTo>
                  <a:close/>
                </a:path>
                <a:path w="405764" h="405764">
                  <a:moveTo>
                    <a:pt x="297379" y="117348"/>
                  </a:moveTo>
                  <a:lnTo>
                    <a:pt x="266699" y="117348"/>
                  </a:lnTo>
                  <a:lnTo>
                    <a:pt x="285011" y="99060"/>
                  </a:lnTo>
                  <a:lnTo>
                    <a:pt x="301180" y="80772"/>
                  </a:lnTo>
                  <a:lnTo>
                    <a:pt x="315348" y="62484"/>
                  </a:lnTo>
                  <a:lnTo>
                    <a:pt x="327660" y="44196"/>
                  </a:lnTo>
                  <a:lnTo>
                    <a:pt x="366521" y="44196"/>
                  </a:lnTo>
                  <a:lnTo>
                    <a:pt x="355091" y="48768"/>
                  </a:lnTo>
                  <a:lnTo>
                    <a:pt x="337685" y="71913"/>
                  </a:lnTo>
                  <a:lnTo>
                    <a:pt x="319849" y="93345"/>
                  </a:lnTo>
                  <a:lnTo>
                    <a:pt x="301728" y="113061"/>
                  </a:lnTo>
                  <a:lnTo>
                    <a:pt x="297379" y="117348"/>
                  </a:lnTo>
                  <a:close/>
                </a:path>
                <a:path w="405764" h="405764">
                  <a:moveTo>
                    <a:pt x="19811" y="115824"/>
                  </a:moveTo>
                  <a:lnTo>
                    <a:pt x="4571" y="99060"/>
                  </a:lnTo>
                  <a:lnTo>
                    <a:pt x="140207" y="99060"/>
                  </a:lnTo>
                  <a:lnTo>
                    <a:pt x="158495" y="80772"/>
                  </a:lnTo>
                  <a:lnTo>
                    <a:pt x="188975" y="109728"/>
                  </a:lnTo>
                  <a:lnTo>
                    <a:pt x="60959" y="109728"/>
                  </a:lnTo>
                  <a:lnTo>
                    <a:pt x="49815" y="110037"/>
                  </a:lnTo>
                  <a:lnTo>
                    <a:pt x="39242" y="111061"/>
                  </a:lnTo>
                  <a:lnTo>
                    <a:pt x="29241" y="112942"/>
                  </a:lnTo>
                  <a:lnTo>
                    <a:pt x="19811" y="115824"/>
                  </a:lnTo>
                  <a:close/>
                </a:path>
                <a:path w="405764" h="405764">
                  <a:moveTo>
                    <a:pt x="24383" y="257556"/>
                  </a:moveTo>
                  <a:lnTo>
                    <a:pt x="0" y="228600"/>
                  </a:lnTo>
                  <a:lnTo>
                    <a:pt x="14001" y="223980"/>
                  </a:lnTo>
                  <a:lnTo>
                    <a:pt x="33146" y="216789"/>
                  </a:lnTo>
                  <a:lnTo>
                    <a:pt x="57435" y="206740"/>
                  </a:lnTo>
                  <a:lnTo>
                    <a:pt x="86867" y="193547"/>
                  </a:lnTo>
                  <a:lnTo>
                    <a:pt x="86867" y="109728"/>
                  </a:lnTo>
                  <a:lnTo>
                    <a:pt x="111251" y="109728"/>
                  </a:lnTo>
                  <a:lnTo>
                    <a:pt x="111251" y="182880"/>
                  </a:lnTo>
                  <a:lnTo>
                    <a:pt x="137950" y="182880"/>
                  </a:lnTo>
                  <a:lnTo>
                    <a:pt x="111251" y="199644"/>
                  </a:lnTo>
                  <a:lnTo>
                    <a:pt x="111251" y="211835"/>
                  </a:lnTo>
                  <a:lnTo>
                    <a:pt x="86867" y="211835"/>
                  </a:lnTo>
                  <a:lnTo>
                    <a:pt x="63174" y="226694"/>
                  </a:lnTo>
                  <a:lnTo>
                    <a:pt x="44767" y="239267"/>
                  </a:lnTo>
                  <a:lnTo>
                    <a:pt x="31789" y="249555"/>
                  </a:lnTo>
                  <a:lnTo>
                    <a:pt x="24383" y="257556"/>
                  </a:lnTo>
                  <a:close/>
                </a:path>
                <a:path w="405764" h="405764">
                  <a:moveTo>
                    <a:pt x="370332" y="195071"/>
                  </a:moveTo>
                  <a:lnTo>
                    <a:pt x="342352" y="185928"/>
                  </a:lnTo>
                  <a:lnTo>
                    <a:pt x="315658" y="174498"/>
                  </a:lnTo>
                  <a:lnTo>
                    <a:pt x="290393" y="160782"/>
                  </a:lnTo>
                  <a:lnTo>
                    <a:pt x="266699" y="144780"/>
                  </a:lnTo>
                  <a:lnTo>
                    <a:pt x="309385" y="144780"/>
                  </a:lnTo>
                  <a:lnTo>
                    <a:pt x="316229" y="148018"/>
                  </a:lnTo>
                  <a:lnTo>
                    <a:pt x="331041" y="153566"/>
                  </a:lnTo>
                  <a:lnTo>
                    <a:pt x="371094" y="161734"/>
                  </a:lnTo>
                  <a:lnTo>
                    <a:pt x="402336" y="163068"/>
                  </a:lnTo>
                  <a:lnTo>
                    <a:pt x="402336" y="170688"/>
                  </a:lnTo>
                  <a:lnTo>
                    <a:pt x="389191" y="174069"/>
                  </a:lnTo>
                  <a:lnTo>
                    <a:pt x="379476" y="179451"/>
                  </a:lnTo>
                  <a:lnTo>
                    <a:pt x="373189" y="186547"/>
                  </a:lnTo>
                  <a:lnTo>
                    <a:pt x="370332" y="195071"/>
                  </a:lnTo>
                  <a:close/>
                </a:path>
                <a:path w="405764" h="405764">
                  <a:moveTo>
                    <a:pt x="137950" y="182880"/>
                  </a:moveTo>
                  <a:lnTo>
                    <a:pt x="111251" y="182880"/>
                  </a:lnTo>
                  <a:lnTo>
                    <a:pt x="172211" y="153924"/>
                  </a:lnTo>
                  <a:lnTo>
                    <a:pt x="176783" y="158496"/>
                  </a:lnTo>
                  <a:lnTo>
                    <a:pt x="137950" y="182880"/>
                  </a:lnTo>
                  <a:close/>
                </a:path>
                <a:path w="405764" h="405764">
                  <a:moveTo>
                    <a:pt x="278891" y="225552"/>
                  </a:moveTo>
                  <a:lnTo>
                    <a:pt x="254507" y="225552"/>
                  </a:lnTo>
                  <a:lnTo>
                    <a:pt x="254494" y="216789"/>
                  </a:lnTo>
                  <a:lnTo>
                    <a:pt x="254370" y="199644"/>
                  </a:lnTo>
                  <a:lnTo>
                    <a:pt x="254285" y="193547"/>
                  </a:lnTo>
                  <a:lnTo>
                    <a:pt x="253865" y="178403"/>
                  </a:lnTo>
                  <a:lnTo>
                    <a:pt x="252983" y="161544"/>
                  </a:lnTo>
                  <a:lnTo>
                    <a:pt x="295655" y="182880"/>
                  </a:lnTo>
                  <a:lnTo>
                    <a:pt x="278891" y="193547"/>
                  </a:lnTo>
                  <a:lnTo>
                    <a:pt x="278891" y="225552"/>
                  </a:lnTo>
                  <a:close/>
                </a:path>
                <a:path w="405764" h="405764">
                  <a:moveTo>
                    <a:pt x="173735" y="242316"/>
                  </a:moveTo>
                  <a:lnTo>
                    <a:pt x="158495" y="225552"/>
                  </a:lnTo>
                  <a:lnTo>
                    <a:pt x="329184" y="225552"/>
                  </a:lnTo>
                  <a:lnTo>
                    <a:pt x="350520" y="205740"/>
                  </a:lnTo>
                  <a:lnTo>
                    <a:pt x="381000" y="236220"/>
                  </a:lnTo>
                  <a:lnTo>
                    <a:pt x="216407" y="236220"/>
                  </a:lnTo>
                  <a:lnTo>
                    <a:pt x="205239" y="236529"/>
                  </a:lnTo>
                  <a:lnTo>
                    <a:pt x="194500" y="237553"/>
                  </a:lnTo>
                  <a:lnTo>
                    <a:pt x="184046" y="239434"/>
                  </a:lnTo>
                  <a:lnTo>
                    <a:pt x="173735" y="242316"/>
                  </a:lnTo>
                  <a:close/>
                </a:path>
                <a:path w="405764" h="405764">
                  <a:moveTo>
                    <a:pt x="110224" y="361188"/>
                  </a:moveTo>
                  <a:lnTo>
                    <a:pt x="67055" y="361188"/>
                  </a:lnTo>
                  <a:lnTo>
                    <a:pt x="75938" y="360878"/>
                  </a:lnTo>
                  <a:lnTo>
                    <a:pt x="82105" y="357568"/>
                  </a:lnTo>
                  <a:lnTo>
                    <a:pt x="85701" y="351115"/>
                  </a:lnTo>
                  <a:lnTo>
                    <a:pt x="86867" y="341376"/>
                  </a:lnTo>
                  <a:lnTo>
                    <a:pt x="86867" y="211835"/>
                  </a:lnTo>
                  <a:lnTo>
                    <a:pt x="111251" y="211835"/>
                  </a:lnTo>
                  <a:lnTo>
                    <a:pt x="111251" y="355091"/>
                  </a:lnTo>
                  <a:lnTo>
                    <a:pt x="110224" y="361188"/>
                  </a:lnTo>
                  <a:close/>
                </a:path>
                <a:path w="405764" h="405764">
                  <a:moveTo>
                    <a:pt x="278891" y="297180"/>
                  </a:moveTo>
                  <a:lnTo>
                    <a:pt x="254507" y="297180"/>
                  </a:lnTo>
                  <a:lnTo>
                    <a:pt x="254507" y="236220"/>
                  </a:lnTo>
                  <a:lnTo>
                    <a:pt x="278891" y="236220"/>
                  </a:lnTo>
                  <a:lnTo>
                    <a:pt x="278891" y="297180"/>
                  </a:lnTo>
                  <a:close/>
                </a:path>
                <a:path w="405764" h="405764">
                  <a:moveTo>
                    <a:pt x="152399" y="313944"/>
                  </a:moveTo>
                  <a:lnTo>
                    <a:pt x="135635" y="297180"/>
                  </a:lnTo>
                  <a:lnTo>
                    <a:pt x="350520" y="297180"/>
                  </a:lnTo>
                  <a:lnTo>
                    <a:pt x="371856" y="274320"/>
                  </a:lnTo>
                  <a:lnTo>
                    <a:pt x="405384" y="307847"/>
                  </a:lnTo>
                  <a:lnTo>
                    <a:pt x="193547" y="307847"/>
                  </a:lnTo>
                  <a:lnTo>
                    <a:pt x="182403" y="308157"/>
                  </a:lnTo>
                  <a:lnTo>
                    <a:pt x="171830" y="309181"/>
                  </a:lnTo>
                  <a:lnTo>
                    <a:pt x="161829" y="311062"/>
                  </a:lnTo>
                  <a:lnTo>
                    <a:pt x="152399" y="313944"/>
                  </a:lnTo>
                  <a:close/>
                </a:path>
                <a:path w="405764" h="405764">
                  <a:moveTo>
                    <a:pt x="252983" y="405384"/>
                  </a:moveTo>
                  <a:lnTo>
                    <a:pt x="253193" y="383476"/>
                  </a:lnTo>
                  <a:lnTo>
                    <a:pt x="253272" y="378142"/>
                  </a:lnTo>
                  <a:lnTo>
                    <a:pt x="254269" y="331874"/>
                  </a:lnTo>
                  <a:lnTo>
                    <a:pt x="254507" y="307847"/>
                  </a:lnTo>
                  <a:lnTo>
                    <a:pt x="278891" y="307847"/>
                  </a:lnTo>
                  <a:lnTo>
                    <a:pt x="278963" y="341376"/>
                  </a:lnTo>
                  <a:lnTo>
                    <a:pt x="279082" y="358140"/>
                  </a:lnTo>
                  <a:lnTo>
                    <a:pt x="279534" y="378142"/>
                  </a:lnTo>
                  <a:lnTo>
                    <a:pt x="280310" y="392739"/>
                  </a:lnTo>
                  <a:lnTo>
                    <a:pt x="280354" y="394739"/>
                  </a:lnTo>
                  <a:lnTo>
                    <a:pt x="252983" y="405384"/>
                  </a:lnTo>
                  <a:close/>
                </a:path>
                <a:path w="405764" h="405764">
                  <a:moveTo>
                    <a:pt x="71627" y="403860"/>
                  </a:moveTo>
                  <a:lnTo>
                    <a:pt x="69341" y="392739"/>
                  </a:lnTo>
                  <a:lnTo>
                    <a:pt x="60197" y="382333"/>
                  </a:lnTo>
                  <a:lnTo>
                    <a:pt x="44195" y="372784"/>
                  </a:lnTo>
                  <a:lnTo>
                    <a:pt x="21335" y="364236"/>
                  </a:lnTo>
                  <a:lnTo>
                    <a:pt x="21335" y="355091"/>
                  </a:lnTo>
                  <a:lnTo>
                    <a:pt x="33837" y="357330"/>
                  </a:lnTo>
                  <a:lnTo>
                    <a:pt x="45910" y="359283"/>
                  </a:lnTo>
                  <a:lnTo>
                    <a:pt x="57126" y="360664"/>
                  </a:lnTo>
                  <a:lnTo>
                    <a:pt x="67055" y="361188"/>
                  </a:lnTo>
                  <a:lnTo>
                    <a:pt x="110224" y="361188"/>
                  </a:lnTo>
                  <a:lnTo>
                    <a:pt x="108704" y="370212"/>
                  </a:lnTo>
                  <a:lnTo>
                    <a:pt x="101155" y="383476"/>
                  </a:lnTo>
                  <a:lnTo>
                    <a:pt x="88749" y="394739"/>
                  </a:lnTo>
                  <a:lnTo>
                    <a:pt x="71627" y="40386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" name="object 33"/>
            <p:cNvSpPr/>
            <p:nvPr/>
          </p:nvSpPr>
          <p:spPr>
            <a:xfrm>
              <a:off x="3642359" y="2339339"/>
              <a:ext cx="271780" cy="195580"/>
            </a:xfrm>
            <a:custGeom>
              <a:avLst/>
              <a:gdLst/>
              <a:ahLst/>
              <a:cxnLst/>
              <a:rect l="l" t="t" r="r" b="b"/>
              <a:pathLst>
                <a:path w="271779" h="195580">
                  <a:moveTo>
                    <a:pt x="27432" y="18287"/>
                  </a:moveTo>
                  <a:lnTo>
                    <a:pt x="195072" y="18287"/>
                  </a:lnTo>
                  <a:lnTo>
                    <a:pt x="210312" y="0"/>
                  </a:lnTo>
                  <a:lnTo>
                    <a:pt x="239268" y="27431"/>
                  </a:lnTo>
                  <a:lnTo>
                    <a:pt x="224027" y="33527"/>
                  </a:lnTo>
                  <a:lnTo>
                    <a:pt x="206621" y="56673"/>
                  </a:lnTo>
                  <a:lnTo>
                    <a:pt x="188785" y="78104"/>
                  </a:lnTo>
                  <a:lnTo>
                    <a:pt x="170664" y="97821"/>
                  </a:lnTo>
                  <a:lnTo>
                    <a:pt x="152400" y="115823"/>
                  </a:lnTo>
                  <a:lnTo>
                    <a:pt x="169211" y="125229"/>
                  </a:lnTo>
                  <a:lnTo>
                    <a:pt x="213360" y="141731"/>
                  </a:lnTo>
                  <a:lnTo>
                    <a:pt x="254936" y="147518"/>
                  </a:lnTo>
                  <a:lnTo>
                    <a:pt x="271272" y="147827"/>
                  </a:lnTo>
                  <a:lnTo>
                    <a:pt x="271272" y="155447"/>
                  </a:lnTo>
                  <a:lnTo>
                    <a:pt x="258127" y="158829"/>
                  </a:lnTo>
                  <a:lnTo>
                    <a:pt x="248412" y="164210"/>
                  </a:lnTo>
                  <a:lnTo>
                    <a:pt x="242125" y="171307"/>
                  </a:lnTo>
                  <a:lnTo>
                    <a:pt x="239268" y="179831"/>
                  </a:lnTo>
                  <a:lnTo>
                    <a:pt x="211288" y="170687"/>
                  </a:lnTo>
                  <a:lnTo>
                    <a:pt x="184594" y="159257"/>
                  </a:lnTo>
                  <a:lnTo>
                    <a:pt x="159329" y="145541"/>
                  </a:lnTo>
                  <a:lnTo>
                    <a:pt x="135636" y="129539"/>
                  </a:lnTo>
                  <a:lnTo>
                    <a:pt x="103108" y="150709"/>
                  </a:lnTo>
                  <a:lnTo>
                    <a:pt x="69723" y="168592"/>
                  </a:lnTo>
                  <a:lnTo>
                    <a:pt x="35766" y="183332"/>
                  </a:lnTo>
                  <a:lnTo>
                    <a:pt x="1524" y="195071"/>
                  </a:lnTo>
                  <a:lnTo>
                    <a:pt x="0" y="188976"/>
                  </a:lnTo>
                  <a:lnTo>
                    <a:pt x="34885" y="172402"/>
                  </a:lnTo>
                  <a:lnTo>
                    <a:pt x="66484" y="154685"/>
                  </a:lnTo>
                  <a:lnTo>
                    <a:pt x="94940" y="135826"/>
                  </a:lnTo>
                  <a:lnTo>
                    <a:pt x="120396" y="115823"/>
                  </a:lnTo>
                  <a:lnTo>
                    <a:pt x="104632" y="94964"/>
                  </a:lnTo>
                  <a:lnTo>
                    <a:pt x="91440" y="73532"/>
                  </a:lnTo>
                  <a:lnTo>
                    <a:pt x="80533" y="51530"/>
                  </a:lnTo>
                  <a:lnTo>
                    <a:pt x="71628" y="28955"/>
                  </a:lnTo>
                  <a:lnTo>
                    <a:pt x="60960" y="28955"/>
                  </a:lnTo>
                  <a:lnTo>
                    <a:pt x="41148" y="32003"/>
                  </a:lnTo>
                  <a:lnTo>
                    <a:pt x="27432" y="18287"/>
                  </a:lnTo>
                  <a:close/>
                </a:path>
              </a:pathLst>
            </a:custGeom>
            <a:ln w="1219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34" name="object 34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3715511" y="2362199"/>
              <a:ext cx="129540" cy="85344"/>
            </a:xfrm>
            <a:prstGeom prst="rect">
              <a:avLst/>
            </a:prstGeom>
          </p:spPr>
        </p:pic>
        <p:sp>
          <p:nvSpPr>
            <p:cNvPr id="35" name="object 35"/>
            <p:cNvSpPr/>
            <p:nvPr/>
          </p:nvSpPr>
          <p:spPr>
            <a:xfrm>
              <a:off x="3646932" y="2485643"/>
              <a:ext cx="269875" cy="243840"/>
            </a:xfrm>
            <a:custGeom>
              <a:avLst/>
              <a:gdLst/>
              <a:ahLst/>
              <a:cxnLst/>
              <a:rect l="l" t="t" r="r" b="b"/>
              <a:pathLst>
                <a:path w="269875" h="243839">
                  <a:moveTo>
                    <a:pt x="117348" y="243839"/>
                  </a:moveTo>
                  <a:lnTo>
                    <a:pt x="117586" y="218955"/>
                  </a:lnTo>
                  <a:lnTo>
                    <a:pt x="118110" y="194500"/>
                  </a:lnTo>
                  <a:lnTo>
                    <a:pt x="118633" y="170330"/>
                  </a:lnTo>
                  <a:lnTo>
                    <a:pt x="118872" y="146303"/>
                  </a:lnTo>
                  <a:lnTo>
                    <a:pt x="57912" y="146303"/>
                  </a:lnTo>
                  <a:lnTo>
                    <a:pt x="46767" y="146613"/>
                  </a:lnTo>
                  <a:lnTo>
                    <a:pt x="36195" y="147637"/>
                  </a:lnTo>
                  <a:lnTo>
                    <a:pt x="26193" y="149518"/>
                  </a:lnTo>
                  <a:lnTo>
                    <a:pt x="16764" y="152399"/>
                  </a:lnTo>
                  <a:lnTo>
                    <a:pt x="0" y="135635"/>
                  </a:lnTo>
                  <a:lnTo>
                    <a:pt x="118872" y="135635"/>
                  </a:lnTo>
                  <a:lnTo>
                    <a:pt x="118872" y="74675"/>
                  </a:lnTo>
                  <a:lnTo>
                    <a:pt x="80772" y="74675"/>
                  </a:lnTo>
                  <a:lnTo>
                    <a:pt x="69603" y="74985"/>
                  </a:lnTo>
                  <a:lnTo>
                    <a:pt x="58864" y="76009"/>
                  </a:lnTo>
                  <a:lnTo>
                    <a:pt x="48410" y="77890"/>
                  </a:lnTo>
                  <a:lnTo>
                    <a:pt x="38100" y="80771"/>
                  </a:lnTo>
                  <a:lnTo>
                    <a:pt x="22860" y="64008"/>
                  </a:lnTo>
                  <a:lnTo>
                    <a:pt x="118872" y="64008"/>
                  </a:lnTo>
                  <a:lnTo>
                    <a:pt x="118848" y="48863"/>
                  </a:lnTo>
                  <a:lnTo>
                    <a:pt x="118681" y="33147"/>
                  </a:lnTo>
                  <a:lnTo>
                    <a:pt x="118229" y="16859"/>
                  </a:lnTo>
                  <a:lnTo>
                    <a:pt x="117348" y="0"/>
                  </a:lnTo>
                  <a:lnTo>
                    <a:pt x="160020" y="21335"/>
                  </a:lnTo>
                  <a:lnTo>
                    <a:pt x="143256" y="32003"/>
                  </a:lnTo>
                  <a:lnTo>
                    <a:pt x="143256" y="64008"/>
                  </a:lnTo>
                  <a:lnTo>
                    <a:pt x="193548" y="64008"/>
                  </a:lnTo>
                  <a:lnTo>
                    <a:pt x="214884" y="44196"/>
                  </a:lnTo>
                  <a:lnTo>
                    <a:pt x="245364" y="74675"/>
                  </a:lnTo>
                  <a:lnTo>
                    <a:pt x="143256" y="74675"/>
                  </a:lnTo>
                  <a:lnTo>
                    <a:pt x="143256" y="135635"/>
                  </a:lnTo>
                  <a:lnTo>
                    <a:pt x="214884" y="135635"/>
                  </a:lnTo>
                  <a:lnTo>
                    <a:pt x="236220" y="112775"/>
                  </a:lnTo>
                  <a:lnTo>
                    <a:pt x="269748" y="146303"/>
                  </a:lnTo>
                  <a:lnTo>
                    <a:pt x="143256" y="146303"/>
                  </a:lnTo>
                  <a:lnTo>
                    <a:pt x="143279" y="173164"/>
                  </a:lnTo>
                  <a:lnTo>
                    <a:pt x="143446" y="196595"/>
                  </a:lnTo>
                  <a:lnTo>
                    <a:pt x="143898" y="216598"/>
                  </a:lnTo>
                  <a:lnTo>
                    <a:pt x="144780" y="233171"/>
                  </a:lnTo>
                  <a:lnTo>
                    <a:pt x="117348" y="243839"/>
                  </a:lnTo>
                  <a:close/>
                </a:path>
              </a:pathLst>
            </a:custGeom>
            <a:ln w="1219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" name="object 36"/>
            <p:cNvSpPr/>
            <p:nvPr/>
          </p:nvSpPr>
          <p:spPr>
            <a:xfrm>
              <a:off x="3511296" y="2324100"/>
              <a:ext cx="189230" cy="403860"/>
            </a:xfrm>
            <a:custGeom>
              <a:avLst/>
              <a:gdLst/>
              <a:ahLst/>
              <a:cxnLst/>
              <a:rect l="l" t="t" r="r" b="b"/>
              <a:pathLst>
                <a:path w="189229" h="403860">
                  <a:moveTo>
                    <a:pt x="111251" y="182880"/>
                  </a:moveTo>
                  <a:lnTo>
                    <a:pt x="172211" y="153924"/>
                  </a:lnTo>
                  <a:lnTo>
                    <a:pt x="176783" y="158496"/>
                  </a:lnTo>
                  <a:lnTo>
                    <a:pt x="111251" y="199644"/>
                  </a:lnTo>
                  <a:lnTo>
                    <a:pt x="111251" y="355092"/>
                  </a:lnTo>
                  <a:lnTo>
                    <a:pt x="108704" y="370212"/>
                  </a:lnTo>
                  <a:lnTo>
                    <a:pt x="101155" y="383476"/>
                  </a:lnTo>
                  <a:lnTo>
                    <a:pt x="88749" y="394739"/>
                  </a:lnTo>
                  <a:lnTo>
                    <a:pt x="71627" y="403860"/>
                  </a:lnTo>
                  <a:lnTo>
                    <a:pt x="69341" y="392739"/>
                  </a:lnTo>
                  <a:lnTo>
                    <a:pt x="60197" y="382333"/>
                  </a:lnTo>
                  <a:lnTo>
                    <a:pt x="44195" y="372784"/>
                  </a:lnTo>
                  <a:lnTo>
                    <a:pt x="21335" y="364236"/>
                  </a:lnTo>
                  <a:lnTo>
                    <a:pt x="21335" y="355092"/>
                  </a:lnTo>
                  <a:lnTo>
                    <a:pt x="33837" y="357330"/>
                  </a:lnTo>
                  <a:lnTo>
                    <a:pt x="45910" y="359283"/>
                  </a:lnTo>
                  <a:lnTo>
                    <a:pt x="57126" y="360664"/>
                  </a:lnTo>
                  <a:lnTo>
                    <a:pt x="67055" y="361188"/>
                  </a:lnTo>
                  <a:lnTo>
                    <a:pt x="75938" y="360878"/>
                  </a:lnTo>
                  <a:lnTo>
                    <a:pt x="82105" y="357568"/>
                  </a:lnTo>
                  <a:lnTo>
                    <a:pt x="85701" y="351115"/>
                  </a:lnTo>
                  <a:lnTo>
                    <a:pt x="86867" y="341376"/>
                  </a:lnTo>
                  <a:lnTo>
                    <a:pt x="86867" y="211836"/>
                  </a:lnTo>
                  <a:lnTo>
                    <a:pt x="63174" y="226695"/>
                  </a:lnTo>
                  <a:lnTo>
                    <a:pt x="44767" y="239268"/>
                  </a:lnTo>
                  <a:lnTo>
                    <a:pt x="31789" y="249555"/>
                  </a:lnTo>
                  <a:lnTo>
                    <a:pt x="24383" y="257556"/>
                  </a:lnTo>
                  <a:lnTo>
                    <a:pt x="0" y="228600"/>
                  </a:lnTo>
                  <a:lnTo>
                    <a:pt x="14001" y="223980"/>
                  </a:lnTo>
                  <a:lnTo>
                    <a:pt x="33146" y="216789"/>
                  </a:lnTo>
                  <a:lnTo>
                    <a:pt x="57435" y="206740"/>
                  </a:lnTo>
                  <a:lnTo>
                    <a:pt x="86867" y="193548"/>
                  </a:lnTo>
                  <a:lnTo>
                    <a:pt x="86867" y="109728"/>
                  </a:lnTo>
                  <a:lnTo>
                    <a:pt x="60959" y="109728"/>
                  </a:lnTo>
                  <a:lnTo>
                    <a:pt x="49815" y="110037"/>
                  </a:lnTo>
                  <a:lnTo>
                    <a:pt x="39242" y="111061"/>
                  </a:lnTo>
                  <a:lnTo>
                    <a:pt x="29241" y="112942"/>
                  </a:lnTo>
                  <a:lnTo>
                    <a:pt x="19811" y="115824"/>
                  </a:lnTo>
                  <a:lnTo>
                    <a:pt x="4571" y="99060"/>
                  </a:lnTo>
                  <a:lnTo>
                    <a:pt x="86867" y="99060"/>
                  </a:lnTo>
                  <a:lnTo>
                    <a:pt x="86844" y="67937"/>
                  </a:lnTo>
                  <a:lnTo>
                    <a:pt x="86677" y="40957"/>
                  </a:lnTo>
                  <a:lnTo>
                    <a:pt x="86225" y="18264"/>
                  </a:lnTo>
                  <a:lnTo>
                    <a:pt x="85343" y="0"/>
                  </a:lnTo>
                  <a:lnTo>
                    <a:pt x="128015" y="19812"/>
                  </a:lnTo>
                  <a:lnTo>
                    <a:pt x="111251" y="32004"/>
                  </a:lnTo>
                  <a:lnTo>
                    <a:pt x="111251" y="99060"/>
                  </a:lnTo>
                  <a:lnTo>
                    <a:pt x="140207" y="99060"/>
                  </a:lnTo>
                  <a:lnTo>
                    <a:pt x="158495" y="80772"/>
                  </a:lnTo>
                  <a:lnTo>
                    <a:pt x="188975" y="109728"/>
                  </a:lnTo>
                  <a:lnTo>
                    <a:pt x="111251" y="109728"/>
                  </a:lnTo>
                  <a:lnTo>
                    <a:pt x="111251" y="182880"/>
                  </a:lnTo>
                  <a:close/>
                </a:path>
              </a:pathLst>
            </a:custGeom>
            <a:ln w="12191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pic>
        <p:nvPicPr>
          <p:cNvPr id="37" name="object 37"/>
          <p:cNvPicPr/>
          <p:nvPr/>
        </p:nvPicPr>
        <p:blipFill>
          <a:blip r:embed="rId9" cstate="print"/>
          <a:stretch>
            <a:fillRect/>
          </a:stretch>
        </p:blipFill>
        <p:spPr>
          <a:xfrm>
            <a:off x="3994404" y="2585656"/>
            <a:ext cx="68580" cy="119443"/>
          </a:xfrm>
          <a:prstGeom prst="rect">
            <a:avLst/>
          </a:prstGeom>
        </p:spPr>
      </p:pic>
      <p:sp>
        <p:nvSpPr>
          <p:cNvPr id="38" name="object 38"/>
          <p:cNvSpPr/>
          <p:nvPr/>
        </p:nvSpPr>
        <p:spPr>
          <a:xfrm>
            <a:off x="4402823" y="2324099"/>
            <a:ext cx="833119" cy="407034"/>
          </a:xfrm>
          <a:custGeom>
            <a:avLst/>
            <a:gdLst/>
            <a:ahLst/>
            <a:cxnLst/>
            <a:rect l="l" t="t" r="r" b="b"/>
            <a:pathLst>
              <a:path w="833120" h="407035">
                <a:moveTo>
                  <a:pt x="211836" y="192024"/>
                </a:moveTo>
                <a:lnTo>
                  <a:pt x="181356" y="158496"/>
                </a:lnTo>
                <a:lnTo>
                  <a:pt x="160020" y="181356"/>
                </a:lnTo>
                <a:lnTo>
                  <a:pt x="117348" y="181356"/>
                </a:lnTo>
                <a:lnTo>
                  <a:pt x="117348" y="97536"/>
                </a:lnTo>
                <a:lnTo>
                  <a:pt x="193548" y="97536"/>
                </a:lnTo>
                <a:lnTo>
                  <a:pt x="183946" y="86868"/>
                </a:lnTo>
                <a:lnTo>
                  <a:pt x="166116" y="67056"/>
                </a:lnTo>
                <a:lnTo>
                  <a:pt x="144780" y="86868"/>
                </a:lnTo>
                <a:lnTo>
                  <a:pt x="65532" y="86868"/>
                </a:lnTo>
                <a:lnTo>
                  <a:pt x="81610" y="49796"/>
                </a:lnTo>
                <a:lnTo>
                  <a:pt x="103632" y="21336"/>
                </a:lnTo>
                <a:lnTo>
                  <a:pt x="68580" y="1524"/>
                </a:lnTo>
                <a:lnTo>
                  <a:pt x="55943" y="55321"/>
                </a:lnTo>
                <a:lnTo>
                  <a:pt x="41122" y="97536"/>
                </a:lnTo>
                <a:lnTo>
                  <a:pt x="21132" y="139433"/>
                </a:lnTo>
                <a:lnTo>
                  <a:pt x="9144" y="160020"/>
                </a:lnTo>
                <a:lnTo>
                  <a:pt x="13716" y="163068"/>
                </a:lnTo>
                <a:lnTo>
                  <a:pt x="26276" y="148767"/>
                </a:lnTo>
                <a:lnTo>
                  <a:pt x="38671" y="133159"/>
                </a:lnTo>
                <a:lnTo>
                  <a:pt x="50800" y="116141"/>
                </a:lnTo>
                <a:lnTo>
                  <a:pt x="62484" y="97536"/>
                </a:lnTo>
                <a:lnTo>
                  <a:pt x="96012" y="97536"/>
                </a:lnTo>
                <a:lnTo>
                  <a:pt x="96012" y="181356"/>
                </a:lnTo>
                <a:lnTo>
                  <a:pt x="0" y="181356"/>
                </a:lnTo>
                <a:lnTo>
                  <a:pt x="15240" y="196596"/>
                </a:lnTo>
                <a:lnTo>
                  <a:pt x="24676" y="194602"/>
                </a:lnTo>
                <a:lnTo>
                  <a:pt x="34671" y="193167"/>
                </a:lnTo>
                <a:lnTo>
                  <a:pt x="45250" y="192316"/>
                </a:lnTo>
                <a:lnTo>
                  <a:pt x="56388" y="192024"/>
                </a:lnTo>
                <a:lnTo>
                  <a:pt x="96012" y="192024"/>
                </a:lnTo>
                <a:lnTo>
                  <a:pt x="96012" y="316992"/>
                </a:lnTo>
                <a:lnTo>
                  <a:pt x="53340" y="324612"/>
                </a:lnTo>
                <a:lnTo>
                  <a:pt x="53340" y="243840"/>
                </a:lnTo>
                <a:lnTo>
                  <a:pt x="65532" y="233172"/>
                </a:lnTo>
                <a:lnTo>
                  <a:pt x="30480" y="216408"/>
                </a:lnTo>
                <a:lnTo>
                  <a:pt x="31369" y="231825"/>
                </a:lnTo>
                <a:lnTo>
                  <a:pt x="31813" y="252793"/>
                </a:lnTo>
                <a:lnTo>
                  <a:pt x="31915" y="268605"/>
                </a:lnTo>
                <a:lnTo>
                  <a:pt x="32004" y="320040"/>
                </a:lnTo>
                <a:lnTo>
                  <a:pt x="30480" y="327660"/>
                </a:lnTo>
                <a:lnTo>
                  <a:pt x="25908" y="333756"/>
                </a:lnTo>
                <a:lnTo>
                  <a:pt x="42672" y="361188"/>
                </a:lnTo>
                <a:lnTo>
                  <a:pt x="80391" y="337756"/>
                </a:lnTo>
                <a:lnTo>
                  <a:pt x="120396" y="324612"/>
                </a:lnTo>
                <a:lnTo>
                  <a:pt x="156972" y="315468"/>
                </a:lnTo>
                <a:lnTo>
                  <a:pt x="156972" y="352044"/>
                </a:lnTo>
                <a:lnTo>
                  <a:pt x="179832" y="336804"/>
                </a:lnTo>
                <a:lnTo>
                  <a:pt x="178955" y="329692"/>
                </a:lnTo>
                <a:lnTo>
                  <a:pt x="178511" y="320040"/>
                </a:lnTo>
                <a:lnTo>
                  <a:pt x="178447" y="315468"/>
                </a:lnTo>
                <a:lnTo>
                  <a:pt x="178422" y="313944"/>
                </a:lnTo>
                <a:lnTo>
                  <a:pt x="178308" y="243840"/>
                </a:lnTo>
                <a:lnTo>
                  <a:pt x="190500" y="233172"/>
                </a:lnTo>
                <a:lnTo>
                  <a:pt x="156972" y="216408"/>
                </a:lnTo>
                <a:lnTo>
                  <a:pt x="156972" y="306324"/>
                </a:lnTo>
                <a:lnTo>
                  <a:pt x="117348" y="313944"/>
                </a:lnTo>
                <a:lnTo>
                  <a:pt x="117348" y="192024"/>
                </a:lnTo>
                <a:lnTo>
                  <a:pt x="211836" y="192024"/>
                </a:lnTo>
                <a:close/>
              </a:path>
              <a:path w="833120" h="407035">
                <a:moveTo>
                  <a:pt x="409956" y="220980"/>
                </a:moveTo>
                <a:lnTo>
                  <a:pt x="385572" y="190500"/>
                </a:lnTo>
                <a:lnTo>
                  <a:pt x="364236" y="210312"/>
                </a:lnTo>
                <a:lnTo>
                  <a:pt x="350520" y="210312"/>
                </a:lnTo>
                <a:lnTo>
                  <a:pt x="350520" y="103632"/>
                </a:lnTo>
                <a:lnTo>
                  <a:pt x="357492" y="97536"/>
                </a:lnTo>
                <a:lnTo>
                  <a:pt x="362712" y="92964"/>
                </a:lnTo>
                <a:lnTo>
                  <a:pt x="336804" y="71628"/>
                </a:lnTo>
                <a:lnTo>
                  <a:pt x="329184" y="82524"/>
                </a:lnTo>
                <a:lnTo>
                  <a:pt x="329184" y="97536"/>
                </a:lnTo>
                <a:lnTo>
                  <a:pt x="329184" y="210312"/>
                </a:lnTo>
                <a:lnTo>
                  <a:pt x="271272" y="210312"/>
                </a:lnTo>
                <a:lnTo>
                  <a:pt x="273367" y="145923"/>
                </a:lnTo>
                <a:lnTo>
                  <a:pt x="274066" y="119875"/>
                </a:lnTo>
                <a:lnTo>
                  <a:pt x="274320" y="97536"/>
                </a:lnTo>
                <a:lnTo>
                  <a:pt x="329184" y="97536"/>
                </a:lnTo>
                <a:lnTo>
                  <a:pt x="329184" y="82524"/>
                </a:lnTo>
                <a:lnTo>
                  <a:pt x="326136" y="86868"/>
                </a:lnTo>
                <a:lnTo>
                  <a:pt x="274320" y="86868"/>
                </a:lnTo>
                <a:lnTo>
                  <a:pt x="274320" y="32004"/>
                </a:lnTo>
                <a:lnTo>
                  <a:pt x="289560" y="18288"/>
                </a:lnTo>
                <a:lnTo>
                  <a:pt x="248412" y="0"/>
                </a:lnTo>
                <a:lnTo>
                  <a:pt x="250507" y="38862"/>
                </a:lnTo>
                <a:lnTo>
                  <a:pt x="251460" y="86868"/>
                </a:lnTo>
                <a:lnTo>
                  <a:pt x="193548" y="86868"/>
                </a:lnTo>
                <a:lnTo>
                  <a:pt x="210312" y="103632"/>
                </a:lnTo>
                <a:lnTo>
                  <a:pt x="219748" y="100761"/>
                </a:lnTo>
                <a:lnTo>
                  <a:pt x="229743" y="98869"/>
                </a:lnTo>
                <a:lnTo>
                  <a:pt x="240322" y="97853"/>
                </a:lnTo>
                <a:lnTo>
                  <a:pt x="251460" y="97536"/>
                </a:lnTo>
                <a:lnTo>
                  <a:pt x="251206" y="127596"/>
                </a:lnTo>
                <a:lnTo>
                  <a:pt x="250507" y="156210"/>
                </a:lnTo>
                <a:lnTo>
                  <a:pt x="249542" y="183692"/>
                </a:lnTo>
                <a:lnTo>
                  <a:pt x="248412" y="210312"/>
                </a:lnTo>
                <a:lnTo>
                  <a:pt x="179832" y="210312"/>
                </a:lnTo>
                <a:lnTo>
                  <a:pt x="195072" y="225552"/>
                </a:lnTo>
                <a:lnTo>
                  <a:pt x="205384" y="223558"/>
                </a:lnTo>
                <a:lnTo>
                  <a:pt x="215836" y="222123"/>
                </a:lnTo>
                <a:lnTo>
                  <a:pt x="226580" y="221272"/>
                </a:lnTo>
                <a:lnTo>
                  <a:pt x="237744" y="220980"/>
                </a:lnTo>
                <a:lnTo>
                  <a:pt x="246888" y="220980"/>
                </a:lnTo>
                <a:lnTo>
                  <a:pt x="227266" y="287464"/>
                </a:lnTo>
                <a:lnTo>
                  <a:pt x="199644" y="336804"/>
                </a:lnTo>
                <a:lnTo>
                  <a:pt x="164401" y="373570"/>
                </a:lnTo>
                <a:lnTo>
                  <a:pt x="123444" y="402336"/>
                </a:lnTo>
                <a:lnTo>
                  <a:pt x="124968" y="406908"/>
                </a:lnTo>
                <a:lnTo>
                  <a:pt x="174879" y="381762"/>
                </a:lnTo>
                <a:lnTo>
                  <a:pt x="217932" y="342900"/>
                </a:lnTo>
                <a:lnTo>
                  <a:pt x="249936" y="289369"/>
                </a:lnTo>
                <a:lnTo>
                  <a:pt x="268224" y="220980"/>
                </a:lnTo>
                <a:lnTo>
                  <a:pt x="280416" y="220980"/>
                </a:lnTo>
                <a:lnTo>
                  <a:pt x="292036" y="268605"/>
                </a:lnTo>
                <a:lnTo>
                  <a:pt x="309372" y="313944"/>
                </a:lnTo>
                <a:lnTo>
                  <a:pt x="332994" y="356044"/>
                </a:lnTo>
                <a:lnTo>
                  <a:pt x="365760" y="394716"/>
                </a:lnTo>
                <a:lnTo>
                  <a:pt x="373214" y="386981"/>
                </a:lnTo>
                <a:lnTo>
                  <a:pt x="381952" y="381952"/>
                </a:lnTo>
                <a:lnTo>
                  <a:pt x="392125" y="379501"/>
                </a:lnTo>
                <a:lnTo>
                  <a:pt x="403860" y="379476"/>
                </a:lnTo>
                <a:lnTo>
                  <a:pt x="403860" y="371856"/>
                </a:lnTo>
                <a:lnTo>
                  <a:pt x="360794" y="344639"/>
                </a:lnTo>
                <a:lnTo>
                  <a:pt x="330504" y="310349"/>
                </a:lnTo>
                <a:lnTo>
                  <a:pt x="302450" y="256108"/>
                </a:lnTo>
                <a:lnTo>
                  <a:pt x="289560" y="220980"/>
                </a:lnTo>
                <a:lnTo>
                  <a:pt x="409956" y="220980"/>
                </a:lnTo>
                <a:close/>
              </a:path>
              <a:path w="833120" h="407035">
                <a:moveTo>
                  <a:pt x="594360" y="115824"/>
                </a:moveTo>
                <a:lnTo>
                  <a:pt x="556260" y="83820"/>
                </a:lnTo>
                <a:lnTo>
                  <a:pt x="549719" y="102679"/>
                </a:lnTo>
                <a:lnTo>
                  <a:pt x="541591" y="122682"/>
                </a:lnTo>
                <a:lnTo>
                  <a:pt x="521208" y="166116"/>
                </a:lnTo>
                <a:lnTo>
                  <a:pt x="491299" y="213931"/>
                </a:lnTo>
                <a:lnTo>
                  <a:pt x="451104" y="265176"/>
                </a:lnTo>
                <a:lnTo>
                  <a:pt x="457200" y="269748"/>
                </a:lnTo>
                <a:lnTo>
                  <a:pt x="488873" y="240030"/>
                </a:lnTo>
                <a:lnTo>
                  <a:pt x="519684" y="205740"/>
                </a:lnTo>
                <a:lnTo>
                  <a:pt x="549363" y="166878"/>
                </a:lnTo>
                <a:lnTo>
                  <a:pt x="577596" y="123444"/>
                </a:lnTo>
                <a:lnTo>
                  <a:pt x="594360" y="115824"/>
                </a:lnTo>
                <a:close/>
              </a:path>
              <a:path w="833120" h="407035">
                <a:moveTo>
                  <a:pt x="676656" y="22860"/>
                </a:moveTo>
                <a:lnTo>
                  <a:pt x="633984" y="1524"/>
                </a:lnTo>
                <a:lnTo>
                  <a:pt x="634873" y="20434"/>
                </a:lnTo>
                <a:lnTo>
                  <a:pt x="635317" y="49911"/>
                </a:lnTo>
                <a:lnTo>
                  <a:pt x="635469" y="83820"/>
                </a:lnTo>
                <a:lnTo>
                  <a:pt x="635355" y="224967"/>
                </a:lnTo>
                <a:lnTo>
                  <a:pt x="635292" y="234061"/>
                </a:lnTo>
                <a:lnTo>
                  <a:pt x="634873" y="260248"/>
                </a:lnTo>
                <a:lnTo>
                  <a:pt x="633984" y="277368"/>
                </a:lnTo>
                <a:lnTo>
                  <a:pt x="662940" y="262128"/>
                </a:lnTo>
                <a:lnTo>
                  <a:pt x="662063" y="252984"/>
                </a:lnTo>
                <a:lnTo>
                  <a:pt x="661606" y="243649"/>
                </a:lnTo>
                <a:lnTo>
                  <a:pt x="661530" y="239204"/>
                </a:lnTo>
                <a:lnTo>
                  <a:pt x="661416" y="35052"/>
                </a:lnTo>
                <a:lnTo>
                  <a:pt x="676656" y="22860"/>
                </a:lnTo>
                <a:close/>
              </a:path>
              <a:path w="833120" h="407035">
                <a:moveTo>
                  <a:pt x="795528" y="246888"/>
                </a:moveTo>
                <a:lnTo>
                  <a:pt x="758952" y="207264"/>
                </a:lnTo>
                <a:lnTo>
                  <a:pt x="746074" y="224967"/>
                </a:lnTo>
                <a:lnTo>
                  <a:pt x="730186" y="243649"/>
                </a:lnTo>
                <a:lnTo>
                  <a:pt x="688848" y="283464"/>
                </a:lnTo>
                <a:lnTo>
                  <a:pt x="637794" y="321945"/>
                </a:lnTo>
                <a:lnTo>
                  <a:pt x="577596" y="353568"/>
                </a:lnTo>
                <a:lnTo>
                  <a:pt x="512635" y="378523"/>
                </a:lnTo>
                <a:lnTo>
                  <a:pt x="446532" y="397764"/>
                </a:lnTo>
                <a:lnTo>
                  <a:pt x="448056" y="403860"/>
                </a:lnTo>
                <a:lnTo>
                  <a:pt x="494614" y="395859"/>
                </a:lnTo>
                <a:lnTo>
                  <a:pt x="538162" y="385572"/>
                </a:lnTo>
                <a:lnTo>
                  <a:pt x="578573" y="372999"/>
                </a:lnTo>
                <a:lnTo>
                  <a:pt x="615696" y="358140"/>
                </a:lnTo>
                <a:lnTo>
                  <a:pt x="653084" y="338924"/>
                </a:lnTo>
                <a:lnTo>
                  <a:pt x="691896" y="315277"/>
                </a:lnTo>
                <a:lnTo>
                  <a:pt x="731862" y="286778"/>
                </a:lnTo>
                <a:lnTo>
                  <a:pt x="772668" y="252984"/>
                </a:lnTo>
                <a:lnTo>
                  <a:pt x="795528" y="246888"/>
                </a:lnTo>
                <a:close/>
              </a:path>
              <a:path w="833120" h="407035">
                <a:moveTo>
                  <a:pt x="832700" y="189725"/>
                </a:moveTo>
                <a:lnTo>
                  <a:pt x="816673" y="154787"/>
                </a:lnTo>
                <a:lnTo>
                  <a:pt x="765619" y="122110"/>
                </a:lnTo>
                <a:lnTo>
                  <a:pt x="702564" y="91440"/>
                </a:lnTo>
                <a:lnTo>
                  <a:pt x="699516" y="96012"/>
                </a:lnTo>
                <a:lnTo>
                  <a:pt x="721829" y="112610"/>
                </a:lnTo>
                <a:lnTo>
                  <a:pt x="740854" y="128206"/>
                </a:lnTo>
                <a:lnTo>
                  <a:pt x="781126" y="169506"/>
                </a:lnTo>
                <a:lnTo>
                  <a:pt x="806196" y="204216"/>
                </a:lnTo>
                <a:lnTo>
                  <a:pt x="810768" y="213360"/>
                </a:lnTo>
                <a:lnTo>
                  <a:pt x="815340" y="217932"/>
                </a:lnTo>
                <a:lnTo>
                  <a:pt x="821436" y="217932"/>
                </a:lnTo>
                <a:lnTo>
                  <a:pt x="824484" y="214884"/>
                </a:lnTo>
                <a:lnTo>
                  <a:pt x="829056" y="208788"/>
                </a:lnTo>
                <a:lnTo>
                  <a:pt x="831037" y="203009"/>
                </a:lnTo>
                <a:lnTo>
                  <a:pt x="832294" y="196786"/>
                </a:lnTo>
                <a:lnTo>
                  <a:pt x="832700" y="18972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" name="object 39"/>
          <p:cNvSpPr/>
          <p:nvPr/>
        </p:nvSpPr>
        <p:spPr>
          <a:xfrm>
            <a:off x="5301983" y="2324099"/>
            <a:ext cx="824865" cy="407034"/>
          </a:xfrm>
          <a:custGeom>
            <a:avLst/>
            <a:gdLst/>
            <a:ahLst/>
            <a:cxnLst/>
            <a:rect l="l" t="t" r="r" b="b"/>
            <a:pathLst>
              <a:path w="824864" h="407035">
                <a:moveTo>
                  <a:pt x="144780" y="39624"/>
                </a:moveTo>
                <a:lnTo>
                  <a:pt x="117348" y="19812"/>
                </a:lnTo>
                <a:lnTo>
                  <a:pt x="105156" y="36576"/>
                </a:lnTo>
                <a:lnTo>
                  <a:pt x="0" y="36576"/>
                </a:lnTo>
                <a:lnTo>
                  <a:pt x="13716" y="50292"/>
                </a:lnTo>
                <a:lnTo>
                  <a:pt x="33528" y="47244"/>
                </a:lnTo>
                <a:lnTo>
                  <a:pt x="108204" y="47244"/>
                </a:lnTo>
                <a:lnTo>
                  <a:pt x="108204" y="134112"/>
                </a:lnTo>
                <a:lnTo>
                  <a:pt x="50292" y="134112"/>
                </a:lnTo>
                <a:lnTo>
                  <a:pt x="25908" y="118872"/>
                </a:lnTo>
                <a:lnTo>
                  <a:pt x="25628" y="138861"/>
                </a:lnTo>
                <a:lnTo>
                  <a:pt x="21336" y="190500"/>
                </a:lnTo>
                <a:lnTo>
                  <a:pt x="7620" y="228600"/>
                </a:lnTo>
                <a:lnTo>
                  <a:pt x="28956" y="246888"/>
                </a:lnTo>
                <a:lnTo>
                  <a:pt x="41148" y="233172"/>
                </a:lnTo>
                <a:lnTo>
                  <a:pt x="105156" y="233172"/>
                </a:lnTo>
                <a:lnTo>
                  <a:pt x="98488" y="287845"/>
                </a:lnTo>
                <a:lnTo>
                  <a:pt x="89750" y="334568"/>
                </a:lnTo>
                <a:lnTo>
                  <a:pt x="67056" y="365760"/>
                </a:lnTo>
                <a:lnTo>
                  <a:pt x="57912" y="364236"/>
                </a:lnTo>
                <a:lnTo>
                  <a:pt x="50584" y="361950"/>
                </a:lnTo>
                <a:lnTo>
                  <a:pt x="32842" y="356743"/>
                </a:lnTo>
                <a:lnTo>
                  <a:pt x="22860" y="353568"/>
                </a:lnTo>
                <a:lnTo>
                  <a:pt x="21336" y="359664"/>
                </a:lnTo>
                <a:lnTo>
                  <a:pt x="37960" y="370192"/>
                </a:lnTo>
                <a:lnTo>
                  <a:pt x="49149" y="381000"/>
                </a:lnTo>
                <a:lnTo>
                  <a:pt x="55206" y="391820"/>
                </a:lnTo>
                <a:lnTo>
                  <a:pt x="56388" y="402336"/>
                </a:lnTo>
                <a:lnTo>
                  <a:pt x="74345" y="395198"/>
                </a:lnTo>
                <a:lnTo>
                  <a:pt x="89154" y="385191"/>
                </a:lnTo>
                <a:lnTo>
                  <a:pt x="100545" y="372338"/>
                </a:lnTo>
                <a:lnTo>
                  <a:pt x="103746" y="365760"/>
                </a:lnTo>
                <a:lnTo>
                  <a:pt x="108204" y="356616"/>
                </a:lnTo>
                <a:lnTo>
                  <a:pt x="113906" y="336334"/>
                </a:lnTo>
                <a:lnTo>
                  <a:pt x="119443" y="309753"/>
                </a:lnTo>
                <a:lnTo>
                  <a:pt x="124714" y="276898"/>
                </a:lnTo>
                <a:lnTo>
                  <a:pt x="129540" y="237744"/>
                </a:lnTo>
                <a:lnTo>
                  <a:pt x="134112" y="233172"/>
                </a:lnTo>
                <a:lnTo>
                  <a:pt x="141732" y="225552"/>
                </a:lnTo>
                <a:lnTo>
                  <a:pt x="137287" y="222504"/>
                </a:lnTo>
                <a:lnTo>
                  <a:pt x="112776" y="205740"/>
                </a:lnTo>
                <a:lnTo>
                  <a:pt x="100584" y="222504"/>
                </a:lnTo>
                <a:lnTo>
                  <a:pt x="41148" y="222504"/>
                </a:lnTo>
                <a:lnTo>
                  <a:pt x="48768" y="144780"/>
                </a:lnTo>
                <a:lnTo>
                  <a:pt x="108204" y="144780"/>
                </a:lnTo>
                <a:lnTo>
                  <a:pt x="108204" y="163068"/>
                </a:lnTo>
                <a:lnTo>
                  <a:pt x="132588" y="153924"/>
                </a:lnTo>
                <a:lnTo>
                  <a:pt x="132194" y="144780"/>
                </a:lnTo>
                <a:lnTo>
                  <a:pt x="131724" y="134112"/>
                </a:lnTo>
                <a:lnTo>
                  <a:pt x="131305" y="112356"/>
                </a:lnTo>
                <a:lnTo>
                  <a:pt x="131178" y="97091"/>
                </a:lnTo>
                <a:lnTo>
                  <a:pt x="131064" y="50292"/>
                </a:lnTo>
                <a:lnTo>
                  <a:pt x="134988" y="47244"/>
                </a:lnTo>
                <a:lnTo>
                  <a:pt x="144780" y="39624"/>
                </a:lnTo>
                <a:close/>
              </a:path>
              <a:path w="824864" h="407035">
                <a:moveTo>
                  <a:pt x="362712" y="33528"/>
                </a:moveTo>
                <a:lnTo>
                  <a:pt x="354990" y="27432"/>
                </a:lnTo>
                <a:lnTo>
                  <a:pt x="333756" y="10668"/>
                </a:lnTo>
                <a:lnTo>
                  <a:pt x="326136" y="21145"/>
                </a:lnTo>
                <a:lnTo>
                  <a:pt x="326136" y="38100"/>
                </a:lnTo>
                <a:lnTo>
                  <a:pt x="326136" y="103632"/>
                </a:lnTo>
                <a:lnTo>
                  <a:pt x="208788" y="103632"/>
                </a:lnTo>
                <a:lnTo>
                  <a:pt x="208788" y="38100"/>
                </a:lnTo>
                <a:lnTo>
                  <a:pt x="326136" y="38100"/>
                </a:lnTo>
                <a:lnTo>
                  <a:pt x="326136" y="21145"/>
                </a:lnTo>
                <a:lnTo>
                  <a:pt x="321564" y="27432"/>
                </a:lnTo>
                <a:lnTo>
                  <a:pt x="208788" y="27432"/>
                </a:lnTo>
                <a:lnTo>
                  <a:pt x="184404" y="13716"/>
                </a:lnTo>
                <a:lnTo>
                  <a:pt x="185293" y="30632"/>
                </a:lnTo>
                <a:lnTo>
                  <a:pt x="185661" y="44196"/>
                </a:lnTo>
                <a:lnTo>
                  <a:pt x="185775" y="50292"/>
                </a:lnTo>
                <a:lnTo>
                  <a:pt x="185915" y="63868"/>
                </a:lnTo>
                <a:lnTo>
                  <a:pt x="185839" y="103632"/>
                </a:lnTo>
                <a:lnTo>
                  <a:pt x="185712" y="112776"/>
                </a:lnTo>
                <a:lnTo>
                  <a:pt x="185293" y="125145"/>
                </a:lnTo>
                <a:lnTo>
                  <a:pt x="184404" y="137160"/>
                </a:lnTo>
                <a:lnTo>
                  <a:pt x="208788" y="129540"/>
                </a:lnTo>
                <a:lnTo>
                  <a:pt x="208788" y="112776"/>
                </a:lnTo>
                <a:lnTo>
                  <a:pt x="256032" y="112776"/>
                </a:lnTo>
                <a:lnTo>
                  <a:pt x="326136" y="112776"/>
                </a:lnTo>
                <a:lnTo>
                  <a:pt x="326136" y="132588"/>
                </a:lnTo>
                <a:lnTo>
                  <a:pt x="350520" y="123444"/>
                </a:lnTo>
                <a:lnTo>
                  <a:pt x="349453" y="112776"/>
                </a:lnTo>
                <a:lnTo>
                  <a:pt x="349377" y="111823"/>
                </a:lnTo>
                <a:lnTo>
                  <a:pt x="348907" y="103632"/>
                </a:lnTo>
                <a:lnTo>
                  <a:pt x="348424" y="95250"/>
                </a:lnTo>
                <a:lnTo>
                  <a:pt x="347738" y="72440"/>
                </a:lnTo>
                <a:lnTo>
                  <a:pt x="347472" y="44196"/>
                </a:lnTo>
                <a:lnTo>
                  <a:pt x="356184" y="38100"/>
                </a:lnTo>
                <a:lnTo>
                  <a:pt x="362712" y="33528"/>
                </a:lnTo>
                <a:close/>
              </a:path>
              <a:path w="824864" h="407035">
                <a:moveTo>
                  <a:pt x="394716" y="371856"/>
                </a:moveTo>
                <a:lnTo>
                  <a:pt x="373380" y="333756"/>
                </a:lnTo>
                <a:lnTo>
                  <a:pt x="340804" y="306324"/>
                </a:lnTo>
                <a:lnTo>
                  <a:pt x="327660" y="297180"/>
                </a:lnTo>
                <a:lnTo>
                  <a:pt x="323088" y="301752"/>
                </a:lnTo>
                <a:lnTo>
                  <a:pt x="332828" y="312547"/>
                </a:lnTo>
                <a:lnTo>
                  <a:pt x="341566" y="324040"/>
                </a:lnTo>
                <a:lnTo>
                  <a:pt x="349453" y="335838"/>
                </a:lnTo>
                <a:lnTo>
                  <a:pt x="356616" y="347472"/>
                </a:lnTo>
                <a:lnTo>
                  <a:pt x="339763" y="349529"/>
                </a:lnTo>
                <a:lnTo>
                  <a:pt x="278892" y="355092"/>
                </a:lnTo>
                <a:lnTo>
                  <a:pt x="278892" y="272796"/>
                </a:lnTo>
                <a:lnTo>
                  <a:pt x="344424" y="272796"/>
                </a:lnTo>
                <a:lnTo>
                  <a:pt x="344424" y="289560"/>
                </a:lnTo>
                <a:lnTo>
                  <a:pt x="368808" y="278892"/>
                </a:lnTo>
                <a:lnTo>
                  <a:pt x="368465" y="272796"/>
                </a:lnTo>
                <a:lnTo>
                  <a:pt x="367931" y="263702"/>
                </a:lnTo>
                <a:lnTo>
                  <a:pt x="367893" y="262128"/>
                </a:lnTo>
                <a:lnTo>
                  <a:pt x="367474" y="245364"/>
                </a:lnTo>
                <a:lnTo>
                  <a:pt x="367385" y="233172"/>
                </a:lnTo>
                <a:lnTo>
                  <a:pt x="367284" y="198120"/>
                </a:lnTo>
                <a:lnTo>
                  <a:pt x="372516" y="193548"/>
                </a:lnTo>
                <a:lnTo>
                  <a:pt x="379476" y="187452"/>
                </a:lnTo>
                <a:lnTo>
                  <a:pt x="373507" y="182880"/>
                </a:lnTo>
                <a:lnTo>
                  <a:pt x="353568" y="167640"/>
                </a:lnTo>
                <a:lnTo>
                  <a:pt x="344424" y="179070"/>
                </a:lnTo>
                <a:lnTo>
                  <a:pt x="344424" y="193548"/>
                </a:lnTo>
                <a:lnTo>
                  <a:pt x="344424" y="262128"/>
                </a:lnTo>
                <a:lnTo>
                  <a:pt x="278892" y="262128"/>
                </a:lnTo>
                <a:lnTo>
                  <a:pt x="278892" y="193548"/>
                </a:lnTo>
                <a:lnTo>
                  <a:pt x="344424" y="193548"/>
                </a:lnTo>
                <a:lnTo>
                  <a:pt x="344424" y="179070"/>
                </a:lnTo>
                <a:lnTo>
                  <a:pt x="341376" y="182880"/>
                </a:lnTo>
                <a:lnTo>
                  <a:pt x="278892" y="182880"/>
                </a:lnTo>
                <a:lnTo>
                  <a:pt x="278892" y="143256"/>
                </a:lnTo>
                <a:lnTo>
                  <a:pt x="292608" y="131064"/>
                </a:lnTo>
                <a:lnTo>
                  <a:pt x="256032" y="112776"/>
                </a:lnTo>
                <a:lnTo>
                  <a:pt x="256032" y="182880"/>
                </a:lnTo>
                <a:lnTo>
                  <a:pt x="256032" y="193548"/>
                </a:lnTo>
                <a:lnTo>
                  <a:pt x="256032" y="262128"/>
                </a:lnTo>
                <a:lnTo>
                  <a:pt x="192024" y="262128"/>
                </a:lnTo>
                <a:lnTo>
                  <a:pt x="192024" y="193548"/>
                </a:lnTo>
                <a:lnTo>
                  <a:pt x="256032" y="193548"/>
                </a:lnTo>
                <a:lnTo>
                  <a:pt x="256032" y="182880"/>
                </a:lnTo>
                <a:lnTo>
                  <a:pt x="195072" y="182880"/>
                </a:lnTo>
                <a:lnTo>
                  <a:pt x="167640" y="169164"/>
                </a:lnTo>
                <a:lnTo>
                  <a:pt x="168529" y="178866"/>
                </a:lnTo>
                <a:lnTo>
                  <a:pt x="168935" y="190500"/>
                </a:lnTo>
                <a:lnTo>
                  <a:pt x="169049" y="198120"/>
                </a:lnTo>
                <a:lnTo>
                  <a:pt x="168973" y="266128"/>
                </a:lnTo>
                <a:lnTo>
                  <a:pt x="168529" y="284302"/>
                </a:lnTo>
                <a:lnTo>
                  <a:pt x="167640" y="301752"/>
                </a:lnTo>
                <a:lnTo>
                  <a:pt x="192024" y="286512"/>
                </a:lnTo>
                <a:lnTo>
                  <a:pt x="192024" y="272796"/>
                </a:lnTo>
                <a:lnTo>
                  <a:pt x="256032" y="272796"/>
                </a:lnTo>
                <a:lnTo>
                  <a:pt x="256032" y="356616"/>
                </a:lnTo>
                <a:lnTo>
                  <a:pt x="223456" y="359143"/>
                </a:lnTo>
                <a:lnTo>
                  <a:pt x="132588" y="367284"/>
                </a:lnTo>
                <a:lnTo>
                  <a:pt x="149352" y="400812"/>
                </a:lnTo>
                <a:lnTo>
                  <a:pt x="158838" y="395389"/>
                </a:lnTo>
                <a:lnTo>
                  <a:pt x="171450" y="390525"/>
                </a:lnTo>
                <a:lnTo>
                  <a:pt x="233273" y="377672"/>
                </a:lnTo>
                <a:lnTo>
                  <a:pt x="310997" y="366242"/>
                </a:lnTo>
                <a:lnTo>
                  <a:pt x="362712" y="359664"/>
                </a:lnTo>
                <a:lnTo>
                  <a:pt x="365861" y="366509"/>
                </a:lnTo>
                <a:lnTo>
                  <a:pt x="368427" y="373189"/>
                </a:lnTo>
                <a:lnTo>
                  <a:pt x="370433" y="379603"/>
                </a:lnTo>
                <a:lnTo>
                  <a:pt x="371856" y="385572"/>
                </a:lnTo>
                <a:lnTo>
                  <a:pt x="373380" y="394716"/>
                </a:lnTo>
                <a:lnTo>
                  <a:pt x="376428" y="397764"/>
                </a:lnTo>
                <a:lnTo>
                  <a:pt x="382524" y="394716"/>
                </a:lnTo>
                <a:lnTo>
                  <a:pt x="387096" y="390144"/>
                </a:lnTo>
                <a:lnTo>
                  <a:pt x="393192" y="377952"/>
                </a:lnTo>
                <a:lnTo>
                  <a:pt x="394716" y="371856"/>
                </a:lnTo>
                <a:close/>
              </a:path>
              <a:path w="824864" h="407035">
                <a:moveTo>
                  <a:pt x="687336" y="166116"/>
                </a:moveTo>
                <a:lnTo>
                  <a:pt x="655332" y="134112"/>
                </a:lnTo>
                <a:lnTo>
                  <a:pt x="635520" y="155448"/>
                </a:lnTo>
                <a:lnTo>
                  <a:pt x="573036" y="155448"/>
                </a:lnTo>
                <a:lnTo>
                  <a:pt x="573036" y="103632"/>
                </a:lnTo>
                <a:lnTo>
                  <a:pt x="662952" y="103632"/>
                </a:lnTo>
                <a:lnTo>
                  <a:pt x="652284" y="92964"/>
                </a:lnTo>
                <a:lnTo>
                  <a:pt x="630948" y="71628"/>
                </a:lnTo>
                <a:lnTo>
                  <a:pt x="612660" y="92964"/>
                </a:lnTo>
                <a:lnTo>
                  <a:pt x="573036" y="92964"/>
                </a:lnTo>
                <a:lnTo>
                  <a:pt x="573036" y="30480"/>
                </a:lnTo>
                <a:lnTo>
                  <a:pt x="586752" y="18288"/>
                </a:lnTo>
                <a:lnTo>
                  <a:pt x="550176" y="1524"/>
                </a:lnTo>
                <a:lnTo>
                  <a:pt x="550405" y="14122"/>
                </a:lnTo>
                <a:lnTo>
                  <a:pt x="550938" y="29146"/>
                </a:lnTo>
                <a:lnTo>
                  <a:pt x="551459" y="46748"/>
                </a:lnTo>
                <a:lnTo>
                  <a:pt x="551573" y="56388"/>
                </a:lnTo>
                <a:lnTo>
                  <a:pt x="551700" y="92964"/>
                </a:lnTo>
                <a:lnTo>
                  <a:pt x="492264" y="92964"/>
                </a:lnTo>
                <a:lnTo>
                  <a:pt x="499097" y="78676"/>
                </a:lnTo>
                <a:lnTo>
                  <a:pt x="505790" y="67818"/>
                </a:lnTo>
                <a:lnTo>
                  <a:pt x="512191" y="60388"/>
                </a:lnTo>
                <a:lnTo>
                  <a:pt x="518172" y="56388"/>
                </a:lnTo>
                <a:lnTo>
                  <a:pt x="486168" y="38100"/>
                </a:lnTo>
                <a:lnTo>
                  <a:pt x="475500" y="85344"/>
                </a:lnTo>
                <a:lnTo>
                  <a:pt x="457276" y="131635"/>
                </a:lnTo>
                <a:lnTo>
                  <a:pt x="449592" y="149352"/>
                </a:lnTo>
                <a:lnTo>
                  <a:pt x="454164" y="150876"/>
                </a:lnTo>
                <a:lnTo>
                  <a:pt x="463067" y="140931"/>
                </a:lnTo>
                <a:lnTo>
                  <a:pt x="471690" y="129540"/>
                </a:lnTo>
                <a:lnTo>
                  <a:pt x="480301" y="117017"/>
                </a:lnTo>
                <a:lnTo>
                  <a:pt x="489216" y="103632"/>
                </a:lnTo>
                <a:lnTo>
                  <a:pt x="551700" y="103632"/>
                </a:lnTo>
                <a:lnTo>
                  <a:pt x="551700" y="155448"/>
                </a:lnTo>
                <a:lnTo>
                  <a:pt x="437400" y="155448"/>
                </a:lnTo>
                <a:lnTo>
                  <a:pt x="452640" y="170688"/>
                </a:lnTo>
                <a:lnTo>
                  <a:pt x="462064" y="168694"/>
                </a:lnTo>
                <a:lnTo>
                  <a:pt x="472071" y="167259"/>
                </a:lnTo>
                <a:lnTo>
                  <a:pt x="482638" y="166408"/>
                </a:lnTo>
                <a:lnTo>
                  <a:pt x="493788" y="166116"/>
                </a:lnTo>
                <a:lnTo>
                  <a:pt x="551700" y="166116"/>
                </a:lnTo>
                <a:lnTo>
                  <a:pt x="551700" y="211836"/>
                </a:lnTo>
                <a:lnTo>
                  <a:pt x="492264" y="211836"/>
                </a:lnTo>
                <a:lnTo>
                  <a:pt x="467880" y="198120"/>
                </a:lnTo>
                <a:lnTo>
                  <a:pt x="468757" y="215798"/>
                </a:lnTo>
                <a:lnTo>
                  <a:pt x="469214" y="234315"/>
                </a:lnTo>
                <a:lnTo>
                  <a:pt x="469379" y="253415"/>
                </a:lnTo>
                <a:lnTo>
                  <a:pt x="469379" y="293420"/>
                </a:lnTo>
                <a:lnTo>
                  <a:pt x="469239" y="310896"/>
                </a:lnTo>
                <a:lnTo>
                  <a:pt x="469150" y="316992"/>
                </a:lnTo>
                <a:lnTo>
                  <a:pt x="468757" y="335813"/>
                </a:lnTo>
                <a:lnTo>
                  <a:pt x="467880" y="358140"/>
                </a:lnTo>
                <a:lnTo>
                  <a:pt x="490740" y="345948"/>
                </a:lnTo>
                <a:lnTo>
                  <a:pt x="490740" y="222504"/>
                </a:lnTo>
                <a:lnTo>
                  <a:pt x="551700" y="222504"/>
                </a:lnTo>
                <a:lnTo>
                  <a:pt x="551586" y="335813"/>
                </a:lnTo>
                <a:lnTo>
                  <a:pt x="551434" y="342900"/>
                </a:lnTo>
                <a:lnTo>
                  <a:pt x="550938" y="358521"/>
                </a:lnTo>
                <a:lnTo>
                  <a:pt x="550405" y="380009"/>
                </a:lnTo>
                <a:lnTo>
                  <a:pt x="550176" y="406908"/>
                </a:lnTo>
                <a:lnTo>
                  <a:pt x="574560" y="394716"/>
                </a:lnTo>
                <a:lnTo>
                  <a:pt x="573671" y="382981"/>
                </a:lnTo>
                <a:lnTo>
                  <a:pt x="573227" y="370522"/>
                </a:lnTo>
                <a:lnTo>
                  <a:pt x="573074" y="358521"/>
                </a:lnTo>
                <a:lnTo>
                  <a:pt x="573036" y="222504"/>
                </a:lnTo>
                <a:lnTo>
                  <a:pt x="632472" y="222504"/>
                </a:lnTo>
                <a:lnTo>
                  <a:pt x="632472" y="313944"/>
                </a:lnTo>
                <a:lnTo>
                  <a:pt x="629424" y="320040"/>
                </a:lnTo>
                <a:lnTo>
                  <a:pt x="621804" y="320040"/>
                </a:lnTo>
                <a:lnTo>
                  <a:pt x="615226" y="319786"/>
                </a:lnTo>
                <a:lnTo>
                  <a:pt x="606945" y="319087"/>
                </a:lnTo>
                <a:lnTo>
                  <a:pt x="585228" y="316992"/>
                </a:lnTo>
                <a:lnTo>
                  <a:pt x="585228" y="323088"/>
                </a:lnTo>
                <a:lnTo>
                  <a:pt x="602056" y="330238"/>
                </a:lnTo>
                <a:lnTo>
                  <a:pt x="613613" y="337947"/>
                </a:lnTo>
                <a:lnTo>
                  <a:pt x="619721" y="346240"/>
                </a:lnTo>
                <a:lnTo>
                  <a:pt x="620280" y="355092"/>
                </a:lnTo>
                <a:lnTo>
                  <a:pt x="636016" y="347980"/>
                </a:lnTo>
                <a:lnTo>
                  <a:pt x="646760" y="338137"/>
                </a:lnTo>
                <a:lnTo>
                  <a:pt x="652640" y="325742"/>
                </a:lnTo>
                <a:lnTo>
                  <a:pt x="653084" y="320040"/>
                </a:lnTo>
                <a:lnTo>
                  <a:pt x="653808" y="310896"/>
                </a:lnTo>
                <a:lnTo>
                  <a:pt x="653808" y="225552"/>
                </a:lnTo>
                <a:lnTo>
                  <a:pt x="657720" y="222504"/>
                </a:lnTo>
                <a:lnTo>
                  <a:pt x="667524" y="214884"/>
                </a:lnTo>
                <a:lnTo>
                  <a:pt x="663536" y="211836"/>
                </a:lnTo>
                <a:lnTo>
                  <a:pt x="641616" y="195072"/>
                </a:lnTo>
                <a:lnTo>
                  <a:pt x="629424" y="211836"/>
                </a:lnTo>
                <a:lnTo>
                  <a:pt x="573036" y="211836"/>
                </a:lnTo>
                <a:lnTo>
                  <a:pt x="573036" y="166116"/>
                </a:lnTo>
                <a:lnTo>
                  <a:pt x="687336" y="166116"/>
                </a:lnTo>
                <a:close/>
              </a:path>
              <a:path w="824864" h="407035">
                <a:moveTo>
                  <a:pt x="746772" y="83820"/>
                </a:moveTo>
                <a:lnTo>
                  <a:pt x="710196" y="67056"/>
                </a:lnTo>
                <a:lnTo>
                  <a:pt x="710438" y="94488"/>
                </a:lnTo>
                <a:lnTo>
                  <a:pt x="710958" y="123253"/>
                </a:lnTo>
                <a:lnTo>
                  <a:pt x="711479" y="156006"/>
                </a:lnTo>
                <a:lnTo>
                  <a:pt x="711720" y="192024"/>
                </a:lnTo>
                <a:lnTo>
                  <a:pt x="711479" y="227444"/>
                </a:lnTo>
                <a:lnTo>
                  <a:pt x="711009" y="254508"/>
                </a:lnTo>
                <a:lnTo>
                  <a:pt x="710425" y="283972"/>
                </a:lnTo>
                <a:lnTo>
                  <a:pt x="710196" y="304800"/>
                </a:lnTo>
                <a:lnTo>
                  <a:pt x="734580" y="291084"/>
                </a:lnTo>
                <a:lnTo>
                  <a:pt x="732485" y="269367"/>
                </a:lnTo>
                <a:lnTo>
                  <a:pt x="731786" y="261086"/>
                </a:lnTo>
                <a:lnTo>
                  <a:pt x="731532" y="254508"/>
                </a:lnTo>
                <a:lnTo>
                  <a:pt x="731532" y="94488"/>
                </a:lnTo>
                <a:lnTo>
                  <a:pt x="746772" y="83820"/>
                </a:lnTo>
                <a:close/>
              </a:path>
              <a:path w="824864" h="407035">
                <a:moveTo>
                  <a:pt x="824496" y="18288"/>
                </a:moveTo>
                <a:lnTo>
                  <a:pt x="787920" y="0"/>
                </a:lnTo>
                <a:lnTo>
                  <a:pt x="788797" y="13512"/>
                </a:lnTo>
                <a:lnTo>
                  <a:pt x="789254" y="26860"/>
                </a:lnTo>
                <a:lnTo>
                  <a:pt x="789419" y="40513"/>
                </a:lnTo>
                <a:lnTo>
                  <a:pt x="789444" y="359664"/>
                </a:lnTo>
                <a:lnTo>
                  <a:pt x="783348" y="365760"/>
                </a:lnTo>
                <a:lnTo>
                  <a:pt x="772680" y="365760"/>
                </a:lnTo>
                <a:lnTo>
                  <a:pt x="762673" y="365531"/>
                </a:lnTo>
                <a:lnTo>
                  <a:pt x="737527" y="364477"/>
                </a:lnTo>
                <a:lnTo>
                  <a:pt x="722388" y="364236"/>
                </a:lnTo>
                <a:lnTo>
                  <a:pt x="722388" y="370332"/>
                </a:lnTo>
                <a:lnTo>
                  <a:pt x="745769" y="376047"/>
                </a:lnTo>
                <a:lnTo>
                  <a:pt x="763155" y="384048"/>
                </a:lnTo>
                <a:lnTo>
                  <a:pt x="774242" y="394335"/>
                </a:lnTo>
                <a:lnTo>
                  <a:pt x="778776" y="406908"/>
                </a:lnTo>
                <a:lnTo>
                  <a:pt x="793864" y="397751"/>
                </a:lnTo>
                <a:lnTo>
                  <a:pt x="804684" y="386143"/>
                </a:lnTo>
                <a:lnTo>
                  <a:pt x="810920" y="371983"/>
                </a:lnTo>
                <a:lnTo>
                  <a:pt x="811428" y="365760"/>
                </a:lnTo>
                <a:lnTo>
                  <a:pt x="812304" y="355092"/>
                </a:lnTo>
                <a:lnTo>
                  <a:pt x="812304" y="30480"/>
                </a:lnTo>
                <a:lnTo>
                  <a:pt x="824496" y="1828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" name="object 40"/>
          <p:cNvSpPr/>
          <p:nvPr/>
        </p:nvSpPr>
        <p:spPr>
          <a:xfrm>
            <a:off x="6179820" y="2330195"/>
            <a:ext cx="855344" cy="403860"/>
          </a:xfrm>
          <a:custGeom>
            <a:avLst/>
            <a:gdLst/>
            <a:ahLst/>
            <a:cxnLst/>
            <a:rect l="l" t="t" r="r" b="b"/>
            <a:pathLst>
              <a:path w="855345" h="403860">
                <a:moveTo>
                  <a:pt x="411480" y="196596"/>
                </a:moveTo>
                <a:lnTo>
                  <a:pt x="373380" y="156972"/>
                </a:lnTo>
                <a:lnTo>
                  <a:pt x="345948" y="185928"/>
                </a:lnTo>
                <a:lnTo>
                  <a:pt x="213360" y="185928"/>
                </a:lnTo>
                <a:lnTo>
                  <a:pt x="213360" y="56388"/>
                </a:lnTo>
                <a:lnTo>
                  <a:pt x="370332" y="56388"/>
                </a:lnTo>
                <a:lnTo>
                  <a:pt x="336804" y="24384"/>
                </a:lnTo>
                <a:lnTo>
                  <a:pt x="315468" y="45720"/>
                </a:lnTo>
                <a:lnTo>
                  <a:pt x="33528" y="45720"/>
                </a:lnTo>
                <a:lnTo>
                  <a:pt x="48768" y="62484"/>
                </a:lnTo>
                <a:lnTo>
                  <a:pt x="59067" y="59613"/>
                </a:lnTo>
                <a:lnTo>
                  <a:pt x="69532" y="57721"/>
                </a:lnTo>
                <a:lnTo>
                  <a:pt x="80264" y="56705"/>
                </a:lnTo>
                <a:lnTo>
                  <a:pt x="91440" y="56388"/>
                </a:lnTo>
                <a:lnTo>
                  <a:pt x="187452" y="56388"/>
                </a:lnTo>
                <a:lnTo>
                  <a:pt x="187452" y="185928"/>
                </a:lnTo>
                <a:lnTo>
                  <a:pt x="0" y="185928"/>
                </a:lnTo>
                <a:lnTo>
                  <a:pt x="15240" y="201168"/>
                </a:lnTo>
                <a:lnTo>
                  <a:pt x="25539" y="199174"/>
                </a:lnTo>
                <a:lnTo>
                  <a:pt x="36004" y="197739"/>
                </a:lnTo>
                <a:lnTo>
                  <a:pt x="46736" y="196888"/>
                </a:lnTo>
                <a:lnTo>
                  <a:pt x="57912" y="196596"/>
                </a:lnTo>
                <a:lnTo>
                  <a:pt x="187452" y="196596"/>
                </a:lnTo>
                <a:lnTo>
                  <a:pt x="187452" y="274320"/>
                </a:lnTo>
                <a:lnTo>
                  <a:pt x="187261" y="334518"/>
                </a:lnTo>
                <a:lnTo>
                  <a:pt x="186804" y="368198"/>
                </a:lnTo>
                <a:lnTo>
                  <a:pt x="185928" y="403860"/>
                </a:lnTo>
                <a:lnTo>
                  <a:pt x="216408" y="390144"/>
                </a:lnTo>
                <a:lnTo>
                  <a:pt x="215277" y="375335"/>
                </a:lnTo>
                <a:lnTo>
                  <a:pt x="214312" y="353949"/>
                </a:lnTo>
                <a:lnTo>
                  <a:pt x="213614" y="326288"/>
                </a:lnTo>
                <a:lnTo>
                  <a:pt x="213360" y="292608"/>
                </a:lnTo>
                <a:lnTo>
                  <a:pt x="213360" y="196596"/>
                </a:lnTo>
                <a:lnTo>
                  <a:pt x="411480" y="196596"/>
                </a:lnTo>
                <a:close/>
              </a:path>
              <a:path w="855345" h="403860">
                <a:moveTo>
                  <a:pt x="626364" y="32004"/>
                </a:moveTo>
                <a:lnTo>
                  <a:pt x="598932" y="4572"/>
                </a:lnTo>
                <a:lnTo>
                  <a:pt x="583692" y="21336"/>
                </a:lnTo>
                <a:lnTo>
                  <a:pt x="463296" y="21336"/>
                </a:lnTo>
                <a:lnTo>
                  <a:pt x="478536" y="38100"/>
                </a:lnTo>
                <a:lnTo>
                  <a:pt x="487959" y="35229"/>
                </a:lnTo>
                <a:lnTo>
                  <a:pt x="497967" y="33337"/>
                </a:lnTo>
                <a:lnTo>
                  <a:pt x="508533" y="32321"/>
                </a:lnTo>
                <a:lnTo>
                  <a:pt x="519684" y="32004"/>
                </a:lnTo>
                <a:lnTo>
                  <a:pt x="583692" y="32004"/>
                </a:lnTo>
                <a:lnTo>
                  <a:pt x="547116" y="91440"/>
                </a:lnTo>
                <a:lnTo>
                  <a:pt x="539178" y="86588"/>
                </a:lnTo>
                <a:lnTo>
                  <a:pt x="529399" y="81153"/>
                </a:lnTo>
                <a:lnTo>
                  <a:pt x="505968" y="68580"/>
                </a:lnTo>
                <a:lnTo>
                  <a:pt x="502920" y="73152"/>
                </a:lnTo>
                <a:lnTo>
                  <a:pt x="517486" y="89446"/>
                </a:lnTo>
                <a:lnTo>
                  <a:pt x="529209" y="104013"/>
                </a:lnTo>
                <a:lnTo>
                  <a:pt x="538060" y="116878"/>
                </a:lnTo>
                <a:lnTo>
                  <a:pt x="544068" y="128016"/>
                </a:lnTo>
                <a:lnTo>
                  <a:pt x="547116" y="138684"/>
                </a:lnTo>
                <a:lnTo>
                  <a:pt x="551688" y="143256"/>
                </a:lnTo>
                <a:lnTo>
                  <a:pt x="557784" y="143256"/>
                </a:lnTo>
                <a:lnTo>
                  <a:pt x="560832" y="141732"/>
                </a:lnTo>
                <a:lnTo>
                  <a:pt x="563880" y="138684"/>
                </a:lnTo>
                <a:lnTo>
                  <a:pt x="568452" y="135636"/>
                </a:lnTo>
                <a:lnTo>
                  <a:pt x="569976" y="129540"/>
                </a:lnTo>
                <a:lnTo>
                  <a:pt x="571500" y="120396"/>
                </a:lnTo>
                <a:lnTo>
                  <a:pt x="570585" y="114681"/>
                </a:lnTo>
                <a:lnTo>
                  <a:pt x="567690" y="108966"/>
                </a:lnTo>
                <a:lnTo>
                  <a:pt x="562495" y="103251"/>
                </a:lnTo>
                <a:lnTo>
                  <a:pt x="554736" y="97536"/>
                </a:lnTo>
                <a:lnTo>
                  <a:pt x="559650" y="91440"/>
                </a:lnTo>
                <a:lnTo>
                  <a:pt x="587311" y="59182"/>
                </a:lnTo>
                <a:lnTo>
                  <a:pt x="618375" y="34861"/>
                </a:lnTo>
                <a:lnTo>
                  <a:pt x="626364" y="32004"/>
                </a:lnTo>
                <a:close/>
              </a:path>
              <a:path w="855345" h="403860">
                <a:moveTo>
                  <a:pt x="649224" y="156972"/>
                </a:moveTo>
                <a:lnTo>
                  <a:pt x="618744" y="129540"/>
                </a:lnTo>
                <a:lnTo>
                  <a:pt x="605028" y="147828"/>
                </a:lnTo>
                <a:lnTo>
                  <a:pt x="451104" y="147828"/>
                </a:lnTo>
                <a:lnTo>
                  <a:pt x="466344" y="163068"/>
                </a:lnTo>
                <a:lnTo>
                  <a:pt x="475767" y="160832"/>
                </a:lnTo>
                <a:lnTo>
                  <a:pt x="485775" y="158877"/>
                </a:lnTo>
                <a:lnTo>
                  <a:pt x="496341" y="157505"/>
                </a:lnTo>
                <a:lnTo>
                  <a:pt x="507492" y="156972"/>
                </a:lnTo>
                <a:lnTo>
                  <a:pt x="537972" y="156972"/>
                </a:lnTo>
                <a:lnTo>
                  <a:pt x="537972" y="350520"/>
                </a:lnTo>
                <a:lnTo>
                  <a:pt x="533400" y="355092"/>
                </a:lnTo>
                <a:lnTo>
                  <a:pt x="524256" y="355092"/>
                </a:lnTo>
                <a:lnTo>
                  <a:pt x="516483" y="354164"/>
                </a:lnTo>
                <a:lnTo>
                  <a:pt x="494677" y="352310"/>
                </a:lnTo>
                <a:lnTo>
                  <a:pt x="480060" y="350520"/>
                </a:lnTo>
                <a:lnTo>
                  <a:pt x="480060" y="358140"/>
                </a:lnTo>
                <a:lnTo>
                  <a:pt x="498297" y="364667"/>
                </a:lnTo>
                <a:lnTo>
                  <a:pt x="511683" y="372618"/>
                </a:lnTo>
                <a:lnTo>
                  <a:pt x="519912" y="381723"/>
                </a:lnTo>
                <a:lnTo>
                  <a:pt x="522732" y="391668"/>
                </a:lnTo>
                <a:lnTo>
                  <a:pt x="538734" y="386270"/>
                </a:lnTo>
                <a:lnTo>
                  <a:pt x="550164" y="376999"/>
                </a:lnTo>
                <a:lnTo>
                  <a:pt x="557022" y="364032"/>
                </a:lnTo>
                <a:lnTo>
                  <a:pt x="558253" y="355092"/>
                </a:lnTo>
                <a:lnTo>
                  <a:pt x="559295" y="347548"/>
                </a:lnTo>
                <a:lnTo>
                  <a:pt x="559308" y="156972"/>
                </a:lnTo>
                <a:lnTo>
                  <a:pt x="606552" y="156972"/>
                </a:lnTo>
                <a:lnTo>
                  <a:pt x="582168" y="210312"/>
                </a:lnTo>
                <a:lnTo>
                  <a:pt x="588264" y="213360"/>
                </a:lnTo>
                <a:lnTo>
                  <a:pt x="605713" y="190195"/>
                </a:lnTo>
                <a:lnTo>
                  <a:pt x="621601" y="173164"/>
                </a:lnTo>
                <a:lnTo>
                  <a:pt x="636054" y="162140"/>
                </a:lnTo>
                <a:lnTo>
                  <a:pt x="649224" y="156972"/>
                </a:lnTo>
                <a:close/>
              </a:path>
              <a:path w="855345" h="403860">
                <a:moveTo>
                  <a:pt x="766572" y="156972"/>
                </a:moveTo>
                <a:lnTo>
                  <a:pt x="726948" y="137160"/>
                </a:lnTo>
                <a:lnTo>
                  <a:pt x="727468" y="163068"/>
                </a:lnTo>
                <a:lnTo>
                  <a:pt x="727443" y="173164"/>
                </a:lnTo>
                <a:lnTo>
                  <a:pt x="725868" y="221170"/>
                </a:lnTo>
                <a:lnTo>
                  <a:pt x="720471" y="271754"/>
                </a:lnTo>
                <a:lnTo>
                  <a:pt x="706755" y="312902"/>
                </a:lnTo>
                <a:lnTo>
                  <a:pt x="681609" y="345236"/>
                </a:lnTo>
                <a:lnTo>
                  <a:pt x="631317" y="378485"/>
                </a:lnTo>
                <a:lnTo>
                  <a:pt x="595884" y="396240"/>
                </a:lnTo>
                <a:lnTo>
                  <a:pt x="598932" y="400812"/>
                </a:lnTo>
                <a:lnTo>
                  <a:pt x="660273" y="377761"/>
                </a:lnTo>
                <a:lnTo>
                  <a:pt x="701040" y="353568"/>
                </a:lnTo>
                <a:lnTo>
                  <a:pt x="734034" y="310286"/>
                </a:lnTo>
                <a:lnTo>
                  <a:pt x="745540" y="270586"/>
                </a:lnTo>
                <a:lnTo>
                  <a:pt x="750735" y="210527"/>
                </a:lnTo>
                <a:lnTo>
                  <a:pt x="751332" y="172212"/>
                </a:lnTo>
                <a:lnTo>
                  <a:pt x="766572" y="156972"/>
                </a:lnTo>
                <a:close/>
              </a:path>
              <a:path w="855345" h="403860">
                <a:moveTo>
                  <a:pt x="848868" y="358140"/>
                </a:moveTo>
                <a:lnTo>
                  <a:pt x="811530" y="324421"/>
                </a:lnTo>
                <a:lnTo>
                  <a:pt x="752856" y="291084"/>
                </a:lnTo>
                <a:lnTo>
                  <a:pt x="749808" y="297180"/>
                </a:lnTo>
                <a:lnTo>
                  <a:pt x="770420" y="317207"/>
                </a:lnTo>
                <a:lnTo>
                  <a:pt x="786765" y="333946"/>
                </a:lnTo>
                <a:lnTo>
                  <a:pt x="814044" y="366128"/>
                </a:lnTo>
                <a:lnTo>
                  <a:pt x="829056" y="388620"/>
                </a:lnTo>
                <a:lnTo>
                  <a:pt x="832104" y="393192"/>
                </a:lnTo>
                <a:lnTo>
                  <a:pt x="833628" y="396240"/>
                </a:lnTo>
                <a:lnTo>
                  <a:pt x="838200" y="396240"/>
                </a:lnTo>
                <a:lnTo>
                  <a:pt x="841248" y="391668"/>
                </a:lnTo>
                <a:lnTo>
                  <a:pt x="847344" y="376428"/>
                </a:lnTo>
                <a:lnTo>
                  <a:pt x="848868" y="370332"/>
                </a:lnTo>
                <a:lnTo>
                  <a:pt x="848868" y="358140"/>
                </a:lnTo>
                <a:close/>
              </a:path>
              <a:path w="855345" h="403860">
                <a:moveTo>
                  <a:pt x="854964" y="32004"/>
                </a:moveTo>
                <a:lnTo>
                  <a:pt x="824484" y="0"/>
                </a:lnTo>
                <a:lnTo>
                  <a:pt x="800100" y="21336"/>
                </a:lnTo>
                <a:lnTo>
                  <a:pt x="626364" y="21336"/>
                </a:lnTo>
                <a:lnTo>
                  <a:pt x="641604" y="38100"/>
                </a:lnTo>
                <a:lnTo>
                  <a:pt x="651243" y="35229"/>
                </a:lnTo>
                <a:lnTo>
                  <a:pt x="661606" y="33337"/>
                </a:lnTo>
                <a:lnTo>
                  <a:pt x="672249" y="32321"/>
                </a:lnTo>
                <a:lnTo>
                  <a:pt x="682752" y="32004"/>
                </a:lnTo>
                <a:lnTo>
                  <a:pt x="720852" y="32004"/>
                </a:lnTo>
                <a:lnTo>
                  <a:pt x="720064" y="44005"/>
                </a:lnTo>
                <a:lnTo>
                  <a:pt x="718019" y="59182"/>
                </a:lnTo>
                <a:lnTo>
                  <a:pt x="715060" y="78295"/>
                </a:lnTo>
                <a:lnTo>
                  <a:pt x="711708" y="100584"/>
                </a:lnTo>
                <a:lnTo>
                  <a:pt x="679704" y="100584"/>
                </a:lnTo>
                <a:lnTo>
                  <a:pt x="655320" y="86868"/>
                </a:lnTo>
                <a:lnTo>
                  <a:pt x="656145" y="111252"/>
                </a:lnTo>
                <a:lnTo>
                  <a:pt x="656259" y="116878"/>
                </a:lnTo>
                <a:lnTo>
                  <a:pt x="656577" y="135636"/>
                </a:lnTo>
                <a:lnTo>
                  <a:pt x="656691" y="147828"/>
                </a:lnTo>
                <a:lnTo>
                  <a:pt x="656818" y="173164"/>
                </a:lnTo>
                <a:lnTo>
                  <a:pt x="656691" y="246888"/>
                </a:lnTo>
                <a:lnTo>
                  <a:pt x="656653" y="254127"/>
                </a:lnTo>
                <a:lnTo>
                  <a:pt x="656196" y="279565"/>
                </a:lnTo>
                <a:lnTo>
                  <a:pt x="655320" y="303276"/>
                </a:lnTo>
                <a:lnTo>
                  <a:pt x="679704" y="288036"/>
                </a:lnTo>
                <a:lnTo>
                  <a:pt x="679704" y="111252"/>
                </a:lnTo>
                <a:lnTo>
                  <a:pt x="801624" y="111252"/>
                </a:lnTo>
                <a:lnTo>
                  <a:pt x="801624" y="297180"/>
                </a:lnTo>
                <a:lnTo>
                  <a:pt x="826008" y="283464"/>
                </a:lnTo>
                <a:lnTo>
                  <a:pt x="825119" y="267728"/>
                </a:lnTo>
                <a:lnTo>
                  <a:pt x="824674" y="252412"/>
                </a:lnTo>
                <a:lnTo>
                  <a:pt x="824572" y="243268"/>
                </a:lnTo>
                <a:lnTo>
                  <a:pt x="824484" y="115824"/>
                </a:lnTo>
                <a:lnTo>
                  <a:pt x="829056" y="111252"/>
                </a:lnTo>
                <a:lnTo>
                  <a:pt x="838200" y="102108"/>
                </a:lnTo>
                <a:lnTo>
                  <a:pt x="836231" y="100584"/>
                </a:lnTo>
                <a:lnTo>
                  <a:pt x="810768" y="80772"/>
                </a:lnTo>
                <a:lnTo>
                  <a:pt x="798576" y="100584"/>
                </a:lnTo>
                <a:lnTo>
                  <a:pt x="719328" y="100584"/>
                </a:lnTo>
                <a:lnTo>
                  <a:pt x="730161" y="77444"/>
                </a:lnTo>
                <a:lnTo>
                  <a:pt x="739711" y="58293"/>
                </a:lnTo>
                <a:lnTo>
                  <a:pt x="747826" y="43154"/>
                </a:lnTo>
                <a:lnTo>
                  <a:pt x="754380" y="32004"/>
                </a:lnTo>
                <a:lnTo>
                  <a:pt x="854964" y="3200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" name="object 41"/>
          <p:cNvSpPr/>
          <p:nvPr/>
        </p:nvSpPr>
        <p:spPr>
          <a:xfrm>
            <a:off x="7107935" y="2324100"/>
            <a:ext cx="356870" cy="402590"/>
          </a:xfrm>
          <a:custGeom>
            <a:avLst/>
            <a:gdLst/>
            <a:ahLst/>
            <a:cxnLst/>
            <a:rect l="l" t="t" r="r" b="b"/>
            <a:pathLst>
              <a:path w="356870" h="402589">
                <a:moveTo>
                  <a:pt x="54864" y="91440"/>
                </a:moveTo>
                <a:lnTo>
                  <a:pt x="44196" y="91440"/>
                </a:lnTo>
                <a:lnTo>
                  <a:pt x="51339" y="63436"/>
                </a:lnTo>
                <a:lnTo>
                  <a:pt x="56769" y="38862"/>
                </a:lnTo>
                <a:lnTo>
                  <a:pt x="60483" y="17716"/>
                </a:lnTo>
                <a:lnTo>
                  <a:pt x="62484" y="0"/>
                </a:lnTo>
                <a:lnTo>
                  <a:pt x="100584" y="21336"/>
                </a:lnTo>
                <a:lnTo>
                  <a:pt x="91725" y="29075"/>
                </a:lnTo>
                <a:lnTo>
                  <a:pt x="81153" y="43243"/>
                </a:lnTo>
                <a:lnTo>
                  <a:pt x="68865" y="63984"/>
                </a:lnTo>
                <a:lnTo>
                  <a:pt x="54864" y="91440"/>
                </a:lnTo>
                <a:close/>
              </a:path>
              <a:path w="356870" h="402589">
                <a:moveTo>
                  <a:pt x="147828" y="192024"/>
                </a:moveTo>
                <a:lnTo>
                  <a:pt x="143256" y="187452"/>
                </a:lnTo>
                <a:lnTo>
                  <a:pt x="160162" y="160615"/>
                </a:lnTo>
                <a:lnTo>
                  <a:pt x="174498" y="135064"/>
                </a:lnTo>
                <a:lnTo>
                  <a:pt x="196596" y="88392"/>
                </a:lnTo>
                <a:lnTo>
                  <a:pt x="211836" y="44958"/>
                </a:lnTo>
                <a:lnTo>
                  <a:pt x="222503" y="1524"/>
                </a:lnTo>
                <a:lnTo>
                  <a:pt x="260603" y="24384"/>
                </a:lnTo>
                <a:lnTo>
                  <a:pt x="252864" y="32361"/>
                </a:lnTo>
                <a:lnTo>
                  <a:pt x="243268" y="47053"/>
                </a:lnTo>
                <a:lnTo>
                  <a:pt x="231671" y="68318"/>
                </a:lnTo>
                <a:lnTo>
                  <a:pt x="217932" y="96012"/>
                </a:lnTo>
                <a:lnTo>
                  <a:pt x="349419" y="96012"/>
                </a:lnTo>
                <a:lnTo>
                  <a:pt x="356616" y="103632"/>
                </a:lnTo>
                <a:lnTo>
                  <a:pt x="352806" y="106680"/>
                </a:lnTo>
                <a:lnTo>
                  <a:pt x="213360" y="106680"/>
                </a:lnTo>
                <a:lnTo>
                  <a:pt x="197977" y="130730"/>
                </a:lnTo>
                <a:lnTo>
                  <a:pt x="181737" y="152781"/>
                </a:lnTo>
                <a:lnTo>
                  <a:pt x="164925" y="173116"/>
                </a:lnTo>
                <a:lnTo>
                  <a:pt x="147828" y="192024"/>
                </a:lnTo>
                <a:close/>
              </a:path>
              <a:path w="356870" h="402589">
                <a:moveTo>
                  <a:pt x="147828" y="91440"/>
                </a:moveTo>
                <a:lnTo>
                  <a:pt x="111252" y="91440"/>
                </a:lnTo>
                <a:lnTo>
                  <a:pt x="129540" y="73152"/>
                </a:lnTo>
                <a:lnTo>
                  <a:pt x="147828" y="91440"/>
                </a:lnTo>
                <a:close/>
              </a:path>
              <a:path w="356870" h="402589">
                <a:moveTo>
                  <a:pt x="0" y="397764"/>
                </a:moveTo>
                <a:lnTo>
                  <a:pt x="834" y="359664"/>
                </a:lnTo>
                <a:lnTo>
                  <a:pt x="935" y="352615"/>
                </a:lnTo>
                <a:lnTo>
                  <a:pt x="1333" y="316992"/>
                </a:lnTo>
                <a:lnTo>
                  <a:pt x="1430" y="178308"/>
                </a:lnTo>
                <a:lnTo>
                  <a:pt x="1309" y="152781"/>
                </a:lnTo>
                <a:lnTo>
                  <a:pt x="893" y="115824"/>
                </a:lnTo>
                <a:lnTo>
                  <a:pt x="0" y="74676"/>
                </a:lnTo>
                <a:lnTo>
                  <a:pt x="25908" y="91440"/>
                </a:lnTo>
                <a:lnTo>
                  <a:pt x="147828" y="91440"/>
                </a:lnTo>
                <a:lnTo>
                  <a:pt x="155448" y="99060"/>
                </a:lnTo>
                <a:lnTo>
                  <a:pt x="153162" y="100584"/>
                </a:lnTo>
                <a:lnTo>
                  <a:pt x="24384" y="100584"/>
                </a:lnTo>
                <a:lnTo>
                  <a:pt x="24384" y="211836"/>
                </a:lnTo>
                <a:lnTo>
                  <a:pt x="137464" y="211836"/>
                </a:lnTo>
                <a:lnTo>
                  <a:pt x="137526" y="222504"/>
                </a:lnTo>
                <a:lnTo>
                  <a:pt x="24384" y="222504"/>
                </a:lnTo>
                <a:lnTo>
                  <a:pt x="24384" y="344424"/>
                </a:lnTo>
                <a:lnTo>
                  <a:pt x="138504" y="344424"/>
                </a:lnTo>
                <a:lnTo>
                  <a:pt x="138567" y="355092"/>
                </a:lnTo>
                <a:lnTo>
                  <a:pt x="24384" y="355092"/>
                </a:lnTo>
                <a:lnTo>
                  <a:pt x="24384" y="384048"/>
                </a:lnTo>
                <a:lnTo>
                  <a:pt x="0" y="397764"/>
                </a:lnTo>
                <a:close/>
              </a:path>
              <a:path w="356870" h="402589">
                <a:moveTo>
                  <a:pt x="349419" y="96012"/>
                </a:moveTo>
                <a:lnTo>
                  <a:pt x="310896" y="96012"/>
                </a:lnTo>
                <a:lnTo>
                  <a:pt x="330708" y="76200"/>
                </a:lnTo>
                <a:lnTo>
                  <a:pt x="349419" y="96012"/>
                </a:lnTo>
                <a:close/>
              </a:path>
              <a:path w="356870" h="402589">
                <a:moveTo>
                  <a:pt x="137464" y="211836"/>
                </a:moveTo>
                <a:lnTo>
                  <a:pt x="114300" y="211836"/>
                </a:lnTo>
                <a:lnTo>
                  <a:pt x="114300" y="100584"/>
                </a:lnTo>
                <a:lnTo>
                  <a:pt x="153162" y="100584"/>
                </a:lnTo>
                <a:lnTo>
                  <a:pt x="137160" y="111252"/>
                </a:lnTo>
                <a:lnTo>
                  <a:pt x="137263" y="160615"/>
                </a:lnTo>
                <a:lnTo>
                  <a:pt x="137367" y="195333"/>
                </a:lnTo>
                <a:lnTo>
                  <a:pt x="137464" y="211836"/>
                </a:lnTo>
                <a:close/>
              </a:path>
              <a:path w="356870" h="402589">
                <a:moveTo>
                  <a:pt x="327213" y="359664"/>
                </a:moveTo>
                <a:lnTo>
                  <a:pt x="283464" y="359664"/>
                </a:lnTo>
                <a:lnTo>
                  <a:pt x="291965" y="357925"/>
                </a:lnTo>
                <a:lnTo>
                  <a:pt x="298894" y="352615"/>
                </a:lnTo>
                <a:lnTo>
                  <a:pt x="308610" y="305562"/>
                </a:lnTo>
                <a:lnTo>
                  <a:pt x="310896" y="259842"/>
                </a:lnTo>
                <a:lnTo>
                  <a:pt x="313182" y="193548"/>
                </a:lnTo>
                <a:lnTo>
                  <a:pt x="315467" y="106680"/>
                </a:lnTo>
                <a:lnTo>
                  <a:pt x="352806" y="106680"/>
                </a:lnTo>
                <a:lnTo>
                  <a:pt x="341376" y="115824"/>
                </a:lnTo>
                <a:lnTo>
                  <a:pt x="339535" y="189500"/>
                </a:lnTo>
                <a:lnTo>
                  <a:pt x="337655" y="248412"/>
                </a:lnTo>
                <a:lnTo>
                  <a:pt x="335560" y="295668"/>
                </a:lnTo>
                <a:lnTo>
                  <a:pt x="333280" y="327867"/>
                </a:lnTo>
                <a:lnTo>
                  <a:pt x="330708" y="345948"/>
                </a:lnTo>
                <a:lnTo>
                  <a:pt x="327856" y="357925"/>
                </a:lnTo>
                <a:lnTo>
                  <a:pt x="327213" y="359664"/>
                </a:lnTo>
                <a:close/>
              </a:path>
              <a:path w="356870" h="402589">
                <a:moveTo>
                  <a:pt x="231648" y="269748"/>
                </a:moveTo>
                <a:lnTo>
                  <a:pt x="230124" y="269748"/>
                </a:lnTo>
                <a:lnTo>
                  <a:pt x="226742" y="268295"/>
                </a:lnTo>
                <a:lnTo>
                  <a:pt x="223647" y="263842"/>
                </a:lnTo>
                <a:lnTo>
                  <a:pt x="221122" y="256246"/>
                </a:lnTo>
                <a:lnTo>
                  <a:pt x="219456" y="245364"/>
                </a:lnTo>
                <a:lnTo>
                  <a:pt x="214884" y="228242"/>
                </a:lnTo>
                <a:lnTo>
                  <a:pt x="208026" y="211264"/>
                </a:lnTo>
                <a:lnTo>
                  <a:pt x="198882" y="194571"/>
                </a:lnTo>
                <a:lnTo>
                  <a:pt x="187452" y="178308"/>
                </a:lnTo>
                <a:lnTo>
                  <a:pt x="192024" y="172212"/>
                </a:lnTo>
                <a:lnTo>
                  <a:pt x="224409" y="199644"/>
                </a:lnTo>
                <a:lnTo>
                  <a:pt x="246888" y="236220"/>
                </a:lnTo>
                <a:lnTo>
                  <a:pt x="246888" y="248412"/>
                </a:lnTo>
                <a:lnTo>
                  <a:pt x="245364" y="254508"/>
                </a:lnTo>
                <a:lnTo>
                  <a:pt x="236220" y="266700"/>
                </a:lnTo>
                <a:lnTo>
                  <a:pt x="231648" y="269748"/>
                </a:lnTo>
                <a:close/>
              </a:path>
              <a:path w="356870" h="402589">
                <a:moveTo>
                  <a:pt x="138504" y="344424"/>
                </a:moveTo>
                <a:lnTo>
                  <a:pt x="114300" y="344424"/>
                </a:lnTo>
                <a:lnTo>
                  <a:pt x="114300" y="222504"/>
                </a:lnTo>
                <a:lnTo>
                  <a:pt x="137526" y="222504"/>
                </a:lnTo>
                <a:lnTo>
                  <a:pt x="137723" y="254508"/>
                </a:lnTo>
                <a:lnTo>
                  <a:pt x="138504" y="344424"/>
                </a:lnTo>
                <a:close/>
              </a:path>
              <a:path w="356870" h="402589">
                <a:moveTo>
                  <a:pt x="278891" y="402336"/>
                </a:moveTo>
                <a:lnTo>
                  <a:pt x="271772" y="389239"/>
                </a:lnTo>
                <a:lnTo>
                  <a:pt x="259651" y="377571"/>
                </a:lnTo>
                <a:lnTo>
                  <a:pt x="242673" y="367617"/>
                </a:lnTo>
                <a:lnTo>
                  <a:pt x="220979" y="359664"/>
                </a:lnTo>
                <a:lnTo>
                  <a:pt x="220979" y="352044"/>
                </a:lnTo>
                <a:lnTo>
                  <a:pt x="241244" y="355163"/>
                </a:lnTo>
                <a:lnTo>
                  <a:pt x="258508" y="357568"/>
                </a:lnTo>
                <a:lnTo>
                  <a:pt x="272629" y="359116"/>
                </a:lnTo>
                <a:lnTo>
                  <a:pt x="283464" y="359664"/>
                </a:lnTo>
                <a:lnTo>
                  <a:pt x="327213" y="359664"/>
                </a:lnTo>
                <a:lnTo>
                  <a:pt x="324040" y="368236"/>
                </a:lnTo>
                <a:lnTo>
                  <a:pt x="289670" y="397764"/>
                </a:lnTo>
                <a:lnTo>
                  <a:pt x="278891" y="402336"/>
                </a:lnTo>
                <a:close/>
              </a:path>
              <a:path w="356870" h="402589">
                <a:moveTo>
                  <a:pt x="114300" y="391668"/>
                </a:moveTo>
                <a:lnTo>
                  <a:pt x="114300" y="355092"/>
                </a:lnTo>
                <a:lnTo>
                  <a:pt x="138567" y="355092"/>
                </a:lnTo>
                <a:lnTo>
                  <a:pt x="138684" y="377952"/>
                </a:lnTo>
                <a:lnTo>
                  <a:pt x="114300" y="39166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" name="object 42"/>
          <p:cNvSpPr/>
          <p:nvPr/>
        </p:nvSpPr>
        <p:spPr>
          <a:xfrm>
            <a:off x="7527023" y="2321051"/>
            <a:ext cx="826135" cy="410209"/>
          </a:xfrm>
          <a:custGeom>
            <a:avLst/>
            <a:gdLst/>
            <a:ahLst/>
            <a:cxnLst/>
            <a:rect l="l" t="t" r="r" b="b"/>
            <a:pathLst>
              <a:path w="826134" h="410210">
                <a:moveTo>
                  <a:pt x="126492" y="224028"/>
                </a:moveTo>
                <a:lnTo>
                  <a:pt x="99631" y="195834"/>
                </a:lnTo>
                <a:lnTo>
                  <a:pt x="60960" y="178308"/>
                </a:lnTo>
                <a:lnTo>
                  <a:pt x="57912" y="184404"/>
                </a:lnTo>
                <a:lnTo>
                  <a:pt x="71869" y="199859"/>
                </a:lnTo>
                <a:lnTo>
                  <a:pt x="83820" y="214312"/>
                </a:lnTo>
                <a:lnTo>
                  <a:pt x="93497" y="227914"/>
                </a:lnTo>
                <a:lnTo>
                  <a:pt x="100584" y="240792"/>
                </a:lnTo>
                <a:lnTo>
                  <a:pt x="105156" y="252984"/>
                </a:lnTo>
                <a:lnTo>
                  <a:pt x="109728" y="259080"/>
                </a:lnTo>
                <a:lnTo>
                  <a:pt x="115824" y="259080"/>
                </a:lnTo>
                <a:lnTo>
                  <a:pt x="118872" y="256032"/>
                </a:lnTo>
                <a:lnTo>
                  <a:pt x="124968" y="240792"/>
                </a:lnTo>
                <a:lnTo>
                  <a:pt x="126492" y="234746"/>
                </a:lnTo>
                <a:lnTo>
                  <a:pt x="126492" y="224028"/>
                </a:lnTo>
                <a:close/>
              </a:path>
              <a:path w="826134" h="410210">
                <a:moveTo>
                  <a:pt x="169164" y="153924"/>
                </a:moveTo>
                <a:lnTo>
                  <a:pt x="127660" y="121996"/>
                </a:lnTo>
                <a:lnTo>
                  <a:pt x="108204" y="114300"/>
                </a:lnTo>
                <a:lnTo>
                  <a:pt x="103632" y="120396"/>
                </a:lnTo>
                <a:lnTo>
                  <a:pt x="116255" y="132994"/>
                </a:lnTo>
                <a:lnTo>
                  <a:pt x="126873" y="145732"/>
                </a:lnTo>
                <a:lnTo>
                  <a:pt x="135788" y="158762"/>
                </a:lnTo>
                <a:lnTo>
                  <a:pt x="143256" y="172212"/>
                </a:lnTo>
                <a:lnTo>
                  <a:pt x="147828" y="182880"/>
                </a:lnTo>
                <a:lnTo>
                  <a:pt x="150876" y="188976"/>
                </a:lnTo>
                <a:lnTo>
                  <a:pt x="156972" y="188976"/>
                </a:lnTo>
                <a:lnTo>
                  <a:pt x="160020" y="185928"/>
                </a:lnTo>
                <a:lnTo>
                  <a:pt x="163068" y="178308"/>
                </a:lnTo>
                <a:lnTo>
                  <a:pt x="169075" y="166306"/>
                </a:lnTo>
                <a:lnTo>
                  <a:pt x="169164" y="153924"/>
                </a:lnTo>
                <a:close/>
              </a:path>
              <a:path w="826134" h="410210">
                <a:moveTo>
                  <a:pt x="224028" y="47205"/>
                </a:moveTo>
                <a:lnTo>
                  <a:pt x="193167" y="12192"/>
                </a:lnTo>
                <a:lnTo>
                  <a:pt x="169164" y="0"/>
                </a:lnTo>
                <a:lnTo>
                  <a:pt x="163068" y="3048"/>
                </a:lnTo>
                <a:lnTo>
                  <a:pt x="174434" y="18440"/>
                </a:lnTo>
                <a:lnTo>
                  <a:pt x="183642" y="33147"/>
                </a:lnTo>
                <a:lnTo>
                  <a:pt x="190500" y="47205"/>
                </a:lnTo>
                <a:lnTo>
                  <a:pt x="195072" y="60960"/>
                </a:lnTo>
                <a:lnTo>
                  <a:pt x="196596" y="71628"/>
                </a:lnTo>
                <a:lnTo>
                  <a:pt x="199644" y="77724"/>
                </a:lnTo>
                <a:lnTo>
                  <a:pt x="207264" y="77724"/>
                </a:lnTo>
                <a:lnTo>
                  <a:pt x="211836" y="74676"/>
                </a:lnTo>
                <a:lnTo>
                  <a:pt x="216408" y="67056"/>
                </a:lnTo>
                <a:lnTo>
                  <a:pt x="220980" y="60960"/>
                </a:lnTo>
                <a:lnTo>
                  <a:pt x="224028" y="53340"/>
                </a:lnTo>
                <a:lnTo>
                  <a:pt x="224028" y="47205"/>
                </a:lnTo>
                <a:close/>
              </a:path>
              <a:path w="826134" h="410210">
                <a:moveTo>
                  <a:pt x="393192" y="102108"/>
                </a:moveTo>
                <a:lnTo>
                  <a:pt x="386486" y="94488"/>
                </a:lnTo>
                <a:lnTo>
                  <a:pt x="377101" y="83820"/>
                </a:lnTo>
                <a:lnTo>
                  <a:pt x="359664" y="64008"/>
                </a:lnTo>
                <a:lnTo>
                  <a:pt x="341376" y="83820"/>
                </a:lnTo>
                <a:lnTo>
                  <a:pt x="53340" y="83820"/>
                </a:lnTo>
                <a:lnTo>
                  <a:pt x="51816" y="62484"/>
                </a:lnTo>
                <a:lnTo>
                  <a:pt x="45720" y="62484"/>
                </a:lnTo>
                <a:lnTo>
                  <a:pt x="29654" y="111785"/>
                </a:lnTo>
                <a:lnTo>
                  <a:pt x="13716" y="132588"/>
                </a:lnTo>
                <a:lnTo>
                  <a:pt x="10668" y="140208"/>
                </a:lnTo>
                <a:lnTo>
                  <a:pt x="10668" y="147828"/>
                </a:lnTo>
                <a:lnTo>
                  <a:pt x="15240" y="149352"/>
                </a:lnTo>
                <a:lnTo>
                  <a:pt x="27432" y="150876"/>
                </a:lnTo>
                <a:lnTo>
                  <a:pt x="34861" y="150876"/>
                </a:lnTo>
                <a:lnTo>
                  <a:pt x="54800" y="107378"/>
                </a:lnTo>
                <a:lnTo>
                  <a:pt x="53340" y="94488"/>
                </a:lnTo>
                <a:lnTo>
                  <a:pt x="344424" y="94488"/>
                </a:lnTo>
                <a:lnTo>
                  <a:pt x="318516" y="141732"/>
                </a:lnTo>
                <a:lnTo>
                  <a:pt x="323088" y="146304"/>
                </a:lnTo>
                <a:lnTo>
                  <a:pt x="342836" y="126542"/>
                </a:lnTo>
                <a:lnTo>
                  <a:pt x="360997" y="112776"/>
                </a:lnTo>
                <a:lnTo>
                  <a:pt x="377748" y="104736"/>
                </a:lnTo>
                <a:lnTo>
                  <a:pt x="393192" y="102108"/>
                </a:lnTo>
                <a:close/>
              </a:path>
              <a:path w="826134" h="410210">
                <a:moveTo>
                  <a:pt x="394716" y="274320"/>
                </a:moveTo>
                <a:lnTo>
                  <a:pt x="358140" y="237744"/>
                </a:lnTo>
                <a:lnTo>
                  <a:pt x="332232" y="263652"/>
                </a:lnTo>
                <a:lnTo>
                  <a:pt x="224028" y="263652"/>
                </a:lnTo>
                <a:lnTo>
                  <a:pt x="228346" y="234746"/>
                </a:lnTo>
                <a:lnTo>
                  <a:pt x="232219" y="204978"/>
                </a:lnTo>
                <a:lnTo>
                  <a:pt x="235826" y="174078"/>
                </a:lnTo>
                <a:lnTo>
                  <a:pt x="239268" y="141732"/>
                </a:lnTo>
                <a:lnTo>
                  <a:pt x="254508" y="129540"/>
                </a:lnTo>
                <a:lnTo>
                  <a:pt x="210312" y="109728"/>
                </a:lnTo>
                <a:lnTo>
                  <a:pt x="210134" y="121996"/>
                </a:lnTo>
                <a:lnTo>
                  <a:pt x="210019" y="128574"/>
                </a:lnTo>
                <a:lnTo>
                  <a:pt x="207238" y="187794"/>
                </a:lnTo>
                <a:lnTo>
                  <a:pt x="202565" y="227914"/>
                </a:lnTo>
                <a:lnTo>
                  <a:pt x="196596" y="263652"/>
                </a:lnTo>
                <a:lnTo>
                  <a:pt x="0" y="263652"/>
                </a:lnTo>
                <a:lnTo>
                  <a:pt x="15240" y="280416"/>
                </a:lnTo>
                <a:lnTo>
                  <a:pt x="25552" y="277545"/>
                </a:lnTo>
                <a:lnTo>
                  <a:pt x="36004" y="275653"/>
                </a:lnTo>
                <a:lnTo>
                  <a:pt x="46748" y="274637"/>
                </a:lnTo>
                <a:lnTo>
                  <a:pt x="57912" y="274320"/>
                </a:lnTo>
                <a:lnTo>
                  <a:pt x="195072" y="274320"/>
                </a:lnTo>
                <a:lnTo>
                  <a:pt x="167449" y="323850"/>
                </a:lnTo>
                <a:lnTo>
                  <a:pt x="124968" y="359664"/>
                </a:lnTo>
                <a:lnTo>
                  <a:pt x="68961" y="385191"/>
                </a:lnTo>
                <a:lnTo>
                  <a:pt x="1524" y="403860"/>
                </a:lnTo>
                <a:lnTo>
                  <a:pt x="1524" y="409956"/>
                </a:lnTo>
                <a:lnTo>
                  <a:pt x="39801" y="404291"/>
                </a:lnTo>
                <a:lnTo>
                  <a:pt x="105473" y="387248"/>
                </a:lnTo>
                <a:lnTo>
                  <a:pt x="156044" y="364477"/>
                </a:lnTo>
                <a:lnTo>
                  <a:pt x="193243" y="331431"/>
                </a:lnTo>
                <a:lnTo>
                  <a:pt x="207264" y="310896"/>
                </a:lnTo>
                <a:lnTo>
                  <a:pt x="247256" y="332028"/>
                </a:lnTo>
                <a:lnTo>
                  <a:pt x="280225" y="351853"/>
                </a:lnTo>
                <a:lnTo>
                  <a:pt x="306070" y="370268"/>
                </a:lnTo>
                <a:lnTo>
                  <a:pt x="324612" y="387096"/>
                </a:lnTo>
                <a:lnTo>
                  <a:pt x="332041" y="395097"/>
                </a:lnTo>
                <a:lnTo>
                  <a:pt x="338328" y="400812"/>
                </a:lnTo>
                <a:lnTo>
                  <a:pt x="343471" y="404241"/>
                </a:lnTo>
                <a:lnTo>
                  <a:pt x="347472" y="405384"/>
                </a:lnTo>
                <a:lnTo>
                  <a:pt x="352044" y="405384"/>
                </a:lnTo>
                <a:lnTo>
                  <a:pt x="355092" y="397764"/>
                </a:lnTo>
                <a:lnTo>
                  <a:pt x="355092" y="382524"/>
                </a:lnTo>
                <a:lnTo>
                  <a:pt x="326136" y="344424"/>
                </a:lnTo>
                <a:lnTo>
                  <a:pt x="281940" y="325945"/>
                </a:lnTo>
                <a:lnTo>
                  <a:pt x="238074" y="310896"/>
                </a:lnTo>
                <a:lnTo>
                  <a:pt x="210312" y="301752"/>
                </a:lnTo>
                <a:lnTo>
                  <a:pt x="212839" y="295757"/>
                </a:lnTo>
                <a:lnTo>
                  <a:pt x="215646" y="289179"/>
                </a:lnTo>
                <a:lnTo>
                  <a:pt x="218465" y="282041"/>
                </a:lnTo>
                <a:lnTo>
                  <a:pt x="220980" y="274320"/>
                </a:lnTo>
                <a:lnTo>
                  <a:pt x="394716" y="274320"/>
                </a:lnTo>
                <a:close/>
              </a:path>
              <a:path w="826134" h="410210">
                <a:moveTo>
                  <a:pt x="557784" y="25908"/>
                </a:moveTo>
                <a:lnTo>
                  <a:pt x="519684" y="4572"/>
                </a:lnTo>
                <a:lnTo>
                  <a:pt x="514540" y="27101"/>
                </a:lnTo>
                <a:lnTo>
                  <a:pt x="508254" y="51054"/>
                </a:lnTo>
                <a:lnTo>
                  <a:pt x="492252" y="102108"/>
                </a:lnTo>
                <a:lnTo>
                  <a:pt x="467868" y="159258"/>
                </a:lnTo>
                <a:lnTo>
                  <a:pt x="434340" y="220980"/>
                </a:lnTo>
                <a:lnTo>
                  <a:pt x="440436" y="224028"/>
                </a:lnTo>
                <a:lnTo>
                  <a:pt x="451586" y="210629"/>
                </a:lnTo>
                <a:lnTo>
                  <a:pt x="464439" y="193357"/>
                </a:lnTo>
                <a:lnTo>
                  <a:pt x="479018" y="172389"/>
                </a:lnTo>
                <a:lnTo>
                  <a:pt x="495300" y="147828"/>
                </a:lnTo>
                <a:lnTo>
                  <a:pt x="495211" y="348996"/>
                </a:lnTo>
                <a:lnTo>
                  <a:pt x="495109" y="359283"/>
                </a:lnTo>
                <a:lnTo>
                  <a:pt x="494665" y="381863"/>
                </a:lnTo>
                <a:lnTo>
                  <a:pt x="493776" y="408432"/>
                </a:lnTo>
                <a:lnTo>
                  <a:pt x="519684" y="396240"/>
                </a:lnTo>
                <a:lnTo>
                  <a:pt x="518807" y="378510"/>
                </a:lnTo>
                <a:lnTo>
                  <a:pt x="518363" y="362140"/>
                </a:lnTo>
                <a:lnTo>
                  <a:pt x="518223" y="348996"/>
                </a:lnTo>
                <a:lnTo>
                  <a:pt x="518160" y="147828"/>
                </a:lnTo>
                <a:lnTo>
                  <a:pt x="518160" y="144780"/>
                </a:lnTo>
                <a:lnTo>
                  <a:pt x="531876" y="132588"/>
                </a:lnTo>
                <a:lnTo>
                  <a:pt x="507492" y="121920"/>
                </a:lnTo>
                <a:lnTo>
                  <a:pt x="513207" y="108775"/>
                </a:lnTo>
                <a:lnTo>
                  <a:pt x="521208" y="89916"/>
                </a:lnTo>
                <a:lnTo>
                  <a:pt x="531495" y="65341"/>
                </a:lnTo>
                <a:lnTo>
                  <a:pt x="544068" y="35052"/>
                </a:lnTo>
                <a:lnTo>
                  <a:pt x="557784" y="25908"/>
                </a:lnTo>
                <a:close/>
              </a:path>
              <a:path w="826134" h="410210">
                <a:moveTo>
                  <a:pt x="716280" y="71628"/>
                </a:moveTo>
                <a:lnTo>
                  <a:pt x="685800" y="41148"/>
                </a:lnTo>
                <a:lnTo>
                  <a:pt x="667512" y="60960"/>
                </a:lnTo>
                <a:lnTo>
                  <a:pt x="544068" y="60960"/>
                </a:lnTo>
                <a:lnTo>
                  <a:pt x="559308" y="74676"/>
                </a:lnTo>
                <a:lnTo>
                  <a:pt x="579120" y="71628"/>
                </a:lnTo>
                <a:lnTo>
                  <a:pt x="603504" y="71628"/>
                </a:lnTo>
                <a:lnTo>
                  <a:pt x="589000" y="130111"/>
                </a:lnTo>
                <a:lnTo>
                  <a:pt x="570915" y="184404"/>
                </a:lnTo>
                <a:lnTo>
                  <a:pt x="547433" y="232410"/>
                </a:lnTo>
                <a:lnTo>
                  <a:pt x="533400" y="252984"/>
                </a:lnTo>
                <a:lnTo>
                  <a:pt x="539496" y="259080"/>
                </a:lnTo>
                <a:lnTo>
                  <a:pt x="551497" y="245135"/>
                </a:lnTo>
                <a:lnTo>
                  <a:pt x="562356" y="230886"/>
                </a:lnTo>
                <a:lnTo>
                  <a:pt x="572071" y="216649"/>
                </a:lnTo>
                <a:lnTo>
                  <a:pt x="580644" y="202692"/>
                </a:lnTo>
                <a:lnTo>
                  <a:pt x="587844" y="213893"/>
                </a:lnTo>
                <a:lnTo>
                  <a:pt x="593598" y="224790"/>
                </a:lnTo>
                <a:lnTo>
                  <a:pt x="598220" y="235699"/>
                </a:lnTo>
                <a:lnTo>
                  <a:pt x="601980" y="246888"/>
                </a:lnTo>
                <a:lnTo>
                  <a:pt x="603504" y="259080"/>
                </a:lnTo>
                <a:lnTo>
                  <a:pt x="606552" y="263652"/>
                </a:lnTo>
                <a:lnTo>
                  <a:pt x="611124" y="263652"/>
                </a:lnTo>
                <a:lnTo>
                  <a:pt x="614172" y="262128"/>
                </a:lnTo>
                <a:lnTo>
                  <a:pt x="617220" y="256032"/>
                </a:lnTo>
                <a:lnTo>
                  <a:pt x="621792" y="251460"/>
                </a:lnTo>
                <a:lnTo>
                  <a:pt x="623316" y="245364"/>
                </a:lnTo>
                <a:lnTo>
                  <a:pt x="623316" y="236220"/>
                </a:lnTo>
                <a:lnTo>
                  <a:pt x="596011" y="204533"/>
                </a:lnTo>
                <a:lnTo>
                  <a:pt x="583692" y="196596"/>
                </a:lnTo>
                <a:lnTo>
                  <a:pt x="589178" y="186270"/>
                </a:lnTo>
                <a:lnTo>
                  <a:pt x="594360" y="175641"/>
                </a:lnTo>
                <a:lnTo>
                  <a:pt x="599554" y="164452"/>
                </a:lnTo>
                <a:lnTo>
                  <a:pt x="605028" y="152400"/>
                </a:lnTo>
                <a:lnTo>
                  <a:pt x="664464" y="152400"/>
                </a:lnTo>
                <a:lnTo>
                  <a:pt x="649795" y="208407"/>
                </a:lnTo>
                <a:lnTo>
                  <a:pt x="633984" y="252984"/>
                </a:lnTo>
                <a:lnTo>
                  <a:pt x="615124" y="291846"/>
                </a:lnTo>
                <a:lnTo>
                  <a:pt x="592836" y="326136"/>
                </a:lnTo>
                <a:lnTo>
                  <a:pt x="564070" y="359092"/>
                </a:lnTo>
                <a:lnTo>
                  <a:pt x="527304" y="388620"/>
                </a:lnTo>
                <a:lnTo>
                  <a:pt x="530352" y="394716"/>
                </a:lnTo>
                <a:lnTo>
                  <a:pt x="563499" y="374142"/>
                </a:lnTo>
                <a:lnTo>
                  <a:pt x="594360" y="348996"/>
                </a:lnTo>
                <a:lnTo>
                  <a:pt x="621982" y="318135"/>
                </a:lnTo>
                <a:lnTo>
                  <a:pt x="646176" y="280416"/>
                </a:lnTo>
                <a:lnTo>
                  <a:pt x="668083" y="228600"/>
                </a:lnTo>
                <a:lnTo>
                  <a:pt x="688848" y="158496"/>
                </a:lnTo>
                <a:lnTo>
                  <a:pt x="698436" y="152400"/>
                </a:lnTo>
                <a:lnTo>
                  <a:pt x="705612" y="147828"/>
                </a:lnTo>
                <a:lnTo>
                  <a:pt x="697890" y="141732"/>
                </a:lnTo>
                <a:lnTo>
                  <a:pt x="676656" y="124968"/>
                </a:lnTo>
                <a:lnTo>
                  <a:pt x="661416" y="141732"/>
                </a:lnTo>
                <a:lnTo>
                  <a:pt x="608076" y="141732"/>
                </a:lnTo>
                <a:lnTo>
                  <a:pt x="616369" y="118351"/>
                </a:lnTo>
                <a:lnTo>
                  <a:pt x="622935" y="98679"/>
                </a:lnTo>
                <a:lnTo>
                  <a:pt x="627799" y="83019"/>
                </a:lnTo>
                <a:lnTo>
                  <a:pt x="630936" y="71628"/>
                </a:lnTo>
                <a:lnTo>
                  <a:pt x="716280" y="71628"/>
                </a:lnTo>
                <a:close/>
              </a:path>
              <a:path w="826134" h="410210">
                <a:moveTo>
                  <a:pt x="758952" y="100584"/>
                </a:moveTo>
                <a:lnTo>
                  <a:pt x="720852" y="83820"/>
                </a:lnTo>
                <a:lnTo>
                  <a:pt x="721741" y="95808"/>
                </a:lnTo>
                <a:lnTo>
                  <a:pt x="722185" y="108775"/>
                </a:lnTo>
                <a:lnTo>
                  <a:pt x="722261" y="114300"/>
                </a:lnTo>
                <a:lnTo>
                  <a:pt x="722185" y="263080"/>
                </a:lnTo>
                <a:lnTo>
                  <a:pt x="721741" y="284632"/>
                </a:lnTo>
                <a:lnTo>
                  <a:pt x="720852" y="310896"/>
                </a:lnTo>
                <a:lnTo>
                  <a:pt x="746760" y="298704"/>
                </a:lnTo>
                <a:lnTo>
                  <a:pt x="746531" y="274447"/>
                </a:lnTo>
                <a:lnTo>
                  <a:pt x="745998" y="254317"/>
                </a:lnTo>
                <a:lnTo>
                  <a:pt x="745477" y="238493"/>
                </a:lnTo>
                <a:lnTo>
                  <a:pt x="745236" y="227076"/>
                </a:lnTo>
                <a:lnTo>
                  <a:pt x="745236" y="114300"/>
                </a:lnTo>
                <a:lnTo>
                  <a:pt x="758952" y="100584"/>
                </a:lnTo>
                <a:close/>
              </a:path>
              <a:path w="826134" h="410210">
                <a:moveTo>
                  <a:pt x="826008" y="28956"/>
                </a:moveTo>
                <a:lnTo>
                  <a:pt x="787908" y="10668"/>
                </a:lnTo>
                <a:lnTo>
                  <a:pt x="788149" y="35293"/>
                </a:lnTo>
                <a:lnTo>
                  <a:pt x="788670" y="56769"/>
                </a:lnTo>
                <a:lnTo>
                  <a:pt x="789203" y="75399"/>
                </a:lnTo>
                <a:lnTo>
                  <a:pt x="789330" y="83820"/>
                </a:lnTo>
                <a:lnTo>
                  <a:pt x="789432" y="362712"/>
                </a:lnTo>
                <a:lnTo>
                  <a:pt x="784860" y="368808"/>
                </a:lnTo>
                <a:lnTo>
                  <a:pt x="778764" y="370332"/>
                </a:lnTo>
                <a:lnTo>
                  <a:pt x="771296" y="371792"/>
                </a:lnTo>
                <a:lnTo>
                  <a:pt x="760095" y="371665"/>
                </a:lnTo>
                <a:lnTo>
                  <a:pt x="744905" y="370128"/>
                </a:lnTo>
                <a:lnTo>
                  <a:pt x="725424" y="367284"/>
                </a:lnTo>
                <a:lnTo>
                  <a:pt x="722376" y="374904"/>
                </a:lnTo>
                <a:lnTo>
                  <a:pt x="745528" y="381215"/>
                </a:lnTo>
                <a:lnTo>
                  <a:pt x="762381" y="388810"/>
                </a:lnTo>
                <a:lnTo>
                  <a:pt x="772960" y="397840"/>
                </a:lnTo>
                <a:lnTo>
                  <a:pt x="777240" y="408432"/>
                </a:lnTo>
                <a:lnTo>
                  <a:pt x="793013" y="401599"/>
                </a:lnTo>
                <a:lnTo>
                  <a:pt x="803910" y="392620"/>
                </a:lnTo>
                <a:lnTo>
                  <a:pt x="810247" y="381647"/>
                </a:lnTo>
                <a:lnTo>
                  <a:pt x="811822" y="371792"/>
                </a:lnTo>
                <a:lnTo>
                  <a:pt x="812292" y="368808"/>
                </a:lnTo>
                <a:lnTo>
                  <a:pt x="812292" y="39624"/>
                </a:lnTo>
                <a:lnTo>
                  <a:pt x="826008" y="2895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" name="object 43"/>
          <p:cNvSpPr/>
          <p:nvPr/>
        </p:nvSpPr>
        <p:spPr>
          <a:xfrm>
            <a:off x="8445960" y="2529839"/>
            <a:ext cx="62865" cy="165100"/>
          </a:xfrm>
          <a:custGeom>
            <a:avLst/>
            <a:gdLst/>
            <a:ahLst/>
            <a:cxnLst/>
            <a:rect l="l" t="t" r="r" b="b"/>
            <a:pathLst>
              <a:path w="62865" h="165100">
                <a:moveTo>
                  <a:pt x="33575" y="164592"/>
                </a:moveTo>
                <a:lnTo>
                  <a:pt x="25955" y="164592"/>
                </a:lnTo>
                <a:lnTo>
                  <a:pt x="21383" y="163068"/>
                </a:lnTo>
                <a:lnTo>
                  <a:pt x="0" y="125801"/>
                </a:lnTo>
                <a:lnTo>
                  <a:pt x="1952" y="119062"/>
                </a:lnTo>
                <a:lnTo>
                  <a:pt x="5619" y="113752"/>
                </a:lnTo>
                <a:lnTo>
                  <a:pt x="10715" y="109728"/>
                </a:lnTo>
                <a:lnTo>
                  <a:pt x="16811" y="106680"/>
                </a:lnTo>
                <a:lnTo>
                  <a:pt x="24431" y="103632"/>
                </a:lnTo>
                <a:lnTo>
                  <a:pt x="36623" y="103632"/>
                </a:lnTo>
                <a:lnTo>
                  <a:pt x="44243" y="106680"/>
                </a:lnTo>
                <a:lnTo>
                  <a:pt x="50339" y="111252"/>
                </a:lnTo>
                <a:lnTo>
                  <a:pt x="57959" y="115824"/>
                </a:lnTo>
                <a:lnTo>
                  <a:pt x="61007" y="123444"/>
                </a:lnTo>
                <a:lnTo>
                  <a:pt x="61007" y="134112"/>
                </a:lnTo>
                <a:lnTo>
                  <a:pt x="39671" y="163068"/>
                </a:lnTo>
                <a:lnTo>
                  <a:pt x="33575" y="164592"/>
                </a:lnTo>
                <a:close/>
              </a:path>
              <a:path w="62865" h="165100">
                <a:moveTo>
                  <a:pt x="33575" y="60960"/>
                </a:moveTo>
                <a:lnTo>
                  <a:pt x="24431" y="60960"/>
                </a:lnTo>
                <a:lnTo>
                  <a:pt x="18335" y="57912"/>
                </a:lnTo>
                <a:lnTo>
                  <a:pt x="10715" y="53340"/>
                </a:lnTo>
                <a:lnTo>
                  <a:pt x="5619" y="48458"/>
                </a:lnTo>
                <a:lnTo>
                  <a:pt x="1952" y="42862"/>
                </a:lnTo>
                <a:lnTo>
                  <a:pt x="0" y="36409"/>
                </a:lnTo>
                <a:lnTo>
                  <a:pt x="47" y="28956"/>
                </a:lnTo>
                <a:lnTo>
                  <a:pt x="27479" y="0"/>
                </a:lnTo>
                <a:lnTo>
                  <a:pt x="36623" y="0"/>
                </a:lnTo>
                <a:lnTo>
                  <a:pt x="42719" y="1524"/>
                </a:lnTo>
                <a:lnTo>
                  <a:pt x="50339" y="6096"/>
                </a:lnTo>
                <a:lnTo>
                  <a:pt x="56102" y="9477"/>
                </a:lnTo>
                <a:lnTo>
                  <a:pt x="59864" y="14859"/>
                </a:lnTo>
                <a:lnTo>
                  <a:pt x="61912" y="21955"/>
                </a:lnTo>
                <a:lnTo>
                  <a:pt x="62531" y="30480"/>
                </a:lnTo>
                <a:lnTo>
                  <a:pt x="61674" y="38790"/>
                </a:lnTo>
                <a:lnTo>
                  <a:pt x="59102" y="45529"/>
                </a:lnTo>
                <a:lnTo>
                  <a:pt x="54816" y="50839"/>
                </a:lnTo>
                <a:lnTo>
                  <a:pt x="48815" y="54864"/>
                </a:lnTo>
                <a:lnTo>
                  <a:pt x="39671" y="57912"/>
                </a:lnTo>
                <a:lnTo>
                  <a:pt x="33575" y="6096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pic>
        <p:nvPicPr>
          <p:cNvPr id="44" name="object 44"/>
          <p:cNvPicPr/>
          <p:nvPr/>
        </p:nvPicPr>
        <p:blipFill>
          <a:blip r:embed="rId10" cstate="print"/>
          <a:stretch>
            <a:fillRect/>
          </a:stretch>
        </p:blipFill>
        <p:spPr>
          <a:xfrm>
            <a:off x="1787652" y="3124200"/>
            <a:ext cx="181355" cy="172212"/>
          </a:xfrm>
          <a:prstGeom prst="rect">
            <a:avLst/>
          </a:prstGeom>
        </p:spPr>
      </p:pic>
      <p:sp>
        <p:nvSpPr>
          <p:cNvPr id="45" name="object 45"/>
          <p:cNvSpPr/>
          <p:nvPr/>
        </p:nvSpPr>
        <p:spPr>
          <a:xfrm>
            <a:off x="2179307" y="3003803"/>
            <a:ext cx="571500" cy="417830"/>
          </a:xfrm>
          <a:custGeom>
            <a:avLst/>
            <a:gdLst/>
            <a:ahLst/>
            <a:cxnLst/>
            <a:rect l="l" t="t" r="r" b="b"/>
            <a:pathLst>
              <a:path w="571500" h="417829">
                <a:moveTo>
                  <a:pt x="249936" y="326136"/>
                </a:moveTo>
                <a:lnTo>
                  <a:pt x="145580" y="198120"/>
                </a:lnTo>
                <a:lnTo>
                  <a:pt x="135636" y="185928"/>
                </a:lnTo>
                <a:lnTo>
                  <a:pt x="149910" y="179362"/>
                </a:lnTo>
                <a:lnTo>
                  <a:pt x="162877" y="171069"/>
                </a:lnTo>
                <a:lnTo>
                  <a:pt x="173888" y="161544"/>
                </a:lnTo>
                <a:lnTo>
                  <a:pt x="174434" y="161074"/>
                </a:lnTo>
                <a:lnTo>
                  <a:pt x="198120" y="123063"/>
                </a:lnTo>
                <a:lnTo>
                  <a:pt x="202692" y="89916"/>
                </a:lnTo>
                <a:lnTo>
                  <a:pt x="202107" y="77901"/>
                </a:lnTo>
                <a:lnTo>
                  <a:pt x="186969" y="39624"/>
                </a:lnTo>
                <a:lnTo>
                  <a:pt x="156972" y="14668"/>
                </a:lnTo>
                <a:lnTo>
                  <a:pt x="156972" y="83820"/>
                </a:lnTo>
                <a:lnTo>
                  <a:pt x="156972" y="92964"/>
                </a:lnTo>
                <a:lnTo>
                  <a:pt x="149352" y="131064"/>
                </a:lnTo>
                <a:lnTo>
                  <a:pt x="114300" y="158496"/>
                </a:lnTo>
                <a:lnTo>
                  <a:pt x="80772" y="161544"/>
                </a:lnTo>
                <a:lnTo>
                  <a:pt x="42672" y="161544"/>
                </a:lnTo>
                <a:lnTo>
                  <a:pt x="42672" y="39624"/>
                </a:lnTo>
                <a:lnTo>
                  <a:pt x="85344" y="39624"/>
                </a:lnTo>
                <a:lnTo>
                  <a:pt x="94183" y="39674"/>
                </a:lnTo>
                <a:lnTo>
                  <a:pt x="102298" y="40005"/>
                </a:lnTo>
                <a:lnTo>
                  <a:pt x="109562" y="40919"/>
                </a:lnTo>
                <a:lnTo>
                  <a:pt x="115824" y="42672"/>
                </a:lnTo>
                <a:lnTo>
                  <a:pt x="123444" y="44196"/>
                </a:lnTo>
                <a:lnTo>
                  <a:pt x="155448" y="76200"/>
                </a:lnTo>
                <a:lnTo>
                  <a:pt x="156972" y="83820"/>
                </a:lnTo>
                <a:lnTo>
                  <a:pt x="156972" y="14668"/>
                </a:lnTo>
                <a:lnTo>
                  <a:pt x="119824" y="4343"/>
                </a:lnTo>
                <a:lnTo>
                  <a:pt x="83820" y="3048"/>
                </a:lnTo>
                <a:lnTo>
                  <a:pt x="0" y="3048"/>
                </a:lnTo>
                <a:lnTo>
                  <a:pt x="0" y="326136"/>
                </a:lnTo>
                <a:lnTo>
                  <a:pt x="42672" y="326136"/>
                </a:lnTo>
                <a:lnTo>
                  <a:pt x="42672" y="198120"/>
                </a:lnTo>
                <a:lnTo>
                  <a:pt x="91440" y="198120"/>
                </a:lnTo>
                <a:lnTo>
                  <a:pt x="195072" y="326136"/>
                </a:lnTo>
                <a:lnTo>
                  <a:pt x="249936" y="326136"/>
                </a:lnTo>
                <a:close/>
              </a:path>
              <a:path w="571500" h="417829">
                <a:moveTo>
                  <a:pt x="446532" y="160020"/>
                </a:moveTo>
                <a:lnTo>
                  <a:pt x="440436" y="121920"/>
                </a:lnTo>
                <a:lnTo>
                  <a:pt x="413512" y="90855"/>
                </a:lnTo>
                <a:lnTo>
                  <a:pt x="370522" y="78676"/>
                </a:lnTo>
                <a:lnTo>
                  <a:pt x="347472" y="77724"/>
                </a:lnTo>
                <a:lnTo>
                  <a:pt x="337185" y="77990"/>
                </a:lnTo>
                <a:lnTo>
                  <a:pt x="287464" y="85153"/>
                </a:lnTo>
                <a:lnTo>
                  <a:pt x="274320" y="88392"/>
                </a:lnTo>
                <a:lnTo>
                  <a:pt x="274320" y="129540"/>
                </a:lnTo>
                <a:lnTo>
                  <a:pt x="275844" y="129540"/>
                </a:lnTo>
                <a:lnTo>
                  <a:pt x="295465" y="122872"/>
                </a:lnTo>
                <a:lnTo>
                  <a:pt x="304787" y="119900"/>
                </a:lnTo>
                <a:lnTo>
                  <a:pt x="347472" y="114300"/>
                </a:lnTo>
                <a:lnTo>
                  <a:pt x="362712" y="114300"/>
                </a:lnTo>
                <a:lnTo>
                  <a:pt x="370332" y="115824"/>
                </a:lnTo>
                <a:lnTo>
                  <a:pt x="377952" y="115824"/>
                </a:lnTo>
                <a:lnTo>
                  <a:pt x="406869" y="149148"/>
                </a:lnTo>
                <a:lnTo>
                  <a:pt x="406908" y="166116"/>
                </a:lnTo>
                <a:lnTo>
                  <a:pt x="406908" y="199644"/>
                </a:lnTo>
                <a:lnTo>
                  <a:pt x="406908" y="266700"/>
                </a:lnTo>
                <a:lnTo>
                  <a:pt x="399796" y="272376"/>
                </a:lnTo>
                <a:lnTo>
                  <a:pt x="392239" y="277749"/>
                </a:lnTo>
                <a:lnTo>
                  <a:pt x="384416" y="282562"/>
                </a:lnTo>
                <a:lnTo>
                  <a:pt x="376428" y="286512"/>
                </a:lnTo>
                <a:lnTo>
                  <a:pt x="369023" y="290512"/>
                </a:lnTo>
                <a:lnTo>
                  <a:pt x="360616" y="293370"/>
                </a:lnTo>
                <a:lnTo>
                  <a:pt x="351358" y="295084"/>
                </a:lnTo>
                <a:lnTo>
                  <a:pt x="341376" y="295656"/>
                </a:lnTo>
                <a:lnTo>
                  <a:pt x="331431" y="294855"/>
                </a:lnTo>
                <a:lnTo>
                  <a:pt x="298894" y="271272"/>
                </a:lnTo>
                <a:lnTo>
                  <a:pt x="295656" y="252984"/>
                </a:lnTo>
                <a:lnTo>
                  <a:pt x="296468" y="244398"/>
                </a:lnTo>
                <a:lnTo>
                  <a:pt x="326047" y="211607"/>
                </a:lnTo>
                <a:lnTo>
                  <a:pt x="389763" y="200596"/>
                </a:lnTo>
                <a:lnTo>
                  <a:pt x="406908" y="199644"/>
                </a:lnTo>
                <a:lnTo>
                  <a:pt x="406908" y="166116"/>
                </a:lnTo>
                <a:lnTo>
                  <a:pt x="390956" y="167284"/>
                </a:lnTo>
                <a:lnTo>
                  <a:pt x="375285" y="168592"/>
                </a:lnTo>
                <a:lnTo>
                  <a:pt x="360197" y="170192"/>
                </a:lnTo>
                <a:lnTo>
                  <a:pt x="345948" y="172212"/>
                </a:lnTo>
                <a:lnTo>
                  <a:pt x="332790" y="173913"/>
                </a:lnTo>
                <a:lnTo>
                  <a:pt x="287896" y="190436"/>
                </a:lnTo>
                <a:lnTo>
                  <a:pt x="260299" y="222173"/>
                </a:lnTo>
                <a:lnTo>
                  <a:pt x="254508" y="256032"/>
                </a:lnTo>
                <a:lnTo>
                  <a:pt x="254800" y="264020"/>
                </a:lnTo>
                <a:lnTo>
                  <a:pt x="266319" y="300418"/>
                </a:lnTo>
                <a:lnTo>
                  <a:pt x="275844" y="310896"/>
                </a:lnTo>
                <a:lnTo>
                  <a:pt x="280708" y="316090"/>
                </a:lnTo>
                <a:lnTo>
                  <a:pt x="319925" y="331952"/>
                </a:lnTo>
                <a:lnTo>
                  <a:pt x="327660" y="332232"/>
                </a:lnTo>
                <a:lnTo>
                  <a:pt x="336257" y="332193"/>
                </a:lnTo>
                <a:lnTo>
                  <a:pt x="343852" y="331851"/>
                </a:lnTo>
                <a:lnTo>
                  <a:pt x="350596" y="330949"/>
                </a:lnTo>
                <a:lnTo>
                  <a:pt x="356616" y="329184"/>
                </a:lnTo>
                <a:lnTo>
                  <a:pt x="362712" y="327660"/>
                </a:lnTo>
                <a:lnTo>
                  <a:pt x="370332" y="324612"/>
                </a:lnTo>
                <a:lnTo>
                  <a:pt x="382524" y="318516"/>
                </a:lnTo>
                <a:lnTo>
                  <a:pt x="387096" y="315468"/>
                </a:lnTo>
                <a:lnTo>
                  <a:pt x="399288" y="306324"/>
                </a:lnTo>
                <a:lnTo>
                  <a:pt x="403860" y="303276"/>
                </a:lnTo>
                <a:lnTo>
                  <a:pt x="406908" y="300228"/>
                </a:lnTo>
                <a:lnTo>
                  <a:pt x="406908" y="326136"/>
                </a:lnTo>
                <a:lnTo>
                  <a:pt x="446532" y="326136"/>
                </a:lnTo>
                <a:lnTo>
                  <a:pt x="446532" y="300228"/>
                </a:lnTo>
                <a:lnTo>
                  <a:pt x="446532" y="295656"/>
                </a:lnTo>
                <a:lnTo>
                  <a:pt x="446532" y="199644"/>
                </a:lnTo>
                <a:lnTo>
                  <a:pt x="446532" y="160020"/>
                </a:lnTo>
                <a:close/>
              </a:path>
              <a:path w="571500" h="417829">
                <a:moveTo>
                  <a:pt x="571500" y="83820"/>
                </a:moveTo>
                <a:lnTo>
                  <a:pt x="486156" y="83820"/>
                </a:lnTo>
                <a:lnTo>
                  <a:pt x="486156" y="117348"/>
                </a:lnTo>
                <a:lnTo>
                  <a:pt x="530352" y="117348"/>
                </a:lnTo>
                <a:lnTo>
                  <a:pt x="530352" y="316992"/>
                </a:lnTo>
                <a:lnTo>
                  <a:pt x="530123" y="324954"/>
                </a:lnTo>
                <a:lnTo>
                  <a:pt x="529590" y="332613"/>
                </a:lnTo>
                <a:lnTo>
                  <a:pt x="529069" y="339712"/>
                </a:lnTo>
                <a:lnTo>
                  <a:pt x="528828" y="345948"/>
                </a:lnTo>
                <a:lnTo>
                  <a:pt x="527304" y="353568"/>
                </a:lnTo>
                <a:lnTo>
                  <a:pt x="525780" y="359664"/>
                </a:lnTo>
                <a:lnTo>
                  <a:pt x="521208" y="365760"/>
                </a:lnTo>
                <a:lnTo>
                  <a:pt x="518160" y="371856"/>
                </a:lnTo>
                <a:lnTo>
                  <a:pt x="480060" y="382524"/>
                </a:lnTo>
                <a:lnTo>
                  <a:pt x="475488" y="382524"/>
                </a:lnTo>
                <a:lnTo>
                  <a:pt x="472440" y="381000"/>
                </a:lnTo>
                <a:lnTo>
                  <a:pt x="464820" y="381000"/>
                </a:lnTo>
                <a:lnTo>
                  <a:pt x="460248" y="379476"/>
                </a:lnTo>
                <a:lnTo>
                  <a:pt x="455676" y="379476"/>
                </a:lnTo>
                <a:lnTo>
                  <a:pt x="455676" y="416052"/>
                </a:lnTo>
                <a:lnTo>
                  <a:pt x="460248" y="416052"/>
                </a:lnTo>
                <a:lnTo>
                  <a:pt x="466344" y="417576"/>
                </a:lnTo>
                <a:lnTo>
                  <a:pt x="487680" y="417576"/>
                </a:lnTo>
                <a:lnTo>
                  <a:pt x="505993" y="416394"/>
                </a:lnTo>
                <a:lnTo>
                  <a:pt x="548640" y="396240"/>
                </a:lnTo>
                <a:lnTo>
                  <a:pt x="559650" y="382524"/>
                </a:lnTo>
                <a:lnTo>
                  <a:pt x="565785" y="370141"/>
                </a:lnTo>
                <a:lnTo>
                  <a:pt x="570077" y="353174"/>
                </a:lnTo>
                <a:lnTo>
                  <a:pt x="571500" y="333756"/>
                </a:lnTo>
                <a:lnTo>
                  <a:pt x="571500" y="83820"/>
                </a:lnTo>
                <a:close/>
              </a:path>
              <a:path w="571500" h="417829">
                <a:moveTo>
                  <a:pt x="571500" y="0"/>
                </a:moveTo>
                <a:lnTo>
                  <a:pt x="524256" y="0"/>
                </a:lnTo>
                <a:lnTo>
                  <a:pt x="524256" y="42672"/>
                </a:lnTo>
                <a:lnTo>
                  <a:pt x="571500" y="42672"/>
                </a:lnTo>
                <a:lnTo>
                  <a:pt x="57150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" name="object 46"/>
          <p:cNvSpPr/>
          <p:nvPr/>
        </p:nvSpPr>
        <p:spPr>
          <a:xfrm>
            <a:off x="2935223" y="2962655"/>
            <a:ext cx="411480" cy="408940"/>
          </a:xfrm>
          <a:custGeom>
            <a:avLst/>
            <a:gdLst/>
            <a:ahLst/>
            <a:cxnLst/>
            <a:rect l="l" t="t" r="r" b="b"/>
            <a:pathLst>
              <a:path w="411479" h="408939">
                <a:moveTo>
                  <a:pt x="99059" y="100584"/>
                </a:moveTo>
                <a:lnTo>
                  <a:pt x="76199" y="100584"/>
                </a:lnTo>
                <a:lnTo>
                  <a:pt x="76153" y="64008"/>
                </a:lnTo>
                <a:lnTo>
                  <a:pt x="76029" y="43410"/>
                </a:lnTo>
                <a:lnTo>
                  <a:pt x="75910" y="35052"/>
                </a:lnTo>
                <a:lnTo>
                  <a:pt x="75557" y="17430"/>
                </a:lnTo>
                <a:lnTo>
                  <a:pt x="74675" y="0"/>
                </a:lnTo>
                <a:lnTo>
                  <a:pt x="112775" y="19812"/>
                </a:lnTo>
                <a:lnTo>
                  <a:pt x="99059" y="32004"/>
                </a:lnTo>
                <a:lnTo>
                  <a:pt x="99059" y="100584"/>
                </a:lnTo>
                <a:close/>
              </a:path>
              <a:path w="411479" h="408939">
                <a:moveTo>
                  <a:pt x="268223" y="68580"/>
                </a:moveTo>
                <a:lnTo>
                  <a:pt x="263651" y="68580"/>
                </a:lnTo>
                <a:lnTo>
                  <a:pt x="260603" y="64008"/>
                </a:lnTo>
                <a:lnTo>
                  <a:pt x="259079" y="54864"/>
                </a:lnTo>
                <a:lnTo>
                  <a:pt x="254531" y="43410"/>
                </a:lnTo>
                <a:lnTo>
                  <a:pt x="247840" y="31813"/>
                </a:lnTo>
                <a:lnTo>
                  <a:pt x="239046" y="19812"/>
                </a:lnTo>
                <a:lnTo>
                  <a:pt x="228599" y="7620"/>
                </a:lnTo>
                <a:lnTo>
                  <a:pt x="234695" y="4572"/>
                </a:lnTo>
                <a:lnTo>
                  <a:pt x="249031" y="12263"/>
                </a:lnTo>
                <a:lnTo>
                  <a:pt x="260222" y="19240"/>
                </a:lnTo>
                <a:lnTo>
                  <a:pt x="268557" y="25360"/>
                </a:lnTo>
                <a:lnTo>
                  <a:pt x="274319" y="30480"/>
                </a:lnTo>
                <a:lnTo>
                  <a:pt x="280415" y="35052"/>
                </a:lnTo>
                <a:lnTo>
                  <a:pt x="283463" y="39624"/>
                </a:lnTo>
                <a:lnTo>
                  <a:pt x="283463" y="48768"/>
                </a:lnTo>
                <a:lnTo>
                  <a:pt x="280415" y="53340"/>
                </a:lnTo>
                <a:lnTo>
                  <a:pt x="271271" y="65532"/>
                </a:lnTo>
                <a:lnTo>
                  <a:pt x="268223" y="68580"/>
                </a:lnTo>
                <a:close/>
              </a:path>
              <a:path w="411479" h="408939">
                <a:moveTo>
                  <a:pt x="173735" y="85344"/>
                </a:moveTo>
                <a:lnTo>
                  <a:pt x="158495" y="70104"/>
                </a:lnTo>
                <a:lnTo>
                  <a:pt x="342900" y="70104"/>
                </a:lnTo>
                <a:lnTo>
                  <a:pt x="361188" y="50292"/>
                </a:lnTo>
                <a:lnTo>
                  <a:pt x="391668" y="80772"/>
                </a:lnTo>
                <a:lnTo>
                  <a:pt x="211835" y="80772"/>
                </a:lnTo>
                <a:lnTo>
                  <a:pt x="200953" y="81057"/>
                </a:lnTo>
                <a:lnTo>
                  <a:pt x="191071" y="81915"/>
                </a:lnTo>
                <a:lnTo>
                  <a:pt x="182046" y="83343"/>
                </a:lnTo>
                <a:lnTo>
                  <a:pt x="173735" y="85344"/>
                </a:lnTo>
                <a:close/>
              </a:path>
              <a:path w="411479" h="408939">
                <a:moveTo>
                  <a:pt x="18287" y="115824"/>
                </a:moveTo>
                <a:lnTo>
                  <a:pt x="4571" y="100584"/>
                </a:lnTo>
                <a:lnTo>
                  <a:pt x="121919" y="100584"/>
                </a:lnTo>
                <a:lnTo>
                  <a:pt x="140207" y="82296"/>
                </a:lnTo>
                <a:lnTo>
                  <a:pt x="170687" y="111252"/>
                </a:lnTo>
                <a:lnTo>
                  <a:pt x="39623" y="111252"/>
                </a:lnTo>
                <a:lnTo>
                  <a:pt x="18287" y="115824"/>
                </a:lnTo>
                <a:close/>
              </a:path>
              <a:path w="411479" h="408939">
                <a:moveTo>
                  <a:pt x="289559" y="160020"/>
                </a:moveTo>
                <a:lnTo>
                  <a:pt x="280415" y="160020"/>
                </a:lnTo>
                <a:lnTo>
                  <a:pt x="283844" y="151971"/>
                </a:lnTo>
                <a:lnTo>
                  <a:pt x="287273" y="143637"/>
                </a:lnTo>
                <a:lnTo>
                  <a:pt x="290702" y="134731"/>
                </a:lnTo>
                <a:lnTo>
                  <a:pt x="294131" y="124968"/>
                </a:lnTo>
                <a:lnTo>
                  <a:pt x="298442" y="115514"/>
                </a:lnTo>
                <a:lnTo>
                  <a:pt x="302323" y="105346"/>
                </a:lnTo>
                <a:lnTo>
                  <a:pt x="305919" y="94321"/>
                </a:lnTo>
                <a:lnTo>
                  <a:pt x="309371" y="82296"/>
                </a:lnTo>
                <a:lnTo>
                  <a:pt x="344424" y="106680"/>
                </a:lnTo>
                <a:lnTo>
                  <a:pt x="329184" y="109728"/>
                </a:lnTo>
                <a:lnTo>
                  <a:pt x="317420" y="125730"/>
                </a:lnTo>
                <a:lnTo>
                  <a:pt x="307085" y="139446"/>
                </a:lnTo>
                <a:lnTo>
                  <a:pt x="297894" y="150876"/>
                </a:lnTo>
                <a:lnTo>
                  <a:pt x="289559" y="160020"/>
                </a:lnTo>
                <a:close/>
              </a:path>
              <a:path w="411479" h="408939">
                <a:moveTo>
                  <a:pt x="231647" y="156972"/>
                </a:moveTo>
                <a:lnTo>
                  <a:pt x="225551" y="156972"/>
                </a:lnTo>
                <a:lnTo>
                  <a:pt x="222503" y="152400"/>
                </a:lnTo>
                <a:lnTo>
                  <a:pt x="220979" y="141732"/>
                </a:lnTo>
                <a:lnTo>
                  <a:pt x="216931" y="130873"/>
                </a:lnTo>
                <a:lnTo>
                  <a:pt x="211454" y="118872"/>
                </a:lnTo>
                <a:lnTo>
                  <a:pt x="204263" y="105727"/>
                </a:lnTo>
                <a:lnTo>
                  <a:pt x="195071" y="91440"/>
                </a:lnTo>
                <a:lnTo>
                  <a:pt x="199643" y="86868"/>
                </a:lnTo>
                <a:lnTo>
                  <a:pt x="238005" y="116443"/>
                </a:lnTo>
                <a:lnTo>
                  <a:pt x="246887" y="132588"/>
                </a:lnTo>
                <a:lnTo>
                  <a:pt x="246887" y="138684"/>
                </a:lnTo>
                <a:lnTo>
                  <a:pt x="243839" y="143256"/>
                </a:lnTo>
                <a:lnTo>
                  <a:pt x="239267" y="149352"/>
                </a:lnTo>
                <a:lnTo>
                  <a:pt x="231647" y="156972"/>
                </a:lnTo>
                <a:close/>
              </a:path>
              <a:path w="411479" h="408939">
                <a:moveTo>
                  <a:pt x="22859" y="266699"/>
                </a:moveTo>
                <a:lnTo>
                  <a:pt x="0" y="236220"/>
                </a:lnTo>
                <a:lnTo>
                  <a:pt x="16621" y="231933"/>
                </a:lnTo>
                <a:lnTo>
                  <a:pt x="34670" y="225933"/>
                </a:lnTo>
                <a:lnTo>
                  <a:pt x="54435" y="218217"/>
                </a:lnTo>
                <a:lnTo>
                  <a:pt x="76199" y="208788"/>
                </a:lnTo>
                <a:lnTo>
                  <a:pt x="76199" y="111252"/>
                </a:lnTo>
                <a:lnTo>
                  <a:pt x="99059" y="111252"/>
                </a:lnTo>
                <a:lnTo>
                  <a:pt x="99059" y="199644"/>
                </a:lnTo>
                <a:lnTo>
                  <a:pt x="126201" y="199644"/>
                </a:lnTo>
                <a:lnTo>
                  <a:pt x="99059" y="216408"/>
                </a:lnTo>
                <a:lnTo>
                  <a:pt x="99059" y="228599"/>
                </a:lnTo>
                <a:lnTo>
                  <a:pt x="76199" y="228599"/>
                </a:lnTo>
                <a:lnTo>
                  <a:pt x="55006" y="241196"/>
                </a:lnTo>
                <a:lnTo>
                  <a:pt x="39242" y="251650"/>
                </a:lnTo>
                <a:lnTo>
                  <a:pt x="28622" y="260103"/>
                </a:lnTo>
                <a:lnTo>
                  <a:pt x="22859" y="266699"/>
                </a:lnTo>
                <a:close/>
              </a:path>
              <a:path w="411479" h="408939">
                <a:moveTo>
                  <a:pt x="147827" y="173736"/>
                </a:moveTo>
                <a:lnTo>
                  <a:pt x="134111" y="160020"/>
                </a:lnTo>
                <a:lnTo>
                  <a:pt x="355091" y="160020"/>
                </a:lnTo>
                <a:lnTo>
                  <a:pt x="374903" y="140208"/>
                </a:lnTo>
                <a:lnTo>
                  <a:pt x="406908" y="170688"/>
                </a:lnTo>
                <a:lnTo>
                  <a:pt x="163067" y="170688"/>
                </a:lnTo>
                <a:lnTo>
                  <a:pt x="147827" y="173736"/>
                </a:lnTo>
                <a:close/>
              </a:path>
              <a:path w="411479" h="408939">
                <a:moveTo>
                  <a:pt x="236219" y="242316"/>
                </a:moveTo>
                <a:lnTo>
                  <a:pt x="211835" y="242316"/>
                </a:lnTo>
                <a:lnTo>
                  <a:pt x="220408" y="222551"/>
                </a:lnTo>
                <a:lnTo>
                  <a:pt x="227837" y="204216"/>
                </a:lnTo>
                <a:lnTo>
                  <a:pt x="234124" y="187023"/>
                </a:lnTo>
                <a:lnTo>
                  <a:pt x="239267" y="170688"/>
                </a:lnTo>
                <a:lnTo>
                  <a:pt x="243839" y="170688"/>
                </a:lnTo>
                <a:lnTo>
                  <a:pt x="274319" y="190500"/>
                </a:lnTo>
                <a:lnTo>
                  <a:pt x="260603" y="196596"/>
                </a:lnTo>
                <a:lnTo>
                  <a:pt x="236219" y="242316"/>
                </a:lnTo>
                <a:close/>
              </a:path>
              <a:path w="411479" h="408939">
                <a:moveTo>
                  <a:pt x="126201" y="199644"/>
                </a:moveTo>
                <a:lnTo>
                  <a:pt x="99059" y="199644"/>
                </a:lnTo>
                <a:lnTo>
                  <a:pt x="147827" y="179832"/>
                </a:lnTo>
                <a:lnTo>
                  <a:pt x="150875" y="184404"/>
                </a:lnTo>
                <a:lnTo>
                  <a:pt x="126201" y="199644"/>
                </a:lnTo>
                <a:close/>
              </a:path>
              <a:path w="411479" h="408939">
                <a:moveTo>
                  <a:pt x="129539" y="256032"/>
                </a:moveTo>
                <a:lnTo>
                  <a:pt x="115823" y="242316"/>
                </a:lnTo>
                <a:lnTo>
                  <a:pt x="361188" y="242316"/>
                </a:lnTo>
                <a:lnTo>
                  <a:pt x="382524" y="220980"/>
                </a:lnTo>
                <a:lnTo>
                  <a:pt x="411479" y="252984"/>
                </a:lnTo>
                <a:lnTo>
                  <a:pt x="146303" y="252984"/>
                </a:lnTo>
                <a:lnTo>
                  <a:pt x="129539" y="256032"/>
                </a:lnTo>
                <a:close/>
              </a:path>
              <a:path w="411479" h="408939">
                <a:moveTo>
                  <a:pt x="98257" y="368808"/>
                </a:moveTo>
                <a:lnTo>
                  <a:pt x="67055" y="368808"/>
                </a:lnTo>
                <a:lnTo>
                  <a:pt x="73151" y="367284"/>
                </a:lnTo>
                <a:lnTo>
                  <a:pt x="76199" y="362712"/>
                </a:lnTo>
                <a:lnTo>
                  <a:pt x="76199" y="228599"/>
                </a:lnTo>
                <a:lnTo>
                  <a:pt x="99059" y="228599"/>
                </a:lnTo>
                <a:lnTo>
                  <a:pt x="99059" y="364236"/>
                </a:lnTo>
                <a:lnTo>
                  <a:pt x="98257" y="368808"/>
                </a:lnTo>
                <a:close/>
              </a:path>
              <a:path w="411479" h="408939">
                <a:moveTo>
                  <a:pt x="109727" y="408432"/>
                </a:moveTo>
                <a:lnTo>
                  <a:pt x="109727" y="402336"/>
                </a:lnTo>
                <a:lnTo>
                  <a:pt x="128039" y="399240"/>
                </a:lnTo>
                <a:lnTo>
                  <a:pt x="146494" y="394716"/>
                </a:lnTo>
                <a:lnTo>
                  <a:pt x="184403" y="382524"/>
                </a:lnTo>
                <a:lnTo>
                  <a:pt x="223075" y="363093"/>
                </a:lnTo>
                <a:lnTo>
                  <a:pt x="260603" y="336804"/>
                </a:lnTo>
                <a:lnTo>
                  <a:pt x="240387" y="329136"/>
                </a:lnTo>
                <a:lnTo>
                  <a:pt x="218884" y="322326"/>
                </a:lnTo>
                <a:lnTo>
                  <a:pt x="196524" y="316658"/>
                </a:lnTo>
                <a:lnTo>
                  <a:pt x="173735" y="312420"/>
                </a:lnTo>
                <a:lnTo>
                  <a:pt x="181998" y="297561"/>
                </a:lnTo>
                <a:lnTo>
                  <a:pt x="190690" y="282702"/>
                </a:lnTo>
                <a:lnTo>
                  <a:pt x="199667" y="267843"/>
                </a:lnTo>
                <a:lnTo>
                  <a:pt x="208787" y="252984"/>
                </a:lnTo>
                <a:lnTo>
                  <a:pt x="233171" y="252984"/>
                </a:lnTo>
                <a:lnTo>
                  <a:pt x="225147" y="265818"/>
                </a:lnTo>
                <a:lnTo>
                  <a:pt x="216979" y="279082"/>
                </a:lnTo>
                <a:lnTo>
                  <a:pt x="208526" y="292631"/>
                </a:lnTo>
                <a:lnTo>
                  <a:pt x="199643" y="306323"/>
                </a:lnTo>
                <a:lnTo>
                  <a:pt x="218789" y="309991"/>
                </a:lnTo>
                <a:lnTo>
                  <a:pt x="249725" y="316658"/>
                </a:lnTo>
                <a:lnTo>
                  <a:pt x="272795" y="321564"/>
                </a:lnTo>
                <a:lnTo>
                  <a:pt x="301005" y="321564"/>
                </a:lnTo>
                <a:lnTo>
                  <a:pt x="295655" y="329184"/>
                </a:lnTo>
                <a:lnTo>
                  <a:pt x="312229" y="335137"/>
                </a:lnTo>
                <a:lnTo>
                  <a:pt x="327659" y="341376"/>
                </a:lnTo>
                <a:lnTo>
                  <a:pt x="334640" y="344424"/>
                </a:lnTo>
                <a:lnTo>
                  <a:pt x="283463" y="344424"/>
                </a:lnTo>
                <a:lnTo>
                  <a:pt x="268914" y="356449"/>
                </a:lnTo>
                <a:lnTo>
                  <a:pt x="235243" y="377642"/>
                </a:lnTo>
                <a:lnTo>
                  <a:pt x="195024" y="394501"/>
                </a:lnTo>
                <a:lnTo>
                  <a:pt x="141398" y="405312"/>
                </a:lnTo>
                <a:lnTo>
                  <a:pt x="109727" y="408432"/>
                </a:lnTo>
                <a:close/>
              </a:path>
              <a:path w="411479" h="408939">
                <a:moveTo>
                  <a:pt x="301005" y="321564"/>
                </a:moveTo>
                <a:lnTo>
                  <a:pt x="272795" y="321564"/>
                </a:lnTo>
                <a:lnTo>
                  <a:pt x="283678" y="306133"/>
                </a:lnTo>
                <a:lnTo>
                  <a:pt x="293560" y="289560"/>
                </a:lnTo>
                <a:lnTo>
                  <a:pt x="302585" y="271843"/>
                </a:lnTo>
                <a:lnTo>
                  <a:pt x="310895" y="252984"/>
                </a:lnTo>
                <a:lnTo>
                  <a:pt x="338327" y="252984"/>
                </a:lnTo>
                <a:lnTo>
                  <a:pt x="326088" y="278391"/>
                </a:lnTo>
                <a:lnTo>
                  <a:pt x="314706" y="299656"/>
                </a:lnTo>
                <a:lnTo>
                  <a:pt x="304449" y="316658"/>
                </a:lnTo>
                <a:lnTo>
                  <a:pt x="301005" y="321564"/>
                </a:lnTo>
                <a:close/>
              </a:path>
              <a:path w="411479" h="408939">
                <a:moveTo>
                  <a:pt x="381000" y="406908"/>
                </a:moveTo>
                <a:lnTo>
                  <a:pt x="374903" y="406908"/>
                </a:lnTo>
                <a:lnTo>
                  <a:pt x="370332" y="403860"/>
                </a:lnTo>
                <a:lnTo>
                  <a:pt x="362712" y="396240"/>
                </a:lnTo>
                <a:lnTo>
                  <a:pt x="354604" y="388429"/>
                </a:lnTo>
                <a:lnTo>
                  <a:pt x="321825" y="363712"/>
                </a:lnTo>
                <a:lnTo>
                  <a:pt x="283463" y="344424"/>
                </a:lnTo>
                <a:lnTo>
                  <a:pt x="334640" y="344424"/>
                </a:lnTo>
                <a:lnTo>
                  <a:pt x="373951" y="366141"/>
                </a:lnTo>
                <a:lnTo>
                  <a:pt x="387096" y="400812"/>
                </a:lnTo>
                <a:lnTo>
                  <a:pt x="381000" y="406908"/>
                </a:lnTo>
                <a:close/>
              </a:path>
              <a:path w="411479" h="408939">
                <a:moveTo>
                  <a:pt x="64007" y="406908"/>
                </a:moveTo>
                <a:lnTo>
                  <a:pt x="62912" y="397740"/>
                </a:lnTo>
                <a:lnTo>
                  <a:pt x="55244" y="388429"/>
                </a:lnTo>
                <a:lnTo>
                  <a:pt x="41290" y="378833"/>
                </a:lnTo>
                <a:lnTo>
                  <a:pt x="21335" y="368808"/>
                </a:lnTo>
                <a:lnTo>
                  <a:pt x="21335" y="362712"/>
                </a:lnTo>
                <a:lnTo>
                  <a:pt x="37909" y="365593"/>
                </a:lnTo>
                <a:lnTo>
                  <a:pt x="51053" y="367474"/>
                </a:lnTo>
                <a:lnTo>
                  <a:pt x="60769" y="368498"/>
                </a:lnTo>
                <a:lnTo>
                  <a:pt x="67055" y="368808"/>
                </a:lnTo>
                <a:lnTo>
                  <a:pt x="98257" y="368808"/>
                </a:lnTo>
                <a:lnTo>
                  <a:pt x="96797" y="377118"/>
                </a:lnTo>
                <a:lnTo>
                  <a:pt x="90106" y="388429"/>
                </a:lnTo>
                <a:lnTo>
                  <a:pt x="79128" y="398311"/>
                </a:lnTo>
                <a:lnTo>
                  <a:pt x="64007" y="40690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" name="object 47"/>
          <p:cNvSpPr/>
          <p:nvPr/>
        </p:nvSpPr>
        <p:spPr>
          <a:xfrm>
            <a:off x="3396996" y="2962655"/>
            <a:ext cx="394970" cy="413384"/>
          </a:xfrm>
          <a:custGeom>
            <a:avLst/>
            <a:gdLst/>
            <a:ahLst/>
            <a:cxnLst/>
            <a:rect l="l" t="t" r="r" b="b"/>
            <a:pathLst>
              <a:path w="394970" h="413385">
                <a:moveTo>
                  <a:pt x="135635" y="220980"/>
                </a:moveTo>
                <a:lnTo>
                  <a:pt x="131063" y="217932"/>
                </a:lnTo>
                <a:lnTo>
                  <a:pt x="149351" y="179173"/>
                </a:lnTo>
                <a:lnTo>
                  <a:pt x="165811" y="137928"/>
                </a:lnTo>
                <a:lnTo>
                  <a:pt x="180441" y="94268"/>
                </a:lnTo>
                <a:lnTo>
                  <a:pt x="193243" y="48268"/>
                </a:lnTo>
                <a:lnTo>
                  <a:pt x="204215" y="0"/>
                </a:lnTo>
                <a:lnTo>
                  <a:pt x="246887" y="21336"/>
                </a:lnTo>
                <a:lnTo>
                  <a:pt x="230123" y="30480"/>
                </a:lnTo>
                <a:lnTo>
                  <a:pt x="222980" y="47315"/>
                </a:lnTo>
                <a:lnTo>
                  <a:pt x="198119" y="106680"/>
                </a:lnTo>
                <a:lnTo>
                  <a:pt x="377952" y="106680"/>
                </a:lnTo>
                <a:lnTo>
                  <a:pt x="388620" y="117348"/>
                </a:lnTo>
                <a:lnTo>
                  <a:pt x="198119" y="117348"/>
                </a:lnTo>
                <a:lnTo>
                  <a:pt x="198777" y="120396"/>
                </a:lnTo>
                <a:lnTo>
                  <a:pt x="192023" y="120396"/>
                </a:lnTo>
                <a:lnTo>
                  <a:pt x="179141" y="148113"/>
                </a:lnTo>
                <a:lnTo>
                  <a:pt x="165544" y="174117"/>
                </a:lnTo>
                <a:lnTo>
                  <a:pt x="151090" y="198405"/>
                </a:lnTo>
                <a:lnTo>
                  <a:pt x="135635" y="220980"/>
                </a:lnTo>
                <a:close/>
              </a:path>
              <a:path w="394970" h="413385">
                <a:moveTo>
                  <a:pt x="68278" y="268224"/>
                </a:moveTo>
                <a:lnTo>
                  <a:pt x="30479" y="268224"/>
                </a:lnTo>
                <a:lnTo>
                  <a:pt x="88391" y="246888"/>
                </a:lnTo>
                <a:lnTo>
                  <a:pt x="88294" y="120396"/>
                </a:lnTo>
                <a:lnTo>
                  <a:pt x="88062" y="71213"/>
                </a:lnTo>
                <a:lnTo>
                  <a:pt x="87649" y="35052"/>
                </a:lnTo>
                <a:lnTo>
                  <a:pt x="87581" y="30480"/>
                </a:lnTo>
                <a:lnTo>
                  <a:pt x="86867" y="1524"/>
                </a:lnTo>
                <a:lnTo>
                  <a:pt x="126491" y="21336"/>
                </a:lnTo>
                <a:lnTo>
                  <a:pt x="111251" y="35052"/>
                </a:lnTo>
                <a:lnTo>
                  <a:pt x="111251" y="256032"/>
                </a:lnTo>
                <a:lnTo>
                  <a:pt x="88391" y="256032"/>
                </a:lnTo>
                <a:lnTo>
                  <a:pt x="68278" y="268224"/>
                </a:lnTo>
                <a:close/>
              </a:path>
              <a:path w="394970" h="413385">
                <a:moveTo>
                  <a:pt x="19812" y="309372"/>
                </a:moveTo>
                <a:lnTo>
                  <a:pt x="0" y="283464"/>
                </a:lnTo>
                <a:lnTo>
                  <a:pt x="3976" y="278558"/>
                </a:lnTo>
                <a:lnTo>
                  <a:pt x="6667" y="272796"/>
                </a:lnTo>
                <a:lnTo>
                  <a:pt x="7929" y="265890"/>
                </a:lnTo>
                <a:lnTo>
                  <a:pt x="7619" y="257556"/>
                </a:lnTo>
                <a:lnTo>
                  <a:pt x="7563" y="148113"/>
                </a:lnTo>
                <a:lnTo>
                  <a:pt x="7381" y="134350"/>
                </a:lnTo>
                <a:lnTo>
                  <a:pt x="6341" y="99060"/>
                </a:lnTo>
                <a:lnTo>
                  <a:pt x="6095" y="80772"/>
                </a:lnTo>
                <a:lnTo>
                  <a:pt x="45719" y="99060"/>
                </a:lnTo>
                <a:lnTo>
                  <a:pt x="30479" y="111252"/>
                </a:lnTo>
                <a:lnTo>
                  <a:pt x="30479" y="268224"/>
                </a:lnTo>
                <a:lnTo>
                  <a:pt x="68278" y="268224"/>
                </a:lnTo>
                <a:lnTo>
                  <a:pt x="64388" y="270581"/>
                </a:lnTo>
                <a:lnTo>
                  <a:pt x="44957" y="284416"/>
                </a:lnTo>
                <a:lnTo>
                  <a:pt x="30098" y="297394"/>
                </a:lnTo>
                <a:lnTo>
                  <a:pt x="19812" y="309372"/>
                </a:lnTo>
                <a:close/>
              </a:path>
              <a:path w="394970" h="413385">
                <a:moveTo>
                  <a:pt x="377952" y="106680"/>
                </a:moveTo>
                <a:lnTo>
                  <a:pt x="332232" y="106680"/>
                </a:lnTo>
                <a:lnTo>
                  <a:pt x="355092" y="83820"/>
                </a:lnTo>
                <a:lnTo>
                  <a:pt x="377952" y="106680"/>
                </a:lnTo>
                <a:close/>
              </a:path>
              <a:path w="394970" h="413385">
                <a:moveTo>
                  <a:pt x="283732" y="283464"/>
                </a:moveTo>
                <a:lnTo>
                  <a:pt x="259079" y="283464"/>
                </a:lnTo>
                <a:lnTo>
                  <a:pt x="272224" y="253436"/>
                </a:lnTo>
                <a:lnTo>
                  <a:pt x="284225" y="215836"/>
                </a:lnTo>
                <a:lnTo>
                  <a:pt x="295084" y="170521"/>
                </a:lnTo>
                <a:lnTo>
                  <a:pt x="304799" y="117348"/>
                </a:lnTo>
                <a:lnTo>
                  <a:pt x="330708" y="117348"/>
                </a:lnTo>
                <a:lnTo>
                  <a:pt x="320397" y="170211"/>
                </a:lnTo>
                <a:lnTo>
                  <a:pt x="307657" y="219075"/>
                </a:lnTo>
                <a:lnTo>
                  <a:pt x="292346" y="263937"/>
                </a:lnTo>
                <a:lnTo>
                  <a:pt x="283732" y="283464"/>
                </a:lnTo>
                <a:close/>
              </a:path>
              <a:path w="394970" h="413385">
                <a:moveTo>
                  <a:pt x="126491" y="408432"/>
                </a:moveTo>
                <a:lnTo>
                  <a:pt x="123443" y="403860"/>
                </a:lnTo>
                <a:lnTo>
                  <a:pt x="156638" y="384738"/>
                </a:lnTo>
                <a:lnTo>
                  <a:pt x="187832" y="361759"/>
                </a:lnTo>
                <a:lnTo>
                  <a:pt x="217312" y="335065"/>
                </a:lnTo>
                <a:lnTo>
                  <a:pt x="245363" y="304800"/>
                </a:lnTo>
                <a:lnTo>
                  <a:pt x="224813" y="261627"/>
                </a:lnTo>
                <a:lnTo>
                  <a:pt x="208978" y="216598"/>
                </a:lnTo>
                <a:lnTo>
                  <a:pt x="198000" y="169568"/>
                </a:lnTo>
                <a:lnTo>
                  <a:pt x="192023" y="120396"/>
                </a:lnTo>
                <a:lnTo>
                  <a:pt x="198777" y="120396"/>
                </a:lnTo>
                <a:lnTo>
                  <a:pt x="208716" y="166449"/>
                </a:lnTo>
                <a:lnTo>
                  <a:pt x="222313" y="210693"/>
                </a:lnTo>
                <a:lnTo>
                  <a:pt x="239053" y="249793"/>
                </a:lnTo>
                <a:lnTo>
                  <a:pt x="259079" y="283464"/>
                </a:lnTo>
                <a:lnTo>
                  <a:pt x="283732" y="283464"/>
                </a:lnTo>
                <a:lnTo>
                  <a:pt x="274319" y="304800"/>
                </a:lnTo>
                <a:lnTo>
                  <a:pt x="292468" y="321564"/>
                </a:lnTo>
                <a:lnTo>
                  <a:pt x="259079" y="321564"/>
                </a:lnTo>
                <a:lnTo>
                  <a:pt x="228504" y="348424"/>
                </a:lnTo>
                <a:lnTo>
                  <a:pt x="196214" y="371856"/>
                </a:lnTo>
                <a:lnTo>
                  <a:pt x="162210" y="391858"/>
                </a:lnTo>
                <a:lnTo>
                  <a:pt x="126491" y="408432"/>
                </a:lnTo>
                <a:close/>
              </a:path>
              <a:path w="394970" h="413385">
                <a:moveTo>
                  <a:pt x="86867" y="413004"/>
                </a:moveTo>
                <a:lnTo>
                  <a:pt x="87803" y="371856"/>
                </a:lnTo>
                <a:lnTo>
                  <a:pt x="88269" y="321564"/>
                </a:lnTo>
                <a:lnTo>
                  <a:pt x="88391" y="256032"/>
                </a:lnTo>
                <a:lnTo>
                  <a:pt x="111251" y="256032"/>
                </a:lnTo>
                <a:lnTo>
                  <a:pt x="111251" y="399288"/>
                </a:lnTo>
                <a:lnTo>
                  <a:pt x="86867" y="413004"/>
                </a:lnTo>
                <a:close/>
              </a:path>
              <a:path w="394970" h="413385">
                <a:moveTo>
                  <a:pt x="355092" y="403860"/>
                </a:moveTo>
                <a:lnTo>
                  <a:pt x="327660" y="386715"/>
                </a:lnTo>
                <a:lnTo>
                  <a:pt x="302513" y="367284"/>
                </a:lnTo>
                <a:lnTo>
                  <a:pt x="279653" y="345567"/>
                </a:lnTo>
                <a:lnTo>
                  <a:pt x="259079" y="321564"/>
                </a:lnTo>
                <a:lnTo>
                  <a:pt x="292468" y="321564"/>
                </a:lnTo>
                <a:lnTo>
                  <a:pt x="304919" y="333065"/>
                </a:lnTo>
                <a:lnTo>
                  <a:pt x="335089" y="353758"/>
                </a:lnTo>
                <a:lnTo>
                  <a:pt x="364974" y="366736"/>
                </a:lnTo>
                <a:lnTo>
                  <a:pt x="394715" y="371856"/>
                </a:lnTo>
                <a:lnTo>
                  <a:pt x="394715" y="379476"/>
                </a:lnTo>
                <a:lnTo>
                  <a:pt x="381881" y="381785"/>
                </a:lnTo>
                <a:lnTo>
                  <a:pt x="370903" y="386524"/>
                </a:lnTo>
                <a:lnTo>
                  <a:pt x="361926" y="393834"/>
                </a:lnTo>
                <a:lnTo>
                  <a:pt x="355092" y="40386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" name="object 48"/>
          <p:cNvSpPr/>
          <p:nvPr/>
        </p:nvSpPr>
        <p:spPr>
          <a:xfrm>
            <a:off x="3838955" y="2970275"/>
            <a:ext cx="384175" cy="403860"/>
          </a:xfrm>
          <a:custGeom>
            <a:avLst/>
            <a:gdLst/>
            <a:ahLst/>
            <a:cxnLst/>
            <a:rect l="l" t="t" r="r" b="b"/>
            <a:pathLst>
              <a:path w="384175" h="403860">
                <a:moveTo>
                  <a:pt x="22860" y="48768"/>
                </a:moveTo>
                <a:lnTo>
                  <a:pt x="6096" y="32004"/>
                </a:lnTo>
                <a:lnTo>
                  <a:pt x="182880" y="32004"/>
                </a:lnTo>
                <a:lnTo>
                  <a:pt x="204216" y="10668"/>
                </a:lnTo>
                <a:lnTo>
                  <a:pt x="237744" y="42672"/>
                </a:lnTo>
                <a:lnTo>
                  <a:pt x="64008" y="42672"/>
                </a:lnTo>
                <a:lnTo>
                  <a:pt x="52863" y="42981"/>
                </a:lnTo>
                <a:lnTo>
                  <a:pt x="42291" y="44005"/>
                </a:lnTo>
                <a:lnTo>
                  <a:pt x="32289" y="45886"/>
                </a:lnTo>
                <a:lnTo>
                  <a:pt x="22860" y="48768"/>
                </a:lnTo>
                <a:close/>
              </a:path>
              <a:path w="384175" h="403860">
                <a:moveTo>
                  <a:pt x="32004" y="176784"/>
                </a:moveTo>
                <a:lnTo>
                  <a:pt x="16764" y="146304"/>
                </a:lnTo>
                <a:lnTo>
                  <a:pt x="29337" y="143184"/>
                </a:lnTo>
                <a:lnTo>
                  <a:pt x="41910" y="136207"/>
                </a:lnTo>
                <a:lnTo>
                  <a:pt x="79938" y="94321"/>
                </a:lnTo>
                <a:lnTo>
                  <a:pt x="101131" y="60459"/>
                </a:lnTo>
                <a:lnTo>
                  <a:pt x="109728" y="42672"/>
                </a:lnTo>
                <a:lnTo>
                  <a:pt x="115824" y="42672"/>
                </a:lnTo>
                <a:lnTo>
                  <a:pt x="147828" y="62484"/>
                </a:lnTo>
                <a:lnTo>
                  <a:pt x="137279" y="67032"/>
                </a:lnTo>
                <a:lnTo>
                  <a:pt x="126301" y="73723"/>
                </a:lnTo>
                <a:lnTo>
                  <a:pt x="115038" y="82415"/>
                </a:lnTo>
                <a:lnTo>
                  <a:pt x="103632" y="92964"/>
                </a:lnTo>
                <a:lnTo>
                  <a:pt x="91654" y="106441"/>
                </a:lnTo>
                <a:lnTo>
                  <a:pt x="78676" y="119634"/>
                </a:lnTo>
                <a:lnTo>
                  <a:pt x="64841" y="132826"/>
                </a:lnTo>
                <a:lnTo>
                  <a:pt x="50292" y="146304"/>
                </a:lnTo>
                <a:lnTo>
                  <a:pt x="226768" y="146304"/>
                </a:lnTo>
                <a:lnTo>
                  <a:pt x="229696" y="150876"/>
                </a:lnTo>
                <a:lnTo>
                  <a:pt x="192024" y="150876"/>
                </a:lnTo>
                <a:lnTo>
                  <a:pt x="173497" y="152923"/>
                </a:lnTo>
                <a:lnTo>
                  <a:pt x="135874" y="156448"/>
                </a:lnTo>
                <a:lnTo>
                  <a:pt x="117348" y="158496"/>
                </a:lnTo>
                <a:lnTo>
                  <a:pt x="108204" y="158496"/>
                </a:lnTo>
                <a:lnTo>
                  <a:pt x="79581" y="162425"/>
                </a:lnTo>
                <a:lnTo>
                  <a:pt x="57531" y="167068"/>
                </a:lnTo>
                <a:lnTo>
                  <a:pt x="41767" y="171997"/>
                </a:lnTo>
                <a:lnTo>
                  <a:pt x="32004" y="176784"/>
                </a:lnTo>
                <a:close/>
              </a:path>
              <a:path w="384175" h="403860">
                <a:moveTo>
                  <a:pt x="226768" y="146304"/>
                </a:moveTo>
                <a:lnTo>
                  <a:pt x="50292" y="146304"/>
                </a:lnTo>
                <a:lnTo>
                  <a:pt x="188976" y="141732"/>
                </a:lnTo>
                <a:lnTo>
                  <a:pt x="180641" y="130016"/>
                </a:lnTo>
                <a:lnTo>
                  <a:pt x="171450" y="117729"/>
                </a:lnTo>
                <a:lnTo>
                  <a:pt x="161115" y="104870"/>
                </a:lnTo>
                <a:lnTo>
                  <a:pt x="149352" y="91440"/>
                </a:lnTo>
                <a:lnTo>
                  <a:pt x="153924" y="86868"/>
                </a:lnTo>
                <a:lnTo>
                  <a:pt x="186213" y="109989"/>
                </a:lnTo>
                <a:lnTo>
                  <a:pt x="209931" y="128968"/>
                </a:lnTo>
                <a:lnTo>
                  <a:pt x="225075" y="143660"/>
                </a:lnTo>
                <a:lnTo>
                  <a:pt x="226768" y="146304"/>
                </a:lnTo>
                <a:close/>
              </a:path>
              <a:path w="384175" h="403860">
                <a:moveTo>
                  <a:pt x="216408" y="188976"/>
                </a:moveTo>
                <a:lnTo>
                  <a:pt x="211836" y="188976"/>
                </a:lnTo>
                <a:lnTo>
                  <a:pt x="210312" y="187452"/>
                </a:lnTo>
                <a:lnTo>
                  <a:pt x="208788" y="182880"/>
                </a:lnTo>
                <a:lnTo>
                  <a:pt x="205311" y="175950"/>
                </a:lnTo>
                <a:lnTo>
                  <a:pt x="201549" y="168592"/>
                </a:lnTo>
                <a:lnTo>
                  <a:pt x="197215" y="160377"/>
                </a:lnTo>
                <a:lnTo>
                  <a:pt x="192024" y="150876"/>
                </a:lnTo>
                <a:lnTo>
                  <a:pt x="229696" y="150876"/>
                </a:lnTo>
                <a:lnTo>
                  <a:pt x="231648" y="153924"/>
                </a:lnTo>
                <a:lnTo>
                  <a:pt x="232195" y="162472"/>
                </a:lnTo>
                <a:lnTo>
                  <a:pt x="231457" y="169735"/>
                </a:lnTo>
                <a:lnTo>
                  <a:pt x="229290" y="175569"/>
                </a:lnTo>
                <a:lnTo>
                  <a:pt x="225552" y="179832"/>
                </a:lnTo>
                <a:lnTo>
                  <a:pt x="216408" y="188976"/>
                </a:lnTo>
                <a:close/>
              </a:path>
              <a:path w="384175" h="403860">
                <a:moveTo>
                  <a:pt x="132588" y="239268"/>
                </a:moveTo>
                <a:lnTo>
                  <a:pt x="108204" y="239268"/>
                </a:lnTo>
                <a:lnTo>
                  <a:pt x="108204" y="158496"/>
                </a:lnTo>
                <a:lnTo>
                  <a:pt x="117348" y="158496"/>
                </a:lnTo>
                <a:lnTo>
                  <a:pt x="146304" y="172212"/>
                </a:lnTo>
                <a:lnTo>
                  <a:pt x="132588" y="184404"/>
                </a:lnTo>
                <a:lnTo>
                  <a:pt x="132588" y="239268"/>
                </a:lnTo>
                <a:close/>
              </a:path>
              <a:path w="384175" h="403860">
                <a:moveTo>
                  <a:pt x="21336" y="252984"/>
                </a:moveTo>
                <a:lnTo>
                  <a:pt x="6096" y="239268"/>
                </a:lnTo>
                <a:lnTo>
                  <a:pt x="178308" y="239268"/>
                </a:lnTo>
                <a:lnTo>
                  <a:pt x="199644" y="219456"/>
                </a:lnTo>
                <a:lnTo>
                  <a:pt x="231648" y="249936"/>
                </a:lnTo>
                <a:lnTo>
                  <a:pt x="41148" y="249936"/>
                </a:lnTo>
                <a:lnTo>
                  <a:pt x="21336" y="252984"/>
                </a:lnTo>
                <a:close/>
              </a:path>
              <a:path w="384175" h="403860">
                <a:moveTo>
                  <a:pt x="18288" y="388620"/>
                </a:moveTo>
                <a:lnTo>
                  <a:pt x="0" y="355092"/>
                </a:lnTo>
                <a:lnTo>
                  <a:pt x="71580" y="344376"/>
                </a:lnTo>
                <a:lnTo>
                  <a:pt x="108204" y="338328"/>
                </a:lnTo>
                <a:lnTo>
                  <a:pt x="108204" y="249936"/>
                </a:lnTo>
                <a:lnTo>
                  <a:pt x="132588" y="249936"/>
                </a:lnTo>
                <a:lnTo>
                  <a:pt x="132588" y="333756"/>
                </a:lnTo>
                <a:lnTo>
                  <a:pt x="192523" y="333756"/>
                </a:lnTo>
                <a:lnTo>
                  <a:pt x="145161" y="346186"/>
                </a:lnTo>
                <a:lnTo>
                  <a:pt x="80010" y="364998"/>
                </a:lnTo>
                <a:lnTo>
                  <a:pt x="37719" y="379237"/>
                </a:lnTo>
                <a:lnTo>
                  <a:pt x="18288" y="388620"/>
                </a:lnTo>
                <a:close/>
              </a:path>
              <a:path w="384175" h="403860">
                <a:moveTo>
                  <a:pt x="192523" y="333756"/>
                </a:moveTo>
                <a:lnTo>
                  <a:pt x="132588" y="333756"/>
                </a:lnTo>
                <a:lnTo>
                  <a:pt x="231648" y="313944"/>
                </a:lnTo>
                <a:lnTo>
                  <a:pt x="233172" y="323088"/>
                </a:lnTo>
                <a:lnTo>
                  <a:pt x="192523" y="333756"/>
                </a:lnTo>
                <a:close/>
              </a:path>
              <a:path w="384175" h="403860">
                <a:moveTo>
                  <a:pt x="369302" y="359664"/>
                </a:moveTo>
                <a:lnTo>
                  <a:pt x="330708" y="359664"/>
                </a:lnTo>
                <a:lnTo>
                  <a:pt x="338328" y="358140"/>
                </a:lnTo>
                <a:lnTo>
                  <a:pt x="342900" y="356616"/>
                </a:lnTo>
                <a:lnTo>
                  <a:pt x="345757" y="354306"/>
                </a:lnTo>
                <a:lnTo>
                  <a:pt x="347472" y="349567"/>
                </a:lnTo>
                <a:lnTo>
                  <a:pt x="348043" y="342257"/>
                </a:lnTo>
                <a:lnTo>
                  <a:pt x="347472" y="332232"/>
                </a:lnTo>
                <a:lnTo>
                  <a:pt x="347448" y="45434"/>
                </a:lnTo>
                <a:lnTo>
                  <a:pt x="347281" y="30861"/>
                </a:lnTo>
                <a:lnTo>
                  <a:pt x="346829" y="15716"/>
                </a:lnTo>
                <a:lnTo>
                  <a:pt x="345948" y="0"/>
                </a:lnTo>
                <a:lnTo>
                  <a:pt x="384048" y="16764"/>
                </a:lnTo>
                <a:lnTo>
                  <a:pt x="370332" y="28956"/>
                </a:lnTo>
                <a:lnTo>
                  <a:pt x="370332" y="347472"/>
                </a:lnTo>
                <a:lnTo>
                  <a:pt x="369302" y="359664"/>
                </a:lnTo>
                <a:close/>
              </a:path>
              <a:path w="384175" h="403860">
                <a:moveTo>
                  <a:pt x="262128" y="307848"/>
                </a:moveTo>
                <a:lnTo>
                  <a:pt x="263009" y="278177"/>
                </a:lnTo>
                <a:lnTo>
                  <a:pt x="263461" y="246507"/>
                </a:lnTo>
                <a:lnTo>
                  <a:pt x="263628" y="213121"/>
                </a:lnTo>
                <a:lnTo>
                  <a:pt x="263628" y="143160"/>
                </a:lnTo>
                <a:lnTo>
                  <a:pt x="263461" y="110871"/>
                </a:lnTo>
                <a:lnTo>
                  <a:pt x="263009" y="81438"/>
                </a:lnTo>
                <a:lnTo>
                  <a:pt x="262128" y="54864"/>
                </a:lnTo>
                <a:lnTo>
                  <a:pt x="301752" y="76200"/>
                </a:lnTo>
                <a:lnTo>
                  <a:pt x="286511" y="88392"/>
                </a:lnTo>
                <a:lnTo>
                  <a:pt x="286535" y="259675"/>
                </a:lnTo>
                <a:lnTo>
                  <a:pt x="286702" y="270700"/>
                </a:lnTo>
                <a:lnTo>
                  <a:pt x="287154" y="283154"/>
                </a:lnTo>
                <a:lnTo>
                  <a:pt x="288035" y="297180"/>
                </a:lnTo>
                <a:lnTo>
                  <a:pt x="262128" y="307848"/>
                </a:lnTo>
                <a:close/>
              </a:path>
              <a:path w="384175" h="403860">
                <a:moveTo>
                  <a:pt x="332232" y="403860"/>
                </a:moveTo>
                <a:lnTo>
                  <a:pt x="327040" y="391239"/>
                </a:lnTo>
                <a:lnTo>
                  <a:pt x="315849" y="380619"/>
                </a:lnTo>
                <a:lnTo>
                  <a:pt x="298370" y="371713"/>
                </a:lnTo>
                <a:lnTo>
                  <a:pt x="274320" y="364236"/>
                </a:lnTo>
                <a:lnTo>
                  <a:pt x="274320" y="356616"/>
                </a:lnTo>
                <a:lnTo>
                  <a:pt x="299847" y="358711"/>
                </a:lnTo>
                <a:lnTo>
                  <a:pt x="311610" y="359402"/>
                </a:lnTo>
                <a:lnTo>
                  <a:pt x="323088" y="359664"/>
                </a:lnTo>
                <a:lnTo>
                  <a:pt x="369302" y="359664"/>
                </a:lnTo>
                <a:lnTo>
                  <a:pt x="368665" y="367212"/>
                </a:lnTo>
                <a:lnTo>
                  <a:pt x="361569" y="383095"/>
                </a:lnTo>
                <a:lnTo>
                  <a:pt x="349329" y="395263"/>
                </a:lnTo>
                <a:lnTo>
                  <a:pt x="332232" y="40386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" name="object 49"/>
          <p:cNvSpPr/>
          <p:nvPr/>
        </p:nvSpPr>
        <p:spPr>
          <a:xfrm>
            <a:off x="4273296" y="2962655"/>
            <a:ext cx="407034" cy="413384"/>
          </a:xfrm>
          <a:custGeom>
            <a:avLst/>
            <a:gdLst/>
            <a:ahLst/>
            <a:cxnLst/>
            <a:rect l="l" t="t" r="r" b="b"/>
            <a:pathLst>
              <a:path w="407035" h="413385">
                <a:moveTo>
                  <a:pt x="214884" y="80772"/>
                </a:moveTo>
                <a:lnTo>
                  <a:pt x="188976" y="80772"/>
                </a:lnTo>
                <a:lnTo>
                  <a:pt x="188913" y="56388"/>
                </a:lnTo>
                <a:lnTo>
                  <a:pt x="188785" y="40957"/>
                </a:lnTo>
                <a:lnTo>
                  <a:pt x="188333" y="20550"/>
                </a:lnTo>
                <a:lnTo>
                  <a:pt x="187452" y="0"/>
                </a:lnTo>
                <a:lnTo>
                  <a:pt x="233172" y="21336"/>
                </a:lnTo>
                <a:lnTo>
                  <a:pt x="214884" y="33528"/>
                </a:lnTo>
                <a:lnTo>
                  <a:pt x="214884" y="80772"/>
                </a:lnTo>
                <a:close/>
              </a:path>
              <a:path w="407035" h="413385">
                <a:moveTo>
                  <a:pt x="48768" y="96012"/>
                </a:moveTo>
                <a:lnTo>
                  <a:pt x="33528" y="80772"/>
                </a:lnTo>
                <a:lnTo>
                  <a:pt x="321564" y="80772"/>
                </a:lnTo>
                <a:lnTo>
                  <a:pt x="345948" y="56388"/>
                </a:lnTo>
                <a:lnTo>
                  <a:pt x="381000" y="91440"/>
                </a:lnTo>
                <a:lnTo>
                  <a:pt x="89916" y="91440"/>
                </a:lnTo>
                <a:lnTo>
                  <a:pt x="78771" y="91725"/>
                </a:lnTo>
                <a:lnTo>
                  <a:pt x="68199" y="92583"/>
                </a:lnTo>
                <a:lnTo>
                  <a:pt x="58197" y="94011"/>
                </a:lnTo>
                <a:lnTo>
                  <a:pt x="48768" y="96012"/>
                </a:lnTo>
                <a:close/>
              </a:path>
              <a:path w="407035" h="413385">
                <a:moveTo>
                  <a:pt x="214884" y="198120"/>
                </a:moveTo>
                <a:lnTo>
                  <a:pt x="188976" y="198120"/>
                </a:lnTo>
                <a:lnTo>
                  <a:pt x="188976" y="91440"/>
                </a:lnTo>
                <a:lnTo>
                  <a:pt x="214884" y="91440"/>
                </a:lnTo>
                <a:lnTo>
                  <a:pt x="214884" y="198120"/>
                </a:lnTo>
                <a:close/>
              </a:path>
              <a:path w="407035" h="413385">
                <a:moveTo>
                  <a:pt x="257556" y="198120"/>
                </a:moveTo>
                <a:lnTo>
                  <a:pt x="246888" y="198120"/>
                </a:lnTo>
                <a:lnTo>
                  <a:pt x="265176" y="172974"/>
                </a:lnTo>
                <a:lnTo>
                  <a:pt x="281178" y="147828"/>
                </a:lnTo>
                <a:lnTo>
                  <a:pt x="294894" y="122682"/>
                </a:lnTo>
                <a:lnTo>
                  <a:pt x="306324" y="97536"/>
                </a:lnTo>
                <a:lnTo>
                  <a:pt x="342900" y="124968"/>
                </a:lnTo>
                <a:lnTo>
                  <a:pt x="324612" y="131064"/>
                </a:lnTo>
                <a:lnTo>
                  <a:pt x="307490" y="150756"/>
                </a:lnTo>
                <a:lnTo>
                  <a:pt x="290512" y="168592"/>
                </a:lnTo>
                <a:lnTo>
                  <a:pt x="273819" y="184427"/>
                </a:lnTo>
                <a:lnTo>
                  <a:pt x="257556" y="198120"/>
                </a:lnTo>
                <a:close/>
              </a:path>
              <a:path w="407035" h="413385">
                <a:moveTo>
                  <a:pt x="129540" y="190500"/>
                </a:moveTo>
                <a:lnTo>
                  <a:pt x="123444" y="190500"/>
                </a:lnTo>
                <a:lnTo>
                  <a:pt x="118872" y="182880"/>
                </a:lnTo>
                <a:lnTo>
                  <a:pt x="114300" y="170688"/>
                </a:lnTo>
                <a:lnTo>
                  <a:pt x="108323" y="156662"/>
                </a:lnTo>
                <a:lnTo>
                  <a:pt x="99631" y="141922"/>
                </a:lnTo>
                <a:lnTo>
                  <a:pt x="88368" y="126325"/>
                </a:lnTo>
                <a:lnTo>
                  <a:pt x="74676" y="109728"/>
                </a:lnTo>
                <a:lnTo>
                  <a:pt x="79248" y="105156"/>
                </a:lnTo>
                <a:lnTo>
                  <a:pt x="117157" y="125539"/>
                </a:lnTo>
                <a:lnTo>
                  <a:pt x="144780" y="152400"/>
                </a:lnTo>
                <a:lnTo>
                  <a:pt x="144780" y="163068"/>
                </a:lnTo>
                <a:lnTo>
                  <a:pt x="137160" y="178308"/>
                </a:lnTo>
                <a:lnTo>
                  <a:pt x="132588" y="185928"/>
                </a:lnTo>
                <a:lnTo>
                  <a:pt x="129540" y="190500"/>
                </a:lnTo>
                <a:close/>
              </a:path>
              <a:path w="407035" h="413385">
                <a:moveTo>
                  <a:pt x="15240" y="214884"/>
                </a:moveTo>
                <a:lnTo>
                  <a:pt x="0" y="198120"/>
                </a:lnTo>
                <a:lnTo>
                  <a:pt x="342900" y="198120"/>
                </a:lnTo>
                <a:lnTo>
                  <a:pt x="368808" y="172212"/>
                </a:lnTo>
                <a:lnTo>
                  <a:pt x="405384" y="208788"/>
                </a:lnTo>
                <a:lnTo>
                  <a:pt x="57912" y="208788"/>
                </a:lnTo>
                <a:lnTo>
                  <a:pt x="46743" y="209097"/>
                </a:lnTo>
                <a:lnTo>
                  <a:pt x="36004" y="210121"/>
                </a:lnTo>
                <a:lnTo>
                  <a:pt x="25550" y="212002"/>
                </a:lnTo>
                <a:lnTo>
                  <a:pt x="15240" y="214884"/>
                </a:lnTo>
                <a:close/>
              </a:path>
              <a:path w="407035" h="413385">
                <a:moveTo>
                  <a:pt x="4571" y="394716"/>
                </a:moveTo>
                <a:lnTo>
                  <a:pt x="3047" y="388620"/>
                </a:lnTo>
                <a:lnTo>
                  <a:pt x="44037" y="361724"/>
                </a:lnTo>
                <a:lnTo>
                  <a:pt x="81149" y="330366"/>
                </a:lnTo>
                <a:lnTo>
                  <a:pt x="114531" y="294473"/>
                </a:lnTo>
                <a:lnTo>
                  <a:pt x="144328" y="253971"/>
                </a:lnTo>
                <a:lnTo>
                  <a:pt x="170688" y="208788"/>
                </a:lnTo>
                <a:lnTo>
                  <a:pt x="214884" y="208788"/>
                </a:lnTo>
                <a:lnTo>
                  <a:pt x="214962" y="230124"/>
                </a:lnTo>
                <a:lnTo>
                  <a:pt x="188976" y="230124"/>
                </a:lnTo>
                <a:lnTo>
                  <a:pt x="159703" y="274746"/>
                </a:lnTo>
                <a:lnTo>
                  <a:pt x="126631" y="313578"/>
                </a:lnTo>
                <a:lnTo>
                  <a:pt x="89891" y="346435"/>
                </a:lnTo>
                <a:lnTo>
                  <a:pt x="49206" y="373501"/>
                </a:lnTo>
                <a:lnTo>
                  <a:pt x="4571" y="394716"/>
                </a:lnTo>
                <a:close/>
              </a:path>
              <a:path w="407035" h="413385">
                <a:moveTo>
                  <a:pt x="368808" y="377952"/>
                </a:moveTo>
                <a:lnTo>
                  <a:pt x="330781" y="353628"/>
                </a:lnTo>
                <a:lnTo>
                  <a:pt x="297216" y="324551"/>
                </a:lnTo>
                <a:lnTo>
                  <a:pt x="268187" y="290718"/>
                </a:lnTo>
                <a:lnTo>
                  <a:pt x="243766" y="252130"/>
                </a:lnTo>
                <a:lnTo>
                  <a:pt x="224028" y="208788"/>
                </a:lnTo>
                <a:lnTo>
                  <a:pt x="233172" y="208788"/>
                </a:lnTo>
                <a:lnTo>
                  <a:pt x="259140" y="250301"/>
                </a:lnTo>
                <a:lnTo>
                  <a:pt x="289499" y="285231"/>
                </a:lnTo>
                <a:lnTo>
                  <a:pt x="324246" y="313578"/>
                </a:lnTo>
                <a:lnTo>
                  <a:pt x="363382" y="335340"/>
                </a:lnTo>
                <a:lnTo>
                  <a:pt x="406908" y="350520"/>
                </a:lnTo>
                <a:lnTo>
                  <a:pt x="406908" y="356616"/>
                </a:lnTo>
                <a:lnTo>
                  <a:pt x="392596" y="358020"/>
                </a:lnTo>
                <a:lnTo>
                  <a:pt x="381571" y="362140"/>
                </a:lnTo>
                <a:lnTo>
                  <a:pt x="373689" y="368831"/>
                </a:lnTo>
                <a:lnTo>
                  <a:pt x="368808" y="377952"/>
                </a:lnTo>
                <a:close/>
              </a:path>
              <a:path w="407035" h="413385">
                <a:moveTo>
                  <a:pt x="187452" y="413004"/>
                </a:moveTo>
                <a:lnTo>
                  <a:pt x="188333" y="374999"/>
                </a:lnTo>
                <a:lnTo>
                  <a:pt x="188790" y="330366"/>
                </a:lnTo>
                <a:lnTo>
                  <a:pt x="188914" y="294473"/>
                </a:lnTo>
                <a:lnTo>
                  <a:pt x="188976" y="230124"/>
                </a:lnTo>
                <a:lnTo>
                  <a:pt x="214962" y="230124"/>
                </a:lnTo>
                <a:lnTo>
                  <a:pt x="215145" y="279701"/>
                </a:lnTo>
                <a:lnTo>
                  <a:pt x="215847" y="335340"/>
                </a:lnTo>
                <a:lnTo>
                  <a:pt x="216827" y="374999"/>
                </a:lnTo>
                <a:lnTo>
                  <a:pt x="217932" y="399288"/>
                </a:lnTo>
                <a:lnTo>
                  <a:pt x="187452" y="41300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" name="object 50"/>
          <p:cNvSpPr/>
          <p:nvPr/>
        </p:nvSpPr>
        <p:spPr>
          <a:xfrm>
            <a:off x="4789932" y="2967227"/>
            <a:ext cx="279400" cy="407034"/>
          </a:xfrm>
          <a:custGeom>
            <a:avLst/>
            <a:gdLst/>
            <a:ahLst/>
            <a:cxnLst/>
            <a:rect l="l" t="t" r="r" b="b"/>
            <a:pathLst>
              <a:path w="279400" h="407035">
                <a:moveTo>
                  <a:pt x="91440" y="82295"/>
                </a:moveTo>
                <a:lnTo>
                  <a:pt x="79247" y="82295"/>
                </a:lnTo>
                <a:lnTo>
                  <a:pt x="87796" y="60864"/>
                </a:lnTo>
                <a:lnTo>
                  <a:pt x="95059" y="40004"/>
                </a:lnTo>
                <a:lnTo>
                  <a:pt x="100893" y="19716"/>
                </a:lnTo>
                <a:lnTo>
                  <a:pt x="105156" y="0"/>
                </a:lnTo>
                <a:lnTo>
                  <a:pt x="147828" y="18287"/>
                </a:lnTo>
                <a:lnTo>
                  <a:pt x="139827" y="23479"/>
                </a:lnTo>
                <a:lnTo>
                  <a:pt x="131826" y="30098"/>
                </a:lnTo>
                <a:lnTo>
                  <a:pt x="123825" y="38433"/>
                </a:lnTo>
                <a:lnTo>
                  <a:pt x="115824" y="48767"/>
                </a:lnTo>
                <a:lnTo>
                  <a:pt x="107513" y="59364"/>
                </a:lnTo>
                <a:lnTo>
                  <a:pt x="100774" y="68389"/>
                </a:lnTo>
                <a:lnTo>
                  <a:pt x="95464" y="75985"/>
                </a:lnTo>
                <a:lnTo>
                  <a:pt x="91440" y="82295"/>
                </a:lnTo>
                <a:close/>
              </a:path>
              <a:path w="279400" h="407035">
                <a:moveTo>
                  <a:pt x="272891" y="82295"/>
                </a:moveTo>
                <a:lnTo>
                  <a:pt x="233172" y="82295"/>
                </a:lnTo>
                <a:lnTo>
                  <a:pt x="246888" y="62483"/>
                </a:lnTo>
                <a:lnTo>
                  <a:pt x="272891" y="82295"/>
                </a:lnTo>
                <a:close/>
              </a:path>
              <a:path w="279400" h="407035">
                <a:moveTo>
                  <a:pt x="0" y="406907"/>
                </a:moveTo>
                <a:lnTo>
                  <a:pt x="214" y="387119"/>
                </a:lnTo>
                <a:lnTo>
                  <a:pt x="761" y="348995"/>
                </a:lnTo>
                <a:lnTo>
                  <a:pt x="1285" y="299323"/>
                </a:lnTo>
                <a:lnTo>
                  <a:pt x="1523" y="236219"/>
                </a:lnTo>
                <a:lnTo>
                  <a:pt x="1313" y="179831"/>
                </a:lnTo>
                <a:lnTo>
                  <a:pt x="1250" y="169163"/>
                </a:lnTo>
                <a:lnTo>
                  <a:pt x="761" y="123062"/>
                </a:lnTo>
                <a:lnTo>
                  <a:pt x="226" y="86867"/>
                </a:lnTo>
                <a:lnTo>
                  <a:pt x="0" y="67055"/>
                </a:lnTo>
                <a:lnTo>
                  <a:pt x="27432" y="82295"/>
                </a:lnTo>
                <a:lnTo>
                  <a:pt x="272891" y="82295"/>
                </a:lnTo>
                <a:lnTo>
                  <a:pt x="278892" y="86867"/>
                </a:lnTo>
                <a:lnTo>
                  <a:pt x="271441" y="92963"/>
                </a:lnTo>
                <a:lnTo>
                  <a:pt x="27432" y="92963"/>
                </a:lnTo>
                <a:lnTo>
                  <a:pt x="27432" y="169163"/>
                </a:lnTo>
                <a:lnTo>
                  <a:pt x="262128" y="169163"/>
                </a:lnTo>
                <a:lnTo>
                  <a:pt x="262128" y="179831"/>
                </a:lnTo>
                <a:lnTo>
                  <a:pt x="27432" y="179831"/>
                </a:lnTo>
                <a:lnTo>
                  <a:pt x="27432" y="266699"/>
                </a:lnTo>
                <a:lnTo>
                  <a:pt x="262128" y="266699"/>
                </a:lnTo>
                <a:lnTo>
                  <a:pt x="262128" y="277367"/>
                </a:lnTo>
                <a:lnTo>
                  <a:pt x="27432" y="277367"/>
                </a:lnTo>
                <a:lnTo>
                  <a:pt x="27432" y="359663"/>
                </a:lnTo>
                <a:lnTo>
                  <a:pt x="262128" y="359663"/>
                </a:lnTo>
                <a:lnTo>
                  <a:pt x="262168" y="370331"/>
                </a:lnTo>
                <a:lnTo>
                  <a:pt x="27432" y="370331"/>
                </a:lnTo>
                <a:lnTo>
                  <a:pt x="27432" y="397763"/>
                </a:lnTo>
                <a:lnTo>
                  <a:pt x="0" y="406907"/>
                </a:lnTo>
                <a:close/>
              </a:path>
              <a:path w="279400" h="407035">
                <a:moveTo>
                  <a:pt x="262128" y="169163"/>
                </a:moveTo>
                <a:lnTo>
                  <a:pt x="236220" y="169163"/>
                </a:lnTo>
                <a:lnTo>
                  <a:pt x="236220" y="92963"/>
                </a:lnTo>
                <a:lnTo>
                  <a:pt x="271441" y="92963"/>
                </a:lnTo>
                <a:lnTo>
                  <a:pt x="262128" y="100583"/>
                </a:lnTo>
                <a:lnTo>
                  <a:pt x="262128" y="169163"/>
                </a:lnTo>
                <a:close/>
              </a:path>
              <a:path w="279400" h="407035">
                <a:moveTo>
                  <a:pt x="262128" y="266699"/>
                </a:moveTo>
                <a:lnTo>
                  <a:pt x="236220" y="266699"/>
                </a:lnTo>
                <a:lnTo>
                  <a:pt x="236220" y="179831"/>
                </a:lnTo>
                <a:lnTo>
                  <a:pt x="262128" y="179831"/>
                </a:lnTo>
                <a:lnTo>
                  <a:pt x="262128" y="266699"/>
                </a:lnTo>
                <a:close/>
              </a:path>
              <a:path w="279400" h="407035">
                <a:moveTo>
                  <a:pt x="262128" y="359663"/>
                </a:moveTo>
                <a:lnTo>
                  <a:pt x="236220" y="359663"/>
                </a:lnTo>
                <a:lnTo>
                  <a:pt x="236220" y="277367"/>
                </a:lnTo>
                <a:lnTo>
                  <a:pt x="262128" y="277367"/>
                </a:lnTo>
                <a:lnTo>
                  <a:pt x="262128" y="359663"/>
                </a:lnTo>
                <a:close/>
              </a:path>
              <a:path w="279400" h="407035">
                <a:moveTo>
                  <a:pt x="236220" y="406907"/>
                </a:moveTo>
                <a:lnTo>
                  <a:pt x="236220" y="370331"/>
                </a:lnTo>
                <a:lnTo>
                  <a:pt x="262168" y="370331"/>
                </a:lnTo>
                <a:lnTo>
                  <a:pt x="262318" y="378142"/>
                </a:lnTo>
                <a:lnTo>
                  <a:pt x="262770" y="387119"/>
                </a:lnTo>
                <a:lnTo>
                  <a:pt x="263652" y="396239"/>
                </a:lnTo>
                <a:lnTo>
                  <a:pt x="236220" y="40690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" name="object 51"/>
          <p:cNvSpPr/>
          <p:nvPr/>
        </p:nvSpPr>
        <p:spPr>
          <a:xfrm>
            <a:off x="5213604" y="2967227"/>
            <a:ext cx="789940" cy="408940"/>
          </a:xfrm>
          <a:custGeom>
            <a:avLst/>
            <a:gdLst/>
            <a:ahLst/>
            <a:cxnLst/>
            <a:rect l="l" t="t" r="r" b="b"/>
            <a:pathLst>
              <a:path w="789939" h="408939">
                <a:moveTo>
                  <a:pt x="348996" y="367284"/>
                </a:moveTo>
                <a:lnTo>
                  <a:pt x="326517" y="323850"/>
                </a:lnTo>
                <a:lnTo>
                  <a:pt x="324612" y="288036"/>
                </a:lnTo>
                <a:lnTo>
                  <a:pt x="316992" y="288036"/>
                </a:lnTo>
                <a:lnTo>
                  <a:pt x="314706" y="330136"/>
                </a:lnTo>
                <a:lnTo>
                  <a:pt x="306324" y="371856"/>
                </a:lnTo>
                <a:lnTo>
                  <a:pt x="295656" y="373380"/>
                </a:lnTo>
                <a:lnTo>
                  <a:pt x="175260" y="373380"/>
                </a:lnTo>
                <a:lnTo>
                  <a:pt x="166128" y="372224"/>
                </a:lnTo>
                <a:lnTo>
                  <a:pt x="159448" y="368617"/>
                </a:lnTo>
                <a:lnTo>
                  <a:pt x="155321" y="362458"/>
                </a:lnTo>
                <a:lnTo>
                  <a:pt x="153924" y="353568"/>
                </a:lnTo>
                <a:lnTo>
                  <a:pt x="153924" y="275844"/>
                </a:lnTo>
                <a:lnTo>
                  <a:pt x="262128" y="275844"/>
                </a:lnTo>
                <a:lnTo>
                  <a:pt x="262128" y="297180"/>
                </a:lnTo>
                <a:lnTo>
                  <a:pt x="288036" y="284988"/>
                </a:lnTo>
                <a:lnTo>
                  <a:pt x="287947" y="275844"/>
                </a:lnTo>
                <a:lnTo>
                  <a:pt x="287832" y="265176"/>
                </a:lnTo>
                <a:lnTo>
                  <a:pt x="287794" y="260413"/>
                </a:lnTo>
                <a:lnTo>
                  <a:pt x="287274" y="223266"/>
                </a:lnTo>
                <a:lnTo>
                  <a:pt x="286893" y="187452"/>
                </a:lnTo>
                <a:lnTo>
                  <a:pt x="286778" y="176784"/>
                </a:lnTo>
                <a:lnTo>
                  <a:pt x="286689" y="160210"/>
                </a:lnTo>
                <a:lnTo>
                  <a:pt x="286512" y="111252"/>
                </a:lnTo>
                <a:lnTo>
                  <a:pt x="297942" y="102108"/>
                </a:lnTo>
                <a:lnTo>
                  <a:pt x="301752" y="99060"/>
                </a:lnTo>
                <a:lnTo>
                  <a:pt x="294132" y="91440"/>
                </a:lnTo>
                <a:lnTo>
                  <a:pt x="277368" y="74676"/>
                </a:lnTo>
                <a:lnTo>
                  <a:pt x="262128" y="89916"/>
                </a:lnTo>
                <a:lnTo>
                  <a:pt x="262128" y="102108"/>
                </a:lnTo>
                <a:lnTo>
                  <a:pt x="262128" y="176784"/>
                </a:lnTo>
                <a:lnTo>
                  <a:pt x="262128" y="187452"/>
                </a:lnTo>
                <a:lnTo>
                  <a:pt x="262128" y="265176"/>
                </a:lnTo>
                <a:lnTo>
                  <a:pt x="153924" y="265176"/>
                </a:lnTo>
                <a:lnTo>
                  <a:pt x="153924" y="187452"/>
                </a:lnTo>
                <a:lnTo>
                  <a:pt x="262128" y="187452"/>
                </a:lnTo>
                <a:lnTo>
                  <a:pt x="262128" y="176784"/>
                </a:lnTo>
                <a:lnTo>
                  <a:pt x="153924" y="176784"/>
                </a:lnTo>
                <a:lnTo>
                  <a:pt x="153924" y="102108"/>
                </a:lnTo>
                <a:lnTo>
                  <a:pt x="262128" y="102108"/>
                </a:lnTo>
                <a:lnTo>
                  <a:pt x="262128" y="89916"/>
                </a:lnTo>
                <a:lnTo>
                  <a:pt x="260604" y="91440"/>
                </a:lnTo>
                <a:lnTo>
                  <a:pt x="153924" y="91440"/>
                </a:lnTo>
                <a:lnTo>
                  <a:pt x="153924" y="30480"/>
                </a:lnTo>
                <a:lnTo>
                  <a:pt x="169164" y="18288"/>
                </a:lnTo>
                <a:lnTo>
                  <a:pt x="128016" y="0"/>
                </a:lnTo>
                <a:lnTo>
                  <a:pt x="128892" y="21145"/>
                </a:lnTo>
                <a:lnTo>
                  <a:pt x="129349" y="43434"/>
                </a:lnTo>
                <a:lnTo>
                  <a:pt x="129514" y="66865"/>
                </a:lnTo>
                <a:lnTo>
                  <a:pt x="129540" y="91440"/>
                </a:lnTo>
                <a:lnTo>
                  <a:pt x="129540" y="102108"/>
                </a:lnTo>
                <a:lnTo>
                  <a:pt x="129540" y="176784"/>
                </a:lnTo>
                <a:lnTo>
                  <a:pt x="129540" y="187452"/>
                </a:lnTo>
                <a:lnTo>
                  <a:pt x="129540" y="265176"/>
                </a:lnTo>
                <a:lnTo>
                  <a:pt x="25908" y="265176"/>
                </a:lnTo>
                <a:lnTo>
                  <a:pt x="25908" y="187452"/>
                </a:lnTo>
                <a:lnTo>
                  <a:pt x="129540" y="187452"/>
                </a:lnTo>
                <a:lnTo>
                  <a:pt x="129540" y="176784"/>
                </a:lnTo>
                <a:lnTo>
                  <a:pt x="25908" y="176784"/>
                </a:lnTo>
                <a:lnTo>
                  <a:pt x="25908" y="102108"/>
                </a:lnTo>
                <a:lnTo>
                  <a:pt x="129540" y="102108"/>
                </a:lnTo>
                <a:lnTo>
                  <a:pt x="129540" y="91440"/>
                </a:lnTo>
                <a:lnTo>
                  <a:pt x="27432" y="91440"/>
                </a:lnTo>
                <a:lnTo>
                  <a:pt x="0" y="76200"/>
                </a:lnTo>
                <a:lnTo>
                  <a:pt x="876" y="103060"/>
                </a:lnTo>
                <a:lnTo>
                  <a:pt x="1333" y="131064"/>
                </a:lnTo>
                <a:lnTo>
                  <a:pt x="1498" y="160210"/>
                </a:lnTo>
                <a:lnTo>
                  <a:pt x="1485" y="223266"/>
                </a:lnTo>
                <a:lnTo>
                  <a:pt x="1333" y="252031"/>
                </a:lnTo>
                <a:lnTo>
                  <a:pt x="876" y="282448"/>
                </a:lnTo>
                <a:lnTo>
                  <a:pt x="0" y="312420"/>
                </a:lnTo>
                <a:lnTo>
                  <a:pt x="25908" y="300228"/>
                </a:lnTo>
                <a:lnTo>
                  <a:pt x="25908" y="275844"/>
                </a:lnTo>
                <a:lnTo>
                  <a:pt x="129540" y="275844"/>
                </a:lnTo>
                <a:lnTo>
                  <a:pt x="129540" y="359664"/>
                </a:lnTo>
                <a:lnTo>
                  <a:pt x="131826" y="374789"/>
                </a:lnTo>
                <a:lnTo>
                  <a:pt x="138684" y="385762"/>
                </a:lnTo>
                <a:lnTo>
                  <a:pt x="150114" y="392455"/>
                </a:lnTo>
                <a:lnTo>
                  <a:pt x="166116" y="394716"/>
                </a:lnTo>
                <a:lnTo>
                  <a:pt x="301752" y="394716"/>
                </a:lnTo>
                <a:lnTo>
                  <a:pt x="341185" y="380238"/>
                </a:lnTo>
                <a:lnTo>
                  <a:pt x="345859" y="373380"/>
                </a:lnTo>
                <a:lnTo>
                  <a:pt x="348996" y="367284"/>
                </a:lnTo>
                <a:close/>
              </a:path>
              <a:path w="789939" h="408939">
                <a:moveTo>
                  <a:pt x="533387" y="19812"/>
                </a:moveTo>
                <a:lnTo>
                  <a:pt x="498335" y="0"/>
                </a:lnTo>
                <a:lnTo>
                  <a:pt x="494601" y="15417"/>
                </a:lnTo>
                <a:lnTo>
                  <a:pt x="487857" y="36385"/>
                </a:lnTo>
                <a:lnTo>
                  <a:pt x="464807" y="94488"/>
                </a:lnTo>
                <a:lnTo>
                  <a:pt x="432993" y="161163"/>
                </a:lnTo>
                <a:lnTo>
                  <a:pt x="393179" y="225552"/>
                </a:lnTo>
                <a:lnTo>
                  <a:pt x="396227" y="230124"/>
                </a:lnTo>
                <a:lnTo>
                  <a:pt x="412229" y="214122"/>
                </a:lnTo>
                <a:lnTo>
                  <a:pt x="428231" y="195834"/>
                </a:lnTo>
                <a:lnTo>
                  <a:pt x="444233" y="175260"/>
                </a:lnTo>
                <a:lnTo>
                  <a:pt x="460235" y="152400"/>
                </a:lnTo>
                <a:lnTo>
                  <a:pt x="460159" y="367360"/>
                </a:lnTo>
                <a:lnTo>
                  <a:pt x="460044" y="376428"/>
                </a:lnTo>
                <a:lnTo>
                  <a:pt x="459600" y="391858"/>
                </a:lnTo>
                <a:lnTo>
                  <a:pt x="458711" y="408432"/>
                </a:lnTo>
                <a:lnTo>
                  <a:pt x="483095" y="399288"/>
                </a:lnTo>
                <a:lnTo>
                  <a:pt x="483095" y="152400"/>
                </a:lnTo>
                <a:lnTo>
                  <a:pt x="483095" y="143256"/>
                </a:lnTo>
                <a:lnTo>
                  <a:pt x="496811" y="132588"/>
                </a:lnTo>
                <a:lnTo>
                  <a:pt x="475475" y="120396"/>
                </a:lnTo>
                <a:lnTo>
                  <a:pt x="484314" y="103543"/>
                </a:lnTo>
                <a:lnTo>
                  <a:pt x="494715" y="82677"/>
                </a:lnTo>
                <a:lnTo>
                  <a:pt x="506552" y="57823"/>
                </a:lnTo>
                <a:lnTo>
                  <a:pt x="519671" y="28956"/>
                </a:lnTo>
                <a:lnTo>
                  <a:pt x="533387" y="19812"/>
                </a:lnTo>
                <a:close/>
              </a:path>
              <a:path w="789939" h="408939">
                <a:moveTo>
                  <a:pt x="763511" y="265176"/>
                </a:moveTo>
                <a:lnTo>
                  <a:pt x="760031" y="262128"/>
                </a:lnTo>
                <a:lnTo>
                  <a:pt x="739127" y="243840"/>
                </a:lnTo>
                <a:lnTo>
                  <a:pt x="726935" y="257149"/>
                </a:lnTo>
                <a:lnTo>
                  <a:pt x="726935" y="272796"/>
                </a:lnTo>
                <a:lnTo>
                  <a:pt x="726935" y="352044"/>
                </a:lnTo>
                <a:lnTo>
                  <a:pt x="583679" y="352044"/>
                </a:lnTo>
                <a:lnTo>
                  <a:pt x="583679" y="272796"/>
                </a:lnTo>
                <a:lnTo>
                  <a:pt x="726935" y="272796"/>
                </a:lnTo>
                <a:lnTo>
                  <a:pt x="726935" y="257149"/>
                </a:lnTo>
                <a:lnTo>
                  <a:pt x="722363" y="262128"/>
                </a:lnTo>
                <a:lnTo>
                  <a:pt x="583679" y="262128"/>
                </a:lnTo>
                <a:lnTo>
                  <a:pt x="559295" y="246888"/>
                </a:lnTo>
                <a:lnTo>
                  <a:pt x="560184" y="266585"/>
                </a:lnTo>
                <a:lnTo>
                  <a:pt x="560628" y="286702"/>
                </a:lnTo>
                <a:lnTo>
                  <a:pt x="560806" y="307111"/>
                </a:lnTo>
                <a:lnTo>
                  <a:pt x="560692" y="359664"/>
                </a:lnTo>
                <a:lnTo>
                  <a:pt x="560603" y="367360"/>
                </a:lnTo>
                <a:lnTo>
                  <a:pt x="560184" y="382955"/>
                </a:lnTo>
                <a:lnTo>
                  <a:pt x="559295" y="397764"/>
                </a:lnTo>
                <a:lnTo>
                  <a:pt x="583679" y="387096"/>
                </a:lnTo>
                <a:lnTo>
                  <a:pt x="583679" y="362712"/>
                </a:lnTo>
                <a:lnTo>
                  <a:pt x="726935" y="362712"/>
                </a:lnTo>
                <a:lnTo>
                  <a:pt x="726935" y="396240"/>
                </a:lnTo>
                <a:lnTo>
                  <a:pt x="751319" y="385572"/>
                </a:lnTo>
                <a:lnTo>
                  <a:pt x="749795" y="352044"/>
                </a:lnTo>
                <a:lnTo>
                  <a:pt x="749795" y="275844"/>
                </a:lnTo>
                <a:lnTo>
                  <a:pt x="753719" y="272796"/>
                </a:lnTo>
                <a:lnTo>
                  <a:pt x="763511" y="265176"/>
                </a:lnTo>
                <a:close/>
              </a:path>
              <a:path w="789939" h="408939">
                <a:moveTo>
                  <a:pt x="766559" y="147828"/>
                </a:moveTo>
                <a:lnTo>
                  <a:pt x="734555" y="115824"/>
                </a:lnTo>
                <a:lnTo>
                  <a:pt x="714743" y="137160"/>
                </a:lnTo>
                <a:lnTo>
                  <a:pt x="547103" y="137160"/>
                </a:lnTo>
                <a:lnTo>
                  <a:pt x="562343" y="152400"/>
                </a:lnTo>
                <a:lnTo>
                  <a:pt x="572350" y="150406"/>
                </a:lnTo>
                <a:lnTo>
                  <a:pt x="581774" y="148971"/>
                </a:lnTo>
                <a:lnTo>
                  <a:pt x="590638" y="148120"/>
                </a:lnTo>
                <a:lnTo>
                  <a:pt x="598919" y="147828"/>
                </a:lnTo>
                <a:lnTo>
                  <a:pt x="766559" y="147828"/>
                </a:lnTo>
                <a:close/>
              </a:path>
              <a:path w="789939" h="408939">
                <a:moveTo>
                  <a:pt x="768083" y="211836"/>
                </a:moveTo>
                <a:lnTo>
                  <a:pt x="737603" y="179832"/>
                </a:lnTo>
                <a:lnTo>
                  <a:pt x="716267" y="201168"/>
                </a:lnTo>
                <a:lnTo>
                  <a:pt x="544055" y="201168"/>
                </a:lnTo>
                <a:lnTo>
                  <a:pt x="559295" y="216408"/>
                </a:lnTo>
                <a:lnTo>
                  <a:pt x="569607" y="214414"/>
                </a:lnTo>
                <a:lnTo>
                  <a:pt x="580059" y="212979"/>
                </a:lnTo>
                <a:lnTo>
                  <a:pt x="590804" y="212128"/>
                </a:lnTo>
                <a:lnTo>
                  <a:pt x="601967" y="211836"/>
                </a:lnTo>
                <a:lnTo>
                  <a:pt x="768083" y="211836"/>
                </a:lnTo>
                <a:close/>
              </a:path>
              <a:path w="789939" h="408939">
                <a:moveTo>
                  <a:pt x="789419" y="83820"/>
                </a:moveTo>
                <a:lnTo>
                  <a:pt x="757415" y="53340"/>
                </a:lnTo>
                <a:lnTo>
                  <a:pt x="737603" y="74676"/>
                </a:lnTo>
                <a:lnTo>
                  <a:pt x="656831" y="74676"/>
                </a:lnTo>
                <a:lnTo>
                  <a:pt x="662838" y="67233"/>
                </a:lnTo>
                <a:lnTo>
                  <a:pt x="667118" y="60769"/>
                </a:lnTo>
                <a:lnTo>
                  <a:pt x="669696" y="55181"/>
                </a:lnTo>
                <a:lnTo>
                  <a:pt x="670547" y="50292"/>
                </a:lnTo>
                <a:lnTo>
                  <a:pt x="670547" y="45720"/>
                </a:lnTo>
                <a:lnTo>
                  <a:pt x="634403" y="11239"/>
                </a:lnTo>
                <a:lnTo>
                  <a:pt x="618731" y="1524"/>
                </a:lnTo>
                <a:lnTo>
                  <a:pt x="612635" y="6096"/>
                </a:lnTo>
                <a:lnTo>
                  <a:pt x="625767" y="23241"/>
                </a:lnTo>
                <a:lnTo>
                  <a:pt x="635304" y="40386"/>
                </a:lnTo>
                <a:lnTo>
                  <a:pt x="641146" y="57531"/>
                </a:lnTo>
                <a:lnTo>
                  <a:pt x="643115" y="74676"/>
                </a:lnTo>
                <a:lnTo>
                  <a:pt x="516623" y="74676"/>
                </a:lnTo>
                <a:lnTo>
                  <a:pt x="531863" y="89916"/>
                </a:lnTo>
                <a:lnTo>
                  <a:pt x="541299" y="87680"/>
                </a:lnTo>
                <a:lnTo>
                  <a:pt x="551294" y="85725"/>
                </a:lnTo>
                <a:lnTo>
                  <a:pt x="561873" y="84353"/>
                </a:lnTo>
                <a:lnTo>
                  <a:pt x="573011" y="83820"/>
                </a:lnTo>
                <a:lnTo>
                  <a:pt x="789419" y="838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" name="object 52"/>
          <p:cNvSpPr/>
          <p:nvPr/>
        </p:nvSpPr>
        <p:spPr>
          <a:xfrm>
            <a:off x="6065520" y="2970276"/>
            <a:ext cx="387350" cy="398145"/>
          </a:xfrm>
          <a:custGeom>
            <a:avLst/>
            <a:gdLst/>
            <a:ahLst/>
            <a:cxnLst/>
            <a:rect l="l" t="t" r="r" b="b"/>
            <a:pathLst>
              <a:path w="387350" h="398145">
                <a:moveTo>
                  <a:pt x="347472" y="224028"/>
                </a:moveTo>
                <a:lnTo>
                  <a:pt x="302133" y="181356"/>
                </a:lnTo>
                <a:lnTo>
                  <a:pt x="263652" y="129540"/>
                </a:lnTo>
                <a:lnTo>
                  <a:pt x="232981" y="69913"/>
                </a:lnTo>
                <a:lnTo>
                  <a:pt x="214884" y="0"/>
                </a:lnTo>
                <a:lnTo>
                  <a:pt x="249936" y="12191"/>
                </a:lnTo>
                <a:lnTo>
                  <a:pt x="234696" y="22859"/>
                </a:lnTo>
                <a:lnTo>
                  <a:pt x="244125" y="49148"/>
                </a:lnTo>
                <a:lnTo>
                  <a:pt x="271557" y="101727"/>
                </a:lnTo>
                <a:lnTo>
                  <a:pt x="310157" y="151185"/>
                </a:lnTo>
                <a:lnTo>
                  <a:pt x="358782" y="186094"/>
                </a:lnTo>
                <a:lnTo>
                  <a:pt x="387096" y="198120"/>
                </a:lnTo>
                <a:lnTo>
                  <a:pt x="387096" y="202692"/>
                </a:lnTo>
                <a:lnTo>
                  <a:pt x="374261" y="204096"/>
                </a:lnTo>
                <a:lnTo>
                  <a:pt x="363283" y="208216"/>
                </a:lnTo>
                <a:lnTo>
                  <a:pt x="354306" y="214907"/>
                </a:lnTo>
                <a:lnTo>
                  <a:pt x="347472" y="224028"/>
                </a:lnTo>
                <a:close/>
              </a:path>
              <a:path w="387350" h="398145">
                <a:moveTo>
                  <a:pt x="4572" y="231648"/>
                </a:moveTo>
                <a:lnTo>
                  <a:pt x="0" y="225552"/>
                </a:lnTo>
                <a:lnTo>
                  <a:pt x="30003" y="195834"/>
                </a:lnTo>
                <a:lnTo>
                  <a:pt x="56007" y="166116"/>
                </a:lnTo>
                <a:lnTo>
                  <a:pt x="96012" y="106679"/>
                </a:lnTo>
                <a:lnTo>
                  <a:pt x="121348" y="54292"/>
                </a:lnTo>
                <a:lnTo>
                  <a:pt x="134112" y="12191"/>
                </a:lnTo>
                <a:lnTo>
                  <a:pt x="173736" y="38100"/>
                </a:lnTo>
                <a:lnTo>
                  <a:pt x="153924" y="48767"/>
                </a:lnTo>
                <a:lnTo>
                  <a:pt x="129613" y="94853"/>
                </a:lnTo>
                <a:lnTo>
                  <a:pt x="102449" y="136184"/>
                </a:lnTo>
                <a:lnTo>
                  <a:pt x="72505" y="172760"/>
                </a:lnTo>
                <a:lnTo>
                  <a:pt x="39855" y="204581"/>
                </a:lnTo>
                <a:lnTo>
                  <a:pt x="4572" y="231648"/>
                </a:lnTo>
                <a:close/>
              </a:path>
              <a:path w="387350" h="398145">
                <a:moveTo>
                  <a:pt x="62484" y="384048"/>
                </a:moveTo>
                <a:lnTo>
                  <a:pt x="42672" y="347472"/>
                </a:lnTo>
                <a:lnTo>
                  <a:pt x="50077" y="346043"/>
                </a:lnTo>
                <a:lnTo>
                  <a:pt x="58483" y="341757"/>
                </a:lnTo>
                <a:lnTo>
                  <a:pt x="88892" y="311419"/>
                </a:lnTo>
                <a:lnTo>
                  <a:pt x="116943" y="273605"/>
                </a:lnTo>
                <a:lnTo>
                  <a:pt x="150709" y="221837"/>
                </a:lnTo>
                <a:lnTo>
                  <a:pt x="174188" y="173831"/>
                </a:lnTo>
                <a:lnTo>
                  <a:pt x="181356" y="152400"/>
                </a:lnTo>
                <a:lnTo>
                  <a:pt x="220980" y="182879"/>
                </a:lnTo>
                <a:lnTo>
                  <a:pt x="201168" y="190500"/>
                </a:lnTo>
                <a:lnTo>
                  <a:pt x="169449" y="237101"/>
                </a:lnTo>
                <a:lnTo>
                  <a:pt x="138303" y="278701"/>
                </a:lnTo>
                <a:lnTo>
                  <a:pt x="107727" y="315444"/>
                </a:lnTo>
                <a:lnTo>
                  <a:pt x="77724" y="347472"/>
                </a:lnTo>
                <a:lnTo>
                  <a:pt x="319373" y="347472"/>
                </a:lnTo>
                <a:lnTo>
                  <a:pt x="321730" y="352044"/>
                </a:lnTo>
                <a:lnTo>
                  <a:pt x="286512" y="352044"/>
                </a:lnTo>
                <a:lnTo>
                  <a:pt x="155448" y="363474"/>
                </a:lnTo>
                <a:lnTo>
                  <a:pt x="117205" y="367474"/>
                </a:lnTo>
                <a:lnTo>
                  <a:pt x="77152" y="376047"/>
                </a:lnTo>
                <a:lnTo>
                  <a:pt x="69032" y="379761"/>
                </a:lnTo>
                <a:lnTo>
                  <a:pt x="62484" y="384048"/>
                </a:lnTo>
                <a:close/>
              </a:path>
              <a:path w="387350" h="398145">
                <a:moveTo>
                  <a:pt x="319373" y="347472"/>
                </a:moveTo>
                <a:lnTo>
                  <a:pt x="77724" y="347472"/>
                </a:lnTo>
                <a:lnTo>
                  <a:pt x="283464" y="344424"/>
                </a:lnTo>
                <a:lnTo>
                  <a:pt x="272295" y="326445"/>
                </a:lnTo>
                <a:lnTo>
                  <a:pt x="259270" y="306895"/>
                </a:lnTo>
                <a:lnTo>
                  <a:pt x="244244" y="285916"/>
                </a:lnTo>
                <a:lnTo>
                  <a:pt x="227076" y="263652"/>
                </a:lnTo>
                <a:lnTo>
                  <a:pt x="233172" y="259080"/>
                </a:lnTo>
                <a:lnTo>
                  <a:pt x="284607" y="303847"/>
                </a:lnTo>
                <a:lnTo>
                  <a:pt x="310896" y="333756"/>
                </a:lnTo>
                <a:lnTo>
                  <a:pt x="317802" y="344424"/>
                </a:lnTo>
                <a:lnTo>
                  <a:pt x="319373" y="347472"/>
                </a:lnTo>
                <a:close/>
              </a:path>
              <a:path w="387350" h="398145">
                <a:moveTo>
                  <a:pt x="309372" y="397764"/>
                </a:moveTo>
                <a:lnTo>
                  <a:pt x="304800" y="397764"/>
                </a:lnTo>
                <a:lnTo>
                  <a:pt x="301752" y="394716"/>
                </a:lnTo>
                <a:lnTo>
                  <a:pt x="298704" y="385572"/>
                </a:lnTo>
                <a:lnTo>
                  <a:pt x="295298" y="375832"/>
                </a:lnTo>
                <a:lnTo>
                  <a:pt x="292036" y="367093"/>
                </a:lnTo>
                <a:lnTo>
                  <a:pt x="289059" y="359211"/>
                </a:lnTo>
                <a:lnTo>
                  <a:pt x="286512" y="352044"/>
                </a:lnTo>
                <a:lnTo>
                  <a:pt x="321730" y="352044"/>
                </a:lnTo>
                <a:lnTo>
                  <a:pt x="322516" y="353568"/>
                </a:lnTo>
                <a:lnTo>
                  <a:pt x="325254" y="361616"/>
                </a:lnTo>
                <a:lnTo>
                  <a:pt x="326136" y="368808"/>
                </a:lnTo>
                <a:lnTo>
                  <a:pt x="326136" y="374904"/>
                </a:lnTo>
                <a:lnTo>
                  <a:pt x="323088" y="382524"/>
                </a:lnTo>
                <a:lnTo>
                  <a:pt x="313943" y="394716"/>
                </a:lnTo>
                <a:lnTo>
                  <a:pt x="309372" y="39776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" name="object 53"/>
          <p:cNvSpPr/>
          <p:nvPr/>
        </p:nvSpPr>
        <p:spPr>
          <a:xfrm>
            <a:off x="6513576" y="2982468"/>
            <a:ext cx="349250" cy="387350"/>
          </a:xfrm>
          <a:custGeom>
            <a:avLst/>
            <a:gdLst/>
            <a:ahLst/>
            <a:cxnLst/>
            <a:rect l="l" t="t" r="r" b="b"/>
            <a:pathLst>
              <a:path w="349250" h="387350">
                <a:moveTo>
                  <a:pt x="48768" y="32004"/>
                </a:moveTo>
                <a:lnTo>
                  <a:pt x="33528" y="16764"/>
                </a:lnTo>
                <a:lnTo>
                  <a:pt x="307847" y="16764"/>
                </a:lnTo>
                <a:lnTo>
                  <a:pt x="320040" y="0"/>
                </a:lnTo>
                <a:lnTo>
                  <a:pt x="348996" y="22860"/>
                </a:lnTo>
                <a:lnTo>
                  <a:pt x="342138" y="27432"/>
                </a:lnTo>
                <a:lnTo>
                  <a:pt x="89916" y="27432"/>
                </a:lnTo>
                <a:lnTo>
                  <a:pt x="78771" y="27717"/>
                </a:lnTo>
                <a:lnTo>
                  <a:pt x="68199" y="28575"/>
                </a:lnTo>
                <a:lnTo>
                  <a:pt x="58197" y="30003"/>
                </a:lnTo>
                <a:lnTo>
                  <a:pt x="48768" y="32004"/>
                </a:lnTo>
                <a:close/>
              </a:path>
              <a:path w="349250" h="387350">
                <a:moveTo>
                  <a:pt x="334294" y="345948"/>
                </a:moveTo>
                <a:lnTo>
                  <a:pt x="294132" y="345948"/>
                </a:lnTo>
                <a:lnTo>
                  <a:pt x="301251" y="344543"/>
                </a:lnTo>
                <a:lnTo>
                  <a:pt x="306514" y="340423"/>
                </a:lnTo>
                <a:lnTo>
                  <a:pt x="309776" y="333732"/>
                </a:lnTo>
                <a:lnTo>
                  <a:pt x="310896" y="324612"/>
                </a:lnTo>
                <a:lnTo>
                  <a:pt x="310896" y="27432"/>
                </a:lnTo>
                <a:lnTo>
                  <a:pt x="342138" y="27432"/>
                </a:lnTo>
                <a:lnTo>
                  <a:pt x="335280" y="32004"/>
                </a:lnTo>
                <a:lnTo>
                  <a:pt x="335280" y="333756"/>
                </a:lnTo>
                <a:lnTo>
                  <a:pt x="334294" y="345948"/>
                </a:lnTo>
                <a:close/>
              </a:path>
              <a:path w="349250" h="387350">
                <a:moveTo>
                  <a:pt x="15240" y="115824"/>
                </a:moveTo>
                <a:lnTo>
                  <a:pt x="0" y="100584"/>
                </a:lnTo>
                <a:lnTo>
                  <a:pt x="224028" y="100584"/>
                </a:lnTo>
                <a:lnTo>
                  <a:pt x="246888" y="77724"/>
                </a:lnTo>
                <a:lnTo>
                  <a:pt x="280416" y="111252"/>
                </a:lnTo>
                <a:lnTo>
                  <a:pt x="54864" y="111252"/>
                </a:lnTo>
                <a:lnTo>
                  <a:pt x="43743" y="111537"/>
                </a:lnTo>
                <a:lnTo>
                  <a:pt x="33337" y="112395"/>
                </a:lnTo>
                <a:lnTo>
                  <a:pt x="23788" y="113823"/>
                </a:lnTo>
                <a:lnTo>
                  <a:pt x="15240" y="115824"/>
                </a:lnTo>
                <a:close/>
              </a:path>
              <a:path w="349250" h="387350">
                <a:moveTo>
                  <a:pt x="228491" y="163068"/>
                </a:moveTo>
                <a:lnTo>
                  <a:pt x="193547" y="163068"/>
                </a:lnTo>
                <a:lnTo>
                  <a:pt x="205740" y="146304"/>
                </a:lnTo>
                <a:lnTo>
                  <a:pt x="228491" y="163068"/>
                </a:lnTo>
                <a:close/>
              </a:path>
              <a:path w="349250" h="387350">
                <a:moveTo>
                  <a:pt x="53340" y="312420"/>
                </a:moveTo>
                <a:lnTo>
                  <a:pt x="54221" y="298989"/>
                </a:lnTo>
                <a:lnTo>
                  <a:pt x="54653" y="282321"/>
                </a:lnTo>
                <a:lnTo>
                  <a:pt x="54747" y="272034"/>
                </a:lnTo>
                <a:lnTo>
                  <a:pt x="54840" y="208478"/>
                </a:lnTo>
                <a:lnTo>
                  <a:pt x="54673" y="184975"/>
                </a:lnTo>
                <a:lnTo>
                  <a:pt x="54221" y="164615"/>
                </a:lnTo>
                <a:lnTo>
                  <a:pt x="53340" y="147828"/>
                </a:lnTo>
                <a:lnTo>
                  <a:pt x="79248" y="163068"/>
                </a:lnTo>
                <a:lnTo>
                  <a:pt x="228491" y="163068"/>
                </a:lnTo>
                <a:lnTo>
                  <a:pt x="234696" y="167640"/>
                </a:lnTo>
                <a:lnTo>
                  <a:pt x="226858" y="173736"/>
                </a:lnTo>
                <a:lnTo>
                  <a:pt x="79248" y="173736"/>
                </a:lnTo>
                <a:lnTo>
                  <a:pt x="79248" y="260604"/>
                </a:lnTo>
                <a:lnTo>
                  <a:pt x="221001" y="260604"/>
                </a:lnTo>
                <a:lnTo>
                  <a:pt x="221003" y="261747"/>
                </a:lnTo>
                <a:lnTo>
                  <a:pt x="221158" y="271271"/>
                </a:lnTo>
                <a:lnTo>
                  <a:pt x="79248" y="271271"/>
                </a:lnTo>
                <a:lnTo>
                  <a:pt x="79248" y="300228"/>
                </a:lnTo>
                <a:lnTo>
                  <a:pt x="53340" y="312420"/>
                </a:lnTo>
                <a:close/>
              </a:path>
              <a:path w="349250" h="387350">
                <a:moveTo>
                  <a:pt x="221001" y="260604"/>
                </a:moveTo>
                <a:lnTo>
                  <a:pt x="196596" y="260604"/>
                </a:lnTo>
                <a:lnTo>
                  <a:pt x="196596" y="173736"/>
                </a:lnTo>
                <a:lnTo>
                  <a:pt x="226858" y="173736"/>
                </a:lnTo>
                <a:lnTo>
                  <a:pt x="220980" y="178307"/>
                </a:lnTo>
                <a:lnTo>
                  <a:pt x="221001" y="260604"/>
                </a:lnTo>
                <a:close/>
              </a:path>
              <a:path w="349250" h="387350">
                <a:moveTo>
                  <a:pt x="196596" y="301752"/>
                </a:moveTo>
                <a:lnTo>
                  <a:pt x="196596" y="271271"/>
                </a:lnTo>
                <a:lnTo>
                  <a:pt x="221158" y="271271"/>
                </a:lnTo>
                <a:lnTo>
                  <a:pt x="221170" y="272034"/>
                </a:lnTo>
                <a:lnTo>
                  <a:pt x="221622" y="282321"/>
                </a:lnTo>
                <a:lnTo>
                  <a:pt x="222504" y="292607"/>
                </a:lnTo>
                <a:lnTo>
                  <a:pt x="196596" y="301752"/>
                </a:lnTo>
                <a:close/>
              </a:path>
              <a:path w="349250" h="387350">
                <a:moveTo>
                  <a:pt x="297180" y="387096"/>
                </a:moveTo>
                <a:lnTo>
                  <a:pt x="293441" y="377070"/>
                </a:lnTo>
                <a:lnTo>
                  <a:pt x="282130" y="367474"/>
                </a:lnTo>
                <a:lnTo>
                  <a:pt x="263104" y="358163"/>
                </a:lnTo>
                <a:lnTo>
                  <a:pt x="236220" y="348996"/>
                </a:lnTo>
                <a:lnTo>
                  <a:pt x="236220" y="339851"/>
                </a:lnTo>
                <a:lnTo>
                  <a:pt x="255341" y="342733"/>
                </a:lnTo>
                <a:lnTo>
                  <a:pt x="271462" y="344614"/>
                </a:lnTo>
                <a:lnTo>
                  <a:pt x="284440" y="345638"/>
                </a:lnTo>
                <a:lnTo>
                  <a:pt x="294132" y="345948"/>
                </a:lnTo>
                <a:lnTo>
                  <a:pt x="334294" y="345948"/>
                </a:lnTo>
                <a:lnTo>
                  <a:pt x="333827" y="351734"/>
                </a:lnTo>
                <a:lnTo>
                  <a:pt x="327088" y="366712"/>
                </a:lnTo>
                <a:lnTo>
                  <a:pt x="314920" y="378547"/>
                </a:lnTo>
                <a:lnTo>
                  <a:pt x="297180" y="38709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" name="object 54"/>
          <p:cNvSpPr/>
          <p:nvPr/>
        </p:nvSpPr>
        <p:spPr>
          <a:xfrm>
            <a:off x="6938759" y="2991611"/>
            <a:ext cx="325120" cy="344805"/>
          </a:xfrm>
          <a:custGeom>
            <a:avLst/>
            <a:gdLst/>
            <a:ahLst/>
            <a:cxnLst/>
            <a:rect l="l" t="t" r="r" b="b"/>
            <a:pathLst>
              <a:path w="325120" h="344804">
                <a:moveTo>
                  <a:pt x="245364" y="36576"/>
                </a:moveTo>
                <a:lnTo>
                  <a:pt x="239268" y="32004"/>
                </a:lnTo>
                <a:lnTo>
                  <a:pt x="216408" y="22860"/>
                </a:lnTo>
                <a:lnTo>
                  <a:pt x="210312" y="19812"/>
                </a:lnTo>
                <a:lnTo>
                  <a:pt x="169024" y="9791"/>
                </a:lnTo>
                <a:lnTo>
                  <a:pt x="146304" y="9144"/>
                </a:lnTo>
                <a:lnTo>
                  <a:pt x="129730" y="9740"/>
                </a:lnTo>
                <a:lnTo>
                  <a:pt x="86868" y="19812"/>
                </a:lnTo>
                <a:lnTo>
                  <a:pt x="50863" y="43395"/>
                </a:lnTo>
                <a:lnTo>
                  <a:pt x="23050" y="77724"/>
                </a:lnTo>
                <a:lnTo>
                  <a:pt x="5791" y="122135"/>
                </a:lnTo>
                <a:lnTo>
                  <a:pt x="0" y="176784"/>
                </a:lnTo>
                <a:lnTo>
                  <a:pt x="596" y="196786"/>
                </a:lnTo>
                <a:lnTo>
                  <a:pt x="10668" y="249936"/>
                </a:lnTo>
                <a:lnTo>
                  <a:pt x="31673" y="290664"/>
                </a:lnTo>
                <a:lnTo>
                  <a:pt x="61722" y="320040"/>
                </a:lnTo>
                <a:lnTo>
                  <a:pt x="100634" y="338645"/>
                </a:lnTo>
                <a:lnTo>
                  <a:pt x="144780" y="344424"/>
                </a:lnTo>
                <a:lnTo>
                  <a:pt x="154292" y="344170"/>
                </a:lnTo>
                <a:lnTo>
                  <a:pt x="195859" y="337312"/>
                </a:lnTo>
                <a:lnTo>
                  <a:pt x="231648" y="323088"/>
                </a:lnTo>
                <a:lnTo>
                  <a:pt x="239268" y="320040"/>
                </a:lnTo>
                <a:lnTo>
                  <a:pt x="245364" y="316992"/>
                </a:lnTo>
                <a:lnTo>
                  <a:pt x="245364" y="265176"/>
                </a:lnTo>
                <a:lnTo>
                  <a:pt x="242316" y="265176"/>
                </a:lnTo>
                <a:lnTo>
                  <a:pt x="234696" y="272796"/>
                </a:lnTo>
                <a:lnTo>
                  <a:pt x="216408" y="286512"/>
                </a:lnTo>
                <a:lnTo>
                  <a:pt x="179832" y="303276"/>
                </a:lnTo>
                <a:lnTo>
                  <a:pt x="144780" y="307848"/>
                </a:lnTo>
                <a:lnTo>
                  <a:pt x="134759" y="307276"/>
                </a:lnTo>
                <a:lnTo>
                  <a:pt x="97828" y="294474"/>
                </a:lnTo>
                <a:lnTo>
                  <a:pt x="68135" y="265772"/>
                </a:lnTo>
                <a:lnTo>
                  <a:pt x="49339" y="221792"/>
                </a:lnTo>
                <a:lnTo>
                  <a:pt x="44196" y="176784"/>
                </a:lnTo>
                <a:lnTo>
                  <a:pt x="44754" y="161340"/>
                </a:lnTo>
                <a:lnTo>
                  <a:pt x="51816" y="120396"/>
                </a:lnTo>
                <a:lnTo>
                  <a:pt x="73152" y="79248"/>
                </a:lnTo>
                <a:lnTo>
                  <a:pt x="106680" y="53340"/>
                </a:lnTo>
                <a:lnTo>
                  <a:pt x="144780" y="45720"/>
                </a:lnTo>
                <a:lnTo>
                  <a:pt x="154520" y="46012"/>
                </a:lnTo>
                <a:lnTo>
                  <a:pt x="193167" y="55054"/>
                </a:lnTo>
                <a:lnTo>
                  <a:pt x="227076" y="76200"/>
                </a:lnTo>
                <a:lnTo>
                  <a:pt x="239268" y="85344"/>
                </a:lnTo>
                <a:lnTo>
                  <a:pt x="242316" y="88392"/>
                </a:lnTo>
                <a:lnTo>
                  <a:pt x="245364" y="88392"/>
                </a:lnTo>
                <a:lnTo>
                  <a:pt x="245364" y="36576"/>
                </a:lnTo>
                <a:close/>
              </a:path>
              <a:path w="325120" h="344804">
                <a:moveTo>
                  <a:pt x="324612" y="0"/>
                </a:moveTo>
                <a:lnTo>
                  <a:pt x="283464" y="0"/>
                </a:lnTo>
                <a:lnTo>
                  <a:pt x="283464" y="338328"/>
                </a:lnTo>
                <a:lnTo>
                  <a:pt x="324612" y="338328"/>
                </a:lnTo>
                <a:lnTo>
                  <a:pt x="32461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pic>
        <p:nvPicPr>
          <p:cNvPr id="55" name="object 55"/>
          <p:cNvPicPr/>
          <p:nvPr/>
        </p:nvPicPr>
        <p:blipFill>
          <a:blip r:embed="rId11" cstate="print"/>
          <a:stretch>
            <a:fillRect/>
          </a:stretch>
        </p:blipFill>
        <p:spPr>
          <a:xfrm>
            <a:off x="7321295" y="3087624"/>
            <a:ext cx="192024" cy="248412"/>
          </a:xfrm>
          <a:prstGeom prst="rect">
            <a:avLst/>
          </a:prstGeom>
        </p:spPr>
      </p:pic>
      <p:sp>
        <p:nvSpPr>
          <p:cNvPr id="56" name="object 56"/>
          <p:cNvSpPr/>
          <p:nvPr/>
        </p:nvSpPr>
        <p:spPr>
          <a:xfrm>
            <a:off x="7574280" y="3006852"/>
            <a:ext cx="231775" cy="323215"/>
          </a:xfrm>
          <a:custGeom>
            <a:avLst/>
            <a:gdLst/>
            <a:ahLst/>
            <a:cxnLst/>
            <a:rect l="l" t="t" r="r" b="b"/>
            <a:pathLst>
              <a:path w="231775" h="323214">
                <a:moveTo>
                  <a:pt x="231648" y="323087"/>
                </a:moveTo>
                <a:lnTo>
                  <a:pt x="182880" y="323087"/>
                </a:lnTo>
                <a:lnTo>
                  <a:pt x="39624" y="44195"/>
                </a:lnTo>
                <a:lnTo>
                  <a:pt x="39624" y="323087"/>
                </a:lnTo>
                <a:lnTo>
                  <a:pt x="0" y="323087"/>
                </a:lnTo>
                <a:lnTo>
                  <a:pt x="0" y="0"/>
                </a:lnTo>
                <a:lnTo>
                  <a:pt x="60960" y="0"/>
                </a:lnTo>
                <a:lnTo>
                  <a:pt x="190500" y="256031"/>
                </a:lnTo>
                <a:lnTo>
                  <a:pt x="190500" y="0"/>
                </a:lnTo>
                <a:lnTo>
                  <a:pt x="231648" y="0"/>
                </a:lnTo>
                <a:lnTo>
                  <a:pt x="231648" y="32308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" name="object 57"/>
          <p:cNvSpPr/>
          <p:nvPr/>
        </p:nvSpPr>
        <p:spPr>
          <a:xfrm>
            <a:off x="7851635" y="3017519"/>
            <a:ext cx="370840" cy="318770"/>
          </a:xfrm>
          <a:custGeom>
            <a:avLst/>
            <a:gdLst/>
            <a:ahLst/>
            <a:cxnLst/>
            <a:rect l="l" t="t" r="r" b="b"/>
            <a:pathLst>
              <a:path w="370840" h="318770">
                <a:moveTo>
                  <a:pt x="208788" y="173736"/>
                </a:moveTo>
                <a:lnTo>
                  <a:pt x="205574" y="134302"/>
                </a:lnTo>
                <a:lnTo>
                  <a:pt x="187909" y="97091"/>
                </a:lnTo>
                <a:lnTo>
                  <a:pt x="169164" y="78638"/>
                </a:lnTo>
                <a:lnTo>
                  <a:pt x="169164" y="164592"/>
                </a:lnTo>
                <a:lnTo>
                  <a:pt x="41148" y="164592"/>
                </a:lnTo>
                <a:lnTo>
                  <a:pt x="54864" y="121920"/>
                </a:lnTo>
                <a:lnTo>
                  <a:pt x="82296" y="102108"/>
                </a:lnTo>
                <a:lnTo>
                  <a:pt x="87655" y="99237"/>
                </a:lnTo>
                <a:lnTo>
                  <a:pt x="94297" y="97345"/>
                </a:lnTo>
                <a:lnTo>
                  <a:pt x="101803" y="96329"/>
                </a:lnTo>
                <a:lnTo>
                  <a:pt x="109728" y="96012"/>
                </a:lnTo>
                <a:lnTo>
                  <a:pt x="117449" y="96329"/>
                </a:lnTo>
                <a:lnTo>
                  <a:pt x="124587" y="97345"/>
                </a:lnTo>
                <a:lnTo>
                  <a:pt x="131165" y="99237"/>
                </a:lnTo>
                <a:lnTo>
                  <a:pt x="137160" y="102108"/>
                </a:lnTo>
                <a:lnTo>
                  <a:pt x="144780" y="105156"/>
                </a:lnTo>
                <a:lnTo>
                  <a:pt x="150876" y="109728"/>
                </a:lnTo>
                <a:lnTo>
                  <a:pt x="155448" y="115824"/>
                </a:lnTo>
                <a:lnTo>
                  <a:pt x="160020" y="120396"/>
                </a:lnTo>
                <a:lnTo>
                  <a:pt x="163068" y="128016"/>
                </a:lnTo>
                <a:lnTo>
                  <a:pt x="164592" y="135636"/>
                </a:lnTo>
                <a:lnTo>
                  <a:pt x="166598" y="141668"/>
                </a:lnTo>
                <a:lnTo>
                  <a:pt x="168021" y="148399"/>
                </a:lnTo>
                <a:lnTo>
                  <a:pt x="168884" y="156006"/>
                </a:lnTo>
                <a:lnTo>
                  <a:pt x="169164" y="164592"/>
                </a:lnTo>
                <a:lnTo>
                  <a:pt x="169164" y="78638"/>
                </a:lnTo>
                <a:lnTo>
                  <a:pt x="132969" y="64579"/>
                </a:lnTo>
                <a:lnTo>
                  <a:pt x="111252" y="62484"/>
                </a:lnTo>
                <a:lnTo>
                  <a:pt x="87274" y="64757"/>
                </a:lnTo>
                <a:lnTo>
                  <a:pt x="46748" y="82423"/>
                </a:lnTo>
                <a:lnTo>
                  <a:pt x="16725" y="117017"/>
                </a:lnTo>
                <a:lnTo>
                  <a:pt x="1765" y="163982"/>
                </a:lnTo>
                <a:lnTo>
                  <a:pt x="0" y="192024"/>
                </a:lnTo>
                <a:lnTo>
                  <a:pt x="2006" y="220916"/>
                </a:lnTo>
                <a:lnTo>
                  <a:pt x="18008" y="267258"/>
                </a:lnTo>
                <a:lnTo>
                  <a:pt x="49491" y="299872"/>
                </a:lnTo>
                <a:lnTo>
                  <a:pt x="94157" y="316496"/>
                </a:lnTo>
                <a:lnTo>
                  <a:pt x="121920" y="318516"/>
                </a:lnTo>
                <a:lnTo>
                  <a:pt x="131064" y="318516"/>
                </a:lnTo>
                <a:lnTo>
                  <a:pt x="140208" y="316992"/>
                </a:lnTo>
                <a:lnTo>
                  <a:pt x="146304" y="316992"/>
                </a:lnTo>
                <a:lnTo>
                  <a:pt x="152400" y="315468"/>
                </a:lnTo>
                <a:lnTo>
                  <a:pt x="160020" y="313944"/>
                </a:lnTo>
                <a:lnTo>
                  <a:pt x="167640" y="310896"/>
                </a:lnTo>
                <a:lnTo>
                  <a:pt x="179832" y="307848"/>
                </a:lnTo>
                <a:lnTo>
                  <a:pt x="185928" y="304800"/>
                </a:lnTo>
                <a:lnTo>
                  <a:pt x="193548" y="301752"/>
                </a:lnTo>
                <a:lnTo>
                  <a:pt x="199644" y="300228"/>
                </a:lnTo>
                <a:lnTo>
                  <a:pt x="204216" y="297180"/>
                </a:lnTo>
                <a:lnTo>
                  <a:pt x="204216" y="281940"/>
                </a:lnTo>
                <a:lnTo>
                  <a:pt x="204216" y="252984"/>
                </a:lnTo>
                <a:lnTo>
                  <a:pt x="202692" y="252984"/>
                </a:lnTo>
                <a:lnTo>
                  <a:pt x="198120" y="256032"/>
                </a:lnTo>
                <a:lnTo>
                  <a:pt x="195072" y="259080"/>
                </a:lnTo>
                <a:lnTo>
                  <a:pt x="188976" y="262128"/>
                </a:lnTo>
                <a:lnTo>
                  <a:pt x="184404" y="265176"/>
                </a:lnTo>
                <a:lnTo>
                  <a:pt x="178308" y="268224"/>
                </a:lnTo>
                <a:lnTo>
                  <a:pt x="170688" y="271272"/>
                </a:lnTo>
                <a:lnTo>
                  <a:pt x="164592" y="274320"/>
                </a:lnTo>
                <a:lnTo>
                  <a:pt x="155448" y="277368"/>
                </a:lnTo>
                <a:lnTo>
                  <a:pt x="147828" y="278892"/>
                </a:lnTo>
                <a:lnTo>
                  <a:pt x="140970" y="280657"/>
                </a:lnTo>
                <a:lnTo>
                  <a:pt x="134112" y="281559"/>
                </a:lnTo>
                <a:lnTo>
                  <a:pt x="127254" y="281901"/>
                </a:lnTo>
                <a:lnTo>
                  <a:pt x="120396" y="281940"/>
                </a:lnTo>
                <a:lnTo>
                  <a:pt x="102997" y="280543"/>
                </a:lnTo>
                <a:lnTo>
                  <a:pt x="62484" y="260604"/>
                </a:lnTo>
                <a:lnTo>
                  <a:pt x="42341" y="215392"/>
                </a:lnTo>
                <a:lnTo>
                  <a:pt x="41148" y="195072"/>
                </a:lnTo>
                <a:lnTo>
                  <a:pt x="208788" y="195072"/>
                </a:lnTo>
                <a:lnTo>
                  <a:pt x="208788" y="173736"/>
                </a:lnTo>
                <a:close/>
              </a:path>
              <a:path w="370840" h="318770">
                <a:moveTo>
                  <a:pt x="370344" y="70104"/>
                </a:moveTo>
                <a:lnTo>
                  <a:pt x="294144" y="70104"/>
                </a:lnTo>
                <a:lnTo>
                  <a:pt x="294144" y="0"/>
                </a:lnTo>
                <a:lnTo>
                  <a:pt x="252996" y="0"/>
                </a:lnTo>
                <a:lnTo>
                  <a:pt x="252996" y="70104"/>
                </a:lnTo>
                <a:lnTo>
                  <a:pt x="225564" y="70104"/>
                </a:lnTo>
                <a:lnTo>
                  <a:pt x="225564" y="103632"/>
                </a:lnTo>
                <a:lnTo>
                  <a:pt x="252996" y="103632"/>
                </a:lnTo>
                <a:lnTo>
                  <a:pt x="252996" y="237744"/>
                </a:lnTo>
                <a:lnTo>
                  <a:pt x="254368" y="256921"/>
                </a:lnTo>
                <a:lnTo>
                  <a:pt x="272808" y="298704"/>
                </a:lnTo>
                <a:lnTo>
                  <a:pt x="308597" y="315849"/>
                </a:lnTo>
                <a:lnTo>
                  <a:pt x="324624" y="316992"/>
                </a:lnTo>
                <a:lnTo>
                  <a:pt x="338340" y="316992"/>
                </a:lnTo>
                <a:lnTo>
                  <a:pt x="345960" y="315468"/>
                </a:lnTo>
                <a:lnTo>
                  <a:pt x="355104" y="313944"/>
                </a:lnTo>
                <a:lnTo>
                  <a:pt x="370344" y="310896"/>
                </a:lnTo>
                <a:lnTo>
                  <a:pt x="370344" y="274320"/>
                </a:lnTo>
                <a:lnTo>
                  <a:pt x="364248" y="274320"/>
                </a:lnTo>
                <a:lnTo>
                  <a:pt x="359676" y="275844"/>
                </a:lnTo>
                <a:lnTo>
                  <a:pt x="353580" y="278892"/>
                </a:lnTo>
                <a:lnTo>
                  <a:pt x="341388" y="281940"/>
                </a:lnTo>
                <a:lnTo>
                  <a:pt x="324624" y="281940"/>
                </a:lnTo>
                <a:lnTo>
                  <a:pt x="317004" y="280416"/>
                </a:lnTo>
                <a:lnTo>
                  <a:pt x="312432" y="277368"/>
                </a:lnTo>
                <a:lnTo>
                  <a:pt x="306336" y="274320"/>
                </a:lnTo>
                <a:lnTo>
                  <a:pt x="303288" y="271272"/>
                </a:lnTo>
                <a:lnTo>
                  <a:pt x="300240" y="266700"/>
                </a:lnTo>
                <a:lnTo>
                  <a:pt x="297192" y="260604"/>
                </a:lnTo>
                <a:lnTo>
                  <a:pt x="295668" y="254508"/>
                </a:lnTo>
                <a:lnTo>
                  <a:pt x="295668" y="246888"/>
                </a:lnTo>
                <a:lnTo>
                  <a:pt x="294779" y="241744"/>
                </a:lnTo>
                <a:lnTo>
                  <a:pt x="294335" y="235458"/>
                </a:lnTo>
                <a:lnTo>
                  <a:pt x="294157" y="228028"/>
                </a:lnTo>
                <a:lnTo>
                  <a:pt x="294144" y="103632"/>
                </a:lnTo>
                <a:lnTo>
                  <a:pt x="370344" y="103632"/>
                </a:lnTo>
                <a:lnTo>
                  <a:pt x="370344" y="7010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" name="object 58"/>
          <p:cNvSpPr/>
          <p:nvPr/>
        </p:nvSpPr>
        <p:spPr>
          <a:xfrm>
            <a:off x="8276844" y="2967227"/>
            <a:ext cx="356870" cy="401320"/>
          </a:xfrm>
          <a:custGeom>
            <a:avLst/>
            <a:gdLst/>
            <a:ahLst/>
            <a:cxnLst/>
            <a:rect l="l" t="t" r="r" b="b"/>
            <a:pathLst>
              <a:path w="356870" h="401320">
                <a:moveTo>
                  <a:pt x="53340" y="89916"/>
                </a:moveTo>
                <a:lnTo>
                  <a:pt x="44196" y="89916"/>
                </a:lnTo>
                <a:lnTo>
                  <a:pt x="51339" y="61936"/>
                </a:lnTo>
                <a:lnTo>
                  <a:pt x="56769" y="37528"/>
                </a:lnTo>
                <a:lnTo>
                  <a:pt x="60483" y="16835"/>
                </a:lnTo>
                <a:lnTo>
                  <a:pt x="62484" y="0"/>
                </a:lnTo>
                <a:lnTo>
                  <a:pt x="100584" y="19812"/>
                </a:lnTo>
                <a:lnTo>
                  <a:pt x="91487" y="27551"/>
                </a:lnTo>
                <a:lnTo>
                  <a:pt x="80391" y="41719"/>
                </a:lnTo>
                <a:lnTo>
                  <a:pt x="67579" y="62460"/>
                </a:lnTo>
                <a:lnTo>
                  <a:pt x="53340" y="89916"/>
                </a:lnTo>
                <a:close/>
              </a:path>
              <a:path w="356870" h="401320">
                <a:moveTo>
                  <a:pt x="147828" y="190500"/>
                </a:moveTo>
                <a:lnTo>
                  <a:pt x="143256" y="187452"/>
                </a:lnTo>
                <a:lnTo>
                  <a:pt x="160162" y="159972"/>
                </a:lnTo>
                <a:lnTo>
                  <a:pt x="174498" y="134493"/>
                </a:lnTo>
                <a:lnTo>
                  <a:pt x="196596" y="88392"/>
                </a:lnTo>
                <a:lnTo>
                  <a:pt x="211836" y="44958"/>
                </a:lnTo>
                <a:lnTo>
                  <a:pt x="222503" y="1524"/>
                </a:lnTo>
                <a:lnTo>
                  <a:pt x="260603" y="22860"/>
                </a:lnTo>
                <a:lnTo>
                  <a:pt x="252864" y="30837"/>
                </a:lnTo>
                <a:lnTo>
                  <a:pt x="243268" y="45529"/>
                </a:lnTo>
                <a:lnTo>
                  <a:pt x="231671" y="66794"/>
                </a:lnTo>
                <a:lnTo>
                  <a:pt x="217932" y="94488"/>
                </a:lnTo>
                <a:lnTo>
                  <a:pt x="348996" y="94488"/>
                </a:lnTo>
                <a:lnTo>
                  <a:pt x="356616" y="102108"/>
                </a:lnTo>
                <a:lnTo>
                  <a:pt x="352806" y="105156"/>
                </a:lnTo>
                <a:lnTo>
                  <a:pt x="213360" y="105156"/>
                </a:lnTo>
                <a:lnTo>
                  <a:pt x="197977" y="129420"/>
                </a:lnTo>
                <a:lnTo>
                  <a:pt x="181737" y="151828"/>
                </a:lnTo>
                <a:lnTo>
                  <a:pt x="164925" y="172235"/>
                </a:lnTo>
                <a:lnTo>
                  <a:pt x="147828" y="190500"/>
                </a:lnTo>
                <a:close/>
              </a:path>
              <a:path w="356870" h="401320">
                <a:moveTo>
                  <a:pt x="146812" y="89916"/>
                </a:moveTo>
                <a:lnTo>
                  <a:pt x="111252" y="89916"/>
                </a:lnTo>
                <a:lnTo>
                  <a:pt x="129540" y="71628"/>
                </a:lnTo>
                <a:lnTo>
                  <a:pt x="146812" y="89916"/>
                </a:lnTo>
                <a:close/>
              </a:path>
              <a:path w="356870" h="401320">
                <a:moveTo>
                  <a:pt x="0" y="397764"/>
                </a:moveTo>
                <a:lnTo>
                  <a:pt x="820" y="359664"/>
                </a:lnTo>
                <a:lnTo>
                  <a:pt x="917" y="353568"/>
                </a:lnTo>
                <a:lnTo>
                  <a:pt x="1333" y="316230"/>
                </a:lnTo>
                <a:lnTo>
                  <a:pt x="1425" y="176784"/>
                </a:lnTo>
                <a:lnTo>
                  <a:pt x="1301" y="151828"/>
                </a:lnTo>
                <a:lnTo>
                  <a:pt x="881" y="114681"/>
                </a:lnTo>
                <a:lnTo>
                  <a:pt x="0" y="74676"/>
                </a:lnTo>
                <a:lnTo>
                  <a:pt x="25908" y="89916"/>
                </a:lnTo>
                <a:lnTo>
                  <a:pt x="146812" y="89916"/>
                </a:lnTo>
                <a:lnTo>
                  <a:pt x="155448" y="99060"/>
                </a:lnTo>
                <a:lnTo>
                  <a:pt x="153162" y="100584"/>
                </a:lnTo>
                <a:lnTo>
                  <a:pt x="24384" y="100584"/>
                </a:lnTo>
                <a:lnTo>
                  <a:pt x="24384" y="211836"/>
                </a:lnTo>
                <a:lnTo>
                  <a:pt x="137464" y="211836"/>
                </a:lnTo>
                <a:lnTo>
                  <a:pt x="137527" y="222504"/>
                </a:lnTo>
                <a:lnTo>
                  <a:pt x="24384" y="222504"/>
                </a:lnTo>
                <a:lnTo>
                  <a:pt x="24384" y="342900"/>
                </a:lnTo>
                <a:lnTo>
                  <a:pt x="138496" y="342900"/>
                </a:lnTo>
                <a:lnTo>
                  <a:pt x="138564" y="353568"/>
                </a:lnTo>
                <a:lnTo>
                  <a:pt x="24384" y="353568"/>
                </a:lnTo>
                <a:lnTo>
                  <a:pt x="24384" y="384048"/>
                </a:lnTo>
                <a:lnTo>
                  <a:pt x="0" y="397764"/>
                </a:lnTo>
                <a:close/>
              </a:path>
              <a:path w="356870" h="401320">
                <a:moveTo>
                  <a:pt x="348996" y="94488"/>
                </a:moveTo>
                <a:lnTo>
                  <a:pt x="310896" y="94488"/>
                </a:lnTo>
                <a:lnTo>
                  <a:pt x="330708" y="76200"/>
                </a:lnTo>
                <a:lnTo>
                  <a:pt x="348996" y="94488"/>
                </a:lnTo>
                <a:close/>
              </a:path>
              <a:path w="356870" h="401320">
                <a:moveTo>
                  <a:pt x="137464" y="211836"/>
                </a:moveTo>
                <a:lnTo>
                  <a:pt x="114300" y="211836"/>
                </a:lnTo>
                <a:lnTo>
                  <a:pt x="114300" y="100584"/>
                </a:lnTo>
                <a:lnTo>
                  <a:pt x="153162" y="100584"/>
                </a:lnTo>
                <a:lnTo>
                  <a:pt x="137160" y="111252"/>
                </a:lnTo>
                <a:lnTo>
                  <a:pt x="137261" y="159972"/>
                </a:lnTo>
                <a:lnTo>
                  <a:pt x="137386" y="198501"/>
                </a:lnTo>
                <a:lnTo>
                  <a:pt x="137464" y="211836"/>
                </a:lnTo>
                <a:close/>
              </a:path>
              <a:path w="356870" h="401320">
                <a:moveTo>
                  <a:pt x="326904" y="359664"/>
                </a:moveTo>
                <a:lnTo>
                  <a:pt x="283464" y="359664"/>
                </a:lnTo>
                <a:lnTo>
                  <a:pt x="291988" y="357687"/>
                </a:lnTo>
                <a:lnTo>
                  <a:pt x="299085" y="351853"/>
                </a:lnTo>
                <a:lnTo>
                  <a:pt x="309252" y="304038"/>
                </a:lnTo>
                <a:lnTo>
                  <a:pt x="311086" y="258318"/>
                </a:lnTo>
                <a:lnTo>
                  <a:pt x="313245" y="190500"/>
                </a:lnTo>
                <a:lnTo>
                  <a:pt x="315467" y="105156"/>
                </a:lnTo>
                <a:lnTo>
                  <a:pt x="352806" y="105156"/>
                </a:lnTo>
                <a:lnTo>
                  <a:pt x="341376" y="114300"/>
                </a:lnTo>
                <a:lnTo>
                  <a:pt x="339593" y="186213"/>
                </a:lnTo>
                <a:lnTo>
                  <a:pt x="337620" y="248631"/>
                </a:lnTo>
                <a:lnTo>
                  <a:pt x="335560" y="294583"/>
                </a:lnTo>
                <a:lnTo>
                  <a:pt x="333280" y="326489"/>
                </a:lnTo>
                <a:lnTo>
                  <a:pt x="330708" y="344424"/>
                </a:lnTo>
                <a:lnTo>
                  <a:pt x="327874" y="357020"/>
                </a:lnTo>
                <a:lnTo>
                  <a:pt x="326904" y="359664"/>
                </a:lnTo>
                <a:close/>
              </a:path>
              <a:path w="356870" h="401320">
                <a:moveTo>
                  <a:pt x="231648" y="268224"/>
                </a:moveTo>
                <a:lnTo>
                  <a:pt x="230124" y="268224"/>
                </a:lnTo>
                <a:lnTo>
                  <a:pt x="226742" y="266771"/>
                </a:lnTo>
                <a:lnTo>
                  <a:pt x="223647" y="262318"/>
                </a:lnTo>
                <a:lnTo>
                  <a:pt x="221122" y="254722"/>
                </a:lnTo>
                <a:lnTo>
                  <a:pt x="219456" y="243840"/>
                </a:lnTo>
                <a:lnTo>
                  <a:pt x="214884" y="226718"/>
                </a:lnTo>
                <a:lnTo>
                  <a:pt x="208026" y="209740"/>
                </a:lnTo>
                <a:lnTo>
                  <a:pt x="198882" y="193047"/>
                </a:lnTo>
                <a:lnTo>
                  <a:pt x="187452" y="176784"/>
                </a:lnTo>
                <a:lnTo>
                  <a:pt x="192024" y="172212"/>
                </a:lnTo>
                <a:lnTo>
                  <a:pt x="224980" y="198501"/>
                </a:lnTo>
                <a:lnTo>
                  <a:pt x="246888" y="234696"/>
                </a:lnTo>
                <a:lnTo>
                  <a:pt x="246888" y="246888"/>
                </a:lnTo>
                <a:lnTo>
                  <a:pt x="245364" y="254508"/>
                </a:lnTo>
                <a:lnTo>
                  <a:pt x="240791" y="260603"/>
                </a:lnTo>
                <a:lnTo>
                  <a:pt x="236220" y="265176"/>
                </a:lnTo>
                <a:lnTo>
                  <a:pt x="231648" y="268224"/>
                </a:lnTo>
                <a:close/>
              </a:path>
              <a:path w="356870" h="401320">
                <a:moveTo>
                  <a:pt x="138496" y="342900"/>
                </a:moveTo>
                <a:lnTo>
                  <a:pt x="114300" y="342900"/>
                </a:lnTo>
                <a:lnTo>
                  <a:pt x="114300" y="222504"/>
                </a:lnTo>
                <a:lnTo>
                  <a:pt x="137527" y="222504"/>
                </a:lnTo>
                <a:lnTo>
                  <a:pt x="137652" y="243840"/>
                </a:lnTo>
                <a:lnTo>
                  <a:pt x="138496" y="342900"/>
                </a:lnTo>
                <a:close/>
              </a:path>
              <a:path w="356870" h="401320">
                <a:moveTo>
                  <a:pt x="278891" y="400812"/>
                </a:moveTo>
                <a:lnTo>
                  <a:pt x="271772" y="387953"/>
                </a:lnTo>
                <a:lnTo>
                  <a:pt x="259651" y="376809"/>
                </a:lnTo>
                <a:lnTo>
                  <a:pt x="242673" y="367379"/>
                </a:lnTo>
                <a:lnTo>
                  <a:pt x="220979" y="359664"/>
                </a:lnTo>
                <a:lnTo>
                  <a:pt x="220979" y="350520"/>
                </a:lnTo>
                <a:lnTo>
                  <a:pt x="241244" y="354520"/>
                </a:lnTo>
                <a:lnTo>
                  <a:pt x="258508" y="357378"/>
                </a:lnTo>
                <a:lnTo>
                  <a:pt x="272629" y="359092"/>
                </a:lnTo>
                <a:lnTo>
                  <a:pt x="283464" y="359664"/>
                </a:lnTo>
                <a:lnTo>
                  <a:pt x="326904" y="359664"/>
                </a:lnTo>
                <a:lnTo>
                  <a:pt x="324040" y="367474"/>
                </a:lnTo>
                <a:lnTo>
                  <a:pt x="289726" y="396240"/>
                </a:lnTo>
                <a:lnTo>
                  <a:pt x="278891" y="400812"/>
                </a:lnTo>
                <a:close/>
              </a:path>
              <a:path w="356870" h="401320">
                <a:moveTo>
                  <a:pt x="114300" y="390144"/>
                </a:moveTo>
                <a:lnTo>
                  <a:pt x="114300" y="353568"/>
                </a:lnTo>
                <a:lnTo>
                  <a:pt x="138564" y="353568"/>
                </a:lnTo>
                <a:lnTo>
                  <a:pt x="138684" y="376428"/>
                </a:lnTo>
                <a:lnTo>
                  <a:pt x="114300" y="39014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" name="object 59"/>
          <p:cNvSpPr/>
          <p:nvPr/>
        </p:nvSpPr>
        <p:spPr>
          <a:xfrm>
            <a:off x="8685276" y="2973324"/>
            <a:ext cx="403860" cy="396240"/>
          </a:xfrm>
          <a:custGeom>
            <a:avLst/>
            <a:gdLst/>
            <a:ahLst/>
            <a:cxnLst/>
            <a:rect l="l" t="t" r="r" b="b"/>
            <a:pathLst>
              <a:path w="403859" h="396239">
                <a:moveTo>
                  <a:pt x="88392" y="134112"/>
                </a:moveTo>
                <a:lnTo>
                  <a:pt x="89600" y="113585"/>
                </a:lnTo>
                <a:lnTo>
                  <a:pt x="90487" y="97345"/>
                </a:lnTo>
                <a:lnTo>
                  <a:pt x="91178" y="80319"/>
                </a:lnTo>
                <a:lnTo>
                  <a:pt x="91366" y="68580"/>
                </a:lnTo>
                <a:lnTo>
                  <a:pt x="91334" y="57912"/>
                </a:lnTo>
                <a:lnTo>
                  <a:pt x="91178" y="48863"/>
                </a:lnTo>
                <a:lnTo>
                  <a:pt x="90487" y="33147"/>
                </a:lnTo>
                <a:lnTo>
                  <a:pt x="89403" y="15240"/>
                </a:lnTo>
                <a:lnTo>
                  <a:pt x="88392" y="0"/>
                </a:lnTo>
                <a:lnTo>
                  <a:pt x="117348" y="15240"/>
                </a:lnTo>
                <a:lnTo>
                  <a:pt x="324104" y="15240"/>
                </a:lnTo>
                <a:lnTo>
                  <a:pt x="333756" y="22860"/>
                </a:lnTo>
                <a:lnTo>
                  <a:pt x="329401" y="25908"/>
                </a:lnTo>
                <a:lnTo>
                  <a:pt x="115824" y="25908"/>
                </a:lnTo>
                <a:lnTo>
                  <a:pt x="115824" y="57912"/>
                </a:lnTo>
                <a:lnTo>
                  <a:pt x="318537" y="57912"/>
                </a:lnTo>
                <a:lnTo>
                  <a:pt x="318603" y="68580"/>
                </a:lnTo>
                <a:lnTo>
                  <a:pt x="115824" y="68580"/>
                </a:lnTo>
                <a:lnTo>
                  <a:pt x="115824" y="100584"/>
                </a:lnTo>
                <a:lnTo>
                  <a:pt x="319158" y="100584"/>
                </a:lnTo>
                <a:lnTo>
                  <a:pt x="319843" y="111252"/>
                </a:lnTo>
                <a:lnTo>
                  <a:pt x="115824" y="111252"/>
                </a:lnTo>
                <a:lnTo>
                  <a:pt x="115824" y="123444"/>
                </a:lnTo>
                <a:lnTo>
                  <a:pt x="88392" y="134112"/>
                </a:lnTo>
                <a:close/>
              </a:path>
              <a:path w="403859" h="396239">
                <a:moveTo>
                  <a:pt x="324104" y="15240"/>
                </a:moveTo>
                <a:lnTo>
                  <a:pt x="291084" y="15240"/>
                </a:lnTo>
                <a:lnTo>
                  <a:pt x="304800" y="0"/>
                </a:lnTo>
                <a:lnTo>
                  <a:pt x="324104" y="15240"/>
                </a:lnTo>
                <a:close/>
              </a:path>
              <a:path w="403859" h="396239">
                <a:moveTo>
                  <a:pt x="318537" y="57912"/>
                </a:moveTo>
                <a:lnTo>
                  <a:pt x="294131" y="57912"/>
                </a:lnTo>
                <a:lnTo>
                  <a:pt x="294131" y="25908"/>
                </a:lnTo>
                <a:lnTo>
                  <a:pt x="329401" y="25908"/>
                </a:lnTo>
                <a:lnTo>
                  <a:pt x="318516" y="33528"/>
                </a:lnTo>
                <a:lnTo>
                  <a:pt x="318537" y="57912"/>
                </a:lnTo>
                <a:close/>
              </a:path>
              <a:path w="403859" h="396239">
                <a:moveTo>
                  <a:pt x="319158" y="100584"/>
                </a:moveTo>
                <a:lnTo>
                  <a:pt x="294131" y="100584"/>
                </a:lnTo>
                <a:lnTo>
                  <a:pt x="294131" y="68580"/>
                </a:lnTo>
                <a:lnTo>
                  <a:pt x="318603" y="68580"/>
                </a:lnTo>
                <a:lnTo>
                  <a:pt x="318706" y="82486"/>
                </a:lnTo>
                <a:lnTo>
                  <a:pt x="319158" y="100584"/>
                </a:lnTo>
                <a:close/>
              </a:path>
              <a:path w="403859" h="396239">
                <a:moveTo>
                  <a:pt x="268224" y="201168"/>
                </a:moveTo>
                <a:lnTo>
                  <a:pt x="233172" y="201168"/>
                </a:lnTo>
                <a:lnTo>
                  <a:pt x="250031" y="189452"/>
                </a:lnTo>
                <a:lnTo>
                  <a:pt x="266319" y="177165"/>
                </a:lnTo>
                <a:lnTo>
                  <a:pt x="312039" y="137683"/>
                </a:lnTo>
                <a:lnTo>
                  <a:pt x="342900" y="102108"/>
                </a:lnTo>
                <a:lnTo>
                  <a:pt x="374904" y="131064"/>
                </a:lnTo>
                <a:lnTo>
                  <a:pt x="356616" y="134112"/>
                </a:lnTo>
                <a:lnTo>
                  <a:pt x="328874" y="156376"/>
                </a:lnTo>
                <a:lnTo>
                  <a:pt x="304990" y="175069"/>
                </a:lnTo>
                <a:lnTo>
                  <a:pt x="284821" y="190047"/>
                </a:lnTo>
                <a:lnTo>
                  <a:pt x="268224" y="201168"/>
                </a:lnTo>
                <a:close/>
              </a:path>
              <a:path w="403859" h="396239">
                <a:moveTo>
                  <a:pt x="207264" y="155448"/>
                </a:moveTo>
                <a:lnTo>
                  <a:pt x="182880" y="155448"/>
                </a:lnTo>
                <a:lnTo>
                  <a:pt x="182856" y="145113"/>
                </a:lnTo>
                <a:lnTo>
                  <a:pt x="182674" y="134112"/>
                </a:lnTo>
                <a:lnTo>
                  <a:pt x="182237" y="123301"/>
                </a:lnTo>
                <a:lnTo>
                  <a:pt x="181356" y="111252"/>
                </a:lnTo>
                <a:lnTo>
                  <a:pt x="193548" y="111252"/>
                </a:lnTo>
                <a:lnTo>
                  <a:pt x="220980" y="124968"/>
                </a:lnTo>
                <a:lnTo>
                  <a:pt x="207264" y="134112"/>
                </a:lnTo>
                <a:lnTo>
                  <a:pt x="207264" y="155448"/>
                </a:lnTo>
                <a:close/>
              </a:path>
              <a:path w="403859" h="396239">
                <a:moveTo>
                  <a:pt x="294131" y="129540"/>
                </a:moveTo>
                <a:lnTo>
                  <a:pt x="294131" y="111252"/>
                </a:lnTo>
                <a:lnTo>
                  <a:pt x="319843" y="111252"/>
                </a:lnTo>
                <a:lnTo>
                  <a:pt x="320040" y="114300"/>
                </a:lnTo>
                <a:lnTo>
                  <a:pt x="294131" y="129540"/>
                </a:lnTo>
                <a:close/>
              </a:path>
              <a:path w="403859" h="396239">
                <a:moveTo>
                  <a:pt x="82296" y="169164"/>
                </a:moveTo>
                <a:lnTo>
                  <a:pt x="68580" y="155448"/>
                </a:lnTo>
                <a:lnTo>
                  <a:pt x="228600" y="155448"/>
                </a:lnTo>
                <a:lnTo>
                  <a:pt x="246888" y="135636"/>
                </a:lnTo>
                <a:lnTo>
                  <a:pt x="277367" y="166116"/>
                </a:lnTo>
                <a:lnTo>
                  <a:pt x="105156" y="166116"/>
                </a:lnTo>
                <a:lnTo>
                  <a:pt x="82296" y="169164"/>
                </a:lnTo>
                <a:close/>
              </a:path>
              <a:path w="403859" h="396239">
                <a:moveTo>
                  <a:pt x="207264" y="201168"/>
                </a:moveTo>
                <a:lnTo>
                  <a:pt x="182880" y="201168"/>
                </a:lnTo>
                <a:lnTo>
                  <a:pt x="182880" y="166116"/>
                </a:lnTo>
                <a:lnTo>
                  <a:pt x="207264" y="166116"/>
                </a:lnTo>
                <a:lnTo>
                  <a:pt x="207264" y="201168"/>
                </a:lnTo>
                <a:close/>
              </a:path>
              <a:path w="403859" h="396239">
                <a:moveTo>
                  <a:pt x="24384" y="217932"/>
                </a:moveTo>
                <a:lnTo>
                  <a:pt x="9144" y="201168"/>
                </a:lnTo>
                <a:lnTo>
                  <a:pt x="344424" y="201168"/>
                </a:lnTo>
                <a:lnTo>
                  <a:pt x="368808" y="176784"/>
                </a:lnTo>
                <a:lnTo>
                  <a:pt x="403860" y="211836"/>
                </a:lnTo>
                <a:lnTo>
                  <a:pt x="67056" y="211836"/>
                </a:lnTo>
                <a:lnTo>
                  <a:pt x="55887" y="212145"/>
                </a:lnTo>
                <a:lnTo>
                  <a:pt x="45148" y="213169"/>
                </a:lnTo>
                <a:lnTo>
                  <a:pt x="34694" y="215050"/>
                </a:lnTo>
                <a:lnTo>
                  <a:pt x="24384" y="217932"/>
                </a:lnTo>
                <a:close/>
              </a:path>
              <a:path w="403859" h="396239">
                <a:moveTo>
                  <a:pt x="179832" y="254508"/>
                </a:moveTo>
                <a:lnTo>
                  <a:pt x="137160" y="254508"/>
                </a:lnTo>
                <a:lnTo>
                  <a:pt x="155162" y="246768"/>
                </a:lnTo>
                <a:lnTo>
                  <a:pt x="174879" y="237172"/>
                </a:lnTo>
                <a:lnTo>
                  <a:pt x="196310" y="225575"/>
                </a:lnTo>
                <a:lnTo>
                  <a:pt x="219456" y="211836"/>
                </a:lnTo>
                <a:lnTo>
                  <a:pt x="257556" y="211836"/>
                </a:lnTo>
                <a:lnTo>
                  <a:pt x="241554" y="222146"/>
                </a:lnTo>
                <a:lnTo>
                  <a:pt x="223266" y="232600"/>
                </a:lnTo>
                <a:lnTo>
                  <a:pt x="202692" y="243339"/>
                </a:lnTo>
                <a:lnTo>
                  <a:pt x="179832" y="254508"/>
                </a:lnTo>
                <a:close/>
              </a:path>
              <a:path w="403859" h="396239">
                <a:moveTo>
                  <a:pt x="332943" y="254508"/>
                </a:moveTo>
                <a:lnTo>
                  <a:pt x="297180" y="254508"/>
                </a:lnTo>
                <a:lnTo>
                  <a:pt x="313943" y="237744"/>
                </a:lnTo>
                <a:lnTo>
                  <a:pt x="332943" y="254508"/>
                </a:lnTo>
                <a:close/>
              </a:path>
              <a:path w="403859" h="396239">
                <a:moveTo>
                  <a:pt x="1524" y="310896"/>
                </a:moveTo>
                <a:lnTo>
                  <a:pt x="0" y="304800"/>
                </a:lnTo>
                <a:lnTo>
                  <a:pt x="33980" y="294489"/>
                </a:lnTo>
                <a:lnTo>
                  <a:pt x="64960" y="284035"/>
                </a:lnTo>
                <a:lnTo>
                  <a:pt x="92797" y="273296"/>
                </a:lnTo>
                <a:lnTo>
                  <a:pt x="117348" y="262127"/>
                </a:lnTo>
                <a:lnTo>
                  <a:pt x="117348" y="259080"/>
                </a:lnTo>
                <a:lnTo>
                  <a:pt x="115824" y="252984"/>
                </a:lnTo>
                <a:lnTo>
                  <a:pt x="115824" y="242315"/>
                </a:lnTo>
                <a:lnTo>
                  <a:pt x="137160" y="254508"/>
                </a:lnTo>
                <a:lnTo>
                  <a:pt x="332943" y="254508"/>
                </a:lnTo>
                <a:lnTo>
                  <a:pt x="339852" y="260603"/>
                </a:lnTo>
                <a:lnTo>
                  <a:pt x="333973" y="265176"/>
                </a:lnTo>
                <a:lnTo>
                  <a:pt x="161544" y="265176"/>
                </a:lnTo>
                <a:lnTo>
                  <a:pt x="141732" y="272796"/>
                </a:lnTo>
                <a:lnTo>
                  <a:pt x="141732" y="280415"/>
                </a:lnTo>
                <a:lnTo>
                  <a:pt x="117348" y="280415"/>
                </a:lnTo>
                <a:lnTo>
                  <a:pt x="88749" y="289250"/>
                </a:lnTo>
                <a:lnTo>
                  <a:pt x="60007" y="297370"/>
                </a:lnTo>
                <a:lnTo>
                  <a:pt x="30980" y="304633"/>
                </a:lnTo>
                <a:lnTo>
                  <a:pt x="1524" y="310896"/>
                </a:lnTo>
                <a:close/>
              </a:path>
              <a:path w="403859" h="396239">
                <a:moveTo>
                  <a:pt x="326156" y="304800"/>
                </a:moveTo>
                <a:lnTo>
                  <a:pt x="301752" y="304800"/>
                </a:lnTo>
                <a:lnTo>
                  <a:pt x="301752" y="265176"/>
                </a:lnTo>
                <a:lnTo>
                  <a:pt x="333973" y="265176"/>
                </a:lnTo>
                <a:lnTo>
                  <a:pt x="326136" y="271272"/>
                </a:lnTo>
                <a:lnTo>
                  <a:pt x="326156" y="304800"/>
                </a:lnTo>
                <a:close/>
              </a:path>
              <a:path w="403859" h="396239">
                <a:moveTo>
                  <a:pt x="115824" y="396240"/>
                </a:moveTo>
                <a:lnTo>
                  <a:pt x="116084" y="365569"/>
                </a:lnTo>
                <a:lnTo>
                  <a:pt x="117109" y="309014"/>
                </a:lnTo>
                <a:lnTo>
                  <a:pt x="117348" y="280415"/>
                </a:lnTo>
                <a:lnTo>
                  <a:pt x="141732" y="280415"/>
                </a:lnTo>
                <a:lnTo>
                  <a:pt x="141732" y="304800"/>
                </a:lnTo>
                <a:lnTo>
                  <a:pt x="326156" y="304800"/>
                </a:lnTo>
                <a:lnTo>
                  <a:pt x="326185" y="315468"/>
                </a:lnTo>
                <a:lnTo>
                  <a:pt x="141732" y="315468"/>
                </a:lnTo>
                <a:lnTo>
                  <a:pt x="141732" y="356616"/>
                </a:lnTo>
                <a:lnTo>
                  <a:pt x="326606" y="356616"/>
                </a:lnTo>
                <a:lnTo>
                  <a:pt x="326778" y="365569"/>
                </a:lnTo>
                <a:lnTo>
                  <a:pt x="326876" y="367284"/>
                </a:lnTo>
                <a:lnTo>
                  <a:pt x="141732" y="367284"/>
                </a:lnTo>
                <a:lnTo>
                  <a:pt x="141732" y="382524"/>
                </a:lnTo>
                <a:lnTo>
                  <a:pt x="115824" y="396240"/>
                </a:lnTo>
                <a:close/>
              </a:path>
              <a:path w="403859" h="396239">
                <a:moveTo>
                  <a:pt x="326606" y="356616"/>
                </a:moveTo>
                <a:lnTo>
                  <a:pt x="301752" y="356616"/>
                </a:lnTo>
                <a:lnTo>
                  <a:pt x="301752" y="315468"/>
                </a:lnTo>
                <a:lnTo>
                  <a:pt x="326185" y="315468"/>
                </a:lnTo>
                <a:lnTo>
                  <a:pt x="326326" y="342138"/>
                </a:lnTo>
                <a:lnTo>
                  <a:pt x="326606" y="356616"/>
                </a:lnTo>
                <a:close/>
              </a:path>
              <a:path w="403859" h="396239">
                <a:moveTo>
                  <a:pt x="301752" y="394716"/>
                </a:moveTo>
                <a:lnTo>
                  <a:pt x="301752" y="367284"/>
                </a:lnTo>
                <a:lnTo>
                  <a:pt x="326876" y="367284"/>
                </a:lnTo>
                <a:lnTo>
                  <a:pt x="327660" y="381000"/>
                </a:lnTo>
                <a:lnTo>
                  <a:pt x="301752" y="39471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" name="object 60"/>
          <p:cNvSpPr/>
          <p:nvPr/>
        </p:nvSpPr>
        <p:spPr>
          <a:xfrm>
            <a:off x="9136380" y="2970276"/>
            <a:ext cx="393700" cy="403860"/>
          </a:xfrm>
          <a:custGeom>
            <a:avLst/>
            <a:gdLst/>
            <a:ahLst/>
            <a:cxnLst/>
            <a:rect l="l" t="t" r="r" b="b"/>
            <a:pathLst>
              <a:path w="393700" h="403860">
                <a:moveTo>
                  <a:pt x="86868" y="73152"/>
                </a:moveTo>
                <a:lnTo>
                  <a:pt x="62484" y="73152"/>
                </a:lnTo>
                <a:lnTo>
                  <a:pt x="62465" y="56578"/>
                </a:lnTo>
                <a:lnTo>
                  <a:pt x="62343" y="38862"/>
                </a:lnTo>
                <a:lnTo>
                  <a:pt x="62224" y="30480"/>
                </a:lnTo>
                <a:lnTo>
                  <a:pt x="61868" y="16764"/>
                </a:lnTo>
                <a:lnTo>
                  <a:pt x="61814" y="15240"/>
                </a:lnTo>
                <a:lnTo>
                  <a:pt x="60960" y="0"/>
                </a:lnTo>
                <a:lnTo>
                  <a:pt x="100584" y="22860"/>
                </a:lnTo>
                <a:lnTo>
                  <a:pt x="86868" y="32004"/>
                </a:lnTo>
                <a:lnTo>
                  <a:pt x="86868" y="73152"/>
                </a:lnTo>
                <a:close/>
              </a:path>
              <a:path w="393700" h="403860">
                <a:moveTo>
                  <a:pt x="182880" y="73152"/>
                </a:moveTo>
                <a:lnTo>
                  <a:pt x="158496" y="73152"/>
                </a:lnTo>
                <a:lnTo>
                  <a:pt x="158257" y="56578"/>
                </a:lnTo>
                <a:lnTo>
                  <a:pt x="157210" y="20002"/>
                </a:lnTo>
                <a:lnTo>
                  <a:pt x="156972" y="0"/>
                </a:lnTo>
                <a:lnTo>
                  <a:pt x="196596" y="19812"/>
                </a:lnTo>
                <a:lnTo>
                  <a:pt x="182880" y="30480"/>
                </a:lnTo>
                <a:lnTo>
                  <a:pt x="182880" y="73152"/>
                </a:lnTo>
                <a:close/>
              </a:path>
              <a:path w="393700" h="403860">
                <a:moveTo>
                  <a:pt x="387313" y="32004"/>
                </a:moveTo>
                <a:lnTo>
                  <a:pt x="353568" y="32004"/>
                </a:lnTo>
                <a:lnTo>
                  <a:pt x="365760" y="15240"/>
                </a:lnTo>
                <a:lnTo>
                  <a:pt x="387313" y="32004"/>
                </a:lnTo>
                <a:close/>
              </a:path>
              <a:path w="393700" h="403860">
                <a:moveTo>
                  <a:pt x="164592" y="403859"/>
                </a:moveTo>
                <a:lnTo>
                  <a:pt x="161544" y="397764"/>
                </a:lnTo>
                <a:lnTo>
                  <a:pt x="175807" y="385786"/>
                </a:lnTo>
                <a:lnTo>
                  <a:pt x="188785" y="372808"/>
                </a:lnTo>
                <a:lnTo>
                  <a:pt x="218884" y="329874"/>
                </a:lnTo>
                <a:lnTo>
                  <a:pt x="237744" y="277368"/>
                </a:lnTo>
                <a:lnTo>
                  <a:pt x="244602" y="227266"/>
                </a:lnTo>
                <a:lnTo>
                  <a:pt x="246708" y="163877"/>
                </a:lnTo>
                <a:lnTo>
                  <a:pt x="246761" y="86868"/>
                </a:lnTo>
                <a:lnTo>
                  <a:pt x="246697" y="72961"/>
                </a:lnTo>
                <a:lnTo>
                  <a:pt x="246251" y="42672"/>
                </a:lnTo>
                <a:lnTo>
                  <a:pt x="245363" y="16764"/>
                </a:lnTo>
                <a:lnTo>
                  <a:pt x="271272" y="32004"/>
                </a:lnTo>
                <a:lnTo>
                  <a:pt x="387313" y="32004"/>
                </a:lnTo>
                <a:lnTo>
                  <a:pt x="393192" y="36576"/>
                </a:lnTo>
                <a:lnTo>
                  <a:pt x="387096" y="42672"/>
                </a:lnTo>
                <a:lnTo>
                  <a:pt x="271272" y="42672"/>
                </a:lnTo>
                <a:lnTo>
                  <a:pt x="271272" y="129540"/>
                </a:lnTo>
                <a:lnTo>
                  <a:pt x="381000" y="129540"/>
                </a:lnTo>
                <a:lnTo>
                  <a:pt x="381000" y="140208"/>
                </a:lnTo>
                <a:lnTo>
                  <a:pt x="271272" y="140208"/>
                </a:lnTo>
                <a:lnTo>
                  <a:pt x="271248" y="163877"/>
                </a:lnTo>
                <a:lnTo>
                  <a:pt x="271081" y="186690"/>
                </a:lnTo>
                <a:lnTo>
                  <a:pt x="270629" y="208359"/>
                </a:lnTo>
                <a:lnTo>
                  <a:pt x="269748" y="228600"/>
                </a:lnTo>
                <a:lnTo>
                  <a:pt x="381000" y="228600"/>
                </a:lnTo>
                <a:lnTo>
                  <a:pt x="381000" y="239268"/>
                </a:lnTo>
                <a:lnTo>
                  <a:pt x="269748" y="239268"/>
                </a:lnTo>
                <a:lnTo>
                  <a:pt x="266033" y="268676"/>
                </a:lnTo>
                <a:lnTo>
                  <a:pt x="250031" y="318349"/>
                </a:lnTo>
                <a:lnTo>
                  <a:pt x="222027" y="356925"/>
                </a:lnTo>
                <a:lnTo>
                  <a:pt x="185451" y="389548"/>
                </a:lnTo>
                <a:lnTo>
                  <a:pt x="164592" y="403859"/>
                </a:lnTo>
                <a:close/>
              </a:path>
              <a:path w="393700" h="403860">
                <a:moveTo>
                  <a:pt x="381000" y="129540"/>
                </a:moveTo>
                <a:lnTo>
                  <a:pt x="356616" y="129540"/>
                </a:lnTo>
                <a:lnTo>
                  <a:pt x="356616" y="42672"/>
                </a:lnTo>
                <a:lnTo>
                  <a:pt x="387096" y="42672"/>
                </a:lnTo>
                <a:lnTo>
                  <a:pt x="381000" y="48768"/>
                </a:lnTo>
                <a:lnTo>
                  <a:pt x="381000" y="129540"/>
                </a:lnTo>
                <a:close/>
              </a:path>
              <a:path w="393700" h="403860">
                <a:moveTo>
                  <a:pt x="22860" y="86868"/>
                </a:moveTo>
                <a:lnTo>
                  <a:pt x="9144" y="73152"/>
                </a:lnTo>
                <a:lnTo>
                  <a:pt x="187452" y="73152"/>
                </a:lnTo>
                <a:lnTo>
                  <a:pt x="207264" y="53340"/>
                </a:lnTo>
                <a:lnTo>
                  <a:pt x="236220" y="83820"/>
                </a:lnTo>
                <a:lnTo>
                  <a:pt x="47244" y="83820"/>
                </a:lnTo>
                <a:lnTo>
                  <a:pt x="22860" y="86868"/>
                </a:lnTo>
                <a:close/>
              </a:path>
              <a:path w="393700" h="403860">
                <a:moveTo>
                  <a:pt x="86868" y="256032"/>
                </a:moveTo>
                <a:lnTo>
                  <a:pt x="62484" y="256032"/>
                </a:lnTo>
                <a:lnTo>
                  <a:pt x="62484" y="83820"/>
                </a:lnTo>
                <a:lnTo>
                  <a:pt x="86868" y="83820"/>
                </a:lnTo>
                <a:lnTo>
                  <a:pt x="86868" y="128016"/>
                </a:lnTo>
                <a:lnTo>
                  <a:pt x="182880" y="128016"/>
                </a:lnTo>
                <a:lnTo>
                  <a:pt x="182880" y="138684"/>
                </a:lnTo>
                <a:lnTo>
                  <a:pt x="86868" y="138684"/>
                </a:lnTo>
                <a:lnTo>
                  <a:pt x="86868" y="190500"/>
                </a:lnTo>
                <a:lnTo>
                  <a:pt x="182880" y="190500"/>
                </a:lnTo>
                <a:lnTo>
                  <a:pt x="182880" y="201168"/>
                </a:lnTo>
                <a:lnTo>
                  <a:pt x="86868" y="201168"/>
                </a:lnTo>
                <a:lnTo>
                  <a:pt x="86868" y="256032"/>
                </a:lnTo>
                <a:close/>
              </a:path>
              <a:path w="393700" h="403860">
                <a:moveTo>
                  <a:pt x="182880" y="128016"/>
                </a:moveTo>
                <a:lnTo>
                  <a:pt x="158496" y="128016"/>
                </a:lnTo>
                <a:lnTo>
                  <a:pt x="158496" y="83820"/>
                </a:lnTo>
                <a:lnTo>
                  <a:pt x="182880" y="83820"/>
                </a:lnTo>
                <a:lnTo>
                  <a:pt x="182880" y="128016"/>
                </a:lnTo>
                <a:close/>
              </a:path>
              <a:path w="393700" h="403860">
                <a:moveTo>
                  <a:pt x="182880" y="190500"/>
                </a:moveTo>
                <a:lnTo>
                  <a:pt x="158496" y="190500"/>
                </a:lnTo>
                <a:lnTo>
                  <a:pt x="158496" y="138684"/>
                </a:lnTo>
                <a:lnTo>
                  <a:pt x="182880" y="138684"/>
                </a:lnTo>
                <a:lnTo>
                  <a:pt x="182880" y="190500"/>
                </a:lnTo>
                <a:close/>
              </a:path>
              <a:path w="393700" h="403860">
                <a:moveTo>
                  <a:pt x="381000" y="228600"/>
                </a:moveTo>
                <a:lnTo>
                  <a:pt x="356616" y="228600"/>
                </a:lnTo>
                <a:lnTo>
                  <a:pt x="356616" y="140208"/>
                </a:lnTo>
                <a:lnTo>
                  <a:pt x="381000" y="140208"/>
                </a:lnTo>
                <a:lnTo>
                  <a:pt x="381000" y="228600"/>
                </a:lnTo>
                <a:close/>
              </a:path>
              <a:path w="393700" h="403860">
                <a:moveTo>
                  <a:pt x="182880" y="256032"/>
                </a:moveTo>
                <a:lnTo>
                  <a:pt x="158496" y="256032"/>
                </a:lnTo>
                <a:lnTo>
                  <a:pt x="158496" y="201168"/>
                </a:lnTo>
                <a:lnTo>
                  <a:pt x="182880" y="201168"/>
                </a:lnTo>
                <a:lnTo>
                  <a:pt x="182880" y="256032"/>
                </a:lnTo>
                <a:close/>
              </a:path>
              <a:path w="393700" h="403860">
                <a:moveTo>
                  <a:pt x="18288" y="269748"/>
                </a:moveTo>
                <a:lnTo>
                  <a:pt x="4572" y="256032"/>
                </a:lnTo>
                <a:lnTo>
                  <a:pt x="184404" y="256032"/>
                </a:lnTo>
                <a:lnTo>
                  <a:pt x="202692" y="236220"/>
                </a:lnTo>
                <a:lnTo>
                  <a:pt x="233172" y="265176"/>
                </a:lnTo>
                <a:lnTo>
                  <a:pt x="42672" y="265176"/>
                </a:lnTo>
                <a:lnTo>
                  <a:pt x="18288" y="269748"/>
                </a:lnTo>
                <a:close/>
              </a:path>
              <a:path w="393700" h="403860">
                <a:moveTo>
                  <a:pt x="379305" y="362712"/>
                </a:moveTo>
                <a:lnTo>
                  <a:pt x="352044" y="362712"/>
                </a:lnTo>
                <a:lnTo>
                  <a:pt x="356616" y="356616"/>
                </a:lnTo>
                <a:lnTo>
                  <a:pt x="356616" y="239268"/>
                </a:lnTo>
                <a:lnTo>
                  <a:pt x="381000" y="239268"/>
                </a:lnTo>
                <a:lnTo>
                  <a:pt x="381000" y="350520"/>
                </a:lnTo>
                <a:lnTo>
                  <a:pt x="379305" y="362712"/>
                </a:lnTo>
                <a:close/>
              </a:path>
              <a:path w="393700" h="403860">
                <a:moveTo>
                  <a:pt x="3048" y="393192"/>
                </a:moveTo>
                <a:lnTo>
                  <a:pt x="0" y="387096"/>
                </a:lnTo>
                <a:lnTo>
                  <a:pt x="12525" y="375142"/>
                </a:lnTo>
                <a:lnTo>
                  <a:pt x="24765" y="362331"/>
                </a:lnTo>
                <a:lnTo>
                  <a:pt x="58126" y="321016"/>
                </a:lnTo>
                <a:lnTo>
                  <a:pt x="85344" y="272796"/>
                </a:lnTo>
                <a:lnTo>
                  <a:pt x="115824" y="300227"/>
                </a:lnTo>
                <a:lnTo>
                  <a:pt x="100584" y="306324"/>
                </a:lnTo>
                <a:lnTo>
                  <a:pt x="77200" y="332327"/>
                </a:lnTo>
                <a:lnTo>
                  <a:pt x="52959" y="355473"/>
                </a:lnTo>
                <a:lnTo>
                  <a:pt x="28146" y="375761"/>
                </a:lnTo>
                <a:lnTo>
                  <a:pt x="3048" y="393192"/>
                </a:lnTo>
                <a:close/>
              </a:path>
              <a:path w="393700" h="403860">
                <a:moveTo>
                  <a:pt x="185928" y="352044"/>
                </a:moveTo>
                <a:lnTo>
                  <a:pt x="181356" y="352044"/>
                </a:lnTo>
                <a:lnTo>
                  <a:pt x="176784" y="347472"/>
                </a:lnTo>
                <a:lnTo>
                  <a:pt x="173736" y="338328"/>
                </a:lnTo>
                <a:lnTo>
                  <a:pt x="168259" y="326969"/>
                </a:lnTo>
                <a:lnTo>
                  <a:pt x="160782" y="313753"/>
                </a:lnTo>
                <a:lnTo>
                  <a:pt x="151018" y="299108"/>
                </a:lnTo>
                <a:lnTo>
                  <a:pt x="138684" y="283463"/>
                </a:lnTo>
                <a:lnTo>
                  <a:pt x="141732" y="280415"/>
                </a:lnTo>
                <a:lnTo>
                  <a:pt x="175260" y="298513"/>
                </a:lnTo>
                <a:lnTo>
                  <a:pt x="198120" y="321564"/>
                </a:lnTo>
                <a:lnTo>
                  <a:pt x="198096" y="332327"/>
                </a:lnTo>
                <a:lnTo>
                  <a:pt x="196596" y="338328"/>
                </a:lnTo>
                <a:lnTo>
                  <a:pt x="193548" y="344424"/>
                </a:lnTo>
                <a:lnTo>
                  <a:pt x="188976" y="350520"/>
                </a:lnTo>
                <a:lnTo>
                  <a:pt x="185928" y="352044"/>
                </a:lnTo>
                <a:close/>
              </a:path>
              <a:path w="393700" h="403860">
                <a:moveTo>
                  <a:pt x="342900" y="399288"/>
                </a:moveTo>
                <a:lnTo>
                  <a:pt x="339780" y="388429"/>
                </a:lnTo>
                <a:lnTo>
                  <a:pt x="330517" y="378714"/>
                </a:lnTo>
                <a:lnTo>
                  <a:pt x="315253" y="370141"/>
                </a:lnTo>
                <a:lnTo>
                  <a:pt x="294132" y="362712"/>
                </a:lnTo>
                <a:lnTo>
                  <a:pt x="294132" y="356616"/>
                </a:lnTo>
                <a:lnTo>
                  <a:pt x="309229" y="358640"/>
                </a:lnTo>
                <a:lnTo>
                  <a:pt x="333136" y="361545"/>
                </a:lnTo>
                <a:lnTo>
                  <a:pt x="341376" y="362712"/>
                </a:lnTo>
                <a:lnTo>
                  <a:pt x="379305" y="362712"/>
                </a:lnTo>
                <a:lnTo>
                  <a:pt x="378690" y="367141"/>
                </a:lnTo>
                <a:lnTo>
                  <a:pt x="371665" y="380619"/>
                </a:lnTo>
                <a:lnTo>
                  <a:pt x="359783" y="391239"/>
                </a:lnTo>
                <a:lnTo>
                  <a:pt x="342900" y="39928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" name="object 61"/>
          <p:cNvSpPr/>
          <p:nvPr/>
        </p:nvSpPr>
        <p:spPr>
          <a:xfrm>
            <a:off x="9582911" y="3000756"/>
            <a:ext cx="399415" cy="337185"/>
          </a:xfrm>
          <a:custGeom>
            <a:avLst/>
            <a:gdLst/>
            <a:ahLst/>
            <a:cxnLst/>
            <a:rect l="l" t="t" r="r" b="b"/>
            <a:pathLst>
              <a:path w="399415" h="337185">
                <a:moveTo>
                  <a:pt x="15239" y="336803"/>
                </a:moveTo>
                <a:lnTo>
                  <a:pt x="0" y="320039"/>
                </a:lnTo>
                <a:lnTo>
                  <a:pt x="185927" y="320039"/>
                </a:lnTo>
                <a:lnTo>
                  <a:pt x="185927" y="36576"/>
                </a:lnTo>
                <a:lnTo>
                  <a:pt x="82295" y="36576"/>
                </a:lnTo>
                <a:lnTo>
                  <a:pt x="71127" y="36885"/>
                </a:lnTo>
                <a:lnTo>
                  <a:pt x="60388" y="37909"/>
                </a:lnTo>
                <a:lnTo>
                  <a:pt x="49934" y="39790"/>
                </a:lnTo>
                <a:lnTo>
                  <a:pt x="39623" y="42672"/>
                </a:lnTo>
                <a:lnTo>
                  <a:pt x="24383" y="25908"/>
                </a:lnTo>
                <a:lnTo>
                  <a:pt x="313943" y="25908"/>
                </a:lnTo>
                <a:lnTo>
                  <a:pt x="339851" y="0"/>
                </a:lnTo>
                <a:lnTo>
                  <a:pt x="376427" y="36576"/>
                </a:lnTo>
                <a:lnTo>
                  <a:pt x="211835" y="36576"/>
                </a:lnTo>
                <a:lnTo>
                  <a:pt x="211835" y="320039"/>
                </a:lnTo>
                <a:lnTo>
                  <a:pt x="329183" y="320039"/>
                </a:lnTo>
                <a:lnTo>
                  <a:pt x="358140" y="291084"/>
                </a:lnTo>
                <a:lnTo>
                  <a:pt x="399288" y="330708"/>
                </a:lnTo>
                <a:lnTo>
                  <a:pt x="57911" y="330708"/>
                </a:lnTo>
                <a:lnTo>
                  <a:pt x="46743" y="331017"/>
                </a:lnTo>
                <a:lnTo>
                  <a:pt x="36004" y="332041"/>
                </a:lnTo>
                <a:lnTo>
                  <a:pt x="25550" y="333922"/>
                </a:lnTo>
                <a:lnTo>
                  <a:pt x="15239" y="33680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" name="object 62"/>
          <p:cNvSpPr/>
          <p:nvPr/>
        </p:nvSpPr>
        <p:spPr>
          <a:xfrm>
            <a:off x="2165604" y="3499103"/>
            <a:ext cx="396240" cy="410209"/>
          </a:xfrm>
          <a:custGeom>
            <a:avLst/>
            <a:gdLst/>
            <a:ahLst/>
            <a:cxnLst/>
            <a:rect l="l" t="t" r="r" b="b"/>
            <a:pathLst>
              <a:path w="396239" h="410210">
                <a:moveTo>
                  <a:pt x="123444" y="201168"/>
                </a:moveTo>
                <a:lnTo>
                  <a:pt x="117348" y="198120"/>
                </a:lnTo>
                <a:lnTo>
                  <a:pt x="136779" y="169568"/>
                </a:lnTo>
                <a:lnTo>
                  <a:pt x="153924" y="141160"/>
                </a:lnTo>
                <a:lnTo>
                  <a:pt x="181356" y="85344"/>
                </a:lnTo>
                <a:lnTo>
                  <a:pt x="200596" y="35814"/>
                </a:lnTo>
                <a:lnTo>
                  <a:pt x="211836" y="0"/>
                </a:lnTo>
                <a:lnTo>
                  <a:pt x="246888" y="21335"/>
                </a:lnTo>
                <a:lnTo>
                  <a:pt x="231648" y="30480"/>
                </a:lnTo>
                <a:lnTo>
                  <a:pt x="215265" y="63627"/>
                </a:lnTo>
                <a:lnTo>
                  <a:pt x="208073" y="77628"/>
                </a:lnTo>
                <a:lnTo>
                  <a:pt x="201168" y="89916"/>
                </a:lnTo>
                <a:lnTo>
                  <a:pt x="385572" y="89916"/>
                </a:lnTo>
                <a:lnTo>
                  <a:pt x="396240" y="100584"/>
                </a:lnTo>
                <a:lnTo>
                  <a:pt x="198120" y="100584"/>
                </a:lnTo>
                <a:lnTo>
                  <a:pt x="179808" y="130016"/>
                </a:lnTo>
                <a:lnTo>
                  <a:pt x="161353" y="156591"/>
                </a:lnTo>
                <a:lnTo>
                  <a:pt x="142613" y="180308"/>
                </a:lnTo>
                <a:lnTo>
                  <a:pt x="123444" y="201168"/>
                </a:lnTo>
                <a:close/>
              </a:path>
              <a:path w="396239" h="410210">
                <a:moveTo>
                  <a:pt x="4571" y="233172"/>
                </a:moveTo>
                <a:lnTo>
                  <a:pt x="0" y="228600"/>
                </a:lnTo>
                <a:lnTo>
                  <a:pt x="14311" y="208621"/>
                </a:lnTo>
                <a:lnTo>
                  <a:pt x="27622" y="187642"/>
                </a:lnTo>
                <a:lnTo>
                  <a:pt x="51816" y="143256"/>
                </a:lnTo>
                <a:lnTo>
                  <a:pt x="72199" y="100012"/>
                </a:lnTo>
                <a:lnTo>
                  <a:pt x="86868" y="62484"/>
                </a:lnTo>
                <a:lnTo>
                  <a:pt x="101441" y="14906"/>
                </a:lnTo>
                <a:lnTo>
                  <a:pt x="105156" y="1523"/>
                </a:lnTo>
                <a:lnTo>
                  <a:pt x="140208" y="21335"/>
                </a:lnTo>
                <a:lnTo>
                  <a:pt x="126492" y="32004"/>
                </a:lnTo>
                <a:lnTo>
                  <a:pt x="113395" y="60912"/>
                </a:lnTo>
                <a:lnTo>
                  <a:pt x="101727" y="86106"/>
                </a:lnTo>
                <a:lnTo>
                  <a:pt x="91773" y="107870"/>
                </a:lnTo>
                <a:lnTo>
                  <a:pt x="83819" y="126492"/>
                </a:lnTo>
                <a:lnTo>
                  <a:pt x="108204" y="141732"/>
                </a:lnTo>
                <a:lnTo>
                  <a:pt x="99495" y="149352"/>
                </a:lnTo>
                <a:lnTo>
                  <a:pt x="71628" y="149352"/>
                </a:lnTo>
                <a:lnTo>
                  <a:pt x="55578" y="172521"/>
                </a:lnTo>
                <a:lnTo>
                  <a:pt x="39243" y="194119"/>
                </a:lnTo>
                <a:lnTo>
                  <a:pt x="22336" y="214288"/>
                </a:lnTo>
                <a:lnTo>
                  <a:pt x="4571" y="233172"/>
                </a:lnTo>
                <a:close/>
              </a:path>
              <a:path w="396239" h="410210">
                <a:moveTo>
                  <a:pt x="385572" y="89916"/>
                </a:moveTo>
                <a:lnTo>
                  <a:pt x="341376" y="89916"/>
                </a:lnTo>
                <a:lnTo>
                  <a:pt x="362712" y="67056"/>
                </a:lnTo>
                <a:lnTo>
                  <a:pt x="385572" y="89916"/>
                </a:lnTo>
                <a:close/>
              </a:path>
              <a:path w="396239" h="410210">
                <a:moveTo>
                  <a:pt x="220980" y="409956"/>
                </a:moveTo>
                <a:lnTo>
                  <a:pt x="221861" y="385048"/>
                </a:lnTo>
                <a:lnTo>
                  <a:pt x="222313" y="362712"/>
                </a:lnTo>
                <a:lnTo>
                  <a:pt x="222403" y="351877"/>
                </a:lnTo>
                <a:lnTo>
                  <a:pt x="222504" y="100584"/>
                </a:lnTo>
                <a:lnTo>
                  <a:pt x="246888" y="100584"/>
                </a:lnTo>
                <a:lnTo>
                  <a:pt x="246888" y="193548"/>
                </a:lnTo>
                <a:lnTo>
                  <a:pt x="368300" y="193548"/>
                </a:lnTo>
                <a:lnTo>
                  <a:pt x="379476" y="204216"/>
                </a:lnTo>
                <a:lnTo>
                  <a:pt x="246888" y="204216"/>
                </a:lnTo>
                <a:lnTo>
                  <a:pt x="246888" y="289560"/>
                </a:lnTo>
                <a:lnTo>
                  <a:pt x="381000" y="289560"/>
                </a:lnTo>
                <a:lnTo>
                  <a:pt x="391668" y="300228"/>
                </a:lnTo>
                <a:lnTo>
                  <a:pt x="246888" y="300228"/>
                </a:lnTo>
                <a:lnTo>
                  <a:pt x="246924" y="367474"/>
                </a:lnTo>
                <a:lnTo>
                  <a:pt x="247078" y="376428"/>
                </a:lnTo>
                <a:lnTo>
                  <a:pt x="247530" y="387286"/>
                </a:lnTo>
                <a:lnTo>
                  <a:pt x="248412" y="399288"/>
                </a:lnTo>
                <a:lnTo>
                  <a:pt x="220980" y="409956"/>
                </a:lnTo>
                <a:close/>
              </a:path>
              <a:path w="396239" h="410210">
                <a:moveTo>
                  <a:pt x="70104" y="409956"/>
                </a:moveTo>
                <a:lnTo>
                  <a:pt x="70366" y="382214"/>
                </a:lnTo>
                <a:lnTo>
                  <a:pt x="70874" y="358140"/>
                </a:lnTo>
                <a:lnTo>
                  <a:pt x="71389" y="335375"/>
                </a:lnTo>
                <a:lnTo>
                  <a:pt x="71509" y="324612"/>
                </a:lnTo>
                <a:lnTo>
                  <a:pt x="71628" y="149352"/>
                </a:lnTo>
                <a:lnTo>
                  <a:pt x="99495" y="149352"/>
                </a:lnTo>
                <a:lnTo>
                  <a:pt x="96012" y="152400"/>
                </a:lnTo>
                <a:lnTo>
                  <a:pt x="96106" y="358521"/>
                </a:lnTo>
                <a:lnTo>
                  <a:pt x="96202" y="367474"/>
                </a:lnTo>
                <a:lnTo>
                  <a:pt x="96654" y="382214"/>
                </a:lnTo>
                <a:lnTo>
                  <a:pt x="97536" y="396240"/>
                </a:lnTo>
                <a:lnTo>
                  <a:pt x="70104" y="409956"/>
                </a:lnTo>
                <a:close/>
              </a:path>
              <a:path w="396239" h="410210">
                <a:moveTo>
                  <a:pt x="368300" y="193548"/>
                </a:moveTo>
                <a:lnTo>
                  <a:pt x="323088" y="193548"/>
                </a:lnTo>
                <a:lnTo>
                  <a:pt x="345948" y="172212"/>
                </a:lnTo>
                <a:lnTo>
                  <a:pt x="368300" y="193548"/>
                </a:lnTo>
                <a:close/>
              </a:path>
              <a:path w="396239" h="410210">
                <a:moveTo>
                  <a:pt x="381000" y="289560"/>
                </a:moveTo>
                <a:lnTo>
                  <a:pt x="335280" y="289560"/>
                </a:lnTo>
                <a:lnTo>
                  <a:pt x="358140" y="266700"/>
                </a:lnTo>
                <a:lnTo>
                  <a:pt x="381000" y="28956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" name="object 63"/>
          <p:cNvSpPr/>
          <p:nvPr/>
        </p:nvSpPr>
        <p:spPr>
          <a:xfrm>
            <a:off x="2647188" y="3709415"/>
            <a:ext cx="61594" cy="195580"/>
          </a:xfrm>
          <a:custGeom>
            <a:avLst/>
            <a:gdLst/>
            <a:ahLst/>
            <a:cxnLst/>
            <a:rect l="l" t="t" r="r" b="b"/>
            <a:pathLst>
              <a:path w="61594" h="195579">
                <a:moveTo>
                  <a:pt x="18288" y="195072"/>
                </a:moveTo>
                <a:lnTo>
                  <a:pt x="7620" y="195072"/>
                </a:lnTo>
                <a:lnTo>
                  <a:pt x="7620" y="193548"/>
                </a:lnTo>
                <a:lnTo>
                  <a:pt x="13716" y="190500"/>
                </a:lnTo>
                <a:lnTo>
                  <a:pt x="19812" y="185928"/>
                </a:lnTo>
                <a:lnTo>
                  <a:pt x="38100" y="152400"/>
                </a:lnTo>
                <a:lnTo>
                  <a:pt x="22860" y="152400"/>
                </a:lnTo>
                <a:lnTo>
                  <a:pt x="18288" y="149352"/>
                </a:lnTo>
                <a:lnTo>
                  <a:pt x="12192" y="147828"/>
                </a:lnTo>
                <a:lnTo>
                  <a:pt x="9144" y="144780"/>
                </a:lnTo>
                <a:lnTo>
                  <a:pt x="6096" y="140208"/>
                </a:lnTo>
                <a:lnTo>
                  <a:pt x="3048" y="131064"/>
                </a:lnTo>
                <a:lnTo>
                  <a:pt x="4572" y="124968"/>
                </a:lnTo>
                <a:lnTo>
                  <a:pt x="4572" y="120396"/>
                </a:lnTo>
                <a:lnTo>
                  <a:pt x="6096" y="115824"/>
                </a:lnTo>
                <a:lnTo>
                  <a:pt x="15240" y="106680"/>
                </a:lnTo>
                <a:lnTo>
                  <a:pt x="24384" y="103632"/>
                </a:lnTo>
                <a:lnTo>
                  <a:pt x="27432" y="102108"/>
                </a:lnTo>
                <a:lnTo>
                  <a:pt x="32004" y="102108"/>
                </a:lnTo>
                <a:lnTo>
                  <a:pt x="36576" y="103632"/>
                </a:lnTo>
                <a:lnTo>
                  <a:pt x="42672" y="105156"/>
                </a:lnTo>
                <a:lnTo>
                  <a:pt x="47244" y="106680"/>
                </a:lnTo>
                <a:lnTo>
                  <a:pt x="51816" y="111252"/>
                </a:lnTo>
                <a:lnTo>
                  <a:pt x="54864" y="117348"/>
                </a:lnTo>
                <a:lnTo>
                  <a:pt x="59436" y="123444"/>
                </a:lnTo>
                <a:lnTo>
                  <a:pt x="60960" y="129540"/>
                </a:lnTo>
                <a:lnTo>
                  <a:pt x="60960" y="141732"/>
                </a:lnTo>
                <a:lnTo>
                  <a:pt x="45029" y="177998"/>
                </a:lnTo>
                <a:lnTo>
                  <a:pt x="24384" y="193548"/>
                </a:lnTo>
                <a:lnTo>
                  <a:pt x="18288" y="195072"/>
                </a:lnTo>
                <a:close/>
              </a:path>
              <a:path w="61594" h="195579">
                <a:moveTo>
                  <a:pt x="35052" y="59436"/>
                </a:moveTo>
                <a:lnTo>
                  <a:pt x="25908" y="59436"/>
                </a:lnTo>
                <a:lnTo>
                  <a:pt x="19812" y="56388"/>
                </a:lnTo>
                <a:lnTo>
                  <a:pt x="0" y="28956"/>
                </a:lnTo>
                <a:lnTo>
                  <a:pt x="1476" y="20669"/>
                </a:lnTo>
                <a:lnTo>
                  <a:pt x="3810" y="14097"/>
                </a:lnTo>
                <a:lnTo>
                  <a:pt x="7286" y="9239"/>
                </a:lnTo>
                <a:lnTo>
                  <a:pt x="12192" y="6096"/>
                </a:lnTo>
                <a:lnTo>
                  <a:pt x="18288" y="1524"/>
                </a:lnTo>
                <a:lnTo>
                  <a:pt x="24384" y="0"/>
                </a:lnTo>
                <a:lnTo>
                  <a:pt x="41148" y="0"/>
                </a:lnTo>
                <a:lnTo>
                  <a:pt x="61007" y="35337"/>
                </a:lnTo>
                <a:lnTo>
                  <a:pt x="59055" y="43053"/>
                </a:lnTo>
                <a:lnTo>
                  <a:pt x="55387" y="49053"/>
                </a:lnTo>
                <a:lnTo>
                  <a:pt x="50292" y="53340"/>
                </a:lnTo>
                <a:lnTo>
                  <a:pt x="35052" y="5943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pic>
        <p:nvPicPr>
          <p:cNvPr id="64" name="object 64"/>
          <p:cNvPicPr/>
          <p:nvPr/>
        </p:nvPicPr>
        <p:blipFill>
          <a:blip r:embed="rId12" cstate="print"/>
          <a:stretch>
            <a:fillRect/>
          </a:stretch>
        </p:blipFill>
        <p:spPr>
          <a:xfrm>
            <a:off x="1787652" y="4303776"/>
            <a:ext cx="181355" cy="172212"/>
          </a:xfrm>
          <a:prstGeom prst="rect">
            <a:avLst/>
          </a:prstGeom>
        </p:spPr>
      </p:pic>
      <p:sp>
        <p:nvSpPr>
          <p:cNvPr id="65" name="object 65"/>
          <p:cNvSpPr/>
          <p:nvPr/>
        </p:nvSpPr>
        <p:spPr>
          <a:xfrm>
            <a:off x="2174748" y="4149852"/>
            <a:ext cx="363220" cy="399415"/>
          </a:xfrm>
          <a:custGeom>
            <a:avLst/>
            <a:gdLst/>
            <a:ahLst/>
            <a:cxnLst/>
            <a:rect l="l" t="t" r="r" b="b"/>
            <a:pathLst>
              <a:path w="363219" h="399414">
                <a:moveTo>
                  <a:pt x="327964" y="18288"/>
                </a:moveTo>
                <a:lnTo>
                  <a:pt x="291084" y="18288"/>
                </a:lnTo>
                <a:lnTo>
                  <a:pt x="304800" y="0"/>
                </a:lnTo>
                <a:lnTo>
                  <a:pt x="327964" y="18288"/>
                </a:lnTo>
                <a:close/>
              </a:path>
              <a:path w="363219" h="399414">
                <a:moveTo>
                  <a:pt x="80772" y="169164"/>
                </a:moveTo>
                <a:lnTo>
                  <a:pt x="81653" y="146851"/>
                </a:lnTo>
                <a:lnTo>
                  <a:pt x="82105" y="125539"/>
                </a:lnTo>
                <a:lnTo>
                  <a:pt x="82259" y="106680"/>
                </a:lnTo>
                <a:lnTo>
                  <a:pt x="82272" y="65627"/>
                </a:lnTo>
                <a:lnTo>
                  <a:pt x="82105" y="45339"/>
                </a:lnTo>
                <a:lnTo>
                  <a:pt x="81653" y="24479"/>
                </a:lnTo>
                <a:lnTo>
                  <a:pt x="80772" y="3047"/>
                </a:lnTo>
                <a:lnTo>
                  <a:pt x="106680" y="18288"/>
                </a:lnTo>
                <a:lnTo>
                  <a:pt x="327964" y="18288"/>
                </a:lnTo>
                <a:lnTo>
                  <a:pt x="333756" y="22860"/>
                </a:lnTo>
                <a:lnTo>
                  <a:pt x="328041" y="27432"/>
                </a:lnTo>
                <a:lnTo>
                  <a:pt x="106680" y="27432"/>
                </a:lnTo>
                <a:lnTo>
                  <a:pt x="106680" y="129540"/>
                </a:lnTo>
                <a:lnTo>
                  <a:pt x="320337" y="129540"/>
                </a:lnTo>
                <a:lnTo>
                  <a:pt x="320444" y="132349"/>
                </a:lnTo>
                <a:lnTo>
                  <a:pt x="320827" y="138684"/>
                </a:lnTo>
                <a:lnTo>
                  <a:pt x="106680" y="138684"/>
                </a:lnTo>
                <a:lnTo>
                  <a:pt x="106680" y="158496"/>
                </a:lnTo>
                <a:lnTo>
                  <a:pt x="80772" y="169164"/>
                </a:lnTo>
                <a:close/>
              </a:path>
              <a:path w="363219" h="399414">
                <a:moveTo>
                  <a:pt x="320337" y="129540"/>
                </a:moveTo>
                <a:lnTo>
                  <a:pt x="294132" y="129540"/>
                </a:lnTo>
                <a:lnTo>
                  <a:pt x="294132" y="27432"/>
                </a:lnTo>
                <a:lnTo>
                  <a:pt x="328041" y="27432"/>
                </a:lnTo>
                <a:lnTo>
                  <a:pt x="318515" y="35052"/>
                </a:lnTo>
                <a:lnTo>
                  <a:pt x="318777" y="74152"/>
                </a:lnTo>
                <a:lnTo>
                  <a:pt x="319468" y="106680"/>
                </a:lnTo>
                <a:lnTo>
                  <a:pt x="320337" y="129540"/>
                </a:lnTo>
                <a:close/>
              </a:path>
              <a:path w="363219" h="399414">
                <a:moveTo>
                  <a:pt x="294132" y="161544"/>
                </a:moveTo>
                <a:lnTo>
                  <a:pt x="294132" y="138684"/>
                </a:lnTo>
                <a:lnTo>
                  <a:pt x="320827" y="138684"/>
                </a:lnTo>
                <a:lnTo>
                  <a:pt x="321564" y="150876"/>
                </a:lnTo>
                <a:lnTo>
                  <a:pt x="294132" y="161544"/>
                </a:lnTo>
                <a:close/>
              </a:path>
              <a:path w="363219" h="399414">
                <a:moveTo>
                  <a:pt x="190500" y="204216"/>
                </a:moveTo>
                <a:lnTo>
                  <a:pt x="164592" y="204216"/>
                </a:lnTo>
                <a:lnTo>
                  <a:pt x="165473" y="184165"/>
                </a:lnTo>
                <a:lnTo>
                  <a:pt x="165874" y="169164"/>
                </a:lnTo>
                <a:lnTo>
                  <a:pt x="165993" y="161544"/>
                </a:lnTo>
                <a:lnTo>
                  <a:pt x="166116" y="141732"/>
                </a:lnTo>
                <a:lnTo>
                  <a:pt x="210312" y="161544"/>
                </a:lnTo>
                <a:lnTo>
                  <a:pt x="193548" y="172212"/>
                </a:lnTo>
                <a:lnTo>
                  <a:pt x="193286" y="178498"/>
                </a:lnTo>
                <a:lnTo>
                  <a:pt x="192595" y="185928"/>
                </a:lnTo>
                <a:lnTo>
                  <a:pt x="190500" y="204216"/>
                </a:lnTo>
                <a:close/>
              </a:path>
              <a:path w="363219" h="399414">
                <a:moveTo>
                  <a:pt x="41148" y="219456"/>
                </a:moveTo>
                <a:lnTo>
                  <a:pt x="25908" y="204216"/>
                </a:lnTo>
                <a:lnTo>
                  <a:pt x="318515" y="204216"/>
                </a:lnTo>
                <a:lnTo>
                  <a:pt x="330708" y="184404"/>
                </a:lnTo>
                <a:lnTo>
                  <a:pt x="362712" y="208788"/>
                </a:lnTo>
                <a:lnTo>
                  <a:pt x="356997" y="213360"/>
                </a:lnTo>
                <a:lnTo>
                  <a:pt x="88392" y="213360"/>
                </a:lnTo>
                <a:lnTo>
                  <a:pt x="75009" y="213883"/>
                </a:lnTo>
                <a:lnTo>
                  <a:pt x="62484" y="215265"/>
                </a:lnTo>
                <a:lnTo>
                  <a:pt x="51101" y="217217"/>
                </a:lnTo>
                <a:lnTo>
                  <a:pt x="41148" y="219456"/>
                </a:lnTo>
                <a:close/>
              </a:path>
              <a:path w="363219" h="399414">
                <a:moveTo>
                  <a:pt x="1524" y="399288"/>
                </a:moveTo>
                <a:lnTo>
                  <a:pt x="0" y="394716"/>
                </a:lnTo>
                <a:lnTo>
                  <a:pt x="35433" y="379571"/>
                </a:lnTo>
                <a:lnTo>
                  <a:pt x="66294" y="363855"/>
                </a:lnTo>
                <a:lnTo>
                  <a:pt x="114300" y="330708"/>
                </a:lnTo>
                <a:lnTo>
                  <a:pt x="146113" y="284035"/>
                </a:lnTo>
                <a:lnTo>
                  <a:pt x="163068" y="213360"/>
                </a:lnTo>
                <a:lnTo>
                  <a:pt x="188976" y="213360"/>
                </a:lnTo>
                <a:lnTo>
                  <a:pt x="180998" y="255651"/>
                </a:lnTo>
                <a:lnTo>
                  <a:pt x="151899" y="319659"/>
                </a:lnTo>
                <a:lnTo>
                  <a:pt x="105894" y="358782"/>
                </a:lnTo>
                <a:lnTo>
                  <a:pt x="41267" y="387881"/>
                </a:lnTo>
                <a:lnTo>
                  <a:pt x="1524" y="399288"/>
                </a:lnTo>
                <a:close/>
              </a:path>
              <a:path w="363219" h="399414">
                <a:moveTo>
                  <a:pt x="336410" y="358140"/>
                </a:moveTo>
                <a:lnTo>
                  <a:pt x="297179" y="358140"/>
                </a:lnTo>
                <a:lnTo>
                  <a:pt x="303680" y="355544"/>
                </a:lnTo>
                <a:lnTo>
                  <a:pt x="309181" y="349948"/>
                </a:lnTo>
                <a:lnTo>
                  <a:pt x="317515" y="312372"/>
                </a:lnTo>
                <a:lnTo>
                  <a:pt x="321040" y="254174"/>
                </a:lnTo>
                <a:lnTo>
                  <a:pt x="323088" y="213360"/>
                </a:lnTo>
                <a:lnTo>
                  <a:pt x="356997" y="213360"/>
                </a:lnTo>
                <a:lnTo>
                  <a:pt x="347472" y="220980"/>
                </a:lnTo>
                <a:lnTo>
                  <a:pt x="345757" y="276415"/>
                </a:lnTo>
                <a:lnTo>
                  <a:pt x="342900" y="319278"/>
                </a:lnTo>
                <a:lnTo>
                  <a:pt x="338899" y="349567"/>
                </a:lnTo>
                <a:lnTo>
                  <a:pt x="336410" y="358140"/>
                </a:lnTo>
                <a:close/>
              </a:path>
              <a:path w="363219" h="399414">
                <a:moveTo>
                  <a:pt x="289560" y="397764"/>
                </a:moveTo>
                <a:lnTo>
                  <a:pt x="283273" y="385762"/>
                </a:lnTo>
                <a:lnTo>
                  <a:pt x="271272" y="374904"/>
                </a:lnTo>
                <a:lnTo>
                  <a:pt x="253555" y="365188"/>
                </a:lnTo>
                <a:lnTo>
                  <a:pt x="230124" y="356616"/>
                </a:lnTo>
                <a:lnTo>
                  <a:pt x="231648" y="348996"/>
                </a:lnTo>
                <a:lnTo>
                  <a:pt x="254531" y="352996"/>
                </a:lnTo>
                <a:lnTo>
                  <a:pt x="272986" y="355854"/>
                </a:lnTo>
                <a:lnTo>
                  <a:pt x="287154" y="357568"/>
                </a:lnTo>
                <a:lnTo>
                  <a:pt x="297179" y="358140"/>
                </a:lnTo>
                <a:lnTo>
                  <a:pt x="336410" y="358140"/>
                </a:lnTo>
                <a:lnTo>
                  <a:pt x="333756" y="367284"/>
                </a:lnTo>
                <a:lnTo>
                  <a:pt x="325993" y="377618"/>
                </a:lnTo>
                <a:lnTo>
                  <a:pt x="316230" y="385953"/>
                </a:lnTo>
                <a:lnTo>
                  <a:pt x="304180" y="392572"/>
                </a:lnTo>
                <a:lnTo>
                  <a:pt x="289560" y="39776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" name="object 66"/>
          <p:cNvSpPr/>
          <p:nvPr/>
        </p:nvSpPr>
        <p:spPr>
          <a:xfrm>
            <a:off x="2615183" y="4296155"/>
            <a:ext cx="396240" cy="43180"/>
          </a:xfrm>
          <a:custGeom>
            <a:avLst/>
            <a:gdLst/>
            <a:ahLst/>
            <a:cxnLst/>
            <a:rect l="l" t="t" r="r" b="b"/>
            <a:pathLst>
              <a:path w="396239" h="43179">
                <a:moveTo>
                  <a:pt x="15240" y="42672"/>
                </a:moveTo>
                <a:lnTo>
                  <a:pt x="0" y="27432"/>
                </a:lnTo>
                <a:lnTo>
                  <a:pt x="323087" y="27432"/>
                </a:lnTo>
                <a:lnTo>
                  <a:pt x="358139" y="0"/>
                </a:lnTo>
                <a:lnTo>
                  <a:pt x="396239" y="38100"/>
                </a:lnTo>
                <a:lnTo>
                  <a:pt x="62484" y="38100"/>
                </a:lnTo>
                <a:lnTo>
                  <a:pt x="49315" y="38385"/>
                </a:lnTo>
                <a:lnTo>
                  <a:pt x="37147" y="39243"/>
                </a:lnTo>
                <a:lnTo>
                  <a:pt x="25836" y="40671"/>
                </a:lnTo>
                <a:lnTo>
                  <a:pt x="15240" y="4267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" name="object 67"/>
          <p:cNvSpPr/>
          <p:nvPr/>
        </p:nvSpPr>
        <p:spPr>
          <a:xfrm>
            <a:off x="3057144" y="4143755"/>
            <a:ext cx="398145" cy="408940"/>
          </a:xfrm>
          <a:custGeom>
            <a:avLst/>
            <a:gdLst/>
            <a:ahLst/>
            <a:cxnLst/>
            <a:rect l="l" t="t" r="r" b="b"/>
            <a:pathLst>
              <a:path w="398145" h="408939">
                <a:moveTo>
                  <a:pt x="208788" y="62484"/>
                </a:moveTo>
                <a:lnTo>
                  <a:pt x="202692" y="62484"/>
                </a:lnTo>
                <a:lnTo>
                  <a:pt x="199644" y="57912"/>
                </a:lnTo>
                <a:lnTo>
                  <a:pt x="198120" y="48768"/>
                </a:lnTo>
                <a:lnTo>
                  <a:pt x="192405" y="37552"/>
                </a:lnTo>
                <a:lnTo>
                  <a:pt x="184404" y="26479"/>
                </a:lnTo>
                <a:lnTo>
                  <a:pt x="173993" y="15001"/>
                </a:lnTo>
                <a:lnTo>
                  <a:pt x="161544" y="3048"/>
                </a:lnTo>
                <a:lnTo>
                  <a:pt x="164592" y="0"/>
                </a:lnTo>
                <a:lnTo>
                  <a:pt x="207025" y="15001"/>
                </a:lnTo>
                <a:lnTo>
                  <a:pt x="222504" y="30480"/>
                </a:lnTo>
                <a:lnTo>
                  <a:pt x="222504" y="41148"/>
                </a:lnTo>
                <a:lnTo>
                  <a:pt x="220980" y="45720"/>
                </a:lnTo>
                <a:lnTo>
                  <a:pt x="216408" y="51816"/>
                </a:lnTo>
                <a:lnTo>
                  <a:pt x="211836" y="59436"/>
                </a:lnTo>
                <a:lnTo>
                  <a:pt x="208788" y="62484"/>
                </a:lnTo>
                <a:close/>
              </a:path>
              <a:path w="398145" h="408939">
                <a:moveTo>
                  <a:pt x="41148" y="117348"/>
                </a:moveTo>
                <a:lnTo>
                  <a:pt x="30480" y="117348"/>
                </a:lnTo>
                <a:lnTo>
                  <a:pt x="24383" y="114300"/>
                </a:lnTo>
                <a:lnTo>
                  <a:pt x="21335" y="111252"/>
                </a:lnTo>
                <a:lnTo>
                  <a:pt x="18288" y="109728"/>
                </a:lnTo>
                <a:lnTo>
                  <a:pt x="18288" y="105156"/>
                </a:lnTo>
                <a:lnTo>
                  <a:pt x="38766" y="84677"/>
                </a:lnTo>
                <a:lnTo>
                  <a:pt x="45339" y="73533"/>
                </a:lnTo>
                <a:lnTo>
                  <a:pt x="50196" y="59531"/>
                </a:lnTo>
                <a:lnTo>
                  <a:pt x="53340" y="42672"/>
                </a:lnTo>
                <a:lnTo>
                  <a:pt x="62484" y="42672"/>
                </a:lnTo>
                <a:lnTo>
                  <a:pt x="62484" y="64008"/>
                </a:lnTo>
                <a:lnTo>
                  <a:pt x="384048" y="64008"/>
                </a:lnTo>
                <a:lnTo>
                  <a:pt x="394716" y="74676"/>
                </a:lnTo>
                <a:lnTo>
                  <a:pt x="62484" y="74676"/>
                </a:lnTo>
                <a:lnTo>
                  <a:pt x="62769" y="87225"/>
                </a:lnTo>
                <a:lnTo>
                  <a:pt x="61341" y="97345"/>
                </a:lnTo>
                <a:lnTo>
                  <a:pt x="58197" y="104894"/>
                </a:lnTo>
                <a:lnTo>
                  <a:pt x="53340" y="109728"/>
                </a:lnTo>
                <a:lnTo>
                  <a:pt x="47244" y="114300"/>
                </a:lnTo>
                <a:lnTo>
                  <a:pt x="41148" y="117348"/>
                </a:lnTo>
                <a:close/>
              </a:path>
              <a:path w="398145" h="408939">
                <a:moveTo>
                  <a:pt x="384048" y="64008"/>
                </a:moveTo>
                <a:lnTo>
                  <a:pt x="347472" y="64008"/>
                </a:lnTo>
                <a:lnTo>
                  <a:pt x="364236" y="44196"/>
                </a:lnTo>
                <a:lnTo>
                  <a:pt x="384048" y="64008"/>
                </a:lnTo>
                <a:close/>
              </a:path>
              <a:path w="398145" h="408939">
                <a:moveTo>
                  <a:pt x="336804" y="115824"/>
                </a:moveTo>
                <a:lnTo>
                  <a:pt x="332232" y="112776"/>
                </a:lnTo>
                <a:lnTo>
                  <a:pt x="350520" y="74676"/>
                </a:lnTo>
                <a:lnTo>
                  <a:pt x="394716" y="74676"/>
                </a:lnTo>
                <a:lnTo>
                  <a:pt x="396240" y="76200"/>
                </a:lnTo>
                <a:lnTo>
                  <a:pt x="383095" y="78533"/>
                </a:lnTo>
                <a:lnTo>
                  <a:pt x="368808" y="85725"/>
                </a:lnTo>
                <a:lnTo>
                  <a:pt x="353377" y="98059"/>
                </a:lnTo>
                <a:lnTo>
                  <a:pt x="336804" y="115824"/>
                </a:lnTo>
                <a:close/>
              </a:path>
              <a:path w="398145" h="408939">
                <a:moveTo>
                  <a:pt x="80772" y="137160"/>
                </a:moveTo>
                <a:lnTo>
                  <a:pt x="67056" y="123444"/>
                </a:lnTo>
                <a:lnTo>
                  <a:pt x="277368" y="123444"/>
                </a:lnTo>
                <a:lnTo>
                  <a:pt x="298704" y="102108"/>
                </a:lnTo>
                <a:lnTo>
                  <a:pt x="327660" y="132588"/>
                </a:lnTo>
                <a:lnTo>
                  <a:pt x="96012" y="132588"/>
                </a:lnTo>
                <a:lnTo>
                  <a:pt x="80772" y="137160"/>
                </a:lnTo>
                <a:close/>
              </a:path>
              <a:path w="398145" h="408939">
                <a:moveTo>
                  <a:pt x="15240" y="239268"/>
                </a:moveTo>
                <a:lnTo>
                  <a:pt x="13716" y="231648"/>
                </a:lnTo>
                <a:lnTo>
                  <a:pt x="42886" y="220837"/>
                </a:lnTo>
                <a:lnTo>
                  <a:pt x="68770" y="209169"/>
                </a:lnTo>
                <a:lnTo>
                  <a:pt x="111252" y="184404"/>
                </a:lnTo>
                <a:lnTo>
                  <a:pt x="143446" y="159067"/>
                </a:lnTo>
                <a:lnTo>
                  <a:pt x="167640" y="132588"/>
                </a:lnTo>
                <a:lnTo>
                  <a:pt x="201168" y="132588"/>
                </a:lnTo>
                <a:lnTo>
                  <a:pt x="173736" y="160020"/>
                </a:lnTo>
                <a:lnTo>
                  <a:pt x="179093" y="164282"/>
                </a:lnTo>
                <a:lnTo>
                  <a:pt x="181181" y="166116"/>
                </a:lnTo>
                <a:lnTo>
                  <a:pt x="166116" y="166116"/>
                </a:lnTo>
                <a:lnTo>
                  <a:pt x="154447" y="175498"/>
                </a:lnTo>
                <a:lnTo>
                  <a:pt x="140208" y="185166"/>
                </a:lnTo>
                <a:lnTo>
                  <a:pt x="123682" y="194833"/>
                </a:lnTo>
                <a:lnTo>
                  <a:pt x="85748" y="213979"/>
                </a:lnTo>
                <a:lnTo>
                  <a:pt x="64198" y="222885"/>
                </a:lnTo>
                <a:lnTo>
                  <a:pt x="40647" y="231219"/>
                </a:lnTo>
                <a:lnTo>
                  <a:pt x="15240" y="239268"/>
                </a:lnTo>
                <a:close/>
              </a:path>
              <a:path w="398145" h="408939">
                <a:moveTo>
                  <a:pt x="247298" y="219456"/>
                </a:moveTo>
                <a:lnTo>
                  <a:pt x="228600" y="219456"/>
                </a:lnTo>
                <a:lnTo>
                  <a:pt x="247483" y="207716"/>
                </a:lnTo>
                <a:lnTo>
                  <a:pt x="263080" y="197548"/>
                </a:lnTo>
                <a:lnTo>
                  <a:pt x="275534" y="188809"/>
                </a:lnTo>
                <a:lnTo>
                  <a:pt x="284988" y="181356"/>
                </a:lnTo>
                <a:lnTo>
                  <a:pt x="292703" y="175355"/>
                </a:lnTo>
                <a:lnTo>
                  <a:pt x="299847" y="168783"/>
                </a:lnTo>
                <a:lnTo>
                  <a:pt x="306419" y="161639"/>
                </a:lnTo>
                <a:lnTo>
                  <a:pt x="312420" y="153924"/>
                </a:lnTo>
                <a:lnTo>
                  <a:pt x="339852" y="182880"/>
                </a:lnTo>
                <a:lnTo>
                  <a:pt x="321564" y="185928"/>
                </a:lnTo>
                <a:lnTo>
                  <a:pt x="308967" y="190761"/>
                </a:lnTo>
                <a:lnTo>
                  <a:pt x="296227" y="196024"/>
                </a:lnTo>
                <a:lnTo>
                  <a:pt x="269748" y="207264"/>
                </a:lnTo>
                <a:lnTo>
                  <a:pt x="271746" y="213360"/>
                </a:lnTo>
                <a:lnTo>
                  <a:pt x="260604" y="213360"/>
                </a:lnTo>
                <a:lnTo>
                  <a:pt x="254603" y="215931"/>
                </a:lnTo>
                <a:lnTo>
                  <a:pt x="248031" y="219075"/>
                </a:lnTo>
                <a:lnTo>
                  <a:pt x="247298" y="219456"/>
                </a:lnTo>
                <a:close/>
              </a:path>
              <a:path w="398145" h="408939">
                <a:moveTo>
                  <a:pt x="16764" y="312420"/>
                </a:moveTo>
                <a:lnTo>
                  <a:pt x="15240" y="304800"/>
                </a:lnTo>
                <a:lnTo>
                  <a:pt x="42124" y="293917"/>
                </a:lnTo>
                <a:lnTo>
                  <a:pt x="68008" y="281749"/>
                </a:lnTo>
                <a:lnTo>
                  <a:pt x="117348" y="252984"/>
                </a:lnTo>
                <a:lnTo>
                  <a:pt x="158686" y="220599"/>
                </a:lnTo>
                <a:lnTo>
                  <a:pt x="187452" y="190500"/>
                </a:lnTo>
                <a:lnTo>
                  <a:pt x="181975" y="183903"/>
                </a:lnTo>
                <a:lnTo>
                  <a:pt x="176784" y="177736"/>
                </a:lnTo>
                <a:lnTo>
                  <a:pt x="171547" y="171807"/>
                </a:lnTo>
                <a:lnTo>
                  <a:pt x="166116" y="166116"/>
                </a:lnTo>
                <a:lnTo>
                  <a:pt x="181181" y="166116"/>
                </a:lnTo>
                <a:lnTo>
                  <a:pt x="185737" y="170116"/>
                </a:lnTo>
                <a:lnTo>
                  <a:pt x="193238" y="177379"/>
                </a:lnTo>
                <a:lnTo>
                  <a:pt x="201168" y="185928"/>
                </a:lnTo>
                <a:lnTo>
                  <a:pt x="209740" y="194167"/>
                </a:lnTo>
                <a:lnTo>
                  <a:pt x="217170" y="202692"/>
                </a:lnTo>
                <a:lnTo>
                  <a:pt x="220541" y="207264"/>
                </a:lnTo>
                <a:lnTo>
                  <a:pt x="199644" y="207264"/>
                </a:lnTo>
                <a:lnTo>
                  <a:pt x="189928" y="217884"/>
                </a:lnTo>
                <a:lnTo>
                  <a:pt x="160210" y="241982"/>
                </a:lnTo>
                <a:lnTo>
                  <a:pt x="116205" y="270629"/>
                </a:lnTo>
                <a:lnTo>
                  <a:pt x="54483" y="298680"/>
                </a:lnTo>
                <a:lnTo>
                  <a:pt x="16764" y="312420"/>
                </a:lnTo>
                <a:close/>
              </a:path>
              <a:path w="398145" h="408939">
                <a:moveTo>
                  <a:pt x="1524" y="388620"/>
                </a:moveTo>
                <a:lnTo>
                  <a:pt x="0" y="381000"/>
                </a:lnTo>
                <a:lnTo>
                  <a:pt x="34266" y="368736"/>
                </a:lnTo>
                <a:lnTo>
                  <a:pt x="66103" y="354901"/>
                </a:lnTo>
                <a:lnTo>
                  <a:pt x="121920" y="323088"/>
                </a:lnTo>
                <a:lnTo>
                  <a:pt x="171069" y="285369"/>
                </a:lnTo>
                <a:lnTo>
                  <a:pt x="213360" y="240792"/>
                </a:lnTo>
                <a:lnTo>
                  <a:pt x="211645" y="231909"/>
                </a:lnTo>
                <a:lnTo>
                  <a:pt x="208788" y="223456"/>
                </a:lnTo>
                <a:lnTo>
                  <a:pt x="204787" y="215288"/>
                </a:lnTo>
                <a:lnTo>
                  <a:pt x="199644" y="207264"/>
                </a:lnTo>
                <a:lnTo>
                  <a:pt x="220541" y="207264"/>
                </a:lnTo>
                <a:lnTo>
                  <a:pt x="223456" y="211216"/>
                </a:lnTo>
                <a:lnTo>
                  <a:pt x="228600" y="219456"/>
                </a:lnTo>
                <a:lnTo>
                  <a:pt x="247298" y="219456"/>
                </a:lnTo>
                <a:lnTo>
                  <a:pt x="240887" y="222789"/>
                </a:lnTo>
                <a:lnTo>
                  <a:pt x="233172" y="227076"/>
                </a:lnTo>
                <a:lnTo>
                  <a:pt x="236362" y="236505"/>
                </a:lnTo>
                <a:lnTo>
                  <a:pt x="239268" y="246507"/>
                </a:lnTo>
                <a:lnTo>
                  <a:pt x="242173" y="257079"/>
                </a:lnTo>
                <a:lnTo>
                  <a:pt x="244927" y="266700"/>
                </a:lnTo>
                <a:lnTo>
                  <a:pt x="220980" y="266700"/>
                </a:lnTo>
                <a:lnTo>
                  <a:pt x="191262" y="295656"/>
                </a:lnTo>
                <a:lnTo>
                  <a:pt x="143256" y="329184"/>
                </a:lnTo>
                <a:lnTo>
                  <a:pt x="78676" y="362331"/>
                </a:lnTo>
                <a:lnTo>
                  <a:pt x="41457" y="376332"/>
                </a:lnTo>
                <a:lnTo>
                  <a:pt x="1524" y="388620"/>
                </a:lnTo>
                <a:close/>
              </a:path>
              <a:path w="398145" h="408939">
                <a:moveTo>
                  <a:pt x="362712" y="361188"/>
                </a:moveTo>
                <a:lnTo>
                  <a:pt x="323469" y="333756"/>
                </a:lnTo>
                <a:lnTo>
                  <a:pt x="295656" y="301752"/>
                </a:lnTo>
                <a:lnTo>
                  <a:pt x="275272" y="262128"/>
                </a:lnTo>
                <a:lnTo>
                  <a:pt x="260604" y="213360"/>
                </a:lnTo>
                <a:lnTo>
                  <a:pt x="271746" y="213360"/>
                </a:lnTo>
                <a:lnTo>
                  <a:pt x="278844" y="235005"/>
                </a:lnTo>
                <a:lnTo>
                  <a:pt x="289941" y="258889"/>
                </a:lnTo>
                <a:lnTo>
                  <a:pt x="316992" y="295656"/>
                </a:lnTo>
                <a:lnTo>
                  <a:pt x="352234" y="320611"/>
                </a:lnTo>
                <a:lnTo>
                  <a:pt x="397764" y="335280"/>
                </a:lnTo>
                <a:lnTo>
                  <a:pt x="397764" y="339852"/>
                </a:lnTo>
                <a:lnTo>
                  <a:pt x="386286" y="341899"/>
                </a:lnTo>
                <a:lnTo>
                  <a:pt x="376809" y="345948"/>
                </a:lnTo>
                <a:lnTo>
                  <a:pt x="369046" y="352282"/>
                </a:lnTo>
                <a:lnTo>
                  <a:pt x="362712" y="361188"/>
                </a:lnTo>
                <a:close/>
              </a:path>
              <a:path w="398145" h="408939">
                <a:moveTo>
                  <a:pt x="241143" y="370641"/>
                </a:moveTo>
                <a:lnTo>
                  <a:pt x="187761" y="370641"/>
                </a:lnTo>
                <a:lnTo>
                  <a:pt x="196596" y="370332"/>
                </a:lnTo>
                <a:lnTo>
                  <a:pt x="205740" y="370332"/>
                </a:lnTo>
                <a:lnTo>
                  <a:pt x="211836" y="365760"/>
                </a:lnTo>
                <a:lnTo>
                  <a:pt x="224028" y="327660"/>
                </a:lnTo>
                <a:lnTo>
                  <a:pt x="224512" y="312420"/>
                </a:lnTo>
                <a:lnTo>
                  <a:pt x="224299" y="305085"/>
                </a:lnTo>
                <a:lnTo>
                  <a:pt x="224174" y="301752"/>
                </a:lnTo>
                <a:lnTo>
                  <a:pt x="222956" y="285869"/>
                </a:lnTo>
                <a:lnTo>
                  <a:pt x="220980" y="266700"/>
                </a:lnTo>
                <a:lnTo>
                  <a:pt x="244927" y="266700"/>
                </a:lnTo>
                <a:lnTo>
                  <a:pt x="249650" y="307657"/>
                </a:lnTo>
                <a:lnTo>
                  <a:pt x="249936" y="323088"/>
                </a:lnTo>
                <a:lnTo>
                  <a:pt x="249340" y="337613"/>
                </a:lnTo>
                <a:lnTo>
                  <a:pt x="247459" y="351282"/>
                </a:lnTo>
                <a:lnTo>
                  <a:pt x="244149" y="363807"/>
                </a:lnTo>
                <a:lnTo>
                  <a:pt x="241143" y="370641"/>
                </a:lnTo>
                <a:close/>
              </a:path>
              <a:path w="398145" h="408939">
                <a:moveTo>
                  <a:pt x="192024" y="408432"/>
                </a:moveTo>
                <a:lnTo>
                  <a:pt x="186904" y="397335"/>
                </a:lnTo>
                <a:lnTo>
                  <a:pt x="176212" y="387096"/>
                </a:lnTo>
                <a:lnTo>
                  <a:pt x="160091" y="377999"/>
                </a:lnTo>
                <a:lnTo>
                  <a:pt x="138684" y="370332"/>
                </a:lnTo>
                <a:lnTo>
                  <a:pt x="138684" y="362712"/>
                </a:lnTo>
                <a:lnTo>
                  <a:pt x="158662" y="366688"/>
                </a:lnTo>
                <a:lnTo>
                  <a:pt x="175069" y="369379"/>
                </a:lnTo>
                <a:lnTo>
                  <a:pt x="187761" y="370641"/>
                </a:lnTo>
                <a:lnTo>
                  <a:pt x="241143" y="370641"/>
                </a:lnTo>
                <a:lnTo>
                  <a:pt x="239268" y="374904"/>
                </a:lnTo>
                <a:lnTo>
                  <a:pt x="232100" y="384643"/>
                </a:lnTo>
                <a:lnTo>
                  <a:pt x="221932" y="393382"/>
                </a:lnTo>
                <a:lnTo>
                  <a:pt x="208621" y="401264"/>
                </a:lnTo>
                <a:lnTo>
                  <a:pt x="192024" y="40843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" name="object 68"/>
          <p:cNvSpPr/>
          <p:nvPr/>
        </p:nvSpPr>
        <p:spPr>
          <a:xfrm>
            <a:off x="3512820" y="4148328"/>
            <a:ext cx="387350" cy="398145"/>
          </a:xfrm>
          <a:custGeom>
            <a:avLst/>
            <a:gdLst/>
            <a:ahLst/>
            <a:cxnLst/>
            <a:rect l="l" t="t" r="r" b="b"/>
            <a:pathLst>
              <a:path w="387350" h="398145">
                <a:moveTo>
                  <a:pt x="347472" y="224028"/>
                </a:moveTo>
                <a:lnTo>
                  <a:pt x="301371" y="181546"/>
                </a:lnTo>
                <a:lnTo>
                  <a:pt x="262128" y="131064"/>
                </a:lnTo>
                <a:lnTo>
                  <a:pt x="232791" y="70104"/>
                </a:lnTo>
                <a:lnTo>
                  <a:pt x="214884" y="0"/>
                </a:lnTo>
                <a:lnTo>
                  <a:pt x="249936" y="12191"/>
                </a:lnTo>
                <a:lnTo>
                  <a:pt x="234696" y="22859"/>
                </a:lnTo>
                <a:lnTo>
                  <a:pt x="243268" y="49148"/>
                </a:lnTo>
                <a:lnTo>
                  <a:pt x="270700" y="101727"/>
                </a:lnTo>
                <a:lnTo>
                  <a:pt x="310157" y="151399"/>
                </a:lnTo>
                <a:lnTo>
                  <a:pt x="358782" y="186737"/>
                </a:lnTo>
                <a:lnTo>
                  <a:pt x="387096" y="198120"/>
                </a:lnTo>
                <a:lnTo>
                  <a:pt x="387096" y="202692"/>
                </a:lnTo>
                <a:lnTo>
                  <a:pt x="374261" y="204096"/>
                </a:lnTo>
                <a:lnTo>
                  <a:pt x="363283" y="208216"/>
                </a:lnTo>
                <a:lnTo>
                  <a:pt x="354306" y="214907"/>
                </a:lnTo>
                <a:lnTo>
                  <a:pt x="347472" y="224028"/>
                </a:lnTo>
                <a:close/>
              </a:path>
              <a:path w="387350" h="398145">
                <a:moveTo>
                  <a:pt x="4572" y="231648"/>
                </a:moveTo>
                <a:lnTo>
                  <a:pt x="0" y="225552"/>
                </a:lnTo>
                <a:lnTo>
                  <a:pt x="30003" y="195834"/>
                </a:lnTo>
                <a:lnTo>
                  <a:pt x="56007" y="166116"/>
                </a:lnTo>
                <a:lnTo>
                  <a:pt x="96012" y="106679"/>
                </a:lnTo>
                <a:lnTo>
                  <a:pt x="121158" y="54292"/>
                </a:lnTo>
                <a:lnTo>
                  <a:pt x="132588" y="12191"/>
                </a:lnTo>
                <a:lnTo>
                  <a:pt x="173736" y="38100"/>
                </a:lnTo>
                <a:lnTo>
                  <a:pt x="153924" y="48767"/>
                </a:lnTo>
                <a:lnTo>
                  <a:pt x="129613" y="94853"/>
                </a:lnTo>
                <a:lnTo>
                  <a:pt x="102449" y="136184"/>
                </a:lnTo>
                <a:lnTo>
                  <a:pt x="72505" y="172760"/>
                </a:lnTo>
                <a:lnTo>
                  <a:pt x="39855" y="204581"/>
                </a:lnTo>
                <a:lnTo>
                  <a:pt x="4572" y="231648"/>
                </a:lnTo>
                <a:close/>
              </a:path>
              <a:path w="387350" h="398145">
                <a:moveTo>
                  <a:pt x="62484" y="384048"/>
                </a:moveTo>
                <a:lnTo>
                  <a:pt x="42672" y="347472"/>
                </a:lnTo>
                <a:lnTo>
                  <a:pt x="50077" y="346043"/>
                </a:lnTo>
                <a:lnTo>
                  <a:pt x="58483" y="341757"/>
                </a:lnTo>
                <a:lnTo>
                  <a:pt x="88892" y="311419"/>
                </a:lnTo>
                <a:lnTo>
                  <a:pt x="116943" y="273605"/>
                </a:lnTo>
                <a:lnTo>
                  <a:pt x="150709" y="222694"/>
                </a:lnTo>
                <a:lnTo>
                  <a:pt x="174188" y="174688"/>
                </a:lnTo>
                <a:lnTo>
                  <a:pt x="181356" y="152400"/>
                </a:lnTo>
                <a:lnTo>
                  <a:pt x="219456" y="182879"/>
                </a:lnTo>
                <a:lnTo>
                  <a:pt x="201168" y="190500"/>
                </a:lnTo>
                <a:lnTo>
                  <a:pt x="169449" y="237101"/>
                </a:lnTo>
                <a:lnTo>
                  <a:pt x="138303" y="278701"/>
                </a:lnTo>
                <a:lnTo>
                  <a:pt x="107727" y="315444"/>
                </a:lnTo>
                <a:lnTo>
                  <a:pt x="77724" y="347472"/>
                </a:lnTo>
                <a:lnTo>
                  <a:pt x="319373" y="347472"/>
                </a:lnTo>
                <a:lnTo>
                  <a:pt x="322516" y="353568"/>
                </a:lnTo>
                <a:lnTo>
                  <a:pt x="286512" y="353568"/>
                </a:lnTo>
                <a:lnTo>
                  <a:pt x="211978" y="358973"/>
                </a:lnTo>
                <a:lnTo>
                  <a:pt x="155448" y="363664"/>
                </a:lnTo>
                <a:lnTo>
                  <a:pt x="117205" y="367498"/>
                </a:lnTo>
                <a:lnTo>
                  <a:pt x="77152" y="376047"/>
                </a:lnTo>
                <a:lnTo>
                  <a:pt x="69032" y="379761"/>
                </a:lnTo>
                <a:lnTo>
                  <a:pt x="62484" y="384048"/>
                </a:lnTo>
                <a:close/>
              </a:path>
              <a:path w="387350" h="398145">
                <a:moveTo>
                  <a:pt x="319373" y="347472"/>
                </a:moveTo>
                <a:lnTo>
                  <a:pt x="77724" y="347472"/>
                </a:lnTo>
                <a:lnTo>
                  <a:pt x="283464" y="344424"/>
                </a:lnTo>
                <a:lnTo>
                  <a:pt x="272295" y="326445"/>
                </a:lnTo>
                <a:lnTo>
                  <a:pt x="259270" y="306895"/>
                </a:lnTo>
                <a:lnTo>
                  <a:pt x="244244" y="285916"/>
                </a:lnTo>
                <a:lnTo>
                  <a:pt x="227076" y="263652"/>
                </a:lnTo>
                <a:lnTo>
                  <a:pt x="231648" y="259080"/>
                </a:lnTo>
                <a:lnTo>
                  <a:pt x="261389" y="283392"/>
                </a:lnTo>
                <a:lnTo>
                  <a:pt x="300870" y="320587"/>
                </a:lnTo>
                <a:lnTo>
                  <a:pt x="317802" y="344424"/>
                </a:lnTo>
                <a:lnTo>
                  <a:pt x="319373" y="347472"/>
                </a:lnTo>
                <a:close/>
              </a:path>
              <a:path w="387350" h="398145">
                <a:moveTo>
                  <a:pt x="309372" y="397764"/>
                </a:moveTo>
                <a:lnTo>
                  <a:pt x="304800" y="397764"/>
                </a:lnTo>
                <a:lnTo>
                  <a:pt x="301752" y="394716"/>
                </a:lnTo>
                <a:lnTo>
                  <a:pt x="298704" y="385572"/>
                </a:lnTo>
                <a:lnTo>
                  <a:pt x="295298" y="375856"/>
                </a:lnTo>
                <a:lnTo>
                  <a:pt x="292036" y="367284"/>
                </a:lnTo>
                <a:lnTo>
                  <a:pt x="289059" y="359854"/>
                </a:lnTo>
                <a:lnTo>
                  <a:pt x="286512" y="353568"/>
                </a:lnTo>
                <a:lnTo>
                  <a:pt x="322516" y="353568"/>
                </a:lnTo>
                <a:lnTo>
                  <a:pt x="325254" y="361616"/>
                </a:lnTo>
                <a:lnTo>
                  <a:pt x="326136" y="368808"/>
                </a:lnTo>
                <a:lnTo>
                  <a:pt x="326136" y="374904"/>
                </a:lnTo>
                <a:lnTo>
                  <a:pt x="323088" y="382524"/>
                </a:lnTo>
                <a:lnTo>
                  <a:pt x="318516" y="388620"/>
                </a:lnTo>
                <a:lnTo>
                  <a:pt x="309372" y="39776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" name="object 69"/>
          <p:cNvSpPr/>
          <p:nvPr/>
        </p:nvSpPr>
        <p:spPr>
          <a:xfrm>
            <a:off x="3960875" y="4160520"/>
            <a:ext cx="349250" cy="387350"/>
          </a:xfrm>
          <a:custGeom>
            <a:avLst/>
            <a:gdLst/>
            <a:ahLst/>
            <a:cxnLst/>
            <a:rect l="l" t="t" r="r" b="b"/>
            <a:pathLst>
              <a:path w="349250" h="387350">
                <a:moveTo>
                  <a:pt x="48768" y="33528"/>
                </a:moveTo>
                <a:lnTo>
                  <a:pt x="33528" y="16764"/>
                </a:lnTo>
                <a:lnTo>
                  <a:pt x="307847" y="16764"/>
                </a:lnTo>
                <a:lnTo>
                  <a:pt x="320040" y="0"/>
                </a:lnTo>
                <a:lnTo>
                  <a:pt x="348996" y="22860"/>
                </a:lnTo>
                <a:lnTo>
                  <a:pt x="343117" y="27432"/>
                </a:lnTo>
                <a:lnTo>
                  <a:pt x="89916" y="27432"/>
                </a:lnTo>
                <a:lnTo>
                  <a:pt x="78771" y="27741"/>
                </a:lnTo>
                <a:lnTo>
                  <a:pt x="68199" y="28765"/>
                </a:lnTo>
                <a:lnTo>
                  <a:pt x="58197" y="30646"/>
                </a:lnTo>
                <a:lnTo>
                  <a:pt x="48768" y="33528"/>
                </a:lnTo>
                <a:close/>
              </a:path>
              <a:path w="349250" h="387350">
                <a:moveTo>
                  <a:pt x="334149" y="345948"/>
                </a:moveTo>
                <a:lnTo>
                  <a:pt x="294132" y="345948"/>
                </a:lnTo>
                <a:lnTo>
                  <a:pt x="301251" y="344543"/>
                </a:lnTo>
                <a:lnTo>
                  <a:pt x="306514" y="340423"/>
                </a:lnTo>
                <a:lnTo>
                  <a:pt x="309776" y="333732"/>
                </a:lnTo>
                <a:lnTo>
                  <a:pt x="310896" y="324612"/>
                </a:lnTo>
                <a:lnTo>
                  <a:pt x="310896" y="27432"/>
                </a:lnTo>
                <a:lnTo>
                  <a:pt x="343117" y="27432"/>
                </a:lnTo>
                <a:lnTo>
                  <a:pt x="335280" y="33528"/>
                </a:lnTo>
                <a:lnTo>
                  <a:pt x="335280" y="333756"/>
                </a:lnTo>
                <a:lnTo>
                  <a:pt x="334149" y="345948"/>
                </a:lnTo>
                <a:close/>
              </a:path>
              <a:path w="349250" h="387350">
                <a:moveTo>
                  <a:pt x="15240" y="115824"/>
                </a:moveTo>
                <a:lnTo>
                  <a:pt x="0" y="100584"/>
                </a:lnTo>
                <a:lnTo>
                  <a:pt x="224028" y="100584"/>
                </a:lnTo>
                <a:lnTo>
                  <a:pt x="246888" y="77724"/>
                </a:lnTo>
                <a:lnTo>
                  <a:pt x="278892" y="111252"/>
                </a:lnTo>
                <a:lnTo>
                  <a:pt x="54864" y="111252"/>
                </a:lnTo>
                <a:lnTo>
                  <a:pt x="43743" y="111537"/>
                </a:lnTo>
                <a:lnTo>
                  <a:pt x="33337" y="112395"/>
                </a:lnTo>
                <a:lnTo>
                  <a:pt x="23788" y="113823"/>
                </a:lnTo>
                <a:lnTo>
                  <a:pt x="15240" y="115824"/>
                </a:lnTo>
                <a:close/>
              </a:path>
              <a:path w="349250" h="387350">
                <a:moveTo>
                  <a:pt x="226568" y="163068"/>
                </a:moveTo>
                <a:lnTo>
                  <a:pt x="192023" y="163068"/>
                </a:lnTo>
                <a:lnTo>
                  <a:pt x="204216" y="146304"/>
                </a:lnTo>
                <a:lnTo>
                  <a:pt x="226568" y="163068"/>
                </a:lnTo>
                <a:close/>
              </a:path>
              <a:path w="349250" h="387350">
                <a:moveTo>
                  <a:pt x="53340" y="312420"/>
                </a:moveTo>
                <a:lnTo>
                  <a:pt x="54221" y="298989"/>
                </a:lnTo>
                <a:lnTo>
                  <a:pt x="54653" y="282321"/>
                </a:lnTo>
                <a:lnTo>
                  <a:pt x="54747" y="272034"/>
                </a:lnTo>
                <a:lnTo>
                  <a:pt x="54840" y="208692"/>
                </a:lnTo>
                <a:lnTo>
                  <a:pt x="54673" y="185547"/>
                </a:lnTo>
                <a:lnTo>
                  <a:pt x="54221" y="165258"/>
                </a:lnTo>
                <a:lnTo>
                  <a:pt x="53340" y="147828"/>
                </a:lnTo>
                <a:lnTo>
                  <a:pt x="79248" y="163068"/>
                </a:lnTo>
                <a:lnTo>
                  <a:pt x="226568" y="163068"/>
                </a:lnTo>
                <a:lnTo>
                  <a:pt x="234696" y="169164"/>
                </a:lnTo>
                <a:lnTo>
                  <a:pt x="227838" y="173736"/>
                </a:lnTo>
                <a:lnTo>
                  <a:pt x="79248" y="173736"/>
                </a:lnTo>
                <a:lnTo>
                  <a:pt x="79248" y="260604"/>
                </a:lnTo>
                <a:lnTo>
                  <a:pt x="221001" y="260604"/>
                </a:lnTo>
                <a:lnTo>
                  <a:pt x="221003" y="261747"/>
                </a:lnTo>
                <a:lnTo>
                  <a:pt x="221158" y="271271"/>
                </a:lnTo>
                <a:lnTo>
                  <a:pt x="79248" y="271271"/>
                </a:lnTo>
                <a:lnTo>
                  <a:pt x="79248" y="300228"/>
                </a:lnTo>
                <a:lnTo>
                  <a:pt x="53340" y="312420"/>
                </a:lnTo>
                <a:close/>
              </a:path>
              <a:path w="349250" h="387350">
                <a:moveTo>
                  <a:pt x="221001" y="260604"/>
                </a:moveTo>
                <a:lnTo>
                  <a:pt x="196596" y="260604"/>
                </a:lnTo>
                <a:lnTo>
                  <a:pt x="196596" y="173736"/>
                </a:lnTo>
                <a:lnTo>
                  <a:pt x="227838" y="173736"/>
                </a:lnTo>
                <a:lnTo>
                  <a:pt x="220980" y="178307"/>
                </a:lnTo>
                <a:lnTo>
                  <a:pt x="221001" y="260604"/>
                </a:lnTo>
                <a:close/>
              </a:path>
              <a:path w="349250" h="387350">
                <a:moveTo>
                  <a:pt x="196596" y="301752"/>
                </a:moveTo>
                <a:lnTo>
                  <a:pt x="196596" y="271271"/>
                </a:lnTo>
                <a:lnTo>
                  <a:pt x="221158" y="271271"/>
                </a:lnTo>
                <a:lnTo>
                  <a:pt x="221170" y="272034"/>
                </a:lnTo>
                <a:lnTo>
                  <a:pt x="221622" y="282321"/>
                </a:lnTo>
                <a:lnTo>
                  <a:pt x="222504" y="292607"/>
                </a:lnTo>
                <a:lnTo>
                  <a:pt x="196596" y="301752"/>
                </a:lnTo>
                <a:close/>
              </a:path>
              <a:path w="349250" h="387350">
                <a:moveTo>
                  <a:pt x="297180" y="387096"/>
                </a:moveTo>
                <a:lnTo>
                  <a:pt x="293441" y="377070"/>
                </a:lnTo>
                <a:lnTo>
                  <a:pt x="282130" y="367474"/>
                </a:lnTo>
                <a:lnTo>
                  <a:pt x="263104" y="358163"/>
                </a:lnTo>
                <a:lnTo>
                  <a:pt x="236220" y="348996"/>
                </a:lnTo>
                <a:lnTo>
                  <a:pt x="236220" y="341376"/>
                </a:lnTo>
                <a:lnTo>
                  <a:pt x="255341" y="343376"/>
                </a:lnTo>
                <a:lnTo>
                  <a:pt x="271462" y="344805"/>
                </a:lnTo>
                <a:lnTo>
                  <a:pt x="284440" y="345662"/>
                </a:lnTo>
                <a:lnTo>
                  <a:pt x="294132" y="345948"/>
                </a:lnTo>
                <a:lnTo>
                  <a:pt x="334149" y="345948"/>
                </a:lnTo>
                <a:lnTo>
                  <a:pt x="333613" y="351734"/>
                </a:lnTo>
                <a:lnTo>
                  <a:pt x="326517" y="366712"/>
                </a:lnTo>
                <a:lnTo>
                  <a:pt x="314277" y="378547"/>
                </a:lnTo>
                <a:lnTo>
                  <a:pt x="297180" y="38709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" name="object 70"/>
          <p:cNvSpPr/>
          <p:nvPr/>
        </p:nvSpPr>
        <p:spPr>
          <a:xfrm>
            <a:off x="4376928" y="4169676"/>
            <a:ext cx="845819" cy="346075"/>
          </a:xfrm>
          <a:custGeom>
            <a:avLst/>
            <a:gdLst/>
            <a:ahLst/>
            <a:cxnLst/>
            <a:rect l="l" t="t" r="r" b="b"/>
            <a:pathLst>
              <a:path w="845820" h="346075">
                <a:moveTo>
                  <a:pt x="390144" y="15227"/>
                </a:moveTo>
                <a:lnTo>
                  <a:pt x="347472" y="15227"/>
                </a:lnTo>
                <a:lnTo>
                  <a:pt x="283464" y="286499"/>
                </a:lnTo>
                <a:lnTo>
                  <a:pt x="217932" y="15227"/>
                </a:lnTo>
                <a:lnTo>
                  <a:pt x="173736" y="15227"/>
                </a:lnTo>
                <a:lnTo>
                  <a:pt x="109728" y="283451"/>
                </a:lnTo>
                <a:lnTo>
                  <a:pt x="44196" y="15227"/>
                </a:lnTo>
                <a:lnTo>
                  <a:pt x="0" y="15227"/>
                </a:lnTo>
                <a:lnTo>
                  <a:pt x="82296" y="338315"/>
                </a:lnTo>
                <a:lnTo>
                  <a:pt x="131064" y="338315"/>
                </a:lnTo>
                <a:lnTo>
                  <a:pt x="195072" y="70091"/>
                </a:lnTo>
                <a:lnTo>
                  <a:pt x="260604" y="338315"/>
                </a:lnTo>
                <a:lnTo>
                  <a:pt x="309372" y="338315"/>
                </a:lnTo>
                <a:lnTo>
                  <a:pt x="390144" y="15227"/>
                </a:lnTo>
                <a:close/>
              </a:path>
              <a:path w="845820" h="346075">
                <a:moveTo>
                  <a:pt x="601980" y="199644"/>
                </a:moveTo>
                <a:lnTo>
                  <a:pt x="597471" y="160210"/>
                </a:lnTo>
                <a:lnTo>
                  <a:pt x="580999" y="123444"/>
                </a:lnTo>
                <a:lnTo>
                  <a:pt x="580847" y="123202"/>
                </a:lnTo>
                <a:lnTo>
                  <a:pt x="574548" y="115824"/>
                </a:lnTo>
                <a:lnTo>
                  <a:pt x="568274" y="109512"/>
                </a:lnTo>
                <a:lnTo>
                  <a:pt x="562356" y="105181"/>
                </a:lnTo>
                <a:lnTo>
                  <a:pt x="562356" y="190500"/>
                </a:lnTo>
                <a:lnTo>
                  <a:pt x="434340" y="190500"/>
                </a:lnTo>
                <a:lnTo>
                  <a:pt x="448056" y="147828"/>
                </a:lnTo>
                <a:lnTo>
                  <a:pt x="479983" y="126009"/>
                </a:lnTo>
                <a:lnTo>
                  <a:pt x="502920" y="123444"/>
                </a:lnTo>
                <a:lnTo>
                  <a:pt x="510628" y="123723"/>
                </a:lnTo>
                <a:lnTo>
                  <a:pt x="548640" y="141732"/>
                </a:lnTo>
                <a:lnTo>
                  <a:pt x="553212" y="146304"/>
                </a:lnTo>
                <a:lnTo>
                  <a:pt x="556260" y="153924"/>
                </a:lnTo>
                <a:lnTo>
                  <a:pt x="557784" y="161544"/>
                </a:lnTo>
                <a:lnTo>
                  <a:pt x="559777" y="167779"/>
                </a:lnTo>
                <a:lnTo>
                  <a:pt x="561213" y="174879"/>
                </a:lnTo>
                <a:lnTo>
                  <a:pt x="562063" y="182537"/>
                </a:lnTo>
                <a:lnTo>
                  <a:pt x="562356" y="190500"/>
                </a:lnTo>
                <a:lnTo>
                  <a:pt x="562356" y="105181"/>
                </a:lnTo>
                <a:lnTo>
                  <a:pt x="525970" y="90487"/>
                </a:lnTo>
                <a:lnTo>
                  <a:pt x="504444" y="88392"/>
                </a:lnTo>
                <a:lnTo>
                  <a:pt x="480453" y="90652"/>
                </a:lnTo>
                <a:lnTo>
                  <a:pt x="439928" y="108318"/>
                </a:lnTo>
                <a:lnTo>
                  <a:pt x="409663" y="142913"/>
                </a:lnTo>
                <a:lnTo>
                  <a:pt x="393661" y="189877"/>
                </a:lnTo>
                <a:lnTo>
                  <a:pt x="391668" y="217932"/>
                </a:lnTo>
                <a:lnTo>
                  <a:pt x="393661" y="246811"/>
                </a:lnTo>
                <a:lnTo>
                  <a:pt x="409663" y="293154"/>
                </a:lnTo>
                <a:lnTo>
                  <a:pt x="441363" y="325767"/>
                </a:lnTo>
                <a:lnTo>
                  <a:pt x="486460" y="342392"/>
                </a:lnTo>
                <a:lnTo>
                  <a:pt x="513588" y="344424"/>
                </a:lnTo>
                <a:lnTo>
                  <a:pt x="521055" y="344182"/>
                </a:lnTo>
                <a:lnTo>
                  <a:pt x="533730" y="343128"/>
                </a:lnTo>
                <a:lnTo>
                  <a:pt x="539496" y="342900"/>
                </a:lnTo>
                <a:lnTo>
                  <a:pt x="545592" y="341376"/>
                </a:lnTo>
                <a:lnTo>
                  <a:pt x="553212" y="339852"/>
                </a:lnTo>
                <a:lnTo>
                  <a:pt x="560832" y="336804"/>
                </a:lnTo>
                <a:lnTo>
                  <a:pt x="565404" y="335280"/>
                </a:lnTo>
                <a:lnTo>
                  <a:pt x="573024" y="333756"/>
                </a:lnTo>
                <a:lnTo>
                  <a:pt x="579120" y="330708"/>
                </a:lnTo>
                <a:lnTo>
                  <a:pt x="586740" y="327660"/>
                </a:lnTo>
                <a:lnTo>
                  <a:pt x="592836" y="326136"/>
                </a:lnTo>
                <a:lnTo>
                  <a:pt x="597408" y="323088"/>
                </a:lnTo>
                <a:lnTo>
                  <a:pt x="597408" y="307848"/>
                </a:lnTo>
                <a:lnTo>
                  <a:pt x="597408" y="278892"/>
                </a:lnTo>
                <a:lnTo>
                  <a:pt x="594360" y="278892"/>
                </a:lnTo>
                <a:lnTo>
                  <a:pt x="548640" y="303276"/>
                </a:lnTo>
                <a:lnTo>
                  <a:pt x="541020" y="304800"/>
                </a:lnTo>
                <a:lnTo>
                  <a:pt x="534162" y="306552"/>
                </a:lnTo>
                <a:lnTo>
                  <a:pt x="527304" y="307467"/>
                </a:lnTo>
                <a:lnTo>
                  <a:pt x="520446" y="307797"/>
                </a:lnTo>
                <a:lnTo>
                  <a:pt x="513588" y="307848"/>
                </a:lnTo>
                <a:lnTo>
                  <a:pt x="496176" y="306438"/>
                </a:lnTo>
                <a:lnTo>
                  <a:pt x="455676" y="286512"/>
                </a:lnTo>
                <a:lnTo>
                  <a:pt x="435521" y="241287"/>
                </a:lnTo>
                <a:lnTo>
                  <a:pt x="434340" y="220980"/>
                </a:lnTo>
                <a:lnTo>
                  <a:pt x="601980" y="220980"/>
                </a:lnTo>
                <a:lnTo>
                  <a:pt x="601980" y="199644"/>
                </a:lnTo>
                <a:close/>
              </a:path>
              <a:path w="845820" h="346075">
                <a:moveTo>
                  <a:pt x="845820" y="213360"/>
                </a:moveTo>
                <a:lnTo>
                  <a:pt x="844384" y="185356"/>
                </a:lnTo>
                <a:lnTo>
                  <a:pt x="840105" y="160782"/>
                </a:lnTo>
                <a:lnTo>
                  <a:pt x="832954" y="139636"/>
                </a:lnTo>
                <a:lnTo>
                  <a:pt x="826389" y="128016"/>
                </a:lnTo>
                <a:lnTo>
                  <a:pt x="822960" y="121920"/>
                </a:lnTo>
                <a:lnTo>
                  <a:pt x="810145" y="107670"/>
                </a:lnTo>
                <a:lnTo>
                  <a:pt x="804672" y="103936"/>
                </a:lnTo>
                <a:lnTo>
                  <a:pt x="804672" y="216408"/>
                </a:lnTo>
                <a:lnTo>
                  <a:pt x="803516" y="238709"/>
                </a:lnTo>
                <a:lnTo>
                  <a:pt x="786371" y="286512"/>
                </a:lnTo>
                <a:lnTo>
                  <a:pt x="752513" y="306654"/>
                </a:lnTo>
                <a:lnTo>
                  <a:pt x="738174" y="307809"/>
                </a:lnTo>
                <a:lnTo>
                  <a:pt x="730770" y="307797"/>
                </a:lnTo>
                <a:lnTo>
                  <a:pt x="724077" y="307467"/>
                </a:lnTo>
                <a:lnTo>
                  <a:pt x="717677" y="306552"/>
                </a:lnTo>
                <a:lnTo>
                  <a:pt x="711695" y="304800"/>
                </a:lnTo>
                <a:lnTo>
                  <a:pt x="704837" y="303339"/>
                </a:lnTo>
                <a:lnTo>
                  <a:pt x="697979" y="301180"/>
                </a:lnTo>
                <a:lnTo>
                  <a:pt x="691121" y="298145"/>
                </a:lnTo>
                <a:lnTo>
                  <a:pt x="684263" y="294132"/>
                </a:lnTo>
                <a:lnTo>
                  <a:pt x="684263" y="155448"/>
                </a:lnTo>
                <a:lnTo>
                  <a:pt x="723633" y="132511"/>
                </a:lnTo>
                <a:lnTo>
                  <a:pt x="748271" y="128016"/>
                </a:lnTo>
                <a:lnTo>
                  <a:pt x="762012" y="129438"/>
                </a:lnTo>
                <a:lnTo>
                  <a:pt x="796950" y="163461"/>
                </a:lnTo>
                <a:lnTo>
                  <a:pt x="804672" y="216408"/>
                </a:lnTo>
                <a:lnTo>
                  <a:pt x="804672" y="103936"/>
                </a:lnTo>
                <a:lnTo>
                  <a:pt x="794753" y="97155"/>
                </a:lnTo>
                <a:lnTo>
                  <a:pt x="777087" y="90627"/>
                </a:lnTo>
                <a:lnTo>
                  <a:pt x="757415" y="88392"/>
                </a:lnTo>
                <a:lnTo>
                  <a:pt x="746518" y="88963"/>
                </a:lnTo>
                <a:lnTo>
                  <a:pt x="708698" y="102412"/>
                </a:lnTo>
                <a:lnTo>
                  <a:pt x="684263" y="121920"/>
                </a:lnTo>
                <a:lnTo>
                  <a:pt x="684263" y="0"/>
                </a:lnTo>
                <a:lnTo>
                  <a:pt x="643128" y="0"/>
                </a:lnTo>
                <a:lnTo>
                  <a:pt x="643128" y="338328"/>
                </a:lnTo>
                <a:lnTo>
                  <a:pt x="681215" y="338328"/>
                </a:lnTo>
                <a:lnTo>
                  <a:pt x="684263" y="327660"/>
                </a:lnTo>
                <a:lnTo>
                  <a:pt x="691121" y="331063"/>
                </a:lnTo>
                <a:lnTo>
                  <a:pt x="735495" y="345414"/>
                </a:lnTo>
                <a:lnTo>
                  <a:pt x="745223" y="345948"/>
                </a:lnTo>
                <a:lnTo>
                  <a:pt x="766089" y="343662"/>
                </a:lnTo>
                <a:lnTo>
                  <a:pt x="785228" y="336804"/>
                </a:lnTo>
                <a:lnTo>
                  <a:pt x="799172" y="327660"/>
                </a:lnTo>
                <a:lnTo>
                  <a:pt x="802665" y="325374"/>
                </a:lnTo>
                <a:lnTo>
                  <a:pt x="818388" y="309372"/>
                </a:lnTo>
                <a:lnTo>
                  <a:pt x="819315" y="307848"/>
                </a:lnTo>
                <a:lnTo>
                  <a:pt x="830389" y="289648"/>
                </a:lnTo>
                <a:lnTo>
                  <a:pt x="838962" y="267081"/>
                </a:lnTo>
                <a:lnTo>
                  <a:pt x="844105" y="241642"/>
                </a:lnTo>
                <a:lnTo>
                  <a:pt x="845820" y="21336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71" name="object 71"/>
          <p:cNvGrpSpPr/>
          <p:nvPr/>
        </p:nvGrpSpPr>
        <p:grpSpPr>
          <a:xfrm>
            <a:off x="5269992" y="4169664"/>
            <a:ext cx="890269" cy="346075"/>
            <a:chOff x="5269992" y="4169664"/>
            <a:chExt cx="890269" cy="346075"/>
          </a:xfrm>
        </p:grpSpPr>
        <p:pic>
          <p:nvPicPr>
            <p:cNvPr id="72" name="object 72"/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5269992" y="4185412"/>
              <a:ext cx="435863" cy="322579"/>
            </a:xfrm>
            <a:prstGeom prst="rect">
              <a:avLst/>
            </a:prstGeom>
          </p:spPr>
        </p:pic>
        <p:sp>
          <p:nvSpPr>
            <p:cNvPr id="73" name="object 73"/>
            <p:cNvSpPr/>
            <p:nvPr/>
          </p:nvSpPr>
          <p:spPr>
            <a:xfrm>
              <a:off x="5714987" y="4169664"/>
              <a:ext cx="445134" cy="346075"/>
            </a:xfrm>
            <a:custGeom>
              <a:avLst/>
              <a:gdLst/>
              <a:ahLst/>
              <a:cxnLst/>
              <a:rect l="l" t="t" r="r" b="b"/>
              <a:pathLst>
                <a:path w="445135" h="346075">
                  <a:moveTo>
                    <a:pt x="216408" y="217944"/>
                  </a:moveTo>
                  <a:lnTo>
                    <a:pt x="214680" y="188810"/>
                  </a:lnTo>
                  <a:lnTo>
                    <a:pt x="209359" y="163080"/>
                  </a:lnTo>
                  <a:lnTo>
                    <a:pt x="200342" y="140792"/>
                  </a:lnTo>
                  <a:lnTo>
                    <a:pt x="189534" y="124980"/>
                  </a:lnTo>
                  <a:lnTo>
                    <a:pt x="187452" y="121932"/>
                  </a:lnTo>
                  <a:lnTo>
                    <a:pt x="175260" y="111086"/>
                  </a:lnTo>
                  <a:lnTo>
                    <a:pt x="175260" y="217944"/>
                  </a:lnTo>
                  <a:lnTo>
                    <a:pt x="174117" y="239369"/>
                  </a:lnTo>
                  <a:lnTo>
                    <a:pt x="156972" y="286524"/>
                  </a:lnTo>
                  <a:lnTo>
                    <a:pt x="123329" y="307949"/>
                  </a:lnTo>
                  <a:lnTo>
                    <a:pt x="108204" y="309384"/>
                  </a:lnTo>
                  <a:lnTo>
                    <a:pt x="93306" y="307949"/>
                  </a:lnTo>
                  <a:lnTo>
                    <a:pt x="59436" y="286524"/>
                  </a:lnTo>
                  <a:lnTo>
                    <a:pt x="43586" y="239369"/>
                  </a:lnTo>
                  <a:lnTo>
                    <a:pt x="42672" y="217944"/>
                  </a:lnTo>
                  <a:lnTo>
                    <a:pt x="43586" y="195630"/>
                  </a:lnTo>
                  <a:lnTo>
                    <a:pt x="59436" y="147840"/>
                  </a:lnTo>
                  <a:lnTo>
                    <a:pt x="93306" y="126403"/>
                  </a:lnTo>
                  <a:lnTo>
                    <a:pt x="108204" y="124980"/>
                  </a:lnTo>
                  <a:lnTo>
                    <a:pt x="123329" y="126403"/>
                  </a:lnTo>
                  <a:lnTo>
                    <a:pt x="156972" y="147840"/>
                  </a:lnTo>
                  <a:lnTo>
                    <a:pt x="174117" y="195630"/>
                  </a:lnTo>
                  <a:lnTo>
                    <a:pt x="175260" y="217944"/>
                  </a:lnTo>
                  <a:lnTo>
                    <a:pt x="175260" y="111086"/>
                  </a:lnTo>
                  <a:lnTo>
                    <a:pt x="171437" y="107683"/>
                  </a:lnTo>
                  <a:lnTo>
                    <a:pt x="152971" y="97167"/>
                  </a:lnTo>
                  <a:lnTo>
                    <a:pt x="131953" y="90639"/>
                  </a:lnTo>
                  <a:lnTo>
                    <a:pt x="108204" y="88404"/>
                  </a:lnTo>
                  <a:lnTo>
                    <a:pt x="85344" y="90665"/>
                  </a:lnTo>
                  <a:lnTo>
                    <a:pt x="46482" y="108331"/>
                  </a:lnTo>
                  <a:lnTo>
                    <a:pt x="17360" y="141427"/>
                  </a:lnTo>
                  <a:lnTo>
                    <a:pt x="1993" y="188798"/>
                  </a:lnTo>
                  <a:lnTo>
                    <a:pt x="0" y="217944"/>
                  </a:lnTo>
                  <a:lnTo>
                    <a:pt x="1739" y="245325"/>
                  </a:lnTo>
                  <a:lnTo>
                    <a:pt x="16078" y="292087"/>
                  </a:lnTo>
                  <a:lnTo>
                    <a:pt x="44983" y="326021"/>
                  </a:lnTo>
                  <a:lnTo>
                    <a:pt x="84467" y="343687"/>
                  </a:lnTo>
                  <a:lnTo>
                    <a:pt x="108204" y="345960"/>
                  </a:lnTo>
                  <a:lnTo>
                    <a:pt x="131953" y="343712"/>
                  </a:lnTo>
                  <a:lnTo>
                    <a:pt x="171437" y="326669"/>
                  </a:lnTo>
                  <a:lnTo>
                    <a:pt x="200342" y="293585"/>
                  </a:lnTo>
                  <a:lnTo>
                    <a:pt x="214680" y="246202"/>
                  </a:lnTo>
                  <a:lnTo>
                    <a:pt x="216408" y="217944"/>
                  </a:lnTo>
                  <a:close/>
                </a:path>
                <a:path w="445135" h="346075">
                  <a:moveTo>
                    <a:pt x="445008" y="0"/>
                  </a:moveTo>
                  <a:lnTo>
                    <a:pt x="405384" y="0"/>
                  </a:lnTo>
                  <a:lnTo>
                    <a:pt x="405384" y="105156"/>
                  </a:lnTo>
                  <a:lnTo>
                    <a:pt x="405384" y="140208"/>
                  </a:lnTo>
                  <a:lnTo>
                    <a:pt x="405384" y="278892"/>
                  </a:lnTo>
                  <a:lnTo>
                    <a:pt x="397624" y="285203"/>
                  </a:lnTo>
                  <a:lnTo>
                    <a:pt x="357568" y="304228"/>
                  </a:lnTo>
                  <a:lnTo>
                    <a:pt x="341376" y="306324"/>
                  </a:lnTo>
                  <a:lnTo>
                    <a:pt x="327406" y="304901"/>
                  </a:lnTo>
                  <a:lnTo>
                    <a:pt x="291185" y="270878"/>
                  </a:lnTo>
                  <a:lnTo>
                    <a:pt x="283464" y="217932"/>
                  </a:lnTo>
                  <a:lnTo>
                    <a:pt x="284607" y="197358"/>
                  </a:lnTo>
                  <a:lnTo>
                    <a:pt x="301752" y="149352"/>
                  </a:lnTo>
                  <a:lnTo>
                    <a:pt x="336905" y="127927"/>
                  </a:lnTo>
                  <a:lnTo>
                    <a:pt x="352044" y="126492"/>
                  </a:lnTo>
                  <a:lnTo>
                    <a:pt x="358673" y="126758"/>
                  </a:lnTo>
                  <a:lnTo>
                    <a:pt x="397675" y="136194"/>
                  </a:lnTo>
                  <a:lnTo>
                    <a:pt x="405384" y="140208"/>
                  </a:lnTo>
                  <a:lnTo>
                    <a:pt x="405384" y="105156"/>
                  </a:lnTo>
                  <a:lnTo>
                    <a:pt x="369290" y="90970"/>
                  </a:lnTo>
                  <a:lnTo>
                    <a:pt x="344424" y="88392"/>
                  </a:lnTo>
                  <a:lnTo>
                    <a:pt x="334162" y="88963"/>
                  </a:lnTo>
                  <a:lnTo>
                    <a:pt x="295948" y="102666"/>
                  </a:lnTo>
                  <a:lnTo>
                    <a:pt x="266230" y="132003"/>
                  </a:lnTo>
                  <a:lnTo>
                    <a:pt x="246824" y="175958"/>
                  </a:lnTo>
                  <a:lnTo>
                    <a:pt x="242316" y="219456"/>
                  </a:lnTo>
                  <a:lnTo>
                    <a:pt x="242633" y="234010"/>
                  </a:lnTo>
                  <a:lnTo>
                    <a:pt x="248412" y="272796"/>
                  </a:lnTo>
                  <a:lnTo>
                    <a:pt x="266700" y="312420"/>
                  </a:lnTo>
                  <a:lnTo>
                    <a:pt x="303949" y="340804"/>
                  </a:lnTo>
                  <a:lnTo>
                    <a:pt x="332232" y="345948"/>
                  </a:lnTo>
                  <a:lnTo>
                    <a:pt x="339852" y="345948"/>
                  </a:lnTo>
                  <a:lnTo>
                    <a:pt x="384048" y="330708"/>
                  </a:lnTo>
                  <a:lnTo>
                    <a:pt x="397764" y="318516"/>
                  </a:lnTo>
                  <a:lnTo>
                    <a:pt x="405384" y="313944"/>
                  </a:lnTo>
                  <a:lnTo>
                    <a:pt x="405384" y="338328"/>
                  </a:lnTo>
                  <a:lnTo>
                    <a:pt x="445008" y="338328"/>
                  </a:lnTo>
                  <a:lnTo>
                    <a:pt x="445008" y="313944"/>
                  </a:lnTo>
                  <a:lnTo>
                    <a:pt x="445008" y="306324"/>
                  </a:lnTo>
                  <a:lnTo>
                    <a:pt x="445008" y="126492"/>
                  </a:lnTo>
                  <a:lnTo>
                    <a:pt x="445008" y="105156"/>
                  </a:lnTo>
                  <a:lnTo>
                    <a:pt x="445008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74" name="object 74"/>
          <p:cNvGrpSpPr/>
          <p:nvPr/>
        </p:nvGrpSpPr>
        <p:grpSpPr>
          <a:xfrm>
            <a:off x="6217920" y="4140707"/>
            <a:ext cx="2174875" cy="411480"/>
            <a:chOff x="6217920" y="4140707"/>
            <a:chExt cx="2174875" cy="411480"/>
          </a:xfrm>
        </p:grpSpPr>
        <p:pic>
          <p:nvPicPr>
            <p:cNvPr id="75" name="object 75"/>
            <p:cNvPicPr/>
            <p:nvPr/>
          </p:nvPicPr>
          <p:blipFill>
            <a:blip r:embed="rId14" cstate="print"/>
            <a:stretch>
              <a:fillRect/>
            </a:stretch>
          </p:blipFill>
          <p:spPr>
            <a:xfrm>
              <a:off x="6217920" y="4265675"/>
              <a:ext cx="190500" cy="249936"/>
            </a:xfrm>
            <a:prstGeom prst="rect">
              <a:avLst/>
            </a:prstGeom>
          </p:spPr>
        </p:pic>
        <p:sp>
          <p:nvSpPr>
            <p:cNvPr id="76" name="object 76"/>
            <p:cNvSpPr/>
            <p:nvPr/>
          </p:nvSpPr>
          <p:spPr>
            <a:xfrm>
              <a:off x="6452603" y="4140707"/>
              <a:ext cx="1940560" cy="411480"/>
            </a:xfrm>
            <a:custGeom>
              <a:avLst/>
              <a:gdLst/>
              <a:ahLst/>
              <a:cxnLst/>
              <a:rect l="l" t="t" r="r" b="b"/>
              <a:pathLst>
                <a:path w="1940559" h="411479">
                  <a:moveTo>
                    <a:pt x="176784" y="297192"/>
                  </a:moveTo>
                  <a:lnTo>
                    <a:pt x="163068" y="254520"/>
                  </a:lnTo>
                  <a:lnTo>
                    <a:pt x="121920" y="233184"/>
                  </a:lnTo>
                  <a:lnTo>
                    <a:pt x="114300" y="230136"/>
                  </a:lnTo>
                  <a:lnTo>
                    <a:pt x="105156" y="228612"/>
                  </a:lnTo>
                  <a:lnTo>
                    <a:pt x="99060" y="227088"/>
                  </a:lnTo>
                  <a:lnTo>
                    <a:pt x="83820" y="224040"/>
                  </a:lnTo>
                  <a:lnTo>
                    <a:pt x="51816" y="210324"/>
                  </a:lnTo>
                  <a:lnTo>
                    <a:pt x="45720" y="205752"/>
                  </a:lnTo>
                  <a:lnTo>
                    <a:pt x="42672" y="198132"/>
                  </a:lnTo>
                  <a:lnTo>
                    <a:pt x="42672" y="187464"/>
                  </a:lnTo>
                  <a:lnTo>
                    <a:pt x="72961" y="156032"/>
                  </a:lnTo>
                  <a:lnTo>
                    <a:pt x="91440" y="153936"/>
                  </a:lnTo>
                  <a:lnTo>
                    <a:pt x="100825" y="154241"/>
                  </a:lnTo>
                  <a:lnTo>
                    <a:pt x="139306" y="164617"/>
                  </a:lnTo>
                  <a:lnTo>
                    <a:pt x="164592" y="179844"/>
                  </a:lnTo>
                  <a:lnTo>
                    <a:pt x="167640" y="179844"/>
                  </a:lnTo>
                  <a:lnTo>
                    <a:pt x="167640" y="137172"/>
                  </a:lnTo>
                  <a:lnTo>
                    <a:pt x="160235" y="132880"/>
                  </a:lnTo>
                  <a:lnTo>
                    <a:pt x="122301" y="121450"/>
                  </a:lnTo>
                  <a:lnTo>
                    <a:pt x="91440" y="118884"/>
                  </a:lnTo>
                  <a:lnTo>
                    <a:pt x="72631" y="120281"/>
                  </a:lnTo>
                  <a:lnTo>
                    <a:pt x="25908" y="140220"/>
                  </a:lnTo>
                  <a:lnTo>
                    <a:pt x="2984" y="177507"/>
                  </a:lnTo>
                  <a:lnTo>
                    <a:pt x="1524" y="193560"/>
                  </a:lnTo>
                  <a:lnTo>
                    <a:pt x="2362" y="204673"/>
                  </a:lnTo>
                  <a:lnTo>
                    <a:pt x="21437" y="241515"/>
                  </a:lnTo>
                  <a:lnTo>
                    <a:pt x="77724" y="263664"/>
                  </a:lnTo>
                  <a:lnTo>
                    <a:pt x="86868" y="266712"/>
                  </a:lnTo>
                  <a:lnTo>
                    <a:pt x="92964" y="268236"/>
                  </a:lnTo>
                  <a:lnTo>
                    <a:pt x="97536" y="268236"/>
                  </a:lnTo>
                  <a:lnTo>
                    <a:pt x="115443" y="274332"/>
                  </a:lnTo>
                  <a:lnTo>
                    <a:pt x="121970" y="277228"/>
                  </a:lnTo>
                  <a:lnTo>
                    <a:pt x="126492" y="280428"/>
                  </a:lnTo>
                  <a:lnTo>
                    <a:pt x="131064" y="286524"/>
                  </a:lnTo>
                  <a:lnTo>
                    <a:pt x="134112" y="294144"/>
                  </a:lnTo>
                  <a:lnTo>
                    <a:pt x="134112" y="310908"/>
                  </a:lnTo>
                  <a:lnTo>
                    <a:pt x="96012" y="338340"/>
                  </a:lnTo>
                  <a:lnTo>
                    <a:pt x="82296" y="338340"/>
                  </a:lnTo>
                  <a:lnTo>
                    <a:pt x="25908" y="323100"/>
                  </a:lnTo>
                  <a:lnTo>
                    <a:pt x="15240" y="315480"/>
                  </a:lnTo>
                  <a:lnTo>
                    <a:pt x="6096" y="309384"/>
                  </a:lnTo>
                  <a:lnTo>
                    <a:pt x="3048" y="306336"/>
                  </a:lnTo>
                  <a:lnTo>
                    <a:pt x="0" y="306336"/>
                  </a:lnTo>
                  <a:lnTo>
                    <a:pt x="0" y="353580"/>
                  </a:lnTo>
                  <a:lnTo>
                    <a:pt x="46482" y="370166"/>
                  </a:lnTo>
                  <a:lnTo>
                    <a:pt x="80772" y="373392"/>
                  </a:lnTo>
                  <a:lnTo>
                    <a:pt x="92773" y="373075"/>
                  </a:lnTo>
                  <a:lnTo>
                    <a:pt x="129908" y="364451"/>
                  </a:lnTo>
                  <a:lnTo>
                    <a:pt x="162496" y="340245"/>
                  </a:lnTo>
                  <a:lnTo>
                    <a:pt x="176237" y="305168"/>
                  </a:lnTo>
                  <a:lnTo>
                    <a:pt x="176784" y="297192"/>
                  </a:lnTo>
                  <a:close/>
                </a:path>
                <a:path w="1940559" h="411479">
                  <a:moveTo>
                    <a:pt x="603516" y="362712"/>
                  </a:moveTo>
                  <a:lnTo>
                    <a:pt x="580415" y="331114"/>
                  </a:lnTo>
                  <a:lnTo>
                    <a:pt x="579132" y="274320"/>
                  </a:lnTo>
                  <a:lnTo>
                    <a:pt x="569988" y="274320"/>
                  </a:lnTo>
                  <a:lnTo>
                    <a:pt x="565226" y="326517"/>
                  </a:lnTo>
                  <a:lnTo>
                    <a:pt x="548652" y="367284"/>
                  </a:lnTo>
                  <a:lnTo>
                    <a:pt x="336816" y="367284"/>
                  </a:lnTo>
                  <a:lnTo>
                    <a:pt x="323075" y="366433"/>
                  </a:lnTo>
                  <a:lnTo>
                    <a:pt x="313766" y="361569"/>
                  </a:lnTo>
                  <a:lnTo>
                    <a:pt x="308737" y="352717"/>
                  </a:lnTo>
                  <a:lnTo>
                    <a:pt x="307860" y="339852"/>
                  </a:lnTo>
                  <a:lnTo>
                    <a:pt x="307860" y="181356"/>
                  </a:lnTo>
                  <a:lnTo>
                    <a:pt x="394728" y="152400"/>
                  </a:lnTo>
                  <a:lnTo>
                    <a:pt x="394728" y="268224"/>
                  </a:lnTo>
                  <a:lnTo>
                    <a:pt x="394487" y="280212"/>
                  </a:lnTo>
                  <a:lnTo>
                    <a:pt x="393433" y="307022"/>
                  </a:lnTo>
                  <a:lnTo>
                    <a:pt x="393204" y="321564"/>
                  </a:lnTo>
                  <a:lnTo>
                    <a:pt x="420636" y="307848"/>
                  </a:lnTo>
                  <a:lnTo>
                    <a:pt x="419747" y="296443"/>
                  </a:lnTo>
                  <a:lnTo>
                    <a:pt x="419303" y="285178"/>
                  </a:lnTo>
                  <a:lnTo>
                    <a:pt x="419125" y="274205"/>
                  </a:lnTo>
                  <a:lnTo>
                    <a:pt x="419112" y="144780"/>
                  </a:lnTo>
                  <a:lnTo>
                    <a:pt x="524268" y="106680"/>
                  </a:lnTo>
                  <a:lnTo>
                    <a:pt x="521716" y="159283"/>
                  </a:lnTo>
                  <a:lnTo>
                    <a:pt x="518744" y="198310"/>
                  </a:lnTo>
                  <a:lnTo>
                    <a:pt x="512076" y="236220"/>
                  </a:lnTo>
                  <a:lnTo>
                    <a:pt x="468452" y="246507"/>
                  </a:lnTo>
                  <a:lnTo>
                    <a:pt x="438924" y="243840"/>
                  </a:lnTo>
                  <a:lnTo>
                    <a:pt x="438924" y="251460"/>
                  </a:lnTo>
                  <a:lnTo>
                    <a:pt x="460654" y="258635"/>
                  </a:lnTo>
                  <a:lnTo>
                    <a:pt x="475691" y="266509"/>
                  </a:lnTo>
                  <a:lnTo>
                    <a:pt x="484136" y="275259"/>
                  </a:lnTo>
                  <a:lnTo>
                    <a:pt x="486168" y="284988"/>
                  </a:lnTo>
                  <a:lnTo>
                    <a:pt x="505612" y="279323"/>
                  </a:lnTo>
                  <a:lnTo>
                    <a:pt x="537984" y="237744"/>
                  </a:lnTo>
                  <a:lnTo>
                    <a:pt x="544461" y="185166"/>
                  </a:lnTo>
                  <a:lnTo>
                    <a:pt x="548652" y="105156"/>
                  </a:lnTo>
                  <a:lnTo>
                    <a:pt x="562368" y="91440"/>
                  </a:lnTo>
                  <a:lnTo>
                    <a:pt x="531888" y="71628"/>
                  </a:lnTo>
                  <a:lnTo>
                    <a:pt x="521220" y="94488"/>
                  </a:lnTo>
                  <a:lnTo>
                    <a:pt x="419112" y="132588"/>
                  </a:lnTo>
                  <a:lnTo>
                    <a:pt x="419112" y="35052"/>
                  </a:lnTo>
                  <a:lnTo>
                    <a:pt x="432828" y="22860"/>
                  </a:lnTo>
                  <a:lnTo>
                    <a:pt x="393204" y="6096"/>
                  </a:lnTo>
                  <a:lnTo>
                    <a:pt x="394487" y="93967"/>
                  </a:lnTo>
                  <a:lnTo>
                    <a:pt x="394728" y="140208"/>
                  </a:lnTo>
                  <a:lnTo>
                    <a:pt x="307860" y="169164"/>
                  </a:lnTo>
                  <a:lnTo>
                    <a:pt x="307860" y="86868"/>
                  </a:lnTo>
                  <a:lnTo>
                    <a:pt x="321576" y="77724"/>
                  </a:lnTo>
                  <a:lnTo>
                    <a:pt x="281952" y="57912"/>
                  </a:lnTo>
                  <a:lnTo>
                    <a:pt x="282181" y="81635"/>
                  </a:lnTo>
                  <a:lnTo>
                    <a:pt x="283235" y="141071"/>
                  </a:lnTo>
                  <a:lnTo>
                    <a:pt x="283476" y="176784"/>
                  </a:lnTo>
                  <a:lnTo>
                    <a:pt x="210324" y="201168"/>
                  </a:lnTo>
                  <a:lnTo>
                    <a:pt x="228612" y="210312"/>
                  </a:lnTo>
                  <a:lnTo>
                    <a:pt x="240804" y="202692"/>
                  </a:lnTo>
                  <a:lnTo>
                    <a:pt x="283476" y="188976"/>
                  </a:lnTo>
                  <a:lnTo>
                    <a:pt x="283476" y="353568"/>
                  </a:lnTo>
                  <a:lnTo>
                    <a:pt x="285775" y="368693"/>
                  </a:lnTo>
                  <a:lnTo>
                    <a:pt x="292811" y="379666"/>
                  </a:lnTo>
                  <a:lnTo>
                    <a:pt x="304685" y="386359"/>
                  </a:lnTo>
                  <a:lnTo>
                    <a:pt x="321576" y="388620"/>
                  </a:lnTo>
                  <a:lnTo>
                    <a:pt x="560844" y="388620"/>
                  </a:lnTo>
                  <a:lnTo>
                    <a:pt x="573938" y="386930"/>
                  </a:lnTo>
                  <a:lnTo>
                    <a:pt x="585609" y="381952"/>
                  </a:lnTo>
                  <a:lnTo>
                    <a:pt x="595553" y="373837"/>
                  </a:lnTo>
                  <a:lnTo>
                    <a:pt x="603516" y="362712"/>
                  </a:lnTo>
                  <a:close/>
                </a:path>
                <a:path w="1940559" h="411479">
                  <a:moveTo>
                    <a:pt x="806196" y="330708"/>
                  </a:moveTo>
                  <a:lnTo>
                    <a:pt x="804672" y="321564"/>
                  </a:lnTo>
                  <a:lnTo>
                    <a:pt x="748360" y="336448"/>
                  </a:lnTo>
                  <a:lnTo>
                    <a:pt x="705040" y="346900"/>
                  </a:lnTo>
                  <a:lnTo>
                    <a:pt x="674585" y="353072"/>
                  </a:lnTo>
                  <a:lnTo>
                    <a:pt x="656844" y="355092"/>
                  </a:lnTo>
                  <a:lnTo>
                    <a:pt x="673608" y="390144"/>
                  </a:lnTo>
                  <a:lnTo>
                    <a:pt x="687044" y="380428"/>
                  </a:lnTo>
                  <a:lnTo>
                    <a:pt x="713613" y="367284"/>
                  </a:lnTo>
                  <a:lnTo>
                    <a:pt x="753338" y="350710"/>
                  </a:lnTo>
                  <a:lnTo>
                    <a:pt x="806196" y="330708"/>
                  </a:lnTo>
                  <a:close/>
                </a:path>
                <a:path w="1940559" h="411479">
                  <a:moveTo>
                    <a:pt x="815340" y="115824"/>
                  </a:moveTo>
                  <a:lnTo>
                    <a:pt x="783336" y="92964"/>
                  </a:lnTo>
                  <a:lnTo>
                    <a:pt x="776198" y="110070"/>
                  </a:lnTo>
                  <a:lnTo>
                    <a:pt x="768477" y="126873"/>
                  </a:lnTo>
                  <a:lnTo>
                    <a:pt x="760196" y="143116"/>
                  </a:lnTo>
                  <a:lnTo>
                    <a:pt x="751332" y="158496"/>
                  </a:lnTo>
                  <a:lnTo>
                    <a:pt x="672084" y="163068"/>
                  </a:lnTo>
                  <a:lnTo>
                    <a:pt x="690118" y="136169"/>
                  </a:lnTo>
                  <a:lnTo>
                    <a:pt x="707707" y="107823"/>
                  </a:lnTo>
                  <a:lnTo>
                    <a:pt x="725030" y="77774"/>
                  </a:lnTo>
                  <a:lnTo>
                    <a:pt x="742188" y="45720"/>
                  </a:lnTo>
                  <a:lnTo>
                    <a:pt x="757428" y="35052"/>
                  </a:lnTo>
                  <a:lnTo>
                    <a:pt x="722376" y="12192"/>
                  </a:lnTo>
                  <a:lnTo>
                    <a:pt x="716711" y="37109"/>
                  </a:lnTo>
                  <a:lnTo>
                    <a:pt x="709041" y="61722"/>
                  </a:lnTo>
                  <a:lnTo>
                    <a:pt x="688848" y="111252"/>
                  </a:lnTo>
                  <a:lnTo>
                    <a:pt x="665988" y="148209"/>
                  </a:lnTo>
                  <a:lnTo>
                    <a:pt x="647700" y="160020"/>
                  </a:lnTo>
                  <a:lnTo>
                    <a:pt x="664464" y="192024"/>
                  </a:lnTo>
                  <a:lnTo>
                    <a:pt x="677062" y="185458"/>
                  </a:lnTo>
                  <a:lnTo>
                    <a:pt x="694372" y="179451"/>
                  </a:lnTo>
                  <a:lnTo>
                    <a:pt x="716546" y="174028"/>
                  </a:lnTo>
                  <a:lnTo>
                    <a:pt x="743712" y="169164"/>
                  </a:lnTo>
                  <a:lnTo>
                    <a:pt x="724623" y="196291"/>
                  </a:lnTo>
                  <a:lnTo>
                    <a:pt x="696137" y="234530"/>
                  </a:lnTo>
                  <a:lnTo>
                    <a:pt x="666546" y="263156"/>
                  </a:lnTo>
                  <a:lnTo>
                    <a:pt x="659892" y="265176"/>
                  </a:lnTo>
                  <a:lnTo>
                    <a:pt x="678180" y="300228"/>
                  </a:lnTo>
                  <a:lnTo>
                    <a:pt x="715048" y="281584"/>
                  </a:lnTo>
                  <a:lnTo>
                    <a:pt x="768286" y="266319"/>
                  </a:lnTo>
                  <a:lnTo>
                    <a:pt x="800100" y="259080"/>
                  </a:lnTo>
                  <a:lnTo>
                    <a:pt x="800100" y="252984"/>
                  </a:lnTo>
                  <a:lnTo>
                    <a:pt x="688848" y="265176"/>
                  </a:lnTo>
                  <a:lnTo>
                    <a:pt x="719734" y="229743"/>
                  </a:lnTo>
                  <a:lnTo>
                    <a:pt x="748474" y="194310"/>
                  </a:lnTo>
                  <a:lnTo>
                    <a:pt x="767461" y="169164"/>
                  </a:lnTo>
                  <a:lnTo>
                    <a:pt x="772058" y="163068"/>
                  </a:lnTo>
                  <a:lnTo>
                    <a:pt x="775220" y="158877"/>
                  </a:lnTo>
                  <a:lnTo>
                    <a:pt x="800100" y="123444"/>
                  </a:lnTo>
                  <a:lnTo>
                    <a:pt x="815340" y="115824"/>
                  </a:lnTo>
                  <a:close/>
                </a:path>
                <a:path w="1940559" h="411479">
                  <a:moveTo>
                    <a:pt x="982980" y="190500"/>
                  </a:moveTo>
                  <a:lnTo>
                    <a:pt x="955548" y="158496"/>
                  </a:lnTo>
                  <a:lnTo>
                    <a:pt x="938784" y="179832"/>
                  </a:lnTo>
                  <a:lnTo>
                    <a:pt x="830580" y="179832"/>
                  </a:lnTo>
                  <a:lnTo>
                    <a:pt x="845820" y="195072"/>
                  </a:lnTo>
                  <a:lnTo>
                    <a:pt x="855560" y="193078"/>
                  </a:lnTo>
                  <a:lnTo>
                    <a:pt x="864298" y="191643"/>
                  </a:lnTo>
                  <a:lnTo>
                    <a:pt x="872185" y="190792"/>
                  </a:lnTo>
                  <a:lnTo>
                    <a:pt x="879348" y="190500"/>
                  </a:lnTo>
                  <a:lnTo>
                    <a:pt x="982980" y="190500"/>
                  </a:lnTo>
                  <a:close/>
                </a:path>
                <a:path w="1940559" h="411479">
                  <a:moveTo>
                    <a:pt x="1002792" y="257556"/>
                  </a:moveTo>
                  <a:lnTo>
                    <a:pt x="996696" y="251460"/>
                  </a:lnTo>
                  <a:lnTo>
                    <a:pt x="978408" y="233172"/>
                  </a:lnTo>
                  <a:lnTo>
                    <a:pt x="964692" y="248145"/>
                  </a:lnTo>
                  <a:lnTo>
                    <a:pt x="964692" y="262128"/>
                  </a:lnTo>
                  <a:lnTo>
                    <a:pt x="964692" y="361188"/>
                  </a:lnTo>
                  <a:lnTo>
                    <a:pt x="844296" y="361188"/>
                  </a:lnTo>
                  <a:lnTo>
                    <a:pt x="844296" y="262128"/>
                  </a:lnTo>
                  <a:lnTo>
                    <a:pt x="964692" y="262128"/>
                  </a:lnTo>
                  <a:lnTo>
                    <a:pt x="964692" y="248145"/>
                  </a:lnTo>
                  <a:lnTo>
                    <a:pt x="961644" y="251460"/>
                  </a:lnTo>
                  <a:lnTo>
                    <a:pt x="844296" y="251460"/>
                  </a:lnTo>
                  <a:lnTo>
                    <a:pt x="819912" y="237744"/>
                  </a:lnTo>
                  <a:lnTo>
                    <a:pt x="820750" y="257556"/>
                  </a:lnTo>
                  <a:lnTo>
                    <a:pt x="820877" y="262128"/>
                  </a:lnTo>
                  <a:lnTo>
                    <a:pt x="821258" y="281584"/>
                  </a:lnTo>
                  <a:lnTo>
                    <a:pt x="821359" y="293636"/>
                  </a:lnTo>
                  <a:lnTo>
                    <a:pt x="821245" y="368046"/>
                  </a:lnTo>
                  <a:lnTo>
                    <a:pt x="820801" y="389763"/>
                  </a:lnTo>
                  <a:lnTo>
                    <a:pt x="819912" y="411480"/>
                  </a:lnTo>
                  <a:lnTo>
                    <a:pt x="844296" y="400812"/>
                  </a:lnTo>
                  <a:lnTo>
                    <a:pt x="844296" y="370332"/>
                  </a:lnTo>
                  <a:lnTo>
                    <a:pt x="964692" y="370332"/>
                  </a:lnTo>
                  <a:lnTo>
                    <a:pt x="964692" y="406908"/>
                  </a:lnTo>
                  <a:lnTo>
                    <a:pt x="989076" y="394716"/>
                  </a:lnTo>
                  <a:lnTo>
                    <a:pt x="988199" y="383603"/>
                  </a:lnTo>
                  <a:lnTo>
                    <a:pt x="987742" y="373189"/>
                  </a:lnTo>
                  <a:lnTo>
                    <a:pt x="987704" y="370332"/>
                  </a:lnTo>
                  <a:lnTo>
                    <a:pt x="987577" y="361188"/>
                  </a:lnTo>
                  <a:lnTo>
                    <a:pt x="987552" y="268224"/>
                  </a:lnTo>
                  <a:lnTo>
                    <a:pt x="996264" y="262128"/>
                  </a:lnTo>
                  <a:lnTo>
                    <a:pt x="1002792" y="257556"/>
                  </a:lnTo>
                  <a:close/>
                </a:path>
                <a:path w="1940559" h="411479">
                  <a:moveTo>
                    <a:pt x="1056132" y="166116"/>
                  </a:moveTo>
                  <a:lnTo>
                    <a:pt x="1008888" y="143827"/>
                  </a:lnTo>
                  <a:lnTo>
                    <a:pt x="970788" y="115824"/>
                  </a:lnTo>
                  <a:lnTo>
                    <a:pt x="938784" y="79438"/>
                  </a:lnTo>
                  <a:lnTo>
                    <a:pt x="913358" y="41148"/>
                  </a:lnTo>
                  <a:lnTo>
                    <a:pt x="906780" y="30480"/>
                  </a:lnTo>
                  <a:lnTo>
                    <a:pt x="922020" y="19812"/>
                  </a:lnTo>
                  <a:lnTo>
                    <a:pt x="883920" y="0"/>
                  </a:lnTo>
                  <a:lnTo>
                    <a:pt x="875715" y="33147"/>
                  </a:lnTo>
                  <a:lnTo>
                    <a:pt x="865060" y="64008"/>
                  </a:lnTo>
                  <a:lnTo>
                    <a:pt x="838200" y="118872"/>
                  </a:lnTo>
                  <a:lnTo>
                    <a:pt x="806386" y="165544"/>
                  </a:lnTo>
                  <a:lnTo>
                    <a:pt x="771144" y="204216"/>
                  </a:lnTo>
                  <a:lnTo>
                    <a:pt x="775716" y="208788"/>
                  </a:lnTo>
                  <a:lnTo>
                    <a:pt x="814387" y="176022"/>
                  </a:lnTo>
                  <a:lnTo>
                    <a:pt x="847344" y="138684"/>
                  </a:lnTo>
                  <a:lnTo>
                    <a:pt x="875919" y="93916"/>
                  </a:lnTo>
                  <a:lnTo>
                    <a:pt x="902208" y="41148"/>
                  </a:lnTo>
                  <a:lnTo>
                    <a:pt x="912164" y="63207"/>
                  </a:lnTo>
                  <a:lnTo>
                    <a:pt x="936078" y="103301"/>
                  </a:lnTo>
                  <a:lnTo>
                    <a:pt x="965149" y="139903"/>
                  </a:lnTo>
                  <a:lnTo>
                    <a:pt x="1001102" y="173570"/>
                  </a:lnTo>
                  <a:lnTo>
                    <a:pt x="1021080" y="188976"/>
                  </a:lnTo>
                  <a:lnTo>
                    <a:pt x="1027633" y="180975"/>
                  </a:lnTo>
                  <a:lnTo>
                    <a:pt x="1035748" y="175260"/>
                  </a:lnTo>
                  <a:lnTo>
                    <a:pt x="1045298" y="171831"/>
                  </a:lnTo>
                  <a:lnTo>
                    <a:pt x="1056132" y="170688"/>
                  </a:lnTo>
                  <a:lnTo>
                    <a:pt x="1056132" y="166116"/>
                  </a:lnTo>
                  <a:close/>
                </a:path>
                <a:path w="1940559" h="411479">
                  <a:moveTo>
                    <a:pt x="1231392" y="21336"/>
                  </a:moveTo>
                  <a:lnTo>
                    <a:pt x="1191768" y="0"/>
                  </a:lnTo>
                  <a:lnTo>
                    <a:pt x="1186294" y="23152"/>
                  </a:lnTo>
                  <a:lnTo>
                    <a:pt x="1178814" y="49149"/>
                  </a:lnTo>
                  <a:lnTo>
                    <a:pt x="1156716" y="109728"/>
                  </a:lnTo>
                  <a:lnTo>
                    <a:pt x="1127950" y="177355"/>
                  </a:lnTo>
                  <a:lnTo>
                    <a:pt x="1091184" y="243840"/>
                  </a:lnTo>
                  <a:lnTo>
                    <a:pt x="1097280" y="246888"/>
                  </a:lnTo>
                  <a:lnTo>
                    <a:pt x="1111859" y="229438"/>
                  </a:lnTo>
                  <a:lnTo>
                    <a:pt x="1128141" y="206692"/>
                  </a:lnTo>
                  <a:lnTo>
                    <a:pt x="1146149" y="178523"/>
                  </a:lnTo>
                  <a:lnTo>
                    <a:pt x="1165860" y="144780"/>
                  </a:lnTo>
                  <a:lnTo>
                    <a:pt x="1165758" y="355092"/>
                  </a:lnTo>
                  <a:lnTo>
                    <a:pt x="1165644" y="366522"/>
                  </a:lnTo>
                  <a:lnTo>
                    <a:pt x="1165225" y="386651"/>
                  </a:lnTo>
                  <a:lnTo>
                    <a:pt x="1164336" y="411480"/>
                  </a:lnTo>
                  <a:lnTo>
                    <a:pt x="1190244" y="399288"/>
                  </a:lnTo>
                  <a:lnTo>
                    <a:pt x="1190244" y="152400"/>
                  </a:lnTo>
                  <a:lnTo>
                    <a:pt x="1200048" y="144780"/>
                  </a:lnTo>
                  <a:lnTo>
                    <a:pt x="1203960" y="141732"/>
                  </a:lnTo>
                  <a:lnTo>
                    <a:pt x="1175004" y="126492"/>
                  </a:lnTo>
                  <a:lnTo>
                    <a:pt x="1182751" y="108521"/>
                  </a:lnTo>
                  <a:lnTo>
                    <a:pt x="1190053" y="91249"/>
                  </a:lnTo>
                  <a:lnTo>
                    <a:pt x="1210818" y="45135"/>
                  </a:lnTo>
                  <a:lnTo>
                    <a:pt x="1224534" y="26225"/>
                  </a:lnTo>
                  <a:lnTo>
                    <a:pt x="1231392" y="21336"/>
                  </a:lnTo>
                  <a:close/>
                </a:path>
                <a:path w="1940559" h="411479">
                  <a:moveTo>
                    <a:pt x="1501140" y="368808"/>
                  </a:moveTo>
                  <a:lnTo>
                    <a:pt x="1477810" y="335089"/>
                  </a:lnTo>
                  <a:lnTo>
                    <a:pt x="1475232" y="295656"/>
                  </a:lnTo>
                  <a:lnTo>
                    <a:pt x="1466088" y="295656"/>
                  </a:lnTo>
                  <a:lnTo>
                    <a:pt x="1465453" y="335737"/>
                  </a:lnTo>
                  <a:lnTo>
                    <a:pt x="1449324" y="376428"/>
                  </a:lnTo>
                  <a:lnTo>
                    <a:pt x="1296924" y="376428"/>
                  </a:lnTo>
                  <a:lnTo>
                    <a:pt x="1288046" y="375031"/>
                  </a:lnTo>
                  <a:lnTo>
                    <a:pt x="1281874" y="370903"/>
                  </a:lnTo>
                  <a:lnTo>
                    <a:pt x="1278280" y="364223"/>
                  </a:lnTo>
                  <a:lnTo>
                    <a:pt x="1277112" y="355092"/>
                  </a:lnTo>
                  <a:lnTo>
                    <a:pt x="1277112" y="172212"/>
                  </a:lnTo>
                  <a:lnTo>
                    <a:pt x="1277112" y="167640"/>
                  </a:lnTo>
                  <a:lnTo>
                    <a:pt x="1318717" y="156972"/>
                  </a:lnTo>
                  <a:lnTo>
                    <a:pt x="1336548" y="152400"/>
                  </a:lnTo>
                  <a:lnTo>
                    <a:pt x="1336548" y="330708"/>
                  </a:lnTo>
                  <a:lnTo>
                    <a:pt x="1359408" y="316992"/>
                  </a:lnTo>
                  <a:lnTo>
                    <a:pt x="1359408" y="152400"/>
                  </a:lnTo>
                  <a:lnTo>
                    <a:pt x="1359408" y="144780"/>
                  </a:lnTo>
                  <a:lnTo>
                    <a:pt x="1404023" y="134112"/>
                  </a:lnTo>
                  <a:lnTo>
                    <a:pt x="1429512" y="128016"/>
                  </a:lnTo>
                  <a:lnTo>
                    <a:pt x="1429283" y="163068"/>
                  </a:lnTo>
                  <a:lnTo>
                    <a:pt x="1427594" y="218249"/>
                  </a:lnTo>
                  <a:lnTo>
                    <a:pt x="1414297" y="254508"/>
                  </a:lnTo>
                  <a:lnTo>
                    <a:pt x="1397609" y="254495"/>
                  </a:lnTo>
                  <a:lnTo>
                    <a:pt x="1391031" y="254317"/>
                  </a:lnTo>
                  <a:lnTo>
                    <a:pt x="1383893" y="253873"/>
                  </a:lnTo>
                  <a:lnTo>
                    <a:pt x="1376172" y="252984"/>
                  </a:lnTo>
                  <a:lnTo>
                    <a:pt x="1376172" y="259080"/>
                  </a:lnTo>
                  <a:lnTo>
                    <a:pt x="1394129" y="265137"/>
                  </a:lnTo>
                  <a:lnTo>
                    <a:pt x="1406652" y="272034"/>
                  </a:lnTo>
                  <a:lnTo>
                    <a:pt x="1413471" y="280085"/>
                  </a:lnTo>
                  <a:lnTo>
                    <a:pt x="1414272" y="289560"/>
                  </a:lnTo>
                  <a:lnTo>
                    <a:pt x="1424851" y="285546"/>
                  </a:lnTo>
                  <a:lnTo>
                    <a:pt x="1433703" y="280225"/>
                  </a:lnTo>
                  <a:lnTo>
                    <a:pt x="1440853" y="273494"/>
                  </a:lnTo>
                  <a:lnTo>
                    <a:pt x="1446276" y="265176"/>
                  </a:lnTo>
                  <a:lnTo>
                    <a:pt x="1449019" y="254508"/>
                  </a:lnTo>
                  <a:lnTo>
                    <a:pt x="1450022" y="250634"/>
                  </a:lnTo>
                  <a:lnTo>
                    <a:pt x="1452181" y="223075"/>
                  </a:lnTo>
                  <a:lnTo>
                    <a:pt x="1452867" y="185928"/>
                  </a:lnTo>
                  <a:lnTo>
                    <a:pt x="1452854" y="175260"/>
                  </a:lnTo>
                  <a:lnTo>
                    <a:pt x="1452372" y="129540"/>
                  </a:lnTo>
                  <a:lnTo>
                    <a:pt x="1453896" y="128016"/>
                  </a:lnTo>
                  <a:lnTo>
                    <a:pt x="1464564" y="117348"/>
                  </a:lnTo>
                  <a:lnTo>
                    <a:pt x="1435608" y="97536"/>
                  </a:lnTo>
                  <a:lnTo>
                    <a:pt x="1424940" y="117348"/>
                  </a:lnTo>
                  <a:lnTo>
                    <a:pt x="1359408" y="134112"/>
                  </a:lnTo>
                  <a:lnTo>
                    <a:pt x="1359408" y="33528"/>
                  </a:lnTo>
                  <a:lnTo>
                    <a:pt x="1374648" y="21336"/>
                  </a:lnTo>
                  <a:lnTo>
                    <a:pt x="1335024" y="4572"/>
                  </a:lnTo>
                  <a:lnTo>
                    <a:pt x="1335913" y="35433"/>
                  </a:lnTo>
                  <a:lnTo>
                    <a:pt x="1336357" y="68580"/>
                  </a:lnTo>
                  <a:lnTo>
                    <a:pt x="1336471" y="91249"/>
                  </a:lnTo>
                  <a:lnTo>
                    <a:pt x="1336548" y="141732"/>
                  </a:lnTo>
                  <a:lnTo>
                    <a:pt x="1277112" y="156972"/>
                  </a:lnTo>
                  <a:lnTo>
                    <a:pt x="1277112" y="115824"/>
                  </a:lnTo>
                  <a:lnTo>
                    <a:pt x="1295400" y="103632"/>
                  </a:lnTo>
                  <a:lnTo>
                    <a:pt x="1252728" y="85344"/>
                  </a:lnTo>
                  <a:lnTo>
                    <a:pt x="1253617" y="104775"/>
                  </a:lnTo>
                  <a:lnTo>
                    <a:pt x="1254061" y="124206"/>
                  </a:lnTo>
                  <a:lnTo>
                    <a:pt x="1254150" y="134112"/>
                  </a:lnTo>
                  <a:lnTo>
                    <a:pt x="1254252" y="163068"/>
                  </a:lnTo>
                  <a:lnTo>
                    <a:pt x="1202436" y="175260"/>
                  </a:lnTo>
                  <a:lnTo>
                    <a:pt x="1219200" y="185928"/>
                  </a:lnTo>
                  <a:lnTo>
                    <a:pt x="1229868" y="179832"/>
                  </a:lnTo>
                  <a:lnTo>
                    <a:pt x="1254252" y="172212"/>
                  </a:lnTo>
                  <a:lnTo>
                    <a:pt x="1254252" y="362712"/>
                  </a:lnTo>
                  <a:lnTo>
                    <a:pt x="1256855" y="377571"/>
                  </a:lnTo>
                  <a:lnTo>
                    <a:pt x="1264729" y="387858"/>
                  </a:lnTo>
                  <a:lnTo>
                    <a:pt x="1278051" y="393573"/>
                  </a:lnTo>
                  <a:lnTo>
                    <a:pt x="1296924" y="394716"/>
                  </a:lnTo>
                  <a:lnTo>
                    <a:pt x="1444752" y="394716"/>
                  </a:lnTo>
                  <a:lnTo>
                    <a:pt x="1464716" y="393242"/>
                  </a:lnTo>
                  <a:lnTo>
                    <a:pt x="1480947" y="388620"/>
                  </a:lnTo>
                  <a:lnTo>
                    <a:pt x="1493189" y="380580"/>
                  </a:lnTo>
                  <a:lnTo>
                    <a:pt x="1495996" y="376428"/>
                  </a:lnTo>
                  <a:lnTo>
                    <a:pt x="1501140" y="368808"/>
                  </a:lnTo>
                  <a:close/>
                </a:path>
                <a:path w="1940559" h="411479">
                  <a:moveTo>
                    <a:pt x="1940064" y="193560"/>
                  </a:moveTo>
                  <a:lnTo>
                    <a:pt x="1901964" y="155460"/>
                  </a:lnTo>
                  <a:lnTo>
                    <a:pt x="1866912" y="182892"/>
                  </a:lnTo>
                  <a:lnTo>
                    <a:pt x="1543824" y="182892"/>
                  </a:lnTo>
                  <a:lnTo>
                    <a:pt x="1559064" y="198132"/>
                  </a:lnTo>
                  <a:lnTo>
                    <a:pt x="1569008" y="196126"/>
                  </a:lnTo>
                  <a:lnTo>
                    <a:pt x="1580400" y="194703"/>
                  </a:lnTo>
                  <a:lnTo>
                    <a:pt x="1592922" y="193840"/>
                  </a:lnTo>
                  <a:lnTo>
                    <a:pt x="1606308" y="193560"/>
                  </a:lnTo>
                  <a:lnTo>
                    <a:pt x="1940064" y="19356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77" name="object 77"/>
          <p:cNvGrpSpPr/>
          <p:nvPr/>
        </p:nvGrpSpPr>
        <p:grpSpPr>
          <a:xfrm>
            <a:off x="8438388" y="4140707"/>
            <a:ext cx="1536700" cy="448309"/>
            <a:chOff x="8438388" y="4140707"/>
            <a:chExt cx="1536700" cy="448309"/>
          </a:xfrm>
        </p:grpSpPr>
        <p:sp>
          <p:nvSpPr>
            <p:cNvPr id="78" name="object 78"/>
            <p:cNvSpPr/>
            <p:nvPr/>
          </p:nvSpPr>
          <p:spPr>
            <a:xfrm>
              <a:off x="8438388" y="4140707"/>
              <a:ext cx="1240790" cy="413384"/>
            </a:xfrm>
            <a:custGeom>
              <a:avLst/>
              <a:gdLst/>
              <a:ahLst/>
              <a:cxnLst/>
              <a:rect l="l" t="t" r="r" b="b"/>
              <a:pathLst>
                <a:path w="1240790" h="413385">
                  <a:moveTo>
                    <a:pt x="231648" y="147828"/>
                  </a:moveTo>
                  <a:lnTo>
                    <a:pt x="188976" y="126492"/>
                  </a:lnTo>
                  <a:lnTo>
                    <a:pt x="189865" y="147828"/>
                  </a:lnTo>
                  <a:lnTo>
                    <a:pt x="190309" y="167449"/>
                  </a:lnTo>
                  <a:lnTo>
                    <a:pt x="190436" y="180403"/>
                  </a:lnTo>
                  <a:lnTo>
                    <a:pt x="190347" y="347357"/>
                  </a:lnTo>
                  <a:lnTo>
                    <a:pt x="190309" y="353377"/>
                  </a:lnTo>
                  <a:lnTo>
                    <a:pt x="189852" y="380415"/>
                  </a:lnTo>
                  <a:lnTo>
                    <a:pt x="188976" y="413004"/>
                  </a:lnTo>
                  <a:lnTo>
                    <a:pt x="219456" y="394716"/>
                  </a:lnTo>
                  <a:lnTo>
                    <a:pt x="218452" y="380415"/>
                  </a:lnTo>
                  <a:lnTo>
                    <a:pt x="217360" y="362902"/>
                  </a:lnTo>
                  <a:lnTo>
                    <a:pt x="216662" y="347357"/>
                  </a:lnTo>
                  <a:lnTo>
                    <a:pt x="216408" y="332232"/>
                  </a:lnTo>
                  <a:lnTo>
                    <a:pt x="216408" y="158496"/>
                  </a:lnTo>
                  <a:lnTo>
                    <a:pt x="231648" y="147828"/>
                  </a:lnTo>
                  <a:close/>
                </a:path>
                <a:path w="1240790" h="413385">
                  <a:moveTo>
                    <a:pt x="408432" y="181356"/>
                  </a:moveTo>
                  <a:lnTo>
                    <a:pt x="360045" y="167449"/>
                  </a:lnTo>
                  <a:lnTo>
                    <a:pt x="309372" y="138684"/>
                  </a:lnTo>
                  <a:lnTo>
                    <a:pt x="260032" y="94488"/>
                  </a:lnTo>
                  <a:lnTo>
                    <a:pt x="219506" y="42672"/>
                  </a:lnTo>
                  <a:lnTo>
                    <a:pt x="211836" y="32004"/>
                  </a:lnTo>
                  <a:lnTo>
                    <a:pt x="227076" y="21336"/>
                  </a:lnTo>
                  <a:lnTo>
                    <a:pt x="190500" y="0"/>
                  </a:lnTo>
                  <a:lnTo>
                    <a:pt x="165544" y="57150"/>
                  </a:lnTo>
                  <a:lnTo>
                    <a:pt x="123444" y="118872"/>
                  </a:lnTo>
                  <a:lnTo>
                    <a:pt x="97726" y="149161"/>
                  </a:lnTo>
                  <a:lnTo>
                    <a:pt x="68580" y="176022"/>
                  </a:lnTo>
                  <a:lnTo>
                    <a:pt x="36004" y="199453"/>
                  </a:lnTo>
                  <a:lnTo>
                    <a:pt x="0" y="219456"/>
                  </a:lnTo>
                  <a:lnTo>
                    <a:pt x="1524" y="227076"/>
                  </a:lnTo>
                  <a:lnTo>
                    <a:pt x="37261" y="210502"/>
                  </a:lnTo>
                  <a:lnTo>
                    <a:pt x="97320" y="173926"/>
                  </a:lnTo>
                  <a:lnTo>
                    <a:pt x="144246" y="131406"/>
                  </a:lnTo>
                  <a:lnTo>
                    <a:pt x="186639" y="75488"/>
                  </a:lnTo>
                  <a:lnTo>
                    <a:pt x="207264" y="42672"/>
                  </a:lnTo>
                  <a:lnTo>
                    <a:pt x="225526" y="72986"/>
                  </a:lnTo>
                  <a:lnTo>
                    <a:pt x="261480" y="123901"/>
                  </a:lnTo>
                  <a:lnTo>
                    <a:pt x="298297" y="163385"/>
                  </a:lnTo>
                  <a:lnTo>
                    <a:pt x="343395" y="196011"/>
                  </a:lnTo>
                  <a:lnTo>
                    <a:pt x="368808" y="210312"/>
                  </a:lnTo>
                  <a:lnTo>
                    <a:pt x="375640" y="201193"/>
                  </a:lnTo>
                  <a:lnTo>
                    <a:pt x="384619" y="194500"/>
                  </a:lnTo>
                  <a:lnTo>
                    <a:pt x="395592" y="190385"/>
                  </a:lnTo>
                  <a:lnTo>
                    <a:pt x="408432" y="188976"/>
                  </a:lnTo>
                  <a:lnTo>
                    <a:pt x="408432" y="181356"/>
                  </a:lnTo>
                  <a:close/>
                </a:path>
                <a:path w="1240790" h="413385">
                  <a:moveTo>
                    <a:pt x="726935" y="205752"/>
                  </a:moveTo>
                  <a:lnTo>
                    <a:pt x="724649" y="167652"/>
                  </a:lnTo>
                  <a:lnTo>
                    <a:pt x="711771" y="118706"/>
                  </a:lnTo>
                  <a:lnTo>
                    <a:pt x="688835" y="80784"/>
                  </a:lnTo>
                  <a:lnTo>
                    <a:pt x="682739" y="74688"/>
                  </a:lnTo>
                  <a:lnTo>
                    <a:pt x="682739" y="205752"/>
                  </a:lnTo>
                  <a:lnTo>
                    <a:pt x="681024" y="235775"/>
                  </a:lnTo>
                  <a:lnTo>
                    <a:pt x="667308" y="284403"/>
                  </a:lnTo>
                  <a:lnTo>
                    <a:pt x="641337" y="318160"/>
                  </a:lnTo>
                  <a:lnTo>
                    <a:pt x="605383" y="334784"/>
                  </a:lnTo>
                  <a:lnTo>
                    <a:pt x="583679" y="336816"/>
                  </a:lnTo>
                  <a:lnTo>
                    <a:pt x="562851" y="334784"/>
                  </a:lnTo>
                  <a:lnTo>
                    <a:pt x="526897" y="318160"/>
                  </a:lnTo>
                  <a:lnTo>
                    <a:pt x="500938" y="284403"/>
                  </a:lnTo>
                  <a:lnTo>
                    <a:pt x="487845" y="235775"/>
                  </a:lnTo>
                  <a:lnTo>
                    <a:pt x="486143" y="205752"/>
                  </a:lnTo>
                  <a:lnTo>
                    <a:pt x="486460" y="190296"/>
                  </a:lnTo>
                  <a:lnTo>
                    <a:pt x="492239" y="149364"/>
                  </a:lnTo>
                  <a:lnTo>
                    <a:pt x="512051" y="108216"/>
                  </a:lnTo>
                  <a:lnTo>
                    <a:pt x="544055" y="82308"/>
                  </a:lnTo>
                  <a:lnTo>
                    <a:pt x="583679" y="74688"/>
                  </a:lnTo>
                  <a:lnTo>
                    <a:pt x="594829" y="75234"/>
                  </a:lnTo>
                  <a:lnTo>
                    <a:pt x="633691" y="87210"/>
                  </a:lnTo>
                  <a:lnTo>
                    <a:pt x="662266" y="116789"/>
                  </a:lnTo>
                  <a:lnTo>
                    <a:pt x="678243" y="162242"/>
                  </a:lnTo>
                  <a:lnTo>
                    <a:pt x="682739" y="205752"/>
                  </a:lnTo>
                  <a:lnTo>
                    <a:pt x="682739" y="74688"/>
                  </a:lnTo>
                  <a:lnTo>
                    <a:pt x="643115" y="48780"/>
                  </a:lnTo>
                  <a:lnTo>
                    <a:pt x="600252" y="37414"/>
                  </a:lnTo>
                  <a:lnTo>
                    <a:pt x="583679" y="36588"/>
                  </a:lnTo>
                  <a:lnTo>
                    <a:pt x="567994" y="37414"/>
                  </a:lnTo>
                  <a:lnTo>
                    <a:pt x="525767" y="48780"/>
                  </a:lnTo>
                  <a:lnTo>
                    <a:pt x="489762" y="71069"/>
                  </a:lnTo>
                  <a:lnTo>
                    <a:pt x="463854" y="105740"/>
                  </a:lnTo>
                  <a:lnTo>
                    <a:pt x="447090" y="150456"/>
                  </a:lnTo>
                  <a:lnTo>
                    <a:pt x="441947" y="205752"/>
                  </a:lnTo>
                  <a:lnTo>
                    <a:pt x="442518" y="224866"/>
                  </a:lnTo>
                  <a:lnTo>
                    <a:pt x="451091" y="277380"/>
                  </a:lnTo>
                  <a:lnTo>
                    <a:pt x="471462" y="318947"/>
                  </a:lnTo>
                  <a:lnTo>
                    <a:pt x="500621" y="349008"/>
                  </a:lnTo>
                  <a:lnTo>
                    <a:pt x="538899" y="367842"/>
                  </a:lnTo>
                  <a:lnTo>
                    <a:pt x="583679" y="374916"/>
                  </a:lnTo>
                  <a:lnTo>
                    <a:pt x="599376" y="374078"/>
                  </a:lnTo>
                  <a:lnTo>
                    <a:pt x="641591" y="362724"/>
                  </a:lnTo>
                  <a:lnTo>
                    <a:pt x="678243" y="340639"/>
                  </a:lnTo>
                  <a:lnTo>
                    <a:pt x="705027" y="305765"/>
                  </a:lnTo>
                  <a:lnTo>
                    <a:pt x="721791" y="260819"/>
                  </a:lnTo>
                  <a:lnTo>
                    <a:pt x="726363" y="224866"/>
                  </a:lnTo>
                  <a:lnTo>
                    <a:pt x="726935" y="205752"/>
                  </a:lnTo>
                  <a:close/>
                </a:path>
                <a:path w="1240790" h="413385">
                  <a:moveTo>
                    <a:pt x="902208" y="30492"/>
                  </a:moveTo>
                  <a:lnTo>
                    <a:pt x="896112" y="30492"/>
                  </a:lnTo>
                  <a:lnTo>
                    <a:pt x="890016" y="28968"/>
                  </a:lnTo>
                  <a:lnTo>
                    <a:pt x="882396" y="28968"/>
                  </a:lnTo>
                  <a:lnTo>
                    <a:pt x="874776" y="27444"/>
                  </a:lnTo>
                  <a:lnTo>
                    <a:pt x="859536" y="27444"/>
                  </a:lnTo>
                  <a:lnTo>
                    <a:pt x="811530" y="40297"/>
                  </a:lnTo>
                  <a:lnTo>
                    <a:pt x="783717" y="78117"/>
                  </a:lnTo>
                  <a:lnTo>
                    <a:pt x="778764" y="117360"/>
                  </a:lnTo>
                  <a:lnTo>
                    <a:pt x="778764" y="124980"/>
                  </a:lnTo>
                  <a:lnTo>
                    <a:pt x="751332" y="124980"/>
                  </a:lnTo>
                  <a:lnTo>
                    <a:pt x="751332" y="158508"/>
                  </a:lnTo>
                  <a:lnTo>
                    <a:pt x="778764" y="158508"/>
                  </a:lnTo>
                  <a:lnTo>
                    <a:pt x="778764" y="367296"/>
                  </a:lnTo>
                  <a:lnTo>
                    <a:pt x="819912" y="367296"/>
                  </a:lnTo>
                  <a:lnTo>
                    <a:pt x="819912" y="158508"/>
                  </a:lnTo>
                  <a:lnTo>
                    <a:pt x="885444" y="158508"/>
                  </a:lnTo>
                  <a:lnTo>
                    <a:pt x="885444" y="124980"/>
                  </a:lnTo>
                  <a:lnTo>
                    <a:pt x="818388" y="124980"/>
                  </a:lnTo>
                  <a:lnTo>
                    <a:pt x="818388" y="115836"/>
                  </a:lnTo>
                  <a:lnTo>
                    <a:pt x="829056" y="74688"/>
                  </a:lnTo>
                  <a:lnTo>
                    <a:pt x="865632" y="62496"/>
                  </a:lnTo>
                  <a:lnTo>
                    <a:pt x="871728" y="62496"/>
                  </a:lnTo>
                  <a:lnTo>
                    <a:pt x="877824" y="64020"/>
                  </a:lnTo>
                  <a:lnTo>
                    <a:pt x="883920" y="64020"/>
                  </a:lnTo>
                  <a:lnTo>
                    <a:pt x="891540" y="65544"/>
                  </a:lnTo>
                  <a:lnTo>
                    <a:pt x="896112" y="67068"/>
                  </a:lnTo>
                  <a:lnTo>
                    <a:pt x="899160" y="68592"/>
                  </a:lnTo>
                  <a:lnTo>
                    <a:pt x="902208" y="68592"/>
                  </a:lnTo>
                  <a:lnTo>
                    <a:pt x="902208" y="30492"/>
                  </a:lnTo>
                  <a:close/>
                </a:path>
                <a:path w="1240790" h="413385">
                  <a:moveTo>
                    <a:pt x="1039355" y="30492"/>
                  </a:moveTo>
                  <a:lnTo>
                    <a:pt x="1033259" y="30492"/>
                  </a:lnTo>
                  <a:lnTo>
                    <a:pt x="1025639" y="28968"/>
                  </a:lnTo>
                  <a:lnTo>
                    <a:pt x="1019543" y="28968"/>
                  </a:lnTo>
                  <a:lnTo>
                    <a:pt x="1011923" y="27444"/>
                  </a:lnTo>
                  <a:lnTo>
                    <a:pt x="996683" y="27444"/>
                  </a:lnTo>
                  <a:lnTo>
                    <a:pt x="948677" y="40297"/>
                  </a:lnTo>
                  <a:lnTo>
                    <a:pt x="920864" y="78117"/>
                  </a:lnTo>
                  <a:lnTo>
                    <a:pt x="915911" y="117360"/>
                  </a:lnTo>
                  <a:lnTo>
                    <a:pt x="915911" y="124980"/>
                  </a:lnTo>
                  <a:lnTo>
                    <a:pt x="888479" y="124980"/>
                  </a:lnTo>
                  <a:lnTo>
                    <a:pt x="888479" y="158508"/>
                  </a:lnTo>
                  <a:lnTo>
                    <a:pt x="915911" y="158508"/>
                  </a:lnTo>
                  <a:lnTo>
                    <a:pt x="915911" y="367296"/>
                  </a:lnTo>
                  <a:lnTo>
                    <a:pt x="957059" y="367296"/>
                  </a:lnTo>
                  <a:lnTo>
                    <a:pt x="957059" y="158508"/>
                  </a:lnTo>
                  <a:lnTo>
                    <a:pt x="1022591" y="158508"/>
                  </a:lnTo>
                  <a:lnTo>
                    <a:pt x="1022591" y="124980"/>
                  </a:lnTo>
                  <a:lnTo>
                    <a:pt x="955535" y="124980"/>
                  </a:lnTo>
                  <a:lnTo>
                    <a:pt x="955535" y="115836"/>
                  </a:lnTo>
                  <a:lnTo>
                    <a:pt x="966203" y="74688"/>
                  </a:lnTo>
                  <a:lnTo>
                    <a:pt x="1002779" y="62496"/>
                  </a:lnTo>
                  <a:lnTo>
                    <a:pt x="1008875" y="62496"/>
                  </a:lnTo>
                  <a:lnTo>
                    <a:pt x="1014971" y="64020"/>
                  </a:lnTo>
                  <a:lnTo>
                    <a:pt x="1021067" y="64020"/>
                  </a:lnTo>
                  <a:lnTo>
                    <a:pt x="1028687" y="65544"/>
                  </a:lnTo>
                  <a:lnTo>
                    <a:pt x="1033259" y="67068"/>
                  </a:lnTo>
                  <a:lnTo>
                    <a:pt x="1036307" y="68592"/>
                  </a:lnTo>
                  <a:lnTo>
                    <a:pt x="1039355" y="68592"/>
                  </a:lnTo>
                  <a:lnTo>
                    <a:pt x="1039355" y="30492"/>
                  </a:lnTo>
                  <a:close/>
                </a:path>
                <a:path w="1240790" h="413385">
                  <a:moveTo>
                    <a:pt x="1240523" y="228612"/>
                  </a:moveTo>
                  <a:lnTo>
                    <a:pt x="1237310" y="189179"/>
                  </a:lnTo>
                  <a:lnTo>
                    <a:pt x="1220444" y="152412"/>
                  </a:lnTo>
                  <a:lnTo>
                    <a:pt x="1220292" y="152171"/>
                  </a:lnTo>
                  <a:lnTo>
                    <a:pt x="1214615" y="144792"/>
                  </a:lnTo>
                  <a:lnTo>
                    <a:pt x="1207503" y="138480"/>
                  </a:lnTo>
                  <a:lnTo>
                    <a:pt x="1200899" y="133845"/>
                  </a:lnTo>
                  <a:lnTo>
                    <a:pt x="1200899" y="219468"/>
                  </a:lnTo>
                  <a:lnTo>
                    <a:pt x="1072883" y="219468"/>
                  </a:lnTo>
                  <a:lnTo>
                    <a:pt x="1086599" y="176796"/>
                  </a:lnTo>
                  <a:lnTo>
                    <a:pt x="1120038" y="154978"/>
                  </a:lnTo>
                  <a:lnTo>
                    <a:pt x="1141463" y="152412"/>
                  </a:lnTo>
                  <a:lnTo>
                    <a:pt x="1149184" y="152692"/>
                  </a:lnTo>
                  <a:lnTo>
                    <a:pt x="1187183" y="170700"/>
                  </a:lnTo>
                  <a:lnTo>
                    <a:pt x="1191755" y="175272"/>
                  </a:lnTo>
                  <a:lnTo>
                    <a:pt x="1200899" y="219468"/>
                  </a:lnTo>
                  <a:lnTo>
                    <a:pt x="1200899" y="133845"/>
                  </a:lnTo>
                  <a:lnTo>
                    <a:pt x="1164894" y="119456"/>
                  </a:lnTo>
                  <a:lnTo>
                    <a:pt x="1144511" y="117360"/>
                  </a:lnTo>
                  <a:lnTo>
                    <a:pt x="1120508" y="119621"/>
                  </a:lnTo>
                  <a:lnTo>
                    <a:pt x="1079360" y="137287"/>
                  </a:lnTo>
                  <a:lnTo>
                    <a:pt x="1049096" y="171881"/>
                  </a:lnTo>
                  <a:lnTo>
                    <a:pt x="1033716" y="218846"/>
                  </a:lnTo>
                  <a:lnTo>
                    <a:pt x="1031735" y="246900"/>
                  </a:lnTo>
                  <a:lnTo>
                    <a:pt x="1033741" y="275780"/>
                  </a:lnTo>
                  <a:lnTo>
                    <a:pt x="1049743" y="322122"/>
                  </a:lnTo>
                  <a:lnTo>
                    <a:pt x="1081443" y="354736"/>
                  </a:lnTo>
                  <a:lnTo>
                    <a:pt x="1126540" y="371360"/>
                  </a:lnTo>
                  <a:lnTo>
                    <a:pt x="1153655" y="373392"/>
                  </a:lnTo>
                  <a:lnTo>
                    <a:pt x="1162799" y="373392"/>
                  </a:lnTo>
                  <a:lnTo>
                    <a:pt x="1171943" y="371868"/>
                  </a:lnTo>
                  <a:lnTo>
                    <a:pt x="1178039" y="371868"/>
                  </a:lnTo>
                  <a:lnTo>
                    <a:pt x="1184135" y="370344"/>
                  </a:lnTo>
                  <a:lnTo>
                    <a:pt x="1191755" y="368820"/>
                  </a:lnTo>
                  <a:lnTo>
                    <a:pt x="1199375" y="365772"/>
                  </a:lnTo>
                  <a:lnTo>
                    <a:pt x="1211567" y="362724"/>
                  </a:lnTo>
                  <a:lnTo>
                    <a:pt x="1219187" y="359676"/>
                  </a:lnTo>
                  <a:lnTo>
                    <a:pt x="1225283" y="356628"/>
                  </a:lnTo>
                  <a:lnTo>
                    <a:pt x="1231379" y="355104"/>
                  </a:lnTo>
                  <a:lnTo>
                    <a:pt x="1235951" y="352056"/>
                  </a:lnTo>
                  <a:lnTo>
                    <a:pt x="1235951" y="336816"/>
                  </a:lnTo>
                  <a:lnTo>
                    <a:pt x="1235951" y="307860"/>
                  </a:lnTo>
                  <a:lnTo>
                    <a:pt x="1234427" y="307860"/>
                  </a:lnTo>
                  <a:lnTo>
                    <a:pt x="1231379" y="310908"/>
                  </a:lnTo>
                  <a:lnTo>
                    <a:pt x="1222235" y="317004"/>
                  </a:lnTo>
                  <a:lnTo>
                    <a:pt x="1210043" y="323100"/>
                  </a:lnTo>
                  <a:lnTo>
                    <a:pt x="1202423" y="326148"/>
                  </a:lnTo>
                  <a:lnTo>
                    <a:pt x="1196327" y="329196"/>
                  </a:lnTo>
                  <a:lnTo>
                    <a:pt x="1188707" y="332244"/>
                  </a:lnTo>
                  <a:lnTo>
                    <a:pt x="1179563" y="333768"/>
                  </a:lnTo>
                  <a:lnTo>
                    <a:pt x="1172946" y="335521"/>
                  </a:lnTo>
                  <a:lnTo>
                    <a:pt x="1166609" y="336435"/>
                  </a:lnTo>
                  <a:lnTo>
                    <a:pt x="1160284" y="336765"/>
                  </a:lnTo>
                  <a:lnTo>
                    <a:pt x="1153655" y="336816"/>
                  </a:lnTo>
                  <a:lnTo>
                    <a:pt x="1135367" y="335407"/>
                  </a:lnTo>
                  <a:lnTo>
                    <a:pt x="1094219" y="315480"/>
                  </a:lnTo>
                  <a:lnTo>
                    <a:pt x="1074293" y="270256"/>
                  </a:lnTo>
                  <a:lnTo>
                    <a:pt x="1072883" y="249948"/>
                  </a:lnTo>
                  <a:lnTo>
                    <a:pt x="1240523" y="249948"/>
                  </a:lnTo>
                  <a:lnTo>
                    <a:pt x="1240523" y="228612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79" name="object 79"/>
            <p:cNvPicPr/>
            <p:nvPr/>
          </p:nvPicPr>
          <p:blipFill>
            <a:blip r:embed="rId15" cstate="print"/>
            <a:stretch>
              <a:fillRect/>
            </a:stretch>
          </p:blipFill>
          <p:spPr>
            <a:xfrm>
              <a:off x="9720071" y="4265675"/>
              <a:ext cx="129540" cy="242315"/>
            </a:xfrm>
            <a:prstGeom prst="rect">
              <a:avLst/>
            </a:prstGeom>
          </p:spPr>
        </p:pic>
        <p:sp>
          <p:nvSpPr>
            <p:cNvPr id="80" name="object 80"/>
            <p:cNvSpPr/>
            <p:nvPr/>
          </p:nvSpPr>
          <p:spPr>
            <a:xfrm>
              <a:off x="9881615" y="4265675"/>
              <a:ext cx="93345" cy="323215"/>
            </a:xfrm>
            <a:custGeom>
              <a:avLst/>
              <a:gdLst/>
              <a:ahLst/>
              <a:cxnLst/>
              <a:rect l="l" t="t" r="r" b="b"/>
              <a:pathLst>
                <a:path w="93345" h="323214">
                  <a:moveTo>
                    <a:pt x="77724" y="60960"/>
                  </a:moveTo>
                  <a:lnTo>
                    <a:pt x="25908" y="60960"/>
                  </a:lnTo>
                  <a:lnTo>
                    <a:pt x="25908" y="0"/>
                  </a:lnTo>
                  <a:lnTo>
                    <a:pt x="77724" y="0"/>
                  </a:lnTo>
                  <a:lnTo>
                    <a:pt x="77724" y="60960"/>
                  </a:lnTo>
                  <a:close/>
                </a:path>
                <a:path w="93345" h="323214">
                  <a:moveTo>
                    <a:pt x="32004" y="323088"/>
                  </a:moveTo>
                  <a:lnTo>
                    <a:pt x="0" y="323088"/>
                  </a:lnTo>
                  <a:lnTo>
                    <a:pt x="38100" y="179832"/>
                  </a:lnTo>
                  <a:lnTo>
                    <a:pt x="92964" y="179832"/>
                  </a:lnTo>
                  <a:lnTo>
                    <a:pt x="32004" y="323088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pic>
        <p:nvPicPr>
          <p:cNvPr id="81" name="object 81"/>
          <p:cNvPicPr/>
          <p:nvPr/>
        </p:nvPicPr>
        <p:blipFill>
          <a:blip r:embed="rId16" cstate="print"/>
          <a:stretch>
            <a:fillRect/>
          </a:stretch>
        </p:blipFill>
        <p:spPr>
          <a:xfrm>
            <a:off x="1787652" y="4945380"/>
            <a:ext cx="181355" cy="172212"/>
          </a:xfrm>
          <a:prstGeom prst="rect">
            <a:avLst/>
          </a:prstGeom>
        </p:spPr>
      </p:pic>
      <p:sp>
        <p:nvSpPr>
          <p:cNvPr id="82" name="object 82"/>
          <p:cNvSpPr/>
          <p:nvPr/>
        </p:nvSpPr>
        <p:spPr>
          <a:xfrm>
            <a:off x="2179307" y="4824983"/>
            <a:ext cx="571500" cy="417830"/>
          </a:xfrm>
          <a:custGeom>
            <a:avLst/>
            <a:gdLst/>
            <a:ahLst/>
            <a:cxnLst/>
            <a:rect l="l" t="t" r="r" b="b"/>
            <a:pathLst>
              <a:path w="571500" h="417829">
                <a:moveTo>
                  <a:pt x="249936" y="326136"/>
                </a:moveTo>
                <a:lnTo>
                  <a:pt x="145478" y="196596"/>
                </a:lnTo>
                <a:lnTo>
                  <a:pt x="135636" y="184404"/>
                </a:lnTo>
                <a:lnTo>
                  <a:pt x="149910" y="178079"/>
                </a:lnTo>
                <a:lnTo>
                  <a:pt x="162877" y="170307"/>
                </a:lnTo>
                <a:lnTo>
                  <a:pt x="173558" y="161544"/>
                </a:lnTo>
                <a:lnTo>
                  <a:pt x="174434" y="160832"/>
                </a:lnTo>
                <a:lnTo>
                  <a:pt x="198120" y="123063"/>
                </a:lnTo>
                <a:lnTo>
                  <a:pt x="202692" y="89916"/>
                </a:lnTo>
                <a:lnTo>
                  <a:pt x="201891" y="77901"/>
                </a:lnTo>
                <a:lnTo>
                  <a:pt x="186969" y="39624"/>
                </a:lnTo>
                <a:lnTo>
                  <a:pt x="156972" y="14668"/>
                </a:lnTo>
                <a:lnTo>
                  <a:pt x="156972" y="83820"/>
                </a:lnTo>
                <a:lnTo>
                  <a:pt x="156972" y="92964"/>
                </a:lnTo>
                <a:lnTo>
                  <a:pt x="149352" y="131064"/>
                </a:lnTo>
                <a:lnTo>
                  <a:pt x="114300" y="158496"/>
                </a:lnTo>
                <a:lnTo>
                  <a:pt x="80772" y="161544"/>
                </a:lnTo>
                <a:lnTo>
                  <a:pt x="42672" y="161544"/>
                </a:lnTo>
                <a:lnTo>
                  <a:pt x="42672" y="39624"/>
                </a:lnTo>
                <a:lnTo>
                  <a:pt x="85344" y="39624"/>
                </a:lnTo>
                <a:lnTo>
                  <a:pt x="123444" y="44196"/>
                </a:lnTo>
                <a:lnTo>
                  <a:pt x="131064" y="45720"/>
                </a:lnTo>
                <a:lnTo>
                  <a:pt x="143256" y="54864"/>
                </a:lnTo>
                <a:lnTo>
                  <a:pt x="149352" y="60960"/>
                </a:lnTo>
                <a:lnTo>
                  <a:pt x="155448" y="76200"/>
                </a:lnTo>
                <a:lnTo>
                  <a:pt x="156972" y="83820"/>
                </a:lnTo>
                <a:lnTo>
                  <a:pt x="156972" y="14668"/>
                </a:lnTo>
                <a:lnTo>
                  <a:pt x="119824" y="4343"/>
                </a:lnTo>
                <a:lnTo>
                  <a:pt x="83820" y="3048"/>
                </a:lnTo>
                <a:lnTo>
                  <a:pt x="0" y="3048"/>
                </a:lnTo>
                <a:lnTo>
                  <a:pt x="0" y="326136"/>
                </a:lnTo>
                <a:lnTo>
                  <a:pt x="42672" y="326136"/>
                </a:lnTo>
                <a:lnTo>
                  <a:pt x="42672" y="196596"/>
                </a:lnTo>
                <a:lnTo>
                  <a:pt x="91440" y="196596"/>
                </a:lnTo>
                <a:lnTo>
                  <a:pt x="195072" y="326136"/>
                </a:lnTo>
                <a:lnTo>
                  <a:pt x="249936" y="326136"/>
                </a:lnTo>
                <a:close/>
              </a:path>
              <a:path w="571500" h="417829">
                <a:moveTo>
                  <a:pt x="446532" y="160020"/>
                </a:moveTo>
                <a:lnTo>
                  <a:pt x="440436" y="121920"/>
                </a:lnTo>
                <a:lnTo>
                  <a:pt x="413512" y="90855"/>
                </a:lnTo>
                <a:lnTo>
                  <a:pt x="370522" y="78676"/>
                </a:lnTo>
                <a:lnTo>
                  <a:pt x="347472" y="77724"/>
                </a:lnTo>
                <a:lnTo>
                  <a:pt x="337185" y="77990"/>
                </a:lnTo>
                <a:lnTo>
                  <a:pt x="296608" y="83045"/>
                </a:lnTo>
                <a:lnTo>
                  <a:pt x="280606" y="86995"/>
                </a:lnTo>
                <a:lnTo>
                  <a:pt x="274320" y="88392"/>
                </a:lnTo>
                <a:lnTo>
                  <a:pt x="274320" y="129540"/>
                </a:lnTo>
                <a:lnTo>
                  <a:pt x="275844" y="129540"/>
                </a:lnTo>
                <a:lnTo>
                  <a:pt x="295465" y="122872"/>
                </a:lnTo>
                <a:lnTo>
                  <a:pt x="304787" y="119900"/>
                </a:lnTo>
                <a:lnTo>
                  <a:pt x="347472" y="112776"/>
                </a:lnTo>
                <a:lnTo>
                  <a:pt x="355092" y="112776"/>
                </a:lnTo>
                <a:lnTo>
                  <a:pt x="362712" y="114300"/>
                </a:lnTo>
                <a:lnTo>
                  <a:pt x="370332" y="114300"/>
                </a:lnTo>
                <a:lnTo>
                  <a:pt x="405384" y="141732"/>
                </a:lnTo>
                <a:lnTo>
                  <a:pt x="406908" y="166116"/>
                </a:lnTo>
                <a:lnTo>
                  <a:pt x="406908" y="198120"/>
                </a:lnTo>
                <a:lnTo>
                  <a:pt x="406908" y="266700"/>
                </a:lnTo>
                <a:lnTo>
                  <a:pt x="369697" y="290512"/>
                </a:lnTo>
                <a:lnTo>
                  <a:pt x="342900" y="295656"/>
                </a:lnTo>
                <a:lnTo>
                  <a:pt x="332066" y="294855"/>
                </a:lnTo>
                <a:lnTo>
                  <a:pt x="298894" y="271272"/>
                </a:lnTo>
                <a:lnTo>
                  <a:pt x="295656" y="252984"/>
                </a:lnTo>
                <a:lnTo>
                  <a:pt x="296468" y="244398"/>
                </a:lnTo>
                <a:lnTo>
                  <a:pt x="326047" y="211391"/>
                </a:lnTo>
                <a:lnTo>
                  <a:pt x="370332" y="202692"/>
                </a:lnTo>
                <a:lnTo>
                  <a:pt x="389763" y="200406"/>
                </a:lnTo>
                <a:lnTo>
                  <a:pt x="406908" y="198120"/>
                </a:lnTo>
                <a:lnTo>
                  <a:pt x="406908" y="166116"/>
                </a:lnTo>
                <a:lnTo>
                  <a:pt x="360832" y="170192"/>
                </a:lnTo>
                <a:lnTo>
                  <a:pt x="320611" y="176593"/>
                </a:lnTo>
                <a:lnTo>
                  <a:pt x="278511" y="196977"/>
                </a:lnTo>
                <a:lnTo>
                  <a:pt x="256984" y="232219"/>
                </a:lnTo>
                <a:lnTo>
                  <a:pt x="254508" y="256032"/>
                </a:lnTo>
                <a:lnTo>
                  <a:pt x="254825" y="264020"/>
                </a:lnTo>
                <a:lnTo>
                  <a:pt x="271322" y="305803"/>
                </a:lnTo>
                <a:lnTo>
                  <a:pt x="305587" y="329666"/>
                </a:lnTo>
                <a:lnTo>
                  <a:pt x="327660" y="332232"/>
                </a:lnTo>
                <a:lnTo>
                  <a:pt x="336257" y="332193"/>
                </a:lnTo>
                <a:lnTo>
                  <a:pt x="343852" y="331851"/>
                </a:lnTo>
                <a:lnTo>
                  <a:pt x="350596" y="330949"/>
                </a:lnTo>
                <a:lnTo>
                  <a:pt x="356616" y="329184"/>
                </a:lnTo>
                <a:lnTo>
                  <a:pt x="362712" y="327660"/>
                </a:lnTo>
                <a:lnTo>
                  <a:pt x="370332" y="324612"/>
                </a:lnTo>
                <a:lnTo>
                  <a:pt x="382524" y="318516"/>
                </a:lnTo>
                <a:lnTo>
                  <a:pt x="387096" y="313944"/>
                </a:lnTo>
                <a:lnTo>
                  <a:pt x="393192" y="310896"/>
                </a:lnTo>
                <a:lnTo>
                  <a:pt x="399288" y="306324"/>
                </a:lnTo>
                <a:lnTo>
                  <a:pt x="403860" y="301752"/>
                </a:lnTo>
                <a:lnTo>
                  <a:pt x="406908" y="300228"/>
                </a:lnTo>
                <a:lnTo>
                  <a:pt x="406908" y="326136"/>
                </a:lnTo>
                <a:lnTo>
                  <a:pt x="446532" y="326136"/>
                </a:lnTo>
                <a:lnTo>
                  <a:pt x="446532" y="300228"/>
                </a:lnTo>
                <a:lnTo>
                  <a:pt x="446532" y="295656"/>
                </a:lnTo>
                <a:lnTo>
                  <a:pt x="446532" y="198120"/>
                </a:lnTo>
                <a:lnTo>
                  <a:pt x="446532" y="160020"/>
                </a:lnTo>
                <a:close/>
              </a:path>
              <a:path w="571500" h="417829">
                <a:moveTo>
                  <a:pt x="571500" y="83820"/>
                </a:moveTo>
                <a:lnTo>
                  <a:pt x="486156" y="83820"/>
                </a:lnTo>
                <a:lnTo>
                  <a:pt x="486156" y="117348"/>
                </a:lnTo>
                <a:lnTo>
                  <a:pt x="530352" y="117348"/>
                </a:lnTo>
                <a:lnTo>
                  <a:pt x="530352" y="315468"/>
                </a:lnTo>
                <a:lnTo>
                  <a:pt x="530123" y="324091"/>
                </a:lnTo>
                <a:lnTo>
                  <a:pt x="529590" y="331851"/>
                </a:lnTo>
                <a:lnTo>
                  <a:pt x="529069" y="339051"/>
                </a:lnTo>
                <a:lnTo>
                  <a:pt x="528828" y="345948"/>
                </a:lnTo>
                <a:lnTo>
                  <a:pt x="527304" y="353568"/>
                </a:lnTo>
                <a:lnTo>
                  <a:pt x="525780" y="359664"/>
                </a:lnTo>
                <a:lnTo>
                  <a:pt x="521208" y="364236"/>
                </a:lnTo>
                <a:lnTo>
                  <a:pt x="518160" y="370332"/>
                </a:lnTo>
                <a:lnTo>
                  <a:pt x="480060" y="381000"/>
                </a:lnTo>
                <a:lnTo>
                  <a:pt x="467868" y="381000"/>
                </a:lnTo>
                <a:lnTo>
                  <a:pt x="464820" y="379476"/>
                </a:lnTo>
                <a:lnTo>
                  <a:pt x="461772" y="379476"/>
                </a:lnTo>
                <a:lnTo>
                  <a:pt x="457200" y="377952"/>
                </a:lnTo>
                <a:lnTo>
                  <a:pt x="455676" y="377952"/>
                </a:lnTo>
                <a:lnTo>
                  <a:pt x="455676" y="414528"/>
                </a:lnTo>
                <a:lnTo>
                  <a:pt x="461772" y="416052"/>
                </a:lnTo>
                <a:lnTo>
                  <a:pt x="466344" y="416052"/>
                </a:lnTo>
                <a:lnTo>
                  <a:pt x="472440" y="417576"/>
                </a:lnTo>
                <a:lnTo>
                  <a:pt x="487680" y="417576"/>
                </a:lnTo>
                <a:lnTo>
                  <a:pt x="505993" y="416179"/>
                </a:lnTo>
                <a:lnTo>
                  <a:pt x="548640" y="396240"/>
                </a:lnTo>
                <a:lnTo>
                  <a:pt x="570077" y="351663"/>
                </a:lnTo>
                <a:lnTo>
                  <a:pt x="571500" y="332232"/>
                </a:lnTo>
                <a:lnTo>
                  <a:pt x="571500" y="83820"/>
                </a:lnTo>
                <a:close/>
              </a:path>
              <a:path w="571500" h="417829">
                <a:moveTo>
                  <a:pt x="571500" y="0"/>
                </a:moveTo>
                <a:lnTo>
                  <a:pt x="524256" y="0"/>
                </a:lnTo>
                <a:lnTo>
                  <a:pt x="524256" y="42672"/>
                </a:lnTo>
                <a:lnTo>
                  <a:pt x="571500" y="42672"/>
                </a:lnTo>
                <a:lnTo>
                  <a:pt x="57150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3" name="object 83"/>
          <p:cNvSpPr/>
          <p:nvPr/>
        </p:nvSpPr>
        <p:spPr>
          <a:xfrm>
            <a:off x="2868167" y="4786884"/>
            <a:ext cx="280670" cy="407034"/>
          </a:xfrm>
          <a:custGeom>
            <a:avLst/>
            <a:gdLst/>
            <a:ahLst/>
            <a:cxnLst/>
            <a:rect l="l" t="t" r="r" b="b"/>
            <a:pathLst>
              <a:path w="280669" h="407035">
                <a:moveTo>
                  <a:pt x="92964" y="83820"/>
                </a:moveTo>
                <a:lnTo>
                  <a:pt x="80771" y="83820"/>
                </a:lnTo>
                <a:lnTo>
                  <a:pt x="89320" y="62364"/>
                </a:lnTo>
                <a:lnTo>
                  <a:pt x="96583" y="41338"/>
                </a:lnTo>
                <a:lnTo>
                  <a:pt x="102417" y="20597"/>
                </a:lnTo>
                <a:lnTo>
                  <a:pt x="106680" y="0"/>
                </a:lnTo>
                <a:lnTo>
                  <a:pt x="147828" y="19812"/>
                </a:lnTo>
                <a:lnTo>
                  <a:pt x="115824" y="50292"/>
                </a:lnTo>
                <a:lnTo>
                  <a:pt x="96964" y="77295"/>
                </a:lnTo>
                <a:lnTo>
                  <a:pt x="92964" y="83820"/>
                </a:lnTo>
                <a:close/>
              </a:path>
              <a:path w="280669" h="407035">
                <a:moveTo>
                  <a:pt x="275945" y="83820"/>
                </a:moveTo>
                <a:lnTo>
                  <a:pt x="233172" y="83820"/>
                </a:lnTo>
                <a:lnTo>
                  <a:pt x="246888" y="64008"/>
                </a:lnTo>
                <a:lnTo>
                  <a:pt x="275945" y="83820"/>
                </a:lnTo>
                <a:close/>
              </a:path>
              <a:path w="280669" h="407035">
                <a:moveTo>
                  <a:pt x="0" y="406908"/>
                </a:moveTo>
                <a:lnTo>
                  <a:pt x="1119" y="385191"/>
                </a:lnTo>
                <a:lnTo>
                  <a:pt x="2095" y="349758"/>
                </a:lnTo>
                <a:lnTo>
                  <a:pt x="2786" y="300609"/>
                </a:lnTo>
                <a:lnTo>
                  <a:pt x="3047" y="237744"/>
                </a:lnTo>
                <a:lnTo>
                  <a:pt x="2816" y="181356"/>
                </a:lnTo>
                <a:lnTo>
                  <a:pt x="2739" y="170688"/>
                </a:lnTo>
                <a:lnTo>
                  <a:pt x="2095" y="124587"/>
                </a:lnTo>
                <a:lnTo>
                  <a:pt x="1119" y="89439"/>
                </a:lnTo>
                <a:lnTo>
                  <a:pt x="0" y="68580"/>
                </a:lnTo>
                <a:lnTo>
                  <a:pt x="28956" y="83820"/>
                </a:lnTo>
                <a:lnTo>
                  <a:pt x="275945" y="83820"/>
                </a:lnTo>
                <a:lnTo>
                  <a:pt x="280416" y="86868"/>
                </a:lnTo>
                <a:lnTo>
                  <a:pt x="272034" y="94488"/>
                </a:lnTo>
                <a:lnTo>
                  <a:pt x="28956" y="94488"/>
                </a:lnTo>
                <a:lnTo>
                  <a:pt x="28956" y="170688"/>
                </a:lnTo>
                <a:lnTo>
                  <a:pt x="263652" y="170688"/>
                </a:lnTo>
                <a:lnTo>
                  <a:pt x="263652" y="181356"/>
                </a:lnTo>
                <a:lnTo>
                  <a:pt x="28956" y="181356"/>
                </a:lnTo>
                <a:lnTo>
                  <a:pt x="28956" y="268224"/>
                </a:lnTo>
                <a:lnTo>
                  <a:pt x="263652" y="268224"/>
                </a:lnTo>
                <a:lnTo>
                  <a:pt x="263652" y="278892"/>
                </a:lnTo>
                <a:lnTo>
                  <a:pt x="28956" y="278892"/>
                </a:lnTo>
                <a:lnTo>
                  <a:pt x="28956" y="361188"/>
                </a:lnTo>
                <a:lnTo>
                  <a:pt x="263652" y="361188"/>
                </a:lnTo>
                <a:lnTo>
                  <a:pt x="263674" y="370332"/>
                </a:lnTo>
                <a:lnTo>
                  <a:pt x="28956" y="370332"/>
                </a:lnTo>
                <a:lnTo>
                  <a:pt x="28956" y="399288"/>
                </a:lnTo>
                <a:lnTo>
                  <a:pt x="0" y="406908"/>
                </a:lnTo>
                <a:close/>
              </a:path>
              <a:path w="280669" h="407035">
                <a:moveTo>
                  <a:pt x="263652" y="170688"/>
                </a:moveTo>
                <a:lnTo>
                  <a:pt x="237744" y="170688"/>
                </a:lnTo>
                <a:lnTo>
                  <a:pt x="237744" y="94488"/>
                </a:lnTo>
                <a:lnTo>
                  <a:pt x="272034" y="94488"/>
                </a:lnTo>
                <a:lnTo>
                  <a:pt x="263652" y="102108"/>
                </a:lnTo>
                <a:lnTo>
                  <a:pt x="263652" y="170688"/>
                </a:lnTo>
                <a:close/>
              </a:path>
              <a:path w="280669" h="407035">
                <a:moveTo>
                  <a:pt x="263652" y="268224"/>
                </a:moveTo>
                <a:lnTo>
                  <a:pt x="237744" y="268224"/>
                </a:lnTo>
                <a:lnTo>
                  <a:pt x="237744" y="181356"/>
                </a:lnTo>
                <a:lnTo>
                  <a:pt x="263652" y="181356"/>
                </a:lnTo>
                <a:lnTo>
                  <a:pt x="263652" y="268224"/>
                </a:lnTo>
                <a:close/>
              </a:path>
              <a:path w="280669" h="407035">
                <a:moveTo>
                  <a:pt x="263652" y="361188"/>
                </a:moveTo>
                <a:lnTo>
                  <a:pt x="237744" y="361188"/>
                </a:lnTo>
                <a:lnTo>
                  <a:pt x="237744" y="278892"/>
                </a:lnTo>
                <a:lnTo>
                  <a:pt x="263652" y="278892"/>
                </a:lnTo>
                <a:lnTo>
                  <a:pt x="263652" y="361188"/>
                </a:lnTo>
                <a:close/>
              </a:path>
              <a:path w="280669" h="407035">
                <a:moveTo>
                  <a:pt x="237744" y="406908"/>
                </a:moveTo>
                <a:lnTo>
                  <a:pt x="237744" y="370332"/>
                </a:lnTo>
                <a:lnTo>
                  <a:pt x="263674" y="370332"/>
                </a:lnTo>
                <a:lnTo>
                  <a:pt x="263842" y="379476"/>
                </a:lnTo>
                <a:lnTo>
                  <a:pt x="264294" y="388000"/>
                </a:lnTo>
                <a:lnTo>
                  <a:pt x="265176" y="396240"/>
                </a:lnTo>
                <a:lnTo>
                  <a:pt x="237744" y="40690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4" name="object 84"/>
          <p:cNvSpPr/>
          <p:nvPr/>
        </p:nvSpPr>
        <p:spPr>
          <a:xfrm>
            <a:off x="3285744" y="4814316"/>
            <a:ext cx="360045" cy="349250"/>
          </a:xfrm>
          <a:custGeom>
            <a:avLst/>
            <a:gdLst/>
            <a:ahLst/>
            <a:cxnLst/>
            <a:rect l="l" t="t" r="r" b="b"/>
            <a:pathLst>
              <a:path w="360045" h="349250">
                <a:moveTo>
                  <a:pt x="304799" y="348996"/>
                </a:moveTo>
                <a:lnTo>
                  <a:pt x="56387" y="348996"/>
                </a:lnTo>
                <a:lnTo>
                  <a:pt x="38433" y="346471"/>
                </a:lnTo>
                <a:lnTo>
                  <a:pt x="25907" y="336804"/>
                </a:lnTo>
                <a:lnTo>
                  <a:pt x="19097" y="320278"/>
                </a:lnTo>
                <a:lnTo>
                  <a:pt x="18287" y="297180"/>
                </a:lnTo>
                <a:lnTo>
                  <a:pt x="18049" y="236862"/>
                </a:lnTo>
                <a:lnTo>
                  <a:pt x="16763" y="126492"/>
                </a:lnTo>
                <a:lnTo>
                  <a:pt x="42671" y="141732"/>
                </a:lnTo>
                <a:lnTo>
                  <a:pt x="265176" y="141732"/>
                </a:lnTo>
                <a:lnTo>
                  <a:pt x="265176" y="28956"/>
                </a:lnTo>
                <a:lnTo>
                  <a:pt x="57911" y="28956"/>
                </a:lnTo>
                <a:lnTo>
                  <a:pt x="46767" y="29241"/>
                </a:lnTo>
                <a:lnTo>
                  <a:pt x="36194" y="30099"/>
                </a:lnTo>
                <a:lnTo>
                  <a:pt x="26193" y="31527"/>
                </a:lnTo>
                <a:lnTo>
                  <a:pt x="16763" y="33528"/>
                </a:lnTo>
                <a:lnTo>
                  <a:pt x="0" y="18288"/>
                </a:lnTo>
                <a:lnTo>
                  <a:pt x="259080" y="18288"/>
                </a:lnTo>
                <a:lnTo>
                  <a:pt x="275844" y="0"/>
                </a:lnTo>
                <a:lnTo>
                  <a:pt x="304799" y="24384"/>
                </a:lnTo>
                <a:lnTo>
                  <a:pt x="289559" y="36576"/>
                </a:lnTo>
                <a:lnTo>
                  <a:pt x="289607" y="83415"/>
                </a:lnTo>
                <a:lnTo>
                  <a:pt x="289940" y="120967"/>
                </a:lnTo>
                <a:lnTo>
                  <a:pt x="290845" y="149090"/>
                </a:lnTo>
                <a:lnTo>
                  <a:pt x="292607" y="167640"/>
                </a:lnTo>
                <a:lnTo>
                  <a:pt x="265176" y="179832"/>
                </a:lnTo>
                <a:lnTo>
                  <a:pt x="265176" y="152400"/>
                </a:lnTo>
                <a:lnTo>
                  <a:pt x="42671" y="152400"/>
                </a:lnTo>
                <a:lnTo>
                  <a:pt x="42671" y="300228"/>
                </a:lnTo>
                <a:lnTo>
                  <a:pt x="44386" y="311348"/>
                </a:lnTo>
                <a:lnTo>
                  <a:pt x="49529" y="319468"/>
                </a:lnTo>
                <a:lnTo>
                  <a:pt x="58102" y="324445"/>
                </a:lnTo>
                <a:lnTo>
                  <a:pt x="70103" y="326136"/>
                </a:lnTo>
                <a:lnTo>
                  <a:pt x="295656" y="326136"/>
                </a:lnTo>
                <a:lnTo>
                  <a:pt x="318992" y="293131"/>
                </a:lnTo>
                <a:lnTo>
                  <a:pt x="321563" y="230124"/>
                </a:lnTo>
                <a:lnTo>
                  <a:pt x="330707" y="230124"/>
                </a:lnTo>
                <a:lnTo>
                  <a:pt x="333303" y="264699"/>
                </a:lnTo>
                <a:lnTo>
                  <a:pt x="338899" y="290703"/>
                </a:lnTo>
                <a:lnTo>
                  <a:pt x="347638" y="308133"/>
                </a:lnTo>
                <a:lnTo>
                  <a:pt x="359664" y="316992"/>
                </a:lnTo>
                <a:lnTo>
                  <a:pt x="353639" y="329017"/>
                </a:lnTo>
                <a:lnTo>
                  <a:pt x="346900" y="337756"/>
                </a:lnTo>
                <a:lnTo>
                  <a:pt x="339304" y="343352"/>
                </a:lnTo>
                <a:lnTo>
                  <a:pt x="330707" y="345948"/>
                </a:lnTo>
                <a:lnTo>
                  <a:pt x="309705" y="348734"/>
                </a:lnTo>
                <a:lnTo>
                  <a:pt x="304799" y="34899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5" name="object 85"/>
          <p:cNvSpPr/>
          <p:nvPr/>
        </p:nvSpPr>
        <p:spPr>
          <a:xfrm>
            <a:off x="3692652" y="4785359"/>
            <a:ext cx="388620" cy="390525"/>
          </a:xfrm>
          <a:custGeom>
            <a:avLst/>
            <a:gdLst/>
            <a:ahLst/>
            <a:cxnLst/>
            <a:rect l="l" t="t" r="r" b="b"/>
            <a:pathLst>
              <a:path w="388620" h="390525">
                <a:moveTo>
                  <a:pt x="115824" y="86868"/>
                </a:moveTo>
                <a:lnTo>
                  <a:pt x="92964" y="86868"/>
                </a:lnTo>
                <a:lnTo>
                  <a:pt x="92859" y="45720"/>
                </a:lnTo>
                <a:lnTo>
                  <a:pt x="92773" y="33147"/>
                </a:lnTo>
                <a:lnTo>
                  <a:pt x="92321" y="14001"/>
                </a:lnTo>
                <a:lnTo>
                  <a:pt x="91440" y="0"/>
                </a:lnTo>
                <a:lnTo>
                  <a:pt x="129540" y="16764"/>
                </a:lnTo>
                <a:lnTo>
                  <a:pt x="115824" y="30480"/>
                </a:lnTo>
                <a:lnTo>
                  <a:pt x="115824" y="86868"/>
                </a:lnTo>
                <a:close/>
              </a:path>
              <a:path w="388620" h="390525">
                <a:moveTo>
                  <a:pt x="370767" y="42672"/>
                </a:moveTo>
                <a:lnTo>
                  <a:pt x="333756" y="42672"/>
                </a:lnTo>
                <a:lnTo>
                  <a:pt x="345948" y="24384"/>
                </a:lnTo>
                <a:lnTo>
                  <a:pt x="370767" y="42672"/>
                </a:lnTo>
                <a:close/>
              </a:path>
              <a:path w="388620" h="390525">
                <a:moveTo>
                  <a:pt x="201168" y="257556"/>
                </a:moveTo>
                <a:lnTo>
                  <a:pt x="201342" y="239148"/>
                </a:lnTo>
                <a:lnTo>
                  <a:pt x="201448" y="230124"/>
                </a:lnTo>
                <a:lnTo>
                  <a:pt x="202448" y="170688"/>
                </a:lnTo>
                <a:lnTo>
                  <a:pt x="202564" y="153543"/>
                </a:lnTo>
                <a:lnTo>
                  <a:pt x="202666" y="130254"/>
                </a:lnTo>
                <a:lnTo>
                  <a:pt x="202443" y="97536"/>
                </a:lnTo>
                <a:lnTo>
                  <a:pt x="201909" y="67056"/>
                </a:lnTo>
                <a:lnTo>
                  <a:pt x="201390" y="42672"/>
                </a:lnTo>
                <a:lnTo>
                  <a:pt x="201168" y="25908"/>
                </a:lnTo>
                <a:lnTo>
                  <a:pt x="225552" y="42672"/>
                </a:lnTo>
                <a:lnTo>
                  <a:pt x="370767" y="42672"/>
                </a:lnTo>
                <a:lnTo>
                  <a:pt x="374904" y="45720"/>
                </a:lnTo>
                <a:lnTo>
                  <a:pt x="365379" y="53340"/>
                </a:lnTo>
                <a:lnTo>
                  <a:pt x="225552" y="53340"/>
                </a:lnTo>
                <a:lnTo>
                  <a:pt x="225552" y="100584"/>
                </a:lnTo>
                <a:lnTo>
                  <a:pt x="359664" y="100584"/>
                </a:lnTo>
                <a:lnTo>
                  <a:pt x="359664" y="111252"/>
                </a:lnTo>
                <a:lnTo>
                  <a:pt x="225552" y="111252"/>
                </a:lnTo>
                <a:lnTo>
                  <a:pt x="225552" y="158496"/>
                </a:lnTo>
                <a:lnTo>
                  <a:pt x="359664" y="158496"/>
                </a:lnTo>
                <a:lnTo>
                  <a:pt x="359664" y="169164"/>
                </a:lnTo>
                <a:lnTo>
                  <a:pt x="225552" y="169164"/>
                </a:lnTo>
                <a:lnTo>
                  <a:pt x="225552" y="219456"/>
                </a:lnTo>
                <a:lnTo>
                  <a:pt x="360506" y="219456"/>
                </a:lnTo>
                <a:lnTo>
                  <a:pt x="360616" y="221742"/>
                </a:lnTo>
                <a:lnTo>
                  <a:pt x="361295" y="230124"/>
                </a:lnTo>
                <a:lnTo>
                  <a:pt x="225552" y="230124"/>
                </a:lnTo>
                <a:lnTo>
                  <a:pt x="225552" y="248412"/>
                </a:lnTo>
                <a:lnTo>
                  <a:pt x="201168" y="257556"/>
                </a:lnTo>
                <a:close/>
              </a:path>
              <a:path w="388620" h="390525">
                <a:moveTo>
                  <a:pt x="359664" y="100584"/>
                </a:moveTo>
                <a:lnTo>
                  <a:pt x="338328" y="100584"/>
                </a:lnTo>
                <a:lnTo>
                  <a:pt x="338328" y="53340"/>
                </a:lnTo>
                <a:lnTo>
                  <a:pt x="365379" y="53340"/>
                </a:lnTo>
                <a:lnTo>
                  <a:pt x="359664" y="57912"/>
                </a:lnTo>
                <a:lnTo>
                  <a:pt x="359664" y="100584"/>
                </a:lnTo>
                <a:close/>
              </a:path>
              <a:path w="388620" h="390525">
                <a:moveTo>
                  <a:pt x="22860" y="100584"/>
                </a:moveTo>
                <a:lnTo>
                  <a:pt x="9144" y="86868"/>
                </a:lnTo>
                <a:lnTo>
                  <a:pt x="138684" y="86868"/>
                </a:lnTo>
                <a:lnTo>
                  <a:pt x="160020" y="67056"/>
                </a:lnTo>
                <a:lnTo>
                  <a:pt x="185928" y="97536"/>
                </a:lnTo>
                <a:lnTo>
                  <a:pt x="39624" y="97536"/>
                </a:lnTo>
                <a:lnTo>
                  <a:pt x="22860" y="100584"/>
                </a:lnTo>
                <a:close/>
              </a:path>
              <a:path w="388620" h="390525">
                <a:moveTo>
                  <a:pt x="6096" y="251460"/>
                </a:moveTo>
                <a:lnTo>
                  <a:pt x="0" y="246888"/>
                </a:lnTo>
                <a:lnTo>
                  <a:pt x="28622" y="212621"/>
                </a:lnTo>
                <a:lnTo>
                  <a:pt x="52959" y="176212"/>
                </a:lnTo>
                <a:lnTo>
                  <a:pt x="73294" y="137802"/>
                </a:lnTo>
                <a:lnTo>
                  <a:pt x="89916" y="97536"/>
                </a:lnTo>
                <a:lnTo>
                  <a:pt x="115824" y="97536"/>
                </a:lnTo>
                <a:lnTo>
                  <a:pt x="115824" y="123444"/>
                </a:lnTo>
                <a:lnTo>
                  <a:pt x="129801" y="130254"/>
                </a:lnTo>
                <a:lnTo>
                  <a:pt x="136968" y="134112"/>
                </a:lnTo>
                <a:lnTo>
                  <a:pt x="115824" y="134112"/>
                </a:lnTo>
                <a:lnTo>
                  <a:pt x="115832" y="149352"/>
                </a:lnTo>
                <a:lnTo>
                  <a:pt x="92964" y="149352"/>
                </a:lnTo>
                <a:lnTo>
                  <a:pt x="72961" y="179665"/>
                </a:lnTo>
                <a:lnTo>
                  <a:pt x="51816" y="206692"/>
                </a:lnTo>
                <a:lnTo>
                  <a:pt x="29527" y="230576"/>
                </a:lnTo>
                <a:lnTo>
                  <a:pt x="6096" y="251460"/>
                </a:lnTo>
                <a:close/>
              </a:path>
              <a:path w="388620" h="390525">
                <a:moveTo>
                  <a:pt x="359664" y="158496"/>
                </a:moveTo>
                <a:lnTo>
                  <a:pt x="338328" y="158496"/>
                </a:lnTo>
                <a:lnTo>
                  <a:pt x="338328" y="111252"/>
                </a:lnTo>
                <a:lnTo>
                  <a:pt x="359664" y="111252"/>
                </a:lnTo>
                <a:lnTo>
                  <a:pt x="359664" y="158496"/>
                </a:lnTo>
                <a:close/>
              </a:path>
              <a:path w="388620" h="390525">
                <a:moveTo>
                  <a:pt x="163068" y="196596"/>
                </a:moveTo>
                <a:lnTo>
                  <a:pt x="156972" y="196596"/>
                </a:lnTo>
                <a:lnTo>
                  <a:pt x="153924" y="192024"/>
                </a:lnTo>
                <a:lnTo>
                  <a:pt x="150876" y="181356"/>
                </a:lnTo>
                <a:lnTo>
                  <a:pt x="144327" y="169902"/>
                </a:lnTo>
                <a:lnTo>
                  <a:pt x="136207" y="158305"/>
                </a:lnTo>
                <a:lnTo>
                  <a:pt x="126658" y="146423"/>
                </a:lnTo>
                <a:lnTo>
                  <a:pt x="115824" y="134112"/>
                </a:lnTo>
                <a:lnTo>
                  <a:pt x="136968" y="134112"/>
                </a:lnTo>
                <a:lnTo>
                  <a:pt x="170307" y="159258"/>
                </a:lnTo>
                <a:lnTo>
                  <a:pt x="173736" y="176784"/>
                </a:lnTo>
                <a:lnTo>
                  <a:pt x="172212" y="184404"/>
                </a:lnTo>
                <a:lnTo>
                  <a:pt x="166116" y="193548"/>
                </a:lnTo>
                <a:lnTo>
                  <a:pt x="163068" y="196596"/>
                </a:lnTo>
                <a:close/>
              </a:path>
              <a:path w="388620" h="390525">
                <a:moveTo>
                  <a:pt x="91440" y="265176"/>
                </a:moveTo>
                <a:lnTo>
                  <a:pt x="91678" y="239148"/>
                </a:lnTo>
                <a:lnTo>
                  <a:pt x="92725" y="181379"/>
                </a:lnTo>
                <a:lnTo>
                  <a:pt x="92964" y="149352"/>
                </a:lnTo>
                <a:lnTo>
                  <a:pt x="115832" y="149352"/>
                </a:lnTo>
                <a:lnTo>
                  <a:pt x="115939" y="196596"/>
                </a:lnTo>
                <a:lnTo>
                  <a:pt x="116025" y="212621"/>
                </a:lnTo>
                <a:lnTo>
                  <a:pt x="116466" y="237624"/>
                </a:lnTo>
                <a:lnTo>
                  <a:pt x="117348" y="254508"/>
                </a:lnTo>
                <a:lnTo>
                  <a:pt x="91440" y="265176"/>
                </a:lnTo>
                <a:close/>
              </a:path>
              <a:path w="388620" h="390525">
                <a:moveTo>
                  <a:pt x="360506" y="219456"/>
                </a:moveTo>
                <a:lnTo>
                  <a:pt x="338328" y="219456"/>
                </a:lnTo>
                <a:lnTo>
                  <a:pt x="338328" y="169164"/>
                </a:lnTo>
                <a:lnTo>
                  <a:pt x="359664" y="169164"/>
                </a:lnTo>
                <a:lnTo>
                  <a:pt x="359758" y="196596"/>
                </a:lnTo>
                <a:lnTo>
                  <a:pt x="359925" y="207406"/>
                </a:lnTo>
                <a:lnTo>
                  <a:pt x="360506" y="219456"/>
                </a:lnTo>
                <a:close/>
              </a:path>
              <a:path w="388620" h="390525">
                <a:moveTo>
                  <a:pt x="338328" y="254508"/>
                </a:moveTo>
                <a:lnTo>
                  <a:pt x="338328" y="230124"/>
                </a:lnTo>
                <a:lnTo>
                  <a:pt x="361295" y="230124"/>
                </a:lnTo>
                <a:lnTo>
                  <a:pt x="361592" y="233791"/>
                </a:lnTo>
                <a:lnTo>
                  <a:pt x="362712" y="243840"/>
                </a:lnTo>
                <a:lnTo>
                  <a:pt x="338328" y="254508"/>
                </a:lnTo>
                <a:close/>
              </a:path>
              <a:path w="388620" h="390525">
                <a:moveTo>
                  <a:pt x="224028" y="327660"/>
                </a:moveTo>
                <a:lnTo>
                  <a:pt x="216408" y="327660"/>
                </a:lnTo>
                <a:lnTo>
                  <a:pt x="213360" y="321564"/>
                </a:lnTo>
                <a:lnTo>
                  <a:pt x="208788" y="310895"/>
                </a:lnTo>
                <a:lnTo>
                  <a:pt x="203668" y="299537"/>
                </a:lnTo>
                <a:lnTo>
                  <a:pt x="195262" y="286321"/>
                </a:lnTo>
                <a:lnTo>
                  <a:pt x="183691" y="271653"/>
                </a:lnTo>
                <a:lnTo>
                  <a:pt x="169164" y="256032"/>
                </a:lnTo>
                <a:lnTo>
                  <a:pt x="172212" y="251460"/>
                </a:lnTo>
                <a:lnTo>
                  <a:pt x="213397" y="271676"/>
                </a:lnTo>
                <a:lnTo>
                  <a:pt x="234696" y="292607"/>
                </a:lnTo>
                <a:lnTo>
                  <a:pt x="237744" y="298704"/>
                </a:lnTo>
                <a:lnTo>
                  <a:pt x="237744" y="309372"/>
                </a:lnTo>
                <a:lnTo>
                  <a:pt x="234696" y="313943"/>
                </a:lnTo>
                <a:lnTo>
                  <a:pt x="231648" y="320040"/>
                </a:lnTo>
                <a:lnTo>
                  <a:pt x="224028" y="327660"/>
                </a:lnTo>
                <a:close/>
              </a:path>
              <a:path w="388620" h="390525">
                <a:moveTo>
                  <a:pt x="275843" y="390144"/>
                </a:moveTo>
                <a:lnTo>
                  <a:pt x="144780" y="390144"/>
                </a:lnTo>
                <a:lnTo>
                  <a:pt x="132802" y="388762"/>
                </a:lnTo>
                <a:lnTo>
                  <a:pt x="124396" y="382524"/>
                </a:lnTo>
                <a:lnTo>
                  <a:pt x="119705" y="371713"/>
                </a:lnTo>
                <a:lnTo>
                  <a:pt x="118872" y="356616"/>
                </a:lnTo>
                <a:lnTo>
                  <a:pt x="118826" y="327660"/>
                </a:lnTo>
                <a:lnTo>
                  <a:pt x="118704" y="310895"/>
                </a:lnTo>
                <a:lnTo>
                  <a:pt x="118581" y="303276"/>
                </a:lnTo>
                <a:lnTo>
                  <a:pt x="118233" y="288036"/>
                </a:lnTo>
                <a:lnTo>
                  <a:pt x="117348" y="271272"/>
                </a:lnTo>
                <a:lnTo>
                  <a:pt x="155448" y="291084"/>
                </a:lnTo>
                <a:lnTo>
                  <a:pt x="141732" y="303276"/>
                </a:lnTo>
                <a:lnTo>
                  <a:pt x="141854" y="355282"/>
                </a:lnTo>
                <a:lnTo>
                  <a:pt x="142303" y="361545"/>
                </a:lnTo>
                <a:lnTo>
                  <a:pt x="146304" y="367093"/>
                </a:lnTo>
                <a:lnTo>
                  <a:pt x="153733" y="370070"/>
                </a:lnTo>
                <a:lnTo>
                  <a:pt x="164592" y="370332"/>
                </a:lnTo>
                <a:lnTo>
                  <a:pt x="317620" y="370332"/>
                </a:lnTo>
                <a:lnTo>
                  <a:pt x="311419" y="378142"/>
                </a:lnTo>
                <a:lnTo>
                  <a:pt x="301371" y="385572"/>
                </a:lnTo>
                <a:lnTo>
                  <a:pt x="289607" y="389572"/>
                </a:lnTo>
                <a:lnTo>
                  <a:pt x="275843" y="390144"/>
                </a:lnTo>
                <a:close/>
              </a:path>
              <a:path w="388620" h="390525">
                <a:moveTo>
                  <a:pt x="373380" y="370332"/>
                </a:moveTo>
                <a:lnTo>
                  <a:pt x="368808" y="370332"/>
                </a:lnTo>
                <a:lnTo>
                  <a:pt x="365760" y="364236"/>
                </a:lnTo>
                <a:lnTo>
                  <a:pt x="362712" y="353568"/>
                </a:lnTo>
                <a:lnTo>
                  <a:pt x="356711" y="340399"/>
                </a:lnTo>
                <a:lnTo>
                  <a:pt x="347853" y="325945"/>
                </a:lnTo>
                <a:lnTo>
                  <a:pt x="336137" y="310062"/>
                </a:lnTo>
                <a:lnTo>
                  <a:pt x="321564" y="292607"/>
                </a:lnTo>
                <a:lnTo>
                  <a:pt x="327660" y="288036"/>
                </a:lnTo>
                <a:lnTo>
                  <a:pt x="370522" y="316539"/>
                </a:lnTo>
                <a:lnTo>
                  <a:pt x="388620" y="336804"/>
                </a:lnTo>
                <a:lnTo>
                  <a:pt x="388620" y="348996"/>
                </a:lnTo>
                <a:lnTo>
                  <a:pt x="385572" y="355092"/>
                </a:lnTo>
                <a:lnTo>
                  <a:pt x="376428" y="367284"/>
                </a:lnTo>
                <a:lnTo>
                  <a:pt x="373380" y="370332"/>
                </a:lnTo>
                <a:close/>
              </a:path>
              <a:path w="388620" h="390525">
                <a:moveTo>
                  <a:pt x="45720" y="376428"/>
                </a:moveTo>
                <a:lnTo>
                  <a:pt x="36576" y="376428"/>
                </a:lnTo>
                <a:lnTo>
                  <a:pt x="32004" y="374904"/>
                </a:lnTo>
                <a:lnTo>
                  <a:pt x="27432" y="371856"/>
                </a:lnTo>
                <a:lnTo>
                  <a:pt x="22860" y="370332"/>
                </a:lnTo>
                <a:lnTo>
                  <a:pt x="21336" y="367284"/>
                </a:lnTo>
                <a:lnTo>
                  <a:pt x="21336" y="362712"/>
                </a:lnTo>
                <a:lnTo>
                  <a:pt x="25908" y="356616"/>
                </a:lnTo>
                <a:lnTo>
                  <a:pt x="35052" y="347472"/>
                </a:lnTo>
                <a:lnTo>
                  <a:pt x="44481" y="338661"/>
                </a:lnTo>
                <a:lnTo>
                  <a:pt x="52197" y="326136"/>
                </a:lnTo>
                <a:lnTo>
                  <a:pt x="58197" y="310181"/>
                </a:lnTo>
                <a:lnTo>
                  <a:pt x="62484" y="291084"/>
                </a:lnTo>
                <a:lnTo>
                  <a:pt x="70104" y="291084"/>
                </a:lnTo>
                <a:lnTo>
                  <a:pt x="70576" y="307657"/>
                </a:lnTo>
                <a:lnTo>
                  <a:pt x="70471" y="321564"/>
                </a:lnTo>
                <a:lnTo>
                  <a:pt x="70294" y="328993"/>
                </a:lnTo>
                <a:lnTo>
                  <a:pt x="60960" y="368808"/>
                </a:lnTo>
                <a:lnTo>
                  <a:pt x="54864" y="371856"/>
                </a:lnTo>
                <a:lnTo>
                  <a:pt x="50292" y="374904"/>
                </a:lnTo>
                <a:lnTo>
                  <a:pt x="45720" y="376428"/>
                </a:lnTo>
                <a:close/>
              </a:path>
              <a:path w="388620" h="390525">
                <a:moveTo>
                  <a:pt x="317620" y="370332"/>
                </a:moveTo>
                <a:lnTo>
                  <a:pt x="268224" y="370332"/>
                </a:lnTo>
                <a:lnTo>
                  <a:pt x="275391" y="368950"/>
                </a:lnTo>
                <a:lnTo>
                  <a:pt x="280987" y="364998"/>
                </a:lnTo>
                <a:lnTo>
                  <a:pt x="291521" y="313943"/>
                </a:lnTo>
                <a:lnTo>
                  <a:pt x="292607" y="298704"/>
                </a:lnTo>
                <a:lnTo>
                  <a:pt x="300228" y="298704"/>
                </a:lnTo>
                <a:lnTo>
                  <a:pt x="302156" y="337280"/>
                </a:lnTo>
                <a:lnTo>
                  <a:pt x="320040" y="367284"/>
                </a:lnTo>
                <a:lnTo>
                  <a:pt x="317620" y="37033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6" name="object 86"/>
          <p:cNvSpPr/>
          <p:nvPr/>
        </p:nvSpPr>
        <p:spPr>
          <a:xfrm>
            <a:off x="4139184" y="4786883"/>
            <a:ext cx="1271270" cy="399415"/>
          </a:xfrm>
          <a:custGeom>
            <a:avLst/>
            <a:gdLst/>
            <a:ahLst/>
            <a:cxnLst/>
            <a:rect l="l" t="t" r="r" b="b"/>
            <a:pathLst>
              <a:path w="1271270" h="399414">
                <a:moveTo>
                  <a:pt x="391668" y="214884"/>
                </a:moveTo>
                <a:lnTo>
                  <a:pt x="353568" y="176784"/>
                </a:lnTo>
                <a:lnTo>
                  <a:pt x="326136" y="204216"/>
                </a:lnTo>
                <a:lnTo>
                  <a:pt x="210312" y="204216"/>
                </a:lnTo>
                <a:lnTo>
                  <a:pt x="210312" y="115824"/>
                </a:lnTo>
                <a:lnTo>
                  <a:pt x="352044" y="115824"/>
                </a:lnTo>
                <a:lnTo>
                  <a:pt x="316992" y="80772"/>
                </a:lnTo>
                <a:lnTo>
                  <a:pt x="292608" y="105156"/>
                </a:lnTo>
                <a:lnTo>
                  <a:pt x="210312" y="105156"/>
                </a:lnTo>
                <a:lnTo>
                  <a:pt x="210312" y="32004"/>
                </a:lnTo>
                <a:lnTo>
                  <a:pt x="225552" y="19812"/>
                </a:lnTo>
                <a:lnTo>
                  <a:pt x="181356" y="0"/>
                </a:lnTo>
                <a:lnTo>
                  <a:pt x="182232" y="22860"/>
                </a:lnTo>
                <a:lnTo>
                  <a:pt x="182689" y="48006"/>
                </a:lnTo>
                <a:lnTo>
                  <a:pt x="182880" y="105156"/>
                </a:lnTo>
                <a:lnTo>
                  <a:pt x="45720" y="105156"/>
                </a:lnTo>
                <a:lnTo>
                  <a:pt x="62484" y="120396"/>
                </a:lnTo>
                <a:lnTo>
                  <a:pt x="71907" y="118402"/>
                </a:lnTo>
                <a:lnTo>
                  <a:pt x="81915" y="116967"/>
                </a:lnTo>
                <a:lnTo>
                  <a:pt x="92481" y="116116"/>
                </a:lnTo>
                <a:lnTo>
                  <a:pt x="103632" y="115824"/>
                </a:lnTo>
                <a:lnTo>
                  <a:pt x="182880" y="115824"/>
                </a:lnTo>
                <a:lnTo>
                  <a:pt x="182880" y="204216"/>
                </a:lnTo>
                <a:lnTo>
                  <a:pt x="0" y="204216"/>
                </a:lnTo>
                <a:lnTo>
                  <a:pt x="15240" y="219456"/>
                </a:lnTo>
                <a:lnTo>
                  <a:pt x="24663" y="217462"/>
                </a:lnTo>
                <a:lnTo>
                  <a:pt x="34671" y="216027"/>
                </a:lnTo>
                <a:lnTo>
                  <a:pt x="45237" y="215176"/>
                </a:lnTo>
                <a:lnTo>
                  <a:pt x="56388" y="214884"/>
                </a:lnTo>
                <a:lnTo>
                  <a:pt x="179832" y="214884"/>
                </a:lnTo>
                <a:lnTo>
                  <a:pt x="155829" y="258508"/>
                </a:lnTo>
                <a:lnTo>
                  <a:pt x="120396" y="303276"/>
                </a:lnTo>
                <a:lnTo>
                  <a:pt x="82677" y="337756"/>
                </a:lnTo>
                <a:lnTo>
                  <a:pt x="51816" y="350520"/>
                </a:lnTo>
                <a:lnTo>
                  <a:pt x="74676" y="390144"/>
                </a:lnTo>
                <a:lnTo>
                  <a:pt x="115824" y="376428"/>
                </a:lnTo>
                <a:lnTo>
                  <a:pt x="179832" y="368427"/>
                </a:lnTo>
                <a:lnTo>
                  <a:pt x="237553" y="363575"/>
                </a:lnTo>
                <a:lnTo>
                  <a:pt x="312420" y="358140"/>
                </a:lnTo>
                <a:lnTo>
                  <a:pt x="317195" y="367030"/>
                </a:lnTo>
                <a:lnTo>
                  <a:pt x="326771" y="383654"/>
                </a:lnTo>
                <a:lnTo>
                  <a:pt x="330708" y="391668"/>
                </a:lnTo>
                <a:lnTo>
                  <a:pt x="333756" y="396240"/>
                </a:lnTo>
                <a:lnTo>
                  <a:pt x="336804" y="399288"/>
                </a:lnTo>
                <a:lnTo>
                  <a:pt x="342900" y="399288"/>
                </a:lnTo>
                <a:lnTo>
                  <a:pt x="345948" y="394716"/>
                </a:lnTo>
                <a:lnTo>
                  <a:pt x="348996" y="387096"/>
                </a:lnTo>
                <a:lnTo>
                  <a:pt x="353568" y="373380"/>
                </a:lnTo>
                <a:lnTo>
                  <a:pt x="353568" y="368808"/>
                </a:lnTo>
                <a:lnTo>
                  <a:pt x="332232" y="332232"/>
                </a:lnTo>
                <a:lnTo>
                  <a:pt x="300037" y="309181"/>
                </a:lnTo>
                <a:lnTo>
                  <a:pt x="248412" y="280416"/>
                </a:lnTo>
                <a:lnTo>
                  <a:pt x="242316" y="286512"/>
                </a:lnTo>
                <a:lnTo>
                  <a:pt x="264071" y="305092"/>
                </a:lnTo>
                <a:lnTo>
                  <a:pt x="281559" y="321945"/>
                </a:lnTo>
                <a:lnTo>
                  <a:pt x="295033" y="337096"/>
                </a:lnTo>
                <a:lnTo>
                  <a:pt x="304800" y="350520"/>
                </a:lnTo>
                <a:lnTo>
                  <a:pt x="86868" y="352044"/>
                </a:lnTo>
                <a:lnTo>
                  <a:pt x="103098" y="339763"/>
                </a:lnTo>
                <a:lnTo>
                  <a:pt x="119634" y="325755"/>
                </a:lnTo>
                <a:lnTo>
                  <a:pt x="136156" y="310045"/>
                </a:lnTo>
                <a:lnTo>
                  <a:pt x="167513" y="276606"/>
                </a:lnTo>
                <a:lnTo>
                  <a:pt x="180784" y="262890"/>
                </a:lnTo>
                <a:lnTo>
                  <a:pt x="201168" y="242316"/>
                </a:lnTo>
                <a:lnTo>
                  <a:pt x="222504" y="234696"/>
                </a:lnTo>
                <a:lnTo>
                  <a:pt x="190500" y="214884"/>
                </a:lnTo>
                <a:lnTo>
                  <a:pt x="391668" y="214884"/>
                </a:lnTo>
                <a:close/>
              </a:path>
              <a:path w="1271270" h="399414">
                <a:moveTo>
                  <a:pt x="815327" y="41148"/>
                </a:moveTo>
                <a:lnTo>
                  <a:pt x="772655" y="41148"/>
                </a:lnTo>
                <a:lnTo>
                  <a:pt x="708647" y="312420"/>
                </a:lnTo>
                <a:lnTo>
                  <a:pt x="643115" y="41148"/>
                </a:lnTo>
                <a:lnTo>
                  <a:pt x="598919" y="41148"/>
                </a:lnTo>
                <a:lnTo>
                  <a:pt x="534911" y="309372"/>
                </a:lnTo>
                <a:lnTo>
                  <a:pt x="469379" y="41148"/>
                </a:lnTo>
                <a:lnTo>
                  <a:pt x="425183" y="41148"/>
                </a:lnTo>
                <a:lnTo>
                  <a:pt x="507479" y="364236"/>
                </a:lnTo>
                <a:lnTo>
                  <a:pt x="554723" y="364236"/>
                </a:lnTo>
                <a:lnTo>
                  <a:pt x="620255" y="96012"/>
                </a:lnTo>
                <a:lnTo>
                  <a:pt x="685787" y="364236"/>
                </a:lnTo>
                <a:lnTo>
                  <a:pt x="734555" y="364236"/>
                </a:lnTo>
                <a:lnTo>
                  <a:pt x="815327" y="41148"/>
                </a:lnTo>
                <a:close/>
              </a:path>
              <a:path w="1271270" h="399414">
                <a:moveTo>
                  <a:pt x="1027163" y="224028"/>
                </a:moveTo>
                <a:lnTo>
                  <a:pt x="1022667" y="186105"/>
                </a:lnTo>
                <a:lnTo>
                  <a:pt x="1006094" y="148971"/>
                </a:lnTo>
                <a:lnTo>
                  <a:pt x="987539" y="130898"/>
                </a:lnTo>
                <a:lnTo>
                  <a:pt x="987539" y="214884"/>
                </a:lnTo>
                <a:lnTo>
                  <a:pt x="859523" y="214884"/>
                </a:lnTo>
                <a:lnTo>
                  <a:pt x="859840" y="208051"/>
                </a:lnTo>
                <a:lnTo>
                  <a:pt x="860856" y="201358"/>
                </a:lnTo>
                <a:lnTo>
                  <a:pt x="862749" y="194957"/>
                </a:lnTo>
                <a:lnTo>
                  <a:pt x="865619" y="188976"/>
                </a:lnTo>
                <a:lnTo>
                  <a:pt x="868667" y="181356"/>
                </a:lnTo>
                <a:lnTo>
                  <a:pt x="899147" y="152400"/>
                </a:lnTo>
                <a:lnTo>
                  <a:pt x="926579" y="147828"/>
                </a:lnTo>
                <a:lnTo>
                  <a:pt x="935177" y="148120"/>
                </a:lnTo>
                <a:lnTo>
                  <a:pt x="973823" y="167640"/>
                </a:lnTo>
                <a:lnTo>
                  <a:pt x="982967" y="187452"/>
                </a:lnTo>
                <a:lnTo>
                  <a:pt x="984973" y="193459"/>
                </a:lnTo>
                <a:lnTo>
                  <a:pt x="986396" y="200025"/>
                </a:lnTo>
                <a:lnTo>
                  <a:pt x="987259" y="207175"/>
                </a:lnTo>
                <a:lnTo>
                  <a:pt x="987539" y="214884"/>
                </a:lnTo>
                <a:lnTo>
                  <a:pt x="987539" y="130898"/>
                </a:lnTo>
                <a:lnTo>
                  <a:pt x="951153" y="116205"/>
                </a:lnTo>
                <a:lnTo>
                  <a:pt x="929627" y="114300"/>
                </a:lnTo>
                <a:lnTo>
                  <a:pt x="905649" y="116573"/>
                </a:lnTo>
                <a:lnTo>
                  <a:pt x="865124" y="134239"/>
                </a:lnTo>
                <a:lnTo>
                  <a:pt x="834859" y="168833"/>
                </a:lnTo>
                <a:lnTo>
                  <a:pt x="818857" y="215798"/>
                </a:lnTo>
                <a:lnTo>
                  <a:pt x="816851" y="243840"/>
                </a:lnTo>
                <a:lnTo>
                  <a:pt x="818857" y="272732"/>
                </a:lnTo>
                <a:lnTo>
                  <a:pt x="834859" y="319074"/>
                </a:lnTo>
                <a:lnTo>
                  <a:pt x="866559" y="351053"/>
                </a:lnTo>
                <a:lnTo>
                  <a:pt x="911656" y="368096"/>
                </a:lnTo>
                <a:lnTo>
                  <a:pt x="938771" y="370332"/>
                </a:lnTo>
                <a:lnTo>
                  <a:pt x="949439" y="370332"/>
                </a:lnTo>
                <a:lnTo>
                  <a:pt x="957059" y="368808"/>
                </a:lnTo>
                <a:lnTo>
                  <a:pt x="963155" y="367284"/>
                </a:lnTo>
                <a:lnTo>
                  <a:pt x="970775" y="367284"/>
                </a:lnTo>
                <a:lnTo>
                  <a:pt x="976871" y="365760"/>
                </a:lnTo>
                <a:lnTo>
                  <a:pt x="990587" y="361188"/>
                </a:lnTo>
                <a:lnTo>
                  <a:pt x="998207" y="359664"/>
                </a:lnTo>
                <a:lnTo>
                  <a:pt x="1004303" y="356616"/>
                </a:lnTo>
                <a:lnTo>
                  <a:pt x="1011923" y="353568"/>
                </a:lnTo>
                <a:lnTo>
                  <a:pt x="1018019" y="350520"/>
                </a:lnTo>
                <a:lnTo>
                  <a:pt x="1022591" y="348996"/>
                </a:lnTo>
                <a:lnTo>
                  <a:pt x="1022591" y="333756"/>
                </a:lnTo>
                <a:lnTo>
                  <a:pt x="1022591" y="304800"/>
                </a:lnTo>
                <a:lnTo>
                  <a:pt x="1019543" y="304800"/>
                </a:lnTo>
                <a:lnTo>
                  <a:pt x="1016495" y="307848"/>
                </a:lnTo>
                <a:lnTo>
                  <a:pt x="1002779" y="316992"/>
                </a:lnTo>
                <a:lnTo>
                  <a:pt x="964679" y="330708"/>
                </a:lnTo>
                <a:lnTo>
                  <a:pt x="958710" y="332473"/>
                </a:lnTo>
                <a:lnTo>
                  <a:pt x="952296" y="333375"/>
                </a:lnTo>
                <a:lnTo>
                  <a:pt x="945616" y="333717"/>
                </a:lnTo>
                <a:lnTo>
                  <a:pt x="938771" y="333756"/>
                </a:lnTo>
                <a:lnTo>
                  <a:pt x="921346" y="332333"/>
                </a:lnTo>
                <a:lnTo>
                  <a:pt x="879335" y="310896"/>
                </a:lnTo>
                <a:lnTo>
                  <a:pt x="860691" y="267182"/>
                </a:lnTo>
                <a:lnTo>
                  <a:pt x="859523" y="246888"/>
                </a:lnTo>
                <a:lnTo>
                  <a:pt x="1027163" y="246888"/>
                </a:lnTo>
                <a:lnTo>
                  <a:pt x="1027163" y="224028"/>
                </a:lnTo>
                <a:close/>
              </a:path>
              <a:path w="1271270" h="399414">
                <a:moveTo>
                  <a:pt x="1271003" y="239268"/>
                </a:moveTo>
                <a:lnTo>
                  <a:pt x="1269580" y="211264"/>
                </a:lnTo>
                <a:lnTo>
                  <a:pt x="1265288" y="186690"/>
                </a:lnTo>
                <a:lnTo>
                  <a:pt x="1258150" y="165544"/>
                </a:lnTo>
                <a:lnTo>
                  <a:pt x="1251585" y="153924"/>
                </a:lnTo>
                <a:lnTo>
                  <a:pt x="1248143" y="147828"/>
                </a:lnTo>
                <a:lnTo>
                  <a:pt x="1246771" y="146304"/>
                </a:lnTo>
                <a:lnTo>
                  <a:pt x="1234694" y="132956"/>
                </a:lnTo>
                <a:lnTo>
                  <a:pt x="1229855" y="129654"/>
                </a:lnTo>
                <a:lnTo>
                  <a:pt x="1229855" y="242316"/>
                </a:lnTo>
                <a:lnTo>
                  <a:pt x="1228712" y="264629"/>
                </a:lnTo>
                <a:lnTo>
                  <a:pt x="1211567" y="312420"/>
                </a:lnTo>
                <a:lnTo>
                  <a:pt x="1177709" y="332359"/>
                </a:lnTo>
                <a:lnTo>
                  <a:pt x="1162799" y="333756"/>
                </a:lnTo>
                <a:lnTo>
                  <a:pt x="1155966" y="333502"/>
                </a:lnTo>
                <a:lnTo>
                  <a:pt x="1116317" y="323430"/>
                </a:lnTo>
                <a:lnTo>
                  <a:pt x="1109459" y="320040"/>
                </a:lnTo>
                <a:lnTo>
                  <a:pt x="1109459" y="181356"/>
                </a:lnTo>
                <a:lnTo>
                  <a:pt x="1148181" y="157784"/>
                </a:lnTo>
                <a:lnTo>
                  <a:pt x="1173467" y="153924"/>
                </a:lnTo>
                <a:lnTo>
                  <a:pt x="1187208" y="155333"/>
                </a:lnTo>
                <a:lnTo>
                  <a:pt x="1222146" y="188099"/>
                </a:lnTo>
                <a:lnTo>
                  <a:pt x="1229855" y="242316"/>
                </a:lnTo>
                <a:lnTo>
                  <a:pt x="1229855" y="129654"/>
                </a:lnTo>
                <a:lnTo>
                  <a:pt x="1219377" y="122491"/>
                </a:lnTo>
                <a:lnTo>
                  <a:pt x="1202067" y="116332"/>
                </a:lnTo>
                <a:lnTo>
                  <a:pt x="1182611" y="114300"/>
                </a:lnTo>
                <a:lnTo>
                  <a:pt x="1171498" y="114871"/>
                </a:lnTo>
                <a:lnTo>
                  <a:pt x="1133894" y="128308"/>
                </a:lnTo>
                <a:lnTo>
                  <a:pt x="1109459" y="146304"/>
                </a:lnTo>
                <a:lnTo>
                  <a:pt x="1109459" y="25908"/>
                </a:lnTo>
                <a:lnTo>
                  <a:pt x="1068311" y="25908"/>
                </a:lnTo>
                <a:lnTo>
                  <a:pt x="1068311" y="364236"/>
                </a:lnTo>
                <a:lnTo>
                  <a:pt x="1106411" y="364236"/>
                </a:lnTo>
                <a:lnTo>
                  <a:pt x="1109459" y="352044"/>
                </a:lnTo>
                <a:lnTo>
                  <a:pt x="1116317" y="356336"/>
                </a:lnTo>
                <a:lnTo>
                  <a:pt x="1160691" y="370052"/>
                </a:lnTo>
                <a:lnTo>
                  <a:pt x="1170419" y="370332"/>
                </a:lnTo>
                <a:lnTo>
                  <a:pt x="1191260" y="368046"/>
                </a:lnTo>
                <a:lnTo>
                  <a:pt x="1227213" y="349758"/>
                </a:lnTo>
                <a:lnTo>
                  <a:pt x="1254937" y="314921"/>
                </a:lnTo>
                <a:lnTo>
                  <a:pt x="1269276" y="267538"/>
                </a:lnTo>
                <a:lnTo>
                  <a:pt x="1271003" y="23926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87" name="object 87"/>
          <p:cNvGrpSpPr/>
          <p:nvPr/>
        </p:nvGrpSpPr>
        <p:grpSpPr>
          <a:xfrm>
            <a:off x="5457444" y="4812791"/>
            <a:ext cx="890269" cy="344805"/>
            <a:chOff x="5457444" y="4812791"/>
            <a:chExt cx="890269" cy="344805"/>
          </a:xfrm>
        </p:grpSpPr>
        <p:pic>
          <p:nvPicPr>
            <p:cNvPr id="88" name="object 88"/>
            <p:cNvPicPr/>
            <p:nvPr/>
          </p:nvPicPr>
          <p:blipFill>
            <a:blip r:embed="rId17" cstate="print"/>
            <a:stretch>
              <a:fillRect/>
            </a:stretch>
          </p:blipFill>
          <p:spPr>
            <a:xfrm>
              <a:off x="5457444" y="4828539"/>
              <a:ext cx="435863" cy="322580"/>
            </a:xfrm>
            <a:prstGeom prst="rect">
              <a:avLst/>
            </a:prstGeom>
          </p:spPr>
        </p:pic>
        <p:sp>
          <p:nvSpPr>
            <p:cNvPr id="89" name="object 89"/>
            <p:cNvSpPr/>
            <p:nvPr/>
          </p:nvSpPr>
          <p:spPr>
            <a:xfrm>
              <a:off x="5902452" y="4812791"/>
              <a:ext cx="445134" cy="344805"/>
            </a:xfrm>
            <a:custGeom>
              <a:avLst/>
              <a:gdLst/>
              <a:ahLst/>
              <a:cxnLst/>
              <a:rect l="l" t="t" r="r" b="b"/>
              <a:pathLst>
                <a:path w="445135" h="344804">
                  <a:moveTo>
                    <a:pt x="216408" y="216408"/>
                  </a:moveTo>
                  <a:lnTo>
                    <a:pt x="209359" y="162877"/>
                  </a:lnTo>
                  <a:lnTo>
                    <a:pt x="188493" y="123444"/>
                  </a:lnTo>
                  <a:lnTo>
                    <a:pt x="175260" y="111099"/>
                  </a:lnTo>
                  <a:lnTo>
                    <a:pt x="175260" y="216408"/>
                  </a:lnTo>
                  <a:lnTo>
                    <a:pt x="174117" y="238721"/>
                  </a:lnTo>
                  <a:lnTo>
                    <a:pt x="156972" y="286512"/>
                  </a:lnTo>
                  <a:lnTo>
                    <a:pt x="123317" y="307949"/>
                  </a:lnTo>
                  <a:lnTo>
                    <a:pt x="108204" y="309372"/>
                  </a:lnTo>
                  <a:lnTo>
                    <a:pt x="93078" y="307949"/>
                  </a:lnTo>
                  <a:lnTo>
                    <a:pt x="59436" y="286512"/>
                  </a:lnTo>
                  <a:lnTo>
                    <a:pt x="43573" y="237871"/>
                  </a:lnTo>
                  <a:lnTo>
                    <a:pt x="42672" y="216408"/>
                  </a:lnTo>
                  <a:lnTo>
                    <a:pt x="43573" y="194741"/>
                  </a:lnTo>
                  <a:lnTo>
                    <a:pt x="59436" y="146304"/>
                  </a:lnTo>
                  <a:lnTo>
                    <a:pt x="93078" y="124879"/>
                  </a:lnTo>
                  <a:lnTo>
                    <a:pt x="108204" y="123444"/>
                  </a:lnTo>
                  <a:lnTo>
                    <a:pt x="123317" y="124879"/>
                  </a:lnTo>
                  <a:lnTo>
                    <a:pt x="156972" y="146304"/>
                  </a:lnTo>
                  <a:lnTo>
                    <a:pt x="174117" y="194741"/>
                  </a:lnTo>
                  <a:lnTo>
                    <a:pt x="175260" y="216408"/>
                  </a:lnTo>
                  <a:lnTo>
                    <a:pt x="175260" y="111099"/>
                  </a:lnTo>
                  <a:lnTo>
                    <a:pt x="171424" y="107683"/>
                  </a:lnTo>
                  <a:lnTo>
                    <a:pt x="152971" y="97155"/>
                  </a:lnTo>
                  <a:lnTo>
                    <a:pt x="131940" y="90639"/>
                  </a:lnTo>
                  <a:lnTo>
                    <a:pt x="108204" y="88392"/>
                  </a:lnTo>
                  <a:lnTo>
                    <a:pt x="85344" y="90639"/>
                  </a:lnTo>
                  <a:lnTo>
                    <a:pt x="46482" y="107683"/>
                  </a:lnTo>
                  <a:lnTo>
                    <a:pt x="16713" y="140766"/>
                  </a:lnTo>
                  <a:lnTo>
                    <a:pt x="1752" y="188150"/>
                  </a:lnTo>
                  <a:lnTo>
                    <a:pt x="0" y="216408"/>
                  </a:lnTo>
                  <a:lnTo>
                    <a:pt x="1727" y="244678"/>
                  </a:lnTo>
                  <a:lnTo>
                    <a:pt x="16065" y="292061"/>
                  </a:lnTo>
                  <a:lnTo>
                    <a:pt x="44970" y="325780"/>
                  </a:lnTo>
                  <a:lnTo>
                    <a:pt x="84455" y="342404"/>
                  </a:lnTo>
                  <a:lnTo>
                    <a:pt x="108204" y="344424"/>
                  </a:lnTo>
                  <a:lnTo>
                    <a:pt x="131940" y="342404"/>
                  </a:lnTo>
                  <a:lnTo>
                    <a:pt x="171424" y="325780"/>
                  </a:lnTo>
                  <a:lnTo>
                    <a:pt x="200329" y="292925"/>
                  </a:lnTo>
                  <a:lnTo>
                    <a:pt x="214668" y="245541"/>
                  </a:lnTo>
                  <a:lnTo>
                    <a:pt x="216408" y="216408"/>
                  </a:lnTo>
                  <a:close/>
                </a:path>
                <a:path w="445135" h="344804">
                  <a:moveTo>
                    <a:pt x="445008" y="0"/>
                  </a:moveTo>
                  <a:lnTo>
                    <a:pt x="405384" y="0"/>
                  </a:lnTo>
                  <a:lnTo>
                    <a:pt x="405384" y="105156"/>
                  </a:lnTo>
                  <a:lnTo>
                    <a:pt x="405384" y="138684"/>
                  </a:lnTo>
                  <a:lnTo>
                    <a:pt x="405384" y="278892"/>
                  </a:lnTo>
                  <a:lnTo>
                    <a:pt x="397586" y="284568"/>
                  </a:lnTo>
                  <a:lnTo>
                    <a:pt x="357378" y="304228"/>
                  </a:lnTo>
                  <a:lnTo>
                    <a:pt x="341376" y="306324"/>
                  </a:lnTo>
                  <a:lnTo>
                    <a:pt x="327393" y="304901"/>
                  </a:lnTo>
                  <a:lnTo>
                    <a:pt x="291172" y="270878"/>
                  </a:lnTo>
                  <a:lnTo>
                    <a:pt x="283464" y="217932"/>
                  </a:lnTo>
                  <a:lnTo>
                    <a:pt x="284607" y="196507"/>
                  </a:lnTo>
                  <a:lnTo>
                    <a:pt x="301752" y="149352"/>
                  </a:lnTo>
                  <a:lnTo>
                    <a:pt x="336245" y="127927"/>
                  </a:lnTo>
                  <a:lnTo>
                    <a:pt x="350520" y="126492"/>
                  </a:lnTo>
                  <a:lnTo>
                    <a:pt x="358013" y="126542"/>
                  </a:lnTo>
                  <a:lnTo>
                    <a:pt x="364807" y="126873"/>
                  </a:lnTo>
                  <a:lnTo>
                    <a:pt x="371297" y="127787"/>
                  </a:lnTo>
                  <a:lnTo>
                    <a:pt x="377952" y="129540"/>
                  </a:lnTo>
                  <a:lnTo>
                    <a:pt x="383946" y="130975"/>
                  </a:lnTo>
                  <a:lnTo>
                    <a:pt x="390525" y="132969"/>
                  </a:lnTo>
                  <a:lnTo>
                    <a:pt x="397662" y="135547"/>
                  </a:lnTo>
                  <a:lnTo>
                    <a:pt x="405384" y="138684"/>
                  </a:lnTo>
                  <a:lnTo>
                    <a:pt x="405384" y="105156"/>
                  </a:lnTo>
                  <a:lnTo>
                    <a:pt x="369277" y="90970"/>
                  </a:lnTo>
                  <a:lnTo>
                    <a:pt x="344424" y="88392"/>
                  </a:lnTo>
                  <a:lnTo>
                    <a:pt x="334149" y="88963"/>
                  </a:lnTo>
                  <a:lnTo>
                    <a:pt x="295935" y="102425"/>
                  </a:lnTo>
                  <a:lnTo>
                    <a:pt x="266217" y="131356"/>
                  </a:lnTo>
                  <a:lnTo>
                    <a:pt x="246811" y="175069"/>
                  </a:lnTo>
                  <a:lnTo>
                    <a:pt x="242316" y="217932"/>
                  </a:lnTo>
                  <a:lnTo>
                    <a:pt x="242620" y="233362"/>
                  </a:lnTo>
                  <a:lnTo>
                    <a:pt x="248412" y="272796"/>
                  </a:lnTo>
                  <a:lnTo>
                    <a:pt x="266700" y="312420"/>
                  </a:lnTo>
                  <a:lnTo>
                    <a:pt x="303936" y="339928"/>
                  </a:lnTo>
                  <a:lnTo>
                    <a:pt x="332232" y="344424"/>
                  </a:lnTo>
                  <a:lnTo>
                    <a:pt x="347472" y="344424"/>
                  </a:lnTo>
                  <a:lnTo>
                    <a:pt x="359664" y="341376"/>
                  </a:lnTo>
                  <a:lnTo>
                    <a:pt x="365760" y="338328"/>
                  </a:lnTo>
                  <a:lnTo>
                    <a:pt x="371856" y="336804"/>
                  </a:lnTo>
                  <a:lnTo>
                    <a:pt x="384048" y="330708"/>
                  </a:lnTo>
                  <a:lnTo>
                    <a:pt x="388620" y="326136"/>
                  </a:lnTo>
                  <a:lnTo>
                    <a:pt x="393192" y="323088"/>
                  </a:lnTo>
                  <a:lnTo>
                    <a:pt x="397764" y="318516"/>
                  </a:lnTo>
                  <a:lnTo>
                    <a:pt x="405384" y="313944"/>
                  </a:lnTo>
                  <a:lnTo>
                    <a:pt x="405384" y="338328"/>
                  </a:lnTo>
                  <a:lnTo>
                    <a:pt x="445008" y="338328"/>
                  </a:lnTo>
                  <a:lnTo>
                    <a:pt x="445008" y="313944"/>
                  </a:lnTo>
                  <a:lnTo>
                    <a:pt x="445008" y="306324"/>
                  </a:lnTo>
                  <a:lnTo>
                    <a:pt x="445008" y="126492"/>
                  </a:lnTo>
                  <a:lnTo>
                    <a:pt x="445008" y="105156"/>
                  </a:lnTo>
                  <a:lnTo>
                    <a:pt x="445008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90" name="object 90"/>
          <p:cNvGrpSpPr/>
          <p:nvPr/>
        </p:nvGrpSpPr>
        <p:grpSpPr>
          <a:xfrm>
            <a:off x="6405371" y="4803647"/>
            <a:ext cx="841375" cy="386080"/>
            <a:chOff x="6405371" y="4803647"/>
            <a:chExt cx="841375" cy="386080"/>
          </a:xfrm>
        </p:grpSpPr>
        <p:pic>
          <p:nvPicPr>
            <p:cNvPr id="91" name="object 91"/>
            <p:cNvPicPr/>
            <p:nvPr/>
          </p:nvPicPr>
          <p:blipFill>
            <a:blip r:embed="rId18" cstate="print"/>
            <a:stretch>
              <a:fillRect/>
            </a:stretch>
          </p:blipFill>
          <p:spPr>
            <a:xfrm>
              <a:off x="6405371" y="4908804"/>
              <a:ext cx="190500" cy="248412"/>
            </a:xfrm>
            <a:prstGeom prst="rect">
              <a:avLst/>
            </a:prstGeom>
          </p:spPr>
        </p:pic>
        <p:sp>
          <p:nvSpPr>
            <p:cNvPr id="92" name="object 92"/>
            <p:cNvSpPr/>
            <p:nvPr/>
          </p:nvSpPr>
          <p:spPr>
            <a:xfrm>
              <a:off x="6640055" y="4803648"/>
              <a:ext cx="607060" cy="386080"/>
            </a:xfrm>
            <a:custGeom>
              <a:avLst/>
              <a:gdLst/>
              <a:ahLst/>
              <a:cxnLst/>
              <a:rect l="l" t="t" r="r" b="b"/>
              <a:pathLst>
                <a:path w="607059" h="386079">
                  <a:moveTo>
                    <a:pt x="175260" y="277368"/>
                  </a:moveTo>
                  <a:lnTo>
                    <a:pt x="163068" y="234696"/>
                  </a:lnTo>
                  <a:lnTo>
                    <a:pt x="121920" y="211836"/>
                  </a:lnTo>
                  <a:lnTo>
                    <a:pt x="105156" y="208788"/>
                  </a:lnTo>
                  <a:lnTo>
                    <a:pt x="97536" y="207264"/>
                  </a:lnTo>
                  <a:lnTo>
                    <a:pt x="91440" y="205740"/>
                  </a:lnTo>
                  <a:lnTo>
                    <a:pt x="83820" y="204216"/>
                  </a:lnTo>
                  <a:lnTo>
                    <a:pt x="77724" y="202692"/>
                  </a:lnTo>
                  <a:lnTo>
                    <a:pt x="42672" y="176784"/>
                  </a:lnTo>
                  <a:lnTo>
                    <a:pt x="42672" y="167640"/>
                  </a:lnTo>
                  <a:lnTo>
                    <a:pt x="72771" y="134874"/>
                  </a:lnTo>
                  <a:lnTo>
                    <a:pt x="91440" y="132588"/>
                  </a:lnTo>
                  <a:lnTo>
                    <a:pt x="100825" y="133146"/>
                  </a:lnTo>
                  <a:lnTo>
                    <a:pt x="139306" y="144170"/>
                  </a:lnTo>
                  <a:lnTo>
                    <a:pt x="164592" y="160020"/>
                  </a:lnTo>
                  <a:lnTo>
                    <a:pt x="167640" y="160020"/>
                  </a:lnTo>
                  <a:lnTo>
                    <a:pt x="167640" y="115824"/>
                  </a:lnTo>
                  <a:lnTo>
                    <a:pt x="159600" y="112420"/>
                  </a:lnTo>
                  <a:lnTo>
                    <a:pt x="122301" y="101638"/>
                  </a:lnTo>
                  <a:lnTo>
                    <a:pt x="91440" y="99060"/>
                  </a:lnTo>
                  <a:lnTo>
                    <a:pt x="71996" y="100228"/>
                  </a:lnTo>
                  <a:lnTo>
                    <a:pt x="25908" y="118872"/>
                  </a:lnTo>
                  <a:lnTo>
                    <a:pt x="2984" y="156806"/>
                  </a:lnTo>
                  <a:lnTo>
                    <a:pt x="1524" y="172212"/>
                  </a:lnTo>
                  <a:lnTo>
                    <a:pt x="2362" y="184213"/>
                  </a:lnTo>
                  <a:lnTo>
                    <a:pt x="21437" y="221030"/>
                  </a:lnTo>
                  <a:lnTo>
                    <a:pt x="54864" y="237744"/>
                  </a:lnTo>
                  <a:lnTo>
                    <a:pt x="60960" y="240792"/>
                  </a:lnTo>
                  <a:lnTo>
                    <a:pt x="70104" y="242316"/>
                  </a:lnTo>
                  <a:lnTo>
                    <a:pt x="77724" y="243840"/>
                  </a:lnTo>
                  <a:lnTo>
                    <a:pt x="86868" y="245364"/>
                  </a:lnTo>
                  <a:lnTo>
                    <a:pt x="92964" y="246888"/>
                  </a:lnTo>
                  <a:lnTo>
                    <a:pt x="97536" y="248412"/>
                  </a:lnTo>
                  <a:lnTo>
                    <a:pt x="106997" y="250964"/>
                  </a:lnTo>
                  <a:lnTo>
                    <a:pt x="134112" y="272796"/>
                  </a:lnTo>
                  <a:lnTo>
                    <a:pt x="134112" y="291084"/>
                  </a:lnTo>
                  <a:lnTo>
                    <a:pt x="131064" y="300228"/>
                  </a:lnTo>
                  <a:lnTo>
                    <a:pt x="128016" y="303276"/>
                  </a:lnTo>
                  <a:lnTo>
                    <a:pt x="124968" y="307848"/>
                  </a:lnTo>
                  <a:lnTo>
                    <a:pt x="120396" y="310896"/>
                  </a:lnTo>
                  <a:lnTo>
                    <a:pt x="115824" y="312420"/>
                  </a:lnTo>
                  <a:lnTo>
                    <a:pt x="111252" y="315468"/>
                  </a:lnTo>
                  <a:lnTo>
                    <a:pt x="96012" y="318516"/>
                  </a:lnTo>
                  <a:lnTo>
                    <a:pt x="82296" y="318516"/>
                  </a:lnTo>
                  <a:lnTo>
                    <a:pt x="25908" y="303276"/>
                  </a:lnTo>
                  <a:lnTo>
                    <a:pt x="19812" y="298704"/>
                  </a:lnTo>
                  <a:lnTo>
                    <a:pt x="6096" y="289560"/>
                  </a:lnTo>
                  <a:lnTo>
                    <a:pt x="3048" y="286512"/>
                  </a:lnTo>
                  <a:lnTo>
                    <a:pt x="0" y="286512"/>
                  </a:lnTo>
                  <a:lnTo>
                    <a:pt x="0" y="332232"/>
                  </a:lnTo>
                  <a:lnTo>
                    <a:pt x="7416" y="336524"/>
                  </a:lnTo>
                  <a:lnTo>
                    <a:pt x="46482" y="349072"/>
                  </a:lnTo>
                  <a:lnTo>
                    <a:pt x="80772" y="353568"/>
                  </a:lnTo>
                  <a:lnTo>
                    <a:pt x="92773" y="353047"/>
                  </a:lnTo>
                  <a:lnTo>
                    <a:pt x="129882" y="344004"/>
                  </a:lnTo>
                  <a:lnTo>
                    <a:pt x="150876" y="330708"/>
                  </a:lnTo>
                  <a:lnTo>
                    <a:pt x="157162" y="325831"/>
                  </a:lnTo>
                  <a:lnTo>
                    <a:pt x="162306" y="320230"/>
                  </a:lnTo>
                  <a:lnTo>
                    <a:pt x="166306" y="313778"/>
                  </a:lnTo>
                  <a:lnTo>
                    <a:pt x="169164" y="306324"/>
                  </a:lnTo>
                  <a:lnTo>
                    <a:pt x="172046" y="299453"/>
                  </a:lnTo>
                  <a:lnTo>
                    <a:pt x="173926" y="292417"/>
                  </a:lnTo>
                  <a:lnTo>
                    <a:pt x="174955" y="285115"/>
                  </a:lnTo>
                  <a:lnTo>
                    <a:pt x="175260" y="277368"/>
                  </a:lnTo>
                  <a:close/>
                </a:path>
                <a:path w="607059" h="386079">
                  <a:moveTo>
                    <a:pt x="606552" y="35052"/>
                  </a:moveTo>
                  <a:lnTo>
                    <a:pt x="571500" y="0"/>
                  </a:lnTo>
                  <a:lnTo>
                    <a:pt x="544068" y="24384"/>
                  </a:lnTo>
                  <a:lnTo>
                    <a:pt x="202692" y="24384"/>
                  </a:lnTo>
                  <a:lnTo>
                    <a:pt x="219456" y="39624"/>
                  </a:lnTo>
                  <a:lnTo>
                    <a:pt x="228892" y="37630"/>
                  </a:lnTo>
                  <a:lnTo>
                    <a:pt x="238887" y="36195"/>
                  </a:lnTo>
                  <a:lnTo>
                    <a:pt x="249466" y="35344"/>
                  </a:lnTo>
                  <a:lnTo>
                    <a:pt x="260604" y="35052"/>
                  </a:lnTo>
                  <a:lnTo>
                    <a:pt x="387096" y="35052"/>
                  </a:lnTo>
                  <a:lnTo>
                    <a:pt x="364236" y="114300"/>
                  </a:lnTo>
                  <a:lnTo>
                    <a:pt x="277368" y="114300"/>
                  </a:lnTo>
                  <a:lnTo>
                    <a:pt x="251460" y="99060"/>
                  </a:lnTo>
                  <a:lnTo>
                    <a:pt x="252349" y="117856"/>
                  </a:lnTo>
                  <a:lnTo>
                    <a:pt x="252793" y="144208"/>
                  </a:lnTo>
                  <a:lnTo>
                    <a:pt x="252971" y="177723"/>
                  </a:lnTo>
                  <a:lnTo>
                    <a:pt x="252793" y="303276"/>
                  </a:lnTo>
                  <a:lnTo>
                    <a:pt x="252349" y="342671"/>
                  </a:lnTo>
                  <a:lnTo>
                    <a:pt x="251460" y="379476"/>
                  </a:lnTo>
                  <a:lnTo>
                    <a:pt x="277368" y="362712"/>
                  </a:lnTo>
                  <a:lnTo>
                    <a:pt x="277368" y="124968"/>
                  </a:lnTo>
                  <a:lnTo>
                    <a:pt x="345948" y="124968"/>
                  </a:lnTo>
                  <a:lnTo>
                    <a:pt x="345948" y="361188"/>
                  </a:lnTo>
                  <a:lnTo>
                    <a:pt x="368808" y="350520"/>
                  </a:lnTo>
                  <a:lnTo>
                    <a:pt x="368808" y="124968"/>
                  </a:lnTo>
                  <a:lnTo>
                    <a:pt x="435864" y="124968"/>
                  </a:lnTo>
                  <a:lnTo>
                    <a:pt x="435864" y="358140"/>
                  </a:lnTo>
                  <a:lnTo>
                    <a:pt x="458724" y="348996"/>
                  </a:lnTo>
                  <a:lnTo>
                    <a:pt x="458724" y="124968"/>
                  </a:lnTo>
                  <a:lnTo>
                    <a:pt x="533400" y="124968"/>
                  </a:lnTo>
                  <a:lnTo>
                    <a:pt x="533400" y="336804"/>
                  </a:lnTo>
                  <a:lnTo>
                    <a:pt x="530352" y="342900"/>
                  </a:lnTo>
                  <a:lnTo>
                    <a:pt x="470916" y="341376"/>
                  </a:lnTo>
                  <a:lnTo>
                    <a:pt x="470916" y="348996"/>
                  </a:lnTo>
                  <a:lnTo>
                    <a:pt x="489496" y="356425"/>
                  </a:lnTo>
                  <a:lnTo>
                    <a:pt x="504063" y="364998"/>
                  </a:lnTo>
                  <a:lnTo>
                    <a:pt x="514642" y="374713"/>
                  </a:lnTo>
                  <a:lnTo>
                    <a:pt x="521208" y="385572"/>
                  </a:lnTo>
                  <a:lnTo>
                    <a:pt x="531520" y="380123"/>
                  </a:lnTo>
                  <a:lnTo>
                    <a:pt x="557237" y="346481"/>
                  </a:lnTo>
                  <a:lnTo>
                    <a:pt x="557784" y="336804"/>
                  </a:lnTo>
                  <a:lnTo>
                    <a:pt x="557784" y="135636"/>
                  </a:lnTo>
                  <a:lnTo>
                    <a:pt x="576072" y="123444"/>
                  </a:lnTo>
                  <a:lnTo>
                    <a:pt x="545592" y="97536"/>
                  </a:lnTo>
                  <a:lnTo>
                    <a:pt x="531876" y="114300"/>
                  </a:lnTo>
                  <a:lnTo>
                    <a:pt x="373380" y="114300"/>
                  </a:lnTo>
                  <a:lnTo>
                    <a:pt x="390245" y="86067"/>
                  </a:lnTo>
                  <a:lnTo>
                    <a:pt x="404241" y="63246"/>
                  </a:lnTo>
                  <a:lnTo>
                    <a:pt x="415391" y="46151"/>
                  </a:lnTo>
                  <a:lnTo>
                    <a:pt x="423672" y="35052"/>
                  </a:lnTo>
                  <a:lnTo>
                    <a:pt x="606552" y="35052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93" name="object 93"/>
          <p:cNvSpPr/>
          <p:nvPr/>
        </p:nvSpPr>
        <p:spPr>
          <a:xfrm>
            <a:off x="7293864" y="4794503"/>
            <a:ext cx="396240" cy="394970"/>
          </a:xfrm>
          <a:custGeom>
            <a:avLst/>
            <a:gdLst/>
            <a:ahLst/>
            <a:cxnLst/>
            <a:rect l="l" t="t" r="r" b="b"/>
            <a:pathLst>
              <a:path w="396240" h="394970">
                <a:moveTo>
                  <a:pt x="18288" y="41148"/>
                </a:moveTo>
                <a:lnTo>
                  <a:pt x="3048" y="25908"/>
                </a:lnTo>
                <a:lnTo>
                  <a:pt x="333756" y="25908"/>
                </a:lnTo>
                <a:lnTo>
                  <a:pt x="359664" y="0"/>
                </a:lnTo>
                <a:lnTo>
                  <a:pt x="396240" y="36576"/>
                </a:lnTo>
                <a:lnTo>
                  <a:pt x="60960" y="36576"/>
                </a:lnTo>
                <a:lnTo>
                  <a:pt x="49791" y="36861"/>
                </a:lnTo>
                <a:lnTo>
                  <a:pt x="39052" y="37719"/>
                </a:lnTo>
                <a:lnTo>
                  <a:pt x="28598" y="39147"/>
                </a:lnTo>
                <a:lnTo>
                  <a:pt x="18288" y="41148"/>
                </a:lnTo>
                <a:close/>
              </a:path>
              <a:path w="396240" h="394970">
                <a:moveTo>
                  <a:pt x="3048" y="297179"/>
                </a:moveTo>
                <a:lnTo>
                  <a:pt x="0" y="289560"/>
                </a:lnTo>
                <a:lnTo>
                  <a:pt x="28289" y="267557"/>
                </a:lnTo>
                <a:lnTo>
                  <a:pt x="56007" y="242697"/>
                </a:lnTo>
                <a:lnTo>
                  <a:pt x="83153" y="214979"/>
                </a:lnTo>
                <a:lnTo>
                  <a:pt x="109728" y="184404"/>
                </a:lnTo>
                <a:lnTo>
                  <a:pt x="134874" y="151876"/>
                </a:lnTo>
                <a:lnTo>
                  <a:pt x="157734" y="116205"/>
                </a:lnTo>
                <a:lnTo>
                  <a:pt x="178308" y="77676"/>
                </a:lnTo>
                <a:lnTo>
                  <a:pt x="196596" y="36576"/>
                </a:lnTo>
                <a:lnTo>
                  <a:pt x="231648" y="36576"/>
                </a:lnTo>
                <a:lnTo>
                  <a:pt x="223385" y="52030"/>
                </a:lnTo>
                <a:lnTo>
                  <a:pt x="214693" y="68770"/>
                </a:lnTo>
                <a:lnTo>
                  <a:pt x="205716" y="86939"/>
                </a:lnTo>
                <a:lnTo>
                  <a:pt x="196596" y="106680"/>
                </a:lnTo>
                <a:lnTo>
                  <a:pt x="225552" y="123444"/>
                </a:lnTo>
                <a:lnTo>
                  <a:pt x="221742" y="126492"/>
                </a:lnTo>
                <a:lnTo>
                  <a:pt x="184404" y="126492"/>
                </a:lnTo>
                <a:lnTo>
                  <a:pt x="154570" y="167652"/>
                </a:lnTo>
                <a:lnTo>
                  <a:pt x="121663" y="205227"/>
                </a:lnTo>
                <a:lnTo>
                  <a:pt x="85539" y="239292"/>
                </a:lnTo>
                <a:lnTo>
                  <a:pt x="46049" y="269918"/>
                </a:lnTo>
                <a:lnTo>
                  <a:pt x="3048" y="297179"/>
                </a:lnTo>
                <a:close/>
              </a:path>
              <a:path w="396240" h="394970">
                <a:moveTo>
                  <a:pt x="182880" y="394716"/>
                </a:moveTo>
                <a:lnTo>
                  <a:pt x="183118" y="362712"/>
                </a:lnTo>
                <a:lnTo>
                  <a:pt x="183764" y="326588"/>
                </a:lnTo>
                <a:lnTo>
                  <a:pt x="184165" y="305562"/>
                </a:lnTo>
                <a:lnTo>
                  <a:pt x="184317" y="289560"/>
                </a:lnTo>
                <a:lnTo>
                  <a:pt x="184404" y="126492"/>
                </a:lnTo>
                <a:lnTo>
                  <a:pt x="221742" y="126492"/>
                </a:lnTo>
                <a:lnTo>
                  <a:pt x="210312" y="135636"/>
                </a:lnTo>
                <a:lnTo>
                  <a:pt x="210384" y="332994"/>
                </a:lnTo>
                <a:lnTo>
                  <a:pt x="210502" y="348424"/>
                </a:lnTo>
                <a:lnTo>
                  <a:pt x="210954" y="367117"/>
                </a:lnTo>
                <a:lnTo>
                  <a:pt x="211836" y="382524"/>
                </a:lnTo>
                <a:lnTo>
                  <a:pt x="182880" y="394716"/>
                </a:lnTo>
                <a:close/>
              </a:path>
              <a:path w="396240" h="394970">
                <a:moveTo>
                  <a:pt x="373380" y="280416"/>
                </a:moveTo>
                <a:lnTo>
                  <a:pt x="371856" y="280416"/>
                </a:lnTo>
                <a:lnTo>
                  <a:pt x="367879" y="278677"/>
                </a:lnTo>
                <a:lnTo>
                  <a:pt x="362902" y="273367"/>
                </a:lnTo>
                <a:lnTo>
                  <a:pt x="357068" y="264342"/>
                </a:lnTo>
                <a:lnTo>
                  <a:pt x="350520" y="251460"/>
                </a:lnTo>
                <a:lnTo>
                  <a:pt x="336256" y="230862"/>
                </a:lnTo>
                <a:lnTo>
                  <a:pt x="314134" y="205549"/>
                </a:lnTo>
                <a:lnTo>
                  <a:pt x="284297" y="175379"/>
                </a:lnTo>
                <a:lnTo>
                  <a:pt x="246888" y="140208"/>
                </a:lnTo>
                <a:lnTo>
                  <a:pt x="251460" y="135636"/>
                </a:lnTo>
                <a:lnTo>
                  <a:pt x="301180" y="168759"/>
                </a:lnTo>
                <a:lnTo>
                  <a:pt x="338328" y="194881"/>
                </a:lnTo>
                <a:lnTo>
                  <a:pt x="374904" y="225552"/>
                </a:lnTo>
                <a:lnTo>
                  <a:pt x="385572" y="254508"/>
                </a:lnTo>
                <a:lnTo>
                  <a:pt x="385572" y="259080"/>
                </a:lnTo>
                <a:lnTo>
                  <a:pt x="384048" y="263652"/>
                </a:lnTo>
                <a:lnTo>
                  <a:pt x="381000" y="269748"/>
                </a:lnTo>
                <a:lnTo>
                  <a:pt x="376428" y="277368"/>
                </a:lnTo>
                <a:lnTo>
                  <a:pt x="373380" y="28041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4" name="object 94"/>
          <p:cNvSpPr/>
          <p:nvPr/>
        </p:nvSpPr>
        <p:spPr>
          <a:xfrm>
            <a:off x="7738872" y="4792979"/>
            <a:ext cx="762000" cy="394970"/>
          </a:xfrm>
          <a:custGeom>
            <a:avLst/>
            <a:gdLst/>
            <a:ahLst/>
            <a:cxnLst/>
            <a:rect l="l" t="t" r="r" b="b"/>
            <a:pathLst>
              <a:path w="762000" h="394970">
                <a:moveTo>
                  <a:pt x="313944" y="22860"/>
                </a:moveTo>
                <a:lnTo>
                  <a:pt x="306628" y="16764"/>
                </a:lnTo>
                <a:lnTo>
                  <a:pt x="286512" y="0"/>
                </a:lnTo>
                <a:lnTo>
                  <a:pt x="274320" y="13411"/>
                </a:lnTo>
                <a:lnTo>
                  <a:pt x="274320" y="27432"/>
                </a:lnTo>
                <a:lnTo>
                  <a:pt x="274320" y="77724"/>
                </a:lnTo>
                <a:lnTo>
                  <a:pt x="274320" y="88392"/>
                </a:lnTo>
                <a:lnTo>
                  <a:pt x="274320" y="140208"/>
                </a:lnTo>
                <a:lnTo>
                  <a:pt x="123444" y="140208"/>
                </a:lnTo>
                <a:lnTo>
                  <a:pt x="123444" y="88392"/>
                </a:lnTo>
                <a:lnTo>
                  <a:pt x="274320" y="88392"/>
                </a:lnTo>
                <a:lnTo>
                  <a:pt x="274320" y="77724"/>
                </a:lnTo>
                <a:lnTo>
                  <a:pt x="123444" y="77724"/>
                </a:lnTo>
                <a:lnTo>
                  <a:pt x="123444" y="27432"/>
                </a:lnTo>
                <a:lnTo>
                  <a:pt x="274320" y="27432"/>
                </a:lnTo>
                <a:lnTo>
                  <a:pt x="274320" y="13411"/>
                </a:lnTo>
                <a:lnTo>
                  <a:pt x="271272" y="16764"/>
                </a:lnTo>
                <a:lnTo>
                  <a:pt x="124968" y="16764"/>
                </a:lnTo>
                <a:lnTo>
                  <a:pt x="97536" y="1524"/>
                </a:lnTo>
                <a:lnTo>
                  <a:pt x="98412" y="25006"/>
                </a:lnTo>
                <a:lnTo>
                  <a:pt x="98869" y="47625"/>
                </a:lnTo>
                <a:lnTo>
                  <a:pt x="99034" y="69684"/>
                </a:lnTo>
                <a:lnTo>
                  <a:pt x="99009" y="114681"/>
                </a:lnTo>
                <a:lnTo>
                  <a:pt x="98869" y="133540"/>
                </a:lnTo>
                <a:lnTo>
                  <a:pt x="98412" y="155092"/>
                </a:lnTo>
                <a:lnTo>
                  <a:pt x="97536" y="176784"/>
                </a:lnTo>
                <a:lnTo>
                  <a:pt x="123444" y="166116"/>
                </a:lnTo>
                <a:lnTo>
                  <a:pt x="123444" y="150876"/>
                </a:lnTo>
                <a:lnTo>
                  <a:pt x="274320" y="150876"/>
                </a:lnTo>
                <a:lnTo>
                  <a:pt x="274320" y="173736"/>
                </a:lnTo>
                <a:lnTo>
                  <a:pt x="300228" y="160020"/>
                </a:lnTo>
                <a:lnTo>
                  <a:pt x="300101" y="150876"/>
                </a:lnTo>
                <a:lnTo>
                  <a:pt x="299948" y="140208"/>
                </a:lnTo>
                <a:lnTo>
                  <a:pt x="299466" y="114681"/>
                </a:lnTo>
                <a:lnTo>
                  <a:pt x="299072" y="88392"/>
                </a:lnTo>
                <a:lnTo>
                  <a:pt x="298932" y="77724"/>
                </a:lnTo>
                <a:lnTo>
                  <a:pt x="298704" y="35052"/>
                </a:lnTo>
                <a:lnTo>
                  <a:pt x="308229" y="27432"/>
                </a:lnTo>
                <a:lnTo>
                  <a:pt x="313944" y="22860"/>
                </a:lnTo>
                <a:close/>
              </a:path>
              <a:path w="762000" h="394970">
                <a:moveTo>
                  <a:pt x="397764" y="352044"/>
                </a:moveTo>
                <a:lnTo>
                  <a:pt x="378066" y="354901"/>
                </a:lnTo>
                <a:lnTo>
                  <a:pt x="355663" y="356616"/>
                </a:lnTo>
                <a:lnTo>
                  <a:pt x="330682" y="357187"/>
                </a:lnTo>
                <a:lnTo>
                  <a:pt x="275501" y="356044"/>
                </a:lnTo>
                <a:lnTo>
                  <a:pt x="251460" y="354330"/>
                </a:lnTo>
                <a:lnTo>
                  <a:pt x="230835" y="351472"/>
                </a:lnTo>
                <a:lnTo>
                  <a:pt x="213360" y="347472"/>
                </a:lnTo>
                <a:lnTo>
                  <a:pt x="213360" y="339852"/>
                </a:lnTo>
                <a:lnTo>
                  <a:pt x="213360" y="275844"/>
                </a:lnTo>
                <a:lnTo>
                  <a:pt x="359664" y="275844"/>
                </a:lnTo>
                <a:lnTo>
                  <a:pt x="348488" y="265176"/>
                </a:lnTo>
                <a:lnTo>
                  <a:pt x="326136" y="243840"/>
                </a:lnTo>
                <a:lnTo>
                  <a:pt x="304800" y="265176"/>
                </a:lnTo>
                <a:lnTo>
                  <a:pt x="213360" y="265176"/>
                </a:lnTo>
                <a:lnTo>
                  <a:pt x="213360" y="207264"/>
                </a:lnTo>
                <a:lnTo>
                  <a:pt x="388620" y="207264"/>
                </a:lnTo>
                <a:lnTo>
                  <a:pt x="353568" y="170688"/>
                </a:lnTo>
                <a:lnTo>
                  <a:pt x="326136" y="196596"/>
                </a:lnTo>
                <a:lnTo>
                  <a:pt x="4572" y="196596"/>
                </a:lnTo>
                <a:lnTo>
                  <a:pt x="21336" y="211836"/>
                </a:lnTo>
                <a:lnTo>
                  <a:pt x="30759" y="209842"/>
                </a:lnTo>
                <a:lnTo>
                  <a:pt x="40767" y="208407"/>
                </a:lnTo>
                <a:lnTo>
                  <a:pt x="51333" y="207556"/>
                </a:lnTo>
                <a:lnTo>
                  <a:pt x="62484" y="207264"/>
                </a:lnTo>
                <a:lnTo>
                  <a:pt x="188976" y="207264"/>
                </a:lnTo>
                <a:lnTo>
                  <a:pt x="188976" y="339852"/>
                </a:lnTo>
                <a:lnTo>
                  <a:pt x="163893" y="328447"/>
                </a:lnTo>
                <a:lnTo>
                  <a:pt x="141541" y="314896"/>
                </a:lnTo>
                <a:lnTo>
                  <a:pt x="122313" y="299351"/>
                </a:lnTo>
                <a:lnTo>
                  <a:pt x="113525" y="289560"/>
                </a:lnTo>
                <a:lnTo>
                  <a:pt x="106680" y="281940"/>
                </a:lnTo>
                <a:lnTo>
                  <a:pt x="126492" y="242316"/>
                </a:lnTo>
                <a:lnTo>
                  <a:pt x="134112" y="237744"/>
                </a:lnTo>
                <a:lnTo>
                  <a:pt x="96012" y="214884"/>
                </a:lnTo>
                <a:lnTo>
                  <a:pt x="82296" y="269468"/>
                </a:lnTo>
                <a:lnTo>
                  <a:pt x="61722" y="316611"/>
                </a:lnTo>
                <a:lnTo>
                  <a:pt x="34290" y="356336"/>
                </a:lnTo>
                <a:lnTo>
                  <a:pt x="0" y="388620"/>
                </a:lnTo>
                <a:lnTo>
                  <a:pt x="3048" y="394716"/>
                </a:lnTo>
                <a:lnTo>
                  <a:pt x="33286" y="376148"/>
                </a:lnTo>
                <a:lnTo>
                  <a:pt x="59817" y="352425"/>
                </a:lnTo>
                <a:lnTo>
                  <a:pt x="82334" y="323570"/>
                </a:lnTo>
                <a:lnTo>
                  <a:pt x="100584" y="289560"/>
                </a:lnTo>
                <a:lnTo>
                  <a:pt x="111417" y="303618"/>
                </a:lnTo>
                <a:lnTo>
                  <a:pt x="149352" y="338328"/>
                </a:lnTo>
                <a:lnTo>
                  <a:pt x="197993" y="365975"/>
                </a:lnTo>
                <a:lnTo>
                  <a:pt x="243332" y="378764"/>
                </a:lnTo>
                <a:lnTo>
                  <a:pt x="315861" y="386676"/>
                </a:lnTo>
                <a:lnTo>
                  <a:pt x="362712" y="388620"/>
                </a:lnTo>
                <a:lnTo>
                  <a:pt x="366471" y="379196"/>
                </a:lnTo>
                <a:lnTo>
                  <a:pt x="373380" y="371475"/>
                </a:lnTo>
                <a:lnTo>
                  <a:pt x="383705" y="365480"/>
                </a:lnTo>
                <a:lnTo>
                  <a:pt x="397764" y="361188"/>
                </a:lnTo>
                <a:lnTo>
                  <a:pt x="397764" y="357187"/>
                </a:lnTo>
                <a:lnTo>
                  <a:pt x="397764" y="352044"/>
                </a:lnTo>
                <a:close/>
              </a:path>
              <a:path w="762000" h="394970">
                <a:moveTo>
                  <a:pt x="679704" y="56388"/>
                </a:moveTo>
                <a:lnTo>
                  <a:pt x="673608" y="51816"/>
                </a:lnTo>
                <a:lnTo>
                  <a:pt x="658368" y="45720"/>
                </a:lnTo>
                <a:lnTo>
                  <a:pt x="650748" y="41148"/>
                </a:lnTo>
                <a:lnTo>
                  <a:pt x="644652" y="39624"/>
                </a:lnTo>
                <a:lnTo>
                  <a:pt x="637032" y="36576"/>
                </a:lnTo>
                <a:lnTo>
                  <a:pt x="617956" y="31864"/>
                </a:lnTo>
                <a:lnTo>
                  <a:pt x="611124" y="30480"/>
                </a:lnTo>
                <a:lnTo>
                  <a:pt x="603999" y="29603"/>
                </a:lnTo>
                <a:lnTo>
                  <a:pt x="596455" y="29146"/>
                </a:lnTo>
                <a:lnTo>
                  <a:pt x="580644" y="28956"/>
                </a:lnTo>
                <a:lnTo>
                  <a:pt x="564921" y="29552"/>
                </a:lnTo>
                <a:lnTo>
                  <a:pt x="521208" y="39624"/>
                </a:lnTo>
                <a:lnTo>
                  <a:pt x="485203" y="62560"/>
                </a:lnTo>
                <a:lnTo>
                  <a:pt x="457962" y="97345"/>
                </a:lnTo>
                <a:lnTo>
                  <a:pt x="440766" y="141312"/>
                </a:lnTo>
                <a:lnTo>
                  <a:pt x="434340" y="196596"/>
                </a:lnTo>
                <a:lnTo>
                  <a:pt x="435140" y="216585"/>
                </a:lnTo>
                <a:lnTo>
                  <a:pt x="445008" y="268224"/>
                </a:lnTo>
                <a:lnTo>
                  <a:pt x="466648" y="310451"/>
                </a:lnTo>
                <a:lnTo>
                  <a:pt x="497205" y="339852"/>
                </a:lnTo>
                <a:lnTo>
                  <a:pt x="535178" y="357809"/>
                </a:lnTo>
                <a:lnTo>
                  <a:pt x="579120" y="364236"/>
                </a:lnTo>
                <a:lnTo>
                  <a:pt x="588835" y="363982"/>
                </a:lnTo>
                <a:lnTo>
                  <a:pt x="630186" y="357124"/>
                </a:lnTo>
                <a:lnTo>
                  <a:pt x="665988" y="342900"/>
                </a:lnTo>
                <a:lnTo>
                  <a:pt x="673608" y="339852"/>
                </a:lnTo>
                <a:lnTo>
                  <a:pt x="679704" y="335280"/>
                </a:lnTo>
                <a:lnTo>
                  <a:pt x="679704" y="284988"/>
                </a:lnTo>
                <a:lnTo>
                  <a:pt x="676656" y="284988"/>
                </a:lnTo>
                <a:lnTo>
                  <a:pt x="669036" y="292608"/>
                </a:lnTo>
                <a:lnTo>
                  <a:pt x="662940" y="297180"/>
                </a:lnTo>
                <a:lnTo>
                  <a:pt x="629221" y="316801"/>
                </a:lnTo>
                <a:lnTo>
                  <a:pt x="589521" y="325856"/>
                </a:lnTo>
                <a:lnTo>
                  <a:pt x="580644" y="326136"/>
                </a:lnTo>
                <a:lnTo>
                  <a:pt x="570369" y="325805"/>
                </a:lnTo>
                <a:lnTo>
                  <a:pt x="532155" y="313639"/>
                </a:lnTo>
                <a:lnTo>
                  <a:pt x="502678" y="285559"/>
                </a:lnTo>
                <a:lnTo>
                  <a:pt x="483908" y="240753"/>
                </a:lnTo>
                <a:lnTo>
                  <a:pt x="480060" y="196596"/>
                </a:lnTo>
                <a:lnTo>
                  <a:pt x="480390" y="181152"/>
                </a:lnTo>
                <a:lnTo>
                  <a:pt x="487680" y="140208"/>
                </a:lnTo>
                <a:lnTo>
                  <a:pt x="509016" y="99060"/>
                </a:lnTo>
                <a:lnTo>
                  <a:pt x="541020" y="73152"/>
                </a:lnTo>
                <a:lnTo>
                  <a:pt x="580644" y="65532"/>
                </a:lnTo>
                <a:lnTo>
                  <a:pt x="589521" y="65824"/>
                </a:lnTo>
                <a:lnTo>
                  <a:pt x="627697" y="74866"/>
                </a:lnTo>
                <a:lnTo>
                  <a:pt x="662940" y="94488"/>
                </a:lnTo>
                <a:lnTo>
                  <a:pt x="669036" y="100584"/>
                </a:lnTo>
                <a:lnTo>
                  <a:pt x="673608" y="103632"/>
                </a:lnTo>
                <a:lnTo>
                  <a:pt x="676656" y="108204"/>
                </a:lnTo>
                <a:lnTo>
                  <a:pt x="679704" y="108204"/>
                </a:lnTo>
                <a:lnTo>
                  <a:pt x="679704" y="56388"/>
                </a:lnTo>
                <a:close/>
              </a:path>
              <a:path w="762000" h="394970">
                <a:moveTo>
                  <a:pt x="761987" y="19812"/>
                </a:moveTo>
                <a:lnTo>
                  <a:pt x="720839" y="19812"/>
                </a:lnTo>
                <a:lnTo>
                  <a:pt x="720839" y="358140"/>
                </a:lnTo>
                <a:lnTo>
                  <a:pt x="761987" y="358140"/>
                </a:lnTo>
                <a:lnTo>
                  <a:pt x="761987" y="1981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pic>
        <p:nvPicPr>
          <p:cNvPr id="95" name="object 95"/>
          <p:cNvPicPr/>
          <p:nvPr/>
        </p:nvPicPr>
        <p:blipFill>
          <a:blip r:embed="rId19" cstate="print"/>
          <a:stretch>
            <a:fillRect/>
          </a:stretch>
        </p:blipFill>
        <p:spPr>
          <a:xfrm>
            <a:off x="8558783" y="4908803"/>
            <a:ext cx="190500" cy="248412"/>
          </a:xfrm>
          <a:prstGeom prst="rect">
            <a:avLst/>
          </a:prstGeom>
        </p:spPr>
      </p:pic>
      <p:sp>
        <p:nvSpPr>
          <p:cNvPr id="96" name="object 96"/>
          <p:cNvSpPr/>
          <p:nvPr/>
        </p:nvSpPr>
        <p:spPr>
          <a:xfrm>
            <a:off x="8811768" y="4828032"/>
            <a:ext cx="231775" cy="323215"/>
          </a:xfrm>
          <a:custGeom>
            <a:avLst/>
            <a:gdLst/>
            <a:ahLst/>
            <a:cxnLst/>
            <a:rect l="l" t="t" r="r" b="b"/>
            <a:pathLst>
              <a:path w="231775" h="323214">
                <a:moveTo>
                  <a:pt x="231648" y="323087"/>
                </a:moveTo>
                <a:lnTo>
                  <a:pt x="182880" y="323087"/>
                </a:lnTo>
                <a:lnTo>
                  <a:pt x="39624" y="44195"/>
                </a:lnTo>
                <a:lnTo>
                  <a:pt x="39624" y="323087"/>
                </a:lnTo>
                <a:lnTo>
                  <a:pt x="0" y="323087"/>
                </a:lnTo>
                <a:lnTo>
                  <a:pt x="0" y="0"/>
                </a:lnTo>
                <a:lnTo>
                  <a:pt x="60960" y="0"/>
                </a:lnTo>
                <a:lnTo>
                  <a:pt x="190500" y="256031"/>
                </a:lnTo>
                <a:lnTo>
                  <a:pt x="190500" y="0"/>
                </a:lnTo>
                <a:lnTo>
                  <a:pt x="231648" y="0"/>
                </a:lnTo>
                <a:lnTo>
                  <a:pt x="231648" y="32308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7" name="object 97"/>
          <p:cNvSpPr/>
          <p:nvPr/>
        </p:nvSpPr>
        <p:spPr>
          <a:xfrm>
            <a:off x="9089123" y="4838712"/>
            <a:ext cx="492759" cy="393700"/>
          </a:xfrm>
          <a:custGeom>
            <a:avLst/>
            <a:gdLst/>
            <a:ahLst/>
            <a:cxnLst/>
            <a:rect l="l" t="t" r="r" b="b"/>
            <a:pathLst>
              <a:path w="492759" h="393700">
                <a:moveTo>
                  <a:pt x="208788" y="172199"/>
                </a:moveTo>
                <a:lnTo>
                  <a:pt x="202692" y="123431"/>
                </a:lnTo>
                <a:lnTo>
                  <a:pt x="181356" y="89903"/>
                </a:lnTo>
                <a:lnTo>
                  <a:pt x="169164" y="78600"/>
                </a:lnTo>
                <a:lnTo>
                  <a:pt x="169164" y="163055"/>
                </a:lnTo>
                <a:lnTo>
                  <a:pt x="41148" y="163055"/>
                </a:lnTo>
                <a:lnTo>
                  <a:pt x="54864" y="121907"/>
                </a:lnTo>
                <a:lnTo>
                  <a:pt x="87020" y="98577"/>
                </a:lnTo>
                <a:lnTo>
                  <a:pt x="109728" y="95999"/>
                </a:lnTo>
                <a:lnTo>
                  <a:pt x="117449" y="96291"/>
                </a:lnTo>
                <a:lnTo>
                  <a:pt x="155448" y="115811"/>
                </a:lnTo>
                <a:lnTo>
                  <a:pt x="160020" y="120383"/>
                </a:lnTo>
                <a:lnTo>
                  <a:pt x="163068" y="128003"/>
                </a:lnTo>
                <a:lnTo>
                  <a:pt x="164592" y="135623"/>
                </a:lnTo>
                <a:lnTo>
                  <a:pt x="166598" y="141630"/>
                </a:lnTo>
                <a:lnTo>
                  <a:pt x="168021" y="148196"/>
                </a:lnTo>
                <a:lnTo>
                  <a:pt x="168884" y="155346"/>
                </a:lnTo>
                <a:lnTo>
                  <a:pt x="169164" y="163055"/>
                </a:lnTo>
                <a:lnTo>
                  <a:pt x="169164" y="78600"/>
                </a:lnTo>
                <a:lnTo>
                  <a:pt x="132778" y="64376"/>
                </a:lnTo>
                <a:lnTo>
                  <a:pt x="111252" y="62471"/>
                </a:lnTo>
                <a:lnTo>
                  <a:pt x="87274" y="64744"/>
                </a:lnTo>
                <a:lnTo>
                  <a:pt x="46748" y="82410"/>
                </a:lnTo>
                <a:lnTo>
                  <a:pt x="16725" y="117005"/>
                </a:lnTo>
                <a:lnTo>
                  <a:pt x="1765" y="163969"/>
                </a:lnTo>
                <a:lnTo>
                  <a:pt x="0" y="192011"/>
                </a:lnTo>
                <a:lnTo>
                  <a:pt x="2006" y="220903"/>
                </a:lnTo>
                <a:lnTo>
                  <a:pt x="18008" y="267246"/>
                </a:lnTo>
                <a:lnTo>
                  <a:pt x="49491" y="299224"/>
                </a:lnTo>
                <a:lnTo>
                  <a:pt x="94157" y="316268"/>
                </a:lnTo>
                <a:lnTo>
                  <a:pt x="121920" y="318503"/>
                </a:lnTo>
                <a:lnTo>
                  <a:pt x="131064" y="318503"/>
                </a:lnTo>
                <a:lnTo>
                  <a:pt x="146304" y="315455"/>
                </a:lnTo>
                <a:lnTo>
                  <a:pt x="152400" y="315455"/>
                </a:lnTo>
                <a:lnTo>
                  <a:pt x="160020" y="313931"/>
                </a:lnTo>
                <a:lnTo>
                  <a:pt x="167640" y="310883"/>
                </a:lnTo>
                <a:lnTo>
                  <a:pt x="179832" y="307835"/>
                </a:lnTo>
                <a:lnTo>
                  <a:pt x="185928" y="304787"/>
                </a:lnTo>
                <a:lnTo>
                  <a:pt x="193548" y="301739"/>
                </a:lnTo>
                <a:lnTo>
                  <a:pt x="199644" y="298691"/>
                </a:lnTo>
                <a:lnTo>
                  <a:pt x="204216" y="297167"/>
                </a:lnTo>
                <a:lnTo>
                  <a:pt x="204216" y="281927"/>
                </a:lnTo>
                <a:lnTo>
                  <a:pt x="204216" y="252971"/>
                </a:lnTo>
                <a:lnTo>
                  <a:pt x="202692" y="252971"/>
                </a:lnTo>
                <a:lnTo>
                  <a:pt x="198120" y="256019"/>
                </a:lnTo>
                <a:lnTo>
                  <a:pt x="195072" y="259067"/>
                </a:lnTo>
                <a:lnTo>
                  <a:pt x="188976" y="262115"/>
                </a:lnTo>
                <a:lnTo>
                  <a:pt x="184404" y="265163"/>
                </a:lnTo>
                <a:lnTo>
                  <a:pt x="178308" y="268211"/>
                </a:lnTo>
                <a:lnTo>
                  <a:pt x="155448" y="277355"/>
                </a:lnTo>
                <a:lnTo>
                  <a:pt x="147828" y="278879"/>
                </a:lnTo>
                <a:lnTo>
                  <a:pt x="140970" y="280644"/>
                </a:lnTo>
                <a:lnTo>
                  <a:pt x="134112" y="281546"/>
                </a:lnTo>
                <a:lnTo>
                  <a:pt x="127254" y="281889"/>
                </a:lnTo>
                <a:lnTo>
                  <a:pt x="120396" y="281927"/>
                </a:lnTo>
                <a:lnTo>
                  <a:pt x="102997" y="280504"/>
                </a:lnTo>
                <a:lnTo>
                  <a:pt x="62484" y="259067"/>
                </a:lnTo>
                <a:lnTo>
                  <a:pt x="42341" y="215353"/>
                </a:lnTo>
                <a:lnTo>
                  <a:pt x="41148" y="195059"/>
                </a:lnTo>
                <a:lnTo>
                  <a:pt x="208788" y="195059"/>
                </a:lnTo>
                <a:lnTo>
                  <a:pt x="208788" y="172199"/>
                </a:lnTo>
                <a:close/>
              </a:path>
              <a:path w="492759" h="393700">
                <a:moveTo>
                  <a:pt x="371856" y="70104"/>
                </a:moveTo>
                <a:lnTo>
                  <a:pt x="297180" y="70104"/>
                </a:lnTo>
                <a:lnTo>
                  <a:pt x="297180" y="0"/>
                </a:lnTo>
                <a:lnTo>
                  <a:pt x="256032" y="0"/>
                </a:lnTo>
                <a:lnTo>
                  <a:pt x="256032" y="70104"/>
                </a:lnTo>
                <a:lnTo>
                  <a:pt x="228600" y="70104"/>
                </a:lnTo>
                <a:lnTo>
                  <a:pt x="228600" y="103632"/>
                </a:lnTo>
                <a:lnTo>
                  <a:pt x="256032" y="103632"/>
                </a:lnTo>
                <a:lnTo>
                  <a:pt x="256032" y="237744"/>
                </a:lnTo>
                <a:lnTo>
                  <a:pt x="257175" y="256882"/>
                </a:lnTo>
                <a:lnTo>
                  <a:pt x="274320" y="297180"/>
                </a:lnTo>
                <a:lnTo>
                  <a:pt x="310756" y="315823"/>
                </a:lnTo>
                <a:lnTo>
                  <a:pt x="326136" y="316992"/>
                </a:lnTo>
                <a:lnTo>
                  <a:pt x="339852" y="316992"/>
                </a:lnTo>
                <a:lnTo>
                  <a:pt x="348996" y="315468"/>
                </a:lnTo>
                <a:lnTo>
                  <a:pt x="364236" y="312420"/>
                </a:lnTo>
                <a:lnTo>
                  <a:pt x="371856" y="309372"/>
                </a:lnTo>
                <a:lnTo>
                  <a:pt x="371856" y="272796"/>
                </a:lnTo>
                <a:lnTo>
                  <a:pt x="368808" y="272796"/>
                </a:lnTo>
                <a:lnTo>
                  <a:pt x="356616" y="278892"/>
                </a:lnTo>
                <a:lnTo>
                  <a:pt x="348996" y="280416"/>
                </a:lnTo>
                <a:lnTo>
                  <a:pt x="320040" y="280416"/>
                </a:lnTo>
                <a:lnTo>
                  <a:pt x="313944" y="277368"/>
                </a:lnTo>
                <a:lnTo>
                  <a:pt x="304800" y="271272"/>
                </a:lnTo>
                <a:lnTo>
                  <a:pt x="301752" y="265176"/>
                </a:lnTo>
                <a:lnTo>
                  <a:pt x="298704" y="260604"/>
                </a:lnTo>
                <a:lnTo>
                  <a:pt x="297180" y="254508"/>
                </a:lnTo>
                <a:lnTo>
                  <a:pt x="297180" y="103632"/>
                </a:lnTo>
                <a:lnTo>
                  <a:pt x="371856" y="103632"/>
                </a:lnTo>
                <a:lnTo>
                  <a:pt x="371856" y="70104"/>
                </a:lnTo>
                <a:close/>
              </a:path>
              <a:path w="492759" h="393700">
                <a:moveTo>
                  <a:pt x="478536" y="70104"/>
                </a:moveTo>
                <a:lnTo>
                  <a:pt x="426720" y="70104"/>
                </a:lnTo>
                <a:lnTo>
                  <a:pt x="426720" y="131064"/>
                </a:lnTo>
                <a:lnTo>
                  <a:pt x="478536" y="131064"/>
                </a:lnTo>
                <a:lnTo>
                  <a:pt x="478536" y="70104"/>
                </a:lnTo>
                <a:close/>
              </a:path>
              <a:path w="492759" h="393700">
                <a:moveTo>
                  <a:pt x="492252" y="249936"/>
                </a:moveTo>
                <a:lnTo>
                  <a:pt x="438912" y="249936"/>
                </a:lnTo>
                <a:lnTo>
                  <a:pt x="399288" y="393192"/>
                </a:lnTo>
                <a:lnTo>
                  <a:pt x="431292" y="393192"/>
                </a:lnTo>
                <a:lnTo>
                  <a:pt x="492252" y="24993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</p:spTree>
  </p:cSld>
  <p:clrMapOvr>
    <a:masterClrMapping/>
  </p:clrMapOvr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object 2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9668255" y="7229856"/>
            <a:ext cx="85344" cy="146304"/>
          </a:xfrm>
          <a:prstGeom prst="rect">
            <a:avLst/>
          </a:prstGeom>
        </p:spPr>
      </p:pic>
      <p:sp>
        <p:nvSpPr>
          <p:cNvPr id="3" name="object 3"/>
          <p:cNvSpPr/>
          <p:nvPr/>
        </p:nvSpPr>
        <p:spPr>
          <a:xfrm>
            <a:off x="1786127" y="1280160"/>
            <a:ext cx="448309" cy="548640"/>
          </a:xfrm>
          <a:custGeom>
            <a:avLst/>
            <a:gdLst/>
            <a:ahLst/>
            <a:cxnLst/>
            <a:rect l="l" t="t" r="r" b="b"/>
            <a:pathLst>
              <a:path w="448310" h="548639">
                <a:moveTo>
                  <a:pt x="103632" y="117348"/>
                </a:moveTo>
                <a:lnTo>
                  <a:pt x="94488" y="117348"/>
                </a:lnTo>
                <a:lnTo>
                  <a:pt x="89916" y="109728"/>
                </a:lnTo>
                <a:lnTo>
                  <a:pt x="86868" y="96012"/>
                </a:lnTo>
                <a:lnTo>
                  <a:pt x="78819" y="76581"/>
                </a:lnTo>
                <a:lnTo>
                  <a:pt x="68199" y="54864"/>
                </a:lnTo>
                <a:lnTo>
                  <a:pt x="54721" y="30861"/>
                </a:lnTo>
                <a:lnTo>
                  <a:pt x="38100" y="4572"/>
                </a:lnTo>
                <a:lnTo>
                  <a:pt x="45720" y="0"/>
                </a:lnTo>
                <a:lnTo>
                  <a:pt x="85725" y="24384"/>
                </a:lnTo>
                <a:lnTo>
                  <a:pt x="115966" y="53030"/>
                </a:lnTo>
                <a:lnTo>
                  <a:pt x="124968" y="74676"/>
                </a:lnTo>
                <a:lnTo>
                  <a:pt x="124365" y="80700"/>
                </a:lnTo>
                <a:lnTo>
                  <a:pt x="122491" y="87249"/>
                </a:lnTo>
                <a:lnTo>
                  <a:pt x="119181" y="94392"/>
                </a:lnTo>
                <a:lnTo>
                  <a:pt x="114300" y="102108"/>
                </a:lnTo>
                <a:lnTo>
                  <a:pt x="108204" y="112776"/>
                </a:lnTo>
                <a:lnTo>
                  <a:pt x="103632" y="117348"/>
                </a:lnTo>
                <a:close/>
              </a:path>
              <a:path w="448310" h="548639">
                <a:moveTo>
                  <a:pt x="201168" y="83820"/>
                </a:moveTo>
                <a:lnTo>
                  <a:pt x="179831" y="62484"/>
                </a:lnTo>
                <a:lnTo>
                  <a:pt x="387096" y="62484"/>
                </a:lnTo>
                <a:lnTo>
                  <a:pt x="406908" y="33528"/>
                </a:lnTo>
                <a:lnTo>
                  <a:pt x="448056" y="67056"/>
                </a:lnTo>
                <a:lnTo>
                  <a:pt x="438208" y="76200"/>
                </a:lnTo>
                <a:lnTo>
                  <a:pt x="259080" y="76200"/>
                </a:lnTo>
                <a:lnTo>
                  <a:pt x="243601" y="76747"/>
                </a:lnTo>
                <a:lnTo>
                  <a:pt x="228981" y="78295"/>
                </a:lnTo>
                <a:lnTo>
                  <a:pt x="214931" y="80700"/>
                </a:lnTo>
                <a:lnTo>
                  <a:pt x="201168" y="83820"/>
                </a:lnTo>
                <a:close/>
              </a:path>
              <a:path w="448310" h="548639">
                <a:moveTo>
                  <a:pt x="425453" y="486156"/>
                </a:moveTo>
                <a:lnTo>
                  <a:pt x="364236" y="486156"/>
                </a:lnTo>
                <a:lnTo>
                  <a:pt x="375356" y="485846"/>
                </a:lnTo>
                <a:lnTo>
                  <a:pt x="383476" y="482536"/>
                </a:lnTo>
                <a:lnTo>
                  <a:pt x="388453" y="476083"/>
                </a:lnTo>
                <a:lnTo>
                  <a:pt x="390144" y="466344"/>
                </a:lnTo>
                <a:lnTo>
                  <a:pt x="390144" y="76200"/>
                </a:lnTo>
                <a:lnTo>
                  <a:pt x="438208" y="76200"/>
                </a:lnTo>
                <a:lnTo>
                  <a:pt x="426720" y="86868"/>
                </a:lnTo>
                <a:lnTo>
                  <a:pt x="426720" y="473964"/>
                </a:lnTo>
                <a:lnTo>
                  <a:pt x="425453" y="486156"/>
                </a:lnTo>
                <a:close/>
              </a:path>
              <a:path w="448310" h="548639">
                <a:moveTo>
                  <a:pt x="0" y="548640"/>
                </a:moveTo>
                <a:lnTo>
                  <a:pt x="1039" y="498276"/>
                </a:lnTo>
                <a:lnTo>
                  <a:pt x="1731" y="459955"/>
                </a:lnTo>
                <a:lnTo>
                  <a:pt x="2414" y="411041"/>
                </a:lnTo>
                <a:lnTo>
                  <a:pt x="2822" y="365379"/>
                </a:lnTo>
                <a:lnTo>
                  <a:pt x="3011" y="295656"/>
                </a:lnTo>
                <a:lnTo>
                  <a:pt x="2786" y="239077"/>
                </a:lnTo>
                <a:lnTo>
                  <a:pt x="2104" y="184404"/>
                </a:lnTo>
                <a:lnTo>
                  <a:pt x="1119" y="138493"/>
                </a:lnTo>
                <a:lnTo>
                  <a:pt x="0" y="103632"/>
                </a:lnTo>
                <a:lnTo>
                  <a:pt x="59436" y="137160"/>
                </a:lnTo>
                <a:lnTo>
                  <a:pt x="38100" y="150876"/>
                </a:lnTo>
                <a:lnTo>
                  <a:pt x="38100" y="531876"/>
                </a:lnTo>
                <a:lnTo>
                  <a:pt x="0" y="548640"/>
                </a:lnTo>
                <a:close/>
              </a:path>
              <a:path w="448310" h="548639">
                <a:moveTo>
                  <a:pt x="330226" y="208788"/>
                </a:moveTo>
                <a:lnTo>
                  <a:pt x="277368" y="208788"/>
                </a:lnTo>
                <a:lnTo>
                  <a:pt x="294131" y="181356"/>
                </a:lnTo>
                <a:lnTo>
                  <a:pt x="330226" y="208788"/>
                </a:lnTo>
                <a:close/>
              </a:path>
              <a:path w="448310" h="548639">
                <a:moveTo>
                  <a:pt x="112776" y="423671"/>
                </a:moveTo>
                <a:lnTo>
                  <a:pt x="113657" y="389096"/>
                </a:lnTo>
                <a:lnTo>
                  <a:pt x="114109" y="356235"/>
                </a:lnTo>
                <a:lnTo>
                  <a:pt x="114205" y="338328"/>
                </a:lnTo>
                <a:lnTo>
                  <a:pt x="114276" y="267985"/>
                </a:lnTo>
                <a:lnTo>
                  <a:pt x="114094" y="239077"/>
                </a:lnTo>
                <a:lnTo>
                  <a:pt x="113657" y="212074"/>
                </a:lnTo>
                <a:lnTo>
                  <a:pt x="112776" y="184404"/>
                </a:lnTo>
                <a:lnTo>
                  <a:pt x="147828" y="208788"/>
                </a:lnTo>
                <a:lnTo>
                  <a:pt x="330226" y="208788"/>
                </a:lnTo>
                <a:lnTo>
                  <a:pt x="332232" y="210312"/>
                </a:lnTo>
                <a:lnTo>
                  <a:pt x="318931" y="222504"/>
                </a:lnTo>
                <a:lnTo>
                  <a:pt x="147828" y="222504"/>
                </a:lnTo>
                <a:lnTo>
                  <a:pt x="147828" y="364236"/>
                </a:lnTo>
                <a:lnTo>
                  <a:pt x="314121" y="364236"/>
                </a:lnTo>
                <a:lnTo>
                  <a:pt x="314134" y="365379"/>
                </a:lnTo>
                <a:lnTo>
                  <a:pt x="314484" y="377952"/>
                </a:lnTo>
                <a:lnTo>
                  <a:pt x="147828" y="377952"/>
                </a:lnTo>
                <a:lnTo>
                  <a:pt x="147828" y="409956"/>
                </a:lnTo>
                <a:lnTo>
                  <a:pt x="112776" y="423671"/>
                </a:lnTo>
                <a:close/>
              </a:path>
              <a:path w="448310" h="548639">
                <a:moveTo>
                  <a:pt x="314121" y="364236"/>
                </a:moveTo>
                <a:lnTo>
                  <a:pt x="280416" y="364236"/>
                </a:lnTo>
                <a:lnTo>
                  <a:pt x="280416" y="222504"/>
                </a:lnTo>
                <a:lnTo>
                  <a:pt x="318931" y="222504"/>
                </a:lnTo>
                <a:lnTo>
                  <a:pt x="313943" y="227076"/>
                </a:lnTo>
                <a:lnTo>
                  <a:pt x="314064" y="359273"/>
                </a:lnTo>
                <a:lnTo>
                  <a:pt x="314121" y="364236"/>
                </a:lnTo>
                <a:close/>
              </a:path>
              <a:path w="448310" h="548639">
                <a:moveTo>
                  <a:pt x="280416" y="414528"/>
                </a:moveTo>
                <a:lnTo>
                  <a:pt x="280416" y="377952"/>
                </a:lnTo>
                <a:lnTo>
                  <a:pt x="314484" y="377952"/>
                </a:lnTo>
                <a:lnTo>
                  <a:pt x="314586" y="381619"/>
                </a:lnTo>
                <a:lnTo>
                  <a:pt x="315467" y="399288"/>
                </a:lnTo>
                <a:lnTo>
                  <a:pt x="280416" y="414528"/>
                </a:lnTo>
                <a:close/>
              </a:path>
              <a:path w="448310" h="548639">
                <a:moveTo>
                  <a:pt x="365760" y="548640"/>
                </a:moveTo>
                <a:lnTo>
                  <a:pt x="360854" y="528613"/>
                </a:lnTo>
                <a:lnTo>
                  <a:pt x="345948" y="511873"/>
                </a:lnTo>
                <a:lnTo>
                  <a:pt x="320754" y="498276"/>
                </a:lnTo>
                <a:lnTo>
                  <a:pt x="284988" y="487680"/>
                </a:lnTo>
                <a:lnTo>
                  <a:pt x="284988" y="478536"/>
                </a:lnTo>
                <a:lnTo>
                  <a:pt x="364236" y="486156"/>
                </a:lnTo>
                <a:lnTo>
                  <a:pt x="425453" y="486156"/>
                </a:lnTo>
                <a:lnTo>
                  <a:pt x="423838" y="501705"/>
                </a:lnTo>
                <a:lnTo>
                  <a:pt x="412813" y="523303"/>
                </a:lnTo>
                <a:lnTo>
                  <a:pt x="393501" y="538900"/>
                </a:lnTo>
                <a:lnTo>
                  <a:pt x="365760" y="548640"/>
                </a:lnTo>
                <a:close/>
              </a:path>
            </a:pathLst>
          </a:custGeom>
          <a:solidFill>
            <a:srgbClr val="3333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" name="object 4"/>
          <p:cNvSpPr/>
          <p:nvPr/>
        </p:nvSpPr>
        <p:spPr>
          <a:xfrm>
            <a:off x="2328672" y="1289303"/>
            <a:ext cx="558165" cy="541020"/>
          </a:xfrm>
          <a:custGeom>
            <a:avLst/>
            <a:gdLst/>
            <a:ahLst/>
            <a:cxnLst/>
            <a:rect l="l" t="t" r="r" b="b"/>
            <a:pathLst>
              <a:path w="558164" h="541019">
                <a:moveTo>
                  <a:pt x="300228" y="50292"/>
                </a:moveTo>
                <a:lnTo>
                  <a:pt x="278892" y="28956"/>
                </a:lnTo>
                <a:lnTo>
                  <a:pt x="486156" y="28956"/>
                </a:lnTo>
                <a:lnTo>
                  <a:pt x="515112" y="0"/>
                </a:lnTo>
                <a:lnTo>
                  <a:pt x="553212" y="44196"/>
                </a:lnTo>
                <a:lnTo>
                  <a:pt x="356616" y="44196"/>
                </a:lnTo>
                <a:lnTo>
                  <a:pt x="341804" y="44505"/>
                </a:lnTo>
                <a:lnTo>
                  <a:pt x="327279" y="45529"/>
                </a:lnTo>
                <a:lnTo>
                  <a:pt x="313324" y="47410"/>
                </a:lnTo>
                <a:lnTo>
                  <a:pt x="300228" y="50292"/>
                </a:lnTo>
                <a:close/>
              </a:path>
              <a:path w="558164" h="541019">
                <a:moveTo>
                  <a:pt x="260924" y="27432"/>
                </a:moveTo>
                <a:lnTo>
                  <a:pt x="213360" y="27432"/>
                </a:lnTo>
                <a:lnTo>
                  <a:pt x="230124" y="3048"/>
                </a:lnTo>
                <a:lnTo>
                  <a:pt x="260924" y="27432"/>
                </a:lnTo>
                <a:close/>
              </a:path>
              <a:path w="558164" h="541019">
                <a:moveTo>
                  <a:pt x="73152" y="233172"/>
                </a:moveTo>
                <a:lnTo>
                  <a:pt x="74033" y="205430"/>
                </a:lnTo>
                <a:lnTo>
                  <a:pt x="74485" y="176974"/>
                </a:lnTo>
                <a:lnTo>
                  <a:pt x="74590" y="77914"/>
                </a:lnTo>
                <a:lnTo>
                  <a:pt x="74488" y="60698"/>
                </a:lnTo>
                <a:lnTo>
                  <a:pt x="74033" y="33337"/>
                </a:lnTo>
                <a:lnTo>
                  <a:pt x="73152" y="7620"/>
                </a:lnTo>
                <a:lnTo>
                  <a:pt x="106680" y="27432"/>
                </a:lnTo>
                <a:lnTo>
                  <a:pt x="260924" y="27432"/>
                </a:lnTo>
                <a:lnTo>
                  <a:pt x="266699" y="32004"/>
                </a:lnTo>
                <a:lnTo>
                  <a:pt x="255524" y="41148"/>
                </a:lnTo>
                <a:lnTo>
                  <a:pt x="106680" y="41148"/>
                </a:lnTo>
                <a:lnTo>
                  <a:pt x="106680" y="111252"/>
                </a:lnTo>
                <a:lnTo>
                  <a:pt x="250012" y="111252"/>
                </a:lnTo>
                <a:lnTo>
                  <a:pt x="250063" y="124968"/>
                </a:lnTo>
                <a:lnTo>
                  <a:pt x="106680" y="124968"/>
                </a:lnTo>
                <a:lnTo>
                  <a:pt x="106680" y="192024"/>
                </a:lnTo>
                <a:lnTo>
                  <a:pt x="250910" y="192024"/>
                </a:lnTo>
                <a:lnTo>
                  <a:pt x="251290" y="205740"/>
                </a:lnTo>
                <a:lnTo>
                  <a:pt x="106680" y="205740"/>
                </a:lnTo>
                <a:lnTo>
                  <a:pt x="106680" y="220979"/>
                </a:lnTo>
                <a:lnTo>
                  <a:pt x="73152" y="233172"/>
                </a:lnTo>
                <a:close/>
              </a:path>
              <a:path w="558164" h="541019">
                <a:moveTo>
                  <a:pt x="250012" y="111252"/>
                </a:moveTo>
                <a:lnTo>
                  <a:pt x="217932" y="111252"/>
                </a:lnTo>
                <a:lnTo>
                  <a:pt x="217932" y="41148"/>
                </a:lnTo>
                <a:lnTo>
                  <a:pt x="255524" y="41148"/>
                </a:lnTo>
                <a:lnTo>
                  <a:pt x="249936" y="45720"/>
                </a:lnTo>
                <a:lnTo>
                  <a:pt x="250012" y="111252"/>
                </a:lnTo>
                <a:close/>
              </a:path>
              <a:path w="558164" h="541019">
                <a:moveTo>
                  <a:pt x="385572" y="112776"/>
                </a:moveTo>
                <a:lnTo>
                  <a:pt x="373380" y="112776"/>
                </a:lnTo>
                <a:lnTo>
                  <a:pt x="378285" y="95416"/>
                </a:lnTo>
                <a:lnTo>
                  <a:pt x="381762" y="77914"/>
                </a:lnTo>
                <a:lnTo>
                  <a:pt x="384095" y="60698"/>
                </a:lnTo>
                <a:lnTo>
                  <a:pt x="385572" y="44196"/>
                </a:lnTo>
                <a:lnTo>
                  <a:pt x="426719" y="44196"/>
                </a:lnTo>
                <a:lnTo>
                  <a:pt x="420719" y="53625"/>
                </a:lnTo>
                <a:lnTo>
                  <a:pt x="411861" y="68199"/>
                </a:lnTo>
                <a:lnTo>
                  <a:pt x="400145" y="87915"/>
                </a:lnTo>
                <a:lnTo>
                  <a:pt x="385572" y="112776"/>
                </a:lnTo>
                <a:close/>
              </a:path>
              <a:path w="558164" h="541019">
                <a:moveTo>
                  <a:pt x="522642" y="112776"/>
                </a:moveTo>
                <a:lnTo>
                  <a:pt x="477012" y="112776"/>
                </a:lnTo>
                <a:lnTo>
                  <a:pt x="493776" y="91440"/>
                </a:lnTo>
                <a:lnTo>
                  <a:pt x="522642" y="112776"/>
                </a:lnTo>
                <a:close/>
              </a:path>
              <a:path w="558164" h="541019">
                <a:moveTo>
                  <a:pt x="309372" y="345948"/>
                </a:moveTo>
                <a:lnTo>
                  <a:pt x="311467" y="289941"/>
                </a:lnTo>
                <a:lnTo>
                  <a:pt x="312238" y="246888"/>
                </a:lnTo>
                <a:lnTo>
                  <a:pt x="312341" y="211836"/>
                </a:lnTo>
                <a:lnTo>
                  <a:pt x="312158" y="187071"/>
                </a:lnTo>
                <a:lnTo>
                  <a:pt x="311467" y="153924"/>
                </a:lnTo>
                <a:lnTo>
                  <a:pt x="310491" y="123063"/>
                </a:lnTo>
                <a:lnTo>
                  <a:pt x="309372" y="94488"/>
                </a:lnTo>
                <a:lnTo>
                  <a:pt x="342900" y="112776"/>
                </a:lnTo>
                <a:lnTo>
                  <a:pt x="522642" y="112776"/>
                </a:lnTo>
                <a:lnTo>
                  <a:pt x="528828" y="117348"/>
                </a:lnTo>
                <a:lnTo>
                  <a:pt x="517093" y="128016"/>
                </a:lnTo>
                <a:lnTo>
                  <a:pt x="342900" y="128016"/>
                </a:lnTo>
                <a:lnTo>
                  <a:pt x="342900" y="326136"/>
                </a:lnTo>
                <a:lnTo>
                  <a:pt x="309372" y="345948"/>
                </a:lnTo>
                <a:close/>
              </a:path>
              <a:path w="558164" h="541019">
                <a:moveTo>
                  <a:pt x="250910" y="192024"/>
                </a:moveTo>
                <a:lnTo>
                  <a:pt x="217932" y="192024"/>
                </a:lnTo>
                <a:lnTo>
                  <a:pt x="217932" y="124968"/>
                </a:lnTo>
                <a:lnTo>
                  <a:pt x="250063" y="124968"/>
                </a:lnTo>
                <a:lnTo>
                  <a:pt x="250126" y="141922"/>
                </a:lnTo>
                <a:lnTo>
                  <a:pt x="250578" y="180093"/>
                </a:lnTo>
                <a:lnTo>
                  <a:pt x="250910" y="192024"/>
                </a:lnTo>
                <a:close/>
              </a:path>
              <a:path w="558164" h="541019">
                <a:moveTo>
                  <a:pt x="481584" y="338328"/>
                </a:moveTo>
                <a:lnTo>
                  <a:pt x="481584" y="128016"/>
                </a:lnTo>
                <a:lnTo>
                  <a:pt x="517093" y="128016"/>
                </a:lnTo>
                <a:lnTo>
                  <a:pt x="512064" y="132588"/>
                </a:lnTo>
                <a:lnTo>
                  <a:pt x="512185" y="252293"/>
                </a:lnTo>
                <a:lnTo>
                  <a:pt x="512347" y="259079"/>
                </a:lnTo>
                <a:lnTo>
                  <a:pt x="513119" y="277296"/>
                </a:lnTo>
                <a:lnTo>
                  <a:pt x="514036" y="297179"/>
                </a:lnTo>
                <a:lnTo>
                  <a:pt x="515112" y="321564"/>
                </a:lnTo>
                <a:lnTo>
                  <a:pt x="481584" y="338328"/>
                </a:lnTo>
                <a:close/>
              </a:path>
              <a:path w="558164" h="541019">
                <a:moveTo>
                  <a:pt x="263652" y="477011"/>
                </a:moveTo>
                <a:lnTo>
                  <a:pt x="259080" y="469392"/>
                </a:lnTo>
                <a:lnTo>
                  <a:pt x="291917" y="449937"/>
                </a:lnTo>
                <a:lnTo>
                  <a:pt x="319468" y="430339"/>
                </a:lnTo>
                <a:lnTo>
                  <a:pt x="358140" y="390144"/>
                </a:lnTo>
                <a:lnTo>
                  <a:pt x="379857" y="345757"/>
                </a:lnTo>
                <a:lnTo>
                  <a:pt x="390119" y="291274"/>
                </a:lnTo>
                <a:lnTo>
                  <a:pt x="391136" y="246888"/>
                </a:lnTo>
                <a:lnTo>
                  <a:pt x="391217" y="222504"/>
                </a:lnTo>
                <a:lnTo>
                  <a:pt x="391001" y="197643"/>
                </a:lnTo>
                <a:lnTo>
                  <a:pt x="390144" y="163068"/>
                </a:lnTo>
                <a:lnTo>
                  <a:pt x="443484" y="188976"/>
                </a:lnTo>
                <a:lnTo>
                  <a:pt x="423672" y="205740"/>
                </a:lnTo>
                <a:lnTo>
                  <a:pt x="423076" y="252293"/>
                </a:lnTo>
                <a:lnTo>
                  <a:pt x="421195" y="291274"/>
                </a:lnTo>
                <a:lnTo>
                  <a:pt x="413004" y="345948"/>
                </a:lnTo>
                <a:lnTo>
                  <a:pt x="394525" y="384238"/>
                </a:lnTo>
                <a:lnTo>
                  <a:pt x="365760" y="419100"/>
                </a:lnTo>
                <a:lnTo>
                  <a:pt x="323278" y="450342"/>
                </a:lnTo>
                <a:lnTo>
                  <a:pt x="295679" y="464105"/>
                </a:lnTo>
                <a:lnTo>
                  <a:pt x="263652" y="477011"/>
                </a:lnTo>
                <a:close/>
              </a:path>
              <a:path w="558164" h="541019">
                <a:moveTo>
                  <a:pt x="217932" y="228600"/>
                </a:moveTo>
                <a:lnTo>
                  <a:pt x="217932" y="205740"/>
                </a:lnTo>
                <a:lnTo>
                  <a:pt x="251290" y="205740"/>
                </a:lnTo>
                <a:lnTo>
                  <a:pt x="251460" y="211836"/>
                </a:lnTo>
                <a:lnTo>
                  <a:pt x="217932" y="228600"/>
                </a:lnTo>
                <a:close/>
              </a:path>
              <a:path w="558164" h="541019">
                <a:moveTo>
                  <a:pt x="41148" y="280416"/>
                </a:moveTo>
                <a:lnTo>
                  <a:pt x="19812" y="259079"/>
                </a:lnTo>
                <a:lnTo>
                  <a:pt x="230124" y="259079"/>
                </a:lnTo>
                <a:lnTo>
                  <a:pt x="259080" y="230124"/>
                </a:lnTo>
                <a:lnTo>
                  <a:pt x="297180" y="272796"/>
                </a:lnTo>
                <a:lnTo>
                  <a:pt x="99060" y="272796"/>
                </a:lnTo>
                <a:lnTo>
                  <a:pt x="83581" y="273343"/>
                </a:lnTo>
                <a:lnTo>
                  <a:pt x="68961" y="274891"/>
                </a:lnTo>
                <a:lnTo>
                  <a:pt x="54911" y="277296"/>
                </a:lnTo>
                <a:lnTo>
                  <a:pt x="41148" y="280416"/>
                </a:lnTo>
                <a:close/>
              </a:path>
              <a:path w="558164" h="541019">
                <a:moveTo>
                  <a:pt x="179832" y="455676"/>
                </a:moveTo>
                <a:lnTo>
                  <a:pt x="149352" y="455676"/>
                </a:lnTo>
                <a:lnTo>
                  <a:pt x="149352" y="272796"/>
                </a:lnTo>
                <a:lnTo>
                  <a:pt x="179832" y="272796"/>
                </a:lnTo>
                <a:lnTo>
                  <a:pt x="179832" y="356616"/>
                </a:lnTo>
                <a:lnTo>
                  <a:pt x="274489" y="356616"/>
                </a:lnTo>
                <a:lnTo>
                  <a:pt x="288036" y="371856"/>
                </a:lnTo>
                <a:lnTo>
                  <a:pt x="179832" y="371856"/>
                </a:lnTo>
                <a:lnTo>
                  <a:pt x="179832" y="455676"/>
                </a:lnTo>
                <a:close/>
              </a:path>
              <a:path w="558164" h="541019">
                <a:moveTo>
                  <a:pt x="7620" y="541020"/>
                </a:moveTo>
                <a:lnTo>
                  <a:pt x="0" y="536448"/>
                </a:lnTo>
                <a:lnTo>
                  <a:pt x="14001" y="510159"/>
                </a:lnTo>
                <a:lnTo>
                  <a:pt x="26289" y="481584"/>
                </a:lnTo>
                <a:lnTo>
                  <a:pt x="45720" y="417576"/>
                </a:lnTo>
                <a:lnTo>
                  <a:pt x="56959" y="353949"/>
                </a:lnTo>
                <a:lnTo>
                  <a:pt x="62484" y="297179"/>
                </a:lnTo>
                <a:lnTo>
                  <a:pt x="111252" y="321564"/>
                </a:lnTo>
                <a:lnTo>
                  <a:pt x="101798" y="328707"/>
                </a:lnTo>
                <a:lnTo>
                  <a:pt x="93916" y="343281"/>
                </a:lnTo>
                <a:lnTo>
                  <a:pt x="87463" y="365283"/>
                </a:lnTo>
                <a:lnTo>
                  <a:pt x="82296" y="394716"/>
                </a:lnTo>
                <a:lnTo>
                  <a:pt x="94868" y="409956"/>
                </a:lnTo>
                <a:lnTo>
                  <a:pt x="77724" y="409956"/>
                </a:lnTo>
                <a:lnTo>
                  <a:pt x="62201" y="450723"/>
                </a:lnTo>
                <a:lnTo>
                  <a:pt x="45529" y="485775"/>
                </a:lnTo>
                <a:lnTo>
                  <a:pt x="27360" y="515826"/>
                </a:lnTo>
                <a:lnTo>
                  <a:pt x="7620" y="541020"/>
                </a:lnTo>
                <a:close/>
              </a:path>
              <a:path w="558164" h="541019">
                <a:moveTo>
                  <a:pt x="274489" y="356616"/>
                </a:moveTo>
                <a:lnTo>
                  <a:pt x="225552" y="356616"/>
                </a:lnTo>
                <a:lnTo>
                  <a:pt x="251460" y="330708"/>
                </a:lnTo>
                <a:lnTo>
                  <a:pt x="274489" y="356616"/>
                </a:lnTo>
                <a:close/>
              </a:path>
              <a:path w="558164" h="541019">
                <a:moveTo>
                  <a:pt x="522732" y="460248"/>
                </a:moveTo>
                <a:lnTo>
                  <a:pt x="519684" y="460248"/>
                </a:lnTo>
                <a:lnTo>
                  <a:pt x="516850" y="458795"/>
                </a:lnTo>
                <a:lnTo>
                  <a:pt x="513016" y="454342"/>
                </a:lnTo>
                <a:lnTo>
                  <a:pt x="508325" y="446746"/>
                </a:lnTo>
                <a:lnTo>
                  <a:pt x="502919" y="435864"/>
                </a:lnTo>
                <a:lnTo>
                  <a:pt x="490680" y="418457"/>
                </a:lnTo>
                <a:lnTo>
                  <a:pt x="472440" y="398335"/>
                </a:lnTo>
                <a:lnTo>
                  <a:pt x="448484" y="375642"/>
                </a:lnTo>
                <a:lnTo>
                  <a:pt x="419100" y="350520"/>
                </a:lnTo>
                <a:lnTo>
                  <a:pt x="423672" y="342900"/>
                </a:lnTo>
                <a:lnTo>
                  <a:pt x="465129" y="362664"/>
                </a:lnTo>
                <a:lnTo>
                  <a:pt x="516040" y="391334"/>
                </a:lnTo>
                <a:lnTo>
                  <a:pt x="534924" y="417576"/>
                </a:lnTo>
                <a:lnTo>
                  <a:pt x="534809" y="430339"/>
                </a:lnTo>
                <a:lnTo>
                  <a:pt x="533400" y="437387"/>
                </a:lnTo>
                <a:lnTo>
                  <a:pt x="528828" y="446532"/>
                </a:lnTo>
                <a:lnTo>
                  <a:pt x="525780" y="455676"/>
                </a:lnTo>
                <a:lnTo>
                  <a:pt x="522732" y="460248"/>
                </a:lnTo>
                <a:close/>
              </a:path>
              <a:path w="558164" h="541019">
                <a:moveTo>
                  <a:pt x="437095" y="524621"/>
                </a:moveTo>
                <a:lnTo>
                  <a:pt x="373172" y="523890"/>
                </a:lnTo>
                <a:lnTo>
                  <a:pt x="320369" y="522061"/>
                </a:lnTo>
                <a:lnTo>
                  <a:pt x="278757" y="519135"/>
                </a:lnTo>
                <a:lnTo>
                  <a:pt x="219241" y="508825"/>
                </a:lnTo>
                <a:lnTo>
                  <a:pt x="170616" y="492823"/>
                </a:lnTo>
                <a:lnTo>
                  <a:pt x="133230" y="470820"/>
                </a:lnTo>
                <a:lnTo>
                  <a:pt x="96226" y="434244"/>
                </a:lnTo>
                <a:lnTo>
                  <a:pt x="77724" y="409956"/>
                </a:lnTo>
                <a:lnTo>
                  <a:pt x="94868" y="409956"/>
                </a:lnTo>
                <a:lnTo>
                  <a:pt x="95988" y="411313"/>
                </a:lnTo>
                <a:lnTo>
                  <a:pt x="111823" y="426910"/>
                </a:lnTo>
                <a:lnTo>
                  <a:pt x="129659" y="441650"/>
                </a:lnTo>
                <a:lnTo>
                  <a:pt x="149352" y="455676"/>
                </a:lnTo>
                <a:lnTo>
                  <a:pt x="179832" y="455676"/>
                </a:lnTo>
                <a:lnTo>
                  <a:pt x="179832" y="464820"/>
                </a:lnTo>
                <a:lnTo>
                  <a:pt x="208121" y="473964"/>
                </a:lnTo>
                <a:lnTo>
                  <a:pt x="244983" y="480822"/>
                </a:lnTo>
                <a:lnTo>
                  <a:pt x="290417" y="485394"/>
                </a:lnTo>
                <a:lnTo>
                  <a:pt x="344424" y="487680"/>
                </a:lnTo>
                <a:lnTo>
                  <a:pt x="554208" y="487680"/>
                </a:lnTo>
                <a:lnTo>
                  <a:pt x="537781" y="494680"/>
                </a:lnTo>
                <a:lnTo>
                  <a:pt x="523494" y="504063"/>
                </a:lnTo>
                <a:lnTo>
                  <a:pt x="514921" y="514016"/>
                </a:lnTo>
                <a:lnTo>
                  <a:pt x="512064" y="524256"/>
                </a:lnTo>
                <a:lnTo>
                  <a:pt x="437095" y="524621"/>
                </a:lnTo>
                <a:close/>
              </a:path>
              <a:path w="558164" h="541019">
                <a:moveTo>
                  <a:pt x="554208" y="487680"/>
                </a:moveTo>
                <a:lnTo>
                  <a:pt x="344424" y="487680"/>
                </a:lnTo>
                <a:lnTo>
                  <a:pt x="400692" y="487084"/>
                </a:lnTo>
                <a:lnTo>
                  <a:pt x="455104" y="485203"/>
                </a:lnTo>
                <a:lnTo>
                  <a:pt x="507515" y="481893"/>
                </a:lnTo>
                <a:lnTo>
                  <a:pt x="557784" y="477011"/>
                </a:lnTo>
                <a:lnTo>
                  <a:pt x="557784" y="486156"/>
                </a:lnTo>
                <a:lnTo>
                  <a:pt x="554208" y="487680"/>
                </a:lnTo>
                <a:close/>
              </a:path>
            </a:pathLst>
          </a:custGeom>
          <a:solidFill>
            <a:srgbClr val="3333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" name="object 5"/>
          <p:cNvSpPr/>
          <p:nvPr/>
        </p:nvSpPr>
        <p:spPr>
          <a:xfrm>
            <a:off x="2991611" y="1275587"/>
            <a:ext cx="490855" cy="553720"/>
          </a:xfrm>
          <a:custGeom>
            <a:avLst/>
            <a:gdLst/>
            <a:ahLst/>
            <a:cxnLst/>
            <a:rect l="l" t="t" r="r" b="b"/>
            <a:pathLst>
              <a:path w="490854" h="553719">
                <a:moveTo>
                  <a:pt x="74676" y="124968"/>
                </a:moveTo>
                <a:lnTo>
                  <a:pt x="60960" y="124968"/>
                </a:lnTo>
                <a:lnTo>
                  <a:pt x="71223" y="86367"/>
                </a:lnTo>
                <a:lnTo>
                  <a:pt x="79057" y="52768"/>
                </a:lnTo>
                <a:lnTo>
                  <a:pt x="84320" y="24026"/>
                </a:lnTo>
                <a:lnTo>
                  <a:pt x="86868" y="0"/>
                </a:lnTo>
                <a:lnTo>
                  <a:pt x="138684" y="28956"/>
                </a:lnTo>
                <a:lnTo>
                  <a:pt x="126111" y="39243"/>
                </a:lnTo>
                <a:lnTo>
                  <a:pt x="111252" y="58674"/>
                </a:lnTo>
                <a:lnTo>
                  <a:pt x="94107" y="87249"/>
                </a:lnTo>
                <a:lnTo>
                  <a:pt x="74676" y="124968"/>
                </a:lnTo>
                <a:close/>
              </a:path>
              <a:path w="490854" h="553719">
                <a:moveTo>
                  <a:pt x="204216" y="263652"/>
                </a:moveTo>
                <a:lnTo>
                  <a:pt x="196596" y="259080"/>
                </a:lnTo>
                <a:lnTo>
                  <a:pt x="220051" y="221361"/>
                </a:lnTo>
                <a:lnTo>
                  <a:pt x="240220" y="185928"/>
                </a:lnTo>
                <a:lnTo>
                  <a:pt x="271271" y="121920"/>
                </a:lnTo>
                <a:lnTo>
                  <a:pt x="291655" y="62484"/>
                </a:lnTo>
                <a:lnTo>
                  <a:pt x="306323" y="3048"/>
                </a:lnTo>
                <a:lnTo>
                  <a:pt x="359664" y="33528"/>
                </a:lnTo>
                <a:lnTo>
                  <a:pt x="348234" y="44053"/>
                </a:lnTo>
                <a:lnTo>
                  <a:pt x="334518" y="64008"/>
                </a:lnTo>
                <a:lnTo>
                  <a:pt x="318516" y="93106"/>
                </a:lnTo>
                <a:lnTo>
                  <a:pt x="300228" y="131064"/>
                </a:lnTo>
                <a:lnTo>
                  <a:pt x="480504" y="131064"/>
                </a:lnTo>
                <a:lnTo>
                  <a:pt x="490728" y="141732"/>
                </a:lnTo>
                <a:lnTo>
                  <a:pt x="484909" y="146304"/>
                </a:lnTo>
                <a:lnTo>
                  <a:pt x="294132" y="146304"/>
                </a:lnTo>
                <a:lnTo>
                  <a:pt x="273010" y="179427"/>
                </a:lnTo>
                <a:lnTo>
                  <a:pt x="250888" y="210121"/>
                </a:lnTo>
                <a:lnTo>
                  <a:pt x="227909" y="238244"/>
                </a:lnTo>
                <a:lnTo>
                  <a:pt x="204216" y="263652"/>
                </a:lnTo>
                <a:close/>
              </a:path>
              <a:path w="490854" h="553719">
                <a:moveTo>
                  <a:pt x="202691" y="124968"/>
                </a:moveTo>
                <a:lnTo>
                  <a:pt x="153924" y="124968"/>
                </a:lnTo>
                <a:lnTo>
                  <a:pt x="178308" y="100584"/>
                </a:lnTo>
                <a:lnTo>
                  <a:pt x="202691" y="124968"/>
                </a:lnTo>
                <a:close/>
              </a:path>
              <a:path w="490854" h="553719">
                <a:moveTo>
                  <a:pt x="0" y="548640"/>
                </a:moveTo>
                <a:lnTo>
                  <a:pt x="1269" y="483108"/>
                </a:lnTo>
                <a:lnTo>
                  <a:pt x="2104" y="434735"/>
                </a:lnTo>
                <a:lnTo>
                  <a:pt x="2786" y="379761"/>
                </a:lnTo>
                <a:lnTo>
                  <a:pt x="2933" y="300227"/>
                </a:lnTo>
                <a:lnTo>
                  <a:pt x="2809" y="273939"/>
                </a:lnTo>
                <a:lnTo>
                  <a:pt x="2720" y="263652"/>
                </a:lnTo>
                <a:lnTo>
                  <a:pt x="2095" y="213550"/>
                </a:lnTo>
                <a:lnTo>
                  <a:pt x="1119" y="158519"/>
                </a:lnTo>
                <a:lnTo>
                  <a:pt x="0" y="103632"/>
                </a:lnTo>
                <a:lnTo>
                  <a:pt x="36576" y="124968"/>
                </a:lnTo>
                <a:lnTo>
                  <a:pt x="202691" y="124968"/>
                </a:lnTo>
                <a:lnTo>
                  <a:pt x="213359" y="135636"/>
                </a:lnTo>
                <a:lnTo>
                  <a:pt x="208926" y="138684"/>
                </a:lnTo>
                <a:lnTo>
                  <a:pt x="33528" y="138684"/>
                </a:lnTo>
                <a:lnTo>
                  <a:pt x="33528" y="292608"/>
                </a:lnTo>
                <a:lnTo>
                  <a:pt x="189297" y="292608"/>
                </a:lnTo>
                <a:lnTo>
                  <a:pt x="189372" y="306324"/>
                </a:lnTo>
                <a:lnTo>
                  <a:pt x="33528" y="306324"/>
                </a:lnTo>
                <a:lnTo>
                  <a:pt x="33528" y="473964"/>
                </a:lnTo>
                <a:lnTo>
                  <a:pt x="191086" y="473964"/>
                </a:lnTo>
                <a:lnTo>
                  <a:pt x="191319" y="487680"/>
                </a:lnTo>
                <a:lnTo>
                  <a:pt x="33528" y="487680"/>
                </a:lnTo>
                <a:lnTo>
                  <a:pt x="33528" y="528828"/>
                </a:lnTo>
                <a:lnTo>
                  <a:pt x="0" y="548640"/>
                </a:lnTo>
                <a:close/>
              </a:path>
              <a:path w="490854" h="553719">
                <a:moveTo>
                  <a:pt x="480504" y="131064"/>
                </a:moveTo>
                <a:lnTo>
                  <a:pt x="428244" y="131064"/>
                </a:lnTo>
                <a:lnTo>
                  <a:pt x="455676" y="105156"/>
                </a:lnTo>
                <a:lnTo>
                  <a:pt x="480504" y="131064"/>
                </a:lnTo>
                <a:close/>
              </a:path>
              <a:path w="490854" h="553719">
                <a:moveTo>
                  <a:pt x="189297" y="292608"/>
                </a:moveTo>
                <a:lnTo>
                  <a:pt x="158496" y="292608"/>
                </a:lnTo>
                <a:lnTo>
                  <a:pt x="158496" y="138684"/>
                </a:lnTo>
                <a:lnTo>
                  <a:pt x="208926" y="138684"/>
                </a:lnTo>
                <a:lnTo>
                  <a:pt x="188976" y="152400"/>
                </a:lnTo>
                <a:lnTo>
                  <a:pt x="189099" y="238244"/>
                </a:lnTo>
                <a:lnTo>
                  <a:pt x="189297" y="292608"/>
                </a:lnTo>
                <a:close/>
              </a:path>
              <a:path w="490854" h="553719">
                <a:moveTo>
                  <a:pt x="450590" y="495300"/>
                </a:moveTo>
                <a:lnTo>
                  <a:pt x="390144" y="495300"/>
                </a:lnTo>
                <a:lnTo>
                  <a:pt x="402431" y="492728"/>
                </a:lnTo>
                <a:lnTo>
                  <a:pt x="411861" y="485013"/>
                </a:lnTo>
                <a:lnTo>
                  <a:pt x="424321" y="434735"/>
                </a:lnTo>
                <a:lnTo>
                  <a:pt x="428244" y="357378"/>
                </a:lnTo>
                <a:lnTo>
                  <a:pt x="430235" y="297060"/>
                </a:lnTo>
                <a:lnTo>
                  <a:pt x="432179" y="228728"/>
                </a:lnTo>
                <a:lnTo>
                  <a:pt x="434340" y="146304"/>
                </a:lnTo>
                <a:lnTo>
                  <a:pt x="484909" y="146304"/>
                </a:lnTo>
                <a:lnTo>
                  <a:pt x="469391" y="158496"/>
                </a:lnTo>
                <a:lnTo>
                  <a:pt x="467740" y="244736"/>
                </a:lnTo>
                <a:lnTo>
                  <a:pt x="465828" y="317754"/>
                </a:lnTo>
                <a:lnTo>
                  <a:pt x="463677" y="376999"/>
                </a:lnTo>
                <a:lnTo>
                  <a:pt x="461264" y="423107"/>
                </a:lnTo>
                <a:lnTo>
                  <a:pt x="455676" y="475488"/>
                </a:lnTo>
                <a:lnTo>
                  <a:pt x="451675" y="492347"/>
                </a:lnTo>
                <a:lnTo>
                  <a:pt x="450590" y="495300"/>
                </a:lnTo>
                <a:close/>
              </a:path>
              <a:path w="490854" h="553719">
                <a:moveTo>
                  <a:pt x="320040" y="370332"/>
                </a:moveTo>
                <a:lnTo>
                  <a:pt x="316992" y="370332"/>
                </a:lnTo>
                <a:lnTo>
                  <a:pt x="311824" y="368307"/>
                </a:lnTo>
                <a:lnTo>
                  <a:pt x="307657" y="362140"/>
                </a:lnTo>
                <a:lnTo>
                  <a:pt x="304347" y="351686"/>
                </a:lnTo>
                <a:lnTo>
                  <a:pt x="301752" y="336804"/>
                </a:lnTo>
                <a:lnTo>
                  <a:pt x="295727" y="313062"/>
                </a:lnTo>
                <a:lnTo>
                  <a:pt x="286702" y="289750"/>
                </a:lnTo>
                <a:lnTo>
                  <a:pt x="274534" y="266723"/>
                </a:lnTo>
                <a:lnTo>
                  <a:pt x="259080" y="243840"/>
                </a:lnTo>
                <a:lnTo>
                  <a:pt x="263652" y="236220"/>
                </a:lnTo>
                <a:lnTo>
                  <a:pt x="309181" y="273939"/>
                </a:lnTo>
                <a:lnTo>
                  <a:pt x="334708" y="309705"/>
                </a:lnTo>
                <a:lnTo>
                  <a:pt x="339852" y="330708"/>
                </a:lnTo>
                <a:lnTo>
                  <a:pt x="339280" y="338447"/>
                </a:lnTo>
                <a:lnTo>
                  <a:pt x="337566" y="345757"/>
                </a:lnTo>
                <a:lnTo>
                  <a:pt x="334708" y="352782"/>
                </a:lnTo>
                <a:lnTo>
                  <a:pt x="330708" y="359664"/>
                </a:lnTo>
                <a:lnTo>
                  <a:pt x="324612" y="367284"/>
                </a:lnTo>
                <a:lnTo>
                  <a:pt x="320040" y="370332"/>
                </a:lnTo>
                <a:close/>
              </a:path>
              <a:path w="490854" h="553719">
                <a:moveTo>
                  <a:pt x="191086" y="473964"/>
                </a:moveTo>
                <a:lnTo>
                  <a:pt x="158496" y="473964"/>
                </a:lnTo>
                <a:lnTo>
                  <a:pt x="158496" y="306324"/>
                </a:lnTo>
                <a:lnTo>
                  <a:pt x="189372" y="306324"/>
                </a:lnTo>
                <a:lnTo>
                  <a:pt x="189695" y="357420"/>
                </a:lnTo>
                <a:lnTo>
                  <a:pt x="190184" y="409836"/>
                </a:lnTo>
                <a:lnTo>
                  <a:pt x="190780" y="455922"/>
                </a:lnTo>
                <a:lnTo>
                  <a:pt x="191086" y="473964"/>
                </a:lnTo>
                <a:close/>
              </a:path>
              <a:path w="490854" h="553719">
                <a:moveTo>
                  <a:pt x="384048" y="553212"/>
                </a:moveTo>
                <a:lnTo>
                  <a:pt x="374022" y="534947"/>
                </a:lnTo>
                <a:lnTo>
                  <a:pt x="357568" y="519112"/>
                </a:lnTo>
                <a:lnTo>
                  <a:pt x="334541" y="505848"/>
                </a:lnTo>
                <a:lnTo>
                  <a:pt x="304800" y="495300"/>
                </a:lnTo>
                <a:lnTo>
                  <a:pt x="304800" y="483108"/>
                </a:lnTo>
                <a:lnTo>
                  <a:pt x="332493" y="488227"/>
                </a:lnTo>
                <a:lnTo>
                  <a:pt x="356044" y="492061"/>
                </a:lnTo>
                <a:lnTo>
                  <a:pt x="375308" y="494466"/>
                </a:lnTo>
                <a:lnTo>
                  <a:pt x="390144" y="495300"/>
                </a:lnTo>
                <a:lnTo>
                  <a:pt x="450590" y="495300"/>
                </a:lnTo>
                <a:lnTo>
                  <a:pt x="446532" y="506349"/>
                </a:lnTo>
                <a:lnTo>
                  <a:pt x="412432" y="540067"/>
                </a:lnTo>
                <a:lnTo>
                  <a:pt x="399168" y="546568"/>
                </a:lnTo>
                <a:lnTo>
                  <a:pt x="384048" y="553212"/>
                </a:lnTo>
                <a:close/>
              </a:path>
              <a:path w="490854" h="553719">
                <a:moveTo>
                  <a:pt x="158496" y="537971"/>
                </a:moveTo>
                <a:lnTo>
                  <a:pt x="158496" y="487680"/>
                </a:lnTo>
                <a:lnTo>
                  <a:pt x="191319" y="487680"/>
                </a:lnTo>
                <a:lnTo>
                  <a:pt x="192023" y="519684"/>
                </a:lnTo>
                <a:lnTo>
                  <a:pt x="158496" y="537971"/>
                </a:lnTo>
                <a:close/>
              </a:path>
            </a:pathLst>
          </a:custGeom>
          <a:solidFill>
            <a:srgbClr val="3333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" name="object 6"/>
          <p:cNvSpPr/>
          <p:nvPr/>
        </p:nvSpPr>
        <p:spPr>
          <a:xfrm>
            <a:off x="3557015" y="1275588"/>
            <a:ext cx="559435" cy="559435"/>
          </a:xfrm>
          <a:custGeom>
            <a:avLst/>
            <a:gdLst/>
            <a:ahLst/>
            <a:cxnLst/>
            <a:rect l="l" t="t" r="r" b="b"/>
            <a:pathLst>
              <a:path w="559435" h="559435">
                <a:moveTo>
                  <a:pt x="129540" y="131064"/>
                </a:moveTo>
                <a:lnTo>
                  <a:pt x="97536" y="131064"/>
                </a:lnTo>
                <a:lnTo>
                  <a:pt x="97439" y="76771"/>
                </a:lnTo>
                <a:lnTo>
                  <a:pt x="97314" y="54864"/>
                </a:lnTo>
                <a:lnTo>
                  <a:pt x="96881" y="25908"/>
                </a:lnTo>
                <a:lnTo>
                  <a:pt x="96012" y="0"/>
                </a:lnTo>
                <a:lnTo>
                  <a:pt x="150876" y="25908"/>
                </a:lnTo>
                <a:lnTo>
                  <a:pt x="129540" y="42672"/>
                </a:lnTo>
                <a:lnTo>
                  <a:pt x="129540" y="131064"/>
                </a:lnTo>
                <a:close/>
              </a:path>
              <a:path w="559435" h="559435">
                <a:moveTo>
                  <a:pt x="485618" y="41148"/>
                </a:moveTo>
                <a:lnTo>
                  <a:pt x="435864" y="41148"/>
                </a:lnTo>
                <a:lnTo>
                  <a:pt x="452628" y="16764"/>
                </a:lnTo>
                <a:lnTo>
                  <a:pt x="485618" y="41148"/>
                </a:lnTo>
                <a:close/>
              </a:path>
              <a:path w="559435" h="559435">
                <a:moveTo>
                  <a:pt x="252984" y="259080"/>
                </a:moveTo>
                <a:lnTo>
                  <a:pt x="255079" y="206692"/>
                </a:lnTo>
                <a:lnTo>
                  <a:pt x="255961" y="150876"/>
                </a:lnTo>
                <a:lnTo>
                  <a:pt x="255984" y="135636"/>
                </a:lnTo>
                <a:lnTo>
                  <a:pt x="255770" y="108323"/>
                </a:lnTo>
                <a:lnTo>
                  <a:pt x="255079" y="76771"/>
                </a:lnTo>
                <a:lnTo>
                  <a:pt x="254103" y="47220"/>
                </a:lnTo>
                <a:lnTo>
                  <a:pt x="252984" y="19812"/>
                </a:lnTo>
                <a:lnTo>
                  <a:pt x="286512" y="41148"/>
                </a:lnTo>
                <a:lnTo>
                  <a:pt x="485618" y="41148"/>
                </a:lnTo>
                <a:lnTo>
                  <a:pt x="487680" y="42672"/>
                </a:lnTo>
                <a:lnTo>
                  <a:pt x="474268" y="54864"/>
                </a:lnTo>
                <a:lnTo>
                  <a:pt x="286512" y="54864"/>
                </a:lnTo>
                <a:lnTo>
                  <a:pt x="286512" y="121920"/>
                </a:lnTo>
                <a:lnTo>
                  <a:pt x="471198" y="121920"/>
                </a:lnTo>
                <a:lnTo>
                  <a:pt x="471387" y="135636"/>
                </a:lnTo>
                <a:lnTo>
                  <a:pt x="286512" y="135636"/>
                </a:lnTo>
                <a:lnTo>
                  <a:pt x="286512" y="208788"/>
                </a:lnTo>
                <a:lnTo>
                  <a:pt x="472894" y="208788"/>
                </a:lnTo>
                <a:lnTo>
                  <a:pt x="473536" y="222504"/>
                </a:lnTo>
                <a:lnTo>
                  <a:pt x="286512" y="222504"/>
                </a:lnTo>
                <a:lnTo>
                  <a:pt x="286512" y="243840"/>
                </a:lnTo>
                <a:lnTo>
                  <a:pt x="252984" y="259080"/>
                </a:lnTo>
                <a:close/>
              </a:path>
              <a:path w="559435" h="559435">
                <a:moveTo>
                  <a:pt x="471198" y="121920"/>
                </a:moveTo>
                <a:lnTo>
                  <a:pt x="440436" y="121920"/>
                </a:lnTo>
                <a:lnTo>
                  <a:pt x="440436" y="54864"/>
                </a:lnTo>
                <a:lnTo>
                  <a:pt x="474268" y="54864"/>
                </a:lnTo>
                <a:lnTo>
                  <a:pt x="470916" y="57912"/>
                </a:lnTo>
                <a:lnTo>
                  <a:pt x="471198" y="121920"/>
                </a:lnTo>
                <a:close/>
              </a:path>
              <a:path w="559435" h="559435">
                <a:moveTo>
                  <a:pt x="24384" y="150876"/>
                </a:moveTo>
                <a:lnTo>
                  <a:pt x="4572" y="131064"/>
                </a:lnTo>
                <a:lnTo>
                  <a:pt x="156972" y="131064"/>
                </a:lnTo>
                <a:lnTo>
                  <a:pt x="184404" y="105156"/>
                </a:lnTo>
                <a:lnTo>
                  <a:pt x="224028" y="146304"/>
                </a:lnTo>
                <a:lnTo>
                  <a:pt x="51816" y="146304"/>
                </a:lnTo>
                <a:lnTo>
                  <a:pt x="24384" y="150876"/>
                </a:lnTo>
                <a:close/>
              </a:path>
              <a:path w="559435" h="559435">
                <a:moveTo>
                  <a:pt x="472894" y="208788"/>
                </a:moveTo>
                <a:lnTo>
                  <a:pt x="440436" y="208788"/>
                </a:lnTo>
                <a:lnTo>
                  <a:pt x="440436" y="135636"/>
                </a:lnTo>
                <a:lnTo>
                  <a:pt x="471387" y="135636"/>
                </a:lnTo>
                <a:lnTo>
                  <a:pt x="471868" y="170497"/>
                </a:lnTo>
                <a:lnTo>
                  <a:pt x="472817" y="206692"/>
                </a:lnTo>
                <a:lnTo>
                  <a:pt x="472894" y="208788"/>
                </a:lnTo>
                <a:close/>
              </a:path>
              <a:path w="559435" h="559435">
                <a:moveTo>
                  <a:pt x="28955" y="356616"/>
                </a:moveTo>
                <a:lnTo>
                  <a:pt x="0" y="313943"/>
                </a:lnTo>
                <a:lnTo>
                  <a:pt x="15668" y="308848"/>
                </a:lnTo>
                <a:lnTo>
                  <a:pt x="37338" y="300609"/>
                </a:lnTo>
                <a:lnTo>
                  <a:pt x="64722" y="289512"/>
                </a:lnTo>
                <a:lnTo>
                  <a:pt x="97536" y="275844"/>
                </a:lnTo>
                <a:lnTo>
                  <a:pt x="97536" y="146304"/>
                </a:lnTo>
                <a:lnTo>
                  <a:pt x="129540" y="146304"/>
                </a:lnTo>
                <a:lnTo>
                  <a:pt x="129540" y="260604"/>
                </a:lnTo>
                <a:lnTo>
                  <a:pt x="167470" y="260604"/>
                </a:lnTo>
                <a:lnTo>
                  <a:pt x="129540" y="284988"/>
                </a:lnTo>
                <a:lnTo>
                  <a:pt x="129540" y="301752"/>
                </a:lnTo>
                <a:lnTo>
                  <a:pt x="97536" y="301752"/>
                </a:lnTo>
                <a:lnTo>
                  <a:pt x="82724" y="311134"/>
                </a:lnTo>
                <a:lnTo>
                  <a:pt x="68199" y="320802"/>
                </a:lnTo>
                <a:lnTo>
                  <a:pt x="54244" y="330469"/>
                </a:lnTo>
                <a:lnTo>
                  <a:pt x="41148" y="339852"/>
                </a:lnTo>
                <a:lnTo>
                  <a:pt x="28955" y="356616"/>
                </a:lnTo>
                <a:close/>
              </a:path>
              <a:path w="559435" h="559435">
                <a:moveTo>
                  <a:pt x="167470" y="260604"/>
                </a:moveTo>
                <a:lnTo>
                  <a:pt x="129540" y="260604"/>
                </a:lnTo>
                <a:lnTo>
                  <a:pt x="210312" y="222504"/>
                </a:lnTo>
                <a:lnTo>
                  <a:pt x="214884" y="230124"/>
                </a:lnTo>
                <a:lnTo>
                  <a:pt x="167470" y="260604"/>
                </a:lnTo>
                <a:close/>
              </a:path>
              <a:path w="559435" h="559435">
                <a:moveTo>
                  <a:pt x="440436" y="248412"/>
                </a:moveTo>
                <a:lnTo>
                  <a:pt x="440436" y="222504"/>
                </a:lnTo>
                <a:lnTo>
                  <a:pt x="473536" y="222504"/>
                </a:lnTo>
                <a:lnTo>
                  <a:pt x="473964" y="231648"/>
                </a:lnTo>
                <a:lnTo>
                  <a:pt x="440436" y="248412"/>
                </a:lnTo>
                <a:close/>
              </a:path>
              <a:path w="559435" h="559435">
                <a:moveTo>
                  <a:pt x="190500" y="306324"/>
                </a:moveTo>
                <a:lnTo>
                  <a:pt x="169164" y="284988"/>
                </a:lnTo>
                <a:lnTo>
                  <a:pt x="483108" y="284988"/>
                </a:lnTo>
                <a:lnTo>
                  <a:pt x="513588" y="252984"/>
                </a:lnTo>
                <a:lnTo>
                  <a:pt x="559308" y="298704"/>
                </a:lnTo>
                <a:lnTo>
                  <a:pt x="248412" y="298704"/>
                </a:lnTo>
                <a:lnTo>
                  <a:pt x="233576" y="299251"/>
                </a:lnTo>
                <a:lnTo>
                  <a:pt x="218884" y="300799"/>
                </a:lnTo>
                <a:lnTo>
                  <a:pt x="204477" y="303204"/>
                </a:lnTo>
                <a:lnTo>
                  <a:pt x="190500" y="306324"/>
                </a:lnTo>
                <a:close/>
              </a:path>
              <a:path w="559435" h="559435">
                <a:moveTo>
                  <a:pt x="382524" y="486156"/>
                </a:moveTo>
                <a:lnTo>
                  <a:pt x="352044" y="486156"/>
                </a:lnTo>
                <a:lnTo>
                  <a:pt x="352044" y="298704"/>
                </a:lnTo>
                <a:lnTo>
                  <a:pt x="382524" y="298704"/>
                </a:lnTo>
                <a:lnTo>
                  <a:pt x="382524" y="382524"/>
                </a:lnTo>
                <a:lnTo>
                  <a:pt x="518160" y="382524"/>
                </a:lnTo>
                <a:lnTo>
                  <a:pt x="533400" y="397764"/>
                </a:lnTo>
                <a:lnTo>
                  <a:pt x="382524" y="397764"/>
                </a:lnTo>
                <a:lnTo>
                  <a:pt x="382524" y="486156"/>
                </a:lnTo>
                <a:close/>
              </a:path>
              <a:path w="559435" h="559435">
                <a:moveTo>
                  <a:pt x="127897" y="498348"/>
                </a:moveTo>
                <a:lnTo>
                  <a:pt x="77724" y="498348"/>
                </a:lnTo>
                <a:lnTo>
                  <a:pt x="87463" y="497538"/>
                </a:lnTo>
                <a:lnTo>
                  <a:pt x="93916" y="493014"/>
                </a:lnTo>
                <a:lnTo>
                  <a:pt x="97226" y="485060"/>
                </a:lnTo>
                <a:lnTo>
                  <a:pt x="97536" y="473964"/>
                </a:lnTo>
                <a:lnTo>
                  <a:pt x="97536" y="301752"/>
                </a:lnTo>
                <a:lnTo>
                  <a:pt x="129540" y="301752"/>
                </a:lnTo>
                <a:lnTo>
                  <a:pt x="129540" y="487680"/>
                </a:lnTo>
                <a:lnTo>
                  <a:pt x="127897" y="498348"/>
                </a:lnTo>
                <a:close/>
              </a:path>
              <a:path w="559435" h="559435">
                <a:moveTo>
                  <a:pt x="134112" y="559308"/>
                </a:moveTo>
                <a:lnTo>
                  <a:pt x="129540" y="553212"/>
                </a:lnTo>
                <a:lnTo>
                  <a:pt x="147756" y="532614"/>
                </a:lnTo>
                <a:lnTo>
                  <a:pt x="165544" y="509587"/>
                </a:lnTo>
                <a:lnTo>
                  <a:pt x="198120" y="455675"/>
                </a:lnTo>
                <a:lnTo>
                  <a:pt x="223266" y="391668"/>
                </a:lnTo>
                <a:lnTo>
                  <a:pt x="234696" y="318516"/>
                </a:lnTo>
                <a:lnTo>
                  <a:pt x="284988" y="348996"/>
                </a:lnTo>
                <a:lnTo>
                  <a:pt x="265176" y="359664"/>
                </a:lnTo>
                <a:lnTo>
                  <a:pt x="261770" y="371927"/>
                </a:lnTo>
                <a:lnTo>
                  <a:pt x="258508" y="383476"/>
                </a:lnTo>
                <a:lnTo>
                  <a:pt x="255531" y="394168"/>
                </a:lnTo>
                <a:lnTo>
                  <a:pt x="252984" y="403860"/>
                </a:lnTo>
                <a:lnTo>
                  <a:pt x="263231" y="416052"/>
                </a:lnTo>
                <a:lnTo>
                  <a:pt x="248412" y="416052"/>
                </a:lnTo>
                <a:lnTo>
                  <a:pt x="225837" y="458366"/>
                </a:lnTo>
                <a:lnTo>
                  <a:pt x="199263" y="496252"/>
                </a:lnTo>
                <a:lnTo>
                  <a:pt x="168687" y="529851"/>
                </a:lnTo>
                <a:lnTo>
                  <a:pt x="134112" y="559308"/>
                </a:lnTo>
                <a:close/>
              </a:path>
              <a:path w="559435" h="559435">
                <a:moveTo>
                  <a:pt x="518160" y="382524"/>
                </a:moveTo>
                <a:lnTo>
                  <a:pt x="466344" y="382524"/>
                </a:lnTo>
                <a:lnTo>
                  <a:pt x="492252" y="356616"/>
                </a:lnTo>
                <a:lnTo>
                  <a:pt x="518160" y="382524"/>
                </a:lnTo>
                <a:close/>
              </a:path>
              <a:path w="559435" h="559435">
                <a:moveTo>
                  <a:pt x="516636" y="545592"/>
                </a:moveTo>
                <a:lnTo>
                  <a:pt x="456628" y="542710"/>
                </a:lnTo>
                <a:lnTo>
                  <a:pt x="406908" y="536257"/>
                </a:lnTo>
                <a:lnTo>
                  <a:pt x="367474" y="526089"/>
                </a:lnTo>
                <a:lnTo>
                  <a:pt x="314634" y="494061"/>
                </a:lnTo>
                <a:lnTo>
                  <a:pt x="269533" y="446055"/>
                </a:lnTo>
                <a:lnTo>
                  <a:pt x="248412" y="416052"/>
                </a:lnTo>
                <a:lnTo>
                  <a:pt x="263231" y="416052"/>
                </a:lnTo>
                <a:lnTo>
                  <a:pt x="275320" y="430434"/>
                </a:lnTo>
                <a:lnTo>
                  <a:pt x="299085" y="453009"/>
                </a:lnTo>
                <a:lnTo>
                  <a:pt x="324564" y="471582"/>
                </a:lnTo>
                <a:lnTo>
                  <a:pt x="352044" y="486156"/>
                </a:lnTo>
                <a:lnTo>
                  <a:pt x="382524" y="486156"/>
                </a:lnTo>
                <a:lnTo>
                  <a:pt x="382524" y="495299"/>
                </a:lnTo>
                <a:lnTo>
                  <a:pt x="404264" y="499300"/>
                </a:lnTo>
                <a:lnTo>
                  <a:pt x="426148" y="502158"/>
                </a:lnTo>
                <a:lnTo>
                  <a:pt x="448317" y="503872"/>
                </a:lnTo>
                <a:lnTo>
                  <a:pt x="470916" y="504444"/>
                </a:lnTo>
                <a:lnTo>
                  <a:pt x="559308" y="504444"/>
                </a:lnTo>
                <a:lnTo>
                  <a:pt x="559308" y="507492"/>
                </a:lnTo>
                <a:lnTo>
                  <a:pt x="540424" y="514945"/>
                </a:lnTo>
                <a:lnTo>
                  <a:pt x="527113" y="523684"/>
                </a:lnTo>
                <a:lnTo>
                  <a:pt x="519231" y="533852"/>
                </a:lnTo>
                <a:lnTo>
                  <a:pt x="516636" y="545592"/>
                </a:lnTo>
                <a:close/>
              </a:path>
              <a:path w="559435" h="559435">
                <a:moveTo>
                  <a:pt x="80772" y="550164"/>
                </a:moveTo>
                <a:lnTo>
                  <a:pt x="77628" y="538495"/>
                </a:lnTo>
                <a:lnTo>
                  <a:pt x="65912" y="526542"/>
                </a:lnTo>
                <a:lnTo>
                  <a:pt x="45624" y="514588"/>
                </a:lnTo>
                <a:lnTo>
                  <a:pt x="16764" y="502920"/>
                </a:lnTo>
                <a:lnTo>
                  <a:pt x="16764" y="492252"/>
                </a:lnTo>
                <a:lnTo>
                  <a:pt x="51244" y="496443"/>
                </a:lnTo>
                <a:lnTo>
                  <a:pt x="65412" y="497824"/>
                </a:lnTo>
                <a:lnTo>
                  <a:pt x="77724" y="498348"/>
                </a:lnTo>
                <a:lnTo>
                  <a:pt x="127897" y="498348"/>
                </a:lnTo>
                <a:lnTo>
                  <a:pt x="126420" y="507944"/>
                </a:lnTo>
                <a:lnTo>
                  <a:pt x="117157" y="525208"/>
                </a:lnTo>
                <a:lnTo>
                  <a:pt x="101893" y="539329"/>
                </a:lnTo>
                <a:lnTo>
                  <a:pt x="80772" y="550164"/>
                </a:lnTo>
                <a:close/>
              </a:path>
              <a:path w="559435" h="559435">
                <a:moveTo>
                  <a:pt x="559308" y="504444"/>
                </a:moveTo>
                <a:lnTo>
                  <a:pt x="470916" y="504444"/>
                </a:lnTo>
                <a:lnTo>
                  <a:pt x="490942" y="504134"/>
                </a:lnTo>
                <a:lnTo>
                  <a:pt x="512254" y="503110"/>
                </a:lnTo>
                <a:lnTo>
                  <a:pt x="534995" y="501229"/>
                </a:lnTo>
                <a:lnTo>
                  <a:pt x="559308" y="498348"/>
                </a:lnTo>
                <a:lnTo>
                  <a:pt x="559308" y="504444"/>
                </a:lnTo>
                <a:close/>
              </a:path>
            </a:pathLst>
          </a:custGeom>
          <a:solidFill>
            <a:srgbClr val="3333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" name="object 7"/>
          <p:cNvSpPr/>
          <p:nvPr/>
        </p:nvSpPr>
        <p:spPr>
          <a:xfrm>
            <a:off x="4219955" y="1284731"/>
            <a:ext cx="462280" cy="541020"/>
          </a:xfrm>
          <a:custGeom>
            <a:avLst/>
            <a:gdLst/>
            <a:ahLst/>
            <a:cxnLst/>
            <a:rect l="l" t="t" r="r" b="b"/>
            <a:pathLst>
              <a:path w="462279" h="541019">
                <a:moveTo>
                  <a:pt x="408431" y="541019"/>
                </a:moveTo>
                <a:lnTo>
                  <a:pt x="408431" y="502919"/>
                </a:lnTo>
                <a:lnTo>
                  <a:pt x="50291" y="502919"/>
                </a:lnTo>
                <a:lnTo>
                  <a:pt x="33527" y="519684"/>
                </a:lnTo>
                <a:lnTo>
                  <a:pt x="0" y="493775"/>
                </a:lnTo>
                <a:lnTo>
                  <a:pt x="16763" y="477012"/>
                </a:lnTo>
                <a:lnTo>
                  <a:pt x="16763" y="382523"/>
                </a:lnTo>
                <a:lnTo>
                  <a:pt x="16502" y="364807"/>
                </a:lnTo>
                <a:lnTo>
                  <a:pt x="15811" y="345948"/>
                </a:lnTo>
                <a:lnTo>
                  <a:pt x="13715" y="304799"/>
                </a:lnTo>
                <a:lnTo>
                  <a:pt x="68580" y="333756"/>
                </a:lnTo>
                <a:lnTo>
                  <a:pt x="50291" y="350520"/>
                </a:lnTo>
                <a:lnTo>
                  <a:pt x="50291" y="489203"/>
                </a:lnTo>
                <a:lnTo>
                  <a:pt x="210311" y="489203"/>
                </a:lnTo>
                <a:lnTo>
                  <a:pt x="210311" y="256031"/>
                </a:lnTo>
                <a:lnTo>
                  <a:pt x="71627" y="256031"/>
                </a:lnTo>
                <a:lnTo>
                  <a:pt x="51815" y="272795"/>
                </a:lnTo>
                <a:lnTo>
                  <a:pt x="18288" y="246887"/>
                </a:lnTo>
                <a:lnTo>
                  <a:pt x="35051" y="233171"/>
                </a:lnTo>
                <a:lnTo>
                  <a:pt x="35028" y="119848"/>
                </a:lnTo>
                <a:lnTo>
                  <a:pt x="34861" y="104584"/>
                </a:lnTo>
                <a:lnTo>
                  <a:pt x="34409" y="88463"/>
                </a:lnTo>
                <a:lnTo>
                  <a:pt x="33527" y="71627"/>
                </a:lnTo>
                <a:lnTo>
                  <a:pt x="89915" y="100583"/>
                </a:lnTo>
                <a:lnTo>
                  <a:pt x="68580" y="115823"/>
                </a:lnTo>
                <a:lnTo>
                  <a:pt x="68580" y="242315"/>
                </a:lnTo>
                <a:lnTo>
                  <a:pt x="210311" y="242315"/>
                </a:lnTo>
                <a:lnTo>
                  <a:pt x="210311" y="83819"/>
                </a:lnTo>
                <a:lnTo>
                  <a:pt x="210050" y="62364"/>
                </a:lnTo>
                <a:lnTo>
                  <a:pt x="209359" y="41338"/>
                </a:lnTo>
                <a:lnTo>
                  <a:pt x="207263" y="0"/>
                </a:lnTo>
                <a:lnTo>
                  <a:pt x="262127" y="27431"/>
                </a:lnTo>
                <a:lnTo>
                  <a:pt x="243839" y="48767"/>
                </a:lnTo>
                <a:lnTo>
                  <a:pt x="243839" y="242315"/>
                </a:lnTo>
                <a:lnTo>
                  <a:pt x="384047" y="242315"/>
                </a:lnTo>
                <a:lnTo>
                  <a:pt x="384024" y="119562"/>
                </a:lnTo>
                <a:lnTo>
                  <a:pt x="383857" y="103441"/>
                </a:lnTo>
                <a:lnTo>
                  <a:pt x="383405" y="85891"/>
                </a:lnTo>
                <a:lnTo>
                  <a:pt x="382523" y="67055"/>
                </a:lnTo>
                <a:lnTo>
                  <a:pt x="437388" y="94487"/>
                </a:lnTo>
                <a:lnTo>
                  <a:pt x="417575" y="111251"/>
                </a:lnTo>
                <a:lnTo>
                  <a:pt x="417575" y="204215"/>
                </a:lnTo>
                <a:lnTo>
                  <a:pt x="417885" y="217050"/>
                </a:lnTo>
                <a:lnTo>
                  <a:pt x="418909" y="232600"/>
                </a:lnTo>
                <a:lnTo>
                  <a:pt x="420790" y="250721"/>
                </a:lnTo>
                <a:lnTo>
                  <a:pt x="423671" y="271271"/>
                </a:lnTo>
                <a:lnTo>
                  <a:pt x="384047" y="284987"/>
                </a:lnTo>
                <a:lnTo>
                  <a:pt x="384047" y="256031"/>
                </a:lnTo>
                <a:lnTo>
                  <a:pt x="243839" y="256031"/>
                </a:lnTo>
                <a:lnTo>
                  <a:pt x="243839" y="489203"/>
                </a:lnTo>
                <a:lnTo>
                  <a:pt x="408431" y="489203"/>
                </a:lnTo>
                <a:lnTo>
                  <a:pt x="408408" y="365950"/>
                </a:lnTo>
                <a:lnTo>
                  <a:pt x="408241" y="348233"/>
                </a:lnTo>
                <a:lnTo>
                  <a:pt x="407789" y="329374"/>
                </a:lnTo>
                <a:lnTo>
                  <a:pt x="406907" y="309371"/>
                </a:lnTo>
                <a:lnTo>
                  <a:pt x="461771" y="339851"/>
                </a:lnTo>
                <a:lnTo>
                  <a:pt x="441959" y="355091"/>
                </a:lnTo>
                <a:lnTo>
                  <a:pt x="441959" y="443484"/>
                </a:lnTo>
                <a:lnTo>
                  <a:pt x="442221" y="464962"/>
                </a:lnTo>
                <a:lnTo>
                  <a:pt x="442912" y="486155"/>
                </a:lnTo>
                <a:lnTo>
                  <a:pt x="445007" y="528827"/>
                </a:lnTo>
                <a:lnTo>
                  <a:pt x="408431" y="541019"/>
                </a:lnTo>
                <a:close/>
              </a:path>
            </a:pathLst>
          </a:custGeom>
          <a:solidFill>
            <a:srgbClr val="333399"/>
          </a:solidFill>
        </p:spPr>
        <p:txBody>
          <a:bodyPr wrap="square" lIns="0" tIns="0" rIns="0" bIns="0" rtlCol="0"/>
          <a:lstStyle/>
          <a:p>
            <a:endParaRPr/>
          </a:p>
        </p:txBody>
      </p:sp>
      <p:pic>
        <p:nvPicPr>
          <p:cNvPr id="8" name="object 8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1748027" y="2468880"/>
            <a:ext cx="181355" cy="172212"/>
          </a:xfrm>
          <a:prstGeom prst="rect">
            <a:avLst/>
          </a:prstGeom>
        </p:spPr>
      </p:pic>
      <p:sp>
        <p:nvSpPr>
          <p:cNvPr id="9" name="object 9"/>
          <p:cNvSpPr/>
          <p:nvPr/>
        </p:nvSpPr>
        <p:spPr>
          <a:xfrm>
            <a:off x="2130551" y="2324100"/>
            <a:ext cx="394970" cy="386080"/>
          </a:xfrm>
          <a:custGeom>
            <a:avLst/>
            <a:gdLst/>
            <a:ahLst/>
            <a:cxnLst/>
            <a:rect l="l" t="t" r="r" b="b"/>
            <a:pathLst>
              <a:path w="394969" h="386080">
                <a:moveTo>
                  <a:pt x="169163" y="385572"/>
                </a:moveTo>
                <a:lnTo>
                  <a:pt x="165449" y="373570"/>
                </a:lnTo>
                <a:lnTo>
                  <a:pt x="154304" y="362712"/>
                </a:lnTo>
                <a:lnTo>
                  <a:pt x="135731" y="352996"/>
                </a:lnTo>
                <a:lnTo>
                  <a:pt x="109727" y="344424"/>
                </a:lnTo>
                <a:lnTo>
                  <a:pt x="109727" y="335280"/>
                </a:lnTo>
                <a:lnTo>
                  <a:pt x="127992" y="338399"/>
                </a:lnTo>
                <a:lnTo>
                  <a:pt x="143827" y="340804"/>
                </a:lnTo>
                <a:lnTo>
                  <a:pt x="157091" y="342352"/>
                </a:lnTo>
                <a:lnTo>
                  <a:pt x="167639" y="342900"/>
                </a:lnTo>
                <a:lnTo>
                  <a:pt x="174759" y="341471"/>
                </a:lnTo>
                <a:lnTo>
                  <a:pt x="180022" y="337185"/>
                </a:lnTo>
                <a:lnTo>
                  <a:pt x="183284" y="330041"/>
                </a:lnTo>
                <a:lnTo>
                  <a:pt x="184403" y="320040"/>
                </a:lnTo>
                <a:lnTo>
                  <a:pt x="184403" y="167640"/>
                </a:lnTo>
                <a:lnTo>
                  <a:pt x="57911" y="167640"/>
                </a:lnTo>
                <a:lnTo>
                  <a:pt x="46743" y="167925"/>
                </a:lnTo>
                <a:lnTo>
                  <a:pt x="36004" y="168783"/>
                </a:lnTo>
                <a:lnTo>
                  <a:pt x="25550" y="170211"/>
                </a:lnTo>
                <a:lnTo>
                  <a:pt x="15239" y="172212"/>
                </a:lnTo>
                <a:lnTo>
                  <a:pt x="0" y="156972"/>
                </a:lnTo>
                <a:lnTo>
                  <a:pt x="184403" y="156972"/>
                </a:lnTo>
                <a:lnTo>
                  <a:pt x="184403" y="35052"/>
                </a:lnTo>
                <a:lnTo>
                  <a:pt x="111251" y="35052"/>
                </a:lnTo>
                <a:lnTo>
                  <a:pt x="100107" y="35337"/>
                </a:lnTo>
                <a:lnTo>
                  <a:pt x="89534" y="36195"/>
                </a:lnTo>
                <a:lnTo>
                  <a:pt x="79533" y="37623"/>
                </a:lnTo>
                <a:lnTo>
                  <a:pt x="70103" y="39624"/>
                </a:lnTo>
                <a:lnTo>
                  <a:pt x="53339" y="24384"/>
                </a:lnTo>
                <a:lnTo>
                  <a:pt x="286511" y="24384"/>
                </a:lnTo>
                <a:lnTo>
                  <a:pt x="310896" y="0"/>
                </a:lnTo>
                <a:lnTo>
                  <a:pt x="345947" y="35052"/>
                </a:lnTo>
                <a:lnTo>
                  <a:pt x="210311" y="35052"/>
                </a:lnTo>
                <a:lnTo>
                  <a:pt x="210311" y="156972"/>
                </a:lnTo>
                <a:lnTo>
                  <a:pt x="329184" y="156972"/>
                </a:lnTo>
                <a:lnTo>
                  <a:pt x="356615" y="129540"/>
                </a:lnTo>
                <a:lnTo>
                  <a:pt x="394715" y="167640"/>
                </a:lnTo>
                <a:lnTo>
                  <a:pt x="210311" y="167640"/>
                </a:lnTo>
                <a:lnTo>
                  <a:pt x="210311" y="333756"/>
                </a:lnTo>
                <a:lnTo>
                  <a:pt x="208597" y="351496"/>
                </a:lnTo>
                <a:lnTo>
                  <a:pt x="201167" y="365950"/>
                </a:lnTo>
                <a:lnTo>
                  <a:pt x="188023" y="377261"/>
                </a:lnTo>
                <a:lnTo>
                  <a:pt x="169163" y="38557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2575559" y="2314955"/>
            <a:ext cx="398145" cy="394970"/>
          </a:xfrm>
          <a:custGeom>
            <a:avLst/>
            <a:gdLst/>
            <a:ahLst/>
            <a:cxnLst/>
            <a:rect l="l" t="t" r="r" b="b"/>
            <a:pathLst>
              <a:path w="398144" h="394969">
                <a:moveTo>
                  <a:pt x="308457" y="18288"/>
                </a:moveTo>
                <a:lnTo>
                  <a:pt x="271272" y="18288"/>
                </a:lnTo>
                <a:lnTo>
                  <a:pt x="286512" y="0"/>
                </a:lnTo>
                <a:lnTo>
                  <a:pt x="308457" y="18288"/>
                </a:lnTo>
                <a:close/>
              </a:path>
              <a:path w="398144" h="394969">
                <a:moveTo>
                  <a:pt x="97536" y="178308"/>
                </a:moveTo>
                <a:lnTo>
                  <a:pt x="98417" y="156591"/>
                </a:lnTo>
                <a:lnTo>
                  <a:pt x="98869" y="134874"/>
                </a:lnTo>
                <a:lnTo>
                  <a:pt x="99020" y="115252"/>
                </a:lnTo>
                <a:lnTo>
                  <a:pt x="99036" y="70342"/>
                </a:lnTo>
                <a:lnTo>
                  <a:pt x="98869" y="48387"/>
                </a:lnTo>
                <a:lnTo>
                  <a:pt x="98417" y="25860"/>
                </a:lnTo>
                <a:lnTo>
                  <a:pt x="97536" y="3048"/>
                </a:lnTo>
                <a:lnTo>
                  <a:pt x="124968" y="18288"/>
                </a:lnTo>
                <a:lnTo>
                  <a:pt x="308457" y="18288"/>
                </a:lnTo>
                <a:lnTo>
                  <a:pt x="313944" y="22860"/>
                </a:lnTo>
                <a:lnTo>
                  <a:pt x="306324" y="28956"/>
                </a:lnTo>
                <a:lnTo>
                  <a:pt x="123444" y="28956"/>
                </a:lnTo>
                <a:lnTo>
                  <a:pt x="123444" y="79248"/>
                </a:lnTo>
                <a:lnTo>
                  <a:pt x="298939" y="79248"/>
                </a:lnTo>
                <a:lnTo>
                  <a:pt x="299093" y="89916"/>
                </a:lnTo>
                <a:lnTo>
                  <a:pt x="123444" y="89916"/>
                </a:lnTo>
                <a:lnTo>
                  <a:pt x="123444" y="141732"/>
                </a:lnTo>
                <a:lnTo>
                  <a:pt x="299984" y="141732"/>
                </a:lnTo>
                <a:lnTo>
                  <a:pt x="300127" y="152400"/>
                </a:lnTo>
                <a:lnTo>
                  <a:pt x="123444" y="152400"/>
                </a:lnTo>
                <a:lnTo>
                  <a:pt x="123444" y="167640"/>
                </a:lnTo>
                <a:lnTo>
                  <a:pt x="97536" y="178308"/>
                </a:lnTo>
                <a:close/>
              </a:path>
              <a:path w="398144" h="394969">
                <a:moveTo>
                  <a:pt x="298939" y="79248"/>
                </a:moveTo>
                <a:lnTo>
                  <a:pt x="274320" y="79248"/>
                </a:lnTo>
                <a:lnTo>
                  <a:pt x="274320" y="28956"/>
                </a:lnTo>
                <a:lnTo>
                  <a:pt x="306324" y="28956"/>
                </a:lnTo>
                <a:lnTo>
                  <a:pt x="298704" y="35052"/>
                </a:lnTo>
                <a:lnTo>
                  <a:pt x="298939" y="79248"/>
                </a:lnTo>
                <a:close/>
              </a:path>
              <a:path w="398144" h="394969">
                <a:moveTo>
                  <a:pt x="299984" y="141732"/>
                </a:moveTo>
                <a:lnTo>
                  <a:pt x="274320" y="141732"/>
                </a:lnTo>
                <a:lnTo>
                  <a:pt x="274320" y="89916"/>
                </a:lnTo>
                <a:lnTo>
                  <a:pt x="299093" y="89916"/>
                </a:lnTo>
                <a:lnTo>
                  <a:pt x="299466" y="115252"/>
                </a:lnTo>
                <a:lnTo>
                  <a:pt x="299984" y="141732"/>
                </a:lnTo>
                <a:close/>
              </a:path>
              <a:path w="398144" h="394969">
                <a:moveTo>
                  <a:pt x="274320" y="175260"/>
                </a:moveTo>
                <a:lnTo>
                  <a:pt x="274320" y="152400"/>
                </a:lnTo>
                <a:lnTo>
                  <a:pt x="300127" y="152400"/>
                </a:lnTo>
                <a:lnTo>
                  <a:pt x="300227" y="160020"/>
                </a:lnTo>
                <a:lnTo>
                  <a:pt x="274320" y="175260"/>
                </a:lnTo>
                <a:close/>
              </a:path>
              <a:path w="398144" h="394969">
                <a:moveTo>
                  <a:pt x="21336" y="213360"/>
                </a:moveTo>
                <a:lnTo>
                  <a:pt x="4572" y="196596"/>
                </a:lnTo>
                <a:lnTo>
                  <a:pt x="326136" y="196596"/>
                </a:lnTo>
                <a:lnTo>
                  <a:pt x="353568" y="170688"/>
                </a:lnTo>
                <a:lnTo>
                  <a:pt x="390144" y="207264"/>
                </a:lnTo>
                <a:lnTo>
                  <a:pt x="62484" y="207264"/>
                </a:lnTo>
                <a:lnTo>
                  <a:pt x="51339" y="207573"/>
                </a:lnTo>
                <a:lnTo>
                  <a:pt x="40767" y="208597"/>
                </a:lnTo>
                <a:lnTo>
                  <a:pt x="30765" y="210478"/>
                </a:lnTo>
                <a:lnTo>
                  <a:pt x="21336" y="213360"/>
                </a:lnTo>
                <a:close/>
              </a:path>
              <a:path w="398144" h="394969">
                <a:moveTo>
                  <a:pt x="213360" y="341376"/>
                </a:moveTo>
                <a:lnTo>
                  <a:pt x="188976" y="341376"/>
                </a:lnTo>
                <a:lnTo>
                  <a:pt x="188976" y="207264"/>
                </a:lnTo>
                <a:lnTo>
                  <a:pt x="213360" y="207264"/>
                </a:lnTo>
                <a:lnTo>
                  <a:pt x="213360" y="266699"/>
                </a:lnTo>
                <a:lnTo>
                  <a:pt x="348995" y="266699"/>
                </a:lnTo>
                <a:lnTo>
                  <a:pt x="359664" y="277368"/>
                </a:lnTo>
                <a:lnTo>
                  <a:pt x="213360" y="277368"/>
                </a:lnTo>
                <a:lnTo>
                  <a:pt x="213360" y="341376"/>
                </a:lnTo>
                <a:close/>
              </a:path>
              <a:path w="398144" h="394969">
                <a:moveTo>
                  <a:pt x="3048" y="394716"/>
                </a:moveTo>
                <a:lnTo>
                  <a:pt x="0" y="390144"/>
                </a:lnTo>
                <a:lnTo>
                  <a:pt x="34290" y="357854"/>
                </a:lnTo>
                <a:lnTo>
                  <a:pt x="61722" y="318135"/>
                </a:lnTo>
                <a:lnTo>
                  <a:pt x="82296" y="270986"/>
                </a:lnTo>
                <a:lnTo>
                  <a:pt x="96012" y="216408"/>
                </a:lnTo>
                <a:lnTo>
                  <a:pt x="134112" y="239268"/>
                </a:lnTo>
                <a:lnTo>
                  <a:pt x="112395" y="265938"/>
                </a:lnTo>
                <a:lnTo>
                  <a:pt x="109204" y="273367"/>
                </a:lnTo>
                <a:lnTo>
                  <a:pt x="105156" y="281940"/>
                </a:lnTo>
                <a:lnTo>
                  <a:pt x="113825" y="291084"/>
                </a:lnTo>
                <a:lnTo>
                  <a:pt x="100584" y="291084"/>
                </a:lnTo>
                <a:lnTo>
                  <a:pt x="82343" y="325064"/>
                </a:lnTo>
                <a:lnTo>
                  <a:pt x="59817" y="353758"/>
                </a:lnTo>
                <a:lnTo>
                  <a:pt x="33289" y="377023"/>
                </a:lnTo>
                <a:lnTo>
                  <a:pt x="3048" y="394716"/>
                </a:lnTo>
                <a:close/>
              </a:path>
              <a:path w="398144" h="394969">
                <a:moveTo>
                  <a:pt x="348995" y="266699"/>
                </a:moveTo>
                <a:lnTo>
                  <a:pt x="304800" y="266699"/>
                </a:lnTo>
                <a:lnTo>
                  <a:pt x="326136" y="243840"/>
                </a:lnTo>
                <a:lnTo>
                  <a:pt x="348995" y="266699"/>
                </a:lnTo>
                <a:close/>
              </a:path>
              <a:path w="398144" h="394969">
                <a:moveTo>
                  <a:pt x="362712" y="390144"/>
                </a:moveTo>
                <a:lnTo>
                  <a:pt x="315872" y="388167"/>
                </a:lnTo>
                <a:lnTo>
                  <a:pt x="276034" y="384619"/>
                </a:lnTo>
                <a:lnTo>
                  <a:pt x="217932" y="373380"/>
                </a:lnTo>
                <a:lnTo>
                  <a:pt x="178879" y="358902"/>
                </a:lnTo>
                <a:lnTo>
                  <a:pt x="135302" y="329017"/>
                </a:lnTo>
                <a:lnTo>
                  <a:pt x="100584" y="291084"/>
                </a:lnTo>
                <a:lnTo>
                  <a:pt x="113825" y="291084"/>
                </a:lnTo>
                <a:lnTo>
                  <a:pt x="121681" y="299370"/>
                </a:lnTo>
                <a:lnTo>
                  <a:pt x="141351" y="315087"/>
                </a:lnTo>
                <a:lnTo>
                  <a:pt x="163877" y="329088"/>
                </a:lnTo>
                <a:lnTo>
                  <a:pt x="188976" y="341376"/>
                </a:lnTo>
                <a:lnTo>
                  <a:pt x="213360" y="341376"/>
                </a:lnTo>
                <a:lnTo>
                  <a:pt x="213360" y="348996"/>
                </a:lnTo>
                <a:lnTo>
                  <a:pt x="230838" y="352353"/>
                </a:lnTo>
                <a:lnTo>
                  <a:pt x="251460" y="355282"/>
                </a:lnTo>
                <a:lnTo>
                  <a:pt x="275510" y="357354"/>
                </a:lnTo>
                <a:lnTo>
                  <a:pt x="303275" y="358140"/>
                </a:lnTo>
                <a:lnTo>
                  <a:pt x="397764" y="358140"/>
                </a:lnTo>
                <a:lnTo>
                  <a:pt x="397764" y="362712"/>
                </a:lnTo>
                <a:lnTo>
                  <a:pt x="384357" y="366998"/>
                </a:lnTo>
                <a:lnTo>
                  <a:pt x="373951" y="372999"/>
                </a:lnTo>
                <a:lnTo>
                  <a:pt x="366688" y="380714"/>
                </a:lnTo>
                <a:lnTo>
                  <a:pt x="362712" y="390144"/>
                </a:lnTo>
                <a:close/>
              </a:path>
              <a:path w="398144" h="394969">
                <a:moveTo>
                  <a:pt x="397764" y="358140"/>
                </a:moveTo>
                <a:lnTo>
                  <a:pt x="303275" y="358140"/>
                </a:lnTo>
                <a:lnTo>
                  <a:pt x="330684" y="357854"/>
                </a:lnTo>
                <a:lnTo>
                  <a:pt x="355663" y="356997"/>
                </a:lnTo>
                <a:lnTo>
                  <a:pt x="378071" y="355568"/>
                </a:lnTo>
                <a:lnTo>
                  <a:pt x="397764" y="353568"/>
                </a:lnTo>
                <a:lnTo>
                  <a:pt x="397764" y="35814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3029712" y="2348483"/>
            <a:ext cx="570230" cy="417830"/>
          </a:xfrm>
          <a:custGeom>
            <a:avLst/>
            <a:gdLst/>
            <a:ahLst/>
            <a:cxnLst/>
            <a:rect l="l" t="t" r="r" b="b"/>
            <a:pathLst>
              <a:path w="570229" h="417830">
                <a:moveTo>
                  <a:pt x="249936" y="326136"/>
                </a:moveTo>
                <a:lnTo>
                  <a:pt x="144068" y="196596"/>
                </a:lnTo>
                <a:lnTo>
                  <a:pt x="134112" y="184404"/>
                </a:lnTo>
                <a:lnTo>
                  <a:pt x="149250" y="177863"/>
                </a:lnTo>
                <a:lnTo>
                  <a:pt x="162687" y="169735"/>
                </a:lnTo>
                <a:lnTo>
                  <a:pt x="172732" y="161544"/>
                </a:lnTo>
                <a:lnTo>
                  <a:pt x="174396" y="160197"/>
                </a:lnTo>
                <a:lnTo>
                  <a:pt x="184404" y="149352"/>
                </a:lnTo>
                <a:lnTo>
                  <a:pt x="192405" y="136207"/>
                </a:lnTo>
                <a:lnTo>
                  <a:pt x="198120" y="121920"/>
                </a:lnTo>
                <a:lnTo>
                  <a:pt x="201549" y="106489"/>
                </a:lnTo>
                <a:lnTo>
                  <a:pt x="202692" y="89916"/>
                </a:lnTo>
                <a:lnTo>
                  <a:pt x="201879" y="77685"/>
                </a:lnTo>
                <a:lnTo>
                  <a:pt x="186880" y="38658"/>
                </a:lnTo>
                <a:lnTo>
                  <a:pt x="156972" y="14147"/>
                </a:lnTo>
                <a:lnTo>
                  <a:pt x="156972" y="92964"/>
                </a:lnTo>
                <a:lnTo>
                  <a:pt x="156679" y="100926"/>
                </a:lnTo>
                <a:lnTo>
                  <a:pt x="142963" y="139928"/>
                </a:lnTo>
                <a:lnTo>
                  <a:pt x="112776" y="156972"/>
                </a:lnTo>
                <a:lnTo>
                  <a:pt x="105625" y="158978"/>
                </a:lnTo>
                <a:lnTo>
                  <a:pt x="97917" y="160401"/>
                </a:lnTo>
                <a:lnTo>
                  <a:pt x="89623" y="161264"/>
                </a:lnTo>
                <a:lnTo>
                  <a:pt x="80772" y="161544"/>
                </a:lnTo>
                <a:lnTo>
                  <a:pt x="42672" y="161544"/>
                </a:lnTo>
                <a:lnTo>
                  <a:pt x="42672" y="38100"/>
                </a:lnTo>
                <a:lnTo>
                  <a:pt x="85344" y="38100"/>
                </a:lnTo>
                <a:lnTo>
                  <a:pt x="123444" y="42672"/>
                </a:lnTo>
                <a:lnTo>
                  <a:pt x="154393" y="73037"/>
                </a:lnTo>
                <a:lnTo>
                  <a:pt x="156972" y="92964"/>
                </a:lnTo>
                <a:lnTo>
                  <a:pt x="156972" y="14147"/>
                </a:lnTo>
                <a:lnTo>
                  <a:pt x="119583" y="3454"/>
                </a:lnTo>
                <a:lnTo>
                  <a:pt x="82296" y="1524"/>
                </a:lnTo>
                <a:lnTo>
                  <a:pt x="0" y="1524"/>
                </a:lnTo>
                <a:lnTo>
                  <a:pt x="0" y="326136"/>
                </a:lnTo>
                <a:lnTo>
                  <a:pt x="42672" y="326136"/>
                </a:lnTo>
                <a:lnTo>
                  <a:pt x="42672" y="196596"/>
                </a:lnTo>
                <a:lnTo>
                  <a:pt x="91440" y="196596"/>
                </a:lnTo>
                <a:lnTo>
                  <a:pt x="193548" y="326136"/>
                </a:lnTo>
                <a:lnTo>
                  <a:pt x="249936" y="326136"/>
                </a:lnTo>
                <a:close/>
              </a:path>
              <a:path w="570229" h="417830">
                <a:moveTo>
                  <a:pt x="446532" y="160020"/>
                </a:moveTo>
                <a:lnTo>
                  <a:pt x="440436" y="120396"/>
                </a:lnTo>
                <a:lnTo>
                  <a:pt x="413499" y="90208"/>
                </a:lnTo>
                <a:lnTo>
                  <a:pt x="370522" y="77343"/>
                </a:lnTo>
                <a:lnTo>
                  <a:pt x="347472" y="76200"/>
                </a:lnTo>
                <a:lnTo>
                  <a:pt x="337185" y="76492"/>
                </a:lnTo>
                <a:lnTo>
                  <a:pt x="286702" y="84582"/>
                </a:lnTo>
                <a:lnTo>
                  <a:pt x="272796" y="88392"/>
                </a:lnTo>
                <a:lnTo>
                  <a:pt x="272796" y="129540"/>
                </a:lnTo>
                <a:lnTo>
                  <a:pt x="275844" y="129540"/>
                </a:lnTo>
                <a:lnTo>
                  <a:pt x="285216" y="125501"/>
                </a:lnTo>
                <a:lnTo>
                  <a:pt x="294894" y="122301"/>
                </a:lnTo>
                <a:lnTo>
                  <a:pt x="340080" y="113068"/>
                </a:lnTo>
                <a:lnTo>
                  <a:pt x="347472" y="112776"/>
                </a:lnTo>
                <a:lnTo>
                  <a:pt x="362712" y="112776"/>
                </a:lnTo>
                <a:lnTo>
                  <a:pt x="377952" y="115824"/>
                </a:lnTo>
                <a:lnTo>
                  <a:pt x="384048" y="117348"/>
                </a:lnTo>
                <a:lnTo>
                  <a:pt x="390144" y="120396"/>
                </a:lnTo>
                <a:lnTo>
                  <a:pt x="394716" y="124968"/>
                </a:lnTo>
                <a:lnTo>
                  <a:pt x="399288" y="128016"/>
                </a:lnTo>
                <a:lnTo>
                  <a:pt x="402336" y="134112"/>
                </a:lnTo>
                <a:lnTo>
                  <a:pt x="403860" y="140208"/>
                </a:lnTo>
                <a:lnTo>
                  <a:pt x="405384" y="147828"/>
                </a:lnTo>
                <a:lnTo>
                  <a:pt x="405384" y="166116"/>
                </a:lnTo>
                <a:lnTo>
                  <a:pt x="405384" y="198120"/>
                </a:lnTo>
                <a:lnTo>
                  <a:pt x="405384" y="265176"/>
                </a:lnTo>
                <a:lnTo>
                  <a:pt x="398500" y="271513"/>
                </a:lnTo>
                <a:lnTo>
                  <a:pt x="360045" y="292036"/>
                </a:lnTo>
                <a:lnTo>
                  <a:pt x="341376" y="294132"/>
                </a:lnTo>
                <a:lnTo>
                  <a:pt x="330771" y="293547"/>
                </a:lnTo>
                <a:lnTo>
                  <a:pt x="298894" y="271081"/>
                </a:lnTo>
                <a:lnTo>
                  <a:pt x="295656" y="252984"/>
                </a:lnTo>
                <a:lnTo>
                  <a:pt x="296240" y="243535"/>
                </a:lnTo>
                <a:lnTo>
                  <a:pt x="325386" y="211391"/>
                </a:lnTo>
                <a:lnTo>
                  <a:pt x="368808" y="201168"/>
                </a:lnTo>
                <a:lnTo>
                  <a:pt x="397954" y="199034"/>
                </a:lnTo>
                <a:lnTo>
                  <a:pt x="405384" y="198120"/>
                </a:lnTo>
                <a:lnTo>
                  <a:pt x="405384" y="166116"/>
                </a:lnTo>
                <a:lnTo>
                  <a:pt x="389661" y="166624"/>
                </a:lnTo>
                <a:lnTo>
                  <a:pt x="345948" y="170688"/>
                </a:lnTo>
                <a:lnTo>
                  <a:pt x="308013" y="180124"/>
                </a:lnTo>
                <a:lnTo>
                  <a:pt x="269951" y="203263"/>
                </a:lnTo>
                <a:lnTo>
                  <a:pt x="253784" y="242493"/>
                </a:lnTo>
                <a:lnTo>
                  <a:pt x="252984" y="254508"/>
                </a:lnTo>
                <a:lnTo>
                  <a:pt x="253504" y="262509"/>
                </a:lnTo>
                <a:lnTo>
                  <a:pt x="266128" y="299275"/>
                </a:lnTo>
                <a:lnTo>
                  <a:pt x="305574" y="329018"/>
                </a:lnTo>
                <a:lnTo>
                  <a:pt x="327660" y="332232"/>
                </a:lnTo>
                <a:lnTo>
                  <a:pt x="336232" y="331978"/>
                </a:lnTo>
                <a:lnTo>
                  <a:pt x="343662" y="331279"/>
                </a:lnTo>
                <a:lnTo>
                  <a:pt x="349948" y="330314"/>
                </a:lnTo>
                <a:lnTo>
                  <a:pt x="355092" y="329184"/>
                </a:lnTo>
                <a:lnTo>
                  <a:pt x="362712" y="327660"/>
                </a:lnTo>
                <a:lnTo>
                  <a:pt x="368808" y="324612"/>
                </a:lnTo>
                <a:lnTo>
                  <a:pt x="376428" y="320040"/>
                </a:lnTo>
                <a:lnTo>
                  <a:pt x="381000" y="318516"/>
                </a:lnTo>
                <a:lnTo>
                  <a:pt x="393192" y="309372"/>
                </a:lnTo>
                <a:lnTo>
                  <a:pt x="397764" y="304800"/>
                </a:lnTo>
                <a:lnTo>
                  <a:pt x="402336" y="301752"/>
                </a:lnTo>
                <a:lnTo>
                  <a:pt x="405384" y="300228"/>
                </a:lnTo>
                <a:lnTo>
                  <a:pt x="405384" y="326136"/>
                </a:lnTo>
                <a:lnTo>
                  <a:pt x="446532" y="326136"/>
                </a:lnTo>
                <a:lnTo>
                  <a:pt x="446532" y="300228"/>
                </a:lnTo>
                <a:lnTo>
                  <a:pt x="446532" y="294132"/>
                </a:lnTo>
                <a:lnTo>
                  <a:pt x="446532" y="198120"/>
                </a:lnTo>
                <a:lnTo>
                  <a:pt x="446532" y="160020"/>
                </a:lnTo>
                <a:close/>
              </a:path>
              <a:path w="570229" h="417830">
                <a:moveTo>
                  <a:pt x="569976" y="82296"/>
                </a:moveTo>
                <a:lnTo>
                  <a:pt x="486156" y="82296"/>
                </a:lnTo>
                <a:lnTo>
                  <a:pt x="486156" y="115824"/>
                </a:lnTo>
                <a:lnTo>
                  <a:pt x="528828" y="115824"/>
                </a:lnTo>
                <a:lnTo>
                  <a:pt x="528802" y="324065"/>
                </a:lnTo>
                <a:lnTo>
                  <a:pt x="528637" y="331660"/>
                </a:lnTo>
                <a:lnTo>
                  <a:pt x="528180" y="338404"/>
                </a:lnTo>
                <a:lnTo>
                  <a:pt x="527304" y="344424"/>
                </a:lnTo>
                <a:lnTo>
                  <a:pt x="527304" y="353568"/>
                </a:lnTo>
                <a:lnTo>
                  <a:pt x="524256" y="359664"/>
                </a:lnTo>
                <a:lnTo>
                  <a:pt x="521208" y="364236"/>
                </a:lnTo>
                <a:lnTo>
                  <a:pt x="518160" y="370332"/>
                </a:lnTo>
                <a:lnTo>
                  <a:pt x="478536" y="381000"/>
                </a:lnTo>
                <a:lnTo>
                  <a:pt x="467868" y="381000"/>
                </a:lnTo>
                <a:lnTo>
                  <a:pt x="463296" y="379476"/>
                </a:lnTo>
                <a:lnTo>
                  <a:pt x="460248" y="379476"/>
                </a:lnTo>
                <a:lnTo>
                  <a:pt x="457200" y="377952"/>
                </a:lnTo>
                <a:lnTo>
                  <a:pt x="455676" y="377952"/>
                </a:lnTo>
                <a:lnTo>
                  <a:pt x="455676" y="414528"/>
                </a:lnTo>
                <a:lnTo>
                  <a:pt x="460248" y="416052"/>
                </a:lnTo>
                <a:lnTo>
                  <a:pt x="470916" y="416052"/>
                </a:lnTo>
                <a:lnTo>
                  <a:pt x="477012" y="417576"/>
                </a:lnTo>
                <a:lnTo>
                  <a:pt x="486156" y="417576"/>
                </a:lnTo>
                <a:lnTo>
                  <a:pt x="504698" y="416179"/>
                </a:lnTo>
                <a:lnTo>
                  <a:pt x="548640" y="396240"/>
                </a:lnTo>
                <a:lnTo>
                  <a:pt x="558952" y="381000"/>
                </a:lnTo>
                <a:lnTo>
                  <a:pt x="564451" y="368808"/>
                </a:lnTo>
                <a:lnTo>
                  <a:pt x="568566" y="351663"/>
                </a:lnTo>
                <a:lnTo>
                  <a:pt x="569976" y="332232"/>
                </a:lnTo>
                <a:lnTo>
                  <a:pt x="569976" y="82296"/>
                </a:lnTo>
                <a:close/>
              </a:path>
              <a:path w="570229" h="417830">
                <a:moveTo>
                  <a:pt x="569976" y="0"/>
                </a:moveTo>
                <a:lnTo>
                  <a:pt x="524256" y="0"/>
                </a:lnTo>
                <a:lnTo>
                  <a:pt x="524256" y="41148"/>
                </a:lnTo>
                <a:lnTo>
                  <a:pt x="569976" y="41148"/>
                </a:lnTo>
                <a:lnTo>
                  <a:pt x="569976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3649979" y="2313431"/>
            <a:ext cx="402590" cy="403860"/>
          </a:xfrm>
          <a:custGeom>
            <a:avLst/>
            <a:gdLst/>
            <a:ahLst/>
            <a:cxnLst/>
            <a:rect l="l" t="t" r="r" b="b"/>
            <a:pathLst>
              <a:path w="402589" h="403860">
                <a:moveTo>
                  <a:pt x="118872" y="68580"/>
                </a:moveTo>
                <a:lnTo>
                  <a:pt x="114300" y="68580"/>
                </a:lnTo>
                <a:lnTo>
                  <a:pt x="111252" y="62484"/>
                </a:lnTo>
                <a:lnTo>
                  <a:pt x="108204" y="48768"/>
                </a:lnTo>
                <a:lnTo>
                  <a:pt x="104179" y="37361"/>
                </a:lnTo>
                <a:lnTo>
                  <a:pt x="98869" y="26098"/>
                </a:lnTo>
                <a:lnTo>
                  <a:pt x="92130" y="15120"/>
                </a:lnTo>
                <a:lnTo>
                  <a:pt x="83820" y="4572"/>
                </a:lnTo>
                <a:lnTo>
                  <a:pt x="89916" y="0"/>
                </a:lnTo>
                <a:lnTo>
                  <a:pt x="124968" y="24384"/>
                </a:lnTo>
                <a:lnTo>
                  <a:pt x="134397" y="42386"/>
                </a:lnTo>
                <a:lnTo>
                  <a:pt x="134112" y="47244"/>
                </a:lnTo>
                <a:lnTo>
                  <a:pt x="132588" y="54864"/>
                </a:lnTo>
                <a:lnTo>
                  <a:pt x="129540" y="59436"/>
                </a:lnTo>
                <a:lnTo>
                  <a:pt x="126492" y="62484"/>
                </a:lnTo>
                <a:lnTo>
                  <a:pt x="118872" y="68580"/>
                </a:lnTo>
                <a:close/>
              </a:path>
              <a:path w="402589" h="403860">
                <a:moveTo>
                  <a:pt x="268224" y="131064"/>
                </a:moveTo>
                <a:lnTo>
                  <a:pt x="246888" y="131064"/>
                </a:lnTo>
                <a:lnTo>
                  <a:pt x="246707" y="96012"/>
                </a:lnTo>
                <a:lnTo>
                  <a:pt x="246582" y="77724"/>
                </a:lnTo>
                <a:lnTo>
                  <a:pt x="245985" y="44315"/>
                </a:lnTo>
                <a:lnTo>
                  <a:pt x="245907" y="40767"/>
                </a:lnTo>
                <a:lnTo>
                  <a:pt x="244959" y="14906"/>
                </a:lnTo>
                <a:lnTo>
                  <a:pt x="243840" y="0"/>
                </a:lnTo>
                <a:lnTo>
                  <a:pt x="280416" y="18288"/>
                </a:lnTo>
                <a:lnTo>
                  <a:pt x="268224" y="30480"/>
                </a:lnTo>
                <a:lnTo>
                  <a:pt x="268224" y="131064"/>
                </a:lnTo>
                <a:close/>
              </a:path>
              <a:path w="402589" h="403860">
                <a:moveTo>
                  <a:pt x="342900" y="97536"/>
                </a:moveTo>
                <a:lnTo>
                  <a:pt x="336804" y="97536"/>
                </a:lnTo>
                <a:lnTo>
                  <a:pt x="333756" y="91440"/>
                </a:lnTo>
                <a:lnTo>
                  <a:pt x="324873" y="67794"/>
                </a:lnTo>
                <a:lnTo>
                  <a:pt x="318706" y="56197"/>
                </a:lnTo>
                <a:lnTo>
                  <a:pt x="310538" y="44315"/>
                </a:lnTo>
                <a:lnTo>
                  <a:pt x="300228" y="32004"/>
                </a:lnTo>
                <a:lnTo>
                  <a:pt x="303276" y="25908"/>
                </a:lnTo>
                <a:lnTo>
                  <a:pt x="339709" y="47339"/>
                </a:lnTo>
                <a:lnTo>
                  <a:pt x="356901" y="71127"/>
                </a:lnTo>
                <a:lnTo>
                  <a:pt x="356616" y="77724"/>
                </a:lnTo>
                <a:lnTo>
                  <a:pt x="353568" y="86868"/>
                </a:lnTo>
                <a:lnTo>
                  <a:pt x="350520" y="91440"/>
                </a:lnTo>
                <a:lnTo>
                  <a:pt x="345948" y="96012"/>
                </a:lnTo>
                <a:lnTo>
                  <a:pt x="342900" y="97536"/>
                </a:lnTo>
                <a:close/>
              </a:path>
              <a:path w="402589" h="403860">
                <a:moveTo>
                  <a:pt x="24384" y="91440"/>
                </a:moveTo>
                <a:lnTo>
                  <a:pt x="7620" y="74676"/>
                </a:lnTo>
                <a:lnTo>
                  <a:pt x="175260" y="74676"/>
                </a:lnTo>
                <a:lnTo>
                  <a:pt x="193548" y="56388"/>
                </a:lnTo>
                <a:lnTo>
                  <a:pt x="224028" y="85344"/>
                </a:lnTo>
                <a:lnTo>
                  <a:pt x="65532" y="85344"/>
                </a:lnTo>
                <a:lnTo>
                  <a:pt x="53316" y="85653"/>
                </a:lnTo>
                <a:lnTo>
                  <a:pt x="42100" y="86677"/>
                </a:lnTo>
                <a:lnTo>
                  <a:pt x="32313" y="88558"/>
                </a:lnTo>
                <a:lnTo>
                  <a:pt x="24384" y="91440"/>
                </a:lnTo>
                <a:close/>
              </a:path>
              <a:path w="402589" h="403860">
                <a:moveTo>
                  <a:pt x="211836" y="144780"/>
                </a:moveTo>
                <a:lnTo>
                  <a:pt x="198120" y="131064"/>
                </a:lnTo>
                <a:lnTo>
                  <a:pt x="350520" y="131064"/>
                </a:lnTo>
                <a:lnTo>
                  <a:pt x="371856" y="109728"/>
                </a:lnTo>
                <a:lnTo>
                  <a:pt x="400812" y="141732"/>
                </a:lnTo>
                <a:lnTo>
                  <a:pt x="227076" y="141732"/>
                </a:lnTo>
                <a:lnTo>
                  <a:pt x="211836" y="144780"/>
                </a:lnTo>
                <a:close/>
              </a:path>
              <a:path w="402589" h="403860">
                <a:moveTo>
                  <a:pt x="191153" y="131064"/>
                </a:moveTo>
                <a:lnTo>
                  <a:pt x="160020" y="131064"/>
                </a:lnTo>
                <a:lnTo>
                  <a:pt x="173736" y="115824"/>
                </a:lnTo>
                <a:lnTo>
                  <a:pt x="191153" y="131064"/>
                </a:lnTo>
                <a:close/>
              </a:path>
              <a:path w="402589" h="403860">
                <a:moveTo>
                  <a:pt x="41148" y="233172"/>
                </a:moveTo>
                <a:lnTo>
                  <a:pt x="42029" y="219432"/>
                </a:lnTo>
                <a:lnTo>
                  <a:pt x="42414" y="207621"/>
                </a:lnTo>
                <a:lnTo>
                  <a:pt x="42497" y="204216"/>
                </a:lnTo>
                <a:lnTo>
                  <a:pt x="42648" y="191381"/>
                </a:lnTo>
                <a:lnTo>
                  <a:pt x="42648" y="161925"/>
                </a:lnTo>
                <a:lnTo>
                  <a:pt x="42490" y="147828"/>
                </a:lnTo>
                <a:lnTo>
                  <a:pt x="42029" y="132207"/>
                </a:lnTo>
                <a:lnTo>
                  <a:pt x="41148" y="117348"/>
                </a:lnTo>
                <a:lnTo>
                  <a:pt x="65532" y="131064"/>
                </a:lnTo>
                <a:lnTo>
                  <a:pt x="191153" y="131064"/>
                </a:lnTo>
                <a:lnTo>
                  <a:pt x="198120" y="137160"/>
                </a:lnTo>
                <a:lnTo>
                  <a:pt x="192241" y="141732"/>
                </a:lnTo>
                <a:lnTo>
                  <a:pt x="65532" y="141732"/>
                </a:lnTo>
                <a:lnTo>
                  <a:pt x="65532" y="204216"/>
                </a:lnTo>
                <a:lnTo>
                  <a:pt x="184957" y="204216"/>
                </a:lnTo>
                <a:lnTo>
                  <a:pt x="185046" y="207621"/>
                </a:lnTo>
                <a:lnTo>
                  <a:pt x="185476" y="214884"/>
                </a:lnTo>
                <a:lnTo>
                  <a:pt x="65532" y="214884"/>
                </a:lnTo>
                <a:lnTo>
                  <a:pt x="65532" y="225552"/>
                </a:lnTo>
                <a:lnTo>
                  <a:pt x="41148" y="233172"/>
                </a:lnTo>
                <a:close/>
              </a:path>
              <a:path w="402589" h="403860">
                <a:moveTo>
                  <a:pt x="184957" y="204216"/>
                </a:moveTo>
                <a:lnTo>
                  <a:pt x="161544" y="204216"/>
                </a:lnTo>
                <a:lnTo>
                  <a:pt x="161544" y="141732"/>
                </a:lnTo>
                <a:lnTo>
                  <a:pt x="192241" y="141732"/>
                </a:lnTo>
                <a:lnTo>
                  <a:pt x="184404" y="147828"/>
                </a:lnTo>
                <a:lnTo>
                  <a:pt x="184481" y="176784"/>
                </a:lnTo>
                <a:lnTo>
                  <a:pt x="184594" y="190309"/>
                </a:lnTo>
                <a:lnTo>
                  <a:pt x="184957" y="204216"/>
                </a:lnTo>
                <a:close/>
              </a:path>
              <a:path w="402589" h="403860">
                <a:moveTo>
                  <a:pt x="155448" y="403860"/>
                </a:moveTo>
                <a:lnTo>
                  <a:pt x="150876" y="399288"/>
                </a:lnTo>
                <a:lnTo>
                  <a:pt x="175426" y="374713"/>
                </a:lnTo>
                <a:lnTo>
                  <a:pt x="196405" y="348996"/>
                </a:lnTo>
                <a:lnTo>
                  <a:pt x="227076" y="294132"/>
                </a:lnTo>
                <a:lnTo>
                  <a:pt x="242125" y="226504"/>
                </a:lnTo>
                <a:lnTo>
                  <a:pt x="245721" y="186332"/>
                </a:lnTo>
                <a:lnTo>
                  <a:pt x="246888" y="141732"/>
                </a:lnTo>
                <a:lnTo>
                  <a:pt x="268224" y="141732"/>
                </a:lnTo>
                <a:lnTo>
                  <a:pt x="267676" y="187213"/>
                </a:lnTo>
                <a:lnTo>
                  <a:pt x="263842" y="227838"/>
                </a:lnTo>
                <a:lnTo>
                  <a:pt x="246888" y="295656"/>
                </a:lnTo>
                <a:lnTo>
                  <a:pt x="212598" y="351472"/>
                </a:lnTo>
                <a:lnTo>
                  <a:pt x="186880" y="378166"/>
                </a:lnTo>
                <a:lnTo>
                  <a:pt x="155448" y="403860"/>
                </a:lnTo>
                <a:close/>
              </a:path>
              <a:path w="402589" h="403860">
                <a:moveTo>
                  <a:pt x="362712" y="385572"/>
                </a:moveTo>
                <a:lnTo>
                  <a:pt x="326136" y="385572"/>
                </a:lnTo>
                <a:lnTo>
                  <a:pt x="311015" y="383571"/>
                </a:lnTo>
                <a:lnTo>
                  <a:pt x="300037" y="377571"/>
                </a:lnTo>
                <a:lnTo>
                  <a:pt x="293346" y="367569"/>
                </a:lnTo>
                <a:lnTo>
                  <a:pt x="291160" y="354044"/>
                </a:lnTo>
                <a:lnTo>
                  <a:pt x="291084" y="141732"/>
                </a:lnTo>
                <a:lnTo>
                  <a:pt x="313944" y="141732"/>
                </a:lnTo>
                <a:lnTo>
                  <a:pt x="313944" y="344424"/>
                </a:lnTo>
                <a:lnTo>
                  <a:pt x="315363" y="353568"/>
                </a:lnTo>
                <a:lnTo>
                  <a:pt x="319468" y="360235"/>
                </a:lnTo>
                <a:lnTo>
                  <a:pt x="326159" y="364355"/>
                </a:lnTo>
                <a:lnTo>
                  <a:pt x="335280" y="365760"/>
                </a:lnTo>
                <a:lnTo>
                  <a:pt x="401194" y="365760"/>
                </a:lnTo>
                <a:lnTo>
                  <a:pt x="395501" y="373356"/>
                </a:lnTo>
                <a:lnTo>
                  <a:pt x="386524" y="380047"/>
                </a:lnTo>
                <a:lnTo>
                  <a:pt x="375546" y="384167"/>
                </a:lnTo>
                <a:lnTo>
                  <a:pt x="362712" y="385572"/>
                </a:lnTo>
                <a:close/>
              </a:path>
              <a:path w="402589" h="403860">
                <a:moveTo>
                  <a:pt x="127690" y="356616"/>
                </a:moveTo>
                <a:lnTo>
                  <a:pt x="99060" y="356616"/>
                </a:lnTo>
                <a:lnTo>
                  <a:pt x="103632" y="355092"/>
                </a:lnTo>
                <a:lnTo>
                  <a:pt x="106680" y="352044"/>
                </a:lnTo>
                <a:lnTo>
                  <a:pt x="106680" y="214884"/>
                </a:lnTo>
                <a:lnTo>
                  <a:pt x="128016" y="214884"/>
                </a:lnTo>
                <a:lnTo>
                  <a:pt x="127907" y="353568"/>
                </a:lnTo>
                <a:lnTo>
                  <a:pt x="127690" y="356616"/>
                </a:lnTo>
                <a:close/>
              </a:path>
              <a:path w="402589" h="403860">
                <a:moveTo>
                  <a:pt x="161544" y="233172"/>
                </a:moveTo>
                <a:lnTo>
                  <a:pt x="161544" y="214884"/>
                </a:lnTo>
                <a:lnTo>
                  <a:pt x="185476" y="214884"/>
                </a:lnTo>
                <a:lnTo>
                  <a:pt x="185928" y="222504"/>
                </a:lnTo>
                <a:lnTo>
                  <a:pt x="161544" y="233172"/>
                </a:lnTo>
                <a:close/>
              </a:path>
              <a:path w="402589" h="403860">
                <a:moveTo>
                  <a:pt x="4572" y="364236"/>
                </a:moveTo>
                <a:lnTo>
                  <a:pt x="0" y="361188"/>
                </a:lnTo>
                <a:lnTo>
                  <a:pt x="8882" y="346329"/>
                </a:lnTo>
                <a:lnTo>
                  <a:pt x="17335" y="331470"/>
                </a:lnTo>
                <a:lnTo>
                  <a:pt x="40076" y="287178"/>
                </a:lnTo>
                <a:lnTo>
                  <a:pt x="54864" y="246888"/>
                </a:lnTo>
                <a:lnTo>
                  <a:pt x="86868" y="268224"/>
                </a:lnTo>
                <a:lnTo>
                  <a:pt x="70104" y="277368"/>
                </a:lnTo>
                <a:lnTo>
                  <a:pt x="53220" y="302514"/>
                </a:lnTo>
                <a:lnTo>
                  <a:pt x="36766" y="325374"/>
                </a:lnTo>
                <a:lnTo>
                  <a:pt x="20597" y="345948"/>
                </a:lnTo>
                <a:lnTo>
                  <a:pt x="4572" y="364236"/>
                </a:lnTo>
                <a:close/>
              </a:path>
              <a:path w="402589" h="403860">
                <a:moveTo>
                  <a:pt x="182880" y="327660"/>
                </a:moveTo>
                <a:lnTo>
                  <a:pt x="178308" y="327660"/>
                </a:lnTo>
                <a:lnTo>
                  <a:pt x="175260" y="321564"/>
                </a:lnTo>
                <a:lnTo>
                  <a:pt x="173736" y="309372"/>
                </a:lnTo>
                <a:lnTo>
                  <a:pt x="169687" y="297418"/>
                </a:lnTo>
                <a:lnTo>
                  <a:pt x="164211" y="284607"/>
                </a:lnTo>
                <a:lnTo>
                  <a:pt x="157019" y="271224"/>
                </a:lnTo>
                <a:lnTo>
                  <a:pt x="147828" y="257556"/>
                </a:lnTo>
                <a:lnTo>
                  <a:pt x="150876" y="252984"/>
                </a:lnTo>
                <a:lnTo>
                  <a:pt x="187452" y="278892"/>
                </a:lnTo>
                <a:lnTo>
                  <a:pt x="198120" y="292608"/>
                </a:lnTo>
                <a:lnTo>
                  <a:pt x="198120" y="307848"/>
                </a:lnTo>
                <a:lnTo>
                  <a:pt x="195072" y="313944"/>
                </a:lnTo>
                <a:lnTo>
                  <a:pt x="190500" y="320040"/>
                </a:lnTo>
                <a:lnTo>
                  <a:pt x="182880" y="327660"/>
                </a:lnTo>
                <a:close/>
              </a:path>
              <a:path w="402589" h="403860">
                <a:moveTo>
                  <a:pt x="401194" y="365760"/>
                </a:moveTo>
                <a:lnTo>
                  <a:pt x="348996" y="365760"/>
                </a:lnTo>
                <a:lnTo>
                  <a:pt x="357258" y="364617"/>
                </a:lnTo>
                <a:lnTo>
                  <a:pt x="363664" y="361188"/>
                </a:lnTo>
                <a:lnTo>
                  <a:pt x="368069" y="355473"/>
                </a:lnTo>
                <a:lnTo>
                  <a:pt x="370332" y="347472"/>
                </a:lnTo>
                <a:lnTo>
                  <a:pt x="370570" y="337185"/>
                </a:lnTo>
                <a:lnTo>
                  <a:pt x="371134" y="323469"/>
                </a:lnTo>
                <a:lnTo>
                  <a:pt x="371617" y="309753"/>
                </a:lnTo>
                <a:lnTo>
                  <a:pt x="371856" y="292608"/>
                </a:lnTo>
                <a:lnTo>
                  <a:pt x="381000" y="292608"/>
                </a:lnTo>
                <a:lnTo>
                  <a:pt x="384048" y="333756"/>
                </a:lnTo>
                <a:lnTo>
                  <a:pt x="402336" y="364236"/>
                </a:lnTo>
                <a:lnTo>
                  <a:pt x="401194" y="365760"/>
                </a:lnTo>
                <a:close/>
              </a:path>
              <a:path w="402589" h="403860">
                <a:moveTo>
                  <a:pt x="94488" y="393192"/>
                </a:moveTo>
                <a:lnTo>
                  <a:pt x="91654" y="383428"/>
                </a:lnTo>
                <a:lnTo>
                  <a:pt x="83248" y="374523"/>
                </a:lnTo>
                <a:lnTo>
                  <a:pt x="69413" y="366188"/>
                </a:lnTo>
                <a:lnTo>
                  <a:pt x="50292" y="358140"/>
                </a:lnTo>
                <a:lnTo>
                  <a:pt x="50292" y="352044"/>
                </a:lnTo>
                <a:lnTo>
                  <a:pt x="67984" y="354044"/>
                </a:lnTo>
                <a:lnTo>
                  <a:pt x="82105" y="355473"/>
                </a:lnTo>
                <a:lnTo>
                  <a:pt x="92511" y="356330"/>
                </a:lnTo>
                <a:lnTo>
                  <a:pt x="99060" y="356616"/>
                </a:lnTo>
                <a:lnTo>
                  <a:pt x="127690" y="356616"/>
                </a:lnTo>
                <a:lnTo>
                  <a:pt x="127468" y="359735"/>
                </a:lnTo>
                <a:lnTo>
                  <a:pt x="102822" y="389739"/>
                </a:lnTo>
                <a:lnTo>
                  <a:pt x="94488" y="39319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4098035" y="2310383"/>
            <a:ext cx="393700" cy="398145"/>
          </a:xfrm>
          <a:custGeom>
            <a:avLst/>
            <a:gdLst/>
            <a:ahLst/>
            <a:cxnLst/>
            <a:rect l="l" t="t" r="r" b="b"/>
            <a:pathLst>
              <a:path w="393700" h="398144">
                <a:moveTo>
                  <a:pt x="342900" y="397763"/>
                </a:moveTo>
                <a:lnTo>
                  <a:pt x="336804" y="397763"/>
                </a:lnTo>
                <a:lnTo>
                  <a:pt x="335280" y="396239"/>
                </a:lnTo>
                <a:lnTo>
                  <a:pt x="332232" y="391668"/>
                </a:lnTo>
                <a:lnTo>
                  <a:pt x="317873" y="367022"/>
                </a:lnTo>
                <a:lnTo>
                  <a:pt x="312420" y="358139"/>
                </a:lnTo>
                <a:lnTo>
                  <a:pt x="237553" y="363354"/>
                </a:lnTo>
                <a:lnTo>
                  <a:pt x="179832" y="367855"/>
                </a:lnTo>
                <a:lnTo>
                  <a:pt x="139255" y="372070"/>
                </a:lnTo>
                <a:lnTo>
                  <a:pt x="91249" y="383286"/>
                </a:lnTo>
                <a:lnTo>
                  <a:pt x="74676" y="390144"/>
                </a:lnTo>
                <a:lnTo>
                  <a:pt x="51816" y="348996"/>
                </a:lnTo>
                <a:lnTo>
                  <a:pt x="100679" y="322635"/>
                </a:lnTo>
                <a:lnTo>
                  <a:pt x="139565" y="280439"/>
                </a:lnTo>
                <a:lnTo>
                  <a:pt x="169902" y="235338"/>
                </a:lnTo>
                <a:lnTo>
                  <a:pt x="181356" y="213360"/>
                </a:lnTo>
                <a:lnTo>
                  <a:pt x="57912" y="213360"/>
                </a:lnTo>
                <a:lnTo>
                  <a:pt x="46743" y="213883"/>
                </a:lnTo>
                <a:lnTo>
                  <a:pt x="36004" y="215265"/>
                </a:lnTo>
                <a:lnTo>
                  <a:pt x="25550" y="217217"/>
                </a:lnTo>
                <a:lnTo>
                  <a:pt x="15240" y="219456"/>
                </a:lnTo>
                <a:lnTo>
                  <a:pt x="0" y="204216"/>
                </a:lnTo>
                <a:lnTo>
                  <a:pt x="184404" y="204216"/>
                </a:lnTo>
                <a:lnTo>
                  <a:pt x="184404" y="114300"/>
                </a:lnTo>
                <a:lnTo>
                  <a:pt x="103632" y="114300"/>
                </a:lnTo>
                <a:lnTo>
                  <a:pt x="93345" y="114609"/>
                </a:lnTo>
                <a:lnTo>
                  <a:pt x="83058" y="115633"/>
                </a:lnTo>
                <a:lnTo>
                  <a:pt x="72771" y="117514"/>
                </a:lnTo>
                <a:lnTo>
                  <a:pt x="62484" y="120396"/>
                </a:lnTo>
                <a:lnTo>
                  <a:pt x="47244" y="103632"/>
                </a:lnTo>
                <a:lnTo>
                  <a:pt x="184404" y="103632"/>
                </a:lnTo>
                <a:lnTo>
                  <a:pt x="184213" y="46672"/>
                </a:lnTo>
                <a:lnTo>
                  <a:pt x="183761" y="21978"/>
                </a:lnTo>
                <a:lnTo>
                  <a:pt x="182880" y="0"/>
                </a:lnTo>
                <a:lnTo>
                  <a:pt x="225552" y="19812"/>
                </a:lnTo>
                <a:lnTo>
                  <a:pt x="210312" y="32004"/>
                </a:lnTo>
                <a:lnTo>
                  <a:pt x="210312" y="103632"/>
                </a:lnTo>
                <a:lnTo>
                  <a:pt x="294132" y="103632"/>
                </a:lnTo>
                <a:lnTo>
                  <a:pt x="318516" y="79248"/>
                </a:lnTo>
                <a:lnTo>
                  <a:pt x="353568" y="114300"/>
                </a:lnTo>
                <a:lnTo>
                  <a:pt x="210312" y="114300"/>
                </a:lnTo>
                <a:lnTo>
                  <a:pt x="210312" y="204216"/>
                </a:lnTo>
                <a:lnTo>
                  <a:pt x="327660" y="204216"/>
                </a:lnTo>
                <a:lnTo>
                  <a:pt x="355092" y="175260"/>
                </a:lnTo>
                <a:lnTo>
                  <a:pt x="393192" y="213360"/>
                </a:lnTo>
                <a:lnTo>
                  <a:pt x="192024" y="213360"/>
                </a:lnTo>
                <a:lnTo>
                  <a:pt x="222504" y="234696"/>
                </a:lnTo>
                <a:lnTo>
                  <a:pt x="201168" y="242316"/>
                </a:lnTo>
                <a:lnTo>
                  <a:pt x="181927" y="261747"/>
                </a:lnTo>
                <a:lnTo>
                  <a:pt x="168378" y="275748"/>
                </a:lnTo>
                <a:lnTo>
                  <a:pt x="152400" y="292608"/>
                </a:lnTo>
                <a:lnTo>
                  <a:pt x="136374" y="310038"/>
                </a:lnTo>
                <a:lnTo>
                  <a:pt x="120205" y="325755"/>
                </a:lnTo>
                <a:lnTo>
                  <a:pt x="103751" y="339756"/>
                </a:lnTo>
                <a:lnTo>
                  <a:pt x="86868" y="352044"/>
                </a:lnTo>
                <a:lnTo>
                  <a:pt x="306324" y="348996"/>
                </a:lnTo>
                <a:lnTo>
                  <a:pt x="296346" y="336423"/>
                </a:lnTo>
                <a:lnTo>
                  <a:pt x="282511" y="321564"/>
                </a:lnTo>
                <a:lnTo>
                  <a:pt x="264961" y="304419"/>
                </a:lnTo>
                <a:lnTo>
                  <a:pt x="243840" y="284988"/>
                </a:lnTo>
                <a:lnTo>
                  <a:pt x="248412" y="280415"/>
                </a:lnTo>
                <a:lnTo>
                  <a:pt x="301371" y="308419"/>
                </a:lnTo>
                <a:lnTo>
                  <a:pt x="333756" y="330708"/>
                </a:lnTo>
                <a:lnTo>
                  <a:pt x="355092" y="368808"/>
                </a:lnTo>
                <a:lnTo>
                  <a:pt x="355092" y="371856"/>
                </a:lnTo>
                <a:lnTo>
                  <a:pt x="353568" y="377951"/>
                </a:lnTo>
                <a:lnTo>
                  <a:pt x="348996" y="385572"/>
                </a:lnTo>
                <a:lnTo>
                  <a:pt x="345948" y="394715"/>
                </a:lnTo>
                <a:lnTo>
                  <a:pt x="342900" y="39776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4576572" y="2321051"/>
            <a:ext cx="329565" cy="396240"/>
          </a:xfrm>
          <a:custGeom>
            <a:avLst/>
            <a:gdLst/>
            <a:ahLst/>
            <a:cxnLst/>
            <a:rect l="l" t="t" r="r" b="b"/>
            <a:pathLst>
              <a:path w="329564" h="396239">
                <a:moveTo>
                  <a:pt x="134112" y="396240"/>
                </a:moveTo>
                <a:lnTo>
                  <a:pt x="130921" y="384000"/>
                </a:lnTo>
                <a:lnTo>
                  <a:pt x="118872" y="372618"/>
                </a:lnTo>
                <a:lnTo>
                  <a:pt x="97678" y="362378"/>
                </a:lnTo>
                <a:lnTo>
                  <a:pt x="67056" y="353567"/>
                </a:lnTo>
                <a:lnTo>
                  <a:pt x="68580" y="344424"/>
                </a:lnTo>
                <a:lnTo>
                  <a:pt x="88868" y="347305"/>
                </a:lnTo>
                <a:lnTo>
                  <a:pt x="106299" y="349186"/>
                </a:lnTo>
                <a:lnTo>
                  <a:pt x="120872" y="350210"/>
                </a:lnTo>
                <a:lnTo>
                  <a:pt x="132588" y="350519"/>
                </a:lnTo>
                <a:lnTo>
                  <a:pt x="142327" y="348781"/>
                </a:lnTo>
                <a:lnTo>
                  <a:pt x="148780" y="343471"/>
                </a:lnTo>
                <a:lnTo>
                  <a:pt x="152090" y="334446"/>
                </a:lnTo>
                <a:lnTo>
                  <a:pt x="152400" y="321564"/>
                </a:lnTo>
                <a:lnTo>
                  <a:pt x="152376" y="150328"/>
                </a:lnTo>
                <a:lnTo>
                  <a:pt x="152209" y="132778"/>
                </a:lnTo>
                <a:lnTo>
                  <a:pt x="151757" y="116657"/>
                </a:lnTo>
                <a:lnTo>
                  <a:pt x="150876" y="102108"/>
                </a:lnTo>
                <a:lnTo>
                  <a:pt x="175260" y="115824"/>
                </a:lnTo>
                <a:lnTo>
                  <a:pt x="275844" y="27432"/>
                </a:lnTo>
                <a:lnTo>
                  <a:pt x="57912" y="27432"/>
                </a:lnTo>
                <a:lnTo>
                  <a:pt x="46743" y="27741"/>
                </a:lnTo>
                <a:lnTo>
                  <a:pt x="36004" y="28765"/>
                </a:lnTo>
                <a:lnTo>
                  <a:pt x="25550" y="30646"/>
                </a:lnTo>
                <a:lnTo>
                  <a:pt x="15240" y="33528"/>
                </a:lnTo>
                <a:lnTo>
                  <a:pt x="0" y="16764"/>
                </a:lnTo>
                <a:lnTo>
                  <a:pt x="277368" y="16764"/>
                </a:lnTo>
                <a:lnTo>
                  <a:pt x="297180" y="0"/>
                </a:lnTo>
                <a:lnTo>
                  <a:pt x="329184" y="38100"/>
                </a:lnTo>
                <a:lnTo>
                  <a:pt x="307181" y="41767"/>
                </a:lnTo>
                <a:lnTo>
                  <a:pt x="275463" y="57150"/>
                </a:lnTo>
                <a:lnTo>
                  <a:pt x="234029" y="83962"/>
                </a:lnTo>
                <a:lnTo>
                  <a:pt x="182880" y="121920"/>
                </a:lnTo>
                <a:lnTo>
                  <a:pt x="196596" y="132588"/>
                </a:lnTo>
                <a:lnTo>
                  <a:pt x="178308" y="138684"/>
                </a:lnTo>
                <a:lnTo>
                  <a:pt x="178308" y="345948"/>
                </a:lnTo>
                <a:lnTo>
                  <a:pt x="175688" y="361949"/>
                </a:lnTo>
                <a:lnTo>
                  <a:pt x="167640" y="375665"/>
                </a:lnTo>
                <a:lnTo>
                  <a:pt x="153876" y="387096"/>
                </a:lnTo>
                <a:lnTo>
                  <a:pt x="134112" y="39624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" name="object 15"/>
          <p:cNvSpPr/>
          <p:nvPr/>
        </p:nvSpPr>
        <p:spPr>
          <a:xfrm>
            <a:off x="4969751" y="2336291"/>
            <a:ext cx="845819" cy="344805"/>
          </a:xfrm>
          <a:custGeom>
            <a:avLst/>
            <a:gdLst/>
            <a:ahLst/>
            <a:cxnLst/>
            <a:rect l="l" t="t" r="r" b="b"/>
            <a:pathLst>
              <a:path w="845820" h="344805">
                <a:moveTo>
                  <a:pt x="390144" y="13716"/>
                </a:moveTo>
                <a:lnTo>
                  <a:pt x="347472" y="13716"/>
                </a:lnTo>
                <a:lnTo>
                  <a:pt x="283464" y="284988"/>
                </a:lnTo>
                <a:lnTo>
                  <a:pt x="217932" y="13716"/>
                </a:lnTo>
                <a:lnTo>
                  <a:pt x="173736" y="13716"/>
                </a:lnTo>
                <a:lnTo>
                  <a:pt x="109728" y="283464"/>
                </a:lnTo>
                <a:lnTo>
                  <a:pt x="44196" y="13716"/>
                </a:lnTo>
                <a:lnTo>
                  <a:pt x="0" y="13716"/>
                </a:lnTo>
                <a:lnTo>
                  <a:pt x="82296" y="338328"/>
                </a:lnTo>
                <a:lnTo>
                  <a:pt x="129540" y="338328"/>
                </a:lnTo>
                <a:lnTo>
                  <a:pt x="195072" y="68580"/>
                </a:lnTo>
                <a:lnTo>
                  <a:pt x="260604" y="338328"/>
                </a:lnTo>
                <a:lnTo>
                  <a:pt x="309372" y="338328"/>
                </a:lnTo>
                <a:lnTo>
                  <a:pt x="390144" y="13716"/>
                </a:lnTo>
                <a:close/>
              </a:path>
              <a:path w="845820" h="344805">
                <a:moveTo>
                  <a:pt x="601980" y="198120"/>
                </a:moveTo>
                <a:lnTo>
                  <a:pt x="601624" y="188976"/>
                </a:lnTo>
                <a:lnTo>
                  <a:pt x="601433" y="184073"/>
                </a:lnTo>
                <a:lnTo>
                  <a:pt x="599884" y="171450"/>
                </a:lnTo>
                <a:lnTo>
                  <a:pt x="586168" y="130683"/>
                </a:lnTo>
                <a:lnTo>
                  <a:pt x="562356" y="104089"/>
                </a:lnTo>
                <a:lnTo>
                  <a:pt x="562356" y="188976"/>
                </a:lnTo>
                <a:lnTo>
                  <a:pt x="432816" y="188976"/>
                </a:lnTo>
                <a:lnTo>
                  <a:pt x="446532" y="147828"/>
                </a:lnTo>
                <a:lnTo>
                  <a:pt x="479971" y="124498"/>
                </a:lnTo>
                <a:lnTo>
                  <a:pt x="501396" y="121920"/>
                </a:lnTo>
                <a:lnTo>
                  <a:pt x="509117" y="122212"/>
                </a:lnTo>
                <a:lnTo>
                  <a:pt x="551688" y="146304"/>
                </a:lnTo>
                <a:lnTo>
                  <a:pt x="561428" y="181241"/>
                </a:lnTo>
                <a:lnTo>
                  <a:pt x="562356" y="188976"/>
                </a:lnTo>
                <a:lnTo>
                  <a:pt x="562356" y="104089"/>
                </a:lnTo>
                <a:lnTo>
                  <a:pt x="560451" y="102679"/>
                </a:lnTo>
                <a:lnTo>
                  <a:pt x="515353" y="88709"/>
                </a:lnTo>
                <a:lnTo>
                  <a:pt x="504444" y="88392"/>
                </a:lnTo>
                <a:lnTo>
                  <a:pt x="480441" y="90449"/>
                </a:lnTo>
                <a:lnTo>
                  <a:pt x="439293" y="107683"/>
                </a:lnTo>
                <a:lnTo>
                  <a:pt x="409028" y="142290"/>
                </a:lnTo>
                <a:lnTo>
                  <a:pt x="393649" y="189674"/>
                </a:lnTo>
                <a:lnTo>
                  <a:pt x="391668" y="217932"/>
                </a:lnTo>
                <a:lnTo>
                  <a:pt x="393674" y="245960"/>
                </a:lnTo>
                <a:lnTo>
                  <a:pt x="409676" y="292303"/>
                </a:lnTo>
                <a:lnTo>
                  <a:pt x="441375" y="324904"/>
                </a:lnTo>
                <a:lnTo>
                  <a:pt x="486473" y="340906"/>
                </a:lnTo>
                <a:lnTo>
                  <a:pt x="513588" y="342900"/>
                </a:lnTo>
                <a:lnTo>
                  <a:pt x="531876" y="342900"/>
                </a:lnTo>
                <a:lnTo>
                  <a:pt x="544068" y="339852"/>
                </a:lnTo>
                <a:lnTo>
                  <a:pt x="559308" y="336804"/>
                </a:lnTo>
                <a:lnTo>
                  <a:pt x="565404" y="335280"/>
                </a:lnTo>
                <a:lnTo>
                  <a:pt x="571500" y="332232"/>
                </a:lnTo>
                <a:lnTo>
                  <a:pt x="579120" y="329184"/>
                </a:lnTo>
                <a:lnTo>
                  <a:pt x="586740" y="327660"/>
                </a:lnTo>
                <a:lnTo>
                  <a:pt x="592836" y="324612"/>
                </a:lnTo>
                <a:lnTo>
                  <a:pt x="597408" y="323088"/>
                </a:lnTo>
                <a:lnTo>
                  <a:pt x="597408" y="307848"/>
                </a:lnTo>
                <a:lnTo>
                  <a:pt x="597408" y="278892"/>
                </a:lnTo>
                <a:lnTo>
                  <a:pt x="594360" y="278892"/>
                </a:lnTo>
                <a:lnTo>
                  <a:pt x="591312" y="280416"/>
                </a:lnTo>
                <a:lnTo>
                  <a:pt x="582168" y="286512"/>
                </a:lnTo>
                <a:lnTo>
                  <a:pt x="576072" y="289560"/>
                </a:lnTo>
                <a:lnTo>
                  <a:pt x="539496" y="304800"/>
                </a:lnTo>
                <a:lnTo>
                  <a:pt x="513588" y="307848"/>
                </a:lnTo>
                <a:lnTo>
                  <a:pt x="495300" y="306425"/>
                </a:lnTo>
                <a:lnTo>
                  <a:pt x="454152" y="284988"/>
                </a:lnTo>
                <a:lnTo>
                  <a:pt x="434225" y="240411"/>
                </a:lnTo>
                <a:lnTo>
                  <a:pt x="432816" y="220980"/>
                </a:lnTo>
                <a:lnTo>
                  <a:pt x="601980" y="220980"/>
                </a:lnTo>
                <a:lnTo>
                  <a:pt x="601980" y="198120"/>
                </a:lnTo>
                <a:close/>
              </a:path>
              <a:path w="845820" h="344805">
                <a:moveTo>
                  <a:pt x="845820" y="211836"/>
                </a:moveTo>
                <a:lnTo>
                  <a:pt x="840105" y="160401"/>
                </a:lnTo>
                <a:lnTo>
                  <a:pt x="822960" y="120396"/>
                </a:lnTo>
                <a:lnTo>
                  <a:pt x="804672" y="103251"/>
                </a:lnTo>
                <a:lnTo>
                  <a:pt x="804672" y="214884"/>
                </a:lnTo>
                <a:lnTo>
                  <a:pt x="803529" y="237413"/>
                </a:lnTo>
                <a:lnTo>
                  <a:pt x="786384" y="284988"/>
                </a:lnTo>
                <a:lnTo>
                  <a:pt x="751890" y="306425"/>
                </a:lnTo>
                <a:lnTo>
                  <a:pt x="737616" y="307848"/>
                </a:lnTo>
                <a:lnTo>
                  <a:pt x="730123" y="307594"/>
                </a:lnTo>
                <a:lnTo>
                  <a:pt x="723328" y="306895"/>
                </a:lnTo>
                <a:lnTo>
                  <a:pt x="716838" y="305930"/>
                </a:lnTo>
                <a:lnTo>
                  <a:pt x="710184" y="304800"/>
                </a:lnTo>
                <a:lnTo>
                  <a:pt x="704189" y="302501"/>
                </a:lnTo>
                <a:lnTo>
                  <a:pt x="697611" y="300037"/>
                </a:lnTo>
                <a:lnTo>
                  <a:pt x="690473" y="297307"/>
                </a:lnTo>
                <a:lnTo>
                  <a:pt x="682752" y="294132"/>
                </a:lnTo>
                <a:lnTo>
                  <a:pt x="682752" y="153924"/>
                </a:lnTo>
                <a:lnTo>
                  <a:pt x="722998" y="131000"/>
                </a:lnTo>
                <a:lnTo>
                  <a:pt x="748284" y="126492"/>
                </a:lnTo>
                <a:lnTo>
                  <a:pt x="762025" y="127927"/>
                </a:lnTo>
                <a:lnTo>
                  <a:pt x="796963" y="161950"/>
                </a:lnTo>
                <a:lnTo>
                  <a:pt x="804672" y="214884"/>
                </a:lnTo>
                <a:lnTo>
                  <a:pt x="804672" y="103251"/>
                </a:lnTo>
                <a:lnTo>
                  <a:pt x="794194" y="96393"/>
                </a:lnTo>
                <a:lnTo>
                  <a:pt x="776884" y="90398"/>
                </a:lnTo>
                <a:lnTo>
                  <a:pt x="757428" y="88392"/>
                </a:lnTo>
                <a:lnTo>
                  <a:pt x="746290" y="88963"/>
                </a:lnTo>
                <a:lnTo>
                  <a:pt x="708050" y="102400"/>
                </a:lnTo>
                <a:lnTo>
                  <a:pt x="682752" y="120396"/>
                </a:lnTo>
                <a:lnTo>
                  <a:pt x="682752" y="0"/>
                </a:lnTo>
                <a:lnTo>
                  <a:pt x="643128" y="0"/>
                </a:lnTo>
                <a:lnTo>
                  <a:pt x="643128" y="338328"/>
                </a:lnTo>
                <a:lnTo>
                  <a:pt x="681228" y="338328"/>
                </a:lnTo>
                <a:lnTo>
                  <a:pt x="682752" y="326136"/>
                </a:lnTo>
                <a:lnTo>
                  <a:pt x="689851" y="330428"/>
                </a:lnTo>
                <a:lnTo>
                  <a:pt x="726757" y="343281"/>
                </a:lnTo>
                <a:lnTo>
                  <a:pt x="745236" y="344424"/>
                </a:lnTo>
                <a:lnTo>
                  <a:pt x="766076" y="342138"/>
                </a:lnTo>
                <a:lnTo>
                  <a:pt x="802030" y="323850"/>
                </a:lnTo>
                <a:lnTo>
                  <a:pt x="829754" y="288137"/>
                </a:lnTo>
                <a:lnTo>
                  <a:pt x="844092" y="240131"/>
                </a:lnTo>
                <a:lnTo>
                  <a:pt x="845820" y="21183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6" name="object 16"/>
          <p:cNvGrpSpPr/>
          <p:nvPr/>
        </p:nvGrpSpPr>
        <p:grpSpPr>
          <a:xfrm>
            <a:off x="5861303" y="2336291"/>
            <a:ext cx="891540" cy="344805"/>
            <a:chOff x="5861303" y="2336291"/>
            <a:chExt cx="891540" cy="344805"/>
          </a:xfrm>
        </p:grpSpPr>
        <p:pic>
          <p:nvPicPr>
            <p:cNvPr id="17" name="object 17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5861303" y="2349499"/>
              <a:ext cx="437388" cy="325120"/>
            </a:xfrm>
            <a:prstGeom prst="rect">
              <a:avLst/>
            </a:prstGeom>
          </p:spPr>
        </p:pic>
        <p:sp>
          <p:nvSpPr>
            <p:cNvPr id="18" name="object 18"/>
            <p:cNvSpPr/>
            <p:nvPr/>
          </p:nvSpPr>
          <p:spPr>
            <a:xfrm>
              <a:off x="6307836" y="2336291"/>
              <a:ext cx="445134" cy="344805"/>
            </a:xfrm>
            <a:custGeom>
              <a:avLst/>
              <a:gdLst/>
              <a:ahLst/>
              <a:cxnLst/>
              <a:rect l="l" t="t" r="r" b="b"/>
              <a:pathLst>
                <a:path w="445134" h="344805">
                  <a:moveTo>
                    <a:pt x="216408" y="216408"/>
                  </a:moveTo>
                  <a:lnTo>
                    <a:pt x="214426" y="187286"/>
                  </a:lnTo>
                  <a:lnTo>
                    <a:pt x="208597" y="161734"/>
                  </a:lnTo>
                  <a:lnTo>
                    <a:pt x="199047" y="139903"/>
                  </a:lnTo>
                  <a:lnTo>
                    <a:pt x="187032" y="123444"/>
                  </a:lnTo>
                  <a:lnTo>
                    <a:pt x="185928" y="121920"/>
                  </a:lnTo>
                  <a:lnTo>
                    <a:pt x="173736" y="110121"/>
                  </a:lnTo>
                  <a:lnTo>
                    <a:pt x="173736" y="216408"/>
                  </a:lnTo>
                  <a:lnTo>
                    <a:pt x="172605" y="238086"/>
                  </a:lnTo>
                  <a:lnTo>
                    <a:pt x="156972" y="286512"/>
                  </a:lnTo>
                  <a:lnTo>
                    <a:pt x="123101" y="307949"/>
                  </a:lnTo>
                  <a:lnTo>
                    <a:pt x="108204" y="309372"/>
                  </a:lnTo>
                  <a:lnTo>
                    <a:pt x="93078" y="307924"/>
                  </a:lnTo>
                  <a:lnTo>
                    <a:pt x="59436" y="284988"/>
                  </a:lnTo>
                  <a:lnTo>
                    <a:pt x="42291" y="237845"/>
                  </a:lnTo>
                  <a:lnTo>
                    <a:pt x="41148" y="216408"/>
                  </a:lnTo>
                  <a:lnTo>
                    <a:pt x="42291" y="194106"/>
                  </a:lnTo>
                  <a:lnTo>
                    <a:pt x="59436" y="146304"/>
                  </a:lnTo>
                  <a:lnTo>
                    <a:pt x="93078" y="124879"/>
                  </a:lnTo>
                  <a:lnTo>
                    <a:pt x="108204" y="123444"/>
                  </a:lnTo>
                  <a:lnTo>
                    <a:pt x="123101" y="124879"/>
                  </a:lnTo>
                  <a:lnTo>
                    <a:pt x="156972" y="146304"/>
                  </a:lnTo>
                  <a:lnTo>
                    <a:pt x="172821" y="194106"/>
                  </a:lnTo>
                  <a:lnTo>
                    <a:pt x="173736" y="216408"/>
                  </a:lnTo>
                  <a:lnTo>
                    <a:pt x="173736" y="110121"/>
                  </a:lnTo>
                  <a:lnTo>
                    <a:pt x="170561" y="107048"/>
                  </a:lnTo>
                  <a:lnTo>
                    <a:pt x="152209" y="96583"/>
                  </a:lnTo>
                  <a:lnTo>
                    <a:pt x="131267" y="90424"/>
                  </a:lnTo>
                  <a:lnTo>
                    <a:pt x="108204" y="88392"/>
                  </a:lnTo>
                  <a:lnTo>
                    <a:pt x="84455" y="90424"/>
                  </a:lnTo>
                  <a:lnTo>
                    <a:pt x="44970" y="107048"/>
                  </a:lnTo>
                  <a:lnTo>
                    <a:pt x="16065" y="140550"/>
                  </a:lnTo>
                  <a:lnTo>
                    <a:pt x="1727" y="187502"/>
                  </a:lnTo>
                  <a:lnTo>
                    <a:pt x="0" y="216408"/>
                  </a:lnTo>
                  <a:lnTo>
                    <a:pt x="1727" y="244436"/>
                  </a:lnTo>
                  <a:lnTo>
                    <a:pt x="16065" y="290779"/>
                  </a:lnTo>
                  <a:lnTo>
                    <a:pt x="44335" y="324497"/>
                  </a:lnTo>
                  <a:lnTo>
                    <a:pt x="84239" y="342163"/>
                  </a:lnTo>
                  <a:lnTo>
                    <a:pt x="108204" y="344424"/>
                  </a:lnTo>
                  <a:lnTo>
                    <a:pt x="131267" y="342404"/>
                  </a:lnTo>
                  <a:lnTo>
                    <a:pt x="152209" y="336232"/>
                  </a:lnTo>
                  <a:lnTo>
                    <a:pt x="170561" y="325780"/>
                  </a:lnTo>
                  <a:lnTo>
                    <a:pt x="185928" y="310896"/>
                  </a:lnTo>
                  <a:lnTo>
                    <a:pt x="186994" y="309372"/>
                  </a:lnTo>
                  <a:lnTo>
                    <a:pt x="199047" y="292277"/>
                  </a:lnTo>
                  <a:lnTo>
                    <a:pt x="208597" y="270510"/>
                  </a:lnTo>
                  <a:lnTo>
                    <a:pt x="214426" y="245325"/>
                  </a:lnTo>
                  <a:lnTo>
                    <a:pt x="216408" y="216408"/>
                  </a:lnTo>
                  <a:close/>
                </a:path>
                <a:path w="445134" h="344805">
                  <a:moveTo>
                    <a:pt x="445008" y="0"/>
                  </a:moveTo>
                  <a:lnTo>
                    <a:pt x="403860" y="0"/>
                  </a:lnTo>
                  <a:lnTo>
                    <a:pt x="403860" y="105156"/>
                  </a:lnTo>
                  <a:lnTo>
                    <a:pt x="403860" y="138684"/>
                  </a:lnTo>
                  <a:lnTo>
                    <a:pt x="403860" y="278892"/>
                  </a:lnTo>
                  <a:lnTo>
                    <a:pt x="396735" y="284353"/>
                  </a:lnTo>
                  <a:lnTo>
                    <a:pt x="357378" y="303466"/>
                  </a:lnTo>
                  <a:lnTo>
                    <a:pt x="341376" y="304800"/>
                  </a:lnTo>
                  <a:lnTo>
                    <a:pt x="327393" y="303403"/>
                  </a:lnTo>
                  <a:lnTo>
                    <a:pt x="291172" y="270637"/>
                  </a:lnTo>
                  <a:lnTo>
                    <a:pt x="283464" y="216408"/>
                  </a:lnTo>
                  <a:lnTo>
                    <a:pt x="284607" y="195859"/>
                  </a:lnTo>
                  <a:lnTo>
                    <a:pt x="301752" y="149352"/>
                  </a:lnTo>
                  <a:lnTo>
                    <a:pt x="335610" y="126428"/>
                  </a:lnTo>
                  <a:lnTo>
                    <a:pt x="350520" y="124968"/>
                  </a:lnTo>
                  <a:lnTo>
                    <a:pt x="357352" y="125234"/>
                  </a:lnTo>
                  <a:lnTo>
                    <a:pt x="397002" y="135305"/>
                  </a:lnTo>
                  <a:lnTo>
                    <a:pt x="403860" y="138684"/>
                  </a:lnTo>
                  <a:lnTo>
                    <a:pt x="403860" y="105156"/>
                  </a:lnTo>
                  <a:lnTo>
                    <a:pt x="361569" y="89344"/>
                  </a:lnTo>
                  <a:lnTo>
                    <a:pt x="344424" y="88392"/>
                  </a:lnTo>
                  <a:lnTo>
                    <a:pt x="334149" y="88963"/>
                  </a:lnTo>
                  <a:lnTo>
                    <a:pt x="295935" y="102425"/>
                  </a:lnTo>
                  <a:lnTo>
                    <a:pt x="265366" y="131356"/>
                  </a:lnTo>
                  <a:lnTo>
                    <a:pt x="245935" y="175069"/>
                  </a:lnTo>
                  <a:lnTo>
                    <a:pt x="240792" y="217932"/>
                  </a:lnTo>
                  <a:lnTo>
                    <a:pt x="241338" y="232511"/>
                  </a:lnTo>
                  <a:lnTo>
                    <a:pt x="248412" y="272796"/>
                  </a:lnTo>
                  <a:lnTo>
                    <a:pt x="266700" y="312420"/>
                  </a:lnTo>
                  <a:lnTo>
                    <a:pt x="303936" y="339928"/>
                  </a:lnTo>
                  <a:lnTo>
                    <a:pt x="332232" y="344424"/>
                  </a:lnTo>
                  <a:lnTo>
                    <a:pt x="339852" y="344424"/>
                  </a:lnTo>
                  <a:lnTo>
                    <a:pt x="347472" y="342900"/>
                  </a:lnTo>
                  <a:lnTo>
                    <a:pt x="365760" y="338328"/>
                  </a:lnTo>
                  <a:lnTo>
                    <a:pt x="377952" y="332232"/>
                  </a:lnTo>
                  <a:lnTo>
                    <a:pt x="387096" y="326136"/>
                  </a:lnTo>
                  <a:lnTo>
                    <a:pt x="393192" y="323088"/>
                  </a:lnTo>
                  <a:lnTo>
                    <a:pt x="403860" y="312420"/>
                  </a:lnTo>
                  <a:lnTo>
                    <a:pt x="403860" y="338328"/>
                  </a:lnTo>
                  <a:lnTo>
                    <a:pt x="445008" y="338328"/>
                  </a:lnTo>
                  <a:lnTo>
                    <a:pt x="445008" y="312420"/>
                  </a:lnTo>
                  <a:lnTo>
                    <a:pt x="445008" y="304800"/>
                  </a:lnTo>
                  <a:lnTo>
                    <a:pt x="445008" y="124968"/>
                  </a:lnTo>
                  <a:lnTo>
                    <a:pt x="445008" y="105156"/>
                  </a:lnTo>
                  <a:lnTo>
                    <a:pt x="445008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9" name="object 19"/>
          <p:cNvGrpSpPr/>
          <p:nvPr/>
        </p:nvGrpSpPr>
        <p:grpSpPr>
          <a:xfrm>
            <a:off x="6810755" y="2424683"/>
            <a:ext cx="536575" cy="329565"/>
            <a:chOff x="6810755" y="2424683"/>
            <a:chExt cx="536575" cy="329565"/>
          </a:xfrm>
        </p:grpSpPr>
        <p:pic>
          <p:nvPicPr>
            <p:cNvPr id="20" name="object 20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6810755" y="2430779"/>
              <a:ext cx="190500" cy="249936"/>
            </a:xfrm>
            <a:prstGeom prst="rect">
              <a:avLst/>
            </a:prstGeom>
          </p:spPr>
        </p:pic>
        <p:sp>
          <p:nvSpPr>
            <p:cNvPr id="21" name="object 21"/>
            <p:cNvSpPr/>
            <p:nvPr/>
          </p:nvSpPr>
          <p:spPr>
            <a:xfrm>
              <a:off x="7045439" y="2424683"/>
              <a:ext cx="302260" cy="329565"/>
            </a:xfrm>
            <a:custGeom>
              <a:avLst/>
              <a:gdLst/>
              <a:ahLst/>
              <a:cxnLst/>
              <a:rect l="l" t="t" r="r" b="b"/>
              <a:pathLst>
                <a:path w="302259" h="329564">
                  <a:moveTo>
                    <a:pt x="175260" y="179832"/>
                  </a:moveTo>
                  <a:lnTo>
                    <a:pt x="163068" y="137160"/>
                  </a:lnTo>
                  <a:lnTo>
                    <a:pt x="121920" y="114300"/>
                  </a:lnTo>
                  <a:lnTo>
                    <a:pt x="112776" y="112776"/>
                  </a:lnTo>
                  <a:lnTo>
                    <a:pt x="105156" y="109728"/>
                  </a:lnTo>
                  <a:lnTo>
                    <a:pt x="97536" y="108204"/>
                  </a:lnTo>
                  <a:lnTo>
                    <a:pt x="91440" y="106680"/>
                  </a:lnTo>
                  <a:lnTo>
                    <a:pt x="83820" y="105156"/>
                  </a:lnTo>
                  <a:lnTo>
                    <a:pt x="69176" y="101307"/>
                  </a:lnTo>
                  <a:lnTo>
                    <a:pt x="61912" y="98679"/>
                  </a:lnTo>
                  <a:lnTo>
                    <a:pt x="56083" y="95491"/>
                  </a:lnTo>
                  <a:lnTo>
                    <a:pt x="51816" y="91440"/>
                  </a:lnTo>
                  <a:lnTo>
                    <a:pt x="45720" y="86868"/>
                  </a:lnTo>
                  <a:lnTo>
                    <a:pt x="42672" y="79248"/>
                  </a:lnTo>
                  <a:lnTo>
                    <a:pt x="42672" y="68580"/>
                  </a:lnTo>
                  <a:lnTo>
                    <a:pt x="72771" y="37338"/>
                  </a:lnTo>
                  <a:lnTo>
                    <a:pt x="91440" y="35052"/>
                  </a:lnTo>
                  <a:lnTo>
                    <a:pt x="100825" y="35610"/>
                  </a:lnTo>
                  <a:lnTo>
                    <a:pt x="139306" y="46418"/>
                  </a:lnTo>
                  <a:lnTo>
                    <a:pt x="164592" y="62484"/>
                  </a:lnTo>
                  <a:lnTo>
                    <a:pt x="167640" y="62484"/>
                  </a:lnTo>
                  <a:lnTo>
                    <a:pt x="167640" y="18288"/>
                  </a:lnTo>
                  <a:lnTo>
                    <a:pt x="159600" y="14884"/>
                  </a:lnTo>
                  <a:lnTo>
                    <a:pt x="122301" y="3225"/>
                  </a:lnTo>
                  <a:lnTo>
                    <a:pt x="91440" y="0"/>
                  </a:lnTo>
                  <a:lnTo>
                    <a:pt x="71996" y="1409"/>
                  </a:lnTo>
                  <a:lnTo>
                    <a:pt x="25908" y="21336"/>
                  </a:lnTo>
                  <a:lnTo>
                    <a:pt x="2984" y="59270"/>
                  </a:lnTo>
                  <a:lnTo>
                    <a:pt x="1524" y="74676"/>
                  </a:lnTo>
                  <a:lnTo>
                    <a:pt x="2362" y="85826"/>
                  </a:lnTo>
                  <a:lnTo>
                    <a:pt x="21437" y="123494"/>
                  </a:lnTo>
                  <a:lnTo>
                    <a:pt x="60960" y="141732"/>
                  </a:lnTo>
                  <a:lnTo>
                    <a:pt x="68580" y="144780"/>
                  </a:lnTo>
                  <a:lnTo>
                    <a:pt x="86868" y="147828"/>
                  </a:lnTo>
                  <a:lnTo>
                    <a:pt x="92964" y="149352"/>
                  </a:lnTo>
                  <a:lnTo>
                    <a:pt x="97536" y="150876"/>
                  </a:lnTo>
                  <a:lnTo>
                    <a:pt x="106997" y="153428"/>
                  </a:lnTo>
                  <a:lnTo>
                    <a:pt x="134112" y="175260"/>
                  </a:lnTo>
                  <a:lnTo>
                    <a:pt x="134112" y="192024"/>
                  </a:lnTo>
                  <a:lnTo>
                    <a:pt x="88392" y="220980"/>
                  </a:lnTo>
                  <a:lnTo>
                    <a:pt x="82296" y="220980"/>
                  </a:lnTo>
                  <a:lnTo>
                    <a:pt x="75463" y="220700"/>
                  </a:lnTo>
                  <a:lnTo>
                    <a:pt x="68770" y="219837"/>
                  </a:lnTo>
                  <a:lnTo>
                    <a:pt x="62369" y="218414"/>
                  </a:lnTo>
                  <a:lnTo>
                    <a:pt x="56388" y="216408"/>
                  </a:lnTo>
                  <a:lnTo>
                    <a:pt x="48768" y="214884"/>
                  </a:lnTo>
                  <a:lnTo>
                    <a:pt x="33528" y="208788"/>
                  </a:lnTo>
                  <a:lnTo>
                    <a:pt x="25908" y="204216"/>
                  </a:lnTo>
                  <a:lnTo>
                    <a:pt x="19812" y="201168"/>
                  </a:lnTo>
                  <a:lnTo>
                    <a:pt x="6096" y="192024"/>
                  </a:lnTo>
                  <a:lnTo>
                    <a:pt x="3048" y="188976"/>
                  </a:lnTo>
                  <a:lnTo>
                    <a:pt x="0" y="188976"/>
                  </a:lnTo>
                  <a:lnTo>
                    <a:pt x="0" y="234696"/>
                  </a:lnTo>
                  <a:lnTo>
                    <a:pt x="7416" y="238125"/>
                  </a:lnTo>
                  <a:lnTo>
                    <a:pt x="45631" y="251294"/>
                  </a:lnTo>
                  <a:lnTo>
                    <a:pt x="80772" y="254508"/>
                  </a:lnTo>
                  <a:lnTo>
                    <a:pt x="92773" y="254228"/>
                  </a:lnTo>
                  <a:lnTo>
                    <a:pt x="137541" y="242697"/>
                  </a:lnTo>
                  <a:lnTo>
                    <a:pt x="166306" y="215392"/>
                  </a:lnTo>
                  <a:lnTo>
                    <a:pt x="174955" y="186931"/>
                  </a:lnTo>
                  <a:lnTo>
                    <a:pt x="175260" y="179832"/>
                  </a:lnTo>
                  <a:close/>
                </a:path>
                <a:path w="302259" h="329564">
                  <a:moveTo>
                    <a:pt x="288036" y="6108"/>
                  </a:moveTo>
                  <a:lnTo>
                    <a:pt x="234696" y="6108"/>
                  </a:lnTo>
                  <a:lnTo>
                    <a:pt x="234696" y="68592"/>
                  </a:lnTo>
                  <a:lnTo>
                    <a:pt x="288036" y="68592"/>
                  </a:lnTo>
                  <a:lnTo>
                    <a:pt x="288036" y="6108"/>
                  </a:lnTo>
                  <a:close/>
                </a:path>
                <a:path w="302259" h="329564">
                  <a:moveTo>
                    <a:pt x="301752" y="187464"/>
                  </a:moveTo>
                  <a:lnTo>
                    <a:pt x="246888" y="187464"/>
                  </a:lnTo>
                  <a:lnTo>
                    <a:pt x="208788" y="329196"/>
                  </a:lnTo>
                  <a:lnTo>
                    <a:pt x="240792" y="329196"/>
                  </a:lnTo>
                  <a:lnTo>
                    <a:pt x="301752" y="187464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pic>
        <p:nvPicPr>
          <p:cNvPr id="22" name="object 22"/>
          <p:cNvPicPr/>
          <p:nvPr/>
        </p:nvPicPr>
        <p:blipFill>
          <a:blip r:embed="rId6" cstate="print"/>
          <a:stretch>
            <a:fillRect/>
          </a:stretch>
        </p:blipFill>
        <p:spPr>
          <a:xfrm>
            <a:off x="1748027" y="3058667"/>
            <a:ext cx="181355" cy="172212"/>
          </a:xfrm>
          <a:prstGeom prst="rect">
            <a:avLst/>
          </a:prstGeom>
        </p:spPr>
      </p:pic>
      <p:sp>
        <p:nvSpPr>
          <p:cNvPr id="23" name="object 23"/>
          <p:cNvSpPr/>
          <p:nvPr/>
        </p:nvSpPr>
        <p:spPr>
          <a:xfrm>
            <a:off x="2133600" y="2900172"/>
            <a:ext cx="381000" cy="398145"/>
          </a:xfrm>
          <a:custGeom>
            <a:avLst/>
            <a:gdLst/>
            <a:ahLst/>
            <a:cxnLst/>
            <a:rect l="l" t="t" r="r" b="b"/>
            <a:pathLst>
              <a:path w="381000" h="398145">
                <a:moveTo>
                  <a:pt x="365760" y="25908"/>
                </a:moveTo>
                <a:lnTo>
                  <a:pt x="313944" y="25908"/>
                </a:lnTo>
                <a:lnTo>
                  <a:pt x="339852" y="0"/>
                </a:lnTo>
                <a:lnTo>
                  <a:pt x="365760" y="25908"/>
                </a:lnTo>
                <a:close/>
              </a:path>
              <a:path w="381000" h="398145">
                <a:moveTo>
                  <a:pt x="6096" y="397764"/>
                </a:moveTo>
                <a:lnTo>
                  <a:pt x="0" y="394716"/>
                </a:lnTo>
                <a:lnTo>
                  <a:pt x="15692" y="368736"/>
                </a:lnTo>
                <a:lnTo>
                  <a:pt x="28384" y="343471"/>
                </a:lnTo>
                <a:lnTo>
                  <a:pt x="44196" y="295656"/>
                </a:lnTo>
                <a:lnTo>
                  <a:pt x="50863" y="247459"/>
                </a:lnTo>
                <a:lnTo>
                  <a:pt x="52125" y="221289"/>
                </a:lnTo>
                <a:lnTo>
                  <a:pt x="51850" y="196596"/>
                </a:lnTo>
                <a:lnTo>
                  <a:pt x="51787" y="50387"/>
                </a:lnTo>
                <a:lnTo>
                  <a:pt x="51625" y="38481"/>
                </a:lnTo>
                <a:lnTo>
                  <a:pt x="51173" y="25622"/>
                </a:lnTo>
                <a:lnTo>
                  <a:pt x="50292" y="12192"/>
                </a:lnTo>
                <a:lnTo>
                  <a:pt x="76200" y="25908"/>
                </a:lnTo>
                <a:lnTo>
                  <a:pt x="365760" y="25908"/>
                </a:lnTo>
                <a:lnTo>
                  <a:pt x="376428" y="36576"/>
                </a:lnTo>
                <a:lnTo>
                  <a:pt x="76200" y="36576"/>
                </a:lnTo>
                <a:lnTo>
                  <a:pt x="76304" y="196596"/>
                </a:lnTo>
                <a:lnTo>
                  <a:pt x="76397" y="206049"/>
                </a:lnTo>
                <a:lnTo>
                  <a:pt x="76339" y="217932"/>
                </a:lnTo>
                <a:lnTo>
                  <a:pt x="75057" y="243078"/>
                </a:lnTo>
                <a:lnTo>
                  <a:pt x="67056" y="295656"/>
                </a:lnTo>
                <a:lnTo>
                  <a:pt x="45148" y="346138"/>
                </a:lnTo>
                <a:lnTo>
                  <a:pt x="27836" y="371736"/>
                </a:lnTo>
                <a:lnTo>
                  <a:pt x="6096" y="397764"/>
                </a:lnTo>
                <a:close/>
              </a:path>
              <a:path w="381000" h="398145">
                <a:moveTo>
                  <a:pt x="204216" y="97536"/>
                </a:moveTo>
                <a:lnTo>
                  <a:pt x="193548" y="97536"/>
                </a:lnTo>
                <a:lnTo>
                  <a:pt x="200739" y="80105"/>
                </a:lnTo>
                <a:lnTo>
                  <a:pt x="206502" y="64389"/>
                </a:lnTo>
                <a:lnTo>
                  <a:pt x="211121" y="50387"/>
                </a:lnTo>
                <a:lnTo>
                  <a:pt x="214884" y="38100"/>
                </a:lnTo>
                <a:lnTo>
                  <a:pt x="245364" y="53340"/>
                </a:lnTo>
                <a:lnTo>
                  <a:pt x="214122" y="81534"/>
                </a:lnTo>
                <a:lnTo>
                  <a:pt x="209026" y="88963"/>
                </a:lnTo>
                <a:lnTo>
                  <a:pt x="204216" y="97536"/>
                </a:lnTo>
                <a:close/>
              </a:path>
              <a:path w="381000" h="398145">
                <a:moveTo>
                  <a:pt x="348342" y="97536"/>
                </a:moveTo>
                <a:lnTo>
                  <a:pt x="313944" y="97536"/>
                </a:lnTo>
                <a:lnTo>
                  <a:pt x="326136" y="79248"/>
                </a:lnTo>
                <a:lnTo>
                  <a:pt x="348342" y="97536"/>
                </a:lnTo>
                <a:close/>
              </a:path>
              <a:path w="381000" h="398145">
                <a:moveTo>
                  <a:pt x="128016" y="251460"/>
                </a:moveTo>
                <a:lnTo>
                  <a:pt x="128254" y="236053"/>
                </a:lnTo>
                <a:lnTo>
                  <a:pt x="128832" y="215074"/>
                </a:lnTo>
                <a:lnTo>
                  <a:pt x="129276" y="196596"/>
                </a:lnTo>
                <a:lnTo>
                  <a:pt x="129393" y="185928"/>
                </a:lnTo>
                <a:lnTo>
                  <a:pt x="129511" y="167640"/>
                </a:lnTo>
                <a:lnTo>
                  <a:pt x="129301" y="145565"/>
                </a:lnTo>
                <a:lnTo>
                  <a:pt x="128778" y="122872"/>
                </a:lnTo>
                <a:lnTo>
                  <a:pt x="128254" y="102750"/>
                </a:lnTo>
                <a:lnTo>
                  <a:pt x="128016" y="85344"/>
                </a:lnTo>
                <a:lnTo>
                  <a:pt x="152400" y="97536"/>
                </a:lnTo>
                <a:lnTo>
                  <a:pt x="348342" y="97536"/>
                </a:lnTo>
                <a:lnTo>
                  <a:pt x="352044" y="100584"/>
                </a:lnTo>
                <a:lnTo>
                  <a:pt x="345077" y="106680"/>
                </a:lnTo>
                <a:lnTo>
                  <a:pt x="152400" y="106680"/>
                </a:lnTo>
                <a:lnTo>
                  <a:pt x="152400" y="156972"/>
                </a:lnTo>
                <a:lnTo>
                  <a:pt x="339852" y="156972"/>
                </a:lnTo>
                <a:lnTo>
                  <a:pt x="339852" y="167640"/>
                </a:lnTo>
                <a:lnTo>
                  <a:pt x="152400" y="167640"/>
                </a:lnTo>
                <a:lnTo>
                  <a:pt x="152400" y="217932"/>
                </a:lnTo>
                <a:lnTo>
                  <a:pt x="340112" y="217932"/>
                </a:lnTo>
                <a:lnTo>
                  <a:pt x="340494" y="227242"/>
                </a:lnTo>
                <a:lnTo>
                  <a:pt x="340594" y="228600"/>
                </a:lnTo>
                <a:lnTo>
                  <a:pt x="152400" y="228600"/>
                </a:lnTo>
                <a:lnTo>
                  <a:pt x="152400" y="240791"/>
                </a:lnTo>
                <a:lnTo>
                  <a:pt x="128016" y="251460"/>
                </a:lnTo>
                <a:close/>
              </a:path>
              <a:path w="381000" h="398145">
                <a:moveTo>
                  <a:pt x="339852" y="156972"/>
                </a:moveTo>
                <a:lnTo>
                  <a:pt x="316992" y="156972"/>
                </a:lnTo>
                <a:lnTo>
                  <a:pt x="316992" y="106680"/>
                </a:lnTo>
                <a:lnTo>
                  <a:pt x="345077" y="106680"/>
                </a:lnTo>
                <a:lnTo>
                  <a:pt x="339852" y="111252"/>
                </a:lnTo>
                <a:lnTo>
                  <a:pt x="339852" y="156972"/>
                </a:lnTo>
                <a:close/>
              </a:path>
              <a:path w="381000" h="398145">
                <a:moveTo>
                  <a:pt x="340112" y="217932"/>
                </a:moveTo>
                <a:lnTo>
                  <a:pt x="316992" y="217932"/>
                </a:lnTo>
                <a:lnTo>
                  <a:pt x="316992" y="167640"/>
                </a:lnTo>
                <a:lnTo>
                  <a:pt x="339852" y="167640"/>
                </a:lnTo>
                <a:lnTo>
                  <a:pt x="339875" y="206049"/>
                </a:lnTo>
                <a:lnTo>
                  <a:pt x="340023" y="215074"/>
                </a:lnTo>
                <a:lnTo>
                  <a:pt x="340112" y="217932"/>
                </a:lnTo>
                <a:close/>
              </a:path>
              <a:path w="381000" h="398145">
                <a:moveTo>
                  <a:pt x="246335" y="356616"/>
                </a:moveTo>
                <a:lnTo>
                  <a:pt x="205740" y="356616"/>
                </a:lnTo>
                <a:lnTo>
                  <a:pt x="213741" y="356354"/>
                </a:lnTo>
                <a:lnTo>
                  <a:pt x="219456" y="353377"/>
                </a:lnTo>
                <a:lnTo>
                  <a:pt x="222885" y="347829"/>
                </a:lnTo>
                <a:lnTo>
                  <a:pt x="223946" y="340423"/>
                </a:lnTo>
                <a:lnTo>
                  <a:pt x="224028" y="228600"/>
                </a:lnTo>
                <a:lnTo>
                  <a:pt x="246888" y="228600"/>
                </a:lnTo>
                <a:lnTo>
                  <a:pt x="246888" y="350520"/>
                </a:lnTo>
                <a:lnTo>
                  <a:pt x="246335" y="356616"/>
                </a:lnTo>
                <a:close/>
              </a:path>
              <a:path w="381000" h="398145">
                <a:moveTo>
                  <a:pt x="316992" y="249936"/>
                </a:moveTo>
                <a:lnTo>
                  <a:pt x="316992" y="228600"/>
                </a:lnTo>
                <a:lnTo>
                  <a:pt x="340594" y="228600"/>
                </a:lnTo>
                <a:lnTo>
                  <a:pt x="341376" y="239267"/>
                </a:lnTo>
                <a:lnTo>
                  <a:pt x="316992" y="249936"/>
                </a:lnTo>
                <a:close/>
              </a:path>
              <a:path w="381000" h="398145">
                <a:moveTo>
                  <a:pt x="67056" y="376428"/>
                </a:moveTo>
                <a:lnTo>
                  <a:pt x="62484" y="371856"/>
                </a:lnTo>
                <a:lnTo>
                  <a:pt x="79081" y="358116"/>
                </a:lnTo>
                <a:lnTo>
                  <a:pt x="94678" y="344233"/>
                </a:lnTo>
                <a:lnTo>
                  <a:pt x="123444" y="315467"/>
                </a:lnTo>
                <a:lnTo>
                  <a:pt x="158162" y="275391"/>
                </a:lnTo>
                <a:lnTo>
                  <a:pt x="166116" y="263652"/>
                </a:lnTo>
                <a:lnTo>
                  <a:pt x="195072" y="289560"/>
                </a:lnTo>
                <a:lnTo>
                  <a:pt x="184808" y="294417"/>
                </a:lnTo>
                <a:lnTo>
                  <a:pt x="172402" y="302133"/>
                </a:lnTo>
                <a:lnTo>
                  <a:pt x="157995" y="312705"/>
                </a:lnTo>
                <a:lnTo>
                  <a:pt x="141732" y="326136"/>
                </a:lnTo>
                <a:lnTo>
                  <a:pt x="123420" y="340423"/>
                </a:lnTo>
                <a:lnTo>
                  <a:pt x="104965" y="353568"/>
                </a:lnTo>
                <a:lnTo>
                  <a:pt x="86225" y="365569"/>
                </a:lnTo>
                <a:lnTo>
                  <a:pt x="67056" y="376428"/>
                </a:lnTo>
                <a:close/>
              </a:path>
              <a:path w="381000" h="398145">
                <a:moveTo>
                  <a:pt x="374903" y="373380"/>
                </a:moveTo>
                <a:lnTo>
                  <a:pt x="370332" y="373380"/>
                </a:lnTo>
                <a:lnTo>
                  <a:pt x="367284" y="370332"/>
                </a:lnTo>
                <a:lnTo>
                  <a:pt x="362712" y="362712"/>
                </a:lnTo>
                <a:lnTo>
                  <a:pt x="354748" y="353568"/>
                </a:lnTo>
                <a:lnTo>
                  <a:pt x="326136" y="323088"/>
                </a:lnTo>
                <a:lnTo>
                  <a:pt x="283916" y="289440"/>
                </a:lnTo>
                <a:lnTo>
                  <a:pt x="268223" y="278891"/>
                </a:lnTo>
                <a:lnTo>
                  <a:pt x="269747" y="272796"/>
                </a:lnTo>
                <a:lnTo>
                  <a:pt x="314920" y="291655"/>
                </a:lnTo>
                <a:lnTo>
                  <a:pt x="368117" y="319087"/>
                </a:lnTo>
                <a:lnTo>
                  <a:pt x="381000" y="342900"/>
                </a:lnTo>
                <a:lnTo>
                  <a:pt x="381000" y="361188"/>
                </a:lnTo>
                <a:lnTo>
                  <a:pt x="377952" y="365760"/>
                </a:lnTo>
                <a:lnTo>
                  <a:pt x="376428" y="370332"/>
                </a:lnTo>
                <a:lnTo>
                  <a:pt x="374903" y="373380"/>
                </a:lnTo>
                <a:close/>
              </a:path>
              <a:path w="381000" h="398145">
                <a:moveTo>
                  <a:pt x="211835" y="396240"/>
                </a:moveTo>
                <a:lnTo>
                  <a:pt x="208764" y="384762"/>
                </a:lnTo>
                <a:lnTo>
                  <a:pt x="199834" y="375285"/>
                </a:lnTo>
                <a:lnTo>
                  <a:pt x="185475" y="367522"/>
                </a:lnTo>
                <a:lnTo>
                  <a:pt x="166116" y="361188"/>
                </a:lnTo>
                <a:lnTo>
                  <a:pt x="166116" y="353568"/>
                </a:lnTo>
                <a:lnTo>
                  <a:pt x="176164" y="354687"/>
                </a:lnTo>
                <a:lnTo>
                  <a:pt x="185928" y="355663"/>
                </a:lnTo>
                <a:lnTo>
                  <a:pt x="195691" y="356354"/>
                </a:lnTo>
                <a:lnTo>
                  <a:pt x="205740" y="356616"/>
                </a:lnTo>
                <a:lnTo>
                  <a:pt x="246335" y="356616"/>
                </a:lnTo>
                <a:lnTo>
                  <a:pt x="245483" y="366021"/>
                </a:lnTo>
                <a:lnTo>
                  <a:pt x="239077" y="378523"/>
                </a:lnTo>
                <a:lnTo>
                  <a:pt x="227814" y="388453"/>
                </a:lnTo>
                <a:lnTo>
                  <a:pt x="211835" y="39624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" name="object 24"/>
          <p:cNvSpPr/>
          <p:nvPr/>
        </p:nvSpPr>
        <p:spPr>
          <a:xfrm>
            <a:off x="2569464" y="2895599"/>
            <a:ext cx="408940" cy="413384"/>
          </a:xfrm>
          <a:custGeom>
            <a:avLst/>
            <a:gdLst/>
            <a:ahLst/>
            <a:cxnLst/>
            <a:rect l="l" t="t" r="r" b="b"/>
            <a:pathLst>
              <a:path w="408939" h="413385">
                <a:moveTo>
                  <a:pt x="216408" y="80772"/>
                </a:moveTo>
                <a:lnTo>
                  <a:pt x="190500" y="80772"/>
                </a:lnTo>
                <a:lnTo>
                  <a:pt x="190261" y="61293"/>
                </a:lnTo>
                <a:lnTo>
                  <a:pt x="189214" y="21193"/>
                </a:lnTo>
                <a:lnTo>
                  <a:pt x="188976" y="0"/>
                </a:lnTo>
                <a:lnTo>
                  <a:pt x="233172" y="21336"/>
                </a:lnTo>
                <a:lnTo>
                  <a:pt x="216408" y="33528"/>
                </a:lnTo>
                <a:lnTo>
                  <a:pt x="216408" y="80772"/>
                </a:lnTo>
                <a:close/>
              </a:path>
              <a:path w="408939" h="413385">
                <a:moveTo>
                  <a:pt x="48768" y="96012"/>
                </a:moveTo>
                <a:lnTo>
                  <a:pt x="33528" y="80772"/>
                </a:lnTo>
                <a:lnTo>
                  <a:pt x="323088" y="80772"/>
                </a:lnTo>
                <a:lnTo>
                  <a:pt x="347472" y="56388"/>
                </a:lnTo>
                <a:lnTo>
                  <a:pt x="381000" y="91440"/>
                </a:lnTo>
                <a:lnTo>
                  <a:pt x="91440" y="91440"/>
                </a:lnTo>
                <a:lnTo>
                  <a:pt x="80271" y="91725"/>
                </a:lnTo>
                <a:lnTo>
                  <a:pt x="69532" y="92583"/>
                </a:lnTo>
                <a:lnTo>
                  <a:pt x="59078" y="94011"/>
                </a:lnTo>
                <a:lnTo>
                  <a:pt x="48768" y="96012"/>
                </a:lnTo>
                <a:close/>
              </a:path>
              <a:path w="408939" h="413385">
                <a:moveTo>
                  <a:pt x="216408" y="198120"/>
                </a:moveTo>
                <a:lnTo>
                  <a:pt x="190500" y="198120"/>
                </a:lnTo>
                <a:lnTo>
                  <a:pt x="190500" y="91440"/>
                </a:lnTo>
                <a:lnTo>
                  <a:pt x="216408" y="91440"/>
                </a:lnTo>
                <a:lnTo>
                  <a:pt x="216408" y="198120"/>
                </a:lnTo>
                <a:close/>
              </a:path>
              <a:path w="408939" h="413385">
                <a:moveTo>
                  <a:pt x="257556" y="198120"/>
                </a:moveTo>
                <a:lnTo>
                  <a:pt x="248412" y="198120"/>
                </a:lnTo>
                <a:lnTo>
                  <a:pt x="266676" y="172974"/>
                </a:lnTo>
                <a:lnTo>
                  <a:pt x="282511" y="147828"/>
                </a:lnTo>
                <a:lnTo>
                  <a:pt x="295775" y="122682"/>
                </a:lnTo>
                <a:lnTo>
                  <a:pt x="306324" y="97536"/>
                </a:lnTo>
                <a:lnTo>
                  <a:pt x="342900" y="126492"/>
                </a:lnTo>
                <a:lnTo>
                  <a:pt x="326136" y="131064"/>
                </a:lnTo>
                <a:lnTo>
                  <a:pt x="308991" y="150756"/>
                </a:lnTo>
                <a:lnTo>
                  <a:pt x="291846" y="168592"/>
                </a:lnTo>
                <a:lnTo>
                  <a:pt x="274701" y="184427"/>
                </a:lnTo>
                <a:lnTo>
                  <a:pt x="257556" y="198120"/>
                </a:lnTo>
                <a:close/>
              </a:path>
              <a:path w="408939" h="413385">
                <a:moveTo>
                  <a:pt x="129540" y="190500"/>
                </a:moveTo>
                <a:lnTo>
                  <a:pt x="123444" y="190500"/>
                </a:lnTo>
                <a:lnTo>
                  <a:pt x="120396" y="184404"/>
                </a:lnTo>
                <a:lnTo>
                  <a:pt x="115824" y="170688"/>
                </a:lnTo>
                <a:lnTo>
                  <a:pt x="109204" y="156662"/>
                </a:lnTo>
                <a:lnTo>
                  <a:pt x="100584" y="141922"/>
                </a:lnTo>
                <a:lnTo>
                  <a:pt x="89677" y="126325"/>
                </a:lnTo>
                <a:lnTo>
                  <a:pt x="76200" y="109728"/>
                </a:lnTo>
                <a:lnTo>
                  <a:pt x="80772" y="105156"/>
                </a:lnTo>
                <a:lnTo>
                  <a:pt x="101560" y="115990"/>
                </a:lnTo>
                <a:lnTo>
                  <a:pt x="117919" y="125539"/>
                </a:lnTo>
                <a:lnTo>
                  <a:pt x="129420" y="133659"/>
                </a:lnTo>
                <a:lnTo>
                  <a:pt x="135636" y="140208"/>
                </a:lnTo>
                <a:lnTo>
                  <a:pt x="141732" y="146304"/>
                </a:lnTo>
                <a:lnTo>
                  <a:pt x="144780" y="152400"/>
                </a:lnTo>
                <a:lnTo>
                  <a:pt x="144780" y="163068"/>
                </a:lnTo>
                <a:lnTo>
                  <a:pt x="143256" y="169164"/>
                </a:lnTo>
                <a:lnTo>
                  <a:pt x="138684" y="178308"/>
                </a:lnTo>
                <a:lnTo>
                  <a:pt x="134112" y="185928"/>
                </a:lnTo>
                <a:lnTo>
                  <a:pt x="129540" y="190500"/>
                </a:lnTo>
                <a:close/>
              </a:path>
              <a:path w="408939" h="413385">
                <a:moveTo>
                  <a:pt x="16764" y="214884"/>
                </a:moveTo>
                <a:lnTo>
                  <a:pt x="0" y="198120"/>
                </a:lnTo>
                <a:lnTo>
                  <a:pt x="342900" y="198120"/>
                </a:lnTo>
                <a:lnTo>
                  <a:pt x="368808" y="172212"/>
                </a:lnTo>
                <a:lnTo>
                  <a:pt x="405384" y="208788"/>
                </a:lnTo>
                <a:lnTo>
                  <a:pt x="57912" y="208788"/>
                </a:lnTo>
                <a:lnTo>
                  <a:pt x="46767" y="209097"/>
                </a:lnTo>
                <a:lnTo>
                  <a:pt x="36195" y="210121"/>
                </a:lnTo>
                <a:lnTo>
                  <a:pt x="26193" y="212002"/>
                </a:lnTo>
                <a:lnTo>
                  <a:pt x="16764" y="214884"/>
                </a:lnTo>
                <a:close/>
              </a:path>
              <a:path w="408939" h="413385">
                <a:moveTo>
                  <a:pt x="6095" y="394716"/>
                </a:moveTo>
                <a:lnTo>
                  <a:pt x="4571" y="388620"/>
                </a:lnTo>
                <a:lnTo>
                  <a:pt x="44964" y="361724"/>
                </a:lnTo>
                <a:lnTo>
                  <a:pt x="81918" y="330366"/>
                </a:lnTo>
                <a:lnTo>
                  <a:pt x="115287" y="294473"/>
                </a:lnTo>
                <a:lnTo>
                  <a:pt x="144926" y="253971"/>
                </a:lnTo>
                <a:lnTo>
                  <a:pt x="170688" y="208788"/>
                </a:lnTo>
                <a:lnTo>
                  <a:pt x="216408" y="208788"/>
                </a:lnTo>
                <a:lnTo>
                  <a:pt x="216415" y="230124"/>
                </a:lnTo>
                <a:lnTo>
                  <a:pt x="190500" y="230124"/>
                </a:lnTo>
                <a:lnTo>
                  <a:pt x="160495" y="274746"/>
                </a:lnTo>
                <a:lnTo>
                  <a:pt x="127057" y="313578"/>
                </a:lnTo>
                <a:lnTo>
                  <a:pt x="90318" y="346435"/>
                </a:lnTo>
                <a:lnTo>
                  <a:pt x="49999" y="373501"/>
                </a:lnTo>
                <a:lnTo>
                  <a:pt x="6095" y="394716"/>
                </a:lnTo>
                <a:close/>
              </a:path>
              <a:path w="408939" h="413385">
                <a:moveTo>
                  <a:pt x="368808" y="377952"/>
                </a:moveTo>
                <a:lnTo>
                  <a:pt x="330939" y="353775"/>
                </a:lnTo>
                <a:lnTo>
                  <a:pt x="297753" y="324989"/>
                </a:lnTo>
                <a:lnTo>
                  <a:pt x="269174" y="291376"/>
                </a:lnTo>
                <a:lnTo>
                  <a:pt x="245132" y="252715"/>
                </a:lnTo>
                <a:lnTo>
                  <a:pt x="225552" y="208788"/>
                </a:lnTo>
                <a:lnTo>
                  <a:pt x="233172" y="208788"/>
                </a:lnTo>
                <a:lnTo>
                  <a:pt x="259153" y="250301"/>
                </a:lnTo>
                <a:lnTo>
                  <a:pt x="289596" y="285231"/>
                </a:lnTo>
                <a:lnTo>
                  <a:pt x="324575" y="313578"/>
                </a:lnTo>
                <a:lnTo>
                  <a:pt x="364162" y="335340"/>
                </a:lnTo>
                <a:lnTo>
                  <a:pt x="408432" y="350520"/>
                </a:lnTo>
                <a:lnTo>
                  <a:pt x="408432" y="356616"/>
                </a:lnTo>
                <a:lnTo>
                  <a:pt x="393882" y="358020"/>
                </a:lnTo>
                <a:lnTo>
                  <a:pt x="382333" y="362140"/>
                </a:lnTo>
                <a:lnTo>
                  <a:pt x="373927" y="368831"/>
                </a:lnTo>
                <a:lnTo>
                  <a:pt x="368808" y="377952"/>
                </a:lnTo>
                <a:close/>
              </a:path>
              <a:path w="408939" h="413385">
                <a:moveTo>
                  <a:pt x="188976" y="413004"/>
                </a:moveTo>
                <a:lnTo>
                  <a:pt x="189195" y="377952"/>
                </a:lnTo>
                <a:lnTo>
                  <a:pt x="190177" y="291376"/>
                </a:lnTo>
                <a:lnTo>
                  <a:pt x="190279" y="279701"/>
                </a:lnTo>
                <a:lnTo>
                  <a:pt x="190500" y="230124"/>
                </a:lnTo>
                <a:lnTo>
                  <a:pt x="216415" y="230124"/>
                </a:lnTo>
                <a:lnTo>
                  <a:pt x="216534" y="313578"/>
                </a:lnTo>
                <a:lnTo>
                  <a:pt x="216603" y="335340"/>
                </a:lnTo>
                <a:lnTo>
                  <a:pt x="217062" y="374999"/>
                </a:lnTo>
                <a:lnTo>
                  <a:pt x="217932" y="399288"/>
                </a:lnTo>
                <a:lnTo>
                  <a:pt x="188976" y="41300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" name="object 25"/>
          <p:cNvSpPr/>
          <p:nvPr/>
        </p:nvSpPr>
        <p:spPr>
          <a:xfrm>
            <a:off x="3049523" y="2900172"/>
            <a:ext cx="356870" cy="401320"/>
          </a:xfrm>
          <a:custGeom>
            <a:avLst/>
            <a:gdLst/>
            <a:ahLst/>
            <a:cxnLst/>
            <a:rect l="l" t="t" r="r" b="b"/>
            <a:pathLst>
              <a:path w="356870" h="401320">
                <a:moveTo>
                  <a:pt x="54864" y="89916"/>
                </a:moveTo>
                <a:lnTo>
                  <a:pt x="44196" y="89916"/>
                </a:lnTo>
                <a:lnTo>
                  <a:pt x="51554" y="61936"/>
                </a:lnTo>
                <a:lnTo>
                  <a:pt x="57340" y="37528"/>
                </a:lnTo>
                <a:lnTo>
                  <a:pt x="61126" y="16835"/>
                </a:lnTo>
                <a:lnTo>
                  <a:pt x="62484" y="0"/>
                </a:lnTo>
                <a:lnTo>
                  <a:pt x="100584" y="19812"/>
                </a:lnTo>
                <a:lnTo>
                  <a:pt x="91725" y="27551"/>
                </a:lnTo>
                <a:lnTo>
                  <a:pt x="81153" y="41719"/>
                </a:lnTo>
                <a:lnTo>
                  <a:pt x="68865" y="62460"/>
                </a:lnTo>
                <a:lnTo>
                  <a:pt x="54864" y="89916"/>
                </a:lnTo>
                <a:close/>
              </a:path>
              <a:path w="356870" h="401320">
                <a:moveTo>
                  <a:pt x="147828" y="190500"/>
                </a:moveTo>
                <a:lnTo>
                  <a:pt x="143256" y="187452"/>
                </a:lnTo>
                <a:lnTo>
                  <a:pt x="160377" y="160615"/>
                </a:lnTo>
                <a:lnTo>
                  <a:pt x="175069" y="135064"/>
                </a:lnTo>
                <a:lnTo>
                  <a:pt x="196596" y="88392"/>
                </a:lnTo>
                <a:lnTo>
                  <a:pt x="211836" y="44958"/>
                </a:lnTo>
                <a:lnTo>
                  <a:pt x="222503" y="1524"/>
                </a:lnTo>
                <a:lnTo>
                  <a:pt x="260603" y="24384"/>
                </a:lnTo>
                <a:lnTo>
                  <a:pt x="252864" y="31480"/>
                </a:lnTo>
                <a:lnTo>
                  <a:pt x="243268" y="45720"/>
                </a:lnTo>
                <a:lnTo>
                  <a:pt x="231671" y="66817"/>
                </a:lnTo>
                <a:lnTo>
                  <a:pt x="217932" y="94488"/>
                </a:lnTo>
                <a:lnTo>
                  <a:pt x="348996" y="94488"/>
                </a:lnTo>
                <a:lnTo>
                  <a:pt x="356616" y="102108"/>
                </a:lnTo>
                <a:lnTo>
                  <a:pt x="352806" y="105156"/>
                </a:lnTo>
                <a:lnTo>
                  <a:pt x="214884" y="105156"/>
                </a:lnTo>
                <a:lnTo>
                  <a:pt x="198620" y="129420"/>
                </a:lnTo>
                <a:lnTo>
                  <a:pt x="181927" y="151828"/>
                </a:lnTo>
                <a:lnTo>
                  <a:pt x="164949" y="172235"/>
                </a:lnTo>
                <a:lnTo>
                  <a:pt x="147828" y="190500"/>
                </a:lnTo>
                <a:close/>
              </a:path>
              <a:path w="356870" h="401320">
                <a:moveTo>
                  <a:pt x="146304" y="89916"/>
                </a:moveTo>
                <a:lnTo>
                  <a:pt x="111252" y="89916"/>
                </a:lnTo>
                <a:lnTo>
                  <a:pt x="129540" y="73152"/>
                </a:lnTo>
                <a:lnTo>
                  <a:pt x="146304" y="89916"/>
                </a:lnTo>
                <a:close/>
              </a:path>
              <a:path w="356870" h="401320">
                <a:moveTo>
                  <a:pt x="0" y="397764"/>
                </a:moveTo>
                <a:lnTo>
                  <a:pt x="820" y="359664"/>
                </a:lnTo>
                <a:lnTo>
                  <a:pt x="917" y="353568"/>
                </a:lnTo>
                <a:lnTo>
                  <a:pt x="1333" y="316230"/>
                </a:lnTo>
                <a:lnTo>
                  <a:pt x="1425" y="176784"/>
                </a:lnTo>
                <a:lnTo>
                  <a:pt x="1301" y="151828"/>
                </a:lnTo>
                <a:lnTo>
                  <a:pt x="881" y="114681"/>
                </a:lnTo>
                <a:lnTo>
                  <a:pt x="0" y="74676"/>
                </a:lnTo>
                <a:lnTo>
                  <a:pt x="25908" y="89916"/>
                </a:lnTo>
                <a:lnTo>
                  <a:pt x="146304" y="89916"/>
                </a:lnTo>
                <a:lnTo>
                  <a:pt x="155448" y="99060"/>
                </a:lnTo>
                <a:lnTo>
                  <a:pt x="153162" y="100584"/>
                </a:lnTo>
                <a:lnTo>
                  <a:pt x="24384" y="100584"/>
                </a:lnTo>
                <a:lnTo>
                  <a:pt x="24384" y="211836"/>
                </a:lnTo>
                <a:lnTo>
                  <a:pt x="137509" y="211836"/>
                </a:lnTo>
                <a:lnTo>
                  <a:pt x="137586" y="222504"/>
                </a:lnTo>
                <a:lnTo>
                  <a:pt x="24384" y="222504"/>
                </a:lnTo>
                <a:lnTo>
                  <a:pt x="24384" y="344424"/>
                </a:lnTo>
                <a:lnTo>
                  <a:pt x="139273" y="344424"/>
                </a:lnTo>
                <a:lnTo>
                  <a:pt x="139528" y="353568"/>
                </a:lnTo>
                <a:lnTo>
                  <a:pt x="24384" y="353568"/>
                </a:lnTo>
                <a:lnTo>
                  <a:pt x="24384" y="384048"/>
                </a:lnTo>
                <a:lnTo>
                  <a:pt x="0" y="397764"/>
                </a:lnTo>
                <a:close/>
              </a:path>
              <a:path w="356870" h="401320">
                <a:moveTo>
                  <a:pt x="348996" y="94488"/>
                </a:moveTo>
                <a:lnTo>
                  <a:pt x="310896" y="94488"/>
                </a:lnTo>
                <a:lnTo>
                  <a:pt x="330708" y="76200"/>
                </a:lnTo>
                <a:lnTo>
                  <a:pt x="348996" y="94488"/>
                </a:lnTo>
                <a:close/>
              </a:path>
              <a:path w="356870" h="401320">
                <a:moveTo>
                  <a:pt x="137509" y="211836"/>
                </a:moveTo>
                <a:lnTo>
                  <a:pt x="115824" y="211836"/>
                </a:lnTo>
                <a:lnTo>
                  <a:pt x="115824" y="100584"/>
                </a:lnTo>
                <a:lnTo>
                  <a:pt x="153162" y="100584"/>
                </a:lnTo>
                <a:lnTo>
                  <a:pt x="137160" y="111252"/>
                </a:lnTo>
                <a:lnTo>
                  <a:pt x="137271" y="160615"/>
                </a:lnTo>
                <a:lnTo>
                  <a:pt x="137386" y="194691"/>
                </a:lnTo>
                <a:lnTo>
                  <a:pt x="137509" y="211836"/>
                </a:lnTo>
                <a:close/>
              </a:path>
              <a:path w="356870" h="401320">
                <a:moveTo>
                  <a:pt x="327433" y="359664"/>
                </a:moveTo>
                <a:lnTo>
                  <a:pt x="283464" y="359664"/>
                </a:lnTo>
                <a:lnTo>
                  <a:pt x="292631" y="357687"/>
                </a:lnTo>
                <a:lnTo>
                  <a:pt x="299656" y="351853"/>
                </a:lnTo>
                <a:lnTo>
                  <a:pt x="309895" y="304680"/>
                </a:lnTo>
                <a:lnTo>
                  <a:pt x="311658" y="258889"/>
                </a:lnTo>
                <a:lnTo>
                  <a:pt x="313561" y="186213"/>
                </a:lnTo>
                <a:lnTo>
                  <a:pt x="315467" y="105156"/>
                </a:lnTo>
                <a:lnTo>
                  <a:pt x="352806" y="105156"/>
                </a:lnTo>
                <a:lnTo>
                  <a:pt x="341376" y="114300"/>
                </a:lnTo>
                <a:lnTo>
                  <a:pt x="339488" y="190500"/>
                </a:lnTo>
                <a:lnTo>
                  <a:pt x="337718" y="248631"/>
                </a:lnTo>
                <a:lnTo>
                  <a:pt x="335889" y="294583"/>
                </a:lnTo>
                <a:lnTo>
                  <a:pt x="334060" y="326489"/>
                </a:lnTo>
                <a:lnTo>
                  <a:pt x="332232" y="344424"/>
                </a:lnTo>
                <a:lnTo>
                  <a:pt x="328517" y="357020"/>
                </a:lnTo>
                <a:lnTo>
                  <a:pt x="327433" y="359664"/>
                </a:lnTo>
                <a:close/>
              </a:path>
              <a:path w="356870" h="401320">
                <a:moveTo>
                  <a:pt x="231648" y="269748"/>
                </a:moveTo>
                <a:lnTo>
                  <a:pt x="230124" y="269748"/>
                </a:lnTo>
                <a:lnTo>
                  <a:pt x="226956" y="268081"/>
                </a:lnTo>
                <a:lnTo>
                  <a:pt x="224218" y="263271"/>
                </a:lnTo>
                <a:lnTo>
                  <a:pt x="221765" y="255603"/>
                </a:lnTo>
                <a:lnTo>
                  <a:pt x="219456" y="245364"/>
                </a:lnTo>
                <a:lnTo>
                  <a:pt x="214884" y="227576"/>
                </a:lnTo>
                <a:lnTo>
                  <a:pt x="208026" y="210502"/>
                </a:lnTo>
                <a:lnTo>
                  <a:pt x="198882" y="193714"/>
                </a:lnTo>
                <a:lnTo>
                  <a:pt x="187452" y="176784"/>
                </a:lnTo>
                <a:lnTo>
                  <a:pt x="192024" y="172212"/>
                </a:lnTo>
                <a:lnTo>
                  <a:pt x="224980" y="198501"/>
                </a:lnTo>
                <a:lnTo>
                  <a:pt x="246888" y="234696"/>
                </a:lnTo>
                <a:lnTo>
                  <a:pt x="246888" y="246888"/>
                </a:lnTo>
                <a:lnTo>
                  <a:pt x="245364" y="254508"/>
                </a:lnTo>
                <a:lnTo>
                  <a:pt x="236220" y="266700"/>
                </a:lnTo>
                <a:lnTo>
                  <a:pt x="231648" y="269748"/>
                </a:lnTo>
                <a:close/>
              </a:path>
              <a:path w="356870" h="401320">
                <a:moveTo>
                  <a:pt x="139273" y="344424"/>
                </a:moveTo>
                <a:lnTo>
                  <a:pt x="115824" y="344424"/>
                </a:lnTo>
                <a:lnTo>
                  <a:pt x="115824" y="222504"/>
                </a:lnTo>
                <a:lnTo>
                  <a:pt x="137586" y="222504"/>
                </a:lnTo>
                <a:lnTo>
                  <a:pt x="137793" y="251338"/>
                </a:lnTo>
                <a:lnTo>
                  <a:pt x="138482" y="304680"/>
                </a:lnTo>
                <a:lnTo>
                  <a:pt x="139273" y="344424"/>
                </a:lnTo>
                <a:close/>
              </a:path>
              <a:path w="356870" h="401320">
                <a:moveTo>
                  <a:pt x="278891" y="400812"/>
                </a:moveTo>
                <a:lnTo>
                  <a:pt x="271772" y="387953"/>
                </a:lnTo>
                <a:lnTo>
                  <a:pt x="259651" y="376809"/>
                </a:lnTo>
                <a:lnTo>
                  <a:pt x="242673" y="367379"/>
                </a:lnTo>
                <a:lnTo>
                  <a:pt x="220979" y="359664"/>
                </a:lnTo>
                <a:lnTo>
                  <a:pt x="220979" y="350520"/>
                </a:lnTo>
                <a:lnTo>
                  <a:pt x="241244" y="354520"/>
                </a:lnTo>
                <a:lnTo>
                  <a:pt x="258508" y="357378"/>
                </a:lnTo>
                <a:lnTo>
                  <a:pt x="272629" y="359092"/>
                </a:lnTo>
                <a:lnTo>
                  <a:pt x="283464" y="359664"/>
                </a:lnTo>
                <a:lnTo>
                  <a:pt x="327433" y="359664"/>
                </a:lnTo>
                <a:lnTo>
                  <a:pt x="324231" y="367474"/>
                </a:lnTo>
                <a:lnTo>
                  <a:pt x="290369" y="396240"/>
                </a:lnTo>
                <a:lnTo>
                  <a:pt x="278891" y="400812"/>
                </a:lnTo>
                <a:close/>
              </a:path>
              <a:path w="356870" h="401320">
                <a:moveTo>
                  <a:pt x="115824" y="390144"/>
                </a:moveTo>
                <a:lnTo>
                  <a:pt x="115824" y="353568"/>
                </a:lnTo>
                <a:lnTo>
                  <a:pt x="139528" y="353568"/>
                </a:lnTo>
                <a:lnTo>
                  <a:pt x="140208" y="376428"/>
                </a:lnTo>
                <a:lnTo>
                  <a:pt x="115824" y="39014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" name="object 26"/>
          <p:cNvSpPr/>
          <p:nvPr/>
        </p:nvSpPr>
        <p:spPr>
          <a:xfrm>
            <a:off x="3454895" y="2924555"/>
            <a:ext cx="329565" cy="344805"/>
          </a:xfrm>
          <a:custGeom>
            <a:avLst/>
            <a:gdLst/>
            <a:ahLst/>
            <a:cxnLst/>
            <a:rect l="l" t="t" r="r" b="b"/>
            <a:pathLst>
              <a:path w="329564" h="344804">
                <a:moveTo>
                  <a:pt x="246888" y="36588"/>
                </a:moveTo>
                <a:lnTo>
                  <a:pt x="239268" y="32016"/>
                </a:lnTo>
                <a:lnTo>
                  <a:pt x="224028" y="25920"/>
                </a:lnTo>
                <a:lnTo>
                  <a:pt x="217932" y="22872"/>
                </a:lnTo>
                <a:lnTo>
                  <a:pt x="176784" y="10680"/>
                </a:lnTo>
                <a:lnTo>
                  <a:pt x="146304" y="9156"/>
                </a:lnTo>
                <a:lnTo>
                  <a:pt x="130594" y="9740"/>
                </a:lnTo>
                <a:lnTo>
                  <a:pt x="86868" y="19824"/>
                </a:lnTo>
                <a:lnTo>
                  <a:pt x="50863" y="43395"/>
                </a:lnTo>
                <a:lnTo>
                  <a:pt x="23622" y="77736"/>
                </a:lnTo>
                <a:lnTo>
                  <a:pt x="6438" y="122135"/>
                </a:lnTo>
                <a:lnTo>
                  <a:pt x="0" y="176796"/>
                </a:lnTo>
                <a:lnTo>
                  <a:pt x="812" y="196799"/>
                </a:lnTo>
                <a:lnTo>
                  <a:pt x="10668" y="249948"/>
                </a:lnTo>
                <a:lnTo>
                  <a:pt x="32321" y="290664"/>
                </a:lnTo>
                <a:lnTo>
                  <a:pt x="62865" y="320052"/>
                </a:lnTo>
                <a:lnTo>
                  <a:pt x="100876" y="338645"/>
                </a:lnTo>
                <a:lnTo>
                  <a:pt x="146304" y="344436"/>
                </a:lnTo>
                <a:lnTo>
                  <a:pt x="155143" y="344170"/>
                </a:lnTo>
                <a:lnTo>
                  <a:pt x="195859" y="337312"/>
                </a:lnTo>
                <a:lnTo>
                  <a:pt x="225552" y="326148"/>
                </a:lnTo>
                <a:lnTo>
                  <a:pt x="233172" y="323100"/>
                </a:lnTo>
                <a:lnTo>
                  <a:pt x="239268" y="320052"/>
                </a:lnTo>
                <a:lnTo>
                  <a:pt x="246888" y="317004"/>
                </a:lnTo>
                <a:lnTo>
                  <a:pt x="246888" y="265188"/>
                </a:lnTo>
                <a:lnTo>
                  <a:pt x="242316" y="265188"/>
                </a:lnTo>
                <a:lnTo>
                  <a:pt x="234696" y="272808"/>
                </a:lnTo>
                <a:lnTo>
                  <a:pt x="228600" y="277380"/>
                </a:lnTo>
                <a:lnTo>
                  <a:pt x="194881" y="297764"/>
                </a:lnTo>
                <a:lnTo>
                  <a:pt x="155194" y="307568"/>
                </a:lnTo>
                <a:lnTo>
                  <a:pt x="146304" y="307860"/>
                </a:lnTo>
                <a:lnTo>
                  <a:pt x="136042" y="307289"/>
                </a:lnTo>
                <a:lnTo>
                  <a:pt x="97828" y="294474"/>
                </a:lnTo>
                <a:lnTo>
                  <a:pt x="68351" y="265772"/>
                </a:lnTo>
                <a:lnTo>
                  <a:pt x="49580" y="221792"/>
                </a:lnTo>
                <a:lnTo>
                  <a:pt x="45720" y="176796"/>
                </a:lnTo>
                <a:lnTo>
                  <a:pt x="46062" y="161340"/>
                </a:lnTo>
                <a:lnTo>
                  <a:pt x="53340" y="120408"/>
                </a:lnTo>
                <a:lnTo>
                  <a:pt x="74676" y="79260"/>
                </a:lnTo>
                <a:lnTo>
                  <a:pt x="106680" y="54876"/>
                </a:lnTo>
                <a:lnTo>
                  <a:pt x="146304" y="45732"/>
                </a:lnTo>
                <a:lnTo>
                  <a:pt x="155194" y="46012"/>
                </a:lnTo>
                <a:lnTo>
                  <a:pt x="193357" y="55067"/>
                </a:lnTo>
                <a:lnTo>
                  <a:pt x="228600" y="76212"/>
                </a:lnTo>
                <a:lnTo>
                  <a:pt x="234696" y="80784"/>
                </a:lnTo>
                <a:lnTo>
                  <a:pt x="242316" y="88404"/>
                </a:lnTo>
                <a:lnTo>
                  <a:pt x="246888" y="88404"/>
                </a:lnTo>
                <a:lnTo>
                  <a:pt x="246888" y="36588"/>
                </a:lnTo>
                <a:close/>
              </a:path>
              <a:path w="329564" h="344804">
                <a:moveTo>
                  <a:pt x="329184" y="0"/>
                </a:moveTo>
                <a:lnTo>
                  <a:pt x="288036" y="0"/>
                </a:lnTo>
                <a:lnTo>
                  <a:pt x="288036" y="338328"/>
                </a:lnTo>
                <a:lnTo>
                  <a:pt x="329184" y="338328"/>
                </a:lnTo>
                <a:lnTo>
                  <a:pt x="329184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pic>
        <p:nvPicPr>
          <p:cNvPr id="27" name="object 27"/>
          <p:cNvPicPr/>
          <p:nvPr/>
        </p:nvPicPr>
        <p:blipFill>
          <a:blip r:embed="rId7" cstate="print"/>
          <a:stretch>
            <a:fillRect/>
          </a:stretch>
        </p:blipFill>
        <p:spPr>
          <a:xfrm>
            <a:off x="3840479" y="3020567"/>
            <a:ext cx="190500" cy="249936"/>
          </a:xfrm>
          <a:prstGeom prst="rect">
            <a:avLst/>
          </a:prstGeom>
        </p:spPr>
      </p:pic>
      <p:sp>
        <p:nvSpPr>
          <p:cNvPr id="28" name="object 28"/>
          <p:cNvSpPr/>
          <p:nvPr/>
        </p:nvSpPr>
        <p:spPr>
          <a:xfrm>
            <a:off x="4093463" y="2939795"/>
            <a:ext cx="231775" cy="323215"/>
          </a:xfrm>
          <a:custGeom>
            <a:avLst/>
            <a:gdLst/>
            <a:ahLst/>
            <a:cxnLst/>
            <a:rect l="l" t="t" r="r" b="b"/>
            <a:pathLst>
              <a:path w="231775" h="323214">
                <a:moveTo>
                  <a:pt x="231648" y="323087"/>
                </a:moveTo>
                <a:lnTo>
                  <a:pt x="182880" y="323087"/>
                </a:lnTo>
                <a:lnTo>
                  <a:pt x="39624" y="44195"/>
                </a:lnTo>
                <a:lnTo>
                  <a:pt x="39624" y="323087"/>
                </a:lnTo>
                <a:lnTo>
                  <a:pt x="0" y="323087"/>
                </a:lnTo>
                <a:lnTo>
                  <a:pt x="0" y="0"/>
                </a:lnTo>
                <a:lnTo>
                  <a:pt x="60960" y="0"/>
                </a:lnTo>
                <a:lnTo>
                  <a:pt x="190500" y="256031"/>
                </a:lnTo>
                <a:lnTo>
                  <a:pt x="190500" y="0"/>
                </a:lnTo>
                <a:lnTo>
                  <a:pt x="231648" y="0"/>
                </a:lnTo>
                <a:lnTo>
                  <a:pt x="231648" y="32308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" name="object 29"/>
          <p:cNvSpPr/>
          <p:nvPr/>
        </p:nvSpPr>
        <p:spPr>
          <a:xfrm>
            <a:off x="4373867" y="2903232"/>
            <a:ext cx="794385" cy="386080"/>
          </a:xfrm>
          <a:custGeom>
            <a:avLst/>
            <a:gdLst/>
            <a:ahLst/>
            <a:cxnLst/>
            <a:rect l="l" t="t" r="r" b="b"/>
            <a:pathLst>
              <a:path w="794385" h="386079">
                <a:moveTo>
                  <a:pt x="210324" y="220980"/>
                </a:moveTo>
                <a:lnTo>
                  <a:pt x="205816" y="181546"/>
                </a:lnTo>
                <a:lnTo>
                  <a:pt x="189191" y="144538"/>
                </a:lnTo>
                <a:lnTo>
                  <a:pt x="170700" y="126479"/>
                </a:lnTo>
                <a:lnTo>
                  <a:pt x="170700" y="211836"/>
                </a:lnTo>
                <a:lnTo>
                  <a:pt x="41148" y="211836"/>
                </a:lnTo>
                <a:lnTo>
                  <a:pt x="54864" y="169164"/>
                </a:lnTo>
                <a:lnTo>
                  <a:pt x="88303" y="147104"/>
                </a:lnTo>
                <a:lnTo>
                  <a:pt x="109728" y="143256"/>
                </a:lnTo>
                <a:lnTo>
                  <a:pt x="117449" y="143776"/>
                </a:lnTo>
                <a:lnTo>
                  <a:pt x="155460" y="163068"/>
                </a:lnTo>
                <a:lnTo>
                  <a:pt x="160032" y="167640"/>
                </a:lnTo>
                <a:lnTo>
                  <a:pt x="166128" y="182880"/>
                </a:lnTo>
                <a:lnTo>
                  <a:pt x="167906" y="188899"/>
                </a:lnTo>
                <a:lnTo>
                  <a:pt x="168986" y="195643"/>
                </a:lnTo>
                <a:lnTo>
                  <a:pt x="169760" y="203238"/>
                </a:lnTo>
                <a:lnTo>
                  <a:pt x="170700" y="211836"/>
                </a:lnTo>
                <a:lnTo>
                  <a:pt x="170700" y="126479"/>
                </a:lnTo>
                <a:lnTo>
                  <a:pt x="168795" y="124968"/>
                </a:lnTo>
                <a:lnTo>
                  <a:pt x="123685" y="110274"/>
                </a:lnTo>
                <a:lnTo>
                  <a:pt x="112776" y="109728"/>
                </a:lnTo>
                <a:lnTo>
                  <a:pt x="88773" y="111988"/>
                </a:lnTo>
                <a:lnTo>
                  <a:pt x="47625" y="129654"/>
                </a:lnTo>
                <a:lnTo>
                  <a:pt x="17360" y="164249"/>
                </a:lnTo>
                <a:lnTo>
                  <a:pt x="1981" y="211213"/>
                </a:lnTo>
                <a:lnTo>
                  <a:pt x="0" y="239268"/>
                </a:lnTo>
                <a:lnTo>
                  <a:pt x="2006" y="268147"/>
                </a:lnTo>
                <a:lnTo>
                  <a:pt x="18008" y="314490"/>
                </a:lnTo>
                <a:lnTo>
                  <a:pt x="49707" y="347103"/>
                </a:lnTo>
                <a:lnTo>
                  <a:pt x="94805" y="363728"/>
                </a:lnTo>
                <a:lnTo>
                  <a:pt x="121932" y="365760"/>
                </a:lnTo>
                <a:lnTo>
                  <a:pt x="132600" y="365760"/>
                </a:lnTo>
                <a:lnTo>
                  <a:pt x="140220" y="364236"/>
                </a:lnTo>
                <a:lnTo>
                  <a:pt x="146316" y="364236"/>
                </a:lnTo>
                <a:lnTo>
                  <a:pt x="152412" y="362712"/>
                </a:lnTo>
                <a:lnTo>
                  <a:pt x="160032" y="361188"/>
                </a:lnTo>
                <a:lnTo>
                  <a:pt x="167652" y="358140"/>
                </a:lnTo>
                <a:lnTo>
                  <a:pt x="179844" y="355092"/>
                </a:lnTo>
                <a:lnTo>
                  <a:pt x="195084" y="348996"/>
                </a:lnTo>
                <a:lnTo>
                  <a:pt x="199656" y="347472"/>
                </a:lnTo>
                <a:lnTo>
                  <a:pt x="205752" y="344424"/>
                </a:lnTo>
                <a:lnTo>
                  <a:pt x="205752" y="329184"/>
                </a:lnTo>
                <a:lnTo>
                  <a:pt x="205752" y="300228"/>
                </a:lnTo>
                <a:lnTo>
                  <a:pt x="202704" y="300228"/>
                </a:lnTo>
                <a:lnTo>
                  <a:pt x="199656" y="303276"/>
                </a:lnTo>
                <a:lnTo>
                  <a:pt x="190512" y="309372"/>
                </a:lnTo>
                <a:lnTo>
                  <a:pt x="154432" y="324726"/>
                </a:lnTo>
                <a:lnTo>
                  <a:pt x="147840" y="326136"/>
                </a:lnTo>
                <a:lnTo>
                  <a:pt x="141211" y="327888"/>
                </a:lnTo>
                <a:lnTo>
                  <a:pt x="134886" y="328803"/>
                </a:lnTo>
                <a:lnTo>
                  <a:pt x="128549" y="329133"/>
                </a:lnTo>
                <a:lnTo>
                  <a:pt x="121932" y="329184"/>
                </a:lnTo>
                <a:lnTo>
                  <a:pt x="103632" y="327990"/>
                </a:lnTo>
                <a:lnTo>
                  <a:pt x="62484" y="307848"/>
                </a:lnTo>
                <a:lnTo>
                  <a:pt x="42557" y="262623"/>
                </a:lnTo>
                <a:lnTo>
                  <a:pt x="41148" y="242316"/>
                </a:lnTo>
                <a:lnTo>
                  <a:pt x="210324" y="242316"/>
                </a:lnTo>
                <a:lnTo>
                  <a:pt x="210324" y="220980"/>
                </a:lnTo>
                <a:close/>
              </a:path>
              <a:path w="794385" h="386079">
                <a:moveTo>
                  <a:pt x="373392" y="117335"/>
                </a:moveTo>
                <a:lnTo>
                  <a:pt x="297192" y="117335"/>
                </a:lnTo>
                <a:lnTo>
                  <a:pt x="297192" y="47244"/>
                </a:lnTo>
                <a:lnTo>
                  <a:pt x="256044" y="47244"/>
                </a:lnTo>
                <a:lnTo>
                  <a:pt x="256044" y="117335"/>
                </a:lnTo>
                <a:lnTo>
                  <a:pt x="228612" y="117335"/>
                </a:lnTo>
                <a:lnTo>
                  <a:pt x="228612" y="150863"/>
                </a:lnTo>
                <a:lnTo>
                  <a:pt x="256044" y="150863"/>
                </a:lnTo>
                <a:lnTo>
                  <a:pt x="256044" y="284975"/>
                </a:lnTo>
                <a:lnTo>
                  <a:pt x="257416" y="304368"/>
                </a:lnTo>
                <a:lnTo>
                  <a:pt x="275856" y="345935"/>
                </a:lnTo>
                <a:lnTo>
                  <a:pt x="311645" y="363080"/>
                </a:lnTo>
                <a:lnTo>
                  <a:pt x="327672" y="364223"/>
                </a:lnTo>
                <a:lnTo>
                  <a:pt x="341388" y="364223"/>
                </a:lnTo>
                <a:lnTo>
                  <a:pt x="356628" y="361175"/>
                </a:lnTo>
                <a:lnTo>
                  <a:pt x="365772" y="359651"/>
                </a:lnTo>
                <a:lnTo>
                  <a:pt x="373392" y="358127"/>
                </a:lnTo>
                <a:lnTo>
                  <a:pt x="373392" y="321551"/>
                </a:lnTo>
                <a:lnTo>
                  <a:pt x="367296" y="321551"/>
                </a:lnTo>
                <a:lnTo>
                  <a:pt x="362724" y="324599"/>
                </a:lnTo>
                <a:lnTo>
                  <a:pt x="344436" y="329171"/>
                </a:lnTo>
                <a:lnTo>
                  <a:pt x="327672" y="329171"/>
                </a:lnTo>
                <a:lnTo>
                  <a:pt x="320052" y="327647"/>
                </a:lnTo>
                <a:lnTo>
                  <a:pt x="315480" y="324599"/>
                </a:lnTo>
                <a:lnTo>
                  <a:pt x="309384" y="323075"/>
                </a:lnTo>
                <a:lnTo>
                  <a:pt x="304812" y="318503"/>
                </a:lnTo>
                <a:lnTo>
                  <a:pt x="303288" y="313931"/>
                </a:lnTo>
                <a:lnTo>
                  <a:pt x="300240" y="307835"/>
                </a:lnTo>
                <a:lnTo>
                  <a:pt x="298716" y="301739"/>
                </a:lnTo>
                <a:lnTo>
                  <a:pt x="298716" y="294119"/>
                </a:lnTo>
                <a:lnTo>
                  <a:pt x="297827" y="288975"/>
                </a:lnTo>
                <a:lnTo>
                  <a:pt x="297383" y="282689"/>
                </a:lnTo>
                <a:lnTo>
                  <a:pt x="297205" y="275259"/>
                </a:lnTo>
                <a:lnTo>
                  <a:pt x="297192" y="150863"/>
                </a:lnTo>
                <a:lnTo>
                  <a:pt x="373392" y="150863"/>
                </a:lnTo>
                <a:lnTo>
                  <a:pt x="373392" y="117335"/>
                </a:lnTo>
                <a:close/>
              </a:path>
              <a:path w="794385" h="386079">
                <a:moveTo>
                  <a:pt x="568452" y="121920"/>
                </a:moveTo>
                <a:lnTo>
                  <a:pt x="539496" y="91440"/>
                </a:lnTo>
                <a:lnTo>
                  <a:pt x="528383" y="108051"/>
                </a:lnTo>
                <a:lnTo>
                  <a:pt x="515683" y="123825"/>
                </a:lnTo>
                <a:lnTo>
                  <a:pt x="486156" y="153924"/>
                </a:lnTo>
                <a:lnTo>
                  <a:pt x="451675" y="181356"/>
                </a:lnTo>
                <a:lnTo>
                  <a:pt x="411480" y="208788"/>
                </a:lnTo>
                <a:lnTo>
                  <a:pt x="414528" y="213360"/>
                </a:lnTo>
                <a:lnTo>
                  <a:pt x="444563" y="200215"/>
                </a:lnTo>
                <a:lnTo>
                  <a:pt x="477583" y="181356"/>
                </a:lnTo>
                <a:lnTo>
                  <a:pt x="513765" y="156781"/>
                </a:lnTo>
                <a:lnTo>
                  <a:pt x="553212" y="126492"/>
                </a:lnTo>
                <a:lnTo>
                  <a:pt x="568452" y="121920"/>
                </a:lnTo>
                <a:close/>
              </a:path>
              <a:path w="794385" h="386079">
                <a:moveTo>
                  <a:pt x="615696" y="35052"/>
                </a:moveTo>
                <a:lnTo>
                  <a:pt x="612648" y="27432"/>
                </a:lnTo>
                <a:lnTo>
                  <a:pt x="605028" y="21336"/>
                </a:lnTo>
                <a:lnTo>
                  <a:pt x="598487" y="15633"/>
                </a:lnTo>
                <a:lnTo>
                  <a:pt x="588073" y="10096"/>
                </a:lnTo>
                <a:lnTo>
                  <a:pt x="573963" y="4826"/>
                </a:lnTo>
                <a:lnTo>
                  <a:pt x="556260" y="0"/>
                </a:lnTo>
                <a:lnTo>
                  <a:pt x="553212" y="4572"/>
                </a:lnTo>
                <a:lnTo>
                  <a:pt x="566674" y="17754"/>
                </a:lnTo>
                <a:lnTo>
                  <a:pt x="577405" y="30099"/>
                </a:lnTo>
                <a:lnTo>
                  <a:pt x="585584" y="41859"/>
                </a:lnTo>
                <a:lnTo>
                  <a:pt x="595884" y="62484"/>
                </a:lnTo>
                <a:lnTo>
                  <a:pt x="598932" y="67056"/>
                </a:lnTo>
                <a:lnTo>
                  <a:pt x="605028" y="67056"/>
                </a:lnTo>
                <a:lnTo>
                  <a:pt x="608076" y="64008"/>
                </a:lnTo>
                <a:lnTo>
                  <a:pt x="611124" y="59436"/>
                </a:lnTo>
                <a:lnTo>
                  <a:pt x="614172" y="53340"/>
                </a:lnTo>
                <a:lnTo>
                  <a:pt x="615696" y="47244"/>
                </a:lnTo>
                <a:lnTo>
                  <a:pt x="615696" y="35052"/>
                </a:lnTo>
                <a:close/>
              </a:path>
              <a:path w="794385" h="386079">
                <a:moveTo>
                  <a:pt x="758952" y="178308"/>
                </a:moveTo>
                <a:lnTo>
                  <a:pt x="757428" y="173736"/>
                </a:lnTo>
                <a:lnTo>
                  <a:pt x="755904" y="166116"/>
                </a:lnTo>
                <a:lnTo>
                  <a:pt x="751903" y="160108"/>
                </a:lnTo>
                <a:lnTo>
                  <a:pt x="719328" y="138684"/>
                </a:lnTo>
                <a:lnTo>
                  <a:pt x="679323" y="122301"/>
                </a:lnTo>
                <a:lnTo>
                  <a:pt x="627888" y="103632"/>
                </a:lnTo>
                <a:lnTo>
                  <a:pt x="624840" y="111252"/>
                </a:lnTo>
                <a:lnTo>
                  <a:pt x="643686" y="121539"/>
                </a:lnTo>
                <a:lnTo>
                  <a:pt x="661225" y="131826"/>
                </a:lnTo>
                <a:lnTo>
                  <a:pt x="704786" y="162394"/>
                </a:lnTo>
                <a:lnTo>
                  <a:pt x="734568" y="188976"/>
                </a:lnTo>
                <a:lnTo>
                  <a:pt x="740664" y="196596"/>
                </a:lnTo>
                <a:lnTo>
                  <a:pt x="745236" y="199644"/>
                </a:lnTo>
                <a:lnTo>
                  <a:pt x="752856" y="199644"/>
                </a:lnTo>
                <a:lnTo>
                  <a:pt x="754380" y="198120"/>
                </a:lnTo>
                <a:lnTo>
                  <a:pt x="758952" y="184404"/>
                </a:lnTo>
                <a:lnTo>
                  <a:pt x="758952" y="178308"/>
                </a:lnTo>
                <a:close/>
              </a:path>
              <a:path w="794385" h="386079">
                <a:moveTo>
                  <a:pt x="787908" y="381000"/>
                </a:moveTo>
                <a:lnTo>
                  <a:pt x="752856" y="344424"/>
                </a:lnTo>
                <a:lnTo>
                  <a:pt x="726948" y="370332"/>
                </a:lnTo>
                <a:lnTo>
                  <a:pt x="608076" y="370332"/>
                </a:lnTo>
                <a:lnTo>
                  <a:pt x="608076" y="224028"/>
                </a:lnTo>
                <a:lnTo>
                  <a:pt x="733044" y="224028"/>
                </a:lnTo>
                <a:lnTo>
                  <a:pt x="701040" y="193548"/>
                </a:lnTo>
                <a:lnTo>
                  <a:pt x="678180" y="213360"/>
                </a:lnTo>
                <a:lnTo>
                  <a:pt x="461772" y="213360"/>
                </a:lnTo>
                <a:lnTo>
                  <a:pt x="477012" y="230124"/>
                </a:lnTo>
                <a:lnTo>
                  <a:pt x="486448" y="227241"/>
                </a:lnTo>
                <a:lnTo>
                  <a:pt x="496443" y="225361"/>
                </a:lnTo>
                <a:lnTo>
                  <a:pt x="507022" y="224332"/>
                </a:lnTo>
                <a:lnTo>
                  <a:pt x="518160" y="224028"/>
                </a:lnTo>
                <a:lnTo>
                  <a:pt x="580644" y="224028"/>
                </a:lnTo>
                <a:lnTo>
                  <a:pt x="580644" y="370332"/>
                </a:lnTo>
                <a:lnTo>
                  <a:pt x="403860" y="370332"/>
                </a:lnTo>
                <a:lnTo>
                  <a:pt x="419100" y="385572"/>
                </a:lnTo>
                <a:lnTo>
                  <a:pt x="429412" y="383565"/>
                </a:lnTo>
                <a:lnTo>
                  <a:pt x="439864" y="382143"/>
                </a:lnTo>
                <a:lnTo>
                  <a:pt x="450608" y="381279"/>
                </a:lnTo>
                <a:lnTo>
                  <a:pt x="461772" y="381000"/>
                </a:lnTo>
                <a:lnTo>
                  <a:pt x="787908" y="381000"/>
                </a:lnTo>
                <a:close/>
              </a:path>
              <a:path w="794385" h="386079">
                <a:moveTo>
                  <a:pt x="794004" y="86868"/>
                </a:moveTo>
                <a:lnTo>
                  <a:pt x="789432" y="82296"/>
                </a:lnTo>
                <a:lnTo>
                  <a:pt x="778764" y="71628"/>
                </a:lnTo>
                <a:lnTo>
                  <a:pt x="757428" y="50292"/>
                </a:lnTo>
                <a:lnTo>
                  <a:pt x="740664" y="71628"/>
                </a:lnTo>
                <a:lnTo>
                  <a:pt x="454152" y="71628"/>
                </a:lnTo>
                <a:lnTo>
                  <a:pt x="454152" y="51816"/>
                </a:lnTo>
                <a:lnTo>
                  <a:pt x="445008" y="51816"/>
                </a:lnTo>
                <a:lnTo>
                  <a:pt x="431292" y="96012"/>
                </a:lnTo>
                <a:lnTo>
                  <a:pt x="408432" y="124968"/>
                </a:lnTo>
                <a:lnTo>
                  <a:pt x="406908" y="128016"/>
                </a:lnTo>
                <a:lnTo>
                  <a:pt x="406908" y="131064"/>
                </a:lnTo>
                <a:lnTo>
                  <a:pt x="408432" y="132588"/>
                </a:lnTo>
                <a:lnTo>
                  <a:pt x="413004" y="134112"/>
                </a:lnTo>
                <a:lnTo>
                  <a:pt x="416052" y="135636"/>
                </a:lnTo>
                <a:lnTo>
                  <a:pt x="431292" y="135636"/>
                </a:lnTo>
                <a:lnTo>
                  <a:pt x="437388" y="134112"/>
                </a:lnTo>
                <a:lnTo>
                  <a:pt x="446532" y="129540"/>
                </a:lnTo>
                <a:lnTo>
                  <a:pt x="452018" y="124079"/>
                </a:lnTo>
                <a:lnTo>
                  <a:pt x="454914" y="114490"/>
                </a:lnTo>
                <a:lnTo>
                  <a:pt x="455536" y="100596"/>
                </a:lnTo>
                <a:lnTo>
                  <a:pt x="454152" y="82296"/>
                </a:lnTo>
                <a:lnTo>
                  <a:pt x="745236" y="82296"/>
                </a:lnTo>
                <a:lnTo>
                  <a:pt x="723900" y="129540"/>
                </a:lnTo>
                <a:lnTo>
                  <a:pt x="728472" y="134112"/>
                </a:lnTo>
                <a:lnTo>
                  <a:pt x="746429" y="113220"/>
                </a:lnTo>
                <a:lnTo>
                  <a:pt x="763524" y="98488"/>
                </a:lnTo>
                <a:lnTo>
                  <a:pt x="779487" y="89738"/>
                </a:lnTo>
                <a:lnTo>
                  <a:pt x="794004" y="8686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" name="object 30"/>
          <p:cNvSpPr/>
          <p:nvPr/>
        </p:nvSpPr>
        <p:spPr>
          <a:xfrm>
            <a:off x="5250179" y="2906268"/>
            <a:ext cx="335280" cy="393700"/>
          </a:xfrm>
          <a:custGeom>
            <a:avLst/>
            <a:gdLst/>
            <a:ahLst/>
            <a:cxnLst/>
            <a:rect l="l" t="t" r="r" b="b"/>
            <a:pathLst>
              <a:path w="335279" h="393700">
                <a:moveTo>
                  <a:pt x="297180" y="393191"/>
                </a:moveTo>
                <a:lnTo>
                  <a:pt x="297180" y="365760"/>
                </a:lnTo>
                <a:lnTo>
                  <a:pt x="36575" y="365760"/>
                </a:lnTo>
                <a:lnTo>
                  <a:pt x="24383" y="377952"/>
                </a:lnTo>
                <a:lnTo>
                  <a:pt x="0" y="358140"/>
                </a:lnTo>
                <a:lnTo>
                  <a:pt x="12192" y="345948"/>
                </a:lnTo>
                <a:lnTo>
                  <a:pt x="12168" y="265128"/>
                </a:lnTo>
                <a:lnTo>
                  <a:pt x="12001" y="251078"/>
                </a:lnTo>
                <a:lnTo>
                  <a:pt x="11549" y="236458"/>
                </a:lnTo>
                <a:lnTo>
                  <a:pt x="10668" y="220980"/>
                </a:lnTo>
                <a:lnTo>
                  <a:pt x="50292" y="242315"/>
                </a:lnTo>
                <a:lnTo>
                  <a:pt x="36575" y="254508"/>
                </a:lnTo>
                <a:lnTo>
                  <a:pt x="36575" y="355091"/>
                </a:lnTo>
                <a:lnTo>
                  <a:pt x="152400" y="355091"/>
                </a:lnTo>
                <a:lnTo>
                  <a:pt x="152400" y="185928"/>
                </a:lnTo>
                <a:lnTo>
                  <a:pt x="51816" y="185928"/>
                </a:lnTo>
                <a:lnTo>
                  <a:pt x="38100" y="198120"/>
                </a:lnTo>
                <a:lnTo>
                  <a:pt x="13716" y="179832"/>
                </a:lnTo>
                <a:lnTo>
                  <a:pt x="25907" y="169164"/>
                </a:lnTo>
                <a:lnTo>
                  <a:pt x="25884" y="86963"/>
                </a:lnTo>
                <a:lnTo>
                  <a:pt x="25717" y="75819"/>
                </a:lnTo>
                <a:lnTo>
                  <a:pt x="25265" y="64103"/>
                </a:lnTo>
                <a:lnTo>
                  <a:pt x="24383" y="51816"/>
                </a:lnTo>
                <a:lnTo>
                  <a:pt x="65531" y="73152"/>
                </a:lnTo>
                <a:lnTo>
                  <a:pt x="50292" y="83820"/>
                </a:lnTo>
                <a:lnTo>
                  <a:pt x="50292" y="175260"/>
                </a:lnTo>
                <a:lnTo>
                  <a:pt x="152400" y="175260"/>
                </a:lnTo>
                <a:lnTo>
                  <a:pt x="152376" y="45219"/>
                </a:lnTo>
                <a:lnTo>
                  <a:pt x="152209" y="29908"/>
                </a:lnTo>
                <a:lnTo>
                  <a:pt x="151757" y="14882"/>
                </a:lnTo>
                <a:lnTo>
                  <a:pt x="150876" y="0"/>
                </a:lnTo>
                <a:lnTo>
                  <a:pt x="190500" y="19812"/>
                </a:lnTo>
                <a:lnTo>
                  <a:pt x="176784" y="35052"/>
                </a:lnTo>
                <a:lnTo>
                  <a:pt x="176784" y="175260"/>
                </a:lnTo>
                <a:lnTo>
                  <a:pt x="280416" y="175260"/>
                </a:lnTo>
                <a:lnTo>
                  <a:pt x="280416" y="97536"/>
                </a:lnTo>
                <a:lnTo>
                  <a:pt x="280154" y="86701"/>
                </a:lnTo>
                <a:lnTo>
                  <a:pt x="279463" y="74866"/>
                </a:lnTo>
                <a:lnTo>
                  <a:pt x="277368" y="48768"/>
                </a:lnTo>
                <a:lnTo>
                  <a:pt x="318516" y="68580"/>
                </a:lnTo>
                <a:lnTo>
                  <a:pt x="304800" y="80772"/>
                </a:lnTo>
                <a:lnTo>
                  <a:pt x="304847" y="157591"/>
                </a:lnTo>
                <a:lnTo>
                  <a:pt x="305181" y="168783"/>
                </a:lnTo>
                <a:lnTo>
                  <a:pt x="306085" y="181689"/>
                </a:lnTo>
                <a:lnTo>
                  <a:pt x="307848" y="196596"/>
                </a:lnTo>
                <a:lnTo>
                  <a:pt x="280416" y="207264"/>
                </a:lnTo>
                <a:lnTo>
                  <a:pt x="280416" y="185928"/>
                </a:lnTo>
                <a:lnTo>
                  <a:pt x="176784" y="185928"/>
                </a:lnTo>
                <a:lnTo>
                  <a:pt x="176784" y="355091"/>
                </a:lnTo>
                <a:lnTo>
                  <a:pt x="297180" y="355091"/>
                </a:lnTo>
                <a:lnTo>
                  <a:pt x="297156" y="266033"/>
                </a:lnTo>
                <a:lnTo>
                  <a:pt x="296989" y="252603"/>
                </a:lnTo>
                <a:lnTo>
                  <a:pt x="296537" y="238601"/>
                </a:lnTo>
                <a:lnTo>
                  <a:pt x="295656" y="224028"/>
                </a:lnTo>
                <a:lnTo>
                  <a:pt x="335280" y="246888"/>
                </a:lnTo>
                <a:lnTo>
                  <a:pt x="321564" y="257555"/>
                </a:lnTo>
                <a:lnTo>
                  <a:pt x="321587" y="337542"/>
                </a:lnTo>
                <a:lnTo>
                  <a:pt x="321754" y="353377"/>
                </a:lnTo>
                <a:lnTo>
                  <a:pt x="322206" y="368927"/>
                </a:lnTo>
                <a:lnTo>
                  <a:pt x="323088" y="384048"/>
                </a:lnTo>
                <a:lnTo>
                  <a:pt x="297180" y="39319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" name="object 31"/>
          <p:cNvSpPr/>
          <p:nvPr/>
        </p:nvSpPr>
        <p:spPr>
          <a:xfrm>
            <a:off x="5658612" y="2895599"/>
            <a:ext cx="1739264" cy="413384"/>
          </a:xfrm>
          <a:custGeom>
            <a:avLst/>
            <a:gdLst/>
            <a:ahLst/>
            <a:cxnLst/>
            <a:rect l="l" t="t" r="r" b="b"/>
            <a:pathLst>
              <a:path w="1739265" h="413385">
                <a:moveTo>
                  <a:pt x="144780" y="152400"/>
                </a:moveTo>
                <a:lnTo>
                  <a:pt x="117348" y="125539"/>
                </a:lnTo>
                <a:lnTo>
                  <a:pt x="80772" y="105156"/>
                </a:lnTo>
                <a:lnTo>
                  <a:pt x="74676" y="109728"/>
                </a:lnTo>
                <a:lnTo>
                  <a:pt x="88366" y="126326"/>
                </a:lnTo>
                <a:lnTo>
                  <a:pt x="99631" y="141922"/>
                </a:lnTo>
                <a:lnTo>
                  <a:pt x="108318" y="156667"/>
                </a:lnTo>
                <a:lnTo>
                  <a:pt x="114300" y="170688"/>
                </a:lnTo>
                <a:lnTo>
                  <a:pt x="118872" y="184404"/>
                </a:lnTo>
                <a:lnTo>
                  <a:pt x="123444" y="190500"/>
                </a:lnTo>
                <a:lnTo>
                  <a:pt x="129540" y="190500"/>
                </a:lnTo>
                <a:lnTo>
                  <a:pt x="132588" y="185928"/>
                </a:lnTo>
                <a:lnTo>
                  <a:pt x="137160" y="178308"/>
                </a:lnTo>
                <a:lnTo>
                  <a:pt x="144780" y="163068"/>
                </a:lnTo>
                <a:lnTo>
                  <a:pt x="144780" y="152400"/>
                </a:lnTo>
                <a:close/>
              </a:path>
              <a:path w="1739265" h="413385">
                <a:moveTo>
                  <a:pt x="406908" y="350520"/>
                </a:moveTo>
                <a:lnTo>
                  <a:pt x="363372" y="335343"/>
                </a:lnTo>
                <a:lnTo>
                  <a:pt x="324243" y="313588"/>
                </a:lnTo>
                <a:lnTo>
                  <a:pt x="289496" y="285242"/>
                </a:lnTo>
                <a:lnTo>
                  <a:pt x="259130" y="250304"/>
                </a:lnTo>
                <a:lnTo>
                  <a:pt x="233172" y="208788"/>
                </a:lnTo>
                <a:lnTo>
                  <a:pt x="405384" y="208788"/>
                </a:lnTo>
                <a:lnTo>
                  <a:pt x="368808" y="172212"/>
                </a:lnTo>
                <a:lnTo>
                  <a:pt x="342900" y="198120"/>
                </a:lnTo>
                <a:lnTo>
                  <a:pt x="257556" y="198120"/>
                </a:lnTo>
                <a:lnTo>
                  <a:pt x="273812" y="184429"/>
                </a:lnTo>
                <a:lnTo>
                  <a:pt x="290512" y="168592"/>
                </a:lnTo>
                <a:lnTo>
                  <a:pt x="307479" y="150761"/>
                </a:lnTo>
                <a:lnTo>
                  <a:pt x="324612" y="131064"/>
                </a:lnTo>
                <a:lnTo>
                  <a:pt x="342900" y="126492"/>
                </a:lnTo>
                <a:lnTo>
                  <a:pt x="306324" y="97536"/>
                </a:lnTo>
                <a:lnTo>
                  <a:pt x="295744" y="122682"/>
                </a:lnTo>
                <a:lnTo>
                  <a:pt x="282321" y="147828"/>
                </a:lnTo>
                <a:lnTo>
                  <a:pt x="266026" y="172974"/>
                </a:lnTo>
                <a:lnTo>
                  <a:pt x="246888" y="198120"/>
                </a:lnTo>
                <a:lnTo>
                  <a:pt x="216408" y="198120"/>
                </a:lnTo>
                <a:lnTo>
                  <a:pt x="216408" y="91440"/>
                </a:lnTo>
                <a:lnTo>
                  <a:pt x="381000" y="91440"/>
                </a:lnTo>
                <a:lnTo>
                  <a:pt x="345948" y="56388"/>
                </a:lnTo>
                <a:lnTo>
                  <a:pt x="321564" y="80772"/>
                </a:lnTo>
                <a:lnTo>
                  <a:pt x="216408" y="80772"/>
                </a:lnTo>
                <a:lnTo>
                  <a:pt x="216408" y="33528"/>
                </a:lnTo>
                <a:lnTo>
                  <a:pt x="233172" y="21336"/>
                </a:lnTo>
                <a:lnTo>
                  <a:pt x="187452" y="0"/>
                </a:lnTo>
                <a:lnTo>
                  <a:pt x="188328" y="21196"/>
                </a:lnTo>
                <a:lnTo>
                  <a:pt x="188785" y="41529"/>
                </a:lnTo>
                <a:lnTo>
                  <a:pt x="188899" y="56388"/>
                </a:lnTo>
                <a:lnTo>
                  <a:pt x="188976" y="80772"/>
                </a:lnTo>
                <a:lnTo>
                  <a:pt x="33528" y="80772"/>
                </a:lnTo>
                <a:lnTo>
                  <a:pt x="48768" y="96012"/>
                </a:lnTo>
                <a:lnTo>
                  <a:pt x="58407" y="94018"/>
                </a:lnTo>
                <a:lnTo>
                  <a:pt x="68770" y="92583"/>
                </a:lnTo>
                <a:lnTo>
                  <a:pt x="79413" y="91732"/>
                </a:lnTo>
                <a:lnTo>
                  <a:pt x="89916" y="91440"/>
                </a:lnTo>
                <a:lnTo>
                  <a:pt x="188976" y="91440"/>
                </a:lnTo>
                <a:lnTo>
                  <a:pt x="188976" y="198120"/>
                </a:lnTo>
                <a:lnTo>
                  <a:pt x="0" y="198120"/>
                </a:lnTo>
                <a:lnTo>
                  <a:pt x="15240" y="214884"/>
                </a:lnTo>
                <a:lnTo>
                  <a:pt x="25539" y="212013"/>
                </a:lnTo>
                <a:lnTo>
                  <a:pt x="36004" y="210121"/>
                </a:lnTo>
                <a:lnTo>
                  <a:pt x="46736" y="209105"/>
                </a:lnTo>
                <a:lnTo>
                  <a:pt x="57912" y="208788"/>
                </a:lnTo>
                <a:lnTo>
                  <a:pt x="170688" y="208788"/>
                </a:lnTo>
                <a:lnTo>
                  <a:pt x="144322" y="253974"/>
                </a:lnTo>
                <a:lnTo>
                  <a:pt x="114528" y="294474"/>
                </a:lnTo>
                <a:lnTo>
                  <a:pt x="81140" y="330377"/>
                </a:lnTo>
                <a:lnTo>
                  <a:pt x="44030" y="361734"/>
                </a:lnTo>
                <a:lnTo>
                  <a:pt x="3048" y="388620"/>
                </a:lnTo>
                <a:lnTo>
                  <a:pt x="6096" y="394716"/>
                </a:lnTo>
                <a:lnTo>
                  <a:pt x="49987" y="373507"/>
                </a:lnTo>
                <a:lnTo>
                  <a:pt x="90220" y="346443"/>
                </a:lnTo>
                <a:lnTo>
                  <a:pt x="126720" y="313588"/>
                </a:lnTo>
                <a:lnTo>
                  <a:pt x="159715" y="274751"/>
                </a:lnTo>
                <a:lnTo>
                  <a:pt x="188976" y="230124"/>
                </a:lnTo>
                <a:lnTo>
                  <a:pt x="188912" y="294474"/>
                </a:lnTo>
                <a:lnTo>
                  <a:pt x="188785" y="330377"/>
                </a:lnTo>
                <a:lnTo>
                  <a:pt x="188328" y="375005"/>
                </a:lnTo>
                <a:lnTo>
                  <a:pt x="187452" y="413004"/>
                </a:lnTo>
                <a:lnTo>
                  <a:pt x="217932" y="399288"/>
                </a:lnTo>
                <a:lnTo>
                  <a:pt x="217055" y="375005"/>
                </a:lnTo>
                <a:lnTo>
                  <a:pt x="216598" y="335343"/>
                </a:lnTo>
                <a:lnTo>
                  <a:pt x="216522" y="313588"/>
                </a:lnTo>
                <a:lnTo>
                  <a:pt x="216408" y="230124"/>
                </a:lnTo>
                <a:lnTo>
                  <a:pt x="216408" y="208788"/>
                </a:lnTo>
                <a:lnTo>
                  <a:pt x="224028" y="208788"/>
                </a:lnTo>
                <a:lnTo>
                  <a:pt x="243763" y="252717"/>
                </a:lnTo>
                <a:lnTo>
                  <a:pt x="268185" y="291388"/>
                </a:lnTo>
                <a:lnTo>
                  <a:pt x="297205" y="324993"/>
                </a:lnTo>
                <a:lnTo>
                  <a:pt x="330771" y="353783"/>
                </a:lnTo>
                <a:lnTo>
                  <a:pt x="368808" y="377952"/>
                </a:lnTo>
                <a:lnTo>
                  <a:pt x="373684" y="368833"/>
                </a:lnTo>
                <a:lnTo>
                  <a:pt x="381571" y="362140"/>
                </a:lnTo>
                <a:lnTo>
                  <a:pt x="392595" y="358025"/>
                </a:lnTo>
                <a:lnTo>
                  <a:pt x="406908" y="356616"/>
                </a:lnTo>
                <a:lnTo>
                  <a:pt x="406908" y="350520"/>
                </a:lnTo>
                <a:close/>
              </a:path>
              <a:path w="1739265" h="413385">
                <a:moveTo>
                  <a:pt x="847344" y="193560"/>
                </a:moveTo>
                <a:lnTo>
                  <a:pt x="809244" y="155460"/>
                </a:lnTo>
                <a:lnTo>
                  <a:pt x="774192" y="182892"/>
                </a:lnTo>
                <a:lnTo>
                  <a:pt x="451104" y="182892"/>
                </a:lnTo>
                <a:lnTo>
                  <a:pt x="466344" y="198132"/>
                </a:lnTo>
                <a:lnTo>
                  <a:pt x="476288" y="196126"/>
                </a:lnTo>
                <a:lnTo>
                  <a:pt x="487680" y="194703"/>
                </a:lnTo>
                <a:lnTo>
                  <a:pt x="500202" y="193840"/>
                </a:lnTo>
                <a:lnTo>
                  <a:pt x="513588" y="193560"/>
                </a:lnTo>
                <a:lnTo>
                  <a:pt x="847344" y="193560"/>
                </a:lnTo>
                <a:close/>
              </a:path>
              <a:path w="1739265" h="413385">
                <a:moveTo>
                  <a:pt x="1120127" y="147828"/>
                </a:moveTo>
                <a:lnTo>
                  <a:pt x="1078979" y="126492"/>
                </a:lnTo>
                <a:lnTo>
                  <a:pt x="1079233" y="147828"/>
                </a:lnTo>
                <a:lnTo>
                  <a:pt x="1080274" y="184581"/>
                </a:lnTo>
                <a:lnTo>
                  <a:pt x="1080389" y="192786"/>
                </a:lnTo>
                <a:lnTo>
                  <a:pt x="1080274" y="331787"/>
                </a:lnTo>
                <a:lnTo>
                  <a:pt x="1079741" y="353377"/>
                </a:lnTo>
                <a:lnTo>
                  <a:pt x="1079220" y="380415"/>
                </a:lnTo>
                <a:lnTo>
                  <a:pt x="1078979" y="413004"/>
                </a:lnTo>
                <a:lnTo>
                  <a:pt x="1107935" y="394716"/>
                </a:lnTo>
                <a:lnTo>
                  <a:pt x="1107059" y="378739"/>
                </a:lnTo>
                <a:lnTo>
                  <a:pt x="1106601" y="362902"/>
                </a:lnTo>
                <a:lnTo>
                  <a:pt x="1106500" y="353377"/>
                </a:lnTo>
                <a:lnTo>
                  <a:pt x="1106411" y="158496"/>
                </a:lnTo>
                <a:lnTo>
                  <a:pt x="1120127" y="147828"/>
                </a:lnTo>
                <a:close/>
              </a:path>
              <a:path w="1739265" h="413385">
                <a:moveTo>
                  <a:pt x="1296911" y="181356"/>
                </a:moveTo>
                <a:lnTo>
                  <a:pt x="1249286" y="167449"/>
                </a:lnTo>
                <a:lnTo>
                  <a:pt x="1199375" y="138684"/>
                </a:lnTo>
                <a:lnTo>
                  <a:pt x="1148702" y="93916"/>
                </a:lnTo>
                <a:lnTo>
                  <a:pt x="1108062" y="42672"/>
                </a:lnTo>
                <a:lnTo>
                  <a:pt x="1100315" y="32004"/>
                </a:lnTo>
                <a:lnTo>
                  <a:pt x="1117079" y="21336"/>
                </a:lnTo>
                <a:lnTo>
                  <a:pt x="1080503" y="0"/>
                </a:lnTo>
                <a:lnTo>
                  <a:pt x="1069606" y="28003"/>
                </a:lnTo>
                <a:lnTo>
                  <a:pt x="1054976" y="57150"/>
                </a:lnTo>
                <a:lnTo>
                  <a:pt x="1013447" y="118872"/>
                </a:lnTo>
                <a:lnTo>
                  <a:pt x="986853" y="149161"/>
                </a:lnTo>
                <a:lnTo>
                  <a:pt x="957249" y="176022"/>
                </a:lnTo>
                <a:lnTo>
                  <a:pt x="924509" y="199453"/>
                </a:lnTo>
                <a:lnTo>
                  <a:pt x="888479" y="219456"/>
                </a:lnTo>
                <a:lnTo>
                  <a:pt x="890003" y="227076"/>
                </a:lnTo>
                <a:lnTo>
                  <a:pt x="925753" y="210502"/>
                </a:lnTo>
                <a:lnTo>
                  <a:pt x="985812" y="173926"/>
                </a:lnTo>
                <a:lnTo>
                  <a:pt x="1032954" y="131406"/>
                </a:lnTo>
                <a:lnTo>
                  <a:pt x="1075766" y="75488"/>
                </a:lnTo>
                <a:lnTo>
                  <a:pt x="1095743" y="42672"/>
                </a:lnTo>
                <a:lnTo>
                  <a:pt x="1114031" y="72986"/>
                </a:lnTo>
                <a:lnTo>
                  <a:pt x="1150607" y="123901"/>
                </a:lnTo>
                <a:lnTo>
                  <a:pt x="1188072" y="163385"/>
                </a:lnTo>
                <a:lnTo>
                  <a:pt x="1232128" y="196011"/>
                </a:lnTo>
                <a:lnTo>
                  <a:pt x="1257287" y="210312"/>
                </a:lnTo>
                <a:lnTo>
                  <a:pt x="1264767" y="201193"/>
                </a:lnTo>
                <a:lnTo>
                  <a:pt x="1273670" y="194500"/>
                </a:lnTo>
                <a:lnTo>
                  <a:pt x="1284300" y="190385"/>
                </a:lnTo>
                <a:lnTo>
                  <a:pt x="1296911" y="188976"/>
                </a:lnTo>
                <a:lnTo>
                  <a:pt x="1296911" y="181356"/>
                </a:lnTo>
                <a:close/>
              </a:path>
              <a:path w="1739265" h="413385">
                <a:moveTo>
                  <a:pt x="1738884" y="222504"/>
                </a:moveTo>
                <a:lnTo>
                  <a:pt x="1705356" y="188976"/>
                </a:lnTo>
                <a:lnTo>
                  <a:pt x="1680972" y="213360"/>
                </a:lnTo>
                <a:lnTo>
                  <a:pt x="1603248" y="213360"/>
                </a:lnTo>
                <a:lnTo>
                  <a:pt x="1620075" y="201358"/>
                </a:lnTo>
                <a:lnTo>
                  <a:pt x="1640776" y="185928"/>
                </a:lnTo>
                <a:lnTo>
                  <a:pt x="1665173" y="167068"/>
                </a:lnTo>
                <a:lnTo>
                  <a:pt x="1693164" y="144780"/>
                </a:lnTo>
                <a:lnTo>
                  <a:pt x="1709928" y="141732"/>
                </a:lnTo>
                <a:lnTo>
                  <a:pt x="1677924" y="114300"/>
                </a:lnTo>
                <a:lnTo>
                  <a:pt x="1669935" y="124904"/>
                </a:lnTo>
                <a:lnTo>
                  <a:pt x="1659826" y="136207"/>
                </a:lnTo>
                <a:lnTo>
                  <a:pt x="1617700" y="175006"/>
                </a:lnTo>
                <a:lnTo>
                  <a:pt x="1585074" y="200774"/>
                </a:lnTo>
                <a:lnTo>
                  <a:pt x="1568196" y="213360"/>
                </a:lnTo>
                <a:lnTo>
                  <a:pt x="1542288" y="213360"/>
                </a:lnTo>
                <a:lnTo>
                  <a:pt x="1542288" y="176784"/>
                </a:lnTo>
                <a:lnTo>
                  <a:pt x="1612392" y="176784"/>
                </a:lnTo>
                <a:lnTo>
                  <a:pt x="1583436" y="146304"/>
                </a:lnTo>
                <a:lnTo>
                  <a:pt x="1563624" y="166116"/>
                </a:lnTo>
                <a:lnTo>
                  <a:pt x="1542288" y="166116"/>
                </a:lnTo>
                <a:lnTo>
                  <a:pt x="1542288" y="144780"/>
                </a:lnTo>
                <a:lnTo>
                  <a:pt x="1557528" y="135636"/>
                </a:lnTo>
                <a:lnTo>
                  <a:pt x="1528572" y="121920"/>
                </a:lnTo>
                <a:lnTo>
                  <a:pt x="1629156" y="121920"/>
                </a:lnTo>
                <a:lnTo>
                  <a:pt x="1629156" y="140208"/>
                </a:lnTo>
                <a:lnTo>
                  <a:pt x="1656588" y="126492"/>
                </a:lnTo>
                <a:lnTo>
                  <a:pt x="1656232" y="121920"/>
                </a:lnTo>
                <a:lnTo>
                  <a:pt x="1655457" y="111925"/>
                </a:lnTo>
                <a:lnTo>
                  <a:pt x="1655432" y="111252"/>
                </a:lnTo>
                <a:lnTo>
                  <a:pt x="1654492" y="93345"/>
                </a:lnTo>
                <a:lnTo>
                  <a:pt x="1654060" y="79248"/>
                </a:lnTo>
                <a:lnTo>
                  <a:pt x="1653794" y="70777"/>
                </a:lnTo>
                <a:lnTo>
                  <a:pt x="1653768" y="68580"/>
                </a:lnTo>
                <a:lnTo>
                  <a:pt x="1653540" y="44196"/>
                </a:lnTo>
                <a:lnTo>
                  <a:pt x="1665503" y="36576"/>
                </a:lnTo>
                <a:lnTo>
                  <a:pt x="1670304" y="33528"/>
                </a:lnTo>
                <a:lnTo>
                  <a:pt x="1660144" y="25908"/>
                </a:lnTo>
                <a:lnTo>
                  <a:pt x="1639824" y="10668"/>
                </a:lnTo>
                <a:lnTo>
                  <a:pt x="1629156" y="22529"/>
                </a:lnTo>
                <a:lnTo>
                  <a:pt x="1629156" y="36576"/>
                </a:lnTo>
                <a:lnTo>
                  <a:pt x="1629156" y="68580"/>
                </a:lnTo>
                <a:lnTo>
                  <a:pt x="1629156" y="79248"/>
                </a:lnTo>
                <a:lnTo>
                  <a:pt x="1629156" y="111252"/>
                </a:lnTo>
                <a:lnTo>
                  <a:pt x="1450848" y="111252"/>
                </a:lnTo>
                <a:lnTo>
                  <a:pt x="1450848" y="79248"/>
                </a:lnTo>
                <a:lnTo>
                  <a:pt x="1629156" y="79248"/>
                </a:lnTo>
                <a:lnTo>
                  <a:pt x="1629156" y="68580"/>
                </a:lnTo>
                <a:lnTo>
                  <a:pt x="1450848" y="68580"/>
                </a:lnTo>
                <a:lnTo>
                  <a:pt x="1450848" y="36576"/>
                </a:lnTo>
                <a:lnTo>
                  <a:pt x="1629156" y="36576"/>
                </a:lnTo>
                <a:lnTo>
                  <a:pt x="1629156" y="22529"/>
                </a:lnTo>
                <a:lnTo>
                  <a:pt x="1626108" y="25908"/>
                </a:lnTo>
                <a:lnTo>
                  <a:pt x="1452372" y="25908"/>
                </a:lnTo>
                <a:lnTo>
                  <a:pt x="1424940" y="10668"/>
                </a:lnTo>
                <a:lnTo>
                  <a:pt x="1425816" y="27533"/>
                </a:lnTo>
                <a:lnTo>
                  <a:pt x="1426273" y="43815"/>
                </a:lnTo>
                <a:lnTo>
                  <a:pt x="1426438" y="59537"/>
                </a:lnTo>
                <a:lnTo>
                  <a:pt x="1426387" y="79248"/>
                </a:lnTo>
                <a:lnTo>
                  <a:pt x="1426222" y="90995"/>
                </a:lnTo>
                <a:lnTo>
                  <a:pt x="1425702" y="108013"/>
                </a:lnTo>
                <a:lnTo>
                  <a:pt x="1425168" y="126492"/>
                </a:lnTo>
                <a:lnTo>
                  <a:pt x="1424940" y="144780"/>
                </a:lnTo>
                <a:lnTo>
                  <a:pt x="1450848" y="134112"/>
                </a:lnTo>
                <a:lnTo>
                  <a:pt x="1450848" y="121920"/>
                </a:lnTo>
                <a:lnTo>
                  <a:pt x="1516380" y="121920"/>
                </a:lnTo>
                <a:lnTo>
                  <a:pt x="1517256" y="133972"/>
                </a:lnTo>
                <a:lnTo>
                  <a:pt x="1517688" y="144780"/>
                </a:lnTo>
                <a:lnTo>
                  <a:pt x="1517878" y="155790"/>
                </a:lnTo>
                <a:lnTo>
                  <a:pt x="1517904" y="166116"/>
                </a:lnTo>
                <a:lnTo>
                  <a:pt x="1403604" y="166116"/>
                </a:lnTo>
                <a:lnTo>
                  <a:pt x="1417320" y="179832"/>
                </a:lnTo>
                <a:lnTo>
                  <a:pt x="1440180" y="176784"/>
                </a:lnTo>
                <a:lnTo>
                  <a:pt x="1517904" y="176784"/>
                </a:lnTo>
                <a:lnTo>
                  <a:pt x="1517904" y="213360"/>
                </a:lnTo>
                <a:lnTo>
                  <a:pt x="1344168" y="213360"/>
                </a:lnTo>
                <a:lnTo>
                  <a:pt x="1360932" y="228600"/>
                </a:lnTo>
                <a:lnTo>
                  <a:pt x="1370355" y="226364"/>
                </a:lnTo>
                <a:lnTo>
                  <a:pt x="1380363" y="224409"/>
                </a:lnTo>
                <a:lnTo>
                  <a:pt x="1390929" y="223037"/>
                </a:lnTo>
                <a:lnTo>
                  <a:pt x="1402080" y="222504"/>
                </a:lnTo>
                <a:lnTo>
                  <a:pt x="1554480" y="222504"/>
                </a:lnTo>
                <a:lnTo>
                  <a:pt x="1531353" y="236245"/>
                </a:lnTo>
                <a:lnTo>
                  <a:pt x="1510093" y="247840"/>
                </a:lnTo>
                <a:lnTo>
                  <a:pt x="1490827" y="257441"/>
                </a:lnTo>
                <a:lnTo>
                  <a:pt x="1473708" y="265176"/>
                </a:lnTo>
                <a:lnTo>
                  <a:pt x="1450848" y="252984"/>
                </a:lnTo>
                <a:lnTo>
                  <a:pt x="1452372" y="263652"/>
                </a:lnTo>
                <a:lnTo>
                  <a:pt x="1452372" y="274320"/>
                </a:lnTo>
                <a:lnTo>
                  <a:pt x="1428051" y="284607"/>
                </a:lnTo>
                <a:lnTo>
                  <a:pt x="1400746" y="294894"/>
                </a:lnTo>
                <a:lnTo>
                  <a:pt x="1370279" y="305181"/>
                </a:lnTo>
                <a:lnTo>
                  <a:pt x="1336548" y="315468"/>
                </a:lnTo>
                <a:lnTo>
                  <a:pt x="1338072" y="321564"/>
                </a:lnTo>
                <a:lnTo>
                  <a:pt x="1367497" y="315302"/>
                </a:lnTo>
                <a:lnTo>
                  <a:pt x="1396365" y="308038"/>
                </a:lnTo>
                <a:lnTo>
                  <a:pt x="1424647" y="299923"/>
                </a:lnTo>
                <a:lnTo>
                  <a:pt x="1452372" y="291084"/>
                </a:lnTo>
                <a:lnTo>
                  <a:pt x="1452308" y="326136"/>
                </a:lnTo>
                <a:lnTo>
                  <a:pt x="1452181" y="348996"/>
                </a:lnTo>
                <a:lnTo>
                  <a:pt x="1451724" y="378104"/>
                </a:lnTo>
                <a:lnTo>
                  <a:pt x="1450848" y="406908"/>
                </a:lnTo>
                <a:lnTo>
                  <a:pt x="1476756" y="393192"/>
                </a:lnTo>
                <a:lnTo>
                  <a:pt x="1476756" y="377952"/>
                </a:lnTo>
                <a:lnTo>
                  <a:pt x="1636776" y="377952"/>
                </a:lnTo>
                <a:lnTo>
                  <a:pt x="1636776" y="405384"/>
                </a:lnTo>
                <a:lnTo>
                  <a:pt x="1662684" y="391668"/>
                </a:lnTo>
                <a:lnTo>
                  <a:pt x="1661896" y="377952"/>
                </a:lnTo>
                <a:lnTo>
                  <a:pt x="1661795" y="376237"/>
                </a:lnTo>
                <a:lnTo>
                  <a:pt x="1661629" y="367284"/>
                </a:lnTo>
                <a:lnTo>
                  <a:pt x="1661350" y="352806"/>
                </a:lnTo>
                <a:lnTo>
                  <a:pt x="1661198" y="326136"/>
                </a:lnTo>
                <a:lnTo>
                  <a:pt x="1661172" y="315468"/>
                </a:lnTo>
                <a:lnTo>
                  <a:pt x="1661160" y="281940"/>
                </a:lnTo>
                <a:lnTo>
                  <a:pt x="1668995" y="275844"/>
                </a:lnTo>
                <a:lnTo>
                  <a:pt x="1674876" y="271272"/>
                </a:lnTo>
                <a:lnTo>
                  <a:pt x="1667471" y="265176"/>
                </a:lnTo>
                <a:lnTo>
                  <a:pt x="1648968" y="249936"/>
                </a:lnTo>
                <a:lnTo>
                  <a:pt x="1636776" y="262128"/>
                </a:lnTo>
                <a:lnTo>
                  <a:pt x="1636776" y="275844"/>
                </a:lnTo>
                <a:lnTo>
                  <a:pt x="1636776" y="315468"/>
                </a:lnTo>
                <a:lnTo>
                  <a:pt x="1636776" y="326136"/>
                </a:lnTo>
                <a:lnTo>
                  <a:pt x="1636776" y="367284"/>
                </a:lnTo>
                <a:lnTo>
                  <a:pt x="1476756" y="367284"/>
                </a:lnTo>
                <a:lnTo>
                  <a:pt x="1476756" y="326136"/>
                </a:lnTo>
                <a:lnTo>
                  <a:pt x="1636776" y="326136"/>
                </a:lnTo>
                <a:lnTo>
                  <a:pt x="1636776" y="315468"/>
                </a:lnTo>
                <a:lnTo>
                  <a:pt x="1476756" y="315468"/>
                </a:lnTo>
                <a:lnTo>
                  <a:pt x="1476756" y="291084"/>
                </a:lnTo>
                <a:lnTo>
                  <a:pt x="1476756" y="283464"/>
                </a:lnTo>
                <a:lnTo>
                  <a:pt x="1498092" y="275844"/>
                </a:lnTo>
                <a:lnTo>
                  <a:pt x="1636776" y="275844"/>
                </a:lnTo>
                <a:lnTo>
                  <a:pt x="1636776" y="262128"/>
                </a:lnTo>
                <a:lnTo>
                  <a:pt x="1633728" y="265176"/>
                </a:lnTo>
                <a:lnTo>
                  <a:pt x="1514856" y="265176"/>
                </a:lnTo>
                <a:lnTo>
                  <a:pt x="1537919" y="254012"/>
                </a:lnTo>
                <a:lnTo>
                  <a:pt x="1558861" y="243268"/>
                </a:lnTo>
                <a:lnTo>
                  <a:pt x="1577213" y="232816"/>
                </a:lnTo>
                <a:lnTo>
                  <a:pt x="1592580" y="222504"/>
                </a:lnTo>
                <a:lnTo>
                  <a:pt x="1738884" y="22250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" name="object 32"/>
          <p:cNvSpPr/>
          <p:nvPr/>
        </p:nvSpPr>
        <p:spPr>
          <a:xfrm>
            <a:off x="7444739" y="2903220"/>
            <a:ext cx="393700" cy="403860"/>
          </a:xfrm>
          <a:custGeom>
            <a:avLst/>
            <a:gdLst/>
            <a:ahLst/>
            <a:cxnLst/>
            <a:rect l="l" t="t" r="r" b="b"/>
            <a:pathLst>
              <a:path w="393700" h="403860">
                <a:moveTo>
                  <a:pt x="86868" y="73152"/>
                </a:moveTo>
                <a:lnTo>
                  <a:pt x="62484" y="73152"/>
                </a:lnTo>
                <a:lnTo>
                  <a:pt x="62465" y="56578"/>
                </a:lnTo>
                <a:lnTo>
                  <a:pt x="62343" y="38862"/>
                </a:lnTo>
                <a:lnTo>
                  <a:pt x="62224" y="30480"/>
                </a:lnTo>
                <a:lnTo>
                  <a:pt x="61868" y="16764"/>
                </a:lnTo>
                <a:lnTo>
                  <a:pt x="61814" y="15240"/>
                </a:lnTo>
                <a:lnTo>
                  <a:pt x="60960" y="0"/>
                </a:lnTo>
                <a:lnTo>
                  <a:pt x="100584" y="22860"/>
                </a:lnTo>
                <a:lnTo>
                  <a:pt x="86868" y="33528"/>
                </a:lnTo>
                <a:lnTo>
                  <a:pt x="86868" y="73152"/>
                </a:lnTo>
                <a:close/>
              </a:path>
              <a:path w="393700" h="403860">
                <a:moveTo>
                  <a:pt x="182880" y="73152"/>
                </a:moveTo>
                <a:lnTo>
                  <a:pt x="158496" y="73152"/>
                </a:lnTo>
                <a:lnTo>
                  <a:pt x="158441" y="53340"/>
                </a:lnTo>
                <a:lnTo>
                  <a:pt x="158341" y="42672"/>
                </a:lnTo>
                <a:lnTo>
                  <a:pt x="158250" y="36576"/>
                </a:lnTo>
                <a:lnTo>
                  <a:pt x="157853" y="20002"/>
                </a:lnTo>
                <a:lnTo>
                  <a:pt x="156972" y="0"/>
                </a:lnTo>
                <a:lnTo>
                  <a:pt x="196596" y="21336"/>
                </a:lnTo>
                <a:lnTo>
                  <a:pt x="182880" y="30480"/>
                </a:lnTo>
                <a:lnTo>
                  <a:pt x="182880" y="73152"/>
                </a:lnTo>
                <a:close/>
              </a:path>
              <a:path w="393700" h="403860">
                <a:moveTo>
                  <a:pt x="389273" y="33528"/>
                </a:moveTo>
                <a:lnTo>
                  <a:pt x="353568" y="33528"/>
                </a:lnTo>
                <a:lnTo>
                  <a:pt x="365760" y="15240"/>
                </a:lnTo>
                <a:lnTo>
                  <a:pt x="389273" y="33528"/>
                </a:lnTo>
                <a:close/>
              </a:path>
              <a:path w="393700" h="403860">
                <a:moveTo>
                  <a:pt x="166116" y="403859"/>
                </a:moveTo>
                <a:lnTo>
                  <a:pt x="161544" y="397764"/>
                </a:lnTo>
                <a:lnTo>
                  <a:pt x="175807" y="385786"/>
                </a:lnTo>
                <a:lnTo>
                  <a:pt x="188785" y="372808"/>
                </a:lnTo>
                <a:lnTo>
                  <a:pt x="219741" y="329898"/>
                </a:lnTo>
                <a:lnTo>
                  <a:pt x="237744" y="278892"/>
                </a:lnTo>
                <a:lnTo>
                  <a:pt x="244602" y="227457"/>
                </a:lnTo>
                <a:lnTo>
                  <a:pt x="246699" y="164544"/>
                </a:lnTo>
                <a:lnTo>
                  <a:pt x="246761" y="86868"/>
                </a:lnTo>
                <a:lnTo>
                  <a:pt x="246697" y="72961"/>
                </a:lnTo>
                <a:lnTo>
                  <a:pt x="246251" y="42672"/>
                </a:lnTo>
                <a:lnTo>
                  <a:pt x="245363" y="16764"/>
                </a:lnTo>
                <a:lnTo>
                  <a:pt x="271272" y="33528"/>
                </a:lnTo>
                <a:lnTo>
                  <a:pt x="389273" y="33528"/>
                </a:lnTo>
                <a:lnTo>
                  <a:pt x="393192" y="36576"/>
                </a:lnTo>
                <a:lnTo>
                  <a:pt x="387096" y="42672"/>
                </a:lnTo>
                <a:lnTo>
                  <a:pt x="271272" y="42672"/>
                </a:lnTo>
                <a:lnTo>
                  <a:pt x="271272" y="129540"/>
                </a:lnTo>
                <a:lnTo>
                  <a:pt x="381000" y="129540"/>
                </a:lnTo>
                <a:lnTo>
                  <a:pt x="381000" y="140208"/>
                </a:lnTo>
                <a:lnTo>
                  <a:pt x="271272" y="140208"/>
                </a:lnTo>
                <a:lnTo>
                  <a:pt x="271248" y="164544"/>
                </a:lnTo>
                <a:lnTo>
                  <a:pt x="271081" y="187452"/>
                </a:lnTo>
                <a:lnTo>
                  <a:pt x="270629" y="209216"/>
                </a:lnTo>
                <a:lnTo>
                  <a:pt x="269748" y="230124"/>
                </a:lnTo>
                <a:lnTo>
                  <a:pt x="381000" y="230124"/>
                </a:lnTo>
                <a:lnTo>
                  <a:pt x="381000" y="239268"/>
                </a:lnTo>
                <a:lnTo>
                  <a:pt x="269748" y="239268"/>
                </a:lnTo>
                <a:lnTo>
                  <a:pt x="266676" y="268676"/>
                </a:lnTo>
                <a:lnTo>
                  <a:pt x="250245" y="318349"/>
                </a:lnTo>
                <a:lnTo>
                  <a:pt x="222265" y="356925"/>
                </a:lnTo>
                <a:lnTo>
                  <a:pt x="186737" y="389548"/>
                </a:lnTo>
                <a:lnTo>
                  <a:pt x="166116" y="403859"/>
                </a:lnTo>
                <a:close/>
              </a:path>
              <a:path w="393700" h="403860">
                <a:moveTo>
                  <a:pt x="381000" y="129540"/>
                </a:moveTo>
                <a:lnTo>
                  <a:pt x="356616" y="129540"/>
                </a:lnTo>
                <a:lnTo>
                  <a:pt x="356616" y="42672"/>
                </a:lnTo>
                <a:lnTo>
                  <a:pt x="387096" y="42672"/>
                </a:lnTo>
                <a:lnTo>
                  <a:pt x="381000" y="48768"/>
                </a:lnTo>
                <a:lnTo>
                  <a:pt x="381000" y="129540"/>
                </a:lnTo>
                <a:close/>
              </a:path>
              <a:path w="393700" h="403860">
                <a:moveTo>
                  <a:pt x="22860" y="86868"/>
                </a:moveTo>
                <a:lnTo>
                  <a:pt x="9144" y="73152"/>
                </a:lnTo>
                <a:lnTo>
                  <a:pt x="187452" y="73152"/>
                </a:lnTo>
                <a:lnTo>
                  <a:pt x="207264" y="53340"/>
                </a:lnTo>
                <a:lnTo>
                  <a:pt x="236220" y="83820"/>
                </a:lnTo>
                <a:lnTo>
                  <a:pt x="47244" y="83820"/>
                </a:lnTo>
                <a:lnTo>
                  <a:pt x="22860" y="86868"/>
                </a:lnTo>
                <a:close/>
              </a:path>
              <a:path w="393700" h="403860">
                <a:moveTo>
                  <a:pt x="86868" y="256032"/>
                </a:moveTo>
                <a:lnTo>
                  <a:pt x="62484" y="256032"/>
                </a:lnTo>
                <a:lnTo>
                  <a:pt x="62484" y="83820"/>
                </a:lnTo>
                <a:lnTo>
                  <a:pt x="86868" y="83820"/>
                </a:lnTo>
                <a:lnTo>
                  <a:pt x="86868" y="128016"/>
                </a:lnTo>
                <a:lnTo>
                  <a:pt x="182880" y="128016"/>
                </a:lnTo>
                <a:lnTo>
                  <a:pt x="182880" y="138684"/>
                </a:lnTo>
                <a:lnTo>
                  <a:pt x="86868" y="138684"/>
                </a:lnTo>
                <a:lnTo>
                  <a:pt x="86868" y="190500"/>
                </a:lnTo>
                <a:lnTo>
                  <a:pt x="182880" y="190500"/>
                </a:lnTo>
                <a:lnTo>
                  <a:pt x="182880" y="201168"/>
                </a:lnTo>
                <a:lnTo>
                  <a:pt x="86868" y="201168"/>
                </a:lnTo>
                <a:lnTo>
                  <a:pt x="86868" y="256032"/>
                </a:lnTo>
                <a:close/>
              </a:path>
              <a:path w="393700" h="403860">
                <a:moveTo>
                  <a:pt x="182880" y="128016"/>
                </a:moveTo>
                <a:lnTo>
                  <a:pt x="158496" y="128016"/>
                </a:lnTo>
                <a:lnTo>
                  <a:pt x="158496" y="83820"/>
                </a:lnTo>
                <a:lnTo>
                  <a:pt x="182880" y="83820"/>
                </a:lnTo>
                <a:lnTo>
                  <a:pt x="182880" y="128016"/>
                </a:lnTo>
                <a:close/>
              </a:path>
              <a:path w="393700" h="403860">
                <a:moveTo>
                  <a:pt x="182880" y="190500"/>
                </a:moveTo>
                <a:lnTo>
                  <a:pt x="158496" y="190500"/>
                </a:lnTo>
                <a:lnTo>
                  <a:pt x="158496" y="138684"/>
                </a:lnTo>
                <a:lnTo>
                  <a:pt x="182880" y="138684"/>
                </a:lnTo>
                <a:lnTo>
                  <a:pt x="182880" y="190500"/>
                </a:lnTo>
                <a:close/>
              </a:path>
              <a:path w="393700" h="403860">
                <a:moveTo>
                  <a:pt x="381000" y="230124"/>
                </a:moveTo>
                <a:lnTo>
                  <a:pt x="356616" y="230124"/>
                </a:lnTo>
                <a:lnTo>
                  <a:pt x="356616" y="140208"/>
                </a:lnTo>
                <a:lnTo>
                  <a:pt x="381000" y="140208"/>
                </a:lnTo>
                <a:lnTo>
                  <a:pt x="381000" y="230124"/>
                </a:lnTo>
                <a:close/>
              </a:path>
              <a:path w="393700" h="403860">
                <a:moveTo>
                  <a:pt x="182880" y="256032"/>
                </a:moveTo>
                <a:lnTo>
                  <a:pt x="158496" y="256032"/>
                </a:lnTo>
                <a:lnTo>
                  <a:pt x="158496" y="201168"/>
                </a:lnTo>
                <a:lnTo>
                  <a:pt x="182880" y="201168"/>
                </a:lnTo>
                <a:lnTo>
                  <a:pt x="182880" y="256032"/>
                </a:lnTo>
                <a:close/>
              </a:path>
              <a:path w="393700" h="403860">
                <a:moveTo>
                  <a:pt x="19812" y="269748"/>
                </a:moveTo>
                <a:lnTo>
                  <a:pt x="6096" y="256032"/>
                </a:lnTo>
                <a:lnTo>
                  <a:pt x="184404" y="256032"/>
                </a:lnTo>
                <a:lnTo>
                  <a:pt x="204216" y="236220"/>
                </a:lnTo>
                <a:lnTo>
                  <a:pt x="233172" y="266700"/>
                </a:lnTo>
                <a:lnTo>
                  <a:pt x="44196" y="266700"/>
                </a:lnTo>
                <a:lnTo>
                  <a:pt x="19812" y="269748"/>
                </a:lnTo>
                <a:close/>
              </a:path>
              <a:path w="393700" h="403860">
                <a:moveTo>
                  <a:pt x="379934" y="362712"/>
                </a:moveTo>
                <a:lnTo>
                  <a:pt x="352044" y="362712"/>
                </a:lnTo>
                <a:lnTo>
                  <a:pt x="356616" y="356616"/>
                </a:lnTo>
                <a:lnTo>
                  <a:pt x="356616" y="239268"/>
                </a:lnTo>
                <a:lnTo>
                  <a:pt x="381000" y="239268"/>
                </a:lnTo>
                <a:lnTo>
                  <a:pt x="381000" y="350520"/>
                </a:lnTo>
                <a:lnTo>
                  <a:pt x="379934" y="362712"/>
                </a:lnTo>
                <a:close/>
              </a:path>
              <a:path w="393700" h="403860">
                <a:moveTo>
                  <a:pt x="3048" y="393192"/>
                </a:moveTo>
                <a:lnTo>
                  <a:pt x="0" y="387096"/>
                </a:lnTo>
                <a:lnTo>
                  <a:pt x="13192" y="375142"/>
                </a:lnTo>
                <a:lnTo>
                  <a:pt x="25527" y="362331"/>
                </a:lnTo>
                <a:lnTo>
                  <a:pt x="58769" y="321016"/>
                </a:lnTo>
                <a:lnTo>
                  <a:pt x="85344" y="272796"/>
                </a:lnTo>
                <a:lnTo>
                  <a:pt x="117348" y="300227"/>
                </a:lnTo>
                <a:lnTo>
                  <a:pt x="100584" y="306324"/>
                </a:lnTo>
                <a:lnTo>
                  <a:pt x="77414" y="332327"/>
                </a:lnTo>
                <a:lnTo>
                  <a:pt x="53530" y="355473"/>
                </a:lnTo>
                <a:lnTo>
                  <a:pt x="28789" y="375761"/>
                </a:lnTo>
                <a:lnTo>
                  <a:pt x="3048" y="393192"/>
                </a:lnTo>
                <a:close/>
              </a:path>
              <a:path w="393700" h="403860">
                <a:moveTo>
                  <a:pt x="187452" y="353568"/>
                </a:moveTo>
                <a:lnTo>
                  <a:pt x="181356" y="353568"/>
                </a:lnTo>
                <a:lnTo>
                  <a:pt x="178287" y="348948"/>
                </a:lnTo>
                <a:lnTo>
                  <a:pt x="173736" y="338328"/>
                </a:lnTo>
                <a:lnTo>
                  <a:pt x="168259" y="326969"/>
                </a:lnTo>
                <a:lnTo>
                  <a:pt x="160782" y="313753"/>
                </a:lnTo>
                <a:lnTo>
                  <a:pt x="151018" y="299108"/>
                </a:lnTo>
                <a:lnTo>
                  <a:pt x="138684" y="283463"/>
                </a:lnTo>
                <a:lnTo>
                  <a:pt x="143256" y="280415"/>
                </a:lnTo>
                <a:lnTo>
                  <a:pt x="186332" y="305490"/>
                </a:lnTo>
                <a:lnTo>
                  <a:pt x="198120" y="321564"/>
                </a:lnTo>
                <a:lnTo>
                  <a:pt x="198096" y="332327"/>
                </a:lnTo>
                <a:lnTo>
                  <a:pt x="196596" y="338328"/>
                </a:lnTo>
                <a:lnTo>
                  <a:pt x="190500" y="350520"/>
                </a:lnTo>
                <a:lnTo>
                  <a:pt x="187452" y="353568"/>
                </a:lnTo>
                <a:close/>
              </a:path>
              <a:path w="393700" h="403860">
                <a:moveTo>
                  <a:pt x="342900" y="399288"/>
                </a:moveTo>
                <a:lnTo>
                  <a:pt x="339780" y="389286"/>
                </a:lnTo>
                <a:lnTo>
                  <a:pt x="330517" y="379857"/>
                </a:lnTo>
                <a:lnTo>
                  <a:pt x="315253" y="370998"/>
                </a:lnTo>
                <a:lnTo>
                  <a:pt x="294132" y="362712"/>
                </a:lnTo>
                <a:lnTo>
                  <a:pt x="294132" y="356616"/>
                </a:lnTo>
                <a:lnTo>
                  <a:pt x="309229" y="358640"/>
                </a:lnTo>
                <a:lnTo>
                  <a:pt x="333136" y="361545"/>
                </a:lnTo>
                <a:lnTo>
                  <a:pt x="341376" y="362712"/>
                </a:lnTo>
                <a:lnTo>
                  <a:pt x="379934" y="362712"/>
                </a:lnTo>
                <a:lnTo>
                  <a:pt x="379547" y="367141"/>
                </a:lnTo>
                <a:lnTo>
                  <a:pt x="372808" y="380619"/>
                </a:lnTo>
                <a:lnTo>
                  <a:pt x="360640" y="391239"/>
                </a:lnTo>
                <a:lnTo>
                  <a:pt x="342900" y="39928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" name="object 33"/>
          <p:cNvSpPr/>
          <p:nvPr/>
        </p:nvSpPr>
        <p:spPr>
          <a:xfrm>
            <a:off x="7895843" y="2895600"/>
            <a:ext cx="394970" cy="411480"/>
          </a:xfrm>
          <a:custGeom>
            <a:avLst/>
            <a:gdLst/>
            <a:ahLst/>
            <a:cxnLst/>
            <a:rect l="l" t="t" r="r" b="b"/>
            <a:pathLst>
              <a:path w="394970" h="411479">
                <a:moveTo>
                  <a:pt x="207264" y="79248"/>
                </a:moveTo>
                <a:lnTo>
                  <a:pt x="199644" y="79248"/>
                </a:lnTo>
                <a:lnTo>
                  <a:pt x="196596" y="73152"/>
                </a:lnTo>
                <a:lnTo>
                  <a:pt x="195072" y="60960"/>
                </a:lnTo>
                <a:lnTo>
                  <a:pt x="190500" y="47863"/>
                </a:lnTo>
                <a:lnTo>
                  <a:pt x="183642" y="33909"/>
                </a:lnTo>
                <a:lnTo>
                  <a:pt x="174498" y="19383"/>
                </a:lnTo>
                <a:lnTo>
                  <a:pt x="163068" y="4572"/>
                </a:lnTo>
                <a:lnTo>
                  <a:pt x="167640" y="0"/>
                </a:lnTo>
                <a:lnTo>
                  <a:pt x="202572" y="18645"/>
                </a:lnTo>
                <a:lnTo>
                  <a:pt x="224028" y="47244"/>
                </a:lnTo>
                <a:lnTo>
                  <a:pt x="224028" y="54864"/>
                </a:lnTo>
                <a:lnTo>
                  <a:pt x="220980" y="60960"/>
                </a:lnTo>
                <a:lnTo>
                  <a:pt x="216408" y="68580"/>
                </a:lnTo>
                <a:lnTo>
                  <a:pt x="210312" y="74676"/>
                </a:lnTo>
                <a:lnTo>
                  <a:pt x="207264" y="79248"/>
                </a:lnTo>
                <a:close/>
              </a:path>
              <a:path w="394970" h="411479">
                <a:moveTo>
                  <a:pt x="25908" y="152400"/>
                </a:moveTo>
                <a:lnTo>
                  <a:pt x="15240" y="150876"/>
                </a:lnTo>
                <a:lnTo>
                  <a:pt x="10668" y="147828"/>
                </a:lnTo>
                <a:lnTo>
                  <a:pt x="10668" y="140208"/>
                </a:lnTo>
                <a:lnTo>
                  <a:pt x="13716" y="134112"/>
                </a:lnTo>
                <a:lnTo>
                  <a:pt x="19812" y="126492"/>
                </a:lnTo>
                <a:lnTo>
                  <a:pt x="28979" y="113061"/>
                </a:lnTo>
                <a:lnTo>
                  <a:pt x="36004" y="97917"/>
                </a:lnTo>
                <a:lnTo>
                  <a:pt x="41028" y="81057"/>
                </a:lnTo>
                <a:lnTo>
                  <a:pt x="44196" y="62484"/>
                </a:lnTo>
                <a:lnTo>
                  <a:pt x="51816" y="62484"/>
                </a:lnTo>
                <a:lnTo>
                  <a:pt x="53340" y="83820"/>
                </a:lnTo>
                <a:lnTo>
                  <a:pt x="375757" y="83820"/>
                </a:lnTo>
                <a:lnTo>
                  <a:pt x="385145" y="94488"/>
                </a:lnTo>
                <a:lnTo>
                  <a:pt x="53340" y="94488"/>
                </a:lnTo>
                <a:lnTo>
                  <a:pt x="54792" y="107584"/>
                </a:lnTo>
                <a:lnTo>
                  <a:pt x="54673" y="119253"/>
                </a:lnTo>
                <a:lnTo>
                  <a:pt x="34218" y="151518"/>
                </a:lnTo>
                <a:lnTo>
                  <a:pt x="25908" y="152400"/>
                </a:lnTo>
                <a:close/>
              </a:path>
              <a:path w="394970" h="411479">
                <a:moveTo>
                  <a:pt x="375757" y="83820"/>
                </a:moveTo>
                <a:lnTo>
                  <a:pt x="339852" y="83820"/>
                </a:lnTo>
                <a:lnTo>
                  <a:pt x="359664" y="65532"/>
                </a:lnTo>
                <a:lnTo>
                  <a:pt x="375757" y="83820"/>
                </a:lnTo>
                <a:close/>
              </a:path>
              <a:path w="394970" h="411479">
                <a:moveTo>
                  <a:pt x="323088" y="146304"/>
                </a:moveTo>
                <a:lnTo>
                  <a:pt x="318516" y="143256"/>
                </a:lnTo>
                <a:lnTo>
                  <a:pt x="344424" y="94488"/>
                </a:lnTo>
                <a:lnTo>
                  <a:pt x="385145" y="94488"/>
                </a:lnTo>
                <a:lnTo>
                  <a:pt x="393192" y="103632"/>
                </a:lnTo>
                <a:lnTo>
                  <a:pt x="377737" y="105370"/>
                </a:lnTo>
                <a:lnTo>
                  <a:pt x="360997" y="112966"/>
                </a:lnTo>
                <a:lnTo>
                  <a:pt x="342828" y="126563"/>
                </a:lnTo>
                <a:lnTo>
                  <a:pt x="323088" y="146304"/>
                </a:lnTo>
                <a:close/>
              </a:path>
              <a:path w="394970" h="411479">
                <a:moveTo>
                  <a:pt x="224028" y="265176"/>
                </a:moveTo>
                <a:lnTo>
                  <a:pt x="196596" y="265176"/>
                </a:lnTo>
                <a:lnTo>
                  <a:pt x="199763" y="247697"/>
                </a:lnTo>
                <a:lnTo>
                  <a:pt x="202522" y="229195"/>
                </a:lnTo>
                <a:lnTo>
                  <a:pt x="207264" y="188976"/>
                </a:lnTo>
                <a:lnTo>
                  <a:pt x="209386" y="146304"/>
                </a:lnTo>
                <a:lnTo>
                  <a:pt x="210312" y="109728"/>
                </a:lnTo>
                <a:lnTo>
                  <a:pt x="252984" y="131064"/>
                </a:lnTo>
                <a:lnTo>
                  <a:pt x="239268" y="143256"/>
                </a:lnTo>
                <a:lnTo>
                  <a:pt x="235815" y="174950"/>
                </a:lnTo>
                <a:lnTo>
                  <a:pt x="232219" y="205930"/>
                </a:lnTo>
                <a:lnTo>
                  <a:pt x="228313" y="236220"/>
                </a:lnTo>
                <a:lnTo>
                  <a:pt x="224028" y="265176"/>
                </a:lnTo>
                <a:close/>
              </a:path>
              <a:path w="394970" h="411479">
                <a:moveTo>
                  <a:pt x="156972" y="190500"/>
                </a:moveTo>
                <a:lnTo>
                  <a:pt x="150876" y="190500"/>
                </a:lnTo>
                <a:lnTo>
                  <a:pt x="146304" y="184404"/>
                </a:lnTo>
                <a:lnTo>
                  <a:pt x="141732" y="172212"/>
                </a:lnTo>
                <a:lnTo>
                  <a:pt x="135135" y="159400"/>
                </a:lnTo>
                <a:lnTo>
                  <a:pt x="126682" y="146304"/>
                </a:lnTo>
                <a:lnTo>
                  <a:pt x="116228" y="133207"/>
                </a:lnTo>
                <a:lnTo>
                  <a:pt x="103632" y="120396"/>
                </a:lnTo>
                <a:lnTo>
                  <a:pt x="106680" y="115824"/>
                </a:lnTo>
                <a:lnTo>
                  <a:pt x="153185" y="135969"/>
                </a:lnTo>
                <a:lnTo>
                  <a:pt x="167640" y="153924"/>
                </a:lnTo>
                <a:lnTo>
                  <a:pt x="167640" y="166116"/>
                </a:lnTo>
                <a:lnTo>
                  <a:pt x="166116" y="172212"/>
                </a:lnTo>
                <a:lnTo>
                  <a:pt x="163068" y="179832"/>
                </a:lnTo>
                <a:lnTo>
                  <a:pt x="160020" y="185928"/>
                </a:lnTo>
                <a:lnTo>
                  <a:pt x="156972" y="190500"/>
                </a:lnTo>
                <a:close/>
              </a:path>
              <a:path w="394970" h="411479">
                <a:moveTo>
                  <a:pt x="114300" y="259080"/>
                </a:moveTo>
                <a:lnTo>
                  <a:pt x="109728" y="259080"/>
                </a:lnTo>
                <a:lnTo>
                  <a:pt x="105156" y="254508"/>
                </a:lnTo>
                <a:lnTo>
                  <a:pt x="100584" y="242316"/>
                </a:lnTo>
                <a:lnTo>
                  <a:pt x="93464" y="229195"/>
                </a:lnTo>
                <a:lnTo>
                  <a:pt x="83629" y="215074"/>
                </a:lnTo>
                <a:lnTo>
                  <a:pt x="71223" y="200096"/>
                </a:lnTo>
                <a:lnTo>
                  <a:pt x="56388" y="184404"/>
                </a:lnTo>
                <a:lnTo>
                  <a:pt x="60960" y="179832"/>
                </a:lnTo>
                <a:lnTo>
                  <a:pt x="98869" y="196786"/>
                </a:lnTo>
                <a:lnTo>
                  <a:pt x="126492" y="224028"/>
                </a:lnTo>
                <a:lnTo>
                  <a:pt x="126492" y="236220"/>
                </a:lnTo>
                <a:lnTo>
                  <a:pt x="124968" y="242316"/>
                </a:lnTo>
                <a:lnTo>
                  <a:pt x="121920" y="249936"/>
                </a:lnTo>
                <a:lnTo>
                  <a:pt x="117348" y="256032"/>
                </a:lnTo>
                <a:lnTo>
                  <a:pt x="114300" y="259080"/>
                </a:lnTo>
                <a:close/>
              </a:path>
              <a:path w="394970" h="411479">
                <a:moveTo>
                  <a:pt x="15240" y="280416"/>
                </a:moveTo>
                <a:lnTo>
                  <a:pt x="0" y="265176"/>
                </a:lnTo>
                <a:lnTo>
                  <a:pt x="332232" y="265176"/>
                </a:lnTo>
                <a:lnTo>
                  <a:pt x="358140" y="239268"/>
                </a:lnTo>
                <a:lnTo>
                  <a:pt x="394716" y="275843"/>
                </a:lnTo>
                <a:lnTo>
                  <a:pt x="56388" y="275843"/>
                </a:lnTo>
                <a:lnTo>
                  <a:pt x="45886" y="276129"/>
                </a:lnTo>
                <a:lnTo>
                  <a:pt x="35242" y="276987"/>
                </a:lnTo>
                <a:lnTo>
                  <a:pt x="24884" y="278415"/>
                </a:lnTo>
                <a:lnTo>
                  <a:pt x="15240" y="280416"/>
                </a:lnTo>
                <a:close/>
              </a:path>
              <a:path w="394970" h="411479">
                <a:moveTo>
                  <a:pt x="1524" y="411480"/>
                </a:moveTo>
                <a:lnTo>
                  <a:pt x="1524" y="403860"/>
                </a:lnTo>
                <a:lnTo>
                  <a:pt x="36671" y="396120"/>
                </a:lnTo>
                <a:lnTo>
                  <a:pt x="68961" y="386524"/>
                </a:lnTo>
                <a:lnTo>
                  <a:pt x="124968" y="361188"/>
                </a:lnTo>
                <a:lnTo>
                  <a:pt x="167449" y="324802"/>
                </a:lnTo>
                <a:lnTo>
                  <a:pt x="195072" y="275843"/>
                </a:lnTo>
                <a:lnTo>
                  <a:pt x="220980" y="275843"/>
                </a:lnTo>
                <a:lnTo>
                  <a:pt x="217812" y="283559"/>
                </a:lnTo>
                <a:lnTo>
                  <a:pt x="215074" y="290703"/>
                </a:lnTo>
                <a:lnTo>
                  <a:pt x="212621" y="297275"/>
                </a:lnTo>
                <a:lnTo>
                  <a:pt x="210312" y="303276"/>
                </a:lnTo>
                <a:lnTo>
                  <a:pt x="239939" y="312419"/>
                </a:lnTo>
                <a:lnTo>
                  <a:pt x="207264" y="312419"/>
                </a:lnTo>
                <a:lnTo>
                  <a:pt x="193214" y="332732"/>
                </a:lnTo>
                <a:lnTo>
                  <a:pt x="155400" y="365355"/>
                </a:lnTo>
                <a:lnTo>
                  <a:pt x="104179" y="388548"/>
                </a:lnTo>
                <a:lnTo>
                  <a:pt x="39552" y="405169"/>
                </a:lnTo>
                <a:lnTo>
                  <a:pt x="1524" y="411480"/>
                </a:lnTo>
                <a:close/>
              </a:path>
              <a:path w="394970" h="411479">
                <a:moveTo>
                  <a:pt x="352044" y="405384"/>
                </a:moveTo>
                <a:lnTo>
                  <a:pt x="347472" y="405384"/>
                </a:lnTo>
                <a:lnTo>
                  <a:pt x="343471" y="404264"/>
                </a:lnTo>
                <a:lnTo>
                  <a:pt x="338328" y="401002"/>
                </a:lnTo>
                <a:lnTo>
                  <a:pt x="332041" y="395739"/>
                </a:lnTo>
                <a:lnTo>
                  <a:pt x="324533" y="388548"/>
                </a:lnTo>
                <a:lnTo>
                  <a:pt x="305419" y="371141"/>
                </a:lnTo>
                <a:lnTo>
                  <a:pt x="279534" y="352734"/>
                </a:lnTo>
                <a:lnTo>
                  <a:pt x="247030" y="333327"/>
                </a:lnTo>
                <a:lnTo>
                  <a:pt x="207264" y="312419"/>
                </a:lnTo>
                <a:lnTo>
                  <a:pt x="239939" y="312419"/>
                </a:lnTo>
                <a:lnTo>
                  <a:pt x="281368" y="326136"/>
                </a:lnTo>
                <a:lnTo>
                  <a:pt x="326136" y="344424"/>
                </a:lnTo>
                <a:lnTo>
                  <a:pt x="353996" y="371641"/>
                </a:lnTo>
                <a:lnTo>
                  <a:pt x="355092" y="382524"/>
                </a:lnTo>
                <a:lnTo>
                  <a:pt x="355092" y="397764"/>
                </a:lnTo>
                <a:lnTo>
                  <a:pt x="352044" y="40538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" name="object 34"/>
          <p:cNvSpPr/>
          <p:nvPr/>
        </p:nvSpPr>
        <p:spPr>
          <a:xfrm>
            <a:off x="8362188" y="2929127"/>
            <a:ext cx="335280" cy="365760"/>
          </a:xfrm>
          <a:custGeom>
            <a:avLst/>
            <a:gdLst/>
            <a:ahLst/>
            <a:cxnLst/>
            <a:rect l="l" t="t" r="r" b="b"/>
            <a:pathLst>
              <a:path w="335279" h="365760">
                <a:moveTo>
                  <a:pt x="28956" y="35052"/>
                </a:moveTo>
                <a:lnTo>
                  <a:pt x="13716" y="19812"/>
                </a:lnTo>
                <a:lnTo>
                  <a:pt x="289560" y="19812"/>
                </a:lnTo>
                <a:lnTo>
                  <a:pt x="304800" y="0"/>
                </a:lnTo>
                <a:lnTo>
                  <a:pt x="335280" y="22860"/>
                </a:lnTo>
                <a:lnTo>
                  <a:pt x="327660" y="28955"/>
                </a:lnTo>
                <a:lnTo>
                  <a:pt x="70104" y="28955"/>
                </a:lnTo>
                <a:lnTo>
                  <a:pt x="59602" y="29479"/>
                </a:lnTo>
                <a:lnTo>
                  <a:pt x="48958" y="30860"/>
                </a:lnTo>
                <a:lnTo>
                  <a:pt x="38600" y="32813"/>
                </a:lnTo>
                <a:lnTo>
                  <a:pt x="28956" y="35052"/>
                </a:lnTo>
                <a:close/>
              </a:path>
              <a:path w="335279" h="365760">
                <a:moveTo>
                  <a:pt x="309567" y="318801"/>
                </a:moveTo>
                <a:lnTo>
                  <a:pt x="251983" y="318801"/>
                </a:lnTo>
                <a:lnTo>
                  <a:pt x="265176" y="318516"/>
                </a:lnTo>
                <a:lnTo>
                  <a:pt x="274296" y="316801"/>
                </a:lnTo>
                <a:lnTo>
                  <a:pt x="280987" y="311658"/>
                </a:lnTo>
                <a:lnTo>
                  <a:pt x="285107" y="303085"/>
                </a:lnTo>
                <a:lnTo>
                  <a:pt x="286512" y="291084"/>
                </a:lnTo>
                <a:lnTo>
                  <a:pt x="292608" y="28955"/>
                </a:lnTo>
                <a:lnTo>
                  <a:pt x="327660" y="28955"/>
                </a:lnTo>
                <a:lnTo>
                  <a:pt x="320040" y="35052"/>
                </a:lnTo>
                <a:lnTo>
                  <a:pt x="312420" y="297180"/>
                </a:lnTo>
                <a:lnTo>
                  <a:pt x="309567" y="318801"/>
                </a:lnTo>
                <a:close/>
              </a:path>
              <a:path w="335279" h="365760">
                <a:moveTo>
                  <a:pt x="164592" y="158496"/>
                </a:moveTo>
                <a:lnTo>
                  <a:pt x="158496" y="158496"/>
                </a:lnTo>
                <a:lnTo>
                  <a:pt x="152400" y="152400"/>
                </a:lnTo>
                <a:lnTo>
                  <a:pt x="147828" y="140208"/>
                </a:lnTo>
                <a:lnTo>
                  <a:pt x="137874" y="125658"/>
                </a:lnTo>
                <a:lnTo>
                  <a:pt x="124206" y="109537"/>
                </a:lnTo>
                <a:lnTo>
                  <a:pt x="107108" y="91987"/>
                </a:lnTo>
                <a:lnTo>
                  <a:pt x="86868" y="73152"/>
                </a:lnTo>
                <a:lnTo>
                  <a:pt x="89916" y="68579"/>
                </a:lnTo>
                <a:lnTo>
                  <a:pt x="142303" y="91630"/>
                </a:lnTo>
                <a:lnTo>
                  <a:pt x="173736" y="114300"/>
                </a:lnTo>
                <a:lnTo>
                  <a:pt x="176784" y="121920"/>
                </a:lnTo>
                <a:lnTo>
                  <a:pt x="176784" y="135636"/>
                </a:lnTo>
                <a:lnTo>
                  <a:pt x="175260" y="141732"/>
                </a:lnTo>
                <a:lnTo>
                  <a:pt x="172212" y="149352"/>
                </a:lnTo>
                <a:lnTo>
                  <a:pt x="167640" y="155448"/>
                </a:lnTo>
                <a:lnTo>
                  <a:pt x="164592" y="158496"/>
                </a:lnTo>
                <a:close/>
              </a:path>
              <a:path w="335279" h="365760">
                <a:moveTo>
                  <a:pt x="30480" y="310896"/>
                </a:moveTo>
                <a:lnTo>
                  <a:pt x="0" y="271272"/>
                </a:lnTo>
                <a:lnTo>
                  <a:pt x="25042" y="265066"/>
                </a:lnTo>
                <a:lnTo>
                  <a:pt x="63544" y="251984"/>
                </a:lnTo>
                <a:lnTo>
                  <a:pt x="115433" y="232099"/>
                </a:lnTo>
                <a:lnTo>
                  <a:pt x="180636" y="205483"/>
                </a:lnTo>
                <a:lnTo>
                  <a:pt x="259080" y="172212"/>
                </a:lnTo>
                <a:lnTo>
                  <a:pt x="262128" y="179832"/>
                </a:lnTo>
                <a:lnTo>
                  <a:pt x="182002" y="219504"/>
                </a:lnTo>
                <a:lnTo>
                  <a:pt x="118920" y="252520"/>
                </a:lnTo>
                <a:lnTo>
                  <a:pt x="72737" y="278806"/>
                </a:lnTo>
                <a:lnTo>
                  <a:pt x="43305" y="298289"/>
                </a:lnTo>
                <a:lnTo>
                  <a:pt x="30480" y="310896"/>
                </a:lnTo>
                <a:close/>
              </a:path>
              <a:path w="335279" h="365760">
                <a:moveTo>
                  <a:pt x="260604" y="365760"/>
                </a:moveTo>
                <a:lnTo>
                  <a:pt x="256889" y="353448"/>
                </a:lnTo>
                <a:lnTo>
                  <a:pt x="243459" y="341566"/>
                </a:lnTo>
                <a:lnTo>
                  <a:pt x="220313" y="329969"/>
                </a:lnTo>
                <a:lnTo>
                  <a:pt x="187452" y="318516"/>
                </a:lnTo>
                <a:lnTo>
                  <a:pt x="188976" y="309372"/>
                </a:lnTo>
                <a:lnTo>
                  <a:pt x="214169" y="314229"/>
                </a:lnTo>
                <a:lnTo>
                  <a:pt x="235077" y="317373"/>
                </a:lnTo>
                <a:lnTo>
                  <a:pt x="251983" y="318801"/>
                </a:lnTo>
                <a:lnTo>
                  <a:pt x="309567" y="318801"/>
                </a:lnTo>
                <a:lnTo>
                  <a:pt x="309252" y="321183"/>
                </a:lnTo>
                <a:lnTo>
                  <a:pt x="299656" y="340614"/>
                </a:lnTo>
                <a:lnTo>
                  <a:pt x="283487" y="355473"/>
                </a:lnTo>
                <a:lnTo>
                  <a:pt x="260604" y="36576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" name="object 35"/>
          <p:cNvSpPr/>
          <p:nvPr/>
        </p:nvSpPr>
        <p:spPr>
          <a:xfrm>
            <a:off x="8776703" y="2900171"/>
            <a:ext cx="858519" cy="405765"/>
          </a:xfrm>
          <a:custGeom>
            <a:avLst/>
            <a:gdLst/>
            <a:ahLst/>
            <a:cxnLst/>
            <a:rect l="l" t="t" r="r" b="b"/>
            <a:pathLst>
              <a:path w="858520" h="405764">
                <a:moveTo>
                  <a:pt x="141732" y="19812"/>
                </a:moveTo>
                <a:lnTo>
                  <a:pt x="102108" y="0"/>
                </a:lnTo>
                <a:lnTo>
                  <a:pt x="93751" y="30861"/>
                </a:lnTo>
                <a:lnTo>
                  <a:pt x="84391" y="61722"/>
                </a:lnTo>
                <a:lnTo>
                  <a:pt x="60960" y="123444"/>
                </a:lnTo>
                <a:lnTo>
                  <a:pt x="32194" y="181546"/>
                </a:lnTo>
                <a:lnTo>
                  <a:pt x="0" y="236220"/>
                </a:lnTo>
                <a:lnTo>
                  <a:pt x="6096" y="239268"/>
                </a:lnTo>
                <a:lnTo>
                  <a:pt x="21272" y="221551"/>
                </a:lnTo>
                <a:lnTo>
                  <a:pt x="37147" y="200406"/>
                </a:lnTo>
                <a:lnTo>
                  <a:pt x="53898" y="175831"/>
                </a:lnTo>
                <a:lnTo>
                  <a:pt x="71628" y="147828"/>
                </a:lnTo>
                <a:lnTo>
                  <a:pt x="71513" y="293395"/>
                </a:lnTo>
                <a:lnTo>
                  <a:pt x="71285" y="339852"/>
                </a:lnTo>
                <a:lnTo>
                  <a:pt x="70891" y="375221"/>
                </a:lnTo>
                <a:lnTo>
                  <a:pt x="70777" y="381000"/>
                </a:lnTo>
                <a:lnTo>
                  <a:pt x="70104" y="405384"/>
                </a:lnTo>
                <a:lnTo>
                  <a:pt x="96012" y="390144"/>
                </a:lnTo>
                <a:lnTo>
                  <a:pt x="95275" y="368731"/>
                </a:lnTo>
                <a:lnTo>
                  <a:pt x="94818" y="333629"/>
                </a:lnTo>
                <a:lnTo>
                  <a:pt x="94602" y="287489"/>
                </a:lnTo>
                <a:lnTo>
                  <a:pt x="94500" y="147828"/>
                </a:lnTo>
                <a:lnTo>
                  <a:pt x="94488" y="144780"/>
                </a:lnTo>
                <a:lnTo>
                  <a:pt x="108204" y="135636"/>
                </a:lnTo>
                <a:lnTo>
                  <a:pt x="85344" y="118872"/>
                </a:lnTo>
                <a:lnTo>
                  <a:pt x="92849" y="102895"/>
                </a:lnTo>
                <a:lnTo>
                  <a:pt x="101917" y="82486"/>
                </a:lnTo>
                <a:lnTo>
                  <a:pt x="112941" y="57912"/>
                </a:lnTo>
                <a:lnTo>
                  <a:pt x="126492" y="28956"/>
                </a:lnTo>
                <a:lnTo>
                  <a:pt x="141732" y="19812"/>
                </a:lnTo>
                <a:close/>
              </a:path>
              <a:path w="858520" h="405764">
                <a:moveTo>
                  <a:pt x="227063" y="278701"/>
                </a:moveTo>
                <a:lnTo>
                  <a:pt x="213741" y="229323"/>
                </a:lnTo>
                <a:lnTo>
                  <a:pt x="188595" y="182549"/>
                </a:lnTo>
                <a:lnTo>
                  <a:pt x="169164" y="150876"/>
                </a:lnTo>
                <a:lnTo>
                  <a:pt x="164592" y="153924"/>
                </a:lnTo>
                <a:lnTo>
                  <a:pt x="173151" y="180238"/>
                </a:lnTo>
                <a:lnTo>
                  <a:pt x="180403" y="204406"/>
                </a:lnTo>
                <a:lnTo>
                  <a:pt x="190500" y="246900"/>
                </a:lnTo>
                <a:lnTo>
                  <a:pt x="197573" y="293395"/>
                </a:lnTo>
                <a:lnTo>
                  <a:pt x="198120" y="304800"/>
                </a:lnTo>
                <a:lnTo>
                  <a:pt x="198120" y="313944"/>
                </a:lnTo>
                <a:lnTo>
                  <a:pt x="201168" y="316992"/>
                </a:lnTo>
                <a:lnTo>
                  <a:pt x="205740" y="316992"/>
                </a:lnTo>
                <a:lnTo>
                  <a:pt x="210312" y="313944"/>
                </a:lnTo>
                <a:lnTo>
                  <a:pt x="227012" y="279844"/>
                </a:lnTo>
                <a:lnTo>
                  <a:pt x="227063" y="278701"/>
                </a:lnTo>
                <a:close/>
              </a:path>
              <a:path w="858520" h="405764">
                <a:moveTo>
                  <a:pt x="269748" y="57912"/>
                </a:moveTo>
                <a:lnTo>
                  <a:pt x="265734" y="48488"/>
                </a:lnTo>
                <a:lnTo>
                  <a:pt x="255841" y="36195"/>
                </a:lnTo>
                <a:lnTo>
                  <a:pt x="239966" y="21056"/>
                </a:lnTo>
                <a:lnTo>
                  <a:pt x="217932" y="3048"/>
                </a:lnTo>
                <a:lnTo>
                  <a:pt x="213360" y="6108"/>
                </a:lnTo>
                <a:lnTo>
                  <a:pt x="223647" y="24676"/>
                </a:lnTo>
                <a:lnTo>
                  <a:pt x="231648" y="41529"/>
                </a:lnTo>
                <a:lnTo>
                  <a:pt x="237363" y="56680"/>
                </a:lnTo>
                <a:lnTo>
                  <a:pt x="240792" y="70104"/>
                </a:lnTo>
                <a:lnTo>
                  <a:pt x="242316" y="83832"/>
                </a:lnTo>
                <a:lnTo>
                  <a:pt x="245364" y="89916"/>
                </a:lnTo>
                <a:lnTo>
                  <a:pt x="251460" y="89916"/>
                </a:lnTo>
                <a:lnTo>
                  <a:pt x="256032" y="86868"/>
                </a:lnTo>
                <a:lnTo>
                  <a:pt x="262128" y="82308"/>
                </a:lnTo>
                <a:lnTo>
                  <a:pt x="265252" y="78282"/>
                </a:lnTo>
                <a:lnTo>
                  <a:pt x="267652" y="72961"/>
                </a:lnTo>
                <a:lnTo>
                  <a:pt x="269201" y="66230"/>
                </a:lnTo>
                <a:lnTo>
                  <a:pt x="269748" y="57912"/>
                </a:lnTo>
                <a:close/>
              </a:path>
              <a:path w="858520" h="405764">
                <a:moveTo>
                  <a:pt x="393192" y="114300"/>
                </a:moveTo>
                <a:lnTo>
                  <a:pt x="358140" y="79248"/>
                </a:lnTo>
                <a:lnTo>
                  <a:pt x="333756" y="103632"/>
                </a:lnTo>
                <a:lnTo>
                  <a:pt x="123444" y="103632"/>
                </a:lnTo>
                <a:lnTo>
                  <a:pt x="140208" y="118872"/>
                </a:lnTo>
                <a:lnTo>
                  <a:pt x="149618" y="116878"/>
                </a:lnTo>
                <a:lnTo>
                  <a:pt x="159448" y="115443"/>
                </a:lnTo>
                <a:lnTo>
                  <a:pt x="169570" y="114592"/>
                </a:lnTo>
                <a:lnTo>
                  <a:pt x="179832" y="114300"/>
                </a:lnTo>
                <a:lnTo>
                  <a:pt x="393192" y="114300"/>
                </a:lnTo>
                <a:close/>
              </a:path>
              <a:path w="858520" h="405764">
                <a:moveTo>
                  <a:pt x="411480" y="374904"/>
                </a:moveTo>
                <a:lnTo>
                  <a:pt x="376428" y="339852"/>
                </a:lnTo>
                <a:lnTo>
                  <a:pt x="352044" y="364236"/>
                </a:lnTo>
                <a:lnTo>
                  <a:pt x="274320" y="364236"/>
                </a:lnTo>
                <a:lnTo>
                  <a:pt x="289420" y="318833"/>
                </a:lnTo>
                <a:lnTo>
                  <a:pt x="302463" y="278892"/>
                </a:lnTo>
                <a:lnTo>
                  <a:pt x="313334" y="244017"/>
                </a:lnTo>
                <a:lnTo>
                  <a:pt x="321564" y="214884"/>
                </a:lnTo>
                <a:lnTo>
                  <a:pt x="329565" y="191439"/>
                </a:lnTo>
                <a:lnTo>
                  <a:pt x="337566" y="173545"/>
                </a:lnTo>
                <a:lnTo>
                  <a:pt x="345567" y="161099"/>
                </a:lnTo>
                <a:lnTo>
                  <a:pt x="353568" y="153924"/>
                </a:lnTo>
                <a:lnTo>
                  <a:pt x="312420" y="131064"/>
                </a:lnTo>
                <a:lnTo>
                  <a:pt x="306895" y="169354"/>
                </a:lnTo>
                <a:lnTo>
                  <a:pt x="295757" y="226580"/>
                </a:lnTo>
                <a:lnTo>
                  <a:pt x="280606" y="294513"/>
                </a:lnTo>
                <a:lnTo>
                  <a:pt x="262128" y="364236"/>
                </a:lnTo>
                <a:lnTo>
                  <a:pt x="114300" y="364236"/>
                </a:lnTo>
                <a:lnTo>
                  <a:pt x="129540" y="381000"/>
                </a:lnTo>
                <a:lnTo>
                  <a:pt x="138976" y="378129"/>
                </a:lnTo>
                <a:lnTo>
                  <a:pt x="148971" y="376237"/>
                </a:lnTo>
                <a:lnTo>
                  <a:pt x="159550" y="375221"/>
                </a:lnTo>
                <a:lnTo>
                  <a:pt x="170688" y="374904"/>
                </a:lnTo>
                <a:lnTo>
                  <a:pt x="411480" y="374904"/>
                </a:lnTo>
                <a:close/>
              </a:path>
              <a:path w="858520" h="405764">
                <a:moveTo>
                  <a:pt x="813828" y="24384"/>
                </a:moveTo>
                <a:lnTo>
                  <a:pt x="807847" y="19812"/>
                </a:lnTo>
                <a:lnTo>
                  <a:pt x="787920" y="4572"/>
                </a:lnTo>
                <a:lnTo>
                  <a:pt x="777252" y="17907"/>
                </a:lnTo>
                <a:lnTo>
                  <a:pt x="777252" y="32004"/>
                </a:lnTo>
                <a:lnTo>
                  <a:pt x="777252" y="89916"/>
                </a:lnTo>
                <a:lnTo>
                  <a:pt x="708672" y="89916"/>
                </a:lnTo>
                <a:lnTo>
                  <a:pt x="708672" y="32004"/>
                </a:lnTo>
                <a:lnTo>
                  <a:pt x="777252" y="32004"/>
                </a:lnTo>
                <a:lnTo>
                  <a:pt x="777252" y="17907"/>
                </a:lnTo>
                <a:lnTo>
                  <a:pt x="775728" y="19812"/>
                </a:lnTo>
                <a:lnTo>
                  <a:pt x="685812" y="19812"/>
                </a:lnTo>
                <a:lnTo>
                  <a:pt x="685812" y="32004"/>
                </a:lnTo>
                <a:lnTo>
                  <a:pt x="685812" y="89916"/>
                </a:lnTo>
                <a:lnTo>
                  <a:pt x="617232" y="89916"/>
                </a:lnTo>
                <a:lnTo>
                  <a:pt x="617232" y="32004"/>
                </a:lnTo>
                <a:lnTo>
                  <a:pt x="685812" y="32004"/>
                </a:lnTo>
                <a:lnTo>
                  <a:pt x="685812" y="19812"/>
                </a:lnTo>
                <a:lnTo>
                  <a:pt x="594372" y="19812"/>
                </a:lnTo>
                <a:lnTo>
                  <a:pt x="594372" y="32004"/>
                </a:lnTo>
                <a:lnTo>
                  <a:pt x="594372" y="89916"/>
                </a:lnTo>
                <a:lnTo>
                  <a:pt x="525792" y="89916"/>
                </a:lnTo>
                <a:lnTo>
                  <a:pt x="525792" y="32004"/>
                </a:lnTo>
                <a:lnTo>
                  <a:pt x="594372" y="32004"/>
                </a:lnTo>
                <a:lnTo>
                  <a:pt x="594372" y="19812"/>
                </a:lnTo>
                <a:lnTo>
                  <a:pt x="525792" y="19812"/>
                </a:lnTo>
                <a:lnTo>
                  <a:pt x="499884" y="7620"/>
                </a:lnTo>
                <a:lnTo>
                  <a:pt x="500761" y="17360"/>
                </a:lnTo>
                <a:lnTo>
                  <a:pt x="501218" y="28384"/>
                </a:lnTo>
                <a:lnTo>
                  <a:pt x="501281" y="33528"/>
                </a:lnTo>
                <a:lnTo>
                  <a:pt x="501218" y="85725"/>
                </a:lnTo>
                <a:lnTo>
                  <a:pt x="500748" y="102108"/>
                </a:lnTo>
                <a:lnTo>
                  <a:pt x="499884" y="118872"/>
                </a:lnTo>
                <a:lnTo>
                  <a:pt x="525792" y="111252"/>
                </a:lnTo>
                <a:lnTo>
                  <a:pt x="525792" y="102108"/>
                </a:lnTo>
                <a:lnTo>
                  <a:pt x="632472" y="102108"/>
                </a:lnTo>
                <a:lnTo>
                  <a:pt x="777252" y="102108"/>
                </a:lnTo>
                <a:lnTo>
                  <a:pt x="777252" y="115824"/>
                </a:lnTo>
                <a:lnTo>
                  <a:pt x="806208" y="106680"/>
                </a:lnTo>
                <a:lnTo>
                  <a:pt x="805713" y="102108"/>
                </a:lnTo>
                <a:lnTo>
                  <a:pt x="805319" y="98450"/>
                </a:lnTo>
                <a:lnTo>
                  <a:pt x="804875" y="89916"/>
                </a:lnTo>
                <a:lnTo>
                  <a:pt x="804786" y="85725"/>
                </a:lnTo>
                <a:lnTo>
                  <a:pt x="804684" y="33528"/>
                </a:lnTo>
                <a:lnTo>
                  <a:pt x="806208" y="32004"/>
                </a:lnTo>
                <a:lnTo>
                  <a:pt x="813828" y="24384"/>
                </a:lnTo>
                <a:close/>
              </a:path>
              <a:path w="858520" h="405764">
                <a:moveTo>
                  <a:pt x="858024" y="388620"/>
                </a:moveTo>
                <a:lnTo>
                  <a:pt x="822972" y="353568"/>
                </a:lnTo>
                <a:lnTo>
                  <a:pt x="797064" y="376428"/>
                </a:lnTo>
                <a:lnTo>
                  <a:pt x="762012" y="376428"/>
                </a:lnTo>
                <a:lnTo>
                  <a:pt x="762012" y="201168"/>
                </a:lnTo>
                <a:lnTo>
                  <a:pt x="766127" y="196596"/>
                </a:lnTo>
                <a:lnTo>
                  <a:pt x="775728" y="185928"/>
                </a:lnTo>
                <a:lnTo>
                  <a:pt x="773658" y="184404"/>
                </a:lnTo>
                <a:lnTo>
                  <a:pt x="746772" y="164592"/>
                </a:lnTo>
                <a:lnTo>
                  <a:pt x="737628" y="179451"/>
                </a:lnTo>
                <a:lnTo>
                  <a:pt x="737628" y="196596"/>
                </a:lnTo>
                <a:lnTo>
                  <a:pt x="737628" y="230124"/>
                </a:lnTo>
                <a:lnTo>
                  <a:pt x="737628" y="376428"/>
                </a:lnTo>
                <a:lnTo>
                  <a:pt x="560844" y="376428"/>
                </a:lnTo>
                <a:lnTo>
                  <a:pt x="560844" y="338328"/>
                </a:lnTo>
                <a:lnTo>
                  <a:pt x="737628" y="338328"/>
                </a:lnTo>
                <a:lnTo>
                  <a:pt x="737628" y="326136"/>
                </a:lnTo>
                <a:lnTo>
                  <a:pt x="560844" y="326136"/>
                </a:lnTo>
                <a:lnTo>
                  <a:pt x="560844" y="289560"/>
                </a:lnTo>
                <a:lnTo>
                  <a:pt x="737628" y="289560"/>
                </a:lnTo>
                <a:lnTo>
                  <a:pt x="737628" y="277368"/>
                </a:lnTo>
                <a:lnTo>
                  <a:pt x="560844" y="277368"/>
                </a:lnTo>
                <a:lnTo>
                  <a:pt x="560844" y="242316"/>
                </a:lnTo>
                <a:lnTo>
                  <a:pt x="737628" y="242316"/>
                </a:lnTo>
                <a:lnTo>
                  <a:pt x="737628" y="230124"/>
                </a:lnTo>
                <a:lnTo>
                  <a:pt x="560844" y="230124"/>
                </a:lnTo>
                <a:lnTo>
                  <a:pt x="560844" y="196596"/>
                </a:lnTo>
                <a:lnTo>
                  <a:pt x="737628" y="196596"/>
                </a:lnTo>
                <a:lnTo>
                  <a:pt x="737628" y="179451"/>
                </a:lnTo>
                <a:lnTo>
                  <a:pt x="734580" y="184404"/>
                </a:lnTo>
                <a:lnTo>
                  <a:pt x="641616" y="184404"/>
                </a:lnTo>
                <a:lnTo>
                  <a:pt x="644779" y="176174"/>
                </a:lnTo>
                <a:lnTo>
                  <a:pt x="647522" y="167640"/>
                </a:lnTo>
                <a:lnTo>
                  <a:pt x="649973" y="159118"/>
                </a:lnTo>
                <a:lnTo>
                  <a:pt x="652284" y="150876"/>
                </a:lnTo>
                <a:lnTo>
                  <a:pt x="821448" y="150876"/>
                </a:lnTo>
                <a:lnTo>
                  <a:pt x="789444" y="118872"/>
                </a:lnTo>
                <a:lnTo>
                  <a:pt x="766584" y="138684"/>
                </a:lnTo>
                <a:lnTo>
                  <a:pt x="653808" y="138684"/>
                </a:lnTo>
                <a:lnTo>
                  <a:pt x="659904" y="123444"/>
                </a:lnTo>
                <a:lnTo>
                  <a:pt x="672096" y="115824"/>
                </a:lnTo>
                <a:lnTo>
                  <a:pt x="632472" y="102108"/>
                </a:lnTo>
                <a:lnTo>
                  <a:pt x="632206" y="111252"/>
                </a:lnTo>
                <a:lnTo>
                  <a:pt x="631520" y="120396"/>
                </a:lnTo>
                <a:lnTo>
                  <a:pt x="630542" y="129540"/>
                </a:lnTo>
                <a:lnTo>
                  <a:pt x="629424" y="138684"/>
                </a:lnTo>
                <a:lnTo>
                  <a:pt x="475500" y="138684"/>
                </a:lnTo>
                <a:lnTo>
                  <a:pt x="492264" y="155448"/>
                </a:lnTo>
                <a:lnTo>
                  <a:pt x="502831" y="153454"/>
                </a:lnTo>
                <a:lnTo>
                  <a:pt x="513981" y="152019"/>
                </a:lnTo>
                <a:lnTo>
                  <a:pt x="525691" y="151168"/>
                </a:lnTo>
                <a:lnTo>
                  <a:pt x="537984" y="150876"/>
                </a:lnTo>
                <a:lnTo>
                  <a:pt x="627900" y="150876"/>
                </a:lnTo>
                <a:lnTo>
                  <a:pt x="623328" y="184404"/>
                </a:lnTo>
                <a:lnTo>
                  <a:pt x="560844" y="184404"/>
                </a:lnTo>
                <a:lnTo>
                  <a:pt x="533412" y="172212"/>
                </a:lnTo>
                <a:lnTo>
                  <a:pt x="533641" y="184404"/>
                </a:lnTo>
                <a:lnTo>
                  <a:pt x="534174" y="196024"/>
                </a:lnTo>
                <a:lnTo>
                  <a:pt x="534695" y="206717"/>
                </a:lnTo>
                <a:lnTo>
                  <a:pt x="534936" y="216408"/>
                </a:lnTo>
                <a:lnTo>
                  <a:pt x="534936" y="376428"/>
                </a:lnTo>
                <a:lnTo>
                  <a:pt x="441972" y="376428"/>
                </a:lnTo>
                <a:lnTo>
                  <a:pt x="460260" y="394716"/>
                </a:lnTo>
                <a:lnTo>
                  <a:pt x="470827" y="391845"/>
                </a:lnTo>
                <a:lnTo>
                  <a:pt x="481977" y="389953"/>
                </a:lnTo>
                <a:lnTo>
                  <a:pt x="493687" y="388937"/>
                </a:lnTo>
                <a:lnTo>
                  <a:pt x="505980" y="388620"/>
                </a:lnTo>
                <a:lnTo>
                  <a:pt x="858024" y="3886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" name="object 36"/>
          <p:cNvSpPr/>
          <p:nvPr/>
        </p:nvSpPr>
        <p:spPr>
          <a:xfrm>
            <a:off x="9706355" y="3105911"/>
            <a:ext cx="60960" cy="196850"/>
          </a:xfrm>
          <a:custGeom>
            <a:avLst/>
            <a:gdLst/>
            <a:ahLst/>
            <a:cxnLst/>
            <a:rect l="l" t="t" r="r" b="b"/>
            <a:pathLst>
              <a:path w="60959" h="196850">
                <a:moveTo>
                  <a:pt x="12192" y="196596"/>
                </a:moveTo>
                <a:lnTo>
                  <a:pt x="7620" y="196596"/>
                </a:lnTo>
                <a:lnTo>
                  <a:pt x="7620" y="195072"/>
                </a:lnTo>
                <a:lnTo>
                  <a:pt x="13716" y="192024"/>
                </a:lnTo>
                <a:lnTo>
                  <a:pt x="19812" y="187452"/>
                </a:lnTo>
                <a:lnTo>
                  <a:pt x="38100" y="153924"/>
                </a:lnTo>
                <a:lnTo>
                  <a:pt x="30480" y="153924"/>
                </a:lnTo>
                <a:lnTo>
                  <a:pt x="22860" y="152400"/>
                </a:lnTo>
                <a:lnTo>
                  <a:pt x="18288" y="150876"/>
                </a:lnTo>
                <a:lnTo>
                  <a:pt x="12192" y="149352"/>
                </a:lnTo>
                <a:lnTo>
                  <a:pt x="9144" y="146304"/>
                </a:lnTo>
                <a:lnTo>
                  <a:pt x="6096" y="141732"/>
                </a:lnTo>
                <a:lnTo>
                  <a:pt x="3048" y="132588"/>
                </a:lnTo>
                <a:lnTo>
                  <a:pt x="4572" y="126492"/>
                </a:lnTo>
                <a:lnTo>
                  <a:pt x="4572" y="121920"/>
                </a:lnTo>
                <a:lnTo>
                  <a:pt x="6096" y="117348"/>
                </a:lnTo>
                <a:lnTo>
                  <a:pt x="9144" y="114300"/>
                </a:lnTo>
                <a:lnTo>
                  <a:pt x="12192" y="109728"/>
                </a:lnTo>
                <a:lnTo>
                  <a:pt x="15240" y="108204"/>
                </a:lnTo>
                <a:lnTo>
                  <a:pt x="19812" y="105156"/>
                </a:lnTo>
                <a:lnTo>
                  <a:pt x="24384" y="103632"/>
                </a:lnTo>
                <a:lnTo>
                  <a:pt x="36576" y="103632"/>
                </a:lnTo>
                <a:lnTo>
                  <a:pt x="42672" y="105156"/>
                </a:lnTo>
                <a:lnTo>
                  <a:pt x="51816" y="111252"/>
                </a:lnTo>
                <a:lnTo>
                  <a:pt x="54864" y="117348"/>
                </a:lnTo>
                <a:lnTo>
                  <a:pt x="59436" y="124968"/>
                </a:lnTo>
                <a:lnTo>
                  <a:pt x="60960" y="131064"/>
                </a:lnTo>
                <a:lnTo>
                  <a:pt x="60960" y="141732"/>
                </a:lnTo>
                <a:lnTo>
                  <a:pt x="45029" y="179308"/>
                </a:lnTo>
                <a:lnTo>
                  <a:pt x="24384" y="193548"/>
                </a:lnTo>
                <a:lnTo>
                  <a:pt x="12192" y="196596"/>
                </a:lnTo>
                <a:close/>
              </a:path>
              <a:path w="60959" h="196850">
                <a:moveTo>
                  <a:pt x="35052" y="59436"/>
                </a:moveTo>
                <a:lnTo>
                  <a:pt x="25908" y="59436"/>
                </a:lnTo>
                <a:lnTo>
                  <a:pt x="19812" y="57912"/>
                </a:lnTo>
                <a:lnTo>
                  <a:pt x="0" y="28956"/>
                </a:lnTo>
                <a:lnTo>
                  <a:pt x="1476" y="21526"/>
                </a:lnTo>
                <a:lnTo>
                  <a:pt x="3810" y="15240"/>
                </a:lnTo>
                <a:lnTo>
                  <a:pt x="7286" y="10096"/>
                </a:lnTo>
                <a:lnTo>
                  <a:pt x="12192" y="6096"/>
                </a:lnTo>
                <a:lnTo>
                  <a:pt x="24384" y="0"/>
                </a:lnTo>
                <a:lnTo>
                  <a:pt x="35052" y="0"/>
                </a:lnTo>
                <a:lnTo>
                  <a:pt x="60960" y="27432"/>
                </a:lnTo>
                <a:lnTo>
                  <a:pt x="60896" y="37266"/>
                </a:lnTo>
                <a:lnTo>
                  <a:pt x="35052" y="5943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pic>
        <p:nvPicPr>
          <p:cNvPr id="37" name="object 37"/>
          <p:cNvPicPr/>
          <p:nvPr/>
        </p:nvPicPr>
        <p:blipFill>
          <a:blip r:embed="rId8" cstate="print"/>
          <a:stretch>
            <a:fillRect/>
          </a:stretch>
        </p:blipFill>
        <p:spPr>
          <a:xfrm>
            <a:off x="1748027" y="3646932"/>
            <a:ext cx="181355" cy="172212"/>
          </a:xfrm>
          <a:prstGeom prst="rect">
            <a:avLst/>
          </a:prstGeom>
        </p:spPr>
      </p:pic>
      <p:sp>
        <p:nvSpPr>
          <p:cNvPr id="38" name="object 38"/>
          <p:cNvSpPr/>
          <p:nvPr/>
        </p:nvSpPr>
        <p:spPr>
          <a:xfrm>
            <a:off x="2119871" y="3514344"/>
            <a:ext cx="325120" cy="344805"/>
          </a:xfrm>
          <a:custGeom>
            <a:avLst/>
            <a:gdLst/>
            <a:ahLst/>
            <a:cxnLst/>
            <a:rect l="l" t="t" r="r" b="b"/>
            <a:pathLst>
              <a:path w="325119" h="344804">
                <a:moveTo>
                  <a:pt x="245364" y="36576"/>
                </a:moveTo>
                <a:lnTo>
                  <a:pt x="239268" y="32004"/>
                </a:lnTo>
                <a:lnTo>
                  <a:pt x="231648" y="28956"/>
                </a:lnTo>
                <a:lnTo>
                  <a:pt x="224028" y="24384"/>
                </a:lnTo>
                <a:lnTo>
                  <a:pt x="216408" y="21336"/>
                </a:lnTo>
                <a:lnTo>
                  <a:pt x="210312" y="19812"/>
                </a:lnTo>
                <a:lnTo>
                  <a:pt x="202692" y="16764"/>
                </a:lnTo>
                <a:lnTo>
                  <a:pt x="162115" y="9334"/>
                </a:lnTo>
                <a:lnTo>
                  <a:pt x="146304" y="9144"/>
                </a:lnTo>
                <a:lnTo>
                  <a:pt x="129946" y="9740"/>
                </a:lnTo>
                <a:lnTo>
                  <a:pt x="86868" y="19812"/>
                </a:lnTo>
                <a:lnTo>
                  <a:pt x="50863" y="42748"/>
                </a:lnTo>
                <a:lnTo>
                  <a:pt x="23622" y="77533"/>
                </a:lnTo>
                <a:lnTo>
                  <a:pt x="6438" y="121500"/>
                </a:lnTo>
                <a:lnTo>
                  <a:pt x="0" y="176784"/>
                </a:lnTo>
                <a:lnTo>
                  <a:pt x="812" y="196557"/>
                </a:lnTo>
                <a:lnTo>
                  <a:pt x="10668" y="248412"/>
                </a:lnTo>
                <a:lnTo>
                  <a:pt x="32321" y="290639"/>
                </a:lnTo>
                <a:lnTo>
                  <a:pt x="62865" y="320040"/>
                </a:lnTo>
                <a:lnTo>
                  <a:pt x="100850" y="337997"/>
                </a:lnTo>
                <a:lnTo>
                  <a:pt x="144780" y="344424"/>
                </a:lnTo>
                <a:lnTo>
                  <a:pt x="154495" y="344170"/>
                </a:lnTo>
                <a:lnTo>
                  <a:pt x="211836" y="330708"/>
                </a:lnTo>
                <a:lnTo>
                  <a:pt x="219456" y="329184"/>
                </a:lnTo>
                <a:lnTo>
                  <a:pt x="231648" y="323088"/>
                </a:lnTo>
                <a:lnTo>
                  <a:pt x="239268" y="318516"/>
                </a:lnTo>
                <a:lnTo>
                  <a:pt x="245364" y="315468"/>
                </a:lnTo>
                <a:lnTo>
                  <a:pt x="245364" y="265176"/>
                </a:lnTo>
                <a:lnTo>
                  <a:pt x="242316" y="265176"/>
                </a:lnTo>
                <a:lnTo>
                  <a:pt x="239268" y="268224"/>
                </a:lnTo>
                <a:lnTo>
                  <a:pt x="234696" y="271272"/>
                </a:lnTo>
                <a:lnTo>
                  <a:pt x="201917" y="294259"/>
                </a:lnTo>
                <a:lnTo>
                  <a:pt x="163639" y="305181"/>
                </a:lnTo>
                <a:lnTo>
                  <a:pt x="146304" y="306324"/>
                </a:lnTo>
                <a:lnTo>
                  <a:pt x="136042" y="305777"/>
                </a:lnTo>
                <a:lnTo>
                  <a:pt x="97828" y="293827"/>
                </a:lnTo>
                <a:lnTo>
                  <a:pt x="68351" y="265747"/>
                </a:lnTo>
                <a:lnTo>
                  <a:pt x="49580" y="220941"/>
                </a:lnTo>
                <a:lnTo>
                  <a:pt x="45720" y="176784"/>
                </a:lnTo>
                <a:lnTo>
                  <a:pt x="46062" y="161340"/>
                </a:lnTo>
                <a:lnTo>
                  <a:pt x="53340" y="120396"/>
                </a:lnTo>
                <a:lnTo>
                  <a:pt x="74676" y="79248"/>
                </a:lnTo>
                <a:lnTo>
                  <a:pt x="106680" y="53340"/>
                </a:lnTo>
                <a:lnTo>
                  <a:pt x="146304" y="45720"/>
                </a:lnTo>
                <a:lnTo>
                  <a:pt x="155194" y="45986"/>
                </a:lnTo>
                <a:lnTo>
                  <a:pt x="193357" y="54292"/>
                </a:lnTo>
                <a:lnTo>
                  <a:pt x="205740" y="60960"/>
                </a:lnTo>
                <a:lnTo>
                  <a:pt x="212318" y="64389"/>
                </a:lnTo>
                <a:lnTo>
                  <a:pt x="218313" y="67818"/>
                </a:lnTo>
                <a:lnTo>
                  <a:pt x="223748" y="71247"/>
                </a:lnTo>
                <a:lnTo>
                  <a:pt x="228600" y="74676"/>
                </a:lnTo>
                <a:lnTo>
                  <a:pt x="234696" y="80772"/>
                </a:lnTo>
                <a:lnTo>
                  <a:pt x="239268" y="83820"/>
                </a:lnTo>
                <a:lnTo>
                  <a:pt x="242316" y="88392"/>
                </a:lnTo>
                <a:lnTo>
                  <a:pt x="245364" y="88392"/>
                </a:lnTo>
                <a:lnTo>
                  <a:pt x="245364" y="36576"/>
                </a:lnTo>
                <a:close/>
              </a:path>
              <a:path w="325119" h="344804">
                <a:moveTo>
                  <a:pt x="324624" y="0"/>
                </a:moveTo>
                <a:lnTo>
                  <a:pt x="283476" y="0"/>
                </a:lnTo>
                <a:lnTo>
                  <a:pt x="283476" y="338340"/>
                </a:lnTo>
                <a:lnTo>
                  <a:pt x="324624" y="338340"/>
                </a:lnTo>
                <a:lnTo>
                  <a:pt x="324624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pic>
        <p:nvPicPr>
          <p:cNvPr id="39" name="object 39"/>
          <p:cNvPicPr/>
          <p:nvPr/>
        </p:nvPicPr>
        <p:blipFill>
          <a:blip r:embed="rId9" cstate="print"/>
          <a:stretch>
            <a:fillRect/>
          </a:stretch>
        </p:blipFill>
        <p:spPr>
          <a:xfrm>
            <a:off x="2503932" y="3608832"/>
            <a:ext cx="190500" cy="249936"/>
          </a:xfrm>
          <a:prstGeom prst="rect">
            <a:avLst/>
          </a:prstGeom>
        </p:spPr>
      </p:pic>
      <p:sp>
        <p:nvSpPr>
          <p:cNvPr id="40" name="object 40"/>
          <p:cNvSpPr/>
          <p:nvPr/>
        </p:nvSpPr>
        <p:spPr>
          <a:xfrm>
            <a:off x="2753867" y="3528060"/>
            <a:ext cx="231775" cy="325120"/>
          </a:xfrm>
          <a:custGeom>
            <a:avLst/>
            <a:gdLst/>
            <a:ahLst/>
            <a:cxnLst/>
            <a:rect l="l" t="t" r="r" b="b"/>
            <a:pathLst>
              <a:path w="231775" h="325120">
                <a:moveTo>
                  <a:pt x="231648" y="324612"/>
                </a:moveTo>
                <a:lnTo>
                  <a:pt x="182880" y="324612"/>
                </a:lnTo>
                <a:lnTo>
                  <a:pt x="41148" y="45720"/>
                </a:lnTo>
                <a:lnTo>
                  <a:pt x="41148" y="324612"/>
                </a:lnTo>
                <a:lnTo>
                  <a:pt x="0" y="324612"/>
                </a:lnTo>
                <a:lnTo>
                  <a:pt x="0" y="0"/>
                </a:lnTo>
                <a:lnTo>
                  <a:pt x="60960" y="0"/>
                </a:lnTo>
                <a:lnTo>
                  <a:pt x="192024" y="256032"/>
                </a:lnTo>
                <a:lnTo>
                  <a:pt x="192024" y="0"/>
                </a:lnTo>
                <a:lnTo>
                  <a:pt x="231648" y="0"/>
                </a:lnTo>
                <a:lnTo>
                  <a:pt x="231648" y="32461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" name="object 41"/>
          <p:cNvSpPr/>
          <p:nvPr/>
        </p:nvSpPr>
        <p:spPr>
          <a:xfrm>
            <a:off x="3031236" y="3489959"/>
            <a:ext cx="779145" cy="405765"/>
          </a:xfrm>
          <a:custGeom>
            <a:avLst/>
            <a:gdLst/>
            <a:ahLst/>
            <a:cxnLst/>
            <a:rect l="l" t="t" r="r" b="b"/>
            <a:pathLst>
              <a:path w="779145" h="405764">
                <a:moveTo>
                  <a:pt x="208788" y="222504"/>
                </a:moveTo>
                <a:lnTo>
                  <a:pt x="202692" y="173736"/>
                </a:lnTo>
                <a:lnTo>
                  <a:pt x="182880" y="140208"/>
                </a:lnTo>
                <a:lnTo>
                  <a:pt x="169164" y="128574"/>
                </a:lnTo>
                <a:lnTo>
                  <a:pt x="169164" y="213360"/>
                </a:lnTo>
                <a:lnTo>
                  <a:pt x="41148" y="213360"/>
                </a:lnTo>
                <a:lnTo>
                  <a:pt x="42303" y="206527"/>
                </a:lnTo>
                <a:lnTo>
                  <a:pt x="43624" y="199834"/>
                </a:lnTo>
                <a:lnTo>
                  <a:pt x="45212" y="193433"/>
                </a:lnTo>
                <a:lnTo>
                  <a:pt x="47244" y="187452"/>
                </a:lnTo>
                <a:lnTo>
                  <a:pt x="50292" y="178308"/>
                </a:lnTo>
                <a:lnTo>
                  <a:pt x="82296" y="150876"/>
                </a:lnTo>
                <a:lnTo>
                  <a:pt x="109728" y="146304"/>
                </a:lnTo>
                <a:lnTo>
                  <a:pt x="117436" y="146596"/>
                </a:lnTo>
                <a:lnTo>
                  <a:pt x="160020" y="170688"/>
                </a:lnTo>
                <a:lnTo>
                  <a:pt x="169164" y="213360"/>
                </a:lnTo>
                <a:lnTo>
                  <a:pt x="169164" y="128574"/>
                </a:lnTo>
                <a:lnTo>
                  <a:pt x="133159" y="114109"/>
                </a:lnTo>
                <a:lnTo>
                  <a:pt x="112776" y="112776"/>
                </a:lnTo>
                <a:lnTo>
                  <a:pt x="88773" y="115049"/>
                </a:lnTo>
                <a:lnTo>
                  <a:pt x="47625" y="132715"/>
                </a:lnTo>
                <a:lnTo>
                  <a:pt x="17348" y="166674"/>
                </a:lnTo>
                <a:lnTo>
                  <a:pt x="1968" y="214058"/>
                </a:lnTo>
                <a:lnTo>
                  <a:pt x="0" y="242316"/>
                </a:lnTo>
                <a:lnTo>
                  <a:pt x="1993" y="270560"/>
                </a:lnTo>
                <a:lnTo>
                  <a:pt x="17995" y="317334"/>
                </a:lnTo>
                <a:lnTo>
                  <a:pt x="49695" y="349288"/>
                </a:lnTo>
                <a:lnTo>
                  <a:pt x="94792" y="365290"/>
                </a:lnTo>
                <a:lnTo>
                  <a:pt x="121920" y="367284"/>
                </a:lnTo>
                <a:lnTo>
                  <a:pt x="140208" y="367284"/>
                </a:lnTo>
                <a:lnTo>
                  <a:pt x="152400" y="364236"/>
                </a:lnTo>
                <a:lnTo>
                  <a:pt x="167640" y="361188"/>
                </a:lnTo>
                <a:lnTo>
                  <a:pt x="173736" y="359664"/>
                </a:lnTo>
                <a:lnTo>
                  <a:pt x="179832" y="356616"/>
                </a:lnTo>
                <a:lnTo>
                  <a:pt x="187452" y="355092"/>
                </a:lnTo>
                <a:lnTo>
                  <a:pt x="199644" y="348996"/>
                </a:lnTo>
                <a:lnTo>
                  <a:pt x="204216" y="347472"/>
                </a:lnTo>
                <a:lnTo>
                  <a:pt x="204216" y="332232"/>
                </a:lnTo>
                <a:lnTo>
                  <a:pt x="204216" y="303276"/>
                </a:lnTo>
                <a:lnTo>
                  <a:pt x="202692" y="303276"/>
                </a:lnTo>
                <a:lnTo>
                  <a:pt x="199644" y="306324"/>
                </a:lnTo>
                <a:lnTo>
                  <a:pt x="190500" y="312420"/>
                </a:lnTo>
                <a:lnTo>
                  <a:pt x="178308" y="318516"/>
                </a:lnTo>
                <a:lnTo>
                  <a:pt x="170688" y="321564"/>
                </a:lnTo>
                <a:lnTo>
                  <a:pt x="164592" y="324612"/>
                </a:lnTo>
                <a:lnTo>
                  <a:pt x="121920" y="332232"/>
                </a:lnTo>
                <a:lnTo>
                  <a:pt x="103632" y="330809"/>
                </a:lnTo>
                <a:lnTo>
                  <a:pt x="62484" y="309372"/>
                </a:lnTo>
                <a:lnTo>
                  <a:pt x="42545" y="264795"/>
                </a:lnTo>
                <a:lnTo>
                  <a:pt x="41148" y="245364"/>
                </a:lnTo>
                <a:lnTo>
                  <a:pt x="208788" y="245364"/>
                </a:lnTo>
                <a:lnTo>
                  <a:pt x="208788" y="222504"/>
                </a:lnTo>
                <a:close/>
              </a:path>
              <a:path w="779145" h="405764">
                <a:moveTo>
                  <a:pt x="368808" y="118872"/>
                </a:moveTo>
                <a:lnTo>
                  <a:pt x="294132" y="118872"/>
                </a:lnTo>
                <a:lnTo>
                  <a:pt x="294132" y="50292"/>
                </a:lnTo>
                <a:lnTo>
                  <a:pt x="252984" y="50292"/>
                </a:lnTo>
                <a:lnTo>
                  <a:pt x="252984" y="118872"/>
                </a:lnTo>
                <a:lnTo>
                  <a:pt x="225552" y="118872"/>
                </a:lnTo>
                <a:lnTo>
                  <a:pt x="225552" y="153924"/>
                </a:lnTo>
                <a:lnTo>
                  <a:pt x="252984" y="153924"/>
                </a:lnTo>
                <a:lnTo>
                  <a:pt x="252984" y="288036"/>
                </a:lnTo>
                <a:lnTo>
                  <a:pt x="254127" y="307187"/>
                </a:lnTo>
                <a:lnTo>
                  <a:pt x="271272" y="347472"/>
                </a:lnTo>
                <a:lnTo>
                  <a:pt x="308559" y="366128"/>
                </a:lnTo>
                <a:lnTo>
                  <a:pt x="324612" y="367284"/>
                </a:lnTo>
                <a:lnTo>
                  <a:pt x="330708" y="367284"/>
                </a:lnTo>
                <a:lnTo>
                  <a:pt x="338328" y="365760"/>
                </a:lnTo>
                <a:lnTo>
                  <a:pt x="345948" y="365760"/>
                </a:lnTo>
                <a:lnTo>
                  <a:pt x="361188" y="362712"/>
                </a:lnTo>
                <a:lnTo>
                  <a:pt x="368808" y="359664"/>
                </a:lnTo>
                <a:lnTo>
                  <a:pt x="368808" y="323088"/>
                </a:lnTo>
                <a:lnTo>
                  <a:pt x="367284" y="323088"/>
                </a:lnTo>
                <a:lnTo>
                  <a:pt x="364236" y="324612"/>
                </a:lnTo>
                <a:lnTo>
                  <a:pt x="359664" y="326136"/>
                </a:lnTo>
                <a:lnTo>
                  <a:pt x="353568" y="327660"/>
                </a:lnTo>
                <a:lnTo>
                  <a:pt x="347472" y="330708"/>
                </a:lnTo>
                <a:lnTo>
                  <a:pt x="324612" y="330708"/>
                </a:lnTo>
                <a:lnTo>
                  <a:pt x="316992" y="329184"/>
                </a:lnTo>
                <a:lnTo>
                  <a:pt x="310896" y="327660"/>
                </a:lnTo>
                <a:lnTo>
                  <a:pt x="301752" y="321564"/>
                </a:lnTo>
                <a:lnTo>
                  <a:pt x="300228" y="315468"/>
                </a:lnTo>
                <a:lnTo>
                  <a:pt x="297180" y="309372"/>
                </a:lnTo>
                <a:lnTo>
                  <a:pt x="294132" y="297180"/>
                </a:lnTo>
                <a:lnTo>
                  <a:pt x="294132" y="153924"/>
                </a:lnTo>
                <a:lnTo>
                  <a:pt x="368808" y="153924"/>
                </a:lnTo>
                <a:lnTo>
                  <a:pt x="368808" y="118872"/>
                </a:lnTo>
                <a:close/>
              </a:path>
              <a:path w="779145" h="405764">
                <a:moveTo>
                  <a:pt x="565391" y="111252"/>
                </a:moveTo>
                <a:lnTo>
                  <a:pt x="536435" y="82296"/>
                </a:lnTo>
                <a:lnTo>
                  <a:pt x="518147" y="102108"/>
                </a:lnTo>
                <a:lnTo>
                  <a:pt x="490715" y="102108"/>
                </a:lnTo>
                <a:lnTo>
                  <a:pt x="490715" y="33528"/>
                </a:lnTo>
                <a:lnTo>
                  <a:pt x="507479" y="22860"/>
                </a:lnTo>
                <a:lnTo>
                  <a:pt x="466331" y="0"/>
                </a:lnTo>
                <a:lnTo>
                  <a:pt x="467461" y="19177"/>
                </a:lnTo>
                <a:lnTo>
                  <a:pt x="468426" y="42481"/>
                </a:lnTo>
                <a:lnTo>
                  <a:pt x="469125" y="70091"/>
                </a:lnTo>
                <a:lnTo>
                  <a:pt x="469379" y="102108"/>
                </a:lnTo>
                <a:lnTo>
                  <a:pt x="391655" y="102108"/>
                </a:lnTo>
                <a:lnTo>
                  <a:pt x="406895" y="115824"/>
                </a:lnTo>
                <a:lnTo>
                  <a:pt x="425183" y="111252"/>
                </a:lnTo>
                <a:lnTo>
                  <a:pt x="469379" y="111252"/>
                </a:lnTo>
                <a:lnTo>
                  <a:pt x="469379" y="204216"/>
                </a:lnTo>
                <a:lnTo>
                  <a:pt x="417563" y="224409"/>
                </a:lnTo>
                <a:lnTo>
                  <a:pt x="400380" y="230365"/>
                </a:lnTo>
                <a:lnTo>
                  <a:pt x="388607" y="233172"/>
                </a:lnTo>
                <a:lnTo>
                  <a:pt x="409943" y="265176"/>
                </a:lnTo>
                <a:lnTo>
                  <a:pt x="420611" y="252984"/>
                </a:lnTo>
                <a:lnTo>
                  <a:pt x="433171" y="244373"/>
                </a:lnTo>
                <a:lnTo>
                  <a:pt x="445566" y="236601"/>
                </a:lnTo>
                <a:lnTo>
                  <a:pt x="469379" y="222504"/>
                </a:lnTo>
                <a:lnTo>
                  <a:pt x="469379" y="341376"/>
                </a:lnTo>
                <a:lnTo>
                  <a:pt x="468769" y="352259"/>
                </a:lnTo>
                <a:lnTo>
                  <a:pt x="466712" y="359854"/>
                </a:lnTo>
                <a:lnTo>
                  <a:pt x="462953" y="364312"/>
                </a:lnTo>
                <a:lnTo>
                  <a:pt x="457187" y="365760"/>
                </a:lnTo>
                <a:lnTo>
                  <a:pt x="448957" y="365480"/>
                </a:lnTo>
                <a:lnTo>
                  <a:pt x="438137" y="364617"/>
                </a:lnTo>
                <a:lnTo>
                  <a:pt x="425043" y="363194"/>
                </a:lnTo>
                <a:lnTo>
                  <a:pt x="409943" y="361188"/>
                </a:lnTo>
                <a:lnTo>
                  <a:pt x="409943" y="368808"/>
                </a:lnTo>
                <a:lnTo>
                  <a:pt x="430834" y="377101"/>
                </a:lnTo>
                <a:lnTo>
                  <a:pt x="445566" y="385953"/>
                </a:lnTo>
                <a:lnTo>
                  <a:pt x="454317" y="395389"/>
                </a:lnTo>
                <a:lnTo>
                  <a:pt x="457187" y="405384"/>
                </a:lnTo>
                <a:lnTo>
                  <a:pt x="471436" y="397675"/>
                </a:lnTo>
                <a:lnTo>
                  <a:pt x="490651" y="364617"/>
                </a:lnTo>
                <a:lnTo>
                  <a:pt x="490715" y="222504"/>
                </a:lnTo>
                <a:lnTo>
                  <a:pt x="490715" y="213360"/>
                </a:lnTo>
                <a:lnTo>
                  <a:pt x="523494" y="195072"/>
                </a:lnTo>
                <a:lnTo>
                  <a:pt x="556247" y="176784"/>
                </a:lnTo>
                <a:lnTo>
                  <a:pt x="551675" y="169164"/>
                </a:lnTo>
                <a:lnTo>
                  <a:pt x="490715" y="195072"/>
                </a:lnTo>
                <a:lnTo>
                  <a:pt x="490715" y="111252"/>
                </a:lnTo>
                <a:lnTo>
                  <a:pt x="565391" y="111252"/>
                </a:lnTo>
                <a:close/>
              </a:path>
              <a:path w="779145" h="405764">
                <a:moveTo>
                  <a:pt x="763511" y="233172"/>
                </a:moveTo>
                <a:lnTo>
                  <a:pt x="757542" y="228600"/>
                </a:lnTo>
                <a:lnTo>
                  <a:pt x="737616" y="213360"/>
                </a:lnTo>
                <a:lnTo>
                  <a:pt x="728459" y="224802"/>
                </a:lnTo>
                <a:lnTo>
                  <a:pt x="728459" y="239268"/>
                </a:lnTo>
                <a:lnTo>
                  <a:pt x="728459" y="353568"/>
                </a:lnTo>
                <a:lnTo>
                  <a:pt x="600443" y="353568"/>
                </a:lnTo>
                <a:lnTo>
                  <a:pt x="600443" y="239268"/>
                </a:lnTo>
                <a:lnTo>
                  <a:pt x="728459" y="239268"/>
                </a:lnTo>
                <a:lnTo>
                  <a:pt x="728459" y="224802"/>
                </a:lnTo>
                <a:lnTo>
                  <a:pt x="725411" y="228600"/>
                </a:lnTo>
                <a:lnTo>
                  <a:pt x="600443" y="228600"/>
                </a:lnTo>
                <a:lnTo>
                  <a:pt x="576072" y="214884"/>
                </a:lnTo>
                <a:lnTo>
                  <a:pt x="576884" y="230365"/>
                </a:lnTo>
                <a:lnTo>
                  <a:pt x="576986" y="233172"/>
                </a:lnTo>
                <a:lnTo>
                  <a:pt x="577392" y="251460"/>
                </a:lnTo>
                <a:lnTo>
                  <a:pt x="577494" y="265176"/>
                </a:lnTo>
                <a:lnTo>
                  <a:pt x="577380" y="353568"/>
                </a:lnTo>
                <a:lnTo>
                  <a:pt x="576948" y="375056"/>
                </a:lnTo>
                <a:lnTo>
                  <a:pt x="576072" y="394716"/>
                </a:lnTo>
                <a:lnTo>
                  <a:pt x="600443" y="387096"/>
                </a:lnTo>
                <a:lnTo>
                  <a:pt x="600443" y="364236"/>
                </a:lnTo>
                <a:lnTo>
                  <a:pt x="728459" y="364236"/>
                </a:lnTo>
                <a:lnTo>
                  <a:pt x="728459" y="393192"/>
                </a:lnTo>
                <a:lnTo>
                  <a:pt x="752856" y="381000"/>
                </a:lnTo>
                <a:lnTo>
                  <a:pt x="752005" y="364236"/>
                </a:lnTo>
                <a:lnTo>
                  <a:pt x="751725" y="358952"/>
                </a:lnTo>
                <a:lnTo>
                  <a:pt x="751547" y="353568"/>
                </a:lnTo>
                <a:lnTo>
                  <a:pt x="750760" y="329184"/>
                </a:lnTo>
                <a:lnTo>
                  <a:pt x="750062" y="291426"/>
                </a:lnTo>
                <a:lnTo>
                  <a:pt x="749808" y="245364"/>
                </a:lnTo>
                <a:lnTo>
                  <a:pt x="756653" y="239268"/>
                </a:lnTo>
                <a:lnTo>
                  <a:pt x="763511" y="233172"/>
                </a:lnTo>
                <a:close/>
              </a:path>
              <a:path w="779145" h="405764">
                <a:moveTo>
                  <a:pt x="778764" y="44196"/>
                </a:moveTo>
                <a:lnTo>
                  <a:pt x="749808" y="21336"/>
                </a:lnTo>
                <a:lnTo>
                  <a:pt x="736092" y="39624"/>
                </a:lnTo>
                <a:lnTo>
                  <a:pt x="547103" y="39624"/>
                </a:lnTo>
                <a:lnTo>
                  <a:pt x="560819" y="53340"/>
                </a:lnTo>
                <a:lnTo>
                  <a:pt x="582155" y="48768"/>
                </a:lnTo>
                <a:lnTo>
                  <a:pt x="620255" y="48768"/>
                </a:lnTo>
                <a:lnTo>
                  <a:pt x="609663" y="105117"/>
                </a:lnTo>
                <a:lnTo>
                  <a:pt x="591489" y="153162"/>
                </a:lnTo>
                <a:lnTo>
                  <a:pt x="565607" y="193217"/>
                </a:lnTo>
                <a:lnTo>
                  <a:pt x="531863" y="225552"/>
                </a:lnTo>
                <a:lnTo>
                  <a:pt x="534911" y="230124"/>
                </a:lnTo>
                <a:lnTo>
                  <a:pt x="569315" y="207606"/>
                </a:lnTo>
                <a:lnTo>
                  <a:pt x="597560" y="178358"/>
                </a:lnTo>
                <a:lnTo>
                  <a:pt x="619734" y="142240"/>
                </a:lnTo>
                <a:lnTo>
                  <a:pt x="635914" y="99085"/>
                </a:lnTo>
                <a:lnTo>
                  <a:pt x="646163" y="48768"/>
                </a:lnTo>
                <a:lnTo>
                  <a:pt x="737616" y="48768"/>
                </a:lnTo>
                <a:lnTo>
                  <a:pt x="733044" y="101536"/>
                </a:lnTo>
                <a:lnTo>
                  <a:pt x="725919" y="149186"/>
                </a:lnTo>
                <a:lnTo>
                  <a:pt x="709155" y="166408"/>
                </a:lnTo>
                <a:lnTo>
                  <a:pt x="697039" y="164973"/>
                </a:lnTo>
                <a:lnTo>
                  <a:pt x="680059" y="161836"/>
                </a:lnTo>
                <a:lnTo>
                  <a:pt x="658355" y="156972"/>
                </a:lnTo>
                <a:lnTo>
                  <a:pt x="656831" y="164592"/>
                </a:lnTo>
                <a:lnTo>
                  <a:pt x="676795" y="172288"/>
                </a:lnTo>
                <a:lnTo>
                  <a:pt x="690740" y="181546"/>
                </a:lnTo>
                <a:lnTo>
                  <a:pt x="698411" y="192239"/>
                </a:lnTo>
                <a:lnTo>
                  <a:pt x="699503" y="204216"/>
                </a:lnTo>
                <a:lnTo>
                  <a:pt x="711492" y="201345"/>
                </a:lnTo>
                <a:lnTo>
                  <a:pt x="745921" y="170408"/>
                </a:lnTo>
                <a:lnTo>
                  <a:pt x="746899" y="166408"/>
                </a:lnTo>
                <a:lnTo>
                  <a:pt x="752284" y="144399"/>
                </a:lnTo>
                <a:lnTo>
                  <a:pt x="757783" y="106400"/>
                </a:lnTo>
                <a:lnTo>
                  <a:pt x="761987" y="56388"/>
                </a:lnTo>
                <a:lnTo>
                  <a:pt x="772464" y="48768"/>
                </a:lnTo>
                <a:lnTo>
                  <a:pt x="778764" y="4419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" name="object 42"/>
          <p:cNvSpPr/>
          <p:nvPr/>
        </p:nvSpPr>
        <p:spPr>
          <a:xfrm>
            <a:off x="3902964" y="3499103"/>
            <a:ext cx="329565" cy="396240"/>
          </a:xfrm>
          <a:custGeom>
            <a:avLst/>
            <a:gdLst/>
            <a:ahLst/>
            <a:cxnLst/>
            <a:rect l="l" t="t" r="r" b="b"/>
            <a:pathLst>
              <a:path w="329564" h="396239">
                <a:moveTo>
                  <a:pt x="134111" y="396240"/>
                </a:moveTo>
                <a:lnTo>
                  <a:pt x="131587" y="384000"/>
                </a:lnTo>
                <a:lnTo>
                  <a:pt x="119633" y="372618"/>
                </a:lnTo>
                <a:lnTo>
                  <a:pt x="98536" y="362378"/>
                </a:lnTo>
                <a:lnTo>
                  <a:pt x="68579" y="353567"/>
                </a:lnTo>
                <a:lnTo>
                  <a:pt x="70103" y="344424"/>
                </a:lnTo>
                <a:lnTo>
                  <a:pt x="89534" y="347543"/>
                </a:lnTo>
                <a:lnTo>
                  <a:pt x="106679" y="349948"/>
                </a:lnTo>
                <a:lnTo>
                  <a:pt x="121538" y="351496"/>
                </a:lnTo>
                <a:lnTo>
                  <a:pt x="134111" y="352043"/>
                </a:lnTo>
                <a:lnTo>
                  <a:pt x="143208" y="350067"/>
                </a:lnTo>
                <a:lnTo>
                  <a:pt x="149732" y="344233"/>
                </a:lnTo>
                <a:lnTo>
                  <a:pt x="153400" y="334684"/>
                </a:lnTo>
                <a:lnTo>
                  <a:pt x="153923" y="321564"/>
                </a:lnTo>
                <a:lnTo>
                  <a:pt x="153923" y="169164"/>
                </a:lnTo>
                <a:lnTo>
                  <a:pt x="153685" y="150542"/>
                </a:lnTo>
                <a:lnTo>
                  <a:pt x="152638" y="117300"/>
                </a:lnTo>
                <a:lnTo>
                  <a:pt x="152399" y="102108"/>
                </a:lnTo>
                <a:lnTo>
                  <a:pt x="176783" y="117348"/>
                </a:lnTo>
                <a:lnTo>
                  <a:pt x="277367" y="27432"/>
                </a:lnTo>
                <a:lnTo>
                  <a:pt x="57911" y="27432"/>
                </a:lnTo>
                <a:lnTo>
                  <a:pt x="46767" y="27955"/>
                </a:lnTo>
                <a:lnTo>
                  <a:pt x="36194" y="29337"/>
                </a:lnTo>
                <a:lnTo>
                  <a:pt x="26193" y="31289"/>
                </a:lnTo>
                <a:lnTo>
                  <a:pt x="16763" y="33528"/>
                </a:lnTo>
                <a:lnTo>
                  <a:pt x="0" y="18288"/>
                </a:lnTo>
                <a:lnTo>
                  <a:pt x="278891" y="18288"/>
                </a:lnTo>
                <a:lnTo>
                  <a:pt x="297179" y="0"/>
                </a:lnTo>
                <a:lnTo>
                  <a:pt x="329183" y="38100"/>
                </a:lnTo>
                <a:lnTo>
                  <a:pt x="308038" y="42410"/>
                </a:lnTo>
                <a:lnTo>
                  <a:pt x="276605" y="57721"/>
                </a:lnTo>
                <a:lnTo>
                  <a:pt x="234886" y="84177"/>
                </a:lnTo>
                <a:lnTo>
                  <a:pt x="182879" y="121920"/>
                </a:lnTo>
                <a:lnTo>
                  <a:pt x="196595" y="132588"/>
                </a:lnTo>
                <a:lnTo>
                  <a:pt x="179831" y="138684"/>
                </a:lnTo>
                <a:lnTo>
                  <a:pt x="179831" y="345948"/>
                </a:lnTo>
                <a:lnTo>
                  <a:pt x="176974" y="361950"/>
                </a:lnTo>
                <a:lnTo>
                  <a:pt x="168401" y="375666"/>
                </a:lnTo>
                <a:lnTo>
                  <a:pt x="154114" y="387096"/>
                </a:lnTo>
                <a:lnTo>
                  <a:pt x="134111" y="39624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" name="object 43"/>
          <p:cNvSpPr/>
          <p:nvPr/>
        </p:nvSpPr>
        <p:spPr>
          <a:xfrm>
            <a:off x="4315955" y="3485388"/>
            <a:ext cx="1737360" cy="411480"/>
          </a:xfrm>
          <a:custGeom>
            <a:avLst/>
            <a:gdLst/>
            <a:ahLst/>
            <a:cxnLst/>
            <a:rect l="l" t="t" r="r" b="b"/>
            <a:pathLst>
              <a:path w="1737360" h="411479">
                <a:moveTo>
                  <a:pt x="396240" y="193548"/>
                </a:moveTo>
                <a:lnTo>
                  <a:pt x="358140" y="155448"/>
                </a:lnTo>
                <a:lnTo>
                  <a:pt x="323088" y="182880"/>
                </a:lnTo>
                <a:lnTo>
                  <a:pt x="0" y="182880"/>
                </a:lnTo>
                <a:lnTo>
                  <a:pt x="15240" y="198120"/>
                </a:lnTo>
                <a:lnTo>
                  <a:pt x="25844" y="196126"/>
                </a:lnTo>
                <a:lnTo>
                  <a:pt x="37147" y="194691"/>
                </a:lnTo>
                <a:lnTo>
                  <a:pt x="49326" y="193840"/>
                </a:lnTo>
                <a:lnTo>
                  <a:pt x="62484" y="193548"/>
                </a:lnTo>
                <a:lnTo>
                  <a:pt x="396240" y="193548"/>
                </a:lnTo>
                <a:close/>
              </a:path>
              <a:path w="1737360" h="411479">
                <a:moveTo>
                  <a:pt x="669036" y="147828"/>
                </a:moveTo>
                <a:lnTo>
                  <a:pt x="627888" y="124968"/>
                </a:lnTo>
                <a:lnTo>
                  <a:pt x="628726" y="144780"/>
                </a:lnTo>
                <a:lnTo>
                  <a:pt x="628853" y="149161"/>
                </a:lnTo>
                <a:lnTo>
                  <a:pt x="629246" y="166878"/>
                </a:lnTo>
                <a:lnTo>
                  <a:pt x="629361" y="179832"/>
                </a:lnTo>
                <a:lnTo>
                  <a:pt x="629412" y="313944"/>
                </a:lnTo>
                <a:lnTo>
                  <a:pt x="629183" y="331114"/>
                </a:lnTo>
                <a:lnTo>
                  <a:pt x="628650" y="352996"/>
                </a:lnTo>
                <a:lnTo>
                  <a:pt x="628129" y="379742"/>
                </a:lnTo>
                <a:lnTo>
                  <a:pt x="627888" y="411480"/>
                </a:lnTo>
                <a:lnTo>
                  <a:pt x="656844" y="394716"/>
                </a:lnTo>
                <a:lnTo>
                  <a:pt x="655967" y="378104"/>
                </a:lnTo>
                <a:lnTo>
                  <a:pt x="655510" y="362331"/>
                </a:lnTo>
                <a:lnTo>
                  <a:pt x="655408" y="352996"/>
                </a:lnTo>
                <a:lnTo>
                  <a:pt x="655320" y="158496"/>
                </a:lnTo>
                <a:lnTo>
                  <a:pt x="669036" y="147828"/>
                </a:lnTo>
                <a:close/>
              </a:path>
              <a:path w="1737360" h="411479">
                <a:moveTo>
                  <a:pt x="845820" y="181356"/>
                </a:moveTo>
                <a:lnTo>
                  <a:pt x="798195" y="166878"/>
                </a:lnTo>
                <a:lnTo>
                  <a:pt x="748284" y="138684"/>
                </a:lnTo>
                <a:lnTo>
                  <a:pt x="698373" y="93916"/>
                </a:lnTo>
                <a:lnTo>
                  <a:pt x="657199" y="41148"/>
                </a:lnTo>
                <a:lnTo>
                  <a:pt x="650748" y="32004"/>
                </a:lnTo>
                <a:lnTo>
                  <a:pt x="665988" y="21336"/>
                </a:lnTo>
                <a:lnTo>
                  <a:pt x="629412" y="0"/>
                </a:lnTo>
                <a:lnTo>
                  <a:pt x="618515" y="27800"/>
                </a:lnTo>
                <a:lnTo>
                  <a:pt x="603885" y="56578"/>
                </a:lnTo>
                <a:lnTo>
                  <a:pt x="562356" y="118872"/>
                </a:lnTo>
                <a:lnTo>
                  <a:pt x="535762" y="149161"/>
                </a:lnTo>
                <a:lnTo>
                  <a:pt x="506222" y="175983"/>
                </a:lnTo>
                <a:lnTo>
                  <a:pt x="473417" y="199453"/>
                </a:lnTo>
                <a:lnTo>
                  <a:pt x="437388" y="219456"/>
                </a:lnTo>
                <a:lnTo>
                  <a:pt x="440436" y="225552"/>
                </a:lnTo>
                <a:lnTo>
                  <a:pt x="475513" y="209842"/>
                </a:lnTo>
                <a:lnTo>
                  <a:pt x="535381" y="173266"/>
                </a:lnTo>
                <a:lnTo>
                  <a:pt x="581863" y="130098"/>
                </a:lnTo>
                <a:lnTo>
                  <a:pt x="624674" y="74612"/>
                </a:lnTo>
                <a:lnTo>
                  <a:pt x="644652" y="41148"/>
                </a:lnTo>
                <a:lnTo>
                  <a:pt x="662940" y="72351"/>
                </a:lnTo>
                <a:lnTo>
                  <a:pt x="699516" y="123875"/>
                </a:lnTo>
                <a:lnTo>
                  <a:pt x="736981" y="162737"/>
                </a:lnTo>
                <a:lnTo>
                  <a:pt x="781037" y="195795"/>
                </a:lnTo>
                <a:lnTo>
                  <a:pt x="806196" y="210312"/>
                </a:lnTo>
                <a:lnTo>
                  <a:pt x="813676" y="201168"/>
                </a:lnTo>
                <a:lnTo>
                  <a:pt x="822579" y="194310"/>
                </a:lnTo>
                <a:lnTo>
                  <a:pt x="833208" y="189738"/>
                </a:lnTo>
                <a:lnTo>
                  <a:pt x="845820" y="187452"/>
                </a:lnTo>
                <a:lnTo>
                  <a:pt x="845820" y="181356"/>
                </a:lnTo>
                <a:close/>
              </a:path>
              <a:path w="1737360" h="411479">
                <a:moveTo>
                  <a:pt x="976884" y="284988"/>
                </a:moveTo>
                <a:lnTo>
                  <a:pt x="944880" y="263652"/>
                </a:lnTo>
                <a:lnTo>
                  <a:pt x="932599" y="297395"/>
                </a:lnTo>
                <a:lnTo>
                  <a:pt x="918591" y="327850"/>
                </a:lnTo>
                <a:lnTo>
                  <a:pt x="902881" y="355168"/>
                </a:lnTo>
                <a:lnTo>
                  <a:pt x="885444" y="379476"/>
                </a:lnTo>
                <a:lnTo>
                  <a:pt x="890016" y="382524"/>
                </a:lnTo>
                <a:lnTo>
                  <a:pt x="907376" y="365760"/>
                </a:lnTo>
                <a:lnTo>
                  <a:pt x="925449" y="344995"/>
                </a:lnTo>
                <a:lnTo>
                  <a:pt x="944029" y="320598"/>
                </a:lnTo>
                <a:lnTo>
                  <a:pt x="963168" y="292608"/>
                </a:lnTo>
                <a:lnTo>
                  <a:pt x="976884" y="284988"/>
                </a:lnTo>
                <a:close/>
              </a:path>
              <a:path w="1737360" h="411479">
                <a:moveTo>
                  <a:pt x="984504" y="124968"/>
                </a:moveTo>
                <a:lnTo>
                  <a:pt x="951788" y="92824"/>
                </a:lnTo>
                <a:lnTo>
                  <a:pt x="940308" y="85344"/>
                </a:lnTo>
                <a:lnTo>
                  <a:pt x="935736" y="88392"/>
                </a:lnTo>
                <a:lnTo>
                  <a:pt x="945146" y="104470"/>
                </a:lnTo>
                <a:lnTo>
                  <a:pt x="952690" y="118681"/>
                </a:lnTo>
                <a:lnTo>
                  <a:pt x="958240" y="131470"/>
                </a:lnTo>
                <a:lnTo>
                  <a:pt x="961618" y="143141"/>
                </a:lnTo>
                <a:lnTo>
                  <a:pt x="966216" y="156972"/>
                </a:lnTo>
                <a:lnTo>
                  <a:pt x="970788" y="156972"/>
                </a:lnTo>
                <a:lnTo>
                  <a:pt x="973836" y="153924"/>
                </a:lnTo>
                <a:lnTo>
                  <a:pt x="978408" y="147828"/>
                </a:lnTo>
                <a:lnTo>
                  <a:pt x="984504" y="135636"/>
                </a:lnTo>
                <a:lnTo>
                  <a:pt x="984504" y="124968"/>
                </a:lnTo>
                <a:close/>
              </a:path>
              <a:path w="1737360" h="411479">
                <a:moveTo>
                  <a:pt x="1089660" y="312420"/>
                </a:moveTo>
                <a:lnTo>
                  <a:pt x="1051166" y="278561"/>
                </a:lnTo>
                <a:lnTo>
                  <a:pt x="1036320" y="269748"/>
                </a:lnTo>
                <a:lnTo>
                  <a:pt x="1033272" y="274320"/>
                </a:lnTo>
                <a:lnTo>
                  <a:pt x="1044968" y="289750"/>
                </a:lnTo>
                <a:lnTo>
                  <a:pt x="1054798" y="304038"/>
                </a:lnTo>
                <a:lnTo>
                  <a:pt x="1062634" y="317182"/>
                </a:lnTo>
                <a:lnTo>
                  <a:pt x="1068324" y="329184"/>
                </a:lnTo>
                <a:lnTo>
                  <a:pt x="1071372" y="338328"/>
                </a:lnTo>
                <a:lnTo>
                  <a:pt x="1074420" y="344424"/>
                </a:lnTo>
                <a:lnTo>
                  <a:pt x="1078992" y="344424"/>
                </a:lnTo>
                <a:lnTo>
                  <a:pt x="1082040" y="341376"/>
                </a:lnTo>
                <a:lnTo>
                  <a:pt x="1085088" y="335280"/>
                </a:lnTo>
                <a:lnTo>
                  <a:pt x="1088059" y="327850"/>
                </a:lnTo>
                <a:lnTo>
                  <a:pt x="1089660" y="323088"/>
                </a:lnTo>
                <a:lnTo>
                  <a:pt x="1089660" y="312420"/>
                </a:lnTo>
                <a:close/>
              </a:path>
              <a:path w="1737360" h="411479">
                <a:moveTo>
                  <a:pt x="1120140" y="172212"/>
                </a:moveTo>
                <a:lnTo>
                  <a:pt x="1088136" y="140208"/>
                </a:lnTo>
                <a:lnTo>
                  <a:pt x="1068324" y="161544"/>
                </a:lnTo>
                <a:lnTo>
                  <a:pt x="1022604" y="161544"/>
                </a:lnTo>
                <a:lnTo>
                  <a:pt x="1044041" y="127685"/>
                </a:lnTo>
                <a:lnTo>
                  <a:pt x="1072896" y="97536"/>
                </a:lnTo>
                <a:lnTo>
                  <a:pt x="1043940" y="77724"/>
                </a:lnTo>
                <a:lnTo>
                  <a:pt x="1103376" y="77724"/>
                </a:lnTo>
                <a:lnTo>
                  <a:pt x="1072896" y="47244"/>
                </a:lnTo>
                <a:lnTo>
                  <a:pt x="1051560" y="68580"/>
                </a:lnTo>
                <a:lnTo>
                  <a:pt x="1008888" y="68580"/>
                </a:lnTo>
                <a:lnTo>
                  <a:pt x="1014984" y="59436"/>
                </a:lnTo>
                <a:lnTo>
                  <a:pt x="1019556" y="53340"/>
                </a:lnTo>
                <a:lnTo>
                  <a:pt x="1019556" y="44196"/>
                </a:lnTo>
                <a:lnTo>
                  <a:pt x="1016508" y="39624"/>
                </a:lnTo>
                <a:lnTo>
                  <a:pt x="1013460" y="33528"/>
                </a:lnTo>
                <a:lnTo>
                  <a:pt x="1008583" y="28409"/>
                </a:lnTo>
                <a:lnTo>
                  <a:pt x="1000696" y="22288"/>
                </a:lnTo>
                <a:lnTo>
                  <a:pt x="989672" y="15316"/>
                </a:lnTo>
                <a:lnTo>
                  <a:pt x="975360" y="7620"/>
                </a:lnTo>
                <a:lnTo>
                  <a:pt x="972312" y="10668"/>
                </a:lnTo>
                <a:lnTo>
                  <a:pt x="982345" y="26365"/>
                </a:lnTo>
                <a:lnTo>
                  <a:pt x="989647" y="41338"/>
                </a:lnTo>
                <a:lnTo>
                  <a:pt x="994397" y="55460"/>
                </a:lnTo>
                <a:lnTo>
                  <a:pt x="996696" y="68580"/>
                </a:lnTo>
                <a:lnTo>
                  <a:pt x="900684" y="68580"/>
                </a:lnTo>
                <a:lnTo>
                  <a:pt x="915924" y="83820"/>
                </a:lnTo>
                <a:lnTo>
                  <a:pt x="926236" y="80949"/>
                </a:lnTo>
                <a:lnTo>
                  <a:pt x="936688" y="79057"/>
                </a:lnTo>
                <a:lnTo>
                  <a:pt x="947432" y="78041"/>
                </a:lnTo>
                <a:lnTo>
                  <a:pt x="958596" y="77724"/>
                </a:lnTo>
                <a:lnTo>
                  <a:pt x="1039368" y="77724"/>
                </a:lnTo>
                <a:lnTo>
                  <a:pt x="1035329" y="96608"/>
                </a:lnTo>
                <a:lnTo>
                  <a:pt x="1029843" y="116776"/>
                </a:lnTo>
                <a:lnTo>
                  <a:pt x="1022654" y="138379"/>
                </a:lnTo>
                <a:lnTo>
                  <a:pt x="1013460" y="161544"/>
                </a:lnTo>
                <a:lnTo>
                  <a:pt x="886968" y="161544"/>
                </a:lnTo>
                <a:lnTo>
                  <a:pt x="902208" y="176784"/>
                </a:lnTo>
                <a:lnTo>
                  <a:pt x="912520" y="174790"/>
                </a:lnTo>
                <a:lnTo>
                  <a:pt x="922972" y="173355"/>
                </a:lnTo>
                <a:lnTo>
                  <a:pt x="933716" y="172504"/>
                </a:lnTo>
                <a:lnTo>
                  <a:pt x="944880" y="172212"/>
                </a:lnTo>
                <a:lnTo>
                  <a:pt x="995172" y="172212"/>
                </a:lnTo>
                <a:lnTo>
                  <a:pt x="995172" y="233172"/>
                </a:lnTo>
                <a:lnTo>
                  <a:pt x="902208" y="233172"/>
                </a:lnTo>
                <a:lnTo>
                  <a:pt x="915924" y="246888"/>
                </a:lnTo>
                <a:lnTo>
                  <a:pt x="932688" y="243840"/>
                </a:lnTo>
                <a:lnTo>
                  <a:pt x="995172" y="243840"/>
                </a:lnTo>
                <a:lnTo>
                  <a:pt x="995172" y="362712"/>
                </a:lnTo>
                <a:lnTo>
                  <a:pt x="990600" y="367284"/>
                </a:lnTo>
                <a:lnTo>
                  <a:pt x="982980" y="367284"/>
                </a:lnTo>
                <a:lnTo>
                  <a:pt x="976109" y="366979"/>
                </a:lnTo>
                <a:lnTo>
                  <a:pt x="966787" y="365950"/>
                </a:lnTo>
                <a:lnTo>
                  <a:pt x="954913" y="364070"/>
                </a:lnTo>
                <a:lnTo>
                  <a:pt x="940308" y="361188"/>
                </a:lnTo>
                <a:lnTo>
                  <a:pt x="940308" y="368808"/>
                </a:lnTo>
                <a:lnTo>
                  <a:pt x="959434" y="376008"/>
                </a:lnTo>
                <a:lnTo>
                  <a:pt x="973264" y="384048"/>
                </a:lnTo>
                <a:lnTo>
                  <a:pt x="981671" y="393242"/>
                </a:lnTo>
                <a:lnTo>
                  <a:pt x="984504" y="403860"/>
                </a:lnTo>
                <a:lnTo>
                  <a:pt x="998512" y="396417"/>
                </a:lnTo>
                <a:lnTo>
                  <a:pt x="1008507" y="387667"/>
                </a:lnTo>
                <a:lnTo>
                  <a:pt x="1014514" y="377507"/>
                </a:lnTo>
                <a:lnTo>
                  <a:pt x="1016254" y="367284"/>
                </a:lnTo>
                <a:lnTo>
                  <a:pt x="1016482" y="365950"/>
                </a:lnTo>
                <a:lnTo>
                  <a:pt x="1016508" y="243840"/>
                </a:lnTo>
                <a:lnTo>
                  <a:pt x="1109472" y="243840"/>
                </a:lnTo>
                <a:lnTo>
                  <a:pt x="1077468" y="211836"/>
                </a:lnTo>
                <a:lnTo>
                  <a:pt x="1057656" y="233172"/>
                </a:lnTo>
                <a:lnTo>
                  <a:pt x="1016508" y="233172"/>
                </a:lnTo>
                <a:lnTo>
                  <a:pt x="1016508" y="172212"/>
                </a:lnTo>
                <a:lnTo>
                  <a:pt x="1120140" y="172212"/>
                </a:lnTo>
                <a:close/>
              </a:path>
              <a:path w="1737360" h="411479">
                <a:moveTo>
                  <a:pt x="1292352" y="173736"/>
                </a:moveTo>
                <a:lnTo>
                  <a:pt x="1281684" y="163068"/>
                </a:lnTo>
                <a:lnTo>
                  <a:pt x="1258824" y="140208"/>
                </a:lnTo>
                <a:lnTo>
                  <a:pt x="1235964" y="163068"/>
                </a:lnTo>
                <a:lnTo>
                  <a:pt x="1150620" y="163068"/>
                </a:lnTo>
                <a:lnTo>
                  <a:pt x="1150620" y="64008"/>
                </a:lnTo>
                <a:lnTo>
                  <a:pt x="1201381" y="56388"/>
                </a:lnTo>
                <a:lnTo>
                  <a:pt x="1216418" y="54152"/>
                </a:lnTo>
                <a:lnTo>
                  <a:pt x="1229868" y="51816"/>
                </a:lnTo>
                <a:lnTo>
                  <a:pt x="1240663" y="50698"/>
                </a:lnTo>
                <a:lnTo>
                  <a:pt x="1252156" y="49720"/>
                </a:lnTo>
                <a:lnTo>
                  <a:pt x="1263954" y="49034"/>
                </a:lnTo>
                <a:lnTo>
                  <a:pt x="1275588" y="48768"/>
                </a:lnTo>
                <a:lnTo>
                  <a:pt x="1246632" y="16764"/>
                </a:lnTo>
                <a:lnTo>
                  <a:pt x="1232065" y="27673"/>
                </a:lnTo>
                <a:lnTo>
                  <a:pt x="1211199" y="37719"/>
                </a:lnTo>
                <a:lnTo>
                  <a:pt x="1184059" y="47205"/>
                </a:lnTo>
                <a:lnTo>
                  <a:pt x="1150620" y="56388"/>
                </a:lnTo>
                <a:lnTo>
                  <a:pt x="1126236" y="39624"/>
                </a:lnTo>
                <a:lnTo>
                  <a:pt x="1127125" y="76225"/>
                </a:lnTo>
                <a:lnTo>
                  <a:pt x="1127506" y="105498"/>
                </a:lnTo>
                <a:lnTo>
                  <a:pt x="1127620" y="118872"/>
                </a:lnTo>
                <a:lnTo>
                  <a:pt x="1127747" y="143256"/>
                </a:lnTo>
                <a:lnTo>
                  <a:pt x="1127734" y="176784"/>
                </a:lnTo>
                <a:lnTo>
                  <a:pt x="1126426" y="227838"/>
                </a:lnTo>
                <a:lnTo>
                  <a:pt x="1121664" y="272796"/>
                </a:lnTo>
                <a:lnTo>
                  <a:pt x="1105814" y="326593"/>
                </a:lnTo>
                <a:lnTo>
                  <a:pt x="1074039" y="374713"/>
                </a:lnTo>
                <a:lnTo>
                  <a:pt x="1043940" y="405384"/>
                </a:lnTo>
                <a:lnTo>
                  <a:pt x="1046988" y="409956"/>
                </a:lnTo>
                <a:lnTo>
                  <a:pt x="1087183" y="378333"/>
                </a:lnTo>
                <a:lnTo>
                  <a:pt x="1121664" y="335280"/>
                </a:lnTo>
                <a:lnTo>
                  <a:pt x="1145857" y="270510"/>
                </a:lnTo>
                <a:lnTo>
                  <a:pt x="1150607" y="225983"/>
                </a:lnTo>
                <a:lnTo>
                  <a:pt x="1150620" y="173736"/>
                </a:lnTo>
                <a:lnTo>
                  <a:pt x="1207008" y="173736"/>
                </a:lnTo>
                <a:lnTo>
                  <a:pt x="1206830" y="233172"/>
                </a:lnTo>
                <a:lnTo>
                  <a:pt x="1206474" y="280809"/>
                </a:lnTo>
                <a:lnTo>
                  <a:pt x="1205674" y="368808"/>
                </a:lnTo>
                <a:lnTo>
                  <a:pt x="1205484" y="409956"/>
                </a:lnTo>
                <a:lnTo>
                  <a:pt x="1231392" y="397764"/>
                </a:lnTo>
                <a:lnTo>
                  <a:pt x="1230515" y="380047"/>
                </a:lnTo>
                <a:lnTo>
                  <a:pt x="1230083" y="364070"/>
                </a:lnTo>
                <a:lnTo>
                  <a:pt x="1229969" y="355168"/>
                </a:lnTo>
                <a:lnTo>
                  <a:pt x="1229868" y="173736"/>
                </a:lnTo>
                <a:lnTo>
                  <a:pt x="1292352" y="173736"/>
                </a:lnTo>
                <a:close/>
              </a:path>
              <a:path w="1737360" h="411479">
                <a:moveTo>
                  <a:pt x="1737360" y="362712"/>
                </a:moveTo>
                <a:lnTo>
                  <a:pt x="1687258" y="345948"/>
                </a:lnTo>
                <a:lnTo>
                  <a:pt x="1642872" y="310896"/>
                </a:lnTo>
                <a:lnTo>
                  <a:pt x="1604010" y="260604"/>
                </a:lnTo>
                <a:lnTo>
                  <a:pt x="1574292" y="201168"/>
                </a:lnTo>
                <a:lnTo>
                  <a:pt x="1552765" y="130302"/>
                </a:lnTo>
                <a:lnTo>
                  <a:pt x="1544942" y="89725"/>
                </a:lnTo>
                <a:lnTo>
                  <a:pt x="1539240" y="45720"/>
                </a:lnTo>
                <a:lnTo>
                  <a:pt x="1556004" y="28956"/>
                </a:lnTo>
                <a:lnTo>
                  <a:pt x="1504188" y="7620"/>
                </a:lnTo>
                <a:lnTo>
                  <a:pt x="1504238" y="47625"/>
                </a:lnTo>
                <a:lnTo>
                  <a:pt x="1502283" y="87630"/>
                </a:lnTo>
                <a:lnTo>
                  <a:pt x="1498625" y="127635"/>
                </a:lnTo>
                <a:lnTo>
                  <a:pt x="1493520" y="167640"/>
                </a:lnTo>
                <a:lnTo>
                  <a:pt x="1485214" y="206171"/>
                </a:lnTo>
                <a:lnTo>
                  <a:pt x="1459445" y="273519"/>
                </a:lnTo>
                <a:lnTo>
                  <a:pt x="1421130" y="327710"/>
                </a:lnTo>
                <a:lnTo>
                  <a:pt x="1366266" y="376770"/>
                </a:lnTo>
                <a:lnTo>
                  <a:pt x="1331976" y="399288"/>
                </a:lnTo>
                <a:lnTo>
                  <a:pt x="1335024" y="405384"/>
                </a:lnTo>
                <a:lnTo>
                  <a:pt x="1369631" y="388531"/>
                </a:lnTo>
                <a:lnTo>
                  <a:pt x="1427403" y="349669"/>
                </a:lnTo>
                <a:lnTo>
                  <a:pt x="1469974" y="303999"/>
                </a:lnTo>
                <a:lnTo>
                  <a:pt x="1499069" y="252653"/>
                </a:lnTo>
                <a:lnTo>
                  <a:pt x="1517078" y="195287"/>
                </a:lnTo>
                <a:lnTo>
                  <a:pt x="1529130" y="125044"/>
                </a:lnTo>
                <a:lnTo>
                  <a:pt x="1533144" y="85344"/>
                </a:lnTo>
                <a:lnTo>
                  <a:pt x="1538312" y="127381"/>
                </a:lnTo>
                <a:lnTo>
                  <a:pt x="1552651" y="196583"/>
                </a:lnTo>
                <a:lnTo>
                  <a:pt x="1572082" y="248869"/>
                </a:lnTo>
                <a:lnTo>
                  <a:pt x="1596605" y="296252"/>
                </a:lnTo>
                <a:lnTo>
                  <a:pt x="1626870" y="340525"/>
                </a:lnTo>
                <a:lnTo>
                  <a:pt x="1665732" y="379387"/>
                </a:lnTo>
                <a:lnTo>
                  <a:pt x="1688592" y="396240"/>
                </a:lnTo>
                <a:lnTo>
                  <a:pt x="1696859" y="386219"/>
                </a:lnTo>
                <a:lnTo>
                  <a:pt x="1707832" y="378904"/>
                </a:lnTo>
                <a:lnTo>
                  <a:pt x="1721383" y="374167"/>
                </a:lnTo>
                <a:lnTo>
                  <a:pt x="1737360" y="371856"/>
                </a:lnTo>
                <a:lnTo>
                  <a:pt x="1737360" y="36271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pic>
        <p:nvPicPr>
          <p:cNvPr id="44" name="object 44"/>
          <p:cNvPicPr/>
          <p:nvPr/>
        </p:nvPicPr>
        <p:blipFill>
          <a:blip r:embed="rId10" cstate="print"/>
          <a:stretch>
            <a:fillRect/>
          </a:stretch>
        </p:blipFill>
        <p:spPr>
          <a:xfrm>
            <a:off x="6126479" y="3750635"/>
            <a:ext cx="70104" cy="118800"/>
          </a:xfrm>
          <a:prstGeom prst="rect">
            <a:avLst/>
          </a:prstGeom>
        </p:spPr>
      </p:pic>
      <p:sp>
        <p:nvSpPr>
          <p:cNvPr id="45" name="object 45"/>
          <p:cNvSpPr/>
          <p:nvPr/>
        </p:nvSpPr>
        <p:spPr>
          <a:xfrm>
            <a:off x="6548615" y="3514344"/>
            <a:ext cx="841375" cy="417830"/>
          </a:xfrm>
          <a:custGeom>
            <a:avLst/>
            <a:gdLst/>
            <a:ahLst/>
            <a:cxnLst/>
            <a:rect l="l" t="t" r="r" b="b"/>
            <a:pathLst>
              <a:path w="841375" h="417829">
                <a:moveTo>
                  <a:pt x="219456" y="239268"/>
                </a:moveTo>
                <a:lnTo>
                  <a:pt x="211099" y="198335"/>
                </a:lnTo>
                <a:lnTo>
                  <a:pt x="184975" y="168973"/>
                </a:lnTo>
                <a:lnTo>
                  <a:pt x="175260" y="163918"/>
                </a:lnTo>
                <a:lnTo>
                  <a:pt x="175260" y="240792"/>
                </a:lnTo>
                <a:lnTo>
                  <a:pt x="174955" y="248513"/>
                </a:lnTo>
                <a:lnTo>
                  <a:pt x="157810" y="283451"/>
                </a:lnTo>
                <a:lnTo>
                  <a:pt x="114617" y="299834"/>
                </a:lnTo>
                <a:lnTo>
                  <a:pt x="79248" y="301752"/>
                </a:lnTo>
                <a:lnTo>
                  <a:pt x="44196" y="301752"/>
                </a:lnTo>
                <a:lnTo>
                  <a:pt x="44196" y="181356"/>
                </a:lnTo>
                <a:lnTo>
                  <a:pt x="92964" y="181356"/>
                </a:lnTo>
                <a:lnTo>
                  <a:pt x="102920" y="181597"/>
                </a:lnTo>
                <a:lnTo>
                  <a:pt x="119976" y="182651"/>
                </a:lnTo>
                <a:lnTo>
                  <a:pt x="126492" y="182880"/>
                </a:lnTo>
                <a:lnTo>
                  <a:pt x="141732" y="185928"/>
                </a:lnTo>
                <a:lnTo>
                  <a:pt x="149352" y="190500"/>
                </a:lnTo>
                <a:lnTo>
                  <a:pt x="156552" y="194462"/>
                </a:lnTo>
                <a:lnTo>
                  <a:pt x="174980" y="231965"/>
                </a:lnTo>
                <a:lnTo>
                  <a:pt x="175260" y="240792"/>
                </a:lnTo>
                <a:lnTo>
                  <a:pt x="175260" y="163918"/>
                </a:lnTo>
                <a:lnTo>
                  <a:pt x="173151" y="162814"/>
                </a:lnTo>
                <a:lnTo>
                  <a:pt x="160020" y="158496"/>
                </a:lnTo>
                <a:lnTo>
                  <a:pt x="160020" y="156972"/>
                </a:lnTo>
                <a:lnTo>
                  <a:pt x="192024" y="128016"/>
                </a:lnTo>
                <a:lnTo>
                  <a:pt x="204216" y="86868"/>
                </a:lnTo>
                <a:lnTo>
                  <a:pt x="203885" y="77114"/>
                </a:lnTo>
                <a:lnTo>
                  <a:pt x="185928" y="37909"/>
                </a:lnTo>
                <a:lnTo>
                  <a:pt x="160020" y="22415"/>
                </a:lnTo>
                <a:lnTo>
                  <a:pt x="160020" y="85344"/>
                </a:lnTo>
                <a:lnTo>
                  <a:pt x="160020" y="92964"/>
                </a:lnTo>
                <a:lnTo>
                  <a:pt x="147828" y="131064"/>
                </a:lnTo>
                <a:lnTo>
                  <a:pt x="128016" y="141732"/>
                </a:lnTo>
                <a:lnTo>
                  <a:pt x="121920" y="143256"/>
                </a:lnTo>
                <a:lnTo>
                  <a:pt x="116547" y="144386"/>
                </a:lnTo>
                <a:lnTo>
                  <a:pt x="109728" y="145351"/>
                </a:lnTo>
                <a:lnTo>
                  <a:pt x="101777" y="146050"/>
                </a:lnTo>
                <a:lnTo>
                  <a:pt x="92964" y="146304"/>
                </a:lnTo>
                <a:lnTo>
                  <a:pt x="44196" y="146304"/>
                </a:lnTo>
                <a:lnTo>
                  <a:pt x="44196" y="50292"/>
                </a:lnTo>
                <a:lnTo>
                  <a:pt x="85344" y="50292"/>
                </a:lnTo>
                <a:lnTo>
                  <a:pt x="95973" y="50533"/>
                </a:lnTo>
                <a:lnTo>
                  <a:pt x="113207" y="51587"/>
                </a:lnTo>
                <a:lnTo>
                  <a:pt x="120396" y="51816"/>
                </a:lnTo>
                <a:lnTo>
                  <a:pt x="129540" y="53340"/>
                </a:lnTo>
                <a:lnTo>
                  <a:pt x="137160" y="54864"/>
                </a:lnTo>
                <a:lnTo>
                  <a:pt x="143256" y="59436"/>
                </a:lnTo>
                <a:lnTo>
                  <a:pt x="149352" y="62484"/>
                </a:lnTo>
                <a:lnTo>
                  <a:pt x="153924" y="67056"/>
                </a:lnTo>
                <a:lnTo>
                  <a:pt x="155448" y="73152"/>
                </a:lnTo>
                <a:lnTo>
                  <a:pt x="158496" y="79248"/>
                </a:lnTo>
                <a:lnTo>
                  <a:pt x="160020" y="22415"/>
                </a:lnTo>
                <a:lnTo>
                  <a:pt x="116776" y="14668"/>
                </a:lnTo>
                <a:lnTo>
                  <a:pt x="86868" y="13716"/>
                </a:lnTo>
                <a:lnTo>
                  <a:pt x="0" y="13716"/>
                </a:lnTo>
                <a:lnTo>
                  <a:pt x="0" y="338328"/>
                </a:lnTo>
                <a:lnTo>
                  <a:pt x="92964" y="338328"/>
                </a:lnTo>
                <a:lnTo>
                  <a:pt x="136042" y="334479"/>
                </a:lnTo>
                <a:lnTo>
                  <a:pt x="176771" y="318096"/>
                </a:lnTo>
                <a:lnTo>
                  <a:pt x="205435" y="289902"/>
                </a:lnTo>
                <a:lnTo>
                  <a:pt x="218884" y="250418"/>
                </a:lnTo>
                <a:lnTo>
                  <a:pt x="219456" y="239268"/>
                </a:lnTo>
                <a:close/>
              </a:path>
              <a:path w="841375" h="417829">
                <a:moveTo>
                  <a:pt x="464832" y="216408"/>
                </a:moveTo>
                <a:lnTo>
                  <a:pt x="462851" y="187502"/>
                </a:lnTo>
                <a:lnTo>
                  <a:pt x="457022" y="162306"/>
                </a:lnTo>
                <a:lnTo>
                  <a:pt x="447471" y="140550"/>
                </a:lnTo>
                <a:lnTo>
                  <a:pt x="435419" y="123444"/>
                </a:lnTo>
                <a:lnTo>
                  <a:pt x="434352" y="121920"/>
                </a:lnTo>
                <a:lnTo>
                  <a:pt x="422160" y="110591"/>
                </a:lnTo>
                <a:lnTo>
                  <a:pt x="422160" y="216408"/>
                </a:lnTo>
                <a:lnTo>
                  <a:pt x="421030" y="238721"/>
                </a:lnTo>
                <a:lnTo>
                  <a:pt x="405396" y="286512"/>
                </a:lnTo>
                <a:lnTo>
                  <a:pt x="370890" y="307949"/>
                </a:lnTo>
                <a:lnTo>
                  <a:pt x="356628" y="309372"/>
                </a:lnTo>
                <a:lnTo>
                  <a:pt x="341477" y="307949"/>
                </a:lnTo>
                <a:lnTo>
                  <a:pt x="306336" y="286512"/>
                </a:lnTo>
                <a:lnTo>
                  <a:pt x="290690" y="237871"/>
                </a:lnTo>
                <a:lnTo>
                  <a:pt x="289572" y="216408"/>
                </a:lnTo>
                <a:lnTo>
                  <a:pt x="290690" y="194106"/>
                </a:lnTo>
                <a:lnTo>
                  <a:pt x="306336" y="146304"/>
                </a:lnTo>
                <a:lnTo>
                  <a:pt x="341477" y="124879"/>
                </a:lnTo>
                <a:lnTo>
                  <a:pt x="356628" y="123444"/>
                </a:lnTo>
                <a:lnTo>
                  <a:pt x="371525" y="124879"/>
                </a:lnTo>
                <a:lnTo>
                  <a:pt x="405396" y="146304"/>
                </a:lnTo>
                <a:lnTo>
                  <a:pt x="421030" y="194741"/>
                </a:lnTo>
                <a:lnTo>
                  <a:pt x="422160" y="216408"/>
                </a:lnTo>
                <a:lnTo>
                  <a:pt x="422160" y="110591"/>
                </a:lnTo>
                <a:lnTo>
                  <a:pt x="418350" y="107048"/>
                </a:lnTo>
                <a:lnTo>
                  <a:pt x="400062" y="96583"/>
                </a:lnTo>
                <a:lnTo>
                  <a:pt x="379488" y="90424"/>
                </a:lnTo>
                <a:lnTo>
                  <a:pt x="356628" y="88392"/>
                </a:lnTo>
                <a:lnTo>
                  <a:pt x="332879" y="90424"/>
                </a:lnTo>
                <a:lnTo>
                  <a:pt x="293395" y="107048"/>
                </a:lnTo>
                <a:lnTo>
                  <a:pt x="264248" y="140766"/>
                </a:lnTo>
                <a:lnTo>
                  <a:pt x="248869" y="188150"/>
                </a:lnTo>
                <a:lnTo>
                  <a:pt x="246900" y="216408"/>
                </a:lnTo>
                <a:lnTo>
                  <a:pt x="248843" y="244436"/>
                </a:lnTo>
                <a:lnTo>
                  <a:pt x="263613" y="290779"/>
                </a:lnTo>
                <a:lnTo>
                  <a:pt x="292112" y="325145"/>
                </a:lnTo>
                <a:lnTo>
                  <a:pt x="332638" y="342379"/>
                </a:lnTo>
                <a:lnTo>
                  <a:pt x="356628" y="344424"/>
                </a:lnTo>
                <a:lnTo>
                  <a:pt x="379488" y="342404"/>
                </a:lnTo>
                <a:lnTo>
                  <a:pt x="400062" y="336232"/>
                </a:lnTo>
                <a:lnTo>
                  <a:pt x="418350" y="325780"/>
                </a:lnTo>
                <a:lnTo>
                  <a:pt x="434352" y="310896"/>
                </a:lnTo>
                <a:lnTo>
                  <a:pt x="435457" y="309372"/>
                </a:lnTo>
                <a:lnTo>
                  <a:pt x="447471" y="292925"/>
                </a:lnTo>
                <a:lnTo>
                  <a:pt x="457022" y="271081"/>
                </a:lnTo>
                <a:lnTo>
                  <a:pt x="462851" y="245541"/>
                </a:lnTo>
                <a:lnTo>
                  <a:pt x="464832" y="216408"/>
                </a:lnTo>
                <a:close/>
              </a:path>
              <a:path w="841375" h="417829">
                <a:moveTo>
                  <a:pt x="710184" y="211836"/>
                </a:moveTo>
                <a:lnTo>
                  <a:pt x="704278" y="160591"/>
                </a:lnTo>
                <a:lnTo>
                  <a:pt x="685800" y="121920"/>
                </a:lnTo>
                <a:lnTo>
                  <a:pt x="667512" y="103035"/>
                </a:lnTo>
                <a:lnTo>
                  <a:pt x="667512" y="216408"/>
                </a:lnTo>
                <a:lnTo>
                  <a:pt x="666369" y="238696"/>
                </a:lnTo>
                <a:lnTo>
                  <a:pt x="649224" y="284988"/>
                </a:lnTo>
                <a:lnTo>
                  <a:pt x="615581" y="306425"/>
                </a:lnTo>
                <a:lnTo>
                  <a:pt x="600456" y="307848"/>
                </a:lnTo>
                <a:lnTo>
                  <a:pt x="593623" y="307594"/>
                </a:lnTo>
                <a:lnTo>
                  <a:pt x="586930" y="306895"/>
                </a:lnTo>
                <a:lnTo>
                  <a:pt x="580529" y="305930"/>
                </a:lnTo>
                <a:lnTo>
                  <a:pt x="574548" y="304800"/>
                </a:lnTo>
                <a:lnTo>
                  <a:pt x="568553" y="302501"/>
                </a:lnTo>
                <a:lnTo>
                  <a:pt x="561975" y="300037"/>
                </a:lnTo>
                <a:lnTo>
                  <a:pt x="554837" y="297307"/>
                </a:lnTo>
                <a:lnTo>
                  <a:pt x="547116" y="294132"/>
                </a:lnTo>
                <a:lnTo>
                  <a:pt x="547116" y="155448"/>
                </a:lnTo>
                <a:lnTo>
                  <a:pt x="586486" y="131876"/>
                </a:lnTo>
                <a:lnTo>
                  <a:pt x="611124" y="128016"/>
                </a:lnTo>
                <a:lnTo>
                  <a:pt x="625081" y="129209"/>
                </a:lnTo>
                <a:lnTo>
                  <a:pt x="659803" y="162191"/>
                </a:lnTo>
                <a:lnTo>
                  <a:pt x="667512" y="216408"/>
                </a:lnTo>
                <a:lnTo>
                  <a:pt x="667512" y="103035"/>
                </a:lnTo>
                <a:lnTo>
                  <a:pt x="658368" y="96583"/>
                </a:lnTo>
                <a:lnTo>
                  <a:pt x="641223" y="90424"/>
                </a:lnTo>
                <a:lnTo>
                  <a:pt x="621792" y="88392"/>
                </a:lnTo>
                <a:lnTo>
                  <a:pt x="610654" y="88963"/>
                </a:lnTo>
                <a:lnTo>
                  <a:pt x="571766" y="102400"/>
                </a:lnTo>
                <a:lnTo>
                  <a:pt x="547116" y="120396"/>
                </a:lnTo>
                <a:lnTo>
                  <a:pt x="547116" y="0"/>
                </a:lnTo>
                <a:lnTo>
                  <a:pt x="505968" y="0"/>
                </a:lnTo>
                <a:lnTo>
                  <a:pt x="505968" y="338328"/>
                </a:lnTo>
                <a:lnTo>
                  <a:pt x="544068" y="338328"/>
                </a:lnTo>
                <a:lnTo>
                  <a:pt x="547116" y="326136"/>
                </a:lnTo>
                <a:lnTo>
                  <a:pt x="553974" y="330428"/>
                </a:lnTo>
                <a:lnTo>
                  <a:pt x="590169" y="343281"/>
                </a:lnTo>
                <a:lnTo>
                  <a:pt x="608076" y="344424"/>
                </a:lnTo>
                <a:lnTo>
                  <a:pt x="628942" y="342138"/>
                </a:lnTo>
                <a:lnTo>
                  <a:pt x="648081" y="335280"/>
                </a:lnTo>
                <a:lnTo>
                  <a:pt x="662025" y="326136"/>
                </a:lnTo>
                <a:lnTo>
                  <a:pt x="665518" y="323850"/>
                </a:lnTo>
                <a:lnTo>
                  <a:pt x="681228" y="307848"/>
                </a:lnTo>
                <a:lnTo>
                  <a:pt x="693470" y="288137"/>
                </a:lnTo>
                <a:lnTo>
                  <a:pt x="702564" y="265557"/>
                </a:lnTo>
                <a:lnTo>
                  <a:pt x="708240" y="240131"/>
                </a:lnTo>
                <a:lnTo>
                  <a:pt x="710184" y="211836"/>
                </a:lnTo>
                <a:close/>
              </a:path>
              <a:path w="841375" h="417829">
                <a:moveTo>
                  <a:pt x="827544" y="94488"/>
                </a:moveTo>
                <a:lnTo>
                  <a:pt x="775728" y="94488"/>
                </a:lnTo>
                <a:lnTo>
                  <a:pt x="775728" y="156972"/>
                </a:lnTo>
                <a:lnTo>
                  <a:pt x="827544" y="156972"/>
                </a:lnTo>
                <a:lnTo>
                  <a:pt x="827544" y="94488"/>
                </a:lnTo>
                <a:close/>
              </a:path>
              <a:path w="841375" h="417829">
                <a:moveTo>
                  <a:pt x="841260" y="275844"/>
                </a:moveTo>
                <a:lnTo>
                  <a:pt x="787920" y="275844"/>
                </a:lnTo>
                <a:lnTo>
                  <a:pt x="749820" y="417576"/>
                </a:lnTo>
                <a:lnTo>
                  <a:pt x="780300" y="417576"/>
                </a:lnTo>
                <a:lnTo>
                  <a:pt x="841260" y="27584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" name="object 46"/>
          <p:cNvSpPr/>
          <p:nvPr/>
        </p:nvSpPr>
        <p:spPr>
          <a:xfrm>
            <a:off x="7618476" y="3514344"/>
            <a:ext cx="706120" cy="344805"/>
          </a:xfrm>
          <a:custGeom>
            <a:avLst/>
            <a:gdLst/>
            <a:ahLst/>
            <a:cxnLst/>
            <a:rect l="l" t="t" r="r" b="b"/>
            <a:pathLst>
              <a:path w="706120" h="344804">
                <a:moveTo>
                  <a:pt x="219456" y="239268"/>
                </a:moveTo>
                <a:lnTo>
                  <a:pt x="211086" y="198335"/>
                </a:lnTo>
                <a:lnTo>
                  <a:pt x="198983" y="181356"/>
                </a:lnTo>
                <a:lnTo>
                  <a:pt x="195376" y="177152"/>
                </a:lnTo>
                <a:lnTo>
                  <a:pt x="184975" y="168973"/>
                </a:lnTo>
                <a:lnTo>
                  <a:pt x="175260" y="163918"/>
                </a:lnTo>
                <a:lnTo>
                  <a:pt x="175260" y="240792"/>
                </a:lnTo>
                <a:lnTo>
                  <a:pt x="174942" y="248513"/>
                </a:lnTo>
                <a:lnTo>
                  <a:pt x="157797" y="283451"/>
                </a:lnTo>
                <a:lnTo>
                  <a:pt x="114604" y="299834"/>
                </a:lnTo>
                <a:lnTo>
                  <a:pt x="79248" y="301752"/>
                </a:lnTo>
                <a:lnTo>
                  <a:pt x="44196" y="301752"/>
                </a:lnTo>
                <a:lnTo>
                  <a:pt x="44196" y="181356"/>
                </a:lnTo>
                <a:lnTo>
                  <a:pt x="92964" y="181356"/>
                </a:lnTo>
                <a:lnTo>
                  <a:pt x="102908" y="181597"/>
                </a:lnTo>
                <a:lnTo>
                  <a:pt x="119964" y="182651"/>
                </a:lnTo>
                <a:lnTo>
                  <a:pt x="126492" y="182880"/>
                </a:lnTo>
                <a:lnTo>
                  <a:pt x="141732" y="185928"/>
                </a:lnTo>
                <a:lnTo>
                  <a:pt x="149352" y="190500"/>
                </a:lnTo>
                <a:lnTo>
                  <a:pt x="156540" y="194462"/>
                </a:lnTo>
                <a:lnTo>
                  <a:pt x="174967" y="231965"/>
                </a:lnTo>
                <a:lnTo>
                  <a:pt x="175260" y="240792"/>
                </a:lnTo>
                <a:lnTo>
                  <a:pt x="175260" y="163918"/>
                </a:lnTo>
                <a:lnTo>
                  <a:pt x="173139" y="162814"/>
                </a:lnTo>
                <a:lnTo>
                  <a:pt x="160020" y="158496"/>
                </a:lnTo>
                <a:lnTo>
                  <a:pt x="160020" y="156972"/>
                </a:lnTo>
                <a:lnTo>
                  <a:pt x="193548" y="128016"/>
                </a:lnTo>
                <a:lnTo>
                  <a:pt x="204216" y="86868"/>
                </a:lnTo>
                <a:lnTo>
                  <a:pt x="203873" y="77114"/>
                </a:lnTo>
                <a:lnTo>
                  <a:pt x="202692" y="68199"/>
                </a:lnTo>
                <a:lnTo>
                  <a:pt x="200355" y="59867"/>
                </a:lnTo>
                <a:lnTo>
                  <a:pt x="196596" y="51816"/>
                </a:lnTo>
                <a:lnTo>
                  <a:pt x="195719" y="50292"/>
                </a:lnTo>
                <a:lnTo>
                  <a:pt x="192328" y="44373"/>
                </a:lnTo>
                <a:lnTo>
                  <a:pt x="160020" y="22415"/>
                </a:lnTo>
                <a:lnTo>
                  <a:pt x="160020" y="85344"/>
                </a:lnTo>
                <a:lnTo>
                  <a:pt x="160020" y="92964"/>
                </a:lnTo>
                <a:lnTo>
                  <a:pt x="159727" y="100444"/>
                </a:lnTo>
                <a:lnTo>
                  <a:pt x="158877" y="107061"/>
                </a:lnTo>
                <a:lnTo>
                  <a:pt x="157441" y="113118"/>
                </a:lnTo>
                <a:lnTo>
                  <a:pt x="155448" y="118872"/>
                </a:lnTo>
                <a:lnTo>
                  <a:pt x="153924" y="124968"/>
                </a:lnTo>
                <a:lnTo>
                  <a:pt x="149352" y="131064"/>
                </a:lnTo>
                <a:lnTo>
                  <a:pt x="141732" y="135636"/>
                </a:lnTo>
                <a:lnTo>
                  <a:pt x="135636" y="140208"/>
                </a:lnTo>
                <a:lnTo>
                  <a:pt x="128016" y="141732"/>
                </a:lnTo>
                <a:lnTo>
                  <a:pt x="121920" y="143256"/>
                </a:lnTo>
                <a:lnTo>
                  <a:pt x="116751" y="144386"/>
                </a:lnTo>
                <a:lnTo>
                  <a:pt x="110299" y="145351"/>
                </a:lnTo>
                <a:lnTo>
                  <a:pt x="102412" y="146050"/>
                </a:lnTo>
                <a:lnTo>
                  <a:pt x="92964" y="146304"/>
                </a:lnTo>
                <a:lnTo>
                  <a:pt x="44196" y="146304"/>
                </a:lnTo>
                <a:lnTo>
                  <a:pt x="44196" y="50292"/>
                </a:lnTo>
                <a:lnTo>
                  <a:pt x="85344" y="50292"/>
                </a:lnTo>
                <a:lnTo>
                  <a:pt x="95961" y="50533"/>
                </a:lnTo>
                <a:lnTo>
                  <a:pt x="113195" y="51587"/>
                </a:lnTo>
                <a:lnTo>
                  <a:pt x="120396" y="51816"/>
                </a:lnTo>
                <a:lnTo>
                  <a:pt x="129540" y="53340"/>
                </a:lnTo>
                <a:lnTo>
                  <a:pt x="137160" y="54864"/>
                </a:lnTo>
                <a:lnTo>
                  <a:pt x="143256" y="59436"/>
                </a:lnTo>
                <a:lnTo>
                  <a:pt x="149352" y="62484"/>
                </a:lnTo>
                <a:lnTo>
                  <a:pt x="153924" y="67056"/>
                </a:lnTo>
                <a:lnTo>
                  <a:pt x="155448" y="73152"/>
                </a:lnTo>
                <a:lnTo>
                  <a:pt x="158496" y="79248"/>
                </a:lnTo>
                <a:lnTo>
                  <a:pt x="160020" y="22415"/>
                </a:lnTo>
                <a:lnTo>
                  <a:pt x="116776" y="14668"/>
                </a:lnTo>
                <a:lnTo>
                  <a:pt x="86868" y="13716"/>
                </a:lnTo>
                <a:lnTo>
                  <a:pt x="0" y="13716"/>
                </a:lnTo>
                <a:lnTo>
                  <a:pt x="0" y="338328"/>
                </a:lnTo>
                <a:lnTo>
                  <a:pt x="92964" y="338328"/>
                </a:lnTo>
                <a:lnTo>
                  <a:pt x="136677" y="334479"/>
                </a:lnTo>
                <a:lnTo>
                  <a:pt x="176758" y="318096"/>
                </a:lnTo>
                <a:lnTo>
                  <a:pt x="196265" y="301752"/>
                </a:lnTo>
                <a:lnTo>
                  <a:pt x="199834" y="297942"/>
                </a:lnTo>
                <a:lnTo>
                  <a:pt x="217170" y="260985"/>
                </a:lnTo>
                <a:lnTo>
                  <a:pt x="218884" y="250418"/>
                </a:lnTo>
                <a:lnTo>
                  <a:pt x="219456" y="239268"/>
                </a:lnTo>
                <a:close/>
              </a:path>
              <a:path w="706120" h="344804">
                <a:moveTo>
                  <a:pt x="460235" y="216408"/>
                </a:moveTo>
                <a:lnTo>
                  <a:pt x="458508" y="187502"/>
                </a:lnTo>
                <a:lnTo>
                  <a:pt x="453186" y="162306"/>
                </a:lnTo>
                <a:lnTo>
                  <a:pt x="444169" y="140550"/>
                </a:lnTo>
                <a:lnTo>
                  <a:pt x="432333" y="123444"/>
                </a:lnTo>
                <a:lnTo>
                  <a:pt x="431279" y="121920"/>
                </a:lnTo>
                <a:lnTo>
                  <a:pt x="419087" y="110604"/>
                </a:lnTo>
                <a:lnTo>
                  <a:pt x="419087" y="216408"/>
                </a:lnTo>
                <a:lnTo>
                  <a:pt x="417944" y="238721"/>
                </a:lnTo>
                <a:lnTo>
                  <a:pt x="400799" y="286512"/>
                </a:lnTo>
                <a:lnTo>
                  <a:pt x="367157" y="307949"/>
                </a:lnTo>
                <a:lnTo>
                  <a:pt x="352031" y="309372"/>
                </a:lnTo>
                <a:lnTo>
                  <a:pt x="337134" y="307949"/>
                </a:lnTo>
                <a:lnTo>
                  <a:pt x="303263" y="286512"/>
                </a:lnTo>
                <a:lnTo>
                  <a:pt x="287629" y="237871"/>
                </a:lnTo>
                <a:lnTo>
                  <a:pt x="286499" y="216408"/>
                </a:lnTo>
                <a:lnTo>
                  <a:pt x="287629" y="194106"/>
                </a:lnTo>
                <a:lnTo>
                  <a:pt x="303263" y="146304"/>
                </a:lnTo>
                <a:lnTo>
                  <a:pt x="337134" y="124879"/>
                </a:lnTo>
                <a:lnTo>
                  <a:pt x="352031" y="123444"/>
                </a:lnTo>
                <a:lnTo>
                  <a:pt x="367157" y="124879"/>
                </a:lnTo>
                <a:lnTo>
                  <a:pt x="400799" y="146304"/>
                </a:lnTo>
                <a:lnTo>
                  <a:pt x="417944" y="194741"/>
                </a:lnTo>
                <a:lnTo>
                  <a:pt x="419087" y="216408"/>
                </a:lnTo>
                <a:lnTo>
                  <a:pt x="419087" y="110604"/>
                </a:lnTo>
                <a:lnTo>
                  <a:pt x="415264" y="107048"/>
                </a:lnTo>
                <a:lnTo>
                  <a:pt x="396798" y="96583"/>
                </a:lnTo>
                <a:lnTo>
                  <a:pt x="375780" y="90424"/>
                </a:lnTo>
                <a:lnTo>
                  <a:pt x="352031" y="88392"/>
                </a:lnTo>
                <a:lnTo>
                  <a:pt x="329171" y="90424"/>
                </a:lnTo>
                <a:lnTo>
                  <a:pt x="290309" y="107048"/>
                </a:lnTo>
                <a:lnTo>
                  <a:pt x="261188" y="140766"/>
                </a:lnTo>
                <a:lnTo>
                  <a:pt x="245808" y="188150"/>
                </a:lnTo>
                <a:lnTo>
                  <a:pt x="243827" y="216408"/>
                </a:lnTo>
                <a:lnTo>
                  <a:pt x="245567" y="244436"/>
                </a:lnTo>
                <a:lnTo>
                  <a:pt x="259905" y="290779"/>
                </a:lnTo>
                <a:lnTo>
                  <a:pt x="288810" y="325145"/>
                </a:lnTo>
                <a:lnTo>
                  <a:pt x="328295" y="342379"/>
                </a:lnTo>
                <a:lnTo>
                  <a:pt x="352031" y="344424"/>
                </a:lnTo>
                <a:lnTo>
                  <a:pt x="375780" y="342404"/>
                </a:lnTo>
                <a:lnTo>
                  <a:pt x="396798" y="336232"/>
                </a:lnTo>
                <a:lnTo>
                  <a:pt x="415264" y="325780"/>
                </a:lnTo>
                <a:lnTo>
                  <a:pt x="431279" y="310896"/>
                </a:lnTo>
                <a:lnTo>
                  <a:pt x="432371" y="309372"/>
                </a:lnTo>
                <a:lnTo>
                  <a:pt x="444169" y="292925"/>
                </a:lnTo>
                <a:lnTo>
                  <a:pt x="453186" y="271081"/>
                </a:lnTo>
                <a:lnTo>
                  <a:pt x="458508" y="245541"/>
                </a:lnTo>
                <a:lnTo>
                  <a:pt x="460235" y="216408"/>
                </a:lnTo>
                <a:close/>
              </a:path>
              <a:path w="706120" h="344804">
                <a:moveTo>
                  <a:pt x="705599" y="211836"/>
                </a:moveTo>
                <a:lnTo>
                  <a:pt x="699884" y="160591"/>
                </a:lnTo>
                <a:lnTo>
                  <a:pt x="682739" y="121920"/>
                </a:lnTo>
                <a:lnTo>
                  <a:pt x="664451" y="103327"/>
                </a:lnTo>
                <a:lnTo>
                  <a:pt x="664451" y="216408"/>
                </a:lnTo>
                <a:lnTo>
                  <a:pt x="663308" y="238696"/>
                </a:lnTo>
                <a:lnTo>
                  <a:pt x="646163" y="284988"/>
                </a:lnTo>
                <a:lnTo>
                  <a:pt x="612305" y="306425"/>
                </a:lnTo>
                <a:lnTo>
                  <a:pt x="597395" y="307848"/>
                </a:lnTo>
                <a:lnTo>
                  <a:pt x="590562" y="307594"/>
                </a:lnTo>
                <a:lnTo>
                  <a:pt x="550913" y="297307"/>
                </a:lnTo>
                <a:lnTo>
                  <a:pt x="544055" y="294132"/>
                </a:lnTo>
                <a:lnTo>
                  <a:pt x="544055" y="155448"/>
                </a:lnTo>
                <a:lnTo>
                  <a:pt x="583425" y="131876"/>
                </a:lnTo>
                <a:lnTo>
                  <a:pt x="608063" y="128016"/>
                </a:lnTo>
                <a:lnTo>
                  <a:pt x="621804" y="129209"/>
                </a:lnTo>
                <a:lnTo>
                  <a:pt x="656742" y="162191"/>
                </a:lnTo>
                <a:lnTo>
                  <a:pt x="664451" y="216408"/>
                </a:lnTo>
                <a:lnTo>
                  <a:pt x="664451" y="103327"/>
                </a:lnTo>
                <a:lnTo>
                  <a:pt x="654545" y="96583"/>
                </a:lnTo>
                <a:lnTo>
                  <a:pt x="636879" y="90424"/>
                </a:lnTo>
                <a:lnTo>
                  <a:pt x="617207" y="88392"/>
                </a:lnTo>
                <a:lnTo>
                  <a:pt x="606945" y="88963"/>
                </a:lnTo>
                <a:lnTo>
                  <a:pt x="568490" y="102400"/>
                </a:lnTo>
                <a:lnTo>
                  <a:pt x="544055" y="120396"/>
                </a:lnTo>
                <a:lnTo>
                  <a:pt x="544055" y="0"/>
                </a:lnTo>
                <a:lnTo>
                  <a:pt x="502907" y="0"/>
                </a:lnTo>
                <a:lnTo>
                  <a:pt x="502907" y="338328"/>
                </a:lnTo>
                <a:lnTo>
                  <a:pt x="541007" y="338328"/>
                </a:lnTo>
                <a:lnTo>
                  <a:pt x="544055" y="326136"/>
                </a:lnTo>
                <a:lnTo>
                  <a:pt x="550913" y="330428"/>
                </a:lnTo>
                <a:lnTo>
                  <a:pt x="595287" y="344144"/>
                </a:lnTo>
                <a:lnTo>
                  <a:pt x="605015" y="344424"/>
                </a:lnTo>
                <a:lnTo>
                  <a:pt x="625881" y="342138"/>
                </a:lnTo>
                <a:lnTo>
                  <a:pt x="645020" y="335280"/>
                </a:lnTo>
                <a:lnTo>
                  <a:pt x="658964" y="326136"/>
                </a:lnTo>
                <a:lnTo>
                  <a:pt x="662457" y="323850"/>
                </a:lnTo>
                <a:lnTo>
                  <a:pt x="678167" y="307848"/>
                </a:lnTo>
                <a:lnTo>
                  <a:pt x="690168" y="288137"/>
                </a:lnTo>
                <a:lnTo>
                  <a:pt x="698741" y="265557"/>
                </a:lnTo>
                <a:lnTo>
                  <a:pt x="703884" y="240131"/>
                </a:lnTo>
                <a:lnTo>
                  <a:pt x="705599" y="21183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" name="object 47"/>
          <p:cNvSpPr/>
          <p:nvPr/>
        </p:nvSpPr>
        <p:spPr>
          <a:xfrm>
            <a:off x="8503919" y="3497579"/>
            <a:ext cx="401320" cy="396240"/>
          </a:xfrm>
          <a:custGeom>
            <a:avLst/>
            <a:gdLst/>
            <a:ahLst/>
            <a:cxnLst/>
            <a:rect l="l" t="t" r="r" b="b"/>
            <a:pathLst>
              <a:path w="401320" h="396239">
                <a:moveTo>
                  <a:pt x="21336" y="39624"/>
                </a:moveTo>
                <a:lnTo>
                  <a:pt x="6096" y="24384"/>
                </a:lnTo>
                <a:lnTo>
                  <a:pt x="330708" y="24384"/>
                </a:lnTo>
                <a:lnTo>
                  <a:pt x="355092" y="0"/>
                </a:lnTo>
                <a:lnTo>
                  <a:pt x="390144" y="35052"/>
                </a:lnTo>
                <a:lnTo>
                  <a:pt x="64008" y="35052"/>
                </a:lnTo>
                <a:lnTo>
                  <a:pt x="52839" y="35337"/>
                </a:lnTo>
                <a:lnTo>
                  <a:pt x="42100" y="36195"/>
                </a:lnTo>
                <a:lnTo>
                  <a:pt x="31646" y="37623"/>
                </a:lnTo>
                <a:lnTo>
                  <a:pt x="21336" y="39624"/>
                </a:lnTo>
                <a:close/>
              </a:path>
              <a:path w="401320" h="396239">
                <a:moveTo>
                  <a:pt x="213360" y="85343"/>
                </a:moveTo>
                <a:lnTo>
                  <a:pt x="188976" y="85343"/>
                </a:lnTo>
                <a:lnTo>
                  <a:pt x="188976" y="35052"/>
                </a:lnTo>
                <a:lnTo>
                  <a:pt x="213360" y="35052"/>
                </a:lnTo>
                <a:lnTo>
                  <a:pt x="213360" y="85343"/>
                </a:lnTo>
                <a:close/>
              </a:path>
              <a:path w="401320" h="396239">
                <a:moveTo>
                  <a:pt x="342518" y="85343"/>
                </a:moveTo>
                <a:lnTo>
                  <a:pt x="304800" y="85343"/>
                </a:lnTo>
                <a:lnTo>
                  <a:pt x="323088" y="67055"/>
                </a:lnTo>
                <a:lnTo>
                  <a:pt x="342518" y="85343"/>
                </a:lnTo>
                <a:close/>
              </a:path>
              <a:path w="401320" h="396239">
                <a:moveTo>
                  <a:pt x="62484" y="249936"/>
                </a:moveTo>
                <a:lnTo>
                  <a:pt x="62722" y="230576"/>
                </a:lnTo>
                <a:lnTo>
                  <a:pt x="63769" y="186713"/>
                </a:lnTo>
                <a:lnTo>
                  <a:pt x="63908" y="172926"/>
                </a:lnTo>
                <a:lnTo>
                  <a:pt x="63978" y="160020"/>
                </a:lnTo>
                <a:lnTo>
                  <a:pt x="63769" y="138469"/>
                </a:lnTo>
                <a:lnTo>
                  <a:pt x="62722" y="92130"/>
                </a:lnTo>
                <a:lnTo>
                  <a:pt x="62484" y="70104"/>
                </a:lnTo>
                <a:lnTo>
                  <a:pt x="89916" y="85343"/>
                </a:lnTo>
                <a:lnTo>
                  <a:pt x="342518" y="85343"/>
                </a:lnTo>
                <a:lnTo>
                  <a:pt x="348996" y="91440"/>
                </a:lnTo>
                <a:lnTo>
                  <a:pt x="342464" y="96012"/>
                </a:lnTo>
                <a:lnTo>
                  <a:pt x="88392" y="96012"/>
                </a:lnTo>
                <a:lnTo>
                  <a:pt x="88392" y="149352"/>
                </a:lnTo>
                <a:lnTo>
                  <a:pt x="333785" y="149352"/>
                </a:lnTo>
                <a:lnTo>
                  <a:pt x="333832" y="160020"/>
                </a:lnTo>
                <a:lnTo>
                  <a:pt x="88392" y="160020"/>
                </a:lnTo>
                <a:lnTo>
                  <a:pt x="88392" y="217932"/>
                </a:lnTo>
                <a:lnTo>
                  <a:pt x="334551" y="217932"/>
                </a:lnTo>
                <a:lnTo>
                  <a:pt x="334949" y="227076"/>
                </a:lnTo>
                <a:lnTo>
                  <a:pt x="88392" y="227076"/>
                </a:lnTo>
                <a:lnTo>
                  <a:pt x="88392" y="239268"/>
                </a:lnTo>
                <a:lnTo>
                  <a:pt x="62484" y="249936"/>
                </a:lnTo>
                <a:close/>
              </a:path>
              <a:path w="401320" h="396239">
                <a:moveTo>
                  <a:pt x="213360" y="149352"/>
                </a:moveTo>
                <a:lnTo>
                  <a:pt x="188976" y="149352"/>
                </a:lnTo>
                <a:lnTo>
                  <a:pt x="188976" y="96012"/>
                </a:lnTo>
                <a:lnTo>
                  <a:pt x="213360" y="96012"/>
                </a:lnTo>
                <a:lnTo>
                  <a:pt x="213360" y="149352"/>
                </a:lnTo>
                <a:close/>
              </a:path>
              <a:path w="401320" h="396239">
                <a:moveTo>
                  <a:pt x="333785" y="149352"/>
                </a:moveTo>
                <a:lnTo>
                  <a:pt x="309372" y="149352"/>
                </a:lnTo>
                <a:lnTo>
                  <a:pt x="309372" y="96012"/>
                </a:lnTo>
                <a:lnTo>
                  <a:pt x="342464" y="96012"/>
                </a:lnTo>
                <a:lnTo>
                  <a:pt x="333756" y="102108"/>
                </a:lnTo>
                <a:lnTo>
                  <a:pt x="333785" y="149352"/>
                </a:lnTo>
                <a:close/>
              </a:path>
              <a:path w="401320" h="396239">
                <a:moveTo>
                  <a:pt x="211836" y="217932"/>
                </a:moveTo>
                <a:lnTo>
                  <a:pt x="187452" y="217932"/>
                </a:lnTo>
                <a:lnTo>
                  <a:pt x="187690" y="199667"/>
                </a:lnTo>
                <a:lnTo>
                  <a:pt x="188214" y="183832"/>
                </a:lnTo>
                <a:lnTo>
                  <a:pt x="188737" y="170568"/>
                </a:lnTo>
                <a:lnTo>
                  <a:pt x="188976" y="160020"/>
                </a:lnTo>
                <a:lnTo>
                  <a:pt x="213360" y="160020"/>
                </a:lnTo>
                <a:lnTo>
                  <a:pt x="213121" y="172926"/>
                </a:lnTo>
                <a:lnTo>
                  <a:pt x="212597" y="186713"/>
                </a:lnTo>
                <a:lnTo>
                  <a:pt x="212074" y="201596"/>
                </a:lnTo>
                <a:lnTo>
                  <a:pt x="211836" y="217932"/>
                </a:lnTo>
                <a:close/>
              </a:path>
              <a:path w="401320" h="396239">
                <a:moveTo>
                  <a:pt x="334551" y="217932"/>
                </a:moveTo>
                <a:lnTo>
                  <a:pt x="309372" y="217932"/>
                </a:lnTo>
                <a:lnTo>
                  <a:pt x="309372" y="160020"/>
                </a:lnTo>
                <a:lnTo>
                  <a:pt x="333832" y="160020"/>
                </a:lnTo>
                <a:lnTo>
                  <a:pt x="333964" y="186713"/>
                </a:lnTo>
                <a:lnTo>
                  <a:pt x="334398" y="214407"/>
                </a:lnTo>
                <a:lnTo>
                  <a:pt x="334551" y="217932"/>
                </a:lnTo>
                <a:close/>
              </a:path>
              <a:path w="401320" h="396239">
                <a:moveTo>
                  <a:pt x="187998" y="304800"/>
                </a:moveTo>
                <a:lnTo>
                  <a:pt x="163068" y="304800"/>
                </a:lnTo>
                <a:lnTo>
                  <a:pt x="167354" y="296775"/>
                </a:lnTo>
                <a:lnTo>
                  <a:pt x="171069" y="288607"/>
                </a:lnTo>
                <a:lnTo>
                  <a:pt x="181356" y="251460"/>
                </a:lnTo>
                <a:lnTo>
                  <a:pt x="185928" y="227076"/>
                </a:lnTo>
                <a:lnTo>
                  <a:pt x="210312" y="227076"/>
                </a:lnTo>
                <a:lnTo>
                  <a:pt x="205763" y="255079"/>
                </a:lnTo>
                <a:lnTo>
                  <a:pt x="199072" y="279654"/>
                </a:lnTo>
                <a:lnTo>
                  <a:pt x="190380" y="300799"/>
                </a:lnTo>
                <a:lnTo>
                  <a:pt x="187998" y="304800"/>
                </a:lnTo>
                <a:close/>
              </a:path>
              <a:path w="401320" h="396239">
                <a:moveTo>
                  <a:pt x="309372" y="246888"/>
                </a:moveTo>
                <a:lnTo>
                  <a:pt x="309372" y="227076"/>
                </a:lnTo>
                <a:lnTo>
                  <a:pt x="334949" y="227076"/>
                </a:lnTo>
                <a:lnTo>
                  <a:pt x="335280" y="234696"/>
                </a:lnTo>
                <a:lnTo>
                  <a:pt x="309372" y="246888"/>
                </a:lnTo>
                <a:close/>
              </a:path>
              <a:path w="401320" h="396239">
                <a:moveTo>
                  <a:pt x="1524" y="396240"/>
                </a:moveTo>
                <a:lnTo>
                  <a:pt x="0" y="388620"/>
                </a:lnTo>
                <a:lnTo>
                  <a:pt x="28551" y="381476"/>
                </a:lnTo>
                <a:lnTo>
                  <a:pt x="54673" y="373761"/>
                </a:lnTo>
                <a:lnTo>
                  <a:pt x="99060" y="356616"/>
                </a:lnTo>
                <a:lnTo>
                  <a:pt x="142994" y="327683"/>
                </a:lnTo>
                <a:lnTo>
                  <a:pt x="152400" y="318516"/>
                </a:lnTo>
                <a:lnTo>
                  <a:pt x="141565" y="306752"/>
                </a:lnTo>
                <a:lnTo>
                  <a:pt x="129730" y="291846"/>
                </a:lnTo>
                <a:lnTo>
                  <a:pt x="117038" y="273510"/>
                </a:lnTo>
                <a:lnTo>
                  <a:pt x="103632" y="251460"/>
                </a:lnTo>
                <a:lnTo>
                  <a:pt x="108204" y="248412"/>
                </a:lnTo>
                <a:lnTo>
                  <a:pt x="123634" y="266438"/>
                </a:lnTo>
                <a:lnTo>
                  <a:pt x="137922" y="281749"/>
                </a:lnTo>
                <a:lnTo>
                  <a:pt x="151066" y="294489"/>
                </a:lnTo>
                <a:lnTo>
                  <a:pt x="163068" y="304800"/>
                </a:lnTo>
                <a:lnTo>
                  <a:pt x="187998" y="304800"/>
                </a:lnTo>
                <a:lnTo>
                  <a:pt x="179832" y="318516"/>
                </a:lnTo>
                <a:lnTo>
                  <a:pt x="200644" y="330827"/>
                </a:lnTo>
                <a:lnTo>
                  <a:pt x="203732" y="332232"/>
                </a:lnTo>
                <a:lnTo>
                  <a:pt x="167640" y="332232"/>
                </a:lnTo>
                <a:lnTo>
                  <a:pt x="121134" y="363307"/>
                </a:lnTo>
                <a:lnTo>
                  <a:pt x="78890" y="379309"/>
                </a:lnTo>
                <a:lnTo>
                  <a:pt x="29217" y="391358"/>
                </a:lnTo>
                <a:lnTo>
                  <a:pt x="1524" y="396240"/>
                </a:lnTo>
                <a:close/>
              </a:path>
              <a:path w="401320" h="396239">
                <a:moveTo>
                  <a:pt x="368808" y="387096"/>
                </a:moveTo>
                <a:lnTo>
                  <a:pt x="305752" y="383857"/>
                </a:lnTo>
                <a:lnTo>
                  <a:pt x="252984" y="374904"/>
                </a:lnTo>
                <a:lnTo>
                  <a:pt x="208597" y="358711"/>
                </a:lnTo>
                <a:lnTo>
                  <a:pt x="167640" y="332232"/>
                </a:lnTo>
                <a:lnTo>
                  <a:pt x="203732" y="332232"/>
                </a:lnTo>
                <a:lnTo>
                  <a:pt x="221742" y="340423"/>
                </a:lnTo>
                <a:lnTo>
                  <a:pt x="242839" y="347448"/>
                </a:lnTo>
                <a:lnTo>
                  <a:pt x="283678" y="354925"/>
                </a:lnTo>
                <a:lnTo>
                  <a:pt x="338328" y="358140"/>
                </a:lnTo>
                <a:lnTo>
                  <a:pt x="400812" y="358140"/>
                </a:lnTo>
                <a:lnTo>
                  <a:pt x="400812" y="359664"/>
                </a:lnTo>
                <a:lnTo>
                  <a:pt x="387667" y="364807"/>
                </a:lnTo>
                <a:lnTo>
                  <a:pt x="377952" y="371094"/>
                </a:lnTo>
                <a:lnTo>
                  <a:pt x="371665" y="378523"/>
                </a:lnTo>
                <a:lnTo>
                  <a:pt x="368808" y="387096"/>
                </a:lnTo>
                <a:close/>
              </a:path>
              <a:path w="401320" h="396239">
                <a:moveTo>
                  <a:pt x="400812" y="358140"/>
                </a:moveTo>
                <a:lnTo>
                  <a:pt x="338328" y="358140"/>
                </a:lnTo>
                <a:lnTo>
                  <a:pt x="352591" y="357878"/>
                </a:lnTo>
                <a:lnTo>
                  <a:pt x="367855" y="357187"/>
                </a:lnTo>
                <a:lnTo>
                  <a:pt x="400812" y="355092"/>
                </a:lnTo>
                <a:lnTo>
                  <a:pt x="400812" y="35814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" name="object 48"/>
          <p:cNvSpPr/>
          <p:nvPr/>
        </p:nvSpPr>
        <p:spPr>
          <a:xfrm>
            <a:off x="8950439" y="3486911"/>
            <a:ext cx="844550" cy="410209"/>
          </a:xfrm>
          <a:custGeom>
            <a:avLst/>
            <a:gdLst/>
            <a:ahLst/>
            <a:cxnLst/>
            <a:rect l="l" t="t" r="r" b="b"/>
            <a:pathLst>
              <a:path w="844550" h="410210">
                <a:moveTo>
                  <a:pt x="318516" y="144780"/>
                </a:moveTo>
                <a:lnTo>
                  <a:pt x="314769" y="141732"/>
                </a:lnTo>
                <a:lnTo>
                  <a:pt x="294132" y="124968"/>
                </a:lnTo>
                <a:lnTo>
                  <a:pt x="283464" y="139636"/>
                </a:lnTo>
                <a:lnTo>
                  <a:pt x="283464" y="150876"/>
                </a:lnTo>
                <a:lnTo>
                  <a:pt x="283464" y="199644"/>
                </a:lnTo>
                <a:lnTo>
                  <a:pt x="109728" y="199644"/>
                </a:lnTo>
                <a:lnTo>
                  <a:pt x="109728" y="150876"/>
                </a:lnTo>
                <a:lnTo>
                  <a:pt x="283464" y="150876"/>
                </a:lnTo>
                <a:lnTo>
                  <a:pt x="283464" y="139636"/>
                </a:lnTo>
                <a:lnTo>
                  <a:pt x="281940" y="141732"/>
                </a:lnTo>
                <a:lnTo>
                  <a:pt x="109728" y="141732"/>
                </a:lnTo>
                <a:lnTo>
                  <a:pt x="85344" y="126492"/>
                </a:lnTo>
                <a:lnTo>
                  <a:pt x="86233" y="137350"/>
                </a:lnTo>
                <a:lnTo>
                  <a:pt x="86677" y="149352"/>
                </a:lnTo>
                <a:lnTo>
                  <a:pt x="86766" y="155448"/>
                </a:lnTo>
                <a:lnTo>
                  <a:pt x="86639" y="192214"/>
                </a:lnTo>
                <a:lnTo>
                  <a:pt x="86106" y="206502"/>
                </a:lnTo>
                <a:lnTo>
                  <a:pt x="85661" y="217932"/>
                </a:lnTo>
                <a:lnTo>
                  <a:pt x="85534" y="222504"/>
                </a:lnTo>
                <a:lnTo>
                  <a:pt x="85344" y="231648"/>
                </a:lnTo>
                <a:lnTo>
                  <a:pt x="109728" y="222504"/>
                </a:lnTo>
                <a:lnTo>
                  <a:pt x="109728" y="210312"/>
                </a:lnTo>
                <a:lnTo>
                  <a:pt x="283464" y="210312"/>
                </a:lnTo>
                <a:lnTo>
                  <a:pt x="283464" y="225552"/>
                </a:lnTo>
                <a:lnTo>
                  <a:pt x="307848" y="217932"/>
                </a:lnTo>
                <a:lnTo>
                  <a:pt x="307162" y="210312"/>
                </a:lnTo>
                <a:lnTo>
                  <a:pt x="306971" y="208178"/>
                </a:lnTo>
                <a:lnTo>
                  <a:pt x="306539" y="199644"/>
                </a:lnTo>
                <a:lnTo>
                  <a:pt x="306374" y="192214"/>
                </a:lnTo>
                <a:lnTo>
                  <a:pt x="306324" y="155448"/>
                </a:lnTo>
                <a:lnTo>
                  <a:pt x="311556" y="150876"/>
                </a:lnTo>
                <a:lnTo>
                  <a:pt x="318516" y="144780"/>
                </a:lnTo>
                <a:close/>
              </a:path>
              <a:path w="844550" h="410210">
                <a:moveTo>
                  <a:pt x="323088" y="312420"/>
                </a:moveTo>
                <a:lnTo>
                  <a:pt x="317461" y="307848"/>
                </a:lnTo>
                <a:lnTo>
                  <a:pt x="298704" y="292608"/>
                </a:lnTo>
                <a:lnTo>
                  <a:pt x="288036" y="305943"/>
                </a:lnTo>
                <a:lnTo>
                  <a:pt x="288036" y="318516"/>
                </a:lnTo>
                <a:lnTo>
                  <a:pt x="288036" y="373380"/>
                </a:lnTo>
                <a:lnTo>
                  <a:pt x="111252" y="373380"/>
                </a:lnTo>
                <a:lnTo>
                  <a:pt x="111252" y="318516"/>
                </a:lnTo>
                <a:lnTo>
                  <a:pt x="288036" y="318516"/>
                </a:lnTo>
                <a:lnTo>
                  <a:pt x="288036" y="305943"/>
                </a:lnTo>
                <a:lnTo>
                  <a:pt x="286512" y="307848"/>
                </a:lnTo>
                <a:lnTo>
                  <a:pt x="112776" y="307848"/>
                </a:lnTo>
                <a:lnTo>
                  <a:pt x="86868" y="294132"/>
                </a:lnTo>
                <a:lnTo>
                  <a:pt x="87757" y="307263"/>
                </a:lnTo>
                <a:lnTo>
                  <a:pt x="88214" y="321564"/>
                </a:lnTo>
                <a:lnTo>
                  <a:pt x="88379" y="336359"/>
                </a:lnTo>
                <a:lnTo>
                  <a:pt x="88277" y="375551"/>
                </a:lnTo>
                <a:lnTo>
                  <a:pt x="88201" y="381571"/>
                </a:lnTo>
                <a:lnTo>
                  <a:pt x="87757" y="395986"/>
                </a:lnTo>
                <a:lnTo>
                  <a:pt x="86868" y="409956"/>
                </a:lnTo>
                <a:lnTo>
                  <a:pt x="111252" y="402336"/>
                </a:lnTo>
                <a:lnTo>
                  <a:pt x="111252" y="384048"/>
                </a:lnTo>
                <a:lnTo>
                  <a:pt x="288036" y="384048"/>
                </a:lnTo>
                <a:lnTo>
                  <a:pt x="288036" y="409956"/>
                </a:lnTo>
                <a:lnTo>
                  <a:pt x="312420" y="402336"/>
                </a:lnTo>
                <a:lnTo>
                  <a:pt x="311543" y="393217"/>
                </a:lnTo>
                <a:lnTo>
                  <a:pt x="311086" y="384048"/>
                </a:lnTo>
                <a:lnTo>
                  <a:pt x="310921" y="373380"/>
                </a:lnTo>
                <a:lnTo>
                  <a:pt x="310896" y="321564"/>
                </a:lnTo>
                <a:lnTo>
                  <a:pt x="314960" y="318516"/>
                </a:lnTo>
                <a:lnTo>
                  <a:pt x="323088" y="312420"/>
                </a:lnTo>
                <a:close/>
              </a:path>
              <a:path w="844550" h="410210">
                <a:moveTo>
                  <a:pt x="365760" y="62484"/>
                </a:moveTo>
                <a:lnTo>
                  <a:pt x="332232" y="27432"/>
                </a:lnTo>
                <a:lnTo>
                  <a:pt x="307848" y="51816"/>
                </a:lnTo>
                <a:lnTo>
                  <a:pt x="204216" y="51816"/>
                </a:lnTo>
                <a:lnTo>
                  <a:pt x="204216" y="27432"/>
                </a:lnTo>
                <a:lnTo>
                  <a:pt x="220980" y="15240"/>
                </a:lnTo>
                <a:lnTo>
                  <a:pt x="179832" y="0"/>
                </a:lnTo>
                <a:lnTo>
                  <a:pt x="180962" y="11099"/>
                </a:lnTo>
                <a:lnTo>
                  <a:pt x="181927" y="23622"/>
                </a:lnTo>
                <a:lnTo>
                  <a:pt x="182626" y="37299"/>
                </a:lnTo>
                <a:lnTo>
                  <a:pt x="182880" y="51816"/>
                </a:lnTo>
                <a:lnTo>
                  <a:pt x="27432" y="51816"/>
                </a:lnTo>
                <a:lnTo>
                  <a:pt x="42672" y="68580"/>
                </a:lnTo>
                <a:lnTo>
                  <a:pt x="52984" y="65709"/>
                </a:lnTo>
                <a:lnTo>
                  <a:pt x="63436" y="63817"/>
                </a:lnTo>
                <a:lnTo>
                  <a:pt x="74180" y="62801"/>
                </a:lnTo>
                <a:lnTo>
                  <a:pt x="85344" y="62484"/>
                </a:lnTo>
                <a:lnTo>
                  <a:pt x="182880" y="62484"/>
                </a:lnTo>
                <a:lnTo>
                  <a:pt x="182880" y="105156"/>
                </a:lnTo>
                <a:lnTo>
                  <a:pt x="74676" y="105156"/>
                </a:lnTo>
                <a:lnTo>
                  <a:pt x="89916" y="120396"/>
                </a:lnTo>
                <a:lnTo>
                  <a:pt x="100228" y="118160"/>
                </a:lnTo>
                <a:lnTo>
                  <a:pt x="110680" y="116205"/>
                </a:lnTo>
                <a:lnTo>
                  <a:pt x="121424" y="114833"/>
                </a:lnTo>
                <a:lnTo>
                  <a:pt x="132588" y="114300"/>
                </a:lnTo>
                <a:lnTo>
                  <a:pt x="323088" y="114300"/>
                </a:lnTo>
                <a:lnTo>
                  <a:pt x="291084" y="83820"/>
                </a:lnTo>
                <a:lnTo>
                  <a:pt x="271272" y="105156"/>
                </a:lnTo>
                <a:lnTo>
                  <a:pt x="204216" y="105156"/>
                </a:lnTo>
                <a:lnTo>
                  <a:pt x="204216" y="62484"/>
                </a:lnTo>
                <a:lnTo>
                  <a:pt x="365760" y="62484"/>
                </a:lnTo>
                <a:close/>
              </a:path>
              <a:path w="844550" h="410210">
                <a:moveTo>
                  <a:pt x="394728" y="280416"/>
                </a:moveTo>
                <a:lnTo>
                  <a:pt x="359676" y="245364"/>
                </a:lnTo>
                <a:lnTo>
                  <a:pt x="335280" y="269748"/>
                </a:lnTo>
                <a:lnTo>
                  <a:pt x="234696" y="269748"/>
                </a:lnTo>
                <a:lnTo>
                  <a:pt x="239509" y="264058"/>
                </a:lnTo>
                <a:lnTo>
                  <a:pt x="244602" y="258508"/>
                </a:lnTo>
                <a:lnTo>
                  <a:pt x="249707" y="253250"/>
                </a:lnTo>
                <a:lnTo>
                  <a:pt x="254508" y="248412"/>
                </a:lnTo>
                <a:lnTo>
                  <a:pt x="259346" y="243230"/>
                </a:lnTo>
                <a:lnTo>
                  <a:pt x="264604" y="238887"/>
                </a:lnTo>
                <a:lnTo>
                  <a:pt x="270154" y="235127"/>
                </a:lnTo>
                <a:lnTo>
                  <a:pt x="275844" y="231648"/>
                </a:lnTo>
                <a:lnTo>
                  <a:pt x="249936" y="211836"/>
                </a:lnTo>
                <a:lnTo>
                  <a:pt x="245935" y="225552"/>
                </a:lnTo>
                <a:lnTo>
                  <a:pt x="240601" y="239649"/>
                </a:lnTo>
                <a:lnTo>
                  <a:pt x="233870" y="254279"/>
                </a:lnTo>
                <a:lnTo>
                  <a:pt x="225552" y="269748"/>
                </a:lnTo>
                <a:lnTo>
                  <a:pt x="161544" y="269748"/>
                </a:lnTo>
                <a:lnTo>
                  <a:pt x="167640" y="262128"/>
                </a:lnTo>
                <a:lnTo>
                  <a:pt x="170688" y="256032"/>
                </a:lnTo>
                <a:lnTo>
                  <a:pt x="170688" y="245364"/>
                </a:lnTo>
                <a:lnTo>
                  <a:pt x="167640" y="240792"/>
                </a:lnTo>
                <a:lnTo>
                  <a:pt x="126492" y="217932"/>
                </a:lnTo>
                <a:lnTo>
                  <a:pt x="123444" y="220980"/>
                </a:lnTo>
                <a:lnTo>
                  <a:pt x="134594" y="235254"/>
                </a:lnTo>
                <a:lnTo>
                  <a:pt x="142875" y="248221"/>
                </a:lnTo>
                <a:lnTo>
                  <a:pt x="148310" y="259778"/>
                </a:lnTo>
                <a:lnTo>
                  <a:pt x="150876" y="269748"/>
                </a:lnTo>
                <a:lnTo>
                  <a:pt x="0" y="269748"/>
                </a:lnTo>
                <a:lnTo>
                  <a:pt x="15240" y="284988"/>
                </a:lnTo>
                <a:lnTo>
                  <a:pt x="25527" y="282994"/>
                </a:lnTo>
                <a:lnTo>
                  <a:pt x="35814" y="281559"/>
                </a:lnTo>
                <a:lnTo>
                  <a:pt x="46101" y="280708"/>
                </a:lnTo>
                <a:lnTo>
                  <a:pt x="56388" y="280416"/>
                </a:lnTo>
                <a:lnTo>
                  <a:pt x="394728" y="280416"/>
                </a:lnTo>
                <a:close/>
              </a:path>
              <a:path w="844550" h="410210">
                <a:moveTo>
                  <a:pt x="618756" y="71628"/>
                </a:moveTo>
                <a:lnTo>
                  <a:pt x="592848" y="45720"/>
                </a:lnTo>
                <a:lnTo>
                  <a:pt x="573036" y="67056"/>
                </a:lnTo>
                <a:lnTo>
                  <a:pt x="441972" y="67056"/>
                </a:lnTo>
                <a:lnTo>
                  <a:pt x="455688" y="80772"/>
                </a:lnTo>
                <a:lnTo>
                  <a:pt x="470928" y="76200"/>
                </a:lnTo>
                <a:lnTo>
                  <a:pt x="576084" y="76200"/>
                </a:lnTo>
                <a:lnTo>
                  <a:pt x="566953" y="111899"/>
                </a:lnTo>
                <a:lnTo>
                  <a:pt x="558038" y="143256"/>
                </a:lnTo>
                <a:lnTo>
                  <a:pt x="549287" y="170713"/>
                </a:lnTo>
                <a:lnTo>
                  <a:pt x="541032" y="193548"/>
                </a:lnTo>
                <a:lnTo>
                  <a:pt x="523024" y="172961"/>
                </a:lnTo>
                <a:lnTo>
                  <a:pt x="503313" y="152209"/>
                </a:lnTo>
                <a:lnTo>
                  <a:pt x="481876" y="131191"/>
                </a:lnTo>
                <a:lnTo>
                  <a:pt x="458736" y="109728"/>
                </a:lnTo>
                <a:lnTo>
                  <a:pt x="455688" y="114300"/>
                </a:lnTo>
                <a:lnTo>
                  <a:pt x="475703" y="138620"/>
                </a:lnTo>
                <a:lnTo>
                  <a:pt x="494741" y="163639"/>
                </a:lnTo>
                <a:lnTo>
                  <a:pt x="512902" y="189534"/>
                </a:lnTo>
                <a:lnTo>
                  <a:pt x="530364" y="216408"/>
                </a:lnTo>
                <a:lnTo>
                  <a:pt x="511759" y="255536"/>
                </a:lnTo>
                <a:lnTo>
                  <a:pt x="490169" y="292798"/>
                </a:lnTo>
                <a:lnTo>
                  <a:pt x="465442" y="328041"/>
                </a:lnTo>
                <a:lnTo>
                  <a:pt x="437400" y="361188"/>
                </a:lnTo>
                <a:lnTo>
                  <a:pt x="441972" y="367284"/>
                </a:lnTo>
                <a:lnTo>
                  <a:pt x="478637" y="332333"/>
                </a:lnTo>
                <a:lnTo>
                  <a:pt x="507504" y="297180"/>
                </a:lnTo>
                <a:lnTo>
                  <a:pt x="529221" y="263842"/>
                </a:lnTo>
                <a:lnTo>
                  <a:pt x="544080" y="236220"/>
                </a:lnTo>
                <a:lnTo>
                  <a:pt x="556031" y="257327"/>
                </a:lnTo>
                <a:lnTo>
                  <a:pt x="566559" y="276987"/>
                </a:lnTo>
                <a:lnTo>
                  <a:pt x="575360" y="294944"/>
                </a:lnTo>
                <a:lnTo>
                  <a:pt x="582180" y="310896"/>
                </a:lnTo>
                <a:lnTo>
                  <a:pt x="585609" y="320903"/>
                </a:lnTo>
                <a:lnTo>
                  <a:pt x="589038" y="328041"/>
                </a:lnTo>
                <a:lnTo>
                  <a:pt x="592467" y="332333"/>
                </a:lnTo>
                <a:lnTo>
                  <a:pt x="595896" y="333756"/>
                </a:lnTo>
                <a:lnTo>
                  <a:pt x="598944" y="333756"/>
                </a:lnTo>
                <a:lnTo>
                  <a:pt x="601992" y="330708"/>
                </a:lnTo>
                <a:lnTo>
                  <a:pt x="605040" y="324612"/>
                </a:lnTo>
                <a:lnTo>
                  <a:pt x="608088" y="320040"/>
                </a:lnTo>
                <a:lnTo>
                  <a:pt x="609612" y="312420"/>
                </a:lnTo>
                <a:lnTo>
                  <a:pt x="609612" y="306324"/>
                </a:lnTo>
                <a:lnTo>
                  <a:pt x="594194" y="264782"/>
                </a:lnTo>
                <a:lnTo>
                  <a:pt x="574890" y="236220"/>
                </a:lnTo>
                <a:lnTo>
                  <a:pt x="571957" y="232156"/>
                </a:lnTo>
                <a:lnTo>
                  <a:pt x="556272" y="211836"/>
                </a:lnTo>
                <a:lnTo>
                  <a:pt x="564349" y="193548"/>
                </a:lnTo>
                <a:lnTo>
                  <a:pt x="564603" y="192976"/>
                </a:lnTo>
                <a:lnTo>
                  <a:pt x="571512" y="175260"/>
                </a:lnTo>
                <a:lnTo>
                  <a:pt x="577265" y="158686"/>
                </a:lnTo>
                <a:lnTo>
                  <a:pt x="582117" y="143446"/>
                </a:lnTo>
                <a:lnTo>
                  <a:pt x="586765" y="129019"/>
                </a:lnTo>
                <a:lnTo>
                  <a:pt x="591388" y="114300"/>
                </a:lnTo>
                <a:lnTo>
                  <a:pt x="596531" y="98259"/>
                </a:lnTo>
                <a:lnTo>
                  <a:pt x="601992" y="82296"/>
                </a:lnTo>
                <a:lnTo>
                  <a:pt x="611568" y="76200"/>
                </a:lnTo>
                <a:lnTo>
                  <a:pt x="618756" y="71628"/>
                </a:lnTo>
                <a:close/>
              </a:path>
              <a:path w="844550" h="410210">
                <a:moveTo>
                  <a:pt x="842784" y="117348"/>
                </a:moveTo>
                <a:lnTo>
                  <a:pt x="840143" y="114300"/>
                </a:lnTo>
                <a:lnTo>
                  <a:pt x="832243" y="105156"/>
                </a:lnTo>
                <a:lnTo>
                  <a:pt x="813828" y="83820"/>
                </a:lnTo>
                <a:lnTo>
                  <a:pt x="794016" y="105156"/>
                </a:lnTo>
                <a:lnTo>
                  <a:pt x="676668" y="105156"/>
                </a:lnTo>
                <a:lnTo>
                  <a:pt x="683209" y="85686"/>
                </a:lnTo>
                <a:lnTo>
                  <a:pt x="689051" y="68199"/>
                </a:lnTo>
                <a:lnTo>
                  <a:pt x="694016" y="52438"/>
                </a:lnTo>
                <a:lnTo>
                  <a:pt x="698004" y="38100"/>
                </a:lnTo>
                <a:lnTo>
                  <a:pt x="714768" y="25908"/>
                </a:lnTo>
                <a:lnTo>
                  <a:pt x="676668" y="6096"/>
                </a:lnTo>
                <a:lnTo>
                  <a:pt x="672896" y="24650"/>
                </a:lnTo>
                <a:lnTo>
                  <a:pt x="668324" y="45720"/>
                </a:lnTo>
                <a:lnTo>
                  <a:pt x="655332" y="96012"/>
                </a:lnTo>
                <a:lnTo>
                  <a:pt x="635901" y="152209"/>
                </a:lnTo>
                <a:lnTo>
                  <a:pt x="609612" y="207264"/>
                </a:lnTo>
                <a:lnTo>
                  <a:pt x="615708" y="210312"/>
                </a:lnTo>
                <a:lnTo>
                  <a:pt x="632231" y="187172"/>
                </a:lnTo>
                <a:lnTo>
                  <a:pt x="647331" y="163449"/>
                </a:lnTo>
                <a:lnTo>
                  <a:pt x="660704" y="139166"/>
                </a:lnTo>
                <a:lnTo>
                  <a:pt x="672096" y="114300"/>
                </a:lnTo>
                <a:lnTo>
                  <a:pt x="797064" y="114300"/>
                </a:lnTo>
                <a:lnTo>
                  <a:pt x="774204" y="169164"/>
                </a:lnTo>
                <a:lnTo>
                  <a:pt x="778776" y="172212"/>
                </a:lnTo>
                <a:lnTo>
                  <a:pt x="787654" y="160477"/>
                </a:lnTo>
                <a:lnTo>
                  <a:pt x="796112" y="150304"/>
                </a:lnTo>
                <a:lnTo>
                  <a:pt x="826973" y="122872"/>
                </a:lnTo>
                <a:lnTo>
                  <a:pt x="834796" y="119329"/>
                </a:lnTo>
                <a:lnTo>
                  <a:pt x="842784" y="117348"/>
                </a:lnTo>
                <a:close/>
              </a:path>
              <a:path w="844550" h="410210">
                <a:moveTo>
                  <a:pt x="844308" y="379476"/>
                </a:moveTo>
                <a:lnTo>
                  <a:pt x="844194" y="373341"/>
                </a:lnTo>
                <a:lnTo>
                  <a:pt x="821448" y="362864"/>
                </a:lnTo>
                <a:lnTo>
                  <a:pt x="800874" y="347472"/>
                </a:lnTo>
                <a:lnTo>
                  <a:pt x="766584" y="303276"/>
                </a:lnTo>
                <a:lnTo>
                  <a:pt x="741629" y="240220"/>
                </a:lnTo>
                <a:lnTo>
                  <a:pt x="732929" y="202336"/>
                </a:lnTo>
                <a:lnTo>
                  <a:pt x="726960" y="160020"/>
                </a:lnTo>
                <a:lnTo>
                  <a:pt x="739152" y="149352"/>
                </a:lnTo>
                <a:lnTo>
                  <a:pt x="701052" y="132588"/>
                </a:lnTo>
                <a:lnTo>
                  <a:pt x="695883" y="185216"/>
                </a:lnTo>
                <a:lnTo>
                  <a:pt x="687146" y="231267"/>
                </a:lnTo>
                <a:lnTo>
                  <a:pt x="674687" y="271043"/>
                </a:lnTo>
                <a:lnTo>
                  <a:pt x="637806" y="333019"/>
                </a:lnTo>
                <a:lnTo>
                  <a:pt x="582942" y="379171"/>
                </a:lnTo>
                <a:lnTo>
                  <a:pt x="548652" y="396240"/>
                </a:lnTo>
                <a:lnTo>
                  <a:pt x="551700" y="403860"/>
                </a:lnTo>
                <a:lnTo>
                  <a:pt x="614184" y="374332"/>
                </a:lnTo>
                <a:lnTo>
                  <a:pt x="662952" y="332232"/>
                </a:lnTo>
                <a:lnTo>
                  <a:pt x="698576" y="269748"/>
                </a:lnTo>
                <a:lnTo>
                  <a:pt x="710742" y="228079"/>
                </a:lnTo>
                <a:lnTo>
                  <a:pt x="719340" y="179832"/>
                </a:lnTo>
                <a:lnTo>
                  <a:pt x="723569" y="214744"/>
                </a:lnTo>
                <a:lnTo>
                  <a:pt x="736053" y="275424"/>
                </a:lnTo>
                <a:lnTo>
                  <a:pt x="754583" y="326377"/>
                </a:lnTo>
                <a:lnTo>
                  <a:pt x="786587" y="373341"/>
                </a:lnTo>
                <a:lnTo>
                  <a:pt x="807732" y="396240"/>
                </a:lnTo>
                <a:lnTo>
                  <a:pt x="814298" y="389128"/>
                </a:lnTo>
                <a:lnTo>
                  <a:pt x="822591" y="383857"/>
                </a:lnTo>
                <a:lnTo>
                  <a:pt x="832586" y="380606"/>
                </a:lnTo>
                <a:lnTo>
                  <a:pt x="844308" y="37947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" name="object 49"/>
          <p:cNvSpPr/>
          <p:nvPr/>
        </p:nvSpPr>
        <p:spPr>
          <a:xfrm>
            <a:off x="2119871" y="3995927"/>
            <a:ext cx="325120" cy="344805"/>
          </a:xfrm>
          <a:custGeom>
            <a:avLst/>
            <a:gdLst/>
            <a:ahLst/>
            <a:cxnLst/>
            <a:rect l="l" t="t" r="r" b="b"/>
            <a:pathLst>
              <a:path w="325119" h="344804">
                <a:moveTo>
                  <a:pt x="246888" y="35052"/>
                </a:moveTo>
                <a:lnTo>
                  <a:pt x="231648" y="28956"/>
                </a:lnTo>
                <a:lnTo>
                  <a:pt x="224028" y="24384"/>
                </a:lnTo>
                <a:lnTo>
                  <a:pt x="217932" y="21336"/>
                </a:lnTo>
                <a:lnTo>
                  <a:pt x="210312" y="18288"/>
                </a:lnTo>
                <a:lnTo>
                  <a:pt x="202692" y="16764"/>
                </a:lnTo>
                <a:lnTo>
                  <a:pt x="196723" y="14744"/>
                </a:lnTo>
                <a:lnTo>
                  <a:pt x="154292" y="7886"/>
                </a:lnTo>
                <a:lnTo>
                  <a:pt x="146304" y="7620"/>
                </a:lnTo>
                <a:lnTo>
                  <a:pt x="130594" y="8458"/>
                </a:lnTo>
                <a:lnTo>
                  <a:pt x="86868" y="19812"/>
                </a:lnTo>
                <a:lnTo>
                  <a:pt x="50863" y="42748"/>
                </a:lnTo>
                <a:lnTo>
                  <a:pt x="23622" y="77533"/>
                </a:lnTo>
                <a:lnTo>
                  <a:pt x="6438" y="121500"/>
                </a:lnTo>
                <a:lnTo>
                  <a:pt x="0" y="176784"/>
                </a:lnTo>
                <a:lnTo>
                  <a:pt x="812" y="196773"/>
                </a:lnTo>
                <a:lnTo>
                  <a:pt x="10668" y="248412"/>
                </a:lnTo>
                <a:lnTo>
                  <a:pt x="32321" y="290639"/>
                </a:lnTo>
                <a:lnTo>
                  <a:pt x="62865" y="320040"/>
                </a:lnTo>
                <a:lnTo>
                  <a:pt x="100876" y="337997"/>
                </a:lnTo>
                <a:lnTo>
                  <a:pt x="146304" y="344424"/>
                </a:lnTo>
                <a:lnTo>
                  <a:pt x="155143" y="344170"/>
                </a:lnTo>
                <a:lnTo>
                  <a:pt x="202692" y="333756"/>
                </a:lnTo>
                <a:lnTo>
                  <a:pt x="211836" y="332232"/>
                </a:lnTo>
                <a:lnTo>
                  <a:pt x="219456" y="329184"/>
                </a:lnTo>
                <a:lnTo>
                  <a:pt x="225552" y="326136"/>
                </a:lnTo>
                <a:lnTo>
                  <a:pt x="233172" y="323088"/>
                </a:lnTo>
                <a:lnTo>
                  <a:pt x="239268" y="318516"/>
                </a:lnTo>
                <a:lnTo>
                  <a:pt x="246888" y="315468"/>
                </a:lnTo>
                <a:lnTo>
                  <a:pt x="246888" y="265176"/>
                </a:lnTo>
                <a:lnTo>
                  <a:pt x="242316" y="265176"/>
                </a:lnTo>
                <a:lnTo>
                  <a:pt x="234696" y="272796"/>
                </a:lnTo>
                <a:lnTo>
                  <a:pt x="228600" y="277368"/>
                </a:lnTo>
                <a:lnTo>
                  <a:pt x="194881" y="296989"/>
                </a:lnTo>
                <a:lnTo>
                  <a:pt x="155194" y="306044"/>
                </a:lnTo>
                <a:lnTo>
                  <a:pt x="146304" y="306324"/>
                </a:lnTo>
                <a:lnTo>
                  <a:pt x="136042" y="305777"/>
                </a:lnTo>
                <a:lnTo>
                  <a:pt x="97828" y="293827"/>
                </a:lnTo>
                <a:lnTo>
                  <a:pt x="68351" y="265747"/>
                </a:lnTo>
                <a:lnTo>
                  <a:pt x="49580" y="220941"/>
                </a:lnTo>
                <a:lnTo>
                  <a:pt x="45720" y="176784"/>
                </a:lnTo>
                <a:lnTo>
                  <a:pt x="46062" y="161340"/>
                </a:lnTo>
                <a:lnTo>
                  <a:pt x="53340" y="120396"/>
                </a:lnTo>
                <a:lnTo>
                  <a:pt x="74676" y="79248"/>
                </a:lnTo>
                <a:lnTo>
                  <a:pt x="106680" y="53340"/>
                </a:lnTo>
                <a:lnTo>
                  <a:pt x="146304" y="45720"/>
                </a:lnTo>
                <a:lnTo>
                  <a:pt x="155194" y="45986"/>
                </a:lnTo>
                <a:lnTo>
                  <a:pt x="193357" y="54292"/>
                </a:lnTo>
                <a:lnTo>
                  <a:pt x="205740" y="60960"/>
                </a:lnTo>
                <a:lnTo>
                  <a:pt x="212318" y="64389"/>
                </a:lnTo>
                <a:lnTo>
                  <a:pt x="218313" y="67818"/>
                </a:lnTo>
                <a:lnTo>
                  <a:pt x="223748" y="71247"/>
                </a:lnTo>
                <a:lnTo>
                  <a:pt x="228600" y="74676"/>
                </a:lnTo>
                <a:lnTo>
                  <a:pt x="234696" y="80772"/>
                </a:lnTo>
                <a:lnTo>
                  <a:pt x="239268" y="83820"/>
                </a:lnTo>
                <a:lnTo>
                  <a:pt x="242316" y="88392"/>
                </a:lnTo>
                <a:lnTo>
                  <a:pt x="246888" y="88392"/>
                </a:lnTo>
                <a:lnTo>
                  <a:pt x="246888" y="35052"/>
                </a:lnTo>
                <a:close/>
              </a:path>
              <a:path w="325119" h="344804">
                <a:moveTo>
                  <a:pt x="324624" y="0"/>
                </a:moveTo>
                <a:lnTo>
                  <a:pt x="283476" y="0"/>
                </a:lnTo>
                <a:lnTo>
                  <a:pt x="283476" y="338328"/>
                </a:lnTo>
                <a:lnTo>
                  <a:pt x="324624" y="338328"/>
                </a:lnTo>
                <a:lnTo>
                  <a:pt x="324624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pic>
        <p:nvPicPr>
          <p:cNvPr id="50" name="object 50"/>
          <p:cNvPicPr/>
          <p:nvPr/>
        </p:nvPicPr>
        <p:blipFill>
          <a:blip r:embed="rId11" cstate="print"/>
          <a:stretch>
            <a:fillRect/>
          </a:stretch>
        </p:blipFill>
        <p:spPr>
          <a:xfrm>
            <a:off x="2502407" y="4090416"/>
            <a:ext cx="190500" cy="249935"/>
          </a:xfrm>
          <a:prstGeom prst="rect">
            <a:avLst/>
          </a:prstGeom>
        </p:spPr>
      </p:pic>
      <p:sp>
        <p:nvSpPr>
          <p:cNvPr id="51" name="object 51"/>
          <p:cNvSpPr/>
          <p:nvPr/>
        </p:nvSpPr>
        <p:spPr>
          <a:xfrm>
            <a:off x="2755392" y="4009644"/>
            <a:ext cx="231775" cy="325120"/>
          </a:xfrm>
          <a:custGeom>
            <a:avLst/>
            <a:gdLst/>
            <a:ahLst/>
            <a:cxnLst/>
            <a:rect l="l" t="t" r="r" b="b"/>
            <a:pathLst>
              <a:path w="231775" h="325120">
                <a:moveTo>
                  <a:pt x="231648" y="324612"/>
                </a:moveTo>
                <a:lnTo>
                  <a:pt x="182880" y="324612"/>
                </a:lnTo>
                <a:lnTo>
                  <a:pt x="39624" y="45720"/>
                </a:lnTo>
                <a:lnTo>
                  <a:pt x="39624" y="324612"/>
                </a:lnTo>
                <a:lnTo>
                  <a:pt x="0" y="324612"/>
                </a:lnTo>
                <a:lnTo>
                  <a:pt x="0" y="0"/>
                </a:lnTo>
                <a:lnTo>
                  <a:pt x="60960" y="0"/>
                </a:lnTo>
                <a:lnTo>
                  <a:pt x="190500" y="257556"/>
                </a:lnTo>
                <a:lnTo>
                  <a:pt x="190500" y="0"/>
                </a:lnTo>
                <a:lnTo>
                  <a:pt x="231648" y="0"/>
                </a:lnTo>
                <a:lnTo>
                  <a:pt x="231648" y="32461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" name="object 52"/>
          <p:cNvSpPr/>
          <p:nvPr/>
        </p:nvSpPr>
        <p:spPr>
          <a:xfrm>
            <a:off x="3032760" y="4021835"/>
            <a:ext cx="368935" cy="317500"/>
          </a:xfrm>
          <a:custGeom>
            <a:avLst/>
            <a:gdLst/>
            <a:ahLst/>
            <a:cxnLst/>
            <a:rect l="l" t="t" r="r" b="b"/>
            <a:pathLst>
              <a:path w="368935" h="317500">
                <a:moveTo>
                  <a:pt x="208788" y="172212"/>
                </a:moveTo>
                <a:lnTo>
                  <a:pt x="202692" y="123444"/>
                </a:lnTo>
                <a:lnTo>
                  <a:pt x="182880" y="89916"/>
                </a:lnTo>
                <a:lnTo>
                  <a:pt x="169164" y="78282"/>
                </a:lnTo>
                <a:lnTo>
                  <a:pt x="169164" y="163068"/>
                </a:lnTo>
                <a:lnTo>
                  <a:pt x="41148" y="163068"/>
                </a:lnTo>
                <a:lnTo>
                  <a:pt x="41668" y="156235"/>
                </a:lnTo>
                <a:lnTo>
                  <a:pt x="43053" y="149542"/>
                </a:lnTo>
                <a:lnTo>
                  <a:pt x="44996" y="143141"/>
                </a:lnTo>
                <a:lnTo>
                  <a:pt x="47244" y="137160"/>
                </a:lnTo>
                <a:lnTo>
                  <a:pt x="50292" y="128016"/>
                </a:lnTo>
                <a:lnTo>
                  <a:pt x="82296" y="100584"/>
                </a:lnTo>
                <a:lnTo>
                  <a:pt x="109728" y="96012"/>
                </a:lnTo>
                <a:lnTo>
                  <a:pt x="117436" y="96304"/>
                </a:lnTo>
                <a:lnTo>
                  <a:pt x="160020" y="120396"/>
                </a:lnTo>
                <a:lnTo>
                  <a:pt x="169164" y="163068"/>
                </a:lnTo>
                <a:lnTo>
                  <a:pt x="169164" y="78282"/>
                </a:lnTo>
                <a:lnTo>
                  <a:pt x="132969" y="63817"/>
                </a:lnTo>
                <a:lnTo>
                  <a:pt x="111252" y="62484"/>
                </a:lnTo>
                <a:lnTo>
                  <a:pt x="87477" y="64757"/>
                </a:lnTo>
                <a:lnTo>
                  <a:pt x="47383" y="82423"/>
                </a:lnTo>
                <a:lnTo>
                  <a:pt x="16713" y="116382"/>
                </a:lnTo>
                <a:lnTo>
                  <a:pt x="1752" y="163766"/>
                </a:lnTo>
                <a:lnTo>
                  <a:pt x="0" y="192024"/>
                </a:lnTo>
                <a:lnTo>
                  <a:pt x="1993" y="220268"/>
                </a:lnTo>
                <a:lnTo>
                  <a:pt x="17995" y="267042"/>
                </a:lnTo>
                <a:lnTo>
                  <a:pt x="49479" y="298996"/>
                </a:lnTo>
                <a:lnTo>
                  <a:pt x="94145" y="314998"/>
                </a:lnTo>
                <a:lnTo>
                  <a:pt x="121920" y="316992"/>
                </a:lnTo>
                <a:lnTo>
                  <a:pt x="140208" y="316992"/>
                </a:lnTo>
                <a:lnTo>
                  <a:pt x="146304" y="315468"/>
                </a:lnTo>
                <a:lnTo>
                  <a:pt x="152400" y="315468"/>
                </a:lnTo>
                <a:lnTo>
                  <a:pt x="160020" y="312420"/>
                </a:lnTo>
                <a:lnTo>
                  <a:pt x="167640" y="310896"/>
                </a:lnTo>
                <a:lnTo>
                  <a:pt x="179832" y="307848"/>
                </a:lnTo>
                <a:lnTo>
                  <a:pt x="187452" y="304800"/>
                </a:lnTo>
                <a:lnTo>
                  <a:pt x="199644" y="298704"/>
                </a:lnTo>
                <a:lnTo>
                  <a:pt x="204216" y="297180"/>
                </a:lnTo>
                <a:lnTo>
                  <a:pt x="204216" y="281940"/>
                </a:lnTo>
                <a:lnTo>
                  <a:pt x="204216" y="252984"/>
                </a:lnTo>
                <a:lnTo>
                  <a:pt x="202692" y="252984"/>
                </a:lnTo>
                <a:lnTo>
                  <a:pt x="198120" y="256032"/>
                </a:lnTo>
                <a:lnTo>
                  <a:pt x="195072" y="259080"/>
                </a:lnTo>
                <a:lnTo>
                  <a:pt x="188976" y="262128"/>
                </a:lnTo>
                <a:lnTo>
                  <a:pt x="184404" y="265176"/>
                </a:lnTo>
                <a:lnTo>
                  <a:pt x="178308" y="268224"/>
                </a:lnTo>
                <a:lnTo>
                  <a:pt x="170688" y="271272"/>
                </a:lnTo>
                <a:lnTo>
                  <a:pt x="164592" y="274320"/>
                </a:lnTo>
                <a:lnTo>
                  <a:pt x="120396" y="281940"/>
                </a:lnTo>
                <a:lnTo>
                  <a:pt x="102984" y="280517"/>
                </a:lnTo>
                <a:lnTo>
                  <a:pt x="62484" y="259080"/>
                </a:lnTo>
                <a:lnTo>
                  <a:pt x="42329" y="214718"/>
                </a:lnTo>
                <a:lnTo>
                  <a:pt x="41148" y="195072"/>
                </a:lnTo>
                <a:lnTo>
                  <a:pt x="208788" y="195072"/>
                </a:lnTo>
                <a:lnTo>
                  <a:pt x="208788" y="172212"/>
                </a:lnTo>
                <a:close/>
              </a:path>
              <a:path w="368935" h="317500">
                <a:moveTo>
                  <a:pt x="368808" y="68580"/>
                </a:moveTo>
                <a:lnTo>
                  <a:pt x="294132" y="68580"/>
                </a:lnTo>
                <a:lnTo>
                  <a:pt x="294132" y="0"/>
                </a:lnTo>
                <a:lnTo>
                  <a:pt x="252984" y="0"/>
                </a:lnTo>
                <a:lnTo>
                  <a:pt x="252984" y="68580"/>
                </a:lnTo>
                <a:lnTo>
                  <a:pt x="225552" y="68580"/>
                </a:lnTo>
                <a:lnTo>
                  <a:pt x="225552" y="103632"/>
                </a:lnTo>
                <a:lnTo>
                  <a:pt x="252984" y="103632"/>
                </a:lnTo>
                <a:lnTo>
                  <a:pt x="252984" y="237744"/>
                </a:lnTo>
                <a:lnTo>
                  <a:pt x="254127" y="256895"/>
                </a:lnTo>
                <a:lnTo>
                  <a:pt x="271272" y="297180"/>
                </a:lnTo>
                <a:lnTo>
                  <a:pt x="307695" y="315836"/>
                </a:lnTo>
                <a:lnTo>
                  <a:pt x="323088" y="316992"/>
                </a:lnTo>
                <a:lnTo>
                  <a:pt x="330708" y="316992"/>
                </a:lnTo>
                <a:lnTo>
                  <a:pt x="338328" y="315468"/>
                </a:lnTo>
                <a:lnTo>
                  <a:pt x="345948" y="315468"/>
                </a:lnTo>
                <a:lnTo>
                  <a:pt x="361188" y="312420"/>
                </a:lnTo>
                <a:lnTo>
                  <a:pt x="368808" y="309372"/>
                </a:lnTo>
                <a:lnTo>
                  <a:pt x="368808" y="272796"/>
                </a:lnTo>
                <a:lnTo>
                  <a:pt x="367284" y="272796"/>
                </a:lnTo>
                <a:lnTo>
                  <a:pt x="364236" y="274320"/>
                </a:lnTo>
                <a:lnTo>
                  <a:pt x="359664" y="275844"/>
                </a:lnTo>
                <a:lnTo>
                  <a:pt x="353568" y="277368"/>
                </a:lnTo>
                <a:lnTo>
                  <a:pt x="347472" y="280416"/>
                </a:lnTo>
                <a:lnTo>
                  <a:pt x="316992" y="280416"/>
                </a:lnTo>
                <a:lnTo>
                  <a:pt x="310896" y="277368"/>
                </a:lnTo>
                <a:lnTo>
                  <a:pt x="301752" y="271272"/>
                </a:lnTo>
                <a:lnTo>
                  <a:pt x="298704" y="265176"/>
                </a:lnTo>
                <a:lnTo>
                  <a:pt x="297180" y="260604"/>
                </a:lnTo>
                <a:lnTo>
                  <a:pt x="294132" y="252984"/>
                </a:lnTo>
                <a:lnTo>
                  <a:pt x="294132" y="103632"/>
                </a:lnTo>
                <a:lnTo>
                  <a:pt x="368808" y="103632"/>
                </a:lnTo>
                <a:lnTo>
                  <a:pt x="368808" y="6858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pic>
        <p:nvPicPr>
          <p:cNvPr id="53" name="object 53"/>
          <p:cNvPicPr/>
          <p:nvPr/>
        </p:nvPicPr>
        <p:blipFill>
          <a:blip r:embed="rId12" cstate="print"/>
          <a:stretch>
            <a:fillRect/>
          </a:stretch>
        </p:blipFill>
        <p:spPr>
          <a:xfrm>
            <a:off x="3602735" y="4232219"/>
            <a:ext cx="68580" cy="118800"/>
          </a:xfrm>
          <a:prstGeom prst="rect">
            <a:avLst/>
          </a:prstGeom>
        </p:spPr>
      </p:pic>
      <p:sp>
        <p:nvSpPr>
          <p:cNvPr id="54" name="object 54"/>
          <p:cNvSpPr/>
          <p:nvPr/>
        </p:nvSpPr>
        <p:spPr>
          <a:xfrm>
            <a:off x="4046219" y="3982211"/>
            <a:ext cx="347980" cy="390525"/>
          </a:xfrm>
          <a:custGeom>
            <a:avLst/>
            <a:gdLst/>
            <a:ahLst/>
            <a:cxnLst/>
            <a:rect l="l" t="t" r="r" b="b"/>
            <a:pathLst>
              <a:path w="347979" h="390525">
                <a:moveTo>
                  <a:pt x="342290" y="18288"/>
                </a:moveTo>
                <a:lnTo>
                  <a:pt x="307848" y="18288"/>
                </a:lnTo>
                <a:lnTo>
                  <a:pt x="321564" y="0"/>
                </a:lnTo>
                <a:lnTo>
                  <a:pt x="342290" y="18288"/>
                </a:lnTo>
                <a:close/>
              </a:path>
              <a:path w="347979" h="390525">
                <a:moveTo>
                  <a:pt x="0" y="390144"/>
                </a:moveTo>
                <a:lnTo>
                  <a:pt x="238" y="373022"/>
                </a:lnTo>
                <a:lnTo>
                  <a:pt x="1285" y="339351"/>
                </a:lnTo>
                <a:lnTo>
                  <a:pt x="1397" y="62484"/>
                </a:lnTo>
                <a:lnTo>
                  <a:pt x="1285" y="55745"/>
                </a:lnTo>
                <a:lnTo>
                  <a:pt x="762" y="39814"/>
                </a:lnTo>
                <a:lnTo>
                  <a:pt x="266" y="22860"/>
                </a:lnTo>
                <a:lnTo>
                  <a:pt x="196" y="18288"/>
                </a:lnTo>
                <a:lnTo>
                  <a:pt x="0" y="1524"/>
                </a:lnTo>
                <a:lnTo>
                  <a:pt x="25908" y="18288"/>
                </a:lnTo>
                <a:lnTo>
                  <a:pt x="342290" y="18288"/>
                </a:lnTo>
                <a:lnTo>
                  <a:pt x="347472" y="22860"/>
                </a:lnTo>
                <a:lnTo>
                  <a:pt x="342246" y="27432"/>
                </a:lnTo>
                <a:lnTo>
                  <a:pt x="25908" y="27432"/>
                </a:lnTo>
                <a:lnTo>
                  <a:pt x="25908" y="347472"/>
                </a:lnTo>
                <a:lnTo>
                  <a:pt x="335465" y="347472"/>
                </a:lnTo>
                <a:lnTo>
                  <a:pt x="335802" y="358140"/>
                </a:lnTo>
                <a:lnTo>
                  <a:pt x="25908" y="358140"/>
                </a:lnTo>
                <a:lnTo>
                  <a:pt x="25908" y="379476"/>
                </a:lnTo>
                <a:lnTo>
                  <a:pt x="0" y="390144"/>
                </a:lnTo>
                <a:close/>
              </a:path>
              <a:path w="347979" h="390525">
                <a:moveTo>
                  <a:pt x="335465" y="347472"/>
                </a:moveTo>
                <a:lnTo>
                  <a:pt x="310895" y="347472"/>
                </a:lnTo>
                <a:lnTo>
                  <a:pt x="310895" y="27432"/>
                </a:lnTo>
                <a:lnTo>
                  <a:pt x="342246" y="27432"/>
                </a:lnTo>
                <a:lnTo>
                  <a:pt x="335280" y="33528"/>
                </a:lnTo>
                <a:lnTo>
                  <a:pt x="335365" y="339351"/>
                </a:lnTo>
                <a:lnTo>
                  <a:pt x="335465" y="347472"/>
                </a:lnTo>
                <a:close/>
              </a:path>
              <a:path w="347979" h="390525">
                <a:moveTo>
                  <a:pt x="176784" y="134112"/>
                </a:moveTo>
                <a:lnTo>
                  <a:pt x="152400" y="134112"/>
                </a:lnTo>
                <a:lnTo>
                  <a:pt x="152292" y="76200"/>
                </a:lnTo>
                <a:lnTo>
                  <a:pt x="152202" y="70104"/>
                </a:lnTo>
                <a:lnTo>
                  <a:pt x="151757" y="57602"/>
                </a:lnTo>
                <a:lnTo>
                  <a:pt x="150876" y="44196"/>
                </a:lnTo>
                <a:lnTo>
                  <a:pt x="192024" y="62484"/>
                </a:lnTo>
                <a:lnTo>
                  <a:pt x="176784" y="76200"/>
                </a:lnTo>
                <a:lnTo>
                  <a:pt x="176784" y="134112"/>
                </a:lnTo>
                <a:close/>
              </a:path>
              <a:path w="347979" h="390525">
                <a:moveTo>
                  <a:pt x="60960" y="149352"/>
                </a:moveTo>
                <a:lnTo>
                  <a:pt x="44196" y="134112"/>
                </a:lnTo>
                <a:lnTo>
                  <a:pt x="237744" y="134112"/>
                </a:lnTo>
                <a:lnTo>
                  <a:pt x="260604" y="111252"/>
                </a:lnTo>
                <a:lnTo>
                  <a:pt x="294132" y="144780"/>
                </a:lnTo>
                <a:lnTo>
                  <a:pt x="102108" y="144780"/>
                </a:lnTo>
                <a:lnTo>
                  <a:pt x="90963" y="145065"/>
                </a:lnTo>
                <a:lnTo>
                  <a:pt x="80391" y="145923"/>
                </a:lnTo>
                <a:lnTo>
                  <a:pt x="70389" y="147351"/>
                </a:lnTo>
                <a:lnTo>
                  <a:pt x="60960" y="149352"/>
                </a:lnTo>
                <a:close/>
              </a:path>
              <a:path w="347979" h="390525">
                <a:moveTo>
                  <a:pt x="50292" y="323088"/>
                </a:moveTo>
                <a:lnTo>
                  <a:pt x="45720" y="318516"/>
                </a:lnTo>
                <a:lnTo>
                  <a:pt x="68341" y="304823"/>
                </a:lnTo>
                <a:lnTo>
                  <a:pt x="88392" y="288988"/>
                </a:lnTo>
                <a:lnTo>
                  <a:pt x="121920" y="251459"/>
                </a:lnTo>
                <a:lnTo>
                  <a:pt x="143446" y="204406"/>
                </a:lnTo>
                <a:lnTo>
                  <a:pt x="152400" y="144780"/>
                </a:lnTo>
                <a:lnTo>
                  <a:pt x="176784" y="144780"/>
                </a:lnTo>
                <a:lnTo>
                  <a:pt x="175879" y="155924"/>
                </a:lnTo>
                <a:lnTo>
                  <a:pt x="175260" y="166497"/>
                </a:lnTo>
                <a:lnTo>
                  <a:pt x="174640" y="176498"/>
                </a:lnTo>
                <a:lnTo>
                  <a:pt x="173736" y="185928"/>
                </a:lnTo>
                <a:lnTo>
                  <a:pt x="187824" y="195072"/>
                </a:lnTo>
                <a:lnTo>
                  <a:pt x="172212" y="195072"/>
                </a:lnTo>
                <a:lnTo>
                  <a:pt x="156210" y="234696"/>
                </a:lnTo>
                <a:lnTo>
                  <a:pt x="131064" y="269747"/>
                </a:lnTo>
                <a:lnTo>
                  <a:pt x="96393" y="299847"/>
                </a:lnTo>
                <a:lnTo>
                  <a:pt x="74914" y="312181"/>
                </a:lnTo>
                <a:lnTo>
                  <a:pt x="50292" y="323088"/>
                </a:lnTo>
                <a:close/>
              </a:path>
              <a:path w="347979" h="390525">
                <a:moveTo>
                  <a:pt x="257556" y="307847"/>
                </a:moveTo>
                <a:lnTo>
                  <a:pt x="254508" y="307847"/>
                </a:lnTo>
                <a:lnTo>
                  <a:pt x="251031" y="306371"/>
                </a:lnTo>
                <a:lnTo>
                  <a:pt x="247269" y="301752"/>
                </a:lnTo>
                <a:lnTo>
                  <a:pt x="242935" y="293703"/>
                </a:lnTo>
                <a:lnTo>
                  <a:pt x="237744" y="281940"/>
                </a:lnTo>
                <a:lnTo>
                  <a:pt x="228361" y="264509"/>
                </a:lnTo>
                <a:lnTo>
                  <a:pt x="214122" y="244221"/>
                </a:lnTo>
                <a:lnTo>
                  <a:pt x="195310" y="221075"/>
                </a:lnTo>
                <a:lnTo>
                  <a:pt x="172212" y="195072"/>
                </a:lnTo>
                <a:lnTo>
                  <a:pt x="187824" y="195072"/>
                </a:lnTo>
                <a:lnTo>
                  <a:pt x="233100" y="227504"/>
                </a:lnTo>
                <a:lnTo>
                  <a:pt x="262699" y="258699"/>
                </a:lnTo>
                <a:lnTo>
                  <a:pt x="269748" y="275844"/>
                </a:lnTo>
                <a:lnTo>
                  <a:pt x="269748" y="286512"/>
                </a:lnTo>
                <a:lnTo>
                  <a:pt x="268224" y="295656"/>
                </a:lnTo>
                <a:lnTo>
                  <a:pt x="265176" y="300228"/>
                </a:lnTo>
                <a:lnTo>
                  <a:pt x="260604" y="306324"/>
                </a:lnTo>
                <a:lnTo>
                  <a:pt x="257556" y="307847"/>
                </a:lnTo>
                <a:close/>
              </a:path>
              <a:path w="347979" h="390525">
                <a:moveTo>
                  <a:pt x="310895" y="388620"/>
                </a:moveTo>
                <a:lnTo>
                  <a:pt x="310895" y="358140"/>
                </a:lnTo>
                <a:lnTo>
                  <a:pt x="335802" y="358140"/>
                </a:lnTo>
                <a:lnTo>
                  <a:pt x="335922" y="361854"/>
                </a:lnTo>
                <a:lnTo>
                  <a:pt x="336804" y="376428"/>
                </a:lnTo>
                <a:lnTo>
                  <a:pt x="310895" y="3886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" name="object 55"/>
          <p:cNvSpPr/>
          <p:nvPr/>
        </p:nvSpPr>
        <p:spPr>
          <a:xfrm>
            <a:off x="4457687" y="3968508"/>
            <a:ext cx="850900" cy="405765"/>
          </a:xfrm>
          <a:custGeom>
            <a:avLst/>
            <a:gdLst/>
            <a:ahLst/>
            <a:cxnLst/>
            <a:rect l="l" t="t" r="r" b="b"/>
            <a:pathLst>
              <a:path w="850900" h="405764">
                <a:moveTo>
                  <a:pt x="234696" y="172212"/>
                </a:moveTo>
                <a:lnTo>
                  <a:pt x="224028" y="161544"/>
                </a:lnTo>
                <a:lnTo>
                  <a:pt x="205740" y="143256"/>
                </a:lnTo>
                <a:lnTo>
                  <a:pt x="185928" y="161544"/>
                </a:lnTo>
                <a:lnTo>
                  <a:pt x="150876" y="161544"/>
                </a:lnTo>
                <a:lnTo>
                  <a:pt x="150876" y="44183"/>
                </a:lnTo>
                <a:lnTo>
                  <a:pt x="166116" y="31991"/>
                </a:lnTo>
                <a:lnTo>
                  <a:pt x="124968" y="10655"/>
                </a:lnTo>
                <a:lnTo>
                  <a:pt x="126733" y="49530"/>
                </a:lnTo>
                <a:lnTo>
                  <a:pt x="127635" y="88379"/>
                </a:lnTo>
                <a:lnTo>
                  <a:pt x="127927" y="121920"/>
                </a:lnTo>
                <a:lnTo>
                  <a:pt x="128016" y="321564"/>
                </a:lnTo>
                <a:lnTo>
                  <a:pt x="71628" y="339852"/>
                </a:lnTo>
                <a:lnTo>
                  <a:pt x="71628" y="134099"/>
                </a:lnTo>
                <a:lnTo>
                  <a:pt x="86868" y="121920"/>
                </a:lnTo>
                <a:lnTo>
                  <a:pt x="47244" y="100584"/>
                </a:lnTo>
                <a:lnTo>
                  <a:pt x="47485" y="130060"/>
                </a:lnTo>
                <a:lnTo>
                  <a:pt x="48006" y="156972"/>
                </a:lnTo>
                <a:lnTo>
                  <a:pt x="48539" y="181584"/>
                </a:lnTo>
                <a:lnTo>
                  <a:pt x="48768" y="204216"/>
                </a:lnTo>
                <a:lnTo>
                  <a:pt x="48768" y="344424"/>
                </a:lnTo>
                <a:lnTo>
                  <a:pt x="31076" y="349326"/>
                </a:lnTo>
                <a:lnTo>
                  <a:pt x="16954" y="352806"/>
                </a:lnTo>
                <a:lnTo>
                  <a:pt x="0" y="356616"/>
                </a:lnTo>
                <a:lnTo>
                  <a:pt x="21336" y="391668"/>
                </a:lnTo>
                <a:lnTo>
                  <a:pt x="29743" y="384187"/>
                </a:lnTo>
                <a:lnTo>
                  <a:pt x="54889" y="371005"/>
                </a:lnTo>
                <a:lnTo>
                  <a:pt x="96723" y="352272"/>
                </a:lnTo>
                <a:lnTo>
                  <a:pt x="126784" y="339852"/>
                </a:lnTo>
                <a:lnTo>
                  <a:pt x="155155" y="328117"/>
                </a:lnTo>
                <a:lnTo>
                  <a:pt x="187413" y="315468"/>
                </a:lnTo>
                <a:lnTo>
                  <a:pt x="230124" y="298704"/>
                </a:lnTo>
                <a:lnTo>
                  <a:pt x="227076" y="291084"/>
                </a:lnTo>
                <a:lnTo>
                  <a:pt x="150876" y="315468"/>
                </a:lnTo>
                <a:lnTo>
                  <a:pt x="150876" y="172212"/>
                </a:lnTo>
                <a:lnTo>
                  <a:pt x="234696" y="172212"/>
                </a:lnTo>
                <a:close/>
              </a:path>
              <a:path w="850900" h="405764">
                <a:moveTo>
                  <a:pt x="408432" y="356616"/>
                </a:moveTo>
                <a:lnTo>
                  <a:pt x="387477" y="322173"/>
                </a:lnTo>
                <a:lnTo>
                  <a:pt x="384048" y="278892"/>
                </a:lnTo>
                <a:lnTo>
                  <a:pt x="374904" y="278892"/>
                </a:lnTo>
                <a:lnTo>
                  <a:pt x="372999" y="320421"/>
                </a:lnTo>
                <a:lnTo>
                  <a:pt x="361569" y="357568"/>
                </a:lnTo>
                <a:lnTo>
                  <a:pt x="347472" y="361188"/>
                </a:lnTo>
                <a:lnTo>
                  <a:pt x="283464" y="361188"/>
                </a:lnTo>
                <a:lnTo>
                  <a:pt x="275234" y="360019"/>
                </a:lnTo>
                <a:lnTo>
                  <a:pt x="268986" y="356425"/>
                </a:lnTo>
                <a:lnTo>
                  <a:pt x="265036" y="350253"/>
                </a:lnTo>
                <a:lnTo>
                  <a:pt x="263652" y="341376"/>
                </a:lnTo>
                <a:lnTo>
                  <a:pt x="263652" y="193548"/>
                </a:lnTo>
                <a:lnTo>
                  <a:pt x="281965" y="184137"/>
                </a:lnTo>
                <a:lnTo>
                  <a:pt x="284340" y="182880"/>
                </a:lnTo>
                <a:lnTo>
                  <a:pt x="338328" y="153924"/>
                </a:lnTo>
                <a:lnTo>
                  <a:pt x="357187" y="143637"/>
                </a:lnTo>
                <a:lnTo>
                  <a:pt x="372618" y="135636"/>
                </a:lnTo>
                <a:lnTo>
                  <a:pt x="384619" y="129921"/>
                </a:lnTo>
                <a:lnTo>
                  <a:pt x="393192" y="126492"/>
                </a:lnTo>
                <a:lnTo>
                  <a:pt x="365760" y="95999"/>
                </a:lnTo>
                <a:lnTo>
                  <a:pt x="343166" y="120294"/>
                </a:lnTo>
                <a:lnTo>
                  <a:pt x="318706" y="142875"/>
                </a:lnTo>
                <a:lnTo>
                  <a:pt x="292252" y="163728"/>
                </a:lnTo>
                <a:lnTo>
                  <a:pt x="263652" y="182880"/>
                </a:lnTo>
                <a:lnTo>
                  <a:pt x="263652" y="33515"/>
                </a:lnTo>
                <a:lnTo>
                  <a:pt x="281940" y="19799"/>
                </a:lnTo>
                <a:lnTo>
                  <a:pt x="239268" y="0"/>
                </a:lnTo>
                <a:lnTo>
                  <a:pt x="240398" y="14592"/>
                </a:lnTo>
                <a:lnTo>
                  <a:pt x="241363" y="35623"/>
                </a:lnTo>
                <a:lnTo>
                  <a:pt x="242062" y="63220"/>
                </a:lnTo>
                <a:lnTo>
                  <a:pt x="242316" y="95999"/>
                </a:lnTo>
                <a:lnTo>
                  <a:pt x="242316" y="355092"/>
                </a:lnTo>
                <a:lnTo>
                  <a:pt x="244322" y="367093"/>
                </a:lnTo>
                <a:lnTo>
                  <a:pt x="250317" y="375666"/>
                </a:lnTo>
                <a:lnTo>
                  <a:pt x="260324" y="380809"/>
                </a:lnTo>
                <a:lnTo>
                  <a:pt x="274320" y="382524"/>
                </a:lnTo>
                <a:lnTo>
                  <a:pt x="371856" y="382524"/>
                </a:lnTo>
                <a:lnTo>
                  <a:pt x="377952" y="381000"/>
                </a:lnTo>
                <a:lnTo>
                  <a:pt x="385572" y="379476"/>
                </a:lnTo>
                <a:lnTo>
                  <a:pt x="391287" y="376326"/>
                </a:lnTo>
                <a:lnTo>
                  <a:pt x="397002" y="371475"/>
                </a:lnTo>
                <a:lnTo>
                  <a:pt x="402717" y="364896"/>
                </a:lnTo>
                <a:lnTo>
                  <a:pt x="405282" y="361188"/>
                </a:lnTo>
                <a:lnTo>
                  <a:pt x="408432" y="356616"/>
                </a:lnTo>
                <a:close/>
              </a:path>
              <a:path w="850900" h="405764">
                <a:moveTo>
                  <a:pt x="670560" y="262115"/>
                </a:moveTo>
                <a:lnTo>
                  <a:pt x="669036" y="256019"/>
                </a:lnTo>
                <a:lnTo>
                  <a:pt x="617220" y="266687"/>
                </a:lnTo>
                <a:lnTo>
                  <a:pt x="617220" y="210299"/>
                </a:lnTo>
                <a:lnTo>
                  <a:pt x="617220" y="199631"/>
                </a:lnTo>
                <a:lnTo>
                  <a:pt x="617220" y="124955"/>
                </a:lnTo>
                <a:lnTo>
                  <a:pt x="617220" y="114287"/>
                </a:lnTo>
                <a:lnTo>
                  <a:pt x="617220" y="41135"/>
                </a:lnTo>
                <a:lnTo>
                  <a:pt x="664464" y="41135"/>
                </a:lnTo>
                <a:lnTo>
                  <a:pt x="632460" y="10655"/>
                </a:lnTo>
                <a:lnTo>
                  <a:pt x="611124" y="31991"/>
                </a:lnTo>
                <a:lnTo>
                  <a:pt x="594360" y="31991"/>
                </a:lnTo>
                <a:lnTo>
                  <a:pt x="594360" y="271259"/>
                </a:lnTo>
                <a:lnTo>
                  <a:pt x="516636" y="286499"/>
                </a:lnTo>
                <a:lnTo>
                  <a:pt x="516636" y="210299"/>
                </a:lnTo>
                <a:lnTo>
                  <a:pt x="594360" y="210299"/>
                </a:lnTo>
                <a:lnTo>
                  <a:pt x="594360" y="199631"/>
                </a:lnTo>
                <a:lnTo>
                  <a:pt x="516636" y="199631"/>
                </a:lnTo>
                <a:lnTo>
                  <a:pt x="516636" y="124955"/>
                </a:lnTo>
                <a:lnTo>
                  <a:pt x="594360" y="124955"/>
                </a:lnTo>
                <a:lnTo>
                  <a:pt x="594360" y="114287"/>
                </a:lnTo>
                <a:lnTo>
                  <a:pt x="516636" y="114287"/>
                </a:lnTo>
                <a:lnTo>
                  <a:pt x="516636" y="41135"/>
                </a:lnTo>
                <a:lnTo>
                  <a:pt x="594360" y="41135"/>
                </a:lnTo>
                <a:lnTo>
                  <a:pt x="594360" y="31991"/>
                </a:lnTo>
                <a:lnTo>
                  <a:pt x="448056" y="31991"/>
                </a:lnTo>
                <a:lnTo>
                  <a:pt x="461772" y="45707"/>
                </a:lnTo>
                <a:lnTo>
                  <a:pt x="480060" y="41135"/>
                </a:lnTo>
                <a:lnTo>
                  <a:pt x="493776" y="41135"/>
                </a:lnTo>
                <a:lnTo>
                  <a:pt x="493776" y="292595"/>
                </a:lnTo>
                <a:lnTo>
                  <a:pt x="469773" y="297167"/>
                </a:lnTo>
                <a:lnTo>
                  <a:pt x="458635" y="299453"/>
                </a:lnTo>
                <a:lnTo>
                  <a:pt x="448056" y="301739"/>
                </a:lnTo>
                <a:lnTo>
                  <a:pt x="466344" y="335267"/>
                </a:lnTo>
                <a:lnTo>
                  <a:pt x="479488" y="325272"/>
                </a:lnTo>
                <a:lnTo>
                  <a:pt x="505206" y="313550"/>
                </a:lnTo>
                <a:lnTo>
                  <a:pt x="543496" y="300126"/>
                </a:lnTo>
                <a:lnTo>
                  <a:pt x="589241" y="286499"/>
                </a:lnTo>
                <a:lnTo>
                  <a:pt x="594360" y="284975"/>
                </a:lnTo>
                <a:lnTo>
                  <a:pt x="594258" y="335267"/>
                </a:lnTo>
                <a:lnTo>
                  <a:pt x="594169" y="351459"/>
                </a:lnTo>
                <a:lnTo>
                  <a:pt x="593775" y="376656"/>
                </a:lnTo>
                <a:lnTo>
                  <a:pt x="593674" y="381177"/>
                </a:lnTo>
                <a:lnTo>
                  <a:pt x="592836" y="405371"/>
                </a:lnTo>
                <a:lnTo>
                  <a:pt x="618744" y="390131"/>
                </a:lnTo>
                <a:lnTo>
                  <a:pt x="617867" y="371271"/>
                </a:lnTo>
                <a:lnTo>
                  <a:pt x="617410" y="346697"/>
                </a:lnTo>
                <a:lnTo>
                  <a:pt x="617359" y="335267"/>
                </a:lnTo>
                <a:lnTo>
                  <a:pt x="617232" y="284975"/>
                </a:lnTo>
                <a:lnTo>
                  <a:pt x="617220" y="280403"/>
                </a:lnTo>
                <a:lnTo>
                  <a:pt x="657225" y="266687"/>
                </a:lnTo>
                <a:lnTo>
                  <a:pt x="670560" y="262115"/>
                </a:lnTo>
                <a:close/>
              </a:path>
              <a:path w="850900" h="405764">
                <a:moveTo>
                  <a:pt x="850392" y="356603"/>
                </a:moveTo>
                <a:lnTo>
                  <a:pt x="791718" y="327837"/>
                </a:lnTo>
                <a:lnTo>
                  <a:pt x="758990" y="297167"/>
                </a:lnTo>
                <a:lnTo>
                  <a:pt x="742188" y="277355"/>
                </a:lnTo>
                <a:lnTo>
                  <a:pt x="752881" y="254495"/>
                </a:lnTo>
                <a:lnTo>
                  <a:pt x="760768" y="237617"/>
                </a:lnTo>
                <a:lnTo>
                  <a:pt x="777621" y="193725"/>
                </a:lnTo>
                <a:lnTo>
                  <a:pt x="792772" y="145554"/>
                </a:lnTo>
                <a:lnTo>
                  <a:pt x="806196" y="92951"/>
                </a:lnTo>
                <a:lnTo>
                  <a:pt x="817092" y="85331"/>
                </a:lnTo>
                <a:lnTo>
                  <a:pt x="821436" y="82283"/>
                </a:lnTo>
                <a:lnTo>
                  <a:pt x="790956" y="57899"/>
                </a:lnTo>
                <a:lnTo>
                  <a:pt x="778764" y="72809"/>
                </a:lnTo>
                <a:lnTo>
                  <a:pt x="778764" y="85331"/>
                </a:lnTo>
                <a:lnTo>
                  <a:pt x="768769" y="131914"/>
                </a:lnTo>
                <a:lnTo>
                  <a:pt x="757047" y="175628"/>
                </a:lnTo>
                <a:lnTo>
                  <a:pt x="743623" y="216496"/>
                </a:lnTo>
                <a:lnTo>
                  <a:pt x="728472" y="254495"/>
                </a:lnTo>
                <a:lnTo>
                  <a:pt x="713359" y="219925"/>
                </a:lnTo>
                <a:lnTo>
                  <a:pt x="700087" y="180200"/>
                </a:lnTo>
                <a:lnTo>
                  <a:pt x="688835" y="135343"/>
                </a:lnTo>
                <a:lnTo>
                  <a:pt x="679704" y="85331"/>
                </a:lnTo>
                <a:lnTo>
                  <a:pt x="778764" y="85331"/>
                </a:lnTo>
                <a:lnTo>
                  <a:pt x="778764" y="72809"/>
                </a:lnTo>
                <a:lnTo>
                  <a:pt x="777240" y="74663"/>
                </a:lnTo>
                <a:lnTo>
                  <a:pt x="629412" y="74663"/>
                </a:lnTo>
                <a:lnTo>
                  <a:pt x="643128" y="88379"/>
                </a:lnTo>
                <a:lnTo>
                  <a:pt x="658368" y="85331"/>
                </a:lnTo>
                <a:lnTo>
                  <a:pt x="670560" y="85331"/>
                </a:lnTo>
                <a:lnTo>
                  <a:pt x="676846" y="134226"/>
                </a:lnTo>
                <a:lnTo>
                  <a:pt x="686562" y="182676"/>
                </a:lnTo>
                <a:lnTo>
                  <a:pt x="699706" y="230860"/>
                </a:lnTo>
                <a:lnTo>
                  <a:pt x="716280" y="278879"/>
                </a:lnTo>
                <a:lnTo>
                  <a:pt x="696544" y="310299"/>
                </a:lnTo>
                <a:lnTo>
                  <a:pt x="673798" y="340410"/>
                </a:lnTo>
                <a:lnTo>
                  <a:pt x="647915" y="369112"/>
                </a:lnTo>
                <a:lnTo>
                  <a:pt x="618744" y="396227"/>
                </a:lnTo>
                <a:lnTo>
                  <a:pt x="621792" y="402323"/>
                </a:lnTo>
                <a:lnTo>
                  <a:pt x="651560" y="381177"/>
                </a:lnTo>
                <a:lnTo>
                  <a:pt x="679323" y="356603"/>
                </a:lnTo>
                <a:lnTo>
                  <a:pt x="705383" y="328599"/>
                </a:lnTo>
                <a:lnTo>
                  <a:pt x="729996" y="297167"/>
                </a:lnTo>
                <a:lnTo>
                  <a:pt x="748271" y="322313"/>
                </a:lnTo>
                <a:lnTo>
                  <a:pt x="768667" y="345173"/>
                </a:lnTo>
                <a:lnTo>
                  <a:pt x="791083" y="365747"/>
                </a:lnTo>
                <a:lnTo>
                  <a:pt x="815340" y="384035"/>
                </a:lnTo>
                <a:lnTo>
                  <a:pt x="821893" y="376656"/>
                </a:lnTo>
                <a:lnTo>
                  <a:pt x="830008" y="370700"/>
                </a:lnTo>
                <a:lnTo>
                  <a:pt x="839558" y="366471"/>
                </a:lnTo>
                <a:lnTo>
                  <a:pt x="850392" y="364223"/>
                </a:lnTo>
                <a:lnTo>
                  <a:pt x="850392" y="35660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" name="object 56"/>
          <p:cNvSpPr/>
          <p:nvPr/>
        </p:nvSpPr>
        <p:spPr>
          <a:xfrm>
            <a:off x="5353812" y="3970020"/>
            <a:ext cx="376555" cy="405765"/>
          </a:xfrm>
          <a:custGeom>
            <a:avLst/>
            <a:gdLst/>
            <a:ahLst/>
            <a:cxnLst/>
            <a:rect l="l" t="t" r="r" b="b"/>
            <a:pathLst>
              <a:path w="376554" h="405764">
                <a:moveTo>
                  <a:pt x="269748" y="131064"/>
                </a:moveTo>
                <a:lnTo>
                  <a:pt x="245364" y="131064"/>
                </a:lnTo>
                <a:lnTo>
                  <a:pt x="245312" y="76200"/>
                </a:lnTo>
                <a:lnTo>
                  <a:pt x="245189" y="48029"/>
                </a:lnTo>
                <a:lnTo>
                  <a:pt x="245062" y="37623"/>
                </a:lnTo>
                <a:lnTo>
                  <a:pt x="244721" y="16835"/>
                </a:lnTo>
                <a:lnTo>
                  <a:pt x="243840" y="0"/>
                </a:lnTo>
                <a:lnTo>
                  <a:pt x="283464" y="19812"/>
                </a:lnTo>
                <a:lnTo>
                  <a:pt x="269870" y="30384"/>
                </a:lnTo>
                <a:lnTo>
                  <a:pt x="269748" y="131064"/>
                </a:lnTo>
                <a:close/>
              </a:path>
              <a:path w="376554" h="405764">
                <a:moveTo>
                  <a:pt x="88392" y="96012"/>
                </a:moveTo>
                <a:lnTo>
                  <a:pt x="83820" y="96012"/>
                </a:lnTo>
                <a:lnTo>
                  <a:pt x="80771" y="91440"/>
                </a:lnTo>
                <a:lnTo>
                  <a:pt x="77724" y="80772"/>
                </a:lnTo>
                <a:lnTo>
                  <a:pt x="72032" y="67889"/>
                </a:lnTo>
                <a:lnTo>
                  <a:pt x="64198" y="54292"/>
                </a:lnTo>
                <a:lnTo>
                  <a:pt x="54363" y="39838"/>
                </a:lnTo>
                <a:lnTo>
                  <a:pt x="42671" y="24384"/>
                </a:lnTo>
                <a:lnTo>
                  <a:pt x="45720" y="19812"/>
                </a:lnTo>
                <a:lnTo>
                  <a:pt x="83248" y="39243"/>
                </a:lnTo>
                <a:lnTo>
                  <a:pt x="103632" y="64008"/>
                </a:lnTo>
                <a:lnTo>
                  <a:pt x="103632" y="74676"/>
                </a:lnTo>
                <a:lnTo>
                  <a:pt x="100584" y="80772"/>
                </a:lnTo>
                <a:lnTo>
                  <a:pt x="91440" y="92964"/>
                </a:lnTo>
                <a:lnTo>
                  <a:pt x="88392" y="96012"/>
                </a:lnTo>
                <a:close/>
              </a:path>
              <a:path w="376554" h="405764">
                <a:moveTo>
                  <a:pt x="292608" y="117348"/>
                </a:moveTo>
                <a:lnTo>
                  <a:pt x="288036" y="112776"/>
                </a:lnTo>
                <a:lnTo>
                  <a:pt x="308848" y="83034"/>
                </a:lnTo>
                <a:lnTo>
                  <a:pt x="325374" y="57721"/>
                </a:lnTo>
                <a:lnTo>
                  <a:pt x="337327" y="36695"/>
                </a:lnTo>
                <a:lnTo>
                  <a:pt x="344424" y="19812"/>
                </a:lnTo>
                <a:lnTo>
                  <a:pt x="376428" y="45720"/>
                </a:lnTo>
                <a:lnTo>
                  <a:pt x="369903" y="48029"/>
                </a:lnTo>
                <a:lnTo>
                  <a:pt x="361950" y="52768"/>
                </a:lnTo>
                <a:lnTo>
                  <a:pt x="352853" y="60078"/>
                </a:lnTo>
                <a:lnTo>
                  <a:pt x="342900" y="70104"/>
                </a:lnTo>
                <a:lnTo>
                  <a:pt x="331184" y="81557"/>
                </a:lnTo>
                <a:lnTo>
                  <a:pt x="318897" y="93154"/>
                </a:lnTo>
                <a:lnTo>
                  <a:pt x="292608" y="117348"/>
                </a:lnTo>
                <a:close/>
              </a:path>
              <a:path w="376554" h="405764">
                <a:moveTo>
                  <a:pt x="199644" y="109728"/>
                </a:moveTo>
                <a:lnTo>
                  <a:pt x="193548" y="109728"/>
                </a:lnTo>
                <a:lnTo>
                  <a:pt x="190500" y="105156"/>
                </a:lnTo>
                <a:lnTo>
                  <a:pt x="185928" y="94488"/>
                </a:lnTo>
                <a:lnTo>
                  <a:pt x="180808" y="81057"/>
                </a:lnTo>
                <a:lnTo>
                  <a:pt x="172402" y="65913"/>
                </a:lnTo>
                <a:lnTo>
                  <a:pt x="160853" y="49053"/>
                </a:lnTo>
                <a:lnTo>
                  <a:pt x="146304" y="30480"/>
                </a:lnTo>
                <a:lnTo>
                  <a:pt x="149352" y="25908"/>
                </a:lnTo>
                <a:lnTo>
                  <a:pt x="187071" y="47625"/>
                </a:lnTo>
                <a:lnTo>
                  <a:pt x="213360" y="76200"/>
                </a:lnTo>
                <a:lnTo>
                  <a:pt x="213360" y="86868"/>
                </a:lnTo>
                <a:lnTo>
                  <a:pt x="207264" y="99060"/>
                </a:lnTo>
                <a:lnTo>
                  <a:pt x="202692" y="106680"/>
                </a:lnTo>
                <a:lnTo>
                  <a:pt x="199644" y="109728"/>
                </a:lnTo>
                <a:close/>
              </a:path>
              <a:path w="376554" h="405764">
                <a:moveTo>
                  <a:pt x="87215" y="283464"/>
                </a:moveTo>
                <a:lnTo>
                  <a:pt x="50292" y="283464"/>
                </a:lnTo>
                <a:lnTo>
                  <a:pt x="54864" y="281940"/>
                </a:lnTo>
                <a:lnTo>
                  <a:pt x="60959" y="277368"/>
                </a:lnTo>
                <a:lnTo>
                  <a:pt x="92202" y="214122"/>
                </a:lnTo>
                <a:lnTo>
                  <a:pt x="114442" y="158686"/>
                </a:lnTo>
                <a:lnTo>
                  <a:pt x="143256" y="83820"/>
                </a:lnTo>
                <a:lnTo>
                  <a:pt x="149352" y="85344"/>
                </a:lnTo>
                <a:lnTo>
                  <a:pt x="123800" y="166282"/>
                </a:lnTo>
                <a:lnTo>
                  <a:pt x="104775" y="226885"/>
                </a:lnTo>
                <a:lnTo>
                  <a:pt x="91916" y="268152"/>
                </a:lnTo>
                <a:lnTo>
                  <a:pt x="87215" y="283464"/>
                </a:lnTo>
                <a:close/>
              </a:path>
              <a:path w="376554" h="405764">
                <a:moveTo>
                  <a:pt x="361797" y="131064"/>
                </a:moveTo>
                <a:lnTo>
                  <a:pt x="326136" y="131064"/>
                </a:lnTo>
                <a:lnTo>
                  <a:pt x="339852" y="112776"/>
                </a:lnTo>
                <a:lnTo>
                  <a:pt x="361797" y="131064"/>
                </a:lnTo>
                <a:close/>
              </a:path>
              <a:path w="376554" h="405764">
                <a:moveTo>
                  <a:pt x="160020" y="403860"/>
                </a:moveTo>
                <a:lnTo>
                  <a:pt x="160901" y="376142"/>
                </a:lnTo>
                <a:lnTo>
                  <a:pt x="161328" y="342900"/>
                </a:lnTo>
                <a:lnTo>
                  <a:pt x="161433" y="181022"/>
                </a:lnTo>
                <a:lnTo>
                  <a:pt x="161310" y="160020"/>
                </a:lnTo>
                <a:lnTo>
                  <a:pt x="160901" y="134397"/>
                </a:lnTo>
                <a:lnTo>
                  <a:pt x="160020" y="115824"/>
                </a:lnTo>
                <a:lnTo>
                  <a:pt x="185928" y="131064"/>
                </a:lnTo>
                <a:lnTo>
                  <a:pt x="361797" y="131064"/>
                </a:lnTo>
                <a:lnTo>
                  <a:pt x="367284" y="135636"/>
                </a:lnTo>
                <a:lnTo>
                  <a:pt x="360426" y="141732"/>
                </a:lnTo>
                <a:lnTo>
                  <a:pt x="185928" y="141732"/>
                </a:lnTo>
                <a:lnTo>
                  <a:pt x="185928" y="196596"/>
                </a:lnTo>
                <a:lnTo>
                  <a:pt x="353568" y="196596"/>
                </a:lnTo>
                <a:lnTo>
                  <a:pt x="353568" y="207264"/>
                </a:lnTo>
                <a:lnTo>
                  <a:pt x="185928" y="207264"/>
                </a:lnTo>
                <a:lnTo>
                  <a:pt x="185928" y="266700"/>
                </a:lnTo>
                <a:lnTo>
                  <a:pt x="353568" y="266700"/>
                </a:lnTo>
                <a:lnTo>
                  <a:pt x="353568" y="277368"/>
                </a:lnTo>
                <a:lnTo>
                  <a:pt x="185928" y="277368"/>
                </a:lnTo>
                <a:lnTo>
                  <a:pt x="185928" y="391668"/>
                </a:lnTo>
                <a:lnTo>
                  <a:pt x="160020" y="403860"/>
                </a:lnTo>
                <a:close/>
              </a:path>
              <a:path w="376554" h="405764">
                <a:moveTo>
                  <a:pt x="53340" y="193548"/>
                </a:moveTo>
                <a:lnTo>
                  <a:pt x="45720" y="193548"/>
                </a:lnTo>
                <a:lnTo>
                  <a:pt x="38100" y="178308"/>
                </a:lnTo>
                <a:lnTo>
                  <a:pt x="32361" y="166282"/>
                </a:lnTo>
                <a:lnTo>
                  <a:pt x="24193" y="152971"/>
                </a:lnTo>
                <a:lnTo>
                  <a:pt x="13454" y="138231"/>
                </a:lnTo>
                <a:lnTo>
                  <a:pt x="0" y="121920"/>
                </a:lnTo>
                <a:lnTo>
                  <a:pt x="4571" y="117348"/>
                </a:lnTo>
                <a:lnTo>
                  <a:pt x="29932" y="129587"/>
                </a:lnTo>
                <a:lnTo>
                  <a:pt x="48577" y="140970"/>
                </a:lnTo>
                <a:lnTo>
                  <a:pt x="60078" y="151209"/>
                </a:lnTo>
                <a:lnTo>
                  <a:pt x="64007" y="160020"/>
                </a:lnTo>
                <a:lnTo>
                  <a:pt x="63722" y="168354"/>
                </a:lnTo>
                <a:lnTo>
                  <a:pt x="62864" y="175260"/>
                </a:lnTo>
                <a:lnTo>
                  <a:pt x="61436" y="181022"/>
                </a:lnTo>
                <a:lnTo>
                  <a:pt x="59436" y="185928"/>
                </a:lnTo>
                <a:lnTo>
                  <a:pt x="56388" y="190500"/>
                </a:lnTo>
                <a:lnTo>
                  <a:pt x="53340" y="193548"/>
                </a:lnTo>
                <a:close/>
              </a:path>
              <a:path w="376554" h="405764">
                <a:moveTo>
                  <a:pt x="353568" y="196596"/>
                </a:moveTo>
                <a:lnTo>
                  <a:pt x="329184" y="196596"/>
                </a:lnTo>
                <a:lnTo>
                  <a:pt x="329184" y="141732"/>
                </a:lnTo>
                <a:lnTo>
                  <a:pt x="360426" y="141732"/>
                </a:lnTo>
                <a:lnTo>
                  <a:pt x="353568" y="147828"/>
                </a:lnTo>
                <a:lnTo>
                  <a:pt x="353568" y="196596"/>
                </a:lnTo>
                <a:close/>
              </a:path>
              <a:path w="376554" h="405764">
                <a:moveTo>
                  <a:pt x="353568" y="266700"/>
                </a:moveTo>
                <a:lnTo>
                  <a:pt x="329184" y="266700"/>
                </a:lnTo>
                <a:lnTo>
                  <a:pt x="329184" y="207264"/>
                </a:lnTo>
                <a:lnTo>
                  <a:pt x="353568" y="207264"/>
                </a:lnTo>
                <a:lnTo>
                  <a:pt x="353568" y="266700"/>
                </a:lnTo>
                <a:close/>
              </a:path>
              <a:path w="376554" h="405764">
                <a:moveTo>
                  <a:pt x="352106" y="365760"/>
                </a:moveTo>
                <a:lnTo>
                  <a:pt x="324612" y="365760"/>
                </a:lnTo>
                <a:lnTo>
                  <a:pt x="329184" y="359664"/>
                </a:lnTo>
                <a:lnTo>
                  <a:pt x="329184" y="277368"/>
                </a:lnTo>
                <a:lnTo>
                  <a:pt x="353568" y="277368"/>
                </a:lnTo>
                <a:lnTo>
                  <a:pt x="353568" y="355092"/>
                </a:lnTo>
                <a:lnTo>
                  <a:pt x="352106" y="365760"/>
                </a:lnTo>
                <a:close/>
              </a:path>
              <a:path w="376554" h="405764">
                <a:moveTo>
                  <a:pt x="79247" y="399288"/>
                </a:moveTo>
                <a:lnTo>
                  <a:pt x="73152" y="399288"/>
                </a:lnTo>
                <a:lnTo>
                  <a:pt x="68580" y="396240"/>
                </a:lnTo>
                <a:lnTo>
                  <a:pt x="60959" y="393192"/>
                </a:lnTo>
                <a:lnTo>
                  <a:pt x="53340" y="388620"/>
                </a:lnTo>
                <a:lnTo>
                  <a:pt x="48768" y="382524"/>
                </a:lnTo>
                <a:lnTo>
                  <a:pt x="48882" y="363664"/>
                </a:lnTo>
                <a:lnTo>
                  <a:pt x="50292" y="356616"/>
                </a:lnTo>
                <a:lnTo>
                  <a:pt x="53340" y="347472"/>
                </a:lnTo>
                <a:lnTo>
                  <a:pt x="54459" y="340852"/>
                </a:lnTo>
                <a:lnTo>
                  <a:pt x="55435" y="334518"/>
                </a:lnTo>
                <a:lnTo>
                  <a:pt x="56126" y="328183"/>
                </a:lnTo>
                <a:lnTo>
                  <a:pt x="56388" y="321564"/>
                </a:lnTo>
                <a:lnTo>
                  <a:pt x="56388" y="312420"/>
                </a:lnTo>
                <a:lnTo>
                  <a:pt x="20669" y="291465"/>
                </a:lnTo>
                <a:lnTo>
                  <a:pt x="6095" y="288036"/>
                </a:lnTo>
                <a:lnTo>
                  <a:pt x="6095" y="280416"/>
                </a:lnTo>
                <a:lnTo>
                  <a:pt x="44886" y="283202"/>
                </a:lnTo>
                <a:lnTo>
                  <a:pt x="50292" y="283464"/>
                </a:lnTo>
                <a:lnTo>
                  <a:pt x="87215" y="283464"/>
                </a:lnTo>
                <a:lnTo>
                  <a:pt x="85344" y="289559"/>
                </a:lnTo>
                <a:lnTo>
                  <a:pt x="83343" y="301323"/>
                </a:lnTo>
                <a:lnTo>
                  <a:pt x="81914" y="313944"/>
                </a:lnTo>
                <a:lnTo>
                  <a:pt x="81057" y="327707"/>
                </a:lnTo>
                <a:lnTo>
                  <a:pt x="80807" y="340995"/>
                </a:lnTo>
                <a:lnTo>
                  <a:pt x="80900" y="365760"/>
                </a:lnTo>
                <a:lnTo>
                  <a:pt x="81022" y="371951"/>
                </a:lnTo>
                <a:lnTo>
                  <a:pt x="81414" y="381261"/>
                </a:lnTo>
                <a:lnTo>
                  <a:pt x="82295" y="390144"/>
                </a:lnTo>
                <a:lnTo>
                  <a:pt x="82295" y="396240"/>
                </a:lnTo>
                <a:lnTo>
                  <a:pt x="79247" y="399288"/>
                </a:lnTo>
                <a:close/>
              </a:path>
              <a:path w="376554" h="405764">
                <a:moveTo>
                  <a:pt x="315468" y="405384"/>
                </a:moveTo>
                <a:lnTo>
                  <a:pt x="310300" y="392811"/>
                </a:lnTo>
                <a:lnTo>
                  <a:pt x="299275" y="382524"/>
                </a:lnTo>
                <a:lnTo>
                  <a:pt x="282249" y="374523"/>
                </a:lnTo>
                <a:lnTo>
                  <a:pt x="259080" y="368808"/>
                </a:lnTo>
                <a:lnTo>
                  <a:pt x="259080" y="362712"/>
                </a:lnTo>
                <a:lnTo>
                  <a:pt x="276225" y="362973"/>
                </a:lnTo>
                <a:lnTo>
                  <a:pt x="291084" y="363664"/>
                </a:lnTo>
                <a:lnTo>
                  <a:pt x="303657" y="364640"/>
                </a:lnTo>
                <a:lnTo>
                  <a:pt x="313944" y="365760"/>
                </a:lnTo>
                <a:lnTo>
                  <a:pt x="352106" y="365760"/>
                </a:lnTo>
                <a:lnTo>
                  <a:pt x="351258" y="371951"/>
                </a:lnTo>
                <a:lnTo>
                  <a:pt x="344233" y="385953"/>
                </a:lnTo>
                <a:lnTo>
                  <a:pt x="332351" y="397097"/>
                </a:lnTo>
                <a:lnTo>
                  <a:pt x="315468" y="40538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" name="object 57"/>
          <p:cNvSpPr/>
          <p:nvPr/>
        </p:nvSpPr>
        <p:spPr>
          <a:xfrm>
            <a:off x="5830823" y="3980688"/>
            <a:ext cx="329565" cy="396240"/>
          </a:xfrm>
          <a:custGeom>
            <a:avLst/>
            <a:gdLst/>
            <a:ahLst/>
            <a:cxnLst/>
            <a:rect l="l" t="t" r="r" b="b"/>
            <a:pathLst>
              <a:path w="329564" h="396239">
                <a:moveTo>
                  <a:pt x="134112" y="396240"/>
                </a:moveTo>
                <a:lnTo>
                  <a:pt x="130921" y="384000"/>
                </a:lnTo>
                <a:lnTo>
                  <a:pt x="118872" y="372618"/>
                </a:lnTo>
                <a:lnTo>
                  <a:pt x="97678" y="362378"/>
                </a:lnTo>
                <a:lnTo>
                  <a:pt x="67056" y="353567"/>
                </a:lnTo>
                <a:lnTo>
                  <a:pt x="68580" y="344424"/>
                </a:lnTo>
                <a:lnTo>
                  <a:pt x="88868" y="347543"/>
                </a:lnTo>
                <a:lnTo>
                  <a:pt x="106299" y="349948"/>
                </a:lnTo>
                <a:lnTo>
                  <a:pt x="120872" y="351496"/>
                </a:lnTo>
                <a:lnTo>
                  <a:pt x="132588" y="352043"/>
                </a:lnTo>
                <a:lnTo>
                  <a:pt x="142327" y="350067"/>
                </a:lnTo>
                <a:lnTo>
                  <a:pt x="148780" y="344233"/>
                </a:lnTo>
                <a:lnTo>
                  <a:pt x="152090" y="334684"/>
                </a:lnTo>
                <a:lnTo>
                  <a:pt x="152400" y="321564"/>
                </a:lnTo>
                <a:lnTo>
                  <a:pt x="152376" y="150542"/>
                </a:lnTo>
                <a:lnTo>
                  <a:pt x="152209" y="133350"/>
                </a:lnTo>
                <a:lnTo>
                  <a:pt x="151757" y="117300"/>
                </a:lnTo>
                <a:lnTo>
                  <a:pt x="150876" y="102108"/>
                </a:lnTo>
                <a:lnTo>
                  <a:pt x="175260" y="117348"/>
                </a:lnTo>
                <a:lnTo>
                  <a:pt x="275844" y="27432"/>
                </a:lnTo>
                <a:lnTo>
                  <a:pt x="56388" y="27432"/>
                </a:lnTo>
                <a:lnTo>
                  <a:pt x="45886" y="27741"/>
                </a:lnTo>
                <a:lnTo>
                  <a:pt x="35242" y="28765"/>
                </a:lnTo>
                <a:lnTo>
                  <a:pt x="24884" y="30646"/>
                </a:lnTo>
                <a:lnTo>
                  <a:pt x="15240" y="33528"/>
                </a:lnTo>
                <a:lnTo>
                  <a:pt x="0" y="16764"/>
                </a:lnTo>
                <a:lnTo>
                  <a:pt x="277368" y="16764"/>
                </a:lnTo>
                <a:lnTo>
                  <a:pt x="297180" y="0"/>
                </a:lnTo>
                <a:lnTo>
                  <a:pt x="329184" y="38100"/>
                </a:lnTo>
                <a:lnTo>
                  <a:pt x="307181" y="42410"/>
                </a:lnTo>
                <a:lnTo>
                  <a:pt x="275463" y="57721"/>
                </a:lnTo>
                <a:lnTo>
                  <a:pt x="234029" y="84177"/>
                </a:lnTo>
                <a:lnTo>
                  <a:pt x="182880" y="121920"/>
                </a:lnTo>
                <a:lnTo>
                  <a:pt x="196596" y="132588"/>
                </a:lnTo>
                <a:lnTo>
                  <a:pt x="178308" y="138684"/>
                </a:lnTo>
                <a:lnTo>
                  <a:pt x="178308" y="345948"/>
                </a:lnTo>
                <a:lnTo>
                  <a:pt x="175688" y="361950"/>
                </a:lnTo>
                <a:lnTo>
                  <a:pt x="167640" y="375666"/>
                </a:lnTo>
                <a:lnTo>
                  <a:pt x="153876" y="387096"/>
                </a:lnTo>
                <a:lnTo>
                  <a:pt x="134112" y="39624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" name="object 58"/>
          <p:cNvSpPr/>
          <p:nvPr/>
        </p:nvSpPr>
        <p:spPr>
          <a:xfrm>
            <a:off x="6245352" y="3970019"/>
            <a:ext cx="381000" cy="399415"/>
          </a:xfrm>
          <a:custGeom>
            <a:avLst/>
            <a:gdLst/>
            <a:ahLst/>
            <a:cxnLst/>
            <a:rect l="l" t="t" r="r" b="b"/>
            <a:pathLst>
              <a:path w="381000" h="399414">
                <a:moveTo>
                  <a:pt x="365759" y="25908"/>
                </a:moveTo>
                <a:lnTo>
                  <a:pt x="313944" y="25908"/>
                </a:lnTo>
                <a:lnTo>
                  <a:pt x="339852" y="0"/>
                </a:lnTo>
                <a:lnTo>
                  <a:pt x="365759" y="25908"/>
                </a:lnTo>
                <a:close/>
              </a:path>
              <a:path w="381000" h="399414">
                <a:moveTo>
                  <a:pt x="6096" y="399288"/>
                </a:moveTo>
                <a:lnTo>
                  <a:pt x="0" y="394716"/>
                </a:lnTo>
                <a:lnTo>
                  <a:pt x="16335" y="368974"/>
                </a:lnTo>
                <a:lnTo>
                  <a:pt x="28956" y="344233"/>
                </a:lnTo>
                <a:lnTo>
                  <a:pt x="44196" y="297179"/>
                </a:lnTo>
                <a:lnTo>
                  <a:pt x="51625" y="248412"/>
                </a:lnTo>
                <a:lnTo>
                  <a:pt x="53183" y="206930"/>
                </a:lnTo>
                <a:lnTo>
                  <a:pt x="53246" y="58316"/>
                </a:lnTo>
                <a:lnTo>
                  <a:pt x="53056" y="50387"/>
                </a:lnTo>
                <a:lnTo>
                  <a:pt x="52358" y="38100"/>
                </a:lnTo>
                <a:lnTo>
                  <a:pt x="51411" y="25622"/>
                </a:lnTo>
                <a:lnTo>
                  <a:pt x="50292" y="12192"/>
                </a:lnTo>
                <a:lnTo>
                  <a:pt x="77724" y="25908"/>
                </a:lnTo>
                <a:lnTo>
                  <a:pt x="365759" y="25908"/>
                </a:lnTo>
                <a:lnTo>
                  <a:pt x="376427" y="36576"/>
                </a:lnTo>
                <a:lnTo>
                  <a:pt x="77724" y="36576"/>
                </a:lnTo>
                <a:lnTo>
                  <a:pt x="77724" y="185928"/>
                </a:lnTo>
                <a:lnTo>
                  <a:pt x="75247" y="243078"/>
                </a:lnTo>
                <a:lnTo>
                  <a:pt x="67056" y="295656"/>
                </a:lnTo>
                <a:lnTo>
                  <a:pt x="45148" y="346900"/>
                </a:lnTo>
                <a:lnTo>
                  <a:pt x="27836" y="373022"/>
                </a:lnTo>
                <a:lnTo>
                  <a:pt x="6096" y="399288"/>
                </a:lnTo>
                <a:close/>
              </a:path>
              <a:path w="381000" h="399414">
                <a:moveTo>
                  <a:pt x="204216" y="97536"/>
                </a:moveTo>
                <a:lnTo>
                  <a:pt x="193548" y="97536"/>
                </a:lnTo>
                <a:lnTo>
                  <a:pt x="200739" y="80105"/>
                </a:lnTo>
                <a:lnTo>
                  <a:pt x="206502" y="64389"/>
                </a:lnTo>
                <a:lnTo>
                  <a:pt x="211121" y="50387"/>
                </a:lnTo>
                <a:lnTo>
                  <a:pt x="214883" y="38100"/>
                </a:lnTo>
                <a:lnTo>
                  <a:pt x="245364" y="54864"/>
                </a:lnTo>
                <a:lnTo>
                  <a:pt x="214122" y="82677"/>
                </a:lnTo>
                <a:lnTo>
                  <a:pt x="209026" y="89820"/>
                </a:lnTo>
                <a:lnTo>
                  <a:pt x="204216" y="97536"/>
                </a:lnTo>
                <a:close/>
              </a:path>
              <a:path w="381000" h="399414">
                <a:moveTo>
                  <a:pt x="348058" y="97536"/>
                </a:moveTo>
                <a:lnTo>
                  <a:pt x="313944" y="97536"/>
                </a:lnTo>
                <a:lnTo>
                  <a:pt x="326136" y="80772"/>
                </a:lnTo>
                <a:lnTo>
                  <a:pt x="348058" y="97536"/>
                </a:lnTo>
                <a:close/>
              </a:path>
              <a:path w="381000" h="399414">
                <a:moveTo>
                  <a:pt x="128016" y="252984"/>
                </a:moveTo>
                <a:lnTo>
                  <a:pt x="128254" y="237577"/>
                </a:lnTo>
                <a:lnTo>
                  <a:pt x="128869" y="215074"/>
                </a:lnTo>
                <a:lnTo>
                  <a:pt x="129301" y="197048"/>
                </a:lnTo>
                <a:lnTo>
                  <a:pt x="129413" y="158496"/>
                </a:lnTo>
                <a:lnTo>
                  <a:pt x="129301" y="146423"/>
                </a:lnTo>
                <a:lnTo>
                  <a:pt x="128778" y="123634"/>
                </a:lnTo>
                <a:lnTo>
                  <a:pt x="128254" y="103417"/>
                </a:lnTo>
                <a:lnTo>
                  <a:pt x="128016" y="85344"/>
                </a:lnTo>
                <a:lnTo>
                  <a:pt x="152400" y="97536"/>
                </a:lnTo>
                <a:lnTo>
                  <a:pt x="348058" y="97536"/>
                </a:lnTo>
                <a:lnTo>
                  <a:pt x="352044" y="100584"/>
                </a:lnTo>
                <a:lnTo>
                  <a:pt x="343335" y="108204"/>
                </a:lnTo>
                <a:lnTo>
                  <a:pt x="152400" y="108204"/>
                </a:lnTo>
                <a:lnTo>
                  <a:pt x="152400" y="158496"/>
                </a:lnTo>
                <a:lnTo>
                  <a:pt x="339852" y="158496"/>
                </a:lnTo>
                <a:lnTo>
                  <a:pt x="339852" y="169164"/>
                </a:lnTo>
                <a:lnTo>
                  <a:pt x="152400" y="169164"/>
                </a:lnTo>
                <a:lnTo>
                  <a:pt x="152400" y="219456"/>
                </a:lnTo>
                <a:lnTo>
                  <a:pt x="340119" y="219456"/>
                </a:lnTo>
                <a:lnTo>
                  <a:pt x="340494" y="228742"/>
                </a:lnTo>
                <a:lnTo>
                  <a:pt x="340595" y="230124"/>
                </a:lnTo>
                <a:lnTo>
                  <a:pt x="152400" y="230124"/>
                </a:lnTo>
                <a:lnTo>
                  <a:pt x="152400" y="242315"/>
                </a:lnTo>
                <a:lnTo>
                  <a:pt x="128016" y="252984"/>
                </a:lnTo>
                <a:close/>
              </a:path>
              <a:path w="381000" h="399414">
                <a:moveTo>
                  <a:pt x="339852" y="158496"/>
                </a:moveTo>
                <a:lnTo>
                  <a:pt x="316992" y="158496"/>
                </a:lnTo>
                <a:lnTo>
                  <a:pt x="316992" y="108204"/>
                </a:lnTo>
                <a:lnTo>
                  <a:pt x="343335" y="108204"/>
                </a:lnTo>
                <a:lnTo>
                  <a:pt x="339852" y="111252"/>
                </a:lnTo>
                <a:lnTo>
                  <a:pt x="339852" y="158496"/>
                </a:lnTo>
                <a:close/>
              </a:path>
              <a:path w="381000" h="399414">
                <a:moveTo>
                  <a:pt x="340119" y="219456"/>
                </a:moveTo>
                <a:lnTo>
                  <a:pt x="316992" y="219456"/>
                </a:lnTo>
                <a:lnTo>
                  <a:pt x="316992" y="169164"/>
                </a:lnTo>
                <a:lnTo>
                  <a:pt x="339852" y="169164"/>
                </a:lnTo>
                <a:lnTo>
                  <a:pt x="339875" y="206930"/>
                </a:lnTo>
                <a:lnTo>
                  <a:pt x="340003" y="215074"/>
                </a:lnTo>
                <a:lnTo>
                  <a:pt x="340119" y="219456"/>
                </a:lnTo>
                <a:close/>
              </a:path>
              <a:path w="381000" h="399414">
                <a:moveTo>
                  <a:pt x="246408" y="358140"/>
                </a:moveTo>
                <a:lnTo>
                  <a:pt x="205740" y="358140"/>
                </a:lnTo>
                <a:lnTo>
                  <a:pt x="213979" y="357235"/>
                </a:lnTo>
                <a:lnTo>
                  <a:pt x="220218" y="354330"/>
                </a:lnTo>
                <a:lnTo>
                  <a:pt x="224170" y="349138"/>
                </a:lnTo>
                <a:lnTo>
                  <a:pt x="225450" y="341947"/>
                </a:lnTo>
                <a:lnTo>
                  <a:pt x="225552" y="230124"/>
                </a:lnTo>
                <a:lnTo>
                  <a:pt x="246888" y="230124"/>
                </a:lnTo>
                <a:lnTo>
                  <a:pt x="246888" y="352044"/>
                </a:lnTo>
                <a:lnTo>
                  <a:pt x="246408" y="358140"/>
                </a:lnTo>
                <a:close/>
              </a:path>
              <a:path w="381000" h="399414">
                <a:moveTo>
                  <a:pt x="316992" y="251460"/>
                </a:moveTo>
                <a:lnTo>
                  <a:pt x="316992" y="230124"/>
                </a:lnTo>
                <a:lnTo>
                  <a:pt x="340595" y="230124"/>
                </a:lnTo>
                <a:lnTo>
                  <a:pt x="341376" y="240791"/>
                </a:lnTo>
                <a:lnTo>
                  <a:pt x="316992" y="251460"/>
                </a:lnTo>
                <a:close/>
              </a:path>
              <a:path w="381000" h="399414">
                <a:moveTo>
                  <a:pt x="67056" y="377952"/>
                </a:moveTo>
                <a:lnTo>
                  <a:pt x="62484" y="371856"/>
                </a:lnTo>
                <a:lnTo>
                  <a:pt x="79081" y="358997"/>
                </a:lnTo>
                <a:lnTo>
                  <a:pt x="94678" y="345567"/>
                </a:lnTo>
                <a:lnTo>
                  <a:pt x="123444" y="316991"/>
                </a:lnTo>
                <a:lnTo>
                  <a:pt x="158162" y="276915"/>
                </a:lnTo>
                <a:lnTo>
                  <a:pt x="166116" y="265176"/>
                </a:lnTo>
                <a:lnTo>
                  <a:pt x="195072" y="291084"/>
                </a:lnTo>
                <a:lnTo>
                  <a:pt x="184808" y="295941"/>
                </a:lnTo>
                <a:lnTo>
                  <a:pt x="172402" y="303657"/>
                </a:lnTo>
                <a:lnTo>
                  <a:pt x="157995" y="314229"/>
                </a:lnTo>
                <a:lnTo>
                  <a:pt x="141732" y="327660"/>
                </a:lnTo>
                <a:lnTo>
                  <a:pt x="124063" y="341947"/>
                </a:lnTo>
                <a:lnTo>
                  <a:pt x="105537" y="355092"/>
                </a:lnTo>
                <a:lnTo>
                  <a:pt x="86439" y="367093"/>
                </a:lnTo>
                <a:lnTo>
                  <a:pt x="67056" y="377952"/>
                </a:lnTo>
                <a:close/>
              </a:path>
              <a:path w="381000" h="399414">
                <a:moveTo>
                  <a:pt x="374903" y="374904"/>
                </a:moveTo>
                <a:lnTo>
                  <a:pt x="370332" y="374904"/>
                </a:lnTo>
                <a:lnTo>
                  <a:pt x="367284" y="370332"/>
                </a:lnTo>
                <a:lnTo>
                  <a:pt x="362712" y="364236"/>
                </a:lnTo>
                <a:lnTo>
                  <a:pt x="336994" y="334875"/>
                </a:lnTo>
                <a:lnTo>
                  <a:pt x="299465" y="301942"/>
                </a:lnTo>
                <a:lnTo>
                  <a:pt x="268223" y="280415"/>
                </a:lnTo>
                <a:lnTo>
                  <a:pt x="269747" y="272796"/>
                </a:lnTo>
                <a:lnTo>
                  <a:pt x="314920" y="292512"/>
                </a:lnTo>
                <a:lnTo>
                  <a:pt x="368117" y="319944"/>
                </a:lnTo>
                <a:lnTo>
                  <a:pt x="381000" y="362712"/>
                </a:lnTo>
                <a:lnTo>
                  <a:pt x="379476" y="367284"/>
                </a:lnTo>
                <a:lnTo>
                  <a:pt x="376427" y="371856"/>
                </a:lnTo>
                <a:lnTo>
                  <a:pt x="374903" y="374904"/>
                </a:lnTo>
                <a:close/>
              </a:path>
              <a:path w="381000" h="399414">
                <a:moveTo>
                  <a:pt x="213359" y="396240"/>
                </a:moveTo>
                <a:lnTo>
                  <a:pt x="209621" y="385429"/>
                </a:lnTo>
                <a:lnTo>
                  <a:pt x="200596" y="376047"/>
                </a:lnTo>
                <a:lnTo>
                  <a:pt x="186142" y="368379"/>
                </a:lnTo>
                <a:lnTo>
                  <a:pt x="166116" y="362712"/>
                </a:lnTo>
                <a:lnTo>
                  <a:pt x="166116" y="355092"/>
                </a:lnTo>
                <a:lnTo>
                  <a:pt x="176379" y="355996"/>
                </a:lnTo>
                <a:lnTo>
                  <a:pt x="196334" y="357235"/>
                </a:lnTo>
                <a:lnTo>
                  <a:pt x="205740" y="358140"/>
                </a:lnTo>
                <a:lnTo>
                  <a:pt x="246408" y="358140"/>
                </a:lnTo>
                <a:lnTo>
                  <a:pt x="245721" y="366879"/>
                </a:lnTo>
                <a:lnTo>
                  <a:pt x="239839" y="379285"/>
                </a:lnTo>
                <a:lnTo>
                  <a:pt x="229100" y="389120"/>
                </a:lnTo>
                <a:lnTo>
                  <a:pt x="213359" y="39624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" name="object 59"/>
          <p:cNvSpPr/>
          <p:nvPr/>
        </p:nvSpPr>
        <p:spPr>
          <a:xfrm>
            <a:off x="6688835" y="3970019"/>
            <a:ext cx="394970" cy="408940"/>
          </a:xfrm>
          <a:custGeom>
            <a:avLst/>
            <a:gdLst/>
            <a:ahLst/>
            <a:cxnLst/>
            <a:rect l="l" t="t" r="r" b="b"/>
            <a:pathLst>
              <a:path w="394970" h="408939">
                <a:moveTo>
                  <a:pt x="1524" y="408432"/>
                </a:moveTo>
                <a:lnTo>
                  <a:pt x="0" y="403860"/>
                </a:lnTo>
                <a:lnTo>
                  <a:pt x="38314" y="383047"/>
                </a:lnTo>
                <a:lnTo>
                  <a:pt x="68770" y="361949"/>
                </a:lnTo>
                <a:lnTo>
                  <a:pt x="106680" y="320040"/>
                </a:lnTo>
                <a:lnTo>
                  <a:pt x="124968" y="273177"/>
                </a:lnTo>
                <a:lnTo>
                  <a:pt x="134112" y="214884"/>
                </a:lnTo>
                <a:lnTo>
                  <a:pt x="57912" y="214884"/>
                </a:lnTo>
                <a:lnTo>
                  <a:pt x="46743" y="215169"/>
                </a:lnTo>
                <a:lnTo>
                  <a:pt x="36004" y="216027"/>
                </a:lnTo>
                <a:lnTo>
                  <a:pt x="25550" y="217455"/>
                </a:lnTo>
                <a:lnTo>
                  <a:pt x="15240" y="219456"/>
                </a:lnTo>
                <a:lnTo>
                  <a:pt x="0" y="204216"/>
                </a:lnTo>
                <a:lnTo>
                  <a:pt x="184404" y="204216"/>
                </a:lnTo>
                <a:lnTo>
                  <a:pt x="184404" y="111252"/>
                </a:lnTo>
                <a:lnTo>
                  <a:pt x="89916" y="111252"/>
                </a:lnTo>
                <a:lnTo>
                  <a:pt x="76795" y="132135"/>
                </a:lnTo>
                <a:lnTo>
                  <a:pt x="62674" y="151447"/>
                </a:lnTo>
                <a:lnTo>
                  <a:pt x="47696" y="169330"/>
                </a:lnTo>
                <a:lnTo>
                  <a:pt x="32004" y="185928"/>
                </a:lnTo>
                <a:lnTo>
                  <a:pt x="25908" y="182880"/>
                </a:lnTo>
                <a:lnTo>
                  <a:pt x="47029" y="148590"/>
                </a:lnTo>
                <a:lnTo>
                  <a:pt x="64579" y="112014"/>
                </a:lnTo>
                <a:lnTo>
                  <a:pt x="78414" y="73152"/>
                </a:lnTo>
                <a:lnTo>
                  <a:pt x="88392" y="32004"/>
                </a:lnTo>
                <a:lnTo>
                  <a:pt x="126492" y="54864"/>
                </a:lnTo>
                <a:lnTo>
                  <a:pt x="112776" y="60960"/>
                </a:lnTo>
                <a:lnTo>
                  <a:pt x="108846" y="71008"/>
                </a:lnTo>
                <a:lnTo>
                  <a:pt x="104203" y="80772"/>
                </a:lnTo>
                <a:lnTo>
                  <a:pt x="99274" y="90535"/>
                </a:lnTo>
                <a:lnTo>
                  <a:pt x="94488" y="100584"/>
                </a:lnTo>
                <a:lnTo>
                  <a:pt x="184404" y="100584"/>
                </a:lnTo>
                <a:lnTo>
                  <a:pt x="184213" y="38862"/>
                </a:lnTo>
                <a:lnTo>
                  <a:pt x="183761" y="16573"/>
                </a:lnTo>
                <a:lnTo>
                  <a:pt x="182880" y="0"/>
                </a:lnTo>
                <a:lnTo>
                  <a:pt x="222504" y="18288"/>
                </a:lnTo>
                <a:lnTo>
                  <a:pt x="208788" y="32004"/>
                </a:lnTo>
                <a:lnTo>
                  <a:pt x="208788" y="99060"/>
                </a:lnTo>
                <a:lnTo>
                  <a:pt x="289560" y="99060"/>
                </a:lnTo>
                <a:lnTo>
                  <a:pt x="313944" y="74676"/>
                </a:lnTo>
                <a:lnTo>
                  <a:pt x="347472" y="109728"/>
                </a:lnTo>
                <a:lnTo>
                  <a:pt x="208788" y="109728"/>
                </a:lnTo>
                <a:lnTo>
                  <a:pt x="208788" y="204216"/>
                </a:lnTo>
                <a:lnTo>
                  <a:pt x="330708" y="204216"/>
                </a:lnTo>
                <a:lnTo>
                  <a:pt x="355092" y="179832"/>
                </a:lnTo>
                <a:lnTo>
                  <a:pt x="390144" y="214884"/>
                </a:lnTo>
                <a:lnTo>
                  <a:pt x="246888" y="214884"/>
                </a:lnTo>
                <a:lnTo>
                  <a:pt x="246888" y="332232"/>
                </a:lnTo>
                <a:lnTo>
                  <a:pt x="248078" y="349972"/>
                </a:lnTo>
                <a:lnTo>
                  <a:pt x="254127" y="362140"/>
                </a:lnTo>
                <a:lnTo>
                  <a:pt x="265318" y="368879"/>
                </a:lnTo>
                <a:lnTo>
                  <a:pt x="281940" y="370332"/>
                </a:lnTo>
                <a:lnTo>
                  <a:pt x="342900" y="370332"/>
                </a:lnTo>
                <a:lnTo>
                  <a:pt x="360426" y="322706"/>
                </a:lnTo>
                <a:lnTo>
                  <a:pt x="362712" y="284988"/>
                </a:lnTo>
                <a:lnTo>
                  <a:pt x="370332" y="284988"/>
                </a:lnTo>
                <a:lnTo>
                  <a:pt x="373380" y="335279"/>
                </a:lnTo>
                <a:lnTo>
                  <a:pt x="394716" y="364236"/>
                </a:lnTo>
                <a:lnTo>
                  <a:pt x="388167" y="376237"/>
                </a:lnTo>
                <a:lnTo>
                  <a:pt x="377761" y="384809"/>
                </a:lnTo>
                <a:lnTo>
                  <a:pt x="363640" y="389953"/>
                </a:lnTo>
                <a:lnTo>
                  <a:pt x="345948" y="391667"/>
                </a:lnTo>
                <a:lnTo>
                  <a:pt x="262128" y="391667"/>
                </a:lnTo>
                <a:lnTo>
                  <a:pt x="244149" y="387953"/>
                </a:lnTo>
                <a:lnTo>
                  <a:pt x="231457" y="379094"/>
                </a:lnTo>
                <a:lnTo>
                  <a:pt x="224194" y="365093"/>
                </a:lnTo>
                <a:lnTo>
                  <a:pt x="222504" y="345948"/>
                </a:lnTo>
                <a:lnTo>
                  <a:pt x="222504" y="214884"/>
                </a:lnTo>
                <a:lnTo>
                  <a:pt x="160020" y="214884"/>
                </a:lnTo>
                <a:lnTo>
                  <a:pt x="148780" y="281178"/>
                </a:lnTo>
                <a:lnTo>
                  <a:pt x="124968" y="333756"/>
                </a:lnTo>
                <a:lnTo>
                  <a:pt x="78676" y="375094"/>
                </a:lnTo>
                <a:lnTo>
                  <a:pt x="44172" y="392691"/>
                </a:lnTo>
                <a:lnTo>
                  <a:pt x="1524" y="40843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" name="object 60"/>
          <p:cNvSpPr/>
          <p:nvPr/>
        </p:nvSpPr>
        <p:spPr>
          <a:xfrm>
            <a:off x="7161276" y="3970019"/>
            <a:ext cx="356870" cy="402590"/>
          </a:xfrm>
          <a:custGeom>
            <a:avLst/>
            <a:gdLst/>
            <a:ahLst/>
            <a:cxnLst/>
            <a:rect l="l" t="t" r="r" b="b"/>
            <a:pathLst>
              <a:path w="356870" h="402589">
                <a:moveTo>
                  <a:pt x="54864" y="91440"/>
                </a:moveTo>
                <a:lnTo>
                  <a:pt x="44196" y="91440"/>
                </a:lnTo>
                <a:lnTo>
                  <a:pt x="51554" y="63436"/>
                </a:lnTo>
                <a:lnTo>
                  <a:pt x="57340" y="38862"/>
                </a:lnTo>
                <a:lnTo>
                  <a:pt x="61126" y="17716"/>
                </a:lnTo>
                <a:lnTo>
                  <a:pt x="62484" y="0"/>
                </a:lnTo>
                <a:lnTo>
                  <a:pt x="102108" y="21336"/>
                </a:lnTo>
                <a:lnTo>
                  <a:pt x="92368" y="29075"/>
                </a:lnTo>
                <a:lnTo>
                  <a:pt x="81343" y="43243"/>
                </a:lnTo>
                <a:lnTo>
                  <a:pt x="68889" y="63984"/>
                </a:lnTo>
                <a:lnTo>
                  <a:pt x="54864" y="91440"/>
                </a:lnTo>
                <a:close/>
              </a:path>
              <a:path w="356870" h="402589">
                <a:moveTo>
                  <a:pt x="147828" y="192024"/>
                </a:moveTo>
                <a:lnTo>
                  <a:pt x="143256" y="187452"/>
                </a:lnTo>
                <a:lnTo>
                  <a:pt x="160377" y="160615"/>
                </a:lnTo>
                <a:lnTo>
                  <a:pt x="175069" y="135064"/>
                </a:lnTo>
                <a:lnTo>
                  <a:pt x="196596" y="88392"/>
                </a:lnTo>
                <a:lnTo>
                  <a:pt x="212407" y="44958"/>
                </a:lnTo>
                <a:lnTo>
                  <a:pt x="222503" y="1524"/>
                </a:lnTo>
                <a:lnTo>
                  <a:pt x="262127" y="24384"/>
                </a:lnTo>
                <a:lnTo>
                  <a:pt x="253507" y="32361"/>
                </a:lnTo>
                <a:lnTo>
                  <a:pt x="243459" y="47053"/>
                </a:lnTo>
                <a:lnTo>
                  <a:pt x="231695" y="68318"/>
                </a:lnTo>
                <a:lnTo>
                  <a:pt x="217932" y="96012"/>
                </a:lnTo>
                <a:lnTo>
                  <a:pt x="349419" y="96012"/>
                </a:lnTo>
                <a:lnTo>
                  <a:pt x="356616" y="103632"/>
                </a:lnTo>
                <a:lnTo>
                  <a:pt x="352806" y="106680"/>
                </a:lnTo>
                <a:lnTo>
                  <a:pt x="214884" y="106680"/>
                </a:lnTo>
                <a:lnTo>
                  <a:pt x="198834" y="130944"/>
                </a:lnTo>
                <a:lnTo>
                  <a:pt x="182499" y="153352"/>
                </a:lnTo>
                <a:lnTo>
                  <a:pt x="165592" y="173759"/>
                </a:lnTo>
                <a:lnTo>
                  <a:pt x="147828" y="192024"/>
                </a:lnTo>
                <a:close/>
              </a:path>
              <a:path w="356870" h="402589">
                <a:moveTo>
                  <a:pt x="147828" y="91440"/>
                </a:moveTo>
                <a:lnTo>
                  <a:pt x="111252" y="91440"/>
                </a:lnTo>
                <a:lnTo>
                  <a:pt x="129540" y="73152"/>
                </a:lnTo>
                <a:lnTo>
                  <a:pt x="147828" y="91440"/>
                </a:lnTo>
                <a:close/>
              </a:path>
              <a:path w="356870" h="402589">
                <a:moveTo>
                  <a:pt x="0" y="399288"/>
                </a:moveTo>
                <a:lnTo>
                  <a:pt x="848" y="359664"/>
                </a:lnTo>
                <a:lnTo>
                  <a:pt x="1333" y="317182"/>
                </a:lnTo>
                <a:lnTo>
                  <a:pt x="1430" y="178308"/>
                </a:lnTo>
                <a:lnTo>
                  <a:pt x="1316" y="153352"/>
                </a:lnTo>
                <a:lnTo>
                  <a:pt x="893" y="115824"/>
                </a:lnTo>
                <a:lnTo>
                  <a:pt x="0" y="74676"/>
                </a:lnTo>
                <a:lnTo>
                  <a:pt x="25908" y="91440"/>
                </a:lnTo>
                <a:lnTo>
                  <a:pt x="147828" y="91440"/>
                </a:lnTo>
                <a:lnTo>
                  <a:pt x="155448" y="99060"/>
                </a:lnTo>
                <a:lnTo>
                  <a:pt x="153162" y="100584"/>
                </a:lnTo>
                <a:lnTo>
                  <a:pt x="24384" y="100584"/>
                </a:lnTo>
                <a:lnTo>
                  <a:pt x="24384" y="211836"/>
                </a:lnTo>
                <a:lnTo>
                  <a:pt x="137509" y="211836"/>
                </a:lnTo>
                <a:lnTo>
                  <a:pt x="137586" y="222504"/>
                </a:lnTo>
                <a:lnTo>
                  <a:pt x="24384" y="222504"/>
                </a:lnTo>
                <a:lnTo>
                  <a:pt x="24384" y="344424"/>
                </a:lnTo>
                <a:lnTo>
                  <a:pt x="139258" y="344424"/>
                </a:lnTo>
                <a:lnTo>
                  <a:pt x="139305" y="346850"/>
                </a:lnTo>
                <a:lnTo>
                  <a:pt x="139544" y="355092"/>
                </a:lnTo>
                <a:lnTo>
                  <a:pt x="24384" y="355092"/>
                </a:lnTo>
                <a:lnTo>
                  <a:pt x="24384" y="384048"/>
                </a:lnTo>
                <a:lnTo>
                  <a:pt x="0" y="399288"/>
                </a:lnTo>
                <a:close/>
              </a:path>
              <a:path w="356870" h="402589">
                <a:moveTo>
                  <a:pt x="349419" y="96012"/>
                </a:moveTo>
                <a:lnTo>
                  <a:pt x="312420" y="96012"/>
                </a:lnTo>
                <a:lnTo>
                  <a:pt x="330708" y="76200"/>
                </a:lnTo>
                <a:lnTo>
                  <a:pt x="349419" y="96012"/>
                </a:lnTo>
                <a:close/>
              </a:path>
              <a:path w="356870" h="402589">
                <a:moveTo>
                  <a:pt x="137509" y="211836"/>
                </a:moveTo>
                <a:lnTo>
                  <a:pt x="115824" y="211836"/>
                </a:lnTo>
                <a:lnTo>
                  <a:pt x="115824" y="100584"/>
                </a:lnTo>
                <a:lnTo>
                  <a:pt x="153162" y="100584"/>
                </a:lnTo>
                <a:lnTo>
                  <a:pt x="137160" y="111252"/>
                </a:lnTo>
                <a:lnTo>
                  <a:pt x="137271" y="160615"/>
                </a:lnTo>
                <a:lnTo>
                  <a:pt x="137390" y="195333"/>
                </a:lnTo>
                <a:lnTo>
                  <a:pt x="137509" y="211836"/>
                </a:lnTo>
                <a:close/>
              </a:path>
              <a:path w="356870" h="402589">
                <a:moveTo>
                  <a:pt x="328041" y="359664"/>
                </a:moveTo>
                <a:lnTo>
                  <a:pt x="283464" y="359664"/>
                </a:lnTo>
                <a:lnTo>
                  <a:pt x="292631" y="357925"/>
                </a:lnTo>
                <a:lnTo>
                  <a:pt x="299656" y="352615"/>
                </a:lnTo>
                <a:lnTo>
                  <a:pt x="309895" y="305562"/>
                </a:lnTo>
                <a:lnTo>
                  <a:pt x="311658" y="259842"/>
                </a:lnTo>
                <a:lnTo>
                  <a:pt x="313456" y="192024"/>
                </a:lnTo>
                <a:lnTo>
                  <a:pt x="315467" y="106680"/>
                </a:lnTo>
                <a:lnTo>
                  <a:pt x="352806" y="106680"/>
                </a:lnTo>
                <a:lnTo>
                  <a:pt x="341376" y="115824"/>
                </a:lnTo>
                <a:lnTo>
                  <a:pt x="340184" y="186976"/>
                </a:lnTo>
                <a:lnTo>
                  <a:pt x="340075" y="192024"/>
                </a:lnTo>
                <a:lnTo>
                  <a:pt x="338427" y="248412"/>
                </a:lnTo>
                <a:lnTo>
                  <a:pt x="336328" y="296107"/>
                </a:lnTo>
                <a:lnTo>
                  <a:pt x="332232" y="345948"/>
                </a:lnTo>
                <a:lnTo>
                  <a:pt x="328517" y="358521"/>
                </a:lnTo>
                <a:lnTo>
                  <a:pt x="328041" y="359664"/>
                </a:lnTo>
                <a:close/>
              </a:path>
              <a:path w="356870" h="402589">
                <a:moveTo>
                  <a:pt x="233172" y="269748"/>
                </a:moveTo>
                <a:lnTo>
                  <a:pt x="230124" y="269748"/>
                </a:lnTo>
                <a:lnTo>
                  <a:pt x="226956" y="268295"/>
                </a:lnTo>
                <a:lnTo>
                  <a:pt x="224218" y="263842"/>
                </a:lnTo>
                <a:lnTo>
                  <a:pt x="221765" y="256246"/>
                </a:lnTo>
                <a:lnTo>
                  <a:pt x="219456" y="245364"/>
                </a:lnTo>
                <a:lnTo>
                  <a:pt x="214907" y="228242"/>
                </a:lnTo>
                <a:lnTo>
                  <a:pt x="208216" y="211264"/>
                </a:lnTo>
                <a:lnTo>
                  <a:pt x="199524" y="194571"/>
                </a:lnTo>
                <a:lnTo>
                  <a:pt x="188976" y="178308"/>
                </a:lnTo>
                <a:lnTo>
                  <a:pt x="192024" y="172212"/>
                </a:lnTo>
                <a:lnTo>
                  <a:pt x="224980" y="199644"/>
                </a:lnTo>
                <a:lnTo>
                  <a:pt x="246888" y="236220"/>
                </a:lnTo>
                <a:lnTo>
                  <a:pt x="246888" y="248412"/>
                </a:lnTo>
                <a:lnTo>
                  <a:pt x="245364" y="256032"/>
                </a:lnTo>
                <a:lnTo>
                  <a:pt x="240791" y="260603"/>
                </a:lnTo>
                <a:lnTo>
                  <a:pt x="236220" y="266700"/>
                </a:lnTo>
                <a:lnTo>
                  <a:pt x="233172" y="269748"/>
                </a:lnTo>
                <a:close/>
              </a:path>
              <a:path w="356870" h="402589">
                <a:moveTo>
                  <a:pt x="139258" y="344424"/>
                </a:moveTo>
                <a:lnTo>
                  <a:pt x="115824" y="344424"/>
                </a:lnTo>
                <a:lnTo>
                  <a:pt x="115824" y="222504"/>
                </a:lnTo>
                <a:lnTo>
                  <a:pt x="137586" y="222504"/>
                </a:lnTo>
                <a:lnTo>
                  <a:pt x="137793" y="251435"/>
                </a:lnTo>
                <a:lnTo>
                  <a:pt x="138493" y="305562"/>
                </a:lnTo>
                <a:lnTo>
                  <a:pt x="139258" y="344424"/>
                </a:lnTo>
                <a:close/>
              </a:path>
              <a:path w="356870" h="402589">
                <a:moveTo>
                  <a:pt x="278891" y="402336"/>
                </a:moveTo>
                <a:lnTo>
                  <a:pt x="271986" y="389453"/>
                </a:lnTo>
                <a:lnTo>
                  <a:pt x="260223" y="378142"/>
                </a:lnTo>
                <a:lnTo>
                  <a:pt x="243316" y="368260"/>
                </a:lnTo>
                <a:lnTo>
                  <a:pt x="220979" y="359664"/>
                </a:lnTo>
                <a:lnTo>
                  <a:pt x="220979" y="352044"/>
                </a:lnTo>
                <a:lnTo>
                  <a:pt x="241244" y="355806"/>
                </a:lnTo>
                <a:lnTo>
                  <a:pt x="258508" y="358140"/>
                </a:lnTo>
                <a:lnTo>
                  <a:pt x="272629" y="359330"/>
                </a:lnTo>
                <a:lnTo>
                  <a:pt x="283464" y="359664"/>
                </a:lnTo>
                <a:lnTo>
                  <a:pt x="328041" y="359664"/>
                </a:lnTo>
                <a:lnTo>
                  <a:pt x="324231" y="368808"/>
                </a:lnTo>
                <a:lnTo>
                  <a:pt x="290369" y="397740"/>
                </a:lnTo>
                <a:lnTo>
                  <a:pt x="278891" y="402336"/>
                </a:lnTo>
                <a:close/>
              </a:path>
              <a:path w="356870" h="402589">
                <a:moveTo>
                  <a:pt x="115824" y="391668"/>
                </a:moveTo>
                <a:lnTo>
                  <a:pt x="115824" y="355092"/>
                </a:lnTo>
                <a:lnTo>
                  <a:pt x="139544" y="355092"/>
                </a:lnTo>
                <a:lnTo>
                  <a:pt x="140208" y="377952"/>
                </a:lnTo>
                <a:lnTo>
                  <a:pt x="115824" y="39166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" name="object 61"/>
          <p:cNvSpPr/>
          <p:nvPr/>
        </p:nvSpPr>
        <p:spPr>
          <a:xfrm>
            <a:off x="7583423" y="3974592"/>
            <a:ext cx="388620" cy="398145"/>
          </a:xfrm>
          <a:custGeom>
            <a:avLst/>
            <a:gdLst/>
            <a:ahLst/>
            <a:cxnLst/>
            <a:rect l="l" t="t" r="r" b="b"/>
            <a:pathLst>
              <a:path w="388620" h="398145">
                <a:moveTo>
                  <a:pt x="348996" y="224028"/>
                </a:moveTo>
                <a:lnTo>
                  <a:pt x="302894" y="181355"/>
                </a:lnTo>
                <a:lnTo>
                  <a:pt x="263652" y="129540"/>
                </a:lnTo>
                <a:lnTo>
                  <a:pt x="234315" y="69342"/>
                </a:lnTo>
                <a:lnTo>
                  <a:pt x="216408" y="0"/>
                </a:lnTo>
                <a:lnTo>
                  <a:pt x="251460" y="12191"/>
                </a:lnTo>
                <a:lnTo>
                  <a:pt x="234696" y="21335"/>
                </a:lnTo>
                <a:lnTo>
                  <a:pt x="244125" y="48482"/>
                </a:lnTo>
                <a:lnTo>
                  <a:pt x="271557" y="101060"/>
                </a:lnTo>
                <a:lnTo>
                  <a:pt x="311038" y="150542"/>
                </a:lnTo>
                <a:lnTo>
                  <a:pt x="360283" y="186070"/>
                </a:lnTo>
                <a:lnTo>
                  <a:pt x="388620" y="198120"/>
                </a:lnTo>
                <a:lnTo>
                  <a:pt x="388620" y="202692"/>
                </a:lnTo>
                <a:lnTo>
                  <a:pt x="375785" y="204096"/>
                </a:lnTo>
                <a:lnTo>
                  <a:pt x="364807" y="208216"/>
                </a:lnTo>
                <a:lnTo>
                  <a:pt x="355830" y="214907"/>
                </a:lnTo>
                <a:lnTo>
                  <a:pt x="348996" y="224028"/>
                </a:lnTo>
                <a:close/>
              </a:path>
              <a:path w="388620" h="398145">
                <a:moveTo>
                  <a:pt x="6096" y="230124"/>
                </a:moveTo>
                <a:lnTo>
                  <a:pt x="0" y="225552"/>
                </a:lnTo>
                <a:lnTo>
                  <a:pt x="30884" y="194976"/>
                </a:lnTo>
                <a:lnTo>
                  <a:pt x="57340" y="164972"/>
                </a:lnTo>
                <a:lnTo>
                  <a:pt x="97536" y="106679"/>
                </a:lnTo>
                <a:lnTo>
                  <a:pt x="122682" y="53149"/>
                </a:lnTo>
                <a:lnTo>
                  <a:pt x="134112" y="12191"/>
                </a:lnTo>
                <a:lnTo>
                  <a:pt x="175260" y="38100"/>
                </a:lnTo>
                <a:lnTo>
                  <a:pt x="155448" y="47244"/>
                </a:lnTo>
                <a:lnTo>
                  <a:pt x="131137" y="94061"/>
                </a:lnTo>
                <a:lnTo>
                  <a:pt x="103973" y="135757"/>
                </a:lnTo>
                <a:lnTo>
                  <a:pt x="74029" y="172333"/>
                </a:lnTo>
                <a:lnTo>
                  <a:pt x="41379" y="203789"/>
                </a:lnTo>
                <a:lnTo>
                  <a:pt x="6096" y="230124"/>
                </a:lnTo>
                <a:close/>
              </a:path>
              <a:path w="388620" h="398145">
                <a:moveTo>
                  <a:pt x="64008" y="384048"/>
                </a:moveTo>
                <a:lnTo>
                  <a:pt x="44196" y="347472"/>
                </a:lnTo>
                <a:lnTo>
                  <a:pt x="51601" y="346043"/>
                </a:lnTo>
                <a:lnTo>
                  <a:pt x="60007" y="341757"/>
                </a:lnTo>
                <a:lnTo>
                  <a:pt x="90416" y="311205"/>
                </a:lnTo>
                <a:lnTo>
                  <a:pt x="118467" y="272962"/>
                </a:lnTo>
                <a:lnTo>
                  <a:pt x="151590" y="221837"/>
                </a:lnTo>
                <a:lnTo>
                  <a:pt x="175498" y="173831"/>
                </a:lnTo>
                <a:lnTo>
                  <a:pt x="182880" y="152400"/>
                </a:lnTo>
                <a:lnTo>
                  <a:pt x="220980" y="181355"/>
                </a:lnTo>
                <a:lnTo>
                  <a:pt x="202692" y="190500"/>
                </a:lnTo>
                <a:lnTo>
                  <a:pt x="170973" y="237101"/>
                </a:lnTo>
                <a:lnTo>
                  <a:pt x="139827" y="278701"/>
                </a:lnTo>
                <a:lnTo>
                  <a:pt x="109251" y="315444"/>
                </a:lnTo>
                <a:lnTo>
                  <a:pt x="79248" y="347472"/>
                </a:lnTo>
                <a:lnTo>
                  <a:pt x="321261" y="347472"/>
                </a:lnTo>
                <a:lnTo>
                  <a:pt x="323643" y="352044"/>
                </a:lnTo>
                <a:lnTo>
                  <a:pt x="288036" y="352044"/>
                </a:lnTo>
                <a:lnTo>
                  <a:pt x="213479" y="357473"/>
                </a:lnTo>
                <a:lnTo>
                  <a:pt x="156781" y="362331"/>
                </a:lnTo>
                <a:lnTo>
                  <a:pt x="118086" y="366617"/>
                </a:lnTo>
                <a:lnTo>
                  <a:pt x="77914" y="376047"/>
                </a:lnTo>
                <a:lnTo>
                  <a:pt x="70318" y="379761"/>
                </a:lnTo>
                <a:lnTo>
                  <a:pt x="64008" y="384048"/>
                </a:lnTo>
                <a:close/>
              </a:path>
              <a:path w="388620" h="398145">
                <a:moveTo>
                  <a:pt x="321261" y="347472"/>
                </a:moveTo>
                <a:lnTo>
                  <a:pt x="79248" y="347472"/>
                </a:lnTo>
                <a:lnTo>
                  <a:pt x="283464" y="342900"/>
                </a:lnTo>
                <a:lnTo>
                  <a:pt x="273177" y="325159"/>
                </a:lnTo>
                <a:lnTo>
                  <a:pt x="260604" y="306133"/>
                </a:lnTo>
                <a:lnTo>
                  <a:pt x="245745" y="285678"/>
                </a:lnTo>
                <a:lnTo>
                  <a:pt x="228600" y="263652"/>
                </a:lnTo>
                <a:lnTo>
                  <a:pt x="233172" y="259080"/>
                </a:lnTo>
                <a:lnTo>
                  <a:pt x="285369" y="303276"/>
                </a:lnTo>
                <a:lnTo>
                  <a:pt x="312420" y="333756"/>
                </a:lnTo>
                <a:lnTo>
                  <a:pt x="319301" y="343709"/>
                </a:lnTo>
                <a:lnTo>
                  <a:pt x="321261" y="347472"/>
                </a:lnTo>
                <a:close/>
              </a:path>
              <a:path w="388620" h="398145">
                <a:moveTo>
                  <a:pt x="310896" y="397764"/>
                </a:moveTo>
                <a:lnTo>
                  <a:pt x="306324" y="397764"/>
                </a:lnTo>
                <a:lnTo>
                  <a:pt x="303276" y="393192"/>
                </a:lnTo>
                <a:lnTo>
                  <a:pt x="300228" y="385572"/>
                </a:lnTo>
                <a:lnTo>
                  <a:pt x="296822" y="375832"/>
                </a:lnTo>
                <a:lnTo>
                  <a:pt x="293560" y="367093"/>
                </a:lnTo>
                <a:lnTo>
                  <a:pt x="290583" y="359211"/>
                </a:lnTo>
                <a:lnTo>
                  <a:pt x="288036" y="352044"/>
                </a:lnTo>
                <a:lnTo>
                  <a:pt x="323643" y="352044"/>
                </a:lnTo>
                <a:lnTo>
                  <a:pt x="324040" y="352806"/>
                </a:lnTo>
                <a:lnTo>
                  <a:pt x="326778" y="360759"/>
                </a:lnTo>
                <a:lnTo>
                  <a:pt x="327569" y="366617"/>
                </a:lnTo>
                <a:lnTo>
                  <a:pt x="327660" y="374904"/>
                </a:lnTo>
                <a:lnTo>
                  <a:pt x="324612" y="381000"/>
                </a:lnTo>
                <a:lnTo>
                  <a:pt x="320040" y="388620"/>
                </a:lnTo>
                <a:lnTo>
                  <a:pt x="310896" y="39776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" name="object 62"/>
          <p:cNvSpPr/>
          <p:nvPr/>
        </p:nvSpPr>
        <p:spPr>
          <a:xfrm>
            <a:off x="8033003" y="3986784"/>
            <a:ext cx="349250" cy="387350"/>
          </a:xfrm>
          <a:custGeom>
            <a:avLst/>
            <a:gdLst/>
            <a:ahLst/>
            <a:cxnLst/>
            <a:rect l="l" t="t" r="r" b="b"/>
            <a:pathLst>
              <a:path w="349250" h="387350">
                <a:moveTo>
                  <a:pt x="48768" y="32004"/>
                </a:moveTo>
                <a:lnTo>
                  <a:pt x="32004" y="16764"/>
                </a:lnTo>
                <a:lnTo>
                  <a:pt x="307847" y="16764"/>
                </a:lnTo>
                <a:lnTo>
                  <a:pt x="320040" y="0"/>
                </a:lnTo>
                <a:lnTo>
                  <a:pt x="348996" y="21336"/>
                </a:lnTo>
                <a:lnTo>
                  <a:pt x="341158" y="27432"/>
                </a:lnTo>
                <a:lnTo>
                  <a:pt x="89916" y="27432"/>
                </a:lnTo>
                <a:lnTo>
                  <a:pt x="78771" y="27717"/>
                </a:lnTo>
                <a:lnTo>
                  <a:pt x="68199" y="28575"/>
                </a:lnTo>
                <a:lnTo>
                  <a:pt x="58197" y="30003"/>
                </a:lnTo>
                <a:lnTo>
                  <a:pt x="48768" y="32004"/>
                </a:lnTo>
                <a:close/>
              </a:path>
              <a:path w="349250" h="387350">
                <a:moveTo>
                  <a:pt x="334149" y="345948"/>
                </a:moveTo>
                <a:lnTo>
                  <a:pt x="294132" y="345948"/>
                </a:lnTo>
                <a:lnTo>
                  <a:pt x="301251" y="344543"/>
                </a:lnTo>
                <a:lnTo>
                  <a:pt x="306514" y="340423"/>
                </a:lnTo>
                <a:lnTo>
                  <a:pt x="309776" y="333732"/>
                </a:lnTo>
                <a:lnTo>
                  <a:pt x="310896" y="324612"/>
                </a:lnTo>
                <a:lnTo>
                  <a:pt x="310896" y="27432"/>
                </a:lnTo>
                <a:lnTo>
                  <a:pt x="341158" y="27432"/>
                </a:lnTo>
                <a:lnTo>
                  <a:pt x="335280" y="32004"/>
                </a:lnTo>
                <a:lnTo>
                  <a:pt x="335280" y="333756"/>
                </a:lnTo>
                <a:lnTo>
                  <a:pt x="334149" y="345948"/>
                </a:lnTo>
                <a:close/>
              </a:path>
              <a:path w="349250" h="387350">
                <a:moveTo>
                  <a:pt x="15240" y="115824"/>
                </a:moveTo>
                <a:lnTo>
                  <a:pt x="0" y="100584"/>
                </a:lnTo>
                <a:lnTo>
                  <a:pt x="224028" y="100584"/>
                </a:lnTo>
                <a:lnTo>
                  <a:pt x="246887" y="77724"/>
                </a:lnTo>
                <a:lnTo>
                  <a:pt x="278892" y="111252"/>
                </a:lnTo>
                <a:lnTo>
                  <a:pt x="54864" y="111252"/>
                </a:lnTo>
                <a:lnTo>
                  <a:pt x="43743" y="111537"/>
                </a:lnTo>
                <a:lnTo>
                  <a:pt x="33337" y="112395"/>
                </a:lnTo>
                <a:lnTo>
                  <a:pt x="23788" y="113823"/>
                </a:lnTo>
                <a:lnTo>
                  <a:pt x="15240" y="115824"/>
                </a:lnTo>
                <a:close/>
              </a:path>
              <a:path w="349250" h="387350">
                <a:moveTo>
                  <a:pt x="228600" y="163068"/>
                </a:moveTo>
                <a:lnTo>
                  <a:pt x="192023" y="163068"/>
                </a:lnTo>
                <a:lnTo>
                  <a:pt x="204216" y="144780"/>
                </a:lnTo>
                <a:lnTo>
                  <a:pt x="228600" y="163068"/>
                </a:lnTo>
                <a:close/>
              </a:path>
              <a:path w="349250" h="387350">
                <a:moveTo>
                  <a:pt x="53340" y="312420"/>
                </a:moveTo>
                <a:lnTo>
                  <a:pt x="54221" y="298989"/>
                </a:lnTo>
                <a:lnTo>
                  <a:pt x="54670" y="281678"/>
                </a:lnTo>
                <a:lnTo>
                  <a:pt x="54749" y="271843"/>
                </a:lnTo>
                <a:lnTo>
                  <a:pt x="54840" y="207835"/>
                </a:lnTo>
                <a:lnTo>
                  <a:pt x="54673" y="184404"/>
                </a:lnTo>
                <a:lnTo>
                  <a:pt x="54221" y="164401"/>
                </a:lnTo>
                <a:lnTo>
                  <a:pt x="53340" y="147828"/>
                </a:lnTo>
                <a:lnTo>
                  <a:pt x="79248" y="163068"/>
                </a:lnTo>
                <a:lnTo>
                  <a:pt x="228600" y="163068"/>
                </a:lnTo>
                <a:lnTo>
                  <a:pt x="234696" y="167640"/>
                </a:lnTo>
                <a:lnTo>
                  <a:pt x="226858" y="173736"/>
                </a:lnTo>
                <a:lnTo>
                  <a:pt x="79248" y="173736"/>
                </a:lnTo>
                <a:lnTo>
                  <a:pt x="79248" y="260604"/>
                </a:lnTo>
                <a:lnTo>
                  <a:pt x="221001" y="260604"/>
                </a:lnTo>
                <a:lnTo>
                  <a:pt x="221003" y="261723"/>
                </a:lnTo>
                <a:lnTo>
                  <a:pt x="221161" y="271271"/>
                </a:lnTo>
                <a:lnTo>
                  <a:pt x="79248" y="271271"/>
                </a:lnTo>
                <a:lnTo>
                  <a:pt x="79248" y="300228"/>
                </a:lnTo>
                <a:lnTo>
                  <a:pt x="53340" y="312420"/>
                </a:lnTo>
                <a:close/>
              </a:path>
              <a:path w="349250" h="387350">
                <a:moveTo>
                  <a:pt x="221001" y="260604"/>
                </a:moveTo>
                <a:lnTo>
                  <a:pt x="196596" y="260604"/>
                </a:lnTo>
                <a:lnTo>
                  <a:pt x="196596" y="173736"/>
                </a:lnTo>
                <a:lnTo>
                  <a:pt x="226858" y="173736"/>
                </a:lnTo>
                <a:lnTo>
                  <a:pt x="220980" y="178307"/>
                </a:lnTo>
                <a:lnTo>
                  <a:pt x="221001" y="260604"/>
                </a:lnTo>
                <a:close/>
              </a:path>
              <a:path w="349250" h="387350">
                <a:moveTo>
                  <a:pt x="196596" y="301752"/>
                </a:moveTo>
                <a:lnTo>
                  <a:pt x="196596" y="271271"/>
                </a:lnTo>
                <a:lnTo>
                  <a:pt x="221161" y="271271"/>
                </a:lnTo>
                <a:lnTo>
                  <a:pt x="221170" y="271843"/>
                </a:lnTo>
                <a:lnTo>
                  <a:pt x="221622" y="281678"/>
                </a:lnTo>
                <a:lnTo>
                  <a:pt x="222504" y="291083"/>
                </a:lnTo>
                <a:lnTo>
                  <a:pt x="196596" y="301752"/>
                </a:lnTo>
                <a:close/>
              </a:path>
              <a:path w="349250" h="387350">
                <a:moveTo>
                  <a:pt x="297180" y="387096"/>
                </a:moveTo>
                <a:lnTo>
                  <a:pt x="293441" y="377070"/>
                </a:lnTo>
                <a:lnTo>
                  <a:pt x="282130" y="367474"/>
                </a:lnTo>
                <a:lnTo>
                  <a:pt x="263104" y="358163"/>
                </a:lnTo>
                <a:lnTo>
                  <a:pt x="236220" y="348996"/>
                </a:lnTo>
                <a:lnTo>
                  <a:pt x="236220" y="339851"/>
                </a:lnTo>
                <a:lnTo>
                  <a:pt x="271462" y="344043"/>
                </a:lnTo>
                <a:lnTo>
                  <a:pt x="284440" y="345424"/>
                </a:lnTo>
                <a:lnTo>
                  <a:pt x="294132" y="345948"/>
                </a:lnTo>
                <a:lnTo>
                  <a:pt x="334149" y="345948"/>
                </a:lnTo>
                <a:lnTo>
                  <a:pt x="333613" y="351734"/>
                </a:lnTo>
                <a:lnTo>
                  <a:pt x="326517" y="366712"/>
                </a:lnTo>
                <a:lnTo>
                  <a:pt x="314277" y="378547"/>
                </a:lnTo>
                <a:lnTo>
                  <a:pt x="297180" y="38709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" name="object 63"/>
          <p:cNvSpPr/>
          <p:nvPr/>
        </p:nvSpPr>
        <p:spPr>
          <a:xfrm>
            <a:off x="2139683" y="4492764"/>
            <a:ext cx="436245" cy="329565"/>
          </a:xfrm>
          <a:custGeom>
            <a:avLst/>
            <a:gdLst/>
            <a:ahLst/>
            <a:cxnLst/>
            <a:rect l="l" t="t" r="r" b="b"/>
            <a:pathLst>
              <a:path w="436244" h="329564">
                <a:moveTo>
                  <a:pt x="219456" y="224028"/>
                </a:moveTo>
                <a:lnTo>
                  <a:pt x="209816" y="183083"/>
                </a:lnTo>
                <a:lnTo>
                  <a:pt x="197129" y="166116"/>
                </a:lnTo>
                <a:lnTo>
                  <a:pt x="193865" y="162534"/>
                </a:lnTo>
                <a:lnTo>
                  <a:pt x="183451" y="154305"/>
                </a:lnTo>
                <a:lnTo>
                  <a:pt x="173736" y="148945"/>
                </a:lnTo>
                <a:lnTo>
                  <a:pt x="173736" y="225552"/>
                </a:lnTo>
                <a:lnTo>
                  <a:pt x="173431" y="234124"/>
                </a:lnTo>
                <a:lnTo>
                  <a:pt x="172402" y="241554"/>
                </a:lnTo>
                <a:lnTo>
                  <a:pt x="170522" y="247840"/>
                </a:lnTo>
                <a:lnTo>
                  <a:pt x="167640" y="252984"/>
                </a:lnTo>
                <a:lnTo>
                  <a:pt x="164807" y="258432"/>
                </a:lnTo>
                <a:lnTo>
                  <a:pt x="129667" y="282003"/>
                </a:lnTo>
                <a:lnTo>
                  <a:pt x="90855" y="286245"/>
                </a:lnTo>
                <a:lnTo>
                  <a:pt x="77724" y="286512"/>
                </a:lnTo>
                <a:lnTo>
                  <a:pt x="42672" y="286512"/>
                </a:lnTo>
                <a:lnTo>
                  <a:pt x="42672" y="166116"/>
                </a:lnTo>
                <a:lnTo>
                  <a:pt x="91440" y="166116"/>
                </a:lnTo>
                <a:lnTo>
                  <a:pt x="102044" y="166344"/>
                </a:lnTo>
                <a:lnTo>
                  <a:pt x="111061" y="166878"/>
                </a:lnTo>
                <a:lnTo>
                  <a:pt x="118668" y="167398"/>
                </a:lnTo>
                <a:lnTo>
                  <a:pt x="124968" y="167640"/>
                </a:lnTo>
                <a:lnTo>
                  <a:pt x="160782" y="184594"/>
                </a:lnTo>
                <a:lnTo>
                  <a:pt x="173736" y="225552"/>
                </a:lnTo>
                <a:lnTo>
                  <a:pt x="173736" y="148945"/>
                </a:lnTo>
                <a:lnTo>
                  <a:pt x="171627" y="147777"/>
                </a:lnTo>
                <a:lnTo>
                  <a:pt x="158496" y="143256"/>
                </a:lnTo>
                <a:lnTo>
                  <a:pt x="158496" y="141732"/>
                </a:lnTo>
                <a:lnTo>
                  <a:pt x="192024" y="112776"/>
                </a:lnTo>
                <a:lnTo>
                  <a:pt x="204216" y="73152"/>
                </a:lnTo>
                <a:lnTo>
                  <a:pt x="203644" y="63144"/>
                </a:lnTo>
                <a:lnTo>
                  <a:pt x="185166" y="23241"/>
                </a:lnTo>
                <a:lnTo>
                  <a:pt x="158496" y="6769"/>
                </a:lnTo>
                <a:lnTo>
                  <a:pt x="158496" y="70104"/>
                </a:lnTo>
                <a:lnTo>
                  <a:pt x="158496" y="88392"/>
                </a:lnTo>
                <a:lnTo>
                  <a:pt x="140208" y="120396"/>
                </a:lnTo>
                <a:lnTo>
                  <a:pt x="134112" y="124968"/>
                </a:lnTo>
                <a:lnTo>
                  <a:pt x="128016" y="128016"/>
                </a:lnTo>
                <a:lnTo>
                  <a:pt x="120396" y="129540"/>
                </a:lnTo>
                <a:lnTo>
                  <a:pt x="115239" y="129768"/>
                </a:lnTo>
                <a:lnTo>
                  <a:pt x="108775" y="130302"/>
                </a:lnTo>
                <a:lnTo>
                  <a:pt x="100901" y="130822"/>
                </a:lnTo>
                <a:lnTo>
                  <a:pt x="91440" y="131064"/>
                </a:lnTo>
                <a:lnTo>
                  <a:pt x="42672" y="131064"/>
                </a:lnTo>
                <a:lnTo>
                  <a:pt x="42672" y="36576"/>
                </a:lnTo>
                <a:lnTo>
                  <a:pt x="83820" y="36576"/>
                </a:lnTo>
                <a:lnTo>
                  <a:pt x="94665" y="36588"/>
                </a:lnTo>
                <a:lnTo>
                  <a:pt x="104203" y="36766"/>
                </a:lnTo>
                <a:lnTo>
                  <a:pt x="112331" y="37211"/>
                </a:lnTo>
                <a:lnTo>
                  <a:pt x="118872" y="38100"/>
                </a:lnTo>
                <a:lnTo>
                  <a:pt x="128016" y="38100"/>
                </a:lnTo>
                <a:lnTo>
                  <a:pt x="135636" y="41148"/>
                </a:lnTo>
                <a:lnTo>
                  <a:pt x="141732" y="44196"/>
                </a:lnTo>
                <a:lnTo>
                  <a:pt x="147828" y="48768"/>
                </a:lnTo>
                <a:lnTo>
                  <a:pt x="152400" y="51816"/>
                </a:lnTo>
                <a:lnTo>
                  <a:pt x="155448" y="57912"/>
                </a:lnTo>
                <a:lnTo>
                  <a:pt x="158496" y="70104"/>
                </a:lnTo>
                <a:lnTo>
                  <a:pt x="158496" y="6769"/>
                </a:lnTo>
                <a:lnTo>
                  <a:pt x="115252" y="190"/>
                </a:lnTo>
                <a:lnTo>
                  <a:pt x="85344" y="0"/>
                </a:lnTo>
                <a:lnTo>
                  <a:pt x="0" y="0"/>
                </a:lnTo>
                <a:lnTo>
                  <a:pt x="0" y="323088"/>
                </a:lnTo>
                <a:lnTo>
                  <a:pt x="91440" y="323088"/>
                </a:lnTo>
                <a:lnTo>
                  <a:pt x="135166" y="319862"/>
                </a:lnTo>
                <a:lnTo>
                  <a:pt x="175247" y="303479"/>
                </a:lnTo>
                <a:lnTo>
                  <a:pt x="205193" y="275310"/>
                </a:lnTo>
                <a:lnTo>
                  <a:pt x="218884" y="235407"/>
                </a:lnTo>
                <a:lnTo>
                  <a:pt x="219456" y="224028"/>
                </a:lnTo>
                <a:close/>
              </a:path>
              <a:path w="436244" h="329564">
                <a:moveTo>
                  <a:pt x="435864" y="156959"/>
                </a:moveTo>
                <a:lnTo>
                  <a:pt x="429768" y="118859"/>
                </a:lnTo>
                <a:lnTo>
                  <a:pt x="402844" y="87795"/>
                </a:lnTo>
                <a:lnTo>
                  <a:pt x="359854" y="75615"/>
                </a:lnTo>
                <a:lnTo>
                  <a:pt x="336804" y="74663"/>
                </a:lnTo>
                <a:lnTo>
                  <a:pt x="326517" y="74930"/>
                </a:lnTo>
                <a:lnTo>
                  <a:pt x="285064" y="79984"/>
                </a:lnTo>
                <a:lnTo>
                  <a:pt x="268439" y="83934"/>
                </a:lnTo>
                <a:lnTo>
                  <a:pt x="262128" y="85331"/>
                </a:lnTo>
                <a:lnTo>
                  <a:pt x="262128" y="126479"/>
                </a:lnTo>
                <a:lnTo>
                  <a:pt x="265176" y="126479"/>
                </a:lnTo>
                <a:lnTo>
                  <a:pt x="274561" y="123075"/>
                </a:lnTo>
                <a:lnTo>
                  <a:pt x="284226" y="119811"/>
                </a:lnTo>
                <a:lnTo>
                  <a:pt x="321754" y="111620"/>
                </a:lnTo>
                <a:lnTo>
                  <a:pt x="336804" y="111239"/>
                </a:lnTo>
                <a:lnTo>
                  <a:pt x="352044" y="111239"/>
                </a:lnTo>
                <a:lnTo>
                  <a:pt x="359664" y="112763"/>
                </a:lnTo>
                <a:lnTo>
                  <a:pt x="367284" y="112763"/>
                </a:lnTo>
                <a:lnTo>
                  <a:pt x="396201" y="146088"/>
                </a:lnTo>
                <a:lnTo>
                  <a:pt x="396240" y="163055"/>
                </a:lnTo>
                <a:lnTo>
                  <a:pt x="396240" y="196583"/>
                </a:lnTo>
                <a:lnTo>
                  <a:pt x="396240" y="263639"/>
                </a:lnTo>
                <a:lnTo>
                  <a:pt x="389128" y="269316"/>
                </a:lnTo>
                <a:lnTo>
                  <a:pt x="381571" y="274688"/>
                </a:lnTo>
                <a:lnTo>
                  <a:pt x="373748" y="279501"/>
                </a:lnTo>
                <a:lnTo>
                  <a:pt x="365760" y="283451"/>
                </a:lnTo>
                <a:lnTo>
                  <a:pt x="358355" y="287451"/>
                </a:lnTo>
                <a:lnTo>
                  <a:pt x="349948" y="290309"/>
                </a:lnTo>
                <a:lnTo>
                  <a:pt x="340690" y="292023"/>
                </a:lnTo>
                <a:lnTo>
                  <a:pt x="330708" y="292595"/>
                </a:lnTo>
                <a:lnTo>
                  <a:pt x="320116" y="291795"/>
                </a:lnTo>
                <a:lnTo>
                  <a:pt x="288226" y="268211"/>
                </a:lnTo>
                <a:lnTo>
                  <a:pt x="284988" y="249923"/>
                </a:lnTo>
                <a:lnTo>
                  <a:pt x="285800" y="241338"/>
                </a:lnTo>
                <a:lnTo>
                  <a:pt x="315379" y="208546"/>
                </a:lnTo>
                <a:lnTo>
                  <a:pt x="358140" y="199631"/>
                </a:lnTo>
                <a:lnTo>
                  <a:pt x="396240" y="196583"/>
                </a:lnTo>
                <a:lnTo>
                  <a:pt x="396240" y="163055"/>
                </a:lnTo>
                <a:lnTo>
                  <a:pt x="380288" y="164223"/>
                </a:lnTo>
                <a:lnTo>
                  <a:pt x="364617" y="165531"/>
                </a:lnTo>
                <a:lnTo>
                  <a:pt x="349529" y="167132"/>
                </a:lnTo>
                <a:lnTo>
                  <a:pt x="335280" y="169151"/>
                </a:lnTo>
                <a:lnTo>
                  <a:pt x="322122" y="170853"/>
                </a:lnTo>
                <a:lnTo>
                  <a:pt x="276567" y="187375"/>
                </a:lnTo>
                <a:lnTo>
                  <a:pt x="248754" y="219113"/>
                </a:lnTo>
                <a:lnTo>
                  <a:pt x="242316" y="252971"/>
                </a:lnTo>
                <a:lnTo>
                  <a:pt x="242849" y="260959"/>
                </a:lnTo>
                <a:lnTo>
                  <a:pt x="255651" y="297357"/>
                </a:lnTo>
                <a:lnTo>
                  <a:pt x="265176" y="307835"/>
                </a:lnTo>
                <a:lnTo>
                  <a:pt x="270040" y="313029"/>
                </a:lnTo>
                <a:lnTo>
                  <a:pt x="309257" y="328891"/>
                </a:lnTo>
                <a:lnTo>
                  <a:pt x="316992" y="329171"/>
                </a:lnTo>
                <a:lnTo>
                  <a:pt x="325564" y="329133"/>
                </a:lnTo>
                <a:lnTo>
                  <a:pt x="332994" y="328790"/>
                </a:lnTo>
                <a:lnTo>
                  <a:pt x="339280" y="327888"/>
                </a:lnTo>
                <a:lnTo>
                  <a:pt x="344424" y="326123"/>
                </a:lnTo>
                <a:lnTo>
                  <a:pt x="352044" y="324599"/>
                </a:lnTo>
                <a:lnTo>
                  <a:pt x="388620" y="303263"/>
                </a:lnTo>
                <a:lnTo>
                  <a:pt x="391668" y="300215"/>
                </a:lnTo>
                <a:lnTo>
                  <a:pt x="396240" y="297167"/>
                </a:lnTo>
                <a:lnTo>
                  <a:pt x="396240" y="323075"/>
                </a:lnTo>
                <a:lnTo>
                  <a:pt x="435864" y="323075"/>
                </a:lnTo>
                <a:lnTo>
                  <a:pt x="435864" y="297167"/>
                </a:lnTo>
                <a:lnTo>
                  <a:pt x="435864" y="292595"/>
                </a:lnTo>
                <a:lnTo>
                  <a:pt x="435864" y="196583"/>
                </a:lnTo>
                <a:lnTo>
                  <a:pt x="435864" y="15695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" name="object 64"/>
          <p:cNvSpPr/>
          <p:nvPr/>
        </p:nvSpPr>
        <p:spPr>
          <a:xfrm>
            <a:off x="2633472" y="4475988"/>
            <a:ext cx="1280160" cy="346075"/>
          </a:xfrm>
          <a:custGeom>
            <a:avLst/>
            <a:gdLst/>
            <a:ahLst/>
            <a:cxnLst/>
            <a:rect l="l" t="t" r="r" b="b"/>
            <a:pathLst>
              <a:path w="1280160" h="346075">
                <a:moveTo>
                  <a:pt x="204216" y="214884"/>
                </a:moveTo>
                <a:lnTo>
                  <a:pt x="202539" y="186880"/>
                </a:lnTo>
                <a:lnTo>
                  <a:pt x="197739" y="162306"/>
                </a:lnTo>
                <a:lnTo>
                  <a:pt x="190068" y="141160"/>
                </a:lnTo>
                <a:lnTo>
                  <a:pt x="183349" y="129540"/>
                </a:lnTo>
                <a:lnTo>
                  <a:pt x="179832" y="123444"/>
                </a:lnTo>
                <a:lnTo>
                  <a:pt x="178536" y="121920"/>
                </a:lnTo>
                <a:lnTo>
                  <a:pt x="167259" y="108572"/>
                </a:lnTo>
                <a:lnTo>
                  <a:pt x="161544" y="104559"/>
                </a:lnTo>
                <a:lnTo>
                  <a:pt x="161544" y="217932"/>
                </a:lnTo>
                <a:lnTo>
                  <a:pt x="160401" y="240245"/>
                </a:lnTo>
                <a:lnTo>
                  <a:pt x="143256" y="288036"/>
                </a:lnTo>
                <a:lnTo>
                  <a:pt x="109385" y="308190"/>
                </a:lnTo>
                <a:lnTo>
                  <a:pt x="94919" y="309346"/>
                </a:lnTo>
                <a:lnTo>
                  <a:pt x="87642" y="309333"/>
                </a:lnTo>
                <a:lnTo>
                  <a:pt x="80962" y="308991"/>
                </a:lnTo>
                <a:lnTo>
                  <a:pt x="74549" y="308089"/>
                </a:lnTo>
                <a:lnTo>
                  <a:pt x="68580" y="306324"/>
                </a:lnTo>
                <a:lnTo>
                  <a:pt x="62572" y="304876"/>
                </a:lnTo>
                <a:lnTo>
                  <a:pt x="56007" y="302704"/>
                </a:lnTo>
                <a:lnTo>
                  <a:pt x="48856" y="299681"/>
                </a:lnTo>
                <a:lnTo>
                  <a:pt x="41148" y="295656"/>
                </a:lnTo>
                <a:lnTo>
                  <a:pt x="41148" y="156972"/>
                </a:lnTo>
                <a:lnTo>
                  <a:pt x="80505" y="134048"/>
                </a:lnTo>
                <a:lnTo>
                  <a:pt x="105156" y="129540"/>
                </a:lnTo>
                <a:lnTo>
                  <a:pt x="119100" y="130975"/>
                </a:lnTo>
                <a:lnTo>
                  <a:pt x="153822" y="164363"/>
                </a:lnTo>
                <a:lnTo>
                  <a:pt x="161544" y="217932"/>
                </a:lnTo>
                <a:lnTo>
                  <a:pt x="161544" y="104559"/>
                </a:lnTo>
                <a:lnTo>
                  <a:pt x="152400" y="98107"/>
                </a:lnTo>
                <a:lnTo>
                  <a:pt x="135255" y="91948"/>
                </a:lnTo>
                <a:lnTo>
                  <a:pt x="115824" y="89916"/>
                </a:lnTo>
                <a:lnTo>
                  <a:pt x="104673" y="90487"/>
                </a:lnTo>
                <a:lnTo>
                  <a:pt x="65786" y="103924"/>
                </a:lnTo>
                <a:lnTo>
                  <a:pt x="41148" y="121920"/>
                </a:lnTo>
                <a:lnTo>
                  <a:pt x="41148" y="1524"/>
                </a:lnTo>
                <a:lnTo>
                  <a:pt x="0" y="1524"/>
                </a:lnTo>
                <a:lnTo>
                  <a:pt x="0" y="339852"/>
                </a:lnTo>
                <a:lnTo>
                  <a:pt x="38100" y="339852"/>
                </a:lnTo>
                <a:lnTo>
                  <a:pt x="41148" y="329184"/>
                </a:lnTo>
                <a:lnTo>
                  <a:pt x="48006" y="332600"/>
                </a:lnTo>
                <a:lnTo>
                  <a:pt x="84201" y="344805"/>
                </a:lnTo>
                <a:lnTo>
                  <a:pt x="102108" y="345948"/>
                </a:lnTo>
                <a:lnTo>
                  <a:pt x="122961" y="343687"/>
                </a:lnTo>
                <a:lnTo>
                  <a:pt x="142113" y="336994"/>
                </a:lnTo>
                <a:lnTo>
                  <a:pt x="154508" y="329184"/>
                </a:lnTo>
                <a:lnTo>
                  <a:pt x="159537" y="326021"/>
                </a:lnTo>
                <a:lnTo>
                  <a:pt x="175260" y="310896"/>
                </a:lnTo>
                <a:lnTo>
                  <a:pt x="176199" y="309372"/>
                </a:lnTo>
                <a:lnTo>
                  <a:pt x="187490" y="291185"/>
                </a:lnTo>
                <a:lnTo>
                  <a:pt x="196596" y="268605"/>
                </a:lnTo>
                <a:lnTo>
                  <a:pt x="202260" y="243179"/>
                </a:lnTo>
                <a:lnTo>
                  <a:pt x="204216" y="214884"/>
                </a:lnTo>
                <a:close/>
              </a:path>
              <a:path w="1280160" h="346075">
                <a:moveTo>
                  <a:pt x="440436" y="201168"/>
                </a:moveTo>
                <a:lnTo>
                  <a:pt x="440232" y="192024"/>
                </a:lnTo>
                <a:lnTo>
                  <a:pt x="440118" y="186880"/>
                </a:lnTo>
                <a:lnTo>
                  <a:pt x="439102" y="173736"/>
                </a:lnTo>
                <a:lnTo>
                  <a:pt x="424815" y="132397"/>
                </a:lnTo>
                <a:lnTo>
                  <a:pt x="400812" y="106210"/>
                </a:lnTo>
                <a:lnTo>
                  <a:pt x="400812" y="192024"/>
                </a:lnTo>
                <a:lnTo>
                  <a:pt x="272796" y="192024"/>
                </a:lnTo>
                <a:lnTo>
                  <a:pt x="286512" y="149352"/>
                </a:lnTo>
                <a:lnTo>
                  <a:pt x="312420" y="129540"/>
                </a:lnTo>
                <a:lnTo>
                  <a:pt x="318655" y="126669"/>
                </a:lnTo>
                <a:lnTo>
                  <a:pt x="325755" y="124777"/>
                </a:lnTo>
                <a:lnTo>
                  <a:pt x="333413" y="123761"/>
                </a:lnTo>
                <a:lnTo>
                  <a:pt x="341376" y="123444"/>
                </a:lnTo>
                <a:lnTo>
                  <a:pt x="349084" y="123761"/>
                </a:lnTo>
                <a:lnTo>
                  <a:pt x="356235" y="124777"/>
                </a:lnTo>
                <a:lnTo>
                  <a:pt x="362800" y="126669"/>
                </a:lnTo>
                <a:lnTo>
                  <a:pt x="368808" y="129540"/>
                </a:lnTo>
                <a:lnTo>
                  <a:pt x="376428" y="132588"/>
                </a:lnTo>
                <a:lnTo>
                  <a:pt x="382524" y="137160"/>
                </a:lnTo>
                <a:lnTo>
                  <a:pt x="387096" y="143256"/>
                </a:lnTo>
                <a:lnTo>
                  <a:pt x="391668" y="147828"/>
                </a:lnTo>
                <a:lnTo>
                  <a:pt x="394716" y="155448"/>
                </a:lnTo>
                <a:lnTo>
                  <a:pt x="396240" y="163068"/>
                </a:lnTo>
                <a:lnTo>
                  <a:pt x="398233" y="169100"/>
                </a:lnTo>
                <a:lnTo>
                  <a:pt x="399669" y="175831"/>
                </a:lnTo>
                <a:lnTo>
                  <a:pt x="400519" y="183438"/>
                </a:lnTo>
                <a:lnTo>
                  <a:pt x="400812" y="192024"/>
                </a:lnTo>
                <a:lnTo>
                  <a:pt x="400812" y="106210"/>
                </a:lnTo>
                <a:lnTo>
                  <a:pt x="399478" y="105156"/>
                </a:lnTo>
                <a:lnTo>
                  <a:pt x="391350" y="100634"/>
                </a:lnTo>
                <a:lnTo>
                  <a:pt x="382524" y="97536"/>
                </a:lnTo>
                <a:lnTo>
                  <a:pt x="373964" y="94424"/>
                </a:lnTo>
                <a:lnTo>
                  <a:pt x="364426" y="92011"/>
                </a:lnTo>
                <a:lnTo>
                  <a:pt x="354012" y="90474"/>
                </a:lnTo>
                <a:lnTo>
                  <a:pt x="342900" y="89916"/>
                </a:lnTo>
                <a:lnTo>
                  <a:pt x="318909" y="92189"/>
                </a:lnTo>
                <a:lnTo>
                  <a:pt x="278384" y="109855"/>
                </a:lnTo>
                <a:lnTo>
                  <a:pt x="248119" y="144449"/>
                </a:lnTo>
                <a:lnTo>
                  <a:pt x="232117" y="191414"/>
                </a:lnTo>
                <a:lnTo>
                  <a:pt x="230124" y="219456"/>
                </a:lnTo>
                <a:lnTo>
                  <a:pt x="232333" y="248348"/>
                </a:lnTo>
                <a:lnTo>
                  <a:pt x="248767" y="294690"/>
                </a:lnTo>
                <a:lnTo>
                  <a:pt x="280479" y="327304"/>
                </a:lnTo>
                <a:lnTo>
                  <a:pt x="325767" y="343928"/>
                </a:lnTo>
                <a:lnTo>
                  <a:pt x="353568" y="345948"/>
                </a:lnTo>
                <a:lnTo>
                  <a:pt x="362712" y="345948"/>
                </a:lnTo>
                <a:lnTo>
                  <a:pt x="370332" y="344424"/>
                </a:lnTo>
                <a:lnTo>
                  <a:pt x="377952" y="344424"/>
                </a:lnTo>
                <a:lnTo>
                  <a:pt x="384048" y="342900"/>
                </a:lnTo>
                <a:lnTo>
                  <a:pt x="391668" y="341376"/>
                </a:lnTo>
                <a:lnTo>
                  <a:pt x="399288" y="338328"/>
                </a:lnTo>
                <a:lnTo>
                  <a:pt x="411480" y="335280"/>
                </a:lnTo>
                <a:lnTo>
                  <a:pt x="417576" y="332232"/>
                </a:lnTo>
                <a:lnTo>
                  <a:pt x="425196" y="329184"/>
                </a:lnTo>
                <a:lnTo>
                  <a:pt x="431292" y="327660"/>
                </a:lnTo>
                <a:lnTo>
                  <a:pt x="435864" y="324612"/>
                </a:lnTo>
                <a:lnTo>
                  <a:pt x="435864" y="309372"/>
                </a:lnTo>
                <a:lnTo>
                  <a:pt x="435864" y="280416"/>
                </a:lnTo>
                <a:lnTo>
                  <a:pt x="434340" y="280416"/>
                </a:lnTo>
                <a:lnTo>
                  <a:pt x="429768" y="283464"/>
                </a:lnTo>
                <a:lnTo>
                  <a:pt x="426720" y="286512"/>
                </a:lnTo>
                <a:lnTo>
                  <a:pt x="420624" y="289560"/>
                </a:lnTo>
                <a:lnTo>
                  <a:pt x="416052" y="292608"/>
                </a:lnTo>
                <a:lnTo>
                  <a:pt x="409956" y="295656"/>
                </a:lnTo>
                <a:lnTo>
                  <a:pt x="387096" y="304800"/>
                </a:lnTo>
                <a:lnTo>
                  <a:pt x="379476" y="306324"/>
                </a:lnTo>
                <a:lnTo>
                  <a:pt x="372618" y="308089"/>
                </a:lnTo>
                <a:lnTo>
                  <a:pt x="365760" y="308991"/>
                </a:lnTo>
                <a:lnTo>
                  <a:pt x="358902" y="309333"/>
                </a:lnTo>
                <a:lnTo>
                  <a:pt x="352044" y="309372"/>
                </a:lnTo>
                <a:lnTo>
                  <a:pt x="334632" y="307975"/>
                </a:lnTo>
                <a:lnTo>
                  <a:pt x="294132" y="288036"/>
                </a:lnTo>
                <a:lnTo>
                  <a:pt x="273977" y="242824"/>
                </a:lnTo>
                <a:lnTo>
                  <a:pt x="272796" y="222504"/>
                </a:lnTo>
                <a:lnTo>
                  <a:pt x="440436" y="222504"/>
                </a:lnTo>
                <a:lnTo>
                  <a:pt x="440436" y="201168"/>
                </a:lnTo>
                <a:close/>
              </a:path>
              <a:path w="1280160" h="346075">
                <a:moveTo>
                  <a:pt x="524243" y="1524"/>
                </a:moveTo>
                <a:lnTo>
                  <a:pt x="483108" y="1524"/>
                </a:lnTo>
                <a:lnTo>
                  <a:pt x="483108" y="339852"/>
                </a:lnTo>
                <a:lnTo>
                  <a:pt x="524243" y="339852"/>
                </a:lnTo>
                <a:lnTo>
                  <a:pt x="524243" y="1524"/>
                </a:lnTo>
                <a:close/>
              </a:path>
              <a:path w="1280160" h="346075">
                <a:moveTo>
                  <a:pt x="742188" y="269748"/>
                </a:moveTo>
                <a:lnTo>
                  <a:pt x="728472" y="227076"/>
                </a:lnTo>
                <a:lnTo>
                  <a:pt x="688848" y="204216"/>
                </a:lnTo>
                <a:lnTo>
                  <a:pt x="679704" y="202692"/>
                </a:lnTo>
                <a:lnTo>
                  <a:pt x="656844" y="198120"/>
                </a:lnTo>
                <a:lnTo>
                  <a:pt x="618744" y="182880"/>
                </a:lnTo>
                <a:lnTo>
                  <a:pt x="612648" y="178308"/>
                </a:lnTo>
                <a:lnTo>
                  <a:pt x="609600" y="170688"/>
                </a:lnTo>
                <a:lnTo>
                  <a:pt x="609600" y="160020"/>
                </a:lnTo>
                <a:lnTo>
                  <a:pt x="639127" y="128016"/>
                </a:lnTo>
                <a:lnTo>
                  <a:pt x="658368" y="126492"/>
                </a:lnTo>
                <a:lnTo>
                  <a:pt x="667740" y="126809"/>
                </a:lnTo>
                <a:lnTo>
                  <a:pt x="706221" y="136550"/>
                </a:lnTo>
                <a:lnTo>
                  <a:pt x="731520" y="152400"/>
                </a:lnTo>
                <a:lnTo>
                  <a:pt x="733044" y="152400"/>
                </a:lnTo>
                <a:lnTo>
                  <a:pt x="733044" y="108204"/>
                </a:lnTo>
                <a:lnTo>
                  <a:pt x="725868" y="104800"/>
                </a:lnTo>
                <a:lnTo>
                  <a:pt x="689229" y="94018"/>
                </a:lnTo>
                <a:lnTo>
                  <a:pt x="658368" y="91440"/>
                </a:lnTo>
                <a:lnTo>
                  <a:pt x="638911" y="92608"/>
                </a:lnTo>
                <a:lnTo>
                  <a:pt x="592836" y="111252"/>
                </a:lnTo>
                <a:lnTo>
                  <a:pt x="569899" y="149186"/>
                </a:lnTo>
                <a:lnTo>
                  <a:pt x="568452" y="164592"/>
                </a:lnTo>
                <a:lnTo>
                  <a:pt x="569061" y="176593"/>
                </a:lnTo>
                <a:lnTo>
                  <a:pt x="588137" y="214083"/>
                </a:lnTo>
                <a:lnTo>
                  <a:pt x="627888" y="233172"/>
                </a:lnTo>
                <a:lnTo>
                  <a:pt x="644652" y="236220"/>
                </a:lnTo>
                <a:lnTo>
                  <a:pt x="659892" y="239268"/>
                </a:lnTo>
                <a:lnTo>
                  <a:pt x="664464" y="240792"/>
                </a:lnTo>
                <a:lnTo>
                  <a:pt x="673912" y="243344"/>
                </a:lnTo>
                <a:lnTo>
                  <a:pt x="681799" y="246316"/>
                </a:lnTo>
                <a:lnTo>
                  <a:pt x="688251" y="249580"/>
                </a:lnTo>
                <a:lnTo>
                  <a:pt x="693420" y="252984"/>
                </a:lnTo>
                <a:lnTo>
                  <a:pt x="697992" y="259080"/>
                </a:lnTo>
                <a:lnTo>
                  <a:pt x="701040" y="265176"/>
                </a:lnTo>
                <a:lnTo>
                  <a:pt x="701040" y="283464"/>
                </a:lnTo>
                <a:lnTo>
                  <a:pt x="699516" y="289560"/>
                </a:lnTo>
                <a:lnTo>
                  <a:pt x="697992" y="292608"/>
                </a:lnTo>
                <a:lnTo>
                  <a:pt x="694944" y="295656"/>
                </a:lnTo>
                <a:lnTo>
                  <a:pt x="691896" y="300228"/>
                </a:lnTo>
                <a:lnTo>
                  <a:pt x="676656" y="307848"/>
                </a:lnTo>
                <a:lnTo>
                  <a:pt x="670560" y="309372"/>
                </a:lnTo>
                <a:lnTo>
                  <a:pt x="662940" y="310896"/>
                </a:lnTo>
                <a:lnTo>
                  <a:pt x="649224" y="310896"/>
                </a:lnTo>
                <a:lnTo>
                  <a:pt x="606552" y="301752"/>
                </a:lnTo>
                <a:lnTo>
                  <a:pt x="600456" y="298704"/>
                </a:lnTo>
                <a:lnTo>
                  <a:pt x="592836" y="295656"/>
                </a:lnTo>
                <a:lnTo>
                  <a:pt x="586740" y="292608"/>
                </a:lnTo>
                <a:lnTo>
                  <a:pt x="580644" y="288036"/>
                </a:lnTo>
                <a:lnTo>
                  <a:pt x="576072" y="284988"/>
                </a:lnTo>
                <a:lnTo>
                  <a:pt x="573024" y="281940"/>
                </a:lnTo>
                <a:lnTo>
                  <a:pt x="568452" y="278892"/>
                </a:lnTo>
                <a:lnTo>
                  <a:pt x="566928" y="278892"/>
                </a:lnTo>
                <a:lnTo>
                  <a:pt x="566928" y="324612"/>
                </a:lnTo>
                <a:lnTo>
                  <a:pt x="574332" y="328930"/>
                </a:lnTo>
                <a:lnTo>
                  <a:pt x="612546" y="342099"/>
                </a:lnTo>
                <a:lnTo>
                  <a:pt x="647700" y="345948"/>
                </a:lnTo>
                <a:lnTo>
                  <a:pt x="659701" y="345643"/>
                </a:lnTo>
                <a:lnTo>
                  <a:pt x="704469" y="333184"/>
                </a:lnTo>
                <a:lnTo>
                  <a:pt x="717804" y="323088"/>
                </a:lnTo>
                <a:lnTo>
                  <a:pt x="723874" y="318236"/>
                </a:lnTo>
                <a:lnTo>
                  <a:pt x="741870" y="277520"/>
                </a:lnTo>
                <a:lnTo>
                  <a:pt x="742188" y="269748"/>
                </a:lnTo>
                <a:close/>
              </a:path>
              <a:path w="1280160" h="346075">
                <a:moveTo>
                  <a:pt x="979919" y="217932"/>
                </a:moveTo>
                <a:lnTo>
                  <a:pt x="972870" y="164401"/>
                </a:lnTo>
                <a:lnTo>
                  <a:pt x="952017" y="124968"/>
                </a:lnTo>
                <a:lnTo>
                  <a:pt x="938771" y="112610"/>
                </a:lnTo>
                <a:lnTo>
                  <a:pt x="938771" y="217932"/>
                </a:lnTo>
                <a:lnTo>
                  <a:pt x="937628" y="240245"/>
                </a:lnTo>
                <a:lnTo>
                  <a:pt x="920483" y="288036"/>
                </a:lnTo>
                <a:lnTo>
                  <a:pt x="886841" y="309473"/>
                </a:lnTo>
                <a:lnTo>
                  <a:pt x="871715" y="310896"/>
                </a:lnTo>
                <a:lnTo>
                  <a:pt x="856602" y="309473"/>
                </a:lnTo>
                <a:lnTo>
                  <a:pt x="822947" y="288036"/>
                </a:lnTo>
                <a:lnTo>
                  <a:pt x="807097" y="239610"/>
                </a:lnTo>
                <a:lnTo>
                  <a:pt x="806183" y="217932"/>
                </a:lnTo>
                <a:lnTo>
                  <a:pt x="807097" y="196265"/>
                </a:lnTo>
                <a:lnTo>
                  <a:pt x="822947" y="147828"/>
                </a:lnTo>
                <a:lnTo>
                  <a:pt x="856602" y="126403"/>
                </a:lnTo>
                <a:lnTo>
                  <a:pt x="871715" y="124968"/>
                </a:lnTo>
                <a:lnTo>
                  <a:pt x="886841" y="126403"/>
                </a:lnTo>
                <a:lnTo>
                  <a:pt x="920483" y="147828"/>
                </a:lnTo>
                <a:lnTo>
                  <a:pt x="937628" y="196265"/>
                </a:lnTo>
                <a:lnTo>
                  <a:pt x="938771" y="217932"/>
                </a:lnTo>
                <a:lnTo>
                  <a:pt x="938771" y="112610"/>
                </a:lnTo>
                <a:lnTo>
                  <a:pt x="934948" y="109207"/>
                </a:lnTo>
                <a:lnTo>
                  <a:pt x="916482" y="98679"/>
                </a:lnTo>
                <a:lnTo>
                  <a:pt x="895464" y="92163"/>
                </a:lnTo>
                <a:lnTo>
                  <a:pt x="871715" y="89916"/>
                </a:lnTo>
                <a:lnTo>
                  <a:pt x="848842" y="92163"/>
                </a:lnTo>
                <a:lnTo>
                  <a:pt x="809358" y="109207"/>
                </a:lnTo>
                <a:lnTo>
                  <a:pt x="779589" y="142290"/>
                </a:lnTo>
                <a:lnTo>
                  <a:pt x="765251" y="189674"/>
                </a:lnTo>
                <a:lnTo>
                  <a:pt x="763511" y="217932"/>
                </a:lnTo>
                <a:lnTo>
                  <a:pt x="765251" y="246202"/>
                </a:lnTo>
                <a:lnTo>
                  <a:pt x="779589" y="293585"/>
                </a:lnTo>
                <a:lnTo>
                  <a:pt x="808494" y="327304"/>
                </a:lnTo>
                <a:lnTo>
                  <a:pt x="847979" y="343928"/>
                </a:lnTo>
                <a:lnTo>
                  <a:pt x="871715" y="345948"/>
                </a:lnTo>
                <a:lnTo>
                  <a:pt x="895464" y="343954"/>
                </a:lnTo>
                <a:lnTo>
                  <a:pt x="916482" y="337947"/>
                </a:lnTo>
                <a:lnTo>
                  <a:pt x="934948" y="327952"/>
                </a:lnTo>
                <a:lnTo>
                  <a:pt x="950963" y="313944"/>
                </a:lnTo>
                <a:lnTo>
                  <a:pt x="953046" y="310896"/>
                </a:lnTo>
                <a:lnTo>
                  <a:pt x="963853" y="295084"/>
                </a:lnTo>
                <a:lnTo>
                  <a:pt x="972870" y="272796"/>
                </a:lnTo>
                <a:lnTo>
                  <a:pt x="978192" y="247078"/>
                </a:lnTo>
                <a:lnTo>
                  <a:pt x="979919" y="217932"/>
                </a:lnTo>
                <a:close/>
              </a:path>
              <a:path w="1280160" h="346075">
                <a:moveTo>
                  <a:pt x="1147559" y="3048"/>
                </a:moveTo>
                <a:lnTo>
                  <a:pt x="1141463" y="1524"/>
                </a:lnTo>
                <a:lnTo>
                  <a:pt x="1135367" y="1524"/>
                </a:lnTo>
                <a:lnTo>
                  <a:pt x="1127747" y="0"/>
                </a:lnTo>
                <a:lnTo>
                  <a:pt x="1106411" y="0"/>
                </a:lnTo>
                <a:lnTo>
                  <a:pt x="1087247" y="1435"/>
                </a:lnTo>
                <a:lnTo>
                  <a:pt x="1045451" y="22860"/>
                </a:lnTo>
                <a:lnTo>
                  <a:pt x="1025525" y="68084"/>
                </a:lnTo>
                <a:lnTo>
                  <a:pt x="1024115" y="88392"/>
                </a:lnTo>
                <a:lnTo>
                  <a:pt x="1024115" y="97536"/>
                </a:lnTo>
                <a:lnTo>
                  <a:pt x="996683" y="97536"/>
                </a:lnTo>
                <a:lnTo>
                  <a:pt x="996683" y="131064"/>
                </a:lnTo>
                <a:lnTo>
                  <a:pt x="1024115" y="131064"/>
                </a:lnTo>
                <a:lnTo>
                  <a:pt x="1024115" y="339852"/>
                </a:lnTo>
                <a:lnTo>
                  <a:pt x="1065263" y="339852"/>
                </a:lnTo>
                <a:lnTo>
                  <a:pt x="1065263" y="131064"/>
                </a:lnTo>
                <a:lnTo>
                  <a:pt x="1132319" y="131064"/>
                </a:lnTo>
                <a:lnTo>
                  <a:pt x="1132319" y="97536"/>
                </a:lnTo>
                <a:lnTo>
                  <a:pt x="1063739" y="97536"/>
                </a:lnTo>
                <a:lnTo>
                  <a:pt x="1063739" y="88392"/>
                </a:lnTo>
                <a:lnTo>
                  <a:pt x="1074407" y="47244"/>
                </a:lnTo>
                <a:lnTo>
                  <a:pt x="1112507" y="35052"/>
                </a:lnTo>
                <a:lnTo>
                  <a:pt x="1123175" y="35052"/>
                </a:lnTo>
                <a:lnTo>
                  <a:pt x="1130795" y="36576"/>
                </a:lnTo>
                <a:lnTo>
                  <a:pt x="1136891" y="38100"/>
                </a:lnTo>
                <a:lnTo>
                  <a:pt x="1146035" y="41148"/>
                </a:lnTo>
                <a:lnTo>
                  <a:pt x="1147559" y="41148"/>
                </a:lnTo>
                <a:lnTo>
                  <a:pt x="1147559" y="3048"/>
                </a:lnTo>
                <a:close/>
              </a:path>
              <a:path w="1280160" h="346075">
                <a:moveTo>
                  <a:pt x="1280147" y="97536"/>
                </a:moveTo>
                <a:lnTo>
                  <a:pt x="1205471" y="97536"/>
                </a:lnTo>
                <a:lnTo>
                  <a:pt x="1205471" y="27432"/>
                </a:lnTo>
                <a:lnTo>
                  <a:pt x="1164323" y="27432"/>
                </a:lnTo>
                <a:lnTo>
                  <a:pt x="1164323" y="97536"/>
                </a:lnTo>
                <a:lnTo>
                  <a:pt x="1136891" y="97536"/>
                </a:lnTo>
                <a:lnTo>
                  <a:pt x="1136891" y="131064"/>
                </a:lnTo>
                <a:lnTo>
                  <a:pt x="1164323" y="131064"/>
                </a:lnTo>
                <a:lnTo>
                  <a:pt x="1164323" y="265176"/>
                </a:lnTo>
                <a:lnTo>
                  <a:pt x="1165466" y="284353"/>
                </a:lnTo>
                <a:lnTo>
                  <a:pt x="1182611" y="326136"/>
                </a:lnTo>
                <a:lnTo>
                  <a:pt x="1219047" y="343281"/>
                </a:lnTo>
                <a:lnTo>
                  <a:pt x="1234427" y="344424"/>
                </a:lnTo>
                <a:lnTo>
                  <a:pt x="1249667" y="344424"/>
                </a:lnTo>
                <a:lnTo>
                  <a:pt x="1280147" y="338328"/>
                </a:lnTo>
                <a:lnTo>
                  <a:pt x="1280147" y="301752"/>
                </a:lnTo>
                <a:lnTo>
                  <a:pt x="1275575" y="301752"/>
                </a:lnTo>
                <a:lnTo>
                  <a:pt x="1271003" y="303276"/>
                </a:lnTo>
                <a:lnTo>
                  <a:pt x="1264907" y="306324"/>
                </a:lnTo>
                <a:lnTo>
                  <a:pt x="1258811" y="307848"/>
                </a:lnTo>
                <a:lnTo>
                  <a:pt x="1251191" y="309372"/>
                </a:lnTo>
                <a:lnTo>
                  <a:pt x="1235951" y="309372"/>
                </a:lnTo>
                <a:lnTo>
                  <a:pt x="1208519" y="288036"/>
                </a:lnTo>
                <a:lnTo>
                  <a:pt x="1205471" y="281940"/>
                </a:lnTo>
                <a:lnTo>
                  <a:pt x="1205471" y="131064"/>
                </a:lnTo>
                <a:lnTo>
                  <a:pt x="1280147" y="131064"/>
                </a:lnTo>
                <a:lnTo>
                  <a:pt x="1280147" y="9753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" name="object 65"/>
          <p:cNvSpPr/>
          <p:nvPr/>
        </p:nvSpPr>
        <p:spPr>
          <a:xfrm>
            <a:off x="3966972" y="4453127"/>
            <a:ext cx="356870" cy="401320"/>
          </a:xfrm>
          <a:custGeom>
            <a:avLst/>
            <a:gdLst/>
            <a:ahLst/>
            <a:cxnLst/>
            <a:rect l="l" t="t" r="r" b="b"/>
            <a:pathLst>
              <a:path w="356870" h="401320">
                <a:moveTo>
                  <a:pt x="53340" y="89916"/>
                </a:moveTo>
                <a:lnTo>
                  <a:pt x="44196" y="89916"/>
                </a:lnTo>
                <a:lnTo>
                  <a:pt x="51339" y="61936"/>
                </a:lnTo>
                <a:lnTo>
                  <a:pt x="56769" y="37528"/>
                </a:lnTo>
                <a:lnTo>
                  <a:pt x="60483" y="16835"/>
                </a:lnTo>
                <a:lnTo>
                  <a:pt x="62484" y="0"/>
                </a:lnTo>
                <a:lnTo>
                  <a:pt x="100584" y="19812"/>
                </a:lnTo>
                <a:lnTo>
                  <a:pt x="91487" y="27551"/>
                </a:lnTo>
                <a:lnTo>
                  <a:pt x="80391" y="41719"/>
                </a:lnTo>
                <a:lnTo>
                  <a:pt x="67579" y="62460"/>
                </a:lnTo>
                <a:lnTo>
                  <a:pt x="53340" y="89916"/>
                </a:lnTo>
                <a:close/>
              </a:path>
              <a:path w="356870" h="401320">
                <a:moveTo>
                  <a:pt x="147828" y="190500"/>
                </a:moveTo>
                <a:lnTo>
                  <a:pt x="143256" y="187452"/>
                </a:lnTo>
                <a:lnTo>
                  <a:pt x="160162" y="159972"/>
                </a:lnTo>
                <a:lnTo>
                  <a:pt x="174498" y="134493"/>
                </a:lnTo>
                <a:lnTo>
                  <a:pt x="196596" y="88392"/>
                </a:lnTo>
                <a:lnTo>
                  <a:pt x="211836" y="44958"/>
                </a:lnTo>
                <a:lnTo>
                  <a:pt x="222503" y="1524"/>
                </a:lnTo>
                <a:lnTo>
                  <a:pt x="260603" y="22860"/>
                </a:lnTo>
                <a:lnTo>
                  <a:pt x="252864" y="30837"/>
                </a:lnTo>
                <a:lnTo>
                  <a:pt x="243268" y="45529"/>
                </a:lnTo>
                <a:lnTo>
                  <a:pt x="231671" y="66794"/>
                </a:lnTo>
                <a:lnTo>
                  <a:pt x="217932" y="94488"/>
                </a:lnTo>
                <a:lnTo>
                  <a:pt x="348996" y="94488"/>
                </a:lnTo>
                <a:lnTo>
                  <a:pt x="356616" y="102108"/>
                </a:lnTo>
                <a:lnTo>
                  <a:pt x="352806" y="105156"/>
                </a:lnTo>
                <a:lnTo>
                  <a:pt x="213360" y="105156"/>
                </a:lnTo>
                <a:lnTo>
                  <a:pt x="197977" y="129420"/>
                </a:lnTo>
                <a:lnTo>
                  <a:pt x="181737" y="151828"/>
                </a:lnTo>
                <a:lnTo>
                  <a:pt x="164925" y="172235"/>
                </a:lnTo>
                <a:lnTo>
                  <a:pt x="147828" y="190500"/>
                </a:lnTo>
                <a:close/>
              </a:path>
              <a:path w="356870" h="401320">
                <a:moveTo>
                  <a:pt x="146812" y="89916"/>
                </a:moveTo>
                <a:lnTo>
                  <a:pt x="111252" y="89916"/>
                </a:lnTo>
                <a:lnTo>
                  <a:pt x="129540" y="71628"/>
                </a:lnTo>
                <a:lnTo>
                  <a:pt x="146812" y="89916"/>
                </a:lnTo>
                <a:close/>
              </a:path>
              <a:path w="356870" h="401320">
                <a:moveTo>
                  <a:pt x="0" y="397764"/>
                </a:moveTo>
                <a:lnTo>
                  <a:pt x="820" y="359664"/>
                </a:lnTo>
                <a:lnTo>
                  <a:pt x="917" y="353568"/>
                </a:lnTo>
                <a:lnTo>
                  <a:pt x="1333" y="316230"/>
                </a:lnTo>
                <a:lnTo>
                  <a:pt x="1425" y="176784"/>
                </a:lnTo>
                <a:lnTo>
                  <a:pt x="1301" y="151828"/>
                </a:lnTo>
                <a:lnTo>
                  <a:pt x="881" y="114681"/>
                </a:lnTo>
                <a:lnTo>
                  <a:pt x="0" y="74676"/>
                </a:lnTo>
                <a:lnTo>
                  <a:pt x="25908" y="89916"/>
                </a:lnTo>
                <a:lnTo>
                  <a:pt x="146812" y="89916"/>
                </a:lnTo>
                <a:lnTo>
                  <a:pt x="155448" y="99060"/>
                </a:lnTo>
                <a:lnTo>
                  <a:pt x="153162" y="100584"/>
                </a:lnTo>
                <a:lnTo>
                  <a:pt x="24384" y="100584"/>
                </a:lnTo>
                <a:lnTo>
                  <a:pt x="24384" y="211836"/>
                </a:lnTo>
                <a:lnTo>
                  <a:pt x="137464" y="211836"/>
                </a:lnTo>
                <a:lnTo>
                  <a:pt x="137527" y="222504"/>
                </a:lnTo>
                <a:lnTo>
                  <a:pt x="24384" y="222504"/>
                </a:lnTo>
                <a:lnTo>
                  <a:pt x="24384" y="342900"/>
                </a:lnTo>
                <a:lnTo>
                  <a:pt x="138496" y="342900"/>
                </a:lnTo>
                <a:lnTo>
                  <a:pt x="138564" y="353568"/>
                </a:lnTo>
                <a:lnTo>
                  <a:pt x="24384" y="353568"/>
                </a:lnTo>
                <a:lnTo>
                  <a:pt x="24384" y="384048"/>
                </a:lnTo>
                <a:lnTo>
                  <a:pt x="0" y="397764"/>
                </a:lnTo>
                <a:close/>
              </a:path>
              <a:path w="356870" h="401320">
                <a:moveTo>
                  <a:pt x="348996" y="94488"/>
                </a:moveTo>
                <a:lnTo>
                  <a:pt x="310896" y="94488"/>
                </a:lnTo>
                <a:lnTo>
                  <a:pt x="330708" y="76200"/>
                </a:lnTo>
                <a:lnTo>
                  <a:pt x="348996" y="94488"/>
                </a:lnTo>
                <a:close/>
              </a:path>
              <a:path w="356870" h="401320">
                <a:moveTo>
                  <a:pt x="137464" y="211836"/>
                </a:moveTo>
                <a:lnTo>
                  <a:pt x="114300" y="211836"/>
                </a:lnTo>
                <a:lnTo>
                  <a:pt x="114300" y="100584"/>
                </a:lnTo>
                <a:lnTo>
                  <a:pt x="153162" y="100584"/>
                </a:lnTo>
                <a:lnTo>
                  <a:pt x="137160" y="111252"/>
                </a:lnTo>
                <a:lnTo>
                  <a:pt x="137284" y="170688"/>
                </a:lnTo>
                <a:lnTo>
                  <a:pt x="137385" y="198310"/>
                </a:lnTo>
                <a:lnTo>
                  <a:pt x="137464" y="211836"/>
                </a:lnTo>
                <a:close/>
              </a:path>
              <a:path w="356870" h="401320">
                <a:moveTo>
                  <a:pt x="327433" y="359664"/>
                </a:moveTo>
                <a:lnTo>
                  <a:pt x="283464" y="359664"/>
                </a:lnTo>
                <a:lnTo>
                  <a:pt x="291988" y="357687"/>
                </a:lnTo>
                <a:lnTo>
                  <a:pt x="299085" y="351853"/>
                </a:lnTo>
                <a:lnTo>
                  <a:pt x="309252" y="304038"/>
                </a:lnTo>
                <a:lnTo>
                  <a:pt x="311086" y="258318"/>
                </a:lnTo>
                <a:lnTo>
                  <a:pt x="313173" y="193047"/>
                </a:lnTo>
                <a:lnTo>
                  <a:pt x="315467" y="105156"/>
                </a:lnTo>
                <a:lnTo>
                  <a:pt x="352806" y="105156"/>
                </a:lnTo>
                <a:lnTo>
                  <a:pt x="341376" y="114300"/>
                </a:lnTo>
                <a:lnTo>
                  <a:pt x="339547" y="188561"/>
                </a:lnTo>
                <a:lnTo>
                  <a:pt x="337718" y="248631"/>
                </a:lnTo>
                <a:lnTo>
                  <a:pt x="335889" y="294583"/>
                </a:lnTo>
                <a:lnTo>
                  <a:pt x="334060" y="326489"/>
                </a:lnTo>
                <a:lnTo>
                  <a:pt x="332232" y="344424"/>
                </a:lnTo>
                <a:lnTo>
                  <a:pt x="328517" y="357020"/>
                </a:lnTo>
                <a:lnTo>
                  <a:pt x="327433" y="359664"/>
                </a:lnTo>
                <a:close/>
              </a:path>
              <a:path w="356870" h="401320">
                <a:moveTo>
                  <a:pt x="231648" y="268224"/>
                </a:moveTo>
                <a:lnTo>
                  <a:pt x="230124" y="268224"/>
                </a:lnTo>
                <a:lnTo>
                  <a:pt x="226742" y="266771"/>
                </a:lnTo>
                <a:lnTo>
                  <a:pt x="223647" y="262318"/>
                </a:lnTo>
                <a:lnTo>
                  <a:pt x="221122" y="254722"/>
                </a:lnTo>
                <a:lnTo>
                  <a:pt x="219456" y="243840"/>
                </a:lnTo>
                <a:lnTo>
                  <a:pt x="214884" y="226718"/>
                </a:lnTo>
                <a:lnTo>
                  <a:pt x="208026" y="209740"/>
                </a:lnTo>
                <a:lnTo>
                  <a:pt x="198882" y="193047"/>
                </a:lnTo>
                <a:lnTo>
                  <a:pt x="187452" y="176784"/>
                </a:lnTo>
                <a:lnTo>
                  <a:pt x="192024" y="170688"/>
                </a:lnTo>
                <a:lnTo>
                  <a:pt x="224980" y="198310"/>
                </a:lnTo>
                <a:lnTo>
                  <a:pt x="246888" y="234696"/>
                </a:lnTo>
                <a:lnTo>
                  <a:pt x="246888" y="246888"/>
                </a:lnTo>
                <a:lnTo>
                  <a:pt x="245364" y="254508"/>
                </a:lnTo>
                <a:lnTo>
                  <a:pt x="240791" y="260603"/>
                </a:lnTo>
                <a:lnTo>
                  <a:pt x="236220" y="265176"/>
                </a:lnTo>
                <a:lnTo>
                  <a:pt x="231648" y="268224"/>
                </a:lnTo>
                <a:close/>
              </a:path>
              <a:path w="356870" h="401320">
                <a:moveTo>
                  <a:pt x="138496" y="342900"/>
                </a:moveTo>
                <a:lnTo>
                  <a:pt x="114300" y="342900"/>
                </a:lnTo>
                <a:lnTo>
                  <a:pt x="114300" y="222504"/>
                </a:lnTo>
                <a:lnTo>
                  <a:pt x="137527" y="222504"/>
                </a:lnTo>
                <a:lnTo>
                  <a:pt x="137652" y="243840"/>
                </a:lnTo>
                <a:lnTo>
                  <a:pt x="138496" y="342900"/>
                </a:lnTo>
                <a:close/>
              </a:path>
              <a:path w="356870" h="401320">
                <a:moveTo>
                  <a:pt x="278891" y="400812"/>
                </a:moveTo>
                <a:lnTo>
                  <a:pt x="271772" y="387953"/>
                </a:lnTo>
                <a:lnTo>
                  <a:pt x="259651" y="376809"/>
                </a:lnTo>
                <a:lnTo>
                  <a:pt x="242673" y="367379"/>
                </a:lnTo>
                <a:lnTo>
                  <a:pt x="220979" y="359664"/>
                </a:lnTo>
                <a:lnTo>
                  <a:pt x="220979" y="350520"/>
                </a:lnTo>
                <a:lnTo>
                  <a:pt x="241244" y="354520"/>
                </a:lnTo>
                <a:lnTo>
                  <a:pt x="258508" y="357378"/>
                </a:lnTo>
                <a:lnTo>
                  <a:pt x="272629" y="359092"/>
                </a:lnTo>
                <a:lnTo>
                  <a:pt x="283464" y="359664"/>
                </a:lnTo>
                <a:lnTo>
                  <a:pt x="327433" y="359664"/>
                </a:lnTo>
                <a:lnTo>
                  <a:pt x="324231" y="367474"/>
                </a:lnTo>
                <a:lnTo>
                  <a:pt x="289726" y="396240"/>
                </a:lnTo>
                <a:lnTo>
                  <a:pt x="278891" y="400812"/>
                </a:lnTo>
                <a:close/>
              </a:path>
              <a:path w="356870" h="401320">
                <a:moveTo>
                  <a:pt x="114300" y="390144"/>
                </a:moveTo>
                <a:lnTo>
                  <a:pt x="114300" y="353568"/>
                </a:lnTo>
                <a:lnTo>
                  <a:pt x="138564" y="353568"/>
                </a:lnTo>
                <a:lnTo>
                  <a:pt x="138684" y="376428"/>
                </a:lnTo>
                <a:lnTo>
                  <a:pt x="114300" y="39014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" name="object 66"/>
          <p:cNvSpPr/>
          <p:nvPr/>
        </p:nvSpPr>
        <p:spPr>
          <a:xfrm>
            <a:off x="4376915" y="4460747"/>
            <a:ext cx="817244" cy="396240"/>
          </a:xfrm>
          <a:custGeom>
            <a:avLst/>
            <a:gdLst/>
            <a:ahLst/>
            <a:cxnLst/>
            <a:rect l="l" t="t" r="r" b="b"/>
            <a:pathLst>
              <a:path w="817245" h="396239">
                <a:moveTo>
                  <a:pt x="135648" y="224028"/>
                </a:moveTo>
                <a:lnTo>
                  <a:pt x="93992" y="186982"/>
                </a:lnTo>
                <a:lnTo>
                  <a:pt x="68592" y="175260"/>
                </a:lnTo>
                <a:lnTo>
                  <a:pt x="64020" y="181356"/>
                </a:lnTo>
                <a:lnTo>
                  <a:pt x="78524" y="196977"/>
                </a:lnTo>
                <a:lnTo>
                  <a:pt x="90500" y="212217"/>
                </a:lnTo>
                <a:lnTo>
                  <a:pt x="99809" y="226796"/>
                </a:lnTo>
                <a:lnTo>
                  <a:pt x="106692" y="240792"/>
                </a:lnTo>
                <a:lnTo>
                  <a:pt x="111264" y="251460"/>
                </a:lnTo>
                <a:lnTo>
                  <a:pt x="115824" y="257556"/>
                </a:lnTo>
                <a:lnTo>
                  <a:pt x="120408" y="257556"/>
                </a:lnTo>
                <a:lnTo>
                  <a:pt x="124980" y="254508"/>
                </a:lnTo>
                <a:lnTo>
                  <a:pt x="134112" y="239268"/>
                </a:lnTo>
                <a:lnTo>
                  <a:pt x="135648" y="231648"/>
                </a:lnTo>
                <a:lnTo>
                  <a:pt x="135648" y="224028"/>
                </a:lnTo>
                <a:close/>
              </a:path>
              <a:path w="817245" h="396239">
                <a:moveTo>
                  <a:pt x="405396" y="156972"/>
                </a:moveTo>
                <a:lnTo>
                  <a:pt x="368820" y="120396"/>
                </a:lnTo>
                <a:lnTo>
                  <a:pt x="342912" y="146304"/>
                </a:lnTo>
                <a:lnTo>
                  <a:pt x="306336" y="146304"/>
                </a:lnTo>
                <a:lnTo>
                  <a:pt x="306336" y="91440"/>
                </a:lnTo>
                <a:lnTo>
                  <a:pt x="306336" y="36576"/>
                </a:lnTo>
                <a:lnTo>
                  <a:pt x="318909" y="27432"/>
                </a:lnTo>
                <a:lnTo>
                  <a:pt x="323100" y="24384"/>
                </a:lnTo>
                <a:lnTo>
                  <a:pt x="294144" y="0"/>
                </a:lnTo>
                <a:lnTo>
                  <a:pt x="280428" y="18288"/>
                </a:lnTo>
                <a:lnTo>
                  <a:pt x="57912" y="18288"/>
                </a:lnTo>
                <a:lnTo>
                  <a:pt x="73164" y="33528"/>
                </a:lnTo>
                <a:lnTo>
                  <a:pt x="83464" y="31292"/>
                </a:lnTo>
                <a:lnTo>
                  <a:pt x="93929" y="29337"/>
                </a:lnTo>
                <a:lnTo>
                  <a:pt x="104660" y="27965"/>
                </a:lnTo>
                <a:lnTo>
                  <a:pt x="115824" y="27432"/>
                </a:lnTo>
                <a:lnTo>
                  <a:pt x="283476" y="27432"/>
                </a:lnTo>
                <a:lnTo>
                  <a:pt x="283476" y="80772"/>
                </a:lnTo>
                <a:lnTo>
                  <a:pt x="83832" y="80772"/>
                </a:lnTo>
                <a:lnTo>
                  <a:pt x="99072" y="96012"/>
                </a:lnTo>
                <a:lnTo>
                  <a:pt x="109372" y="94018"/>
                </a:lnTo>
                <a:lnTo>
                  <a:pt x="119837" y="92583"/>
                </a:lnTo>
                <a:lnTo>
                  <a:pt x="130568" y="91732"/>
                </a:lnTo>
                <a:lnTo>
                  <a:pt x="141744" y="91440"/>
                </a:lnTo>
                <a:lnTo>
                  <a:pt x="283476" y="91440"/>
                </a:lnTo>
                <a:lnTo>
                  <a:pt x="283476" y="146304"/>
                </a:lnTo>
                <a:lnTo>
                  <a:pt x="0" y="146304"/>
                </a:lnTo>
                <a:lnTo>
                  <a:pt x="15252" y="161544"/>
                </a:lnTo>
                <a:lnTo>
                  <a:pt x="25552" y="159550"/>
                </a:lnTo>
                <a:lnTo>
                  <a:pt x="36017" y="158115"/>
                </a:lnTo>
                <a:lnTo>
                  <a:pt x="46748" y="157264"/>
                </a:lnTo>
                <a:lnTo>
                  <a:pt x="57912" y="156972"/>
                </a:lnTo>
                <a:lnTo>
                  <a:pt x="192036" y="156972"/>
                </a:lnTo>
                <a:lnTo>
                  <a:pt x="192036" y="252984"/>
                </a:lnTo>
                <a:lnTo>
                  <a:pt x="123075" y="284988"/>
                </a:lnTo>
                <a:lnTo>
                  <a:pt x="70116" y="307848"/>
                </a:lnTo>
                <a:lnTo>
                  <a:pt x="30861" y="321373"/>
                </a:lnTo>
                <a:lnTo>
                  <a:pt x="3048" y="329184"/>
                </a:lnTo>
                <a:lnTo>
                  <a:pt x="27444" y="365760"/>
                </a:lnTo>
                <a:lnTo>
                  <a:pt x="61087" y="338124"/>
                </a:lnTo>
                <a:lnTo>
                  <a:pt x="103949" y="312089"/>
                </a:lnTo>
                <a:lnTo>
                  <a:pt x="159435" y="281139"/>
                </a:lnTo>
                <a:lnTo>
                  <a:pt x="192036" y="263652"/>
                </a:lnTo>
                <a:lnTo>
                  <a:pt x="192036" y="345948"/>
                </a:lnTo>
                <a:lnTo>
                  <a:pt x="140169" y="350354"/>
                </a:lnTo>
                <a:lnTo>
                  <a:pt x="120408" y="347472"/>
                </a:lnTo>
                <a:lnTo>
                  <a:pt x="120408" y="355092"/>
                </a:lnTo>
                <a:lnTo>
                  <a:pt x="143548" y="363651"/>
                </a:lnTo>
                <a:lnTo>
                  <a:pt x="160413" y="373189"/>
                </a:lnTo>
                <a:lnTo>
                  <a:pt x="170980" y="383603"/>
                </a:lnTo>
                <a:lnTo>
                  <a:pt x="175272" y="394716"/>
                </a:lnTo>
                <a:lnTo>
                  <a:pt x="194767" y="384429"/>
                </a:lnTo>
                <a:lnTo>
                  <a:pt x="207848" y="371856"/>
                </a:lnTo>
                <a:lnTo>
                  <a:pt x="214909" y="356997"/>
                </a:lnTo>
                <a:lnTo>
                  <a:pt x="215214" y="353568"/>
                </a:lnTo>
                <a:lnTo>
                  <a:pt x="216420" y="339852"/>
                </a:lnTo>
                <a:lnTo>
                  <a:pt x="216420" y="185928"/>
                </a:lnTo>
                <a:lnTo>
                  <a:pt x="237083" y="234975"/>
                </a:lnTo>
                <a:lnTo>
                  <a:pt x="262496" y="277939"/>
                </a:lnTo>
                <a:lnTo>
                  <a:pt x="292671" y="314972"/>
                </a:lnTo>
                <a:lnTo>
                  <a:pt x="327609" y="346240"/>
                </a:lnTo>
                <a:lnTo>
                  <a:pt x="367296" y="371856"/>
                </a:lnTo>
                <a:lnTo>
                  <a:pt x="371309" y="364172"/>
                </a:lnTo>
                <a:lnTo>
                  <a:pt x="378917" y="357187"/>
                </a:lnTo>
                <a:lnTo>
                  <a:pt x="390220" y="351078"/>
                </a:lnTo>
                <a:lnTo>
                  <a:pt x="405396" y="345948"/>
                </a:lnTo>
                <a:lnTo>
                  <a:pt x="405396" y="339852"/>
                </a:lnTo>
                <a:lnTo>
                  <a:pt x="368033" y="331851"/>
                </a:lnTo>
                <a:lnTo>
                  <a:pt x="331673" y="314706"/>
                </a:lnTo>
                <a:lnTo>
                  <a:pt x="296735" y="288417"/>
                </a:lnTo>
                <a:lnTo>
                  <a:pt x="263664" y="252984"/>
                </a:lnTo>
                <a:lnTo>
                  <a:pt x="277380" y="243840"/>
                </a:lnTo>
                <a:lnTo>
                  <a:pt x="317233" y="219773"/>
                </a:lnTo>
                <a:lnTo>
                  <a:pt x="356628" y="208788"/>
                </a:lnTo>
                <a:lnTo>
                  <a:pt x="329196" y="173736"/>
                </a:lnTo>
                <a:lnTo>
                  <a:pt x="316928" y="190906"/>
                </a:lnTo>
                <a:lnTo>
                  <a:pt x="300812" y="208216"/>
                </a:lnTo>
                <a:lnTo>
                  <a:pt x="280974" y="225818"/>
                </a:lnTo>
                <a:lnTo>
                  <a:pt x="257568" y="243840"/>
                </a:lnTo>
                <a:lnTo>
                  <a:pt x="247281" y="227838"/>
                </a:lnTo>
                <a:lnTo>
                  <a:pt x="236994" y="209550"/>
                </a:lnTo>
                <a:lnTo>
                  <a:pt x="226707" y="188976"/>
                </a:lnTo>
                <a:lnTo>
                  <a:pt x="225336" y="185928"/>
                </a:lnTo>
                <a:lnTo>
                  <a:pt x="216420" y="166116"/>
                </a:lnTo>
                <a:lnTo>
                  <a:pt x="216420" y="156972"/>
                </a:lnTo>
                <a:lnTo>
                  <a:pt x="405396" y="156972"/>
                </a:lnTo>
                <a:close/>
              </a:path>
              <a:path w="817245" h="396239">
                <a:moveTo>
                  <a:pt x="816864" y="21336"/>
                </a:moveTo>
                <a:lnTo>
                  <a:pt x="814908" y="19812"/>
                </a:lnTo>
                <a:lnTo>
                  <a:pt x="789432" y="0"/>
                </a:lnTo>
                <a:lnTo>
                  <a:pt x="778764" y="17335"/>
                </a:lnTo>
                <a:lnTo>
                  <a:pt x="778764" y="30480"/>
                </a:lnTo>
                <a:lnTo>
                  <a:pt x="778764" y="124968"/>
                </a:lnTo>
                <a:lnTo>
                  <a:pt x="778764" y="135636"/>
                </a:lnTo>
                <a:lnTo>
                  <a:pt x="778764" y="228600"/>
                </a:lnTo>
                <a:lnTo>
                  <a:pt x="662940" y="228600"/>
                </a:lnTo>
                <a:lnTo>
                  <a:pt x="662940" y="135636"/>
                </a:lnTo>
                <a:lnTo>
                  <a:pt x="778764" y="135636"/>
                </a:lnTo>
                <a:lnTo>
                  <a:pt x="778764" y="124968"/>
                </a:lnTo>
                <a:lnTo>
                  <a:pt x="662940" y="124968"/>
                </a:lnTo>
                <a:lnTo>
                  <a:pt x="662940" y="30480"/>
                </a:lnTo>
                <a:lnTo>
                  <a:pt x="778764" y="30480"/>
                </a:lnTo>
                <a:lnTo>
                  <a:pt x="778764" y="17335"/>
                </a:lnTo>
                <a:lnTo>
                  <a:pt x="777240" y="19812"/>
                </a:lnTo>
                <a:lnTo>
                  <a:pt x="640080" y="19812"/>
                </a:lnTo>
                <a:lnTo>
                  <a:pt x="640080" y="30480"/>
                </a:lnTo>
                <a:lnTo>
                  <a:pt x="640080" y="124968"/>
                </a:lnTo>
                <a:lnTo>
                  <a:pt x="640080" y="135636"/>
                </a:lnTo>
                <a:lnTo>
                  <a:pt x="640080" y="228600"/>
                </a:lnTo>
                <a:lnTo>
                  <a:pt x="525780" y="228600"/>
                </a:lnTo>
                <a:lnTo>
                  <a:pt x="526046" y="215150"/>
                </a:lnTo>
                <a:lnTo>
                  <a:pt x="526732" y="195262"/>
                </a:lnTo>
                <a:lnTo>
                  <a:pt x="527710" y="168808"/>
                </a:lnTo>
                <a:lnTo>
                  <a:pt x="528828" y="135636"/>
                </a:lnTo>
                <a:lnTo>
                  <a:pt x="640080" y="135636"/>
                </a:lnTo>
                <a:lnTo>
                  <a:pt x="640080" y="124968"/>
                </a:lnTo>
                <a:lnTo>
                  <a:pt x="528828" y="124968"/>
                </a:lnTo>
                <a:lnTo>
                  <a:pt x="528828" y="30480"/>
                </a:lnTo>
                <a:lnTo>
                  <a:pt x="640080" y="30480"/>
                </a:lnTo>
                <a:lnTo>
                  <a:pt x="640080" y="19812"/>
                </a:lnTo>
                <a:lnTo>
                  <a:pt x="528828" y="19812"/>
                </a:lnTo>
                <a:lnTo>
                  <a:pt x="502920" y="1524"/>
                </a:lnTo>
                <a:lnTo>
                  <a:pt x="503809" y="21551"/>
                </a:lnTo>
                <a:lnTo>
                  <a:pt x="504253" y="49720"/>
                </a:lnTo>
                <a:lnTo>
                  <a:pt x="504431" y="86182"/>
                </a:lnTo>
                <a:lnTo>
                  <a:pt x="504367" y="135636"/>
                </a:lnTo>
                <a:lnTo>
                  <a:pt x="503618" y="176745"/>
                </a:lnTo>
                <a:lnTo>
                  <a:pt x="501205" y="217551"/>
                </a:lnTo>
                <a:lnTo>
                  <a:pt x="492252" y="283464"/>
                </a:lnTo>
                <a:lnTo>
                  <a:pt x="475107" y="339471"/>
                </a:lnTo>
                <a:lnTo>
                  <a:pt x="446532" y="393192"/>
                </a:lnTo>
                <a:lnTo>
                  <a:pt x="452628" y="396240"/>
                </a:lnTo>
                <a:lnTo>
                  <a:pt x="479488" y="361645"/>
                </a:lnTo>
                <a:lnTo>
                  <a:pt x="500634" y="324040"/>
                </a:lnTo>
                <a:lnTo>
                  <a:pt x="516064" y="283298"/>
                </a:lnTo>
                <a:lnTo>
                  <a:pt x="525780" y="239268"/>
                </a:lnTo>
                <a:lnTo>
                  <a:pt x="640080" y="239268"/>
                </a:lnTo>
                <a:lnTo>
                  <a:pt x="639965" y="283464"/>
                </a:lnTo>
                <a:lnTo>
                  <a:pt x="639889" y="297180"/>
                </a:lnTo>
                <a:lnTo>
                  <a:pt x="639419" y="337667"/>
                </a:lnTo>
                <a:lnTo>
                  <a:pt x="638556" y="382524"/>
                </a:lnTo>
                <a:lnTo>
                  <a:pt x="664464" y="370332"/>
                </a:lnTo>
                <a:lnTo>
                  <a:pt x="663587" y="354355"/>
                </a:lnTo>
                <a:lnTo>
                  <a:pt x="663143" y="327660"/>
                </a:lnTo>
                <a:lnTo>
                  <a:pt x="663067" y="311759"/>
                </a:lnTo>
                <a:lnTo>
                  <a:pt x="662940" y="239268"/>
                </a:lnTo>
                <a:lnTo>
                  <a:pt x="778764" y="239268"/>
                </a:lnTo>
                <a:lnTo>
                  <a:pt x="778764" y="327660"/>
                </a:lnTo>
                <a:lnTo>
                  <a:pt x="778154" y="337667"/>
                </a:lnTo>
                <a:lnTo>
                  <a:pt x="730148" y="349453"/>
                </a:lnTo>
                <a:lnTo>
                  <a:pt x="710184" y="347472"/>
                </a:lnTo>
                <a:lnTo>
                  <a:pt x="710184" y="356616"/>
                </a:lnTo>
                <a:lnTo>
                  <a:pt x="732688" y="362356"/>
                </a:lnTo>
                <a:lnTo>
                  <a:pt x="749617" y="370522"/>
                </a:lnTo>
                <a:lnTo>
                  <a:pt x="760552" y="381266"/>
                </a:lnTo>
                <a:lnTo>
                  <a:pt x="765048" y="394716"/>
                </a:lnTo>
                <a:lnTo>
                  <a:pt x="782789" y="387007"/>
                </a:lnTo>
                <a:lnTo>
                  <a:pt x="794956" y="375285"/>
                </a:lnTo>
                <a:lnTo>
                  <a:pt x="801700" y="359575"/>
                </a:lnTo>
                <a:lnTo>
                  <a:pt x="802322" y="351116"/>
                </a:lnTo>
                <a:lnTo>
                  <a:pt x="803148" y="339852"/>
                </a:lnTo>
                <a:lnTo>
                  <a:pt x="803148" y="239268"/>
                </a:lnTo>
                <a:lnTo>
                  <a:pt x="803148" y="228600"/>
                </a:lnTo>
                <a:lnTo>
                  <a:pt x="803148" y="135636"/>
                </a:lnTo>
                <a:lnTo>
                  <a:pt x="803148" y="124968"/>
                </a:lnTo>
                <a:lnTo>
                  <a:pt x="803148" y="35052"/>
                </a:lnTo>
                <a:lnTo>
                  <a:pt x="807720" y="30480"/>
                </a:lnTo>
                <a:lnTo>
                  <a:pt x="816864" y="2133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" name="object 67"/>
          <p:cNvSpPr/>
          <p:nvPr/>
        </p:nvSpPr>
        <p:spPr>
          <a:xfrm>
            <a:off x="5304996" y="4658867"/>
            <a:ext cx="61594" cy="196850"/>
          </a:xfrm>
          <a:custGeom>
            <a:avLst/>
            <a:gdLst/>
            <a:ahLst/>
            <a:cxnLst/>
            <a:rect l="l" t="t" r="r" b="b"/>
            <a:pathLst>
              <a:path w="61595" h="196850">
                <a:moveTo>
                  <a:pt x="10715" y="196596"/>
                </a:moveTo>
                <a:lnTo>
                  <a:pt x="7667" y="196596"/>
                </a:lnTo>
                <a:lnTo>
                  <a:pt x="7667" y="193548"/>
                </a:lnTo>
                <a:lnTo>
                  <a:pt x="9191" y="193548"/>
                </a:lnTo>
                <a:lnTo>
                  <a:pt x="12239" y="192024"/>
                </a:lnTo>
                <a:lnTo>
                  <a:pt x="18335" y="187452"/>
                </a:lnTo>
                <a:lnTo>
                  <a:pt x="22907" y="182880"/>
                </a:lnTo>
                <a:lnTo>
                  <a:pt x="27479" y="176784"/>
                </a:lnTo>
                <a:lnTo>
                  <a:pt x="32051" y="172212"/>
                </a:lnTo>
                <a:lnTo>
                  <a:pt x="35099" y="164592"/>
                </a:lnTo>
                <a:lnTo>
                  <a:pt x="36623" y="153924"/>
                </a:lnTo>
                <a:lnTo>
                  <a:pt x="29003" y="153924"/>
                </a:lnTo>
                <a:lnTo>
                  <a:pt x="21383" y="152400"/>
                </a:lnTo>
                <a:lnTo>
                  <a:pt x="12239" y="149352"/>
                </a:lnTo>
                <a:lnTo>
                  <a:pt x="7667" y="146304"/>
                </a:lnTo>
                <a:lnTo>
                  <a:pt x="6143" y="141732"/>
                </a:lnTo>
                <a:lnTo>
                  <a:pt x="3095" y="137160"/>
                </a:lnTo>
                <a:lnTo>
                  <a:pt x="1571" y="131064"/>
                </a:lnTo>
                <a:lnTo>
                  <a:pt x="3095" y="126492"/>
                </a:lnTo>
                <a:lnTo>
                  <a:pt x="3095" y="121920"/>
                </a:lnTo>
                <a:lnTo>
                  <a:pt x="4619" y="117348"/>
                </a:lnTo>
                <a:lnTo>
                  <a:pt x="7667" y="114300"/>
                </a:lnTo>
                <a:lnTo>
                  <a:pt x="10715" y="109728"/>
                </a:lnTo>
                <a:lnTo>
                  <a:pt x="13763" y="108204"/>
                </a:lnTo>
                <a:lnTo>
                  <a:pt x="18335" y="105156"/>
                </a:lnTo>
                <a:lnTo>
                  <a:pt x="22907" y="103632"/>
                </a:lnTo>
                <a:lnTo>
                  <a:pt x="36623" y="103632"/>
                </a:lnTo>
                <a:lnTo>
                  <a:pt x="41195" y="105156"/>
                </a:lnTo>
                <a:lnTo>
                  <a:pt x="50339" y="111252"/>
                </a:lnTo>
                <a:lnTo>
                  <a:pt x="54911" y="117348"/>
                </a:lnTo>
                <a:lnTo>
                  <a:pt x="57959" y="123444"/>
                </a:lnTo>
                <a:lnTo>
                  <a:pt x="59483" y="129540"/>
                </a:lnTo>
                <a:lnTo>
                  <a:pt x="59483" y="141732"/>
                </a:lnTo>
                <a:lnTo>
                  <a:pt x="44196" y="179308"/>
                </a:lnTo>
                <a:lnTo>
                  <a:pt x="22907" y="193548"/>
                </a:lnTo>
                <a:lnTo>
                  <a:pt x="10715" y="196596"/>
                </a:lnTo>
                <a:close/>
              </a:path>
              <a:path w="61595" h="196850">
                <a:moveTo>
                  <a:pt x="35099" y="59436"/>
                </a:moveTo>
                <a:lnTo>
                  <a:pt x="25955" y="59436"/>
                </a:lnTo>
                <a:lnTo>
                  <a:pt x="18335" y="57912"/>
                </a:lnTo>
                <a:lnTo>
                  <a:pt x="10715" y="53340"/>
                </a:lnTo>
                <a:lnTo>
                  <a:pt x="5619" y="49101"/>
                </a:lnTo>
                <a:lnTo>
                  <a:pt x="1952" y="43434"/>
                </a:lnTo>
                <a:lnTo>
                  <a:pt x="0" y="36623"/>
                </a:lnTo>
                <a:lnTo>
                  <a:pt x="47" y="18288"/>
                </a:lnTo>
                <a:lnTo>
                  <a:pt x="3095" y="10668"/>
                </a:lnTo>
                <a:lnTo>
                  <a:pt x="10715" y="6096"/>
                </a:lnTo>
                <a:lnTo>
                  <a:pt x="18335" y="3048"/>
                </a:lnTo>
                <a:lnTo>
                  <a:pt x="24431" y="0"/>
                </a:lnTo>
                <a:lnTo>
                  <a:pt x="35099" y="0"/>
                </a:lnTo>
                <a:lnTo>
                  <a:pt x="41195" y="1524"/>
                </a:lnTo>
                <a:lnTo>
                  <a:pt x="61007" y="27432"/>
                </a:lnTo>
                <a:lnTo>
                  <a:pt x="60174" y="36623"/>
                </a:lnTo>
                <a:lnTo>
                  <a:pt x="57769" y="43815"/>
                </a:lnTo>
                <a:lnTo>
                  <a:pt x="53935" y="49291"/>
                </a:lnTo>
                <a:lnTo>
                  <a:pt x="48815" y="53340"/>
                </a:lnTo>
                <a:lnTo>
                  <a:pt x="41195" y="57912"/>
                </a:lnTo>
                <a:lnTo>
                  <a:pt x="35099" y="5943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pic>
        <p:nvPicPr>
          <p:cNvPr id="68" name="object 68"/>
          <p:cNvPicPr/>
          <p:nvPr/>
        </p:nvPicPr>
        <p:blipFill>
          <a:blip r:embed="rId13" cstate="print"/>
          <a:stretch>
            <a:fillRect/>
          </a:stretch>
        </p:blipFill>
        <p:spPr>
          <a:xfrm>
            <a:off x="1748027" y="5199888"/>
            <a:ext cx="181355" cy="172212"/>
          </a:xfrm>
          <a:prstGeom prst="rect">
            <a:avLst/>
          </a:prstGeom>
        </p:spPr>
      </p:pic>
      <p:sp>
        <p:nvSpPr>
          <p:cNvPr id="69" name="object 69"/>
          <p:cNvSpPr/>
          <p:nvPr/>
        </p:nvSpPr>
        <p:spPr>
          <a:xfrm>
            <a:off x="2130551" y="5055108"/>
            <a:ext cx="394970" cy="387350"/>
          </a:xfrm>
          <a:custGeom>
            <a:avLst/>
            <a:gdLst/>
            <a:ahLst/>
            <a:cxnLst/>
            <a:rect l="l" t="t" r="r" b="b"/>
            <a:pathLst>
              <a:path w="394969" h="387350">
                <a:moveTo>
                  <a:pt x="169163" y="387096"/>
                </a:moveTo>
                <a:lnTo>
                  <a:pt x="165449" y="374213"/>
                </a:lnTo>
                <a:lnTo>
                  <a:pt x="154304" y="362902"/>
                </a:lnTo>
                <a:lnTo>
                  <a:pt x="135731" y="353020"/>
                </a:lnTo>
                <a:lnTo>
                  <a:pt x="109727" y="344424"/>
                </a:lnTo>
                <a:lnTo>
                  <a:pt x="109727" y="336804"/>
                </a:lnTo>
                <a:lnTo>
                  <a:pt x="127968" y="339685"/>
                </a:lnTo>
                <a:lnTo>
                  <a:pt x="143636" y="341566"/>
                </a:lnTo>
                <a:lnTo>
                  <a:pt x="156448" y="342590"/>
                </a:lnTo>
                <a:lnTo>
                  <a:pt x="166115" y="342900"/>
                </a:lnTo>
                <a:lnTo>
                  <a:pt x="174116" y="341471"/>
                </a:lnTo>
                <a:lnTo>
                  <a:pt x="179831" y="337185"/>
                </a:lnTo>
                <a:lnTo>
                  <a:pt x="183260" y="330041"/>
                </a:lnTo>
                <a:lnTo>
                  <a:pt x="184403" y="320040"/>
                </a:lnTo>
                <a:lnTo>
                  <a:pt x="184403" y="167640"/>
                </a:lnTo>
                <a:lnTo>
                  <a:pt x="57911" y="167640"/>
                </a:lnTo>
                <a:lnTo>
                  <a:pt x="46743" y="167925"/>
                </a:lnTo>
                <a:lnTo>
                  <a:pt x="36004" y="168783"/>
                </a:lnTo>
                <a:lnTo>
                  <a:pt x="25550" y="170211"/>
                </a:lnTo>
                <a:lnTo>
                  <a:pt x="15239" y="172212"/>
                </a:lnTo>
                <a:lnTo>
                  <a:pt x="0" y="156972"/>
                </a:lnTo>
                <a:lnTo>
                  <a:pt x="184403" y="156972"/>
                </a:lnTo>
                <a:lnTo>
                  <a:pt x="184403" y="35052"/>
                </a:lnTo>
                <a:lnTo>
                  <a:pt x="111251" y="35052"/>
                </a:lnTo>
                <a:lnTo>
                  <a:pt x="100107" y="35361"/>
                </a:lnTo>
                <a:lnTo>
                  <a:pt x="89534" y="36385"/>
                </a:lnTo>
                <a:lnTo>
                  <a:pt x="79533" y="38266"/>
                </a:lnTo>
                <a:lnTo>
                  <a:pt x="70103" y="41148"/>
                </a:lnTo>
                <a:lnTo>
                  <a:pt x="53339" y="24384"/>
                </a:lnTo>
                <a:lnTo>
                  <a:pt x="286511" y="24384"/>
                </a:lnTo>
                <a:lnTo>
                  <a:pt x="310896" y="0"/>
                </a:lnTo>
                <a:lnTo>
                  <a:pt x="345947" y="35052"/>
                </a:lnTo>
                <a:lnTo>
                  <a:pt x="210311" y="35052"/>
                </a:lnTo>
                <a:lnTo>
                  <a:pt x="210311" y="156972"/>
                </a:lnTo>
                <a:lnTo>
                  <a:pt x="327659" y="156972"/>
                </a:lnTo>
                <a:lnTo>
                  <a:pt x="356615" y="129540"/>
                </a:lnTo>
                <a:lnTo>
                  <a:pt x="394715" y="167640"/>
                </a:lnTo>
                <a:lnTo>
                  <a:pt x="210311" y="167640"/>
                </a:lnTo>
                <a:lnTo>
                  <a:pt x="210311" y="333756"/>
                </a:lnTo>
                <a:lnTo>
                  <a:pt x="208597" y="351520"/>
                </a:lnTo>
                <a:lnTo>
                  <a:pt x="201167" y="366141"/>
                </a:lnTo>
                <a:lnTo>
                  <a:pt x="188023" y="377904"/>
                </a:lnTo>
                <a:lnTo>
                  <a:pt x="169163" y="38709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" name="object 70"/>
          <p:cNvSpPr/>
          <p:nvPr/>
        </p:nvSpPr>
        <p:spPr>
          <a:xfrm>
            <a:off x="2575559" y="5047488"/>
            <a:ext cx="398145" cy="394970"/>
          </a:xfrm>
          <a:custGeom>
            <a:avLst/>
            <a:gdLst/>
            <a:ahLst/>
            <a:cxnLst/>
            <a:rect l="l" t="t" r="r" b="b"/>
            <a:pathLst>
              <a:path w="398144" h="394970">
                <a:moveTo>
                  <a:pt x="306628" y="16764"/>
                </a:moveTo>
                <a:lnTo>
                  <a:pt x="271272" y="16764"/>
                </a:lnTo>
                <a:lnTo>
                  <a:pt x="286512" y="0"/>
                </a:lnTo>
                <a:lnTo>
                  <a:pt x="306628" y="16764"/>
                </a:lnTo>
                <a:close/>
              </a:path>
              <a:path w="398144" h="394970">
                <a:moveTo>
                  <a:pt x="97536" y="176784"/>
                </a:moveTo>
                <a:lnTo>
                  <a:pt x="97774" y="155090"/>
                </a:lnTo>
                <a:lnTo>
                  <a:pt x="98821" y="112275"/>
                </a:lnTo>
                <a:lnTo>
                  <a:pt x="99060" y="91440"/>
                </a:lnTo>
                <a:lnTo>
                  <a:pt x="98869" y="47053"/>
                </a:lnTo>
                <a:lnTo>
                  <a:pt x="97536" y="1524"/>
                </a:lnTo>
                <a:lnTo>
                  <a:pt x="124968" y="16764"/>
                </a:lnTo>
                <a:lnTo>
                  <a:pt x="306628" y="16764"/>
                </a:lnTo>
                <a:lnTo>
                  <a:pt x="313944" y="22860"/>
                </a:lnTo>
                <a:lnTo>
                  <a:pt x="308229" y="27432"/>
                </a:lnTo>
                <a:lnTo>
                  <a:pt x="123444" y="27432"/>
                </a:lnTo>
                <a:lnTo>
                  <a:pt x="123444" y="77724"/>
                </a:lnTo>
                <a:lnTo>
                  <a:pt x="298727" y="77724"/>
                </a:lnTo>
                <a:lnTo>
                  <a:pt x="298773" y="88392"/>
                </a:lnTo>
                <a:lnTo>
                  <a:pt x="123444" y="88392"/>
                </a:lnTo>
                <a:lnTo>
                  <a:pt x="123444" y="140208"/>
                </a:lnTo>
                <a:lnTo>
                  <a:pt x="299331" y="140208"/>
                </a:lnTo>
                <a:lnTo>
                  <a:pt x="299346" y="141136"/>
                </a:lnTo>
                <a:lnTo>
                  <a:pt x="299801" y="150876"/>
                </a:lnTo>
                <a:lnTo>
                  <a:pt x="123444" y="150876"/>
                </a:lnTo>
                <a:lnTo>
                  <a:pt x="123444" y="166116"/>
                </a:lnTo>
                <a:lnTo>
                  <a:pt x="97536" y="176784"/>
                </a:lnTo>
                <a:close/>
              </a:path>
              <a:path w="398144" h="394970">
                <a:moveTo>
                  <a:pt x="298727" y="77724"/>
                </a:moveTo>
                <a:lnTo>
                  <a:pt x="274320" y="77724"/>
                </a:lnTo>
                <a:lnTo>
                  <a:pt x="274320" y="27432"/>
                </a:lnTo>
                <a:lnTo>
                  <a:pt x="308229" y="27432"/>
                </a:lnTo>
                <a:lnTo>
                  <a:pt x="298704" y="35052"/>
                </a:lnTo>
                <a:lnTo>
                  <a:pt x="298727" y="77724"/>
                </a:lnTo>
                <a:close/>
              </a:path>
              <a:path w="398144" h="394970">
                <a:moveTo>
                  <a:pt x="299331" y="140208"/>
                </a:moveTo>
                <a:lnTo>
                  <a:pt x="274320" y="140208"/>
                </a:lnTo>
                <a:lnTo>
                  <a:pt x="274320" y="88392"/>
                </a:lnTo>
                <a:lnTo>
                  <a:pt x="298773" y="88392"/>
                </a:lnTo>
                <a:lnTo>
                  <a:pt x="298894" y="114109"/>
                </a:lnTo>
                <a:lnTo>
                  <a:pt x="299331" y="140208"/>
                </a:lnTo>
                <a:close/>
              </a:path>
              <a:path w="398144" h="394970">
                <a:moveTo>
                  <a:pt x="274320" y="173736"/>
                </a:moveTo>
                <a:lnTo>
                  <a:pt x="274320" y="150876"/>
                </a:lnTo>
                <a:lnTo>
                  <a:pt x="299801" y="150876"/>
                </a:lnTo>
                <a:lnTo>
                  <a:pt x="300227" y="160020"/>
                </a:lnTo>
                <a:lnTo>
                  <a:pt x="274320" y="173736"/>
                </a:lnTo>
                <a:close/>
              </a:path>
              <a:path w="398144" h="394970">
                <a:moveTo>
                  <a:pt x="21336" y="211836"/>
                </a:moveTo>
                <a:lnTo>
                  <a:pt x="4572" y="196596"/>
                </a:lnTo>
                <a:lnTo>
                  <a:pt x="326136" y="196596"/>
                </a:lnTo>
                <a:lnTo>
                  <a:pt x="352044" y="169164"/>
                </a:lnTo>
                <a:lnTo>
                  <a:pt x="388620" y="205740"/>
                </a:lnTo>
                <a:lnTo>
                  <a:pt x="62484" y="205740"/>
                </a:lnTo>
                <a:lnTo>
                  <a:pt x="51339" y="206263"/>
                </a:lnTo>
                <a:lnTo>
                  <a:pt x="40767" y="207645"/>
                </a:lnTo>
                <a:lnTo>
                  <a:pt x="30765" y="209597"/>
                </a:lnTo>
                <a:lnTo>
                  <a:pt x="21336" y="211836"/>
                </a:lnTo>
                <a:close/>
              </a:path>
              <a:path w="398144" h="394970">
                <a:moveTo>
                  <a:pt x="213360" y="339852"/>
                </a:moveTo>
                <a:lnTo>
                  <a:pt x="188976" y="339852"/>
                </a:lnTo>
                <a:lnTo>
                  <a:pt x="188976" y="205740"/>
                </a:lnTo>
                <a:lnTo>
                  <a:pt x="213360" y="205740"/>
                </a:lnTo>
                <a:lnTo>
                  <a:pt x="213360" y="265175"/>
                </a:lnTo>
                <a:lnTo>
                  <a:pt x="348995" y="265175"/>
                </a:lnTo>
                <a:lnTo>
                  <a:pt x="359664" y="275844"/>
                </a:lnTo>
                <a:lnTo>
                  <a:pt x="213360" y="275844"/>
                </a:lnTo>
                <a:lnTo>
                  <a:pt x="213360" y="339852"/>
                </a:lnTo>
                <a:close/>
              </a:path>
              <a:path w="398144" h="394970">
                <a:moveTo>
                  <a:pt x="3048" y="394716"/>
                </a:moveTo>
                <a:lnTo>
                  <a:pt x="0" y="388620"/>
                </a:lnTo>
                <a:lnTo>
                  <a:pt x="34290" y="356330"/>
                </a:lnTo>
                <a:lnTo>
                  <a:pt x="61722" y="316611"/>
                </a:lnTo>
                <a:lnTo>
                  <a:pt x="82296" y="269462"/>
                </a:lnTo>
                <a:lnTo>
                  <a:pt x="96012" y="214884"/>
                </a:lnTo>
                <a:lnTo>
                  <a:pt x="134112" y="237744"/>
                </a:lnTo>
                <a:lnTo>
                  <a:pt x="108561" y="271843"/>
                </a:lnTo>
                <a:lnTo>
                  <a:pt x="105156" y="280416"/>
                </a:lnTo>
                <a:lnTo>
                  <a:pt x="113825" y="289560"/>
                </a:lnTo>
                <a:lnTo>
                  <a:pt x="100584" y="289560"/>
                </a:lnTo>
                <a:lnTo>
                  <a:pt x="82343" y="323564"/>
                </a:lnTo>
                <a:lnTo>
                  <a:pt x="59817" y="352425"/>
                </a:lnTo>
                <a:lnTo>
                  <a:pt x="33289" y="376142"/>
                </a:lnTo>
                <a:lnTo>
                  <a:pt x="3048" y="394716"/>
                </a:lnTo>
                <a:close/>
              </a:path>
              <a:path w="398144" h="394970">
                <a:moveTo>
                  <a:pt x="348995" y="265175"/>
                </a:moveTo>
                <a:lnTo>
                  <a:pt x="303275" y="265175"/>
                </a:lnTo>
                <a:lnTo>
                  <a:pt x="326136" y="242316"/>
                </a:lnTo>
                <a:lnTo>
                  <a:pt x="348995" y="265175"/>
                </a:lnTo>
                <a:close/>
              </a:path>
              <a:path w="398144" h="394970">
                <a:moveTo>
                  <a:pt x="362712" y="388620"/>
                </a:moveTo>
                <a:lnTo>
                  <a:pt x="315229" y="386643"/>
                </a:lnTo>
                <a:lnTo>
                  <a:pt x="275463" y="383095"/>
                </a:lnTo>
                <a:lnTo>
                  <a:pt x="217932" y="371856"/>
                </a:lnTo>
                <a:lnTo>
                  <a:pt x="178879" y="357378"/>
                </a:lnTo>
                <a:lnTo>
                  <a:pt x="135302" y="327493"/>
                </a:lnTo>
                <a:lnTo>
                  <a:pt x="100584" y="289560"/>
                </a:lnTo>
                <a:lnTo>
                  <a:pt x="113825" y="289560"/>
                </a:lnTo>
                <a:lnTo>
                  <a:pt x="121681" y="297846"/>
                </a:lnTo>
                <a:lnTo>
                  <a:pt x="141351" y="313563"/>
                </a:lnTo>
                <a:lnTo>
                  <a:pt x="163877" y="327564"/>
                </a:lnTo>
                <a:lnTo>
                  <a:pt x="188976" y="339852"/>
                </a:lnTo>
                <a:lnTo>
                  <a:pt x="213360" y="339852"/>
                </a:lnTo>
                <a:lnTo>
                  <a:pt x="213360" y="347472"/>
                </a:lnTo>
                <a:lnTo>
                  <a:pt x="230838" y="351472"/>
                </a:lnTo>
                <a:lnTo>
                  <a:pt x="251460" y="354330"/>
                </a:lnTo>
                <a:lnTo>
                  <a:pt x="275510" y="356044"/>
                </a:lnTo>
                <a:lnTo>
                  <a:pt x="303275" y="356616"/>
                </a:lnTo>
                <a:lnTo>
                  <a:pt x="397764" y="356616"/>
                </a:lnTo>
                <a:lnTo>
                  <a:pt x="397764" y="361188"/>
                </a:lnTo>
                <a:lnTo>
                  <a:pt x="383714" y="365474"/>
                </a:lnTo>
                <a:lnTo>
                  <a:pt x="373380" y="371475"/>
                </a:lnTo>
                <a:lnTo>
                  <a:pt x="366474" y="379190"/>
                </a:lnTo>
                <a:lnTo>
                  <a:pt x="362712" y="388620"/>
                </a:lnTo>
                <a:close/>
              </a:path>
              <a:path w="398144" h="394970">
                <a:moveTo>
                  <a:pt x="397764" y="356616"/>
                </a:moveTo>
                <a:lnTo>
                  <a:pt x="303275" y="356616"/>
                </a:lnTo>
                <a:lnTo>
                  <a:pt x="330684" y="356544"/>
                </a:lnTo>
                <a:lnTo>
                  <a:pt x="355663" y="356044"/>
                </a:lnTo>
                <a:lnTo>
                  <a:pt x="378071" y="354687"/>
                </a:lnTo>
                <a:lnTo>
                  <a:pt x="397764" y="352044"/>
                </a:lnTo>
                <a:lnTo>
                  <a:pt x="397764" y="35661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" name="object 71"/>
          <p:cNvSpPr/>
          <p:nvPr/>
        </p:nvSpPr>
        <p:spPr>
          <a:xfrm>
            <a:off x="3029699" y="5081015"/>
            <a:ext cx="436245" cy="330835"/>
          </a:xfrm>
          <a:custGeom>
            <a:avLst/>
            <a:gdLst/>
            <a:ahLst/>
            <a:cxnLst/>
            <a:rect l="l" t="t" r="r" b="b"/>
            <a:pathLst>
              <a:path w="436245" h="330835">
                <a:moveTo>
                  <a:pt x="219456" y="225552"/>
                </a:moveTo>
                <a:lnTo>
                  <a:pt x="209816" y="184619"/>
                </a:lnTo>
                <a:lnTo>
                  <a:pt x="183451" y="155257"/>
                </a:lnTo>
                <a:lnTo>
                  <a:pt x="173736" y="150202"/>
                </a:lnTo>
                <a:lnTo>
                  <a:pt x="173736" y="227076"/>
                </a:lnTo>
                <a:lnTo>
                  <a:pt x="173431" y="234797"/>
                </a:lnTo>
                <a:lnTo>
                  <a:pt x="156286" y="269735"/>
                </a:lnTo>
                <a:lnTo>
                  <a:pt x="113093" y="286118"/>
                </a:lnTo>
                <a:lnTo>
                  <a:pt x="77724" y="288036"/>
                </a:lnTo>
                <a:lnTo>
                  <a:pt x="42672" y="288036"/>
                </a:lnTo>
                <a:lnTo>
                  <a:pt x="42672" y="167640"/>
                </a:lnTo>
                <a:lnTo>
                  <a:pt x="91440" y="167640"/>
                </a:lnTo>
                <a:lnTo>
                  <a:pt x="102044" y="167881"/>
                </a:lnTo>
                <a:lnTo>
                  <a:pt x="111061" y="168402"/>
                </a:lnTo>
                <a:lnTo>
                  <a:pt x="118668" y="168935"/>
                </a:lnTo>
                <a:lnTo>
                  <a:pt x="124968" y="169164"/>
                </a:lnTo>
                <a:lnTo>
                  <a:pt x="134112" y="170688"/>
                </a:lnTo>
                <a:lnTo>
                  <a:pt x="140208" y="172212"/>
                </a:lnTo>
                <a:lnTo>
                  <a:pt x="147828" y="176784"/>
                </a:lnTo>
                <a:lnTo>
                  <a:pt x="155028" y="180746"/>
                </a:lnTo>
                <a:lnTo>
                  <a:pt x="173456" y="218249"/>
                </a:lnTo>
                <a:lnTo>
                  <a:pt x="173736" y="227076"/>
                </a:lnTo>
                <a:lnTo>
                  <a:pt x="173736" y="150202"/>
                </a:lnTo>
                <a:lnTo>
                  <a:pt x="171627" y="149098"/>
                </a:lnTo>
                <a:lnTo>
                  <a:pt x="158496" y="144780"/>
                </a:lnTo>
                <a:lnTo>
                  <a:pt x="158496" y="143256"/>
                </a:lnTo>
                <a:lnTo>
                  <a:pt x="192024" y="114300"/>
                </a:lnTo>
                <a:lnTo>
                  <a:pt x="204216" y="73152"/>
                </a:lnTo>
                <a:lnTo>
                  <a:pt x="203644" y="63398"/>
                </a:lnTo>
                <a:lnTo>
                  <a:pt x="185166" y="24193"/>
                </a:lnTo>
                <a:lnTo>
                  <a:pt x="158496" y="8305"/>
                </a:lnTo>
                <a:lnTo>
                  <a:pt x="158496" y="71628"/>
                </a:lnTo>
                <a:lnTo>
                  <a:pt x="158496" y="79248"/>
                </a:lnTo>
                <a:lnTo>
                  <a:pt x="158216" y="86728"/>
                </a:lnTo>
                <a:lnTo>
                  <a:pt x="157353" y="93345"/>
                </a:lnTo>
                <a:lnTo>
                  <a:pt x="155930" y="99402"/>
                </a:lnTo>
                <a:lnTo>
                  <a:pt x="153924" y="105156"/>
                </a:lnTo>
                <a:lnTo>
                  <a:pt x="152400" y="111252"/>
                </a:lnTo>
                <a:lnTo>
                  <a:pt x="147828" y="117348"/>
                </a:lnTo>
                <a:lnTo>
                  <a:pt x="140208" y="121920"/>
                </a:lnTo>
                <a:lnTo>
                  <a:pt x="134112" y="126492"/>
                </a:lnTo>
                <a:lnTo>
                  <a:pt x="128016" y="128016"/>
                </a:lnTo>
                <a:lnTo>
                  <a:pt x="120396" y="129540"/>
                </a:lnTo>
                <a:lnTo>
                  <a:pt x="115239" y="130670"/>
                </a:lnTo>
                <a:lnTo>
                  <a:pt x="108775" y="131635"/>
                </a:lnTo>
                <a:lnTo>
                  <a:pt x="100901" y="132334"/>
                </a:lnTo>
                <a:lnTo>
                  <a:pt x="91440" y="132588"/>
                </a:lnTo>
                <a:lnTo>
                  <a:pt x="42672" y="132588"/>
                </a:lnTo>
                <a:lnTo>
                  <a:pt x="42672" y="36576"/>
                </a:lnTo>
                <a:lnTo>
                  <a:pt x="83820" y="36576"/>
                </a:lnTo>
                <a:lnTo>
                  <a:pt x="94665" y="36817"/>
                </a:lnTo>
                <a:lnTo>
                  <a:pt x="112331" y="37871"/>
                </a:lnTo>
                <a:lnTo>
                  <a:pt x="118872" y="38100"/>
                </a:lnTo>
                <a:lnTo>
                  <a:pt x="128016" y="39624"/>
                </a:lnTo>
                <a:lnTo>
                  <a:pt x="135636" y="41148"/>
                </a:lnTo>
                <a:lnTo>
                  <a:pt x="141732" y="45720"/>
                </a:lnTo>
                <a:lnTo>
                  <a:pt x="147828" y="48768"/>
                </a:lnTo>
                <a:lnTo>
                  <a:pt x="152400" y="53340"/>
                </a:lnTo>
                <a:lnTo>
                  <a:pt x="155448" y="59436"/>
                </a:lnTo>
                <a:lnTo>
                  <a:pt x="158496" y="71628"/>
                </a:lnTo>
                <a:lnTo>
                  <a:pt x="158496" y="8305"/>
                </a:lnTo>
                <a:lnTo>
                  <a:pt x="115252" y="952"/>
                </a:lnTo>
                <a:lnTo>
                  <a:pt x="85344" y="0"/>
                </a:lnTo>
                <a:lnTo>
                  <a:pt x="0" y="0"/>
                </a:lnTo>
                <a:lnTo>
                  <a:pt x="0" y="324612"/>
                </a:lnTo>
                <a:lnTo>
                  <a:pt x="91440" y="324612"/>
                </a:lnTo>
                <a:lnTo>
                  <a:pt x="135166" y="320763"/>
                </a:lnTo>
                <a:lnTo>
                  <a:pt x="175247" y="304380"/>
                </a:lnTo>
                <a:lnTo>
                  <a:pt x="195224" y="288036"/>
                </a:lnTo>
                <a:lnTo>
                  <a:pt x="199072" y="284226"/>
                </a:lnTo>
                <a:lnTo>
                  <a:pt x="217170" y="247269"/>
                </a:lnTo>
                <a:lnTo>
                  <a:pt x="218884" y="236702"/>
                </a:lnTo>
                <a:lnTo>
                  <a:pt x="219456" y="225552"/>
                </a:lnTo>
                <a:close/>
              </a:path>
              <a:path w="436245" h="330835">
                <a:moveTo>
                  <a:pt x="435864" y="158496"/>
                </a:moveTo>
                <a:lnTo>
                  <a:pt x="429768" y="118872"/>
                </a:lnTo>
                <a:lnTo>
                  <a:pt x="402844" y="88684"/>
                </a:lnTo>
                <a:lnTo>
                  <a:pt x="359854" y="76581"/>
                </a:lnTo>
                <a:lnTo>
                  <a:pt x="336804" y="76200"/>
                </a:lnTo>
                <a:lnTo>
                  <a:pt x="326517" y="76250"/>
                </a:lnTo>
                <a:lnTo>
                  <a:pt x="276034" y="83058"/>
                </a:lnTo>
                <a:lnTo>
                  <a:pt x="262128" y="86868"/>
                </a:lnTo>
                <a:lnTo>
                  <a:pt x="262128" y="128016"/>
                </a:lnTo>
                <a:lnTo>
                  <a:pt x="265176" y="128016"/>
                </a:lnTo>
                <a:lnTo>
                  <a:pt x="274561" y="124612"/>
                </a:lnTo>
                <a:lnTo>
                  <a:pt x="284226" y="121348"/>
                </a:lnTo>
                <a:lnTo>
                  <a:pt x="329425" y="111544"/>
                </a:lnTo>
                <a:lnTo>
                  <a:pt x="336804" y="111252"/>
                </a:lnTo>
                <a:lnTo>
                  <a:pt x="344424" y="111252"/>
                </a:lnTo>
                <a:lnTo>
                  <a:pt x="352044" y="112776"/>
                </a:lnTo>
                <a:lnTo>
                  <a:pt x="359664" y="112776"/>
                </a:lnTo>
                <a:lnTo>
                  <a:pt x="391668" y="134112"/>
                </a:lnTo>
                <a:lnTo>
                  <a:pt x="394716" y="138684"/>
                </a:lnTo>
                <a:lnTo>
                  <a:pt x="394716" y="164592"/>
                </a:lnTo>
                <a:lnTo>
                  <a:pt x="394716" y="196596"/>
                </a:lnTo>
                <a:lnTo>
                  <a:pt x="394716" y="263652"/>
                </a:lnTo>
                <a:lnTo>
                  <a:pt x="387845" y="269989"/>
                </a:lnTo>
                <a:lnTo>
                  <a:pt x="349377" y="291084"/>
                </a:lnTo>
                <a:lnTo>
                  <a:pt x="330708" y="292608"/>
                </a:lnTo>
                <a:lnTo>
                  <a:pt x="320116" y="292023"/>
                </a:lnTo>
                <a:lnTo>
                  <a:pt x="288226" y="269557"/>
                </a:lnTo>
                <a:lnTo>
                  <a:pt x="284988" y="251460"/>
                </a:lnTo>
                <a:lnTo>
                  <a:pt x="285584" y="242658"/>
                </a:lnTo>
                <a:lnTo>
                  <a:pt x="315379" y="209867"/>
                </a:lnTo>
                <a:lnTo>
                  <a:pt x="358140" y="201168"/>
                </a:lnTo>
                <a:lnTo>
                  <a:pt x="368998" y="200025"/>
                </a:lnTo>
                <a:lnTo>
                  <a:pt x="378714" y="198882"/>
                </a:lnTo>
                <a:lnTo>
                  <a:pt x="387286" y="197739"/>
                </a:lnTo>
                <a:lnTo>
                  <a:pt x="394716" y="196596"/>
                </a:lnTo>
                <a:lnTo>
                  <a:pt x="394716" y="164592"/>
                </a:lnTo>
                <a:lnTo>
                  <a:pt x="335280" y="169164"/>
                </a:lnTo>
                <a:lnTo>
                  <a:pt x="297357" y="178600"/>
                </a:lnTo>
                <a:lnTo>
                  <a:pt x="259346" y="202336"/>
                </a:lnTo>
                <a:lnTo>
                  <a:pt x="243128" y="240969"/>
                </a:lnTo>
                <a:lnTo>
                  <a:pt x="242316" y="252984"/>
                </a:lnTo>
                <a:lnTo>
                  <a:pt x="242849" y="261632"/>
                </a:lnTo>
                <a:lnTo>
                  <a:pt x="255651" y="298323"/>
                </a:lnTo>
                <a:lnTo>
                  <a:pt x="294919" y="327494"/>
                </a:lnTo>
                <a:lnTo>
                  <a:pt x="316992" y="330708"/>
                </a:lnTo>
                <a:lnTo>
                  <a:pt x="325564" y="330454"/>
                </a:lnTo>
                <a:lnTo>
                  <a:pt x="332994" y="329755"/>
                </a:lnTo>
                <a:lnTo>
                  <a:pt x="339280" y="328790"/>
                </a:lnTo>
                <a:lnTo>
                  <a:pt x="344424" y="327660"/>
                </a:lnTo>
                <a:lnTo>
                  <a:pt x="352044" y="326136"/>
                </a:lnTo>
                <a:lnTo>
                  <a:pt x="358140" y="323088"/>
                </a:lnTo>
                <a:lnTo>
                  <a:pt x="365760" y="318516"/>
                </a:lnTo>
                <a:lnTo>
                  <a:pt x="371856" y="316992"/>
                </a:lnTo>
                <a:lnTo>
                  <a:pt x="376428" y="312420"/>
                </a:lnTo>
                <a:lnTo>
                  <a:pt x="382524" y="307848"/>
                </a:lnTo>
                <a:lnTo>
                  <a:pt x="387096" y="304800"/>
                </a:lnTo>
                <a:lnTo>
                  <a:pt x="391668" y="300228"/>
                </a:lnTo>
                <a:lnTo>
                  <a:pt x="394716" y="298704"/>
                </a:lnTo>
                <a:lnTo>
                  <a:pt x="394716" y="324612"/>
                </a:lnTo>
                <a:lnTo>
                  <a:pt x="435864" y="324612"/>
                </a:lnTo>
                <a:lnTo>
                  <a:pt x="435864" y="298704"/>
                </a:lnTo>
                <a:lnTo>
                  <a:pt x="435864" y="292608"/>
                </a:lnTo>
                <a:lnTo>
                  <a:pt x="435864" y="196596"/>
                </a:lnTo>
                <a:lnTo>
                  <a:pt x="435864" y="15849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" name="object 72"/>
          <p:cNvSpPr/>
          <p:nvPr/>
        </p:nvSpPr>
        <p:spPr>
          <a:xfrm>
            <a:off x="3523488" y="5045964"/>
            <a:ext cx="1701164" cy="386080"/>
          </a:xfrm>
          <a:custGeom>
            <a:avLst/>
            <a:gdLst/>
            <a:ahLst/>
            <a:cxnLst/>
            <a:rect l="l" t="t" r="r" b="b"/>
            <a:pathLst>
              <a:path w="1701164" h="386079">
                <a:moveTo>
                  <a:pt x="202692" y="233172"/>
                </a:moveTo>
                <a:lnTo>
                  <a:pt x="196977" y="181927"/>
                </a:lnTo>
                <a:lnTo>
                  <a:pt x="179832" y="143256"/>
                </a:lnTo>
                <a:lnTo>
                  <a:pt x="178447" y="141732"/>
                </a:lnTo>
                <a:lnTo>
                  <a:pt x="166370" y="128384"/>
                </a:lnTo>
                <a:lnTo>
                  <a:pt x="161544" y="125095"/>
                </a:lnTo>
                <a:lnTo>
                  <a:pt x="161544" y="237744"/>
                </a:lnTo>
                <a:lnTo>
                  <a:pt x="160401" y="259397"/>
                </a:lnTo>
                <a:lnTo>
                  <a:pt x="143256" y="306324"/>
                </a:lnTo>
                <a:lnTo>
                  <a:pt x="108750" y="327761"/>
                </a:lnTo>
                <a:lnTo>
                  <a:pt x="94488" y="329184"/>
                </a:lnTo>
                <a:lnTo>
                  <a:pt x="87642" y="328930"/>
                </a:lnTo>
                <a:lnTo>
                  <a:pt x="48006" y="318643"/>
                </a:lnTo>
                <a:lnTo>
                  <a:pt x="41148" y="315468"/>
                </a:lnTo>
                <a:lnTo>
                  <a:pt x="41148" y="176784"/>
                </a:lnTo>
                <a:lnTo>
                  <a:pt x="48044" y="170484"/>
                </a:lnTo>
                <a:lnTo>
                  <a:pt x="55245" y="165163"/>
                </a:lnTo>
                <a:lnTo>
                  <a:pt x="63004" y="160718"/>
                </a:lnTo>
                <a:lnTo>
                  <a:pt x="71628" y="156972"/>
                </a:lnTo>
                <a:lnTo>
                  <a:pt x="79857" y="153212"/>
                </a:lnTo>
                <a:lnTo>
                  <a:pt x="88392" y="150876"/>
                </a:lnTo>
                <a:lnTo>
                  <a:pt x="96913" y="149694"/>
                </a:lnTo>
                <a:lnTo>
                  <a:pt x="105156" y="149352"/>
                </a:lnTo>
                <a:lnTo>
                  <a:pt x="118884" y="150545"/>
                </a:lnTo>
                <a:lnTo>
                  <a:pt x="153822" y="183527"/>
                </a:lnTo>
                <a:lnTo>
                  <a:pt x="161544" y="237744"/>
                </a:lnTo>
                <a:lnTo>
                  <a:pt x="161544" y="125095"/>
                </a:lnTo>
                <a:lnTo>
                  <a:pt x="151066" y="117919"/>
                </a:lnTo>
                <a:lnTo>
                  <a:pt x="133743" y="111760"/>
                </a:lnTo>
                <a:lnTo>
                  <a:pt x="114300" y="109728"/>
                </a:lnTo>
                <a:lnTo>
                  <a:pt x="103174" y="110299"/>
                </a:lnTo>
                <a:lnTo>
                  <a:pt x="65570" y="123736"/>
                </a:lnTo>
                <a:lnTo>
                  <a:pt x="41148" y="141732"/>
                </a:lnTo>
                <a:lnTo>
                  <a:pt x="41148" y="21336"/>
                </a:lnTo>
                <a:lnTo>
                  <a:pt x="0" y="21336"/>
                </a:lnTo>
                <a:lnTo>
                  <a:pt x="0" y="359664"/>
                </a:lnTo>
                <a:lnTo>
                  <a:pt x="38100" y="359664"/>
                </a:lnTo>
                <a:lnTo>
                  <a:pt x="41148" y="347472"/>
                </a:lnTo>
                <a:lnTo>
                  <a:pt x="48006" y="351764"/>
                </a:lnTo>
                <a:lnTo>
                  <a:pt x="92367" y="365480"/>
                </a:lnTo>
                <a:lnTo>
                  <a:pt x="102108" y="365760"/>
                </a:lnTo>
                <a:lnTo>
                  <a:pt x="122936" y="363474"/>
                </a:lnTo>
                <a:lnTo>
                  <a:pt x="158889" y="345186"/>
                </a:lnTo>
                <a:lnTo>
                  <a:pt x="186613" y="309473"/>
                </a:lnTo>
                <a:lnTo>
                  <a:pt x="200952" y="261467"/>
                </a:lnTo>
                <a:lnTo>
                  <a:pt x="202692" y="233172"/>
                </a:lnTo>
                <a:close/>
              </a:path>
              <a:path w="1701164" h="386079">
                <a:moveTo>
                  <a:pt x="440436" y="219456"/>
                </a:moveTo>
                <a:lnTo>
                  <a:pt x="435927" y="181533"/>
                </a:lnTo>
                <a:lnTo>
                  <a:pt x="419354" y="144399"/>
                </a:lnTo>
                <a:lnTo>
                  <a:pt x="400812" y="125857"/>
                </a:lnTo>
                <a:lnTo>
                  <a:pt x="400812" y="210312"/>
                </a:lnTo>
                <a:lnTo>
                  <a:pt x="272796" y="210312"/>
                </a:lnTo>
                <a:lnTo>
                  <a:pt x="273316" y="203479"/>
                </a:lnTo>
                <a:lnTo>
                  <a:pt x="274701" y="196786"/>
                </a:lnTo>
                <a:lnTo>
                  <a:pt x="276644" y="190385"/>
                </a:lnTo>
                <a:lnTo>
                  <a:pt x="278892" y="184404"/>
                </a:lnTo>
                <a:lnTo>
                  <a:pt x="281940" y="175260"/>
                </a:lnTo>
                <a:lnTo>
                  <a:pt x="312420" y="147828"/>
                </a:lnTo>
                <a:lnTo>
                  <a:pt x="341376" y="143256"/>
                </a:lnTo>
                <a:lnTo>
                  <a:pt x="349084" y="143548"/>
                </a:lnTo>
                <a:lnTo>
                  <a:pt x="391668" y="167640"/>
                </a:lnTo>
                <a:lnTo>
                  <a:pt x="396240" y="182880"/>
                </a:lnTo>
                <a:lnTo>
                  <a:pt x="398233" y="188887"/>
                </a:lnTo>
                <a:lnTo>
                  <a:pt x="399669" y="195453"/>
                </a:lnTo>
                <a:lnTo>
                  <a:pt x="400519" y="202603"/>
                </a:lnTo>
                <a:lnTo>
                  <a:pt x="400812" y="210312"/>
                </a:lnTo>
                <a:lnTo>
                  <a:pt x="400812" y="125857"/>
                </a:lnTo>
                <a:lnTo>
                  <a:pt x="364426" y="111061"/>
                </a:lnTo>
                <a:lnTo>
                  <a:pt x="342900" y="109728"/>
                </a:lnTo>
                <a:lnTo>
                  <a:pt x="318909" y="112001"/>
                </a:lnTo>
                <a:lnTo>
                  <a:pt x="278384" y="129667"/>
                </a:lnTo>
                <a:lnTo>
                  <a:pt x="248119" y="163626"/>
                </a:lnTo>
                <a:lnTo>
                  <a:pt x="232117" y="211010"/>
                </a:lnTo>
                <a:lnTo>
                  <a:pt x="230124" y="239268"/>
                </a:lnTo>
                <a:lnTo>
                  <a:pt x="232117" y="267512"/>
                </a:lnTo>
                <a:lnTo>
                  <a:pt x="248119" y="314286"/>
                </a:lnTo>
                <a:lnTo>
                  <a:pt x="279844" y="346240"/>
                </a:lnTo>
                <a:lnTo>
                  <a:pt x="325564" y="362242"/>
                </a:lnTo>
                <a:lnTo>
                  <a:pt x="353568" y="364236"/>
                </a:lnTo>
                <a:lnTo>
                  <a:pt x="370332" y="364236"/>
                </a:lnTo>
                <a:lnTo>
                  <a:pt x="377952" y="362712"/>
                </a:lnTo>
                <a:lnTo>
                  <a:pt x="384048" y="361188"/>
                </a:lnTo>
                <a:lnTo>
                  <a:pt x="399288" y="358140"/>
                </a:lnTo>
                <a:lnTo>
                  <a:pt x="403860" y="356616"/>
                </a:lnTo>
                <a:lnTo>
                  <a:pt x="411480" y="353568"/>
                </a:lnTo>
                <a:lnTo>
                  <a:pt x="417576" y="352044"/>
                </a:lnTo>
                <a:lnTo>
                  <a:pt x="425196" y="348996"/>
                </a:lnTo>
                <a:lnTo>
                  <a:pt x="431292" y="345948"/>
                </a:lnTo>
                <a:lnTo>
                  <a:pt x="435864" y="344424"/>
                </a:lnTo>
                <a:lnTo>
                  <a:pt x="435864" y="329184"/>
                </a:lnTo>
                <a:lnTo>
                  <a:pt x="435864" y="300228"/>
                </a:lnTo>
                <a:lnTo>
                  <a:pt x="432816" y="300228"/>
                </a:lnTo>
                <a:lnTo>
                  <a:pt x="387096" y="324612"/>
                </a:lnTo>
                <a:lnTo>
                  <a:pt x="352044" y="329184"/>
                </a:lnTo>
                <a:lnTo>
                  <a:pt x="334632" y="327761"/>
                </a:lnTo>
                <a:lnTo>
                  <a:pt x="294132" y="306324"/>
                </a:lnTo>
                <a:lnTo>
                  <a:pt x="273977" y="261747"/>
                </a:lnTo>
                <a:lnTo>
                  <a:pt x="272796" y="242316"/>
                </a:lnTo>
                <a:lnTo>
                  <a:pt x="440436" y="242316"/>
                </a:lnTo>
                <a:lnTo>
                  <a:pt x="440436" y="219456"/>
                </a:lnTo>
                <a:close/>
              </a:path>
              <a:path w="1701164" h="386079">
                <a:moveTo>
                  <a:pt x="522719" y="21336"/>
                </a:moveTo>
                <a:lnTo>
                  <a:pt x="481584" y="21336"/>
                </a:lnTo>
                <a:lnTo>
                  <a:pt x="481584" y="359676"/>
                </a:lnTo>
                <a:lnTo>
                  <a:pt x="522719" y="359676"/>
                </a:lnTo>
                <a:lnTo>
                  <a:pt x="522719" y="21336"/>
                </a:lnTo>
                <a:close/>
              </a:path>
              <a:path w="1701164" h="386079">
                <a:moveTo>
                  <a:pt x="742188" y="289560"/>
                </a:moveTo>
                <a:lnTo>
                  <a:pt x="728472" y="246888"/>
                </a:lnTo>
                <a:lnTo>
                  <a:pt x="688848" y="224028"/>
                </a:lnTo>
                <a:lnTo>
                  <a:pt x="679704" y="222504"/>
                </a:lnTo>
                <a:lnTo>
                  <a:pt x="656844" y="217932"/>
                </a:lnTo>
                <a:lnTo>
                  <a:pt x="618744" y="202692"/>
                </a:lnTo>
                <a:lnTo>
                  <a:pt x="609600" y="188976"/>
                </a:lnTo>
                <a:lnTo>
                  <a:pt x="609600" y="179832"/>
                </a:lnTo>
                <a:lnTo>
                  <a:pt x="639127" y="147066"/>
                </a:lnTo>
                <a:lnTo>
                  <a:pt x="658368" y="144780"/>
                </a:lnTo>
                <a:lnTo>
                  <a:pt x="667740" y="145338"/>
                </a:lnTo>
                <a:lnTo>
                  <a:pt x="706221" y="156146"/>
                </a:lnTo>
                <a:lnTo>
                  <a:pt x="731520" y="172212"/>
                </a:lnTo>
                <a:lnTo>
                  <a:pt x="733044" y="172212"/>
                </a:lnTo>
                <a:lnTo>
                  <a:pt x="733044" y="128016"/>
                </a:lnTo>
                <a:lnTo>
                  <a:pt x="725868" y="124612"/>
                </a:lnTo>
                <a:lnTo>
                  <a:pt x="689229" y="113830"/>
                </a:lnTo>
                <a:lnTo>
                  <a:pt x="658368" y="111252"/>
                </a:lnTo>
                <a:lnTo>
                  <a:pt x="638911" y="112420"/>
                </a:lnTo>
                <a:lnTo>
                  <a:pt x="592836" y="131064"/>
                </a:lnTo>
                <a:lnTo>
                  <a:pt x="569899" y="168998"/>
                </a:lnTo>
                <a:lnTo>
                  <a:pt x="568452" y="184404"/>
                </a:lnTo>
                <a:lnTo>
                  <a:pt x="569277" y="196405"/>
                </a:lnTo>
                <a:lnTo>
                  <a:pt x="588137" y="233222"/>
                </a:lnTo>
                <a:lnTo>
                  <a:pt x="621792" y="249936"/>
                </a:lnTo>
                <a:lnTo>
                  <a:pt x="627888" y="252984"/>
                </a:lnTo>
                <a:lnTo>
                  <a:pt x="635508" y="254508"/>
                </a:lnTo>
                <a:lnTo>
                  <a:pt x="644652" y="256032"/>
                </a:lnTo>
                <a:lnTo>
                  <a:pt x="659892" y="259080"/>
                </a:lnTo>
                <a:lnTo>
                  <a:pt x="664464" y="260604"/>
                </a:lnTo>
                <a:lnTo>
                  <a:pt x="673912" y="263156"/>
                </a:lnTo>
                <a:lnTo>
                  <a:pt x="681799" y="266128"/>
                </a:lnTo>
                <a:lnTo>
                  <a:pt x="688251" y="269392"/>
                </a:lnTo>
                <a:lnTo>
                  <a:pt x="693420" y="272796"/>
                </a:lnTo>
                <a:lnTo>
                  <a:pt x="697992" y="277368"/>
                </a:lnTo>
                <a:lnTo>
                  <a:pt x="701040" y="284988"/>
                </a:lnTo>
                <a:lnTo>
                  <a:pt x="701040" y="301752"/>
                </a:lnTo>
                <a:lnTo>
                  <a:pt x="655320" y="330708"/>
                </a:lnTo>
                <a:lnTo>
                  <a:pt x="649224" y="330708"/>
                </a:lnTo>
                <a:lnTo>
                  <a:pt x="642378" y="330428"/>
                </a:lnTo>
                <a:lnTo>
                  <a:pt x="635698" y="329565"/>
                </a:lnTo>
                <a:lnTo>
                  <a:pt x="629285" y="328142"/>
                </a:lnTo>
                <a:lnTo>
                  <a:pt x="623316" y="326136"/>
                </a:lnTo>
                <a:lnTo>
                  <a:pt x="614172" y="324612"/>
                </a:lnTo>
                <a:lnTo>
                  <a:pt x="606552" y="321564"/>
                </a:lnTo>
                <a:lnTo>
                  <a:pt x="600456" y="318516"/>
                </a:lnTo>
                <a:lnTo>
                  <a:pt x="592836" y="313944"/>
                </a:lnTo>
                <a:lnTo>
                  <a:pt x="586740" y="310896"/>
                </a:lnTo>
                <a:lnTo>
                  <a:pt x="582168" y="307848"/>
                </a:lnTo>
                <a:lnTo>
                  <a:pt x="576072" y="304800"/>
                </a:lnTo>
                <a:lnTo>
                  <a:pt x="569976" y="298704"/>
                </a:lnTo>
                <a:lnTo>
                  <a:pt x="566928" y="298704"/>
                </a:lnTo>
                <a:lnTo>
                  <a:pt x="566928" y="344424"/>
                </a:lnTo>
                <a:lnTo>
                  <a:pt x="612546" y="361264"/>
                </a:lnTo>
                <a:lnTo>
                  <a:pt x="647700" y="365760"/>
                </a:lnTo>
                <a:lnTo>
                  <a:pt x="659701" y="365239"/>
                </a:lnTo>
                <a:lnTo>
                  <a:pt x="696798" y="356196"/>
                </a:lnTo>
                <a:lnTo>
                  <a:pt x="729234" y="331851"/>
                </a:lnTo>
                <a:lnTo>
                  <a:pt x="741870" y="297307"/>
                </a:lnTo>
                <a:lnTo>
                  <a:pt x="742188" y="289560"/>
                </a:lnTo>
                <a:close/>
              </a:path>
              <a:path w="1701164" h="386079">
                <a:moveTo>
                  <a:pt x="979919" y="237744"/>
                </a:moveTo>
                <a:lnTo>
                  <a:pt x="972870" y="183642"/>
                </a:lnTo>
                <a:lnTo>
                  <a:pt x="952030" y="144780"/>
                </a:lnTo>
                <a:lnTo>
                  <a:pt x="937247" y="130530"/>
                </a:lnTo>
                <a:lnTo>
                  <a:pt x="937247" y="237744"/>
                </a:lnTo>
                <a:lnTo>
                  <a:pt x="936345" y="259422"/>
                </a:lnTo>
                <a:lnTo>
                  <a:pt x="920483" y="307848"/>
                </a:lnTo>
                <a:lnTo>
                  <a:pt x="886841" y="329285"/>
                </a:lnTo>
                <a:lnTo>
                  <a:pt x="871715" y="330708"/>
                </a:lnTo>
                <a:lnTo>
                  <a:pt x="856602" y="329285"/>
                </a:lnTo>
                <a:lnTo>
                  <a:pt x="822947" y="307848"/>
                </a:lnTo>
                <a:lnTo>
                  <a:pt x="807097" y="259207"/>
                </a:lnTo>
                <a:lnTo>
                  <a:pt x="806183" y="237744"/>
                </a:lnTo>
                <a:lnTo>
                  <a:pt x="807097" y="215442"/>
                </a:lnTo>
                <a:lnTo>
                  <a:pt x="822947" y="167640"/>
                </a:lnTo>
                <a:lnTo>
                  <a:pt x="856602" y="146215"/>
                </a:lnTo>
                <a:lnTo>
                  <a:pt x="871715" y="144780"/>
                </a:lnTo>
                <a:lnTo>
                  <a:pt x="886841" y="146215"/>
                </a:lnTo>
                <a:lnTo>
                  <a:pt x="920483" y="167640"/>
                </a:lnTo>
                <a:lnTo>
                  <a:pt x="936345" y="216077"/>
                </a:lnTo>
                <a:lnTo>
                  <a:pt x="937247" y="237744"/>
                </a:lnTo>
                <a:lnTo>
                  <a:pt x="937247" y="130530"/>
                </a:lnTo>
                <a:lnTo>
                  <a:pt x="934948" y="128384"/>
                </a:lnTo>
                <a:lnTo>
                  <a:pt x="916482" y="117919"/>
                </a:lnTo>
                <a:lnTo>
                  <a:pt x="895464" y="111760"/>
                </a:lnTo>
                <a:lnTo>
                  <a:pt x="871715" y="109728"/>
                </a:lnTo>
                <a:lnTo>
                  <a:pt x="848842" y="111760"/>
                </a:lnTo>
                <a:lnTo>
                  <a:pt x="809358" y="128384"/>
                </a:lnTo>
                <a:lnTo>
                  <a:pt x="779589" y="162102"/>
                </a:lnTo>
                <a:lnTo>
                  <a:pt x="765251" y="209486"/>
                </a:lnTo>
                <a:lnTo>
                  <a:pt x="763511" y="237744"/>
                </a:lnTo>
                <a:lnTo>
                  <a:pt x="765251" y="265772"/>
                </a:lnTo>
                <a:lnTo>
                  <a:pt x="779589" y="312115"/>
                </a:lnTo>
                <a:lnTo>
                  <a:pt x="808494" y="346481"/>
                </a:lnTo>
                <a:lnTo>
                  <a:pt x="847979" y="363715"/>
                </a:lnTo>
                <a:lnTo>
                  <a:pt x="871715" y="365760"/>
                </a:lnTo>
                <a:lnTo>
                  <a:pt x="895464" y="363740"/>
                </a:lnTo>
                <a:lnTo>
                  <a:pt x="916482" y="357568"/>
                </a:lnTo>
                <a:lnTo>
                  <a:pt x="934948" y="347116"/>
                </a:lnTo>
                <a:lnTo>
                  <a:pt x="950963" y="332232"/>
                </a:lnTo>
                <a:lnTo>
                  <a:pt x="952055" y="330708"/>
                </a:lnTo>
                <a:lnTo>
                  <a:pt x="963853" y="314261"/>
                </a:lnTo>
                <a:lnTo>
                  <a:pt x="972870" y="292417"/>
                </a:lnTo>
                <a:lnTo>
                  <a:pt x="978192" y="266877"/>
                </a:lnTo>
                <a:lnTo>
                  <a:pt x="979919" y="237744"/>
                </a:lnTo>
                <a:close/>
              </a:path>
              <a:path w="1701164" h="386079">
                <a:moveTo>
                  <a:pt x="1147559" y="22860"/>
                </a:moveTo>
                <a:lnTo>
                  <a:pt x="1141463" y="21336"/>
                </a:lnTo>
                <a:lnTo>
                  <a:pt x="1135367" y="21336"/>
                </a:lnTo>
                <a:lnTo>
                  <a:pt x="1127747" y="19812"/>
                </a:lnTo>
                <a:lnTo>
                  <a:pt x="1121651" y="19812"/>
                </a:lnTo>
                <a:lnTo>
                  <a:pt x="1114031" y="18288"/>
                </a:lnTo>
                <a:lnTo>
                  <a:pt x="1106411" y="18288"/>
                </a:lnTo>
                <a:lnTo>
                  <a:pt x="1057122" y="31153"/>
                </a:lnTo>
                <a:lnTo>
                  <a:pt x="1029639" y="69532"/>
                </a:lnTo>
                <a:lnTo>
                  <a:pt x="1024115" y="108204"/>
                </a:lnTo>
                <a:lnTo>
                  <a:pt x="1024115" y="115824"/>
                </a:lnTo>
                <a:lnTo>
                  <a:pt x="996683" y="115824"/>
                </a:lnTo>
                <a:lnTo>
                  <a:pt x="996683" y="150876"/>
                </a:lnTo>
                <a:lnTo>
                  <a:pt x="1024115" y="150876"/>
                </a:lnTo>
                <a:lnTo>
                  <a:pt x="1024115" y="359664"/>
                </a:lnTo>
                <a:lnTo>
                  <a:pt x="1065263" y="359664"/>
                </a:lnTo>
                <a:lnTo>
                  <a:pt x="1065263" y="150876"/>
                </a:lnTo>
                <a:lnTo>
                  <a:pt x="1132319" y="150876"/>
                </a:lnTo>
                <a:lnTo>
                  <a:pt x="1132319" y="115824"/>
                </a:lnTo>
                <a:lnTo>
                  <a:pt x="1063739" y="115824"/>
                </a:lnTo>
                <a:lnTo>
                  <a:pt x="1063739" y="108204"/>
                </a:lnTo>
                <a:lnTo>
                  <a:pt x="1074407" y="65532"/>
                </a:lnTo>
                <a:lnTo>
                  <a:pt x="1112507" y="54864"/>
                </a:lnTo>
                <a:lnTo>
                  <a:pt x="1123175" y="54864"/>
                </a:lnTo>
                <a:lnTo>
                  <a:pt x="1130795" y="56388"/>
                </a:lnTo>
                <a:lnTo>
                  <a:pt x="1142987" y="59436"/>
                </a:lnTo>
                <a:lnTo>
                  <a:pt x="1147559" y="59436"/>
                </a:lnTo>
                <a:lnTo>
                  <a:pt x="1147559" y="22860"/>
                </a:lnTo>
                <a:close/>
              </a:path>
              <a:path w="1701164" h="386079">
                <a:moveTo>
                  <a:pt x="1280147" y="115824"/>
                </a:moveTo>
                <a:lnTo>
                  <a:pt x="1205471" y="115824"/>
                </a:lnTo>
                <a:lnTo>
                  <a:pt x="1205471" y="47244"/>
                </a:lnTo>
                <a:lnTo>
                  <a:pt x="1164323" y="47244"/>
                </a:lnTo>
                <a:lnTo>
                  <a:pt x="1164323" y="115824"/>
                </a:lnTo>
                <a:lnTo>
                  <a:pt x="1136891" y="115824"/>
                </a:lnTo>
                <a:lnTo>
                  <a:pt x="1136891" y="150876"/>
                </a:lnTo>
                <a:lnTo>
                  <a:pt x="1164323" y="150876"/>
                </a:lnTo>
                <a:lnTo>
                  <a:pt x="1164323" y="284988"/>
                </a:lnTo>
                <a:lnTo>
                  <a:pt x="1165466" y="304139"/>
                </a:lnTo>
                <a:lnTo>
                  <a:pt x="1182611" y="344424"/>
                </a:lnTo>
                <a:lnTo>
                  <a:pt x="1219695" y="363080"/>
                </a:lnTo>
                <a:lnTo>
                  <a:pt x="1235951" y="364236"/>
                </a:lnTo>
                <a:lnTo>
                  <a:pt x="1242047" y="364236"/>
                </a:lnTo>
                <a:lnTo>
                  <a:pt x="1249667" y="362712"/>
                </a:lnTo>
                <a:lnTo>
                  <a:pt x="1257287" y="362712"/>
                </a:lnTo>
                <a:lnTo>
                  <a:pt x="1272527" y="359664"/>
                </a:lnTo>
                <a:lnTo>
                  <a:pt x="1280147" y="356616"/>
                </a:lnTo>
                <a:lnTo>
                  <a:pt x="1280147" y="320040"/>
                </a:lnTo>
                <a:lnTo>
                  <a:pt x="1278623" y="320040"/>
                </a:lnTo>
                <a:lnTo>
                  <a:pt x="1275575" y="321564"/>
                </a:lnTo>
                <a:lnTo>
                  <a:pt x="1271003" y="323088"/>
                </a:lnTo>
                <a:lnTo>
                  <a:pt x="1264907" y="324612"/>
                </a:lnTo>
                <a:lnTo>
                  <a:pt x="1258811" y="327660"/>
                </a:lnTo>
                <a:lnTo>
                  <a:pt x="1235951" y="327660"/>
                </a:lnTo>
                <a:lnTo>
                  <a:pt x="1228331" y="326136"/>
                </a:lnTo>
                <a:lnTo>
                  <a:pt x="1222235" y="324612"/>
                </a:lnTo>
                <a:lnTo>
                  <a:pt x="1213091" y="318516"/>
                </a:lnTo>
                <a:lnTo>
                  <a:pt x="1211567" y="312420"/>
                </a:lnTo>
                <a:lnTo>
                  <a:pt x="1208519" y="306324"/>
                </a:lnTo>
                <a:lnTo>
                  <a:pt x="1205471" y="294132"/>
                </a:lnTo>
                <a:lnTo>
                  <a:pt x="1205471" y="150876"/>
                </a:lnTo>
                <a:lnTo>
                  <a:pt x="1280147" y="150876"/>
                </a:lnTo>
                <a:lnTo>
                  <a:pt x="1280147" y="115824"/>
                </a:lnTo>
                <a:close/>
              </a:path>
              <a:path w="1701164" h="386079">
                <a:moveTo>
                  <a:pt x="1476743" y="120396"/>
                </a:moveTo>
                <a:lnTo>
                  <a:pt x="1446263" y="91440"/>
                </a:lnTo>
                <a:lnTo>
                  <a:pt x="1435366" y="107429"/>
                </a:lnTo>
                <a:lnTo>
                  <a:pt x="1423022" y="123253"/>
                </a:lnTo>
                <a:lnTo>
                  <a:pt x="1392923" y="153924"/>
                </a:lnTo>
                <a:lnTo>
                  <a:pt x="1358442" y="181165"/>
                </a:lnTo>
                <a:lnTo>
                  <a:pt x="1318247" y="207264"/>
                </a:lnTo>
                <a:lnTo>
                  <a:pt x="1321295" y="213360"/>
                </a:lnTo>
                <a:lnTo>
                  <a:pt x="1351546" y="200215"/>
                </a:lnTo>
                <a:lnTo>
                  <a:pt x="1384922" y="181356"/>
                </a:lnTo>
                <a:lnTo>
                  <a:pt x="1421168" y="156781"/>
                </a:lnTo>
                <a:lnTo>
                  <a:pt x="1459979" y="126492"/>
                </a:lnTo>
                <a:lnTo>
                  <a:pt x="1476743" y="120396"/>
                </a:lnTo>
                <a:close/>
              </a:path>
              <a:path w="1701164" h="386079">
                <a:moveTo>
                  <a:pt x="1522463" y="33528"/>
                </a:moveTo>
                <a:lnTo>
                  <a:pt x="1481391" y="4813"/>
                </a:lnTo>
                <a:lnTo>
                  <a:pt x="1464551" y="0"/>
                </a:lnTo>
                <a:lnTo>
                  <a:pt x="1459979" y="4572"/>
                </a:lnTo>
                <a:lnTo>
                  <a:pt x="1473657" y="17132"/>
                </a:lnTo>
                <a:lnTo>
                  <a:pt x="1484744" y="29527"/>
                </a:lnTo>
                <a:lnTo>
                  <a:pt x="1492986" y="41656"/>
                </a:lnTo>
                <a:lnTo>
                  <a:pt x="1498079" y="53340"/>
                </a:lnTo>
                <a:lnTo>
                  <a:pt x="1502651" y="62484"/>
                </a:lnTo>
                <a:lnTo>
                  <a:pt x="1505699" y="67056"/>
                </a:lnTo>
                <a:lnTo>
                  <a:pt x="1511795" y="67056"/>
                </a:lnTo>
                <a:lnTo>
                  <a:pt x="1514843" y="64008"/>
                </a:lnTo>
                <a:lnTo>
                  <a:pt x="1517891" y="57912"/>
                </a:lnTo>
                <a:lnTo>
                  <a:pt x="1520939" y="53340"/>
                </a:lnTo>
                <a:lnTo>
                  <a:pt x="1522463" y="47244"/>
                </a:lnTo>
                <a:lnTo>
                  <a:pt x="1522463" y="33528"/>
                </a:lnTo>
                <a:close/>
              </a:path>
              <a:path w="1701164" h="386079">
                <a:moveTo>
                  <a:pt x="1665719" y="178308"/>
                </a:moveTo>
                <a:lnTo>
                  <a:pt x="1664195" y="172212"/>
                </a:lnTo>
                <a:lnTo>
                  <a:pt x="1662671" y="164592"/>
                </a:lnTo>
                <a:lnTo>
                  <a:pt x="1658670" y="159473"/>
                </a:lnTo>
                <a:lnTo>
                  <a:pt x="1626095" y="138684"/>
                </a:lnTo>
                <a:lnTo>
                  <a:pt x="1586661" y="121729"/>
                </a:lnTo>
                <a:lnTo>
                  <a:pt x="1534655" y="103632"/>
                </a:lnTo>
                <a:lnTo>
                  <a:pt x="1531607" y="111252"/>
                </a:lnTo>
                <a:lnTo>
                  <a:pt x="1551089" y="121539"/>
                </a:lnTo>
                <a:lnTo>
                  <a:pt x="1568564" y="131826"/>
                </a:lnTo>
                <a:lnTo>
                  <a:pt x="1611553" y="162407"/>
                </a:lnTo>
                <a:lnTo>
                  <a:pt x="1641335" y="188976"/>
                </a:lnTo>
                <a:lnTo>
                  <a:pt x="1652003" y="199644"/>
                </a:lnTo>
                <a:lnTo>
                  <a:pt x="1659623" y="199644"/>
                </a:lnTo>
                <a:lnTo>
                  <a:pt x="1661147" y="196596"/>
                </a:lnTo>
                <a:lnTo>
                  <a:pt x="1665719" y="182880"/>
                </a:lnTo>
                <a:lnTo>
                  <a:pt x="1665719" y="178308"/>
                </a:lnTo>
                <a:close/>
              </a:path>
              <a:path w="1701164" h="386079">
                <a:moveTo>
                  <a:pt x="1694675" y="379476"/>
                </a:moveTo>
                <a:lnTo>
                  <a:pt x="1661147" y="342900"/>
                </a:lnTo>
                <a:lnTo>
                  <a:pt x="1633715" y="368808"/>
                </a:lnTo>
                <a:lnTo>
                  <a:pt x="1514843" y="368808"/>
                </a:lnTo>
                <a:lnTo>
                  <a:pt x="1514843" y="224028"/>
                </a:lnTo>
                <a:lnTo>
                  <a:pt x="1639811" y="224028"/>
                </a:lnTo>
                <a:lnTo>
                  <a:pt x="1607807" y="192024"/>
                </a:lnTo>
                <a:lnTo>
                  <a:pt x="1584947" y="213360"/>
                </a:lnTo>
                <a:lnTo>
                  <a:pt x="1368539" y="213360"/>
                </a:lnTo>
                <a:lnTo>
                  <a:pt x="1383779" y="228600"/>
                </a:lnTo>
                <a:lnTo>
                  <a:pt x="1394091" y="226606"/>
                </a:lnTo>
                <a:lnTo>
                  <a:pt x="1404543" y="225171"/>
                </a:lnTo>
                <a:lnTo>
                  <a:pt x="1415288" y="224320"/>
                </a:lnTo>
                <a:lnTo>
                  <a:pt x="1426451" y="224028"/>
                </a:lnTo>
                <a:lnTo>
                  <a:pt x="1488935" y="224028"/>
                </a:lnTo>
                <a:lnTo>
                  <a:pt x="1488935" y="368808"/>
                </a:lnTo>
                <a:lnTo>
                  <a:pt x="1310627" y="368808"/>
                </a:lnTo>
                <a:lnTo>
                  <a:pt x="1327391" y="385572"/>
                </a:lnTo>
                <a:lnTo>
                  <a:pt x="1336827" y="382701"/>
                </a:lnTo>
                <a:lnTo>
                  <a:pt x="1346822" y="380809"/>
                </a:lnTo>
                <a:lnTo>
                  <a:pt x="1357401" y="379793"/>
                </a:lnTo>
                <a:lnTo>
                  <a:pt x="1368539" y="379476"/>
                </a:lnTo>
                <a:lnTo>
                  <a:pt x="1694675" y="379476"/>
                </a:lnTo>
                <a:close/>
              </a:path>
              <a:path w="1701164" h="386079">
                <a:moveTo>
                  <a:pt x="1700771" y="86868"/>
                </a:moveTo>
                <a:lnTo>
                  <a:pt x="1694675" y="80772"/>
                </a:lnTo>
                <a:lnTo>
                  <a:pt x="1684007" y="70104"/>
                </a:lnTo>
                <a:lnTo>
                  <a:pt x="1664195" y="50292"/>
                </a:lnTo>
                <a:lnTo>
                  <a:pt x="1648955" y="70104"/>
                </a:lnTo>
                <a:lnTo>
                  <a:pt x="1360919" y="70104"/>
                </a:lnTo>
                <a:lnTo>
                  <a:pt x="1360919" y="51816"/>
                </a:lnTo>
                <a:lnTo>
                  <a:pt x="1353299" y="51816"/>
                </a:lnTo>
                <a:lnTo>
                  <a:pt x="1338059" y="96012"/>
                </a:lnTo>
                <a:lnTo>
                  <a:pt x="1319771" y="118872"/>
                </a:lnTo>
                <a:lnTo>
                  <a:pt x="1316723" y="123444"/>
                </a:lnTo>
                <a:lnTo>
                  <a:pt x="1315199" y="126492"/>
                </a:lnTo>
                <a:lnTo>
                  <a:pt x="1315199" y="131064"/>
                </a:lnTo>
                <a:lnTo>
                  <a:pt x="1316723" y="132588"/>
                </a:lnTo>
                <a:lnTo>
                  <a:pt x="1319771" y="132588"/>
                </a:lnTo>
                <a:lnTo>
                  <a:pt x="1322819" y="134112"/>
                </a:lnTo>
                <a:lnTo>
                  <a:pt x="1327391" y="135636"/>
                </a:lnTo>
                <a:lnTo>
                  <a:pt x="1338059" y="135636"/>
                </a:lnTo>
                <a:lnTo>
                  <a:pt x="1353299" y="129540"/>
                </a:lnTo>
                <a:lnTo>
                  <a:pt x="1359001" y="123850"/>
                </a:lnTo>
                <a:lnTo>
                  <a:pt x="1362252" y="113728"/>
                </a:lnTo>
                <a:lnTo>
                  <a:pt x="1362951" y="99326"/>
                </a:lnTo>
                <a:lnTo>
                  <a:pt x="1360919" y="80772"/>
                </a:lnTo>
                <a:lnTo>
                  <a:pt x="1652003" y="80772"/>
                </a:lnTo>
                <a:lnTo>
                  <a:pt x="1630667" y="129540"/>
                </a:lnTo>
                <a:lnTo>
                  <a:pt x="1636763" y="132588"/>
                </a:lnTo>
                <a:lnTo>
                  <a:pt x="1654479" y="112585"/>
                </a:lnTo>
                <a:lnTo>
                  <a:pt x="1671053" y="98298"/>
                </a:lnTo>
                <a:lnTo>
                  <a:pt x="1686483" y="89725"/>
                </a:lnTo>
                <a:lnTo>
                  <a:pt x="1700771" y="8686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" name="object 73"/>
          <p:cNvSpPr/>
          <p:nvPr/>
        </p:nvSpPr>
        <p:spPr>
          <a:xfrm>
            <a:off x="5303520" y="5049012"/>
            <a:ext cx="335280" cy="393700"/>
          </a:xfrm>
          <a:custGeom>
            <a:avLst/>
            <a:gdLst/>
            <a:ahLst/>
            <a:cxnLst/>
            <a:rect l="l" t="t" r="r" b="b"/>
            <a:pathLst>
              <a:path w="335279" h="393700">
                <a:moveTo>
                  <a:pt x="297180" y="393191"/>
                </a:moveTo>
                <a:lnTo>
                  <a:pt x="297180" y="364236"/>
                </a:lnTo>
                <a:lnTo>
                  <a:pt x="36575" y="364236"/>
                </a:lnTo>
                <a:lnTo>
                  <a:pt x="24383" y="376428"/>
                </a:lnTo>
                <a:lnTo>
                  <a:pt x="0" y="358140"/>
                </a:lnTo>
                <a:lnTo>
                  <a:pt x="12192" y="345948"/>
                </a:lnTo>
                <a:lnTo>
                  <a:pt x="12168" y="264271"/>
                </a:lnTo>
                <a:lnTo>
                  <a:pt x="12001" y="250316"/>
                </a:lnTo>
                <a:lnTo>
                  <a:pt x="11549" y="235791"/>
                </a:lnTo>
                <a:lnTo>
                  <a:pt x="10668" y="220980"/>
                </a:lnTo>
                <a:lnTo>
                  <a:pt x="50292" y="240791"/>
                </a:lnTo>
                <a:lnTo>
                  <a:pt x="36575" y="252984"/>
                </a:lnTo>
                <a:lnTo>
                  <a:pt x="36575" y="355091"/>
                </a:lnTo>
                <a:lnTo>
                  <a:pt x="153924" y="355091"/>
                </a:lnTo>
                <a:lnTo>
                  <a:pt x="153924" y="185928"/>
                </a:lnTo>
                <a:lnTo>
                  <a:pt x="51816" y="185928"/>
                </a:lnTo>
                <a:lnTo>
                  <a:pt x="38100" y="198120"/>
                </a:lnTo>
                <a:lnTo>
                  <a:pt x="13716" y="178308"/>
                </a:lnTo>
                <a:lnTo>
                  <a:pt x="25907" y="167640"/>
                </a:lnTo>
                <a:lnTo>
                  <a:pt x="25884" y="86963"/>
                </a:lnTo>
                <a:lnTo>
                  <a:pt x="25717" y="75819"/>
                </a:lnTo>
                <a:lnTo>
                  <a:pt x="25265" y="64103"/>
                </a:lnTo>
                <a:lnTo>
                  <a:pt x="24383" y="51816"/>
                </a:lnTo>
                <a:lnTo>
                  <a:pt x="67056" y="73152"/>
                </a:lnTo>
                <a:lnTo>
                  <a:pt x="50292" y="83820"/>
                </a:lnTo>
                <a:lnTo>
                  <a:pt x="50292" y="175260"/>
                </a:lnTo>
                <a:lnTo>
                  <a:pt x="153924" y="175260"/>
                </a:lnTo>
                <a:lnTo>
                  <a:pt x="153924" y="60960"/>
                </a:lnTo>
                <a:lnTo>
                  <a:pt x="153662" y="45219"/>
                </a:lnTo>
                <a:lnTo>
                  <a:pt x="152971" y="29908"/>
                </a:lnTo>
                <a:lnTo>
                  <a:pt x="150876" y="0"/>
                </a:lnTo>
                <a:lnTo>
                  <a:pt x="192024" y="18288"/>
                </a:lnTo>
                <a:lnTo>
                  <a:pt x="178308" y="35052"/>
                </a:lnTo>
                <a:lnTo>
                  <a:pt x="178308" y="175260"/>
                </a:lnTo>
                <a:lnTo>
                  <a:pt x="280416" y="175260"/>
                </a:lnTo>
                <a:lnTo>
                  <a:pt x="280416" y="97536"/>
                </a:lnTo>
                <a:lnTo>
                  <a:pt x="280177" y="86701"/>
                </a:lnTo>
                <a:lnTo>
                  <a:pt x="279130" y="62174"/>
                </a:lnTo>
                <a:lnTo>
                  <a:pt x="278892" y="48768"/>
                </a:lnTo>
                <a:lnTo>
                  <a:pt x="318516" y="67056"/>
                </a:lnTo>
                <a:lnTo>
                  <a:pt x="304800" y="79248"/>
                </a:lnTo>
                <a:lnTo>
                  <a:pt x="304847" y="156948"/>
                </a:lnTo>
                <a:lnTo>
                  <a:pt x="305181" y="168211"/>
                </a:lnTo>
                <a:lnTo>
                  <a:pt x="306085" y="181475"/>
                </a:lnTo>
                <a:lnTo>
                  <a:pt x="307848" y="196596"/>
                </a:lnTo>
                <a:lnTo>
                  <a:pt x="280416" y="207264"/>
                </a:lnTo>
                <a:lnTo>
                  <a:pt x="280416" y="185928"/>
                </a:lnTo>
                <a:lnTo>
                  <a:pt x="178308" y="185928"/>
                </a:lnTo>
                <a:lnTo>
                  <a:pt x="178308" y="355091"/>
                </a:lnTo>
                <a:lnTo>
                  <a:pt x="297180" y="355091"/>
                </a:lnTo>
                <a:lnTo>
                  <a:pt x="297156" y="265390"/>
                </a:lnTo>
                <a:lnTo>
                  <a:pt x="296989" y="252412"/>
                </a:lnTo>
                <a:lnTo>
                  <a:pt x="296537" y="238577"/>
                </a:lnTo>
                <a:lnTo>
                  <a:pt x="295656" y="224028"/>
                </a:lnTo>
                <a:lnTo>
                  <a:pt x="335280" y="246888"/>
                </a:lnTo>
                <a:lnTo>
                  <a:pt x="321564" y="257555"/>
                </a:lnTo>
                <a:lnTo>
                  <a:pt x="321564" y="321564"/>
                </a:lnTo>
                <a:lnTo>
                  <a:pt x="321802" y="337327"/>
                </a:lnTo>
                <a:lnTo>
                  <a:pt x="322849" y="368284"/>
                </a:lnTo>
                <a:lnTo>
                  <a:pt x="323088" y="384048"/>
                </a:lnTo>
                <a:lnTo>
                  <a:pt x="297180" y="39319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4" name="object 74"/>
          <p:cNvSpPr/>
          <p:nvPr/>
        </p:nvSpPr>
        <p:spPr>
          <a:xfrm>
            <a:off x="5711939" y="5038344"/>
            <a:ext cx="2193290" cy="411480"/>
          </a:xfrm>
          <a:custGeom>
            <a:avLst/>
            <a:gdLst/>
            <a:ahLst/>
            <a:cxnLst/>
            <a:rect l="l" t="t" r="r" b="b"/>
            <a:pathLst>
              <a:path w="2193290" h="411479">
                <a:moveTo>
                  <a:pt x="144780" y="152400"/>
                </a:moveTo>
                <a:lnTo>
                  <a:pt x="117348" y="125158"/>
                </a:lnTo>
                <a:lnTo>
                  <a:pt x="80772" y="103632"/>
                </a:lnTo>
                <a:lnTo>
                  <a:pt x="74676" y="109728"/>
                </a:lnTo>
                <a:lnTo>
                  <a:pt x="88379" y="125691"/>
                </a:lnTo>
                <a:lnTo>
                  <a:pt x="99631" y="141351"/>
                </a:lnTo>
                <a:lnTo>
                  <a:pt x="108331" y="156451"/>
                </a:lnTo>
                <a:lnTo>
                  <a:pt x="114300" y="170688"/>
                </a:lnTo>
                <a:lnTo>
                  <a:pt x="123444" y="188976"/>
                </a:lnTo>
                <a:lnTo>
                  <a:pt x="129540" y="188976"/>
                </a:lnTo>
                <a:lnTo>
                  <a:pt x="132588" y="185928"/>
                </a:lnTo>
                <a:lnTo>
                  <a:pt x="137160" y="176784"/>
                </a:lnTo>
                <a:lnTo>
                  <a:pt x="141732" y="169164"/>
                </a:lnTo>
                <a:lnTo>
                  <a:pt x="144780" y="163068"/>
                </a:lnTo>
                <a:lnTo>
                  <a:pt x="144780" y="152400"/>
                </a:lnTo>
                <a:close/>
              </a:path>
              <a:path w="2193290" h="411479">
                <a:moveTo>
                  <a:pt x="406908" y="348996"/>
                </a:moveTo>
                <a:lnTo>
                  <a:pt x="363385" y="333832"/>
                </a:lnTo>
                <a:lnTo>
                  <a:pt x="324256" y="312153"/>
                </a:lnTo>
                <a:lnTo>
                  <a:pt x="289509" y="284048"/>
                </a:lnTo>
                <a:lnTo>
                  <a:pt x="259143" y="249567"/>
                </a:lnTo>
                <a:lnTo>
                  <a:pt x="233172" y="208788"/>
                </a:lnTo>
                <a:lnTo>
                  <a:pt x="405384" y="208788"/>
                </a:lnTo>
                <a:lnTo>
                  <a:pt x="368808" y="172212"/>
                </a:lnTo>
                <a:lnTo>
                  <a:pt x="342900" y="198120"/>
                </a:lnTo>
                <a:lnTo>
                  <a:pt x="257556" y="198120"/>
                </a:lnTo>
                <a:lnTo>
                  <a:pt x="273824" y="184429"/>
                </a:lnTo>
                <a:lnTo>
                  <a:pt x="290512" y="168592"/>
                </a:lnTo>
                <a:lnTo>
                  <a:pt x="307492" y="150761"/>
                </a:lnTo>
                <a:lnTo>
                  <a:pt x="324612" y="131064"/>
                </a:lnTo>
                <a:lnTo>
                  <a:pt x="342900" y="124968"/>
                </a:lnTo>
                <a:lnTo>
                  <a:pt x="306324" y="97536"/>
                </a:lnTo>
                <a:lnTo>
                  <a:pt x="295109" y="122682"/>
                </a:lnTo>
                <a:lnTo>
                  <a:pt x="281749" y="147828"/>
                </a:lnTo>
                <a:lnTo>
                  <a:pt x="265823" y="172974"/>
                </a:lnTo>
                <a:lnTo>
                  <a:pt x="246888" y="198120"/>
                </a:lnTo>
                <a:lnTo>
                  <a:pt x="216408" y="198120"/>
                </a:lnTo>
                <a:lnTo>
                  <a:pt x="216408" y="89916"/>
                </a:lnTo>
                <a:lnTo>
                  <a:pt x="381000" y="89916"/>
                </a:lnTo>
                <a:lnTo>
                  <a:pt x="345948" y="56388"/>
                </a:lnTo>
                <a:lnTo>
                  <a:pt x="321564" y="79248"/>
                </a:lnTo>
                <a:lnTo>
                  <a:pt x="216408" y="79248"/>
                </a:lnTo>
                <a:lnTo>
                  <a:pt x="216408" y="33528"/>
                </a:lnTo>
                <a:lnTo>
                  <a:pt x="233172" y="21336"/>
                </a:lnTo>
                <a:lnTo>
                  <a:pt x="187452" y="0"/>
                </a:lnTo>
                <a:lnTo>
                  <a:pt x="188341" y="20535"/>
                </a:lnTo>
                <a:lnTo>
                  <a:pt x="188785" y="40767"/>
                </a:lnTo>
                <a:lnTo>
                  <a:pt x="188925" y="56388"/>
                </a:lnTo>
                <a:lnTo>
                  <a:pt x="188976" y="79248"/>
                </a:lnTo>
                <a:lnTo>
                  <a:pt x="33528" y="79248"/>
                </a:lnTo>
                <a:lnTo>
                  <a:pt x="48768" y="96012"/>
                </a:lnTo>
                <a:lnTo>
                  <a:pt x="59055" y="93141"/>
                </a:lnTo>
                <a:lnTo>
                  <a:pt x="69342" y="91249"/>
                </a:lnTo>
                <a:lnTo>
                  <a:pt x="79629" y="90233"/>
                </a:lnTo>
                <a:lnTo>
                  <a:pt x="89916" y="89916"/>
                </a:lnTo>
                <a:lnTo>
                  <a:pt x="188976" y="89916"/>
                </a:lnTo>
                <a:lnTo>
                  <a:pt x="188976" y="198120"/>
                </a:lnTo>
                <a:lnTo>
                  <a:pt x="0" y="198120"/>
                </a:lnTo>
                <a:lnTo>
                  <a:pt x="15240" y="213360"/>
                </a:lnTo>
                <a:lnTo>
                  <a:pt x="25552" y="211366"/>
                </a:lnTo>
                <a:lnTo>
                  <a:pt x="36004" y="209931"/>
                </a:lnTo>
                <a:lnTo>
                  <a:pt x="46748" y="209080"/>
                </a:lnTo>
                <a:lnTo>
                  <a:pt x="57912" y="208788"/>
                </a:lnTo>
                <a:lnTo>
                  <a:pt x="170688" y="208788"/>
                </a:lnTo>
                <a:lnTo>
                  <a:pt x="144335" y="253961"/>
                </a:lnTo>
                <a:lnTo>
                  <a:pt x="114541" y="294386"/>
                </a:lnTo>
                <a:lnTo>
                  <a:pt x="81153" y="330047"/>
                </a:lnTo>
                <a:lnTo>
                  <a:pt x="44043" y="360946"/>
                </a:lnTo>
                <a:lnTo>
                  <a:pt x="3048" y="387096"/>
                </a:lnTo>
                <a:lnTo>
                  <a:pt x="6096" y="394716"/>
                </a:lnTo>
                <a:lnTo>
                  <a:pt x="49987" y="372770"/>
                </a:lnTo>
                <a:lnTo>
                  <a:pt x="90220" y="345338"/>
                </a:lnTo>
                <a:lnTo>
                  <a:pt x="126796" y="312420"/>
                </a:lnTo>
                <a:lnTo>
                  <a:pt x="159715" y="274015"/>
                </a:lnTo>
                <a:lnTo>
                  <a:pt x="188976" y="230124"/>
                </a:lnTo>
                <a:lnTo>
                  <a:pt x="188861" y="312420"/>
                </a:lnTo>
                <a:lnTo>
                  <a:pt x="188760" y="334137"/>
                </a:lnTo>
                <a:lnTo>
                  <a:pt x="188417" y="367550"/>
                </a:lnTo>
                <a:lnTo>
                  <a:pt x="188290" y="376428"/>
                </a:lnTo>
                <a:lnTo>
                  <a:pt x="187452" y="411480"/>
                </a:lnTo>
                <a:lnTo>
                  <a:pt x="217932" y="397764"/>
                </a:lnTo>
                <a:lnTo>
                  <a:pt x="216598" y="334137"/>
                </a:lnTo>
                <a:lnTo>
                  <a:pt x="216420" y="230124"/>
                </a:lnTo>
                <a:lnTo>
                  <a:pt x="216408" y="208788"/>
                </a:lnTo>
                <a:lnTo>
                  <a:pt x="224028" y="208788"/>
                </a:lnTo>
                <a:lnTo>
                  <a:pt x="243776" y="252120"/>
                </a:lnTo>
                <a:lnTo>
                  <a:pt x="268198" y="290626"/>
                </a:lnTo>
                <a:lnTo>
                  <a:pt x="297218" y="324231"/>
                </a:lnTo>
                <a:lnTo>
                  <a:pt x="330784" y="352856"/>
                </a:lnTo>
                <a:lnTo>
                  <a:pt x="368808" y="376428"/>
                </a:lnTo>
                <a:lnTo>
                  <a:pt x="373697" y="367550"/>
                </a:lnTo>
                <a:lnTo>
                  <a:pt x="381571" y="361378"/>
                </a:lnTo>
                <a:lnTo>
                  <a:pt x="392607" y="357784"/>
                </a:lnTo>
                <a:lnTo>
                  <a:pt x="406908" y="356616"/>
                </a:lnTo>
                <a:lnTo>
                  <a:pt x="406908" y="348996"/>
                </a:lnTo>
                <a:close/>
              </a:path>
              <a:path w="2193290" h="411479">
                <a:moveTo>
                  <a:pt x="847344" y="193548"/>
                </a:moveTo>
                <a:lnTo>
                  <a:pt x="807720" y="155448"/>
                </a:lnTo>
                <a:lnTo>
                  <a:pt x="774192" y="182880"/>
                </a:lnTo>
                <a:lnTo>
                  <a:pt x="451104" y="182880"/>
                </a:lnTo>
                <a:lnTo>
                  <a:pt x="466344" y="198120"/>
                </a:lnTo>
                <a:lnTo>
                  <a:pt x="476084" y="196126"/>
                </a:lnTo>
                <a:lnTo>
                  <a:pt x="487108" y="194691"/>
                </a:lnTo>
                <a:lnTo>
                  <a:pt x="499567" y="193840"/>
                </a:lnTo>
                <a:lnTo>
                  <a:pt x="513588" y="193548"/>
                </a:lnTo>
                <a:lnTo>
                  <a:pt x="847344" y="193548"/>
                </a:lnTo>
                <a:close/>
              </a:path>
              <a:path w="2193290" h="411479">
                <a:moveTo>
                  <a:pt x="1123188" y="147828"/>
                </a:moveTo>
                <a:lnTo>
                  <a:pt x="1080516" y="124968"/>
                </a:lnTo>
                <a:lnTo>
                  <a:pt x="1081354" y="144780"/>
                </a:lnTo>
                <a:lnTo>
                  <a:pt x="1081481" y="149161"/>
                </a:lnTo>
                <a:lnTo>
                  <a:pt x="1081874" y="166878"/>
                </a:lnTo>
                <a:lnTo>
                  <a:pt x="1081989" y="179832"/>
                </a:lnTo>
                <a:lnTo>
                  <a:pt x="1081900" y="347141"/>
                </a:lnTo>
                <a:lnTo>
                  <a:pt x="1081849" y="352996"/>
                </a:lnTo>
                <a:lnTo>
                  <a:pt x="1081405" y="379742"/>
                </a:lnTo>
                <a:lnTo>
                  <a:pt x="1080516" y="411480"/>
                </a:lnTo>
                <a:lnTo>
                  <a:pt x="1110996" y="394716"/>
                </a:lnTo>
                <a:lnTo>
                  <a:pt x="1110119" y="378104"/>
                </a:lnTo>
                <a:lnTo>
                  <a:pt x="1109662" y="362331"/>
                </a:lnTo>
                <a:lnTo>
                  <a:pt x="1109560" y="352996"/>
                </a:lnTo>
                <a:lnTo>
                  <a:pt x="1109472" y="158496"/>
                </a:lnTo>
                <a:lnTo>
                  <a:pt x="1123188" y="147828"/>
                </a:lnTo>
                <a:close/>
              </a:path>
              <a:path w="2193290" h="411479">
                <a:moveTo>
                  <a:pt x="1299972" y="181356"/>
                </a:moveTo>
                <a:lnTo>
                  <a:pt x="1251775" y="166878"/>
                </a:lnTo>
                <a:lnTo>
                  <a:pt x="1202436" y="138684"/>
                </a:lnTo>
                <a:lnTo>
                  <a:pt x="1151763" y="93916"/>
                </a:lnTo>
                <a:lnTo>
                  <a:pt x="1110018" y="41148"/>
                </a:lnTo>
                <a:lnTo>
                  <a:pt x="1103376" y="32004"/>
                </a:lnTo>
                <a:lnTo>
                  <a:pt x="1118616" y="21336"/>
                </a:lnTo>
                <a:lnTo>
                  <a:pt x="1082040" y="0"/>
                </a:lnTo>
                <a:lnTo>
                  <a:pt x="1071803" y="27800"/>
                </a:lnTo>
                <a:lnTo>
                  <a:pt x="1057275" y="56578"/>
                </a:lnTo>
                <a:lnTo>
                  <a:pt x="1016508" y="118872"/>
                </a:lnTo>
                <a:lnTo>
                  <a:pt x="989914" y="149161"/>
                </a:lnTo>
                <a:lnTo>
                  <a:pt x="960374" y="175983"/>
                </a:lnTo>
                <a:lnTo>
                  <a:pt x="927569" y="199453"/>
                </a:lnTo>
                <a:lnTo>
                  <a:pt x="891540" y="219456"/>
                </a:lnTo>
                <a:lnTo>
                  <a:pt x="893064" y="225552"/>
                </a:lnTo>
                <a:lnTo>
                  <a:pt x="928814" y="209842"/>
                </a:lnTo>
                <a:lnTo>
                  <a:pt x="988872" y="173266"/>
                </a:lnTo>
                <a:lnTo>
                  <a:pt x="1035799" y="130098"/>
                </a:lnTo>
                <a:lnTo>
                  <a:pt x="1078191" y="74612"/>
                </a:lnTo>
                <a:lnTo>
                  <a:pt x="1098804" y="41148"/>
                </a:lnTo>
                <a:lnTo>
                  <a:pt x="1117092" y="72351"/>
                </a:lnTo>
                <a:lnTo>
                  <a:pt x="1153668" y="123875"/>
                </a:lnTo>
                <a:lnTo>
                  <a:pt x="1191133" y="162737"/>
                </a:lnTo>
                <a:lnTo>
                  <a:pt x="1235189" y="195795"/>
                </a:lnTo>
                <a:lnTo>
                  <a:pt x="1260348" y="210312"/>
                </a:lnTo>
                <a:lnTo>
                  <a:pt x="1267193" y="201168"/>
                </a:lnTo>
                <a:lnTo>
                  <a:pt x="1276159" y="194310"/>
                </a:lnTo>
                <a:lnTo>
                  <a:pt x="1287145" y="189738"/>
                </a:lnTo>
                <a:lnTo>
                  <a:pt x="1299972" y="187452"/>
                </a:lnTo>
                <a:lnTo>
                  <a:pt x="1299972" y="181356"/>
                </a:lnTo>
                <a:close/>
              </a:path>
              <a:path w="2193290" h="411479">
                <a:moveTo>
                  <a:pt x="1476756" y="24396"/>
                </a:moveTo>
                <a:lnTo>
                  <a:pt x="1437132" y="3060"/>
                </a:lnTo>
                <a:lnTo>
                  <a:pt x="1429423" y="34772"/>
                </a:lnTo>
                <a:lnTo>
                  <a:pt x="1419987" y="65925"/>
                </a:lnTo>
                <a:lnTo>
                  <a:pt x="1395984" y="126504"/>
                </a:lnTo>
                <a:lnTo>
                  <a:pt x="1367409" y="185750"/>
                </a:lnTo>
                <a:lnTo>
                  <a:pt x="1336548" y="239280"/>
                </a:lnTo>
                <a:lnTo>
                  <a:pt x="1341120" y="243852"/>
                </a:lnTo>
                <a:lnTo>
                  <a:pt x="1356537" y="226110"/>
                </a:lnTo>
                <a:lnTo>
                  <a:pt x="1372933" y="204800"/>
                </a:lnTo>
                <a:lnTo>
                  <a:pt x="1390205" y="179768"/>
                </a:lnTo>
                <a:lnTo>
                  <a:pt x="1408176" y="150888"/>
                </a:lnTo>
                <a:lnTo>
                  <a:pt x="1408061" y="208229"/>
                </a:lnTo>
                <a:lnTo>
                  <a:pt x="1407947" y="239280"/>
                </a:lnTo>
                <a:lnTo>
                  <a:pt x="1407642" y="291401"/>
                </a:lnTo>
                <a:lnTo>
                  <a:pt x="1406817" y="382054"/>
                </a:lnTo>
                <a:lnTo>
                  <a:pt x="1406652" y="408444"/>
                </a:lnTo>
                <a:lnTo>
                  <a:pt x="1432560" y="394728"/>
                </a:lnTo>
                <a:lnTo>
                  <a:pt x="1431658" y="373151"/>
                </a:lnTo>
                <a:lnTo>
                  <a:pt x="1430832" y="337756"/>
                </a:lnTo>
                <a:lnTo>
                  <a:pt x="1430185" y="291401"/>
                </a:lnTo>
                <a:lnTo>
                  <a:pt x="1429740" y="233248"/>
                </a:lnTo>
                <a:lnTo>
                  <a:pt x="1429524" y="150888"/>
                </a:lnTo>
                <a:lnTo>
                  <a:pt x="1429512" y="149364"/>
                </a:lnTo>
                <a:lnTo>
                  <a:pt x="1444752" y="138696"/>
                </a:lnTo>
                <a:lnTo>
                  <a:pt x="1421892" y="123456"/>
                </a:lnTo>
                <a:lnTo>
                  <a:pt x="1428737" y="107467"/>
                </a:lnTo>
                <a:lnTo>
                  <a:pt x="1437703" y="87071"/>
                </a:lnTo>
                <a:lnTo>
                  <a:pt x="1461516" y="33540"/>
                </a:lnTo>
                <a:lnTo>
                  <a:pt x="1476756" y="24396"/>
                </a:lnTo>
                <a:close/>
              </a:path>
              <a:path w="2193290" h="411479">
                <a:moveTo>
                  <a:pt x="1562074" y="282714"/>
                </a:moveTo>
                <a:lnTo>
                  <a:pt x="1550085" y="233248"/>
                </a:lnTo>
                <a:lnTo>
                  <a:pt x="1524508" y="186905"/>
                </a:lnTo>
                <a:lnTo>
                  <a:pt x="1505712" y="155460"/>
                </a:lnTo>
                <a:lnTo>
                  <a:pt x="1499616" y="158508"/>
                </a:lnTo>
                <a:lnTo>
                  <a:pt x="1508810" y="184150"/>
                </a:lnTo>
                <a:lnTo>
                  <a:pt x="1515999" y="208229"/>
                </a:lnTo>
                <a:lnTo>
                  <a:pt x="1525524" y="249948"/>
                </a:lnTo>
                <a:lnTo>
                  <a:pt x="1533245" y="297954"/>
                </a:lnTo>
                <a:lnTo>
                  <a:pt x="1534668" y="309384"/>
                </a:lnTo>
                <a:lnTo>
                  <a:pt x="1534668" y="317004"/>
                </a:lnTo>
                <a:lnTo>
                  <a:pt x="1536192" y="321576"/>
                </a:lnTo>
                <a:lnTo>
                  <a:pt x="1542288" y="321576"/>
                </a:lnTo>
                <a:lnTo>
                  <a:pt x="1546860" y="318528"/>
                </a:lnTo>
                <a:lnTo>
                  <a:pt x="1562049" y="284238"/>
                </a:lnTo>
                <a:lnTo>
                  <a:pt x="1562074" y="282714"/>
                </a:lnTo>
                <a:close/>
              </a:path>
              <a:path w="2193290" h="411479">
                <a:moveTo>
                  <a:pt x="1604772" y="62496"/>
                </a:moveTo>
                <a:lnTo>
                  <a:pt x="1601393" y="52209"/>
                </a:lnTo>
                <a:lnTo>
                  <a:pt x="1591437" y="39636"/>
                </a:lnTo>
                <a:lnTo>
                  <a:pt x="1575206" y="24777"/>
                </a:lnTo>
                <a:lnTo>
                  <a:pt x="1552956" y="7632"/>
                </a:lnTo>
                <a:lnTo>
                  <a:pt x="1548384" y="10680"/>
                </a:lnTo>
                <a:lnTo>
                  <a:pt x="1558671" y="29248"/>
                </a:lnTo>
                <a:lnTo>
                  <a:pt x="1566672" y="46113"/>
                </a:lnTo>
                <a:lnTo>
                  <a:pt x="1572387" y="61252"/>
                </a:lnTo>
                <a:lnTo>
                  <a:pt x="1575816" y="74688"/>
                </a:lnTo>
                <a:lnTo>
                  <a:pt x="1577340" y="86880"/>
                </a:lnTo>
                <a:lnTo>
                  <a:pt x="1580388" y="94500"/>
                </a:lnTo>
                <a:lnTo>
                  <a:pt x="1588008" y="94500"/>
                </a:lnTo>
                <a:lnTo>
                  <a:pt x="1591056" y="91452"/>
                </a:lnTo>
                <a:lnTo>
                  <a:pt x="1597152" y="86880"/>
                </a:lnTo>
                <a:lnTo>
                  <a:pt x="1600923" y="82854"/>
                </a:lnTo>
                <a:lnTo>
                  <a:pt x="1603248" y="77546"/>
                </a:lnTo>
                <a:lnTo>
                  <a:pt x="1604441" y="70802"/>
                </a:lnTo>
                <a:lnTo>
                  <a:pt x="1604772" y="62496"/>
                </a:lnTo>
                <a:close/>
              </a:path>
              <a:path w="2193290" h="411479">
                <a:moveTo>
                  <a:pt x="1729740" y="118884"/>
                </a:moveTo>
                <a:lnTo>
                  <a:pt x="1694688" y="83832"/>
                </a:lnTo>
                <a:lnTo>
                  <a:pt x="1670304" y="108216"/>
                </a:lnTo>
                <a:lnTo>
                  <a:pt x="1459992" y="108216"/>
                </a:lnTo>
                <a:lnTo>
                  <a:pt x="1475232" y="123456"/>
                </a:lnTo>
                <a:lnTo>
                  <a:pt x="1485290" y="121450"/>
                </a:lnTo>
                <a:lnTo>
                  <a:pt x="1495044" y="120027"/>
                </a:lnTo>
                <a:lnTo>
                  <a:pt x="1504810" y="119164"/>
                </a:lnTo>
                <a:lnTo>
                  <a:pt x="1514856" y="118884"/>
                </a:lnTo>
                <a:lnTo>
                  <a:pt x="1729740" y="118884"/>
                </a:lnTo>
                <a:close/>
              </a:path>
              <a:path w="2193290" h="411479">
                <a:moveTo>
                  <a:pt x="1746504" y="379488"/>
                </a:moveTo>
                <a:lnTo>
                  <a:pt x="1711452" y="344436"/>
                </a:lnTo>
                <a:lnTo>
                  <a:pt x="1687068" y="368820"/>
                </a:lnTo>
                <a:lnTo>
                  <a:pt x="1609344" y="368820"/>
                </a:lnTo>
                <a:lnTo>
                  <a:pt x="1624469" y="322757"/>
                </a:lnTo>
                <a:lnTo>
                  <a:pt x="1637728" y="282714"/>
                </a:lnTo>
                <a:lnTo>
                  <a:pt x="1648980" y="248424"/>
                </a:lnTo>
                <a:lnTo>
                  <a:pt x="1666100" y="196011"/>
                </a:lnTo>
                <a:lnTo>
                  <a:pt x="1688592" y="158508"/>
                </a:lnTo>
                <a:lnTo>
                  <a:pt x="1647444" y="135648"/>
                </a:lnTo>
                <a:lnTo>
                  <a:pt x="1638236" y="199288"/>
                </a:lnTo>
                <a:lnTo>
                  <a:pt x="1624799" y="263804"/>
                </a:lnTo>
                <a:lnTo>
                  <a:pt x="1607134" y="333425"/>
                </a:lnTo>
                <a:lnTo>
                  <a:pt x="1597152" y="368820"/>
                </a:lnTo>
                <a:lnTo>
                  <a:pt x="1449324" y="368820"/>
                </a:lnTo>
                <a:lnTo>
                  <a:pt x="1464564" y="384060"/>
                </a:lnTo>
                <a:lnTo>
                  <a:pt x="1474876" y="382054"/>
                </a:lnTo>
                <a:lnTo>
                  <a:pt x="1485328" y="380631"/>
                </a:lnTo>
                <a:lnTo>
                  <a:pt x="1496072" y="379768"/>
                </a:lnTo>
                <a:lnTo>
                  <a:pt x="1507236" y="379488"/>
                </a:lnTo>
                <a:lnTo>
                  <a:pt x="1746504" y="379488"/>
                </a:lnTo>
                <a:close/>
              </a:path>
              <a:path w="2193290" h="411479">
                <a:moveTo>
                  <a:pt x="2150364" y="27432"/>
                </a:moveTo>
                <a:lnTo>
                  <a:pt x="2145792" y="24384"/>
                </a:lnTo>
                <a:lnTo>
                  <a:pt x="2122932" y="9144"/>
                </a:lnTo>
                <a:lnTo>
                  <a:pt x="2113788" y="22212"/>
                </a:lnTo>
                <a:lnTo>
                  <a:pt x="2113788" y="36576"/>
                </a:lnTo>
                <a:lnTo>
                  <a:pt x="2113788" y="94488"/>
                </a:lnTo>
                <a:lnTo>
                  <a:pt x="2043684" y="94488"/>
                </a:lnTo>
                <a:lnTo>
                  <a:pt x="2043684" y="36576"/>
                </a:lnTo>
                <a:lnTo>
                  <a:pt x="2113788" y="36576"/>
                </a:lnTo>
                <a:lnTo>
                  <a:pt x="2113788" y="22212"/>
                </a:lnTo>
                <a:lnTo>
                  <a:pt x="2112264" y="24384"/>
                </a:lnTo>
                <a:lnTo>
                  <a:pt x="2020824" y="24384"/>
                </a:lnTo>
                <a:lnTo>
                  <a:pt x="2020824" y="36576"/>
                </a:lnTo>
                <a:lnTo>
                  <a:pt x="2020824" y="94488"/>
                </a:lnTo>
                <a:lnTo>
                  <a:pt x="1953768" y="94488"/>
                </a:lnTo>
                <a:lnTo>
                  <a:pt x="1953768" y="36576"/>
                </a:lnTo>
                <a:lnTo>
                  <a:pt x="2020824" y="36576"/>
                </a:lnTo>
                <a:lnTo>
                  <a:pt x="2020824" y="24384"/>
                </a:lnTo>
                <a:lnTo>
                  <a:pt x="1929384" y="24384"/>
                </a:lnTo>
                <a:lnTo>
                  <a:pt x="1929384" y="36576"/>
                </a:lnTo>
                <a:lnTo>
                  <a:pt x="1929384" y="94488"/>
                </a:lnTo>
                <a:lnTo>
                  <a:pt x="1860804" y="94488"/>
                </a:lnTo>
                <a:lnTo>
                  <a:pt x="1860804" y="36576"/>
                </a:lnTo>
                <a:lnTo>
                  <a:pt x="1929384" y="36576"/>
                </a:lnTo>
                <a:lnTo>
                  <a:pt x="1929384" y="24384"/>
                </a:lnTo>
                <a:lnTo>
                  <a:pt x="1860804" y="24384"/>
                </a:lnTo>
                <a:lnTo>
                  <a:pt x="1834896" y="12192"/>
                </a:lnTo>
                <a:lnTo>
                  <a:pt x="1835785" y="21932"/>
                </a:lnTo>
                <a:lnTo>
                  <a:pt x="1836229" y="32956"/>
                </a:lnTo>
                <a:lnTo>
                  <a:pt x="1836305" y="38100"/>
                </a:lnTo>
                <a:lnTo>
                  <a:pt x="1836229" y="90297"/>
                </a:lnTo>
                <a:lnTo>
                  <a:pt x="1835772" y="106680"/>
                </a:lnTo>
                <a:lnTo>
                  <a:pt x="1834896" y="123444"/>
                </a:lnTo>
                <a:lnTo>
                  <a:pt x="1860804" y="114300"/>
                </a:lnTo>
                <a:lnTo>
                  <a:pt x="1860804" y="106680"/>
                </a:lnTo>
                <a:lnTo>
                  <a:pt x="1967484" y="106680"/>
                </a:lnTo>
                <a:lnTo>
                  <a:pt x="2113788" y="106680"/>
                </a:lnTo>
                <a:lnTo>
                  <a:pt x="2113788" y="120396"/>
                </a:lnTo>
                <a:lnTo>
                  <a:pt x="2141220" y="111252"/>
                </a:lnTo>
                <a:lnTo>
                  <a:pt x="2140775" y="106680"/>
                </a:lnTo>
                <a:lnTo>
                  <a:pt x="2140343" y="102374"/>
                </a:lnTo>
                <a:lnTo>
                  <a:pt x="2139924" y="94488"/>
                </a:lnTo>
                <a:lnTo>
                  <a:pt x="2139823" y="90297"/>
                </a:lnTo>
                <a:lnTo>
                  <a:pt x="2139696" y="38100"/>
                </a:lnTo>
                <a:lnTo>
                  <a:pt x="2141220" y="36576"/>
                </a:lnTo>
                <a:lnTo>
                  <a:pt x="2150364" y="27432"/>
                </a:lnTo>
                <a:close/>
              </a:path>
              <a:path w="2193290" h="411479">
                <a:moveTo>
                  <a:pt x="2193036" y="393192"/>
                </a:moveTo>
                <a:lnTo>
                  <a:pt x="2157984" y="358140"/>
                </a:lnTo>
                <a:lnTo>
                  <a:pt x="2132076" y="381000"/>
                </a:lnTo>
                <a:lnTo>
                  <a:pt x="2097024" y="381000"/>
                </a:lnTo>
                <a:lnTo>
                  <a:pt x="2097024" y="205740"/>
                </a:lnTo>
                <a:lnTo>
                  <a:pt x="2102573" y="199644"/>
                </a:lnTo>
                <a:lnTo>
                  <a:pt x="2112264" y="188976"/>
                </a:lnTo>
                <a:lnTo>
                  <a:pt x="2109927" y="187452"/>
                </a:lnTo>
                <a:lnTo>
                  <a:pt x="2081784" y="169164"/>
                </a:lnTo>
                <a:lnTo>
                  <a:pt x="2072640" y="182880"/>
                </a:lnTo>
                <a:lnTo>
                  <a:pt x="2072640" y="199644"/>
                </a:lnTo>
                <a:lnTo>
                  <a:pt x="2072640" y="234696"/>
                </a:lnTo>
                <a:lnTo>
                  <a:pt x="2072640" y="381000"/>
                </a:lnTo>
                <a:lnTo>
                  <a:pt x="1895856" y="381000"/>
                </a:lnTo>
                <a:lnTo>
                  <a:pt x="1895856" y="342900"/>
                </a:lnTo>
                <a:lnTo>
                  <a:pt x="2072640" y="342900"/>
                </a:lnTo>
                <a:lnTo>
                  <a:pt x="2072640" y="330708"/>
                </a:lnTo>
                <a:lnTo>
                  <a:pt x="1895856" y="330708"/>
                </a:lnTo>
                <a:lnTo>
                  <a:pt x="1895856" y="294132"/>
                </a:lnTo>
                <a:lnTo>
                  <a:pt x="2072640" y="294132"/>
                </a:lnTo>
                <a:lnTo>
                  <a:pt x="2072640" y="281940"/>
                </a:lnTo>
                <a:lnTo>
                  <a:pt x="1895856" y="281940"/>
                </a:lnTo>
                <a:lnTo>
                  <a:pt x="1895856" y="246888"/>
                </a:lnTo>
                <a:lnTo>
                  <a:pt x="2072640" y="246888"/>
                </a:lnTo>
                <a:lnTo>
                  <a:pt x="2072640" y="234696"/>
                </a:lnTo>
                <a:lnTo>
                  <a:pt x="1895856" y="234696"/>
                </a:lnTo>
                <a:lnTo>
                  <a:pt x="1895856" y="199644"/>
                </a:lnTo>
                <a:lnTo>
                  <a:pt x="2072640" y="199644"/>
                </a:lnTo>
                <a:lnTo>
                  <a:pt x="2072640" y="182880"/>
                </a:lnTo>
                <a:lnTo>
                  <a:pt x="2069592" y="187452"/>
                </a:lnTo>
                <a:lnTo>
                  <a:pt x="1978152" y="187452"/>
                </a:lnTo>
                <a:lnTo>
                  <a:pt x="1980463" y="179451"/>
                </a:lnTo>
                <a:lnTo>
                  <a:pt x="1982914" y="171450"/>
                </a:lnTo>
                <a:lnTo>
                  <a:pt x="1985657" y="163449"/>
                </a:lnTo>
                <a:lnTo>
                  <a:pt x="1988820" y="155448"/>
                </a:lnTo>
                <a:lnTo>
                  <a:pt x="2156460" y="155448"/>
                </a:lnTo>
                <a:lnTo>
                  <a:pt x="2125980" y="123444"/>
                </a:lnTo>
                <a:lnTo>
                  <a:pt x="2101596" y="143256"/>
                </a:lnTo>
                <a:lnTo>
                  <a:pt x="1990344" y="143256"/>
                </a:lnTo>
                <a:lnTo>
                  <a:pt x="1994916" y="126492"/>
                </a:lnTo>
                <a:lnTo>
                  <a:pt x="2007108" y="120396"/>
                </a:lnTo>
                <a:lnTo>
                  <a:pt x="1967484" y="106680"/>
                </a:lnTo>
                <a:lnTo>
                  <a:pt x="1967255" y="114973"/>
                </a:lnTo>
                <a:lnTo>
                  <a:pt x="1966747" y="123444"/>
                </a:lnTo>
                <a:lnTo>
                  <a:pt x="1966201" y="133261"/>
                </a:lnTo>
                <a:lnTo>
                  <a:pt x="1965960" y="143256"/>
                </a:lnTo>
                <a:lnTo>
                  <a:pt x="1810512" y="143256"/>
                </a:lnTo>
                <a:lnTo>
                  <a:pt x="1828800" y="160020"/>
                </a:lnTo>
                <a:lnTo>
                  <a:pt x="1839353" y="158026"/>
                </a:lnTo>
                <a:lnTo>
                  <a:pt x="1850326" y="156591"/>
                </a:lnTo>
                <a:lnTo>
                  <a:pt x="1861591" y="155740"/>
                </a:lnTo>
                <a:lnTo>
                  <a:pt x="1872996" y="155448"/>
                </a:lnTo>
                <a:lnTo>
                  <a:pt x="1964436" y="155448"/>
                </a:lnTo>
                <a:lnTo>
                  <a:pt x="1958340" y="187452"/>
                </a:lnTo>
                <a:lnTo>
                  <a:pt x="1895856" y="187452"/>
                </a:lnTo>
                <a:lnTo>
                  <a:pt x="1868424" y="175260"/>
                </a:lnTo>
                <a:lnTo>
                  <a:pt x="1869249" y="187452"/>
                </a:lnTo>
                <a:lnTo>
                  <a:pt x="1869338" y="188976"/>
                </a:lnTo>
                <a:lnTo>
                  <a:pt x="1869732" y="199644"/>
                </a:lnTo>
                <a:lnTo>
                  <a:pt x="1869846" y="205740"/>
                </a:lnTo>
                <a:lnTo>
                  <a:pt x="1869948" y="381000"/>
                </a:lnTo>
                <a:lnTo>
                  <a:pt x="1778508" y="381000"/>
                </a:lnTo>
                <a:lnTo>
                  <a:pt x="1795272" y="397764"/>
                </a:lnTo>
                <a:lnTo>
                  <a:pt x="1805876" y="395770"/>
                </a:lnTo>
                <a:lnTo>
                  <a:pt x="1817179" y="394335"/>
                </a:lnTo>
                <a:lnTo>
                  <a:pt x="1829358" y="393484"/>
                </a:lnTo>
                <a:lnTo>
                  <a:pt x="1842516" y="393192"/>
                </a:lnTo>
                <a:lnTo>
                  <a:pt x="2193036" y="39319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pic>
        <p:nvPicPr>
          <p:cNvPr id="75" name="object 75"/>
          <p:cNvPicPr/>
          <p:nvPr/>
        </p:nvPicPr>
        <p:blipFill>
          <a:blip r:embed="rId14" cstate="print"/>
          <a:stretch>
            <a:fillRect/>
          </a:stretch>
        </p:blipFill>
        <p:spPr>
          <a:xfrm>
            <a:off x="1748027" y="5775960"/>
            <a:ext cx="181355" cy="172212"/>
          </a:xfrm>
          <a:prstGeom prst="rect">
            <a:avLst/>
          </a:prstGeom>
        </p:spPr>
      </p:pic>
      <p:sp>
        <p:nvSpPr>
          <p:cNvPr id="76" name="object 76"/>
          <p:cNvSpPr/>
          <p:nvPr/>
        </p:nvSpPr>
        <p:spPr>
          <a:xfrm>
            <a:off x="2156460" y="5939028"/>
            <a:ext cx="344805" cy="47625"/>
          </a:xfrm>
          <a:custGeom>
            <a:avLst/>
            <a:gdLst/>
            <a:ahLst/>
            <a:cxnLst/>
            <a:rect l="l" t="t" r="r" b="b"/>
            <a:pathLst>
              <a:path w="344805" h="47625">
                <a:moveTo>
                  <a:pt x="30480" y="47244"/>
                </a:moveTo>
                <a:lnTo>
                  <a:pt x="16764" y="47244"/>
                </a:lnTo>
                <a:lnTo>
                  <a:pt x="12192" y="45720"/>
                </a:lnTo>
                <a:lnTo>
                  <a:pt x="6096" y="41148"/>
                </a:lnTo>
                <a:lnTo>
                  <a:pt x="1524" y="36576"/>
                </a:lnTo>
                <a:lnTo>
                  <a:pt x="0" y="30480"/>
                </a:lnTo>
                <a:lnTo>
                  <a:pt x="0" y="16764"/>
                </a:lnTo>
                <a:lnTo>
                  <a:pt x="1524" y="10668"/>
                </a:lnTo>
                <a:lnTo>
                  <a:pt x="10668" y="1524"/>
                </a:lnTo>
                <a:lnTo>
                  <a:pt x="16764" y="0"/>
                </a:lnTo>
                <a:lnTo>
                  <a:pt x="30480" y="0"/>
                </a:lnTo>
                <a:lnTo>
                  <a:pt x="36576" y="1524"/>
                </a:lnTo>
                <a:lnTo>
                  <a:pt x="45720" y="10668"/>
                </a:lnTo>
                <a:lnTo>
                  <a:pt x="47244" y="16764"/>
                </a:lnTo>
                <a:lnTo>
                  <a:pt x="47244" y="30480"/>
                </a:lnTo>
                <a:lnTo>
                  <a:pt x="45720" y="36576"/>
                </a:lnTo>
                <a:lnTo>
                  <a:pt x="36576" y="45720"/>
                </a:lnTo>
                <a:lnTo>
                  <a:pt x="30480" y="47244"/>
                </a:lnTo>
                <a:close/>
              </a:path>
              <a:path w="344805" h="47625">
                <a:moveTo>
                  <a:pt x="178308" y="47244"/>
                </a:moveTo>
                <a:lnTo>
                  <a:pt x="166116" y="47244"/>
                </a:lnTo>
                <a:lnTo>
                  <a:pt x="160020" y="45720"/>
                </a:lnTo>
                <a:lnTo>
                  <a:pt x="150876" y="36576"/>
                </a:lnTo>
                <a:lnTo>
                  <a:pt x="147828" y="30480"/>
                </a:lnTo>
                <a:lnTo>
                  <a:pt x="147828" y="16764"/>
                </a:lnTo>
                <a:lnTo>
                  <a:pt x="150876" y="10668"/>
                </a:lnTo>
                <a:lnTo>
                  <a:pt x="160020" y="1524"/>
                </a:lnTo>
                <a:lnTo>
                  <a:pt x="166116" y="0"/>
                </a:lnTo>
                <a:lnTo>
                  <a:pt x="178308" y="0"/>
                </a:lnTo>
                <a:lnTo>
                  <a:pt x="184403" y="1524"/>
                </a:lnTo>
                <a:lnTo>
                  <a:pt x="193548" y="10668"/>
                </a:lnTo>
                <a:lnTo>
                  <a:pt x="196596" y="16764"/>
                </a:lnTo>
                <a:lnTo>
                  <a:pt x="196596" y="30480"/>
                </a:lnTo>
                <a:lnTo>
                  <a:pt x="193548" y="36576"/>
                </a:lnTo>
                <a:lnTo>
                  <a:pt x="184403" y="45720"/>
                </a:lnTo>
                <a:lnTo>
                  <a:pt x="178308" y="47244"/>
                </a:lnTo>
                <a:close/>
              </a:path>
              <a:path w="344805" h="47625">
                <a:moveTo>
                  <a:pt x="327660" y="47244"/>
                </a:moveTo>
                <a:lnTo>
                  <a:pt x="313944" y="47244"/>
                </a:lnTo>
                <a:lnTo>
                  <a:pt x="307848" y="45720"/>
                </a:lnTo>
                <a:lnTo>
                  <a:pt x="298703" y="36576"/>
                </a:lnTo>
                <a:lnTo>
                  <a:pt x="295656" y="30480"/>
                </a:lnTo>
                <a:lnTo>
                  <a:pt x="295656" y="16764"/>
                </a:lnTo>
                <a:lnTo>
                  <a:pt x="298703" y="10668"/>
                </a:lnTo>
                <a:lnTo>
                  <a:pt x="307848" y="1524"/>
                </a:lnTo>
                <a:lnTo>
                  <a:pt x="313944" y="0"/>
                </a:lnTo>
                <a:lnTo>
                  <a:pt x="327660" y="0"/>
                </a:lnTo>
                <a:lnTo>
                  <a:pt x="332232" y="1524"/>
                </a:lnTo>
                <a:lnTo>
                  <a:pt x="336804" y="6096"/>
                </a:lnTo>
                <a:lnTo>
                  <a:pt x="342900" y="10668"/>
                </a:lnTo>
                <a:lnTo>
                  <a:pt x="344423" y="16764"/>
                </a:lnTo>
                <a:lnTo>
                  <a:pt x="344423" y="30480"/>
                </a:lnTo>
                <a:lnTo>
                  <a:pt x="342900" y="36576"/>
                </a:lnTo>
                <a:lnTo>
                  <a:pt x="336804" y="41148"/>
                </a:lnTo>
                <a:lnTo>
                  <a:pt x="332232" y="45720"/>
                </a:lnTo>
                <a:lnTo>
                  <a:pt x="327660" y="4724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7" name="object 77"/>
          <p:cNvSpPr/>
          <p:nvPr/>
        </p:nvSpPr>
        <p:spPr>
          <a:xfrm>
            <a:off x="2601467" y="5939028"/>
            <a:ext cx="344805" cy="47625"/>
          </a:xfrm>
          <a:custGeom>
            <a:avLst/>
            <a:gdLst/>
            <a:ahLst/>
            <a:cxnLst/>
            <a:rect l="l" t="t" r="r" b="b"/>
            <a:pathLst>
              <a:path w="344805" h="47625">
                <a:moveTo>
                  <a:pt x="30480" y="47244"/>
                </a:moveTo>
                <a:lnTo>
                  <a:pt x="16764" y="47244"/>
                </a:lnTo>
                <a:lnTo>
                  <a:pt x="10668" y="45720"/>
                </a:lnTo>
                <a:lnTo>
                  <a:pt x="1524" y="36576"/>
                </a:lnTo>
                <a:lnTo>
                  <a:pt x="0" y="30480"/>
                </a:lnTo>
                <a:lnTo>
                  <a:pt x="0" y="16764"/>
                </a:lnTo>
                <a:lnTo>
                  <a:pt x="1524" y="10668"/>
                </a:lnTo>
                <a:lnTo>
                  <a:pt x="10668" y="1524"/>
                </a:lnTo>
                <a:lnTo>
                  <a:pt x="16764" y="0"/>
                </a:lnTo>
                <a:lnTo>
                  <a:pt x="30480" y="0"/>
                </a:lnTo>
                <a:lnTo>
                  <a:pt x="36576" y="1524"/>
                </a:lnTo>
                <a:lnTo>
                  <a:pt x="45720" y="10668"/>
                </a:lnTo>
                <a:lnTo>
                  <a:pt x="47244" y="16764"/>
                </a:lnTo>
                <a:lnTo>
                  <a:pt x="47244" y="30480"/>
                </a:lnTo>
                <a:lnTo>
                  <a:pt x="45720" y="36576"/>
                </a:lnTo>
                <a:lnTo>
                  <a:pt x="36576" y="45720"/>
                </a:lnTo>
                <a:lnTo>
                  <a:pt x="30480" y="47244"/>
                </a:lnTo>
                <a:close/>
              </a:path>
              <a:path w="344805" h="47625">
                <a:moveTo>
                  <a:pt x="178308" y="47244"/>
                </a:moveTo>
                <a:lnTo>
                  <a:pt x="166116" y="47244"/>
                </a:lnTo>
                <a:lnTo>
                  <a:pt x="160020" y="45720"/>
                </a:lnTo>
                <a:lnTo>
                  <a:pt x="150876" y="36576"/>
                </a:lnTo>
                <a:lnTo>
                  <a:pt x="147828" y="30480"/>
                </a:lnTo>
                <a:lnTo>
                  <a:pt x="147828" y="16764"/>
                </a:lnTo>
                <a:lnTo>
                  <a:pt x="150876" y="10668"/>
                </a:lnTo>
                <a:lnTo>
                  <a:pt x="160020" y="1524"/>
                </a:lnTo>
                <a:lnTo>
                  <a:pt x="164592" y="0"/>
                </a:lnTo>
                <a:lnTo>
                  <a:pt x="178308" y="0"/>
                </a:lnTo>
                <a:lnTo>
                  <a:pt x="184403" y="1524"/>
                </a:lnTo>
                <a:lnTo>
                  <a:pt x="193548" y="10668"/>
                </a:lnTo>
                <a:lnTo>
                  <a:pt x="196596" y="16764"/>
                </a:lnTo>
                <a:lnTo>
                  <a:pt x="196596" y="30480"/>
                </a:lnTo>
                <a:lnTo>
                  <a:pt x="193548" y="36576"/>
                </a:lnTo>
                <a:lnTo>
                  <a:pt x="184403" y="45720"/>
                </a:lnTo>
                <a:lnTo>
                  <a:pt x="178308" y="47244"/>
                </a:lnTo>
                <a:close/>
              </a:path>
              <a:path w="344805" h="47625">
                <a:moveTo>
                  <a:pt x="327660" y="47244"/>
                </a:moveTo>
                <a:lnTo>
                  <a:pt x="313944" y="47244"/>
                </a:lnTo>
                <a:lnTo>
                  <a:pt x="307848" y="45720"/>
                </a:lnTo>
                <a:lnTo>
                  <a:pt x="298703" y="36576"/>
                </a:lnTo>
                <a:lnTo>
                  <a:pt x="295656" y="30480"/>
                </a:lnTo>
                <a:lnTo>
                  <a:pt x="295656" y="16764"/>
                </a:lnTo>
                <a:lnTo>
                  <a:pt x="298703" y="10668"/>
                </a:lnTo>
                <a:lnTo>
                  <a:pt x="307848" y="1524"/>
                </a:lnTo>
                <a:lnTo>
                  <a:pt x="313944" y="0"/>
                </a:lnTo>
                <a:lnTo>
                  <a:pt x="327660" y="0"/>
                </a:lnTo>
                <a:lnTo>
                  <a:pt x="332232" y="1524"/>
                </a:lnTo>
                <a:lnTo>
                  <a:pt x="341376" y="10668"/>
                </a:lnTo>
                <a:lnTo>
                  <a:pt x="344423" y="16764"/>
                </a:lnTo>
                <a:lnTo>
                  <a:pt x="344423" y="30480"/>
                </a:lnTo>
                <a:lnTo>
                  <a:pt x="342900" y="36576"/>
                </a:lnTo>
                <a:lnTo>
                  <a:pt x="336804" y="41148"/>
                </a:lnTo>
                <a:lnTo>
                  <a:pt x="332232" y="45720"/>
                </a:lnTo>
                <a:lnTo>
                  <a:pt x="327660" y="4724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pic>
        <p:nvPicPr>
          <p:cNvPr id="78" name="object 78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1748027" y="6377939"/>
            <a:ext cx="181355" cy="172212"/>
          </a:xfrm>
          <a:prstGeom prst="rect">
            <a:avLst/>
          </a:prstGeom>
        </p:spPr>
      </p:pic>
      <p:sp>
        <p:nvSpPr>
          <p:cNvPr id="79" name="object 79"/>
          <p:cNvSpPr/>
          <p:nvPr/>
        </p:nvSpPr>
        <p:spPr>
          <a:xfrm>
            <a:off x="2125967" y="6216396"/>
            <a:ext cx="1737995" cy="410209"/>
          </a:xfrm>
          <a:custGeom>
            <a:avLst/>
            <a:gdLst/>
            <a:ahLst/>
            <a:cxnLst/>
            <a:rect l="l" t="t" r="r" b="b"/>
            <a:pathLst>
              <a:path w="1737995" h="410209">
                <a:moveTo>
                  <a:pt x="38912" y="156095"/>
                </a:moveTo>
                <a:lnTo>
                  <a:pt x="38862" y="141922"/>
                </a:lnTo>
                <a:lnTo>
                  <a:pt x="37680" y="123469"/>
                </a:lnTo>
                <a:lnTo>
                  <a:pt x="35052" y="100584"/>
                </a:lnTo>
                <a:lnTo>
                  <a:pt x="28956" y="100584"/>
                </a:lnTo>
                <a:lnTo>
                  <a:pt x="24980" y="121500"/>
                </a:lnTo>
                <a:lnTo>
                  <a:pt x="20002" y="138684"/>
                </a:lnTo>
                <a:lnTo>
                  <a:pt x="14173" y="152450"/>
                </a:lnTo>
                <a:lnTo>
                  <a:pt x="7620" y="163068"/>
                </a:lnTo>
                <a:lnTo>
                  <a:pt x="1524" y="170688"/>
                </a:lnTo>
                <a:lnTo>
                  <a:pt x="0" y="175260"/>
                </a:lnTo>
                <a:lnTo>
                  <a:pt x="0" y="181356"/>
                </a:lnTo>
                <a:lnTo>
                  <a:pt x="3048" y="184404"/>
                </a:lnTo>
                <a:lnTo>
                  <a:pt x="6096" y="185928"/>
                </a:lnTo>
                <a:lnTo>
                  <a:pt x="10668" y="187452"/>
                </a:lnTo>
                <a:lnTo>
                  <a:pt x="19812" y="187452"/>
                </a:lnTo>
                <a:lnTo>
                  <a:pt x="38100" y="166116"/>
                </a:lnTo>
                <a:lnTo>
                  <a:pt x="38912" y="156095"/>
                </a:lnTo>
                <a:close/>
              </a:path>
              <a:path w="1737995" h="410209">
                <a:moveTo>
                  <a:pt x="137160" y="117348"/>
                </a:moveTo>
                <a:lnTo>
                  <a:pt x="107645" y="89916"/>
                </a:lnTo>
                <a:lnTo>
                  <a:pt x="86868" y="80772"/>
                </a:lnTo>
                <a:lnTo>
                  <a:pt x="86868" y="35052"/>
                </a:lnTo>
                <a:lnTo>
                  <a:pt x="102108" y="22860"/>
                </a:lnTo>
                <a:lnTo>
                  <a:pt x="59436" y="3048"/>
                </a:lnTo>
                <a:lnTo>
                  <a:pt x="60566" y="20218"/>
                </a:lnTo>
                <a:lnTo>
                  <a:pt x="61531" y="37528"/>
                </a:lnTo>
                <a:lnTo>
                  <a:pt x="62230" y="55130"/>
                </a:lnTo>
                <a:lnTo>
                  <a:pt x="62484" y="73152"/>
                </a:lnTo>
                <a:lnTo>
                  <a:pt x="62484" y="327660"/>
                </a:lnTo>
                <a:lnTo>
                  <a:pt x="62230" y="346519"/>
                </a:lnTo>
                <a:lnTo>
                  <a:pt x="61531" y="366522"/>
                </a:lnTo>
                <a:lnTo>
                  <a:pt x="59436" y="409956"/>
                </a:lnTo>
                <a:lnTo>
                  <a:pt x="88392" y="397776"/>
                </a:lnTo>
                <a:lnTo>
                  <a:pt x="87515" y="382054"/>
                </a:lnTo>
                <a:lnTo>
                  <a:pt x="87058" y="366903"/>
                </a:lnTo>
                <a:lnTo>
                  <a:pt x="86944" y="356425"/>
                </a:lnTo>
                <a:lnTo>
                  <a:pt x="86868" y="89916"/>
                </a:lnTo>
                <a:lnTo>
                  <a:pt x="94564" y="99301"/>
                </a:lnTo>
                <a:lnTo>
                  <a:pt x="101536" y="108966"/>
                </a:lnTo>
                <a:lnTo>
                  <a:pt x="107657" y="118643"/>
                </a:lnTo>
                <a:lnTo>
                  <a:pt x="112776" y="128016"/>
                </a:lnTo>
                <a:lnTo>
                  <a:pt x="115824" y="137160"/>
                </a:lnTo>
                <a:lnTo>
                  <a:pt x="118872" y="141732"/>
                </a:lnTo>
                <a:lnTo>
                  <a:pt x="124968" y="141732"/>
                </a:lnTo>
                <a:lnTo>
                  <a:pt x="128016" y="140208"/>
                </a:lnTo>
                <a:lnTo>
                  <a:pt x="134112" y="134112"/>
                </a:lnTo>
                <a:lnTo>
                  <a:pt x="135636" y="129540"/>
                </a:lnTo>
                <a:lnTo>
                  <a:pt x="135636" y="123444"/>
                </a:lnTo>
                <a:lnTo>
                  <a:pt x="137160" y="117348"/>
                </a:lnTo>
                <a:close/>
              </a:path>
              <a:path w="1737995" h="410209">
                <a:moveTo>
                  <a:pt x="359664" y="216408"/>
                </a:moveTo>
                <a:lnTo>
                  <a:pt x="355219" y="213360"/>
                </a:lnTo>
                <a:lnTo>
                  <a:pt x="330708" y="196596"/>
                </a:lnTo>
                <a:lnTo>
                  <a:pt x="323088" y="208572"/>
                </a:lnTo>
                <a:lnTo>
                  <a:pt x="323088" y="224028"/>
                </a:lnTo>
                <a:lnTo>
                  <a:pt x="323088" y="259080"/>
                </a:lnTo>
                <a:lnTo>
                  <a:pt x="323088" y="269748"/>
                </a:lnTo>
                <a:lnTo>
                  <a:pt x="323088" y="309372"/>
                </a:lnTo>
                <a:lnTo>
                  <a:pt x="187452" y="309372"/>
                </a:lnTo>
                <a:lnTo>
                  <a:pt x="187452" y="269748"/>
                </a:lnTo>
                <a:lnTo>
                  <a:pt x="323088" y="269748"/>
                </a:lnTo>
                <a:lnTo>
                  <a:pt x="323088" y="259080"/>
                </a:lnTo>
                <a:lnTo>
                  <a:pt x="187452" y="259080"/>
                </a:lnTo>
                <a:lnTo>
                  <a:pt x="187452" y="224028"/>
                </a:lnTo>
                <a:lnTo>
                  <a:pt x="323088" y="224028"/>
                </a:lnTo>
                <a:lnTo>
                  <a:pt x="323088" y="208572"/>
                </a:lnTo>
                <a:lnTo>
                  <a:pt x="320040" y="213360"/>
                </a:lnTo>
                <a:lnTo>
                  <a:pt x="187452" y="213360"/>
                </a:lnTo>
                <a:lnTo>
                  <a:pt x="163068" y="198120"/>
                </a:lnTo>
                <a:lnTo>
                  <a:pt x="163957" y="217893"/>
                </a:lnTo>
                <a:lnTo>
                  <a:pt x="164401" y="240792"/>
                </a:lnTo>
                <a:lnTo>
                  <a:pt x="164528" y="259080"/>
                </a:lnTo>
                <a:lnTo>
                  <a:pt x="164401" y="356425"/>
                </a:lnTo>
                <a:lnTo>
                  <a:pt x="163982" y="382054"/>
                </a:lnTo>
                <a:lnTo>
                  <a:pt x="163868" y="386600"/>
                </a:lnTo>
                <a:lnTo>
                  <a:pt x="163068" y="409956"/>
                </a:lnTo>
                <a:lnTo>
                  <a:pt x="187452" y="397776"/>
                </a:lnTo>
                <a:lnTo>
                  <a:pt x="187452" y="320040"/>
                </a:lnTo>
                <a:lnTo>
                  <a:pt x="323088" y="320040"/>
                </a:lnTo>
                <a:lnTo>
                  <a:pt x="323088" y="363118"/>
                </a:lnTo>
                <a:lnTo>
                  <a:pt x="320802" y="368998"/>
                </a:lnTo>
                <a:lnTo>
                  <a:pt x="279590" y="372338"/>
                </a:lnTo>
                <a:lnTo>
                  <a:pt x="266700" y="370332"/>
                </a:lnTo>
                <a:lnTo>
                  <a:pt x="266700" y="379476"/>
                </a:lnTo>
                <a:lnTo>
                  <a:pt x="286689" y="386600"/>
                </a:lnTo>
                <a:lnTo>
                  <a:pt x="300799" y="394144"/>
                </a:lnTo>
                <a:lnTo>
                  <a:pt x="308927" y="401980"/>
                </a:lnTo>
                <a:lnTo>
                  <a:pt x="310896" y="409956"/>
                </a:lnTo>
                <a:lnTo>
                  <a:pt x="327545" y="402793"/>
                </a:lnTo>
                <a:lnTo>
                  <a:pt x="347433" y="363118"/>
                </a:lnTo>
                <a:lnTo>
                  <a:pt x="347472" y="320040"/>
                </a:lnTo>
                <a:lnTo>
                  <a:pt x="347472" y="309372"/>
                </a:lnTo>
                <a:lnTo>
                  <a:pt x="347472" y="269748"/>
                </a:lnTo>
                <a:lnTo>
                  <a:pt x="347472" y="259080"/>
                </a:lnTo>
                <a:lnTo>
                  <a:pt x="347472" y="227076"/>
                </a:lnTo>
                <a:lnTo>
                  <a:pt x="350964" y="224028"/>
                </a:lnTo>
                <a:lnTo>
                  <a:pt x="359664" y="216408"/>
                </a:lnTo>
                <a:close/>
              </a:path>
              <a:path w="1737995" h="410209">
                <a:moveTo>
                  <a:pt x="403860" y="179832"/>
                </a:moveTo>
                <a:lnTo>
                  <a:pt x="373380" y="149352"/>
                </a:lnTo>
                <a:lnTo>
                  <a:pt x="352044" y="170688"/>
                </a:lnTo>
                <a:lnTo>
                  <a:pt x="265176" y="170688"/>
                </a:lnTo>
                <a:lnTo>
                  <a:pt x="265176" y="126492"/>
                </a:lnTo>
                <a:lnTo>
                  <a:pt x="365760" y="126492"/>
                </a:lnTo>
                <a:lnTo>
                  <a:pt x="336804" y="97536"/>
                </a:lnTo>
                <a:lnTo>
                  <a:pt x="316992" y="115824"/>
                </a:lnTo>
                <a:lnTo>
                  <a:pt x="265176" y="115824"/>
                </a:lnTo>
                <a:lnTo>
                  <a:pt x="265176" y="74676"/>
                </a:lnTo>
                <a:lnTo>
                  <a:pt x="385572" y="74676"/>
                </a:lnTo>
                <a:lnTo>
                  <a:pt x="353568" y="42672"/>
                </a:lnTo>
                <a:lnTo>
                  <a:pt x="333756" y="64008"/>
                </a:lnTo>
                <a:lnTo>
                  <a:pt x="265176" y="64008"/>
                </a:lnTo>
                <a:lnTo>
                  <a:pt x="265176" y="32004"/>
                </a:lnTo>
                <a:lnTo>
                  <a:pt x="280416" y="22860"/>
                </a:lnTo>
                <a:lnTo>
                  <a:pt x="239268" y="1524"/>
                </a:lnTo>
                <a:lnTo>
                  <a:pt x="240779" y="48895"/>
                </a:lnTo>
                <a:lnTo>
                  <a:pt x="240792" y="64008"/>
                </a:lnTo>
                <a:lnTo>
                  <a:pt x="132588" y="64008"/>
                </a:lnTo>
                <a:lnTo>
                  <a:pt x="149352" y="79248"/>
                </a:lnTo>
                <a:lnTo>
                  <a:pt x="158788" y="77254"/>
                </a:lnTo>
                <a:lnTo>
                  <a:pt x="168783" y="75819"/>
                </a:lnTo>
                <a:lnTo>
                  <a:pt x="179362" y="74968"/>
                </a:lnTo>
                <a:lnTo>
                  <a:pt x="190500" y="74676"/>
                </a:lnTo>
                <a:lnTo>
                  <a:pt x="240792" y="74676"/>
                </a:lnTo>
                <a:lnTo>
                  <a:pt x="240792" y="115824"/>
                </a:lnTo>
                <a:lnTo>
                  <a:pt x="156972" y="115824"/>
                </a:lnTo>
                <a:lnTo>
                  <a:pt x="173736" y="131064"/>
                </a:lnTo>
                <a:lnTo>
                  <a:pt x="183172" y="129070"/>
                </a:lnTo>
                <a:lnTo>
                  <a:pt x="193167" y="127635"/>
                </a:lnTo>
                <a:lnTo>
                  <a:pt x="203746" y="126784"/>
                </a:lnTo>
                <a:lnTo>
                  <a:pt x="214884" y="126492"/>
                </a:lnTo>
                <a:lnTo>
                  <a:pt x="240792" y="126492"/>
                </a:lnTo>
                <a:lnTo>
                  <a:pt x="240792" y="170688"/>
                </a:lnTo>
                <a:lnTo>
                  <a:pt x="114300" y="170688"/>
                </a:lnTo>
                <a:lnTo>
                  <a:pt x="129540" y="185928"/>
                </a:lnTo>
                <a:lnTo>
                  <a:pt x="139852" y="183692"/>
                </a:lnTo>
                <a:lnTo>
                  <a:pt x="150304" y="181737"/>
                </a:lnTo>
                <a:lnTo>
                  <a:pt x="161048" y="180365"/>
                </a:lnTo>
                <a:lnTo>
                  <a:pt x="172212" y="179832"/>
                </a:lnTo>
                <a:lnTo>
                  <a:pt x="403860" y="179832"/>
                </a:lnTo>
                <a:close/>
              </a:path>
              <a:path w="1737995" h="410209">
                <a:moveTo>
                  <a:pt x="522744" y="83820"/>
                </a:moveTo>
                <a:lnTo>
                  <a:pt x="519925" y="73799"/>
                </a:lnTo>
                <a:lnTo>
                  <a:pt x="509409" y="61912"/>
                </a:lnTo>
                <a:lnTo>
                  <a:pt x="491451" y="48031"/>
                </a:lnTo>
                <a:lnTo>
                  <a:pt x="466356" y="32004"/>
                </a:lnTo>
                <a:lnTo>
                  <a:pt x="463308" y="38100"/>
                </a:lnTo>
                <a:lnTo>
                  <a:pt x="474738" y="54673"/>
                </a:lnTo>
                <a:lnTo>
                  <a:pt x="483882" y="70104"/>
                </a:lnTo>
                <a:lnTo>
                  <a:pt x="490740" y="84391"/>
                </a:lnTo>
                <a:lnTo>
                  <a:pt x="495312" y="97536"/>
                </a:lnTo>
                <a:lnTo>
                  <a:pt x="496836" y="108204"/>
                </a:lnTo>
                <a:lnTo>
                  <a:pt x="499884" y="114300"/>
                </a:lnTo>
                <a:lnTo>
                  <a:pt x="507504" y="114300"/>
                </a:lnTo>
                <a:lnTo>
                  <a:pt x="510552" y="112776"/>
                </a:lnTo>
                <a:lnTo>
                  <a:pt x="515124" y="108204"/>
                </a:lnTo>
                <a:lnTo>
                  <a:pt x="518236" y="104190"/>
                </a:lnTo>
                <a:lnTo>
                  <a:pt x="520649" y="98869"/>
                </a:lnTo>
                <a:lnTo>
                  <a:pt x="522185" y="92138"/>
                </a:lnTo>
                <a:lnTo>
                  <a:pt x="522744" y="83820"/>
                </a:lnTo>
                <a:close/>
              </a:path>
              <a:path w="1737995" h="410209">
                <a:moveTo>
                  <a:pt x="573036" y="74676"/>
                </a:moveTo>
                <a:lnTo>
                  <a:pt x="565416" y="71628"/>
                </a:lnTo>
                <a:lnTo>
                  <a:pt x="535927" y="143903"/>
                </a:lnTo>
                <a:lnTo>
                  <a:pt x="513600" y="196024"/>
                </a:lnTo>
                <a:lnTo>
                  <a:pt x="498119" y="227863"/>
                </a:lnTo>
                <a:lnTo>
                  <a:pt x="489216" y="239268"/>
                </a:lnTo>
                <a:lnTo>
                  <a:pt x="483120" y="242316"/>
                </a:lnTo>
                <a:lnTo>
                  <a:pt x="467880" y="242316"/>
                </a:lnTo>
                <a:lnTo>
                  <a:pt x="458736" y="240792"/>
                </a:lnTo>
                <a:lnTo>
                  <a:pt x="448068" y="237744"/>
                </a:lnTo>
                <a:lnTo>
                  <a:pt x="446544" y="245364"/>
                </a:lnTo>
                <a:lnTo>
                  <a:pt x="462280" y="252539"/>
                </a:lnTo>
                <a:lnTo>
                  <a:pt x="473024" y="260413"/>
                </a:lnTo>
                <a:lnTo>
                  <a:pt x="478904" y="269163"/>
                </a:lnTo>
                <a:lnTo>
                  <a:pt x="480072" y="278892"/>
                </a:lnTo>
                <a:lnTo>
                  <a:pt x="479513" y="289801"/>
                </a:lnTo>
                <a:lnTo>
                  <a:pt x="477977" y="299847"/>
                </a:lnTo>
                <a:lnTo>
                  <a:pt x="475564" y="309333"/>
                </a:lnTo>
                <a:lnTo>
                  <a:pt x="472452" y="318516"/>
                </a:lnTo>
                <a:lnTo>
                  <a:pt x="469404" y="323088"/>
                </a:lnTo>
                <a:lnTo>
                  <a:pt x="467880" y="327660"/>
                </a:lnTo>
                <a:lnTo>
                  <a:pt x="467880" y="341376"/>
                </a:lnTo>
                <a:lnTo>
                  <a:pt x="473976" y="350520"/>
                </a:lnTo>
                <a:lnTo>
                  <a:pt x="478548" y="355092"/>
                </a:lnTo>
                <a:lnTo>
                  <a:pt x="484644" y="359664"/>
                </a:lnTo>
                <a:lnTo>
                  <a:pt x="492264" y="361188"/>
                </a:lnTo>
                <a:lnTo>
                  <a:pt x="497382" y="361505"/>
                </a:lnTo>
                <a:lnTo>
                  <a:pt x="501218" y="357949"/>
                </a:lnTo>
                <a:lnTo>
                  <a:pt x="503580" y="350786"/>
                </a:lnTo>
                <a:lnTo>
                  <a:pt x="503631" y="350520"/>
                </a:lnTo>
                <a:lnTo>
                  <a:pt x="504456" y="339852"/>
                </a:lnTo>
                <a:lnTo>
                  <a:pt x="504685" y="329615"/>
                </a:lnTo>
                <a:lnTo>
                  <a:pt x="504736" y="327660"/>
                </a:lnTo>
                <a:lnTo>
                  <a:pt x="505409" y="316039"/>
                </a:lnTo>
                <a:lnTo>
                  <a:pt x="506374" y="303644"/>
                </a:lnTo>
                <a:lnTo>
                  <a:pt x="507504" y="291084"/>
                </a:lnTo>
                <a:lnTo>
                  <a:pt x="508038" y="278892"/>
                </a:lnTo>
                <a:lnTo>
                  <a:pt x="520522" y="225348"/>
                </a:lnTo>
                <a:lnTo>
                  <a:pt x="549617" y="140335"/>
                </a:lnTo>
                <a:lnTo>
                  <a:pt x="573036" y="74676"/>
                </a:lnTo>
                <a:close/>
              </a:path>
              <a:path w="1737995" h="410209">
                <a:moveTo>
                  <a:pt x="851928" y="367284"/>
                </a:moveTo>
                <a:lnTo>
                  <a:pt x="828827" y="329615"/>
                </a:lnTo>
                <a:lnTo>
                  <a:pt x="827544" y="288036"/>
                </a:lnTo>
                <a:lnTo>
                  <a:pt x="818400" y="288036"/>
                </a:lnTo>
                <a:lnTo>
                  <a:pt x="816305" y="322326"/>
                </a:lnTo>
                <a:lnTo>
                  <a:pt x="815606" y="336042"/>
                </a:lnTo>
                <a:lnTo>
                  <a:pt x="815352" y="347472"/>
                </a:lnTo>
                <a:lnTo>
                  <a:pt x="813371" y="356641"/>
                </a:lnTo>
                <a:lnTo>
                  <a:pt x="809828" y="363664"/>
                </a:lnTo>
                <a:lnTo>
                  <a:pt x="804849" y="368693"/>
                </a:lnTo>
                <a:lnTo>
                  <a:pt x="798588" y="371856"/>
                </a:lnTo>
                <a:lnTo>
                  <a:pt x="748296" y="371856"/>
                </a:lnTo>
                <a:lnTo>
                  <a:pt x="726960" y="188976"/>
                </a:lnTo>
                <a:lnTo>
                  <a:pt x="762012" y="188976"/>
                </a:lnTo>
                <a:lnTo>
                  <a:pt x="762012" y="211836"/>
                </a:lnTo>
                <a:lnTo>
                  <a:pt x="786396" y="201168"/>
                </a:lnTo>
                <a:lnTo>
                  <a:pt x="784872" y="60960"/>
                </a:lnTo>
                <a:lnTo>
                  <a:pt x="794664" y="53340"/>
                </a:lnTo>
                <a:lnTo>
                  <a:pt x="798588" y="50292"/>
                </a:lnTo>
                <a:lnTo>
                  <a:pt x="790460" y="42672"/>
                </a:lnTo>
                <a:lnTo>
                  <a:pt x="774204" y="27432"/>
                </a:lnTo>
                <a:lnTo>
                  <a:pt x="762012" y="40982"/>
                </a:lnTo>
                <a:lnTo>
                  <a:pt x="762012" y="53340"/>
                </a:lnTo>
                <a:lnTo>
                  <a:pt x="762012" y="178308"/>
                </a:lnTo>
                <a:lnTo>
                  <a:pt x="614184" y="178308"/>
                </a:lnTo>
                <a:lnTo>
                  <a:pt x="614184" y="53340"/>
                </a:lnTo>
                <a:lnTo>
                  <a:pt x="762012" y="53340"/>
                </a:lnTo>
                <a:lnTo>
                  <a:pt x="762012" y="40982"/>
                </a:lnTo>
                <a:lnTo>
                  <a:pt x="760488" y="42672"/>
                </a:lnTo>
                <a:lnTo>
                  <a:pt x="614184" y="42672"/>
                </a:lnTo>
                <a:lnTo>
                  <a:pt x="589800" y="28956"/>
                </a:lnTo>
                <a:lnTo>
                  <a:pt x="590677" y="46393"/>
                </a:lnTo>
                <a:lnTo>
                  <a:pt x="591134" y="62103"/>
                </a:lnTo>
                <a:lnTo>
                  <a:pt x="591235" y="71628"/>
                </a:lnTo>
                <a:lnTo>
                  <a:pt x="591134" y="183832"/>
                </a:lnTo>
                <a:lnTo>
                  <a:pt x="590677" y="200291"/>
                </a:lnTo>
                <a:lnTo>
                  <a:pt x="589800" y="219456"/>
                </a:lnTo>
                <a:lnTo>
                  <a:pt x="614184" y="208788"/>
                </a:lnTo>
                <a:lnTo>
                  <a:pt x="614184" y="188976"/>
                </a:lnTo>
                <a:lnTo>
                  <a:pt x="646188" y="188976"/>
                </a:lnTo>
                <a:lnTo>
                  <a:pt x="641896" y="241515"/>
                </a:lnTo>
                <a:lnTo>
                  <a:pt x="633615" y="284607"/>
                </a:lnTo>
                <a:lnTo>
                  <a:pt x="605040" y="341376"/>
                </a:lnTo>
                <a:lnTo>
                  <a:pt x="562749" y="375285"/>
                </a:lnTo>
                <a:lnTo>
                  <a:pt x="509028" y="402336"/>
                </a:lnTo>
                <a:lnTo>
                  <a:pt x="510552" y="409956"/>
                </a:lnTo>
                <a:lnTo>
                  <a:pt x="574560" y="384810"/>
                </a:lnTo>
                <a:lnTo>
                  <a:pt x="624852" y="350520"/>
                </a:lnTo>
                <a:lnTo>
                  <a:pt x="656856" y="290322"/>
                </a:lnTo>
                <a:lnTo>
                  <a:pt x="666000" y="244652"/>
                </a:lnTo>
                <a:lnTo>
                  <a:pt x="670572" y="188976"/>
                </a:lnTo>
                <a:lnTo>
                  <a:pt x="705624" y="188976"/>
                </a:lnTo>
                <a:lnTo>
                  <a:pt x="705726" y="352361"/>
                </a:lnTo>
                <a:lnTo>
                  <a:pt x="722769" y="390601"/>
                </a:lnTo>
                <a:lnTo>
                  <a:pt x="737628" y="393192"/>
                </a:lnTo>
                <a:lnTo>
                  <a:pt x="806208" y="393192"/>
                </a:lnTo>
                <a:lnTo>
                  <a:pt x="821918" y="391502"/>
                </a:lnTo>
                <a:lnTo>
                  <a:pt x="834783" y="386524"/>
                </a:lnTo>
                <a:lnTo>
                  <a:pt x="844778" y="378409"/>
                </a:lnTo>
                <a:lnTo>
                  <a:pt x="848982" y="371856"/>
                </a:lnTo>
                <a:lnTo>
                  <a:pt x="851928" y="367284"/>
                </a:lnTo>
                <a:close/>
              </a:path>
              <a:path w="1737995" h="410209">
                <a:moveTo>
                  <a:pt x="978458" y="68948"/>
                </a:moveTo>
                <a:lnTo>
                  <a:pt x="951560" y="36576"/>
                </a:lnTo>
                <a:lnTo>
                  <a:pt x="925080" y="18288"/>
                </a:lnTo>
                <a:lnTo>
                  <a:pt x="920508" y="22860"/>
                </a:lnTo>
                <a:lnTo>
                  <a:pt x="930808" y="37439"/>
                </a:lnTo>
                <a:lnTo>
                  <a:pt x="938987" y="51435"/>
                </a:lnTo>
                <a:lnTo>
                  <a:pt x="945146" y="64871"/>
                </a:lnTo>
                <a:lnTo>
                  <a:pt x="949464" y="77724"/>
                </a:lnTo>
                <a:lnTo>
                  <a:pt x="952512" y="91440"/>
                </a:lnTo>
                <a:lnTo>
                  <a:pt x="955560" y="99060"/>
                </a:lnTo>
                <a:lnTo>
                  <a:pt x="961656" y="99060"/>
                </a:lnTo>
                <a:lnTo>
                  <a:pt x="969276" y="91440"/>
                </a:lnTo>
                <a:lnTo>
                  <a:pt x="975372" y="86868"/>
                </a:lnTo>
                <a:lnTo>
                  <a:pt x="978420" y="80772"/>
                </a:lnTo>
                <a:lnTo>
                  <a:pt x="978458" y="68948"/>
                </a:lnTo>
                <a:close/>
              </a:path>
              <a:path w="1737995" h="410209">
                <a:moveTo>
                  <a:pt x="1292364" y="266700"/>
                </a:moveTo>
                <a:lnTo>
                  <a:pt x="1261884" y="233172"/>
                </a:lnTo>
                <a:lnTo>
                  <a:pt x="1234452" y="257556"/>
                </a:lnTo>
                <a:lnTo>
                  <a:pt x="1156728" y="257556"/>
                </a:lnTo>
                <a:lnTo>
                  <a:pt x="1156728" y="190500"/>
                </a:lnTo>
                <a:lnTo>
                  <a:pt x="1257312" y="190500"/>
                </a:lnTo>
                <a:lnTo>
                  <a:pt x="1247152" y="179832"/>
                </a:lnTo>
                <a:lnTo>
                  <a:pt x="1226832" y="158496"/>
                </a:lnTo>
                <a:lnTo>
                  <a:pt x="1203972" y="179832"/>
                </a:lnTo>
                <a:lnTo>
                  <a:pt x="1156728" y="179832"/>
                </a:lnTo>
                <a:lnTo>
                  <a:pt x="1156728" y="141732"/>
                </a:lnTo>
                <a:lnTo>
                  <a:pt x="1176540" y="128016"/>
                </a:lnTo>
                <a:lnTo>
                  <a:pt x="1132344" y="112776"/>
                </a:lnTo>
                <a:lnTo>
                  <a:pt x="1133221" y="130759"/>
                </a:lnTo>
                <a:lnTo>
                  <a:pt x="1133678" y="148018"/>
                </a:lnTo>
                <a:lnTo>
                  <a:pt x="1133779" y="158496"/>
                </a:lnTo>
                <a:lnTo>
                  <a:pt x="1133868" y="179832"/>
                </a:lnTo>
                <a:lnTo>
                  <a:pt x="1066812" y="179832"/>
                </a:lnTo>
                <a:lnTo>
                  <a:pt x="1117104" y="85344"/>
                </a:lnTo>
                <a:lnTo>
                  <a:pt x="1278648" y="85344"/>
                </a:lnTo>
                <a:lnTo>
                  <a:pt x="1246644" y="50292"/>
                </a:lnTo>
                <a:lnTo>
                  <a:pt x="1220736" y="74676"/>
                </a:lnTo>
                <a:lnTo>
                  <a:pt x="1120152" y="74676"/>
                </a:lnTo>
                <a:lnTo>
                  <a:pt x="1141488" y="32004"/>
                </a:lnTo>
                <a:lnTo>
                  <a:pt x="1158252" y="24384"/>
                </a:lnTo>
                <a:lnTo>
                  <a:pt x="1121676" y="0"/>
                </a:lnTo>
                <a:lnTo>
                  <a:pt x="1116533" y="18288"/>
                </a:lnTo>
                <a:lnTo>
                  <a:pt x="1110310" y="36576"/>
                </a:lnTo>
                <a:lnTo>
                  <a:pt x="1102817" y="55511"/>
                </a:lnTo>
                <a:lnTo>
                  <a:pt x="1094244" y="74676"/>
                </a:lnTo>
                <a:lnTo>
                  <a:pt x="1004328" y="74676"/>
                </a:lnTo>
                <a:lnTo>
                  <a:pt x="1019568" y="89916"/>
                </a:lnTo>
                <a:lnTo>
                  <a:pt x="1028712" y="87922"/>
                </a:lnTo>
                <a:lnTo>
                  <a:pt x="1037856" y="86487"/>
                </a:lnTo>
                <a:lnTo>
                  <a:pt x="1047000" y="85636"/>
                </a:lnTo>
                <a:lnTo>
                  <a:pt x="1056144" y="85344"/>
                </a:lnTo>
                <a:lnTo>
                  <a:pt x="1091196" y="85344"/>
                </a:lnTo>
                <a:lnTo>
                  <a:pt x="1066241" y="132778"/>
                </a:lnTo>
                <a:lnTo>
                  <a:pt x="1042428" y="172212"/>
                </a:lnTo>
                <a:lnTo>
                  <a:pt x="1024140" y="178308"/>
                </a:lnTo>
                <a:lnTo>
                  <a:pt x="1048524" y="207264"/>
                </a:lnTo>
                <a:lnTo>
                  <a:pt x="1066812" y="190500"/>
                </a:lnTo>
                <a:lnTo>
                  <a:pt x="1133868" y="190500"/>
                </a:lnTo>
                <a:lnTo>
                  <a:pt x="1133868" y="257556"/>
                </a:lnTo>
                <a:lnTo>
                  <a:pt x="1002804" y="257556"/>
                </a:lnTo>
                <a:lnTo>
                  <a:pt x="1018044" y="272796"/>
                </a:lnTo>
                <a:lnTo>
                  <a:pt x="1027163" y="270560"/>
                </a:lnTo>
                <a:lnTo>
                  <a:pt x="1036142" y="268605"/>
                </a:lnTo>
                <a:lnTo>
                  <a:pt x="1044829" y="267233"/>
                </a:lnTo>
                <a:lnTo>
                  <a:pt x="1053096" y="266700"/>
                </a:lnTo>
                <a:lnTo>
                  <a:pt x="1133868" y="266700"/>
                </a:lnTo>
                <a:lnTo>
                  <a:pt x="1133678" y="312229"/>
                </a:lnTo>
                <a:lnTo>
                  <a:pt x="1132344" y="356616"/>
                </a:lnTo>
                <a:lnTo>
                  <a:pt x="1158252" y="345948"/>
                </a:lnTo>
                <a:lnTo>
                  <a:pt x="1158011" y="327355"/>
                </a:lnTo>
                <a:lnTo>
                  <a:pt x="1156957" y="287870"/>
                </a:lnTo>
                <a:lnTo>
                  <a:pt x="1156728" y="266700"/>
                </a:lnTo>
                <a:lnTo>
                  <a:pt x="1292364" y="266700"/>
                </a:lnTo>
                <a:close/>
              </a:path>
              <a:path w="1737995" h="410209">
                <a:moveTo>
                  <a:pt x="1298460" y="356616"/>
                </a:moveTo>
                <a:lnTo>
                  <a:pt x="1276451" y="358863"/>
                </a:lnTo>
                <a:lnTo>
                  <a:pt x="1253883" y="360807"/>
                </a:lnTo>
                <a:lnTo>
                  <a:pt x="1230731" y="362191"/>
                </a:lnTo>
                <a:lnTo>
                  <a:pt x="1207020" y="362712"/>
                </a:lnTo>
                <a:lnTo>
                  <a:pt x="1183589" y="363550"/>
                </a:lnTo>
                <a:lnTo>
                  <a:pt x="1133297" y="362927"/>
                </a:lnTo>
                <a:lnTo>
                  <a:pt x="1080922" y="358978"/>
                </a:lnTo>
                <a:lnTo>
                  <a:pt x="1040206" y="349402"/>
                </a:lnTo>
                <a:lnTo>
                  <a:pt x="1000137" y="326898"/>
                </a:lnTo>
                <a:lnTo>
                  <a:pt x="993851" y="321564"/>
                </a:lnTo>
                <a:lnTo>
                  <a:pt x="990701" y="318897"/>
                </a:lnTo>
                <a:lnTo>
                  <a:pt x="982992" y="310896"/>
                </a:lnTo>
                <a:lnTo>
                  <a:pt x="982992" y="173736"/>
                </a:lnTo>
                <a:lnTo>
                  <a:pt x="991565" y="166116"/>
                </a:lnTo>
                <a:lnTo>
                  <a:pt x="996708" y="161544"/>
                </a:lnTo>
                <a:lnTo>
                  <a:pt x="969276" y="138684"/>
                </a:lnTo>
                <a:lnTo>
                  <a:pt x="955560" y="155448"/>
                </a:lnTo>
                <a:lnTo>
                  <a:pt x="888504" y="155448"/>
                </a:lnTo>
                <a:lnTo>
                  <a:pt x="905268" y="172212"/>
                </a:lnTo>
                <a:lnTo>
                  <a:pt x="914692" y="169341"/>
                </a:lnTo>
                <a:lnTo>
                  <a:pt x="924699" y="167449"/>
                </a:lnTo>
                <a:lnTo>
                  <a:pt x="935266" y="166433"/>
                </a:lnTo>
                <a:lnTo>
                  <a:pt x="946416" y="166116"/>
                </a:lnTo>
                <a:lnTo>
                  <a:pt x="958608" y="166116"/>
                </a:lnTo>
                <a:lnTo>
                  <a:pt x="958608" y="309372"/>
                </a:lnTo>
                <a:lnTo>
                  <a:pt x="917841" y="336232"/>
                </a:lnTo>
                <a:lnTo>
                  <a:pt x="903312" y="346456"/>
                </a:lnTo>
                <a:lnTo>
                  <a:pt x="893076" y="355092"/>
                </a:lnTo>
                <a:lnTo>
                  <a:pt x="920508" y="379476"/>
                </a:lnTo>
                <a:lnTo>
                  <a:pt x="923429" y="372287"/>
                </a:lnTo>
                <a:lnTo>
                  <a:pt x="927938" y="364236"/>
                </a:lnTo>
                <a:lnTo>
                  <a:pt x="951915" y="334429"/>
                </a:lnTo>
                <a:lnTo>
                  <a:pt x="969276" y="321564"/>
                </a:lnTo>
                <a:lnTo>
                  <a:pt x="974420" y="322707"/>
                </a:lnTo>
                <a:lnTo>
                  <a:pt x="980706" y="326136"/>
                </a:lnTo>
                <a:lnTo>
                  <a:pt x="988136" y="331851"/>
                </a:lnTo>
                <a:lnTo>
                  <a:pt x="996708" y="339852"/>
                </a:lnTo>
                <a:lnTo>
                  <a:pt x="1007579" y="350481"/>
                </a:lnTo>
                <a:lnTo>
                  <a:pt x="1019759" y="359664"/>
                </a:lnTo>
                <a:lnTo>
                  <a:pt x="1066546" y="380288"/>
                </a:lnTo>
                <a:lnTo>
                  <a:pt x="1108316" y="388200"/>
                </a:lnTo>
                <a:lnTo>
                  <a:pt x="1189685" y="392239"/>
                </a:lnTo>
                <a:lnTo>
                  <a:pt x="1261884" y="393192"/>
                </a:lnTo>
                <a:lnTo>
                  <a:pt x="1265021" y="383501"/>
                </a:lnTo>
                <a:lnTo>
                  <a:pt x="1272171" y="375094"/>
                </a:lnTo>
                <a:lnTo>
                  <a:pt x="1283309" y="368122"/>
                </a:lnTo>
                <a:lnTo>
                  <a:pt x="1295781" y="363664"/>
                </a:lnTo>
                <a:lnTo>
                  <a:pt x="1298460" y="362712"/>
                </a:lnTo>
                <a:lnTo>
                  <a:pt x="1298460" y="356616"/>
                </a:lnTo>
                <a:close/>
              </a:path>
              <a:path w="1737995" h="410209">
                <a:moveTo>
                  <a:pt x="1487424" y="326148"/>
                </a:moveTo>
                <a:lnTo>
                  <a:pt x="1485912" y="320052"/>
                </a:lnTo>
                <a:lnTo>
                  <a:pt x="1463878" y="324599"/>
                </a:lnTo>
                <a:lnTo>
                  <a:pt x="1390396" y="340220"/>
                </a:lnTo>
                <a:lnTo>
                  <a:pt x="1373695" y="343484"/>
                </a:lnTo>
                <a:lnTo>
                  <a:pt x="1356728" y="346456"/>
                </a:lnTo>
                <a:lnTo>
                  <a:pt x="1339596" y="349008"/>
                </a:lnTo>
                <a:lnTo>
                  <a:pt x="1357896" y="379488"/>
                </a:lnTo>
                <a:lnTo>
                  <a:pt x="1365084" y="373748"/>
                </a:lnTo>
                <a:lnTo>
                  <a:pt x="1375422" y="367868"/>
                </a:lnTo>
                <a:lnTo>
                  <a:pt x="1389176" y="361696"/>
                </a:lnTo>
                <a:lnTo>
                  <a:pt x="1406664" y="355104"/>
                </a:lnTo>
                <a:lnTo>
                  <a:pt x="1425498" y="347357"/>
                </a:lnTo>
                <a:lnTo>
                  <a:pt x="1445323" y="340055"/>
                </a:lnTo>
                <a:lnTo>
                  <a:pt x="1466024" y="333019"/>
                </a:lnTo>
                <a:lnTo>
                  <a:pt x="1487424" y="326148"/>
                </a:lnTo>
                <a:close/>
              </a:path>
              <a:path w="1737995" h="410209">
                <a:moveTo>
                  <a:pt x="1490472" y="106692"/>
                </a:moveTo>
                <a:lnTo>
                  <a:pt x="1458480" y="86880"/>
                </a:lnTo>
                <a:lnTo>
                  <a:pt x="1453349" y="104597"/>
                </a:lnTo>
                <a:lnTo>
                  <a:pt x="1447228" y="121170"/>
                </a:lnTo>
                <a:lnTo>
                  <a:pt x="1440256" y="136601"/>
                </a:lnTo>
                <a:lnTo>
                  <a:pt x="1432560" y="150888"/>
                </a:lnTo>
                <a:lnTo>
                  <a:pt x="1363992" y="155460"/>
                </a:lnTo>
                <a:lnTo>
                  <a:pt x="1377111" y="134073"/>
                </a:lnTo>
                <a:lnTo>
                  <a:pt x="1388948" y="113550"/>
                </a:lnTo>
                <a:lnTo>
                  <a:pt x="1399349" y="94157"/>
                </a:lnTo>
                <a:lnTo>
                  <a:pt x="1408188" y="76212"/>
                </a:lnTo>
                <a:lnTo>
                  <a:pt x="1417307" y="60706"/>
                </a:lnTo>
                <a:lnTo>
                  <a:pt x="1426273" y="48209"/>
                </a:lnTo>
                <a:lnTo>
                  <a:pt x="1434973" y="38277"/>
                </a:lnTo>
                <a:lnTo>
                  <a:pt x="1443240" y="30492"/>
                </a:lnTo>
                <a:lnTo>
                  <a:pt x="1408188" y="12204"/>
                </a:lnTo>
                <a:lnTo>
                  <a:pt x="1396936" y="51257"/>
                </a:lnTo>
                <a:lnTo>
                  <a:pt x="1377708" y="100596"/>
                </a:lnTo>
                <a:lnTo>
                  <a:pt x="1355026" y="140982"/>
                </a:lnTo>
                <a:lnTo>
                  <a:pt x="1338072" y="153936"/>
                </a:lnTo>
                <a:lnTo>
                  <a:pt x="1354848" y="185940"/>
                </a:lnTo>
                <a:lnTo>
                  <a:pt x="1389011" y="169024"/>
                </a:lnTo>
                <a:lnTo>
                  <a:pt x="1429512" y="160032"/>
                </a:lnTo>
                <a:lnTo>
                  <a:pt x="1414462" y="184416"/>
                </a:lnTo>
                <a:lnTo>
                  <a:pt x="1389227" y="222173"/>
                </a:lnTo>
                <a:lnTo>
                  <a:pt x="1362659" y="250901"/>
                </a:lnTo>
                <a:lnTo>
                  <a:pt x="1347216" y="259092"/>
                </a:lnTo>
                <a:lnTo>
                  <a:pt x="1367040" y="289572"/>
                </a:lnTo>
                <a:lnTo>
                  <a:pt x="1414272" y="266712"/>
                </a:lnTo>
                <a:lnTo>
                  <a:pt x="1465072" y="252996"/>
                </a:lnTo>
                <a:lnTo>
                  <a:pt x="1482864" y="248424"/>
                </a:lnTo>
                <a:lnTo>
                  <a:pt x="1481340" y="240804"/>
                </a:lnTo>
                <a:lnTo>
                  <a:pt x="1451927" y="245986"/>
                </a:lnTo>
                <a:lnTo>
                  <a:pt x="1402257" y="254088"/>
                </a:lnTo>
                <a:lnTo>
                  <a:pt x="1382280" y="257568"/>
                </a:lnTo>
                <a:lnTo>
                  <a:pt x="1423619" y="200228"/>
                </a:lnTo>
                <a:lnTo>
                  <a:pt x="1449552" y="160032"/>
                </a:lnTo>
                <a:lnTo>
                  <a:pt x="1452372" y="155460"/>
                </a:lnTo>
                <a:lnTo>
                  <a:pt x="1463167" y="138976"/>
                </a:lnTo>
                <a:lnTo>
                  <a:pt x="1473136" y="125361"/>
                </a:lnTo>
                <a:lnTo>
                  <a:pt x="1482166" y="114731"/>
                </a:lnTo>
                <a:lnTo>
                  <a:pt x="1490472" y="106692"/>
                </a:lnTo>
                <a:close/>
              </a:path>
              <a:path w="1737995" h="410209">
                <a:moveTo>
                  <a:pt x="1546872" y="237756"/>
                </a:moveTo>
                <a:lnTo>
                  <a:pt x="1511858" y="210794"/>
                </a:lnTo>
                <a:lnTo>
                  <a:pt x="1490472" y="204228"/>
                </a:lnTo>
                <a:lnTo>
                  <a:pt x="1487424" y="210324"/>
                </a:lnTo>
                <a:lnTo>
                  <a:pt x="1500746" y="222173"/>
                </a:lnTo>
                <a:lnTo>
                  <a:pt x="1511808" y="233184"/>
                </a:lnTo>
                <a:lnTo>
                  <a:pt x="1520431" y="242900"/>
                </a:lnTo>
                <a:lnTo>
                  <a:pt x="1527060" y="251472"/>
                </a:lnTo>
                <a:lnTo>
                  <a:pt x="1531632" y="259092"/>
                </a:lnTo>
                <a:lnTo>
                  <a:pt x="1534680" y="262140"/>
                </a:lnTo>
                <a:lnTo>
                  <a:pt x="1539252" y="262140"/>
                </a:lnTo>
                <a:lnTo>
                  <a:pt x="1542300" y="260616"/>
                </a:lnTo>
                <a:lnTo>
                  <a:pt x="1546872" y="246900"/>
                </a:lnTo>
                <a:lnTo>
                  <a:pt x="1546872" y="237756"/>
                </a:lnTo>
                <a:close/>
              </a:path>
              <a:path w="1737995" h="410209">
                <a:moveTo>
                  <a:pt x="1568208" y="184416"/>
                </a:moveTo>
                <a:lnTo>
                  <a:pt x="1534680" y="164338"/>
                </a:lnTo>
                <a:lnTo>
                  <a:pt x="1516392" y="160032"/>
                </a:lnTo>
                <a:lnTo>
                  <a:pt x="1513344" y="164604"/>
                </a:lnTo>
                <a:lnTo>
                  <a:pt x="1525079" y="173507"/>
                </a:lnTo>
                <a:lnTo>
                  <a:pt x="1535252" y="182130"/>
                </a:lnTo>
                <a:lnTo>
                  <a:pt x="1543989" y="190741"/>
                </a:lnTo>
                <a:lnTo>
                  <a:pt x="1551444" y="199656"/>
                </a:lnTo>
                <a:lnTo>
                  <a:pt x="1556016" y="207276"/>
                </a:lnTo>
                <a:lnTo>
                  <a:pt x="1560588" y="211848"/>
                </a:lnTo>
                <a:lnTo>
                  <a:pt x="1565160" y="211848"/>
                </a:lnTo>
                <a:lnTo>
                  <a:pt x="1566684" y="210324"/>
                </a:lnTo>
                <a:lnTo>
                  <a:pt x="1566811" y="205371"/>
                </a:lnTo>
                <a:lnTo>
                  <a:pt x="1568208" y="201180"/>
                </a:lnTo>
                <a:lnTo>
                  <a:pt x="1568208" y="184416"/>
                </a:lnTo>
                <a:close/>
              </a:path>
              <a:path w="1737995" h="410209">
                <a:moveTo>
                  <a:pt x="1737372" y="283476"/>
                </a:moveTo>
                <a:lnTo>
                  <a:pt x="1706892" y="248424"/>
                </a:lnTo>
                <a:lnTo>
                  <a:pt x="1684032" y="272808"/>
                </a:lnTo>
                <a:lnTo>
                  <a:pt x="1612404" y="272808"/>
                </a:lnTo>
                <a:lnTo>
                  <a:pt x="1613750" y="250228"/>
                </a:lnTo>
                <a:lnTo>
                  <a:pt x="1614932" y="234708"/>
                </a:lnTo>
                <a:lnTo>
                  <a:pt x="1616468" y="213652"/>
                </a:lnTo>
                <a:lnTo>
                  <a:pt x="1623402" y="170929"/>
                </a:lnTo>
                <a:lnTo>
                  <a:pt x="1627644" y="164604"/>
                </a:lnTo>
                <a:lnTo>
                  <a:pt x="1591068" y="147840"/>
                </a:lnTo>
                <a:lnTo>
                  <a:pt x="1592453" y="176339"/>
                </a:lnTo>
                <a:lnTo>
                  <a:pt x="1592580" y="205371"/>
                </a:lnTo>
                <a:lnTo>
                  <a:pt x="1592491" y="211848"/>
                </a:lnTo>
                <a:lnTo>
                  <a:pt x="1591487" y="240842"/>
                </a:lnTo>
                <a:lnTo>
                  <a:pt x="1589544" y="272808"/>
                </a:lnTo>
                <a:lnTo>
                  <a:pt x="1466100" y="272808"/>
                </a:lnTo>
                <a:lnTo>
                  <a:pt x="1481340" y="288048"/>
                </a:lnTo>
                <a:lnTo>
                  <a:pt x="1491640" y="286042"/>
                </a:lnTo>
                <a:lnTo>
                  <a:pt x="1502105" y="284619"/>
                </a:lnTo>
                <a:lnTo>
                  <a:pt x="1512836" y="283756"/>
                </a:lnTo>
                <a:lnTo>
                  <a:pt x="1524012" y="283476"/>
                </a:lnTo>
                <a:lnTo>
                  <a:pt x="1588020" y="283476"/>
                </a:lnTo>
                <a:lnTo>
                  <a:pt x="1574495" y="322529"/>
                </a:lnTo>
                <a:lnTo>
                  <a:pt x="1548396" y="353580"/>
                </a:lnTo>
                <a:lnTo>
                  <a:pt x="1507248" y="379679"/>
                </a:lnTo>
                <a:lnTo>
                  <a:pt x="1447812" y="402348"/>
                </a:lnTo>
                <a:lnTo>
                  <a:pt x="1449324" y="409968"/>
                </a:lnTo>
                <a:lnTo>
                  <a:pt x="1507629" y="394919"/>
                </a:lnTo>
                <a:lnTo>
                  <a:pt x="1549920" y="376440"/>
                </a:lnTo>
                <a:lnTo>
                  <a:pt x="1590205" y="339788"/>
                </a:lnTo>
                <a:lnTo>
                  <a:pt x="1600212" y="324624"/>
                </a:lnTo>
                <a:lnTo>
                  <a:pt x="1629613" y="342315"/>
                </a:lnTo>
                <a:lnTo>
                  <a:pt x="1653743" y="358724"/>
                </a:lnTo>
                <a:lnTo>
                  <a:pt x="1672424" y="373697"/>
                </a:lnTo>
                <a:lnTo>
                  <a:pt x="1685556" y="387108"/>
                </a:lnTo>
                <a:lnTo>
                  <a:pt x="1691843" y="395109"/>
                </a:lnTo>
                <a:lnTo>
                  <a:pt x="1696986" y="400824"/>
                </a:lnTo>
                <a:lnTo>
                  <a:pt x="1700987" y="404253"/>
                </a:lnTo>
                <a:lnTo>
                  <a:pt x="1703844" y="405396"/>
                </a:lnTo>
                <a:lnTo>
                  <a:pt x="1706892" y="405396"/>
                </a:lnTo>
                <a:lnTo>
                  <a:pt x="1708416" y="402348"/>
                </a:lnTo>
                <a:lnTo>
                  <a:pt x="1709940" y="397776"/>
                </a:lnTo>
                <a:lnTo>
                  <a:pt x="1711464" y="391680"/>
                </a:lnTo>
                <a:lnTo>
                  <a:pt x="1711464" y="384060"/>
                </a:lnTo>
                <a:lnTo>
                  <a:pt x="1688985" y="350024"/>
                </a:lnTo>
                <a:lnTo>
                  <a:pt x="1640979" y="331114"/>
                </a:lnTo>
                <a:lnTo>
                  <a:pt x="1621510" y="324624"/>
                </a:lnTo>
                <a:lnTo>
                  <a:pt x="1603260" y="318528"/>
                </a:lnTo>
                <a:lnTo>
                  <a:pt x="1606181" y="309397"/>
                </a:lnTo>
                <a:lnTo>
                  <a:pt x="1608404" y="300431"/>
                </a:lnTo>
                <a:lnTo>
                  <a:pt x="1610321" y="291731"/>
                </a:lnTo>
                <a:lnTo>
                  <a:pt x="1612404" y="283476"/>
                </a:lnTo>
                <a:lnTo>
                  <a:pt x="1737372" y="283476"/>
                </a:lnTo>
                <a:close/>
              </a:path>
              <a:path w="1737995" h="410209">
                <a:moveTo>
                  <a:pt x="1737372" y="143268"/>
                </a:moveTo>
                <a:lnTo>
                  <a:pt x="1732572" y="138696"/>
                </a:lnTo>
                <a:lnTo>
                  <a:pt x="1703844" y="111264"/>
                </a:lnTo>
                <a:lnTo>
                  <a:pt x="1690128" y="128028"/>
                </a:lnTo>
                <a:lnTo>
                  <a:pt x="1607832" y="128028"/>
                </a:lnTo>
                <a:lnTo>
                  <a:pt x="1607832" y="79260"/>
                </a:lnTo>
                <a:lnTo>
                  <a:pt x="1709940" y="79260"/>
                </a:lnTo>
                <a:lnTo>
                  <a:pt x="1679460" y="48780"/>
                </a:lnTo>
                <a:lnTo>
                  <a:pt x="1659648" y="68592"/>
                </a:lnTo>
                <a:lnTo>
                  <a:pt x="1607832" y="68592"/>
                </a:lnTo>
                <a:lnTo>
                  <a:pt x="1607832" y="32016"/>
                </a:lnTo>
                <a:lnTo>
                  <a:pt x="1621548" y="19824"/>
                </a:lnTo>
                <a:lnTo>
                  <a:pt x="1583448" y="3060"/>
                </a:lnTo>
                <a:lnTo>
                  <a:pt x="1583677" y="12179"/>
                </a:lnTo>
                <a:lnTo>
                  <a:pt x="1584731" y="29845"/>
                </a:lnTo>
                <a:lnTo>
                  <a:pt x="1584972" y="38112"/>
                </a:lnTo>
                <a:lnTo>
                  <a:pt x="1584972" y="68592"/>
                </a:lnTo>
                <a:lnTo>
                  <a:pt x="1499628" y="68592"/>
                </a:lnTo>
                <a:lnTo>
                  <a:pt x="1514868" y="85356"/>
                </a:lnTo>
                <a:lnTo>
                  <a:pt x="1524508" y="82473"/>
                </a:lnTo>
                <a:lnTo>
                  <a:pt x="1534871" y="80594"/>
                </a:lnTo>
                <a:lnTo>
                  <a:pt x="1545513" y="79565"/>
                </a:lnTo>
                <a:lnTo>
                  <a:pt x="1556016" y="79260"/>
                </a:lnTo>
                <a:lnTo>
                  <a:pt x="1584972" y="79260"/>
                </a:lnTo>
                <a:lnTo>
                  <a:pt x="1584972" y="128028"/>
                </a:lnTo>
                <a:lnTo>
                  <a:pt x="1481340" y="128028"/>
                </a:lnTo>
                <a:lnTo>
                  <a:pt x="1498104" y="143268"/>
                </a:lnTo>
                <a:lnTo>
                  <a:pt x="1507528" y="141262"/>
                </a:lnTo>
                <a:lnTo>
                  <a:pt x="1517535" y="139839"/>
                </a:lnTo>
                <a:lnTo>
                  <a:pt x="1528102" y="138976"/>
                </a:lnTo>
                <a:lnTo>
                  <a:pt x="1539252" y="138696"/>
                </a:lnTo>
                <a:lnTo>
                  <a:pt x="1694700" y="138696"/>
                </a:lnTo>
                <a:lnTo>
                  <a:pt x="1671840" y="179844"/>
                </a:lnTo>
                <a:lnTo>
                  <a:pt x="1676412" y="184416"/>
                </a:lnTo>
                <a:lnTo>
                  <a:pt x="1693214" y="166408"/>
                </a:lnTo>
                <a:lnTo>
                  <a:pt x="1709178" y="153555"/>
                </a:lnTo>
                <a:lnTo>
                  <a:pt x="1723986" y="145834"/>
                </a:lnTo>
                <a:lnTo>
                  <a:pt x="1737372" y="14326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0" name="object 80"/>
          <p:cNvSpPr/>
          <p:nvPr/>
        </p:nvSpPr>
        <p:spPr>
          <a:xfrm>
            <a:off x="3913632" y="6219444"/>
            <a:ext cx="843280" cy="407034"/>
          </a:xfrm>
          <a:custGeom>
            <a:avLst/>
            <a:gdLst/>
            <a:ahLst/>
            <a:cxnLst/>
            <a:rect l="l" t="t" r="r" b="b"/>
            <a:pathLst>
              <a:path w="843279" h="407034">
                <a:moveTo>
                  <a:pt x="394716" y="370344"/>
                </a:moveTo>
                <a:lnTo>
                  <a:pt x="352044" y="357009"/>
                </a:lnTo>
                <a:lnTo>
                  <a:pt x="304800" y="327672"/>
                </a:lnTo>
                <a:lnTo>
                  <a:pt x="257937" y="280047"/>
                </a:lnTo>
                <a:lnTo>
                  <a:pt x="217932" y="211848"/>
                </a:lnTo>
                <a:lnTo>
                  <a:pt x="387096" y="211848"/>
                </a:lnTo>
                <a:lnTo>
                  <a:pt x="348996" y="173748"/>
                </a:lnTo>
                <a:lnTo>
                  <a:pt x="321564" y="201180"/>
                </a:lnTo>
                <a:lnTo>
                  <a:pt x="198120" y="201180"/>
                </a:lnTo>
                <a:lnTo>
                  <a:pt x="200406" y="181787"/>
                </a:lnTo>
                <a:lnTo>
                  <a:pt x="202692" y="160413"/>
                </a:lnTo>
                <a:lnTo>
                  <a:pt x="207264" y="112788"/>
                </a:lnTo>
                <a:lnTo>
                  <a:pt x="348996" y="112788"/>
                </a:lnTo>
                <a:lnTo>
                  <a:pt x="315468" y="77736"/>
                </a:lnTo>
                <a:lnTo>
                  <a:pt x="291084" y="102120"/>
                </a:lnTo>
                <a:lnTo>
                  <a:pt x="207264" y="102120"/>
                </a:lnTo>
                <a:lnTo>
                  <a:pt x="207264" y="33540"/>
                </a:lnTo>
                <a:lnTo>
                  <a:pt x="224028" y="21348"/>
                </a:lnTo>
                <a:lnTo>
                  <a:pt x="179832" y="12"/>
                </a:lnTo>
                <a:lnTo>
                  <a:pt x="180060" y="12534"/>
                </a:lnTo>
                <a:lnTo>
                  <a:pt x="181114" y="36436"/>
                </a:lnTo>
                <a:lnTo>
                  <a:pt x="181356" y="47256"/>
                </a:lnTo>
                <a:lnTo>
                  <a:pt x="181356" y="102120"/>
                </a:lnTo>
                <a:lnTo>
                  <a:pt x="89916" y="102120"/>
                </a:lnTo>
                <a:lnTo>
                  <a:pt x="97028" y="85801"/>
                </a:lnTo>
                <a:lnTo>
                  <a:pt x="104584" y="73355"/>
                </a:lnTo>
                <a:lnTo>
                  <a:pt x="112407" y="64604"/>
                </a:lnTo>
                <a:lnTo>
                  <a:pt x="120396" y="59448"/>
                </a:lnTo>
                <a:lnTo>
                  <a:pt x="79248" y="38112"/>
                </a:lnTo>
                <a:lnTo>
                  <a:pt x="73596" y="75539"/>
                </a:lnTo>
                <a:lnTo>
                  <a:pt x="63817" y="112407"/>
                </a:lnTo>
                <a:lnTo>
                  <a:pt x="50304" y="148691"/>
                </a:lnTo>
                <a:lnTo>
                  <a:pt x="33528" y="184416"/>
                </a:lnTo>
                <a:lnTo>
                  <a:pt x="38100" y="187464"/>
                </a:lnTo>
                <a:lnTo>
                  <a:pt x="50431" y="172580"/>
                </a:lnTo>
                <a:lnTo>
                  <a:pt x="62484" y="155270"/>
                </a:lnTo>
                <a:lnTo>
                  <a:pt x="74523" y="135382"/>
                </a:lnTo>
                <a:lnTo>
                  <a:pt x="86868" y="112788"/>
                </a:lnTo>
                <a:lnTo>
                  <a:pt x="181356" y="112788"/>
                </a:lnTo>
                <a:lnTo>
                  <a:pt x="179920" y="134734"/>
                </a:lnTo>
                <a:lnTo>
                  <a:pt x="177927" y="156984"/>
                </a:lnTo>
                <a:lnTo>
                  <a:pt x="175348" y="179222"/>
                </a:lnTo>
                <a:lnTo>
                  <a:pt x="172212" y="201180"/>
                </a:lnTo>
                <a:lnTo>
                  <a:pt x="4572" y="201180"/>
                </a:lnTo>
                <a:lnTo>
                  <a:pt x="21336" y="217944"/>
                </a:lnTo>
                <a:lnTo>
                  <a:pt x="30759" y="215061"/>
                </a:lnTo>
                <a:lnTo>
                  <a:pt x="40767" y="213182"/>
                </a:lnTo>
                <a:lnTo>
                  <a:pt x="51333" y="212153"/>
                </a:lnTo>
                <a:lnTo>
                  <a:pt x="62484" y="211848"/>
                </a:lnTo>
                <a:lnTo>
                  <a:pt x="170688" y="211848"/>
                </a:lnTo>
                <a:lnTo>
                  <a:pt x="159016" y="248424"/>
                </a:lnTo>
                <a:lnTo>
                  <a:pt x="128244" y="307860"/>
                </a:lnTo>
                <a:lnTo>
                  <a:pt x="87439" y="349783"/>
                </a:lnTo>
                <a:lnTo>
                  <a:pt x="32575" y="384505"/>
                </a:lnTo>
                <a:lnTo>
                  <a:pt x="0" y="399300"/>
                </a:lnTo>
                <a:lnTo>
                  <a:pt x="3048" y="405396"/>
                </a:lnTo>
                <a:lnTo>
                  <a:pt x="41910" y="391439"/>
                </a:lnTo>
                <a:lnTo>
                  <a:pt x="105918" y="356095"/>
                </a:lnTo>
                <a:lnTo>
                  <a:pt x="152438" y="311289"/>
                </a:lnTo>
                <a:lnTo>
                  <a:pt x="185496" y="249567"/>
                </a:lnTo>
                <a:lnTo>
                  <a:pt x="196596" y="211848"/>
                </a:lnTo>
                <a:lnTo>
                  <a:pt x="208788" y="211848"/>
                </a:lnTo>
                <a:lnTo>
                  <a:pt x="236220" y="278333"/>
                </a:lnTo>
                <a:lnTo>
                  <a:pt x="272796" y="332244"/>
                </a:lnTo>
                <a:lnTo>
                  <a:pt x="313944" y="373583"/>
                </a:lnTo>
                <a:lnTo>
                  <a:pt x="355092" y="402348"/>
                </a:lnTo>
                <a:lnTo>
                  <a:pt x="360210" y="393179"/>
                </a:lnTo>
                <a:lnTo>
                  <a:pt x="368617" y="386156"/>
                </a:lnTo>
                <a:lnTo>
                  <a:pt x="380161" y="381127"/>
                </a:lnTo>
                <a:lnTo>
                  <a:pt x="394716" y="377964"/>
                </a:lnTo>
                <a:lnTo>
                  <a:pt x="394716" y="370344"/>
                </a:lnTo>
                <a:close/>
              </a:path>
              <a:path w="843279" h="407034">
                <a:moveTo>
                  <a:pt x="591312" y="106680"/>
                </a:moveTo>
                <a:lnTo>
                  <a:pt x="563880" y="77724"/>
                </a:lnTo>
                <a:lnTo>
                  <a:pt x="545592" y="96012"/>
                </a:lnTo>
                <a:lnTo>
                  <a:pt x="531876" y="96012"/>
                </a:lnTo>
                <a:lnTo>
                  <a:pt x="531876" y="33528"/>
                </a:lnTo>
                <a:lnTo>
                  <a:pt x="548640" y="19812"/>
                </a:lnTo>
                <a:lnTo>
                  <a:pt x="505968" y="0"/>
                </a:lnTo>
                <a:lnTo>
                  <a:pt x="507314" y="42291"/>
                </a:lnTo>
                <a:lnTo>
                  <a:pt x="507492" y="96012"/>
                </a:lnTo>
                <a:lnTo>
                  <a:pt x="435864" y="96012"/>
                </a:lnTo>
                <a:lnTo>
                  <a:pt x="449580" y="109728"/>
                </a:lnTo>
                <a:lnTo>
                  <a:pt x="470916" y="106680"/>
                </a:lnTo>
                <a:lnTo>
                  <a:pt x="507492" y="106680"/>
                </a:lnTo>
                <a:lnTo>
                  <a:pt x="507492" y="204216"/>
                </a:lnTo>
                <a:lnTo>
                  <a:pt x="461581" y="221932"/>
                </a:lnTo>
                <a:lnTo>
                  <a:pt x="445122" y="228015"/>
                </a:lnTo>
                <a:lnTo>
                  <a:pt x="432816" y="231648"/>
                </a:lnTo>
                <a:lnTo>
                  <a:pt x="454152" y="262128"/>
                </a:lnTo>
                <a:lnTo>
                  <a:pt x="459270" y="256184"/>
                </a:lnTo>
                <a:lnTo>
                  <a:pt x="469963" y="247650"/>
                </a:lnTo>
                <a:lnTo>
                  <a:pt x="486079" y="236842"/>
                </a:lnTo>
                <a:lnTo>
                  <a:pt x="507492" y="224028"/>
                </a:lnTo>
                <a:lnTo>
                  <a:pt x="507492" y="342900"/>
                </a:lnTo>
                <a:lnTo>
                  <a:pt x="487870" y="369379"/>
                </a:lnTo>
                <a:lnTo>
                  <a:pt x="477012" y="368808"/>
                </a:lnTo>
                <a:lnTo>
                  <a:pt x="462724" y="367093"/>
                </a:lnTo>
                <a:lnTo>
                  <a:pt x="445008" y="364236"/>
                </a:lnTo>
                <a:lnTo>
                  <a:pt x="445008" y="370332"/>
                </a:lnTo>
                <a:lnTo>
                  <a:pt x="468769" y="379476"/>
                </a:lnTo>
                <a:lnTo>
                  <a:pt x="485394" y="388620"/>
                </a:lnTo>
                <a:lnTo>
                  <a:pt x="495147" y="397764"/>
                </a:lnTo>
                <a:lnTo>
                  <a:pt x="498348" y="406908"/>
                </a:lnTo>
                <a:lnTo>
                  <a:pt x="512368" y="398322"/>
                </a:lnTo>
                <a:lnTo>
                  <a:pt x="522541" y="388429"/>
                </a:lnTo>
                <a:lnTo>
                  <a:pt x="528993" y="377126"/>
                </a:lnTo>
                <a:lnTo>
                  <a:pt x="530720" y="369379"/>
                </a:lnTo>
                <a:lnTo>
                  <a:pt x="531876" y="364236"/>
                </a:lnTo>
                <a:lnTo>
                  <a:pt x="531876" y="224028"/>
                </a:lnTo>
                <a:lnTo>
                  <a:pt x="531876" y="211836"/>
                </a:lnTo>
                <a:lnTo>
                  <a:pt x="559562" y="195072"/>
                </a:lnTo>
                <a:lnTo>
                  <a:pt x="589788" y="176784"/>
                </a:lnTo>
                <a:lnTo>
                  <a:pt x="585216" y="170688"/>
                </a:lnTo>
                <a:lnTo>
                  <a:pt x="531876" y="195072"/>
                </a:lnTo>
                <a:lnTo>
                  <a:pt x="531876" y="106680"/>
                </a:lnTo>
                <a:lnTo>
                  <a:pt x="591312" y="106680"/>
                </a:lnTo>
                <a:close/>
              </a:path>
              <a:path w="843279" h="407034">
                <a:moveTo>
                  <a:pt x="696468" y="143256"/>
                </a:moveTo>
                <a:lnTo>
                  <a:pt x="667512" y="114300"/>
                </a:lnTo>
                <a:lnTo>
                  <a:pt x="649770" y="142303"/>
                </a:lnTo>
                <a:lnTo>
                  <a:pt x="628459" y="169164"/>
                </a:lnTo>
                <a:lnTo>
                  <a:pt x="603427" y="194881"/>
                </a:lnTo>
                <a:lnTo>
                  <a:pt x="574548" y="219456"/>
                </a:lnTo>
                <a:lnTo>
                  <a:pt x="579120" y="224028"/>
                </a:lnTo>
                <a:lnTo>
                  <a:pt x="602551" y="210629"/>
                </a:lnTo>
                <a:lnTo>
                  <a:pt x="627126" y="193357"/>
                </a:lnTo>
                <a:lnTo>
                  <a:pt x="652843" y="172389"/>
                </a:lnTo>
                <a:lnTo>
                  <a:pt x="679704" y="147828"/>
                </a:lnTo>
                <a:lnTo>
                  <a:pt x="696468" y="143256"/>
                </a:lnTo>
                <a:close/>
              </a:path>
              <a:path w="843279" h="407034">
                <a:moveTo>
                  <a:pt x="726948" y="47244"/>
                </a:moveTo>
                <a:lnTo>
                  <a:pt x="682815" y="18122"/>
                </a:lnTo>
                <a:lnTo>
                  <a:pt x="665988" y="10668"/>
                </a:lnTo>
                <a:lnTo>
                  <a:pt x="662940" y="15240"/>
                </a:lnTo>
                <a:lnTo>
                  <a:pt x="676389" y="29489"/>
                </a:lnTo>
                <a:lnTo>
                  <a:pt x="687133" y="42291"/>
                </a:lnTo>
                <a:lnTo>
                  <a:pt x="695299" y="53390"/>
                </a:lnTo>
                <a:lnTo>
                  <a:pt x="701040" y="62484"/>
                </a:lnTo>
                <a:lnTo>
                  <a:pt x="704088" y="70104"/>
                </a:lnTo>
                <a:lnTo>
                  <a:pt x="707136" y="74676"/>
                </a:lnTo>
                <a:lnTo>
                  <a:pt x="713232" y="74676"/>
                </a:lnTo>
                <a:lnTo>
                  <a:pt x="719328" y="71628"/>
                </a:lnTo>
                <a:lnTo>
                  <a:pt x="722376" y="68580"/>
                </a:lnTo>
                <a:lnTo>
                  <a:pt x="723900" y="64008"/>
                </a:lnTo>
                <a:lnTo>
                  <a:pt x="725424" y="56388"/>
                </a:lnTo>
                <a:lnTo>
                  <a:pt x="726948" y="47244"/>
                </a:lnTo>
                <a:close/>
              </a:path>
              <a:path w="843279" h="407034">
                <a:moveTo>
                  <a:pt x="815340" y="198120"/>
                </a:moveTo>
                <a:lnTo>
                  <a:pt x="794004" y="163068"/>
                </a:lnTo>
                <a:lnTo>
                  <a:pt x="747280" y="138645"/>
                </a:lnTo>
                <a:lnTo>
                  <a:pt x="723900" y="128016"/>
                </a:lnTo>
                <a:lnTo>
                  <a:pt x="719328" y="134112"/>
                </a:lnTo>
                <a:lnTo>
                  <a:pt x="742188" y="151815"/>
                </a:lnTo>
                <a:lnTo>
                  <a:pt x="760476" y="168211"/>
                </a:lnTo>
                <a:lnTo>
                  <a:pt x="774192" y="183197"/>
                </a:lnTo>
                <a:lnTo>
                  <a:pt x="783336" y="196596"/>
                </a:lnTo>
                <a:lnTo>
                  <a:pt x="788758" y="205727"/>
                </a:lnTo>
                <a:lnTo>
                  <a:pt x="793623" y="212407"/>
                </a:lnTo>
                <a:lnTo>
                  <a:pt x="797902" y="216535"/>
                </a:lnTo>
                <a:lnTo>
                  <a:pt x="801624" y="217932"/>
                </a:lnTo>
                <a:lnTo>
                  <a:pt x="803148" y="217932"/>
                </a:lnTo>
                <a:lnTo>
                  <a:pt x="804672" y="214884"/>
                </a:lnTo>
                <a:lnTo>
                  <a:pt x="813816" y="205740"/>
                </a:lnTo>
                <a:lnTo>
                  <a:pt x="815340" y="198120"/>
                </a:lnTo>
                <a:close/>
              </a:path>
              <a:path w="843279" h="407034">
                <a:moveTo>
                  <a:pt x="838200" y="94488"/>
                </a:moveTo>
                <a:lnTo>
                  <a:pt x="828090" y="83820"/>
                </a:lnTo>
                <a:lnTo>
                  <a:pt x="810768" y="65532"/>
                </a:lnTo>
                <a:lnTo>
                  <a:pt x="795528" y="83820"/>
                </a:lnTo>
                <a:lnTo>
                  <a:pt x="620268" y="83820"/>
                </a:lnTo>
                <a:lnTo>
                  <a:pt x="620268" y="62484"/>
                </a:lnTo>
                <a:lnTo>
                  <a:pt x="614172" y="62484"/>
                </a:lnTo>
                <a:lnTo>
                  <a:pt x="600659" y="101498"/>
                </a:lnTo>
                <a:lnTo>
                  <a:pt x="586740" y="118872"/>
                </a:lnTo>
                <a:lnTo>
                  <a:pt x="583692" y="124968"/>
                </a:lnTo>
                <a:lnTo>
                  <a:pt x="583692" y="129540"/>
                </a:lnTo>
                <a:lnTo>
                  <a:pt x="585216" y="131064"/>
                </a:lnTo>
                <a:lnTo>
                  <a:pt x="589788" y="132588"/>
                </a:lnTo>
                <a:lnTo>
                  <a:pt x="595884" y="135636"/>
                </a:lnTo>
                <a:lnTo>
                  <a:pt x="600456" y="135636"/>
                </a:lnTo>
                <a:lnTo>
                  <a:pt x="603504" y="134112"/>
                </a:lnTo>
                <a:lnTo>
                  <a:pt x="609600" y="132588"/>
                </a:lnTo>
                <a:lnTo>
                  <a:pt x="614172" y="129540"/>
                </a:lnTo>
                <a:lnTo>
                  <a:pt x="617220" y="124968"/>
                </a:lnTo>
                <a:lnTo>
                  <a:pt x="620268" y="112776"/>
                </a:lnTo>
                <a:lnTo>
                  <a:pt x="620268" y="94488"/>
                </a:lnTo>
                <a:lnTo>
                  <a:pt x="795528" y="94488"/>
                </a:lnTo>
                <a:lnTo>
                  <a:pt x="780288" y="134112"/>
                </a:lnTo>
                <a:lnTo>
                  <a:pt x="786384" y="137160"/>
                </a:lnTo>
                <a:lnTo>
                  <a:pt x="800900" y="118287"/>
                </a:lnTo>
                <a:lnTo>
                  <a:pt x="814578" y="104965"/>
                </a:lnTo>
                <a:lnTo>
                  <a:pt x="827100" y="97091"/>
                </a:lnTo>
                <a:lnTo>
                  <a:pt x="838200" y="94488"/>
                </a:lnTo>
                <a:close/>
              </a:path>
              <a:path w="843279" h="407034">
                <a:moveTo>
                  <a:pt x="842772" y="370332"/>
                </a:moveTo>
                <a:lnTo>
                  <a:pt x="810768" y="336804"/>
                </a:lnTo>
                <a:lnTo>
                  <a:pt x="787908" y="359664"/>
                </a:lnTo>
                <a:lnTo>
                  <a:pt x="708660" y="359664"/>
                </a:lnTo>
                <a:lnTo>
                  <a:pt x="708660" y="243840"/>
                </a:lnTo>
                <a:lnTo>
                  <a:pt x="804672" y="243840"/>
                </a:lnTo>
                <a:lnTo>
                  <a:pt x="774192" y="211836"/>
                </a:lnTo>
                <a:lnTo>
                  <a:pt x="752856" y="233172"/>
                </a:lnTo>
                <a:lnTo>
                  <a:pt x="598932" y="233172"/>
                </a:lnTo>
                <a:lnTo>
                  <a:pt x="614172" y="246888"/>
                </a:lnTo>
                <a:lnTo>
                  <a:pt x="632460" y="243840"/>
                </a:lnTo>
                <a:lnTo>
                  <a:pt x="684276" y="243840"/>
                </a:lnTo>
                <a:lnTo>
                  <a:pt x="684276" y="359664"/>
                </a:lnTo>
                <a:lnTo>
                  <a:pt x="565404" y="359664"/>
                </a:lnTo>
                <a:lnTo>
                  <a:pt x="580644" y="376428"/>
                </a:lnTo>
                <a:lnTo>
                  <a:pt x="590067" y="373557"/>
                </a:lnTo>
                <a:lnTo>
                  <a:pt x="600075" y="371665"/>
                </a:lnTo>
                <a:lnTo>
                  <a:pt x="610641" y="370649"/>
                </a:lnTo>
                <a:lnTo>
                  <a:pt x="621792" y="370332"/>
                </a:lnTo>
                <a:lnTo>
                  <a:pt x="842772" y="37033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</p:spTree>
  </p:cSld>
  <p:clrMapOvr>
    <a:masterClrMapping/>
  </p:clrMapOvr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object 2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9662159" y="7231380"/>
            <a:ext cx="97536" cy="141732"/>
          </a:xfrm>
          <a:prstGeom prst="rect">
            <a:avLst/>
          </a:prstGeom>
        </p:spPr>
      </p:pic>
      <p:sp>
        <p:nvSpPr>
          <p:cNvPr id="3" name="object 3"/>
          <p:cNvSpPr/>
          <p:nvPr/>
        </p:nvSpPr>
        <p:spPr>
          <a:xfrm>
            <a:off x="1786127" y="1280160"/>
            <a:ext cx="448309" cy="548640"/>
          </a:xfrm>
          <a:custGeom>
            <a:avLst/>
            <a:gdLst/>
            <a:ahLst/>
            <a:cxnLst/>
            <a:rect l="l" t="t" r="r" b="b"/>
            <a:pathLst>
              <a:path w="448310" h="548639">
                <a:moveTo>
                  <a:pt x="103632" y="117348"/>
                </a:moveTo>
                <a:lnTo>
                  <a:pt x="94488" y="117348"/>
                </a:lnTo>
                <a:lnTo>
                  <a:pt x="89916" y="109728"/>
                </a:lnTo>
                <a:lnTo>
                  <a:pt x="86868" y="96012"/>
                </a:lnTo>
                <a:lnTo>
                  <a:pt x="78819" y="76581"/>
                </a:lnTo>
                <a:lnTo>
                  <a:pt x="68199" y="54864"/>
                </a:lnTo>
                <a:lnTo>
                  <a:pt x="54721" y="30861"/>
                </a:lnTo>
                <a:lnTo>
                  <a:pt x="38100" y="4572"/>
                </a:lnTo>
                <a:lnTo>
                  <a:pt x="45720" y="0"/>
                </a:lnTo>
                <a:lnTo>
                  <a:pt x="85725" y="24384"/>
                </a:lnTo>
                <a:lnTo>
                  <a:pt x="115966" y="53030"/>
                </a:lnTo>
                <a:lnTo>
                  <a:pt x="124968" y="74676"/>
                </a:lnTo>
                <a:lnTo>
                  <a:pt x="124365" y="80700"/>
                </a:lnTo>
                <a:lnTo>
                  <a:pt x="122491" y="87249"/>
                </a:lnTo>
                <a:lnTo>
                  <a:pt x="119181" y="94392"/>
                </a:lnTo>
                <a:lnTo>
                  <a:pt x="114300" y="102108"/>
                </a:lnTo>
                <a:lnTo>
                  <a:pt x="108204" y="112776"/>
                </a:lnTo>
                <a:lnTo>
                  <a:pt x="103632" y="117348"/>
                </a:lnTo>
                <a:close/>
              </a:path>
              <a:path w="448310" h="548639">
                <a:moveTo>
                  <a:pt x="201168" y="83820"/>
                </a:moveTo>
                <a:lnTo>
                  <a:pt x="179831" y="62484"/>
                </a:lnTo>
                <a:lnTo>
                  <a:pt x="387096" y="62484"/>
                </a:lnTo>
                <a:lnTo>
                  <a:pt x="406908" y="33528"/>
                </a:lnTo>
                <a:lnTo>
                  <a:pt x="448056" y="67056"/>
                </a:lnTo>
                <a:lnTo>
                  <a:pt x="438208" y="76200"/>
                </a:lnTo>
                <a:lnTo>
                  <a:pt x="259080" y="76200"/>
                </a:lnTo>
                <a:lnTo>
                  <a:pt x="243601" y="76747"/>
                </a:lnTo>
                <a:lnTo>
                  <a:pt x="228981" y="78295"/>
                </a:lnTo>
                <a:lnTo>
                  <a:pt x="214931" y="80700"/>
                </a:lnTo>
                <a:lnTo>
                  <a:pt x="201168" y="83820"/>
                </a:lnTo>
                <a:close/>
              </a:path>
              <a:path w="448310" h="548639">
                <a:moveTo>
                  <a:pt x="425453" y="486156"/>
                </a:moveTo>
                <a:lnTo>
                  <a:pt x="364236" y="486156"/>
                </a:lnTo>
                <a:lnTo>
                  <a:pt x="375356" y="485846"/>
                </a:lnTo>
                <a:lnTo>
                  <a:pt x="383476" y="482536"/>
                </a:lnTo>
                <a:lnTo>
                  <a:pt x="388453" y="476083"/>
                </a:lnTo>
                <a:lnTo>
                  <a:pt x="390144" y="466344"/>
                </a:lnTo>
                <a:lnTo>
                  <a:pt x="390144" y="76200"/>
                </a:lnTo>
                <a:lnTo>
                  <a:pt x="438208" y="76200"/>
                </a:lnTo>
                <a:lnTo>
                  <a:pt x="426720" y="86868"/>
                </a:lnTo>
                <a:lnTo>
                  <a:pt x="426720" y="473964"/>
                </a:lnTo>
                <a:lnTo>
                  <a:pt x="425453" y="486156"/>
                </a:lnTo>
                <a:close/>
              </a:path>
              <a:path w="448310" h="548639">
                <a:moveTo>
                  <a:pt x="0" y="548640"/>
                </a:moveTo>
                <a:lnTo>
                  <a:pt x="1039" y="498276"/>
                </a:lnTo>
                <a:lnTo>
                  <a:pt x="1731" y="459955"/>
                </a:lnTo>
                <a:lnTo>
                  <a:pt x="2414" y="411041"/>
                </a:lnTo>
                <a:lnTo>
                  <a:pt x="2822" y="365379"/>
                </a:lnTo>
                <a:lnTo>
                  <a:pt x="3011" y="295656"/>
                </a:lnTo>
                <a:lnTo>
                  <a:pt x="2786" y="239077"/>
                </a:lnTo>
                <a:lnTo>
                  <a:pt x="2104" y="184404"/>
                </a:lnTo>
                <a:lnTo>
                  <a:pt x="1119" y="138493"/>
                </a:lnTo>
                <a:lnTo>
                  <a:pt x="0" y="103632"/>
                </a:lnTo>
                <a:lnTo>
                  <a:pt x="59436" y="137160"/>
                </a:lnTo>
                <a:lnTo>
                  <a:pt x="38100" y="150876"/>
                </a:lnTo>
                <a:lnTo>
                  <a:pt x="38100" y="531876"/>
                </a:lnTo>
                <a:lnTo>
                  <a:pt x="0" y="548640"/>
                </a:lnTo>
                <a:close/>
              </a:path>
              <a:path w="448310" h="548639">
                <a:moveTo>
                  <a:pt x="330226" y="208788"/>
                </a:moveTo>
                <a:lnTo>
                  <a:pt x="277368" y="208788"/>
                </a:lnTo>
                <a:lnTo>
                  <a:pt x="294131" y="181356"/>
                </a:lnTo>
                <a:lnTo>
                  <a:pt x="330226" y="208788"/>
                </a:lnTo>
                <a:close/>
              </a:path>
              <a:path w="448310" h="548639">
                <a:moveTo>
                  <a:pt x="112776" y="423671"/>
                </a:moveTo>
                <a:lnTo>
                  <a:pt x="113657" y="389096"/>
                </a:lnTo>
                <a:lnTo>
                  <a:pt x="114109" y="356235"/>
                </a:lnTo>
                <a:lnTo>
                  <a:pt x="114205" y="338328"/>
                </a:lnTo>
                <a:lnTo>
                  <a:pt x="114276" y="267985"/>
                </a:lnTo>
                <a:lnTo>
                  <a:pt x="114094" y="239077"/>
                </a:lnTo>
                <a:lnTo>
                  <a:pt x="113657" y="212074"/>
                </a:lnTo>
                <a:lnTo>
                  <a:pt x="112776" y="184404"/>
                </a:lnTo>
                <a:lnTo>
                  <a:pt x="147828" y="208788"/>
                </a:lnTo>
                <a:lnTo>
                  <a:pt x="330226" y="208788"/>
                </a:lnTo>
                <a:lnTo>
                  <a:pt x="332232" y="210312"/>
                </a:lnTo>
                <a:lnTo>
                  <a:pt x="318931" y="222504"/>
                </a:lnTo>
                <a:lnTo>
                  <a:pt x="147828" y="222504"/>
                </a:lnTo>
                <a:lnTo>
                  <a:pt x="147828" y="364236"/>
                </a:lnTo>
                <a:lnTo>
                  <a:pt x="314121" y="364236"/>
                </a:lnTo>
                <a:lnTo>
                  <a:pt x="314134" y="365379"/>
                </a:lnTo>
                <a:lnTo>
                  <a:pt x="314484" y="377952"/>
                </a:lnTo>
                <a:lnTo>
                  <a:pt x="147828" y="377952"/>
                </a:lnTo>
                <a:lnTo>
                  <a:pt x="147828" y="409956"/>
                </a:lnTo>
                <a:lnTo>
                  <a:pt x="112776" y="423671"/>
                </a:lnTo>
                <a:close/>
              </a:path>
              <a:path w="448310" h="548639">
                <a:moveTo>
                  <a:pt x="314121" y="364236"/>
                </a:moveTo>
                <a:lnTo>
                  <a:pt x="280416" y="364236"/>
                </a:lnTo>
                <a:lnTo>
                  <a:pt x="280416" y="222504"/>
                </a:lnTo>
                <a:lnTo>
                  <a:pt x="318931" y="222504"/>
                </a:lnTo>
                <a:lnTo>
                  <a:pt x="313943" y="227076"/>
                </a:lnTo>
                <a:lnTo>
                  <a:pt x="314064" y="359273"/>
                </a:lnTo>
                <a:lnTo>
                  <a:pt x="314121" y="364236"/>
                </a:lnTo>
                <a:close/>
              </a:path>
              <a:path w="448310" h="548639">
                <a:moveTo>
                  <a:pt x="280416" y="414528"/>
                </a:moveTo>
                <a:lnTo>
                  <a:pt x="280416" y="377952"/>
                </a:lnTo>
                <a:lnTo>
                  <a:pt x="314484" y="377952"/>
                </a:lnTo>
                <a:lnTo>
                  <a:pt x="314586" y="381619"/>
                </a:lnTo>
                <a:lnTo>
                  <a:pt x="315467" y="399288"/>
                </a:lnTo>
                <a:lnTo>
                  <a:pt x="280416" y="414528"/>
                </a:lnTo>
                <a:close/>
              </a:path>
              <a:path w="448310" h="548639">
                <a:moveTo>
                  <a:pt x="365760" y="548640"/>
                </a:moveTo>
                <a:lnTo>
                  <a:pt x="360854" y="528613"/>
                </a:lnTo>
                <a:lnTo>
                  <a:pt x="345948" y="511873"/>
                </a:lnTo>
                <a:lnTo>
                  <a:pt x="320754" y="498276"/>
                </a:lnTo>
                <a:lnTo>
                  <a:pt x="284988" y="487680"/>
                </a:lnTo>
                <a:lnTo>
                  <a:pt x="284988" y="478536"/>
                </a:lnTo>
                <a:lnTo>
                  <a:pt x="364236" y="486156"/>
                </a:lnTo>
                <a:lnTo>
                  <a:pt x="425453" y="486156"/>
                </a:lnTo>
                <a:lnTo>
                  <a:pt x="423838" y="501705"/>
                </a:lnTo>
                <a:lnTo>
                  <a:pt x="412813" y="523303"/>
                </a:lnTo>
                <a:lnTo>
                  <a:pt x="393501" y="538900"/>
                </a:lnTo>
                <a:lnTo>
                  <a:pt x="365760" y="548640"/>
                </a:lnTo>
                <a:close/>
              </a:path>
            </a:pathLst>
          </a:custGeom>
          <a:solidFill>
            <a:srgbClr val="3333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" name="object 4"/>
          <p:cNvSpPr/>
          <p:nvPr/>
        </p:nvSpPr>
        <p:spPr>
          <a:xfrm>
            <a:off x="2328672" y="1289303"/>
            <a:ext cx="558165" cy="541020"/>
          </a:xfrm>
          <a:custGeom>
            <a:avLst/>
            <a:gdLst/>
            <a:ahLst/>
            <a:cxnLst/>
            <a:rect l="l" t="t" r="r" b="b"/>
            <a:pathLst>
              <a:path w="558164" h="541019">
                <a:moveTo>
                  <a:pt x="300228" y="50292"/>
                </a:moveTo>
                <a:lnTo>
                  <a:pt x="278892" y="28956"/>
                </a:lnTo>
                <a:lnTo>
                  <a:pt x="486156" y="28956"/>
                </a:lnTo>
                <a:lnTo>
                  <a:pt x="515112" y="0"/>
                </a:lnTo>
                <a:lnTo>
                  <a:pt x="553212" y="44196"/>
                </a:lnTo>
                <a:lnTo>
                  <a:pt x="356616" y="44196"/>
                </a:lnTo>
                <a:lnTo>
                  <a:pt x="341804" y="44505"/>
                </a:lnTo>
                <a:lnTo>
                  <a:pt x="327279" y="45529"/>
                </a:lnTo>
                <a:lnTo>
                  <a:pt x="313324" y="47410"/>
                </a:lnTo>
                <a:lnTo>
                  <a:pt x="300228" y="50292"/>
                </a:lnTo>
                <a:close/>
              </a:path>
              <a:path w="558164" h="541019">
                <a:moveTo>
                  <a:pt x="260924" y="27432"/>
                </a:moveTo>
                <a:lnTo>
                  <a:pt x="213360" y="27432"/>
                </a:lnTo>
                <a:lnTo>
                  <a:pt x="230124" y="3048"/>
                </a:lnTo>
                <a:lnTo>
                  <a:pt x="260924" y="27432"/>
                </a:lnTo>
                <a:close/>
              </a:path>
              <a:path w="558164" h="541019">
                <a:moveTo>
                  <a:pt x="73152" y="233172"/>
                </a:moveTo>
                <a:lnTo>
                  <a:pt x="74033" y="205430"/>
                </a:lnTo>
                <a:lnTo>
                  <a:pt x="74485" y="176974"/>
                </a:lnTo>
                <a:lnTo>
                  <a:pt x="74590" y="77914"/>
                </a:lnTo>
                <a:lnTo>
                  <a:pt x="74488" y="60698"/>
                </a:lnTo>
                <a:lnTo>
                  <a:pt x="74033" y="33337"/>
                </a:lnTo>
                <a:lnTo>
                  <a:pt x="73152" y="7620"/>
                </a:lnTo>
                <a:lnTo>
                  <a:pt x="106680" y="27432"/>
                </a:lnTo>
                <a:lnTo>
                  <a:pt x="260924" y="27432"/>
                </a:lnTo>
                <a:lnTo>
                  <a:pt x="266699" y="32004"/>
                </a:lnTo>
                <a:lnTo>
                  <a:pt x="255524" y="41148"/>
                </a:lnTo>
                <a:lnTo>
                  <a:pt x="106680" y="41148"/>
                </a:lnTo>
                <a:lnTo>
                  <a:pt x="106680" y="111252"/>
                </a:lnTo>
                <a:lnTo>
                  <a:pt x="250012" y="111252"/>
                </a:lnTo>
                <a:lnTo>
                  <a:pt x="250063" y="124968"/>
                </a:lnTo>
                <a:lnTo>
                  <a:pt x="106680" y="124968"/>
                </a:lnTo>
                <a:lnTo>
                  <a:pt x="106680" y="192024"/>
                </a:lnTo>
                <a:lnTo>
                  <a:pt x="250910" y="192024"/>
                </a:lnTo>
                <a:lnTo>
                  <a:pt x="251290" y="205740"/>
                </a:lnTo>
                <a:lnTo>
                  <a:pt x="106680" y="205740"/>
                </a:lnTo>
                <a:lnTo>
                  <a:pt x="106680" y="220979"/>
                </a:lnTo>
                <a:lnTo>
                  <a:pt x="73152" y="233172"/>
                </a:lnTo>
                <a:close/>
              </a:path>
              <a:path w="558164" h="541019">
                <a:moveTo>
                  <a:pt x="250012" y="111252"/>
                </a:moveTo>
                <a:lnTo>
                  <a:pt x="217932" y="111252"/>
                </a:lnTo>
                <a:lnTo>
                  <a:pt x="217932" y="41148"/>
                </a:lnTo>
                <a:lnTo>
                  <a:pt x="255524" y="41148"/>
                </a:lnTo>
                <a:lnTo>
                  <a:pt x="249936" y="45720"/>
                </a:lnTo>
                <a:lnTo>
                  <a:pt x="250012" y="111252"/>
                </a:lnTo>
                <a:close/>
              </a:path>
              <a:path w="558164" h="541019">
                <a:moveTo>
                  <a:pt x="385572" y="112776"/>
                </a:moveTo>
                <a:lnTo>
                  <a:pt x="373380" y="112776"/>
                </a:lnTo>
                <a:lnTo>
                  <a:pt x="378285" y="95416"/>
                </a:lnTo>
                <a:lnTo>
                  <a:pt x="381762" y="77914"/>
                </a:lnTo>
                <a:lnTo>
                  <a:pt x="384095" y="60698"/>
                </a:lnTo>
                <a:lnTo>
                  <a:pt x="385572" y="44196"/>
                </a:lnTo>
                <a:lnTo>
                  <a:pt x="426719" y="44196"/>
                </a:lnTo>
                <a:lnTo>
                  <a:pt x="420719" y="53625"/>
                </a:lnTo>
                <a:lnTo>
                  <a:pt x="411861" y="68199"/>
                </a:lnTo>
                <a:lnTo>
                  <a:pt x="400145" y="87915"/>
                </a:lnTo>
                <a:lnTo>
                  <a:pt x="385572" y="112776"/>
                </a:lnTo>
                <a:close/>
              </a:path>
              <a:path w="558164" h="541019">
                <a:moveTo>
                  <a:pt x="522642" y="112776"/>
                </a:moveTo>
                <a:lnTo>
                  <a:pt x="477012" y="112776"/>
                </a:lnTo>
                <a:lnTo>
                  <a:pt x="493776" y="91440"/>
                </a:lnTo>
                <a:lnTo>
                  <a:pt x="522642" y="112776"/>
                </a:lnTo>
                <a:close/>
              </a:path>
              <a:path w="558164" h="541019">
                <a:moveTo>
                  <a:pt x="309372" y="345948"/>
                </a:moveTo>
                <a:lnTo>
                  <a:pt x="311467" y="289941"/>
                </a:lnTo>
                <a:lnTo>
                  <a:pt x="312238" y="246888"/>
                </a:lnTo>
                <a:lnTo>
                  <a:pt x="312341" y="211836"/>
                </a:lnTo>
                <a:lnTo>
                  <a:pt x="312158" y="187071"/>
                </a:lnTo>
                <a:lnTo>
                  <a:pt x="311467" y="153924"/>
                </a:lnTo>
                <a:lnTo>
                  <a:pt x="310491" y="123063"/>
                </a:lnTo>
                <a:lnTo>
                  <a:pt x="309372" y="94488"/>
                </a:lnTo>
                <a:lnTo>
                  <a:pt x="342900" y="112776"/>
                </a:lnTo>
                <a:lnTo>
                  <a:pt x="522642" y="112776"/>
                </a:lnTo>
                <a:lnTo>
                  <a:pt x="528828" y="117348"/>
                </a:lnTo>
                <a:lnTo>
                  <a:pt x="517093" y="128016"/>
                </a:lnTo>
                <a:lnTo>
                  <a:pt x="342900" y="128016"/>
                </a:lnTo>
                <a:lnTo>
                  <a:pt x="342900" y="326136"/>
                </a:lnTo>
                <a:lnTo>
                  <a:pt x="309372" y="345948"/>
                </a:lnTo>
                <a:close/>
              </a:path>
              <a:path w="558164" h="541019">
                <a:moveTo>
                  <a:pt x="250910" y="192024"/>
                </a:moveTo>
                <a:lnTo>
                  <a:pt x="217932" y="192024"/>
                </a:lnTo>
                <a:lnTo>
                  <a:pt x="217932" y="124968"/>
                </a:lnTo>
                <a:lnTo>
                  <a:pt x="250063" y="124968"/>
                </a:lnTo>
                <a:lnTo>
                  <a:pt x="250126" y="141922"/>
                </a:lnTo>
                <a:lnTo>
                  <a:pt x="250578" y="180093"/>
                </a:lnTo>
                <a:lnTo>
                  <a:pt x="250910" y="192024"/>
                </a:lnTo>
                <a:close/>
              </a:path>
              <a:path w="558164" h="541019">
                <a:moveTo>
                  <a:pt x="481584" y="338328"/>
                </a:moveTo>
                <a:lnTo>
                  <a:pt x="481584" y="128016"/>
                </a:lnTo>
                <a:lnTo>
                  <a:pt x="517093" y="128016"/>
                </a:lnTo>
                <a:lnTo>
                  <a:pt x="512064" y="132588"/>
                </a:lnTo>
                <a:lnTo>
                  <a:pt x="512185" y="252293"/>
                </a:lnTo>
                <a:lnTo>
                  <a:pt x="512347" y="259079"/>
                </a:lnTo>
                <a:lnTo>
                  <a:pt x="513119" y="277296"/>
                </a:lnTo>
                <a:lnTo>
                  <a:pt x="514036" y="297179"/>
                </a:lnTo>
                <a:lnTo>
                  <a:pt x="515112" y="321564"/>
                </a:lnTo>
                <a:lnTo>
                  <a:pt x="481584" y="338328"/>
                </a:lnTo>
                <a:close/>
              </a:path>
              <a:path w="558164" h="541019">
                <a:moveTo>
                  <a:pt x="263652" y="477011"/>
                </a:moveTo>
                <a:lnTo>
                  <a:pt x="259080" y="469392"/>
                </a:lnTo>
                <a:lnTo>
                  <a:pt x="291917" y="449937"/>
                </a:lnTo>
                <a:lnTo>
                  <a:pt x="319468" y="430339"/>
                </a:lnTo>
                <a:lnTo>
                  <a:pt x="358140" y="390144"/>
                </a:lnTo>
                <a:lnTo>
                  <a:pt x="379857" y="345757"/>
                </a:lnTo>
                <a:lnTo>
                  <a:pt x="390119" y="291274"/>
                </a:lnTo>
                <a:lnTo>
                  <a:pt x="391136" y="246888"/>
                </a:lnTo>
                <a:lnTo>
                  <a:pt x="391217" y="222504"/>
                </a:lnTo>
                <a:lnTo>
                  <a:pt x="391001" y="197643"/>
                </a:lnTo>
                <a:lnTo>
                  <a:pt x="390144" y="163068"/>
                </a:lnTo>
                <a:lnTo>
                  <a:pt x="443484" y="188976"/>
                </a:lnTo>
                <a:lnTo>
                  <a:pt x="423672" y="205740"/>
                </a:lnTo>
                <a:lnTo>
                  <a:pt x="423076" y="252293"/>
                </a:lnTo>
                <a:lnTo>
                  <a:pt x="421195" y="291274"/>
                </a:lnTo>
                <a:lnTo>
                  <a:pt x="413004" y="345948"/>
                </a:lnTo>
                <a:lnTo>
                  <a:pt x="394525" y="384238"/>
                </a:lnTo>
                <a:lnTo>
                  <a:pt x="365760" y="419100"/>
                </a:lnTo>
                <a:lnTo>
                  <a:pt x="323278" y="450342"/>
                </a:lnTo>
                <a:lnTo>
                  <a:pt x="295679" y="464105"/>
                </a:lnTo>
                <a:lnTo>
                  <a:pt x="263652" y="477011"/>
                </a:lnTo>
                <a:close/>
              </a:path>
              <a:path w="558164" h="541019">
                <a:moveTo>
                  <a:pt x="217932" y="228600"/>
                </a:moveTo>
                <a:lnTo>
                  <a:pt x="217932" y="205740"/>
                </a:lnTo>
                <a:lnTo>
                  <a:pt x="251290" y="205740"/>
                </a:lnTo>
                <a:lnTo>
                  <a:pt x="251460" y="211836"/>
                </a:lnTo>
                <a:lnTo>
                  <a:pt x="217932" y="228600"/>
                </a:lnTo>
                <a:close/>
              </a:path>
              <a:path w="558164" h="541019">
                <a:moveTo>
                  <a:pt x="41148" y="280416"/>
                </a:moveTo>
                <a:lnTo>
                  <a:pt x="19812" y="259079"/>
                </a:lnTo>
                <a:lnTo>
                  <a:pt x="230124" y="259079"/>
                </a:lnTo>
                <a:lnTo>
                  <a:pt x="259080" y="230124"/>
                </a:lnTo>
                <a:lnTo>
                  <a:pt x="297180" y="272796"/>
                </a:lnTo>
                <a:lnTo>
                  <a:pt x="99060" y="272796"/>
                </a:lnTo>
                <a:lnTo>
                  <a:pt x="83581" y="273343"/>
                </a:lnTo>
                <a:lnTo>
                  <a:pt x="68961" y="274891"/>
                </a:lnTo>
                <a:lnTo>
                  <a:pt x="54911" y="277296"/>
                </a:lnTo>
                <a:lnTo>
                  <a:pt x="41148" y="280416"/>
                </a:lnTo>
                <a:close/>
              </a:path>
              <a:path w="558164" h="541019">
                <a:moveTo>
                  <a:pt x="179832" y="455676"/>
                </a:moveTo>
                <a:lnTo>
                  <a:pt x="149352" y="455676"/>
                </a:lnTo>
                <a:lnTo>
                  <a:pt x="149352" y="272796"/>
                </a:lnTo>
                <a:lnTo>
                  <a:pt x="179832" y="272796"/>
                </a:lnTo>
                <a:lnTo>
                  <a:pt x="179832" y="356616"/>
                </a:lnTo>
                <a:lnTo>
                  <a:pt x="274489" y="356616"/>
                </a:lnTo>
                <a:lnTo>
                  <a:pt x="288036" y="371856"/>
                </a:lnTo>
                <a:lnTo>
                  <a:pt x="179832" y="371856"/>
                </a:lnTo>
                <a:lnTo>
                  <a:pt x="179832" y="455676"/>
                </a:lnTo>
                <a:close/>
              </a:path>
              <a:path w="558164" h="541019">
                <a:moveTo>
                  <a:pt x="7620" y="541020"/>
                </a:moveTo>
                <a:lnTo>
                  <a:pt x="0" y="536448"/>
                </a:lnTo>
                <a:lnTo>
                  <a:pt x="14001" y="510159"/>
                </a:lnTo>
                <a:lnTo>
                  <a:pt x="26289" y="481584"/>
                </a:lnTo>
                <a:lnTo>
                  <a:pt x="45720" y="417576"/>
                </a:lnTo>
                <a:lnTo>
                  <a:pt x="56959" y="353949"/>
                </a:lnTo>
                <a:lnTo>
                  <a:pt x="62484" y="297179"/>
                </a:lnTo>
                <a:lnTo>
                  <a:pt x="111252" y="321564"/>
                </a:lnTo>
                <a:lnTo>
                  <a:pt x="101798" y="328707"/>
                </a:lnTo>
                <a:lnTo>
                  <a:pt x="93916" y="343281"/>
                </a:lnTo>
                <a:lnTo>
                  <a:pt x="87463" y="365283"/>
                </a:lnTo>
                <a:lnTo>
                  <a:pt x="82296" y="394716"/>
                </a:lnTo>
                <a:lnTo>
                  <a:pt x="94868" y="409956"/>
                </a:lnTo>
                <a:lnTo>
                  <a:pt x="77724" y="409956"/>
                </a:lnTo>
                <a:lnTo>
                  <a:pt x="62201" y="450723"/>
                </a:lnTo>
                <a:lnTo>
                  <a:pt x="45529" y="485775"/>
                </a:lnTo>
                <a:lnTo>
                  <a:pt x="27360" y="515826"/>
                </a:lnTo>
                <a:lnTo>
                  <a:pt x="7620" y="541020"/>
                </a:lnTo>
                <a:close/>
              </a:path>
              <a:path w="558164" h="541019">
                <a:moveTo>
                  <a:pt x="274489" y="356616"/>
                </a:moveTo>
                <a:lnTo>
                  <a:pt x="225552" y="356616"/>
                </a:lnTo>
                <a:lnTo>
                  <a:pt x="251460" y="330708"/>
                </a:lnTo>
                <a:lnTo>
                  <a:pt x="274489" y="356616"/>
                </a:lnTo>
                <a:close/>
              </a:path>
              <a:path w="558164" h="541019">
                <a:moveTo>
                  <a:pt x="522732" y="460248"/>
                </a:moveTo>
                <a:lnTo>
                  <a:pt x="519684" y="460248"/>
                </a:lnTo>
                <a:lnTo>
                  <a:pt x="516850" y="458795"/>
                </a:lnTo>
                <a:lnTo>
                  <a:pt x="513016" y="454342"/>
                </a:lnTo>
                <a:lnTo>
                  <a:pt x="508325" y="446746"/>
                </a:lnTo>
                <a:lnTo>
                  <a:pt x="502919" y="435864"/>
                </a:lnTo>
                <a:lnTo>
                  <a:pt x="490680" y="418457"/>
                </a:lnTo>
                <a:lnTo>
                  <a:pt x="472440" y="398335"/>
                </a:lnTo>
                <a:lnTo>
                  <a:pt x="448484" y="375642"/>
                </a:lnTo>
                <a:lnTo>
                  <a:pt x="419100" y="350520"/>
                </a:lnTo>
                <a:lnTo>
                  <a:pt x="423672" y="342900"/>
                </a:lnTo>
                <a:lnTo>
                  <a:pt x="465129" y="362664"/>
                </a:lnTo>
                <a:lnTo>
                  <a:pt x="516040" y="391334"/>
                </a:lnTo>
                <a:lnTo>
                  <a:pt x="534924" y="417576"/>
                </a:lnTo>
                <a:lnTo>
                  <a:pt x="534809" y="430339"/>
                </a:lnTo>
                <a:lnTo>
                  <a:pt x="533400" y="437387"/>
                </a:lnTo>
                <a:lnTo>
                  <a:pt x="528828" y="446532"/>
                </a:lnTo>
                <a:lnTo>
                  <a:pt x="525780" y="455676"/>
                </a:lnTo>
                <a:lnTo>
                  <a:pt x="522732" y="460248"/>
                </a:lnTo>
                <a:close/>
              </a:path>
              <a:path w="558164" h="541019">
                <a:moveTo>
                  <a:pt x="437095" y="524621"/>
                </a:moveTo>
                <a:lnTo>
                  <a:pt x="373172" y="523890"/>
                </a:lnTo>
                <a:lnTo>
                  <a:pt x="320369" y="522061"/>
                </a:lnTo>
                <a:lnTo>
                  <a:pt x="278757" y="519135"/>
                </a:lnTo>
                <a:lnTo>
                  <a:pt x="219241" y="508825"/>
                </a:lnTo>
                <a:lnTo>
                  <a:pt x="170616" y="492823"/>
                </a:lnTo>
                <a:lnTo>
                  <a:pt x="133230" y="470820"/>
                </a:lnTo>
                <a:lnTo>
                  <a:pt x="96226" y="434244"/>
                </a:lnTo>
                <a:lnTo>
                  <a:pt x="77724" y="409956"/>
                </a:lnTo>
                <a:lnTo>
                  <a:pt x="94868" y="409956"/>
                </a:lnTo>
                <a:lnTo>
                  <a:pt x="95988" y="411313"/>
                </a:lnTo>
                <a:lnTo>
                  <a:pt x="111823" y="426910"/>
                </a:lnTo>
                <a:lnTo>
                  <a:pt x="129659" y="441650"/>
                </a:lnTo>
                <a:lnTo>
                  <a:pt x="149352" y="455676"/>
                </a:lnTo>
                <a:lnTo>
                  <a:pt x="179832" y="455676"/>
                </a:lnTo>
                <a:lnTo>
                  <a:pt x="179832" y="464820"/>
                </a:lnTo>
                <a:lnTo>
                  <a:pt x="208121" y="473964"/>
                </a:lnTo>
                <a:lnTo>
                  <a:pt x="244983" y="480822"/>
                </a:lnTo>
                <a:lnTo>
                  <a:pt x="290417" y="485394"/>
                </a:lnTo>
                <a:lnTo>
                  <a:pt x="344424" y="487680"/>
                </a:lnTo>
                <a:lnTo>
                  <a:pt x="554208" y="487680"/>
                </a:lnTo>
                <a:lnTo>
                  <a:pt x="537781" y="494680"/>
                </a:lnTo>
                <a:lnTo>
                  <a:pt x="523494" y="504063"/>
                </a:lnTo>
                <a:lnTo>
                  <a:pt x="514921" y="514016"/>
                </a:lnTo>
                <a:lnTo>
                  <a:pt x="512064" y="524256"/>
                </a:lnTo>
                <a:lnTo>
                  <a:pt x="437095" y="524621"/>
                </a:lnTo>
                <a:close/>
              </a:path>
              <a:path w="558164" h="541019">
                <a:moveTo>
                  <a:pt x="554208" y="487680"/>
                </a:moveTo>
                <a:lnTo>
                  <a:pt x="344424" y="487680"/>
                </a:lnTo>
                <a:lnTo>
                  <a:pt x="400692" y="487084"/>
                </a:lnTo>
                <a:lnTo>
                  <a:pt x="455104" y="485203"/>
                </a:lnTo>
                <a:lnTo>
                  <a:pt x="507515" y="481893"/>
                </a:lnTo>
                <a:lnTo>
                  <a:pt x="557784" y="477011"/>
                </a:lnTo>
                <a:lnTo>
                  <a:pt x="557784" y="486156"/>
                </a:lnTo>
                <a:lnTo>
                  <a:pt x="554208" y="487680"/>
                </a:lnTo>
                <a:close/>
              </a:path>
            </a:pathLst>
          </a:custGeom>
          <a:solidFill>
            <a:srgbClr val="3333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" name="object 5"/>
          <p:cNvSpPr/>
          <p:nvPr/>
        </p:nvSpPr>
        <p:spPr>
          <a:xfrm>
            <a:off x="2991611" y="1275587"/>
            <a:ext cx="490855" cy="553720"/>
          </a:xfrm>
          <a:custGeom>
            <a:avLst/>
            <a:gdLst/>
            <a:ahLst/>
            <a:cxnLst/>
            <a:rect l="l" t="t" r="r" b="b"/>
            <a:pathLst>
              <a:path w="490854" h="553719">
                <a:moveTo>
                  <a:pt x="74676" y="124968"/>
                </a:moveTo>
                <a:lnTo>
                  <a:pt x="60960" y="124968"/>
                </a:lnTo>
                <a:lnTo>
                  <a:pt x="71223" y="86367"/>
                </a:lnTo>
                <a:lnTo>
                  <a:pt x="79057" y="52768"/>
                </a:lnTo>
                <a:lnTo>
                  <a:pt x="84320" y="24026"/>
                </a:lnTo>
                <a:lnTo>
                  <a:pt x="86868" y="0"/>
                </a:lnTo>
                <a:lnTo>
                  <a:pt x="138684" y="28956"/>
                </a:lnTo>
                <a:lnTo>
                  <a:pt x="126111" y="39243"/>
                </a:lnTo>
                <a:lnTo>
                  <a:pt x="111252" y="58674"/>
                </a:lnTo>
                <a:lnTo>
                  <a:pt x="94107" y="87249"/>
                </a:lnTo>
                <a:lnTo>
                  <a:pt x="74676" y="124968"/>
                </a:lnTo>
                <a:close/>
              </a:path>
              <a:path w="490854" h="553719">
                <a:moveTo>
                  <a:pt x="204216" y="263652"/>
                </a:moveTo>
                <a:lnTo>
                  <a:pt x="196596" y="259080"/>
                </a:lnTo>
                <a:lnTo>
                  <a:pt x="220051" y="221361"/>
                </a:lnTo>
                <a:lnTo>
                  <a:pt x="240220" y="185928"/>
                </a:lnTo>
                <a:lnTo>
                  <a:pt x="271271" y="121920"/>
                </a:lnTo>
                <a:lnTo>
                  <a:pt x="291655" y="62484"/>
                </a:lnTo>
                <a:lnTo>
                  <a:pt x="306323" y="3048"/>
                </a:lnTo>
                <a:lnTo>
                  <a:pt x="359664" y="33528"/>
                </a:lnTo>
                <a:lnTo>
                  <a:pt x="348234" y="44053"/>
                </a:lnTo>
                <a:lnTo>
                  <a:pt x="334518" y="64008"/>
                </a:lnTo>
                <a:lnTo>
                  <a:pt x="318516" y="93106"/>
                </a:lnTo>
                <a:lnTo>
                  <a:pt x="300228" y="131064"/>
                </a:lnTo>
                <a:lnTo>
                  <a:pt x="480504" y="131064"/>
                </a:lnTo>
                <a:lnTo>
                  <a:pt x="490728" y="141732"/>
                </a:lnTo>
                <a:lnTo>
                  <a:pt x="484909" y="146304"/>
                </a:lnTo>
                <a:lnTo>
                  <a:pt x="294132" y="146304"/>
                </a:lnTo>
                <a:lnTo>
                  <a:pt x="273010" y="179427"/>
                </a:lnTo>
                <a:lnTo>
                  <a:pt x="250888" y="210121"/>
                </a:lnTo>
                <a:lnTo>
                  <a:pt x="227909" y="238244"/>
                </a:lnTo>
                <a:lnTo>
                  <a:pt x="204216" y="263652"/>
                </a:lnTo>
                <a:close/>
              </a:path>
              <a:path w="490854" h="553719">
                <a:moveTo>
                  <a:pt x="202691" y="124968"/>
                </a:moveTo>
                <a:lnTo>
                  <a:pt x="153924" y="124968"/>
                </a:lnTo>
                <a:lnTo>
                  <a:pt x="178308" y="100584"/>
                </a:lnTo>
                <a:lnTo>
                  <a:pt x="202691" y="124968"/>
                </a:lnTo>
                <a:close/>
              </a:path>
              <a:path w="490854" h="553719">
                <a:moveTo>
                  <a:pt x="0" y="548640"/>
                </a:moveTo>
                <a:lnTo>
                  <a:pt x="1269" y="483108"/>
                </a:lnTo>
                <a:lnTo>
                  <a:pt x="2104" y="434735"/>
                </a:lnTo>
                <a:lnTo>
                  <a:pt x="2786" y="379761"/>
                </a:lnTo>
                <a:lnTo>
                  <a:pt x="2933" y="300227"/>
                </a:lnTo>
                <a:lnTo>
                  <a:pt x="2809" y="273939"/>
                </a:lnTo>
                <a:lnTo>
                  <a:pt x="2720" y="263652"/>
                </a:lnTo>
                <a:lnTo>
                  <a:pt x="2095" y="213550"/>
                </a:lnTo>
                <a:lnTo>
                  <a:pt x="1119" y="158519"/>
                </a:lnTo>
                <a:lnTo>
                  <a:pt x="0" y="103632"/>
                </a:lnTo>
                <a:lnTo>
                  <a:pt x="36576" y="124968"/>
                </a:lnTo>
                <a:lnTo>
                  <a:pt x="202691" y="124968"/>
                </a:lnTo>
                <a:lnTo>
                  <a:pt x="213359" y="135636"/>
                </a:lnTo>
                <a:lnTo>
                  <a:pt x="208926" y="138684"/>
                </a:lnTo>
                <a:lnTo>
                  <a:pt x="33528" y="138684"/>
                </a:lnTo>
                <a:lnTo>
                  <a:pt x="33528" y="292608"/>
                </a:lnTo>
                <a:lnTo>
                  <a:pt x="189297" y="292608"/>
                </a:lnTo>
                <a:lnTo>
                  <a:pt x="189372" y="306324"/>
                </a:lnTo>
                <a:lnTo>
                  <a:pt x="33528" y="306324"/>
                </a:lnTo>
                <a:lnTo>
                  <a:pt x="33528" y="473964"/>
                </a:lnTo>
                <a:lnTo>
                  <a:pt x="191086" y="473964"/>
                </a:lnTo>
                <a:lnTo>
                  <a:pt x="191319" y="487680"/>
                </a:lnTo>
                <a:lnTo>
                  <a:pt x="33528" y="487680"/>
                </a:lnTo>
                <a:lnTo>
                  <a:pt x="33528" y="528828"/>
                </a:lnTo>
                <a:lnTo>
                  <a:pt x="0" y="548640"/>
                </a:lnTo>
                <a:close/>
              </a:path>
              <a:path w="490854" h="553719">
                <a:moveTo>
                  <a:pt x="480504" y="131064"/>
                </a:moveTo>
                <a:lnTo>
                  <a:pt x="428244" y="131064"/>
                </a:lnTo>
                <a:lnTo>
                  <a:pt x="455676" y="105156"/>
                </a:lnTo>
                <a:lnTo>
                  <a:pt x="480504" y="131064"/>
                </a:lnTo>
                <a:close/>
              </a:path>
              <a:path w="490854" h="553719">
                <a:moveTo>
                  <a:pt x="189297" y="292608"/>
                </a:moveTo>
                <a:lnTo>
                  <a:pt x="158496" y="292608"/>
                </a:lnTo>
                <a:lnTo>
                  <a:pt x="158496" y="138684"/>
                </a:lnTo>
                <a:lnTo>
                  <a:pt x="208926" y="138684"/>
                </a:lnTo>
                <a:lnTo>
                  <a:pt x="188976" y="152400"/>
                </a:lnTo>
                <a:lnTo>
                  <a:pt x="189099" y="238244"/>
                </a:lnTo>
                <a:lnTo>
                  <a:pt x="189297" y="292608"/>
                </a:lnTo>
                <a:close/>
              </a:path>
              <a:path w="490854" h="553719">
                <a:moveTo>
                  <a:pt x="450590" y="495300"/>
                </a:moveTo>
                <a:lnTo>
                  <a:pt x="390144" y="495300"/>
                </a:lnTo>
                <a:lnTo>
                  <a:pt x="402431" y="492728"/>
                </a:lnTo>
                <a:lnTo>
                  <a:pt x="411861" y="485013"/>
                </a:lnTo>
                <a:lnTo>
                  <a:pt x="424321" y="434735"/>
                </a:lnTo>
                <a:lnTo>
                  <a:pt x="428244" y="357378"/>
                </a:lnTo>
                <a:lnTo>
                  <a:pt x="430235" y="297060"/>
                </a:lnTo>
                <a:lnTo>
                  <a:pt x="432179" y="228728"/>
                </a:lnTo>
                <a:lnTo>
                  <a:pt x="434340" y="146304"/>
                </a:lnTo>
                <a:lnTo>
                  <a:pt x="484909" y="146304"/>
                </a:lnTo>
                <a:lnTo>
                  <a:pt x="469391" y="158496"/>
                </a:lnTo>
                <a:lnTo>
                  <a:pt x="467740" y="244736"/>
                </a:lnTo>
                <a:lnTo>
                  <a:pt x="465828" y="317754"/>
                </a:lnTo>
                <a:lnTo>
                  <a:pt x="463677" y="376999"/>
                </a:lnTo>
                <a:lnTo>
                  <a:pt x="461264" y="423107"/>
                </a:lnTo>
                <a:lnTo>
                  <a:pt x="455676" y="475488"/>
                </a:lnTo>
                <a:lnTo>
                  <a:pt x="451675" y="492347"/>
                </a:lnTo>
                <a:lnTo>
                  <a:pt x="450590" y="495300"/>
                </a:lnTo>
                <a:close/>
              </a:path>
              <a:path w="490854" h="553719">
                <a:moveTo>
                  <a:pt x="320040" y="370332"/>
                </a:moveTo>
                <a:lnTo>
                  <a:pt x="316992" y="370332"/>
                </a:lnTo>
                <a:lnTo>
                  <a:pt x="311824" y="368307"/>
                </a:lnTo>
                <a:lnTo>
                  <a:pt x="307657" y="362140"/>
                </a:lnTo>
                <a:lnTo>
                  <a:pt x="304347" y="351686"/>
                </a:lnTo>
                <a:lnTo>
                  <a:pt x="301752" y="336804"/>
                </a:lnTo>
                <a:lnTo>
                  <a:pt x="295727" y="313062"/>
                </a:lnTo>
                <a:lnTo>
                  <a:pt x="286702" y="289750"/>
                </a:lnTo>
                <a:lnTo>
                  <a:pt x="274534" y="266723"/>
                </a:lnTo>
                <a:lnTo>
                  <a:pt x="259080" y="243840"/>
                </a:lnTo>
                <a:lnTo>
                  <a:pt x="263652" y="236220"/>
                </a:lnTo>
                <a:lnTo>
                  <a:pt x="309181" y="273939"/>
                </a:lnTo>
                <a:lnTo>
                  <a:pt x="334708" y="309705"/>
                </a:lnTo>
                <a:lnTo>
                  <a:pt x="339852" y="330708"/>
                </a:lnTo>
                <a:lnTo>
                  <a:pt x="339280" y="338447"/>
                </a:lnTo>
                <a:lnTo>
                  <a:pt x="337566" y="345757"/>
                </a:lnTo>
                <a:lnTo>
                  <a:pt x="334708" y="352782"/>
                </a:lnTo>
                <a:lnTo>
                  <a:pt x="330708" y="359664"/>
                </a:lnTo>
                <a:lnTo>
                  <a:pt x="324612" y="367284"/>
                </a:lnTo>
                <a:lnTo>
                  <a:pt x="320040" y="370332"/>
                </a:lnTo>
                <a:close/>
              </a:path>
              <a:path w="490854" h="553719">
                <a:moveTo>
                  <a:pt x="191086" y="473964"/>
                </a:moveTo>
                <a:lnTo>
                  <a:pt x="158496" y="473964"/>
                </a:lnTo>
                <a:lnTo>
                  <a:pt x="158496" y="306324"/>
                </a:lnTo>
                <a:lnTo>
                  <a:pt x="189372" y="306324"/>
                </a:lnTo>
                <a:lnTo>
                  <a:pt x="189695" y="357420"/>
                </a:lnTo>
                <a:lnTo>
                  <a:pt x="190184" y="409836"/>
                </a:lnTo>
                <a:lnTo>
                  <a:pt x="190780" y="455922"/>
                </a:lnTo>
                <a:lnTo>
                  <a:pt x="191086" y="473964"/>
                </a:lnTo>
                <a:close/>
              </a:path>
              <a:path w="490854" h="553719">
                <a:moveTo>
                  <a:pt x="384048" y="553212"/>
                </a:moveTo>
                <a:lnTo>
                  <a:pt x="374022" y="534947"/>
                </a:lnTo>
                <a:lnTo>
                  <a:pt x="357568" y="519112"/>
                </a:lnTo>
                <a:lnTo>
                  <a:pt x="334541" y="505848"/>
                </a:lnTo>
                <a:lnTo>
                  <a:pt x="304800" y="495300"/>
                </a:lnTo>
                <a:lnTo>
                  <a:pt x="304800" y="483108"/>
                </a:lnTo>
                <a:lnTo>
                  <a:pt x="332493" y="488227"/>
                </a:lnTo>
                <a:lnTo>
                  <a:pt x="356044" y="492061"/>
                </a:lnTo>
                <a:lnTo>
                  <a:pt x="375308" y="494466"/>
                </a:lnTo>
                <a:lnTo>
                  <a:pt x="390144" y="495300"/>
                </a:lnTo>
                <a:lnTo>
                  <a:pt x="450590" y="495300"/>
                </a:lnTo>
                <a:lnTo>
                  <a:pt x="446532" y="506349"/>
                </a:lnTo>
                <a:lnTo>
                  <a:pt x="412432" y="540067"/>
                </a:lnTo>
                <a:lnTo>
                  <a:pt x="399168" y="546568"/>
                </a:lnTo>
                <a:lnTo>
                  <a:pt x="384048" y="553212"/>
                </a:lnTo>
                <a:close/>
              </a:path>
              <a:path w="490854" h="553719">
                <a:moveTo>
                  <a:pt x="158496" y="537971"/>
                </a:moveTo>
                <a:lnTo>
                  <a:pt x="158496" y="487680"/>
                </a:lnTo>
                <a:lnTo>
                  <a:pt x="191319" y="487680"/>
                </a:lnTo>
                <a:lnTo>
                  <a:pt x="192023" y="519684"/>
                </a:lnTo>
                <a:lnTo>
                  <a:pt x="158496" y="537971"/>
                </a:lnTo>
                <a:close/>
              </a:path>
            </a:pathLst>
          </a:custGeom>
          <a:solidFill>
            <a:srgbClr val="3333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" name="object 6"/>
          <p:cNvSpPr/>
          <p:nvPr/>
        </p:nvSpPr>
        <p:spPr>
          <a:xfrm>
            <a:off x="3557015" y="1275588"/>
            <a:ext cx="559435" cy="559435"/>
          </a:xfrm>
          <a:custGeom>
            <a:avLst/>
            <a:gdLst/>
            <a:ahLst/>
            <a:cxnLst/>
            <a:rect l="l" t="t" r="r" b="b"/>
            <a:pathLst>
              <a:path w="559435" h="559435">
                <a:moveTo>
                  <a:pt x="129540" y="131064"/>
                </a:moveTo>
                <a:lnTo>
                  <a:pt x="97536" y="131064"/>
                </a:lnTo>
                <a:lnTo>
                  <a:pt x="97439" y="76771"/>
                </a:lnTo>
                <a:lnTo>
                  <a:pt x="97314" y="54864"/>
                </a:lnTo>
                <a:lnTo>
                  <a:pt x="96881" y="25908"/>
                </a:lnTo>
                <a:lnTo>
                  <a:pt x="96012" y="0"/>
                </a:lnTo>
                <a:lnTo>
                  <a:pt x="150876" y="25908"/>
                </a:lnTo>
                <a:lnTo>
                  <a:pt x="129540" y="42672"/>
                </a:lnTo>
                <a:lnTo>
                  <a:pt x="129540" y="131064"/>
                </a:lnTo>
                <a:close/>
              </a:path>
              <a:path w="559435" h="559435">
                <a:moveTo>
                  <a:pt x="485618" y="41148"/>
                </a:moveTo>
                <a:lnTo>
                  <a:pt x="435864" y="41148"/>
                </a:lnTo>
                <a:lnTo>
                  <a:pt x="452628" y="16764"/>
                </a:lnTo>
                <a:lnTo>
                  <a:pt x="485618" y="41148"/>
                </a:lnTo>
                <a:close/>
              </a:path>
              <a:path w="559435" h="559435">
                <a:moveTo>
                  <a:pt x="252984" y="259080"/>
                </a:moveTo>
                <a:lnTo>
                  <a:pt x="255079" y="206692"/>
                </a:lnTo>
                <a:lnTo>
                  <a:pt x="255961" y="150876"/>
                </a:lnTo>
                <a:lnTo>
                  <a:pt x="255984" y="135636"/>
                </a:lnTo>
                <a:lnTo>
                  <a:pt x="255770" y="108323"/>
                </a:lnTo>
                <a:lnTo>
                  <a:pt x="255079" y="76771"/>
                </a:lnTo>
                <a:lnTo>
                  <a:pt x="254103" y="47220"/>
                </a:lnTo>
                <a:lnTo>
                  <a:pt x="252984" y="19812"/>
                </a:lnTo>
                <a:lnTo>
                  <a:pt x="286512" y="41148"/>
                </a:lnTo>
                <a:lnTo>
                  <a:pt x="485618" y="41148"/>
                </a:lnTo>
                <a:lnTo>
                  <a:pt x="487680" y="42672"/>
                </a:lnTo>
                <a:lnTo>
                  <a:pt x="474268" y="54864"/>
                </a:lnTo>
                <a:lnTo>
                  <a:pt x="286512" y="54864"/>
                </a:lnTo>
                <a:lnTo>
                  <a:pt x="286512" y="121920"/>
                </a:lnTo>
                <a:lnTo>
                  <a:pt x="471198" y="121920"/>
                </a:lnTo>
                <a:lnTo>
                  <a:pt x="471387" y="135636"/>
                </a:lnTo>
                <a:lnTo>
                  <a:pt x="286512" y="135636"/>
                </a:lnTo>
                <a:lnTo>
                  <a:pt x="286512" y="208788"/>
                </a:lnTo>
                <a:lnTo>
                  <a:pt x="472894" y="208788"/>
                </a:lnTo>
                <a:lnTo>
                  <a:pt x="473536" y="222504"/>
                </a:lnTo>
                <a:lnTo>
                  <a:pt x="286512" y="222504"/>
                </a:lnTo>
                <a:lnTo>
                  <a:pt x="286512" y="243840"/>
                </a:lnTo>
                <a:lnTo>
                  <a:pt x="252984" y="259080"/>
                </a:lnTo>
                <a:close/>
              </a:path>
              <a:path w="559435" h="559435">
                <a:moveTo>
                  <a:pt x="471198" y="121920"/>
                </a:moveTo>
                <a:lnTo>
                  <a:pt x="440436" y="121920"/>
                </a:lnTo>
                <a:lnTo>
                  <a:pt x="440436" y="54864"/>
                </a:lnTo>
                <a:lnTo>
                  <a:pt x="474268" y="54864"/>
                </a:lnTo>
                <a:lnTo>
                  <a:pt x="470916" y="57912"/>
                </a:lnTo>
                <a:lnTo>
                  <a:pt x="471198" y="121920"/>
                </a:lnTo>
                <a:close/>
              </a:path>
              <a:path w="559435" h="559435">
                <a:moveTo>
                  <a:pt x="24384" y="150876"/>
                </a:moveTo>
                <a:lnTo>
                  <a:pt x="4572" y="131064"/>
                </a:lnTo>
                <a:lnTo>
                  <a:pt x="156972" y="131064"/>
                </a:lnTo>
                <a:lnTo>
                  <a:pt x="184404" y="105156"/>
                </a:lnTo>
                <a:lnTo>
                  <a:pt x="224028" y="146304"/>
                </a:lnTo>
                <a:lnTo>
                  <a:pt x="51816" y="146304"/>
                </a:lnTo>
                <a:lnTo>
                  <a:pt x="24384" y="150876"/>
                </a:lnTo>
                <a:close/>
              </a:path>
              <a:path w="559435" h="559435">
                <a:moveTo>
                  <a:pt x="472894" y="208788"/>
                </a:moveTo>
                <a:lnTo>
                  <a:pt x="440436" y="208788"/>
                </a:lnTo>
                <a:lnTo>
                  <a:pt x="440436" y="135636"/>
                </a:lnTo>
                <a:lnTo>
                  <a:pt x="471387" y="135636"/>
                </a:lnTo>
                <a:lnTo>
                  <a:pt x="471868" y="170497"/>
                </a:lnTo>
                <a:lnTo>
                  <a:pt x="472817" y="206692"/>
                </a:lnTo>
                <a:lnTo>
                  <a:pt x="472894" y="208788"/>
                </a:lnTo>
                <a:close/>
              </a:path>
              <a:path w="559435" h="559435">
                <a:moveTo>
                  <a:pt x="28955" y="356616"/>
                </a:moveTo>
                <a:lnTo>
                  <a:pt x="0" y="313943"/>
                </a:lnTo>
                <a:lnTo>
                  <a:pt x="15668" y="308848"/>
                </a:lnTo>
                <a:lnTo>
                  <a:pt x="37338" y="300609"/>
                </a:lnTo>
                <a:lnTo>
                  <a:pt x="64722" y="289512"/>
                </a:lnTo>
                <a:lnTo>
                  <a:pt x="97536" y="275844"/>
                </a:lnTo>
                <a:lnTo>
                  <a:pt x="97536" y="146304"/>
                </a:lnTo>
                <a:lnTo>
                  <a:pt x="129540" y="146304"/>
                </a:lnTo>
                <a:lnTo>
                  <a:pt x="129540" y="260604"/>
                </a:lnTo>
                <a:lnTo>
                  <a:pt x="167470" y="260604"/>
                </a:lnTo>
                <a:lnTo>
                  <a:pt x="129540" y="284988"/>
                </a:lnTo>
                <a:lnTo>
                  <a:pt x="129540" y="301752"/>
                </a:lnTo>
                <a:lnTo>
                  <a:pt x="97536" y="301752"/>
                </a:lnTo>
                <a:lnTo>
                  <a:pt x="82724" y="311134"/>
                </a:lnTo>
                <a:lnTo>
                  <a:pt x="68199" y="320802"/>
                </a:lnTo>
                <a:lnTo>
                  <a:pt x="54244" y="330469"/>
                </a:lnTo>
                <a:lnTo>
                  <a:pt x="41148" y="339852"/>
                </a:lnTo>
                <a:lnTo>
                  <a:pt x="28955" y="356616"/>
                </a:lnTo>
                <a:close/>
              </a:path>
              <a:path w="559435" h="559435">
                <a:moveTo>
                  <a:pt x="167470" y="260604"/>
                </a:moveTo>
                <a:lnTo>
                  <a:pt x="129540" y="260604"/>
                </a:lnTo>
                <a:lnTo>
                  <a:pt x="210312" y="222504"/>
                </a:lnTo>
                <a:lnTo>
                  <a:pt x="214884" y="230124"/>
                </a:lnTo>
                <a:lnTo>
                  <a:pt x="167470" y="260604"/>
                </a:lnTo>
                <a:close/>
              </a:path>
              <a:path w="559435" h="559435">
                <a:moveTo>
                  <a:pt x="440436" y="248412"/>
                </a:moveTo>
                <a:lnTo>
                  <a:pt x="440436" y="222504"/>
                </a:lnTo>
                <a:lnTo>
                  <a:pt x="473536" y="222504"/>
                </a:lnTo>
                <a:lnTo>
                  <a:pt x="473964" y="231648"/>
                </a:lnTo>
                <a:lnTo>
                  <a:pt x="440436" y="248412"/>
                </a:lnTo>
                <a:close/>
              </a:path>
              <a:path w="559435" h="559435">
                <a:moveTo>
                  <a:pt x="190500" y="306324"/>
                </a:moveTo>
                <a:lnTo>
                  <a:pt x="169164" y="284988"/>
                </a:lnTo>
                <a:lnTo>
                  <a:pt x="483108" y="284988"/>
                </a:lnTo>
                <a:lnTo>
                  <a:pt x="513588" y="252984"/>
                </a:lnTo>
                <a:lnTo>
                  <a:pt x="559308" y="298704"/>
                </a:lnTo>
                <a:lnTo>
                  <a:pt x="248412" y="298704"/>
                </a:lnTo>
                <a:lnTo>
                  <a:pt x="233576" y="299251"/>
                </a:lnTo>
                <a:lnTo>
                  <a:pt x="218884" y="300799"/>
                </a:lnTo>
                <a:lnTo>
                  <a:pt x="204477" y="303204"/>
                </a:lnTo>
                <a:lnTo>
                  <a:pt x="190500" y="306324"/>
                </a:lnTo>
                <a:close/>
              </a:path>
              <a:path w="559435" h="559435">
                <a:moveTo>
                  <a:pt x="382524" y="486156"/>
                </a:moveTo>
                <a:lnTo>
                  <a:pt x="352044" y="486156"/>
                </a:lnTo>
                <a:lnTo>
                  <a:pt x="352044" y="298704"/>
                </a:lnTo>
                <a:lnTo>
                  <a:pt x="382524" y="298704"/>
                </a:lnTo>
                <a:lnTo>
                  <a:pt x="382524" y="382524"/>
                </a:lnTo>
                <a:lnTo>
                  <a:pt x="518160" y="382524"/>
                </a:lnTo>
                <a:lnTo>
                  <a:pt x="533400" y="397764"/>
                </a:lnTo>
                <a:lnTo>
                  <a:pt x="382524" y="397764"/>
                </a:lnTo>
                <a:lnTo>
                  <a:pt x="382524" y="486156"/>
                </a:lnTo>
                <a:close/>
              </a:path>
              <a:path w="559435" h="559435">
                <a:moveTo>
                  <a:pt x="127897" y="498348"/>
                </a:moveTo>
                <a:lnTo>
                  <a:pt x="77724" y="498348"/>
                </a:lnTo>
                <a:lnTo>
                  <a:pt x="87463" y="497538"/>
                </a:lnTo>
                <a:lnTo>
                  <a:pt x="93916" y="493014"/>
                </a:lnTo>
                <a:lnTo>
                  <a:pt x="97226" y="485060"/>
                </a:lnTo>
                <a:lnTo>
                  <a:pt x="97536" y="473964"/>
                </a:lnTo>
                <a:lnTo>
                  <a:pt x="97536" y="301752"/>
                </a:lnTo>
                <a:lnTo>
                  <a:pt x="129540" y="301752"/>
                </a:lnTo>
                <a:lnTo>
                  <a:pt x="129540" y="487680"/>
                </a:lnTo>
                <a:lnTo>
                  <a:pt x="127897" y="498348"/>
                </a:lnTo>
                <a:close/>
              </a:path>
              <a:path w="559435" h="559435">
                <a:moveTo>
                  <a:pt x="134112" y="559308"/>
                </a:moveTo>
                <a:lnTo>
                  <a:pt x="129540" y="553212"/>
                </a:lnTo>
                <a:lnTo>
                  <a:pt x="147756" y="532614"/>
                </a:lnTo>
                <a:lnTo>
                  <a:pt x="165544" y="509587"/>
                </a:lnTo>
                <a:lnTo>
                  <a:pt x="198120" y="455675"/>
                </a:lnTo>
                <a:lnTo>
                  <a:pt x="223266" y="391668"/>
                </a:lnTo>
                <a:lnTo>
                  <a:pt x="234696" y="318516"/>
                </a:lnTo>
                <a:lnTo>
                  <a:pt x="284988" y="348996"/>
                </a:lnTo>
                <a:lnTo>
                  <a:pt x="265176" y="359664"/>
                </a:lnTo>
                <a:lnTo>
                  <a:pt x="261770" y="371927"/>
                </a:lnTo>
                <a:lnTo>
                  <a:pt x="258508" y="383476"/>
                </a:lnTo>
                <a:lnTo>
                  <a:pt x="255531" y="394168"/>
                </a:lnTo>
                <a:lnTo>
                  <a:pt x="252984" y="403860"/>
                </a:lnTo>
                <a:lnTo>
                  <a:pt x="263231" y="416052"/>
                </a:lnTo>
                <a:lnTo>
                  <a:pt x="248412" y="416052"/>
                </a:lnTo>
                <a:lnTo>
                  <a:pt x="225837" y="458366"/>
                </a:lnTo>
                <a:lnTo>
                  <a:pt x="199263" y="496252"/>
                </a:lnTo>
                <a:lnTo>
                  <a:pt x="168687" y="529851"/>
                </a:lnTo>
                <a:lnTo>
                  <a:pt x="134112" y="559308"/>
                </a:lnTo>
                <a:close/>
              </a:path>
              <a:path w="559435" h="559435">
                <a:moveTo>
                  <a:pt x="518160" y="382524"/>
                </a:moveTo>
                <a:lnTo>
                  <a:pt x="466344" y="382524"/>
                </a:lnTo>
                <a:lnTo>
                  <a:pt x="492252" y="356616"/>
                </a:lnTo>
                <a:lnTo>
                  <a:pt x="518160" y="382524"/>
                </a:lnTo>
                <a:close/>
              </a:path>
              <a:path w="559435" h="559435">
                <a:moveTo>
                  <a:pt x="516636" y="545592"/>
                </a:moveTo>
                <a:lnTo>
                  <a:pt x="456628" y="542710"/>
                </a:lnTo>
                <a:lnTo>
                  <a:pt x="406908" y="536257"/>
                </a:lnTo>
                <a:lnTo>
                  <a:pt x="367474" y="526089"/>
                </a:lnTo>
                <a:lnTo>
                  <a:pt x="314634" y="494061"/>
                </a:lnTo>
                <a:lnTo>
                  <a:pt x="269533" y="446055"/>
                </a:lnTo>
                <a:lnTo>
                  <a:pt x="248412" y="416052"/>
                </a:lnTo>
                <a:lnTo>
                  <a:pt x="263231" y="416052"/>
                </a:lnTo>
                <a:lnTo>
                  <a:pt x="275320" y="430434"/>
                </a:lnTo>
                <a:lnTo>
                  <a:pt x="299085" y="453009"/>
                </a:lnTo>
                <a:lnTo>
                  <a:pt x="324564" y="471582"/>
                </a:lnTo>
                <a:lnTo>
                  <a:pt x="352044" y="486156"/>
                </a:lnTo>
                <a:lnTo>
                  <a:pt x="382524" y="486156"/>
                </a:lnTo>
                <a:lnTo>
                  <a:pt x="382524" y="495299"/>
                </a:lnTo>
                <a:lnTo>
                  <a:pt x="404264" y="499300"/>
                </a:lnTo>
                <a:lnTo>
                  <a:pt x="426148" y="502158"/>
                </a:lnTo>
                <a:lnTo>
                  <a:pt x="448317" y="503872"/>
                </a:lnTo>
                <a:lnTo>
                  <a:pt x="470916" y="504444"/>
                </a:lnTo>
                <a:lnTo>
                  <a:pt x="559308" y="504444"/>
                </a:lnTo>
                <a:lnTo>
                  <a:pt x="559308" y="507492"/>
                </a:lnTo>
                <a:lnTo>
                  <a:pt x="540424" y="514945"/>
                </a:lnTo>
                <a:lnTo>
                  <a:pt x="527113" y="523684"/>
                </a:lnTo>
                <a:lnTo>
                  <a:pt x="519231" y="533852"/>
                </a:lnTo>
                <a:lnTo>
                  <a:pt x="516636" y="545592"/>
                </a:lnTo>
                <a:close/>
              </a:path>
              <a:path w="559435" h="559435">
                <a:moveTo>
                  <a:pt x="80772" y="550164"/>
                </a:moveTo>
                <a:lnTo>
                  <a:pt x="77628" y="538495"/>
                </a:lnTo>
                <a:lnTo>
                  <a:pt x="65912" y="526542"/>
                </a:lnTo>
                <a:lnTo>
                  <a:pt x="45624" y="514588"/>
                </a:lnTo>
                <a:lnTo>
                  <a:pt x="16764" y="502920"/>
                </a:lnTo>
                <a:lnTo>
                  <a:pt x="16764" y="492252"/>
                </a:lnTo>
                <a:lnTo>
                  <a:pt x="51244" y="496443"/>
                </a:lnTo>
                <a:lnTo>
                  <a:pt x="65412" y="497824"/>
                </a:lnTo>
                <a:lnTo>
                  <a:pt x="77724" y="498348"/>
                </a:lnTo>
                <a:lnTo>
                  <a:pt x="127897" y="498348"/>
                </a:lnTo>
                <a:lnTo>
                  <a:pt x="126420" y="507944"/>
                </a:lnTo>
                <a:lnTo>
                  <a:pt x="117157" y="525208"/>
                </a:lnTo>
                <a:lnTo>
                  <a:pt x="101893" y="539329"/>
                </a:lnTo>
                <a:lnTo>
                  <a:pt x="80772" y="550164"/>
                </a:lnTo>
                <a:close/>
              </a:path>
              <a:path w="559435" h="559435">
                <a:moveTo>
                  <a:pt x="559308" y="504444"/>
                </a:moveTo>
                <a:lnTo>
                  <a:pt x="470916" y="504444"/>
                </a:lnTo>
                <a:lnTo>
                  <a:pt x="490942" y="504134"/>
                </a:lnTo>
                <a:lnTo>
                  <a:pt x="512254" y="503110"/>
                </a:lnTo>
                <a:lnTo>
                  <a:pt x="534995" y="501229"/>
                </a:lnTo>
                <a:lnTo>
                  <a:pt x="559308" y="498348"/>
                </a:lnTo>
                <a:lnTo>
                  <a:pt x="559308" y="504444"/>
                </a:lnTo>
                <a:close/>
              </a:path>
            </a:pathLst>
          </a:custGeom>
          <a:solidFill>
            <a:srgbClr val="3333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" name="object 7"/>
          <p:cNvSpPr/>
          <p:nvPr/>
        </p:nvSpPr>
        <p:spPr>
          <a:xfrm>
            <a:off x="4219955" y="1284731"/>
            <a:ext cx="462280" cy="541020"/>
          </a:xfrm>
          <a:custGeom>
            <a:avLst/>
            <a:gdLst/>
            <a:ahLst/>
            <a:cxnLst/>
            <a:rect l="l" t="t" r="r" b="b"/>
            <a:pathLst>
              <a:path w="462279" h="541019">
                <a:moveTo>
                  <a:pt x="408431" y="541019"/>
                </a:moveTo>
                <a:lnTo>
                  <a:pt x="408431" y="502919"/>
                </a:lnTo>
                <a:lnTo>
                  <a:pt x="50291" y="502919"/>
                </a:lnTo>
                <a:lnTo>
                  <a:pt x="33527" y="519684"/>
                </a:lnTo>
                <a:lnTo>
                  <a:pt x="0" y="493775"/>
                </a:lnTo>
                <a:lnTo>
                  <a:pt x="16763" y="477012"/>
                </a:lnTo>
                <a:lnTo>
                  <a:pt x="16763" y="382523"/>
                </a:lnTo>
                <a:lnTo>
                  <a:pt x="16502" y="364807"/>
                </a:lnTo>
                <a:lnTo>
                  <a:pt x="15811" y="345948"/>
                </a:lnTo>
                <a:lnTo>
                  <a:pt x="13715" y="304799"/>
                </a:lnTo>
                <a:lnTo>
                  <a:pt x="68580" y="333756"/>
                </a:lnTo>
                <a:lnTo>
                  <a:pt x="50291" y="350520"/>
                </a:lnTo>
                <a:lnTo>
                  <a:pt x="50291" y="489203"/>
                </a:lnTo>
                <a:lnTo>
                  <a:pt x="210311" y="489203"/>
                </a:lnTo>
                <a:lnTo>
                  <a:pt x="210311" y="256031"/>
                </a:lnTo>
                <a:lnTo>
                  <a:pt x="71627" y="256031"/>
                </a:lnTo>
                <a:lnTo>
                  <a:pt x="51815" y="272795"/>
                </a:lnTo>
                <a:lnTo>
                  <a:pt x="18288" y="246887"/>
                </a:lnTo>
                <a:lnTo>
                  <a:pt x="35051" y="233171"/>
                </a:lnTo>
                <a:lnTo>
                  <a:pt x="35028" y="119848"/>
                </a:lnTo>
                <a:lnTo>
                  <a:pt x="34861" y="104584"/>
                </a:lnTo>
                <a:lnTo>
                  <a:pt x="34409" y="88463"/>
                </a:lnTo>
                <a:lnTo>
                  <a:pt x="33527" y="71627"/>
                </a:lnTo>
                <a:lnTo>
                  <a:pt x="89915" y="100583"/>
                </a:lnTo>
                <a:lnTo>
                  <a:pt x="68580" y="115823"/>
                </a:lnTo>
                <a:lnTo>
                  <a:pt x="68580" y="242315"/>
                </a:lnTo>
                <a:lnTo>
                  <a:pt x="210311" y="242315"/>
                </a:lnTo>
                <a:lnTo>
                  <a:pt x="210311" y="83819"/>
                </a:lnTo>
                <a:lnTo>
                  <a:pt x="210050" y="62364"/>
                </a:lnTo>
                <a:lnTo>
                  <a:pt x="209359" y="41338"/>
                </a:lnTo>
                <a:lnTo>
                  <a:pt x="207263" y="0"/>
                </a:lnTo>
                <a:lnTo>
                  <a:pt x="262127" y="27431"/>
                </a:lnTo>
                <a:lnTo>
                  <a:pt x="243839" y="48767"/>
                </a:lnTo>
                <a:lnTo>
                  <a:pt x="243839" y="242315"/>
                </a:lnTo>
                <a:lnTo>
                  <a:pt x="384047" y="242315"/>
                </a:lnTo>
                <a:lnTo>
                  <a:pt x="384024" y="119562"/>
                </a:lnTo>
                <a:lnTo>
                  <a:pt x="383857" y="103441"/>
                </a:lnTo>
                <a:lnTo>
                  <a:pt x="383405" y="85891"/>
                </a:lnTo>
                <a:lnTo>
                  <a:pt x="382523" y="67055"/>
                </a:lnTo>
                <a:lnTo>
                  <a:pt x="437388" y="94487"/>
                </a:lnTo>
                <a:lnTo>
                  <a:pt x="417575" y="111251"/>
                </a:lnTo>
                <a:lnTo>
                  <a:pt x="417575" y="204215"/>
                </a:lnTo>
                <a:lnTo>
                  <a:pt x="417885" y="217050"/>
                </a:lnTo>
                <a:lnTo>
                  <a:pt x="418909" y="232600"/>
                </a:lnTo>
                <a:lnTo>
                  <a:pt x="420790" y="250721"/>
                </a:lnTo>
                <a:lnTo>
                  <a:pt x="423671" y="271271"/>
                </a:lnTo>
                <a:lnTo>
                  <a:pt x="384047" y="284987"/>
                </a:lnTo>
                <a:lnTo>
                  <a:pt x="384047" y="256031"/>
                </a:lnTo>
                <a:lnTo>
                  <a:pt x="243839" y="256031"/>
                </a:lnTo>
                <a:lnTo>
                  <a:pt x="243839" y="489203"/>
                </a:lnTo>
                <a:lnTo>
                  <a:pt x="408431" y="489203"/>
                </a:lnTo>
                <a:lnTo>
                  <a:pt x="408408" y="365950"/>
                </a:lnTo>
                <a:lnTo>
                  <a:pt x="408241" y="348233"/>
                </a:lnTo>
                <a:lnTo>
                  <a:pt x="407789" y="329374"/>
                </a:lnTo>
                <a:lnTo>
                  <a:pt x="406907" y="309371"/>
                </a:lnTo>
                <a:lnTo>
                  <a:pt x="461771" y="339851"/>
                </a:lnTo>
                <a:lnTo>
                  <a:pt x="441959" y="355091"/>
                </a:lnTo>
                <a:lnTo>
                  <a:pt x="441959" y="443484"/>
                </a:lnTo>
                <a:lnTo>
                  <a:pt x="442221" y="464962"/>
                </a:lnTo>
                <a:lnTo>
                  <a:pt x="442912" y="486155"/>
                </a:lnTo>
                <a:lnTo>
                  <a:pt x="445007" y="528827"/>
                </a:lnTo>
                <a:lnTo>
                  <a:pt x="408431" y="541019"/>
                </a:lnTo>
                <a:close/>
              </a:path>
            </a:pathLst>
          </a:custGeom>
          <a:solidFill>
            <a:srgbClr val="3333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1751075" y="2569464"/>
            <a:ext cx="155575" cy="155575"/>
          </a:xfrm>
          <a:custGeom>
            <a:avLst/>
            <a:gdLst/>
            <a:ahLst/>
            <a:cxnLst/>
            <a:rect l="l" t="t" r="r" b="b"/>
            <a:pathLst>
              <a:path w="155575" h="155575">
                <a:moveTo>
                  <a:pt x="155448" y="155447"/>
                </a:moveTo>
                <a:lnTo>
                  <a:pt x="0" y="155447"/>
                </a:lnTo>
                <a:lnTo>
                  <a:pt x="0" y="0"/>
                </a:lnTo>
                <a:lnTo>
                  <a:pt x="155448" y="0"/>
                </a:lnTo>
                <a:lnTo>
                  <a:pt x="155448" y="155447"/>
                </a:lnTo>
                <a:close/>
              </a:path>
            </a:pathLst>
          </a:custGeom>
          <a:solidFill>
            <a:srgbClr val="3333C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2130551" y="2382012"/>
            <a:ext cx="387350" cy="405765"/>
          </a:xfrm>
          <a:custGeom>
            <a:avLst/>
            <a:gdLst/>
            <a:ahLst/>
            <a:cxnLst/>
            <a:rect l="l" t="t" r="r" b="b"/>
            <a:pathLst>
              <a:path w="387350" h="405764">
                <a:moveTo>
                  <a:pt x="383394" y="92964"/>
                </a:moveTo>
                <a:lnTo>
                  <a:pt x="347472" y="92964"/>
                </a:lnTo>
                <a:lnTo>
                  <a:pt x="361188" y="74676"/>
                </a:lnTo>
                <a:lnTo>
                  <a:pt x="383394" y="92964"/>
                </a:lnTo>
                <a:close/>
              </a:path>
              <a:path w="387350" h="405764">
                <a:moveTo>
                  <a:pt x="227076" y="382524"/>
                </a:moveTo>
                <a:lnTo>
                  <a:pt x="228195" y="358521"/>
                </a:lnTo>
                <a:lnTo>
                  <a:pt x="229171" y="339090"/>
                </a:lnTo>
                <a:lnTo>
                  <a:pt x="229862" y="324231"/>
                </a:lnTo>
                <a:lnTo>
                  <a:pt x="230124" y="313944"/>
                </a:lnTo>
                <a:lnTo>
                  <a:pt x="230124" y="143256"/>
                </a:lnTo>
                <a:lnTo>
                  <a:pt x="229862" y="127254"/>
                </a:lnTo>
                <a:lnTo>
                  <a:pt x="229171" y="111252"/>
                </a:lnTo>
                <a:lnTo>
                  <a:pt x="228195" y="95249"/>
                </a:lnTo>
                <a:lnTo>
                  <a:pt x="227076" y="79247"/>
                </a:lnTo>
                <a:lnTo>
                  <a:pt x="251460" y="92964"/>
                </a:lnTo>
                <a:lnTo>
                  <a:pt x="383394" y="92964"/>
                </a:lnTo>
                <a:lnTo>
                  <a:pt x="387096" y="96012"/>
                </a:lnTo>
                <a:lnTo>
                  <a:pt x="378523" y="103632"/>
                </a:lnTo>
                <a:lnTo>
                  <a:pt x="251460" y="103632"/>
                </a:lnTo>
                <a:lnTo>
                  <a:pt x="251460" y="321564"/>
                </a:lnTo>
                <a:lnTo>
                  <a:pt x="373933" y="321564"/>
                </a:lnTo>
                <a:lnTo>
                  <a:pt x="374142" y="327088"/>
                </a:lnTo>
                <a:lnTo>
                  <a:pt x="374305" y="332232"/>
                </a:lnTo>
                <a:lnTo>
                  <a:pt x="251460" y="332232"/>
                </a:lnTo>
                <a:lnTo>
                  <a:pt x="251460" y="370332"/>
                </a:lnTo>
                <a:lnTo>
                  <a:pt x="227076" y="382524"/>
                </a:lnTo>
                <a:close/>
              </a:path>
              <a:path w="387350" h="405764">
                <a:moveTo>
                  <a:pt x="373933" y="321564"/>
                </a:moveTo>
                <a:lnTo>
                  <a:pt x="350520" y="321564"/>
                </a:lnTo>
                <a:lnTo>
                  <a:pt x="350520" y="103632"/>
                </a:lnTo>
                <a:lnTo>
                  <a:pt x="378523" y="103632"/>
                </a:lnTo>
                <a:lnTo>
                  <a:pt x="373380" y="108204"/>
                </a:lnTo>
                <a:lnTo>
                  <a:pt x="373380" y="301752"/>
                </a:lnTo>
                <a:lnTo>
                  <a:pt x="373646" y="313944"/>
                </a:lnTo>
                <a:lnTo>
                  <a:pt x="373933" y="321564"/>
                </a:lnTo>
                <a:close/>
              </a:path>
              <a:path w="387350" h="405764">
                <a:moveTo>
                  <a:pt x="350520" y="371856"/>
                </a:moveTo>
                <a:lnTo>
                  <a:pt x="350520" y="332232"/>
                </a:lnTo>
                <a:lnTo>
                  <a:pt x="374305" y="332232"/>
                </a:lnTo>
                <a:lnTo>
                  <a:pt x="374665" y="343542"/>
                </a:lnTo>
                <a:lnTo>
                  <a:pt x="374904" y="362712"/>
                </a:lnTo>
                <a:lnTo>
                  <a:pt x="350520" y="371856"/>
                </a:lnTo>
                <a:close/>
              </a:path>
              <a:path w="387350" h="405764">
                <a:moveTo>
                  <a:pt x="97536" y="108204"/>
                </a:moveTo>
                <a:lnTo>
                  <a:pt x="73152" y="108204"/>
                </a:lnTo>
                <a:lnTo>
                  <a:pt x="78533" y="76509"/>
                </a:lnTo>
                <a:lnTo>
                  <a:pt x="83058" y="47815"/>
                </a:lnTo>
                <a:lnTo>
                  <a:pt x="86439" y="22264"/>
                </a:lnTo>
                <a:lnTo>
                  <a:pt x="88392" y="0"/>
                </a:lnTo>
                <a:lnTo>
                  <a:pt x="131064" y="19812"/>
                </a:lnTo>
                <a:lnTo>
                  <a:pt x="114300" y="30480"/>
                </a:lnTo>
                <a:lnTo>
                  <a:pt x="110609" y="45624"/>
                </a:lnTo>
                <a:lnTo>
                  <a:pt x="106489" y="63627"/>
                </a:lnTo>
                <a:lnTo>
                  <a:pt x="102084" y="84486"/>
                </a:lnTo>
                <a:lnTo>
                  <a:pt x="97536" y="108204"/>
                </a:lnTo>
                <a:close/>
              </a:path>
              <a:path w="387350" h="405764">
                <a:moveTo>
                  <a:pt x="16764" y="123444"/>
                </a:moveTo>
                <a:lnTo>
                  <a:pt x="1524" y="108204"/>
                </a:lnTo>
                <a:lnTo>
                  <a:pt x="163068" y="108204"/>
                </a:lnTo>
                <a:lnTo>
                  <a:pt x="173736" y="88392"/>
                </a:lnTo>
                <a:lnTo>
                  <a:pt x="202692" y="109728"/>
                </a:lnTo>
                <a:lnTo>
                  <a:pt x="192405" y="118871"/>
                </a:lnTo>
                <a:lnTo>
                  <a:pt x="59436" y="118871"/>
                </a:lnTo>
                <a:lnTo>
                  <a:pt x="48267" y="119157"/>
                </a:lnTo>
                <a:lnTo>
                  <a:pt x="37528" y="120014"/>
                </a:lnTo>
                <a:lnTo>
                  <a:pt x="27074" y="121443"/>
                </a:lnTo>
                <a:lnTo>
                  <a:pt x="16764" y="123444"/>
                </a:lnTo>
                <a:close/>
              </a:path>
              <a:path w="387350" h="405764">
                <a:moveTo>
                  <a:pt x="3048" y="405384"/>
                </a:moveTo>
                <a:lnTo>
                  <a:pt x="0" y="400812"/>
                </a:lnTo>
                <a:lnTo>
                  <a:pt x="39409" y="381095"/>
                </a:lnTo>
                <a:lnTo>
                  <a:pt x="72961" y="358521"/>
                </a:lnTo>
                <a:lnTo>
                  <a:pt x="100512" y="333089"/>
                </a:lnTo>
                <a:lnTo>
                  <a:pt x="121920" y="304800"/>
                </a:lnTo>
                <a:lnTo>
                  <a:pt x="96797" y="294489"/>
                </a:lnTo>
                <a:lnTo>
                  <a:pt x="74104" y="286321"/>
                </a:lnTo>
                <a:lnTo>
                  <a:pt x="53982" y="280154"/>
                </a:lnTo>
                <a:lnTo>
                  <a:pt x="36576" y="275844"/>
                </a:lnTo>
                <a:lnTo>
                  <a:pt x="43981" y="245530"/>
                </a:lnTo>
                <a:lnTo>
                  <a:pt x="52387" y="209359"/>
                </a:lnTo>
                <a:lnTo>
                  <a:pt x="61650" y="167187"/>
                </a:lnTo>
                <a:lnTo>
                  <a:pt x="71628" y="118871"/>
                </a:lnTo>
                <a:lnTo>
                  <a:pt x="96012" y="118871"/>
                </a:lnTo>
                <a:lnTo>
                  <a:pt x="88820" y="148018"/>
                </a:lnTo>
                <a:lnTo>
                  <a:pt x="80772" y="182880"/>
                </a:lnTo>
                <a:lnTo>
                  <a:pt x="71580" y="223456"/>
                </a:lnTo>
                <a:lnTo>
                  <a:pt x="60960" y="269748"/>
                </a:lnTo>
                <a:lnTo>
                  <a:pt x="85915" y="276796"/>
                </a:lnTo>
                <a:lnTo>
                  <a:pt x="104894" y="282392"/>
                </a:lnTo>
                <a:lnTo>
                  <a:pt x="128016" y="289560"/>
                </a:lnTo>
                <a:lnTo>
                  <a:pt x="152917" y="289560"/>
                </a:lnTo>
                <a:lnTo>
                  <a:pt x="150876" y="295656"/>
                </a:lnTo>
                <a:lnTo>
                  <a:pt x="169425" y="304490"/>
                </a:lnTo>
                <a:lnTo>
                  <a:pt x="183832" y="312610"/>
                </a:lnTo>
                <a:lnTo>
                  <a:pt x="187814" y="315468"/>
                </a:lnTo>
                <a:lnTo>
                  <a:pt x="140208" y="315468"/>
                </a:lnTo>
                <a:lnTo>
                  <a:pt x="112776" y="345805"/>
                </a:lnTo>
                <a:lnTo>
                  <a:pt x="80772" y="370713"/>
                </a:lnTo>
                <a:lnTo>
                  <a:pt x="44196" y="390477"/>
                </a:lnTo>
                <a:lnTo>
                  <a:pt x="3048" y="405384"/>
                </a:lnTo>
                <a:close/>
              </a:path>
              <a:path w="387350" h="405764">
                <a:moveTo>
                  <a:pt x="152917" y="289560"/>
                </a:moveTo>
                <a:lnTo>
                  <a:pt x="128016" y="289560"/>
                </a:lnTo>
                <a:lnTo>
                  <a:pt x="138874" y="259246"/>
                </a:lnTo>
                <a:lnTo>
                  <a:pt x="148590" y="220789"/>
                </a:lnTo>
                <a:lnTo>
                  <a:pt x="157162" y="174045"/>
                </a:lnTo>
                <a:lnTo>
                  <a:pt x="164592" y="118871"/>
                </a:lnTo>
                <a:lnTo>
                  <a:pt x="192405" y="118871"/>
                </a:lnTo>
                <a:lnTo>
                  <a:pt x="188976" y="121920"/>
                </a:lnTo>
                <a:lnTo>
                  <a:pt x="180451" y="178212"/>
                </a:lnTo>
                <a:lnTo>
                  <a:pt x="171069" y="225933"/>
                </a:lnTo>
                <a:lnTo>
                  <a:pt x="161115" y="265080"/>
                </a:lnTo>
                <a:lnTo>
                  <a:pt x="152917" y="289560"/>
                </a:lnTo>
                <a:close/>
              </a:path>
              <a:path w="387350" h="405764">
                <a:moveTo>
                  <a:pt x="201168" y="362712"/>
                </a:moveTo>
                <a:lnTo>
                  <a:pt x="195072" y="362712"/>
                </a:lnTo>
                <a:lnTo>
                  <a:pt x="190500" y="359664"/>
                </a:lnTo>
                <a:lnTo>
                  <a:pt x="185928" y="353568"/>
                </a:lnTo>
                <a:lnTo>
                  <a:pt x="177927" y="344400"/>
                </a:lnTo>
                <a:lnTo>
                  <a:pt x="167640" y="335089"/>
                </a:lnTo>
                <a:lnTo>
                  <a:pt x="155067" y="325493"/>
                </a:lnTo>
                <a:lnTo>
                  <a:pt x="140208" y="315468"/>
                </a:lnTo>
                <a:lnTo>
                  <a:pt x="187814" y="315468"/>
                </a:lnTo>
                <a:lnTo>
                  <a:pt x="204750" y="344400"/>
                </a:lnTo>
                <a:lnTo>
                  <a:pt x="204685" y="345805"/>
                </a:lnTo>
                <a:lnTo>
                  <a:pt x="204216" y="350520"/>
                </a:lnTo>
                <a:lnTo>
                  <a:pt x="202692" y="358140"/>
                </a:lnTo>
                <a:lnTo>
                  <a:pt x="201168" y="36271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2577084" y="2389632"/>
            <a:ext cx="393700" cy="398145"/>
          </a:xfrm>
          <a:custGeom>
            <a:avLst/>
            <a:gdLst/>
            <a:ahLst/>
            <a:cxnLst/>
            <a:rect l="l" t="t" r="r" b="b"/>
            <a:pathLst>
              <a:path w="393700" h="398144">
                <a:moveTo>
                  <a:pt x="333184" y="15240"/>
                </a:moveTo>
                <a:lnTo>
                  <a:pt x="300228" y="15240"/>
                </a:lnTo>
                <a:lnTo>
                  <a:pt x="316992" y="0"/>
                </a:lnTo>
                <a:lnTo>
                  <a:pt x="333184" y="15240"/>
                </a:lnTo>
                <a:close/>
              </a:path>
              <a:path w="393700" h="398144">
                <a:moveTo>
                  <a:pt x="68580" y="195072"/>
                </a:moveTo>
                <a:lnTo>
                  <a:pt x="68840" y="169164"/>
                </a:lnTo>
                <a:lnTo>
                  <a:pt x="69865" y="121562"/>
                </a:lnTo>
                <a:lnTo>
                  <a:pt x="69987" y="85344"/>
                </a:lnTo>
                <a:lnTo>
                  <a:pt x="69865" y="72675"/>
                </a:lnTo>
                <a:lnTo>
                  <a:pt x="68845" y="25908"/>
                </a:lnTo>
                <a:lnTo>
                  <a:pt x="68580" y="1524"/>
                </a:lnTo>
                <a:lnTo>
                  <a:pt x="94488" y="15240"/>
                </a:lnTo>
                <a:lnTo>
                  <a:pt x="333184" y="15240"/>
                </a:lnTo>
                <a:lnTo>
                  <a:pt x="342900" y="24384"/>
                </a:lnTo>
                <a:lnTo>
                  <a:pt x="340722" y="25908"/>
                </a:lnTo>
                <a:lnTo>
                  <a:pt x="94488" y="25908"/>
                </a:lnTo>
                <a:lnTo>
                  <a:pt x="94488" y="85344"/>
                </a:lnTo>
                <a:lnTo>
                  <a:pt x="327681" y="85344"/>
                </a:lnTo>
                <a:lnTo>
                  <a:pt x="327708" y="96012"/>
                </a:lnTo>
                <a:lnTo>
                  <a:pt x="94488" y="96012"/>
                </a:lnTo>
                <a:lnTo>
                  <a:pt x="94488" y="158496"/>
                </a:lnTo>
                <a:lnTo>
                  <a:pt x="328248" y="158496"/>
                </a:lnTo>
                <a:lnTo>
                  <a:pt x="328302" y="162139"/>
                </a:lnTo>
                <a:lnTo>
                  <a:pt x="328652" y="169164"/>
                </a:lnTo>
                <a:lnTo>
                  <a:pt x="94488" y="169164"/>
                </a:lnTo>
                <a:lnTo>
                  <a:pt x="94488" y="184403"/>
                </a:lnTo>
                <a:lnTo>
                  <a:pt x="68580" y="195072"/>
                </a:lnTo>
                <a:close/>
              </a:path>
              <a:path w="393700" h="398144">
                <a:moveTo>
                  <a:pt x="210312" y="85344"/>
                </a:moveTo>
                <a:lnTo>
                  <a:pt x="184404" y="85344"/>
                </a:lnTo>
                <a:lnTo>
                  <a:pt x="184404" y="25908"/>
                </a:lnTo>
                <a:lnTo>
                  <a:pt x="210312" y="25908"/>
                </a:lnTo>
                <a:lnTo>
                  <a:pt x="210312" y="85344"/>
                </a:lnTo>
                <a:close/>
              </a:path>
              <a:path w="393700" h="398144">
                <a:moveTo>
                  <a:pt x="327681" y="85344"/>
                </a:moveTo>
                <a:lnTo>
                  <a:pt x="303276" y="85344"/>
                </a:lnTo>
                <a:lnTo>
                  <a:pt x="303276" y="25908"/>
                </a:lnTo>
                <a:lnTo>
                  <a:pt x="340722" y="25908"/>
                </a:lnTo>
                <a:lnTo>
                  <a:pt x="327660" y="35052"/>
                </a:lnTo>
                <a:lnTo>
                  <a:pt x="327681" y="85344"/>
                </a:lnTo>
                <a:close/>
              </a:path>
              <a:path w="393700" h="398144">
                <a:moveTo>
                  <a:pt x="210312" y="158496"/>
                </a:moveTo>
                <a:lnTo>
                  <a:pt x="184404" y="158496"/>
                </a:lnTo>
                <a:lnTo>
                  <a:pt x="184404" y="96012"/>
                </a:lnTo>
                <a:lnTo>
                  <a:pt x="210312" y="96012"/>
                </a:lnTo>
                <a:lnTo>
                  <a:pt x="210312" y="158496"/>
                </a:lnTo>
                <a:close/>
              </a:path>
              <a:path w="393700" h="398144">
                <a:moveTo>
                  <a:pt x="328248" y="158496"/>
                </a:moveTo>
                <a:lnTo>
                  <a:pt x="303276" y="158496"/>
                </a:lnTo>
                <a:lnTo>
                  <a:pt x="303276" y="96012"/>
                </a:lnTo>
                <a:lnTo>
                  <a:pt x="327708" y="96012"/>
                </a:lnTo>
                <a:lnTo>
                  <a:pt x="327850" y="132016"/>
                </a:lnTo>
                <a:lnTo>
                  <a:pt x="328248" y="158496"/>
                </a:lnTo>
                <a:close/>
              </a:path>
              <a:path w="393700" h="398144">
                <a:moveTo>
                  <a:pt x="210312" y="219456"/>
                </a:moveTo>
                <a:lnTo>
                  <a:pt x="184404" y="219456"/>
                </a:lnTo>
                <a:lnTo>
                  <a:pt x="184404" y="169164"/>
                </a:lnTo>
                <a:lnTo>
                  <a:pt x="210312" y="169164"/>
                </a:lnTo>
                <a:lnTo>
                  <a:pt x="210312" y="219456"/>
                </a:lnTo>
                <a:close/>
              </a:path>
              <a:path w="393700" h="398144">
                <a:moveTo>
                  <a:pt x="303276" y="192024"/>
                </a:moveTo>
                <a:lnTo>
                  <a:pt x="303276" y="169164"/>
                </a:lnTo>
                <a:lnTo>
                  <a:pt x="328652" y="169164"/>
                </a:lnTo>
                <a:lnTo>
                  <a:pt x="329184" y="179832"/>
                </a:lnTo>
                <a:lnTo>
                  <a:pt x="303276" y="192024"/>
                </a:lnTo>
                <a:close/>
              </a:path>
              <a:path w="393700" h="398144">
                <a:moveTo>
                  <a:pt x="22860" y="234696"/>
                </a:moveTo>
                <a:lnTo>
                  <a:pt x="7620" y="219456"/>
                </a:lnTo>
                <a:lnTo>
                  <a:pt x="329184" y="219456"/>
                </a:lnTo>
                <a:lnTo>
                  <a:pt x="355092" y="192024"/>
                </a:lnTo>
                <a:lnTo>
                  <a:pt x="391668" y="228600"/>
                </a:lnTo>
                <a:lnTo>
                  <a:pt x="64008" y="228600"/>
                </a:lnTo>
                <a:lnTo>
                  <a:pt x="52863" y="229123"/>
                </a:lnTo>
                <a:lnTo>
                  <a:pt x="42291" y="230505"/>
                </a:lnTo>
                <a:lnTo>
                  <a:pt x="32289" y="232457"/>
                </a:lnTo>
                <a:lnTo>
                  <a:pt x="22860" y="234696"/>
                </a:lnTo>
                <a:close/>
              </a:path>
              <a:path w="393700" h="398144">
                <a:moveTo>
                  <a:pt x="1524" y="381000"/>
                </a:moveTo>
                <a:lnTo>
                  <a:pt x="0" y="373380"/>
                </a:lnTo>
                <a:lnTo>
                  <a:pt x="48601" y="343042"/>
                </a:lnTo>
                <a:lnTo>
                  <a:pt x="91630" y="308991"/>
                </a:lnTo>
                <a:lnTo>
                  <a:pt x="129230" y="270938"/>
                </a:lnTo>
                <a:lnTo>
                  <a:pt x="161544" y="228600"/>
                </a:lnTo>
                <a:lnTo>
                  <a:pt x="213360" y="228600"/>
                </a:lnTo>
                <a:lnTo>
                  <a:pt x="220203" y="236220"/>
                </a:lnTo>
                <a:lnTo>
                  <a:pt x="210312" y="236220"/>
                </a:lnTo>
                <a:lnTo>
                  <a:pt x="210313" y="239268"/>
                </a:lnTo>
                <a:lnTo>
                  <a:pt x="184404" y="239268"/>
                </a:lnTo>
                <a:lnTo>
                  <a:pt x="156606" y="274783"/>
                </a:lnTo>
                <a:lnTo>
                  <a:pt x="124419" y="306494"/>
                </a:lnTo>
                <a:lnTo>
                  <a:pt x="87843" y="334621"/>
                </a:lnTo>
                <a:lnTo>
                  <a:pt x="46878" y="359383"/>
                </a:lnTo>
                <a:lnTo>
                  <a:pt x="1524" y="381000"/>
                </a:lnTo>
                <a:close/>
              </a:path>
              <a:path w="393700" h="398144">
                <a:moveTo>
                  <a:pt x="353568" y="374904"/>
                </a:moveTo>
                <a:lnTo>
                  <a:pt x="305252" y="344876"/>
                </a:lnTo>
                <a:lnTo>
                  <a:pt x="265366" y="311848"/>
                </a:lnTo>
                <a:lnTo>
                  <a:pt x="233767" y="275677"/>
                </a:lnTo>
                <a:lnTo>
                  <a:pt x="210312" y="236220"/>
                </a:lnTo>
                <a:lnTo>
                  <a:pt x="220203" y="236220"/>
                </a:lnTo>
                <a:lnTo>
                  <a:pt x="252174" y="271819"/>
                </a:lnTo>
                <a:lnTo>
                  <a:pt x="295275" y="305752"/>
                </a:lnTo>
                <a:lnTo>
                  <a:pt x="342376" y="330827"/>
                </a:lnTo>
                <a:lnTo>
                  <a:pt x="393192" y="347471"/>
                </a:lnTo>
                <a:lnTo>
                  <a:pt x="393192" y="355092"/>
                </a:lnTo>
                <a:lnTo>
                  <a:pt x="378642" y="356473"/>
                </a:lnTo>
                <a:lnTo>
                  <a:pt x="367093" y="360426"/>
                </a:lnTo>
                <a:lnTo>
                  <a:pt x="358687" y="366664"/>
                </a:lnTo>
                <a:lnTo>
                  <a:pt x="353568" y="374904"/>
                </a:lnTo>
                <a:close/>
              </a:path>
              <a:path w="393700" h="398144">
                <a:moveTo>
                  <a:pt x="182880" y="397764"/>
                </a:moveTo>
                <a:lnTo>
                  <a:pt x="183761" y="362283"/>
                </a:lnTo>
                <a:lnTo>
                  <a:pt x="184213" y="324231"/>
                </a:lnTo>
                <a:lnTo>
                  <a:pt x="184285" y="306494"/>
                </a:lnTo>
                <a:lnTo>
                  <a:pt x="184404" y="239268"/>
                </a:lnTo>
                <a:lnTo>
                  <a:pt x="210313" y="239268"/>
                </a:lnTo>
                <a:lnTo>
                  <a:pt x="210416" y="311848"/>
                </a:lnTo>
                <a:lnTo>
                  <a:pt x="210911" y="362283"/>
                </a:lnTo>
                <a:lnTo>
                  <a:pt x="211836" y="384047"/>
                </a:lnTo>
                <a:lnTo>
                  <a:pt x="182880" y="39776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3070860" y="2378964"/>
            <a:ext cx="309880" cy="410209"/>
          </a:xfrm>
          <a:custGeom>
            <a:avLst/>
            <a:gdLst/>
            <a:ahLst/>
            <a:cxnLst/>
            <a:rect l="l" t="t" r="r" b="b"/>
            <a:pathLst>
              <a:path w="309879" h="410210">
                <a:moveTo>
                  <a:pt x="161543" y="82296"/>
                </a:moveTo>
                <a:lnTo>
                  <a:pt x="137160" y="82296"/>
                </a:lnTo>
                <a:lnTo>
                  <a:pt x="137136" y="61079"/>
                </a:lnTo>
                <a:lnTo>
                  <a:pt x="136969" y="40576"/>
                </a:lnTo>
                <a:lnTo>
                  <a:pt x="136517" y="20359"/>
                </a:lnTo>
                <a:lnTo>
                  <a:pt x="135636" y="0"/>
                </a:lnTo>
                <a:lnTo>
                  <a:pt x="175260" y="15240"/>
                </a:lnTo>
                <a:lnTo>
                  <a:pt x="161543" y="28956"/>
                </a:lnTo>
                <a:lnTo>
                  <a:pt x="161543" y="82296"/>
                </a:lnTo>
                <a:close/>
              </a:path>
              <a:path w="309879" h="410210">
                <a:moveTo>
                  <a:pt x="305511" y="82296"/>
                </a:moveTo>
                <a:lnTo>
                  <a:pt x="268224" y="82296"/>
                </a:lnTo>
                <a:lnTo>
                  <a:pt x="280416" y="62484"/>
                </a:lnTo>
                <a:lnTo>
                  <a:pt x="305511" y="82296"/>
                </a:lnTo>
                <a:close/>
              </a:path>
              <a:path w="309879" h="410210">
                <a:moveTo>
                  <a:pt x="0" y="303275"/>
                </a:moveTo>
                <a:lnTo>
                  <a:pt x="881" y="271795"/>
                </a:lnTo>
                <a:lnTo>
                  <a:pt x="1333" y="241173"/>
                </a:lnTo>
                <a:lnTo>
                  <a:pt x="1386" y="231624"/>
                </a:lnTo>
                <a:lnTo>
                  <a:pt x="1500" y="151899"/>
                </a:lnTo>
                <a:lnTo>
                  <a:pt x="1333" y="122872"/>
                </a:lnTo>
                <a:lnTo>
                  <a:pt x="881" y="94130"/>
                </a:lnTo>
                <a:lnTo>
                  <a:pt x="0" y="65532"/>
                </a:lnTo>
                <a:lnTo>
                  <a:pt x="25908" y="82296"/>
                </a:lnTo>
                <a:lnTo>
                  <a:pt x="305511" y="82296"/>
                </a:lnTo>
                <a:lnTo>
                  <a:pt x="309372" y="85344"/>
                </a:lnTo>
                <a:lnTo>
                  <a:pt x="302514" y="91440"/>
                </a:lnTo>
                <a:lnTo>
                  <a:pt x="25908" y="91440"/>
                </a:lnTo>
                <a:lnTo>
                  <a:pt x="25908" y="169164"/>
                </a:lnTo>
                <a:lnTo>
                  <a:pt x="295656" y="169164"/>
                </a:lnTo>
                <a:lnTo>
                  <a:pt x="295656" y="179832"/>
                </a:lnTo>
                <a:lnTo>
                  <a:pt x="25908" y="179832"/>
                </a:lnTo>
                <a:lnTo>
                  <a:pt x="25908" y="257556"/>
                </a:lnTo>
                <a:lnTo>
                  <a:pt x="296044" y="257556"/>
                </a:lnTo>
                <a:lnTo>
                  <a:pt x="296298" y="267581"/>
                </a:lnTo>
                <a:lnTo>
                  <a:pt x="296331" y="268224"/>
                </a:lnTo>
                <a:lnTo>
                  <a:pt x="25908" y="268224"/>
                </a:lnTo>
                <a:lnTo>
                  <a:pt x="25908" y="292608"/>
                </a:lnTo>
                <a:lnTo>
                  <a:pt x="0" y="303275"/>
                </a:lnTo>
                <a:close/>
              </a:path>
              <a:path w="309879" h="410210">
                <a:moveTo>
                  <a:pt x="161543" y="169164"/>
                </a:moveTo>
                <a:lnTo>
                  <a:pt x="137160" y="169164"/>
                </a:lnTo>
                <a:lnTo>
                  <a:pt x="137160" y="91440"/>
                </a:lnTo>
                <a:lnTo>
                  <a:pt x="161543" y="91440"/>
                </a:lnTo>
                <a:lnTo>
                  <a:pt x="161543" y="169164"/>
                </a:lnTo>
                <a:close/>
              </a:path>
              <a:path w="309879" h="410210">
                <a:moveTo>
                  <a:pt x="295656" y="169164"/>
                </a:moveTo>
                <a:lnTo>
                  <a:pt x="271272" y="169164"/>
                </a:lnTo>
                <a:lnTo>
                  <a:pt x="271272" y="91440"/>
                </a:lnTo>
                <a:lnTo>
                  <a:pt x="302514" y="91440"/>
                </a:lnTo>
                <a:lnTo>
                  <a:pt x="295656" y="97536"/>
                </a:lnTo>
                <a:lnTo>
                  <a:pt x="295656" y="169164"/>
                </a:lnTo>
                <a:close/>
              </a:path>
              <a:path w="309879" h="410210">
                <a:moveTo>
                  <a:pt x="161543" y="257556"/>
                </a:moveTo>
                <a:lnTo>
                  <a:pt x="137160" y="257556"/>
                </a:lnTo>
                <a:lnTo>
                  <a:pt x="137160" y="179832"/>
                </a:lnTo>
                <a:lnTo>
                  <a:pt x="161543" y="179832"/>
                </a:lnTo>
                <a:lnTo>
                  <a:pt x="161543" y="257556"/>
                </a:lnTo>
                <a:close/>
              </a:path>
              <a:path w="309879" h="410210">
                <a:moveTo>
                  <a:pt x="296044" y="257556"/>
                </a:moveTo>
                <a:lnTo>
                  <a:pt x="271272" y="257556"/>
                </a:lnTo>
                <a:lnTo>
                  <a:pt x="271272" y="179832"/>
                </a:lnTo>
                <a:lnTo>
                  <a:pt x="295656" y="179832"/>
                </a:lnTo>
                <a:lnTo>
                  <a:pt x="295767" y="241173"/>
                </a:lnTo>
                <a:lnTo>
                  <a:pt x="295846" y="249745"/>
                </a:lnTo>
                <a:lnTo>
                  <a:pt x="296044" y="257556"/>
                </a:lnTo>
                <a:close/>
              </a:path>
              <a:path w="309879" h="410210">
                <a:moveTo>
                  <a:pt x="135636" y="409956"/>
                </a:moveTo>
                <a:lnTo>
                  <a:pt x="136517" y="392310"/>
                </a:lnTo>
                <a:lnTo>
                  <a:pt x="136969" y="376237"/>
                </a:lnTo>
                <a:lnTo>
                  <a:pt x="137034" y="370713"/>
                </a:lnTo>
                <a:lnTo>
                  <a:pt x="137160" y="268224"/>
                </a:lnTo>
                <a:lnTo>
                  <a:pt x="161543" y="268224"/>
                </a:lnTo>
                <a:lnTo>
                  <a:pt x="161636" y="362164"/>
                </a:lnTo>
                <a:lnTo>
                  <a:pt x="161734" y="370713"/>
                </a:lnTo>
                <a:lnTo>
                  <a:pt x="162186" y="384667"/>
                </a:lnTo>
                <a:lnTo>
                  <a:pt x="163068" y="397764"/>
                </a:lnTo>
                <a:lnTo>
                  <a:pt x="135636" y="409956"/>
                </a:lnTo>
                <a:close/>
              </a:path>
              <a:path w="309879" h="410210">
                <a:moveTo>
                  <a:pt x="271272" y="295656"/>
                </a:moveTo>
                <a:lnTo>
                  <a:pt x="271272" y="268224"/>
                </a:lnTo>
                <a:lnTo>
                  <a:pt x="296331" y="268224"/>
                </a:lnTo>
                <a:lnTo>
                  <a:pt x="297180" y="284988"/>
                </a:lnTo>
                <a:lnTo>
                  <a:pt x="271272" y="29565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3454895" y="2378963"/>
            <a:ext cx="855344" cy="408940"/>
          </a:xfrm>
          <a:custGeom>
            <a:avLst/>
            <a:gdLst/>
            <a:ahLst/>
            <a:cxnLst/>
            <a:rect l="l" t="t" r="r" b="b"/>
            <a:pathLst>
              <a:path w="855345" h="408939">
                <a:moveTo>
                  <a:pt x="98094" y="67183"/>
                </a:moveTo>
                <a:lnTo>
                  <a:pt x="76581" y="32766"/>
                </a:lnTo>
                <a:lnTo>
                  <a:pt x="50292" y="13716"/>
                </a:lnTo>
                <a:lnTo>
                  <a:pt x="45720" y="16764"/>
                </a:lnTo>
                <a:lnTo>
                  <a:pt x="54889" y="34201"/>
                </a:lnTo>
                <a:lnTo>
                  <a:pt x="61912" y="49911"/>
                </a:lnTo>
                <a:lnTo>
                  <a:pt x="66941" y="63919"/>
                </a:lnTo>
                <a:lnTo>
                  <a:pt x="70104" y="76200"/>
                </a:lnTo>
                <a:lnTo>
                  <a:pt x="70104" y="89916"/>
                </a:lnTo>
                <a:lnTo>
                  <a:pt x="73152" y="96012"/>
                </a:lnTo>
                <a:lnTo>
                  <a:pt x="77724" y="96012"/>
                </a:lnTo>
                <a:lnTo>
                  <a:pt x="91440" y="86868"/>
                </a:lnTo>
                <a:lnTo>
                  <a:pt x="94488" y="80772"/>
                </a:lnTo>
                <a:lnTo>
                  <a:pt x="97536" y="73152"/>
                </a:lnTo>
                <a:lnTo>
                  <a:pt x="98094" y="67183"/>
                </a:lnTo>
                <a:close/>
              </a:path>
              <a:path w="855345" h="408939">
                <a:moveTo>
                  <a:pt x="158496" y="271272"/>
                </a:moveTo>
                <a:lnTo>
                  <a:pt x="152400" y="266700"/>
                </a:lnTo>
                <a:lnTo>
                  <a:pt x="89916" y="323088"/>
                </a:lnTo>
                <a:lnTo>
                  <a:pt x="89916" y="169164"/>
                </a:lnTo>
                <a:lnTo>
                  <a:pt x="100393" y="161544"/>
                </a:lnTo>
                <a:lnTo>
                  <a:pt x="106680" y="156972"/>
                </a:lnTo>
                <a:lnTo>
                  <a:pt x="76200" y="134112"/>
                </a:lnTo>
                <a:lnTo>
                  <a:pt x="62484" y="150876"/>
                </a:lnTo>
                <a:lnTo>
                  <a:pt x="0" y="150876"/>
                </a:lnTo>
                <a:lnTo>
                  <a:pt x="15240" y="167640"/>
                </a:lnTo>
                <a:lnTo>
                  <a:pt x="24980" y="164769"/>
                </a:lnTo>
                <a:lnTo>
                  <a:pt x="33718" y="162877"/>
                </a:lnTo>
                <a:lnTo>
                  <a:pt x="41605" y="161861"/>
                </a:lnTo>
                <a:lnTo>
                  <a:pt x="48768" y="161544"/>
                </a:lnTo>
                <a:lnTo>
                  <a:pt x="65532" y="161544"/>
                </a:lnTo>
                <a:lnTo>
                  <a:pt x="65532" y="332232"/>
                </a:lnTo>
                <a:lnTo>
                  <a:pt x="64008" y="341376"/>
                </a:lnTo>
                <a:lnTo>
                  <a:pt x="59436" y="347472"/>
                </a:lnTo>
                <a:lnTo>
                  <a:pt x="83820" y="374904"/>
                </a:lnTo>
                <a:lnTo>
                  <a:pt x="98069" y="351218"/>
                </a:lnTo>
                <a:lnTo>
                  <a:pt x="115443" y="325945"/>
                </a:lnTo>
                <a:lnTo>
                  <a:pt x="117614" y="323088"/>
                </a:lnTo>
                <a:lnTo>
                  <a:pt x="135686" y="299262"/>
                </a:lnTo>
                <a:lnTo>
                  <a:pt x="158496" y="271272"/>
                </a:lnTo>
                <a:close/>
              </a:path>
              <a:path w="855345" h="408939">
                <a:moveTo>
                  <a:pt x="367284" y="210312"/>
                </a:moveTo>
                <a:lnTo>
                  <a:pt x="361086" y="205740"/>
                </a:lnTo>
                <a:lnTo>
                  <a:pt x="338328" y="188976"/>
                </a:lnTo>
                <a:lnTo>
                  <a:pt x="332232" y="200152"/>
                </a:lnTo>
                <a:lnTo>
                  <a:pt x="332232" y="214884"/>
                </a:lnTo>
                <a:lnTo>
                  <a:pt x="332232" y="249936"/>
                </a:lnTo>
                <a:lnTo>
                  <a:pt x="332232" y="260604"/>
                </a:lnTo>
                <a:lnTo>
                  <a:pt x="332232" y="300228"/>
                </a:lnTo>
                <a:lnTo>
                  <a:pt x="199644" y="300228"/>
                </a:lnTo>
                <a:lnTo>
                  <a:pt x="199644" y="260604"/>
                </a:lnTo>
                <a:lnTo>
                  <a:pt x="332232" y="260604"/>
                </a:lnTo>
                <a:lnTo>
                  <a:pt x="332232" y="249936"/>
                </a:lnTo>
                <a:lnTo>
                  <a:pt x="199644" y="249936"/>
                </a:lnTo>
                <a:lnTo>
                  <a:pt x="199644" y="214884"/>
                </a:lnTo>
                <a:lnTo>
                  <a:pt x="332232" y="214884"/>
                </a:lnTo>
                <a:lnTo>
                  <a:pt x="332232" y="200152"/>
                </a:lnTo>
                <a:lnTo>
                  <a:pt x="329184" y="205740"/>
                </a:lnTo>
                <a:lnTo>
                  <a:pt x="198120" y="205740"/>
                </a:lnTo>
                <a:lnTo>
                  <a:pt x="175260" y="190500"/>
                </a:lnTo>
                <a:lnTo>
                  <a:pt x="176149" y="214007"/>
                </a:lnTo>
                <a:lnTo>
                  <a:pt x="176593" y="239077"/>
                </a:lnTo>
                <a:lnTo>
                  <a:pt x="176669" y="249936"/>
                </a:lnTo>
                <a:lnTo>
                  <a:pt x="176593" y="354330"/>
                </a:lnTo>
                <a:lnTo>
                  <a:pt x="176149" y="381812"/>
                </a:lnTo>
                <a:lnTo>
                  <a:pt x="175260" y="408432"/>
                </a:lnTo>
                <a:lnTo>
                  <a:pt x="199644" y="396240"/>
                </a:lnTo>
                <a:lnTo>
                  <a:pt x="199644" y="310896"/>
                </a:lnTo>
                <a:lnTo>
                  <a:pt x="332232" y="310896"/>
                </a:lnTo>
                <a:lnTo>
                  <a:pt x="332206" y="354330"/>
                </a:lnTo>
                <a:lnTo>
                  <a:pt x="283781" y="367525"/>
                </a:lnTo>
                <a:lnTo>
                  <a:pt x="269748" y="367284"/>
                </a:lnTo>
                <a:lnTo>
                  <a:pt x="269748" y="373380"/>
                </a:lnTo>
                <a:lnTo>
                  <a:pt x="289991" y="379691"/>
                </a:lnTo>
                <a:lnTo>
                  <a:pt x="304800" y="387286"/>
                </a:lnTo>
                <a:lnTo>
                  <a:pt x="313905" y="396316"/>
                </a:lnTo>
                <a:lnTo>
                  <a:pt x="316992" y="406908"/>
                </a:lnTo>
                <a:lnTo>
                  <a:pt x="333883" y="399770"/>
                </a:lnTo>
                <a:lnTo>
                  <a:pt x="345757" y="389763"/>
                </a:lnTo>
                <a:lnTo>
                  <a:pt x="352793" y="376910"/>
                </a:lnTo>
                <a:lnTo>
                  <a:pt x="353974" y="368808"/>
                </a:lnTo>
                <a:lnTo>
                  <a:pt x="355092" y="361188"/>
                </a:lnTo>
                <a:lnTo>
                  <a:pt x="355092" y="220980"/>
                </a:lnTo>
                <a:lnTo>
                  <a:pt x="362064" y="214884"/>
                </a:lnTo>
                <a:lnTo>
                  <a:pt x="367284" y="210312"/>
                </a:lnTo>
                <a:close/>
              </a:path>
              <a:path w="855345" h="408939">
                <a:moveTo>
                  <a:pt x="409956" y="170688"/>
                </a:moveTo>
                <a:lnTo>
                  <a:pt x="381000" y="137160"/>
                </a:lnTo>
                <a:lnTo>
                  <a:pt x="356616" y="160020"/>
                </a:lnTo>
                <a:lnTo>
                  <a:pt x="274320" y="160020"/>
                </a:lnTo>
                <a:lnTo>
                  <a:pt x="274320" y="115824"/>
                </a:lnTo>
                <a:lnTo>
                  <a:pt x="374904" y="115824"/>
                </a:lnTo>
                <a:lnTo>
                  <a:pt x="347472" y="85344"/>
                </a:lnTo>
                <a:lnTo>
                  <a:pt x="324612" y="106680"/>
                </a:lnTo>
                <a:lnTo>
                  <a:pt x="274320" y="106680"/>
                </a:lnTo>
                <a:lnTo>
                  <a:pt x="274320" y="70104"/>
                </a:lnTo>
                <a:lnTo>
                  <a:pt x="399288" y="70104"/>
                </a:lnTo>
                <a:lnTo>
                  <a:pt x="370332" y="36576"/>
                </a:lnTo>
                <a:lnTo>
                  <a:pt x="345948" y="59436"/>
                </a:lnTo>
                <a:lnTo>
                  <a:pt x="274320" y="59436"/>
                </a:lnTo>
                <a:lnTo>
                  <a:pt x="274320" y="28956"/>
                </a:lnTo>
                <a:lnTo>
                  <a:pt x="288036" y="16764"/>
                </a:lnTo>
                <a:lnTo>
                  <a:pt x="248412" y="0"/>
                </a:lnTo>
                <a:lnTo>
                  <a:pt x="249910" y="40728"/>
                </a:lnTo>
                <a:lnTo>
                  <a:pt x="249936" y="59436"/>
                </a:lnTo>
                <a:lnTo>
                  <a:pt x="135636" y="59436"/>
                </a:lnTo>
                <a:lnTo>
                  <a:pt x="150876" y="74676"/>
                </a:lnTo>
                <a:lnTo>
                  <a:pt x="160616" y="72682"/>
                </a:lnTo>
                <a:lnTo>
                  <a:pt x="169354" y="71247"/>
                </a:lnTo>
                <a:lnTo>
                  <a:pt x="177241" y="70396"/>
                </a:lnTo>
                <a:lnTo>
                  <a:pt x="184404" y="70104"/>
                </a:lnTo>
                <a:lnTo>
                  <a:pt x="249936" y="70104"/>
                </a:lnTo>
                <a:lnTo>
                  <a:pt x="249936" y="106680"/>
                </a:lnTo>
                <a:lnTo>
                  <a:pt x="161544" y="106680"/>
                </a:lnTo>
                <a:lnTo>
                  <a:pt x="176784" y="121920"/>
                </a:lnTo>
                <a:lnTo>
                  <a:pt x="195262" y="117729"/>
                </a:lnTo>
                <a:lnTo>
                  <a:pt x="203149" y="116357"/>
                </a:lnTo>
                <a:lnTo>
                  <a:pt x="210312" y="115824"/>
                </a:lnTo>
                <a:lnTo>
                  <a:pt x="249936" y="115824"/>
                </a:lnTo>
                <a:lnTo>
                  <a:pt x="249936" y="160020"/>
                </a:lnTo>
                <a:lnTo>
                  <a:pt x="121920" y="160020"/>
                </a:lnTo>
                <a:lnTo>
                  <a:pt x="137160" y="175260"/>
                </a:lnTo>
                <a:lnTo>
                  <a:pt x="146265" y="173266"/>
                </a:lnTo>
                <a:lnTo>
                  <a:pt x="155067" y="171831"/>
                </a:lnTo>
                <a:lnTo>
                  <a:pt x="163309" y="170980"/>
                </a:lnTo>
                <a:lnTo>
                  <a:pt x="170688" y="170688"/>
                </a:lnTo>
                <a:lnTo>
                  <a:pt x="409956" y="170688"/>
                </a:lnTo>
                <a:close/>
              </a:path>
              <a:path w="855345" h="408939">
                <a:moveTo>
                  <a:pt x="854976" y="158496"/>
                </a:moveTo>
                <a:lnTo>
                  <a:pt x="819924" y="121920"/>
                </a:lnTo>
                <a:lnTo>
                  <a:pt x="792492" y="147828"/>
                </a:lnTo>
                <a:lnTo>
                  <a:pt x="701052" y="147828"/>
                </a:lnTo>
                <a:lnTo>
                  <a:pt x="719670" y="127571"/>
                </a:lnTo>
                <a:lnTo>
                  <a:pt x="759764" y="82473"/>
                </a:lnTo>
                <a:lnTo>
                  <a:pt x="781824" y="57912"/>
                </a:lnTo>
                <a:lnTo>
                  <a:pt x="798588" y="50292"/>
                </a:lnTo>
                <a:lnTo>
                  <a:pt x="768108" y="22860"/>
                </a:lnTo>
                <a:lnTo>
                  <a:pt x="754392" y="44869"/>
                </a:lnTo>
                <a:lnTo>
                  <a:pt x="740676" y="65151"/>
                </a:lnTo>
                <a:lnTo>
                  <a:pt x="713244" y="100584"/>
                </a:lnTo>
                <a:lnTo>
                  <a:pt x="677659" y="138950"/>
                </a:lnTo>
                <a:lnTo>
                  <a:pt x="669048" y="147828"/>
                </a:lnTo>
                <a:lnTo>
                  <a:pt x="643140" y="147828"/>
                </a:lnTo>
                <a:lnTo>
                  <a:pt x="643140" y="85344"/>
                </a:lnTo>
                <a:lnTo>
                  <a:pt x="722388" y="85344"/>
                </a:lnTo>
                <a:lnTo>
                  <a:pt x="691908" y="50292"/>
                </a:lnTo>
                <a:lnTo>
                  <a:pt x="667524" y="74676"/>
                </a:lnTo>
                <a:lnTo>
                  <a:pt x="643140" y="74676"/>
                </a:lnTo>
                <a:lnTo>
                  <a:pt x="643140" y="38100"/>
                </a:lnTo>
                <a:lnTo>
                  <a:pt x="658380" y="24384"/>
                </a:lnTo>
                <a:lnTo>
                  <a:pt x="617232" y="7620"/>
                </a:lnTo>
                <a:lnTo>
                  <a:pt x="618109" y="19392"/>
                </a:lnTo>
                <a:lnTo>
                  <a:pt x="618566" y="34290"/>
                </a:lnTo>
                <a:lnTo>
                  <a:pt x="618655" y="44869"/>
                </a:lnTo>
                <a:lnTo>
                  <a:pt x="618756" y="74676"/>
                </a:lnTo>
                <a:lnTo>
                  <a:pt x="505980" y="74676"/>
                </a:lnTo>
                <a:lnTo>
                  <a:pt x="521220" y="89916"/>
                </a:lnTo>
                <a:lnTo>
                  <a:pt x="530860" y="87922"/>
                </a:lnTo>
                <a:lnTo>
                  <a:pt x="541223" y="86487"/>
                </a:lnTo>
                <a:lnTo>
                  <a:pt x="551865" y="85636"/>
                </a:lnTo>
                <a:lnTo>
                  <a:pt x="562368" y="85344"/>
                </a:lnTo>
                <a:lnTo>
                  <a:pt x="618756" y="85344"/>
                </a:lnTo>
                <a:lnTo>
                  <a:pt x="618756" y="147828"/>
                </a:lnTo>
                <a:lnTo>
                  <a:pt x="454164" y="147828"/>
                </a:lnTo>
                <a:lnTo>
                  <a:pt x="469404" y="163068"/>
                </a:lnTo>
                <a:lnTo>
                  <a:pt x="478828" y="161074"/>
                </a:lnTo>
                <a:lnTo>
                  <a:pt x="488835" y="159639"/>
                </a:lnTo>
                <a:lnTo>
                  <a:pt x="499402" y="158788"/>
                </a:lnTo>
                <a:lnTo>
                  <a:pt x="510552" y="158496"/>
                </a:lnTo>
                <a:lnTo>
                  <a:pt x="659904" y="158496"/>
                </a:lnTo>
                <a:lnTo>
                  <a:pt x="644232" y="173355"/>
                </a:lnTo>
                <a:lnTo>
                  <a:pt x="627138" y="188214"/>
                </a:lnTo>
                <a:lnTo>
                  <a:pt x="608888" y="203073"/>
                </a:lnTo>
                <a:lnTo>
                  <a:pt x="589800" y="217932"/>
                </a:lnTo>
                <a:lnTo>
                  <a:pt x="562368" y="202692"/>
                </a:lnTo>
                <a:lnTo>
                  <a:pt x="564464" y="220980"/>
                </a:lnTo>
                <a:lnTo>
                  <a:pt x="565150" y="228409"/>
                </a:lnTo>
                <a:lnTo>
                  <a:pt x="565416" y="234696"/>
                </a:lnTo>
                <a:lnTo>
                  <a:pt x="539623" y="251841"/>
                </a:lnTo>
                <a:lnTo>
                  <a:pt x="512267" y="268986"/>
                </a:lnTo>
                <a:lnTo>
                  <a:pt x="482904" y="286131"/>
                </a:lnTo>
                <a:lnTo>
                  <a:pt x="451116" y="303276"/>
                </a:lnTo>
                <a:lnTo>
                  <a:pt x="455688" y="307848"/>
                </a:lnTo>
                <a:lnTo>
                  <a:pt x="482041" y="297611"/>
                </a:lnTo>
                <a:lnTo>
                  <a:pt x="508838" y="285369"/>
                </a:lnTo>
                <a:lnTo>
                  <a:pt x="536473" y="271424"/>
                </a:lnTo>
                <a:lnTo>
                  <a:pt x="565416" y="256032"/>
                </a:lnTo>
                <a:lnTo>
                  <a:pt x="565378" y="353098"/>
                </a:lnTo>
                <a:lnTo>
                  <a:pt x="565150" y="369404"/>
                </a:lnTo>
                <a:lnTo>
                  <a:pt x="564464" y="385000"/>
                </a:lnTo>
                <a:lnTo>
                  <a:pt x="563486" y="397459"/>
                </a:lnTo>
                <a:lnTo>
                  <a:pt x="562368" y="406908"/>
                </a:lnTo>
                <a:lnTo>
                  <a:pt x="589800" y="396240"/>
                </a:lnTo>
                <a:lnTo>
                  <a:pt x="589800" y="371856"/>
                </a:lnTo>
                <a:lnTo>
                  <a:pt x="739152" y="371856"/>
                </a:lnTo>
                <a:lnTo>
                  <a:pt x="739152" y="402336"/>
                </a:lnTo>
                <a:lnTo>
                  <a:pt x="765060" y="391668"/>
                </a:lnTo>
                <a:lnTo>
                  <a:pt x="763536" y="297180"/>
                </a:lnTo>
                <a:lnTo>
                  <a:pt x="763536" y="286512"/>
                </a:lnTo>
                <a:lnTo>
                  <a:pt x="763536" y="234696"/>
                </a:lnTo>
                <a:lnTo>
                  <a:pt x="768616" y="230124"/>
                </a:lnTo>
                <a:lnTo>
                  <a:pt x="778776" y="220980"/>
                </a:lnTo>
                <a:lnTo>
                  <a:pt x="776706" y="219456"/>
                </a:lnTo>
                <a:lnTo>
                  <a:pt x="749820" y="199644"/>
                </a:lnTo>
                <a:lnTo>
                  <a:pt x="739152" y="213512"/>
                </a:lnTo>
                <a:lnTo>
                  <a:pt x="739152" y="230124"/>
                </a:lnTo>
                <a:lnTo>
                  <a:pt x="739152" y="286512"/>
                </a:lnTo>
                <a:lnTo>
                  <a:pt x="739152" y="297180"/>
                </a:lnTo>
                <a:lnTo>
                  <a:pt x="739152" y="361188"/>
                </a:lnTo>
                <a:lnTo>
                  <a:pt x="589800" y="361188"/>
                </a:lnTo>
                <a:lnTo>
                  <a:pt x="589800" y="297180"/>
                </a:lnTo>
                <a:lnTo>
                  <a:pt x="739152" y="297180"/>
                </a:lnTo>
                <a:lnTo>
                  <a:pt x="739152" y="286512"/>
                </a:lnTo>
                <a:lnTo>
                  <a:pt x="589800" y="286512"/>
                </a:lnTo>
                <a:lnTo>
                  <a:pt x="589800" y="256032"/>
                </a:lnTo>
                <a:lnTo>
                  <a:pt x="589800" y="237744"/>
                </a:lnTo>
                <a:lnTo>
                  <a:pt x="605040" y="230124"/>
                </a:lnTo>
                <a:lnTo>
                  <a:pt x="739152" y="230124"/>
                </a:lnTo>
                <a:lnTo>
                  <a:pt x="739152" y="213512"/>
                </a:lnTo>
                <a:lnTo>
                  <a:pt x="734580" y="219456"/>
                </a:lnTo>
                <a:lnTo>
                  <a:pt x="617232" y="219456"/>
                </a:lnTo>
                <a:lnTo>
                  <a:pt x="619125" y="217932"/>
                </a:lnTo>
                <a:lnTo>
                  <a:pt x="634657" y="205435"/>
                </a:lnTo>
                <a:lnTo>
                  <a:pt x="652665" y="190690"/>
                </a:lnTo>
                <a:lnTo>
                  <a:pt x="671233" y="175094"/>
                </a:lnTo>
                <a:lnTo>
                  <a:pt x="690384" y="158496"/>
                </a:lnTo>
                <a:lnTo>
                  <a:pt x="854976" y="15849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pic>
        <p:nvPicPr>
          <p:cNvPr id="13" name="object 13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4384548" y="2642044"/>
            <a:ext cx="70104" cy="119443"/>
          </a:xfrm>
          <a:prstGeom prst="rect">
            <a:avLst/>
          </a:prstGeom>
        </p:spPr>
      </p:pic>
      <p:sp>
        <p:nvSpPr>
          <p:cNvPr id="14" name="object 14"/>
          <p:cNvSpPr/>
          <p:nvPr/>
        </p:nvSpPr>
        <p:spPr>
          <a:xfrm>
            <a:off x="4806695" y="2383536"/>
            <a:ext cx="388620" cy="399415"/>
          </a:xfrm>
          <a:custGeom>
            <a:avLst/>
            <a:gdLst/>
            <a:ahLst/>
            <a:cxnLst/>
            <a:rect l="l" t="t" r="r" b="b"/>
            <a:pathLst>
              <a:path w="388620" h="399414">
                <a:moveTo>
                  <a:pt x="347472" y="225551"/>
                </a:moveTo>
                <a:lnTo>
                  <a:pt x="302704" y="182308"/>
                </a:lnTo>
                <a:lnTo>
                  <a:pt x="263652" y="131064"/>
                </a:lnTo>
                <a:lnTo>
                  <a:pt x="233743" y="70675"/>
                </a:lnTo>
                <a:lnTo>
                  <a:pt x="216408" y="0"/>
                </a:lnTo>
                <a:lnTo>
                  <a:pt x="249936" y="12191"/>
                </a:lnTo>
                <a:lnTo>
                  <a:pt x="234696" y="22859"/>
                </a:lnTo>
                <a:lnTo>
                  <a:pt x="244125" y="50006"/>
                </a:lnTo>
                <a:lnTo>
                  <a:pt x="271557" y="102584"/>
                </a:lnTo>
                <a:lnTo>
                  <a:pt x="310395" y="152042"/>
                </a:lnTo>
                <a:lnTo>
                  <a:pt x="360068" y="186951"/>
                </a:lnTo>
                <a:lnTo>
                  <a:pt x="388620" y="198119"/>
                </a:lnTo>
                <a:lnTo>
                  <a:pt x="388620" y="204215"/>
                </a:lnTo>
                <a:lnTo>
                  <a:pt x="375118" y="205406"/>
                </a:lnTo>
                <a:lnTo>
                  <a:pt x="364045" y="209168"/>
                </a:lnTo>
                <a:lnTo>
                  <a:pt x="354972" y="215788"/>
                </a:lnTo>
                <a:lnTo>
                  <a:pt x="347472" y="225551"/>
                </a:lnTo>
                <a:close/>
              </a:path>
              <a:path w="388620" h="399414">
                <a:moveTo>
                  <a:pt x="6096" y="231647"/>
                </a:moveTo>
                <a:lnTo>
                  <a:pt x="0" y="227075"/>
                </a:lnTo>
                <a:lnTo>
                  <a:pt x="30003" y="196500"/>
                </a:lnTo>
                <a:lnTo>
                  <a:pt x="56007" y="166496"/>
                </a:lnTo>
                <a:lnTo>
                  <a:pt x="96012" y="108203"/>
                </a:lnTo>
                <a:lnTo>
                  <a:pt x="122491" y="54482"/>
                </a:lnTo>
                <a:lnTo>
                  <a:pt x="134112" y="12191"/>
                </a:lnTo>
                <a:lnTo>
                  <a:pt x="173736" y="38100"/>
                </a:lnTo>
                <a:lnTo>
                  <a:pt x="155448" y="48767"/>
                </a:lnTo>
                <a:lnTo>
                  <a:pt x="131137" y="95438"/>
                </a:lnTo>
                <a:lnTo>
                  <a:pt x="103973" y="136843"/>
                </a:lnTo>
                <a:lnTo>
                  <a:pt x="74029" y="173199"/>
                </a:lnTo>
                <a:lnTo>
                  <a:pt x="41379" y="204728"/>
                </a:lnTo>
                <a:lnTo>
                  <a:pt x="6096" y="231647"/>
                </a:lnTo>
                <a:close/>
              </a:path>
              <a:path w="388620" h="399414">
                <a:moveTo>
                  <a:pt x="62484" y="385572"/>
                </a:moveTo>
                <a:lnTo>
                  <a:pt x="44196" y="348996"/>
                </a:lnTo>
                <a:lnTo>
                  <a:pt x="51363" y="347567"/>
                </a:lnTo>
                <a:lnTo>
                  <a:pt x="59245" y="343281"/>
                </a:lnTo>
                <a:lnTo>
                  <a:pt x="89773" y="312729"/>
                </a:lnTo>
                <a:lnTo>
                  <a:pt x="118443" y="274486"/>
                </a:lnTo>
                <a:lnTo>
                  <a:pt x="151590" y="223361"/>
                </a:lnTo>
                <a:lnTo>
                  <a:pt x="175498" y="175355"/>
                </a:lnTo>
                <a:lnTo>
                  <a:pt x="182880" y="153923"/>
                </a:lnTo>
                <a:lnTo>
                  <a:pt x="220980" y="182879"/>
                </a:lnTo>
                <a:lnTo>
                  <a:pt x="202692" y="192023"/>
                </a:lnTo>
                <a:lnTo>
                  <a:pt x="170092" y="238625"/>
                </a:lnTo>
                <a:lnTo>
                  <a:pt x="138493" y="280225"/>
                </a:lnTo>
                <a:lnTo>
                  <a:pt x="107751" y="316968"/>
                </a:lnTo>
                <a:lnTo>
                  <a:pt x="77724" y="348996"/>
                </a:lnTo>
                <a:lnTo>
                  <a:pt x="320648" y="348996"/>
                </a:lnTo>
                <a:lnTo>
                  <a:pt x="323066" y="353568"/>
                </a:lnTo>
                <a:lnTo>
                  <a:pt x="286512" y="353568"/>
                </a:lnTo>
                <a:lnTo>
                  <a:pt x="212193" y="358973"/>
                </a:lnTo>
                <a:lnTo>
                  <a:pt x="156019" y="363664"/>
                </a:lnTo>
                <a:lnTo>
                  <a:pt x="117848" y="367498"/>
                </a:lnTo>
                <a:lnTo>
                  <a:pt x="77724" y="377380"/>
                </a:lnTo>
                <a:lnTo>
                  <a:pt x="69675" y="381261"/>
                </a:lnTo>
                <a:lnTo>
                  <a:pt x="62484" y="385572"/>
                </a:lnTo>
                <a:close/>
              </a:path>
              <a:path w="388620" h="399414">
                <a:moveTo>
                  <a:pt x="320648" y="348996"/>
                </a:moveTo>
                <a:lnTo>
                  <a:pt x="77724" y="348996"/>
                </a:lnTo>
                <a:lnTo>
                  <a:pt x="283464" y="344424"/>
                </a:lnTo>
                <a:lnTo>
                  <a:pt x="273177" y="326683"/>
                </a:lnTo>
                <a:lnTo>
                  <a:pt x="260604" y="307657"/>
                </a:lnTo>
                <a:lnTo>
                  <a:pt x="245745" y="287202"/>
                </a:lnTo>
                <a:lnTo>
                  <a:pt x="228600" y="265175"/>
                </a:lnTo>
                <a:lnTo>
                  <a:pt x="233172" y="259079"/>
                </a:lnTo>
                <a:lnTo>
                  <a:pt x="284797" y="304609"/>
                </a:lnTo>
                <a:lnTo>
                  <a:pt x="312419" y="335280"/>
                </a:lnTo>
                <a:lnTo>
                  <a:pt x="318658" y="345233"/>
                </a:lnTo>
                <a:lnTo>
                  <a:pt x="320648" y="348996"/>
                </a:lnTo>
                <a:close/>
              </a:path>
              <a:path w="388620" h="399414">
                <a:moveTo>
                  <a:pt x="310896" y="399288"/>
                </a:moveTo>
                <a:lnTo>
                  <a:pt x="306324" y="399288"/>
                </a:lnTo>
                <a:lnTo>
                  <a:pt x="303276" y="394716"/>
                </a:lnTo>
                <a:lnTo>
                  <a:pt x="298704" y="387096"/>
                </a:lnTo>
                <a:lnTo>
                  <a:pt x="292608" y="368046"/>
                </a:lnTo>
                <a:lnTo>
                  <a:pt x="289702" y="360092"/>
                </a:lnTo>
                <a:lnTo>
                  <a:pt x="286512" y="353568"/>
                </a:lnTo>
                <a:lnTo>
                  <a:pt x="323066" y="353568"/>
                </a:lnTo>
                <a:lnTo>
                  <a:pt x="323469" y="354330"/>
                </a:lnTo>
                <a:lnTo>
                  <a:pt x="326564" y="362283"/>
                </a:lnTo>
                <a:lnTo>
                  <a:pt x="327660" y="368808"/>
                </a:lnTo>
                <a:lnTo>
                  <a:pt x="327660" y="376428"/>
                </a:lnTo>
                <a:lnTo>
                  <a:pt x="324612" y="382524"/>
                </a:lnTo>
                <a:lnTo>
                  <a:pt x="320040" y="388620"/>
                </a:lnTo>
                <a:lnTo>
                  <a:pt x="313943" y="396240"/>
                </a:lnTo>
                <a:lnTo>
                  <a:pt x="310896" y="39928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" name="object 15"/>
          <p:cNvSpPr/>
          <p:nvPr/>
        </p:nvSpPr>
        <p:spPr>
          <a:xfrm>
            <a:off x="5254752" y="2395727"/>
            <a:ext cx="350520" cy="388620"/>
          </a:xfrm>
          <a:custGeom>
            <a:avLst/>
            <a:gdLst/>
            <a:ahLst/>
            <a:cxnLst/>
            <a:rect l="l" t="t" r="r" b="b"/>
            <a:pathLst>
              <a:path w="350520" h="388619">
                <a:moveTo>
                  <a:pt x="48768" y="33528"/>
                </a:moveTo>
                <a:lnTo>
                  <a:pt x="33528" y="18288"/>
                </a:lnTo>
                <a:lnTo>
                  <a:pt x="307847" y="18288"/>
                </a:lnTo>
                <a:lnTo>
                  <a:pt x="320040" y="0"/>
                </a:lnTo>
                <a:lnTo>
                  <a:pt x="350520" y="22860"/>
                </a:lnTo>
                <a:lnTo>
                  <a:pt x="342682" y="28956"/>
                </a:lnTo>
                <a:lnTo>
                  <a:pt x="91440" y="28956"/>
                </a:lnTo>
                <a:lnTo>
                  <a:pt x="80271" y="29241"/>
                </a:lnTo>
                <a:lnTo>
                  <a:pt x="69532" y="30099"/>
                </a:lnTo>
                <a:lnTo>
                  <a:pt x="59078" y="31527"/>
                </a:lnTo>
                <a:lnTo>
                  <a:pt x="48768" y="33528"/>
                </a:lnTo>
                <a:close/>
              </a:path>
              <a:path w="350520" h="388619">
                <a:moveTo>
                  <a:pt x="335295" y="345948"/>
                </a:moveTo>
                <a:lnTo>
                  <a:pt x="295656" y="345948"/>
                </a:lnTo>
                <a:lnTo>
                  <a:pt x="302775" y="344781"/>
                </a:lnTo>
                <a:lnTo>
                  <a:pt x="308038" y="341185"/>
                </a:lnTo>
                <a:lnTo>
                  <a:pt x="311300" y="335018"/>
                </a:lnTo>
                <a:lnTo>
                  <a:pt x="312420" y="326136"/>
                </a:lnTo>
                <a:lnTo>
                  <a:pt x="312420" y="28956"/>
                </a:lnTo>
                <a:lnTo>
                  <a:pt x="342682" y="28956"/>
                </a:lnTo>
                <a:lnTo>
                  <a:pt x="336804" y="33528"/>
                </a:lnTo>
                <a:lnTo>
                  <a:pt x="336804" y="333756"/>
                </a:lnTo>
                <a:lnTo>
                  <a:pt x="335295" y="345948"/>
                </a:lnTo>
                <a:close/>
              </a:path>
              <a:path w="350520" h="388619">
                <a:moveTo>
                  <a:pt x="16764" y="117348"/>
                </a:moveTo>
                <a:lnTo>
                  <a:pt x="0" y="102108"/>
                </a:lnTo>
                <a:lnTo>
                  <a:pt x="225552" y="102108"/>
                </a:lnTo>
                <a:lnTo>
                  <a:pt x="246888" y="79248"/>
                </a:lnTo>
                <a:lnTo>
                  <a:pt x="280416" y="111252"/>
                </a:lnTo>
                <a:lnTo>
                  <a:pt x="56388" y="111252"/>
                </a:lnTo>
                <a:lnTo>
                  <a:pt x="44410" y="111775"/>
                </a:lnTo>
                <a:lnTo>
                  <a:pt x="33718" y="113157"/>
                </a:lnTo>
                <a:lnTo>
                  <a:pt x="24455" y="115109"/>
                </a:lnTo>
                <a:lnTo>
                  <a:pt x="16764" y="117348"/>
                </a:lnTo>
                <a:close/>
              </a:path>
              <a:path w="350520" h="388619">
                <a:moveTo>
                  <a:pt x="228904" y="164592"/>
                </a:moveTo>
                <a:lnTo>
                  <a:pt x="193547" y="164592"/>
                </a:lnTo>
                <a:lnTo>
                  <a:pt x="205740" y="146304"/>
                </a:lnTo>
                <a:lnTo>
                  <a:pt x="228904" y="164592"/>
                </a:lnTo>
                <a:close/>
              </a:path>
              <a:path w="350520" h="388619">
                <a:moveTo>
                  <a:pt x="54864" y="313944"/>
                </a:moveTo>
                <a:lnTo>
                  <a:pt x="55102" y="300489"/>
                </a:lnTo>
                <a:lnTo>
                  <a:pt x="55626" y="282892"/>
                </a:lnTo>
                <a:lnTo>
                  <a:pt x="56096" y="263247"/>
                </a:lnTo>
                <a:lnTo>
                  <a:pt x="56222" y="252983"/>
                </a:lnTo>
                <a:lnTo>
                  <a:pt x="56388" y="234695"/>
                </a:lnTo>
                <a:lnTo>
                  <a:pt x="56364" y="208692"/>
                </a:lnTo>
                <a:lnTo>
                  <a:pt x="56197" y="185547"/>
                </a:lnTo>
                <a:lnTo>
                  <a:pt x="55832" y="169164"/>
                </a:lnTo>
                <a:lnTo>
                  <a:pt x="55711" y="164592"/>
                </a:lnTo>
                <a:lnTo>
                  <a:pt x="54864" y="147828"/>
                </a:lnTo>
                <a:lnTo>
                  <a:pt x="80772" y="164592"/>
                </a:lnTo>
                <a:lnTo>
                  <a:pt x="228904" y="164592"/>
                </a:lnTo>
                <a:lnTo>
                  <a:pt x="234696" y="169164"/>
                </a:lnTo>
                <a:lnTo>
                  <a:pt x="228817" y="173736"/>
                </a:lnTo>
                <a:lnTo>
                  <a:pt x="80772" y="173736"/>
                </a:lnTo>
                <a:lnTo>
                  <a:pt x="80772" y="262128"/>
                </a:lnTo>
                <a:lnTo>
                  <a:pt x="221192" y="262128"/>
                </a:lnTo>
                <a:lnTo>
                  <a:pt x="221218" y="263247"/>
                </a:lnTo>
                <a:lnTo>
                  <a:pt x="221639" y="271271"/>
                </a:lnTo>
                <a:lnTo>
                  <a:pt x="80772" y="271271"/>
                </a:lnTo>
                <a:lnTo>
                  <a:pt x="80772" y="301752"/>
                </a:lnTo>
                <a:lnTo>
                  <a:pt x="54864" y="313944"/>
                </a:lnTo>
                <a:close/>
              </a:path>
              <a:path w="350520" h="388619">
                <a:moveTo>
                  <a:pt x="221192" y="262128"/>
                </a:moveTo>
                <a:lnTo>
                  <a:pt x="196596" y="262128"/>
                </a:lnTo>
                <a:lnTo>
                  <a:pt x="196596" y="173736"/>
                </a:lnTo>
                <a:lnTo>
                  <a:pt x="228817" y="173736"/>
                </a:lnTo>
                <a:lnTo>
                  <a:pt x="220980" y="179831"/>
                </a:lnTo>
                <a:lnTo>
                  <a:pt x="220980" y="252983"/>
                </a:lnTo>
                <a:lnTo>
                  <a:pt x="221192" y="262128"/>
                </a:lnTo>
                <a:close/>
              </a:path>
              <a:path w="350520" h="388619">
                <a:moveTo>
                  <a:pt x="196596" y="303276"/>
                </a:moveTo>
                <a:lnTo>
                  <a:pt x="196596" y="271271"/>
                </a:lnTo>
                <a:lnTo>
                  <a:pt x="221639" y="271271"/>
                </a:lnTo>
                <a:lnTo>
                  <a:pt x="222265" y="283202"/>
                </a:lnTo>
                <a:lnTo>
                  <a:pt x="222504" y="292607"/>
                </a:lnTo>
                <a:lnTo>
                  <a:pt x="196596" y="303276"/>
                </a:lnTo>
                <a:close/>
              </a:path>
              <a:path w="350520" h="388619">
                <a:moveTo>
                  <a:pt x="297180" y="388620"/>
                </a:moveTo>
                <a:lnTo>
                  <a:pt x="293465" y="378380"/>
                </a:lnTo>
                <a:lnTo>
                  <a:pt x="282321" y="368427"/>
                </a:lnTo>
                <a:lnTo>
                  <a:pt x="263747" y="359044"/>
                </a:lnTo>
                <a:lnTo>
                  <a:pt x="237744" y="350520"/>
                </a:lnTo>
                <a:lnTo>
                  <a:pt x="237744" y="341375"/>
                </a:lnTo>
                <a:lnTo>
                  <a:pt x="256865" y="343376"/>
                </a:lnTo>
                <a:lnTo>
                  <a:pt x="272986" y="344805"/>
                </a:lnTo>
                <a:lnTo>
                  <a:pt x="285964" y="345662"/>
                </a:lnTo>
                <a:lnTo>
                  <a:pt x="295656" y="345948"/>
                </a:lnTo>
                <a:lnTo>
                  <a:pt x="335295" y="345948"/>
                </a:lnTo>
                <a:lnTo>
                  <a:pt x="334470" y="352615"/>
                </a:lnTo>
                <a:lnTo>
                  <a:pt x="327279" y="368046"/>
                </a:lnTo>
                <a:lnTo>
                  <a:pt x="314944" y="380047"/>
                </a:lnTo>
                <a:lnTo>
                  <a:pt x="297180" y="3886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" name="object 16"/>
          <p:cNvSpPr/>
          <p:nvPr/>
        </p:nvSpPr>
        <p:spPr>
          <a:xfrm>
            <a:off x="5689092" y="2378963"/>
            <a:ext cx="844550" cy="410209"/>
          </a:xfrm>
          <a:custGeom>
            <a:avLst/>
            <a:gdLst/>
            <a:ahLst/>
            <a:cxnLst/>
            <a:rect l="l" t="t" r="r" b="b"/>
            <a:pathLst>
              <a:path w="844550" h="410210">
                <a:moveTo>
                  <a:pt x="254508" y="156972"/>
                </a:moveTo>
                <a:lnTo>
                  <a:pt x="227076" y="126492"/>
                </a:lnTo>
                <a:lnTo>
                  <a:pt x="207264" y="146304"/>
                </a:lnTo>
                <a:lnTo>
                  <a:pt x="166116" y="146304"/>
                </a:lnTo>
                <a:lnTo>
                  <a:pt x="182092" y="124256"/>
                </a:lnTo>
                <a:lnTo>
                  <a:pt x="206616" y="91020"/>
                </a:lnTo>
                <a:lnTo>
                  <a:pt x="212737" y="82296"/>
                </a:lnTo>
                <a:lnTo>
                  <a:pt x="237744" y="59436"/>
                </a:lnTo>
                <a:lnTo>
                  <a:pt x="205740" y="33528"/>
                </a:lnTo>
                <a:lnTo>
                  <a:pt x="200875" y="44945"/>
                </a:lnTo>
                <a:lnTo>
                  <a:pt x="195453" y="56197"/>
                </a:lnTo>
                <a:lnTo>
                  <a:pt x="189445" y="67183"/>
                </a:lnTo>
                <a:lnTo>
                  <a:pt x="182880" y="77724"/>
                </a:lnTo>
                <a:lnTo>
                  <a:pt x="182880" y="82296"/>
                </a:lnTo>
                <a:lnTo>
                  <a:pt x="173202" y="97447"/>
                </a:lnTo>
                <a:lnTo>
                  <a:pt x="162687" y="113157"/>
                </a:lnTo>
                <a:lnTo>
                  <a:pt x="151587" y="129451"/>
                </a:lnTo>
                <a:lnTo>
                  <a:pt x="140208" y="146304"/>
                </a:lnTo>
                <a:lnTo>
                  <a:pt x="128016" y="146304"/>
                </a:lnTo>
                <a:lnTo>
                  <a:pt x="128016" y="82296"/>
                </a:lnTo>
                <a:lnTo>
                  <a:pt x="182880" y="82296"/>
                </a:lnTo>
                <a:lnTo>
                  <a:pt x="182880" y="77724"/>
                </a:lnTo>
                <a:lnTo>
                  <a:pt x="158496" y="53340"/>
                </a:lnTo>
                <a:lnTo>
                  <a:pt x="141732" y="71628"/>
                </a:lnTo>
                <a:lnTo>
                  <a:pt x="128016" y="71628"/>
                </a:lnTo>
                <a:lnTo>
                  <a:pt x="128016" y="27432"/>
                </a:lnTo>
                <a:lnTo>
                  <a:pt x="140208" y="15240"/>
                </a:lnTo>
                <a:lnTo>
                  <a:pt x="103632" y="0"/>
                </a:lnTo>
                <a:lnTo>
                  <a:pt x="105079" y="44945"/>
                </a:lnTo>
                <a:lnTo>
                  <a:pt x="105156" y="71628"/>
                </a:lnTo>
                <a:lnTo>
                  <a:pt x="28956" y="71628"/>
                </a:lnTo>
                <a:lnTo>
                  <a:pt x="44196" y="86868"/>
                </a:lnTo>
                <a:lnTo>
                  <a:pt x="53835" y="84874"/>
                </a:lnTo>
                <a:lnTo>
                  <a:pt x="64198" y="83439"/>
                </a:lnTo>
                <a:lnTo>
                  <a:pt x="74841" y="82588"/>
                </a:lnTo>
                <a:lnTo>
                  <a:pt x="85344" y="82296"/>
                </a:lnTo>
                <a:lnTo>
                  <a:pt x="105156" y="82296"/>
                </a:lnTo>
                <a:lnTo>
                  <a:pt x="105156" y="146304"/>
                </a:lnTo>
                <a:lnTo>
                  <a:pt x="0" y="146304"/>
                </a:lnTo>
                <a:lnTo>
                  <a:pt x="16764" y="161544"/>
                </a:lnTo>
                <a:lnTo>
                  <a:pt x="25615" y="159550"/>
                </a:lnTo>
                <a:lnTo>
                  <a:pt x="33909" y="158115"/>
                </a:lnTo>
                <a:lnTo>
                  <a:pt x="41617" y="157264"/>
                </a:lnTo>
                <a:lnTo>
                  <a:pt x="48768" y="156972"/>
                </a:lnTo>
                <a:lnTo>
                  <a:pt x="132588" y="156972"/>
                </a:lnTo>
                <a:lnTo>
                  <a:pt x="121704" y="168935"/>
                </a:lnTo>
                <a:lnTo>
                  <a:pt x="109537" y="181737"/>
                </a:lnTo>
                <a:lnTo>
                  <a:pt x="95935" y="195122"/>
                </a:lnTo>
                <a:lnTo>
                  <a:pt x="80772" y="208788"/>
                </a:lnTo>
                <a:lnTo>
                  <a:pt x="59436" y="199644"/>
                </a:lnTo>
                <a:lnTo>
                  <a:pt x="60960" y="210312"/>
                </a:lnTo>
                <a:lnTo>
                  <a:pt x="60960" y="222504"/>
                </a:lnTo>
                <a:lnTo>
                  <a:pt x="47790" y="231889"/>
                </a:lnTo>
                <a:lnTo>
                  <a:pt x="33337" y="241554"/>
                </a:lnTo>
                <a:lnTo>
                  <a:pt x="17449" y="251231"/>
                </a:lnTo>
                <a:lnTo>
                  <a:pt x="0" y="260604"/>
                </a:lnTo>
                <a:lnTo>
                  <a:pt x="3048" y="268224"/>
                </a:lnTo>
                <a:lnTo>
                  <a:pt x="20713" y="260248"/>
                </a:lnTo>
                <a:lnTo>
                  <a:pt x="36957" y="252412"/>
                </a:lnTo>
                <a:lnTo>
                  <a:pt x="51473" y="244868"/>
                </a:lnTo>
                <a:lnTo>
                  <a:pt x="64008" y="237744"/>
                </a:lnTo>
                <a:lnTo>
                  <a:pt x="63741" y="292874"/>
                </a:lnTo>
                <a:lnTo>
                  <a:pt x="63055" y="339280"/>
                </a:lnTo>
                <a:lnTo>
                  <a:pt x="62077" y="376834"/>
                </a:lnTo>
                <a:lnTo>
                  <a:pt x="60960" y="405384"/>
                </a:lnTo>
                <a:lnTo>
                  <a:pt x="85344" y="393192"/>
                </a:lnTo>
                <a:lnTo>
                  <a:pt x="85344" y="356616"/>
                </a:lnTo>
                <a:lnTo>
                  <a:pt x="181356" y="356616"/>
                </a:lnTo>
                <a:lnTo>
                  <a:pt x="181356" y="391668"/>
                </a:lnTo>
                <a:lnTo>
                  <a:pt x="207264" y="377952"/>
                </a:lnTo>
                <a:lnTo>
                  <a:pt x="206222" y="356616"/>
                </a:lnTo>
                <a:lnTo>
                  <a:pt x="206133" y="354787"/>
                </a:lnTo>
                <a:lnTo>
                  <a:pt x="205879" y="345948"/>
                </a:lnTo>
                <a:lnTo>
                  <a:pt x="205168" y="321754"/>
                </a:lnTo>
                <a:lnTo>
                  <a:pt x="204546" y="283464"/>
                </a:lnTo>
                <a:lnTo>
                  <a:pt x="204444" y="272796"/>
                </a:lnTo>
                <a:lnTo>
                  <a:pt x="204216" y="225552"/>
                </a:lnTo>
                <a:lnTo>
                  <a:pt x="219456" y="217932"/>
                </a:lnTo>
                <a:lnTo>
                  <a:pt x="211747" y="208788"/>
                </a:lnTo>
                <a:lnTo>
                  <a:pt x="210464" y="207264"/>
                </a:lnTo>
                <a:lnTo>
                  <a:pt x="195072" y="188976"/>
                </a:lnTo>
                <a:lnTo>
                  <a:pt x="181356" y="207264"/>
                </a:lnTo>
                <a:lnTo>
                  <a:pt x="181356" y="217932"/>
                </a:lnTo>
                <a:lnTo>
                  <a:pt x="181356" y="272796"/>
                </a:lnTo>
                <a:lnTo>
                  <a:pt x="181356" y="283464"/>
                </a:lnTo>
                <a:lnTo>
                  <a:pt x="181356" y="345948"/>
                </a:lnTo>
                <a:lnTo>
                  <a:pt x="85344" y="345948"/>
                </a:lnTo>
                <a:lnTo>
                  <a:pt x="85344" y="283464"/>
                </a:lnTo>
                <a:lnTo>
                  <a:pt x="181356" y="283464"/>
                </a:lnTo>
                <a:lnTo>
                  <a:pt x="181356" y="272796"/>
                </a:lnTo>
                <a:lnTo>
                  <a:pt x="85344" y="272796"/>
                </a:lnTo>
                <a:lnTo>
                  <a:pt x="85344" y="237744"/>
                </a:lnTo>
                <a:lnTo>
                  <a:pt x="85344" y="225552"/>
                </a:lnTo>
                <a:lnTo>
                  <a:pt x="99060" y="217932"/>
                </a:lnTo>
                <a:lnTo>
                  <a:pt x="181356" y="217932"/>
                </a:lnTo>
                <a:lnTo>
                  <a:pt x="181356" y="207264"/>
                </a:lnTo>
                <a:lnTo>
                  <a:pt x="109728" y="207264"/>
                </a:lnTo>
                <a:lnTo>
                  <a:pt x="125730" y="192125"/>
                </a:lnTo>
                <a:lnTo>
                  <a:pt x="139446" y="178689"/>
                </a:lnTo>
                <a:lnTo>
                  <a:pt x="150876" y="166979"/>
                </a:lnTo>
                <a:lnTo>
                  <a:pt x="160020" y="156972"/>
                </a:lnTo>
                <a:lnTo>
                  <a:pt x="254508" y="156972"/>
                </a:lnTo>
                <a:close/>
              </a:path>
              <a:path w="844550" h="410210">
                <a:moveTo>
                  <a:pt x="402336" y="50292"/>
                </a:moveTo>
                <a:lnTo>
                  <a:pt x="393192" y="41148"/>
                </a:lnTo>
                <a:lnTo>
                  <a:pt x="376428" y="24384"/>
                </a:lnTo>
                <a:lnTo>
                  <a:pt x="359664" y="41148"/>
                </a:lnTo>
                <a:lnTo>
                  <a:pt x="281940" y="41148"/>
                </a:lnTo>
                <a:lnTo>
                  <a:pt x="257556" y="25908"/>
                </a:lnTo>
                <a:lnTo>
                  <a:pt x="258432" y="68516"/>
                </a:lnTo>
                <a:lnTo>
                  <a:pt x="258889" y="114109"/>
                </a:lnTo>
                <a:lnTo>
                  <a:pt x="259054" y="162864"/>
                </a:lnTo>
                <a:lnTo>
                  <a:pt x="258927" y="306019"/>
                </a:lnTo>
                <a:lnTo>
                  <a:pt x="258826" y="324065"/>
                </a:lnTo>
                <a:lnTo>
                  <a:pt x="258432" y="365340"/>
                </a:lnTo>
                <a:lnTo>
                  <a:pt x="257556" y="409956"/>
                </a:lnTo>
                <a:lnTo>
                  <a:pt x="281940" y="399288"/>
                </a:lnTo>
                <a:lnTo>
                  <a:pt x="281940" y="51816"/>
                </a:lnTo>
                <a:lnTo>
                  <a:pt x="359664" y="51816"/>
                </a:lnTo>
                <a:lnTo>
                  <a:pt x="320040" y="170688"/>
                </a:lnTo>
                <a:lnTo>
                  <a:pt x="335470" y="192405"/>
                </a:lnTo>
                <a:lnTo>
                  <a:pt x="356044" y="228981"/>
                </a:lnTo>
                <a:lnTo>
                  <a:pt x="365950" y="266509"/>
                </a:lnTo>
                <a:lnTo>
                  <a:pt x="367284" y="278892"/>
                </a:lnTo>
                <a:lnTo>
                  <a:pt x="367284" y="284988"/>
                </a:lnTo>
                <a:lnTo>
                  <a:pt x="335280" y="306324"/>
                </a:lnTo>
                <a:lnTo>
                  <a:pt x="328701" y="306019"/>
                </a:lnTo>
                <a:lnTo>
                  <a:pt x="320421" y="304990"/>
                </a:lnTo>
                <a:lnTo>
                  <a:pt x="310413" y="303110"/>
                </a:lnTo>
                <a:lnTo>
                  <a:pt x="298704" y="300228"/>
                </a:lnTo>
                <a:lnTo>
                  <a:pt x="298704" y="309372"/>
                </a:lnTo>
                <a:lnTo>
                  <a:pt x="315480" y="315709"/>
                </a:lnTo>
                <a:lnTo>
                  <a:pt x="328993" y="323469"/>
                </a:lnTo>
                <a:lnTo>
                  <a:pt x="338772" y="332955"/>
                </a:lnTo>
                <a:lnTo>
                  <a:pt x="344424" y="344424"/>
                </a:lnTo>
                <a:lnTo>
                  <a:pt x="356158" y="338404"/>
                </a:lnTo>
                <a:lnTo>
                  <a:pt x="366331" y="331660"/>
                </a:lnTo>
                <a:lnTo>
                  <a:pt x="375069" y="324065"/>
                </a:lnTo>
                <a:lnTo>
                  <a:pt x="382524" y="315468"/>
                </a:lnTo>
                <a:lnTo>
                  <a:pt x="387731" y="306324"/>
                </a:lnTo>
                <a:lnTo>
                  <a:pt x="388239" y="305447"/>
                </a:lnTo>
                <a:lnTo>
                  <a:pt x="391668" y="293560"/>
                </a:lnTo>
                <a:lnTo>
                  <a:pt x="392811" y="279679"/>
                </a:lnTo>
                <a:lnTo>
                  <a:pt x="391668" y="263652"/>
                </a:lnTo>
                <a:lnTo>
                  <a:pt x="386854" y="244817"/>
                </a:lnTo>
                <a:lnTo>
                  <a:pt x="374904" y="222694"/>
                </a:lnTo>
                <a:lnTo>
                  <a:pt x="356082" y="197434"/>
                </a:lnTo>
                <a:lnTo>
                  <a:pt x="330708" y="169164"/>
                </a:lnTo>
                <a:lnTo>
                  <a:pt x="385572" y="59436"/>
                </a:lnTo>
                <a:lnTo>
                  <a:pt x="399542" y="51816"/>
                </a:lnTo>
                <a:lnTo>
                  <a:pt x="402336" y="50292"/>
                </a:lnTo>
                <a:close/>
              </a:path>
              <a:path w="844550" h="410210">
                <a:moveTo>
                  <a:pt x="844296" y="82296"/>
                </a:moveTo>
                <a:lnTo>
                  <a:pt x="803148" y="41148"/>
                </a:lnTo>
                <a:lnTo>
                  <a:pt x="774192" y="71628"/>
                </a:lnTo>
                <a:lnTo>
                  <a:pt x="626364" y="71628"/>
                </a:lnTo>
                <a:lnTo>
                  <a:pt x="630974" y="63055"/>
                </a:lnTo>
                <a:lnTo>
                  <a:pt x="641362" y="42481"/>
                </a:lnTo>
                <a:lnTo>
                  <a:pt x="647700" y="30480"/>
                </a:lnTo>
                <a:lnTo>
                  <a:pt x="664464" y="24384"/>
                </a:lnTo>
                <a:lnTo>
                  <a:pt x="621792" y="0"/>
                </a:lnTo>
                <a:lnTo>
                  <a:pt x="617766" y="14846"/>
                </a:lnTo>
                <a:lnTo>
                  <a:pt x="612457" y="31813"/>
                </a:lnTo>
                <a:lnTo>
                  <a:pt x="605713" y="50800"/>
                </a:lnTo>
                <a:lnTo>
                  <a:pt x="597408" y="71628"/>
                </a:lnTo>
                <a:lnTo>
                  <a:pt x="440436" y="71628"/>
                </a:lnTo>
                <a:lnTo>
                  <a:pt x="455676" y="86868"/>
                </a:lnTo>
                <a:lnTo>
                  <a:pt x="465975" y="84874"/>
                </a:lnTo>
                <a:lnTo>
                  <a:pt x="476440" y="83439"/>
                </a:lnTo>
                <a:lnTo>
                  <a:pt x="487172" y="82588"/>
                </a:lnTo>
                <a:lnTo>
                  <a:pt x="498348" y="82296"/>
                </a:lnTo>
                <a:lnTo>
                  <a:pt x="592836" y="82296"/>
                </a:lnTo>
                <a:lnTo>
                  <a:pt x="559689" y="139255"/>
                </a:lnTo>
                <a:lnTo>
                  <a:pt x="524256" y="185928"/>
                </a:lnTo>
                <a:lnTo>
                  <a:pt x="485775" y="225361"/>
                </a:lnTo>
                <a:lnTo>
                  <a:pt x="440436" y="263652"/>
                </a:lnTo>
                <a:lnTo>
                  <a:pt x="445008" y="269748"/>
                </a:lnTo>
                <a:lnTo>
                  <a:pt x="473240" y="251460"/>
                </a:lnTo>
                <a:lnTo>
                  <a:pt x="500634" y="230886"/>
                </a:lnTo>
                <a:lnTo>
                  <a:pt x="526872" y="208026"/>
                </a:lnTo>
                <a:lnTo>
                  <a:pt x="551688" y="182880"/>
                </a:lnTo>
                <a:lnTo>
                  <a:pt x="551599" y="294132"/>
                </a:lnTo>
                <a:lnTo>
                  <a:pt x="551497" y="337375"/>
                </a:lnTo>
                <a:lnTo>
                  <a:pt x="551040" y="383273"/>
                </a:lnTo>
                <a:lnTo>
                  <a:pt x="550164" y="408432"/>
                </a:lnTo>
                <a:lnTo>
                  <a:pt x="576072" y="393192"/>
                </a:lnTo>
                <a:lnTo>
                  <a:pt x="576072" y="294132"/>
                </a:lnTo>
                <a:lnTo>
                  <a:pt x="736092" y="294132"/>
                </a:lnTo>
                <a:lnTo>
                  <a:pt x="736092" y="365760"/>
                </a:lnTo>
                <a:lnTo>
                  <a:pt x="731520" y="370332"/>
                </a:lnTo>
                <a:lnTo>
                  <a:pt x="689127" y="367766"/>
                </a:lnTo>
                <a:lnTo>
                  <a:pt x="675132" y="365760"/>
                </a:lnTo>
                <a:lnTo>
                  <a:pt x="675132" y="373380"/>
                </a:lnTo>
                <a:lnTo>
                  <a:pt x="696226" y="380796"/>
                </a:lnTo>
                <a:lnTo>
                  <a:pt x="711327" y="389191"/>
                </a:lnTo>
                <a:lnTo>
                  <a:pt x="720128" y="398462"/>
                </a:lnTo>
                <a:lnTo>
                  <a:pt x="722376" y="408432"/>
                </a:lnTo>
                <a:lnTo>
                  <a:pt x="739254" y="400723"/>
                </a:lnTo>
                <a:lnTo>
                  <a:pt x="751141" y="391287"/>
                </a:lnTo>
                <a:lnTo>
                  <a:pt x="758164" y="380149"/>
                </a:lnTo>
                <a:lnTo>
                  <a:pt x="759917" y="370332"/>
                </a:lnTo>
                <a:lnTo>
                  <a:pt x="760387" y="367766"/>
                </a:lnTo>
                <a:lnTo>
                  <a:pt x="760476" y="294132"/>
                </a:lnTo>
                <a:lnTo>
                  <a:pt x="760476" y="283464"/>
                </a:lnTo>
                <a:lnTo>
                  <a:pt x="760476" y="225552"/>
                </a:lnTo>
                <a:lnTo>
                  <a:pt x="760476" y="214884"/>
                </a:lnTo>
                <a:lnTo>
                  <a:pt x="760476" y="161544"/>
                </a:lnTo>
                <a:lnTo>
                  <a:pt x="768096" y="155448"/>
                </a:lnTo>
                <a:lnTo>
                  <a:pt x="775716" y="149352"/>
                </a:lnTo>
                <a:lnTo>
                  <a:pt x="769924" y="144780"/>
                </a:lnTo>
                <a:lnTo>
                  <a:pt x="746760" y="126492"/>
                </a:lnTo>
                <a:lnTo>
                  <a:pt x="736092" y="140716"/>
                </a:lnTo>
                <a:lnTo>
                  <a:pt x="736092" y="155448"/>
                </a:lnTo>
                <a:lnTo>
                  <a:pt x="736092" y="214884"/>
                </a:lnTo>
                <a:lnTo>
                  <a:pt x="736092" y="225552"/>
                </a:lnTo>
                <a:lnTo>
                  <a:pt x="736092" y="283464"/>
                </a:lnTo>
                <a:lnTo>
                  <a:pt x="576072" y="283464"/>
                </a:lnTo>
                <a:lnTo>
                  <a:pt x="576072" y="225552"/>
                </a:lnTo>
                <a:lnTo>
                  <a:pt x="736092" y="225552"/>
                </a:lnTo>
                <a:lnTo>
                  <a:pt x="736092" y="214884"/>
                </a:lnTo>
                <a:lnTo>
                  <a:pt x="576072" y="214884"/>
                </a:lnTo>
                <a:lnTo>
                  <a:pt x="576072" y="182880"/>
                </a:lnTo>
                <a:lnTo>
                  <a:pt x="576072" y="155448"/>
                </a:lnTo>
                <a:lnTo>
                  <a:pt x="736092" y="155448"/>
                </a:lnTo>
                <a:lnTo>
                  <a:pt x="736092" y="140716"/>
                </a:lnTo>
                <a:lnTo>
                  <a:pt x="733044" y="144780"/>
                </a:lnTo>
                <a:lnTo>
                  <a:pt x="583692" y="144780"/>
                </a:lnTo>
                <a:lnTo>
                  <a:pt x="593737" y="129882"/>
                </a:lnTo>
                <a:lnTo>
                  <a:pt x="603504" y="114681"/>
                </a:lnTo>
                <a:lnTo>
                  <a:pt x="613257" y="98920"/>
                </a:lnTo>
                <a:lnTo>
                  <a:pt x="623316" y="82296"/>
                </a:lnTo>
                <a:lnTo>
                  <a:pt x="844296" y="8229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" name="object 17"/>
          <p:cNvSpPr/>
          <p:nvPr/>
        </p:nvSpPr>
        <p:spPr>
          <a:xfrm>
            <a:off x="6646164" y="2380488"/>
            <a:ext cx="279400" cy="407034"/>
          </a:xfrm>
          <a:custGeom>
            <a:avLst/>
            <a:gdLst/>
            <a:ahLst/>
            <a:cxnLst/>
            <a:rect l="l" t="t" r="r" b="b"/>
            <a:pathLst>
              <a:path w="279400" h="407035">
                <a:moveTo>
                  <a:pt x="91440" y="83819"/>
                </a:moveTo>
                <a:lnTo>
                  <a:pt x="79247" y="83819"/>
                </a:lnTo>
                <a:lnTo>
                  <a:pt x="88439" y="62364"/>
                </a:lnTo>
                <a:lnTo>
                  <a:pt x="95631" y="41338"/>
                </a:lnTo>
                <a:lnTo>
                  <a:pt x="101107" y="20597"/>
                </a:lnTo>
                <a:lnTo>
                  <a:pt x="105156" y="0"/>
                </a:lnTo>
                <a:lnTo>
                  <a:pt x="147828" y="19811"/>
                </a:lnTo>
                <a:lnTo>
                  <a:pt x="139827" y="24360"/>
                </a:lnTo>
                <a:lnTo>
                  <a:pt x="131826" y="31051"/>
                </a:lnTo>
                <a:lnTo>
                  <a:pt x="123825" y="39743"/>
                </a:lnTo>
                <a:lnTo>
                  <a:pt x="115824" y="50291"/>
                </a:lnTo>
                <a:lnTo>
                  <a:pt x="107513" y="60245"/>
                </a:lnTo>
                <a:lnTo>
                  <a:pt x="100774" y="69341"/>
                </a:lnTo>
                <a:lnTo>
                  <a:pt x="95464" y="77295"/>
                </a:lnTo>
                <a:lnTo>
                  <a:pt x="91440" y="83819"/>
                </a:lnTo>
                <a:close/>
              </a:path>
              <a:path w="279400" h="407035">
                <a:moveTo>
                  <a:pt x="274891" y="83819"/>
                </a:moveTo>
                <a:lnTo>
                  <a:pt x="233172" y="83819"/>
                </a:lnTo>
                <a:lnTo>
                  <a:pt x="246888" y="62483"/>
                </a:lnTo>
                <a:lnTo>
                  <a:pt x="274891" y="83819"/>
                </a:lnTo>
                <a:close/>
              </a:path>
              <a:path w="279400" h="407035">
                <a:moveTo>
                  <a:pt x="0" y="406907"/>
                </a:moveTo>
                <a:lnTo>
                  <a:pt x="207" y="387977"/>
                </a:lnTo>
                <a:lnTo>
                  <a:pt x="761" y="349567"/>
                </a:lnTo>
                <a:lnTo>
                  <a:pt x="1285" y="299966"/>
                </a:lnTo>
                <a:lnTo>
                  <a:pt x="1523" y="236219"/>
                </a:lnTo>
                <a:lnTo>
                  <a:pt x="1316" y="181355"/>
                </a:lnTo>
                <a:lnTo>
                  <a:pt x="1257" y="170687"/>
                </a:lnTo>
                <a:lnTo>
                  <a:pt x="761" y="124396"/>
                </a:lnTo>
                <a:lnTo>
                  <a:pt x="209" y="86867"/>
                </a:lnTo>
                <a:lnTo>
                  <a:pt x="0" y="68579"/>
                </a:lnTo>
                <a:lnTo>
                  <a:pt x="27432" y="83819"/>
                </a:lnTo>
                <a:lnTo>
                  <a:pt x="274891" y="83819"/>
                </a:lnTo>
                <a:lnTo>
                  <a:pt x="278892" y="86867"/>
                </a:lnTo>
                <a:lnTo>
                  <a:pt x="269578" y="94487"/>
                </a:lnTo>
                <a:lnTo>
                  <a:pt x="27432" y="94487"/>
                </a:lnTo>
                <a:lnTo>
                  <a:pt x="27432" y="170687"/>
                </a:lnTo>
                <a:lnTo>
                  <a:pt x="262128" y="170687"/>
                </a:lnTo>
                <a:lnTo>
                  <a:pt x="262128" y="181355"/>
                </a:lnTo>
                <a:lnTo>
                  <a:pt x="27432" y="181355"/>
                </a:lnTo>
                <a:lnTo>
                  <a:pt x="27432" y="268223"/>
                </a:lnTo>
                <a:lnTo>
                  <a:pt x="262128" y="268223"/>
                </a:lnTo>
                <a:lnTo>
                  <a:pt x="262128" y="278891"/>
                </a:lnTo>
                <a:lnTo>
                  <a:pt x="27432" y="278891"/>
                </a:lnTo>
                <a:lnTo>
                  <a:pt x="27432" y="359663"/>
                </a:lnTo>
                <a:lnTo>
                  <a:pt x="262128" y="359663"/>
                </a:lnTo>
                <a:lnTo>
                  <a:pt x="262152" y="370331"/>
                </a:lnTo>
                <a:lnTo>
                  <a:pt x="27432" y="370331"/>
                </a:lnTo>
                <a:lnTo>
                  <a:pt x="27432" y="397763"/>
                </a:lnTo>
                <a:lnTo>
                  <a:pt x="0" y="406907"/>
                </a:lnTo>
                <a:close/>
              </a:path>
              <a:path w="279400" h="407035">
                <a:moveTo>
                  <a:pt x="262128" y="170687"/>
                </a:moveTo>
                <a:lnTo>
                  <a:pt x="236220" y="170687"/>
                </a:lnTo>
                <a:lnTo>
                  <a:pt x="236220" y="94487"/>
                </a:lnTo>
                <a:lnTo>
                  <a:pt x="269578" y="94487"/>
                </a:lnTo>
                <a:lnTo>
                  <a:pt x="262128" y="100583"/>
                </a:lnTo>
                <a:lnTo>
                  <a:pt x="262128" y="170687"/>
                </a:lnTo>
                <a:close/>
              </a:path>
              <a:path w="279400" h="407035">
                <a:moveTo>
                  <a:pt x="262128" y="268223"/>
                </a:moveTo>
                <a:lnTo>
                  <a:pt x="236220" y="268223"/>
                </a:lnTo>
                <a:lnTo>
                  <a:pt x="236220" y="181355"/>
                </a:lnTo>
                <a:lnTo>
                  <a:pt x="262128" y="181355"/>
                </a:lnTo>
                <a:lnTo>
                  <a:pt x="262128" y="268223"/>
                </a:lnTo>
                <a:close/>
              </a:path>
              <a:path w="279400" h="407035">
                <a:moveTo>
                  <a:pt x="262128" y="359663"/>
                </a:moveTo>
                <a:lnTo>
                  <a:pt x="236220" y="359663"/>
                </a:lnTo>
                <a:lnTo>
                  <a:pt x="236220" y="278891"/>
                </a:lnTo>
                <a:lnTo>
                  <a:pt x="262128" y="278891"/>
                </a:lnTo>
                <a:lnTo>
                  <a:pt x="262128" y="359663"/>
                </a:lnTo>
                <a:close/>
              </a:path>
              <a:path w="279400" h="407035">
                <a:moveTo>
                  <a:pt x="236220" y="406907"/>
                </a:moveTo>
                <a:lnTo>
                  <a:pt x="236220" y="370331"/>
                </a:lnTo>
                <a:lnTo>
                  <a:pt x="262152" y="370331"/>
                </a:lnTo>
                <a:lnTo>
                  <a:pt x="262318" y="379285"/>
                </a:lnTo>
                <a:lnTo>
                  <a:pt x="262770" y="387977"/>
                </a:lnTo>
                <a:lnTo>
                  <a:pt x="263652" y="396239"/>
                </a:lnTo>
                <a:lnTo>
                  <a:pt x="236220" y="40690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" name="object 18"/>
          <p:cNvSpPr/>
          <p:nvPr/>
        </p:nvSpPr>
        <p:spPr>
          <a:xfrm>
            <a:off x="7062216" y="2406395"/>
            <a:ext cx="361315" cy="350520"/>
          </a:xfrm>
          <a:custGeom>
            <a:avLst/>
            <a:gdLst/>
            <a:ahLst/>
            <a:cxnLst/>
            <a:rect l="l" t="t" r="r" b="b"/>
            <a:pathLst>
              <a:path w="361315" h="350519">
                <a:moveTo>
                  <a:pt x="304800" y="350520"/>
                </a:moveTo>
                <a:lnTo>
                  <a:pt x="56388" y="350520"/>
                </a:lnTo>
                <a:lnTo>
                  <a:pt x="38433" y="347329"/>
                </a:lnTo>
                <a:lnTo>
                  <a:pt x="25908" y="337566"/>
                </a:lnTo>
                <a:lnTo>
                  <a:pt x="19097" y="320944"/>
                </a:lnTo>
                <a:lnTo>
                  <a:pt x="18288" y="297180"/>
                </a:lnTo>
                <a:lnTo>
                  <a:pt x="18049" y="237529"/>
                </a:lnTo>
                <a:lnTo>
                  <a:pt x="16764" y="128016"/>
                </a:lnTo>
                <a:lnTo>
                  <a:pt x="42672" y="143256"/>
                </a:lnTo>
                <a:lnTo>
                  <a:pt x="265176" y="143256"/>
                </a:lnTo>
                <a:lnTo>
                  <a:pt x="265176" y="30480"/>
                </a:lnTo>
                <a:lnTo>
                  <a:pt x="57912" y="30480"/>
                </a:lnTo>
                <a:lnTo>
                  <a:pt x="46767" y="30765"/>
                </a:lnTo>
                <a:lnTo>
                  <a:pt x="36195" y="31623"/>
                </a:lnTo>
                <a:lnTo>
                  <a:pt x="26193" y="33051"/>
                </a:lnTo>
                <a:lnTo>
                  <a:pt x="16764" y="35052"/>
                </a:lnTo>
                <a:lnTo>
                  <a:pt x="0" y="19812"/>
                </a:lnTo>
                <a:lnTo>
                  <a:pt x="259080" y="19812"/>
                </a:lnTo>
                <a:lnTo>
                  <a:pt x="275844" y="0"/>
                </a:lnTo>
                <a:lnTo>
                  <a:pt x="304800" y="24384"/>
                </a:lnTo>
                <a:lnTo>
                  <a:pt x="289560" y="36576"/>
                </a:lnTo>
                <a:lnTo>
                  <a:pt x="289607" y="84296"/>
                </a:lnTo>
                <a:lnTo>
                  <a:pt x="289940" y="122301"/>
                </a:lnTo>
                <a:lnTo>
                  <a:pt x="290845" y="150590"/>
                </a:lnTo>
                <a:lnTo>
                  <a:pt x="292607" y="169164"/>
                </a:lnTo>
                <a:lnTo>
                  <a:pt x="265176" y="181356"/>
                </a:lnTo>
                <a:lnTo>
                  <a:pt x="265176" y="153924"/>
                </a:lnTo>
                <a:lnTo>
                  <a:pt x="42672" y="153924"/>
                </a:lnTo>
                <a:lnTo>
                  <a:pt x="42672" y="301752"/>
                </a:lnTo>
                <a:lnTo>
                  <a:pt x="44386" y="312872"/>
                </a:lnTo>
                <a:lnTo>
                  <a:pt x="49530" y="320992"/>
                </a:lnTo>
                <a:lnTo>
                  <a:pt x="58102" y="325969"/>
                </a:lnTo>
                <a:lnTo>
                  <a:pt x="70104" y="327660"/>
                </a:lnTo>
                <a:lnTo>
                  <a:pt x="295656" y="327660"/>
                </a:lnTo>
                <a:lnTo>
                  <a:pt x="319635" y="294655"/>
                </a:lnTo>
                <a:lnTo>
                  <a:pt x="321564" y="231648"/>
                </a:lnTo>
                <a:lnTo>
                  <a:pt x="330707" y="231648"/>
                </a:lnTo>
                <a:lnTo>
                  <a:pt x="333327" y="266223"/>
                </a:lnTo>
                <a:lnTo>
                  <a:pt x="339089" y="292227"/>
                </a:lnTo>
                <a:lnTo>
                  <a:pt x="348281" y="309657"/>
                </a:lnTo>
                <a:lnTo>
                  <a:pt x="361188" y="318516"/>
                </a:lnTo>
                <a:lnTo>
                  <a:pt x="354282" y="329898"/>
                </a:lnTo>
                <a:lnTo>
                  <a:pt x="316039" y="349567"/>
                </a:lnTo>
                <a:lnTo>
                  <a:pt x="309919" y="350258"/>
                </a:lnTo>
                <a:lnTo>
                  <a:pt x="304800" y="3505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" name="object 19"/>
          <p:cNvSpPr/>
          <p:nvPr/>
        </p:nvSpPr>
        <p:spPr>
          <a:xfrm>
            <a:off x="7499603" y="2380488"/>
            <a:ext cx="356870" cy="402590"/>
          </a:xfrm>
          <a:custGeom>
            <a:avLst/>
            <a:gdLst/>
            <a:ahLst/>
            <a:cxnLst/>
            <a:rect l="l" t="t" r="r" b="b"/>
            <a:pathLst>
              <a:path w="356870" h="402589">
                <a:moveTo>
                  <a:pt x="53340" y="89916"/>
                </a:moveTo>
                <a:lnTo>
                  <a:pt x="42672" y="89916"/>
                </a:lnTo>
                <a:lnTo>
                  <a:pt x="50696" y="62793"/>
                </a:lnTo>
                <a:lnTo>
                  <a:pt x="56578" y="38671"/>
                </a:lnTo>
                <a:lnTo>
                  <a:pt x="60459" y="17692"/>
                </a:lnTo>
                <a:lnTo>
                  <a:pt x="62484" y="0"/>
                </a:lnTo>
                <a:lnTo>
                  <a:pt x="100584" y="21336"/>
                </a:lnTo>
                <a:lnTo>
                  <a:pt x="90844" y="29051"/>
                </a:lnTo>
                <a:lnTo>
                  <a:pt x="79819" y="43053"/>
                </a:lnTo>
                <a:lnTo>
                  <a:pt x="67365" y="63341"/>
                </a:lnTo>
                <a:lnTo>
                  <a:pt x="53340" y="89916"/>
                </a:lnTo>
                <a:close/>
              </a:path>
              <a:path w="356870" h="402589">
                <a:moveTo>
                  <a:pt x="147828" y="192024"/>
                </a:moveTo>
                <a:lnTo>
                  <a:pt x="141732" y="187452"/>
                </a:lnTo>
                <a:lnTo>
                  <a:pt x="158877" y="160615"/>
                </a:lnTo>
                <a:lnTo>
                  <a:pt x="173736" y="135064"/>
                </a:lnTo>
                <a:lnTo>
                  <a:pt x="196596" y="88392"/>
                </a:lnTo>
                <a:lnTo>
                  <a:pt x="211264" y="44958"/>
                </a:lnTo>
                <a:lnTo>
                  <a:pt x="222503" y="1524"/>
                </a:lnTo>
                <a:lnTo>
                  <a:pt x="260603" y="24384"/>
                </a:lnTo>
                <a:lnTo>
                  <a:pt x="252626" y="32146"/>
                </a:lnTo>
                <a:lnTo>
                  <a:pt x="242506" y="46482"/>
                </a:lnTo>
                <a:lnTo>
                  <a:pt x="230385" y="67675"/>
                </a:lnTo>
                <a:lnTo>
                  <a:pt x="216408" y="96012"/>
                </a:lnTo>
                <a:lnTo>
                  <a:pt x="350161" y="96012"/>
                </a:lnTo>
                <a:lnTo>
                  <a:pt x="356616" y="102108"/>
                </a:lnTo>
                <a:lnTo>
                  <a:pt x="350329" y="106680"/>
                </a:lnTo>
                <a:lnTo>
                  <a:pt x="213360" y="106680"/>
                </a:lnTo>
                <a:lnTo>
                  <a:pt x="197334" y="130730"/>
                </a:lnTo>
                <a:lnTo>
                  <a:pt x="181165" y="152781"/>
                </a:lnTo>
                <a:lnTo>
                  <a:pt x="164711" y="173116"/>
                </a:lnTo>
                <a:lnTo>
                  <a:pt x="147828" y="192024"/>
                </a:lnTo>
                <a:close/>
              </a:path>
              <a:path w="356870" h="402589">
                <a:moveTo>
                  <a:pt x="144780" y="89916"/>
                </a:moveTo>
                <a:lnTo>
                  <a:pt x="111252" y="89916"/>
                </a:lnTo>
                <a:lnTo>
                  <a:pt x="128016" y="73152"/>
                </a:lnTo>
                <a:lnTo>
                  <a:pt x="144780" y="89916"/>
                </a:lnTo>
                <a:close/>
              </a:path>
              <a:path w="356870" h="402589">
                <a:moveTo>
                  <a:pt x="0" y="397764"/>
                </a:moveTo>
                <a:lnTo>
                  <a:pt x="174" y="368236"/>
                </a:lnTo>
                <a:lnTo>
                  <a:pt x="301" y="352615"/>
                </a:lnTo>
                <a:lnTo>
                  <a:pt x="1285" y="276463"/>
                </a:lnTo>
                <a:lnTo>
                  <a:pt x="1360" y="263842"/>
                </a:lnTo>
                <a:lnTo>
                  <a:pt x="1479" y="228600"/>
                </a:lnTo>
                <a:lnTo>
                  <a:pt x="1285" y="195333"/>
                </a:lnTo>
                <a:lnTo>
                  <a:pt x="238" y="114704"/>
                </a:lnTo>
                <a:lnTo>
                  <a:pt x="0" y="74676"/>
                </a:lnTo>
                <a:lnTo>
                  <a:pt x="25908" y="89916"/>
                </a:lnTo>
                <a:lnTo>
                  <a:pt x="144780" y="89916"/>
                </a:lnTo>
                <a:lnTo>
                  <a:pt x="153924" y="99060"/>
                </a:lnTo>
                <a:lnTo>
                  <a:pt x="151828" y="100584"/>
                </a:lnTo>
                <a:lnTo>
                  <a:pt x="24384" y="100584"/>
                </a:lnTo>
                <a:lnTo>
                  <a:pt x="24384" y="211836"/>
                </a:lnTo>
                <a:lnTo>
                  <a:pt x="137205" y="211836"/>
                </a:lnTo>
                <a:lnTo>
                  <a:pt x="137219" y="222504"/>
                </a:lnTo>
                <a:lnTo>
                  <a:pt x="24384" y="222504"/>
                </a:lnTo>
                <a:lnTo>
                  <a:pt x="24384" y="344424"/>
                </a:lnTo>
                <a:lnTo>
                  <a:pt x="137914" y="344424"/>
                </a:lnTo>
                <a:lnTo>
                  <a:pt x="137940" y="346850"/>
                </a:lnTo>
                <a:lnTo>
                  <a:pt x="138137" y="355092"/>
                </a:lnTo>
                <a:lnTo>
                  <a:pt x="24384" y="355092"/>
                </a:lnTo>
                <a:lnTo>
                  <a:pt x="24384" y="384048"/>
                </a:lnTo>
                <a:lnTo>
                  <a:pt x="0" y="397764"/>
                </a:lnTo>
                <a:close/>
              </a:path>
              <a:path w="356870" h="402589">
                <a:moveTo>
                  <a:pt x="350161" y="96012"/>
                </a:moveTo>
                <a:lnTo>
                  <a:pt x="310896" y="96012"/>
                </a:lnTo>
                <a:lnTo>
                  <a:pt x="329184" y="76200"/>
                </a:lnTo>
                <a:lnTo>
                  <a:pt x="350161" y="96012"/>
                </a:lnTo>
                <a:close/>
              </a:path>
              <a:path w="356870" h="402589">
                <a:moveTo>
                  <a:pt x="137205" y="211836"/>
                </a:moveTo>
                <a:lnTo>
                  <a:pt x="114300" y="211836"/>
                </a:lnTo>
                <a:lnTo>
                  <a:pt x="114300" y="100584"/>
                </a:lnTo>
                <a:lnTo>
                  <a:pt x="151828" y="100584"/>
                </a:lnTo>
                <a:lnTo>
                  <a:pt x="137160" y="111252"/>
                </a:lnTo>
                <a:lnTo>
                  <a:pt x="137205" y="211836"/>
                </a:lnTo>
                <a:close/>
              </a:path>
              <a:path w="356870" h="402589">
                <a:moveTo>
                  <a:pt x="326582" y="359664"/>
                </a:moveTo>
                <a:lnTo>
                  <a:pt x="283464" y="359664"/>
                </a:lnTo>
                <a:lnTo>
                  <a:pt x="291750" y="357925"/>
                </a:lnTo>
                <a:lnTo>
                  <a:pt x="298323" y="352615"/>
                </a:lnTo>
                <a:lnTo>
                  <a:pt x="308586" y="305562"/>
                </a:lnTo>
                <a:lnTo>
                  <a:pt x="310705" y="259842"/>
                </a:lnTo>
                <a:lnTo>
                  <a:pt x="312539" y="193548"/>
                </a:lnTo>
                <a:lnTo>
                  <a:pt x="313944" y="106680"/>
                </a:lnTo>
                <a:lnTo>
                  <a:pt x="350329" y="106680"/>
                </a:lnTo>
                <a:lnTo>
                  <a:pt x="339852" y="114300"/>
                </a:lnTo>
                <a:lnTo>
                  <a:pt x="338780" y="186976"/>
                </a:lnTo>
                <a:lnTo>
                  <a:pt x="337291" y="249167"/>
                </a:lnTo>
                <a:lnTo>
                  <a:pt x="335462" y="295570"/>
                </a:lnTo>
                <a:lnTo>
                  <a:pt x="333268" y="327855"/>
                </a:lnTo>
                <a:lnTo>
                  <a:pt x="330708" y="345948"/>
                </a:lnTo>
                <a:lnTo>
                  <a:pt x="327214" y="357925"/>
                </a:lnTo>
                <a:lnTo>
                  <a:pt x="326582" y="359664"/>
                </a:lnTo>
                <a:close/>
              </a:path>
              <a:path w="356870" h="402589">
                <a:moveTo>
                  <a:pt x="231648" y="269748"/>
                </a:moveTo>
                <a:lnTo>
                  <a:pt x="228600" y="269748"/>
                </a:lnTo>
                <a:lnTo>
                  <a:pt x="225432" y="268295"/>
                </a:lnTo>
                <a:lnTo>
                  <a:pt x="222694" y="263842"/>
                </a:lnTo>
                <a:lnTo>
                  <a:pt x="220241" y="256246"/>
                </a:lnTo>
                <a:lnTo>
                  <a:pt x="217932" y="245364"/>
                </a:lnTo>
                <a:lnTo>
                  <a:pt x="213598" y="228242"/>
                </a:lnTo>
                <a:lnTo>
                  <a:pt x="207264" y="211264"/>
                </a:lnTo>
                <a:lnTo>
                  <a:pt x="198643" y="194571"/>
                </a:lnTo>
                <a:lnTo>
                  <a:pt x="187452" y="178308"/>
                </a:lnTo>
                <a:lnTo>
                  <a:pt x="190500" y="172212"/>
                </a:lnTo>
                <a:lnTo>
                  <a:pt x="223456" y="199644"/>
                </a:lnTo>
                <a:lnTo>
                  <a:pt x="246888" y="236220"/>
                </a:lnTo>
                <a:lnTo>
                  <a:pt x="246888" y="248412"/>
                </a:lnTo>
                <a:lnTo>
                  <a:pt x="243840" y="254508"/>
                </a:lnTo>
                <a:lnTo>
                  <a:pt x="234696" y="266700"/>
                </a:lnTo>
                <a:lnTo>
                  <a:pt x="231648" y="269748"/>
                </a:lnTo>
                <a:close/>
              </a:path>
              <a:path w="356870" h="402589">
                <a:moveTo>
                  <a:pt x="137914" y="344424"/>
                </a:moveTo>
                <a:lnTo>
                  <a:pt x="114300" y="344424"/>
                </a:lnTo>
                <a:lnTo>
                  <a:pt x="114300" y="222504"/>
                </a:lnTo>
                <a:lnTo>
                  <a:pt x="137219" y="222504"/>
                </a:lnTo>
                <a:lnTo>
                  <a:pt x="137337" y="269748"/>
                </a:lnTo>
                <a:lnTo>
                  <a:pt x="137498" y="305562"/>
                </a:lnTo>
                <a:lnTo>
                  <a:pt x="137914" y="344424"/>
                </a:lnTo>
                <a:close/>
              </a:path>
              <a:path w="356870" h="402589">
                <a:moveTo>
                  <a:pt x="277367" y="402336"/>
                </a:moveTo>
                <a:lnTo>
                  <a:pt x="270486" y="389239"/>
                </a:lnTo>
                <a:lnTo>
                  <a:pt x="258889" y="377571"/>
                </a:lnTo>
                <a:lnTo>
                  <a:pt x="242435" y="367617"/>
                </a:lnTo>
                <a:lnTo>
                  <a:pt x="220979" y="359664"/>
                </a:lnTo>
                <a:lnTo>
                  <a:pt x="220979" y="352044"/>
                </a:lnTo>
                <a:lnTo>
                  <a:pt x="240387" y="355163"/>
                </a:lnTo>
                <a:lnTo>
                  <a:pt x="257365" y="357568"/>
                </a:lnTo>
                <a:lnTo>
                  <a:pt x="271772" y="359116"/>
                </a:lnTo>
                <a:lnTo>
                  <a:pt x="283464" y="359664"/>
                </a:lnTo>
                <a:lnTo>
                  <a:pt x="326582" y="359664"/>
                </a:lnTo>
                <a:lnTo>
                  <a:pt x="323469" y="368236"/>
                </a:lnTo>
                <a:lnTo>
                  <a:pt x="289023" y="397764"/>
                </a:lnTo>
                <a:lnTo>
                  <a:pt x="277367" y="402336"/>
                </a:lnTo>
                <a:close/>
              </a:path>
              <a:path w="356870" h="402589">
                <a:moveTo>
                  <a:pt x="114300" y="391668"/>
                </a:moveTo>
                <a:lnTo>
                  <a:pt x="114300" y="355092"/>
                </a:lnTo>
                <a:lnTo>
                  <a:pt x="138137" y="355092"/>
                </a:lnTo>
                <a:lnTo>
                  <a:pt x="138684" y="377952"/>
                </a:lnTo>
                <a:lnTo>
                  <a:pt x="114300" y="39166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20" name="object 20"/>
          <p:cNvGrpSpPr/>
          <p:nvPr/>
        </p:nvGrpSpPr>
        <p:grpSpPr>
          <a:xfrm>
            <a:off x="7901940" y="2374392"/>
            <a:ext cx="1757680" cy="421005"/>
            <a:chOff x="7901940" y="2374392"/>
            <a:chExt cx="1757680" cy="421005"/>
          </a:xfrm>
        </p:grpSpPr>
        <p:sp>
          <p:nvSpPr>
            <p:cNvPr id="21" name="object 21"/>
            <p:cNvSpPr/>
            <p:nvPr/>
          </p:nvSpPr>
          <p:spPr>
            <a:xfrm>
              <a:off x="7908036" y="2380488"/>
              <a:ext cx="410209" cy="408940"/>
            </a:xfrm>
            <a:custGeom>
              <a:avLst/>
              <a:gdLst/>
              <a:ahLst/>
              <a:cxnLst/>
              <a:rect l="l" t="t" r="r" b="b"/>
              <a:pathLst>
                <a:path w="410209" h="408939">
                  <a:moveTo>
                    <a:pt x="4572" y="222504"/>
                  </a:moveTo>
                  <a:lnTo>
                    <a:pt x="0" y="217932"/>
                  </a:lnTo>
                  <a:lnTo>
                    <a:pt x="14859" y="196191"/>
                  </a:lnTo>
                  <a:lnTo>
                    <a:pt x="29718" y="172021"/>
                  </a:lnTo>
                  <a:lnTo>
                    <a:pt x="59436" y="115824"/>
                  </a:lnTo>
                  <a:lnTo>
                    <a:pt x="85725" y="56197"/>
                  </a:lnTo>
                  <a:lnTo>
                    <a:pt x="105156" y="0"/>
                  </a:lnTo>
                  <a:lnTo>
                    <a:pt x="141732" y="22860"/>
                  </a:lnTo>
                  <a:lnTo>
                    <a:pt x="131159" y="33123"/>
                  </a:lnTo>
                  <a:lnTo>
                    <a:pt x="117729" y="52387"/>
                  </a:lnTo>
                  <a:lnTo>
                    <a:pt x="101441" y="80510"/>
                  </a:lnTo>
                  <a:lnTo>
                    <a:pt x="82296" y="117348"/>
                  </a:lnTo>
                  <a:lnTo>
                    <a:pt x="112776" y="132588"/>
                  </a:lnTo>
                  <a:lnTo>
                    <a:pt x="109728" y="135636"/>
                  </a:lnTo>
                  <a:lnTo>
                    <a:pt x="74676" y="135636"/>
                  </a:lnTo>
                  <a:lnTo>
                    <a:pt x="54935" y="162496"/>
                  </a:lnTo>
                  <a:lnTo>
                    <a:pt x="36766" y="185928"/>
                  </a:lnTo>
                  <a:lnTo>
                    <a:pt x="20026" y="205930"/>
                  </a:lnTo>
                  <a:lnTo>
                    <a:pt x="4572" y="222504"/>
                  </a:lnTo>
                  <a:close/>
                </a:path>
                <a:path w="410209" h="408939">
                  <a:moveTo>
                    <a:pt x="236220" y="132588"/>
                  </a:moveTo>
                  <a:lnTo>
                    <a:pt x="211836" y="132588"/>
                  </a:lnTo>
                  <a:lnTo>
                    <a:pt x="211710" y="44410"/>
                  </a:lnTo>
                  <a:lnTo>
                    <a:pt x="211645" y="37528"/>
                  </a:lnTo>
                  <a:lnTo>
                    <a:pt x="211193" y="20216"/>
                  </a:lnTo>
                  <a:lnTo>
                    <a:pt x="210312" y="3047"/>
                  </a:lnTo>
                  <a:lnTo>
                    <a:pt x="251459" y="22860"/>
                  </a:lnTo>
                  <a:lnTo>
                    <a:pt x="236220" y="36576"/>
                  </a:lnTo>
                  <a:lnTo>
                    <a:pt x="236220" y="132588"/>
                  </a:lnTo>
                  <a:close/>
                </a:path>
                <a:path w="410209" h="408939">
                  <a:moveTo>
                    <a:pt x="345948" y="100584"/>
                  </a:moveTo>
                  <a:lnTo>
                    <a:pt x="339852" y="100584"/>
                  </a:lnTo>
                  <a:lnTo>
                    <a:pt x="335280" y="96012"/>
                  </a:lnTo>
                  <a:lnTo>
                    <a:pt x="330708" y="85344"/>
                  </a:lnTo>
                  <a:lnTo>
                    <a:pt x="321516" y="72461"/>
                  </a:lnTo>
                  <a:lnTo>
                    <a:pt x="309753" y="58864"/>
                  </a:lnTo>
                  <a:lnTo>
                    <a:pt x="295132" y="44410"/>
                  </a:lnTo>
                  <a:lnTo>
                    <a:pt x="277368" y="28956"/>
                  </a:lnTo>
                  <a:lnTo>
                    <a:pt x="281940" y="24384"/>
                  </a:lnTo>
                  <a:lnTo>
                    <a:pt x="331851" y="44005"/>
                  </a:lnTo>
                  <a:lnTo>
                    <a:pt x="356616" y="70104"/>
                  </a:lnTo>
                  <a:lnTo>
                    <a:pt x="356616" y="80771"/>
                  </a:lnTo>
                  <a:lnTo>
                    <a:pt x="355092" y="86868"/>
                  </a:lnTo>
                  <a:lnTo>
                    <a:pt x="352044" y="92964"/>
                  </a:lnTo>
                  <a:lnTo>
                    <a:pt x="348996" y="97536"/>
                  </a:lnTo>
                  <a:lnTo>
                    <a:pt x="345948" y="100584"/>
                  </a:lnTo>
                  <a:close/>
                </a:path>
                <a:path w="410209" h="408939">
                  <a:moveTo>
                    <a:pt x="131064" y="147828"/>
                  </a:moveTo>
                  <a:lnTo>
                    <a:pt x="115824" y="132588"/>
                  </a:lnTo>
                  <a:lnTo>
                    <a:pt x="333756" y="132588"/>
                  </a:lnTo>
                  <a:lnTo>
                    <a:pt x="356616" y="109728"/>
                  </a:lnTo>
                  <a:lnTo>
                    <a:pt x="388620" y="143256"/>
                  </a:lnTo>
                  <a:lnTo>
                    <a:pt x="173736" y="143256"/>
                  </a:lnTo>
                  <a:lnTo>
                    <a:pt x="162567" y="143541"/>
                  </a:lnTo>
                  <a:lnTo>
                    <a:pt x="151828" y="144399"/>
                  </a:lnTo>
                  <a:lnTo>
                    <a:pt x="141374" y="145827"/>
                  </a:lnTo>
                  <a:lnTo>
                    <a:pt x="131064" y="147828"/>
                  </a:lnTo>
                  <a:close/>
                </a:path>
                <a:path w="410209" h="408939">
                  <a:moveTo>
                    <a:pt x="73152" y="405384"/>
                  </a:moveTo>
                  <a:lnTo>
                    <a:pt x="73412" y="380428"/>
                  </a:lnTo>
                  <a:lnTo>
                    <a:pt x="74430" y="339852"/>
                  </a:lnTo>
                  <a:lnTo>
                    <a:pt x="74555" y="330708"/>
                  </a:lnTo>
                  <a:lnTo>
                    <a:pt x="74676" y="135636"/>
                  </a:lnTo>
                  <a:lnTo>
                    <a:pt x="109728" y="135636"/>
                  </a:lnTo>
                  <a:lnTo>
                    <a:pt x="99060" y="146304"/>
                  </a:lnTo>
                  <a:lnTo>
                    <a:pt x="99154" y="347091"/>
                  </a:lnTo>
                  <a:lnTo>
                    <a:pt x="99255" y="355092"/>
                  </a:lnTo>
                  <a:lnTo>
                    <a:pt x="99702" y="371641"/>
                  </a:lnTo>
                  <a:lnTo>
                    <a:pt x="100584" y="391668"/>
                  </a:lnTo>
                  <a:lnTo>
                    <a:pt x="73152" y="405384"/>
                  </a:lnTo>
                  <a:close/>
                </a:path>
                <a:path w="410209" h="408939">
                  <a:moveTo>
                    <a:pt x="105156" y="408432"/>
                  </a:moveTo>
                  <a:lnTo>
                    <a:pt x="100584" y="403860"/>
                  </a:lnTo>
                  <a:lnTo>
                    <a:pt x="118038" y="388453"/>
                  </a:lnTo>
                  <a:lnTo>
                    <a:pt x="133921" y="372046"/>
                  </a:lnTo>
                  <a:lnTo>
                    <a:pt x="161544" y="336804"/>
                  </a:lnTo>
                  <a:lnTo>
                    <a:pt x="182118" y="296799"/>
                  </a:lnTo>
                  <a:lnTo>
                    <a:pt x="198120" y="249936"/>
                  </a:lnTo>
                  <a:lnTo>
                    <a:pt x="207264" y="199453"/>
                  </a:lnTo>
                  <a:lnTo>
                    <a:pt x="211836" y="143256"/>
                  </a:lnTo>
                  <a:lnTo>
                    <a:pt x="236220" y="143256"/>
                  </a:lnTo>
                  <a:lnTo>
                    <a:pt x="231648" y="201549"/>
                  </a:lnTo>
                  <a:lnTo>
                    <a:pt x="222504" y="252984"/>
                  </a:lnTo>
                  <a:lnTo>
                    <a:pt x="206121" y="298513"/>
                  </a:lnTo>
                  <a:lnTo>
                    <a:pt x="182880" y="338328"/>
                  </a:lnTo>
                  <a:lnTo>
                    <a:pt x="149161" y="374523"/>
                  </a:lnTo>
                  <a:lnTo>
                    <a:pt x="128658" y="391906"/>
                  </a:lnTo>
                  <a:lnTo>
                    <a:pt x="105156" y="408432"/>
                  </a:lnTo>
                  <a:close/>
                </a:path>
                <a:path w="410209" h="408939">
                  <a:moveTo>
                    <a:pt x="371856" y="388620"/>
                  </a:moveTo>
                  <a:lnTo>
                    <a:pt x="301752" y="388620"/>
                  </a:lnTo>
                  <a:lnTo>
                    <a:pt x="284630" y="386595"/>
                  </a:lnTo>
                  <a:lnTo>
                    <a:pt x="272224" y="380428"/>
                  </a:lnTo>
                  <a:lnTo>
                    <a:pt x="264675" y="369974"/>
                  </a:lnTo>
                  <a:lnTo>
                    <a:pt x="262128" y="355092"/>
                  </a:lnTo>
                  <a:lnTo>
                    <a:pt x="262128" y="143256"/>
                  </a:lnTo>
                  <a:lnTo>
                    <a:pt x="284988" y="143256"/>
                  </a:lnTo>
                  <a:lnTo>
                    <a:pt x="284988" y="342900"/>
                  </a:lnTo>
                  <a:lnTo>
                    <a:pt x="286440" y="353782"/>
                  </a:lnTo>
                  <a:lnTo>
                    <a:pt x="290893" y="361378"/>
                  </a:lnTo>
                  <a:lnTo>
                    <a:pt x="298489" y="365831"/>
                  </a:lnTo>
                  <a:lnTo>
                    <a:pt x="309371" y="367284"/>
                  </a:lnTo>
                  <a:lnTo>
                    <a:pt x="407737" y="367284"/>
                  </a:lnTo>
                  <a:lnTo>
                    <a:pt x="402502" y="374475"/>
                  </a:lnTo>
                  <a:lnTo>
                    <a:pt x="393763" y="382143"/>
                  </a:lnTo>
                  <a:lnTo>
                    <a:pt x="383595" y="386953"/>
                  </a:lnTo>
                  <a:lnTo>
                    <a:pt x="371856" y="388620"/>
                  </a:lnTo>
                  <a:close/>
                </a:path>
                <a:path w="410209" h="408939">
                  <a:moveTo>
                    <a:pt x="407737" y="367284"/>
                  </a:moveTo>
                  <a:lnTo>
                    <a:pt x="361188" y="367284"/>
                  </a:lnTo>
                  <a:lnTo>
                    <a:pt x="366569" y="363855"/>
                  </a:lnTo>
                  <a:lnTo>
                    <a:pt x="371094" y="358140"/>
                  </a:lnTo>
                  <a:lnTo>
                    <a:pt x="379857" y="314325"/>
                  </a:lnTo>
                  <a:lnTo>
                    <a:pt x="381000" y="286512"/>
                  </a:lnTo>
                  <a:lnTo>
                    <a:pt x="388620" y="286512"/>
                  </a:lnTo>
                  <a:lnTo>
                    <a:pt x="390548" y="325088"/>
                  </a:lnTo>
                  <a:lnTo>
                    <a:pt x="409956" y="364236"/>
                  </a:lnTo>
                  <a:lnTo>
                    <a:pt x="407737" y="367284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" name="object 22"/>
            <p:cNvSpPr/>
            <p:nvPr/>
          </p:nvSpPr>
          <p:spPr>
            <a:xfrm>
              <a:off x="7908036" y="2380488"/>
              <a:ext cx="142240" cy="405765"/>
            </a:xfrm>
            <a:custGeom>
              <a:avLst/>
              <a:gdLst/>
              <a:ahLst/>
              <a:cxnLst/>
              <a:rect l="l" t="t" r="r" b="b"/>
              <a:pathLst>
                <a:path w="142240" h="405764">
                  <a:moveTo>
                    <a:pt x="73151" y="405384"/>
                  </a:moveTo>
                  <a:lnTo>
                    <a:pt x="73390" y="381357"/>
                  </a:lnTo>
                  <a:lnTo>
                    <a:pt x="73913" y="359473"/>
                  </a:lnTo>
                  <a:lnTo>
                    <a:pt x="74437" y="339590"/>
                  </a:lnTo>
                  <a:lnTo>
                    <a:pt x="74675" y="321564"/>
                  </a:lnTo>
                  <a:lnTo>
                    <a:pt x="74675" y="135636"/>
                  </a:lnTo>
                  <a:lnTo>
                    <a:pt x="54935" y="162496"/>
                  </a:lnTo>
                  <a:lnTo>
                    <a:pt x="36766" y="185928"/>
                  </a:lnTo>
                  <a:lnTo>
                    <a:pt x="20026" y="205930"/>
                  </a:lnTo>
                  <a:lnTo>
                    <a:pt x="4571" y="222503"/>
                  </a:lnTo>
                  <a:lnTo>
                    <a:pt x="0" y="217932"/>
                  </a:lnTo>
                  <a:lnTo>
                    <a:pt x="14858" y="196191"/>
                  </a:lnTo>
                  <a:lnTo>
                    <a:pt x="29717" y="172021"/>
                  </a:lnTo>
                  <a:lnTo>
                    <a:pt x="59435" y="115824"/>
                  </a:lnTo>
                  <a:lnTo>
                    <a:pt x="85724" y="56197"/>
                  </a:lnTo>
                  <a:lnTo>
                    <a:pt x="105155" y="0"/>
                  </a:lnTo>
                  <a:lnTo>
                    <a:pt x="141731" y="22860"/>
                  </a:lnTo>
                  <a:lnTo>
                    <a:pt x="131159" y="33123"/>
                  </a:lnTo>
                  <a:lnTo>
                    <a:pt x="117728" y="52387"/>
                  </a:lnTo>
                  <a:lnTo>
                    <a:pt x="101441" y="80510"/>
                  </a:lnTo>
                  <a:lnTo>
                    <a:pt x="82295" y="117348"/>
                  </a:lnTo>
                  <a:lnTo>
                    <a:pt x="112775" y="132588"/>
                  </a:lnTo>
                  <a:lnTo>
                    <a:pt x="99059" y="146303"/>
                  </a:lnTo>
                  <a:lnTo>
                    <a:pt x="99059" y="330708"/>
                  </a:lnTo>
                  <a:lnTo>
                    <a:pt x="99083" y="341304"/>
                  </a:lnTo>
                  <a:lnTo>
                    <a:pt x="99250" y="354901"/>
                  </a:lnTo>
                  <a:lnTo>
                    <a:pt x="99702" y="371641"/>
                  </a:lnTo>
                  <a:lnTo>
                    <a:pt x="100583" y="391668"/>
                  </a:lnTo>
                  <a:lnTo>
                    <a:pt x="73151" y="405384"/>
                  </a:lnTo>
                  <a:close/>
                </a:path>
              </a:pathLst>
            </a:custGeom>
            <a:ln w="1219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3" name="object 23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8179308" y="2398775"/>
              <a:ext cx="91440" cy="88392"/>
            </a:xfrm>
            <a:prstGeom prst="rect">
              <a:avLst/>
            </a:prstGeom>
          </p:spPr>
        </p:pic>
        <p:sp>
          <p:nvSpPr>
            <p:cNvPr id="24" name="object 24"/>
            <p:cNvSpPr/>
            <p:nvPr/>
          </p:nvSpPr>
          <p:spPr>
            <a:xfrm>
              <a:off x="8008620" y="2383535"/>
              <a:ext cx="309880" cy="405765"/>
            </a:xfrm>
            <a:custGeom>
              <a:avLst/>
              <a:gdLst/>
              <a:ahLst/>
              <a:cxnLst/>
              <a:rect l="l" t="t" r="r" b="b"/>
              <a:pathLst>
                <a:path w="309879" h="405764">
                  <a:moveTo>
                    <a:pt x="111251" y="129539"/>
                  </a:moveTo>
                  <a:lnTo>
                    <a:pt x="111251" y="70103"/>
                  </a:lnTo>
                  <a:lnTo>
                    <a:pt x="111228" y="52077"/>
                  </a:lnTo>
                  <a:lnTo>
                    <a:pt x="111061" y="34480"/>
                  </a:lnTo>
                  <a:lnTo>
                    <a:pt x="110609" y="17168"/>
                  </a:lnTo>
                  <a:lnTo>
                    <a:pt x="109727" y="0"/>
                  </a:lnTo>
                  <a:lnTo>
                    <a:pt x="150875" y="19811"/>
                  </a:lnTo>
                  <a:lnTo>
                    <a:pt x="135635" y="33527"/>
                  </a:lnTo>
                  <a:lnTo>
                    <a:pt x="135635" y="129539"/>
                  </a:lnTo>
                  <a:lnTo>
                    <a:pt x="233171" y="129539"/>
                  </a:lnTo>
                  <a:lnTo>
                    <a:pt x="256031" y="106679"/>
                  </a:lnTo>
                  <a:lnTo>
                    <a:pt x="288035" y="140207"/>
                  </a:lnTo>
                  <a:lnTo>
                    <a:pt x="184403" y="140207"/>
                  </a:lnTo>
                  <a:lnTo>
                    <a:pt x="184403" y="339851"/>
                  </a:lnTo>
                  <a:lnTo>
                    <a:pt x="185856" y="350734"/>
                  </a:lnTo>
                  <a:lnTo>
                    <a:pt x="190309" y="358330"/>
                  </a:lnTo>
                  <a:lnTo>
                    <a:pt x="197905" y="362783"/>
                  </a:lnTo>
                  <a:lnTo>
                    <a:pt x="208787" y="364235"/>
                  </a:lnTo>
                  <a:lnTo>
                    <a:pt x="260603" y="364235"/>
                  </a:lnTo>
                  <a:lnTo>
                    <a:pt x="277844" y="324183"/>
                  </a:lnTo>
                  <a:lnTo>
                    <a:pt x="280415" y="283463"/>
                  </a:lnTo>
                  <a:lnTo>
                    <a:pt x="288035" y="283463"/>
                  </a:lnTo>
                  <a:lnTo>
                    <a:pt x="289964" y="322040"/>
                  </a:lnTo>
                  <a:lnTo>
                    <a:pt x="309371" y="361187"/>
                  </a:lnTo>
                  <a:lnTo>
                    <a:pt x="301918" y="371427"/>
                  </a:lnTo>
                  <a:lnTo>
                    <a:pt x="293179" y="379094"/>
                  </a:lnTo>
                  <a:lnTo>
                    <a:pt x="283011" y="383905"/>
                  </a:lnTo>
                  <a:lnTo>
                    <a:pt x="271271" y="385571"/>
                  </a:lnTo>
                  <a:lnTo>
                    <a:pt x="201167" y="385571"/>
                  </a:lnTo>
                  <a:lnTo>
                    <a:pt x="184046" y="383547"/>
                  </a:lnTo>
                  <a:lnTo>
                    <a:pt x="171640" y="377380"/>
                  </a:lnTo>
                  <a:lnTo>
                    <a:pt x="164091" y="366926"/>
                  </a:lnTo>
                  <a:lnTo>
                    <a:pt x="161543" y="352044"/>
                  </a:lnTo>
                  <a:lnTo>
                    <a:pt x="161543" y="140207"/>
                  </a:lnTo>
                  <a:lnTo>
                    <a:pt x="135635" y="140207"/>
                  </a:lnTo>
                  <a:lnTo>
                    <a:pt x="131063" y="198500"/>
                  </a:lnTo>
                  <a:lnTo>
                    <a:pt x="121919" y="249935"/>
                  </a:lnTo>
                  <a:lnTo>
                    <a:pt x="105536" y="295465"/>
                  </a:lnTo>
                  <a:lnTo>
                    <a:pt x="82295" y="335279"/>
                  </a:lnTo>
                  <a:lnTo>
                    <a:pt x="48577" y="371474"/>
                  </a:lnTo>
                  <a:lnTo>
                    <a:pt x="4571" y="405383"/>
                  </a:lnTo>
                  <a:lnTo>
                    <a:pt x="0" y="400811"/>
                  </a:lnTo>
                  <a:lnTo>
                    <a:pt x="17454" y="385405"/>
                  </a:lnTo>
                  <a:lnTo>
                    <a:pt x="33337" y="368998"/>
                  </a:lnTo>
                  <a:lnTo>
                    <a:pt x="60959" y="333756"/>
                  </a:lnTo>
                  <a:lnTo>
                    <a:pt x="81533" y="293750"/>
                  </a:lnTo>
                  <a:lnTo>
                    <a:pt x="97535" y="246887"/>
                  </a:lnTo>
                  <a:lnTo>
                    <a:pt x="106679" y="196405"/>
                  </a:lnTo>
                  <a:lnTo>
                    <a:pt x="111251" y="140207"/>
                  </a:lnTo>
                  <a:lnTo>
                    <a:pt x="73151" y="140207"/>
                  </a:lnTo>
                  <a:lnTo>
                    <a:pt x="61983" y="140493"/>
                  </a:lnTo>
                  <a:lnTo>
                    <a:pt x="51244" y="141350"/>
                  </a:lnTo>
                  <a:lnTo>
                    <a:pt x="40790" y="142779"/>
                  </a:lnTo>
                  <a:lnTo>
                    <a:pt x="30479" y="144779"/>
                  </a:lnTo>
                  <a:lnTo>
                    <a:pt x="15239" y="129539"/>
                  </a:lnTo>
                  <a:lnTo>
                    <a:pt x="111251" y="129539"/>
                  </a:lnTo>
                  <a:close/>
                </a:path>
              </a:pathLst>
            </a:custGeom>
            <a:ln w="1219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" name="object 25"/>
            <p:cNvSpPr/>
            <p:nvPr/>
          </p:nvSpPr>
          <p:spPr>
            <a:xfrm>
              <a:off x="8366760" y="2380488"/>
              <a:ext cx="394970" cy="408940"/>
            </a:xfrm>
            <a:custGeom>
              <a:avLst/>
              <a:gdLst/>
              <a:ahLst/>
              <a:cxnLst/>
              <a:rect l="l" t="t" r="r" b="b"/>
              <a:pathLst>
                <a:path w="394970" h="408939">
                  <a:moveTo>
                    <a:pt x="1524" y="408432"/>
                  </a:moveTo>
                  <a:lnTo>
                    <a:pt x="0" y="403860"/>
                  </a:lnTo>
                  <a:lnTo>
                    <a:pt x="37433" y="383047"/>
                  </a:lnTo>
                  <a:lnTo>
                    <a:pt x="67437" y="361949"/>
                  </a:lnTo>
                  <a:lnTo>
                    <a:pt x="105156" y="320040"/>
                  </a:lnTo>
                  <a:lnTo>
                    <a:pt x="123634" y="272986"/>
                  </a:lnTo>
                  <a:lnTo>
                    <a:pt x="134112" y="213360"/>
                  </a:lnTo>
                  <a:lnTo>
                    <a:pt x="56388" y="213360"/>
                  </a:lnTo>
                  <a:lnTo>
                    <a:pt x="45243" y="213883"/>
                  </a:lnTo>
                  <a:lnTo>
                    <a:pt x="34671" y="215265"/>
                  </a:lnTo>
                  <a:lnTo>
                    <a:pt x="24669" y="217217"/>
                  </a:lnTo>
                  <a:lnTo>
                    <a:pt x="15240" y="219456"/>
                  </a:lnTo>
                  <a:lnTo>
                    <a:pt x="0" y="204216"/>
                  </a:lnTo>
                  <a:lnTo>
                    <a:pt x="184404" y="204216"/>
                  </a:lnTo>
                  <a:lnTo>
                    <a:pt x="184404" y="111252"/>
                  </a:lnTo>
                  <a:lnTo>
                    <a:pt x="89916" y="111252"/>
                  </a:lnTo>
                  <a:lnTo>
                    <a:pt x="76771" y="131492"/>
                  </a:lnTo>
                  <a:lnTo>
                    <a:pt x="62484" y="150876"/>
                  </a:lnTo>
                  <a:lnTo>
                    <a:pt x="47053" y="169116"/>
                  </a:lnTo>
                  <a:lnTo>
                    <a:pt x="30480" y="185928"/>
                  </a:lnTo>
                  <a:lnTo>
                    <a:pt x="25908" y="182880"/>
                  </a:lnTo>
                  <a:lnTo>
                    <a:pt x="46815" y="148590"/>
                  </a:lnTo>
                  <a:lnTo>
                    <a:pt x="64008" y="112014"/>
                  </a:lnTo>
                  <a:lnTo>
                    <a:pt x="77771" y="73152"/>
                  </a:lnTo>
                  <a:lnTo>
                    <a:pt x="88392" y="32004"/>
                  </a:lnTo>
                  <a:lnTo>
                    <a:pt x="126492" y="53340"/>
                  </a:lnTo>
                  <a:lnTo>
                    <a:pt x="112776" y="60960"/>
                  </a:lnTo>
                  <a:lnTo>
                    <a:pt x="98417" y="90320"/>
                  </a:lnTo>
                  <a:lnTo>
                    <a:pt x="92964" y="100584"/>
                  </a:lnTo>
                  <a:lnTo>
                    <a:pt x="184404" y="100584"/>
                  </a:lnTo>
                  <a:lnTo>
                    <a:pt x="184142" y="66865"/>
                  </a:lnTo>
                  <a:lnTo>
                    <a:pt x="183451" y="38862"/>
                  </a:lnTo>
                  <a:lnTo>
                    <a:pt x="182475" y="16573"/>
                  </a:lnTo>
                  <a:lnTo>
                    <a:pt x="181356" y="0"/>
                  </a:lnTo>
                  <a:lnTo>
                    <a:pt x="222504" y="18288"/>
                  </a:lnTo>
                  <a:lnTo>
                    <a:pt x="208788" y="32004"/>
                  </a:lnTo>
                  <a:lnTo>
                    <a:pt x="208788" y="99060"/>
                  </a:lnTo>
                  <a:lnTo>
                    <a:pt x="288036" y="99060"/>
                  </a:lnTo>
                  <a:lnTo>
                    <a:pt x="312420" y="74676"/>
                  </a:lnTo>
                  <a:lnTo>
                    <a:pt x="347472" y="109728"/>
                  </a:lnTo>
                  <a:lnTo>
                    <a:pt x="208788" y="109728"/>
                  </a:lnTo>
                  <a:lnTo>
                    <a:pt x="208788" y="204216"/>
                  </a:lnTo>
                  <a:lnTo>
                    <a:pt x="329184" y="204216"/>
                  </a:lnTo>
                  <a:lnTo>
                    <a:pt x="353568" y="179832"/>
                  </a:lnTo>
                  <a:lnTo>
                    <a:pt x="388620" y="213360"/>
                  </a:lnTo>
                  <a:lnTo>
                    <a:pt x="246888" y="213360"/>
                  </a:lnTo>
                  <a:lnTo>
                    <a:pt x="246888" y="332232"/>
                  </a:lnTo>
                  <a:lnTo>
                    <a:pt x="247435" y="349972"/>
                  </a:lnTo>
                  <a:lnTo>
                    <a:pt x="253555" y="362140"/>
                  </a:lnTo>
                  <a:lnTo>
                    <a:pt x="265104" y="368879"/>
                  </a:lnTo>
                  <a:lnTo>
                    <a:pt x="281940" y="370332"/>
                  </a:lnTo>
                  <a:lnTo>
                    <a:pt x="341376" y="370332"/>
                  </a:lnTo>
                  <a:lnTo>
                    <a:pt x="358902" y="322135"/>
                  </a:lnTo>
                  <a:lnTo>
                    <a:pt x="361188" y="284988"/>
                  </a:lnTo>
                  <a:lnTo>
                    <a:pt x="370332" y="284988"/>
                  </a:lnTo>
                  <a:lnTo>
                    <a:pt x="370974" y="323564"/>
                  </a:lnTo>
                  <a:lnTo>
                    <a:pt x="385786" y="359711"/>
                  </a:lnTo>
                  <a:lnTo>
                    <a:pt x="394716" y="364236"/>
                  </a:lnTo>
                  <a:lnTo>
                    <a:pt x="387524" y="376237"/>
                  </a:lnTo>
                  <a:lnTo>
                    <a:pt x="377190" y="384809"/>
                  </a:lnTo>
                  <a:lnTo>
                    <a:pt x="363426" y="389953"/>
                  </a:lnTo>
                  <a:lnTo>
                    <a:pt x="345948" y="391667"/>
                  </a:lnTo>
                  <a:lnTo>
                    <a:pt x="262128" y="391667"/>
                  </a:lnTo>
                  <a:lnTo>
                    <a:pt x="244149" y="387953"/>
                  </a:lnTo>
                  <a:lnTo>
                    <a:pt x="231457" y="379094"/>
                  </a:lnTo>
                  <a:lnTo>
                    <a:pt x="224194" y="365093"/>
                  </a:lnTo>
                  <a:lnTo>
                    <a:pt x="222504" y="345948"/>
                  </a:lnTo>
                  <a:lnTo>
                    <a:pt x="222504" y="213360"/>
                  </a:lnTo>
                  <a:lnTo>
                    <a:pt x="160020" y="213360"/>
                  </a:lnTo>
                  <a:lnTo>
                    <a:pt x="148018" y="279844"/>
                  </a:lnTo>
                  <a:lnTo>
                    <a:pt x="123444" y="333756"/>
                  </a:lnTo>
                  <a:lnTo>
                    <a:pt x="77914" y="375094"/>
                  </a:lnTo>
                  <a:lnTo>
                    <a:pt x="43505" y="392691"/>
                  </a:lnTo>
                  <a:lnTo>
                    <a:pt x="1524" y="408432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" name="object 26"/>
            <p:cNvSpPr/>
            <p:nvPr/>
          </p:nvSpPr>
          <p:spPr>
            <a:xfrm>
              <a:off x="8366760" y="2380488"/>
              <a:ext cx="394970" cy="408940"/>
            </a:xfrm>
            <a:custGeom>
              <a:avLst/>
              <a:gdLst/>
              <a:ahLst/>
              <a:cxnLst/>
              <a:rect l="l" t="t" r="r" b="b"/>
              <a:pathLst>
                <a:path w="394970" h="408939">
                  <a:moveTo>
                    <a:pt x="184404" y="100584"/>
                  </a:moveTo>
                  <a:lnTo>
                    <a:pt x="184142" y="66865"/>
                  </a:lnTo>
                  <a:lnTo>
                    <a:pt x="183451" y="38862"/>
                  </a:lnTo>
                  <a:lnTo>
                    <a:pt x="182475" y="16573"/>
                  </a:lnTo>
                  <a:lnTo>
                    <a:pt x="181356" y="0"/>
                  </a:lnTo>
                  <a:lnTo>
                    <a:pt x="222504" y="18288"/>
                  </a:lnTo>
                  <a:lnTo>
                    <a:pt x="208788" y="32004"/>
                  </a:lnTo>
                  <a:lnTo>
                    <a:pt x="208788" y="99060"/>
                  </a:lnTo>
                  <a:lnTo>
                    <a:pt x="288036" y="99060"/>
                  </a:lnTo>
                  <a:lnTo>
                    <a:pt x="312420" y="74676"/>
                  </a:lnTo>
                  <a:lnTo>
                    <a:pt x="347472" y="109728"/>
                  </a:lnTo>
                  <a:lnTo>
                    <a:pt x="208788" y="109728"/>
                  </a:lnTo>
                  <a:lnTo>
                    <a:pt x="208788" y="204216"/>
                  </a:lnTo>
                  <a:lnTo>
                    <a:pt x="329184" y="204216"/>
                  </a:lnTo>
                  <a:lnTo>
                    <a:pt x="353568" y="179832"/>
                  </a:lnTo>
                  <a:lnTo>
                    <a:pt x="388620" y="213360"/>
                  </a:lnTo>
                  <a:lnTo>
                    <a:pt x="246888" y="213360"/>
                  </a:lnTo>
                  <a:lnTo>
                    <a:pt x="246888" y="332232"/>
                  </a:lnTo>
                  <a:lnTo>
                    <a:pt x="247435" y="349972"/>
                  </a:lnTo>
                  <a:lnTo>
                    <a:pt x="253555" y="362140"/>
                  </a:lnTo>
                  <a:lnTo>
                    <a:pt x="265104" y="368879"/>
                  </a:lnTo>
                  <a:lnTo>
                    <a:pt x="281940" y="370332"/>
                  </a:lnTo>
                  <a:lnTo>
                    <a:pt x="341376" y="370332"/>
                  </a:lnTo>
                  <a:lnTo>
                    <a:pt x="358902" y="322135"/>
                  </a:lnTo>
                  <a:lnTo>
                    <a:pt x="361188" y="284988"/>
                  </a:lnTo>
                  <a:lnTo>
                    <a:pt x="370332" y="284988"/>
                  </a:lnTo>
                  <a:lnTo>
                    <a:pt x="370974" y="323564"/>
                  </a:lnTo>
                  <a:lnTo>
                    <a:pt x="385786" y="359711"/>
                  </a:lnTo>
                  <a:lnTo>
                    <a:pt x="394716" y="364236"/>
                  </a:lnTo>
                  <a:lnTo>
                    <a:pt x="387524" y="376237"/>
                  </a:lnTo>
                  <a:lnTo>
                    <a:pt x="377190" y="384809"/>
                  </a:lnTo>
                  <a:lnTo>
                    <a:pt x="363426" y="389953"/>
                  </a:lnTo>
                  <a:lnTo>
                    <a:pt x="345948" y="391667"/>
                  </a:lnTo>
                  <a:lnTo>
                    <a:pt x="262128" y="391667"/>
                  </a:lnTo>
                  <a:lnTo>
                    <a:pt x="244149" y="387953"/>
                  </a:lnTo>
                  <a:lnTo>
                    <a:pt x="231457" y="379094"/>
                  </a:lnTo>
                  <a:lnTo>
                    <a:pt x="224194" y="365093"/>
                  </a:lnTo>
                  <a:lnTo>
                    <a:pt x="222504" y="345948"/>
                  </a:lnTo>
                  <a:lnTo>
                    <a:pt x="222504" y="213360"/>
                  </a:lnTo>
                  <a:lnTo>
                    <a:pt x="160020" y="213360"/>
                  </a:lnTo>
                  <a:lnTo>
                    <a:pt x="148018" y="279844"/>
                  </a:lnTo>
                  <a:lnTo>
                    <a:pt x="123444" y="333756"/>
                  </a:lnTo>
                  <a:lnTo>
                    <a:pt x="77914" y="375094"/>
                  </a:lnTo>
                  <a:lnTo>
                    <a:pt x="43505" y="392691"/>
                  </a:lnTo>
                  <a:lnTo>
                    <a:pt x="1524" y="408432"/>
                  </a:lnTo>
                  <a:lnTo>
                    <a:pt x="0" y="403860"/>
                  </a:lnTo>
                  <a:lnTo>
                    <a:pt x="37433" y="383047"/>
                  </a:lnTo>
                  <a:lnTo>
                    <a:pt x="67437" y="361949"/>
                  </a:lnTo>
                  <a:lnTo>
                    <a:pt x="105156" y="320040"/>
                  </a:lnTo>
                  <a:lnTo>
                    <a:pt x="123634" y="272986"/>
                  </a:lnTo>
                  <a:lnTo>
                    <a:pt x="134112" y="213360"/>
                  </a:lnTo>
                  <a:lnTo>
                    <a:pt x="56388" y="213360"/>
                  </a:lnTo>
                  <a:lnTo>
                    <a:pt x="45243" y="213883"/>
                  </a:lnTo>
                  <a:lnTo>
                    <a:pt x="34671" y="215265"/>
                  </a:lnTo>
                  <a:lnTo>
                    <a:pt x="24669" y="217217"/>
                  </a:lnTo>
                  <a:lnTo>
                    <a:pt x="15240" y="219456"/>
                  </a:lnTo>
                  <a:lnTo>
                    <a:pt x="0" y="204216"/>
                  </a:lnTo>
                  <a:lnTo>
                    <a:pt x="184404" y="204216"/>
                  </a:lnTo>
                  <a:lnTo>
                    <a:pt x="184404" y="111252"/>
                  </a:lnTo>
                  <a:lnTo>
                    <a:pt x="89916" y="111252"/>
                  </a:lnTo>
                  <a:lnTo>
                    <a:pt x="76771" y="131492"/>
                  </a:lnTo>
                  <a:lnTo>
                    <a:pt x="62484" y="150876"/>
                  </a:lnTo>
                  <a:lnTo>
                    <a:pt x="47053" y="169116"/>
                  </a:lnTo>
                  <a:lnTo>
                    <a:pt x="30480" y="185928"/>
                  </a:lnTo>
                  <a:lnTo>
                    <a:pt x="25908" y="182880"/>
                  </a:lnTo>
                  <a:lnTo>
                    <a:pt x="46815" y="148590"/>
                  </a:lnTo>
                  <a:lnTo>
                    <a:pt x="64008" y="112014"/>
                  </a:lnTo>
                  <a:lnTo>
                    <a:pt x="77771" y="73152"/>
                  </a:lnTo>
                  <a:lnTo>
                    <a:pt x="88392" y="32004"/>
                  </a:lnTo>
                  <a:lnTo>
                    <a:pt x="126492" y="53340"/>
                  </a:lnTo>
                  <a:lnTo>
                    <a:pt x="112776" y="60960"/>
                  </a:lnTo>
                  <a:lnTo>
                    <a:pt x="108180" y="70365"/>
                  </a:lnTo>
                  <a:lnTo>
                    <a:pt x="103441" y="80200"/>
                  </a:lnTo>
                  <a:lnTo>
                    <a:pt x="98417" y="90320"/>
                  </a:lnTo>
                  <a:lnTo>
                    <a:pt x="92964" y="100584"/>
                  </a:lnTo>
                  <a:lnTo>
                    <a:pt x="184404" y="100584"/>
                  </a:lnTo>
                  <a:close/>
                </a:path>
              </a:pathLst>
            </a:custGeom>
            <a:ln w="1219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" name="object 27"/>
            <p:cNvSpPr/>
            <p:nvPr/>
          </p:nvSpPr>
          <p:spPr>
            <a:xfrm>
              <a:off x="8804136" y="2380487"/>
              <a:ext cx="855344" cy="405765"/>
            </a:xfrm>
            <a:custGeom>
              <a:avLst/>
              <a:gdLst/>
              <a:ahLst/>
              <a:cxnLst/>
              <a:rect l="l" t="t" r="r" b="b"/>
              <a:pathLst>
                <a:path w="855345" h="405764">
                  <a:moveTo>
                    <a:pt x="100876" y="75679"/>
                  </a:moveTo>
                  <a:lnTo>
                    <a:pt x="76962" y="41529"/>
                  </a:lnTo>
                  <a:lnTo>
                    <a:pt x="53340" y="24384"/>
                  </a:lnTo>
                  <a:lnTo>
                    <a:pt x="48768" y="25908"/>
                  </a:lnTo>
                  <a:lnTo>
                    <a:pt x="58178" y="44221"/>
                  </a:lnTo>
                  <a:lnTo>
                    <a:pt x="65722" y="60388"/>
                  </a:lnTo>
                  <a:lnTo>
                    <a:pt x="71272" y="74561"/>
                  </a:lnTo>
                  <a:lnTo>
                    <a:pt x="74676" y="86868"/>
                  </a:lnTo>
                  <a:lnTo>
                    <a:pt x="79248" y="105156"/>
                  </a:lnTo>
                  <a:lnTo>
                    <a:pt x="85344" y="105156"/>
                  </a:lnTo>
                  <a:lnTo>
                    <a:pt x="86868" y="102108"/>
                  </a:lnTo>
                  <a:lnTo>
                    <a:pt x="96012" y="96012"/>
                  </a:lnTo>
                  <a:lnTo>
                    <a:pt x="99060" y="89916"/>
                  </a:lnTo>
                  <a:lnTo>
                    <a:pt x="100584" y="82296"/>
                  </a:lnTo>
                  <a:lnTo>
                    <a:pt x="100876" y="75679"/>
                  </a:lnTo>
                  <a:close/>
                </a:path>
                <a:path w="855345" h="405764">
                  <a:moveTo>
                    <a:pt x="397764" y="310896"/>
                  </a:moveTo>
                  <a:lnTo>
                    <a:pt x="378142" y="272986"/>
                  </a:lnTo>
                  <a:lnTo>
                    <a:pt x="377952" y="245364"/>
                  </a:lnTo>
                  <a:lnTo>
                    <a:pt x="370332" y="245364"/>
                  </a:lnTo>
                  <a:lnTo>
                    <a:pt x="368287" y="264464"/>
                  </a:lnTo>
                  <a:lnTo>
                    <a:pt x="366522" y="280416"/>
                  </a:lnTo>
                  <a:lnTo>
                    <a:pt x="364769" y="292950"/>
                  </a:lnTo>
                  <a:lnTo>
                    <a:pt x="362712" y="301752"/>
                  </a:lnTo>
                  <a:lnTo>
                    <a:pt x="361188" y="312420"/>
                  </a:lnTo>
                  <a:lnTo>
                    <a:pt x="355092" y="315468"/>
                  </a:lnTo>
                  <a:lnTo>
                    <a:pt x="316992" y="315468"/>
                  </a:lnTo>
                  <a:lnTo>
                    <a:pt x="294132" y="184404"/>
                  </a:lnTo>
                  <a:lnTo>
                    <a:pt x="391668" y="184404"/>
                  </a:lnTo>
                  <a:lnTo>
                    <a:pt x="359664" y="150876"/>
                  </a:lnTo>
                  <a:lnTo>
                    <a:pt x="336804" y="173736"/>
                  </a:lnTo>
                  <a:lnTo>
                    <a:pt x="263652" y="173736"/>
                  </a:lnTo>
                  <a:lnTo>
                    <a:pt x="263652" y="102108"/>
                  </a:lnTo>
                  <a:lnTo>
                    <a:pt x="362712" y="102108"/>
                  </a:lnTo>
                  <a:lnTo>
                    <a:pt x="354444" y="92964"/>
                  </a:lnTo>
                  <a:lnTo>
                    <a:pt x="333756" y="70104"/>
                  </a:lnTo>
                  <a:lnTo>
                    <a:pt x="310896" y="92964"/>
                  </a:lnTo>
                  <a:lnTo>
                    <a:pt x="263652" y="92964"/>
                  </a:lnTo>
                  <a:lnTo>
                    <a:pt x="263652" y="33528"/>
                  </a:lnTo>
                  <a:lnTo>
                    <a:pt x="280416" y="19812"/>
                  </a:lnTo>
                  <a:lnTo>
                    <a:pt x="239268" y="1524"/>
                  </a:lnTo>
                  <a:lnTo>
                    <a:pt x="241427" y="41529"/>
                  </a:lnTo>
                  <a:lnTo>
                    <a:pt x="242316" y="92964"/>
                  </a:lnTo>
                  <a:lnTo>
                    <a:pt x="184404" y="92964"/>
                  </a:lnTo>
                  <a:lnTo>
                    <a:pt x="188722" y="83845"/>
                  </a:lnTo>
                  <a:lnTo>
                    <a:pt x="192595" y="74866"/>
                  </a:lnTo>
                  <a:lnTo>
                    <a:pt x="196202" y="66179"/>
                  </a:lnTo>
                  <a:lnTo>
                    <a:pt x="199644" y="57912"/>
                  </a:lnTo>
                  <a:lnTo>
                    <a:pt x="213360" y="50292"/>
                  </a:lnTo>
                  <a:lnTo>
                    <a:pt x="178308" y="28956"/>
                  </a:lnTo>
                  <a:lnTo>
                    <a:pt x="167640" y="82296"/>
                  </a:lnTo>
                  <a:lnTo>
                    <a:pt x="155067" y="119062"/>
                  </a:lnTo>
                  <a:lnTo>
                    <a:pt x="135636" y="156972"/>
                  </a:lnTo>
                  <a:lnTo>
                    <a:pt x="140208" y="160020"/>
                  </a:lnTo>
                  <a:lnTo>
                    <a:pt x="152209" y="146900"/>
                  </a:lnTo>
                  <a:lnTo>
                    <a:pt x="163068" y="132778"/>
                  </a:lnTo>
                  <a:lnTo>
                    <a:pt x="172783" y="117805"/>
                  </a:lnTo>
                  <a:lnTo>
                    <a:pt x="181356" y="102108"/>
                  </a:lnTo>
                  <a:lnTo>
                    <a:pt x="242316" y="102108"/>
                  </a:lnTo>
                  <a:lnTo>
                    <a:pt x="242316" y="173736"/>
                  </a:lnTo>
                  <a:lnTo>
                    <a:pt x="118872" y="173736"/>
                  </a:lnTo>
                  <a:lnTo>
                    <a:pt x="134112" y="188976"/>
                  </a:lnTo>
                  <a:lnTo>
                    <a:pt x="142976" y="186982"/>
                  </a:lnTo>
                  <a:lnTo>
                    <a:pt x="151257" y="185547"/>
                  </a:lnTo>
                  <a:lnTo>
                    <a:pt x="158978" y="184696"/>
                  </a:lnTo>
                  <a:lnTo>
                    <a:pt x="166116" y="184404"/>
                  </a:lnTo>
                  <a:lnTo>
                    <a:pt x="205740" y="184404"/>
                  </a:lnTo>
                  <a:lnTo>
                    <a:pt x="198031" y="233273"/>
                  </a:lnTo>
                  <a:lnTo>
                    <a:pt x="181737" y="274701"/>
                  </a:lnTo>
                  <a:lnTo>
                    <a:pt x="156883" y="308711"/>
                  </a:lnTo>
                  <a:lnTo>
                    <a:pt x="123444" y="335280"/>
                  </a:lnTo>
                  <a:lnTo>
                    <a:pt x="126492" y="341376"/>
                  </a:lnTo>
                  <a:lnTo>
                    <a:pt x="169697" y="317068"/>
                  </a:lnTo>
                  <a:lnTo>
                    <a:pt x="201168" y="282892"/>
                  </a:lnTo>
                  <a:lnTo>
                    <a:pt x="221221" y="238721"/>
                  </a:lnTo>
                  <a:lnTo>
                    <a:pt x="230124" y="184404"/>
                  </a:lnTo>
                  <a:lnTo>
                    <a:pt x="271272" y="184404"/>
                  </a:lnTo>
                  <a:lnTo>
                    <a:pt x="271348" y="302615"/>
                  </a:lnTo>
                  <a:lnTo>
                    <a:pt x="303276" y="333756"/>
                  </a:lnTo>
                  <a:lnTo>
                    <a:pt x="356616" y="333756"/>
                  </a:lnTo>
                  <a:lnTo>
                    <a:pt x="371195" y="333184"/>
                  </a:lnTo>
                  <a:lnTo>
                    <a:pt x="382905" y="329184"/>
                  </a:lnTo>
                  <a:lnTo>
                    <a:pt x="391769" y="321754"/>
                  </a:lnTo>
                  <a:lnTo>
                    <a:pt x="395249" y="315468"/>
                  </a:lnTo>
                  <a:lnTo>
                    <a:pt x="397764" y="310896"/>
                  </a:lnTo>
                  <a:close/>
                </a:path>
                <a:path w="855345" h="405764">
                  <a:moveTo>
                    <a:pt x="411480" y="359664"/>
                  </a:moveTo>
                  <a:lnTo>
                    <a:pt x="365760" y="364502"/>
                  </a:lnTo>
                  <a:lnTo>
                    <a:pt x="322326" y="367474"/>
                  </a:lnTo>
                  <a:lnTo>
                    <a:pt x="281178" y="368452"/>
                  </a:lnTo>
                  <a:lnTo>
                    <a:pt x="242316" y="367284"/>
                  </a:lnTo>
                  <a:lnTo>
                    <a:pt x="177165" y="361569"/>
                  </a:lnTo>
                  <a:lnTo>
                    <a:pt x="137160" y="348996"/>
                  </a:lnTo>
                  <a:lnTo>
                    <a:pt x="103555" y="325551"/>
                  </a:lnTo>
                  <a:lnTo>
                    <a:pt x="102450" y="324573"/>
                  </a:lnTo>
                  <a:lnTo>
                    <a:pt x="94488" y="315468"/>
                  </a:lnTo>
                  <a:lnTo>
                    <a:pt x="94488" y="178308"/>
                  </a:lnTo>
                  <a:lnTo>
                    <a:pt x="102108" y="172212"/>
                  </a:lnTo>
                  <a:lnTo>
                    <a:pt x="109728" y="166116"/>
                  </a:lnTo>
                  <a:lnTo>
                    <a:pt x="82296" y="144780"/>
                  </a:lnTo>
                  <a:lnTo>
                    <a:pt x="70104" y="161544"/>
                  </a:lnTo>
                  <a:lnTo>
                    <a:pt x="3048" y="161544"/>
                  </a:lnTo>
                  <a:lnTo>
                    <a:pt x="18288" y="178308"/>
                  </a:lnTo>
                  <a:lnTo>
                    <a:pt x="27774" y="175437"/>
                  </a:lnTo>
                  <a:lnTo>
                    <a:pt x="35814" y="173545"/>
                  </a:lnTo>
                  <a:lnTo>
                    <a:pt x="42722" y="172529"/>
                  </a:lnTo>
                  <a:lnTo>
                    <a:pt x="48768" y="172212"/>
                  </a:lnTo>
                  <a:lnTo>
                    <a:pt x="71628" y="172212"/>
                  </a:lnTo>
                  <a:lnTo>
                    <a:pt x="71628" y="310896"/>
                  </a:lnTo>
                  <a:lnTo>
                    <a:pt x="51866" y="320611"/>
                  </a:lnTo>
                  <a:lnTo>
                    <a:pt x="33528" y="331470"/>
                  </a:lnTo>
                  <a:lnTo>
                    <a:pt x="16344" y="343471"/>
                  </a:lnTo>
                  <a:lnTo>
                    <a:pt x="0" y="356628"/>
                  </a:lnTo>
                  <a:lnTo>
                    <a:pt x="25908" y="379476"/>
                  </a:lnTo>
                  <a:lnTo>
                    <a:pt x="30200" y="371195"/>
                  </a:lnTo>
                  <a:lnTo>
                    <a:pt x="36195" y="362331"/>
                  </a:lnTo>
                  <a:lnTo>
                    <a:pt x="63017" y="334073"/>
                  </a:lnTo>
                  <a:lnTo>
                    <a:pt x="77774" y="325551"/>
                  </a:lnTo>
                  <a:lnTo>
                    <a:pt x="82296" y="326136"/>
                  </a:lnTo>
                  <a:lnTo>
                    <a:pt x="122351" y="357403"/>
                  </a:lnTo>
                  <a:lnTo>
                    <a:pt x="134874" y="366331"/>
                  </a:lnTo>
                  <a:lnTo>
                    <a:pt x="180213" y="384619"/>
                  </a:lnTo>
                  <a:lnTo>
                    <a:pt x="221361" y="391490"/>
                  </a:lnTo>
                  <a:lnTo>
                    <a:pt x="302704" y="395300"/>
                  </a:lnTo>
                  <a:lnTo>
                    <a:pt x="374904" y="396240"/>
                  </a:lnTo>
                  <a:lnTo>
                    <a:pt x="377190" y="387438"/>
                  </a:lnTo>
                  <a:lnTo>
                    <a:pt x="384048" y="379476"/>
                  </a:lnTo>
                  <a:lnTo>
                    <a:pt x="395478" y="372668"/>
                  </a:lnTo>
                  <a:lnTo>
                    <a:pt x="408012" y="368452"/>
                  </a:lnTo>
                  <a:lnTo>
                    <a:pt x="411480" y="367284"/>
                  </a:lnTo>
                  <a:lnTo>
                    <a:pt x="411480" y="359664"/>
                  </a:lnTo>
                  <a:close/>
                </a:path>
                <a:path w="855345" h="405764">
                  <a:moveTo>
                    <a:pt x="638556" y="109728"/>
                  </a:moveTo>
                  <a:lnTo>
                    <a:pt x="608076" y="80772"/>
                  </a:lnTo>
                  <a:lnTo>
                    <a:pt x="589788" y="99060"/>
                  </a:lnTo>
                  <a:lnTo>
                    <a:pt x="562356" y="99060"/>
                  </a:lnTo>
                  <a:lnTo>
                    <a:pt x="562356" y="32004"/>
                  </a:lnTo>
                  <a:lnTo>
                    <a:pt x="577596" y="19812"/>
                  </a:lnTo>
                  <a:lnTo>
                    <a:pt x="534924" y="0"/>
                  </a:lnTo>
                  <a:lnTo>
                    <a:pt x="536054" y="18059"/>
                  </a:lnTo>
                  <a:lnTo>
                    <a:pt x="537019" y="40386"/>
                  </a:lnTo>
                  <a:lnTo>
                    <a:pt x="537718" y="67297"/>
                  </a:lnTo>
                  <a:lnTo>
                    <a:pt x="537972" y="99060"/>
                  </a:lnTo>
                  <a:lnTo>
                    <a:pt x="454152" y="99060"/>
                  </a:lnTo>
                  <a:lnTo>
                    <a:pt x="469392" y="114300"/>
                  </a:lnTo>
                  <a:lnTo>
                    <a:pt x="479044" y="112306"/>
                  </a:lnTo>
                  <a:lnTo>
                    <a:pt x="489394" y="110871"/>
                  </a:lnTo>
                  <a:lnTo>
                    <a:pt x="500049" y="110020"/>
                  </a:lnTo>
                  <a:lnTo>
                    <a:pt x="510540" y="109728"/>
                  </a:lnTo>
                  <a:lnTo>
                    <a:pt x="537972" y="109728"/>
                  </a:lnTo>
                  <a:lnTo>
                    <a:pt x="537972" y="193548"/>
                  </a:lnTo>
                  <a:lnTo>
                    <a:pt x="507682" y="206743"/>
                  </a:lnTo>
                  <a:lnTo>
                    <a:pt x="483108" y="216789"/>
                  </a:lnTo>
                  <a:lnTo>
                    <a:pt x="464248" y="223989"/>
                  </a:lnTo>
                  <a:lnTo>
                    <a:pt x="451104" y="228600"/>
                  </a:lnTo>
                  <a:lnTo>
                    <a:pt x="473964" y="257556"/>
                  </a:lnTo>
                  <a:lnTo>
                    <a:pt x="481393" y="249555"/>
                  </a:lnTo>
                  <a:lnTo>
                    <a:pt x="494538" y="239268"/>
                  </a:lnTo>
                  <a:lnTo>
                    <a:pt x="513397" y="226695"/>
                  </a:lnTo>
                  <a:lnTo>
                    <a:pt x="537972" y="211836"/>
                  </a:lnTo>
                  <a:lnTo>
                    <a:pt x="537972" y="341376"/>
                  </a:lnTo>
                  <a:lnTo>
                    <a:pt x="536575" y="351116"/>
                  </a:lnTo>
                  <a:lnTo>
                    <a:pt x="532447" y="357568"/>
                  </a:lnTo>
                  <a:lnTo>
                    <a:pt x="525767" y="360883"/>
                  </a:lnTo>
                  <a:lnTo>
                    <a:pt x="516636" y="361188"/>
                  </a:lnTo>
                  <a:lnTo>
                    <a:pt x="506920" y="360667"/>
                  </a:lnTo>
                  <a:lnTo>
                    <a:pt x="496062" y="359283"/>
                  </a:lnTo>
                  <a:lnTo>
                    <a:pt x="470916" y="355092"/>
                  </a:lnTo>
                  <a:lnTo>
                    <a:pt x="470916" y="364236"/>
                  </a:lnTo>
                  <a:lnTo>
                    <a:pt x="493776" y="372795"/>
                  </a:lnTo>
                  <a:lnTo>
                    <a:pt x="509778" y="382333"/>
                  </a:lnTo>
                  <a:lnTo>
                    <a:pt x="518922" y="392747"/>
                  </a:lnTo>
                  <a:lnTo>
                    <a:pt x="521208" y="403860"/>
                  </a:lnTo>
                  <a:lnTo>
                    <a:pt x="538353" y="394741"/>
                  </a:lnTo>
                  <a:lnTo>
                    <a:pt x="550926" y="383476"/>
                  </a:lnTo>
                  <a:lnTo>
                    <a:pt x="558927" y="370217"/>
                  </a:lnTo>
                  <a:lnTo>
                    <a:pt x="560984" y="361188"/>
                  </a:lnTo>
                  <a:lnTo>
                    <a:pt x="562356" y="355092"/>
                  </a:lnTo>
                  <a:lnTo>
                    <a:pt x="562356" y="211836"/>
                  </a:lnTo>
                  <a:lnTo>
                    <a:pt x="562356" y="199644"/>
                  </a:lnTo>
                  <a:lnTo>
                    <a:pt x="588441" y="182880"/>
                  </a:lnTo>
                  <a:lnTo>
                    <a:pt x="626364" y="158496"/>
                  </a:lnTo>
                  <a:lnTo>
                    <a:pt x="621792" y="153924"/>
                  </a:lnTo>
                  <a:lnTo>
                    <a:pt x="562356" y="182880"/>
                  </a:lnTo>
                  <a:lnTo>
                    <a:pt x="562356" y="109728"/>
                  </a:lnTo>
                  <a:lnTo>
                    <a:pt x="638556" y="109728"/>
                  </a:lnTo>
                  <a:close/>
                </a:path>
                <a:path w="855345" h="405764">
                  <a:moveTo>
                    <a:pt x="851916" y="163068"/>
                  </a:moveTo>
                  <a:lnTo>
                    <a:pt x="807135" y="159854"/>
                  </a:lnTo>
                  <a:lnTo>
                    <a:pt x="766572" y="148018"/>
                  </a:lnTo>
                  <a:lnTo>
                    <a:pt x="759955" y="144780"/>
                  </a:lnTo>
                  <a:lnTo>
                    <a:pt x="751141" y="140474"/>
                  </a:lnTo>
                  <a:lnTo>
                    <a:pt x="734568" y="131064"/>
                  </a:lnTo>
                  <a:lnTo>
                    <a:pt x="747839" y="117348"/>
                  </a:lnTo>
                  <a:lnTo>
                    <a:pt x="752602" y="112420"/>
                  </a:lnTo>
                  <a:lnTo>
                    <a:pt x="770191" y="92773"/>
                  </a:lnTo>
                  <a:lnTo>
                    <a:pt x="787514" y="71704"/>
                  </a:lnTo>
                  <a:lnTo>
                    <a:pt x="804672" y="48768"/>
                  </a:lnTo>
                  <a:lnTo>
                    <a:pt x="814730" y="44196"/>
                  </a:lnTo>
                  <a:lnTo>
                    <a:pt x="821436" y="41148"/>
                  </a:lnTo>
                  <a:lnTo>
                    <a:pt x="790956" y="15240"/>
                  </a:lnTo>
                  <a:lnTo>
                    <a:pt x="777240" y="31699"/>
                  </a:lnTo>
                  <a:lnTo>
                    <a:pt x="777240" y="44196"/>
                  </a:lnTo>
                  <a:lnTo>
                    <a:pt x="764933" y="62484"/>
                  </a:lnTo>
                  <a:lnTo>
                    <a:pt x="750760" y="80772"/>
                  </a:lnTo>
                  <a:lnTo>
                    <a:pt x="734593" y="99060"/>
                  </a:lnTo>
                  <a:lnTo>
                    <a:pt x="716280" y="117348"/>
                  </a:lnTo>
                  <a:lnTo>
                    <a:pt x="700646" y="103352"/>
                  </a:lnTo>
                  <a:lnTo>
                    <a:pt x="685990" y="86487"/>
                  </a:lnTo>
                  <a:lnTo>
                    <a:pt x="672782" y="66776"/>
                  </a:lnTo>
                  <a:lnTo>
                    <a:pt x="661416" y="44196"/>
                  </a:lnTo>
                  <a:lnTo>
                    <a:pt x="777240" y="44196"/>
                  </a:lnTo>
                  <a:lnTo>
                    <a:pt x="777240" y="31699"/>
                  </a:lnTo>
                  <a:lnTo>
                    <a:pt x="775716" y="33528"/>
                  </a:lnTo>
                  <a:lnTo>
                    <a:pt x="608076" y="33528"/>
                  </a:lnTo>
                  <a:lnTo>
                    <a:pt x="621792" y="47244"/>
                  </a:lnTo>
                  <a:lnTo>
                    <a:pt x="641604" y="44196"/>
                  </a:lnTo>
                  <a:lnTo>
                    <a:pt x="652272" y="44196"/>
                  </a:lnTo>
                  <a:lnTo>
                    <a:pt x="661187" y="65913"/>
                  </a:lnTo>
                  <a:lnTo>
                    <a:pt x="672084" y="87630"/>
                  </a:lnTo>
                  <a:lnTo>
                    <a:pt x="685279" y="109347"/>
                  </a:lnTo>
                  <a:lnTo>
                    <a:pt x="701040" y="131064"/>
                  </a:lnTo>
                  <a:lnTo>
                    <a:pt x="675589" y="151066"/>
                  </a:lnTo>
                  <a:lnTo>
                    <a:pt x="647128" y="169926"/>
                  </a:lnTo>
                  <a:lnTo>
                    <a:pt x="615530" y="187642"/>
                  </a:lnTo>
                  <a:lnTo>
                    <a:pt x="580644" y="204216"/>
                  </a:lnTo>
                  <a:lnTo>
                    <a:pt x="582168" y="210312"/>
                  </a:lnTo>
                  <a:lnTo>
                    <a:pt x="617054" y="198577"/>
                  </a:lnTo>
                  <a:lnTo>
                    <a:pt x="650938" y="183832"/>
                  </a:lnTo>
                  <a:lnTo>
                    <a:pt x="683971" y="165950"/>
                  </a:lnTo>
                  <a:lnTo>
                    <a:pt x="716280" y="144780"/>
                  </a:lnTo>
                  <a:lnTo>
                    <a:pt x="740651" y="160782"/>
                  </a:lnTo>
                  <a:lnTo>
                    <a:pt x="766000" y="174498"/>
                  </a:lnTo>
                  <a:lnTo>
                    <a:pt x="792797" y="185928"/>
                  </a:lnTo>
                  <a:lnTo>
                    <a:pt x="821436" y="195072"/>
                  </a:lnTo>
                  <a:lnTo>
                    <a:pt x="823417" y="186550"/>
                  </a:lnTo>
                  <a:lnTo>
                    <a:pt x="829246" y="179451"/>
                  </a:lnTo>
                  <a:lnTo>
                    <a:pt x="838796" y="174078"/>
                  </a:lnTo>
                  <a:lnTo>
                    <a:pt x="851916" y="170688"/>
                  </a:lnTo>
                  <a:lnTo>
                    <a:pt x="851916" y="163068"/>
                  </a:lnTo>
                  <a:close/>
                </a:path>
                <a:path w="855345" h="405764">
                  <a:moveTo>
                    <a:pt x="854964" y="307848"/>
                  </a:moveTo>
                  <a:lnTo>
                    <a:pt x="822960" y="274320"/>
                  </a:lnTo>
                  <a:lnTo>
                    <a:pt x="800100" y="297180"/>
                  </a:lnTo>
                  <a:lnTo>
                    <a:pt x="728472" y="297180"/>
                  </a:lnTo>
                  <a:lnTo>
                    <a:pt x="728472" y="236220"/>
                  </a:lnTo>
                  <a:lnTo>
                    <a:pt x="830580" y="236220"/>
                  </a:lnTo>
                  <a:lnTo>
                    <a:pt x="800100" y="205740"/>
                  </a:lnTo>
                  <a:lnTo>
                    <a:pt x="778764" y="225552"/>
                  </a:lnTo>
                  <a:lnTo>
                    <a:pt x="728472" y="225552"/>
                  </a:lnTo>
                  <a:lnTo>
                    <a:pt x="728472" y="193548"/>
                  </a:lnTo>
                  <a:lnTo>
                    <a:pt x="746760" y="182880"/>
                  </a:lnTo>
                  <a:lnTo>
                    <a:pt x="702564" y="161544"/>
                  </a:lnTo>
                  <a:lnTo>
                    <a:pt x="703961" y="199644"/>
                  </a:lnTo>
                  <a:lnTo>
                    <a:pt x="704088" y="225552"/>
                  </a:lnTo>
                  <a:lnTo>
                    <a:pt x="608076" y="225552"/>
                  </a:lnTo>
                  <a:lnTo>
                    <a:pt x="624840" y="242316"/>
                  </a:lnTo>
                  <a:lnTo>
                    <a:pt x="634276" y="239445"/>
                  </a:lnTo>
                  <a:lnTo>
                    <a:pt x="644271" y="237553"/>
                  </a:lnTo>
                  <a:lnTo>
                    <a:pt x="654850" y="236537"/>
                  </a:lnTo>
                  <a:lnTo>
                    <a:pt x="665988" y="236220"/>
                  </a:lnTo>
                  <a:lnTo>
                    <a:pt x="704088" y="236220"/>
                  </a:lnTo>
                  <a:lnTo>
                    <a:pt x="704088" y="297180"/>
                  </a:lnTo>
                  <a:lnTo>
                    <a:pt x="586740" y="297180"/>
                  </a:lnTo>
                  <a:lnTo>
                    <a:pt x="601980" y="313944"/>
                  </a:lnTo>
                  <a:lnTo>
                    <a:pt x="611416" y="311073"/>
                  </a:lnTo>
                  <a:lnTo>
                    <a:pt x="621411" y="309181"/>
                  </a:lnTo>
                  <a:lnTo>
                    <a:pt x="631990" y="308165"/>
                  </a:lnTo>
                  <a:lnTo>
                    <a:pt x="643128" y="307848"/>
                  </a:lnTo>
                  <a:lnTo>
                    <a:pt x="704088" y="307848"/>
                  </a:lnTo>
                  <a:lnTo>
                    <a:pt x="703884" y="357339"/>
                  </a:lnTo>
                  <a:lnTo>
                    <a:pt x="702564" y="405384"/>
                  </a:lnTo>
                  <a:lnTo>
                    <a:pt x="729945" y="394741"/>
                  </a:lnTo>
                  <a:lnTo>
                    <a:pt x="729894" y="392747"/>
                  </a:lnTo>
                  <a:lnTo>
                    <a:pt x="729119" y="378142"/>
                  </a:lnTo>
                  <a:lnTo>
                    <a:pt x="728662" y="358140"/>
                  </a:lnTo>
                  <a:lnTo>
                    <a:pt x="728548" y="341376"/>
                  </a:lnTo>
                  <a:lnTo>
                    <a:pt x="728472" y="307848"/>
                  </a:lnTo>
                  <a:lnTo>
                    <a:pt x="854964" y="307848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28" name="object 28"/>
          <p:cNvSpPr/>
          <p:nvPr/>
        </p:nvSpPr>
        <p:spPr>
          <a:xfrm>
            <a:off x="2132075" y="2921508"/>
            <a:ext cx="382905" cy="401320"/>
          </a:xfrm>
          <a:custGeom>
            <a:avLst/>
            <a:gdLst/>
            <a:ahLst/>
            <a:cxnLst/>
            <a:rect l="l" t="t" r="r" b="b"/>
            <a:pathLst>
              <a:path w="382905" h="401320">
                <a:moveTo>
                  <a:pt x="27432" y="57912"/>
                </a:moveTo>
                <a:lnTo>
                  <a:pt x="12192" y="41148"/>
                </a:lnTo>
                <a:lnTo>
                  <a:pt x="195072" y="41148"/>
                </a:lnTo>
                <a:lnTo>
                  <a:pt x="217932" y="19812"/>
                </a:lnTo>
                <a:lnTo>
                  <a:pt x="249935" y="51816"/>
                </a:lnTo>
                <a:lnTo>
                  <a:pt x="70104" y="51816"/>
                </a:lnTo>
                <a:lnTo>
                  <a:pt x="58935" y="52125"/>
                </a:lnTo>
                <a:lnTo>
                  <a:pt x="48196" y="53149"/>
                </a:lnTo>
                <a:lnTo>
                  <a:pt x="37742" y="55030"/>
                </a:lnTo>
                <a:lnTo>
                  <a:pt x="27432" y="57912"/>
                </a:lnTo>
                <a:close/>
              </a:path>
              <a:path w="382905" h="401320">
                <a:moveTo>
                  <a:pt x="12192" y="262128"/>
                </a:moveTo>
                <a:lnTo>
                  <a:pt x="7620" y="257555"/>
                </a:lnTo>
                <a:lnTo>
                  <a:pt x="26169" y="230671"/>
                </a:lnTo>
                <a:lnTo>
                  <a:pt x="42862" y="204787"/>
                </a:lnTo>
                <a:lnTo>
                  <a:pt x="70104" y="155448"/>
                </a:lnTo>
                <a:lnTo>
                  <a:pt x="89916" y="104775"/>
                </a:lnTo>
                <a:lnTo>
                  <a:pt x="105156" y="51816"/>
                </a:lnTo>
                <a:lnTo>
                  <a:pt x="135636" y="51816"/>
                </a:lnTo>
                <a:lnTo>
                  <a:pt x="128778" y="72699"/>
                </a:lnTo>
                <a:lnTo>
                  <a:pt x="121920" y="92011"/>
                </a:lnTo>
                <a:lnTo>
                  <a:pt x="115062" y="109894"/>
                </a:lnTo>
                <a:lnTo>
                  <a:pt x="108204" y="126492"/>
                </a:lnTo>
                <a:lnTo>
                  <a:pt x="212284" y="126492"/>
                </a:lnTo>
                <a:lnTo>
                  <a:pt x="222504" y="135636"/>
                </a:lnTo>
                <a:lnTo>
                  <a:pt x="220109" y="137160"/>
                </a:lnTo>
                <a:lnTo>
                  <a:pt x="105156" y="137160"/>
                </a:lnTo>
                <a:lnTo>
                  <a:pt x="100560" y="146304"/>
                </a:lnTo>
                <a:lnTo>
                  <a:pt x="95821" y="155448"/>
                </a:lnTo>
                <a:lnTo>
                  <a:pt x="90797" y="164592"/>
                </a:lnTo>
                <a:lnTo>
                  <a:pt x="85344" y="173736"/>
                </a:lnTo>
                <a:lnTo>
                  <a:pt x="94105" y="181356"/>
                </a:lnTo>
                <a:lnTo>
                  <a:pt x="82296" y="181356"/>
                </a:lnTo>
                <a:lnTo>
                  <a:pt x="65984" y="202763"/>
                </a:lnTo>
                <a:lnTo>
                  <a:pt x="48958" y="223456"/>
                </a:lnTo>
                <a:lnTo>
                  <a:pt x="31075" y="243292"/>
                </a:lnTo>
                <a:lnTo>
                  <a:pt x="12192" y="262128"/>
                </a:lnTo>
                <a:close/>
              </a:path>
              <a:path w="382905" h="401320">
                <a:moveTo>
                  <a:pt x="212284" y="126492"/>
                </a:moveTo>
                <a:lnTo>
                  <a:pt x="176784" y="126492"/>
                </a:lnTo>
                <a:lnTo>
                  <a:pt x="193548" y="109728"/>
                </a:lnTo>
                <a:lnTo>
                  <a:pt x="212284" y="126492"/>
                </a:lnTo>
                <a:close/>
              </a:path>
              <a:path w="382905" h="401320">
                <a:moveTo>
                  <a:pt x="3048" y="394716"/>
                </a:moveTo>
                <a:lnTo>
                  <a:pt x="0" y="390144"/>
                </a:lnTo>
                <a:lnTo>
                  <a:pt x="36337" y="366688"/>
                </a:lnTo>
                <a:lnTo>
                  <a:pt x="67818" y="341947"/>
                </a:lnTo>
                <a:lnTo>
                  <a:pt x="117348" y="288036"/>
                </a:lnTo>
                <a:lnTo>
                  <a:pt x="153924" y="222885"/>
                </a:lnTo>
                <a:lnTo>
                  <a:pt x="168783" y="182594"/>
                </a:lnTo>
                <a:lnTo>
                  <a:pt x="181356" y="137160"/>
                </a:lnTo>
                <a:lnTo>
                  <a:pt x="220109" y="137160"/>
                </a:lnTo>
                <a:lnTo>
                  <a:pt x="205740" y="146304"/>
                </a:lnTo>
                <a:lnTo>
                  <a:pt x="196572" y="178593"/>
                </a:lnTo>
                <a:lnTo>
                  <a:pt x="187261" y="206883"/>
                </a:lnTo>
                <a:lnTo>
                  <a:pt x="167640" y="251460"/>
                </a:lnTo>
                <a:lnTo>
                  <a:pt x="144018" y="289369"/>
                </a:lnTo>
                <a:lnTo>
                  <a:pt x="111252" y="326136"/>
                </a:lnTo>
                <a:lnTo>
                  <a:pt x="66294" y="361569"/>
                </a:lnTo>
                <a:lnTo>
                  <a:pt x="37099" y="378428"/>
                </a:lnTo>
                <a:lnTo>
                  <a:pt x="3048" y="394716"/>
                </a:lnTo>
                <a:close/>
              </a:path>
              <a:path w="382905" h="401320">
                <a:moveTo>
                  <a:pt x="109728" y="259079"/>
                </a:moveTo>
                <a:lnTo>
                  <a:pt x="105156" y="259079"/>
                </a:lnTo>
                <a:lnTo>
                  <a:pt x="102108" y="251460"/>
                </a:lnTo>
                <a:lnTo>
                  <a:pt x="100584" y="237743"/>
                </a:lnTo>
                <a:lnTo>
                  <a:pt x="98583" y="224647"/>
                </a:lnTo>
                <a:lnTo>
                  <a:pt x="94869" y="210692"/>
                </a:lnTo>
                <a:lnTo>
                  <a:pt x="89439" y="196167"/>
                </a:lnTo>
                <a:lnTo>
                  <a:pt x="82296" y="181356"/>
                </a:lnTo>
                <a:lnTo>
                  <a:pt x="94105" y="181356"/>
                </a:lnTo>
                <a:lnTo>
                  <a:pt x="105084" y="190904"/>
                </a:lnTo>
                <a:lnTo>
                  <a:pt x="118681" y="205930"/>
                </a:lnTo>
                <a:lnTo>
                  <a:pt x="126277" y="218955"/>
                </a:lnTo>
                <a:lnTo>
                  <a:pt x="128016" y="230124"/>
                </a:lnTo>
                <a:lnTo>
                  <a:pt x="126587" y="238434"/>
                </a:lnTo>
                <a:lnTo>
                  <a:pt x="124587" y="245173"/>
                </a:lnTo>
                <a:lnTo>
                  <a:pt x="122015" y="250483"/>
                </a:lnTo>
                <a:lnTo>
                  <a:pt x="118872" y="254508"/>
                </a:lnTo>
                <a:lnTo>
                  <a:pt x="109728" y="259079"/>
                </a:lnTo>
                <a:close/>
              </a:path>
              <a:path w="382905" h="401320">
                <a:moveTo>
                  <a:pt x="367588" y="355092"/>
                </a:moveTo>
                <a:lnTo>
                  <a:pt x="327660" y="355092"/>
                </a:lnTo>
                <a:lnTo>
                  <a:pt x="334779" y="354544"/>
                </a:lnTo>
                <a:lnTo>
                  <a:pt x="340042" y="350710"/>
                </a:lnTo>
                <a:lnTo>
                  <a:pt x="343304" y="343733"/>
                </a:lnTo>
                <a:lnTo>
                  <a:pt x="344424" y="333756"/>
                </a:lnTo>
                <a:lnTo>
                  <a:pt x="344400" y="54649"/>
                </a:lnTo>
                <a:lnTo>
                  <a:pt x="344233" y="31051"/>
                </a:lnTo>
                <a:lnTo>
                  <a:pt x="343781" y="12882"/>
                </a:lnTo>
                <a:lnTo>
                  <a:pt x="342900" y="0"/>
                </a:lnTo>
                <a:lnTo>
                  <a:pt x="382524" y="16764"/>
                </a:lnTo>
                <a:lnTo>
                  <a:pt x="368808" y="32004"/>
                </a:lnTo>
                <a:lnTo>
                  <a:pt x="368724" y="343733"/>
                </a:lnTo>
                <a:lnTo>
                  <a:pt x="367588" y="355092"/>
                </a:lnTo>
                <a:close/>
              </a:path>
              <a:path w="382905" h="401320">
                <a:moveTo>
                  <a:pt x="259080" y="312420"/>
                </a:moveTo>
                <a:lnTo>
                  <a:pt x="259961" y="282154"/>
                </a:lnTo>
                <a:lnTo>
                  <a:pt x="260413" y="250888"/>
                </a:lnTo>
                <a:lnTo>
                  <a:pt x="260580" y="218765"/>
                </a:lnTo>
                <a:lnTo>
                  <a:pt x="260580" y="153947"/>
                </a:lnTo>
                <a:lnTo>
                  <a:pt x="260413" y="124396"/>
                </a:lnTo>
                <a:lnTo>
                  <a:pt x="259961" y="97416"/>
                </a:lnTo>
                <a:lnTo>
                  <a:pt x="259080" y="73152"/>
                </a:lnTo>
                <a:lnTo>
                  <a:pt x="297180" y="88392"/>
                </a:lnTo>
                <a:lnTo>
                  <a:pt x="283464" y="102108"/>
                </a:lnTo>
                <a:lnTo>
                  <a:pt x="283487" y="259984"/>
                </a:lnTo>
                <a:lnTo>
                  <a:pt x="283654" y="274320"/>
                </a:lnTo>
                <a:lnTo>
                  <a:pt x="284106" y="288655"/>
                </a:lnTo>
                <a:lnTo>
                  <a:pt x="284987" y="303276"/>
                </a:lnTo>
                <a:lnTo>
                  <a:pt x="259080" y="312420"/>
                </a:lnTo>
                <a:close/>
              </a:path>
              <a:path w="382905" h="401320">
                <a:moveTo>
                  <a:pt x="324612" y="400811"/>
                </a:moveTo>
                <a:lnTo>
                  <a:pt x="320611" y="386857"/>
                </a:lnTo>
                <a:lnTo>
                  <a:pt x="308610" y="374904"/>
                </a:lnTo>
                <a:lnTo>
                  <a:pt x="288607" y="365236"/>
                </a:lnTo>
                <a:lnTo>
                  <a:pt x="260604" y="358140"/>
                </a:lnTo>
                <a:lnTo>
                  <a:pt x="260604" y="352044"/>
                </a:lnTo>
                <a:lnTo>
                  <a:pt x="316753" y="354830"/>
                </a:lnTo>
                <a:lnTo>
                  <a:pt x="327660" y="355092"/>
                </a:lnTo>
                <a:lnTo>
                  <a:pt x="367588" y="355092"/>
                </a:lnTo>
                <a:lnTo>
                  <a:pt x="366831" y="362664"/>
                </a:lnTo>
                <a:lnTo>
                  <a:pt x="358711" y="378714"/>
                </a:lnTo>
                <a:lnTo>
                  <a:pt x="344590" y="391334"/>
                </a:lnTo>
                <a:lnTo>
                  <a:pt x="324612" y="40081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" name="object 29"/>
          <p:cNvSpPr/>
          <p:nvPr/>
        </p:nvSpPr>
        <p:spPr>
          <a:xfrm>
            <a:off x="2566416" y="2916936"/>
            <a:ext cx="408940" cy="405765"/>
          </a:xfrm>
          <a:custGeom>
            <a:avLst/>
            <a:gdLst/>
            <a:ahLst/>
            <a:cxnLst/>
            <a:rect l="l" t="t" r="r" b="b"/>
            <a:pathLst>
              <a:path w="408939" h="405764">
                <a:moveTo>
                  <a:pt x="131064" y="405384"/>
                </a:moveTo>
                <a:lnTo>
                  <a:pt x="109728" y="376428"/>
                </a:lnTo>
                <a:lnTo>
                  <a:pt x="113728" y="372141"/>
                </a:lnTo>
                <a:lnTo>
                  <a:pt x="116586" y="366141"/>
                </a:lnTo>
                <a:lnTo>
                  <a:pt x="118300" y="358425"/>
                </a:lnTo>
                <a:lnTo>
                  <a:pt x="118872" y="348996"/>
                </a:lnTo>
                <a:lnTo>
                  <a:pt x="118872" y="280416"/>
                </a:lnTo>
                <a:lnTo>
                  <a:pt x="93464" y="297584"/>
                </a:lnTo>
                <a:lnTo>
                  <a:pt x="65341" y="312610"/>
                </a:lnTo>
                <a:lnTo>
                  <a:pt x="34647" y="325635"/>
                </a:lnTo>
                <a:lnTo>
                  <a:pt x="1524" y="336804"/>
                </a:lnTo>
                <a:lnTo>
                  <a:pt x="0" y="329184"/>
                </a:lnTo>
                <a:lnTo>
                  <a:pt x="30360" y="315134"/>
                </a:lnTo>
                <a:lnTo>
                  <a:pt x="57721" y="300228"/>
                </a:lnTo>
                <a:lnTo>
                  <a:pt x="105156" y="266700"/>
                </a:lnTo>
                <a:lnTo>
                  <a:pt x="144018" y="230124"/>
                </a:lnTo>
                <a:lnTo>
                  <a:pt x="178308" y="188976"/>
                </a:lnTo>
                <a:lnTo>
                  <a:pt x="64008" y="188976"/>
                </a:lnTo>
                <a:lnTo>
                  <a:pt x="53506" y="189261"/>
                </a:lnTo>
                <a:lnTo>
                  <a:pt x="42862" y="190119"/>
                </a:lnTo>
                <a:lnTo>
                  <a:pt x="32504" y="191547"/>
                </a:lnTo>
                <a:lnTo>
                  <a:pt x="22860" y="193548"/>
                </a:lnTo>
                <a:lnTo>
                  <a:pt x="7620" y="178308"/>
                </a:lnTo>
                <a:lnTo>
                  <a:pt x="187452" y="178308"/>
                </a:lnTo>
                <a:lnTo>
                  <a:pt x="187452" y="128016"/>
                </a:lnTo>
                <a:lnTo>
                  <a:pt x="120396" y="128016"/>
                </a:lnTo>
                <a:lnTo>
                  <a:pt x="109251" y="128301"/>
                </a:lnTo>
                <a:lnTo>
                  <a:pt x="98679" y="129159"/>
                </a:lnTo>
                <a:lnTo>
                  <a:pt x="88677" y="130587"/>
                </a:lnTo>
                <a:lnTo>
                  <a:pt x="79248" y="132588"/>
                </a:lnTo>
                <a:lnTo>
                  <a:pt x="62484" y="117348"/>
                </a:lnTo>
                <a:lnTo>
                  <a:pt x="187452" y="117348"/>
                </a:lnTo>
                <a:lnTo>
                  <a:pt x="187452" y="70104"/>
                </a:lnTo>
                <a:lnTo>
                  <a:pt x="91440" y="70104"/>
                </a:lnTo>
                <a:lnTo>
                  <a:pt x="80271" y="70627"/>
                </a:lnTo>
                <a:lnTo>
                  <a:pt x="69532" y="72009"/>
                </a:lnTo>
                <a:lnTo>
                  <a:pt x="59078" y="73961"/>
                </a:lnTo>
                <a:lnTo>
                  <a:pt x="48768" y="76200"/>
                </a:lnTo>
                <a:lnTo>
                  <a:pt x="33528" y="60960"/>
                </a:lnTo>
                <a:lnTo>
                  <a:pt x="187452" y="60960"/>
                </a:lnTo>
                <a:lnTo>
                  <a:pt x="187261" y="28765"/>
                </a:lnTo>
                <a:lnTo>
                  <a:pt x="186809" y="14025"/>
                </a:lnTo>
                <a:lnTo>
                  <a:pt x="185928" y="0"/>
                </a:lnTo>
                <a:lnTo>
                  <a:pt x="227076" y="16764"/>
                </a:lnTo>
                <a:lnTo>
                  <a:pt x="211836" y="28956"/>
                </a:lnTo>
                <a:lnTo>
                  <a:pt x="211836" y="60960"/>
                </a:lnTo>
                <a:lnTo>
                  <a:pt x="326136" y="60960"/>
                </a:lnTo>
                <a:lnTo>
                  <a:pt x="350520" y="36576"/>
                </a:lnTo>
                <a:lnTo>
                  <a:pt x="382523" y="70104"/>
                </a:lnTo>
                <a:lnTo>
                  <a:pt x="211836" y="70104"/>
                </a:lnTo>
                <a:lnTo>
                  <a:pt x="211836" y="117348"/>
                </a:lnTo>
                <a:lnTo>
                  <a:pt x="301752" y="117348"/>
                </a:lnTo>
                <a:lnTo>
                  <a:pt x="323087" y="94488"/>
                </a:lnTo>
                <a:lnTo>
                  <a:pt x="355092" y="128016"/>
                </a:lnTo>
                <a:lnTo>
                  <a:pt x="211836" y="128016"/>
                </a:lnTo>
                <a:lnTo>
                  <a:pt x="211836" y="178308"/>
                </a:lnTo>
                <a:lnTo>
                  <a:pt x="342899" y="178308"/>
                </a:lnTo>
                <a:lnTo>
                  <a:pt x="368808" y="152400"/>
                </a:lnTo>
                <a:lnTo>
                  <a:pt x="403860" y="188976"/>
                </a:lnTo>
                <a:lnTo>
                  <a:pt x="210312" y="188976"/>
                </a:lnTo>
                <a:lnTo>
                  <a:pt x="219789" y="211288"/>
                </a:lnTo>
                <a:lnTo>
                  <a:pt x="230124" y="232600"/>
                </a:lnTo>
                <a:lnTo>
                  <a:pt x="241601" y="253055"/>
                </a:lnTo>
                <a:lnTo>
                  <a:pt x="254508" y="272796"/>
                </a:lnTo>
                <a:lnTo>
                  <a:pt x="277939" y="252769"/>
                </a:lnTo>
                <a:lnTo>
                  <a:pt x="297942" y="233743"/>
                </a:lnTo>
                <a:lnTo>
                  <a:pt x="314515" y="215574"/>
                </a:lnTo>
                <a:lnTo>
                  <a:pt x="327660" y="198120"/>
                </a:lnTo>
                <a:lnTo>
                  <a:pt x="356616" y="227076"/>
                </a:lnTo>
                <a:lnTo>
                  <a:pt x="339852" y="228600"/>
                </a:lnTo>
                <a:lnTo>
                  <a:pt x="296608" y="254889"/>
                </a:lnTo>
                <a:lnTo>
                  <a:pt x="277058" y="267176"/>
                </a:lnTo>
                <a:lnTo>
                  <a:pt x="259080" y="278892"/>
                </a:lnTo>
                <a:lnTo>
                  <a:pt x="273343" y="294917"/>
                </a:lnTo>
                <a:lnTo>
                  <a:pt x="304728" y="320682"/>
                </a:lnTo>
                <a:lnTo>
                  <a:pt x="340066" y="338994"/>
                </a:lnTo>
                <a:lnTo>
                  <a:pt x="383928" y="350424"/>
                </a:lnTo>
                <a:lnTo>
                  <a:pt x="408432" y="353568"/>
                </a:lnTo>
                <a:lnTo>
                  <a:pt x="408432" y="361188"/>
                </a:lnTo>
                <a:lnTo>
                  <a:pt x="395597" y="363712"/>
                </a:lnTo>
                <a:lnTo>
                  <a:pt x="384619" y="368808"/>
                </a:lnTo>
                <a:lnTo>
                  <a:pt x="375642" y="376189"/>
                </a:lnTo>
                <a:lnTo>
                  <a:pt x="368808" y="385572"/>
                </a:lnTo>
                <a:lnTo>
                  <a:pt x="343971" y="374761"/>
                </a:lnTo>
                <a:lnTo>
                  <a:pt x="296584" y="343995"/>
                </a:lnTo>
                <a:lnTo>
                  <a:pt x="253484" y="301204"/>
                </a:lnTo>
                <a:lnTo>
                  <a:pt x="217527" y="237815"/>
                </a:lnTo>
                <a:lnTo>
                  <a:pt x="202692" y="198120"/>
                </a:lnTo>
                <a:lnTo>
                  <a:pt x="189571" y="214122"/>
                </a:lnTo>
                <a:lnTo>
                  <a:pt x="175450" y="230124"/>
                </a:lnTo>
                <a:lnTo>
                  <a:pt x="160472" y="246126"/>
                </a:lnTo>
                <a:lnTo>
                  <a:pt x="144780" y="262128"/>
                </a:lnTo>
                <a:lnTo>
                  <a:pt x="144780" y="364236"/>
                </a:lnTo>
                <a:lnTo>
                  <a:pt x="234696" y="326136"/>
                </a:lnTo>
                <a:lnTo>
                  <a:pt x="239268" y="333756"/>
                </a:lnTo>
                <a:lnTo>
                  <a:pt x="203287" y="354591"/>
                </a:lnTo>
                <a:lnTo>
                  <a:pt x="173164" y="373570"/>
                </a:lnTo>
                <a:lnTo>
                  <a:pt x="149042" y="390548"/>
                </a:lnTo>
                <a:lnTo>
                  <a:pt x="131064" y="40538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pic>
        <p:nvPicPr>
          <p:cNvPr id="30" name="object 30"/>
          <p:cNvPicPr/>
          <p:nvPr/>
        </p:nvPicPr>
        <p:blipFill>
          <a:blip r:embed="rId5" cstate="print"/>
          <a:stretch>
            <a:fillRect/>
          </a:stretch>
        </p:blipFill>
        <p:spPr>
          <a:xfrm>
            <a:off x="3049524" y="3177635"/>
            <a:ext cx="70104" cy="118776"/>
          </a:xfrm>
          <a:prstGeom prst="rect">
            <a:avLst/>
          </a:prstGeom>
        </p:spPr>
      </p:pic>
      <p:sp>
        <p:nvSpPr>
          <p:cNvPr id="31" name="object 31"/>
          <p:cNvSpPr/>
          <p:nvPr/>
        </p:nvSpPr>
        <p:spPr>
          <a:xfrm>
            <a:off x="3465576" y="2918460"/>
            <a:ext cx="387350" cy="405765"/>
          </a:xfrm>
          <a:custGeom>
            <a:avLst/>
            <a:gdLst/>
            <a:ahLst/>
            <a:cxnLst/>
            <a:rect l="l" t="t" r="r" b="b"/>
            <a:pathLst>
              <a:path w="387350" h="405764">
                <a:moveTo>
                  <a:pt x="383110" y="91440"/>
                </a:moveTo>
                <a:lnTo>
                  <a:pt x="347472" y="91440"/>
                </a:lnTo>
                <a:lnTo>
                  <a:pt x="361188" y="74676"/>
                </a:lnTo>
                <a:lnTo>
                  <a:pt x="383110" y="91440"/>
                </a:lnTo>
                <a:close/>
              </a:path>
              <a:path w="387350" h="405764">
                <a:moveTo>
                  <a:pt x="227076" y="382524"/>
                </a:moveTo>
                <a:lnTo>
                  <a:pt x="227957" y="358497"/>
                </a:lnTo>
                <a:lnTo>
                  <a:pt x="228409" y="338899"/>
                </a:lnTo>
                <a:lnTo>
                  <a:pt x="228482" y="332232"/>
                </a:lnTo>
                <a:lnTo>
                  <a:pt x="228576" y="126587"/>
                </a:lnTo>
                <a:lnTo>
                  <a:pt x="228409" y="110871"/>
                </a:lnTo>
                <a:lnTo>
                  <a:pt x="227952" y="94488"/>
                </a:lnTo>
                <a:lnTo>
                  <a:pt x="227076" y="77723"/>
                </a:lnTo>
                <a:lnTo>
                  <a:pt x="251460" y="91440"/>
                </a:lnTo>
                <a:lnTo>
                  <a:pt x="383110" y="91440"/>
                </a:lnTo>
                <a:lnTo>
                  <a:pt x="387096" y="94488"/>
                </a:lnTo>
                <a:lnTo>
                  <a:pt x="378523" y="102108"/>
                </a:lnTo>
                <a:lnTo>
                  <a:pt x="251460" y="102108"/>
                </a:lnTo>
                <a:lnTo>
                  <a:pt x="251460" y="321564"/>
                </a:lnTo>
                <a:lnTo>
                  <a:pt x="373517" y="321564"/>
                </a:lnTo>
                <a:lnTo>
                  <a:pt x="373570" y="326136"/>
                </a:lnTo>
                <a:lnTo>
                  <a:pt x="373737" y="332232"/>
                </a:lnTo>
                <a:lnTo>
                  <a:pt x="251460" y="332232"/>
                </a:lnTo>
                <a:lnTo>
                  <a:pt x="251460" y="370332"/>
                </a:lnTo>
                <a:lnTo>
                  <a:pt x="227076" y="382524"/>
                </a:lnTo>
                <a:close/>
              </a:path>
              <a:path w="387350" h="405764">
                <a:moveTo>
                  <a:pt x="373517" y="321564"/>
                </a:moveTo>
                <a:lnTo>
                  <a:pt x="350520" y="321564"/>
                </a:lnTo>
                <a:lnTo>
                  <a:pt x="350520" y="102108"/>
                </a:lnTo>
                <a:lnTo>
                  <a:pt x="378523" y="102108"/>
                </a:lnTo>
                <a:lnTo>
                  <a:pt x="373380" y="106680"/>
                </a:lnTo>
                <a:lnTo>
                  <a:pt x="373409" y="312420"/>
                </a:lnTo>
                <a:lnTo>
                  <a:pt x="373517" y="321564"/>
                </a:lnTo>
                <a:close/>
              </a:path>
              <a:path w="387350" h="405764">
                <a:moveTo>
                  <a:pt x="350520" y="371856"/>
                </a:moveTo>
                <a:lnTo>
                  <a:pt x="350520" y="332232"/>
                </a:lnTo>
                <a:lnTo>
                  <a:pt x="373737" y="332232"/>
                </a:lnTo>
                <a:lnTo>
                  <a:pt x="374022" y="342661"/>
                </a:lnTo>
                <a:lnTo>
                  <a:pt x="374904" y="361188"/>
                </a:lnTo>
                <a:lnTo>
                  <a:pt x="350520" y="371856"/>
                </a:lnTo>
                <a:close/>
              </a:path>
              <a:path w="387350" h="405764">
                <a:moveTo>
                  <a:pt x="97536" y="106680"/>
                </a:moveTo>
                <a:lnTo>
                  <a:pt x="73152" y="106680"/>
                </a:lnTo>
                <a:lnTo>
                  <a:pt x="78319" y="75866"/>
                </a:lnTo>
                <a:lnTo>
                  <a:pt x="82486" y="47625"/>
                </a:lnTo>
                <a:lnTo>
                  <a:pt x="85796" y="22240"/>
                </a:lnTo>
                <a:lnTo>
                  <a:pt x="88392" y="0"/>
                </a:lnTo>
                <a:lnTo>
                  <a:pt x="129540" y="18288"/>
                </a:lnTo>
                <a:lnTo>
                  <a:pt x="114300" y="28956"/>
                </a:lnTo>
                <a:lnTo>
                  <a:pt x="110609" y="44100"/>
                </a:lnTo>
                <a:lnTo>
                  <a:pt x="106489" y="62103"/>
                </a:lnTo>
                <a:lnTo>
                  <a:pt x="102084" y="82962"/>
                </a:lnTo>
                <a:lnTo>
                  <a:pt x="97536" y="106680"/>
                </a:lnTo>
                <a:close/>
              </a:path>
              <a:path w="387350" h="405764">
                <a:moveTo>
                  <a:pt x="16764" y="123444"/>
                </a:moveTo>
                <a:lnTo>
                  <a:pt x="1524" y="106680"/>
                </a:lnTo>
                <a:lnTo>
                  <a:pt x="163068" y="106680"/>
                </a:lnTo>
                <a:lnTo>
                  <a:pt x="173736" y="88392"/>
                </a:lnTo>
                <a:lnTo>
                  <a:pt x="202692" y="109728"/>
                </a:lnTo>
                <a:lnTo>
                  <a:pt x="194119" y="117347"/>
                </a:lnTo>
                <a:lnTo>
                  <a:pt x="59436" y="117347"/>
                </a:lnTo>
                <a:lnTo>
                  <a:pt x="48267" y="117657"/>
                </a:lnTo>
                <a:lnTo>
                  <a:pt x="37528" y="118681"/>
                </a:lnTo>
                <a:lnTo>
                  <a:pt x="27074" y="120562"/>
                </a:lnTo>
                <a:lnTo>
                  <a:pt x="16764" y="123444"/>
                </a:lnTo>
                <a:close/>
              </a:path>
              <a:path w="387350" h="405764">
                <a:moveTo>
                  <a:pt x="3048" y="405384"/>
                </a:moveTo>
                <a:lnTo>
                  <a:pt x="0" y="399288"/>
                </a:lnTo>
                <a:lnTo>
                  <a:pt x="39409" y="379571"/>
                </a:lnTo>
                <a:lnTo>
                  <a:pt x="72961" y="356997"/>
                </a:lnTo>
                <a:lnTo>
                  <a:pt x="100512" y="331565"/>
                </a:lnTo>
                <a:lnTo>
                  <a:pt x="121920" y="303276"/>
                </a:lnTo>
                <a:lnTo>
                  <a:pt x="96797" y="293608"/>
                </a:lnTo>
                <a:lnTo>
                  <a:pt x="74104" y="285369"/>
                </a:lnTo>
                <a:lnTo>
                  <a:pt x="53982" y="278844"/>
                </a:lnTo>
                <a:lnTo>
                  <a:pt x="36576" y="274320"/>
                </a:lnTo>
                <a:lnTo>
                  <a:pt x="43767" y="244649"/>
                </a:lnTo>
                <a:lnTo>
                  <a:pt x="51816" y="208407"/>
                </a:lnTo>
                <a:lnTo>
                  <a:pt x="61007" y="165877"/>
                </a:lnTo>
                <a:lnTo>
                  <a:pt x="71628" y="117347"/>
                </a:lnTo>
                <a:lnTo>
                  <a:pt x="96012" y="117347"/>
                </a:lnTo>
                <a:lnTo>
                  <a:pt x="88820" y="147375"/>
                </a:lnTo>
                <a:lnTo>
                  <a:pt x="80772" y="182689"/>
                </a:lnTo>
                <a:lnTo>
                  <a:pt x="71580" y="223432"/>
                </a:lnTo>
                <a:lnTo>
                  <a:pt x="60960" y="269748"/>
                </a:lnTo>
                <a:lnTo>
                  <a:pt x="71223" y="271748"/>
                </a:lnTo>
                <a:lnTo>
                  <a:pt x="85915" y="275463"/>
                </a:lnTo>
                <a:lnTo>
                  <a:pt x="104894" y="280892"/>
                </a:lnTo>
                <a:lnTo>
                  <a:pt x="128016" y="288036"/>
                </a:lnTo>
                <a:lnTo>
                  <a:pt x="153427" y="288036"/>
                </a:lnTo>
                <a:lnTo>
                  <a:pt x="150876" y="295656"/>
                </a:lnTo>
                <a:lnTo>
                  <a:pt x="169425" y="303633"/>
                </a:lnTo>
                <a:lnTo>
                  <a:pt x="183832" y="311467"/>
                </a:lnTo>
                <a:lnTo>
                  <a:pt x="187152" y="313944"/>
                </a:lnTo>
                <a:lnTo>
                  <a:pt x="140208" y="313944"/>
                </a:lnTo>
                <a:lnTo>
                  <a:pt x="112776" y="344519"/>
                </a:lnTo>
                <a:lnTo>
                  <a:pt x="80772" y="369951"/>
                </a:lnTo>
                <a:lnTo>
                  <a:pt x="44196" y="390239"/>
                </a:lnTo>
                <a:lnTo>
                  <a:pt x="3048" y="405384"/>
                </a:lnTo>
                <a:close/>
              </a:path>
              <a:path w="387350" h="405764">
                <a:moveTo>
                  <a:pt x="153427" y="288036"/>
                </a:moveTo>
                <a:lnTo>
                  <a:pt x="128016" y="288036"/>
                </a:lnTo>
                <a:lnTo>
                  <a:pt x="138017" y="257722"/>
                </a:lnTo>
                <a:lnTo>
                  <a:pt x="147447" y="219265"/>
                </a:lnTo>
                <a:lnTo>
                  <a:pt x="156305" y="172521"/>
                </a:lnTo>
                <a:lnTo>
                  <a:pt x="164592" y="117347"/>
                </a:lnTo>
                <a:lnTo>
                  <a:pt x="194119" y="117347"/>
                </a:lnTo>
                <a:lnTo>
                  <a:pt x="188976" y="121920"/>
                </a:lnTo>
                <a:lnTo>
                  <a:pt x="180451" y="178212"/>
                </a:lnTo>
                <a:lnTo>
                  <a:pt x="171069" y="225933"/>
                </a:lnTo>
                <a:lnTo>
                  <a:pt x="161115" y="265080"/>
                </a:lnTo>
                <a:lnTo>
                  <a:pt x="153427" y="288036"/>
                </a:lnTo>
                <a:close/>
              </a:path>
              <a:path w="387350" h="405764">
                <a:moveTo>
                  <a:pt x="199644" y="361188"/>
                </a:moveTo>
                <a:lnTo>
                  <a:pt x="195072" y="361188"/>
                </a:lnTo>
                <a:lnTo>
                  <a:pt x="190500" y="358140"/>
                </a:lnTo>
                <a:lnTo>
                  <a:pt x="185928" y="352044"/>
                </a:lnTo>
                <a:lnTo>
                  <a:pt x="177927" y="343519"/>
                </a:lnTo>
                <a:lnTo>
                  <a:pt x="167640" y="334137"/>
                </a:lnTo>
                <a:lnTo>
                  <a:pt x="155067" y="324183"/>
                </a:lnTo>
                <a:lnTo>
                  <a:pt x="140208" y="313944"/>
                </a:lnTo>
                <a:lnTo>
                  <a:pt x="187152" y="313944"/>
                </a:lnTo>
                <a:lnTo>
                  <a:pt x="204787" y="344566"/>
                </a:lnTo>
                <a:lnTo>
                  <a:pt x="204216" y="350520"/>
                </a:lnTo>
                <a:lnTo>
                  <a:pt x="202692" y="358140"/>
                </a:lnTo>
                <a:lnTo>
                  <a:pt x="199644" y="36118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" name="object 32"/>
          <p:cNvSpPr/>
          <p:nvPr/>
        </p:nvSpPr>
        <p:spPr>
          <a:xfrm>
            <a:off x="3910571" y="2913887"/>
            <a:ext cx="841375" cy="410209"/>
          </a:xfrm>
          <a:custGeom>
            <a:avLst/>
            <a:gdLst/>
            <a:ahLst/>
            <a:cxnLst/>
            <a:rect l="l" t="t" r="r" b="b"/>
            <a:pathLst>
              <a:path w="841375" h="410210">
                <a:moveTo>
                  <a:pt x="135636" y="28956"/>
                </a:moveTo>
                <a:lnTo>
                  <a:pt x="99060" y="4572"/>
                </a:lnTo>
                <a:lnTo>
                  <a:pt x="94513" y="21196"/>
                </a:lnTo>
                <a:lnTo>
                  <a:pt x="87820" y="41529"/>
                </a:lnTo>
                <a:lnTo>
                  <a:pt x="68580" y="94488"/>
                </a:lnTo>
                <a:lnTo>
                  <a:pt x="40005" y="155067"/>
                </a:lnTo>
                <a:lnTo>
                  <a:pt x="0" y="217932"/>
                </a:lnTo>
                <a:lnTo>
                  <a:pt x="3048" y="224028"/>
                </a:lnTo>
                <a:lnTo>
                  <a:pt x="22225" y="204889"/>
                </a:lnTo>
                <a:lnTo>
                  <a:pt x="38671" y="186309"/>
                </a:lnTo>
                <a:lnTo>
                  <a:pt x="52565" y="168313"/>
                </a:lnTo>
                <a:lnTo>
                  <a:pt x="64008" y="150876"/>
                </a:lnTo>
                <a:lnTo>
                  <a:pt x="63982" y="292608"/>
                </a:lnTo>
                <a:lnTo>
                  <a:pt x="63779" y="309880"/>
                </a:lnTo>
                <a:lnTo>
                  <a:pt x="63246" y="336613"/>
                </a:lnTo>
                <a:lnTo>
                  <a:pt x="62738" y="368998"/>
                </a:lnTo>
                <a:lnTo>
                  <a:pt x="62484" y="409956"/>
                </a:lnTo>
                <a:lnTo>
                  <a:pt x="88392" y="396240"/>
                </a:lnTo>
                <a:lnTo>
                  <a:pt x="87503" y="378244"/>
                </a:lnTo>
                <a:lnTo>
                  <a:pt x="87058" y="360997"/>
                </a:lnTo>
                <a:lnTo>
                  <a:pt x="86893" y="342887"/>
                </a:lnTo>
                <a:lnTo>
                  <a:pt x="86868" y="150876"/>
                </a:lnTo>
                <a:lnTo>
                  <a:pt x="86868" y="141732"/>
                </a:lnTo>
                <a:lnTo>
                  <a:pt x="100584" y="131064"/>
                </a:lnTo>
                <a:lnTo>
                  <a:pt x="80772" y="118872"/>
                </a:lnTo>
                <a:lnTo>
                  <a:pt x="89306" y="100926"/>
                </a:lnTo>
                <a:lnTo>
                  <a:pt x="108635" y="61010"/>
                </a:lnTo>
                <a:lnTo>
                  <a:pt x="118872" y="39624"/>
                </a:lnTo>
                <a:lnTo>
                  <a:pt x="135636" y="28956"/>
                </a:lnTo>
                <a:close/>
              </a:path>
              <a:path w="841375" h="410210">
                <a:moveTo>
                  <a:pt x="278892" y="146304"/>
                </a:moveTo>
                <a:lnTo>
                  <a:pt x="272567" y="141732"/>
                </a:lnTo>
                <a:lnTo>
                  <a:pt x="251460" y="126492"/>
                </a:lnTo>
                <a:lnTo>
                  <a:pt x="240792" y="139827"/>
                </a:lnTo>
                <a:lnTo>
                  <a:pt x="240792" y="152400"/>
                </a:lnTo>
                <a:lnTo>
                  <a:pt x="240792" y="252984"/>
                </a:lnTo>
                <a:lnTo>
                  <a:pt x="166116" y="252984"/>
                </a:lnTo>
                <a:lnTo>
                  <a:pt x="166116" y="152400"/>
                </a:lnTo>
                <a:lnTo>
                  <a:pt x="240792" y="152400"/>
                </a:lnTo>
                <a:lnTo>
                  <a:pt x="240792" y="139827"/>
                </a:lnTo>
                <a:lnTo>
                  <a:pt x="239268" y="141732"/>
                </a:lnTo>
                <a:lnTo>
                  <a:pt x="166116" y="141732"/>
                </a:lnTo>
                <a:lnTo>
                  <a:pt x="141732" y="128016"/>
                </a:lnTo>
                <a:lnTo>
                  <a:pt x="142621" y="149733"/>
                </a:lnTo>
                <a:lnTo>
                  <a:pt x="143065" y="171450"/>
                </a:lnTo>
                <a:lnTo>
                  <a:pt x="143179" y="186309"/>
                </a:lnTo>
                <a:lnTo>
                  <a:pt x="143065" y="259651"/>
                </a:lnTo>
                <a:lnTo>
                  <a:pt x="142621" y="281546"/>
                </a:lnTo>
                <a:lnTo>
                  <a:pt x="141732" y="303276"/>
                </a:lnTo>
                <a:lnTo>
                  <a:pt x="166116" y="292608"/>
                </a:lnTo>
                <a:lnTo>
                  <a:pt x="166116" y="263652"/>
                </a:lnTo>
                <a:lnTo>
                  <a:pt x="240792" y="263652"/>
                </a:lnTo>
                <a:lnTo>
                  <a:pt x="240792" y="289560"/>
                </a:lnTo>
                <a:lnTo>
                  <a:pt x="266700" y="277368"/>
                </a:lnTo>
                <a:lnTo>
                  <a:pt x="266458" y="263652"/>
                </a:lnTo>
                <a:lnTo>
                  <a:pt x="266026" y="252984"/>
                </a:lnTo>
                <a:lnTo>
                  <a:pt x="265417" y="238150"/>
                </a:lnTo>
                <a:lnTo>
                  <a:pt x="265176" y="225552"/>
                </a:lnTo>
                <a:lnTo>
                  <a:pt x="265176" y="156972"/>
                </a:lnTo>
                <a:lnTo>
                  <a:pt x="271056" y="152400"/>
                </a:lnTo>
                <a:lnTo>
                  <a:pt x="278892" y="146304"/>
                </a:lnTo>
                <a:close/>
              </a:path>
              <a:path w="841375" h="410210">
                <a:moveTo>
                  <a:pt x="402336" y="68580"/>
                </a:moveTo>
                <a:lnTo>
                  <a:pt x="371856" y="36576"/>
                </a:lnTo>
                <a:lnTo>
                  <a:pt x="350520" y="57912"/>
                </a:lnTo>
                <a:lnTo>
                  <a:pt x="126492" y="57912"/>
                </a:lnTo>
                <a:lnTo>
                  <a:pt x="141732" y="73152"/>
                </a:lnTo>
                <a:lnTo>
                  <a:pt x="152044" y="71158"/>
                </a:lnTo>
                <a:lnTo>
                  <a:pt x="162496" y="69723"/>
                </a:lnTo>
                <a:lnTo>
                  <a:pt x="173240" y="68872"/>
                </a:lnTo>
                <a:lnTo>
                  <a:pt x="184404" y="68580"/>
                </a:lnTo>
                <a:lnTo>
                  <a:pt x="320040" y="68580"/>
                </a:lnTo>
                <a:lnTo>
                  <a:pt x="320040" y="364236"/>
                </a:lnTo>
                <a:lnTo>
                  <a:pt x="313944" y="370332"/>
                </a:lnTo>
                <a:lnTo>
                  <a:pt x="303276" y="370332"/>
                </a:lnTo>
                <a:lnTo>
                  <a:pt x="294728" y="370027"/>
                </a:lnTo>
                <a:lnTo>
                  <a:pt x="282892" y="368998"/>
                </a:lnTo>
                <a:lnTo>
                  <a:pt x="267919" y="367118"/>
                </a:lnTo>
                <a:lnTo>
                  <a:pt x="249936" y="364236"/>
                </a:lnTo>
                <a:lnTo>
                  <a:pt x="248412" y="371856"/>
                </a:lnTo>
                <a:lnTo>
                  <a:pt x="272707" y="380390"/>
                </a:lnTo>
                <a:lnTo>
                  <a:pt x="290703" y="389763"/>
                </a:lnTo>
                <a:lnTo>
                  <a:pt x="302425" y="399719"/>
                </a:lnTo>
                <a:lnTo>
                  <a:pt x="307848" y="409956"/>
                </a:lnTo>
                <a:lnTo>
                  <a:pt x="323837" y="401104"/>
                </a:lnTo>
                <a:lnTo>
                  <a:pt x="335089" y="390525"/>
                </a:lnTo>
                <a:lnTo>
                  <a:pt x="341503" y="378244"/>
                </a:lnTo>
                <a:lnTo>
                  <a:pt x="342290" y="370332"/>
                </a:lnTo>
                <a:lnTo>
                  <a:pt x="342900" y="364236"/>
                </a:lnTo>
                <a:lnTo>
                  <a:pt x="342900" y="68580"/>
                </a:lnTo>
                <a:lnTo>
                  <a:pt x="402336" y="68580"/>
                </a:lnTo>
                <a:close/>
              </a:path>
              <a:path w="841375" h="410210">
                <a:moveTo>
                  <a:pt x="830592" y="89916"/>
                </a:moveTo>
                <a:lnTo>
                  <a:pt x="794016" y="53340"/>
                </a:lnTo>
                <a:lnTo>
                  <a:pt x="768108" y="79248"/>
                </a:lnTo>
                <a:lnTo>
                  <a:pt x="614184" y="79248"/>
                </a:lnTo>
                <a:lnTo>
                  <a:pt x="621588" y="64376"/>
                </a:lnTo>
                <a:lnTo>
                  <a:pt x="627710" y="51625"/>
                </a:lnTo>
                <a:lnTo>
                  <a:pt x="632396" y="40894"/>
                </a:lnTo>
                <a:lnTo>
                  <a:pt x="635520" y="32004"/>
                </a:lnTo>
                <a:lnTo>
                  <a:pt x="653808" y="21336"/>
                </a:lnTo>
                <a:lnTo>
                  <a:pt x="612660" y="0"/>
                </a:lnTo>
                <a:lnTo>
                  <a:pt x="609485" y="16891"/>
                </a:lnTo>
                <a:lnTo>
                  <a:pt x="604469" y="35623"/>
                </a:lnTo>
                <a:lnTo>
                  <a:pt x="597433" y="56375"/>
                </a:lnTo>
                <a:lnTo>
                  <a:pt x="588276" y="79248"/>
                </a:lnTo>
                <a:lnTo>
                  <a:pt x="451116" y="79248"/>
                </a:lnTo>
                <a:lnTo>
                  <a:pt x="466356" y="94488"/>
                </a:lnTo>
                <a:lnTo>
                  <a:pt x="476656" y="92494"/>
                </a:lnTo>
                <a:lnTo>
                  <a:pt x="487121" y="91059"/>
                </a:lnTo>
                <a:lnTo>
                  <a:pt x="497852" y="90208"/>
                </a:lnTo>
                <a:lnTo>
                  <a:pt x="509028" y="89916"/>
                </a:lnTo>
                <a:lnTo>
                  <a:pt x="585228" y="89916"/>
                </a:lnTo>
                <a:lnTo>
                  <a:pt x="571246" y="115328"/>
                </a:lnTo>
                <a:lnTo>
                  <a:pt x="556844" y="138874"/>
                </a:lnTo>
                <a:lnTo>
                  <a:pt x="542150" y="160426"/>
                </a:lnTo>
                <a:lnTo>
                  <a:pt x="527316" y="179832"/>
                </a:lnTo>
                <a:lnTo>
                  <a:pt x="510552" y="172212"/>
                </a:lnTo>
                <a:lnTo>
                  <a:pt x="511429" y="182295"/>
                </a:lnTo>
                <a:lnTo>
                  <a:pt x="511886" y="189928"/>
                </a:lnTo>
                <a:lnTo>
                  <a:pt x="512051" y="195580"/>
                </a:lnTo>
                <a:lnTo>
                  <a:pt x="512076" y="199644"/>
                </a:lnTo>
                <a:lnTo>
                  <a:pt x="498017" y="215633"/>
                </a:lnTo>
                <a:lnTo>
                  <a:pt x="480834" y="233743"/>
                </a:lnTo>
                <a:lnTo>
                  <a:pt x="460209" y="253873"/>
                </a:lnTo>
                <a:lnTo>
                  <a:pt x="435876" y="275844"/>
                </a:lnTo>
                <a:lnTo>
                  <a:pt x="438924" y="280416"/>
                </a:lnTo>
                <a:lnTo>
                  <a:pt x="456590" y="269252"/>
                </a:lnTo>
                <a:lnTo>
                  <a:pt x="475119" y="256222"/>
                </a:lnTo>
                <a:lnTo>
                  <a:pt x="494207" y="241198"/>
                </a:lnTo>
                <a:lnTo>
                  <a:pt x="513600" y="224028"/>
                </a:lnTo>
                <a:lnTo>
                  <a:pt x="513537" y="368808"/>
                </a:lnTo>
                <a:lnTo>
                  <a:pt x="513410" y="379095"/>
                </a:lnTo>
                <a:lnTo>
                  <a:pt x="512965" y="391668"/>
                </a:lnTo>
                <a:lnTo>
                  <a:pt x="512076" y="405384"/>
                </a:lnTo>
                <a:lnTo>
                  <a:pt x="537984" y="391668"/>
                </a:lnTo>
                <a:lnTo>
                  <a:pt x="537984" y="224028"/>
                </a:lnTo>
                <a:lnTo>
                  <a:pt x="537984" y="199644"/>
                </a:lnTo>
                <a:lnTo>
                  <a:pt x="554888" y="179832"/>
                </a:lnTo>
                <a:lnTo>
                  <a:pt x="556272" y="178219"/>
                </a:lnTo>
                <a:lnTo>
                  <a:pt x="574560" y="152781"/>
                </a:lnTo>
                <a:lnTo>
                  <a:pt x="592848" y="123355"/>
                </a:lnTo>
                <a:lnTo>
                  <a:pt x="611136" y="89916"/>
                </a:lnTo>
                <a:lnTo>
                  <a:pt x="830592" y="89916"/>
                </a:lnTo>
                <a:close/>
              </a:path>
              <a:path w="841375" h="410210">
                <a:moveTo>
                  <a:pt x="841260" y="364236"/>
                </a:moveTo>
                <a:lnTo>
                  <a:pt x="806208" y="329184"/>
                </a:lnTo>
                <a:lnTo>
                  <a:pt x="781824" y="353568"/>
                </a:lnTo>
                <a:lnTo>
                  <a:pt x="694956" y="353568"/>
                </a:lnTo>
                <a:lnTo>
                  <a:pt x="694956" y="214884"/>
                </a:lnTo>
                <a:lnTo>
                  <a:pt x="816876" y="214884"/>
                </a:lnTo>
                <a:lnTo>
                  <a:pt x="783348" y="181356"/>
                </a:lnTo>
                <a:lnTo>
                  <a:pt x="760488" y="204216"/>
                </a:lnTo>
                <a:lnTo>
                  <a:pt x="694956" y="204216"/>
                </a:lnTo>
                <a:lnTo>
                  <a:pt x="694956" y="132588"/>
                </a:lnTo>
                <a:lnTo>
                  <a:pt x="708672" y="120396"/>
                </a:lnTo>
                <a:lnTo>
                  <a:pt x="669048" y="103632"/>
                </a:lnTo>
                <a:lnTo>
                  <a:pt x="669925" y="117589"/>
                </a:lnTo>
                <a:lnTo>
                  <a:pt x="670382" y="129540"/>
                </a:lnTo>
                <a:lnTo>
                  <a:pt x="670547" y="139217"/>
                </a:lnTo>
                <a:lnTo>
                  <a:pt x="670572" y="204216"/>
                </a:lnTo>
                <a:lnTo>
                  <a:pt x="569988" y="204216"/>
                </a:lnTo>
                <a:lnTo>
                  <a:pt x="585228" y="219456"/>
                </a:lnTo>
                <a:lnTo>
                  <a:pt x="594868" y="217462"/>
                </a:lnTo>
                <a:lnTo>
                  <a:pt x="605231" y="216027"/>
                </a:lnTo>
                <a:lnTo>
                  <a:pt x="615873" y="215176"/>
                </a:lnTo>
                <a:lnTo>
                  <a:pt x="626376" y="214884"/>
                </a:lnTo>
                <a:lnTo>
                  <a:pt x="670572" y="214884"/>
                </a:lnTo>
                <a:lnTo>
                  <a:pt x="670572" y="353568"/>
                </a:lnTo>
                <a:lnTo>
                  <a:pt x="547128" y="353568"/>
                </a:lnTo>
                <a:lnTo>
                  <a:pt x="562368" y="368808"/>
                </a:lnTo>
                <a:lnTo>
                  <a:pt x="572668" y="366814"/>
                </a:lnTo>
                <a:lnTo>
                  <a:pt x="583133" y="365379"/>
                </a:lnTo>
                <a:lnTo>
                  <a:pt x="593864" y="364528"/>
                </a:lnTo>
                <a:lnTo>
                  <a:pt x="605040" y="364236"/>
                </a:lnTo>
                <a:lnTo>
                  <a:pt x="841260" y="36423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" name="object 33"/>
          <p:cNvSpPr/>
          <p:nvPr/>
        </p:nvSpPr>
        <p:spPr>
          <a:xfrm>
            <a:off x="4850891" y="2913887"/>
            <a:ext cx="309880" cy="411480"/>
          </a:xfrm>
          <a:custGeom>
            <a:avLst/>
            <a:gdLst/>
            <a:ahLst/>
            <a:cxnLst/>
            <a:rect l="l" t="t" r="r" b="b"/>
            <a:pathLst>
              <a:path w="309879" h="411479">
                <a:moveTo>
                  <a:pt x="161543" y="82296"/>
                </a:moveTo>
                <a:lnTo>
                  <a:pt x="137160" y="82296"/>
                </a:lnTo>
                <a:lnTo>
                  <a:pt x="136921" y="61722"/>
                </a:lnTo>
                <a:lnTo>
                  <a:pt x="135874" y="20574"/>
                </a:lnTo>
                <a:lnTo>
                  <a:pt x="135636" y="0"/>
                </a:lnTo>
                <a:lnTo>
                  <a:pt x="175260" y="16764"/>
                </a:lnTo>
                <a:lnTo>
                  <a:pt x="161543" y="30480"/>
                </a:lnTo>
                <a:lnTo>
                  <a:pt x="161543" y="82296"/>
                </a:lnTo>
                <a:close/>
              </a:path>
              <a:path w="309879" h="411479">
                <a:moveTo>
                  <a:pt x="305017" y="82296"/>
                </a:moveTo>
                <a:lnTo>
                  <a:pt x="266700" y="82296"/>
                </a:lnTo>
                <a:lnTo>
                  <a:pt x="278892" y="64008"/>
                </a:lnTo>
                <a:lnTo>
                  <a:pt x="305017" y="82296"/>
                </a:lnTo>
                <a:close/>
              </a:path>
              <a:path w="309879" h="411479">
                <a:moveTo>
                  <a:pt x="0" y="303275"/>
                </a:moveTo>
                <a:lnTo>
                  <a:pt x="238" y="272438"/>
                </a:lnTo>
                <a:lnTo>
                  <a:pt x="1285" y="211335"/>
                </a:lnTo>
                <a:lnTo>
                  <a:pt x="1524" y="181356"/>
                </a:lnTo>
                <a:lnTo>
                  <a:pt x="1285" y="151923"/>
                </a:lnTo>
                <a:lnTo>
                  <a:pt x="238" y="94773"/>
                </a:lnTo>
                <a:lnTo>
                  <a:pt x="0" y="67056"/>
                </a:lnTo>
                <a:lnTo>
                  <a:pt x="25908" y="82296"/>
                </a:lnTo>
                <a:lnTo>
                  <a:pt x="305017" y="82296"/>
                </a:lnTo>
                <a:lnTo>
                  <a:pt x="309372" y="85344"/>
                </a:lnTo>
                <a:lnTo>
                  <a:pt x="300799" y="92964"/>
                </a:lnTo>
                <a:lnTo>
                  <a:pt x="25908" y="92964"/>
                </a:lnTo>
                <a:lnTo>
                  <a:pt x="25908" y="169164"/>
                </a:lnTo>
                <a:lnTo>
                  <a:pt x="295656" y="169164"/>
                </a:lnTo>
                <a:lnTo>
                  <a:pt x="295656" y="179832"/>
                </a:lnTo>
                <a:lnTo>
                  <a:pt x="25908" y="179832"/>
                </a:lnTo>
                <a:lnTo>
                  <a:pt x="25908" y="257556"/>
                </a:lnTo>
                <a:lnTo>
                  <a:pt x="296021" y="257556"/>
                </a:lnTo>
                <a:lnTo>
                  <a:pt x="296292" y="268224"/>
                </a:lnTo>
                <a:lnTo>
                  <a:pt x="25908" y="268224"/>
                </a:lnTo>
                <a:lnTo>
                  <a:pt x="25908" y="292608"/>
                </a:lnTo>
                <a:lnTo>
                  <a:pt x="0" y="303275"/>
                </a:lnTo>
                <a:close/>
              </a:path>
              <a:path w="309879" h="411479">
                <a:moveTo>
                  <a:pt x="161543" y="169164"/>
                </a:moveTo>
                <a:lnTo>
                  <a:pt x="137160" y="169164"/>
                </a:lnTo>
                <a:lnTo>
                  <a:pt x="137160" y="92964"/>
                </a:lnTo>
                <a:lnTo>
                  <a:pt x="161543" y="92964"/>
                </a:lnTo>
                <a:lnTo>
                  <a:pt x="161543" y="169164"/>
                </a:lnTo>
                <a:close/>
              </a:path>
              <a:path w="309879" h="411479">
                <a:moveTo>
                  <a:pt x="295656" y="169164"/>
                </a:moveTo>
                <a:lnTo>
                  <a:pt x="271272" y="169164"/>
                </a:lnTo>
                <a:lnTo>
                  <a:pt x="271272" y="92964"/>
                </a:lnTo>
                <a:lnTo>
                  <a:pt x="300799" y="92964"/>
                </a:lnTo>
                <a:lnTo>
                  <a:pt x="295656" y="97536"/>
                </a:lnTo>
                <a:lnTo>
                  <a:pt x="295656" y="169164"/>
                </a:lnTo>
                <a:close/>
              </a:path>
              <a:path w="309879" h="411479">
                <a:moveTo>
                  <a:pt x="161543" y="257556"/>
                </a:moveTo>
                <a:lnTo>
                  <a:pt x="137160" y="257556"/>
                </a:lnTo>
                <a:lnTo>
                  <a:pt x="137160" y="179832"/>
                </a:lnTo>
                <a:lnTo>
                  <a:pt x="161543" y="179832"/>
                </a:lnTo>
                <a:lnTo>
                  <a:pt x="161543" y="257556"/>
                </a:lnTo>
                <a:close/>
              </a:path>
              <a:path w="309879" h="411479">
                <a:moveTo>
                  <a:pt x="296021" y="257556"/>
                </a:moveTo>
                <a:lnTo>
                  <a:pt x="271272" y="257556"/>
                </a:lnTo>
                <a:lnTo>
                  <a:pt x="271272" y="179832"/>
                </a:lnTo>
                <a:lnTo>
                  <a:pt x="295656" y="179832"/>
                </a:lnTo>
                <a:lnTo>
                  <a:pt x="295679" y="232933"/>
                </a:lnTo>
                <a:lnTo>
                  <a:pt x="295846" y="250698"/>
                </a:lnTo>
                <a:lnTo>
                  <a:pt x="296021" y="257556"/>
                </a:lnTo>
                <a:close/>
              </a:path>
              <a:path w="309879" h="411479">
                <a:moveTo>
                  <a:pt x="135636" y="411480"/>
                </a:moveTo>
                <a:lnTo>
                  <a:pt x="135874" y="393168"/>
                </a:lnTo>
                <a:lnTo>
                  <a:pt x="136398" y="376999"/>
                </a:lnTo>
                <a:lnTo>
                  <a:pt x="136921" y="362831"/>
                </a:lnTo>
                <a:lnTo>
                  <a:pt x="137037" y="356854"/>
                </a:lnTo>
                <a:lnTo>
                  <a:pt x="137160" y="268224"/>
                </a:lnTo>
                <a:lnTo>
                  <a:pt x="161543" y="268224"/>
                </a:lnTo>
                <a:lnTo>
                  <a:pt x="161635" y="362831"/>
                </a:lnTo>
                <a:lnTo>
                  <a:pt x="161734" y="371475"/>
                </a:lnTo>
                <a:lnTo>
                  <a:pt x="162186" y="385524"/>
                </a:lnTo>
                <a:lnTo>
                  <a:pt x="163068" y="399288"/>
                </a:lnTo>
                <a:lnTo>
                  <a:pt x="135636" y="411480"/>
                </a:lnTo>
                <a:close/>
              </a:path>
              <a:path w="309879" h="411479">
                <a:moveTo>
                  <a:pt x="271272" y="295656"/>
                </a:moveTo>
                <a:lnTo>
                  <a:pt x="271272" y="268224"/>
                </a:lnTo>
                <a:lnTo>
                  <a:pt x="296292" y="268224"/>
                </a:lnTo>
                <a:lnTo>
                  <a:pt x="297180" y="286512"/>
                </a:lnTo>
                <a:lnTo>
                  <a:pt x="271272" y="29565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" name="object 34"/>
          <p:cNvSpPr/>
          <p:nvPr/>
        </p:nvSpPr>
        <p:spPr>
          <a:xfrm>
            <a:off x="5234940" y="2913887"/>
            <a:ext cx="855344" cy="410209"/>
          </a:xfrm>
          <a:custGeom>
            <a:avLst/>
            <a:gdLst/>
            <a:ahLst/>
            <a:cxnLst/>
            <a:rect l="l" t="t" r="r" b="b"/>
            <a:pathLst>
              <a:path w="855345" h="410210">
                <a:moveTo>
                  <a:pt x="98082" y="67424"/>
                </a:moveTo>
                <a:lnTo>
                  <a:pt x="75438" y="33718"/>
                </a:lnTo>
                <a:lnTo>
                  <a:pt x="50292" y="15240"/>
                </a:lnTo>
                <a:lnTo>
                  <a:pt x="44196" y="18288"/>
                </a:lnTo>
                <a:lnTo>
                  <a:pt x="53568" y="34861"/>
                </a:lnTo>
                <a:lnTo>
                  <a:pt x="60960" y="50292"/>
                </a:lnTo>
                <a:lnTo>
                  <a:pt x="66052" y="64579"/>
                </a:lnTo>
                <a:lnTo>
                  <a:pt x="68580" y="77724"/>
                </a:lnTo>
                <a:lnTo>
                  <a:pt x="70104" y="89916"/>
                </a:lnTo>
                <a:lnTo>
                  <a:pt x="73152" y="96012"/>
                </a:lnTo>
                <a:lnTo>
                  <a:pt x="77724" y="96012"/>
                </a:lnTo>
                <a:lnTo>
                  <a:pt x="86868" y="91440"/>
                </a:lnTo>
                <a:lnTo>
                  <a:pt x="91440" y="88392"/>
                </a:lnTo>
                <a:lnTo>
                  <a:pt x="94488" y="82296"/>
                </a:lnTo>
                <a:lnTo>
                  <a:pt x="97536" y="73152"/>
                </a:lnTo>
                <a:lnTo>
                  <a:pt x="98082" y="67424"/>
                </a:lnTo>
                <a:close/>
              </a:path>
              <a:path w="855345" h="410210">
                <a:moveTo>
                  <a:pt x="156972" y="271272"/>
                </a:moveTo>
                <a:lnTo>
                  <a:pt x="152400" y="266700"/>
                </a:lnTo>
                <a:lnTo>
                  <a:pt x="89916" y="324612"/>
                </a:lnTo>
                <a:lnTo>
                  <a:pt x="89916" y="169164"/>
                </a:lnTo>
                <a:lnTo>
                  <a:pt x="97536" y="163068"/>
                </a:lnTo>
                <a:lnTo>
                  <a:pt x="105156" y="156972"/>
                </a:lnTo>
                <a:lnTo>
                  <a:pt x="76200" y="134112"/>
                </a:lnTo>
                <a:lnTo>
                  <a:pt x="62484" y="152400"/>
                </a:lnTo>
                <a:lnTo>
                  <a:pt x="0" y="152400"/>
                </a:lnTo>
                <a:lnTo>
                  <a:pt x="15240" y="167640"/>
                </a:lnTo>
                <a:lnTo>
                  <a:pt x="24333" y="165646"/>
                </a:lnTo>
                <a:lnTo>
                  <a:pt x="33147" y="164211"/>
                </a:lnTo>
                <a:lnTo>
                  <a:pt x="41376" y="163360"/>
                </a:lnTo>
                <a:lnTo>
                  <a:pt x="48768" y="163068"/>
                </a:lnTo>
                <a:lnTo>
                  <a:pt x="65532" y="163068"/>
                </a:lnTo>
                <a:lnTo>
                  <a:pt x="65417" y="325945"/>
                </a:lnTo>
                <a:lnTo>
                  <a:pt x="57912" y="348996"/>
                </a:lnTo>
                <a:lnTo>
                  <a:pt x="82296" y="376428"/>
                </a:lnTo>
                <a:lnTo>
                  <a:pt x="97167" y="352069"/>
                </a:lnTo>
                <a:lnTo>
                  <a:pt x="114490" y="326707"/>
                </a:lnTo>
                <a:lnTo>
                  <a:pt x="116039" y="324612"/>
                </a:lnTo>
                <a:lnTo>
                  <a:pt x="134366" y="299923"/>
                </a:lnTo>
                <a:lnTo>
                  <a:pt x="156972" y="271272"/>
                </a:lnTo>
                <a:close/>
              </a:path>
              <a:path w="855345" h="410210">
                <a:moveTo>
                  <a:pt x="365760" y="211836"/>
                </a:moveTo>
                <a:lnTo>
                  <a:pt x="357911" y="205740"/>
                </a:lnTo>
                <a:lnTo>
                  <a:pt x="338328" y="190500"/>
                </a:lnTo>
                <a:lnTo>
                  <a:pt x="332232" y="199212"/>
                </a:lnTo>
                <a:lnTo>
                  <a:pt x="332232" y="216408"/>
                </a:lnTo>
                <a:lnTo>
                  <a:pt x="332232" y="251460"/>
                </a:lnTo>
                <a:lnTo>
                  <a:pt x="332232" y="262128"/>
                </a:lnTo>
                <a:lnTo>
                  <a:pt x="332232" y="301752"/>
                </a:lnTo>
                <a:lnTo>
                  <a:pt x="199644" y="301752"/>
                </a:lnTo>
                <a:lnTo>
                  <a:pt x="199644" y="262128"/>
                </a:lnTo>
                <a:lnTo>
                  <a:pt x="332232" y="262128"/>
                </a:lnTo>
                <a:lnTo>
                  <a:pt x="332232" y="251460"/>
                </a:lnTo>
                <a:lnTo>
                  <a:pt x="199644" y="251460"/>
                </a:lnTo>
                <a:lnTo>
                  <a:pt x="199644" y="216408"/>
                </a:lnTo>
                <a:lnTo>
                  <a:pt x="332232" y="216408"/>
                </a:lnTo>
                <a:lnTo>
                  <a:pt x="332232" y="199212"/>
                </a:lnTo>
                <a:lnTo>
                  <a:pt x="327660" y="205740"/>
                </a:lnTo>
                <a:lnTo>
                  <a:pt x="198120" y="205740"/>
                </a:lnTo>
                <a:lnTo>
                  <a:pt x="175260" y="192024"/>
                </a:lnTo>
                <a:lnTo>
                  <a:pt x="176136" y="214871"/>
                </a:lnTo>
                <a:lnTo>
                  <a:pt x="176593" y="239839"/>
                </a:lnTo>
                <a:lnTo>
                  <a:pt x="176657" y="251460"/>
                </a:lnTo>
                <a:lnTo>
                  <a:pt x="176593" y="355092"/>
                </a:lnTo>
                <a:lnTo>
                  <a:pt x="176136" y="383095"/>
                </a:lnTo>
                <a:lnTo>
                  <a:pt x="175260" y="409956"/>
                </a:lnTo>
                <a:lnTo>
                  <a:pt x="199644" y="397764"/>
                </a:lnTo>
                <a:lnTo>
                  <a:pt x="199644" y="312420"/>
                </a:lnTo>
                <a:lnTo>
                  <a:pt x="332232" y="312420"/>
                </a:lnTo>
                <a:lnTo>
                  <a:pt x="332232" y="365760"/>
                </a:lnTo>
                <a:lnTo>
                  <a:pt x="327660" y="370332"/>
                </a:lnTo>
                <a:lnTo>
                  <a:pt x="315468" y="370332"/>
                </a:lnTo>
                <a:lnTo>
                  <a:pt x="306387" y="370078"/>
                </a:lnTo>
                <a:lnTo>
                  <a:pt x="295465" y="369379"/>
                </a:lnTo>
                <a:lnTo>
                  <a:pt x="269748" y="367284"/>
                </a:lnTo>
                <a:lnTo>
                  <a:pt x="269748" y="374904"/>
                </a:lnTo>
                <a:lnTo>
                  <a:pt x="289750" y="380580"/>
                </a:lnTo>
                <a:lnTo>
                  <a:pt x="304038" y="388239"/>
                </a:lnTo>
                <a:lnTo>
                  <a:pt x="312610" y="397624"/>
                </a:lnTo>
                <a:lnTo>
                  <a:pt x="315468" y="408432"/>
                </a:lnTo>
                <a:lnTo>
                  <a:pt x="333197" y="400431"/>
                </a:lnTo>
                <a:lnTo>
                  <a:pt x="345376" y="390144"/>
                </a:lnTo>
                <a:lnTo>
                  <a:pt x="352107" y="377571"/>
                </a:lnTo>
                <a:lnTo>
                  <a:pt x="352818" y="370332"/>
                </a:lnTo>
                <a:lnTo>
                  <a:pt x="353568" y="362712"/>
                </a:lnTo>
                <a:lnTo>
                  <a:pt x="353568" y="220980"/>
                </a:lnTo>
                <a:lnTo>
                  <a:pt x="359664" y="216408"/>
                </a:lnTo>
                <a:lnTo>
                  <a:pt x="365760" y="211836"/>
                </a:lnTo>
                <a:close/>
              </a:path>
              <a:path w="855345" h="410210">
                <a:moveTo>
                  <a:pt x="409956" y="170688"/>
                </a:moveTo>
                <a:lnTo>
                  <a:pt x="381000" y="138684"/>
                </a:lnTo>
                <a:lnTo>
                  <a:pt x="356616" y="160020"/>
                </a:lnTo>
                <a:lnTo>
                  <a:pt x="274320" y="160020"/>
                </a:lnTo>
                <a:lnTo>
                  <a:pt x="274320" y="117348"/>
                </a:lnTo>
                <a:lnTo>
                  <a:pt x="374904" y="117348"/>
                </a:lnTo>
                <a:lnTo>
                  <a:pt x="347472" y="85344"/>
                </a:lnTo>
                <a:lnTo>
                  <a:pt x="324612" y="106680"/>
                </a:lnTo>
                <a:lnTo>
                  <a:pt x="274320" y="106680"/>
                </a:lnTo>
                <a:lnTo>
                  <a:pt x="274320" y="70104"/>
                </a:lnTo>
                <a:lnTo>
                  <a:pt x="399288" y="70104"/>
                </a:lnTo>
                <a:lnTo>
                  <a:pt x="370332" y="36576"/>
                </a:lnTo>
                <a:lnTo>
                  <a:pt x="345948" y="59436"/>
                </a:lnTo>
                <a:lnTo>
                  <a:pt x="274320" y="59436"/>
                </a:lnTo>
                <a:lnTo>
                  <a:pt x="274320" y="30480"/>
                </a:lnTo>
                <a:lnTo>
                  <a:pt x="288036" y="18288"/>
                </a:lnTo>
                <a:lnTo>
                  <a:pt x="248412" y="0"/>
                </a:lnTo>
                <a:lnTo>
                  <a:pt x="249288" y="12293"/>
                </a:lnTo>
                <a:lnTo>
                  <a:pt x="249694" y="24980"/>
                </a:lnTo>
                <a:lnTo>
                  <a:pt x="249821" y="33718"/>
                </a:lnTo>
                <a:lnTo>
                  <a:pt x="249936" y="59436"/>
                </a:lnTo>
                <a:lnTo>
                  <a:pt x="135636" y="59436"/>
                </a:lnTo>
                <a:lnTo>
                  <a:pt x="150876" y="76200"/>
                </a:lnTo>
                <a:lnTo>
                  <a:pt x="159969" y="73329"/>
                </a:lnTo>
                <a:lnTo>
                  <a:pt x="168783" y="71437"/>
                </a:lnTo>
                <a:lnTo>
                  <a:pt x="177012" y="70421"/>
                </a:lnTo>
                <a:lnTo>
                  <a:pt x="184404" y="70104"/>
                </a:lnTo>
                <a:lnTo>
                  <a:pt x="249936" y="70104"/>
                </a:lnTo>
                <a:lnTo>
                  <a:pt x="249936" y="106680"/>
                </a:lnTo>
                <a:lnTo>
                  <a:pt x="161544" y="106680"/>
                </a:lnTo>
                <a:lnTo>
                  <a:pt x="176784" y="121920"/>
                </a:lnTo>
                <a:lnTo>
                  <a:pt x="185877" y="119926"/>
                </a:lnTo>
                <a:lnTo>
                  <a:pt x="194691" y="118491"/>
                </a:lnTo>
                <a:lnTo>
                  <a:pt x="202920" y="117640"/>
                </a:lnTo>
                <a:lnTo>
                  <a:pt x="210312" y="117348"/>
                </a:lnTo>
                <a:lnTo>
                  <a:pt x="249936" y="117348"/>
                </a:lnTo>
                <a:lnTo>
                  <a:pt x="249936" y="160020"/>
                </a:lnTo>
                <a:lnTo>
                  <a:pt x="121920" y="160020"/>
                </a:lnTo>
                <a:lnTo>
                  <a:pt x="137160" y="176784"/>
                </a:lnTo>
                <a:lnTo>
                  <a:pt x="146011" y="173913"/>
                </a:lnTo>
                <a:lnTo>
                  <a:pt x="154305" y="172021"/>
                </a:lnTo>
                <a:lnTo>
                  <a:pt x="162013" y="171005"/>
                </a:lnTo>
                <a:lnTo>
                  <a:pt x="169164" y="170688"/>
                </a:lnTo>
                <a:lnTo>
                  <a:pt x="409956" y="170688"/>
                </a:lnTo>
                <a:close/>
              </a:path>
              <a:path w="855345" h="410210">
                <a:moveTo>
                  <a:pt x="854951" y="158496"/>
                </a:moveTo>
                <a:lnTo>
                  <a:pt x="819899" y="121920"/>
                </a:lnTo>
                <a:lnTo>
                  <a:pt x="792467" y="147828"/>
                </a:lnTo>
                <a:lnTo>
                  <a:pt x="699503" y="147828"/>
                </a:lnTo>
                <a:lnTo>
                  <a:pt x="718362" y="128422"/>
                </a:lnTo>
                <a:lnTo>
                  <a:pt x="738365" y="106870"/>
                </a:lnTo>
                <a:lnTo>
                  <a:pt x="759510" y="83324"/>
                </a:lnTo>
                <a:lnTo>
                  <a:pt x="781799" y="57912"/>
                </a:lnTo>
                <a:lnTo>
                  <a:pt x="797039" y="51816"/>
                </a:lnTo>
                <a:lnTo>
                  <a:pt x="768083" y="22860"/>
                </a:lnTo>
                <a:lnTo>
                  <a:pt x="754138" y="44869"/>
                </a:lnTo>
                <a:lnTo>
                  <a:pt x="739889" y="65151"/>
                </a:lnTo>
                <a:lnTo>
                  <a:pt x="711695" y="100584"/>
                </a:lnTo>
                <a:lnTo>
                  <a:pt x="677621" y="139598"/>
                </a:lnTo>
                <a:lnTo>
                  <a:pt x="669023" y="147828"/>
                </a:lnTo>
                <a:lnTo>
                  <a:pt x="643115" y="147828"/>
                </a:lnTo>
                <a:lnTo>
                  <a:pt x="643115" y="85344"/>
                </a:lnTo>
                <a:lnTo>
                  <a:pt x="722363" y="85344"/>
                </a:lnTo>
                <a:lnTo>
                  <a:pt x="691883" y="51816"/>
                </a:lnTo>
                <a:lnTo>
                  <a:pt x="667499" y="76200"/>
                </a:lnTo>
                <a:lnTo>
                  <a:pt x="643115" y="76200"/>
                </a:lnTo>
                <a:lnTo>
                  <a:pt x="643115" y="39636"/>
                </a:lnTo>
                <a:lnTo>
                  <a:pt x="658355" y="24384"/>
                </a:lnTo>
                <a:lnTo>
                  <a:pt x="617207" y="7620"/>
                </a:lnTo>
                <a:lnTo>
                  <a:pt x="617448" y="19621"/>
                </a:lnTo>
                <a:lnTo>
                  <a:pt x="617969" y="35052"/>
                </a:lnTo>
                <a:lnTo>
                  <a:pt x="618439" y="51816"/>
                </a:lnTo>
                <a:lnTo>
                  <a:pt x="618540" y="57912"/>
                </a:lnTo>
                <a:lnTo>
                  <a:pt x="618731" y="76200"/>
                </a:lnTo>
                <a:lnTo>
                  <a:pt x="505955" y="76200"/>
                </a:lnTo>
                <a:lnTo>
                  <a:pt x="521195" y="91440"/>
                </a:lnTo>
                <a:lnTo>
                  <a:pt x="530631" y="89204"/>
                </a:lnTo>
                <a:lnTo>
                  <a:pt x="540626" y="87249"/>
                </a:lnTo>
                <a:lnTo>
                  <a:pt x="551205" y="85877"/>
                </a:lnTo>
                <a:lnTo>
                  <a:pt x="562343" y="85344"/>
                </a:lnTo>
                <a:lnTo>
                  <a:pt x="618731" y="85344"/>
                </a:lnTo>
                <a:lnTo>
                  <a:pt x="618731" y="147828"/>
                </a:lnTo>
                <a:lnTo>
                  <a:pt x="452615" y="147828"/>
                </a:lnTo>
                <a:lnTo>
                  <a:pt x="469379" y="164592"/>
                </a:lnTo>
                <a:lnTo>
                  <a:pt x="478815" y="161721"/>
                </a:lnTo>
                <a:lnTo>
                  <a:pt x="488810" y="159829"/>
                </a:lnTo>
                <a:lnTo>
                  <a:pt x="499389" y="158813"/>
                </a:lnTo>
                <a:lnTo>
                  <a:pt x="510527" y="158496"/>
                </a:lnTo>
                <a:lnTo>
                  <a:pt x="659879" y="158496"/>
                </a:lnTo>
                <a:lnTo>
                  <a:pt x="643547" y="173355"/>
                </a:lnTo>
                <a:lnTo>
                  <a:pt x="626351" y="188214"/>
                </a:lnTo>
                <a:lnTo>
                  <a:pt x="608025" y="203073"/>
                </a:lnTo>
                <a:lnTo>
                  <a:pt x="588251" y="217932"/>
                </a:lnTo>
                <a:lnTo>
                  <a:pt x="562343" y="204216"/>
                </a:lnTo>
                <a:lnTo>
                  <a:pt x="563232" y="213080"/>
                </a:lnTo>
                <a:lnTo>
                  <a:pt x="563676" y="221361"/>
                </a:lnTo>
                <a:lnTo>
                  <a:pt x="563854" y="229082"/>
                </a:lnTo>
                <a:lnTo>
                  <a:pt x="563867" y="236220"/>
                </a:lnTo>
                <a:lnTo>
                  <a:pt x="538746" y="253352"/>
                </a:lnTo>
                <a:lnTo>
                  <a:pt x="511479" y="270319"/>
                </a:lnTo>
                <a:lnTo>
                  <a:pt x="482219" y="287020"/>
                </a:lnTo>
                <a:lnTo>
                  <a:pt x="451091" y="303276"/>
                </a:lnTo>
                <a:lnTo>
                  <a:pt x="454139" y="307848"/>
                </a:lnTo>
                <a:lnTo>
                  <a:pt x="480720" y="297827"/>
                </a:lnTo>
                <a:lnTo>
                  <a:pt x="507860" y="285940"/>
                </a:lnTo>
                <a:lnTo>
                  <a:pt x="535584" y="272059"/>
                </a:lnTo>
                <a:lnTo>
                  <a:pt x="563867" y="256032"/>
                </a:lnTo>
                <a:lnTo>
                  <a:pt x="563753" y="380555"/>
                </a:lnTo>
                <a:lnTo>
                  <a:pt x="563676" y="386524"/>
                </a:lnTo>
                <a:lnTo>
                  <a:pt x="563232" y="398983"/>
                </a:lnTo>
                <a:lnTo>
                  <a:pt x="562343" y="408444"/>
                </a:lnTo>
                <a:lnTo>
                  <a:pt x="588251" y="397764"/>
                </a:lnTo>
                <a:lnTo>
                  <a:pt x="588251" y="373392"/>
                </a:lnTo>
                <a:lnTo>
                  <a:pt x="737603" y="373392"/>
                </a:lnTo>
                <a:lnTo>
                  <a:pt x="737603" y="402348"/>
                </a:lnTo>
                <a:lnTo>
                  <a:pt x="765035" y="391680"/>
                </a:lnTo>
                <a:lnTo>
                  <a:pt x="763917" y="380555"/>
                </a:lnTo>
                <a:lnTo>
                  <a:pt x="763371" y="373392"/>
                </a:lnTo>
                <a:lnTo>
                  <a:pt x="762939" y="367868"/>
                </a:lnTo>
                <a:lnTo>
                  <a:pt x="762698" y="362724"/>
                </a:lnTo>
                <a:lnTo>
                  <a:pt x="762254" y="353745"/>
                </a:lnTo>
                <a:lnTo>
                  <a:pt x="761987" y="338328"/>
                </a:lnTo>
                <a:lnTo>
                  <a:pt x="761987" y="298704"/>
                </a:lnTo>
                <a:lnTo>
                  <a:pt x="761987" y="288036"/>
                </a:lnTo>
                <a:lnTo>
                  <a:pt x="761987" y="236220"/>
                </a:lnTo>
                <a:lnTo>
                  <a:pt x="768692" y="230124"/>
                </a:lnTo>
                <a:lnTo>
                  <a:pt x="778751" y="220980"/>
                </a:lnTo>
                <a:lnTo>
                  <a:pt x="776414" y="219456"/>
                </a:lnTo>
                <a:lnTo>
                  <a:pt x="748271" y="201168"/>
                </a:lnTo>
                <a:lnTo>
                  <a:pt x="737603" y="215392"/>
                </a:lnTo>
                <a:lnTo>
                  <a:pt x="737603" y="230124"/>
                </a:lnTo>
                <a:lnTo>
                  <a:pt x="737603" y="288036"/>
                </a:lnTo>
                <a:lnTo>
                  <a:pt x="737603" y="298704"/>
                </a:lnTo>
                <a:lnTo>
                  <a:pt x="737603" y="362724"/>
                </a:lnTo>
                <a:lnTo>
                  <a:pt x="588251" y="362724"/>
                </a:lnTo>
                <a:lnTo>
                  <a:pt x="588251" y="298704"/>
                </a:lnTo>
                <a:lnTo>
                  <a:pt x="737603" y="298704"/>
                </a:lnTo>
                <a:lnTo>
                  <a:pt x="737603" y="288036"/>
                </a:lnTo>
                <a:lnTo>
                  <a:pt x="588251" y="288036"/>
                </a:lnTo>
                <a:lnTo>
                  <a:pt x="588251" y="256032"/>
                </a:lnTo>
                <a:lnTo>
                  <a:pt x="588251" y="239268"/>
                </a:lnTo>
                <a:lnTo>
                  <a:pt x="605015" y="230124"/>
                </a:lnTo>
                <a:lnTo>
                  <a:pt x="737603" y="230124"/>
                </a:lnTo>
                <a:lnTo>
                  <a:pt x="737603" y="215392"/>
                </a:lnTo>
                <a:lnTo>
                  <a:pt x="734555" y="219456"/>
                </a:lnTo>
                <a:lnTo>
                  <a:pt x="617207" y="219456"/>
                </a:lnTo>
                <a:lnTo>
                  <a:pt x="619201" y="217932"/>
                </a:lnTo>
                <a:lnTo>
                  <a:pt x="634619" y="206082"/>
                </a:lnTo>
                <a:lnTo>
                  <a:pt x="652449" y="191262"/>
                </a:lnTo>
                <a:lnTo>
                  <a:pt x="670572" y="175310"/>
                </a:lnTo>
                <a:lnTo>
                  <a:pt x="688835" y="158496"/>
                </a:lnTo>
                <a:lnTo>
                  <a:pt x="854951" y="15849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pic>
        <p:nvPicPr>
          <p:cNvPr id="35" name="object 35"/>
          <p:cNvPicPr/>
          <p:nvPr/>
        </p:nvPicPr>
        <p:blipFill>
          <a:blip r:embed="rId6" cstate="print"/>
          <a:stretch>
            <a:fillRect/>
          </a:stretch>
        </p:blipFill>
        <p:spPr>
          <a:xfrm>
            <a:off x="6164579" y="3177635"/>
            <a:ext cx="68580" cy="118776"/>
          </a:xfrm>
          <a:prstGeom prst="rect">
            <a:avLst/>
          </a:prstGeom>
        </p:spPr>
      </p:pic>
      <p:sp>
        <p:nvSpPr>
          <p:cNvPr id="36" name="object 36"/>
          <p:cNvSpPr/>
          <p:nvPr/>
        </p:nvSpPr>
        <p:spPr>
          <a:xfrm>
            <a:off x="6586728" y="2919984"/>
            <a:ext cx="387350" cy="398145"/>
          </a:xfrm>
          <a:custGeom>
            <a:avLst/>
            <a:gdLst/>
            <a:ahLst/>
            <a:cxnLst/>
            <a:rect l="l" t="t" r="r" b="b"/>
            <a:pathLst>
              <a:path w="387350" h="398145">
                <a:moveTo>
                  <a:pt x="347472" y="224028"/>
                </a:moveTo>
                <a:lnTo>
                  <a:pt x="302133" y="181356"/>
                </a:lnTo>
                <a:lnTo>
                  <a:pt x="263652" y="129540"/>
                </a:lnTo>
                <a:lnTo>
                  <a:pt x="233553" y="69913"/>
                </a:lnTo>
                <a:lnTo>
                  <a:pt x="214884" y="0"/>
                </a:lnTo>
                <a:lnTo>
                  <a:pt x="249936" y="12191"/>
                </a:lnTo>
                <a:lnTo>
                  <a:pt x="234696" y="22859"/>
                </a:lnTo>
                <a:lnTo>
                  <a:pt x="244125" y="49148"/>
                </a:lnTo>
                <a:lnTo>
                  <a:pt x="271557" y="101727"/>
                </a:lnTo>
                <a:lnTo>
                  <a:pt x="310157" y="151399"/>
                </a:lnTo>
                <a:lnTo>
                  <a:pt x="358782" y="186737"/>
                </a:lnTo>
                <a:lnTo>
                  <a:pt x="387096" y="198120"/>
                </a:lnTo>
                <a:lnTo>
                  <a:pt x="387096" y="202692"/>
                </a:lnTo>
                <a:lnTo>
                  <a:pt x="374261" y="204096"/>
                </a:lnTo>
                <a:lnTo>
                  <a:pt x="363283" y="208216"/>
                </a:lnTo>
                <a:lnTo>
                  <a:pt x="354306" y="214907"/>
                </a:lnTo>
                <a:lnTo>
                  <a:pt x="347472" y="224028"/>
                </a:lnTo>
                <a:close/>
              </a:path>
              <a:path w="387350" h="398145">
                <a:moveTo>
                  <a:pt x="4572" y="231648"/>
                </a:moveTo>
                <a:lnTo>
                  <a:pt x="0" y="225552"/>
                </a:lnTo>
                <a:lnTo>
                  <a:pt x="30003" y="195834"/>
                </a:lnTo>
                <a:lnTo>
                  <a:pt x="56007" y="166116"/>
                </a:lnTo>
                <a:lnTo>
                  <a:pt x="96012" y="106679"/>
                </a:lnTo>
                <a:lnTo>
                  <a:pt x="121348" y="54292"/>
                </a:lnTo>
                <a:lnTo>
                  <a:pt x="134112" y="12191"/>
                </a:lnTo>
                <a:lnTo>
                  <a:pt x="173736" y="38100"/>
                </a:lnTo>
                <a:lnTo>
                  <a:pt x="153924" y="48767"/>
                </a:lnTo>
                <a:lnTo>
                  <a:pt x="129759" y="94853"/>
                </a:lnTo>
                <a:lnTo>
                  <a:pt x="102888" y="136184"/>
                </a:lnTo>
                <a:lnTo>
                  <a:pt x="73164" y="172760"/>
                </a:lnTo>
                <a:lnTo>
                  <a:pt x="40440" y="204581"/>
                </a:lnTo>
                <a:lnTo>
                  <a:pt x="4572" y="231648"/>
                </a:lnTo>
                <a:close/>
              </a:path>
              <a:path w="387350" h="398145">
                <a:moveTo>
                  <a:pt x="62484" y="384048"/>
                </a:moveTo>
                <a:lnTo>
                  <a:pt x="42672" y="347472"/>
                </a:lnTo>
                <a:lnTo>
                  <a:pt x="50077" y="346043"/>
                </a:lnTo>
                <a:lnTo>
                  <a:pt x="58483" y="341757"/>
                </a:lnTo>
                <a:lnTo>
                  <a:pt x="89106" y="311419"/>
                </a:lnTo>
                <a:lnTo>
                  <a:pt x="117586" y="273605"/>
                </a:lnTo>
                <a:lnTo>
                  <a:pt x="150733" y="222694"/>
                </a:lnTo>
                <a:lnTo>
                  <a:pt x="174831" y="174688"/>
                </a:lnTo>
                <a:lnTo>
                  <a:pt x="182880" y="152400"/>
                </a:lnTo>
                <a:lnTo>
                  <a:pt x="220980" y="182879"/>
                </a:lnTo>
                <a:lnTo>
                  <a:pt x="201168" y="190500"/>
                </a:lnTo>
                <a:lnTo>
                  <a:pt x="169449" y="237101"/>
                </a:lnTo>
                <a:lnTo>
                  <a:pt x="138303" y="278701"/>
                </a:lnTo>
                <a:lnTo>
                  <a:pt x="107727" y="315444"/>
                </a:lnTo>
                <a:lnTo>
                  <a:pt x="77724" y="347472"/>
                </a:lnTo>
                <a:lnTo>
                  <a:pt x="319864" y="347472"/>
                </a:lnTo>
                <a:lnTo>
                  <a:pt x="322707" y="353568"/>
                </a:lnTo>
                <a:lnTo>
                  <a:pt x="286512" y="353568"/>
                </a:lnTo>
                <a:lnTo>
                  <a:pt x="212193" y="358973"/>
                </a:lnTo>
                <a:lnTo>
                  <a:pt x="156019" y="363664"/>
                </a:lnTo>
                <a:lnTo>
                  <a:pt x="117848" y="367498"/>
                </a:lnTo>
                <a:lnTo>
                  <a:pt x="77152" y="376047"/>
                </a:lnTo>
                <a:lnTo>
                  <a:pt x="69032" y="379761"/>
                </a:lnTo>
                <a:lnTo>
                  <a:pt x="62484" y="384048"/>
                </a:lnTo>
                <a:close/>
              </a:path>
              <a:path w="387350" h="398145">
                <a:moveTo>
                  <a:pt x="319864" y="347472"/>
                </a:moveTo>
                <a:lnTo>
                  <a:pt x="77724" y="347472"/>
                </a:lnTo>
                <a:lnTo>
                  <a:pt x="283464" y="344424"/>
                </a:lnTo>
                <a:lnTo>
                  <a:pt x="272938" y="326445"/>
                </a:lnTo>
                <a:lnTo>
                  <a:pt x="259842" y="306895"/>
                </a:lnTo>
                <a:lnTo>
                  <a:pt x="244459" y="285916"/>
                </a:lnTo>
                <a:lnTo>
                  <a:pt x="227076" y="263652"/>
                </a:lnTo>
                <a:lnTo>
                  <a:pt x="233172" y="259080"/>
                </a:lnTo>
                <a:lnTo>
                  <a:pt x="284797" y="303847"/>
                </a:lnTo>
                <a:lnTo>
                  <a:pt x="312419" y="333756"/>
                </a:lnTo>
                <a:lnTo>
                  <a:pt x="318442" y="344424"/>
                </a:lnTo>
                <a:lnTo>
                  <a:pt x="319864" y="347472"/>
                </a:lnTo>
                <a:close/>
              </a:path>
              <a:path w="387350" h="398145">
                <a:moveTo>
                  <a:pt x="309372" y="397764"/>
                </a:moveTo>
                <a:lnTo>
                  <a:pt x="304800" y="397764"/>
                </a:lnTo>
                <a:lnTo>
                  <a:pt x="301752" y="394716"/>
                </a:lnTo>
                <a:lnTo>
                  <a:pt x="298704" y="385572"/>
                </a:lnTo>
                <a:lnTo>
                  <a:pt x="295298" y="375856"/>
                </a:lnTo>
                <a:lnTo>
                  <a:pt x="292036" y="367284"/>
                </a:lnTo>
                <a:lnTo>
                  <a:pt x="289059" y="359854"/>
                </a:lnTo>
                <a:lnTo>
                  <a:pt x="286512" y="353568"/>
                </a:lnTo>
                <a:lnTo>
                  <a:pt x="322707" y="353568"/>
                </a:lnTo>
                <a:lnTo>
                  <a:pt x="325278" y="361616"/>
                </a:lnTo>
                <a:lnTo>
                  <a:pt x="326136" y="368808"/>
                </a:lnTo>
                <a:lnTo>
                  <a:pt x="326136" y="374904"/>
                </a:lnTo>
                <a:lnTo>
                  <a:pt x="324612" y="382524"/>
                </a:lnTo>
                <a:lnTo>
                  <a:pt x="318516" y="388620"/>
                </a:lnTo>
                <a:lnTo>
                  <a:pt x="313943" y="394716"/>
                </a:lnTo>
                <a:lnTo>
                  <a:pt x="309372" y="39776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" name="object 37"/>
          <p:cNvSpPr/>
          <p:nvPr/>
        </p:nvSpPr>
        <p:spPr>
          <a:xfrm>
            <a:off x="7034783" y="2932176"/>
            <a:ext cx="349250" cy="387350"/>
          </a:xfrm>
          <a:custGeom>
            <a:avLst/>
            <a:gdLst/>
            <a:ahLst/>
            <a:cxnLst/>
            <a:rect l="l" t="t" r="r" b="b"/>
            <a:pathLst>
              <a:path w="349250" h="387350">
                <a:moveTo>
                  <a:pt x="48768" y="33528"/>
                </a:moveTo>
                <a:lnTo>
                  <a:pt x="33528" y="16764"/>
                </a:lnTo>
                <a:lnTo>
                  <a:pt x="307847" y="16764"/>
                </a:lnTo>
                <a:lnTo>
                  <a:pt x="320040" y="0"/>
                </a:lnTo>
                <a:lnTo>
                  <a:pt x="348996" y="22860"/>
                </a:lnTo>
                <a:lnTo>
                  <a:pt x="343117" y="27432"/>
                </a:lnTo>
                <a:lnTo>
                  <a:pt x="89916" y="27432"/>
                </a:lnTo>
                <a:lnTo>
                  <a:pt x="79414" y="27741"/>
                </a:lnTo>
                <a:lnTo>
                  <a:pt x="68770" y="28765"/>
                </a:lnTo>
                <a:lnTo>
                  <a:pt x="58412" y="30646"/>
                </a:lnTo>
                <a:lnTo>
                  <a:pt x="48768" y="33528"/>
                </a:lnTo>
                <a:close/>
              </a:path>
              <a:path w="349250" h="387350">
                <a:moveTo>
                  <a:pt x="334294" y="345948"/>
                </a:moveTo>
                <a:lnTo>
                  <a:pt x="295656" y="345948"/>
                </a:lnTo>
                <a:lnTo>
                  <a:pt x="302537" y="344543"/>
                </a:lnTo>
                <a:lnTo>
                  <a:pt x="307276" y="340423"/>
                </a:lnTo>
                <a:lnTo>
                  <a:pt x="310014" y="333732"/>
                </a:lnTo>
                <a:lnTo>
                  <a:pt x="310896" y="324612"/>
                </a:lnTo>
                <a:lnTo>
                  <a:pt x="310896" y="27432"/>
                </a:lnTo>
                <a:lnTo>
                  <a:pt x="343117" y="27432"/>
                </a:lnTo>
                <a:lnTo>
                  <a:pt x="335280" y="33528"/>
                </a:lnTo>
                <a:lnTo>
                  <a:pt x="335280" y="333756"/>
                </a:lnTo>
                <a:lnTo>
                  <a:pt x="334294" y="345948"/>
                </a:lnTo>
                <a:close/>
              </a:path>
              <a:path w="349250" h="387350">
                <a:moveTo>
                  <a:pt x="15240" y="115824"/>
                </a:moveTo>
                <a:lnTo>
                  <a:pt x="0" y="100584"/>
                </a:lnTo>
                <a:lnTo>
                  <a:pt x="224028" y="100584"/>
                </a:lnTo>
                <a:lnTo>
                  <a:pt x="246888" y="77724"/>
                </a:lnTo>
                <a:lnTo>
                  <a:pt x="280416" y="111252"/>
                </a:lnTo>
                <a:lnTo>
                  <a:pt x="56388" y="111252"/>
                </a:lnTo>
                <a:lnTo>
                  <a:pt x="44386" y="111537"/>
                </a:lnTo>
                <a:lnTo>
                  <a:pt x="33528" y="112395"/>
                </a:lnTo>
                <a:lnTo>
                  <a:pt x="23812" y="113823"/>
                </a:lnTo>
                <a:lnTo>
                  <a:pt x="15240" y="115824"/>
                </a:lnTo>
                <a:close/>
              </a:path>
              <a:path w="349250" h="387350">
                <a:moveTo>
                  <a:pt x="226974" y="163068"/>
                </a:moveTo>
                <a:lnTo>
                  <a:pt x="193547" y="163068"/>
                </a:lnTo>
                <a:lnTo>
                  <a:pt x="205740" y="146304"/>
                </a:lnTo>
                <a:lnTo>
                  <a:pt x="226974" y="163068"/>
                </a:lnTo>
                <a:close/>
              </a:path>
              <a:path w="349250" h="387350">
                <a:moveTo>
                  <a:pt x="53340" y="312420"/>
                </a:moveTo>
                <a:lnTo>
                  <a:pt x="54459" y="298989"/>
                </a:lnTo>
                <a:lnTo>
                  <a:pt x="55435" y="281559"/>
                </a:lnTo>
                <a:lnTo>
                  <a:pt x="56110" y="260604"/>
                </a:lnTo>
                <a:lnTo>
                  <a:pt x="56388" y="234695"/>
                </a:lnTo>
                <a:lnTo>
                  <a:pt x="56126" y="208692"/>
                </a:lnTo>
                <a:lnTo>
                  <a:pt x="55435" y="185547"/>
                </a:lnTo>
                <a:lnTo>
                  <a:pt x="54459" y="165258"/>
                </a:lnTo>
                <a:lnTo>
                  <a:pt x="53340" y="147828"/>
                </a:lnTo>
                <a:lnTo>
                  <a:pt x="80772" y="163068"/>
                </a:lnTo>
                <a:lnTo>
                  <a:pt x="226974" y="163068"/>
                </a:lnTo>
                <a:lnTo>
                  <a:pt x="234696" y="169164"/>
                </a:lnTo>
                <a:lnTo>
                  <a:pt x="227838" y="173736"/>
                </a:lnTo>
                <a:lnTo>
                  <a:pt x="80772" y="173736"/>
                </a:lnTo>
                <a:lnTo>
                  <a:pt x="80772" y="260604"/>
                </a:lnTo>
                <a:lnTo>
                  <a:pt x="221001" y="260604"/>
                </a:lnTo>
                <a:lnTo>
                  <a:pt x="221003" y="261747"/>
                </a:lnTo>
                <a:lnTo>
                  <a:pt x="221158" y="271271"/>
                </a:lnTo>
                <a:lnTo>
                  <a:pt x="80772" y="271271"/>
                </a:lnTo>
                <a:lnTo>
                  <a:pt x="80772" y="300228"/>
                </a:lnTo>
                <a:lnTo>
                  <a:pt x="53340" y="312420"/>
                </a:lnTo>
                <a:close/>
              </a:path>
              <a:path w="349250" h="387350">
                <a:moveTo>
                  <a:pt x="221001" y="260604"/>
                </a:moveTo>
                <a:lnTo>
                  <a:pt x="196596" y="260604"/>
                </a:lnTo>
                <a:lnTo>
                  <a:pt x="196596" y="173736"/>
                </a:lnTo>
                <a:lnTo>
                  <a:pt x="227838" y="173736"/>
                </a:lnTo>
                <a:lnTo>
                  <a:pt x="220980" y="178307"/>
                </a:lnTo>
                <a:lnTo>
                  <a:pt x="221001" y="260604"/>
                </a:lnTo>
                <a:close/>
              </a:path>
              <a:path w="349250" h="387350">
                <a:moveTo>
                  <a:pt x="196596" y="301752"/>
                </a:moveTo>
                <a:lnTo>
                  <a:pt x="196596" y="271271"/>
                </a:lnTo>
                <a:lnTo>
                  <a:pt x="221158" y="271271"/>
                </a:lnTo>
                <a:lnTo>
                  <a:pt x="221170" y="272034"/>
                </a:lnTo>
                <a:lnTo>
                  <a:pt x="221622" y="282321"/>
                </a:lnTo>
                <a:lnTo>
                  <a:pt x="222504" y="292607"/>
                </a:lnTo>
                <a:lnTo>
                  <a:pt x="196596" y="301752"/>
                </a:lnTo>
                <a:close/>
              </a:path>
              <a:path w="349250" h="387350">
                <a:moveTo>
                  <a:pt x="297180" y="387096"/>
                </a:moveTo>
                <a:lnTo>
                  <a:pt x="293441" y="377070"/>
                </a:lnTo>
                <a:lnTo>
                  <a:pt x="282130" y="367474"/>
                </a:lnTo>
                <a:lnTo>
                  <a:pt x="263104" y="358163"/>
                </a:lnTo>
                <a:lnTo>
                  <a:pt x="236220" y="348996"/>
                </a:lnTo>
                <a:lnTo>
                  <a:pt x="236220" y="341376"/>
                </a:lnTo>
                <a:lnTo>
                  <a:pt x="256008" y="343376"/>
                </a:lnTo>
                <a:lnTo>
                  <a:pt x="272224" y="344805"/>
                </a:lnTo>
                <a:lnTo>
                  <a:pt x="285297" y="345662"/>
                </a:lnTo>
                <a:lnTo>
                  <a:pt x="295656" y="345948"/>
                </a:lnTo>
                <a:lnTo>
                  <a:pt x="334294" y="345948"/>
                </a:lnTo>
                <a:lnTo>
                  <a:pt x="333827" y="351734"/>
                </a:lnTo>
                <a:lnTo>
                  <a:pt x="327088" y="366712"/>
                </a:lnTo>
                <a:lnTo>
                  <a:pt x="314920" y="378547"/>
                </a:lnTo>
                <a:lnTo>
                  <a:pt x="297180" y="38709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" name="object 38"/>
          <p:cNvSpPr/>
          <p:nvPr/>
        </p:nvSpPr>
        <p:spPr>
          <a:xfrm>
            <a:off x="7466076" y="2921508"/>
            <a:ext cx="407034" cy="384175"/>
          </a:xfrm>
          <a:custGeom>
            <a:avLst/>
            <a:gdLst/>
            <a:ahLst/>
            <a:cxnLst/>
            <a:rect l="l" t="t" r="r" b="b"/>
            <a:pathLst>
              <a:path w="407034" h="384175">
                <a:moveTo>
                  <a:pt x="198120" y="82296"/>
                </a:moveTo>
                <a:lnTo>
                  <a:pt x="192024" y="82296"/>
                </a:lnTo>
                <a:lnTo>
                  <a:pt x="187452" y="76200"/>
                </a:lnTo>
                <a:lnTo>
                  <a:pt x="184404" y="65532"/>
                </a:lnTo>
                <a:lnTo>
                  <a:pt x="178427" y="53863"/>
                </a:lnTo>
                <a:lnTo>
                  <a:pt x="169735" y="39624"/>
                </a:lnTo>
                <a:lnTo>
                  <a:pt x="158472" y="23098"/>
                </a:lnTo>
                <a:lnTo>
                  <a:pt x="144780" y="4572"/>
                </a:lnTo>
                <a:lnTo>
                  <a:pt x="147828" y="0"/>
                </a:lnTo>
                <a:lnTo>
                  <a:pt x="190119" y="23622"/>
                </a:lnTo>
                <a:lnTo>
                  <a:pt x="211836" y="50292"/>
                </a:lnTo>
                <a:lnTo>
                  <a:pt x="211836" y="59436"/>
                </a:lnTo>
                <a:lnTo>
                  <a:pt x="210312" y="65532"/>
                </a:lnTo>
                <a:lnTo>
                  <a:pt x="205740" y="71628"/>
                </a:lnTo>
                <a:lnTo>
                  <a:pt x="201168" y="79248"/>
                </a:lnTo>
                <a:lnTo>
                  <a:pt x="198120" y="82296"/>
                </a:lnTo>
                <a:close/>
              </a:path>
              <a:path w="407034" h="384175">
                <a:moveTo>
                  <a:pt x="35052" y="111252"/>
                </a:moveTo>
                <a:lnTo>
                  <a:pt x="18288" y="96012"/>
                </a:lnTo>
                <a:lnTo>
                  <a:pt x="272796" y="96012"/>
                </a:lnTo>
                <a:lnTo>
                  <a:pt x="292608" y="74676"/>
                </a:lnTo>
                <a:lnTo>
                  <a:pt x="323220" y="106680"/>
                </a:lnTo>
                <a:lnTo>
                  <a:pt x="76200" y="106680"/>
                </a:lnTo>
                <a:lnTo>
                  <a:pt x="65055" y="106965"/>
                </a:lnTo>
                <a:lnTo>
                  <a:pt x="54483" y="107823"/>
                </a:lnTo>
                <a:lnTo>
                  <a:pt x="44481" y="109251"/>
                </a:lnTo>
                <a:lnTo>
                  <a:pt x="35052" y="111252"/>
                </a:lnTo>
                <a:close/>
              </a:path>
              <a:path w="407034" h="384175">
                <a:moveTo>
                  <a:pt x="25908" y="370332"/>
                </a:moveTo>
                <a:lnTo>
                  <a:pt x="0" y="342900"/>
                </a:lnTo>
                <a:lnTo>
                  <a:pt x="12906" y="334899"/>
                </a:lnTo>
                <a:lnTo>
                  <a:pt x="26670" y="326898"/>
                </a:lnTo>
                <a:lnTo>
                  <a:pt x="41576" y="318896"/>
                </a:lnTo>
                <a:lnTo>
                  <a:pt x="57912" y="310895"/>
                </a:lnTo>
                <a:lnTo>
                  <a:pt x="76438" y="299704"/>
                </a:lnTo>
                <a:lnTo>
                  <a:pt x="127777" y="257317"/>
                </a:lnTo>
                <a:lnTo>
                  <a:pt x="160020" y="225552"/>
                </a:lnTo>
                <a:lnTo>
                  <a:pt x="193714" y="191547"/>
                </a:lnTo>
                <a:lnTo>
                  <a:pt x="223837" y="160401"/>
                </a:lnTo>
                <a:lnTo>
                  <a:pt x="250245" y="132111"/>
                </a:lnTo>
                <a:lnTo>
                  <a:pt x="272796" y="106680"/>
                </a:lnTo>
                <a:lnTo>
                  <a:pt x="323220" y="106680"/>
                </a:lnTo>
                <a:lnTo>
                  <a:pt x="326136" y="109728"/>
                </a:lnTo>
                <a:lnTo>
                  <a:pt x="314991" y="112014"/>
                </a:lnTo>
                <a:lnTo>
                  <a:pt x="302133" y="118872"/>
                </a:lnTo>
                <a:lnTo>
                  <a:pt x="287559" y="130302"/>
                </a:lnTo>
                <a:lnTo>
                  <a:pt x="271272" y="146304"/>
                </a:lnTo>
                <a:lnTo>
                  <a:pt x="252801" y="164982"/>
                </a:lnTo>
                <a:lnTo>
                  <a:pt x="226649" y="190024"/>
                </a:lnTo>
                <a:lnTo>
                  <a:pt x="192816" y="221577"/>
                </a:lnTo>
                <a:lnTo>
                  <a:pt x="102108" y="304800"/>
                </a:lnTo>
                <a:lnTo>
                  <a:pt x="108112" y="310895"/>
                </a:lnTo>
                <a:lnTo>
                  <a:pt x="91440" y="310895"/>
                </a:lnTo>
                <a:lnTo>
                  <a:pt x="72628" y="322326"/>
                </a:lnTo>
                <a:lnTo>
                  <a:pt x="55245" y="336042"/>
                </a:lnTo>
                <a:lnTo>
                  <a:pt x="39576" y="352044"/>
                </a:lnTo>
                <a:lnTo>
                  <a:pt x="25908" y="370332"/>
                </a:lnTo>
                <a:close/>
              </a:path>
              <a:path w="407034" h="384175">
                <a:moveTo>
                  <a:pt x="365760" y="384048"/>
                </a:moveTo>
                <a:lnTo>
                  <a:pt x="305728" y="383476"/>
                </a:lnTo>
                <a:lnTo>
                  <a:pt x="255841" y="381762"/>
                </a:lnTo>
                <a:lnTo>
                  <a:pt x="215955" y="378904"/>
                </a:lnTo>
                <a:lnTo>
                  <a:pt x="161091" y="367474"/>
                </a:lnTo>
                <a:lnTo>
                  <a:pt x="113704" y="335470"/>
                </a:lnTo>
                <a:lnTo>
                  <a:pt x="91440" y="310895"/>
                </a:lnTo>
                <a:lnTo>
                  <a:pt x="108112" y="310895"/>
                </a:lnTo>
                <a:lnTo>
                  <a:pt x="119253" y="322206"/>
                </a:lnTo>
                <a:lnTo>
                  <a:pt x="138684" y="335470"/>
                </a:lnTo>
                <a:lnTo>
                  <a:pt x="184404" y="348996"/>
                </a:lnTo>
                <a:lnTo>
                  <a:pt x="231267" y="352425"/>
                </a:lnTo>
                <a:lnTo>
                  <a:pt x="271272" y="353568"/>
                </a:lnTo>
                <a:lnTo>
                  <a:pt x="402095" y="353568"/>
                </a:lnTo>
                <a:lnTo>
                  <a:pt x="389763" y="357473"/>
                </a:lnTo>
                <a:lnTo>
                  <a:pt x="377190" y="364617"/>
                </a:lnTo>
                <a:lnTo>
                  <a:pt x="369189" y="373475"/>
                </a:lnTo>
                <a:lnTo>
                  <a:pt x="365760" y="384048"/>
                </a:lnTo>
                <a:close/>
              </a:path>
              <a:path w="407034" h="384175">
                <a:moveTo>
                  <a:pt x="402095" y="353568"/>
                </a:moveTo>
                <a:lnTo>
                  <a:pt x="271272" y="353568"/>
                </a:lnTo>
                <a:lnTo>
                  <a:pt x="304466" y="352996"/>
                </a:lnTo>
                <a:lnTo>
                  <a:pt x="337947" y="351282"/>
                </a:lnTo>
                <a:lnTo>
                  <a:pt x="371998" y="348424"/>
                </a:lnTo>
                <a:lnTo>
                  <a:pt x="406908" y="344424"/>
                </a:lnTo>
                <a:lnTo>
                  <a:pt x="406907" y="352044"/>
                </a:lnTo>
                <a:lnTo>
                  <a:pt x="402095" y="35356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" name="object 39"/>
          <p:cNvSpPr/>
          <p:nvPr/>
        </p:nvSpPr>
        <p:spPr>
          <a:xfrm>
            <a:off x="7941564" y="2918460"/>
            <a:ext cx="350520" cy="399415"/>
          </a:xfrm>
          <a:custGeom>
            <a:avLst/>
            <a:gdLst/>
            <a:ahLst/>
            <a:cxnLst/>
            <a:rect l="l" t="t" r="r" b="b"/>
            <a:pathLst>
              <a:path w="350520" h="399414">
                <a:moveTo>
                  <a:pt x="131064" y="56388"/>
                </a:moveTo>
                <a:lnTo>
                  <a:pt x="115824" y="41148"/>
                </a:lnTo>
                <a:lnTo>
                  <a:pt x="307848" y="41148"/>
                </a:lnTo>
                <a:lnTo>
                  <a:pt x="326136" y="24384"/>
                </a:lnTo>
                <a:lnTo>
                  <a:pt x="350520" y="48768"/>
                </a:lnTo>
                <a:lnTo>
                  <a:pt x="346601" y="51816"/>
                </a:lnTo>
                <a:lnTo>
                  <a:pt x="172212" y="51816"/>
                </a:lnTo>
                <a:lnTo>
                  <a:pt x="161710" y="52101"/>
                </a:lnTo>
                <a:lnTo>
                  <a:pt x="151066" y="52959"/>
                </a:lnTo>
                <a:lnTo>
                  <a:pt x="140708" y="54387"/>
                </a:lnTo>
                <a:lnTo>
                  <a:pt x="131064" y="56388"/>
                </a:lnTo>
                <a:close/>
              </a:path>
              <a:path w="350520" h="399414">
                <a:moveTo>
                  <a:pt x="335703" y="359330"/>
                </a:moveTo>
                <a:lnTo>
                  <a:pt x="298251" y="359330"/>
                </a:lnTo>
                <a:lnTo>
                  <a:pt x="304800" y="358140"/>
                </a:lnTo>
                <a:lnTo>
                  <a:pt x="309372" y="356616"/>
                </a:lnTo>
                <a:lnTo>
                  <a:pt x="312419" y="352044"/>
                </a:lnTo>
                <a:lnTo>
                  <a:pt x="312419" y="51816"/>
                </a:lnTo>
                <a:lnTo>
                  <a:pt x="346601" y="51816"/>
                </a:lnTo>
                <a:lnTo>
                  <a:pt x="336804" y="59436"/>
                </a:lnTo>
                <a:lnTo>
                  <a:pt x="336804" y="345948"/>
                </a:lnTo>
                <a:lnTo>
                  <a:pt x="336218" y="356616"/>
                </a:lnTo>
                <a:lnTo>
                  <a:pt x="335703" y="359330"/>
                </a:lnTo>
                <a:close/>
              </a:path>
              <a:path w="350520" h="399414">
                <a:moveTo>
                  <a:pt x="245363" y="121920"/>
                </a:moveTo>
                <a:lnTo>
                  <a:pt x="208788" y="121920"/>
                </a:lnTo>
                <a:lnTo>
                  <a:pt x="227076" y="103632"/>
                </a:lnTo>
                <a:lnTo>
                  <a:pt x="245363" y="121920"/>
                </a:lnTo>
                <a:close/>
              </a:path>
              <a:path w="350520" h="399414">
                <a:moveTo>
                  <a:pt x="97536" y="324612"/>
                </a:moveTo>
                <a:lnTo>
                  <a:pt x="98417" y="297180"/>
                </a:lnTo>
                <a:lnTo>
                  <a:pt x="98869" y="269748"/>
                </a:lnTo>
                <a:lnTo>
                  <a:pt x="99036" y="242316"/>
                </a:lnTo>
                <a:lnTo>
                  <a:pt x="99036" y="187452"/>
                </a:lnTo>
                <a:lnTo>
                  <a:pt x="98869" y="160020"/>
                </a:lnTo>
                <a:lnTo>
                  <a:pt x="98417" y="132588"/>
                </a:lnTo>
                <a:lnTo>
                  <a:pt x="97536" y="105156"/>
                </a:lnTo>
                <a:lnTo>
                  <a:pt x="123444" y="121920"/>
                </a:lnTo>
                <a:lnTo>
                  <a:pt x="245363" y="121920"/>
                </a:lnTo>
                <a:lnTo>
                  <a:pt x="249936" y="126492"/>
                </a:lnTo>
                <a:lnTo>
                  <a:pt x="244221" y="131064"/>
                </a:lnTo>
                <a:lnTo>
                  <a:pt x="121920" y="131064"/>
                </a:lnTo>
                <a:lnTo>
                  <a:pt x="121920" y="199644"/>
                </a:lnTo>
                <a:lnTo>
                  <a:pt x="235070" y="199644"/>
                </a:lnTo>
                <a:lnTo>
                  <a:pt x="235231" y="210312"/>
                </a:lnTo>
                <a:lnTo>
                  <a:pt x="121920" y="210312"/>
                </a:lnTo>
                <a:lnTo>
                  <a:pt x="121920" y="283464"/>
                </a:lnTo>
                <a:lnTo>
                  <a:pt x="236867" y="283464"/>
                </a:lnTo>
                <a:lnTo>
                  <a:pt x="237251" y="294132"/>
                </a:lnTo>
                <a:lnTo>
                  <a:pt x="121920" y="294132"/>
                </a:lnTo>
                <a:lnTo>
                  <a:pt x="121920" y="312420"/>
                </a:lnTo>
                <a:lnTo>
                  <a:pt x="97536" y="324612"/>
                </a:lnTo>
                <a:close/>
              </a:path>
              <a:path w="350520" h="399414">
                <a:moveTo>
                  <a:pt x="235070" y="199644"/>
                </a:moveTo>
                <a:lnTo>
                  <a:pt x="213360" y="199644"/>
                </a:lnTo>
                <a:lnTo>
                  <a:pt x="213360" y="131064"/>
                </a:lnTo>
                <a:lnTo>
                  <a:pt x="244221" y="131064"/>
                </a:lnTo>
                <a:lnTo>
                  <a:pt x="234696" y="138684"/>
                </a:lnTo>
                <a:lnTo>
                  <a:pt x="234957" y="192119"/>
                </a:lnTo>
                <a:lnTo>
                  <a:pt x="235070" y="199644"/>
                </a:lnTo>
                <a:close/>
              </a:path>
              <a:path w="350520" h="399414">
                <a:moveTo>
                  <a:pt x="236867" y="283464"/>
                </a:moveTo>
                <a:lnTo>
                  <a:pt x="213360" y="283464"/>
                </a:lnTo>
                <a:lnTo>
                  <a:pt x="213360" y="210312"/>
                </a:lnTo>
                <a:lnTo>
                  <a:pt x="235231" y="210312"/>
                </a:lnTo>
                <a:lnTo>
                  <a:pt x="235648" y="238125"/>
                </a:lnTo>
                <a:lnTo>
                  <a:pt x="236624" y="276701"/>
                </a:lnTo>
                <a:lnTo>
                  <a:pt x="236867" y="283464"/>
                </a:lnTo>
                <a:close/>
              </a:path>
              <a:path w="350520" h="399414">
                <a:moveTo>
                  <a:pt x="213360" y="321564"/>
                </a:moveTo>
                <a:lnTo>
                  <a:pt x="213360" y="294132"/>
                </a:lnTo>
                <a:lnTo>
                  <a:pt x="237251" y="294132"/>
                </a:lnTo>
                <a:lnTo>
                  <a:pt x="237744" y="307848"/>
                </a:lnTo>
                <a:lnTo>
                  <a:pt x="213360" y="321564"/>
                </a:lnTo>
                <a:close/>
              </a:path>
              <a:path w="350520" h="399414">
                <a:moveTo>
                  <a:pt x="295655" y="399288"/>
                </a:moveTo>
                <a:lnTo>
                  <a:pt x="287321" y="385810"/>
                </a:lnTo>
                <a:lnTo>
                  <a:pt x="275844" y="374904"/>
                </a:lnTo>
                <a:lnTo>
                  <a:pt x="260937" y="366283"/>
                </a:lnTo>
                <a:lnTo>
                  <a:pt x="242316" y="359664"/>
                </a:lnTo>
                <a:lnTo>
                  <a:pt x="242316" y="352044"/>
                </a:lnTo>
                <a:lnTo>
                  <a:pt x="266866" y="355996"/>
                </a:lnTo>
                <a:lnTo>
                  <a:pt x="285559" y="358521"/>
                </a:lnTo>
                <a:lnTo>
                  <a:pt x="298251" y="359330"/>
                </a:lnTo>
                <a:lnTo>
                  <a:pt x="335703" y="359330"/>
                </a:lnTo>
                <a:lnTo>
                  <a:pt x="334518" y="365569"/>
                </a:lnTo>
                <a:lnTo>
                  <a:pt x="307086" y="394477"/>
                </a:lnTo>
                <a:lnTo>
                  <a:pt x="295655" y="399288"/>
                </a:lnTo>
                <a:close/>
              </a:path>
              <a:path w="350520" h="399414">
                <a:moveTo>
                  <a:pt x="76200" y="83820"/>
                </a:moveTo>
                <a:lnTo>
                  <a:pt x="71628" y="83820"/>
                </a:lnTo>
                <a:lnTo>
                  <a:pt x="68580" y="76200"/>
                </a:lnTo>
                <a:lnTo>
                  <a:pt x="65532" y="64008"/>
                </a:lnTo>
                <a:lnTo>
                  <a:pt x="60078" y="50863"/>
                </a:lnTo>
                <a:lnTo>
                  <a:pt x="52768" y="36576"/>
                </a:lnTo>
                <a:lnTo>
                  <a:pt x="43457" y="21145"/>
                </a:lnTo>
                <a:lnTo>
                  <a:pt x="32004" y="4572"/>
                </a:lnTo>
                <a:lnTo>
                  <a:pt x="36576" y="0"/>
                </a:lnTo>
                <a:lnTo>
                  <a:pt x="68770" y="21717"/>
                </a:lnTo>
                <a:lnTo>
                  <a:pt x="91440" y="48768"/>
                </a:lnTo>
                <a:lnTo>
                  <a:pt x="91440" y="60960"/>
                </a:lnTo>
                <a:lnTo>
                  <a:pt x="88392" y="67056"/>
                </a:lnTo>
                <a:lnTo>
                  <a:pt x="79248" y="79248"/>
                </a:lnTo>
                <a:lnTo>
                  <a:pt x="76200" y="83820"/>
                </a:lnTo>
                <a:close/>
              </a:path>
              <a:path w="350520" h="399414">
                <a:moveTo>
                  <a:pt x="0" y="397764"/>
                </a:moveTo>
                <a:lnTo>
                  <a:pt x="1119" y="377499"/>
                </a:lnTo>
                <a:lnTo>
                  <a:pt x="2095" y="341947"/>
                </a:lnTo>
                <a:lnTo>
                  <a:pt x="2786" y="291250"/>
                </a:lnTo>
                <a:lnTo>
                  <a:pt x="3048" y="225552"/>
                </a:lnTo>
                <a:lnTo>
                  <a:pt x="2786" y="160067"/>
                </a:lnTo>
                <a:lnTo>
                  <a:pt x="2095" y="109728"/>
                </a:lnTo>
                <a:lnTo>
                  <a:pt x="1119" y="74247"/>
                </a:lnTo>
                <a:lnTo>
                  <a:pt x="0" y="53340"/>
                </a:lnTo>
                <a:lnTo>
                  <a:pt x="42672" y="74676"/>
                </a:lnTo>
                <a:lnTo>
                  <a:pt x="25908" y="85344"/>
                </a:lnTo>
                <a:lnTo>
                  <a:pt x="25908" y="332232"/>
                </a:lnTo>
                <a:lnTo>
                  <a:pt x="26169" y="345948"/>
                </a:lnTo>
                <a:lnTo>
                  <a:pt x="26860" y="359664"/>
                </a:lnTo>
                <a:lnTo>
                  <a:pt x="27836" y="373380"/>
                </a:lnTo>
                <a:lnTo>
                  <a:pt x="28956" y="387096"/>
                </a:lnTo>
                <a:lnTo>
                  <a:pt x="0" y="39776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" name="object 40"/>
          <p:cNvSpPr/>
          <p:nvPr/>
        </p:nvSpPr>
        <p:spPr>
          <a:xfrm>
            <a:off x="8351519" y="2918460"/>
            <a:ext cx="401320" cy="405765"/>
          </a:xfrm>
          <a:custGeom>
            <a:avLst/>
            <a:gdLst/>
            <a:ahLst/>
            <a:cxnLst/>
            <a:rect l="l" t="t" r="r" b="b"/>
            <a:pathLst>
              <a:path w="401320" h="405764">
                <a:moveTo>
                  <a:pt x="115824" y="102108"/>
                </a:moveTo>
                <a:lnTo>
                  <a:pt x="91440" y="102108"/>
                </a:lnTo>
                <a:lnTo>
                  <a:pt x="91201" y="73509"/>
                </a:lnTo>
                <a:lnTo>
                  <a:pt x="90225" y="25908"/>
                </a:lnTo>
                <a:lnTo>
                  <a:pt x="90124" y="19812"/>
                </a:lnTo>
                <a:lnTo>
                  <a:pt x="89916" y="0"/>
                </a:lnTo>
                <a:lnTo>
                  <a:pt x="131064" y="19812"/>
                </a:lnTo>
                <a:lnTo>
                  <a:pt x="115824" y="32004"/>
                </a:lnTo>
                <a:lnTo>
                  <a:pt x="115824" y="102108"/>
                </a:lnTo>
                <a:close/>
              </a:path>
              <a:path w="401320" h="405764">
                <a:moveTo>
                  <a:pt x="172212" y="150876"/>
                </a:moveTo>
                <a:lnTo>
                  <a:pt x="155448" y="135636"/>
                </a:lnTo>
                <a:lnTo>
                  <a:pt x="228600" y="129540"/>
                </a:lnTo>
                <a:lnTo>
                  <a:pt x="228533" y="80010"/>
                </a:lnTo>
                <a:lnTo>
                  <a:pt x="228421" y="56578"/>
                </a:lnTo>
                <a:lnTo>
                  <a:pt x="227971" y="25908"/>
                </a:lnTo>
                <a:lnTo>
                  <a:pt x="227763" y="19812"/>
                </a:lnTo>
                <a:lnTo>
                  <a:pt x="227076" y="1524"/>
                </a:lnTo>
                <a:lnTo>
                  <a:pt x="269748" y="19812"/>
                </a:lnTo>
                <a:lnTo>
                  <a:pt x="253616" y="56578"/>
                </a:lnTo>
                <a:lnTo>
                  <a:pt x="252984" y="128016"/>
                </a:lnTo>
                <a:lnTo>
                  <a:pt x="393192" y="128016"/>
                </a:lnTo>
                <a:lnTo>
                  <a:pt x="252984" y="138684"/>
                </a:lnTo>
                <a:lnTo>
                  <a:pt x="253022" y="140208"/>
                </a:lnTo>
                <a:lnTo>
                  <a:pt x="228600" y="140208"/>
                </a:lnTo>
                <a:lnTo>
                  <a:pt x="187452" y="143256"/>
                </a:lnTo>
                <a:lnTo>
                  <a:pt x="172212" y="150876"/>
                </a:lnTo>
                <a:close/>
              </a:path>
              <a:path w="401320" h="405764">
                <a:moveTo>
                  <a:pt x="348996" y="92964"/>
                </a:moveTo>
                <a:lnTo>
                  <a:pt x="342900" y="92964"/>
                </a:lnTo>
                <a:lnTo>
                  <a:pt x="338328" y="88392"/>
                </a:lnTo>
                <a:lnTo>
                  <a:pt x="332232" y="79248"/>
                </a:lnTo>
                <a:lnTo>
                  <a:pt x="325350" y="68413"/>
                </a:lnTo>
                <a:lnTo>
                  <a:pt x="316039" y="56578"/>
                </a:lnTo>
                <a:lnTo>
                  <a:pt x="304157" y="43886"/>
                </a:lnTo>
                <a:lnTo>
                  <a:pt x="289560" y="30480"/>
                </a:lnTo>
                <a:lnTo>
                  <a:pt x="292608" y="25908"/>
                </a:lnTo>
                <a:lnTo>
                  <a:pt x="328231" y="39814"/>
                </a:lnTo>
                <a:lnTo>
                  <a:pt x="361188" y="62484"/>
                </a:lnTo>
                <a:lnTo>
                  <a:pt x="359664" y="71628"/>
                </a:lnTo>
                <a:lnTo>
                  <a:pt x="359664" y="79248"/>
                </a:lnTo>
                <a:lnTo>
                  <a:pt x="358140" y="85344"/>
                </a:lnTo>
                <a:lnTo>
                  <a:pt x="352044" y="91440"/>
                </a:lnTo>
                <a:lnTo>
                  <a:pt x="348996" y="92964"/>
                </a:lnTo>
                <a:close/>
              </a:path>
              <a:path w="401320" h="405764">
                <a:moveTo>
                  <a:pt x="21336" y="117348"/>
                </a:moveTo>
                <a:lnTo>
                  <a:pt x="6096" y="102108"/>
                </a:lnTo>
                <a:lnTo>
                  <a:pt x="138684" y="102108"/>
                </a:lnTo>
                <a:lnTo>
                  <a:pt x="156972" y="83820"/>
                </a:lnTo>
                <a:lnTo>
                  <a:pt x="187452" y="112776"/>
                </a:lnTo>
                <a:lnTo>
                  <a:pt x="64008" y="112776"/>
                </a:lnTo>
                <a:lnTo>
                  <a:pt x="52839" y="113061"/>
                </a:lnTo>
                <a:lnTo>
                  <a:pt x="42100" y="113919"/>
                </a:lnTo>
                <a:lnTo>
                  <a:pt x="31646" y="115347"/>
                </a:lnTo>
                <a:lnTo>
                  <a:pt x="21336" y="117348"/>
                </a:lnTo>
                <a:close/>
              </a:path>
              <a:path w="401320" h="405764">
                <a:moveTo>
                  <a:pt x="393192" y="128016"/>
                </a:moveTo>
                <a:lnTo>
                  <a:pt x="252984" y="128016"/>
                </a:lnTo>
                <a:lnTo>
                  <a:pt x="336804" y="121920"/>
                </a:lnTo>
                <a:lnTo>
                  <a:pt x="359664" y="99060"/>
                </a:lnTo>
                <a:lnTo>
                  <a:pt x="393192" y="128016"/>
                </a:lnTo>
                <a:close/>
              </a:path>
              <a:path w="401320" h="405764">
                <a:moveTo>
                  <a:pt x="22860" y="262128"/>
                </a:moveTo>
                <a:lnTo>
                  <a:pt x="0" y="228600"/>
                </a:lnTo>
                <a:lnTo>
                  <a:pt x="14287" y="225790"/>
                </a:lnTo>
                <a:lnTo>
                  <a:pt x="34290" y="219837"/>
                </a:lnTo>
                <a:lnTo>
                  <a:pt x="60007" y="211026"/>
                </a:lnTo>
                <a:lnTo>
                  <a:pt x="91440" y="199644"/>
                </a:lnTo>
                <a:lnTo>
                  <a:pt x="91440" y="112776"/>
                </a:lnTo>
                <a:lnTo>
                  <a:pt x="115824" y="112776"/>
                </a:lnTo>
                <a:lnTo>
                  <a:pt x="115824" y="192024"/>
                </a:lnTo>
                <a:lnTo>
                  <a:pt x="150014" y="192024"/>
                </a:lnTo>
                <a:lnTo>
                  <a:pt x="115824" y="210312"/>
                </a:lnTo>
                <a:lnTo>
                  <a:pt x="115824" y="220980"/>
                </a:lnTo>
                <a:lnTo>
                  <a:pt x="91440" y="220980"/>
                </a:lnTo>
                <a:lnTo>
                  <a:pt x="64008" y="233838"/>
                </a:lnTo>
                <a:lnTo>
                  <a:pt x="43434" y="244983"/>
                </a:lnTo>
                <a:lnTo>
                  <a:pt x="29718" y="254412"/>
                </a:lnTo>
                <a:lnTo>
                  <a:pt x="22860" y="262128"/>
                </a:lnTo>
                <a:close/>
              </a:path>
              <a:path w="401320" h="405764">
                <a:moveTo>
                  <a:pt x="144780" y="361188"/>
                </a:moveTo>
                <a:lnTo>
                  <a:pt x="141732" y="356616"/>
                </a:lnTo>
                <a:lnTo>
                  <a:pt x="169759" y="339732"/>
                </a:lnTo>
                <a:lnTo>
                  <a:pt x="196786" y="320992"/>
                </a:lnTo>
                <a:lnTo>
                  <a:pt x="222956" y="300251"/>
                </a:lnTo>
                <a:lnTo>
                  <a:pt x="248412" y="277368"/>
                </a:lnTo>
                <a:lnTo>
                  <a:pt x="240387" y="252507"/>
                </a:lnTo>
                <a:lnTo>
                  <a:pt x="234505" y="221361"/>
                </a:lnTo>
                <a:lnTo>
                  <a:pt x="230624" y="183927"/>
                </a:lnTo>
                <a:lnTo>
                  <a:pt x="228600" y="140208"/>
                </a:lnTo>
                <a:lnTo>
                  <a:pt x="253022" y="140208"/>
                </a:lnTo>
                <a:lnTo>
                  <a:pt x="253841" y="172712"/>
                </a:lnTo>
                <a:lnTo>
                  <a:pt x="256413" y="204025"/>
                </a:lnTo>
                <a:lnTo>
                  <a:pt x="260699" y="232767"/>
                </a:lnTo>
                <a:lnTo>
                  <a:pt x="266700" y="259080"/>
                </a:lnTo>
                <a:lnTo>
                  <a:pt x="302072" y="259080"/>
                </a:lnTo>
                <a:lnTo>
                  <a:pt x="297299" y="263723"/>
                </a:lnTo>
                <a:lnTo>
                  <a:pt x="275844" y="283464"/>
                </a:lnTo>
                <a:lnTo>
                  <a:pt x="286712" y="298704"/>
                </a:lnTo>
                <a:lnTo>
                  <a:pt x="256032" y="298704"/>
                </a:lnTo>
                <a:lnTo>
                  <a:pt x="227718" y="318111"/>
                </a:lnTo>
                <a:lnTo>
                  <a:pt x="199834" y="335089"/>
                </a:lnTo>
                <a:lnTo>
                  <a:pt x="172235" y="349496"/>
                </a:lnTo>
                <a:lnTo>
                  <a:pt x="144780" y="361188"/>
                </a:lnTo>
                <a:close/>
              </a:path>
              <a:path w="401320" h="405764">
                <a:moveTo>
                  <a:pt x="302072" y="259080"/>
                </a:moveTo>
                <a:lnTo>
                  <a:pt x="266700" y="259080"/>
                </a:lnTo>
                <a:lnTo>
                  <a:pt x="291893" y="233386"/>
                </a:lnTo>
                <a:lnTo>
                  <a:pt x="312801" y="208978"/>
                </a:lnTo>
                <a:lnTo>
                  <a:pt x="329707" y="185999"/>
                </a:lnTo>
                <a:lnTo>
                  <a:pt x="342900" y="164592"/>
                </a:lnTo>
                <a:lnTo>
                  <a:pt x="374904" y="198120"/>
                </a:lnTo>
                <a:lnTo>
                  <a:pt x="359664" y="199644"/>
                </a:lnTo>
                <a:lnTo>
                  <a:pt x="339066" y="221956"/>
                </a:lnTo>
                <a:lnTo>
                  <a:pt x="318325" y="243268"/>
                </a:lnTo>
                <a:lnTo>
                  <a:pt x="302072" y="259080"/>
                </a:lnTo>
                <a:close/>
              </a:path>
              <a:path w="401320" h="405764">
                <a:moveTo>
                  <a:pt x="150014" y="192024"/>
                </a:moveTo>
                <a:lnTo>
                  <a:pt x="115824" y="192024"/>
                </a:lnTo>
                <a:lnTo>
                  <a:pt x="178308" y="167640"/>
                </a:lnTo>
                <a:lnTo>
                  <a:pt x="181356" y="175260"/>
                </a:lnTo>
                <a:lnTo>
                  <a:pt x="150014" y="192024"/>
                </a:lnTo>
                <a:close/>
              </a:path>
              <a:path w="401320" h="405764">
                <a:moveTo>
                  <a:pt x="115125" y="362712"/>
                </a:moveTo>
                <a:lnTo>
                  <a:pt x="86868" y="362712"/>
                </a:lnTo>
                <a:lnTo>
                  <a:pt x="91440" y="356616"/>
                </a:lnTo>
                <a:lnTo>
                  <a:pt x="91440" y="220980"/>
                </a:lnTo>
                <a:lnTo>
                  <a:pt x="115824" y="220980"/>
                </a:lnTo>
                <a:lnTo>
                  <a:pt x="115824" y="359664"/>
                </a:lnTo>
                <a:lnTo>
                  <a:pt x="115125" y="362712"/>
                </a:lnTo>
                <a:close/>
              </a:path>
              <a:path w="401320" h="405764">
                <a:moveTo>
                  <a:pt x="388981" y="361188"/>
                </a:moveTo>
                <a:lnTo>
                  <a:pt x="362712" y="361188"/>
                </a:lnTo>
                <a:lnTo>
                  <a:pt x="379476" y="283464"/>
                </a:lnTo>
                <a:lnTo>
                  <a:pt x="387096" y="283464"/>
                </a:lnTo>
                <a:lnTo>
                  <a:pt x="386238" y="296608"/>
                </a:lnTo>
                <a:lnTo>
                  <a:pt x="385953" y="310896"/>
                </a:lnTo>
                <a:lnTo>
                  <a:pt x="386238" y="326326"/>
                </a:lnTo>
                <a:lnTo>
                  <a:pt x="387096" y="342900"/>
                </a:lnTo>
                <a:lnTo>
                  <a:pt x="388548" y="358616"/>
                </a:lnTo>
                <a:lnTo>
                  <a:pt x="388981" y="361188"/>
                </a:lnTo>
                <a:close/>
              </a:path>
              <a:path w="401320" h="405764">
                <a:moveTo>
                  <a:pt x="394716" y="399288"/>
                </a:moveTo>
                <a:lnTo>
                  <a:pt x="384048" y="399288"/>
                </a:lnTo>
                <a:lnTo>
                  <a:pt x="374618" y="397835"/>
                </a:lnTo>
                <a:lnTo>
                  <a:pt x="329184" y="374904"/>
                </a:lnTo>
                <a:lnTo>
                  <a:pt x="290893" y="344233"/>
                </a:lnTo>
                <a:lnTo>
                  <a:pt x="256032" y="298704"/>
                </a:lnTo>
                <a:lnTo>
                  <a:pt x="286712" y="298704"/>
                </a:lnTo>
                <a:lnTo>
                  <a:pt x="295203" y="310610"/>
                </a:lnTo>
                <a:lnTo>
                  <a:pt x="316420" y="332613"/>
                </a:lnTo>
                <a:lnTo>
                  <a:pt x="339114" y="349496"/>
                </a:lnTo>
                <a:lnTo>
                  <a:pt x="362712" y="361188"/>
                </a:lnTo>
                <a:lnTo>
                  <a:pt x="388981" y="361188"/>
                </a:lnTo>
                <a:lnTo>
                  <a:pt x="390715" y="371475"/>
                </a:lnTo>
                <a:lnTo>
                  <a:pt x="393739" y="381476"/>
                </a:lnTo>
                <a:lnTo>
                  <a:pt x="397764" y="388620"/>
                </a:lnTo>
                <a:lnTo>
                  <a:pt x="399288" y="391668"/>
                </a:lnTo>
                <a:lnTo>
                  <a:pt x="400812" y="393192"/>
                </a:lnTo>
                <a:lnTo>
                  <a:pt x="400812" y="397764"/>
                </a:lnTo>
                <a:lnTo>
                  <a:pt x="394716" y="399288"/>
                </a:lnTo>
                <a:close/>
              </a:path>
              <a:path w="401320" h="405764">
                <a:moveTo>
                  <a:pt x="76200" y="405384"/>
                </a:moveTo>
                <a:lnTo>
                  <a:pt x="73032" y="394239"/>
                </a:lnTo>
                <a:lnTo>
                  <a:pt x="63436" y="383667"/>
                </a:lnTo>
                <a:lnTo>
                  <a:pt x="47267" y="373665"/>
                </a:lnTo>
                <a:lnTo>
                  <a:pt x="24384" y="364236"/>
                </a:lnTo>
                <a:lnTo>
                  <a:pt x="24384" y="356616"/>
                </a:lnTo>
                <a:lnTo>
                  <a:pt x="43219" y="359497"/>
                </a:lnTo>
                <a:lnTo>
                  <a:pt x="58483" y="361378"/>
                </a:lnTo>
                <a:lnTo>
                  <a:pt x="70032" y="362402"/>
                </a:lnTo>
                <a:lnTo>
                  <a:pt x="77724" y="362712"/>
                </a:lnTo>
                <a:lnTo>
                  <a:pt x="115125" y="362712"/>
                </a:lnTo>
                <a:lnTo>
                  <a:pt x="112418" y="374523"/>
                </a:lnTo>
                <a:lnTo>
                  <a:pt x="104584" y="387096"/>
                </a:lnTo>
                <a:lnTo>
                  <a:pt x="92463" y="397383"/>
                </a:lnTo>
                <a:lnTo>
                  <a:pt x="76200" y="40538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" name="object 41"/>
          <p:cNvSpPr/>
          <p:nvPr/>
        </p:nvSpPr>
        <p:spPr>
          <a:xfrm>
            <a:off x="8808719" y="2919983"/>
            <a:ext cx="386080" cy="403860"/>
          </a:xfrm>
          <a:custGeom>
            <a:avLst/>
            <a:gdLst/>
            <a:ahLst/>
            <a:cxnLst/>
            <a:rect l="l" t="t" r="r" b="b"/>
            <a:pathLst>
              <a:path w="386079" h="403860">
                <a:moveTo>
                  <a:pt x="22860" y="48768"/>
                </a:moveTo>
                <a:lnTo>
                  <a:pt x="7620" y="33528"/>
                </a:lnTo>
                <a:lnTo>
                  <a:pt x="182880" y="33528"/>
                </a:lnTo>
                <a:lnTo>
                  <a:pt x="205740" y="10668"/>
                </a:lnTo>
                <a:lnTo>
                  <a:pt x="239268" y="42672"/>
                </a:lnTo>
                <a:lnTo>
                  <a:pt x="65532" y="42672"/>
                </a:lnTo>
                <a:lnTo>
                  <a:pt x="54363" y="43195"/>
                </a:lnTo>
                <a:lnTo>
                  <a:pt x="43624" y="44577"/>
                </a:lnTo>
                <a:lnTo>
                  <a:pt x="33170" y="46529"/>
                </a:lnTo>
                <a:lnTo>
                  <a:pt x="22860" y="48768"/>
                </a:lnTo>
                <a:close/>
              </a:path>
              <a:path w="386079" h="403860">
                <a:moveTo>
                  <a:pt x="33528" y="176784"/>
                </a:moveTo>
                <a:lnTo>
                  <a:pt x="18288" y="146304"/>
                </a:lnTo>
                <a:lnTo>
                  <a:pt x="30003" y="143184"/>
                </a:lnTo>
                <a:lnTo>
                  <a:pt x="42291" y="136207"/>
                </a:lnTo>
                <a:lnTo>
                  <a:pt x="80581" y="94964"/>
                </a:lnTo>
                <a:lnTo>
                  <a:pt x="101155" y="60674"/>
                </a:lnTo>
                <a:lnTo>
                  <a:pt x="109728" y="42672"/>
                </a:lnTo>
                <a:lnTo>
                  <a:pt x="117348" y="42672"/>
                </a:lnTo>
                <a:lnTo>
                  <a:pt x="147828" y="62484"/>
                </a:lnTo>
                <a:lnTo>
                  <a:pt x="137517" y="67032"/>
                </a:lnTo>
                <a:lnTo>
                  <a:pt x="127063" y="73723"/>
                </a:lnTo>
                <a:lnTo>
                  <a:pt x="116324" y="82415"/>
                </a:lnTo>
                <a:lnTo>
                  <a:pt x="105156" y="92964"/>
                </a:lnTo>
                <a:lnTo>
                  <a:pt x="92297" y="106441"/>
                </a:lnTo>
                <a:lnTo>
                  <a:pt x="78867" y="119634"/>
                </a:lnTo>
                <a:lnTo>
                  <a:pt x="64865" y="132826"/>
                </a:lnTo>
                <a:lnTo>
                  <a:pt x="50292" y="146304"/>
                </a:lnTo>
                <a:lnTo>
                  <a:pt x="227422" y="146304"/>
                </a:lnTo>
                <a:lnTo>
                  <a:pt x="229957" y="150876"/>
                </a:lnTo>
                <a:lnTo>
                  <a:pt x="193548" y="150876"/>
                </a:lnTo>
                <a:lnTo>
                  <a:pt x="174378" y="152923"/>
                </a:lnTo>
                <a:lnTo>
                  <a:pt x="137183" y="156448"/>
                </a:lnTo>
                <a:lnTo>
                  <a:pt x="118872" y="158496"/>
                </a:lnTo>
                <a:lnTo>
                  <a:pt x="108204" y="158496"/>
                </a:lnTo>
                <a:lnTo>
                  <a:pt x="80248" y="163068"/>
                </a:lnTo>
                <a:lnTo>
                  <a:pt x="58293" y="167640"/>
                </a:lnTo>
                <a:lnTo>
                  <a:pt x="42624" y="172212"/>
                </a:lnTo>
                <a:lnTo>
                  <a:pt x="33528" y="176784"/>
                </a:lnTo>
                <a:close/>
              </a:path>
              <a:path w="386079" h="403860">
                <a:moveTo>
                  <a:pt x="227422" y="146304"/>
                </a:moveTo>
                <a:lnTo>
                  <a:pt x="50292" y="146304"/>
                </a:lnTo>
                <a:lnTo>
                  <a:pt x="190500" y="141732"/>
                </a:lnTo>
                <a:lnTo>
                  <a:pt x="181951" y="130016"/>
                </a:lnTo>
                <a:lnTo>
                  <a:pt x="172402" y="117729"/>
                </a:lnTo>
                <a:lnTo>
                  <a:pt x="161996" y="104870"/>
                </a:lnTo>
                <a:lnTo>
                  <a:pt x="150876" y="91440"/>
                </a:lnTo>
                <a:lnTo>
                  <a:pt x="155448" y="86868"/>
                </a:lnTo>
                <a:lnTo>
                  <a:pt x="187713" y="109989"/>
                </a:lnTo>
                <a:lnTo>
                  <a:pt x="211264" y="128968"/>
                </a:lnTo>
                <a:lnTo>
                  <a:pt x="225956" y="143660"/>
                </a:lnTo>
                <a:lnTo>
                  <a:pt x="227422" y="146304"/>
                </a:lnTo>
                <a:close/>
              </a:path>
              <a:path w="386079" h="403860">
                <a:moveTo>
                  <a:pt x="216408" y="188976"/>
                </a:moveTo>
                <a:lnTo>
                  <a:pt x="211836" y="188976"/>
                </a:lnTo>
                <a:lnTo>
                  <a:pt x="210312" y="187452"/>
                </a:lnTo>
                <a:lnTo>
                  <a:pt x="208788" y="182880"/>
                </a:lnTo>
                <a:lnTo>
                  <a:pt x="206192" y="175950"/>
                </a:lnTo>
                <a:lnTo>
                  <a:pt x="202882" y="168592"/>
                </a:lnTo>
                <a:lnTo>
                  <a:pt x="198715" y="160377"/>
                </a:lnTo>
                <a:lnTo>
                  <a:pt x="193548" y="150876"/>
                </a:lnTo>
                <a:lnTo>
                  <a:pt x="229957" y="150876"/>
                </a:lnTo>
                <a:lnTo>
                  <a:pt x="231648" y="153924"/>
                </a:lnTo>
                <a:lnTo>
                  <a:pt x="233076" y="162496"/>
                </a:lnTo>
                <a:lnTo>
                  <a:pt x="232791" y="169926"/>
                </a:lnTo>
                <a:lnTo>
                  <a:pt x="230790" y="176212"/>
                </a:lnTo>
                <a:lnTo>
                  <a:pt x="227076" y="181356"/>
                </a:lnTo>
                <a:lnTo>
                  <a:pt x="220980" y="185928"/>
                </a:lnTo>
                <a:lnTo>
                  <a:pt x="216408" y="188976"/>
                </a:lnTo>
                <a:close/>
              </a:path>
              <a:path w="386079" h="403860">
                <a:moveTo>
                  <a:pt x="132588" y="239268"/>
                </a:moveTo>
                <a:lnTo>
                  <a:pt x="108204" y="239268"/>
                </a:lnTo>
                <a:lnTo>
                  <a:pt x="108204" y="158496"/>
                </a:lnTo>
                <a:lnTo>
                  <a:pt x="118872" y="158496"/>
                </a:lnTo>
                <a:lnTo>
                  <a:pt x="146304" y="172212"/>
                </a:lnTo>
                <a:lnTo>
                  <a:pt x="132588" y="184404"/>
                </a:lnTo>
                <a:lnTo>
                  <a:pt x="132588" y="239268"/>
                </a:lnTo>
                <a:close/>
              </a:path>
              <a:path w="386079" h="403860">
                <a:moveTo>
                  <a:pt x="21336" y="252984"/>
                </a:moveTo>
                <a:lnTo>
                  <a:pt x="7620" y="239268"/>
                </a:lnTo>
                <a:lnTo>
                  <a:pt x="179832" y="239268"/>
                </a:lnTo>
                <a:lnTo>
                  <a:pt x="201168" y="219456"/>
                </a:lnTo>
                <a:lnTo>
                  <a:pt x="231648" y="249936"/>
                </a:lnTo>
                <a:lnTo>
                  <a:pt x="42672" y="249936"/>
                </a:lnTo>
                <a:lnTo>
                  <a:pt x="21336" y="252984"/>
                </a:lnTo>
                <a:close/>
              </a:path>
              <a:path w="386079" h="403860">
                <a:moveTo>
                  <a:pt x="19812" y="390144"/>
                </a:moveTo>
                <a:lnTo>
                  <a:pt x="0" y="355092"/>
                </a:lnTo>
                <a:lnTo>
                  <a:pt x="72223" y="344376"/>
                </a:lnTo>
                <a:lnTo>
                  <a:pt x="108204" y="338328"/>
                </a:lnTo>
                <a:lnTo>
                  <a:pt x="108204" y="249936"/>
                </a:lnTo>
                <a:lnTo>
                  <a:pt x="132588" y="249936"/>
                </a:lnTo>
                <a:lnTo>
                  <a:pt x="132588" y="333756"/>
                </a:lnTo>
                <a:lnTo>
                  <a:pt x="192971" y="333756"/>
                </a:lnTo>
                <a:lnTo>
                  <a:pt x="146042" y="346209"/>
                </a:lnTo>
                <a:lnTo>
                  <a:pt x="81343" y="365188"/>
                </a:lnTo>
                <a:lnTo>
                  <a:pt x="39219" y="379880"/>
                </a:lnTo>
                <a:lnTo>
                  <a:pt x="19812" y="390144"/>
                </a:lnTo>
                <a:close/>
              </a:path>
              <a:path w="386079" h="403860">
                <a:moveTo>
                  <a:pt x="192971" y="333756"/>
                </a:moveTo>
                <a:lnTo>
                  <a:pt x="132588" y="333756"/>
                </a:lnTo>
                <a:lnTo>
                  <a:pt x="231648" y="313944"/>
                </a:lnTo>
                <a:lnTo>
                  <a:pt x="233172" y="323088"/>
                </a:lnTo>
                <a:lnTo>
                  <a:pt x="192971" y="333756"/>
                </a:lnTo>
                <a:close/>
              </a:path>
              <a:path w="386079" h="403860">
                <a:moveTo>
                  <a:pt x="369434" y="359664"/>
                </a:moveTo>
                <a:lnTo>
                  <a:pt x="338328" y="359664"/>
                </a:lnTo>
                <a:lnTo>
                  <a:pt x="342900" y="356616"/>
                </a:lnTo>
                <a:lnTo>
                  <a:pt x="347472" y="355092"/>
                </a:lnTo>
                <a:lnTo>
                  <a:pt x="348996" y="347472"/>
                </a:lnTo>
                <a:lnTo>
                  <a:pt x="348918" y="54864"/>
                </a:lnTo>
                <a:lnTo>
                  <a:pt x="348757" y="45434"/>
                </a:lnTo>
                <a:lnTo>
                  <a:pt x="347710" y="15716"/>
                </a:lnTo>
                <a:lnTo>
                  <a:pt x="347472" y="0"/>
                </a:lnTo>
                <a:lnTo>
                  <a:pt x="385572" y="16764"/>
                </a:lnTo>
                <a:lnTo>
                  <a:pt x="370332" y="28956"/>
                </a:lnTo>
                <a:lnTo>
                  <a:pt x="370332" y="347472"/>
                </a:lnTo>
                <a:lnTo>
                  <a:pt x="369434" y="359664"/>
                </a:lnTo>
                <a:close/>
              </a:path>
              <a:path w="386079" h="403860">
                <a:moveTo>
                  <a:pt x="263652" y="307848"/>
                </a:moveTo>
                <a:lnTo>
                  <a:pt x="263890" y="278177"/>
                </a:lnTo>
                <a:lnTo>
                  <a:pt x="264414" y="246507"/>
                </a:lnTo>
                <a:lnTo>
                  <a:pt x="264937" y="213121"/>
                </a:lnTo>
                <a:lnTo>
                  <a:pt x="265176" y="178308"/>
                </a:lnTo>
                <a:lnTo>
                  <a:pt x="265152" y="143375"/>
                </a:lnTo>
                <a:lnTo>
                  <a:pt x="264985" y="111442"/>
                </a:lnTo>
                <a:lnTo>
                  <a:pt x="264533" y="82081"/>
                </a:lnTo>
                <a:lnTo>
                  <a:pt x="263652" y="54864"/>
                </a:lnTo>
                <a:lnTo>
                  <a:pt x="303276" y="76200"/>
                </a:lnTo>
                <a:lnTo>
                  <a:pt x="288035" y="88392"/>
                </a:lnTo>
                <a:lnTo>
                  <a:pt x="288059" y="259675"/>
                </a:lnTo>
                <a:lnTo>
                  <a:pt x="288226" y="270700"/>
                </a:lnTo>
                <a:lnTo>
                  <a:pt x="288678" y="283154"/>
                </a:lnTo>
                <a:lnTo>
                  <a:pt x="289560" y="297180"/>
                </a:lnTo>
                <a:lnTo>
                  <a:pt x="263652" y="307848"/>
                </a:lnTo>
                <a:close/>
              </a:path>
              <a:path w="386079" h="403860">
                <a:moveTo>
                  <a:pt x="332232" y="403860"/>
                </a:moveTo>
                <a:lnTo>
                  <a:pt x="327707" y="391263"/>
                </a:lnTo>
                <a:lnTo>
                  <a:pt x="316611" y="380809"/>
                </a:lnTo>
                <a:lnTo>
                  <a:pt x="299227" y="372356"/>
                </a:lnTo>
                <a:lnTo>
                  <a:pt x="275844" y="365760"/>
                </a:lnTo>
                <a:lnTo>
                  <a:pt x="275844" y="356616"/>
                </a:lnTo>
                <a:lnTo>
                  <a:pt x="288393" y="357735"/>
                </a:lnTo>
                <a:lnTo>
                  <a:pt x="300799" y="358711"/>
                </a:lnTo>
                <a:lnTo>
                  <a:pt x="312920" y="359402"/>
                </a:lnTo>
                <a:lnTo>
                  <a:pt x="324612" y="359664"/>
                </a:lnTo>
                <a:lnTo>
                  <a:pt x="369434" y="359664"/>
                </a:lnTo>
                <a:lnTo>
                  <a:pt x="368879" y="367212"/>
                </a:lnTo>
                <a:lnTo>
                  <a:pt x="362140" y="383095"/>
                </a:lnTo>
                <a:lnTo>
                  <a:pt x="349972" y="395263"/>
                </a:lnTo>
                <a:lnTo>
                  <a:pt x="332232" y="40386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" name="object 42"/>
          <p:cNvSpPr/>
          <p:nvPr/>
        </p:nvSpPr>
        <p:spPr>
          <a:xfrm>
            <a:off x="9252203" y="3067811"/>
            <a:ext cx="396240" cy="43180"/>
          </a:xfrm>
          <a:custGeom>
            <a:avLst/>
            <a:gdLst/>
            <a:ahLst/>
            <a:cxnLst/>
            <a:rect l="l" t="t" r="r" b="b"/>
            <a:pathLst>
              <a:path w="396240" h="43180">
                <a:moveTo>
                  <a:pt x="15240" y="42672"/>
                </a:moveTo>
                <a:lnTo>
                  <a:pt x="0" y="27432"/>
                </a:lnTo>
                <a:lnTo>
                  <a:pt x="323087" y="27432"/>
                </a:lnTo>
                <a:lnTo>
                  <a:pt x="358139" y="0"/>
                </a:lnTo>
                <a:lnTo>
                  <a:pt x="396239" y="38100"/>
                </a:lnTo>
                <a:lnTo>
                  <a:pt x="62484" y="38100"/>
                </a:lnTo>
                <a:lnTo>
                  <a:pt x="49315" y="38385"/>
                </a:lnTo>
                <a:lnTo>
                  <a:pt x="37147" y="39243"/>
                </a:lnTo>
                <a:lnTo>
                  <a:pt x="25836" y="40671"/>
                </a:lnTo>
                <a:lnTo>
                  <a:pt x="15240" y="4267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" name="object 43"/>
          <p:cNvSpPr/>
          <p:nvPr/>
        </p:nvSpPr>
        <p:spPr>
          <a:xfrm>
            <a:off x="2122932" y="3435096"/>
            <a:ext cx="394970" cy="407034"/>
          </a:xfrm>
          <a:custGeom>
            <a:avLst/>
            <a:gdLst/>
            <a:ahLst/>
            <a:cxnLst/>
            <a:rect l="l" t="t" r="r" b="b"/>
            <a:pathLst>
              <a:path w="394969" h="407035">
                <a:moveTo>
                  <a:pt x="297180" y="111252"/>
                </a:moveTo>
                <a:lnTo>
                  <a:pt x="275844" y="111252"/>
                </a:lnTo>
                <a:lnTo>
                  <a:pt x="275582" y="73294"/>
                </a:lnTo>
                <a:lnTo>
                  <a:pt x="274891" y="41910"/>
                </a:lnTo>
                <a:lnTo>
                  <a:pt x="273915" y="17383"/>
                </a:lnTo>
                <a:lnTo>
                  <a:pt x="272796" y="0"/>
                </a:lnTo>
                <a:lnTo>
                  <a:pt x="313944" y="19812"/>
                </a:lnTo>
                <a:lnTo>
                  <a:pt x="297180" y="32004"/>
                </a:lnTo>
                <a:lnTo>
                  <a:pt x="297180" y="111252"/>
                </a:lnTo>
                <a:close/>
              </a:path>
              <a:path w="394969" h="407035">
                <a:moveTo>
                  <a:pt x="392605" y="111252"/>
                </a:moveTo>
                <a:lnTo>
                  <a:pt x="355092" y="111252"/>
                </a:lnTo>
                <a:lnTo>
                  <a:pt x="367284" y="92964"/>
                </a:lnTo>
                <a:lnTo>
                  <a:pt x="392605" y="111252"/>
                </a:lnTo>
                <a:close/>
              </a:path>
              <a:path w="394969" h="407035">
                <a:moveTo>
                  <a:pt x="195072" y="274320"/>
                </a:moveTo>
                <a:lnTo>
                  <a:pt x="195953" y="254865"/>
                </a:lnTo>
                <a:lnTo>
                  <a:pt x="196405" y="232981"/>
                </a:lnTo>
                <a:lnTo>
                  <a:pt x="196572" y="208526"/>
                </a:lnTo>
                <a:lnTo>
                  <a:pt x="196572" y="154543"/>
                </a:lnTo>
                <a:lnTo>
                  <a:pt x="196405" y="131445"/>
                </a:lnTo>
                <a:lnTo>
                  <a:pt x="195963" y="112776"/>
                </a:lnTo>
                <a:lnTo>
                  <a:pt x="195887" y="111252"/>
                </a:lnTo>
                <a:lnTo>
                  <a:pt x="195072" y="97536"/>
                </a:lnTo>
                <a:lnTo>
                  <a:pt x="219456" y="111252"/>
                </a:lnTo>
                <a:lnTo>
                  <a:pt x="392605" y="111252"/>
                </a:lnTo>
                <a:lnTo>
                  <a:pt x="394716" y="112776"/>
                </a:lnTo>
                <a:lnTo>
                  <a:pt x="385572" y="121920"/>
                </a:lnTo>
                <a:lnTo>
                  <a:pt x="219456" y="121920"/>
                </a:lnTo>
                <a:lnTo>
                  <a:pt x="219456" y="231648"/>
                </a:lnTo>
                <a:lnTo>
                  <a:pt x="381771" y="231648"/>
                </a:lnTo>
                <a:lnTo>
                  <a:pt x="382081" y="242316"/>
                </a:lnTo>
                <a:lnTo>
                  <a:pt x="219456" y="242316"/>
                </a:lnTo>
                <a:lnTo>
                  <a:pt x="219456" y="265176"/>
                </a:lnTo>
                <a:lnTo>
                  <a:pt x="195072" y="274320"/>
                </a:lnTo>
                <a:close/>
              </a:path>
              <a:path w="394969" h="407035">
                <a:moveTo>
                  <a:pt x="297180" y="231648"/>
                </a:moveTo>
                <a:lnTo>
                  <a:pt x="275844" y="231648"/>
                </a:lnTo>
                <a:lnTo>
                  <a:pt x="275844" y="121920"/>
                </a:lnTo>
                <a:lnTo>
                  <a:pt x="297180" y="121920"/>
                </a:lnTo>
                <a:lnTo>
                  <a:pt x="297180" y="231648"/>
                </a:lnTo>
                <a:close/>
              </a:path>
              <a:path w="394969" h="407035">
                <a:moveTo>
                  <a:pt x="381771" y="231648"/>
                </a:moveTo>
                <a:lnTo>
                  <a:pt x="358140" y="231648"/>
                </a:lnTo>
                <a:lnTo>
                  <a:pt x="358140" y="121920"/>
                </a:lnTo>
                <a:lnTo>
                  <a:pt x="385572" y="121920"/>
                </a:lnTo>
                <a:lnTo>
                  <a:pt x="381000" y="126492"/>
                </a:lnTo>
                <a:lnTo>
                  <a:pt x="381120" y="181356"/>
                </a:lnTo>
                <a:lnTo>
                  <a:pt x="381190" y="195453"/>
                </a:lnTo>
                <a:lnTo>
                  <a:pt x="381642" y="227218"/>
                </a:lnTo>
                <a:lnTo>
                  <a:pt x="381771" y="231648"/>
                </a:lnTo>
                <a:close/>
              </a:path>
              <a:path w="394969" h="407035">
                <a:moveTo>
                  <a:pt x="272796" y="405384"/>
                </a:moveTo>
                <a:lnTo>
                  <a:pt x="273915" y="371117"/>
                </a:lnTo>
                <a:lnTo>
                  <a:pt x="274891" y="332422"/>
                </a:lnTo>
                <a:lnTo>
                  <a:pt x="275582" y="289440"/>
                </a:lnTo>
                <a:lnTo>
                  <a:pt x="275844" y="242316"/>
                </a:lnTo>
                <a:lnTo>
                  <a:pt x="297180" y="242316"/>
                </a:lnTo>
                <a:lnTo>
                  <a:pt x="297441" y="299775"/>
                </a:lnTo>
                <a:lnTo>
                  <a:pt x="298132" y="344233"/>
                </a:lnTo>
                <a:lnTo>
                  <a:pt x="299108" y="375832"/>
                </a:lnTo>
                <a:lnTo>
                  <a:pt x="300228" y="394716"/>
                </a:lnTo>
                <a:lnTo>
                  <a:pt x="272796" y="405384"/>
                </a:lnTo>
                <a:close/>
              </a:path>
              <a:path w="394969" h="407035">
                <a:moveTo>
                  <a:pt x="358140" y="266700"/>
                </a:moveTo>
                <a:lnTo>
                  <a:pt x="358140" y="242316"/>
                </a:lnTo>
                <a:lnTo>
                  <a:pt x="382081" y="242316"/>
                </a:lnTo>
                <a:lnTo>
                  <a:pt x="382524" y="257556"/>
                </a:lnTo>
                <a:lnTo>
                  <a:pt x="358140" y="266700"/>
                </a:lnTo>
                <a:close/>
              </a:path>
              <a:path w="394969" h="407035">
                <a:moveTo>
                  <a:pt x="16764" y="62484"/>
                </a:moveTo>
                <a:lnTo>
                  <a:pt x="16764" y="56388"/>
                </a:lnTo>
                <a:lnTo>
                  <a:pt x="53149" y="49149"/>
                </a:lnTo>
                <a:lnTo>
                  <a:pt x="72699" y="44815"/>
                </a:lnTo>
                <a:lnTo>
                  <a:pt x="112371" y="33623"/>
                </a:lnTo>
                <a:lnTo>
                  <a:pt x="155448" y="12192"/>
                </a:lnTo>
                <a:lnTo>
                  <a:pt x="181356" y="42672"/>
                </a:lnTo>
                <a:lnTo>
                  <a:pt x="165115" y="44076"/>
                </a:lnTo>
                <a:lnTo>
                  <a:pt x="148590" y="45910"/>
                </a:lnTo>
                <a:lnTo>
                  <a:pt x="132064" y="48029"/>
                </a:lnTo>
                <a:lnTo>
                  <a:pt x="115824" y="50292"/>
                </a:lnTo>
                <a:lnTo>
                  <a:pt x="115824" y="54864"/>
                </a:lnTo>
                <a:lnTo>
                  <a:pt x="92964" y="54864"/>
                </a:lnTo>
                <a:lnTo>
                  <a:pt x="74414" y="57126"/>
                </a:lnTo>
                <a:lnTo>
                  <a:pt x="55435" y="59245"/>
                </a:lnTo>
                <a:lnTo>
                  <a:pt x="36171" y="61079"/>
                </a:lnTo>
                <a:lnTo>
                  <a:pt x="16764" y="62484"/>
                </a:lnTo>
                <a:close/>
              </a:path>
              <a:path w="394969" h="407035">
                <a:moveTo>
                  <a:pt x="115824" y="129540"/>
                </a:moveTo>
                <a:lnTo>
                  <a:pt x="92964" y="129540"/>
                </a:lnTo>
                <a:lnTo>
                  <a:pt x="92964" y="54864"/>
                </a:lnTo>
                <a:lnTo>
                  <a:pt x="115824" y="54864"/>
                </a:lnTo>
                <a:lnTo>
                  <a:pt x="115824" y="129540"/>
                </a:lnTo>
                <a:close/>
              </a:path>
              <a:path w="394969" h="407035">
                <a:moveTo>
                  <a:pt x="19812" y="144780"/>
                </a:moveTo>
                <a:lnTo>
                  <a:pt x="4572" y="129540"/>
                </a:lnTo>
                <a:lnTo>
                  <a:pt x="135636" y="129540"/>
                </a:lnTo>
                <a:lnTo>
                  <a:pt x="156972" y="108204"/>
                </a:lnTo>
                <a:lnTo>
                  <a:pt x="185928" y="138684"/>
                </a:lnTo>
                <a:lnTo>
                  <a:pt x="60960" y="138684"/>
                </a:lnTo>
                <a:lnTo>
                  <a:pt x="49815" y="139207"/>
                </a:lnTo>
                <a:lnTo>
                  <a:pt x="39243" y="140589"/>
                </a:lnTo>
                <a:lnTo>
                  <a:pt x="29241" y="142541"/>
                </a:lnTo>
                <a:lnTo>
                  <a:pt x="19812" y="144780"/>
                </a:lnTo>
                <a:close/>
              </a:path>
              <a:path w="394969" h="407035">
                <a:moveTo>
                  <a:pt x="4572" y="320040"/>
                </a:moveTo>
                <a:lnTo>
                  <a:pt x="0" y="315468"/>
                </a:lnTo>
                <a:lnTo>
                  <a:pt x="17216" y="293489"/>
                </a:lnTo>
                <a:lnTo>
                  <a:pt x="32575" y="271081"/>
                </a:lnTo>
                <a:lnTo>
                  <a:pt x="59436" y="225552"/>
                </a:lnTo>
                <a:lnTo>
                  <a:pt x="79057" y="180975"/>
                </a:lnTo>
                <a:lnTo>
                  <a:pt x="92964" y="138684"/>
                </a:lnTo>
                <a:lnTo>
                  <a:pt x="115824" y="138684"/>
                </a:lnTo>
                <a:lnTo>
                  <a:pt x="115824" y="179832"/>
                </a:lnTo>
                <a:lnTo>
                  <a:pt x="134397" y="186380"/>
                </a:lnTo>
                <a:lnTo>
                  <a:pt x="137074" y="187452"/>
                </a:lnTo>
                <a:lnTo>
                  <a:pt x="115824" y="187452"/>
                </a:lnTo>
                <a:lnTo>
                  <a:pt x="115829" y="205740"/>
                </a:lnTo>
                <a:lnTo>
                  <a:pt x="92964" y="205740"/>
                </a:lnTo>
                <a:lnTo>
                  <a:pt x="74437" y="238601"/>
                </a:lnTo>
                <a:lnTo>
                  <a:pt x="53340" y="268605"/>
                </a:lnTo>
                <a:lnTo>
                  <a:pt x="29956" y="295751"/>
                </a:lnTo>
                <a:lnTo>
                  <a:pt x="4572" y="320040"/>
                </a:lnTo>
                <a:close/>
              </a:path>
              <a:path w="394969" h="407035">
                <a:moveTo>
                  <a:pt x="166116" y="248412"/>
                </a:moveTo>
                <a:lnTo>
                  <a:pt x="161544" y="248412"/>
                </a:lnTo>
                <a:lnTo>
                  <a:pt x="158496" y="243840"/>
                </a:lnTo>
                <a:lnTo>
                  <a:pt x="153924" y="233172"/>
                </a:lnTo>
                <a:lnTo>
                  <a:pt x="146470" y="221742"/>
                </a:lnTo>
                <a:lnTo>
                  <a:pt x="137731" y="210312"/>
                </a:lnTo>
                <a:lnTo>
                  <a:pt x="127563" y="198882"/>
                </a:lnTo>
                <a:lnTo>
                  <a:pt x="115824" y="187452"/>
                </a:lnTo>
                <a:lnTo>
                  <a:pt x="137074" y="187452"/>
                </a:lnTo>
                <a:lnTo>
                  <a:pt x="172212" y="207264"/>
                </a:lnTo>
                <a:lnTo>
                  <a:pt x="176784" y="213360"/>
                </a:lnTo>
                <a:lnTo>
                  <a:pt x="176784" y="225552"/>
                </a:lnTo>
                <a:lnTo>
                  <a:pt x="175260" y="231648"/>
                </a:lnTo>
                <a:lnTo>
                  <a:pt x="172212" y="237744"/>
                </a:lnTo>
                <a:lnTo>
                  <a:pt x="169164" y="245364"/>
                </a:lnTo>
                <a:lnTo>
                  <a:pt x="166116" y="248412"/>
                </a:lnTo>
                <a:close/>
              </a:path>
              <a:path w="394969" h="407035">
                <a:moveTo>
                  <a:pt x="91440" y="406908"/>
                </a:moveTo>
                <a:lnTo>
                  <a:pt x="91678" y="364331"/>
                </a:lnTo>
                <a:lnTo>
                  <a:pt x="92213" y="315468"/>
                </a:lnTo>
                <a:lnTo>
                  <a:pt x="92725" y="263747"/>
                </a:lnTo>
                <a:lnTo>
                  <a:pt x="92964" y="205740"/>
                </a:lnTo>
                <a:lnTo>
                  <a:pt x="115829" y="205740"/>
                </a:lnTo>
                <a:lnTo>
                  <a:pt x="115923" y="295751"/>
                </a:lnTo>
                <a:lnTo>
                  <a:pt x="116014" y="329374"/>
                </a:lnTo>
                <a:lnTo>
                  <a:pt x="116466" y="371546"/>
                </a:lnTo>
                <a:lnTo>
                  <a:pt x="117348" y="394716"/>
                </a:lnTo>
                <a:lnTo>
                  <a:pt x="91440" y="40690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" name="object 44"/>
          <p:cNvSpPr/>
          <p:nvPr/>
        </p:nvSpPr>
        <p:spPr>
          <a:xfrm>
            <a:off x="2566416" y="3435095"/>
            <a:ext cx="855344" cy="405765"/>
          </a:xfrm>
          <a:custGeom>
            <a:avLst/>
            <a:gdLst/>
            <a:ahLst/>
            <a:cxnLst/>
            <a:rect l="l" t="t" r="r" b="b"/>
            <a:pathLst>
              <a:path w="855345" h="405764">
                <a:moveTo>
                  <a:pt x="100888" y="75679"/>
                </a:moveTo>
                <a:lnTo>
                  <a:pt x="77914" y="42100"/>
                </a:lnTo>
                <a:lnTo>
                  <a:pt x="54864" y="24384"/>
                </a:lnTo>
                <a:lnTo>
                  <a:pt x="48768" y="25908"/>
                </a:lnTo>
                <a:lnTo>
                  <a:pt x="58166" y="44221"/>
                </a:lnTo>
                <a:lnTo>
                  <a:pt x="65722" y="60388"/>
                </a:lnTo>
                <a:lnTo>
                  <a:pt x="71259" y="74561"/>
                </a:lnTo>
                <a:lnTo>
                  <a:pt x="74676" y="86868"/>
                </a:lnTo>
                <a:lnTo>
                  <a:pt x="77724" y="99060"/>
                </a:lnTo>
                <a:lnTo>
                  <a:pt x="80772" y="105156"/>
                </a:lnTo>
                <a:lnTo>
                  <a:pt x="85344" y="105156"/>
                </a:lnTo>
                <a:lnTo>
                  <a:pt x="88392" y="102108"/>
                </a:lnTo>
                <a:lnTo>
                  <a:pt x="97536" y="96012"/>
                </a:lnTo>
                <a:lnTo>
                  <a:pt x="100584" y="89916"/>
                </a:lnTo>
                <a:lnTo>
                  <a:pt x="100584" y="82296"/>
                </a:lnTo>
                <a:lnTo>
                  <a:pt x="100888" y="75679"/>
                </a:lnTo>
                <a:close/>
              </a:path>
              <a:path w="855345" h="405764">
                <a:moveTo>
                  <a:pt x="397764" y="310896"/>
                </a:moveTo>
                <a:lnTo>
                  <a:pt x="378142" y="272986"/>
                </a:lnTo>
                <a:lnTo>
                  <a:pt x="377952" y="245364"/>
                </a:lnTo>
                <a:lnTo>
                  <a:pt x="370332" y="245364"/>
                </a:lnTo>
                <a:lnTo>
                  <a:pt x="365658" y="292608"/>
                </a:lnTo>
                <a:lnTo>
                  <a:pt x="355092" y="315468"/>
                </a:lnTo>
                <a:lnTo>
                  <a:pt x="316992" y="315468"/>
                </a:lnTo>
                <a:lnTo>
                  <a:pt x="294132" y="184404"/>
                </a:lnTo>
                <a:lnTo>
                  <a:pt x="391668" y="184404"/>
                </a:lnTo>
                <a:lnTo>
                  <a:pt x="359664" y="150876"/>
                </a:lnTo>
                <a:lnTo>
                  <a:pt x="336804" y="173736"/>
                </a:lnTo>
                <a:lnTo>
                  <a:pt x="265176" y="173736"/>
                </a:lnTo>
                <a:lnTo>
                  <a:pt x="265176" y="102108"/>
                </a:lnTo>
                <a:lnTo>
                  <a:pt x="364236" y="102108"/>
                </a:lnTo>
                <a:lnTo>
                  <a:pt x="355523" y="92964"/>
                </a:lnTo>
                <a:lnTo>
                  <a:pt x="333756" y="70104"/>
                </a:lnTo>
                <a:lnTo>
                  <a:pt x="310896" y="92964"/>
                </a:lnTo>
                <a:lnTo>
                  <a:pt x="265176" y="92964"/>
                </a:lnTo>
                <a:lnTo>
                  <a:pt x="265252" y="33464"/>
                </a:lnTo>
                <a:lnTo>
                  <a:pt x="280416" y="19812"/>
                </a:lnTo>
                <a:lnTo>
                  <a:pt x="240792" y="1524"/>
                </a:lnTo>
                <a:lnTo>
                  <a:pt x="241020" y="18389"/>
                </a:lnTo>
                <a:lnTo>
                  <a:pt x="241541" y="39014"/>
                </a:lnTo>
                <a:lnTo>
                  <a:pt x="241998" y="60388"/>
                </a:lnTo>
                <a:lnTo>
                  <a:pt x="242112" y="69342"/>
                </a:lnTo>
                <a:lnTo>
                  <a:pt x="242316" y="92964"/>
                </a:lnTo>
                <a:lnTo>
                  <a:pt x="184404" y="92964"/>
                </a:lnTo>
                <a:lnTo>
                  <a:pt x="188709" y="83845"/>
                </a:lnTo>
                <a:lnTo>
                  <a:pt x="192595" y="74866"/>
                </a:lnTo>
                <a:lnTo>
                  <a:pt x="196189" y="66179"/>
                </a:lnTo>
                <a:lnTo>
                  <a:pt x="199644" y="57912"/>
                </a:lnTo>
                <a:lnTo>
                  <a:pt x="213360" y="50292"/>
                </a:lnTo>
                <a:lnTo>
                  <a:pt x="179832" y="30480"/>
                </a:lnTo>
                <a:lnTo>
                  <a:pt x="167640" y="82296"/>
                </a:lnTo>
                <a:lnTo>
                  <a:pt x="155067" y="119062"/>
                </a:lnTo>
                <a:lnTo>
                  <a:pt x="135636" y="156972"/>
                </a:lnTo>
                <a:lnTo>
                  <a:pt x="141732" y="160020"/>
                </a:lnTo>
                <a:lnTo>
                  <a:pt x="152844" y="146900"/>
                </a:lnTo>
                <a:lnTo>
                  <a:pt x="163258" y="132778"/>
                </a:lnTo>
                <a:lnTo>
                  <a:pt x="172796" y="117805"/>
                </a:lnTo>
                <a:lnTo>
                  <a:pt x="181356" y="102108"/>
                </a:lnTo>
                <a:lnTo>
                  <a:pt x="242316" y="102108"/>
                </a:lnTo>
                <a:lnTo>
                  <a:pt x="242316" y="173736"/>
                </a:lnTo>
                <a:lnTo>
                  <a:pt x="118872" y="173736"/>
                </a:lnTo>
                <a:lnTo>
                  <a:pt x="134112" y="188976"/>
                </a:lnTo>
                <a:lnTo>
                  <a:pt x="143205" y="186982"/>
                </a:lnTo>
                <a:lnTo>
                  <a:pt x="152019" y="185547"/>
                </a:lnTo>
                <a:lnTo>
                  <a:pt x="160248" y="184696"/>
                </a:lnTo>
                <a:lnTo>
                  <a:pt x="167640" y="184404"/>
                </a:lnTo>
                <a:lnTo>
                  <a:pt x="205740" y="184404"/>
                </a:lnTo>
                <a:lnTo>
                  <a:pt x="198234" y="233273"/>
                </a:lnTo>
                <a:lnTo>
                  <a:pt x="182308" y="274701"/>
                </a:lnTo>
                <a:lnTo>
                  <a:pt x="157518" y="308711"/>
                </a:lnTo>
                <a:lnTo>
                  <a:pt x="123444" y="335280"/>
                </a:lnTo>
                <a:lnTo>
                  <a:pt x="126492" y="341376"/>
                </a:lnTo>
                <a:lnTo>
                  <a:pt x="169684" y="317068"/>
                </a:lnTo>
                <a:lnTo>
                  <a:pt x="201168" y="282892"/>
                </a:lnTo>
                <a:lnTo>
                  <a:pt x="221208" y="238721"/>
                </a:lnTo>
                <a:lnTo>
                  <a:pt x="230124" y="184404"/>
                </a:lnTo>
                <a:lnTo>
                  <a:pt x="271272" y="184404"/>
                </a:lnTo>
                <a:lnTo>
                  <a:pt x="271386" y="301752"/>
                </a:lnTo>
                <a:lnTo>
                  <a:pt x="303276" y="333756"/>
                </a:lnTo>
                <a:lnTo>
                  <a:pt x="356616" y="333756"/>
                </a:lnTo>
                <a:lnTo>
                  <a:pt x="371398" y="333184"/>
                </a:lnTo>
                <a:lnTo>
                  <a:pt x="383476" y="329184"/>
                </a:lnTo>
                <a:lnTo>
                  <a:pt x="392404" y="321754"/>
                </a:lnTo>
                <a:lnTo>
                  <a:pt x="395503" y="315468"/>
                </a:lnTo>
                <a:lnTo>
                  <a:pt x="397764" y="310896"/>
                </a:lnTo>
                <a:close/>
              </a:path>
              <a:path w="855345" h="405764">
                <a:moveTo>
                  <a:pt x="411480" y="359664"/>
                </a:moveTo>
                <a:lnTo>
                  <a:pt x="365760" y="364502"/>
                </a:lnTo>
                <a:lnTo>
                  <a:pt x="322326" y="367474"/>
                </a:lnTo>
                <a:lnTo>
                  <a:pt x="281178" y="368452"/>
                </a:lnTo>
                <a:lnTo>
                  <a:pt x="242316" y="367284"/>
                </a:lnTo>
                <a:lnTo>
                  <a:pt x="177165" y="361569"/>
                </a:lnTo>
                <a:lnTo>
                  <a:pt x="137160" y="348996"/>
                </a:lnTo>
                <a:lnTo>
                  <a:pt x="103136" y="324612"/>
                </a:lnTo>
                <a:lnTo>
                  <a:pt x="94488" y="315468"/>
                </a:lnTo>
                <a:lnTo>
                  <a:pt x="94488" y="178308"/>
                </a:lnTo>
                <a:lnTo>
                  <a:pt x="102108" y="172212"/>
                </a:lnTo>
                <a:lnTo>
                  <a:pt x="109728" y="166116"/>
                </a:lnTo>
                <a:lnTo>
                  <a:pt x="82296" y="144780"/>
                </a:lnTo>
                <a:lnTo>
                  <a:pt x="70104" y="161544"/>
                </a:lnTo>
                <a:lnTo>
                  <a:pt x="3048" y="161544"/>
                </a:lnTo>
                <a:lnTo>
                  <a:pt x="19812" y="178308"/>
                </a:lnTo>
                <a:lnTo>
                  <a:pt x="28613" y="175437"/>
                </a:lnTo>
                <a:lnTo>
                  <a:pt x="36576" y="173545"/>
                </a:lnTo>
                <a:lnTo>
                  <a:pt x="43383" y="172529"/>
                </a:lnTo>
                <a:lnTo>
                  <a:pt x="48768" y="172212"/>
                </a:lnTo>
                <a:lnTo>
                  <a:pt x="71628" y="172212"/>
                </a:lnTo>
                <a:lnTo>
                  <a:pt x="71628" y="310896"/>
                </a:lnTo>
                <a:lnTo>
                  <a:pt x="51854" y="320611"/>
                </a:lnTo>
                <a:lnTo>
                  <a:pt x="33528" y="331470"/>
                </a:lnTo>
                <a:lnTo>
                  <a:pt x="16332" y="343471"/>
                </a:lnTo>
                <a:lnTo>
                  <a:pt x="0" y="356616"/>
                </a:lnTo>
                <a:lnTo>
                  <a:pt x="25908" y="379476"/>
                </a:lnTo>
                <a:lnTo>
                  <a:pt x="30213" y="371195"/>
                </a:lnTo>
                <a:lnTo>
                  <a:pt x="36385" y="362331"/>
                </a:lnTo>
                <a:lnTo>
                  <a:pt x="64287" y="334048"/>
                </a:lnTo>
                <a:lnTo>
                  <a:pt x="82296" y="324612"/>
                </a:lnTo>
                <a:lnTo>
                  <a:pt x="87452" y="327761"/>
                </a:lnTo>
                <a:lnTo>
                  <a:pt x="93916" y="332613"/>
                </a:lnTo>
                <a:lnTo>
                  <a:pt x="101790" y="339191"/>
                </a:lnTo>
                <a:lnTo>
                  <a:pt x="122339" y="357187"/>
                </a:lnTo>
                <a:lnTo>
                  <a:pt x="134874" y="365760"/>
                </a:lnTo>
                <a:lnTo>
                  <a:pt x="180213" y="384619"/>
                </a:lnTo>
                <a:lnTo>
                  <a:pt x="221361" y="391477"/>
                </a:lnTo>
                <a:lnTo>
                  <a:pt x="272453" y="394106"/>
                </a:lnTo>
                <a:lnTo>
                  <a:pt x="374904" y="396240"/>
                </a:lnTo>
                <a:lnTo>
                  <a:pt x="377190" y="387438"/>
                </a:lnTo>
                <a:lnTo>
                  <a:pt x="384048" y="379476"/>
                </a:lnTo>
                <a:lnTo>
                  <a:pt x="395478" y="372668"/>
                </a:lnTo>
                <a:lnTo>
                  <a:pt x="408000" y="368452"/>
                </a:lnTo>
                <a:lnTo>
                  <a:pt x="411480" y="367284"/>
                </a:lnTo>
                <a:lnTo>
                  <a:pt x="411480" y="359664"/>
                </a:lnTo>
                <a:close/>
              </a:path>
              <a:path w="855345" h="405764">
                <a:moveTo>
                  <a:pt x="638543" y="109728"/>
                </a:moveTo>
                <a:lnTo>
                  <a:pt x="608063" y="80772"/>
                </a:lnTo>
                <a:lnTo>
                  <a:pt x="589775" y="99060"/>
                </a:lnTo>
                <a:lnTo>
                  <a:pt x="562343" y="99060"/>
                </a:lnTo>
                <a:lnTo>
                  <a:pt x="562343" y="32004"/>
                </a:lnTo>
                <a:lnTo>
                  <a:pt x="577583" y="19812"/>
                </a:lnTo>
                <a:lnTo>
                  <a:pt x="534911" y="0"/>
                </a:lnTo>
                <a:lnTo>
                  <a:pt x="537006" y="40957"/>
                </a:lnTo>
                <a:lnTo>
                  <a:pt x="537959" y="99060"/>
                </a:lnTo>
                <a:lnTo>
                  <a:pt x="454139" y="99060"/>
                </a:lnTo>
                <a:lnTo>
                  <a:pt x="469379" y="114300"/>
                </a:lnTo>
                <a:lnTo>
                  <a:pt x="479031" y="112306"/>
                </a:lnTo>
                <a:lnTo>
                  <a:pt x="489381" y="110871"/>
                </a:lnTo>
                <a:lnTo>
                  <a:pt x="500037" y="110020"/>
                </a:lnTo>
                <a:lnTo>
                  <a:pt x="510527" y="109728"/>
                </a:lnTo>
                <a:lnTo>
                  <a:pt x="537959" y="109728"/>
                </a:lnTo>
                <a:lnTo>
                  <a:pt x="537959" y="193548"/>
                </a:lnTo>
                <a:lnTo>
                  <a:pt x="507669" y="206743"/>
                </a:lnTo>
                <a:lnTo>
                  <a:pt x="483095" y="216789"/>
                </a:lnTo>
                <a:lnTo>
                  <a:pt x="464235" y="223989"/>
                </a:lnTo>
                <a:lnTo>
                  <a:pt x="451091" y="228600"/>
                </a:lnTo>
                <a:lnTo>
                  <a:pt x="473951" y="257556"/>
                </a:lnTo>
                <a:lnTo>
                  <a:pt x="481380" y="249555"/>
                </a:lnTo>
                <a:lnTo>
                  <a:pt x="494525" y="239268"/>
                </a:lnTo>
                <a:lnTo>
                  <a:pt x="513384" y="226695"/>
                </a:lnTo>
                <a:lnTo>
                  <a:pt x="537959" y="211836"/>
                </a:lnTo>
                <a:lnTo>
                  <a:pt x="537959" y="341376"/>
                </a:lnTo>
                <a:lnTo>
                  <a:pt x="536562" y="351116"/>
                </a:lnTo>
                <a:lnTo>
                  <a:pt x="532434" y="357568"/>
                </a:lnTo>
                <a:lnTo>
                  <a:pt x="525754" y="360883"/>
                </a:lnTo>
                <a:lnTo>
                  <a:pt x="516623" y="361188"/>
                </a:lnTo>
                <a:lnTo>
                  <a:pt x="506907" y="360667"/>
                </a:lnTo>
                <a:lnTo>
                  <a:pt x="496049" y="359283"/>
                </a:lnTo>
                <a:lnTo>
                  <a:pt x="470903" y="355092"/>
                </a:lnTo>
                <a:lnTo>
                  <a:pt x="470903" y="364236"/>
                </a:lnTo>
                <a:lnTo>
                  <a:pt x="493763" y="372795"/>
                </a:lnTo>
                <a:lnTo>
                  <a:pt x="509765" y="382333"/>
                </a:lnTo>
                <a:lnTo>
                  <a:pt x="518909" y="392747"/>
                </a:lnTo>
                <a:lnTo>
                  <a:pt x="521195" y="403860"/>
                </a:lnTo>
                <a:lnTo>
                  <a:pt x="538340" y="394741"/>
                </a:lnTo>
                <a:lnTo>
                  <a:pt x="550913" y="383476"/>
                </a:lnTo>
                <a:lnTo>
                  <a:pt x="558914" y="370217"/>
                </a:lnTo>
                <a:lnTo>
                  <a:pt x="560971" y="361188"/>
                </a:lnTo>
                <a:lnTo>
                  <a:pt x="562343" y="355092"/>
                </a:lnTo>
                <a:lnTo>
                  <a:pt x="562343" y="211836"/>
                </a:lnTo>
                <a:lnTo>
                  <a:pt x="562343" y="199644"/>
                </a:lnTo>
                <a:lnTo>
                  <a:pt x="588429" y="182880"/>
                </a:lnTo>
                <a:lnTo>
                  <a:pt x="626351" y="158496"/>
                </a:lnTo>
                <a:lnTo>
                  <a:pt x="621779" y="153924"/>
                </a:lnTo>
                <a:lnTo>
                  <a:pt x="562343" y="182880"/>
                </a:lnTo>
                <a:lnTo>
                  <a:pt x="562343" y="109728"/>
                </a:lnTo>
                <a:lnTo>
                  <a:pt x="638543" y="109728"/>
                </a:lnTo>
                <a:close/>
              </a:path>
              <a:path w="855345" h="405764">
                <a:moveTo>
                  <a:pt x="851903" y="163068"/>
                </a:moveTo>
                <a:lnTo>
                  <a:pt x="806907" y="159854"/>
                </a:lnTo>
                <a:lnTo>
                  <a:pt x="766368" y="148018"/>
                </a:lnTo>
                <a:lnTo>
                  <a:pt x="759561" y="144780"/>
                </a:lnTo>
                <a:lnTo>
                  <a:pt x="750493" y="140474"/>
                </a:lnTo>
                <a:lnTo>
                  <a:pt x="733031" y="131064"/>
                </a:lnTo>
                <a:lnTo>
                  <a:pt x="746467" y="117348"/>
                </a:lnTo>
                <a:lnTo>
                  <a:pt x="751306" y="112420"/>
                </a:lnTo>
                <a:lnTo>
                  <a:pt x="769416" y="92773"/>
                </a:lnTo>
                <a:lnTo>
                  <a:pt x="787260" y="71704"/>
                </a:lnTo>
                <a:lnTo>
                  <a:pt x="804659" y="48768"/>
                </a:lnTo>
                <a:lnTo>
                  <a:pt x="816089" y="44196"/>
                </a:lnTo>
                <a:lnTo>
                  <a:pt x="819899" y="42672"/>
                </a:lnTo>
                <a:lnTo>
                  <a:pt x="790956" y="15240"/>
                </a:lnTo>
                <a:lnTo>
                  <a:pt x="777227" y="31711"/>
                </a:lnTo>
                <a:lnTo>
                  <a:pt x="777227" y="44196"/>
                </a:lnTo>
                <a:lnTo>
                  <a:pt x="764921" y="62484"/>
                </a:lnTo>
                <a:lnTo>
                  <a:pt x="750747" y="80772"/>
                </a:lnTo>
                <a:lnTo>
                  <a:pt x="734580" y="99060"/>
                </a:lnTo>
                <a:lnTo>
                  <a:pt x="716267" y="117348"/>
                </a:lnTo>
                <a:lnTo>
                  <a:pt x="700633" y="103352"/>
                </a:lnTo>
                <a:lnTo>
                  <a:pt x="685977" y="86487"/>
                </a:lnTo>
                <a:lnTo>
                  <a:pt x="672769" y="66776"/>
                </a:lnTo>
                <a:lnTo>
                  <a:pt x="661403" y="44196"/>
                </a:lnTo>
                <a:lnTo>
                  <a:pt x="777227" y="44196"/>
                </a:lnTo>
                <a:lnTo>
                  <a:pt x="777227" y="31711"/>
                </a:lnTo>
                <a:lnTo>
                  <a:pt x="775703" y="33528"/>
                </a:lnTo>
                <a:lnTo>
                  <a:pt x="608063" y="33528"/>
                </a:lnTo>
                <a:lnTo>
                  <a:pt x="621779" y="47244"/>
                </a:lnTo>
                <a:lnTo>
                  <a:pt x="641591" y="44196"/>
                </a:lnTo>
                <a:lnTo>
                  <a:pt x="652259" y="44196"/>
                </a:lnTo>
                <a:lnTo>
                  <a:pt x="661174" y="66560"/>
                </a:lnTo>
                <a:lnTo>
                  <a:pt x="672071" y="88201"/>
                </a:lnTo>
                <a:lnTo>
                  <a:pt x="685266" y="109562"/>
                </a:lnTo>
                <a:lnTo>
                  <a:pt x="701027" y="131064"/>
                </a:lnTo>
                <a:lnTo>
                  <a:pt x="675576" y="151066"/>
                </a:lnTo>
                <a:lnTo>
                  <a:pt x="647115" y="169926"/>
                </a:lnTo>
                <a:lnTo>
                  <a:pt x="615518" y="187642"/>
                </a:lnTo>
                <a:lnTo>
                  <a:pt x="580631" y="204216"/>
                </a:lnTo>
                <a:lnTo>
                  <a:pt x="582155" y="210312"/>
                </a:lnTo>
                <a:lnTo>
                  <a:pt x="617042" y="198577"/>
                </a:lnTo>
                <a:lnTo>
                  <a:pt x="650925" y="183832"/>
                </a:lnTo>
                <a:lnTo>
                  <a:pt x="683958" y="165950"/>
                </a:lnTo>
                <a:lnTo>
                  <a:pt x="716267" y="144780"/>
                </a:lnTo>
                <a:lnTo>
                  <a:pt x="740613" y="160782"/>
                </a:lnTo>
                <a:lnTo>
                  <a:pt x="765797" y="174498"/>
                </a:lnTo>
                <a:lnTo>
                  <a:pt x="792137" y="185928"/>
                </a:lnTo>
                <a:lnTo>
                  <a:pt x="819899" y="195072"/>
                </a:lnTo>
                <a:lnTo>
                  <a:pt x="822756" y="186550"/>
                </a:lnTo>
                <a:lnTo>
                  <a:pt x="829043" y="179451"/>
                </a:lnTo>
                <a:lnTo>
                  <a:pt x="838758" y="174078"/>
                </a:lnTo>
                <a:lnTo>
                  <a:pt x="851903" y="170688"/>
                </a:lnTo>
                <a:lnTo>
                  <a:pt x="851903" y="163068"/>
                </a:lnTo>
                <a:close/>
              </a:path>
              <a:path w="855345" h="405764">
                <a:moveTo>
                  <a:pt x="854951" y="307848"/>
                </a:moveTo>
                <a:lnTo>
                  <a:pt x="822947" y="274320"/>
                </a:lnTo>
                <a:lnTo>
                  <a:pt x="800087" y="297180"/>
                </a:lnTo>
                <a:lnTo>
                  <a:pt x="728459" y="297180"/>
                </a:lnTo>
                <a:lnTo>
                  <a:pt x="728459" y="236220"/>
                </a:lnTo>
                <a:lnTo>
                  <a:pt x="830580" y="236220"/>
                </a:lnTo>
                <a:lnTo>
                  <a:pt x="800087" y="205740"/>
                </a:lnTo>
                <a:lnTo>
                  <a:pt x="778751" y="225552"/>
                </a:lnTo>
                <a:lnTo>
                  <a:pt x="728459" y="225552"/>
                </a:lnTo>
                <a:lnTo>
                  <a:pt x="728459" y="193548"/>
                </a:lnTo>
                <a:lnTo>
                  <a:pt x="745223" y="182880"/>
                </a:lnTo>
                <a:lnTo>
                  <a:pt x="702551" y="161544"/>
                </a:lnTo>
                <a:lnTo>
                  <a:pt x="703948" y="199644"/>
                </a:lnTo>
                <a:lnTo>
                  <a:pt x="704075" y="225552"/>
                </a:lnTo>
                <a:lnTo>
                  <a:pt x="608063" y="225552"/>
                </a:lnTo>
                <a:lnTo>
                  <a:pt x="624827" y="242316"/>
                </a:lnTo>
                <a:lnTo>
                  <a:pt x="634263" y="239445"/>
                </a:lnTo>
                <a:lnTo>
                  <a:pt x="644258" y="237553"/>
                </a:lnTo>
                <a:lnTo>
                  <a:pt x="654837" y="236537"/>
                </a:lnTo>
                <a:lnTo>
                  <a:pt x="665975" y="236220"/>
                </a:lnTo>
                <a:lnTo>
                  <a:pt x="704075" y="236220"/>
                </a:lnTo>
                <a:lnTo>
                  <a:pt x="704075" y="297180"/>
                </a:lnTo>
                <a:lnTo>
                  <a:pt x="585203" y="297180"/>
                </a:lnTo>
                <a:lnTo>
                  <a:pt x="601967" y="312420"/>
                </a:lnTo>
                <a:lnTo>
                  <a:pt x="611403" y="310426"/>
                </a:lnTo>
                <a:lnTo>
                  <a:pt x="621398" y="308991"/>
                </a:lnTo>
                <a:lnTo>
                  <a:pt x="631977" y="308140"/>
                </a:lnTo>
                <a:lnTo>
                  <a:pt x="643115" y="307848"/>
                </a:lnTo>
                <a:lnTo>
                  <a:pt x="704075" y="307848"/>
                </a:lnTo>
                <a:lnTo>
                  <a:pt x="703872" y="357339"/>
                </a:lnTo>
                <a:lnTo>
                  <a:pt x="702551" y="405384"/>
                </a:lnTo>
                <a:lnTo>
                  <a:pt x="729932" y="394741"/>
                </a:lnTo>
                <a:lnTo>
                  <a:pt x="729881" y="392747"/>
                </a:lnTo>
                <a:lnTo>
                  <a:pt x="729107" y="378142"/>
                </a:lnTo>
                <a:lnTo>
                  <a:pt x="728649" y="358140"/>
                </a:lnTo>
                <a:lnTo>
                  <a:pt x="728535" y="341376"/>
                </a:lnTo>
                <a:lnTo>
                  <a:pt x="728459" y="307848"/>
                </a:lnTo>
                <a:lnTo>
                  <a:pt x="854951" y="30784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" name="object 45"/>
          <p:cNvSpPr/>
          <p:nvPr/>
        </p:nvSpPr>
        <p:spPr>
          <a:xfrm>
            <a:off x="3494532" y="3435096"/>
            <a:ext cx="356870" cy="402590"/>
          </a:xfrm>
          <a:custGeom>
            <a:avLst/>
            <a:gdLst/>
            <a:ahLst/>
            <a:cxnLst/>
            <a:rect l="l" t="t" r="r" b="b"/>
            <a:pathLst>
              <a:path w="356870" h="402589">
                <a:moveTo>
                  <a:pt x="53340" y="89916"/>
                </a:moveTo>
                <a:lnTo>
                  <a:pt x="44196" y="89916"/>
                </a:lnTo>
                <a:lnTo>
                  <a:pt x="51339" y="62793"/>
                </a:lnTo>
                <a:lnTo>
                  <a:pt x="56769" y="38671"/>
                </a:lnTo>
                <a:lnTo>
                  <a:pt x="60483" y="17692"/>
                </a:lnTo>
                <a:lnTo>
                  <a:pt x="62484" y="0"/>
                </a:lnTo>
                <a:lnTo>
                  <a:pt x="100584" y="21336"/>
                </a:lnTo>
                <a:lnTo>
                  <a:pt x="91487" y="29051"/>
                </a:lnTo>
                <a:lnTo>
                  <a:pt x="80391" y="43053"/>
                </a:lnTo>
                <a:lnTo>
                  <a:pt x="67579" y="63341"/>
                </a:lnTo>
                <a:lnTo>
                  <a:pt x="53340" y="89916"/>
                </a:lnTo>
                <a:close/>
              </a:path>
              <a:path w="356870" h="402589">
                <a:moveTo>
                  <a:pt x="147828" y="192024"/>
                </a:moveTo>
                <a:lnTo>
                  <a:pt x="143256" y="187452"/>
                </a:lnTo>
                <a:lnTo>
                  <a:pt x="160162" y="160615"/>
                </a:lnTo>
                <a:lnTo>
                  <a:pt x="174498" y="135064"/>
                </a:lnTo>
                <a:lnTo>
                  <a:pt x="196596" y="88392"/>
                </a:lnTo>
                <a:lnTo>
                  <a:pt x="211836" y="44958"/>
                </a:lnTo>
                <a:lnTo>
                  <a:pt x="222503" y="1524"/>
                </a:lnTo>
                <a:lnTo>
                  <a:pt x="260603" y="24384"/>
                </a:lnTo>
                <a:lnTo>
                  <a:pt x="252864" y="32361"/>
                </a:lnTo>
                <a:lnTo>
                  <a:pt x="243268" y="47053"/>
                </a:lnTo>
                <a:lnTo>
                  <a:pt x="231671" y="68318"/>
                </a:lnTo>
                <a:lnTo>
                  <a:pt x="217932" y="96012"/>
                </a:lnTo>
                <a:lnTo>
                  <a:pt x="350520" y="96012"/>
                </a:lnTo>
                <a:lnTo>
                  <a:pt x="356616" y="102108"/>
                </a:lnTo>
                <a:lnTo>
                  <a:pt x="350901" y="106680"/>
                </a:lnTo>
                <a:lnTo>
                  <a:pt x="213360" y="106680"/>
                </a:lnTo>
                <a:lnTo>
                  <a:pt x="197977" y="130730"/>
                </a:lnTo>
                <a:lnTo>
                  <a:pt x="181737" y="152781"/>
                </a:lnTo>
                <a:lnTo>
                  <a:pt x="164925" y="173116"/>
                </a:lnTo>
                <a:lnTo>
                  <a:pt x="147828" y="192024"/>
                </a:lnTo>
                <a:close/>
              </a:path>
              <a:path w="356870" h="402589">
                <a:moveTo>
                  <a:pt x="146304" y="89916"/>
                </a:moveTo>
                <a:lnTo>
                  <a:pt x="111252" y="89916"/>
                </a:lnTo>
                <a:lnTo>
                  <a:pt x="129540" y="73152"/>
                </a:lnTo>
                <a:lnTo>
                  <a:pt x="146304" y="89916"/>
                </a:lnTo>
                <a:close/>
              </a:path>
              <a:path w="356870" h="402589">
                <a:moveTo>
                  <a:pt x="0" y="397764"/>
                </a:moveTo>
                <a:lnTo>
                  <a:pt x="834" y="359664"/>
                </a:lnTo>
                <a:lnTo>
                  <a:pt x="935" y="352615"/>
                </a:lnTo>
                <a:lnTo>
                  <a:pt x="1333" y="316992"/>
                </a:lnTo>
                <a:lnTo>
                  <a:pt x="1430" y="178308"/>
                </a:lnTo>
                <a:lnTo>
                  <a:pt x="1309" y="152781"/>
                </a:lnTo>
                <a:lnTo>
                  <a:pt x="881" y="114704"/>
                </a:lnTo>
                <a:lnTo>
                  <a:pt x="0" y="74676"/>
                </a:lnTo>
                <a:lnTo>
                  <a:pt x="25908" y="89916"/>
                </a:lnTo>
                <a:lnTo>
                  <a:pt x="146304" y="89916"/>
                </a:lnTo>
                <a:lnTo>
                  <a:pt x="155448" y="99060"/>
                </a:lnTo>
                <a:lnTo>
                  <a:pt x="153162" y="100584"/>
                </a:lnTo>
                <a:lnTo>
                  <a:pt x="24384" y="100584"/>
                </a:lnTo>
                <a:lnTo>
                  <a:pt x="24384" y="211836"/>
                </a:lnTo>
                <a:lnTo>
                  <a:pt x="137464" y="211836"/>
                </a:lnTo>
                <a:lnTo>
                  <a:pt x="137526" y="222504"/>
                </a:lnTo>
                <a:lnTo>
                  <a:pt x="24384" y="222504"/>
                </a:lnTo>
                <a:lnTo>
                  <a:pt x="24384" y="344424"/>
                </a:lnTo>
                <a:lnTo>
                  <a:pt x="138504" y="344424"/>
                </a:lnTo>
                <a:lnTo>
                  <a:pt x="138567" y="355092"/>
                </a:lnTo>
                <a:lnTo>
                  <a:pt x="24384" y="355092"/>
                </a:lnTo>
                <a:lnTo>
                  <a:pt x="24384" y="384048"/>
                </a:lnTo>
                <a:lnTo>
                  <a:pt x="0" y="397764"/>
                </a:lnTo>
                <a:close/>
              </a:path>
              <a:path w="356870" h="402589">
                <a:moveTo>
                  <a:pt x="350520" y="96012"/>
                </a:moveTo>
                <a:lnTo>
                  <a:pt x="310896" y="96012"/>
                </a:lnTo>
                <a:lnTo>
                  <a:pt x="330708" y="76200"/>
                </a:lnTo>
                <a:lnTo>
                  <a:pt x="350520" y="96012"/>
                </a:lnTo>
                <a:close/>
              </a:path>
              <a:path w="356870" h="402589">
                <a:moveTo>
                  <a:pt x="137464" y="211836"/>
                </a:moveTo>
                <a:lnTo>
                  <a:pt x="114300" y="211836"/>
                </a:lnTo>
                <a:lnTo>
                  <a:pt x="114300" y="100584"/>
                </a:lnTo>
                <a:lnTo>
                  <a:pt x="153162" y="100584"/>
                </a:lnTo>
                <a:lnTo>
                  <a:pt x="137160" y="111252"/>
                </a:lnTo>
                <a:lnTo>
                  <a:pt x="137263" y="160615"/>
                </a:lnTo>
                <a:lnTo>
                  <a:pt x="137367" y="195333"/>
                </a:lnTo>
                <a:lnTo>
                  <a:pt x="137464" y="211836"/>
                </a:lnTo>
                <a:close/>
              </a:path>
              <a:path w="356870" h="402589">
                <a:moveTo>
                  <a:pt x="327213" y="359664"/>
                </a:moveTo>
                <a:lnTo>
                  <a:pt x="283464" y="359664"/>
                </a:lnTo>
                <a:lnTo>
                  <a:pt x="291750" y="357925"/>
                </a:lnTo>
                <a:lnTo>
                  <a:pt x="298323" y="352615"/>
                </a:lnTo>
                <a:lnTo>
                  <a:pt x="308610" y="305562"/>
                </a:lnTo>
                <a:lnTo>
                  <a:pt x="310896" y="259842"/>
                </a:lnTo>
                <a:lnTo>
                  <a:pt x="313222" y="192024"/>
                </a:lnTo>
                <a:lnTo>
                  <a:pt x="315467" y="106680"/>
                </a:lnTo>
                <a:lnTo>
                  <a:pt x="350901" y="106680"/>
                </a:lnTo>
                <a:lnTo>
                  <a:pt x="341376" y="114300"/>
                </a:lnTo>
                <a:lnTo>
                  <a:pt x="339535" y="188719"/>
                </a:lnTo>
                <a:lnTo>
                  <a:pt x="337620" y="249167"/>
                </a:lnTo>
                <a:lnTo>
                  <a:pt x="335560" y="295570"/>
                </a:lnTo>
                <a:lnTo>
                  <a:pt x="333280" y="327855"/>
                </a:lnTo>
                <a:lnTo>
                  <a:pt x="330708" y="345948"/>
                </a:lnTo>
                <a:lnTo>
                  <a:pt x="327856" y="357925"/>
                </a:lnTo>
                <a:lnTo>
                  <a:pt x="327213" y="359664"/>
                </a:lnTo>
                <a:close/>
              </a:path>
              <a:path w="356870" h="402589">
                <a:moveTo>
                  <a:pt x="231648" y="269748"/>
                </a:moveTo>
                <a:lnTo>
                  <a:pt x="230124" y="269748"/>
                </a:lnTo>
                <a:lnTo>
                  <a:pt x="226742" y="268295"/>
                </a:lnTo>
                <a:lnTo>
                  <a:pt x="223647" y="263842"/>
                </a:lnTo>
                <a:lnTo>
                  <a:pt x="221122" y="256246"/>
                </a:lnTo>
                <a:lnTo>
                  <a:pt x="219456" y="245364"/>
                </a:lnTo>
                <a:lnTo>
                  <a:pt x="214884" y="228242"/>
                </a:lnTo>
                <a:lnTo>
                  <a:pt x="208026" y="211264"/>
                </a:lnTo>
                <a:lnTo>
                  <a:pt x="198882" y="194571"/>
                </a:lnTo>
                <a:lnTo>
                  <a:pt x="187452" y="178308"/>
                </a:lnTo>
                <a:lnTo>
                  <a:pt x="192024" y="172212"/>
                </a:lnTo>
                <a:lnTo>
                  <a:pt x="224218" y="199644"/>
                </a:lnTo>
                <a:lnTo>
                  <a:pt x="246888" y="236220"/>
                </a:lnTo>
                <a:lnTo>
                  <a:pt x="246888" y="248412"/>
                </a:lnTo>
                <a:lnTo>
                  <a:pt x="245364" y="254508"/>
                </a:lnTo>
                <a:lnTo>
                  <a:pt x="239267" y="260603"/>
                </a:lnTo>
                <a:lnTo>
                  <a:pt x="236220" y="266700"/>
                </a:lnTo>
                <a:lnTo>
                  <a:pt x="231648" y="269748"/>
                </a:lnTo>
                <a:close/>
              </a:path>
              <a:path w="356870" h="402589">
                <a:moveTo>
                  <a:pt x="138504" y="344424"/>
                </a:moveTo>
                <a:lnTo>
                  <a:pt x="114300" y="344424"/>
                </a:lnTo>
                <a:lnTo>
                  <a:pt x="114300" y="222504"/>
                </a:lnTo>
                <a:lnTo>
                  <a:pt x="137526" y="222504"/>
                </a:lnTo>
                <a:lnTo>
                  <a:pt x="137723" y="254508"/>
                </a:lnTo>
                <a:lnTo>
                  <a:pt x="138504" y="344424"/>
                </a:lnTo>
                <a:close/>
              </a:path>
              <a:path w="356870" h="402589">
                <a:moveTo>
                  <a:pt x="278891" y="402336"/>
                </a:moveTo>
                <a:lnTo>
                  <a:pt x="271772" y="389239"/>
                </a:lnTo>
                <a:lnTo>
                  <a:pt x="259651" y="377571"/>
                </a:lnTo>
                <a:lnTo>
                  <a:pt x="242673" y="367617"/>
                </a:lnTo>
                <a:lnTo>
                  <a:pt x="220979" y="359664"/>
                </a:lnTo>
                <a:lnTo>
                  <a:pt x="220979" y="352044"/>
                </a:lnTo>
                <a:lnTo>
                  <a:pt x="241244" y="355163"/>
                </a:lnTo>
                <a:lnTo>
                  <a:pt x="258508" y="357568"/>
                </a:lnTo>
                <a:lnTo>
                  <a:pt x="272629" y="359116"/>
                </a:lnTo>
                <a:lnTo>
                  <a:pt x="283464" y="359664"/>
                </a:lnTo>
                <a:lnTo>
                  <a:pt x="327213" y="359664"/>
                </a:lnTo>
                <a:lnTo>
                  <a:pt x="324040" y="368236"/>
                </a:lnTo>
                <a:lnTo>
                  <a:pt x="289670" y="397764"/>
                </a:lnTo>
                <a:lnTo>
                  <a:pt x="278891" y="402336"/>
                </a:lnTo>
                <a:close/>
              </a:path>
              <a:path w="356870" h="402589">
                <a:moveTo>
                  <a:pt x="114300" y="391668"/>
                </a:moveTo>
                <a:lnTo>
                  <a:pt x="114300" y="355092"/>
                </a:lnTo>
                <a:lnTo>
                  <a:pt x="138567" y="355092"/>
                </a:lnTo>
                <a:lnTo>
                  <a:pt x="138684" y="377952"/>
                </a:lnTo>
                <a:lnTo>
                  <a:pt x="114300" y="39166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" name="object 46"/>
          <p:cNvSpPr/>
          <p:nvPr/>
        </p:nvSpPr>
        <p:spPr>
          <a:xfrm>
            <a:off x="3901440" y="3435108"/>
            <a:ext cx="855344" cy="407034"/>
          </a:xfrm>
          <a:custGeom>
            <a:avLst/>
            <a:gdLst/>
            <a:ahLst/>
            <a:cxnLst/>
            <a:rect l="l" t="t" r="r" b="b"/>
            <a:pathLst>
              <a:path w="855345" h="407035">
                <a:moveTo>
                  <a:pt x="141732" y="144767"/>
                </a:moveTo>
                <a:lnTo>
                  <a:pt x="114681" y="102285"/>
                </a:lnTo>
                <a:lnTo>
                  <a:pt x="74676" y="71615"/>
                </a:lnTo>
                <a:lnTo>
                  <a:pt x="70104" y="74663"/>
                </a:lnTo>
                <a:lnTo>
                  <a:pt x="83794" y="95529"/>
                </a:lnTo>
                <a:lnTo>
                  <a:pt x="95059" y="114668"/>
                </a:lnTo>
                <a:lnTo>
                  <a:pt x="103746" y="132105"/>
                </a:lnTo>
                <a:lnTo>
                  <a:pt x="109728" y="147815"/>
                </a:lnTo>
                <a:lnTo>
                  <a:pt x="114300" y="161277"/>
                </a:lnTo>
                <a:lnTo>
                  <a:pt x="118872" y="169722"/>
                </a:lnTo>
                <a:lnTo>
                  <a:pt x="123444" y="173329"/>
                </a:lnTo>
                <a:lnTo>
                  <a:pt x="128016" y="172199"/>
                </a:lnTo>
                <a:lnTo>
                  <a:pt x="134112" y="167627"/>
                </a:lnTo>
                <a:lnTo>
                  <a:pt x="138684" y="163055"/>
                </a:lnTo>
                <a:lnTo>
                  <a:pt x="140208" y="156959"/>
                </a:lnTo>
                <a:lnTo>
                  <a:pt x="141605" y="152768"/>
                </a:lnTo>
                <a:lnTo>
                  <a:pt x="141732" y="144767"/>
                </a:lnTo>
                <a:close/>
              </a:path>
              <a:path w="855345" h="407035">
                <a:moveTo>
                  <a:pt x="350520" y="89903"/>
                </a:moveTo>
                <a:lnTo>
                  <a:pt x="313944" y="62471"/>
                </a:lnTo>
                <a:lnTo>
                  <a:pt x="303961" y="90220"/>
                </a:lnTo>
                <a:lnTo>
                  <a:pt x="290131" y="118668"/>
                </a:lnTo>
                <a:lnTo>
                  <a:pt x="272580" y="147993"/>
                </a:lnTo>
                <a:lnTo>
                  <a:pt x="251460" y="178295"/>
                </a:lnTo>
                <a:lnTo>
                  <a:pt x="257556" y="181343"/>
                </a:lnTo>
                <a:lnTo>
                  <a:pt x="272122" y="167347"/>
                </a:lnTo>
                <a:lnTo>
                  <a:pt x="286131" y="152768"/>
                </a:lnTo>
                <a:lnTo>
                  <a:pt x="299554" y="137629"/>
                </a:lnTo>
                <a:lnTo>
                  <a:pt x="312420" y="121907"/>
                </a:lnTo>
                <a:lnTo>
                  <a:pt x="324154" y="107911"/>
                </a:lnTo>
                <a:lnTo>
                  <a:pt x="334327" y="97904"/>
                </a:lnTo>
                <a:lnTo>
                  <a:pt x="343065" y="91909"/>
                </a:lnTo>
                <a:lnTo>
                  <a:pt x="350520" y="89903"/>
                </a:lnTo>
                <a:close/>
              </a:path>
              <a:path w="855345" h="407035">
                <a:moveTo>
                  <a:pt x="408432" y="201155"/>
                </a:moveTo>
                <a:lnTo>
                  <a:pt x="371856" y="166103"/>
                </a:lnTo>
                <a:lnTo>
                  <a:pt x="345948" y="192011"/>
                </a:lnTo>
                <a:lnTo>
                  <a:pt x="219456" y="192011"/>
                </a:lnTo>
                <a:lnTo>
                  <a:pt x="219456" y="45707"/>
                </a:lnTo>
                <a:lnTo>
                  <a:pt x="381000" y="45707"/>
                </a:lnTo>
                <a:lnTo>
                  <a:pt x="345948" y="10655"/>
                </a:lnTo>
                <a:lnTo>
                  <a:pt x="321564" y="35039"/>
                </a:lnTo>
                <a:lnTo>
                  <a:pt x="38100" y="35039"/>
                </a:lnTo>
                <a:lnTo>
                  <a:pt x="53340" y="50279"/>
                </a:lnTo>
                <a:lnTo>
                  <a:pt x="63639" y="48285"/>
                </a:lnTo>
                <a:lnTo>
                  <a:pt x="74104" y="46850"/>
                </a:lnTo>
                <a:lnTo>
                  <a:pt x="84836" y="45999"/>
                </a:lnTo>
                <a:lnTo>
                  <a:pt x="96012" y="45707"/>
                </a:lnTo>
                <a:lnTo>
                  <a:pt x="193548" y="45707"/>
                </a:lnTo>
                <a:lnTo>
                  <a:pt x="193548" y="192011"/>
                </a:lnTo>
                <a:lnTo>
                  <a:pt x="0" y="192011"/>
                </a:lnTo>
                <a:lnTo>
                  <a:pt x="15240" y="207251"/>
                </a:lnTo>
                <a:lnTo>
                  <a:pt x="25539" y="205016"/>
                </a:lnTo>
                <a:lnTo>
                  <a:pt x="36004" y="203060"/>
                </a:lnTo>
                <a:lnTo>
                  <a:pt x="46736" y="201688"/>
                </a:lnTo>
                <a:lnTo>
                  <a:pt x="57912" y="201155"/>
                </a:lnTo>
                <a:lnTo>
                  <a:pt x="193548" y="201155"/>
                </a:lnTo>
                <a:lnTo>
                  <a:pt x="193446" y="310883"/>
                </a:lnTo>
                <a:lnTo>
                  <a:pt x="192595" y="348983"/>
                </a:lnTo>
                <a:lnTo>
                  <a:pt x="190500" y="399275"/>
                </a:lnTo>
                <a:lnTo>
                  <a:pt x="220980" y="388607"/>
                </a:lnTo>
                <a:lnTo>
                  <a:pt x="220091" y="369176"/>
                </a:lnTo>
                <a:lnTo>
                  <a:pt x="219646" y="349745"/>
                </a:lnTo>
                <a:lnTo>
                  <a:pt x="219468" y="330314"/>
                </a:lnTo>
                <a:lnTo>
                  <a:pt x="219456" y="201155"/>
                </a:lnTo>
                <a:lnTo>
                  <a:pt x="408432" y="201155"/>
                </a:lnTo>
                <a:close/>
              </a:path>
              <a:path w="855345" h="407035">
                <a:moveTo>
                  <a:pt x="556260" y="35052"/>
                </a:moveTo>
                <a:lnTo>
                  <a:pt x="522732" y="10668"/>
                </a:lnTo>
                <a:lnTo>
                  <a:pt x="520458" y="21780"/>
                </a:lnTo>
                <a:lnTo>
                  <a:pt x="516064" y="34480"/>
                </a:lnTo>
                <a:lnTo>
                  <a:pt x="491363" y="80022"/>
                </a:lnTo>
                <a:lnTo>
                  <a:pt x="465594" y="112649"/>
                </a:lnTo>
                <a:lnTo>
                  <a:pt x="449580" y="129540"/>
                </a:lnTo>
                <a:lnTo>
                  <a:pt x="454152" y="134112"/>
                </a:lnTo>
                <a:lnTo>
                  <a:pt x="476097" y="116179"/>
                </a:lnTo>
                <a:lnTo>
                  <a:pt x="498348" y="94678"/>
                </a:lnTo>
                <a:lnTo>
                  <a:pt x="520522" y="70104"/>
                </a:lnTo>
                <a:lnTo>
                  <a:pt x="542544" y="42672"/>
                </a:lnTo>
                <a:lnTo>
                  <a:pt x="556260" y="35052"/>
                </a:lnTo>
                <a:close/>
              </a:path>
              <a:path w="855345" h="407035">
                <a:moveTo>
                  <a:pt x="562356" y="141732"/>
                </a:moveTo>
                <a:lnTo>
                  <a:pt x="533400" y="118872"/>
                </a:lnTo>
                <a:lnTo>
                  <a:pt x="528205" y="132295"/>
                </a:lnTo>
                <a:lnTo>
                  <a:pt x="521589" y="147447"/>
                </a:lnTo>
                <a:lnTo>
                  <a:pt x="502920" y="182880"/>
                </a:lnTo>
                <a:lnTo>
                  <a:pt x="478155" y="220599"/>
                </a:lnTo>
                <a:lnTo>
                  <a:pt x="446532" y="256032"/>
                </a:lnTo>
                <a:lnTo>
                  <a:pt x="449580" y="260604"/>
                </a:lnTo>
                <a:lnTo>
                  <a:pt x="465010" y="248881"/>
                </a:lnTo>
                <a:lnTo>
                  <a:pt x="479298" y="236601"/>
                </a:lnTo>
                <a:lnTo>
                  <a:pt x="492442" y="223735"/>
                </a:lnTo>
                <a:lnTo>
                  <a:pt x="504444" y="210312"/>
                </a:lnTo>
                <a:lnTo>
                  <a:pt x="504202" y="279171"/>
                </a:lnTo>
                <a:lnTo>
                  <a:pt x="503694" y="332232"/>
                </a:lnTo>
                <a:lnTo>
                  <a:pt x="503135" y="379476"/>
                </a:lnTo>
                <a:lnTo>
                  <a:pt x="502920" y="406895"/>
                </a:lnTo>
                <a:lnTo>
                  <a:pt x="527304" y="391668"/>
                </a:lnTo>
                <a:lnTo>
                  <a:pt x="526173" y="367423"/>
                </a:lnTo>
                <a:lnTo>
                  <a:pt x="525183" y="327660"/>
                </a:lnTo>
                <a:lnTo>
                  <a:pt x="524611" y="284988"/>
                </a:lnTo>
                <a:lnTo>
                  <a:pt x="524497" y="272745"/>
                </a:lnTo>
                <a:lnTo>
                  <a:pt x="524256" y="211836"/>
                </a:lnTo>
                <a:lnTo>
                  <a:pt x="526694" y="210312"/>
                </a:lnTo>
                <a:lnTo>
                  <a:pt x="536448" y="204216"/>
                </a:lnTo>
                <a:lnTo>
                  <a:pt x="519684" y="193548"/>
                </a:lnTo>
                <a:lnTo>
                  <a:pt x="527418" y="182118"/>
                </a:lnTo>
                <a:lnTo>
                  <a:pt x="534733" y="170688"/>
                </a:lnTo>
                <a:lnTo>
                  <a:pt x="541756" y="159258"/>
                </a:lnTo>
                <a:lnTo>
                  <a:pt x="548640" y="147828"/>
                </a:lnTo>
                <a:lnTo>
                  <a:pt x="562356" y="141732"/>
                </a:lnTo>
                <a:close/>
              </a:path>
              <a:path w="855345" h="407035">
                <a:moveTo>
                  <a:pt x="745236" y="295656"/>
                </a:moveTo>
                <a:lnTo>
                  <a:pt x="717804" y="266700"/>
                </a:lnTo>
                <a:lnTo>
                  <a:pt x="697992" y="284988"/>
                </a:lnTo>
                <a:lnTo>
                  <a:pt x="649224" y="284988"/>
                </a:lnTo>
                <a:lnTo>
                  <a:pt x="649224" y="280416"/>
                </a:lnTo>
                <a:lnTo>
                  <a:pt x="650748" y="274320"/>
                </a:lnTo>
                <a:lnTo>
                  <a:pt x="652272" y="265176"/>
                </a:lnTo>
                <a:lnTo>
                  <a:pt x="664464" y="256032"/>
                </a:lnTo>
                <a:lnTo>
                  <a:pt x="637032" y="242316"/>
                </a:lnTo>
                <a:lnTo>
                  <a:pt x="693420" y="242316"/>
                </a:lnTo>
                <a:lnTo>
                  <a:pt x="693420" y="256032"/>
                </a:lnTo>
                <a:lnTo>
                  <a:pt x="716280" y="245364"/>
                </a:lnTo>
                <a:lnTo>
                  <a:pt x="716114" y="242316"/>
                </a:lnTo>
                <a:lnTo>
                  <a:pt x="715581" y="231648"/>
                </a:lnTo>
                <a:lnTo>
                  <a:pt x="715391" y="227977"/>
                </a:lnTo>
                <a:lnTo>
                  <a:pt x="714959" y="204216"/>
                </a:lnTo>
                <a:lnTo>
                  <a:pt x="714844" y="184404"/>
                </a:lnTo>
                <a:lnTo>
                  <a:pt x="714781" y="173736"/>
                </a:lnTo>
                <a:lnTo>
                  <a:pt x="714756" y="134112"/>
                </a:lnTo>
                <a:lnTo>
                  <a:pt x="718820" y="131064"/>
                </a:lnTo>
                <a:lnTo>
                  <a:pt x="726948" y="124968"/>
                </a:lnTo>
                <a:lnTo>
                  <a:pt x="722020" y="120396"/>
                </a:lnTo>
                <a:lnTo>
                  <a:pt x="705612" y="105156"/>
                </a:lnTo>
                <a:lnTo>
                  <a:pt x="693420" y="117348"/>
                </a:lnTo>
                <a:lnTo>
                  <a:pt x="693420" y="131064"/>
                </a:lnTo>
                <a:lnTo>
                  <a:pt x="693420" y="173736"/>
                </a:lnTo>
                <a:lnTo>
                  <a:pt x="693420" y="184404"/>
                </a:lnTo>
                <a:lnTo>
                  <a:pt x="693420" y="231648"/>
                </a:lnTo>
                <a:lnTo>
                  <a:pt x="655320" y="231648"/>
                </a:lnTo>
                <a:lnTo>
                  <a:pt x="655320" y="184404"/>
                </a:lnTo>
                <a:lnTo>
                  <a:pt x="693420" y="184404"/>
                </a:lnTo>
                <a:lnTo>
                  <a:pt x="693420" y="173736"/>
                </a:lnTo>
                <a:lnTo>
                  <a:pt x="655320" y="173736"/>
                </a:lnTo>
                <a:lnTo>
                  <a:pt x="655320" y="131064"/>
                </a:lnTo>
                <a:lnTo>
                  <a:pt x="693420" y="131064"/>
                </a:lnTo>
                <a:lnTo>
                  <a:pt x="693420" y="117348"/>
                </a:lnTo>
                <a:lnTo>
                  <a:pt x="690372" y="120396"/>
                </a:lnTo>
                <a:lnTo>
                  <a:pt x="653796" y="120396"/>
                </a:lnTo>
                <a:lnTo>
                  <a:pt x="664629" y="104965"/>
                </a:lnTo>
                <a:lnTo>
                  <a:pt x="674179" y="92964"/>
                </a:lnTo>
                <a:lnTo>
                  <a:pt x="682294" y="84391"/>
                </a:lnTo>
                <a:lnTo>
                  <a:pt x="688848" y="79248"/>
                </a:lnTo>
                <a:lnTo>
                  <a:pt x="696468" y="73152"/>
                </a:lnTo>
                <a:lnTo>
                  <a:pt x="700532" y="70104"/>
                </a:lnTo>
                <a:lnTo>
                  <a:pt x="702564" y="68580"/>
                </a:lnTo>
                <a:lnTo>
                  <a:pt x="708660" y="68580"/>
                </a:lnTo>
                <a:lnTo>
                  <a:pt x="699516" y="59436"/>
                </a:lnTo>
                <a:lnTo>
                  <a:pt x="682752" y="42672"/>
                </a:lnTo>
                <a:lnTo>
                  <a:pt x="669036" y="57759"/>
                </a:lnTo>
                <a:lnTo>
                  <a:pt x="669036" y="70104"/>
                </a:lnTo>
                <a:lnTo>
                  <a:pt x="643128" y="120396"/>
                </a:lnTo>
                <a:lnTo>
                  <a:pt x="635508" y="120396"/>
                </a:lnTo>
                <a:lnTo>
                  <a:pt x="635508" y="131064"/>
                </a:lnTo>
                <a:lnTo>
                  <a:pt x="635508" y="173736"/>
                </a:lnTo>
                <a:lnTo>
                  <a:pt x="635508" y="184404"/>
                </a:lnTo>
                <a:lnTo>
                  <a:pt x="635508" y="231648"/>
                </a:lnTo>
                <a:lnTo>
                  <a:pt x="597408" y="231648"/>
                </a:lnTo>
                <a:lnTo>
                  <a:pt x="597408" y="184404"/>
                </a:lnTo>
                <a:lnTo>
                  <a:pt x="635508" y="184404"/>
                </a:lnTo>
                <a:lnTo>
                  <a:pt x="635508" y="173736"/>
                </a:lnTo>
                <a:lnTo>
                  <a:pt x="597408" y="173736"/>
                </a:lnTo>
                <a:lnTo>
                  <a:pt x="597408" y="131064"/>
                </a:lnTo>
                <a:lnTo>
                  <a:pt x="635508" y="131064"/>
                </a:lnTo>
                <a:lnTo>
                  <a:pt x="635508" y="120396"/>
                </a:lnTo>
                <a:lnTo>
                  <a:pt x="595884" y="120396"/>
                </a:lnTo>
                <a:lnTo>
                  <a:pt x="586079" y="112776"/>
                </a:lnTo>
                <a:lnTo>
                  <a:pt x="582168" y="109728"/>
                </a:lnTo>
                <a:lnTo>
                  <a:pt x="599313" y="88201"/>
                </a:lnTo>
                <a:lnTo>
                  <a:pt x="607021" y="78651"/>
                </a:lnTo>
                <a:lnTo>
                  <a:pt x="614172" y="70104"/>
                </a:lnTo>
                <a:lnTo>
                  <a:pt x="669036" y="70104"/>
                </a:lnTo>
                <a:lnTo>
                  <a:pt x="669036" y="57759"/>
                </a:lnTo>
                <a:lnTo>
                  <a:pt x="667512" y="59436"/>
                </a:lnTo>
                <a:lnTo>
                  <a:pt x="617220" y="59436"/>
                </a:lnTo>
                <a:lnTo>
                  <a:pt x="635508" y="27432"/>
                </a:lnTo>
                <a:lnTo>
                  <a:pt x="647700" y="21336"/>
                </a:lnTo>
                <a:lnTo>
                  <a:pt x="615696" y="0"/>
                </a:lnTo>
                <a:lnTo>
                  <a:pt x="600900" y="46291"/>
                </a:lnTo>
                <a:lnTo>
                  <a:pt x="584517" y="80835"/>
                </a:lnTo>
                <a:lnTo>
                  <a:pt x="554736" y="126492"/>
                </a:lnTo>
                <a:lnTo>
                  <a:pt x="559308" y="131064"/>
                </a:lnTo>
                <a:lnTo>
                  <a:pt x="564730" y="126492"/>
                </a:lnTo>
                <a:lnTo>
                  <a:pt x="569595" y="121920"/>
                </a:lnTo>
                <a:lnTo>
                  <a:pt x="573874" y="117348"/>
                </a:lnTo>
                <a:lnTo>
                  <a:pt x="577596" y="112776"/>
                </a:lnTo>
                <a:lnTo>
                  <a:pt x="577354" y="159258"/>
                </a:lnTo>
                <a:lnTo>
                  <a:pt x="577227" y="170688"/>
                </a:lnTo>
                <a:lnTo>
                  <a:pt x="576643" y="206883"/>
                </a:lnTo>
                <a:lnTo>
                  <a:pt x="575665" y="239217"/>
                </a:lnTo>
                <a:lnTo>
                  <a:pt x="574548" y="262128"/>
                </a:lnTo>
                <a:lnTo>
                  <a:pt x="597408" y="248412"/>
                </a:lnTo>
                <a:lnTo>
                  <a:pt x="597408" y="242316"/>
                </a:lnTo>
                <a:lnTo>
                  <a:pt x="629412" y="242316"/>
                </a:lnTo>
                <a:lnTo>
                  <a:pt x="629170" y="251117"/>
                </a:lnTo>
                <a:lnTo>
                  <a:pt x="628688" y="260604"/>
                </a:lnTo>
                <a:lnTo>
                  <a:pt x="628116" y="272745"/>
                </a:lnTo>
                <a:lnTo>
                  <a:pt x="627888" y="284988"/>
                </a:lnTo>
                <a:lnTo>
                  <a:pt x="545592" y="284988"/>
                </a:lnTo>
                <a:lnTo>
                  <a:pt x="560832" y="300228"/>
                </a:lnTo>
                <a:lnTo>
                  <a:pt x="571131" y="298221"/>
                </a:lnTo>
                <a:lnTo>
                  <a:pt x="581596" y="296799"/>
                </a:lnTo>
                <a:lnTo>
                  <a:pt x="592328" y="295935"/>
                </a:lnTo>
                <a:lnTo>
                  <a:pt x="603504" y="295656"/>
                </a:lnTo>
                <a:lnTo>
                  <a:pt x="626364" y="295656"/>
                </a:lnTo>
                <a:lnTo>
                  <a:pt x="613600" y="332232"/>
                </a:lnTo>
                <a:lnTo>
                  <a:pt x="579691" y="371640"/>
                </a:lnTo>
                <a:lnTo>
                  <a:pt x="533400" y="399288"/>
                </a:lnTo>
                <a:lnTo>
                  <a:pt x="536448" y="405384"/>
                </a:lnTo>
                <a:lnTo>
                  <a:pt x="573405" y="390525"/>
                </a:lnTo>
                <a:lnTo>
                  <a:pt x="615480" y="362851"/>
                </a:lnTo>
                <a:lnTo>
                  <a:pt x="643128" y="316992"/>
                </a:lnTo>
                <a:lnTo>
                  <a:pt x="655980" y="328701"/>
                </a:lnTo>
                <a:lnTo>
                  <a:pt x="667131" y="340995"/>
                </a:lnTo>
                <a:lnTo>
                  <a:pt x="676554" y="353847"/>
                </a:lnTo>
                <a:lnTo>
                  <a:pt x="684276" y="367284"/>
                </a:lnTo>
                <a:lnTo>
                  <a:pt x="688848" y="377952"/>
                </a:lnTo>
                <a:lnTo>
                  <a:pt x="693420" y="382524"/>
                </a:lnTo>
                <a:lnTo>
                  <a:pt x="699516" y="382524"/>
                </a:lnTo>
                <a:lnTo>
                  <a:pt x="702564" y="379476"/>
                </a:lnTo>
                <a:lnTo>
                  <a:pt x="704088" y="374904"/>
                </a:lnTo>
                <a:lnTo>
                  <a:pt x="707136" y="370319"/>
                </a:lnTo>
                <a:lnTo>
                  <a:pt x="708660" y="365760"/>
                </a:lnTo>
                <a:lnTo>
                  <a:pt x="708660" y="355092"/>
                </a:lnTo>
                <a:lnTo>
                  <a:pt x="705612" y="347472"/>
                </a:lnTo>
                <a:lnTo>
                  <a:pt x="696468" y="341376"/>
                </a:lnTo>
                <a:lnTo>
                  <a:pt x="689013" y="335089"/>
                </a:lnTo>
                <a:lnTo>
                  <a:pt x="677989" y="327660"/>
                </a:lnTo>
                <a:lnTo>
                  <a:pt x="663244" y="319087"/>
                </a:lnTo>
                <a:lnTo>
                  <a:pt x="659231" y="316992"/>
                </a:lnTo>
                <a:lnTo>
                  <a:pt x="644652" y="309372"/>
                </a:lnTo>
                <a:lnTo>
                  <a:pt x="647700" y="300228"/>
                </a:lnTo>
                <a:lnTo>
                  <a:pt x="647700" y="295656"/>
                </a:lnTo>
                <a:lnTo>
                  <a:pt x="745236" y="295656"/>
                </a:lnTo>
                <a:close/>
              </a:path>
              <a:path w="855345" h="407035">
                <a:moveTo>
                  <a:pt x="847344" y="62484"/>
                </a:moveTo>
                <a:lnTo>
                  <a:pt x="821436" y="35052"/>
                </a:lnTo>
                <a:lnTo>
                  <a:pt x="804672" y="51816"/>
                </a:lnTo>
                <a:lnTo>
                  <a:pt x="725424" y="51816"/>
                </a:lnTo>
                <a:lnTo>
                  <a:pt x="740664" y="68580"/>
                </a:lnTo>
                <a:lnTo>
                  <a:pt x="749515" y="65697"/>
                </a:lnTo>
                <a:lnTo>
                  <a:pt x="757809" y="63817"/>
                </a:lnTo>
                <a:lnTo>
                  <a:pt x="765517" y="62788"/>
                </a:lnTo>
                <a:lnTo>
                  <a:pt x="772668" y="62484"/>
                </a:lnTo>
                <a:lnTo>
                  <a:pt x="847344" y="62484"/>
                </a:lnTo>
                <a:close/>
              </a:path>
              <a:path w="855345" h="407035">
                <a:moveTo>
                  <a:pt x="854964" y="150876"/>
                </a:moveTo>
                <a:lnTo>
                  <a:pt x="827532" y="121920"/>
                </a:lnTo>
                <a:lnTo>
                  <a:pt x="807720" y="141732"/>
                </a:lnTo>
                <a:lnTo>
                  <a:pt x="719328" y="141732"/>
                </a:lnTo>
                <a:lnTo>
                  <a:pt x="734568" y="156972"/>
                </a:lnTo>
                <a:lnTo>
                  <a:pt x="745159" y="154724"/>
                </a:lnTo>
                <a:lnTo>
                  <a:pt x="756475" y="152781"/>
                </a:lnTo>
                <a:lnTo>
                  <a:pt x="768642" y="151396"/>
                </a:lnTo>
                <a:lnTo>
                  <a:pt x="781812" y="150876"/>
                </a:lnTo>
                <a:lnTo>
                  <a:pt x="781812" y="365760"/>
                </a:lnTo>
                <a:lnTo>
                  <a:pt x="778764" y="371843"/>
                </a:lnTo>
                <a:lnTo>
                  <a:pt x="771144" y="371843"/>
                </a:lnTo>
                <a:lnTo>
                  <a:pt x="763727" y="370687"/>
                </a:lnTo>
                <a:lnTo>
                  <a:pt x="722376" y="365760"/>
                </a:lnTo>
                <a:lnTo>
                  <a:pt x="722376" y="373380"/>
                </a:lnTo>
                <a:lnTo>
                  <a:pt x="741514" y="381165"/>
                </a:lnTo>
                <a:lnTo>
                  <a:pt x="755523" y="388810"/>
                </a:lnTo>
                <a:lnTo>
                  <a:pt x="764374" y="396735"/>
                </a:lnTo>
                <a:lnTo>
                  <a:pt x="768096" y="405384"/>
                </a:lnTo>
                <a:lnTo>
                  <a:pt x="776668" y="401929"/>
                </a:lnTo>
                <a:lnTo>
                  <a:pt x="803148" y="377952"/>
                </a:lnTo>
                <a:lnTo>
                  <a:pt x="803148" y="371843"/>
                </a:lnTo>
                <a:lnTo>
                  <a:pt x="803148" y="150876"/>
                </a:lnTo>
                <a:lnTo>
                  <a:pt x="854964" y="15087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" name="object 47"/>
          <p:cNvSpPr/>
          <p:nvPr/>
        </p:nvSpPr>
        <p:spPr>
          <a:xfrm>
            <a:off x="4837176" y="3479101"/>
            <a:ext cx="149860" cy="293370"/>
          </a:xfrm>
          <a:custGeom>
            <a:avLst/>
            <a:gdLst/>
            <a:ahLst/>
            <a:cxnLst/>
            <a:rect l="l" t="t" r="r" b="b"/>
            <a:pathLst>
              <a:path w="149860" h="293370">
                <a:moveTo>
                  <a:pt x="25908" y="88582"/>
                </a:moveTo>
                <a:lnTo>
                  <a:pt x="13716" y="88582"/>
                </a:lnTo>
                <a:lnTo>
                  <a:pt x="9144" y="85534"/>
                </a:lnTo>
                <a:lnTo>
                  <a:pt x="4572" y="80962"/>
                </a:lnTo>
                <a:lnTo>
                  <a:pt x="1524" y="74866"/>
                </a:lnTo>
                <a:lnTo>
                  <a:pt x="0" y="67246"/>
                </a:lnTo>
                <a:lnTo>
                  <a:pt x="1524" y="56578"/>
                </a:lnTo>
                <a:lnTo>
                  <a:pt x="21336" y="23050"/>
                </a:lnTo>
                <a:lnTo>
                  <a:pt x="57912" y="1714"/>
                </a:lnTo>
                <a:lnTo>
                  <a:pt x="76962" y="0"/>
                </a:lnTo>
                <a:lnTo>
                  <a:pt x="86629" y="214"/>
                </a:lnTo>
                <a:lnTo>
                  <a:pt x="96012" y="1714"/>
                </a:lnTo>
                <a:lnTo>
                  <a:pt x="105156" y="3976"/>
                </a:lnTo>
                <a:lnTo>
                  <a:pt x="114300" y="8382"/>
                </a:lnTo>
                <a:lnTo>
                  <a:pt x="117835" y="10858"/>
                </a:lnTo>
                <a:lnTo>
                  <a:pt x="73152" y="10858"/>
                </a:lnTo>
                <a:lnTo>
                  <a:pt x="63412" y="11715"/>
                </a:lnTo>
                <a:lnTo>
                  <a:pt x="28384" y="35052"/>
                </a:lnTo>
                <a:lnTo>
                  <a:pt x="22860" y="44386"/>
                </a:lnTo>
                <a:lnTo>
                  <a:pt x="22860" y="48958"/>
                </a:lnTo>
                <a:lnTo>
                  <a:pt x="24384" y="53530"/>
                </a:lnTo>
                <a:lnTo>
                  <a:pt x="30480" y="55054"/>
                </a:lnTo>
                <a:lnTo>
                  <a:pt x="35052" y="58102"/>
                </a:lnTo>
                <a:lnTo>
                  <a:pt x="38100" y="62674"/>
                </a:lnTo>
                <a:lnTo>
                  <a:pt x="38100" y="74866"/>
                </a:lnTo>
                <a:lnTo>
                  <a:pt x="36576" y="79438"/>
                </a:lnTo>
                <a:lnTo>
                  <a:pt x="33528" y="82486"/>
                </a:lnTo>
                <a:lnTo>
                  <a:pt x="30480" y="87058"/>
                </a:lnTo>
                <a:lnTo>
                  <a:pt x="25908" y="88582"/>
                </a:lnTo>
                <a:close/>
              </a:path>
              <a:path w="149860" h="293370">
                <a:moveTo>
                  <a:pt x="76200" y="210502"/>
                </a:moveTo>
                <a:lnTo>
                  <a:pt x="70437" y="206763"/>
                </a:lnTo>
                <a:lnTo>
                  <a:pt x="66675" y="200025"/>
                </a:lnTo>
                <a:lnTo>
                  <a:pt x="64627" y="190142"/>
                </a:lnTo>
                <a:lnTo>
                  <a:pt x="64008" y="176974"/>
                </a:lnTo>
                <a:lnTo>
                  <a:pt x="65484" y="162115"/>
                </a:lnTo>
                <a:lnTo>
                  <a:pt x="70104" y="147256"/>
                </a:lnTo>
                <a:lnTo>
                  <a:pt x="78152" y="132397"/>
                </a:lnTo>
                <a:lnTo>
                  <a:pt x="89916" y="117538"/>
                </a:lnTo>
                <a:lnTo>
                  <a:pt x="100203" y="103489"/>
                </a:lnTo>
                <a:lnTo>
                  <a:pt x="108204" y="90868"/>
                </a:lnTo>
                <a:lnTo>
                  <a:pt x="113919" y="79390"/>
                </a:lnTo>
                <a:lnTo>
                  <a:pt x="117348" y="68770"/>
                </a:lnTo>
                <a:lnTo>
                  <a:pt x="118252" y="59388"/>
                </a:lnTo>
                <a:lnTo>
                  <a:pt x="116586" y="49720"/>
                </a:lnTo>
                <a:lnTo>
                  <a:pt x="91630" y="15621"/>
                </a:lnTo>
                <a:lnTo>
                  <a:pt x="73152" y="10858"/>
                </a:lnTo>
                <a:lnTo>
                  <a:pt x="117835" y="10858"/>
                </a:lnTo>
                <a:lnTo>
                  <a:pt x="146685" y="43624"/>
                </a:lnTo>
                <a:lnTo>
                  <a:pt x="149352" y="68770"/>
                </a:lnTo>
                <a:lnTo>
                  <a:pt x="145351" y="82724"/>
                </a:lnTo>
                <a:lnTo>
                  <a:pt x="137922" y="96964"/>
                </a:lnTo>
                <a:lnTo>
                  <a:pt x="127063" y="111204"/>
                </a:lnTo>
                <a:lnTo>
                  <a:pt x="112776" y="125158"/>
                </a:lnTo>
                <a:lnTo>
                  <a:pt x="98488" y="141493"/>
                </a:lnTo>
                <a:lnTo>
                  <a:pt x="87630" y="160972"/>
                </a:lnTo>
                <a:lnTo>
                  <a:pt x="80200" y="183880"/>
                </a:lnTo>
                <a:lnTo>
                  <a:pt x="76200" y="210502"/>
                </a:lnTo>
                <a:close/>
              </a:path>
              <a:path w="149860" h="293370">
                <a:moveTo>
                  <a:pt x="76200" y="292798"/>
                </a:moveTo>
                <a:lnTo>
                  <a:pt x="67056" y="292798"/>
                </a:lnTo>
                <a:lnTo>
                  <a:pt x="62484" y="291274"/>
                </a:lnTo>
                <a:lnTo>
                  <a:pt x="42410" y="256817"/>
                </a:lnTo>
                <a:lnTo>
                  <a:pt x="44005" y="249555"/>
                </a:lnTo>
                <a:lnTo>
                  <a:pt x="47601" y="243720"/>
                </a:lnTo>
                <a:lnTo>
                  <a:pt x="53340" y="239458"/>
                </a:lnTo>
                <a:lnTo>
                  <a:pt x="60960" y="234886"/>
                </a:lnTo>
                <a:lnTo>
                  <a:pt x="67056" y="233362"/>
                </a:lnTo>
                <a:lnTo>
                  <a:pt x="76200" y="233362"/>
                </a:lnTo>
                <a:lnTo>
                  <a:pt x="102108" y="262318"/>
                </a:lnTo>
                <a:lnTo>
                  <a:pt x="102155" y="269986"/>
                </a:lnTo>
                <a:lnTo>
                  <a:pt x="100203" y="276796"/>
                </a:lnTo>
                <a:lnTo>
                  <a:pt x="96535" y="282463"/>
                </a:lnTo>
                <a:lnTo>
                  <a:pt x="91440" y="286702"/>
                </a:lnTo>
                <a:lnTo>
                  <a:pt x="83820" y="291274"/>
                </a:lnTo>
                <a:lnTo>
                  <a:pt x="76200" y="29279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" name="object 48"/>
          <p:cNvSpPr/>
          <p:nvPr/>
        </p:nvSpPr>
        <p:spPr>
          <a:xfrm>
            <a:off x="1751075" y="4925567"/>
            <a:ext cx="155575" cy="155575"/>
          </a:xfrm>
          <a:custGeom>
            <a:avLst/>
            <a:gdLst/>
            <a:ahLst/>
            <a:cxnLst/>
            <a:rect l="l" t="t" r="r" b="b"/>
            <a:pathLst>
              <a:path w="155575" h="155575">
                <a:moveTo>
                  <a:pt x="155448" y="155448"/>
                </a:moveTo>
                <a:lnTo>
                  <a:pt x="0" y="155448"/>
                </a:lnTo>
                <a:lnTo>
                  <a:pt x="0" y="0"/>
                </a:lnTo>
                <a:lnTo>
                  <a:pt x="155448" y="0"/>
                </a:lnTo>
                <a:lnTo>
                  <a:pt x="155448" y="155448"/>
                </a:lnTo>
                <a:close/>
              </a:path>
            </a:pathLst>
          </a:custGeom>
          <a:solidFill>
            <a:srgbClr val="3333C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" name="object 49"/>
          <p:cNvSpPr/>
          <p:nvPr/>
        </p:nvSpPr>
        <p:spPr>
          <a:xfrm>
            <a:off x="2129015" y="4736604"/>
            <a:ext cx="833755" cy="408940"/>
          </a:xfrm>
          <a:custGeom>
            <a:avLst/>
            <a:gdLst/>
            <a:ahLst/>
            <a:cxnLst/>
            <a:rect l="l" t="t" r="r" b="b"/>
            <a:pathLst>
              <a:path w="833755" h="408939">
                <a:moveTo>
                  <a:pt x="335280" y="21336"/>
                </a:moveTo>
                <a:lnTo>
                  <a:pt x="333222" y="19812"/>
                </a:lnTo>
                <a:lnTo>
                  <a:pt x="306324" y="0"/>
                </a:lnTo>
                <a:lnTo>
                  <a:pt x="297180" y="14859"/>
                </a:lnTo>
                <a:lnTo>
                  <a:pt x="297180" y="28956"/>
                </a:lnTo>
                <a:lnTo>
                  <a:pt x="297180" y="68580"/>
                </a:lnTo>
                <a:lnTo>
                  <a:pt x="297180" y="77724"/>
                </a:lnTo>
                <a:lnTo>
                  <a:pt x="297180" y="117348"/>
                </a:lnTo>
                <a:lnTo>
                  <a:pt x="109728" y="117348"/>
                </a:lnTo>
                <a:lnTo>
                  <a:pt x="109728" y="77724"/>
                </a:lnTo>
                <a:lnTo>
                  <a:pt x="297180" y="77724"/>
                </a:lnTo>
                <a:lnTo>
                  <a:pt x="297180" y="68580"/>
                </a:lnTo>
                <a:lnTo>
                  <a:pt x="109728" y="68580"/>
                </a:lnTo>
                <a:lnTo>
                  <a:pt x="109728" y="28956"/>
                </a:lnTo>
                <a:lnTo>
                  <a:pt x="297180" y="28956"/>
                </a:lnTo>
                <a:lnTo>
                  <a:pt x="297180" y="14859"/>
                </a:lnTo>
                <a:lnTo>
                  <a:pt x="294132" y="19812"/>
                </a:lnTo>
                <a:lnTo>
                  <a:pt x="109728" y="19812"/>
                </a:lnTo>
                <a:lnTo>
                  <a:pt x="83820" y="6096"/>
                </a:lnTo>
                <a:lnTo>
                  <a:pt x="84061" y="22644"/>
                </a:lnTo>
                <a:lnTo>
                  <a:pt x="85115" y="58597"/>
                </a:lnTo>
                <a:lnTo>
                  <a:pt x="85242" y="68580"/>
                </a:lnTo>
                <a:lnTo>
                  <a:pt x="85115" y="96837"/>
                </a:lnTo>
                <a:lnTo>
                  <a:pt x="84061" y="132791"/>
                </a:lnTo>
                <a:lnTo>
                  <a:pt x="83820" y="149352"/>
                </a:lnTo>
                <a:lnTo>
                  <a:pt x="109728" y="141732"/>
                </a:lnTo>
                <a:lnTo>
                  <a:pt x="109728" y="126492"/>
                </a:lnTo>
                <a:lnTo>
                  <a:pt x="297180" y="126492"/>
                </a:lnTo>
                <a:lnTo>
                  <a:pt x="297180" y="147828"/>
                </a:lnTo>
                <a:lnTo>
                  <a:pt x="323088" y="135636"/>
                </a:lnTo>
                <a:lnTo>
                  <a:pt x="322478" y="126492"/>
                </a:lnTo>
                <a:lnTo>
                  <a:pt x="322211" y="122466"/>
                </a:lnTo>
                <a:lnTo>
                  <a:pt x="322110" y="117348"/>
                </a:lnTo>
                <a:lnTo>
                  <a:pt x="321754" y="101155"/>
                </a:lnTo>
                <a:lnTo>
                  <a:pt x="321627" y="77724"/>
                </a:lnTo>
                <a:lnTo>
                  <a:pt x="321589" y="68580"/>
                </a:lnTo>
                <a:lnTo>
                  <a:pt x="321564" y="33528"/>
                </a:lnTo>
                <a:lnTo>
                  <a:pt x="326707" y="28956"/>
                </a:lnTo>
                <a:lnTo>
                  <a:pt x="335280" y="21336"/>
                </a:lnTo>
                <a:close/>
              </a:path>
              <a:path w="833755" h="408939">
                <a:moveTo>
                  <a:pt x="397764" y="173736"/>
                </a:moveTo>
                <a:lnTo>
                  <a:pt x="359664" y="135636"/>
                </a:lnTo>
                <a:lnTo>
                  <a:pt x="332232" y="163068"/>
                </a:lnTo>
                <a:lnTo>
                  <a:pt x="166116" y="163068"/>
                </a:lnTo>
                <a:lnTo>
                  <a:pt x="166116" y="313944"/>
                </a:lnTo>
                <a:lnTo>
                  <a:pt x="85344" y="327660"/>
                </a:lnTo>
                <a:lnTo>
                  <a:pt x="85344" y="271272"/>
                </a:lnTo>
                <a:lnTo>
                  <a:pt x="166116" y="271272"/>
                </a:lnTo>
                <a:lnTo>
                  <a:pt x="166116" y="260604"/>
                </a:lnTo>
                <a:lnTo>
                  <a:pt x="85344" y="260604"/>
                </a:lnTo>
                <a:lnTo>
                  <a:pt x="85344" y="220980"/>
                </a:lnTo>
                <a:lnTo>
                  <a:pt x="166116" y="220980"/>
                </a:lnTo>
                <a:lnTo>
                  <a:pt x="166116" y="210312"/>
                </a:lnTo>
                <a:lnTo>
                  <a:pt x="85344" y="210312"/>
                </a:lnTo>
                <a:lnTo>
                  <a:pt x="85344" y="173736"/>
                </a:lnTo>
                <a:lnTo>
                  <a:pt x="166116" y="173736"/>
                </a:lnTo>
                <a:lnTo>
                  <a:pt x="166116" y="163068"/>
                </a:lnTo>
                <a:lnTo>
                  <a:pt x="0" y="163068"/>
                </a:lnTo>
                <a:lnTo>
                  <a:pt x="13716" y="178308"/>
                </a:lnTo>
                <a:lnTo>
                  <a:pt x="36576" y="173736"/>
                </a:lnTo>
                <a:lnTo>
                  <a:pt x="60960" y="173736"/>
                </a:lnTo>
                <a:lnTo>
                  <a:pt x="60960" y="332232"/>
                </a:lnTo>
                <a:lnTo>
                  <a:pt x="44627" y="334518"/>
                </a:lnTo>
                <a:lnTo>
                  <a:pt x="29718" y="336804"/>
                </a:lnTo>
                <a:lnTo>
                  <a:pt x="15963" y="339090"/>
                </a:lnTo>
                <a:lnTo>
                  <a:pt x="3048" y="341376"/>
                </a:lnTo>
                <a:lnTo>
                  <a:pt x="24384" y="373380"/>
                </a:lnTo>
                <a:lnTo>
                  <a:pt x="26911" y="369951"/>
                </a:lnTo>
                <a:lnTo>
                  <a:pt x="32004" y="366522"/>
                </a:lnTo>
                <a:lnTo>
                  <a:pt x="88582" y="347091"/>
                </a:lnTo>
                <a:lnTo>
                  <a:pt x="166116" y="327660"/>
                </a:lnTo>
                <a:lnTo>
                  <a:pt x="166116" y="408432"/>
                </a:lnTo>
                <a:lnTo>
                  <a:pt x="188976" y="394716"/>
                </a:lnTo>
                <a:lnTo>
                  <a:pt x="188976" y="320040"/>
                </a:lnTo>
                <a:lnTo>
                  <a:pt x="230428" y="307848"/>
                </a:lnTo>
                <a:lnTo>
                  <a:pt x="240792" y="304800"/>
                </a:lnTo>
                <a:lnTo>
                  <a:pt x="239268" y="297180"/>
                </a:lnTo>
                <a:lnTo>
                  <a:pt x="188976" y="307848"/>
                </a:lnTo>
                <a:lnTo>
                  <a:pt x="188976" y="271272"/>
                </a:lnTo>
                <a:lnTo>
                  <a:pt x="188976" y="260604"/>
                </a:lnTo>
                <a:lnTo>
                  <a:pt x="188976" y="220980"/>
                </a:lnTo>
                <a:lnTo>
                  <a:pt x="188976" y="210312"/>
                </a:lnTo>
                <a:lnTo>
                  <a:pt x="188976" y="173736"/>
                </a:lnTo>
                <a:lnTo>
                  <a:pt x="397764" y="173736"/>
                </a:lnTo>
                <a:close/>
              </a:path>
              <a:path w="833755" h="408939">
                <a:moveTo>
                  <a:pt x="399288" y="368808"/>
                </a:moveTo>
                <a:lnTo>
                  <a:pt x="359854" y="361518"/>
                </a:lnTo>
                <a:lnTo>
                  <a:pt x="326326" y="342328"/>
                </a:lnTo>
                <a:lnTo>
                  <a:pt x="317322" y="335280"/>
                </a:lnTo>
                <a:lnTo>
                  <a:pt x="313639" y="332397"/>
                </a:lnTo>
                <a:lnTo>
                  <a:pt x="300228" y="320040"/>
                </a:lnTo>
                <a:lnTo>
                  <a:pt x="310908" y="304800"/>
                </a:lnTo>
                <a:lnTo>
                  <a:pt x="314833" y="299199"/>
                </a:lnTo>
                <a:lnTo>
                  <a:pt x="328993" y="275653"/>
                </a:lnTo>
                <a:lnTo>
                  <a:pt x="342887" y="249529"/>
                </a:lnTo>
                <a:lnTo>
                  <a:pt x="356616" y="220980"/>
                </a:lnTo>
                <a:lnTo>
                  <a:pt x="364236" y="216408"/>
                </a:lnTo>
                <a:lnTo>
                  <a:pt x="371856" y="211836"/>
                </a:lnTo>
                <a:lnTo>
                  <a:pt x="344424" y="187452"/>
                </a:lnTo>
                <a:lnTo>
                  <a:pt x="332232" y="203708"/>
                </a:lnTo>
                <a:lnTo>
                  <a:pt x="332232" y="216408"/>
                </a:lnTo>
                <a:lnTo>
                  <a:pt x="327647" y="227596"/>
                </a:lnTo>
                <a:lnTo>
                  <a:pt x="306451" y="272008"/>
                </a:lnTo>
                <a:lnTo>
                  <a:pt x="286512" y="304800"/>
                </a:lnTo>
                <a:lnTo>
                  <a:pt x="279679" y="296240"/>
                </a:lnTo>
                <a:lnTo>
                  <a:pt x="254939" y="252615"/>
                </a:lnTo>
                <a:lnTo>
                  <a:pt x="240792" y="216408"/>
                </a:lnTo>
                <a:lnTo>
                  <a:pt x="332232" y="216408"/>
                </a:lnTo>
                <a:lnTo>
                  <a:pt x="332232" y="203708"/>
                </a:lnTo>
                <a:lnTo>
                  <a:pt x="330708" y="205740"/>
                </a:lnTo>
                <a:lnTo>
                  <a:pt x="196596" y="205740"/>
                </a:lnTo>
                <a:lnTo>
                  <a:pt x="210312" y="219456"/>
                </a:lnTo>
                <a:lnTo>
                  <a:pt x="233172" y="216408"/>
                </a:lnTo>
                <a:lnTo>
                  <a:pt x="236651" y="231216"/>
                </a:lnTo>
                <a:lnTo>
                  <a:pt x="240411" y="245745"/>
                </a:lnTo>
                <a:lnTo>
                  <a:pt x="244754" y="259689"/>
                </a:lnTo>
                <a:lnTo>
                  <a:pt x="249936" y="272796"/>
                </a:lnTo>
                <a:lnTo>
                  <a:pt x="254825" y="285343"/>
                </a:lnTo>
                <a:lnTo>
                  <a:pt x="260413" y="297751"/>
                </a:lnTo>
                <a:lnTo>
                  <a:pt x="266877" y="309867"/>
                </a:lnTo>
                <a:lnTo>
                  <a:pt x="274320" y="321564"/>
                </a:lnTo>
                <a:lnTo>
                  <a:pt x="256057" y="341820"/>
                </a:lnTo>
                <a:lnTo>
                  <a:pt x="235648" y="361378"/>
                </a:lnTo>
                <a:lnTo>
                  <a:pt x="213245" y="380060"/>
                </a:lnTo>
                <a:lnTo>
                  <a:pt x="188976" y="397764"/>
                </a:lnTo>
                <a:lnTo>
                  <a:pt x="195072" y="403860"/>
                </a:lnTo>
                <a:lnTo>
                  <a:pt x="222224" y="386918"/>
                </a:lnTo>
                <a:lnTo>
                  <a:pt x="246507" y="370141"/>
                </a:lnTo>
                <a:lnTo>
                  <a:pt x="267944" y="353060"/>
                </a:lnTo>
                <a:lnTo>
                  <a:pt x="286512" y="335280"/>
                </a:lnTo>
                <a:lnTo>
                  <a:pt x="296786" y="346151"/>
                </a:lnTo>
                <a:lnTo>
                  <a:pt x="326136" y="373380"/>
                </a:lnTo>
                <a:lnTo>
                  <a:pt x="364236" y="396240"/>
                </a:lnTo>
                <a:lnTo>
                  <a:pt x="369722" y="388848"/>
                </a:lnTo>
                <a:lnTo>
                  <a:pt x="377190" y="382905"/>
                </a:lnTo>
                <a:lnTo>
                  <a:pt x="386956" y="378663"/>
                </a:lnTo>
                <a:lnTo>
                  <a:pt x="399288" y="376428"/>
                </a:lnTo>
                <a:lnTo>
                  <a:pt x="399288" y="368808"/>
                </a:lnTo>
                <a:close/>
              </a:path>
              <a:path w="833755" h="408939">
                <a:moveTo>
                  <a:pt x="800100" y="230124"/>
                </a:moveTo>
                <a:lnTo>
                  <a:pt x="792480" y="222504"/>
                </a:lnTo>
                <a:lnTo>
                  <a:pt x="775716" y="205740"/>
                </a:lnTo>
                <a:lnTo>
                  <a:pt x="760476" y="219710"/>
                </a:lnTo>
                <a:lnTo>
                  <a:pt x="760476" y="233172"/>
                </a:lnTo>
                <a:lnTo>
                  <a:pt x="760476" y="344424"/>
                </a:lnTo>
                <a:lnTo>
                  <a:pt x="605028" y="344424"/>
                </a:lnTo>
                <a:lnTo>
                  <a:pt x="605028" y="233172"/>
                </a:lnTo>
                <a:lnTo>
                  <a:pt x="760476" y="233172"/>
                </a:lnTo>
                <a:lnTo>
                  <a:pt x="760476" y="219710"/>
                </a:lnTo>
                <a:lnTo>
                  <a:pt x="757428" y="222504"/>
                </a:lnTo>
                <a:lnTo>
                  <a:pt x="608076" y="222504"/>
                </a:lnTo>
                <a:lnTo>
                  <a:pt x="579120" y="207264"/>
                </a:lnTo>
                <a:lnTo>
                  <a:pt x="579310" y="222504"/>
                </a:lnTo>
                <a:lnTo>
                  <a:pt x="579424" y="230124"/>
                </a:lnTo>
                <a:lnTo>
                  <a:pt x="580402" y="273291"/>
                </a:lnTo>
                <a:lnTo>
                  <a:pt x="580631" y="298704"/>
                </a:lnTo>
                <a:lnTo>
                  <a:pt x="579501" y="351472"/>
                </a:lnTo>
                <a:lnTo>
                  <a:pt x="576072" y="394716"/>
                </a:lnTo>
                <a:lnTo>
                  <a:pt x="605028" y="382524"/>
                </a:lnTo>
                <a:lnTo>
                  <a:pt x="605028" y="355092"/>
                </a:lnTo>
                <a:lnTo>
                  <a:pt x="760476" y="355092"/>
                </a:lnTo>
                <a:lnTo>
                  <a:pt x="760476" y="385572"/>
                </a:lnTo>
                <a:lnTo>
                  <a:pt x="787908" y="376428"/>
                </a:lnTo>
                <a:lnTo>
                  <a:pt x="786790" y="364972"/>
                </a:lnTo>
                <a:lnTo>
                  <a:pt x="785964" y="355092"/>
                </a:lnTo>
                <a:lnTo>
                  <a:pt x="785812" y="353377"/>
                </a:lnTo>
                <a:lnTo>
                  <a:pt x="785304" y="344424"/>
                </a:lnTo>
                <a:lnTo>
                  <a:pt x="785126" y="341490"/>
                </a:lnTo>
                <a:lnTo>
                  <a:pt x="784860" y="329184"/>
                </a:lnTo>
                <a:lnTo>
                  <a:pt x="784860" y="240792"/>
                </a:lnTo>
                <a:lnTo>
                  <a:pt x="795756" y="233172"/>
                </a:lnTo>
                <a:lnTo>
                  <a:pt x="800100" y="230124"/>
                </a:lnTo>
                <a:close/>
              </a:path>
              <a:path w="833755" h="408939">
                <a:moveTo>
                  <a:pt x="833628" y="149352"/>
                </a:moveTo>
                <a:lnTo>
                  <a:pt x="823468" y="138684"/>
                </a:lnTo>
                <a:lnTo>
                  <a:pt x="803148" y="117348"/>
                </a:lnTo>
                <a:lnTo>
                  <a:pt x="780288" y="138684"/>
                </a:lnTo>
                <a:lnTo>
                  <a:pt x="537972" y="138684"/>
                </a:lnTo>
                <a:lnTo>
                  <a:pt x="537972" y="68580"/>
                </a:lnTo>
                <a:lnTo>
                  <a:pt x="583107" y="64858"/>
                </a:lnTo>
                <a:lnTo>
                  <a:pt x="626935" y="60579"/>
                </a:lnTo>
                <a:lnTo>
                  <a:pt x="650227" y="57912"/>
                </a:lnTo>
                <a:lnTo>
                  <a:pt x="669353" y="55714"/>
                </a:lnTo>
                <a:lnTo>
                  <a:pt x="710184" y="50292"/>
                </a:lnTo>
                <a:lnTo>
                  <a:pt x="746747" y="46291"/>
                </a:lnTo>
                <a:lnTo>
                  <a:pt x="776287" y="43434"/>
                </a:lnTo>
                <a:lnTo>
                  <a:pt x="798703" y="41719"/>
                </a:lnTo>
                <a:lnTo>
                  <a:pt x="813816" y="41148"/>
                </a:lnTo>
                <a:lnTo>
                  <a:pt x="789432" y="9144"/>
                </a:lnTo>
                <a:lnTo>
                  <a:pt x="733501" y="28206"/>
                </a:lnTo>
                <a:lnTo>
                  <a:pt x="669823" y="41617"/>
                </a:lnTo>
                <a:lnTo>
                  <a:pt x="631126" y="47625"/>
                </a:lnTo>
                <a:lnTo>
                  <a:pt x="588149" y="53047"/>
                </a:lnTo>
                <a:lnTo>
                  <a:pt x="541020" y="57912"/>
                </a:lnTo>
                <a:lnTo>
                  <a:pt x="512064" y="39624"/>
                </a:lnTo>
                <a:lnTo>
                  <a:pt x="512953" y="75907"/>
                </a:lnTo>
                <a:lnTo>
                  <a:pt x="513397" y="111633"/>
                </a:lnTo>
                <a:lnTo>
                  <a:pt x="513537" y="138684"/>
                </a:lnTo>
                <a:lnTo>
                  <a:pt x="513588" y="181356"/>
                </a:lnTo>
                <a:lnTo>
                  <a:pt x="511873" y="214477"/>
                </a:lnTo>
                <a:lnTo>
                  <a:pt x="505015" y="273291"/>
                </a:lnTo>
                <a:lnTo>
                  <a:pt x="491286" y="323888"/>
                </a:lnTo>
                <a:lnTo>
                  <a:pt x="463232" y="375424"/>
                </a:lnTo>
                <a:lnTo>
                  <a:pt x="443484" y="402336"/>
                </a:lnTo>
                <a:lnTo>
                  <a:pt x="448056" y="406908"/>
                </a:lnTo>
                <a:lnTo>
                  <a:pt x="489394" y="360997"/>
                </a:lnTo>
                <a:lnTo>
                  <a:pt x="518160" y="309372"/>
                </a:lnTo>
                <a:lnTo>
                  <a:pt x="534352" y="241935"/>
                </a:lnTo>
                <a:lnTo>
                  <a:pt x="537667" y="198780"/>
                </a:lnTo>
                <a:lnTo>
                  <a:pt x="537972" y="149352"/>
                </a:lnTo>
                <a:lnTo>
                  <a:pt x="833628" y="14935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" name="object 50"/>
          <p:cNvSpPr/>
          <p:nvPr/>
        </p:nvSpPr>
        <p:spPr>
          <a:xfrm>
            <a:off x="3020567" y="4742688"/>
            <a:ext cx="398145" cy="394970"/>
          </a:xfrm>
          <a:custGeom>
            <a:avLst/>
            <a:gdLst/>
            <a:ahLst/>
            <a:cxnLst/>
            <a:rect l="l" t="t" r="r" b="b"/>
            <a:pathLst>
              <a:path w="398145" h="394970">
                <a:moveTo>
                  <a:pt x="308065" y="16764"/>
                </a:moveTo>
                <a:lnTo>
                  <a:pt x="271272" y="16764"/>
                </a:lnTo>
                <a:lnTo>
                  <a:pt x="286512" y="0"/>
                </a:lnTo>
                <a:lnTo>
                  <a:pt x="308065" y="16764"/>
                </a:lnTo>
                <a:close/>
              </a:path>
              <a:path w="398145" h="394970">
                <a:moveTo>
                  <a:pt x="97536" y="176784"/>
                </a:moveTo>
                <a:lnTo>
                  <a:pt x="97774" y="155067"/>
                </a:lnTo>
                <a:lnTo>
                  <a:pt x="98821" y="111633"/>
                </a:lnTo>
                <a:lnTo>
                  <a:pt x="99060" y="89916"/>
                </a:lnTo>
                <a:lnTo>
                  <a:pt x="99036" y="68818"/>
                </a:lnTo>
                <a:lnTo>
                  <a:pt x="98869" y="46863"/>
                </a:lnTo>
                <a:lnTo>
                  <a:pt x="98417" y="24336"/>
                </a:lnTo>
                <a:lnTo>
                  <a:pt x="97536" y="1524"/>
                </a:lnTo>
                <a:lnTo>
                  <a:pt x="124968" y="16764"/>
                </a:lnTo>
                <a:lnTo>
                  <a:pt x="308065" y="16764"/>
                </a:lnTo>
                <a:lnTo>
                  <a:pt x="313944" y="21336"/>
                </a:lnTo>
                <a:lnTo>
                  <a:pt x="306324" y="27432"/>
                </a:lnTo>
                <a:lnTo>
                  <a:pt x="123444" y="27432"/>
                </a:lnTo>
                <a:lnTo>
                  <a:pt x="123444" y="77724"/>
                </a:lnTo>
                <a:lnTo>
                  <a:pt x="298727" y="77724"/>
                </a:lnTo>
                <a:lnTo>
                  <a:pt x="298775" y="88392"/>
                </a:lnTo>
                <a:lnTo>
                  <a:pt x="123444" y="88392"/>
                </a:lnTo>
                <a:lnTo>
                  <a:pt x="123444" y="140208"/>
                </a:lnTo>
                <a:lnTo>
                  <a:pt x="299331" y="140208"/>
                </a:lnTo>
                <a:lnTo>
                  <a:pt x="299346" y="141112"/>
                </a:lnTo>
                <a:lnTo>
                  <a:pt x="299801" y="150876"/>
                </a:lnTo>
                <a:lnTo>
                  <a:pt x="123444" y="150876"/>
                </a:lnTo>
                <a:lnTo>
                  <a:pt x="123444" y="166116"/>
                </a:lnTo>
                <a:lnTo>
                  <a:pt x="97536" y="176784"/>
                </a:lnTo>
                <a:close/>
              </a:path>
              <a:path w="398145" h="394970">
                <a:moveTo>
                  <a:pt x="298727" y="77724"/>
                </a:moveTo>
                <a:lnTo>
                  <a:pt x="274320" y="77724"/>
                </a:lnTo>
                <a:lnTo>
                  <a:pt x="274320" y="27432"/>
                </a:lnTo>
                <a:lnTo>
                  <a:pt x="306324" y="27432"/>
                </a:lnTo>
                <a:lnTo>
                  <a:pt x="298704" y="33528"/>
                </a:lnTo>
                <a:lnTo>
                  <a:pt x="298727" y="77724"/>
                </a:lnTo>
                <a:close/>
              </a:path>
              <a:path w="398145" h="394970">
                <a:moveTo>
                  <a:pt x="299331" y="140208"/>
                </a:moveTo>
                <a:lnTo>
                  <a:pt x="274320" y="140208"/>
                </a:lnTo>
                <a:lnTo>
                  <a:pt x="274320" y="88392"/>
                </a:lnTo>
                <a:lnTo>
                  <a:pt x="298775" y="88392"/>
                </a:lnTo>
                <a:lnTo>
                  <a:pt x="298894" y="113919"/>
                </a:lnTo>
                <a:lnTo>
                  <a:pt x="299331" y="140208"/>
                </a:lnTo>
                <a:close/>
              </a:path>
              <a:path w="398145" h="394970">
                <a:moveTo>
                  <a:pt x="274320" y="173736"/>
                </a:moveTo>
                <a:lnTo>
                  <a:pt x="274320" y="150876"/>
                </a:lnTo>
                <a:lnTo>
                  <a:pt x="299801" y="150876"/>
                </a:lnTo>
                <a:lnTo>
                  <a:pt x="300227" y="160020"/>
                </a:lnTo>
                <a:lnTo>
                  <a:pt x="274320" y="173736"/>
                </a:lnTo>
                <a:close/>
              </a:path>
              <a:path w="398145" h="394970">
                <a:moveTo>
                  <a:pt x="21336" y="211836"/>
                </a:moveTo>
                <a:lnTo>
                  <a:pt x="4572" y="195072"/>
                </a:lnTo>
                <a:lnTo>
                  <a:pt x="326136" y="195072"/>
                </a:lnTo>
                <a:lnTo>
                  <a:pt x="352044" y="169164"/>
                </a:lnTo>
                <a:lnTo>
                  <a:pt x="388620" y="205740"/>
                </a:lnTo>
                <a:lnTo>
                  <a:pt x="62484" y="205740"/>
                </a:lnTo>
                <a:lnTo>
                  <a:pt x="51339" y="206049"/>
                </a:lnTo>
                <a:lnTo>
                  <a:pt x="40767" y="207073"/>
                </a:lnTo>
                <a:lnTo>
                  <a:pt x="30765" y="208954"/>
                </a:lnTo>
                <a:lnTo>
                  <a:pt x="21336" y="211836"/>
                </a:lnTo>
                <a:close/>
              </a:path>
              <a:path w="398145" h="394970">
                <a:moveTo>
                  <a:pt x="213360" y="339852"/>
                </a:moveTo>
                <a:lnTo>
                  <a:pt x="188976" y="339852"/>
                </a:lnTo>
                <a:lnTo>
                  <a:pt x="188976" y="205740"/>
                </a:lnTo>
                <a:lnTo>
                  <a:pt x="213360" y="205740"/>
                </a:lnTo>
                <a:lnTo>
                  <a:pt x="213360" y="265175"/>
                </a:lnTo>
                <a:lnTo>
                  <a:pt x="348995" y="265175"/>
                </a:lnTo>
                <a:lnTo>
                  <a:pt x="359664" y="275844"/>
                </a:lnTo>
                <a:lnTo>
                  <a:pt x="213360" y="275844"/>
                </a:lnTo>
                <a:lnTo>
                  <a:pt x="213360" y="339852"/>
                </a:lnTo>
                <a:close/>
              </a:path>
              <a:path w="398145" h="394970">
                <a:moveTo>
                  <a:pt x="3048" y="394716"/>
                </a:moveTo>
                <a:lnTo>
                  <a:pt x="0" y="388620"/>
                </a:lnTo>
                <a:lnTo>
                  <a:pt x="34290" y="356330"/>
                </a:lnTo>
                <a:lnTo>
                  <a:pt x="61722" y="316611"/>
                </a:lnTo>
                <a:lnTo>
                  <a:pt x="82296" y="269462"/>
                </a:lnTo>
                <a:lnTo>
                  <a:pt x="96012" y="214884"/>
                </a:lnTo>
                <a:lnTo>
                  <a:pt x="134112" y="237744"/>
                </a:lnTo>
                <a:lnTo>
                  <a:pt x="112395" y="264414"/>
                </a:lnTo>
                <a:lnTo>
                  <a:pt x="109204" y="271843"/>
                </a:lnTo>
                <a:lnTo>
                  <a:pt x="105156" y="280416"/>
                </a:lnTo>
                <a:lnTo>
                  <a:pt x="113825" y="289560"/>
                </a:lnTo>
                <a:lnTo>
                  <a:pt x="100584" y="289560"/>
                </a:lnTo>
                <a:lnTo>
                  <a:pt x="82343" y="323564"/>
                </a:lnTo>
                <a:lnTo>
                  <a:pt x="59817" y="352425"/>
                </a:lnTo>
                <a:lnTo>
                  <a:pt x="33289" y="376142"/>
                </a:lnTo>
                <a:lnTo>
                  <a:pt x="3048" y="394716"/>
                </a:lnTo>
                <a:close/>
              </a:path>
              <a:path w="398145" h="394970">
                <a:moveTo>
                  <a:pt x="348995" y="265175"/>
                </a:moveTo>
                <a:lnTo>
                  <a:pt x="304800" y="265175"/>
                </a:lnTo>
                <a:lnTo>
                  <a:pt x="326136" y="242316"/>
                </a:lnTo>
                <a:lnTo>
                  <a:pt x="348995" y="265175"/>
                </a:lnTo>
                <a:close/>
              </a:path>
              <a:path w="398145" h="394970">
                <a:moveTo>
                  <a:pt x="362712" y="388620"/>
                </a:moveTo>
                <a:lnTo>
                  <a:pt x="315229" y="386643"/>
                </a:lnTo>
                <a:lnTo>
                  <a:pt x="275463" y="383095"/>
                </a:lnTo>
                <a:lnTo>
                  <a:pt x="217932" y="371856"/>
                </a:lnTo>
                <a:lnTo>
                  <a:pt x="178879" y="357378"/>
                </a:lnTo>
                <a:lnTo>
                  <a:pt x="135302" y="327493"/>
                </a:lnTo>
                <a:lnTo>
                  <a:pt x="100584" y="289560"/>
                </a:lnTo>
                <a:lnTo>
                  <a:pt x="113825" y="289560"/>
                </a:lnTo>
                <a:lnTo>
                  <a:pt x="121681" y="297846"/>
                </a:lnTo>
                <a:lnTo>
                  <a:pt x="141351" y="313563"/>
                </a:lnTo>
                <a:lnTo>
                  <a:pt x="163877" y="327564"/>
                </a:lnTo>
                <a:lnTo>
                  <a:pt x="188976" y="339852"/>
                </a:lnTo>
                <a:lnTo>
                  <a:pt x="213360" y="339852"/>
                </a:lnTo>
                <a:lnTo>
                  <a:pt x="213360" y="347472"/>
                </a:lnTo>
                <a:lnTo>
                  <a:pt x="230838" y="351472"/>
                </a:lnTo>
                <a:lnTo>
                  <a:pt x="251460" y="354330"/>
                </a:lnTo>
                <a:lnTo>
                  <a:pt x="275510" y="356044"/>
                </a:lnTo>
                <a:lnTo>
                  <a:pt x="303275" y="356616"/>
                </a:lnTo>
                <a:lnTo>
                  <a:pt x="397764" y="356616"/>
                </a:lnTo>
                <a:lnTo>
                  <a:pt x="397764" y="361188"/>
                </a:lnTo>
                <a:lnTo>
                  <a:pt x="383714" y="365474"/>
                </a:lnTo>
                <a:lnTo>
                  <a:pt x="373380" y="371475"/>
                </a:lnTo>
                <a:lnTo>
                  <a:pt x="366474" y="379190"/>
                </a:lnTo>
                <a:lnTo>
                  <a:pt x="362712" y="388620"/>
                </a:lnTo>
                <a:close/>
              </a:path>
              <a:path w="398145" h="394970">
                <a:moveTo>
                  <a:pt x="397764" y="356616"/>
                </a:moveTo>
                <a:lnTo>
                  <a:pt x="303275" y="356616"/>
                </a:lnTo>
                <a:lnTo>
                  <a:pt x="330684" y="356330"/>
                </a:lnTo>
                <a:lnTo>
                  <a:pt x="355663" y="355473"/>
                </a:lnTo>
                <a:lnTo>
                  <a:pt x="378071" y="354044"/>
                </a:lnTo>
                <a:lnTo>
                  <a:pt x="397764" y="352044"/>
                </a:lnTo>
                <a:lnTo>
                  <a:pt x="397764" y="35661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" name="object 51"/>
          <p:cNvSpPr/>
          <p:nvPr/>
        </p:nvSpPr>
        <p:spPr>
          <a:xfrm>
            <a:off x="3465563" y="4736591"/>
            <a:ext cx="832485" cy="407034"/>
          </a:xfrm>
          <a:custGeom>
            <a:avLst/>
            <a:gdLst/>
            <a:ahLst/>
            <a:cxnLst/>
            <a:rect l="l" t="t" r="r" b="b"/>
            <a:pathLst>
              <a:path w="832485" h="407035">
                <a:moveTo>
                  <a:pt x="396240" y="188976"/>
                </a:moveTo>
                <a:lnTo>
                  <a:pt x="358140" y="150876"/>
                </a:lnTo>
                <a:lnTo>
                  <a:pt x="323088" y="179832"/>
                </a:lnTo>
                <a:lnTo>
                  <a:pt x="0" y="179832"/>
                </a:lnTo>
                <a:lnTo>
                  <a:pt x="15240" y="195072"/>
                </a:lnTo>
                <a:lnTo>
                  <a:pt x="25196" y="192836"/>
                </a:lnTo>
                <a:lnTo>
                  <a:pt x="36576" y="190881"/>
                </a:lnTo>
                <a:lnTo>
                  <a:pt x="49110" y="189509"/>
                </a:lnTo>
                <a:lnTo>
                  <a:pt x="62484" y="188976"/>
                </a:lnTo>
                <a:lnTo>
                  <a:pt x="396240" y="188976"/>
                </a:lnTo>
                <a:close/>
              </a:path>
              <a:path w="832485" h="407035">
                <a:moveTo>
                  <a:pt x="623316" y="138684"/>
                </a:moveTo>
                <a:lnTo>
                  <a:pt x="594360" y="108204"/>
                </a:lnTo>
                <a:lnTo>
                  <a:pt x="573024" y="129540"/>
                </a:lnTo>
                <a:lnTo>
                  <a:pt x="551688" y="129540"/>
                </a:lnTo>
                <a:lnTo>
                  <a:pt x="551688" y="53340"/>
                </a:lnTo>
                <a:lnTo>
                  <a:pt x="551688" y="50292"/>
                </a:lnTo>
                <a:lnTo>
                  <a:pt x="618744" y="41148"/>
                </a:lnTo>
                <a:lnTo>
                  <a:pt x="592836" y="12192"/>
                </a:lnTo>
                <a:lnTo>
                  <a:pt x="581152" y="19913"/>
                </a:lnTo>
                <a:lnTo>
                  <a:pt x="566737" y="27051"/>
                </a:lnTo>
                <a:lnTo>
                  <a:pt x="530352" y="39624"/>
                </a:lnTo>
                <a:lnTo>
                  <a:pt x="489775" y="49149"/>
                </a:lnTo>
                <a:lnTo>
                  <a:pt x="452628" y="56388"/>
                </a:lnTo>
                <a:lnTo>
                  <a:pt x="452628" y="62484"/>
                </a:lnTo>
                <a:lnTo>
                  <a:pt x="472922" y="61061"/>
                </a:lnTo>
                <a:lnTo>
                  <a:pt x="492633" y="59055"/>
                </a:lnTo>
                <a:lnTo>
                  <a:pt x="511784" y="56489"/>
                </a:lnTo>
                <a:lnTo>
                  <a:pt x="530352" y="53340"/>
                </a:lnTo>
                <a:lnTo>
                  <a:pt x="530352" y="129540"/>
                </a:lnTo>
                <a:lnTo>
                  <a:pt x="440436" y="129540"/>
                </a:lnTo>
                <a:lnTo>
                  <a:pt x="457200" y="144780"/>
                </a:lnTo>
                <a:lnTo>
                  <a:pt x="466636" y="142544"/>
                </a:lnTo>
                <a:lnTo>
                  <a:pt x="476631" y="140589"/>
                </a:lnTo>
                <a:lnTo>
                  <a:pt x="487210" y="139217"/>
                </a:lnTo>
                <a:lnTo>
                  <a:pt x="498348" y="138684"/>
                </a:lnTo>
                <a:lnTo>
                  <a:pt x="530352" y="138684"/>
                </a:lnTo>
                <a:lnTo>
                  <a:pt x="516255" y="180975"/>
                </a:lnTo>
                <a:lnTo>
                  <a:pt x="495300" y="225552"/>
                </a:lnTo>
                <a:lnTo>
                  <a:pt x="469201" y="271081"/>
                </a:lnTo>
                <a:lnTo>
                  <a:pt x="437388" y="315468"/>
                </a:lnTo>
                <a:lnTo>
                  <a:pt x="440436" y="320040"/>
                </a:lnTo>
                <a:lnTo>
                  <a:pt x="466496" y="295757"/>
                </a:lnTo>
                <a:lnTo>
                  <a:pt x="489966" y="268605"/>
                </a:lnTo>
                <a:lnTo>
                  <a:pt x="511162" y="238607"/>
                </a:lnTo>
                <a:lnTo>
                  <a:pt x="530352" y="205740"/>
                </a:lnTo>
                <a:lnTo>
                  <a:pt x="530161" y="248412"/>
                </a:lnTo>
                <a:lnTo>
                  <a:pt x="530034" y="268058"/>
                </a:lnTo>
                <a:lnTo>
                  <a:pt x="529424" y="315468"/>
                </a:lnTo>
                <a:lnTo>
                  <a:pt x="528434" y="364337"/>
                </a:lnTo>
                <a:lnTo>
                  <a:pt x="527304" y="406908"/>
                </a:lnTo>
                <a:lnTo>
                  <a:pt x="554736" y="394716"/>
                </a:lnTo>
                <a:lnTo>
                  <a:pt x="552640" y="329374"/>
                </a:lnTo>
                <a:lnTo>
                  <a:pt x="551992" y="271081"/>
                </a:lnTo>
                <a:lnTo>
                  <a:pt x="551751" y="205740"/>
                </a:lnTo>
                <a:lnTo>
                  <a:pt x="551688" y="187452"/>
                </a:lnTo>
                <a:lnTo>
                  <a:pt x="583844" y="221742"/>
                </a:lnTo>
                <a:lnTo>
                  <a:pt x="595884" y="243840"/>
                </a:lnTo>
                <a:lnTo>
                  <a:pt x="598932" y="248412"/>
                </a:lnTo>
                <a:lnTo>
                  <a:pt x="603504" y="248412"/>
                </a:lnTo>
                <a:lnTo>
                  <a:pt x="606552" y="245364"/>
                </a:lnTo>
                <a:lnTo>
                  <a:pt x="609600" y="237744"/>
                </a:lnTo>
                <a:lnTo>
                  <a:pt x="612648" y="225552"/>
                </a:lnTo>
                <a:lnTo>
                  <a:pt x="612648" y="213360"/>
                </a:lnTo>
                <a:lnTo>
                  <a:pt x="573913" y="187452"/>
                </a:lnTo>
                <a:lnTo>
                  <a:pt x="551688" y="179832"/>
                </a:lnTo>
                <a:lnTo>
                  <a:pt x="551688" y="138684"/>
                </a:lnTo>
                <a:lnTo>
                  <a:pt x="623316" y="138684"/>
                </a:lnTo>
                <a:close/>
              </a:path>
              <a:path w="832485" h="407035">
                <a:moveTo>
                  <a:pt x="832104" y="112776"/>
                </a:moveTo>
                <a:lnTo>
                  <a:pt x="829995" y="111252"/>
                </a:lnTo>
                <a:lnTo>
                  <a:pt x="804672" y="92964"/>
                </a:lnTo>
                <a:lnTo>
                  <a:pt x="795528" y="106680"/>
                </a:lnTo>
                <a:lnTo>
                  <a:pt x="795528" y="121920"/>
                </a:lnTo>
                <a:lnTo>
                  <a:pt x="795528" y="231648"/>
                </a:lnTo>
                <a:lnTo>
                  <a:pt x="734568" y="231648"/>
                </a:lnTo>
                <a:lnTo>
                  <a:pt x="734568" y="121920"/>
                </a:lnTo>
                <a:lnTo>
                  <a:pt x="795528" y="121920"/>
                </a:lnTo>
                <a:lnTo>
                  <a:pt x="795528" y="106680"/>
                </a:lnTo>
                <a:lnTo>
                  <a:pt x="792480" y="111252"/>
                </a:lnTo>
                <a:lnTo>
                  <a:pt x="734568" y="111252"/>
                </a:lnTo>
                <a:lnTo>
                  <a:pt x="734568" y="32004"/>
                </a:lnTo>
                <a:lnTo>
                  <a:pt x="751332" y="19812"/>
                </a:lnTo>
                <a:lnTo>
                  <a:pt x="710184" y="0"/>
                </a:lnTo>
                <a:lnTo>
                  <a:pt x="711073" y="17386"/>
                </a:lnTo>
                <a:lnTo>
                  <a:pt x="711517" y="41910"/>
                </a:lnTo>
                <a:lnTo>
                  <a:pt x="711695" y="73304"/>
                </a:lnTo>
                <a:lnTo>
                  <a:pt x="711708" y="111252"/>
                </a:lnTo>
                <a:lnTo>
                  <a:pt x="711708" y="121920"/>
                </a:lnTo>
                <a:lnTo>
                  <a:pt x="711708" y="231648"/>
                </a:lnTo>
                <a:lnTo>
                  <a:pt x="656844" y="231648"/>
                </a:lnTo>
                <a:lnTo>
                  <a:pt x="656844" y="121920"/>
                </a:lnTo>
                <a:lnTo>
                  <a:pt x="711708" y="121920"/>
                </a:lnTo>
                <a:lnTo>
                  <a:pt x="711708" y="111252"/>
                </a:lnTo>
                <a:lnTo>
                  <a:pt x="656844" y="111252"/>
                </a:lnTo>
                <a:lnTo>
                  <a:pt x="632460" y="97536"/>
                </a:lnTo>
                <a:lnTo>
                  <a:pt x="633285" y="111252"/>
                </a:lnTo>
                <a:lnTo>
                  <a:pt x="633361" y="112776"/>
                </a:lnTo>
                <a:lnTo>
                  <a:pt x="633793" y="131445"/>
                </a:lnTo>
                <a:lnTo>
                  <a:pt x="633971" y="154546"/>
                </a:lnTo>
                <a:lnTo>
                  <a:pt x="633971" y="208534"/>
                </a:lnTo>
                <a:lnTo>
                  <a:pt x="633793" y="232981"/>
                </a:lnTo>
                <a:lnTo>
                  <a:pt x="633349" y="254876"/>
                </a:lnTo>
                <a:lnTo>
                  <a:pt x="632460" y="274320"/>
                </a:lnTo>
                <a:lnTo>
                  <a:pt x="656844" y="265176"/>
                </a:lnTo>
                <a:lnTo>
                  <a:pt x="656844" y="242316"/>
                </a:lnTo>
                <a:lnTo>
                  <a:pt x="711708" y="242316"/>
                </a:lnTo>
                <a:lnTo>
                  <a:pt x="711644" y="299783"/>
                </a:lnTo>
                <a:lnTo>
                  <a:pt x="711517" y="332422"/>
                </a:lnTo>
                <a:lnTo>
                  <a:pt x="711073" y="371119"/>
                </a:lnTo>
                <a:lnTo>
                  <a:pt x="710184" y="405384"/>
                </a:lnTo>
                <a:lnTo>
                  <a:pt x="736092" y="394716"/>
                </a:lnTo>
                <a:lnTo>
                  <a:pt x="735863" y="375843"/>
                </a:lnTo>
                <a:lnTo>
                  <a:pt x="735330" y="344233"/>
                </a:lnTo>
                <a:lnTo>
                  <a:pt x="734809" y="299783"/>
                </a:lnTo>
                <a:lnTo>
                  <a:pt x="734568" y="242316"/>
                </a:lnTo>
                <a:lnTo>
                  <a:pt x="795528" y="242316"/>
                </a:lnTo>
                <a:lnTo>
                  <a:pt x="795528" y="266700"/>
                </a:lnTo>
                <a:lnTo>
                  <a:pt x="819912" y="257556"/>
                </a:lnTo>
                <a:lnTo>
                  <a:pt x="819480" y="242316"/>
                </a:lnTo>
                <a:lnTo>
                  <a:pt x="819162" y="231648"/>
                </a:lnTo>
                <a:lnTo>
                  <a:pt x="819035" y="227228"/>
                </a:lnTo>
                <a:lnTo>
                  <a:pt x="818578" y="195453"/>
                </a:lnTo>
                <a:lnTo>
                  <a:pt x="818515" y="181356"/>
                </a:lnTo>
                <a:lnTo>
                  <a:pt x="818388" y="126492"/>
                </a:lnTo>
                <a:lnTo>
                  <a:pt x="822960" y="121920"/>
                </a:lnTo>
                <a:lnTo>
                  <a:pt x="832104" y="11277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" name="object 52"/>
          <p:cNvSpPr/>
          <p:nvPr/>
        </p:nvSpPr>
        <p:spPr>
          <a:xfrm>
            <a:off x="4347971" y="4735067"/>
            <a:ext cx="408940" cy="410209"/>
          </a:xfrm>
          <a:custGeom>
            <a:avLst/>
            <a:gdLst/>
            <a:ahLst/>
            <a:cxnLst/>
            <a:rect l="l" t="t" r="r" b="b"/>
            <a:pathLst>
              <a:path w="408939" h="410210">
                <a:moveTo>
                  <a:pt x="4572" y="249936"/>
                </a:moveTo>
                <a:lnTo>
                  <a:pt x="0" y="245364"/>
                </a:lnTo>
                <a:lnTo>
                  <a:pt x="14835" y="223861"/>
                </a:lnTo>
                <a:lnTo>
                  <a:pt x="29527" y="200215"/>
                </a:lnTo>
                <a:lnTo>
                  <a:pt x="57912" y="144780"/>
                </a:lnTo>
                <a:lnTo>
                  <a:pt x="85534" y="78676"/>
                </a:lnTo>
                <a:lnTo>
                  <a:pt x="97988" y="40838"/>
                </a:lnTo>
                <a:lnTo>
                  <a:pt x="109728" y="0"/>
                </a:lnTo>
                <a:lnTo>
                  <a:pt x="149352" y="24384"/>
                </a:lnTo>
                <a:lnTo>
                  <a:pt x="121920" y="63865"/>
                </a:lnTo>
                <a:lnTo>
                  <a:pt x="101346" y="108346"/>
                </a:lnTo>
                <a:lnTo>
                  <a:pt x="94488" y="123444"/>
                </a:lnTo>
                <a:lnTo>
                  <a:pt x="120396" y="138684"/>
                </a:lnTo>
                <a:lnTo>
                  <a:pt x="110598" y="146304"/>
                </a:lnTo>
                <a:lnTo>
                  <a:pt x="82296" y="146304"/>
                </a:lnTo>
                <a:lnTo>
                  <a:pt x="64793" y="174926"/>
                </a:lnTo>
                <a:lnTo>
                  <a:pt x="46291" y="201549"/>
                </a:lnTo>
                <a:lnTo>
                  <a:pt x="26360" y="226456"/>
                </a:lnTo>
                <a:lnTo>
                  <a:pt x="4572" y="249936"/>
                </a:lnTo>
                <a:close/>
              </a:path>
              <a:path w="408939" h="410210">
                <a:moveTo>
                  <a:pt x="274320" y="156972"/>
                </a:moveTo>
                <a:lnTo>
                  <a:pt x="249936" y="156972"/>
                </a:lnTo>
                <a:lnTo>
                  <a:pt x="249814" y="35052"/>
                </a:lnTo>
                <a:lnTo>
                  <a:pt x="249745" y="29146"/>
                </a:lnTo>
                <a:lnTo>
                  <a:pt x="249293" y="15263"/>
                </a:lnTo>
                <a:lnTo>
                  <a:pt x="248412" y="1524"/>
                </a:lnTo>
                <a:lnTo>
                  <a:pt x="291084" y="22860"/>
                </a:lnTo>
                <a:lnTo>
                  <a:pt x="274320" y="35052"/>
                </a:lnTo>
                <a:lnTo>
                  <a:pt x="274320" y="156972"/>
                </a:lnTo>
                <a:close/>
              </a:path>
              <a:path w="408939" h="410210">
                <a:moveTo>
                  <a:pt x="137160" y="172212"/>
                </a:moveTo>
                <a:lnTo>
                  <a:pt x="121920" y="156972"/>
                </a:lnTo>
                <a:lnTo>
                  <a:pt x="348996" y="156972"/>
                </a:lnTo>
                <a:lnTo>
                  <a:pt x="373380" y="132588"/>
                </a:lnTo>
                <a:lnTo>
                  <a:pt x="408432" y="167640"/>
                </a:lnTo>
                <a:lnTo>
                  <a:pt x="179832" y="167640"/>
                </a:lnTo>
                <a:lnTo>
                  <a:pt x="168663" y="167925"/>
                </a:lnTo>
                <a:lnTo>
                  <a:pt x="157924" y="168783"/>
                </a:lnTo>
                <a:lnTo>
                  <a:pt x="147470" y="170211"/>
                </a:lnTo>
                <a:lnTo>
                  <a:pt x="137160" y="172212"/>
                </a:lnTo>
                <a:close/>
              </a:path>
              <a:path w="408939" h="410210">
                <a:moveTo>
                  <a:pt x="80772" y="409956"/>
                </a:moveTo>
                <a:lnTo>
                  <a:pt x="81010" y="395692"/>
                </a:lnTo>
                <a:lnTo>
                  <a:pt x="81534" y="382714"/>
                </a:lnTo>
                <a:lnTo>
                  <a:pt x="82057" y="371165"/>
                </a:lnTo>
                <a:lnTo>
                  <a:pt x="82210" y="364759"/>
                </a:lnTo>
                <a:lnTo>
                  <a:pt x="82296" y="146304"/>
                </a:lnTo>
                <a:lnTo>
                  <a:pt x="110598" y="146304"/>
                </a:lnTo>
                <a:lnTo>
                  <a:pt x="106680" y="149352"/>
                </a:lnTo>
                <a:lnTo>
                  <a:pt x="106743" y="347567"/>
                </a:lnTo>
                <a:lnTo>
                  <a:pt x="106904" y="361188"/>
                </a:lnTo>
                <a:lnTo>
                  <a:pt x="107322" y="377404"/>
                </a:lnTo>
                <a:lnTo>
                  <a:pt x="108204" y="396240"/>
                </a:lnTo>
                <a:lnTo>
                  <a:pt x="80772" y="409956"/>
                </a:lnTo>
                <a:close/>
              </a:path>
              <a:path w="408939" h="410210">
                <a:moveTo>
                  <a:pt x="248412" y="408432"/>
                </a:moveTo>
                <a:lnTo>
                  <a:pt x="249725" y="364759"/>
                </a:lnTo>
                <a:lnTo>
                  <a:pt x="249936" y="167640"/>
                </a:lnTo>
                <a:lnTo>
                  <a:pt x="274320" y="167640"/>
                </a:lnTo>
                <a:lnTo>
                  <a:pt x="274320" y="355092"/>
                </a:lnTo>
                <a:lnTo>
                  <a:pt x="274581" y="364759"/>
                </a:lnTo>
                <a:lnTo>
                  <a:pt x="275272" y="375285"/>
                </a:lnTo>
                <a:lnTo>
                  <a:pt x="276248" y="386381"/>
                </a:lnTo>
                <a:lnTo>
                  <a:pt x="277368" y="397764"/>
                </a:lnTo>
                <a:lnTo>
                  <a:pt x="248412" y="40843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" name="object 53"/>
          <p:cNvSpPr/>
          <p:nvPr/>
        </p:nvSpPr>
        <p:spPr>
          <a:xfrm>
            <a:off x="4802123" y="4742688"/>
            <a:ext cx="360045" cy="382905"/>
          </a:xfrm>
          <a:custGeom>
            <a:avLst/>
            <a:gdLst/>
            <a:ahLst/>
            <a:cxnLst/>
            <a:rect l="l" t="t" r="r" b="b"/>
            <a:pathLst>
              <a:path w="360045" h="382904">
                <a:moveTo>
                  <a:pt x="3047" y="240791"/>
                </a:moveTo>
                <a:lnTo>
                  <a:pt x="0" y="234696"/>
                </a:lnTo>
                <a:lnTo>
                  <a:pt x="35123" y="205216"/>
                </a:lnTo>
                <a:lnTo>
                  <a:pt x="67246" y="176022"/>
                </a:lnTo>
                <a:lnTo>
                  <a:pt x="96226" y="146827"/>
                </a:lnTo>
                <a:lnTo>
                  <a:pt x="121920" y="117348"/>
                </a:lnTo>
                <a:lnTo>
                  <a:pt x="161925" y="57531"/>
                </a:lnTo>
                <a:lnTo>
                  <a:pt x="190500" y="0"/>
                </a:lnTo>
                <a:lnTo>
                  <a:pt x="228600" y="32004"/>
                </a:lnTo>
                <a:lnTo>
                  <a:pt x="207264" y="41148"/>
                </a:lnTo>
                <a:lnTo>
                  <a:pt x="178061" y="82923"/>
                </a:lnTo>
                <a:lnTo>
                  <a:pt x="146868" y="121355"/>
                </a:lnTo>
                <a:lnTo>
                  <a:pt x="113728" y="156400"/>
                </a:lnTo>
                <a:lnTo>
                  <a:pt x="78683" y="188016"/>
                </a:lnTo>
                <a:lnTo>
                  <a:pt x="41775" y="216161"/>
                </a:lnTo>
                <a:lnTo>
                  <a:pt x="3047" y="240791"/>
                </a:lnTo>
                <a:close/>
              </a:path>
              <a:path w="360045" h="382904">
                <a:moveTo>
                  <a:pt x="86868" y="370332"/>
                </a:moveTo>
                <a:lnTo>
                  <a:pt x="62484" y="327660"/>
                </a:lnTo>
                <a:lnTo>
                  <a:pt x="76485" y="323635"/>
                </a:lnTo>
                <a:lnTo>
                  <a:pt x="95631" y="311467"/>
                </a:lnTo>
                <a:lnTo>
                  <a:pt x="149352" y="262128"/>
                </a:lnTo>
                <a:lnTo>
                  <a:pt x="179903" y="228147"/>
                </a:lnTo>
                <a:lnTo>
                  <a:pt x="207454" y="190309"/>
                </a:lnTo>
                <a:lnTo>
                  <a:pt x="231862" y="148756"/>
                </a:lnTo>
                <a:lnTo>
                  <a:pt x="252984" y="103632"/>
                </a:lnTo>
                <a:lnTo>
                  <a:pt x="289560" y="132588"/>
                </a:lnTo>
                <a:lnTo>
                  <a:pt x="271272" y="141732"/>
                </a:lnTo>
                <a:lnTo>
                  <a:pt x="244649" y="177474"/>
                </a:lnTo>
                <a:lnTo>
                  <a:pt x="219456" y="209359"/>
                </a:lnTo>
                <a:lnTo>
                  <a:pt x="172212" y="262128"/>
                </a:lnTo>
                <a:lnTo>
                  <a:pt x="131254" y="302323"/>
                </a:lnTo>
                <a:lnTo>
                  <a:pt x="100584" y="327660"/>
                </a:lnTo>
                <a:lnTo>
                  <a:pt x="300210" y="327660"/>
                </a:lnTo>
                <a:lnTo>
                  <a:pt x="238243" y="334536"/>
                </a:lnTo>
                <a:lnTo>
                  <a:pt x="177613" y="343229"/>
                </a:lnTo>
                <a:lnTo>
                  <a:pt x="132124" y="352141"/>
                </a:lnTo>
                <a:lnTo>
                  <a:pt x="101851" y="361200"/>
                </a:lnTo>
                <a:lnTo>
                  <a:pt x="86868" y="370332"/>
                </a:lnTo>
                <a:close/>
              </a:path>
              <a:path w="360045" h="382904">
                <a:moveTo>
                  <a:pt x="300210" y="327660"/>
                </a:moveTo>
                <a:lnTo>
                  <a:pt x="100584" y="327660"/>
                </a:lnTo>
                <a:lnTo>
                  <a:pt x="132564" y="326850"/>
                </a:lnTo>
                <a:lnTo>
                  <a:pt x="309372" y="316991"/>
                </a:lnTo>
                <a:lnTo>
                  <a:pt x="297084" y="297275"/>
                </a:lnTo>
                <a:lnTo>
                  <a:pt x="283083" y="276987"/>
                </a:lnTo>
                <a:lnTo>
                  <a:pt x="267366" y="256127"/>
                </a:lnTo>
                <a:lnTo>
                  <a:pt x="249936" y="234696"/>
                </a:lnTo>
                <a:lnTo>
                  <a:pt x="254508" y="228600"/>
                </a:lnTo>
                <a:lnTo>
                  <a:pt x="296584" y="263723"/>
                </a:lnTo>
                <a:lnTo>
                  <a:pt x="327088" y="291274"/>
                </a:lnTo>
                <a:lnTo>
                  <a:pt x="355092" y="323088"/>
                </a:lnTo>
                <a:lnTo>
                  <a:pt x="355823" y="326136"/>
                </a:lnTo>
                <a:lnTo>
                  <a:pt x="313944" y="326136"/>
                </a:lnTo>
                <a:lnTo>
                  <a:pt x="300210" y="327660"/>
                </a:lnTo>
                <a:close/>
              </a:path>
              <a:path w="360045" h="382904">
                <a:moveTo>
                  <a:pt x="342900" y="382524"/>
                </a:moveTo>
                <a:lnTo>
                  <a:pt x="338328" y="382524"/>
                </a:lnTo>
                <a:lnTo>
                  <a:pt x="335280" y="377952"/>
                </a:lnTo>
                <a:lnTo>
                  <a:pt x="332232" y="370332"/>
                </a:lnTo>
                <a:lnTo>
                  <a:pt x="328517" y="359997"/>
                </a:lnTo>
                <a:lnTo>
                  <a:pt x="324231" y="349377"/>
                </a:lnTo>
                <a:lnTo>
                  <a:pt x="319373" y="338185"/>
                </a:lnTo>
                <a:lnTo>
                  <a:pt x="313944" y="326136"/>
                </a:lnTo>
                <a:lnTo>
                  <a:pt x="355823" y="326136"/>
                </a:lnTo>
                <a:lnTo>
                  <a:pt x="357092" y="331422"/>
                </a:lnTo>
                <a:lnTo>
                  <a:pt x="358521" y="338328"/>
                </a:lnTo>
                <a:lnTo>
                  <a:pt x="359378" y="344090"/>
                </a:lnTo>
                <a:lnTo>
                  <a:pt x="359664" y="348996"/>
                </a:lnTo>
                <a:lnTo>
                  <a:pt x="359664" y="358140"/>
                </a:lnTo>
                <a:lnTo>
                  <a:pt x="356616" y="365760"/>
                </a:lnTo>
                <a:lnTo>
                  <a:pt x="352044" y="371856"/>
                </a:lnTo>
                <a:lnTo>
                  <a:pt x="345948" y="377952"/>
                </a:lnTo>
                <a:lnTo>
                  <a:pt x="342900" y="38252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" name="object 54"/>
          <p:cNvSpPr/>
          <p:nvPr/>
        </p:nvSpPr>
        <p:spPr>
          <a:xfrm>
            <a:off x="5236463" y="4735067"/>
            <a:ext cx="407034" cy="410209"/>
          </a:xfrm>
          <a:custGeom>
            <a:avLst/>
            <a:gdLst/>
            <a:ahLst/>
            <a:cxnLst/>
            <a:rect l="l" t="t" r="r" b="b"/>
            <a:pathLst>
              <a:path w="407035" h="410210">
                <a:moveTo>
                  <a:pt x="99059" y="103632"/>
                </a:moveTo>
                <a:lnTo>
                  <a:pt x="74675" y="103632"/>
                </a:lnTo>
                <a:lnTo>
                  <a:pt x="74629" y="77724"/>
                </a:lnTo>
                <a:lnTo>
                  <a:pt x="74506" y="59436"/>
                </a:lnTo>
                <a:lnTo>
                  <a:pt x="74408" y="51816"/>
                </a:lnTo>
                <a:lnTo>
                  <a:pt x="74033" y="29479"/>
                </a:lnTo>
                <a:lnTo>
                  <a:pt x="73151" y="0"/>
                </a:lnTo>
                <a:lnTo>
                  <a:pt x="112775" y="21336"/>
                </a:lnTo>
                <a:lnTo>
                  <a:pt x="99059" y="33528"/>
                </a:lnTo>
                <a:lnTo>
                  <a:pt x="99059" y="103632"/>
                </a:lnTo>
                <a:close/>
              </a:path>
              <a:path w="407035" h="410210">
                <a:moveTo>
                  <a:pt x="292607" y="103632"/>
                </a:moveTo>
                <a:lnTo>
                  <a:pt x="281939" y="103632"/>
                </a:lnTo>
                <a:lnTo>
                  <a:pt x="295655" y="75652"/>
                </a:lnTo>
                <a:lnTo>
                  <a:pt x="307085" y="48958"/>
                </a:lnTo>
                <a:lnTo>
                  <a:pt x="316229" y="23693"/>
                </a:lnTo>
                <a:lnTo>
                  <a:pt x="323088" y="0"/>
                </a:lnTo>
                <a:lnTo>
                  <a:pt x="359664" y="24384"/>
                </a:lnTo>
                <a:lnTo>
                  <a:pt x="324612" y="57912"/>
                </a:lnTo>
                <a:lnTo>
                  <a:pt x="299966" y="92844"/>
                </a:lnTo>
                <a:lnTo>
                  <a:pt x="292607" y="103632"/>
                </a:lnTo>
                <a:close/>
              </a:path>
              <a:path w="407035" h="410210">
                <a:moveTo>
                  <a:pt x="231647" y="94488"/>
                </a:moveTo>
                <a:lnTo>
                  <a:pt x="227075" y="94488"/>
                </a:lnTo>
                <a:lnTo>
                  <a:pt x="222503" y="88392"/>
                </a:lnTo>
                <a:lnTo>
                  <a:pt x="219455" y="77724"/>
                </a:lnTo>
                <a:lnTo>
                  <a:pt x="213455" y="65174"/>
                </a:lnTo>
                <a:lnTo>
                  <a:pt x="204596" y="50482"/>
                </a:lnTo>
                <a:lnTo>
                  <a:pt x="192881" y="33789"/>
                </a:lnTo>
                <a:lnTo>
                  <a:pt x="178307" y="15240"/>
                </a:lnTo>
                <a:lnTo>
                  <a:pt x="182879" y="10668"/>
                </a:lnTo>
                <a:lnTo>
                  <a:pt x="223837" y="35814"/>
                </a:lnTo>
                <a:lnTo>
                  <a:pt x="246887" y="64008"/>
                </a:lnTo>
                <a:lnTo>
                  <a:pt x="246887" y="71628"/>
                </a:lnTo>
                <a:lnTo>
                  <a:pt x="243839" y="77724"/>
                </a:lnTo>
                <a:lnTo>
                  <a:pt x="234695" y="89916"/>
                </a:lnTo>
                <a:lnTo>
                  <a:pt x="231647" y="94488"/>
                </a:lnTo>
                <a:close/>
              </a:path>
              <a:path w="407035" h="410210">
                <a:moveTo>
                  <a:pt x="184403" y="120396"/>
                </a:moveTo>
                <a:lnTo>
                  <a:pt x="167639" y="103632"/>
                </a:lnTo>
                <a:lnTo>
                  <a:pt x="342900" y="103632"/>
                </a:lnTo>
                <a:lnTo>
                  <a:pt x="362712" y="83820"/>
                </a:lnTo>
                <a:lnTo>
                  <a:pt x="394715" y="114300"/>
                </a:lnTo>
                <a:lnTo>
                  <a:pt x="225551" y="114300"/>
                </a:lnTo>
                <a:lnTo>
                  <a:pt x="214407" y="114609"/>
                </a:lnTo>
                <a:lnTo>
                  <a:pt x="203834" y="115633"/>
                </a:lnTo>
                <a:lnTo>
                  <a:pt x="193833" y="117514"/>
                </a:lnTo>
                <a:lnTo>
                  <a:pt x="184403" y="120396"/>
                </a:lnTo>
                <a:close/>
              </a:path>
              <a:path w="407035" h="410210">
                <a:moveTo>
                  <a:pt x="19812" y="120396"/>
                </a:moveTo>
                <a:lnTo>
                  <a:pt x="4571" y="103632"/>
                </a:lnTo>
                <a:lnTo>
                  <a:pt x="121919" y="103632"/>
                </a:lnTo>
                <a:lnTo>
                  <a:pt x="140207" y="85344"/>
                </a:lnTo>
                <a:lnTo>
                  <a:pt x="170687" y="114300"/>
                </a:lnTo>
                <a:lnTo>
                  <a:pt x="62483" y="114300"/>
                </a:lnTo>
                <a:lnTo>
                  <a:pt x="51315" y="114609"/>
                </a:lnTo>
                <a:lnTo>
                  <a:pt x="40576" y="115633"/>
                </a:lnTo>
                <a:lnTo>
                  <a:pt x="30122" y="117514"/>
                </a:lnTo>
                <a:lnTo>
                  <a:pt x="19812" y="120396"/>
                </a:lnTo>
                <a:close/>
              </a:path>
              <a:path w="407035" h="410210">
                <a:moveTo>
                  <a:pt x="4571" y="315468"/>
                </a:moveTo>
                <a:lnTo>
                  <a:pt x="0" y="310896"/>
                </a:lnTo>
                <a:lnTo>
                  <a:pt x="22598" y="270319"/>
                </a:lnTo>
                <a:lnTo>
                  <a:pt x="42481" y="224028"/>
                </a:lnTo>
                <a:lnTo>
                  <a:pt x="59793" y="172021"/>
                </a:lnTo>
                <a:lnTo>
                  <a:pt x="74675" y="114300"/>
                </a:lnTo>
                <a:lnTo>
                  <a:pt x="99059" y="114300"/>
                </a:lnTo>
                <a:lnTo>
                  <a:pt x="99059" y="161544"/>
                </a:lnTo>
                <a:lnTo>
                  <a:pt x="113918" y="169235"/>
                </a:lnTo>
                <a:lnTo>
                  <a:pt x="119282" y="172212"/>
                </a:lnTo>
                <a:lnTo>
                  <a:pt x="99059" y="172212"/>
                </a:lnTo>
                <a:lnTo>
                  <a:pt x="99059" y="199644"/>
                </a:lnTo>
                <a:lnTo>
                  <a:pt x="74675" y="199644"/>
                </a:lnTo>
                <a:lnTo>
                  <a:pt x="59221" y="233386"/>
                </a:lnTo>
                <a:lnTo>
                  <a:pt x="42481" y="263842"/>
                </a:lnTo>
                <a:lnTo>
                  <a:pt x="24312" y="291155"/>
                </a:lnTo>
                <a:lnTo>
                  <a:pt x="4571" y="315468"/>
                </a:lnTo>
                <a:close/>
              </a:path>
              <a:path w="407035" h="410210">
                <a:moveTo>
                  <a:pt x="281939" y="179832"/>
                </a:moveTo>
                <a:lnTo>
                  <a:pt x="257555" y="179832"/>
                </a:lnTo>
                <a:lnTo>
                  <a:pt x="257555" y="114300"/>
                </a:lnTo>
                <a:lnTo>
                  <a:pt x="281939" y="114300"/>
                </a:lnTo>
                <a:lnTo>
                  <a:pt x="281939" y="179832"/>
                </a:lnTo>
                <a:close/>
              </a:path>
              <a:path w="407035" h="410210">
                <a:moveTo>
                  <a:pt x="185927" y="195071"/>
                </a:moveTo>
                <a:lnTo>
                  <a:pt x="170687" y="179832"/>
                </a:lnTo>
                <a:lnTo>
                  <a:pt x="330708" y="179832"/>
                </a:lnTo>
                <a:lnTo>
                  <a:pt x="350520" y="158496"/>
                </a:lnTo>
                <a:lnTo>
                  <a:pt x="382524" y="188976"/>
                </a:lnTo>
                <a:lnTo>
                  <a:pt x="227075" y="188976"/>
                </a:lnTo>
                <a:lnTo>
                  <a:pt x="215931" y="189285"/>
                </a:lnTo>
                <a:lnTo>
                  <a:pt x="205358" y="190309"/>
                </a:lnTo>
                <a:lnTo>
                  <a:pt x="195357" y="192190"/>
                </a:lnTo>
                <a:lnTo>
                  <a:pt x="185927" y="195071"/>
                </a:lnTo>
                <a:close/>
              </a:path>
              <a:path w="407035" h="410210">
                <a:moveTo>
                  <a:pt x="146303" y="236220"/>
                </a:moveTo>
                <a:lnTo>
                  <a:pt x="140207" y="236220"/>
                </a:lnTo>
                <a:lnTo>
                  <a:pt x="137159" y="231647"/>
                </a:lnTo>
                <a:lnTo>
                  <a:pt x="132587" y="220980"/>
                </a:lnTo>
                <a:lnTo>
                  <a:pt x="125420" y="207787"/>
                </a:lnTo>
                <a:lnTo>
                  <a:pt x="117538" y="195453"/>
                </a:lnTo>
                <a:lnTo>
                  <a:pt x="108799" y="183689"/>
                </a:lnTo>
                <a:lnTo>
                  <a:pt x="99059" y="172212"/>
                </a:lnTo>
                <a:lnTo>
                  <a:pt x="119282" y="172212"/>
                </a:lnTo>
                <a:lnTo>
                  <a:pt x="152399" y="195071"/>
                </a:lnTo>
                <a:lnTo>
                  <a:pt x="155447" y="201168"/>
                </a:lnTo>
                <a:lnTo>
                  <a:pt x="155447" y="219456"/>
                </a:lnTo>
                <a:lnTo>
                  <a:pt x="152399" y="225552"/>
                </a:lnTo>
                <a:lnTo>
                  <a:pt x="149351" y="233171"/>
                </a:lnTo>
                <a:lnTo>
                  <a:pt x="146303" y="236220"/>
                </a:lnTo>
                <a:close/>
              </a:path>
              <a:path w="407035" h="410210">
                <a:moveTo>
                  <a:pt x="281939" y="262128"/>
                </a:moveTo>
                <a:lnTo>
                  <a:pt x="257555" y="262128"/>
                </a:lnTo>
                <a:lnTo>
                  <a:pt x="257555" y="188976"/>
                </a:lnTo>
                <a:lnTo>
                  <a:pt x="281939" y="188976"/>
                </a:lnTo>
                <a:lnTo>
                  <a:pt x="281939" y="262128"/>
                </a:lnTo>
                <a:close/>
              </a:path>
              <a:path w="407035" h="410210">
                <a:moveTo>
                  <a:pt x="73151" y="409956"/>
                </a:moveTo>
                <a:lnTo>
                  <a:pt x="73390" y="358235"/>
                </a:lnTo>
                <a:lnTo>
                  <a:pt x="74437" y="253079"/>
                </a:lnTo>
                <a:lnTo>
                  <a:pt x="74675" y="199644"/>
                </a:lnTo>
                <a:lnTo>
                  <a:pt x="99059" y="199644"/>
                </a:lnTo>
                <a:lnTo>
                  <a:pt x="99083" y="327279"/>
                </a:lnTo>
                <a:lnTo>
                  <a:pt x="99272" y="347853"/>
                </a:lnTo>
                <a:lnTo>
                  <a:pt x="99702" y="370713"/>
                </a:lnTo>
                <a:lnTo>
                  <a:pt x="100583" y="399288"/>
                </a:lnTo>
                <a:lnTo>
                  <a:pt x="73151" y="409956"/>
                </a:lnTo>
                <a:close/>
              </a:path>
              <a:path w="407035" h="410210">
                <a:moveTo>
                  <a:pt x="155447" y="278892"/>
                </a:moveTo>
                <a:lnTo>
                  <a:pt x="140207" y="262128"/>
                </a:lnTo>
                <a:lnTo>
                  <a:pt x="350520" y="262128"/>
                </a:lnTo>
                <a:lnTo>
                  <a:pt x="373380" y="239268"/>
                </a:lnTo>
                <a:lnTo>
                  <a:pt x="406908" y="272796"/>
                </a:lnTo>
                <a:lnTo>
                  <a:pt x="198119" y="272796"/>
                </a:lnTo>
                <a:lnTo>
                  <a:pt x="186951" y="273105"/>
                </a:lnTo>
                <a:lnTo>
                  <a:pt x="176212" y="274129"/>
                </a:lnTo>
                <a:lnTo>
                  <a:pt x="165758" y="276010"/>
                </a:lnTo>
                <a:lnTo>
                  <a:pt x="155447" y="278892"/>
                </a:lnTo>
                <a:close/>
              </a:path>
              <a:path w="407035" h="410210">
                <a:moveTo>
                  <a:pt x="256031" y="408432"/>
                </a:moveTo>
                <a:lnTo>
                  <a:pt x="256270" y="376737"/>
                </a:lnTo>
                <a:lnTo>
                  <a:pt x="257317" y="308776"/>
                </a:lnTo>
                <a:lnTo>
                  <a:pt x="257555" y="272796"/>
                </a:lnTo>
                <a:lnTo>
                  <a:pt x="281939" y="272796"/>
                </a:lnTo>
                <a:lnTo>
                  <a:pt x="282031" y="327279"/>
                </a:lnTo>
                <a:lnTo>
                  <a:pt x="282130" y="347853"/>
                </a:lnTo>
                <a:lnTo>
                  <a:pt x="282609" y="376737"/>
                </a:lnTo>
                <a:lnTo>
                  <a:pt x="283463" y="397764"/>
                </a:lnTo>
                <a:lnTo>
                  <a:pt x="256031" y="40843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" name="object 55"/>
          <p:cNvSpPr/>
          <p:nvPr/>
        </p:nvSpPr>
        <p:spPr>
          <a:xfrm>
            <a:off x="5719571" y="4736591"/>
            <a:ext cx="356870" cy="402590"/>
          </a:xfrm>
          <a:custGeom>
            <a:avLst/>
            <a:gdLst/>
            <a:ahLst/>
            <a:cxnLst/>
            <a:rect l="l" t="t" r="r" b="b"/>
            <a:pathLst>
              <a:path w="356870" h="402589">
                <a:moveTo>
                  <a:pt x="53340" y="89916"/>
                </a:moveTo>
                <a:lnTo>
                  <a:pt x="42672" y="89916"/>
                </a:lnTo>
                <a:lnTo>
                  <a:pt x="50696" y="62793"/>
                </a:lnTo>
                <a:lnTo>
                  <a:pt x="56578" y="38671"/>
                </a:lnTo>
                <a:lnTo>
                  <a:pt x="60459" y="17692"/>
                </a:lnTo>
                <a:lnTo>
                  <a:pt x="62484" y="0"/>
                </a:lnTo>
                <a:lnTo>
                  <a:pt x="100584" y="21336"/>
                </a:lnTo>
                <a:lnTo>
                  <a:pt x="90844" y="29051"/>
                </a:lnTo>
                <a:lnTo>
                  <a:pt x="79819" y="43053"/>
                </a:lnTo>
                <a:lnTo>
                  <a:pt x="67365" y="63341"/>
                </a:lnTo>
                <a:lnTo>
                  <a:pt x="53340" y="89916"/>
                </a:lnTo>
                <a:close/>
              </a:path>
              <a:path w="356870" h="402589">
                <a:moveTo>
                  <a:pt x="147828" y="192024"/>
                </a:moveTo>
                <a:lnTo>
                  <a:pt x="141732" y="187452"/>
                </a:lnTo>
                <a:lnTo>
                  <a:pt x="158877" y="160615"/>
                </a:lnTo>
                <a:lnTo>
                  <a:pt x="173736" y="135064"/>
                </a:lnTo>
                <a:lnTo>
                  <a:pt x="196596" y="88392"/>
                </a:lnTo>
                <a:lnTo>
                  <a:pt x="211264" y="44958"/>
                </a:lnTo>
                <a:lnTo>
                  <a:pt x="222503" y="1524"/>
                </a:lnTo>
                <a:lnTo>
                  <a:pt x="260603" y="24384"/>
                </a:lnTo>
                <a:lnTo>
                  <a:pt x="252626" y="32146"/>
                </a:lnTo>
                <a:lnTo>
                  <a:pt x="242506" y="46482"/>
                </a:lnTo>
                <a:lnTo>
                  <a:pt x="230385" y="67675"/>
                </a:lnTo>
                <a:lnTo>
                  <a:pt x="216408" y="96012"/>
                </a:lnTo>
                <a:lnTo>
                  <a:pt x="350520" y="96012"/>
                </a:lnTo>
                <a:lnTo>
                  <a:pt x="356616" y="102108"/>
                </a:lnTo>
                <a:lnTo>
                  <a:pt x="350901" y="106680"/>
                </a:lnTo>
                <a:lnTo>
                  <a:pt x="213360" y="106680"/>
                </a:lnTo>
                <a:lnTo>
                  <a:pt x="197977" y="130730"/>
                </a:lnTo>
                <a:lnTo>
                  <a:pt x="181737" y="152781"/>
                </a:lnTo>
                <a:lnTo>
                  <a:pt x="164925" y="173116"/>
                </a:lnTo>
                <a:lnTo>
                  <a:pt x="147828" y="192024"/>
                </a:lnTo>
                <a:close/>
              </a:path>
              <a:path w="356870" h="402589">
                <a:moveTo>
                  <a:pt x="144780" y="89916"/>
                </a:moveTo>
                <a:lnTo>
                  <a:pt x="111252" y="89916"/>
                </a:lnTo>
                <a:lnTo>
                  <a:pt x="128016" y="73152"/>
                </a:lnTo>
                <a:lnTo>
                  <a:pt x="144780" y="89916"/>
                </a:lnTo>
                <a:close/>
              </a:path>
              <a:path w="356870" h="402589">
                <a:moveTo>
                  <a:pt x="0" y="397764"/>
                </a:moveTo>
                <a:lnTo>
                  <a:pt x="834" y="359664"/>
                </a:lnTo>
                <a:lnTo>
                  <a:pt x="935" y="352615"/>
                </a:lnTo>
                <a:lnTo>
                  <a:pt x="1333" y="316992"/>
                </a:lnTo>
                <a:lnTo>
                  <a:pt x="1430" y="178308"/>
                </a:lnTo>
                <a:lnTo>
                  <a:pt x="1309" y="152781"/>
                </a:lnTo>
                <a:lnTo>
                  <a:pt x="881" y="114704"/>
                </a:lnTo>
                <a:lnTo>
                  <a:pt x="0" y="74676"/>
                </a:lnTo>
                <a:lnTo>
                  <a:pt x="25908" y="89916"/>
                </a:lnTo>
                <a:lnTo>
                  <a:pt x="144780" y="89916"/>
                </a:lnTo>
                <a:lnTo>
                  <a:pt x="153924" y="99060"/>
                </a:lnTo>
                <a:lnTo>
                  <a:pt x="151828" y="100584"/>
                </a:lnTo>
                <a:lnTo>
                  <a:pt x="24384" y="100584"/>
                </a:lnTo>
                <a:lnTo>
                  <a:pt x="24384" y="211836"/>
                </a:lnTo>
                <a:lnTo>
                  <a:pt x="137205" y="211836"/>
                </a:lnTo>
                <a:lnTo>
                  <a:pt x="137219" y="222504"/>
                </a:lnTo>
                <a:lnTo>
                  <a:pt x="24384" y="222504"/>
                </a:lnTo>
                <a:lnTo>
                  <a:pt x="24384" y="344424"/>
                </a:lnTo>
                <a:lnTo>
                  <a:pt x="137914" y="344424"/>
                </a:lnTo>
                <a:lnTo>
                  <a:pt x="137940" y="346850"/>
                </a:lnTo>
                <a:lnTo>
                  <a:pt x="138137" y="355092"/>
                </a:lnTo>
                <a:lnTo>
                  <a:pt x="24384" y="355092"/>
                </a:lnTo>
                <a:lnTo>
                  <a:pt x="24384" y="384048"/>
                </a:lnTo>
                <a:lnTo>
                  <a:pt x="0" y="397764"/>
                </a:lnTo>
                <a:close/>
              </a:path>
              <a:path w="356870" h="402589">
                <a:moveTo>
                  <a:pt x="350520" y="96012"/>
                </a:moveTo>
                <a:lnTo>
                  <a:pt x="310896" y="96012"/>
                </a:lnTo>
                <a:lnTo>
                  <a:pt x="330708" y="76200"/>
                </a:lnTo>
                <a:lnTo>
                  <a:pt x="350520" y="96012"/>
                </a:lnTo>
                <a:close/>
              </a:path>
              <a:path w="356870" h="402589">
                <a:moveTo>
                  <a:pt x="137205" y="211836"/>
                </a:moveTo>
                <a:lnTo>
                  <a:pt x="114300" y="211836"/>
                </a:lnTo>
                <a:lnTo>
                  <a:pt x="114300" y="100584"/>
                </a:lnTo>
                <a:lnTo>
                  <a:pt x="151828" y="100584"/>
                </a:lnTo>
                <a:lnTo>
                  <a:pt x="137160" y="111252"/>
                </a:lnTo>
                <a:lnTo>
                  <a:pt x="137205" y="211836"/>
                </a:lnTo>
                <a:close/>
              </a:path>
              <a:path w="356870" h="402589">
                <a:moveTo>
                  <a:pt x="327213" y="359664"/>
                </a:moveTo>
                <a:lnTo>
                  <a:pt x="283464" y="359664"/>
                </a:lnTo>
                <a:lnTo>
                  <a:pt x="291750" y="357925"/>
                </a:lnTo>
                <a:lnTo>
                  <a:pt x="298323" y="352615"/>
                </a:lnTo>
                <a:lnTo>
                  <a:pt x="308586" y="305562"/>
                </a:lnTo>
                <a:lnTo>
                  <a:pt x="310705" y="259842"/>
                </a:lnTo>
                <a:lnTo>
                  <a:pt x="312539" y="193548"/>
                </a:lnTo>
                <a:lnTo>
                  <a:pt x="313944" y="106680"/>
                </a:lnTo>
                <a:lnTo>
                  <a:pt x="350901" y="106680"/>
                </a:lnTo>
                <a:lnTo>
                  <a:pt x="341376" y="114300"/>
                </a:lnTo>
                <a:lnTo>
                  <a:pt x="339535" y="188719"/>
                </a:lnTo>
                <a:lnTo>
                  <a:pt x="337620" y="249167"/>
                </a:lnTo>
                <a:lnTo>
                  <a:pt x="335560" y="295570"/>
                </a:lnTo>
                <a:lnTo>
                  <a:pt x="333280" y="327855"/>
                </a:lnTo>
                <a:lnTo>
                  <a:pt x="330708" y="345948"/>
                </a:lnTo>
                <a:lnTo>
                  <a:pt x="327856" y="357925"/>
                </a:lnTo>
                <a:lnTo>
                  <a:pt x="327213" y="359664"/>
                </a:lnTo>
                <a:close/>
              </a:path>
              <a:path w="356870" h="402589">
                <a:moveTo>
                  <a:pt x="231648" y="269748"/>
                </a:moveTo>
                <a:lnTo>
                  <a:pt x="228600" y="269748"/>
                </a:lnTo>
                <a:lnTo>
                  <a:pt x="225456" y="268295"/>
                </a:lnTo>
                <a:lnTo>
                  <a:pt x="222885" y="263842"/>
                </a:lnTo>
                <a:lnTo>
                  <a:pt x="220884" y="256246"/>
                </a:lnTo>
                <a:lnTo>
                  <a:pt x="219456" y="245364"/>
                </a:lnTo>
                <a:lnTo>
                  <a:pt x="214884" y="228242"/>
                </a:lnTo>
                <a:lnTo>
                  <a:pt x="208026" y="211264"/>
                </a:lnTo>
                <a:lnTo>
                  <a:pt x="198882" y="194571"/>
                </a:lnTo>
                <a:lnTo>
                  <a:pt x="187452" y="178308"/>
                </a:lnTo>
                <a:lnTo>
                  <a:pt x="190500" y="172212"/>
                </a:lnTo>
                <a:lnTo>
                  <a:pt x="224028" y="199644"/>
                </a:lnTo>
                <a:lnTo>
                  <a:pt x="246888" y="236220"/>
                </a:lnTo>
                <a:lnTo>
                  <a:pt x="246888" y="248412"/>
                </a:lnTo>
                <a:lnTo>
                  <a:pt x="243840" y="254508"/>
                </a:lnTo>
                <a:lnTo>
                  <a:pt x="234696" y="266700"/>
                </a:lnTo>
                <a:lnTo>
                  <a:pt x="231648" y="269748"/>
                </a:lnTo>
                <a:close/>
              </a:path>
              <a:path w="356870" h="402589">
                <a:moveTo>
                  <a:pt x="137914" y="344424"/>
                </a:moveTo>
                <a:lnTo>
                  <a:pt x="114300" y="344424"/>
                </a:lnTo>
                <a:lnTo>
                  <a:pt x="114300" y="222504"/>
                </a:lnTo>
                <a:lnTo>
                  <a:pt x="137219" y="222504"/>
                </a:lnTo>
                <a:lnTo>
                  <a:pt x="137337" y="269748"/>
                </a:lnTo>
                <a:lnTo>
                  <a:pt x="137498" y="305562"/>
                </a:lnTo>
                <a:lnTo>
                  <a:pt x="137914" y="344424"/>
                </a:lnTo>
                <a:close/>
              </a:path>
              <a:path w="356870" h="402589">
                <a:moveTo>
                  <a:pt x="277367" y="402336"/>
                </a:moveTo>
                <a:lnTo>
                  <a:pt x="271129" y="389239"/>
                </a:lnTo>
                <a:lnTo>
                  <a:pt x="259461" y="377571"/>
                </a:lnTo>
                <a:lnTo>
                  <a:pt x="242649" y="367617"/>
                </a:lnTo>
                <a:lnTo>
                  <a:pt x="220979" y="359664"/>
                </a:lnTo>
                <a:lnTo>
                  <a:pt x="220979" y="352044"/>
                </a:lnTo>
                <a:lnTo>
                  <a:pt x="241030" y="355163"/>
                </a:lnTo>
                <a:lnTo>
                  <a:pt x="257937" y="357568"/>
                </a:lnTo>
                <a:lnTo>
                  <a:pt x="271986" y="359116"/>
                </a:lnTo>
                <a:lnTo>
                  <a:pt x="283464" y="359664"/>
                </a:lnTo>
                <a:lnTo>
                  <a:pt x="327213" y="359664"/>
                </a:lnTo>
                <a:lnTo>
                  <a:pt x="324040" y="368236"/>
                </a:lnTo>
                <a:lnTo>
                  <a:pt x="289023" y="397764"/>
                </a:lnTo>
                <a:lnTo>
                  <a:pt x="277367" y="402336"/>
                </a:lnTo>
                <a:close/>
              </a:path>
              <a:path w="356870" h="402589">
                <a:moveTo>
                  <a:pt x="114300" y="391668"/>
                </a:moveTo>
                <a:lnTo>
                  <a:pt x="114300" y="355092"/>
                </a:lnTo>
                <a:lnTo>
                  <a:pt x="138137" y="355092"/>
                </a:lnTo>
                <a:lnTo>
                  <a:pt x="138684" y="377952"/>
                </a:lnTo>
                <a:lnTo>
                  <a:pt x="114300" y="39166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" name="object 56"/>
          <p:cNvSpPr/>
          <p:nvPr/>
        </p:nvSpPr>
        <p:spPr>
          <a:xfrm>
            <a:off x="6132575" y="4756403"/>
            <a:ext cx="382905" cy="386080"/>
          </a:xfrm>
          <a:custGeom>
            <a:avLst/>
            <a:gdLst/>
            <a:ahLst/>
            <a:cxnLst/>
            <a:rect l="l" t="t" r="r" b="b"/>
            <a:pathLst>
              <a:path w="382904" h="386079">
                <a:moveTo>
                  <a:pt x="4571" y="385572"/>
                </a:moveTo>
                <a:lnTo>
                  <a:pt x="0" y="381000"/>
                </a:lnTo>
                <a:lnTo>
                  <a:pt x="16001" y="357830"/>
                </a:lnTo>
                <a:lnTo>
                  <a:pt x="29717" y="333946"/>
                </a:lnTo>
                <a:lnTo>
                  <a:pt x="50291" y="283464"/>
                </a:lnTo>
                <a:lnTo>
                  <a:pt x="61340" y="232219"/>
                </a:lnTo>
                <a:lnTo>
                  <a:pt x="65531" y="179832"/>
                </a:lnTo>
                <a:lnTo>
                  <a:pt x="65801" y="152400"/>
                </a:lnTo>
                <a:lnTo>
                  <a:pt x="66817" y="104822"/>
                </a:lnTo>
                <a:lnTo>
                  <a:pt x="66927" y="94488"/>
                </a:lnTo>
                <a:lnTo>
                  <a:pt x="67009" y="78486"/>
                </a:lnTo>
                <a:lnTo>
                  <a:pt x="66794" y="60864"/>
                </a:lnTo>
                <a:lnTo>
                  <a:pt x="66103" y="40005"/>
                </a:lnTo>
                <a:lnTo>
                  <a:pt x="65127" y="19716"/>
                </a:lnTo>
                <a:lnTo>
                  <a:pt x="64007" y="0"/>
                </a:lnTo>
                <a:lnTo>
                  <a:pt x="92963" y="16764"/>
                </a:lnTo>
                <a:lnTo>
                  <a:pt x="348016" y="16764"/>
                </a:lnTo>
                <a:lnTo>
                  <a:pt x="353568" y="21336"/>
                </a:lnTo>
                <a:lnTo>
                  <a:pt x="345730" y="27432"/>
                </a:lnTo>
                <a:lnTo>
                  <a:pt x="91439" y="27432"/>
                </a:lnTo>
                <a:lnTo>
                  <a:pt x="91439" y="85344"/>
                </a:lnTo>
                <a:lnTo>
                  <a:pt x="340251" y="85344"/>
                </a:lnTo>
                <a:lnTo>
                  <a:pt x="340494" y="93297"/>
                </a:lnTo>
                <a:lnTo>
                  <a:pt x="340614" y="94488"/>
                </a:lnTo>
                <a:lnTo>
                  <a:pt x="91439" y="94488"/>
                </a:lnTo>
                <a:lnTo>
                  <a:pt x="91439" y="152400"/>
                </a:lnTo>
                <a:lnTo>
                  <a:pt x="373887" y="152400"/>
                </a:lnTo>
                <a:lnTo>
                  <a:pt x="382524" y="160020"/>
                </a:lnTo>
                <a:lnTo>
                  <a:pt x="377952" y="163068"/>
                </a:lnTo>
                <a:lnTo>
                  <a:pt x="91439" y="163068"/>
                </a:lnTo>
                <a:lnTo>
                  <a:pt x="89153" y="199358"/>
                </a:lnTo>
                <a:lnTo>
                  <a:pt x="77723" y="263366"/>
                </a:lnTo>
                <a:lnTo>
                  <a:pt x="56864" y="316777"/>
                </a:lnTo>
                <a:lnTo>
                  <a:pt x="24860" y="364164"/>
                </a:lnTo>
                <a:lnTo>
                  <a:pt x="4571" y="385572"/>
                </a:lnTo>
                <a:close/>
              </a:path>
              <a:path w="382904" h="386079">
                <a:moveTo>
                  <a:pt x="348016" y="16764"/>
                </a:moveTo>
                <a:lnTo>
                  <a:pt x="313943" y="16764"/>
                </a:lnTo>
                <a:lnTo>
                  <a:pt x="327660" y="0"/>
                </a:lnTo>
                <a:lnTo>
                  <a:pt x="348016" y="16764"/>
                </a:lnTo>
                <a:close/>
              </a:path>
              <a:path w="382904" h="386079">
                <a:moveTo>
                  <a:pt x="340251" y="85344"/>
                </a:moveTo>
                <a:lnTo>
                  <a:pt x="315467" y="85344"/>
                </a:lnTo>
                <a:lnTo>
                  <a:pt x="315467" y="27432"/>
                </a:lnTo>
                <a:lnTo>
                  <a:pt x="345730" y="27432"/>
                </a:lnTo>
                <a:lnTo>
                  <a:pt x="339852" y="32004"/>
                </a:lnTo>
                <a:lnTo>
                  <a:pt x="339899" y="60864"/>
                </a:lnTo>
                <a:lnTo>
                  <a:pt x="340042" y="78486"/>
                </a:lnTo>
                <a:lnTo>
                  <a:pt x="340251" y="85344"/>
                </a:lnTo>
                <a:close/>
              </a:path>
              <a:path w="382904" h="386079">
                <a:moveTo>
                  <a:pt x="315467" y="114300"/>
                </a:moveTo>
                <a:lnTo>
                  <a:pt x="315467" y="94488"/>
                </a:lnTo>
                <a:lnTo>
                  <a:pt x="340614" y="94488"/>
                </a:lnTo>
                <a:lnTo>
                  <a:pt x="341376" y="102108"/>
                </a:lnTo>
                <a:lnTo>
                  <a:pt x="315467" y="114300"/>
                </a:lnTo>
                <a:close/>
              </a:path>
              <a:path w="382904" h="386079">
                <a:moveTo>
                  <a:pt x="373887" y="152400"/>
                </a:moveTo>
                <a:lnTo>
                  <a:pt x="342900" y="152400"/>
                </a:lnTo>
                <a:lnTo>
                  <a:pt x="356615" y="137160"/>
                </a:lnTo>
                <a:lnTo>
                  <a:pt x="373887" y="152400"/>
                </a:lnTo>
                <a:close/>
              </a:path>
              <a:path w="382904" h="386079">
                <a:moveTo>
                  <a:pt x="363139" y="341376"/>
                </a:moveTo>
                <a:lnTo>
                  <a:pt x="329184" y="341376"/>
                </a:lnTo>
                <a:lnTo>
                  <a:pt x="335279" y="338328"/>
                </a:lnTo>
                <a:lnTo>
                  <a:pt x="339852" y="329184"/>
                </a:lnTo>
                <a:lnTo>
                  <a:pt x="343281" y="280987"/>
                </a:lnTo>
                <a:lnTo>
                  <a:pt x="344104" y="232791"/>
                </a:lnTo>
                <a:lnTo>
                  <a:pt x="344424" y="163068"/>
                </a:lnTo>
                <a:lnTo>
                  <a:pt x="377952" y="163068"/>
                </a:lnTo>
                <a:lnTo>
                  <a:pt x="368808" y="169164"/>
                </a:lnTo>
                <a:lnTo>
                  <a:pt x="368734" y="309205"/>
                </a:lnTo>
                <a:lnTo>
                  <a:pt x="368236" y="318373"/>
                </a:lnTo>
                <a:lnTo>
                  <a:pt x="366522" y="329184"/>
                </a:lnTo>
                <a:lnTo>
                  <a:pt x="363646" y="340042"/>
                </a:lnTo>
                <a:lnTo>
                  <a:pt x="363139" y="341376"/>
                </a:lnTo>
                <a:close/>
              </a:path>
              <a:path w="382904" h="386079">
                <a:moveTo>
                  <a:pt x="134111" y="324612"/>
                </a:moveTo>
                <a:lnTo>
                  <a:pt x="134947" y="309205"/>
                </a:lnTo>
                <a:lnTo>
                  <a:pt x="135007" y="307848"/>
                </a:lnTo>
                <a:lnTo>
                  <a:pt x="135445" y="291846"/>
                </a:lnTo>
                <a:lnTo>
                  <a:pt x="135516" y="232791"/>
                </a:lnTo>
                <a:lnTo>
                  <a:pt x="135440" y="225552"/>
                </a:lnTo>
                <a:lnTo>
                  <a:pt x="134993" y="209573"/>
                </a:lnTo>
                <a:lnTo>
                  <a:pt x="134111" y="193548"/>
                </a:lnTo>
                <a:lnTo>
                  <a:pt x="158495" y="210312"/>
                </a:lnTo>
                <a:lnTo>
                  <a:pt x="278079" y="210312"/>
                </a:lnTo>
                <a:lnTo>
                  <a:pt x="284987" y="216408"/>
                </a:lnTo>
                <a:lnTo>
                  <a:pt x="278891" y="220980"/>
                </a:lnTo>
                <a:lnTo>
                  <a:pt x="158495" y="220980"/>
                </a:lnTo>
                <a:lnTo>
                  <a:pt x="158495" y="281940"/>
                </a:lnTo>
                <a:lnTo>
                  <a:pt x="273859" y="281940"/>
                </a:lnTo>
                <a:lnTo>
                  <a:pt x="274749" y="291084"/>
                </a:lnTo>
                <a:lnTo>
                  <a:pt x="158495" y="291084"/>
                </a:lnTo>
                <a:lnTo>
                  <a:pt x="158495" y="313944"/>
                </a:lnTo>
                <a:lnTo>
                  <a:pt x="134111" y="324612"/>
                </a:lnTo>
                <a:close/>
              </a:path>
              <a:path w="382904" h="386079">
                <a:moveTo>
                  <a:pt x="278079" y="210312"/>
                </a:moveTo>
                <a:lnTo>
                  <a:pt x="246887" y="210312"/>
                </a:lnTo>
                <a:lnTo>
                  <a:pt x="259079" y="193548"/>
                </a:lnTo>
                <a:lnTo>
                  <a:pt x="278079" y="210312"/>
                </a:lnTo>
                <a:close/>
              </a:path>
              <a:path w="382904" h="386079">
                <a:moveTo>
                  <a:pt x="273859" y="281940"/>
                </a:moveTo>
                <a:lnTo>
                  <a:pt x="251459" y="281940"/>
                </a:lnTo>
                <a:lnTo>
                  <a:pt x="251459" y="220980"/>
                </a:lnTo>
                <a:lnTo>
                  <a:pt x="278891" y="220980"/>
                </a:lnTo>
                <a:lnTo>
                  <a:pt x="272795" y="225552"/>
                </a:lnTo>
                <a:lnTo>
                  <a:pt x="272831" y="263366"/>
                </a:lnTo>
                <a:lnTo>
                  <a:pt x="273057" y="271319"/>
                </a:lnTo>
                <a:lnTo>
                  <a:pt x="273748" y="280797"/>
                </a:lnTo>
                <a:lnTo>
                  <a:pt x="273859" y="281940"/>
                </a:lnTo>
                <a:close/>
              </a:path>
              <a:path w="382904" h="386079">
                <a:moveTo>
                  <a:pt x="251459" y="312420"/>
                </a:moveTo>
                <a:lnTo>
                  <a:pt x="251459" y="291084"/>
                </a:lnTo>
                <a:lnTo>
                  <a:pt x="274749" y="291084"/>
                </a:lnTo>
                <a:lnTo>
                  <a:pt x="275843" y="301752"/>
                </a:lnTo>
                <a:lnTo>
                  <a:pt x="251459" y="312420"/>
                </a:lnTo>
                <a:close/>
              </a:path>
              <a:path w="382904" h="386079">
                <a:moveTo>
                  <a:pt x="318515" y="382524"/>
                </a:moveTo>
                <a:lnTo>
                  <a:pt x="314182" y="372284"/>
                </a:lnTo>
                <a:lnTo>
                  <a:pt x="303275" y="362331"/>
                </a:lnTo>
                <a:lnTo>
                  <a:pt x="285511" y="352948"/>
                </a:lnTo>
                <a:lnTo>
                  <a:pt x="260603" y="344424"/>
                </a:lnTo>
                <a:lnTo>
                  <a:pt x="260603" y="335280"/>
                </a:lnTo>
                <a:lnTo>
                  <a:pt x="282344" y="338161"/>
                </a:lnTo>
                <a:lnTo>
                  <a:pt x="299656" y="340042"/>
                </a:lnTo>
                <a:lnTo>
                  <a:pt x="312681" y="341066"/>
                </a:lnTo>
                <a:lnTo>
                  <a:pt x="321564" y="341376"/>
                </a:lnTo>
                <a:lnTo>
                  <a:pt x="363139" y="341376"/>
                </a:lnTo>
                <a:lnTo>
                  <a:pt x="359664" y="350520"/>
                </a:lnTo>
                <a:lnTo>
                  <a:pt x="354520" y="359378"/>
                </a:lnTo>
                <a:lnTo>
                  <a:pt x="345948" y="367665"/>
                </a:lnTo>
                <a:lnTo>
                  <a:pt x="333946" y="375380"/>
                </a:lnTo>
                <a:lnTo>
                  <a:pt x="318515" y="38252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" name="object 57"/>
          <p:cNvSpPr/>
          <p:nvPr/>
        </p:nvSpPr>
        <p:spPr>
          <a:xfrm>
            <a:off x="6574535" y="4739640"/>
            <a:ext cx="407034" cy="402590"/>
          </a:xfrm>
          <a:custGeom>
            <a:avLst/>
            <a:gdLst/>
            <a:ahLst/>
            <a:cxnLst/>
            <a:rect l="l" t="t" r="r" b="b"/>
            <a:pathLst>
              <a:path w="407034" h="402589">
                <a:moveTo>
                  <a:pt x="15240" y="42672"/>
                </a:moveTo>
                <a:lnTo>
                  <a:pt x="0" y="25908"/>
                </a:lnTo>
                <a:lnTo>
                  <a:pt x="347472" y="25908"/>
                </a:lnTo>
                <a:lnTo>
                  <a:pt x="374904" y="0"/>
                </a:lnTo>
                <a:lnTo>
                  <a:pt x="406908" y="36576"/>
                </a:lnTo>
                <a:lnTo>
                  <a:pt x="60960" y="36576"/>
                </a:lnTo>
                <a:lnTo>
                  <a:pt x="48029" y="36885"/>
                </a:lnTo>
                <a:lnTo>
                  <a:pt x="36385" y="37909"/>
                </a:lnTo>
                <a:lnTo>
                  <a:pt x="25598" y="39790"/>
                </a:lnTo>
                <a:lnTo>
                  <a:pt x="15240" y="42672"/>
                </a:lnTo>
                <a:close/>
              </a:path>
              <a:path w="407034" h="402589">
                <a:moveTo>
                  <a:pt x="163068" y="111252"/>
                </a:moveTo>
                <a:lnTo>
                  <a:pt x="152400" y="111252"/>
                </a:lnTo>
                <a:lnTo>
                  <a:pt x="158924" y="92082"/>
                </a:lnTo>
                <a:lnTo>
                  <a:pt x="164592" y="73342"/>
                </a:lnTo>
                <a:lnTo>
                  <a:pt x="169116" y="54887"/>
                </a:lnTo>
                <a:lnTo>
                  <a:pt x="172212" y="36576"/>
                </a:lnTo>
                <a:lnTo>
                  <a:pt x="188976" y="36576"/>
                </a:lnTo>
                <a:lnTo>
                  <a:pt x="214884" y="50292"/>
                </a:lnTo>
                <a:lnTo>
                  <a:pt x="198120" y="56388"/>
                </a:lnTo>
                <a:lnTo>
                  <a:pt x="188142" y="70961"/>
                </a:lnTo>
                <a:lnTo>
                  <a:pt x="178879" y="84963"/>
                </a:lnTo>
                <a:lnTo>
                  <a:pt x="170473" y="98393"/>
                </a:lnTo>
                <a:lnTo>
                  <a:pt x="163068" y="111252"/>
                </a:lnTo>
                <a:close/>
              </a:path>
              <a:path w="407034" h="402589">
                <a:moveTo>
                  <a:pt x="367501" y="111252"/>
                </a:moveTo>
                <a:lnTo>
                  <a:pt x="333756" y="111252"/>
                </a:lnTo>
                <a:lnTo>
                  <a:pt x="345948" y="94488"/>
                </a:lnTo>
                <a:lnTo>
                  <a:pt x="367501" y="111252"/>
                </a:lnTo>
                <a:close/>
              </a:path>
              <a:path w="407034" h="402589">
                <a:moveTo>
                  <a:pt x="41148" y="402336"/>
                </a:moveTo>
                <a:lnTo>
                  <a:pt x="42029" y="369474"/>
                </a:lnTo>
                <a:lnTo>
                  <a:pt x="42481" y="332613"/>
                </a:lnTo>
                <a:lnTo>
                  <a:pt x="42594" y="188976"/>
                </a:lnTo>
                <a:lnTo>
                  <a:pt x="42481" y="161925"/>
                </a:lnTo>
                <a:lnTo>
                  <a:pt x="42029" y="127301"/>
                </a:lnTo>
                <a:lnTo>
                  <a:pt x="41148" y="97536"/>
                </a:lnTo>
                <a:lnTo>
                  <a:pt x="67056" y="111252"/>
                </a:lnTo>
                <a:lnTo>
                  <a:pt x="367501" y="111252"/>
                </a:lnTo>
                <a:lnTo>
                  <a:pt x="373380" y="115824"/>
                </a:lnTo>
                <a:lnTo>
                  <a:pt x="367284" y="121920"/>
                </a:lnTo>
                <a:lnTo>
                  <a:pt x="67056" y="121920"/>
                </a:lnTo>
                <a:lnTo>
                  <a:pt x="67056" y="355092"/>
                </a:lnTo>
                <a:lnTo>
                  <a:pt x="362591" y="355092"/>
                </a:lnTo>
                <a:lnTo>
                  <a:pt x="362629" y="365760"/>
                </a:lnTo>
                <a:lnTo>
                  <a:pt x="67056" y="365760"/>
                </a:lnTo>
                <a:lnTo>
                  <a:pt x="67056" y="390144"/>
                </a:lnTo>
                <a:lnTo>
                  <a:pt x="41148" y="402336"/>
                </a:lnTo>
                <a:close/>
              </a:path>
              <a:path w="407034" h="402589">
                <a:moveTo>
                  <a:pt x="164592" y="355092"/>
                </a:moveTo>
                <a:lnTo>
                  <a:pt x="141732" y="355092"/>
                </a:lnTo>
                <a:lnTo>
                  <a:pt x="141732" y="121920"/>
                </a:lnTo>
                <a:lnTo>
                  <a:pt x="164592" y="121920"/>
                </a:lnTo>
                <a:lnTo>
                  <a:pt x="164592" y="188976"/>
                </a:lnTo>
                <a:lnTo>
                  <a:pt x="260604" y="188976"/>
                </a:lnTo>
                <a:lnTo>
                  <a:pt x="260604" y="198120"/>
                </a:lnTo>
                <a:lnTo>
                  <a:pt x="164592" y="198120"/>
                </a:lnTo>
                <a:lnTo>
                  <a:pt x="164592" y="268224"/>
                </a:lnTo>
                <a:lnTo>
                  <a:pt x="260604" y="268224"/>
                </a:lnTo>
                <a:lnTo>
                  <a:pt x="260604" y="278892"/>
                </a:lnTo>
                <a:lnTo>
                  <a:pt x="164592" y="278892"/>
                </a:lnTo>
                <a:lnTo>
                  <a:pt x="164592" y="355092"/>
                </a:lnTo>
                <a:close/>
              </a:path>
              <a:path w="407034" h="402589">
                <a:moveTo>
                  <a:pt x="260604" y="188976"/>
                </a:moveTo>
                <a:lnTo>
                  <a:pt x="237744" y="188976"/>
                </a:lnTo>
                <a:lnTo>
                  <a:pt x="237744" y="121920"/>
                </a:lnTo>
                <a:lnTo>
                  <a:pt x="260604" y="121920"/>
                </a:lnTo>
                <a:lnTo>
                  <a:pt x="260604" y="188976"/>
                </a:lnTo>
                <a:close/>
              </a:path>
              <a:path w="407034" h="402589">
                <a:moveTo>
                  <a:pt x="362591" y="355092"/>
                </a:moveTo>
                <a:lnTo>
                  <a:pt x="336804" y="355092"/>
                </a:lnTo>
                <a:lnTo>
                  <a:pt x="336804" y="121920"/>
                </a:lnTo>
                <a:lnTo>
                  <a:pt x="367284" y="121920"/>
                </a:lnTo>
                <a:lnTo>
                  <a:pt x="361188" y="128016"/>
                </a:lnTo>
                <a:lnTo>
                  <a:pt x="361351" y="188976"/>
                </a:lnTo>
                <a:lnTo>
                  <a:pt x="361746" y="246888"/>
                </a:lnTo>
                <a:lnTo>
                  <a:pt x="362175" y="296448"/>
                </a:lnTo>
                <a:lnTo>
                  <a:pt x="362553" y="344545"/>
                </a:lnTo>
                <a:lnTo>
                  <a:pt x="362591" y="355092"/>
                </a:lnTo>
                <a:close/>
              </a:path>
              <a:path w="407034" h="402589">
                <a:moveTo>
                  <a:pt x="260604" y="268224"/>
                </a:moveTo>
                <a:lnTo>
                  <a:pt x="237744" y="268224"/>
                </a:lnTo>
                <a:lnTo>
                  <a:pt x="237744" y="198120"/>
                </a:lnTo>
                <a:lnTo>
                  <a:pt x="260604" y="198120"/>
                </a:lnTo>
                <a:lnTo>
                  <a:pt x="260604" y="268224"/>
                </a:lnTo>
                <a:close/>
              </a:path>
              <a:path w="407034" h="402589">
                <a:moveTo>
                  <a:pt x="260604" y="355092"/>
                </a:moveTo>
                <a:lnTo>
                  <a:pt x="237744" y="355092"/>
                </a:lnTo>
                <a:lnTo>
                  <a:pt x="237744" y="278892"/>
                </a:lnTo>
                <a:lnTo>
                  <a:pt x="260604" y="278892"/>
                </a:lnTo>
                <a:lnTo>
                  <a:pt x="260604" y="355092"/>
                </a:lnTo>
                <a:close/>
              </a:path>
              <a:path w="407034" h="402589">
                <a:moveTo>
                  <a:pt x="336804" y="400812"/>
                </a:moveTo>
                <a:lnTo>
                  <a:pt x="336804" y="365760"/>
                </a:lnTo>
                <a:lnTo>
                  <a:pt x="362629" y="365760"/>
                </a:lnTo>
                <a:lnTo>
                  <a:pt x="362712" y="388620"/>
                </a:lnTo>
                <a:lnTo>
                  <a:pt x="336804" y="40081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pic>
        <p:nvPicPr>
          <p:cNvPr id="58" name="object 58"/>
          <p:cNvPicPr/>
          <p:nvPr/>
        </p:nvPicPr>
        <p:blipFill>
          <a:blip r:embed="rId7" cstate="print"/>
          <a:stretch>
            <a:fillRect/>
          </a:stretch>
        </p:blipFill>
        <p:spPr>
          <a:xfrm>
            <a:off x="7054595" y="4998148"/>
            <a:ext cx="68579" cy="119443"/>
          </a:xfrm>
          <a:prstGeom prst="rect">
            <a:avLst/>
          </a:prstGeom>
        </p:spPr>
      </p:pic>
      <p:sp>
        <p:nvSpPr>
          <p:cNvPr id="59" name="object 59"/>
          <p:cNvSpPr/>
          <p:nvPr/>
        </p:nvSpPr>
        <p:spPr>
          <a:xfrm>
            <a:off x="7469123" y="4738115"/>
            <a:ext cx="388620" cy="405765"/>
          </a:xfrm>
          <a:custGeom>
            <a:avLst/>
            <a:gdLst/>
            <a:ahLst/>
            <a:cxnLst/>
            <a:rect l="l" t="t" r="r" b="b"/>
            <a:pathLst>
              <a:path w="388620" h="405764">
                <a:moveTo>
                  <a:pt x="384918" y="92964"/>
                </a:moveTo>
                <a:lnTo>
                  <a:pt x="347472" y="92964"/>
                </a:lnTo>
                <a:lnTo>
                  <a:pt x="362712" y="74676"/>
                </a:lnTo>
                <a:lnTo>
                  <a:pt x="384918" y="92964"/>
                </a:lnTo>
                <a:close/>
              </a:path>
              <a:path w="388620" h="405764">
                <a:moveTo>
                  <a:pt x="228600" y="382524"/>
                </a:moveTo>
                <a:lnTo>
                  <a:pt x="228838" y="358521"/>
                </a:lnTo>
                <a:lnTo>
                  <a:pt x="229362" y="339090"/>
                </a:lnTo>
                <a:lnTo>
                  <a:pt x="229885" y="324231"/>
                </a:lnTo>
                <a:lnTo>
                  <a:pt x="230124" y="313944"/>
                </a:lnTo>
                <a:lnTo>
                  <a:pt x="230124" y="143256"/>
                </a:lnTo>
                <a:lnTo>
                  <a:pt x="229885" y="127254"/>
                </a:lnTo>
                <a:lnTo>
                  <a:pt x="228863" y="96012"/>
                </a:lnTo>
                <a:lnTo>
                  <a:pt x="228600" y="79247"/>
                </a:lnTo>
                <a:lnTo>
                  <a:pt x="252984" y="92964"/>
                </a:lnTo>
                <a:lnTo>
                  <a:pt x="384918" y="92964"/>
                </a:lnTo>
                <a:lnTo>
                  <a:pt x="388620" y="96012"/>
                </a:lnTo>
                <a:lnTo>
                  <a:pt x="380047" y="103632"/>
                </a:lnTo>
                <a:lnTo>
                  <a:pt x="252984" y="103632"/>
                </a:lnTo>
                <a:lnTo>
                  <a:pt x="252984" y="321564"/>
                </a:lnTo>
                <a:lnTo>
                  <a:pt x="375028" y="321564"/>
                </a:lnTo>
                <a:lnTo>
                  <a:pt x="375094" y="327088"/>
                </a:lnTo>
                <a:lnTo>
                  <a:pt x="375235" y="332232"/>
                </a:lnTo>
                <a:lnTo>
                  <a:pt x="252984" y="332232"/>
                </a:lnTo>
                <a:lnTo>
                  <a:pt x="252984" y="370332"/>
                </a:lnTo>
                <a:lnTo>
                  <a:pt x="228600" y="382524"/>
                </a:lnTo>
                <a:close/>
              </a:path>
              <a:path w="388620" h="405764">
                <a:moveTo>
                  <a:pt x="375028" y="321564"/>
                </a:moveTo>
                <a:lnTo>
                  <a:pt x="352044" y="321564"/>
                </a:lnTo>
                <a:lnTo>
                  <a:pt x="352044" y="103632"/>
                </a:lnTo>
                <a:lnTo>
                  <a:pt x="380047" y="103632"/>
                </a:lnTo>
                <a:lnTo>
                  <a:pt x="374904" y="108204"/>
                </a:lnTo>
                <a:lnTo>
                  <a:pt x="375028" y="321564"/>
                </a:lnTo>
                <a:close/>
              </a:path>
              <a:path w="388620" h="405764">
                <a:moveTo>
                  <a:pt x="352044" y="371856"/>
                </a:moveTo>
                <a:lnTo>
                  <a:pt x="352044" y="332232"/>
                </a:lnTo>
                <a:lnTo>
                  <a:pt x="375235" y="332232"/>
                </a:lnTo>
                <a:lnTo>
                  <a:pt x="375546" y="343542"/>
                </a:lnTo>
                <a:lnTo>
                  <a:pt x="376428" y="362712"/>
                </a:lnTo>
                <a:lnTo>
                  <a:pt x="352044" y="371856"/>
                </a:lnTo>
                <a:close/>
              </a:path>
              <a:path w="388620" h="405764">
                <a:moveTo>
                  <a:pt x="97536" y="108204"/>
                </a:moveTo>
                <a:lnTo>
                  <a:pt x="73152" y="108204"/>
                </a:lnTo>
                <a:lnTo>
                  <a:pt x="78533" y="76509"/>
                </a:lnTo>
                <a:lnTo>
                  <a:pt x="83058" y="47815"/>
                </a:lnTo>
                <a:lnTo>
                  <a:pt x="86439" y="22264"/>
                </a:lnTo>
                <a:lnTo>
                  <a:pt x="88392" y="0"/>
                </a:lnTo>
                <a:lnTo>
                  <a:pt x="131064" y="19812"/>
                </a:lnTo>
                <a:lnTo>
                  <a:pt x="114300" y="30480"/>
                </a:lnTo>
                <a:lnTo>
                  <a:pt x="110823" y="45624"/>
                </a:lnTo>
                <a:lnTo>
                  <a:pt x="102727" y="84486"/>
                </a:lnTo>
                <a:lnTo>
                  <a:pt x="97536" y="108204"/>
                </a:lnTo>
                <a:close/>
              </a:path>
              <a:path w="388620" h="405764">
                <a:moveTo>
                  <a:pt x="18288" y="123444"/>
                </a:moveTo>
                <a:lnTo>
                  <a:pt x="1524" y="108204"/>
                </a:lnTo>
                <a:lnTo>
                  <a:pt x="163068" y="108204"/>
                </a:lnTo>
                <a:lnTo>
                  <a:pt x="173736" y="88392"/>
                </a:lnTo>
                <a:lnTo>
                  <a:pt x="204216" y="109728"/>
                </a:lnTo>
                <a:lnTo>
                  <a:pt x="193929" y="118871"/>
                </a:lnTo>
                <a:lnTo>
                  <a:pt x="59436" y="118871"/>
                </a:lnTo>
                <a:lnTo>
                  <a:pt x="48291" y="119157"/>
                </a:lnTo>
                <a:lnTo>
                  <a:pt x="37719" y="120014"/>
                </a:lnTo>
                <a:lnTo>
                  <a:pt x="27717" y="121443"/>
                </a:lnTo>
                <a:lnTo>
                  <a:pt x="18288" y="123444"/>
                </a:lnTo>
                <a:close/>
              </a:path>
              <a:path w="388620" h="405764">
                <a:moveTo>
                  <a:pt x="3048" y="405384"/>
                </a:moveTo>
                <a:lnTo>
                  <a:pt x="0" y="400812"/>
                </a:lnTo>
                <a:lnTo>
                  <a:pt x="39409" y="381095"/>
                </a:lnTo>
                <a:lnTo>
                  <a:pt x="72961" y="358521"/>
                </a:lnTo>
                <a:lnTo>
                  <a:pt x="100512" y="333089"/>
                </a:lnTo>
                <a:lnTo>
                  <a:pt x="121920" y="304800"/>
                </a:lnTo>
                <a:lnTo>
                  <a:pt x="97012" y="294489"/>
                </a:lnTo>
                <a:lnTo>
                  <a:pt x="74676" y="286321"/>
                </a:lnTo>
                <a:lnTo>
                  <a:pt x="54625" y="280154"/>
                </a:lnTo>
                <a:lnTo>
                  <a:pt x="36576" y="275844"/>
                </a:lnTo>
                <a:lnTo>
                  <a:pt x="43981" y="245530"/>
                </a:lnTo>
                <a:lnTo>
                  <a:pt x="52387" y="209359"/>
                </a:lnTo>
                <a:lnTo>
                  <a:pt x="61650" y="167187"/>
                </a:lnTo>
                <a:lnTo>
                  <a:pt x="71628" y="118871"/>
                </a:lnTo>
                <a:lnTo>
                  <a:pt x="96012" y="118871"/>
                </a:lnTo>
                <a:lnTo>
                  <a:pt x="89463" y="148018"/>
                </a:lnTo>
                <a:lnTo>
                  <a:pt x="81343" y="182880"/>
                </a:lnTo>
                <a:lnTo>
                  <a:pt x="71794" y="223456"/>
                </a:lnTo>
                <a:lnTo>
                  <a:pt x="60960" y="269748"/>
                </a:lnTo>
                <a:lnTo>
                  <a:pt x="72104" y="272629"/>
                </a:lnTo>
                <a:lnTo>
                  <a:pt x="87249" y="276796"/>
                </a:lnTo>
                <a:lnTo>
                  <a:pt x="106394" y="282392"/>
                </a:lnTo>
                <a:lnTo>
                  <a:pt x="129540" y="289560"/>
                </a:lnTo>
                <a:lnTo>
                  <a:pt x="153050" y="289560"/>
                </a:lnTo>
                <a:lnTo>
                  <a:pt x="150876" y="295656"/>
                </a:lnTo>
                <a:lnTo>
                  <a:pt x="170068" y="304490"/>
                </a:lnTo>
                <a:lnTo>
                  <a:pt x="184404" y="312610"/>
                </a:lnTo>
                <a:lnTo>
                  <a:pt x="188245" y="315468"/>
                </a:lnTo>
                <a:lnTo>
                  <a:pt x="141732" y="315468"/>
                </a:lnTo>
                <a:lnTo>
                  <a:pt x="114276" y="345805"/>
                </a:lnTo>
                <a:lnTo>
                  <a:pt x="82105" y="370713"/>
                </a:lnTo>
                <a:lnTo>
                  <a:pt x="45077" y="390477"/>
                </a:lnTo>
                <a:lnTo>
                  <a:pt x="3048" y="405384"/>
                </a:lnTo>
                <a:close/>
              </a:path>
              <a:path w="388620" h="405764">
                <a:moveTo>
                  <a:pt x="153050" y="289560"/>
                </a:moveTo>
                <a:lnTo>
                  <a:pt x="129540" y="289560"/>
                </a:lnTo>
                <a:lnTo>
                  <a:pt x="139541" y="259246"/>
                </a:lnTo>
                <a:lnTo>
                  <a:pt x="148971" y="220789"/>
                </a:lnTo>
                <a:lnTo>
                  <a:pt x="157829" y="174045"/>
                </a:lnTo>
                <a:lnTo>
                  <a:pt x="166116" y="118871"/>
                </a:lnTo>
                <a:lnTo>
                  <a:pt x="193929" y="118871"/>
                </a:lnTo>
                <a:lnTo>
                  <a:pt x="190500" y="121920"/>
                </a:lnTo>
                <a:lnTo>
                  <a:pt x="181308" y="178212"/>
                </a:lnTo>
                <a:lnTo>
                  <a:pt x="171831" y="225933"/>
                </a:lnTo>
                <a:lnTo>
                  <a:pt x="161782" y="265080"/>
                </a:lnTo>
                <a:lnTo>
                  <a:pt x="153050" y="289560"/>
                </a:lnTo>
                <a:close/>
              </a:path>
              <a:path w="388620" h="405764">
                <a:moveTo>
                  <a:pt x="201168" y="362712"/>
                </a:moveTo>
                <a:lnTo>
                  <a:pt x="195072" y="362712"/>
                </a:lnTo>
                <a:lnTo>
                  <a:pt x="190500" y="359664"/>
                </a:lnTo>
                <a:lnTo>
                  <a:pt x="185928" y="353568"/>
                </a:lnTo>
                <a:lnTo>
                  <a:pt x="177950" y="344400"/>
                </a:lnTo>
                <a:lnTo>
                  <a:pt x="167830" y="335089"/>
                </a:lnTo>
                <a:lnTo>
                  <a:pt x="155709" y="325493"/>
                </a:lnTo>
                <a:lnTo>
                  <a:pt x="141732" y="315468"/>
                </a:lnTo>
                <a:lnTo>
                  <a:pt x="188245" y="315468"/>
                </a:lnTo>
                <a:lnTo>
                  <a:pt x="204750" y="344400"/>
                </a:lnTo>
                <a:lnTo>
                  <a:pt x="204685" y="345805"/>
                </a:lnTo>
                <a:lnTo>
                  <a:pt x="204216" y="350520"/>
                </a:lnTo>
                <a:lnTo>
                  <a:pt x="202692" y="358140"/>
                </a:lnTo>
                <a:lnTo>
                  <a:pt x="201168" y="36271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" name="object 60"/>
          <p:cNvSpPr/>
          <p:nvPr/>
        </p:nvSpPr>
        <p:spPr>
          <a:xfrm>
            <a:off x="7914120" y="4736604"/>
            <a:ext cx="1287780" cy="408940"/>
          </a:xfrm>
          <a:custGeom>
            <a:avLst/>
            <a:gdLst/>
            <a:ahLst/>
            <a:cxnLst/>
            <a:rect l="l" t="t" r="r" b="b"/>
            <a:pathLst>
              <a:path w="1287779" h="408939">
                <a:moveTo>
                  <a:pt x="135636" y="25908"/>
                </a:moveTo>
                <a:lnTo>
                  <a:pt x="99060" y="1524"/>
                </a:lnTo>
                <a:lnTo>
                  <a:pt x="94754" y="18351"/>
                </a:lnTo>
                <a:lnTo>
                  <a:pt x="88582" y="39052"/>
                </a:lnTo>
                <a:lnTo>
                  <a:pt x="70104" y="91440"/>
                </a:lnTo>
                <a:lnTo>
                  <a:pt x="41338" y="152781"/>
                </a:lnTo>
                <a:lnTo>
                  <a:pt x="0" y="216408"/>
                </a:lnTo>
                <a:lnTo>
                  <a:pt x="3048" y="220980"/>
                </a:lnTo>
                <a:lnTo>
                  <a:pt x="22225" y="201828"/>
                </a:lnTo>
                <a:lnTo>
                  <a:pt x="38671" y="183261"/>
                </a:lnTo>
                <a:lnTo>
                  <a:pt x="52565" y="165252"/>
                </a:lnTo>
                <a:lnTo>
                  <a:pt x="64008" y="147828"/>
                </a:lnTo>
                <a:lnTo>
                  <a:pt x="63906" y="321564"/>
                </a:lnTo>
                <a:lnTo>
                  <a:pt x="63817" y="334708"/>
                </a:lnTo>
                <a:lnTo>
                  <a:pt x="63347" y="368808"/>
                </a:lnTo>
                <a:lnTo>
                  <a:pt x="62484" y="406908"/>
                </a:lnTo>
                <a:lnTo>
                  <a:pt x="88392" y="393192"/>
                </a:lnTo>
                <a:lnTo>
                  <a:pt x="88176" y="377964"/>
                </a:lnTo>
                <a:lnTo>
                  <a:pt x="88112" y="375183"/>
                </a:lnTo>
                <a:lnTo>
                  <a:pt x="87109" y="340677"/>
                </a:lnTo>
                <a:lnTo>
                  <a:pt x="86868" y="321564"/>
                </a:lnTo>
                <a:lnTo>
                  <a:pt x="86868" y="147828"/>
                </a:lnTo>
                <a:lnTo>
                  <a:pt x="86868" y="138684"/>
                </a:lnTo>
                <a:lnTo>
                  <a:pt x="100584" y="129540"/>
                </a:lnTo>
                <a:lnTo>
                  <a:pt x="82296" y="117348"/>
                </a:lnTo>
                <a:lnTo>
                  <a:pt x="90614" y="98717"/>
                </a:lnTo>
                <a:lnTo>
                  <a:pt x="99631" y="79248"/>
                </a:lnTo>
                <a:lnTo>
                  <a:pt x="109524" y="58623"/>
                </a:lnTo>
                <a:lnTo>
                  <a:pt x="120396" y="36563"/>
                </a:lnTo>
                <a:lnTo>
                  <a:pt x="135636" y="25908"/>
                </a:lnTo>
                <a:close/>
              </a:path>
              <a:path w="1287779" h="408939">
                <a:moveTo>
                  <a:pt x="280416" y="144780"/>
                </a:moveTo>
                <a:lnTo>
                  <a:pt x="272580" y="138684"/>
                </a:lnTo>
                <a:lnTo>
                  <a:pt x="252984" y="123444"/>
                </a:lnTo>
                <a:lnTo>
                  <a:pt x="242316" y="136779"/>
                </a:lnTo>
                <a:lnTo>
                  <a:pt x="242316" y="149352"/>
                </a:lnTo>
                <a:lnTo>
                  <a:pt x="242316" y="249936"/>
                </a:lnTo>
                <a:lnTo>
                  <a:pt x="167640" y="249936"/>
                </a:lnTo>
                <a:lnTo>
                  <a:pt x="167640" y="149352"/>
                </a:lnTo>
                <a:lnTo>
                  <a:pt x="242316" y="149352"/>
                </a:lnTo>
                <a:lnTo>
                  <a:pt x="242316" y="136779"/>
                </a:lnTo>
                <a:lnTo>
                  <a:pt x="240792" y="138684"/>
                </a:lnTo>
                <a:lnTo>
                  <a:pt x="167640" y="138684"/>
                </a:lnTo>
                <a:lnTo>
                  <a:pt x="143256" y="124968"/>
                </a:lnTo>
                <a:lnTo>
                  <a:pt x="143522" y="147828"/>
                </a:lnTo>
                <a:lnTo>
                  <a:pt x="144551" y="191401"/>
                </a:lnTo>
                <a:lnTo>
                  <a:pt x="144665" y="201828"/>
                </a:lnTo>
                <a:lnTo>
                  <a:pt x="144551" y="235305"/>
                </a:lnTo>
                <a:lnTo>
                  <a:pt x="143497" y="279793"/>
                </a:lnTo>
                <a:lnTo>
                  <a:pt x="143256" y="301752"/>
                </a:lnTo>
                <a:lnTo>
                  <a:pt x="167640" y="291084"/>
                </a:lnTo>
                <a:lnTo>
                  <a:pt x="167640" y="260604"/>
                </a:lnTo>
                <a:lnTo>
                  <a:pt x="242316" y="260604"/>
                </a:lnTo>
                <a:lnTo>
                  <a:pt x="242316" y="286512"/>
                </a:lnTo>
                <a:lnTo>
                  <a:pt x="268224" y="274320"/>
                </a:lnTo>
                <a:lnTo>
                  <a:pt x="267347" y="261721"/>
                </a:lnTo>
                <a:lnTo>
                  <a:pt x="267309" y="260604"/>
                </a:lnTo>
                <a:lnTo>
                  <a:pt x="266928" y="249936"/>
                </a:lnTo>
                <a:lnTo>
                  <a:pt x="266890" y="248983"/>
                </a:lnTo>
                <a:lnTo>
                  <a:pt x="266725" y="235953"/>
                </a:lnTo>
                <a:lnTo>
                  <a:pt x="266700" y="155448"/>
                </a:lnTo>
                <a:lnTo>
                  <a:pt x="274548" y="149352"/>
                </a:lnTo>
                <a:lnTo>
                  <a:pt x="280416" y="144780"/>
                </a:lnTo>
                <a:close/>
              </a:path>
              <a:path w="1287779" h="408939">
                <a:moveTo>
                  <a:pt x="403860" y="65532"/>
                </a:moveTo>
                <a:lnTo>
                  <a:pt x="371856" y="35039"/>
                </a:lnTo>
                <a:lnTo>
                  <a:pt x="352044" y="56388"/>
                </a:lnTo>
                <a:lnTo>
                  <a:pt x="126492" y="56388"/>
                </a:lnTo>
                <a:lnTo>
                  <a:pt x="143256" y="71628"/>
                </a:lnTo>
                <a:lnTo>
                  <a:pt x="152692" y="69380"/>
                </a:lnTo>
                <a:lnTo>
                  <a:pt x="162687" y="67437"/>
                </a:lnTo>
                <a:lnTo>
                  <a:pt x="173266" y="66052"/>
                </a:lnTo>
                <a:lnTo>
                  <a:pt x="184404" y="65532"/>
                </a:lnTo>
                <a:lnTo>
                  <a:pt x="320040" y="65532"/>
                </a:lnTo>
                <a:lnTo>
                  <a:pt x="320040" y="361188"/>
                </a:lnTo>
                <a:lnTo>
                  <a:pt x="315468" y="367284"/>
                </a:lnTo>
                <a:lnTo>
                  <a:pt x="304800" y="367284"/>
                </a:lnTo>
                <a:lnTo>
                  <a:pt x="295376" y="367614"/>
                </a:lnTo>
                <a:lnTo>
                  <a:pt x="283083" y="366522"/>
                </a:lnTo>
                <a:lnTo>
                  <a:pt x="267944" y="364274"/>
                </a:lnTo>
                <a:lnTo>
                  <a:pt x="249936" y="361188"/>
                </a:lnTo>
                <a:lnTo>
                  <a:pt x="248412" y="368808"/>
                </a:lnTo>
                <a:lnTo>
                  <a:pt x="273558" y="377964"/>
                </a:lnTo>
                <a:lnTo>
                  <a:pt x="291846" y="387286"/>
                </a:lnTo>
                <a:lnTo>
                  <a:pt x="303276" y="396875"/>
                </a:lnTo>
                <a:lnTo>
                  <a:pt x="307848" y="406908"/>
                </a:lnTo>
                <a:lnTo>
                  <a:pt x="324472" y="398043"/>
                </a:lnTo>
                <a:lnTo>
                  <a:pt x="335661" y="387477"/>
                </a:lnTo>
                <a:lnTo>
                  <a:pt x="341718" y="375183"/>
                </a:lnTo>
                <a:lnTo>
                  <a:pt x="342353" y="367614"/>
                </a:lnTo>
                <a:lnTo>
                  <a:pt x="342900" y="361188"/>
                </a:lnTo>
                <a:lnTo>
                  <a:pt x="342900" y="65532"/>
                </a:lnTo>
                <a:lnTo>
                  <a:pt x="403860" y="65532"/>
                </a:lnTo>
                <a:close/>
              </a:path>
              <a:path w="1287779" h="408939">
                <a:moveTo>
                  <a:pt x="558076" y="71094"/>
                </a:moveTo>
                <a:lnTo>
                  <a:pt x="530161" y="37325"/>
                </a:lnTo>
                <a:lnTo>
                  <a:pt x="496824" y="18275"/>
                </a:lnTo>
                <a:lnTo>
                  <a:pt x="493776" y="22847"/>
                </a:lnTo>
                <a:lnTo>
                  <a:pt x="505447" y="38569"/>
                </a:lnTo>
                <a:lnTo>
                  <a:pt x="515112" y="53708"/>
                </a:lnTo>
                <a:lnTo>
                  <a:pt x="522503" y="68287"/>
                </a:lnTo>
                <a:lnTo>
                  <a:pt x="527304" y="82283"/>
                </a:lnTo>
                <a:lnTo>
                  <a:pt x="530352" y="95999"/>
                </a:lnTo>
                <a:lnTo>
                  <a:pt x="534924" y="102095"/>
                </a:lnTo>
                <a:lnTo>
                  <a:pt x="541020" y="102095"/>
                </a:lnTo>
                <a:lnTo>
                  <a:pt x="545592" y="100571"/>
                </a:lnTo>
                <a:lnTo>
                  <a:pt x="550164" y="95999"/>
                </a:lnTo>
                <a:lnTo>
                  <a:pt x="554736" y="92951"/>
                </a:lnTo>
                <a:lnTo>
                  <a:pt x="557784" y="86855"/>
                </a:lnTo>
                <a:lnTo>
                  <a:pt x="557784" y="77711"/>
                </a:lnTo>
                <a:lnTo>
                  <a:pt x="558076" y="71094"/>
                </a:lnTo>
                <a:close/>
              </a:path>
              <a:path w="1287779" h="408939">
                <a:moveTo>
                  <a:pt x="615696" y="277355"/>
                </a:moveTo>
                <a:lnTo>
                  <a:pt x="609600" y="271259"/>
                </a:lnTo>
                <a:lnTo>
                  <a:pt x="542544" y="332219"/>
                </a:lnTo>
                <a:lnTo>
                  <a:pt x="542544" y="173723"/>
                </a:lnTo>
                <a:lnTo>
                  <a:pt x="547687" y="169151"/>
                </a:lnTo>
                <a:lnTo>
                  <a:pt x="556260" y="161531"/>
                </a:lnTo>
                <a:lnTo>
                  <a:pt x="527304" y="138671"/>
                </a:lnTo>
                <a:lnTo>
                  <a:pt x="515112" y="158483"/>
                </a:lnTo>
                <a:lnTo>
                  <a:pt x="441960" y="158483"/>
                </a:lnTo>
                <a:lnTo>
                  <a:pt x="457200" y="173723"/>
                </a:lnTo>
                <a:lnTo>
                  <a:pt x="466305" y="171729"/>
                </a:lnTo>
                <a:lnTo>
                  <a:pt x="475107" y="170294"/>
                </a:lnTo>
                <a:lnTo>
                  <a:pt x="483349" y="169443"/>
                </a:lnTo>
                <a:lnTo>
                  <a:pt x="490728" y="169151"/>
                </a:lnTo>
                <a:lnTo>
                  <a:pt x="518160" y="169151"/>
                </a:lnTo>
                <a:lnTo>
                  <a:pt x="518287" y="332219"/>
                </a:lnTo>
                <a:lnTo>
                  <a:pt x="518477" y="336842"/>
                </a:lnTo>
                <a:lnTo>
                  <a:pt x="517207" y="343649"/>
                </a:lnTo>
                <a:lnTo>
                  <a:pt x="514527" y="349326"/>
                </a:lnTo>
                <a:lnTo>
                  <a:pt x="510540" y="353555"/>
                </a:lnTo>
                <a:lnTo>
                  <a:pt x="534924" y="379463"/>
                </a:lnTo>
                <a:lnTo>
                  <a:pt x="543483" y="366306"/>
                </a:lnTo>
                <a:lnTo>
                  <a:pt x="559879" y="344982"/>
                </a:lnTo>
                <a:lnTo>
                  <a:pt x="570293" y="332219"/>
                </a:lnTo>
                <a:lnTo>
                  <a:pt x="584009" y="315391"/>
                </a:lnTo>
                <a:lnTo>
                  <a:pt x="615696" y="277355"/>
                </a:lnTo>
                <a:close/>
              </a:path>
              <a:path w="1287779" h="408939">
                <a:moveTo>
                  <a:pt x="847344" y="373367"/>
                </a:moveTo>
                <a:lnTo>
                  <a:pt x="815340" y="339839"/>
                </a:lnTo>
                <a:lnTo>
                  <a:pt x="789432" y="364223"/>
                </a:lnTo>
                <a:lnTo>
                  <a:pt x="701040" y="364223"/>
                </a:lnTo>
                <a:lnTo>
                  <a:pt x="701040" y="169151"/>
                </a:lnTo>
                <a:lnTo>
                  <a:pt x="835152" y="169151"/>
                </a:lnTo>
                <a:lnTo>
                  <a:pt x="825373" y="158483"/>
                </a:lnTo>
                <a:lnTo>
                  <a:pt x="801624" y="132575"/>
                </a:lnTo>
                <a:lnTo>
                  <a:pt x="777240" y="158483"/>
                </a:lnTo>
                <a:lnTo>
                  <a:pt x="701040" y="158483"/>
                </a:lnTo>
                <a:lnTo>
                  <a:pt x="701040" y="36563"/>
                </a:lnTo>
                <a:lnTo>
                  <a:pt x="716280" y="22847"/>
                </a:lnTo>
                <a:lnTo>
                  <a:pt x="673608" y="3035"/>
                </a:lnTo>
                <a:lnTo>
                  <a:pt x="673874" y="22847"/>
                </a:lnTo>
                <a:lnTo>
                  <a:pt x="674331" y="45288"/>
                </a:lnTo>
                <a:lnTo>
                  <a:pt x="674852" y="77711"/>
                </a:lnTo>
                <a:lnTo>
                  <a:pt x="675030" y="102095"/>
                </a:lnTo>
                <a:lnTo>
                  <a:pt x="675132" y="364223"/>
                </a:lnTo>
                <a:lnTo>
                  <a:pt x="557784" y="364223"/>
                </a:lnTo>
                <a:lnTo>
                  <a:pt x="571500" y="377939"/>
                </a:lnTo>
                <a:lnTo>
                  <a:pt x="579767" y="375297"/>
                </a:lnTo>
                <a:lnTo>
                  <a:pt x="588454" y="373938"/>
                </a:lnTo>
                <a:lnTo>
                  <a:pt x="597433" y="373443"/>
                </a:lnTo>
                <a:lnTo>
                  <a:pt x="606552" y="373367"/>
                </a:lnTo>
                <a:lnTo>
                  <a:pt x="847344" y="373367"/>
                </a:lnTo>
                <a:close/>
              </a:path>
              <a:path w="1287779" h="408939">
                <a:moveTo>
                  <a:pt x="1223772" y="21336"/>
                </a:moveTo>
                <a:lnTo>
                  <a:pt x="1221714" y="19812"/>
                </a:lnTo>
                <a:lnTo>
                  <a:pt x="1194816" y="0"/>
                </a:lnTo>
                <a:lnTo>
                  <a:pt x="1185672" y="14859"/>
                </a:lnTo>
                <a:lnTo>
                  <a:pt x="1185672" y="28956"/>
                </a:lnTo>
                <a:lnTo>
                  <a:pt x="1185672" y="68580"/>
                </a:lnTo>
                <a:lnTo>
                  <a:pt x="1185672" y="77724"/>
                </a:lnTo>
                <a:lnTo>
                  <a:pt x="1185672" y="117348"/>
                </a:lnTo>
                <a:lnTo>
                  <a:pt x="998220" y="117348"/>
                </a:lnTo>
                <a:lnTo>
                  <a:pt x="998220" y="77724"/>
                </a:lnTo>
                <a:lnTo>
                  <a:pt x="1185672" y="77724"/>
                </a:lnTo>
                <a:lnTo>
                  <a:pt x="1185672" y="68580"/>
                </a:lnTo>
                <a:lnTo>
                  <a:pt x="998220" y="68580"/>
                </a:lnTo>
                <a:lnTo>
                  <a:pt x="998220" y="28956"/>
                </a:lnTo>
                <a:lnTo>
                  <a:pt x="1185672" y="28956"/>
                </a:lnTo>
                <a:lnTo>
                  <a:pt x="1185672" y="14859"/>
                </a:lnTo>
                <a:lnTo>
                  <a:pt x="1182624" y="19812"/>
                </a:lnTo>
                <a:lnTo>
                  <a:pt x="998220" y="19812"/>
                </a:lnTo>
                <a:lnTo>
                  <a:pt x="972312" y="6096"/>
                </a:lnTo>
                <a:lnTo>
                  <a:pt x="972553" y="22644"/>
                </a:lnTo>
                <a:lnTo>
                  <a:pt x="973607" y="58597"/>
                </a:lnTo>
                <a:lnTo>
                  <a:pt x="973734" y="68580"/>
                </a:lnTo>
                <a:lnTo>
                  <a:pt x="973607" y="96837"/>
                </a:lnTo>
                <a:lnTo>
                  <a:pt x="972553" y="132791"/>
                </a:lnTo>
                <a:lnTo>
                  <a:pt x="972312" y="149352"/>
                </a:lnTo>
                <a:lnTo>
                  <a:pt x="998220" y="141732"/>
                </a:lnTo>
                <a:lnTo>
                  <a:pt x="998220" y="126492"/>
                </a:lnTo>
                <a:lnTo>
                  <a:pt x="1185672" y="126492"/>
                </a:lnTo>
                <a:lnTo>
                  <a:pt x="1185672" y="147828"/>
                </a:lnTo>
                <a:lnTo>
                  <a:pt x="1211580" y="135636"/>
                </a:lnTo>
                <a:lnTo>
                  <a:pt x="1210970" y="126492"/>
                </a:lnTo>
                <a:lnTo>
                  <a:pt x="1210703" y="122466"/>
                </a:lnTo>
                <a:lnTo>
                  <a:pt x="1210602" y="117348"/>
                </a:lnTo>
                <a:lnTo>
                  <a:pt x="1210246" y="101155"/>
                </a:lnTo>
                <a:lnTo>
                  <a:pt x="1210119" y="77724"/>
                </a:lnTo>
                <a:lnTo>
                  <a:pt x="1210081" y="68580"/>
                </a:lnTo>
                <a:lnTo>
                  <a:pt x="1210056" y="33528"/>
                </a:lnTo>
                <a:lnTo>
                  <a:pt x="1215199" y="28956"/>
                </a:lnTo>
                <a:lnTo>
                  <a:pt x="1223772" y="21336"/>
                </a:lnTo>
                <a:close/>
              </a:path>
              <a:path w="1287779" h="408939">
                <a:moveTo>
                  <a:pt x="1286256" y="173736"/>
                </a:moveTo>
                <a:lnTo>
                  <a:pt x="1248156" y="135636"/>
                </a:lnTo>
                <a:lnTo>
                  <a:pt x="1220724" y="163068"/>
                </a:lnTo>
                <a:lnTo>
                  <a:pt x="1054608" y="163068"/>
                </a:lnTo>
                <a:lnTo>
                  <a:pt x="1054608" y="313944"/>
                </a:lnTo>
                <a:lnTo>
                  <a:pt x="973836" y="327660"/>
                </a:lnTo>
                <a:lnTo>
                  <a:pt x="973836" y="271272"/>
                </a:lnTo>
                <a:lnTo>
                  <a:pt x="1054608" y="271272"/>
                </a:lnTo>
                <a:lnTo>
                  <a:pt x="1054608" y="260604"/>
                </a:lnTo>
                <a:lnTo>
                  <a:pt x="973836" y="260604"/>
                </a:lnTo>
                <a:lnTo>
                  <a:pt x="973836" y="220980"/>
                </a:lnTo>
                <a:lnTo>
                  <a:pt x="1054608" y="220980"/>
                </a:lnTo>
                <a:lnTo>
                  <a:pt x="1054608" y="210312"/>
                </a:lnTo>
                <a:lnTo>
                  <a:pt x="973836" y="210312"/>
                </a:lnTo>
                <a:lnTo>
                  <a:pt x="973836" y="173736"/>
                </a:lnTo>
                <a:lnTo>
                  <a:pt x="1054608" y="173736"/>
                </a:lnTo>
                <a:lnTo>
                  <a:pt x="1054608" y="163068"/>
                </a:lnTo>
                <a:lnTo>
                  <a:pt x="888492" y="163068"/>
                </a:lnTo>
                <a:lnTo>
                  <a:pt x="902208" y="178308"/>
                </a:lnTo>
                <a:lnTo>
                  <a:pt x="925068" y="173736"/>
                </a:lnTo>
                <a:lnTo>
                  <a:pt x="949452" y="173736"/>
                </a:lnTo>
                <a:lnTo>
                  <a:pt x="949452" y="332232"/>
                </a:lnTo>
                <a:lnTo>
                  <a:pt x="933119" y="334518"/>
                </a:lnTo>
                <a:lnTo>
                  <a:pt x="918210" y="336804"/>
                </a:lnTo>
                <a:lnTo>
                  <a:pt x="904455" y="339090"/>
                </a:lnTo>
                <a:lnTo>
                  <a:pt x="891540" y="341376"/>
                </a:lnTo>
                <a:lnTo>
                  <a:pt x="912876" y="373380"/>
                </a:lnTo>
                <a:lnTo>
                  <a:pt x="915403" y="369951"/>
                </a:lnTo>
                <a:lnTo>
                  <a:pt x="920496" y="366522"/>
                </a:lnTo>
                <a:lnTo>
                  <a:pt x="977074" y="347091"/>
                </a:lnTo>
                <a:lnTo>
                  <a:pt x="1054608" y="327660"/>
                </a:lnTo>
                <a:lnTo>
                  <a:pt x="1054608" y="408432"/>
                </a:lnTo>
                <a:lnTo>
                  <a:pt x="1077468" y="394716"/>
                </a:lnTo>
                <a:lnTo>
                  <a:pt x="1077468" y="320040"/>
                </a:lnTo>
                <a:lnTo>
                  <a:pt x="1118920" y="307848"/>
                </a:lnTo>
                <a:lnTo>
                  <a:pt x="1129284" y="304800"/>
                </a:lnTo>
                <a:lnTo>
                  <a:pt x="1127760" y="297180"/>
                </a:lnTo>
                <a:lnTo>
                  <a:pt x="1077468" y="307848"/>
                </a:lnTo>
                <a:lnTo>
                  <a:pt x="1077468" y="271272"/>
                </a:lnTo>
                <a:lnTo>
                  <a:pt x="1077468" y="260604"/>
                </a:lnTo>
                <a:lnTo>
                  <a:pt x="1077468" y="220980"/>
                </a:lnTo>
                <a:lnTo>
                  <a:pt x="1077468" y="210312"/>
                </a:lnTo>
                <a:lnTo>
                  <a:pt x="1077468" y="173736"/>
                </a:lnTo>
                <a:lnTo>
                  <a:pt x="1286256" y="173736"/>
                </a:lnTo>
                <a:close/>
              </a:path>
              <a:path w="1287779" h="408939">
                <a:moveTo>
                  <a:pt x="1287780" y="368808"/>
                </a:moveTo>
                <a:lnTo>
                  <a:pt x="1248346" y="361518"/>
                </a:lnTo>
                <a:lnTo>
                  <a:pt x="1214818" y="342328"/>
                </a:lnTo>
                <a:lnTo>
                  <a:pt x="1205814" y="335280"/>
                </a:lnTo>
                <a:lnTo>
                  <a:pt x="1202131" y="332397"/>
                </a:lnTo>
                <a:lnTo>
                  <a:pt x="1188720" y="320040"/>
                </a:lnTo>
                <a:lnTo>
                  <a:pt x="1199400" y="304800"/>
                </a:lnTo>
                <a:lnTo>
                  <a:pt x="1203325" y="299199"/>
                </a:lnTo>
                <a:lnTo>
                  <a:pt x="1217485" y="275653"/>
                </a:lnTo>
                <a:lnTo>
                  <a:pt x="1231379" y="249529"/>
                </a:lnTo>
                <a:lnTo>
                  <a:pt x="1245108" y="220980"/>
                </a:lnTo>
                <a:lnTo>
                  <a:pt x="1252728" y="216408"/>
                </a:lnTo>
                <a:lnTo>
                  <a:pt x="1260348" y="211836"/>
                </a:lnTo>
                <a:lnTo>
                  <a:pt x="1232916" y="187452"/>
                </a:lnTo>
                <a:lnTo>
                  <a:pt x="1220724" y="203708"/>
                </a:lnTo>
                <a:lnTo>
                  <a:pt x="1220724" y="216408"/>
                </a:lnTo>
                <a:lnTo>
                  <a:pt x="1216139" y="227596"/>
                </a:lnTo>
                <a:lnTo>
                  <a:pt x="1194943" y="272008"/>
                </a:lnTo>
                <a:lnTo>
                  <a:pt x="1175004" y="304800"/>
                </a:lnTo>
                <a:lnTo>
                  <a:pt x="1168171" y="296240"/>
                </a:lnTo>
                <a:lnTo>
                  <a:pt x="1143431" y="252615"/>
                </a:lnTo>
                <a:lnTo>
                  <a:pt x="1129284" y="216408"/>
                </a:lnTo>
                <a:lnTo>
                  <a:pt x="1220724" y="216408"/>
                </a:lnTo>
                <a:lnTo>
                  <a:pt x="1220724" y="203708"/>
                </a:lnTo>
                <a:lnTo>
                  <a:pt x="1219200" y="205740"/>
                </a:lnTo>
                <a:lnTo>
                  <a:pt x="1085088" y="205740"/>
                </a:lnTo>
                <a:lnTo>
                  <a:pt x="1098804" y="219456"/>
                </a:lnTo>
                <a:lnTo>
                  <a:pt x="1121664" y="216408"/>
                </a:lnTo>
                <a:lnTo>
                  <a:pt x="1125143" y="231216"/>
                </a:lnTo>
                <a:lnTo>
                  <a:pt x="1128903" y="245745"/>
                </a:lnTo>
                <a:lnTo>
                  <a:pt x="1133246" y="259689"/>
                </a:lnTo>
                <a:lnTo>
                  <a:pt x="1138428" y="272796"/>
                </a:lnTo>
                <a:lnTo>
                  <a:pt x="1143317" y="285343"/>
                </a:lnTo>
                <a:lnTo>
                  <a:pt x="1148905" y="297751"/>
                </a:lnTo>
                <a:lnTo>
                  <a:pt x="1155369" y="309867"/>
                </a:lnTo>
                <a:lnTo>
                  <a:pt x="1162812" y="321564"/>
                </a:lnTo>
                <a:lnTo>
                  <a:pt x="1144549" y="341820"/>
                </a:lnTo>
                <a:lnTo>
                  <a:pt x="1124140" y="361378"/>
                </a:lnTo>
                <a:lnTo>
                  <a:pt x="1101737" y="380060"/>
                </a:lnTo>
                <a:lnTo>
                  <a:pt x="1077468" y="397764"/>
                </a:lnTo>
                <a:lnTo>
                  <a:pt x="1083564" y="403860"/>
                </a:lnTo>
                <a:lnTo>
                  <a:pt x="1110716" y="386918"/>
                </a:lnTo>
                <a:lnTo>
                  <a:pt x="1134999" y="370141"/>
                </a:lnTo>
                <a:lnTo>
                  <a:pt x="1156436" y="353060"/>
                </a:lnTo>
                <a:lnTo>
                  <a:pt x="1175004" y="335280"/>
                </a:lnTo>
                <a:lnTo>
                  <a:pt x="1185278" y="346151"/>
                </a:lnTo>
                <a:lnTo>
                  <a:pt x="1214628" y="373380"/>
                </a:lnTo>
                <a:lnTo>
                  <a:pt x="1252728" y="396240"/>
                </a:lnTo>
                <a:lnTo>
                  <a:pt x="1258214" y="388848"/>
                </a:lnTo>
                <a:lnTo>
                  <a:pt x="1265682" y="382905"/>
                </a:lnTo>
                <a:lnTo>
                  <a:pt x="1275448" y="378663"/>
                </a:lnTo>
                <a:lnTo>
                  <a:pt x="1287780" y="376428"/>
                </a:lnTo>
                <a:lnTo>
                  <a:pt x="1287780" y="36880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" name="object 61"/>
          <p:cNvSpPr/>
          <p:nvPr/>
        </p:nvSpPr>
        <p:spPr>
          <a:xfrm>
            <a:off x="9249155" y="4745736"/>
            <a:ext cx="390525" cy="398145"/>
          </a:xfrm>
          <a:custGeom>
            <a:avLst/>
            <a:gdLst/>
            <a:ahLst/>
            <a:cxnLst/>
            <a:rect l="l" t="t" r="r" b="b"/>
            <a:pathLst>
              <a:path w="390525" h="398145">
                <a:moveTo>
                  <a:pt x="206735" y="48767"/>
                </a:moveTo>
                <a:lnTo>
                  <a:pt x="97536" y="48767"/>
                </a:lnTo>
                <a:lnTo>
                  <a:pt x="144660" y="43910"/>
                </a:lnTo>
                <a:lnTo>
                  <a:pt x="187642" y="38481"/>
                </a:lnTo>
                <a:lnTo>
                  <a:pt x="226337" y="32480"/>
                </a:lnTo>
                <a:lnTo>
                  <a:pt x="290012" y="19073"/>
                </a:lnTo>
                <a:lnTo>
                  <a:pt x="332827" y="5976"/>
                </a:lnTo>
                <a:lnTo>
                  <a:pt x="345948" y="0"/>
                </a:lnTo>
                <a:lnTo>
                  <a:pt x="370332" y="32004"/>
                </a:lnTo>
                <a:lnTo>
                  <a:pt x="303252" y="37147"/>
                </a:lnTo>
                <a:lnTo>
                  <a:pt x="225861" y="46577"/>
                </a:lnTo>
                <a:lnTo>
                  <a:pt x="206735" y="48767"/>
                </a:lnTo>
                <a:close/>
              </a:path>
              <a:path w="390525" h="398145">
                <a:moveTo>
                  <a:pt x="4572" y="397764"/>
                </a:moveTo>
                <a:lnTo>
                  <a:pt x="0" y="393192"/>
                </a:lnTo>
                <a:lnTo>
                  <a:pt x="19740" y="366283"/>
                </a:lnTo>
                <a:lnTo>
                  <a:pt x="35623" y="340233"/>
                </a:lnTo>
                <a:lnTo>
                  <a:pt x="56388" y="289559"/>
                </a:lnTo>
                <a:lnTo>
                  <a:pt x="65532" y="236029"/>
                </a:lnTo>
                <a:lnTo>
                  <a:pt x="70104" y="172211"/>
                </a:lnTo>
                <a:lnTo>
                  <a:pt x="70041" y="129539"/>
                </a:lnTo>
                <a:lnTo>
                  <a:pt x="69913" y="102488"/>
                </a:lnTo>
                <a:lnTo>
                  <a:pt x="69461" y="66770"/>
                </a:lnTo>
                <a:lnTo>
                  <a:pt x="68580" y="30479"/>
                </a:lnTo>
                <a:lnTo>
                  <a:pt x="97536" y="48767"/>
                </a:lnTo>
                <a:lnTo>
                  <a:pt x="206735" y="48767"/>
                </a:lnTo>
                <a:lnTo>
                  <a:pt x="183451" y="51434"/>
                </a:lnTo>
                <a:lnTo>
                  <a:pt x="139612" y="55721"/>
                </a:lnTo>
                <a:lnTo>
                  <a:pt x="94488" y="59435"/>
                </a:lnTo>
                <a:lnTo>
                  <a:pt x="94488" y="129539"/>
                </a:lnTo>
                <a:lnTo>
                  <a:pt x="379983" y="129539"/>
                </a:lnTo>
                <a:lnTo>
                  <a:pt x="390144" y="140208"/>
                </a:lnTo>
                <a:lnTo>
                  <a:pt x="94488" y="140208"/>
                </a:lnTo>
                <a:lnTo>
                  <a:pt x="94178" y="189642"/>
                </a:lnTo>
                <a:lnTo>
                  <a:pt x="90868" y="232790"/>
                </a:lnTo>
                <a:lnTo>
                  <a:pt x="74676" y="300227"/>
                </a:lnTo>
                <a:lnTo>
                  <a:pt x="45910" y="351853"/>
                </a:lnTo>
                <a:lnTo>
                  <a:pt x="26884" y="375451"/>
                </a:lnTo>
                <a:lnTo>
                  <a:pt x="4572" y="397764"/>
                </a:lnTo>
                <a:close/>
              </a:path>
              <a:path w="390525" h="398145">
                <a:moveTo>
                  <a:pt x="379983" y="129539"/>
                </a:moveTo>
                <a:lnTo>
                  <a:pt x="336804" y="129539"/>
                </a:lnTo>
                <a:lnTo>
                  <a:pt x="359663" y="108203"/>
                </a:lnTo>
                <a:lnTo>
                  <a:pt x="379983" y="129539"/>
                </a:lnTo>
                <a:close/>
              </a:path>
              <a:path w="390525" h="398145">
                <a:moveTo>
                  <a:pt x="348996" y="213360"/>
                </a:moveTo>
                <a:lnTo>
                  <a:pt x="313943" y="213360"/>
                </a:lnTo>
                <a:lnTo>
                  <a:pt x="332232" y="196596"/>
                </a:lnTo>
                <a:lnTo>
                  <a:pt x="348996" y="213360"/>
                </a:lnTo>
                <a:close/>
              </a:path>
              <a:path w="390525" h="398145">
                <a:moveTo>
                  <a:pt x="134112" y="385572"/>
                </a:moveTo>
                <a:lnTo>
                  <a:pt x="136207" y="342328"/>
                </a:lnTo>
                <a:lnTo>
                  <a:pt x="137069" y="300227"/>
                </a:lnTo>
                <a:lnTo>
                  <a:pt x="137146" y="289559"/>
                </a:lnTo>
                <a:lnTo>
                  <a:pt x="136908" y="264152"/>
                </a:lnTo>
                <a:lnTo>
                  <a:pt x="135934" y="220979"/>
                </a:lnTo>
                <a:lnTo>
                  <a:pt x="135814" y="213360"/>
                </a:lnTo>
                <a:lnTo>
                  <a:pt x="135636" y="198119"/>
                </a:lnTo>
                <a:lnTo>
                  <a:pt x="164592" y="213360"/>
                </a:lnTo>
                <a:lnTo>
                  <a:pt x="348996" y="213360"/>
                </a:lnTo>
                <a:lnTo>
                  <a:pt x="356616" y="220979"/>
                </a:lnTo>
                <a:lnTo>
                  <a:pt x="352261" y="224027"/>
                </a:lnTo>
                <a:lnTo>
                  <a:pt x="161543" y="224027"/>
                </a:lnTo>
                <a:lnTo>
                  <a:pt x="161543" y="335280"/>
                </a:lnTo>
                <a:lnTo>
                  <a:pt x="341808" y="335280"/>
                </a:lnTo>
                <a:lnTo>
                  <a:pt x="342328" y="344233"/>
                </a:lnTo>
                <a:lnTo>
                  <a:pt x="342472" y="345948"/>
                </a:lnTo>
                <a:lnTo>
                  <a:pt x="161543" y="345948"/>
                </a:lnTo>
                <a:lnTo>
                  <a:pt x="161543" y="373380"/>
                </a:lnTo>
                <a:lnTo>
                  <a:pt x="134112" y="385572"/>
                </a:lnTo>
                <a:close/>
              </a:path>
              <a:path w="390525" h="398145">
                <a:moveTo>
                  <a:pt x="341808" y="335280"/>
                </a:moveTo>
                <a:lnTo>
                  <a:pt x="318515" y="335280"/>
                </a:lnTo>
                <a:lnTo>
                  <a:pt x="318515" y="224027"/>
                </a:lnTo>
                <a:lnTo>
                  <a:pt x="352261" y="224027"/>
                </a:lnTo>
                <a:lnTo>
                  <a:pt x="341376" y="231648"/>
                </a:lnTo>
                <a:lnTo>
                  <a:pt x="341376" y="320040"/>
                </a:lnTo>
                <a:lnTo>
                  <a:pt x="341637" y="332351"/>
                </a:lnTo>
                <a:lnTo>
                  <a:pt x="341808" y="335280"/>
                </a:lnTo>
                <a:close/>
              </a:path>
              <a:path w="390525" h="398145">
                <a:moveTo>
                  <a:pt x="318515" y="376428"/>
                </a:moveTo>
                <a:lnTo>
                  <a:pt x="318515" y="345948"/>
                </a:lnTo>
                <a:lnTo>
                  <a:pt x="342472" y="345948"/>
                </a:lnTo>
                <a:lnTo>
                  <a:pt x="343304" y="355830"/>
                </a:lnTo>
                <a:lnTo>
                  <a:pt x="344424" y="367284"/>
                </a:lnTo>
                <a:lnTo>
                  <a:pt x="318515" y="37642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" name="object 62"/>
          <p:cNvSpPr/>
          <p:nvPr/>
        </p:nvSpPr>
        <p:spPr>
          <a:xfrm>
            <a:off x="2159507" y="5256276"/>
            <a:ext cx="356870" cy="401320"/>
          </a:xfrm>
          <a:custGeom>
            <a:avLst/>
            <a:gdLst/>
            <a:ahLst/>
            <a:cxnLst/>
            <a:rect l="l" t="t" r="r" b="b"/>
            <a:pathLst>
              <a:path w="356869" h="401320">
                <a:moveTo>
                  <a:pt x="54864" y="89916"/>
                </a:moveTo>
                <a:lnTo>
                  <a:pt x="44196" y="89916"/>
                </a:lnTo>
                <a:lnTo>
                  <a:pt x="51554" y="61936"/>
                </a:lnTo>
                <a:lnTo>
                  <a:pt x="57340" y="37528"/>
                </a:lnTo>
                <a:lnTo>
                  <a:pt x="61126" y="16835"/>
                </a:lnTo>
                <a:lnTo>
                  <a:pt x="62484" y="0"/>
                </a:lnTo>
                <a:lnTo>
                  <a:pt x="102108" y="19812"/>
                </a:lnTo>
                <a:lnTo>
                  <a:pt x="92368" y="27551"/>
                </a:lnTo>
                <a:lnTo>
                  <a:pt x="81343" y="41719"/>
                </a:lnTo>
                <a:lnTo>
                  <a:pt x="68889" y="62460"/>
                </a:lnTo>
                <a:lnTo>
                  <a:pt x="54864" y="89916"/>
                </a:lnTo>
                <a:close/>
              </a:path>
              <a:path w="356869" h="401320">
                <a:moveTo>
                  <a:pt x="147828" y="190500"/>
                </a:moveTo>
                <a:lnTo>
                  <a:pt x="143256" y="187452"/>
                </a:lnTo>
                <a:lnTo>
                  <a:pt x="160377" y="160615"/>
                </a:lnTo>
                <a:lnTo>
                  <a:pt x="175069" y="135064"/>
                </a:lnTo>
                <a:lnTo>
                  <a:pt x="196596" y="88392"/>
                </a:lnTo>
                <a:lnTo>
                  <a:pt x="212407" y="44958"/>
                </a:lnTo>
                <a:lnTo>
                  <a:pt x="222503" y="1524"/>
                </a:lnTo>
                <a:lnTo>
                  <a:pt x="262127" y="24384"/>
                </a:lnTo>
                <a:lnTo>
                  <a:pt x="253507" y="31480"/>
                </a:lnTo>
                <a:lnTo>
                  <a:pt x="243459" y="45720"/>
                </a:lnTo>
                <a:lnTo>
                  <a:pt x="231695" y="66817"/>
                </a:lnTo>
                <a:lnTo>
                  <a:pt x="217932" y="94488"/>
                </a:lnTo>
                <a:lnTo>
                  <a:pt x="348996" y="94488"/>
                </a:lnTo>
                <a:lnTo>
                  <a:pt x="356616" y="102108"/>
                </a:lnTo>
                <a:lnTo>
                  <a:pt x="352806" y="105156"/>
                </a:lnTo>
                <a:lnTo>
                  <a:pt x="214884" y="105156"/>
                </a:lnTo>
                <a:lnTo>
                  <a:pt x="198834" y="129420"/>
                </a:lnTo>
                <a:lnTo>
                  <a:pt x="182499" y="151828"/>
                </a:lnTo>
                <a:lnTo>
                  <a:pt x="165592" y="172235"/>
                </a:lnTo>
                <a:lnTo>
                  <a:pt x="147828" y="190500"/>
                </a:lnTo>
                <a:close/>
              </a:path>
              <a:path w="356869" h="401320">
                <a:moveTo>
                  <a:pt x="146304" y="89916"/>
                </a:moveTo>
                <a:lnTo>
                  <a:pt x="111252" y="89916"/>
                </a:lnTo>
                <a:lnTo>
                  <a:pt x="129540" y="73152"/>
                </a:lnTo>
                <a:lnTo>
                  <a:pt x="146304" y="89916"/>
                </a:lnTo>
                <a:close/>
              </a:path>
              <a:path w="356869" h="401320">
                <a:moveTo>
                  <a:pt x="0" y="397764"/>
                </a:moveTo>
                <a:lnTo>
                  <a:pt x="820" y="359664"/>
                </a:lnTo>
                <a:lnTo>
                  <a:pt x="917" y="353568"/>
                </a:lnTo>
                <a:lnTo>
                  <a:pt x="1333" y="316230"/>
                </a:lnTo>
                <a:lnTo>
                  <a:pt x="1425" y="176784"/>
                </a:lnTo>
                <a:lnTo>
                  <a:pt x="1301" y="151828"/>
                </a:lnTo>
                <a:lnTo>
                  <a:pt x="881" y="114681"/>
                </a:lnTo>
                <a:lnTo>
                  <a:pt x="0" y="74676"/>
                </a:lnTo>
                <a:lnTo>
                  <a:pt x="25908" y="89916"/>
                </a:lnTo>
                <a:lnTo>
                  <a:pt x="146304" y="89916"/>
                </a:lnTo>
                <a:lnTo>
                  <a:pt x="155448" y="99060"/>
                </a:lnTo>
                <a:lnTo>
                  <a:pt x="153352" y="100584"/>
                </a:lnTo>
                <a:lnTo>
                  <a:pt x="24384" y="100584"/>
                </a:lnTo>
                <a:lnTo>
                  <a:pt x="24384" y="211836"/>
                </a:lnTo>
                <a:lnTo>
                  <a:pt x="138729" y="211836"/>
                </a:lnTo>
                <a:lnTo>
                  <a:pt x="138743" y="222504"/>
                </a:lnTo>
                <a:lnTo>
                  <a:pt x="24384" y="222504"/>
                </a:lnTo>
                <a:lnTo>
                  <a:pt x="24384" y="344424"/>
                </a:lnTo>
                <a:lnTo>
                  <a:pt x="139446" y="344424"/>
                </a:lnTo>
                <a:lnTo>
                  <a:pt x="139647" y="353568"/>
                </a:lnTo>
                <a:lnTo>
                  <a:pt x="24384" y="353568"/>
                </a:lnTo>
                <a:lnTo>
                  <a:pt x="24384" y="384048"/>
                </a:lnTo>
                <a:lnTo>
                  <a:pt x="0" y="397764"/>
                </a:lnTo>
                <a:close/>
              </a:path>
              <a:path w="356869" h="401320">
                <a:moveTo>
                  <a:pt x="348996" y="94488"/>
                </a:moveTo>
                <a:lnTo>
                  <a:pt x="312420" y="94488"/>
                </a:lnTo>
                <a:lnTo>
                  <a:pt x="330708" y="76200"/>
                </a:lnTo>
                <a:lnTo>
                  <a:pt x="348996" y="94488"/>
                </a:lnTo>
                <a:close/>
              </a:path>
              <a:path w="356869" h="401320">
                <a:moveTo>
                  <a:pt x="138729" y="211836"/>
                </a:moveTo>
                <a:lnTo>
                  <a:pt x="115824" y="211836"/>
                </a:lnTo>
                <a:lnTo>
                  <a:pt x="115824" y="100584"/>
                </a:lnTo>
                <a:lnTo>
                  <a:pt x="153352" y="100584"/>
                </a:lnTo>
                <a:lnTo>
                  <a:pt x="138684" y="111252"/>
                </a:lnTo>
                <a:lnTo>
                  <a:pt x="138729" y="211836"/>
                </a:lnTo>
                <a:close/>
              </a:path>
              <a:path w="356869" h="401320">
                <a:moveTo>
                  <a:pt x="327433" y="359664"/>
                </a:moveTo>
                <a:lnTo>
                  <a:pt x="283464" y="359664"/>
                </a:lnTo>
                <a:lnTo>
                  <a:pt x="292631" y="357687"/>
                </a:lnTo>
                <a:lnTo>
                  <a:pt x="299656" y="351853"/>
                </a:lnTo>
                <a:lnTo>
                  <a:pt x="309895" y="304680"/>
                </a:lnTo>
                <a:lnTo>
                  <a:pt x="311658" y="258889"/>
                </a:lnTo>
                <a:lnTo>
                  <a:pt x="313561" y="186213"/>
                </a:lnTo>
                <a:lnTo>
                  <a:pt x="315467" y="105156"/>
                </a:lnTo>
                <a:lnTo>
                  <a:pt x="352806" y="105156"/>
                </a:lnTo>
                <a:lnTo>
                  <a:pt x="341376" y="114300"/>
                </a:lnTo>
                <a:lnTo>
                  <a:pt x="340171" y="186213"/>
                </a:lnTo>
                <a:lnTo>
                  <a:pt x="340075" y="190500"/>
                </a:lnTo>
                <a:lnTo>
                  <a:pt x="338376" y="248631"/>
                </a:lnTo>
                <a:lnTo>
                  <a:pt x="336328" y="294583"/>
                </a:lnTo>
                <a:lnTo>
                  <a:pt x="332232" y="344424"/>
                </a:lnTo>
                <a:lnTo>
                  <a:pt x="328517" y="357020"/>
                </a:lnTo>
                <a:lnTo>
                  <a:pt x="327433" y="359664"/>
                </a:lnTo>
                <a:close/>
              </a:path>
              <a:path w="356869" h="401320">
                <a:moveTo>
                  <a:pt x="233172" y="269748"/>
                </a:moveTo>
                <a:lnTo>
                  <a:pt x="230124" y="269748"/>
                </a:lnTo>
                <a:lnTo>
                  <a:pt x="226956" y="268081"/>
                </a:lnTo>
                <a:lnTo>
                  <a:pt x="224218" y="263271"/>
                </a:lnTo>
                <a:lnTo>
                  <a:pt x="221765" y="255603"/>
                </a:lnTo>
                <a:lnTo>
                  <a:pt x="219456" y="245364"/>
                </a:lnTo>
                <a:lnTo>
                  <a:pt x="214907" y="227576"/>
                </a:lnTo>
                <a:lnTo>
                  <a:pt x="208216" y="210502"/>
                </a:lnTo>
                <a:lnTo>
                  <a:pt x="199524" y="193714"/>
                </a:lnTo>
                <a:lnTo>
                  <a:pt x="188976" y="176784"/>
                </a:lnTo>
                <a:lnTo>
                  <a:pt x="192024" y="172212"/>
                </a:lnTo>
                <a:lnTo>
                  <a:pt x="224980" y="198501"/>
                </a:lnTo>
                <a:lnTo>
                  <a:pt x="246888" y="234696"/>
                </a:lnTo>
                <a:lnTo>
                  <a:pt x="246888" y="246888"/>
                </a:lnTo>
                <a:lnTo>
                  <a:pt x="245364" y="254508"/>
                </a:lnTo>
                <a:lnTo>
                  <a:pt x="236220" y="266700"/>
                </a:lnTo>
                <a:lnTo>
                  <a:pt x="233172" y="269748"/>
                </a:lnTo>
                <a:close/>
              </a:path>
              <a:path w="356869" h="401320">
                <a:moveTo>
                  <a:pt x="139446" y="344424"/>
                </a:moveTo>
                <a:lnTo>
                  <a:pt x="115824" y="344424"/>
                </a:lnTo>
                <a:lnTo>
                  <a:pt x="115824" y="222504"/>
                </a:lnTo>
                <a:lnTo>
                  <a:pt x="138743" y="222504"/>
                </a:lnTo>
                <a:lnTo>
                  <a:pt x="138861" y="269748"/>
                </a:lnTo>
                <a:lnTo>
                  <a:pt x="139016" y="304680"/>
                </a:lnTo>
                <a:lnTo>
                  <a:pt x="139446" y="344424"/>
                </a:lnTo>
                <a:close/>
              </a:path>
              <a:path w="356869" h="401320">
                <a:moveTo>
                  <a:pt x="278891" y="400812"/>
                </a:moveTo>
                <a:lnTo>
                  <a:pt x="271986" y="387953"/>
                </a:lnTo>
                <a:lnTo>
                  <a:pt x="260223" y="376809"/>
                </a:lnTo>
                <a:lnTo>
                  <a:pt x="243316" y="367379"/>
                </a:lnTo>
                <a:lnTo>
                  <a:pt x="220979" y="359664"/>
                </a:lnTo>
                <a:lnTo>
                  <a:pt x="220979" y="350520"/>
                </a:lnTo>
                <a:lnTo>
                  <a:pt x="241244" y="354520"/>
                </a:lnTo>
                <a:lnTo>
                  <a:pt x="258508" y="357378"/>
                </a:lnTo>
                <a:lnTo>
                  <a:pt x="272629" y="359092"/>
                </a:lnTo>
                <a:lnTo>
                  <a:pt x="283464" y="359664"/>
                </a:lnTo>
                <a:lnTo>
                  <a:pt x="327433" y="359664"/>
                </a:lnTo>
                <a:lnTo>
                  <a:pt x="324231" y="367474"/>
                </a:lnTo>
                <a:lnTo>
                  <a:pt x="290369" y="396240"/>
                </a:lnTo>
                <a:lnTo>
                  <a:pt x="278891" y="400812"/>
                </a:lnTo>
                <a:close/>
              </a:path>
              <a:path w="356869" h="401320">
                <a:moveTo>
                  <a:pt x="115824" y="390144"/>
                </a:moveTo>
                <a:lnTo>
                  <a:pt x="115824" y="353568"/>
                </a:lnTo>
                <a:lnTo>
                  <a:pt x="139647" y="353568"/>
                </a:lnTo>
                <a:lnTo>
                  <a:pt x="140208" y="376428"/>
                </a:lnTo>
                <a:lnTo>
                  <a:pt x="115824" y="39014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" name="object 63"/>
          <p:cNvSpPr/>
          <p:nvPr/>
        </p:nvSpPr>
        <p:spPr>
          <a:xfrm>
            <a:off x="2566416" y="5256288"/>
            <a:ext cx="855344" cy="405765"/>
          </a:xfrm>
          <a:custGeom>
            <a:avLst/>
            <a:gdLst/>
            <a:ahLst/>
            <a:cxnLst/>
            <a:rect l="l" t="t" r="r" b="b"/>
            <a:pathLst>
              <a:path w="855345" h="405764">
                <a:moveTo>
                  <a:pt x="100888" y="74815"/>
                </a:moveTo>
                <a:lnTo>
                  <a:pt x="77914" y="41516"/>
                </a:lnTo>
                <a:lnTo>
                  <a:pt x="54864" y="24371"/>
                </a:lnTo>
                <a:lnTo>
                  <a:pt x="48768" y="25895"/>
                </a:lnTo>
                <a:lnTo>
                  <a:pt x="58166" y="43573"/>
                </a:lnTo>
                <a:lnTo>
                  <a:pt x="65722" y="59804"/>
                </a:lnTo>
                <a:lnTo>
                  <a:pt x="71259" y="74333"/>
                </a:lnTo>
                <a:lnTo>
                  <a:pt x="74676" y="86855"/>
                </a:lnTo>
                <a:lnTo>
                  <a:pt x="77724" y="97523"/>
                </a:lnTo>
                <a:lnTo>
                  <a:pt x="80772" y="103619"/>
                </a:lnTo>
                <a:lnTo>
                  <a:pt x="85344" y="103619"/>
                </a:lnTo>
                <a:lnTo>
                  <a:pt x="88392" y="102095"/>
                </a:lnTo>
                <a:lnTo>
                  <a:pt x="92964" y="99047"/>
                </a:lnTo>
                <a:lnTo>
                  <a:pt x="97536" y="94475"/>
                </a:lnTo>
                <a:lnTo>
                  <a:pt x="100584" y="89903"/>
                </a:lnTo>
                <a:lnTo>
                  <a:pt x="100584" y="80759"/>
                </a:lnTo>
                <a:lnTo>
                  <a:pt x="100888" y="74815"/>
                </a:lnTo>
                <a:close/>
              </a:path>
              <a:path w="855345" h="405764">
                <a:moveTo>
                  <a:pt x="399288" y="310883"/>
                </a:moveTo>
                <a:lnTo>
                  <a:pt x="378333" y="271640"/>
                </a:lnTo>
                <a:lnTo>
                  <a:pt x="377952" y="245351"/>
                </a:lnTo>
                <a:lnTo>
                  <a:pt x="370332" y="245351"/>
                </a:lnTo>
                <a:lnTo>
                  <a:pt x="365607" y="292290"/>
                </a:lnTo>
                <a:lnTo>
                  <a:pt x="355092" y="315455"/>
                </a:lnTo>
                <a:lnTo>
                  <a:pt x="344424" y="313931"/>
                </a:lnTo>
                <a:lnTo>
                  <a:pt x="316992" y="313931"/>
                </a:lnTo>
                <a:lnTo>
                  <a:pt x="294132" y="184391"/>
                </a:lnTo>
                <a:lnTo>
                  <a:pt x="391668" y="184391"/>
                </a:lnTo>
                <a:lnTo>
                  <a:pt x="359664" y="150863"/>
                </a:lnTo>
                <a:lnTo>
                  <a:pt x="338328" y="173723"/>
                </a:lnTo>
                <a:lnTo>
                  <a:pt x="265176" y="173723"/>
                </a:lnTo>
                <a:lnTo>
                  <a:pt x="265176" y="102095"/>
                </a:lnTo>
                <a:lnTo>
                  <a:pt x="364236" y="102095"/>
                </a:lnTo>
                <a:lnTo>
                  <a:pt x="354533" y="91427"/>
                </a:lnTo>
                <a:lnTo>
                  <a:pt x="333756" y="68567"/>
                </a:lnTo>
                <a:lnTo>
                  <a:pt x="310896" y="91427"/>
                </a:lnTo>
                <a:lnTo>
                  <a:pt x="265176" y="91427"/>
                </a:lnTo>
                <a:lnTo>
                  <a:pt x="265176" y="31991"/>
                </a:lnTo>
                <a:lnTo>
                  <a:pt x="280416" y="18275"/>
                </a:lnTo>
                <a:lnTo>
                  <a:pt x="240792" y="1511"/>
                </a:lnTo>
                <a:lnTo>
                  <a:pt x="241020" y="18135"/>
                </a:lnTo>
                <a:lnTo>
                  <a:pt x="241541" y="38112"/>
                </a:lnTo>
                <a:lnTo>
                  <a:pt x="242011" y="59804"/>
                </a:lnTo>
                <a:lnTo>
                  <a:pt x="242125" y="68567"/>
                </a:lnTo>
                <a:lnTo>
                  <a:pt x="242316" y="91427"/>
                </a:lnTo>
                <a:lnTo>
                  <a:pt x="184404" y="91427"/>
                </a:lnTo>
                <a:lnTo>
                  <a:pt x="188709" y="82524"/>
                </a:lnTo>
                <a:lnTo>
                  <a:pt x="192595" y="73901"/>
                </a:lnTo>
                <a:lnTo>
                  <a:pt x="196189" y="65290"/>
                </a:lnTo>
                <a:lnTo>
                  <a:pt x="199644" y="56375"/>
                </a:lnTo>
                <a:lnTo>
                  <a:pt x="214884" y="50279"/>
                </a:lnTo>
                <a:lnTo>
                  <a:pt x="179832" y="28943"/>
                </a:lnTo>
                <a:lnTo>
                  <a:pt x="178130" y="38112"/>
                </a:lnTo>
                <a:lnTo>
                  <a:pt x="175552" y="49237"/>
                </a:lnTo>
                <a:lnTo>
                  <a:pt x="162204" y="99288"/>
                </a:lnTo>
                <a:lnTo>
                  <a:pt x="146202" y="136918"/>
                </a:lnTo>
                <a:lnTo>
                  <a:pt x="135636" y="155435"/>
                </a:lnTo>
                <a:lnTo>
                  <a:pt x="141732" y="160007"/>
                </a:lnTo>
                <a:lnTo>
                  <a:pt x="152844" y="146253"/>
                </a:lnTo>
                <a:lnTo>
                  <a:pt x="163258" y="132194"/>
                </a:lnTo>
                <a:lnTo>
                  <a:pt x="172796" y="117576"/>
                </a:lnTo>
                <a:lnTo>
                  <a:pt x="181356" y="102095"/>
                </a:lnTo>
                <a:lnTo>
                  <a:pt x="242316" y="102095"/>
                </a:lnTo>
                <a:lnTo>
                  <a:pt x="242316" y="173723"/>
                </a:lnTo>
                <a:lnTo>
                  <a:pt x="118872" y="173723"/>
                </a:lnTo>
                <a:lnTo>
                  <a:pt x="134112" y="188963"/>
                </a:lnTo>
                <a:lnTo>
                  <a:pt x="143205" y="186969"/>
                </a:lnTo>
                <a:lnTo>
                  <a:pt x="152019" y="185534"/>
                </a:lnTo>
                <a:lnTo>
                  <a:pt x="160248" y="184683"/>
                </a:lnTo>
                <a:lnTo>
                  <a:pt x="167640" y="184391"/>
                </a:lnTo>
                <a:lnTo>
                  <a:pt x="205740" y="184391"/>
                </a:lnTo>
                <a:lnTo>
                  <a:pt x="198882" y="232397"/>
                </a:lnTo>
                <a:lnTo>
                  <a:pt x="182880" y="273545"/>
                </a:lnTo>
                <a:lnTo>
                  <a:pt x="157734" y="307835"/>
                </a:lnTo>
                <a:lnTo>
                  <a:pt x="123444" y="335267"/>
                </a:lnTo>
                <a:lnTo>
                  <a:pt x="126492" y="339839"/>
                </a:lnTo>
                <a:lnTo>
                  <a:pt x="169900" y="316204"/>
                </a:lnTo>
                <a:lnTo>
                  <a:pt x="201739" y="282117"/>
                </a:lnTo>
                <a:lnTo>
                  <a:pt x="221856" y="238048"/>
                </a:lnTo>
                <a:lnTo>
                  <a:pt x="230124" y="184391"/>
                </a:lnTo>
                <a:lnTo>
                  <a:pt x="271272" y="184391"/>
                </a:lnTo>
                <a:lnTo>
                  <a:pt x="271386" y="301739"/>
                </a:lnTo>
                <a:lnTo>
                  <a:pt x="303276" y="333743"/>
                </a:lnTo>
                <a:lnTo>
                  <a:pt x="356616" y="333743"/>
                </a:lnTo>
                <a:lnTo>
                  <a:pt x="372059" y="333171"/>
                </a:lnTo>
                <a:lnTo>
                  <a:pt x="384238" y="329171"/>
                </a:lnTo>
                <a:lnTo>
                  <a:pt x="393255" y="321741"/>
                </a:lnTo>
                <a:lnTo>
                  <a:pt x="396748" y="315455"/>
                </a:lnTo>
                <a:lnTo>
                  <a:pt x="399288" y="310883"/>
                </a:lnTo>
                <a:close/>
              </a:path>
              <a:path w="855345" h="405764">
                <a:moveTo>
                  <a:pt x="413004" y="359651"/>
                </a:moveTo>
                <a:lnTo>
                  <a:pt x="367042" y="363639"/>
                </a:lnTo>
                <a:lnTo>
                  <a:pt x="323088" y="366318"/>
                </a:lnTo>
                <a:lnTo>
                  <a:pt x="288899" y="367372"/>
                </a:lnTo>
                <a:lnTo>
                  <a:pt x="242316" y="367271"/>
                </a:lnTo>
                <a:lnTo>
                  <a:pt x="177165" y="361556"/>
                </a:lnTo>
                <a:lnTo>
                  <a:pt x="137160" y="348983"/>
                </a:lnTo>
                <a:lnTo>
                  <a:pt x="104076" y="324599"/>
                </a:lnTo>
                <a:lnTo>
                  <a:pt x="103073" y="323697"/>
                </a:lnTo>
                <a:lnTo>
                  <a:pt x="94488" y="313931"/>
                </a:lnTo>
                <a:lnTo>
                  <a:pt x="94488" y="176771"/>
                </a:lnTo>
                <a:lnTo>
                  <a:pt x="100203" y="172199"/>
                </a:lnTo>
                <a:lnTo>
                  <a:pt x="109728" y="164579"/>
                </a:lnTo>
                <a:lnTo>
                  <a:pt x="82296" y="143243"/>
                </a:lnTo>
                <a:lnTo>
                  <a:pt x="70104" y="161531"/>
                </a:lnTo>
                <a:lnTo>
                  <a:pt x="3048" y="161531"/>
                </a:lnTo>
                <a:lnTo>
                  <a:pt x="19812" y="176771"/>
                </a:lnTo>
                <a:lnTo>
                  <a:pt x="28613" y="174777"/>
                </a:lnTo>
                <a:lnTo>
                  <a:pt x="36576" y="173342"/>
                </a:lnTo>
                <a:lnTo>
                  <a:pt x="43383" y="172491"/>
                </a:lnTo>
                <a:lnTo>
                  <a:pt x="48768" y="172199"/>
                </a:lnTo>
                <a:lnTo>
                  <a:pt x="71628" y="172199"/>
                </a:lnTo>
                <a:lnTo>
                  <a:pt x="71628" y="310883"/>
                </a:lnTo>
                <a:lnTo>
                  <a:pt x="51854" y="320395"/>
                </a:lnTo>
                <a:lnTo>
                  <a:pt x="33566" y="330873"/>
                </a:lnTo>
                <a:lnTo>
                  <a:pt x="16332" y="342823"/>
                </a:lnTo>
                <a:lnTo>
                  <a:pt x="0" y="356603"/>
                </a:lnTo>
                <a:lnTo>
                  <a:pt x="25908" y="377939"/>
                </a:lnTo>
                <a:lnTo>
                  <a:pt x="30213" y="370509"/>
                </a:lnTo>
                <a:lnTo>
                  <a:pt x="36385" y="361937"/>
                </a:lnTo>
                <a:lnTo>
                  <a:pt x="64287" y="332752"/>
                </a:lnTo>
                <a:lnTo>
                  <a:pt x="82296" y="324599"/>
                </a:lnTo>
                <a:lnTo>
                  <a:pt x="87452" y="327748"/>
                </a:lnTo>
                <a:lnTo>
                  <a:pt x="93916" y="332600"/>
                </a:lnTo>
                <a:lnTo>
                  <a:pt x="101790" y="339178"/>
                </a:lnTo>
                <a:lnTo>
                  <a:pt x="122339" y="357174"/>
                </a:lnTo>
                <a:lnTo>
                  <a:pt x="134874" y="365747"/>
                </a:lnTo>
                <a:lnTo>
                  <a:pt x="180213" y="384606"/>
                </a:lnTo>
                <a:lnTo>
                  <a:pt x="221361" y="391464"/>
                </a:lnTo>
                <a:lnTo>
                  <a:pt x="272478" y="393446"/>
                </a:lnTo>
                <a:lnTo>
                  <a:pt x="376428" y="396227"/>
                </a:lnTo>
                <a:lnTo>
                  <a:pt x="378714" y="386753"/>
                </a:lnTo>
                <a:lnTo>
                  <a:pt x="385572" y="378701"/>
                </a:lnTo>
                <a:lnTo>
                  <a:pt x="397002" y="371805"/>
                </a:lnTo>
                <a:lnTo>
                  <a:pt x="408152" y="367588"/>
                </a:lnTo>
                <a:lnTo>
                  <a:pt x="413004" y="365747"/>
                </a:lnTo>
                <a:lnTo>
                  <a:pt x="413004" y="359651"/>
                </a:lnTo>
                <a:close/>
              </a:path>
              <a:path w="855345" h="405764">
                <a:moveTo>
                  <a:pt x="638543" y="109728"/>
                </a:moveTo>
                <a:lnTo>
                  <a:pt x="608063" y="79248"/>
                </a:lnTo>
                <a:lnTo>
                  <a:pt x="589775" y="99060"/>
                </a:lnTo>
                <a:lnTo>
                  <a:pt x="562343" y="99060"/>
                </a:lnTo>
                <a:lnTo>
                  <a:pt x="562343" y="30480"/>
                </a:lnTo>
                <a:lnTo>
                  <a:pt x="577583" y="18288"/>
                </a:lnTo>
                <a:lnTo>
                  <a:pt x="534911" y="0"/>
                </a:lnTo>
                <a:lnTo>
                  <a:pt x="537006" y="39814"/>
                </a:lnTo>
                <a:lnTo>
                  <a:pt x="537959" y="99060"/>
                </a:lnTo>
                <a:lnTo>
                  <a:pt x="454139" y="99060"/>
                </a:lnTo>
                <a:lnTo>
                  <a:pt x="469379" y="114300"/>
                </a:lnTo>
                <a:lnTo>
                  <a:pt x="479666" y="112293"/>
                </a:lnTo>
                <a:lnTo>
                  <a:pt x="489953" y="110871"/>
                </a:lnTo>
                <a:lnTo>
                  <a:pt x="500240" y="110007"/>
                </a:lnTo>
                <a:lnTo>
                  <a:pt x="510527" y="109728"/>
                </a:lnTo>
                <a:lnTo>
                  <a:pt x="537959" y="109728"/>
                </a:lnTo>
                <a:lnTo>
                  <a:pt x="537959" y="192024"/>
                </a:lnTo>
                <a:lnTo>
                  <a:pt x="507669" y="205422"/>
                </a:lnTo>
                <a:lnTo>
                  <a:pt x="483095" y="215836"/>
                </a:lnTo>
                <a:lnTo>
                  <a:pt x="464235" y="223088"/>
                </a:lnTo>
                <a:lnTo>
                  <a:pt x="451091" y="227076"/>
                </a:lnTo>
                <a:lnTo>
                  <a:pt x="475475" y="257556"/>
                </a:lnTo>
                <a:lnTo>
                  <a:pt x="482028" y="248907"/>
                </a:lnTo>
                <a:lnTo>
                  <a:pt x="494715" y="238696"/>
                </a:lnTo>
                <a:lnTo>
                  <a:pt x="513410" y="226479"/>
                </a:lnTo>
                <a:lnTo>
                  <a:pt x="537959" y="211836"/>
                </a:lnTo>
                <a:lnTo>
                  <a:pt x="537959" y="339852"/>
                </a:lnTo>
                <a:lnTo>
                  <a:pt x="536562" y="349821"/>
                </a:lnTo>
                <a:lnTo>
                  <a:pt x="532434" y="356806"/>
                </a:lnTo>
                <a:lnTo>
                  <a:pt x="525754" y="360629"/>
                </a:lnTo>
                <a:lnTo>
                  <a:pt x="516623" y="361188"/>
                </a:lnTo>
                <a:lnTo>
                  <a:pt x="506907" y="359994"/>
                </a:lnTo>
                <a:lnTo>
                  <a:pt x="496049" y="358521"/>
                </a:lnTo>
                <a:lnTo>
                  <a:pt x="484047" y="356463"/>
                </a:lnTo>
                <a:lnTo>
                  <a:pt x="470903" y="353568"/>
                </a:lnTo>
                <a:lnTo>
                  <a:pt x="470903" y="362712"/>
                </a:lnTo>
                <a:lnTo>
                  <a:pt x="493763" y="372110"/>
                </a:lnTo>
                <a:lnTo>
                  <a:pt x="509765" y="381952"/>
                </a:lnTo>
                <a:lnTo>
                  <a:pt x="518909" y="392061"/>
                </a:lnTo>
                <a:lnTo>
                  <a:pt x="521195" y="402336"/>
                </a:lnTo>
                <a:lnTo>
                  <a:pt x="538340" y="394068"/>
                </a:lnTo>
                <a:lnTo>
                  <a:pt x="550913" y="383095"/>
                </a:lnTo>
                <a:lnTo>
                  <a:pt x="558914" y="369544"/>
                </a:lnTo>
                <a:lnTo>
                  <a:pt x="560717" y="361188"/>
                </a:lnTo>
                <a:lnTo>
                  <a:pt x="562343" y="353568"/>
                </a:lnTo>
                <a:lnTo>
                  <a:pt x="562343" y="211836"/>
                </a:lnTo>
                <a:lnTo>
                  <a:pt x="562343" y="199644"/>
                </a:lnTo>
                <a:lnTo>
                  <a:pt x="589775" y="181356"/>
                </a:lnTo>
                <a:lnTo>
                  <a:pt x="626351" y="156972"/>
                </a:lnTo>
                <a:lnTo>
                  <a:pt x="623303" y="152400"/>
                </a:lnTo>
                <a:lnTo>
                  <a:pt x="562343" y="181356"/>
                </a:lnTo>
                <a:lnTo>
                  <a:pt x="562343" y="109728"/>
                </a:lnTo>
                <a:lnTo>
                  <a:pt x="638543" y="109728"/>
                </a:lnTo>
                <a:close/>
              </a:path>
              <a:path w="855345" h="405764">
                <a:moveTo>
                  <a:pt x="851903" y="163068"/>
                </a:moveTo>
                <a:lnTo>
                  <a:pt x="807123" y="159842"/>
                </a:lnTo>
                <a:lnTo>
                  <a:pt x="766559" y="146685"/>
                </a:lnTo>
                <a:lnTo>
                  <a:pt x="734555" y="129540"/>
                </a:lnTo>
                <a:lnTo>
                  <a:pt x="748309" y="115824"/>
                </a:lnTo>
                <a:lnTo>
                  <a:pt x="752589" y="111556"/>
                </a:lnTo>
                <a:lnTo>
                  <a:pt x="770178" y="92011"/>
                </a:lnTo>
                <a:lnTo>
                  <a:pt x="787501" y="71031"/>
                </a:lnTo>
                <a:lnTo>
                  <a:pt x="804659" y="48768"/>
                </a:lnTo>
                <a:lnTo>
                  <a:pt x="818070" y="42672"/>
                </a:lnTo>
                <a:lnTo>
                  <a:pt x="821423" y="41148"/>
                </a:lnTo>
                <a:lnTo>
                  <a:pt x="790956" y="15240"/>
                </a:lnTo>
                <a:lnTo>
                  <a:pt x="777227" y="30340"/>
                </a:lnTo>
                <a:lnTo>
                  <a:pt x="777227" y="42672"/>
                </a:lnTo>
                <a:lnTo>
                  <a:pt x="764921" y="60960"/>
                </a:lnTo>
                <a:lnTo>
                  <a:pt x="750747" y="79248"/>
                </a:lnTo>
                <a:lnTo>
                  <a:pt x="734580" y="97536"/>
                </a:lnTo>
                <a:lnTo>
                  <a:pt x="716267" y="115824"/>
                </a:lnTo>
                <a:lnTo>
                  <a:pt x="700633" y="101815"/>
                </a:lnTo>
                <a:lnTo>
                  <a:pt x="685977" y="84963"/>
                </a:lnTo>
                <a:lnTo>
                  <a:pt x="672769" y="65239"/>
                </a:lnTo>
                <a:lnTo>
                  <a:pt x="661403" y="42672"/>
                </a:lnTo>
                <a:lnTo>
                  <a:pt x="777227" y="42672"/>
                </a:lnTo>
                <a:lnTo>
                  <a:pt x="777227" y="30340"/>
                </a:lnTo>
                <a:lnTo>
                  <a:pt x="775703" y="32004"/>
                </a:lnTo>
                <a:lnTo>
                  <a:pt x="608063" y="32004"/>
                </a:lnTo>
                <a:lnTo>
                  <a:pt x="623303" y="45720"/>
                </a:lnTo>
                <a:lnTo>
                  <a:pt x="641591" y="42672"/>
                </a:lnTo>
                <a:lnTo>
                  <a:pt x="652259" y="42672"/>
                </a:lnTo>
                <a:lnTo>
                  <a:pt x="661174" y="65239"/>
                </a:lnTo>
                <a:lnTo>
                  <a:pt x="672071" y="87249"/>
                </a:lnTo>
                <a:lnTo>
                  <a:pt x="685266" y="108673"/>
                </a:lnTo>
                <a:lnTo>
                  <a:pt x="701027" y="129540"/>
                </a:lnTo>
                <a:lnTo>
                  <a:pt x="675576" y="149542"/>
                </a:lnTo>
                <a:lnTo>
                  <a:pt x="647115" y="168402"/>
                </a:lnTo>
                <a:lnTo>
                  <a:pt x="615518" y="186118"/>
                </a:lnTo>
                <a:lnTo>
                  <a:pt x="580631" y="202692"/>
                </a:lnTo>
                <a:lnTo>
                  <a:pt x="582155" y="210312"/>
                </a:lnTo>
                <a:lnTo>
                  <a:pt x="617042" y="198323"/>
                </a:lnTo>
                <a:lnTo>
                  <a:pt x="650925" y="183070"/>
                </a:lnTo>
                <a:lnTo>
                  <a:pt x="683958" y="164655"/>
                </a:lnTo>
                <a:lnTo>
                  <a:pt x="716267" y="143256"/>
                </a:lnTo>
                <a:lnTo>
                  <a:pt x="740841" y="160108"/>
                </a:lnTo>
                <a:lnTo>
                  <a:pt x="766559" y="174117"/>
                </a:lnTo>
                <a:lnTo>
                  <a:pt x="793369" y="185229"/>
                </a:lnTo>
                <a:lnTo>
                  <a:pt x="821423" y="193548"/>
                </a:lnTo>
                <a:lnTo>
                  <a:pt x="823404" y="185254"/>
                </a:lnTo>
                <a:lnTo>
                  <a:pt x="829233" y="178498"/>
                </a:lnTo>
                <a:lnTo>
                  <a:pt x="838784" y="173177"/>
                </a:lnTo>
                <a:lnTo>
                  <a:pt x="851903" y="169164"/>
                </a:lnTo>
                <a:lnTo>
                  <a:pt x="851903" y="163068"/>
                </a:lnTo>
                <a:close/>
              </a:path>
              <a:path w="855345" h="405764">
                <a:moveTo>
                  <a:pt x="854951" y="307848"/>
                </a:moveTo>
                <a:lnTo>
                  <a:pt x="822947" y="274320"/>
                </a:lnTo>
                <a:lnTo>
                  <a:pt x="800087" y="297180"/>
                </a:lnTo>
                <a:lnTo>
                  <a:pt x="728459" y="297180"/>
                </a:lnTo>
                <a:lnTo>
                  <a:pt x="728459" y="236220"/>
                </a:lnTo>
                <a:lnTo>
                  <a:pt x="830580" y="236220"/>
                </a:lnTo>
                <a:lnTo>
                  <a:pt x="800087" y="204216"/>
                </a:lnTo>
                <a:lnTo>
                  <a:pt x="778751" y="225552"/>
                </a:lnTo>
                <a:lnTo>
                  <a:pt x="728459" y="225552"/>
                </a:lnTo>
                <a:lnTo>
                  <a:pt x="728459" y="192024"/>
                </a:lnTo>
                <a:lnTo>
                  <a:pt x="746747" y="181356"/>
                </a:lnTo>
                <a:lnTo>
                  <a:pt x="702551" y="161544"/>
                </a:lnTo>
                <a:lnTo>
                  <a:pt x="703440" y="177546"/>
                </a:lnTo>
                <a:lnTo>
                  <a:pt x="703846" y="192024"/>
                </a:lnTo>
                <a:lnTo>
                  <a:pt x="703948" y="199644"/>
                </a:lnTo>
                <a:lnTo>
                  <a:pt x="704075" y="225552"/>
                </a:lnTo>
                <a:lnTo>
                  <a:pt x="608063" y="225552"/>
                </a:lnTo>
                <a:lnTo>
                  <a:pt x="624827" y="240792"/>
                </a:lnTo>
                <a:lnTo>
                  <a:pt x="634263" y="238785"/>
                </a:lnTo>
                <a:lnTo>
                  <a:pt x="644258" y="237363"/>
                </a:lnTo>
                <a:lnTo>
                  <a:pt x="654837" y="236499"/>
                </a:lnTo>
                <a:lnTo>
                  <a:pt x="665975" y="236220"/>
                </a:lnTo>
                <a:lnTo>
                  <a:pt x="704075" y="236220"/>
                </a:lnTo>
                <a:lnTo>
                  <a:pt x="704075" y="297180"/>
                </a:lnTo>
                <a:lnTo>
                  <a:pt x="586727" y="297180"/>
                </a:lnTo>
                <a:lnTo>
                  <a:pt x="601967" y="312420"/>
                </a:lnTo>
                <a:lnTo>
                  <a:pt x="611403" y="310413"/>
                </a:lnTo>
                <a:lnTo>
                  <a:pt x="621398" y="308991"/>
                </a:lnTo>
                <a:lnTo>
                  <a:pt x="631977" y="308127"/>
                </a:lnTo>
                <a:lnTo>
                  <a:pt x="643115" y="307848"/>
                </a:lnTo>
                <a:lnTo>
                  <a:pt x="704075" y="307848"/>
                </a:lnTo>
                <a:lnTo>
                  <a:pt x="703884" y="354901"/>
                </a:lnTo>
                <a:lnTo>
                  <a:pt x="702551" y="405384"/>
                </a:lnTo>
                <a:lnTo>
                  <a:pt x="729983" y="394716"/>
                </a:lnTo>
                <a:lnTo>
                  <a:pt x="729107" y="378142"/>
                </a:lnTo>
                <a:lnTo>
                  <a:pt x="728649" y="356806"/>
                </a:lnTo>
                <a:lnTo>
                  <a:pt x="728522" y="339852"/>
                </a:lnTo>
                <a:lnTo>
                  <a:pt x="728459" y="307848"/>
                </a:lnTo>
                <a:lnTo>
                  <a:pt x="854951" y="30784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pic>
        <p:nvPicPr>
          <p:cNvPr id="64" name="object 64"/>
          <p:cNvPicPr/>
          <p:nvPr/>
        </p:nvPicPr>
        <p:blipFill>
          <a:blip r:embed="rId8" cstate="print"/>
          <a:stretch>
            <a:fillRect/>
          </a:stretch>
        </p:blipFill>
        <p:spPr>
          <a:xfrm>
            <a:off x="3649979" y="5277611"/>
            <a:ext cx="175260" cy="134112"/>
          </a:xfrm>
          <a:prstGeom prst="rect">
            <a:avLst/>
          </a:prstGeom>
        </p:spPr>
      </p:pic>
      <p:sp>
        <p:nvSpPr>
          <p:cNvPr id="65" name="object 65"/>
          <p:cNvSpPr/>
          <p:nvPr/>
        </p:nvSpPr>
        <p:spPr>
          <a:xfrm>
            <a:off x="3906011" y="5259323"/>
            <a:ext cx="401320" cy="405765"/>
          </a:xfrm>
          <a:custGeom>
            <a:avLst/>
            <a:gdLst/>
            <a:ahLst/>
            <a:cxnLst/>
            <a:rect l="l" t="t" r="r" b="b"/>
            <a:pathLst>
              <a:path w="401320" h="405764">
                <a:moveTo>
                  <a:pt x="173736" y="118872"/>
                </a:moveTo>
                <a:lnTo>
                  <a:pt x="167640" y="114300"/>
                </a:lnTo>
                <a:lnTo>
                  <a:pt x="177688" y="102298"/>
                </a:lnTo>
                <a:lnTo>
                  <a:pt x="187452" y="89154"/>
                </a:lnTo>
                <a:lnTo>
                  <a:pt x="215836" y="43719"/>
                </a:lnTo>
                <a:lnTo>
                  <a:pt x="234696" y="0"/>
                </a:lnTo>
                <a:lnTo>
                  <a:pt x="266699" y="21336"/>
                </a:lnTo>
                <a:lnTo>
                  <a:pt x="259318" y="25050"/>
                </a:lnTo>
                <a:lnTo>
                  <a:pt x="251079" y="31623"/>
                </a:lnTo>
                <a:lnTo>
                  <a:pt x="242268" y="41052"/>
                </a:lnTo>
                <a:lnTo>
                  <a:pt x="233172" y="53340"/>
                </a:lnTo>
                <a:lnTo>
                  <a:pt x="334204" y="53340"/>
                </a:lnTo>
                <a:lnTo>
                  <a:pt x="344424" y="62484"/>
                </a:lnTo>
                <a:lnTo>
                  <a:pt x="340261" y="64008"/>
                </a:lnTo>
                <a:lnTo>
                  <a:pt x="227075" y="64008"/>
                </a:lnTo>
                <a:lnTo>
                  <a:pt x="214241" y="79438"/>
                </a:lnTo>
                <a:lnTo>
                  <a:pt x="200977" y="93726"/>
                </a:lnTo>
                <a:lnTo>
                  <a:pt x="187428" y="106870"/>
                </a:lnTo>
                <a:lnTo>
                  <a:pt x="173736" y="118872"/>
                </a:lnTo>
                <a:close/>
              </a:path>
              <a:path w="401320" h="405764">
                <a:moveTo>
                  <a:pt x="12192" y="59436"/>
                </a:moveTo>
                <a:lnTo>
                  <a:pt x="10668" y="51816"/>
                </a:lnTo>
                <a:lnTo>
                  <a:pt x="27836" y="48125"/>
                </a:lnTo>
                <a:lnTo>
                  <a:pt x="45148" y="44005"/>
                </a:lnTo>
                <a:lnTo>
                  <a:pt x="98202" y="29027"/>
                </a:lnTo>
                <a:lnTo>
                  <a:pt x="140208" y="6096"/>
                </a:lnTo>
                <a:lnTo>
                  <a:pt x="166116" y="35052"/>
                </a:lnTo>
                <a:lnTo>
                  <a:pt x="154686" y="35861"/>
                </a:lnTo>
                <a:lnTo>
                  <a:pt x="140970" y="38100"/>
                </a:lnTo>
                <a:lnTo>
                  <a:pt x="124968" y="41481"/>
                </a:lnTo>
                <a:lnTo>
                  <a:pt x="106680" y="45720"/>
                </a:lnTo>
                <a:lnTo>
                  <a:pt x="106680" y="48768"/>
                </a:lnTo>
                <a:lnTo>
                  <a:pt x="85344" y="48768"/>
                </a:lnTo>
                <a:lnTo>
                  <a:pt x="66198" y="51077"/>
                </a:lnTo>
                <a:lnTo>
                  <a:pt x="47625" y="53530"/>
                </a:lnTo>
                <a:lnTo>
                  <a:pt x="29622" y="56268"/>
                </a:lnTo>
                <a:lnTo>
                  <a:pt x="12192" y="59436"/>
                </a:lnTo>
                <a:close/>
              </a:path>
              <a:path w="401320" h="405764">
                <a:moveTo>
                  <a:pt x="334204" y="53340"/>
                </a:moveTo>
                <a:lnTo>
                  <a:pt x="300228" y="53340"/>
                </a:lnTo>
                <a:lnTo>
                  <a:pt x="315468" y="36576"/>
                </a:lnTo>
                <a:lnTo>
                  <a:pt x="334204" y="53340"/>
                </a:lnTo>
                <a:close/>
              </a:path>
              <a:path w="401320" h="405764">
                <a:moveTo>
                  <a:pt x="106680" y="126492"/>
                </a:moveTo>
                <a:lnTo>
                  <a:pt x="85344" y="126492"/>
                </a:lnTo>
                <a:lnTo>
                  <a:pt x="85344" y="48768"/>
                </a:lnTo>
                <a:lnTo>
                  <a:pt x="106680" y="48768"/>
                </a:lnTo>
                <a:lnTo>
                  <a:pt x="106680" y="126492"/>
                </a:lnTo>
                <a:close/>
              </a:path>
              <a:path w="401320" h="405764">
                <a:moveTo>
                  <a:pt x="278892" y="124968"/>
                </a:moveTo>
                <a:lnTo>
                  <a:pt x="269748" y="124968"/>
                </a:lnTo>
                <a:lnTo>
                  <a:pt x="301751" y="64008"/>
                </a:lnTo>
                <a:lnTo>
                  <a:pt x="340261" y="64008"/>
                </a:lnTo>
                <a:lnTo>
                  <a:pt x="336684" y="65317"/>
                </a:lnTo>
                <a:lnTo>
                  <a:pt x="329374" y="69151"/>
                </a:lnTo>
                <a:lnTo>
                  <a:pt x="300609" y="97536"/>
                </a:lnTo>
                <a:lnTo>
                  <a:pt x="290607" y="110109"/>
                </a:lnTo>
                <a:lnTo>
                  <a:pt x="278892" y="124968"/>
                </a:lnTo>
                <a:close/>
              </a:path>
              <a:path w="401320" h="405764">
                <a:moveTo>
                  <a:pt x="18288" y="141732"/>
                </a:moveTo>
                <a:lnTo>
                  <a:pt x="3048" y="126492"/>
                </a:lnTo>
                <a:lnTo>
                  <a:pt x="121920" y="126492"/>
                </a:lnTo>
                <a:lnTo>
                  <a:pt x="141732" y="106680"/>
                </a:lnTo>
                <a:lnTo>
                  <a:pt x="172211" y="137160"/>
                </a:lnTo>
                <a:lnTo>
                  <a:pt x="60960" y="137160"/>
                </a:lnTo>
                <a:lnTo>
                  <a:pt x="49791" y="137445"/>
                </a:lnTo>
                <a:lnTo>
                  <a:pt x="39052" y="138303"/>
                </a:lnTo>
                <a:lnTo>
                  <a:pt x="28598" y="139731"/>
                </a:lnTo>
                <a:lnTo>
                  <a:pt x="18288" y="141732"/>
                </a:lnTo>
                <a:close/>
              </a:path>
              <a:path w="401320" h="405764">
                <a:moveTo>
                  <a:pt x="188975" y="140208"/>
                </a:moveTo>
                <a:lnTo>
                  <a:pt x="173736" y="124968"/>
                </a:lnTo>
                <a:lnTo>
                  <a:pt x="344424" y="124968"/>
                </a:lnTo>
                <a:lnTo>
                  <a:pt x="356616" y="108204"/>
                </a:lnTo>
                <a:lnTo>
                  <a:pt x="384048" y="128016"/>
                </a:lnTo>
                <a:lnTo>
                  <a:pt x="375475" y="135636"/>
                </a:lnTo>
                <a:lnTo>
                  <a:pt x="231648" y="135636"/>
                </a:lnTo>
                <a:lnTo>
                  <a:pt x="220479" y="135921"/>
                </a:lnTo>
                <a:lnTo>
                  <a:pt x="209740" y="136779"/>
                </a:lnTo>
                <a:lnTo>
                  <a:pt x="199286" y="138207"/>
                </a:lnTo>
                <a:lnTo>
                  <a:pt x="188975" y="140208"/>
                </a:lnTo>
                <a:close/>
              </a:path>
              <a:path w="401320" h="405764">
                <a:moveTo>
                  <a:pt x="207263" y="193548"/>
                </a:moveTo>
                <a:lnTo>
                  <a:pt x="190499" y="176784"/>
                </a:lnTo>
                <a:lnTo>
                  <a:pt x="347472" y="176784"/>
                </a:lnTo>
                <a:lnTo>
                  <a:pt x="347472" y="135636"/>
                </a:lnTo>
                <a:lnTo>
                  <a:pt x="375475" y="135636"/>
                </a:lnTo>
                <a:lnTo>
                  <a:pt x="370331" y="140208"/>
                </a:lnTo>
                <a:lnTo>
                  <a:pt x="370392" y="187452"/>
                </a:lnTo>
                <a:lnTo>
                  <a:pt x="248411" y="187452"/>
                </a:lnTo>
                <a:lnTo>
                  <a:pt x="237267" y="187761"/>
                </a:lnTo>
                <a:lnTo>
                  <a:pt x="226695" y="188785"/>
                </a:lnTo>
                <a:lnTo>
                  <a:pt x="216693" y="190666"/>
                </a:lnTo>
                <a:lnTo>
                  <a:pt x="207263" y="193548"/>
                </a:lnTo>
                <a:close/>
              </a:path>
              <a:path w="401320" h="405764">
                <a:moveTo>
                  <a:pt x="4572" y="323088"/>
                </a:moveTo>
                <a:lnTo>
                  <a:pt x="0" y="320040"/>
                </a:lnTo>
                <a:lnTo>
                  <a:pt x="15463" y="296179"/>
                </a:lnTo>
                <a:lnTo>
                  <a:pt x="29527" y="272796"/>
                </a:lnTo>
                <a:lnTo>
                  <a:pt x="53340" y="225552"/>
                </a:lnTo>
                <a:lnTo>
                  <a:pt x="70294" y="180213"/>
                </a:lnTo>
                <a:lnTo>
                  <a:pt x="83820" y="137160"/>
                </a:lnTo>
                <a:lnTo>
                  <a:pt x="106680" y="137160"/>
                </a:lnTo>
                <a:lnTo>
                  <a:pt x="106680" y="172212"/>
                </a:lnTo>
                <a:lnTo>
                  <a:pt x="117800" y="177284"/>
                </a:lnTo>
                <a:lnTo>
                  <a:pt x="127863" y="182880"/>
                </a:lnTo>
                <a:lnTo>
                  <a:pt x="106680" y="182880"/>
                </a:lnTo>
                <a:lnTo>
                  <a:pt x="106757" y="205740"/>
                </a:lnTo>
                <a:lnTo>
                  <a:pt x="85344" y="205740"/>
                </a:lnTo>
                <a:lnTo>
                  <a:pt x="69050" y="238053"/>
                </a:lnTo>
                <a:lnTo>
                  <a:pt x="50101" y="268414"/>
                </a:lnTo>
                <a:lnTo>
                  <a:pt x="28551" y="296822"/>
                </a:lnTo>
                <a:lnTo>
                  <a:pt x="4572" y="323088"/>
                </a:lnTo>
                <a:close/>
              </a:path>
              <a:path w="401320" h="405764">
                <a:moveTo>
                  <a:pt x="150876" y="248411"/>
                </a:moveTo>
                <a:lnTo>
                  <a:pt x="146304" y="248411"/>
                </a:lnTo>
                <a:lnTo>
                  <a:pt x="141732" y="242316"/>
                </a:lnTo>
                <a:lnTo>
                  <a:pt x="137160" y="231647"/>
                </a:lnTo>
                <a:lnTo>
                  <a:pt x="131111" y="218241"/>
                </a:lnTo>
                <a:lnTo>
                  <a:pt x="124206" y="205549"/>
                </a:lnTo>
                <a:lnTo>
                  <a:pt x="116157" y="193714"/>
                </a:lnTo>
                <a:lnTo>
                  <a:pt x="106680" y="182880"/>
                </a:lnTo>
                <a:lnTo>
                  <a:pt x="127863" y="182880"/>
                </a:lnTo>
                <a:lnTo>
                  <a:pt x="157353" y="208026"/>
                </a:lnTo>
                <a:lnTo>
                  <a:pt x="161544" y="220980"/>
                </a:lnTo>
                <a:lnTo>
                  <a:pt x="161544" y="227076"/>
                </a:lnTo>
                <a:lnTo>
                  <a:pt x="160020" y="233172"/>
                </a:lnTo>
                <a:lnTo>
                  <a:pt x="153924" y="245364"/>
                </a:lnTo>
                <a:lnTo>
                  <a:pt x="150876" y="248411"/>
                </a:lnTo>
                <a:close/>
              </a:path>
              <a:path w="401320" h="405764">
                <a:moveTo>
                  <a:pt x="188975" y="243840"/>
                </a:moveTo>
                <a:lnTo>
                  <a:pt x="173736" y="227076"/>
                </a:lnTo>
                <a:lnTo>
                  <a:pt x="347472" y="227076"/>
                </a:lnTo>
                <a:lnTo>
                  <a:pt x="347472" y="187452"/>
                </a:lnTo>
                <a:lnTo>
                  <a:pt x="370392" y="187452"/>
                </a:lnTo>
                <a:lnTo>
                  <a:pt x="370500" y="208026"/>
                </a:lnTo>
                <a:lnTo>
                  <a:pt x="370564" y="214360"/>
                </a:lnTo>
                <a:lnTo>
                  <a:pt x="370974" y="235362"/>
                </a:lnTo>
                <a:lnTo>
                  <a:pt x="371118" y="237744"/>
                </a:lnTo>
                <a:lnTo>
                  <a:pt x="231648" y="237744"/>
                </a:lnTo>
                <a:lnTo>
                  <a:pt x="220479" y="238053"/>
                </a:lnTo>
                <a:lnTo>
                  <a:pt x="209740" y="239077"/>
                </a:lnTo>
                <a:lnTo>
                  <a:pt x="199286" y="240958"/>
                </a:lnTo>
                <a:lnTo>
                  <a:pt x="188975" y="243840"/>
                </a:lnTo>
                <a:close/>
              </a:path>
              <a:path w="401320" h="405764">
                <a:moveTo>
                  <a:pt x="83820" y="405384"/>
                </a:moveTo>
                <a:lnTo>
                  <a:pt x="84058" y="369046"/>
                </a:lnTo>
                <a:lnTo>
                  <a:pt x="84544" y="327088"/>
                </a:lnTo>
                <a:lnTo>
                  <a:pt x="85105" y="269509"/>
                </a:lnTo>
                <a:lnTo>
                  <a:pt x="85344" y="205740"/>
                </a:lnTo>
                <a:lnTo>
                  <a:pt x="106757" y="205740"/>
                </a:lnTo>
                <a:lnTo>
                  <a:pt x="106881" y="242316"/>
                </a:lnTo>
                <a:lnTo>
                  <a:pt x="107003" y="265747"/>
                </a:lnTo>
                <a:lnTo>
                  <a:pt x="107656" y="322087"/>
                </a:lnTo>
                <a:lnTo>
                  <a:pt x="108527" y="361188"/>
                </a:lnTo>
                <a:lnTo>
                  <a:pt x="108647" y="365760"/>
                </a:lnTo>
                <a:lnTo>
                  <a:pt x="109728" y="391668"/>
                </a:lnTo>
                <a:lnTo>
                  <a:pt x="83820" y="405384"/>
                </a:lnTo>
                <a:close/>
              </a:path>
              <a:path w="401320" h="405764">
                <a:moveTo>
                  <a:pt x="347472" y="260604"/>
                </a:moveTo>
                <a:lnTo>
                  <a:pt x="347472" y="237744"/>
                </a:lnTo>
                <a:lnTo>
                  <a:pt x="371118" y="237744"/>
                </a:lnTo>
                <a:lnTo>
                  <a:pt x="371855" y="249935"/>
                </a:lnTo>
                <a:lnTo>
                  <a:pt x="347472" y="260604"/>
                </a:lnTo>
                <a:close/>
              </a:path>
              <a:path w="401320" h="405764">
                <a:moveTo>
                  <a:pt x="280416" y="316992"/>
                </a:moveTo>
                <a:lnTo>
                  <a:pt x="275844" y="316992"/>
                </a:lnTo>
                <a:lnTo>
                  <a:pt x="272796" y="312420"/>
                </a:lnTo>
                <a:lnTo>
                  <a:pt x="271272" y="301752"/>
                </a:lnTo>
                <a:lnTo>
                  <a:pt x="266961" y="290893"/>
                </a:lnTo>
                <a:lnTo>
                  <a:pt x="260794" y="278892"/>
                </a:lnTo>
                <a:lnTo>
                  <a:pt x="252626" y="265747"/>
                </a:lnTo>
                <a:lnTo>
                  <a:pt x="242316" y="251459"/>
                </a:lnTo>
                <a:lnTo>
                  <a:pt x="246887" y="248411"/>
                </a:lnTo>
                <a:lnTo>
                  <a:pt x="283749" y="274986"/>
                </a:lnTo>
                <a:lnTo>
                  <a:pt x="294132" y="289559"/>
                </a:lnTo>
                <a:lnTo>
                  <a:pt x="294132" y="297180"/>
                </a:lnTo>
                <a:lnTo>
                  <a:pt x="291084" y="301752"/>
                </a:lnTo>
                <a:lnTo>
                  <a:pt x="288036" y="307847"/>
                </a:lnTo>
                <a:lnTo>
                  <a:pt x="283463" y="313944"/>
                </a:lnTo>
                <a:lnTo>
                  <a:pt x="280416" y="316992"/>
                </a:lnTo>
                <a:close/>
              </a:path>
              <a:path w="401320" h="405764">
                <a:moveTo>
                  <a:pt x="327017" y="385857"/>
                </a:moveTo>
                <a:lnTo>
                  <a:pt x="312420" y="385572"/>
                </a:lnTo>
                <a:lnTo>
                  <a:pt x="237744" y="385572"/>
                </a:lnTo>
                <a:lnTo>
                  <a:pt x="224861" y="383619"/>
                </a:lnTo>
                <a:lnTo>
                  <a:pt x="215836" y="377952"/>
                </a:lnTo>
                <a:lnTo>
                  <a:pt x="210526" y="368855"/>
                </a:lnTo>
                <a:lnTo>
                  <a:pt x="208787" y="356616"/>
                </a:lnTo>
                <a:lnTo>
                  <a:pt x="208549" y="335446"/>
                </a:lnTo>
                <a:lnTo>
                  <a:pt x="207534" y="297180"/>
                </a:lnTo>
                <a:lnTo>
                  <a:pt x="207263" y="277368"/>
                </a:lnTo>
                <a:lnTo>
                  <a:pt x="242316" y="294132"/>
                </a:lnTo>
                <a:lnTo>
                  <a:pt x="231648" y="304799"/>
                </a:lnTo>
                <a:lnTo>
                  <a:pt x="231648" y="345948"/>
                </a:lnTo>
                <a:lnTo>
                  <a:pt x="233124" y="355711"/>
                </a:lnTo>
                <a:lnTo>
                  <a:pt x="237744" y="362331"/>
                </a:lnTo>
                <a:lnTo>
                  <a:pt x="245792" y="366093"/>
                </a:lnTo>
                <a:lnTo>
                  <a:pt x="257556" y="367284"/>
                </a:lnTo>
                <a:lnTo>
                  <a:pt x="352406" y="367284"/>
                </a:lnTo>
                <a:lnTo>
                  <a:pt x="348210" y="374427"/>
                </a:lnTo>
                <a:lnTo>
                  <a:pt x="338899" y="382143"/>
                </a:lnTo>
                <a:lnTo>
                  <a:pt x="327017" y="385857"/>
                </a:lnTo>
                <a:close/>
              </a:path>
              <a:path w="401320" h="405764">
                <a:moveTo>
                  <a:pt x="388620" y="367284"/>
                </a:moveTo>
                <a:lnTo>
                  <a:pt x="385572" y="367284"/>
                </a:lnTo>
                <a:lnTo>
                  <a:pt x="382524" y="364236"/>
                </a:lnTo>
                <a:lnTo>
                  <a:pt x="381000" y="358140"/>
                </a:lnTo>
                <a:lnTo>
                  <a:pt x="377809" y="351282"/>
                </a:lnTo>
                <a:lnTo>
                  <a:pt x="358902" y="314706"/>
                </a:lnTo>
                <a:lnTo>
                  <a:pt x="344424" y="294132"/>
                </a:lnTo>
                <a:lnTo>
                  <a:pt x="347472" y="289559"/>
                </a:lnTo>
                <a:lnTo>
                  <a:pt x="387096" y="315468"/>
                </a:lnTo>
                <a:lnTo>
                  <a:pt x="400812" y="341376"/>
                </a:lnTo>
                <a:lnTo>
                  <a:pt x="400812" y="345948"/>
                </a:lnTo>
                <a:lnTo>
                  <a:pt x="399288" y="350520"/>
                </a:lnTo>
                <a:lnTo>
                  <a:pt x="394716" y="356616"/>
                </a:lnTo>
                <a:lnTo>
                  <a:pt x="391668" y="364236"/>
                </a:lnTo>
                <a:lnTo>
                  <a:pt x="388620" y="367284"/>
                </a:lnTo>
                <a:close/>
              </a:path>
              <a:path w="401320" h="405764">
                <a:moveTo>
                  <a:pt x="161544" y="365760"/>
                </a:moveTo>
                <a:lnTo>
                  <a:pt x="138684" y="365760"/>
                </a:lnTo>
                <a:lnTo>
                  <a:pt x="135636" y="362712"/>
                </a:lnTo>
                <a:lnTo>
                  <a:pt x="135636" y="356616"/>
                </a:lnTo>
                <a:lnTo>
                  <a:pt x="138684" y="350520"/>
                </a:lnTo>
                <a:lnTo>
                  <a:pt x="146304" y="344424"/>
                </a:lnTo>
                <a:lnTo>
                  <a:pt x="152864" y="336113"/>
                </a:lnTo>
                <a:lnTo>
                  <a:pt x="158686" y="324993"/>
                </a:lnTo>
                <a:lnTo>
                  <a:pt x="163663" y="310991"/>
                </a:lnTo>
                <a:lnTo>
                  <a:pt x="167640" y="294132"/>
                </a:lnTo>
                <a:lnTo>
                  <a:pt x="175260" y="294132"/>
                </a:lnTo>
                <a:lnTo>
                  <a:pt x="175756" y="307847"/>
                </a:lnTo>
                <a:lnTo>
                  <a:pt x="175641" y="325945"/>
                </a:lnTo>
                <a:lnTo>
                  <a:pt x="174831" y="338066"/>
                </a:lnTo>
                <a:lnTo>
                  <a:pt x="173736" y="347472"/>
                </a:lnTo>
                <a:lnTo>
                  <a:pt x="170687" y="358140"/>
                </a:lnTo>
                <a:lnTo>
                  <a:pt x="167640" y="364236"/>
                </a:lnTo>
                <a:lnTo>
                  <a:pt x="161544" y="365760"/>
                </a:lnTo>
                <a:close/>
              </a:path>
              <a:path w="401320" h="405764">
                <a:moveTo>
                  <a:pt x="352406" y="367284"/>
                </a:moveTo>
                <a:lnTo>
                  <a:pt x="306324" y="367284"/>
                </a:lnTo>
                <a:lnTo>
                  <a:pt x="312610" y="364140"/>
                </a:lnTo>
                <a:lnTo>
                  <a:pt x="317754" y="359283"/>
                </a:lnTo>
                <a:lnTo>
                  <a:pt x="327398" y="315706"/>
                </a:lnTo>
                <a:lnTo>
                  <a:pt x="327660" y="306323"/>
                </a:lnTo>
                <a:lnTo>
                  <a:pt x="335280" y="306323"/>
                </a:lnTo>
                <a:lnTo>
                  <a:pt x="338328" y="344424"/>
                </a:lnTo>
                <a:lnTo>
                  <a:pt x="355092" y="362712"/>
                </a:lnTo>
                <a:lnTo>
                  <a:pt x="352406" y="367284"/>
                </a:lnTo>
                <a:close/>
              </a:path>
              <a:path w="401320" h="405764">
                <a:moveTo>
                  <a:pt x="152400" y="367284"/>
                </a:moveTo>
                <a:lnTo>
                  <a:pt x="144780" y="367284"/>
                </a:lnTo>
                <a:lnTo>
                  <a:pt x="141732" y="365760"/>
                </a:lnTo>
                <a:lnTo>
                  <a:pt x="156972" y="365760"/>
                </a:lnTo>
                <a:lnTo>
                  <a:pt x="152400" y="367284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" name="object 66"/>
          <p:cNvSpPr/>
          <p:nvPr/>
        </p:nvSpPr>
        <p:spPr>
          <a:xfrm>
            <a:off x="4358639" y="5257800"/>
            <a:ext cx="388620" cy="405765"/>
          </a:xfrm>
          <a:custGeom>
            <a:avLst/>
            <a:gdLst/>
            <a:ahLst/>
            <a:cxnLst/>
            <a:rect l="l" t="t" r="r" b="b"/>
            <a:pathLst>
              <a:path w="388620" h="405764">
                <a:moveTo>
                  <a:pt x="199644" y="71627"/>
                </a:moveTo>
                <a:lnTo>
                  <a:pt x="193548" y="71627"/>
                </a:lnTo>
                <a:lnTo>
                  <a:pt x="192024" y="65531"/>
                </a:lnTo>
                <a:lnTo>
                  <a:pt x="190500" y="54863"/>
                </a:lnTo>
                <a:lnTo>
                  <a:pt x="186189" y="43124"/>
                </a:lnTo>
                <a:lnTo>
                  <a:pt x="180022" y="30670"/>
                </a:lnTo>
                <a:lnTo>
                  <a:pt x="171854" y="17359"/>
                </a:lnTo>
                <a:lnTo>
                  <a:pt x="161544" y="3048"/>
                </a:lnTo>
                <a:lnTo>
                  <a:pt x="166116" y="0"/>
                </a:lnTo>
                <a:lnTo>
                  <a:pt x="201263" y="20788"/>
                </a:lnTo>
                <a:lnTo>
                  <a:pt x="216408" y="39624"/>
                </a:lnTo>
                <a:lnTo>
                  <a:pt x="216408" y="50291"/>
                </a:lnTo>
                <a:lnTo>
                  <a:pt x="213360" y="56387"/>
                </a:lnTo>
                <a:lnTo>
                  <a:pt x="208788" y="62483"/>
                </a:lnTo>
                <a:lnTo>
                  <a:pt x="199644" y="71627"/>
                </a:lnTo>
                <a:close/>
              </a:path>
              <a:path w="388620" h="405764">
                <a:moveTo>
                  <a:pt x="36576" y="138683"/>
                </a:moveTo>
                <a:lnTo>
                  <a:pt x="28956" y="138683"/>
                </a:lnTo>
                <a:lnTo>
                  <a:pt x="24384" y="137159"/>
                </a:lnTo>
                <a:lnTo>
                  <a:pt x="19812" y="134111"/>
                </a:lnTo>
                <a:lnTo>
                  <a:pt x="16764" y="131063"/>
                </a:lnTo>
                <a:lnTo>
                  <a:pt x="13716" y="129539"/>
                </a:lnTo>
                <a:lnTo>
                  <a:pt x="13716" y="123443"/>
                </a:lnTo>
                <a:lnTo>
                  <a:pt x="18288" y="117347"/>
                </a:lnTo>
                <a:lnTo>
                  <a:pt x="28956" y="109727"/>
                </a:lnTo>
                <a:lnTo>
                  <a:pt x="36623" y="100274"/>
                </a:lnTo>
                <a:lnTo>
                  <a:pt x="43434" y="87820"/>
                </a:lnTo>
                <a:lnTo>
                  <a:pt x="49101" y="72223"/>
                </a:lnTo>
                <a:lnTo>
                  <a:pt x="53340" y="53339"/>
                </a:lnTo>
                <a:lnTo>
                  <a:pt x="59436" y="53339"/>
                </a:lnTo>
                <a:lnTo>
                  <a:pt x="59436" y="76200"/>
                </a:lnTo>
                <a:lnTo>
                  <a:pt x="368410" y="76200"/>
                </a:lnTo>
                <a:lnTo>
                  <a:pt x="377223" y="86867"/>
                </a:lnTo>
                <a:lnTo>
                  <a:pt x="59436" y="86867"/>
                </a:lnTo>
                <a:lnTo>
                  <a:pt x="59721" y="104298"/>
                </a:lnTo>
                <a:lnTo>
                  <a:pt x="58293" y="117728"/>
                </a:lnTo>
                <a:lnTo>
                  <a:pt x="55149" y="127158"/>
                </a:lnTo>
                <a:lnTo>
                  <a:pt x="50292" y="132587"/>
                </a:lnTo>
                <a:lnTo>
                  <a:pt x="42672" y="137159"/>
                </a:lnTo>
                <a:lnTo>
                  <a:pt x="36576" y="138683"/>
                </a:lnTo>
                <a:close/>
              </a:path>
              <a:path w="388620" h="405764">
                <a:moveTo>
                  <a:pt x="368410" y="76200"/>
                </a:moveTo>
                <a:lnTo>
                  <a:pt x="332232" y="76200"/>
                </a:lnTo>
                <a:lnTo>
                  <a:pt x="352044" y="56387"/>
                </a:lnTo>
                <a:lnTo>
                  <a:pt x="368410" y="76200"/>
                </a:lnTo>
                <a:close/>
              </a:path>
              <a:path w="388620" h="405764">
                <a:moveTo>
                  <a:pt x="318516" y="134111"/>
                </a:moveTo>
                <a:lnTo>
                  <a:pt x="313944" y="129539"/>
                </a:lnTo>
                <a:lnTo>
                  <a:pt x="336804" y="86867"/>
                </a:lnTo>
                <a:lnTo>
                  <a:pt x="377223" y="86867"/>
                </a:lnTo>
                <a:lnTo>
                  <a:pt x="381000" y="91439"/>
                </a:lnTo>
                <a:lnTo>
                  <a:pt x="368450" y="94035"/>
                </a:lnTo>
                <a:lnTo>
                  <a:pt x="353758" y="101917"/>
                </a:lnTo>
                <a:lnTo>
                  <a:pt x="337065" y="115228"/>
                </a:lnTo>
                <a:lnTo>
                  <a:pt x="318516" y="134111"/>
                </a:lnTo>
                <a:close/>
              </a:path>
              <a:path w="388620" h="405764">
                <a:moveTo>
                  <a:pt x="44196" y="175259"/>
                </a:moveTo>
                <a:lnTo>
                  <a:pt x="28956" y="160019"/>
                </a:lnTo>
                <a:lnTo>
                  <a:pt x="300228" y="160019"/>
                </a:lnTo>
                <a:lnTo>
                  <a:pt x="324612" y="135635"/>
                </a:lnTo>
                <a:lnTo>
                  <a:pt x="358140" y="170687"/>
                </a:lnTo>
                <a:lnTo>
                  <a:pt x="85344" y="170687"/>
                </a:lnTo>
                <a:lnTo>
                  <a:pt x="74199" y="170973"/>
                </a:lnTo>
                <a:lnTo>
                  <a:pt x="63627" y="171830"/>
                </a:lnTo>
                <a:lnTo>
                  <a:pt x="53625" y="173259"/>
                </a:lnTo>
                <a:lnTo>
                  <a:pt x="44196" y="175259"/>
                </a:lnTo>
                <a:close/>
              </a:path>
              <a:path w="388620" h="405764">
                <a:moveTo>
                  <a:pt x="207264" y="348996"/>
                </a:moveTo>
                <a:lnTo>
                  <a:pt x="182880" y="348996"/>
                </a:lnTo>
                <a:lnTo>
                  <a:pt x="182880" y="170687"/>
                </a:lnTo>
                <a:lnTo>
                  <a:pt x="207264" y="170687"/>
                </a:lnTo>
                <a:lnTo>
                  <a:pt x="207264" y="256031"/>
                </a:lnTo>
                <a:lnTo>
                  <a:pt x="331796" y="256031"/>
                </a:lnTo>
                <a:lnTo>
                  <a:pt x="341376" y="265175"/>
                </a:lnTo>
                <a:lnTo>
                  <a:pt x="207264" y="265175"/>
                </a:lnTo>
                <a:lnTo>
                  <a:pt x="207264" y="348996"/>
                </a:lnTo>
                <a:close/>
              </a:path>
              <a:path w="388620" h="405764">
                <a:moveTo>
                  <a:pt x="4572" y="405384"/>
                </a:moveTo>
                <a:lnTo>
                  <a:pt x="0" y="399287"/>
                </a:lnTo>
                <a:lnTo>
                  <a:pt x="16002" y="384143"/>
                </a:lnTo>
                <a:lnTo>
                  <a:pt x="29718" y="368427"/>
                </a:lnTo>
                <a:lnTo>
                  <a:pt x="50292" y="335280"/>
                </a:lnTo>
                <a:lnTo>
                  <a:pt x="70651" y="285988"/>
                </a:lnTo>
                <a:lnTo>
                  <a:pt x="79629" y="237553"/>
                </a:lnTo>
                <a:lnTo>
                  <a:pt x="82296" y="204215"/>
                </a:lnTo>
                <a:lnTo>
                  <a:pt x="123444" y="225551"/>
                </a:lnTo>
                <a:lnTo>
                  <a:pt x="109728" y="237743"/>
                </a:lnTo>
                <a:lnTo>
                  <a:pt x="106560" y="248864"/>
                </a:lnTo>
                <a:lnTo>
                  <a:pt x="103822" y="259270"/>
                </a:lnTo>
                <a:lnTo>
                  <a:pt x="101369" y="268819"/>
                </a:lnTo>
                <a:lnTo>
                  <a:pt x="99060" y="277367"/>
                </a:lnTo>
                <a:lnTo>
                  <a:pt x="106576" y="288035"/>
                </a:lnTo>
                <a:lnTo>
                  <a:pt x="96012" y="288035"/>
                </a:lnTo>
                <a:lnTo>
                  <a:pt x="87963" y="307490"/>
                </a:lnTo>
                <a:lnTo>
                  <a:pt x="60960" y="353568"/>
                </a:lnTo>
                <a:lnTo>
                  <a:pt x="21955" y="391929"/>
                </a:lnTo>
                <a:lnTo>
                  <a:pt x="4572" y="405384"/>
                </a:lnTo>
                <a:close/>
              </a:path>
              <a:path w="388620" h="405764">
                <a:moveTo>
                  <a:pt x="331796" y="256031"/>
                </a:moveTo>
                <a:lnTo>
                  <a:pt x="286511" y="256031"/>
                </a:lnTo>
                <a:lnTo>
                  <a:pt x="307847" y="233171"/>
                </a:lnTo>
                <a:lnTo>
                  <a:pt x="331796" y="256031"/>
                </a:lnTo>
                <a:close/>
              </a:path>
              <a:path w="388620" h="405764">
                <a:moveTo>
                  <a:pt x="352044" y="394716"/>
                </a:moveTo>
                <a:lnTo>
                  <a:pt x="309419" y="393239"/>
                </a:lnTo>
                <a:lnTo>
                  <a:pt x="241887" y="387429"/>
                </a:lnTo>
                <a:lnTo>
                  <a:pt x="195595" y="377094"/>
                </a:lnTo>
                <a:lnTo>
                  <a:pt x="160258" y="361092"/>
                </a:lnTo>
                <a:lnTo>
                  <a:pt x="120015" y="322707"/>
                </a:lnTo>
                <a:lnTo>
                  <a:pt x="96012" y="288035"/>
                </a:lnTo>
                <a:lnTo>
                  <a:pt x="106576" y="288035"/>
                </a:lnTo>
                <a:lnTo>
                  <a:pt x="108489" y="290750"/>
                </a:lnTo>
                <a:lnTo>
                  <a:pt x="118491" y="303275"/>
                </a:lnTo>
                <a:lnTo>
                  <a:pt x="151376" y="332922"/>
                </a:lnTo>
                <a:lnTo>
                  <a:pt x="182880" y="348996"/>
                </a:lnTo>
                <a:lnTo>
                  <a:pt x="207264" y="348996"/>
                </a:lnTo>
                <a:lnTo>
                  <a:pt x="207264" y="356616"/>
                </a:lnTo>
                <a:lnTo>
                  <a:pt x="231267" y="359735"/>
                </a:lnTo>
                <a:lnTo>
                  <a:pt x="255270" y="362140"/>
                </a:lnTo>
                <a:lnTo>
                  <a:pt x="279273" y="363688"/>
                </a:lnTo>
                <a:lnTo>
                  <a:pt x="303276" y="364236"/>
                </a:lnTo>
                <a:lnTo>
                  <a:pt x="388620" y="364236"/>
                </a:lnTo>
                <a:lnTo>
                  <a:pt x="388620" y="367284"/>
                </a:lnTo>
                <a:lnTo>
                  <a:pt x="375189" y="370713"/>
                </a:lnTo>
                <a:lnTo>
                  <a:pt x="364617" y="376428"/>
                </a:lnTo>
                <a:lnTo>
                  <a:pt x="356901" y="384429"/>
                </a:lnTo>
                <a:lnTo>
                  <a:pt x="352044" y="394716"/>
                </a:lnTo>
                <a:close/>
              </a:path>
              <a:path w="388620" h="405764">
                <a:moveTo>
                  <a:pt x="388620" y="364236"/>
                </a:moveTo>
                <a:lnTo>
                  <a:pt x="303276" y="364236"/>
                </a:lnTo>
                <a:lnTo>
                  <a:pt x="347662" y="362521"/>
                </a:lnTo>
                <a:lnTo>
                  <a:pt x="368641" y="361449"/>
                </a:lnTo>
                <a:lnTo>
                  <a:pt x="388620" y="359664"/>
                </a:lnTo>
                <a:lnTo>
                  <a:pt x="388620" y="364236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pic>
        <p:nvPicPr>
          <p:cNvPr id="67" name="object 67"/>
          <p:cNvPicPr/>
          <p:nvPr/>
        </p:nvPicPr>
        <p:blipFill>
          <a:blip r:embed="rId9" cstate="print"/>
          <a:stretch>
            <a:fillRect/>
          </a:stretch>
        </p:blipFill>
        <p:spPr>
          <a:xfrm>
            <a:off x="4837176" y="5283707"/>
            <a:ext cx="169164" cy="129540"/>
          </a:xfrm>
          <a:prstGeom prst="rect">
            <a:avLst/>
          </a:prstGeom>
        </p:spPr>
      </p:pic>
      <p:sp>
        <p:nvSpPr>
          <p:cNvPr id="68" name="object 68"/>
          <p:cNvSpPr/>
          <p:nvPr/>
        </p:nvSpPr>
        <p:spPr>
          <a:xfrm>
            <a:off x="5253228" y="5274563"/>
            <a:ext cx="384175" cy="387350"/>
          </a:xfrm>
          <a:custGeom>
            <a:avLst/>
            <a:gdLst/>
            <a:ahLst/>
            <a:cxnLst/>
            <a:rect l="l" t="t" r="r" b="b"/>
            <a:pathLst>
              <a:path w="384175" h="387350">
                <a:moveTo>
                  <a:pt x="166116" y="387095"/>
                </a:moveTo>
                <a:lnTo>
                  <a:pt x="166997" y="356758"/>
                </a:lnTo>
                <a:lnTo>
                  <a:pt x="167449" y="331850"/>
                </a:lnTo>
                <a:lnTo>
                  <a:pt x="167640" y="297179"/>
                </a:lnTo>
                <a:lnTo>
                  <a:pt x="167640" y="36575"/>
                </a:lnTo>
                <a:lnTo>
                  <a:pt x="56387" y="36575"/>
                </a:lnTo>
                <a:lnTo>
                  <a:pt x="45886" y="36885"/>
                </a:lnTo>
                <a:lnTo>
                  <a:pt x="35242" y="37909"/>
                </a:lnTo>
                <a:lnTo>
                  <a:pt x="24884" y="39790"/>
                </a:lnTo>
                <a:lnTo>
                  <a:pt x="15240" y="42671"/>
                </a:lnTo>
                <a:lnTo>
                  <a:pt x="0" y="25907"/>
                </a:lnTo>
                <a:lnTo>
                  <a:pt x="321563" y="25907"/>
                </a:lnTo>
                <a:lnTo>
                  <a:pt x="347472" y="0"/>
                </a:lnTo>
                <a:lnTo>
                  <a:pt x="384048" y="36575"/>
                </a:lnTo>
                <a:lnTo>
                  <a:pt x="195072" y="36575"/>
                </a:lnTo>
                <a:lnTo>
                  <a:pt x="195072" y="126491"/>
                </a:lnTo>
                <a:lnTo>
                  <a:pt x="241315" y="141636"/>
                </a:lnTo>
                <a:lnTo>
                  <a:pt x="276986" y="155066"/>
                </a:lnTo>
                <a:lnTo>
                  <a:pt x="315467" y="176783"/>
                </a:lnTo>
                <a:lnTo>
                  <a:pt x="332232" y="208788"/>
                </a:lnTo>
                <a:lnTo>
                  <a:pt x="332232" y="211835"/>
                </a:lnTo>
                <a:lnTo>
                  <a:pt x="330708" y="217931"/>
                </a:lnTo>
                <a:lnTo>
                  <a:pt x="324612" y="230124"/>
                </a:lnTo>
                <a:lnTo>
                  <a:pt x="321563" y="233171"/>
                </a:lnTo>
                <a:lnTo>
                  <a:pt x="320039" y="233171"/>
                </a:lnTo>
                <a:lnTo>
                  <a:pt x="315801" y="231743"/>
                </a:lnTo>
                <a:lnTo>
                  <a:pt x="310133" y="227456"/>
                </a:lnTo>
                <a:lnTo>
                  <a:pt x="303323" y="220313"/>
                </a:lnTo>
                <a:lnTo>
                  <a:pt x="295656" y="210312"/>
                </a:lnTo>
                <a:lnTo>
                  <a:pt x="279939" y="193500"/>
                </a:lnTo>
                <a:lnTo>
                  <a:pt x="257937" y="175260"/>
                </a:lnTo>
                <a:lnTo>
                  <a:pt x="229647" y="155876"/>
                </a:lnTo>
                <a:lnTo>
                  <a:pt x="195072" y="135635"/>
                </a:lnTo>
                <a:lnTo>
                  <a:pt x="195095" y="331398"/>
                </a:lnTo>
                <a:lnTo>
                  <a:pt x="195262" y="347281"/>
                </a:lnTo>
                <a:lnTo>
                  <a:pt x="195714" y="361735"/>
                </a:lnTo>
                <a:lnTo>
                  <a:pt x="196595" y="374903"/>
                </a:lnTo>
                <a:lnTo>
                  <a:pt x="166116" y="38709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" name="object 69"/>
          <p:cNvSpPr/>
          <p:nvPr/>
        </p:nvSpPr>
        <p:spPr>
          <a:xfrm>
            <a:off x="5686044" y="5251703"/>
            <a:ext cx="407034" cy="413384"/>
          </a:xfrm>
          <a:custGeom>
            <a:avLst/>
            <a:gdLst/>
            <a:ahLst/>
            <a:cxnLst/>
            <a:rect l="l" t="t" r="r" b="b"/>
            <a:pathLst>
              <a:path w="407035" h="413385">
                <a:moveTo>
                  <a:pt x="214884" y="80772"/>
                </a:moveTo>
                <a:lnTo>
                  <a:pt x="188976" y="80772"/>
                </a:lnTo>
                <a:lnTo>
                  <a:pt x="188910" y="56388"/>
                </a:lnTo>
                <a:lnTo>
                  <a:pt x="188785" y="41529"/>
                </a:lnTo>
                <a:lnTo>
                  <a:pt x="188333" y="21193"/>
                </a:lnTo>
                <a:lnTo>
                  <a:pt x="187452" y="0"/>
                </a:lnTo>
                <a:lnTo>
                  <a:pt x="233172" y="21336"/>
                </a:lnTo>
                <a:lnTo>
                  <a:pt x="214884" y="33528"/>
                </a:lnTo>
                <a:lnTo>
                  <a:pt x="214884" y="80772"/>
                </a:lnTo>
                <a:close/>
              </a:path>
              <a:path w="407035" h="413385">
                <a:moveTo>
                  <a:pt x="48768" y="96012"/>
                </a:moveTo>
                <a:lnTo>
                  <a:pt x="32004" y="80772"/>
                </a:lnTo>
                <a:lnTo>
                  <a:pt x="321564" y="80772"/>
                </a:lnTo>
                <a:lnTo>
                  <a:pt x="345948" y="56388"/>
                </a:lnTo>
                <a:lnTo>
                  <a:pt x="381000" y="91440"/>
                </a:lnTo>
                <a:lnTo>
                  <a:pt x="89916" y="91440"/>
                </a:lnTo>
                <a:lnTo>
                  <a:pt x="78771" y="91725"/>
                </a:lnTo>
                <a:lnTo>
                  <a:pt x="68199" y="92583"/>
                </a:lnTo>
                <a:lnTo>
                  <a:pt x="58197" y="94011"/>
                </a:lnTo>
                <a:lnTo>
                  <a:pt x="48768" y="96012"/>
                </a:lnTo>
                <a:close/>
              </a:path>
              <a:path w="407035" h="413385">
                <a:moveTo>
                  <a:pt x="214884" y="198120"/>
                </a:moveTo>
                <a:lnTo>
                  <a:pt x="188976" y="198120"/>
                </a:lnTo>
                <a:lnTo>
                  <a:pt x="188976" y="91440"/>
                </a:lnTo>
                <a:lnTo>
                  <a:pt x="214884" y="91440"/>
                </a:lnTo>
                <a:lnTo>
                  <a:pt x="214884" y="198120"/>
                </a:lnTo>
                <a:close/>
              </a:path>
              <a:path w="407035" h="413385">
                <a:moveTo>
                  <a:pt x="257556" y="198120"/>
                </a:moveTo>
                <a:lnTo>
                  <a:pt x="246888" y="198120"/>
                </a:lnTo>
                <a:lnTo>
                  <a:pt x="265176" y="172974"/>
                </a:lnTo>
                <a:lnTo>
                  <a:pt x="281178" y="147828"/>
                </a:lnTo>
                <a:lnTo>
                  <a:pt x="294894" y="122682"/>
                </a:lnTo>
                <a:lnTo>
                  <a:pt x="306324" y="97536"/>
                </a:lnTo>
                <a:lnTo>
                  <a:pt x="341376" y="126492"/>
                </a:lnTo>
                <a:lnTo>
                  <a:pt x="324612" y="131064"/>
                </a:lnTo>
                <a:lnTo>
                  <a:pt x="307490" y="150756"/>
                </a:lnTo>
                <a:lnTo>
                  <a:pt x="290512" y="168592"/>
                </a:lnTo>
                <a:lnTo>
                  <a:pt x="273819" y="184427"/>
                </a:lnTo>
                <a:lnTo>
                  <a:pt x="257556" y="198120"/>
                </a:lnTo>
                <a:close/>
              </a:path>
              <a:path w="407035" h="413385">
                <a:moveTo>
                  <a:pt x="129540" y="190500"/>
                </a:moveTo>
                <a:lnTo>
                  <a:pt x="123444" y="190500"/>
                </a:lnTo>
                <a:lnTo>
                  <a:pt x="118872" y="184404"/>
                </a:lnTo>
                <a:lnTo>
                  <a:pt x="114300" y="170688"/>
                </a:lnTo>
                <a:lnTo>
                  <a:pt x="107680" y="156662"/>
                </a:lnTo>
                <a:lnTo>
                  <a:pt x="99060" y="141922"/>
                </a:lnTo>
                <a:lnTo>
                  <a:pt x="88153" y="126325"/>
                </a:lnTo>
                <a:lnTo>
                  <a:pt x="74676" y="109728"/>
                </a:lnTo>
                <a:lnTo>
                  <a:pt x="79248" y="105156"/>
                </a:lnTo>
                <a:lnTo>
                  <a:pt x="117157" y="125539"/>
                </a:lnTo>
                <a:lnTo>
                  <a:pt x="143256" y="152400"/>
                </a:lnTo>
                <a:lnTo>
                  <a:pt x="143256" y="163068"/>
                </a:lnTo>
                <a:lnTo>
                  <a:pt x="141732" y="169164"/>
                </a:lnTo>
                <a:lnTo>
                  <a:pt x="137160" y="178308"/>
                </a:lnTo>
                <a:lnTo>
                  <a:pt x="132588" y="185928"/>
                </a:lnTo>
                <a:lnTo>
                  <a:pt x="129540" y="190500"/>
                </a:lnTo>
                <a:close/>
              </a:path>
              <a:path w="407035" h="413385">
                <a:moveTo>
                  <a:pt x="15240" y="214884"/>
                </a:moveTo>
                <a:lnTo>
                  <a:pt x="0" y="198120"/>
                </a:lnTo>
                <a:lnTo>
                  <a:pt x="341376" y="198120"/>
                </a:lnTo>
                <a:lnTo>
                  <a:pt x="368808" y="172212"/>
                </a:lnTo>
                <a:lnTo>
                  <a:pt x="405384" y="208788"/>
                </a:lnTo>
                <a:lnTo>
                  <a:pt x="56388" y="208788"/>
                </a:lnTo>
                <a:lnTo>
                  <a:pt x="45243" y="209097"/>
                </a:lnTo>
                <a:lnTo>
                  <a:pt x="34671" y="210121"/>
                </a:lnTo>
                <a:lnTo>
                  <a:pt x="24669" y="212002"/>
                </a:lnTo>
                <a:lnTo>
                  <a:pt x="15240" y="214884"/>
                </a:lnTo>
                <a:close/>
              </a:path>
              <a:path w="407035" h="413385">
                <a:moveTo>
                  <a:pt x="4571" y="394716"/>
                </a:moveTo>
                <a:lnTo>
                  <a:pt x="3047" y="388620"/>
                </a:lnTo>
                <a:lnTo>
                  <a:pt x="43440" y="361724"/>
                </a:lnTo>
                <a:lnTo>
                  <a:pt x="80394" y="330366"/>
                </a:lnTo>
                <a:lnTo>
                  <a:pt x="113763" y="294473"/>
                </a:lnTo>
                <a:lnTo>
                  <a:pt x="143402" y="253971"/>
                </a:lnTo>
                <a:lnTo>
                  <a:pt x="169164" y="208788"/>
                </a:lnTo>
                <a:lnTo>
                  <a:pt x="214884" y="208788"/>
                </a:lnTo>
                <a:lnTo>
                  <a:pt x="214955" y="230124"/>
                </a:lnTo>
                <a:lnTo>
                  <a:pt x="188976" y="230124"/>
                </a:lnTo>
                <a:lnTo>
                  <a:pt x="159556" y="274746"/>
                </a:lnTo>
                <a:lnTo>
                  <a:pt x="126191" y="313578"/>
                </a:lnTo>
                <a:lnTo>
                  <a:pt x="89233" y="346435"/>
                </a:lnTo>
                <a:lnTo>
                  <a:pt x="48621" y="373501"/>
                </a:lnTo>
                <a:lnTo>
                  <a:pt x="4571" y="394716"/>
                </a:lnTo>
                <a:close/>
              </a:path>
              <a:path w="407035" h="413385">
                <a:moveTo>
                  <a:pt x="368808" y="377952"/>
                </a:moveTo>
                <a:lnTo>
                  <a:pt x="330781" y="353628"/>
                </a:lnTo>
                <a:lnTo>
                  <a:pt x="297216" y="324551"/>
                </a:lnTo>
                <a:lnTo>
                  <a:pt x="268187" y="290718"/>
                </a:lnTo>
                <a:lnTo>
                  <a:pt x="243766" y="252130"/>
                </a:lnTo>
                <a:lnTo>
                  <a:pt x="224028" y="208788"/>
                </a:lnTo>
                <a:lnTo>
                  <a:pt x="233172" y="208788"/>
                </a:lnTo>
                <a:lnTo>
                  <a:pt x="258409" y="250301"/>
                </a:lnTo>
                <a:lnTo>
                  <a:pt x="288401" y="285231"/>
                </a:lnTo>
                <a:lnTo>
                  <a:pt x="323148" y="313578"/>
                </a:lnTo>
                <a:lnTo>
                  <a:pt x="362651" y="335340"/>
                </a:lnTo>
                <a:lnTo>
                  <a:pt x="406908" y="350520"/>
                </a:lnTo>
                <a:lnTo>
                  <a:pt x="406908" y="356616"/>
                </a:lnTo>
                <a:lnTo>
                  <a:pt x="392596" y="358020"/>
                </a:lnTo>
                <a:lnTo>
                  <a:pt x="381571" y="362140"/>
                </a:lnTo>
                <a:lnTo>
                  <a:pt x="373689" y="368831"/>
                </a:lnTo>
                <a:lnTo>
                  <a:pt x="368808" y="377952"/>
                </a:lnTo>
                <a:close/>
              </a:path>
              <a:path w="407035" h="413385">
                <a:moveTo>
                  <a:pt x="187452" y="413004"/>
                </a:moveTo>
                <a:lnTo>
                  <a:pt x="188333" y="374999"/>
                </a:lnTo>
                <a:lnTo>
                  <a:pt x="188790" y="330366"/>
                </a:lnTo>
                <a:lnTo>
                  <a:pt x="188914" y="294473"/>
                </a:lnTo>
                <a:lnTo>
                  <a:pt x="188976" y="230124"/>
                </a:lnTo>
                <a:lnTo>
                  <a:pt x="214955" y="230124"/>
                </a:lnTo>
                <a:lnTo>
                  <a:pt x="215158" y="283559"/>
                </a:lnTo>
                <a:lnTo>
                  <a:pt x="215651" y="335340"/>
                </a:lnTo>
                <a:lnTo>
                  <a:pt x="216201" y="377952"/>
                </a:lnTo>
                <a:lnTo>
                  <a:pt x="216408" y="399288"/>
                </a:lnTo>
                <a:lnTo>
                  <a:pt x="187452" y="41300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" name="object 70"/>
          <p:cNvSpPr/>
          <p:nvPr/>
        </p:nvSpPr>
        <p:spPr>
          <a:xfrm>
            <a:off x="6173723" y="5299519"/>
            <a:ext cx="148590" cy="294005"/>
          </a:xfrm>
          <a:custGeom>
            <a:avLst/>
            <a:gdLst/>
            <a:ahLst/>
            <a:cxnLst/>
            <a:rect l="l" t="t" r="r" b="b"/>
            <a:pathLst>
              <a:path w="148589" h="294004">
                <a:moveTo>
                  <a:pt x="25908" y="87820"/>
                </a:moveTo>
                <a:lnTo>
                  <a:pt x="13716" y="87820"/>
                </a:lnTo>
                <a:lnTo>
                  <a:pt x="9144" y="86296"/>
                </a:lnTo>
                <a:lnTo>
                  <a:pt x="4572" y="80200"/>
                </a:lnTo>
                <a:lnTo>
                  <a:pt x="0" y="75628"/>
                </a:lnTo>
                <a:lnTo>
                  <a:pt x="0" y="68008"/>
                </a:lnTo>
                <a:lnTo>
                  <a:pt x="1524" y="55816"/>
                </a:lnTo>
                <a:lnTo>
                  <a:pt x="28098" y="15763"/>
                </a:lnTo>
                <a:lnTo>
                  <a:pt x="66413" y="738"/>
                </a:lnTo>
                <a:lnTo>
                  <a:pt x="76009" y="0"/>
                </a:lnTo>
                <a:lnTo>
                  <a:pt x="85320" y="119"/>
                </a:lnTo>
                <a:lnTo>
                  <a:pt x="94488" y="952"/>
                </a:lnTo>
                <a:lnTo>
                  <a:pt x="103655" y="4095"/>
                </a:lnTo>
                <a:lnTo>
                  <a:pt x="112966" y="8953"/>
                </a:lnTo>
                <a:lnTo>
                  <a:pt x="116860" y="11620"/>
                </a:lnTo>
                <a:lnTo>
                  <a:pt x="71628" y="11620"/>
                </a:lnTo>
                <a:lnTo>
                  <a:pt x="62531" y="12453"/>
                </a:lnTo>
                <a:lnTo>
                  <a:pt x="28956" y="31432"/>
                </a:lnTo>
                <a:lnTo>
                  <a:pt x="21336" y="49720"/>
                </a:lnTo>
                <a:lnTo>
                  <a:pt x="24384" y="52768"/>
                </a:lnTo>
                <a:lnTo>
                  <a:pt x="30480" y="55816"/>
                </a:lnTo>
                <a:lnTo>
                  <a:pt x="35052" y="58864"/>
                </a:lnTo>
                <a:lnTo>
                  <a:pt x="36576" y="63436"/>
                </a:lnTo>
                <a:lnTo>
                  <a:pt x="36576" y="75628"/>
                </a:lnTo>
                <a:lnTo>
                  <a:pt x="35052" y="80200"/>
                </a:lnTo>
                <a:lnTo>
                  <a:pt x="28956" y="86296"/>
                </a:lnTo>
                <a:lnTo>
                  <a:pt x="25908" y="87820"/>
                </a:lnTo>
                <a:close/>
              </a:path>
              <a:path w="148589" h="294004">
                <a:moveTo>
                  <a:pt x="74676" y="209740"/>
                </a:moveTo>
                <a:lnTo>
                  <a:pt x="69556" y="206883"/>
                </a:lnTo>
                <a:lnTo>
                  <a:pt x="65722" y="200596"/>
                </a:lnTo>
                <a:lnTo>
                  <a:pt x="63317" y="190881"/>
                </a:lnTo>
                <a:lnTo>
                  <a:pt x="62484" y="177736"/>
                </a:lnTo>
                <a:lnTo>
                  <a:pt x="64174" y="162877"/>
                </a:lnTo>
                <a:lnTo>
                  <a:pt x="69151" y="148018"/>
                </a:lnTo>
                <a:lnTo>
                  <a:pt x="77271" y="133159"/>
                </a:lnTo>
                <a:lnTo>
                  <a:pt x="88392" y="118300"/>
                </a:lnTo>
                <a:lnTo>
                  <a:pt x="99560" y="104036"/>
                </a:lnTo>
                <a:lnTo>
                  <a:pt x="108013" y="91059"/>
                </a:lnTo>
                <a:lnTo>
                  <a:pt x="113895" y="79509"/>
                </a:lnTo>
                <a:lnTo>
                  <a:pt x="117348" y="69532"/>
                </a:lnTo>
                <a:lnTo>
                  <a:pt x="117387" y="68008"/>
                </a:lnTo>
                <a:lnTo>
                  <a:pt x="117508" y="58864"/>
                </a:lnTo>
                <a:lnTo>
                  <a:pt x="116014" y="49720"/>
                </a:lnTo>
                <a:lnTo>
                  <a:pt x="90868" y="15049"/>
                </a:lnTo>
                <a:lnTo>
                  <a:pt x="71628" y="11620"/>
                </a:lnTo>
                <a:lnTo>
                  <a:pt x="116860" y="11620"/>
                </a:lnTo>
                <a:lnTo>
                  <a:pt x="145923" y="44386"/>
                </a:lnTo>
                <a:lnTo>
                  <a:pt x="148326" y="55816"/>
                </a:lnTo>
                <a:lnTo>
                  <a:pt x="148301" y="59483"/>
                </a:lnTo>
                <a:lnTo>
                  <a:pt x="137731" y="97155"/>
                </a:lnTo>
                <a:lnTo>
                  <a:pt x="112776" y="125920"/>
                </a:lnTo>
                <a:lnTo>
                  <a:pt x="98250" y="141589"/>
                </a:lnTo>
                <a:lnTo>
                  <a:pt x="86868" y="160972"/>
                </a:lnTo>
                <a:lnTo>
                  <a:pt x="78914" y="183784"/>
                </a:lnTo>
                <a:lnTo>
                  <a:pt x="74676" y="209740"/>
                </a:lnTo>
                <a:close/>
              </a:path>
              <a:path w="148589" h="294004">
                <a:moveTo>
                  <a:pt x="76200" y="293560"/>
                </a:moveTo>
                <a:lnTo>
                  <a:pt x="65532" y="293560"/>
                </a:lnTo>
                <a:lnTo>
                  <a:pt x="60960" y="292036"/>
                </a:lnTo>
                <a:lnTo>
                  <a:pt x="41148" y="264604"/>
                </a:lnTo>
                <a:lnTo>
                  <a:pt x="41743" y="256293"/>
                </a:lnTo>
                <a:lnTo>
                  <a:pt x="43624" y="249555"/>
                </a:lnTo>
                <a:lnTo>
                  <a:pt x="46934" y="244244"/>
                </a:lnTo>
                <a:lnTo>
                  <a:pt x="51816" y="240220"/>
                </a:lnTo>
                <a:lnTo>
                  <a:pt x="67056" y="232600"/>
                </a:lnTo>
                <a:lnTo>
                  <a:pt x="76200" y="232600"/>
                </a:lnTo>
                <a:lnTo>
                  <a:pt x="102108" y="261556"/>
                </a:lnTo>
                <a:lnTo>
                  <a:pt x="101488" y="269867"/>
                </a:lnTo>
                <a:lnTo>
                  <a:pt x="76200" y="29356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</p:spTree>
  </p:cSld>
  <p:clrMapOvr>
    <a:masterClrMapping/>
  </p:clrMapOvr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object 2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9669780" y="7231380"/>
            <a:ext cx="83820" cy="144779"/>
          </a:xfrm>
          <a:prstGeom prst="rect">
            <a:avLst/>
          </a:prstGeom>
        </p:spPr>
      </p:pic>
      <p:sp>
        <p:nvSpPr>
          <p:cNvPr id="3" name="object 3"/>
          <p:cNvSpPr/>
          <p:nvPr/>
        </p:nvSpPr>
        <p:spPr>
          <a:xfrm>
            <a:off x="1786127" y="1280160"/>
            <a:ext cx="448309" cy="548640"/>
          </a:xfrm>
          <a:custGeom>
            <a:avLst/>
            <a:gdLst/>
            <a:ahLst/>
            <a:cxnLst/>
            <a:rect l="l" t="t" r="r" b="b"/>
            <a:pathLst>
              <a:path w="448310" h="548639">
                <a:moveTo>
                  <a:pt x="103632" y="117348"/>
                </a:moveTo>
                <a:lnTo>
                  <a:pt x="94488" y="117348"/>
                </a:lnTo>
                <a:lnTo>
                  <a:pt x="89916" y="109728"/>
                </a:lnTo>
                <a:lnTo>
                  <a:pt x="86868" y="96012"/>
                </a:lnTo>
                <a:lnTo>
                  <a:pt x="78819" y="76581"/>
                </a:lnTo>
                <a:lnTo>
                  <a:pt x="68199" y="54864"/>
                </a:lnTo>
                <a:lnTo>
                  <a:pt x="54721" y="30861"/>
                </a:lnTo>
                <a:lnTo>
                  <a:pt x="38100" y="4572"/>
                </a:lnTo>
                <a:lnTo>
                  <a:pt x="45720" y="0"/>
                </a:lnTo>
                <a:lnTo>
                  <a:pt x="85725" y="24384"/>
                </a:lnTo>
                <a:lnTo>
                  <a:pt x="115966" y="53030"/>
                </a:lnTo>
                <a:lnTo>
                  <a:pt x="124968" y="74676"/>
                </a:lnTo>
                <a:lnTo>
                  <a:pt x="124365" y="80700"/>
                </a:lnTo>
                <a:lnTo>
                  <a:pt x="122491" y="87249"/>
                </a:lnTo>
                <a:lnTo>
                  <a:pt x="119181" y="94392"/>
                </a:lnTo>
                <a:lnTo>
                  <a:pt x="114300" y="102108"/>
                </a:lnTo>
                <a:lnTo>
                  <a:pt x="108204" y="112776"/>
                </a:lnTo>
                <a:lnTo>
                  <a:pt x="103632" y="117348"/>
                </a:lnTo>
                <a:close/>
              </a:path>
              <a:path w="448310" h="548639">
                <a:moveTo>
                  <a:pt x="201168" y="83820"/>
                </a:moveTo>
                <a:lnTo>
                  <a:pt x="179831" y="62484"/>
                </a:lnTo>
                <a:lnTo>
                  <a:pt x="387096" y="62484"/>
                </a:lnTo>
                <a:lnTo>
                  <a:pt x="406908" y="33528"/>
                </a:lnTo>
                <a:lnTo>
                  <a:pt x="448056" y="67056"/>
                </a:lnTo>
                <a:lnTo>
                  <a:pt x="438208" y="76200"/>
                </a:lnTo>
                <a:lnTo>
                  <a:pt x="259080" y="76200"/>
                </a:lnTo>
                <a:lnTo>
                  <a:pt x="243601" y="76747"/>
                </a:lnTo>
                <a:lnTo>
                  <a:pt x="228981" y="78295"/>
                </a:lnTo>
                <a:lnTo>
                  <a:pt x="214931" y="80700"/>
                </a:lnTo>
                <a:lnTo>
                  <a:pt x="201168" y="83820"/>
                </a:lnTo>
                <a:close/>
              </a:path>
              <a:path w="448310" h="548639">
                <a:moveTo>
                  <a:pt x="425453" y="486156"/>
                </a:moveTo>
                <a:lnTo>
                  <a:pt x="364236" y="486156"/>
                </a:lnTo>
                <a:lnTo>
                  <a:pt x="375356" y="485846"/>
                </a:lnTo>
                <a:lnTo>
                  <a:pt x="383476" y="482536"/>
                </a:lnTo>
                <a:lnTo>
                  <a:pt x="388453" y="476083"/>
                </a:lnTo>
                <a:lnTo>
                  <a:pt x="390144" y="466344"/>
                </a:lnTo>
                <a:lnTo>
                  <a:pt x="390144" y="76200"/>
                </a:lnTo>
                <a:lnTo>
                  <a:pt x="438208" y="76200"/>
                </a:lnTo>
                <a:lnTo>
                  <a:pt x="426720" y="86868"/>
                </a:lnTo>
                <a:lnTo>
                  <a:pt x="426720" y="473964"/>
                </a:lnTo>
                <a:lnTo>
                  <a:pt x="425453" y="486156"/>
                </a:lnTo>
                <a:close/>
              </a:path>
              <a:path w="448310" h="548639">
                <a:moveTo>
                  <a:pt x="0" y="548640"/>
                </a:moveTo>
                <a:lnTo>
                  <a:pt x="1039" y="498276"/>
                </a:lnTo>
                <a:lnTo>
                  <a:pt x="1731" y="459955"/>
                </a:lnTo>
                <a:lnTo>
                  <a:pt x="2414" y="411041"/>
                </a:lnTo>
                <a:lnTo>
                  <a:pt x="2822" y="365379"/>
                </a:lnTo>
                <a:lnTo>
                  <a:pt x="3011" y="295656"/>
                </a:lnTo>
                <a:lnTo>
                  <a:pt x="2786" y="239077"/>
                </a:lnTo>
                <a:lnTo>
                  <a:pt x="2104" y="184404"/>
                </a:lnTo>
                <a:lnTo>
                  <a:pt x="1119" y="138493"/>
                </a:lnTo>
                <a:lnTo>
                  <a:pt x="0" y="103632"/>
                </a:lnTo>
                <a:lnTo>
                  <a:pt x="59436" y="137160"/>
                </a:lnTo>
                <a:lnTo>
                  <a:pt x="38100" y="150876"/>
                </a:lnTo>
                <a:lnTo>
                  <a:pt x="38100" y="531876"/>
                </a:lnTo>
                <a:lnTo>
                  <a:pt x="0" y="548640"/>
                </a:lnTo>
                <a:close/>
              </a:path>
              <a:path w="448310" h="548639">
                <a:moveTo>
                  <a:pt x="330226" y="208788"/>
                </a:moveTo>
                <a:lnTo>
                  <a:pt x="277368" y="208788"/>
                </a:lnTo>
                <a:lnTo>
                  <a:pt x="294131" y="181356"/>
                </a:lnTo>
                <a:lnTo>
                  <a:pt x="330226" y="208788"/>
                </a:lnTo>
                <a:close/>
              </a:path>
              <a:path w="448310" h="548639">
                <a:moveTo>
                  <a:pt x="112776" y="423671"/>
                </a:moveTo>
                <a:lnTo>
                  <a:pt x="113657" y="389096"/>
                </a:lnTo>
                <a:lnTo>
                  <a:pt x="114109" y="356235"/>
                </a:lnTo>
                <a:lnTo>
                  <a:pt x="114205" y="338328"/>
                </a:lnTo>
                <a:lnTo>
                  <a:pt x="114276" y="267985"/>
                </a:lnTo>
                <a:lnTo>
                  <a:pt x="114094" y="239077"/>
                </a:lnTo>
                <a:lnTo>
                  <a:pt x="113657" y="212074"/>
                </a:lnTo>
                <a:lnTo>
                  <a:pt x="112776" y="184404"/>
                </a:lnTo>
                <a:lnTo>
                  <a:pt x="147828" y="208788"/>
                </a:lnTo>
                <a:lnTo>
                  <a:pt x="330226" y="208788"/>
                </a:lnTo>
                <a:lnTo>
                  <a:pt x="332232" y="210312"/>
                </a:lnTo>
                <a:lnTo>
                  <a:pt x="318931" y="222504"/>
                </a:lnTo>
                <a:lnTo>
                  <a:pt x="147828" y="222504"/>
                </a:lnTo>
                <a:lnTo>
                  <a:pt x="147828" y="364236"/>
                </a:lnTo>
                <a:lnTo>
                  <a:pt x="314121" y="364236"/>
                </a:lnTo>
                <a:lnTo>
                  <a:pt x="314134" y="365379"/>
                </a:lnTo>
                <a:lnTo>
                  <a:pt x="314484" y="377952"/>
                </a:lnTo>
                <a:lnTo>
                  <a:pt x="147828" y="377952"/>
                </a:lnTo>
                <a:lnTo>
                  <a:pt x="147828" y="409956"/>
                </a:lnTo>
                <a:lnTo>
                  <a:pt x="112776" y="423671"/>
                </a:lnTo>
                <a:close/>
              </a:path>
              <a:path w="448310" h="548639">
                <a:moveTo>
                  <a:pt x="314121" y="364236"/>
                </a:moveTo>
                <a:lnTo>
                  <a:pt x="280416" y="364236"/>
                </a:lnTo>
                <a:lnTo>
                  <a:pt x="280416" y="222504"/>
                </a:lnTo>
                <a:lnTo>
                  <a:pt x="318931" y="222504"/>
                </a:lnTo>
                <a:lnTo>
                  <a:pt x="313943" y="227076"/>
                </a:lnTo>
                <a:lnTo>
                  <a:pt x="314064" y="359273"/>
                </a:lnTo>
                <a:lnTo>
                  <a:pt x="314121" y="364236"/>
                </a:lnTo>
                <a:close/>
              </a:path>
              <a:path w="448310" h="548639">
                <a:moveTo>
                  <a:pt x="280416" y="414528"/>
                </a:moveTo>
                <a:lnTo>
                  <a:pt x="280416" y="377952"/>
                </a:lnTo>
                <a:lnTo>
                  <a:pt x="314484" y="377952"/>
                </a:lnTo>
                <a:lnTo>
                  <a:pt x="314586" y="381619"/>
                </a:lnTo>
                <a:lnTo>
                  <a:pt x="315467" y="399288"/>
                </a:lnTo>
                <a:lnTo>
                  <a:pt x="280416" y="414528"/>
                </a:lnTo>
                <a:close/>
              </a:path>
              <a:path w="448310" h="548639">
                <a:moveTo>
                  <a:pt x="365760" y="548640"/>
                </a:moveTo>
                <a:lnTo>
                  <a:pt x="360854" y="528613"/>
                </a:lnTo>
                <a:lnTo>
                  <a:pt x="345948" y="511873"/>
                </a:lnTo>
                <a:lnTo>
                  <a:pt x="320754" y="498276"/>
                </a:lnTo>
                <a:lnTo>
                  <a:pt x="284988" y="487680"/>
                </a:lnTo>
                <a:lnTo>
                  <a:pt x="284988" y="478536"/>
                </a:lnTo>
                <a:lnTo>
                  <a:pt x="364236" y="486156"/>
                </a:lnTo>
                <a:lnTo>
                  <a:pt x="425453" y="486156"/>
                </a:lnTo>
                <a:lnTo>
                  <a:pt x="423838" y="501705"/>
                </a:lnTo>
                <a:lnTo>
                  <a:pt x="412813" y="523303"/>
                </a:lnTo>
                <a:lnTo>
                  <a:pt x="393501" y="538900"/>
                </a:lnTo>
                <a:lnTo>
                  <a:pt x="365760" y="548640"/>
                </a:lnTo>
                <a:close/>
              </a:path>
            </a:pathLst>
          </a:custGeom>
          <a:solidFill>
            <a:srgbClr val="3333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" name="object 4"/>
          <p:cNvSpPr/>
          <p:nvPr/>
        </p:nvSpPr>
        <p:spPr>
          <a:xfrm>
            <a:off x="2328672" y="1289303"/>
            <a:ext cx="558165" cy="541020"/>
          </a:xfrm>
          <a:custGeom>
            <a:avLst/>
            <a:gdLst/>
            <a:ahLst/>
            <a:cxnLst/>
            <a:rect l="l" t="t" r="r" b="b"/>
            <a:pathLst>
              <a:path w="558164" h="541019">
                <a:moveTo>
                  <a:pt x="300228" y="50292"/>
                </a:moveTo>
                <a:lnTo>
                  <a:pt x="278892" y="28956"/>
                </a:lnTo>
                <a:lnTo>
                  <a:pt x="486156" y="28956"/>
                </a:lnTo>
                <a:lnTo>
                  <a:pt x="515112" y="0"/>
                </a:lnTo>
                <a:lnTo>
                  <a:pt x="553212" y="44196"/>
                </a:lnTo>
                <a:lnTo>
                  <a:pt x="356616" y="44196"/>
                </a:lnTo>
                <a:lnTo>
                  <a:pt x="341804" y="44505"/>
                </a:lnTo>
                <a:lnTo>
                  <a:pt x="327279" y="45529"/>
                </a:lnTo>
                <a:lnTo>
                  <a:pt x="313324" y="47410"/>
                </a:lnTo>
                <a:lnTo>
                  <a:pt x="300228" y="50292"/>
                </a:lnTo>
                <a:close/>
              </a:path>
              <a:path w="558164" h="541019">
                <a:moveTo>
                  <a:pt x="260924" y="27432"/>
                </a:moveTo>
                <a:lnTo>
                  <a:pt x="213360" y="27432"/>
                </a:lnTo>
                <a:lnTo>
                  <a:pt x="230124" y="3048"/>
                </a:lnTo>
                <a:lnTo>
                  <a:pt x="260924" y="27432"/>
                </a:lnTo>
                <a:close/>
              </a:path>
              <a:path w="558164" h="541019">
                <a:moveTo>
                  <a:pt x="73152" y="233172"/>
                </a:moveTo>
                <a:lnTo>
                  <a:pt x="74033" y="205430"/>
                </a:lnTo>
                <a:lnTo>
                  <a:pt x="74485" y="176974"/>
                </a:lnTo>
                <a:lnTo>
                  <a:pt x="74590" y="77914"/>
                </a:lnTo>
                <a:lnTo>
                  <a:pt x="74488" y="60698"/>
                </a:lnTo>
                <a:lnTo>
                  <a:pt x="74033" y="33337"/>
                </a:lnTo>
                <a:lnTo>
                  <a:pt x="73152" y="7620"/>
                </a:lnTo>
                <a:lnTo>
                  <a:pt x="106680" y="27432"/>
                </a:lnTo>
                <a:lnTo>
                  <a:pt x="260924" y="27432"/>
                </a:lnTo>
                <a:lnTo>
                  <a:pt x="266699" y="32004"/>
                </a:lnTo>
                <a:lnTo>
                  <a:pt x="255524" y="41148"/>
                </a:lnTo>
                <a:lnTo>
                  <a:pt x="106680" y="41148"/>
                </a:lnTo>
                <a:lnTo>
                  <a:pt x="106680" y="111252"/>
                </a:lnTo>
                <a:lnTo>
                  <a:pt x="250012" y="111252"/>
                </a:lnTo>
                <a:lnTo>
                  <a:pt x="250063" y="124968"/>
                </a:lnTo>
                <a:lnTo>
                  <a:pt x="106680" y="124968"/>
                </a:lnTo>
                <a:lnTo>
                  <a:pt x="106680" y="192024"/>
                </a:lnTo>
                <a:lnTo>
                  <a:pt x="250910" y="192024"/>
                </a:lnTo>
                <a:lnTo>
                  <a:pt x="251290" y="205740"/>
                </a:lnTo>
                <a:lnTo>
                  <a:pt x="106680" y="205740"/>
                </a:lnTo>
                <a:lnTo>
                  <a:pt x="106680" y="220979"/>
                </a:lnTo>
                <a:lnTo>
                  <a:pt x="73152" y="233172"/>
                </a:lnTo>
                <a:close/>
              </a:path>
              <a:path w="558164" h="541019">
                <a:moveTo>
                  <a:pt x="250012" y="111252"/>
                </a:moveTo>
                <a:lnTo>
                  <a:pt x="217932" y="111252"/>
                </a:lnTo>
                <a:lnTo>
                  <a:pt x="217932" y="41148"/>
                </a:lnTo>
                <a:lnTo>
                  <a:pt x="255524" y="41148"/>
                </a:lnTo>
                <a:lnTo>
                  <a:pt x="249936" y="45720"/>
                </a:lnTo>
                <a:lnTo>
                  <a:pt x="250012" y="111252"/>
                </a:lnTo>
                <a:close/>
              </a:path>
              <a:path w="558164" h="541019">
                <a:moveTo>
                  <a:pt x="385572" y="112776"/>
                </a:moveTo>
                <a:lnTo>
                  <a:pt x="373380" y="112776"/>
                </a:lnTo>
                <a:lnTo>
                  <a:pt x="378285" y="95416"/>
                </a:lnTo>
                <a:lnTo>
                  <a:pt x="381762" y="77914"/>
                </a:lnTo>
                <a:lnTo>
                  <a:pt x="384095" y="60698"/>
                </a:lnTo>
                <a:lnTo>
                  <a:pt x="385572" y="44196"/>
                </a:lnTo>
                <a:lnTo>
                  <a:pt x="426719" y="44196"/>
                </a:lnTo>
                <a:lnTo>
                  <a:pt x="420719" y="53625"/>
                </a:lnTo>
                <a:lnTo>
                  <a:pt x="411861" y="68199"/>
                </a:lnTo>
                <a:lnTo>
                  <a:pt x="400145" y="87915"/>
                </a:lnTo>
                <a:lnTo>
                  <a:pt x="385572" y="112776"/>
                </a:lnTo>
                <a:close/>
              </a:path>
              <a:path w="558164" h="541019">
                <a:moveTo>
                  <a:pt x="522642" y="112776"/>
                </a:moveTo>
                <a:lnTo>
                  <a:pt x="477012" y="112776"/>
                </a:lnTo>
                <a:lnTo>
                  <a:pt x="493776" y="91440"/>
                </a:lnTo>
                <a:lnTo>
                  <a:pt x="522642" y="112776"/>
                </a:lnTo>
                <a:close/>
              </a:path>
              <a:path w="558164" h="541019">
                <a:moveTo>
                  <a:pt x="309372" y="345948"/>
                </a:moveTo>
                <a:lnTo>
                  <a:pt x="311467" y="289941"/>
                </a:lnTo>
                <a:lnTo>
                  <a:pt x="312238" y="246888"/>
                </a:lnTo>
                <a:lnTo>
                  <a:pt x="312341" y="211836"/>
                </a:lnTo>
                <a:lnTo>
                  <a:pt x="312158" y="187071"/>
                </a:lnTo>
                <a:lnTo>
                  <a:pt x="311467" y="153924"/>
                </a:lnTo>
                <a:lnTo>
                  <a:pt x="310491" y="123063"/>
                </a:lnTo>
                <a:lnTo>
                  <a:pt x="309372" y="94488"/>
                </a:lnTo>
                <a:lnTo>
                  <a:pt x="342900" y="112776"/>
                </a:lnTo>
                <a:lnTo>
                  <a:pt x="522642" y="112776"/>
                </a:lnTo>
                <a:lnTo>
                  <a:pt x="528828" y="117348"/>
                </a:lnTo>
                <a:lnTo>
                  <a:pt x="517093" y="128016"/>
                </a:lnTo>
                <a:lnTo>
                  <a:pt x="342900" y="128016"/>
                </a:lnTo>
                <a:lnTo>
                  <a:pt x="342900" y="326136"/>
                </a:lnTo>
                <a:lnTo>
                  <a:pt x="309372" y="345948"/>
                </a:lnTo>
                <a:close/>
              </a:path>
              <a:path w="558164" h="541019">
                <a:moveTo>
                  <a:pt x="250910" y="192024"/>
                </a:moveTo>
                <a:lnTo>
                  <a:pt x="217932" y="192024"/>
                </a:lnTo>
                <a:lnTo>
                  <a:pt x="217932" y="124968"/>
                </a:lnTo>
                <a:lnTo>
                  <a:pt x="250063" y="124968"/>
                </a:lnTo>
                <a:lnTo>
                  <a:pt x="250126" y="141922"/>
                </a:lnTo>
                <a:lnTo>
                  <a:pt x="250578" y="180093"/>
                </a:lnTo>
                <a:lnTo>
                  <a:pt x="250910" y="192024"/>
                </a:lnTo>
                <a:close/>
              </a:path>
              <a:path w="558164" h="541019">
                <a:moveTo>
                  <a:pt x="481584" y="338328"/>
                </a:moveTo>
                <a:lnTo>
                  <a:pt x="481584" y="128016"/>
                </a:lnTo>
                <a:lnTo>
                  <a:pt x="517093" y="128016"/>
                </a:lnTo>
                <a:lnTo>
                  <a:pt x="512064" y="132588"/>
                </a:lnTo>
                <a:lnTo>
                  <a:pt x="512185" y="252293"/>
                </a:lnTo>
                <a:lnTo>
                  <a:pt x="512347" y="259079"/>
                </a:lnTo>
                <a:lnTo>
                  <a:pt x="513119" y="277296"/>
                </a:lnTo>
                <a:lnTo>
                  <a:pt x="514036" y="297179"/>
                </a:lnTo>
                <a:lnTo>
                  <a:pt x="515112" y="321564"/>
                </a:lnTo>
                <a:lnTo>
                  <a:pt x="481584" y="338328"/>
                </a:lnTo>
                <a:close/>
              </a:path>
              <a:path w="558164" h="541019">
                <a:moveTo>
                  <a:pt x="263652" y="477011"/>
                </a:moveTo>
                <a:lnTo>
                  <a:pt x="259080" y="469392"/>
                </a:lnTo>
                <a:lnTo>
                  <a:pt x="291917" y="449937"/>
                </a:lnTo>
                <a:lnTo>
                  <a:pt x="319468" y="430339"/>
                </a:lnTo>
                <a:lnTo>
                  <a:pt x="358140" y="390144"/>
                </a:lnTo>
                <a:lnTo>
                  <a:pt x="379857" y="345757"/>
                </a:lnTo>
                <a:lnTo>
                  <a:pt x="390119" y="291274"/>
                </a:lnTo>
                <a:lnTo>
                  <a:pt x="391136" y="246888"/>
                </a:lnTo>
                <a:lnTo>
                  <a:pt x="391217" y="222504"/>
                </a:lnTo>
                <a:lnTo>
                  <a:pt x="391001" y="197643"/>
                </a:lnTo>
                <a:lnTo>
                  <a:pt x="390144" y="163068"/>
                </a:lnTo>
                <a:lnTo>
                  <a:pt x="443484" y="188976"/>
                </a:lnTo>
                <a:lnTo>
                  <a:pt x="423672" y="205740"/>
                </a:lnTo>
                <a:lnTo>
                  <a:pt x="423076" y="252293"/>
                </a:lnTo>
                <a:lnTo>
                  <a:pt x="421195" y="291274"/>
                </a:lnTo>
                <a:lnTo>
                  <a:pt x="413004" y="345948"/>
                </a:lnTo>
                <a:lnTo>
                  <a:pt x="394525" y="384238"/>
                </a:lnTo>
                <a:lnTo>
                  <a:pt x="365760" y="419100"/>
                </a:lnTo>
                <a:lnTo>
                  <a:pt x="323278" y="450342"/>
                </a:lnTo>
                <a:lnTo>
                  <a:pt x="295679" y="464105"/>
                </a:lnTo>
                <a:lnTo>
                  <a:pt x="263652" y="477011"/>
                </a:lnTo>
                <a:close/>
              </a:path>
              <a:path w="558164" h="541019">
                <a:moveTo>
                  <a:pt x="217932" y="228600"/>
                </a:moveTo>
                <a:lnTo>
                  <a:pt x="217932" y="205740"/>
                </a:lnTo>
                <a:lnTo>
                  <a:pt x="251290" y="205740"/>
                </a:lnTo>
                <a:lnTo>
                  <a:pt x="251460" y="211836"/>
                </a:lnTo>
                <a:lnTo>
                  <a:pt x="217932" y="228600"/>
                </a:lnTo>
                <a:close/>
              </a:path>
              <a:path w="558164" h="541019">
                <a:moveTo>
                  <a:pt x="41148" y="280416"/>
                </a:moveTo>
                <a:lnTo>
                  <a:pt x="19812" y="259079"/>
                </a:lnTo>
                <a:lnTo>
                  <a:pt x="230124" y="259079"/>
                </a:lnTo>
                <a:lnTo>
                  <a:pt x="259080" y="230124"/>
                </a:lnTo>
                <a:lnTo>
                  <a:pt x="297180" y="272796"/>
                </a:lnTo>
                <a:lnTo>
                  <a:pt x="99060" y="272796"/>
                </a:lnTo>
                <a:lnTo>
                  <a:pt x="83581" y="273343"/>
                </a:lnTo>
                <a:lnTo>
                  <a:pt x="68961" y="274891"/>
                </a:lnTo>
                <a:lnTo>
                  <a:pt x="54911" y="277296"/>
                </a:lnTo>
                <a:lnTo>
                  <a:pt x="41148" y="280416"/>
                </a:lnTo>
                <a:close/>
              </a:path>
              <a:path w="558164" h="541019">
                <a:moveTo>
                  <a:pt x="179832" y="455676"/>
                </a:moveTo>
                <a:lnTo>
                  <a:pt x="149352" y="455676"/>
                </a:lnTo>
                <a:lnTo>
                  <a:pt x="149352" y="272796"/>
                </a:lnTo>
                <a:lnTo>
                  <a:pt x="179832" y="272796"/>
                </a:lnTo>
                <a:lnTo>
                  <a:pt x="179832" y="356616"/>
                </a:lnTo>
                <a:lnTo>
                  <a:pt x="274489" y="356616"/>
                </a:lnTo>
                <a:lnTo>
                  <a:pt x="288036" y="371856"/>
                </a:lnTo>
                <a:lnTo>
                  <a:pt x="179832" y="371856"/>
                </a:lnTo>
                <a:lnTo>
                  <a:pt x="179832" y="455676"/>
                </a:lnTo>
                <a:close/>
              </a:path>
              <a:path w="558164" h="541019">
                <a:moveTo>
                  <a:pt x="7620" y="541020"/>
                </a:moveTo>
                <a:lnTo>
                  <a:pt x="0" y="536448"/>
                </a:lnTo>
                <a:lnTo>
                  <a:pt x="14001" y="510159"/>
                </a:lnTo>
                <a:lnTo>
                  <a:pt x="26289" y="481584"/>
                </a:lnTo>
                <a:lnTo>
                  <a:pt x="45720" y="417576"/>
                </a:lnTo>
                <a:lnTo>
                  <a:pt x="56959" y="353949"/>
                </a:lnTo>
                <a:lnTo>
                  <a:pt x="62484" y="297179"/>
                </a:lnTo>
                <a:lnTo>
                  <a:pt x="111252" y="321564"/>
                </a:lnTo>
                <a:lnTo>
                  <a:pt x="101798" y="328707"/>
                </a:lnTo>
                <a:lnTo>
                  <a:pt x="93916" y="343281"/>
                </a:lnTo>
                <a:lnTo>
                  <a:pt x="87463" y="365283"/>
                </a:lnTo>
                <a:lnTo>
                  <a:pt x="82296" y="394716"/>
                </a:lnTo>
                <a:lnTo>
                  <a:pt x="94868" y="409956"/>
                </a:lnTo>
                <a:lnTo>
                  <a:pt x="77724" y="409956"/>
                </a:lnTo>
                <a:lnTo>
                  <a:pt x="62201" y="450723"/>
                </a:lnTo>
                <a:lnTo>
                  <a:pt x="45529" y="485775"/>
                </a:lnTo>
                <a:lnTo>
                  <a:pt x="27360" y="515826"/>
                </a:lnTo>
                <a:lnTo>
                  <a:pt x="7620" y="541020"/>
                </a:lnTo>
                <a:close/>
              </a:path>
              <a:path w="558164" h="541019">
                <a:moveTo>
                  <a:pt x="274489" y="356616"/>
                </a:moveTo>
                <a:lnTo>
                  <a:pt x="225552" y="356616"/>
                </a:lnTo>
                <a:lnTo>
                  <a:pt x="251460" y="330708"/>
                </a:lnTo>
                <a:lnTo>
                  <a:pt x="274489" y="356616"/>
                </a:lnTo>
                <a:close/>
              </a:path>
              <a:path w="558164" h="541019">
                <a:moveTo>
                  <a:pt x="522732" y="460248"/>
                </a:moveTo>
                <a:lnTo>
                  <a:pt x="519684" y="460248"/>
                </a:lnTo>
                <a:lnTo>
                  <a:pt x="516850" y="458795"/>
                </a:lnTo>
                <a:lnTo>
                  <a:pt x="513016" y="454342"/>
                </a:lnTo>
                <a:lnTo>
                  <a:pt x="508325" y="446746"/>
                </a:lnTo>
                <a:lnTo>
                  <a:pt x="502919" y="435864"/>
                </a:lnTo>
                <a:lnTo>
                  <a:pt x="490680" y="418457"/>
                </a:lnTo>
                <a:lnTo>
                  <a:pt x="472440" y="398335"/>
                </a:lnTo>
                <a:lnTo>
                  <a:pt x="448484" y="375642"/>
                </a:lnTo>
                <a:lnTo>
                  <a:pt x="419100" y="350520"/>
                </a:lnTo>
                <a:lnTo>
                  <a:pt x="423672" y="342900"/>
                </a:lnTo>
                <a:lnTo>
                  <a:pt x="465129" y="362664"/>
                </a:lnTo>
                <a:lnTo>
                  <a:pt x="516040" y="391334"/>
                </a:lnTo>
                <a:lnTo>
                  <a:pt x="534924" y="417576"/>
                </a:lnTo>
                <a:lnTo>
                  <a:pt x="534809" y="430339"/>
                </a:lnTo>
                <a:lnTo>
                  <a:pt x="533400" y="437387"/>
                </a:lnTo>
                <a:lnTo>
                  <a:pt x="528828" y="446532"/>
                </a:lnTo>
                <a:lnTo>
                  <a:pt x="525780" y="455676"/>
                </a:lnTo>
                <a:lnTo>
                  <a:pt x="522732" y="460248"/>
                </a:lnTo>
                <a:close/>
              </a:path>
              <a:path w="558164" h="541019">
                <a:moveTo>
                  <a:pt x="437095" y="524621"/>
                </a:moveTo>
                <a:lnTo>
                  <a:pt x="373172" y="523890"/>
                </a:lnTo>
                <a:lnTo>
                  <a:pt x="320369" y="522061"/>
                </a:lnTo>
                <a:lnTo>
                  <a:pt x="278757" y="519135"/>
                </a:lnTo>
                <a:lnTo>
                  <a:pt x="219241" y="508825"/>
                </a:lnTo>
                <a:lnTo>
                  <a:pt x="170616" y="492823"/>
                </a:lnTo>
                <a:lnTo>
                  <a:pt x="133230" y="470820"/>
                </a:lnTo>
                <a:lnTo>
                  <a:pt x="96226" y="434244"/>
                </a:lnTo>
                <a:lnTo>
                  <a:pt x="77724" y="409956"/>
                </a:lnTo>
                <a:lnTo>
                  <a:pt x="94868" y="409956"/>
                </a:lnTo>
                <a:lnTo>
                  <a:pt x="95988" y="411313"/>
                </a:lnTo>
                <a:lnTo>
                  <a:pt x="111823" y="426910"/>
                </a:lnTo>
                <a:lnTo>
                  <a:pt x="129659" y="441650"/>
                </a:lnTo>
                <a:lnTo>
                  <a:pt x="149352" y="455676"/>
                </a:lnTo>
                <a:lnTo>
                  <a:pt x="179832" y="455676"/>
                </a:lnTo>
                <a:lnTo>
                  <a:pt x="179832" y="464820"/>
                </a:lnTo>
                <a:lnTo>
                  <a:pt x="208121" y="473964"/>
                </a:lnTo>
                <a:lnTo>
                  <a:pt x="244983" y="480822"/>
                </a:lnTo>
                <a:lnTo>
                  <a:pt x="290417" y="485394"/>
                </a:lnTo>
                <a:lnTo>
                  <a:pt x="344424" y="487680"/>
                </a:lnTo>
                <a:lnTo>
                  <a:pt x="554208" y="487680"/>
                </a:lnTo>
                <a:lnTo>
                  <a:pt x="537781" y="494680"/>
                </a:lnTo>
                <a:lnTo>
                  <a:pt x="523494" y="504063"/>
                </a:lnTo>
                <a:lnTo>
                  <a:pt x="514921" y="514016"/>
                </a:lnTo>
                <a:lnTo>
                  <a:pt x="512064" y="524256"/>
                </a:lnTo>
                <a:lnTo>
                  <a:pt x="437095" y="524621"/>
                </a:lnTo>
                <a:close/>
              </a:path>
              <a:path w="558164" h="541019">
                <a:moveTo>
                  <a:pt x="554208" y="487680"/>
                </a:moveTo>
                <a:lnTo>
                  <a:pt x="344424" y="487680"/>
                </a:lnTo>
                <a:lnTo>
                  <a:pt x="400692" y="487084"/>
                </a:lnTo>
                <a:lnTo>
                  <a:pt x="455104" y="485203"/>
                </a:lnTo>
                <a:lnTo>
                  <a:pt x="507515" y="481893"/>
                </a:lnTo>
                <a:lnTo>
                  <a:pt x="557784" y="477011"/>
                </a:lnTo>
                <a:lnTo>
                  <a:pt x="557784" y="486156"/>
                </a:lnTo>
                <a:lnTo>
                  <a:pt x="554208" y="487680"/>
                </a:lnTo>
                <a:close/>
              </a:path>
            </a:pathLst>
          </a:custGeom>
          <a:solidFill>
            <a:srgbClr val="3333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" name="object 5"/>
          <p:cNvSpPr/>
          <p:nvPr/>
        </p:nvSpPr>
        <p:spPr>
          <a:xfrm>
            <a:off x="2991611" y="1275587"/>
            <a:ext cx="490855" cy="553720"/>
          </a:xfrm>
          <a:custGeom>
            <a:avLst/>
            <a:gdLst/>
            <a:ahLst/>
            <a:cxnLst/>
            <a:rect l="l" t="t" r="r" b="b"/>
            <a:pathLst>
              <a:path w="490854" h="553719">
                <a:moveTo>
                  <a:pt x="74676" y="124968"/>
                </a:moveTo>
                <a:lnTo>
                  <a:pt x="60960" y="124968"/>
                </a:lnTo>
                <a:lnTo>
                  <a:pt x="71223" y="86367"/>
                </a:lnTo>
                <a:lnTo>
                  <a:pt x="79057" y="52768"/>
                </a:lnTo>
                <a:lnTo>
                  <a:pt x="84320" y="24026"/>
                </a:lnTo>
                <a:lnTo>
                  <a:pt x="86868" y="0"/>
                </a:lnTo>
                <a:lnTo>
                  <a:pt x="138684" y="28956"/>
                </a:lnTo>
                <a:lnTo>
                  <a:pt x="126111" y="39243"/>
                </a:lnTo>
                <a:lnTo>
                  <a:pt x="111252" y="58674"/>
                </a:lnTo>
                <a:lnTo>
                  <a:pt x="94107" y="87249"/>
                </a:lnTo>
                <a:lnTo>
                  <a:pt x="74676" y="124968"/>
                </a:lnTo>
                <a:close/>
              </a:path>
              <a:path w="490854" h="553719">
                <a:moveTo>
                  <a:pt x="204216" y="263652"/>
                </a:moveTo>
                <a:lnTo>
                  <a:pt x="196596" y="259080"/>
                </a:lnTo>
                <a:lnTo>
                  <a:pt x="220051" y="221361"/>
                </a:lnTo>
                <a:lnTo>
                  <a:pt x="240220" y="185928"/>
                </a:lnTo>
                <a:lnTo>
                  <a:pt x="271271" y="121920"/>
                </a:lnTo>
                <a:lnTo>
                  <a:pt x="291655" y="62484"/>
                </a:lnTo>
                <a:lnTo>
                  <a:pt x="306323" y="3048"/>
                </a:lnTo>
                <a:lnTo>
                  <a:pt x="359664" y="33528"/>
                </a:lnTo>
                <a:lnTo>
                  <a:pt x="348234" y="44053"/>
                </a:lnTo>
                <a:lnTo>
                  <a:pt x="334518" y="64008"/>
                </a:lnTo>
                <a:lnTo>
                  <a:pt x="318516" y="93106"/>
                </a:lnTo>
                <a:lnTo>
                  <a:pt x="300228" y="131064"/>
                </a:lnTo>
                <a:lnTo>
                  <a:pt x="480504" y="131064"/>
                </a:lnTo>
                <a:lnTo>
                  <a:pt x="490728" y="141732"/>
                </a:lnTo>
                <a:lnTo>
                  <a:pt x="484909" y="146304"/>
                </a:lnTo>
                <a:lnTo>
                  <a:pt x="294132" y="146304"/>
                </a:lnTo>
                <a:lnTo>
                  <a:pt x="273010" y="179427"/>
                </a:lnTo>
                <a:lnTo>
                  <a:pt x="250888" y="210121"/>
                </a:lnTo>
                <a:lnTo>
                  <a:pt x="227909" y="238244"/>
                </a:lnTo>
                <a:lnTo>
                  <a:pt x="204216" y="263652"/>
                </a:lnTo>
                <a:close/>
              </a:path>
              <a:path w="490854" h="553719">
                <a:moveTo>
                  <a:pt x="202691" y="124968"/>
                </a:moveTo>
                <a:lnTo>
                  <a:pt x="153924" y="124968"/>
                </a:lnTo>
                <a:lnTo>
                  <a:pt x="178308" y="100584"/>
                </a:lnTo>
                <a:lnTo>
                  <a:pt x="202691" y="124968"/>
                </a:lnTo>
                <a:close/>
              </a:path>
              <a:path w="490854" h="553719">
                <a:moveTo>
                  <a:pt x="0" y="548640"/>
                </a:moveTo>
                <a:lnTo>
                  <a:pt x="1269" y="483108"/>
                </a:lnTo>
                <a:lnTo>
                  <a:pt x="2104" y="434735"/>
                </a:lnTo>
                <a:lnTo>
                  <a:pt x="2786" y="379761"/>
                </a:lnTo>
                <a:lnTo>
                  <a:pt x="2933" y="300227"/>
                </a:lnTo>
                <a:lnTo>
                  <a:pt x="2809" y="273939"/>
                </a:lnTo>
                <a:lnTo>
                  <a:pt x="2720" y="263652"/>
                </a:lnTo>
                <a:lnTo>
                  <a:pt x="2095" y="213550"/>
                </a:lnTo>
                <a:lnTo>
                  <a:pt x="1119" y="158519"/>
                </a:lnTo>
                <a:lnTo>
                  <a:pt x="0" y="103632"/>
                </a:lnTo>
                <a:lnTo>
                  <a:pt x="36576" y="124968"/>
                </a:lnTo>
                <a:lnTo>
                  <a:pt x="202691" y="124968"/>
                </a:lnTo>
                <a:lnTo>
                  <a:pt x="213359" y="135636"/>
                </a:lnTo>
                <a:lnTo>
                  <a:pt x="208926" y="138684"/>
                </a:lnTo>
                <a:lnTo>
                  <a:pt x="33528" y="138684"/>
                </a:lnTo>
                <a:lnTo>
                  <a:pt x="33528" y="292608"/>
                </a:lnTo>
                <a:lnTo>
                  <a:pt x="189297" y="292608"/>
                </a:lnTo>
                <a:lnTo>
                  <a:pt x="189372" y="306324"/>
                </a:lnTo>
                <a:lnTo>
                  <a:pt x="33528" y="306324"/>
                </a:lnTo>
                <a:lnTo>
                  <a:pt x="33528" y="473964"/>
                </a:lnTo>
                <a:lnTo>
                  <a:pt x="191086" y="473964"/>
                </a:lnTo>
                <a:lnTo>
                  <a:pt x="191319" y="487680"/>
                </a:lnTo>
                <a:lnTo>
                  <a:pt x="33528" y="487680"/>
                </a:lnTo>
                <a:lnTo>
                  <a:pt x="33528" y="528828"/>
                </a:lnTo>
                <a:lnTo>
                  <a:pt x="0" y="548640"/>
                </a:lnTo>
                <a:close/>
              </a:path>
              <a:path w="490854" h="553719">
                <a:moveTo>
                  <a:pt x="480504" y="131064"/>
                </a:moveTo>
                <a:lnTo>
                  <a:pt x="428244" y="131064"/>
                </a:lnTo>
                <a:lnTo>
                  <a:pt x="455676" y="105156"/>
                </a:lnTo>
                <a:lnTo>
                  <a:pt x="480504" y="131064"/>
                </a:lnTo>
                <a:close/>
              </a:path>
              <a:path w="490854" h="553719">
                <a:moveTo>
                  <a:pt x="189297" y="292608"/>
                </a:moveTo>
                <a:lnTo>
                  <a:pt x="158496" y="292608"/>
                </a:lnTo>
                <a:lnTo>
                  <a:pt x="158496" y="138684"/>
                </a:lnTo>
                <a:lnTo>
                  <a:pt x="208926" y="138684"/>
                </a:lnTo>
                <a:lnTo>
                  <a:pt x="188976" y="152400"/>
                </a:lnTo>
                <a:lnTo>
                  <a:pt x="189099" y="238244"/>
                </a:lnTo>
                <a:lnTo>
                  <a:pt x="189297" y="292608"/>
                </a:lnTo>
                <a:close/>
              </a:path>
              <a:path w="490854" h="553719">
                <a:moveTo>
                  <a:pt x="450590" y="495300"/>
                </a:moveTo>
                <a:lnTo>
                  <a:pt x="390144" y="495300"/>
                </a:lnTo>
                <a:lnTo>
                  <a:pt x="402431" y="492728"/>
                </a:lnTo>
                <a:lnTo>
                  <a:pt x="411861" y="485013"/>
                </a:lnTo>
                <a:lnTo>
                  <a:pt x="424321" y="434735"/>
                </a:lnTo>
                <a:lnTo>
                  <a:pt x="428244" y="357378"/>
                </a:lnTo>
                <a:lnTo>
                  <a:pt x="430235" y="297060"/>
                </a:lnTo>
                <a:lnTo>
                  <a:pt x="432179" y="228728"/>
                </a:lnTo>
                <a:lnTo>
                  <a:pt x="434340" y="146304"/>
                </a:lnTo>
                <a:lnTo>
                  <a:pt x="484909" y="146304"/>
                </a:lnTo>
                <a:lnTo>
                  <a:pt x="469391" y="158496"/>
                </a:lnTo>
                <a:lnTo>
                  <a:pt x="467740" y="244736"/>
                </a:lnTo>
                <a:lnTo>
                  <a:pt x="465828" y="317754"/>
                </a:lnTo>
                <a:lnTo>
                  <a:pt x="463677" y="376999"/>
                </a:lnTo>
                <a:lnTo>
                  <a:pt x="461264" y="423107"/>
                </a:lnTo>
                <a:lnTo>
                  <a:pt x="455676" y="475488"/>
                </a:lnTo>
                <a:lnTo>
                  <a:pt x="451675" y="492347"/>
                </a:lnTo>
                <a:lnTo>
                  <a:pt x="450590" y="495300"/>
                </a:lnTo>
                <a:close/>
              </a:path>
              <a:path w="490854" h="553719">
                <a:moveTo>
                  <a:pt x="320040" y="370332"/>
                </a:moveTo>
                <a:lnTo>
                  <a:pt x="316992" y="370332"/>
                </a:lnTo>
                <a:lnTo>
                  <a:pt x="311824" y="368307"/>
                </a:lnTo>
                <a:lnTo>
                  <a:pt x="307657" y="362140"/>
                </a:lnTo>
                <a:lnTo>
                  <a:pt x="304347" y="351686"/>
                </a:lnTo>
                <a:lnTo>
                  <a:pt x="301752" y="336804"/>
                </a:lnTo>
                <a:lnTo>
                  <a:pt x="295727" y="313062"/>
                </a:lnTo>
                <a:lnTo>
                  <a:pt x="286702" y="289750"/>
                </a:lnTo>
                <a:lnTo>
                  <a:pt x="274534" y="266723"/>
                </a:lnTo>
                <a:lnTo>
                  <a:pt x="259080" y="243840"/>
                </a:lnTo>
                <a:lnTo>
                  <a:pt x="263652" y="236220"/>
                </a:lnTo>
                <a:lnTo>
                  <a:pt x="309181" y="273939"/>
                </a:lnTo>
                <a:lnTo>
                  <a:pt x="334708" y="309705"/>
                </a:lnTo>
                <a:lnTo>
                  <a:pt x="339852" y="330708"/>
                </a:lnTo>
                <a:lnTo>
                  <a:pt x="339280" y="338447"/>
                </a:lnTo>
                <a:lnTo>
                  <a:pt x="337566" y="345757"/>
                </a:lnTo>
                <a:lnTo>
                  <a:pt x="334708" y="352782"/>
                </a:lnTo>
                <a:lnTo>
                  <a:pt x="330708" y="359664"/>
                </a:lnTo>
                <a:lnTo>
                  <a:pt x="324612" y="367284"/>
                </a:lnTo>
                <a:lnTo>
                  <a:pt x="320040" y="370332"/>
                </a:lnTo>
                <a:close/>
              </a:path>
              <a:path w="490854" h="553719">
                <a:moveTo>
                  <a:pt x="191086" y="473964"/>
                </a:moveTo>
                <a:lnTo>
                  <a:pt x="158496" y="473964"/>
                </a:lnTo>
                <a:lnTo>
                  <a:pt x="158496" y="306324"/>
                </a:lnTo>
                <a:lnTo>
                  <a:pt x="189372" y="306324"/>
                </a:lnTo>
                <a:lnTo>
                  <a:pt x="189695" y="357420"/>
                </a:lnTo>
                <a:lnTo>
                  <a:pt x="190184" y="409836"/>
                </a:lnTo>
                <a:lnTo>
                  <a:pt x="190780" y="455922"/>
                </a:lnTo>
                <a:lnTo>
                  <a:pt x="191086" y="473964"/>
                </a:lnTo>
                <a:close/>
              </a:path>
              <a:path w="490854" h="553719">
                <a:moveTo>
                  <a:pt x="384048" y="553212"/>
                </a:moveTo>
                <a:lnTo>
                  <a:pt x="374022" y="534947"/>
                </a:lnTo>
                <a:lnTo>
                  <a:pt x="357568" y="519112"/>
                </a:lnTo>
                <a:lnTo>
                  <a:pt x="334541" y="505848"/>
                </a:lnTo>
                <a:lnTo>
                  <a:pt x="304800" y="495300"/>
                </a:lnTo>
                <a:lnTo>
                  <a:pt x="304800" y="483108"/>
                </a:lnTo>
                <a:lnTo>
                  <a:pt x="332493" y="488227"/>
                </a:lnTo>
                <a:lnTo>
                  <a:pt x="356044" y="492061"/>
                </a:lnTo>
                <a:lnTo>
                  <a:pt x="375308" y="494466"/>
                </a:lnTo>
                <a:lnTo>
                  <a:pt x="390144" y="495300"/>
                </a:lnTo>
                <a:lnTo>
                  <a:pt x="450590" y="495300"/>
                </a:lnTo>
                <a:lnTo>
                  <a:pt x="446532" y="506349"/>
                </a:lnTo>
                <a:lnTo>
                  <a:pt x="412432" y="540067"/>
                </a:lnTo>
                <a:lnTo>
                  <a:pt x="399168" y="546568"/>
                </a:lnTo>
                <a:lnTo>
                  <a:pt x="384048" y="553212"/>
                </a:lnTo>
                <a:close/>
              </a:path>
              <a:path w="490854" h="553719">
                <a:moveTo>
                  <a:pt x="158496" y="537971"/>
                </a:moveTo>
                <a:lnTo>
                  <a:pt x="158496" y="487680"/>
                </a:lnTo>
                <a:lnTo>
                  <a:pt x="191319" y="487680"/>
                </a:lnTo>
                <a:lnTo>
                  <a:pt x="192023" y="519684"/>
                </a:lnTo>
                <a:lnTo>
                  <a:pt x="158496" y="537971"/>
                </a:lnTo>
                <a:close/>
              </a:path>
            </a:pathLst>
          </a:custGeom>
          <a:solidFill>
            <a:srgbClr val="3333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" name="object 6"/>
          <p:cNvSpPr/>
          <p:nvPr/>
        </p:nvSpPr>
        <p:spPr>
          <a:xfrm>
            <a:off x="3564635" y="1278636"/>
            <a:ext cx="539750" cy="559435"/>
          </a:xfrm>
          <a:custGeom>
            <a:avLst/>
            <a:gdLst/>
            <a:ahLst/>
            <a:cxnLst/>
            <a:rect l="l" t="t" r="r" b="b"/>
            <a:pathLst>
              <a:path w="539750" h="559435">
                <a:moveTo>
                  <a:pt x="35052" y="83820"/>
                </a:moveTo>
                <a:lnTo>
                  <a:pt x="13716" y="60960"/>
                </a:lnTo>
                <a:lnTo>
                  <a:pt x="185928" y="60960"/>
                </a:lnTo>
                <a:lnTo>
                  <a:pt x="185880" y="43291"/>
                </a:lnTo>
                <a:lnTo>
                  <a:pt x="185554" y="27432"/>
                </a:lnTo>
                <a:lnTo>
                  <a:pt x="185475" y="25908"/>
                </a:lnTo>
                <a:lnTo>
                  <a:pt x="184642" y="12525"/>
                </a:lnTo>
                <a:lnTo>
                  <a:pt x="182880" y="0"/>
                </a:lnTo>
                <a:lnTo>
                  <a:pt x="239268" y="25908"/>
                </a:lnTo>
                <a:lnTo>
                  <a:pt x="222504" y="42672"/>
                </a:lnTo>
                <a:lnTo>
                  <a:pt x="222504" y="76200"/>
                </a:lnTo>
                <a:lnTo>
                  <a:pt x="92964" y="76200"/>
                </a:lnTo>
                <a:lnTo>
                  <a:pt x="77485" y="76533"/>
                </a:lnTo>
                <a:lnTo>
                  <a:pt x="62865" y="77724"/>
                </a:lnTo>
                <a:lnTo>
                  <a:pt x="48815" y="80057"/>
                </a:lnTo>
                <a:lnTo>
                  <a:pt x="35052" y="83820"/>
                </a:lnTo>
                <a:close/>
              </a:path>
              <a:path w="539750" h="559435">
                <a:moveTo>
                  <a:pt x="478536" y="207264"/>
                </a:moveTo>
                <a:lnTo>
                  <a:pt x="358140" y="207264"/>
                </a:lnTo>
                <a:lnTo>
                  <a:pt x="337256" y="204692"/>
                </a:lnTo>
                <a:lnTo>
                  <a:pt x="322516" y="196977"/>
                </a:lnTo>
                <a:lnTo>
                  <a:pt x="313777" y="184118"/>
                </a:lnTo>
                <a:lnTo>
                  <a:pt x="310896" y="166116"/>
                </a:lnTo>
                <a:lnTo>
                  <a:pt x="310784" y="60960"/>
                </a:lnTo>
                <a:lnTo>
                  <a:pt x="310634" y="52744"/>
                </a:lnTo>
                <a:lnTo>
                  <a:pt x="309943" y="37147"/>
                </a:lnTo>
                <a:lnTo>
                  <a:pt x="308967" y="20121"/>
                </a:lnTo>
                <a:lnTo>
                  <a:pt x="307848" y="1524"/>
                </a:lnTo>
                <a:lnTo>
                  <a:pt x="362712" y="27432"/>
                </a:lnTo>
                <a:lnTo>
                  <a:pt x="345948" y="42672"/>
                </a:lnTo>
                <a:lnTo>
                  <a:pt x="345948" y="102108"/>
                </a:lnTo>
                <a:lnTo>
                  <a:pt x="393116" y="102108"/>
                </a:lnTo>
                <a:lnTo>
                  <a:pt x="377952" y="106346"/>
                </a:lnTo>
                <a:lnTo>
                  <a:pt x="345948" y="114300"/>
                </a:lnTo>
                <a:lnTo>
                  <a:pt x="345948" y="149352"/>
                </a:lnTo>
                <a:lnTo>
                  <a:pt x="347686" y="160234"/>
                </a:lnTo>
                <a:lnTo>
                  <a:pt x="352996" y="167830"/>
                </a:lnTo>
                <a:lnTo>
                  <a:pt x="362021" y="172283"/>
                </a:lnTo>
                <a:lnTo>
                  <a:pt x="374904" y="173736"/>
                </a:lnTo>
                <a:lnTo>
                  <a:pt x="535584" y="173736"/>
                </a:lnTo>
                <a:lnTo>
                  <a:pt x="532614" y="179522"/>
                </a:lnTo>
                <a:lnTo>
                  <a:pt x="502539" y="204049"/>
                </a:lnTo>
                <a:lnTo>
                  <a:pt x="486537" y="206954"/>
                </a:lnTo>
                <a:lnTo>
                  <a:pt x="478536" y="207264"/>
                </a:lnTo>
                <a:close/>
              </a:path>
              <a:path w="539750" h="559435">
                <a:moveTo>
                  <a:pt x="393116" y="102108"/>
                </a:moveTo>
                <a:lnTo>
                  <a:pt x="345948" y="102108"/>
                </a:lnTo>
                <a:lnTo>
                  <a:pt x="389120" y="84915"/>
                </a:lnTo>
                <a:lnTo>
                  <a:pt x="425005" y="67437"/>
                </a:lnTo>
                <a:lnTo>
                  <a:pt x="453747" y="49387"/>
                </a:lnTo>
                <a:lnTo>
                  <a:pt x="475488" y="30480"/>
                </a:lnTo>
                <a:lnTo>
                  <a:pt x="509016" y="76200"/>
                </a:lnTo>
                <a:lnTo>
                  <a:pt x="463153" y="81343"/>
                </a:lnTo>
                <a:lnTo>
                  <a:pt x="428244" y="91582"/>
                </a:lnTo>
                <a:lnTo>
                  <a:pt x="405384" y="98679"/>
                </a:lnTo>
                <a:lnTo>
                  <a:pt x="393116" y="102108"/>
                </a:lnTo>
                <a:close/>
              </a:path>
              <a:path w="539750" h="559435">
                <a:moveTo>
                  <a:pt x="22860" y="207264"/>
                </a:moveTo>
                <a:lnTo>
                  <a:pt x="0" y="161544"/>
                </a:lnTo>
                <a:lnTo>
                  <a:pt x="27979" y="160115"/>
                </a:lnTo>
                <a:lnTo>
                  <a:pt x="68389" y="155829"/>
                </a:lnTo>
                <a:lnTo>
                  <a:pt x="121086" y="148685"/>
                </a:lnTo>
                <a:lnTo>
                  <a:pt x="185928" y="138684"/>
                </a:lnTo>
                <a:lnTo>
                  <a:pt x="185928" y="76200"/>
                </a:lnTo>
                <a:lnTo>
                  <a:pt x="222504" y="76200"/>
                </a:lnTo>
                <a:lnTo>
                  <a:pt x="222504" y="149352"/>
                </a:lnTo>
                <a:lnTo>
                  <a:pt x="185928" y="149352"/>
                </a:lnTo>
                <a:lnTo>
                  <a:pt x="122729" y="166758"/>
                </a:lnTo>
                <a:lnTo>
                  <a:pt x="74676" y="182308"/>
                </a:lnTo>
                <a:lnTo>
                  <a:pt x="41481" y="195857"/>
                </a:lnTo>
                <a:lnTo>
                  <a:pt x="22860" y="207264"/>
                </a:lnTo>
                <a:close/>
              </a:path>
              <a:path w="539750" h="559435">
                <a:moveTo>
                  <a:pt x="535584" y="173736"/>
                </a:moveTo>
                <a:lnTo>
                  <a:pt x="463296" y="173736"/>
                </a:lnTo>
                <a:lnTo>
                  <a:pt x="476226" y="172569"/>
                </a:lnTo>
                <a:lnTo>
                  <a:pt x="485584" y="168973"/>
                </a:lnTo>
                <a:lnTo>
                  <a:pt x="496633" y="130873"/>
                </a:lnTo>
                <a:lnTo>
                  <a:pt x="496824" y="102108"/>
                </a:lnTo>
                <a:lnTo>
                  <a:pt x="505968" y="102108"/>
                </a:lnTo>
                <a:lnTo>
                  <a:pt x="511325" y="142184"/>
                </a:lnTo>
                <a:lnTo>
                  <a:pt x="539496" y="166116"/>
                </a:lnTo>
                <a:lnTo>
                  <a:pt x="535584" y="173736"/>
                </a:lnTo>
                <a:close/>
              </a:path>
              <a:path w="539750" h="559435">
                <a:moveTo>
                  <a:pt x="182880" y="227076"/>
                </a:moveTo>
                <a:lnTo>
                  <a:pt x="184091" y="204049"/>
                </a:lnTo>
                <a:lnTo>
                  <a:pt x="184975" y="185928"/>
                </a:lnTo>
                <a:lnTo>
                  <a:pt x="185638" y="167830"/>
                </a:lnTo>
                <a:lnTo>
                  <a:pt x="185928" y="149352"/>
                </a:lnTo>
                <a:lnTo>
                  <a:pt x="222504" y="149352"/>
                </a:lnTo>
                <a:lnTo>
                  <a:pt x="222599" y="173736"/>
                </a:lnTo>
                <a:lnTo>
                  <a:pt x="222710" y="182308"/>
                </a:lnTo>
                <a:lnTo>
                  <a:pt x="223146" y="197453"/>
                </a:lnTo>
                <a:lnTo>
                  <a:pt x="224028" y="214884"/>
                </a:lnTo>
                <a:lnTo>
                  <a:pt x="182880" y="227076"/>
                </a:lnTo>
                <a:close/>
              </a:path>
              <a:path w="539750" h="559435">
                <a:moveTo>
                  <a:pt x="449092" y="249936"/>
                </a:moveTo>
                <a:lnTo>
                  <a:pt x="396240" y="249936"/>
                </a:lnTo>
                <a:lnTo>
                  <a:pt x="422148" y="224028"/>
                </a:lnTo>
                <a:lnTo>
                  <a:pt x="449092" y="249936"/>
                </a:lnTo>
                <a:close/>
              </a:path>
              <a:path w="539750" h="559435">
                <a:moveTo>
                  <a:pt x="111252" y="559308"/>
                </a:moveTo>
                <a:lnTo>
                  <a:pt x="112371" y="522493"/>
                </a:lnTo>
                <a:lnTo>
                  <a:pt x="113358" y="480059"/>
                </a:lnTo>
                <a:lnTo>
                  <a:pt x="114038" y="434578"/>
                </a:lnTo>
                <a:lnTo>
                  <a:pt x="114300" y="384048"/>
                </a:lnTo>
                <a:lnTo>
                  <a:pt x="114038" y="335160"/>
                </a:lnTo>
                <a:lnTo>
                  <a:pt x="113347" y="293560"/>
                </a:lnTo>
                <a:lnTo>
                  <a:pt x="112371" y="259103"/>
                </a:lnTo>
                <a:lnTo>
                  <a:pt x="111252" y="231648"/>
                </a:lnTo>
                <a:lnTo>
                  <a:pt x="152400" y="249936"/>
                </a:lnTo>
                <a:lnTo>
                  <a:pt x="449092" y="249936"/>
                </a:lnTo>
                <a:lnTo>
                  <a:pt x="461772" y="262128"/>
                </a:lnTo>
                <a:lnTo>
                  <a:pt x="456895" y="265176"/>
                </a:lnTo>
                <a:lnTo>
                  <a:pt x="149352" y="265176"/>
                </a:lnTo>
                <a:lnTo>
                  <a:pt x="149352" y="329184"/>
                </a:lnTo>
                <a:lnTo>
                  <a:pt x="437388" y="329184"/>
                </a:lnTo>
                <a:lnTo>
                  <a:pt x="437388" y="344424"/>
                </a:lnTo>
                <a:lnTo>
                  <a:pt x="149352" y="344424"/>
                </a:lnTo>
                <a:lnTo>
                  <a:pt x="149352" y="403859"/>
                </a:lnTo>
                <a:lnTo>
                  <a:pt x="437388" y="403859"/>
                </a:lnTo>
                <a:lnTo>
                  <a:pt x="437388" y="417576"/>
                </a:lnTo>
                <a:lnTo>
                  <a:pt x="149352" y="417576"/>
                </a:lnTo>
                <a:lnTo>
                  <a:pt x="149352" y="547116"/>
                </a:lnTo>
                <a:lnTo>
                  <a:pt x="111252" y="559308"/>
                </a:lnTo>
                <a:close/>
              </a:path>
              <a:path w="539750" h="559435">
                <a:moveTo>
                  <a:pt x="437388" y="329184"/>
                </a:moveTo>
                <a:lnTo>
                  <a:pt x="400812" y="329184"/>
                </a:lnTo>
                <a:lnTo>
                  <a:pt x="400812" y="265176"/>
                </a:lnTo>
                <a:lnTo>
                  <a:pt x="456895" y="265176"/>
                </a:lnTo>
                <a:lnTo>
                  <a:pt x="437388" y="277367"/>
                </a:lnTo>
                <a:lnTo>
                  <a:pt x="437388" y="329184"/>
                </a:lnTo>
                <a:close/>
              </a:path>
              <a:path w="539750" h="559435">
                <a:moveTo>
                  <a:pt x="437388" y="403859"/>
                </a:moveTo>
                <a:lnTo>
                  <a:pt x="400812" y="403859"/>
                </a:lnTo>
                <a:lnTo>
                  <a:pt x="400812" y="344424"/>
                </a:lnTo>
                <a:lnTo>
                  <a:pt x="437388" y="344424"/>
                </a:lnTo>
                <a:lnTo>
                  <a:pt x="437388" y="403859"/>
                </a:lnTo>
                <a:close/>
              </a:path>
              <a:path w="539750" h="559435">
                <a:moveTo>
                  <a:pt x="437054" y="503229"/>
                </a:moveTo>
                <a:lnTo>
                  <a:pt x="374427" y="503229"/>
                </a:lnTo>
                <a:lnTo>
                  <a:pt x="385572" y="502920"/>
                </a:lnTo>
                <a:lnTo>
                  <a:pt x="392453" y="501491"/>
                </a:lnTo>
                <a:lnTo>
                  <a:pt x="397192" y="497205"/>
                </a:lnTo>
                <a:lnTo>
                  <a:pt x="399930" y="490061"/>
                </a:lnTo>
                <a:lnTo>
                  <a:pt x="400744" y="480822"/>
                </a:lnTo>
                <a:lnTo>
                  <a:pt x="400812" y="417576"/>
                </a:lnTo>
                <a:lnTo>
                  <a:pt x="437388" y="417576"/>
                </a:lnTo>
                <a:lnTo>
                  <a:pt x="437388" y="499872"/>
                </a:lnTo>
                <a:lnTo>
                  <a:pt x="437054" y="503229"/>
                </a:lnTo>
                <a:close/>
              </a:path>
              <a:path w="539750" h="559435">
                <a:moveTo>
                  <a:pt x="382524" y="556259"/>
                </a:moveTo>
                <a:lnTo>
                  <a:pt x="373141" y="540877"/>
                </a:lnTo>
                <a:lnTo>
                  <a:pt x="356616" y="526923"/>
                </a:lnTo>
                <a:lnTo>
                  <a:pt x="333232" y="514683"/>
                </a:lnTo>
                <a:lnTo>
                  <a:pt x="303276" y="504444"/>
                </a:lnTo>
                <a:lnTo>
                  <a:pt x="303276" y="495300"/>
                </a:lnTo>
                <a:lnTo>
                  <a:pt x="333279" y="499276"/>
                </a:lnTo>
                <a:lnTo>
                  <a:pt x="356997" y="501967"/>
                </a:lnTo>
                <a:lnTo>
                  <a:pt x="374427" y="503229"/>
                </a:lnTo>
                <a:lnTo>
                  <a:pt x="437054" y="503229"/>
                </a:lnTo>
                <a:lnTo>
                  <a:pt x="436506" y="508754"/>
                </a:lnTo>
                <a:lnTo>
                  <a:pt x="414456" y="539972"/>
                </a:lnTo>
                <a:lnTo>
                  <a:pt x="394501" y="551402"/>
                </a:lnTo>
                <a:lnTo>
                  <a:pt x="382524" y="556259"/>
                </a:lnTo>
                <a:close/>
              </a:path>
            </a:pathLst>
          </a:custGeom>
          <a:solidFill>
            <a:srgbClr val="3333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" name="object 7"/>
          <p:cNvSpPr/>
          <p:nvPr/>
        </p:nvSpPr>
        <p:spPr>
          <a:xfrm>
            <a:off x="4175759" y="1284732"/>
            <a:ext cx="548640" cy="553720"/>
          </a:xfrm>
          <a:custGeom>
            <a:avLst/>
            <a:gdLst/>
            <a:ahLst/>
            <a:cxnLst/>
            <a:rect l="l" t="t" r="r" b="b"/>
            <a:pathLst>
              <a:path w="548639" h="553719">
                <a:moveTo>
                  <a:pt x="441478" y="272796"/>
                </a:moveTo>
                <a:lnTo>
                  <a:pt x="393192" y="272796"/>
                </a:lnTo>
                <a:lnTo>
                  <a:pt x="414528" y="251460"/>
                </a:lnTo>
                <a:lnTo>
                  <a:pt x="441478" y="272796"/>
                </a:lnTo>
                <a:close/>
              </a:path>
              <a:path w="548639" h="553719">
                <a:moveTo>
                  <a:pt x="124967" y="393192"/>
                </a:moveTo>
                <a:lnTo>
                  <a:pt x="125754" y="362283"/>
                </a:lnTo>
                <a:lnTo>
                  <a:pt x="125861" y="355092"/>
                </a:lnTo>
                <a:lnTo>
                  <a:pt x="125962" y="342900"/>
                </a:lnTo>
                <a:lnTo>
                  <a:pt x="126071" y="320087"/>
                </a:lnTo>
                <a:lnTo>
                  <a:pt x="125859" y="294132"/>
                </a:lnTo>
                <a:lnTo>
                  <a:pt x="125780" y="288036"/>
                </a:lnTo>
                <a:lnTo>
                  <a:pt x="124967" y="254508"/>
                </a:lnTo>
                <a:lnTo>
                  <a:pt x="161543" y="272796"/>
                </a:lnTo>
                <a:lnTo>
                  <a:pt x="441478" y="272796"/>
                </a:lnTo>
                <a:lnTo>
                  <a:pt x="451104" y="280416"/>
                </a:lnTo>
                <a:lnTo>
                  <a:pt x="438404" y="288036"/>
                </a:lnTo>
                <a:lnTo>
                  <a:pt x="158496" y="288036"/>
                </a:lnTo>
                <a:lnTo>
                  <a:pt x="158496" y="355092"/>
                </a:lnTo>
                <a:lnTo>
                  <a:pt x="429810" y="355092"/>
                </a:lnTo>
                <a:lnTo>
                  <a:pt x="430172" y="362283"/>
                </a:lnTo>
                <a:lnTo>
                  <a:pt x="430638" y="368808"/>
                </a:lnTo>
                <a:lnTo>
                  <a:pt x="158496" y="368808"/>
                </a:lnTo>
                <a:lnTo>
                  <a:pt x="158496" y="377952"/>
                </a:lnTo>
                <a:lnTo>
                  <a:pt x="124967" y="393192"/>
                </a:lnTo>
                <a:close/>
              </a:path>
              <a:path w="548639" h="553719">
                <a:moveTo>
                  <a:pt x="429810" y="355092"/>
                </a:moveTo>
                <a:lnTo>
                  <a:pt x="397764" y="355092"/>
                </a:lnTo>
                <a:lnTo>
                  <a:pt x="397764" y="288036"/>
                </a:lnTo>
                <a:lnTo>
                  <a:pt x="438404" y="288036"/>
                </a:lnTo>
                <a:lnTo>
                  <a:pt x="428244" y="294132"/>
                </a:lnTo>
                <a:lnTo>
                  <a:pt x="428505" y="320087"/>
                </a:lnTo>
                <a:lnTo>
                  <a:pt x="429196" y="342900"/>
                </a:lnTo>
                <a:lnTo>
                  <a:pt x="429810" y="355092"/>
                </a:lnTo>
                <a:close/>
              </a:path>
              <a:path w="548639" h="553719">
                <a:moveTo>
                  <a:pt x="299083" y="502562"/>
                </a:moveTo>
                <a:lnTo>
                  <a:pt x="245673" y="502562"/>
                </a:lnTo>
                <a:lnTo>
                  <a:pt x="254507" y="501396"/>
                </a:lnTo>
                <a:lnTo>
                  <a:pt x="262127" y="499872"/>
                </a:lnTo>
                <a:lnTo>
                  <a:pt x="266699" y="493776"/>
                </a:lnTo>
                <a:lnTo>
                  <a:pt x="266699" y="368808"/>
                </a:lnTo>
                <a:lnTo>
                  <a:pt x="300227" y="368808"/>
                </a:lnTo>
                <a:lnTo>
                  <a:pt x="300156" y="498609"/>
                </a:lnTo>
                <a:lnTo>
                  <a:pt x="299083" y="502562"/>
                </a:lnTo>
                <a:close/>
              </a:path>
              <a:path w="548639" h="553719">
                <a:moveTo>
                  <a:pt x="397764" y="390144"/>
                </a:moveTo>
                <a:lnTo>
                  <a:pt x="397764" y="368808"/>
                </a:lnTo>
                <a:lnTo>
                  <a:pt x="430638" y="368808"/>
                </a:lnTo>
                <a:lnTo>
                  <a:pt x="431292" y="377952"/>
                </a:lnTo>
                <a:lnTo>
                  <a:pt x="397764" y="390144"/>
                </a:lnTo>
                <a:close/>
              </a:path>
              <a:path w="548639" h="553719">
                <a:moveTo>
                  <a:pt x="6096" y="524256"/>
                </a:moveTo>
                <a:lnTo>
                  <a:pt x="0" y="515112"/>
                </a:lnTo>
                <a:lnTo>
                  <a:pt x="28908" y="501896"/>
                </a:lnTo>
                <a:lnTo>
                  <a:pt x="56387" y="487108"/>
                </a:lnTo>
                <a:lnTo>
                  <a:pt x="108203" y="451104"/>
                </a:lnTo>
                <a:lnTo>
                  <a:pt x="148208" y="417004"/>
                </a:lnTo>
                <a:lnTo>
                  <a:pt x="167639" y="393192"/>
                </a:lnTo>
                <a:lnTo>
                  <a:pt x="208787" y="432816"/>
                </a:lnTo>
                <a:lnTo>
                  <a:pt x="182879" y="435864"/>
                </a:lnTo>
                <a:lnTo>
                  <a:pt x="174593" y="441817"/>
                </a:lnTo>
                <a:lnTo>
                  <a:pt x="161162" y="450342"/>
                </a:lnTo>
                <a:lnTo>
                  <a:pt x="142589" y="461152"/>
                </a:lnTo>
                <a:lnTo>
                  <a:pt x="92892" y="488251"/>
                </a:lnTo>
                <a:lnTo>
                  <a:pt x="65341" y="501396"/>
                </a:lnTo>
                <a:lnTo>
                  <a:pt x="36361" y="513397"/>
                </a:lnTo>
                <a:lnTo>
                  <a:pt x="6096" y="524256"/>
                </a:lnTo>
                <a:close/>
              </a:path>
              <a:path w="548639" h="553719">
                <a:moveTo>
                  <a:pt x="505968" y="531876"/>
                </a:moveTo>
                <a:lnTo>
                  <a:pt x="500824" y="530709"/>
                </a:lnTo>
                <a:lnTo>
                  <a:pt x="494538" y="527113"/>
                </a:lnTo>
                <a:lnTo>
                  <a:pt x="487108" y="520946"/>
                </a:lnTo>
                <a:lnTo>
                  <a:pt x="459414" y="492061"/>
                </a:lnTo>
                <a:lnTo>
                  <a:pt x="431863" y="468630"/>
                </a:lnTo>
                <a:lnTo>
                  <a:pt x="396025" y="441769"/>
                </a:lnTo>
                <a:lnTo>
                  <a:pt x="352044" y="411480"/>
                </a:lnTo>
                <a:lnTo>
                  <a:pt x="356616" y="405384"/>
                </a:lnTo>
                <a:lnTo>
                  <a:pt x="396097" y="421052"/>
                </a:lnTo>
                <a:lnTo>
                  <a:pt x="459057" y="449532"/>
                </a:lnTo>
                <a:lnTo>
                  <a:pt x="500824" y="474083"/>
                </a:lnTo>
                <a:lnTo>
                  <a:pt x="519684" y="509016"/>
                </a:lnTo>
                <a:lnTo>
                  <a:pt x="517112" y="519017"/>
                </a:lnTo>
                <a:lnTo>
                  <a:pt x="513969" y="526161"/>
                </a:lnTo>
                <a:lnTo>
                  <a:pt x="510254" y="530447"/>
                </a:lnTo>
                <a:lnTo>
                  <a:pt x="505968" y="531876"/>
                </a:lnTo>
                <a:close/>
              </a:path>
              <a:path w="548639" h="553719">
                <a:moveTo>
                  <a:pt x="246887" y="553212"/>
                </a:moveTo>
                <a:lnTo>
                  <a:pt x="242887" y="538924"/>
                </a:lnTo>
                <a:lnTo>
                  <a:pt x="230885" y="525780"/>
                </a:lnTo>
                <a:lnTo>
                  <a:pt x="210883" y="513778"/>
                </a:lnTo>
                <a:lnTo>
                  <a:pt x="182879" y="502920"/>
                </a:lnTo>
                <a:lnTo>
                  <a:pt x="182879" y="493776"/>
                </a:lnTo>
                <a:lnTo>
                  <a:pt x="209716" y="498609"/>
                </a:lnTo>
                <a:lnTo>
                  <a:pt x="230695" y="501586"/>
                </a:lnTo>
                <a:lnTo>
                  <a:pt x="245673" y="502562"/>
                </a:lnTo>
                <a:lnTo>
                  <a:pt x="299083" y="502562"/>
                </a:lnTo>
                <a:lnTo>
                  <a:pt x="295108" y="517207"/>
                </a:lnTo>
                <a:lnTo>
                  <a:pt x="284416" y="532638"/>
                </a:lnTo>
                <a:lnTo>
                  <a:pt x="268295" y="544639"/>
                </a:lnTo>
                <a:lnTo>
                  <a:pt x="246887" y="553212"/>
                </a:lnTo>
                <a:close/>
              </a:path>
              <a:path w="548639" h="553719">
                <a:moveTo>
                  <a:pt x="451539" y="24384"/>
                </a:moveTo>
                <a:lnTo>
                  <a:pt x="405384" y="24384"/>
                </a:lnTo>
                <a:lnTo>
                  <a:pt x="423672" y="0"/>
                </a:lnTo>
                <a:lnTo>
                  <a:pt x="451539" y="24384"/>
                </a:lnTo>
                <a:close/>
              </a:path>
              <a:path w="548639" h="553719">
                <a:moveTo>
                  <a:pt x="112775" y="188976"/>
                </a:moveTo>
                <a:lnTo>
                  <a:pt x="114871" y="139827"/>
                </a:lnTo>
                <a:lnTo>
                  <a:pt x="115704" y="82296"/>
                </a:lnTo>
                <a:lnTo>
                  <a:pt x="115562" y="69484"/>
                </a:lnTo>
                <a:lnTo>
                  <a:pt x="114871" y="46863"/>
                </a:lnTo>
                <a:lnTo>
                  <a:pt x="113873" y="24384"/>
                </a:lnTo>
                <a:lnTo>
                  <a:pt x="112775" y="3047"/>
                </a:lnTo>
                <a:lnTo>
                  <a:pt x="150875" y="24384"/>
                </a:lnTo>
                <a:lnTo>
                  <a:pt x="451539" y="24384"/>
                </a:lnTo>
                <a:lnTo>
                  <a:pt x="460248" y="32004"/>
                </a:lnTo>
                <a:lnTo>
                  <a:pt x="452797" y="38100"/>
                </a:lnTo>
                <a:lnTo>
                  <a:pt x="149351" y="38100"/>
                </a:lnTo>
                <a:lnTo>
                  <a:pt x="149351" y="82296"/>
                </a:lnTo>
                <a:lnTo>
                  <a:pt x="443484" y="82296"/>
                </a:lnTo>
                <a:lnTo>
                  <a:pt x="443484" y="96012"/>
                </a:lnTo>
                <a:lnTo>
                  <a:pt x="149351" y="96012"/>
                </a:lnTo>
                <a:lnTo>
                  <a:pt x="149351" y="141732"/>
                </a:lnTo>
                <a:lnTo>
                  <a:pt x="443942" y="141732"/>
                </a:lnTo>
                <a:lnTo>
                  <a:pt x="444126" y="148423"/>
                </a:lnTo>
                <a:lnTo>
                  <a:pt x="444476" y="155448"/>
                </a:lnTo>
                <a:lnTo>
                  <a:pt x="149351" y="155448"/>
                </a:lnTo>
                <a:lnTo>
                  <a:pt x="149351" y="172212"/>
                </a:lnTo>
                <a:lnTo>
                  <a:pt x="112775" y="188976"/>
                </a:lnTo>
                <a:close/>
              </a:path>
              <a:path w="548639" h="553719">
                <a:moveTo>
                  <a:pt x="443484" y="82296"/>
                </a:moveTo>
                <a:lnTo>
                  <a:pt x="409956" y="82296"/>
                </a:lnTo>
                <a:lnTo>
                  <a:pt x="409956" y="38100"/>
                </a:lnTo>
                <a:lnTo>
                  <a:pt x="452797" y="38100"/>
                </a:lnTo>
                <a:lnTo>
                  <a:pt x="443484" y="45720"/>
                </a:lnTo>
                <a:lnTo>
                  <a:pt x="443484" y="82296"/>
                </a:lnTo>
                <a:close/>
              </a:path>
              <a:path w="548639" h="553719">
                <a:moveTo>
                  <a:pt x="443942" y="141732"/>
                </a:moveTo>
                <a:lnTo>
                  <a:pt x="409956" y="141732"/>
                </a:lnTo>
                <a:lnTo>
                  <a:pt x="409956" y="96012"/>
                </a:lnTo>
                <a:lnTo>
                  <a:pt x="443484" y="96012"/>
                </a:lnTo>
                <a:lnTo>
                  <a:pt x="443507" y="117038"/>
                </a:lnTo>
                <a:lnTo>
                  <a:pt x="443674" y="132016"/>
                </a:lnTo>
                <a:lnTo>
                  <a:pt x="443942" y="141732"/>
                </a:lnTo>
                <a:close/>
              </a:path>
              <a:path w="548639" h="553719">
                <a:moveTo>
                  <a:pt x="409956" y="179832"/>
                </a:moveTo>
                <a:lnTo>
                  <a:pt x="409956" y="155448"/>
                </a:lnTo>
                <a:lnTo>
                  <a:pt x="444476" y="155448"/>
                </a:lnTo>
                <a:lnTo>
                  <a:pt x="445008" y="166116"/>
                </a:lnTo>
                <a:lnTo>
                  <a:pt x="409956" y="179832"/>
                </a:lnTo>
                <a:close/>
              </a:path>
              <a:path w="548639" h="553719">
                <a:moveTo>
                  <a:pt x="301751" y="220980"/>
                </a:moveTo>
                <a:lnTo>
                  <a:pt x="283463" y="220980"/>
                </a:lnTo>
                <a:lnTo>
                  <a:pt x="279225" y="206359"/>
                </a:lnTo>
                <a:lnTo>
                  <a:pt x="271271" y="192024"/>
                </a:lnTo>
                <a:lnTo>
                  <a:pt x="259889" y="177688"/>
                </a:lnTo>
                <a:lnTo>
                  <a:pt x="245363" y="163068"/>
                </a:lnTo>
                <a:lnTo>
                  <a:pt x="249935" y="158496"/>
                </a:lnTo>
                <a:lnTo>
                  <a:pt x="292584" y="174998"/>
                </a:lnTo>
                <a:lnTo>
                  <a:pt x="313943" y="196596"/>
                </a:lnTo>
                <a:lnTo>
                  <a:pt x="313324" y="201477"/>
                </a:lnTo>
                <a:lnTo>
                  <a:pt x="311276" y="207073"/>
                </a:lnTo>
                <a:lnTo>
                  <a:pt x="307514" y="213526"/>
                </a:lnTo>
                <a:lnTo>
                  <a:pt x="301751" y="220980"/>
                </a:lnTo>
                <a:close/>
              </a:path>
              <a:path w="548639" h="553719">
                <a:moveTo>
                  <a:pt x="22859" y="242316"/>
                </a:moveTo>
                <a:lnTo>
                  <a:pt x="0" y="220980"/>
                </a:lnTo>
                <a:lnTo>
                  <a:pt x="464820" y="220980"/>
                </a:lnTo>
                <a:lnTo>
                  <a:pt x="505968" y="187452"/>
                </a:lnTo>
                <a:lnTo>
                  <a:pt x="548640" y="234696"/>
                </a:lnTo>
                <a:lnTo>
                  <a:pt x="79247" y="234696"/>
                </a:lnTo>
                <a:lnTo>
                  <a:pt x="64436" y="235243"/>
                </a:lnTo>
                <a:lnTo>
                  <a:pt x="49910" y="236791"/>
                </a:lnTo>
                <a:lnTo>
                  <a:pt x="35956" y="239196"/>
                </a:lnTo>
                <a:lnTo>
                  <a:pt x="22859" y="242316"/>
                </a:lnTo>
                <a:close/>
              </a:path>
            </a:pathLst>
          </a:custGeom>
          <a:solidFill>
            <a:srgbClr val="3333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1751075" y="2499360"/>
            <a:ext cx="155575" cy="155575"/>
          </a:xfrm>
          <a:custGeom>
            <a:avLst/>
            <a:gdLst/>
            <a:ahLst/>
            <a:cxnLst/>
            <a:rect l="l" t="t" r="r" b="b"/>
            <a:pathLst>
              <a:path w="155575" h="155575">
                <a:moveTo>
                  <a:pt x="155448" y="155448"/>
                </a:moveTo>
                <a:lnTo>
                  <a:pt x="0" y="155448"/>
                </a:lnTo>
                <a:lnTo>
                  <a:pt x="0" y="0"/>
                </a:lnTo>
                <a:lnTo>
                  <a:pt x="155448" y="0"/>
                </a:lnTo>
                <a:lnTo>
                  <a:pt x="155448" y="155448"/>
                </a:lnTo>
                <a:close/>
              </a:path>
            </a:pathLst>
          </a:custGeom>
          <a:solidFill>
            <a:srgbClr val="3333C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2154936" y="2348483"/>
            <a:ext cx="158750" cy="326390"/>
          </a:xfrm>
          <a:custGeom>
            <a:avLst/>
            <a:gdLst/>
            <a:ahLst/>
            <a:cxnLst/>
            <a:rect l="l" t="t" r="r" b="b"/>
            <a:pathLst>
              <a:path w="158750" h="326389">
                <a:moveTo>
                  <a:pt x="158495" y="326136"/>
                </a:moveTo>
                <a:lnTo>
                  <a:pt x="0" y="326136"/>
                </a:lnTo>
                <a:lnTo>
                  <a:pt x="0" y="292608"/>
                </a:lnTo>
                <a:lnTo>
                  <a:pt x="59435" y="292608"/>
                </a:lnTo>
                <a:lnTo>
                  <a:pt x="59435" y="74676"/>
                </a:lnTo>
                <a:lnTo>
                  <a:pt x="0" y="74676"/>
                </a:lnTo>
                <a:lnTo>
                  <a:pt x="0" y="45720"/>
                </a:lnTo>
                <a:lnTo>
                  <a:pt x="15763" y="45148"/>
                </a:lnTo>
                <a:lnTo>
                  <a:pt x="28955" y="43434"/>
                </a:lnTo>
                <a:lnTo>
                  <a:pt x="61340" y="22860"/>
                </a:lnTo>
                <a:lnTo>
                  <a:pt x="67055" y="0"/>
                </a:lnTo>
                <a:lnTo>
                  <a:pt x="100583" y="0"/>
                </a:lnTo>
                <a:lnTo>
                  <a:pt x="100583" y="292608"/>
                </a:lnTo>
                <a:lnTo>
                  <a:pt x="158495" y="292608"/>
                </a:lnTo>
                <a:lnTo>
                  <a:pt x="158495" y="32613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2389632" y="2612135"/>
            <a:ext cx="53340" cy="62865"/>
          </a:xfrm>
          <a:custGeom>
            <a:avLst/>
            <a:gdLst/>
            <a:ahLst/>
            <a:cxnLst/>
            <a:rect l="l" t="t" r="r" b="b"/>
            <a:pathLst>
              <a:path w="53339" h="62864">
                <a:moveTo>
                  <a:pt x="53340" y="62483"/>
                </a:moveTo>
                <a:lnTo>
                  <a:pt x="0" y="62483"/>
                </a:lnTo>
                <a:lnTo>
                  <a:pt x="0" y="0"/>
                </a:lnTo>
                <a:lnTo>
                  <a:pt x="53340" y="0"/>
                </a:lnTo>
                <a:lnTo>
                  <a:pt x="53340" y="6248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2639568" y="2308859"/>
            <a:ext cx="852169" cy="410209"/>
          </a:xfrm>
          <a:custGeom>
            <a:avLst/>
            <a:gdLst/>
            <a:ahLst/>
            <a:cxnLst/>
            <a:rect l="l" t="t" r="r" b="b"/>
            <a:pathLst>
              <a:path w="852170" h="410210">
                <a:moveTo>
                  <a:pt x="399288" y="70104"/>
                </a:moveTo>
                <a:lnTo>
                  <a:pt x="362712" y="33528"/>
                </a:lnTo>
                <a:lnTo>
                  <a:pt x="336804" y="59436"/>
                </a:lnTo>
                <a:lnTo>
                  <a:pt x="190500" y="59436"/>
                </a:lnTo>
                <a:lnTo>
                  <a:pt x="193548" y="50292"/>
                </a:lnTo>
                <a:lnTo>
                  <a:pt x="196596" y="44196"/>
                </a:lnTo>
                <a:lnTo>
                  <a:pt x="201168" y="36576"/>
                </a:lnTo>
                <a:lnTo>
                  <a:pt x="204216" y="30480"/>
                </a:lnTo>
                <a:lnTo>
                  <a:pt x="210312" y="25908"/>
                </a:lnTo>
                <a:lnTo>
                  <a:pt x="219456" y="21336"/>
                </a:lnTo>
                <a:lnTo>
                  <a:pt x="178308" y="0"/>
                </a:lnTo>
                <a:lnTo>
                  <a:pt x="175653" y="13144"/>
                </a:lnTo>
                <a:lnTo>
                  <a:pt x="172021" y="27432"/>
                </a:lnTo>
                <a:lnTo>
                  <a:pt x="166941" y="42862"/>
                </a:lnTo>
                <a:lnTo>
                  <a:pt x="160020" y="59436"/>
                </a:lnTo>
                <a:lnTo>
                  <a:pt x="16764" y="59436"/>
                </a:lnTo>
                <a:lnTo>
                  <a:pt x="30480" y="73152"/>
                </a:lnTo>
                <a:lnTo>
                  <a:pt x="56388" y="70104"/>
                </a:lnTo>
                <a:lnTo>
                  <a:pt x="156972" y="70104"/>
                </a:lnTo>
                <a:lnTo>
                  <a:pt x="146443" y="92379"/>
                </a:lnTo>
                <a:lnTo>
                  <a:pt x="135636" y="113347"/>
                </a:lnTo>
                <a:lnTo>
                  <a:pt x="124815" y="132905"/>
                </a:lnTo>
                <a:lnTo>
                  <a:pt x="114300" y="150876"/>
                </a:lnTo>
                <a:lnTo>
                  <a:pt x="96012" y="141732"/>
                </a:lnTo>
                <a:lnTo>
                  <a:pt x="96824" y="148971"/>
                </a:lnTo>
                <a:lnTo>
                  <a:pt x="96939" y="150495"/>
                </a:lnTo>
                <a:lnTo>
                  <a:pt x="97345" y="157162"/>
                </a:lnTo>
                <a:lnTo>
                  <a:pt x="97459" y="163068"/>
                </a:lnTo>
                <a:lnTo>
                  <a:pt x="97536" y="173736"/>
                </a:lnTo>
                <a:lnTo>
                  <a:pt x="76073" y="203746"/>
                </a:lnTo>
                <a:lnTo>
                  <a:pt x="52768" y="232029"/>
                </a:lnTo>
                <a:lnTo>
                  <a:pt x="27444" y="258610"/>
                </a:lnTo>
                <a:lnTo>
                  <a:pt x="0" y="283464"/>
                </a:lnTo>
                <a:lnTo>
                  <a:pt x="6096" y="288036"/>
                </a:lnTo>
                <a:lnTo>
                  <a:pt x="34099" y="268351"/>
                </a:lnTo>
                <a:lnTo>
                  <a:pt x="58674" y="248221"/>
                </a:lnTo>
                <a:lnTo>
                  <a:pt x="79819" y="227825"/>
                </a:lnTo>
                <a:lnTo>
                  <a:pt x="97536" y="207264"/>
                </a:lnTo>
                <a:lnTo>
                  <a:pt x="97472" y="288036"/>
                </a:lnTo>
                <a:lnTo>
                  <a:pt x="97345" y="336042"/>
                </a:lnTo>
                <a:lnTo>
                  <a:pt x="96862" y="380796"/>
                </a:lnTo>
                <a:lnTo>
                  <a:pt x="96012" y="409956"/>
                </a:lnTo>
                <a:lnTo>
                  <a:pt x="123444" y="393192"/>
                </a:lnTo>
                <a:lnTo>
                  <a:pt x="123190" y="361188"/>
                </a:lnTo>
                <a:lnTo>
                  <a:pt x="122682" y="315658"/>
                </a:lnTo>
                <a:lnTo>
                  <a:pt x="122135" y="248221"/>
                </a:lnTo>
                <a:lnTo>
                  <a:pt x="122008" y="207264"/>
                </a:lnTo>
                <a:lnTo>
                  <a:pt x="121920" y="175260"/>
                </a:lnTo>
                <a:lnTo>
                  <a:pt x="138366" y="150876"/>
                </a:lnTo>
                <a:lnTo>
                  <a:pt x="139649" y="148971"/>
                </a:lnTo>
                <a:lnTo>
                  <a:pt x="156400" y="122682"/>
                </a:lnTo>
                <a:lnTo>
                  <a:pt x="172275" y="96393"/>
                </a:lnTo>
                <a:lnTo>
                  <a:pt x="187452" y="70104"/>
                </a:lnTo>
                <a:lnTo>
                  <a:pt x="399288" y="70104"/>
                </a:lnTo>
                <a:close/>
              </a:path>
              <a:path w="852170" h="410210">
                <a:moveTo>
                  <a:pt x="411480" y="262128"/>
                </a:moveTo>
                <a:lnTo>
                  <a:pt x="377952" y="230124"/>
                </a:lnTo>
                <a:lnTo>
                  <a:pt x="355092" y="251460"/>
                </a:lnTo>
                <a:lnTo>
                  <a:pt x="281940" y="251460"/>
                </a:lnTo>
                <a:lnTo>
                  <a:pt x="281940" y="213360"/>
                </a:lnTo>
                <a:lnTo>
                  <a:pt x="295656" y="202692"/>
                </a:lnTo>
                <a:lnTo>
                  <a:pt x="281940" y="195072"/>
                </a:lnTo>
                <a:lnTo>
                  <a:pt x="315582" y="170218"/>
                </a:lnTo>
                <a:lnTo>
                  <a:pt x="349186" y="150495"/>
                </a:lnTo>
                <a:lnTo>
                  <a:pt x="373380" y="144780"/>
                </a:lnTo>
                <a:lnTo>
                  <a:pt x="367830" y="138684"/>
                </a:lnTo>
                <a:lnTo>
                  <a:pt x="342900" y="111252"/>
                </a:lnTo>
                <a:lnTo>
                  <a:pt x="326136" y="128016"/>
                </a:lnTo>
                <a:lnTo>
                  <a:pt x="160020" y="128016"/>
                </a:lnTo>
                <a:lnTo>
                  <a:pt x="175260" y="141732"/>
                </a:lnTo>
                <a:lnTo>
                  <a:pt x="199644" y="138684"/>
                </a:lnTo>
                <a:lnTo>
                  <a:pt x="324612" y="138684"/>
                </a:lnTo>
                <a:lnTo>
                  <a:pt x="275844" y="188976"/>
                </a:lnTo>
                <a:lnTo>
                  <a:pt x="256032" y="178308"/>
                </a:lnTo>
                <a:lnTo>
                  <a:pt x="256908" y="194030"/>
                </a:lnTo>
                <a:lnTo>
                  <a:pt x="257251" y="207264"/>
                </a:lnTo>
                <a:lnTo>
                  <a:pt x="257378" y="213360"/>
                </a:lnTo>
                <a:lnTo>
                  <a:pt x="257505" y="227825"/>
                </a:lnTo>
                <a:lnTo>
                  <a:pt x="257556" y="251460"/>
                </a:lnTo>
                <a:lnTo>
                  <a:pt x="141732" y="251460"/>
                </a:lnTo>
                <a:lnTo>
                  <a:pt x="155448" y="265176"/>
                </a:lnTo>
                <a:lnTo>
                  <a:pt x="181356" y="262128"/>
                </a:lnTo>
                <a:lnTo>
                  <a:pt x="257556" y="262128"/>
                </a:lnTo>
                <a:lnTo>
                  <a:pt x="257556" y="361188"/>
                </a:lnTo>
                <a:lnTo>
                  <a:pt x="254508" y="368808"/>
                </a:lnTo>
                <a:lnTo>
                  <a:pt x="245364" y="368808"/>
                </a:lnTo>
                <a:lnTo>
                  <a:pt x="237312" y="368554"/>
                </a:lnTo>
                <a:lnTo>
                  <a:pt x="196596" y="365760"/>
                </a:lnTo>
                <a:lnTo>
                  <a:pt x="196596" y="373380"/>
                </a:lnTo>
                <a:lnTo>
                  <a:pt x="217716" y="380796"/>
                </a:lnTo>
                <a:lnTo>
                  <a:pt x="232981" y="389191"/>
                </a:lnTo>
                <a:lnTo>
                  <a:pt x="242239" y="398462"/>
                </a:lnTo>
                <a:lnTo>
                  <a:pt x="245364" y="408432"/>
                </a:lnTo>
                <a:lnTo>
                  <a:pt x="261366" y="399884"/>
                </a:lnTo>
                <a:lnTo>
                  <a:pt x="272796" y="390334"/>
                </a:lnTo>
                <a:lnTo>
                  <a:pt x="279654" y="379933"/>
                </a:lnTo>
                <a:lnTo>
                  <a:pt x="281940" y="368808"/>
                </a:lnTo>
                <a:lnTo>
                  <a:pt x="281940" y="262128"/>
                </a:lnTo>
                <a:lnTo>
                  <a:pt x="411480" y="262128"/>
                </a:lnTo>
                <a:close/>
              </a:path>
              <a:path w="852170" h="410210">
                <a:moveTo>
                  <a:pt x="841235" y="88404"/>
                </a:moveTo>
                <a:lnTo>
                  <a:pt x="804672" y="51828"/>
                </a:lnTo>
                <a:lnTo>
                  <a:pt x="778751" y="77736"/>
                </a:lnTo>
                <a:lnTo>
                  <a:pt x="624840" y="77736"/>
                </a:lnTo>
                <a:lnTo>
                  <a:pt x="632244" y="63487"/>
                </a:lnTo>
                <a:lnTo>
                  <a:pt x="638365" y="50685"/>
                </a:lnTo>
                <a:lnTo>
                  <a:pt x="643051" y="39585"/>
                </a:lnTo>
                <a:lnTo>
                  <a:pt x="646176" y="30492"/>
                </a:lnTo>
                <a:lnTo>
                  <a:pt x="662940" y="21348"/>
                </a:lnTo>
                <a:lnTo>
                  <a:pt x="623316" y="12"/>
                </a:lnTo>
                <a:lnTo>
                  <a:pt x="619925" y="16865"/>
                </a:lnTo>
                <a:lnTo>
                  <a:pt x="614553" y="35445"/>
                </a:lnTo>
                <a:lnTo>
                  <a:pt x="607453" y="55727"/>
                </a:lnTo>
                <a:lnTo>
                  <a:pt x="598932" y="77736"/>
                </a:lnTo>
                <a:lnTo>
                  <a:pt x="461759" y="77736"/>
                </a:lnTo>
                <a:lnTo>
                  <a:pt x="476999" y="92976"/>
                </a:lnTo>
                <a:lnTo>
                  <a:pt x="487311" y="90970"/>
                </a:lnTo>
                <a:lnTo>
                  <a:pt x="497763" y="89547"/>
                </a:lnTo>
                <a:lnTo>
                  <a:pt x="508508" y="88684"/>
                </a:lnTo>
                <a:lnTo>
                  <a:pt x="519671" y="88404"/>
                </a:lnTo>
                <a:lnTo>
                  <a:pt x="595884" y="88404"/>
                </a:lnTo>
                <a:lnTo>
                  <a:pt x="581901" y="114452"/>
                </a:lnTo>
                <a:lnTo>
                  <a:pt x="567499" y="137934"/>
                </a:lnTo>
                <a:lnTo>
                  <a:pt x="552805" y="159118"/>
                </a:lnTo>
                <a:lnTo>
                  <a:pt x="537972" y="178320"/>
                </a:lnTo>
                <a:lnTo>
                  <a:pt x="521195" y="172224"/>
                </a:lnTo>
                <a:lnTo>
                  <a:pt x="521436" y="181622"/>
                </a:lnTo>
                <a:lnTo>
                  <a:pt x="521957" y="189179"/>
                </a:lnTo>
                <a:lnTo>
                  <a:pt x="522490" y="194716"/>
                </a:lnTo>
                <a:lnTo>
                  <a:pt x="522732" y="198132"/>
                </a:lnTo>
                <a:lnTo>
                  <a:pt x="508508" y="214706"/>
                </a:lnTo>
                <a:lnTo>
                  <a:pt x="490905" y="232803"/>
                </a:lnTo>
                <a:lnTo>
                  <a:pt x="470217" y="252564"/>
                </a:lnTo>
                <a:lnTo>
                  <a:pt x="446519" y="274332"/>
                </a:lnTo>
                <a:lnTo>
                  <a:pt x="449567" y="280428"/>
                </a:lnTo>
                <a:lnTo>
                  <a:pt x="467245" y="268376"/>
                </a:lnTo>
                <a:lnTo>
                  <a:pt x="485762" y="254901"/>
                </a:lnTo>
                <a:lnTo>
                  <a:pt x="504863" y="239699"/>
                </a:lnTo>
                <a:lnTo>
                  <a:pt x="524256" y="222516"/>
                </a:lnTo>
                <a:lnTo>
                  <a:pt x="524192" y="368820"/>
                </a:lnTo>
                <a:lnTo>
                  <a:pt x="524065" y="379107"/>
                </a:lnTo>
                <a:lnTo>
                  <a:pt x="523621" y="391680"/>
                </a:lnTo>
                <a:lnTo>
                  <a:pt x="522732" y="405396"/>
                </a:lnTo>
                <a:lnTo>
                  <a:pt x="548640" y="391680"/>
                </a:lnTo>
                <a:lnTo>
                  <a:pt x="548640" y="222516"/>
                </a:lnTo>
                <a:lnTo>
                  <a:pt x="548640" y="198132"/>
                </a:lnTo>
                <a:lnTo>
                  <a:pt x="565543" y="178320"/>
                </a:lnTo>
                <a:lnTo>
                  <a:pt x="566928" y="176695"/>
                </a:lnTo>
                <a:lnTo>
                  <a:pt x="585216" y="151269"/>
                </a:lnTo>
                <a:lnTo>
                  <a:pt x="603504" y="121831"/>
                </a:lnTo>
                <a:lnTo>
                  <a:pt x="621792" y="88404"/>
                </a:lnTo>
                <a:lnTo>
                  <a:pt x="841235" y="88404"/>
                </a:lnTo>
                <a:close/>
              </a:path>
              <a:path w="852170" h="410210">
                <a:moveTo>
                  <a:pt x="851916" y="362724"/>
                </a:moveTo>
                <a:lnTo>
                  <a:pt x="816851" y="329196"/>
                </a:lnTo>
                <a:lnTo>
                  <a:pt x="792480" y="353580"/>
                </a:lnTo>
                <a:lnTo>
                  <a:pt x="705612" y="353580"/>
                </a:lnTo>
                <a:lnTo>
                  <a:pt x="705612" y="213372"/>
                </a:lnTo>
                <a:lnTo>
                  <a:pt x="827532" y="213372"/>
                </a:lnTo>
                <a:lnTo>
                  <a:pt x="794004" y="181368"/>
                </a:lnTo>
                <a:lnTo>
                  <a:pt x="771144" y="202704"/>
                </a:lnTo>
                <a:lnTo>
                  <a:pt x="705612" y="202704"/>
                </a:lnTo>
                <a:lnTo>
                  <a:pt x="705612" y="132600"/>
                </a:lnTo>
                <a:lnTo>
                  <a:pt x="719315" y="120408"/>
                </a:lnTo>
                <a:lnTo>
                  <a:pt x="679704" y="102120"/>
                </a:lnTo>
                <a:lnTo>
                  <a:pt x="679932" y="116738"/>
                </a:lnTo>
                <a:lnTo>
                  <a:pt x="680453" y="128790"/>
                </a:lnTo>
                <a:lnTo>
                  <a:pt x="680986" y="138544"/>
                </a:lnTo>
                <a:lnTo>
                  <a:pt x="681215" y="146316"/>
                </a:lnTo>
                <a:lnTo>
                  <a:pt x="681215" y="202704"/>
                </a:lnTo>
                <a:lnTo>
                  <a:pt x="579120" y="202704"/>
                </a:lnTo>
                <a:lnTo>
                  <a:pt x="595884" y="219468"/>
                </a:lnTo>
                <a:lnTo>
                  <a:pt x="605307" y="216585"/>
                </a:lnTo>
                <a:lnTo>
                  <a:pt x="615315" y="214706"/>
                </a:lnTo>
                <a:lnTo>
                  <a:pt x="625881" y="213677"/>
                </a:lnTo>
                <a:lnTo>
                  <a:pt x="637032" y="213372"/>
                </a:lnTo>
                <a:lnTo>
                  <a:pt x="681215" y="213372"/>
                </a:lnTo>
                <a:lnTo>
                  <a:pt x="681215" y="353580"/>
                </a:lnTo>
                <a:lnTo>
                  <a:pt x="557784" y="353580"/>
                </a:lnTo>
                <a:lnTo>
                  <a:pt x="573024" y="368820"/>
                </a:lnTo>
                <a:lnTo>
                  <a:pt x="582447" y="366572"/>
                </a:lnTo>
                <a:lnTo>
                  <a:pt x="592455" y="364629"/>
                </a:lnTo>
                <a:lnTo>
                  <a:pt x="603021" y="363245"/>
                </a:lnTo>
                <a:lnTo>
                  <a:pt x="614172" y="362724"/>
                </a:lnTo>
                <a:lnTo>
                  <a:pt x="851916" y="36272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3538727" y="2461260"/>
            <a:ext cx="398145" cy="44450"/>
          </a:xfrm>
          <a:custGeom>
            <a:avLst/>
            <a:gdLst/>
            <a:ahLst/>
            <a:cxnLst/>
            <a:rect l="l" t="t" r="r" b="b"/>
            <a:pathLst>
              <a:path w="398145" h="44450">
                <a:moveTo>
                  <a:pt x="16764" y="44195"/>
                </a:moveTo>
                <a:lnTo>
                  <a:pt x="0" y="28955"/>
                </a:lnTo>
                <a:lnTo>
                  <a:pt x="324612" y="28955"/>
                </a:lnTo>
                <a:lnTo>
                  <a:pt x="359663" y="0"/>
                </a:lnTo>
                <a:lnTo>
                  <a:pt x="397763" y="38099"/>
                </a:lnTo>
                <a:lnTo>
                  <a:pt x="64008" y="38099"/>
                </a:lnTo>
                <a:lnTo>
                  <a:pt x="49982" y="38623"/>
                </a:lnTo>
                <a:lnTo>
                  <a:pt x="37528" y="40004"/>
                </a:lnTo>
                <a:lnTo>
                  <a:pt x="26503" y="41957"/>
                </a:lnTo>
                <a:lnTo>
                  <a:pt x="16764" y="4419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3985259" y="2319527"/>
            <a:ext cx="398145" cy="373380"/>
          </a:xfrm>
          <a:custGeom>
            <a:avLst/>
            <a:gdLst/>
            <a:ahLst/>
            <a:cxnLst/>
            <a:rect l="l" t="t" r="r" b="b"/>
            <a:pathLst>
              <a:path w="398145" h="373380">
                <a:moveTo>
                  <a:pt x="148080" y="213360"/>
                </a:moveTo>
                <a:lnTo>
                  <a:pt x="60960" y="213360"/>
                </a:lnTo>
                <a:lnTo>
                  <a:pt x="111252" y="207264"/>
                </a:lnTo>
                <a:lnTo>
                  <a:pt x="111023" y="134112"/>
                </a:lnTo>
                <a:lnTo>
                  <a:pt x="110490" y="71056"/>
                </a:lnTo>
                <a:lnTo>
                  <a:pt x="109984" y="28956"/>
                </a:lnTo>
                <a:lnTo>
                  <a:pt x="109728" y="0"/>
                </a:lnTo>
                <a:lnTo>
                  <a:pt x="149352" y="19812"/>
                </a:lnTo>
                <a:lnTo>
                  <a:pt x="134112" y="32004"/>
                </a:lnTo>
                <a:lnTo>
                  <a:pt x="134112" y="94488"/>
                </a:lnTo>
                <a:lnTo>
                  <a:pt x="204215" y="94488"/>
                </a:lnTo>
                <a:lnTo>
                  <a:pt x="214883" y="105156"/>
                </a:lnTo>
                <a:lnTo>
                  <a:pt x="134112" y="105156"/>
                </a:lnTo>
                <a:lnTo>
                  <a:pt x="134112" y="202692"/>
                </a:lnTo>
                <a:lnTo>
                  <a:pt x="198853" y="202692"/>
                </a:lnTo>
                <a:lnTo>
                  <a:pt x="148080" y="213360"/>
                </a:lnTo>
                <a:close/>
              </a:path>
              <a:path w="398145" h="373380">
                <a:moveTo>
                  <a:pt x="353568" y="227076"/>
                </a:moveTo>
                <a:lnTo>
                  <a:pt x="274320" y="227076"/>
                </a:lnTo>
                <a:lnTo>
                  <a:pt x="255198" y="225933"/>
                </a:lnTo>
                <a:lnTo>
                  <a:pt x="241363" y="220218"/>
                </a:lnTo>
                <a:lnTo>
                  <a:pt x="232957" y="209931"/>
                </a:lnTo>
                <a:lnTo>
                  <a:pt x="230123" y="195072"/>
                </a:lnTo>
                <a:lnTo>
                  <a:pt x="230100" y="43934"/>
                </a:lnTo>
                <a:lnTo>
                  <a:pt x="229936" y="32004"/>
                </a:lnTo>
                <a:lnTo>
                  <a:pt x="229462" y="16764"/>
                </a:lnTo>
                <a:lnTo>
                  <a:pt x="228600" y="0"/>
                </a:lnTo>
                <a:lnTo>
                  <a:pt x="266700" y="16764"/>
                </a:lnTo>
                <a:lnTo>
                  <a:pt x="252983" y="28956"/>
                </a:lnTo>
                <a:lnTo>
                  <a:pt x="252983" y="129540"/>
                </a:lnTo>
                <a:lnTo>
                  <a:pt x="271589" y="129540"/>
                </a:lnTo>
                <a:lnTo>
                  <a:pt x="252983" y="140208"/>
                </a:lnTo>
                <a:lnTo>
                  <a:pt x="252983" y="184404"/>
                </a:lnTo>
                <a:lnTo>
                  <a:pt x="254746" y="194643"/>
                </a:lnTo>
                <a:lnTo>
                  <a:pt x="260223" y="202311"/>
                </a:lnTo>
                <a:lnTo>
                  <a:pt x="269700" y="207121"/>
                </a:lnTo>
                <a:lnTo>
                  <a:pt x="283464" y="208788"/>
                </a:lnTo>
                <a:lnTo>
                  <a:pt x="394509" y="208788"/>
                </a:lnTo>
                <a:lnTo>
                  <a:pt x="390644" y="214217"/>
                </a:lnTo>
                <a:lnTo>
                  <a:pt x="380809" y="221361"/>
                </a:lnTo>
                <a:lnTo>
                  <a:pt x="368403" y="225647"/>
                </a:lnTo>
                <a:lnTo>
                  <a:pt x="353568" y="227076"/>
                </a:lnTo>
                <a:close/>
              </a:path>
              <a:path w="398145" h="373380">
                <a:moveTo>
                  <a:pt x="271589" y="129540"/>
                </a:moveTo>
                <a:lnTo>
                  <a:pt x="252983" y="129540"/>
                </a:lnTo>
                <a:lnTo>
                  <a:pt x="288107" y="104917"/>
                </a:lnTo>
                <a:lnTo>
                  <a:pt x="315658" y="83439"/>
                </a:lnTo>
                <a:lnTo>
                  <a:pt x="335494" y="64817"/>
                </a:lnTo>
                <a:lnTo>
                  <a:pt x="347472" y="48768"/>
                </a:lnTo>
                <a:lnTo>
                  <a:pt x="376427" y="77724"/>
                </a:lnTo>
                <a:lnTo>
                  <a:pt x="360140" y="83200"/>
                </a:lnTo>
                <a:lnTo>
                  <a:pt x="334137" y="95250"/>
                </a:lnTo>
                <a:lnTo>
                  <a:pt x="298418" y="114157"/>
                </a:lnTo>
                <a:lnTo>
                  <a:pt x="271589" y="129540"/>
                </a:lnTo>
                <a:close/>
              </a:path>
              <a:path w="398145" h="373380">
                <a:moveTo>
                  <a:pt x="18288" y="252984"/>
                </a:moveTo>
                <a:lnTo>
                  <a:pt x="0" y="220980"/>
                </a:lnTo>
                <a:lnTo>
                  <a:pt x="38100" y="214884"/>
                </a:lnTo>
                <a:lnTo>
                  <a:pt x="37862" y="161544"/>
                </a:lnTo>
                <a:lnTo>
                  <a:pt x="37279" y="114157"/>
                </a:lnTo>
                <a:lnTo>
                  <a:pt x="36804" y="83439"/>
                </a:lnTo>
                <a:lnTo>
                  <a:pt x="36576" y="60960"/>
                </a:lnTo>
                <a:lnTo>
                  <a:pt x="74676" y="79248"/>
                </a:lnTo>
                <a:lnTo>
                  <a:pt x="60960" y="92964"/>
                </a:lnTo>
                <a:lnTo>
                  <a:pt x="60960" y="213360"/>
                </a:lnTo>
                <a:lnTo>
                  <a:pt x="148080" y="213360"/>
                </a:lnTo>
                <a:lnTo>
                  <a:pt x="131873" y="216765"/>
                </a:lnTo>
                <a:lnTo>
                  <a:pt x="72390" y="231457"/>
                </a:lnTo>
                <a:lnTo>
                  <a:pt x="34623" y="243578"/>
                </a:lnTo>
                <a:lnTo>
                  <a:pt x="18288" y="252984"/>
                </a:lnTo>
                <a:close/>
              </a:path>
              <a:path w="398145" h="373380">
                <a:moveTo>
                  <a:pt x="204215" y="94488"/>
                </a:moveTo>
                <a:lnTo>
                  <a:pt x="166116" y="94488"/>
                </a:lnTo>
                <a:lnTo>
                  <a:pt x="185928" y="76200"/>
                </a:lnTo>
                <a:lnTo>
                  <a:pt x="204215" y="94488"/>
                </a:lnTo>
                <a:close/>
              </a:path>
              <a:path w="398145" h="373380">
                <a:moveTo>
                  <a:pt x="394509" y="208788"/>
                </a:moveTo>
                <a:lnTo>
                  <a:pt x="347472" y="208788"/>
                </a:lnTo>
                <a:lnTo>
                  <a:pt x="352853" y="204763"/>
                </a:lnTo>
                <a:lnTo>
                  <a:pt x="357378" y="199453"/>
                </a:lnTo>
                <a:lnTo>
                  <a:pt x="366338" y="161472"/>
                </a:lnTo>
                <a:lnTo>
                  <a:pt x="368808" y="134112"/>
                </a:lnTo>
                <a:lnTo>
                  <a:pt x="376427" y="134112"/>
                </a:lnTo>
                <a:lnTo>
                  <a:pt x="379476" y="173736"/>
                </a:lnTo>
                <a:lnTo>
                  <a:pt x="397764" y="204216"/>
                </a:lnTo>
                <a:lnTo>
                  <a:pt x="394509" y="208788"/>
                </a:lnTo>
                <a:close/>
              </a:path>
              <a:path w="398145" h="373380">
                <a:moveTo>
                  <a:pt x="198853" y="202692"/>
                </a:moveTo>
                <a:lnTo>
                  <a:pt x="134112" y="202692"/>
                </a:lnTo>
                <a:lnTo>
                  <a:pt x="211835" y="190500"/>
                </a:lnTo>
                <a:lnTo>
                  <a:pt x="213328" y="199453"/>
                </a:lnTo>
                <a:lnTo>
                  <a:pt x="213246" y="199667"/>
                </a:lnTo>
                <a:lnTo>
                  <a:pt x="198853" y="202692"/>
                </a:lnTo>
                <a:close/>
              </a:path>
              <a:path w="398145" h="373380">
                <a:moveTo>
                  <a:pt x="68580" y="295656"/>
                </a:moveTo>
                <a:lnTo>
                  <a:pt x="53340" y="278892"/>
                </a:lnTo>
                <a:lnTo>
                  <a:pt x="278892" y="278892"/>
                </a:lnTo>
                <a:lnTo>
                  <a:pt x="304800" y="252984"/>
                </a:lnTo>
                <a:lnTo>
                  <a:pt x="341376" y="289560"/>
                </a:lnTo>
                <a:lnTo>
                  <a:pt x="106680" y="289560"/>
                </a:lnTo>
                <a:lnTo>
                  <a:pt x="97512" y="289869"/>
                </a:lnTo>
                <a:lnTo>
                  <a:pt x="88201" y="290893"/>
                </a:lnTo>
                <a:lnTo>
                  <a:pt x="78605" y="292774"/>
                </a:lnTo>
                <a:lnTo>
                  <a:pt x="68580" y="295656"/>
                </a:lnTo>
                <a:close/>
              </a:path>
              <a:path w="398145" h="373380">
                <a:moveTo>
                  <a:pt x="18288" y="373380"/>
                </a:moveTo>
                <a:lnTo>
                  <a:pt x="3048" y="358140"/>
                </a:lnTo>
                <a:lnTo>
                  <a:pt x="323088" y="358140"/>
                </a:lnTo>
                <a:lnTo>
                  <a:pt x="353568" y="326136"/>
                </a:lnTo>
                <a:lnTo>
                  <a:pt x="396240" y="368808"/>
                </a:lnTo>
                <a:lnTo>
                  <a:pt x="57912" y="368808"/>
                </a:lnTo>
                <a:lnTo>
                  <a:pt x="47863" y="369093"/>
                </a:lnTo>
                <a:lnTo>
                  <a:pt x="38100" y="369951"/>
                </a:lnTo>
                <a:lnTo>
                  <a:pt x="28336" y="371379"/>
                </a:lnTo>
                <a:lnTo>
                  <a:pt x="18288" y="37338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4443983" y="2321051"/>
            <a:ext cx="379730" cy="387350"/>
          </a:xfrm>
          <a:custGeom>
            <a:avLst/>
            <a:gdLst/>
            <a:ahLst/>
            <a:cxnLst/>
            <a:rect l="l" t="t" r="r" b="b"/>
            <a:pathLst>
              <a:path w="379729" h="387350">
                <a:moveTo>
                  <a:pt x="347916" y="25908"/>
                </a:moveTo>
                <a:lnTo>
                  <a:pt x="297180" y="25908"/>
                </a:lnTo>
                <a:lnTo>
                  <a:pt x="323088" y="0"/>
                </a:lnTo>
                <a:lnTo>
                  <a:pt x="347916" y="25908"/>
                </a:lnTo>
                <a:close/>
              </a:path>
              <a:path w="379729" h="387350">
                <a:moveTo>
                  <a:pt x="24384" y="387095"/>
                </a:moveTo>
                <a:lnTo>
                  <a:pt x="0" y="367284"/>
                </a:lnTo>
                <a:lnTo>
                  <a:pt x="10668" y="356616"/>
                </a:lnTo>
                <a:lnTo>
                  <a:pt x="10600" y="60388"/>
                </a:lnTo>
                <a:lnTo>
                  <a:pt x="10429" y="51149"/>
                </a:lnTo>
                <a:lnTo>
                  <a:pt x="9382" y="23717"/>
                </a:lnTo>
                <a:lnTo>
                  <a:pt x="9144" y="9144"/>
                </a:lnTo>
                <a:lnTo>
                  <a:pt x="35052" y="25908"/>
                </a:lnTo>
                <a:lnTo>
                  <a:pt x="347916" y="25908"/>
                </a:lnTo>
                <a:lnTo>
                  <a:pt x="358139" y="36576"/>
                </a:lnTo>
                <a:lnTo>
                  <a:pt x="35052" y="36576"/>
                </a:lnTo>
                <a:lnTo>
                  <a:pt x="35052" y="361188"/>
                </a:lnTo>
                <a:lnTo>
                  <a:pt x="369252" y="361188"/>
                </a:lnTo>
                <a:lnTo>
                  <a:pt x="379476" y="371856"/>
                </a:lnTo>
                <a:lnTo>
                  <a:pt x="36576" y="371856"/>
                </a:lnTo>
                <a:lnTo>
                  <a:pt x="24384" y="387095"/>
                </a:lnTo>
                <a:close/>
              </a:path>
              <a:path w="379729" h="387350">
                <a:moveTo>
                  <a:pt x="74676" y="190500"/>
                </a:moveTo>
                <a:lnTo>
                  <a:pt x="70104" y="187451"/>
                </a:lnTo>
                <a:lnTo>
                  <a:pt x="80367" y="172259"/>
                </a:lnTo>
                <a:lnTo>
                  <a:pt x="90487" y="156210"/>
                </a:lnTo>
                <a:lnTo>
                  <a:pt x="109728" y="120396"/>
                </a:lnTo>
                <a:lnTo>
                  <a:pt x="124206" y="81534"/>
                </a:lnTo>
                <a:lnTo>
                  <a:pt x="134112" y="38100"/>
                </a:lnTo>
                <a:lnTo>
                  <a:pt x="169164" y="54864"/>
                </a:lnTo>
                <a:lnTo>
                  <a:pt x="163734" y="58888"/>
                </a:lnTo>
                <a:lnTo>
                  <a:pt x="158877" y="64198"/>
                </a:lnTo>
                <a:lnTo>
                  <a:pt x="154590" y="70937"/>
                </a:lnTo>
                <a:lnTo>
                  <a:pt x="150876" y="79248"/>
                </a:lnTo>
                <a:lnTo>
                  <a:pt x="146589" y="86987"/>
                </a:lnTo>
                <a:lnTo>
                  <a:pt x="142875" y="94297"/>
                </a:lnTo>
                <a:lnTo>
                  <a:pt x="139731" y="101322"/>
                </a:lnTo>
                <a:lnTo>
                  <a:pt x="137160" y="108204"/>
                </a:lnTo>
                <a:lnTo>
                  <a:pt x="310460" y="108204"/>
                </a:lnTo>
                <a:lnTo>
                  <a:pt x="320040" y="117348"/>
                </a:lnTo>
                <a:lnTo>
                  <a:pt x="134112" y="117348"/>
                </a:lnTo>
                <a:lnTo>
                  <a:pt x="120967" y="138207"/>
                </a:lnTo>
                <a:lnTo>
                  <a:pt x="106680" y="157353"/>
                </a:lnTo>
                <a:lnTo>
                  <a:pt x="91249" y="174783"/>
                </a:lnTo>
                <a:lnTo>
                  <a:pt x="74676" y="190500"/>
                </a:lnTo>
                <a:close/>
              </a:path>
              <a:path w="379729" h="387350">
                <a:moveTo>
                  <a:pt x="310460" y="108204"/>
                </a:moveTo>
                <a:lnTo>
                  <a:pt x="263652" y="108204"/>
                </a:lnTo>
                <a:lnTo>
                  <a:pt x="286512" y="85344"/>
                </a:lnTo>
                <a:lnTo>
                  <a:pt x="310460" y="108204"/>
                </a:lnTo>
                <a:close/>
              </a:path>
              <a:path w="379729" h="387350">
                <a:moveTo>
                  <a:pt x="208788" y="201168"/>
                </a:moveTo>
                <a:lnTo>
                  <a:pt x="184404" y="201168"/>
                </a:lnTo>
                <a:lnTo>
                  <a:pt x="185588" y="178308"/>
                </a:lnTo>
                <a:lnTo>
                  <a:pt x="186499" y="158686"/>
                </a:lnTo>
                <a:lnTo>
                  <a:pt x="187190" y="137945"/>
                </a:lnTo>
                <a:lnTo>
                  <a:pt x="187452" y="117348"/>
                </a:lnTo>
                <a:lnTo>
                  <a:pt x="211835" y="117348"/>
                </a:lnTo>
                <a:lnTo>
                  <a:pt x="210931" y="139017"/>
                </a:lnTo>
                <a:lnTo>
                  <a:pt x="209692" y="181213"/>
                </a:lnTo>
                <a:lnTo>
                  <a:pt x="208788" y="201168"/>
                </a:lnTo>
                <a:close/>
              </a:path>
              <a:path w="379729" h="387350">
                <a:moveTo>
                  <a:pt x="65532" y="217932"/>
                </a:moveTo>
                <a:lnTo>
                  <a:pt x="50292" y="201168"/>
                </a:lnTo>
                <a:lnTo>
                  <a:pt x="312420" y="201168"/>
                </a:lnTo>
                <a:lnTo>
                  <a:pt x="335280" y="178308"/>
                </a:lnTo>
                <a:lnTo>
                  <a:pt x="368808" y="211836"/>
                </a:lnTo>
                <a:lnTo>
                  <a:pt x="108204" y="211836"/>
                </a:lnTo>
                <a:lnTo>
                  <a:pt x="97035" y="212145"/>
                </a:lnTo>
                <a:lnTo>
                  <a:pt x="86296" y="213169"/>
                </a:lnTo>
                <a:lnTo>
                  <a:pt x="75842" y="215050"/>
                </a:lnTo>
                <a:lnTo>
                  <a:pt x="65532" y="217932"/>
                </a:lnTo>
                <a:close/>
              </a:path>
              <a:path w="379729" h="387350">
                <a:moveTo>
                  <a:pt x="62484" y="353568"/>
                </a:moveTo>
                <a:lnTo>
                  <a:pt x="59436" y="347471"/>
                </a:lnTo>
                <a:lnTo>
                  <a:pt x="82581" y="334565"/>
                </a:lnTo>
                <a:lnTo>
                  <a:pt x="104013" y="320802"/>
                </a:lnTo>
                <a:lnTo>
                  <a:pt x="141732" y="289560"/>
                </a:lnTo>
                <a:lnTo>
                  <a:pt x="169164" y="252984"/>
                </a:lnTo>
                <a:lnTo>
                  <a:pt x="182880" y="211836"/>
                </a:lnTo>
                <a:lnTo>
                  <a:pt x="207264" y="211836"/>
                </a:lnTo>
                <a:lnTo>
                  <a:pt x="205216" y="220479"/>
                </a:lnTo>
                <a:lnTo>
                  <a:pt x="203454" y="228409"/>
                </a:lnTo>
                <a:lnTo>
                  <a:pt x="201691" y="236053"/>
                </a:lnTo>
                <a:lnTo>
                  <a:pt x="199644" y="243839"/>
                </a:lnTo>
                <a:lnTo>
                  <a:pt x="219090" y="249936"/>
                </a:lnTo>
                <a:lnTo>
                  <a:pt x="198120" y="249936"/>
                </a:lnTo>
                <a:lnTo>
                  <a:pt x="175212" y="282844"/>
                </a:lnTo>
                <a:lnTo>
                  <a:pt x="145161" y="310896"/>
                </a:lnTo>
                <a:lnTo>
                  <a:pt x="107680" y="334375"/>
                </a:lnTo>
                <a:lnTo>
                  <a:pt x="62484" y="353568"/>
                </a:lnTo>
                <a:close/>
              </a:path>
              <a:path w="379729" h="387350">
                <a:moveTo>
                  <a:pt x="321564" y="341376"/>
                </a:moveTo>
                <a:lnTo>
                  <a:pt x="313944" y="341376"/>
                </a:lnTo>
                <a:lnTo>
                  <a:pt x="310895" y="338328"/>
                </a:lnTo>
                <a:lnTo>
                  <a:pt x="306324" y="332232"/>
                </a:lnTo>
                <a:lnTo>
                  <a:pt x="296846" y="321945"/>
                </a:lnTo>
                <a:lnTo>
                  <a:pt x="262128" y="291084"/>
                </a:lnTo>
                <a:lnTo>
                  <a:pt x="215836" y="260223"/>
                </a:lnTo>
                <a:lnTo>
                  <a:pt x="198120" y="249936"/>
                </a:lnTo>
                <a:lnTo>
                  <a:pt x="219090" y="249936"/>
                </a:lnTo>
                <a:lnTo>
                  <a:pt x="258889" y="263461"/>
                </a:lnTo>
                <a:lnTo>
                  <a:pt x="298704" y="281939"/>
                </a:lnTo>
                <a:lnTo>
                  <a:pt x="326136" y="310657"/>
                </a:lnTo>
                <a:lnTo>
                  <a:pt x="326051" y="320802"/>
                </a:lnTo>
                <a:lnTo>
                  <a:pt x="324612" y="333756"/>
                </a:lnTo>
                <a:lnTo>
                  <a:pt x="321564" y="341376"/>
                </a:lnTo>
                <a:close/>
              </a:path>
              <a:path w="379729" h="387350">
                <a:moveTo>
                  <a:pt x="369252" y="361188"/>
                </a:moveTo>
                <a:lnTo>
                  <a:pt x="316992" y="361188"/>
                </a:lnTo>
                <a:lnTo>
                  <a:pt x="344424" y="335280"/>
                </a:lnTo>
                <a:lnTo>
                  <a:pt x="369252" y="36118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" name="object 15"/>
          <p:cNvSpPr/>
          <p:nvPr/>
        </p:nvSpPr>
        <p:spPr>
          <a:xfrm>
            <a:off x="4898136" y="2314955"/>
            <a:ext cx="372110" cy="402590"/>
          </a:xfrm>
          <a:custGeom>
            <a:avLst/>
            <a:gdLst/>
            <a:ahLst/>
            <a:cxnLst/>
            <a:rect l="l" t="t" r="r" b="b"/>
            <a:pathLst>
              <a:path w="372110" h="402589">
                <a:moveTo>
                  <a:pt x="240792" y="65532"/>
                </a:moveTo>
                <a:lnTo>
                  <a:pt x="228600" y="65532"/>
                </a:lnTo>
                <a:lnTo>
                  <a:pt x="227409" y="50434"/>
                </a:lnTo>
                <a:lnTo>
                  <a:pt x="223647" y="35052"/>
                </a:lnTo>
                <a:lnTo>
                  <a:pt x="217027" y="19669"/>
                </a:lnTo>
                <a:lnTo>
                  <a:pt x="207264" y="4572"/>
                </a:lnTo>
                <a:lnTo>
                  <a:pt x="210312" y="0"/>
                </a:lnTo>
                <a:lnTo>
                  <a:pt x="244173" y="23788"/>
                </a:lnTo>
                <a:lnTo>
                  <a:pt x="252984" y="39624"/>
                </a:lnTo>
                <a:lnTo>
                  <a:pt x="252984" y="42672"/>
                </a:lnTo>
                <a:lnTo>
                  <a:pt x="252364" y="47529"/>
                </a:lnTo>
                <a:lnTo>
                  <a:pt x="250317" y="52959"/>
                </a:lnTo>
                <a:lnTo>
                  <a:pt x="246554" y="58959"/>
                </a:lnTo>
                <a:lnTo>
                  <a:pt x="240792" y="65532"/>
                </a:lnTo>
                <a:close/>
              </a:path>
              <a:path w="372110" h="402589">
                <a:moveTo>
                  <a:pt x="0" y="402336"/>
                </a:moveTo>
                <a:lnTo>
                  <a:pt x="281" y="362140"/>
                </a:lnTo>
                <a:lnTo>
                  <a:pt x="825" y="311848"/>
                </a:lnTo>
                <a:lnTo>
                  <a:pt x="1233" y="266700"/>
                </a:lnTo>
                <a:lnTo>
                  <a:pt x="1342" y="244530"/>
                </a:lnTo>
                <a:lnTo>
                  <a:pt x="1468" y="115824"/>
                </a:lnTo>
                <a:lnTo>
                  <a:pt x="1342" y="76962"/>
                </a:lnTo>
                <a:lnTo>
                  <a:pt x="881" y="38576"/>
                </a:lnTo>
                <a:lnTo>
                  <a:pt x="0" y="18288"/>
                </a:lnTo>
                <a:lnTo>
                  <a:pt x="22860" y="33528"/>
                </a:lnTo>
                <a:lnTo>
                  <a:pt x="113283" y="33528"/>
                </a:lnTo>
                <a:lnTo>
                  <a:pt x="121919" y="41148"/>
                </a:lnTo>
                <a:lnTo>
                  <a:pt x="116433" y="44196"/>
                </a:lnTo>
                <a:lnTo>
                  <a:pt x="22860" y="44196"/>
                </a:lnTo>
                <a:lnTo>
                  <a:pt x="22860" y="388620"/>
                </a:lnTo>
                <a:lnTo>
                  <a:pt x="0" y="402336"/>
                </a:lnTo>
                <a:close/>
              </a:path>
              <a:path w="372110" h="402589">
                <a:moveTo>
                  <a:pt x="113283" y="33528"/>
                </a:moveTo>
                <a:lnTo>
                  <a:pt x="80772" y="33528"/>
                </a:lnTo>
                <a:lnTo>
                  <a:pt x="96012" y="18288"/>
                </a:lnTo>
                <a:lnTo>
                  <a:pt x="113283" y="33528"/>
                </a:lnTo>
                <a:close/>
              </a:path>
              <a:path w="372110" h="402589">
                <a:moveTo>
                  <a:pt x="114852" y="266700"/>
                </a:moveTo>
                <a:lnTo>
                  <a:pt x="74676" y="266700"/>
                </a:lnTo>
                <a:lnTo>
                  <a:pt x="82296" y="265176"/>
                </a:lnTo>
                <a:lnTo>
                  <a:pt x="90868" y="256579"/>
                </a:lnTo>
                <a:lnTo>
                  <a:pt x="93726" y="251269"/>
                </a:lnTo>
                <a:lnTo>
                  <a:pt x="95440" y="244530"/>
                </a:lnTo>
                <a:lnTo>
                  <a:pt x="96012" y="236220"/>
                </a:lnTo>
                <a:lnTo>
                  <a:pt x="95202" y="227076"/>
                </a:lnTo>
                <a:lnTo>
                  <a:pt x="79890" y="188499"/>
                </a:lnTo>
                <a:lnTo>
                  <a:pt x="51816" y="144780"/>
                </a:lnTo>
                <a:lnTo>
                  <a:pt x="83819" y="44196"/>
                </a:lnTo>
                <a:lnTo>
                  <a:pt x="116433" y="44196"/>
                </a:lnTo>
                <a:lnTo>
                  <a:pt x="108204" y="48768"/>
                </a:lnTo>
                <a:lnTo>
                  <a:pt x="60960" y="144780"/>
                </a:lnTo>
                <a:lnTo>
                  <a:pt x="88582" y="173355"/>
                </a:lnTo>
                <a:lnTo>
                  <a:pt x="114180" y="211050"/>
                </a:lnTo>
                <a:lnTo>
                  <a:pt x="120419" y="233291"/>
                </a:lnTo>
                <a:lnTo>
                  <a:pt x="120332" y="244530"/>
                </a:lnTo>
                <a:lnTo>
                  <a:pt x="119562" y="252936"/>
                </a:lnTo>
                <a:lnTo>
                  <a:pt x="117157" y="261747"/>
                </a:lnTo>
                <a:lnTo>
                  <a:pt x="114852" y="266700"/>
                </a:lnTo>
                <a:close/>
              </a:path>
              <a:path w="372110" h="402589">
                <a:moveTo>
                  <a:pt x="131064" y="120396"/>
                </a:moveTo>
                <a:lnTo>
                  <a:pt x="126492" y="120396"/>
                </a:lnTo>
                <a:lnTo>
                  <a:pt x="120396" y="118872"/>
                </a:lnTo>
                <a:lnTo>
                  <a:pt x="117348" y="117348"/>
                </a:lnTo>
                <a:lnTo>
                  <a:pt x="117348" y="109728"/>
                </a:lnTo>
                <a:lnTo>
                  <a:pt x="120396" y="103632"/>
                </a:lnTo>
                <a:lnTo>
                  <a:pt x="124967" y="97536"/>
                </a:lnTo>
                <a:lnTo>
                  <a:pt x="130349" y="88392"/>
                </a:lnTo>
                <a:lnTo>
                  <a:pt x="134874" y="76962"/>
                </a:lnTo>
                <a:lnTo>
                  <a:pt x="138255" y="63246"/>
                </a:lnTo>
                <a:lnTo>
                  <a:pt x="140207" y="47244"/>
                </a:lnTo>
                <a:lnTo>
                  <a:pt x="147828" y="47244"/>
                </a:lnTo>
                <a:lnTo>
                  <a:pt x="149352" y="65532"/>
                </a:lnTo>
                <a:lnTo>
                  <a:pt x="351663" y="65532"/>
                </a:lnTo>
                <a:lnTo>
                  <a:pt x="358140" y="71628"/>
                </a:lnTo>
                <a:lnTo>
                  <a:pt x="350895" y="74676"/>
                </a:lnTo>
                <a:lnTo>
                  <a:pt x="149352" y="74676"/>
                </a:lnTo>
                <a:lnTo>
                  <a:pt x="150876" y="83820"/>
                </a:lnTo>
                <a:lnTo>
                  <a:pt x="150876" y="105156"/>
                </a:lnTo>
                <a:lnTo>
                  <a:pt x="149352" y="108204"/>
                </a:lnTo>
                <a:lnTo>
                  <a:pt x="144780" y="112776"/>
                </a:lnTo>
                <a:lnTo>
                  <a:pt x="135636" y="118872"/>
                </a:lnTo>
                <a:lnTo>
                  <a:pt x="131064" y="120396"/>
                </a:lnTo>
                <a:close/>
              </a:path>
              <a:path w="372110" h="402589">
                <a:moveTo>
                  <a:pt x="351663" y="65532"/>
                </a:moveTo>
                <a:lnTo>
                  <a:pt x="318516" y="65532"/>
                </a:lnTo>
                <a:lnTo>
                  <a:pt x="332232" y="47244"/>
                </a:lnTo>
                <a:lnTo>
                  <a:pt x="351663" y="65532"/>
                </a:lnTo>
                <a:close/>
              </a:path>
              <a:path w="372110" h="402589">
                <a:moveTo>
                  <a:pt x="310896" y="115824"/>
                </a:moveTo>
                <a:lnTo>
                  <a:pt x="306324" y="114300"/>
                </a:lnTo>
                <a:lnTo>
                  <a:pt x="320040" y="74676"/>
                </a:lnTo>
                <a:lnTo>
                  <a:pt x="350895" y="74676"/>
                </a:lnTo>
                <a:lnTo>
                  <a:pt x="347329" y="76176"/>
                </a:lnTo>
                <a:lnTo>
                  <a:pt x="335661" y="85153"/>
                </a:lnTo>
                <a:lnTo>
                  <a:pt x="323421" y="98417"/>
                </a:lnTo>
                <a:lnTo>
                  <a:pt x="310896" y="115824"/>
                </a:lnTo>
                <a:close/>
              </a:path>
              <a:path w="372110" h="402589">
                <a:moveTo>
                  <a:pt x="166116" y="152400"/>
                </a:moveTo>
                <a:lnTo>
                  <a:pt x="150876" y="135636"/>
                </a:lnTo>
                <a:lnTo>
                  <a:pt x="269748" y="135636"/>
                </a:lnTo>
                <a:lnTo>
                  <a:pt x="288036" y="117348"/>
                </a:lnTo>
                <a:lnTo>
                  <a:pt x="315468" y="146304"/>
                </a:lnTo>
                <a:lnTo>
                  <a:pt x="208788" y="146304"/>
                </a:lnTo>
                <a:lnTo>
                  <a:pt x="197619" y="146613"/>
                </a:lnTo>
                <a:lnTo>
                  <a:pt x="186880" y="147637"/>
                </a:lnTo>
                <a:lnTo>
                  <a:pt x="176426" y="149518"/>
                </a:lnTo>
                <a:lnTo>
                  <a:pt x="166116" y="152400"/>
                </a:lnTo>
                <a:close/>
              </a:path>
              <a:path w="372110" h="402589">
                <a:moveTo>
                  <a:pt x="137160" y="219456"/>
                </a:moveTo>
                <a:lnTo>
                  <a:pt x="121919" y="204216"/>
                </a:lnTo>
                <a:lnTo>
                  <a:pt x="306324" y="204216"/>
                </a:lnTo>
                <a:lnTo>
                  <a:pt x="326136" y="182880"/>
                </a:lnTo>
                <a:lnTo>
                  <a:pt x="355092" y="214884"/>
                </a:lnTo>
                <a:lnTo>
                  <a:pt x="178308" y="214884"/>
                </a:lnTo>
                <a:lnTo>
                  <a:pt x="167163" y="215169"/>
                </a:lnTo>
                <a:lnTo>
                  <a:pt x="156591" y="216027"/>
                </a:lnTo>
                <a:lnTo>
                  <a:pt x="146589" y="217455"/>
                </a:lnTo>
                <a:lnTo>
                  <a:pt x="137160" y="219456"/>
                </a:lnTo>
                <a:close/>
              </a:path>
              <a:path w="372110" h="402589">
                <a:moveTo>
                  <a:pt x="73152" y="394716"/>
                </a:moveTo>
                <a:lnTo>
                  <a:pt x="71628" y="390144"/>
                </a:lnTo>
                <a:lnTo>
                  <a:pt x="97369" y="378737"/>
                </a:lnTo>
                <a:lnTo>
                  <a:pt x="119824" y="365188"/>
                </a:lnTo>
                <a:lnTo>
                  <a:pt x="155448" y="332232"/>
                </a:lnTo>
                <a:lnTo>
                  <a:pt x="177165" y="284416"/>
                </a:lnTo>
                <a:lnTo>
                  <a:pt x="187452" y="214884"/>
                </a:lnTo>
                <a:lnTo>
                  <a:pt x="210312" y="214884"/>
                </a:lnTo>
                <a:lnTo>
                  <a:pt x="206263" y="258056"/>
                </a:lnTo>
                <a:lnTo>
                  <a:pt x="186737" y="322683"/>
                </a:lnTo>
                <a:lnTo>
                  <a:pt x="151590" y="360640"/>
                </a:lnTo>
                <a:lnTo>
                  <a:pt x="102536" y="386214"/>
                </a:lnTo>
                <a:lnTo>
                  <a:pt x="73152" y="394716"/>
                </a:lnTo>
                <a:close/>
              </a:path>
              <a:path w="372110" h="402589">
                <a:moveTo>
                  <a:pt x="330708" y="381000"/>
                </a:moveTo>
                <a:lnTo>
                  <a:pt x="275844" y="381000"/>
                </a:lnTo>
                <a:lnTo>
                  <a:pt x="263818" y="379047"/>
                </a:lnTo>
                <a:lnTo>
                  <a:pt x="255079" y="373380"/>
                </a:lnTo>
                <a:lnTo>
                  <a:pt x="249483" y="364283"/>
                </a:lnTo>
                <a:lnTo>
                  <a:pt x="246888" y="352044"/>
                </a:lnTo>
                <a:lnTo>
                  <a:pt x="246888" y="214884"/>
                </a:lnTo>
                <a:lnTo>
                  <a:pt x="269748" y="214884"/>
                </a:lnTo>
                <a:lnTo>
                  <a:pt x="269837" y="340518"/>
                </a:lnTo>
                <a:lnTo>
                  <a:pt x="271200" y="350710"/>
                </a:lnTo>
                <a:lnTo>
                  <a:pt x="275653" y="358140"/>
                </a:lnTo>
                <a:lnTo>
                  <a:pt x="283249" y="362140"/>
                </a:lnTo>
                <a:lnTo>
                  <a:pt x="294132" y="362712"/>
                </a:lnTo>
                <a:lnTo>
                  <a:pt x="367413" y="362712"/>
                </a:lnTo>
                <a:lnTo>
                  <a:pt x="364998" y="366855"/>
                </a:lnTo>
                <a:lnTo>
                  <a:pt x="355854" y="374904"/>
                </a:lnTo>
                <a:lnTo>
                  <a:pt x="344424" y="379523"/>
                </a:lnTo>
                <a:lnTo>
                  <a:pt x="330708" y="381000"/>
                </a:lnTo>
                <a:close/>
              </a:path>
              <a:path w="372110" h="402589">
                <a:moveTo>
                  <a:pt x="67055" y="301752"/>
                </a:moveTo>
                <a:lnTo>
                  <a:pt x="65008" y="291179"/>
                </a:lnTo>
                <a:lnTo>
                  <a:pt x="58673" y="282321"/>
                </a:lnTo>
                <a:lnTo>
                  <a:pt x="47767" y="275177"/>
                </a:lnTo>
                <a:lnTo>
                  <a:pt x="32004" y="269748"/>
                </a:lnTo>
                <a:lnTo>
                  <a:pt x="32004" y="263652"/>
                </a:lnTo>
                <a:lnTo>
                  <a:pt x="52196" y="265747"/>
                </a:lnTo>
                <a:lnTo>
                  <a:pt x="59864" y="266438"/>
                </a:lnTo>
                <a:lnTo>
                  <a:pt x="65531" y="266700"/>
                </a:lnTo>
                <a:lnTo>
                  <a:pt x="114852" y="266700"/>
                </a:lnTo>
                <a:lnTo>
                  <a:pt x="113323" y="269986"/>
                </a:lnTo>
                <a:lnTo>
                  <a:pt x="108204" y="277368"/>
                </a:lnTo>
                <a:lnTo>
                  <a:pt x="101346" y="284821"/>
                </a:lnTo>
                <a:lnTo>
                  <a:pt x="92201" y="291274"/>
                </a:lnTo>
                <a:lnTo>
                  <a:pt x="80771" y="296870"/>
                </a:lnTo>
                <a:lnTo>
                  <a:pt x="67055" y="301752"/>
                </a:lnTo>
                <a:close/>
              </a:path>
              <a:path w="372110" h="402589">
                <a:moveTo>
                  <a:pt x="367413" y="362712"/>
                </a:moveTo>
                <a:lnTo>
                  <a:pt x="323088" y="362712"/>
                </a:lnTo>
                <a:lnTo>
                  <a:pt x="328469" y="361259"/>
                </a:lnTo>
                <a:lnTo>
                  <a:pt x="332994" y="356806"/>
                </a:lnTo>
                <a:lnTo>
                  <a:pt x="340672" y="311110"/>
                </a:lnTo>
                <a:lnTo>
                  <a:pt x="342900" y="281940"/>
                </a:lnTo>
                <a:lnTo>
                  <a:pt x="348996" y="281940"/>
                </a:lnTo>
                <a:lnTo>
                  <a:pt x="350924" y="323088"/>
                </a:lnTo>
                <a:lnTo>
                  <a:pt x="371856" y="355092"/>
                </a:lnTo>
                <a:lnTo>
                  <a:pt x="367413" y="36271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pic>
        <p:nvPicPr>
          <p:cNvPr id="16" name="object 16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5350764" y="2571940"/>
            <a:ext cx="68580" cy="119443"/>
          </a:xfrm>
          <a:prstGeom prst="rect">
            <a:avLst/>
          </a:prstGeom>
        </p:spPr>
      </p:pic>
      <p:sp>
        <p:nvSpPr>
          <p:cNvPr id="17" name="object 17"/>
          <p:cNvSpPr/>
          <p:nvPr/>
        </p:nvSpPr>
        <p:spPr>
          <a:xfrm>
            <a:off x="5809487" y="2319527"/>
            <a:ext cx="337185" cy="393700"/>
          </a:xfrm>
          <a:custGeom>
            <a:avLst/>
            <a:gdLst/>
            <a:ahLst/>
            <a:cxnLst/>
            <a:rect l="l" t="t" r="r" b="b"/>
            <a:pathLst>
              <a:path w="337185" h="393700">
                <a:moveTo>
                  <a:pt x="25908" y="393192"/>
                </a:moveTo>
                <a:lnTo>
                  <a:pt x="22860" y="385572"/>
                </a:lnTo>
                <a:lnTo>
                  <a:pt x="46315" y="380214"/>
                </a:lnTo>
                <a:lnTo>
                  <a:pt x="68770" y="373570"/>
                </a:lnTo>
                <a:lnTo>
                  <a:pt x="111252" y="358140"/>
                </a:lnTo>
                <a:lnTo>
                  <a:pt x="149733" y="337185"/>
                </a:lnTo>
                <a:lnTo>
                  <a:pt x="185928" y="309372"/>
                </a:lnTo>
                <a:lnTo>
                  <a:pt x="215836" y="273939"/>
                </a:lnTo>
                <a:lnTo>
                  <a:pt x="237744" y="227076"/>
                </a:lnTo>
                <a:lnTo>
                  <a:pt x="247521" y="165799"/>
                </a:lnTo>
                <a:lnTo>
                  <a:pt x="250033" y="120530"/>
                </a:lnTo>
                <a:lnTo>
                  <a:pt x="250685" y="77128"/>
                </a:lnTo>
                <a:lnTo>
                  <a:pt x="250801" y="61031"/>
                </a:lnTo>
                <a:lnTo>
                  <a:pt x="249935" y="0"/>
                </a:lnTo>
                <a:lnTo>
                  <a:pt x="294132" y="18288"/>
                </a:lnTo>
                <a:lnTo>
                  <a:pt x="280416" y="30480"/>
                </a:lnTo>
                <a:lnTo>
                  <a:pt x="279039" y="76962"/>
                </a:lnTo>
                <a:lnTo>
                  <a:pt x="277368" y="116776"/>
                </a:lnTo>
                <a:lnTo>
                  <a:pt x="274320" y="176784"/>
                </a:lnTo>
                <a:lnTo>
                  <a:pt x="267462" y="220218"/>
                </a:lnTo>
                <a:lnTo>
                  <a:pt x="256032" y="259080"/>
                </a:lnTo>
                <a:lnTo>
                  <a:pt x="266652" y="266700"/>
                </a:lnTo>
                <a:lnTo>
                  <a:pt x="251459" y="266700"/>
                </a:lnTo>
                <a:lnTo>
                  <a:pt x="233743" y="293322"/>
                </a:lnTo>
                <a:lnTo>
                  <a:pt x="212598" y="316230"/>
                </a:lnTo>
                <a:lnTo>
                  <a:pt x="160020" y="352044"/>
                </a:lnTo>
                <a:lnTo>
                  <a:pt x="97536" y="376047"/>
                </a:lnTo>
                <a:lnTo>
                  <a:pt x="62722" y="385476"/>
                </a:lnTo>
                <a:lnTo>
                  <a:pt x="25908" y="393192"/>
                </a:lnTo>
                <a:close/>
              </a:path>
              <a:path w="337185" h="393700">
                <a:moveTo>
                  <a:pt x="25908" y="335280"/>
                </a:moveTo>
                <a:lnTo>
                  <a:pt x="0" y="303276"/>
                </a:lnTo>
                <a:lnTo>
                  <a:pt x="3762" y="297894"/>
                </a:lnTo>
                <a:lnTo>
                  <a:pt x="6096" y="291084"/>
                </a:lnTo>
                <a:lnTo>
                  <a:pt x="7286" y="283130"/>
                </a:lnTo>
                <a:lnTo>
                  <a:pt x="7561" y="275867"/>
                </a:lnTo>
                <a:lnTo>
                  <a:pt x="7517" y="66198"/>
                </a:lnTo>
                <a:lnTo>
                  <a:pt x="7429" y="54102"/>
                </a:lnTo>
                <a:lnTo>
                  <a:pt x="6977" y="33528"/>
                </a:lnTo>
                <a:lnTo>
                  <a:pt x="6096" y="15240"/>
                </a:lnTo>
                <a:lnTo>
                  <a:pt x="50292" y="36576"/>
                </a:lnTo>
                <a:lnTo>
                  <a:pt x="35052" y="50292"/>
                </a:lnTo>
                <a:lnTo>
                  <a:pt x="35052" y="281940"/>
                </a:lnTo>
                <a:lnTo>
                  <a:pt x="75987" y="281940"/>
                </a:lnTo>
                <a:lnTo>
                  <a:pt x="67056" y="289560"/>
                </a:lnTo>
                <a:lnTo>
                  <a:pt x="55054" y="300990"/>
                </a:lnTo>
                <a:lnTo>
                  <a:pt x="44196" y="312420"/>
                </a:lnTo>
                <a:lnTo>
                  <a:pt x="34480" y="323850"/>
                </a:lnTo>
                <a:lnTo>
                  <a:pt x="25908" y="335280"/>
                </a:lnTo>
                <a:close/>
              </a:path>
              <a:path w="337185" h="393700">
                <a:moveTo>
                  <a:pt x="155448" y="143256"/>
                </a:moveTo>
                <a:lnTo>
                  <a:pt x="147828" y="143256"/>
                </a:lnTo>
                <a:lnTo>
                  <a:pt x="144780" y="137160"/>
                </a:lnTo>
                <a:lnTo>
                  <a:pt x="140208" y="121920"/>
                </a:lnTo>
                <a:lnTo>
                  <a:pt x="134207" y="105060"/>
                </a:lnTo>
                <a:lnTo>
                  <a:pt x="125349" y="86487"/>
                </a:lnTo>
                <a:lnTo>
                  <a:pt x="113633" y="66198"/>
                </a:lnTo>
                <a:lnTo>
                  <a:pt x="99060" y="44196"/>
                </a:lnTo>
                <a:lnTo>
                  <a:pt x="103632" y="39623"/>
                </a:lnTo>
                <a:lnTo>
                  <a:pt x="133635" y="61031"/>
                </a:lnTo>
                <a:lnTo>
                  <a:pt x="155067" y="79438"/>
                </a:lnTo>
                <a:lnTo>
                  <a:pt x="167925" y="94702"/>
                </a:lnTo>
                <a:lnTo>
                  <a:pt x="172212" y="106680"/>
                </a:lnTo>
                <a:lnTo>
                  <a:pt x="171664" y="116133"/>
                </a:lnTo>
                <a:lnTo>
                  <a:pt x="170116" y="124015"/>
                </a:lnTo>
                <a:lnTo>
                  <a:pt x="167711" y="130468"/>
                </a:lnTo>
                <a:lnTo>
                  <a:pt x="164592" y="135636"/>
                </a:lnTo>
                <a:lnTo>
                  <a:pt x="158496" y="141732"/>
                </a:lnTo>
                <a:lnTo>
                  <a:pt x="155448" y="143256"/>
                </a:lnTo>
                <a:close/>
              </a:path>
              <a:path w="337185" h="393700">
                <a:moveTo>
                  <a:pt x="75987" y="281940"/>
                </a:moveTo>
                <a:lnTo>
                  <a:pt x="35052" y="281940"/>
                </a:lnTo>
                <a:lnTo>
                  <a:pt x="55364" y="270200"/>
                </a:lnTo>
                <a:lnTo>
                  <a:pt x="82105" y="253174"/>
                </a:lnTo>
                <a:lnTo>
                  <a:pt x="115419" y="230719"/>
                </a:lnTo>
                <a:lnTo>
                  <a:pt x="155448" y="202692"/>
                </a:lnTo>
                <a:lnTo>
                  <a:pt x="161544" y="208788"/>
                </a:lnTo>
                <a:lnTo>
                  <a:pt x="130063" y="235338"/>
                </a:lnTo>
                <a:lnTo>
                  <a:pt x="75987" y="281940"/>
                </a:lnTo>
                <a:close/>
              </a:path>
              <a:path w="337185" h="393700">
                <a:moveTo>
                  <a:pt x="324612" y="371856"/>
                </a:moveTo>
                <a:lnTo>
                  <a:pt x="323088" y="371856"/>
                </a:lnTo>
                <a:lnTo>
                  <a:pt x="319635" y="370403"/>
                </a:lnTo>
                <a:lnTo>
                  <a:pt x="316039" y="365950"/>
                </a:lnTo>
                <a:lnTo>
                  <a:pt x="312158" y="358354"/>
                </a:lnTo>
                <a:lnTo>
                  <a:pt x="307847" y="347472"/>
                </a:lnTo>
                <a:lnTo>
                  <a:pt x="299894" y="331422"/>
                </a:lnTo>
                <a:lnTo>
                  <a:pt x="287655" y="312801"/>
                </a:lnTo>
                <a:lnTo>
                  <a:pt x="271414" y="291322"/>
                </a:lnTo>
                <a:lnTo>
                  <a:pt x="251459" y="266700"/>
                </a:lnTo>
                <a:lnTo>
                  <a:pt x="266652" y="266700"/>
                </a:lnTo>
                <a:lnTo>
                  <a:pt x="304038" y="294441"/>
                </a:lnTo>
                <a:lnTo>
                  <a:pt x="331851" y="321564"/>
                </a:lnTo>
                <a:lnTo>
                  <a:pt x="336804" y="339852"/>
                </a:lnTo>
                <a:lnTo>
                  <a:pt x="336804" y="352044"/>
                </a:lnTo>
                <a:lnTo>
                  <a:pt x="335280" y="359664"/>
                </a:lnTo>
                <a:lnTo>
                  <a:pt x="330708" y="364236"/>
                </a:lnTo>
                <a:lnTo>
                  <a:pt x="327660" y="368808"/>
                </a:lnTo>
                <a:lnTo>
                  <a:pt x="324612" y="37185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" name="object 18"/>
          <p:cNvSpPr/>
          <p:nvPr/>
        </p:nvSpPr>
        <p:spPr>
          <a:xfrm>
            <a:off x="6202679" y="2327148"/>
            <a:ext cx="405765" cy="386080"/>
          </a:xfrm>
          <a:custGeom>
            <a:avLst/>
            <a:gdLst/>
            <a:ahLst/>
            <a:cxnLst/>
            <a:rect l="l" t="t" r="r" b="b"/>
            <a:pathLst>
              <a:path w="405765" h="386080">
                <a:moveTo>
                  <a:pt x="73152" y="30480"/>
                </a:moveTo>
                <a:lnTo>
                  <a:pt x="59436" y="16764"/>
                </a:lnTo>
                <a:lnTo>
                  <a:pt x="278892" y="16764"/>
                </a:lnTo>
                <a:lnTo>
                  <a:pt x="295656" y="0"/>
                </a:lnTo>
                <a:lnTo>
                  <a:pt x="324612" y="24384"/>
                </a:lnTo>
                <a:lnTo>
                  <a:pt x="320040" y="27432"/>
                </a:lnTo>
                <a:lnTo>
                  <a:pt x="88392" y="27432"/>
                </a:lnTo>
                <a:lnTo>
                  <a:pt x="73152" y="30480"/>
                </a:lnTo>
                <a:close/>
              </a:path>
              <a:path w="405765" h="386080">
                <a:moveTo>
                  <a:pt x="3048" y="379476"/>
                </a:moveTo>
                <a:lnTo>
                  <a:pt x="0" y="374904"/>
                </a:lnTo>
                <a:lnTo>
                  <a:pt x="25174" y="347638"/>
                </a:lnTo>
                <a:lnTo>
                  <a:pt x="47434" y="321183"/>
                </a:lnTo>
                <a:lnTo>
                  <a:pt x="82296" y="269748"/>
                </a:lnTo>
                <a:lnTo>
                  <a:pt x="108585" y="213740"/>
                </a:lnTo>
                <a:lnTo>
                  <a:pt x="128016" y="150876"/>
                </a:lnTo>
                <a:lnTo>
                  <a:pt x="139446" y="85725"/>
                </a:lnTo>
                <a:lnTo>
                  <a:pt x="146304" y="27432"/>
                </a:lnTo>
                <a:lnTo>
                  <a:pt x="172212" y="27432"/>
                </a:lnTo>
                <a:lnTo>
                  <a:pt x="169926" y="39671"/>
                </a:lnTo>
                <a:lnTo>
                  <a:pt x="167628" y="55721"/>
                </a:lnTo>
                <a:lnTo>
                  <a:pt x="165354" y="75009"/>
                </a:lnTo>
                <a:lnTo>
                  <a:pt x="163068" y="97536"/>
                </a:lnTo>
                <a:lnTo>
                  <a:pt x="166842" y="108204"/>
                </a:lnTo>
                <a:lnTo>
                  <a:pt x="160020" y="108204"/>
                </a:lnTo>
                <a:lnTo>
                  <a:pt x="146684" y="170878"/>
                </a:lnTo>
                <a:lnTo>
                  <a:pt x="121919" y="239268"/>
                </a:lnTo>
                <a:lnTo>
                  <a:pt x="103346" y="274677"/>
                </a:lnTo>
                <a:lnTo>
                  <a:pt x="77342" y="309943"/>
                </a:lnTo>
                <a:lnTo>
                  <a:pt x="43910" y="344924"/>
                </a:lnTo>
                <a:lnTo>
                  <a:pt x="3048" y="379476"/>
                </a:lnTo>
                <a:close/>
              </a:path>
              <a:path w="405765" h="386080">
                <a:moveTo>
                  <a:pt x="257556" y="155448"/>
                </a:moveTo>
                <a:lnTo>
                  <a:pt x="234696" y="132588"/>
                </a:lnTo>
                <a:lnTo>
                  <a:pt x="242173" y="126349"/>
                </a:lnTo>
                <a:lnTo>
                  <a:pt x="248793" y="116967"/>
                </a:lnTo>
                <a:lnTo>
                  <a:pt x="254841" y="104727"/>
                </a:lnTo>
                <a:lnTo>
                  <a:pt x="260604" y="89916"/>
                </a:lnTo>
                <a:lnTo>
                  <a:pt x="265390" y="73937"/>
                </a:lnTo>
                <a:lnTo>
                  <a:pt x="270319" y="58102"/>
                </a:lnTo>
                <a:lnTo>
                  <a:pt x="274962" y="42552"/>
                </a:lnTo>
                <a:lnTo>
                  <a:pt x="278892" y="27432"/>
                </a:lnTo>
                <a:lnTo>
                  <a:pt x="320040" y="27432"/>
                </a:lnTo>
                <a:lnTo>
                  <a:pt x="306324" y="36576"/>
                </a:lnTo>
                <a:lnTo>
                  <a:pt x="269748" y="132588"/>
                </a:lnTo>
                <a:lnTo>
                  <a:pt x="357293" y="132588"/>
                </a:lnTo>
                <a:lnTo>
                  <a:pt x="367368" y="143256"/>
                </a:lnTo>
                <a:lnTo>
                  <a:pt x="269748" y="143256"/>
                </a:lnTo>
                <a:lnTo>
                  <a:pt x="257556" y="155448"/>
                </a:lnTo>
                <a:close/>
              </a:path>
              <a:path w="405765" h="386080">
                <a:moveTo>
                  <a:pt x="54864" y="385572"/>
                </a:moveTo>
                <a:lnTo>
                  <a:pt x="53340" y="377952"/>
                </a:lnTo>
                <a:lnTo>
                  <a:pt x="110442" y="359116"/>
                </a:lnTo>
                <a:lnTo>
                  <a:pt x="160401" y="336994"/>
                </a:lnTo>
                <a:lnTo>
                  <a:pt x="202930" y="311729"/>
                </a:lnTo>
                <a:lnTo>
                  <a:pt x="237744" y="283464"/>
                </a:lnTo>
                <a:lnTo>
                  <a:pt x="210597" y="240863"/>
                </a:lnTo>
                <a:lnTo>
                  <a:pt x="188595" y="197548"/>
                </a:lnTo>
                <a:lnTo>
                  <a:pt x="171735" y="153376"/>
                </a:lnTo>
                <a:lnTo>
                  <a:pt x="160020" y="108204"/>
                </a:lnTo>
                <a:lnTo>
                  <a:pt x="166842" y="108204"/>
                </a:lnTo>
                <a:lnTo>
                  <a:pt x="180760" y="147542"/>
                </a:lnTo>
                <a:lnTo>
                  <a:pt x="201739" y="192405"/>
                </a:lnTo>
                <a:lnTo>
                  <a:pt x="225861" y="232124"/>
                </a:lnTo>
                <a:lnTo>
                  <a:pt x="252984" y="266700"/>
                </a:lnTo>
                <a:lnTo>
                  <a:pt x="281527" y="266700"/>
                </a:lnTo>
                <a:lnTo>
                  <a:pt x="266700" y="283464"/>
                </a:lnTo>
                <a:lnTo>
                  <a:pt x="282106" y="297489"/>
                </a:lnTo>
                <a:lnTo>
                  <a:pt x="285714" y="300228"/>
                </a:lnTo>
                <a:lnTo>
                  <a:pt x="251460" y="300228"/>
                </a:lnTo>
                <a:lnTo>
                  <a:pt x="214312" y="326850"/>
                </a:lnTo>
                <a:lnTo>
                  <a:pt x="169164" y="349758"/>
                </a:lnTo>
                <a:lnTo>
                  <a:pt x="116014" y="369236"/>
                </a:lnTo>
                <a:lnTo>
                  <a:pt x="54864" y="385572"/>
                </a:lnTo>
                <a:close/>
              </a:path>
              <a:path w="405765" h="386080">
                <a:moveTo>
                  <a:pt x="357293" y="132588"/>
                </a:moveTo>
                <a:lnTo>
                  <a:pt x="326136" y="132588"/>
                </a:lnTo>
                <a:lnTo>
                  <a:pt x="342900" y="117348"/>
                </a:lnTo>
                <a:lnTo>
                  <a:pt x="357293" y="132588"/>
                </a:lnTo>
                <a:close/>
              </a:path>
              <a:path w="405765" h="386080">
                <a:moveTo>
                  <a:pt x="281527" y="266700"/>
                </a:moveTo>
                <a:lnTo>
                  <a:pt x="252984" y="266700"/>
                </a:lnTo>
                <a:lnTo>
                  <a:pt x="276439" y="238410"/>
                </a:lnTo>
                <a:lnTo>
                  <a:pt x="296608" y="208407"/>
                </a:lnTo>
                <a:lnTo>
                  <a:pt x="313634" y="176688"/>
                </a:lnTo>
                <a:lnTo>
                  <a:pt x="327660" y="143256"/>
                </a:lnTo>
                <a:lnTo>
                  <a:pt x="367368" y="143256"/>
                </a:lnTo>
                <a:lnTo>
                  <a:pt x="368808" y="144780"/>
                </a:lnTo>
                <a:lnTo>
                  <a:pt x="352044" y="153924"/>
                </a:lnTo>
                <a:lnTo>
                  <a:pt x="331208" y="193881"/>
                </a:lnTo>
                <a:lnTo>
                  <a:pt x="309943" y="228981"/>
                </a:lnTo>
                <a:lnTo>
                  <a:pt x="288393" y="258937"/>
                </a:lnTo>
                <a:lnTo>
                  <a:pt x="281527" y="266700"/>
                </a:lnTo>
                <a:close/>
              </a:path>
              <a:path w="405765" h="386080">
                <a:moveTo>
                  <a:pt x="370332" y="379476"/>
                </a:moveTo>
                <a:lnTo>
                  <a:pt x="333756" y="362378"/>
                </a:lnTo>
                <a:lnTo>
                  <a:pt x="301752" y="343280"/>
                </a:lnTo>
                <a:lnTo>
                  <a:pt x="274320" y="322468"/>
                </a:lnTo>
                <a:lnTo>
                  <a:pt x="251460" y="300228"/>
                </a:lnTo>
                <a:lnTo>
                  <a:pt x="285714" y="300228"/>
                </a:lnTo>
                <a:lnTo>
                  <a:pt x="298513" y="309943"/>
                </a:lnTo>
                <a:lnTo>
                  <a:pt x="315777" y="320968"/>
                </a:lnTo>
                <a:lnTo>
                  <a:pt x="352663" y="337875"/>
                </a:lnTo>
                <a:lnTo>
                  <a:pt x="405384" y="350520"/>
                </a:lnTo>
                <a:lnTo>
                  <a:pt x="405384" y="355092"/>
                </a:lnTo>
                <a:lnTo>
                  <a:pt x="393692" y="358259"/>
                </a:lnTo>
                <a:lnTo>
                  <a:pt x="383857" y="363283"/>
                </a:lnTo>
                <a:lnTo>
                  <a:pt x="376023" y="370308"/>
                </a:lnTo>
                <a:lnTo>
                  <a:pt x="370332" y="37947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" name="object 19"/>
          <p:cNvSpPr/>
          <p:nvPr/>
        </p:nvSpPr>
        <p:spPr>
          <a:xfrm>
            <a:off x="6656832" y="2461260"/>
            <a:ext cx="396240" cy="44450"/>
          </a:xfrm>
          <a:custGeom>
            <a:avLst/>
            <a:gdLst/>
            <a:ahLst/>
            <a:cxnLst/>
            <a:rect l="l" t="t" r="r" b="b"/>
            <a:pathLst>
              <a:path w="396240" h="44450">
                <a:moveTo>
                  <a:pt x="15240" y="44195"/>
                </a:moveTo>
                <a:lnTo>
                  <a:pt x="0" y="28955"/>
                </a:lnTo>
                <a:lnTo>
                  <a:pt x="323087" y="28955"/>
                </a:lnTo>
                <a:lnTo>
                  <a:pt x="358139" y="0"/>
                </a:lnTo>
                <a:lnTo>
                  <a:pt x="396239" y="38099"/>
                </a:lnTo>
                <a:lnTo>
                  <a:pt x="62484" y="38099"/>
                </a:lnTo>
                <a:lnTo>
                  <a:pt x="49101" y="38623"/>
                </a:lnTo>
                <a:lnTo>
                  <a:pt x="36576" y="40004"/>
                </a:lnTo>
                <a:lnTo>
                  <a:pt x="25193" y="41957"/>
                </a:lnTo>
                <a:lnTo>
                  <a:pt x="15240" y="4419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" name="object 20"/>
          <p:cNvSpPr/>
          <p:nvPr/>
        </p:nvSpPr>
        <p:spPr>
          <a:xfrm>
            <a:off x="7101840" y="2319527"/>
            <a:ext cx="398145" cy="373380"/>
          </a:xfrm>
          <a:custGeom>
            <a:avLst/>
            <a:gdLst/>
            <a:ahLst/>
            <a:cxnLst/>
            <a:rect l="l" t="t" r="r" b="b"/>
            <a:pathLst>
              <a:path w="398145" h="373380">
                <a:moveTo>
                  <a:pt x="148080" y="213360"/>
                </a:moveTo>
                <a:lnTo>
                  <a:pt x="60960" y="213360"/>
                </a:lnTo>
                <a:lnTo>
                  <a:pt x="111252" y="207264"/>
                </a:lnTo>
                <a:lnTo>
                  <a:pt x="111023" y="134112"/>
                </a:lnTo>
                <a:lnTo>
                  <a:pt x="110490" y="71056"/>
                </a:lnTo>
                <a:lnTo>
                  <a:pt x="109984" y="28956"/>
                </a:lnTo>
                <a:lnTo>
                  <a:pt x="109728" y="0"/>
                </a:lnTo>
                <a:lnTo>
                  <a:pt x="149352" y="19812"/>
                </a:lnTo>
                <a:lnTo>
                  <a:pt x="134112" y="32004"/>
                </a:lnTo>
                <a:lnTo>
                  <a:pt x="134112" y="94488"/>
                </a:lnTo>
                <a:lnTo>
                  <a:pt x="204215" y="94488"/>
                </a:lnTo>
                <a:lnTo>
                  <a:pt x="214883" y="105156"/>
                </a:lnTo>
                <a:lnTo>
                  <a:pt x="134112" y="105156"/>
                </a:lnTo>
                <a:lnTo>
                  <a:pt x="134112" y="202692"/>
                </a:lnTo>
                <a:lnTo>
                  <a:pt x="198853" y="202692"/>
                </a:lnTo>
                <a:lnTo>
                  <a:pt x="148080" y="213360"/>
                </a:lnTo>
                <a:close/>
              </a:path>
              <a:path w="398145" h="373380">
                <a:moveTo>
                  <a:pt x="355092" y="227076"/>
                </a:moveTo>
                <a:lnTo>
                  <a:pt x="274320" y="227076"/>
                </a:lnTo>
                <a:lnTo>
                  <a:pt x="255436" y="225933"/>
                </a:lnTo>
                <a:lnTo>
                  <a:pt x="242125" y="220218"/>
                </a:lnTo>
                <a:lnTo>
                  <a:pt x="234243" y="209931"/>
                </a:lnTo>
                <a:lnTo>
                  <a:pt x="231647" y="195072"/>
                </a:lnTo>
                <a:lnTo>
                  <a:pt x="231647" y="53340"/>
                </a:lnTo>
                <a:lnTo>
                  <a:pt x="231386" y="43934"/>
                </a:lnTo>
                <a:lnTo>
                  <a:pt x="230695" y="31813"/>
                </a:lnTo>
                <a:lnTo>
                  <a:pt x="228600" y="0"/>
                </a:lnTo>
                <a:lnTo>
                  <a:pt x="266700" y="16764"/>
                </a:lnTo>
                <a:lnTo>
                  <a:pt x="252983" y="28956"/>
                </a:lnTo>
                <a:lnTo>
                  <a:pt x="252983" y="129540"/>
                </a:lnTo>
                <a:lnTo>
                  <a:pt x="271677" y="129540"/>
                </a:lnTo>
                <a:lnTo>
                  <a:pt x="252983" y="140208"/>
                </a:lnTo>
                <a:lnTo>
                  <a:pt x="252983" y="184404"/>
                </a:lnTo>
                <a:lnTo>
                  <a:pt x="254746" y="194643"/>
                </a:lnTo>
                <a:lnTo>
                  <a:pt x="260223" y="202311"/>
                </a:lnTo>
                <a:lnTo>
                  <a:pt x="269700" y="207121"/>
                </a:lnTo>
                <a:lnTo>
                  <a:pt x="283464" y="208788"/>
                </a:lnTo>
                <a:lnTo>
                  <a:pt x="394520" y="208788"/>
                </a:lnTo>
                <a:lnTo>
                  <a:pt x="390667" y="214217"/>
                </a:lnTo>
                <a:lnTo>
                  <a:pt x="381000" y="221361"/>
                </a:lnTo>
                <a:lnTo>
                  <a:pt x="369046" y="225647"/>
                </a:lnTo>
                <a:lnTo>
                  <a:pt x="355092" y="227076"/>
                </a:lnTo>
                <a:close/>
              </a:path>
              <a:path w="398145" h="373380">
                <a:moveTo>
                  <a:pt x="271677" y="129540"/>
                </a:moveTo>
                <a:lnTo>
                  <a:pt x="252983" y="129540"/>
                </a:lnTo>
                <a:lnTo>
                  <a:pt x="288750" y="104917"/>
                </a:lnTo>
                <a:lnTo>
                  <a:pt x="316230" y="83439"/>
                </a:lnTo>
                <a:lnTo>
                  <a:pt x="335708" y="64817"/>
                </a:lnTo>
                <a:lnTo>
                  <a:pt x="347472" y="48768"/>
                </a:lnTo>
                <a:lnTo>
                  <a:pt x="376427" y="77724"/>
                </a:lnTo>
                <a:lnTo>
                  <a:pt x="360783" y="83200"/>
                </a:lnTo>
                <a:lnTo>
                  <a:pt x="334708" y="95250"/>
                </a:lnTo>
                <a:lnTo>
                  <a:pt x="298632" y="114157"/>
                </a:lnTo>
                <a:lnTo>
                  <a:pt x="271677" y="129540"/>
                </a:lnTo>
                <a:close/>
              </a:path>
              <a:path w="398145" h="373380">
                <a:moveTo>
                  <a:pt x="18288" y="252984"/>
                </a:moveTo>
                <a:lnTo>
                  <a:pt x="0" y="220980"/>
                </a:lnTo>
                <a:lnTo>
                  <a:pt x="38100" y="214884"/>
                </a:lnTo>
                <a:lnTo>
                  <a:pt x="37862" y="161544"/>
                </a:lnTo>
                <a:lnTo>
                  <a:pt x="37279" y="114157"/>
                </a:lnTo>
                <a:lnTo>
                  <a:pt x="36804" y="83439"/>
                </a:lnTo>
                <a:lnTo>
                  <a:pt x="36576" y="60960"/>
                </a:lnTo>
                <a:lnTo>
                  <a:pt x="74676" y="79248"/>
                </a:lnTo>
                <a:lnTo>
                  <a:pt x="60960" y="92964"/>
                </a:lnTo>
                <a:lnTo>
                  <a:pt x="60960" y="213360"/>
                </a:lnTo>
                <a:lnTo>
                  <a:pt x="148080" y="213360"/>
                </a:lnTo>
                <a:lnTo>
                  <a:pt x="131873" y="216765"/>
                </a:lnTo>
                <a:lnTo>
                  <a:pt x="72390" y="231457"/>
                </a:lnTo>
                <a:lnTo>
                  <a:pt x="34623" y="243578"/>
                </a:lnTo>
                <a:lnTo>
                  <a:pt x="18288" y="252984"/>
                </a:lnTo>
                <a:close/>
              </a:path>
              <a:path w="398145" h="373380">
                <a:moveTo>
                  <a:pt x="204215" y="94488"/>
                </a:moveTo>
                <a:lnTo>
                  <a:pt x="166116" y="94488"/>
                </a:lnTo>
                <a:lnTo>
                  <a:pt x="185928" y="76200"/>
                </a:lnTo>
                <a:lnTo>
                  <a:pt x="204215" y="94488"/>
                </a:lnTo>
                <a:close/>
              </a:path>
              <a:path w="398145" h="373380">
                <a:moveTo>
                  <a:pt x="394520" y="208788"/>
                </a:moveTo>
                <a:lnTo>
                  <a:pt x="347472" y="208788"/>
                </a:lnTo>
                <a:lnTo>
                  <a:pt x="352853" y="204763"/>
                </a:lnTo>
                <a:lnTo>
                  <a:pt x="357378" y="199453"/>
                </a:lnTo>
                <a:lnTo>
                  <a:pt x="366338" y="161472"/>
                </a:lnTo>
                <a:lnTo>
                  <a:pt x="368808" y="134112"/>
                </a:lnTo>
                <a:lnTo>
                  <a:pt x="376427" y="134112"/>
                </a:lnTo>
                <a:lnTo>
                  <a:pt x="379476" y="173736"/>
                </a:lnTo>
                <a:lnTo>
                  <a:pt x="397764" y="204216"/>
                </a:lnTo>
                <a:lnTo>
                  <a:pt x="394520" y="208788"/>
                </a:lnTo>
                <a:close/>
              </a:path>
              <a:path w="398145" h="373380">
                <a:moveTo>
                  <a:pt x="198853" y="202692"/>
                </a:moveTo>
                <a:lnTo>
                  <a:pt x="134112" y="202692"/>
                </a:lnTo>
                <a:lnTo>
                  <a:pt x="211835" y="190500"/>
                </a:lnTo>
                <a:lnTo>
                  <a:pt x="213328" y="199453"/>
                </a:lnTo>
                <a:lnTo>
                  <a:pt x="213246" y="199667"/>
                </a:lnTo>
                <a:lnTo>
                  <a:pt x="198853" y="202692"/>
                </a:lnTo>
                <a:close/>
              </a:path>
              <a:path w="398145" h="373380">
                <a:moveTo>
                  <a:pt x="68580" y="295656"/>
                </a:moveTo>
                <a:lnTo>
                  <a:pt x="53340" y="278892"/>
                </a:lnTo>
                <a:lnTo>
                  <a:pt x="278892" y="278892"/>
                </a:lnTo>
                <a:lnTo>
                  <a:pt x="306323" y="252984"/>
                </a:lnTo>
                <a:lnTo>
                  <a:pt x="342900" y="289560"/>
                </a:lnTo>
                <a:lnTo>
                  <a:pt x="106680" y="289560"/>
                </a:lnTo>
                <a:lnTo>
                  <a:pt x="97512" y="289869"/>
                </a:lnTo>
                <a:lnTo>
                  <a:pt x="88201" y="290893"/>
                </a:lnTo>
                <a:lnTo>
                  <a:pt x="78605" y="292774"/>
                </a:lnTo>
                <a:lnTo>
                  <a:pt x="68580" y="295656"/>
                </a:lnTo>
                <a:close/>
              </a:path>
              <a:path w="398145" h="373380">
                <a:moveTo>
                  <a:pt x="18288" y="373380"/>
                </a:moveTo>
                <a:lnTo>
                  <a:pt x="3048" y="358140"/>
                </a:lnTo>
                <a:lnTo>
                  <a:pt x="323088" y="358140"/>
                </a:lnTo>
                <a:lnTo>
                  <a:pt x="355092" y="326136"/>
                </a:lnTo>
                <a:lnTo>
                  <a:pt x="396240" y="368808"/>
                </a:lnTo>
                <a:lnTo>
                  <a:pt x="59436" y="368808"/>
                </a:lnTo>
                <a:lnTo>
                  <a:pt x="48506" y="369093"/>
                </a:lnTo>
                <a:lnTo>
                  <a:pt x="38290" y="369951"/>
                </a:lnTo>
                <a:lnTo>
                  <a:pt x="28360" y="371379"/>
                </a:lnTo>
                <a:lnTo>
                  <a:pt x="18288" y="37338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" name="object 21"/>
          <p:cNvSpPr/>
          <p:nvPr/>
        </p:nvSpPr>
        <p:spPr>
          <a:xfrm>
            <a:off x="7572756" y="2325624"/>
            <a:ext cx="347980" cy="391795"/>
          </a:xfrm>
          <a:custGeom>
            <a:avLst/>
            <a:gdLst/>
            <a:ahLst/>
            <a:cxnLst/>
            <a:rect l="l" t="t" r="r" b="b"/>
            <a:pathLst>
              <a:path w="347979" h="391794">
                <a:moveTo>
                  <a:pt x="153270" y="16764"/>
                </a:moveTo>
                <a:lnTo>
                  <a:pt x="120396" y="16764"/>
                </a:lnTo>
                <a:lnTo>
                  <a:pt x="134112" y="0"/>
                </a:lnTo>
                <a:lnTo>
                  <a:pt x="153270" y="16764"/>
                </a:lnTo>
                <a:close/>
              </a:path>
              <a:path w="347979" h="391794">
                <a:moveTo>
                  <a:pt x="19812" y="338328"/>
                </a:moveTo>
                <a:lnTo>
                  <a:pt x="0" y="312420"/>
                </a:lnTo>
                <a:lnTo>
                  <a:pt x="2262" y="306419"/>
                </a:lnTo>
                <a:lnTo>
                  <a:pt x="4430" y="299656"/>
                </a:lnTo>
                <a:lnTo>
                  <a:pt x="6215" y="292703"/>
                </a:lnTo>
                <a:lnTo>
                  <a:pt x="7567" y="285273"/>
                </a:lnTo>
                <a:lnTo>
                  <a:pt x="7620" y="67056"/>
                </a:lnTo>
                <a:lnTo>
                  <a:pt x="7358" y="49315"/>
                </a:lnTo>
                <a:lnTo>
                  <a:pt x="6667" y="32575"/>
                </a:lnTo>
                <a:lnTo>
                  <a:pt x="5691" y="16692"/>
                </a:lnTo>
                <a:lnTo>
                  <a:pt x="4572" y="1524"/>
                </a:lnTo>
                <a:lnTo>
                  <a:pt x="28956" y="16764"/>
                </a:lnTo>
                <a:lnTo>
                  <a:pt x="153270" y="16764"/>
                </a:lnTo>
                <a:lnTo>
                  <a:pt x="158496" y="21336"/>
                </a:lnTo>
                <a:lnTo>
                  <a:pt x="153352" y="25908"/>
                </a:lnTo>
                <a:lnTo>
                  <a:pt x="28956" y="25908"/>
                </a:lnTo>
                <a:lnTo>
                  <a:pt x="28956" y="88392"/>
                </a:lnTo>
                <a:lnTo>
                  <a:pt x="144780" y="88392"/>
                </a:lnTo>
                <a:lnTo>
                  <a:pt x="144780" y="99060"/>
                </a:lnTo>
                <a:lnTo>
                  <a:pt x="28956" y="99060"/>
                </a:lnTo>
                <a:lnTo>
                  <a:pt x="28956" y="169164"/>
                </a:lnTo>
                <a:lnTo>
                  <a:pt x="145070" y="169164"/>
                </a:lnTo>
                <a:lnTo>
                  <a:pt x="145422" y="179284"/>
                </a:lnTo>
                <a:lnTo>
                  <a:pt x="145456" y="179832"/>
                </a:lnTo>
                <a:lnTo>
                  <a:pt x="28956" y="179832"/>
                </a:lnTo>
                <a:lnTo>
                  <a:pt x="28956" y="303276"/>
                </a:lnTo>
                <a:lnTo>
                  <a:pt x="78489" y="303276"/>
                </a:lnTo>
                <a:lnTo>
                  <a:pt x="74866" y="304800"/>
                </a:lnTo>
                <a:lnTo>
                  <a:pt x="57554" y="312801"/>
                </a:lnTo>
                <a:lnTo>
                  <a:pt x="40386" y="322254"/>
                </a:lnTo>
                <a:lnTo>
                  <a:pt x="33528" y="326707"/>
                </a:lnTo>
                <a:lnTo>
                  <a:pt x="26670" y="332017"/>
                </a:lnTo>
                <a:lnTo>
                  <a:pt x="19812" y="338328"/>
                </a:lnTo>
                <a:close/>
              </a:path>
              <a:path w="347979" h="391794">
                <a:moveTo>
                  <a:pt x="144780" y="88392"/>
                </a:moveTo>
                <a:lnTo>
                  <a:pt x="121920" y="88392"/>
                </a:lnTo>
                <a:lnTo>
                  <a:pt x="121920" y="25908"/>
                </a:lnTo>
                <a:lnTo>
                  <a:pt x="153352" y="25908"/>
                </a:lnTo>
                <a:lnTo>
                  <a:pt x="144780" y="33528"/>
                </a:lnTo>
                <a:lnTo>
                  <a:pt x="144780" y="88392"/>
                </a:lnTo>
                <a:close/>
              </a:path>
              <a:path w="347979" h="391794">
                <a:moveTo>
                  <a:pt x="145070" y="169164"/>
                </a:moveTo>
                <a:lnTo>
                  <a:pt x="121920" y="169164"/>
                </a:lnTo>
                <a:lnTo>
                  <a:pt x="121920" y="99060"/>
                </a:lnTo>
                <a:lnTo>
                  <a:pt x="144780" y="99060"/>
                </a:lnTo>
                <a:lnTo>
                  <a:pt x="144803" y="154757"/>
                </a:lnTo>
                <a:lnTo>
                  <a:pt x="144970" y="166306"/>
                </a:lnTo>
                <a:lnTo>
                  <a:pt x="145070" y="169164"/>
                </a:lnTo>
                <a:close/>
              </a:path>
              <a:path w="347979" h="391794">
                <a:moveTo>
                  <a:pt x="121920" y="205739"/>
                </a:moveTo>
                <a:lnTo>
                  <a:pt x="121920" y="179832"/>
                </a:lnTo>
                <a:lnTo>
                  <a:pt x="145456" y="179832"/>
                </a:lnTo>
                <a:lnTo>
                  <a:pt x="146304" y="193548"/>
                </a:lnTo>
                <a:lnTo>
                  <a:pt x="121920" y="205739"/>
                </a:lnTo>
                <a:close/>
              </a:path>
              <a:path w="347979" h="391794">
                <a:moveTo>
                  <a:pt x="78489" y="303276"/>
                </a:moveTo>
                <a:lnTo>
                  <a:pt x="28956" y="303276"/>
                </a:lnTo>
                <a:lnTo>
                  <a:pt x="45243" y="298989"/>
                </a:lnTo>
                <a:lnTo>
                  <a:pt x="66675" y="292989"/>
                </a:lnTo>
                <a:lnTo>
                  <a:pt x="124968" y="275844"/>
                </a:lnTo>
                <a:lnTo>
                  <a:pt x="114728" y="260985"/>
                </a:lnTo>
                <a:lnTo>
                  <a:pt x="102489" y="246126"/>
                </a:lnTo>
                <a:lnTo>
                  <a:pt x="88534" y="231267"/>
                </a:lnTo>
                <a:lnTo>
                  <a:pt x="73152" y="216408"/>
                </a:lnTo>
                <a:lnTo>
                  <a:pt x="77724" y="210312"/>
                </a:lnTo>
                <a:lnTo>
                  <a:pt x="114871" y="234029"/>
                </a:lnTo>
                <a:lnTo>
                  <a:pt x="158305" y="266033"/>
                </a:lnTo>
                <a:lnTo>
                  <a:pt x="166116" y="281939"/>
                </a:lnTo>
                <a:lnTo>
                  <a:pt x="131064" y="281939"/>
                </a:lnTo>
                <a:lnTo>
                  <a:pt x="99321" y="294513"/>
                </a:lnTo>
                <a:lnTo>
                  <a:pt x="78489" y="303276"/>
                </a:lnTo>
                <a:close/>
              </a:path>
              <a:path w="347979" h="391794">
                <a:moveTo>
                  <a:pt x="156972" y="320040"/>
                </a:moveTo>
                <a:lnTo>
                  <a:pt x="153924" y="320040"/>
                </a:lnTo>
                <a:lnTo>
                  <a:pt x="152400" y="318515"/>
                </a:lnTo>
                <a:lnTo>
                  <a:pt x="149352" y="313944"/>
                </a:lnTo>
                <a:lnTo>
                  <a:pt x="145637" y="307014"/>
                </a:lnTo>
                <a:lnTo>
                  <a:pt x="141351" y="299656"/>
                </a:lnTo>
                <a:lnTo>
                  <a:pt x="136493" y="291441"/>
                </a:lnTo>
                <a:lnTo>
                  <a:pt x="131064" y="281939"/>
                </a:lnTo>
                <a:lnTo>
                  <a:pt x="166116" y="281939"/>
                </a:lnTo>
                <a:lnTo>
                  <a:pt x="167640" y="288036"/>
                </a:lnTo>
                <a:lnTo>
                  <a:pt x="167640" y="301751"/>
                </a:lnTo>
                <a:lnTo>
                  <a:pt x="166116" y="309372"/>
                </a:lnTo>
                <a:lnTo>
                  <a:pt x="160020" y="318515"/>
                </a:lnTo>
                <a:lnTo>
                  <a:pt x="156972" y="320040"/>
                </a:lnTo>
                <a:close/>
              </a:path>
              <a:path w="347979" h="391794">
                <a:moveTo>
                  <a:pt x="343720" y="22860"/>
                </a:moveTo>
                <a:lnTo>
                  <a:pt x="307848" y="22860"/>
                </a:lnTo>
                <a:lnTo>
                  <a:pt x="323088" y="6096"/>
                </a:lnTo>
                <a:lnTo>
                  <a:pt x="343720" y="22860"/>
                </a:lnTo>
                <a:close/>
              </a:path>
              <a:path w="347979" h="391794">
                <a:moveTo>
                  <a:pt x="204216" y="391668"/>
                </a:moveTo>
                <a:lnTo>
                  <a:pt x="204454" y="354187"/>
                </a:lnTo>
                <a:lnTo>
                  <a:pt x="204978" y="323850"/>
                </a:lnTo>
                <a:lnTo>
                  <a:pt x="205528" y="298513"/>
                </a:lnTo>
                <a:lnTo>
                  <a:pt x="205654" y="289560"/>
                </a:lnTo>
                <a:lnTo>
                  <a:pt x="205739" y="88392"/>
                </a:lnTo>
                <a:lnTo>
                  <a:pt x="205501" y="69556"/>
                </a:lnTo>
                <a:lnTo>
                  <a:pt x="204454" y="29027"/>
                </a:lnTo>
                <a:lnTo>
                  <a:pt x="204216" y="7620"/>
                </a:lnTo>
                <a:lnTo>
                  <a:pt x="227075" y="22860"/>
                </a:lnTo>
                <a:lnTo>
                  <a:pt x="343720" y="22860"/>
                </a:lnTo>
                <a:lnTo>
                  <a:pt x="347472" y="25908"/>
                </a:lnTo>
                <a:lnTo>
                  <a:pt x="338899" y="33528"/>
                </a:lnTo>
                <a:lnTo>
                  <a:pt x="227075" y="33528"/>
                </a:lnTo>
                <a:lnTo>
                  <a:pt x="227075" y="379476"/>
                </a:lnTo>
                <a:lnTo>
                  <a:pt x="204216" y="391668"/>
                </a:lnTo>
                <a:close/>
              </a:path>
              <a:path w="347979" h="391794">
                <a:moveTo>
                  <a:pt x="332265" y="271272"/>
                </a:moveTo>
                <a:lnTo>
                  <a:pt x="304799" y="271272"/>
                </a:lnTo>
                <a:lnTo>
                  <a:pt x="309372" y="266700"/>
                </a:lnTo>
                <a:lnTo>
                  <a:pt x="310896" y="257556"/>
                </a:lnTo>
                <a:lnTo>
                  <a:pt x="310896" y="33528"/>
                </a:lnTo>
                <a:lnTo>
                  <a:pt x="338899" y="33528"/>
                </a:lnTo>
                <a:lnTo>
                  <a:pt x="333756" y="38100"/>
                </a:lnTo>
                <a:lnTo>
                  <a:pt x="333756" y="259080"/>
                </a:lnTo>
                <a:lnTo>
                  <a:pt x="333208" y="266819"/>
                </a:lnTo>
                <a:lnTo>
                  <a:pt x="332265" y="271272"/>
                </a:lnTo>
                <a:close/>
              </a:path>
              <a:path w="347979" h="391794">
                <a:moveTo>
                  <a:pt x="295656" y="307848"/>
                </a:moveTo>
                <a:lnTo>
                  <a:pt x="292512" y="298704"/>
                </a:lnTo>
                <a:lnTo>
                  <a:pt x="283083" y="289560"/>
                </a:lnTo>
                <a:lnTo>
                  <a:pt x="267366" y="280416"/>
                </a:lnTo>
                <a:lnTo>
                  <a:pt x="245363" y="271272"/>
                </a:lnTo>
                <a:lnTo>
                  <a:pt x="246887" y="265176"/>
                </a:lnTo>
                <a:lnTo>
                  <a:pt x="261770" y="267200"/>
                </a:lnTo>
                <a:lnTo>
                  <a:pt x="294132" y="271272"/>
                </a:lnTo>
                <a:lnTo>
                  <a:pt x="332265" y="271272"/>
                </a:lnTo>
                <a:lnTo>
                  <a:pt x="331660" y="274129"/>
                </a:lnTo>
                <a:lnTo>
                  <a:pt x="306204" y="303252"/>
                </a:lnTo>
                <a:lnTo>
                  <a:pt x="295656" y="30784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" name="object 22"/>
          <p:cNvSpPr/>
          <p:nvPr/>
        </p:nvSpPr>
        <p:spPr>
          <a:xfrm>
            <a:off x="7981188" y="2308872"/>
            <a:ext cx="859790" cy="410209"/>
          </a:xfrm>
          <a:custGeom>
            <a:avLst/>
            <a:gdLst/>
            <a:ahLst/>
            <a:cxnLst/>
            <a:rect l="l" t="t" r="r" b="b"/>
            <a:pathLst>
              <a:path w="859790" h="410210">
                <a:moveTo>
                  <a:pt x="73393" y="143649"/>
                </a:moveTo>
                <a:lnTo>
                  <a:pt x="48768" y="106489"/>
                </a:lnTo>
                <a:lnTo>
                  <a:pt x="18288" y="83820"/>
                </a:lnTo>
                <a:lnTo>
                  <a:pt x="12179" y="86868"/>
                </a:lnTo>
                <a:lnTo>
                  <a:pt x="24498" y="105676"/>
                </a:lnTo>
                <a:lnTo>
                  <a:pt x="34099" y="123063"/>
                </a:lnTo>
                <a:lnTo>
                  <a:pt x="41122" y="138722"/>
                </a:lnTo>
                <a:lnTo>
                  <a:pt x="45720" y="152400"/>
                </a:lnTo>
                <a:lnTo>
                  <a:pt x="48768" y="166116"/>
                </a:lnTo>
                <a:lnTo>
                  <a:pt x="53340" y="173736"/>
                </a:lnTo>
                <a:lnTo>
                  <a:pt x="59436" y="173736"/>
                </a:lnTo>
                <a:lnTo>
                  <a:pt x="60960" y="172212"/>
                </a:lnTo>
                <a:lnTo>
                  <a:pt x="65532" y="169164"/>
                </a:lnTo>
                <a:lnTo>
                  <a:pt x="70104" y="164592"/>
                </a:lnTo>
                <a:lnTo>
                  <a:pt x="71628" y="158496"/>
                </a:lnTo>
                <a:lnTo>
                  <a:pt x="73152" y="150876"/>
                </a:lnTo>
                <a:lnTo>
                  <a:pt x="73279" y="147828"/>
                </a:lnTo>
                <a:lnTo>
                  <a:pt x="73393" y="143649"/>
                </a:lnTo>
                <a:close/>
              </a:path>
              <a:path w="859790" h="410210">
                <a:moveTo>
                  <a:pt x="135636" y="27419"/>
                </a:moveTo>
                <a:lnTo>
                  <a:pt x="97536" y="6083"/>
                </a:lnTo>
                <a:lnTo>
                  <a:pt x="98374" y="33528"/>
                </a:lnTo>
                <a:lnTo>
                  <a:pt x="98501" y="42672"/>
                </a:lnTo>
                <a:lnTo>
                  <a:pt x="98869" y="77343"/>
                </a:lnTo>
                <a:lnTo>
                  <a:pt x="98983" y="119062"/>
                </a:lnTo>
                <a:lnTo>
                  <a:pt x="99060" y="205740"/>
                </a:lnTo>
                <a:lnTo>
                  <a:pt x="85318" y="220065"/>
                </a:lnTo>
                <a:lnTo>
                  <a:pt x="71437" y="233553"/>
                </a:lnTo>
                <a:lnTo>
                  <a:pt x="57264" y="246456"/>
                </a:lnTo>
                <a:lnTo>
                  <a:pt x="42672" y="259080"/>
                </a:lnTo>
                <a:lnTo>
                  <a:pt x="29692" y="271272"/>
                </a:lnTo>
                <a:lnTo>
                  <a:pt x="17907" y="280987"/>
                </a:lnTo>
                <a:lnTo>
                  <a:pt x="7950" y="288010"/>
                </a:lnTo>
                <a:lnTo>
                  <a:pt x="0" y="292608"/>
                </a:lnTo>
                <a:lnTo>
                  <a:pt x="27432" y="318516"/>
                </a:lnTo>
                <a:lnTo>
                  <a:pt x="57810" y="271386"/>
                </a:lnTo>
                <a:lnTo>
                  <a:pt x="69913" y="256984"/>
                </a:lnTo>
                <a:lnTo>
                  <a:pt x="80772" y="243840"/>
                </a:lnTo>
                <a:lnTo>
                  <a:pt x="90487" y="231838"/>
                </a:lnTo>
                <a:lnTo>
                  <a:pt x="99060" y="220980"/>
                </a:lnTo>
                <a:lnTo>
                  <a:pt x="98933" y="314299"/>
                </a:lnTo>
                <a:lnTo>
                  <a:pt x="98844" y="339852"/>
                </a:lnTo>
                <a:lnTo>
                  <a:pt x="98412" y="379349"/>
                </a:lnTo>
                <a:lnTo>
                  <a:pt x="97536" y="408432"/>
                </a:lnTo>
                <a:lnTo>
                  <a:pt x="123444" y="394716"/>
                </a:lnTo>
                <a:lnTo>
                  <a:pt x="122555" y="376161"/>
                </a:lnTo>
                <a:lnTo>
                  <a:pt x="122110" y="359473"/>
                </a:lnTo>
                <a:lnTo>
                  <a:pt x="121932" y="344779"/>
                </a:lnTo>
                <a:lnTo>
                  <a:pt x="121920" y="220980"/>
                </a:lnTo>
                <a:lnTo>
                  <a:pt x="121920" y="42672"/>
                </a:lnTo>
                <a:lnTo>
                  <a:pt x="135636" y="27419"/>
                </a:lnTo>
                <a:close/>
              </a:path>
              <a:path w="859790" h="410210">
                <a:moveTo>
                  <a:pt x="242620" y="314299"/>
                </a:moveTo>
                <a:lnTo>
                  <a:pt x="219265" y="281178"/>
                </a:lnTo>
                <a:lnTo>
                  <a:pt x="193548" y="262128"/>
                </a:lnTo>
                <a:lnTo>
                  <a:pt x="187452" y="265176"/>
                </a:lnTo>
                <a:lnTo>
                  <a:pt x="196608" y="279984"/>
                </a:lnTo>
                <a:lnTo>
                  <a:pt x="203644" y="294513"/>
                </a:lnTo>
                <a:lnTo>
                  <a:pt x="208648" y="308419"/>
                </a:lnTo>
                <a:lnTo>
                  <a:pt x="211836" y="321564"/>
                </a:lnTo>
                <a:lnTo>
                  <a:pt x="214884" y="335280"/>
                </a:lnTo>
                <a:lnTo>
                  <a:pt x="217932" y="342900"/>
                </a:lnTo>
                <a:lnTo>
                  <a:pt x="225552" y="342900"/>
                </a:lnTo>
                <a:lnTo>
                  <a:pt x="228600" y="339852"/>
                </a:lnTo>
                <a:lnTo>
                  <a:pt x="233172" y="336804"/>
                </a:lnTo>
                <a:lnTo>
                  <a:pt x="237744" y="332232"/>
                </a:lnTo>
                <a:lnTo>
                  <a:pt x="240792" y="326136"/>
                </a:lnTo>
                <a:lnTo>
                  <a:pt x="242316" y="320040"/>
                </a:lnTo>
                <a:lnTo>
                  <a:pt x="242620" y="314299"/>
                </a:lnTo>
                <a:close/>
              </a:path>
              <a:path w="859790" h="410210">
                <a:moveTo>
                  <a:pt x="381000" y="76200"/>
                </a:moveTo>
                <a:lnTo>
                  <a:pt x="370332" y="65532"/>
                </a:lnTo>
                <a:lnTo>
                  <a:pt x="355092" y="50292"/>
                </a:lnTo>
                <a:lnTo>
                  <a:pt x="339852" y="65532"/>
                </a:lnTo>
                <a:lnTo>
                  <a:pt x="227076" y="65532"/>
                </a:lnTo>
                <a:lnTo>
                  <a:pt x="233045" y="57315"/>
                </a:lnTo>
                <a:lnTo>
                  <a:pt x="239458" y="48958"/>
                </a:lnTo>
                <a:lnTo>
                  <a:pt x="246138" y="40881"/>
                </a:lnTo>
                <a:lnTo>
                  <a:pt x="252984" y="33528"/>
                </a:lnTo>
                <a:lnTo>
                  <a:pt x="269748" y="25895"/>
                </a:lnTo>
                <a:lnTo>
                  <a:pt x="233172" y="0"/>
                </a:lnTo>
                <a:lnTo>
                  <a:pt x="218694" y="35242"/>
                </a:lnTo>
                <a:lnTo>
                  <a:pt x="199644" y="71628"/>
                </a:lnTo>
                <a:lnTo>
                  <a:pt x="172974" y="110299"/>
                </a:lnTo>
                <a:lnTo>
                  <a:pt x="137160" y="152400"/>
                </a:lnTo>
                <a:lnTo>
                  <a:pt x="141732" y="158496"/>
                </a:lnTo>
                <a:lnTo>
                  <a:pt x="159131" y="143649"/>
                </a:lnTo>
                <a:lnTo>
                  <a:pt x="174688" y="128968"/>
                </a:lnTo>
                <a:lnTo>
                  <a:pt x="188226" y="114554"/>
                </a:lnTo>
                <a:lnTo>
                  <a:pt x="199644" y="100584"/>
                </a:lnTo>
                <a:lnTo>
                  <a:pt x="206806" y="113728"/>
                </a:lnTo>
                <a:lnTo>
                  <a:pt x="212407" y="125730"/>
                </a:lnTo>
                <a:lnTo>
                  <a:pt x="216573" y="136588"/>
                </a:lnTo>
                <a:lnTo>
                  <a:pt x="219456" y="146304"/>
                </a:lnTo>
                <a:lnTo>
                  <a:pt x="220980" y="155448"/>
                </a:lnTo>
                <a:lnTo>
                  <a:pt x="224028" y="160020"/>
                </a:lnTo>
                <a:lnTo>
                  <a:pt x="228600" y="160020"/>
                </a:lnTo>
                <a:lnTo>
                  <a:pt x="231648" y="158496"/>
                </a:lnTo>
                <a:lnTo>
                  <a:pt x="244055" y="134251"/>
                </a:lnTo>
                <a:lnTo>
                  <a:pt x="242697" y="128778"/>
                </a:lnTo>
                <a:lnTo>
                  <a:pt x="213906" y="101701"/>
                </a:lnTo>
                <a:lnTo>
                  <a:pt x="212001" y="100584"/>
                </a:lnTo>
                <a:lnTo>
                  <a:pt x="204216" y="96012"/>
                </a:lnTo>
                <a:lnTo>
                  <a:pt x="213360" y="83820"/>
                </a:lnTo>
                <a:lnTo>
                  <a:pt x="219456" y="76200"/>
                </a:lnTo>
                <a:lnTo>
                  <a:pt x="339852" y="76200"/>
                </a:lnTo>
                <a:lnTo>
                  <a:pt x="300990" y="125349"/>
                </a:lnTo>
                <a:lnTo>
                  <a:pt x="252984" y="167640"/>
                </a:lnTo>
                <a:lnTo>
                  <a:pt x="197929" y="201739"/>
                </a:lnTo>
                <a:lnTo>
                  <a:pt x="137160" y="225552"/>
                </a:lnTo>
                <a:lnTo>
                  <a:pt x="137160" y="231648"/>
                </a:lnTo>
                <a:lnTo>
                  <a:pt x="196977" y="215455"/>
                </a:lnTo>
                <a:lnTo>
                  <a:pt x="245364" y="193548"/>
                </a:lnTo>
                <a:lnTo>
                  <a:pt x="284035" y="168021"/>
                </a:lnTo>
                <a:lnTo>
                  <a:pt x="324396" y="133134"/>
                </a:lnTo>
                <a:lnTo>
                  <a:pt x="351205" y="102984"/>
                </a:lnTo>
                <a:lnTo>
                  <a:pt x="365760" y="85344"/>
                </a:lnTo>
                <a:lnTo>
                  <a:pt x="381000" y="76200"/>
                </a:lnTo>
                <a:close/>
              </a:path>
              <a:path w="859790" h="410210">
                <a:moveTo>
                  <a:pt x="411480" y="248412"/>
                </a:moveTo>
                <a:lnTo>
                  <a:pt x="379476" y="217932"/>
                </a:lnTo>
                <a:lnTo>
                  <a:pt x="358140" y="237744"/>
                </a:lnTo>
                <a:lnTo>
                  <a:pt x="338328" y="237744"/>
                </a:lnTo>
                <a:lnTo>
                  <a:pt x="338328" y="195072"/>
                </a:lnTo>
                <a:lnTo>
                  <a:pt x="352044" y="184404"/>
                </a:lnTo>
                <a:lnTo>
                  <a:pt x="310896" y="163068"/>
                </a:lnTo>
                <a:lnTo>
                  <a:pt x="312013" y="175590"/>
                </a:lnTo>
                <a:lnTo>
                  <a:pt x="312991" y="192405"/>
                </a:lnTo>
                <a:lnTo>
                  <a:pt x="313677" y="213207"/>
                </a:lnTo>
                <a:lnTo>
                  <a:pt x="313944" y="237744"/>
                </a:lnTo>
                <a:lnTo>
                  <a:pt x="132588" y="237744"/>
                </a:lnTo>
                <a:lnTo>
                  <a:pt x="147828" y="252984"/>
                </a:lnTo>
                <a:lnTo>
                  <a:pt x="158127" y="250977"/>
                </a:lnTo>
                <a:lnTo>
                  <a:pt x="168592" y="249555"/>
                </a:lnTo>
                <a:lnTo>
                  <a:pt x="179324" y="248691"/>
                </a:lnTo>
                <a:lnTo>
                  <a:pt x="190500" y="248412"/>
                </a:lnTo>
                <a:lnTo>
                  <a:pt x="313944" y="248412"/>
                </a:lnTo>
                <a:lnTo>
                  <a:pt x="313944" y="364236"/>
                </a:lnTo>
                <a:lnTo>
                  <a:pt x="310896" y="367284"/>
                </a:lnTo>
                <a:lnTo>
                  <a:pt x="304800" y="368808"/>
                </a:lnTo>
                <a:lnTo>
                  <a:pt x="298373" y="370179"/>
                </a:lnTo>
                <a:lnTo>
                  <a:pt x="284607" y="370141"/>
                </a:lnTo>
                <a:lnTo>
                  <a:pt x="264934" y="368592"/>
                </a:lnTo>
                <a:lnTo>
                  <a:pt x="239268" y="365760"/>
                </a:lnTo>
                <a:lnTo>
                  <a:pt x="239268" y="373380"/>
                </a:lnTo>
                <a:lnTo>
                  <a:pt x="265531" y="381660"/>
                </a:lnTo>
                <a:lnTo>
                  <a:pt x="284797" y="390525"/>
                </a:lnTo>
                <a:lnTo>
                  <a:pt x="296913" y="399948"/>
                </a:lnTo>
                <a:lnTo>
                  <a:pt x="301752" y="409956"/>
                </a:lnTo>
                <a:lnTo>
                  <a:pt x="317754" y="402831"/>
                </a:lnTo>
                <a:lnTo>
                  <a:pt x="329184" y="393001"/>
                </a:lnTo>
                <a:lnTo>
                  <a:pt x="336042" y="380593"/>
                </a:lnTo>
                <a:lnTo>
                  <a:pt x="337629" y="370255"/>
                </a:lnTo>
                <a:lnTo>
                  <a:pt x="338328" y="365760"/>
                </a:lnTo>
                <a:lnTo>
                  <a:pt x="338328" y="248412"/>
                </a:lnTo>
                <a:lnTo>
                  <a:pt x="411480" y="248412"/>
                </a:lnTo>
                <a:close/>
              </a:path>
              <a:path w="859790" h="410210">
                <a:moveTo>
                  <a:pt x="643115" y="268211"/>
                </a:moveTo>
                <a:lnTo>
                  <a:pt x="627875" y="233159"/>
                </a:lnTo>
                <a:lnTo>
                  <a:pt x="589521" y="197154"/>
                </a:lnTo>
                <a:lnTo>
                  <a:pt x="584949" y="193535"/>
                </a:lnTo>
                <a:lnTo>
                  <a:pt x="571487" y="182867"/>
                </a:lnTo>
                <a:lnTo>
                  <a:pt x="574916" y="160248"/>
                </a:lnTo>
                <a:lnTo>
                  <a:pt x="578345" y="128765"/>
                </a:lnTo>
                <a:lnTo>
                  <a:pt x="581774" y="88150"/>
                </a:lnTo>
                <a:lnTo>
                  <a:pt x="585203" y="38087"/>
                </a:lnTo>
                <a:lnTo>
                  <a:pt x="600443" y="25895"/>
                </a:lnTo>
                <a:lnTo>
                  <a:pt x="556247" y="6083"/>
                </a:lnTo>
                <a:lnTo>
                  <a:pt x="555637" y="58331"/>
                </a:lnTo>
                <a:lnTo>
                  <a:pt x="553580" y="105143"/>
                </a:lnTo>
                <a:lnTo>
                  <a:pt x="549821" y="146253"/>
                </a:lnTo>
                <a:lnTo>
                  <a:pt x="537768" y="213093"/>
                </a:lnTo>
                <a:lnTo>
                  <a:pt x="521766" y="268579"/>
                </a:lnTo>
                <a:lnTo>
                  <a:pt x="500862" y="314820"/>
                </a:lnTo>
                <a:lnTo>
                  <a:pt x="472198" y="360972"/>
                </a:lnTo>
                <a:lnTo>
                  <a:pt x="454139" y="384035"/>
                </a:lnTo>
                <a:lnTo>
                  <a:pt x="458711" y="390131"/>
                </a:lnTo>
                <a:lnTo>
                  <a:pt x="489762" y="356984"/>
                </a:lnTo>
                <a:lnTo>
                  <a:pt x="519671" y="316979"/>
                </a:lnTo>
                <a:lnTo>
                  <a:pt x="546912" y="263829"/>
                </a:lnTo>
                <a:lnTo>
                  <a:pt x="568439" y="193535"/>
                </a:lnTo>
                <a:lnTo>
                  <a:pt x="583920" y="214452"/>
                </a:lnTo>
                <a:lnTo>
                  <a:pt x="596252" y="233921"/>
                </a:lnTo>
                <a:lnTo>
                  <a:pt x="605739" y="252260"/>
                </a:lnTo>
                <a:lnTo>
                  <a:pt x="612635" y="269735"/>
                </a:lnTo>
                <a:lnTo>
                  <a:pt x="616953" y="280860"/>
                </a:lnTo>
                <a:lnTo>
                  <a:pt x="620826" y="288975"/>
                </a:lnTo>
                <a:lnTo>
                  <a:pt x="624433" y="293954"/>
                </a:lnTo>
                <a:lnTo>
                  <a:pt x="627875" y="295643"/>
                </a:lnTo>
                <a:lnTo>
                  <a:pt x="629399" y="295643"/>
                </a:lnTo>
                <a:lnTo>
                  <a:pt x="632447" y="294119"/>
                </a:lnTo>
                <a:lnTo>
                  <a:pt x="641591" y="284975"/>
                </a:lnTo>
                <a:lnTo>
                  <a:pt x="643115" y="277355"/>
                </a:lnTo>
                <a:lnTo>
                  <a:pt x="643115" y="268211"/>
                </a:lnTo>
                <a:close/>
              </a:path>
              <a:path w="859790" h="410210">
                <a:moveTo>
                  <a:pt x="859523" y="368795"/>
                </a:moveTo>
                <a:lnTo>
                  <a:pt x="817232" y="338886"/>
                </a:lnTo>
                <a:lnTo>
                  <a:pt x="781799" y="289547"/>
                </a:lnTo>
                <a:lnTo>
                  <a:pt x="754367" y="230301"/>
                </a:lnTo>
                <a:lnTo>
                  <a:pt x="736079" y="167627"/>
                </a:lnTo>
                <a:lnTo>
                  <a:pt x="730173" y="124955"/>
                </a:lnTo>
                <a:lnTo>
                  <a:pt x="726655" y="71615"/>
                </a:lnTo>
                <a:lnTo>
                  <a:pt x="726935" y="39611"/>
                </a:lnTo>
                <a:lnTo>
                  <a:pt x="742175" y="25895"/>
                </a:lnTo>
                <a:lnTo>
                  <a:pt x="697979" y="4559"/>
                </a:lnTo>
                <a:lnTo>
                  <a:pt x="698576" y="36855"/>
                </a:lnTo>
                <a:lnTo>
                  <a:pt x="698169" y="67424"/>
                </a:lnTo>
                <a:lnTo>
                  <a:pt x="696912" y="96291"/>
                </a:lnTo>
                <a:lnTo>
                  <a:pt x="692391" y="148844"/>
                </a:lnTo>
                <a:lnTo>
                  <a:pt x="686206" y="193535"/>
                </a:lnTo>
                <a:lnTo>
                  <a:pt x="677646" y="232498"/>
                </a:lnTo>
                <a:lnTo>
                  <a:pt x="665175" y="269074"/>
                </a:lnTo>
                <a:lnTo>
                  <a:pt x="639114" y="319646"/>
                </a:lnTo>
                <a:lnTo>
                  <a:pt x="614159" y="350507"/>
                </a:lnTo>
                <a:lnTo>
                  <a:pt x="584822" y="378891"/>
                </a:lnTo>
                <a:lnTo>
                  <a:pt x="553199" y="403847"/>
                </a:lnTo>
                <a:lnTo>
                  <a:pt x="559295" y="408419"/>
                </a:lnTo>
                <a:lnTo>
                  <a:pt x="595299" y="385940"/>
                </a:lnTo>
                <a:lnTo>
                  <a:pt x="632447" y="356603"/>
                </a:lnTo>
                <a:lnTo>
                  <a:pt x="666165" y="318312"/>
                </a:lnTo>
                <a:lnTo>
                  <a:pt x="691883" y="269735"/>
                </a:lnTo>
                <a:lnTo>
                  <a:pt x="710361" y="207060"/>
                </a:lnTo>
                <a:lnTo>
                  <a:pt x="716534" y="168376"/>
                </a:lnTo>
                <a:lnTo>
                  <a:pt x="720839" y="124955"/>
                </a:lnTo>
                <a:lnTo>
                  <a:pt x="724585" y="158673"/>
                </a:lnTo>
                <a:lnTo>
                  <a:pt x="734352" y="215823"/>
                </a:lnTo>
                <a:lnTo>
                  <a:pt x="747153" y="260718"/>
                </a:lnTo>
                <a:lnTo>
                  <a:pt x="763587" y="302488"/>
                </a:lnTo>
                <a:lnTo>
                  <a:pt x="782662" y="341960"/>
                </a:lnTo>
                <a:lnTo>
                  <a:pt x="807808" y="376872"/>
                </a:lnTo>
                <a:lnTo>
                  <a:pt x="822947" y="393179"/>
                </a:lnTo>
                <a:lnTo>
                  <a:pt x="826947" y="386892"/>
                </a:lnTo>
                <a:lnTo>
                  <a:pt x="834377" y="381749"/>
                </a:lnTo>
                <a:lnTo>
                  <a:pt x="845235" y="377748"/>
                </a:lnTo>
                <a:lnTo>
                  <a:pt x="859523" y="374891"/>
                </a:lnTo>
                <a:lnTo>
                  <a:pt x="859523" y="36879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" name="object 23"/>
          <p:cNvSpPr/>
          <p:nvPr/>
        </p:nvSpPr>
        <p:spPr>
          <a:xfrm>
            <a:off x="8895588" y="2321051"/>
            <a:ext cx="379730" cy="387350"/>
          </a:xfrm>
          <a:custGeom>
            <a:avLst/>
            <a:gdLst/>
            <a:ahLst/>
            <a:cxnLst/>
            <a:rect l="l" t="t" r="r" b="b"/>
            <a:pathLst>
              <a:path w="379729" h="387350">
                <a:moveTo>
                  <a:pt x="349440" y="25908"/>
                </a:moveTo>
                <a:lnTo>
                  <a:pt x="298704" y="25908"/>
                </a:lnTo>
                <a:lnTo>
                  <a:pt x="324612" y="0"/>
                </a:lnTo>
                <a:lnTo>
                  <a:pt x="349440" y="25908"/>
                </a:lnTo>
                <a:close/>
              </a:path>
              <a:path w="379729" h="387350">
                <a:moveTo>
                  <a:pt x="24384" y="387095"/>
                </a:moveTo>
                <a:lnTo>
                  <a:pt x="0" y="367284"/>
                </a:lnTo>
                <a:lnTo>
                  <a:pt x="10668" y="356616"/>
                </a:lnTo>
                <a:lnTo>
                  <a:pt x="10644" y="51149"/>
                </a:lnTo>
                <a:lnTo>
                  <a:pt x="10482" y="38100"/>
                </a:lnTo>
                <a:lnTo>
                  <a:pt x="10025" y="23717"/>
                </a:lnTo>
                <a:lnTo>
                  <a:pt x="9144" y="9144"/>
                </a:lnTo>
                <a:lnTo>
                  <a:pt x="35052" y="25908"/>
                </a:lnTo>
                <a:lnTo>
                  <a:pt x="349440" y="25908"/>
                </a:lnTo>
                <a:lnTo>
                  <a:pt x="359664" y="36576"/>
                </a:lnTo>
                <a:lnTo>
                  <a:pt x="35052" y="36576"/>
                </a:lnTo>
                <a:lnTo>
                  <a:pt x="35052" y="361188"/>
                </a:lnTo>
                <a:lnTo>
                  <a:pt x="369252" y="361188"/>
                </a:lnTo>
                <a:lnTo>
                  <a:pt x="379476" y="371856"/>
                </a:lnTo>
                <a:lnTo>
                  <a:pt x="36576" y="371856"/>
                </a:lnTo>
                <a:lnTo>
                  <a:pt x="24384" y="387095"/>
                </a:lnTo>
                <a:close/>
              </a:path>
              <a:path w="379729" h="387350">
                <a:moveTo>
                  <a:pt x="76200" y="190500"/>
                </a:moveTo>
                <a:lnTo>
                  <a:pt x="70104" y="187451"/>
                </a:lnTo>
                <a:lnTo>
                  <a:pt x="81224" y="172259"/>
                </a:lnTo>
                <a:lnTo>
                  <a:pt x="91630" y="156210"/>
                </a:lnTo>
                <a:lnTo>
                  <a:pt x="109728" y="120396"/>
                </a:lnTo>
                <a:lnTo>
                  <a:pt x="124777" y="81534"/>
                </a:lnTo>
                <a:lnTo>
                  <a:pt x="134112" y="38100"/>
                </a:lnTo>
                <a:lnTo>
                  <a:pt x="169164" y="54864"/>
                </a:lnTo>
                <a:lnTo>
                  <a:pt x="147470" y="86987"/>
                </a:lnTo>
                <a:lnTo>
                  <a:pt x="144208" y="94297"/>
                </a:lnTo>
                <a:lnTo>
                  <a:pt x="141152" y="101536"/>
                </a:lnTo>
                <a:lnTo>
                  <a:pt x="138684" y="108204"/>
                </a:lnTo>
                <a:lnTo>
                  <a:pt x="310896" y="108204"/>
                </a:lnTo>
                <a:lnTo>
                  <a:pt x="320040" y="117348"/>
                </a:lnTo>
                <a:lnTo>
                  <a:pt x="134112" y="117348"/>
                </a:lnTo>
                <a:lnTo>
                  <a:pt x="121848" y="138207"/>
                </a:lnTo>
                <a:lnTo>
                  <a:pt x="108013" y="157353"/>
                </a:lnTo>
                <a:lnTo>
                  <a:pt x="92749" y="174783"/>
                </a:lnTo>
                <a:lnTo>
                  <a:pt x="76200" y="190500"/>
                </a:lnTo>
                <a:close/>
              </a:path>
              <a:path w="379729" h="387350">
                <a:moveTo>
                  <a:pt x="310896" y="108204"/>
                </a:moveTo>
                <a:lnTo>
                  <a:pt x="265176" y="108204"/>
                </a:lnTo>
                <a:lnTo>
                  <a:pt x="288035" y="85344"/>
                </a:lnTo>
                <a:lnTo>
                  <a:pt x="310896" y="108204"/>
                </a:lnTo>
                <a:close/>
              </a:path>
              <a:path w="379729" h="387350">
                <a:moveTo>
                  <a:pt x="208788" y="201168"/>
                </a:moveTo>
                <a:lnTo>
                  <a:pt x="184404" y="201168"/>
                </a:lnTo>
                <a:lnTo>
                  <a:pt x="186404" y="179712"/>
                </a:lnTo>
                <a:lnTo>
                  <a:pt x="187833" y="158686"/>
                </a:lnTo>
                <a:lnTo>
                  <a:pt x="188690" y="137945"/>
                </a:lnTo>
                <a:lnTo>
                  <a:pt x="188976" y="117348"/>
                </a:lnTo>
                <a:lnTo>
                  <a:pt x="213359" y="117348"/>
                </a:lnTo>
                <a:lnTo>
                  <a:pt x="211074" y="160401"/>
                </a:lnTo>
                <a:lnTo>
                  <a:pt x="209931" y="181213"/>
                </a:lnTo>
                <a:lnTo>
                  <a:pt x="208788" y="201168"/>
                </a:lnTo>
                <a:close/>
              </a:path>
              <a:path w="379729" h="387350">
                <a:moveTo>
                  <a:pt x="67056" y="217932"/>
                </a:moveTo>
                <a:lnTo>
                  <a:pt x="51816" y="201168"/>
                </a:lnTo>
                <a:lnTo>
                  <a:pt x="313944" y="201168"/>
                </a:lnTo>
                <a:lnTo>
                  <a:pt x="336804" y="178308"/>
                </a:lnTo>
                <a:lnTo>
                  <a:pt x="368808" y="211836"/>
                </a:lnTo>
                <a:lnTo>
                  <a:pt x="108204" y="211836"/>
                </a:lnTo>
                <a:lnTo>
                  <a:pt x="97059" y="212145"/>
                </a:lnTo>
                <a:lnTo>
                  <a:pt x="86487" y="213169"/>
                </a:lnTo>
                <a:lnTo>
                  <a:pt x="76485" y="215050"/>
                </a:lnTo>
                <a:lnTo>
                  <a:pt x="67056" y="217932"/>
                </a:lnTo>
                <a:close/>
              </a:path>
              <a:path w="379729" h="387350">
                <a:moveTo>
                  <a:pt x="64008" y="353568"/>
                </a:moveTo>
                <a:lnTo>
                  <a:pt x="59436" y="347471"/>
                </a:lnTo>
                <a:lnTo>
                  <a:pt x="83439" y="334565"/>
                </a:lnTo>
                <a:lnTo>
                  <a:pt x="105156" y="320802"/>
                </a:lnTo>
                <a:lnTo>
                  <a:pt x="141732" y="289560"/>
                </a:lnTo>
                <a:lnTo>
                  <a:pt x="169164" y="252984"/>
                </a:lnTo>
                <a:lnTo>
                  <a:pt x="182880" y="211836"/>
                </a:lnTo>
                <a:lnTo>
                  <a:pt x="207264" y="211836"/>
                </a:lnTo>
                <a:lnTo>
                  <a:pt x="205882" y="220479"/>
                </a:lnTo>
                <a:lnTo>
                  <a:pt x="204216" y="228409"/>
                </a:lnTo>
                <a:lnTo>
                  <a:pt x="202549" y="236053"/>
                </a:lnTo>
                <a:lnTo>
                  <a:pt x="201168" y="243839"/>
                </a:lnTo>
                <a:lnTo>
                  <a:pt x="220093" y="249936"/>
                </a:lnTo>
                <a:lnTo>
                  <a:pt x="199644" y="249936"/>
                </a:lnTo>
                <a:lnTo>
                  <a:pt x="176522" y="282844"/>
                </a:lnTo>
                <a:lnTo>
                  <a:pt x="146113" y="310896"/>
                </a:lnTo>
                <a:lnTo>
                  <a:pt x="108561" y="334375"/>
                </a:lnTo>
                <a:lnTo>
                  <a:pt x="64008" y="353568"/>
                </a:lnTo>
                <a:close/>
              </a:path>
              <a:path w="379729" h="387350">
                <a:moveTo>
                  <a:pt x="323088" y="341376"/>
                </a:moveTo>
                <a:lnTo>
                  <a:pt x="315468" y="341376"/>
                </a:lnTo>
                <a:lnTo>
                  <a:pt x="310895" y="338328"/>
                </a:lnTo>
                <a:lnTo>
                  <a:pt x="306324" y="332232"/>
                </a:lnTo>
                <a:lnTo>
                  <a:pt x="297489" y="321945"/>
                </a:lnTo>
                <a:lnTo>
                  <a:pt x="262128" y="291084"/>
                </a:lnTo>
                <a:lnTo>
                  <a:pt x="217122" y="260223"/>
                </a:lnTo>
                <a:lnTo>
                  <a:pt x="199644" y="249936"/>
                </a:lnTo>
                <a:lnTo>
                  <a:pt x="220093" y="249936"/>
                </a:lnTo>
                <a:lnTo>
                  <a:pt x="259270" y="263461"/>
                </a:lnTo>
                <a:lnTo>
                  <a:pt x="300228" y="281939"/>
                </a:lnTo>
                <a:lnTo>
                  <a:pt x="327445" y="310657"/>
                </a:lnTo>
                <a:lnTo>
                  <a:pt x="327468" y="311658"/>
                </a:lnTo>
                <a:lnTo>
                  <a:pt x="327448" y="321945"/>
                </a:lnTo>
                <a:lnTo>
                  <a:pt x="326136" y="333756"/>
                </a:lnTo>
                <a:lnTo>
                  <a:pt x="323088" y="341376"/>
                </a:lnTo>
                <a:close/>
              </a:path>
              <a:path w="379729" h="387350">
                <a:moveTo>
                  <a:pt x="369252" y="361188"/>
                </a:moveTo>
                <a:lnTo>
                  <a:pt x="316992" y="361188"/>
                </a:lnTo>
                <a:lnTo>
                  <a:pt x="344424" y="335280"/>
                </a:lnTo>
                <a:lnTo>
                  <a:pt x="369252" y="36118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" name="object 24"/>
          <p:cNvSpPr/>
          <p:nvPr/>
        </p:nvSpPr>
        <p:spPr>
          <a:xfrm>
            <a:off x="9332976" y="2311907"/>
            <a:ext cx="394970" cy="403860"/>
          </a:xfrm>
          <a:custGeom>
            <a:avLst/>
            <a:gdLst/>
            <a:ahLst/>
            <a:cxnLst/>
            <a:rect l="l" t="t" r="r" b="b"/>
            <a:pathLst>
              <a:path w="394970" h="403860">
                <a:moveTo>
                  <a:pt x="257556" y="114300"/>
                </a:moveTo>
                <a:lnTo>
                  <a:pt x="246887" y="114300"/>
                </a:lnTo>
                <a:lnTo>
                  <a:pt x="261812" y="83058"/>
                </a:lnTo>
                <a:lnTo>
                  <a:pt x="274510" y="53721"/>
                </a:lnTo>
                <a:lnTo>
                  <a:pt x="285282" y="25908"/>
                </a:lnTo>
                <a:lnTo>
                  <a:pt x="294132" y="0"/>
                </a:lnTo>
                <a:lnTo>
                  <a:pt x="333756" y="25908"/>
                </a:lnTo>
                <a:lnTo>
                  <a:pt x="315468" y="33528"/>
                </a:lnTo>
                <a:lnTo>
                  <a:pt x="300847" y="53220"/>
                </a:lnTo>
                <a:lnTo>
                  <a:pt x="286512" y="73342"/>
                </a:lnTo>
                <a:lnTo>
                  <a:pt x="272176" y="93749"/>
                </a:lnTo>
                <a:lnTo>
                  <a:pt x="257556" y="114300"/>
                </a:lnTo>
                <a:close/>
              </a:path>
              <a:path w="394970" h="403860">
                <a:moveTo>
                  <a:pt x="196596" y="96012"/>
                </a:moveTo>
                <a:lnTo>
                  <a:pt x="188976" y="96012"/>
                </a:lnTo>
                <a:lnTo>
                  <a:pt x="184404" y="88392"/>
                </a:lnTo>
                <a:lnTo>
                  <a:pt x="182880" y="74676"/>
                </a:lnTo>
                <a:lnTo>
                  <a:pt x="178808" y="59269"/>
                </a:lnTo>
                <a:lnTo>
                  <a:pt x="173164" y="42862"/>
                </a:lnTo>
                <a:lnTo>
                  <a:pt x="165520" y="25598"/>
                </a:lnTo>
                <a:lnTo>
                  <a:pt x="155448" y="7620"/>
                </a:lnTo>
                <a:lnTo>
                  <a:pt x="161544" y="3048"/>
                </a:lnTo>
                <a:lnTo>
                  <a:pt x="199453" y="37147"/>
                </a:lnTo>
                <a:lnTo>
                  <a:pt x="213669" y="69294"/>
                </a:lnTo>
                <a:lnTo>
                  <a:pt x="212407" y="76200"/>
                </a:lnTo>
                <a:lnTo>
                  <a:pt x="209716" y="81962"/>
                </a:lnTo>
                <a:lnTo>
                  <a:pt x="205740" y="86868"/>
                </a:lnTo>
                <a:lnTo>
                  <a:pt x="201168" y="92964"/>
                </a:lnTo>
                <a:lnTo>
                  <a:pt x="196596" y="96012"/>
                </a:lnTo>
                <a:close/>
              </a:path>
              <a:path w="394970" h="403860">
                <a:moveTo>
                  <a:pt x="112776" y="105156"/>
                </a:moveTo>
                <a:lnTo>
                  <a:pt x="106680" y="105156"/>
                </a:lnTo>
                <a:lnTo>
                  <a:pt x="102108" y="97536"/>
                </a:lnTo>
                <a:lnTo>
                  <a:pt x="99060" y="85344"/>
                </a:lnTo>
                <a:lnTo>
                  <a:pt x="94226" y="70746"/>
                </a:lnTo>
                <a:lnTo>
                  <a:pt x="86677" y="54292"/>
                </a:lnTo>
                <a:lnTo>
                  <a:pt x="76557" y="35837"/>
                </a:lnTo>
                <a:lnTo>
                  <a:pt x="64008" y="15240"/>
                </a:lnTo>
                <a:lnTo>
                  <a:pt x="68580" y="12192"/>
                </a:lnTo>
                <a:lnTo>
                  <a:pt x="112014" y="44196"/>
                </a:lnTo>
                <a:lnTo>
                  <a:pt x="129444" y="75628"/>
                </a:lnTo>
                <a:lnTo>
                  <a:pt x="129201" y="81962"/>
                </a:lnTo>
                <a:lnTo>
                  <a:pt x="129128" y="83153"/>
                </a:lnTo>
                <a:lnTo>
                  <a:pt x="127158" y="89344"/>
                </a:lnTo>
                <a:lnTo>
                  <a:pt x="123444" y="94488"/>
                </a:lnTo>
                <a:lnTo>
                  <a:pt x="112776" y="105156"/>
                </a:lnTo>
                <a:close/>
              </a:path>
              <a:path w="394970" h="403860">
                <a:moveTo>
                  <a:pt x="25908" y="184404"/>
                </a:moveTo>
                <a:lnTo>
                  <a:pt x="16764" y="184404"/>
                </a:lnTo>
                <a:lnTo>
                  <a:pt x="10668" y="178308"/>
                </a:lnTo>
                <a:lnTo>
                  <a:pt x="10668" y="173735"/>
                </a:lnTo>
                <a:lnTo>
                  <a:pt x="12192" y="166116"/>
                </a:lnTo>
                <a:lnTo>
                  <a:pt x="18288" y="158496"/>
                </a:lnTo>
                <a:lnTo>
                  <a:pt x="24836" y="147637"/>
                </a:lnTo>
                <a:lnTo>
                  <a:pt x="30670" y="133350"/>
                </a:lnTo>
                <a:lnTo>
                  <a:pt x="35647" y="115633"/>
                </a:lnTo>
                <a:lnTo>
                  <a:pt x="39624" y="94488"/>
                </a:lnTo>
                <a:lnTo>
                  <a:pt x="48768" y="94488"/>
                </a:lnTo>
                <a:lnTo>
                  <a:pt x="50292" y="114300"/>
                </a:lnTo>
                <a:lnTo>
                  <a:pt x="380801" y="114300"/>
                </a:lnTo>
                <a:lnTo>
                  <a:pt x="390541" y="124968"/>
                </a:lnTo>
                <a:lnTo>
                  <a:pt x="50292" y="124968"/>
                </a:lnTo>
                <a:lnTo>
                  <a:pt x="51387" y="135850"/>
                </a:lnTo>
                <a:lnTo>
                  <a:pt x="52197" y="145732"/>
                </a:lnTo>
                <a:lnTo>
                  <a:pt x="38100" y="181356"/>
                </a:lnTo>
                <a:lnTo>
                  <a:pt x="30480" y="182880"/>
                </a:lnTo>
                <a:lnTo>
                  <a:pt x="25908" y="184404"/>
                </a:lnTo>
                <a:close/>
              </a:path>
              <a:path w="394970" h="403860">
                <a:moveTo>
                  <a:pt x="380801" y="114300"/>
                </a:moveTo>
                <a:lnTo>
                  <a:pt x="345948" y="114300"/>
                </a:lnTo>
                <a:lnTo>
                  <a:pt x="362712" y="94488"/>
                </a:lnTo>
                <a:lnTo>
                  <a:pt x="380801" y="114300"/>
                </a:lnTo>
                <a:close/>
              </a:path>
              <a:path w="394970" h="403860">
                <a:moveTo>
                  <a:pt x="324612" y="178308"/>
                </a:moveTo>
                <a:lnTo>
                  <a:pt x="320040" y="173735"/>
                </a:lnTo>
                <a:lnTo>
                  <a:pt x="347472" y="124968"/>
                </a:lnTo>
                <a:lnTo>
                  <a:pt x="390541" y="124968"/>
                </a:lnTo>
                <a:lnTo>
                  <a:pt x="394716" y="129540"/>
                </a:lnTo>
                <a:lnTo>
                  <a:pt x="379261" y="133516"/>
                </a:lnTo>
                <a:lnTo>
                  <a:pt x="362521" y="143065"/>
                </a:lnTo>
                <a:lnTo>
                  <a:pt x="344352" y="158043"/>
                </a:lnTo>
                <a:lnTo>
                  <a:pt x="324612" y="178308"/>
                </a:lnTo>
                <a:close/>
              </a:path>
              <a:path w="394970" h="403860">
                <a:moveTo>
                  <a:pt x="80772" y="192023"/>
                </a:moveTo>
                <a:lnTo>
                  <a:pt x="65532" y="175260"/>
                </a:lnTo>
                <a:lnTo>
                  <a:pt x="265175" y="175260"/>
                </a:lnTo>
                <a:lnTo>
                  <a:pt x="284987" y="158496"/>
                </a:lnTo>
                <a:lnTo>
                  <a:pt x="307649" y="185928"/>
                </a:lnTo>
                <a:lnTo>
                  <a:pt x="123444" y="185928"/>
                </a:lnTo>
                <a:lnTo>
                  <a:pt x="112275" y="186237"/>
                </a:lnTo>
                <a:lnTo>
                  <a:pt x="101536" y="187261"/>
                </a:lnTo>
                <a:lnTo>
                  <a:pt x="91082" y="189142"/>
                </a:lnTo>
                <a:lnTo>
                  <a:pt x="80772" y="192023"/>
                </a:lnTo>
                <a:close/>
              </a:path>
              <a:path w="394970" h="403860">
                <a:moveTo>
                  <a:pt x="221250" y="236220"/>
                </a:moveTo>
                <a:lnTo>
                  <a:pt x="205740" y="236220"/>
                </a:lnTo>
                <a:lnTo>
                  <a:pt x="266699" y="185928"/>
                </a:lnTo>
                <a:lnTo>
                  <a:pt x="307649" y="185928"/>
                </a:lnTo>
                <a:lnTo>
                  <a:pt x="313727" y="193286"/>
                </a:lnTo>
                <a:lnTo>
                  <a:pt x="306514" y="193286"/>
                </a:lnTo>
                <a:lnTo>
                  <a:pt x="297942" y="194881"/>
                </a:lnTo>
                <a:lnTo>
                  <a:pt x="288226" y="198477"/>
                </a:lnTo>
                <a:lnTo>
                  <a:pt x="277368" y="204216"/>
                </a:lnTo>
                <a:lnTo>
                  <a:pt x="263913" y="210812"/>
                </a:lnTo>
                <a:lnTo>
                  <a:pt x="248602" y="219265"/>
                </a:lnTo>
                <a:lnTo>
                  <a:pt x="231290" y="229719"/>
                </a:lnTo>
                <a:lnTo>
                  <a:pt x="221250" y="236220"/>
                </a:lnTo>
                <a:close/>
              </a:path>
              <a:path w="394970" h="403860">
                <a:moveTo>
                  <a:pt x="313944" y="193548"/>
                </a:moveTo>
                <a:lnTo>
                  <a:pt x="306514" y="193286"/>
                </a:lnTo>
                <a:lnTo>
                  <a:pt x="313727" y="193286"/>
                </a:lnTo>
                <a:lnTo>
                  <a:pt x="313944" y="193548"/>
                </a:lnTo>
                <a:close/>
              </a:path>
              <a:path w="394970" h="403860">
                <a:moveTo>
                  <a:pt x="213360" y="266699"/>
                </a:moveTo>
                <a:lnTo>
                  <a:pt x="188976" y="266699"/>
                </a:lnTo>
                <a:lnTo>
                  <a:pt x="188941" y="257556"/>
                </a:lnTo>
                <a:lnTo>
                  <a:pt x="188785" y="248602"/>
                </a:lnTo>
                <a:lnTo>
                  <a:pt x="188333" y="238196"/>
                </a:lnTo>
                <a:lnTo>
                  <a:pt x="187452" y="227075"/>
                </a:lnTo>
                <a:lnTo>
                  <a:pt x="205740" y="236220"/>
                </a:lnTo>
                <a:lnTo>
                  <a:pt x="221250" y="236220"/>
                </a:lnTo>
                <a:lnTo>
                  <a:pt x="211836" y="242316"/>
                </a:lnTo>
                <a:lnTo>
                  <a:pt x="225552" y="249935"/>
                </a:lnTo>
                <a:lnTo>
                  <a:pt x="213360" y="257556"/>
                </a:lnTo>
                <a:lnTo>
                  <a:pt x="213360" y="266699"/>
                </a:lnTo>
                <a:close/>
              </a:path>
              <a:path w="394970" h="403860">
                <a:moveTo>
                  <a:pt x="15240" y="281940"/>
                </a:moveTo>
                <a:lnTo>
                  <a:pt x="0" y="266699"/>
                </a:lnTo>
                <a:lnTo>
                  <a:pt x="326136" y="266699"/>
                </a:lnTo>
                <a:lnTo>
                  <a:pt x="353568" y="237744"/>
                </a:lnTo>
                <a:lnTo>
                  <a:pt x="393192" y="277368"/>
                </a:lnTo>
                <a:lnTo>
                  <a:pt x="56388" y="277368"/>
                </a:lnTo>
                <a:lnTo>
                  <a:pt x="45243" y="277653"/>
                </a:lnTo>
                <a:lnTo>
                  <a:pt x="34671" y="278511"/>
                </a:lnTo>
                <a:lnTo>
                  <a:pt x="24669" y="279939"/>
                </a:lnTo>
                <a:lnTo>
                  <a:pt x="15240" y="281940"/>
                </a:lnTo>
                <a:close/>
              </a:path>
              <a:path w="394970" h="403860">
                <a:moveTo>
                  <a:pt x="213289" y="363045"/>
                </a:moveTo>
                <a:lnTo>
                  <a:pt x="166425" y="363045"/>
                </a:lnTo>
                <a:lnTo>
                  <a:pt x="175260" y="362712"/>
                </a:lnTo>
                <a:lnTo>
                  <a:pt x="184404" y="362712"/>
                </a:lnTo>
                <a:lnTo>
                  <a:pt x="188976" y="356616"/>
                </a:lnTo>
                <a:lnTo>
                  <a:pt x="188976" y="277368"/>
                </a:lnTo>
                <a:lnTo>
                  <a:pt x="213360" y="277368"/>
                </a:lnTo>
                <a:lnTo>
                  <a:pt x="213289" y="363045"/>
                </a:lnTo>
                <a:close/>
              </a:path>
              <a:path w="394970" h="403860">
                <a:moveTo>
                  <a:pt x="173736" y="403860"/>
                </a:moveTo>
                <a:lnTo>
                  <a:pt x="170926" y="394477"/>
                </a:lnTo>
                <a:lnTo>
                  <a:pt x="160401" y="384810"/>
                </a:lnTo>
                <a:lnTo>
                  <a:pt x="142446" y="375142"/>
                </a:lnTo>
                <a:lnTo>
                  <a:pt x="117348" y="365760"/>
                </a:lnTo>
                <a:lnTo>
                  <a:pt x="117348" y="356616"/>
                </a:lnTo>
                <a:lnTo>
                  <a:pt x="137326" y="359711"/>
                </a:lnTo>
                <a:lnTo>
                  <a:pt x="153733" y="361950"/>
                </a:lnTo>
                <a:lnTo>
                  <a:pt x="166425" y="363045"/>
                </a:lnTo>
                <a:lnTo>
                  <a:pt x="213289" y="363045"/>
                </a:lnTo>
                <a:lnTo>
                  <a:pt x="210812" y="374713"/>
                </a:lnTo>
                <a:lnTo>
                  <a:pt x="203263" y="385572"/>
                </a:lnTo>
                <a:lnTo>
                  <a:pt x="190857" y="395287"/>
                </a:lnTo>
                <a:lnTo>
                  <a:pt x="173736" y="40386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" name="object 25"/>
          <p:cNvSpPr/>
          <p:nvPr/>
        </p:nvSpPr>
        <p:spPr>
          <a:xfrm>
            <a:off x="2153411" y="2814827"/>
            <a:ext cx="372110" cy="401320"/>
          </a:xfrm>
          <a:custGeom>
            <a:avLst/>
            <a:gdLst/>
            <a:ahLst/>
            <a:cxnLst/>
            <a:rect l="l" t="t" r="r" b="b"/>
            <a:pathLst>
              <a:path w="372110" h="401319">
                <a:moveTo>
                  <a:pt x="240792" y="64008"/>
                </a:moveTo>
                <a:lnTo>
                  <a:pt x="228600" y="64008"/>
                </a:lnTo>
                <a:lnTo>
                  <a:pt x="227409" y="49125"/>
                </a:lnTo>
                <a:lnTo>
                  <a:pt x="223647" y="34099"/>
                </a:lnTo>
                <a:lnTo>
                  <a:pt x="217027" y="18788"/>
                </a:lnTo>
                <a:lnTo>
                  <a:pt x="207264" y="3048"/>
                </a:lnTo>
                <a:lnTo>
                  <a:pt x="210312" y="0"/>
                </a:lnTo>
                <a:lnTo>
                  <a:pt x="244173" y="22931"/>
                </a:lnTo>
                <a:lnTo>
                  <a:pt x="252984" y="39624"/>
                </a:lnTo>
                <a:lnTo>
                  <a:pt x="252984" y="41148"/>
                </a:lnTo>
                <a:lnTo>
                  <a:pt x="252364" y="46863"/>
                </a:lnTo>
                <a:lnTo>
                  <a:pt x="250317" y="52578"/>
                </a:lnTo>
                <a:lnTo>
                  <a:pt x="246554" y="58293"/>
                </a:lnTo>
                <a:lnTo>
                  <a:pt x="240792" y="64008"/>
                </a:lnTo>
                <a:close/>
              </a:path>
              <a:path w="372110" h="401319">
                <a:moveTo>
                  <a:pt x="0" y="400812"/>
                </a:moveTo>
                <a:lnTo>
                  <a:pt x="275" y="361188"/>
                </a:lnTo>
                <a:lnTo>
                  <a:pt x="823" y="310515"/>
                </a:lnTo>
                <a:lnTo>
                  <a:pt x="1192" y="269748"/>
                </a:lnTo>
                <a:lnTo>
                  <a:pt x="1311" y="252079"/>
                </a:lnTo>
                <a:lnTo>
                  <a:pt x="1430" y="103632"/>
                </a:lnTo>
                <a:lnTo>
                  <a:pt x="1304" y="71628"/>
                </a:lnTo>
                <a:lnTo>
                  <a:pt x="881" y="37909"/>
                </a:lnTo>
                <a:lnTo>
                  <a:pt x="0" y="16764"/>
                </a:lnTo>
                <a:lnTo>
                  <a:pt x="22860" y="32004"/>
                </a:lnTo>
                <a:lnTo>
                  <a:pt x="113283" y="32004"/>
                </a:lnTo>
                <a:lnTo>
                  <a:pt x="121919" y="39624"/>
                </a:lnTo>
                <a:lnTo>
                  <a:pt x="117348" y="42672"/>
                </a:lnTo>
                <a:lnTo>
                  <a:pt x="22860" y="42672"/>
                </a:lnTo>
                <a:lnTo>
                  <a:pt x="22860" y="387096"/>
                </a:lnTo>
                <a:lnTo>
                  <a:pt x="0" y="400812"/>
                </a:lnTo>
                <a:close/>
              </a:path>
              <a:path w="372110" h="401319">
                <a:moveTo>
                  <a:pt x="113283" y="32004"/>
                </a:moveTo>
                <a:lnTo>
                  <a:pt x="80772" y="32004"/>
                </a:lnTo>
                <a:lnTo>
                  <a:pt x="96012" y="16764"/>
                </a:lnTo>
                <a:lnTo>
                  <a:pt x="113283" y="32004"/>
                </a:lnTo>
                <a:close/>
              </a:path>
              <a:path w="372110" h="401319">
                <a:moveTo>
                  <a:pt x="115229" y="265176"/>
                </a:moveTo>
                <a:lnTo>
                  <a:pt x="74676" y="265176"/>
                </a:lnTo>
                <a:lnTo>
                  <a:pt x="82296" y="263652"/>
                </a:lnTo>
                <a:lnTo>
                  <a:pt x="86867" y="259080"/>
                </a:lnTo>
                <a:lnTo>
                  <a:pt x="90868" y="255698"/>
                </a:lnTo>
                <a:lnTo>
                  <a:pt x="93726" y="250317"/>
                </a:lnTo>
                <a:lnTo>
                  <a:pt x="95440" y="243220"/>
                </a:lnTo>
                <a:lnTo>
                  <a:pt x="96012" y="234696"/>
                </a:lnTo>
                <a:lnTo>
                  <a:pt x="95202" y="225552"/>
                </a:lnTo>
                <a:lnTo>
                  <a:pt x="79890" y="187833"/>
                </a:lnTo>
                <a:lnTo>
                  <a:pt x="51816" y="143256"/>
                </a:lnTo>
                <a:lnTo>
                  <a:pt x="83819" y="42672"/>
                </a:lnTo>
                <a:lnTo>
                  <a:pt x="117348" y="42672"/>
                </a:lnTo>
                <a:lnTo>
                  <a:pt x="108204" y="48768"/>
                </a:lnTo>
                <a:lnTo>
                  <a:pt x="60960" y="143256"/>
                </a:lnTo>
                <a:lnTo>
                  <a:pt x="88582" y="171831"/>
                </a:lnTo>
                <a:lnTo>
                  <a:pt x="114180" y="210169"/>
                </a:lnTo>
                <a:lnTo>
                  <a:pt x="120419" y="231981"/>
                </a:lnTo>
                <a:lnTo>
                  <a:pt x="120318" y="243220"/>
                </a:lnTo>
                <a:lnTo>
                  <a:pt x="119562" y="252079"/>
                </a:lnTo>
                <a:lnTo>
                  <a:pt x="117157" y="260985"/>
                </a:lnTo>
                <a:lnTo>
                  <a:pt x="115229" y="265176"/>
                </a:lnTo>
                <a:close/>
              </a:path>
              <a:path w="372110" h="401319">
                <a:moveTo>
                  <a:pt x="135636" y="118872"/>
                </a:moveTo>
                <a:lnTo>
                  <a:pt x="120396" y="118872"/>
                </a:lnTo>
                <a:lnTo>
                  <a:pt x="117348" y="115824"/>
                </a:lnTo>
                <a:lnTo>
                  <a:pt x="117348" y="108204"/>
                </a:lnTo>
                <a:lnTo>
                  <a:pt x="120396" y="103632"/>
                </a:lnTo>
                <a:lnTo>
                  <a:pt x="124967" y="97536"/>
                </a:lnTo>
                <a:lnTo>
                  <a:pt x="130349" y="87534"/>
                </a:lnTo>
                <a:lnTo>
                  <a:pt x="134874" y="75819"/>
                </a:lnTo>
                <a:lnTo>
                  <a:pt x="138255" y="62388"/>
                </a:lnTo>
                <a:lnTo>
                  <a:pt x="140207" y="47244"/>
                </a:lnTo>
                <a:lnTo>
                  <a:pt x="147828" y="47244"/>
                </a:lnTo>
                <a:lnTo>
                  <a:pt x="149352" y="64008"/>
                </a:lnTo>
                <a:lnTo>
                  <a:pt x="350043" y="64008"/>
                </a:lnTo>
                <a:lnTo>
                  <a:pt x="358140" y="71628"/>
                </a:lnTo>
                <a:lnTo>
                  <a:pt x="350494" y="74676"/>
                </a:lnTo>
                <a:lnTo>
                  <a:pt x="149352" y="74676"/>
                </a:lnTo>
                <a:lnTo>
                  <a:pt x="150876" y="82296"/>
                </a:lnTo>
                <a:lnTo>
                  <a:pt x="150876" y="103632"/>
                </a:lnTo>
                <a:lnTo>
                  <a:pt x="147828" y="109728"/>
                </a:lnTo>
                <a:lnTo>
                  <a:pt x="144780" y="112776"/>
                </a:lnTo>
                <a:lnTo>
                  <a:pt x="135636" y="118872"/>
                </a:lnTo>
                <a:close/>
              </a:path>
              <a:path w="372110" h="401319">
                <a:moveTo>
                  <a:pt x="350043" y="64008"/>
                </a:moveTo>
                <a:lnTo>
                  <a:pt x="318516" y="64008"/>
                </a:lnTo>
                <a:lnTo>
                  <a:pt x="332232" y="47244"/>
                </a:lnTo>
                <a:lnTo>
                  <a:pt x="350043" y="64008"/>
                </a:lnTo>
                <a:close/>
              </a:path>
              <a:path w="372110" h="401319">
                <a:moveTo>
                  <a:pt x="310896" y="114300"/>
                </a:moveTo>
                <a:lnTo>
                  <a:pt x="306324" y="112776"/>
                </a:lnTo>
                <a:lnTo>
                  <a:pt x="320040" y="74676"/>
                </a:lnTo>
                <a:lnTo>
                  <a:pt x="350494" y="74676"/>
                </a:lnTo>
                <a:lnTo>
                  <a:pt x="347329" y="75938"/>
                </a:lnTo>
                <a:lnTo>
                  <a:pt x="335661" y="84391"/>
                </a:lnTo>
                <a:lnTo>
                  <a:pt x="323421" y="97131"/>
                </a:lnTo>
                <a:lnTo>
                  <a:pt x="310896" y="114300"/>
                </a:lnTo>
                <a:close/>
              </a:path>
              <a:path w="372110" h="401319">
                <a:moveTo>
                  <a:pt x="166116" y="150876"/>
                </a:moveTo>
                <a:lnTo>
                  <a:pt x="150876" y="135636"/>
                </a:lnTo>
                <a:lnTo>
                  <a:pt x="269748" y="135636"/>
                </a:lnTo>
                <a:lnTo>
                  <a:pt x="288036" y="115824"/>
                </a:lnTo>
                <a:lnTo>
                  <a:pt x="315468" y="146304"/>
                </a:lnTo>
                <a:lnTo>
                  <a:pt x="208788" y="146304"/>
                </a:lnTo>
                <a:lnTo>
                  <a:pt x="197619" y="146589"/>
                </a:lnTo>
                <a:lnTo>
                  <a:pt x="186880" y="147447"/>
                </a:lnTo>
                <a:lnTo>
                  <a:pt x="176426" y="148875"/>
                </a:lnTo>
                <a:lnTo>
                  <a:pt x="166116" y="150876"/>
                </a:lnTo>
                <a:close/>
              </a:path>
              <a:path w="372110" h="401319">
                <a:moveTo>
                  <a:pt x="137160" y="219456"/>
                </a:moveTo>
                <a:lnTo>
                  <a:pt x="121919" y="202692"/>
                </a:lnTo>
                <a:lnTo>
                  <a:pt x="306324" y="202692"/>
                </a:lnTo>
                <a:lnTo>
                  <a:pt x="326136" y="182880"/>
                </a:lnTo>
                <a:lnTo>
                  <a:pt x="355092" y="213360"/>
                </a:lnTo>
                <a:lnTo>
                  <a:pt x="178308" y="213360"/>
                </a:lnTo>
                <a:lnTo>
                  <a:pt x="167163" y="213669"/>
                </a:lnTo>
                <a:lnTo>
                  <a:pt x="156591" y="214693"/>
                </a:lnTo>
                <a:lnTo>
                  <a:pt x="146589" y="216574"/>
                </a:lnTo>
                <a:lnTo>
                  <a:pt x="137160" y="219456"/>
                </a:lnTo>
                <a:close/>
              </a:path>
              <a:path w="372110" h="401319">
                <a:moveTo>
                  <a:pt x="73152" y="394716"/>
                </a:moveTo>
                <a:lnTo>
                  <a:pt x="71628" y="388620"/>
                </a:lnTo>
                <a:lnTo>
                  <a:pt x="97369" y="377428"/>
                </a:lnTo>
                <a:lnTo>
                  <a:pt x="119824" y="364236"/>
                </a:lnTo>
                <a:lnTo>
                  <a:pt x="155448" y="330708"/>
                </a:lnTo>
                <a:lnTo>
                  <a:pt x="177165" y="282892"/>
                </a:lnTo>
                <a:lnTo>
                  <a:pt x="187452" y="213360"/>
                </a:lnTo>
                <a:lnTo>
                  <a:pt x="210312" y="213360"/>
                </a:lnTo>
                <a:lnTo>
                  <a:pt x="206263" y="256746"/>
                </a:lnTo>
                <a:lnTo>
                  <a:pt x="186737" y="321802"/>
                </a:lnTo>
                <a:lnTo>
                  <a:pt x="151590" y="359783"/>
                </a:lnTo>
                <a:lnTo>
                  <a:pt x="102536" y="385548"/>
                </a:lnTo>
                <a:lnTo>
                  <a:pt x="73152" y="394716"/>
                </a:lnTo>
                <a:close/>
              </a:path>
              <a:path w="372110" h="401319">
                <a:moveTo>
                  <a:pt x="330708" y="381000"/>
                </a:moveTo>
                <a:lnTo>
                  <a:pt x="275844" y="381000"/>
                </a:lnTo>
                <a:lnTo>
                  <a:pt x="263818" y="378380"/>
                </a:lnTo>
                <a:lnTo>
                  <a:pt x="255079" y="372618"/>
                </a:lnTo>
                <a:lnTo>
                  <a:pt x="249483" y="363426"/>
                </a:lnTo>
                <a:lnTo>
                  <a:pt x="247002" y="351091"/>
                </a:lnTo>
                <a:lnTo>
                  <a:pt x="246888" y="213360"/>
                </a:lnTo>
                <a:lnTo>
                  <a:pt x="269748" y="213360"/>
                </a:lnTo>
                <a:lnTo>
                  <a:pt x="269748" y="338328"/>
                </a:lnTo>
                <a:lnTo>
                  <a:pt x="271200" y="349186"/>
                </a:lnTo>
                <a:lnTo>
                  <a:pt x="275653" y="356616"/>
                </a:lnTo>
                <a:lnTo>
                  <a:pt x="283249" y="360616"/>
                </a:lnTo>
                <a:lnTo>
                  <a:pt x="294132" y="361188"/>
                </a:lnTo>
                <a:lnTo>
                  <a:pt x="368096" y="361188"/>
                </a:lnTo>
                <a:lnTo>
                  <a:pt x="364998" y="366212"/>
                </a:lnTo>
                <a:lnTo>
                  <a:pt x="355854" y="374332"/>
                </a:lnTo>
                <a:lnTo>
                  <a:pt x="344424" y="379309"/>
                </a:lnTo>
                <a:lnTo>
                  <a:pt x="330708" y="381000"/>
                </a:lnTo>
                <a:close/>
              </a:path>
              <a:path w="372110" h="401319">
                <a:moveTo>
                  <a:pt x="67055" y="300228"/>
                </a:moveTo>
                <a:lnTo>
                  <a:pt x="65008" y="289893"/>
                </a:lnTo>
                <a:lnTo>
                  <a:pt x="58673" y="281559"/>
                </a:lnTo>
                <a:lnTo>
                  <a:pt x="47767" y="274939"/>
                </a:lnTo>
                <a:lnTo>
                  <a:pt x="32004" y="269748"/>
                </a:lnTo>
                <a:lnTo>
                  <a:pt x="32004" y="262128"/>
                </a:lnTo>
                <a:lnTo>
                  <a:pt x="42814" y="263890"/>
                </a:lnTo>
                <a:lnTo>
                  <a:pt x="52196" y="264795"/>
                </a:lnTo>
                <a:lnTo>
                  <a:pt x="59864" y="265128"/>
                </a:lnTo>
                <a:lnTo>
                  <a:pt x="115229" y="265176"/>
                </a:lnTo>
                <a:lnTo>
                  <a:pt x="113323" y="269319"/>
                </a:lnTo>
                <a:lnTo>
                  <a:pt x="108204" y="277368"/>
                </a:lnTo>
                <a:lnTo>
                  <a:pt x="101346" y="283940"/>
                </a:lnTo>
                <a:lnTo>
                  <a:pt x="92201" y="289941"/>
                </a:lnTo>
                <a:lnTo>
                  <a:pt x="80771" y="295370"/>
                </a:lnTo>
                <a:lnTo>
                  <a:pt x="67055" y="300228"/>
                </a:lnTo>
                <a:close/>
              </a:path>
              <a:path w="372110" h="401319">
                <a:moveTo>
                  <a:pt x="368096" y="361188"/>
                </a:moveTo>
                <a:lnTo>
                  <a:pt x="323088" y="361188"/>
                </a:lnTo>
                <a:lnTo>
                  <a:pt x="328469" y="359735"/>
                </a:lnTo>
                <a:lnTo>
                  <a:pt x="332994" y="355282"/>
                </a:lnTo>
                <a:lnTo>
                  <a:pt x="340733" y="309586"/>
                </a:lnTo>
                <a:lnTo>
                  <a:pt x="342900" y="281940"/>
                </a:lnTo>
                <a:lnTo>
                  <a:pt x="348996" y="281940"/>
                </a:lnTo>
                <a:lnTo>
                  <a:pt x="350924" y="322230"/>
                </a:lnTo>
                <a:lnTo>
                  <a:pt x="371856" y="355092"/>
                </a:lnTo>
                <a:lnTo>
                  <a:pt x="368096" y="36118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" name="object 26"/>
          <p:cNvSpPr/>
          <p:nvPr/>
        </p:nvSpPr>
        <p:spPr>
          <a:xfrm>
            <a:off x="2577084" y="2808731"/>
            <a:ext cx="848994" cy="410209"/>
          </a:xfrm>
          <a:custGeom>
            <a:avLst/>
            <a:gdLst/>
            <a:ahLst/>
            <a:cxnLst/>
            <a:rect l="l" t="t" r="r" b="b"/>
            <a:pathLst>
              <a:path w="848995" h="410210">
                <a:moveTo>
                  <a:pt x="195072" y="102108"/>
                </a:moveTo>
                <a:lnTo>
                  <a:pt x="184404" y="91440"/>
                </a:lnTo>
                <a:lnTo>
                  <a:pt x="164592" y="71628"/>
                </a:lnTo>
                <a:lnTo>
                  <a:pt x="146304" y="91440"/>
                </a:lnTo>
                <a:lnTo>
                  <a:pt x="77724" y="91440"/>
                </a:lnTo>
                <a:lnTo>
                  <a:pt x="77724" y="32016"/>
                </a:lnTo>
                <a:lnTo>
                  <a:pt x="92964" y="18288"/>
                </a:lnTo>
                <a:lnTo>
                  <a:pt x="51816" y="0"/>
                </a:lnTo>
                <a:lnTo>
                  <a:pt x="52679" y="18288"/>
                </a:lnTo>
                <a:lnTo>
                  <a:pt x="53149" y="40386"/>
                </a:lnTo>
                <a:lnTo>
                  <a:pt x="53263" y="59055"/>
                </a:lnTo>
                <a:lnTo>
                  <a:pt x="53340" y="192024"/>
                </a:lnTo>
                <a:lnTo>
                  <a:pt x="51816" y="198120"/>
                </a:lnTo>
                <a:lnTo>
                  <a:pt x="47244" y="202692"/>
                </a:lnTo>
                <a:lnTo>
                  <a:pt x="68580" y="230124"/>
                </a:lnTo>
                <a:lnTo>
                  <a:pt x="102679" y="205740"/>
                </a:lnTo>
                <a:lnTo>
                  <a:pt x="181356" y="167640"/>
                </a:lnTo>
                <a:lnTo>
                  <a:pt x="176784" y="161544"/>
                </a:lnTo>
                <a:lnTo>
                  <a:pt x="77724" y="192024"/>
                </a:lnTo>
                <a:lnTo>
                  <a:pt x="77724" y="102108"/>
                </a:lnTo>
                <a:lnTo>
                  <a:pt x="195072" y="102108"/>
                </a:lnTo>
                <a:close/>
              </a:path>
              <a:path w="848995" h="410210">
                <a:moveTo>
                  <a:pt x="384048" y="185928"/>
                </a:moveTo>
                <a:lnTo>
                  <a:pt x="362140" y="148971"/>
                </a:lnTo>
                <a:lnTo>
                  <a:pt x="359664" y="123444"/>
                </a:lnTo>
                <a:lnTo>
                  <a:pt x="353568" y="123444"/>
                </a:lnTo>
                <a:lnTo>
                  <a:pt x="348208" y="168236"/>
                </a:lnTo>
                <a:lnTo>
                  <a:pt x="336804" y="190500"/>
                </a:lnTo>
                <a:lnTo>
                  <a:pt x="256032" y="190500"/>
                </a:lnTo>
                <a:lnTo>
                  <a:pt x="245148" y="189344"/>
                </a:lnTo>
                <a:lnTo>
                  <a:pt x="237553" y="185737"/>
                </a:lnTo>
                <a:lnTo>
                  <a:pt x="233095" y="179578"/>
                </a:lnTo>
                <a:lnTo>
                  <a:pt x="231648" y="170688"/>
                </a:lnTo>
                <a:lnTo>
                  <a:pt x="231648" y="115824"/>
                </a:lnTo>
                <a:lnTo>
                  <a:pt x="258483" y="105854"/>
                </a:lnTo>
                <a:lnTo>
                  <a:pt x="260210" y="105156"/>
                </a:lnTo>
                <a:lnTo>
                  <a:pt x="281749" y="96583"/>
                </a:lnTo>
                <a:lnTo>
                  <a:pt x="301294" y="88188"/>
                </a:lnTo>
                <a:lnTo>
                  <a:pt x="316992" y="80772"/>
                </a:lnTo>
                <a:lnTo>
                  <a:pt x="329565" y="74485"/>
                </a:lnTo>
                <a:lnTo>
                  <a:pt x="342138" y="69342"/>
                </a:lnTo>
                <a:lnTo>
                  <a:pt x="354711" y="65341"/>
                </a:lnTo>
                <a:lnTo>
                  <a:pt x="367284" y="62484"/>
                </a:lnTo>
                <a:lnTo>
                  <a:pt x="336804" y="35052"/>
                </a:lnTo>
                <a:lnTo>
                  <a:pt x="296075" y="68491"/>
                </a:lnTo>
                <a:lnTo>
                  <a:pt x="261175" y="90106"/>
                </a:lnTo>
                <a:lnTo>
                  <a:pt x="231648" y="105156"/>
                </a:lnTo>
                <a:lnTo>
                  <a:pt x="231648" y="35052"/>
                </a:lnTo>
                <a:lnTo>
                  <a:pt x="245364" y="21336"/>
                </a:lnTo>
                <a:lnTo>
                  <a:pt x="205740" y="1524"/>
                </a:lnTo>
                <a:lnTo>
                  <a:pt x="205968" y="18288"/>
                </a:lnTo>
                <a:lnTo>
                  <a:pt x="207022" y="50393"/>
                </a:lnTo>
                <a:lnTo>
                  <a:pt x="207149" y="59055"/>
                </a:lnTo>
                <a:lnTo>
                  <a:pt x="207264" y="182880"/>
                </a:lnTo>
                <a:lnTo>
                  <a:pt x="243840" y="210312"/>
                </a:lnTo>
                <a:lnTo>
                  <a:pt x="335280" y="210312"/>
                </a:lnTo>
                <a:lnTo>
                  <a:pt x="374713" y="199453"/>
                </a:lnTo>
                <a:lnTo>
                  <a:pt x="381203" y="190500"/>
                </a:lnTo>
                <a:lnTo>
                  <a:pt x="384048" y="185928"/>
                </a:lnTo>
                <a:close/>
              </a:path>
              <a:path w="848995" h="410210">
                <a:moveTo>
                  <a:pt x="396240" y="283464"/>
                </a:moveTo>
                <a:lnTo>
                  <a:pt x="358140" y="245364"/>
                </a:lnTo>
                <a:lnTo>
                  <a:pt x="330708" y="274320"/>
                </a:lnTo>
                <a:lnTo>
                  <a:pt x="208788" y="274320"/>
                </a:lnTo>
                <a:lnTo>
                  <a:pt x="208788" y="240792"/>
                </a:lnTo>
                <a:lnTo>
                  <a:pt x="224028" y="228600"/>
                </a:lnTo>
                <a:lnTo>
                  <a:pt x="182880" y="208788"/>
                </a:lnTo>
                <a:lnTo>
                  <a:pt x="183756" y="222250"/>
                </a:lnTo>
                <a:lnTo>
                  <a:pt x="184213" y="237553"/>
                </a:lnTo>
                <a:lnTo>
                  <a:pt x="184277" y="245364"/>
                </a:lnTo>
                <a:lnTo>
                  <a:pt x="184404" y="274320"/>
                </a:lnTo>
                <a:lnTo>
                  <a:pt x="0" y="274320"/>
                </a:lnTo>
                <a:lnTo>
                  <a:pt x="15240" y="289560"/>
                </a:lnTo>
                <a:lnTo>
                  <a:pt x="25539" y="287324"/>
                </a:lnTo>
                <a:lnTo>
                  <a:pt x="36004" y="285369"/>
                </a:lnTo>
                <a:lnTo>
                  <a:pt x="46736" y="283997"/>
                </a:lnTo>
                <a:lnTo>
                  <a:pt x="57912" y="283464"/>
                </a:lnTo>
                <a:lnTo>
                  <a:pt x="184404" y="283464"/>
                </a:lnTo>
                <a:lnTo>
                  <a:pt x="184378" y="324027"/>
                </a:lnTo>
                <a:lnTo>
                  <a:pt x="184213" y="358724"/>
                </a:lnTo>
                <a:lnTo>
                  <a:pt x="183756" y="387413"/>
                </a:lnTo>
                <a:lnTo>
                  <a:pt x="182880" y="409956"/>
                </a:lnTo>
                <a:lnTo>
                  <a:pt x="210312" y="393204"/>
                </a:lnTo>
                <a:lnTo>
                  <a:pt x="209423" y="376059"/>
                </a:lnTo>
                <a:lnTo>
                  <a:pt x="208978" y="352056"/>
                </a:lnTo>
                <a:lnTo>
                  <a:pt x="208826" y="324027"/>
                </a:lnTo>
                <a:lnTo>
                  <a:pt x="208788" y="283464"/>
                </a:lnTo>
                <a:lnTo>
                  <a:pt x="396240" y="283464"/>
                </a:lnTo>
                <a:close/>
              </a:path>
              <a:path w="848995" h="410210">
                <a:moveTo>
                  <a:pt x="550913" y="253631"/>
                </a:moveTo>
                <a:lnTo>
                  <a:pt x="525005" y="194132"/>
                </a:lnTo>
                <a:lnTo>
                  <a:pt x="499338" y="154863"/>
                </a:lnTo>
                <a:lnTo>
                  <a:pt x="464807" y="105168"/>
                </a:lnTo>
                <a:lnTo>
                  <a:pt x="458711" y="108216"/>
                </a:lnTo>
                <a:lnTo>
                  <a:pt x="482142" y="159054"/>
                </a:lnTo>
                <a:lnTo>
                  <a:pt x="499859" y="201752"/>
                </a:lnTo>
                <a:lnTo>
                  <a:pt x="511860" y="236156"/>
                </a:lnTo>
                <a:lnTo>
                  <a:pt x="518147" y="262140"/>
                </a:lnTo>
                <a:lnTo>
                  <a:pt x="519849" y="275259"/>
                </a:lnTo>
                <a:lnTo>
                  <a:pt x="522528" y="284810"/>
                </a:lnTo>
                <a:lnTo>
                  <a:pt x="526084" y="290639"/>
                </a:lnTo>
                <a:lnTo>
                  <a:pt x="530339" y="292620"/>
                </a:lnTo>
                <a:lnTo>
                  <a:pt x="531863" y="292620"/>
                </a:lnTo>
                <a:lnTo>
                  <a:pt x="544055" y="280428"/>
                </a:lnTo>
                <a:lnTo>
                  <a:pt x="548627" y="273583"/>
                </a:lnTo>
                <a:lnTo>
                  <a:pt x="550913" y="264617"/>
                </a:lnTo>
                <a:lnTo>
                  <a:pt x="550913" y="253631"/>
                </a:lnTo>
                <a:close/>
              </a:path>
              <a:path w="848995" h="410210">
                <a:moveTo>
                  <a:pt x="848855" y="374916"/>
                </a:moveTo>
                <a:lnTo>
                  <a:pt x="810755" y="336816"/>
                </a:lnTo>
                <a:lnTo>
                  <a:pt x="781799" y="364248"/>
                </a:lnTo>
                <a:lnTo>
                  <a:pt x="701027" y="364248"/>
                </a:lnTo>
                <a:lnTo>
                  <a:pt x="701027" y="306336"/>
                </a:lnTo>
                <a:lnTo>
                  <a:pt x="713155" y="292620"/>
                </a:lnTo>
                <a:lnTo>
                  <a:pt x="727011" y="276923"/>
                </a:lnTo>
                <a:lnTo>
                  <a:pt x="754557" y="239090"/>
                </a:lnTo>
                <a:lnTo>
                  <a:pt x="783539" y="192963"/>
                </a:lnTo>
                <a:lnTo>
                  <a:pt x="813803" y="138696"/>
                </a:lnTo>
                <a:lnTo>
                  <a:pt x="832091" y="129552"/>
                </a:lnTo>
                <a:lnTo>
                  <a:pt x="790943" y="99072"/>
                </a:lnTo>
                <a:lnTo>
                  <a:pt x="776046" y="146456"/>
                </a:lnTo>
                <a:lnTo>
                  <a:pt x="756272" y="194703"/>
                </a:lnTo>
                <a:lnTo>
                  <a:pt x="731367" y="243509"/>
                </a:lnTo>
                <a:lnTo>
                  <a:pt x="701027" y="292620"/>
                </a:lnTo>
                <a:lnTo>
                  <a:pt x="701027" y="42684"/>
                </a:lnTo>
                <a:lnTo>
                  <a:pt x="717791" y="30492"/>
                </a:lnTo>
                <a:lnTo>
                  <a:pt x="675119" y="9156"/>
                </a:lnTo>
                <a:lnTo>
                  <a:pt x="675335" y="26873"/>
                </a:lnTo>
                <a:lnTo>
                  <a:pt x="675411" y="30492"/>
                </a:lnTo>
                <a:lnTo>
                  <a:pt x="675881" y="46494"/>
                </a:lnTo>
                <a:lnTo>
                  <a:pt x="676414" y="61874"/>
                </a:lnTo>
                <a:lnTo>
                  <a:pt x="676617" y="73164"/>
                </a:lnTo>
                <a:lnTo>
                  <a:pt x="676643" y="364248"/>
                </a:lnTo>
                <a:lnTo>
                  <a:pt x="605015" y="364248"/>
                </a:lnTo>
                <a:lnTo>
                  <a:pt x="605015" y="44208"/>
                </a:lnTo>
                <a:lnTo>
                  <a:pt x="620255" y="30492"/>
                </a:lnTo>
                <a:lnTo>
                  <a:pt x="579107" y="9156"/>
                </a:lnTo>
                <a:lnTo>
                  <a:pt x="579996" y="26873"/>
                </a:lnTo>
                <a:lnTo>
                  <a:pt x="580428" y="42684"/>
                </a:lnTo>
                <a:lnTo>
                  <a:pt x="580618" y="58877"/>
                </a:lnTo>
                <a:lnTo>
                  <a:pt x="580631" y="364248"/>
                </a:lnTo>
                <a:lnTo>
                  <a:pt x="434327" y="364248"/>
                </a:lnTo>
                <a:lnTo>
                  <a:pt x="449567" y="379488"/>
                </a:lnTo>
                <a:lnTo>
                  <a:pt x="459879" y="377482"/>
                </a:lnTo>
                <a:lnTo>
                  <a:pt x="470331" y="376059"/>
                </a:lnTo>
                <a:lnTo>
                  <a:pt x="481076" y="375196"/>
                </a:lnTo>
                <a:lnTo>
                  <a:pt x="492239" y="374916"/>
                </a:lnTo>
                <a:lnTo>
                  <a:pt x="848855" y="37491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" name="object 27"/>
          <p:cNvSpPr/>
          <p:nvPr/>
        </p:nvSpPr>
        <p:spPr>
          <a:xfrm>
            <a:off x="3494532" y="2808732"/>
            <a:ext cx="356870" cy="402590"/>
          </a:xfrm>
          <a:custGeom>
            <a:avLst/>
            <a:gdLst/>
            <a:ahLst/>
            <a:cxnLst/>
            <a:rect l="l" t="t" r="r" b="b"/>
            <a:pathLst>
              <a:path w="356870" h="402589">
                <a:moveTo>
                  <a:pt x="54864" y="91440"/>
                </a:moveTo>
                <a:lnTo>
                  <a:pt x="44196" y="91440"/>
                </a:lnTo>
                <a:lnTo>
                  <a:pt x="51339" y="63436"/>
                </a:lnTo>
                <a:lnTo>
                  <a:pt x="56769" y="38862"/>
                </a:lnTo>
                <a:lnTo>
                  <a:pt x="60483" y="17716"/>
                </a:lnTo>
                <a:lnTo>
                  <a:pt x="62484" y="0"/>
                </a:lnTo>
                <a:lnTo>
                  <a:pt x="100584" y="21336"/>
                </a:lnTo>
                <a:lnTo>
                  <a:pt x="91725" y="29075"/>
                </a:lnTo>
                <a:lnTo>
                  <a:pt x="81153" y="43243"/>
                </a:lnTo>
                <a:lnTo>
                  <a:pt x="68865" y="63984"/>
                </a:lnTo>
                <a:lnTo>
                  <a:pt x="54864" y="91440"/>
                </a:lnTo>
                <a:close/>
              </a:path>
              <a:path w="356870" h="402589">
                <a:moveTo>
                  <a:pt x="147828" y="192024"/>
                </a:moveTo>
                <a:lnTo>
                  <a:pt x="143256" y="188976"/>
                </a:lnTo>
                <a:lnTo>
                  <a:pt x="160162" y="161496"/>
                </a:lnTo>
                <a:lnTo>
                  <a:pt x="174498" y="136017"/>
                </a:lnTo>
                <a:lnTo>
                  <a:pt x="196596" y="89916"/>
                </a:lnTo>
                <a:lnTo>
                  <a:pt x="211836" y="46291"/>
                </a:lnTo>
                <a:lnTo>
                  <a:pt x="222503" y="1524"/>
                </a:lnTo>
                <a:lnTo>
                  <a:pt x="260603" y="24384"/>
                </a:lnTo>
                <a:lnTo>
                  <a:pt x="252864" y="32361"/>
                </a:lnTo>
                <a:lnTo>
                  <a:pt x="243268" y="47053"/>
                </a:lnTo>
                <a:lnTo>
                  <a:pt x="231671" y="68318"/>
                </a:lnTo>
                <a:lnTo>
                  <a:pt x="217932" y="96012"/>
                </a:lnTo>
                <a:lnTo>
                  <a:pt x="348996" y="96012"/>
                </a:lnTo>
                <a:lnTo>
                  <a:pt x="356616" y="103632"/>
                </a:lnTo>
                <a:lnTo>
                  <a:pt x="352806" y="106680"/>
                </a:lnTo>
                <a:lnTo>
                  <a:pt x="214884" y="106680"/>
                </a:lnTo>
                <a:lnTo>
                  <a:pt x="198620" y="130944"/>
                </a:lnTo>
                <a:lnTo>
                  <a:pt x="181927" y="153352"/>
                </a:lnTo>
                <a:lnTo>
                  <a:pt x="164949" y="173759"/>
                </a:lnTo>
                <a:lnTo>
                  <a:pt x="147828" y="192024"/>
                </a:lnTo>
                <a:close/>
              </a:path>
              <a:path w="356870" h="402589">
                <a:moveTo>
                  <a:pt x="147828" y="91440"/>
                </a:moveTo>
                <a:lnTo>
                  <a:pt x="111252" y="91440"/>
                </a:lnTo>
                <a:lnTo>
                  <a:pt x="129540" y="73152"/>
                </a:lnTo>
                <a:lnTo>
                  <a:pt x="147828" y="91440"/>
                </a:lnTo>
                <a:close/>
              </a:path>
              <a:path w="356870" h="402589">
                <a:moveTo>
                  <a:pt x="0" y="399288"/>
                </a:moveTo>
                <a:lnTo>
                  <a:pt x="816" y="361188"/>
                </a:lnTo>
                <a:lnTo>
                  <a:pt x="914" y="355092"/>
                </a:lnTo>
                <a:lnTo>
                  <a:pt x="1333" y="317182"/>
                </a:lnTo>
                <a:lnTo>
                  <a:pt x="1427" y="178308"/>
                </a:lnTo>
                <a:lnTo>
                  <a:pt x="1310" y="153352"/>
                </a:lnTo>
                <a:lnTo>
                  <a:pt x="891" y="115824"/>
                </a:lnTo>
                <a:lnTo>
                  <a:pt x="0" y="74676"/>
                </a:lnTo>
                <a:lnTo>
                  <a:pt x="25908" y="91440"/>
                </a:lnTo>
                <a:lnTo>
                  <a:pt x="147828" y="91440"/>
                </a:lnTo>
                <a:lnTo>
                  <a:pt x="155448" y="99060"/>
                </a:lnTo>
                <a:lnTo>
                  <a:pt x="150876" y="102108"/>
                </a:lnTo>
                <a:lnTo>
                  <a:pt x="24384" y="102108"/>
                </a:lnTo>
                <a:lnTo>
                  <a:pt x="24384" y="213360"/>
                </a:lnTo>
                <a:lnTo>
                  <a:pt x="137471" y="213360"/>
                </a:lnTo>
                <a:lnTo>
                  <a:pt x="137525" y="222504"/>
                </a:lnTo>
                <a:lnTo>
                  <a:pt x="24384" y="222504"/>
                </a:lnTo>
                <a:lnTo>
                  <a:pt x="24384" y="344424"/>
                </a:lnTo>
                <a:lnTo>
                  <a:pt x="138498" y="344424"/>
                </a:lnTo>
                <a:lnTo>
                  <a:pt x="138565" y="355092"/>
                </a:lnTo>
                <a:lnTo>
                  <a:pt x="24384" y="355092"/>
                </a:lnTo>
                <a:lnTo>
                  <a:pt x="24384" y="385572"/>
                </a:lnTo>
                <a:lnTo>
                  <a:pt x="0" y="399288"/>
                </a:lnTo>
                <a:close/>
              </a:path>
              <a:path w="356870" h="402589">
                <a:moveTo>
                  <a:pt x="348996" y="96012"/>
                </a:moveTo>
                <a:lnTo>
                  <a:pt x="310896" y="96012"/>
                </a:lnTo>
                <a:lnTo>
                  <a:pt x="330708" y="77724"/>
                </a:lnTo>
                <a:lnTo>
                  <a:pt x="348996" y="96012"/>
                </a:lnTo>
                <a:close/>
              </a:path>
              <a:path w="356870" h="402589">
                <a:moveTo>
                  <a:pt x="137471" y="213360"/>
                </a:moveTo>
                <a:lnTo>
                  <a:pt x="114300" y="213360"/>
                </a:lnTo>
                <a:lnTo>
                  <a:pt x="114300" y="102108"/>
                </a:lnTo>
                <a:lnTo>
                  <a:pt x="150876" y="102108"/>
                </a:lnTo>
                <a:lnTo>
                  <a:pt x="137160" y="111252"/>
                </a:lnTo>
                <a:lnTo>
                  <a:pt x="137264" y="161496"/>
                </a:lnTo>
                <a:lnTo>
                  <a:pt x="137370" y="195976"/>
                </a:lnTo>
                <a:lnTo>
                  <a:pt x="137471" y="213360"/>
                </a:lnTo>
                <a:close/>
              </a:path>
              <a:path w="356870" h="402589">
                <a:moveTo>
                  <a:pt x="327406" y="361188"/>
                </a:moveTo>
                <a:lnTo>
                  <a:pt x="283464" y="361188"/>
                </a:lnTo>
                <a:lnTo>
                  <a:pt x="292631" y="359211"/>
                </a:lnTo>
                <a:lnTo>
                  <a:pt x="299656" y="353377"/>
                </a:lnTo>
                <a:lnTo>
                  <a:pt x="309261" y="305360"/>
                </a:lnTo>
                <a:lnTo>
                  <a:pt x="311086" y="259842"/>
                </a:lnTo>
                <a:lnTo>
                  <a:pt x="313173" y="194571"/>
                </a:lnTo>
                <a:lnTo>
                  <a:pt x="315467" y="106680"/>
                </a:lnTo>
                <a:lnTo>
                  <a:pt x="352806" y="106680"/>
                </a:lnTo>
                <a:lnTo>
                  <a:pt x="341376" y="115824"/>
                </a:lnTo>
                <a:lnTo>
                  <a:pt x="339547" y="190085"/>
                </a:lnTo>
                <a:lnTo>
                  <a:pt x="337771" y="248412"/>
                </a:lnTo>
                <a:lnTo>
                  <a:pt x="335889" y="296107"/>
                </a:lnTo>
                <a:lnTo>
                  <a:pt x="334060" y="328013"/>
                </a:lnTo>
                <a:lnTo>
                  <a:pt x="332232" y="345948"/>
                </a:lnTo>
                <a:lnTo>
                  <a:pt x="328517" y="358521"/>
                </a:lnTo>
                <a:lnTo>
                  <a:pt x="327406" y="361188"/>
                </a:lnTo>
                <a:close/>
              </a:path>
              <a:path w="356870" h="402589">
                <a:moveTo>
                  <a:pt x="231648" y="269748"/>
                </a:moveTo>
                <a:lnTo>
                  <a:pt x="230124" y="269748"/>
                </a:lnTo>
                <a:lnTo>
                  <a:pt x="226956" y="268295"/>
                </a:lnTo>
                <a:lnTo>
                  <a:pt x="224218" y="263842"/>
                </a:lnTo>
                <a:lnTo>
                  <a:pt x="221765" y="256246"/>
                </a:lnTo>
                <a:lnTo>
                  <a:pt x="219456" y="245364"/>
                </a:lnTo>
                <a:lnTo>
                  <a:pt x="214884" y="228242"/>
                </a:lnTo>
                <a:lnTo>
                  <a:pt x="208026" y="211264"/>
                </a:lnTo>
                <a:lnTo>
                  <a:pt x="198882" y="194571"/>
                </a:lnTo>
                <a:lnTo>
                  <a:pt x="187452" y="178308"/>
                </a:lnTo>
                <a:lnTo>
                  <a:pt x="192024" y="172212"/>
                </a:lnTo>
                <a:lnTo>
                  <a:pt x="224980" y="199834"/>
                </a:lnTo>
                <a:lnTo>
                  <a:pt x="246888" y="236220"/>
                </a:lnTo>
                <a:lnTo>
                  <a:pt x="246888" y="248412"/>
                </a:lnTo>
                <a:lnTo>
                  <a:pt x="245364" y="256032"/>
                </a:lnTo>
                <a:lnTo>
                  <a:pt x="240791" y="262127"/>
                </a:lnTo>
                <a:lnTo>
                  <a:pt x="236220" y="266700"/>
                </a:lnTo>
                <a:lnTo>
                  <a:pt x="231648" y="269748"/>
                </a:lnTo>
                <a:close/>
              </a:path>
              <a:path w="356870" h="402589">
                <a:moveTo>
                  <a:pt x="138498" y="344424"/>
                </a:moveTo>
                <a:lnTo>
                  <a:pt x="114300" y="344424"/>
                </a:lnTo>
                <a:lnTo>
                  <a:pt x="114300" y="222504"/>
                </a:lnTo>
                <a:lnTo>
                  <a:pt x="137525" y="222504"/>
                </a:lnTo>
                <a:lnTo>
                  <a:pt x="137731" y="256032"/>
                </a:lnTo>
                <a:lnTo>
                  <a:pt x="138498" y="344424"/>
                </a:lnTo>
                <a:close/>
              </a:path>
              <a:path w="356870" h="402589">
                <a:moveTo>
                  <a:pt x="278891" y="402336"/>
                </a:moveTo>
                <a:lnTo>
                  <a:pt x="271772" y="389477"/>
                </a:lnTo>
                <a:lnTo>
                  <a:pt x="259651" y="378333"/>
                </a:lnTo>
                <a:lnTo>
                  <a:pt x="242673" y="368903"/>
                </a:lnTo>
                <a:lnTo>
                  <a:pt x="220979" y="361188"/>
                </a:lnTo>
                <a:lnTo>
                  <a:pt x="220979" y="352044"/>
                </a:lnTo>
                <a:lnTo>
                  <a:pt x="241244" y="356044"/>
                </a:lnTo>
                <a:lnTo>
                  <a:pt x="258508" y="358902"/>
                </a:lnTo>
                <a:lnTo>
                  <a:pt x="272629" y="360616"/>
                </a:lnTo>
                <a:lnTo>
                  <a:pt x="283464" y="361188"/>
                </a:lnTo>
                <a:lnTo>
                  <a:pt x="327406" y="361188"/>
                </a:lnTo>
                <a:lnTo>
                  <a:pt x="324231" y="368808"/>
                </a:lnTo>
                <a:lnTo>
                  <a:pt x="289726" y="397740"/>
                </a:lnTo>
                <a:lnTo>
                  <a:pt x="278891" y="402336"/>
                </a:lnTo>
                <a:close/>
              </a:path>
              <a:path w="356870" h="402589">
                <a:moveTo>
                  <a:pt x="114300" y="391668"/>
                </a:moveTo>
                <a:lnTo>
                  <a:pt x="114300" y="355092"/>
                </a:lnTo>
                <a:lnTo>
                  <a:pt x="138565" y="355092"/>
                </a:lnTo>
                <a:lnTo>
                  <a:pt x="138684" y="377952"/>
                </a:lnTo>
                <a:lnTo>
                  <a:pt x="114300" y="39166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" name="object 28"/>
          <p:cNvSpPr/>
          <p:nvPr/>
        </p:nvSpPr>
        <p:spPr>
          <a:xfrm>
            <a:off x="3912108" y="2807220"/>
            <a:ext cx="843280" cy="407034"/>
          </a:xfrm>
          <a:custGeom>
            <a:avLst/>
            <a:gdLst/>
            <a:ahLst/>
            <a:cxnLst/>
            <a:rect l="l" t="t" r="r" b="b"/>
            <a:pathLst>
              <a:path w="843279" h="407035">
                <a:moveTo>
                  <a:pt x="129438" y="78689"/>
                </a:moveTo>
                <a:lnTo>
                  <a:pt x="93726" y="32372"/>
                </a:lnTo>
                <a:lnTo>
                  <a:pt x="68580" y="15227"/>
                </a:lnTo>
                <a:lnTo>
                  <a:pt x="64008" y="19799"/>
                </a:lnTo>
                <a:lnTo>
                  <a:pt x="76555" y="39522"/>
                </a:lnTo>
                <a:lnTo>
                  <a:pt x="86677" y="57518"/>
                </a:lnTo>
                <a:lnTo>
                  <a:pt x="94221" y="73812"/>
                </a:lnTo>
                <a:lnTo>
                  <a:pt x="99060" y="88379"/>
                </a:lnTo>
                <a:lnTo>
                  <a:pt x="102108" y="102095"/>
                </a:lnTo>
                <a:lnTo>
                  <a:pt x="106680" y="108191"/>
                </a:lnTo>
                <a:lnTo>
                  <a:pt x="112776" y="108191"/>
                </a:lnTo>
                <a:lnTo>
                  <a:pt x="117348" y="105143"/>
                </a:lnTo>
                <a:lnTo>
                  <a:pt x="123444" y="99047"/>
                </a:lnTo>
                <a:lnTo>
                  <a:pt x="127152" y="93027"/>
                </a:lnTo>
                <a:lnTo>
                  <a:pt x="129159" y="86283"/>
                </a:lnTo>
                <a:lnTo>
                  <a:pt x="129438" y="78689"/>
                </a:lnTo>
                <a:close/>
              </a:path>
              <a:path w="843279" h="407035">
                <a:moveTo>
                  <a:pt x="213690" y="72567"/>
                </a:moveTo>
                <a:lnTo>
                  <a:pt x="183565" y="24993"/>
                </a:lnTo>
                <a:lnTo>
                  <a:pt x="161544" y="7607"/>
                </a:lnTo>
                <a:lnTo>
                  <a:pt x="156972" y="10655"/>
                </a:lnTo>
                <a:lnTo>
                  <a:pt x="166154" y="29514"/>
                </a:lnTo>
                <a:lnTo>
                  <a:pt x="173355" y="47231"/>
                </a:lnTo>
                <a:lnTo>
                  <a:pt x="178828" y="63804"/>
                </a:lnTo>
                <a:lnTo>
                  <a:pt x="182880" y="79235"/>
                </a:lnTo>
                <a:lnTo>
                  <a:pt x="184404" y="92951"/>
                </a:lnTo>
                <a:lnTo>
                  <a:pt x="188976" y="99047"/>
                </a:lnTo>
                <a:lnTo>
                  <a:pt x="196596" y="99047"/>
                </a:lnTo>
                <a:lnTo>
                  <a:pt x="201168" y="95999"/>
                </a:lnTo>
                <a:lnTo>
                  <a:pt x="207264" y="91427"/>
                </a:lnTo>
                <a:lnTo>
                  <a:pt x="210350" y="86283"/>
                </a:lnTo>
                <a:lnTo>
                  <a:pt x="212598" y="79997"/>
                </a:lnTo>
                <a:lnTo>
                  <a:pt x="213690" y="72567"/>
                </a:lnTo>
                <a:close/>
              </a:path>
              <a:path w="843279" h="407035">
                <a:moveTo>
                  <a:pt x="393192" y="280403"/>
                </a:moveTo>
                <a:lnTo>
                  <a:pt x="355092" y="242303"/>
                </a:lnTo>
                <a:lnTo>
                  <a:pt x="326136" y="269735"/>
                </a:lnTo>
                <a:lnTo>
                  <a:pt x="213360" y="269735"/>
                </a:lnTo>
                <a:lnTo>
                  <a:pt x="213360" y="260591"/>
                </a:lnTo>
                <a:lnTo>
                  <a:pt x="225552" y="254495"/>
                </a:lnTo>
                <a:lnTo>
                  <a:pt x="211836" y="245351"/>
                </a:lnTo>
                <a:lnTo>
                  <a:pt x="249174" y="222872"/>
                </a:lnTo>
                <a:lnTo>
                  <a:pt x="288226" y="202158"/>
                </a:lnTo>
                <a:lnTo>
                  <a:pt x="306514" y="196545"/>
                </a:lnTo>
                <a:lnTo>
                  <a:pt x="313944" y="196583"/>
                </a:lnTo>
                <a:lnTo>
                  <a:pt x="308902" y="190487"/>
                </a:lnTo>
                <a:lnTo>
                  <a:pt x="284988" y="161531"/>
                </a:lnTo>
                <a:lnTo>
                  <a:pt x="265176" y="179819"/>
                </a:lnTo>
                <a:lnTo>
                  <a:pt x="65532" y="179819"/>
                </a:lnTo>
                <a:lnTo>
                  <a:pt x="80772" y="195059"/>
                </a:lnTo>
                <a:lnTo>
                  <a:pt x="91071" y="193065"/>
                </a:lnTo>
                <a:lnTo>
                  <a:pt x="101536" y="191630"/>
                </a:lnTo>
                <a:lnTo>
                  <a:pt x="112268" y="190779"/>
                </a:lnTo>
                <a:lnTo>
                  <a:pt x="123444" y="190487"/>
                </a:lnTo>
                <a:lnTo>
                  <a:pt x="268224" y="190487"/>
                </a:lnTo>
                <a:lnTo>
                  <a:pt x="207264" y="240779"/>
                </a:lnTo>
                <a:lnTo>
                  <a:pt x="187452" y="230111"/>
                </a:lnTo>
                <a:lnTo>
                  <a:pt x="188341" y="242303"/>
                </a:lnTo>
                <a:lnTo>
                  <a:pt x="188785" y="252209"/>
                </a:lnTo>
                <a:lnTo>
                  <a:pt x="188950" y="261404"/>
                </a:lnTo>
                <a:lnTo>
                  <a:pt x="188976" y="269735"/>
                </a:lnTo>
                <a:lnTo>
                  <a:pt x="0" y="269735"/>
                </a:lnTo>
                <a:lnTo>
                  <a:pt x="15240" y="284975"/>
                </a:lnTo>
                <a:lnTo>
                  <a:pt x="25527" y="282981"/>
                </a:lnTo>
                <a:lnTo>
                  <a:pt x="35814" y="281546"/>
                </a:lnTo>
                <a:lnTo>
                  <a:pt x="46101" y="280695"/>
                </a:lnTo>
                <a:lnTo>
                  <a:pt x="56388" y="280403"/>
                </a:lnTo>
                <a:lnTo>
                  <a:pt x="188976" y="280403"/>
                </a:lnTo>
                <a:lnTo>
                  <a:pt x="188976" y="359651"/>
                </a:lnTo>
                <a:lnTo>
                  <a:pt x="184404" y="365747"/>
                </a:lnTo>
                <a:lnTo>
                  <a:pt x="175260" y="365747"/>
                </a:lnTo>
                <a:lnTo>
                  <a:pt x="166420" y="366090"/>
                </a:lnTo>
                <a:lnTo>
                  <a:pt x="153733" y="364985"/>
                </a:lnTo>
                <a:lnTo>
                  <a:pt x="137325" y="362750"/>
                </a:lnTo>
                <a:lnTo>
                  <a:pt x="117348" y="359651"/>
                </a:lnTo>
                <a:lnTo>
                  <a:pt x="117348" y="368795"/>
                </a:lnTo>
                <a:lnTo>
                  <a:pt x="143078" y="378828"/>
                </a:lnTo>
                <a:lnTo>
                  <a:pt x="160972" y="388416"/>
                </a:lnTo>
                <a:lnTo>
                  <a:pt x="171132" y="397738"/>
                </a:lnTo>
                <a:lnTo>
                  <a:pt x="173736" y="406895"/>
                </a:lnTo>
                <a:lnTo>
                  <a:pt x="190855" y="398322"/>
                </a:lnTo>
                <a:lnTo>
                  <a:pt x="203263" y="388607"/>
                </a:lnTo>
                <a:lnTo>
                  <a:pt x="210807" y="377748"/>
                </a:lnTo>
                <a:lnTo>
                  <a:pt x="213283" y="366090"/>
                </a:lnTo>
                <a:lnTo>
                  <a:pt x="213360" y="280403"/>
                </a:lnTo>
                <a:lnTo>
                  <a:pt x="393192" y="280403"/>
                </a:lnTo>
                <a:close/>
              </a:path>
              <a:path w="843279" h="407035">
                <a:moveTo>
                  <a:pt x="394716" y="132575"/>
                </a:moveTo>
                <a:lnTo>
                  <a:pt x="391922" y="129527"/>
                </a:lnTo>
                <a:lnTo>
                  <a:pt x="382181" y="118859"/>
                </a:lnTo>
                <a:lnTo>
                  <a:pt x="362712" y="97523"/>
                </a:lnTo>
                <a:lnTo>
                  <a:pt x="345948" y="118859"/>
                </a:lnTo>
                <a:lnTo>
                  <a:pt x="257556" y="118859"/>
                </a:lnTo>
                <a:lnTo>
                  <a:pt x="316992" y="36563"/>
                </a:lnTo>
                <a:lnTo>
                  <a:pt x="333756" y="30467"/>
                </a:lnTo>
                <a:lnTo>
                  <a:pt x="294132" y="3035"/>
                </a:lnTo>
                <a:lnTo>
                  <a:pt x="285889" y="29921"/>
                </a:lnTo>
                <a:lnTo>
                  <a:pt x="275082" y="58089"/>
                </a:lnTo>
                <a:lnTo>
                  <a:pt x="261975" y="87693"/>
                </a:lnTo>
                <a:lnTo>
                  <a:pt x="246888" y="118859"/>
                </a:lnTo>
                <a:lnTo>
                  <a:pt x="50292" y="118859"/>
                </a:lnTo>
                <a:lnTo>
                  <a:pt x="48768" y="97523"/>
                </a:lnTo>
                <a:lnTo>
                  <a:pt x="39624" y="97523"/>
                </a:lnTo>
                <a:lnTo>
                  <a:pt x="35636" y="118668"/>
                </a:lnTo>
                <a:lnTo>
                  <a:pt x="30670" y="136385"/>
                </a:lnTo>
                <a:lnTo>
                  <a:pt x="24828" y="150672"/>
                </a:lnTo>
                <a:lnTo>
                  <a:pt x="18288" y="161531"/>
                </a:lnTo>
                <a:lnTo>
                  <a:pt x="10668" y="176771"/>
                </a:lnTo>
                <a:lnTo>
                  <a:pt x="10668" y="182867"/>
                </a:lnTo>
                <a:lnTo>
                  <a:pt x="12192" y="184391"/>
                </a:lnTo>
                <a:lnTo>
                  <a:pt x="15240" y="185915"/>
                </a:lnTo>
                <a:lnTo>
                  <a:pt x="16764" y="187439"/>
                </a:lnTo>
                <a:lnTo>
                  <a:pt x="32004" y="187439"/>
                </a:lnTo>
                <a:lnTo>
                  <a:pt x="39624" y="184391"/>
                </a:lnTo>
                <a:lnTo>
                  <a:pt x="47244" y="182867"/>
                </a:lnTo>
                <a:lnTo>
                  <a:pt x="50292" y="176771"/>
                </a:lnTo>
                <a:lnTo>
                  <a:pt x="51816" y="166103"/>
                </a:lnTo>
                <a:lnTo>
                  <a:pt x="52425" y="158673"/>
                </a:lnTo>
                <a:lnTo>
                  <a:pt x="52197" y="150101"/>
                </a:lnTo>
                <a:lnTo>
                  <a:pt x="51384" y="140385"/>
                </a:lnTo>
                <a:lnTo>
                  <a:pt x="50292" y="129527"/>
                </a:lnTo>
                <a:lnTo>
                  <a:pt x="347472" y="129527"/>
                </a:lnTo>
                <a:lnTo>
                  <a:pt x="320040" y="178295"/>
                </a:lnTo>
                <a:lnTo>
                  <a:pt x="324612" y="181343"/>
                </a:lnTo>
                <a:lnTo>
                  <a:pt x="344347" y="161086"/>
                </a:lnTo>
                <a:lnTo>
                  <a:pt x="362521" y="146100"/>
                </a:lnTo>
                <a:lnTo>
                  <a:pt x="379260" y="136563"/>
                </a:lnTo>
                <a:lnTo>
                  <a:pt x="394716" y="132575"/>
                </a:lnTo>
                <a:close/>
              </a:path>
              <a:path w="843279" h="407035">
                <a:moveTo>
                  <a:pt x="842759" y="381000"/>
                </a:moveTo>
                <a:lnTo>
                  <a:pt x="807707" y="342900"/>
                </a:lnTo>
                <a:lnTo>
                  <a:pt x="780275" y="370332"/>
                </a:lnTo>
                <a:lnTo>
                  <a:pt x="655307" y="370332"/>
                </a:lnTo>
                <a:lnTo>
                  <a:pt x="655307" y="245364"/>
                </a:lnTo>
                <a:lnTo>
                  <a:pt x="792467" y="245364"/>
                </a:lnTo>
                <a:lnTo>
                  <a:pt x="760463" y="208788"/>
                </a:lnTo>
                <a:lnTo>
                  <a:pt x="733031" y="234696"/>
                </a:lnTo>
                <a:lnTo>
                  <a:pt x="655307" y="234696"/>
                </a:lnTo>
                <a:lnTo>
                  <a:pt x="655307" y="128016"/>
                </a:lnTo>
                <a:lnTo>
                  <a:pt x="813803" y="128016"/>
                </a:lnTo>
                <a:lnTo>
                  <a:pt x="780275" y="91440"/>
                </a:lnTo>
                <a:lnTo>
                  <a:pt x="754367" y="117348"/>
                </a:lnTo>
                <a:lnTo>
                  <a:pt x="655307" y="117348"/>
                </a:lnTo>
                <a:lnTo>
                  <a:pt x="655307" y="30480"/>
                </a:lnTo>
                <a:lnTo>
                  <a:pt x="669023" y="18288"/>
                </a:lnTo>
                <a:lnTo>
                  <a:pt x="627875" y="0"/>
                </a:lnTo>
                <a:lnTo>
                  <a:pt x="628116" y="21120"/>
                </a:lnTo>
                <a:lnTo>
                  <a:pt x="629170" y="79933"/>
                </a:lnTo>
                <a:lnTo>
                  <a:pt x="629399" y="117348"/>
                </a:lnTo>
                <a:lnTo>
                  <a:pt x="525767" y="117348"/>
                </a:lnTo>
                <a:lnTo>
                  <a:pt x="537794" y="91884"/>
                </a:lnTo>
                <a:lnTo>
                  <a:pt x="548817" y="72580"/>
                </a:lnTo>
                <a:lnTo>
                  <a:pt x="558990" y="59258"/>
                </a:lnTo>
                <a:lnTo>
                  <a:pt x="568439" y="51816"/>
                </a:lnTo>
                <a:lnTo>
                  <a:pt x="528815" y="30480"/>
                </a:lnTo>
                <a:lnTo>
                  <a:pt x="515099" y="78486"/>
                </a:lnTo>
                <a:lnTo>
                  <a:pt x="496811" y="131064"/>
                </a:lnTo>
                <a:lnTo>
                  <a:pt x="473951" y="182308"/>
                </a:lnTo>
                <a:lnTo>
                  <a:pt x="446519" y="230124"/>
                </a:lnTo>
                <a:lnTo>
                  <a:pt x="451091" y="233172"/>
                </a:lnTo>
                <a:lnTo>
                  <a:pt x="467652" y="214591"/>
                </a:lnTo>
                <a:lnTo>
                  <a:pt x="485190" y="190881"/>
                </a:lnTo>
                <a:lnTo>
                  <a:pt x="503605" y="162013"/>
                </a:lnTo>
                <a:lnTo>
                  <a:pt x="522719" y="128016"/>
                </a:lnTo>
                <a:lnTo>
                  <a:pt x="629399" y="128016"/>
                </a:lnTo>
                <a:lnTo>
                  <a:pt x="629399" y="234696"/>
                </a:lnTo>
                <a:lnTo>
                  <a:pt x="505955" y="234696"/>
                </a:lnTo>
                <a:lnTo>
                  <a:pt x="521195" y="251460"/>
                </a:lnTo>
                <a:lnTo>
                  <a:pt x="530847" y="248577"/>
                </a:lnTo>
                <a:lnTo>
                  <a:pt x="541197" y="246697"/>
                </a:lnTo>
                <a:lnTo>
                  <a:pt x="551853" y="245668"/>
                </a:lnTo>
                <a:lnTo>
                  <a:pt x="562343" y="245364"/>
                </a:lnTo>
                <a:lnTo>
                  <a:pt x="629399" y="245364"/>
                </a:lnTo>
                <a:lnTo>
                  <a:pt x="629399" y="370332"/>
                </a:lnTo>
                <a:lnTo>
                  <a:pt x="438899" y="370332"/>
                </a:lnTo>
                <a:lnTo>
                  <a:pt x="455663" y="387096"/>
                </a:lnTo>
                <a:lnTo>
                  <a:pt x="465099" y="384213"/>
                </a:lnTo>
                <a:lnTo>
                  <a:pt x="475094" y="382333"/>
                </a:lnTo>
                <a:lnTo>
                  <a:pt x="485673" y="381304"/>
                </a:lnTo>
                <a:lnTo>
                  <a:pt x="496811" y="381000"/>
                </a:lnTo>
                <a:lnTo>
                  <a:pt x="842759" y="38100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pic>
        <p:nvPicPr>
          <p:cNvPr id="29" name="object 29"/>
          <p:cNvPicPr/>
          <p:nvPr/>
        </p:nvPicPr>
        <p:blipFill>
          <a:blip r:embed="rId4" cstate="print"/>
          <a:stretch>
            <a:fillRect/>
          </a:stretch>
        </p:blipFill>
        <p:spPr>
          <a:xfrm>
            <a:off x="4837175" y="3078479"/>
            <a:ext cx="96012" cy="96012"/>
          </a:xfrm>
          <a:prstGeom prst="rect">
            <a:avLst/>
          </a:prstGeom>
        </p:spPr>
      </p:pic>
      <p:sp>
        <p:nvSpPr>
          <p:cNvPr id="30" name="object 30"/>
          <p:cNvSpPr/>
          <p:nvPr/>
        </p:nvSpPr>
        <p:spPr>
          <a:xfrm>
            <a:off x="5259323" y="2819400"/>
            <a:ext cx="378460" cy="388620"/>
          </a:xfrm>
          <a:custGeom>
            <a:avLst/>
            <a:gdLst/>
            <a:ahLst/>
            <a:cxnLst/>
            <a:rect l="l" t="t" r="r" b="b"/>
            <a:pathLst>
              <a:path w="378460" h="388619">
                <a:moveTo>
                  <a:pt x="347916" y="25908"/>
                </a:moveTo>
                <a:lnTo>
                  <a:pt x="297180" y="25908"/>
                </a:lnTo>
                <a:lnTo>
                  <a:pt x="323088" y="0"/>
                </a:lnTo>
                <a:lnTo>
                  <a:pt x="347916" y="25908"/>
                </a:lnTo>
                <a:close/>
              </a:path>
              <a:path w="378460" h="388619">
                <a:moveTo>
                  <a:pt x="24384" y="388620"/>
                </a:moveTo>
                <a:lnTo>
                  <a:pt x="0" y="367284"/>
                </a:lnTo>
                <a:lnTo>
                  <a:pt x="9144" y="356616"/>
                </a:lnTo>
                <a:lnTo>
                  <a:pt x="9120" y="52006"/>
                </a:lnTo>
                <a:lnTo>
                  <a:pt x="8953" y="38862"/>
                </a:lnTo>
                <a:lnTo>
                  <a:pt x="8501" y="24574"/>
                </a:lnTo>
                <a:lnTo>
                  <a:pt x="7620" y="9144"/>
                </a:lnTo>
                <a:lnTo>
                  <a:pt x="33528" y="25908"/>
                </a:lnTo>
                <a:lnTo>
                  <a:pt x="347916" y="25908"/>
                </a:lnTo>
                <a:lnTo>
                  <a:pt x="358140" y="36576"/>
                </a:lnTo>
                <a:lnTo>
                  <a:pt x="33528" y="36576"/>
                </a:lnTo>
                <a:lnTo>
                  <a:pt x="33528" y="362712"/>
                </a:lnTo>
                <a:lnTo>
                  <a:pt x="369570" y="362712"/>
                </a:lnTo>
                <a:lnTo>
                  <a:pt x="377952" y="371856"/>
                </a:lnTo>
                <a:lnTo>
                  <a:pt x="36576" y="371856"/>
                </a:lnTo>
                <a:lnTo>
                  <a:pt x="24384" y="388620"/>
                </a:lnTo>
                <a:close/>
              </a:path>
              <a:path w="378460" h="388619">
                <a:moveTo>
                  <a:pt x="74676" y="192024"/>
                </a:moveTo>
                <a:lnTo>
                  <a:pt x="68580" y="187451"/>
                </a:lnTo>
                <a:lnTo>
                  <a:pt x="79724" y="172926"/>
                </a:lnTo>
                <a:lnTo>
                  <a:pt x="90297" y="156972"/>
                </a:lnTo>
                <a:lnTo>
                  <a:pt x="109728" y="121920"/>
                </a:lnTo>
                <a:lnTo>
                  <a:pt x="123444" y="81724"/>
                </a:lnTo>
                <a:lnTo>
                  <a:pt x="132588" y="38100"/>
                </a:lnTo>
                <a:lnTo>
                  <a:pt x="167640" y="56388"/>
                </a:lnTo>
                <a:lnTo>
                  <a:pt x="142684" y="94869"/>
                </a:lnTo>
                <a:lnTo>
                  <a:pt x="137160" y="108204"/>
                </a:lnTo>
                <a:lnTo>
                  <a:pt x="309372" y="108204"/>
                </a:lnTo>
                <a:lnTo>
                  <a:pt x="320040" y="118872"/>
                </a:lnTo>
                <a:lnTo>
                  <a:pt x="132588" y="118872"/>
                </a:lnTo>
                <a:lnTo>
                  <a:pt x="120324" y="138874"/>
                </a:lnTo>
                <a:lnTo>
                  <a:pt x="106489" y="157734"/>
                </a:lnTo>
                <a:lnTo>
                  <a:pt x="91225" y="175450"/>
                </a:lnTo>
                <a:lnTo>
                  <a:pt x="74676" y="192024"/>
                </a:lnTo>
                <a:close/>
              </a:path>
              <a:path w="378460" h="388619">
                <a:moveTo>
                  <a:pt x="309372" y="108204"/>
                </a:moveTo>
                <a:lnTo>
                  <a:pt x="263652" y="108204"/>
                </a:lnTo>
                <a:lnTo>
                  <a:pt x="286511" y="85344"/>
                </a:lnTo>
                <a:lnTo>
                  <a:pt x="309372" y="108204"/>
                </a:lnTo>
                <a:close/>
              </a:path>
              <a:path w="378460" h="388619">
                <a:moveTo>
                  <a:pt x="208788" y="202691"/>
                </a:moveTo>
                <a:lnTo>
                  <a:pt x="184404" y="202691"/>
                </a:lnTo>
                <a:lnTo>
                  <a:pt x="185577" y="179832"/>
                </a:lnTo>
                <a:lnTo>
                  <a:pt x="186499" y="159639"/>
                </a:lnTo>
                <a:lnTo>
                  <a:pt x="187190" y="138826"/>
                </a:lnTo>
                <a:lnTo>
                  <a:pt x="187452" y="118872"/>
                </a:lnTo>
                <a:lnTo>
                  <a:pt x="211835" y="118872"/>
                </a:lnTo>
                <a:lnTo>
                  <a:pt x="210716" y="140327"/>
                </a:lnTo>
                <a:lnTo>
                  <a:pt x="209740" y="161353"/>
                </a:lnTo>
                <a:lnTo>
                  <a:pt x="209049" y="182094"/>
                </a:lnTo>
                <a:lnTo>
                  <a:pt x="208788" y="202691"/>
                </a:lnTo>
                <a:close/>
              </a:path>
              <a:path w="378460" h="388619">
                <a:moveTo>
                  <a:pt x="65532" y="217932"/>
                </a:moveTo>
                <a:lnTo>
                  <a:pt x="50292" y="202691"/>
                </a:lnTo>
                <a:lnTo>
                  <a:pt x="312420" y="202691"/>
                </a:lnTo>
                <a:lnTo>
                  <a:pt x="335280" y="179832"/>
                </a:lnTo>
                <a:lnTo>
                  <a:pt x="368808" y="211836"/>
                </a:lnTo>
                <a:lnTo>
                  <a:pt x="106680" y="211836"/>
                </a:lnTo>
                <a:lnTo>
                  <a:pt x="96178" y="212359"/>
                </a:lnTo>
                <a:lnTo>
                  <a:pt x="85534" y="213741"/>
                </a:lnTo>
                <a:lnTo>
                  <a:pt x="75176" y="215693"/>
                </a:lnTo>
                <a:lnTo>
                  <a:pt x="65532" y="217932"/>
                </a:lnTo>
                <a:close/>
              </a:path>
              <a:path w="378460" h="388619">
                <a:moveTo>
                  <a:pt x="62484" y="353568"/>
                </a:moveTo>
                <a:lnTo>
                  <a:pt x="57912" y="347471"/>
                </a:lnTo>
                <a:lnTo>
                  <a:pt x="81938" y="335208"/>
                </a:lnTo>
                <a:lnTo>
                  <a:pt x="103822" y="321373"/>
                </a:lnTo>
                <a:lnTo>
                  <a:pt x="141732" y="289560"/>
                </a:lnTo>
                <a:lnTo>
                  <a:pt x="167830" y="252984"/>
                </a:lnTo>
                <a:lnTo>
                  <a:pt x="181356" y="211836"/>
                </a:lnTo>
                <a:lnTo>
                  <a:pt x="205740" y="211836"/>
                </a:lnTo>
                <a:lnTo>
                  <a:pt x="204358" y="220694"/>
                </a:lnTo>
                <a:lnTo>
                  <a:pt x="202692" y="228981"/>
                </a:lnTo>
                <a:lnTo>
                  <a:pt x="201025" y="236696"/>
                </a:lnTo>
                <a:lnTo>
                  <a:pt x="199644" y="243839"/>
                </a:lnTo>
                <a:lnTo>
                  <a:pt x="223228" y="251460"/>
                </a:lnTo>
                <a:lnTo>
                  <a:pt x="198120" y="251460"/>
                </a:lnTo>
                <a:lnTo>
                  <a:pt x="174998" y="283487"/>
                </a:lnTo>
                <a:lnTo>
                  <a:pt x="144589" y="311086"/>
                </a:lnTo>
                <a:lnTo>
                  <a:pt x="107037" y="334398"/>
                </a:lnTo>
                <a:lnTo>
                  <a:pt x="62484" y="353568"/>
                </a:lnTo>
                <a:close/>
              </a:path>
              <a:path w="378460" h="388619">
                <a:moveTo>
                  <a:pt x="321564" y="341376"/>
                </a:moveTo>
                <a:lnTo>
                  <a:pt x="313944" y="341376"/>
                </a:lnTo>
                <a:lnTo>
                  <a:pt x="304800" y="332232"/>
                </a:lnTo>
                <a:lnTo>
                  <a:pt x="295965" y="321945"/>
                </a:lnTo>
                <a:lnTo>
                  <a:pt x="285559" y="311658"/>
                </a:lnTo>
                <a:lnTo>
                  <a:pt x="247197" y="281678"/>
                </a:lnTo>
                <a:lnTo>
                  <a:pt x="198120" y="251460"/>
                </a:lnTo>
                <a:lnTo>
                  <a:pt x="223228" y="251460"/>
                </a:lnTo>
                <a:lnTo>
                  <a:pt x="280654" y="274058"/>
                </a:lnTo>
                <a:lnTo>
                  <a:pt x="321564" y="301942"/>
                </a:lnTo>
                <a:lnTo>
                  <a:pt x="326136" y="311538"/>
                </a:lnTo>
                <a:lnTo>
                  <a:pt x="326088" y="321945"/>
                </a:lnTo>
                <a:lnTo>
                  <a:pt x="324612" y="333756"/>
                </a:lnTo>
                <a:lnTo>
                  <a:pt x="321564" y="341376"/>
                </a:lnTo>
                <a:close/>
              </a:path>
              <a:path w="378460" h="388619">
                <a:moveTo>
                  <a:pt x="369570" y="362712"/>
                </a:moveTo>
                <a:lnTo>
                  <a:pt x="315468" y="362712"/>
                </a:lnTo>
                <a:lnTo>
                  <a:pt x="344424" y="335280"/>
                </a:lnTo>
                <a:lnTo>
                  <a:pt x="369570" y="36271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" name="object 31"/>
          <p:cNvSpPr/>
          <p:nvPr/>
        </p:nvSpPr>
        <p:spPr>
          <a:xfrm>
            <a:off x="5711952" y="2814827"/>
            <a:ext cx="372110" cy="401320"/>
          </a:xfrm>
          <a:custGeom>
            <a:avLst/>
            <a:gdLst/>
            <a:ahLst/>
            <a:cxnLst/>
            <a:rect l="l" t="t" r="r" b="b"/>
            <a:pathLst>
              <a:path w="372110" h="401319">
                <a:moveTo>
                  <a:pt x="242316" y="64008"/>
                </a:moveTo>
                <a:lnTo>
                  <a:pt x="230124" y="64008"/>
                </a:lnTo>
                <a:lnTo>
                  <a:pt x="228695" y="49125"/>
                </a:lnTo>
                <a:lnTo>
                  <a:pt x="224409" y="34099"/>
                </a:lnTo>
                <a:lnTo>
                  <a:pt x="217265" y="18788"/>
                </a:lnTo>
                <a:lnTo>
                  <a:pt x="207264" y="3048"/>
                </a:lnTo>
                <a:lnTo>
                  <a:pt x="210312" y="0"/>
                </a:lnTo>
                <a:lnTo>
                  <a:pt x="225480" y="8596"/>
                </a:lnTo>
                <a:lnTo>
                  <a:pt x="236791" y="16192"/>
                </a:lnTo>
                <a:lnTo>
                  <a:pt x="244387" y="22931"/>
                </a:lnTo>
                <a:lnTo>
                  <a:pt x="248412" y="28956"/>
                </a:lnTo>
                <a:lnTo>
                  <a:pt x="252984" y="35052"/>
                </a:lnTo>
                <a:lnTo>
                  <a:pt x="254508" y="39624"/>
                </a:lnTo>
                <a:lnTo>
                  <a:pt x="254508" y="41148"/>
                </a:lnTo>
                <a:lnTo>
                  <a:pt x="253674" y="46863"/>
                </a:lnTo>
                <a:lnTo>
                  <a:pt x="251269" y="52578"/>
                </a:lnTo>
                <a:lnTo>
                  <a:pt x="247435" y="58293"/>
                </a:lnTo>
                <a:lnTo>
                  <a:pt x="242316" y="64008"/>
                </a:lnTo>
                <a:close/>
              </a:path>
              <a:path w="372110" h="401319">
                <a:moveTo>
                  <a:pt x="0" y="400812"/>
                </a:moveTo>
                <a:lnTo>
                  <a:pt x="840" y="366212"/>
                </a:lnTo>
                <a:lnTo>
                  <a:pt x="913" y="361188"/>
                </a:lnTo>
                <a:lnTo>
                  <a:pt x="1333" y="317373"/>
                </a:lnTo>
                <a:lnTo>
                  <a:pt x="1430" y="103632"/>
                </a:lnTo>
                <a:lnTo>
                  <a:pt x="1304" y="71628"/>
                </a:lnTo>
                <a:lnTo>
                  <a:pt x="881" y="37909"/>
                </a:lnTo>
                <a:lnTo>
                  <a:pt x="0" y="16764"/>
                </a:lnTo>
                <a:lnTo>
                  <a:pt x="22860" y="32004"/>
                </a:lnTo>
                <a:lnTo>
                  <a:pt x="113283" y="32004"/>
                </a:lnTo>
                <a:lnTo>
                  <a:pt x="121919" y="39624"/>
                </a:lnTo>
                <a:lnTo>
                  <a:pt x="117348" y="42672"/>
                </a:lnTo>
                <a:lnTo>
                  <a:pt x="22860" y="42672"/>
                </a:lnTo>
                <a:lnTo>
                  <a:pt x="22860" y="387096"/>
                </a:lnTo>
                <a:lnTo>
                  <a:pt x="0" y="400812"/>
                </a:lnTo>
                <a:close/>
              </a:path>
              <a:path w="372110" h="401319">
                <a:moveTo>
                  <a:pt x="113283" y="32004"/>
                </a:moveTo>
                <a:lnTo>
                  <a:pt x="82296" y="32004"/>
                </a:lnTo>
                <a:lnTo>
                  <a:pt x="96012" y="16764"/>
                </a:lnTo>
                <a:lnTo>
                  <a:pt x="113283" y="32004"/>
                </a:lnTo>
                <a:close/>
              </a:path>
              <a:path w="372110" h="401319">
                <a:moveTo>
                  <a:pt x="116361" y="265176"/>
                </a:moveTo>
                <a:lnTo>
                  <a:pt x="76200" y="265176"/>
                </a:lnTo>
                <a:lnTo>
                  <a:pt x="82296" y="263652"/>
                </a:lnTo>
                <a:lnTo>
                  <a:pt x="88392" y="259080"/>
                </a:lnTo>
                <a:lnTo>
                  <a:pt x="91511" y="255698"/>
                </a:lnTo>
                <a:lnTo>
                  <a:pt x="93916" y="250317"/>
                </a:lnTo>
                <a:lnTo>
                  <a:pt x="95464" y="243220"/>
                </a:lnTo>
                <a:lnTo>
                  <a:pt x="96012" y="234696"/>
                </a:lnTo>
                <a:lnTo>
                  <a:pt x="95440" y="225552"/>
                </a:lnTo>
                <a:lnTo>
                  <a:pt x="81200" y="187833"/>
                </a:lnTo>
                <a:lnTo>
                  <a:pt x="53340" y="143256"/>
                </a:lnTo>
                <a:lnTo>
                  <a:pt x="83819" y="42672"/>
                </a:lnTo>
                <a:lnTo>
                  <a:pt x="117348" y="42672"/>
                </a:lnTo>
                <a:lnTo>
                  <a:pt x="108204" y="48768"/>
                </a:lnTo>
                <a:lnTo>
                  <a:pt x="60960" y="143256"/>
                </a:lnTo>
                <a:lnTo>
                  <a:pt x="89725" y="171831"/>
                </a:lnTo>
                <a:lnTo>
                  <a:pt x="114204" y="210169"/>
                </a:lnTo>
                <a:lnTo>
                  <a:pt x="121919" y="242316"/>
                </a:lnTo>
                <a:lnTo>
                  <a:pt x="120443" y="252079"/>
                </a:lnTo>
                <a:lnTo>
                  <a:pt x="118110" y="260985"/>
                </a:lnTo>
                <a:lnTo>
                  <a:pt x="116361" y="265176"/>
                </a:lnTo>
                <a:close/>
              </a:path>
              <a:path w="372110" h="401319">
                <a:moveTo>
                  <a:pt x="137160" y="118872"/>
                </a:moveTo>
                <a:lnTo>
                  <a:pt x="121919" y="118872"/>
                </a:lnTo>
                <a:lnTo>
                  <a:pt x="118872" y="115824"/>
                </a:lnTo>
                <a:lnTo>
                  <a:pt x="118872" y="108204"/>
                </a:lnTo>
                <a:lnTo>
                  <a:pt x="120396" y="103632"/>
                </a:lnTo>
                <a:lnTo>
                  <a:pt x="124967" y="97536"/>
                </a:lnTo>
                <a:lnTo>
                  <a:pt x="131016" y="87534"/>
                </a:lnTo>
                <a:lnTo>
                  <a:pt x="135636" y="75819"/>
                </a:lnTo>
                <a:lnTo>
                  <a:pt x="139112" y="62388"/>
                </a:lnTo>
                <a:lnTo>
                  <a:pt x="141731" y="47244"/>
                </a:lnTo>
                <a:lnTo>
                  <a:pt x="147828" y="47244"/>
                </a:lnTo>
                <a:lnTo>
                  <a:pt x="149352" y="64008"/>
                </a:lnTo>
                <a:lnTo>
                  <a:pt x="350043" y="64008"/>
                </a:lnTo>
                <a:lnTo>
                  <a:pt x="358140" y="71628"/>
                </a:lnTo>
                <a:lnTo>
                  <a:pt x="350663" y="74676"/>
                </a:lnTo>
                <a:lnTo>
                  <a:pt x="149352" y="74676"/>
                </a:lnTo>
                <a:lnTo>
                  <a:pt x="152400" y="89916"/>
                </a:lnTo>
                <a:lnTo>
                  <a:pt x="152400" y="100584"/>
                </a:lnTo>
                <a:lnTo>
                  <a:pt x="149352" y="106680"/>
                </a:lnTo>
                <a:lnTo>
                  <a:pt x="149352" y="109728"/>
                </a:lnTo>
                <a:lnTo>
                  <a:pt x="146304" y="112776"/>
                </a:lnTo>
                <a:lnTo>
                  <a:pt x="137160" y="118872"/>
                </a:lnTo>
                <a:close/>
              </a:path>
              <a:path w="372110" h="401319">
                <a:moveTo>
                  <a:pt x="350043" y="64008"/>
                </a:moveTo>
                <a:lnTo>
                  <a:pt x="318516" y="64008"/>
                </a:lnTo>
                <a:lnTo>
                  <a:pt x="332232" y="47244"/>
                </a:lnTo>
                <a:lnTo>
                  <a:pt x="350043" y="64008"/>
                </a:lnTo>
                <a:close/>
              </a:path>
              <a:path w="372110" h="401319">
                <a:moveTo>
                  <a:pt x="312420" y="114300"/>
                </a:moveTo>
                <a:lnTo>
                  <a:pt x="306324" y="112776"/>
                </a:lnTo>
                <a:lnTo>
                  <a:pt x="320040" y="74676"/>
                </a:lnTo>
                <a:lnTo>
                  <a:pt x="350663" y="74676"/>
                </a:lnTo>
                <a:lnTo>
                  <a:pt x="347567" y="75938"/>
                </a:lnTo>
                <a:lnTo>
                  <a:pt x="336423" y="84391"/>
                </a:lnTo>
                <a:lnTo>
                  <a:pt x="324707" y="97131"/>
                </a:lnTo>
                <a:lnTo>
                  <a:pt x="312420" y="114300"/>
                </a:lnTo>
                <a:close/>
              </a:path>
              <a:path w="372110" h="401319">
                <a:moveTo>
                  <a:pt x="167640" y="150876"/>
                </a:moveTo>
                <a:lnTo>
                  <a:pt x="152400" y="135636"/>
                </a:lnTo>
                <a:lnTo>
                  <a:pt x="269748" y="135636"/>
                </a:lnTo>
                <a:lnTo>
                  <a:pt x="289560" y="115824"/>
                </a:lnTo>
                <a:lnTo>
                  <a:pt x="316992" y="146304"/>
                </a:lnTo>
                <a:lnTo>
                  <a:pt x="208788" y="146304"/>
                </a:lnTo>
                <a:lnTo>
                  <a:pt x="197643" y="146589"/>
                </a:lnTo>
                <a:lnTo>
                  <a:pt x="187071" y="147447"/>
                </a:lnTo>
                <a:lnTo>
                  <a:pt x="177069" y="148875"/>
                </a:lnTo>
                <a:lnTo>
                  <a:pt x="167640" y="150876"/>
                </a:lnTo>
                <a:close/>
              </a:path>
              <a:path w="372110" h="401319">
                <a:moveTo>
                  <a:pt x="137160" y="219456"/>
                </a:moveTo>
                <a:lnTo>
                  <a:pt x="121919" y="202692"/>
                </a:lnTo>
                <a:lnTo>
                  <a:pt x="306324" y="202692"/>
                </a:lnTo>
                <a:lnTo>
                  <a:pt x="327660" y="182880"/>
                </a:lnTo>
                <a:lnTo>
                  <a:pt x="355092" y="213360"/>
                </a:lnTo>
                <a:lnTo>
                  <a:pt x="179832" y="213360"/>
                </a:lnTo>
                <a:lnTo>
                  <a:pt x="168663" y="213669"/>
                </a:lnTo>
                <a:lnTo>
                  <a:pt x="157924" y="214693"/>
                </a:lnTo>
                <a:lnTo>
                  <a:pt x="147470" y="216574"/>
                </a:lnTo>
                <a:lnTo>
                  <a:pt x="137160" y="219456"/>
                </a:lnTo>
                <a:close/>
              </a:path>
              <a:path w="372110" h="401319">
                <a:moveTo>
                  <a:pt x="73152" y="394716"/>
                </a:moveTo>
                <a:lnTo>
                  <a:pt x="71628" y="388620"/>
                </a:lnTo>
                <a:lnTo>
                  <a:pt x="97583" y="377428"/>
                </a:lnTo>
                <a:lnTo>
                  <a:pt x="120396" y="364236"/>
                </a:lnTo>
                <a:lnTo>
                  <a:pt x="155448" y="330708"/>
                </a:lnTo>
                <a:lnTo>
                  <a:pt x="178498" y="282892"/>
                </a:lnTo>
                <a:lnTo>
                  <a:pt x="188976" y="213360"/>
                </a:lnTo>
                <a:lnTo>
                  <a:pt x="210312" y="213360"/>
                </a:lnTo>
                <a:lnTo>
                  <a:pt x="206930" y="256746"/>
                </a:lnTo>
                <a:lnTo>
                  <a:pt x="187594" y="321802"/>
                </a:lnTo>
                <a:lnTo>
                  <a:pt x="152447" y="359783"/>
                </a:lnTo>
                <a:lnTo>
                  <a:pt x="103203" y="385548"/>
                </a:lnTo>
                <a:lnTo>
                  <a:pt x="73152" y="394716"/>
                </a:lnTo>
                <a:close/>
              </a:path>
              <a:path w="372110" h="401319">
                <a:moveTo>
                  <a:pt x="330708" y="381000"/>
                </a:moveTo>
                <a:lnTo>
                  <a:pt x="277368" y="381000"/>
                </a:lnTo>
                <a:lnTo>
                  <a:pt x="265104" y="378380"/>
                </a:lnTo>
                <a:lnTo>
                  <a:pt x="255841" y="372618"/>
                </a:lnTo>
                <a:lnTo>
                  <a:pt x="249721" y="363426"/>
                </a:lnTo>
                <a:lnTo>
                  <a:pt x="247013" y="351091"/>
                </a:lnTo>
                <a:lnTo>
                  <a:pt x="246888" y="213360"/>
                </a:lnTo>
                <a:lnTo>
                  <a:pt x="269748" y="213360"/>
                </a:lnTo>
                <a:lnTo>
                  <a:pt x="269748" y="338328"/>
                </a:lnTo>
                <a:lnTo>
                  <a:pt x="271200" y="349186"/>
                </a:lnTo>
                <a:lnTo>
                  <a:pt x="275653" y="356616"/>
                </a:lnTo>
                <a:lnTo>
                  <a:pt x="283249" y="360616"/>
                </a:lnTo>
                <a:lnTo>
                  <a:pt x="294132" y="361188"/>
                </a:lnTo>
                <a:lnTo>
                  <a:pt x="368566" y="361188"/>
                </a:lnTo>
                <a:lnTo>
                  <a:pt x="365855" y="366212"/>
                </a:lnTo>
                <a:lnTo>
                  <a:pt x="356997" y="374332"/>
                </a:lnTo>
                <a:lnTo>
                  <a:pt x="345281" y="379309"/>
                </a:lnTo>
                <a:lnTo>
                  <a:pt x="330708" y="381000"/>
                </a:lnTo>
                <a:close/>
              </a:path>
              <a:path w="372110" h="401319">
                <a:moveTo>
                  <a:pt x="68580" y="300228"/>
                </a:moveTo>
                <a:lnTo>
                  <a:pt x="66317" y="289893"/>
                </a:lnTo>
                <a:lnTo>
                  <a:pt x="59626" y="281559"/>
                </a:lnTo>
                <a:lnTo>
                  <a:pt x="48648" y="274939"/>
                </a:lnTo>
                <a:lnTo>
                  <a:pt x="33528" y="269748"/>
                </a:lnTo>
                <a:lnTo>
                  <a:pt x="33528" y="262128"/>
                </a:lnTo>
                <a:lnTo>
                  <a:pt x="44124" y="263890"/>
                </a:lnTo>
                <a:lnTo>
                  <a:pt x="53149" y="264795"/>
                </a:lnTo>
                <a:lnTo>
                  <a:pt x="60745" y="265128"/>
                </a:lnTo>
                <a:lnTo>
                  <a:pt x="116361" y="265176"/>
                </a:lnTo>
                <a:lnTo>
                  <a:pt x="114633" y="269319"/>
                </a:lnTo>
                <a:lnTo>
                  <a:pt x="109728" y="277368"/>
                </a:lnTo>
                <a:lnTo>
                  <a:pt x="102870" y="283940"/>
                </a:lnTo>
                <a:lnTo>
                  <a:pt x="93726" y="289941"/>
                </a:lnTo>
                <a:lnTo>
                  <a:pt x="82296" y="295370"/>
                </a:lnTo>
                <a:lnTo>
                  <a:pt x="68580" y="300228"/>
                </a:lnTo>
                <a:close/>
              </a:path>
              <a:path w="372110" h="401319">
                <a:moveTo>
                  <a:pt x="368566" y="361188"/>
                </a:moveTo>
                <a:lnTo>
                  <a:pt x="324612" y="361188"/>
                </a:lnTo>
                <a:lnTo>
                  <a:pt x="329755" y="359735"/>
                </a:lnTo>
                <a:lnTo>
                  <a:pt x="333756" y="355282"/>
                </a:lnTo>
                <a:lnTo>
                  <a:pt x="340733" y="309586"/>
                </a:lnTo>
                <a:lnTo>
                  <a:pt x="342900" y="281940"/>
                </a:lnTo>
                <a:lnTo>
                  <a:pt x="350520" y="281940"/>
                </a:lnTo>
                <a:lnTo>
                  <a:pt x="351805" y="322230"/>
                </a:lnTo>
                <a:lnTo>
                  <a:pt x="371856" y="355092"/>
                </a:lnTo>
                <a:lnTo>
                  <a:pt x="368566" y="36118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" name="object 32"/>
          <p:cNvSpPr/>
          <p:nvPr/>
        </p:nvSpPr>
        <p:spPr>
          <a:xfrm>
            <a:off x="6129528" y="2810255"/>
            <a:ext cx="390525" cy="405765"/>
          </a:xfrm>
          <a:custGeom>
            <a:avLst/>
            <a:gdLst/>
            <a:ahLst/>
            <a:cxnLst/>
            <a:rect l="l" t="t" r="r" b="b"/>
            <a:pathLst>
              <a:path w="390525" h="405764">
                <a:moveTo>
                  <a:pt x="102108" y="102107"/>
                </a:moveTo>
                <a:lnTo>
                  <a:pt x="79248" y="102107"/>
                </a:lnTo>
                <a:lnTo>
                  <a:pt x="79123" y="53339"/>
                </a:lnTo>
                <a:lnTo>
                  <a:pt x="79002" y="39624"/>
                </a:lnTo>
                <a:lnTo>
                  <a:pt x="78605" y="19169"/>
                </a:lnTo>
                <a:lnTo>
                  <a:pt x="77724" y="0"/>
                </a:lnTo>
                <a:lnTo>
                  <a:pt x="118872" y="22859"/>
                </a:lnTo>
                <a:lnTo>
                  <a:pt x="102108" y="33527"/>
                </a:lnTo>
                <a:lnTo>
                  <a:pt x="102108" y="102107"/>
                </a:lnTo>
                <a:close/>
              </a:path>
              <a:path w="390525" h="405764">
                <a:moveTo>
                  <a:pt x="172212" y="53339"/>
                </a:moveTo>
                <a:lnTo>
                  <a:pt x="158496" y="39624"/>
                </a:lnTo>
                <a:lnTo>
                  <a:pt x="347472" y="39624"/>
                </a:lnTo>
                <a:lnTo>
                  <a:pt x="361188" y="21335"/>
                </a:lnTo>
                <a:lnTo>
                  <a:pt x="390144" y="44195"/>
                </a:lnTo>
                <a:lnTo>
                  <a:pt x="383857" y="48767"/>
                </a:lnTo>
                <a:lnTo>
                  <a:pt x="193548" y="48767"/>
                </a:lnTo>
                <a:lnTo>
                  <a:pt x="172212" y="53339"/>
                </a:lnTo>
                <a:close/>
              </a:path>
              <a:path w="390525" h="405764">
                <a:moveTo>
                  <a:pt x="146304" y="230123"/>
                </a:moveTo>
                <a:lnTo>
                  <a:pt x="143256" y="225551"/>
                </a:lnTo>
                <a:lnTo>
                  <a:pt x="176998" y="193214"/>
                </a:lnTo>
                <a:lnTo>
                  <a:pt x="202882" y="153161"/>
                </a:lnTo>
                <a:lnTo>
                  <a:pt x="221051" y="105108"/>
                </a:lnTo>
                <a:lnTo>
                  <a:pt x="231648" y="48767"/>
                </a:lnTo>
                <a:lnTo>
                  <a:pt x="257555" y="48767"/>
                </a:lnTo>
                <a:lnTo>
                  <a:pt x="247302" y="99230"/>
                </a:lnTo>
                <a:lnTo>
                  <a:pt x="231123" y="142670"/>
                </a:lnTo>
                <a:lnTo>
                  <a:pt x="208946" y="179015"/>
                </a:lnTo>
                <a:lnTo>
                  <a:pt x="180697" y="208190"/>
                </a:lnTo>
                <a:lnTo>
                  <a:pt x="146304" y="230123"/>
                </a:lnTo>
                <a:close/>
              </a:path>
              <a:path w="390525" h="405764">
                <a:moveTo>
                  <a:pt x="358438" y="166401"/>
                </a:moveTo>
                <a:lnTo>
                  <a:pt x="319897" y="166401"/>
                </a:lnTo>
                <a:lnTo>
                  <a:pt x="326136" y="166115"/>
                </a:lnTo>
                <a:lnTo>
                  <a:pt x="330422" y="163520"/>
                </a:lnTo>
                <a:lnTo>
                  <a:pt x="342138" y="121419"/>
                </a:lnTo>
                <a:lnTo>
                  <a:pt x="346710" y="77366"/>
                </a:lnTo>
                <a:lnTo>
                  <a:pt x="348996" y="48767"/>
                </a:lnTo>
                <a:lnTo>
                  <a:pt x="383857" y="48767"/>
                </a:lnTo>
                <a:lnTo>
                  <a:pt x="373380" y="56387"/>
                </a:lnTo>
                <a:lnTo>
                  <a:pt x="369165" y="106608"/>
                </a:lnTo>
                <a:lnTo>
                  <a:pt x="363664" y="144970"/>
                </a:lnTo>
                <a:lnTo>
                  <a:pt x="358438" y="166401"/>
                </a:lnTo>
                <a:close/>
              </a:path>
              <a:path w="390525" h="405764">
                <a:moveTo>
                  <a:pt x="16764" y="115823"/>
                </a:moveTo>
                <a:lnTo>
                  <a:pt x="3048" y="102107"/>
                </a:lnTo>
                <a:lnTo>
                  <a:pt x="128016" y="102107"/>
                </a:lnTo>
                <a:lnTo>
                  <a:pt x="147828" y="82295"/>
                </a:lnTo>
                <a:lnTo>
                  <a:pt x="176784" y="112775"/>
                </a:lnTo>
                <a:lnTo>
                  <a:pt x="36576" y="112775"/>
                </a:lnTo>
                <a:lnTo>
                  <a:pt x="16764" y="115823"/>
                </a:lnTo>
                <a:close/>
              </a:path>
              <a:path w="390525" h="405764">
                <a:moveTo>
                  <a:pt x="21336" y="265175"/>
                </a:moveTo>
                <a:lnTo>
                  <a:pt x="0" y="233171"/>
                </a:lnTo>
                <a:lnTo>
                  <a:pt x="11739" y="230362"/>
                </a:lnTo>
                <a:lnTo>
                  <a:pt x="28765" y="224408"/>
                </a:lnTo>
                <a:lnTo>
                  <a:pt x="51220" y="215598"/>
                </a:lnTo>
                <a:lnTo>
                  <a:pt x="79248" y="204215"/>
                </a:lnTo>
                <a:lnTo>
                  <a:pt x="79248" y="112775"/>
                </a:lnTo>
                <a:lnTo>
                  <a:pt x="102108" y="112775"/>
                </a:lnTo>
                <a:lnTo>
                  <a:pt x="102108" y="195071"/>
                </a:lnTo>
                <a:lnTo>
                  <a:pt x="134112" y="195071"/>
                </a:lnTo>
                <a:lnTo>
                  <a:pt x="102108" y="213359"/>
                </a:lnTo>
                <a:lnTo>
                  <a:pt x="102108" y="224027"/>
                </a:lnTo>
                <a:lnTo>
                  <a:pt x="79248" y="224027"/>
                </a:lnTo>
                <a:lnTo>
                  <a:pt x="68287" y="230123"/>
                </a:lnTo>
                <a:lnTo>
                  <a:pt x="56578" y="236791"/>
                </a:lnTo>
                <a:lnTo>
                  <a:pt x="43886" y="244387"/>
                </a:lnTo>
                <a:lnTo>
                  <a:pt x="30480" y="252983"/>
                </a:lnTo>
                <a:lnTo>
                  <a:pt x="21336" y="265175"/>
                </a:lnTo>
                <a:close/>
              </a:path>
              <a:path w="390525" h="405764">
                <a:moveTo>
                  <a:pt x="310896" y="204215"/>
                </a:moveTo>
                <a:lnTo>
                  <a:pt x="309800" y="192452"/>
                </a:lnTo>
                <a:lnTo>
                  <a:pt x="302133" y="182117"/>
                </a:lnTo>
                <a:lnTo>
                  <a:pt x="288178" y="172926"/>
                </a:lnTo>
                <a:lnTo>
                  <a:pt x="268224" y="164591"/>
                </a:lnTo>
                <a:lnTo>
                  <a:pt x="269748" y="156971"/>
                </a:lnTo>
                <a:lnTo>
                  <a:pt x="291417" y="161829"/>
                </a:lnTo>
                <a:lnTo>
                  <a:pt x="308229" y="164972"/>
                </a:lnTo>
                <a:lnTo>
                  <a:pt x="319897" y="166401"/>
                </a:lnTo>
                <a:lnTo>
                  <a:pt x="358438" y="166401"/>
                </a:lnTo>
                <a:lnTo>
                  <a:pt x="357306" y="171045"/>
                </a:lnTo>
                <a:lnTo>
                  <a:pt x="350520" y="184403"/>
                </a:lnTo>
                <a:lnTo>
                  <a:pt x="342185" y="191571"/>
                </a:lnTo>
                <a:lnTo>
                  <a:pt x="332994" y="197167"/>
                </a:lnTo>
                <a:lnTo>
                  <a:pt x="322659" y="201334"/>
                </a:lnTo>
                <a:lnTo>
                  <a:pt x="310896" y="204215"/>
                </a:lnTo>
                <a:close/>
              </a:path>
              <a:path w="390525" h="405764">
                <a:moveTo>
                  <a:pt x="134112" y="195071"/>
                </a:moveTo>
                <a:lnTo>
                  <a:pt x="102108" y="195071"/>
                </a:lnTo>
                <a:lnTo>
                  <a:pt x="163068" y="169163"/>
                </a:lnTo>
                <a:lnTo>
                  <a:pt x="166116" y="176783"/>
                </a:lnTo>
                <a:lnTo>
                  <a:pt x="134112" y="195071"/>
                </a:lnTo>
                <a:close/>
              </a:path>
              <a:path w="390525" h="405764">
                <a:moveTo>
                  <a:pt x="368925" y="228599"/>
                </a:moveTo>
                <a:lnTo>
                  <a:pt x="336804" y="228599"/>
                </a:lnTo>
                <a:lnTo>
                  <a:pt x="348996" y="213359"/>
                </a:lnTo>
                <a:lnTo>
                  <a:pt x="368925" y="228599"/>
                </a:lnTo>
                <a:close/>
              </a:path>
              <a:path w="390525" h="405764">
                <a:moveTo>
                  <a:pt x="187452" y="396239"/>
                </a:moveTo>
                <a:lnTo>
                  <a:pt x="188333" y="375689"/>
                </a:lnTo>
                <a:lnTo>
                  <a:pt x="188774" y="353567"/>
                </a:lnTo>
                <a:lnTo>
                  <a:pt x="188876" y="265175"/>
                </a:lnTo>
                <a:lnTo>
                  <a:pt x="188785" y="252602"/>
                </a:lnTo>
                <a:lnTo>
                  <a:pt x="188352" y="233171"/>
                </a:lnTo>
                <a:lnTo>
                  <a:pt x="187452" y="214883"/>
                </a:lnTo>
                <a:lnTo>
                  <a:pt x="211836" y="228599"/>
                </a:lnTo>
                <a:lnTo>
                  <a:pt x="368925" y="228599"/>
                </a:lnTo>
                <a:lnTo>
                  <a:pt x="374904" y="233171"/>
                </a:lnTo>
                <a:lnTo>
                  <a:pt x="368046" y="239267"/>
                </a:lnTo>
                <a:lnTo>
                  <a:pt x="211836" y="239267"/>
                </a:lnTo>
                <a:lnTo>
                  <a:pt x="211836" y="353567"/>
                </a:lnTo>
                <a:lnTo>
                  <a:pt x="362379" y="353567"/>
                </a:lnTo>
                <a:lnTo>
                  <a:pt x="362530" y="364235"/>
                </a:lnTo>
                <a:lnTo>
                  <a:pt x="211836" y="364235"/>
                </a:lnTo>
                <a:lnTo>
                  <a:pt x="211836" y="387095"/>
                </a:lnTo>
                <a:lnTo>
                  <a:pt x="187452" y="396239"/>
                </a:lnTo>
                <a:close/>
              </a:path>
              <a:path w="390525" h="405764">
                <a:moveTo>
                  <a:pt x="101839" y="365759"/>
                </a:moveTo>
                <a:lnTo>
                  <a:pt x="67056" y="365759"/>
                </a:lnTo>
                <a:lnTo>
                  <a:pt x="73675" y="364307"/>
                </a:lnTo>
                <a:lnTo>
                  <a:pt x="77724" y="359854"/>
                </a:lnTo>
                <a:lnTo>
                  <a:pt x="79486" y="352258"/>
                </a:lnTo>
                <a:lnTo>
                  <a:pt x="79248" y="341375"/>
                </a:lnTo>
                <a:lnTo>
                  <a:pt x="79248" y="224027"/>
                </a:lnTo>
                <a:lnTo>
                  <a:pt x="102108" y="224027"/>
                </a:lnTo>
                <a:lnTo>
                  <a:pt x="102040" y="364616"/>
                </a:lnTo>
                <a:lnTo>
                  <a:pt x="101839" y="365759"/>
                </a:lnTo>
                <a:close/>
              </a:path>
              <a:path w="390525" h="405764">
                <a:moveTo>
                  <a:pt x="362379" y="353567"/>
                </a:moveTo>
                <a:lnTo>
                  <a:pt x="338328" y="353567"/>
                </a:lnTo>
                <a:lnTo>
                  <a:pt x="338328" y="239267"/>
                </a:lnTo>
                <a:lnTo>
                  <a:pt x="368046" y="239267"/>
                </a:lnTo>
                <a:lnTo>
                  <a:pt x="361188" y="245363"/>
                </a:lnTo>
                <a:lnTo>
                  <a:pt x="361426" y="291417"/>
                </a:lnTo>
                <a:lnTo>
                  <a:pt x="361950" y="329183"/>
                </a:lnTo>
                <a:lnTo>
                  <a:pt x="362379" y="353567"/>
                </a:lnTo>
                <a:close/>
              </a:path>
              <a:path w="390525" h="405764">
                <a:moveTo>
                  <a:pt x="67056" y="405383"/>
                </a:moveTo>
                <a:lnTo>
                  <a:pt x="65055" y="395382"/>
                </a:lnTo>
                <a:lnTo>
                  <a:pt x="56769" y="385952"/>
                </a:lnTo>
                <a:lnTo>
                  <a:pt x="42195" y="377094"/>
                </a:lnTo>
                <a:lnTo>
                  <a:pt x="21336" y="368807"/>
                </a:lnTo>
                <a:lnTo>
                  <a:pt x="21336" y="361187"/>
                </a:lnTo>
                <a:lnTo>
                  <a:pt x="36195" y="363188"/>
                </a:lnTo>
                <a:lnTo>
                  <a:pt x="48768" y="364616"/>
                </a:lnTo>
                <a:lnTo>
                  <a:pt x="59055" y="365474"/>
                </a:lnTo>
                <a:lnTo>
                  <a:pt x="67056" y="365759"/>
                </a:lnTo>
                <a:lnTo>
                  <a:pt x="101839" y="365759"/>
                </a:lnTo>
                <a:lnTo>
                  <a:pt x="99845" y="377094"/>
                </a:lnTo>
                <a:lnTo>
                  <a:pt x="93154" y="388238"/>
                </a:lnTo>
                <a:lnTo>
                  <a:pt x="82176" y="397668"/>
                </a:lnTo>
                <a:lnTo>
                  <a:pt x="67056" y="405383"/>
                </a:lnTo>
                <a:close/>
              </a:path>
              <a:path w="390525" h="405764">
                <a:moveTo>
                  <a:pt x="338328" y="393191"/>
                </a:moveTo>
                <a:lnTo>
                  <a:pt x="338328" y="364235"/>
                </a:lnTo>
                <a:lnTo>
                  <a:pt x="362530" y="364235"/>
                </a:lnTo>
                <a:lnTo>
                  <a:pt x="362712" y="380999"/>
                </a:lnTo>
                <a:lnTo>
                  <a:pt x="338328" y="39319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" name="object 33"/>
          <p:cNvSpPr/>
          <p:nvPr/>
        </p:nvSpPr>
        <p:spPr>
          <a:xfrm>
            <a:off x="6580631" y="2810255"/>
            <a:ext cx="394970" cy="403860"/>
          </a:xfrm>
          <a:custGeom>
            <a:avLst/>
            <a:gdLst/>
            <a:ahLst/>
            <a:cxnLst/>
            <a:rect l="l" t="t" r="r" b="b"/>
            <a:pathLst>
              <a:path w="394970" h="403860">
                <a:moveTo>
                  <a:pt x="257556" y="115824"/>
                </a:moveTo>
                <a:lnTo>
                  <a:pt x="246887" y="115824"/>
                </a:lnTo>
                <a:lnTo>
                  <a:pt x="262628" y="84653"/>
                </a:lnTo>
                <a:lnTo>
                  <a:pt x="275653" y="55054"/>
                </a:lnTo>
                <a:lnTo>
                  <a:pt x="286107" y="26884"/>
                </a:lnTo>
                <a:lnTo>
                  <a:pt x="294132" y="0"/>
                </a:lnTo>
                <a:lnTo>
                  <a:pt x="335280" y="27432"/>
                </a:lnTo>
                <a:lnTo>
                  <a:pt x="316992" y="33528"/>
                </a:lnTo>
                <a:lnTo>
                  <a:pt x="257556" y="115824"/>
                </a:lnTo>
                <a:close/>
              </a:path>
              <a:path w="394970" h="403860">
                <a:moveTo>
                  <a:pt x="198120" y="96012"/>
                </a:moveTo>
                <a:lnTo>
                  <a:pt x="188976" y="96012"/>
                </a:lnTo>
                <a:lnTo>
                  <a:pt x="185928" y="89916"/>
                </a:lnTo>
                <a:lnTo>
                  <a:pt x="179474" y="60769"/>
                </a:lnTo>
                <a:lnTo>
                  <a:pt x="173926" y="44196"/>
                </a:lnTo>
                <a:lnTo>
                  <a:pt x="166377" y="26479"/>
                </a:lnTo>
                <a:lnTo>
                  <a:pt x="156972" y="7620"/>
                </a:lnTo>
                <a:lnTo>
                  <a:pt x="163068" y="4572"/>
                </a:lnTo>
                <a:lnTo>
                  <a:pt x="200977" y="37338"/>
                </a:lnTo>
                <a:lnTo>
                  <a:pt x="215193" y="69532"/>
                </a:lnTo>
                <a:lnTo>
                  <a:pt x="213931" y="76962"/>
                </a:lnTo>
                <a:lnTo>
                  <a:pt x="211240" y="83248"/>
                </a:lnTo>
                <a:lnTo>
                  <a:pt x="207264" y="88392"/>
                </a:lnTo>
                <a:lnTo>
                  <a:pt x="201168" y="92964"/>
                </a:lnTo>
                <a:lnTo>
                  <a:pt x="198120" y="96012"/>
                </a:lnTo>
                <a:close/>
              </a:path>
              <a:path w="394970" h="403860">
                <a:moveTo>
                  <a:pt x="114300" y="105156"/>
                </a:moveTo>
                <a:lnTo>
                  <a:pt x="106680" y="105156"/>
                </a:lnTo>
                <a:lnTo>
                  <a:pt x="103632" y="99060"/>
                </a:lnTo>
                <a:lnTo>
                  <a:pt x="99060" y="85344"/>
                </a:lnTo>
                <a:lnTo>
                  <a:pt x="94464" y="70770"/>
                </a:lnTo>
                <a:lnTo>
                  <a:pt x="87439" y="54483"/>
                </a:lnTo>
                <a:lnTo>
                  <a:pt x="77843" y="36480"/>
                </a:lnTo>
                <a:lnTo>
                  <a:pt x="65532" y="16764"/>
                </a:lnTo>
                <a:lnTo>
                  <a:pt x="70104" y="12192"/>
                </a:lnTo>
                <a:lnTo>
                  <a:pt x="112395" y="44196"/>
                </a:lnTo>
                <a:lnTo>
                  <a:pt x="130087" y="75652"/>
                </a:lnTo>
                <a:lnTo>
                  <a:pt x="129349" y="83248"/>
                </a:lnTo>
                <a:lnTo>
                  <a:pt x="127182" y="89987"/>
                </a:lnTo>
                <a:lnTo>
                  <a:pt x="123444" y="96012"/>
                </a:lnTo>
                <a:lnTo>
                  <a:pt x="118872" y="102108"/>
                </a:lnTo>
                <a:lnTo>
                  <a:pt x="114300" y="105156"/>
                </a:lnTo>
                <a:close/>
              </a:path>
              <a:path w="394970" h="403860">
                <a:moveTo>
                  <a:pt x="32004" y="184404"/>
                </a:moveTo>
                <a:lnTo>
                  <a:pt x="18288" y="184404"/>
                </a:lnTo>
                <a:lnTo>
                  <a:pt x="12192" y="181356"/>
                </a:lnTo>
                <a:lnTo>
                  <a:pt x="10668" y="179832"/>
                </a:lnTo>
                <a:lnTo>
                  <a:pt x="10668" y="173735"/>
                </a:lnTo>
                <a:lnTo>
                  <a:pt x="13716" y="167640"/>
                </a:lnTo>
                <a:lnTo>
                  <a:pt x="19812" y="158496"/>
                </a:lnTo>
                <a:lnTo>
                  <a:pt x="26360" y="147637"/>
                </a:lnTo>
                <a:lnTo>
                  <a:pt x="32194" y="133350"/>
                </a:lnTo>
                <a:lnTo>
                  <a:pt x="37171" y="115633"/>
                </a:lnTo>
                <a:lnTo>
                  <a:pt x="41148" y="94488"/>
                </a:lnTo>
                <a:lnTo>
                  <a:pt x="48768" y="94488"/>
                </a:lnTo>
                <a:lnTo>
                  <a:pt x="51816" y="115824"/>
                </a:lnTo>
                <a:lnTo>
                  <a:pt x="382789" y="115824"/>
                </a:lnTo>
                <a:lnTo>
                  <a:pt x="392065" y="126492"/>
                </a:lnTo>
                <a:lnTo>
                  <a:pt x="51816" y="126492"/>
                </a:lnTo>
                <a:lnTo>
                  <a:pt x="52697" y="137350"/>
                </a:lnTo>
                <a:lnTo>
                  <a:pt x="53149" y="147066"/>
                </a:lnTo>
                <a:lnTo>
                  <a:pt x="53316" y="155638"/>
                </a:lnTo>
                <a:lnTo>
                  <a:pt x="53340" y="163068"/>
                </a:lnTo>
                <a:lnTo>
                  <a:pt x="51816" y="173735"/>
                </a:lnTo>
                <a:lnTo>
                  <a:pt x="47244" y="179832"/>
                </a:lnTo>
                <a:lnTo>
                  <a:pt x="39624" y="181356"/>
                </a:lnTo>
                <a:lnTo>
                  <a:pt x="32004" y="184404"/>
                </a:lnTo>
                <a:close/>
              </a:path>
              <a:path w="394970" h="403860">
                <a:moveTo>
                  <a:pt x="382789" y="115824"/>
                </a:moveTo>
                <a:lnTo>
                  <a:pt x="347472" y="115824"/>
                </a:lnTo>
                <a:lnTo>
                  <a:pt x="364236" y="94488"/>
                </a:lnTo>
                <a:lnTo>
                  <a:pt x="382789" y="115824"/>
                </a:lnTo>
                <a:close/>
              </a:path>
              <a:path w="394970" h="403860">
                <a:moveTo>
                  <a:pt x="326136" y="178308"/>
                </a:moveTo>
                <a:lnTo>
                  <a:pt x="320040" y="175260"/>
                </a:lnTo>
                <a:lnTo>
                  <a:pt x="348996" y="126492"/>
                </a:lnTo>
                <a:lnTo>
                  <a:pt x="392065" y="126492"/>
                </a:lnTo>
                <a:lnTo>
                  <a:pt x="394716" y="129540"/>
                </a:lnTo>
                <a:lnTo>
                  <a:pt x="379928" y="133516"/>
                </a:lnTo>
                <a:lnTo>
                  <a:pt x="363283" y="143065"/>
                </a:lnTo>
                <a:lnTo>
                  <a:pt x="345209" y="158043"/>
                </a:lnTo>
                <a:lnTo>
                  <a:pt x="326136" y="178308"/>
                </a:lnTo>
                <a:close/>
              </a:path>
              <a:path w="394970" h="403860">
                <a:moveTo>
                  <a:pt x="82296" y="192023"/>
                </a:moveTo>
                <a:lnTo>
                  <a:pt x="67056" y="176784"/>
                </a:lnTo>
                <a:lnTo>
                  <a:pt x="266699" y="176784"/>
                </a:lnTo>
                <a:lnTo>
                  <a:pt x="286511" y="158496"/>
                </a:lnTo>
                <a:lnTo>
                  <a:pt x="310432" y="187452"/>
                </a:lnTo>
                <a:lnTo>
                  <a:pt x="123444" y="187452"/>
                </a:lnTo>
                <a:lnTo>
                  <a:pt x="112942" y="187737"/>
                </a:lnTo>
                <a:lnTo>
                  <a:pt x="102298" y="188595"/>
                </a:lnTo>
                <a:lnTo>
                  <a:pt x="91940" y="190023"/>
                </a:lnTo>
                <a:lnTo>
                  <a:pt x="82296" y="192023"/>
                </a:lnTo>
                <a:close/>
              </a:path>
              <a:path w="394970" h="403860">
                <a:moveTo>
                  <a:pt x="220799" y="237744"/>
                </a:moveTo>
                <a:lnTo>
                  <a:pt x="207264" y="237744"/>
                </a:lnTo>
                <a:lnTo>
                  <a:pt x="268223" y="187452"/>
                </a:lnTo>
                <a:lnTo>
                  <a:pt x="310432" y="187452"/>
                </a:lnTo>
                <a:lnTo>
                  <a:pt x="315428" y="193500"/>
                </a:lnTo>
                <a:lnTo>
                  <a:pt x="308014" y="193500"/>
                </a:lnTo>
                <a:lnTo>
                  <a:pt x="299275" y="195453"/>
                </a:lnTo>
                <a:lnTo>
                  <a:pt x="289107" y="199120"/>
                </a:lnTo>
                <a:lnTo>
                  <a:pt x="277368" y="204216"/>
                </a:lnTo>
                <a:lnTo>
                  <a:pt x="264795" y="211026"/>
                </a:lnTo>
                <a:lnTo>
                  <a:pt x="249936" y="219837"/>
                </a:lnTo>
                <a:lnTo>
                  <a:pt x="220799" y="237744"/>
                </a:lnTo>
                <a:close/>
              </a:path>
              <a:path w="394970" h="403860">
                <a:moveTo>
                  <a:pt x="315468" y="193548"/>
                </a:moveTo>
                <a:lnTo>
                  <a:pt x="308014" y="193500"/>
                </a:lnTo>
                <a:lnTo>
                  <a:pt x="315428" y="193500"/>
                </a:lnTo>
                <a:close/>
              </a:path>
              <a:path w="394970" h="403860">
                <a:moveTo>
                  <a:pt x="214884" y="266699"/>
                </a:moveTo>
                <a:lnTo>
                  <a:pt x="190500" y="266699"/>
                </a:lnTo>
                <a:lnTo>
                  <a:pt x="190261" y="258365"/>
                </a:lnTo>
                <a:lnTo>
                  <a:pt x="189738" y="249174"/>
                </a:lnTo>
                <a:lnTo>
                  <a:pt x="189235" y="239268"/>
                </a:lnTo>
                <a:lnTo>
                  <a:pt x="188976" y="227075"/>
                </a:lnTo>
                <a:lnTo>
                  <a:pt x="207264" y="237744"/>
                </a:lnTo>
                <a:lnTo>
                  <a:pt x="220799" y="237744"/>
                </a:lnTo>
                <a:lnTo>
                  <a:pt x="213360" y="242316"/>
                </a:lnTo>
                <a:lnTo>
                  <a:pt x="227076" y="251460"/>
                </a:lnTo>
                <a:lnTo>
                  <a:pt x="214884" y="257556"/>
                </a:lnTo>
                <a:lnTo>
                  <a:pt x="214884" y="266699"/>
                </a:lnTo>
                <a:close/>
              </a:path>
              <a:path w="394970" h="403860">
                <a:moveTo>
                  <a:pt x="16764" y="281940"/>
                </a:moveTo>
                <a:lnTo>
                  <a:pt x="0" y="266699"/>
                </a:lnTo>
                <a:lnTo>
                  <a:pt x="327660" y="266699"/>
                </a:lnTo>
                <a:lnTo>
                  <a:pt x="355092" y="239268"/>
                </a:lnTo>
                <a:lnTo>
                  <a:pt x="393191" y="277368"/>
                </a:lnTo>
                <a:lnTo>
                  <a:pt x="57912" y="277368"/>
                </a:lnTo>
                <a:lnTo>
                  <a:pt x="46767" y="277653"/>
                </a:lnTo>
                <a:lnTo>
                  <a:pt x="36195" y="278511"/>
                </a:lnTo>
                <a:lnTo>
                  <a:pt x="26193" y="279939"/>
                </a:lnTo>
                <a:lnTo>
                  <a:pt x="16764" y="281940"/>
                </a:lnTo>
                <a:close/>
              </a:path>
              <a:path w="394970" h="403860">
                <a:moveTo>
                  <a:pt x="214813" y="363045"/>
                </a:moveTo>
                <a:lnTo>
                  <a:pt x="167949" y="363045"/>
                </a:lnTo>
                <a:lnTo>
                  <a:pt x="176784" y="362712"/>
                </a:lnTo>
                <a:lnTo>
                  <a:pt x="185928" y="362712"/>
                </a:lnTo>
                <a:lnTo>
                  <a:pt x="190500" y="356616"/>
                </a:lnTo>
                <a:lnTo>
                  <a:pt x="190500" y="277368"/>
                </a:lnTo>
                <a:lnTo>
                  <a:pt x="214884" y="277368"/>
                </a:lnTo>
                <a:lnTo>
                  <a:pt x="214813" y="363045"/>
                </a:lnTo>
                <a:close/>
              </a:path>
              <a:path w="394970" h="403860">
                <a:moveTo>
                  <a:pt x="175260" y="403860"/>
                </a:moveTo>
                <a:lnTo>
                  <a:pt x="171807" y="394692"/>
                </a:lnTo>
                <a:lnTo>
                  <a:pt x="161353" y="385381"/>
                </a:lnTo>
                <a:lnTo>
                  <a:pt x="143756" y="375785"/>
                </a:lnTo>
                <a:lnTo>
                  <a:pt x="118872" y="365760"/>
                </a:lnTo>
                <a:lnTo>
                  <a:pt x="118872" y="356616"/>
                </a:lnTo>
                <a:lnTo>
                  <a:pt x="138850" y="359711"/>
                </a:lnTo>
                <a:lnTo>
                  <a:pt x="155257" y="361950"/>
                </a:lnTo>
                <a:lnTo>
                  <a:pt x="167949" y="363045"/>
                </a:lnTo>
                <a:lnTo>
                  <a:pt x="214813" y="363045"/>
                </a:lnTo>
                <a:lnTo>
                  <a:pt x="212336" y="374713"/>
                </a:lnTo>
                <a:lnTo>
                  <a:pt x="204787" y="385572"/>
                </a:lnTo>
                <a:lnTo>
                  <a:pt x="192381" y="395287"/>
                </a:lnTo>
                <a:lnTo>
                  <a:pt x="175260" y="40386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" name="object 34"/>
          <p:cNvSpPr/>
          <p:nvPr/>
        </p:nvSpPr>
        <p:spPr>
          <a:xfrm>
            <a:off x="7021068" y="2807208"/>
            <a:ext cx="403860" cy="387350"/>
          </a:xfrm>
          <a:custGeom>
            <a:avLst/>
            <a:gdLst/>
            <a:ahLst/>
            <a:cxnLst/>
            <a:rect l="l" t="t" r="r" b="b"/>
            <a:pathLst>
              <a:path w="403859" h="387350">
                <a:moveTo>
                  <a:pt x="15240" y="387095"/>
                </a:moveTo>
                <a:lnTo>
                  <a:pt x="0" y="370331"/>
                </a:lnTo>
                <a:lnTo>
                  <a:pt x="188976" y="370331"/>
                </a:lnTo>
                <a:lnTo>
                  <a:pt x="188976" y="245363"/>
                </a:lnTo>
                <a:lnTo>
                  <a:pt x="123444" y="245363"/>
                </a:lnTo>
                <a:lnTo>
                  <a:pt x="112299" y="245673"/>
                </a:lnTo>
                <a:lnTo>
                  <a:pt x="101727" y="246697"/>
                </a:lnTo>
                <a:lnTo>
                  <a:pt x="91725" y="248578"/>
                </a:lnTo>
                <a:lnTo>
                  <a:pt x="82296" y="251460"/>
                </a:lnTo>
                <a:lnTo>
                  <a:pt x="65532" y="234696"/>
                </a:lnTo>
                <a:lnTo>
                  <a:pt x="188976" y="234696"/>
                </a:lnTo>
                <a:lnTo>
                  <a:pt x="188976" y="128015"/>
                </a:lnTo>
                <a:lnTo>
                  <a:pt x="83820" y="128015"/>
                </a:lnTo>
                <a:lnTo>
                  <a:pt x="64055" y="162020"/>
                </a:lnTo>
                <a:lnTo>
                  <a:pt x="45720" y="190881"/>
                </a:lnTo>
                <a:lnTo>
                  <a:pt x="28527" y="214598"/>
                </a:lnTo>
                <a:lnTo>
                  <a:pt x="12192" y="233172"/>
                </a:lnTo>
                <a:lnTo>
                  <a:pt x="7620" y="230123"/>
                </a:lnTo>
                <a:lnTo>
                  <a:pt x="21050" y="206716"/>
                </a:lnTo>
                <a:lnTo>
                  <a:pt x="33909" y="182308"/>
                </a:lnTo>
                <a:lnTo>
                  <a:pt x="57912" y="131063"/>
                </a:lnTo>
                <a:lnTo>
                  <a:pt x="76009" y="78485"/>
                </a:lnTo>
                <a:lnTo>
                  <a:pt x="88392" y="30479"/>
                </a:lnTo>
                <a:lnTo>
                  <a:pt x="128016" y="51815"/>
                </a:lnTo>
                <a:lnTo>
                  <a:pt x="119443" y="59269"/>
                </a:lnTo>
                <a:lnTo>
                  <a:pt x="109728" y="72580"/>
                </a:lnTo>
                <a:lnTo>
                  <a:pt x="98869" y="91892"/>
                </a:lnTo>
                <a:lnTo>
                  <a:pt x="86868" y="117347"/>
                </a:lnTo>
                <a:lnTo>
                  <a:pt x="188976" y="117347"/>
                </a:lnTo>
                <a:lnTo>
                  <a:pt x="188785" y="47815"/>
                </a:lnTo>
                <a:lnTo>
                  <a:pt x="188333" y="21121"/>
                </a:lnTo>
                <a:lnTo>
                  <a:pt x="187452" y="0"/>
                </a:lnTo>
                <a:lnTo>
                  <a:pt x="230124" y="18287"/>
                </a:lnTo>
                <a:lnTo>
                  <a:pt x="214884" y="30479"/>
                </a:lnTo>
                <a:lnTo>
                  <a:pt x="214884" y="117347"/>
                </a:lnTo>
                <a:lnTo>
                  <a:pt x="315468" y="117347"/>
                </a:lnTo>
                <a:lnTo>
                  <a:pt x="341375" y="91439"/>
                </a:lnTo>
                <a:lnTo>
                  <a:pt x="373380" y="128015"/>
                </a:lnTo>
                <a:lnTo>
                  <a:pt x="214884" y="128015"/>
                </a:lnTo>
                <a:lnTo>
                  <a:pt x="214884" y="234696"/>
                </a:lnTo>
                <a:lnTo>
                  <a:pt x="294132" y="234696"/>
                </a:lnTo>
                <a:lnTo>
                  <a:pt x="321564" y="208787"/>
                </a:lnTo>
                <a:lnTo>
                  <a:pt x="353568" y="245363"/>
                </a:lnTo>
                <a:lnTo>
                  <a:pt x="214884" y="245363"/>
                </a:lnTo>
                <a:lnTo>
                  <a:pt x="214884" y="370331"/>
                </a:lnTo>
                <a:lnTo>
                  <a:pt x="341375" y="370331"/>
                </a:lnTo>
                <a:lnTo>
                  <a:pt x="368808" y="342899"/>
                </a:lnTo>
                <a:lnTo>
                  <a:pt x="403859" y="380999"/>
                </a:lnTo>
                <a:lnTo>
                  <a:pt x="57912" y="380999"/>
                </a:lnTo>
                <a:lnTo>
                  <a:pt x="46743" y="381309"/>
                </a:lnTo>
                <a:lnTo>
                  <a:pt x="36004" y="382333"/>
                </a:lnTo>
                <a:lnTo>
                  <a:pt x="25550" y="384214"/>
                </a:lnTo>
                <a:lnTo>
                  <a:pt x="15240" y="38709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" name="object 35"/>
          <p:cNvSpPr/>
          <p:nvPr/>
        </p:nvSpPr>
        <p:spPr>
          <a:xfrm>
            <a:off x="7499603" y="2808732"/>
            <a:ext cx="356870" cy="402590"/>
          </a:xfrm>
          <a:custGeom>
            <a:avLst/>
            <a:gdLst/>
            <a:ahLst/>
            <a:cxnLst/>
            <a:rect l="l" t="t" r="r" b="b"/>
            <a:pathLst>
              <a:path w="356870" h="402589">
                <a:moveTo>
                  <a:pt x="53340" y="91440"/>
                </a:moveTo>
                <a:lnTo>
                  <a:pt x="42672" y="91440"/>
                </a:lnTo>
                <a:lnTo>
                  <a:pt x="50696" y="63436"/>
                </a:lnTo>
                <a:lnTo>
                  <a:pt x="56578" y="38862"/>
                </a:lnTo>
                <a:lnTo>
                  <a:pt x="60459" y="17716"/>
                </a:lnTo>
                <a:lnTo>
                  <a:pt x="62484" y="0"/>
                </a:lnTo>
                <a:lnTo>
                  <a:pt x="100584" y="21336"/>
                </a:lnTo>
                <a:lnTo>
                  <a:pt x="90844" y="29075"/>
                </a:lnTo>
                <a:lnTo>
                  <a:pt x="79819" y="43243"/>
                </a:lnTo>
                <a:lnTo>
                  <a:pt x="67365" y="63984"/>
                </a:lnTo>
                <a:lnTo>
                  <a:pt x="53340" y="91440"/>
                </a:lnTo>
                <a:close/>
              </a:path>
              <a:path w="356870" h="402589">
                <a:moveTo>
                  <a:pt x="147828" y="192024"/>
                </a:moveTo>
                <a:lnTo>
                  <a:pt x="141732" y="188976"/>
                </a:lnTo>
                <a:lnTo>
                  <a:pt x="158877" y="161496"/>
                </a:lnTo>
                <a:lnTo>
                  <a:pt x="173736" y="136017"/>
                </a:lnTo>
                <a:lnTo>
                  <a:pt x="196596" y="89916"/>
                </a:lnTo>
                <a:lnTo>
                  <a:pt x="211264" y="46291"/>
                </a:lnTo>
                <a:lnTo>
                  <a:pt x="222503" y="1524"/>
                </a:lnTo>
                <a:lnTo>
                  <a:pt x="260603" y="24384"/>
                </a:lnTo>
                <a:lnTo>
                  <a:pt x="252626" y="32361"/>
                </a:lnTo>
                <a:lnTo>
                  <a:pt x="242506" y="47053"/>
                </a:lnTo>
                <a:lnTo>
                  <a:pt x="230385" y="68318"/>
                </a:lnTo>
                <a:lnTo>
                  <a:pt x="216408" y="96012"/>
                </a:lnTo>
                <a:lnTo>
                  <a:pt x="348547" y="96012"/>
                </a:lnTo>
                <a:lnTo>
                  <a:pt x="356616" y="103632"/>
                </a:lnTo>
                <a:lnTo>
                  <a:pt x="352425" y="106680"/>
                </a:lnTo>
                <a:lnTo>
                  <a:pt x="213360" y="106680"/>
                </a:lnTo>
                <a:lnTo>
                  <a:pt x="197334" y="130944"/>
                </a:lnTo>
                <a:lnTo>
                  <a:pt x="181165" y="153352"/>
                </a:lnTo>
                <a:lnTo>
                  <a:pt x="164711" y="173759"/>
                </a:lnTo>
                <a:lnTo>
                  <a:pt x="147828" y="192024"/>
                </a:lnTo>
                <a:close/>
              </a:path>
              <a:path w="356870" h="402589">
                <a:moveTo>
                  <a:pt x="146304" y="91440"/>
                </a:moveTo>
                <a:lnTo>
                  <a:pt x="111252" y="91440"/>
                </a:lnTo>
                <a:lnTo>
                  <a:pt x="128016" y="73152"/>
                </a:lnTo>
                <a:lnTo>
                  <a:pt x="146304" y="91440"/>
                </a:lnTo>
                <a:close/>
              </a:path>
              <a:path w="356870" h="402589">
                <a:moveTo>
                  <a:pt x="0" y="399288"/>
                </a:moveTo>
                <a:lnTo>
                  <a:pt x="175" y="368903"/>
                </a:lnTo>
                <a:lnTo>
                  <a:pt x="299" y="353377"/>
                </a:lnTo>
                <a:lnTo>
                  <a:pt x="1285" y="276486"/>
                </a:lnTo>
                <a:lnTo>
                  <a:pt x="1360" y="263842"/>
                </a:lnTo>
                <a:lnTo>
                  <a:pt x="1478" y="228600"/>
                </a:lnTo>
                <a:lnTo>
                  <a:pt x="1285" y="195976"/>
                </a:lnTo>
                <a:lnTo>
                  <a:pt x="249" y="115824"/>
                </a:lnTo>
                <a:lnTo>
                  <a:pt x="0" y="74676"/>
                </a:lnTo>
                <a:lnTo>
                  <a:pt x="25908" y="91440"/>
                </a:lnTo>
                <a:lnTo>
                  <a:pt x="146304" y="91440"/>
                </a:lnTo>
                <a:lnTo>
                  <a:pt x="153924" y="99060"/>
                </a:lnTo>
                <a:lnTo>
                  <a:pt x="149733" y="102108"/>
                </a:lnTo>
                <a:lnTo>
                  <a:pt x="24384" y="102108"/>
                </a:lnTo>
                <a:lnTo>
                  <a:pt x="24384" y="213360"/>
                </a:lnTo>
                <a:lnTo>
                  <a:pt x="137206" y="213360"/>
                </a:lnTo>
                <a:lnTo>
                  <a:pt x="137218" y="222504"/>
                </a:lnTo>
                <a:lnTo>
                  <a:pt x="24384" y="222504"/>
                </a:lnTo>
                <a:lnTo>
                  <a:pt x="24384" y="344424"/>
                </a:lnTo>
                <a:lnTo>
                  <a:pt x="137908" y="344424"/>
                </a:lnTo>
                <a:lnTo>
                  <a:pt x="137940" y="347435"/>
                </a:lnTo>
                <a:lnTo>
                  <a:pt x="138126" y="355092"/>
                </a:lnTo>
                <a:lnTo>
                  <a:pt x="24384" y="355092"/>
                </a:lnTo>
                <a:lnTo>
                  <a:pt x="24384" y="385572"/>
                </a:lnTo>
                <a:lnTo>
                  <a:pt x="0" y="399288"/>
                </a:lnTo>
                <a:close/>
              </a:path>
              <a:path w="356870" h="402589">
                <a:moveTo>
                  <a:pt x="348547" y="96012"/>
                </a:moveTo>
                <a:lnTo>
                  <a:pt x="310896" y="96012"/>
                </a:lnTo>
                <a:lnTo>
                  <a:pt x="329184" y="77724"/>
                </a:lnTo>
                <a:lnTo>
                  <a:pt x="348547" y="96012"/>
                </a:lnTo>
                <a:close/>
              </a:path>
              <a:path w="356870" h="402589">
                <a:moveTo>
                  <a:pt x="137206" y="213360"/>
                </a:moveTo>
                <a:lnTo>
                  <a:pt x="114300" y="213360"/>
                </a:lnTo>
                <a:lnTo>
                  <a:pt x="114300" y="102108"/>
                </a:lnTo>
                <a:lnTo>
                  <a:pt x="149733" y="102108"/>
                </a:lnTo>
                <a:lnTo>
                  <a:pt x="137160" y="111252"/>
                </a:lnTo>
                <a:lnTo>
                  <a:pt x="137206" y="213360"/>
                </a:lnTo>
                <a:close/>
              </a:path>
              <a:path w="356870" h="402589">
                <a:moveTo>
                  <a:pt x="326255" y="361188"/>
                </a:moveTo>
                <a:lnTo>
                  <a:pt x="283464" y="361188"/>
                </a:lnTo>
                <a:lnTo>
                  <a:pt x="291750" y="359211"/>
                </a:lnTo>
                <a:lnTo>
                  <a:pt x="298323" y="353377"/>
                </a:lnTo>
                <a:lnTo>
                  <a:pt x="308595" y="305360"/>
                </a:lnTo>
                <a:lnTo>
                  <a:pt x="310705" y="259842"/>
                </a:lnTo>
                <a:lnTo>
                  <a:pt x="312539" y="193548"/>
                </a:lnTo>
                <a:lnTo>
                  <a:pt x="313944" y="106680"/>
                </a:lnTo>
                <a:lnTo>
                  <a:pt x="352425" y="106680"/>
                </a:lnTo>
                <a:lnTo>
                  <a:pt x="339852" y="115824"/>
                </a:lnTo>
                <a:lnTo>
                  <a:pt x="338798" y="187094"/>
                </a:lnTo>
                <a:lnTo>
                  <a:pt x="338707" y="192024"/>
                </a:lnTo>
                <a:lnTo>
                  <a:pt x="337291" y="250155"/>
                </a:lnTo>
                <a:lnTo>
                  <a:pt x="335462" y="296107"/>
                </a:lnTo>
                <a:lnTo>
                  <a:pt x="330708" y="345948"/>
                </a:lnTo>
                <a:lnTo>
                  <a:pt x="327231" y="358521"/>
                </a:lnTo>
                <a:lnTo>
                  <a:pt x="326255" y="361188"/>
                </a:lnTo>
                <a:close/>
              </a:path>
              <a:path w="356870" h="402589">
                <a:moveTo>
                  <a:pt x="231648" y="269748"/>
                </a:moveTo>
                <a:lnTo>
                  <a:pt x="228600" y="269748"/>
                </a:lnTo>
                <a:lnTo>
                  <a:pt x="225432" y="268295"/>
                </a:lnTo>
                <a:lnTo>
                  <a:pt x="222694" y="263842"/>
                </a:lnTo>
                <a:lnTo>
                  <a:pt x="220241" y="256246"/>
                </a:lnTo>
                <a:lnTo>
                  <a:pt x="217932" y="245364"/>
                </a:lnTo>
                <a:lnTo>
                  <a:pt x="213598" y="228242"/>
                </a:lnTo>
                <a:lnTo>
                  <a:pt x="207264" y="211264"/>
                </a:lnTo>
                <a:lnTo>
                  <a:pt x="198643" y="194571"/>
                </a:lnTo>
                <a:lnTo>
                  <a:pt x="187452" y="178308"/>
                </a:lnTo>
                <a:lnTo>
                  <a:pt x="190500" y="172212"/>
                </a:lnTo>
                <a:lnTo>
                  <a:pt x="223456" y="199834"/>
                </a:lnTo>
                <a:lnTo>
                  <a:pt x="246888" y="236220"/>
                </a:lnTo>
                <a:lnTo>
                  <a:pt x="246888" y="248412"/>
                </a:lnTo>
                <a:lnTo>
                  <a:pt x="243840" y="256032"/>
                </a:lnTo>
                <a:lnTo>
                  <a:pt x="239267" y="262127"/>
                </a:lnTo>
                <a:lnTo>
                  <a:pt x="231648" y="269748"/>
                </a:lnTo>
                <a:close/>
              </a:path>
              <a:path w="356870" h="402589">
                <a:moveTo>
                  <a:pt x="137908" y="344424"/>
                </a:moveTo>
                <a:lnTo>
                  <a:pt x="114300" y="344424"/>
                </a:lnTo>
                <a:lnTo>
                  <a:pt x="114300" y="222504"/>
                </a:lnTo>
                <a:lnTo>
                  <a:pt x="137218" y="222504"/>
                </a:lnTo>
                <a:lnTo>
                  <a:pt x="137334" y="269748"/>
                </a:lnTo>
                <a:lnTo>
                  <a:pt x="137491" y="305562"/>
                </a:lnTo>
                <a:lnTo>
                  <a:pt x="137908" y="344424"/>
                </a:lnTo>
                <a:close/>
              </a:path>
              <a:path w="356870" h="402589">
                <a:moveTo>
                  <a:pt x="277367" y="402336"/>
                </a:moveTo>
                <a:lnTo>
                  <a:pt x="270486" y="389477"/>
                </a:lnTo>
                <a:lnTo>
                  <a:pt x="258889" y="378333"/>
                </a:lnTo>
                <a:lnTo>
                  <a:pt x="242435" y="368903"/>
                </a:lnTo>
                <a:lnTo>
                  <a:pt x="220979" y="361188"/>
                </a:lnTo>
                <a:lnTo>
                  <a:pt x="220979" y="352044"/>
                </a:lnTo>
                <a:lnTo>
                  <a:pt x="240387" y="356044"/>
                </a:lnTo>
                <a:lnTo>
                  <a:pt x="257365" y="358902"/>
                </a:lnTo>
                <a:lnTo>
                  <a:pt x="271772" y="360616"/>
                </a:lnTo>
                <a:lnTo>
                  <a:pt x="283464" y="361188"/>
                </a:lnTo>
                <a:lnTo>
                  <a:pt x="326255" y="361188"/>
                </a:lnTo>
                <a:lnTo>
                  <a:pt x="323469" y="368808"/>
                </a:lnTo>
                <a:lnTo>
                  <a:pt x="289083" y="397740"/>
                </a:lnTo>
                <a:lnTo>
                  <a:pt x="277367" y="402336"/>
                </a:lnTo>
                <a:close/>
              </a:path>
              <a:path w="356870" h="402589">
                <a:moveTo>
                  <a:pt x="114300" y="391668"/>
                </a:moveTo>
                <a:lnTo>
                  <a:pt x="114300" y="355092"/>
                </a:lnTo>
                <a:lnTo>
                  <a:pt x="138126" y="355092"/>
                </a:lnTo>
                <a:lnTo>
                  <a:pt x="138684" y="377952"/>
                </a:lnTo>
                <a:lnTo>
                  <a:pt x="114300" y="39166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" name="object 36"/>
          <p:cNvSpPr/>
          <p:nvPr/>
        </p:nvSpPr>
        <p:spPr>
          <a:xfrm>
            <a:off x="7927848" y="2808732"/>
            <a:ext cx="381000" cy="403860"/>
          </a:xfrm>
          <a:custGeom>
            <a:avLst/>
            <a:gdLst/>
            <a:ahLst/>
            <a:cxnLst/>
            <a:rect l="l" t="t" r="r" b="b"/>
            <a:pathLst>
              <a:path w="381000" h="403860">
                <a:moveTo>
                  <a:pt x="300227" y="114300"/>
                </a:moveTo>
                <a:lnTo>
                  <a:pt x="275843" y="114300"/>
                </a:lnTo>
                <a:lnTo>
                  <a:pt x="275582" y="81438"/>
                </a:lnTo>
                <a:lnTo>
                  <a:pt x="274891" y="51435"/>
                </a:lnTo>
                <a:lnTo>
                  <a:pt x="273915" y="24288"/>
                </a:lnTo>
                <a:lnTo>
                  <a:pt x="272795" y="0"/>
                </a:lnTo>
                <a:lnTo>
                  <a:pt x="316991" y="22860"/>
                </a:lnTo>
                <a:lnTo>
                  <a:pt x="300227" y="35052"/>
                </a:lnTo>
                <a:lnTo>
                  <a:pt x="300227" y="114300"/>
                </a:lnTo>
                <a:close/>
              </a:path>
              <a:path w="381000" h="403860">
                <a:moveTo>
                  <a:pt x="130149" y="65532"/>
                </a:moveTo>
                <a:lnTo>
                  <a:pt x="94487" y="65532"/>
                </a:lnTo>
                <a:lnTo>
                  <a:pt x="108203" y="47244"/>
                </a:lnTo>
                <a:lnTo>
                  <a:pt x="130149" y="65532"/>
                </a:lnTo>
                <a:close/>
              </a:path>
              <a:path w="381000" h="403860">
                <a:moveTo>
                  <a:pt x="0" y="362712"/>
                </a:moveTo>
                <a:lnTo>
                  <a:pt x="881" y="330946"/>
                </a:lnTo>
                <a:lnTo>
                  <a:pt x="1320" y="293751"/>
                </a:lnTo>
                <a:lnTo>
                  <a:pt x="1438" y="129540"/>
                </a:lnTo>
                <a:lnTo>
                  <a:pt x="1333" y="103822"/>
                </a:lnTo>
                <a:lnTo>
                  <a:pt x="915" y="74676"/>
                </a:lnTo>
                <a:lnTo>
                  <a:pt x="794" y="70104"/>
                </a:lnTo>
                <a:lnTo>
                  <a:pt x="0" y="50292"/>
                </a:lnTo>
                <a:lnTo>
                  <a:pt x="27431" y="65532"/>
                </a:lnTo>
                <a:lnTo>
                  <a:pt x="130149" y="65532"/>
                </a:lnTo>
                <a:lnTo>
                  <a:pt x="135635" y="70104"/>
                </a:lnTo>
                <a:lnTo>
                  <a:pt x="130492" y="74676"/>
                </a:lnTo>
                <a:lnTo>
                  <a:pt x="25907" y="74676"/>
                </a:lnTo>
                <a:lnTo>
                  <a:pt x="25907" y="179832"/>
                </a:lnTo>
                <a:lnTo>
                  <a:pt x="121919" y="179832"/>
                </a:lnTo>
                <a:lnTo>
                  <a:pt x="121919" y="190500"/>
                </a:lnTo>
                <a:lnTo>
                  <a:pt x="25907" y="190500"/>
                </a:lnTo>
                <a:lnTo>
                  <a:pt x="25907" y="301752"/>
                </a:lnTo>
                <a:lnTo>
                  <a:pt x="122267" y="301752"/>
                </a:lnTo>
                <a:lnTo>
                  <a:pt x="122476" y="312419"/>
                </a:lnTo>
                <a:lnTo>
                  <a:pt x="25907" y="312419"/>
                </a:lnTo>
                <a:lnTo>
                  <a:pt x="25907" y="348996"/>
                </a:lnTo>
                <a:lnTo>
                  <a:pt x="0" y="362712"/>
                </a:lnTo>
                <a:close/>
              </a:path>
              <a:path w="381000" h="403860">
                <a:moveTo>
                  <a:pt x="121919" y="179832"/>
                </a:moveTo>
                <a:lnTo>
                  <a:pt x="97536" y="179832"/>
                </a:lnTo>
                <a:lnTo>
                  <a:pt x="97536" y="74676"/>
                </a:lnTo>
                <a:lnTo>
                  <a:pt x="130492" y="74676"/>
                </a:lnTo>
                <a:lnTo>
                  <a:pt x="121919" y="82296"/>
                </a:lnTo>
                <a:lnTo>
                  <a:pt x="121919" y="179832"/>
                </a:lnTo>
                <a:close/>
              </a:path>
              <a:path w="381000" h="403860">
                <a:moveTo>
                  <a:pt x="143255" y="129540"/>
                </a:moveTo>
                <a:lnTo>
                  <a:pt x="128015" y="114300"/>
                </a:lnTo>
                <a:lnTo>
                  <a:pt x="326136" y="114300"/>
                </a:lnTo>
                <a:lnTo>
                  <a:pt x="347472" y="91440"/>
                </a:lnTo>
                <a:lnTo>
                  <a:pt x="381000" y="123444"/>
                </a:lnTo>
                <a:lnTo>
                  <a:pt x="184403" y="123444"/>
                </a:lnTo>
                <a:lnTo>
                  <a:pt x="173259" y="123967"/>
                </a:lnTo>
                <a:lnTo>
                  <a:pt x="162686" y="125349"/>
                </a:lnTo>
                <a:lnTo>
                  <a:pt x="152685" y="127301"/>
                </a:lnTo>
                <a:lnTo>
                  <a:pt x="143255" y="129540"/>
                </a:lnTo>
                <a:close/>
              </a:path>
              <a:path w="381000" h="403860">
                <a:moveTo>
                  <a:pt x="299187" y="363045"/>
                </a:moveTo>
                <a:lnTo>
                  <a:pt x="254793" y="363045"/>
                </a:lnTo>
                <a:lnTo>
                  <a:pt x="263651" y="362712"/>
                </a:lnTo>
                <a:lnTo>
                  <a:pt x="271271" y="361188"/>
                </a:lnTo>
                <a:lnTo>
                  <a:pt x="275843" y="353568"/>
                </a:lnTo>
                <a:lnTo>
                  <a:pt x="275843" y="123444"/>
                </a:lnTo>
                <a:lnTo>
                  <a:pt x="300227" y="123444"/>
                </a:lnTo>
                <a:lnTo>
                  <a:pt x="300227" y="356616"/>
                </a:lnTo>
                <a:lnTo>
                  <a:pt x="299187" y="363045"/>
                </a:lnTo>
                <a:close/>
              </a:path>
              <a:path w="381000" h="403860">
                <a:moveTo>
                  <a:pt x="205739" y="262128"/>
                </a:moveTo>
                <a:lnTo>
                  <a:pt x="199643" y="262128"/>
                </a:lnTo>
                <a:lnTo>
                  <a:pt x="196595" y="254508"/>
                </a:lnTo>
                <a:lnTo>
                  <a:pt x="193547" y="240792"/>
                </a:lnTo>
                <a:lnTo>
                  <a:pt x="187832" y="224504"/>
                </a:lnTo>
                <a:lnTo>
                  <a:pt x="179831" y="207645"/>
                </a:lnTo>
                <a:lnTo>
                  <a:pt x="169544" y="190214"/>
                </a:lnTo>
                <a:lnTo>
                  <a:pt x="156971" y="172212"/>
                </a:lnTo>
                <a:lnTo>
                  <a:pt x="161543" y="167640"/>
                </a:lnTo>
                <a:lnTo>
                  <a:pt x="197929" y="194119"/>
                </a:lnTo>
                <a:lnTo>
                  <a:pt x="222503" y="225552"/>
                </a:lnTo>
                <a:lnTo>
                  <a:pt x="222503" y="236220"/>
                </a:lnTo>
                <a:lnTo>
                  <a:pt x="220979" y="242316"/>
                </a:lnTo>
                <a:lnTo>
                  <a:pt x="214883" y="249936"/>
                </a:lnTo>
                <a:lnTo>
                  <a:pt x="210311" y="257556"/>
                </a:lnTo>
                <a:lnTo>
                  <a:pt x="205739" y="262128"/>
                </a:lnTo>
                <a:close/>
              </a:path>
              <a:path w="381000" h="403860">
                <a:moveTo>
                  <a:pt x="122267" y="301752"/>
                </a:moveTo>
                <a:lnTo>
                  <a:pt x="97536" y="301752"/>
                </a:lnTo>
                <a:lnTo>
                  <a:pt x="97536" y="190500"/>
                </a:lnTo>
                <a:lnTo>
                  <a:pt x="121919" y="190500"/>
                </a:lnTo>
                <a:lnTo>
                  <a:pt x="121943" y="263223"/>
                </a:lnTo>
                <a:lnTo>
                  <a:pt x="122110" y="293751"/>
                </a:lnTo>
                <a:lnTo>
                  <a:pt x="122267" y="301752"/>
                </a:lnTo>
                <a:close/>
              </a:path>
              <a:path w="381000" h="403860">
                <a:moveTo>
                  <a:pt x="97536" y="345948"/>
                </a:moveTo>
                <a:lnTo>
                  <a:pt x="97536" y="312419"/>
                </a:lnTo>
                <a:lnTo>
                  <a:pt x="122476" y="312419"/>
                </a:lnTo>
                <a:lnTo>
                  <a:pt x="122562" y="316849"/>
                </a:lnTo>
                <a:lnTo>
                  <a:pt x="123443" y="332232"/>
                </a:lnTo>
                <a:lnTo>
                  <a:pt x="97536" y="345948"/>
                </a:lnTo>
                <a:close/>
              </a:path>
              <a:path w="381000" h="403860">
                <a:moveTo>
                  <a:pt x="260603" y="403860"/>
                </a:moveTo>
                <a:lnTo>
                  <a:pt x="256936" y="391906"/>
                </a:lnTo>
                <a:lnTo>
                  <a:pt x="246125" y="381381"/>
                </a:lnTo>
                <a:lnTo>
                  <a:pt x="228457" y="372570"/>
                </a:lnTo>
                <a:lnTo>
                  <a:pt x="204215" y="365760"/>
                </a:lnTo>
                <a:lnTo>
                  <a:pt x="204215" y="356616"/>
                </a:lnTo>
                <a:lnTo>
                  <a:pt x="225075" y="359711"/>
                </a:lnTo>
                <a:lnTo>
                  <a:pt x="241934" y="361950"/>
                </a:lnTo>
                <a:lnTo>
                  <a:pt x="254793" y="363045"/>
                </a:lnTo>
                <a:lnTo>
                  <a:pt x="299187" y="363045"/>
                </a:lnTo>
                <a:lnTo>
                  <a:pt x="297680" y="372356"/>
                </a:lnTo>
                <a:lnTo>
                  <a:pt x="290131" y="385381"/>
                </a:lnTo>
                <a:lnTo>
                  <a:pt x="277725" y="395835"/>
                </a:lnTo>
                <a:lnTo>
                  <a:pt x="260603" y="40386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" name="object 37"/>
          <p:cNvSpPr/>
          <p:nvPr/>
        </p:nvSpPr>
        <p:spPr>
          <a:xfrm>
            <a:off x="8354568" y="2808732"/>
            <a:ext cx="407034" cy="410209"/>
          </a:xfrm>
          <a:custGeom>
            <a:avLst/>
            <a:gdLst/>
            <a:ahLst/>
            <a:cxnLst/>
            <a:rect l="l" t="t" r="r" b="b"/>
            <a:pathLst>
              <a:path w="407034" h="410210">
                <a:moveTo>
                  <a:pt x="3048" y="225552"/>
                </a:moveTo>
                <a:lnTo>
                  <a:pt x="0" y="219456"/>
                </a:lnTo>
                <a:lnTo>
                  <a:pt x="15430" y="195786"/>
                </a:lnTo>
                <a:lnTo>
                  <a:pt x="29718" y="170688"/>
                </a:lnTo>
                <a:lnTo>
                  <a:pt x="54864" y="117348"/>
                </a:lnTo>
                <a:lnTo>
                  <a:pt x="74104" y="60960"/>
                </a:lnTo>
                <a:lnTo>
                  <a:pt x="89916" y="0"/>
                </a:lnTo>
                <a:lnTo>
                  <a:pt x="128016" y="22860"/>
                </a:lnTo>
                <a:lnTo>
                  <a:pt x="103632" y="54363"/>
                </a:lnTo>
                <a:lnTo>
                  <a:pt x="85344" y="97178"/>
                </a:lnTo>
                <a:lnTo>
                  <a:pt x="76200" y="118872"/>
                </a:lnTo>
                <a:lnTo>
                  <a:pt x="92964" y="129540"/>
                </a:lnTo>
                <a:lnTo>
                  <a:pt x="80772" y="140208"/>
                </a:lnTo>
                <a:lnTo>
                  <a:pt x="80772" y="155448"/>
                </a:lnTo>
                <a:lnTo>
                  <a:pt x="57912" y="155448"/>
                </a:lnTo>
                <a:lnTo>
                  <a:pt x="45053" y="174545"/>
                </a:lnTo>
                <a:lnTo>
                  <a:pt x="31623" y="192786"/>
                </a:lnTo>
                <a:lnTo>
                  <a:pt x="17621" y="209883"/>
                </a:lnTo>
                <a:lnTo>
                  <a:pt x="3048" y="225552"/>
                </a:lnTo>
                <a:close/>
              </a:path>
              <a:path w="407034" h="410210">
                <a:moveTo>
                  <a:pt x="201168" y="48768"/>
                </a:moveTo>
                <a:lnTo>
                  <a:pt x="185928" y="33528"/>
                </a:lnTo>
                <a:lnTo>
                  <a:pt x="303276" y="33528"/>
                </a:lnTo>
                <a:lnTo>
                  <a:pt x="320040" y="16764"/>
                </a:lnTo>
                <a:lnTo>
                  <a:pt x="345948" y="41148"/>
                </a:lnTo>
                <a:lnTo>
                  <a:pt x="339852" y="44196"/>
                </a:lnTo>
                <a:lnTo>
                  <a:pt x="242316" y="44196"/>
                </a:lnTo>
                <a:lnTo>
                  <a:pt x="231814" y="44481"/>
                </a:lnTo>
                <a:lnTo>
                  <a:pt x="221170" y="45339"/>
                </a:lnTo>
                <a:lnTo>
                  <a:pt x="210812" y="46767"/>
                </a:lnTo>
                <a:lnTo>
                  <a:pt x="201168" y="48768"/>
                </a:lnTo>
                <a:close/>
              </a:path>
              <a:path w="407034" h="410210">
                <a:moveTo>
                  <a:pt x="320040" y="109728"/>
                </a:moveTo>
                <a:lnTo>
                  <a:pt x="297180" y="109728"/>
                </a:lnTo>
                <a:lnTo>
                  <a:pt x="304800" y="44196"/>
                </a:lnTo>
                <a:lnTo>
                  <a:pt x="339852" y="44196"/>
                </a:lnTo>
                <a:lnTo>
                  <a:pt x="327660" y="50292"/>
                </a:lnTo>
                <a:lnTo>
                  <a:pt x="320040" y="109728"/>
                </a:lnTo>
                <a:close/>
              </a:path>
              <a:path w="407034" h="410210">
                <a:moveTo>
                  <a:pt x="128016" y="339852"/>
                </a:moveTo>
                <a:lnTo>
                  <a:pt x="128897" y="318373"/>
                </a:lnTo>
                <a:lnTo>
                  <a:pt x="129276" y="302514"/>
                </a:lnTo>
                <a:lnTo>
                  <a:pt x="129399" y="294513"/>
                </a:lnTo>
                <a:lnTo>
                  <a:pt x="129478" y="123610"/>
                </a:lnTo>
                <a:lnTo>
                  <a:pt x="129363" y="114300"/>
                </a:lnTo>
                <a:lnTo>
                  <a:pt x="129247" y="109728"/>
                </a:lnTo>
                <a:lnTo>
                  <a:pt x="128929" y="99060"/>
                </a:lnTo>
                <a:lnTo>
                  <a:pt x="128856" y="97178"/>
                </a:lnTo>
                <a:lnTo>
                  <a:pt x="128016" y="80772"/>
                </a:lnTo>
                <a:lnTo>
                  <a:pt x="164592" y="99060"/>
                </a:lnTo>
                <a:lnTo>
                  <a:pt x="150876" y="114300"/>
                </a:lnTo>
                <a:lnTo>
                  <a:pt x="150993" y="284487"/>
                </a:lnTo>
                <a:lnTo>
                  <a:pt x="151112" y="292607"/>
                </a:lnTo>
                <a:lnTo>
                  <a:pt x="151540" y="308038"/>
                </a:lnTo>
                <a:lnTo>
                  <a:pt x="152400" y="326136"/>
                </a:lnTo>
                <a:lnTo>
                  <a:pt x="128016" y="339852"/>
                </a:lnTo>
                <a:close/>
              </a:path>
              <a:path w="407034" h="410210">
                <a:moveTo>
                  <a:pt x="181356" y="126492"/>
                </a:moveTo>
                <a:lnTo>
                  <a:pt x="166116" y="109728"/>
                </a:lnTo>
                <a:lnTo>
                  <a:pt x="356616" y="109728"/>
                </a:lnTo>
                <a:lnTo>
                  <a:pt x="373380" y="92964"/>
                </a:lnTo>
                <a:lnTo>
                  <a:pt x="400812" y="120396"/>
                </a:lnTo>
                <a:lnTo>
                  <a:pt x="224028" y="120396"/>
                </a:lnTo>
                <a:lnTo>
                  <a:pt x="212859" y="120705"/>
                </a:lnTo>
                <a:lnTo>
                  <a:pt x="202120" y="121729"/>
                </a:lnTo>
                <a:lnTo>
                  <a:pt x="191666" y="123610"/>
                </a:lnTo>
                <a:lnTo>
                  <a:pt x="181356" y="126492"/>
                </a:lnTo>
                <a:close/>
              </a:path>
              <a:path w="407034" h="410210">
                <a:moveTo>
                  <a:pt x="181356" y="233172"/>
                </a:moveTo>
                <a:lnTo>
                  <a:pt x="176784" y="230124"/>
                </a:lnTo>
                <a:lnTo>
                  <a:pt x="182475" y="218408"/>
                </a:lnTo>
                <a:lnTo>
                  <a:pt x="188023" y="206121"/>
                </a:lnTo>
                <a:lnTo>
                  <a:pt x="202644" y="165854"/>
                </a:lnTo>
                <a:lnTo>
                  <a:pt x="213360" y="121920"/>
                </a:lnTo>
                <a:lnTo>
                  <a:pt x="245364" y="140208"/>
                </a:lnTo>
                <a:lnTo>
                  <a:pt x="217932" y="178308"/>
                </a:lnTo>
                <a:lnTo>
                  <a:pt x="358140" y="178308"/>
                </a:lnTo>
                <a:lnTo>
                  <a:pt x="368808" y="188976"/>
                </a:lnTo>
                <a:lnTo>
                  <a:pt x="213360" y="188976"/>
                </a:lnTo>
                <a:lnTo>
                  <a:pt x="207073" y="200382"/>
                </a:lnTo>
                <a:lnTo>
                  <a:pt x="199644" y="211645"/>
                </a:lnTo>
                <a:lnTo>
                  <a:pt x="191071" y="222623"/>
                </a:lnTo>
                <a:lnTo>
                  <a:pt x="181356" y="233172"/>
                </a:lnTo>
                <a:close/>
              </a:path>
              <a:path w="407034" h="410210">
                <a:moveTo>
                  <a:pt x="56388" y="406908"/>
                </a:moveTo>
                <a:lnTo>
                  <a:pt x="57269" y="377451"/>
                </a:lnTo>
                <a:lnTo>
                  <a:pt x="57680" y="348996"/>
                </a:lnTo>
                <a:lnTo>
                  <a:pt x="57791" y="332232"/>
                </a:lnTo>
                <a:lnTo>
                  <a:pt x="57912" y="155448"/>
                </a:lnTo>
                <a:lnTo>
                  <a:pt x="80772" y="155448"/>
                </a:lnTo>
                <a:lnTo>
                  <a:pt x="80861" y="302514"/>
                </a:lnTo>
                <a:lnTo>
                  <a:pt x="81048" y="320802"/>
                </a:lnTo>
                <a:lnTo>
                  <a:pt x="81987" y="367950"/>
                </a:lnTo>
                <a:lnTo>
                  <a:pt x="82112" y="377451"/>
                </a:lnTo>
                <a:lnTo>
                  <a:pt x="82296" y="397764"/>
                </a:lnTo>
                <a:lnTo>
                  <a:pt x="56388" y="406908"/>
                </a:lnTo>
                <a:close/>
              </a:path>
              <a:path w="407034" h="410210">
                <a:moveTo>
                  <a:pt x="358140" y="178308"/>
                </a:moveTo>
                <a:lnTo>
                  <a:pt x="323088" y="178308"/>
                </a:lnTo>
                <a:lnTo>
                  <a:pt x="339852" y="160020"/>
                </a:lnTo>
                <a:lnTo>
                  <a:pt x="358140" y="178308"/>
                </a:lnTo>
                <a:close/>
              </a:path>
              <a:path w="407034" h="410210">
                <a:moveTo>
                  <a:pt x="280416" y="249936"/>
                </a:moveTo>
                <a:lnTo>
                  <a:pt x="257556" y="249936"/>
                </a:lnTo>
                <a:lnTo>
                  <a:pt x="258675" y="234838"/>
                </a:lnTo>
                <a:lnTo>
                  <a:pt x="259651" y="219456"/>
                </a:lnTo>
                <a:lnTo>
                  <a:pt x="260250" y="206121"/>
                </a:lnTo>
                <a:lnTo>
                  <a:pt x="260360" y="203001"/>
                </a:lnTo>
                <a:lnTo>
                  <a:pt x="260604" y="188976"/>
                </a:lnTo>
                <a:lnTo>
                  <a:pt x="284988" y="188976"/>
                </a:lnTo>
                <a:lnTo>
                  <a:pt x="283761" y="204073"/>
                </a:lnTo>
                <a:lnTo>
                  <a:pt x="282576" y="219456"/>
                </a:lnTo>
                <a:lnTo>
                  <a:pt x="281455" y="234838"/>
                </a:lnTo>
                <a:lnTo>
                  <a:pt x="280416" y="249936"/>
                </a:lnTo>
                <a:close/>
              </a:path>
              <a:path w="407034" h="410210">
                <a:moveTo>
                  <a:pt x="181356" y="265176"/>
                </a:moveTo>
                <a:lnTo>
                  <a:pt x="166116" y="249936"/>
                </a:lnTo>
                <a:lnTo>
                  <a:pt x="348996" y="249936"/>
                </a:lnTo>
                <a:lnTo>
                  <a:pt x="368808" y="230124"/>
                </a:lnTo>
                <a:lnTo>
                  <a:pt x="397764" y="259080"/>
                </a:lnTo>
                <a:lnTo>
                  <a:pt x="224028" y="259080"/>
                </a:lnTo>
                <a:lnTo>
                  <a:pt x="212859" y="259603"/>
                </a:lnTo>
                <a:lnTo>
                  <a:pt x="202120" y="260985"/>
                </a:lnTo>
                <a:lnTo>
                  <a:pt x="191666" y="262937"/>
                </a:lnTo>
                <a:lnTo>
                  <a:pt x="181356" y="265176"/>
                </a:lnTo>
                <a:close/>
              </a:path>
              <a:path w="407034" h="410210">
                <a:moveTo>
                  <a:pt x="138684" y="409956"/>
                </a:moveTo>
                <a:lnTo>
                  <a:pt x="135636" y="402336"/>
                </a:lnTo>
                <a:lnTo>
                  <a:pt x="156757" y="392287"/>
                </a:lnTo>
                <a:lnTo>
                  <a:pt x="176593" y="380238"/>
                </a:lnTo>
                <a:lnTo>
                  <a:pt x="211836" y="348996"/>
                </a:lnTo>
                <a:lnTo>
                  <a:pt x="238887" y="308038"/>
                </a:lnTo>
                <a:lnTo>
                  <a:pt x="254508" y="259080"/>
                </a:lnTo>
                <a:lnTo>
                  <a:pt x="278892" y="259080"/>
                </a:lnTo>
                <a:lnTo>
                  <a:pt x="263080" y="310515"/>
                </a:lnTo>
                <a:lnTo>
                  <a:pt x="234696" y="350520"/>
                </a:lnTo>
                <a:lnTo>
                  <a:pt x="193548" y="383667"/>
                </a:lnTo>
                <a:lnTo>
                  <a:pt x="167830" y="397668"/>
                </a:lnTo>
                <a:lnTo>
                  <a:pt x="138684" y="409956"/>
                </a:lnTo>
                <a:close/>
              </a:path>
              <a:path w="407034" h="410210">
                <a:moveTo>
                  <a:pt x="373380" y="400812"/>
                </a:moveTo>
                <a:lnTo>
                  <a:pt x="338137" y="369951"/>
                </a:lnTo>
                <a:lnTo>
                  <a:pt x="310895" y="332232"/>
                </a:lnTo>
                <a:lnTo>
                  <a:pt x="293941" y="294513"/>
                </a:lnTo>
                <a:lnTo>
                  <a:pt x="284988" y="259080"/>
                </a:lnTo>
                <a:lnTo>
                  <a:pt x="292608" y="259080"/>
                </a:lnTo>
                <a:lnTo>
                  <a:pt x="301251" y="281940"/>
                </a:lnTo>
                <a:lnTo>
                  <a:pt x="311467" y="302514"/>
                </a:lnTo>
                <a:lnTo>
                  <a:pt x="338328" y="336804"/>
                </a:lnTo>
                <a:lnTo>
                  <a:pt x="371475" y="361759"/>
                </a:lnTo>
                <a:lnTo>
                  <a:pt x="406908" y="376428"/>
                </a:lnTo>
                <a:lnTo>
                  <a:pt x="406908" y="382524"/>
                </a:lnTo>
                <a:lnTo>
                  <a:pt x="394596" y="383667"/>
                </a:lnTo>
                <a:lnTo>
                  <a:pt x="385000" y="387096"/>
                </a:lnTo>
                <a:lnTo>
                  <a:pt x="377975" y="392811"/>
                </a:lnTo>
                <a:lnTo>
                  <a:pt x="373380" y="40081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pic>
        <p:nvPicPr>
          <p:cNvPr id="38" name="object 38"/>
          <p:cNvPicPr/>
          <p:nvPr/>
        </p:nvPicPr>
        <p:blipFill>
          <a:blip r:embed="rId5" cstate="print"/>
          <a:stretch>
            <a:fillRect/>
          </a:stretch>
        </p:blipFill>
        <p:spPr>
          <a:xfrm>
            <a:off x="8833104" y="3070955"/>
            <a:ext cx="70103" cy="118776"/>
          </a:xfrm>
          <a:prstGeom prst="rect">
            <a:avLst/>
          </a:prstGeom>
        </p:spPr>
      </p:pic>
      <p:sp>
        <p:nvSpPr>
          <p:cNvPr id="39" name="object 39"/>
          <p:cNvSpPr/>
          <p:nvPr/>
        </p:nvSpPr>
        <p:spPr>
          <a:xfrm>
            <a:off x="9243059" y="2805684"/>
            <a:ext cx="411480" cy="414655"/>
          </a:xfrm>
          <a:custGeom>
            <a:avLst/>
            <a:gdLst/>
            <a:ahLst/>
            <a:cxnLst/>
            <a:rect l="l" t="t" r="r" b="b"/>
            <a:pathLst>
              <a:path w="411479" h="414655">
                <a:moveTo>
                  <a:pt x="6096" y="224028"/>
                </a:moveTo>
                <a:lnTo>
                  <a:pt x="0" y="219456"/>
                </a:lnTo>
                <a:lnTo>
                  <a:pt x="29170" y="200858"/>
                </a:lnTo>
                <a:lnTo>
                  <a:pt x="57340" y="179260"/>
                </a:lnTo>
                <a:lnTo>
                  <a:pt x="111252" y="126492"/>
                </a:lnTo>
                <a:lnTo>
                  <a:pt x="135850" y="96226"/>
                </a:lnTo>
                <a:lnTo>
                  <a:pt x="175331" y="32837"/>
                </a:lnTo>
                <a:lnTo>
                  <a:pt x="190500" y="0"/>
                </a:lnTo>
                <a:lnTo>
                  <a:pt x="227076" y="25908"/>
                </a:lnTo>
                <a:lnTo>
                  <a:pt x="208788" y="36576"/>
                </a:lnTo>
                <a:lnTo>
                  <a:pt x="215537" y="45720"/>
                </a:lnTo>
                <a:lnTo>
                  <a:pt x="202692" y="45720"/>
                </a:lnTo>
                <a:lnTo>
                  <a:pt x="163449" y="98488"/>
                </a:lnTo>
                <a:lnTo>
                  <a:pt x="117348" y="147828"/>
                </a:lnTo>
                <a:lnTo>
                  <a:pt x="65151" y="189928"/>
                </a:lnTo>
                <a:lnTo>
                  <a:pt x="36337" y="208049"/>
                </a:lnTo>
                <a:lnTo>
                  <a:pt x="6096" y="224028"/>
                </a:lnTo>
                <a:close/>
              </a:path>
              <a:path w="411479" h="414655">
                <a:moveTo>
                  <a:pt x="371856" y="195072"/>
                </a:moveTo>
                <a:lnTo>
                  <a:pt x="330898" y="175450"/>
                </a:lnTo>
                <a:lnTo>
                  <a:pt x="286512" y="143256"/>
                </a:lnTo>
                <a:lnTo>
                  <a:pt x="242316" y="100203"/>
                </a:lnTo>
                <a:lnTo>
                  <a:pt x="202692" y="45720"/>
                </a:lnTo>
                <a:lnTo>
                  <a:pt x="215537" y="45720"/>
                </a:lnTo>
                <a:lnTo>
                  <a:pt x="223956" y="57126"/>
                </a:lnTo>
                <a:lnTo>
                  <a:pt x="242125" y="77533"/>
                </a:lnTo>
                <a:lnTo>
                  <a:pt x="288036" y="117348"/>
                </a:lnTo>
                <a:lnTo>
                  <a:pt x="345186" y="147828"/>
                </a:lnTo>
                <a:lnTo>
                  <a:pt x="411480" y="164592"/>
                </a:lnTo>
                <a:lnTo>
                  <a:pt x="411480" y="172212"/>
                </a:lnTo>
                <a:lnTo>
                  <a:pt x="397144" y="175140"/>
                </a:lnTo>
                <a:lnTo>
                  <a:pt x="385953" y="179641"/>
                </a:lnTo>
                <a:lnTo>
                  <a:pt x="377618" y="186142"/>
                </a:lnTo>
                <a:lnTo>
                  <a:pt x="371856" y="195072"/>
                </a:lnTo>
                <a:close/>
              </a:path>
              <a:path w="411479" h="414655">
                <a:moveTo>
                  <a:pt x="109728" y="185928"/>
                </a:moveTo>
                <a:lnTo>
                  <a:pt x="94488" y="170688"/>
                </a:lnTo>
                <a:lnTo>
                  <a:pt x="252983" y="170688"/>
                </a:lnTo>
                <a:lnTo>
                  <a:pt x="272795" y="149352"/>
                </a:lnTo>
                <a:lnTo>
                  <a:pt x="304800" y="181356"/>
                </a:lnTo>
                <a:lnTo>
                  <a:pt x="149352" y="181356"/>
                </a:lnTo>
                <a:lnTo>
                  <a:pt x="139303" y="181641"/>
                </a:lnTo>
                <a:lnTo>
                  <a:pt x="129540" y="182499"/>
                </a:lnTo>
                <a:lnTo>
                  <a:pt x="119776" y="183927"/>
                </a:lnTo>
                <a:lnTo>
                  <a:pt x="109728" y="185928"/>
                </a:lnTo>
                <a:close/>
              </a:path>
              <a:path w="411479" h="414655">
                <a:moveTo>
                  <a:pt x="44196" y="260604"/>
                </a:moveTo>
                <a:lnTo>
                  <a:pt x="28956" y="245364"/>
                </a:lnTo>
                <a:lnTo>
                  <a:pt x="329184" y="245364"/>
                </a:lnTo>
                <a:lnTo>
                  <a:pt x="353568" y="220980"/>
                </a:lnTo>
                <a:lnTo>
                  <a:pt x="388620" y="256032"/>
                </a:lnTo>
                <a:lnTo>
                  <a:pt x="85344" y="256032"/>
                </a:lnTo>
                <a:lnTo>
                  <a:pt x="74199" y="256317"/>
                </a:lnTo>
                <a:lnTo>
                  <a:pt x="63627" y="257175"/>
                </a:lnTo>
                <a:lnTo>
                  <a:pt x="53625" y="258603"/>
                </a:lnTo>
                <a:lnTo>
                  <a:pt x="44196" y="260604"/>
                </a:lnTo>
                <a:close/>
              </a:path>
              <a:path w="411479" h="414655">
                <a:moveTo>
                  <a:pt x="80772" y="408432"/>
                </a:moveTo>
                <a:lnTo>
                  <a:pt x="62484" y="373380"/>
                </a:lnTo>
                <a:lnTo>
                  <a:pt x="76509" y="368522"/>
                </a:lnTo>
                <a:lnTo>
                  <a:pt x="91249" y="358521"/>
                </a:lnTo>
                <a:lnTo>
                  <a:pt x="123444" y="323088"/>
                </a:lnTo>
                <a:lnTo>
                  <a:pt x="151638" y="283273"/>
                </a:lnTo>
                <a:lnTo>
                  <a:pt x="166116" y="256032"/>
                </a:lnTo>
                <a:lnTo>
                  <a:pt x="182880" y="256032"/>
                </a:lnTo>
                <a:lnTo>
                  <a:pt x="207264" y="272796"/>
                </a:lnTo>
                <a:lnTo>
                  <a:pt x="192024" y="278892"/>
                </a:lnTo>
                <a:lnTo>
                  <a:pt x="163472" y="311443"/>
                </a:lnTo>
                <a:lnTo>
                  <a:pt x="137350" y="338137"/>
                </a:lnTo>
                <a:lnTo>
                  <a:pt x="113799" y="358830"/>
                </a:lnTo>
                <a:lnTo>
                  <a:pt x="92964" y="373380"/>
                </a:lnTo>
                <a:lnTo>
                  <a:pt x="343540" y="373380"/>
                </a:lnTo>
                <a:lnTo>
                  <a:pt x="345126" y="376428"/>
                </a:lnTo>
                <a:lnTo>
                  <a:pt x="306324" y="376428"/>
                </a:lnTo>
                <a:lnTo>
                  <a:pt x="265461" y="380095"/>
                </a:lnTo>
                <a:lnTo>
                  <a:pt x="160020" y="391668"/>
                </a:lnTo>
                <a:lnTo>
                  <a:pt x="132635" y="396001"/>
                </a:lnTo>
                <a:lnTo>
                  <a:pt x="110109" y="400050"/>
                </a:lnTo>
                <a:lnTo>
                  <a:pt x="92725" y="404098"/>
                </a:lnTo>
                <a:lnTo>
                  <a:pt x="80772" y="408432"/>
                </a:lnTo>
                <a:close/>
              </a:path>
              <a:path w="411479" h="414655">
                <a:moveTo>
                  <a:pt x="343540" y="373380"/>
                </a:moveTo>
                <a:lnTo>
                  <a:pt x="92964" y="373380"/>
                </a:lnTo>
                <a:lnTo>
                  <a:pt x="125777" y="372856"/>
                </a:lnTo>
                <a:lnTo>
                  <a:pt x="300228" y="367284"/>
                </a:lnTo>
                <a:lnTo>
                  <a:pt x="287564" y="352044"/>
                </a:lnTo>
                <a:lnTo>
                  <a:pt x="272796" y="336423"/>
                </a:lnTo>
                <a:lnTo>
                  <a:pt x="255651" y="320135"/>
                </a:lnTo>
                <a:lnTo>
                  <a:pt x="236220" y="303276"/>
                </a:lnTo>
                <a:lnTo>
                  <a:pt x="242316" y="297180"/>
                </a:lnTo>
                <a:lnTo>
                  <a:pt x="292608" y="328041"/>
                </a:lnTo>
                <a:lnTo>
                  <a:pt x="324716" y="352139"/>
                </a:lnTo>
                <a:lnTo>
                  <a:pt x="341757" y="369951"/>
                </a:lnTo>
                <a:lnTo>
                  <a:pt x="343540" y="373380"/>
                </a:lnTo>
                <a:close/>
              </a:path>
              <a:path w="411479" h="414655">
                <a:moveTo>
                  <a:pt x="335280" y="414528"/>
                </a:moveTo>
                <a:lnTo>
                  <a:pt x="330708" y="414528"/>
                </a:lnTo>
                <a:lnTo>
                  <a:pt x="327660" y="411480"/>
                </a:lnTo>
                <a:lnTo>
                  <a:pt x="326136" y="406908"/>
                </a:lnTo>
                <a:lnTo>
                  <a:pt x="322183" y="399788"/>
                </a:lnTo>
                <a:lnTo>
                  <a:pt x="317373" y="392239"/>
                </a:lnTo>
                <a:lnTo>
                  <a:pt x="311991" y="384405"/>
                </a:lnTo>
                <a:lnTo>
                  <a:pt x="306324" y="376428"/>
                </a:lnTo>
                <a:lnTo>
                  <a:pt x="345126" y="376428"/>
                </a:lnTo>
                <a:lnTo>
                  <a:pt x="346043" y="378190"/>
                </a:lnTo>
                <a:lnTo>
                  <a:pt x="347472" y="385572"/>
                </a:lnTo>
                <a:lnTo>
                  <a:pt x="347472" y="390144"/>
                </a:lnTo>
                <a:lnTo>
                  <a:pt x="345948" y="396240"/>
                </a:lnTo>
                <a:lnTo>
                  <a:pt x="341376" y="403860"/>
                </a:lnTo>
                <a:lnTo>
                  <a:pt x="338328" y="409956"/>
                </a:lnTo>
                <a:lnTo>
                  <a:pt x="335280" y="41452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" name="object 40"/>
          <p:cNvSpPr/>
          <p:nvPr/>
        </p:nvSpPr>
        <p:spPr>
          <a:xfrm>
            <a:off x="2125979" y="3290316"/>
            <a:ext cx="402590" cy="408940"/>
          </a:xfrm>
          <a:custGeom>
            <a:avLst/>
            <a:gdLst/>
            <a:ahLst/>
            <a:cxnLst/>
            <a:rect l="l" t="t" r="r" b="b"/>
            <a:pathLst>
              <a:path w="402589" h="408939">
                <a:moveTo>
                  <a:pt x="185928" y="70104"/>
                </a:moveTo>
                <a:lnTo>
                  <a:pt x="155448" y="70104"/>
                </a:lnTo>
                <a:lnTo>
                  <a:pt x="163972" y="49506"/>
                </a:lnTo>
                <a:lnTo>
                  <a:pt x="171069" y="31051"/>
                </a:lnTo>
                <a:lnTo>
                  <a:pt x="176450" y="14597"/>
                </a:lnTo>
                <a:lnTo>
                  <a:pt x="179832" y="0"/>
                </a:lnTo>
                <a:lnTo>
                  <a:pt x="224028" y="24384"/>
                </a:lnTo>
                <a:lnTo>
                  <a:pt x="205740" y="30480"/>
                </a:lnTo>
                <a:lnTo>
                  <a:pt x="200072" y="42457"/>
                </a:lnTo>
                <a:lnTo>
                  <a:pt x="194691" y="53149"/>
                </a:lnTo>
                <a:lnTo>
                  <a:pt x="189880" y="62412"/>
                </a:lnTo>
                <a:lnTo>
                  <a:pt x="185928" y="70104"/>
                </a:lnTo>
                <a:close/>
              </a:path>
              <a:path w="402589" h="408939">
                <a:moveTo>
                  <a:pt x="15240" y="86868"/>
                </a:moveTo>
                <a:lnTo>
                  <a:pt x="0" y="70104"/>
                </a:lnTo>
                <a:lnTo>
                  <a:pt x="332232" y="70104"/>
                </a:lnTo>
                <a:lnTo>
                  <a:pt x="362712" y="41148"/>
                </a:lnTo>
                <a:lnTo>
                  <a:pt x="402336" y="80772"/>
                </a:lnTo>
                <a:lnTo>
                  <a:pt x="56388" y="80772"/>
                </a:lnTo>
                <a:lnTo>
                  <a:pt x="45243" y="81081"/>
                </a:lnTo>
                <a:lnTo>
                  <a:pt x="34671" y="82105"/>
                </a:lnTo>
                <a:lnTo>
                  <a:pt x="24669" y="83986"/>
                </a:lnTo>
                <a:lnTo>
                  <a:pt x="15240" y="86868"/>
                </a:lnTo>
                <a:close/>
              </a:path>
              <a:path w="402589" h="408939">
                <a:moveTo>
                  <a:pt x="4572" y="268224"/>
                </a:moveTo>
                <a:lnTo>
                  <a:pt x="0" y="263652"/>
                </a:lnTo>
                <a:lnTo>
                  <a:pt x="23169" y="244197"/>
                </a:lnTo>
                <a:lnTo>
                  <a:pt x="44767" y="224599"/>
                </a:lnTo>
                <a:lnTo>
                  <a:pt x="83820" y="184404"/>
                </a:lnTo>
                <a:lnTo>
                  <a:pt x="118110" y="138303"/>
                </a:lnTo>
                <a:lnTo>
                  <a:pt x="152400" y="80772"/>
                </a:lnTo>
                <a:lnTo>
                  <a:pt x="181356" y="80772"/>
                </a:lnTo>
                <a:lnTo>
                  <a:pt x="171950" y="97607"/>
                </a:lnTo>
                <a:lnTo>
                  <a:pt x="162115" y="113728"/>
                </a:lnTo>
                <a:lnTo>
                  <a:pt x="151995" y="128992"/>
                </a:lnTo>
                <a:lnTo>
                  <a:pt x="141732" y="143256"/>
                </a:lnTo>
                <a:lnTo>
                  <a:pt x="327152" y="143256"/>
                </a:lnTo>
                <a:lnTo>
                  <a:pt x="335280" y="149352"/>
                </a:lnTo>
                <a:lnTo>
                  <a:pt x="328993" y="153924"/>
                </a:lnTo>
                <a:lnTo>
                  <a:pt x="134112" y="153924"/>
                </a:lnTo>
                <a:lnTo>
                  <a:pt x="134112" y="181356"/>
                </a:lnTo>
                <a:lnTo>
                  <a:pt x="109728" y="181356"/>
                </a:lnTo>
                <a:lnTo>
                  <a:pt x="85153" y="206502"/>
                </a:lnTo>
                <a:lnTo>
                  <a:pt x="59436" y="229362"/>
                </a:lnTo>
                <a:lnTo>
                  <a:pt x="32575" y="249936"/>
                </a:lnTo>
                <a:lnTo>
                  <a:pt x="4572" y="268224"/>
                </a:lnTo>
                <a:close/>
              </a:path>
              <a:path w="402589" h="408939">
                <a:moveTo>
                  <a:pt x="327152" y="143256"/>
                </a:moveTo>
                <a:lnTo>
                  <a:pt x="291084" y="143256"/>
                </a:lnTo>
                <a:lnTo>
                  <a:pt x="304800" y="126492"/>
                </a:lnTo>
                <a:lnTo>
                  <a:pt x="327152" y="143256"/>
                </a:lnTo>
                <a:close/>
              </a:path>
              <a:path w="402589" h="408939">
                <a:moveTo>
                  <a:pt x="318516" y="214884"/>
                </a:moveTo>
                <a:lnTo>
                  <a:pt x="294131" y="214884"/>
                </a:lnTo>
                <a:lnTo>
                  <a:pt x="294131" y="153924"/>
                </a:lnTo>
                <a:lnTo>
                  <a:pt x="328993" y="153924"/>
                </a:lnTo>
                <a:lnTo>
                  <a:pt x="318516" y="161544"/>
                </a:lnTo>
                <a:lnTo>
                  <a:pt x="318516" y="214884"/>
                </a:lnTo>
                <a:close/>
              </a:path>
              <a:path w="402589" h="408939">
                <a:moveTo>
                  <a:pt x="108204" y="408432"/>
                </a:moveTo>
                <a:lnTo>
                  <a:pt x="109085" y="383024"/>
                </a:lnTo>
                <a:lnTo>
                  <a:pt x="109537" y="336613"/>
                </a:lnTo>
                <a:lnTo>
                  <a:pt x="109646" y="292608"/>
                </a:lnTo>
                <a:lnTo>
                  <a:pt x="109728" y="181356"/>
                </a:lnTo>
                <a:lnTo>
                  <a:pt x="134112" y="181356"/>
                </a:lnTo>
                <a:lnTo>
                  <a:pt x="134112" y="214884"/>
                </a:lnTo>
                <a:lnTo>
                  <a:pt x="318516" y="214884"/>
                </a:lnTo>
                <a:lnTo>
                  <a:pt x="318516" y="225552"/>
                </a:lnTo>
                <a:lnTo>
                  <a:pt x="134112" y="225552"/>
                </a:lnTo>
                <a:lnTo>
                  <a:pt x="134112" y="283464"/>
                </a:lnTo>
                <a:lnTo>
                  <a:pt x="318516" y="283464"/>
                </a:lnTo>
                <a:lnTo>
                  <a:pt x="318516" y="292608"/>
                </a:lnTo>
                <a:lnTo>
                  <a:pt x="134112" y="292608"/>
                </a:lnTo>
                <a:lnTo>
                  <a:pt x="134112" y="391668"/>
                </a:lnTo>
                <a:lnTo>
                  <a:pt x="108204" y="408432"/>
                </a:lnTo>
                <a:close/>
              </a:path>
              <a:path w="402589" h="408939">
                <a:moveTo>
                  <a:pt x="318516" y="283464"/>
                </a:moveTo>
                <a:lnTo>
                  <a:pt x="294131" y="283464"/>
                </a:lnTo>
                <a:lnTo>
                  <a:pt x="294131" y="225552"/>
                </a:lnTo>
                <a:lnTo>
                  <a:pt x="318516" y="225552"/>
                </a:lnTo>
                <a:lnTo>
                  <a:pt x="318516" y="283464"/>
                </a:lnTo>
                <a:close/>
              </a:path>
              <a:path w="402589" h="408939">
                <a:moveTo>
                  <a:pt x="317709" y="370332"/>
                </a:moveTo>
                <a:lnTo>
                  <a:pt x="289560" y="370332"/>
                </a:lnTo>
                <a:lnTo>
                  <a:pt x="294131" y="364236"/>
                </a:lnTo>
                <a:lnTo>
                  <a:pt x="294131" y="292608"/>
                </a:lnTo>
                <a:lnTo>
                  <a:pt x="318516" y="292608"/>
                </a:lnTo>
                <a:lnTo>
                  <a:pt x="318516" y="365760"/>
                </a:lnTo>
                <a:lnTo>
                  <a:pt x="317709" y="370332"/>
                </a:lnTo>
                <a:close/>
              </a:path>
              <a:path w="402589" h="408939">
                <a:moveTo>
                  <a:pt x="280416" y="408432"/>
                </a:moveTo>
                <a:lnTo>
                  <a:pt x="278391" y="398454"/>
                </a:lnTo>
                <a:lnTo>
                  <a:pt x="269938" y="389191"/>
                </a:lnTo>
                <a:lnTo>
                  <a:pt x="254912" y="380785"/>
                </a:lnTo>
                <a:lnTo>
                  <a:pt x="233172" y="373380"/>
                </a:lnTo>
                <a:lnTo>
                  <a:pt x="233172" y="364236"/>
                </a:lnTo>
                <a:lnTo>
                  <a:pt x="259461" y="368427"/>
                </a:lnTo>
                <a:lnTo>
                  <a:pt x="270033" y="369808"/>
                </a:lnTo>
                <a:lnTo>
                  <a:pt x="278892" y="370332"/>
                </a:lnTo>
                <a:lnTo>
                  <a:pt x="317709" y="370332"/>
                </a:lnTo>
                <a:lnTo>
                  <a:pt x="316206" y="378856"/>
                </a:lnTo>
                <a:lnTo>
                  <a:pt x="309181" y="390525"/>
                </a:lnTo>
                <a:lnTo>
                  <a:pt x="297299" y="400478"/>
                </a:lnTo>
                <a:lnTo>
                  <a:pt x="280416" y="40843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" name="object 41"/>
          <p:cNvSpPr/>
          <p:nvPr/>
        </p:nvSpPr>
        <p:spPr>
          <a:xfrm>
            <a:off x="2641091" y="3291839"/>
            <a:ext cx="280670" cy="407034"/>
          </a:xfrm>
          <a:custGeom>
            <a:avLst/>
            <a:gdLst/>
            <a:ahLst/>
            <a:cxnLst/>
            <a:rect l="l" t="t" r="r" b="b"/>
            <a:pathLst>
              <a:path w="280669" h="407035">
                <a:moveTo>
                  <a:pt x="92964" y="83819"/>
                </a:moveTo>
                <a:lnTo>
                  <a:pt x="80771" y="83819"/>
                </a:lnTo>
                <a:lnTo>
                  <a:pt x="89320" y="62150"/>
                </a:lnTo>
                <a:lnTo>
                  <a:pt x="96583" y="40766"/>
                </a:lnTo>
                <a:lnTo>
                  <a:pt x="102417" y="19954"/>
                </a:lnTo>
                <a:lnTo>
                  <a:pt x="106680" y="0"/>
                </a:lnTo>
                <a:lnTo>
                  <a:pt x="147828" y="18287"/>
                </a:lnTo>
                <a:lnTo>
                  <a:pt x="115824" y="48767"/>
                </a:lnTo>
                <a:lnTo>
                  <a:pt x="96964" y="76628"/>
                </a:lnTo>
                <a:lnTo>
                  <a:pt x="92964" y="83819"/>
                </a:lnTo>
                <a:close/>
              </a:path>
              <a:path w="280669" h="407035">
                <a:moveTo>
                  <a:pt x="276224" y="83819"/>
                </a:moveTo>
                <a:lnTo>
                  <a:pt x="233172" y="83819"/>
                </a:lnTo>
                <a:lnTo>
                  <a:pt x="246888" y="62483"/>
                </a:lnTo>
                <a:lnTo>
                  <a:pt x="276224" y="83819"/>
                </a:lnTo>
                <a:close/>
              </a:path>
              <a:path w="280669" h="407035">
                <a:moveTo>
                  <a:pt x="0" y="406907"/>
                </a:moveTo>
                <a:lnTo>
                  <a:pt x="881" y="384952"/>
                </a:lnTo>
                <a:lnTo>
                  <a:pt x="1333" y="348995"/>
                </a:lnTo>
                <a:lnTo>
                  <a:pt x="1500" y="299323"/>
                </a:lnTo>
                <a:lnTo>
                  <a:pt x="1494" y="170687"/>
                </a:lnTo>
                <a:lnTo>
                  <a:pt x="1333" y="123062"/>
                </a:lnTo>
                <a:lnTo>
                  <a:pt x="946" y="92963"/>
                </a:lnTo>
                <a:lnTo>
                  <a:pt x="836" y="86867"/>
                </a:lnTo>
                <a:lnTo>
                  <a:pt x="0" y="67055"/>
                </a:lnTo>
                <a:lnTo>
                  <a:pt x="27432" y="83819"/>
                </a:lnTo>
                <a:lnTo>
                  <a:pt x="276224" y="83819"/>
                </a:lnTo>
                <a:lnTo>
                  <a:pt x="280416" y="86867"/>
                </a:lnTo>
                <a:lnTo>
                  <a:pt x="272288" y="92963"/>
                </a:lnTo>
                <a:lnTo>
                  <a:pt x="27432" y="92963"/>
                </a:lnTo>
                <a:lnTo>
                  <a:pt x="27432" y="170687"/>
                </a:lnTo>
                <a:lnTo>
                  <a:pt x="262128" y="170687"/>
                </a:lnTo>
                <a:lnTo>
                  <a:pt x="262128" y="179831"/>
                </a:lnTo>
                <a:lnTo>
                  <a:pt x="27432" y="179831"/>
                </a:lnTo>
                <a:lnTo>
                  <a:pt x="27432" y="266699"/>
                </a:lnTo>
                <a:lnTo>
                  <a:pt x="262128" y="266699"/>
                </a:lnTo>
                <a:lnTo>
                  <a:pt x="262128" y="277367"/>
                </a:lnTo>
                <a:lnTo>
                  <a:pt x="27432" y="277367"/>
                </a:lnTo>
                <a:lnTo>
                  <a:pt x="27432" y="359663"/>
                </a:lnTo>
                <a:lnTo>
                  <a:pt x="262128" y="359663"/>
                </a:lnTo>
                <a:lnTo>
                  <a:pt x="262128" y="361187"/>
                </a:lnTo>
                <a:lnTo>
                  <a:pt x="262409" y="370331"/>
                </a:lnTo>
                <a:lnTo>
                  <a:pt x="27432" y="370331"/>
                </a:lnTo>
                <a:lnTo>
                  <a:pt x="27432" y="397763"/>
                </a:lnTo>
                <a:lnTo>
                  <a:pt x="0" y="406907"/>
                </a:lnTo>
                <a:close/>
              </a:path>
              <a:path w="280669" h="407035">
                <a:moveTo>
                  <a:pt x="262128" y="170687"/>
                </a:moveTo>
                <a:lnTo>
                  <a:pt x="236220" y="170687"/>
                </a:lnTo>
                <a:lnTo>
                  <a:pt x="236220" y="92963"/>
                </a:lnTo>
                <a:lnTo>
                  <a:pt x="272288" y="92963"/>
                </a:lnTo>
                <a:lnTo>
                  <a:pt x="262128" y="100583"/>
                </a:lnTo>
                <a:lnTo>
                  <a:pt x="262128" y="170687"/>
                </a:lnTo>
                <a:close/>
              </a:path>
              <a:path w="280669" h="407035">
                <a:moveTo>
                  <a:pt x="262128" y="266699"/>
                </a:moveTo>
                <a:lnTo>
                  <a:pt x="236220" y="266699"/>
                </a:lnTo>
                <a:lnTo>
                  <a:pt x="236220" y="179831"/>
                </a:lnTo>
                <a:lnTo>
                  <a:pt x="262128" y="179831"/>
                </a:lnTo>
                <a:lnTo>
                  <a:pt x="262128" y="266699"/>
                </a:lnTo>
                <a:close/>
              </a:path>
              <a:path w="280669" h="407035">
                <a:moveTo>
                  <a:pt x="262128" y="359663"/>
                </a:moveTo>
                <a:lnTo>
                  <a:pt x="236220" y="359663"/>
                </a:lnTo>
                <a:lnTo>
                  <a:pt x="236220" y="277367"/>
                </a:lnTo>
                <a:lnTo>
                  <a:pt x="262128" y="277367"/>
                </a:lnTo>
                <a:lnTo>
                  <a:pt x="262128" y="359663"/>
                </a:lnTo>
                <a:close/>
              </a:path>
              <a:path w="280669" h="407035">
                <a:moveTo>
                  <a:pt x="236220" y="406907"/>
                </a:moveTo>
                <a:lnTo>
                  <a:pt x="236220" y="370331"/>
                </a:lnTo>
                <a:lnTo>
                  <a:pt x="262409" y="370331"/>
                </a:lnTo>
                <a:lnTo>
                  <a:pt x="263080" y="378713"/>
                </a:lnTo>
                <a:lnTo>
                  <a:pt x="264056" y="387334"/>
                </a:lnTo>
                <a:lnTo>
                  <a:pt x="265176" y="396239"/>
                </a:lnTo>
                <a:lnTo>
                  <a:pt x="236220" y="40690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" name="object 42"/>
          <p:cNvSpPr/>
          <p:nvPr/>
        </p:nvSpPr>
        <p:spPr>
          <a:xfrm>
            <a:off x="3058667" y="3317747"/>
            <a:ext cx="360045" cy="349250"/>
          </a:xfrm>
          <a:custGeom>
            <a:avLst/>
            <a:gdLst/>
            <a:ahLst/>
            <a:cxnLst/>
            <a:rect l="l" t="t" r="r" b="b"/>
            <a:pathLst>
              <a:path w="360045" h="349250">
                <a:moveTo>
                  <a:pt x="308419" y="348948"/>
                </a:moveTo>
                <a:lnTo>
                  <a:pt x="54863" y="348996"/>
                </a:lnTo>
                <a:lnTo>
                  <a:pt x="18216" y="320921"/>
                </a:lnTo>
                <a:lnTo>
                  <a:pt x="16573" y="188404"/>
                </a:lnTo>
                <a:lnTo>
                  <a:pt x="16121" y="151661"/>
                </a:lnTo>
                <a:lnTo>
                  <a:pt x="15239" y="126492"/>
                </a:lnTo>
                <a:lnTo>
                  <a:pt x="41147" y="141732"/>
                </a:lnTo>
                <a:lnTo>
                  <a:pt x="263651" y="141732"/>
                </a:lnTo>
                <a:lnTo>
                  <a:pt x="263651" y="28956"/>
                </a:lnTo>
                <a:lnTo>
                  <a:pt x="57911" y="28956"/>
                </a:lnTo>
                <a:lnTo>
                  <a:pt x="46743" y="29265"/>
                </a:lnTo>
                <a:lnTo>
                  <a:pt x="36004" y="30289"/>
                </a:lnTo>
                <a:lnTo>
                  <a:pt x="25550" y="32170"/>
                </a:lnTo>
                <a:lnTo>
                  <a:pt x="15239" y="35052"/>
                </a:lnTo>
                <a:lnTo>
                  <a:pt x="0" y="18288"/>
                </a:lnTo>
                <a:lnTo>
                  <a:pt x="259080" y="18288"/>
                </a:lnTo>
                <a:lnTo>
                  <a:pt x="274320" y="0"/>
                </a:lnTo>
                <a:lnTo>
                  <a:pt x="303275" y="24384"/>
                </a:lnTo>
                <a:lnTo>
                  <a:pt x="288035" y="36576"/>
                </a:lnTo>
                <a:lnTo>
                  <a:pt x="288297" y="83439"/>
                </a:lnTo>
                <a:lnTo>
                  <a:pt x="288988" y="121158"/>
                </a:lnTo>
                <a:lnTo>
                  <a:pt x="289964" y="149733"/>
                </a:lnTo>
                <a:lnTo>
                  <a:pt x="291083" y="169164"/>
                </a:lnTo>
                <a:lnTo>
                  <a:pt x="263651" y="181356"/>
                </a:lnTo>
                <a:lnTo>
                  <a:pt x="263651" y="152400"/>
                </a:lnTo>
                <a:lnTo>
                  <a:pt x="41147" y="152400"/>
                </a:lnTo>
                <a:lnTo>
                  <a:pt x="41147" y="300228"/>
                </a:lnTo>
                <a:lnTo>
                  <a:pt x="42886" y="311991"/>
                </a:lnTo>
                <a:lnTo>
                  <a:pt x="48196" y="320040"/>
                </a:lnTo>
                <a:lnTo>
                  <a:pt x="57221" y="324659"/>
                </a:lnTo>
                <a:lnTo>
                  <a:pt x="70103" y="326136"/>
                </a:lnTo>
                <a:lnTo>
                  <a:pt x="295656" y="326136"/>
                </a:lnTo>
                <a:lnTo>
                  <a:pt x="318992" y="293798"/>
                </a:lnTo>
                <a:lnTo>
                  <a:pt x="321563" y="231648"/>
                </a:lnTo>
                <a:lnTo>
                  <a:pt x="330707" y="231648"/>
                </a:lnTo>
                <a:lnTo>
                  <a:pt x="332660" y="266223"/>
                </a:lnTo>
                <a:lnTo>
                  <a:pt x="338328" y="292227"/>
                </a:lnTo>
                <a:lnTo>
                  <a:pt x="347424" y="309657"/>
                </a:lnTo>
                <a:lnTo>
                  <a:pt x="359663" y="318516"/>
                </a:lnTo>
                <a:lnTo>
                  <a:pt x="353425" y="329660"/>
                </a:lnTo>
                <a:lnTo>
                  <a:pt x="314705" y="348615"/>
                </a:lnTo>
                <a:lnTo>
                  <a:pt x="308419" y="34894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" name="object 43"/>
          <p:cNvSpPr/>
          <p:nvPr/>
        </p:nvSpPr>
        <p:spPr>
          <a:xfrm>
            <a:off x="3494532" y="3291840"/>
            <a:ext cx="356870" cy="401320"/>
          </a:xfrm>
          <a:custGeom>
            <a:avLst/>
            <a:gdLst/>
            <a:ahLst/>
            <a:cxnLst/>
            <a:rect l="l" t="t" r="r" b="b"/>
            <a:pathLst>
              <a:path w="356870" h="401320">
                <a:moveTo>
                  <a:pt x="53340" y="89916"/>
                </a:moveTo>
                <a:lnTo>
                  <a:pt x="44196" y="89916"/>
                </a:lnTo>
                <a:lnTo>
                  <a:pt x="51339" y="61936"/>
                </a:lnTo>
                <a:lnTo>
                  <a:pt x="56769" y="37528"/>
                </a:lnTo>
                <a:lnTo>
                  <a:pt x="60483" y="16835"/>
                </a:lnTo>
                <a:lnTo>
                  <a:pt x="62484" y="0"/>
                </a:lnTo>
                <a:lnTo>
                  <a:pt x="100584" y="19812"/>
                </a:lnTo>
                <a:lnTo>
                  <a:pt x="91487" y="27551"/>
                </a:lnTo>
                <a:lnTo>
                  <a:pt x="80391" y="41719"/>
                </a:lnTo>
                <a:lnTo>
                  <a:pt x="67579" y="62460"/>
                </a:lnTo>
                <a:lnTo>
                  <a:pt x="53340" y="89916"/>
                </a:lnTo>
                <a:close/>
              </a:path>
              <a:path w="356870" h="401320">
                <a:moveTo>
                  <a:pt x="147828" y="190500"/>
                </a:moveTo>
                <a:lnTo>
                  <a:pt x="143256" y="187452"/>
                </a:lnTo>
                <a:lnTo>
                  <a:pt x="160162" y="160615"/>
                </a:lnTo>
                <a:lnTo>
                  <a:pt x="174498" y="135064"/>
                </a:lnTo>
                <a:lnTo>
                  <a:pt x="196596" y="88392"/>
                </a:lnTo>
                <a:lnTo>
                  <a:pt x="211836" y="44958"/>
                </a:lnTo>
                <a:lnTo>
                  <a:pt x="222503" y="1524"/>
                </a:lnTo>
                <a:lnTo>
                  <a:pt x="260603" y="24384"/>
                </a:lnTo>
                <a:lnTo>
                  <a:pt x="252864" y="32146"/>
                </a:lnTo>
                <a:lnTo>
                  <a:pt x="243268" y="46482"/>
                </a:lnTo>
                <a:lnTo>
                  <a:pt x="231671" y="67675"/>
                </a:lnTo>
                <a:lnTo>
                  <a:pt x="217932" y="96012"/>
                </a:lnTo>
                <a:lnTo>
                  <a:pt x="350520" y="96012"/>
                </a:lnTo>
                <a:lnTo>
                  <a:pt x="356616" y="102108"/>
                </a:lnTo>
                <a:lnTo>
                  <a:pt x="352806" y="105156"/>
                </a:lnTo>
                <a:lnTo>
                  <a:pt x="213360" y="105156"/>
                </a:lnTo>
                <a:lnTo>
                  <a:pt x="197977" y="129420"/>
                </a:lnTo>
                <a:lnTo>
                  <a:pt x="181737" y="151828"/>
                </a:lnTo>
                <a:lnTo>
                  <a:pt x="164925" y="172235"/>
                </a:lnTo>
                <a:lnTo>
                  <a:pt x="147828" y="190500"/>
                </a:lnTo>
                <a:close/>
              </a:path>
              <a:path w="356870" h="401320">
                <a:moveTo>
                  <a:pt x="146304" y="89916"/>
                </a:moveTo>
                <a:lnTo>
                  <a:pt x="111252" y="89916"/>
                </a:lnTo>
                <a:lnTo>
                  <a:pt x="129540" y="73152"/>
                </a:lnTo>
                <a:lnTo>
                  <a:pt x="146304" y="89916"/>
                </a:lnTo>
                <a:close/>
              </a:path>
              <a:path w="356870" h="401320">
                <a:moveTo>
                  <a:pt x="0" y="397764"/>
                </a:moveTo>
                <a:lnTo>
                  <a:pt x="820" y="359664"/>
                </a:lnTo>
                <a:lnTo>
                  <a:pt x="917" y="353568"/>
                </a:lnTo>
                <a:lnTo>
                  <a:pt x="1333" y="316230"/>
                </a:lnTo>
                <a:lnTo>
                  <a:pt x="1425" y="176784"/>
                </a:lnTo>
                <a:lnTo>
                  <a:pt x="1301" y="151828"/>
                </a:lnTo>
                <a:lnTo>
                  <a:pt x="881" y="114681"/>
                </a:lnTo>
                <a:lnTo>
                  <a:pt x="0" y="74676"/>
                </a:lnTo>
                <a:lnTo>
                  <a:pt x="25908" y="89916"/>
                </a:lnTo>
                <a:lnTo>
                  <a:pt x="146304" y="89916"/>
                </a:lnTo>
                <a:lnTo>
                  <a:pt x="155448" y="99060"/>
                </a:lnTo>
                <a:lnTo>
                  <a:pt x="153162" y="100584"/>
                </a:lnTo>
                <a:lnTo>
                  <a:pt x="24384" y="100584"/>
                </a:lnTo>
                <a:lnTo>
                  <a:pt x="24384" y="211836"/>
                </a:lnTo>
                <a:lnTo>
                  <a:pt x="137464" y="211836"/>
                </a:lnTo>
                <a:lnTo>
                  <a:pt x="137527" y="222504"/>
                </a:lnTo>
                <a:lnTo>
                  <a:pt x="24384" y="222504"/>
                </a:lnTo>
                <a:lnTo>
                  <a:pt x="24384" y="344424"/>
                </a:lnTo>
                <a:lnTo>
                  <a:pt x="138510" y="344424"/>
                </a:lnTo>
                <a:lnTo>
                  <a:pt x="138564" y="353568"/>
                </a:lnTo>
                <a:lnTo>
                  <a:pt x="24384" y="353568"/>
                </a:lnTo>
                <a:lnTo>
                  <a:pt x="24384" y="384048"/>
                </a:lnTo>
                <a:lnTo>
                  <a:pt x="0" y="397764"/>
                </a:lnTo>
                <a:close/>
              </a:path>
              <a:path w="356870" h="401320">
                <a:moveTo>
                  <a:pt x="350520" y="96012"/>
                </a:moveTo>
                <a:lnTo>
                  <a:pt x="310896" y="96012"/>
                </a:lnTo>
                <a:lnTo>
                  <a:pt x="330708" y="76200"/>
                </a:lnTo>
                <a:lnTo>
                  <a:pt x="350520" y="96012"/>
                </a:lnTo>
                <a:close/>
              </a:path>
              <a:path w="356870" h="401320">
                <a:moveTo>
                  <a:pt x="137464" y="211836"/>
                </a:moveTo>
                <a:lnTo>
                  <a:pt x="114300" y="211836"/>
                </a:lnTo>
                <a:lnTo>
                  <a:pt x="114300" y="100584"/>
                </a:lnTo>
                <a:lnTo>
                  <a:pt x="153162" y="100584"/>
                </a:lnTo>
                <a:lnTo>
                  <a:pt x="137160" y="111252"/>
                </a:lnTo>
                <a:lnTo>
                  <a:pt x="137263" y="160615"/>
                </a:lnTo>
                <a:lnTo>
                  <a:pt x="137386" y="198501"/>
                </a:lnTo>
                <a:lnTo>
                  <a:pt x="137464" y="211836"/>
                </a:lnTo>
                <a:close/>
              </a:path>
              <a:path w="356870" h="401320">
                <a:moveTo>
                  <a:pt x="326904" y="359664"/>
                </a:moveTo>
                <a:lnTo>
                  <a:pt x="283464" y="359664"/>
                </a:lnTo>
                <a:lnTo>
                  <a:pt x="291750" y="357687"/>
                </a:lnTo>
                <a:lnTo>
                  <a:pt x="298323" y="351853"/>
                </a:lnTo>
                <a:lnTo>
                  <a:pt x="308610" y="304895"/>
                </a:lnTo>
                <a:lnTo>
                  <a:pt x="310896" y="259461"/>
                </a:lnTo>
                <a:lnTo>
                  <a:pt x="313119" y="194691"/>
                </a:lnTo>
                <a:lnTo>
                  <a:pt x="315467" y="105156"/>
                </a:lnTo>
                <a:lnTo>
                  <a:pt x="352806" y="105156"/>
                </a:lnTo>
                <a:lnTo>
                  <a:pt x="341376" y="114300"/>
                </a:lnTo>
                <a:lnTo>
                  <a:pt x="339593" y="186213"/>
                </a:lnTo>
                <a:lnTo>
                  <a:pt x="337620" y="248631"/>
                </a:lnTo>
                <a:lnTo>
                  <a:pt x="335560" y="294583"/>
                </a:lnTo>
                <a:lnTo>
                  <a:pt x="333280" y="326489"/>
                </a:lnTo>
                <a:lnTo>
                  <a:pt x="330708" y="344424"/>
                </a:lnTo>
                <a:lnTo>
                  <a:pt x="327874" y="357020"/>
                </a:lnTo>
                <a:lnTo>
                  <a:pt x="326904" y="359664"/>
                </a:lnTo>
                <a:close/>
              </a:path>
              <a:path w="356870" h="401320">
                <a:moveTo>
                  <a:pt x="231648" y="269748"/>
                </a:moveTo>
                <a:lnTo>
                  <a:pt x="230124" y="269748"/>
                </a:lnTo>
                <a:lnTo>
                  <a:pt x="226742" y="268081"/>
                </a:lnTo>
                <a:lnTo>
                  <a:pt x="223647" y="263271"/>
                </a:lnTo>
                <a:lnTo>
                  <a:pt x="221122" y="255603"/>
                </a:lnTo>
                <a:lnTo>
                  <a:pt x="219456" y="245364"/>
                </a:lnTo>
                <a:lnTo>
                  <a:pt x="214884" y="227576"/>
                </a:lnTo>
                <a:lnTo>
                  <a:pt x="208026" y="210502"/>
                </a:lnTo>
                <a:lnTo>
                  <a:pt x="198882" y="193714"/>
                </a:lnTo>
                <a:lnTo>
                  <a:pt x="187452" y="176784"/>
                </a:lnTo>
                <a:lnTo>
                  <a:pt x="192024" y="172212"/>
                </a:lnTo>
                <a:lnTo>
                  <a:pt x="224218" y="198501"/>
                </a:lnTo>
                <a:lnTo>
                  <a:pt x="246888" y="234696"/>
                </a:lnTo>
                <a:lnTo>
                  <a:pt x="246888" y="246888"/>
                </a:lnTo>
                <a:lnTo>
                  <a:pt x="245364" y="254508"/>
                </a:lnTo>
                <a:lnTo>
                  <a:pt x="239267" y="260603"/>
                </a:lnTo>
                <a:lnTo>
                  <a:pt x="236220" y="266700"/>
                </a:lnTo>
                <a:lnTo>
                  <a:pt x="231648" y="269748"/>
                </a:lnTo>
                <a:close/>
              </a:path>
              <a:path w="356870" h="401320">
                <a:moveTo>
                  <a:pt x="138510" y="344424"/>
                </a:moveTo>
                <a:lnTo>
                  <a:pt x="114300" y="344424"/>
                </a:lnTo>
                <a:lnTo>
                  <a:pt x="114300" y="222504"/>
                </a:lnTo>
                <a:lnTo>
                  <a:pt x="137527" y="222504"/>
                </a:lnTo>
                <a:lnTo>
                  <a:pt x="137723" y="254508"/>
                </a:lnTo>
                <a:lnTo>
                  <a:pt x="138510" y="344424"/>
                </a:lnTo>
                <a:close/>
              </a:path>
              <a:path w="356870" h="401320">
                <a:moveTo>
                  <a:pt x="278891" y="400812"/>
                </a:moveTo>
                <a:lnTo>
                  <a:pt x="271772" y="387953"/>
                </a:lnTo>
                <a:lnTo>
                  <a:pt x="259651" y="376809"/>
                </a:lnTo>
                <a:lnTo>
                  <a:pt x="242673" y="367379"/>
                </a:lnTo>
                <a:lnTo>
                  <a:pt x="220979" y="359664"/>
                </a:lnTo>
                <a:lnTo>
                  <a:pt x="220979" y="350520"/>
                </a:lnTo>
                <a:lnTo>
                  <a:pt x="241244" y="354520"/>
                </a:lnTo>
                <a:lnTo>
                  <a:pt x="258508" y="357378"/>
                </a:lnTo>
                <a:lnTo>
                  <a:pt x="272629" y="359092"/>
                </a:lnTo>
                <a:lnTo>
                  <a:pt x="283464" y="359664"/>
                </a:lnTo>
                <a:lnTo>
                  <a:pt x="326904" y="359664"/>
                </a:lnTo>
                <a:lnTo>
                  <a:pt x="324040" y="367474"/>
                </a:lnTo>
                <a:lnTo>
                  <a:pt x="289726" y="396240"/>
                </a:lnTo>
                <a:lnTo>
                  <a:pt x="278891" y="400812"/>
                </a:lnTo>
                <a:close/>
              </a:path>
              <a:path w="356870" h="401320">
                <a:moveTo>
                  <a:pt x="114300" y="390144"/>
                </a:moveTo>
                <a:lnTo>
                  <a:pt x="114300" y="353568"/>
                </a:lnTo>
                <a:lnTo>
                  <a:pt x="138564" y="353568"/>
                </a:lnTo>
                <a:lnTo>
                  <a:pt x="138684" y="376428"/>
                </a:lnTo>
                <a:lnTo>
                  <a:pt x="114300" y="39014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" name="object 44"/>
          <p:cNvSpPr/>
          <p:nvPr/>
        </p:nvSpPr>
        <p:spPr>
          <a:xfrm>
            <a:off x="3902964" y="3291840"/>
            <a:ext cx="410209" cy="408940"/>
          </a:xfrm>
          <a:custGeom>
            <a:avLst/>
            <a:gdLst/>
            <a:ahLst/>
            <a:cxnLst/>
            <a:rect l="l" t="t" r="r" b="b"/>
            <a:pathLst>
              <a:path w="410210" h="408939">
                <a:moveTo>
                  <a:pt x="3048" y="216408"/>
                </a:moveTo>
                <a:lnTo>
                  <a:pt x="0" y="211836"/>
                </a:lnTo>
                <a:lnTo>
                  <a:pt x="13144" y="189833"/>
                </a:lnTo>
                <a:lnTo>
                  <a:pt x="25146" y="167259"/>
                </a:lnTo>
                <a:lnTo>
                  <a:pt x="45720" y="120396"/>
                </a:lnTo>
                <a:lnTo>
                  <a:pt x="65151" y="66484"/>
                </a:lnTo>
                <a:lnTo>
                  <a:pt x="82296" y="0"/>
                </a:lnTo>
                <a:lnTo>
                  <a:pt x="120396" y="18288"/>
                </a:lnTo>
                <a:lnTo>
                  <a:pt x="105156" y="27431"/>
                </a:lnTo>
                <a:lnTo>
                  <a:pt x="93702" y="55721"/>
                </a:lnTo>
                <a:lnTo>
                  <a:pt x="84391" y="78866"/>
                </a:lnTo>
                <a:lnTo>
                  <a:pt x="77081" y="96869"/>
                </a:lnTo>
                <a:lnTo>
                  <a:pt x="71628" y="109728"/>
                </a:lnTo>
                <a:lnTo>
                  <a:pt x="94488" y="118872"/>
                </a:lnTo>
                <a:lnTo>
                  <a:pt x="77724" y="131064"/>
                </a:lnTo>
                <a:lnTo>
                  <a:pt x="77724" y="146304"/>
                </a:lnTo>
                <a:lnTo>
                  <a:pt x="56388" y="146304"/>
                </a:lnTo>
                <a:lnTo>
                  <a:pt x="42910" y="166901"/>
                </a:lnTo>
                <a:lnTo>
                  <a:pt x="29718" y="185356"/>
                </a:lnTo>
                <a:lnTo>
                  <a:pt x="16525" y="201810"/>
                </a:lnTo>
                <a:lnTo>
                  <a:pt x="3048" y="216408"/>
                </a:lnTo>
                <a:close/>
              </a:path>
              <a:path w="410210" h="408939">
                <a:moveTo>
                  <a:pt x="201168" y="56388"/>
                </a:moveTo>
                <a:lnTo>
                  <a:pt x="185928" y="41148"/>
                </a:lnTo>
                <a:lnTo>
                  <a:pt x="358140" y="41148"/>
                </a:lnTo>
                <a:lnTo>
                  <a:pt x="379476" y="19812"/>
                </a:lnTo>
                <a:lnTo>
                  <a:pt x="409956" y="51816"/>
                </a:lnTo>
                <a:lnTo>
                  <a:pt x="243840" y="51816"/>
                </a:lnTo>
                <a:lnTo>
                  <a:pt x="232671" y="52101"/>
                </a:lnTo>
                <a:lnTo>
                  <a:pt x="221932" y="52959"/>
                </a:lnTo>
                <a:lnTo>
                  <a:pt x="211478" y="54387"/>
                </a:lnTo>
                <a:lnTo>
                  <a:pt x="201168" y="56388"/>
                </a:lnTo>
                <a:close/>
              </a:path>
              <a:path w="410210" h="408939">
                <a:moveTo>
                  <a:pt x="280416" y="109728"/>
                </a:moveTo>
                <a:lnTo>
                  <a:pt x="269748" y="109728"/>
                </a:lnTo>
                <a:lnTo>
                  <a:pt x="273153" y="95750"/>
                </a:lnTo>
                <a:lnTo>
                  <a:pt x="276415" y="81343"/>
                </a:lnTo>
                <a:lnTo>
                  <a:pt x="279420" y="66484"/>
                </a:lnTo>
                <a:lnTo>
                  <a:pt x="281940" y="51816"/>
                </a:lnTo>
                <a:lnTo>
                  <a:pt x="310895" y="51816"/>
                </a:lnTo>
                <a:lnTo>
                  <a:pt x="304633" y="60650"/>
                </a:lnTo>
                <a:lnTo>
                  <a:pt x="297370" y="73342"/>
                </a:lnTo>
                <a:lnTo>
                  <a:pt x="289250" y="89749"/>
                </a:lnTo>
                <a:lnTo>
                  <a:pt x="280416" y="109728"/>
                </a:lnTo>
                <a:close/>
              </a:path>
              <a:path w="410210" h="408939">
                <a:moveTo>
                  <a:pt x="135636" y="333756"/>
                </a:moveTo>
                <a:lnTo>
                  <a:pt x="114300" y="307848"/>
                </a:lnTo>
                <a:lnTo>
                  <a:pt x="118872" y="303276"/>
                </a:lnTo>
                <a:lnTo>
                  <a:pt x="121819" y="288536"/>
                </a:lnTo>
                <a:lnTo>
                  <a:pt x="121856" y="78866"/>
                </a:lnTo>
                <a:lnTo>
                  <a:pt x="121729" y="73342"/>
                </a:lnTo>
                <a:lnTo>
                  <a:pt x="121277" y="65222"/>
                </a:lnTo>
                <a:lnTo>
                  <a:pt x="120396" y="56388"/>
                </a:lnTo>
                <a:lnTo>
                  <a:pt x="160020" y="76200"/>
                </a:lnTo>
                <a:lnTo>
                  <a:pt x="144780" y="86867"/>
                </a:lnTo>
                <a:lnTo>
                  <a:pt x="144780" y="167640"/>
                </a:lnTo>
                <a:lnTo>
                  <a:pt x="195072" y="167640"/>
                </a:lnTo>
                <a:lnTo>
                  <a:pt x="205740" y="178308"/>
                </a:lnTo>
                <a:lnTo>
                  <a:pt x="144780" y="178308"/>
                </a:lnTo>
                <a:lnTo>
                  <a:pt x="144780" y="289560"/>
                </a:lnTo>
                <a:lnTo>
                  <a:pt x="172142" y="289560"/>
                </a:lnTo>
                <a:lnTo>
                  <a:pt x="158115" y="303657"/>
                </a:lnTo>
                <a:lnTo>
                  <a:pt x="144160" y="319992"/>
                </a:lnTo>
                <a:lnTo>
                  <a:pt x="135636" y="333756"/>
                </a:lnTo>
                <a:close/>
              </a:path>
              <a:path w="410210" h="408939">
                <a:moveTo>
                  <a:pt x="386116" y="109728"/>
                </a:moveTo>
                <a:lnTo>
                  <a:pt x="350520" y="109728"/>
                </a:lnTo>
                <a:lnTo>
                  <a:pt x="365760" y="92964"/>
                </a:lnTo>
                <a:lnTo>
                  <a:pt x="386116" y="109728"/>
                </a:lnTo>
                <a:close/>
              </a:path>
              <a:path w="410210" h="408939">
                <a:moveTo>
                  <a:pt x="216408" y="315468"/>
                </a:moveTo>
                <a:lnTo>
                  <a:pt x="216661" y="300228"/>
                </a:lnTo>
                <a:lnTo>
                  <a:pt x="217693" y="272176"/>
                </a:lnTo>
                <a:lnTo>
                  <a:pt x="217816" y="146304"/>
                </a:lnTo>
                <a:lnTo>
                  <a:pt x="217693" y="138231"/>
                </a:lnTo>
                <a:lnTo>
                  <a:pt x="216646" y="109132"/>
                </a:lnTo>
                <a:lnTo>
                  <a:pt x="216408" y="96012"/>
                </a:lnTo>
                <a:lnTo>
                  <a:pt x="239268" y="109728"/>
                </a:lnTo>
                <a:lnTo>
                  <a:pt x="386116" y="109728"/>
                </a:lnTo>
                <a:lnTo>
                  <a:pt x="391668" y="114300"/>
                </a:lnTo>
                <a:lnTo>
                  <a:pt x="384483" y="118872"/>
                </a:lnTo>
                <a:lnTo>
                  <a:pt x="239268" y="118872"/>
                </a:lnTo>
                <a:lnTo>
                  <a:pt x="239268" y="303276"/>
                </a:lnTo>
                <a:lnTo>
                  <a:pt x="216408" y="315468"/>
                </a:lnTo>
                <a:close/>
              </a:path>
              <a:path w="410210" h="408939">
                <a:moveTo>
                  <a:pt x="353568" y="312420"/>
                </a:moveTo>
                <a:lnTo>
                  <a:pt x="353568" y="118872"/>
                </a:lnTo>
                <a:lnTo>
                  <a:pt x="384483" y="118872"/>
                </a:lnTo>
                <a:lnTo>
                  <a:pt x="374904" y="124967"/>
                </a:lnTo>
                <a:lnTo>
                  <a:pt x="374966" y="266533"/>
                </a:lnTo>
                <a:lnTo>
                  <a:pt x="375165" y="270867"/>
                </a:lnTo>
                <a:lnTo>
                  <a:pt x="375903" y="279177"/>
                </a:lnTo>
                <a:lnTo>
                  <a:pt x="376930" y="289560"/>
                </a:lnTo>
                <a:lnTo>
                  <a:pt x="377952" y="300228"/>
                </a:lnTo>
                <a:lnTo>
                  <a:pt x="353568" y="312420"/>
                </a:lnTo>
                <a:close/>
              </a:path>
              <a:path w="410210" h="408939">
                <a:moveTo>
                  <a:pt x="53340" y="408432"/>
                </a:moveTo>
                <a:lnTo>
                  <a:pt x="54459" y="396097"/>
                </a:lnTo>
                <a:lnTo>
                  <a:pt x="55435" y="386334"/>
                </a:lnTo>
                <a:lnTo>
                  <a:pt x="56126" y="378856"/>
                </a:lnTo>
                <a:lnTo>
                  <a:pt x="56388" y="373380"/>
                </a:lnTo>
                <a:lnTo>
                  <a:pt x="56388" y="146304"/>
                </a:lnTo>
                <a:lnTo>
                  <a:pt x="77724" y="146304"/>
                </a:lnTo>
                <a:lnTo>
                  <a:pt x="77724" y="396240"/>
                </a:lnTo>
                <a:lnTo>
                  <a:pt x="53340" y="408432"/>
                </a:lnTo>
                <a:close/>
              </a:path>
              <a:path w="410210" h="408939">
                <a:moveTo>
                  <a:pt x="146304" y="408432"/>
                </a:moveTo>
                <a:lnTo>
                  <a:pt x="144780" y="400812"/>
                </a:lnTo>
                <a:lnTo>
                  <a:pt x="170783" y="392001"/>
                </a:lnTo>
                <a:lnTo>
                  <a:pt x="193929" y="381762"/>
                </a:lnTo>
                <a:lnTo>
                  <a:pt x="231648" y="358140"/>
                </a:lnTo>
                <a:lnTo>
                  <a:pt x="257365" y="329184"/>
                </a:lnTo>
                <a:lnTo>
                  <a:pt x="272795" y="291084"/>
                </a:lnTo>
                <a:lnTo>
                  <a:pt x="280035" y="234124"/>
                </a:lnTo>
                <a:lnTo>
                  <a:pt x="280939" y="194000"/>
                </a:lnTo>
                <a:lnTo>
                  <a:pt x="280416" y="146304"/>
                </a:lnTo>
                <a:lnTo>
                  <a:pt x="316992" y="161544"/>
                </a:lnTo>
                <a:lnTo>
                  <a:pt x="304800" y="173736"/>
                </a:lnTo>
                <a:lnTo>
                  <a:pt x="304442" y="215169"/>
                </a:lnTo>
                <a:lnTo>
                  <a:pt x="303085" y="250317"/>
                </a:lnTo>
                <a:lnTo>
                  <a:pt x="295656" y="301752"/>
                </a:lnTo>
                <a:lnTo>
                  <a:pt x="279082" y="338709"/>
                </a:lnTo>
                <a:lnTo>
                  <a:pt x="249936" y="368808"/>
                </a:lnTo>
                <a:lnTo>
                  <a:pt x="206692" y="392049"/>
                </a:lnTo>
                <a:lnTo>
                  <a:pt x="178569" y="400954"/>
                </a:lnTo>
                <a:lnTo>
                  <a:pt x="146304" y="408432"/>
                </a:lnTo>
                <a:close/>
              </a:path>
              <a:path w="410210" h="408939">
                <a:moveTo>
                  <a:pt x="195072" y="167640"/>
                </a:moveTo>
                <a:lnTo>
                  <a:pt x="163068" y="167640"/>
                </a:lnTo>
                <a:lnTo>
                  <a:pt x="179832" y="152400"/>
                </a:lnTo>
                <a:lnTo>
                  <a:pt x="195072" y="167640"/>
                </a:lnTo>
                <a:close/>
              </a:path>
              <a:path w="410210" h="408939">
                <a:moveTo>
                  <a:pt x="172142" y="289560"/>
                </a:moveTo>
                <a:lnTo>
                  <a:pt x="144780" y="289560"/>
                </a:lnTo>
                <a:lnTo>
                  <a:pt x="198120" y="254508"/>
                </a:lnTo>
                <a:lnTo>
                  <a:pt x="201168" y="262128"/>
                </a:lnTo>
                <a:lnTo>
                  <a:pt x="177212" y="284464"/>
                </a:lnTo>
                <a:lnTo>
                  <a:pt x="172142" y="289560"/>
                </a:lnTo>
                <a:close/>
              </a:path>
              <a:path w="410210" h="408939">
                <a:moveTo>
                  <a:pt x="393192" y="400812"/>
                </a:moveTo>
                <a:lnTo>
                  <a:pt x="385572" y="400812"/>
                </a:lnTo>
                <a:lnTo>
                  <a:pt x="381000" y="396240"/>
                </a:lnTo>
                <a:lnTo>
                  <a:pt x="374904" y="387096"/>
                </a:lnTo>
                <a:lnTo>
                  <a:pt x="364069" y="373380"/>
                </a:lnTo>
                <a:lnTo>
                  <a:pt x="347662" y="357378"/>
                </a:lnTo>
                <a:lnTo>
                  <a:pt x="325826" y="339090"/>
                </a:lnTo>
                <a:lnTo>
                  <a:pt x="298704" y="318516"/>
                </a:lnTo>
                <a:lnTo>
                  <a:pt x="303276" y="312420"/>
                </a:lnTo>
                <a:lnTo>
                  <a:pt x="361569" y="339852"/>
                </a:lnTo>
                <a:lnTo>
                  <a:pt x="394977" y="365021"/>
                </a:lnTo>
                <a:lnTo>
                  <a:pt x="398930" y="379356"/>
                </a:lnTo>
                <a:lnTo>
                  <a:pt x="397764" y="387096"/>
                </a:lnTo>
                <a:lnTo>
                  <a:pt x="396240" y="396240"/>
                </a:lnTo>
                <a:lnTo>
                  <a:pt x="393192" y="40081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" name="object 45"/>
          <p:cNvSpPr/>
          <p:nvPr/>
        </p:nvSpPr>
        <p:spPr>
          <a:xfrm>
            <a:off x="4393691" y="3290316"/>
            <a:ext cx="335280" cy="407034"/>
          </a:xfrm>
          <a:custGeom>
            <a:avLst/>
            <a:gdLst/>
            <a:ahLst/>
            <a:cxnLst/>
            <a:rect l="l" t="t" r="r" b="b"/>
            <a:pathLst>
              <a:path w="335279" h="407035">
                <a:moveTo>
                  <a:pt x="114300" y="85343"/>
                </a:moveTo>
                <a:lnTo>
                  <a:pt x="102108" y="85343"/>
                </a:lnTo>
                <a:lnTo>
                  <a:pt x="111252" y="56792"/>
                </a:lnTo>
                <a:lnTo>
                  <a:pt x="118110" y="32956"/>
                </a:lnTo>
                <a:lnTo>
                  <a:pt x="122682" y="13977"/>
                </a:lnTo>
                <a:lnTo>
                  <a:pt x="124968" y="0"/>
                </a:lnTo>
                <a:lnTo>
                  <a:pt x="163068" y="18288"/>
                </a:lnTo>
                <a:lnTo>
                  <a:pt x="152233" y="26836"/>
                </a:lnTo>
                <a:lnTo>
                  <a:pt x="140398" y="40957"/>
                </a:lnTo>
                <a:lnTo>
                  <a:pt x="127706" y="60507"/>
                </a:lnTo>
                <a:lnTo>
                  <a:pt x="114300" y="85343"/>
                </a:lnTo>
                <a:close/>
              </a:path>
              <a:path w="335279" h="407035">
                <a:moveTo>
                  <a:pt x="331216" y="85343"/>
                </a:moveTo>
                <a:lnTo>
                  <a:pt x="292608" y="85343"/>
                </a:lnTo>
                <a:lnTo>
                  <a:pt x="304800" y="65531"/>
                </a:lnTo>
                <a:lnTo>
                  <a:pt x="331216" y="85343"/>
                </a:lnTo>
                <a:close/>
              </a:path>
              <a:path w="335279" h="407035">
                <a:moveTo>
                  <a:pt x="0" y="406908"/>
                </a:moveTo>
                <a:lnTo>
                  <a:pt x="230" y="383095"/>
                </a:lnTo>
                <a:lnTo>
                  <a:pt x="788" y="359663"/>
                </a:lnTo>
                <a:lnTo>
                  <a:pt x="1285" y="341542"/>
                </a:lnTo>
                <a:lnTo>
                  <a:pt x="1524" y="324612"/>
                </a:lnTo>
                <a:lnTo>
                  <a:pt x="1524" y="138683"/>
                </a:lnTo>
                <a:lnTo>
                  <a:pt x="1285" y="120419"/>
                </a:lnTo>
                <a:lnTo>
                  <a:pt x="238" y="84462"/>
                </a:lnTo>
                <a:lnTo>
                  <a:pt x="0" y="67055"/>
                </a:lnTo>
                <a:lnTo>
                  <a:pt x="27432" y="85343"/>
                </a:lnTo>
                <a:lnTo>
                  <a:pt x="331216" y="85343"/>
                </a:lnTo>
                <a:lnTo>
                  <a:pt x="335280" y="88391"/>
                </a:lnTo>
                <a:lnTo>
                  <a:pt x="328422" y="94487"/>
                </a:lnTo>
                <a:lnTo>
                  <a:pt x="25908" y="94487"/>
                </a:lnTo>
                <a:lnTo>
                  <a:pt x="25908" y="394715"/>
                </a:lnTo>
                <a:lnTo>
                  <a:pt x="0" y="406908"/>
                </a:lnTo>
                <a:close/>
              </a:path>
              <a:path w="335279" h="407035">
                <a:moveTo>
                  <a:pt x="320666" y="359663"/>
                </a:moveTo>
                <a:lnTo>
                  <a:pt x="277368" y="359663"/>
                </a:lnTo>
                <a:lnTo>
                  <a:pt x="286250" y="359092"/>
                </a:lnTo>
                <a:lnTo>
                  <a:pt x="292417" y="355092"/>
                </a:lnTo>
                <a:lnTo>
                  <a:pt x="296013" y="347662"/>
                </a:lnTo>
                <a:lnTo>
                  <a:pt x="297180" y="336804"/>
                </a:lnTo>
                <a:lnTo>
                  <a:pt x="297180" y="94487"/>
                </a:lnTo>
                <a:lnTo>
                  <a:pt x="328422" y="94487"/>
                </a:lnTo>
                <a:lnTo>
                  <a:pt x="321564" y="100583"/>
                </a:lnTo>
                <a:lnTo>
                  <a:pt x="321549" y="347662"/>
                </a:lnTo>
                <a:lnTo>
                  <a:pt x="320666" y="359663"/>
                </a:lnTo>
                <a:close/>
              </a:path>
              <a:path w="335279" h="407035">
                <a:moveTo>
                  <a:pt x="236524" y="169163"/>
                </a:moveTo>
                <a:lnTo>
                  <a:pt x="204216" y="169163"/>
                </a:lnTo>
                <a:lnTo>
                  <a:pt x="216408" y="152399"/>
                </a:lnTo>
                <a:lnTo>
                  <a:pt x="236524" y="169163"/>
                </a:lnTo>
                <a:close/>
              </a:path>
              <a:path w="335279" h="407035">
                <a:moveTo>
                  <a:pt x="82296" y="316991"/>
                </a:moveTo>
                <a:lnTo>
                  <a:pt x="83415" y="295251"/>
                </a:lnTo>
                <a:lnTo>
                  <a:pt x="84391" y="273367"/>
                </a:lnTo>
                <a:lnTo>
                  <a:pt x="85082" y="251198"/>
                </a:lnTo>
                <a:lnTo>
                  <a:pt x="85344" y="228599"/>
                </a:lnTo>
                <a:lnTo>
                  <a:pt x="85082" y="206859"/>
                </a:lnTo>
                <a:lnTo>
                  <a:pt x="84391" y="187261"/>
                </a:lnTo>
                <a:lnTo>
                  <a:pt x="83379" y="169163"/>
                </a:lnTo>
                <a:lnTo>
                  <a:pt x="82296" y="153923"/>
                </a:lnTo>
                <a:lnTo>
                  <a:pt x="109728" y="169163"/>
                </a:lnTo>
                <a:lnTo>
                  <a:pt x="236524" y="169163"/>
                </a:lnTo>
                <a:lnTo>
                  <a:pt x="243840" y="175259"/>
                </a:lnTo>
                <a:lnTo>
                  <a:pt x="238696" y="179831"/>
                </a:lnTo>
                <a:lnTo>
                  <a:pt x="109728" y="179831"/>
                </a:lnTo>
                <a:lnTo>
                  <a:pt x="109728" y="271271"/>
                </a:lnTo>
                <a:lnTo>
                  <a:pt x="230713" y="271271"/>
                </a:lnTo>
                <a:lnTo>
                  <a:pt x="231076" y="276224"/>
                </a:lnTo>
                <a:lnTo>
                  <a:pt x="231442" y="280415"/>
                </a:lnTo>
                <a:lnTo>
                  <a:pt x="109728" y="280415"/>
                </a:lnTo>
                <a:lnTo>
                  <a:pt x="109728" y="307847"/>
                </a:lnTo>
                <a:lnTo>
                  <a:pt x="82296" y="316991"/>
                </a:lnTo>
                <a:close/>
              </a:path>
              <a:path w="335279" h="407035">
                <a:moveTo>
                  <a:pt x="230713" y="271271"/>
                </a:moveTo>
                <a:lnTo>
                  <a:pt x="205740" y="271271"/>
                </a:lnTo>
                <a:lnTo>
                  <a:pt x="205740" y="179831"/>
                </a:lnTo>
                <a:lnTo>
                  <a:pt x="238696" y="179831"/>
                </a:lnTo>
                <a:lnTo>
                  <a:pt x="230124" y="187451"/>
                </a:lnTo>
                <a:lnTo>
                  <a:pt x="230124" y="259079"/>
                </a:lnTo>
                <a:lnTo>
                  <a:pt x="230385" y="266795"/>
                </a:lnTo>
                <a:lnTo>
                  <a:pt x="230713" y="271271"/>
                </a:lnTo>
                <a:close/>
              </a:path>
              <a:path w="335279" h="407035">
                <a:moveTo>
                  <a:pt x="205740" y="310895"/>
                </a:moveTo>
                <a:lnTo>
                  <a:pt x="205740" y="280415"/>
                </a:lnTo>
                <a:lnTo>
                  <a:pt x="231442" y="280415"/>
                </a:lnTo>
                <a:lnTo>
                  <a:pt x="233172" y="300227"/>
                </a:lnTo>
                <a:lnTo>
                  <a:pt x="205740" y="310895"/>
                </a:lnTo>
                <a:close/>
              </a:path>
              <a:path w="335279" h="407035">
                <a:moveTo>
                  <a:pt x="283464" y="403860"/>
                </a:moveTo>
                <a:lnTo>
                  <a:pt x="278868" y="390405"/>
                </a:lnTo>
                <a:lnTo>
                  <a:pt x="267271" y="379666"/>
                </a:lnTo>
                <a:lnTo>
                  <a:pt x="248531" y="371498"/>
                </a:lnTo>
                <a:lnTo>
                  <a:pt x="222504" y="365760"/>
                </a:lnTo>
                <a:lnTo>
                  <a:pt x="222504" y="358139"/>
                </a:lnTo>
                <a:lnTo>
                  <a:pt x="238791" y="358378"/>
                </a:lnTo>
                <a:lnTo>
                  <a:pt x="266223" y="359425"/>
                </a:lnTo>
                <a:lnTo>
                  <a:pt x="277368" y="359663"/>
                </a:lnTo>
                <a:lnTo>
                  <a:pt x="320666" y="359663"/>
                </a:lnTo>
                <a:lnTo>
                  <a:pt x="320111" y="367212"/>
                </a:lnTo>
                <a:lnTo>
                  <a:pt x="313372" y="383095"/>
                </a:lnTo>
                <a:lnTo>
                  <a:pt x="301204" y="395263"/>
                </a:lnTo>
                <a:lnTo>
                  <a:pt x="283464" y="40386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" name="object 46"/>
          <p:cNvSpPr/>
          <p:nvPr/>
        </p:nvSpPr>
        <p:spPr>
          <a:xfrm>
            <a:off x="4797552" y="3290315"/>
            <a:ext cx="405765" cy="407034"/>
          </a:xfrm>
          <a:custGeom>
            <a:avLst/>
            <a:gdLst/>
            <a:ahLst/>
            <a:cxnLst/>
            <a:rect l="l" t="t" r="r" b="b"/>
            <a:pathLst>
              <a:path w="405764" h="407035">
                <a:moveTo>
                  <a:pt x="60959" y="406908"/>
                </a:moveTo>
                <a:lnTo>
                  <a:pt x="61841" y="381690"/>
                </a:lnTo>
                <a:lnTo>
                  <a:pt x="62256" y="360235"/>
                </a:lnTo>
                <a:lnTo>
                  <a:pt x="62382" y="47434"/>
                </a:lnTo>
                <a:lnTo>
                  <a:pt x="62293" y="38481"/>
                </a:lnTo>
                <a:lnTo>
                  <a:pt x="61874" y="21336"/>
                </a:lnTo>
                <a:lnTo>
                  <a:pt x="61767" y="18288"/>
                </a:lnTo>
                <a:lnTo>
                  <a:pt x="60959" y="0"/>
                </a:lnTo>
                <a:lnTo>
                  <a:pt x="103631" y="18288"/>
                </a:lnTo>
                <a:lnTo>
                  <a:pt x="86867" y="30480"/>
                </a:lnTo>
                <a:lnTo>
                  <a:pt x="86867" y="89916"/>
                </a:lnTo>
                <a:lnTo>
                  <a:pt x="100369" y="95369"/>
                </a:lnTo>
                <a:lnTo>
                  <a:pt x="108503" y="99060"/>
                </a:lnTo>
                <a:lnTo>
                  <a:pt x="86867" y="99060"/>
                </a:lnTo>
                <a:lnTo>
                  <a:pt x="86992" y="336399"/>
                </a:lnTo>
                <a:lnTo>
                  <a:pt x="87129" y="344352"/>
                </a:lnTo>
                <a:lnTo>
                  <a:pt x="87820" y="360235"/>
                </a:lnTo>
                <a:lnTo>
                  <a:pt x="88858" y="377952"/>
                </a:lnTo>
                <a:lnTo>
                  <a:pt x="89915" y="394716"/>
                </a:lnTo>
                <a:lnTo>
                  <a:pt x="60959" y="406908"/>
                </a:lnTo>
                <a:close/>
              </a:path>
              <a:path w="405764" h="407035">
                <a:moveTo>
                  <a:pt x="278891" y="124968"/>
                </a:moveTo>
                <a:lnTo>
                  <a:pt x="254507" y="124968"/>
                </a:lnTo>
                <a:lnTo>
                  <a:pt x="254388" y="62245"/>
                </a:lnTo>
                <a:lnTo>
                  <a:pt x="254262" y="44196"/>
                </a:lnTo>
                <a:lnTo>
                  <a:pt x="253870" y="21336"/>
                </a:lnTo>
                <a:lnTo>
                  <a:pt x="252983" y="3048"/>
                </a:lnTo>
                <a:lnTo>
                  <a:pt x="295655" y="21336"/>
                </a:lnTo>
                <a:lnTo>
                  <a:pt x="278891" y="33528"/>
                </a:lnTo>
                <a:lnTo>
                  <a:pt x="278891" y="124968"/>
                </a:lnTo>
                <a:close/>
              </a:path>
              <a:path w="405764" h="407035">
                <a:moveTo>
                  <a:pt x="132587" y="225552"/>
                </a:moveTo>
                <a:lnTo>
                  <a:pt x="128015" y="222504"/>
                </a:lnTo>
                <a:lnTo>
                  <a:pt x="137755" y="200477"/>
                </a:lnTo>
                <a:lnTo>
                  <a:pt x="146494" y="177736"/>
                </a:lnTo>
                <a:lnTo>
                  <a:pt x="161543" y="129540"/>
                </a:lnTo>
                <a:lnTo>
                  <a:pt x="173575" y="82129"/>
                </a:lnTo>
                <a:lnTo>
                  <a:pt x="179831" y="44196"/>
                </a:lnTo>
                <a:lnTo>
                  <a:pt x="219455" y="64008"/>
                </a:lnTo>
                <a:lnTo>
                  <a:pt x="204215" y="74676"/>
                </a:lnTo>
                <a:lnTo>
                  <a:pt x="185927" y="124968"/>
                </a:lnTo>
                <a:lnTo>
                  <a:pt x="377952" y="124968"/>
                </a:lnTo>
                <a:lnTo>
                  <a:pt x="388620" y="135636"/>
                </a:lnTo>
                <a:lnTo>
                  <a:pt x="182879" y="135636"/>
                </a:lnTo>
                <a:lnTo>
                  <a:pt x="171164" y="161901"/>
                </a:lnTo>
                <a:lnTo>
                  <a:pt x="158876" y="185737"/>
                </a:lnTo>
                <a:lnTo>
                  <a:pt x="146018" y="207002"/>
                </a:lnTo>
                <a:lnTo>
                  <a:pt x="132587" y="225552"/>
                </a:lnTo>
                <a:close/>
              </a:path>
              <a:path w="405764" h="407035">
                <a:moveTo>
                  <a:pt x="124967" y="153924"/>
                </a:moveTo>
                <a:lnTo>
                  <a:pt x="120395" y="149352"/>
                </a:lnTo>
                <a:lnTo>
                  <a:pt x="115823" y="137160"/>
                </a:lnTo>
                <a:lnTo>
                  <a:pt x="110656" y="127134"/>
                </a:lnTo>
                <a:lnTo>
                  <a:pt x="104203" y="117538"/>
                </a:lnTo>
                <a:lnTo>
                  <a:pt x="96321" y="108227"/>
                </a:lnTo>
                <a:lnTo>
                  <a:pt x="86867" y="99060"/>
                </a:lnTo>
                <a:lnTo>
                  <a:pt x="108503" y="99060"/>
                </a:lnTo>
                <a:lnTo>
                  <a:pt x="111442" y="100393"/>
                </a:lnTo>
                <a:lnTo>
                  <a:pt x="120515" y="105132"/>
                </a:lnTo>
                <a:lnTo>
                  <a:pt x="128015" y="109728"/>
                </a:lnTo>
                <a:lnTo>
                  <a:pt x="135635" y="114300"/>
                </a:lnTo>
                <a:lnTo>
                  <a:pt x="138683" y="121920"/>
                </a:lnTo>
                <a:lnTo>
                  <a:pt x="137159" y="131064"/>
                </a:lnTo>
                <a:lnTo>
                  <a:pt x="137159" y="140208"/>
                </a:lnTo>
                <a:lnTo>
                  <a:pt x="134111" y="147828"/>
                </a:lnTo>
                <a:lnTo>
                  <a:pt x="124967" y="153924"/>
                </a:lnTo>
                <a:close/>
              </a:path>
              <a:path w="405764" h="407035">
                <a:moveTo>
                  <a:pt x="377952" y="124968"/>
                </a:moveTo>
                <a:lnTo>
                  <a:pt x="329184" y="124968"/>
                </a:lnTo>
                <a:lnTo>
                  <a:pt x="353568" y="100584"/>
                </a:lnTo>
                <a:lnTo>
                  <a:pt x="377952" y="124968"/>
                </a:lnTo>
                <a:close/>
              </a:path>
              <a:path w="405764" h="407035">
                <a:moveTo>
                  <a:pt x="278891" y="230124"/>
                </a:moveTo>
                <a:lnTo>
                  <a:pt x="254507" y="230124"/>
                </a:lnTo>
                <a:lnTo>
                  <a:pt x="254507" y="135636"/>
                </a:lnTo>
                <a:lnTo>
                  <a:pt x="278891" y="135636"/>
                </a:lnTo>
                <a:lnTo>
                  <a:pt x="278891" y="230124"/>
                </a:lnTo>
                <a:close/>
              </a:path>
              <a:path w="405764" h="407035">
                <a:moveTo>
                  <a:pt x="176783" y="246888"/>
                </a:moveTo>
                <a:lnTo>
                  <a:pt x="160019" y="230124"/>
                </a:lnTo>
                <a:lnTo>
                  <a:pt x="324612" y="230124"/>
                </a:lnTo>
                <a:lnTo>
                  <a:pt x="345948" y="208788"/>
                </a:lnTo>
                <a:lnTo>
                  <a:pt x="379476" y="240792"/>
                </a:lnTo>
                <a:lnTo>
                  <a:pt x="217931" y="240792"/>
                </a:lnTo>
                <a:lnTo>
                  <a:pt x="206787" y="241101"/>
                </a:lnTo>
                <a:lnTo>
                  <a:pt x="196214" y="242125"/>
                </a:lnTo>
                <a:lnTo>
                  <a:pt x="186213" y="244006"/>
                </a:lnTo>
                <a:lnTo>
                  <a:pt x="176783" y="246888"/>
                </a:lnTo>
                <a:close/>
              </a:path>
              <a:path w="405764" h="407035">
                <a:moveTo>
                  <a:pt x="278891" y="362712"/>
                </a:moveTo>
                <a:lnTo>
                  <a:pt x="254507" y="362712"/>
                </a:lnTo>
                <a:lnTo>
                  <a:pt x="254507" y="240792"/>
                </a:lnTo>
                <a:lnTo>
                  <a:pt x="278891" y="240792"/>
                </a:lnTo>
                <a:lnTo>
                  <a:pt x="278891" y="362712"/>
                </a:lnTo>
                <a:close/>
              </a:path>
              <a:path w="405764" h="407035">
                <a:moveTo>
                  <a:pt x="135635" y="377952"/>
                </a:moveTo>
                <a:lnTo>
                  <a:pt x="120395" y="362712"/>
                </a:lnTo>
                <a:lnTo>
                  <a:pt x="345948" y="362712"/>
                </a:lnTo>
                <a:lnTo>
                  <a:pt x="370332" y="338328"/>
                </a:lnTo>
                <a:lnTo>
                  <a:pt x="405384" y="373380"/>
                </a:lnTo>
                <a:lnTo>
                  <a:pt x="178307" y="373380"/>
                </a:lnTo>
                <a:lnTo>
                  <a:pt x="167139" y="373665"/>
                </a:lnTo>
                <a:lnTo>
                  <a:pt x="156400" y="374523"/>
                </a:lnTo>
                <a:lnTo>
                  <a:pt x="145946" y="375951"/>
                </a:lnTo>
                <a:lnTo>
                  <a:pt x="135635" y="377952"/>
                </a:lnTo>
                <a:close/>
              </a:path>
              <a:path w="405764" h="407035">
                <a:moveTo>
                  <a:pt x="19812" y="199644"/>
                </a:moveTo>
                <a:lnTo>
                  <a:pt x="13715" y="199644"/>
                </a:lnTo>
                <a:lnTo>
                  <a:pt x="10667" y="198120"/>
                </a:lnTo>
                <a:lnTo>
                  <a:pt x="6095" y="196596"/>
                </a:lnTo>
                <a:lnTo>
                  <a:pt x="0" y="193548"/>
                </a:lnTo>
                <a:lnTo>
                  <a:pt x="0" y="187452"/>
                </a:lnTo>
                <a:lnTo>
                  <a:pt x="4571" y="181356"/>
                </a:lnTo>
                <a:lnTo>
                  <a:pt x="12191" y="172212"/>
                </a:lnTo>
                <a:lnTo>
                  <a:pt x="19359" y="160782"/>
                </a:lnTo>
                <a:lnTo>
                  <a:pt x="24955" y="147066"/>
                </a:lnTo>
                <a:lnTo>
                  <a:pt x="29122" y="131064"/>
                </a:lnTo>
                <a:lnTo>
                  <a:pt x="32003" y="112776"/>
                </a:lnTo>
                <a:lnTo>
                  <a:pt x="38100" y="112776"/>
                </a:lnTo>
                <a:lnTo>
                  <a:pt x="40719" y="136517"/>
                </a:lnTo>
                <a:lnTo>
                  <a:pt x="41909" y="155257"/>
                </a:lnTo>
                <a:lnTo>
                  <a:pt x="41957" y="169140"/>
                </a:lnTo>
                <a:lnTo>
                  <a:pt x="41147" y="178308"/>
                </a:lnTo>
                <a:lnTo>
                  <a:pt x="38100" y="185928"/>
                </a:lnTo>
                <a:lnTo>
                  <a:pt x="35051" y="192024"/>
                </a:lnTo>
                <a:lnTo>
                  <a:pt x="28955" y="195072"/>
                </a:lnTo>
                <a:lnTo>
                  <a:pt x="24383" y="198120"/>
                </a:lnTo>
                <a:lnTo>
                  <a:pt x="19812" y="19964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" name="object 47"/>
          <p:cNvSpPr/>
          <p:nvPr/>
        </p:nvSpPr>
        <p:spPr>
          <a:xfrm>
            <a:off x="5277564" y="3499103"/>
            <a:ext cx="59690" cy="195580"/>
          </a:xfrm>
          <a:custGeom>
            <a:avLst/>
            <a:gdLst/>
            <a:ahLst/>
            <a:cxnLst/>
            <a:rect l="l" t="t" r="r" b="b"/>
            <a:pathLst>
              <a:path w="59689" h="195579">
                <a:moveTo>
                  <a:pt x="10715" y="195072"/>
                </a:moveTo>
                <a:lnTo>
                  <a:pt x="7667" y="195072"/>
                </a:lnTo>
                <a:lnTo>
                  <a:pt x="7667" y="193548"/>
                </a:lnTo>
                <a:lnTo>
                  <a:pt x="9191" y="192024"/>
                </a:lnTo>
                <a:lnTo>
                  <a:pt x="12239" y="190500"/>
                </a:lnTo>
                <a:lnTo>
                  <a:pt x="18335" y="185928"/>
                </a:lnTo>
                <a:lnTo>
                  <a:pt x="36623" y="152400"/>
                </a:lnTo>
                <a:lnTo>
                  <a:pt x="29003" y="152400"/>
                </a:lnTo>
                <a:lnTo>
                  <a:pt x="21383" y="150876"/>
                </a:lnTo>
                <a:lnTo>
                  <a:pt x="12239" y="147828"/>
                </a:lnTo>
                <a:lnTo>
                  <a:pt x="7667" y="144780"/>
                </a:lnTo>
                <a:lnTo>
                  <a:pt x="6143" y="140208"/>
                </a:lnTo>
                <a:lnTo>
                  <a:pt x="3095" y="135636"/>
                </a:lnTo>
                <a:lnTo>
                  <a:pt x="1571" y="131064"/>
                </a:lnTo>
                <a:lnTo>
                  <a:pt x="3095" y="124968"/>
                </a:lnTo>
                <a:lnTo>
                  <a:pt x="3095" y="120396"/>
                </a:lnTo>
                <a:lnTo>
                  <a:pt x="4619" y="115824"/>
                </a:lnTo>
                <a:lnTo>
                  <a:pt x="7667" y="112776"/>
                </a:lnTo>
                <a:lnTo>
                  <a:pt x="10715" y="108204"/>
                </a:lnTo>
                <a:lnTo>
                  <a:pt x="13763" y="106680"/>
                </a:lnTo>
                <a:lnTo>
                  <a:pt x="18335" y="105156"/>
                </a:lnTo>
                <a:lnTo>
                  <a:pt x="22907" y="102108"/>
                </a:lnTo>
                <a:lnTo>
                  <a:pt x="36623" y="102108"/>
                </a:lnTo>
                <a:lnTo>
                  <a:pt x="41195" y="105156"/>
                </a:lnTo>
                <a:lnTo>
                  <a:pt x="45767" y="106680"/>
                </a:lnTo>
                <a:lnTo>
                  <a:pt x="50339" y="109728"/>
                </a:lnTo>
                <a:lnTo>
                  <a:pt x="53387" y="115824"/>
                </a:lnTo>
                <a:lnTo>
                  <a:pt x="57959" y="123444"/>
                </a:lnTo>
                <a:lnTo>
                  <a:pt x="59483" y="129540"/>
                </a:lnTo>
                <a:lnTo>
                  <a:pt x="59483" y="140208"/>
                </a:lnTo>
                <a:lnTo>
                  <a:pt x="44196" y="177784"/>
                </a:lnTo>
                <a:lnTo>
                  <a:pt x="22907" y="192024"/>
                </a:lnTo>
                <a:lnTo>
                  <a:pt x="10715" y="195072"/>
                </a:lnTo>
                <a:close/>
              </a:path>
              <a:path w="59689" h="195579">
                <a:moveTo>
                  <a:pt x="35099" y="57912"/>
                </a:moveTo>
                <a:lnTo>
                  <a:pt x="25955" y="57912"/>
                </a:lnTo>
                <a:lnTo>
                  <a:pt x="18335" y="56388"/>
                </a:lnTo>
                <a:lnTo>
                  <a:pt x="10715" y="51816"/>
                </a:lnTo>
                <a:lnTo>
                  <a:pt x="5619" y="47791"/>
                </a:lnTo>
                <a:lnTo>
                  <a:pt x="1952" y="42481"/>
                </a:lnTo>
                <a:lnTo>
                  <a:pt x="0" y="35742"/>
                </a:lnTo>
                <a:lnTo>
                  <a:pt x="47" y="16764"/>
                </a:lnTo>
                <a:lnTo>
                  <a:pt x="3095" y="9144"/>
                </a:lnTo>
                <a:lnTo>
                  <a:pt x="10715" y="6096"/>
                </a:lnTo>
                <a:lnTo>
                  <a:pt x="18335" y="1524"/>
                </a:lnTo>
                <a:lnTo>
                  <a:pt x="24431" y="0"/>
                </a:lnTo>
                <a:lnTo>
                  <a:pt x="41195" y="0"/>
                </a:lnTo>
                <a:lnTo>
                  <a:pt x="48815" y="3048"/>
                </a:lnTo>
                <a:lnTo>
                  <a:pt x="54911" y="4572"/>
                </a:lnTo>
                <a:lnTo>
                  <a:pt x="59483" y="12192"/>
                </a:lnTo>
                <a:lnTo>
                  <a:pt x="59420" y="35742"/>
                </a:lnTo>
                <a:lnTo>
                  <a:pt x="57578" y="42862"/>
                </a:lnTo>
                <a:lnTo>
                  <a:pt x="53911" y="48410"/>
                </a:lnTo>
                <a:lnTo>
                  <a:pt x="48815" y="51816"/>
                </a:lnTo>
                <a:lnTo>
                  <a:pt x="41195" y="56388"/>
                </a:lnTo>
                <a:lnTo>
                  <a:pt x="35099" y="5791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" name="object 48"/>
          <p:cNvSpPr/>
          <p:nvPr/>
        </p:nvSpPr>
        <p:spPr>
          <a:xfrm>
            <a:off x="5725667" y="3304032"/>
            <a:ext cx="344805" cy="390525"/>
          </a:xfrm>
          <a:custGeom>
            <a:avLst/>
            <a:gdLst/>
            <a:ahLst/>
            <a:cxnLst/>
            <a:rect l="l" t="t" r="r" b="b"/>
            <a:pathLst>
              <a:path w="344804" h="390525">
                <a:moveTo>
                  <a:pt x="0" y="390144"/>
                </a:moveTo>
                <a:lnTo>
                  <a:pt x="2000" y="362997"/>
                </a:lnTo>
                <a:lnTo>
                  <a:pt x="3429" y="338709"/>
                </a:lnTo>
                <a:lnTo>
                  <a:pt x="4286" y="317277"/>
                </a:lnTo>
                <a:lnTo>
                  <a:pt x="4572" y="298704"/>
                </a:lnTo>
                <a:lnTo>
                  <a:pt x="4572" y="79248"/>
                </a:lnTo>
                <a:lnTo>
                  <a:pt x="4333" y="60436"/>
                </a:lnTo>
                <a:lnTo>
                  <a:pt x="3347" y="22860"/>
                </a:lnTo>
                <a:lnTo>
                  <a:pt x="3242" y="16764"/>
                </a:lnTo>
                <a:lnTo>
                  <a:pt x="3048" y="0"/>
                </a:lnTo>
                <a:lnTo>
                  <a:pt x="28956" y="16764"/>
                </a:lnTo>
                <a:lnTo>
                  <a:pt x="337108" y="16764"/>
                </a:lnTo>
                <a:lnTo>
                  <a:pt x="344424" y="22860"/>
                </a:lnTo>
                <a:lnTo>
                  <a:pt x="337566" y="27432"/>
                </a:lnTo>
                <a:lnTo>
                  <a:pt x="28956" y="27432"/>
                </a:lnTo>
                <a:lnTo>
                  <a:pt x="28956" y="381000"/>
                </a:lnTo>
                <a:lnTo>
                  <a:pt x="0" y="390144"/>
                </a:lnTo>
                <a:close/>
              </a:path>
              <a:path w="344804" h="390525">
                <a:moveTo>
                  <a:pt x="337108" y="16764"/>
                </a:moveTo>
                <a:lnTo>
                  <a:pt x="304800" y="16764"/>
                </a:lnTo>
                <a:lnTo>
                  <a:pt x="316992" y="0"/>
                </a:lnTo>
                <a:lnTo>
                  <a:pt x="337108" y="16764"/>
                </a:lnTo>
                <a:close/>
              </a:path>
              <a:path w="344804" h="390525">
                <a:moveTo>
                  <a:pt x="329476" y="347472"/>
                </a:moveTo>
                <a:lnTo>
                  <a:pt x="286512" y="347472"/>
                </a:lnTo>
                <a:lnTo>
                  <a:pt x="295394" y="346662"/>
                </a:lnTo>
                <a:lnTo>
                  <a:pt x="301561" y="342138"/>
                </a:lnTo>
                <a:lnTo>
                  <a:pt x="305157" y="334184"/>
                </a:lnTo>
                <a:lnTo>
                  <a:pt x="306324" y="323088"/>
                </a:lnTo>
                <a:lnTo>
                  <a:pt x="306324" y="27432"/>
                </a:lnTo>
                <a:lnTo>
                  <a:pt x="337566" y="27432"/>
                </a:lnTo>
                <a:lnTo>
                  <a:pt x="330708" y="32004"/>
                </a:lnTo>
                <a:lnTo>
                  <a:pt x="330669" y="334184"/>
                </a:lnTo>
                <a:lnTo>
                  <a:pt x="329476" y="347472"/>
                </a:lnTo>
                <a:close/>
              </a:path>
              <a:path w="344804" h="390525">
                <a:moveTo>
                  <a:pt x="70104" y="106680"/>
                </a:moveTo>
                <a:lnTo>
                  <a:pt x="54864" y="91440"/>
                </a:lnTo>
                <a:lnTo>
                  <a:pt x="222504" y="91440"/>
                </a:lnTo>
                <a:lnTo>
                  <a:pt x="245364" y="68580"/>
                </a:lnTo>
                <a:lnTo>
                  <a:pt x="278892" y="102108"/>
                </a:lnTo>
                <a:lnTo>
                  <a:pt x="105156" y="102108"/>
                </a:lnTo>
                <a:lnTo>
                  <a:pt x="95392" y="102393"/>
                </a:lnTo>
                <a:lnTo>
                  <a:pt x="86487" y="103251"/>
                </a:lnTo>
                <a:lnTo>
                  <a:pt x="78152" y="104679"/>
                </a:lnTo>
                <a:lnTo>
                  <a:pt x="70104" y="106680"/>
                </a:lnTo>
                <a:close/>
              </a:path>
              <a:path w="344804" h="390525">
                <a:moveTo>
                  <a:pt x="250806" y="160020"/>
                </a:moveTo>
                <a:lnTo>
                  <a:pt x="216407" y="160020"/>
                </a:lnTo>
                <a:lnTo>
                  <a:pt x="228600" y="141732"/>
                </a:lnTo>
                <a:lnTo>
                  <a:pt x="250806" y="160020"/>
                </a:lnTo>
                <a:close/>
              </a:path>
              <a:path w="344804" h="390525">
                <a:moveTo>
                  <a:pt x="86868" y="298704"/>
                </a:moveTo>
                <a:lnTo>
                  <a:pt x="87987" y="283011"/>
                </a:lnTo>
                <a:lnTo>
                  <a:pt x="88963" y="265747"/>
                </a:lnTo>
                <a:lnTo>
                  <a:pt x="89654" y="247054"/>
                </a:lnTo>
                <a:lnTo>
                  <a:pt x="89916" y="227076"/>
                </a:lnTo>
                <a:lnTo>
                  <a:pt x="89654" y="205668"/>
                </a:lnTo>
                <a:lnTo>
                  <a:pt x="88963" y="184975"/>
                </a:lnTo>
                <a:lnTo>
                  <a:pt x="87987" y="165139"/>
                </a:lnTo>
                <a:lnTo>
                  <a:pt x="86868" y="146304"/>
                </a:lnTo>
                <a:lnTo>
                  <a:pt x="111252" y="160020"/>
                </a:lnTo>
                <a:lnTo>
                  <a:pt x="250806" y="160020"/>
                </a:lnTo>
                <a:lnTo>
                  <a:pt x="254507" y="163068"/>
                </a:lnTo>
                <a:lnTo>
                  <a:pt x="245935" y="170688"/>
                </a:lnTo>
                <a:lnTo>
                  <a:pt x="111252" y="170688"/>
                </a:lnTo>
                <a:lnTo>
                  <a:pt x="111252" y="252983"/>
                </a:lnTo>
                <a:lnTo>
                  <a:pt x="240849" y="252983"/>
                </a:lnTo>
                <a:lnTo>
                  <a:pt x="240982" y="262128"/>
                </a:lnTo>
                <a:lnTo>
                  <a:pt x="241042" y="263652"/>
                </a:lnTo>
                <a:lnTo>
                  <a:pt x="111252" y="263652"/>
                </a:lnTo>
                <a:lnTo>
                  <a:pt x="111252" y="289559"/>
                </a:lnTo>
                <a:lnTo>
                  <a:pt x="86868" y="298704"/>
                </a:lnTo>
                <a:close/>
              </a:path>
              <a:path w="344804" h="390525">
                <a:moveTo>
                  <a:pt x="240849" y="252983"/>
                </a:moveTo>
                <a:lnTo>
                  <a:pt x="217932" y="252983"/>
                </a:lnTo>
                <a:lnTo>
                  <a:pt x="217932" y="170688"/>
                </a:lnTo>
                <a:lnTo>
                  <a:pt x="245935" y="170688"/>
                </a:lnTo>
                <a:lnTo>
                  <a:pt x="240792" y="175260"/>
                </a:lnTo>
                <a:lnTo>
                  <a:pt x="240849" y="252983"/>
                </a:lnTo>
                <a:close/>
              </a:path>
              <a:path w="344804" h="390525">
                <a:moveTo>
                  <a:pt x="217932" y="294132"/>
                </a:moveTo>
                <a:lnTo>
                  <a:pt x="217932" y="263652"/>
                </a:lnTo>
                <a:lnTo>
                  <a:pt x="241042" y="263652"/>
                </a:lnTo>
                <a:lnTo>
                  <a:pt x="241434" y="273558"/>
                </a:lnTo>
                <a:lnTo>
                  <a:pt x="242316" y="284988"/>
                </a:lnTo>
                <a:lnTo>
                  <a:pt x="217932" y="294132"/>
                </a:lnTo>
                <a:close/>
              </a:path>
              <a:path w="344804" h="390525">
                <a:moveTo>
                  <a:pt x="289559" y="390144"/>
                </a:moveTo>
                <a:lnTo>
                  <a:pt x="285845" y="379880"/>
                </a:lnTo>
                <a:lnTo>
                  <a:pt x="274700" y="369760"/>
                </a:lnTo>
                <a:lnTo>
                  <a:pt x="256127" y="359925"/>
                </a:lnTo>
                <a:lnTo>
                  <a:pt x="230124" y="350520"/>
                </a:lnTo>
                <a:lnTo>
                  <a:pt x="230124" y="341376"/>
                </a:lnTo>
                <a:lnTo>
                  <a:pt x="247292" y="344257"/>
                </a:lnTo>
                <a:lnTo>
                  <a:pt x="262318" y="346138"/>
                </a:lnTo>
                <a:lnTo>
                  <a:pt x="275343" y="347162"/>
                </a:lnTo>
                <a:lnTo>
                  <a:pt x="286512" y="347472"/>
                </a:lnTo>
                <a:lnTo>
                  <a:pt x="329476" y="347472"/>
                </a:lnTo>
                <a:lnTo>
                  <a:pt x="328993" y="352853"/>
                </a:lnTo>
                <a:lnTo>
                  <a:pt x="321564" y="368808"/>
                </a:lnTo>
                <a:lnTo>
                  <a:pt x="308419" y="381333"/>
                </a:lnTo>
                <a:lnTo>
                  <a:pt x="289559" y="39014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" name="object 49"/>
          <p:cNvSpPr/>
          <p:nvPr/>
        </p:nvSpPr>
        <p:spPr>
          <a:xfrm>
            <a:off x="6126479" y="3290316"/>
            <a:ext cx="405765" cy="410209"/>
          </a:xfrm>
          <a:custGeom>
            <a:avLst/>
            <a:gdLst/>
            <a:ahLst/>
            <a:cxnLst/>
            <a:rect l="l" t="t" r="r" b="b"/>
            <a:pathLst>
              <a:path w="405765" h="410210">
                <a:moveTo>
                  <a:pt x="99059" y="103632"/>
                </a:moveTo>
                <a:lnTo>
                  <a:pt x="74675" y="103632"/>
                </a:lnTo>
                <a:lnTo>
                  <a:pt x="74437" y="80795"/>
                </a:lnTo>
                <a:lnTo>
                  <a:pt x="73396" y="29170"/>
                </a:lnTo>
                <a:lnTo>
                  <a:pt x="73151" y="0"/>
                </a:lnTo>
                <a:lnTo>
                  <a:pt x="112775" y="19812"/>
                </a:lnTo>
                <a:lnTo>
                  <a:pt x="99059" y="32004"/>
                </a:lnTo>
                <a:lnTo>
                  <a:pt x="99059" y="103632"/>
                </a:lnTo>
                <a:close/>
              </a:path>
              <a:path w="405765" h="410210">
                <a:moveTo>
                  <a:pt x="291083" y="103632"/>
                </a:moveTo>
                <a:lnTo>
                  <a:pt x="280415" y="103632"/>
                </a:lnTo>
                <a:lnTo>
                  <a:pt x="295013" y="74795"/>
                </a:lnTo>
                <a:lnTo>
                  <a:pt x="306895" y="47815"/>
                </a:lnTo>
                <a:lnTo>
                  <a:pt x="316206" y="22836"/>
                </a:lnTo>
                <a:lnTo>
                  <a:pt x="323088" y="0"/>
                </a:lnTo>
                <a:lnTo>
                  <a:pt x="359664" y="24384"/>
                </a:lnTo>
                <a:lnTo>
                  <a:pt x="324612" y="56388"/>
                </a:lnTo>
                <a:lnTo>
                  <a:pt x="307276" y="80581"/>
                </a:lnTo>
                <a:lnTo>
                  <a:pt x="291083" y="103632"/>
                </a:lnTo>
                <a:close/>
              </a:path>
              <a:path w="405765" h="410210">
                <a:moveTo>
                  <a:pt x="231647" y="92964"/>
                </a:moveTo>
                <a:lnTo>
                  <a:pt x="225551" y="92964"/>
                </a:lnTo>
                <a:lnTo>
                  <a:pt x="222503" y="88392"/>
                </a:lnTo>
                <a:lnTo>
                  <a:pt x="217931" y="77724"/>
                </a:lnTo>
                <a:lnTo>
                  <a:pt x="212812" y="64531"/>
                </a:lnTo>
                <a:lnTo>
                  <a:pt x="204406" y="49911"/>
                </a:lnTo>
                <a:lnTo>
                  <a:pt x="192857" y="33575"/>
                </a:lnTo>
                <a:lnTo>
                  <a:pt x="178307" y="15240"/>
                </a:lnTo>
                <a:lnTo>
                  <a:pt x="181355" y="10668"/>
                </a:lnTo>
                <a:lnTo>
                  <a:pt x="223646" y="34480"/>
                </a:lnTo>
                <a:lnTo>
                  <a:pt x="243839" y="57912"/>
                </a:lnTo>
                <a:lnTo>
                  <a:pt x="246887" y="62484"/>
                </a:lnTo>
                <a:lnTo>
                  <a:pt x="246887" y="71628"/>
                </a:lnTo>
                <a:lnTo>
                  <a:pt x="243839" y="77724"/>
                </a:lnTo>
                <a:lnTo>
                  <a:pt x="234695" y="89916"/>
                </a:lnTo>
                <a:lnTo>
                  <a:pt x="231647" y="92964"/>
                </a:lnTo>
                <a:close/>
              </a:path>
              <a:path w="405765" h="410210">
                <a:moveTo>
                  <a:pt x="184403" y="118872"/>
                </a:moveTo>
                <a:lnTo>
                  <a:pt x="167639" y="103632"/>
                </a:lnTo>
                <a:lnTo>
                  <a:pt x="341376" y="103632"/>
                </a:lnTo>
                <a:lnTo>
                  <a:pt x="362712" y="82296"/>
                </a:lnTo>
                <a:lnTo>
                  <a:pt x="394715" y="114300"/>
                </a:lnTo>
                <a:lnTo>
                  <a:pt x="225551" y="114300"/>
                </a:lnTo>
                <a:lnTo>
                  <a:pt x="214407" y="114585"/>
                </a:lnTo>
                <a:lnTo>
                  <a:pt x="203834" y="115443"/>
                </a:lnTo>
                <a:lnTo>
                  <a:pt x="193833" y="116871"/>
                </a:lnTo>
                <a:lnTo>
                  <a:pt x="184403" y="118872"/>
                </a:lnTo>
                <a:close/>
              </a:path>
              <a:path w="405765" h="410210">
                <a:moveTo>
                  <a:pt x="19812" y="118872"/>
                </a:moveTo>
                <a:lnTo>
                  <a:pt x="4571" y="103632"/>
                </a:lnTo>
                <a:lnTo>
                  <a:pt x="120395" y="103632"/>
                </a:lnTo>
                <a:lnTo>
                  <a:pt x="140207" y="85344"/>
                </a:lnTo>
                <a:lnTo>
                  <a:pt x="169163" y="114300"/>
                </a:lnTo>
                <a:lnTo>
                  <a:pt x="62483" y="114300"/>
                </a:lnTo>
                <a:lnTo>
                  <a:pt x="51315" y="114585"/>
                </a:lnTo>
                <a:lnTo>
                  <a:pt x="40576" y="115443"/>
                </a:lnTo>
                <a:lnTo>
                  <a:pt x="30122" y="116871"/>
                </a:lnTo>
                <a:lnTo>
                  <a:pt x="19812" y="118872"/>
                </a:lnTo>
                <a:close/>
              </a:path>
              <a:path w="405765" h="410210">
                <a:moveTo>
                  <a:pt x="4571" y="313944"/>
                </a:moveTo>
                <a:lnTo>
                  <a:pt x="0" y="310896"/>
                </a:lnTo>
                <a:lnTo>
                  <a:pt x="22598" y="269462"/>
                </a:lnTo>
                <a:lnTo>
                  <a:pt x="42481" y="222885"/>
                </a:lnTo>
                <a:lnTo>
                  <a:pt x="59793" y="171164"/>
                </a:lnTo>
                <a:lnTo>
                  <a:pt x="74675" y="114300"/>
                </a:lnTo>
                <a:lnTo>
                  <a:pt x="99059" y="114300"/>
                </a:lnTo>
                <a:lnTo>
                  <a:pt x="99059" y="161544"/>
                </a:lnTo>
                <a:lnTo>
                  <a:pt x="113895" y="169021"/>
                </a:lnTo>
                <a:lnTo>
                  <a:pt x="119875" y="172212"/>
                </a:lnTo>
                <a:lnTo>
                  <a:pt x="99059" y="172212"/>
                </a:lnTo>
                <a:lnTo>
                  <a:pt x="99059" y="199644"/>
                </a:lnTo>
                <a:lnTo>
                  <a:pt x="74675" y="199644"/>
                </a:lnTo>
                <a:lnTo>
                  <a:pt x="59221" y="232505"/>
                </a:lnTo>
                <a:lnTo>
                  <a:pt x="42481" y="262509"/>
                </a:lnTo>
                <a:lnTo>
                  <a:pt x="24312" y="289655"/>
                </a:lnTo>
                <a:lnTo>
                  <a:pt x="4571" y="313944"/>
                </a:lnTo>
                <a:close/>
              </a:path>
              <a:path w="405765" h="410210">
                <a:moveTo>
                  <a:pt x="280415" y="178308"/>
                </a:moveTo>
                <a:lnTo>
                  <a:pt x="256031" y="178308"/>
                </a:lnTo>
                <a:lnTo>
                  <a:pt x="256031" y="114300"/>
                </a:lnTo>
                <a:lnTo>
                  <a:pt x="280415" y="114300"/>
                </a:lnTo>
                <a:lnTo>
                  <a:pt x="280415" y="178308"/>
                </a:lnTo>
                <a:close/>
              </a:path>
              <a:path w="405765" h="410210">
                <a:moveTo>
                  <a:pt x="185927" y="193547"/>
                </a:moveTo>
                <a:lnTo>
                  <a:pt x="169163" y="178308"/>
                </a:lnTo>
                <a:lnTo>
                  <a:pt x="329184" y="178308"/>
                </a:lnTo>
                <a:lnTo>
                  <a:pt x="350520" y="156972"/>
                </a:lnTo>
                <a:lnTo>
                  <a:pt x="382524" y="188976"/>
                </a:lnTo>
                <a:lnTo>
                  <a:pt x="227075" y="188976"/>
                </a:lnTo>
                <a:lnTo>
                  <a:pt x="215931" y="189261"/>
                </a:lnTo>
                <a:lnTo>
                  <a:pt x="205358" y="190119"/>
                </a:lnTo>
                <a:lnTo>
                  <a:pt x="195357" y="191547"/>
                </a:lnTo>
                <a:lnTo>
                  <a:pt x="185927" y="193547"/>
                </a:lnTo>
                <a:close/>
              </a:path>
              <a:path w="405765" h="410210">
                <a:moveTo>
                  <a:pt x="146303" y="236220"/>
                </a:moveTo>
                <a:lnTo>
                  <a:pt x="140207" y="236220"/>
                </a:lnTo>
                <a:lnTo>
                  <a:pt x="135635" y="230123"/>
                </a:lnTo>
                <a:lnTo>
                  <a:pt x="131063" y="219456"/>
                </a:lnTo>
                <a:lnTo>
                  <a:pt x="124777" y="206930"/>
                </a:lnTo>
                <a:lnTo>
                  <a:pt x="117347" y="194691"/>
                </a:lnTo>
                <a:lnTo>
                  <a:pt x="108775" y="183022"/>
                </a:lnTo>
                <a:lnTo>
                  <a:pt x="99059" y="172212"/>
                </a:lnTo>
                <a:lnTo>
                  <a:pt x="119875" y="172212"/>
                </a:lnTo>
                <a:lnTo>
                  <a:pt x="126301" y="175641"/>
                </a:lnTo>
                <a:lnTo>
                  <a:pt x="136136" y="181689"/>
                </a:lnTo>
                <a:lnTo>
                  <a:pt x="143255" y="187452"/>
                </a:lnTo>
                <a:lnTo>
                  <a:pt x="152399" y="193547"/>
                </a:lnTo>
                <a:lnTo>
                  <a:pt x="155447" y="201168"/>
                </a:lnTo>
                <a:lnTo>
                  <a:pt x="155447" y="213359"/>
                </a:lnTo>
                <a:lnTo>
                  <a:pt x="153923" y="217932"/>
                </a:lnTo>
                <a:lnTo>
                  <a:pt x="150875" y="225552"/>
                </a:lnTo>
                <a:lnTo>
                  <a:pt x="149351" y="231647"/>
                </a:lnTo>
                <a:lnTo>
                  <a:pt x="146303" y="236220"/>
                </a:lnTo>
                <a:close/>
              </a:path>
              <a:path w="405765" h="410210">
                <a:moveTo>
                  <a:pt x="280415" y="262128"/>
                </a:moveTo>
                <a:lnTo>
                  <a:pt x="256031" y="262128"/>
                </a:lnTo>
                <a:lnTo>
                  <a:pt x="256031" y="188976"/>
                </a:lnTo>
                <a:lnTo>
                  <a:pt x="280415" y="188976"/>
                </a:lnTo>
                <a:lnTo>
                  <a:pt x="280415" y="262128"/>
                </a:lnTo>
                <a:close/>
              </a:path>
              <a:path w="405765" h="410210">
                <a:moveTo>
                  <a:pt x="73151" y="409956"/>
                </a:moveTo>
                <a:lnTo>
                  <a:pt x="73390" y="358235"/>
                </a:lnTo>
                <a:lnTo>
                  <a:pt x="74437" y="253079"/>
                </a:lnTo>
                <a:lnTo>
                  <a:pt x="74675" y="199644"/>
                </a:lnTo>
                <a:lnTo>
                  <a:pt x="99059" y="199644"/>
                </a:lnTo>
                <a:lnTo>
                  <a:pt x="99083" y="327279"/>
                </a:lnTo>
                <a:lnTo>
                  <a:pt x="99261" y="347281"/>
                </a:lnTo>
                <a:lnTo>
                  <a:pt x="99702" y="370713"/>
                </a:lnTo>
                <a:lnTo>
                  <a:pt x="100583" y="399288"/>
                </a:lnTo>
                <a:lnTo>
                  <a:pt x="73151" y="409956"/>
                </a:lnTo>
                <a:close/>
              </a:path>
              <a:path w="405765" h="410210">
                <a:moveTo>
                  <a:pt x="155447" y="277368"/>
                </a:moveTo>
                <a:lnTo>
                  <a:pt x="140207" y="262128"/>
                </a:lnTo>
                <a:lnTo>
                  <a:pt x="350520" y="262128"/>
                </a:lnTo>
                <a:lnTo>
                  <a:pt x="373380" y="239268"/>
                </a:lnTo>
                <a:lnTo>
                  <a:pt x="405384" y="272796"/>
                </a:lnTo>
                <a:lnTo>
                  <a:pt x="198119" y="272796"/>
                </a:lnTo>
                <a:lnTo>
                  <a:pt x="186951" y="273081"/>
                </a:lnTo>
                <a:lnTo>
                  <a:pt x="176212" y="273939"/>
                </a:lnTo>
                <a:lnTo>
                  <a:pt x="165758" y="275367"/>
                </a:lnTo>
                <a:lnTo>
                  <a:pt x="155447" y="277368"/>
                </a:lnTo>
                <a:close/>
              </a:path>
              <a:path w="405765" h="410210">
                <a:moveTo>
                  <a:pt x="254507" y="408432"/>
                </a:moveTo>
                <a:lnTo>
                  <a:pt x="255389" y="376094"/>
                </a:lnTo>
                <a:lnTo>
                  <a:pt x="255841" y="342900"/>
                </a:lnTo>
                <a:lnTo>
                  <a:pt x="255917" y="327279"/>
                </a:lnTo>
                <a:lnTo>
                  <a:pt x="256031" y="272796"/>
                </a:lnTo>
                <a:lnTo>
                  <a:pt x="280415" y="272796"/>
                </a:lnTo>
                <a:lnTo>
                  <a:pt x="280694" y="313944"/>
                </a:lnTo>
                <a:lnTo>
                  <a:pt x="281368" y="347281"/>
                </a:lnTo>
                <a:lnTo>
                  <a:pt x="282377" y="376094"/>
                </a:lnTo>
                <a:lnTo>
                  <a:pt x="283463" y="397764"/>
                </a:lnTo>
                <a:lnTo>
                  <a:pt x="254507" y="40843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" name="object 50"/>
          <p:cNvSpPr/>
          <p:nvPr/>
        </p:nvSpPr>
        <p:spPr>
          <a:xfrm>
            <a:off x="6609588" y="3291840"/>
            <a:ext cx="355600" cy="401320"/>
          </a:xfrm>
          <a:custGeom>
            <a:avLst/>
            <a:gdLst/>
            <a:ahLst/>
            <a:cxnLst/>
            <a:rect l="l" t="t" r="r" b="b"/>
            <a:pathLst>
              <a:path w="355600" h="401320">
                <a:moveTo>
                  <a:pt x="53340" y="89916"/>
                </a:moveTo>
                <a:lnTo>
                  <a:pt x="42672" y="89916"/>
                </a:lnTo>
                <a:lnTo>
                  <a:pt x="50696" y="61936"/>
                </a:lnTo>
                <a:lnTo>
                  <a:pt x="56578" y="37528"/>
                </a:lnTo>
                <a:lnTo>
                  <a:pt x="60459" y="16835"/>
                </a:lnTo>
                <a:lnTo>
                  <a:pt x="62484" y="0"/>
                </a:lnTo>
                <a:lnTo>
                  <a:pt x="100584" y="19812"/>
                </a:lnTo>
                <a:lnTo>
                  <a:pt x="90844" y="27551"/>
                </a:lnTo>
                <a:lnTo>
                  <a:pt x="79819" y="41719"/>
                </a:lnTo>
                <a:lnTo>
                  <a:pt x="67365" y="62460"/>
                </a:lnTo>
                <a:lnTo>
                  <a:pt x="53340" y="89916"/>
                </a:lnTo>
                <a:close/>
              </a:path>
              <a:path w="355600" h="401320">
                <a:moveTo>
                  <a:pt x="147828" y="190500"/>
                </a:moveTo>
                <a:lnTo>
                  <a:pt x="141732" y="187452"/>
                </a:lnTo>
                <a:lnTo>
                  <a:pt x="158877" y="160615"/>
                </a:lnTo>
                <a:lnTo>
                  <a:pt x="173736" y="135064"/>
                </a:lnTo>
                <a:lnTo>
                  <a:pt x="196596" y="88392"/>
                </a:lnTo>
                <a:lnTo>
                  <a:pt x="211264" y="44958"/>
                </a:lnTo>
                <a:lnTo>
                  <a:pt x="222503" y="1524"/>
                </a:lnTo>
                <a:lnTo>
                  <a:pt x="260603" y="24384"/>
                </a:lnTo>
                <a:lnTo>
                  <a:pt x="252626" y="32146"/>
                </a:lnTo>
                <a:lnTo>
                  <a:pt x="242506" y="46482"/>
                </a:lnTo>
                <a:lnTo>
                  <a:pt x="230385" y="67675"/>
                </a:lnTo>
                <a:lnTo>
                  <a:pt x="216408" y="96012"/>
                </a:lnTo>
                <a:lnTo>
                  <a:pt x="348996" y="96012"/>
                </a:lnTo>
                <a:lnTo>
                  <a:pt x="355092" y="102108"/>
                </a:lnTo>
                <a:lnTo>
                  <a:pt x="351282" y="105156"/>
                </a:lnTo>
                <a:lnTo>
                  <a:pt x="213360" y="105156"/>
                </a:lnTo>
                <a:lnTo>
                  <a:pt x="197334" y="129420"/>
                </a:lnTo>
                <a:lnTo>
                  <a:pt x="181165" y="151828"/>
                </a:lnTo>
                <a:lnTo>
                  <a:pt x="164711" y="172235"/>
                </a:lnTo>
                <a:lnTo>
                  <a:pt x="147828" y="190500"/>
                </a:lnTo>
                <a:close/>
              </a:path>
              <a:path w="355600" h="401320">
                <a:moveTo>
                  <a:pt x="144780" y="89916"/>
                </a:moveTo>
                <a:lnTo>
                  <a:pt x="111252" y="89916"/>
                </a:lnTo>
                <a:lnTo>
                  <a:pt x="128016" y="73152"/>
                </a:lnTo>
                <a:lnTo>
                  <a:pt x="144780" y="89916"/>
                </a:lnTo>
                <a:close/>
              </a:path>
              <a:path w="355600" h="401320">
                <a:moveTo>
                  <a:pt x="0" y="397764"/>
                </a:moveTo>
                <a:lnTo>
                  <a:pt x="176" y="367474"/>
                </a:lnTo>
                <a:lnTo>
                  <a:pt x="302" y="351853"/>
                </a:lnTo>
                <a:lnTo>
                  <a:pt x="1285" y="275605"/>
                </a:lnTo>
                <a:lnTo>
                  <a:pt x="1357" y="263271"/>
                </a:lnTo>
                <a:lnTo>
                  <a:pt x="1481" y="227576"/>
                </a:lnTo>
                <a:lnTo>
                  <a:pt x="1285" y="194691"/>
                </a:lnTo>
                <a:lnTo>
                  <a:pt x="238" y="114681"/>
                </a:lnTo>
                <a:lnTo>
                  <a:pt x="0" y="74676"/>
                </a:lnTo>
                <a:lnTo>
                  <a:pt x="25908" y="89916"/>
                </a:lnTo>
                <a:lnTo>
                  <a:pt x="144780" y="89916"/>
                </a:lnTo>
                <a:lnTo>
                  <a:pt x="153924" y="99060"/>
                </a:lnTo>
                <a:lnTo>
                  <a:pt x="151828" y="100584"/>
                </a:lnTo>
                <a:lnTo>
                  <a:pt x="24384" y="100584"/>
                </a:lnTo>
                <a:lnTo>
                  <a:pt x="24384" y="211836"/>
                </a:lnTo>
                <a:lnTo>
                  <a:pt x="137205" y="211836"/>
                </a:lnTo>
                <a:lnTo>
                  <a:pt x="137219" y="222504"/>
                </a:lnTo>
                <a:lnTo>
                  <a:pt x="24384" y="222504"/>
                </a:lnTo>
                <a:lnTo>
                  <a:pt x="24384" y="344424"/>
                </a:lnTo>
                <a:lnTo>
                  <a:pt x="137922" y="344424"/>
                </a:lnTo>
                <a:lnTo>
                  <a:pt x="138123" y="353568"/>
                </a:lnTo>
                <a:lnTo>
                  <a:pt x="24384" y="353568"/>
                </a:lnTo>
                <a:lnTo>
                  <a:pt x="24384" y="384048"/>
                </a:lnTo>
                <a:lnTo>
                  <a:pt x="0" y="397764"/>
                </a:lnTo>
                <a:close/>
              </a:path>
              <a:path w="355600" h="401320">
                <a:moveTo>
                  <a:pt x="348996" y="96012"/>
                </a:moveTo>
                <a:lnTo>
                  <a:pt x="310896" y="96012"/>
                </a:lnTo>
                <a:lnTo>
                  <a:pt x="329184" y="76200"/>
                </a:lnTo>
                <a:lnTo>
                  <a:pt x="348996" y="96012"/>
                </a:lnTo>
                <a:close/>
              </a:path>
              <a:path w="355600" h="401320">
                <a:moveTo>
                  <a:pt x="137205" y="211836"/>
                </a:moveTo>
                <a:lnTo>
                  <a:pt x="114300" y="211836"/>
                </a:lnTo>
                <a:lnTo>
                  <a:pt x="114300" y="100584"/>
                </a:lnTo>
                <a:lnTo>
                  <a:pt x="151828" y="100584"/>
                </a:lnTo>
                <a:lnTo>
                  <a:pt x="137160" y="111252"/>
                </a:lnTo>
                <a:lnTo>
                  <a:pt x="137205" y="211836"/>
                </a:lnTo>
                <a:close/>
              </a:path>
              <a:path w="355600" h="401320">
                <a:moveTo>
                  <a:pt x="325975" y="359664"/>
                </a:moveTo>
                <a:lnTo>
                  <a:pt x="283464" y="359664"/>
                </a:lnTo>
                <a:lnTo>
                  <a:pt x="291750" y="357687"/>
                </a:lnTo>
                <a:lnTo>
                  <a:pt x="298323" y="351853"/>
                </a:lnTo>
                <a:lnTo>
                  <a:pt x="308586" y="304895"/>
                </a:lnTo>
                <a:lnTo>
                  <a:pt x="310705" y="259461"/>
                </a:lnTo>
                <a:lnTo>
                  <a:pt x="312539" y="192881"/>
                </a:lnTo>
                <a:lnTo>
                  <a:pt x="313944" y="105156"/>
                </a:lnTo>
                <a:lnTo>
                  <a:pt x="351282" y="105156"/>
                </a:lnTo>
                <a:lnTo>
                  <a:pt x="339852" y="114300"/>
                </a:lnTo>
                <a:lnTo>
                  <a:pt x="338789" y="186213"/>
                </a:lnTo>
                <a:lnTo>
                  <a:pt x="337291" y="248631"/>
                </a:lnTo>
                <a:lnTo>
                  <a:pt x="335462" y="294583"/>
                </a:lnTo>
                <a:lnTo>
                  <a:pt x="333268" y="326489"/>
                </a:lnTo>
                <a:lnTo>
                  <a:pt x="330708" y="344424"/>
                </a:lnTo>
                <a:lnTo>
                  <a:pt x="327017" y="357020"/>
                </a:lnTo>
                <a:lnTo>
                  <a:pt x="325975" y="359664"/>
                </a:lnTo>
                <a:close/>
              </a:path>
              <a:path w="355600" h="401320">
                <a:moveTo>
                  <a:pt x="231648" y="269748"/>
                </a:moveTo>
                <a:lnTo>
                  <a:pt x="228600" y="269748"/>
                </a:lnTo>
                <a:lnTo>
                  <a:pt x="225432" y="268081"/>
                </a:lnTo>
                <a:lnTo>
                  <a:pt x="222694" y="263271"/>
                </a:lnTo>
                <a:lnTo>
                  <a:pt x="220241" y="255603"/>
                </a:lnTo>
                <a:lnTo>
                  <a:pt x="217932" y="245364"/>
                </a:lnTo>
                <a:lnTo>
                  <a:pt x="213598" y="227576"/>
                </a:lnTo>
                <a:lnTo>
                  <a:pt x="207264" y="210502"/>
                </a:lnTo>
                <a:lnTo>
                  <a:pt x="198643" y="193714"/>
                </a:lnTo>
                <a:lnTo>
                  <a:pt x="187452" y="176784"/>
                </a:lnTo>
                <a:lnTo>
                  <a:pt x="190500" y="172212"/>
                </a:lnTo>
                <a:lnTo>
                  <a:pt x="223456" y="198501"/>
                </a:lnTo>
                <a:lnTo>
                  <a:pt x="246888" y="234696"/>
                </a:lnTo>
                <a:lnTo>
                  <a:pt x="246888" y="246888"/>
                </a:lnTo>
                <a:lnTo>
                  <a:pt x="243840" y="254508"/>
                </a:lnTo>
                <a:lnTo>
                  <a:pt x="234696" y="266700"/>
                </a:lnTo>
                <a:lnTo>
                  <a:pt x="231648" y="269748"/>
                </a:lnTo>
                <a:close/>
              </a:path>
              <a:path w="355600" h="401320">
                <a:moveTo>
                  <a:pt x="137922" y="344424"/>
                </a:moveTo>
                <a:lnTo>
                  <a:pt x="114300" y="344424"/>
                </a:lnTo>
                <a:lnTo>
                  <a:pt x="114300" y="222504"/>
                </a:lnTo>
                <a:lnTo>
                  <a:pt x="137219" y="222504"/>
                </a:lnTo>
                <a:lnTo>
                  <a:pt x="137337" y="269748"/>
                </a:lnTo>
                <a:lnTo>
                  <a:pt x="137494" y="304895"/>
                </a:lnTo>
                <a:lnTo>
                  <a:pt x="137922" y="344424"/>
                </a:lnTo>
                <a:close/>
              </a:path>
              <a:path w="355600" h="401320">
                <a:moveTo>
                  <a:pt x="277367" y="400812"/>
                </a:moveTo>
                <a:lnTo>
                  <a:pt x="270462" y="387953"/>
                </a:lnTo>
                <a:lnTo>
                  <a:pt x="258699" y="376809"/>
                </a:lnTo>
                <a:lnTo>
                  <a:pt x="241792" y="367379"/>
                </a:lnTo>
                <a:lnTo>
                  <a:pt x="219456" y="359664"/>
                </a:lnTo>
                <a:lnTo>
                  <a:pt x="219456" y="350520"/>
                </a:lnTo>
                <a:lnTo>
                  <a:pt x="239744" y="354520"/>
                </a:lnTo>
                <a:lnTo>
                  <a:pt x="257175" y="357378"/>
                </a:lnTo>
                <a:lnTo>
                  <a:pt x="271748" y="359092"/>
                </a:lnTo>
                <a:lnTo>
                  <a:pt x="283464" y="359664"/>
                </a:lnTo>
                <a:lnTo>
                  <a:pt x="325975" y="359664"/>
                </a:lnTo>
                <a:lnTo>
                  <a:pt x="322897" y="367474"/>
                </a:lnTo>
                <a:lnTo>
                  <a:pt x="289083" y="396240"/>
                </a:lnTo>
                <a:lnTo>
                  <a:pt x="277367" y="400812"/>
                </a:lnTo>
                <a:close/>
              </a:path>
              <a:path w="355600" h="401320">
                <a:moveTo>
                  <a:pt x="114300" y="390144"/>
                </a:moveTo>
                <a:lnTo>
                  <a:pt x="114300" y="353568"/>
                </a:lnTo>
                <a:lnTo>
                  <a:pt x="138123" y="353568"/>
                </a:lnTo>
                <a:lnTo>
                  <a:pt x="138684" y="376428"/>
                </a:lnTo>
                <a:lnTo>
                  <a:pt x="114300" y="39014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" name="object 51"/>
          <p:cNvSpPr/>
          <p:nvPr/>
        </p:nvSpPr>
        <p:spPr>
          <a:xfrm>
            <a:off x="7025640" y="3293364"/>
            <a:ext cx="394970" cy="403860"/>
          </a:xfrm>
          <a:custGeom>
            <a:avLst/>
            <a:gdLst/>
            <a:ahLst/>
            <a:cxnLst/>
            <a:rect l="l" t="t" r="r" b="b"/>
            <a:pathLst>
              <a:path w="394970" h="403860">
                <a:moveTo>
                  <a:pt x="257556" y="114300"/>
                </a:moveTo>
                <a:lnTo>
                  <a:pt x="246887" y="114300"/>
                </a:lnTo>
                <a:lnTo>
                  <a:pt x="262670" y="83058"/>
                </a:lnTo>
                <a:lnTo>
                  <a:pt x="275653" y="53721"/>
                </a:lnTo>
                <a:lnTo>
                  <a:pt x="286107" y="26003"/>
                </a:lnTo>
                <a:lnTo>
                  <a:pt x="294132" y="0"/>
                </a:lnTo>
                <a:lnTo>
                  <a:pt x="333756" y="25908"/>
                </a:lnTo>
                <a:lnTo>
                  <a:pt x="316992" y="33528"/>
                </a:lnTo>
                <a:lnTo>
                  <a:pt x="302133" y="53220"/>
                </a:lnTo>
                <a:lnTo>
                  <a:pt x="287274" y="73342"/>
                </a:lnTo>
                <a:lnTo>
                  <a:pt x="280130" y="83153"/>
                </a:lnTo>
                <a:lnTo>
                  <a:pt x="257556" y="114300"/>
                </a:lnTo>
                <a:close/>
              </a:path>
              <a:path w="394970" h="403860">
                <a:moveTo>
                  <a:pt x="198120" y="96012"/>
                </a:moveTo>
                <a:lnTo>
                  <a:pt x="188976" y="96012"/>
                </a:lnTo>
                <a:lnTo>
                  <a:pt x="185928" y="88392"/>
                </a:lnTo>
                <a:lnTo>
                  <a:pt x="179474" y="59269"/>
                </a:lnTo>
                <a:lnTo>
                  <a:pt x="173926" y="42862"/>
                </a:lnTo>
                <a:lnTo>
                  <a:pt x="166377" y="25598"/>
                </a:lnTo>
                <a:lnTo>
                  <a:pt x="156972" y="7620"/>
                </a:lnTo>
                <a:lnTo>
                  <a:pt x="161544" y="3048"/>
                </a:lnTo>
                <a:lnTo>
                  <a:pt x="183808" y="21074"/>
                </a:lnTo>
                <a:lnTo>
                  <a:pt x="200215" y="36385"/>
                </a:lnTo>
                <a:lnTo>
                  <a:pt x="210621" y="49125"/>
                </a:lnTo>
                <a:lnTo>
                  <a:pt x="214884" y="59436"/>
                </a:lnTo>
                <a:lnTo>
                  <a:pt x="214550" y="68008"/>
                </a:lnTo>
                <a:lnTo>
                  <a:pt x="213360" y="75438"/>
                </a:lnTo>
                <a:lnTo>
                  <a:pt x="211026" y="81724"/>
                </a:lnTo>
                <a:lnTo>
                  <a:pt x="207264" y="86868"/>
                </a:lnTo>
                <a:lnTo>
                  <a:pt x="198120" y="96012"/>
                </a:lnTo>
                <a:close/>
              </a:path>
              <a:path w="394970" h="403860">
                <a:moveTo>
                  <a:pt x="114300" y="103632"/>
                </a:moveTo>
                <a:lnTo>
                  <a:pt x="106680" y="103632"/>
                </a:lnTo>
                <a:lnTo>
                  <a:pt x="103632" y="97536"/>
                </a:lnTo>
                <a:lnTo>
                  <a:pt x="99060" y="85344"/>
                </a:lnTo>
                <a:lnTo>
                  <a:pt x="94464" y="70532"/>
                </a:lnTo>
                <a:lnTo>
                  <a:pt x="87439" y="53721"/>
                </a:lnTo>
                <a:lnTo>
                  <a:pt x="77843" y="35194"/>
                </a:lnTo>
                <a:lnTo>
                  <a:pt x="65532" y="15240"/>
                </a:lnTo>
                <a:lnTo>
                  <a:pt x="70104" y="12192"/>
                </a:lnTo>
                <a:lnTo>
                  <a:pt x="112395" y="44196"/>
                </a:lnTo>
                <a:lnTo>
                  <a:pt x="130087" y="75628"/>
                </a:lnTo>
                <a:lnTo>
                  <a:pt x="129349" y="83058"/>
                </a:lnTo>
                <a:lnTo>
                  <a:pt x="127182" y="89344"/>
                </a:lnTo>
                <a:lnTo>
                  <a:pt x="123444" y="94488"/>
                </a:lnTo>
                <a:lnTo>
                  <a:pt x="118872" y="100584"/>
                </a:lnTo>
                <a:lnTo>
                  <a:pt x="114300" y="103632"/>
                </a:lnTo>
                <a:close/>
              </a:path>
              <a:path w="394970" h="403860">
                <a:moveTo>
                  <a:pt x="27432" y="184404"/>
                </a:moveTo>
                <a:lnTo>
                  <a:pt x="21336" y="184404"/>
                </a:lnTo>
                <a:lnTo>
                  <a:pt x="12192" y="179832"/>
                </a:lnTo>
                <a:lnTo>
                  <a:pt x="10668" y="178308"/>
                </a:lnTo>
                <a:lnTo>
                  <a:pt x="10668" y="172211"/>
                </a:lnTo>
                <a:lnTo>
                  <a:pt x="13716" y="166116"/>
                </a:lnTo>
                <a:lnTo>
                  <a:pt x="19812" y="158496"/>
                </a:lnTo>
                <a:lnTo>
                  <a:pt x="26360" y="146780"/>
                </a:lnTo>
                <a:lnTo>
                  <a:pt x="32194" y="132207"/>
                </a:lnTo>
                <a:lnTo>
                  <a:pt x="37171" y="114776"/>
                </a:lnTo>
                <a:lnTo>
                  <a:pt x="41148" y="94488"/>
                </a:lnTo>
                <a:lnTo>
                  <a:pt x="48768" y="94488"/>
                </a:lnTo>
                <a:lnTo>
                  <a:pt x="50292" y="114300"/>
                </a:lnTo>
                <a:lnTo>
                  <a:pt x="382246" y="114300"/>
                </a:lnTo>
                <a:lnTo>
                  <a:pt x="391945" y="124968"/>
                </a:lnTo>
                <a:lnTo>
                  <a:pt x="50292" y="124968"/>
                </a:lnTo>
                <a:lnTo>
                  <a:pt x="52054" y="135850"/>
                </a:lnTo>
                <a:lnTo>
                  <a:pt x="52959" y="145732"/>
                </a:lnTo>
                <a:lnTo>
                  <a:pt x="53292" y="154757"/>
                </a:lnTo>
                <a:lnTo>
                  <a:pt x="53340" y="163068"/>
                </a:lnTo>
                <a:lnTo>
                  <a:pt x="51816" y="172211"/>
                </a:lnTo>
                <a:lnTo>
                  <a:pt x="47244" y="178308"/>
                </a:lnTo>
                <a:lnTo>
                  <a:pt x="39624" y="181356"/>
                </a:lnTo>
                <a:lnTo>
                  <a:pt x="32004" y="182880"/>
                </a:lnTo>
                <a:lnTo>
                  <a:pt x="27432" y="184404"/>
                </a:lnTo>
                <a:close/>
              </a:path>
              <a:path w="394970" h="403860">
                <a:moveTo>
                  <a:pt x="382246" y="114300"/>
                </a:moveTo>
                <a:lnTo>
                  <a:pt x="345948" y="114300"/>
                </a:lnTo>
                <a:lnTo>
                  <a:pt x="364236" y="94488"/>
                </a:lnTo>
                <a:lnTo>
                  <a:pt x="382246" y="114300"/>
                </a:lnTo>
                <a:close/>
              </a:path>
              <a:path w="394970" h="403860">
                <a:moveTo>
                  <a:pt x="326136" y="176784"/>
                </a:moveTo>
                <a:lnTo>
                  <a:pt x="320040" y="173735"/>
                </a:lnTo>
                <a:lnTo>
                  <a:pt x="347472" y="124968"/>
                </a:lnTo>
                <a:lnTo>
                  <a:pt x="391945" y="124968"/>
                </a:lnTo>
                <a:lnTo>
                  <a:pt x="394716" y="128016"/>
                </a:lnTo>
                <a:lnTo>
                  <a:pt x="379285" y="132635"/>
                </a:lnTo>
                <a:lnTo>
                  <a:pt x="362712" y="142113"/>
                </a:lnTo>
                <a:lnTo>
                  <a:pt x="344995" y="156733"/>
                </a:lnTo>
                <a:lnTo>
                  <a:pt x="326136" y="176784"/>
                </a:lnTo>
                <a:close/>
              </a:path>
              <a:path w="394970" h="403860">
                <a:moveTo>
                  <a:pt x="82296" y="190499"/>
                </a:moveTo>
                <a:lnTo>
                  <a:pt x="67056" y="175260"/>
                </a:lnTo>
                <a:lnTo>
                  <a:pt x="266699" y="175260"/>
                </a:lnTo>
                <a:lnTo>
                  <a:pt x="284987" y="158496"/>
                </a:lnTo>
                <a:lnTo>
                  <a:pt x="308841" y="185928"/>
                </a:lnTo>
                <a:lnTo>
                  <a:pt x="123444" y="185928"/>
                </a:lnTo>
                <a:lnTo>
                  <a:pt x="112299" y="186213"/>
                </a:lnTo>
                <a:lnTo>
                  <a:pt x="101727" y="187071"/>
                </a:lnTo>
                <a:lnTo>
                  <a:pt x="91725" y="188499"/>
                </a:lnTo>
                <a:lnTo>
                  <a:pt x="82296" y="190499"/>
                </a:lnTo>
                <a:close/>
              </a:path>
              <a:path w="394970" h="403860">
                <a:moveTo>
                  <a:pt x="219747" y="236220"/>
                </a:moveTo>
                <a:lnTo>
                  <a:pt x="207264" y="236220"/>
                </a:lnTo>
                <a:lnTo>
                  <a:pt x="268223" y="185928"/>
                </a:lnTo>
                <a:lnTo>
                  <a:pt x="308841" y="185928"/>
                </a:lnTo>
                <a:lnTo>
                  <a:pt x="315219" y="193262"/>
                </a:lnTo>
                <a:lnTo>
                  <a:pt x="308014" y="193262"/>
                </a:lnTo>
                <a:lnTo>
                  <a:pt x="299275" y="194691"/>
                </a:lnTo>
                <a:lnTo>
                  <a:pt x="289107" y="197834"/>
                </a:lnTo>
                <a:lnTo>
                  <a:pt x="277368" y="202692"/>
                </a:lnTo>
                <a:lnTo>
                  <a:pt x="264771" y="210145"/>
                </a:lnTo>
                <a:lnTo>
                  <a:pt x="219747" y="236220"/>
                </a:lnTo>
                <a:close/>
              </a:path>
              <a:path w="394970" h="403860">
                <a:moveTo>
                  <a:pt x="315468" y="193548"/>
                </a:moveTo>
                <a:lnTo>
                  <a:pt x="308014" y="193262"/>
                </a:lnTo>
                <a:lnTo>
                  <a:pt x="315219" y="193262"/>
                </a:lnTo>
                <a:lnTo>
                  <a:pt x="315468" y="193548"/>
                </a:lnTo>
                <a:close/>
              </a:path>
              <a:path w="394970" h="403860">
                <a:moveTo>
                  <a:pt x="214884" y="265175"/>
                </a:moveTo>
                <a:lnTo>
                  <a:pt x="190500" y="265175"/>
                </a:lnTo>
                <a:lnTo>
                  <a:pt x="190261" y="257484"/>
                </a:lnTo>
                <a:lnTo>
                  <a:pt x="189738" y="248221"/>
                </a:lnTo>
                <a:lnTo>
                  <a:pt x="189224" y="237744"/>
                </a:lnTo>
                <a:lnTo>
                  <a:pt x="188976" y="225552"/>
                </a:lnTo>
                <a:lnTo>
                  <a:pt x="207264" y="236220"/>
                </a:lnTo>
                <a:lnTo>
                  <a:pt x="219747" y="236220"/>
                </a:lnTo>
                <a:lnTo>
                  <a:pt x="211836" y="240792"/>
                </a:lnTo>
                <a:lnTo>
                  <a:pt x="227076" y="249935"/>
                </a:lnTo>
                <a:lnTo>
                  <a:pt x="214998" y="257484"/>
                </a:lnTo>
                <a:lnTo>
                  <a:pt x="214884" y="265175"/>
                </a:lnTo>
                <a:close/>
              </a:path>
              <a:path w="394970" h="403860">
                <a:moveTo>
                  <a:pt x="16764" y="281940"/>
                </a:moveTo>
                <a:lnTo>
                  <a:pt x="0" y="265175"/>
                </a:lnTo>
                <a:lnTo>
                  <a:pt x="327660" y="265175"/>
                </a:lnTo>
                <a:lnTo>
                  <a:pt x="355092" y="237744"/>
                </a:lnTo>
                <a:lnTo>
                  <a:pt x="393191" y="275844"/>
                </a:lnTo>
                <a:lnTo>
                  <a:pt x="57912" y="275844"/>
                </a:lnTo>
                <a:lnTo>
                  <a:pt x="46767" y="276153"/>
                </a:lnTo>
                <a:lnTo>
                  <a:pt x="36195" y="277177"/>
                </a:lnTo>
                <a:lnTo>
                  <a:pt x="26193" y="279058"/>
                </a:lnTo>
                <a:lnTo>
                  <a:pt x="16764" y="281940"/>
                </a:lnTo>
                <a:close/>
              </a:path>
              <a:path w="394970" h="403860">
                <a:moveTo>
                  <a:pt x="214579" y="362712"/>
                </a:moveTo>
                <a:lnTo>
                  <a:pt x="176784" y="362712"/>
                </a:lnTo>
                <a:lnTo>
                  <a:pt x="185928" y="361188"/>
                </a:lnTo>
                <a:lnTo>
                  <a:pt x="190500" y="355092"/>
                </a:lnTo>
                <a:lnTo>
                  <a:pt x="190500" y="275844"/>
                </a:lnTo>
                <a:lnTo>
                  <a:pt x="214884" y="275844"/>
                </a:lnTo>
                <a:lnTo>
                  <a:pt x="214845" y="361378"/>
                </a:lnTo>
                <a:lnTo>
                  <a:pt x="214579" y="362712"/>
                </a:lnTo>
                <a:close/>
              </a:path>
              <a:path w="394970" h="403860">
                <a:moveTo>
                  <a:pt x="173736" y="403860"/>
                </a:moveTo>
                <a:lnTo>
                  <a:pt x="171164" y="393811"/>
                </a:lnTo>
                <a:lnTo>
                  <a:pt x="161163" y="384048"/>
                </a:lnTo>
                <a:lnTo>
                  <a:pt x="143732" y="374284"/>
                </a:lnTo>
                <a:lnTo>
                  <a:pt x="118872" y="364236"/>
                </a:lnTo>
                <a:lnTo>
                  <a:pt x="118872" y="356616"/>
                </a:lnTo>
                <a:lnTo>
                  <a:pt x="138636" y="359497"/>
                </a:lnTo>
                <a:lnTo>
                  <a:pt x="154686" y="361378"/>
                </a:lnTo>
                <a:lnTo>
                  <a:pt x="167306" y="362402"/>
                </a:lnTo>
                <a:lnTo>
                  <a:pt x="176784" y="362712"/>
                </a:lnTo>
                <a:lnTo>
                  <a:pt x="214579" y="362712"/>
                </a:lnTo>
                <a:lnTo>
                  <a:pt x="212312" y="374070"/>
                </a:lnTo>
                <a:lnTo>
                  <a:pt x="204597" y="385381"/>
                </a:lnTo>
                <a:lnTo>
                  <a:pt x="191738" y="395263"/>
                </a:lnTo>
                <a:lnTo>
                  <a:pt x="173736" y="40386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" name="object 52"/>
          <p:cNvSpPr/>
          <p:nvPr/>
        </p:nvSpPr>
        <p:spPr>
          <a:xfrm>
            <a:off x="7466076" y="3290316"/>
            <a:ext cx="402590" cy="386080"/>
          </a:xfrm>
          <a:custGeom>
            <a:avLst/>
            <a:gdLst/>
            <a:ahLst/>
            <a:cxnLst/>
            <a:rect l="l" t="t" r="r" b="b"/>
            <a:pathLst>
              <a:path w="402590" h="386079">
                <a:moveTo>
                  <a:pt x="15240" y="385571"/>
                </a:moveTo>
                <a:lnTo>
                  <a:pt x="0" y="370331"/>
                </a:lnTo>
                <a:lnTo>
                  <a:pt x="188976" y="370331"/>
                </a:lnTo>
                <a:lnTo>
                  <a:pt x="188976" y="243839"/>
                </a:lnTo>
                <a:lnTo>
                  <a:pt x="123444" y="243839"/>
                </a:lnTo>
                <a:lnTo>
                  <a:pt x="112275" y="244363"/>
                </a:lnTo>
                <a:lnTo>
                  <a:pt x="101536" y="245744"/>
                </a:lnTo>
                <a:lnTo>
                  <a:pt x="91082" y="247697"/>
                </a:lnTo>
                <a:lnTo>
                  <a:pt x="80772" y="249936"/>
                </a:lnTo>
                <a:lnTo>
                  <a:pt x="65532" y="234695"/>
                </a:lnTo>
                <a:lnTo>
                  <a:pt x="188976" y="234695"/>
                </a:lnTo>
                <a:lnTo>
                  <a:pt x="188976" y="126491"/>
                </a:lnTo>
                <a:lnTo>
                  <a:pt x="83820" y="126491"/>
                </a:lnTo>
                <a:lnTo>
                  <a:pt x="64055" y="161353"/>
                </a:lnTo>
                <a:lnTo>
                  <a:pt x="45720" y="190500"/>
                </a:lnTo>
                <a:lnTo>
                  <a:pt x="28527" y="213931"/>
                </a:lnTo>
                <a:lnTo>
                  <a:pt x="12192" y="231648"/>
                </a:lnTo>
                <a:lnTo>
                  <a:pt x="6096" y="228599"/>
                </a:lnTo>
                <a:lnTo>
                  <a:pt x="20407" y="205406"/>
                </a:lnTo>
                <a:lnTo>
                  <a:pt x="33718" y="181355"/>
                </a:lnTo>
                <a:lnTo>
                  <a:pt x="57912" y="129539"/>
                </a:lnTo>
                <a:lnTo>
                  <a:pt x="75438" y="78104"/>
                </a:lnTo>
                <a:lnTo>
                  <a:pt x="88392" y="28955"/>
                </a:lnTo>
                <a:lnTo>
                  <a:pt x="128016" y="51815"/>
                </a:lnTo>
                <a:lnTo>
                  <a:pt x="119443" y="59245"/>
                </a:lnTo>
                <a:lnTo>
                  <a:pt x="109728" y="72389"/>
                </a:lnTo>
                <a:lnTo>
                  <a:pt x="98869" y="91249"/>
                </a:lnTo>
                <a:lnTo>
                  <a:pt x="86868" y="115823"/>
                </a:lnTo>
                <a:lnTo>
                  <a:pt x="188976" y="115823"/>
                </a:lnTo>
                <a:lnTo>
                  <a:pt x="188785" y="47053"/>
                </a:lnTo>
                <a:lnTo>
                  <a:pt x="188333" y="20883"/>
                </a:lnTo>
                <a:lnTo>
                  <a:pt x="187452" y="0"/>
                </a:lnTo>
                <a:lnTo>
                  <a:pt x="228600" y="16763"/>
                </a:lnTo>
                <a:lnTo>
                  <a:pt x="214884" y="28955"/>
                </a:lnTo>
                <a:lnTo>
                  <a:pt x="214884" y="115823"/>
                </a:lnTo>
                <a:lnTo>
                  <a:pt x="313944" y="115823"/>
                </a:lnTo>
                <a:lnTo>
                  <a:pt x="339852" y="89915"/>
                </a:lnTo>
                <a:lnTo>
                  <a:pt x="373380" y="126491"/>
                </a:lnTo>
                <a:lnTo>
                  <a:pt x="214884" y="126491"/>
                </a:lnTo>
                <a:lnTo>
                  <a:pt x="214884" y="234695"/>
                </a:lnTo>
                <a:lnTo>
                  <a:pt x="294132" y="234695"/>
                </a:lnTo>
                <a:lnTo>
                  <a:pt x="321564" y="208787"/>
                </a:lnTo>
                <a:lnTo>
                  <a:pt x="352044" y="243839"/>
                </a:lnTo>
                <a:lnTo>
                  <a:pt x="214884" y="243839"/>
                </a:lnTo>
                <a:lnTo>
                  <a:pt x="214884" y="370331"/>
                </a:lnTo>
                <a:lnTo>
                  <a:pt x="339852" y="370331"/>
                </a:lnTo>
                <a:lnTo>
                  <a:pt x="368808" y="341375"/>
                </a:lnTo>
                <a:lnTo>
                  <a:pt x="402335" y="379475"/>
                </a:lnTo>
                <a:lnTo>
                  <a:pt x="57912" y="379475"/>
                </a:lnTo>
                <a:lnTo>
                  <a:pt x="46743" y="379999"/>
                </a:lnTo>
                <a:lnTo>
                  <a:pt x="36004" y="381380"/>
                </a:lnTo>
                <a:lnTo>
                  <a:pt x="25550" y="383333"/>
                </a:lnTo>
                <a:lnTo>
                  <a:pt x="15240" y="38557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" name="object 53"/>
          <p:cNvSpPr/>
          <p:nvPr/>
        </p:nvSpPr>
        <p:spPr>
          <a:xfrm>
            <a:off x="7915655" y="3293364"/>
            <a:ext cx="393700" cy="382905"/>
          </a:xfrm>
          <a:custGeom>
            <a:avLst/>
            <a:gdLst/>
            <a:ahLst/>
            <a:cxnLst/>
            <a:rect l="l" t="t" r="r" b="b"/>
            <a:pathLst>
              <a:path w="393700" h="382904">
                <a:moveTo>
                  <a:pt x="352044" y="382523"/>
                </a:moveTo>
                <a:lnTo>
                  <a:pt x="111251" y="382523"/>
                </a:lnTo>
                <a:lnTo>
                  <a:pt x="95011" y="380261"/>
                </a:lnTo>
                <a:lnTo>
                  <a:pt x="83057" y="373570"/>
                </a:lnTo>
                <a:lnTo>
                  <a:pt x="75676" y="362592"/>
                </a:lnTo>
                <a:lnTo>
                  <a:pt x="73151" y="347471"/>
                </a:lnTo>
                <a:lnTo>
                  <a:pt x="73151" y="182879"/>
                </a:lnTo>
                <a:lnTo>
                  <a:pt x="32003" y="196595"/>
                </a:lnTo>
                <a:lnTo>
                  <a:pt x="19811" y="205740"/>
                </a:lnTo>
                <a:lnTo>
                  <a:pt x="0" y="195071"/>
                </a:lnTo>
                <a:lnTo>
                  <a:pt x="73151" y="170687"/>
                </a:lnTo>
                <a:lnTo>
                  <a:pt x="72961" y="103250"/>
                </a:lnTo>
                <a:lnTo>
                  <a:pt x="72509" y="75533"/>
                </a:lnTo>
                <a:lnTo>
                  <a:pt x="71627" y="51815"/>
                </a:lnTo>
                <a:lnTo>
                  <a:pt x="111251" y="71627"/>
                </a:lnTo>
                <a:lnTo>
                  <a:pt x="97535" y="82295"/>
                </a:lnTo>
                <a:lnTo>
                  <a:pt x="97535" y="163067"/>
                </a:lnTo>
                <a:lnTo>
                  <a:pt x="184403" y="134111"/>
                </a:lnTo>
                <a:lnTo>
                  <a:pt x="184213" y="49911"/>
                </a:lnTo>
                <a:lnTo>
                  <a:pt x="183761" y="20526"/>
                </a:lnTo>
                <a:lnTo>
                  <a:pt x="182879" y="0"/>
                </a:lnTo>
                <a:lnTo>
                  <a:pt x="222503" y="16763"/>
                </a:lnTo>
                <a:lnTo>
                  <a:pt x="208787" y="28955"/>
                </a:lnTo>
                <a:lnTo>
                  <a:pt x="208787" y="126491"/>
                </a:lnTo>
                <a:lnTo>
                  <a:pt x="310895" y="88391"/>
                </a:lnTo>
                <a:lnTo>
                  <a:pt x="321563" y="65531"/>
                </a:lnTo>
                <a:lnTo>
                  <a:pt x="353568" y="85343"/>
                </a:lnTo>
                <a:lnTo>
                  <a:pt x="339851" y="99059"/>
                </a:lnTo>
                <a:lnTo>
                  <a:pt x="337518" y="142494"/>
                </a:lnTo>
                <a:lnTo>
                  <a:pt x="334899" y="179069"/>
                </a:lnTo>
                <a:lnTo>
                  <a:pt x="327659" y="231647"/>
                </a:lnTo>
                <a:lnTo>
                  <a:pt x="296799" y="273867"/>
                </a:lnTo>
                <a:lnTo>
                  <a:pt x="277368" y="280416"/>
                </a:lnTo>
                <a:lnTo>
                  <a:pt x="274486" y="269795"/>
                </a:lnTo>
                <a:lnTo>
                  <a:pt x="265747" y="260603"/>
                </a:lnTo>
                <a:lnTo>
                  <a:pt x="251007" y="252555"/>
                </a:lnTo>
                <a:lnTo>
                  <a:pt x="230123" y="245363"/>
                </a:lnTo>
                <a:lnTo>
                  <a:pt x="230123" y="237744"/>
                </a:lnTo>
                <a:lnTo>
                  <a:pt x="269771" y="240744"/>
                </a:lnTo>
                <a:lnTo>
                  <a:pt x="305823" y="217812"/>
                </a:lnTo>
                <a:lnTo>
                  <a:pt x="312253" y="153185"/>
                </a:lnTo>
                <a:lnTo>
                  <a:pt x="315468" y="100583"/>
                </a:lnTo>
                <a:lnTo>
                  <a:pt x="208787" y="138683"/>
                </a:lnTo>
                <a:lnTo>
                  <a:pt x="208811" y="268747"/>
                </a:lnTo>
                <a:lnTo>
                  <a:pt x="208978" y="279653"/>
                </a:lnTo>
                <a:lnTo>
                  <a:pt x="209430" y="290560"/>
                </a:lnTo>
                <a:lnTo>
                  <a:pt x="210311" y="301752"/>
                </a:lnTo>
                <a:lnTo>
                  <a:pt x="182879" y="316991"/>
                </a:lnTo>
                <a:lnTo>
                  <a:pt x="183761" y="301561"/>
                </a:lnTo>
                <a:lnTo>
                  <a:pt x="184213" y="287273"/>
                </a:lnTo>
                <a:lnTo>
                  <a:pt x="184403" y="262127"/>
                </a:lnTo>
                <a:lnTo>
                  <a:pt x="184403" y="146303"/>
                </a:lnTo>
                <a:lnTo>
                  <a:pt x="97535" y="175259"/>
                </a:lnTo>
                <a:lnTo>
                  <a:pt x="97535" y="333756"/>
                </a:lnTo>
                <a:lnTo>
                  <a:pt x="98631" y="346614"/>
                </a:lnTo>
                <a:lnTo>
                  <a:pt x="104012" y="355473"/>
                </a:lnTo>
                <a:lnTo>
                  <a:pt x="113395" y="360330"/>
                </a:lnTo>
                <a:lnTo>
                  <a:pt x="126491" y="361188"/>
                </a:lnTo>
                <a:lnTo>
                  <a:pt x="339851" y="361188"/>
                </a:lnTo>
                <a:lnTo>
                  <a:pt x="355473" y="320992"/>
                </a:lnTo>
                <a:lnTo>
                  <a:pt x="359663" y="268223"/>
                </a:lnTo>
                <a:lnTo>
                  <a:pt x="368808" y="268223"/>
                </a:lnTo>
                <a:lnTo>
                  <a:pt x="369760" y="310324"/>
                </a:lnTo>
                <a:lnTo>
                  <a:pt x="379094" y="348234"/>
                </a:lnTo>
                <a:lnTo>
                  <a:pt x="393191" y="356616"/>
                </a:lnTo>
                <a:lnTo>
                  <a:pt x="385476" y="367736"/>
                </a:lnTo>
                <a:lnTo>
                  <a:pt x="376046" y="375856"/>
                </a:lnTo>
                <a:lnTo>
                  <a:pt x="364902" y="380833"/>
                </a:lnTo>
                <a:lnTo>
                  <a:pt x="352044" y="38252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" name="object 54"/>
          <p:cNvSpPr/>
          <p:nvPr/>
        </p:nvSpPr>
        <p:spPr>
          <a:xfrm>
            <a:off x="8354567" y="3290316"/>
            <a:ext cx="402590" cy="408940"/>
          </a:xfrm>
          <a:custGeom>
            <a:avLst/>
            <a:gdLst/>
            <a:ahLst/>
            <a:cxnLst/>
            <a:rect l="l" t="t" r="r" b="b"/>
            <a:pathLst>
              <a:path w="402590" h="408939">
                <a:moveTo>
                  <a:pt x="185928" y="70104"/>
                </a:moveTo>
                <a:lnTo>
                  <a:pt x="155448" y="70104"/>
                </a:lnTo>
                <a:lnTo>
                  <a:pt x="164615" y="49506"/>
                </a:lnTo>
                <a:lnTo>
                  <a:pt x="171640" y="31051"/>
                </a:lnTo>
                <a:lnTo>
                  <a:pt x="176664" y="14597"/>
                </a:lnTo>
                <a:lnTo>
                  <a:pt x="179832" y="0"/>
                </a:lnTo>
                <a:lnTo>
                  <a:pt x="224028" y="24384"/>
                </a:lnTo>
                <a:lnTo>
                  <a:pt x="205740" y="30480"/>
                </a:lnTo>
                <a:lnTo>
                  <a:pt x="200072" y="42457"/>
                </a:lnTo>
                <a:lnTo>
                  <a:pt x="194691" y="53149"/>
                </a:lnTo>
                <a:lnTo>
                  <a:pt x="189880" y="62412"/>
                </a:lnTo>
                <a:lnTo>
                  <a:pt x="185928" y="70104"/>
                </a:lnTo>
                <a:close/>
              </a:path>
              <a:path w="402590" h="408939">
                <a:moveTo>
                  <a:pt x="15240" y="86868"/>
                </a:moveTo>
                <a:lnTo>
                  <a:pt x="0" y="70104"/>
                </a:lnTo>
                <a:lnTo>
                  <a:pt x="333756" y="70104"/>
                </a:lnTo>
                <a:lnTo>
                  <a:pt x="362712" y="41148"/>
                </a:lnTo>
                <a:lnTo>
                  <a:pt x="402336" y="80772"/>
                </a:lnTo>
                <a:lnTo>
                  <a:pt x="56388" y="80772"/>
                </a:lnTo>
                <a:lnTo>
                  <a:pt x="45243" y="81081"/>
                </a:lnTo>
                <a:lnTo>
                  <a:pt x="34671" y="82105"/>
                </a:lnTo>
                <a:lnTo>
                  <a:pt x="24669" y="83986"/>
                </a:lnTo>
                <a:lnTo>
                  <a:pt x="15240" y="86868"/>
                </a:lnTo>
                <a:close/>
              </a:path>
              <a:path w="402590" h="408939">
                <a:moveTo>
                  <a:pt x="4572" y="268224"/>
                </a:moveTo>
                <a:lnTo>
                  <a:pt x="0" y="263652"/>
                </a:lnTo>
                <a:lnTo>
                  <a:pt x="23169" y="244197"/>
                </a:lnTo>
                <a:lnTo>
                  <a:pt x="44767" y="224599"/>
                </a:lnTo>
                <a:lnTo>
                  <a:pt x="83820" y="184404"/>
                </a:lnTo>
                <a:lnTo>
                  <a:pt x="118110" y="138303"/>
                </a:lnTo>
                <a:lnTo>
                  <a:pt x="152400" y="80772"/>
                </a:lnTo>
                <a:lnTo>
                  <a:pt x="181356" y="80772"/>
                </a:lnTo>
                <a:lnTo>
                  <a:pt x="171950" y="97607"/>
                </a:lnTo>
                <a:lnTo>
                  <a:pt x="162115" y="113728"/>
                </a:lnTo>
                <a:lnTo>
                  <a:pt x="151995" y="128992"/>
                </a:lnTo>
                <a:lnTo>
                  <a:pt x="141732" y="143256"/>
                </a:lnTo>
                <a:lnTo>
                  <a:pt x="327152" y="143256"/>
                </a:lnTo>
                <a:lnTo>
                  <a:pt x="335280" y="149352"/>
                </a:lnTo>
                <a:lnTo>
                  <a:pt x="328993" y="153924"/>
                </a:lnTo>
                <a:lnTo>
                  <a:pt x="135636" y="153924"/>
                </a:lnTo>
                <a:lnTo>
                  <a:pt x="135636" y="181356"/>
                </a:lnTo>
                <a:lnTo>
                  <a:pt x="111252" y="181356"/>
                </a:lnTo>
                <a:lnTo>
                  <a:pt x="85796" y="206502"/>
                </a:lnTo>
                <a:lnTo>
                  <a:pt x="59626" y="229362"/>
                </a:lnTo>
                <a:lnTo>
                  <a:pt x="32599" y="249936"/>
                </a:lnTo>
                <a:lnTo>
                  <a:pt x="4572" y="268224"/>
                </a:lnTo>
                <a:close/>
              </a:path>
              <a:path w="402590" h="408939">
                <a:moveTo>
                  <a:pt x="327152" y="143256"/>
                </a:moveTo>
                <a:lnTo>
                  <a:pt x="291084" y="143256"/>
                </a:lnTo>
                <a:lnTo>
                  <a:pt x="304800" y="126492"/>
                </a:lnTo>
                <a:lnTo>
                  <a:pt x="327152" y="143256"/>
                </a:lnTo>
                <a:close/>
              </a:path>
              <a:path w="402590" h="408939">
                <a:moveTo>
                  <a:pt x="318516" y="214884"/>
                </a:moveTo>
                <a:lnTo>
                  <a:pt x="294131" y="214884"/>
                </a:lnTo>
                <a:lnTo>
                  <a:pt x="294131" y="153924"/>
                </a:lnTo>
                <a:lnTo>
                  <a:pt x="328993" y="153924"/>
                </a:lnTo>
                <a:lnTo>
                  <a:pt x="318516" y="161544"/>
                </a:lnTo>
                <a:lnTo>
                  <a:pt x="318516" y="214884"/>
                </a:lnTo>
                <a:close/>
              </a:path>
              <a:path w="402590" h="408939">
                <a:moveTo>
                  <a:pt x="108204" y="408432"/>
                </a:moveTo>
                <a:lnTo>
                  <a:pt x="109323" y="383024"/>
                </a:lnTo>
                <a:lnTo>
                  <a:pt x="110299" y="336613"/>
                </a:lnTo>
                <a:lnTo>
                  <a:pt x="110990" y="269343"/>
                </a:lnTo>
                <a:lnTo>
                  <a:pt x="111252" y="181356"/>
                </a:lnTo>
                <a:lnTo>
                  <a:pt x="135636" y="181356"/>
                </a:lnTo>
                <a:lnTo>
                  <a:pt x="135636" y="214884"/>
                </a:lnTo>
                <a:lnTo>
                  <a:pt x="318516" y="214884"/>
                </a:lnTo>
                <a:lnTo>
                  <a:pt x="318516" y="225552"/>
                </a:lnTo>
                <a:lnTo>
                  <a:pt x="135636" y="225552"/>
                </a:lnTo>
                <a:lnTo>
                  <a:pt x="135636" y="283464"/>
                </a:lnTo>
                <a:lnTo>
                  <a:pt x="318516" y="283464"/>
                </a:lnTo>
                <a:lnTo>
                  <a:pt x="318516" y="292608"/>
                </a:lnTo>
                <a:lnTo>
                  <a:pt x="135636" y="292608"/>
                </a:lnTo>
                <a:lnTo>
                  <a:pt x="135636" y="391668"/>
                </a:lnTo>
                <a:lnTo>
                  <a:pt x="108204" y="408432"/>
                </a:lnTo>
                <a:close/>
              </a:path>
              <a:path w="402590" h="408939">
                <a:moveTo>
                  <a:pt x="318516" y="283464"/>
                </a:moveTo>
                <a:lnTo>
                  <a:pt x="294131" y="283464"/>
                </a:lnTo>
                <a:lnTo>
                  <a:pt x="294131" y="225552"/>
                </a:lnTo>
                <a:lnTo>
                  <a:pt x="318516" y="225552"/>
                </a:lnTo>
                <a:lnTo>
                  <a:pt x="318516" y="283464"/>
                </a:lnTo>
                <a:close/>
              </a:path>
              <a:path w="402590" h="408939">
                <a:moveTo>
                  <a:pt x="317709" y="370332"/>
                </a:moveTo>
                <a:lnTo>
                  <a:pt x="289560" y="370332"/>
                </a:lnTo>
                <a:lnTo>
                  <a:pt x="294131" y="364236"/>
                </a:lnTo>
                <a:lnTo>
                  <a:pt x="294131" y="292608"/>
                </a:lnTo>
                <a:lnTo>
                  <a:pt x="318516" y="292608"/>
                </a:lnTo>
                <a:lnTo>
                  <a:pt x="318390" y="366474"/>
                </a:lnTo>
                <a:lnTo>
                  <a:pt x="317709" y="370332"/>
                </a:lnTo>
                <a:close/>
              </a:path>
              <a:path w="402590" h="408939">
                <a:moveTo>
                  <a:pt x="280416" y="408432"/>
                </a:moveTo>
                <a:lnTo>
                  <a:pt x="278415" y="398454"/>
                </a:lnTo>
                <a:lnTo>
                  <a:pt x="270129" y="389191"/>
                </a:lnTo>
                <a:lnTo>
                  <a:pt x="255555" y="380785"/>
                </a:lnTo>
                <a:lnTo>
                  <a:pt x="234696" y="373380"/>
                </a:lnTo>
                <a:lnTo>
                  <a:pt x="234696" y="364236"/>
                </a:lnTo>
                <a:lnTo>
                  <a:pt x="259651" y="368427"/>
                </a:lnTo>
                <a:lnTo>
                  <a:pt x="270057" y="369808"/>
                </a:lnTo>
                <a:lnTo>
                  <a:pt x="278892" y="370332"/>
                </a:lnTo>
                <a:lnTo>
                  <a:pt x="317709" y="370332"/>
                </a:lnTo>
                <a:lnTo>
                  <a:pt x="316206" y="378856"/>
                </a:lnTo>
                <a:lnTo>
                  <a:pt x="309181" y="390525"/>
                </a:lnTo>
                <a:lnTo>
                  <a:pt x="297299" y="400478"/>
                </a:lnTo>
                <a:lnTo>
                  <a:pt x="280416" y="40843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" name="object 55"/>
          <p:cNvSpPr/>
          <p:nvPr/>
        </p:nvSpPr>
        <p:spPr>
          <a:xfrm>
            <a:off x="8869679" y="3291839"/>
            <a:ext cx="280670" cy="407034"/>
          </a:xfrm>
          <a:custGeom>
            <a:avLst/>
            <a:gdLst/>
            <a:ahLst/>
            <a:cxnLst/>
            <a:rect l="l" t="t" r="r" b="b"/>
            <a:pathLst>
              <a:path w="280670" h="407035">
                <a:moveTo>
                  <a:pt x="92964" y="83819"/>
                </a:moveTo>
                <a:lnTo>
                  <a:pt x="80771" y="83819"/>
                </a:lnTo>
                <a:lnTo>
                  <a:pt x="89320" y="62150"/>
                </a:lnTo>
                <a:lnTo>
                  <a:pt x="96583" y="40766"/>
                </a:lnTo>
                <a:lnTo>
                  <a:pt x="102417" y="19954"/>
                </a:lnTo>
                <a:lnTo>
                  <a:pt x="106680" y="0"/>
                </a:lnTo>
                <a:lnTo>
                  <a:pt x="147828" y="18287"/>
                </a:lnTo>
                <a:lnTo>
                  <a:pt x="115824" y="48767"/>
                </a:lnTo>
                <a:lnTo>
                  <a:pt x="96964" y="76628"/>
                </a:lnTo>
                <a:lnTo>
                  <a:pt x="92964" y="83819"/>
                </a:lnTo>
                <a:close/>
              </a:path>
              <a:path w="280670" h="407035">
                <a:moveTo>
                  <a:pt x="276224" y="83819"/>
                </a:moveTo>
                <a:lnTo>
                  <a:pt x="233172" y="83819"/>
                </a:lnTo>
                <a:lnTo>
                  <a:pt x="246888" y="62483"/>
                </a:lnTo>
                <a:lnTo>
                  <a:pt x="276224" y="83819"/>
                </a:lnTo>
                <a:close/>
              </a:path>
              <a:path w="280670" h="407035">
                <a:moveTo>
                  <a:pt x="0" y="406907"/>
                </a:moveTo>
                <a:lnTo>
                  <a:pt x="881" y="384952"/>
                </a:lnTo>
                <a:lnTo>
                  <a:pt x="1333" y="348995"/>
                </a:lnTo>
                <a:lnTo>
                  <a:pt x="1500" y="299323"/>
                </a:lnTo>
                <a:lnTo>
                  <a:pt x="1494" y="170687"/>
                </a:lnTo>
                <a:lnTo>
                  <a:pt x="1333" y="123062"/>
                </a:lnTo>
                <a:lnTo>
                  <a:pt x="946" y="92963"/>
                </a:lnTo>
                <a:lnTo>
                  <a:pt x="836" y="86867"/>
                </a:lnTo>
                <a:lnTo>
                  <a:pt x="0" y="67055"/>
                </a:lnTo>
                <a:lnTo>
                  <a:pt x="28956" y="83819"/>
                </a:lnTo>
                <a:lnTo>
                  <a:pt x="276224" y="83819"/>
                </a:lnTo>
                <a:lnTo>
                  <a:pt x="280416" y="86867"/>
                </a:lnTo>
                <a:lnTo>
                  <a:pt x="272288" y="92963"/>
                </a:lnTo>
                <a:lnTo>
                  <a:pt x="28956" y="92963"/>
                </a:lnTo>
                <a:lnTo>
                  <a:pt x="28956" y="170687"/>
                </a:lnTo>
                <a:lnTo>
                  <a:pt x="262128" y="170687"/>
                </a:lnTo>
                <a:lnTo>
                  <a:pt x="262128" y="179831"/>
                </a:lnTo>
                <a:lnTo>
                  <a:pt x="28956" y="179831"/>
                </a:lnTo>
                <a:lnTo>
                  <a:pt x="28956" y="266699"/>
                </a:lnTo>
                <a:lnTo>
                  <a:pt x="262128" y="266699"/>
                </a:lnTo>
                <a:lnTo>
                  <a:pt x="262128" y="277367"/>
                </a:lnTo>
                <a:lnTo>
                  <a:pt x="28956" y="277367"/>
                </a:lnTo>
                <a:lnTo>
                  <a:pt x="28956" y="359663"/>
                </a:lnTo>
                <a:lnTo>
                  <a:pt x="262128" y="359663"/>
                </a:lnTo>
                <a:lnTo>
                  <a:pt x="262128" y="361187"/>
                </a:lnTo>
                <a:lnTo>
                  <a:pt x="262409" y="370331"/>
                </a:lnTo>
                <a:lnTo>
                  <a:pt x="28956" y="370331"/>
                </a:lnTo>
                <a:lnTo>
                  <a:pt x="28956" y="397763"/>
                </a:lnTo>
                <a:lnTo>
                  <a:pt x="0" y="406907"/>
                </a:lnTo>
                <a:close/>
              </a:path>
              <a:path w="280670" h="407035">
                <a:moveTo>
                  <a:pt x="262128" y="170687"/>
                </a:moveTo>
                <a:lnTo>
                  <a:pt x="236220" y="170687"/>
                </a:lnTo>
                <a:lnTo>
                  <a:pt x="236220" y="92963"/>
                </a:lnTo>
                <a:lnTo>
                  <a:pt x="272288" y="92963"/>
                </a:lnTo>
                <a:lnTo>
                  <a:pt x="262128" y="100583"/>
                </a:lnTo>
                <a:lnTo>
                  <a:pt x="262128" y="170687"/>
                </a:lnTo>
                <a:close/>
              </a:path>
              <a:path w="280670" h="407035">
                <a:moveTo>
                  <a:pt x="262128" y="266699"/>
                </a:moveTo>
                <a:lnTo>
                  <a:pt x="236220" y="266699"/>
                </a:lnTo>
                <a:lnTo>
                  <a:pt x="236220" y="179831"/>
                </a:lnTo>
                <a:lnTo>
                  <a:pt x="262128" y="179831"/>
                </a:lnTo>
                <a:lnTo>
                  <a:pt x="262128" y="266699"/>
                </a:lnTo>
                <a:close/>
              </a:path>
              <a:path w="280670" h="407035">
                <a:moveTo>
                  <a:pt x="262128" y="359663"/>
                </a:moveTo>
                <a:lnTo>
                  <a:pt x="236220" y="359663"/>
                </a:lnTo>
                <a:lnTo>
                  <a:pt x="236220" y="277367"/>
                </a:lnTo>
                <a:lnTo>
                  <a:pt x="262128" y="277367"/>
                </a:lnTo>
                <a:lnTo>
                  <a:pt x="262128" y="359663"/>
                </a:lnTo>
                <a:close/>
              </a:path>
              <a:path w="280670" h="407035">
                <a:moveTo>
                  <a:pt x="236220" y="406907"/>
                </a:moveTo>
                <a:lnTo>
                  <a:pt x="236220" y="370331"/>
                </a:lnTo>
                <a:lnTo>
                  <a:pt x="262409" y="370331"/>
                </a:lnTo>
                <a:lnTo>
                  <a:pt x="263080" y="378713"/>
                </a:lnTo>
                <a:lnTo>
                  <a:pt x="264056" y="387334"/>
                </a:lnTo>
                <a:lnTo>
                  <a:pt x="265176" y="396239"/>
                </a:lnTo>
                <a:lnTo>
                  <a:pt x="236220" y="40690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" name="object 56"/>
          <p:cNvSpPr/>
          <p:nvPr/>
        </p:nvSpPr>
        <p:spPr>
          <a:xfrm>
            <a:off x="9290304" y="3317747"/>
            <a:ext cx="360045" cy="349250"/>
          </a:xfrm>
          <a:custGeom>
            <a:avLst/>
            <a:gdLst/>
            <a:ahLst/>
            <a:cxnLst/>
            <a:rect l="l" t="t" r="r" b="b"/>
            <a:pathLst>
              <a:path w="360045" h="349250">
                <a:moveTo>
                  <a:pt x="309062" y="348948"/>
                </a:moveTo>
                <a:lnTo>
                  <a:pt x="56388" y="348996"/>
                </a:lnTo>
                <a:lnTo>
                  <a:pt x="18240" y="320921"/>
                </a:lnTo>
                <a:lnTo>
                  <a:pt x="16573" y="188404"/>
                </a:lnTo>
                <a:lnTo>
                  <a:pt x="16121" y="151661"/>
                </a:lnTo>
                <a:lnTo>
                  <a:pt x="15240" y="126492"/>
                </a:lnTo>
                <a:lnTo>
                  <a:pt x="41148" y="141732"/>
                </a:lnTo>
                <a:lnTo>
                  <a:pt x="263652" y="141732"/>
                </a:lnTo>
                <a:lnTo>
                  <a:pt x="263652" y="28956"/>
                </a:lnTo>
                <a:lnTo>
                  <a:pt x="57912" y="28956"/>
                </a:lnTo>
                <a:lnTo>
                  <a:pt x="46743" y="29265"/>
                </a:lnTo>
                <a:lnTo>
                  <a:pt x="36004" y="30289"/>
                </a:lnTo>
                <a:lnTo>
                  <a:pt x="25550" y="32170"/>
                </a:lnTo>
                <a:lnTo>
                  <a:pt x="15240" y="35052"/>
                </a:lnTo>
                <a:lnTo>
                  <a:pt x="0" y="18288"/>
                </a:lnTo>
                <a:lnTo>
                  <a:pt x="259080" y="18288"/>
                </a:lnTo>
                <a:lnTo>
                  <a:pt x="274320" y="0"/>
                </a:lnTo>
                <a:lnTo>
                  <a:pt x="304800" y="24384"/>
                </a:lnTo>
                <a:lnTo>
                  <a:pt x="288036" y="36576"/>
                </a:lnTo>
                <a:lnTo>
                  <a:pt x="288321" y="83439"/>
                </a:lnTo>
                <a:lnTo>
                  <a:pt x="289178" y="121158"/>
                </a:lnTo>
                <a:lnTo>
                  <a:pt x="290607" y="149733"/>
                </a:lnTo>
                <a:lnTo>
                  <a:pt x="292607" y="169164"/>
                </a:lnTo>
                <a:lnTo>
                  <a:pt x="263652" y="181356"/>
                </a:lnTo>
                <a:lnTo>
                  <a:pt x="263652" y="152400"/>
                </a:lnTo>
                <a:lnTo>
                  <a:pt x="41148" y="152400"/>
                </a:lnTo>
                <a:lnTo>
                  <a:pt x="41148" y="300228"/>
                </a:lnTo>
                <a:lnTo>
                  <a:pt x="42886" y="311991"/>
                </a:lnTo>
                <a:lnTo>
                  <a:pt x="48196" y="320040"/>
                </a:lnTo>
                <a:lnTo>
                  <a:pt x="57221" y="324659"/>
                </a:lnTo>
                <a:lnTo>
                  <a:pt x="70104" y="326136"/>
                </a:lnTo>
                <a:lnTo>
                  <a:pt x="295656" y="326136"/>
                </a:lnTo>
                <a:lnTo>
                  <a:pt x="318992" y="293798"/>
                </a:lnTo>
                <a:lnTo>
                  <a:pt x="321564" y="231648"/>
                </a:lnTo>
                <a:lnTo>
                  <a:pt x="330707" y="231648"/>
                </a:lnTo>
                <a:lnTo>
                  <a:pt x="332660" y="266223"/>
                </a:lnTo>
                <a:lnTo>
                  <a:pt x="338328" y="292227"/>
                </a:lnTo>
                <a:lnTo>
                  <a:pt x="347424" y="309657"/>
                </a:lnTo>
                <a:lnTo>
                  <a:pt x="359664" y="318516"/>
                </a:lnTo>
                <a:lnTo>
                  <a:pt x="353425" y="329660"/>
                </a:lnTo>
                <a:lnTo>
                  <a:pt x="314896" y="348615"/>
                </a:lnTo>
                <a:lnTo>
                  <a:pt x="309062" y="34894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" name="object 57"/>
          <p:cNvSpPr/>
          <p:nvPr/>
        </p:nvSpPr>
        <p:spPr>
          <a:xfrm>
            <a:off x="2159507" y="3756659"/>
            <a:ext cx="356870" cy="401320"/>
          </a:xfrm>
          <a:custGeom>
            <a:avLst/>
            <a:gdLst/>
            <a:ahLst/>
            <a:cxnLst/>
            <a:rect l="l" t="t" r="r" b="b"/>
            <a:pathLst>
              <a:path w="356869" h="401320">
                <a:moveTo>
                  <a:pt x="54864" y="89916"/>
                </a:moveTo>
                <a:lnTo>
                  <a:pt x="44196" y="89916"/>
                </a:lnTo>
                <a:lnTo>
                  <a:pt x="51554" y="61936"/>
                </a:lnTo>
                <a:lnTo>
                  <a:pt x="57340" y="37528"/>
                </a:lnTo>
                <a:lnTo>
                  <a:pt x="61126" y="16835"/>
                </a:lnTo>
                <a:lnTo>
                  <a:pt x="62484" y="0"/>
                </a:lnTo>
                <a:lnTo>
                  <a:pt x="102108" y="19812"/>
                </a:lnTo>
                <a:lnTo>
                  <a:pt x="92368" y="27551"/>
                </a:lnTo>
                <a:lnTo>
                  <a:pt x="81343" y="41719"/>
                </a:lnTo>
                <a:lnTo>
                  <a:pt x="68889" y="62460"/>
                </a:lnTo>
                <a:lnTo>
                  <a:pt x="54864" y="89916"/>
                </a:lnTo>
                <a:close/>
              </a:path>
              <a:path w="356869" h="401320">
                <a:moveTo>
                  <a:pt x="147828" y="190500"/>
                </a:moveTo>
                <a:lnTo>
                  <a:pt x="143256" y="187452"/>
                </a:lnTo>
                <a:lnTo>
                  <a:pt x="160377" y="160615"/>
                </a:lnTo>
                <a:lnTo>
                  <a:pt x="175069" y="135064"/>
                </a:lnTo>
                <a:lnTo>
                  <a:pt x="196596" y="88392"/>
                </a:lnTo>
                <a:lnTo>
                  <a:pt x="212407" y="44958"/>
                </a:lnTo>
                <a:lnTo>
                  <a:pt x="222503" y="1524"/>
                </a:lnTo>
                <a:lnTo>
                  <a:pt x="262127" y="24384"/>
                </a:lnTo>
                <a:lnTo>
                  <a:pt x="253507" y="32146"/>
                </a:lnTo>
                <a:lnTo>
                  <a:pt x="243459" y="46482"/>
                </a:lnTo>
                <a:lnTo>
                  <a:pt x="231695" y="67675"/>
                </a:lnTo>
                <a:lnTo>
                  <a:pt x="217932" y="96012"/>
                </a:lnTo>
                <a:lnTo>
                  <a:pt x="350520" y="96012"/>
                </a:lnTo>
                <a:lnTo>
                  <a:pt x="356616" y="102108"/>
                </a:lnTo>
                <a:lnTo>
                  <a:pt x="352806" y="105156"/>
                </a:lnTo>
                <a:lnTo>
                  <a:pt x="214884" y="105156"/>
                </a:lnTo>
                <a:lnTo>
                  <a:pt x="198834" y="129420"/>
                </a:lnTo>
                <a:lnTo>
                  <a:pt x="182499" y="151828"/>
                </a:lnTo>
                <a:lnTo>
                  <a:pt x="165592" y="172235"/>
                </a:lnTo>
                <a:lnTo>
                  <a:pt x="147828" y="190500"/>
                </a:lnTo>
                <a:close/>
              </a:path>
              <a:path w="356869" h="401320">
                <a:moveTo>
                  <a:pt x="146304" y="89916"/>
                </a:moveTo>
                <a:lnTo>
                  <a:pt x="111252" y="89916"/>
                </a:lnTo>
                <a:lnTo>
                  <a:pt x="129540" y="73152"/>
                </a:lnTo>
                <a:lnTo>
                  <a:pt x="146304" y="89916"/>
                </a:lnTo>
                <a:close/>
              </a:path>
              <a:path w="356869" h="401320">
                <a:moveTo>
                  <a:pt x="0" y="397764"/>
                </a:moveTo>
                <a:lnTo>
                  <a:pt x="820" y="359664"/>
                </a:lnTo>
                <a:lnTo>
                  <a:pt x="907" y="354520"/>
                </a:lnTo>
                <a:lnTo>
                  <a:pt x="1333" y="316230"/>
                </a:lnTo>
                <a:lnTo>
                  <a:pt x="1425" y="176784"/>
                </a:lnTo>
                <a:lnTo>
                  <a:pt x="1301" y="151828"/>
                </a:lnTo>
                <a:lnTo>
                  <a:pt x="881" y="114681"/>
                </a:lnTo>
                <a:lnTo>
                  <a:pt x="0" y="74676"/>
                </a:lnTo>
                <a:lnTo>
                  <a:pt x="25908" y="89916"/>
                </a:lnTo>
                <a:lnTo>
                  <a:pt x="146304" y="89916"/>
                </a:lnTo>
                <a:lnTo>
                  <a:pt x="155448" y="99060"/>
                </a:lnTo>
                <a:lnTo>
                  <a:pt x="153352" y="100584"/>
                </a:lnTo>
                <a:lnTo>
                  <a:pt x="24384" y="100584"/>
                </a:lnTo>
                <a:lnTo>
                  <a:pt x="24384" y="211836"/>
                </a:lnTo>
                <a:lnTo>
                  <a:pt x="138729" y="211836"/>
                </a:lnTo>
                <a:lnTo>
                  <a:pt x="138743" y="222504"/>
                </a:lnTo>
                <a:lnTo>
                  <a:pt x="24384" y="222504"/>
                </a:lnTo>
                <a:lnTo>
                  <a:pt x="24384" y="344424"/>
                </a:lnTo>
                <a:lnTo>
                  <a:pt x="139446" y="344424"/>
                </a:lnTo>
                <a:lnTo>
                  <a:pt x="139685" y="355092"/>
                </a:lnTo>
                <a:lnTo>
                  <a:pt x="24384" y="355092"/>
                </a:lnTo>
                <a:lnTo>
                  <a:pt x="24384" y="384048"/>
                </a:lnTo>
                <a:lnTo>
                  <a:pt x="0" y="397764"/>
                </a:lnTo>
                <a:close/>
              </a:path>
              <a:path w="356869" h="401320">
                <a:moveTo>
                  <a:pt x="350520" y="96012"/>
                </a:moveTo>
                <a:lnTo>
                  <a:pt x="312420" y="96012"/>
                </a:lnTo>
                <a:lnTo>
                  <a:pt x="330708" y="76200"/>
                </a:lnTo>
                <a:lnTo>
                  <a:pt x="350520" y="96012"/>
                </a:lnTo>
                <a:close/>
              </a:path>
              <a:path w="356869" h="401320">
                <a:moveTo>
                  <a:pt x="138729" y="211836"/>
                </a:moveTo>
                <a:lnTo>
                  <a:pt x="115824" y="211836"/>
                </a:lnTo>
                <a:lnTo>
                  <a:pt x="115824" y="100584"/>
                </a:lnTo>
                <a:lnTo>
                  <a:pt x="153352" y="100584"/>
                </a:lnTo>
                <a:lnTo>
                  <a:pt x="138684" y="111252"/>
                </a:lnTo>
                <a:lnTo>
                  <a:pt x="138729" y="211836"/>
                </a:lnTo>
                <a:close/>
              </a:path>
              <a:path w="356869" h="401320">
                <a:moveTo>
                  <a:pt x="327433" y="359664"/>
                </a:moveTo>
                <a:lnTo>
                  <a:pt x="283464" y="359664"/>
                </a:lnTo>
                <a:lnTo>
                  <a:pt x="292631" y="357925"/>
                </a:lnTo>
                <a:lnTo>
                  <a:pt x="299656" y="352615"/>
                </a:lnTo>
                <a:lnTo>
                  <a:pt x="309895" y="305538"/>
                </a:lnTo>
                <a:lnTo>
                  <a:pt x="311658" y="259651"/>
                </a:lnTo>
                <a:lnTo>
                  <a:pt x="313576" y="186213"/>
                </a:lnTo>
                <a:lnTo>
                  <a:pt x="315467" y="105156"/>
                </a:lnTo>
                <a:lnTo>
                  <a:pt x="352806" y="105156"/>
                </a:lnTo>
                <a:lnTo>
                  <a:pt x="341376" y="114300"/>
                </a:lnTo>
                <a:lnTo>
                  <a:pt x="340171" y="186213"/>
                </a:lnTo>
                <a:lnTo>
                  <a:pt x="340075" y="190500"/>
                </a:lnTo>
                <a:lnTo>
                  <a:pt x="338376" y="248631"/>
                </a:lnTo>
                <a:lnTo>
                  <a:pt x="336328" y="294583"/>
                </a:lnTo>
                <a:lnTo>
                  <a:pt x="332232" y="344424"/>
                </a:lnTo>
                <a:lnTo>
                  <a:pt x="328517" y="357020"/>
                </a:lnTo>
                <a:lnTo>
                  <a:pt x="327433" y="359664"/>
                </a:lnTo>
                <a:close/>
              </a:path>
              <a:path w="356869" h="401320">
                <a:moveTo>
                  <a:pt x="233172" y="269748"/>
                </a:moveTo>
                <a:lnTo>
                  <a:pt x="230124" y="269748"/>
                </a:lnTo>
                <a:lnTo>
                  <a:pt x="226956" y="268081"/>
                </a:lnTo>
                <a:lnTo>
                  <a:pt x="224218" y="263271"/>
                </a:lnTo>
                <a:lnTo>
                  <a:pt x="221765" y="255603"/>
                </a:lnTo>
                <a:lnTo>
                  <a:pt x="219456" y="245364"/>
                </a:lnTo>
                <a:lnTo>
                  <a:pt x="214907" y="227576"/>
                </a:lnTo>
                <a:lnTo>
                  <a:pt x="208216" y="210502"/>
                </a:lnTo>
                <a:lnTo>
                  <a:pt x="199524" y="193714"/>
                </a:lnTo>
                <a:lnTo>
                  <a:pt x="188976" y="176784"/>
                </a:lnTo>
                <a:lnTo>
                  <a:pt x="192024" y="172212"/>
                </a:lnTo>
                <a:lnTo>
                  <a:pt x="224980" y="198501"/>
                </a:lnTo>
                <a:lnTo>
                  <a:pt x="246888" y="234696"/>
                </a:lnTo>
                <a:lnTo>
                  <a:pt x="246833" y="248631"/>
                </a:lnTo>
                <a:lnTo>
                  <a:pt x="245364" y="254508"/>
                </a:lnTo>
                <a:lnTo>
                  <a:pt x="236220" y="266700"/>
                </a:lnTo>
                <a:lnTo>
                  <a:pt x="233172" y="269748"/>
                </a:lnTo>
                <a:close/>
              </a:path>
              <a:path w="356869" h="401320">
                <a:moveTo>
                  <a:pt x="139446" y="344424"/>
                </a:moveTo>
                <a:lnTo>
                  <a:pt x="115824" y="344424"/>
                </a:lnTo>
                <a:lnTo>
                  <a:pt x="115824" y="222504"/>
                </a:lnTo>
                <a:lnTo>
                  <a:pt x="138743" y="222504"/>
                </a:lnTo>
                <a:lnTo>
                  <a:pt x="138861" y="269748"/>
                </a:lnTo>
                <a:lnTo>
                  <a:pt x="139025" y="305538"/>
                </a:lnTo>
                <a:lnTo>
                  <a:pt x="139446" y="344424"/>
                </a:lnTo>
                <a:close/>
              </a:path>
              <a:path w="356869" h="401320">
                <a:moveTo>
                  <a:pt x="278891" y="400812"/>
                </a:moveTo>
                <a:lnTo>
                  <a:pt x="271986" y="387953"/>
                </a:lnTo>
                <a:lnTo>
                  <a:pt x="260223" y="376809"/>
                </a:lnTo>
                <a:lnTo>
                  <a:pt x="243316" y="367379"/>
                </a:lnTo>
                <a:lnTo>
                  <a:pt x="220979" y="359664"/>
                </a:lnTo>
                <a:lnTo>
                  <a:pt x="220979" y="350520"/>
                </a:lnTo>
                <a:lnTo>
                  <a:pt x="241244" y="354520"/>
                </a:lnTo>
                <a:lnTo>
                  <a:pt x="258508" y="357378"/>
                </a:lnTo>
                <a:lnTo>
                  <a:pt x="272629" y="359092"/>
                </a:lnTo>
                <a:lnTo>
                  <a:pt x="283464" y="359664"/>
                </a:lnTo>
                <a:lnTo>
                  <a:pt x="327433" y="359664"/>
                </a:lnTo>
                <a:lnTo>
                  <a:pt x="324231" y="367474"/>
                </a:lnTo>
                <a:lnTo>
                  <a:pt x="290369" y="396882"/>
                </a:lnTo>
                <a:lnTo>
                  <a:pt x="278891" y="400812"/>
                </a:lnTo>
                <a:close/>
              </a:path>
              <a:path w="356869" h="401320">
                <a:moveTo>
                  <a:pt x="115824" y="391668"/>
                </a:moveTo>
                <a:lnTo>
                  <a:pt x="115824" y="355092"/>
                </a:lnTo>
                <a:lnTo>
                  <a:pt x="139685" y="355092"/>
                </a:lnTo>
                <a:lnTo>
                  <a:pt x="140208" y="376428"/>
                </a:lnTo>
                <a:lnTo>
                  <a:pt x="115824" y="39166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" name="object 58"/>
          <p:cNvSpPr/>
          <p:nvPr/>
        </p:nvSpPr>
        <p:spPr>
          <a:xfrm>
            <a:off x="2575547" y="3755135"/>
            <a:ext cx="848994" cy="410209"/>
          </a:xfrm>
          <a:custGeom>
            <a:avLst/>
            <a:gdLst/>
            <a:ahLst/>
            <a:cxnLst/>
            <a:rect l="l" t="t" r="r" b="b"/>
            <a:pathLst>
              <a:path w="848995" h="410210">
                <a:moveTo>
                  <a:pt x="318516" y="143256"/>
                </a:moveTo>
                <a:lnTo>
                  <a:pt x="314452" y="140208"/>
                </a:lnTo>
                <a:lnTo>
                  <a:pt x="294132" y="124968"/>
                </a:lnTo>
                <a:lnTo>
                  <a:pt x="283464" y="138303"/>
                </a:lnTo>
                <a:lnTo>
                  <a:pt x="283464" y="150876"/>
                </a:lnTo>
                <a:lnTo>
                  <a:pt x="283464" y="199644"/>
                </a:lnTo>
                <a:lnTo>
                  <a:pt x="109728" y="199644"/>
                </a:lnTo>
                <a:lnTo>
                  <a:pt x="109728" y="150876"/>
                </a:lnTo>
                <a:lnTo>
                  <a:pt x="283464" y="150876"/>
                </a:lnTo>
                <a:lnTo>
                  <a:pt x="283464" y="138303"/>
                </a:lnTo>
                <a:lnTo>
                  <a:pt x="281940" y="140208"/>
                </a:lnTo>
                <a:lnTo>
                  <a:pt x="109728" y="140208"/>
                </a:lnTo>
                <a:lnTo>
                  <a:pt x="85344" y="126492"/>
                </a:lnTo>
                <a:lnTo>
                  <a:pt x="86233" y="136499"/>
                </a:lnTo>
                <a:lnTo>
                  <a:pt x="86677" y="148209"/>
                </a:lnTo>
                <a:lnTo>
                  <a:pt x="86753" y="153924"/>
                </a:lnTo>
                <a:lnTo>
                  <a:pt x="86652" y="207289"/>
                </a:lnTo>
                <a:lnTo>
                  <a:pt x="86233" y="219011"/>
                </a:lnTo>
                <a:lnTo>
                  <a:pt x="85344" y="230124"/>
                </a:lnTo>
                <a:lnTo>
                  <a:pt x="109728" y="222504"/>
                </a:lnTo>
                <a:lnTo>
                  <a:pt x="109728" y="210312"/>
                </a:lnTo>
                <a:lnTo>
                  <a:pt x="283464" y="210312"/>
                </a:lnTo>
                <a:lnTo>
                  <a:pt x="283464" y="225552"/>
                </a:lnTo>
                <a:lnTo>
                  <a:pt x="307860" y="216408"/>
                </a:lnTo>
                <a:lnTo>
                  <a:pt x="306336" y="153924"/>
                </a:lnTo>
                <a:lnTo>
                  <a:pt x="309816" y="150876"/>
                </a:lnTo>
                <a:lnTo>
                  <a:pt x="318516" y="143256"/>
                </a:lnTo>
                <a:close/>
              </a:path>
              <a:path w="848995" h="410210">
                <a:moveTo>
                  <a:pt x="323100" y="312420"/>
                </a:moveTo>
                <a:lnTo>
                  <a:pt x="317868" y="307848"/>
                </a:lnTo>
                <a:lnTo>
                  <a:pt x="298704" y="291084"/>
                </a:lnTo>
                <a:lnTo>
                  <a:pt x="288048" y="305752"/>
                </a:lnTo>
                <a:lnTo>
                  <a:pt x="288048" y="316992"/>
                </a:lnTo>
                <a:lnTo>
                  <a:pt x="288048" y="373380"/>
                </a:lnTo>
                <a:lnTo>
                  <a:pt x="111252" y="373380"/>
                </a:lnTo>
                <a:lnTo>
                  <a:pt x="111252" y="316992"/>
                </a:lnTo>
                <a:lnTo>
                  <a:pt x="288048" y="316992"/>
                </a:lnTo>
                <a:lnTo>
                  <a:pt x="288048" y="305752"/>
                </a:lnTo>
                <a:lnTo>
                  <a:pt x="286524" y="307848"/>
                </a:lnTo>
                <a:lnTo>
                  <a:pt x="112776" y="307848"/>
                </a:lnTo>
                <a:lnTo>
                  <a:pt x="86868" y="292608"/>
                </a:lnTo>
                <a:lnTo>
                  <a:pt x="87757" y="306374"/>
                </a:lnTo>
                <a:lnTo>
                  <a:pt x="88099" y="316992"/>
                </a:lnTo>
                <a:lnTo>
                  <a:pt x="88226" y="321564"/>
                </a:lnTo>
                <a:lnTo>
                  <a:pt x="88379" y="335051"/>
                </a:lnTo>
                <a:lnTo>
                  <a:pt x="88277" y="374891"/>
                </a:lnTo>
                <a:lnTo>
                  <a:pt x="88201" y="381381"/>
                </a:lnTo>
                <a:lnTo>
                  <a:pt x="87757" y="395960"/>
                </a:lnTo>
                <a:lnTo>
                  <a:pt x="86868" y="409956"/>
                </a:lnTo>
                <a:lnTo>
                  <a:pt x="111252" y="400812"/>
                </a:lnTo>
                <a:lnTo>
                  <a:pt x="111252" y="384048"/>
                </a:lnTo>
                <a:lnTo>
                  <a:pt x="288048" y="384048"/>
                </a:lnTo>
                <a:lnTo>
                  <a:pt x="288048" y="409956"/>
                </a:lnTo>
                <a:lnTo>
                  <a:pt x="312420" y="400812"/>
                </a:lnTo>
                <a:lnTo>
                  <a:pt x="312191" y="392557"/>
                </a:lnTo>
                <a:lnTo>
                  <a:pt x="311683" y="384048"/>
                </a:lnTo>
                <a:lnTo>
                  <a:pt x="311137" y="374891"/>
                </a:lnTo>
                <a:lnTo>
                  <a:pt x="311099" y="373380"/>
                </a:lnTo>
                <a:lnTo>
                  <a:pt x="310908" y="366242"/>
                </a:lnTo>
                <a:lnTo>
                  <a:pt x="310896" y="321564"/>
                </a:lnTo>
                <a:lnTo>
                  <a:pt x="317004" y="316992"/>
                </a:lnTo>
                <a:lnTo>
                  <a:pt x="323100" y="312420"/>
                </a:lnTo>
                <a:close/>
              </a:path>
              <a:path w="848995" h="410210">
                <a:moveTo>
                  <a:pt x="367296" y="62484"/>
                </a:moveTo>
                <a:lnTo>
                  <a:pt x="332232" y="27432"/>
                </a:lnTo>
                <a:lnTo>
                  <a:pt x="307860" y="51816"/>
                </a:lnTo>
                <a:lnTo>
                  <a:pt x="205740" y="51816"/>
                </a:lnTo>
                <a:lnTo>
                  <a:pt x="205740" y="27432"/>
                </a:lnTo>
                <a:lnTo>
                  <a:pt x="220980" y="15240"/>
                </a:lnTo>
                <a:lnTo>
                  <a:pt x="181356" y="0"/>
                </a:lnTo>
                <a:lnTo>
                  <a:pt x="181597" y="10883"/>
                </a:lnTo>
                <a:lnTo>
                  <a:pt x="182118" y="23050"/>
                </a:lnTo>
                <a:lnTo>
                  <a:pt x="182651" y="36652"/>
                </a:lnTo>
                <a:lnTo>
                  <a:pt x="182880" y="51816"/>
                </a:lnTo>
                <a:lnTo>
                  <a:pt x="27432" y="51816"/>
                </a:lnTo>
                <a:lnTo>
                  <a:pt x="42672" y="67056"/>
                </a:lnTo>
                <a:lnTo>
                  <a:pt x="52984" y="65062"/>
                </a:lnTo>
                <a:lnTo>
                  <a:pt x="63436" y="63627"/>
                </a:lnTo>
                <a:lnTo>
                  <a:pt x="74180" y="62776"/>
                </a:lnTo>
                <a:lnTo>
                  <a:pt x="85344" y="62484"/>
                </a:lnTo>
                <a:lnTo>
                  <a:pt x="182880" y="62484"/>
                </a:lnTo>
                <a:lnTo>
                  <a:pt x="182880" y="103632"/>
                </a:lnTo>
                <a:lnTo>
                  <a:pt x="74676" y="103632"/>
                </a:lnTo>
                <a:lnTo>
                  <a:pt x="89916" y="118872"/>
                </a:lnTo>
                <a:lnTo>
                  <a:pt x="100228" y="116878"/>
                </a:lnTo>
                <a:lnTo>
                  <a:pt x="110680" y="115443"/>
                </a:lnTo>
                <a:lnTo>
                  <a:pt x="121424" y="114592"/>
                </a:lnTo>
                <a:lnTo>
                  <a:pt x="132588" y="114300"/>
                </a:lnTo>
                <a:lnTo>
                  <a:pt x="323100" y="114300"/>
                </a:lnTo>
                <a:lnTo>
                  <a:pt x="292608" y="82296"/>
                </a:lnTo>
                <a:lnTo>
                  <a:pt x="271272" y="103632"/>
                </a:lnTo>
                <a:lnTo>
                  <a:pt x="205740" y="103632"/>
                </a:lnTo>
                <a:lnTo>
                  <a:pt x="205740" y="62484"/>
                </a:lnTo>
                <a:lnTo>
                  <a:pt x="367296" y="62484"/>
                </a:lnTo>
                <a:close/>
              </a:path>
              <a:path w="848995" h="410210">
                <a:moveTo>
                  <a:pt x="394728" y="278892"/>
                </a:moveTo>
                <a:lnTo>
                  <a:pt x="359676" y="245364"/>
                </a:lnTo>
                <a:lnTo>
                  <a:pt x="335280" y="269748"/>
                </a:lnTo>
                <a:lnTo>
                  <a:pt x="234696" y="269748"/>
                </a:lnTo>
                <a:lnTo>
                  <a:pt x="264617" y="237934"/>
                </a:lnTo>
                <a:lnTo>
                  <a:pt x="275844" y="230124"/>
                </a:lnTo>
                <a:lnTo>
                  <a:pt x="249948" y="211836"/>
                </a:lnTo>
                <a:lnTo>
                  <a:pt x="245922" y="224967"/>
                </a:lnTo>
                <a:lnTo>
                  <a:pt x="240601" y="239077"/>
                </a:lnTo>
                <a:lnTo>
                  <a:pt x="233870" y="254063"/>
                </a:lnTo>
                <a:lnTo>
                  <a:pt x="225552" y="269748"/>
                </a:lnTo>
                <a:lnTo>
                  <a:pt x="161544" y="269748"/>
                </a:lnTo>
                <a:lnTo>
                  <a:pt x="167640" y="262128"/>
                </a:lnTo>
                <a:lnTo>
                  <a:pt x="170688" y="254508"/>
                </a:lnTo>
                <a:lnTo>
                  <a:pt x="170688" y="245364"/>
                </a:lnTo>
                <a:lnTo>
                  <a:pt x="167640" y="240792"/>
                </a:lnTo>
                <a:lnTo>
                  <a:pt x="126492" y="216408"/>
                </a:lnTo>
                <a:lnTo>
                  <a:pt x="123444" y="220980"/>
                </a:lnTo>
                <a:lnTo>
                  <a:pt x="134594" y="235038"/>
                </a:lnTo>
                <a:lnTo>
                  <a:pt x="142875" y="247650"/>
                </a:lnTo>
                <a:lnTo>
                  <a:pt x="148310" y="259130"/>
                </a:lnTo>
                <a:lnTo>
                  <a:pt x="150876" y="269748"/>
                </a:lnTo>
                <a:lnTo>
                  <a:pt x="0" y="269748"/>
                </a:lnTo>
                <a:lnTo>
                  <a:pt x="15240" y="284988"/>
                </a:lnTo>
                <a:lnTo>
                  <a:pt x="25552" y="282117"/>
                </a:lnTo>
                <a:lnTo>
                  <a:pt x="36004" y="280225"/>
                </a:lnTo>
                <a:lnTo>
                  <a:pt x="46748" y="279209"/>
                </a:lnTo>
                <a:lnTo>
                  <a:pt x="57912" y="278892"/>
                </a:lnTo>
                <a:lnTo>
                  <a:pt x="394728" y="278892"/>
                </a:lnTo>
                <a:close/>
              </a:path>
              <a:path w="848995" h="410210">
                <a:moveTo>
                  <a:pt x="620280" y="114300"/>
                </a:moveTo>
                <a:lnTo>
                  <a:pt x="594372" y="91440"/>
                </a:lnTo>
                <a:lnTo>
                  <a:pt x="582180" y="106680"/>
                </a:lnTo>
                <a:lnTo>
                  <a:pt x="531888" y="106680"/>
                </a:lnTo>
                <a:lnTo>
                  <a:pt x="536194" y="85826"/>
                </a:lnTo>
                <a:lnTo>
                  <a:pt x="540080" y="66675"/>
                </a:lnTo>
                <a:lnTo>
                  <a:pt x="543674" y="49250"/>
                </a:lnTo>
                <a:lnTo>
                  <a:pt x="547128" y="33528"/>
                </a:lnTo>
                <a:lnTo>
                  <a:pt x="560844" y="24384"/>
                </a:lnTo>
                <a:lnTo>
                  <a:pt x="522744" y="4572"/>
                </a:lnTo>
                <a:lnTo>
                  <a:pt x="520801" y="24384"/>
                </a:lnTo>
                <a:lnTo>
                  <a:pt x="517410" y="48196"/>
                </a:lnTo>
                <a:lnTo>
                  <a:pt x="512876" y="75514"/>
                </a:lnTo>
                <a:lnTo>
                  <a:pt x="507504" y="106680"/>
                </a:lnTo>
                <a:lnTo>
                  <a:pt x="438924" y="106680"/>
                </a:lnTo>
                <a:lnTo>
                  <a:pt x="450773" y="117348"/>
                </a:lnTo>
                <a:lnTo>
                  <a:pt x="616356" y="117348"/>
                </a:lnTo>
                <a:lnTo>
                  <a:pt x="620280" y="114300"/>
                </a:lnTo>
                <a:close/>
              </a:path>
              <a:path w="848995" h="410210">
                <a:moveTo>
                  <a:pt x="622960" y="340004"/>
                </a:moveTo>
                <a:lnTo>
                  <a:pt x="596087" y="309181"/>
                </a:lnTo>
                <a:lnTo>
                  <a:pt x="565416" y="295656"/>
                </a:lnTo>
                <a:lnTo>
                  <a:pt x="568579" y="286512"/>
                </a:lnTo>
                <a:lnTo>
                  <a:pt x="577418" y="261061"/>
                </a:lnTo>
                <a:lnTo>
                  <a:pt x="588276" y="221170"/>
                </a:lnTo>
                <a:lnTo>
                  <a:pt x="597992" y="175856"/>
                </a:lnTo>
                <a:lnTo>
                  <a:pt x="606564" y="124968"/>
                </a:lnTo>
                <a:lnTo>
                  <a:pt x="612432" y="120396"/>
                </a:lnTo>
                <a:lnTo>
                  <a:pt x="583184" y="120396"/>
                </a:lnTo>
                <a:lnTo>
                  <a:pt x="575144" y="168211"/>
                </a:lnTo>
                <a:lnTo>
                  <a:pt x="565607" y="213360"/>
                </a:lnTo>
                <a:lnTo>
                  <a:pt x="555193" y="252793"/>
                </a:lnTo>
                <a:lnTo>
                  <a:pt x="544080" y="286512"/>
                </a:lnTo>
                <a:lnTo>
                  <a:pt x="527786" y="281355"/>
                </a:lnTo>
                <a:lnTo>
                  <a:pt x="513219" y="277177"/>
                </a:lnTo>
                <a:lnTo>
                  <a:pt x="500354" y="273875"/>
                </a:lnTo>
                <a:lnTo>
                  <a:pt x="489216" y="271272"/>
                </a:lnTo>
                <a:lnTo>
                  <a:pt x="499503" y="235864"/>
                </a:lnTo>
                <a:lnTo>
                  <a:pt x="509790" y="198310"/>
                </a:lnTo>
                <a:lnTo>
                  <a:pt x="520077" y="158762"/>
                </a:lnTo>
                <a:lnTo>
                  <a:pt x="529602" y="120396"/>
                </a:lnTo>
                <a:lnTo>
                  <a:pt x="505358" y="120396"/>
                </a:lnTo>
                <a:lnTo>
                  <a:pt x="497446" y="159664"/>
                </a:lnTo>
                <a:lnTo>
                  <a:pt x="488073" y="199834"/>
                </a:lnTo>
                <a:lnTo>
                  <a:pt x="478116" y="238010"/>
                </a:lnTo>
                <a:lnTo>
                  <a:pt x="467880" y="274320"/>
                </a:lnTo>
                <a:lnTo>
                  <a:pt x="480733" y="278612"/>
                </a:lnTo>
                <a:lnTo>
                  <a:pt x="496455" y="284607"/>
                </a:lnTo>
                <a:lnTo>
                  <a:pt x="515023" y="292328"/>
                </a:lnTo>
                <a:lnTo>
                  <a:pt x="536460" y="301752"/>
                </a:lnTo>
                <a:lnTo>
                  <a:pt x="519264" y="327469"/>
                </a:lnTo>
                <a:lnTo>
                  <a:pt x="497217" y="352044"/>
                </a:lnTo>
                <a:lnTo>
                  <a:pt x="470014" y="375475"/>
                </a:lnTo>
                <a:lnTo>
                  <a:pt x="437400" y="397764"/>
                </a:lnTo>
                <a:lnTo>
                  <a:pt x="443496" y="402336"/>
                </a:lnTo>
                <a:lnTo>
                  <a:pt x="479755" y="382930"/>
                </a:lnTo>
                <a:lnTo>
                  <a:pt x="510743" y="361378"/>
                </a:lnTo>
                <a:lnTo>
                  <a:pt x="536282" y="337832"/>
                </a:lnTo>
                <a:lnTo>
                  <a:pt x="556272" y="312420"/>
                </a:lnTo>
                <a:lnTo>
                  <a:pt x="568274" y="320713"/>
                </a:lnTo>
                <a:lnTo>
                  <a:pt x="579132" y="329565"/>
                </a:lnTo>
                <a:lnTo>
                  <a:pt x="588848" y="339001"/>
                </a:lnTo>
                <a:lnTo>
                  <a:pt x="597420" y="348996"/>
                </a:lnTo>
                <a:lnTo>
                  <a:pt x="603516" y="356616"/>
                </a:lnTo>
                <a:lnTo>
                  <a:pt x="609612" y="359664"/>
                </a:lnTo>
                <a:lnTo>
                  <a:pt x="617232" y="359664"/>
                </a:lnTo>
                <a:lnTo>
                  <a:pt x="620280" y="355092"/>
                </a:lnTo>
                <a:lnTo>
                  <a:pt x="621804" y="345948"/>
                </a:lnTo>
                <a:lnTo>
                  <a:pt x="622960" y="340004"/>
                </a:lnTo>
                <a:close/>
              </a:path>
              <a:path w="848995" h="410210">
                <a:moveTo>
                  <a:pt x="848880" y="213360"/>
                </a:moveTo>
                <a:lnTo>
                  <a:pt x="815352" y="179832"/>
                </a:lnTo>
                <a:lnTo>
                  <a:pt x="792492" y="202692"/>
                </a:lnTo>
                <a:lnTo>
                  <a:pt x="734580" y="202692"/>
                </a:lnTo>
                <a:lnTo>
                  <a:pt x="734580" y="149352"/>
                </a:lnTo>
                <a:lnTo>
                  <a:pt x="749820" y="137160"/>
                </a:lnTo>
                <a:lnTo>
                  <a:pt x="737628" y="129540"/>
                </a:lnTo>
                <a:lnTo>
                  <a:pt x="768489" y="94399"/>
                </a:lnTo>
                <a:lnTo>
                  <a:pt x="799350" y="67818"/>
                </a:lnTo>
                <a:lnTo>
                  <a:pt x="819924" y="60960"/>
                </a:lnTo>
                <a:lnTo>
                  <a:pt x="815352" y="56388"/>
                </a:lnTo>
                <a:lnTo>
                  <a:pt x="787920" y="28956"/>
                </a:lnTo>
                <a:lnTo>
                  <a:pt x="771156" y="45720"/>
                </a:lnTo>
                <a:lnTo>
                  <a:pt x="623328" y="45720"/>
                </a:lnTo>
                <a:lnTo>
                  <a:pt x="640092" y="62484"/>
                </a:lnTo>
                <a:lnTo>
                  <a:pt x="661428" y="56388"/>
                </a:lnTo>
                <a:lnTo>
                  <a:pt x="771156" y="56388"/>
                </a:lnTo>
                <a:lnTo>
                  <a:pt x="730008" y="126492"/>
                </a:lnTo>
                <a:lnTo>
                  <a:pt x="708672" y="114300"/>
                </a:lnTo>
                <a:lnTo>
                  <a:pt x="709549" y="134543"/>
                </a:lnTo>
                <a:lnTo>
                  <a:pt x="710006" y="156210"/>
                </a:lnTo>
                <a:lnTo>
                  <a:pt x="710082" y="168211"/>
                </a:lnTo>
                <a:lnTo>
                  <a:pt x="710196" y="202692"/>
                </a:lnTo>
                <a:lnTo>
                  <a:pt x="601992" y="202692"/>
                </a:lnTo>
                <a:lnTo>
                  <a:pt x="615708" y="216408"/>
                </a:lnTo>
                <a:lnTo>
                  <a:pt x="630948" y="213360"/>
                </a:lnTo>
                <a:lnTo>
                  <a:pt x="710196" y="213360"/>
                </a:lnTo>
                <a:lnTo>
                  <a:pt x="710196" y="361188"/>
                </a:lnTo>
                <a:lnTo>
                  <a:pt x="705624" y="367284"/>
                </a:lnTo>
                <a:lnTo>
                  <a:pt x="698004" y="368808"/>
                </a:lnTo>
                <a:lnTo>
                  <a:pt x="690880" y="369366"/>
                </a:lnTo>
                <a:lnTo>
                  <a:pt x="678764" y="368617"/>
                </a:lnTo>
                <a:lnTo>
                  <a:pt x="661784" y="366458"/>
                </a:lnTo>
                <a:lnTo>
                  <a:pt x="640092" y="362712"/>
                </a:lnTo>
                <a:lnTo>
                  <a:pt x="640092" y="371856"/>
                </a:lnTo>
                <a:lnTo>
                  <a:pt x="664972" y="380390"/>
                </a:lnTo>
                <a:lnTo>
                  <a:pt x="682574" y="389763"/>
                </a:lnTo>
                <a:lnTo>
                  <a:pt x="693026" y="399719"/>
                </a:lnTo>
                <a:lnTo>
                  <a:pt x="696480" y="409956"/>
                </a:lnTo>
                <a:lnTo>
                  <a:pt x="714209" y="399935"/>
                </a:lnTo>
                <a:lnTo>
                  <a:pt x="726389" y="388048"/>
                </a:lnTo>
                <a:lnTo>
                  <a:pt x="733120" y="374167"/>
                </a:lnTo>
                <a:lnTo>
                  <a:pt x="733552" y="369366"/>
                </a:lnTo>
                <a:lnTo>
                  <a:pt x="734580" y="358140"/>
                </a:lnTo>
                <a:lnTo>
                  <a:pt x="734580" y="213360"/>
                </a:lnTo>
                <a:lnTo>
                  <a:pt x="848880" y="21336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pic>
        <p:nvPicPr>
          <p:cNvPr id="59" name="object 59"/>
          <p:cNvPicPr/>
          <p:nvPr/>
        </p:nvPicPr>
        <p:blipFill>
          <a:blip r:embed="rId6" cstate="print"/>
          <a:stretch>
            <a:fillRect/>
          </a:stretch>
        </p:blipFill>
        <p:spPr>
          <a:xfrm>
            <a:off x="3502151" y="4026408"/>
            <a:ext cx="97536" cy="94488"/>
          </a:xfrm>
          <a:prstGeom prst="rect">
            <a:avLst/>
          </a:prstGeom>
        </p:spPr>
      </p:pic>
      <p:sp>
        <p:nvSpPr>
          <p:cNvPr id="60" name="object 60"/>
          <p:cNvSpPr/>
          <p:nvPr/>
        </p:nvSpPr>
        <p:spPr>
          <a:xfrm>
            <a:off x="1751075" y="4533900"/>
            <a:ext cx="155575" cy="155575"/>
          </a:xfrm>
          <a:custGeom>
            <a:avLst/>
            <a:gdLst/>
            <a:ahLst/>
            <a:cxnLst/>
            <a:rect l="l" t="t" r="r" b="b"/>
            <a:pathLst>
              <a:path w="155575" h="155575">
                <a:moveTo>
                  <a:pt x="155448" y="155448"/>
                </a:moveTo>
                <a:lnTo>
                  <a:pt x="0" y="155448"/>
                </a:lnTo>
                <a:lnTo>
                  <a:pt x="0" y="0"/>
                </a:lnTo>
                <a:lnTo>
                  <a:pt x="155448" y="0"/>
                </a:lnTo>
                <a:lnTo>
                  <a:pt x="155448" y="155448"/>
                </a:lnTo>
                <a:close/>
              </a:path>
            </a:pathLst>
          </a:custGeom>
          <a:solidFill>
            <a:srgbClr val="3333C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" name="object 61"/>
          <p:cNvSpPr/>
          <p:nvPr/>
        </p:nvSpPr>
        <p:spPr>
          <a:xfrm>
            <a:off x="2127491" y="4343400"/>
            <a:ext cx="1289685" cy="391795"/>
          </a:xfrm>
          <a:custGeom>
            <a:avLst/>
            <a:gdLst/>
            <a:ahLst/>
            <a:cxnLst/>
            <a:rect l="l" t="t" r="r" b="b"/>
            <a:pathLst>
              <a:path w="1289685" h="391795">
                <a:moveTo>
                  <a:pt x="167652" y="320052"/>
                </a:moveTo>
                <a:lnTo>
                  <a:pt x="166128" y="313956"/>
                </a:lnTo>
                <a:lnTo>
                  <a:pt x="125831" y="323049"/>
                </a:lnTo>
                <a:lnTo>
                  <a:pt x="84975" y="331863"/>
                </a:lnTo>
                <a:lnTo>
                  <a:pt x="43535" y="340093"/>
                </a:lnTo>
                <a:lnTo>
                  <a:pt x="1536" y="347484"/>
                </a:lnTo>
                <a:lnTo>
                  <a:pt x="18300" y="379488"/>
                </a:lnTo>
                <a:lnTo>
                  <a:pt x="64592" y="356336"/>
                </a:lnTo>
                <a:lnTo>
                  <a:pt x="132410" y="332625"/>
                </a:lnTo>
                <a:lnTo>
                  <a:pt x="151384" y="326047"/>
                </a:lnTo>
                <a:lnTo>
                  <a:pt x="167652" y="320052"/>
                </a:lnTo>
                <a:close/>
              </a:path>
              <a:path w="1289685" h="391795">
                <a:moveTo>
                  <a:pt x="179844" y="109740"/>
                </a:moveTo>
                <a:lnTo>
                  <a:pt x="146316" y="83832"/>
                </a:lnTo>
                <a:lnTo>
                  <a:pt x="139115" y="99847"/>
                </a:lnTo>
                <a:lnTo>
                  <a:pt x="131076" y="116027"/>
                </a:lnTo>
                <a:lnTo>
                  <a:pt x="121881" y="132473"/>
                </a:lnTo>
                <a:lnTo>
                  <a:pt x="111264" y="149364"/>
                </a:lnTo>
                <a:lnTo>
                  <a:pt x="24396" y="155460"/>
                </a:lnTo>
                <a:lnTo>
                  <a:pt x="42392" y="135470"/>
                </a:lnTo>
                <a:lnTo>
                  <a:pt x="62115" y="109931"/>
                </a:lnTo>
                <a:lnTo>
                  <a:pt x="83540" y="78943"/>
                </a:lnTo>
                <a:lnTo>
                  <a:pt x="106692" y="42684"/>
                </a:lnTo>
                <a:lnTo>
                  <a:pt x="123456" y="32016"/>
                </a:lnTo>
                <a:lnTo>
                  <a:pt x="86880" y="9156"/>
                </a:lnTo>
                <a:lnTo>
                  <a:pt x="81140" y="28321"/>
                </a:lnTo>
                <a:lnTo>
                  <a:pt x="72974" y="49352"/>
                </a:lnTo>
                <a:lnTo>
                  <a:pt x="48780" y="97548"/>
                </a:lnTo>
                <a:lnTo>
                  <a:pt x="22682" y="137934"/>
                </a:lnTo>
                <a:lnTo>
                  <a:pt x="0" y="155460"/>
                </a:lnTo>
                <a:lnTo>
                  <a:pt x="15252" y="187464"/>
                </a:lnTo>
                <a:lnTo>
                  <a:pt x="57924" y="169176"/>
                </a:lnTo>
                <a:lnTo>
                  <a:pt x="69367" y="166649"/>
                </a:lnTo>
                <a:lnTo>
                  <a:pt x="92849" y="161023"/>
                </a:lnTo>
                <a:lnTo>
                  <a:pt x="67449" y="212509"/>
                </a:lnTo>
                <a:lnTo>
                  <a:pt x="31254" y="250139"/>
                </a:lnTo>
                <a:lnTo>
                  <a:pt x="12204" y="260616"/>
                </a:lnTo>
                <a:lnTo>
                  <a:pt x="32016" y="294144"/>
                </a:lnTo>
                <a:lnTo>
                  <a:pt x="72732" y="272707"/>
                </a:lnTo>
                <a:lnTo>
                  <a:pt x="112839" y="259092"/>
                </a:lnTo>
                <a:lnTo>
                  <a:pt x="122504" y="256235"/>
                </a:lnTo>
                <a:lnTo>
                  <a:pt x="155460" y="246900"/>
                </a:lnTo>
                <a:lnTo>
                  <a:pt x="153936" y="240804"/>
                </a:lnTo>
                <a:lnTo>
                  <a:pt x="41160" y="259092"/>
                </a:lnTo>
                <a:lnTo>
                  <a:pt x="72605" y="227088"/>
                </a:lnTo>
                <a:lnTo>
                  <a:pt x="103073" y="192798"/>
                </a:lnTo>
                <a:lnTo>
                  <a:pt x="130810" y="158508"/>
                </a:lnTo>
                <a:lnTo>
                  <a:pt x="132664" y="156222"/>
                </a:lnTo>
                <a:lnTo>
                  <a:pt x="133235" y="155460"/>
                </a:lnTo>
                <a:lnTo>
                  <a:pt x="161556" y="117360"/>
                </a:lnTo>
                <a:lnTo>
                  <a:pt x="179844" y="109740"/>
                </a:lnTo>
                <a:close/>
              </a:path>
              <a:path w="1289685" h="391795">
                <a:moveTo>
                  <a:pt x="384060" y="201180"/>
                </a:moveTo>
                <a:lnTo>
                  <a:pt x="366890" y="163842"/>
                </a:lnTo>
                <a:lnTo>
                  <a:pt x="323481" y="140982"/>
                </a:lnTo>
                <a:lnTo>
                  <a:pt x="289242" y="126504"/>
                </a:lnTo>
                <a:lnTo>
                  <a:pt x="274332" y="120408"/>
                </a:lnTo>
                <a:lnTo>
                  <a:pt x="299478" y="87071"/>
                </a:lnTo>
                <a:lnTo>
                  <a:pt x="324624" y="54876"/>
                </a:lnTo>
                <a:lnTo>
                  <a:pt x="338594" y="47256"/>
                </a:lnTo>
                <a:lnTo>
                  <a:pt x="341388" y="45732"/>
                </a:lnTo>
                <a:lnTo>
                  <a:pt x="315480" y="19824"/>
                </a:lnTo>
                <a:lnTo>
                  <a:pt x="298716" y="36588"/>
                </a:lnTo>
                <a:lnTo>
                  <a:pt x="161556" y="36588"/>
                </a:lnTo>
                <a:lnTo>
                  <a:pt x="176796" y="51828"/>
                </a:lnTo>
                <a:lnTo>
                  <a:pt x="186436" y="49822"/>
                </a:lnTo>
                <a:lnTo>
                  <a:pt x="196799" y="48399"/>
                </a:lnTo>
                <a:lnTo>
                  <a:pt x="207441" y="47536"/>
                </a:lnTo>
                <a:lnTo>
                  <a:pt x="217944" y="47256"/>
                </a:lnTo>
                <a:lnTo>
                  <a:pt x="297192" y="47256"/>
                </a:lnTo>
                <a:lnTo>
                  <a:pt x="264045" y="97548"/>
                </a:lnTo>
                <a:lnTo>
                  <a:pt x="228612" y="138696"/>
                </a:lnTo>
                <a:lnTo>
                  <a:pt x="187274" y="174129"/>
                </a:lnTo>
                <a:lnTo>
                  <a:pt x="135648" y="207276"/>
                </a:lnTo>
                <a:lnTo>
                  <a:pt x="137172" y="214896"/>
                </a:lnTo>
                <a:lnTo>
                  <a:pt x="184797" y="192036"/>
                </a:lnTo>
                <a:lnTo>
                  <a:pt x="220992" y="169176"/>
                </a:lnTo>
                <a:lnTo>
                  <a:pt x="259994" y="136804"/>
                </a:lnTo>
                <a:lnTo>
                  <a:pt x="269760" y="126504"/>
                </a:lnTo>
                <a:lnTo>
                  <a:pt x="299999" y="146837"/>
                </a:lnTo>
                <a:lnTo>
                  <a:pt x="324243" y="164604"/>
                </a:lnTo>
                <a:lnTo>
                  <a:pt x="342188" y="180073"/>
                </a:lnTo>
                <a:lnTo>
                  <a:pt x="353580" y="193560"/>
                </a:lnTo>
                <a:lnTo>
                  <a:pt x="359879" y="200672"/>
                </a:lnTo>
                <a:lnTo>
                  <a:pt x="365201" y="205943"/>
                </a:lnTo>
                <a:lnTo>
                  <a:pt x="369646" y="209194"/>
                </a:lnTo>
                <a:lnTo>
                  <a:pt x="373392" y="210324"/>
                </a:lnTo>
                <a:lnTo>
                  <a:pt x="376440" y="210324"/>
                </a:lnTo>
                <a:lnTo>
                  <a:pt x="377964" y="208800"/>
                </a:lnTo>
                <a:lnTo>
                  <a:pt x="381012" y="204228"/>
                </a:lnTo>
                <a:lnTo>
                  <a:pt x="384060" y="201180"/>
                </a:lnTo>
                <a:close/>
              </a:path>
              <a:path w="1289685" h="391795">
                <a:moveTo>
                  <a:pt x="405396" y="379488"/>
                </a:moveTo>
                <a:lnTo>
                  <a:pt x="374916" y="347484"/>
                </a:lnTo>
                <a:lnTo>
                  <a:pt x="353580" y="368820"/>
                </a:lnTo>
                <a:lnTo>
                  <a:pt x="272808" y="368820"/>
                </a:lnTo>
                <a:lnTo>
                  <a:pt x="272808" y="249948"/>
                </a:lnTo>
                <a:lnTo>
                  <a:pt x="373392" y="249948"/>
                </a:lnTo>
                <a:lnTo>
                  <a:pt x="344436" y="219468"/>
                </a:lnTo>
                <a:lnTo>
                  <a:pt x="323100" y="240804"/>
                </a:lnTo>
                <a:lnTo>
                  <a:pt x="170700" y="240804"/>
                </a:lnTo>
                <a:lnTo>
                  <a:pt x="185940" y="256044"/>
                </a:lnTo>
                <a:lnTo>
                  <a:pt x="195364" y="253796"/>
                </a:lnTo>
                <a:lnTo>
                  <a:pt x="205371" y="251853"/>
                </a:lnTo>
                <a:lnTo>
                  <a:pt x="215938" y="250469"/>
                </a:lnTo>
                <a:lnTo>
                  <a:pt x="227088" y="249948"/>
                </a:lnTo>
                <a:lnTo>
                  <a:pt x="248424" y="249948"/>
                </a:lnTo>
                <a:lnTo>
                  <a:pt x="248424" y="368820"/>
                </a:lnTo>
                <a:lnTo>
                  <a:pt x="124980" y="368820"/>
                </a:lnTo>
                <a:lnTo>
                  <a:pt x="140220" y="384060"/>
                </a:lnTo>
                <a:lnTo>
                  <a:pt x="150507" y="382054"/>
                </a:lnTo>
                <a:lnTo>
                  <a:pt x="160794" y="380631"/>
                </a:lnTo>
                <a:lnTo>
                  <a:pt x="171081" y="379768"/>
                </a:lnTo>
                <a:lnTo>
                  <a:pt x="181368" y="379488"/>
                </a:lnTo>
                <a:lnTo>
                  <a:pt x="405396" y="379488"/>
                </a:lnTo>
                <a:close/>
              </a:path>
              <a:path w="1289685" h="391795">
                <a:moveTo>
                  <a:pt x="541020" y="74676"/>
                </a:moveTo>
                <a:lnTo>
                  <a:pt x="519328" y="41897"/>
                </a:lnTo>
                <a:lnTo>
                  <a:pt x="483108" y="19812"/>
                </a:lnTo>
                <a:lnTo>
                  <a:pt x="478536" y="24384"/>
                </a:lnTo>
                <a:lnTo>
                  <a:pt x="489115" y="36982"/>
                </a:lnTo>
                <a:lnTo>
                  <a:pt x="497967" y="49720"/>
                </a:lnTo>
                <a:lnTo>
                  <a:pt x="505117" y="62750"/>
                </a:lnTo>
                <a:lnTo>
                  <a:pt x="510540" y="76200"/>
                </a:lnTo>
                <a:lnTo>
                  <a:pt x="515112" y="89916"/>
                </a:lnTo>
                <a:lnTo>
                  <a:pt x="519684" y="97536"/>
                </a:lnTo>
                <a:lnTo>
                  <a:pt x="527304" y="97536"/>
                </a:lnTo>
                <a:lnTo>
                  <a:pt x="530352" y="96012"/>
                </a:lnTo>
                <a:lnTo>
                  <a:pt x="537972" y="88392"/>
                </a:lnTo>
                <a:lnTo>
                  <a:pt x="541020" y="82296"/>
                </a:lnTo>
                <a:lnTo>
                  <a:pt x="541020" y="74676"/>
                </a:lnTo>
                <a:close/>
              </a:path>
              <a:path w="1289685" h="391795">
                <a:moveTo>
                  <a:pt x="665988" y="207264"/>
                </a:moveTo>
                <a:lnTo>
                  <a:pt x="643115" y="169735"/>
                </a:lnTo>
                <a:lnTo>
                  <a:pt x="600456" y="137160"/>
                </a:lnTo>
                <a:lnTo>
                  <a:pt x="597408" y="143256"/>
                </a:lnTo>
                <a:lnTo>
                  <a:pt x="610133" y="160020"/>
                </a:lnTo>
                <a:lnTo>
                  <a:pt x="621030" y="176593"/>
                </a:lnTo>
                <a:lnTo>
                  <a:pt x="629564" y="192773"/>
                </a:lnTo>
                <a:lnTo>
                  <a:pt x="635508" y="208788"/>
                </a:lnTo>
                <a:lnTo>
                  <a:pt x="638937" y="218795"/>
                </a:lnTo>
                <a:lnTo>
                  <a:pt x="642366" y="225933"/>
                </a:lnTo>
                <a:lnTo>
                  <a:pt x="645795" y="230225"/>
                </a:lnTo>
                <a:lnTo>
                  <a:pt x="649224" y="231648"/>
                </a:lnTo>
                <a:lnTo>
                  <a:pt x="652272" y="231648"/>
                </a:lnTo>
                <a:lnTo>
                  <a:pt x="655320" y="230124"/>
                </a:lnTo>
                <a:lnTo>
                  <a:pt x="659892" y="225552"/>
                </a:lnTo>
                <a:lnTo>
                  <a:pt x="662940" y="220980"/>
                </a:lnTo>
                <a:lnTo>
                  <a:pt x="665988" y="214884"/>
                </a:lnTo>
                <a:lnTo>
                  <a:pt x="665988" y="207264"/>
                </a:lnTo>
                <a:close/>
              </a:path>
              <a:path w="1289685" h="391795">
                <a:moveTo>
                  <a:pt x="845820" y="112776"/>
                </a:moveTo>
                <a:lnTo>
                  <a:pt x="815340" y="80772"/>
                </a:lnTo>
                <a:lnTo>
                  <a:pt x="792480" y="102108"/>
                </a:lnTo>
                <a:lnTo>
                  <a:pt x="754380" y="102108"/>
                </a:lnTo>
                <a:lnTo>
                  <a:pt x="754380" y="33528"/>
                </a:lnTo>
                <a:lnTo>
                  <a:pt x="768096" y="19812"/>
                </a:lnTo>
                <a:lnTo>
                  <a:pt x="728472" y="0"/>
                </a:lnTo>
                <a:lnTo>
                  <a:pt x="728713" y="16598"/>
                </a:lnTo>
                <a:lnTo>
                  <a:pt x="729195" y="36982"/>
                </a:lnTo>
                <a:lnTo>
                  <a:pt x="729767" y="67843"/>
                </a:lnTo>
                <a:lnTo>
                  <a:pt x="729996" y="102108"/>
                </a:lnTo>
                <a:lnTo>
                  <a:pt x="560832" y="102108"/>
                </a:lnTo>
                <a:lnTo>
                  <a:pt x="576072" y="118872"/>
                </a:lnTo>
                <a:lnTo>
                  <a:pt x="585812" y="116001"/>
                </a:lnTo>
                <a:lnTo>
                  <a:pt x="594550" y="114109"/>
                </a:lnTo>
                <a:lnTo>
                  <a:pt x="602437" y="113093"/>
                </a:lnTo>
                <a:lnTo>
                  <a:pt x="609600" y="112776"/>
                </a:lnTo>
                <a:lnTo>
                  <a:pt x="729996" y="112776"/>
                </a:lnTo>
                <a:lnTo>
                  <a:pt x="729996" y="301752"/>
                </a:lnTo>
                <a:lnTo>
                  <a:pt x="725424" y="306336"/>
                </a:lnTo>
                <a:lnTo>
                  <a:pt x="719328" y="306336"/>
                </a:lnTo>
                <a:lnTo>
                  <a:pt x="711568" y="306044"/>
                </a:lnTo>
                <a:lnTo>
                  <a:pt x="699516" y="305193"/>
                </a:lnTo>
                <a:lnTo>
                  <a:pt x="661416" y="301752"/>
                </a:lnTo>
                <a:lnTo>
                  <a:pt x="661416" y="307860"/>
                </a:lnTo>
                <a:lnTo>
                  <a:pt x="683780" y="314693"/>
                </a:lnTo>
                <a:lnTo>
                  <a:pt x="700849" y="323672"/>
                </a:lnTo>
                <a:lnTo>
                  <a:pt x="713066" y="334645"/>
                </a:lnTo>
                <a:lnTo>
                  <a:pt x="720852" y="347484"/>
                </a:lnTo>
                <a:lnTo>
                  <a:pt x="729195" y="344004"/>
                </a:lnTo>
                <a:lnTo>
                  <a:pt x="753833" y="310349"/>
                </a:lnTo>
                <a:lnTo>
                  <a:pt x="754380" y="301752"/>
                </a:lnTo>
                <a:lnTo>
                  <a:pt x="754380" y="112776"/>
                </a:lnTo>
                <a:lnTo>
                  <a:pt x="845820" y="112776"/>
                </a:lnTo>
                <a:close/>
              </a:path>
              <a:path w="1289685" h="391795">
                <a:moveTo>
                  <a:pt x="851916" y="356628"/>
                </a:moveTo>
                <a:lnTo>
                  <a:pt x="831278" y="358648"/>
                </a:lnTo>
                <a:lnTo>
                  <a:pt x="778764" y="362724"/>
                </a:lnTo>
                <a:lnTo>
                  <a:pt x="764197" y="362953"/>
                </a:lnTo>
                <a:lnTo>
                  <a:pt x="736765" y="364007"/>
                </a:lnTo>
                <a:lnTo>
                  <a:pt x="689419" y="363296"/>
                </a:lnTo>
                <a:lnTo>
                  <a:pt x="649224" y="361188"/>
                </a:lnTo>
                <a:lnTo>
                  <a:pt x="595871" y="351980"/>
                </a:lnTo>
                <a:lnTo>
                  <a:pt x="558927" y="332625"/>
                </a:lnTo>
                <a:lnTo>
                  <a:pt x="537972" y="317004"/>
                </a:lnTo>
                <a:lnTo>
                  <a:pt x="537972" y="181356"/>
                </a:lnTo>
                <a:lnTo>
                  <a:pt x="546544" y="173736"/>
                </a:lnTo>
                <a:lnTo>
                  <a:pt x="551688" y="169164"/>
                </a:lnTo>
                <a:lnTo>
                  <a:pt x="527304" y="144780"/>
                </a:lnTo>
                <a:lnTo>
                  <a:pt x="509016" y="163068"/>
                </a:lnTo>
                <a:lnTo>
                  <a:pt x="441960" y="163068"/>
                </a:lnTo>
                <a:lnTo>
                  <a:pt x="458724" y="179832"/>
                </a:lnTo>
                <a:lnTo>
                  <a:pt x="468160" y="176961"/>
                </a:lnTo>
                <a:lnTo>
                  <a:pt x="478155" y="175069"/>
                </a:lnTo>
                <a:lnTo>
                  <a:pt x="488734" y="174053"/>
                </a:lnTo>
                <a:lnTo>
                  <a:pt x="499872" y="173736"/>
                </a:lnTo>
                <a:lnTo>
                  <a:pt x="513588" y="173736"/>
                </a:lnTo>
                <a:lnTo>
                  <a:pt x="513588" y="317004"/>
                </a:lnTo>
                <a:lnTo>
                  <a:pt x="495617" y="329552"/>
                </a:lnTo>
                <a:lnTo>
                  <a:pt x="478345" y="341960"/>
                </a:lnTo>
                <a:lnTo>
                  <a:pt x="461949" y="354076"/>
                </a:lnTo>
                <a:lnTo>
                  <a:pt x="446532" y="365772"/>
                </a:lnTo>
                <a:lnTo>
                  <a:pt x="470916" y="390156"/>
                </a:lnTo>
                <a:lnTo>
                  <a:pt x="478040" y="378104"/>
                </a:lnTo>
                <a:lnTo>
                  <a:pt x="485584" y="366915"/>
                </a:lnTo>
                <a:lnTo>
                  <a:pt x="516636" y="332244"/>
                </a:lnTo>
                <a:lnTo>
                  <a:pt x="527304" y="327672"/>
                </a:lnTo>
                <a:lnTo>
                  <a:pt x="531837" y="328815"/>
                </a:lnTo>
                <a:lnTo>
                  <a:pt x="538353" y="332244"/>
                </a:lnTo>
                <a:lnTo>
                  <a:pt x="546595" y="337959"/>
                </a:lnTo>
                <a:lnTo>
                  <a:pt x="556260" y="345960"/>
                </a:lnTo>
                <a:lnTo>
                  <a:pt x="567118" y="355409"/>
                </a:lnTo>
                <a:lnTo>
                  <a:pt x="579120" y="363296"/>
                </a:lnTo>
                <a:lnTo>
                  <a:pt x="622604" y="379171"/>
                </a:lnTo>
                <a:lnTo>
                  <a:pt x="662711" y="385406"/>
                </a:lnTo>
                <a:lnTo>
                  <a:pt x="816864" y="391680"/>
                </a:lnTo>
                <a:lnTo>
                  <a:pt x="818921" y="382244"/>
                </a:lnTo>
                <a:lnTo>
                  <a:pt x="825246" y="374535"/>
                </a:lnTo>
                <a:lnTo>
                  <a:pt x="836155" y="368528"/>
                </a:lnTo>
                <a:lnTo>
                  <a:pt x="851916" y="364248"/>
                </a:lnTo>
                <a:lnTo>
                  <a:pt x="851916" y="356628"/>
                </a:lnTo>
                <a:close/>
              </a:path>
              <a:path w="1289685" h="391795">
                <a:moveTo>
                  <a:pt x="1289304" y="192024"/>
                </a:moveTo>
                <a:lnTo>
                  <a:pt x="1251204" y="153924"/>
                </a:lnTo>
                <a:lnTo>
                  <a:pt x="1216152" y="181356"/>
                </a:lnTo>
                <a:lnTo>
                  <a:pt x="893064" y="181356"/>
                </a:lnTo>
                <a:lnTo>
                  <a:pt x="908304" y="196596"/>
                </a:lnTo>
                <a:lnTo>
                  <a:pt x="918908" y="194602"/>
                </a:lnTo>
                <a:lnTo>
                  <a:pt x="930211" y="193167"/>
                </a:lnTo>
                <a:lnTo>
                  <a:pt x="942390" y="192316"/>
                </a:lnTo>
                <a:lnTo>
                  <a:pt x="955548" y="192024"/>
                </a:lnTo>
                <a:lnTo>
                  <a:pt x="1289304" y="19202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" name="object 62"/>
          <p:cNvSpPr/>
          <p:nvPr/>
        </p:nvSpPr>
        <p:spPr>
          <a:xfrm>
            <a:off x="3467100" y="4343400"/>
            <a:ext cx="375920" cy="405765"/>
          </a:xfrm>
          <a:custGeom>
            <a:avLst/>
            <a:gdLst/>
            <a:ahLst/>
            <a:cxnLst/>
            <a:rect l="l" t="t" r="r" b="b"/>
            <a:pathLst>
              <a:path w="375920" h="405764">
                <a:moveTo>
                  <a:pt x="45719" y="56388"/>
                </a:moveTo>
                <a:lnTo>
                  <a:pt x="45719" y="48767"/>
                </a:lnTo>
                <a:lnTo>
                  <a:pt x="94868" y="44172"/>
                </a:lnTo>
                <a:lnTo>
                  <a:pt x="139445" y="39433"/>
                </a:lnTo>
                <a:lnTo>
                  <a:pt x="179450" y="34409"/>
                </a:lnTo>
                <a:lnTo>
                  <a:pt x="246840" y="22931"/>
                </a:lnTo>
                <a:lnTo>
                  <a:pt x="302752" y="8596"/>
                </a:lnTo>
                <a:lnTo>
                  <a:pt x="326135" y="0"/>
                </a:lnTo>
                <a:lnTo>
                  <a:pt x="353080" y="32932"/>
                </a:lnTo>
                <a:lnTo>
                  <a:pt x="338947" y="32932"/>
                </a:lnTo>
                <a:lnTo>
                  <a:pt x="322325" y="33337"/>
                </a:lnTo>
                <a:lnTo>
                  <a:pt x="303418" y="34599"/>
                </a:lnTo>
                <a:lnTo>
                  <a:pt x="281939" y="36576"/>
                </a:lnTo>
                <a:lnTo>
                  <a:pt x="260222" y="39100"/>
                </a:lnTo>
                <a:lnTo>
                  <a:pt x="216788" y="44719"/>
                </a:lnTo>
                <a:lnTo>
                  <a:pt x="195071" y="47243"/>
                </a:lnTo>
                <a:lnTo>
                  <a:pt x="198258" y="48767"/>
                </a:lnTo>
                <a:lnTo>
                  <a:pt x="187451" y="48767"/>
                </a:lnTo>
                <a:lnTo>
                  <a:pt x="100583" y="54292"/>
                </a:lnTo>
                <a:lnTo>
                  <a:pt x="69151" y="55840"/>
                </a:lnTo>
                <a:lnTo>
                  <a:pt x="45719" y="56388"/>
                </a:lnTo>
                <a:close/>
              </a:path>
              <a:path w="375920" h="405764">
                <a:moveTo>
                  <a:pt x="353567" y="33528"/>
                </a:moveTo>
                <a:lnTo>
                  <a:pt x="338947" y="32932"/>
                </a:lnTo>
                <a:lnTo>
                  <a:pt x="353080" y="32932"/>
                </a:lnTo>
                <a:lnTo>
                  <a:pt x="353567" y="33528"/>
                </a:lnTo>
                <a:close/>
              </a:path>
              <a:path w="375920" h="405764">
                <a:moveTo>
                  <a:pt x="86867" y="172212"/>
                </a:moveTo>
                <a:lnTo>
                  <a:pt x="70103" y="137160"/>
                </a:lnTo>
                <a:lnTo>
                  <a:pt x="82391" y="135207"/>
                </a:lnTo>
                <a:lnTo>
                  <a:pt x="96392" y="129540"/>
                </a:lnTo>
                <a:lnTo>
                  <a:pt x="129539" y="108204"/>
                </a:lnTo>
                <a:lnTo>
                  <a:pt x="161353" y="80772"/>
                </a:lnTo>
                <a:lnTo>
                  <a:pt x="187451" y="48767"/>
                </a:lnTo>
                <a:lnTo>
                  <a:pt x="198258" y="48767"/>
                </a:lnTo>
                <a:lnTo>
                  <a:pt x="230123" y="64007"/>
                </a:lnTo>
                <a:lnTo>
                  <a:pt x="217598" y="67770"/>
                </a:lnTo>
                <a:lnTo>
                  <a:pt x="203072" y="74675"/>
                </a:lnTo>
                <a:lnTo>
                  <a:pt x="186832" y="85010"/>
                </a:lnTo>
                <a:lnTo>
                  <a:pt x="169163" y="99060"/>
                </a:lnTo>
                <a:lnTo>
                  <a:pt x="149994" y="113609"/>
                </a:lnTo>
                <a:lnTo>
                  <a:pt x="133540" y="125158"/>
                </a:lnTo>
                <a:lnTo>
                  <a:pt x="119657" y="133564"/>
                </a:lnTo>
                <a:lnTo>
                  <a:pt x="108203" y="138684"/>
                </a:lnTo>
                <a:lnTo>
                  <a:pt x="274923" y="138684"/>
                </a:lnTo>
                <a:lnTo>
                  <a:pt x="269890" y="141732"/>
                </a:lnTo>
                <a:lnTo>
                  <a:pt x="264569" y="144780"/>
                </a:lnTo>
                <a:lnTo>
                  <a:pt x="230123" y="144780"/>
                </a:lnTo>
                <a:lnTo>
                  <a:pt x="197524" y="148185"/>
                </a:lnTo>
                <a:lnTo>
                  <a:pt x="148899" y="154424"/>
                </a:lnTo>
                <a:lnTo>
                  <a:pt x="107441" y="164020"/>
                </a:lnTo>
                <a:lnTo>
                  <a:pt x="96583" y="167901"/>
                </a:lnTo>
                <a:lnTo>
                  <a:pt x="86867" y="172212"/>
                </a:lnTo>
                <a:close/>
              </a:path>
              <a:path w="375920" h="405764">
                <a:moveTo>
                  <a:pt x="274923" y="138684"/>
                </a:moveTo>
                <a:lnTo>
                  <a:pt x="108203" y="138684"/>
                </a:lnTo>
                <a:lnTo>
                  <a:pt x="245363" y="134112"/>
                </a:lnTo>
                <a:lnTo>
                  <a:pt x="260508" y="122682"/>
                </a:lnTo>
                <a:lnTo>
                  <a:pt x="273938" y="111252"/>
                </a:lnTo>
                <a:lnTo>
                  <a:pt x="285654" y="99822"/>
                </a:lnTo>
                <a:lnTo>
                  <a:pt x="295655" y="88392"/>
                </a:lnTo>
                <a:lnTo>
                  <a:pt x="329183" y="117348"/>
                </a:lnTo>
                <a:lnTo>
                  <a:pt x="318849" y="118443"/>
                </a:lnTo>
                <a:lnTo>
                  <a:pt x="308228" y="121539"/>
                </a:lnTo>
                <a:lnTo>
                  <a:pt x="297037" y="126349"/>
                </a:lnTo>
                <a:lnTo>
                  <a:pt x="284987" y="132588"/>
                </a:lnTo>
                <a:lnTo>
                  <a:pt x="274923" y="138684"/>
                </a:lnTo>
                <a:close/>
              </a:path>
              <a:path w="375920" h="405764">
                <a:moveTo>
                  <a:pt x="73151" y="262128"/>
                </a:moveTo>
                <a:lnTo>
                  <a:pt x="54863" y="230124"/>
                </a:lnTo>
                <a:lnTo>
                  <a:pt x="66317" y="227861"/>
                </a:lnTo>
                <a:lnTo>
                  <a:pt x="80200" y="223456"/>
                </a:lnTo>
                <a:lnTo>
                  <a:pt x="115823" y="208788"/>
                </a:lnTo>
                <a:lnTo>
                  <a:pt x="164972" y="183642"/>
                </a:lnTo>
                <a:lnTo>
                  <a:pt x="230123" y="144780"/>
                </a:lnTo>
                <a:lnTo>
                  <a:pt x="264569" y="144780"/>
                </a:lnTo>
                <a:lnTo>
                  <a:pt x="249935" y="153162"/>
                </a:lnTo>
                <a:lnTo>
                  <a:pt x="143065" y="212407"/>
                </a:lnTo>
                <a:lnTo>
                  <a:pt x="122658" y="223385"/>
                </a:lnTo>
                <a:lnTo>
                  <a:pt x="106679" y="231648"/>
                </a:lnTo>
                <a:lnTo>
                  <a:pt x="296036" y="231648"/>
                </a:lnTo>
                <a:lnTo>
                  <a:pt x="224027" y="236220"/>
                </a:lnTo>
                <a:lnTo>
                  <a:pt x="224027" y="240792"/>
                </a:lnTo>
                <a:lnTo>
                  <a:pt x="199643" y="240792"/>
                </a:lnTo>
                <a:lnTo>
                  <a:pt x="156019" y="244221"/>
                </a:lnTo>
                <a:lnTo>
                  <a:pt x="93344" y="256032"/>
                </a:lnTo>
                <a:lnTo>
                  <a:pt x="82248" y="258937"/>
                </a:lnTo>
                <a:lnTo>
                  <a:pt x="73151" y="262128"/>
                </a:lnTo>
                <a:close/>
              </a:path>
              <a:path w="375920" h="405764">
                <a:moveTo>
                  <a:pt x="296036" y="231648"/>
                </a:moveTo>
                <a:lnTo>
                  <a:pt x="106679" y="231648"/>
                </a:lnTo>
                <a:lnTo>
                  <a:pt x="312419" y="220980"/>
                </a:lnTo>
                <a:lnTo>
                  <a:pt x="300180" y="209026"/>
                </a:lnTo>
                <a:lnTo>
                  <a:pt x="288797" y="198501"/>
                </a:lnTo>
                <a:lnTo>
                  <a:pt x="278558" y="189690"/>
                </a:lnTo>
                <a:lnTo>
                  <a:pt x="269747" y="182880"/>
                </a:lnTo>
                <a:lnTo>
                  <a:pt x="272795" y="178308"/>
                </a:lnTo>
                <a:lnTo>
                  <a:pt x="313943" y="194119"/>
                </a:lnTo>
                <a:lnTo>
                  <a:pt x="351377" y="214788"/>
                </a:lnTo>
                <a:lnTo>
                  <a:pt x="363107" y="230124"/>
                </a:lnTo>
                <a:lnTo>
                  <a:pt x="320039" y="230124"/>
                </a:lnTo>
                <a:lnTo>
                  <a:pt x="296036" y="231648"/>
                </a:lnTo>
                <a:close/>
              </a:path>
              <a:path w="375920" h="405764">
                <a:moveTo>
                  <a:pt x="352043" y="271272"/>
                </a:moveTo>
                <a:lnTo>
                  <a:pt x="347471" y="269748"/>
                </a:lnTo>
                <a:lnTo>
                  <a:pt x="341375" y="260604"/>
                </a:lnTo>
                <a:lnTo>
                  <a:pt x="337399" y="253484"/>
                </a:lnTo>
                <a:lnTo>
                  <a:pt x="332422" y="245935"/>
                </a:lnTo>
                <a:lnTo>
                  <a:pt x="326588" y="238101"/>
                </a:lnTo>
                <a:lnTo>
                  <a:pt x="320039" y="230124"/>
                </a:lnTo>
                <a:lnTo>
                  <a:pt x="363107" y="230124"/>
                </a:lnTo>
                <a:lnTo>
                  <a:pt x="364235" y="236220"/>
                </a:lnTo>
                <a:lnTo>
                  <a:pt x="363902" y="243054"/>
                </a:lnTo>
                <a:lnTo>
                  <a:pt x="362711" y="249745"/>
                </a:lnTo>
                <a:lnTo>
                  <a:pt x="360378" y="256151"/>
                </a:lnTo>
                <a:lnTo>
                  <a:pt x="356615" y="262128"/>
                </a:lnTo>
                <a:lnTo>
                  <a:pt x="352043" y="271272"/>
                </a:lnTo>
                <a:close/>
              </a:path>
              <a:path w="375920" h="405764">
                <a:moveTo>
                  <a:pt x="223488" y="364236"/>
                </a:moveTo>
                <a:lnTo>
                  <a:pt x="188975" y="364236"/>
                </a:lnTo>
                <a:lnTo>
                  <a:pt x="194071" y="362569"/>
                </a:lnTo>
                <a:lnTo>
                  <a:pt x="197738" y="357759"/>
                </a:lnTo>
                <a:lnTo>
                  <a:pt x="199691" y="350091"/>
                </a:lnTo>
                <a:lnTo>
                  <a:pt x="199643" y="240792"/>
                </a:lnTo>
                <a:lnTo>
                  <a:pt x="224027" y="240792"/>
                </a:lnTo>
                <a:lnTo>
                  <a:pt x="223960" y="353568"/>
                </a:lnTo>
                <a:lnTo>
                  <a:pt x="223488" y="364236"/>
                </a:lnTo>
                <a:close/>
              </a:path>
              <a:path w="375920" h="405764">
                <a:moveTo>
                  <a:pt x="3047" y="391668"/>
                </a:moveTo>
                <a:lnTo>
                  <a:pt x="0" y="385572"/>
                </a:lnTo>
                <a:lnTo>
                  <a:pt x="19145" y="374475"/>
                </a:lnTo>
                <a:lnTo>
                  <a:pt x="37781" y="361902"/>
                </a:lnTo>
                <a:lnTo>
                  <a:pt x="73151" y="333756"/>
                </a:lnTo>
                <a:lnTo>
                  <a:pt x="105346" y="301561"/>
                </a:lnTo>
                <a:lnTo>
                  <a:pt x="129539" y="268224"/>
                </a:lnTo>
                <a:lnTo>
                  <a:pt x="161543" y="298704"/>
                </a:lnTo>
                <a:lnTo>
                  <a:pt x="123610" y="317992"/>
                </a:lnTo>
                <a:lnTo>
                  <a:pt x="81057" y="348805"/>
                </a:lnTo>
                <a:lnTo>
                  <a:pt x="56768" y="364236"/>
                </a:lnTo>
                <a:lnTo>
                  <a:pt x="30765" y="378523"/>
                </a:lnTo>
                <a:lnTo>
                  <a:pt x="3047" y="391668"/>
                </a:lnTo>
                <a:close/>
              </a:path>
              <a:path w="375920" h="405764">
                <a:moveTo>
                  <a:pt x="364235" y="388620"/>
                </a:moveTo>
                <a:lnTo>
                  <a:pt x="362711" y="388620"/>
                </a:lnTo>
                <a:lnTo>
                  <a:pt x="358782" y="387215"/>
                </a:lnTo>
                <a:lnTo>
                  <a:pt x="354139" y="383095"/>
                </a:lnTo>
                <a:lnTo>
                  <a:pt x="349210" y="376404"/>
                </a:lnTo>
                <a:lnTo>
                  <a:pt x="344423" y="367284"/>
                </a:lnTo>
                <a:lnTo>
                  <a:pt x="331565" y="349853"/>
                </a:lnTo>
                <a:lnTo>
                  <a:pt x="311276" y="329565"/>
                </a:lnTo>
                <a:lnTo>
                  <a:pt x="283559" y="306419"/>
                </a:lnTo>
                <a:lnTo>
                  <a:pt x="248411" y="280416"/>
                </a:lnTo>
                <a:lnTo>
                  <a:pt x="251459" y="274320"/>
                </a:lnTo>
                <a:lnTo>
                  <a:pt x="288631" y="290941"/>
                </a:lnTo>
                <a:lnTo>
                  <a:pt x="339542" y="315039"/>
                </a:lnTo>
                <a:lnTo>
                  <a:pt x="373499" y="345590"/>
                </a:lnTo>
                <a:lnTo>
                  <a:pt x="375436" y="361021"/>
                </a:lnTo>
                <a:lnTo>
                  <a:pt x="375362" y="364236"/>
                </a:lnTo>
                <a:lnTo>
                  <a:pt x="375094" y="368808"/>
                </a:lnTo>
                <a:lnTo>
                  <a:pt x="373832" y="374570"/>
                </a:lnTo>
                <a:lnTo>
                  <a:pt x="371855" y="379476"/>
                </a:lnTo>
                <a:lnTo>
                  <a:pt x="367283" y="385572"/>
                </a:lnTo>
                <a:lnTo>
                  <a:pt x="364235" y="388620"/>
                </a:lnTo>
                <a:close/>
              </a:path>
              <a:path w="375920" h="405764">
                <a:moveTo>
                  <a:pt x="184403" y="405384"/>
                </a:moveTo>
                <a:lnTo>
                  <a:pt x="180974" y="392549"/>
                </a:lnTo>
                <a:lnTo>
                  <a:pt x="170687" y="381571"/>
                </a:lnTo>
                <a:lnTo>
                  <a:pt x="153542" y="372594"/>
                </a:lnTo>
                <a:lnTo>
                  <a:pt x="129539" y="365760"/>
                </a:lnTo>
                <a:lnTo>
                  <a:pt x="129539" y="358140"/>
                </a:lnTo>
                <a:lnTo>
                  <a:pt x="150399" y="361021"/>
                </a:lnTo>
                <a:lnTo>
                  <a:pt x="167258" y="362902"/>
                </a:lnTo>
                <a:lnTo>
                  <a:pt x="180117" y="363926"/>
                </a:lnTo>
                <a:lnTo>
                  <a:pt x="188975" y="364236"/>
                </a:lnTo>
                <a:lnTo>
                  <a:pt x="223488" y="364236"/>
                </a:lnTo>
                <a:lnTo>
                  <a:pt x="223194" y="370879"/>
                </a:lnTo>
                <a:lnTo>
                  <a:pt x="216217" y="386143"/>
                </a:lnTo>
                <a:lnTo>
                  <a:pt x="203239" y="397692"/>
                </a:lnTo>
                <a:lnTo>
                  <a:pt x="184403" y="40538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" name="object 63"/>
          <p:cNvSpPr/>
          <p:nvPr/>
        </p:nvSpPr>
        <p:spPr>
          <a:xfrm>
            <a:off x="3912108" y="4351020"/>
            <a:ext cx="382905" cy="399415"/>
          </a:xfrm>
          <a:custGeom>
            <a:avLst/>
            <a:gdLst/>
            <a:ahLst/>
            <a:cxnLst/>
            <a:rect l="l" t="t" r="r" b="b"/>
            <a:pathLst>
              <a:path w="382904" h="399414">
                <a:moveTo>
                  <a:pt x="27432" y="56388"/>
                </a:moveTo>
                <a:lnTo>
                  <a:pt x="12192" y="41148"/>
                </a:lnTo>
                <a:lnTo>
                  <a:pt x="195072" y="41148"/>
                </a:lnTo>
                <a:lnTo>
                  <a:pt x="216408" y="18288"/>
                </a:lnTo>
                <a:lnTo>
                  <a:pt x="249935" y="51816"/>
                </a:lnTo>
                <a:lnTo>
                  <a:pt x="68580" y="51816"/>
                </a:lnTo>
                <a:lnTo>
                  <a:pt x="58293" y="52101"/>
                </a:lnTo>
                <a:lnTo>
                  <a:pt x="48006" y="52959"/>
                </a:lnTo>
                <a:lnTo>
                  <a:pt x="37719" y="54387"/>
                </a:lnTo>
                <a:lnTo>
                  <a:pt x="27432" y="56388"/>
                </a:lnTo>
                <a:close/>
              </a:path>
              <a:path w="382904" h="399414">
                <a:moveTo>
                  <a:pt x="12192" y="262128"/>
                </a:moveTo>
                <a:lnTo>
                  <a:pt x="6096" y="257555"/>
                </a:lnTo>
                <a:lnTo>
                  <a:pt x="25503" y="230647"/>
                </a:lnTo>
                <a:lnTo>
                  <a:pt x="42481" y="204597"/>
                </a:lnTo>
                <a:lnTo>
                  <a:pt x="68580" y="153924"/>
                </a:lnTo>
                <a:lnTo>
                  <a:pt x="88963" y="104584"/>
                </a:lnTo>
                <a:lnTo>
                  <a:pt x="103632" y="51816"/>
                </a:lnTo>
                <a:lnTo>
                  <a:pt x="135636" y="51816"/>
                </a:lnTo>
                <a:lnTo>
                  <a:pt x="128778" y="72056"/>
                </a:lnTo>
                <a:lnTo>
                  <a:pt x="121920" y="91440"/>
                </a:lnTo>
                <a:lnTo>
                  <a:pt x="115042" y="109728"/>
                </a:lnTo>
                <a:lnTo>
                  <a:pt x="108204" y="126492"/>
                </a:lnTo>
                <a:lnTo>
                  <a:pt x="212284" y="126492"/>
                </a:lnTo>
                <a:lnTo>
                  <a:pt x="222504" y="135636"/>
                </a:lnTo>
                <a:lnTo>
                  <a:pt x="219891" y="137160"/>
                </a:lnTo>
                <a:lnTo>
                  <a:pt x="103632" y="137160"/>
                </a:lnTo>
                <a:lnTo>
                  <a:pt x="99702" y="145446"/>
                </a:lnTo>
                <a:lnTo>
                  <a:pt x="90130" y="163734"/>
                </a:lnTo>
                <a:lnTo>
                  <a:pt x="85344" y="173736"/>
                </a:lnTo>
                <a:lnTo>
                  <a:pt x="92362" y="179832"/>
                </a:lnTo>
                <a:lnTo>
                  <a:pt x="80772" y="179832"/>
                </a:lnTo>
                <a:lnTo>
                  <a:pt x="65341" y="201263"/>
                </a:lnTo>
                <a:lnTo>
                  <a:pt x="48768" y="222123"/>
                </a:lnTo>
                <a:lnTo>
                  <a:pt x="31051" y="242411"/>
                </a:lnTo>
                <a:lnTo>
                  <a:pt x="12192" y="262128"/>
                </a:lnTo>
                <a:close/>
              </a:path>
              <a:path w="382904" h="399414">
                <a:moveTo>
                  <a:pt x="212284" y="126492"/>
                </a:moveTo>
                <a:lnTo>
                  <a:pt x="176784" y="126492"/>
                </a:lnTo>
                <a:lnTo>
                  <a:pt x="193548" y="109728"/>
                </a:lnTo>
                <a:lnTo>
                  <a:pt x="212284" y="126492"/>
                </a:lnTo>
                <a:close/>
              </a:path>
              <a:path w="382904" h="399414">
                <a:moveTo>
                  <a:pt x="3048" y="394716"/>
                </a:moveTo>
                <a:lnTo>
                  <a:pt x="0" y="388620"/>
                </a:lnTo>
                <a:lnTo>
                  <a:pt x="35694" y="366045"/>
                </a:lnTo>
                <a:lnTo>
                  <a:pt x="67246" y="341757"/>
                </a:lnTo>
                <a:lnTo>
                  <a:pt x="117348" y="288036"/>
                </a:lnTo>
                <a:lnTo>
                  <a:pt x="153924" y="222885"/>
                </a:lnTo>
                <a:lnTo>
                  <a:pt x="168783" y="182594"/>
                </a:lnTo>
                <a:lnTo>
                  <a:pt x="181356" y="137160"/>
                </a:lnTo>
                <a:lnTo>
                  <a:pt x="219891" y="137160"/>
                </a:lnTo>
                <a:lnTo>
                  <a:pt x="204216" y="146304"/>
                </a:lnTo>
                <a:lnTo>
                  <a:pt x="195929" y="177736"/>
                </a:lnTo>
                <a:lnTo>
                  <a:pt x="187071" y="205740"/>
                </a:lnTo>
                <a:lnTo>
                  <a:pt x="167640" y="251460"/>
                </a:lnTo>
                <a:lnTo>
                  <a:pt x="143446" y="289369"/>
                </a:lnTo>
                <a:lnTo>
                  <a:pt x="111252" y="326136"/>
                </a:lnTo>
                <a:lnTo>
                  <a:pt x="65722" y="360426"/>
                </a:lnTo>
                <a:lnTo>
                  <a:pt x="36456" y="377571"/>
                </a:lnTo>
                <a:lnTo>
                  <a:pt x="3048" y="394716"/>
                </a:lnTo>
                <a:close/>
              </a:path>
              <a:path w="382904" h="399414">
                <a:moveTo>
                  <a:pt x="109728" y="259079"/>
                </a:moveTo>
                <a:lnTo>
                  <a:pt x="105156" y="259079"/>
                </a:lnTo>
                <a:lnTo>
                  <a:pt x="102108" y="251460"/>
                </a:lnTo>
                <a:lnTo>
                  <a:pt x="100584" y="237743"/>
                </a:lnTo>
                <a:lnTo>
                  <a:pt x="98345" y="224623"/>
                </a:lnTo>
                <a:lnTo>
                  <a:pt x="94107" y="210502"/>
                </a:lnTo>
                <a:lnTo>
                  <a:pt x="88153" y="195524"/>
                </a:lnTo>
                <a:lnTo>
                  <a:pt x="80772" y="179832"/>
                </a:lnTo>
                <a:lnTo>
                  <a:pt x="92362" y="179832"/>
                </a:lnTo>
                <a:lnTo>
                  <a:pt x="105084" y="190881"/>
                </a:lnTo>
                <a:lnTo>
                  <a:pt x="118681" y="205740"/>
                </a:lnTo>
                <a:lnTo>
                  <a:pt x="126277" y="218313"/>
                </a:lnTo>
                <a:lnTo>
                  <a:pt x="128016" y="228600"/>
                </a:lnTo>
                <a:lnTo>
                  <a:pt x="126563" y="237767"/>
                </a:lnTo>
                <a:lnTo>
                  <a:pt x="124396" y="244792"/>
                </a:lnTo>
                <a:lnTo>
                  <a:pt x="121372" y="249816"/>
                </a:lnTo>
                <a:lnTo>
                  <a:pt x="117348" y="252984"/>
                </a:lnTo>
                <a:lnTo>
                  <a:pt x="109728" y="259079"/>
                </a:lnTo>
                <a:close/>
              </a:path>
              <a:path w="382904" h="399414">
                <a:moveTo>
                  <a:pt x="367135" y="355092"/>
                </a:moveTo>
                <a:lnTo>
                  <a:pt x="326136" y="355092"/>
                </a:lnTo>
                <a:lnTo>
                  <a:pt x="334137" y="353901"/>
                </a:lnTo>
                <a:lnTo>
                  <a:pt x="339852" y="350139"/>
                </a:lnTo>
                <a:lnTo>
                  <a:pt x="343281" y="343519"/>
                </a:lnTo>
                <a:lnTo>
                  <a:pt x="344424" y="333756"/>
                </a:lnTo>
                <a:lnTo>
                  <a:pt x="344347" y="73152"/>
                </a:lnTo>
                <a:lnTo>
                  <a:pt x="344185" y="54006"/>
                </a:lnTo>
                <a:lnTo>
                  <a:pt x="343650" y="30480"/>
                </a:lnTo>
                <a:lnTo>
                  <a:pt x="343138" y="12858"/>
                </a:lnTo>
                <a:lnTo>
                  <a:pt x="342900" y="0"/>
                </a:lnTo>
                <a:lnTo>
                  <a:pt x="382524" y="16764"/>
                </a:lnTo>
                <a:lnTo>
                  <a:pt x="368808" y="30480"/>
                </a:lnTo>
                <a:lnTo>
                  <a:pt x="368723" y="343519"/>
                </a:lnTo>
                <a:lnTo>
                  <a:pt x="367135" y="355092"/>
                </a:lnTo>
                <a:close/>
              </a:path>
              <a:path w="382904" h="399414">
                <a:moveTo>
                  <a:pt x="259080" y="312420"/>
                </a:moveTo>
                <a:lnTo>
                  <a:pt x="259961" y="282154"/>
                </a:lnTo>
                <a:lnTo>
                  <a:pt x="260413" y="250888"/>
                </a:lnTo>
                <a:lnTo>
                  <a:pt x="260580" y="218765"/>
                </a:lnTo>
                <a:lnTo>
                  <a:pt x="260580" y="153947"/>
                </a:lnTo>
                <a:lnTo>
                  <a:pt x="260413" y="124396"/>
                </a:lnTo>
                <a:lnTo>
                  <a:pt x="259961" y="97416"/>
                </a:lnTo>
                <a:lnTo>
                  <a:pt x="259080" y="73152"/>
                </a:lnTo>
                <a:lnTo>
                  <a:pt x="297180" y="88392"/>
                </a:lnTo>
                <a:lnTo>
                  <a:pt x="283464" y="102108"/>
                </a:lnTo>
                <a:lnTo>
                  <a:pt x="283487" y="259961"/>
                </a:lnTo>
                <a:lnTo>
                  <a:pt x="283654" y="274129"/>
                </a:lnTo>
                <a:lnTo>
                  <a:pt x="284106" y="288012"/>
                </a:lnTo>
                <a:lnTo>
                  <a:pt x="284987" y="301752"/>
                </a:lnTo>
                <a:lnTo>
                  <a:pt x="259080" y="312420"/>
                </a:lnTo>
                <a:close/>
              </a:path>
              <a:path w="382904" h="399414">
                <a:moveTo>
                  <a:pt x="324612" y="399287"/>
                </a:moveTo>
                <a:lnTo>
                  <a:pt x="320397" y="385572"/>
                </a:lnTo>
                <a:lnTo>
                  <a:pt x="308038" y="374142"/>
                </a:lnTo>
                <a:lnTo>
                  <a:pt x="287964" y="364998"/>
                </a:lnTo>
                <a:lnTo>
                  <a:pt x="260604" y="358140"/>
                </a:lnTo>
                <a:lnTo>
                  <a:pt x="260604" y="350520"/>
                </a:lnTo>
                <a:lnTo>
                  <a:pt x="282844" y="352520"/>
                </a:lnTo>
                <a:lnTo>
                  <a:pt x="301371" y="353949"/>
                </a:lnTo>
                <a:lnTo>
                  <a:pt x="315896" y="354806"/>
                </a:lnTo>
                <a:lnTo>
                  <a:pt x="326136" y="355092"/>
                </a:lnTo>
                <a:lnTo>
                  <a:pt x="367135" y="355092"/>
                </a:lnTo>
                <a:lnTo>
                  <a:pt x="366188" y="361997"/>
                </a:lnTo>
                <a:lnTo>
                  <a:pt x="358140" y="377952"/>
                </a:lnTo>
                <a:lnTo>
                  <a:pt x="344376" y="390477"/>
                </a:lnTo>
                <a:lnTo>
                  <a:pt x="324612" y="39928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" name="object 64"/>
          <p:cNvSpPr/>
          <p:nvPr/>
        </p:nvSpPr>
        <p:spPr>
          <a:xfrm>
            <a:off x="4384547" y="4344923"/>
            <a:ext cx="356870" cy="402590"/>
          </a:xfrm>
          <a:custGeom>
            <a:avLst/>
            <a:gdLst/>
            <a:ahLst/>
            <a:cxnLst/>
            <a:rect l="l" t="t" r="r" b="b"/>
            <a:pathLst>
              <a:path w="356870" h="402589">
                <a:moveTo>
                  <a:pt x="53340" y="91440"/>
                </a:moveTo>
                <a:lnTo>
                  <a:pt x="44196" y="91440"/>
                </a:lnTo>
                <a:lnTo>
                  <a:pt x="51339" y="63436"/>
                </a:lnTo>
                <a:lnTo>
                  <a:pt x="56769" y="38862"/>
                </a:lnTo>
                <a:lnTo>
                  <a:pt x="60483" y="17716"/>
                </a:lnTo>
                <a:lnTo>
                  <a:pt x="62484" y="0"/>
                </a:lnTo>
                <a:lnTo>
                  <a:pt x="100584" y="21336"/>
                </a:lnTo>
                <a:lnTo>
                  <a:pt x="91487" y="29075"/>
                </a:lnTo>
                <a:lnTo>
                  <a:pt x="80391" y="43243"/>
                </a:lnTo>
                <a:lnTo>
                  <a:pt x="67579" y="63984"/>
                </a:lnTo>
                <a:lnTo>
                  <a:pt x="53340" y="91440"/>
                </a:lnTo>
                <a:close/>
              </a:path>
              <a:path w="356870" h="402589">
                <a:moveTo>
                  <a:pt x="147828" y="192024"/>
                </a:moveTo>
                <a:lnTo>
                  <a:pt x="143256" y="188976"/>
                </a:lnTo>
                <a:lnTo>
                  <a:pt x="160162" y="161472"/>
                </a:lnTo>
                <a:lnTo>
                  <a:pt x="174498" y="135826"/>
                </a:lnTo>
                <a:lnTo>
                  <a:pt x="196596" y="88392"/>
                </a:lnTo>
                <a:lnTo>
                  <a:pt x="211836" y="44958"/>
                </a:lnTo>
                <a:lnTo>
                  <a:pt x="222503" y="1524"/>
                </a:lnTo>
                <a:lnTo>
                  <a:pt x="260603" y="24384"/>
                </a:lnTo>
                <a:lnTo>
                  <a:pt x="252864" y="32361"/>
                </a:lnTo>
                <a:lnTo>
                  <a:pt x="243268" y="47053"/>
                </a:lnTo>
                <a:lnTo>
                  <a:pt x="231671" y="68318"/>
                </a:lnTo>
                <a:lnTo>
                  <a:pt x="217932" y="96012"/>
                </a:lnTo>
                <a:lnTo>
                  <a:pt x="349419" y="96012"/>
                </a:lnTo>
                <a:lnTo>
                  <a:pt x="356616" y="103632"/>
                </a:lnTo>
                <a:lnTo>
                  <a:pt x="352806" y="106680"/>
                </a:lnTo>
                <a:lnTo>
                  <a:pt x="213360" y="106680"/>
                </a:lnTo>
                <a:lnTo>
                  <a:pt x="197977" y="130944"/>
                </a:lnTo>
                <a:lnTo>
                  <a:pt x="181737" y="153352"/>
                </a:lnTo>
                <a:lnTo>
                  <a:pt x="164925" y="173759"/>
                </a:lnTo>
                <a:lnTo>
                  <a:pt x="147828" y="192024"/>
                </a:lnTo>
                <a:close/>
              </a:path>
              <a:path w="356870" h="402589">
                <a:moveTo>
                  <a:pt x="147379" y="91440"/>
                </a:moveTo>
                <a:lnTo>
                  <a:pt x="111252" y="91440"/>
                </a:lnTo>
                <a:lnTo>
                  <a:pt x="128016" y="73152"/>
                </a:lnTo>
                <a:lnTo>
                  <a:pt x="147379" y="91440"/>
                </a:lnTo>
                <a:close/>
              </a:path>
              <a:path w="356870" h="402589">
                <a:moveTo>
                  <a:pt x="0" y="399288"/>
                </a:moveTo>
                <a:lnTo>
                  <a:pt x="816" y="361188"/>
                </a:lnTo>
                <a:lnTo>
                  <a:pt x="914" y="355092"/>
                </a:lnTo>
                <a:lnTo>
                  <a:pt x="1333" y="317182"/>
                </a:lnTo>
                <a:lnTo>
                  <a:pt x="1427" y="178308"/>
                </a:lnTo>
                <a:lnTo>
                  <a:pt x="1310" y="153352"/>
                </a:lnTo>
                <a:lnTo>
                  <a:pt x="891" y="115824"/>
                </a:lnTo>
                <a:lnTo>
                  <a:pt x="0" y="74676"/>
                </a:lnTo>
                <a:lnTo>
                  <a:pt x="25908" y="91440"/>
                </a:lnTo>
                <a:lnTo>
                  <a:pt x="147379" y="91440"/>
                </a:lnTo>
                <a:lnTo>
                  <a:pt x="155448" y="99060"/>
                </a:lnTo>
                <a:lnTo>
                  <a:pt x="153162" y="100584"/>
                </a:lnTo>
                <a:lnTo>
                  <a:pt x="24384" y="100584"/>
                </a:lnTo>
                <a:lnTo>
                  <a:pt x="24384" y="213360"/>
                </a:lnTo>
                <a:lnTo>
                  <a:pt x="137471" y="213360"/>
                </a:lnTo>
                <a:lnTo>
                  <a:pt x="137525" y="222504"/>
                </a:lnTo>
                <a:lnTo>
                  <a:pt x="24384" y="222504"/>
                </a:lnTo>
                <a:lnTo>
                  <a:pt x="24384" y="344424"/>
                </a:lnTo>
                <a:lnTo>
                  <a:pt x="138498" y="344424"/>
                </a:lnTo>
                <a:lnTo>
                  <a:pt x="138565" y="355092"/>
                </a:lnTo>
                <a:lnTo>
                  <a:pt x="24384" y="355092"/>
                </a:lnTo>
                <a:lnTo>
                  <a:pt x="24384" y="384048"/>
                </a:lnTo>
                <a:lnTo>
                  <a:pt x="0" y="399288"/>
                </a:lnTo>
                <a:close/>
              </a:path>
              <a:path w="356870" h="402589">
                <a:moveTo>
                  <a:pt x="349419" y="96012"/>
                </a:moveTo>
                <a:lnTo>
                  <a:pt x="310896" y="96012"/>
                </a:lnTo>
                <a:lnTo>
                  <a:pt x="330708" y="76200"/>
                </a:lnTo>
                <a:lnTo>
                  <a:pt x="349419" y="96012"/>
                </a:lnTo>
                <a:close/>
              </a:path>
              <a:path w="356870" h="402589">
                <a:moveTo>
                  <a:pt x="137471" y="213360"/>
                </a:moveTo>
                <a:lnTo>
                  <a:pt x="114300" y="213360"/>
                </a:lnTo>
                <a:lnTo>
                  <a:pt x="114300" y="100584"/>
                </a:lnTo>
                <a:lnTo>
                  <a:pt x="153162" y="100584"/>
                </a:lnTo>
                <a:lnTo>
                  <a:pt x="137160" y="111252"/>
                </a:lnTo>
                <a:lnTo>
                  <a:pt x="137264" y="161472"/>
                </a:lnTo>
                <a:lnTo>
                  <a:pt x="137391" y="199644"/>
                </a:lnTo>
                <a:lnTo>
                  <a:pt x="137471" y="213360"/>
                </a:lnTo>
                <a:close/>
              </a:path>
              <a:path w="356870" h="402589">
                <a:moveTo>
                  <a:pt x="326880" y="361188"/>
                </a:moveTo>
                <a:lnTo>
                  <a:pt x="283464" y="361188"/>
                </a:lnTo>
                <a:lnTo>
                  <a:pt x="291965" y="359211"/>
                </a:lnTo>
                <a:lnTo>
                  <a:pt x="298894" y="353377"/>
                </a:lnTo>
                <a:lnTo>
                  <a:pt x="308620" y="305360"/>
                </a:lnTo>
                <a:lnTo>
                  <a:pt x="310896" y="259842"/>
                </a:lnTo>
                <a:lnTo>
                  <a:pt x="313146" y="194571"/>
                </a:lnTo>
                <a:lnTo>
                  <a:pt x="315467" y="106680"/>
                </a:lnTo>
                <a:lnTo>
                  <a:pt x="352806" y="106680"/>
                </a:lnTo>
                <a:lnTo>
                  <a:pt x="341376" y="115824"/>
                </a:lnTo>
                <a:lnTo>
                  <a:pt x="339535" y="190085"/>
                </a:lnTo>
                <a:lnTo>
                  <a:pt x="337620" y="250155"/>
                </a:lnTo>
                <a:lnTo>
                  <a:pt x="335560" y="296107"/>
                </a:lnTo>
                <a:lnTo>
                  <a:pt x="333280" y="328013"/>
                </a:lnTo>
                <a:lnTo>
                  <a:pt x="330708" y="345948"/>
                </a:lnTo>
                <a:lnTo>
                  <a:pt x="327874" y="358521"/>
                </a:lnTo>
                <a:lnTo>
                  <a:pt x="326880" y="361188"/>
                </a:lnTo>
                <a:close/>
              </a:path>
              <a:path w="356870" h="402589">
                <a:moveTo>
                  <a:pt x="231648" y="269748"/>
                </a:moveTo>
                <a:lnTo>
                  <a:pt x="230124" y="269748"/>
                </a:lnTo>
                <a:lnTo>
                  <a:pt x="226742" y="268295"/>
                </a:lnTo>
                <a:lnTo>
                  <a:pt x="223647" y="263842"/>
                </a:lnTo>
                <a:lnTo>
                  <a:pt x="221122" y="256246"/>
                </a:lnTo>
                <a:lnTo>
                  <a:pt x="219456" y="245364"/>
                </a:lnTo>
                <a:lnTo>
                  <a:pt x="214884" y="228242"/>
                </a:lnTo>
                <a:lnTo>
                  <a:pt x="208026" y="211264"/>
                </a:lnTo>
                <a:lnTo>
                  <a:pt x="198882" y="194571"/>
                </a:lnTo>
                <a:lnTo>
                  <a:pt x="187452" y="178308"/>
                </a:lnTo>
                <a:lnTo>
                  <a:pt x="192024" y="172212"/>
                </a:lnTo>
                <a:lnTo>
                  <a:pt x="224409" y="199644"/>
                </a:lnTo>
                <a:lnTo>
                  <a:pt x="246888" y="236220"/>
                </a:lnTo>
                <a:lnTo>
                  <a:pt x="246888" y="248412"/>
                </a:lnTo>
                <a:lnTo>
                  <a:pt x="245364" y="256032"/>
                </a:lnTo>
                <a:lnTo>
                  <a:pt x="240791" y="260603"/>
                </a:lnTo>
                <a:lnTo>
                  <a:pt x="236220" y="266700"/>
                </a:lnTo>
                <a:lnTo>
                  <a:pt x="231648" y="269748"/>
                </a:lnTo>
                <a:close/>
              </a:path>
              <a:path w="356870" h="402589">
                <a:moveTo>
                  <a:pt x="138498" y="344424"/>
                </a:moveTo>
                <a:lnTo>
                  <a:pt x="114300" y="344424"/>
                </a:lnTo>
                <a:lnTo>
                  <a:pt x="114300" y="222504"/>
                </a:lnTo>
                <a:lnTo>
                  <a:pt x="137525" y="222504"/>
                </a:lnTo>
                <a:lnTo>
                  <a:pt x="137731" y="256032"/>
                </a:lnTo>
                <a:lnTo>
                  <a:pt x="138498" y="344424"/>
                </a:lnTo>
                <a:close/>
              </a:path>
              <a:path w="356870" h="402589">
                <a:moveTo>
                  <a:pt x="278891" y="402336"/>
                </a:moveTo>
                <a:lnTo>
                  <a:pt x="271772" y="389477"/>
                </a:lnTo>
                <a:lnTo>
                  <a:pt x="259651" y="378333"/>
                </a:lnTo>
                <a:lnTo>
                  <a:pt x="242673" y="368903"/>
                </a:lnTo>
                <a:lnTo>
                  <a:pt x="220979" y="361188"/>
                </a:lnTo>
                <a:lnTo>
                  <a:pt x="220979" y="352044"/>
                </a:lnTo>
                <a:lnTo>
                  <a:pt x="241244" y="356044"/>
                </a:lnTo>
                <a:lnTo>
                  <a:pt x="258508" y="358902"/>
                </a:lnTo>
                <a:lnTo>
                  <a:pt x="272629" y="360616"/>
                </a:lnTo>
                <a:lnTo>
                  <a:pt x="283464" y="361188"/>
                </a:lnTo>
                <a:lnTo>
                  <a:pt x="326880" y="361188"/>
                </a:lnTo>
                <a:lnTo>
                  <a:pt x="324040" y="368808"/>
                </a:lnTo>
                <a:lnTo>
                  <a:pt x="289726" y="397740"/>
                </a:lnTo>
                <a:lnTo>
                  <a:pt x="278891" y="402336"/>
                </a:lnTo>
                <a:close/>
              </a:path>
              <a:path w="356870" h="402589">
                <a:moveTo>
                  <a:pt x="114300" y="391668"/>
                </a:moveTo>
                <a:lnTo>
                  <a:pt x="114300" y="355092"/>
                </a:lnTo>
                <a:lnTo>
                  <a:pt x="138565" y="355092"/>
                </a:lnTo>
                <a:lnTo>
                  <a:pt x="138684" y="377952"/>
                </a:lnTo>
                <a:lnTo>
                  <a:pt x="114300" y="39166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" name="object 65"/>
          <p:cNvSpPr/>
          <p:nvPr/>
        </p:nvSpPr>
        <p:spPr>
          <a:xfrm>
            <a:off x="4794504" y="4346447"/>
            <a:ext cx="390525" cy="405765"/>
          </a:xfrm>
          <a:custGeom>
            <a:avLst/>
            <a:gdLst/>
            <a:ahLst/>
            <a:cxnLst/>
            <a:rect l="l" t="t" r="r" b="b"/>
            <a:pathLst>
              <a:path w="390525" h="405764">
                <a:moveTo>
                  <a:pt x="102108" y="102107"/>
                </a:moveTo>
                <a:lnTo>
                  <a:pt x="80772" y="102107"/>
                </a:lnTo>
                <a:lnTo>
                  <a:pt x="80510" y="70080"/>
                </a:lnTo>
                <a:lnTo>
                  <a:pt x="79819" y="42481"/>
                </a:lnTo>
                <a:lnTo>
                  <a:pt x="78843" y="19169"/>
                </a:lnTo>
                <a:lnTo>
                  <a:pt x="77724" y="0"/>
                </a:lnTo>
                <a:lnTo>
                  <a:pt x="118872" y="22859"/>
                </a:lnTo>
                <a:lnTo>
                  <a:pt x="102108" y="33527"/>
                </a:lnTo>
                <a:lnTo>
                  <a:pt x="102108" y="102107"/>
                </a:lnTo>
                <a:close/>
              </a:path>
              <a:path w="390525" h="405764">
                <a:moveTo>
                  <a:pt x="172212" y="53339"/>
                </a:moveTo>
                <a:lnTo>
                  <a:pt x="158496" y="39624"/>
                </a:lnTo>
                <a:lnTo>
                  <a:pt x="347472" y="39624"/>
                </a:lnTo>
                <a:lnTo>
                  <a:pt x="362712" y="21335"/>
                </a:lnTo>
                <a:lnTo>
                  <a:pt x="390144" y="44195"/>
                </a:lnTo>
                <a:lnTo>
                  <a:pt x="383857" y="48767"/>
                </a:lnTo>
                <a:lnTo>
                  <a:pt x="193548" y="48767"/>
                </a:lnTo>
                <a:lnTo>
                  <a:pt x="172212" y="53339"/>
                </a:lnTo>
                <a:close/>
              </a:path>
              <a:path w="390525" h="405764">
                <a:moveTo>
                  <a:pt x="146304" y="230123"/>
                </a:moveTo>
                <a:lnTo>
                  <a:pt x="143256" y="225551"/>
                </a:lnTo>
                <a:lnTo>
                  <a:pt x="177212" y="193214"/>
                </a:lnTo>
                <a:lnTo>
                  <a:pt x="203454" y="153161"/>
                </a:lnTo>
                <a:lnTo>
                  <a:pt x="221694" y="105108"/>
                </a:lnTo>
                <a:lnTo>
                  <a:pt x="231648" y="48767"/>
                </a:lnTo>
                <a:lnTo>
                  <a:pt x="257555" y="48767"/>
                </a:lnTo>
                <a:lnTo>
                  <a:pt x="247302" y="99230"/>
                </a:lnTo>
                <a:lnTo>
                  <a:pt x="231123" y="142670"/>
                </a:lnTo>
                <a:lnTo>
                  <a:pt x="208946" y="179015"/>
                </a:lnTo>
                <a:lnTo>
                  <a:pt x="180697" y="208190"/>
                </a:lnTo>
                <a:lnTo>
                  <a:pt x="146304" y="230123"/>
                </a:lnTo>
                <a:close/>
              </a:path>
              <a:path w="390525" h="405764">
                <a:moveTo>
                  <a:pt x="359069" y="166401"/>
                </a:moveTo>
                <a:lnTo>
                  <a:pt x="320540" y="166401"/>
                </a:lnTo>
                <a:lnTo>
                  <a:pt x="327660" y="166115"/>
                </a:lnTo>
                <a:lnTo>
                  <a:pt x="331065" y="163520"/>
                </a:lnTo>
                <a:lnTo>
                  <a:pt x="342161" y="121419"/>
                </a:lnTo>
                <a:lnTo>
                  <a:pt x="347352" y="77366"/>
                </a:lnTo>
                <a:lnTo>
                  <a:pt x="350520" y="48767"/>
                </a:lnTo>
                <a:lnTo>
                  <a:pt x="383857" y="48767"/>
                </a:lnTo>
                <a:lnTo>
                  <a:pt x="373380" y="56387"/>
                </a:lnTo>
                <a:lnTo>
                  <a:pt x="369379" y="106608"/>
                </a:lnTo>
                <a:lnTo>
                  <a:pt x="364236" y="144970"/>
                </a:lnTo>
                <a:lnTo>
                  <a:pt x="359069" y="166401"/>
                </a:lnTo>
                <a:close/>
              </a:path>
              <a:path w="390525" h="405764">
                <a:moveTo>
                  <a:pt x="18288" y="115823"/>
                </a:moveTo>
                <a:lnTo>
                  <a:pt x="3048" y="102107"/>
                </a:lnTo>
                <a:lnTo>
                  <a:pt x="129540" y="102107"/>
                </a:lnTo>
                <a:lnTo>
                  <a:pt x="147828" y="82295"/>
                </a:lnTo>
                <a:lnTo>
                  <a:pt x="178308" y="111251"/>
                </a:lnTo>
                <a:lnTo>
                  <a:pt x="36576" y="111251"/>
                </a:lnTo>
                <a:lnTo>
                  <a:pt x="18288" y="115823"/>
                </a:lnTo>
                <a:close/>
              </a:path>
              <a:path w="390525" h="405764">
                <a:moveTo>
                  <a:pt x="21336" y="265175"/>
                </a:moveTo>
                <a:lnTo>
                  <a:pt x="0" y="233171"/>
                </a:lnTo>
                <a:lnTo>
                  <a:pt x="11763" y="230362"/>
                </a:lnTo>
                <a:lnTo>
                  <a:pt x="28956" y="224408"/>
                </a:lnTo>
                <a:lnTo>
                  <a:pt x="80772" y="204215"/>
                </a:lnTo>
                <a:lnTo>
                  <a:pt x="80772" y="111251"/>
                </a:lnTo>
                <a:lnTo>
                  <a:pt x="102108" y="111251"/>
                </a:lnTo>
                <a:lnTo>
                  <a:pt x="102108" y="195071"/>
                </a:lnTo>
                <a:lnTo>
                  <a:pt x="134874" y="195071"/>
                </a:lnTo>
                <a:lnTo>
                  <a:pt x="102108" y="213359"/>
                </a:lnTo>
                <a:lnTo>
                  <a:pt x="102108" y="222503"/>
                </a:lnTo>
                <a:lnTo>
                  <a:pt x="80772" y="222503"/>
                </a:lnTo>
                <a:lnTo>
                  <a:pt x="56959" y="236600"/>
                </a:lnTo>
                <a:lnTo>
                  <a:pt x="44553" y="244363"/>
                </a:lnTo>
                <a:lnTo>
                  <a:pt x="32004" y="252983"/>
                </a:lnTo>
                <a:lnTo>
                  <a:pt x="21336" y="265175"/>
                </a:lnTo>
                <a:close/>
              </a:path>
              <a:path w="390525" h="405764">
                <a:moveTo>
                  <a:pt x="310896" y="204215"/>
                </a:moveTo>
                <a:lnTo>
                  <a:pt x="309800" y="192452"/>
                </a:lnTo>
                <a:lnTo>
                  <a:pt x="302133" y="182117"/>
                </a:lnTo>
                <a:lnTo>
                  <a:pt x="288178" y="172926"/>
                </a:lnTo>
                <a:lnTo>
                  <a:pt x="268224" y="164591"/>
                </a:lnTo>
                <a:lnTo>
                  <a:pt x="269748" y="156971"/>
                </a:lnTo>
                <a:lnTo>
                  <a:pt x="291441" y="161829"/>
                </a:lnTo>
                <a:lnTo>
                  <a:pt x="308419" y="164972"/>
                </a:lnTo>
                <a:lnTo>
                  <a:pt x="320540" y="166401"/>
                </a:lnTo>
                <a:lnTo>
                  <a:pt x="359069" y="166401"/>
                </a:lnTo>
                <a:lnTo>
                  <a:pt x="357949" y="171045"/>
                </a:lnTo>
                <a:lnTo>
                  <a:pt x="350520" y="184403"/>
                </a:lnTo>
                <a:lnTo>
                  <a:pt x="342828" y="191571"/>
                </a:lnTo>
                <a:lnTo>
                  <a:pt x="333565" y="197167"/>
                </a:lnTo>
                <a:lnTo>
                  <a:pt x="322873" y="201334"/>
                </a:lnTo>
                <a:lnTo>
                  <a:pt x="310896" y="204215"/>
                </a:lnTo>
                <a:close/>
              </a:path>
              <a:path w="390525" h="405764">
                <a:moveTo>
                  <a:pt x="134874" y="195071"/>
                </a:moveTo>
                <a:lnTo>
                  <a:pt x="102108" y="195071"/>
                </a:lnTo>
                <a:lnTo>
                  <a:pt x="163068" y="169163"/>
                </a:lnTo>
                <a:lnTo>
                  <a:pt x="167640" y="176783"/>
                </a:lnTo>
                <a:lnTo>
                  <a:pt x="134874" y="195071"/>
                </a:lnTo>
                <a:close/>
              </a:path>
              <a:path w="390525" h="405764">
                <a:moveTo>
                  <a:pt x="370449" y="228599"/>
                </a:moveTo>
                <a:lnTo>
                  <a:pt x="338328" y="228599"/>
                </a:lnTo>
                <a:lnTo>
                  <a:pt x="350520" y="213359"/>
                </a:lnTo>
                <a:lnTo>
                  <a:pt x="370449" y="228599"/>
                </a:lnTo>
                <a:close/>
              </a:path>
              <a:path w="390525" h="405764">
                <a:moveTo>
                  <a:pt x="187452" y="394715"/>
                </a:moveTo>
                <a:lnTo>
                  <a:pt x="188571" y="375046"/>
                </a:lnTo>
                <a:lnTo>
                  <a:pt x="189562" y="352258"/>
                </a:lnTo>
                <a:lnTo>
                  <a:pt x="190238" y="328279"/>
                </a:lnTo>
                <a:lnTo>
                  <a:pt x="190500" y="301751"/>
                </a:lnTo>
                <a:lnTo>
                  <a:pt x="190238" y="275534"/>
                </a:lnTo>
                <a:lnTo>
                  <a:pt x="189547" y="252031"/>
                </a:lnTo>
                <a:lnTo>
                  <a:pt x="188571" y="231671"/>
                </a:lnTo>
                <a:lnTo>
                  <a:pt x="187452" y="214883"/>
                </a:lnTo>
                <a:lnTo>
                  <a:pt x="211836" y="228599"/>
                </a:lnTo>
                <a:lnTo>
                  <a:pt x="370449" y="228599"/>
                </a:lnTo>
                <a:lnTo>
                  <a:pt x="376428" y="233171"/>
                </a:lnTo>
                <a:lnTo>
                  <a:pt x="369570" y="239267"/>
                </a:lnTo>
                <a:lnTo>
                  <a:pt x="211836" y="239267"/>
                </a:lnTo>
                <a:lnTo>
                  <a:pt x="211836" y="353567"/>
                </a:lnTo>
                <a:lnTo>
                  <a:pt x="363273" y="353567"/>
                </a:lnTo>
                <a:lnTo>
                  <a:pt x="363391" y="359854"/>
                </a:lnTo>
                <a:lnTo>
                  <a:pt x="363566" y="364235"/>
                </a:lnTo>
                <a:lnTo>
                  <a:pt x="211836" y="364235"/>
                </a:lnTo>
                <a:lnTo>
                  <a:pt x="211836" y="387095"/>
                </a:lnTo>
                <a:lnTo>
                  <a:pt x="187452" y="394715"/>
                </a:lnTo>
                <a:close/>
              </a:path>
              <a:path w="390525" h="405764">
                <a:moveTo>
                  <a:pt x="101842" y="365759"/>
                </a:moveTo>
                <a:lnTo>
                  <a:pt x="68580" y="365759"/>
                </a:lnTo>
                <a:lnTo>
                  <a:pt x="74342" y="364307"/>
                </a:lnTo>
                <a:lnTo>
                  <a:pt x="78105" y="359854"/>
                </a:lnTo>
                <a:lnTo>
                  <a:pt x="80152" y="352258"/>
                </a:lnTo>
                <a:lnTo>
                  <a:pt x="80772" y="341375"/>
                </a:lnTo>
                <a:lnTo>
                  <a:pt x="80772" y="222503"/>
                </a:lnTo>
                <a:lnTo>
                  <a:pt x="102108" y="222503"/>
                </a:lnTo>
                <a:lnTo>
                  <a:pt x="102041" y="364616"/>
                </a:lnTo>
                <a:lnTo>
                  <a:pt x="101842" y="365759"/>
                </a:lnTo>
                <a:close/>
              </a:path>
              <a:path w="390525" h="405764">
                <a:moveTo>
                  <a:pt x="363273" y="353567"/>
                </a:moveTo>
                <a:lnTo>
                  <a:pt x="339852" y="353567"/>
                </a:lnTo>
                <a:lnTo>
                  <a:pt x="339852" y="239267"/>
                </a:lnTo>
                <a:lnTo>
                  <a:pt x="369570" y="239267"/>
                </a:lnTo>
                <a:lnTo>
                  <a:pt x="362712" y="245363"/>
                </a:lnTo>
                <a:lnTo>
                  <a:pt x="362781" y="301751"/>
                </a:lnTo>
                <a:lnTo>
                  <a:pt x="362902" y="329183"/>
                </a:lnTo>
                <a:lnTo>
                  <a:pt x="363273" y="353567"/>
                </a:lnTo>
                <a:close/>
              </a:path>
              <a:path w="390525" h="405764">
                <a:moveTo>
                  <a:pt x="68580" y="405383"/>
                </a:moveTo>
                <a:lnTo>
                  <a:pt x="65698" y="395382"/>
                </a:lnTo>
                <a:lnTo>
                  <a:pt x="56959" y="385952"/>
                </a:lnTo>
                <a:lnTo>
                  <a:pt x="42219" y="377094"/>
                </a:lnTo>
                <a:lnTo>
                  <a:pt x="21336" y="368807"/>
                </a:lnTo>
                <a:lnTo>
                  <a:pt x="21336" y="361187"/>
                </a:lnTo>
                <a:lnTo>
                  <a:pt x="36433" y="363188"/>
                </a:lnTo>
                <a:lnTo>
                  <a:pt x="49530" y="364616"/>
                </a:lnTo>
                <a:lnTo>
                  <a:pt x="60340" y="365474"/>
                </a:lnTo>
                <a:lnTo>
                  <a:pt x="68580" y="365759"/>
                </a:lnTo>
                <a:lnTo>
                  <a:pt x="101842" y="365759"/>
                </a:lnTo>
                <a:lnTo>
                  <a:pt x="99869" y="377094"/>
                </a:lnTo>
                <a:lnTo>
                  <a:pt x="93345" y="388238"/>
                </a:lnTo>
                <a:lnTo>
                  <a:pt x="82819" y="397668"/>
                </a:lnTo>
                <a:lnTo>
                  <a:pt x="68580" y="405383"/>
                </a:lnTo>
                <a:close/>
              </a:path>
              <a:path w="390525" h="405764">
                <a:moveTo>
                  <a:pt x="339852" y="393191"/>
                </a:moveTo>
                <a:lnTo>
                  <a:pt x="339852" y="364235"/>
                </a:lnTo>
                <a:lnTo>
                  <a:pt x="363566" y="364235"/>
                </a:lnTo>
                <a:lnTo>
                  <a:pt x="364236" y="380999"/>
                </a:lnTo>
                <a:lnTo>
                  <a:pt x="339852" y="39319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" name="object 66"/>
          <p:cNvSpPr/>
          <p:nvPr/>
        </p:nvSpPr>
        <p:spPr>
          <a:xfrm>
            <a:off x="5237988" y="4343400"/>
            <a:ext cx="1298575" cy="408940"/>
          </a:xfrm>
          <a:custGeom>
            <a:avLst/>
            <a:gdLst/>
            <a:ahLst/>
            <a:cxnLst/>
            <a:rect l="l" t="t" r="r" b="b"/>
            <a:pathLst>
              <a:path w="1298575" h="408939">
                <a:moveTo>
                  <a:pt x="172212" y="44196"/>
                </a:moveTo>
                <a:lnTo>
                  <a:pt x="138684" y="10668"/>
                </a:lnTo>
                <a:lnTo>
                  <a:pt x="114300" y="33528"/>
                </a:lnTo>
                <a:lnTo>
                  <a:pt x="112776" y="33528"/>
                </a:lnTo>
                <a:lnTo>
                  <a:pt x="112776" y="289560"/>
                </a:lnTo>
                <a:lnTo>
                  <a:pt x="64008" y="298704"/>
                </a:lnTo>
                <a:lnTo>
                  <a:pt x="64008" y="211836"/>
                </a:lnTo>
                <a:lnTo>
                  <a:pt x="112776" y="211836"/>
                </a:lnTo>
                <a:lnTo>
                  <a:pt x="112776" y="202692"/>
                </a:lnTo>
                <a:lnTo>
                  <a:pt x="64008" y="202692"/>
                </a:lnTo>
                <a:lnTo>
                  <a:pt x="64008" y="129540"/>
                </a:lnTo>
                <a:lnTo>
                  <a:pt x="112776" y="129540"/>
                </a:lnTo>
                <a:lnTo>
                  <a:pt x="112776" y="118872"/>
                </a:lnTo>
                <a:lnTo>
                  <a:pt x="64008" y="118872"/>
                </a:lnTo>
                <a:lnTo>
                  <a:pt x="64008" y="44196"/>
                </a:lnTo>
                <a:lnTo>
                  <a:pt x="112776" y="44196"/>
                </a:lnTo>
                <a:lnTo>
                  <a:pt x="112776" y="33528"/>
                </a:lnTo>
                <a:lnTo>
                  <a:pt x="0" y="33528"/>
                </a:lnTo>
                <a:lnTo>
                  <a:pt x="13716" y="48768"/>
                </a:lnTo>
                <a:lnTo>
                  <a:pt x="21424" y="46774"/>
                </a:lnTo>
                <a:lnTo>
                  <a:pt x="28575" y="45339"/>
                </a:lnTo>
                <a:lnTo>
                  <a:pt x="35140" y="44488"/>
                </a:lnTo>
                <a:lnTo>
                  <a:pt x="41148" y="44196"/>
                </a:lnTo>
                <a:lnTo>
                  <a:pt x="41148" y="304800"/>
                </a:lnTo>
                <a:lnTo>
                  <a:pt x="32016" y="307047"/>
                </a:lnTo>
                <a:lnTo>
                  <a:pt x="23050" y="308991"/>
                </a:lnTo>
                <a:lnTo>
                  <a:pt x="14351" y="310375"/>
                </a:lnTo>
                <a:lnTo>
                  <a:pt x="6096" y="310896"/>
                </a:lnTo>
                <a:lnTo>
                  <a:pt x="22860" y="342900"/>
                </a:lnTo>
                <a:lnTo>
                  <a:pt x="31762" y="335191"/>
                </a:lnTo>
                <a:lnTo>
                  <a:pt x="49530" y="325755"/>
                </a:lnTo>
                <a:lnTo>
                  <a:pt x="76428" y="314617"/>
                </a:lnTo>
                <a:lnTo>
                  <a:pt x="112776" y="301752"/>
                </a:lnTo>
                <a:lnTo>
                  <a:pt x="112649" y="342900"/>
                </a:lnTo>
                <a:lnTo>
                  <a:pt x="112585" y="355092"/>
                </a:lnTo>
                <a:lnTo>
                  <a:pt x="112128" y="381914"/>
                </a:lnTo>
                <a:lnTo>
                  <a:pt x="111252" y="408432"/>
                </a:lnTo>
                <a:lnTo>
                  <a:pt x="137160" y="397764"/>
                </a:lnTo>
                <a:lnTo>
                  <a:pt x="136271" y="389788"/>
                </a:lnTo>
                <a:lnTo>
                  <a:pt x="135826" y="379666"/>
                </a:lnTo>
                <a:lnTo>
                  <a:pt x="135750" y="374904"/>
                </a:lnTo>
                <a:lnTo>
                  <a:pt x="135636" y="301752"/>
                </a:lnTo>
                <a:lnTo>
                  <a:pt x="135636" y="298704"/>
                </a:lnTo>
                <a:lnTo>
                  <a:pt x="135636" y="294132"/>
                </a:lnTo>
                <a:lnTo>
                  <a:pt x="166116" y="283464"/>
                </a:lnTo>
                <a:lnTo>
                  <a:pt x="164592" y="277368"/>
                </a:lnTo>
                <a:lnTo>
                  <a:pt x="135636" y="283464"/>
                </a:lnTo>
                <a:lnTo>
                  <a:pt x="135636" y="211836"/>
                </a:lnTo>
                <a:lnTo>
                  <a:pt x="135636" y="202692"/>
                </a:lnTo>
                <a:lnTo>
                  <a:pt x="135636" y="129540"/>
                </a:lnTo>
                <a:lnTo>
                  <a:pt x="135636" y="118872"/>
                </a:lnTo>
                <a:lnTo>
                  <a:pt x="135636" y="44196"/>
                </a:lnTo>
                <a:lnTo>
                  <a:pt x="172212" y="44196"/>
                </a:lnTo>
                <a:close/>
              </a:path>
              <a:path w="1298575" h="408939">
                <a:moveTo>
                  <a:pt x="385572" y="54864"/>
                </a:moveTo>
                <a:lnTo>
                  <a:pt x="379234" y="50292"/>
                </a:lnTo>
                <a:lnTo>
                  <a:pt x="358140" y="35052"/>
                </a:lnTo>
                <a:lnTo>
                  <a:pt x="350520" y="45948"/>
                </a:lnTo>
                <a:lnTo>
                  <a:pt x="350520" y="60960"/>
                </a:lnTo>
                <a:lnTo>
                  <a:pt x="350520" y="109728"/>
                </a:lnTo>
                <a:lnTo>
                  <a:pt x="350520" y="120396"/>
                </a:lnTo>
                <a:lnTo>
                  <a:pt x="350520" y="172212"/>
                </a:lnTo>
                <a:lnTo>
                  <a:pt x="288036" y="172212"/>
                </a:lnTo>
                <a:lnTo>
                  <a:pt x="288036" y="120396"/>
                </a:lnTo>
                <a:lnTo>
                  <a:pt x="350520" y="120396"/>
                </a:lnTo>
                <a:lnTo>
                  <a:pt x="350520" y="109728"/>
                </a:lnTo>
                <a:lnTo>
                  <a:pt x="288036" y="109728"/>
                </a:lnTo>
                <a:lnTo>
                  <a:pt x="288036" y="60960"/>
                </a:lnTo>
                <a:lnTo>
                  <a:pt x="350520" y="60960"/>
                </a:lnTo>
                <a:lnTo>
                  <a:pt x="350520" y="45948"/>
                </a:lnTo>
                <a:lnTo>
                  <a:pt x="347472" y="50292"/>
                </a:lnTo>
                <a:lnTo>
                  <a:pt x="288036" y="50292"/>
                </a:lnTo>
                <a:lnTo>
                  <a:pt x="288036" y="24384"/>
                </a:lnTo>
                <a:lnTo>
                  <a:pt x="300228" y="13716"/>
                </a:lnTo>
                <a:lnTo>
                  <a:pt x="263652" y="0"/>
                </a:lnTo>
                <a:lnTo>
                  <a:pt x="264769" y="7645"/>
                </a:lnTo>
                <a:lnTo>
                  <a:pt x="265747" y="18859"/>
                </a:lnTo>
                <a:lnTo>
                  <a:pt x="266433" y="33223"/>
                </a:lnTo>
                <a:lnTo>
                  <a:pt x="266700" y="50292"/>
                </a:lnTo>
                <a:lnTo>
                  <a:pt x="266700" y="60960"/>
                </a:lnTo>
                <a:lnTo>
                  <a:pt x="266700" y="109728"/>
                </a:lnTo>
                <a:lnTo>
                  <a:pt x="266700" y="120396"/>
                </a:lnTo>
                <a:lnTo>
                  <a:pt x="266700" y="172212"/>
                </a:lnTo>
                <a:lnTo>
                  <a:pt x="210312" y="172212"/>
                </a:lnTo>
                <a:lnTo>
                  <a:pt x="210312" y="120396"/>
                </a:lnTo>
                <a:lnTo>
                  <a:pt x="266700" y="120396"/>
                </a:lnTo>
                <a:lnTo>
                  <a:pt x="266700" y="109728"/>
                </a:lnTo>
                <a:lnTo>
                  <a:pt x="210312" y="109728"/>
                </a:lnTo>
                <a:lnTo>
                  <a:pt x="210312" y="60960"/>
                </a:lnTo>
                <a:lnTo>
                  <a:pt x="266700" y="60960"/>
                </a:lnTo>
                <a:lnTo>
                  <a:pt x="266700" y="50292"/>
                </a:lnTo>
                <a:lnTo>
                  <a:pt x="210312" y="50292"/>
                </a:lnTo>
                <a:lnTo>
                  <a:pt x="185928" y="38100"/>
                </a:lnTo>
                <a:lnTo>
                  <a:pt x="186804" y="50292"/>
                </a:lnTo>
                <a:lnTo>
                  <a:pt x="187261" y="65722"/>
                </a:lnTo>
                <a:lnTo>
                  <a:pt x="187426" y="85039"/>
                </a:lnTo>
                <a:lnTo>
                  <a:pt x="187312" y="150876"/>
                </a:lnTo>
                <a:lnTo>
                  <a:pt x="187261" y="158496"/>
                </a:lnTo>
                <a:lnTo>
                  <a:pt x="186804" y="181927"/>
                </a:lnTo>
                <a:lnTo>
                  <a:pt x="185928" y="204216"/>
                </a:lnTo>
                <a:lnTo>
                  <a:pt x="210312" y="195072"/>
                </a:lnTo>
                <a:lnTo>
                  <a:pt x="210312" y="182880"/>
                </a:lnTo>
                <a:lnTo>
                  <a:pt x="350520" y="182880"/>
                </a:lnTo>
                <a:lnTo>
                  <a:pt x="350520" y="199644"/>
                </a:lnTo>
                <a:lnTo>
                  <a:pt x="374904" y="192024"/>
                </a:lnTo>
                <a:lnTo>
                  <a:pt x="374662" y="183451"/>
                </a:lnTo>
                <a:lnTo>
                  <a:pt x="374624" y="182880"/>
                </a:lnTo>
                <a:lnTo>
                  <a:pt x="374065" y="172212"/>
                </a:lnTo>
                <a:lnTo>
                  <a:pt x="373608" y="162877"/>
                </a:lnTo>
                <a:lnTo>
                  <a:pt x="373380" y="150876"/>
                </a:lnTo>
                <a:lnTo>
                  <a:pt x="373380" y="120396"/>
                </a:lnTo>
                <a:lnTo>
                  <a:pt x="373380" y="109728"/>
                </a:lnTo>
                <a:lnTo>
                  <a:pt x="373380" y="62484"/>
                </a:lnTo>
                <a:lnTo>
                  <a:pt x="375818" y="60960"/>
                </a:lnTo>
                <a:lnTo>
                  <a:pt x="385572" y="54864"/>
                </a:lnTo>
                <a:close/>
              </a:path>
              <a:path w="1298575" h="408939">
                <a:moveTo>
                  <a:pt x="409956" y="240792"/>
                </a:moveTo>
                <a:lnTo>
                  <a:pt x="382524" y="208788"/>
                </a:lnTo>
                <a:lnTo>
                  <a:pt x="359664" y="230124"/>
                </a:lnTo>
                <a:lnTo>
                  <a:pt x="138684" y="230124"/>
                </a:lnTo>
                <a:lnTo>
                  <a:pt x="153924" y="245364"/>
                </a:lnTo>
                <a:lnTo>
                  <a:pt x="164223" y="243370"/>
                </a:lnTo>
                <a:lnTo>
                  <a:pt x="174688" y="241935"/>
                </a:lnTo>
                <a:lnTo>
                  <a:pt x="185420" y="241084"/>
                </a:lnTo>
                <a:lnTo>
                  <a:pt x="196596" y="240792"/>
                </a:lnTo>
                <a:lnTo>
                  <a:pt x="219456" y="240792"/>
                </a:lnTo>
                <a:lnTo>
                  <a:pt x="217398" y="248729"/>
                </a:lnTo>
                <a:lnTo>
                  <a:pt x="215646" y="256222"/>
                </a:lnTo>
                <a:lnTo>
                  <a:pt x="213880" y="262877"/>
                </a:lnTo>
                <a:lnTo>
                  <a:pt x="211836" y="268224"/>
                </a:lnTo>
                <a:lnTo>
                  <a:pt x="210312" y="275844"/>
                </a:lnTo>
                <a:lnTo>
                  <a:pt x="204216" y="281940"/>
                </a:lnTo>
                <a:lnTo>
                  <a:pt x="196596" y="284988"/>
                </a:lnTo>
                <a:lnTo>
                  <a:pt x="217932" y="307848"/>
                </a:lnTo>
                <a:lnTo>
                  <a:pt x="231648" y="294132"/>
                </a:lnTo>
                <a:lnTo>
                  <a:pt x="335280" y="294132"/>
                </a:lnTo>
                <a:lnTo>
                  <a:pt x="330962" y="318757"/>
                </a:lnTo>
                <a:lnTo>
                  <a:pt x="327088" y="337947"/>
                </a:lnTo>
                <a:lnTo>
                  <a:pt x="323481" y="352005"/>
                </a:lnTo>
                <a:lnTo>
                  <a:pt x="320040" y="361188"/>
                </a:lnTo>
                <a:lnTo>
                  <a:pt x="316992" y="370332"/>
                </a:lnTo>
                <a:lnTo>
                  <a:pt x="312420" y="374904"/>
                </a:lnTo>
                <a:lnTo>
                  <a:pt x="307848" y="374904"/>
                </a:lnTo>
                <a:lnTo>
                  <a:pt x="301536" y="373811"/>
                </a:lnTo>
                <a:lnTo>
                  <a:pt x="246888" y="359664"/>
                </a:lnTo>
                <a:lnTo>
                  <a:pt x="245364" y="367284"/>
                </a:lnTo>
                <a:lnTo>
                  <a:pt x="265366" y="376478"/>
                </a:lnTo>
                <a:lnTo>
                  <a:pt x="279654" y="385953"/>
                </a:lnTo>
                <a:lnTo>
                  <a:pt x="288226" y="396011"/>
                </a:lnTo>
                <a:lnTo>
                  <a:pt x="291084" y="406908"/>
                </a:lnTo>
                <a:lnTo>
                  <a:pt x="301028" y="405244"/>
                </a:lnTo>
                <a:lnTo>
                  <a:pt x="334708" y="387286"/>
                </a:lnTo>
                <a:lnTo>
                  <a:pt x="348615" y="348615"/>
                </a:lnTo>
                <a:lnTo>
                  <a:pt x="358140" y="301752"/>
                </a:lnTo>
                <a:lnTo>
                  <a:pt x="369023" y="294132"/>
                </a:lnTo>
                <a:lnTo>
                  <a:pt x="373380" y="291084"/>
                </a:lnTo>
                <a:lnTo>
                  <a:pt x="364744" y="283464"/>
                </a:lnTo>
                <a:lnTo>
                  <a:pt x="347472" y="268224"/>
                </a:lnTo>
                <a:lnTo>
                  <a:pt x="333756" y="283464"/>
                </a:lnTo>
                <a:lnTo>
                  <a:pt x="231648" y="283464"/>
                </a:lnTo>
                <a:lnTo>
                  <a:pt x="243840" y="240792"/>
                </a:lnTo>
                <a:lnTo>
                  <a:pt x="409956" y="240792"/>
                </a:lnTo>
                <a:close/>
              </a:path>
              <a:path w="1298575" h="408939">
                <a:moveTo>
                  <a:pt x="544347" y="77851"/>
                </a:moveTo>
                <a:lnTo>
                  <a:pt x="520446" y="44196"/>
                </a:lnTo>
                <a:lnTo>
                  <a:pt x="496824" y="25908"/>
                </a:lnTo>
                <a:lnTo>
                  <a:pt x="492252" y="27432"/>
                </a:lnTo>
                <a:lnTo>
                  <a:pt x="501650" y="45745"/>
                </a:lnTo>
                <a:lnTo>
                  <a:pt x="509206" y="61912"/>
                </a:lnTo>
                <a:lnTo>
                  <a:pt x="514743" y="76085"/>
                </a:lnTo>
                <a:lnTo>
                  <a:pt x="518160" y="88392"/>
                </a:lnTo>
                <a:lnTo>
                  <a:pt x="519684" y="100584"/>
                </a:lnTo>
                <a:lnTo>
                  <a:pt x="522732" y="106680"/>
                </a:lnTo>
                <a:lnTo>
                  <a:pt x="527304" y="106680"/>
                </a:lnTo>
                <a:lnTo>
                  <a:pt x="530352" y="105156"/>
                </a:lnTo>
                <a:lnTo>
                  <a:pt x="534924" y="100584"/>
                </a:lnTo>
                <a:lnTo>
                  <a:pt x="539496" y="97536"/>
                </a:lnTo>
                <a:lnTo>
                  <a:pt x="542544" y="91440"/>
                </a:lnTo>
                <a:lnTo>
                  <a:pt x="544068" y="83820"/>
                </a:lnTo>
                <a:lnTo>
                  <a:pt x="544347" y="77851"/>
                </a:lnTo>
                <a:close/>
              </a:path>
              <a:path w="1298575" h="408939">
                <a:moveTo>
                  <a:pt x="841248" y="313944"/>
                </a:moveTo>
                <a:lnTo>
                  <a:pt x="820864" y="274510"/>
                </a:lnTo>
                <a:lnTo>
                  <a:pt x="819912" y="246888"/>
                </a:lnTo>
                <a:lnTo>
                  <a:pt x="813816" y="246888"/>
                </a:lnTo>
                <a:lnTo>
                  <a:pt x="811758" y="265988"/>
                </a:lnTo>
                <a:lnTo>
                  <a:pt x="810006" y="281940"/>
                </a:lnTo>
                <a:lnTo>
                  <a:pt x="808240" y="294474"/>
                </a:lnTo>
                <a:lnTo>
                  <a:pt x="806196" y="303276"/>
                </a:lnTo>
                <a:lnTo>
                  <a:pt x="804672" y="313944"/>
                </a:lnTo>
                <a:lnTo>
                  <a:pt x="798576" y="318516"/>
                </a:lnTo>
                <a:lnTo>
                  <a:pt x="787908" y="316992"/>
                </a:lnTo>
                <a:lnTo>
                  <a:pt x="758952" y="316992"/>
                </a:lnTo>
                <a:lnTo>
                  <a:pt x="737616" y="185928"/>
                </a:lnTo>
                <a:lnTo>
                  <a:pt x="833628" y="185928"/>
                </a:lnTo>
                <a:lnTo>
                  <a:pt x="803148" y="153924"/>
                </a:lnTo>
                <a:lnTo>
                  <a:pt x="780288" y="175260"/>
                </a:lnTo>
                <a:lnTo>
                  <a:pt x="707136" y="175260"/>
                </a:lnTo>
                <a:lnTo>
                  <a:pt x="707136" y="105156"/>
                </a:lnTo>
                <a:lnTo>
                  <a:pt x="806196" y="105156"/>
                </a:lnTo>
                <a:lnTo>
                  <a:pt x="796975" y="94488"/>
                </a:lnTo>
                <a:lnTo>
                  <a:pt x="777240" y="71628"/>
                </a:lnTo>
                <a:lnTo>
                  <a:pt x="754380" y="94488"/>
                </a:lnTo>
                <a:lnTo>
                  <a:pt x="707136" y="94488"/>
                </a:lnTo>
                <a:lnTo>
                  <a:pt x="707136" y="35052"/>
                </a:lnTo>
                <a:lnTo>
                  <a:pt x="722376" y="21336"/>
                </a:lnTo>
                <a:lnTo>
                  <a:pt x="682752" y="3048"/>
                </a:lnTo>
                <a:lnTo>
                  <a:pt x="683628" y="19913"/>
                </a:lnTo>
                <a:lnTo>
                  <a:pt x="684085" y="41173"/>
                </a:lnTo>
                <a:lnTo>
                  <a:pt x="684199" y="59436"/>
                </a:lnTo>
                <a:lnTo>
                  <a:pt x="684276" y="94488"/>
                </a:lnTo>
                <a:lnTo>
                  <a:pt x="627888" y="94488"/>
                </a:lnTo>
                <a:lnTo>
                  <a:pt x="632193" y="85369"/>
                </a:lnTo>
                <a:lnTo>
                  <a:pt x="636079" y="76390"/>
                </a:lnTo>
                <a:lnTo>
                  <a:pt x="643128" y="59436"/>
                </a:lnTo>
                <a:lnTo>
                  <a:pt x="656844" y="51816"/>
                </a:lnTo>
                <a:lnTo>
                  <a:pt x="621792" y="32004"/>
                </a:lnTo>
                <a:lnTo>
                  <a:pt x="611124" y="83820"/>
                </a:lnTo>
                <a:lnTo>
                  <a:pt x="598551" y="120586"/>
                </a:lnTo>
                <a:lnTo>
                  <a:pt x="579120" y="158496"/>
                </a:lnTo>
                <a:lnTo>
                  <a:pt x="583692" y="161544"/>
                </a:lnTo>
                <a:lnTo>
                  <a:pt x="595668" y="148450"/>
                </a:lnTo>
                <a:lnTo>
                  <a:pt x="606361" y="134493"/>
                </a:lnTo>
                <a:lnTo>
                  <a:pt x="615619" y="119976"/>
                </a:lnTo>
                <a:lnTo>
                  <a:pt x="623316" y="105156"/>
                </a:lnTo>
                <a:lnTo>
                  <a:pt x="684276" y="105156"/>
                </a:lnTo>
                <a:lnTo>
                  <a:pt x="684276" y="175260"/>
                </a:lnTo>
                <a:lnTo>
                  <a:pt x="560832" y="175260"/>
                </a:lnTo>
                <a:lnTo>
                  <a:pt x="577596" y="192024"/>
                </a:lnTo>
                <a:lnTo>
                  <a:pt x="586447" y="189153"/>
                </a:lnTo>
                <a:lnTo>
                  <a:pt x="594741" y="187261"/>
                </a:lnTo>
                <a:lnTo>
                  <a:pt x="602449" y="186245"/>
                </a:lnTo>
                <a:lnTo>
                  <a:pt x="609600" y="185928"/>
                </a:lnTo>
                <a:lnTo>
                  <a:pt x="647700" y="185928"/>
                </a:lnTo>
                <a:lnTo>
                  <a:pt x="640854" y="234823"/>
                </a:lnTo>
                <a:lnTo>
                  <a:pt x="625030" y="276415"/>
                </a:lnTo>
                <a:lnTo>
                  <a:pt x="600329" y="310883"/>
                </a:lnTo>
                <a:lnTo>
                  <a:pt x="566928" y="338328"/>
                </a:lnTo>
                <a:lnTo>
                  <a:pt x="569976" y="342900"/>
                </a:lnTo>
                <a:lnTo>
                  <a:pt x="613143" y="318592"/>
                </a:lnTo>
                <a:lnTo>
                  <a:pt x="644461" y="284416"/>
                </a:lnTo>
                <a:lnTo>
                  <a:pt x="664057" y="240245"/>
                </a:lnTo>
                <a:lnTo>
                  <a:pt x="672084" y="185928"/>
                </a:lnTo>
                <a:lnTo>
                  <a:pt x="714756" y="185928"/>
                </a:lnTo>
                <a:lnTo>
                  <a:pt x="714756" y="303276"/>
                </a:lnTo>
                <a:lnTo>
                  <a:pt x="715873" y="316636"/>
                </a:lnTo>
                <a:lnTo>
                  <a:pt x="721423" y="326707"/>
                </a:lnTo>
                <a:lnTo>
                  <a:pt x="731253" y="333070"/>
                </a:lnTo>
                <a:lnTo>
                  <a:pt x="745236" y="335280"/>
                </a:lnTo>
                <a:lnTo>
                  <a:pt x="800100" y="335280"/>
                </a:lnTo>
                <a:lnTo>
                  <a:pt x="814666" y="334733"/>
                </a:lnTo>
                <a:lnTo>
                  <a:pt x="826389" y="330898"/>
                </a:lnTo>
                <a:lnTo>
                  <a:pt x="835240" y="323926"/>
                </a:lnTo>
                <a:lnTo>
                  <a:pt x="838492" y="318516"/>
                </a:lnTo>
                <a:lnTo>
                  <a:pt x="841248" y="313944"/>
                </a:lnTo>
                <a:close/>
              </a:path>
              <a:path w="1298575" h="408939">
                <a:moveTo>
                  <a:pt x="854964" y="362712"/>
                </a:moveTo>
                <a:lnTo>
                  <a:pt x="809218" y="366699"/>
                </a:lnTo>
                <a:lnTo>
                  <a:pt x="765619" y="369379"/>
                </a:lnTo>
                <a:lnTo>
                  <a:pt x="731443" y="370433"/>
                </a:lnTo>
                <a:lnTo>
                  <a:pt x="684276" y="370332"/>
                </a:lnTo>
                <a:lnTo>
                  <a:pt x="620458" y="364617"/>
                </a:lnTo>
                <a:lnTo>
                  <a:pt x="580644" y="352044"/>
                </a:lnTo>
                <a:lnTo>
                  <a:pt x="546379" y="327075"/>
                </a:lnTo>
                <a:lnTo>
                  <a:pt x="536448" y="316992"/>
                </a:lnTo>
                <a:lnTo>
                  <a:pt x="536448" y="179832"/>
                </a:lnTo>
                <a:lnTo>
                  <a:pt x="544830" y="173736"/>
                </a:lnTo>
                <a:lnTo>
                  <a:pt x="553212" y="167640"/>
                </a:lnTo>
                <a:lnTo>
                  <a:pt x="524256" y="146304"/>
                </a:lnTo>
                <a:lnTo>
                  <a:pt x="512064" y="163068"/>
                </a:lnTo>
                <a:lnTo>
                  <a:pt x="446532" y="163068"/>
                </a:lnTo>
                <a:lnTo>
                  <a:pt x="461772" y="179832"/>
                </a:lnTo>
                <a:lnTo>
                  <a:pt x="471246" y="176961"/>
                </a:lnTo>
                <a:lnTo>
                  <a:pt x="479298" y="175069"/>
                </a:lnTo>
                <a:lnTo>
                  <a:pt x="486194" y="174053"/>
                </a:lnTo>
                <a:lnTo>
                  <a:pt x="492252" y="173736"/>
                </a:lnTo>
                <a:lnTo>
                  <a:pt x="515112" y="173736"/>
                </a:lnTo>
                <a:lnTo>
                  <a:pt x="515112" y="313944"/>
                </a:lnTo>
                <a:lnTo>
                  <a:pt x="495122" y="322783"/>
                </a:lnTo>
                <a:lnTo>
                  <a:pt x="476440" y="333184"/>
                </a:lnTo>
                <a:lnTo>
                  <a:pt x="459168" y="345020"/>
                </a:lnTo>
                <a:lnTo>
                  <a:pt x="443484" y="358140"/>
                </a:lnTo>
                <a:lnTo>
                  <a:pt x="469392" y="381000"/>
                </a:lnTo>
                <a:lnTo>
                  <a:pt x="473671" y="372719"/>
                </a:lnTo>
                <a:lnTo>
                  <a:pt x="479679" y="363855"/>
                </a:lnTo>
                <a:lnTo>
                  <a:pt x="506488" y="335597"/>
                </a:lnTo>
                <a:lnTo>
                  <a:pt x="521246" y="327075"/>
                </a:lnTo>
                <a:lnTo>
                  <a:pt x="525780" y="327660"/>
                </a:lnTo>
                <a:lnTo>
                  <a:pt x="530301" y="329946"/>
                </a:lnTo>
                <a:lnTo>
                  <a:pt x="536829" y="334518"/>
                </a:lnTo>
                <a:lnTo>
                  <a:pt x="545058" y="341376"/>
                </a:lnTo>
                <a:lnTo>
                  <a:pt x="554736" y="350520"/>
                </a:lnTo>
                <a:lnTo>
                  <a:pt x="565607" y="360235"/>
                </a:lnTo>
                <a:lnTo>
                  <a:pt x="606552" y="382524"/>
                </a:lnTo>
                <a:lnTo>
                  <a:pt x="664845" y="393242"/>
                </a:lnTo>
                <a:lnTo>
                  <a:pt x="746188" y="396811"/>
                </a:lnTo>
                <a:lnTo>
                  <a:pt x="818388" y="397764"/>
                </a:lnTo>
                <a:lnTo>
                  <a:pt x="820674" y="389178"/>
                </a:lnTo>
                <a:lnTo>
                  <a:pt x="827532" y="381571"/>
                </a:lnTo>
                <a:lnTo>
                  <a:pt x="838962" y="374840"/>
                </a:lnTo>
                <a:lnTo>
                  <a:pt x="850087" y="370649"/>
                </a:lnTo>
                <a:lnTo>
                  <a:pt x="854964" y="368808"/>
                </a:lnTo>
                <a:lnTo>
                  <a:pt x="854964" y="362712"/>
                </a:lnTo>
                <a:close/>
              </a:path>
              <a:path w="1298575" h="408939">
                <a:moveTo>
                  <a:pt x="1080516" y="111252"/>
                </a:moveTo>
                <a:lnTo>
                  <a:pt x="1051560" y="82296"/>
                </a:lnTo>
                <a:lnTo>
                  <a:pt x="1031748" y="100584"/>
                </a:lnTo>
                <a:lnTo>
                  <a:pt x="1004316" y="100584"/>
                </a:lnTo>
                <a:lnTo>
                  <a:pt x="1004316" y="33528"/>
                </a:lnTo>
                <a:lnTo>
                  <a:pt x="1019556" y="21336"/>
                </a:lnTo>
                <a:lnTo>
                  <a:pt x="978408" y="1524"/>
                </a:lnTo>
                <a:lnTo>
                  <a:pt x="979741" y="42481"/>
                </a:lnTo>
                <a:lnTo>
                  <a:pt x="979932" y="100584"/>
                </a:lnTo>
                <a:lnTo>
                  <a:pt x="896112" y="100584"/>
                </a:lnTo>
                <a:lnTo>
                  <a:pt x="912876" y="117348"/>
                </a:lnTo>
                <a:lnTo>
                  <a:pt x="922299" y="114477"/>
                </a:lnTo>
                <a:lnTo>
                  <a:pt x="932307" y="112585"/>
                </a:lnTo>
                <a:lnTo>
                  <a:pt x="942873" y="111569"/>
                </a:lnTo>
                <a:lnTo>
                  <a:pt x="954024" y="111252"/>
                </a:lnTo>
                <a:lnTo>
                  <a:pt x="979932" y="111252"/>
                </a:lnTo>
                <a:lnTo>
                  <a:pt x="979932" y="195072"/>
                </a:lnTo>
                <a:lnTo>
                  <a:pt x="950493" y="208267"/>
                </a:lnTo>
                <a:lnTo>
                  <a:pt x="926211" y="218313"/>
                </a:lnTo>
                <a:lnTo>
                  <a:pt x="907059" y="225513"/>
                </a:lnTo>
                <a:lnTo>
                  <a:pt x="893064" y="230124"/>
                </a:lnTo>
                <a:lnTo>
                  <a:pt x="917448" y="259080"/>
                </a:lnTo>
                <a:lnTo>
                  <a:pt x="924852" y="251104"/>
                </a:lnTo>
                <a:lnTo>
                  <a:pt x="937831" y="240982"/>
                </a:lnTo>
                <a:lnTo>
                  <a:pt x="956233" y="228866"/>
                </a:lnTo>
                <a:lnTo>
                  <a:pt x="979932" y="214884"/>
                </a:lnTo>
                <a:lnTo>
                  <a:pt x="979932" y="342900"/>
                </a:lnTo>
                <a:lnTo>
                  <a:pt x="978763" y="352666"/>
                </a:lnTo>
                <a:lnTo>
                  <a:pt x="975169" y="359283"/>
                </a:lnTo>
                <a:lnTo>
                  <a:pt x="968997" y="363054"/>
                </a:lnTo>
                <a:lnTo>
                  <a:pt x="960120" y="364236"/>
                </a:lnTo>
                <a:lnTo>
                  <a:pt x="949540" y="362839"/>
                </a:lnTo>
                <a:lnTo>
                  <a:pt x="938403" y="360997"/>
                </a:lnTo>
                <a:lnTo>
                  <a:pt x="914400" y="356616"/>
                </a:lnTo>
                <a:lnTo>
                  <a:pt x="914400" y="365760"/>
                </a:lnTo>
                <a:lnTo>
                  <a:pt x="937260" y="374319"/>
                </a:lnTo>
                <a:lnTo>
                  <a:pt x="953262" y="383857"/>
                </a:lnTo>
                <a:lnTo>
                  <a:pt x="962406" y="394271"/>
                </a:lnTo>
                <a:lnTo>
                  <a:pt x="964692" y="405384"/>
                </a:lnTo>
                <a:lnTo>
                  <a:pt x="981595" y="396265"/>
                </a:lnTo>
                <a:lnTo>
                  <a:pt x="993648" y="385000"/>
                </a:lnTo>
                <a:lnTo>
                  <a:pt x="1001115" y="371741"/>
                </a:lnTo>
                <a:lnTo>
                  <a:pt x="1002703" y="364236"/>
                </a:lnTo>
                <a:lnTo>
                  <a:pt x="1004316" y="356616"/>
                </a:lnTo>
                <a:lnTo>
                  <a:pt x="1004316" y="214884"/>
                </a:lnTo>
                <a:lnTo>
                  <a:pt x="1004316" y="202692"/>
                </a:lnTo>
                <a:lnTo>
                  <a:pt x="1031748" y="184404"/>
                </a:lnTo>
                <a:lnTo>
                  <a:pt x="1068324" y="160020"/>
                </a:lnTo>
                <a:lnTo>
                  <a:pt x="1065276" y="155448"/>
                </a:lnTo>
                <a:lnTo>
                  <a:pt x="1004316" y="184404"/>
                </a:lnTo>
                <a:lnTo>
                  <a:pt x="1004316" y="111252"/>
                </a:lnTo>
                <a:lnTo>
                  <a:pt x="1080516" y="111252"/>
                </a:lnTo>
                <a:close/>
              </a:path>
              <a:path w="1298575" h="408939">
                <a:moveTo>
                  <a:pt x="1295400" y="166116"/>
                </a:moveTo>
                <a:lnTo>
                  <a:pt x="1249108" y="162267"/>
                </a:lnTo>
                <a:lnTo>
                  <a:pt x="1208532" y="149733"/>
                </a:lnTo>
                <a:lnTo>
                  <a:pt x="1201674" y="146304"/>
                </a:lnTo>
                <a:lnTo>
                  <a:pt x="1193101" y="142024"/>
                </a:lnTo>
                <a:lnTo>
                  <a:pt x="1176528" y="132588"/>
                </a:lnTo>
                <a:lnTo>
                  <a:pt x="1190434" y="118872"/>
                </a:lnTo>
                <a:lnTo>
                  <a:pt x="1194790" y="114592"/>
                </a:lnTo>
                <a:lnTo>
                  <a:pt x="1212913" y="94869"/>
                </a:lnTo>
                <a:lnTo>
                  <a:pt x="1230744" y="73444"/>
                </a:lnTo>
                <a:lnTo>
                  <a:pt x="1248156" y="50292"/>
                </a:lnTo>
                <a:lnTo>
                  <a:pt x="1259586" y="45720"/>
                </a:lnTo>
                <a:lnTo>
                  <a:pt x="1263396" y="44196"/>
                </a:lnTo>
                <a:lnTo>
                  <a:pt x="1234440" y="18288"/>
                </a:lnTo>
                <a:lnTo>
                  <a:pt x="1220724" y="32004"/>
                </a:lnTo>
                <a:lnTo>
                  <a:pt x="1220724" y="45720"/>
                </a:lnTo>
                <a:lnTo>
                  <a:pt x="1208189" y="64008"/>
                </a:lnTo>
                <a:lnTo>
                  <a:pt x="1193673" y="82296"/>
                </a:lnTo>
                <a:lnTo>
                  <a:pt x="1177429" y="100584"/>
                </a:lnTo>
                <a:lnTo>
                  <a:pt x="1159764" y="118872"/>
                </a:lnTo>
                <a:lnTo>
                  <a:pt x="1143444" y="104876"/>
                </a:lnTo>
                <a:lnTo>
                  <a:pt x="1128712" y="88011"/>
                </a:lnTo>
                <a:lnTo>
                  <a:pt x="1115390" y="68300"/>
                </a:lnTo>
                <a:lnTo>
                  <a:pt x="1103376" y="45720"/>
                </a:lnTo>
                <a:lnTo>
                  <a:pt x="1220724" y="45720"/>
                </a:lnTo>
                <a:lnTo>
                  <a:pt x="1220724" y="32004"/>
                </a:lnTo>
                <a:lnTo>
                  <a:pt x="1217676" y="35052"/>
                </a:lnTo>
                <a:lnTo>
                  <a:pt x="1051560" y="35052"/>
                </a:lnTo>
                <a:lnTo>
                  <a:pt x="1065276" y="48768"/>
                </a:lnTo>
                <a:lnTo>
                  <a:pt x="1085088" y="45720"/>
                </a:lnTo>
                <a:lnTo>
                  <a:pt x="1094232" y="45720"/>
                </a:lnTo>
                <a:lnTo>
                  <a:pt x="1103350" y="68300"/>
                </a:lnTo>
                <a:lnTo>
                  <a:pt x="1114615" y="90297"/>
                </a:lnTo>
                <a:lnTo>
                  <a:pt x="1127874" y="111734"/>
                </a:lnTo>
                <a:lnTo>
                  <a:pt x="1143000" y="132588"/>
                </a:lnTo>
                <a:lnTo>
                  <a:pt x="1118425" y="152590"/>
                </a:lnTo>
                <a:lnTo>
                  <a:pt x="1090422" y="171450"/>
                </a:lnTo>
                <a:lnTo>
                  <a:pt x="1058989" y="189166"/>
                </a:lnTo>
                <a:lnTo>
                  <a:pt x="1024128" y="205740"/>
                </a:lnTo>
                <a:lnTo>
                  <a:pt x="1025652" y="211836"/>
                </a:lnTo>
                <a:lnTo>
                  <a:pt x="1059891" y="200101"/>
                </a:lnTo>
                <a:lnTo>
                  <a:pt x="1093851" y="185356"/>
                </a:lnTo>
                <a:lnTo>
                  <a:pt x="1127226" y="167474"/>
                </a:lnTo>
                <a:lnTo>
                  <a:pt x="1159764" y="146304"/>
                </a:lnTo>
                <a:lnTo>
                  <a:pt x="1183386" y="162267"/>
                </a:lnTo>
                <a:lnTo>
                  <a:pt x="1208722" y="176022"/>
                </a:lnTo>
                <a:lnTo>
                  <a:pt x="1235405" y="187452"/>
                </a:lnTo>
                <a:lnTo>
                  <a:pt x="1263396" y="196596"/>
                </a:lnTo>
                <a:lnTo>
                  <a:pt x="1266253" y="188074"/>
                </a:lnTo>
                <a:lnTo>
                  <a:pt x="1272540" y="180975"/>
                </a:lnTo>
                <a:lnTo>
                  <a:pt x="1282255" y="175602"/>
                </a:lnTo>
                <a:lnTo>
                  <a:pt x="1295400" y="172212"/>
                </a:lnTo>
                <a:lnTo>
                  <a:pt x="1295400" y="166116"/>
                </a:lnTo>
                <a:close/>
              </a:path>
              <a:path w="1298575" h="408939">
                <a:moveTo>
                  <a:pt x="1298448" y="309372"/>
                </a:moveTo>
                <a:lnTo>
                  <a:pt x="1264920" y="277368"/>
                </a:lnTo>
                <a:lnTo>
                  <a:pt x="1242060" y="298704"/>
                </a:lnTo>
                <a:lnTo>
                  <a:pt x="1171956" y="298704"/>
                </a:lnTo>
                <a:lnTo>
                  <a:pt x="1171956" y="237744"/>
                </a:lnTo>
                <a:lnTo>
                  <a:pt x="1274064" y="237744"/>
                </a:lnTo>
                <a:lnTo>
                  <a:pt x="1242060" y="207264"/>
                </a:lnTo>
                <a:lnTo>
                  <a:pt x="1222248" y="228600"/>
                </a:lnTo>
                <a:lnTo>
                  <a:pt x="1171956" y="228600"/>
                </a:lnTo>
                <a:lnTo>
                  <a:pt x="1171956" y="195072"/>
                </a:lnTo>
                <a:lnTo>
                  <a:pt x="1188720" y="184404"/>
                </a:lnTo>
                <a:lnTo>
                  <a:pt x="1146048" y="163068"/>
                </a:lnTo>
                <a:lnTo>
                  <a:pt x="1146276" y="179959"/>
                </a:lnTo>
                <a:lnTo>
                  <a:pt x="1147305" y="211836"/>
                </a:lnTo>
                <a:lnTo>
                  <a:pt x="1147572" y="228600"/>
                </a:lnTo>
                <a:lnTo>
                  <a:pt x="1051560" y="228600"/>
                </a:lnTo>
                <a:lnTo>
                  <a:pt x="1066800" y="243840"/>
                </a:lnTo>
                <a:lnTo>
                  <a:pt x="1077099" y="241604"/>
                </a:lnTo>
                <a:lnTo>
                  <a:pt x="1087564" y="239649"/>
                </a:lnTo>
                <a:lnTo>
                  <a:pt x="1098296" y="238277"/>
                </a:lnTo>
                <a:lnTo>
                  <a:pt x="1109472" y="237744"/>
                </a:lnTo>
                <a:lnTo>
                  <a:pt x="1147572" y="237744"/>
                </a:lnTo>
                <a:lnTo>
                  <a:pt x="1147572" y="298704"/>
                </a:lnTo>
                <a:lnTo>
                  <a:pt x="1028700" y="298704"/>
                </a:lnTo>
                <a:lnTo>
                  <a:pt x="1043940" y="315468"/>
                </a:lnTo>
                <a:lnTo>
                  <a:pt x="1054239" y="312597"/>
                </a:lnTo>
                <a:lnTo>
                  <a:pt x="1064704" y="310705"/>
                </a:lnTo>
                <a:lnTo>
                  <a:pt x="1075436" y="309689"/>
                </a:lnTo>
                <a:lnTo>
                  <a:pt x="1086612" y="309372"/>
                </a:lnTo>
                <a:lnTo>
                  <a:pt x="1147572" y="309372"/>
                </a:lnTo>
                <a:lnTo>
                  <a:pt x="1147330" y="333400"/>
                </a:lnTo>
                <a:lnTo>
                  <a:pt x="1146327" y="379666"/>
                </a:lnTo>
                <a:lnTo>
                  <a:pt x="1146251" y="385000"/>
                </a:lnTo>
                <a:lnTo>
                  <a:pt x="1146048" y="406908"/>
                </a:lnTo>
                <a:lnTo>
                  <a:pt x="1173416" y="396265"/>
                </a:lnTo>
                <a:lnTo>
                  <a:pt x="1173365" y="394271"/>
                </a:lnTo>
                <a:lnTo>
                  <a:pt x="1172591" y="379666"/>
                </a:lnTo>
                <a:lnTo>
                  <a:pt x="1172146" y="359664"/>
                </a:lnTo>
                <a:lnTo>
                  <a:pt x="1172019" y="342900"/>
                </a:lnTo>
                <a:lnTo>
                  <a:pt x="1171956" y="309372"/>
                </a:lnTo>
                <a:lnTo>
                  <a:pt x="1298448" y="30937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" name="object 67"/>
          <p:cNvSpPr/>
          <p:nvPr/>
        </p:nvSpPr>
        <p:spPr>
          <a:xfrm>
            <a:off x="6623303" y="4354067"/>
            <a:ext cx="337185" cy="393700"/>
          </a:xfrm>
          <a:custGeom>
            <a:avLst/>
            <a:gdLst/>
            <a:ahLst/>
            <a:cxnLst/>
            <a:rect l="l" t="t" r="r" b="b"/>
            <a:pathLst>
              <a:path w="337184" h="393700">
                <a:moveTo>
                  <a:pt x="25908" y="393192"/>
                </a:moveTo>
                <a:lnTo>
                  <a:pt x="22860" y="385572"/>
                </a:lnTo>
                <a:lnTo>
                  <a:pt x="46315" y="380428"/>
                </a:lnTo>
                <a:lnTo>
                  <a:pt x="68770" y="374142"/>
                </a:lnTo>
                <a:lnTo>
                  <a:pt x="111252" y="358140"/>
                </a:lnTo>
                <a:lnTo>
                  <a:pt x="149733" y="337947"/>
                </a:lnTo>
                <a:lnTo>
                  <a:pt x="185928" y="310896"/>
                </a:lnTo>
                <a:lnTo>
                  <a:pt x="215836" y="274129"/>
                </a:lnTo>
                <a:lnTo>
                  <a:pt x="237744" y="227076"/>
                </a:lnTo>
                <a:lnTo>
                  <a:pt x="247521" y="166457"/>
                </a:lnTo>
                <a:lnTo>
                  <a:pt x="249981" y="121920"/>
                </a:lnTo>
                <a:lnTo>
                  <a:pt x="250687" y="77176"/>
                </a:lnTo>
                <a:lnTo>
                  <a:pt x="250809" y="61674"/>
                </a:lnTo>
                <a:lnTo>
                  <a:pt x="249935" y="0"/>
                </a:lnTo>
                <a:lnTo>
                  <a:pt x="294132" y="19812"/>
                </a:lnTo>
                <a:lnTo>
                  <a:pt x="280416" y="32004"/>
                </a:lnTo>
                <a:lnTo>
                  <a:pt x="279059" y="77176"/>
                </a:lnTo>
                <a:lnTo>
                  <a:pt x="277368" y="117538"/>
                </a:lnTo>
                <a:lnTo>
                  <a:pt x="274320" y="176784"/>
                </a:lnTo>
                <a:lnTo>
                  <a:pt x="267462" y="220218"/>
                </a:lnTo>
                <a:lnTo>
                  <a:pt x="256032" y="259080"/>
                </a:lnTo>
                <a:lnTo>
                  <a:pt x="268770" y="268224"/>
                </a:lnTo>
                <a:lnTo>
                  <a:pt x="251459" y="268224"/>
                </a:lnTo>
                <a:lnTo>
                  <a:pt x="233743" y="294179"/>
                </a:lnTo>
                <a:lnTo>
                  <a:pt x="212598" y="316992"/>
                </a:lnTo>
                <a:lnTo>
                  <a:pt x="160020" y="352044"/>
                </a:lnTo>
                <a:lnTo>
                  <a:pt x="97536" y="377190"/>
                </a:lnTo>
                <a:lnTo>
                  <a:pt x="62722" y="386334"/>
                </a:lnTo>
                <a:lnTo>
                  <a:pt x="25908" y="393192"/>
                </a:lnTo>
                <a:close/>
              </a:path>
              <a:path w="337184" h="393700">
                <a:moveTo>
                  <a:pt x="25908" y="335280"/>
                </a:moveTo>
                <a:lnTo>
                  <a:pt x="0" y="304800"/>
                </a:lnTo>
                <a:lnTo>
                  <a:pt x="4000" y="298751"/>
                </a:lnTo>
                <a:lnTo>
                  <a:pt x="6858" y="291846"/>
                </a:lnTo>
                <a:lnTo>
                  <a:pt x="8572" y="283797"/>
                </a:lnTo>
                <a:lnTo>
                  <a:pt x="8960" y="277368"/>
                </a:lnTo>
                <a:lnTo>
                  <a:pt x="9068" y="94916"/>
                </a:lnTo>
                <a:lnTo>
                  <a:pt x="8882" y="77176"/>
                </a:lnTo>
                <a:lnTo>
                  <a:pt x="8191" y="54673"/>
                </a:lnTo>
                <a:lnTo>
                  <a:pt x="7215" y="34170"/>
                </a:lnTo>
                <a:lnTo>
                  <a:pt x="6096" y="15240"/>
                </a:lnTo>
                <a:lnTo>
                  <a:pt x="50292" y="36576"/>
                </a:lnTo>
                <a:lnTo>
                  <a:pt x="35052" y="50292"/>
                </a:lnTo>
                <a:lnTo>
                  <a:pt x="35052" y="281940"/>
                </a:lnTo>
                <a:lnTo>
                  <a:pt x="77755" y="281940"/>
                </a:lnTo>
                <a:lnTo>
                  <a:pt x="67056" y="291084"/>
                </a:lnTo>
                <a:lnTo>
                  <a:pt x="55054" y="301632"/>
                </a:lnTo>
                <a:lnTo>
                  <a:pt x="44196" y="312610"/>
                </a:lnTo>
                <a:lnTo>
                  <a:pt x="34480" y="323873"/>
                </a:lnTo>
                <a:lnTo>
                  <a:pt x="25908" y="335280"/>
                </a:lnTo>
                <a:close/>
              </a:path>
              <a:path w="337184" h="393700">
                <a:moveTo>
                  <a:pt x="155448" y="144780"/>
                </a:moveTo>
                <a:lnTo>
                  <a:pt x="152400" y="144780"/>
                </a:lnTo>
                <a:lnTo>
                  <a:pt x="149209" y="143351"/>
                </a:lnTo>
                <a:lnTo>
                  <a:pt x="146304" y="139065"/>
                </a:lnTo>
                <a:lnTo>
                  <a:pt x="143398" y="131921"/>
                </a:lnTo>
                <a:lnTo>
                  <a:pt x="140208" y="121920"/>
                </a:lnTo>
                <a:lnTo>
                  <a:pt x="134207" y="105084"/>
                </a:lnTo>
                <a:lnTo>
                  <a:pt x="125349" y="86677"/>
                </a:lnTo>
                <a:lnTo>
                  <a:pt x="113633" y="66841"/>
                </a:lnTo>
                <a:lnTo>
                  <a:pt x="99060" y="45720"/>
                </a:lnTo>
                <a:lnTo>
                  <a:pt x="103632" y="39623"/>
                </a:lnTo>
                <a:lnTo>
                  <a:pt x="133635" y="61674"/>
                </a:lnTo>
                <a:lnTo>
                  <a:pt x="155067" y="80010"/>
                </a:lnTo>
                <a:lnTo>
                  <a:pt x="167925" y="94916"/>
                </a:lnTo>
                <a:lnTo>
                  <a:pt x="172212" y="106680"/>
                </a:lnTo>
                <a:lnTo>
                  <a:pt x="171664" y="116133"/>
                </a:lnTo>
                <a:lnTo>
                  <a:pt x="170116" y="124015"/>
                </a:lnTo>
                <a:lnTo>
                  <a:pt x="167711" y="130468"/>
                </a:lnTo>
                <a:lnTo>
                  <a:pt x="164592" y="135636"/>
                </a:lnTo>
                <a:lnTo>
                  <a:pt x="155448" y="144780"/>
                </a:lnTo>
                <a:close/>
              </a:path>
              <a:path w="337184" h="393700">
                <a:moveTo>
                  <a:pt x="77755" y="281940"/>
                </a:moveTo>
                <a:lnTo>
                  <a:pt x="35052" y="281940"/>
                </a:lnTo>
                <a:lnTo>
                  <a:pt x="55387" y="270224"/>
                </a:lnTo>
                <a:lnTo>
                  <a:pt x="82296" y="253365"/>
                </a:lnTo>
                <a:lnTo>
                  <a:pt x="116062" y="231362"/>
                </a:lnTo>
                <a:lnTo>
                  <a:pt x="156972" y="204216"/>
                </a:lnTo>
                <a:lnTo>
                  <a:pt x="161544" y="208788"/>
                </a:lnTo>
                <a:lnTo>
                  <a:pt x="83105" y="277368"/>
                </a:lnTo>
                <a:lnTo>
                  <a:pt x="77755" y="281940"/>
                </a:lnTo>
                <a:close/>
              </a:path>
              <a:path w="337184" h="393700">
                <a:moveTo>
                  <a:pt x="324612" y="371856"/>
                </a:moveTo>
                <a:lnTo>
                  <a:pt x="323088" y="371856"/>
                </a:lnTo>
                <a:lnTo>
                  <a:pt x="319635" y="370403"/>
                </a:lnTo>
                <a:lnTo>
                  <a:pt x="316039" y="365950"/>
                </a:lnTo>
                <a:lnTo>
                  <a:pt x="312158" y="358354"/>
                </a:lnTo>
                <a:lnTo>
                  <a:pt x="307847" y="347472"/>
                </a:lnTo>
                <a:lnTo>
                  <a:pt x="299894" y="331446"/>
                </a:lnTo>
                <a:lnTo>
                  <a:pt x="287655" y="312991"/>
                </a:lnTo>
                <a:lnTo>
                  <a:pt x="271314" y="291846"/>
                </a:lnTo>
                <a:lnTo>
                  <a:pt x="251459" y="268224"/>
                </a:lnTo>
                <a:lnTo>
                  <a:pt x="268770" y="268224"/>
                </a:lnTo>
                <a:lnTo>
                  <a:pt x="304680" y="295084"/>
                </a:lnTo>
                <a:lnTo>
                  <a:pt x="332041" y="321754"/>
                </a:lnTo>
                <a:lnTo>
                  <a:pt x="336804" y="339852"/>
                </a:lnTo>
                <a:lnTo>
                  <a:pt x="336528" y="347472"/>
                </a:lnTo>
                <a:lnTo>
                  <a:pt x="336403" y="349043"/>
                </a:lnTo>
                <a:lnTo>
                  <a:pt x="335470" y="355663"/>
                </a:lnTo>
                <a:lnTo>
                  <a:pt x="333589" y="361497"/>
                </a:lnTo>
                <a:lnTo>
                  <a:pt x="330708" y="365760"/>
                </a:lnTo>
                <a:lnTo>
                  <a:pt x="327660" y="370332"/>
                </a:lnTo>
                <a:lnTo>
                  <a:pt x="324612" y="37185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" name="object 68"/>
          <p:cNvSpPr/>
          <p:nvPr/>
        </p:nvSpPr>
        <p:spPr>
          <a:xfrm>
            <a:off x="7021067" y="4354067"/>
            <a:ext cx="391795" cy="398145"/>
          </a:xfrm>
          <a:custGeom>
            <a:avLst/>
            <a:gdLst/>
            <a:ahLst/>
            <a:cxnLst/>
            <a:rect l="l" t="t" r="r" b="b"/>
            <a:pathLst>
              <a:path w="391795" h="398145">
                <a:moveTo>
                  <a:pt x="212721" y="48767"/>
                </a:moveTo>
                <a:lnTo>
                  <a:pt x="97536" y="48767"/>
                </a:lnTo>
                <a:lnTo>
                  <a:pt x="144660" y="43910"/>
                </a:lnTo>
                <a:lnTo>
                  <a:pt x="187642" y="38481"/>
                </a:lnTo>
                <a:lnTo>
                  <a:pt x="226337" y="32480"/>
                </a:lnTo>
                <a:lnTo>
                  <a:pt x="290012" y="19073"/>
                </a:lnTo>
                <a:lnTo>
                  <a:pt x="332827" y="5976"/>
                </a:lnTo>
                <a:lnTo>
                  <a:pt x="345948" y="0"/>
                </a:lnTo>
                <a:lnTo>
                  <a:pt x="370106" y="33218"/>
                </a:lnTo>
                <a:lnTo>
                  <a:pt x="355449" y="33218"/>
                </a:lnTo>
                <a:lnTo>
                  <a:pt x="333565" y="34480"/>
                </a:lnTo>
                <a:lnTo>
                  <a:pt x="304538" y="37171"/>
                </a:lnTo>
                <a:lnTo>
                  <a:pt x="268224" y="41148"/>
                </a:lnTo>
                <a:lnTo>
                  <a:pt x="226528" y="47220"/>
                </a:lnTo>
                <a:lnTo>
                  <a:pt x="212721" y="48767"/>
                </a:lnTo>
                <a:close/>
              </a:path>
              <a:path w="391795" h="398145">
                <a:moveTo>
                  <a:pt x="4572" y="397764"/>
                </a:moveTo>
                <a:lnTo>
                  <a:pt x="0" y="393192"/>
                </a:lnTo>
                <a:lnTo>
                  <a:pt x="19740" y="366307"/>
                </a:lnTo>
                <a:lnTo>
                  <a:pt x="35623" y="340423"/>
                </a:lnTo>
                <a:lnTo>
                  <a:pt x="56388" y="291083"/>
                </a:lnTo>
                <a:lnTo>
                  <a:pt x="66675" y="236981"/>
                </a:lnTo>
                <a:lnTo>
                  <a:pt x="70104" y="173735"/>
                </a:lnTo>
                <a:lnTo>
                  <a:pt x="70723" y="140208"/>
                </a:lnTo>
                <a:lnTo>
                  <a:pt x="70675" y="103441"/>
                </a:lnTo>
                <a:lnTo>
                  <a:pt x="70318" y="67651"/>
                </a:lnTo>
                <a:lnTo>
                  <a:pt x="70104" y="32004"/>
                </a:lnTo>
                <a:lnTo>
                  <a:pt x="97536" y="48767"/>
                </a:lnTo>
                <a:lnTo>
                  <a:pt x="212721" y="48767"/>
                </a:lnTo>
                <a:lnTo>
                  <a:pt x="183832" y="52006"/>
                </a:lnTo>
                <a:lnTo>
                  <a:pt x="140279" y="55935"/>
                </a:lnTo>
                <a:lnTo>
                  <a:pt x="96012" y="59435"/>
                </a:lnTo>
                <a:lnTo>
                  <a:pt x="96012" y="131063"/>
                </a:lnTo>
                <a:lnTo>
                  <a:pt x="382523" y="131063"/>
                </a:lnTo>
                <a:lnTo>
                  <a:pt x="391668" y="140208"/>
                </a:lnTo>
                <a:lnTo>
                  <a:pt x="96012" y="140208"/>
                </a:lnTo>
                <a:lnTo>
                  <a:pt x="94821" y="189642"/>
                </a:lnTo>
                <a:lnTo>
                  <a:pt x="91059" y="232790"/>
                </a:lnTo>
                <a:lnTo>
                  <a:pt x="74676" y="300227"/>
                </a:lnTo>
                <a:lnTo>
                  <a:pt x="45910" y="351853"/>
                </a:lnTo>
                <a:lnTo>
                  <a:pt x="26884" y="375451"/>
                </a:lnTo>
                <a:lnTo>
                  <a:pt x="4572" y="397764"/>
                </a:lnTo>
                <a:close/>
              </a:path>
              <a:path w="391795" h="398145">
                <a:moveTo>
                  <a:pt x="370332" y="33528"/>
                </a:moveTo>
                <a:lnTo>
                  <a:pt x="355449" y="33218"/>
                </a:lnTo>
                <a:lnTo>
                  <a:pt x="370106" y="33218"/>
                </a:lnTo>
                <a:lnTo>
                  <a:pt x="370332" y="33528"/>
                </a:lnTo>
                <a:close/>
              </a:path>
              <a:path w="391795" h="398145">
                <a:moveTo>
                  <a:pt x="382523" y="131063"/>
                </a:moveTo>
                <a:lnTo>
                  <a:pt x="336804" y="131063"/>
                </a:lnTo>
                <a:lnTo>
                  <a:pt x="359663" y="108203"/>
                </a:lnTo>
                <a:lnTo>
                  <a:pt x="382523" y="131063"/>
                </a:lnTo>
                <a:close/>
              </a:path>
              <a:path w="391795" h="398145">
                <a:moveTo>
                  <a:pt x="348996" y="213360"/>
                </a:moveTo>
                <a:lnTo>
                  <a:pt x="315467" y="213360"/>
                </a:lnTo>
                <a:lnTo>
                  <a:pt x="332232" y="196596"/>
                </a:lnTo>
                <a:lnTo>
                  <a:pt x="348996" y="213360"/>
                </a:lnTo>
                <a:close/>
              </a:path>
              <a:path w="391795" h="398145">
                <a:moveTo>
                  <a:pt x="134112" y="385572"/>
                </a:moveTo>
                <a:lnTo>
                  <a:pt x="136207" y="342328"/>
                </a:lnTo>
                <a:lnTo>
                  <a:pt x="137069" y="300227"/>
                </a:lnTo>
                <a:lnTo>
                  <a:pt x="137136" y="264771"/>
                </a:lnTo>
                <a:lnTo>
                  <a:pt x="136969" y="240601"/>
                </a:lnTo>
                <a:lnTo>
                  <a:pt x="136517" y="218432"/>
                </a:lnTo>
                <a:lnTo>
                  <a:pt x="135636" y="198119"/>
                </a:lnTo>
                <a:lnTo>
                  <a:pt x="164592" y="213360"/>
                </a:lnTo>
                <a:lnTo>
                  <a:pt x="348996" y="213360"/>
                </a:lnTo>
                <a:lnTo>
                  <a:pt x="356616" y="220979"/>
                </a:lnTo>
                <a:lnTo>
                  <a:pt x="352697" y="224027"/>
                </a:lnTo>
                <a:lnTo>
                  <a:pt x="161543" y="224027"/>
                </a:lnTo>
                <a:lnTo>
                  <a:pt x="161543" y="335280"/>
                </a:lnTo>
                <a:lnTo>
                  <a:pt x="342960" y="335280"/>
                </a:lnTo>
                <a:lnTo>
                  <a:pt x="343056" y="342328"/>
                </a:lnTo>
                <a:lnTo>
                  <a:pt x="343134" y="345948"/>
                </a:lnTo>
                <a:lnTo>
                  <a:pt x="161543" y="345948"/>
                </a:lnTo>
                <a:lnTo>
                  <a:pt x="161543" y="373380"/>
                </a:lnTo>
                <a:lnTo>
                  <a:pt x="134112" y="385572"/>
                </a:lnTo>
                <a:close/>
              </a:path>
              <a:path w="391795" h="398145">
                <a:moveTo>
                  <a:pt x="342960" y="335280"/>
                </a:moveTo>
                <a:lnTo>
                  <a:pt x="318515" y="335280"/>
                </a:lnTo>
                <a:lnTo>
                  <a:pt x="318515" y="224027"/>
                </a:lnTo>
                <a:lnTo>
                  <a:pt x="352697" y="224027"/>
                </a:lnTo>
                <a:lnTo>
                  <a:pt x="342900" y="231648"/>
                </a:lnTo>
                <a:lnTo>
                  <a:pt x="342960" y="335280"/>
                </a:lnTo>
                <a:close/>
              </a:path>
              <a:path w="391795" h="398145">
                <a:moveTo>
                  <a:pt x="318515" y="377952"/>
                </a:moveTo>
                <a:lnTo>
                  <a:pt x="318515" y="345948"/>
                </a:lnTo>
                <a:lnTo>
                  <a:pt x="343134" y="345948"/>
                </a:lnTo>
                <a:lnTo>
                  <a:pt x="343542" y="356473"/>
                </a:lnTo>
                <a:lnTo>
                  <a:pt x="344424" y="367284"/>
                </a:lnTo>
                <a:lnTo>
                  <a:pt x="318515" y="37795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pic>
        <p:nvPicPr>
          <p:cNvPr id="69" name="object 69"/>
          <p:cNvPicPr/>
          <p:nvPr/>
        </p:nvPicPr>
        <p:blipFill>
          <a:blip r:embed="rId7" cstate="print"/>
          <a:stretch>
            <a:fillRect/>
          </a:stretch>
        </p:blipFill>
        <p:spPr>
          <a:xfrm>
            <a:off x="7499603" y="4607123"/>
            <a:ext cx="68579" cy="118800"/>
          </a:xfrm>
          <a:prstGeom prst="rect">
            <a:avLst/>
          </a:prstGeom>
        </p:spPr>
      </p:pic>
      <p:sp>
        <p:nvSpPr>
          <p:cNvPr id="70" name="object 70"/>
          <p:cNvSpPr/>
          <p:nvPr/>
        </p:nvSpPr>
        <p:spPr>
          <a:xfrm>
            <a:off x="7904988" y="4343400"/>
            <a:ext cx="407034" cy="405765"/>
          </a:xfrm>
          <a:custGeom>
            <a:avLst/>
            <a:gdLst/>
            <a:ahLst/>
            <a:cxnLst/>
            <a:rect l="l" t="t" r="r" b="b"/>
            <a:pathLst>
              <a:path w="407034" h="405764">
                <a:moveTo>
                  <a:pt x="167640" y="190500"/>
                </a:moveTo>
                <a:lnTo>
                  <a:pt x="164592" y="184404"/>
                </a:lnTo>
                <a:lnTo>
                  <a:pt x="178855" y="161020"/>
                </a:lnTo>
                <a:lnTo>
                  <a:pt x="191833" y="136779"/>
                </a:lnTo>
                <a:lnTo>
                  <a:pt x="213360" y="86868"/>
                </a:lnTo>
                <a:lnTo>
                  <a:pt x="228028" y="38862"/>
                </a:lnTo>
                <a:lnTo>
                  <a:pt x="239268" y="0"/>
                </a:lnTo>
                <a:lnTo>
                  <a:pt x="275844" y="21336"/>
                </a:lnTo>
                <a:lnTo>
                  <a:pt x="268343" y="28194"/>
                </a:lnTo>
                <a:lnTo>
                  <a:pt x="259270" y="41910"/>
                </a:lnTo>
                <a:lnTo>
                  <a:pt x="248197" y="62484"/>
                </a:lnTo>
                <a:lnTo>
                  <a:pt x="234696" y="89916"/>
                </a:lnTo>
                <a:lnTo>
                  <a:pt x="393746" y="89916"/>
                </a:lnTo>
                <a:lnTo>
                  <a:pt x="402959" y="100584"/>
                </a:lnTo>
                <a:lnTo>
                  <a:pt x="231648" y="100584"/>
                </a:lnTo>
                <a:lnTo>
                  <a:pt x="215646" y="127706"/>
                </a:lnTo>
                <a:lnTo>
                  <a:pt x="199644" y="151828"/>
                </a:lnTo>
                <a:lnTo>
                  <a:pt x="183642" y="172807"/>
                </a:lnTo>
                <a:lnTo>
                  <a:pt x="167640" y="190500"/>
                </a:lnTo>
                <a:close/>
              </a:path>
              <a:path w="407034" h="405764">
                <a:moveTo>
                  <a:pt x="9143" y="68580"/>
                </a:moveTo>
                <a:lnTo>
                  <a:pt x="9143" y="60960"/>
                </a:lnTo>
                <a:lnTo>
                  <a:pt x="29456" y="57245"/>
                </a:lnTo>
                <a:lnTo>
                  <a:pt x="49339" y="52959"/>
                </a:lnTo>
                <a:lnTo>
                  <a:pt x="88392" y="42672"/>
                </a:lnTo>
                <a:lnTo>
                  <a:pt x="124777" y="28575"/>
                </a:lnTo>
                <a:lnTo>
                  <a:pt x="155448" y="12192"/>
                </a:lnTo>
                <a:lnTo>
                  <a:pt x="178308" y="44196"/>
                </a:lnTo>
                <a:lnTo>
                  <a:pt x="166520" y="44815"/>
                </a:lnTo>
                <a:lnTo>
                  <a:pt x="151447" y="46863"/>
                </a:lnTo>
                <a:lnTo>
                  <a:pt x="132659" y="50625"/>
                </a:lnTo>
                <a:lnTo>
                  <a:pt x="109728" y="56388"/>
                </a:lnTo>
                <a:lnTo>
                  <a:pt x="109728" y="59436"/>
                </a:lnTo>
                <a:lnTo>
                  <a:pt x="86868" y="59436"/>
                </a:lnTo>
                <a:lnTo>
                  <a:pt x="9143" y="68580"/>
                </a:lnTo>
                <a:close/>
              </a:path>
              <a:path w="407034" h="405764">
                <a:moveTo>
                  <a:pt x="109728" y="135636"/>
                </a:moveTo>
                <a:lnTo>
                  <a:pt x="86868" y="135636"/>
                </a:lnTo>
                <a:lnTo>
                  <a:pt x="86868" y="59436"/>
                </a:lnTo>
                <a:lnTo>
                  <a:pt x="109728" y="59436"/>
                </a:lnTo>
                <a:lnTo>
                  <a:pt x="109728" y="135636"/>
                </a:lnTo>
                <a:close/>
              </a:path>
              <a:path w="407034" h="405764">
                <a:moveTo>
                  <a:pt x="393746" y="89916"/>
                </a:moveTo>
                <a:lnTo>
                  <a:pt x="358140" y="89916"/>
                </a:lnTo>
                <a:lnTo>
                  <a:pt x="377952" y="71628"/>
                </a:lnTo>
                <a:lnTo>
                  <a:pt x="393746" y="89916"/>
                </a:lnTo>
                <a:close/>
              </a:path>
              <a:path w="407034" h="405764">
                <a:moveTo>
                  <a:pt x="341376" y="160020"/>
                </a:moveTo>
                <a:lnTo>
                  <a:pt x="336804" y="156972"/>
                </a:lnTo>
                <a:lnTo>
                  <a:pt x="361188" y="100584"/>
                </a:lnTo>
                <a:lnTo>
                  <a:pt x="402959" y="100584"/>
                </a:lnTo>
                <a:lnTo>
                  <a:pt x="406908" y="105156"/>
                </a:lnTo>
                <a:lnTo>
                  <a:pt x="400050" y="105775"/>
                </a:lnTo>
                <a:lnTo>
                  <a:pt x="393192" y="107823"/>
                </a:lnTo>
                <a:lnTo>
                  <a:pt x="362140" y="134683"/>
                </a:lnTo>
                <a:lnTo>
                  <a:pt x="352239" y="146304"/>
                </a:lnTo>
                <a:lnTo>
                  <a:pt x="341376" y="160020"/>
                </a:lnTo>
                <a:close/>
              </a:path>
              <a:path w="407034" h="405764">
                <a:moveTo>
                  <a:pt x="19812" y="150876"/>
                </a:moveTo>
                <a:lnTo>
                  <a:pt x="4572" y="135636"/>
                </a:lnTo>
                <a:lnTo>
                  <a:pt x="126492" y="135636"/>
                </a:lnTo>
                <a:lnTo>
                  <a:pt x="146304" y="114300"/>
                </a:lnTo>
                <a:lnTo>
                  <a:pt x="176784" y="146304"/>
                </a:lnTo>
                <a:lnTo>
                  <a:pt x="60960" y="146304"/>
                </a:lnTo>
                <a:lnTo>
                  <a:pt x="49815" y="146589"/>
                </a:lnTo>
                <a:lnTo>
                  <a:pt x="39243" y="147447"/>
                </a:lnTo>
                <a:lnTo>
                  <a:pt x="29241" y="148875"/>
                </a:lnTo>
                <a:lnTo>
                  <a:pt x="19812" y="150876"/>
                </a:lnTo>
                <a:close/>
              </a:path>
              <a:path w="407034" h="405764">
                <a:moveTo>
                  <a:pt x="294132" y="366283"/>
                </a:moveTo>
                <a:lnTo>
                  <a:pt x="262770" y="366283"/>
                </a:lnTo>
                <a:lnTo>
                  <a:pt x="268224" y="365760"/>
                </a:lnTo>
                <a:lnTo>
                  <a:pt x="271272" y="359664"/>
                </a:lnTo>
                <a:lnTo>
                  <a:pt x="271219" y="256032"/>
                </a:lnTo>
                <a:lnTo>
                  <a:pt x="271092" y="209550"/>
                </a:lnTo>
                <a:lnTo>
                  <a:pt x="270532" y="148875"/>
                </a:lnTo>
                <a:lnTo>
                  <a:pt x="269748" y="123444"/>
                </a:lnTo>
                <a:lnTo>
                  <a:pt x="307848" y="143256"/>
                </a:lnTo>
                <a:lnTo>
                  <a:pt x="294132" y="155448"/>
                </a:lnTo>
                <a:lnTo>
                  <a:pt x="294132" y="366283"/>
                </a:lnTo>
                <a:close/>
              </a:path>
              <a:path w="407034" h="405764">
                <a:moveTo>
                  <a:pt x="4572" y="323088"/>
                </a:moveTo>
                <a:lnTo>
                  <a:pt x="0" y="318515"/>
                </a:lnTo>
                <a:lnTo>
                  <a:pt x="13192" y="300513"/>
                </a:lnTo>
                <a:lnTo>
                  <a:pt x="25527" y="280797"/>
                </a:lnTo>
                <a:lnTo>
                  <a:pt x="48768" y="236220"/>
                </a:lnTo>
                <a:lnTo>
                  <a:pt x="69220" y="190500"/>
                </a:lnTo>
                <a:lnTo>
                  <a:pt x="83820" y="146304"/>
                </a:lnTo>
                <a:lnTo>
                  <a:pt x="109728" y="146304"/>
                </a:lnTo>
                <a:lnTo>
                  <a:pt x="109728" y="178308"/>
                </a:lnTo>
                <a:lnTo>
                  <a:pt x="123753" y="185427"/>
                </a:lnTo>
                <a:lnTo>
                  <a:pt x="124578" y="185928"/>
                </a:lnTo>
                <a:lnTo>
                  <a:pt x="109728" y="185928"/>
                </a:lnTo>
                <a:lnTo>
                  <a:pt x="109793" y="205740"/>
                </a:lnTo>
                <a:lnTo>
                  <a:pt x="86868" y="205740"/>
                </a:lnTo>
                <a:lnTo>
                  <a:pt x="69723" y="240577"/>
                </a:lnTo>
                <a:lnTo>
                  <a:pt x="50292" y="271843"/>
                </a:lnTo>
                <a:lnTo>
                  <a:pt x="28502" y="299466"/>
                </a:lnTo>
                <a:lnTo>
                  <a:pt x="4572" y="323088"/>
                </a:lnTo>
                <a:close/>
              </a:path>
              <a:path w="407034" h="405764">
                <a:moveTo>
                  <a:pt x="161544" y="259080"/>
                </a:moveTo>
                <a:lnTo>
                  <a:pt x="155448" y="259080"/>
                </a:lnTo>
                <a:lnTo>
                  <a:pt x="150876" y="252984"/>
                </a:lnTo>
                <a:lnTo>
                  <a:pt x="146304" y="237744"/>
                </a:lnTo>
                <a:lnTo>
                  <a:pt x="139731" y="223218"/>
                </a:lnTo>
                <a:lnTo>
                  <a:pt x="131445" y="209550"/>
                </a:lnTo>
                <a:lnTo>
                  <a:pt x="121443" y="197024"/>
                </a:lnTo>
                <a:lnTo>
                  <a:pt x="109728" y="185928"/>
                </a:lnTo>
                <a:lnTo>
                  <a:pt x="124578" y="185928"/>
                </a:lnTo>
                <a:lnTo>
                  <a:pt x="156972" y="208788"/>
                </a:lnTo>
                <a:lnTo>
                  <a:pt x="172212" y="234696"/>
                </a:lnTo>
                <a:lnTo>
                  <a:pt x="172212" y="237744"/>
                </a:lnTo>
                <a:lnTo>
                  <a:pt x="170688" y="243840"/>
                </a:lnTo>
                <a:lnTo>
                  <a:pt x="164592" y="256032"/>
                </a:lnTo>
                <a:lnTo>
                  <a:pt x="161544" y="259080"/>
                </a:lnTo>
                <a:close/>
              </a:path>
              <a:path w="407034" h="405764">
                <a:moveTo>
                  <a:pt x="147828" y="352044"/>
                </a:moveTo>
                <a:lnTo>
                  <a:pt x="144780" y="345948"/>
                </a:lnTo>
                <a:lnTo>
                  <a:pt x="159924" y="325112"/>
                </a:lnTo>
                <a:lnTo>
                  <a:pt x="173355" y="303847"/>
                </a:lnTo>
                <a:lnTo>
                  <a:pt x="195072" y="260604"/>
                </a:lnTo>
                <a:lnTo>
                  <a:pt x="211264" y="220027"/>
                </a:lnTo>
                <a:lnTo>
                  <a:pt x="219456" y="187452"/>
                </a:lnTo>
                <a:lnTo>
                  <a:pt x="254508" y="208788"/>
                </a:lnTo>
                <a:lnTo>
                  <a:pt x="240792" y="219456"/>
                </a:lnTo>
                <a:lnTo>
                  <a:pt x="219622" y="261175"/>
                </a:lnTo>
                <a:lnTo>
                  <a:pt x="197167" y="297180"/>
                </a:lnTo>
                <a:lnTo>
                  <a:pt x="173283" y="327469"/>
                </a:lnTo>
                <a:lnTo>
                  <a:pt x="147828" y="352044"/>
                </a:lnTo>
                <a:close/>
              </a:path>
              <a:path w="407034" h="405764">
                <a:moveTo>
                  <a:pt x="384048" y="339852"/>
                </a:moveTo>
                <a:lnTo>
                  <a:pt x="377952" y="339852"/>
                </a:lnTo>
                <a:lnTo>
                  <a:pt x="374904" y="333756"/>
                </a:lnTo>
                <a:lnTo>
                  <a:pt x="373380" y="323088"/>
                </a:lnTo>
                <a:lnTo>
                  <a:pt x="369403" y="311991"/>
                </a:lnTo>
                <a:lnTo>
                  <a:pt x="352044" y="271272"/>
                </a:lnTo>
                <a:lnTo>
                  <a:pt x="324397" y="221551"/>
                </a:lnTo>
                <a:lnTo>
                  <a:pt x="312420" y="202692"/>
                </a:lnTo>
                <a:lnTo>
                  <a:pt x="315468" y="196596"/>
                </a:lnTo>
                <a:lnTo>
                  <a:pt x="359664" y="244602"/>
                </a:lnTo>
                <a:lnTo>
                  <a:pt x="385572" y="278892"/>
                </a:lnTo>
                <a:lnTo>
                  <a:pt x="399249" y="317182"/>
                </a:lnTo>
                <a:lnTo>
                  <a:pt x="397764" y="324612"/>
                </a:lnTo>
                <a:lnTo>
                  <a:pt x="394716" y="330708"/>
                </a:lnTo>
                <a:lnTo>
                  <a:pt x="387096" y="338328"/>
                </a:lnTo>
                <a:lnTo>
                  <a:pt x="384048" y="339852"/>
                </a:lnTo>
                <a:close/>
              </a:path>
              <a:path w="407034" h="405764">
                <a:moveTo>
                  <a:pt x="85344" y="405384"/>
                </a:moveTo>
                <a:lnTo>
                  <a:pt x="86628" y="333756"/>
                </a:lnTo>
                <a:lnTo>
                  <a:pt x="86868" y="205740"/>
                </a:lnTo>
                <a:lnTo>
                  <a:pt x="109793" y="205740"/>
                </a:lnTo>
                <a:lnTo>
                  <a:pt x="109918" y="243840"/>
                </a:lnTo>
                <a:lnTo>
                  <a:pt x="110012" y="263461"/>
                </a:lnTo>
                <a:lnTo>
                  <a:pt x="110557" y="323088"/>
                </a:lnTo>
                <a:lnTo>
                  <a:pt x="111033" y="365379"/>
                </a:lnTo>
                <a:lnTo>
                  <a:pt x="111252" y="394716"/>
                </a:lnTo>
                <a:lnTo>
                  <a:pt x="85344" y="405384"/>
                </a:lnTo>
                <a:close/>
              </a:path>
              <a:path w="407034" h="405764">
                <a:moveTo>
                  <a:pt x="259080" y="405384"/>
                </a:moveTo>
                <a:lnTo>
                  <a:pt x="226695" y="374142"/>
                </a:lnTo>
                <a:lnTo>
                  <a:pt x="205740" y="365760"/>
                </a:lnTo>
                <a:lnTo>
                  <a:pt x="207264" y="358140"/>
                </a:lnTo>
                <a:lnTo>
                  <a:pt x="232433" y="362759"/>
                </a:lnTo>
                <a:lnTo>
                  <a:pt x="250888" y="365379"/>
                </a:lnTo>
                <a:lnTo>
                  <a:pt x="262770" y="366283"/>
                </a:lnTo>
                <a:lnTo>
                  <a:pt x="294132" y="366283"/>
                </a:lnTo>
                <a:lnTo>
                  <a:pt x="294132" y="371856"/>
                </a:lnTo>
                <a:lnTo>
                  <a:pt x="292608" y="381000"/>
                </a:lnTo>
                <a:lnTo>
                  <a:pt x="288036" y="385572"/>
                </a:lnTo>
                <a:lnTo>
                  <a:pt x="283725" y="390167"/>
                </a:lnTo>
                <a:lnTo>
                  <a:pt x="277558" y="394906"/>
                </a:lnTo>
                <a:lnTo>
                  <a:pt x="269390" y="399930"/>
                </a:lnTo>
                <a:lnTo>
                  <a:pt x="259080" y="40538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" name="object 71"/>
          <p:cNvSpPr/>
          <p:nvPr/>
        </p:nvSpPr>
        <p:spPr>
          <a:xfrm>
            <a:off x="8409432" y="4343400"/>
            <a:ext cx="309880" cy="410209"/>
          </a:xfrm>
          <a:custGeom>
            <a:avLst/>
            <a:gdLst/>
            <a:ahLst/>
            <a:cxnLst/>
            <a:rect l="l" t="t" r="r" b="b"/>
            <a:pathLst>
              <a:path w="309879" h="410210">
                <a:moveTo>
                  <a:pt x="161543" y="82296"/>
                </a:moveTo>
                <a:lnTo>
                  <a:pt x="137160" y="82296"/>
                </a:lnTo>
                <a:lnTo>
                  <a:pt x="137136" y="61722"/>
                </a:lnTo>
                <a:lnTo>
                  <a:pt x="136969" y="41148"/>
                </a:lnTo>
                <a:lnTo>
                  <a:pt x="136517" y="20574"/>
                </a:lnTo>
                <a:lnTo>
                  <a:pt x="135636" y="0"/>
                </a:lnTo>
                <a:lnTo>
                  <a:pt x="175260" y="15240"/>
                </a:lnTo>
                <a:lnTo>
                  <a:pt x="161543" y="30480"/>
                </a:lnTo>
                <a:lnTo>
                  <a:pt x="161543" y="82296"/>
                </a:lnTo>
                <a:close/>
              </a:path>
              <a:path w="309879" h="410210">
                <a:moveTo>
                  <a:pt x="305511" y="82296"/>
                </a:moveTo>
                <a:lnTo>
                  <a:pt x="268224" y="82296"/>
                </a:lnTo>
                <a:lnTo>
                  <a:pt x="280416" y="62484"/>
                </a:lnTo>
                <a:lnTo>
                  <a:pt x="305511" y="82296"/>
                </a:lnTo>
                <a:close/>
              </a:path>
              <a:path w="309879" h="410210">
                <a:moveTo>
                  <a:pt x="0" y="303275"/>
                </a:moveTo>
                <a:lnTo>
                  <a:pt x="881" y="271795"/>
                </a:lnTo>
                <a:lnTo>
                  <a:pt x="1333" y="241173"/>
                </a:lnTo>
                <a:lnTo>
                  <a:pt x="1382" y="232267"/>
                </a:lnTo>
                <a:lnTo>
                  <a:pt x="1500" y="151899"/>
                </a:lnTo>
                <a:lnTo>
                  <a:pt x="1333" y="122872"/>
                </a:lnTo>
                <a:lnTo>
                  <a:pt x="934" y="97536"/>
                </a:lnTo>
                <a:lnTo>
                  <a:pt x="845" y="92964"/>
                </a:lnTo>
                <a:lnTo>
                  <a:pt x="0" y="65532"/>
                </a:lnTo>
                <a:lnTo>
                  <a:pt x="25908" y="82296"/>
                </a:lnTo>
                <a:lnTo>
                  <a:pt x="305511" y="82296"/>
                </a:lnTo>
                <a:lnTo>
                  <a:pt x="309372" y="85344"/>
                </a:lnTo>
                <a:lnTo>
                  <a:pt x="300799" y="92964"/>
                </a:lnTo>
                <a:lnTo>
                  <a:pt x="25908" y="92964"/>
                </a:lnTo>
                <a:lnTo>
                  <a:pt x="25908" y="169164"/>
                </a:lnTo>
                <a:lnTo>
                  <a:pt x="295656" y="169164"/>
                </a:lnTo>
                <a:lnTo>
                  <a:pt x="295656" y="179832"/>
                </a:lnTo>
                <a:lnTo>
                  <a:pt x="25908" y="179832"/>
                </a:lnTo>
                <a:lnTo>
                  <a:pt x="25908" y="257556"/>
                </a:lnTo>
                <a:lnTo>
                  <a:pt x="296643" y="257556"/>
                </a:lnTo>
                <a:lnTo>
                  <a:pt x="296950" y="268224"/>
                </a:lnTo>
                <a:lnTo>
                  <a:pt x="25908" y="268224"/>
                </a:lnTo>
                <a:lnTo>
                  <a:pt x="25908" y="292608"/>
                </a:lnTo>
                <a:lnTo>
                  <a:pt x="0" y="303275"/>
                </a:lnTo>
                <a:close/>
              </a:path>
              <a:path w="309879" h="410210">
                <a:moveTo>
                  <a:pt x="161543" y="169164"/>
                </a:moveTo>
                <a:lnTo>
                  <a:pt x="137160" y="169164"/>
                </a:lnTo>
                <a:lnTo>
                  <a:pt x="137160" y="92964"/>
                </a:lnTo>
                <a:lnTo>
                  <a:pt x="161543" y="92964"/>
                </a:lnTo>
                <a:lnTo>
                  <a:pt x="161543" y="169164"/>
                </a:lnTo>
                <a:close/>
              </a:path>
              <a:path w="309879" h="410210">
                <a:moveTo>
                  <a:pt x="295656" y="169164"/>
                </a:moveTo>
                <a:lnTo>
                  <a:pt x="271272" y="169164"/>
                </a:lnTo>
                <a:lnTo>
                  <a:pt x="271272" y="92964"/>
                </a:lnTo>
                <a:lnTo>
                  <a:pt x="300799" y="92964"/>
                </a:lnTo>
                <a:lnTo>
                  <a:pt x="295656" y="97536"/>
                </a:lnTo>
                <a:lnTo>
                  <a:pt x="295656" y="169164"/>
                </a:lnTo>
                <a:close/>
              </a:path>
              <a:path w="309879" h="410210">
                <a:moveTo>
                  <a:pt x="161543" y="257556"/>
                </a:moveTo>
                <a:lnTo>
                  <a:pt x="137160" y="257556"/>
                </a:lnTo>
                <a:lnTo>
                  <a:pt x="137160" y="179832"/>
                </a:lnTo>
                <a:lnTo>
                  <a:pt x="161543" y="179832"/>
                </a:lnTo>
                <a:lnTo>
                  <a:pt x="161543" y="257556"/>
                </a:lnTo>
                <a:close/>
              </a:path>
              <a:path w="309879" h="410210">
                <a:moveTo>
                  <a:pt x="296643" y="257556"/>
                </a:moveTo>
                <a:lnTo>
                  <a:pt x="271272" y="257556"/>
                </a:lnTo>
                <a:lnTo>
                  <a:pt x="271272" y="179832"/>
                </a:lnTo>
                <a:lnTo>
                  <a:pt x="295656" y="179832"/>
                </a:lnTo>
                <a:lnTo>
                  <a:pt x="295656" y="214884"/>
                </a:lnTo>
                <a:lnTo>
                  <a:pt x="295894" y="232267"/>
                </a:lnTo>
                <a:lnTo>
                  <a:pt x="296643" y="257556"/>
                </a:lnTo>
                <a:close/>
              </a:path>
              <a:path w="309879" h="410210">
                <a:moveTo>
                  <a:pt x="135636" y="409956"/>
                </a:moveTo>
                <a:lnTo>
                  <a:pt x="136517" y="392525"/>
                </a:lnTo>
                <a:lnTo>
                  <a:pt x="136969" y="376809"/>
                </a:lnTo>
                <a:lnTo>
                  <a:pt x="137035" y="371284"/>
                </a:lnTo>
                <a:lnTo>
                  <a:pt x="137160" y="268224"/>
                </a:lnTo>
                <a:lnTo>
                  <a:pt x="161543" y="268224"/>
                </a:lnTo>
                <a:lnTo>
                  <a:pt x="161543" y="341376"/>
                </a:lnTo>
                <a:lnTo>
                  <a:pt x="161782" y="356830"/>
                </a:lnTo>
                <a:lnTo>
                  <a:pt x="162306" y="371284"/>
                </a:lnTo>
                <a:lnTo>
                  <a:pt x="162829" y="384881"/>
                </a:lnTo>
                <a:lnTo>
                  <a:pt x="163068" y="397764"/>
                </a:lnTo>
                <a:lnTo>
                  <a:pt x="135636" y="409956"/>
                </a:lnTo>
                <a:close/>
              </a:path>
              <a:path w="309879" h="410210">
                <a:moveTo>
                  <a:pt x="271272" y="295656"/>
                </a:moveTo>
                <a:lnTo>
                  <a:pt x="271272" y="268224"/>
                </a:lnTo>
                <a:lnTo>
                  <a:pt x="296950" y="268224"/>
                </a:lnTo>
                <a:lnTo>
                  <a:pt x="297180" y="284988"/>
                </a:lnTo>
                <a:lnTo>
                  <a:pt x="271272" y="29565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" name="object 72"/>
          <p:cNvSpPr/>
          <p:nvPr/>
        </p:nvSpPr>
        <p:spPr>
          <a:xfrm>
            <a:off x="8793480" y="4343400"/>
            <a:ext cx="410209" cy="408940"/>
          </a:xfrm>
          <a:custGeom>
            <a:avLst/>
            <a:gdLst/>
            <a:ahLst/>
            <a:cxnLst/>
            <a:rect l="l" t="t" r="r" b="b"/>
            <a:pathLst>
              <a:path w="410209" h="408939">
                <a:moveTo>
                  <a:pt x="274320" y="59436"/>
                </a:moveTo>
                <a:lnTo>
                  <a:pt x="249936" y="59436"/>
                </a:lnTo>
                <a:lnTo>
                  <a:pt x="249854" y="36576"/>
                </a:lnTo>
                <a:lnTo>
                  <a:pt x="249745" y="26289"/>
                </a:lnTo>
                <a:lnTo>
                  <a:pt x="249293" y="12287"/>
                </a:lnTo>
                <a:lnTo>
                  <a:pt x="248412" y="0"/>
                </a:lnTo>
                <a:lnTo>
                  <a:pt x="289560" y="18288"/>
                </a:lnTo>
                <a:lnTo>
                  <a:pt x="274320" y="30480"/>
                </a:lnTo>
                <a:lnTo>
                  <a:pt x="274320" y="59436"/>
                </a:lnTo>
                <a:close/>
              </a:path>
              <a:path w="410209" h="408939">
                <a:moveTo>
                  <a:pt x="77724" y="96012"/>
                </a:moveTo>
                <a:lnTo>
                  <a:pt x="73152" y="96012"/>
                </a:lnTo>
                <a:lnTo>
                  <a:pt x="71628" y="89916"/>
                </a:lnTo>
                <a:lnTo>
                  <a:pt x="70104" y="76200"/>
                </a:lnTo>
                <a:lnTo>
                  <a:pt x="66936" y="63936"/>
                </a:lnTo>
                <a:lnTo>
                  <a:pt x="61912" y="50101"/>
                </a:lnTo>
                <a:lnTo>
                  <a:pt x="54887" y="34837"/>
                </a:lnTo>
                <a:lnTo>
                  <a:pt x="45719" y="18288"/>
                </a:lnTo>
                <a:lnTo>
                  <a:pt x="50292" y="13716"/>
                </a:lnTo>
                <a:lnTo>
                  <a:pt x="85439" y="41362"/>
                </a:lnTo>
                <a:lnTo>
                  <a:pt x="98726" y="67198"/>
                </a:lnTo>
                <a:lnTo>
                  <a:pt x="96012" y="80772"/>
                </a:lnTo>
                <a:lnTo>
                  <a:pt x="91440" y="86868"/>
                </a:lnTo>
                <a:lnTo>
                  <a:pt x="77724" y="96012"/>
                </a:lnTo>
                <a:close/>
              </a:path>
              <a:path w="410209" h="408939">
                <a:moveTo>
                  <a:pt x="150876" y="74676"/>
                </a:moveTo>
                <a:lnTo>
                  <a:pt x="135636" y="59436"/>
                </a:lnTo>
                <a:lnTo>
                  <a:pt x="345948" y="59436"/>
                </a:lnTo>
                <a:lnTo>
                  <a:pt x="370332" y="36576"/>
                </a:lnTo>
                <a:lnTo>
                  <a:pt x="400812" y="70104"/>
                </a:lnTo>
                <a:lnTo>
                  <a:pt x="184404" y="70104"/>
                </a:lnTo>
                <a:lnTo>
                  <a:pt x="177236" y="70389"/>
                </a:lnTo>
                <a:lnTo>
                  <a:pt x="169354" y="71247"/>
                </a:lnTo>
                <a:lnTo>
                  <a:pt x="160615" y="72675"/>
                </a:lnTo>
                <a:lnTo>
                  <a:pt x="150876" y="74676"/>
                </a:lnTo>
                <a:close/>
              </a:path>
              <a:path w="410209" h="408939">
                <a:moveTo>
                  <a:pt x="274320" y="106680"/>
                </a:moveTo>
                <a:lnTo>
                  <a:pt x="249936" y="106680"/>
                </a:lnTo>
                <a:lnTo>
                  <a:pt x="249936" y="70104"/>
                </a:lnTo>
                <a:lnTo>
                  <a:pt x="274320" y="70104"/>
                </a:lnTo>
                <a:lnTo>
                  <a:pt x="274320" y="106680"/>
                </a:lnTo>
                <a:close/>
              </a:path>
              <a:path w="410209" h="408939">
                <a:moveTo>
                  <a:pt x="178308" y="121920"/>
                </a:moveTo>
                <a:lnTo>
                  <a:pt x="161544" y="106680"/>
                </a:lnTo>
                <a:lnTo>
                  <a:pt x="326136" y="106680"/>
                </a:lnTo>
                <a:lnTo>
                  <a:pt x="347472" y="85344"/>
                </a:lnTo>
                <a:lnTo>
                  <a:pt x="376428" y="117348"/>
                </a:lnTo>
                <a:lnTo>
                  <a:pt x="210312" y="117348"/>
                </a:lnTo>
                <a:lnTo>
                  <a:pt x="203168" y="117633"/>
                </a:lnTo>
                <a:lnTo>
                  <a:pt x="195453" y="118491"/>
                </a:lnTo>
                <a:lnTo>
                  <a:pt x="187166" y="119919"/>
                </a:lnTo>
                <a:lnTo>
                  <a:pt x="178308" y="121920"/>
                </a:lnTo>
                <a:close/>
              </a:path>
              <a:path w="410209" h="408939">
                <a:moveTo>
                  <a:pt x="274320" y="160020"/>
                </a:moveTo>
                <a:lnTo>
                  <a:pt x="249936" y="160020"/>
                </a:lnTo>
                <a:lnTo>
                  <a:pt x="249936" y="117348"/>
                </a:lnTo>
                <a:lnTo>
                  <a:pt x="274320" y="117348"/>
                </a:lnTo>
                <a:lnTo>
                  <a:pt x="274320" y="160020"/>
                </a:lnTo>
                <a:close/>
              </a:path>
              <a:path w="410209" h="408939">
                <a:moveTo>
                  <a:pt x="15240" y="167640"/>
                </a:moveTo>
                <a:lnTo>
                  <a:pt x="0" y="150876"/>
                </a:lnTo>
                <a:lnTo>
                  <a:pt x="62484" y="150876"/>
                </a:lnTo>
                <a:lnTo>
                  <a:pt x="76200" y="134112"/>
                </a:lnTo>
                <a:lnTo>
                  <a:pt x="106680" y="156972"/>
                </a:lnTo>
                <a:lnTo>
                  <a:pt x="100393" y="161544"/>
                </a:lnTo>
                <a:lnTo>
                  <a:pt x="48767" y="161544"/>
                </a:lnTo>
                <a:lnTo>
                  <a:pt x="41600" y="161853"/>
                </a:lnTo>
                <a:lnTo>
                  <a:pt x="33718" y="162877"/>
                </a:lnTo>
                <a:lnTo>
                  <a:pt x="24979" y="164758"/>
                </a:lnTo>
                <a:lnTo>
                  <a:pt x="15240" y="167640"/>
                </a:lnTo>
                <a:close/>
              </a:path>
              <a:path w="410209" h="408939">
                <a:moveTo>
                  <a:pt x="137160" y="175260"/>
                </a:moveTo>
                <a:lnTo>
                  <a:pt x="121920" y="160020"/>
                </a:lnTo>
                <a:lnTo>
                  <a:pt x="356616" y="160020"/>
                </a:lnTo>
                <a:lnTo>
                  <a:pt x="381000" y="137160"/>
                </a:lnTo>
                <a:lnTo>
                  <a:pt x="409956" y="170688"/>
                </a:lnTo>
                <a:lnTo>
                  <a:pt x="170688" y="170688"/>
                </a:lnTo>
                <a:lnTo>
                  <a:pt x="163520" y="170973"/>
                </a:lnTo>
                <a:lnTo>
                  <a:pt x="155638" y="171831"/>
                </a:lnTo>
                <a:lnTo>
                  <a:pt x="146899" y="173259"/>
                </a:lnTo>
                <a:lnTo>
                  <a:pt x="137160" y="175260"/>
                </a:lnTo>
                <a:close/>
              </a:path>
              <a:path w="410209" h="408939">
                <a:moveTo>
                  <a:pt x="83819" y="376428"/>
                </a:moveTo>
                <a:lnTo>
                  <a:pt x="59436" y="347472"/>
                </a:lnTo>
                <a:lnTo>
                  <a:pt x="64008" y="341376"/>
                </a:lnTo>
                <a:lnTo>
                  <a:pt x="65531" y="333756"/>
                </a:lnTo>
                <a:lnTo>
                  <a:pt x="65531" y="161544"/>
                </a:lnTo>
                <a:lnTo>
                  <a:pt x="100393" y="161544"/>
                </a:lnTo>
                <a:lnTo>
                  <a:pt x="89916" y="169164"/>
                </a:lnTo>
                <a:lnTo>
                  <a:pt x="89916" y="323088"/>
                </a:lnTo>
                <a:lnTo>
                  <a:pt x="117739" y="323088"/>
                </a:lnTo>
                <a:lnTo>
                  <a:pt x="115443" y="326136"/>
                </a:lnTo>
                <a:lnTo>
                  <a:pt x="98059" y="351853"/>
                </a:lnTo>
                <a:lnTo>
                  <a:pt x="83819" y="376428"/>
                </a:lnTo>
                <a:close/>
              </a:path>
              <a:path w="410209" h="408939">
                <a:moveTo>
                  <a:pt x="360953" y="205740"/>
                </a:moveTo>
                <a:lnTo>
                  <a:pt x="329184" y="205740"/>
                </a:lnTo>
                <a:lnTo>
                  <a:pt x="339852" y="190500"/>
                </a:lnTo>
                <a:lnTo>
                  <a:pt x="360953" y="205740"/>
                </a:lnTo>
                <a:close/>
              </a:path>
              <a:path w="410209" h="408939">
                <a:moveTo>
                  <a:pt x="175260" y="408432"/>
                </a:moveTo>
                <a:lnTo>
                  <a:pt x="176379" y="382452"/>
                </a:lnTo>
                <a:lnTo>
                  <a:pt x="177355" y="354901"/>
                </a:lnTo>
                <a:lnTo>
                  <a:pt x="178040" y="326136"/>
                </a:lnTo>
                <a:lnTo>
                  <a:pt x="178308" y="295655"/>
                </a:lnTo>
                <a:lnTo>
                  <a:pt x="178043" y="266700"/>
                </a:lnTo>
                <a:lnTo>
                  <a:pt x="177355" y="239839"/>
                </a:lnTo>
                <a:lnTo>
                  <a:pt x="176379" y="214860"/>
                </a:lnTo>
                <a:lnTo>
                  <a:pt x="175260" y="192024"/>
                </a:lnTo>
                <a:lnTo>
                  <a:pt x="198120" y="205740"/>
                </a:lnTo>
                <a:lnTo>
                  <a:pt x="360953" y="205740"/>
                </a:lnTo>
                <a:lnTo>
                  <a:pt x="367284" y="210312"/>
                </a:lnTo>
                <a:lnTo>
                  <a:pt x="360317" y="216408"/>
                </a:lnTo>
                <a:lnTo>
                  <a:pt x="199644" y="216408"/>
                </a:lnTo>
                <a:lnTo>
                  <a:pt x="199644" y="249936"/>
                </a:lnTo>
                <a:lnTo>
                  <a:pt x="355092" y="249936"/>
                </a:lnTo>
                <a:lnTo>
                  <a:pt x="355092" y="260604"/>
                </a:lnTo>
                <a:lnTo>
                  <a:pt x="199644" y="260604"/>
                </a:lnTo>
                <a:lnTo>
                  <a:pt x="199644" y="301752"/>
                </a:lnTo>
                <a:lnTo>
                  <a:pt x="355092" y="301752"/>
                </a:lnTo>
                <a:lnTo>
                  <a:pt x="355092" y="310896"/>
                </a:lnTo>
                <a:lnTo>
                  <a:pt x="199644" y="310896"/>
                </a:lnTo>
                <a:lnTo>
                  <a:pt x="199644" y="396240"/>
                </a:lnTo>
                <a:lnTo>
                  <a:pt x="175260" y="408432"/>
                </a:lnTo>
                <a:close/>
              </a:path>
              <a:path w="410209" h="408939">
                <a:moveTo>
                  <a:pt x="355092" y="249936"/>
                </a:moveTo>
                <a:lnTo>
                  <a:pt x="332232" y="249936"/>
                </a:lnTo>
                <a:lnTo>
                  <a:pt x="332232" y="216408"/>
                </a:lnTo>
                <a:lnTo>
                  <a:pt x="360317" y="216408"/>
                </a:lnTo>
                <a:lnTo>
                  <a:pt x="355092" y="220979"/>
                </a:lnTo>
                <a:lnTo>
                  <a:pt x="355092" y="249936"/>
                </a:lnTo>
                <a:close/>
              </a:path>
              <a:path w="410209" h="408939">
                <a:moveTo>
                  <a:pt x="355092" y="301752"/>
                </a:moveTo>
                <a:lnTo>
                  <a:pt x="332232" y="301752"/>
                </a:lnTo>
                <a:lnTo>
                  <a:pt x="332232" y="260604"/>
                </a:lnTo>
                <a:lnTo>
                  <a:pt x="355092" y="260604"/>
                </a:lnTo>
                <a:lnTo>
                  <a:pt x="355092" y="301752"/>
                </a:lnTo>
                <a:close/>
              </a:path>
              <a:path w="410209" h="408939">
                <a:moveTo>
                  <a:pt x="117739" y="323088"/>
                </a:moveTo>
                <a:lnTo>
                  <a:pt x="89916" y="323088"/>
                </a:lnTo>
                <a:lnTo>
                  <a:pt x="153924" y="266700"/>
                </a:lnTo>
                <a:lnTo>
                  <a:pt x="158496" y="271272"/>
                </a:lnTo>
                <a:lnTo>
                  <a:pt x="135683" y="299275"/>
                </a:lnTo>
                <a:lnTo>
                  <a:pt x="117739" y="323088"/>
                </a:lnTo>
                <a:close/>
              </a:path>
              <a:path w="410209" h="408939">
                <a:moveTo>
                  <a:pt x="354235" y="370332"/>
                </a:moveTo>
                <a:lnTo>
                  <a:pt x="327660" y="370332"/>
                </a:lnTo>
                <a:lnTo>
                  <a:pt x="333756" y="364236"/>
                </a:lnTo>
                <a:lnTo>
                  <a:pt x="332232" y="353568"/>
                </a:lnTo>
                <a:lnTo>
                  <a:pt x="332232" y="310896"/>
                </a:lnTo>
                <a:lnTo>
                  <a:pt x="355092" y="310896"/>
                </a:lnTo>
                <a:lnTo>
                  <a:pt x="355092" y="362712"/>
                </a:lnTo>
                <a:lnTo>
                  <a:pt x="354235" y="370332"/>
                </a:lnTo>
                <a:close/>
              </a:path>
              <a:path w="410209" h="408939">
                <a:moveTo>
                  <a:pt x="316992" y="406908"/>
                </a:moveTo>
                <a:lnTo>
                  <a:pt x="314110" y="396335"/>
                </a:lnTo>
                <a:lnTo>
                  <a:pt x="305371" y="387477"/>
                </a:lnTo>
                <a:lnTo>
                  <a:pt x="290631" y="380333"/>
                </a:lnTo>
                <a:lnTo>
                  <a:pt x="269748" y="374904"/>
                </a:lnTo>
                <a:lnTo>
                  <a:pt x="269748" y="367284"/>
                </a:lnTo>
                <a:lnTo>
                  <a:pt x="283773" y="368188"/>
                </a:lnTo>
                <a:lnTo>
                  <a:pt x="307252" y="369427"/>
                </a:lnTo>
                <a:lnTo>
                  <a:pt x="316992" y="370332"/>
                </a:lnTo>
                <a:lnTo>
                  <a:pt x="354235" y="370332"/>
                </a:lnTo>
                <a:lnTo>
                  <a:pt x="353425" y="377547"/>
                </a:lnTo>
                <a:lnTo>
                  <a:pt x="346329" y="389953"/>
                </a:lnTo>
                <a:lnTo>
                  <a:pt x="334089" y="399788"/>
                </a:lnTo>
                <a:lnTo>
                  <a:pt x="316992" y="40690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73" name="object 73"/>
          <p:cNvGrpSpPr/>
          <p:nvPr/>
        </p:nvGrpSpPr>
        <p:grpSpPr>
          <a:xfrm>
            <a:off x="9249156" y="4351020"/>
            <a:ext cx="645160" cy="399415"/>
            <a:chOff x="9249156" y="4351020"/>
            <a:chExt cx="645160" cy="399415"/>
          </a:xfrm>
        </p:grpSpPr>
        <p:sp>
          <p:nvSpPr>
            <p:cNvPr id="74" name="object 74"/>
            <p:cNvSpPr/>
            <p:nvPr/>
          </p:nvSpPr>
          <p:spPr>
            <a:xfrm>
              <a:off x="9249156" y="4351020"/>
              <a:ext cx="402590" cy="399415"/>
            </a:xfrm>
            <a:custGeom>
              <a:avLst/>
              <a:gdLst/>
              <a:ahLst/>
              <a:cxnLst/>
              <a:rect l="l" t="t" r="r" b="b"/>
              <a:pathLst>
                <a:path w="402590" h="399414">
                  <a:moveTo>
                    <a:pt x="190500" y="67055"/>
                  </a:moveTo>
                  <a:lnTo>
                    <a:pt x="166116" y="67055"/>
                  </a:lnTo>
                  <a:lnTo>
                    <a:pt x="166016" y="37242"/>
                  </a:lnTo>
                  <a:lnTo>
                    <a:pt x="165925" y="27241"/>
                  </a:lnTo>
                  <a:lnTo>
                    <a:pt x="165473" y="11977"/>
                  </a:lnTo>
                  <a:lnTo>
                    <a:pt x="164592" y="0"/>
                  </a:lnTo>
                  <a:lnTo>
                    <a:pt x="205740" y="16764"/>
                  </a:lnTo>
                  <a:lnTo>
                    <a:pt x="190500" y="30480"/>
                  </a:lnTo>
                  <a:lnTo>
                    <a:pt x="190500" y="67055"/>
                  </a:lnTo>
                  <a:close/>
                </a:path>
                <a:path w="402590" h="399414">
                  <a:moveTo>
                    <a:pt x="248412" y="140208"/>
                  </a:moveTo>
                  <a:lnTo>
                    <a:pt x="216408" y="140208"/>
                  </a:lnTo>
                  <a:lnTo>
                    <a:pt x="225242" y="131325"/>
                  </a:lnTo>
                  <a:lnTo>
                    <a:pt x="235648" y="120586"/>
                  </a:lnTo>
                  <a:lnTo>
                    <a:pt x="274320" y="76104"/>
                  </a:lnTo>
                  <a:lnTo>
                    <a:pt x="301752" y="37242"/>
                  </a:lnTo>
                  <a:lnTo>
                    <a:pt x="315467" y="15240"/>
                  </a:lnTo>
                  <a:lnTo>
                    <a:pt x="345948" y="42672"/>
                  </a:lnTo>
                  <a:lnTo>
                    <a:pt x="330708" y="50292"/>
                  </a:lnTo>
                  <a:lnTo>
                    <a:pt x="308419" y="75485"/>
                  </a:lnTo>
                  <a:lnTo>
                    <a:pt x="287274" y="98679"/>
                  </a:lnTo>
                  <a:lnTo>
                    <a:pt x="267271" y="120157"/>
                  </a:lnTo>
                  <a:lnTo>
                    <a:pt x="248412" y="140208"/>
                  </a:lnTo>
                  <a:close/>
                </a:path>
                <a:path w="402590" h="399414">
                  <a:moveTo>
                    <a:pt x="68580" y="82296"/>
                  </a:moveTo>
                  <a:lnTo>
                    <a:pt x="53340" y="67055"/>
                  </a:lnTo>
                  <a:lnTo>
                    <a:pt x="214884" y="67055"/>
                  </a:lnTo>
                  <a:lnTo>
                    <a:pt x="239268" y="42672"/>
                  </a:lnTo>
                  <a:lnTo>
                    <a:pt x="271272" y="77724"/>
                  </a:lnTo>
                  <a:lnTo>
                    <a:pt x="111252" y="77724"/>
                  </a:lnTo>
                  <a:lnTo>
                    <a:pt x="100083" y="78009"/>
                  </a:lnTo>
                  <a:lnTo>
                    <a:pt x="89344" y="78867"/>
                  </a:lnTo>
                  <a:lnTo>
                    <a:pt x="78890" y="80295"/>
                  </a:lnTo>
                  <a:lnTo>
                    <a:pt x="68580" y="82296"/>
                  </a:lnTo>
                  <a:close/>
                </a:path>
                <a:path w="402590" h="399414">
                  <a:moveTo>
                    <a:pt x="190500" y="140208"/>
                  </a:moveTo>
                  <a:lnTo>
                    <a:pt x="166116" y="140208"/>
                  </a:lnTo>
                  <a:lnTo>
                    <a:pt x="166116" y="77724"/>
                  </a:lnTo>
                  <a:lnTo>
                    <a:pt x="190500" y="77724"/>
                  </a:lnTo>
                  <a:lnTo>
                    <a:pt x="190500" y="140208"/>
                  </a:lnTo>
                  <a:close/>
                </a:path>
                <a:path w="402590" h="399414">
                  <a:moveTo>
                    <a:pt x="16764" y="155448"/>
                  </a:moveTo>
                  <a:lnTo>
                    <a:pt x="1524" y="140208"/>
                  </a:lnTo>
                  <a:lnTo>
                    <a:pt x="339852" y="140208"/>
                  </a:lnTo>
                  <a:lnTo>
                    <a:pt x="368808" y="114300"/>
                  </a:lnTo>
                  <a:lnTo>
                    <a:pt x="402336" y="150876"/>
                  </a:lnTo>
                  <a:lnTo>
                    <a:pt x="57912" y="150876"/>
                  </a:lnTo>
                  <a:lnTo>
                    <a:pt x="47625" y="151161"/>
                  </a:lnTo>
                  <a:lnTo>
                    <a:pt x="37338" y="152019"/>
                  </a:lnTo>
                  <a:lnTo>
                    <a:pt x="27051" y="153447"/>
                  </a:lnTo>
                  <a:lnTo>
                    <a:pt x="16764" y="155448"/>
                  </a:lnTo>
                  <a:close/>
                </a:path>
                <a:path w="402590" h="399414">
                  <a:moveTo>
                    <a:pt x="166577" y="210312"/>
                  </a:moveTo>
                  <a:lnTo>
                    <a:pt x="137160" y="210312"/>
                  </a:lnTo>
                  <a:lnTo>
                    <a:pt x="156281" y="195453"/>
                  </a:lnTo>
                  <a:lnTo>
                    <a:pt x="174688" y="180594"/>
                  </a:lnTo>
                  <a:lnTo>
                    <a:pt x="192238" y="165735"/>
                  </a:lnTo>
                  <a:lnTo>
                    <a:pt x="208788" y="150876"/>
                  </a:lnTo>
                  <a:lnTo>
                    <a:pt x="237744" y="150876"/>
                  </a:lnTo>
                  <a:lnTo>
                    <a:pt x="218598" y="167687"/>
                  </a:lnTo>
                  <a:lnTo>
                    <a:pt x="200025" y="183642"/>
                  </a:lnTo>
                  <a:lnTo>
                    <a:pt x="182022" y="198453"/>
                  </a:lnTo>
                  <a:lnTo>
                    <a:pt x="166577" y="210312"/>
                  </a:lnTo>
                  <a:close/>
                </a:path>
                <a:path w="402590" h="399414">
                  <a:moveTo>
                    <a:pt x="324067" y="211836"/>
                  </a:moveTo>
                  <a:lnTo>
                    <a:pt x="283464" y="211836"/>
                  </a:lnTo>
                  <a:lnTo>
                    <a:pt x="297179" y="192024"/>
                  </a:lnTo>
                  <a:lnTo>
                    <a:pt x="324067" y="211836"/>
                  </a:lnTo>
                  <a:close/>
                </a:path>
                <a:path w="402590" h="399414">
                  <a:moveTo>
                    <a:pt x="3048" y="300228"/>
                  </a:moveTo>
                  <a:lnTo>
                    <a:pt x="0" y="295656"/>
                  </a:lnTo>
                  <a:lnTo>
                    <a:pt x="31122" y="278511"/>
                  </a:lnTo>
                  <a:lnTo>
                    <a:pt x="60388" y="261366"/>
                  </a:lnTo>
                  <a:lnTo>
                    <a:pt x="87653" y="244221"/>
                  </a:lnTo>
                  <a:lnTo>
                    <a:pt x="112776" y="227076"/>
                  </a:lnTo>
                  <a:lnTo>
                    <a:pt x="112537" y="220813"/>
                  </a:lnTo>
                  <a:lnTo>
                    <a:pt x="111805" y="210312"/>
                  </a:lnTo>
                  <a:lnTo>
                    <a:pt x="111490" y="205430"/>
                  </a:lnTo>
                  <a:lnTo>
                    <a:pt x="111252" y="196596"/>
                  </a:lnTo>
                  <a:lnTo>
                    <a:pt x="137160" y="210312"/>
                  </a:lnTo>
                  <a:lnTo>
                    <a:pt x="166577" y="210312"/>
                  </a:lnTo>
                  <a:lnTo>
                    <a:pt x="164592" y="211836"/>
                  </a:lnTo>
                  <a:lnTo>
                    <a:pt x="324067" y="211836"/>
                  </a:lnTo>
                  <a:lnTo>
                    <a:pt x="326136" y="213360"/>
                  </a:lnTo>
                  <a:lnTo>
                    <a:pt x="315976" y="222504"/>
                  </a:lnTo>
                  <a:lnTo>
                    <a:pt x="152400" y="222504"/>
                  </a:lnTo>
                  <a:lnTo>
                    <a:pt x="137160" y="230124"/>
                  </a:lnTo>
                  <a:lnTo>
                    <a:pt x="137160" y="248412"/>
                  </a:lnTo>
                  <a:lnTo>
                    <a:pt x="112776" y="248412"/>
                  </a:lnTo>
                  <a:lnTo>
                    <a:pt x="84486" y="263794"/>
                  </a:lnTo>
                  <a:lnTo>
                    <a:pt x="56769" y="277749"/>
                  </a:lnTo>
                  <a:lnTo>
                    <a:pt x="29622" y="289988"/>
                  </a:lnTo>
                  <a:lnTo>
                    <a:pt x="3048" y="300228"/>
                  </a:lnTo>
                  <a:close/>
                </a:path>
                <a:path w="402590" h="399414">
                  <a:moveTo>
                    <a:pt x="310896" y="278892"/>
                  </a:moveTo>
                  <a:lnTo>
                    <a:pt x="286512" y="278892"/>
                  </a:lnTo>
                  <a:lnTo>
                    <a:pt x="286512" y="222504"/>
                  </a:lnTo>
                  <a:lnTo>
                    <a:pt x="315976" y="222504"/>
                  </a:lnTo>
                  <a:lnTo>
                    <a:pt x="310896" y="227076"/>
                  </a:lnTo>
                  <a:lnTo>
                    <a:pt x="310896" y="278892"/>
                  </a:lnTo>
                  <a:close/>
                </a:path>
                <a:path w="402590" h="399414">
                  <a:moveTo>
                    <a:pt x="111252" y="399288"/>
                  </a:moveTo>
                  <a:lnTo>
                    <a:pt x="111490" y="389858"/>
                  </a:lnTo>
                  <a:lnTo>
                    <a:pt x="112014" y="377571"/>
                  </a:lnTo>
                  <a:lnTo>
                    <a:pt x="112537" y="362426"/>
                  </a:lnTo>
                  <a:lnTo>
                    <a:pt x="112753" y="346114"/>
                  </a:lnTo>
                  <a:lnTo>
                    <a:pt x="112776" y="248412"/>
                  </a:lnTo>
                  <a:lnTo>
                    <a:pt x="137160" y="248412"/>
                  </a:lnTo>
                  <a:lnTo>
                    <a:pt x="137160" y="278892"/>
                  </a:lnTo>
                  <a:lnTo>
                    <a:pt x="310896" y="278892"/>
                  </a:lnTo>
                  <a:lnTo>
                    <a:pt x="310896" y="289560"/>
                  </a:lnTo>
                  <a:lnTo>
                    <a:pt x="137160" y="289560"/>
                  </a:lnTo>
                  <a:lnTo>
                    <a:pt x="137160" y="355092"/>
                  </a:lnTo>
                  <a:lnTo>
                    <a:pt x="311025" y="355092"/>
                  </a:lnTo>
                  <a:lnTo>
                    <a:pt x="311086" y="360235"/>
                  </a:lnTo>
                  <a:lnTo>
                    <a:pt x="311229" y="364236"/>
                  </a:lnTo>
                  <a:lnTo>
                    <a:pt x="137160" y="364236"/>
                  </a:lnTo>
                  <a:lnTo>
                    <a:pt x="137160" y="388620"/>
                  </a:lnTo>
                  <a:lnTo>
                    <a:pt x="111252" y="399288"/>
                  </a:lnTo>
                  <a:close/>
                </a:path>
                <a:path w="402590" h="399414">
                  <a:moveTo>
                    <a:pt x="311025" y="355092"/>
                  </a:moveTo>
                  <a:lnTo>
                    <a:pt x="286512" y="355092"/>
                  </a:lnTo>
                  <a:lnTo>
                    <a:pt x="286512" y="289560"/>
                  </a:lnTo>
                  <a:lnTo>
                    <a:pt x="310896" y="289560"/>
                  </a:lnTo>
                  <a:lnTo>
                    <a:pt x="310919" y="346114"/>
                  </a:lnTo>
                  <a:lnTo>
                    <a:pt x="311025" y="355092"/>
                  </a:lnTo>
                  <a:close/>
                </a:path>
                <a:path w="402590" h="399414">
                  <a:moveTo>
                    <a:pt x="286512" y="394716"/>
                  </a:moveTo>
                  <a:lnTo>
                    <a:pt x="286512" y="364236"/>
                  </a:lnTo>
                  <a:lnTo>
                    <a:pt x="311229" y="364236"/>
                  </a:lnTo>
                  <a:lnTo>
                    <a:pt x="311538" y="372927"/>
                  </a:lnTo>
                  <a:lnTo>
                    <a:pt x="312420" y="384048"/>
                  </a:lnTo>
                  <a:lnTo>
                    <a:pt x="286512" y="394716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75" name="object 75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9677400" y="4465320"/>
              <a:ext cx="216407" cy="243839"/>
            </a:xfrm>
            <a:prstGeom prst="rect">
              <a:avLst/>
            </a:prstGeom>
          </p:spPr>
        </p:pic>
      </p:grpSp>
      <p:sp>
        <p:nvSpPr>
          <p:cNvPr id="76" name="object 76"/>
          <p:cNvSpPr/>
          <p:nvPr/>
        </p:nvSpPr>
        <p:spPr>
          <a:xfrm>
            <a:off x="2125980" y="4837176"/>
            <a:ext cx="388620" cy="391795"/>
          </a:xfrm>
          <a:custGeom>
            <a:avLst/>
            <a:gdLst/>
            <a:ahLst/>
            <a:cxnLst/>
            <a:rect l="l" t="t" r="r" b="b"/>
            <a:pathLst>
              <a:path w="388619" h="391795">
                <a:moveTo>
                  <a:pt x="22860" y="54864"/>
                </a:moveTo>
                <a:lnTo>
                  <a:pt x="22860" y="47244"/>
                </a:lnTo>
                <a:lnTo>
                  <a:pt x="51387" y="43291"/>
                </a:lnTo>
                <a:lnTo>
                  <a:pt x="77343" y="38481"/>
                </a:lnTo>
                <a:lnTo>
                  <a:pt x="120396" y="27432"/>
                </a:lnTo>
                <a:lnTo>
                  <a:pt x="172259" y="7715"/>
                </a:lnTo>
                <a:lnTo>
                  <a:pt x="187452" y="0"/>
                </a:lnTo>
                <a:lnTo>
                  <a:pt x="211836" y="30480"/>
                </a:lnTo>
                <a:lnTo>
                  <a:pt x="189237" y="33027"/>
                </a:lnTo>
                <a:lnTo>
                  <a:pt x="169354" y="36004"/>
                </a:lnTo>
                <a:lnTo>
                  <a:pt x="152042" y="39266"/>
                </a:lnTo>
                <a:lnTo>
                  <a:pt x="137160" y="42672"/>
                </a:lnTo>
                <a:lnTo>
                  <a:pt x="137160" y="45720"/>
                </a:lnTo>
                <a:lnTo>
                  <a:pt x="112776" y="45720"/>
                </a:lnTo>
                <a:lnTo>
                  <a:pt x="97869" y="48006"/>
                </a:lnTo>
                <a:lnTo>
                  <a:pt x="78105" y="50292"/>
                </a:lnTo>
                <a:lnTo>
                  <a:pt x="53197" y="52578"/>
                </a:lnTo>
                <a:lnTo>
                  <a:pt x="22860" y="54864"/>
                </a:lnTo>
                <a:close/>
              </a:path>
              <a:path w="388619" h="391795">
                <a:moveTo>
                  <a:pt x="137160" y="124968"/>
                </a:moveTo>
                <a:lnTo>
                  <a:pt x="112776" y="124968"/>
                </a:lnTo>
                <a:lnTo>
                  <a:pt x="112776" y="45720"/>
                </a:lnTo>
                <a:lnTo>
                  <a:pt x="137160" y="45720"/>
                </a:lnTo>
                <a:lnTo>
                  <a:pt x="137160" y="124968"/>
                </a:lnTo>
                <a:close/>
              </a:path>
              <a:path w="388619" h="391795">
                <a:moveTo>
                  <a:pt x="28956" y="138684"/>
                </a:moveTo>
                <a:lnTo>
                  <a:pt x="15240" y="124968"/>
                </a:lnTo>
                <a:lnTo>
                  <a:pt x="178308" y="124968"/>
                </a:lnTo>
                <a:lnTo>
                  <a:pt x="198120" y="105156"/>
                </a:lnTo>
                <a:lnTo>
                  <a:pt x="225552" y="134112"/>
                </a:lnTo>
                <a:lnTo>
                  <a:pt x="44196" y="134112"/>
                </a:lnTo>
                <a:lnTo>
                  <a:pt x="28956" y="138684"/>
                </a:lnTo>
                <a:close/>
              </a:path>
              <a:path w="388619" h="391795">
                <a:moveTo>
                  <a:pt x="3048" y="315468"/>
                </a:moveTo>
                <a:lnTo>
                  <a:pt x="0" y="310896"/>
                </a:lnTo>
                <a:lnTo>
                  <a:pt x="18597" y="288917"/>
                </a:lnTo>
                <a:lnTo>
                  <a:pt x="35623" y="266509"/>
                </a:lnTo>
                <a:lnTo>
                  <a:pt x="65532" y="220980"/>
                </a:lnTo>
                <a:lnTo>
                  <a:pt x="88011" y="176403"/>
                </a:lnTo>
                <a:lnTo>
                  <a:pt x="103632" y="134112"/>
                </a:lnTo>
                <a:lnTo>
                  <a:pt x="137160" y="134112"/>
                </a:lnTo>
                <a:lnTo>
                  <a:pt x="137160" y="173736"/>
                </a:lnTo>
                <a:lnTo>
                  <a:pt x="159479" y="181356"/>
                </a:lnTo>
                <a:lnTo>
                  <a:pt x="112776" y="181356"/>
                </a:lnTo>
                <a:lnTo>
                  <a:pt x="90106" y="220408"/>
                </a:lnTo>
                <a:lnTo>
                  <a:pt x="64008" y="256032"/>
                </a:lnTo>
                <a:lnTo>
                  <a:pt x="34671" y="288036"/>
                </a:lnTo>
                <a:lnTo>
                  <a:pt x="19002" y="302323"/>
                </a:lnTo>
                <a:lnTo>
                  <a:pt x="3048" y="315468"/>
                </a:lnTo>
                <a:close/>
              </a:path>
              <a:path w="388619" h="391795">
                <a:moveTo>
                  <a:pt x="109728" y="391668"/>
                </a:moveTo>
                <a:lnTo>
                  <a:pt x="111823" y="312801"/>
                </a:lnTo>
                <a:lnTo>
                  <a:pt x="112486" y="256032"/>
                </a:lnTo>
                <a:lnTo>
                  <a:pt x="112776" y="181356"/>
                </a:lnTo>
                <a:lnTo>
                  <a:pt x="137160" y="181356"/>
                </a:lnTo>
                <a:lnTo>
                  <a:pt x="137284" y="288036"/>
                </a:lnTo>
                <a:lnTo>
                  <a:pt x="137404" y="315468"/>
                </a:lnTo>
                <a:lnTo>
                  <a:pt x="137802" y="351948"/>
                </a:lnTo>
                <a:lnTo>
                  <a:pt x="138684" y="377952"/>
                </a:lnTo>
                <a:lnTo>
                  <a:pt x="109728" y="391668"/>
                </a:lnTo>
                <a:close/>
              </a:path>
              <a:path w="388619" h="391795">
                <a:moveTo>
                  <a:pt x="205740" y="248412"/>
                </a:moveTo>
                <a:lnTo>
                  <a:pt x="201168" y="248412"/>
                </a:lnTo>
                <a:lnTo>
                  <a:pt x="196581" y="243816"/>
                </a:lnTo>
                <a:lnTo>
                  <a:pt x="192024" y="236220"/>
                </a:lnTo>
                <a:lnTo>
                  <a:pt x="184951" y="225933"/>
                </a:lnTo>
                <a:lnTo>
                  <a:pt x="173164" y="213360"/>
                </a:lnTo>
                <a:lnTo>
                  <a:pt x="156980" y="198405"/>
                </a:lnTo>
                <a:lnTo>
                  <a:pt x="137160" y="181356"/>
                </a:lnTo>
                <a:lnTo>
                  <a:pt x="159479" y="181356"/>
                </a:lnTo>
                <a:lnTo>
                  <a:pt x="201025" y="200096"/>
                </a:lnTo>
                <a:lnTo>
                  <a:pt x="213360" y="222504"/>
                </a:lnTo>
                <a:lnTo>
                  <a:pt x="213360" y="233172"/>
                </a:lnTo>
                <a:lnTo>
                  <a:pt x="211836" y="237744"/>
                </a:lnTo>
                <a:lnTo>
                  <a:pt x="208788" y="242316"/>
                </a:lnTo>
                <a:lnTo>
                  <a:pt x="205740" y="248412"/>
                </a:lnTo>
                <a:close/>
              </a:path>
              <a:path w="388619" h="391795">
                <a:moveTo>
                  <a:pt x="236220" y="347472"/>
                </a:moveTo>
                <a:lnTo>
                  <a:pt x="236458" y="308276"/>
                </a:lnTo>
                <a:lnTo>
                  <a:pt x="237505" y="227028"/>
                </a:lnTo>
                <a:lnTo>
                  <a:pt x="237744" y="184404"/>
                </a:lnTo>
                <a:lnTo>
                  <a:pt x="237505" y="142922"/>
                </a:lnTo>
                <a:lnTo>
                  <a:pt x="236982" y="105156"/>
                </a:lnTo>
                <a:lnTo>
                  <a:pt x="236458" y="70818"/>
                </a:lnTo>
                <a:lnTo>
                  <a:pt x="236220" y="39624"/>
                </a:lnTo>
                <a:lnTo>
                  <a:pt x="262128" y="56388"/>
                </a:lnTo>
                <a:lnTo>
                  <a:pt x="381000" y="56388"/>
                </a:lnTo>
                <a:lnTo>
                  <a:pt x="388620" y="64008"/>
                </a:lnTo>
                <a:lnTo>
                  <a:pt x="384701" y="67056"/>
                </a:lnTo>
                <a:lnTo>
                  <a:pt x="262128" y="67056"/>
                </a:lnTo>
                <a:lnTo>
                  <a:pt x="262128" y="284988"/>
                </a:lnTo>
                <a:lnTo>
                  <a:pt x="375575" y="284988"/>
                </a:lnTo>
                <a:lnTo>
                  <a:pt x="375685" y="294132"/>
                </a:lnTo>
                <a:lnTo>
                  <a:pt x="262128" y="294132"/>
                </a:lnTo>
                <a:lnTo>
                  <a:pt x="262128" y="335280"/>
                </a:lnTo>
                <a:lnTo>
                  <a:pt x="236220" y="347472"/>
                </a:lnTo>
                <a:close/>
              </a:path>
              <a:path w="388619" h="391795">
                <a:moveTo>
                  <a:pt x="381000" y="56388"/>
                </a:moveTo>
                <a:lnTo>
                  <a:pt x="347472" y="56388"/>
                </a:lnTo>
                <a:lnTo>
                  <a:pt x="364236" y="39624"/>
                </a:lnTo>
                <a:lnTo>
                  <a:pt x="381000" y="56388"/>
                </a:lnTo>
                <a:close/>
              </a:path>
              <a:path w="388619" h="391795">
                <a:moveTo>
                  <a:pt x="375575" y="284988"/>
                </a:moveTo>
                <a:lnTo>
                  <a:pt x="350520" y="284988"/>
                </a:lnTo>
                <a:lnTo>
                  <a:pt x="350520" y="67056"/>
                </a:lnTo>
                <a:lnTo>
                  <a:pt x="384701" y="67056"/>
                </a:lnTo>
                <a:lnTo>
                  <a:pt x="374904" y="74676"/>
                </a:lnTo>
                <a:lnTo>
                  <a:pt x="375001" y="207349"/>
                </a:lnTo>
                <a:lnTo>
                  <a:pt x="375233" y="256495"/>
                </a:lnTo>
                <a:lnTo>
                  <a:pt x="375575" y="284988"/>
                </a:lnTo>
                <a:close/>
              </a:path>
              <a:path w="388619" h="391795">
                <a:moveTo>
                  <a:pt x="350520" y="330708"/>
                </a:moveTo>
                <a:lnTo>
                  <a:pt x="350520" y="294132"/>
                </a:lnTo>
                <a:lnTo>
                  <a:pt x="375685" y="294132"/>
                </a:lnTo>
                <a:lnTo>
                  <a:pt x="376428" y="320040"/>
                </a:lnTo>
                <a:lnTo>
                  <a:pt x="350520" y="33070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7" name="object 77"/>
          <p:cNvSpPr/>
          <p:nvPr/>
        </p:nvSpPr>
        <p:spPr>
          <a:xfrm>
            <a:off x="2589275" y="4838700"/>
            <a:ext cx="379730" cy="387350"/>
          </a:xfrm>
          <a:custGeom>
            <a:avLst/>
            <a:gdLst/>
            <a:ahLst/>
            <a:cxnLst/>
            <a:rect l="l" t="t" r="r" b="b"/>
            <a:pathLst>
              <a:path w="379730" h="387350">
                <a:moveTo>
                  <a:pt x="347916" y="25908"/>
                </a:moveTo>
                <a:lnTo>
                  <a:pt x="297180" y="25908"/>
                </a:lnTo>
                <a:lnTo>
                  <a:pt x="323088" y="0"/>
                </a:lnTo>
                <a:lnTo>
                  <a:pt x="347916" y="25908"/>
                </a:lnTo>
                <a:close/>
              </a:path>
              <a:path w="379730" h="387350">
                <a:moveTo>
                  <a:pt x="24384" y="387095"/>
                </a:moveTo>
                <a:lnTo>
                  <a:pt x="0" y="365760"/>
                </a:lnTo>
                <a:lnTo>
                  <a:pt x="10668" y="355092"/>
                </a:lnTo>
                <a:lnTo>
                  <a:pt x="10601" y="60388"/>
                </a:lnTo>
                <a:lnTo>
                  <a:pt x="10429" y="51125"/>
                </a:lnTo>
                <a:lnTo>
                  <a:pt x="9871" y="36576"/>
                </a:lnTo>
                <a:lnTo>
                  <a:pt x="9382" y="23074"/>
                </a:lnTo>
                <a:lnTo>
                  <a:pt x="9144" y="7620"/>
                </a:lnTo>
                <a:lnTo>
                  <a:pt x="35052" y="25908"/>
                </a:lnTo>
                <a:lnTo>
                  <a:pt x="347916" y="25908"/>
                </a:lnTo>
                <a:lnTo>
                  <a:pt x="358139" y="36576"/>
                </a:lnTo>
                <a:lnTo>
                  <a:pt x="35052" y="36576"/>
                </a:lnTo>
                <a:lnTo>
                  <a:pt x="35052" y="361188"/>
                </a:lnTo>
                <a:lnTo>
                  <a:pt x="369252" y="361188"/>
                </a:lnTo>
                <a:lnTo>
                  <a:pt x="379476" y="371856"/>
                </a:lnTo>
                <a:lnTo>
                  <a:pt x="36576" y="371856"/>
                </a:lnTo>
                <a:lnTo>
                  <a:pt x="24384" y="387095"/>
                </a:lnTo>
                <a:close/>
              </a:path>
              <a:path w="379730" h="387350">
                <a:moveTo>
                  <a:pt x="74676" y="190500"/>
                </a:moveTo>
                <a:lnTo>
                  <a:pt x="70104" y="187451"/>
                </a:lnTo>
                <a:lnTo>
                  <a:pt x="80367" y="172045"/>
                </a:lnTo>
                <a:lnTo>
                  <a:pt x="90487" y="155638"/>
                </a:lnTo>
                <a:lnTo>
                  <a:pt x="109728" y="120396"/>
                </a:lnTo>
                <a:lnTo>
                  <a:pt x="124206" y="81534"/>
                </a:lnTo>
                <a:lnTo>
                  <a:pt x="134112" y="38100"/>
                </a:lnTo>
                <a:lnTo>
                  <a:pt x="169164" y="54864"/>
                </a:lnTo>
                <a:lnTo>
                  <a:pt x="163734" y="58888"/>
                </a:lnTo>
                <a:lnTo>
                  <a:pt x="158877" y="64198"/>
                </a:lnTo>
                <a:lnTo>
                  <a:pt x="154590" y="70937"/>
                </a:lnTo>
                <a:lnTo>
                  <a:pt x="150876" y="79248"/>
                </a:lnTo>
                <a:lnTo>
                  <a:pt x="146589" y="86963"/>
                </a:lnTo>
                <a:lnTo>
                  <a:pt x="142875" y="94107"/>
                </a:lnTo>
                <a:lnTo>
                  <a:pt x="139731" y="100679"/>
                </a:lnTo>
                <a:lnTo>
                  <a:pt x="137160" y="106680"/>
                </a:lnTo>
                <a:lnTo>
                  <a:pt x="308864" y="106680"/>
                </a:lnTo>
                <a:lnTo>
                  <a:pt x="320040" y="117348"/>
                </a:lnTo>
                <a:lnTo>
                  <a:pt x="134112" y="117348"/>
                </a:lnTo>
                <a:lnTo>
                  <a:pt x="120967" y="137350"/>
                </a:lnTo>
                <a:lnTo>
                  <a:pt x="106680" y="156210"/>
                </a:lnTo>
                <a:lnTo>
                  <a:pt x="91249" y="173926"/>
                </a:lnTo>
                <a:lnTo>
                  <a:pt x="74676" y="190500"/>
                </a:lnTo>
                <a:close/>
              </a:path>
              <a:path w="379730" h="387350">
                <a:moveTo>
                  <a:pt x="308864" y="106680"/>
                </a:moveTo>
                <a:lnTo>
                  <a:pt x="263652" y="106680"/>
                </a:lnTo>
                <a:lnTo>
                  <a:pt x="286512" y="85344"/>
                </a:lnTo>
                <a:lnTo>
                  <a:pt x="308864" y="106680"/>
                </a:lnTo>
                <a:close/>
              </a:path>
              <a:path w="379730" h="387350">
                <a:moveTo>
                  <a:pt x="208788" y="201168"/>
                </a:moveTo>
                <a:lnTo>
                  <a:pt x="184404" y="201168"/>
                </a:lnTo>
                <a:lnTo>
                  <a:pt x="185588" y="178308"/>
                </a:lnTo>
                <a:lnTo>
                  <a:pt x="186499" y="158686"/>
                </a:lnTo>
                <a:lnTo>
                  <a:pt x="187197" y="137350"/>
                </a:lnTo>
                <a:lnTo>
                  <a:pt x="187452" y="117348"/>
                </a:lnTo>
                <a:lnTo>
                  <a:pt x="211835" y="117348"/>
                </a:lnTo>
                <a:lnTo>
                  <a:pt x="210931" y="138803"/>
                </a:lnTo>
                <a:lnTo>
                  <a:pt x="209692" y="180570"/>
                </a:lnTo>
                <a:lnTo>
                  <a:pt x="208788" y="201168"/>
                </a:lnTo>
                <a:close/>
              </a:path>
              <a:path w="379730" h="387350">
                <a:moveTo>
                  <a:pt x="65532" y="216408"/>
                </a:moveTo>
                <a:lnTo>
                  <a:pt x="50292" y="201168"/>
                </a:lnTo>
                <a:lnTo>
                  <a:pt x="312420" y="201168"/>
                </a:lnTo>
                <a:lnTo>
                  <a:pt x="335280" y="178308"/>
                </a:lnTo>
                <a:lnTo>
                  <a:pt x="368808" y="211836"/>
                </a:lnTo>
                <a:lnTo>
                  <a:pt x="108204" y="211836"/>
                </a:lnTo>
                <a:lnTo>
                  <a:pt x="97035" y="212121"/>
                </a:lnTo>
                <a:lnTo>
                  <a:pt x="86296" y="212979"/>
                </a:lnTo>
                <a:lnTo>
                  <a:pt x="75842" y="214407"/>
                </a:lnTo>
                <a:lnTo>
                  <a:pt x="65532" y="216408"/>
                </a:lnTo>
                <a:close/>
              </a:path>
              <a:path w="379730" h="387350">
                <a:moveTo>
                  <a:pt x="62484" y="352044"/>
                </a:moveTo>
                <a:lnTo>
                  <a:pt x="59436" y="347471"/>
                </a:lnTo>
                <a:lnTo>
                  <a:pt x="82581" y="334351"/>
                </a:lnTo>
                <a:lnTo>
                  <a:pt x="104013" y="320230"/>
                </a:lnTo>
                <a:lnTo>
                  <a:pt x="141732" y="289560"/>
                </a:lnTo>
                <a:lnTo>
                  <a:pt x="169164" y="252984"/>
                </a:lnTo>
                <a:lnTo>
                  <a:pt x="182880" y="211836"/>
                </a:lnTo>
                <a:lnTo>
                  <a:pt x="207264" y="211836"/>
                </a:lnTo>
                <a:lnTo>
                  <a:pt x="205216" y="219813"/>
                </a:lnTo>
                <a:lnTo>
                  <a:pt x="203454" y="227647"/>
                </a:lnTo>
                <a:lnTo>
                  <a:pt x="201691" y="235196"/>
                </a:lnTo>
                <a:lnTo>
                  <a:pt x="199644" y="242315"/>
                </a:lnTo>
                <a:lnTo>
                  <a:pt x="223228" y="249936"/>
                </a:lnTo>
                <a:lnTo>
                  <a:pt x="198120" y="249936"/>
                </a:lnTo>
                <a:lnTo>
                  <a:pt x="175212" y="282178"/>
                </a:lnTo>
                <a:lnTo>
                  <a:pt x="145161" y="310134"/>
                </a:lnTo>
                <a:lnTo>
                  <a:pt x="107680" y="333517"/>
                </a:lnTo>
                <a:lnTo>
                  <a:pt x="62484" y="352044"/>
                </a:lnTo>
                <a:close/>
              </a:path>
              <a:path w="379730" h="387350">
                <a:moveTo>
                  <a:pt x="321564" y="339852"/>
                </a:moveTo>
                <a:lnTo>
                  <a:pt x="313944" y="339852"/>
                </a:lnTo>
                <a:lnTo>
                  <a:pt x="310895" y="336804"/>
                </a:lnTo>
                <a:lnTo>
                  <a:pt x="306324" y="330708"/>
                </a:lnTo>
                <a:lnTo>
                  <a:pt x="296632" y="320444"/>
                </a:lnTo>
                <a:lnTo>
                  <a:pt x="262128" y="291084"/>
                </a:lnTo>
                <a:lnTo>
                  <a:pt x="215836" y="260223"/>
                </a:lnTo>
                <a:lnTo>
                  <a:pt x="198120" y="249936"/>
                </a:lnTo>
                <a:lnTo>
                  <a:pt x="223228" y="249936"/>
                </a:lnTo>
                <a:lnTo>
                  <a:pt x="280654" y="272534"/>
                </a:lnTo>
                <a:lnTo>
                  <a:pt x="321564" y="300418"/>
                </a:lnTo>
                <a:lnTo>
                  <a:pt x="326136" y="310014"/>
                </a:lnTo>
                <a:lnTo>
                  <a:pt x="326091" y="320444"/>
                </a:lnTo>
                <a:lnTo>
                  <a:pt x="324612" y="333756"/>
                </a:lnTo>
                <a:lnTo>
                  <a:pt x="321564" y="339852"/>
                </a:lnTo>
                <a:close/>
              </a:path>
              <a:path w="379730" h="387350">
                <a:moveTo>
                  <a:pt x="369252" y="361188"/>
                </a:moveTo>
                <a:lnTo>
                  <a:pt x="316992" y="361188"/>
                </a:lnTo>
                <a:lnTo>
                  <a:pt x="344424" y="335280"/>
                </a:lnTo>
                <a:lnTo>
                  <a:pt x="369252" y="36118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8" name="object 78"/>
          <p:cNvSpPr/>
          <p:nvPr/>
        </p:nvSpPr>
        <p:spPr>
          <a:xfrm>
            <a:off x="3043415" y="4832616"/>
            <a:ext cx="1041400" cy="448309"/>
          </a:xfrm>
          <a:custGeom>
            <a:avLst/>
            <a:gdLst/>
            <a:ahLst/>
            <a:cxnLst/>
            <a:rect l="l" t="t" r="r" b="b"/>
            <a:pathLst>
              <a:path w="1041400" h="448310">
                <a:moveTo>
                  <a:pt x="120396" y="39624"/>
                </a:moveTo>
                <a:lnTo>
                  <a:pt x="113004" y="33528"/>
                </a:lnTo>
                <a:lnTo>
                  <a:pt x="94488" y="18288"/>
                </a:lnTo>
                <a:lnTo>
                  <a:pt x="80772" y="33528"/>
                </a:lnTo>
                <a:lnTo>
                  <a:pt x="21336" y="33528"/>
                </a:lnTo>
                <a:lnTo>
                  <a:pt x="0" y="18288"/>
                </a:lnTo>
                <a:lnTo>
                  <a:pt x="241" y="38569"/>
                </a:lnTo>
                <a:lnTo>
                  <a:pt x="723" y="71628"/>
                </a:lnTo>
                <a:lnTo>
                  <a:pt x="1244" y="120396"/>
                </a:lnTo>
                <a:lnTo>
                  <a:pt x="1371" y="146304"/>
                </a:lnTo>
                <a:lnTo>
                  <a:pt x="1473" y="175450"/>
                </a:lnTo>
                <a:lnTo>
                  <a:pt x="1346" y="244525"/>
                </a:lnTo>
                <a:lnTo>
                  <a:pt x="1231" y="266700"/>
                </a:lnTo>
                <a:lnTo>
                  <a:pt x="825" y="311658"/>
                </a:lnTo>
                <a:lnTo>
                  <a:pt x="292" y="361188"/>
                </a:lnTo>
                <a:lnTo>
                  <a:pt x="0" y="402336"/>
                </a:lnTo>
                <a:lnTo>
                  <a:pt x="21336" y="388620"/>
                </a:lnTo>
                <a:lnTo>
                  <a:pt x="21336" y="44196"/>
                </a:lnTo>
                <a:lnTo>
                  <a:pt x="82296" y="44196"/>
                </a:lnTo>
                <a:lnTo>
                  <a:pt x="51816" y="144780"/>
                </a:lnTo>
                <a:lnTo>
                  <a:pt x="63271" y="161036"/>
                </a:lnTo>
                <a:lnTo>
                  <a:pt x="72580" y="175450"/>
                </a:lnTo>
                <a:lnTo>
                  <a:pt x="92202" y="217741"/>
                </a:lnTo>
                <a:lnTo>
                  <a:pt x="94488" y="236220"/>
                </a:lnTo>
                <a:lnTo>
                  <a:pt x="94157" y="244525"/>
                </a:lnTo>
                <a:lnTo>
                  <a:pt x="74676" y="266700"/>
                </a:lnTo>
                <a:lnTo>
                  <a:pt x="65532" y="266700"/>
                </a:lnTo>
                <a:lnTo>
                  <a:pt x="59232" y="266407"/>
                </a:lnTo>
                <a:lnTo>
                  <a:pt x="51625" y="265557"/>
                </a:lnTo>
                <a:lnTo>
                  <a:pt x="42608" y="264121"/>
                </a:lnTo>
                <a:lnTo>
                  <a:pt x="32004" y="262128"/>
                </a:lnTo>
                <a:lnTo>
                  <a:pt x="32004" y="269748"/>
                </a:lnTo>
                <a:lnTo>
                  <a:pt x="47777" y="275170"/>
                </a:lnTo>
                <a:lnTo>
                  <a:pt x="58674" y="282321"/>
                </a:lnTo>
                <a:lnTo>
                  <a:pt x="65011" y="291172"/>
                </a:lnTo>
                <a:lnTo>
                  <a:pt x="67056" y="301752"/>
                </a:lnTo>
                <a:lnTo>
                  <a:pt x="80772" y="296862"/>
                </a:lnTo>
                <a:lnTo>
                  <a:pt x="113334" y="269951"/>
                </a:lnTo>
                <a:lnTo>
                  <a:pt x="120396" y="242316"/>
                </a:lnTo>
                <a:lnTo>
                  <a:pt x="119545" y="232613"/>
                </a:lnTo>
                <a:lnTo>
                  <a:pt x="98679" y="186131"/>
                </a:lnTo>
                <a:lnTo>
                  <a:pt x="60960" y="144780"/>
                </a:lnTo>
                <a:lnTo>
                  <a:pt x="106680" y="48768"/>
                </a:lnTo>
                <a:lnTo>
                  <a:pt x="113538" y="44196"/>
                </a:lnTo>
                <a:lnTo>
                  <a:pt x="120396" y="39624"/>
                </a:lnTo>
                <a:close/>
              </a:path>
              <a:path w="1041400" h="448310">
                <a:moveTo>
                  <a:pt x="315468" y="146304"/>
                </a:moveTo>
                <a:lnTo>
                  <a:pt x="288036" y="117348"/>
                </a:lnTo>
                <a:lnTo>
                  <a:pt x="268224" y="135636"/>
                </a:lnTo>
                <a:lnTo>
                  <a:pt x="150876" y="135636"/>
                </a:lnTo>
                <a:lnTo>
                  <a:pt x="166116" y="150876"/>
                </a:lnTo>
                <a:lnTo>
                  <a:pt x="176403" y="148869"/>
                </a:lnTo>
                <a:lnTo>
                  <a:pt x="186690" y="147447"/>
                </a:lnTo>
                <a:lnTo>
                  <a:pt x="196977" y="146583"/>
                </a:lnTo>
                <a:lnTo>
                  <a:pt x="207264" y="146304"/>
                </a:lnTo>
                <a:lnTo>
                  <a:pt x="315468" y="146304"/>
                </a:lnTo>
                <a:close/>
              </a:path>
              <a:path w="1041400" h="448310">
                <a:moveTo>
                  <a:pt x="358140" y="71628"/>
                </a:moveTo>
                <a:lnTo>
                  <a:pt x="349567" y="64008"/>
                </a:lnTo>
                <a:lnTo>
                  <a:pt x="330708" y="47244"/>
                </a:lnTo>
                <a:lnTo>
                  <a:pt x="316992" y="64008"/>
                </a:lnTo>
                <a:lnTo>
                  <a:pt x="240792" y="64008"/>
                </a:lnTo>
                <a:lnTo>
                  <a:pt x="248412" y="56388"/>
                </a:lnTo>
                <a:lnTo>
                  <a:pt x="252984" y="48768"/>
                </a:lnTo>
                <a:lnTo>
                  <a:pt x="252984" y="39624"/>
                </a:lnTo>
                <a:lnTo>
                  <a:pt x="251460" y="35052"/>
                </a:lnTo>
                <a:lnTo>
                  <a:pt x="210312" y="0"/>
                </a:lnTo>
                <a:lnTo>
                  <a:pt x="205740" y="4572"/>
                </a:lnTo>
                <a:lnTo>
                  <a:pt x="215747" y="19634"/>
                </a:lnTo>
                <a:lnTo>
                  <a:pt x="222885" y="34861"/>
                </a:lnTo>
                <a:lnTo>
                  <a:pt x="227177" y="49784"/>
                </a:lnTo>
                <a:lnTo>
                  <a:pt x="228600" y="64008"/>
                </a:lnTo>
                <a:lnTo>
                  <a:pt x="149352" y="64008"/>
                </a:lnTo>
                <a:lnTo>
                  <a:pt x="147828" y="47244"/>
                </a:lnTo>
                <a:lnTo>
                  <a:pt x="140208" y="47244"/>
                </a:lnTo>
                <a:lnTo>
                  <a:pt x="130136" y="88176"/>
                </a:lnTo>
                <a:lnTo>
                  <a:pt x="120396" y="103632"/>
                </a:lnTo>
                <a:lnTo>
                  <a:pt x="117348" y="108204"/>
                </a:lnTo>
                <a:lnTo>
                  <a:pt x="117348" y="117348"/>
                </a:lnTo>
                <a:lnTo>
                  <a:pt x="120396" y="118872"/>
                </a:lnTo>
                <a:lnTo>
                  <a:pt x="124968" y="118872"/>
                </a:lnTo>
                <a:lnTo>
                  <a:pt x="131064" y="120396"/>
                </a:lnTo>
                <a:lnTo>
                  <a:pt x="135636" y="118872"/>
                </a:lnTo>
                <a:lnTo>
                  <a:pt x="144780" y="112776"/>
                </a:lnTo>
                <a:lnTo>
                  <a:pt x="147828" y="109728"/>
                </a:lnTo>
                <a:lnTo>
                  <a:pt x="149352" y="106680"/>
                </a:lnTo>
                <a:lnTo>
                  <a:pt x="149352" y="103632"/>
                </a:lnTo>
                <a:lnTo>
                  <a:pt x="150876" y="100584"/>
                </a:lnTo>
                <a:lnTo>
                  <a:pt x="150876" y="89916"/>
                </a:lnTo>
                <a:lnTo>
                  <a:pt x="149352" y="83820"/>
                </a:lnTo>
                <a:lnTo>
                  <a:pt x="149352" y="74676"/>
                </a:lnTo>
                <a:lnTo>
                  <a:pt x="318516" y="74676"/>
                </a:lnTo>
                <a:lnTo>
                  <a:pt x="304800" y="112776"/>
                </a:lnTo>
                <a:lnTo>
                  <a:pt x="310896" y="115824"/>
                </a:lnTo>
                <a:lnTo>
                  <a:pt x="323215" y="98412"/>
                </a:lnTo>
                <a:lnTo>
                  <a:pt x="335089" y="85153"/>
                </a:lnTo>
                <a:lnTo>
                  <a:pt x="346697" y="76174"/>
                </a:lnTo>
                <a:lnTo>
                  <a:pt x="350469" y="74676"/>
                </a:lnTo>
                <a:lnTo>
                  <a:pt x="358140" y="71628"/>
                </a:lnTo>
                <a:close/>
              </a:path>
              <a:path w="1041400" h="448310">
                <a:moveTo>
                  <a:pt x="371856" y="355092"/>
                </a:moveTo>
                <a:lnTo>
                  <a:pt x="350926" y="322224"/>
                </a:lnTo>
                <a:lnTo>
                  <a:pt x="348996" y="281940"/>
                </a:lnTo>
                <a:lnTo>
                  <a:pt x="341376" y="281940"/>
                </a:lnTo>
                <a:lnTo>
                  <a:pt x="341096" y="297370"/>
                </a:lnTo>
                <a:lnTo>
                  <a:pt x="340233" y="311658"/>
                </a:lnTo>
                <a:lnTo>
                  <a:pt x="338810" y="324802"/>
                </a:lnTo>
                <a:lnTo>
                  <a:pt x="336804" y="336804"/>
                </a:lnTo>
                <a:lnTo>
                  <a:pt x="335089" y="347675"/>
                </a:lnTo>
                <a:lnTo>
                  <a:pt x="332232" y="355282"/>
                </a:lnTo>
                <a:lnTo>
                  <a:pt x="328231" y="359727"/>
                </a:lnTo>
                <a:lnTo>
                  <a:pt x="323088" y="361188"/>
                </a:lnTo>
                <a:lnTo>
                  <a:pt x="292608" y="361188"/>
                </a:lnTo>
                <a:lnTo>
                  <a:pt x="268224" y="214884"/>
                </a:lnTo>
                <a:lnTo>
                  <a:pt x="353568" y="214884"/>
                </a:lnTo>
                <a:lnTo>
                  <a:pt x="326136" y="182880"/>
                </a:lnTo>
                <a:lnTo>
                  <a:pt x="304800" y="204216"/>
                </a:lnTo>
                <a:lnTo>
                  <a:pt x="120396" y="204216"/>
                </a:lnTo>
                <a:lnTo>
                  <a:pt x="137160" y="219456"/>
                </a:lnTo>
                <a:lnTo>
                  <a:pt x="146596" y="217449"/>
                </a:lnTo>
                <a:lnTo>
                  <a:pt x="156591" y="216027"/>
                </a:lnTo>
                <a:lnTo>
                  <a:pt x="167170" y="215163"/>
                </a:lnTo>
                <a:lnTo>
                  <a:pt x="178308" y="214884"/>
                </a:lnTo>
                <a:lnTo>
                  <a:pt x="187452" y="214884"/>
                </a:lnTo>
                <a:lnTo>
                  <a:pt x="177165" y="283654"/>
                </a:lnTo>
                <a:lnTo>
                  <a:pt x="155448" y="330708"/>
                </a:lnTo>
                <a:lnTo>
                  <a:pt x="119634" y="364998"/>
                </a:lnTo>
                <a:lnTo>
                  <a:pt x="70104" y="390144"/>
                </a:lnTo>
                <a:lnTo>
                  <a:pt x="73152" y="394716"/>
                </a:lnTo>
                <a:lnTo>
                  <a:pt x="128206" y="373951"/>
                </a:lnTo>
                <a:lnTo>
                  <a:pt x="170688" y="342900"/>
                </a:lnTo>
                <a:lnTo>
                  <a:pt x="198501" y="293751"/>
                </a:lnTo>
                <a:lnTo>
                  <a:pt x="210312" y="214884"/>
                </a:lnTo>
                <a:lnTo>
                  <a:pt x="246888" y="214884"/>
                </a:lnTo>
                <a:lnTo>
                  <a:pt x="246888" y="352044"/>
                </a:lnTo>
                <a:lnTo>
                  <a:pt x="248843" y="364058"/>
                </a:lnTo>
                <a:lnTo>
                  <a:pt x="254508" y="372808"/>
                </a:lnTo>
                <a:lnTo>
                  <a:pt x="263613" y="378396"/>
                </a:lnTo>
                <a:lnTo>
                  <a:pt x="275844" y="381000"/>
                </a:lnTo>
                <a:lnTo>
                  <a:pt x="329184" y="381000"/>
                </a:lnTo>
                <a:lnTo>
                  <a:pt x="343789" y="379298"/>
                </a:lnTo>
                <a:lnTo>
                  <a:pt x="355663" y="374332"/>
                </a:lnTo>
                <a:lnTo>
                  <a:pt x="364985" y="366204"/>
                </a:lnTo>
                <a:lnTo>
                  <a:pt x="368084" y="361188"/>
                </a:lnTo>
                <a:lnTo>
                  <a:pt x="371856" y="355092"/>
                </a:lnTo>
                <a:close/>
              </a:path>
              <a:path w="1041400" h="448310">
                <a:moveTo>
                  <a:pt x="618756" y="115824"/>
                </a:moveTo>
                <a:lnTo>
                  <a:pt x="576084" y="115824"/>
                </a:lnTo>
                <a:lnTo>
                  <a:pt x="509028" y="295656"/>
                </a:lnTo>
                <a:lnTo>
                  <a:pt x="443496" y="115824"/>
                </a:lnTo>
                <a:lnTo>
                  <a:pt x="399300" y="115824"/>
                </a:lnTo>
                <a:lnTo>
                  <a:pt x="487692" y="345948"/>
                </a:lnTo>
                <a:lnTo>
                  <a:pt x="443496" y="448056"/>
                </a:lnTo>
                <a:lnTo>
                  <a:pt x="487692" y="448056"/>
                </a:lnTo>
                <a:lnTo>
                  <a:pt x="618756" y="115824"/>
                </a:lnTo>
                <a:close/>
              </a:path>
              <a:path w="1041400" h="448310">
                <a:moveTo>
                  <a:pt x="957084" y="22860"/>
                </a:moveTo>
                <a:lnTo>
                  <a:pt x="951598" y="18288"/>
                </a:lnTo>
                <a:lnTo>
                  <a:pt x="929652" y="0"/>
                </a:lnTo>
                <a:lnTo>
                  <a:pt x="917460" y="14630"/>
                </a:lnTo>
                <a:lnTo>
                  <a:pt x="917460" y="27432"/>
                </a:lnTo>
                <a:lnTo>
                  <a:pt x="917460" y="79248"/>
                </a:lnTo>
                <a:lnTo>
                  <a:pt x="917460" y="88392"/>
                </a:lnTo>
                <a:lnTo>
                  <a:pt x="917460" y="141732"/>
                </a:lnTo>
                <a:lnTo>
                  <a:pt x="766584" y="141732"/>
                </a:lnTo>
                <a:lnTo>
                  <a:pt x="766584" y="88392"/>
                </a:lnTo>
                <a:lnTo>
                  <a:pt x="917460" y="88392"/>
                </a:lnTo>
                <a:lnTo>
                  <a:pt x="917460" y="79248"/>
                </a:lnTo>
                <a:lnTo>
                  <a:pt x="766584" y="79248"/>
                </a:lnTo>
                <a:lnTo>
                  <a:pt x="766584" y="27432"/>
                </a:lnTo>
                <a:lnTo>
                  <a:pt x="917460" y="27432"/>
                </a:lnTo>
                <a:lnTo>
                  <a:pt x="917460" y="14630"/>
                </a:lnTo>
                <a:lnTo>
                  <a:pt x="914412" y="18288"/>
                </a:lnTo>
                <a:lnTo>
                  <a:pt x="768108" y="18288"/>
                </a:lnTo>
                <a:lnTo>
                  <a:pt x="740664" y="1524"/>
                </a:lnTo>
                <a:lnTo>
                  <a:pt x="740841" y="18288"/>
                </a:lnTo>
                <a:lnTo>
                  <a:pt x="740956" y="27432"/>
                </a:lnTo>
                <a:lnTo>
                  <a:pt x="741959" y="70307"/>
                </a:lnTo>
                <a:lnTo>
                  <a:pt x="742188" y="91440"/>
                </a:lnTo>
                <a:lnTo>
                  <a:pt x="741959" y="113157"/>
                </a:lnTo>
                <a:lnTo>
                  <a:pt x="740905" y="156591"/>
                </a:lnTo>
                <a:lnTo>
                  <a:pt x="740664" y="178308"/>
                </a:lnTo>
                <a:lnTo>
                  <a:pt x="766584" y="167640"/>
                </a:lnTo>
                <a:lnTo>
                  <a:pt x="766584" y="150876"/>
                </a:lnTo>
                <a:lnTo>
                  <a:pt x="917460" y="150876"/>
                </a:lnTo>
                <a:lnTo>
                  <a:pt x="917460" y="173736"/>
                </a:lnTo>
                <a:lnTo>
                  <a:pt x="943356" y="160020"/>
                </a:lnTo>
                <a:lnTo>
                  <a:pt x="942911" y="150876"/>
                </a:lnTo>
                <a:lnTo>
                  <a:pt x="942479" y="141732"/>
                </a:lnTo>
                <a:lnTo>
                  <a:pt x="942035" y="115252"/>
                </a:lnTo>
                <a:lnTo>
                  <a:pt x="941908" y="88392"/>
                </a:lnTo>
                <a:lnTo>
                  <a:pt x="941857" y="79248"/>
                </a:lnTo>
                <a:lnTo>
                  <a:pt x="941844" y="35052"/>
                </a:lnTo>
                <a:lnTo>
                  <a:pt x="951369" y="27432"/>
                </a:lnTo>
                <a:lnTo>
                  <a:pt x="957084" y="22860"/>
                </a:lnTo>
                <a:close/>
              </a:path>
              <a:path w="1041400" h="448310">
                <a:moveTo>
                  <a:pt x="1040892" y="353568"/>
                </a:moveTo>
                <a:lnTo>
                  <a:pt x="1021207" y="355561"/>
                </a:lnTo>
                <a:lnTo>
                  <a:pt x="998804" y="356997"/>
                </a:lnTo>
                <a:lnTo>
                  <a:pt x="973823" y="357847"/>
                </a:lnTo>
                <a:lnTo>
                  <a:pt x="946404" y="358140"/>
                </a:lnTo>
                <a:lnTo>
                  <a:pt x="918641" y="356679"/>
                </a:lnTo>
                <a:lnTo>
                  <a:pt x="894600" y="354520"/>
                </a:lnTo>
                <a:lnTo>
                  <a:pt x="873975" y="351485"/>
                </a:lnTo>
                <a:lnTo>
                  <a:pt x="856500" y="347472"/>
                </a:lnTo>
                <a:lnTo>
                  <a:pt x="856500" y="341376"/>
                </a:lnTo>
                <a:lnTo>
                  <a:pt x="856500" y="277368"/>
                </a:lnTo>
                <a:lnTo>
                  <a:pt x="1002792" y="277368"/>
                </a:lnTo>
                <a:lnTo>
                  <a:pt x="992124" y="266700"/>
                </a:lnTo>
                <a:lnTo>
                  <a:pt x="969276" y="243840"/>
                </a:lnTo>
                <a:lnTo>
                  <a:pt x="946404" y="266700"/>
                </a:lnTo>
                <a:lnTo>
                  <a:pt x="856500" y="266700"/>
                </a:lnTo>
                <a:lnTo>
                  <a:pt x="856500" y="207264"/>
                </a:lnTo>
                <a:lnTo>
                  <a:pt x="1031760" y="207264"/>
                </a:lnTo>
                <a:lnTo>
                  <a:pt x="995184" y="170688"/>
                </a:lnTo>
                <a:lnTo>
                  <a:pt x="969276" y="196596"/>
                </a:lnTo>
                <a:lnTo>
                  <a:pt x="647700" y="196596"/>
                </a:lnTo>
                <a:lnTo>
                  <a:pt x="662940" y="211836"/>
                </a:lnTo>
                <a:lnTo>
                  <a:pt x="673252" y="209829"/>
                </a:lnTo>
                <a:lnTo>
                  <a:pt x="683704" y="208407"/>
                </a:lnTo>
                <a:lnTo>
                  <a:pt x="694448" y="207543"/>
                </a:lnTo>
                <a:lnTo>
                  <a:pt x="705612" y="207264"/>
                </a:lnTo>
                <a:lnTo>
                  <a:pt x="832116" y="207264"/>
                </a:lnTo>
                <a:lnTo>
                  <a:pt x="832116" y="341376"/>
                </a:lnTo>
                <a:lnTo>
                  <a:pt x="807008" y="329082"/>
                </a:lnTo>
                <a:lnTo>
                  <a:pt x="764819" y="299364"/>
                </a:lnTo>
                <a:lnTo>
                  <a:pt x="757936" y="259651"/>
                </a:lnTo>
                <a:lnTo>
                  <a:pt x="777252" y="237744"/>
                </a:lnTo>
                <a:lnTo>
                  <a:pt x="739140" y="216408"/>
                </a:lnTo>
                <a:lnTo>
                  <a:pt x="725424" y="270979"/>
                </a:lnTo>
                <a:lnTo>
                  <a:pt x="704850" y="318135"/>
                </a:lnTo>
                <a:lnTo>
                  <a:pt x="677418" y="357847"/>
                </a:lnTo>
                <a:lnTo>
                  <a:pt x="643128" y="390144"/>
                </a:lnTo>
                <a:lnTo>
                  <a:pt x="646176" y="394716"/>
                </a:lnTo>
                <a:lnTo>
                  <a:pt x="676427" y="376377"/>
                </a:lnTo>
                <a:lnTo>
                  <a:pt x="702945" y="353187"/>
                </a:lnTo>
                <a:lnTo>
                  <a:pt x="725474" y="324840"/>
                </a:lnTo>
                <a:lnTo>
                  <a:pt x="743712" y="291084"/>
                </a:lnTo>
                <a:lnTo>
                  <a:pt x="754532" y="304266"/>
                </a:lnTo>
                <a:lnTo>
                  <a:pt x="790968" y="339852"/>
                </a:lnTo>
                <a:lnTo>
                  <a:pt x="840473" y="366204"/>
                </a:lnTo>
                <a:lnTo>
                  <a:pt x="886256" y="379425"/>
                </a:lnTo>
                <a:lnTo>
                  <a:pt x="958367" y="387515"/>
                </a:lnTo>
                <a:lnTo>
                  <a:pt x="1005852" y="390144"/>
                </a:lnTo>
                <a:lnTo>
                  <a:pt x="1009611" y="380466"/>
                </a:lnTo>
                <a:lnTo>
                  <a:pt x="1016520" y="372237"/>
                </a:lnTo>
                <a:lnTo>
                  <a:pt x="1026845" y="365709"/>
                </a:lnTo>
                <a:lnTo>
                  <a:pt x="1040892" y="361188"/>
                </a:lnTo>
                <a:lnTo>
                  <a:pt x="1040892" y="358140"/>
                </a:lnTo>
                <a:lnTo>
                  <a:pt x="1040892" y="35356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9" name="object 79"/>
          <p:cNvSpPr/>
          <p:nvPr/>
        </p:nvSpPr>
        <p:spPr>
          <a:xfrm>
            <a:off x="4131551" y="4831092"/>
            <a:ext cx="841375" cy="405765"/>
          </a:xfrm>
          <a:custGeom>
            <a:avLst/>
            <a:gdLst/>
            <a:ahLst/>
            <a:cxnLst/>
            <a:rect l="l" t="t" r="r" b="b"/>
            <a:pathLst>
              <a:path w="841375" h="405764">
                <a:moveTo>
                  <a:pt x="385572" y="257556"/>
                </a:moveTo>
                <a:lnTo>
                  <a:pt x="362902" y="217551"/>
                </a:lnTo>
                <a:lnTo>
                  <a:pt x="301180" y="171831"/>
                </a:lnTo>
                <a:lnTo>
                  <a:pt x="251460" y="138684"/>
                </a:lnTo>
                <a:lnTo>
                  <a:pt x="246888" y="144780"/>
                </a:lnTo>
                <a:lnTo>
                  <a:pt x="284302" y="179298"/>
                </a:lnTo>
                <a:lnTo>
                  <a:pt x="314134" y="209550"/>
                </a:lnTo>
                <a:lnTo>
                  <a:pt x="336257" y="235216"/>
                </a:lnTo>
                <a:lnTo>
                  <a:pt x="350520" y="256032"/>
                </a:lnTo>
                <a:lnTo>
                  <a:pt x="357073" y="268033"/>
                </a:lnTo>
                <a:lnTo>
                  <a:pt x="362902" y="276606"/>
                </a:lnTo>
                <a:lnTo>
                  <a:pt x="367880" y="281749"/>
                </a:lnTo>
                <a:lnTo>
                  <a:pt x="371856" y="283464"/>
                </a:lnTo>
                <a:lnTo>
                  <a:pt x="374904" y="283464"/>
                </a:lnTo>
                <a:lnTo>
                  <a:pt x="376428" y="280416"/>
                </a:lnTo>
                <a:lnTo>
                  <a:pt x="381000" y="274320"/>
                </a:lnTo>
                <a:lnTo>
                  <a:pt x="384048" y="268224"/>
                </a:lnTo>
                <a:lnTo>
                  <a:pt x="385572" y="262128"/>
                </a:lnTo>
                <a:lnTo>
                  <a:pt x="385572" y="257556"/>
                </a:lnTo>
                <a:close/>
              </a:path>
              <a:path w="841375" h="405764">
                <a:moveTo>
                  <a:pt x="396240" y="39624"/>
                </a:moveTo>
                <a:lnTo>
                  <a:pt x="359664" y="3048"/>
                </a:lnTo>
                <a:lnTo>
                  <a:pt x="333756" y="28956"/>
                </a:lnTo>
                <a:lnTo>
                  <a:pt x="3048" y="28956"/>
                </a:lnTo>
                <a:lnTo>
                  <a:pt x="19812" y="45720"/>
                </a:lnTo>
                <a:lnTo>
                  <a:pt x="29248" y="42837"/>
                </a:lnTo>
                <a:lnTo>
                  <a:pt x="39243" y="40957"/>
                </a:lnTo>
                <a:lnTo>
                  <a:pt x="49822" y="39928"/>
                </a:lnTo>
                <a:lnTo>
                  <a:pt x="60960" y="39624"/>
                </a:lnTo>
                <a:lnTo>
                  <a:pt x="196596" y="39624"/>
                </a:lnTo>
                <a:lnTo>
                  <a:pt x="178523" y="81381"/>
                </a:lnTo>
                <a:lnTo>
                  <a:pt x="158305" y="120015"/>
                </a:lnTo>
                <a:lnTo>
                  <a:pt x="135521" y="155778"/>
                </a:lnTo>
                <a:lnTo>
                  <a:pt x="109728" y="188976"/>
                </a:lnTo>
                <a:lnTo>
                  <a:pt x="83159" y="219544"/>
                </a:lnTo>
                <a:lnTo>
                  <a:pt x="56007" y="247269"/>
                </a:lnTo>
                <a:lnTo>
                  <a:pt x="0" y="294132"/>
                </a:lnTo>
                <a:lnTo>
                  <a:pt x="3048" y="300228"/>
                </a:lnTo>
                <a:lnTo>
                  <a:pt x="46202" y="272973"/>
                </a:lnTo>
                <a:lnTo>
                  <a:pt x="85979" y="242430"/>
                </a:lnTo>
                <a:lnTo>
                  <a:pt x="122326" y="208597"/>
                </a:lnTo>
                <a:lnTo>
                  <a:pt x="155155" y="171475"/>
                </a:lnTo>
                <a:lnTo>
                  <a:pt x="184404" y="131064"/>
                </a:lnTo>
                <a:lnTo>
                  <a:pt x="184315" y="294132"/>
                </a:lnTo>
                <a:lnTo>
                  <a:pt x="184175" y="308610"/>
                </a:lnTo>
                <a:lnTo>
                  <a:pt x="183743" y="330911"/>
                </a:lnTo>
                <a:lnTo>
                  <a:pt x="183121" y="365760"/>
                </a:lnTo>
                <a:lnTo>
                  <a:pt x="182880" y="397764"/>
                </a:lnTo>
                <a:lnTo>
                  <a:pt x="211836" y="385572"/>
                </a:lnTo>
                <a:lnTo>
                  <a:pt x="210959" y="370395"/>
                </a:lnTo>
                <a:lnTo>
                  <a:pt x="210502" y="352234"/>
                </a:lnTo>
                <a:lnTo>
                  <a:pt x="210388" y="336042"/>
                </a:lnTo>
                <a:lnTo>
                  <a:pt x="210312" y="138684"/>
                </a:lnTo>
                <a:lnTo>
                  <a:pt x="219837" y="131064"/>
                </a:lnTo>
                <a:lnTo>
                  <a:pt x="225552" y="126492"/>
                </a:lnTo>
                <a:lnTo>
                  <a:pt x="196596" y="109728"/>
                </a:lnTo>
                <a:lnTo>
                  <a:pt x="205727" y="89979"/>
                </a:lnTo>
                <a:lnTo>
                  <a:pt x="214693" y="71818"/>
                </a:lnTo>
                <a:lnTo>
                  <a:pt x="223393" y="55067"/>
                </a:lnTo>
                <a:lnTo>
                  <a:pt x="231648" y="39624"/>
                </a:lnTo>
                <a:lnTo>
                  <a:pt x="396240" y="39624"/>
                </a:lnTo>
                <a:close/>
              </a:path>
              <a:path w="841375" h="405764">
                <a:moveTo>
                  <a:pt x="611124" y="137160"/>
                </a:moveTo>
                <a:lnTo>
                  <a:pt x="582168" y="106680"/>
                </a:lnTo>
                <a:lnTo>
                  <a:pt x="560832" y="126492"/>
                </a:lnTo>
                <a:lnTo>
                  <a:pt x="547116" y="126492"/>
                </a:lnTo>
                <a:lnTo>
                  <a:pt x="547116" y="48768"/>
                </a:lnTo>
                <a:lnTo>
                  <a:pt x="547116" y="45720"/>
                </a:lnTo>
                <a:lnTo>
                  <a:pt x="565404" y="41694"/>
                </a:lnTo>
                <a:lnTo>
                  <a:pt x="581406" y="38671"/>
                </a:lnTo>
                <a:lnTo>
                  <a:pt x="595122" y="36499"/>
                </a:lnTo>
                <a:lnTo>
                  <a:pt x="606552" y="35052"/>
                </a:lnTo>
                <a:lnTo>
                  <a:pt x="580644" y="7620"/>
                </a:lnTo>
                <a:lnTo>
                  <a:pt x="538645" y="29044"/>
                </a:lnTo>
                <a:lnTo>
                  <a:pt x="485394" y="44005"/>
                </a:lnTo>
                <a:lnTo>
                  <a:pt x="449580" y="51816"/>
                </a:lnTo>
                <a:lnTo>
                  <a:pt x="452628" y="59436"/>
                </a:lnTo>
                <a:lnTo>
                  <a:pt x="470039" y="56908"/>
                </a:lnTo>
                <a:lnTo>
                  <a:pt x="505993" y="51282"/>
                </a:lnTo>
                <a:lnTo>
                  <a:pt x="524256" y="48768"/>
                </a:lnTo>
                <a:lnTo>
                  <a:pt x="524256" y="126492"/>
                </a:lnTo>
                <a:lnTo>
                  <a:pt x="443484" y="126492"/>
                </a:lnTo>
                <a:lnTo>
                  <a:pt x="458724" y="143256"/>
                </a:lnTo>
                <a:lnTo>
                  <a:pt x="468376" y="140373"/>
                </a:lnTo>
                <a:lnTo>
                  <a:pt x="478726" y="138493"/>
                </a:lnTo>
                <a:lnTo>
                  <a:pt x="489381" y="137464"/>
                </a:lnTo>
                <a:lnTo>
                  <a:pt x="499872" y="137160"/>
                </a:lnTo>
                <a:lnTo>
                  <a:pt x="522732" y="137160"/>
                </a:lnTo>
                <a:lnTo>
                  <a:pt x="510349" y="180213"/>
                </a:lnTo>
                <a:lnTo>
                  <a:pt x="492252" y="225552"/>
                </a:lnTo>
                <a:lnTo>
                  <a:pt x="469773" y="272796"/>
                </a:lnTo>
                <a:lnTo>
                  <a:pt x="440436" y="320040"/>
                </a:lnTo>
                <a:lnTo>
                  <a:pt x="445008" y="323088"/>
                </a:lnTo>
                <a:lnTo>
                  <a:pt x="468757" y="296811"/>
                </a:lnTo>
                <a:lnTo>
                  <a:pt x="489775" y="268414"/>
                </a:lnTo>
                <a:lnTo>
                  <a:pt x="508203" y="238048"/>
                </a:lnTo>
                <a:lnTo>
                  <a:pt x="524256" y="205740"/>
                </a:lnTo>
                <a:lnTo>
                  <a:pt x="524141" y="302704"/>
                </a:lnTo>
                <a:lnTo>
                  <a:pt x="524027" y="328422"/>
                </a:lnTo>
                <a:lnTo>
                  <a:pt x="523621" y="369036"/>
                </a:lnTo>
                <a:lnTo>
                  <a:pt x="522732" y="405384"/>
                </a:lnTo>
                <a:lnTo>
                  <a:pt x="548640" y="391668"/>
                </a:lnTo>
                <a:lnTo>
                  <a:pt x="548424" y="367284"/>
                </a:lnTo>
                <a:lnTo>
                  <a:pt x="547903" y="322084"/>
                </a:lnTo>
                <a:lnTo>
                  <a:pt x="547446" y="269506"/>
                </a:lnTo>
                <a:lnTo>
                  <a:pt x="547319" y="245364"/>
                </a:lnTo>
                <a:lnTo>
                  <a:pt x="547192" y="205740"/>
                </a:lnTo>
                <a:lnTo>
                  <a:pt x="547116" y="182880"/>
                </a:lnTo>
                <a:lnTo>
                  <a:pt x="571550" y="218236"/>
                </a:lnTo>
                <a:lnTo>
                  <a:pt x="582168" y="242316"/>
                </a:lnTo>
                <a:lnTo>
                  <a:pt x="585216" y="248412"/>
                </a:lnTo>
                <a:lnTo>
                  <a:pt x="591312" y="248412"/>
                </a:lnTo>
                <a:lnTo>
                  <a:pt x="594360" y="245364"/>
                </a:lnTo>
                <a:lnTo>
                  <a:pt x="600456" y="233172"/>
                </a:lnTo>
                <a:lnTo>
                  <a:pt x="601980" y="227076"/>
                </a:lnTo>
                <a:lnTo>
                  <a:pt x="601980" y="220980"/>
                </a:lnTo>
                <a:lnTo>
                  <a:pt x="576910" y="189357"/>
                </a:lnTo>
                <a:lnTo>
                  <a:pt x="547116" y="172212"/>
                </a:lnTo>
                <a:lnTo>
                  <a:pt x="547116" y="137160"/>
                </a:lnTo>
                <a:lnTo>
                  <a:pt x="611124" y="137160"/>
                </a:lnTo>
                <a:close/>
              </a:path>
              <a:path w="841375" h="405764">
                <a:moveTo>
                  <a:pt x="615696" y="294132"/>
                </a:moveTo>
                <a:lnTo>
                  <a:pt x="608076" y="294132"/>
                </a:lnTo>
                <a:lnTo>
                  <a:pt x="603224" y="310984"/>
                </a:lnTo>
                <a:lnTo>
                  <a:pt x="597789" y="324993"/>
                </a:lnTo>
                <a:lnTo>
                  <a:pt x="591807" y="336105"/>
                </a:lnTo>
                <a:lnTo>
                  <a:pt x="585216" y="344424"/>
                </a:lnTo>
                <a:lnTo>
                  <a:pt x="579120" y="350520"/>
                </a:lnTo>
                <a:lnTo>
                  <a:pt x="574548" y="356616"/>
                </a:lnTo>
                <a:lnTo>
                  <a:pt x="574548" y="362712"/>
                </a:lnTo>
                <a:lnTo>
                  <a:pt x="576072" y="364236"/>
                </a:lnTo>
                <a:lnTo>
                  <a:pt x="579120" y="365760"/>
                </a:lnTo>
                <a:lnTo>
                  <a:pt x="580644" y="365760"/>
                </a:lnTo>
                <a:lnTo>
                  <a:pt x="585216" y="367284"/>
                </a:lnTo>
                <a:lnTo>
                  <a:pt x="592836" y="367284"/>
                </a:lnTo>
                <a:lnTo>
                  <a:pt x="597408" y="365760"/>
                </a:lnTo>
                <a:lnTo>
                  <a:pt x="601980" y="365760"/>
                </a:lnTo>
                <a:lnTo>
                  <a:pt x="615492" y="327088"/>
                </a:lnTo>
                <a:lnTo>
                  <a:pt x="615581" y="320040"/>
                </a:lnTo>
                <a:lnTo>
                  <a:pt x="615696" y="294132"/>
                </a:lnTo>
                <a:close/>
              </a:path>
              <a:path w="841375" h="405764">
                <a:moveTo>
                  <a:pt x="733044" y="289560"/>
                </a:moveTo>
                <a:lnTo>
                  <a:pt x="702335" y="258978"/>
                </a:lnTo>
                <a:lnTo>
                  <a:pt x="685800" y="248412"/>
                </a:lnTo>
                <a:lnTo>
                  <a:pt x="682752" y="251460"/>
                </a:lnTo>
                <a:lnTo>
                  <a:pt x="692188" y="265760"/>
                </a:lnTo>
                <a:lnTo>
                  <a:pt x="699897" y="279082"/>
                </a:lnTo>
                <a:lnTo>
                  <a:pt x="705904" y="291528"/>
                </a:lnTo>
                <a:lnTo>
                  <a:pt x="710184" y="303276"/>
                </a:lnTo>
                <a:lnTo>
                  <a:pt x="713232" y="312420"/>
                </a:lnTo>
                <a:lnTo>
                  <a:pt x="716280" y="316992"/>
                </a:lnTo>
                <a:lnTo>
                  <a:pt x="720852" y="316992"/>
                </a:lnTo>
                <a:lnTo>
                  <a:pt x="723900" y="313944"/>
                </a:lnTo>
                <a:lnTo>
                  <a:pt x="726948" y="307848"/>
                </a:lnTo>
                <a:lnTo>
                  <a:pt x="731520" y="301752"/>
                </a:lnTo>
                <a:lnTo>
                  <a:pt x="733044" y="297180"/>
                </a:lnTo>
                <a:lnTo>
                  <a:pt x="733044" y="289560"/>
                </a:lnTo>
                <a:close/>
              </a:path>
              <a:path w="841375" h="405764">
                <a:moveTo>
                  <a:pt x="794004" y="362712"/>
                </a:moveTo>
                <a:lnTo>
                  <a:pt x="775906" y="327088"/>
                </a:lnTo>
                <a:lnTo>
                  <a:pt x="775716" y="306324"/>
                </a:lnTo>
                <a:lnTo>
                  <a:pt x="768096" y="306324"/>
                </a:lnTo>
                <a:lnTo>
                  <a:pt x="763524" y="344424"/>
                </a:lnTo>
                <a:lnTo>
                  <a:pt x="745236" y="367284"/>
                </a:lnTo>
                <a:lnTo>
                  <a:pt x="696468" y="367284"/>
                </a:lnTo>
                <a:lnTo>
                  <a:pt x="685355" y="366725"/>
                </a:lnTo>
                <a:lnTo>
                  <a:pt x="677227" y="362902"/>
                </a:lnTo>
                <a:lnTo>
                  <a:pt x="672261" y="355917"/>
                </a:lnTo>
                <a:lnTo>
                  <a:pt x="670560" y="345948"/>
                </a:lnTo>
                <a:lnTo>
                  <a:pt x="670560" y="304800"/>
                </a:lnTo>
                <a:lnTo>
                  <a:pt x="682752" y="294132"/>
                </a:lnTo>
                <a:lnTo>
                  <a:pt x="646176" y="278892"/>
                </a:lnTo>
                <a:lnTo>
                  <a:pt x="647065" y="296608"/>
                </a:lnTo>
                <a:lnTo>
                  <a:pt x="647534" y="317195"/>
                </a:lnTo>
                <a:lnTo>
                  <a:pt x="647636" y="330708"/>
                </a:lnTo>
                <a:lnTo>
                  <a:pt x="647700" y="356616"/>
                </a:lnTo>
                <a:lnTo>
                  <a:pt x="649681" y="368846"/>
                </a:lnTo>
                <a:lnTo>
                  <a:pt x="655510" y="377952"/>
                </a:lnTo>
                <a:lnTo>
                  <a:pt x="665060" y="383616"/>
                </a:lnTo>
                <a:lnTo>
                  <a:pt x="678180" y="385572"/>
                </a:lnTo>
                <a:lnTo>
                  <a:pt x="752856" y="385572"/>
                </a:lnTo>
                <a:lnTo>
                  <a:pt x="766787" y="385851"/>
                </a:lnTo>
                <a:lnTo>
                  <a:pt x="778573" y="382143"/>
                </a:lnTo>
                <a:lnTo>
                  <a:pt x="787793" y="374421"/>
                </a:lnTo>
                <a:lnTo>
                  <a:pt x="791591" y="367284"/>
                </a:lnTo>
                <a:lnTo>
                  <a:pt x="794004" y="362712"/>
                </a:lnTo>
                <a:close/>
              </a:path>
              <a:path w="841375" h="405764">
                <a:moveTo>
                  <a:pt x="824484" y="128016"/>
                </a:moveTo>
                <a:lnTo>
                  <a:pt x="795528" y="108204"/>
                </a:lnTo>
                <a:lnTo>
                  <a:pt x="783336" y="124968"/>
                </a:lnTo>
                <a:lnTo>
                  <a:pt x="719328" y="124968"/>
                </a:lnTo>
                <a:lnTo>
                  <a:pt x="749338" y="87884"/>
                </a:lnTo>
                <a:lnTo>
                  <a:pt x="779221" y="64008"/>
                </a:lnTo>
                <a:lnTo>
                  <a:pt x="783336" y="62484"/>
                </a:lnTo>
                <a:lnTo>
                  <a:pt x="773658" y="53340"/>
                </a:lnTo>
                <a:lnTo>
                  <a:pt x="755904" y="36576"/>
                </a:lnTo>
                <a:lnTo>
                  <a:pt x="740664" y="53340"/>
                </a:lnTo>
                <a:lnTo>
                  <a:pt x="672084" y="53340"/>
                </a:lnTo>
                <a:lnTo>
                  <a:pt x="681850" y="41046"/>
                </a:lnTo>
                <a:lnTo>
                  <a:pt x="690753" y="31623"/>
                </a:lnTo>
                <a:lnTo>
                  <a:pt x="699096" y="25044"/>
                </a:lnTo>
                <a:lnTo>
                  <a:pt x="707136" y="21336"/>
                </a:lnTo>
                <a:lnTo>
                  <a:pt x="673608" y="0"/>
                </a:lnTo>
                <a:lnTo>
                  <a:pt x="669328" y="13995"/>
                </a:lnTo>
                <a:lnTo>
                  <a:pt x="663321" y="28575"/>
                </a:lnTo>
                <a:lnTo>
                  <a:pt x="655612" y="43713"/>
                </a:lnTo>
                <a:lnTo>
                  <a:pt x="646176" y="59436"/>
                </a:lnTo>
                <a:lnTo>
                  <a:pt x="636803" y="75717"/>
                </a:lnTo>
                <a:lnTo>
                  <a:pt x="627126" y="90297"/>
                </a:lnTo>
                <a:lnTo>
                  <a:pt x="617461" y="103149"/>
                </a:lnTo>
                <a:lnTo>
                  <a:pt x="608076" y="114300"/>
                </a:lnTo>
                <a:lnTo>
                  <a:pt x="614172" y="118872"/>
                </a:lnTo>
                <a:lnTo>
                  <a:pt x="627875" y="106870"/>
                </a:lnTo>
                <a:lnTo>
                  <a:pt x="641413" y="93726"/>
                </a:lnTo>
                <a:lnTo>
                  <a:pt x="654685" y="79438"/>
                </a:lnTo>
                <a:lnTo>
                  <a:pt x="667512" y="64008"/>
                </a:lnTo>
                <a:lnTo>
                  <a:pt x="742188" y="64008"/>
                </a:lnTo>
                <a:lnTo>
                  <a:pt x="708660" y="124968"/>
                </a:lnTo>
                <a:lnTo>
                  <a:pt x="614172" y="124968"/>
                </a:lnTo>
                <a:lnTo>
                  <a:pt x="629412" y="140208"/>
                </a:lnTo>
                <a:lnTo>
                  <a:pt x="638848" y="138201"/>
                </a:lnTo>
                <a:lnTo>
                  <a:pt x="648843" y="136779"/>
                </a:lnTo>
                <a:lnTo>
                  <a:pt x="659422" y="135915"/>
                </a:lnTo>
                <a:lnTo>
                  <a:pt x="670560" y="135636"/>
                </a:lnTo>
                <a:lnTo>
                  <a:pt x="787908" y="135636"/>
                </a:lnTo>
                <a:lnTo>
                  <a:pt x="787908" y="176784"/>
                </a:lnTo>
                <a:lnTo>
                  <a:pt x="630936" y="176784"/>
                </a:lnTo>
                <a:lnTo>
                  <a:pt x="646176" y="193548"/>
                </a:lnTo>
                <a:lnTo>
                  <a:pt x="656488" y="190665"/>
                </a:lnTo>
                <a:lnTo>
                  <a:pt x="666940" y="188785"/>
                </a:lnTo>
                <a:lnTo>
                  <a:pt x="677684" y="187756"/>
                </a:lnTo>
                <a:lnTo>
                  <a:pt x="688848" y="187452"/>
                </a:lnTo>
                <a:lnTo>
                  <a:pt x="787908" y="187452"/>
                </a:lnTo>
                <a:lnTo>
                  <a:pt x="787908" y="227076"/>
                </a:lnTo>
                <a:lnTo>
                  <a:pt x="614172" y="227076"/>
                </a:lnTo>
                <a:lnTo>
                  <a:pt x="629412" y="243840"/>
                </a:lnTo>
                <a:lnTo>
                  <a:pt x="638848" y="240957"/>
                </a:lnTo>
                <a:lnTo>
                  <a:pt x="648843" y="239077"/>
                </a:lnTo>
                <a:lnTo>
                  <a:pt x="659422" y="238048"/>
                </a:lnTo>
                <a:lnTo>
                  <a:pt x="670560" y="237744"/>
                </a:lnTo>
                <a:lnTo>
                  <a:pt x="787908" y="237744"/>
                </a:lnTo>
                <a:lnTo>
                  <a:pt x="787908" y="260604"/>
                </a:lnTo>
                <a:lnTo>
                  <a:pt x="812292" y="249936"/>
                </a:lnTo>
                <a:lnTo>
                  <a:pt x="811364" y="237744"/>
                </a:lnTo>
                <a:lnTo>
                  <a:pt x="811174" y="235356"/>
                </a:lnTo>
                <a:lnTo>
                  <a:pt x="810196" y="212217"/>
                </a:lnTo>
                <a:lnTo>
                  <a:pt x="809663" y="187452"/>
                </a:lnTo>
                <a:lnTo>
                  <a:pt x="809586" y="183642"/>
                </a:lnTo>
                <a:lnTo>
                  <a:pt x="809485" y="176784"/>
                </a:lnTo>
                <a:lnTo>
                  <a:pt x="809244" y="140208"/>
                </a:lnTo>
                <a:lnTo>
                  <a:pt x="814959" y="135636"/>
                </a:lnTo>
                <a:lnTo>
                  <a:pt x="824484" y="128016"/>
                </a:lnTo>
                <a:close/>
              </a:path>
              <a:path w="841375" h="405764">
                <a:moveTo>
                  <a:pt x="841248" y="341376"/>
                </a:moveTo>
                <a:lnTo>
                  <a:pt x="818349" y="308864"/>
                </a:lnTo>
                <a:lnTo>
                  <a:pt x="787908" y="291084"/>
                </a:lnTo>
                <a:lnTo>
                  <a:pt x="783336" y="294132"/>
                </a:lnTo>
                <a:lnTo>
                  <a:pt x="791654" y="304990"/>
                </a:lnTo>
                <a:lnTo>
                  <a:pt x="798385" y="314706"/>
                </a:lnTo>
                <a:lnTo>
                  <a:pt x="817372" y="351282"/>
                </a:lnTo>
                <a:lnTo>
                  <a:pt x="819912" y="358140"/>
                </a:lnTo>
                <a:lnTo>
                  <a:pt x="824484" y="367284"/>
                </a:lnTo>
                <a:lnTo>
                  <a:pt x="829056" y="367284"/>
                </a:lnTo>
                <a:lnTo>
                  <a:pt x="830580" y="364236"/>
                </a:lnTo>
                <a:lnTo>
                  <a:pt x="835152" y="356616"/>
                </a:lnTo>
                <a:lnTo>
                  <a:pt x="839724" y="350520"/>
                </a:lnTo>
                <a:lnTo>
                  <a:pt x="841248" y="345948"/>
                </a:lnTo>
                <a:lnTo>
                  <a:pt x="841248" y="341376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0" name="object 80"/>
          <p:cNvSpPr/>
          <p:nvPr/>
        </p:nvSpPr>
        <p:spPr>
          <a:xfrm>
            <a:off x="5024627" y="4829555"/>
            <a:ext cx="387350" cy="405765"/>
          </a:xfrm>
          <a:custGeom>
            <a:avLst/>
            <a:gdLst/>
            <a:ahLst/>
            <a:cxnLst/>
            <a:rect l="l" t="t" r="r" b="b"/>
            <a:pathLst>
              <a:path w="387350" h="405764">
                <a:moveTo>
                  <a:pt x="199644" y="71627"/>
                </a:moveTo>
                <a:lnTo>
                  <a:pt x="193548" y="71627"/>
                </a:lnTo>
                <a:lnTo>
                  <a:pt x="190500" y="65531"/>
                </a:lnTo>
                <a:lnTo>
                  <a:pt x="188976" y="54863"/>
                </a:lnTo>
                <a:lnTo>
                  <a:pt x="185547" y="43767"/>
                </a:lnTo>
                <a:lnTo>
                  <a:pt x="179832" y="31241"/>
                </a:lnTo>
                <a:lnTo>
                  <a:pt x="171831" y="17573"/>
                </a:lnTo>
                <a:lnTo>
                  <a:pt x="161544" y="3048"/>
                </a:lnTo>
                <a:lnTo>
                  <a:pt x="164592" y="0"/>
                </a:lnTo>
                <a:lnTo>
                  <a:pt x="201239" y="21645"/>
                </a:lnTo>
                <a:lnTo>
                  <a:pt x="216408" y="39624"/>
                </a:lnTo>
                <a:lnTo>
                  <a:pt x="216408" y="50291"/>
                </a:lnTo>
                <a:lnTo>
                  <a:pt x="213360" y="56387"/>
                </a:lnTo>
                <a:lnTo>
                  <a:pt x="207264" y="62483"/>
                </a:lnTo>
                <a:lnTo>
                  <a:pt x="202692" y="68579"/>
                </a:lnTo>
                <a:lnTo>
                  <a:pt x="199644" y="71627"/>
                </a:lnTo>
                <a:close/>
              </a:path>
              <a:path w="387350" h="405764">
                <a:moveTo>
                  <a:pt x="36576" y="138683"/>
                </a:moveTo>
                <a:lnTo>
                  <a:pt x="28956" y="138683"/>
                </a:lnTo>
                <a:lnTo>
                  <a:pt x="24384" y="137159"/>
                </a:lnTo>
                <a:lnTo>
                  <a:pt x="19812" y="134111"/>
                </a:lnTo>
                <a:lnTo>
                  <a:pt x="16764" y="131063"/>
                </a:lnTo>
                <a:lnTo>
                  <a:pt x="13716" y="129539"/>
                </a:lnTo>
                <a:lnTo>
                  <a:pt x="13716" y="123443"/>
                </a:lnTo>
                <a:lnTo>
                  <a:pt x="18288" y="117347"/>
                </a:lnTo>
                <a:lnTo>
                  <a:pt x="27432" y="109727"/>
                </a:lnTo>
                <a:lnTo>
                  <a:pt x="35742" y="100274"/>
                </a:lnTo>
                <a:lnTo>
                  <a:pt x="42481" y="87820"/>
                </a:lnTo>
                <a:lnTo>
                  <a:pt x="47791" y="72223"/>
                </a:lnTo>
                <a:lnTo>
                  <a:pt x="51816" y="53339"/>
                </a:lnTo>
                <a:lnTo>
                  <a:pt x="59436" y="53339"/>
                </a:lnTo>
                <a:lnTo>
                  <a:pt x="59436" y="76200"/>
                </a:lnTo>
                <a:lnTo>
                  <a:pt x="367838" y="76200"/>
                </a:lnTo>
                <a:lnTo>
                  <a:pt x="377051" y="86867"/>
                </a:lnTo>
                <a:lnTo>
                  <a:pt x="59436" y="86867"/>
                </a:lnTo>
                <a:lnTo>
                  <a:pt x="59721" y="104298"/>
                </a:lnTo>
                <a:lnTo>
                  <a:pt x="58293" y="117728"/>
                </a:lnTo>
                <a:lnTo>
                  <a:pt x="55149" y="127158"/>
                </a:lnTo>
                <a:lnTo>
                  <a:pt x="50292" y="132587"/>
                </a:lnTo>
                <a:lnTo>
                  <a:pt x="42672" y="137159"/>
                </a:lnTo>
                <a:lnTo>
                  <a:pt x="36576" y="138683"/>
                </a:lnTo>
                <a:close/>
              </a:path>
              <a:path w="387350" h="405764">
                <a:moveTo>
                  <a:pt x="367838" y="76200"/>
                </a:moveTo>
                <a:lnTo>
                  <a:pt x="332232" y="76200"/>
                </a:lnTo>
                <a:lnTo>
                  <a:pt x="352044" y="57912"/>
                </a:lnTo>
                <a:lnTo>
                  <a:pt x="367838" y="76200"/>
                </a:lnTo>
                <a:close/>
              </a:path>
              <a:path w="387350" h="405764">
                <a:moveTo>
                  <a:pt x="318516" y="134111"/>
                </a:moveTo>
                <a:lnTo>
                  <a:pt x="312420" y="129539"/>
                </a:lnTo>
                <a:lnTo>
                  <a:pt x="335280" y="86867"/>
                </a:lnTo>
                <a:lnTo>
                  <a:pt x="377051" y="86867"/>
                </a:lnTo>
                <a:lnTo>
                  <a:pt x="381000" y="91439"/>
                </a:lnTo>
                <a:lnTo>
                  <a:pt x="367807" y="94249"/>
                </a:lnTo>
                <a:lnTo>
                  <a:pt x="353187" y="102488"/>
                </a:lnTo>
                <a:lnTo>
                  <a:pt x="336851" y="115871"/>
                </a:lnTo>
                <a:lnTo>
                  <a:pt x="318516" y="134111"/>
                </a:lnTo>
                <a:close/>
              </a:path>
              <a:path w="387350" h="405764">
                <a:moveTo>
                  <a:pt x="44196" y="175259"/>
                </a:moveTo>
                <a:lnTo>
                  <a:pt x="27432" y="160019"/>
                </a:lnTo>
                <a:lnTo>
                  <a:pt x="298704" y="160019"/>
                </a:lnTo>
                <a:lnTo>
                  <a:pt x="323088" y="135635"/>
                </a:lnTo>
                <a:lnTo>
                  <a:pt x="358140" y="170687"/>
                </a:lnTo>
                <a:lnTo>
                  <a:pt x="85344" y="170687"/>
                </a:lnTo>
                <a:lnTo>
                  <a:pt x="74199" y="170973"/>
                </a:lnTo>
                <a:lnTo>
                  <a:pt x="63627" y="171830"/>
                </a:lnTo>
                <a:lnTo>
                  <a:pt x="53625" y="173259"/>
                </a:lnTo>
                <a:lnTo>
                  <a:pt x="44196" y="175259"/>
                </a:lnTo>
                <a:close/>
              </a:path>
              <a:path w="387350" h="405764">
                <a:moveTo>
                  <a:pt x="207264" y="348996"/>
                </a:moveTo>
                <a:lnTo>
                  <a:pt x="182880" y="348996"/>
                </a:lnTo>
                <a:lnTo>
                  <a:pt x="182880" y="170687"/>
                </a:lnTo>
                <a:lnTo>
                  <a:pt x="207264" y="170687"/>
                </a:lnTo>
                <a:lnTo>
                  <a:pt x="207264" y="256031"/>
                </a:lnTo>
                <a:lnTo>
                  <a:pt x="331796" y="256031"/>
                </a:lnTo>
                <a:lnTo>
                  <a:pt x="341376" y="265175"/>
                </a:lnTo>
                <a:lnTo>
                  <a:pt x="207264" y="265175"/>
                </a:lnTo>
                <a:lnTo>
                  <a:pt x="207264" y="348996"/>
                </a:lnTo>
                <a:close/>
              </a:path>
              <a:path w="387350" h="405764">
                <a:moveTo>
                  <a:pt x="3048" y="405384"/>
                </a:moveTo>
                <a:lnTo>
                  <a:pt x="0" y="399287"/>
                </a:lnTo>
                <a:lnTo>
                  <a:pt x="16002" y="384143"/>
                </a:lnTo>
                <a:lnTo>
                  <a:pt x="29718" y="368427"/>
                </a:lnTo>
                <a:lnTo>
                  <a:pt x="50292" y="335280"/>
                </a:lnTo>
                <a:lnTo>
                  <a:pt x="70651" y="285988"/>
                </a:lnTo>
                <a:lnTo>
                  <a:pt x="79057" y="237743"/>
                </a:lnTo>
                <a:lnTo>
                  <a:pt x="82296" y="205739"/>
                </a:lnTo>
                <a:lnTo>
                  <a:pt x="123444" y="225551"/>
                </a:lnTo>
                <a:lnTo>
                  <a:pt x="109728" y="237743"/>
                </a:lnTo>
                <a:lnTo>
                  <a:pt x="106560" y="248864"/>
                </a:lnTo>
                <a:lnTo>
                  <a:pt x="103822" y="259270"/>
                </a:lnTo>
                <a:lnTo>
                  <a:pt x="101369" y="268819"/>
                </a:lnTo>
                <a:lnTo>
                  <a:pt x="99060" y="277367"/>
                </a:lnTo>
                <a:lnTo>
                  <a:pt x="106051" y="288035"/>
                </a:lnTo>
                <a:lnTo>
                  <a:pt x="96012" y="288035"/>
                </a:lnTo>
                <a:lnTo>
                  <a:pt x="87749" y="307490"/>
                </a:lnTo>
                <a:lnTo>
                  <a:pt x="60960" y="353568"/>
                </a:lnTo>
                <a:lnTo>
                  <a:pt x="21312" y="391929"/>
                </a:lnTo>
                <a:lnTo>
                  <a:pt x="3048" y="405384"/>
                </a:lnTo>
                <a:close/>
              </a:path>
              <a:path w="387350" h="405764">
                <a:moveTo>
                  <a:pt x="331796" y="256031"/>
                </a:moveTo>
                <a:lnTo>
                  <a:pt x="284988" y="256031"/>
                </a:lnTo>
                <a:lnTo>
                  <a:pt x="307847" y="233171"/>
                </a:lnTo>
                <a:lnTo>
                  <a:pt x="331796" y="256031"/>
                </a:lnTo>
                <a:close/>
              </a:path>
              <a:path w="387350" h="405764">
                <a:moveTo>
                  <a:pt x="352044" y="394716"/>
                </a:moveTo>
                <a:lnTo>
                  <a:pt x="309419" y="393239"/>
                </a:lnTo>
                <a:lnTo>
                  <a:pt x="241887" y="387429"/>
                </a:lnTo>
                <a:lnTo>
                  <a:pt x="195572" y="377094"/>
                </a:lnTo>
                <a:lnTo>
                  <a:pt x="159615" y="361092"/>
                </a:lnTo>
                <a:lnTo>
                  <a:pt x="119824" y="322707"/>
                </a:lnTo>
                <a:lnTo>
                  <a:pt x="96012" y="288035"/>
                </a:lnTo>
                <a:lnTo>
                  <a:pt x="106051" y="288035"/>
                </a:lnTo>
                <a:lnTo>
                  <a:pt x="108251" y="291393"/>
                </a:lnTo>
                <a:lnTo>
                  <a:pt x="117729" y="303847"/>
                </a:lnTo>
                <a:lnTo>
                  <a:pt x="150090" y="332922"/>
                </a:lnTo>
                <a:lnTo>
                  <a:pt x="182880" y="348996"/>
                </a:lnTo>
                <a:lnTo>
                  <a:pt x="207264" y="348996"/>
                </a:lnTo>
                <a:lnTo>
                  <a:pt x="207264" y="356616"/>
                </a:lnTo>
                <a:lnTo>
                  <a:pt x="231267" y="360378"/>
                </a:lnTo>
                <a:lnTo>
                  <a:pt x="255270" y="362712"/>
                </a:lnTo>
                <a:lnTo>
                  <a:pt x="279273" y="363902"/>
                </a:lnTo>
                <a:lnTo>
                  <a:pt x="303276" y="364236"/>
                </a:lnTo>
                <a:lnTo>
                  <a:pt x="387096" y="364236"/>
                </a:lnTo>
                <a:lnTo>
                  <a:pt x="387096" y="367284"/>
                </a:lnTo>
                <a:lnTo>
                  <a:pt x="374546" y="370713"/>
                </a:lnTo>
                <a:lnTo>
                  <a:pt x="364426" y="376428"/>
                </a:lnTo>
                <a:lnTo>
                  <a:pt x="356877" y="384429"/>
                </a:lnTo>
                <a:lnTo>
                  <a:pt x="352044" y="394716"/>
                </a:lnTo>
                <a:close/>
              </a:path>
              <a:path w="387350" h="405764">
                <a:moveTo>
                  <a:pt x="387096" y="364236"/>
                </a:moveTo>
                <a:lnTo>
                  <a:pt x="303276" y="364236"/>
                </a:lnTo>
                <a:lnTo>
                  <a:pt x="325802" y="363950"/>
                </a:lnTo>
                <a:lnTo>
                  <a:pt x="347472" y="363093"/>
                </a:lnTo>
                <a:lnTo>
                  <a:pt x="367998" y="361664"/>
                </a:lnTo>
                <a:lnTo>
                  <a:pt x="387096" y="359664"/>
                </a:lnTo>
                <a:lnTo>
                  <a:pt x="387096" y="364236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1" name="object 81"/>
          <p:cNvSpPr/>
          <p:nvPr/>
        </p:nvSpPr>
        <p:spPr>
          <a:xfrm>
            <a:off x="5495544" y="4828032"/>
            <a:ext cx="356870" cy="401320"/>
          </a:xfrm>
          <a:custGeom>
            <a:avLst/>
            <a:gdLst/>
            <a:ahLst/>
            <a:cxnLst/>
            <a:rect l="l" t="t" r="r" b="b"/>
            <a:pathLst>
              <a:path w="356870" h="401320">
                <a:moveTo>
                  <a:pt x="54864" y="89916"/>
                </a:moveTo>
                <a:lnTo>
                  <a:pt x="44196" y="89916"/>
                </a:lnTo>
                <a:lnTo>
                  <a:pt x="51554" y="62150"/>
                </a:lnTo>
                <a:lnTo>
                  <a:pt x="57340" y="38100"/>
                </a:lnTo>
                <a:lnTo>
                  <a:pt x="61126" y="17478"/>
                </a:lnTo>
                <a:lnTo>
                  <a:pt x="62484" y="0"/>
                </a:lnTo>
                <a:lnTo>
                  <a:pt x="102108" y="21336"/>
                </a:lnTo>
                <a:lnTo>
                  <a:pt x="92368" y="28194"/>
                </a:lnTo>
                <a:lnTo>
                  <a:pt x="81343" y="41910"/>
                </a:lnTo>
                <a:lnTo>
                  <a:pt x="68889" y="62484"/>
                </a:lnTo>
                <a:lnTo>
                  <a:pt x="54864" y="89916"/>
                </a:lnTo>
                <a:close/>
              </a:path>
              <a:path w="356870" h="401320">
                <a:moveTo>
                  <a:pt x="147828" y="190500"/>
                </a:moveTo>
                <a:lnTo>
                  <a:pt x="143256" y="187452"/>
                </a:lnTo>
                <a:lnTo>
                  <a:pt x="160377" y="160615"/>
                </a:lnTo>
                <a:lnTo>
                  <a:pt x="175069" y="135064"/>
                </a:lnTo>
                <a:lnTo>
                  <a:pt x="196596" y="88392"/>
                </a:lnTo>
                <a:lnTo>
                  <a:pt x="211836" y="44958"/>
                </a:lnTo>
                <a:lnTo>
                  <a:pt x="222503" y="1524"/>
                </a:lnTo>
                <a:lnTo>
                  <a:pt x="260603" y="24384"/>
                </a:lnTo>
                <a:lnTo>
                  <a:pt x="252864" y="32146"/>
                </a:lnTo>
                <a:lnTo>
                  <a:pt x="243268" y="46482"/>
                </a:lnTo>
                <a:lnTo>
                  <a:pt x="231671" y="67675"/>
                </a:lnTo>
                <a:lnTo>
                  <a:pt x="217932" y="96012"/>
                </a:lnTo>
                <a:lnTo>
                  <a:pt x="350520" y="96012"/>
                </a:lnTo>
                <a:lnTo>
                  <a:pt x="356616" y="102108"/>
                </a:lnTo>
                <a:lnTo>
                  <a:pt x="352806" y="105156"/>
                </a:lnTo>
                <a:lnTo>
                  <a:pt x="214884" y="105156"/>
                </a:lnTo>
                <a:lnTo>
                  <a:pt x="198834" y="129420"/>
                </a:lnTo>
                <a:lnTo>
                  <a:pt x="182499" y="151828"/>
                </a:lnTo>
                <a:lnTo>
                  <a:pt x="165592" y="172235"/>
                </a:lnTo>
                <a:lnTo>
                  <a:pt x="147828" y="190500"/>
                </a:lnTo>
                <a:close/>
              </a:path>
              <a:path w="356870" h="401320">
                <a:moveTo>
                  <a:pt x="146304" y="89916"/>
                </a:moveTo>
                <a:lnTo>
                  <a:pt x="111252" y="89916"/>
                </a:lnTo>
                <a:lnTo>
                  <a:pt x="129540" y="73152"/>
                </a:lnTo>
                <a:lnTo>
                  <a:pt x="146304" y="89916"/>
                </a:lnTo>
                <a:close/>
              </a:path>
              <a:path w="356870" h="401320">
                <a:moveTo>
                  <a:pt x="0" y="397764"/>
                </a:moveTo>
                <a:lnTo>
                  <a:pt x="1468" y="342304"/>
                </a:lnTo>
                <a:lnTo>
                  <a:pt x="2786" y="275605"/>
                </a:lnTo>
                <a:lnTo>
                  <a:pt x="3001" y="227576"/>
                </a:lnTo>
                <a:lnTo>
                  <a:pt x="2754" y="192881"/>
                </a:lnTo>
                <a:lnTo>
                  <a:pt x="2095" y="154686"/>
                </a:lnTo>
                <a:lnTo>
                  <a:pt x="1014" y="110942"/>
                </a:lnTo>
                <a:lnTo>
                  <a:pt x="0" y="74676"/>
                </a:lnTo>
                <a:lnTo>
                  <a:pt x="25908" y="89916"/>
                </a:lnTo>
                <a:lnTo>
                  <a:pt x="146304" y="89916"/>
                </a:lnTo>
                <a:lnTo>
                  <a:pt x="155448" y="99060"/>
                </a:lnTo>
                <a:lnTo>
                  <a:pt x="153162" y="100584"/>
                </a:lnTo>
                <a:lnTo>
                  <a:pt x="24384" y="100584"/>
                </a:lnTo>
                <a:lnTo>
                  <a:pt x="24384" y="211836"/>
                </a:lnTo>
                <a:lnTo>
                  <a:pt x="137509" y="211836"/>
                </a:lnTo>
                <a:lnTo>
                  <a:pt x="137586" y="222504"/>
                </a:lnTo>
                <a:lnTo>
                  <a:pt x="24384" y="222504"/>
                </a:lnTo>
                <a:lnTo>
                  <a:pt x="24384" y="344424"/>
                </a:lnTo>
                <a:lnTo>
                  <a:pt x="139273" y="344424"/>
                </a:lnTo>
                <a:lnTo>
                  <a:pt x="139528" y="353568"/>
                </a:lnTo>
                <a:lnTo>
                  <a:pt x="24384" y="353568"/>
                </a:lnTo>
                <a:lnTo>
                  <a:pt x="24384" y="384048"/>
                </a:lnTo>
                <a:lnTo>
                  <a:pt x="0" y="397764"/>
                </a:lnTo>
                <a:close/>
              </a:path>
              <a:path w="356870" h="401320">
                <a:moveTo>
                  <a:pt x="350520" y="96012"/>
                </a:moveTo>
                <a:lnTo>
                  <a:pt x="312420" y="96012"/>
                </a:lnTo>
                <a:lnTo>
                  <a:pt x="330708" y="76200"/>
                </a:lnTo>
                <a:lnTo>
                  <a:pt x="350520" y="96012"/>
                </a:lnTo>
                <a:close/>
              </a:path>
              <a:path w="356870" h="401320">
                <a:moveTo>
                  <a:pt x="137509" y="211836"/>
                </a:moveTo>
                <a:lnTo>
                  <a:pt x="115824" y="211836"/>
                </a:lnTo>
                <a:lnTo>
                  <a:pt x="115824" y="100584"/>
                </a:lnTo>
                <a:lnTo>
                  <a:pt x="153162" y="100584"/>
                </a:lnTo>
                <a:lnTo>
                  <a:pt x="137160" y="111252"/>
                </a:lnTo>
                <a:lnTo>
                  <a:pt x="137271" y="160615"/>
                </a:lnTo>
                <a:lnTo>
                  <a:pt x="137386" y="194691"/>
                </a:lnTo>
                <a:lnTo>
                  <a:pt x="137509" y="211836"/>
                </a:lnTo>
                <a:close/>
              </a:path>
              <a:path w="356870" h="401320">
                <a:moveTo>
                  <a:pt x="327433" y="359664"/>
                </a:moveTo>
                <a:lnTo>
                  <a:pt x="283464" y="359664"/>
                </a:lnTo>
                <a:lnTo>
                  <a:pt x="292631" y="357687"/>
                </a:lnTo>
                <a:lnTo>
                  <a:pt x="299656" y="351853"/>
                </a:lnTo>
                <a:lnTo>
                  <a:pt x="309895" y="304895"/>
                </a:lnTo>
                <a:lnTo>
                  <a:pt x="311658" y="259461"/>
                </a:lnTo>
                <a:lnTo>
                  <a:pt x="313575" y="186213"/>
                </a:lnTo>
                <a:lnTo>
                  <a:pt x="315467" y="105156"/>
                </a:lnTo>
                <a:lnTo>
                  <a:pt x="352806" y="105156"/>
                </a:lnTo>
                <a:lnTo>
                  <a:pt x="341376" y="114300"/>
                </a:lnTo>
                <a:lnTo>
                  <a:pt x="339488" y="190500"/>
                </a:lnTo>
                <a:lnTo>
                  <a:pt x="337718" y="248631"/>
                </a:lnTo>
                <a:lnTo>
                  <a:pt x="335889" y="294583"/>
                </a:lnTo>
                <a:lnTo>
                  <a:pt x="334060" y="326489"/>
                </a:lnTo>
                <a:lnTo>
                  <a:pt x="332232" y="344424"/>
                </a:lnTo>
                <a:lnTo>
                  <a:pt x="328517" y="357020"/>
                </a:lnTo>
                <a:lnTo>
                  <a:pt x="327433" y="359664"/>
                </a:lnTo>
                <a:close/>
              </a:path>
              <a:path w="356870" h="401320">
                <a:moveTo>
                  <a:pt x="231648" y="269748"/>
                </a:moveTo>
                <a:lnTo>
                  <a:pt x="230124" y="269748"/>
                </a:lnTo>
                <a:lnTo>
                  <a:pt x="226956" y="268081"/>
                </a:lnTo>
                <a:lnTo>
                  <a:pt x="224218" y="263271"/>
                </a:lnTo>
                <a:lnTo>
                  <a:pt x="221765" y="255603"/>
                </a:lnTo>
                <a:lnTo>
                  <a:pt x="219456" y="245364"/>
                </a:lnTo>
                <a:lnTo>
                  <a:pt x="214907" y="227576"/>
                </a:lnTo>
                <a:lnTo>
                  <a:pt x="208216" y="210502"/>
                </a:lnTo>
                <a:lnTo>
                  <a:pt x="199524" y="193714"/>
                </a:lnTo>
                <a:lnTo>
                  <a:pt x="188976" y="176784"/>
                </a:lnTo>
                <a:lnTo>
                  <a:pt x="192024" y="172212"/>
                </a:lnTo>
                <a:lnTo>
                  <a:pt x="224980" y="198501"/>
                </a:lnTo>
                <a:lnTo>
                  <a:pt x="246888" y="234696"/>
                </a:lnTo>
                <a:lnTo>
                  <a:pt x="246888" y="246888"/>
                </a:lnTo>
                <a:lnTo>
                  <a:pt x="245364" y="254508"/>
                </a:lnTo>
                <a:lnTo>
                  <a:pt x="236220" y="266700"/>
                </a:lnTo>
                <a:lnTo>
                  <a:pt x="231648" y="269748"/>
                </a:lnTo>
                <a:close/>
              </a:path>
              <a:path w="356870" h="401320">
                <a:moveTo>
                  <a:pt x="139273" y="344424"/>
                </a:moveTo>
                <a:lnTo>
                  <a:pt x="115824" y="344424"/>
                </a:lnTo>
                <a:lnTo>
                  <a:pt x="115824" y="222504"/>
                </a:lnTo>
                <a:lnTo>
                  <a:pt x="137586" y="222504"/>
                </a:lnTo>
                <a:lnTo>
                  <a:pt x="137793" y="251338"/>
                </a:lnTo>
                <a:lnTo>
                  <a:pt x="138487" y="304895"/>
                </a:lnTo>
                <a:lnTo>
                  <a:pt x="139273" y="344424"/>
                </a:lnTo>
                <a:close/>
              </a:path>
              <a:path w="356870" h="401320">
                <a:moveTo>
                  <a:pt x="278891" y="400812"/>
                </a:moveTo>
                <a:lnTo>
                  <a:pt x="271986" y="387953"/>
                </a:lnTo>
                <a:lnTo>
                  <a:pt x="260223" y="376809"/>
                </a:lnTo>
                <a:lnTo>
                  <a:pt x="243316" y="367379"/>
                </a:lnTo>
                <a:lnTo>
                  <a:pt x="220979" y="359664"/>
                </a:lnTo>
                <a:lnTo>
                  <a:pt x="220979" y="350520"/>
                </a:lnTo>
                <a:lnTo>
                  <a:pt x="241244" y="354520"/>
                </a:lnTo>
                <a:lnTo>
                  <a:pt x="258508" y="357378"/>
                </a:lnTo>
                <a:lnTo>
                  <a:pt x="272629" y="359092"/>
                </a:lnTo>
                <a:lnTo>
                  <a:pt x="283464" y="359664"/>
                </a:lnTo>
                <a:lnTo>
                  <a:pt x="327433" y="359664"/>
                </a:lnTo>
                <a:lnTo>
                  <a:pt x="324231" y="367474"/>
                </a:lnTo>
                <a:lnTo>
                  <a:pt x="290369" y="396240"/>
                </a:lnTo>
                <a:lnTo>
                  <a:pt x="278891" y="400812"/>
                </a:lnTo>
                <a:close/>
              </a:path>
              <a:path w="356870" h="401320">
                <a:moveTo>
                  <a:pt x="115824" y="390144"/>
                </a:moveTo>
                <a:lnTo>
                  <a:pt x="115824" y="353568"/>
                </a:lnTo>
                <a:lnTo>
                  <a:pt x="139528" y="353568"/>
                </a:lnTo>
                <a:lnTo>
                  <a:pt x="140208" y="376428"/>
                </a:lnTo>
                <a:lnTo>
                  <a:pt x="115824" y="39014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pic>
        <p:nvPicPr>
          <p:cNvPr id="82" name="object 82"/>
          <p:cNvPicPr/>
          <p:nvPr/>
        </p:nvPicPr>
        <p:blipFill>
          <a:blip r:embed="rId9" cstate="print"/>
          <a:stretch>
            <a:fillRect/>
          </a:stretch>
        </p:blipFill>
        <p:spPr>
          <a:xfrm>
            <a:off x="5942076" y="5088731"/>
            <a:ext cx="68580" cy="118776"/>
          </a:xfrm>
          <a:prstGeom prst="rect">
            <a:avLst/>
          </a:prstGeom>
        </p:spPr>
      </p:pic>
      <p:sp>
        <p:nvSpPr>
          <p:cNvPr id="83" name="object 83"/>
          <p:cNvSpPr/>
          <p:nvPr/>
        </p:nvSpPr>
        <p:spPr>
          <a:xfrm>
            <a:off x="6356603" y="4829555"/>
            <a:ext cx="388620" cy="405765"/>
          </a:xfrm>
          <a:custGeom>
            <a:avLst/>
            <a:gdLst/>
            <a:ahLst/>
            <a:cxnLst/>
            <a:rect l="l" t="t" r="r" b="b"/>
            <a:pathLst>
              <a:path w="388620" h="405764">
                <a:moveTo>
                  <a:pt x="382741" y="91440"/>
                </a:moveTo>
                <a:lnTo>
                  <a:pt x="347472" y="91440"/>
                </a:lnTo>
                <a:lnTo>
                  <a:pt x="361188" y="74676"/>
                </a:lnTo>
                <a:lnTo>
                  <a:pt x="382741" y="91440"/>
                </a:lnTo>
                <a:close/>
              </a:path>
              <a:path w="388620" h="405764">
                <a:moveTo>
                  <a:pt x="228600" y="382524"/>
                </a:moveTo>
                <a:lnTo>
                  <a:pt x="228838" y="358497"/>
                </a:lnTo>
                <a:lnTo>
                  <a:pt x="229362" y="338899"/>
                </a:lnTo>
                <a:lnTo>
                  <a:pt x="229885" y="323588"/>
                </a:lnTo>
                <a:lnTo>
                  <a:pt x="230124" y="312420"/>
                </a:lnTo>
                <a:lnTo>
                  <a:pt x="230124" y="141732"/>
                </a:lnTo>
                <a:lnTo>
                  <a:pt x="229885" y="126587"/>
                </a:lnTo>
                <a:lnTo>
                  <a:pt x="228884" y="96011"/>
                </a:lnTo>
                <a:lnTo>
                  <a:pt x="228793" y="91440"/>
                </a:lnTo>
                <a:lnTo>
                  <a:pt x="228600" y="77723"/>
                </a:lnTo>
                <a:lnTo>
                  <a:pt x="252984" y="91440"/>
                </a:lnTo>
                <a:lnTo>
                  <a:pt x="382741" y="91440"/>
                </a:lnTo>
                <a:lnTo>
                  <a:pt x="388620" y="96011"/>
                </a:lnTo>
                <a:lnTo>
                  <a:pt x="381000" y="102108"/>
                </a:lnTo>
                <a:lnTo>
                  <a:pt x="252984" y="102108"/>
                </a:lnTo>
                <a:lnTo>
                  <a:pt x="252984" y="321564"/>
                </a:lnTo>
                <a:lnTo>
                  <a:pt x="374110" y="321564"/>
                </a:lnTo>
                <a:lnTo>
                  <a:pt x="374332" y="326136"/>
                </a:lnTo>
                <a:lnTo>
                  <a:pt x="374696" y="332232"/>
                </a:lnTo>
                <a:lnTo>
                  <a:pt x="252984" y="332232"/>
                </a:lnTo>
                <a:lnTo>
                  <a:pt x="252984" y="370332"/>
                </a:lnTo>
                <a:lnTo>
                  <a:pt x="228600" y="382524"/>
                </a:lnTo>
                <a:close/>
              </a:path>
              <a:path w="388620" h="405764">
                <a:moveTo>
                  <a:pt x="374110" y="321564"/>
                </a:moveTo>
                <a:lnTo>
                  <a:pt x="352044" y="321564"/>
                </a:lnTo>
                <a:lnTo>
                  <a:pt x="352044" y="102108"/>
                </a:lnTo>
                <a:lnTo>
                  <a:pt x="381000" y="102108"/>
                </a:lnTo>
                <a:lnTo>
                  <a:pt x="373380" y="108204"/>
                </a:lnTo>
                <a:lnTo>
                  <a:pt x="373380" y="300228"/>
                </a:lnTo>
                <a:lnTo>
                  <a:pt x="373641" y="311896"/>
                </a:lnTo>
                <a:lnTo>
                  <a:pt x="374110" y="321564"/>
                </a:lnTo>
                <a:close/>
              </a:path>
              <a:path w="388620" h="405764">
                <a:moveTo>
                  <a:pt x="352044" y="371856"/>
                </a:moveTo>
                <a:lnTo>
                  <a:pt x="352044" y="332232"/>
                </a:lnTo>
                <a:lnTo>
                  <a:pt x="374696" y="332232"/>
                </a:lnTo>
                <a:lnTo>
                  <a:pt x="376428" y="361188"/>
                </a:lnTo>
                <a:lnTo>
                  <a:pt x="352044" y="371856"/>
                </a:lnTo>
                <a:close/>
              </a:path>
              <a:path w="388620" h="405764">
                <a:moveTo>
                  <a:pt x="97536" y="108204"/>
                </a:moveTo>
                <a:lnTo>
                  <a:pt x="73152" y="108204"/>
                </a:lnTo>
                <a:lnTo>
                  <a:pt x="78533" y="76509"/>
                </a:lnTo>
                <a:lnTo>
                  <a:pt x="83058" y="47815"/>
                </a:lnTo>
                <a:lnTo>
                  <a:pt x="86439" y="22264"/>
                </a:lnTo>
                <a:lnTo>
                  <a:pt x="88392" y="0"/>
                </a:lnTo>
                <a:lnTo>
                  <a:pt x="131064" y="19811"/>
                </a:lnTo>
                <a:lnTo>
                  <a:pt x="115824" y="28956"/>
                </a:lnTo>
                <a:lnTo>
                  <a:pt x="112109" y="44338"/>
                </a:lnTo>
                <a:lnTo>
                  <a:pt x="107823" y="62865"/>
                </a:lnTo>
                <a:lnTo>
                  <a:pt x="97536" y="108204"/>
                </a:lnTo>
                <a:close/>
              </a:path>
              <a:path w="388620" h="405764">
                <a:moveTo>
                  <a:pt x="18288" y="123444"/>
                </a:moveTo>
                <a:lnTo>
                  <a:pt x="1524" y="108204"/>
                </a:lnTo>
                <a:lnTo>
                  <a:pt x="163068" y="108204"/>
                </a:lnTo>
                <a:lnTo>
                  <a:pt x="173736" y="88392"/>
                </a:lnTo>
                <a:lnTo>
                  <a:pt x="204216" y="109728"/>
                </a:lnTo>
                <a:lnTo>
                  <a:pt x="193929" y="118871"/>
                </a:lnTo>
                <a:lnTo>
                  <a:pt x="59436" y="118871"/>
                </a:lnTo>
                <a:lnTo>
                  <a:pt x="48291" y="119157"/>
                </a:lnTo>
                <a:lnTo>
                  <a:pt x="37719" y="120015"/>
                </a:lnTo>
                <a:lnTo>
                  <a:pt x="27717" y="121443"/>
                </a:lnTo>
                <a:lnTo>
                  <a:pt x="18288" y="123444"/>
                </a:lnTo>
                <a:close/>
              </a:path>
              <a:path w="388620" h="405764">
                <a:moveTo>
                  <a:pt x="4572" y="405384"/>
                </a:moveTo>
                <a:lnTo>
                  <a:pt x="0" y="399288"/>
                </a:lnTo>
                <a:lnTo>
                  <a:pt x="40052" y="379595"/>
                </a:lnTo>
                <a:lnTo>
                  <a:pt x="73533" y="357187"/>
                </a:lnTo>
                <a:lnTo>
                  <a:pt x="100726" y="332208"/>
                </a:lnTo>
                <a:lnTo>
                  <a:pt x="121920" y="304800"/>
                </a:lnTo>
                <a:lnTo>
                  <a:pt x="97012" y="294251"/>
                </a:lnTo>
                <a:lnTo>
                  <a:pt x="74676" y="285559"/>
                </a:lnTo>
                <a:lnTo>
                  <a:pt x="54625" y="278868"/>
                </a:lnTo>
                <a:lnTo>
                  <a:pt x="36576" y="274320"/>
                </a:lnTo>
                <a:lnTo>
                  <a:pt x="43981" y="244673"/>
                </a:lnTo>
                <a:lnTo>
                  <a:pt x="52387" y="208597"/>
                </a:lnTo>
                <a:lnTo>
                  <a:pt x="61650" y="166520"/>
                </a:lnTo>
                <a:lnTo>
                  <a:pt x="71628" y="118871"/>
                </a:lnTo>
                <a:lnTo>
                  <a:pt x="96012" y="118871"/>
                </a:lnTo>
                <a:lnTo>
                  <a:pt x="89463" y="148018"/>
                </a:lnTo>
                <a:lnTo>
                  <a:pt x="81343" y="182880"/>
                </a:lnTo>
                <a:lnTo>
                  <a:pt x="71794" y="223456"/>
                </a:lnTo>
                <a:lnTo>
                  <a:pt x="60960" y="269748"/>
                </a:lnTo>
                <a:lnTo>
                  <a:pt x="72104" y="271748"/>
                </a:lnTo>
                <a:lnTo>
                  <a:pt x="87249" y="275463"/>
                </a:lnTo>
                <a:lnTo>
                  <a:pt x="106394" y="280892"/>
                </a:lnTo>
                <a:lnTo>
                  <a:pt x="129540" y="288036"/>
                </a:lnTo>
                <a:lnTo>
                  <a:pt x="154898" y="288036"/>
                </a:lnTo>
                <a:lnTo>
                  <a:pt x="152400" y="295656"/>
                </a:lnTo>
                <a:lnTo>
                  <a:pt x="170711" y="303633"/>
                </a:lnTo>
                <a:lnTo>
                  <a:pt x="184594" y="311467"/>
                </a:lnTo>
                <a:lnTo>
                  <a:pt x="187742" y="313944"/>
                </a:lnTo>
                <a:lnTo>
                  <a:pt x="141732" y="313944"/>
                </a:lnTo>
                <a:lnTo>
                  <a:pt x="114300" y="344519"/>
                </a:lnTo>
                <a:lnTo>
                  <a:pt x="82296" y="369951"/>
                </a:lnTo>
                <a:lnTo>
                  <a:pt x="45720" y="390239"/>
                </a:lnTo>
                <a:lnTo>
                  <a:pt x="4572" y="405384"/>
                </a:lnTo>
                <a:close/>
              </a:path>
              <a:path w="388620" h="405764">
                <a:moveTo>
                  <a:pt x="154898" y="288036"/>
                </a:moveTo>
                <a:lnTo>
                  <a:pt x="129540" y="288036"/>
                </a:lnTo>
                <a:lnTo>
                  <a:pt x="139541" y="257746"/>
                </a:lnTo>
                <a:lnTo>
                  <a:pt x="148971" y="219456"/>
                </a:lnTo>
                <a:lnTo>
                  <a:pt x="157829" y="173164"/>
                </a:lnTo>
                <a:lnTo>
                  <a:pt x="166116" y="118871"/>
                </a:lnTo>
                <a:lnTo>
                  <a:pt x="193929" y="118871"/>
                </a:lnTo>
                <a:lnTo>
                  <a:pt x="190500" y="121920"/>
                </a:lnTo>
                <a:lnTo>
                  <a:pt x="181332" y="178212"/>
                </a:lnTo>
                <a:lnTo>
                  <a:pt x="172021" y="225933"/>
                </a:lnTo>
                <a:lnTo>
                  <a:pt x="162425" y="265080"/>
                </a:lnTo>
                <a:lnTo>
                  <a:pt x="154898" y="288036"/>
                </a:lnTo>
                <a:close/>
              </a:path>
              <a:path w="388620" h="405764">
                <a:moveTo>
                  <a:pt x="201168" y="361188"/>
                </a:moveTo>
                <a:lnTo>
                  <a:pt x="195072" y="361188"/>
                </a:lnTo>
                <a:lnTo>
                  <a:pt x="190500" y="358140"/>
                </a:lnTo>
                <a:lnTo>
                  <a:pt x="185928" y="352044"/>
                </a:lnTo>
                <a:lnTo>
                  <a:pt x="177950" y="343519"/>
                </a:lnTo>
                <a:lnTo>
                  <a:pt x="167830" y="334137"/>
                </a:lnTo>
                <a:lnTo>
                  <a:pt x="155709" y="324183"/>
                </a:lnTo>
                <a:lnTo>
                  <a:pt x="141732" y="313944"/>
                </a:lnTo>
                <a:lnTo>
                  <a:pt x="187742" y="313944"/>
                </a:lnTo>
                <a:lnTo>
                  <a:pt x="204787" y="344566"/>
                </a:lnTo>
                <a:lnTo>
                  <a:pt x="204216" y="350520"/>
                </a:lnTo>
                <a:lnTo>
                  <a:pt x="202692" y="358140"/>
                </a:lnTo>
                <a:lnTo>
                  <a:pt x="201168" y="36118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4" name="object 84"/>
          <p:cNvSpPr/>
          <p:nvPr/>
        </p:nvSpPr>
        <p:spPr>
          <a:xfrm>
            <a:off x="6804659" y="4837176"/>
            <a:ext cx="391795" cy="398145"/>
          </a:xfrm>
          <a:custGeom>
            <a:avLst/>
            <a:gdLst/>
            <a:ahLst/>
            <a:cxnLst/>
            <a:rect l="l" t="t" r="r" b="b"/>
            <a:pathLst>
              <a:path w="391795" h="398145">
                <a:moveTo>
                  <a:pt x="332740" y="15240"/>
                </a:moveTo>
                <a:lnTo>
                  <a:pt x="300228" y="15240"/>
                </a:lnTo>
                <a:lnTo>
                  <a:pt x="315468" y="0"/>
                </a:lnTo>
                <a:lnTo>
                  <a:pt x="332740" y="15240"/>
                </a:lnTo>
                <a:close/>
              </a:path>
              <a:path w="391795" h="398145">
                <a:moveTo>
                  <a:pt x="67056" y="193548"/>
                </a:moveTo>
                <a:lnTo>
                  <a:pt x="67937" y="169521"/>
                </a:lnTo>
                <a:lnTo>
                  <a:pt x="68389" y="145351"/>
                </a:lnTo>
                <a:lnTo>
                  <a:pt x="68489" y="130683"/>
                </a:lnTo>
                <a:lnTo>
                  <a:pt x="68556" y="72032"/>
                </a:lnTo>
                <a:lnTo>
                  <a:pt x="68389" y="48196"/>
                </a:lnTo>
                <a:lnTo>
                  <a:pt x="67961" y="25908"/>
                </a:lnTo>
                <a:lnTo>
                  <a:pt x="67869" y="22860"/>
                </a:lnTo>
                <a:lnTo>
                  <a:pt x="67056" y="1524"/>
                </a:lnTo>
                <a:lnTo>
                  <a:pt x="92964" y="15240"/>
                </a:lnTo>
                <a:lnTo>
                  <a:pt x="332740" y="15240"/>
                </a:lnTo>
                <a:lnTo>
                  <a:pt x="341376" y="22860"/>
                </a:lnTo>
                <a:lnTo>
                  <a:pt x="337021" y="25908"/>
                </a:lnTo>
                <a:lnTo>
                  <a:pt x="92964" y="25908"/>
                </a:lnTo>
                <a:lnTo>
                  <a:pt x="92964" y="83820"/>
                </a:lnTo>
                <a:lnTo>
                  <a:pt x="326157" y="83820"/>
                </a:lnTo>
                <a:lnTo>
                  <a:pt x="326184" y="94488"/>
                </a:lnTo>
                <a:lnTo>
                  <a:pt x="92964" y="94488"/>
                </a:lnTo>
                <a:lnTo>
                  <a:pt x="92964" y="156972"/>
                </a:lnTo>
                <a:lnTo>
                  <a:pt x="326715" y="156972"/>
                </a:lnTo>
                <a:lnTo>
                  <a:pt x="326778" y="161258"/>
                </a:lnTo>
                <a:lnTo>
                  <a:pt x="327081" y="167640"/>
                </a:lnTo>
                <a:lnTo>
                  <a:pt x="92964" y="167640"/>
                </a:lnTo>
                <a:lnTo>
                  <a:pt x="92964" y="182880"/>
                </a:lnTo>
                <a:lnTo>
                  <a:pt x="67056" y="193548"/>
                </a:lnTo>
                <a:close/>
              </a:path>
              <a:path w="391795" h="398145">
                <a:moveTo>
                  <a:pt x="210312" y="83820"/>
                </a:moveTo>
                <a:lnTo>
                  <a:pt x="182880" y="83820"/>
                </a:lnTo>
                <a:lnTo>
                  <a:pt x="182880" y="25908"/>
                </a:lnTo>
                <a:lnTo>
                  <a:pt x="210312" y="25908"/>
                </a:lnTo>
                <a:lnTo>
                  <a:pt x="210312" y="83820"/>
                </a:lnTo>
                <a:close/>
              </a:path>
              <a:path w="391795" h="398145">
                <a:moveTo>
                  <a:pt x="326157" y="83820"/>
                </a:moveTo>
                <a:lnTo>
                  <a:pt x="301752" y="83820"/>
                </a:lnTo>
                <a:lnTo>
                  <a:pt x="301752" y="25908"/>
                </a:lnTo>
                <a:lnTo>
                  <a:pt x="337021" y="25908"/>
                </a:lnTo>
                <a:lnTo>
                  <a:pt x="326136" y="33528"/>
                </a:lnTo>
                <a:lnTo>
                  <a:pt x="326157" y="83820"/>
                </a:lnTo>
                <a:close/>
              </a:path>
              <a:path w="391795" h="398145">
                <a:moveTo>
                  <a:pt x="210312" y="156972"/>
                </a:moveTo>
                <a:lnTo>
                  <a:pt x="182880" y="156972"/>
                </a:lnTo>
                <a:lnTo>
                  <a:pt x="182880" y="94488"/>
                </a:lnTo>
                <a:lnTo>
                  <a:pt x="210312" y="94488"/>
                </a:lnTo>
                <a:lnTo>
                  <a:pt x="210312" y="156972"/>
                </a:lnTo>
                <a:close/>
              </a:path>
              <a:path w="391795" h="398145">
                <a:moveTo>
                  <a:pt x="326715" y="156972"/>
                </a:moveTo>
                <a:lnTo>
                  <a:pt x="301752" y="156972"/>
                </a:lnTo>
                <a:lnTo>
                  <a:pt x="301752" y="94488"/>
                </a:lnTo>
                <a:lnTo>
                  <a:pt x="326184" y="94488"/>
                </a:lnTo>
                <a:lnTo>
                  <a:pt x="326326" y="130683"/>
                </a:lnTo>
                <a:lnTo>
                  <a:pt x="326715" y="156972"/>
                </a:lnTo>
                <a:close/>
              </a:path>
              <a:path w="391795" h="398145">
                <a:moveTo>
                  <a:pt x="210312" y="217932"/>
                </a:moveTo>
                <a:lnTo>
                  <a:pt x="182880" y="217932"/>
                </a:lnTo>
                <a:lnTo>
                  <a:pt x="182880" y="167640"/>
                </a:lnTo>
                <a:lnTo>
                  <a:pt x="210312" y="167640"/>
                </a:lnTo>
                <a:lnTo>
                  <a:pt x="210312" y="217932"/>
                </a:lnTo>
                <a:close/>
              </a:path>
              <a:path w="391795" h="398145">
                <a:moveTo>
                  <a:pt x="301752" y="192024"/>
                </a:moveTo>
                <a:lnTo>
                  <a:pt x="301752" y="167640"/>
                </a:lnTo>
                <a:lnTo>
                  <a:pt x="327081" y="167640"/>
                </a:lnTo>
                <a:lnTo>
                  <a:pt x="327660" y="179832"/>
                </a:lnTo>
                <a:lnTo>
                  <a:pt x="301752" y="192024"/>
                </a:lnTo>
                <a:close/>
              </a:path>
              <a:path w="391795" h="398145">
                <a:moveTo>
                  <a:pt x="21336" y="233172"/>
                </a:moveTo>
                <a:lnTo>
                  <a:pt x="6096" y="217932"/>
                </a:lnTo>
                <a:lnTo>
                  <a:pt x="327660" y="217932"/>
                </a:lnTo>
                <a:lnTo>
                  <a:pt x="353568" y="192024"/>
                </a:lnTo>
                <a:lnTo>
                  <a:pt x="390144" y="228600"/>
                </a:lnTo>
                <a:lnTo>
                  <a:pt x="64008" y="228600"/>
                </a:lnTo>
                <a:lnTo>
                  <a:pt x="52839" y="228885"/>
                </a:lnTo>
                <a:lnTo>
                  <a:pt x="42100" y="229743"/>
                </a:lnTo>
                <a:lnTo>
                  <a:pt x="31646" y="231171"/>
                </a:lnTo>
                <a:lnTo>
                  <a:pt x="21336" y="233172"/>
                </a:lnTo>
                <a:close/>
              </a:path>
              <a:path w="391795" h="398145">
                <a:moveTo>
                  <a:pt x="1524" y="379476"/>
                </a:moveTo>
                <a:lnTo>
                  <a:pt x="0" y="373380"/>
                </a:lnTo>
                <a:lnTo>
                  <a:pt x="47958" y="342828"/>
                </a:lnTo>
                <a:lnTo>
                  <a:pt x="91059" y="308419"/>
                </a:lnTo>
                <a:lnTo>
                  <a:pt x="129016" y="270295"/>
                </a:lnTo>
                <a:lnTo>
                  <a:pt x="161544" y="228600"/>
                </a:lnTo>
                <a:lnTo>
                  <a:pt x="213360" y="228600"/>
                </a:lnTo>
                <a:lnTo>
                  <a:pt x="220264" y="236220"/>
                </a:lnTo>
                <a:lnTo>
                  <a:pt x="210312" y="236220"/>
                </a:lnTo>
                <a:lnTo>
                  <a:pt x="210313" y="239268"/>
                </a:lnTo>
                <a:lnTo>
                  <a:pt x="182880" y="239268"/>
                </a:lnTo>
                <a:lnTo>
                  <a:pt x="155094" y="274185"/>
                </a:lnTo>
                <a:lnTo>
                  <a:pt x="122992" y="305738"/>
                </a:lnTo>
                <a:lnTo>
                  <a:pt x="86648" y="333853"/>
                </a:lnTo>
                <a:lnTo>
                  <a:pt x="46134" y="358456"/>
                </a:lnTo>
                <a:lnTo>
                  <a:pt x="1524" y="379476"/>
                </a:lnTo>
                <a:close/>
              </a:path>
              <a:path w="391795" h="398145">
                <a:moveTo>
                  <a:pt x="352044" y="374904"/>
                </a:moveTo>
                <a:lnTo>
                  <a:pt x="303752" y="344662"/>
                </a:lnTo>
                <a:lnTo>
                  <a:pt x="264033" y="311277"/>
                </a:lnTo>
                <a:lnTo>
                  <a:pt x="232886" y="275034"/>
                </a:lnTo>
                <a:lnTo>
                  <a:pt x="210312" y="236220"/>
                </a:lnTo>
                <a:lnTo>
                  <a:pt x="220264" y="236220"/>
                </a:lnTo>
                <a:lnTo>
                  <a:pt x="251936" y="271176"/>
                </a:lnTo>
                <a:lnTo>
                  <a:pt x="294513" y="305181"/>
                </a:lnTo>
                <a:lnTo>
                  <a:pt x="341090" y="330612"/>
                </a:lnTo>
                <a:lnTo>
                  <a:pt x="391668" y="347471"/>
                </a:lnTo>
                <a:lnTo>
                  <a:pt x="391668" y="353568"/>
                </a:lnTo>
                <a:lnTo>
                  <a:pt x="377118" y="355615"/>
                </a:lnTo>
                <a:lnTo>
                  <a:pt x="365569" y="359664"/>
                </a:lnTo>
                <a:lnTo>
                  <a:pt x="357163" y="365998"/>
                </a:lnTo>
                <a:lnTo>
                  <a:pt x="352044" y="374904"/>
                </a:lnTo>
                <a:close/>
              </a:path>
              <a:path w="391795" h="398145">
                <a:moveTo>
                  <a:pt x="181356" y="397764"/>
                </a:moveTo>
                <a:lnTo>
                  <a:pt x="182237" y="362069"/>
                </a:lnTo>
                <a:lnTo>
                  <a:pt x="182689" y="323659"/>
                </a:lnTo>
                <a:lnTo>
                  <a:pt x="182762" y="305738"/>
                </a:lnTo>
                <a:lnTo>
                  <a:pt x="182880" y="239268"/>
                </a:lnTo>
                <a:lnTo>
                  <a:pt x="210313" y="239268"/>
                </a:lnTo>
                <a:lnTo>
                  <a:pt x="210415" y="311277"/>
                </a:lnTo>
                <a:lnTo>
                  <a:pt x="210918" y="362069"/>
                </a:lnTo>
                <a:lnTo>
                  <a:pt x="211836" y="384047"/>
                </a:lnTo>
                <a:lnTo>
                  <a:pt x="181356" y="39776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pic>
        <p:nvPicPr>
          <p:cNvPr id="85" name="object 85"/>
          <p:cNvPicPr/>
          <p:nvPr/>
        </p:nvPicPr>
        <p:blipFill>
          <a:blip r:embed="rId10" cstate="print"/>
          <a:stretch>
            <a:fillRect/>
          </a:stretch>
        </p:blipFill>
        <p:spPr>
          <a:xfrm>
            <a:off x="1748027" y="5574792"/>
            <a:ext cx="181355" cy="172212"/>
          </a:xfrm>
          <a:prstGeom prst="rect">
            <a:avLst/>
          </a:prstGeom>
        </p:spPr>
      </p:pic>
      <p:grpSp>
        <p:nvGrpSpPr>
          <p:cNvPr id="86" name="object 86"/>
          <p:cNvGrpSpPr/>
          <p:nvPr/>
        </p:nvGrpSpPr>
        <p:grpSpPr>
          <a:xfrm>
            <a:off x="2107692" y="5425440"/>
            <a:ext cx="643255" cy="396240"/>
            <a:chOff x="2107692" y="5425440"/>
            <a:chExt cx="643255" cy="396240"/>
          </a:xfrm>
        </p:grpSpPr>
        <p:pic>
          <p:nvPicPr>
            <p:cNvPr id="87" name="object 87"/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2107692" y="5536691"/>
              <a:ext cx="216407" cy="243839"/>
            </a:xfrm>
            <a:prstGeom prst="rect">
              <a:avLst/>
            </a:prstGeom>
          </p:spPr>
        </p:pic>
        <p:sp>
          <p:nvSpPr>
            <p:cNvPr id="88" name="object 88"/>
            <p:cNvSpPr/>
            <p:nvPr/>
          </p:nvSpPr>
          <p:spPr>
            <a:xfrm>
              <a:off x="2350008" y="5425440"/>
              <a:ext cx="401320" cy="396240"/>
            </a:xfrm>
            <a:custGeom>
              <a:avLst/>
              <a:gdLst/>
              <a:ahLst/>
              <a:cxnLst/>
              <a:rect l="l" t="t" r="r" b="b"/>
              <a:pathLst>
                <a:path w="401319" h="396239">
                  <a:moveTo>
                    <a:pt x="22860" y="39624"/>
                  </a:moveTo>
                  <a:lnTo>
                    <a:pt x="6096" y="24384"/>
                  </a:lnTo>
                  <a:lnTo>
                    <a:pt x="332232" y="24384"/>
                  </a:lnTo>
                  <a:lnTo>
                    <a:pt x="356616" y="0"/>
                  </a:lnTo>
                  <a:lnTo>
                    <a:pt x="390144" y="35052"/>
                  </a:lnTo>
                  <a:lnTo>
                    <a:pt x="64008" y="35052"/>
                  </a:lnTo>
                  <a:lnTo>
                    <a:pt x="52863" y="35337"/>
                  </a:lnTo>
                  <a:lnTo>
                    <a:pt x="42291" y="36195"/>
                  </a:lnTo>
                  <a:lnTo>
                    <a:pt x="32289" y="37623"/>
                  </a:lnTo>
                  <a:lnTo>
                    <a:pt x="22860" y="39624"/>
                  </a:lnTo>
                  <a:close/>
                </a:path>
                <a:path w="401319" h="396239">
                  <a:moveTo>
                    <a:pt x="213360" y="85343"/>
                  </a:moveTo>
                  <a:lnTo>
                    <a:pt x="188976" y="85343"/>
                  </a:lnTo>
                  <a:lnTo>
                    <a:pt x="188976" y="35052"/>
                  </a:lnTo>
                  <a:lnTo>
                    <a:pt x="213360" y="35052"/>
                  </a:lnTo>
                  <a:lnTo>
                    <a:pt x="213360" y="85343"/>
                  </a:lnTo>
                  <a:close/>
                </a:path>
                <a:path w="401319" h="396239">
                  <a:moveTo>
                    <a:pt x="342518" y="85343"/>
                  </a:moveTo>
                  <a:lnTo>
                    <a:pt x="306324" y="85343"/>
                  </a:lnTo>
                  <a:lnTo>
                    <a:pt x="323088" y="67055"/>
                  </a:lnTo>
                  <a:lnTo>
                    <a:pt x="342518" y="85343"/>
                  </a:lnTo>
                  <a:close/>
                </a:path>
                <a:path w="401319" h="396239">
                  <a:moveTo>
                    <a:pt x="62484" y="249936"/>
                  </a:moveTo>
                  <a:lnTo>
                    <a:pt x="62665" y="234696"/>
                  </a:lnTo>
                  <a:lnTo>
                    <a:pt x="62791" y="227076"/>
                  </a:lnTo>
                  <a:lnTo>
                    <a:pt x="63768" y="185928"/>
                  </a:lnTo>
                  <a:lnTo>
                    <a:pt x="63903" y="172259"/>
                  </a:lnTo>
                  <a:lnTo>
                    <a:pt x="63984" y="137588"/>
                  </a:lnTo>
                  <a:lnTo>
                    <a:pt x="63817" y="113919"/>
                  </a:lnTo>
                  <a:lnTo>
                    <a:pt x="63365" y="90820"/>
                  </a:lnTo>
                  <a:lnTo>
                    <a:pt x="62484" y="68579"/>
                  </a:lnTo>
                  <a:lnTo>
                    <a:pt x="89916" y="85343"/>
                  </a:lnTo>
                  <a:lnTo>
                    <a:pt x="342518" y="85343"/>
                  </a:lnTo>
                  <a:lnTo>
                    <a:pt x="348996" y="91440"/>
                  </a:lnTo>
                  <a:lnTo>
                    <a:pt x="344641" y="94488"/>
                  </a:lnTo>
                  <a:lnTo>
                    <a:pt x="88392" y="94488"/>
                  </a:lnTo>
                  <a:lnTo>
                    <a:pt x="88392" y="149352"/>
                  </a:lnTo>
                  <a:lnTo>
                    <a:pt x="333785" y="149352"/>
                  </a:lnTo>
                  <a:lnTo>
                    <a:pt x="333832" y="160020"/>
                  </a:lnTo>
                  <a:lnTo>
                    <a:pt x="88392" y="160020"/>
                  </a:lnTo>
                  <a:lnTo>
                    <a:pt x="88392" y="216408"/>
                  </a:lnTo>
                  <a:lnTo>
                    <a:pt x="334485" y="216408"/>
                  </a:lnTo>
                  <a:lnTo>
                    <a:pt x="334949" y="227076"/>
                  </a:lnTo>
                  <a:lnTo>
                    <a:pt x="88392" y="227076"/>
                  </a:lnTo>
                  <a:lnTo>
                    <a:pt x="88392" y="239268"/>
                  </a:lnTo>
                  <a:lnTo>
                    <a:pt x="62484" y="249936"/>
                  </a:lnTo>
                  <a:close/>
                </a:path>
                <a:path w="401319" h="396239">
                  <a:moveTo>
                    <a:pt x="213360" y="149352"/>
                  </a:moveTo>
                  <a:lnTo>
                    <a:pt x="188976" y="149352"/>
                  </a:lnTo>
                  <a:lnTo>
                    <a:pt x="188976" y="94488"/>
                  </a:lnTo>
                  <a:lnTo>
                    <a:pt x="213360" y="94488"/>
                  </a:lnTo>
                  <a:lnTo>
                    <a:pt x="213360" y="149352"/>
                  </a:lnTo>
                  <a:close/>
                </a:path>
                <a:path w="401319" h="396239">
                  <a:moveTo>
                    <a:pt x="333785" y="149352"/>
                  </a:moveTo>
                  <a:lnTo>
                    <a:pt x="309372" y="149352"/>
                  </a:lnTo>
                  <a:lnTo>
                    <a:pt x="309372" y="94488"/>
                  </a:lnTo>
                  <a:lnTo>
                    <a:pt x="344641" y="94488"/>
                  </a:lnTo>
                  <a:lnTo>
                    <a:pt x="333756" y="102108"/>
                  </a:lnTo>
                  <a:lnTo>
                    <a:pt x="333785" y="149352"/>
                  </a:lnTo>
                  <a:close/>
                </a:path>
                <a:path w="401319" h="396239">
                  <a:moveTo>
                    <a:pt x="211836" y="216408"/>
                  </a:moveTo>
                  <a:lnTo>
                    <a:pt x="187452" y="216408"/>
                  </a:lnTo>
                  <a:lnTo>
                    <a:pt x="188333" y="199024"/>
                  </a:lnTo>
                  <a:lnTo>
                    <a:pt x="188785" y="183642"/>
                  </a:lnTo>
                  <a:lnTo>
                    <a:pt x="188930" y="172259"/>
                  </a:lnTo>
                  <a:lnTo>
                    <a:pt x="188976" y="160020"/>
                  </a:lnTo>
                  <a:lnTo>
                    <a:pt x="213360" y="160020"/>
                  </a:lnTo>
                  <a:lnTo>
                    <a:pt x="213336" y="172259"/>
                  </a:lnTo>
                  <a:lnTo>
                    <a:pt x="213169" y="185928"/>
                  </a:lnTo>
                  <a:lnTo>
                    <a:pt x="212717" y="200739"/>
                  </a:lnTo>
                  <a:lnTo>
                    <a:pt x="211836" y="216408"/>
                  </a:lnTo>
                  <a:close/>
                </a:path>
                <a:path w="401319" h="396239">
                  <a:moveTo>
                    <a:pt x="334485" y="216408"/>
                  </a:moveTo>
                  <a:lnTo>
                    <a:pt x="309372" y="216408"/>
                  </a:lnTo>
                  <a:lnTo>
                    <a:pt x="309372" y="160020"/>
                  </a:lnTo>
                  <a:lnTo>
                    <a:pt x="333832" y="160020"/>
                  </a:lnTo>
                  <a:lnTo>
                    <a:pt x="333952" y="185928"/>
                  </a:lnTo>
                  <a:lnTo>
                    <a:pt x="334398" y="214407"/>
                  </a:lnTo>
                  <a:lnTo>
                    <a:pt x="334485" y="216408"/>
                  </a:lnTo>
                  <a:close/>
                </a:path>
                <a:path w="401319" h="396239">
                  <a:moveTo>
                    <a:pt x="188906" y="303276"/>
                  </a:moveTo>
                  <a:lnTo>
                    <a:pt x="163068" y="303276"/>
                  </a:lnTo>
                  <a:lnTo>
                    <a:pt x="167354" y="295917"/>
                  </a:lnTo>
                  <a:lnTo>
                    <a:pt x="171069" y="287845"/>
                  </a:lnTo>
                  <a:lnTo>
                    <a:pt x="183642" y="239982"/>
                  </a:lnTo>
                  <a:lnTo>
                    <a:pt x="185928" y="227076"/>
                  </a:lnTo>
                  <a:lnTo>
                    <a:pt x="210312" y="227076"/>
                  </a:lnTo>
                  <a:lnTo>
                    <a:pt x="205763" y="255079"/>
                  </a:lnTo>
                  <a:lnTo>
                    <a:pt x="199072" y="279654"/>
                  </a:lnTo>
                  <a:lnTo>
                    <a:pt x="190380" y="300799"/>
                  </a:lnTo>
                  <a:lnTo>
                    <a:pt x="188906" y="303276"/>
                  </a:lnTo>
                  <a:close/>
                </a:path>
                <a:path w="401319" h="396239">
                  <a:moveTo>
                    <a:pt x="309372" y="246888"/>
                  </a:moveTo>
                  <a:lnTo>
                    <a:pt x="309372" y="227076"/>
                  </a:lnTo>
                  <a:lnTo>
                    <a:pt x="334949" y="227076"/>
                  </a:lnTo>
                  <a:lnTo>
                    <a:pt x="335280" y="234696"/>
                  </a:lnTo>
                  <a:lnTo>
                    <a:pt x="309372" y="246888"/>
                  </a:lnTo>
                  <a:close/>
                </a:path>
                <a:path w="401319" h="396239">
                  <a:moveTo>
                    <a:pt x="1524" y="396240"/>
                  </a:moveTo>
                  <a:lnTo>
                    <a:pt x="0" y="388620"/>
                  </a:lnTo>
                  <a:lnTo>
                    <a:pt x="28551" y="381476"/>
                  </a:lnTo>
                  <a:lnTo>
                    <a:pt x="54673" y="373761"/>
                  </a:lnTo>
                  <a:lnTo>
                    <a:pt x="99060" y="356616"/>
                  </a:lnTo>
                  <a:lnTo>
                    <a:pt x="142994" y="327683"/>
                  </a:lnTo>
                  <a:lnTo>
                    <a:pt x="152400" y="318516"/>
                  </a:lnTo>
                  <a:lnTo>
                    <a:pt x="141565" y="306752"/>
                  </a:lnTo>
                  <a:lnTo>
                    <a:pt x="129730" y="291846"/>
                  </a:lnTo>
                  <a:lnTo>
                    <a:pt x="117038" y="273510"/>
                  </a:lnTo>
                  <a:lnTo>
                    <a:pt x="103632" y="251460"/>
                  </a:lnTo>
                  <a:lnTo>
                    <a:pt x="109728" y="248412"/>
                  </a:lnTo>
                  <a:lnTo>
                    <a:pt x="124277" y="266414"/>
                  </a:lnTo>
                  <a:lnTo>
                    <a:pt x="138112" y="281559"/>
                  </a:lnTo>
                  <a:lnTo>
                    <a:pt x="151090" y="293846"/>
                  </a:lnTo>
                  <a:lnTo>
                    <a:pt x="163068" y="303276"/>
                  </a:lnTo>
                  <a:lnTo>
                    <a:pt x="188906" y="303276"/>
                  </a:lnTo>
                  <a:lnTo>
                    <a:pt x="179832" y="318516"/>
                  </a:lnTo>
                  <a:lnTo>
                    <a:pt x="201287" y="330827"/>
                  </a:lnTo>
                  <a:lnTo>
                    <a:pt x="204365" y="332232"/>
                  </a:lnTo>
                  <a:lnTo>
                    <a:pt x="167640" y="332232"/>
                  </a:lnTo>
                  <a:lnTo>
                    <a:pt x="121134" y="363307"/>
                  </a:lnTo>
                  <a:lnTo>
                    <a:pt x="78890" y="379309"/>
                  </a:lnTo>
                  <a:lnTo>
                    <a:pt x="29217" y="391358"/>
                  </a:lnTo>
                  <a:lnTo>
                    <a:pt x="1524" y="396240"/>
                  </a:lnTo>
                  <a:close/>
                </a:path>
                <a:path w="401319" h="396239">
                  <a:moveTo>
                    <a:pt x="370332" y="387096"/>
                  </a:moveTo>
                  <a:lnTo>
                    <a:pt x="305943" y="383286"/>
                  </a:lnTo>
                  <a:lnTo>
                    <a:pt x="252984" y="374904"/>
                  </a:lnTo>
                  <a:lnTo>
                    <a:pt x="208597" y="358140"/>
                  </a:lnTo>
                  <a:lnTo>
                    <a:pt x="167640" y="332232"/>
                  </a:lnTo>
                  <a:lnTo>
                    <a:pt x="204365" y="332232"/>
                  </a:lnTo>
                  <a:lnTo>
                    <a:pt x="222313" y="340423"/>
                  </a:lnTo>
                  <a:lnTo>
                    <a:pt x="243054" y="347448"/>
                  </a:lnTo>
                  <a:lnTo>
                    <a:pt x="263652" y="352044"/>
                  </a:lnTo>
                  <a:lnTo>
                    <a:pt x="303276" y="356235"/>
                  </a:lnTo>
                  <a:lnTo>
                    <a:pt x="321516" y="357616"/>
                  </a:lnTo>
                  <a:lnTo>
                    <a:pt x="338328" y="358140"/>
                  </a:lnTo>
                  <a:lnTo>
                    <a:pt x="400812" y="358140"/>
                  </a:lnTo>
                  <a:lnTo>
                    <a:pt x="400812" y="359664"/>
                  </a:lnTo>
                  <a:lnTo>
                    <a:pt x="387905" y="364807"/>
                  </a:lnTo>
                  <a:lnTo>
                    <a:pt x="378714" y="371094"/>
                  </a:lnTo>
                  <a:lnTo>
                    <a:pt x="372951" y="378523"/>
                  </a:lnTo>
                  <a:lnTo>
                    <a:pt x="370332" y="387096"/>
                  </a:lnTo>
                  <a:close/>
                </a:path>
                <a:path w="401319" h="396239">
                  <a:moveTo>
                    <a:pt x="400812" y="358140"/>
                  </a:moveTo>
                  <a:lnTo>
                    <a:pt x="338328" y="358140"/>
                  </a:lnTo>
                  <a:lnTo>
                    <a:pt x="352591" y="357878"/>
                  </a:lnTo>
                  <a:lnTo>
                    <a:pt x="367855" y="357187"/>
                  </a:lnTo>
                  <a:lnTo>
                    <a:pt x="400812" y="355092"/>
                  </a:lnTo>
                  <a:lnTo>
                    <a:pt x="400812" y="35814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89" name="object 89"/>
          <p:cNvSpPr/>
          <p:nvPr/>
        </p:nvSpPr>
        <p:spPr>
          <a:xfrm>
            <a:off x="2796540" y="5414771"/>
            <a:ext cx="1155700" cy="454659"/>
          </a:xfrm>
          <a:custGeom>
            <a:avLst/>
            <a:gdLst/>
            <a:ahLst/>
            <a:cxnLst/>
            <a:rect l="l" t="t" r="r" b="b"/>
            <a:pathLst>
              <a:path w="1155700" h="454660">
                <a:moveTo>
                  <a:pt x="318516" y="144780"/>
                </a:moveTo>
                <a:lnTo>
                  <a:pt x="312877" y="140208"/>
                </a:lnTo>
                <a:lnTo>
                  <a:pt x="294132" y="124968"/>
                </a:lnTo>
                <a:lnTo>
                  <a:pt x="283464" y="138303"/>
                </a:lnTo>
                <a:lnTo>
                  <a:pt x="283464" y="150876"/>
                </a:lnTo>
                <a:lnTo>
                  <a:pt x="283464" y="199644"/>
                </a:lnTo>
                <a:lnTo>
                  <a:pt x="109728" y="199644"/>
                </a:lnTo>
                <a:lnTo>
                  <a:pt x="109728" y="150876"/>
                </a:lnTo>
                <a:lnTo>
                  <a:pt x="283464" y="150876"/>
                </a:lnTo>
                <a:lnTo>
                  <a:pt x="283464" y="138303"/>
                </a:lnTo>
                <a:lnTo>
                  <a:pt x="281940" y="140208"/>
                </a:lnTo>
                <a:lnTo>
                  <a:pt x="109728" y="140208"/>
                </a:lnTo>
                <a:lnTo>
                  <a:pt x="85344" y="126492"/>
                </a:lnTo>
                <a:lnTo>
                  <a:pt x="86220" y="137350"/>
                </a:lnTo>
                <a:lnTo>
                  <a:pt x="86677" y="149352"/>
                </a:lnTo>
                <a:lnTo>
                  <a:pt x="86842" y="162496"/>
                </a:lnTo>
                <a:lnTo>
                  <a:pt x="86753" y="199644"/>
                </a:lnTo>
                <a:lnTo>
                  <a:pt x="86639" y="207530"/>
                </a:lnTo>
                <a:lnTo>
                  <a:pt x="86220" y="219646"/>
                </a:lnTo>
                <a:lnTo>
                  <a:pt x="85344" y="231648"/>
                </a:lnTo>
                <a:lnTo>
                  <a:pt x="109728" y="222504"/>
                </a:lnTo>
                <a:lnTo>
                  <a:pt x="109728" y="210312"/>
                </a:lnTo>
                <a:lnTo>
                  <a:pt x="283464" y="210312"/>
                </a:lnTo>
                <a:lnTo>
                  <a:pt x="283464" y="225552"/>
                </a:lnTo>
                <a:lnTo>
                  <a:pt x="307848" y="216408"/>
                </a:lnTo>
                <a:lnTo>
                  <a:pt x="307238" y="210312"/>
                </a:lnTo>
                <a:lnTo>
                  <a:pt x="306959" y="207530"/>
                </a:lnTo>
                <a:lnTo>
                  <a:pt x="306539" y="199644"/>
                </a:lnTo>
                <a:lnTo>
                  <a:pt x="306514" y="199072"/>
                </a:lnTo>
                <a:lnTo>
                  <a:pt x="306362" y="192214"/>
                </a:lnTo>
                <a:lnTo>
                  <a:pt x="306324" y="153924"/>
                </a:lnTo>
                <a:lnTo>
                  <a:pt x="310388" y="150876"/>
                </a:lnTo>
                <a:lnTo>
                  <a:pt x="318516" y="144780"/>
                </a:lnTo>
                <a:close/>
              </a:path>
              <a:path w="1155700" h="454660">
                <a:moveTo>
                  <a:pt x="323088" y="312420"/>
                </a:moveTo>
                <a:lnTo>
                  <a:pt x="317449" y="307848"/>
                </a:lnTo>
                <a:lnTo>
                  <a:pt x="298704" y="292608"/>
                </a:lnTo>
                <a:lnTo>
                  <a:pt x="288036" y="305943"/>
                </a:lnTo>
                <a:lnTo>
                  <a:pt x="288036" y="318516"/>
                </a:lnTo>
                <a:lnTo>
                  <a:pt x="288036" y="373380"/>
                </a:lnTo>
                <a:lnTo>
                  <a:pt x="111252" y="373380"/>
                </a:lnTo>
                <a:lnTo>
                  <a:pt x="111252" y="318516"/>
                </a:lnTo>
                <a:lnTo>
                  <a:pt x="288036" y="318516"/>
                </a:lnTo>
                <a:lnTo>
                  <a:pt x="288036" y="305943"/>
                </a:lnTo>
                <a:lnTo>
                  <a:pt x="286512" y="307848"/>
                </a:lnTo>
                <a:lnTo>
                  <a:pt x="112776" y="307848"/>
                </a:lnTo>
                <a:lnTo>
                  <a:pt x="86868" y="294132"/>
                </a:lnTo>
                <a:lnTo>
                  <a:pt x="87744" y="307238"/>
                </a:lnTo>
                <a:lnTo>
                  <a:pt x="88201" y="321564"/>
                </a:lnTo>
                <a:lnTo>
                  <a:pt x="88366" y="335711"/>
                </a:lnTo>
                <a:lnTo>
                  <a:pt x="88265" y="375526"/>
                </a:lnTo>
                <a:lnTo>
                  <a:pt x="88201" y="381381"/>
                </a:lnTo>
                <a:lnTo>
                  <a:pt x="87744" y="395960"/>
                </a:lnTo>
                <a:lnTo>
                  <a:pt x="86868" y="409956"/>
                </a:lnTo>
                <a:lnTo>
                  <a:pt x="111252" y="400812"/>
                </a:lnTo>
                <a:lnTo>
                  <a:pt x="111252" y="384048"/>
                </a:lnTo>
                <a:lnTo>
                  <a:pt x="288036" y="384048"/>
                </a:lnTo>
                <a:lnTo>
                  <a:pt x="288036" y="409956"/>
                </a:lnTo>
                <a:lnTo>
                  <a:pt x="312420" y="400812"/>
                </a:lnTo>
                <a:lnTo>
                  <a:pt x="312178" y="392582"/>
                </a:lnTo>
                <a:lnTo>
                  <a:pt x="311658" y="384048"/>
                </a:lnTo>
                <a:lnTo>
                  <a:pt x="311124" y="375526"/>
                </a:lnTo>
                <a:lnTo>
                  <a:pt x="311061" y="373380"/>
                </a:lnTo>
                <a:lnTo>
                  <a:pt x="310896" y="367284"/>
                </a:lnTo>
                <a:lnTo>
                  <a:pt x="310896" y="321564"/>
                </a:lnTo>
                <a:lnTo>
                  <a:pt x="314960" y="318516"/>
                </a:lnTo>
                <a:lnTo>
                  <a:pt x="323088" y="312420"/>
                </a:lnTo>
                <a:close/>
              </a:path>
              <a:path w="1155700" h="454660">
                <a:moveTo>
                  <a:pt x="367284" y="62484"/>
                </a:moveTo>
                <a:lnTo>
                  <a:pt x="332232" y="27432"/>
                </a:lnTo>
                <a:lnTo>
                  <a:pt x="307848" y="51816"/>
                </a:lnTo>
                <a:lnTo>
                  <a:pt x="205740" y="51816"/>
                </a:lnTo>
                <a:lnTo>
                  <a:pt x="205740" y="27432"/>
                </a:lnTo>
                <a:lnTo>
                  <a:pt x="220980" y="15240"/>
                </a:lnTo>
                <a:lnTo>
                  <a:pt x="181356" y="0"/>
                </a:lnTo>
                <a:lnTo>
                  <a:pt x="181584" y="10883"/>
                </a:lnTo>
                <a:lnTo>
                  <a:pt x="182118" y="23050"/>
                </a:lnTo>
                <a:lnTo>
                  <a:pt x="182638" y="36652"/>
                </a:lnTo>
                <a:lnTo>
                  <a:pt x="182880" y="51816"/>
                </a:lnTo>
                <a:lnTo>
                  <a:pt x="27432" y="51816"/>
                </a:lnTo>
                <a:lnTo>
                  <a:pt x="44196" y="67056"/>
                </a:lnTo>
                <a:lnTo>
                  <a:pt x="53619" y="65062"/>
                </a:lnTo>
                <a:lnTo>
                  <a:pt x="63627" y="63627"/>
                </a:lnTo>
                <a:lnTo>
                  <a:pt x="74193" y="62776"/>
                </a:lnTo>
                <a:lnTo>
                  <a:pt x="85344" y="62484"/>
                </a:lnTo>
                <a:lnTo>
                  <a:pt x="182880" y="62484"/>
                </a:lnTo>
                <a:lnTo>
                  <a:pt x="182880" y="103632"/>
                </a:lnTo>
                <a:lnTo>
                  <a:pt x="74676" y="103632"/>
                </a:lnTo>
                <a:lnTo>
                  <a:pt x="89916" y="120396"/>
                </a:lnTo>
                <a:lnTo>
                  <a:pt x="100215" y="117525"/>
                </a:lnTo>
                <a:lnTo>
                  <a:pt x="110680" y="115633"/>
                </a:lnTo>
                <a:lnTo>
                  <a:pt x="121412" y="114617"/>
                </a:lnTo>
                <a:lnTo>
                  <a:pt x="132588" y="114300"/>
                </a:lnTo>
                <a:lnTo>
                  <a:pt x="323088" y="114300"/>
                </a:lnTo>
                <a:lnTo>
                  <a:pt x="292608" y="83820"/>
                </a:lnTo>
                <a:lnTo>
                  <a:pt x="271272" y="103632"/>
                </a:lnTo>
                <a:lnTo>
                  <a:pt x="205740" y="103632"/>
                </a:lnTo>
                <a:lnTo>
                  <a:pt x="205740" y="62484"/>
                </a:lnTo>
                <a:lnTo>
                  <a:pt x="367284" y="62484"/>
                </a:lnTo>
                <a:close/>
              </a:path>
              <a:path w="1155700" h="454660">
                <a:moveTo>
                  <a:pt x="394716" y="280416"/>
                </a:moveTo>
                <a:lnTo>
                  <a:pt x="359664" y="245364"/>
                </a:lnTo>
                <a:lnTo>
                  <a:pt x="335280" y="269748"/>
                </a:lnTo>
                <a:lnTo>
                  <a:pt x="234696" y="269748"/>
                </a:lnTo>
                <a:lnTo>
                  <a:pt x="240144" y="263398"/>
                </a:lnTo>
                <a:lnTo>
                  <a:pt x="249910" y="252399"/>
                </a:lnTo>
                <a:lnTo>
                  <a:pt x="254508" y="246888"/>
                </a:lnTo>
                <a:lnTo>
                  <a:pt x="259334" y="242582"/>
                </a:lnTo>
                <a:lnTo>
                  <a:pt x="264604" y="238696"/>
                </a:lnTo>
                <a:lnTo>
                  <a:pt x="270141" y="235102"/>
                </a:lnTo>
                <a:lnTo>
                  <a:pt x="275844" y="231648"/>
                </a:lnTo>
                <a:lnTo>
                  <a:pt x="249936" y="211836"/>
                </a:lnTo>
                <a:lnTo>
                  <a:pt x="245910" y="224967"/>
                </a:lnTo>
                <a:lnTo>
                  <a:pt x="240601" y="239077"/>
                </a:lnTo>
                <a:lnTo>
                  <a:pt x="233857" y="254063"/>
                </a:lnTo>
                <a:lnTo>
                  <a:pt x="225552" y="269748"/>
                </a:lnTo>
                <a:lnTo>
                  <a:pt x="161544" y="269748"/>
                </a:lnTo>
                <a:lnTo>
                  <a:pt x="167640" y="262128"/>
                </a:lnTo>
                <a:lnTo>
                  <a:pt x="170688" y="256032"/>
                </a:lnTo>
                <a:lnTo>
                  <a:pt x="170688" y="245364"/>
                </a:lnTo>
                <a:lnTo>
                  <a:pt x="167640" y="240792"/>
                </a:lnTo>
                <a:lnTo>
                  <a:pt x="126492" y="216408"/>
                </a:lnTo>
                <a:lnTo>
                  <a:pt x="123444" y="220980"/>
                </a:lnTo>
                <a:lnTo>
                  <a:pt x="134797" y="235038"/>
                </a:lnTo>
                <a:lnTo>
                  <a:pt x="143446" y="247650"/>
                </a:lnTo>
                <a:lnTo>
                  <a:pt x="148945" y="259130"/>
                </a:lnTo>
                <a:lnTo>
                  <a:pt x="150876" y="269748"/>
                </a:lnTo>
                <a:lnTo>
                  <a:pt x="0" y="269748"/>
                </a:lnTo>
                <a:lnTo>
                  <a:pt x="15240" y="284988"/>
                </a:lnTo>
                <a:lnTo>
                  <a:pt x="25539" y="282994"/>
                </a:lnTo>
                <a:lnTo>
                  <a:pt x="36004" y="281559"/>
                </a:lnTo>
                <a:lnTo>
                  <a:pt x="46736" y="280708"/>
                </a:lnTo>
                <a:lnTo>
                  <a:pt x="57912" y="280416"/>
                </a:lnTo>
                <a:lnTo>
                  <a:pt x="394716" y="280416"/>
                </a:lnTo>
                <a:close/>
              </a:path>
              <a:path w="1155700" h="454660">
                <a:moveTo>
                  <a:pt x="618731" y="71640"/>
                </a:moveTo>
                <a:lnTo>
                  <a:pt x="592823" y="45732"/>
                </a:lnTo>
                <a:lnTo>
                  <a:pt x="574535" y="65544"/>
                </a:lnTo>
                <a:lnTo>
                  <a:pt x="441947" y="65544"/>
                </a:lnTo>
                <a:lnTo>
                  <a:pt x="455663" y="79260"/>
                </a:lnTo>
                <a:lnTo>
                  <a:pt x="470903" y="76212"/>
                </a:lnTo>
                <a:lnTo>
                  <a:pt x="576059" y="76212"/>
                </a:lnTo>
                <a:lnTo>
                  <a:pt x="566940" y="111683"/>
                </a:lnTo>
                <a:lnTo>
                  <a:pt x="557961" y="142887"/>
                </a:lnTo>
                <a:lnTo>
                  <a:pt x="549275" y="170078"/>
                </a:lnTo>
                <a:lnTo>
                  <a:pt x="541007" y="193560"/>
                </a:lnTo>
                <a:lnTo>
                  <a:pt x="523227" y="172961"/>
                </a:lnTo>
                <a:lnTo>
                  <a:pt x="503859" y="152222"/>
                </a:lnTo>
                <a:lnTo>
                  <a:pt x="482511" y="131191"/>
                </a:lnTo>
                <a:lnTo>
                  <a:pt x="458711" y="109740"/>
                </a:lnTo>
                <a:lnTo>
                  <a:pt x="455663" y="114312"/>
                </a:lnTo>
                <a:lnTo>
                  <a:pt x="475907" y="138595"/>
                </a:lnTo>
                <a:lnTo>
                  <a:pt x="495287" y="163461"/>
                </a:lnTo>
                <a:lnTo>
                  <a:pt x="513537" y="188887"/>
                </a:lnTo>
                <a:lnTo>
                  <a:pt x="530339" y="214896"/>
                </a:lnTo>
                <a:lnTo>
                  <a:pt x="512419" y="254901"/>
                </a:lnTo>
                <a:lnTo>
                  <a:pt x="490905" y="292620"/>
                </a:lnTo>
                <a:lnTo>
                  <a:pt x="466267" y="328053"/>
                </a:lnTo>
                <a:lnTo>
                  <a:pt x="438899" y="361200"/>
                </a:lnTo>
                <a:lnTo>
                  <a:pt x="441947" y="367296"/>
                </a:lnTo>
                <a:lnTo>
                  <a:pt x="479285" y="331482"/>
                </a:lnTo>
                <a:lnTo>
                  <a:pt x="519201" y="279095"/>
                </a:lnTo>
                <a:lnTo>
                  <a:pt x="544055" y="236232"/>
                </a:lnTo>
                <a:lnTo>
                  <a:pt x="556653" y="257111"/>
                </a:lnTo>
                <a:lnTo>
                  <a:pt x="567105" y="276428"/>
                </a:lnTo>
                <a:lnTo>
                  <a:pt x="575564" y="294309"/>
                </a:lnTo>
                <a:lnTo>
                  <a:pt x="582155" y="310908"/>
                </a:lnTo>
                <a:lnTo>
                  <a:pt x="585584" y="320903"/>
                </a:lnTo>
                <a:lnTo>
                  <a:pt x="589013" y="328053"/>
                </a:lnTo>
                <a:lnTo>
                  <a:pt x="592442" y="332333"/>
                </a:lnTo>
                <a:lnTo>
                  <a:pt x="595871" y="333768"/>
                </a:lnTo>
                <a:lnTo>
                  <a:pt x="598919" y="333768"/>
                </a:lnTo>
                <a:lnTo>
                  <a:pt x="601967" y="330720"/>
                </a:lnTo>
                <a:lnTo>
                  <a:pt x="611111" y="312432"/>
                </a:lnTo>
                <a:lnTo>
                  <a:pt x="611111" y="306336"/>
                </a:lnTo>
                <a:lnTo>
                  <a:pt x="594182" y="264134"/>
                </a:lnTo>
                <a:lnTo>
                  <a:pt x="574929" y="236232"/>
                </a:lnTo>
                <a:lnTo>
                  <a:pt x="571944" y="232130"/>
                </a:lnTo>
                <a:lnTo>
                  <a:pt x="556247" y="211848"/>
                </a:lnTo>
                <a:lnTo>
                  <a:pt x="564438" y="193560"/>
                </a:lnTo>
                <a:lnTo>
                  <a:pt x="564807" y="192747"/>
                </a:lnTo>
                <a:lnTo>
                  <a:pt x="572058" y="174510"/>
                </a:lnTo>
                <a:lnTo>
                  <a:pt x="577900" y="157403"/>
                </a:lnTo>
                <a:lnTo>
                  <a:pt x="582155" y="141744"/>
                </a:lnTo>
                <a:lnTo>
                  <a:pt x="586714" y="127838"/>
                </a:lnTo>
                <a:lnTo>
                  <a:pt x="596519" y="97370"/>
                </a:lnTo>
                <a:lnTo>
                  <a:pt x="601967" y="80784"/>
                </a:lnTo>
                <a:lnTo>
                  <a:pt x="610349" y="76212"/>
                </a:lnTo>
                <a:lnTo>
                  <a:pt x="618731" y="71640"/>
                </a:lnTo>
                <a:close/>
              </a:path>
              <a:path w="1155700" h="454660">
                <a:moveTo>
                  <a:pt x="842759" y="115836"/>
                </a:moveTo>
                <a:lnTo>
                  <a:pt x="841387" y="114312"/>
                </a:lnTo>
                <a:lnTo>
                  <a:pt x="831735" y="103644"/>
                </a:lnTo>
                <a:lnTo>
                  <a:pt x="813803" y="83832"/>
                </a:lnTo>
                <a:lnTo>
                  <a:pt x="795515" y="103644"/>
                </a:lnTo>
                <a:lnTo>
                  <a:pt x="676643" y="103644"/>
                </a:lnTo>
                <a:lnTo>
                  <a:pt x="683221" y="84823"/>
                </a:lnTo>
                <a:lnTo>
                  <a:pt x="694651" y="51777"/>
                </a:lnTo>
                <a:lnTo>
                  <a:pt x="699503" y="38112"/>
                </a:lnTo>
                <a:lnTo>
                  <a:pt x="714743" y="25920"/>
                </a:lnTo>
                <a:lnTo>
                  <a:pt x="676643" y="4584"/>
                </a:lnTo>
                <a:lnTo>
                  <a:pt x="673531" y="23799"/>
                </a:lnTo>
                <a:lnTo>
                  <a:pt x="668832" y="45161"/>
                </a:lnTo>
                <a:lnTo>
                  <a:pt x="655307" y="96024"/>
                </a:lnTo>
                <a:lnTo>
                  <a:pt x="636066" y="152222"/>
                </a:lnTo>
                <a:lnTo>
                  <a:pt x="611111" y="207276"/>
                </a:lnTo>
                <a:lnTo>
                  <a:pt x="615683" y="210324"/>
                </a:lnTo>
                <a:lnTo>
                  <a:pt x="632244" y="187172"/>
                </a:lnTo>
                <a:lnTo>
                  <a:pt x="647496" y="163461"/>
                </a:lnTo>
                <a:lnTo>
                  <a:pt x="661339" y="139166"/>
                </a:lnTo>
                <a:lnTo>
                  <a:pt x="673595" y="114312"/>
                </a:lnTo>
                <a:lnTo>
                  <a:pt x="798563" y="114312"/>
                </a:lnTo>
                <a:lnTo>
                  <a:pt x="774179" y="169176"/>
                </a:lnTo>
                <a:lnTo>
                  <a:pt x="778751" y="172224"/>
                </a:lnTo>
                <a:lnTo>
                  <a:pt x="787641" y="160477"/>
                </a:lnTo>
                <a:lnTo>
                  <a:pt x="796086" y="150317"/>
                </a:lnTo>
                <a:lnTo>
                  <a:pt x="828090" y="122694"/>
                </a:lnTo>
                <a:lnTo>
                  <a:pt x="835647" y="118694"/>
                </a:lnTo>
                <a:lnTo>
                  <a:pt x="842759" y="115836"/>
                </a:lnTo>
                <a:close/>
              </a:path>
              <a:path w="1155700" h="454660">
                <a:moveTo>
                  <a:pt x="845807" y="379488"/>
                </a:moveTo>
                <a:lnTo>
                  <a:pt x="845705" y="373341"/>
                </a:lnTo>
                <a:lnTo>
                  <a:pt x="822071" y="362839"/>
                </a:lnTo>
                <a:lnTo>
                  <a:pt x="801039" y="347294"/>
                </a:lnTo>
                <a:lnTo>
                  <a:pt x="766559" y="301764"/>
                </a:lnTo>
                <a:lnTo>
                  <a:pt x="742175" y="240042"/>
                </a:lnTo>
                <a:lnTo>
                  <a:pt x="733564" y="202323"/>
                </a:lnTo>
                <a:lnTo>
                  <a:pt x="729805" y="178320"/>
                </a:lnTo>
                <a:lnTo>
                  <a:pt x="726935" y="160032"/>
                </a:lnTo>
                <a:lnTo>
                  <a:pt x="739127" y="149364"/>
                </a:lnTo>
                <a:lnTo>
                  <a:pt x="701027" y="132600"/>
                </a:lnTo>
                <a:lnTo>
                  <a:pt x="696506" y="184581"/>
                </a:lnTo>
                <a:lnTo>
                  <a:pt x="687692" y="230708"/>
                </a:lnTo>
                <a:lnTo>
                  <a:pt x="674890" y="270827"/>
                </a:lnTo>
                <a:lnTo>
                  <a:pt x="638670" y="332816"/>
                </a:lnTo>
                <a:lnTo>
                  <a:pt x="584428" y="378536"/>
                </a:lnTo>
                <a:lnTo>
                  <a:pt x="550151" y="396252"/>
                </a:lnTo>
                <a:lnTo>
                  <a:pt x="551675" y="403872"/>
                </a:lnTo>
                <a:lnTo>
                  <a:pt x="614159" y="374345"/>
                </a:lnTo>
                <a:lnTo>
                  <a:pt x="662927" y="332244"/>
                </a:lnTo>
                <a:lnTo>
                  <a:pt x="698550" y="268998"/>
                </a:lnTo>
                <a:lnTo>
                  <a:pt x="710730" y="227228"/>
                </a:lnTo>
                <a:lnTo>
                  <a:pt x="719315" y="178320"/>
                </a:lnTo>
                <a:lnTo>
                  <a:pt x="724204" y="213461"/>
                </a:lnTo>
                <a:lnTo>
                  <a:pt x="736257" y="275183"/>
                </a:lnTo>
                <a:lnTo>
                  <a:pt x="754583" y="326377"/>
                </a:lnTo>
                <a:lnTo>
                  <a:pt x="787209" y="373341"/>
                </a:lnTo>
                <a:lnTo>
                  <a:pt x="809231" y="396252"/>
                </a:lnTo>
                <a:lnTo>
                  <a:pt x="814946" y="388480"/>
                </a:lnTo>
                <a:lnTo>
                  <a:pt x="822947" y="383298"/>
                </a:lnTo>
                <a:lnTo>
                  <a:pt x="833234" y="380390"/>
                </a:lnTo>
                <a:lnTo>
                  <a:pt x="845807" y="379488"/>
                </a:lnTo>
                <a:close/>
              </a:path>
              <a:path w="1155700" h="454660">
                <a:moveTo>
                  <a:pt x="1085075" y="121932"/>
                </a:moveTo>
                <a:lnTo>
                  <a:pt x="1043927" y="121932"/>
                </a:lnTo>
                <a:lnTo>
                  <a:pt x="976871" y="301764"/>
                </a:lnTo>
                <a:lnTo>
                  <a:pt x="911339" y="121932"/>
                </a:lnTo>
                <a:lnTo>
                  <a:pt x="867143" y="121932"/>
                </a:lnTo>
                <a:lnTo>
                  <a:pt x="955535" y="353580"/>
                </a:lnTo>
                <a:lnTo>
                  <a:pt x="911339" y="454164"/>
                </a:lnTo>
                <a:lnTo>
                  <a:pt x="955535" y="454164"/>
                </a:lnTo>
                <a:lnTo>
                  <a:pt x="1085075" y="121932"/>
                </a:lnTo>
                <a:close/>
              </a:path>
              <a:path w="1155700" h="454660">
                <a:moveTo>
                  <a:pt x="1155192" y="303276"/>
                </a:moveTo>
                <a:lnTo>
                  <a:pt x="1100315" y="303276"/>
                </a:lnTo>
                <a:lnTo>
                  <a:pt x="1062215" y="445020"/>
                </a:lnTo>
                <a:lnTo>
                  <a:pt x="1094232" y="445020"/>
                </a:lnTo>
                <a:lnTo>
                  <a:pt x="1155192" y="30327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0" name="object 90"/>
          <p:cNvSpPr/>
          <p:nvPr/>
        </p:nvSpPr>
        <p:spPr>
          <a:xfrm>
            <a:off x="4143755" y="5431535"/>
            <a:ext cx="402590" cy="387350"/>
          </a:xfrm>
          <a:custGeom>
            <a:avLst/>
            <a:gdLst/>
            <a:ahLst/>
            <a:cxnLst/>
            <a:rect l="l" t="t" r="r" b="b"/>
            <a:pathLst>
              <a:path w="402589" h="387350">
                <a:moveTo>
                  <a:pt x="316992" y="387096"/>
                </a:moveTo>
                <a:lnTo>
                  <a:pt x="311277" y="376237"/>
                </a:lnTo>
                <a:lnTo>
                  <a:pt x="300990" y="366522"/>
                </a:lnTo>
                <a:lnTo>
                  <a:pt x="286131" y="357949"/>
                </a:lnTo>
                <a:lnTo>
                  <a:pt x="266700" y="350520"/>
                </a:lnTo>
                <a:lnTo>
                  <a:pt x="266700" y="342900"/>
                </a:lnTo>
                <a:lnTo>
                  <a:pt x="305752" y="347281"/>
                </a:lnTo>
                <a:lnTo>
                  <a:pt x="329184" y="338328"/>
                </a:lnTo>
                <a:lnTo>
                  <a:pt x="329184" y="124968"/>
                </a:lnTo>
                <a:lnTo>
                  <a:pt x="254508" y="124968"/>
                </a:lnTo>
                <a:lnTo>
                  <a:pt x="254508" y="350520"/>
                </a:lnTo>
                <a:lnTo>
                  <a:pt x="231647" y="358140"/>
                </a:lnTo>
                <a:lnTo>
                  <a:pt x="231647" y="124968"/>
                </a:lnTo>
                <a:lnTo>
                  <a:pt x="164592" y="124968"/>
                </a:lnTo>
                <a:lnTo>
                  <a:pt x="164592" y="352044"/>
                </a:lnTo>
                <a:lnTo>
                  <a:pt x="141732" y="362712"/>
                </a:lnTo>
                <a:lnTo>
                  <a:pt x="141732" y="124968"/>
                </a:lnTo>
                <a:lnTo>
                  <a:pt x="74675" y="124968"/>
                </a:lnTo>
                <a:lnTo>
                  <a:pt x="74675" y="364236"/>
                </a:lnTo>
                <a:lnTo>
                  <a:pt x="48768" y="381000"/>
                </a:lnTo>
                <a:lnTo>
                  <a:pt x="49006" y="343542"/>
                </a:lnTo>
                <a:lnTo>
                  <a:pt x="50053" y="262913"/>
                </a:lnTo>
                <a:lnTo>
                  <a:pt x="50292" y="219456"/>
                </a:lnTo>
                <a:lnTo>
                  <a:pt x="50053" y="178569"/>
                </a:lnTo>
                <a:lnTo>
                  <a:pt x="48768" y="99059"/>
                </a:lnTo>
                <a:lnTo>
                  <a:pt x="74675" y="115824"/>
                </a:lnTo>
                <a:lnTo>
                  <a:pt x="161544" y="115824"/>
                </a:lnTo>
                <a:lnTo>
                  <a:pt x="184404" y="35051"/>
                </a:lnTo>
                <a:lnTo>
                  <a:pt x="56388" y="35051"/>
                </a:lnTo>
                <a:lnTo>
                  <a:pt x="45243" y="35337"/>
                </a:lnTo>
                <a:lnTo>
                  <a:pt x="34670" y="36195"/>
                </a:lnTo>
                <a:lnTo>
                  <a:pt x="24669" y="37623"/>
                </a:lnTo>
                <a:lnTo>
                  <a:pt x="15240" y="39624"/>
                </a:lnTo>
                <a:lnTo>
                  <a:pt x="0" y="24384"/>
                </a:lnTo>
                <a:lnTo>
                  <a:pt x="339852" y="24384"/>
                </a:lnTo>
                <a:lnTo>
                  <a:pt x="368808" y="0"/>
                </a:lnTo>
                <a:lnTo>
                  <a:pt x="402336" y="35051"/>
                </a:lnTo>
                <a:lnTo>
                  <a:pt x="220979" y="35051"/>
                </a:lnTo>
                <a:lnTo>
                  <a:pt x="211812" y="46815"/>
                </a:lnTo>
                <a:lnTo>
                  <a:pt x="200215" y="64007"/>
                </a:lnTo>
                <a:lnTo>
                  <a:pt x="186047" y="86915"/>
                </a:lnTo>
                <a:lnTo>
                  <a:pt x="169164" y="115824"/>
                </a:lnTo>
                <a:lnTo>
                  <a:pt x="327660" y="115824"/>
                </a:lnTo>
                <a:lnTo>
                  <a:pt x="341376" y="97536"/>
                </a:lnTo>
                <a:lnTo>
                  <a:pt x="373380" y="123443"/>
                </a:lnTo>
                <a:lnTo>
                  <a:pt x="353568" y="135636"/>
                </a:lnTo>
                <a:lnTo>
                  <a:pt x="353568" y="338328"/>
                </a:lnTo>
                <a:lnTo>
                  <a:pt x="353258" y="347781"/>
                </a:lnTo>
                <a:lnTo>
                  <a:pt x="327540" y="381642"/>
                </a:lnTo>
                <a:lnTo>
                  <a:pt x="316992" y="38709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1" name="object 91"/>
          <p:cNvSpPr/>
          <p:nvPr/>
        </p:nvSpPr>
        <p:spPr>
          <a:xfrm>
            <a:off x="4593335" y="5423915"/>
            <a:ext cx="396240" cy="394970"/>
          </a:xfrm>
          <a:custGeom>
            <a:avLst/>
            <a:gdLst/>
            <a:ahLst/>
            <a:cxnLst/>
            <a:rect l="l" t="t" r="r" b="b"/>
            <a:pathLst>
              <a:path w="396239" h="394970">
                <a:moveTo>
                  <a:pt x="18288" y="41148"/>
                </a:moveTo>
                <a:lnTo>
                  <a:pt x="3048" y="25908"/>
                </a:lnTo>
                <a:lnTo>
                  <a:pt x="333756" y="25908"/>
                </a:lnTo>
                <a:lnTo>
                  <a:pt x="359664" y="0"/>
                </a:lnTo>
                <a:lnTo>
                  <a:pt x="396240" y="36576"/>
                </a:lnTo>
                <a:lnTo>
                  <a:pt x="60960" y="36576"/>
                </a:lnTo>
                <a:lnTo>
                  <a:pt x="49791" y="36861"/>
                </a:lnTo>
                <a:lnTo>
                  <a:pt x="39052" y="37719"/>
                </a:lnTo>
                <a:lnTo>
                  <a:pt x="28598" y="39147"/>
                </a:lnTo>
                <a:lnTo>
                  <a:pt x="18288" y="41148"/>
                </a:lnTo>
                <a:close/>
              </a:path>
              <a:path w="396239" h="394970">
                <a:moveTo>
                  <a:pt x="3048" y="297179"/>
                </a:moveTo>
                <a:lnTo>
                  <a:pt x="0" y="289560"/>
                </a:lnTo>
                <a:lnTo>
                  <a:pt x="28289" y="267557"/>
                </a:lnTo>
                <a:lnTo>
                  <a:pt x="56007" y="242697"/>
                </a:lnTo>
                <a:lnTo>
                  <a:pt x="83153" y="214979"/>
                </a:lnTo>
                <a:lnTo>
                  <a:pt x="109728" y="184404"/>
                </a:lnTo>
                <a:lnTo>
                  <a:pt x="135516" y="151233"/>
                </a:lnTo>
                <a:lnTo>
                  <a:pt x="158305" y="115633"/>
                </a:lnTo>
                <a:lnTo>
                  <a:pt x="178522" y="77462"/>
                </a:lnTo>
                <a:lnTo>
                  <a:pt x="196596" y="36576"/>
                </a:lnTo>
                <a:lnTo>
                  <a:pt x="231648" y="36576"/>
                </a:lnTo>
                <a:lnTo>
                  <a:pt x="223385" y="51363"/>
                </a:lnTo>
                <a:lnTo>
                  <a:pt x="214693" y="68008"/>
                </a:lnTo>
                <a:lnTo>
                  <a:pt x="205716" y="86082"/>
                </a:lnTo>
                <a:lnTo>
                  <a:pt x="196596" y="105156"/>
                </a:lnTo>
                <a:lnTo>
                  <a:pt x="225552" y="123444"/>
                </a:lnTo>
                <a:lnTo>
                  <a:pt x="221742" y="126492"/>
                </a:lnTo>
                <a:lnTo>
                  <a:pt x="184404" y="126492"/>
                </a:lnTo>
                <a:lnTo>
                  <a:pt x="155155" y="167066"/>
                </a:lnTo>
                <a:lnTo>
                  <a:pt x="122322" y="204569"/>
                </a:lnTo>
                <a:lnTo>
                  <a:pt x="85977" y="238853"/>
                </a:lnTo>
                <a:lnTo>
                  <a:pt x="46195" y="269772"/>
                </a:lnTo>
                <a:lnTo>
                  <a:pt x="3048" y="297179"/>
                </a:lnTo>
                <a:close/>
              </a:path>
              <a:path w="396239" h="394970">
                <a:moveTo>
                  <a:pt x="182880" y="394716"/>
                </a:moveTo>
                <a:lnTo>
                  <a:pt x="183118" y="362688"/>
                </a:lnTo>
                <a:lnTo>
                  <a:pt x="183762" y="326374"/>
                </a:lnTo>
                <a:lnTo>
                  <a:pt x="184165" y="304919"/>
                </a:lnTo>
                <a:lnTo>
                  <a:pt x="184306" y="289560"/>
                </a:lnTo>
                <a:lnTo>
                  <a:pt x="184404" y="126492"/>
                </a:lnTo>
                <a:lnTo>
                  <a:pt x="221742" y="126492"/>
                </a:lnTo>
                <a:lnTo>
                  <a:pt x="210312" y="135636"/>
                </a:lnTo>
                <a:lnTo>
                  <a:pt x="210385" y="332803"/>
                </a:lnTo>
                <a:lnTo>
                  <a:pt x="210502" y="347853"/>
                </a:lnTo>
                <a:lnTo>
                  <a:pt x="210954" y="366474"/>
                </a:lnTo>
                <a:lnTo>
                  <a:pt x="211836" y="382524"/>
                </a:lnTo>
                <a:lnTo>
                  <a:pt x="182880" y="394716"/>
                </a:lnTo>
                <a:close/>
              </a:path>
              <a:path w="396239" h="394970">
                <a:moveTo>
                  <a:pt x="374904" y="278892"/>
                </a:moveTo>
                <a:lnTo>
                  <a:pt x="371856" y="278892"/>
                </a:lnTo>
                <a:lnTo>
                  <a:pt x="368093" y="277177"/>
                </a:lnTo>
                <a:lnTo>
                  <a:pt x="363474" y="272034"/>
                </a:lnTo>
                <a:lnTo>
                  <a:pt x="357711" y="263461"/>
                </a:lnTo>
                <a:lnTo>
                  <a:pt x="350520" y="251460"/>
                </a:lnTo>
                <a:lnTo>
                  <a:pt x="336256" y="230862"/>
                </a:lnTo>
                <a:lnTo>
                  <a:pt x="314134" y="205549"/>
                </a:lnTo>
                <a:lnTo>
                  <a:pt x="284297" y="175379"/>
                </a:lnTo>
                <a:lnTo>
                  <a:pt x="246888" y="140208"/>
                </a:lnTo>
                <a:lnTo>
                  <a:pt x="251460" y="135636"/>
                </a:lnTo>
                <a:lnTo>
                  <a:pt x="301180" y="168544"/>
                </a:lnTo>
                <a:lnTo>
                  <a:pt x="338328" y="194310"/>
                </a:lnTo>
                <a:lnTo>
                  <a:pt x="374904" y="225552"/>
                </a:lnTo>
                <a:lnTo>
                  <a:pt x="385572" y="252984"/>
                </a:lnTo>
                <a:lnTo>
                  <a:pt x="385572" y="257556"/>
                </a:lnTo>
                <a:lnTo>
                  <a:pt x="384048" y="263652"/>
                </a:lnTo>
                <a:lnTo>
                  <a:pt x="377952" y="275844"/>
                </a:lnTo>
                <a:lnTo>
                  <a:pt x="374904" y="27889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2" name="object 92"/>
          <p:cNvSpPr/>
          <p:nvPr/>
        </p:nvSpPr>
        <p:spPr>
          <a:xfrm>
            <a:off x="5038344" y="5414771"/>
            <a:ext cx="844550" cy="410209"/>
          </a:xfrm>
          <a:custGeom>
            <a:avLst/>
            <a:gdLst/>
            <a:ahLst/>
            <a:cxnLst/>
            <a:rect l="l" t="t" r="r" b="b"/>
            <a:pathLst>
              <a:path w="844550" h="410210">
                <a:moveTo>
                  <a:pt x="318516" y="144780"/>
                </a:moveTo>
                <a:lnTo>
                  <a:pt x="312877" y="140208"/>
                </a:lnTo>
                <a:lnTo>
                  <a:pt x="294132" y="124968"/>
                </a:lnTo>
                <a:lnTo>
                  <a:pt x="283464" y="138303"/>
                </a:lnTo>
                <a:lnTo>
                  <a:pt x="283464" y="150876"/>
                </a:lnTo>
                <a:lnTo>
                  <a:pt x="283464" y="199644"/>
                </a:lnTo>
                <a:lnTo>
                  <a:pt x="109728" y="199644"/>
                </a:lnTo>
                <a:lnTo>
                  <a:pt x="109728" y="150876"/>
                </a:lnTo>
                <a:lnTo>
                  <a:pt x="283464" y="150876"/>
                </a:lnTo>
                <a:lnTo>
                  <a:pt x="283464" y="138303"/>
                </a:lnTo>
                <a:lnTo>
                  <a:pt x="281940" y="140208"/>
                </a:lnTo>
                <a:lnTo>
                  <a:pt x="109728" y="140208"/>
                </a:lnTo>
                <a:lnTo>
                  <a:pt x="85344" y="126492"/>
                </a:lnTo>
                <a:lnTo>
                  <a:pt x="86220" y="137350"/>
                </a:lnTo>
                <a:lnTo>
                  <a:pt x="86677" y="149352"/>
                </a:lnTo>
                <a:lnTo>
                  <a:pt x="86842" y="162496"/>
                </a:lnTo>
                <a:lnTo>
                  <a:pt x="86766" y="182880"/>
                </a:lnTo>
                <a:lnTo>
                  <a:pt x="86626" y="192214"/>
                </a:lnTo>
                <a:lnTo>
                  <a:pt x="86106" y="206502"/>
                </a:lnTo>
                <a:lnTo>
                  <a:pt x="85572" y="219646"/>
                </a:lnTo>
                <a:lnTo>
                  <a:pt x="85344" y="231648"/>
                </a:lnTo>
                <a:lnTo>
                  <a:pt x="109728" y="222504"/>
                </a:lnTo>
                <a:lnTo>
                  <a:pt x="109728" y="210312"/>
                </a:lnTo>
                <a:lnTo>
                  <a:pt x="283464" y="210312"/>
                </a:lnTo>
                <a:lnTo>
                  <a:pt x="283464" y="225552"/>
                </a:lnTo>
                <a:lnTo>
                  <a:pt x="307848" y="216408"/>
                </a:lnTo>
                <a:lnTo>
                  <a:pt x="307238" y="210312"/>
                </a:lnTo>
                <a:lnTo>
                  <a:pt x="306959" y="207530"/>
                </a:lnTo>
                <a:lnTo>
                  <a:pt x="306539" y="199644"/>
                </a:lnTo>
                <a:lnTo>
                  <a:pt x="306514" y="199072"/>
                </a:lnTo>
                <a:lnTo>
                  <a:pt x="306374" y="192214"/>
                </a:lnTo>
                <a:lnTo>
                  <a:pt x="306324" y="153924"/>
                </a:lnTo>
                <a:lnTo>
                  <a:pt x="310388" y="150876"/>
                </a:lnTo>
                <a:lnTo>
                  <a:pt x="318516" y="144780"/>
                </a:lnTo>
                <a:close/>
              </a:path>
              <a:path w="844550" h="410210">
                <a:moveTo>
                  <a:pt x="323088" y="312420"/>
                </a:moveTo>
                <a:lnTo>
                  <a:pt x="317449" y="307848"/>
                </a:lnTo>
                <a:lnTo>
                  <a:pt x="298704" y="292608"/>
                </a:lnTo>
                <a:lnTo>
                  <a:pt x="288036" y="305943"/>
                </a:lnTo>
                <a:lnTo>
                  <a:pt x="288036" y="318516"/>
                </a:lnTo>
                <a:lnTo>
                  <a:pt x="288036" y="373380"/>
                </a:lnTo>
                <a:lnTo>
                  <a:pt x="111252" y="373380"/>
                </a:lnTo>
                <a:lnTo>
                  <a:pt x="111252" y="318516"/>
                </a:lnTo>
                <a:lnTo>
                  <a:pt x="288036" y="318516"/>
                </a:lnTo>
                <a:lnTo>
                  <a:pt x="288036" y="305943"/>
                </a:lnTo>
                <a:lnTo>
                  <a:pt x="286512" y="307848"/>
                </a:lnTo>
                <a:lnTo>
                  <a:pt x="112776" y="307848"/>
                </a:lnTo>
                <a:lnTo>
                  <a:pt x="86868" y="294132"/>
                </a:lnTo>
                <a:lnTo>
                  <a:pt x="87744" y="307238"/>
                </a:lnTo>
                <a:lnTo>
                  <a:pt x="88201" y="321564"/>
                </a:lnTo>
                <a:lnTo>
                  <a:pt x="88366" y="335711"/>
                </a:lnTo>
                <a:lnTo>
                  <a:pt x="88265" y="375526"/>
                </a:lnTo>
                <a:lnTo>
                  <a:pt x="88201" y="381381"/>
                </a:lnTo>
                <a:lnTo>
                  <a:pt x="87744" y="395960"/>
                </a:lnTo>
                <a:lnTo>
                  <a:pt x="86868" y="409956"/>
                </a:lnTo>
                <a:lnTo>
                  <a:pt x="111252" y="400812"/>
                </a:lnTo>
                <a:lnTo>
                  <a:pt x="111252" y="384048"/>
                </a:lnTo>
                <a:lnTo>
                  <a:pt x="288036" y="384048"/>
                </a:lnTo>
                <a:lnTo>
                  <a:pt x="288036" y="409956"/>
                </a:lnTo>
                <a:lnTo>
                  <a:pt x="312420" y="400812"/>
                </a:lnTo>
                <a:lnTo>
                  <a:pt x="311531" y="392582"/>
                </a:lnTo>
                <a:lnTo>
                  <a:pt x="311086" y="384048"/>
                </a:lnTo>
                <a:lnTo>
                  <a:pt x="310908" y="373380"/>
                </a:lnTo>
                <a:lnTo>
                  <a:pt x="310896" y="321564"/>
                </a:lnTo>
                <a:lnTo>
                  <a:pt x="314960" y="318516"/>
                </a:lnTo>
                <a:lnTo>
                  <a:pt x="323088" y="312420"/>
                </a:lnTo>
                <a:close/>
              </a:path>
              <a:path w="844550" h="410210">
                <a:moveTo>
                  <a:pt x="367284" y="62484"/>
                </a:moveTo>
                <a:lnTo>
                  <a:pt x="332232" y="27432"/>
                </a:lnTo>
                <a:lnTo>
                  <a:pt x="307848" y="51816"/>
                </a:lnTo>
                <a:lnTo>
                  <a:pt x="205740" y="51816"/>
                </a:lnTo>
                <a:lnTo>
                  <a:pt x="205740" y="27432"/>
                </a:lnTo>
                <a:lnTo>
                  <a:pt x="220980" y="15240"/>
                </a:lnTo>
                <a:lnTo>
                  <a:pt x="181356" y="0"/>
                </a:lnTo>
                <a:lnTo>
                  <a:pt x="181584" y="10883"/>
                </a:lnTo>
                <a:lnTo>
                  <a:pt x="182118" y="23050"/>
                </a:lnTo>
                <a:lnTo>
                  <a:pt x="182638" y="36652"/>
                </a:lnTo>
                <a:lnTo>
                  <a:pt x="182880" y="51816"/>
                </a:lnTo>
                <a:lnTo>
                  <a:pt x="27432" y="51816"/>
                </a:lnTo>
                <a:lnTo>
                  <a:pt x="42672" y="67056"/>
                </a:lnTo>
                <a:lnTo>
                  <a:pt x="52971" y="65062"/>
                </a:lnTo>
                <a:lnTo>
                  <a:pt x="63436" y="63627"/>
                </a:lnTo>
                <a:lnTo>
                  <a:pt x="74168" y="62776"/>
                </a:lnTo>
                <a:lnTo>
                  <a:pt x="85344" y="62484"/>
                </a:lnTo>
                <a:lnTo>
                  <a:pt x="182880" y="62484"/>
                </a:lnTo>
                <a:lnTo>
                  <a:pt x="182880" y="103632"/>
                </a:lnTo>
                <a:lnTo>
                  <a:pt x="74676" y="103632"/>
                </a:lnTo>
                <a:lnTo>
                  <a:pt x="89916" y="120396"/>
                </a:lnTo>
                <a:lnTo>
                  <a:pt x="100215" y="117525"/>
                </a:lnTo>
                <a:lnTo>
                  <a:pt x="110680" y="115633"/>
                </a:lnTo>
                <a:lnTo>
                  <a:pt x="121412" y="114617"/>
                </a:lnTo>
                <a:lnTo>
                  <a:pt x="132588" y="114300"/>
                </a:lnTo>
                <a:lnTo>
                  <a:pt x="323088" y="114300"/>
                </a:lnTo>
                <a:lnTo>
                  <a:pt x="292608" y="83820"/>
                </a:lnTo>
                <a:lnTo>
                  <a:pt x="271272" y="103632"/>
                </a:lnTo>
                <a:lnTo>
                  <a:pt x="205740" y="103632"/>
                </a:lnTo>
                <a:lnTo>
                  <a:pt x="205740" y="62484"/>
                </a:lnTo>
                <a:lnTo>
                  <a:pt x="367284" y="62484"/>
                </a:lnTo>
                <a:close/>
              </a:path>
              <a:path w="844550" h="410210">
                <a:moveTo>
                  <a:pt x="394716" y="280416"/>
                </a:moveTo>
                <a:lnTo>
                  <a:pt x="359664" y="245364"/>
                </a:lnTo>
                <a:lnTo>
                  <a:pt x="335280" y="269748"/>
                </a:lnTo>
                <a:lnTo>
                  <a:pt x="234696" y="269748"/>
                </a:lnTo>
                <a:lnTo>
                  <a:pt x="239496" y="263398"/>
                </a:lnTo>
                <a:lnTo>
                  <a:pt x="244602" y="257746"/>
                </a:lnTo>
                <a:lnTo>
                  <a:pt x="249694" y="252399"/>
                </a:lnTo>
                <a:lnTo>
                  <a:pt x="254508" y="246888"/>
                </a:lnTo>
                <a:lnTo>
                  <a:pt x="259334" y="242582"/>
                </a:lnTo>
                <a:lnTo>
                  <a:pt x="264604" y="238696"/>
                </a:lnTo>
                <a:lnTo>
                  <a:pt x="270141" y="235102"/>
                </a:lnTo>
                <a:lnTo>
                  <a:pt x="275844" y="231648"/>
                </a:lnTo>
                <a:lnTo>
                  <a:pt x="249936" y="211836"/>
                </a:lnTo>
                <a:lnTo>
                  <a:pt x="245910" y="224967"/>
                </a:lnTo>
                <a:lnTo>
                  <a:pt x="240601" y="239077"/>
                </a:lnTo>
                <a:lnTo>
                  <a:pt x="233857" y="254063"/>
                </a:lnTo>
                <a:lnTo>
                  <a:pt x="225552" y="269748"/>
                </a:lnTo>
                <a:lnTo>
                  <a:pt x="161544" y="269748"/>
                </a:lnTo>
                <a:lnTo>
                  <a:pt x="167640" y="262128"/>
                </a:lnTo>
                <a:lnTo>
                  <a:pt x="170688" y="256032"/>
                </a:lnTo>
                <a:lnTo>
                  <a:pt x="170688" y="245364"/>
                </a:lnTo>
                <a:lnTo>
                  <a:pt x="167640" y="240792"/>
                </a:lnTo>
                <a:lnTo>
                  <a:pt x="126492" y="216408"/>
                </a:lnTo>
                <a:lnTo>
                  <a:pt x="123444" y="220980"/>
                </a:lnTo>
                <a:lnTo>
                  <a:pt x="134581" y="235038"/>
                </a:lnTo>
                <a:lnTo>
                  <a:pt x="142875" y="247650"/>
                </a:lnTo>
                <a:lnTo>
                  <a:pt x="148297" y="259130"/>
                </a:lnTo>
                <a:lnTo>
                  <a:pt x="150876" y="269748"/>
                </a:lnTo>
                <a:lnTo>
                  <a:pt x="0" y="269748"/>
                </a:lnTo>
                <a:lnTo>
                  <a:pt x="15240" y="284988"/>
                </a:lnTo>
                <a:lnTo>
                  <a:pt x="25539" y="282994"/>
                </a:lnTo>
                <a:lnTo>
                  <a:pt x="36004" y="281559"/>
                </a:lnTo>
                <a:lnTo>
                  <a:pt x="46736" y="280708"/>
                </a:lnTo>
                <a:lnTo>
                  <a:pt x="57912" y="280416"/>
                </a:lnTo>
                <a:lnTo>
                  <a:pt x="394716" y="280416"/>
                </a:lnTo>
                <a:close/>
              </a:path>
              <a:path w="844550" h="410210">
                <a:moveTo>
                  <a:pt x="618731" y="71640"/>
                </a:moveTo>
                <a:lnTo>
                  <a:pt x="592823" y="45732"/>
                </a:lnTo>
                <a:lnTo>
                  <a:pt x="573011" y="65544"/>
                </a:lnTo>
                <a:lnTo>
                  <a:pt x="441947" y="65544"/>
                </a:lnTo>
                <a:lnTo>
                  <a:pt x="455663" y="79260"/>
                </a:lnTo>
                <a:lnTo>
                  <a:pt x="470903" y="76212"/>
                </a:lnTo>
                <a:lnTo>
                  <a:pt x="574535" y="76212"/>
                </a:lnTo>
                <a:lnTo>
                  <a:pt x="566305" y="111683"/>
                </a:lnTo>
                <a:lnTo>
                  <a:pt x="557771" y="142887"/>
                </a:lnTo>
                <a:lnTo>
                  <a:pt x="549249" y="170078"/>
                </a:lnTo>
                <a:lnTo>
                  <a:pt x="541007" y="193560"/>
                </a:lnTo>
                <a:lnTo>
                  <a:pt x="523011" y="172961"/>
                </a:lnTo>
                <a:lnTo>
                  <a:pt x="503288" y="152222"/>
                </a:lnTo>
                <a:lnTo>
                  <a:pt x="481863" y="131191"/>
                </a:lnTo>
                <a:lnTo>
                  <a:pt x="458711" y="109740"/>
                </a:lnTo>
                <a:lnTo>
                  <a:pt x="455663" y="114312"/>
                </a:lnTo>
                <a:lnTo>
                  <a:pt x="475691" y="138595"/>
                </a:lnTo>
                <a:lnTo>
                  <a:pt x="494715" y="163461"/>
                </a:lnTo>
                <a:lnTo>
                  <a:pt x="512889" y="188887"/>
                </a:lnTo>
                <a:lnTo>
                  <a:pt x="530339" y="214896"/>
                </a:lnTo>
                <a:lnTo>
                  <a:pt x="511746" y="254901"/>
                </a:lnTo>
                <a:lnTo>
                  <a:pt x="490143" y="292620"/>
                </a:lnTo>
                <a:lnTo>
                  <a:pt x="465404" y="328053"/>
                </a:lnTo>
                <a:lnTo>
                  <a:pt x="437375" y="361200"/>
                </a:lnTo>
                <a:lnTo>
                  <a:pt x="441947" y="367296"/>
                </a:lnTo>
                <a:lnTo>
                  <a:pt x="478713" y="331482"/>
                </a:lnTo>
                <a:lnTo>
                  <a:pt x="507479" y="295668"/>
                </a:lnTo>
                <a:lnTo>
                  <a:pt x="529196" y="263664"/>
                </a:lnTo>
                <a:lnTo>
                  <a:pt x="544055" y="236232"/>
                </a:lnTo>
                <a:lnTo>
                  <a:pt x="556018" y="257111"/>
                </a:lnTo>
                <a:lnTo>
                  <a:pt x="566534" y="276428"/>
                </a:lnTo>
                <a:lnTo>
                  <a:pt x="575348" y="294309"/>
                </a:lnTo>
                <a:lnTo>
                  <a:pt x="582155" y="310908"/>
                </a:lnTo>
                <a:lnTo>
                  <a:pt x="585584" y="320903"/>
                </a:lnTo>
                <a:lnTo>
                  <a:pt x="589013" y="328053"/>
                </a:lnTo>
                <a:lnTo>
                  <a:pt x="592442" y="332333"/>
                </a:lnTo>
                <a:lnTo>
                  <a:pt x="595871" y="333768"/>
                </a:lnTo>
                <a:lnTo>
                  <a:pt x="598919" y="333768"/>
                </a:lnTo>
                <a:lnTo>
                  <a:pt x="601967" y="330720"/>
                </a:lnTo>
                <a:lnTo>
                  <a:pt x="608063" y="318528"/>
                </a:lnTo>
                <a:lnTo>
                  <a:pt x="609587" y="312432"/>
                </a:lnTo>
                <a:lnTo>
                  <a:pt x="609587" y="306336"/>
                </a:lnTo>
                <a:lnTo>
                  <a:pt x="594182" y="264134"/>
                </a:lnTo>
                <a:lnTo>
                  <a:pt x="574929" y="236232"/>
                </a:lnTo>
                <a:lnTo>
                  <a:pt x="571944" y="232130"/>
                </a:lnTo>
                <a:lnTo>
                  <a:pt x="556247" y="211848"/>
                </a:lnTo>
                <a:lnTo>
                  <a:pt x="563613" y="193560"/>
                </a:lnTo>
                <a:lnTo>
                  <a:pt x="563943" y="192747"/>
                </a:lnTo>
                <a:lnTo>
                  <a:pt x="570915" y="174510"/>
                </a:lnTo>
                <a:lnTo>
                  <a:pt x="577037" y="157403"/>
                </a:lnTo>
                <a:lnTo>
                  <a:pt x="586714" y="127838"/>
                </a:lnTo>
                <a:lnTo>
                  <a:pt x="596519" y="97370"/>
                </a:lnTo>
                <a:lnTo>
                  <a:pt x="601967" y="80784"/>
                </a:lnTo>
                <a:lnTo>
                  <a:pt x="610349" y="76212"/>
                </a:lnTo>
                <a:lnTo>
                  <a:pt x="618731" y="71640"/>
                </a:lnTo>
                <a:close/>
              </a:path>
              <a:path w="844550" h="410210">
                <a:moveTo>
                  <a:pt x="842759" y="115836"/>
                </a:moveTo>
                <a:lnTo>
                  <a:pt x="841387" y="114312"/>
                </a:lnTo>
                <a:lnTo>
                  <a:pt x="831735" y="103644"/>
                </a:lnTo>
                <a:lnTo>
                  <a:pt x="813803" y="83832"/>
                </a:lnTo>
                <a:lnTo>
                  <a:pt x="793991" y="103644"/>
                </a:lnTo>
                <a:lnTo>
                  <a:pt x="676643" y="103644"/>
                </a:lnTo>
                <a:lnTo>
                  <a:pt x="683196" y="84823"/>
                </a:lnTo>
                <a:lnTo>
                  <a:pt x="689025" y="67449"/>
                </a:lnTo>
                <a:lnTo>
                  <a:pt x="694004" y="51777"/>
                </a:lnTo>
                <a:lnTo>
                  <a:pt x="697979" y="38112"/>
                </a:lnTo>
                <a:lnTo>
                  <a:pt x="714743" y="25920"/>
                </a:lnTo>
                <a:lnTo>
                  <a:pt x="676643" y="4584"/>
                </a:lnTo>
                <a:lnTo>
                  <a:pt x="672884" y="23799"/>
                </a:lnTo>
                <a:lnTo>
                  <a:pt x="668261" y="45161"/>
                </a:lnTo>
                <a:lnTo>
                  <a:pt x="655307" y="96024"/>
                </a:lnTo>
                <a:lnTo>
                  <a:pt x="635876" y="152222"/>
                </a:lnTo>
                <a:lnTo>
                  <a:pt x="609587" y="207276"/>
                </a:lnTo>
                <a:lnTo>
                  <a:pt x="615683" y="210324"/>
                </a:lnTo>
                <a:lnTo>
                  <a:pt x="632002" y="187172"/>
                </a:lnTo>
                <a:lnTo>
                  <a:pt x="646734" y="163461"/>
                </a:lnTo>
                <a:lnTo>
                  <a:pt x="660057" y="139166"/>
                </a:lnTo>
                <a:lnTo>
                  <a:pt x="672071" y="114312"/>
                </a:lnTo>
                <a:lnTo>
                  <a:pt x="797039" y="114312"/>
                </a:lnTo>
                <a:lnTo>
                  <a:pt x="772655" y="169176"/>
                </a:lnTo>
                <a:lnTo>
                  <a:pt x="778751" y="172224"/>
                </a:lnTo>
                <a:lnTo>
                  <a:pt x="787641" y="160477"/>
                </a:lnTo>
                <a:lnTo>
                  <a:pt x="796086" y="150317"/>
                </a:lnTo>
                <a:lnTo>
                  <a:pt x="826947" y="122694"/>
                </a:lnTo>
                <a:lnTo>
                  <a:pt x="834783" y="118694"/>
                </a:lnTo>
                <a:lnTo>
                  <a:pt x="842759" y="115836"/>
                </a:lnTo>
                <a:close/>
              </a:path>
              <a:path w="844550" h="410210">
                <a:moveTo>
                  <a:pt x="844283" y="379488"/>
                </a:moveTo>
                <a:lnTo>
                  <a:pt x="844181" y="373341"/>
                </a:lnTo>
                <a:lnTo>
                  <a:pt x="821423" y="362839"/>
                </a:lnTo>
                <a:lnTo>
                  <a:pt x="800849" y="347294"/>
                </a:lnTo>
                <a:lnTo>
                  <a:pt x="766559" y="301764"/>
                </a:lnTo>
                <a:lnTo>
                  <a:pt x="741603" y="240042"/>
                </a:lnTo>
                <a:lnTo>
                  <a:pt x="732917" y="202323"/>
                </a:lnTo>
                <a:lnTo>
                  <a:pt x="729526" y="178320"/>
                </a:lnTo>
                <a:lnTo>
                  <a:pt x="726935" y="160032"/>
                </a:lnTo>
                <a:lnTo>
                  <a:pt x="739127" y="149364"/>
                </a:lnTo>
                <a:lnTo>
                  <a:pt x="701027" y="132600"/>
                </a:lnTo>
                <a:lnTo>
                  <a:pt x="695871" y="184581"/>
                </a:lnTo>
                <a:lnTo>
                  <a:pt x="687120" y="230708"/>
                </a:lnTo>
                <a:lnTo>
                  <a:pt x="674674" y="270827"/>
                </a:lnTo>
                <a:lnTo>
                  <a:pt x="637781" y="332816"/>
                </a:lnTo>
                <a:lnTo>
                  <a:pt x="582917" y="378536"/>
                </a:lnTo>
                <a:lnTo>
                  <a:pt x="548627" y="396252"/>
                </a:lnTo>
                <a:lnTo>
                  <a:pt x="550151" y="403872"/>
                </a:lnTo>
                <a:lnTo>
                  <a:pt x="613397" y="374345"/>
                </a:lnTo>
                <a:lnTo>
                  <a:pt x="662927" y="332244"/>
                </a:lnTo>
                <a:lnTo>
                  <a:pt x="698550" y="268998"/>
                </a:lnTo>
                <a:lnTo>
                  <a:pt x="710730" y="227228"/>
                </a:lnTo>
                <a:lnTo>
                  <a:pt x="719315" y="178320"/>
                </a:lnTo>
                <a:lnTo>
                  <a:pt x="723557" y="213461"/>
                </a:lnTo>
                <a:lnTo>
                  <a:pt x="736041" y="275183"/>
                </a:lnTo>
                <a:lnTo>
                  <a:pt x="754557" y="326377"/>
                </a:lnTo>
                <a:lnTo>
                  <a:pt x="786561" y="373341"/>
                </a:lnTo>
                <a:lnTo>
                  <a:pt x="807707" y="396252"/>
                </a:lnTo>
                <a:lnTo>
                  <a:pt x="814285" y="388480"/>
                </a:lnTo>
                <a:lnTo>
                  <a:pt x="822566" y="383298"/>
                </a:lnTo>
                <a:lnTo>
                  <a:pt x="832573" y="380390"/>
                </a:lnTo>
                <a:lnTo>
                  <a:pt x="844283" y="37948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3" name="object 93"/>
          <p:cNvSpPr/>
          <p:nvPr/>
        </p:nvSpPr>
        <p:spPr>
          <a:xfrm>
            <a:off x="6006084" y="5436108"/>
            <a:ext cx="257810" cy="382905"/>
          </a:xfrm>
          <a:custGeom>
            <a:avLst/>
            <a:gdLst/>
            <a:ahLst/>
            <a:cxnLst/>
            <a:rect l="l" t="t" r="r" b="b"/>
            <a:pathLst>
              <a:path w="257810" h="382904">
                <a:moveTo>
                  <a:pt x="0" y="382524"/>
                </a:moveTo>
                <a:lnTo>
                  <a:pt x="881" y="347067"/>
                </a:lnTo>
                <a:lnTo>
                  <a:pt x="1333" y="304609"/>
                </a:lnTo>
                <a:lnTo>
                  <a:pt x="1426" y="117348"/>
                </a:lnTo>
                <a:lnTo>
                  <a:pt x="1333" y="88201"/>
                </a:lnTo>
                <a:lnTo>
                  <a:pt x="881" y="41457"/>
                </a:lnTo>
                <a:lnTo>
                  <a:pt x="0" y="0"/>
                </a:lnTo>
                <a:lnTo>
                  <a:pt x="27432" y="18288"/>
                </a:lnTo>
                <a:lnTo>
                  <a:pt x="249174" y="18288"/>
                </a:lnTo>
                <a:lnTo>
                  <a:pt x="257556" y="24383"/>
                </a:lnTo>
                <a:lnTo>
                  <a:pt x="250371" y="28956"/>
                </a:lnTo>
                <a:lnTo>
                  <a:pt x="27432" y="28956"/>
                </a:lnTo>
                <a:lnTo>
                  <a:pt x="27432" y="117348"/>
                </a:lnTo>
                <a:lnTo>
                  <a:pt x="240792" y="117348"/>
                </a:lnTo>
                <a:lnTo>
                  <a:pt x="240792" y="128016"/>
                </a:lnTo>
                <a:lnTo>
                  <a:pt x="27432" y="128016"/>
                </a:lnTo>
                <a:lnTo>
                  <a:pt x="27432" y="214884"/>
                </a:lnTo>
                <a:lnTo>
                  <a:pt x="240792" y="214884"/>
                </a:lnTo>
                <a:lnTo>
                  <a:pt x="240792" y="225552"/>
                </a:lnTo>
                <a:lnTo>
                  <a:pt x="27432" y="225552"/>
                </a:lnTo>
                <a:lnTo>
                  <a:pt x="27432" y="321564"/>
                </a:lnTo>
                <a:lnTo>
                  <a:pt x="240854" y="321564"/>
                </a:lnTo>
                <a:lnTo>
                  <a:pt x="240941" y="332232"/>
                </a:lnTo>
                <a:lnTo>
                  <a:pt x="27432" y="332232"/>
                </a:lnTo>
                <a:lnTo>
                  <a:pt x="27432" y="365760"/>
                </a:lnTo>
                <a:lnTo>
                  <a:pt x="0" y="382524"/>
                </a:lnTo>
                <a:close/>
              </a:path>
              <a:path w="257810" h="382904">
                <a:moveTo>
                  <a:pt x="249174" y="18288"/>
                </a:moveTo>
                <a:lnTo>
                  <a:pt x="210312" y="18288"/>
                </a:lnTo>
                <a:lnTo>
                  <a:pt x="224027" y="0"/>
                </a:lnTo>
                <a:lnTo>
                  <a:pt x="249174" y="18288"/>
                </a:lnTo>
                <a:close/>
              </a:path>
              <a:path w="257810" h="382904">
                <a:moveTo>
                  <a:pt x="240792" y="117348"/>
                </a:moveTo>
                <a:lnTo>
                  <a:pt x="213360" y="117348"/>
                </a:lnTo>
                <a:lnTo>
                  <a:pt x="213360" y="28956"/>
                </a:lnTo>
                <a:lnTo>
                  <a:pt x="250371" y="28956"/>
                </a:lnTo>
                <a:lnTo>
                  <a:pt x="240792" y="35052"/>
                </a:lnTo>
                <a:lnTo>
                  <a:pt x="240792" y="117348"/>
                </a:lnTo>
                <a:close/>
              </a:path>
              <a:path w="257810" h="382904">
                <a:moveTo>
                  <a:pt x="240792" y="214884"/>
                </a:moveTo>
                <a:lnTo>
                  <a:pt x="213360" y="214884"/>
                </a:lnTo>
                <a:lnTo>
                  <a:pt x="213360" y="128016"/>
                </a:lnTo>
                <a:lnTo>
                  <a:pt x="240792" y="128016"/>
                </a:lnTo>
                <a:lnTo>
                  <a:pt x="240792" y="214884"/>
                </a:lnTo>
                <a:close/>
              </a:path>
              <a:path w="257810" h="382904">
                <a:moveTo>
                  <a:pt x="240854" y="321564"/>
                </a:moveTo>
                <a:lnTo>
                  <a:pt x="213360" y="321564"/>
                </a:lnTo>
                <a:lnTo>
                  <a:pt x="213360" y="225552"/>
                </a:lnTo>
                <a:lnTo>
                  <a:pt x="240792" y="225552"/>
                </a:lnTo>
                <a:lnTo>
                  <a:pt x="240854" y="321564"/>
                </a:lnTo>
                <a:close/>
              </a:path>
              <a:path w="257810" h="382904">
                <a:moveTo>
                  <a:pt x="213360" y="379476"/>
                </a:moveTo>
                <a:lnTo>
                  <a:pt x="213360" y="332232"/>
                </a:lnTo>
                <a:lnTo>
                  <a:pt x="240941" y="332232"/>
                </a:lnTo>
                <a:lnTo>
                  <a:pt x="240982" y="337185"/>
                </a:lnTo>
                <a:lnTo>
                  <a:pt x="241434" y="353472"/>
                </a:lnTo>
                <a:lnTo>
                  <a:pt x="242315" y="365760"/>
                </a:lnTo>
                <a:lnTo>
                  <a:pt x="213360" y="37947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4" name="object 94"/>
          <p:cNvSpPr/>
          <p:nvPr/>
        </p:nvSpPr>
        <p:spPr>
          <a:xfrm>
            <a:off x="6373355" y="5416296"/>
            <a:ext cx="1290955" cy="407034"/>
          </a:xfrm>
          <a:custGeom>
            <a:avLst/>
            <a:gdLst/>
            <a:ahLst/>
            <a:cxnLst/>
            <a:rect l="l" t="t" r="r" b="b"/>
            <a:pathLst>
              <a:path w="1290954" h="407035">
                <a:moveTo>
                  <a:pt x="162102" y="54698"/>
                </a:moveTo>
                <a:lnTo>
                  <a:pt x="128968" y="17030"/>
                </a:lnTo>
                <a:lnTo>
                  <a:pt x="106680" y="3048"/>
                </a:lnTo>
                <a:lnTo>
                  <a:pt x="102108" y="7620"/>
                </a:lnTo>
                <a:lnTo>
                  <a:pt x="113538" y="23291"/>
                </a:lnTo>
                <a:lnTo>
                  <a:pt x="122682" y="38100"/>
                </a:lnTo>
                <a:lnTo>
                  <a:pt x="129540" y="51777"/>
                </a:lnTo>
                <a:lnTo>
                  <a:pt x="134112" y="64008"/>
                </a:lnTo>
                <a:lnTo>
                  <a:pt x="137160" y="76200"/>
                </a:lnTo>
                <a:lnTo>
                  <a:pt x="140208" y="82296"/>
                </a:lnTo>
                <a:lnTo>
                  <a:pt x="146304" y="82296"/>
                </a:lnTo>
                <a:lnTo>
                  <a:pt x="150876" y="77724"/>
                </a:lnTo>
                <a:lnTo>
                  <a:pt x="155448" y="71628"/>
                </a:lnTo>
                <a:lnTo>
                  <a:pt x="159194" y="66751"/>
                </a:lnTo>
                <a:lnTo>
                  <a:pt x="161353" y="61150"/>
                </a:lnTo>
                <a:lnTo>
                  <a:pt x="162102" y="54698"/>
                </a:lnTo>
                <a:close/>
              </a:path>
              <a:path w="1290954" h="407035">
                <a:moveTo>
                  <a:pt x="190500" y="143256"/>
                </a:moveTo>
                <a:lnTo>
                  <a:pt x="184950" y="138684"/>
                </a:lnTo>
                <a:lnTo>
                  <a:pt x="164592" y="121920"/>
                </a:lnTo>
                <a:lnTo>
                  <a:pt x="153924" y="136588"/>
                </a:lnTo>
                <a:lnTo>
                  <a:pt x="153924" y="149352"/>
                </a:lnTo>
                <a:lnTo>
                  <a:pt x="153924" y="207264"/>
                </a:lnTo>
                <a:lnTo>
                  <a:pt x="153924" y="217932"/>
                </a:lnTo>
                <a:lnTo>
                  <a:pt x="153924" y="274320"/>
                </a:lnTo>
                <a:lnTo>
                  <a:pt x="70104" y="274320"/>
                </a:lnTo>
                <a:lnTo>
                  <a:pt x="70104" y="217932"/>
                </a:lnTo>
                <a:lnTo>
                  <a:pt x="153924" y="217932"/>
                </a:lnTo>
                <a:lnTo>
                  <a:pt x="153924" y="207264"/>
                </a:lnTo>
                <a:lnTo>
                  <a:pt x="70104" y="207264"/>
                </a:lnTo>
                <a:lnTo>
                  <a:pt x="70104" y="149352"/>
                </a:lnTo>
                <a:lnTo>
                  <a:pt x="153924" y="149352"/>
                </a:lnTo>
                <a:lnTo>
                  <a:pt x="153924" y="136588"/>
                </a:lnTo>
                <a:lnTo>
                  <a:pt x="152400" y="138684"/>
                </a:lnTo>
                <a:lnTo>
                  <a:pt x="70104" y="138684"/>
                </a:lnTo>
                <a:lnTo>
                  <a:pt x="45720" y="123444"/>
                </a:lnTo>
                <a:lnTo>
                  <a:pt x="46850" y="136639"/>
                </a:lnTo>
                <a:lnTo>
                  <a:pt x="47815" y="151257"/>
                </a:lnTo>
                <a:lnTo>
                  <a:pt x="48514" y="167601"/>
                </a:lnTo>
                <a:lnTo>
                  <a:pt x="48768" y="185928"/>
                </a:lnTo>
                <a:lnTo>
                  <a:pt x="48768" y="336804"/>
                </a:lnTo>
                <a:lnTo>
                  <a:pt x="48514" y="347713"/>
                </a:lnTo>
                <a:lnTo>
                  <a:pt x="47879" y="361188"/>
                </a:lnTo>
                <a:lnTo>
                  <a:pt x="46850" y="380961"/>
                </a:lnTo>
                <a:lnTo>
                  <a:pt x="45720" y="403860"/>
                </a:lnTo>
                <a:lnTo>
                  <a:pt x="70104" y="393192"/>
                </a:lnTo>
                <a:lnTo>
                  <a:pt x="70104" y="284988"/>
                </a:lnTo>
                <a:lnTo>
                  <a:pt x="153924" y="284988"/>
                </a:lnTo>
                <a:lnTo>
                  <a:pt x="153924" y="361188"/>
                </a:lnTo>
                <a:lnTo>
                  <a:pt x="150876" y="367284"/>
                </a:lnTo>
                <a:lnTo>
                  <a:pt x="141732" y="367284"/>
                </a:lnTo>
                <a:lnTo>
                  <a:pt x="135445" y="368147"/>
                </a:lnTo>
                <a:lnTo>
                  <a:pt x="128016" y="368427"/>
                </a:lnTo>
                <a:lnTo>
                  <a:pt x="119443" y="368147"/>
                </a:lnTo>
                <a:lnTo>
                  <a:pt x="109728" y="367284"/>
                </a:lnTo>
                <a:lnTo>
                  <a:pt x="109728" y="373380"/>
                </a:lnTo>
                <a:lnTo>
                  <a:pt x="124904" y="377939"/>
                </a:lnTo>
                <a:lnTo>
                  <a:pt x="136207" y="384619"/>
                </a:lnTo>
                <a:lnTo>
                  <a:pt x="143814" y="393319"/>
                </a:lnTo>
                <a:lnTo>
                  <a:pt x="147828" y="403860"/>
                </a:lnTo>
                <a:lnTo>
                  <a:pt x="160718" y="395909"/>
                </a:lnTo>
                <a:lnTo>
                  <a:pt x="169735" y="385953"/>
                </a:lnTo>
                <a:lnTo>
                  <a:pt x="175056" y="374294"/>
                </a:lnTo>
                <a:lnTo>
                  <a:pt x="175831" y="368427"/>
                </a:lnTo>
                <a:lnTo>
                  <a:pt x="176784" y="361188"/>
                </a:lnTo>
                <a:lnTo>
                  <a:pt x="176784" y="284988"/>
                </a:lnTo>
                <a:lnTo>
                  <a:pt x="176784" y="274320"/>
                </a:lnTo>
                <a:lnTo>
                  <a:pt x="176784" y="217932"/>
                </a:lnTo>
                <a:lnTo>
                  <a:pt x="176784" y="207264"/>
                </a:lnTo>
                <a:lnTo>
                  <a:pt x="176784" y="152400"/>
                </a:lnTo>
                <a:lnTo>
                  <a:pt x="181356" y="149352"/>
                </a:lnTo>
                <a:lnTo>
                  <a:pt x="190500" y="143256"/>
                </a:lnTo>
                <a:close/>
              </a:path>
              <a:path w="1290954" h="407035">
                <a:moveTo>
                  <a:pt x="274320" y="152400"/>
                </a:moveTo>
                <a:lnTo>
                  <a:pt x="237744" y="137160"/>
                </a:lnTo>
                <a:lnTo>
                  <a:pt x="238633" y="156286"/>
                </a:lnTo>
                <a:lnTo>
                  <a:pt x="239077" y="179260"/>
                </a:lnTo>
                <a:lnTo>
                  <a:pt x="239255" y="205955"/>
                </a:lnTo>
                <a:lnTo>
                  <a:pt x="239204" y="274320"/>
                </a:lnTo>
                <a:lnTo>
                  <a:pt x="239077" y="294322"/>
                </a:lnTo>
                <a:lnTo>
                  <a:pt x="238633" y="318731"/>
                </a:lnTo>
                <a:lnTo>
                  <a:pt x="237744" y="339852"/>
                </a:lnTo>
                <a:lnTo>
                  <a:pt x="263652" y="327660"/>
                </a:lnTo>
                <a:lnTo>
                  <a:pt x="262775" y="314833"/>
                </a:lnTo>
                <a:lnTo>
                  <a:pt x="262318" y="301561"/>
                </a:lnTo>
                <a:lnTo>
                  <a:pt x="262229" y="294322"/>
                </a:lnTo>
                <a:lnTo>
                  <a:pt x="262128" y="164592"/>
                </a:lnTo>
                <a:lnTo>
                  <a:pt x="274320" y="152400"/>
                </a:lnTo>
                <a:close/>
              </a:path>
              <a:path w="1290954" h="407035">
                <a:moveTo>
                  <a:pt x="356616" y="132588"/>
                </a:moveTo>
                <a:lnTo>
                  <a:pt x="313944" y="109728"/>
                </a:lnTo>
                <a:lnTo>
                  <a:pt x="314833" y="125450"/>
                </a:lnTo>
                <a:lnTo>
                  <a:pt x="315277" y="142875"/>
                </a:lnTo>
                <a:lnTo>
                  <a:pt x="315404" y="156286"/>
                </a:lnTo>
                <a:lnTo>
                  <a:pt x="315493" y="348767"/>
                </a:lnTo>
                <a:lnTo>
                  <a:pt x="313372" y="355092"/>
                </a:lnTo>
                <a:lnTo>
                  <a:pt x="309257" y="359143"/>
                </a:lnTo>
                <a:lnTo>
                  <a:pt x="303352" y="361162"/>
                </a:lnTo>
                <a:lnTo>
                  <a:pt x="294398" y="361149"/>
                </a:lnTo>
                <a:lnTo>
                  <a:pt x="281368" y="360807"/>
                </a:lnTo>
                <a:lnTo>
                  <a:pt x="264058" y="359905"/>
                </a:lnTo>
                <a:lnTo>
                  <a:pt x="242316" y="358140"/>
                </a:lnTo>
                <a:lnTo>
                  <a:pt x="242316" y="365760"/>
                </a:lnTo>
                <a:lnTo>
                  <a:pt x="265468" y="372364"/>
                </a:lnTo>
                <a:lnTo>
                  <a:pt x="282321" y="380809"/>
                </a:lnTo>
                <a:lnTo>
                  <a:pt x="292900" y="391274"/>
                </a:lnTo>
                <a:lnTo>
                  <a:pt x="297180" y="403860"/>
                </a:lnTo>
                <a:lnTo>
                  <a:pt x="316039" y="395058"/>
                </a:lnTo>
                <a:lnTo>
                  <a:pt x="337108" y="361188"/>
                </a:lnTo>
                <a:lnTo>
                  <a:pt x="338328" y="146304"/>
                </a:lnTo>
                <a:lnTo>
                  <a:pt x="356616" y="132588"/>
                </a:lnTo>
                <a:close/>
              </a:path>
              <a:path w="1290954" h="407035">
                <a:moveTo>
                  <a:pt x="397764" y="96012"/>
                </a:moveTo>
                <a:lnTo>
                  <a:pt x="361188" y="59436"/>
                </a:lnTo>
                <a:lnTo>
                  <a:pt x="335280" y="85344"/>
                </a:lnTo>
                <a:lnTo>
                  <a:pt x="236220" y="85344"/>
                </a:lnTo>
                <a:lnTo>
                  <a:pt x="261518" y="56413"/>
                </a:lnTo>
                <a:lnTo>
                  <a:pt x="295490" y="27533"/>
                </a:lnTo>
                <a:lnTo>
                  <a:pt x="301752" y="24384"/>
                </a:lnTo>
                <a:lnTo>
                  <a:pt x="266700" y="0"/>
                </a:lnTo>
                <a:lnTo>
                  <a:pt x="259651" y="19240"/>
                </a:lnTo>
                <a:lnTo>
                  <a:pt x="255854" y="29146"/>
                </a:lnTo>
                <a:lnTo>
                  <a:pt x="251460" y="39624"/>
                </a:lnTo>
                <a:lnTo>
                  <a:pt x="245706" y="49339"/>
                </a:lnTo>
                <a:lnTo>
                  <a:pt x="239649" y="60198"/>
                </a:lnTo>
                <a:lnTo>
                  <a:pt x="233032" y="72199"/>
                </a:lnTo>
                <a:lnTo>
                  <a:pt x="225552" y="85344"/>
                </a:lnTo>
                <a:lnTo>
                  <a:pt x="0" y="85344"/>
                </a:lnTo>
                <a:lnTo>
                  <a:pt x="15240" y="100584"/>
                </a:lnTo>
                <a:lnTo>
                  <a:pt x="24676" y="98590"/>
                </a:lnTo>
                <a:lnTo>
                  <a:pt x="34671" y="97155"/>
                </a:lnTo>
                <a:lnTo>
                  <a:pt x="45250" y="96304"/>
                </a:lnTo>
                <a:lnTo>
                  <a:pt x="56388" y="96012"/>
                </a:lnTo>
                <a:lnTo>
                  <a:pt x="397764" y="96012"/>
                </a:lnTo>
                <a:close/>
              </a:path>
              <a:path w="1290954" h="407035">
                <a:moveTo>
                  <a:pt x="618756" y="38100"/>
                </a:moveTo>
                <a:lnTo>
                  <a:pt x="583704" y="12192"/>
                </a:lnTo>
                <a:lnTo>
                  <a:pt x="569671" y="45339"/>
                </a:lnTo>
                <a:lnTo>
                  <a:pt x="554939" y="76200"/>
                </a:lnTo>
                <a:lnTo>
                  <a:pt x="522744" y="131064"/>
                </a:lnTo>
                <a:lnTo>
                  <a:pt x="485216" y="177927"/>
                </a:lnTo>
                <a:lnTo>
                  <a:pt x="441972" y="217932"/>
                </a:lnTo>
                <a:lnTo>
                  <a:pt x="446544" y="222504"/>
                </a:lnTo>
                <a:lnTo>
                  <a:pt x="496836" y="187261"/>
                </a:lnTo>
                <a:lnTo>
                  <a:pt x="537984" y="146304"/>
                </a:lnTo>
                <a:lnTo>
                  <a:pt x="571703" y="99631"/>
                </a:lnTo>
                <a:lnTo>
                  <a:pt x="601992" y="47244"/>
                </a:lnTo>
                <a:lnTo>
                  <a:pt x="618756" y="38100"/>
                </a:lnTo>
                <a:close/>
              </a:path>
              <a:path w="1290954" h="407035">
                <a:moveTo>
                  <a:pt x="755916" y="187452"/>
                </a:moveTo>
                <a:lnTo>
                  <a:pt x="731532" y="163068"/>
                </a:lnTo>
                <a:lnTo>
                  <a:pt x="713244" y="181356"/>
                </a:lnTo>
                <a:lnTo>
                  <a:pt x="515124" y="181356"/>
                </a:lnTo>
                <a:lnTo>
                  <a:pt x="530364" y="195072"/>
                </a:lnTo>
                <a:lnTo>
                  <a:pt x="545604" y="192024"/>
                </a:lnTo>
                <a:lnTo>
                  <a:pt x="598944" y="192024"/>
                </a:lnTo>
                <a:lnTo>
                  <a:pt x="588657" y="248983"/>
                </a:lnTo>
                <a:lnTo>
                  <a:pt x="566940" y="304800"/>
                </a:lnTo>
                <a:lnTo>
                  <a:pt x="526935" y="356044"/>
                </a:lnTo>
                <a:lnTo>
                  <a:pt x="461784" y="399288"/>
                </a:lnTo>
                <a:lnTo>
                  <a:pt x="464832" y="406908"/>
                </a:lnTo>
                <a:lnTo>
                  <a:pt x="505714" y="386867"/>
                </a:lnTo>
                <a:lnTo>
                  <a:pt x="539318" y="365379"/>
                </a:lnTo>
                <a:lnTo>
                  <a:pt x="585228" y="316992"/>
                </a:lnTo>
                <a:lnTo>
                  <a:pt x="611517" y="260223"/>
                </a:lnTo>
                <a:lnTo>
                  <a:pt x="626376" y="192024"/>
                </a:lnTo>
                <a:lnTo>
                  <a:pt x="717816" y="192024"/>
                </a:lnTo>
                <a:lnTo>
                  <a:pt x="714387" y="251421"/>
                </a:lnTo>
                <a:lnTo>
                  <a:pt x="710958" y="296799"/>
                </a:lnTo>
                <a:lnTo>
                  <a:pt x="704100" y="344424"/>
                </a:lnTo>
                <a:lnTo>
                  <a:pt x="675449" y="364578"/>
                </a:lnTo>
                <a:lnTo>
                  <a:pt x="662762" y="363474"/>
                </a:lnTo>
                <a:lnTo>
                  <a:pt x="646353" y="361238"/>
                </a:lnTo>
                <a:lnTo>
                  <a:pt x="626376" y="358140"/>
                </a:lnTo>
                <a:lnTo>
                  <a:pt x="626376" y="365760"/>
                </a:lnTo>
                <a:lnTo>
                  <a:pt x="645782" y="372605"/>
                </a:lnTo>
                <a:lnTo>
                  <a:pt x="660476" y="381571"/>
                </a:lnTo>
                <a:lnTo>
                  <a:pt x="670306" y="392557"/>
                </a:lnTo>
                <a:lnTo>
                  <a:pt x="675144" y="405384"/>
                </a:lnTo>
                <a:lnTo>
                  <a:pt x="691756" y="398526"/>
                </a:lnTo>
                <a:lnTo>
                  <a:pt x="705243" y="389382"/>
                </a:lnTo>
                <a:lnTo>
                  <a:pt x="715860" y="377952"/>
                </a:lnTo>
                <a:lnTo>
                  <a:pt x="723709" y="364578"/>
                </a:lnTo>
                <a:lnTo>
                  <a:pt x="723912" y="364236"/>
                </a:lnTo>
                <a:lnTo>
                  <a:pt x="730199" y="343433"/>
                </a:lnTo>
                <a:lnTo>
                  <a:pt x="735342" y="308610"/>
                </a:lnTo>
                <a:lnTo>
                  <a:pt x="739330" y="260223"/>
                </a:lnTo>
                <a:lnTo>
                  <a:pt x="742200" y="198120"/>
                </a:lnTo>
                <a:lnTo>
                  <a:pt x="750036" y="192024"/>
                </a:lnTo>
                <a:lnTo>
                  <a:pt x="755916" y="187452"/>
                </a:lnTo>
                <a:close/>
              </a:path>
              <a:path w="1290954" h="407035">
                <a:moveTo>
                  <a:pt x="845832" y="181356"/>
                </a:moveTo>
                <a:lnTo>
                  <a:pt x="798969" y="165163"/>
                </a:lnTo>
                <a:lnTo>
                  <a:pt x="754392" y="134112"/>
                </a:lnTo>
                <a:lnTo>
                  <a:pt x="716864" y="87439"/>
                </a:lnTo>
                <a:lnTo>
                  <a:pt x="691908" y="25908"/>
                </a:lnTo>
                <a:lnTo>
                  <a:pt x="705624" y="16764"/>
                </a:lnTo>
                <a:lnTo>
                  <a:pt x="672096" y="3048"/>
                </a:lnTo>
                <a:lnTo>
                  <a:pt x="689813" y="68580"/>
                </a:lnTo>
                <a:lnTo>
                  <a:pt x="717816" y="124968"/>
                </a:lnTo>
                <a:lnTo>
                  <a:pt x="757821" y="172021"/>
                </a:lnTo>
                <a:lnTo>
                  <a:pt x="809256" y="208788"/>
                </a:lnTo>
                <a:lnTo>
                  <a:pt x="815822" y="200507"/>
                </a:lnTo>
                <a:lnTo>
                  <a:pt x="824115" y="193929"/>
                </a:lnTo>
                <a:lnTo>
                  <a:pt x="834110" y="189077"/>
                </a:lnTo>
                <a:lnTo>
                  <a:pt x="845832" y="185928"/>
                </a:lnTo>
                <a:lnTo>
                  <a:pt x="845832" y="181356"/>
                </a:lnTo>
                <a:close/>
              </a:path>
              <a:path w="1290954" h="407035">
                <a:moveTo>
                  <a:pt x="1106436" y="48768"/>
                </a:moveTo>
                <a:lnTo>
                  <a:pt x="1079004" y="16764"/>
                </a:lnTo>
                <a:lnTo>
                  <a:pt x="1057668" y="38100"/>
                </a:lnTo>
                <a:lnTo>
                  <a:pt x="1007376" y="38100"/>
                </a:lnTo>
                <a:lnTo>
                  <a:pt x="1007376" y="48768"/>
                </a:lnTo>
                <a:lnTo>
                  <a:pt x="1007376" y="103632"/>
                </a:lnTo>
                <a:lnTo>
                  <a:pt x="982992" y="103632"/>
                </a:lnTo>
                <a:lnTo>
                  <a:pt x="982992" y="48768"/>
                </a:lnTo>
                <a:lnTo>
                  <a:pt x="1007376" y="48768"/>
                </a:lnTo>
                <a:lnTo>
                  <a:pt x="1007376" y="38100"/>
                </a:lnTo>
                <a:lnTo>
                  <a:pt x="882408" y="38100"/>
                </a:lnTo>
                <a:lnTo>
                  <a:pt x="897648" y="53340"/>
                </a:lnTo>
                <a:lnTo>
                  <a:pt x="907948" y="51346"/>
                </a:lnTo>
                <a:lnTo>
                  <a:pt x="918413" y="49911"/>
                </a:lnTo>
                <a:lnTo>
                  <a:pt x="929144" y="49060"/>
                </a:lnTo>
                <a:lnTo>
                  <a:pt x="940320" y="48768"/>
                </a:lnTo>
                <a:lnTo>
                  <a:pt x="961656" y="48768"/>
                </a:lnTo>
                <a:lnTo>
                  <a:pt x="961656" y="103632"/>
                </a:lnTo>
                <a:lnTo>
                  <a:pt x="961656" y="114300"/>
                </a:lnTo>
                <a:lnTo>
                  <a:pt x="959916" y="153454"/>
                </a:lnTo>
                <a:lnTo>
                  <a:pt x="954608" y="186309"/>
                </a:lnTo>
                <a:lnTo>
                  <a:pt x="945578" y="212890"/>
                </a:lnTo>
                <a:lnTo>
                  <a:pt x="932700" y="233172"/>
                </a:lnTo>
                <a:lnTo>
                  <a:pt x="932700" y="114300"/>
                </a:lnTo>
                <a:lnTo>
                  <a:pt x="961656" y="114300"/>
                </a:lnTo>
                <a:lnTo>
                  <a:pt x="961656" y="103632"/>
                </a:lnTo>
                <a:lnTo>
                  <a:pt x="932700" y="103632"/>
                </a:lnTo>
                <a:lnTo>
                  <a:pt x="908316" y="89916"/>
                </a:lnTo>
                <a:lnTo>
                  <a:pt x="909193" y="121310"/>
                </a:lnTo>
                <a:lnTo>
                  <a:pt x="909650" y="158115"/>
                </a:lnTo>
                <a:lnTo>
                  <a:pt x="909751" y="186309"/>
                </a:lnTo>
                <a:lnTo>
                  <a:pt x="909650" y="334518"/>
                </a:lnTo>
                <a:lnTo>
                  <a:pt x="909193" y="369912"/>
                </a:lnTo>
                <a:lnTo>
                  <a:pt x="908316" y="399288"/>
                </a:lnTo>
                <a:lnTo>
                  <a:pt x="932700" y="391668"/>
                </a:lnTo>
                <a:lnTo>
                  <a:pt x="932700" y="355092"/>
                </a:lnTo>
                <a:lnTo>
                  <a:pt x="1057668" y="355092"/>
                </a:lnTo>
                <a:lnTo>
                  <a:pt x="1057668" y="397764"/>
                </a:lnTo>
                <a:lnTo>
                  <a:pt x="1082052" y="385572"/>
                </a:lnTo>
                <a:lnTo>
                  <a:pt x="1081303" y="358140"/>
                </a:lnTo>
                <a:lnTo>
                  <a:pt x="1081265" y="355092"/>
                </a:lnTo>
                <a:lnTo>
                  <a:pt x="1081151" y="344424"/>
                </a:lnTo>
                <a:lnTo>
                  <a:pt x="1080846" y="317906"/>
                </a:lnTo>
                <a:lnTo>
                  <a:pt x="1080681" y="278892"/>
                </a:lnTo>
                <a:lnTo>
                  <a:pt x="1080630" y="268224"/>
                </a:lnTo>
                <a:lnTo>
                  <a:pt x="1080554" y="210312"/>
                </a:lnTo>
                <a:lnTo>
                  <a:pt x="1080528" y="120396"/>
                </a:lnTo>
                <a:lnTo>
                  <a:pt x="1087488" y="114300"/>
                </a:lnTo>
                <a:lnTo>
                  <a:pt x="1092720" y="109728"/>
                </a:lnTo>
                <a:lnTo>
                  <a:pt x="1085748" y="103632"/>
                </a:lnTo>
                <a:lnTo>
                  <a:pt x="1068336" y="88392"/>
                </a:lnTo>
                <a:lnTo>
                  <a:pt x="1057668" y="101727"/>
                </a:lnTo>
                <a:lnTo>
                  <a:pt x="1057668" y="114300"/>
                </a:lnTo>
                <a:lnTo>
                  <a:pt x="1057668" y="210312"/>
                </a:lnTo>
                <a:lnTo>
                  <a:pt x="1057668" y="230124"/>
                </a:lnTo>
                <a:lnTo>
                  <a:pt x="1057668" y="268224"/>
                </a:lnTo>
                <a:lnTo>
                  <a:pt x="1057668" y="278892"/>
                </a:lnTo>
                <a:lnTo>
                  <a:pt x="1057668" y="344424"/>
                </a:lnTo>
                <a:lnTo>
                  <a:pt x="932700" y="344424"/>
                </a:lnTo>
                <a:lnTo>
                  <a:pt x="932700" y="278892"/>
                </a:lnTo>
                <a:lnTo>
                  <a:pt x="1057668" y="278892"/>
                </a:lnTo>
                <a:lnTo>
                  <a:pt x="1057668" y="268224"/>
                </a:lnTo>
                <a:lnTo>
                  <a:pt x="932700" y="268224"/>
                </a:lnTo>
                <a:lnTo>
                  <a:pt x="932700" y="243840"/>
                </a:lnTo>
                <a:lnTo>
                  <a:pt x="943495" y="233172"/>
                </a:lnTo>
                <a:lnTo>
                  <a:pt x="954697" y="222110"/>
                </a:lnTo>
                <a:lnTo>
                  <a:pt x="970419" y="193357"/>
                </a:lnTo>
                <a:lnTo>
                  <a:pt x="979843" y="157480"/>
                </a:lnTo>
                <a:lnTo>
                  <a:pt x="982992" y="114300"/>
                </a:lnTo>
                <a:lnTo>
                  <a:pt x="1007376" y="114300"/>
                </a:lnTo>
                <a:lnTo>
                  <a:pt x="1007491" y="205740"/>
                </a:lnTo>
                <a:lnTo>
                  <a:pt x="1033284" y="230124"/>
                </a:lnTo>
                <a:lnTo>
                  <a:pt x="1057668" y="230124"/>
                </a:lnTo>
                <a:lnTo>
                  <a:pt x="1057668" y="210312"/>
                </a:lnTo>
                <a:lnTo>
                  <a:pt x="1031760" y="210312"/>
                </a:lnTo>
                <a:lnTo>
                  <a:pt x="1028712" y="205740"/>
                </a:lnTo>
                <a:lnTo>
                  <a:pt x="1028712" y="114300"/>
                </a:lnTo>
                <a:lnTo>
                  <a:pt x="1057668" y="114300"/>
                </a:lnTo>
                <a:lnTo>
                  <a:pt x="1057668" y="101727"/>
                </a:lnTo>
                <a:lnTo>
                  <a:pt x="1056144" y="103632"/>
                </a:lnTo>
                <a:lnTo>
                  <a:pt x="1028712" y="103632"/>
                </a:lnTo>
                <a:lnTo>
                  <a:pt x="1028712" y="48768"/>
                </a:lnTo>
                <a:lnTo>
                  <a:pt x="1106436" y="48768"/>
                </a:lnTo>
                <a:close/>
              </a:path>
              <a:path w="1290954" h="407035">
                <a:moveTo>
                  <a:pt x="1290840" y="358140"/>
                </a:moveTo>
                <a:lnTo>
                  <a:pt x="1270546" y="324993"/>
                </a:lnTo>
                <a:lnTo>
                  <a:pt x="1267980" y="280416"/>
                </a:lnTo>
                <a:lnTo>
                  <a:pt x="1260360" y="280416"/>
                </a:lnTo>
                <a:lnTo>
                  <a:pt x="1259192" y="302666"/>
                </a:lnTo>
                <a:lnTo>
                  <a:pt x="1257884" y="321183"/>
                </a:lnTo>
                <a:lnTo>
                  <a:pt x="1256284" y="335711"/>
                </a:lnTo>
                <a:lnTo>
                  <a:pt x="1254264" y="345948"/>
                </a:lnTo>
                <a:lnTo>
                  <a:pt x="1252740" y="358140"/>
                </a:lnTo>
                <a:lnTo>
                  <a:pt x="1246644" y="364236"/>
                </a:lnTo>
                <a:lnTo>
                  <a:pt x="1167396" y="364236"/>
                </a:lnTo>
                <a:lnTo>
                  <a:pt x="1155395" y="362483"/>
                </a:lnTo>
                <a:lnTo>
                  <a:pt x="1146822" y="356997"/>
                </a:lnTo>
                <a:lnTo>
                  <a:pt x="1141679" y="347522"/>
                </a:lnTo>
                <a:lnTo>
                  <a:pt x="1139964" y="333756"/>
                </a:lnTo>
                <a:lnTo>
                  <a:pt x="1139964" y="173736"/>
                </a:lnTo>
                <a:lnTo>
                  <a:pt x="1232928" y="173736"/>
                </a:lnTo>
                <a:lnTo>
                  <a:pt x="1232928" y="198120"/>
                </a:lnTo>
                <a:lnTo>
                  <a:pt x="1257312" y="187452"/>
                </a:lnTo>
                <a:lnTo>
                  <a:pt x="1257173" y="173736"/>
                </a:lnTo>
                <a:lnTo>
                  <a:pt x="1257071" y="163068"/>
                </a:lnTo>
                <a:lnTo>
                  <a:pt x="1256550" y="132397"/>
                </a:lnTo>
                <a:lnTo>
                  <a:pt x="1256017" y="95948"/>
                </a:lnTo>
                <a:lnTo>
                  <a:pt x="1255788" y="53340"/>
                </a:lnTo>
                <a:lnTo>
                  <a:pt x="1261884" y="48768"/>
                </a:lnTo>
                <a:lnTo>
                  <a:pt x="1267980" y="44196"/>
                </a:lnTo>
                <a:lnTo>
                  <a:pt x="1242072" y="22860"/>
                </a:lnTo>
                <a:lnTo>
                  <a:pt x="1229880" y="38100"/>
                </a:lnTo>
                <a:lnTo>
                  <a:pt x="1107960" y="38100"/>
                </a:lnTo>
                <a:lnTo>
                  <a:pt x="1124724" y="53340"/>
                </a:lnTo>
                <a:lnTo>
                  <a:pt x="1134148" y="51346"/>
                </a:lnTo>
                <a:lnTo>
                  <a:pt x="1144155" y="49911"/>
                </a:lnTo>
                <a:lnTo>
                  <a:pt x="1154722" y="49060"/>
                </a:lnTo>
                <a:lnTo>
                  <a:pt x="1165872" y="48768"/>
                </a:lnTo>
                <a:lnTo>
                  <a:pt x="1232928" y="48768"/>
                </a:lnTo>
                <a:lnTo>
                  <a:pt x="1232928" y="163068"/>
                </a:lnTo>
                <a:lnTo>
                  <a:pt x="1139964" y="163068"/>
                </a:lnTo>
                <a:lnTo>
                  <a:pt x="1115580" y="147828"/>
                </a:lnTo>
                <a:lnTo>
                  <a:pt x="1116457" y="175285"/>
                </a:lnTo>
                <a:lnTo>
                  <a:pt x="1116914" y="216598"/>
                </a:lnTo>
                <a:lnTo>
                  <a:pt x="1117079" y="271919"/>
                </a:lnTo>
                <a:lnTo>
                  <a:pt x="1117104" y="341376"/>
                </a:lnTo>
                <a:lnTo>
                  <a:pt x="1119073" y="360451"/>
                </a:lnTo>
                <a:lnTo>
                  <a:pt x="1127201" y="373951"/>
                </a:lnTo>
                <a:lnTo>
                  <a:pt x="1141310" y="381457"/>
                </a:lnTo>
                <a:lnTo>
                  <a:pt x="1161300" y="382524"/>
                </a:lnTo>
                <a:lnTo>
                  <a:pt x="1251216" y="382524"/>
                </a:lnTo>
                <a:lnTo>
                  <a:pt x="1264043" y="381723"/>
                </a:lnTo>
                <a:lnTo>
                  <a:pt x="1275029" y="377190"/>
                </a:lnTo>
                <a:lnTo>
                  <a:pt x="1283995" y="369239"/>
                </a:lnTo>
                <a:lnTo>
                  <a:pt x="1287081" y="364236"/>
                </a:lnTo>
                <a:lnTo>
                  <a:pt x="1290840" y="35814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5" name="object 95"/>
          <p:cNvSpPr/>
          <p:nvPr/>
        </p:nvSpPr>
        <p:spPr>
          <a:xfrm>
            <a:off x="7737347" y="5416296"/>
            <a:ext cx="356870" cy="402590"/>
          </a:xfrm>
          <a:custGeom>
            <a:avLst/>
            <a:gdLst/>
            <a:ahLst/>
            <a:cxnLst/>
            <a:rect l="l" t="t" r="r" b="b"/>
            <a:pathLst>
              <a:path w="356870" h="402589">
                <a:moveTo>
                  <a:pt x="53340" y="89916"/>
                </a:moveTo>
                <a:lnTo>
                  <a:pt x="42672" y="89916"/>
                </a:lnTo>
                <a:lnTo>
                  <a:pt x="50696" y="62793"/>
                </a:lnTo>
                <a:lnTo>
                  <a:pt x="56578" y="38671"/>
                </a:lnTo>
                <a:lnTo>
                  <a:pt x="60459" y="17692"/>
                </a:lnTo>
                <a:lnTo>
                  <a:pt x="62484" y="0"/>
                </a:lnTo>
                <a:lnTo>
                  <a:pt x="100584" y="21336"/>
                </a:lnTo>
                <a:lnTo>
                  <a:pt x="91487" y="28408"/>
                </a:lnTo>
                <a:lnTo>
                  <a:pt x="80391" y="42481"/>
                </a:lnTo>
                <a:lnTo>
                  <a:pt x="67579" y="63126"/>
                </a:lnTo>
                <a:lnTo>
                  <a:pt x="53340" y="89916"/>
                </a:lnTo>
                <a:close/>
              </a:path>
              <a:path w="356870" h="402589">
                <a:moveTo>
                  <a:pt x="147828" y="192024"/>
                </a:moveTo>
                <a:lnTo>
                  <a:pt x="141732" y="187452"/>
                </a:lnTo>
                <a:lnTo>
                  <a:pt x="158877" y="160615"/>
                </a:lnTo>
                <a:lnTo>
                  <a:pt x="173736" y="135064"/>
                </a:lnTo>
                <a:lnTo>
                  <a:pt x="196596" y="88392"/>
                </a:lnTo>
                <a:lnTo>
                  <a:pt x="211264" y="44958"/>
                </a:lnTo>
                <a:lnTo>
                  <a:pt x="222503" y="1524"/>
                </a:lnTo>
                <a:lnTo>
                  <a:pt x="260603" y="24384"/>
                </a:lnTo>
                <a:lnTo>
                  <a:pt x="252864" y="32146"/>
                </a:lnTo>
                <a:lnTo>
                  <a:pt x="243268" y="46482"/>
                </a:lnTo>
                <a:lnTo>
                  <a:pt x="231671" y="67675"/>
                </a:lnTo>
                <a:lnTo>
                  <a:pt x="217932" y="96012"/>
                </a:lnTo>
                <a:lnTo>
                  <a:pt x="350520" y="96012"/>
                </a:lnTo>
                <a:lnTo>
                  <a:pt x="356616" y="102108"/>
                </a:lnTo>
                <a:lnTo>
                  <a:pt x="350901" y="106680"/>
                </a:lnTo>
                <a:lnTo>
                  <a:pt x="213360" y="106680"/>
                </a:lnTo>
                <a:lnTo>
                  <a:pt x="197977" y="130730"/>
                </a:lnTo>
                <a:lnTo>
                  <a:pt x="181737" y="152781"/>
                </a:lnTo>
                <a:lnTo>
                  <a:pt x="164925" y="173116"/>
                </a:lnTo>
                <a:lnTo>
                  <a:pt x="147828" y="192024"/>
                </a:lnTo>
                <a:close/>
              </a:path>
              <a:path w="356870" h="402589">
                <a:moveTo>
                  <a:pt x="144780" y="89916"/>
                </a:moveTo>
                <a:lnTo>
                  <a:pt x="111252" y="89916"/>
                </a:lnTo>
                <a:lnTo>
                  <a:pt x="128016" y="73152"/>
                </a:lnTo>
                <a:lnTo>
                  <a:pt x="144780" y="89916"/>
                </a:lnTo>
                <a:close/>
              </a:path>
              <a:path w="356870" h="402589">
                <a:moveTo>
                  <a:pt x="0" y="397764"/>
                </a:moveTo>
                <a:lnTo>
                  <a:pt x="834" y="359664"/>
                </a:lnTo>
                <a:lnTo>
                  <a:pt x="935" y="352615"/>
                </a:lnTo>
                <a:lnTo>
                  <a:pt x="1333" y="316992"/>
                </a:lnTo>
                <a:lnTo>
                  <a:pt x="1423" y="176784"/>
                </a:lnTo>
                <a:lnTo>
                  <a:pt x="1309" y="152781"/>
                </a:lnTo>
                <a:lnTo>
                  <a:pt x="881" y="114704"/>
                </a:lnTo>
                <a:lnTo>
                  <a:pt x="0" y="74676"/>
                </a:lnTo>
                <a:lnTo>
                  <a:pt x="25908" y="89916"/>
                </a:lnTo>
                <a:lnTo>
                  <a:pt x="144780" y="89916"/>
                </a:lnTo>
                <a:lnTo>
                  <a:pt x="153924" y="99060"/>
                </a:lnTo>
                <a:lnTo>
                  <a:pt x="151828" y="100584"/>
                </a:lnTo>
                <a:lnTo>
                  <a:pt x="24384" y="100584"/>
                </a:lnTo>
                <a:lnTo>
                  <a:pt x="24384" y="211836"/>
                </a:lnTo>
                <a:lnTo>
                  <a:pt x="137205" y="211836"/>
                </a:lnTo>
                <a:lnTo>
                  <a:pt x="137219" y="222504"/>
                </a:lnTo>
                <a:lnTo>
                  <a:pt x="24384" y="222504"/>
                </a:lnTo>
                <a:lnTo>
                  <a:pt x="24384" y="344424"/>
                </a:lnTo>
                <a:lnTo>
                  <a:pt x="137914" y="344424"/>
                </a:lnTo>
                <a:lnTo>
                  <a:pt x="137940" y="346850"/>
                </a:lnTo>
                <a:lnTo>
                  <a:pt x="138137" y="355092"/>
                </a:lnTo>
                <a:lnTo>
                  <a:pt x="24384" y="355092"/>
                </a:lnTo>
                <a:lnTo>
                  <a:pt x="24384" y="384048"/>
                </a:lnTo>
                <a:lnTo>
                  <a:pt x="0" y="397764"/>
                </a:lnTo>
                <a:close/>
              </a:path>
              <a:path w="356870" h="402589">
                <a:moveTo>
                  <a:pt x="350520" y="96012"/>
                </a:moveTo>
                <a:lnTo>
                  <a:pt x="310896" y="96012"/>
                </a:lnTo>
                <a:lnTo>
                  <a:pt x="330708" y="76200"/>
                </a:lnTo>
                <a:lnTo>
                  <a:pt x="350520" y="96012"/>
                </a:lnTo>
                <a:close/>
              </a:path>
              <a:path w="356870" h="402589">
                <a:moveTo>
                  <a:pt x="137205" y="211836"/>
                </a:moveTo>
                <a:lnTo>
                  <a:pt x="114300" y="211836"/>
                </a:lnTo>
                <a:lnTo>
                  <a:pt x="114300" y="100584"/>
                </a:lnTo>
                <a:lnTo>
                  <a:pt x="151828" y="100584"/>
                </a:lnTo>
                <a:lnTo>
                  <a:pt x="137160" y="111252"/>
                </a:lnTo>
                <a:lnTo>
                  <a:pt x="137205" y="211836"/>
                </a:lnTo>
                <a:close/>
              </a:path>
              <a:path w="356870" h="402589">
                <a:moveTo>
                  <a:pt x="327107" y="359664"/>
                </a:moveTo>
                <a:lnTo>
                  <a:pt x="283464" y="359664"/>
                </a:lnTo>
                <a:lnTo>
                  <a:pt x="291750" y="357925"/>
                </a:lnTo>
                <a:lnTo>
                  <a:pt x="298323" y="352615"/>
                </a:lnTo>
                <a:lnTo>
                  <a:pt x="308586" y="305562"/>
                </a:lnTo>
                <a:lnTo>
                  <a:pt x="310705" y="259842"/>
                </a:lnTo>
                <a:lnTo>
                  <a:pt x="312528" y="193929"/>
                </a:lnTo>
                <a:lnTo>
                  <a:pt x="313944" y="106680"/>
                </a:lnTo>
                <a:lnTo>
                  <a:pt x="350901" y="106680"/>
                </a:lnTo>
                <a:lnTo>
                  <a:pt x="341376" y="114300"/>
                </a:lnTo>
                <a:lnTo>
                  <a:pt x="339535" y="188719"/>
                </a:lnTo>
                <a:lnTo>
                  <a:pt x="337620" y="249167"/>
                </a:lnTo>
                <a:lnTo>
                  <a:pt x="335560" y="295570"/>
                </a:lnTo>
                <a:lnTo>
                  <a:pt x="333280" y="327855"/>
                </a:lnTo>
                <a:lnTo>
                  <a:pt x="330708" y="345948"/>
                </a:lnTo>
                <a:lnTo>
                  <a:pt x="327874" y="357663"/>
                </a:lnTo>
                <a:lnTo>
                  <a:pt x="327107" y="359664"/>
                </a:lnTo>
                <a:close/>
              </a:path>
              <a:path w="356870" h="402589">
                <a:moveTo>
                  <a:pt x="231648" y="269748"/>
                </a:moveTo>
                <a:lnTo>
                  <a:pt x="230124" y="269748"/>
                </a:lnTo>
                <a:lnTo>
                  <a:pt x="226742" y="268295"/>
                </a:lnTo>
                <a:lnTo>
                  <a:pt x="223647" y="263842"/>
                </a:lnTo>
                <a:lnTo>
                  <a:pt x="221122" y="256246"/>
                </a:lnTo>
                <a:lnTo>
                  <a:pt x="219456" y="245364"/>
                </a:lnTo>
                <a:lnTo>
                  <a:pt x="214884" y="228219"/>
                </a:lnTo>
                <a:lnTo>
                  <a:pt x="208026" y="211074"/>
                </a:lnTo>
                <a:lnTo>
                  <a:pt x="198882" y="193929"/>
                </a:lnTo>
                <a:lnTo>
                  <a:pt x="187452" y="176784"/>
                </a:lnTo>
                <a:lnTo>
                  <a:pt x="190500" y="172212"/>
                </a:lnTo>
                <a:lnTo>
                  <a:pt x="224028" y="199644"/>
                </a:lnTo>
                <a:lnTo>
                  <a:pt x="243840" y="228600"/>
                </a:lnTo>
                <a:lnTo>
                  <a:pt x="246888" y="234696"/>
                </a:lnTo>
                <a:lnTo>
                  <a:pt x="246888" y="248412"/>
                </a:lnTo>
                <a:lnTo>
                  <a:pt x="243840" y="254508"/>
                </a:lnTo>
                <a:lnTo>
                  <a:pt x="234696" y="266700"/>
                </a:lnTo>
                <a:lnTo>
                  <a:pt x="231648" y="269748"/>
                </a:lnTo>
                <a:close/>
              </a:path>
              <a:path w="356870" h="402589">
                <a:moveTo>
                  <a:pt x="137914" y="344424"/>
                </a:moveTo>
                <a:lnTo>
                  <a:pt x="114300" y="344424"/>
                </a:lnTo>
                <a:lnTo>
                  <a:pt x="114300" y="222504"/>
                </a:lnTo>
                <a:lnTo>
                  <a:pt x="137219" y="222504"/>
                </a:lnTo>
                <a:lnTo>
                  <a:pt x="137337" y="269748"/>
                </a:lnTo>
                <a:lnTo>
                  <a:pt x="137498" y="305562"/>
                </a:lnTo>
                <a:lnTo>
                  <a:pt x="137914" y="344424"/>
                </a:lnTo>
                <a:close/>
              </a:path>
              <a:path w="356870" h="402589">
                <a:moveTo>
                  <a:pt x="277367" y="402336"/>
                </a:moveTo>
                <a:lnTo>
                  <a:pt x="271129" y="388596"/>
                </a:lnTo>
                <a:lnTo>
                  <a:pt x="259461" y="376999"/>
                </a:lnTo>
                <a:lnTo>
                  <a:pt x="242649" y="367403"/>
                </a:lnTo>
                <a:lnTo>
                  <a:pt x="220979" y="359664"/>
                </a:lnTo>
                <a:lnTo>
                  <a:pt x="220979" y="352044"/>
                </a:lnTo>
                <a:lnTo>
                  <a:pt x="241030" y="355163"/>
                </a:lnTo>
                <a:lnTo>
                  <a:pt x="257937" y="357568"/>
                </a:lnTo>
                <a:lnTo>
                  <a:pt x="271986" y="359116"/>
                </a:lnTo>
                <a:lnTo>
                  <a:pt x="283464" y="359664"/>
                </a:lnTo>
                <a:lnTo>
                  <a:pt x="327107" y="359664"/>
                </a:lnTo>
                <a:lnTo>
                  <a:pt x="324040" y="367665"/>
                </a:lnTo>
                <a:lnTo>
                  <a:pt x="289023" y="397764"/>
                </a:lnTo>
                <a:lnTo>
                  <a:pt x="277367" y="402336"/>
                </a:lnTo>
                <a:close/>
              </a:path>
              <a:path w="356870" h="402589">
                <a:moveTo>
                  <a:pt x="114300" y="391668"/>
                </a:moveTo>
                <a:lnTo>
                  <a:pt x="114300" y="355092"/>
                </a:lnTo>
                <a:lnTo>
                  <a:pt x="138137" y="355092"/>
                </a:lnTo>
                <a:lnTo>
                  <a:pt x="138684" y="377952"/>
                </a:lnTo>
                <a:lnTo>
                  <a:pt x="114300" y="39166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6" name="object 96"/>
          <p:cNvSpPr/>
          <p:nvPr/>
        </p:nvSpPr>
        <p:spPr>
          <a:xfrm>
            <a:off x="8167116" y="5426963"/>
            <a:ext cx="378460" cy="387350"/>
          </a:xfrm>
          <a:custGeom>
            <a:avLst/>
            <a:gdLst/>
            <a:ahLst/>
            <a:cxnLst/>
            <a:rect l="l" t="t" r="r" b="b"/>
            <a:pathLst>
              <a:path w="378459" h="387350">
                <a:moveTo>
                  <a:pt x="347916" y="25908"/>
                </a:moveTo>
                <a:lnTo>
                  <a:pt x="297180" y="25908"/>
                </a:lnTo>
                <a:lnTo>
                  <a:pt x="323088" y="0"/>
                </a:lnTo>
                <a:lnTo>
                  <a:pt x="347916" y="25908"/>
                </a:lnTo>
                <a:close/>
              </a:path>
              <a:path w="378459" h="387350">
                <a:moveTo>
                  <a:pt x="24384" y="387095"/>
                </a:moveTo>
                <a:lnTo>
                  <a:pt x="0" y="367284"/>
                </a:lnTo>
                <a:lnTo>
                  <a:pt x="9144" y="356616"/>
                </a:lnTo>
                <a:lnTo>
                  <a:pt x="9120" y="51149"/>
                </a:lnTo>
                <a:lnTo>
                  <a:pt x="8958" y="38100"/>
                </a:lnTo>
                <a:lnTo>
                  <a:pt x="8501" y="23717"/>
                </a:lnTo>
                <a:lnTo>
                  <a:pt x="7620" y="9144"/>
                </a:lnTo>
                <a:lnTo>
                  <a:pt x="33528" y="25908"/>
                </a:lnTo>
                <a:lnTo>
                  <a:pt x="347916" y="25908"/>
                </a:lnTo>
                <a:lnTo>
                  <a:pt x="358140" y="36576"/>
                </a:lnTo>
                <a:lnTo>
                  <a:pt x="33528" y="36576"/>
                </a:lnTo>
                <a:lnTo>
                  <a:pt x="33528" y="361188"/>
                </a:lnTo>
                <a:lnTo>
                  <a:pt x="367728" y="361188"/>
                </a:lnTo>
                <a:lnTo>
                  <a:pt x="377952" y="371856"/>
                </a:lnTo>
                <a:lnTo>
                  <a:pt x="36576" y="371856"/>
                </a:lnTo>
                <a:lnTo>
                  <a:pt x="24384" y="387095"/>
                </a:lnTo>
                <a:close/>
              </a:path>
              <a:path w="378459" h="387350">
                <a:moveTo>
                  <a:pt x="74676" y="190500"/>
                </a:moveTo>
                <a:lnTo>
                  <a:pt x="68580" y="187451"/>
                </a:lnTo>
                <a:lnTo>
                  <a:pt x="79700" y="172259"/>
                </a:lnTo>
                <a:lnTo>
                  <a:pt x="90106" y="156210"/>
                </a:lnTo>
                <a:lnTo>
                  <a:pt x="108204" y="120396"/>
                </a:lnTo>
                <a:lnTo>
                  <a:pt x="123253" y="81534"/>
                </a:lnTo>
                <a:lnTo>
                  <a:pt x="132588" y="38100"/>
                </a:lnTo>
                <a:lnTo>
                  <a:pt x="167640" y="54864"/>
                </a:lnTo>
                <a:lnTo>
                  <a:pt x="145946" y="86987"/>
                </a:lnTo>
                <a:lnTo>
                  <a:pt x="142684" y="94297"/>
                </a:lnTo>
                <a:lnTo>
                  <a:pt x="139628" y="101536"/>
                </a:lnTo>
                <a:lnTo>
                  <a:pt x="137160" y="108204"/>
                </a:lnTo>
                <a:lnTo>
                  <a:pt x="310460" y="108204"/>
                </a:lnTo>
                <a:lnTo>
                  <a:pt x="320040" y="117348"/>
                </a:lnTo>
                <a:lnTo>
                  <a:pt x="132588" y="117348"/>
                </a:lnTo>
                <a:lnTo>
                  <a:pt x="120324" y="138207"/>
                </a:lnTo>
                <a:lnTo>
                  <a:pt x="106489" y="157353"/>
                </a:lnTo>
                <a:lnTo>
                  <a:pt x="91225" y="174783"/>
                </a:lnTo>
                <a:lnTo>
                  <a:pt x="74676" y="190500"/>
                </a:lnTo>
                <a:close/>
              </a:path>
              <a:path w="378459" h="387350">
                <a:moveTo>
                  <a:pt x="310460" y="108204"/>
                </a:moveTo>
                <a:lnTo>
                  <a:pt x="263652" y="108204"/>
                </a:lnTo>
                <a:lnTo>
                  <a:pt x="286511" y="85344"/>
                </a:lnTo>
                <a:lnTo>
                  <a:pt x="310460" y="108204"/>
                </a:lnTo>
                <a:close/>
              </a:path>
              <a:path w="378459" h="387350">
                <a:moveTo>
                  <a:pt x="207264" y="201168"/>
                </a:moveTo>
                <a:lnTo>
                  <a:pt x="184404" y="201168"/>
                </a:lnTo>
                <a:lnTo>
                  <a:pt x="185588" y="178308"/>
                </a:lnTo>
                <a:lnTo>
                  <a:pt x="186499" y="158686"/>
                </a:lnTo>
                <a:lnTo>
                  <a:pt x="187190" y="137945"/>
                </a:lnTo>
                <a:lnTo>
                  <a:pt x="187452" y="117348"/>
                </a:lnTo>
                <a:lnTo>
                  <a:pt x="211835" y="117348"/>
                </a:lnTo>
                <a:lnTo>
                  <a:pt x="209550" y="160401"/>
                </a:lnTo>
                <a:lnTo>
                  <a:pt x="208407" y="181213"/>
                </a:lnTo>
                <a:lnTo>
                  <a:pt x="207264" y="201168"/>
                </a:lnTo>
                <a:close/>
              </a:path>
              <a:path w="378459" h="387350">
                <a:moveTo>
                  <a:pt x="65532" y="216408"/>
                </a:moveTo>
                <a:lnTo>
                  <a:pt x="50292" y="201168"/>
                </a:lnTo>
                <a:lnTo>
                  <a:pt x="312420" y="201168"/>
                </a:lnTo>
                <a:lnTo>
                  <a:pt x="335280" y="178308"/>
                </a:lnTo>
                <a:lnTo>
                  <a:pt x="367284" y="211836"/>
                </a:lnTo>
                <a:lnTo>
                  <a:pt x="106680" y="211836"/>
                </a:lnTo>
                <a:lnTo>
                  <a:pt x="95535" y="212121"/>
                </a:lnTo>
                <a:lnTo>
                  <a:pt x="84963" y="212979"/>
                </a:lnTo>
                <a:lnTo>
                  <a:pt x="74961" y="214407"/>
                </a:lnTo>
                <a:lnTo>
                  <a:pt x="65532" y="216408"/>
                </a:lnTo>
                <a:close/>
              </a:path>
              <a:path w="378459" h="387350">
                <a:moveTo>
                  <a:pt x="62484" y="353568"/>
                </a:moveTo>
                <a:lnTo>
                  <a:pt x="57912" y="347471"/>
                </a:lnTo>
                <a:lnTo>
                  <a:pt x="81938" y="334565"/>
                </a:lnTo>
                <a:lnTo>
                  <a:pt x="103822" y="320802"/>
                </a:lnTo>
                <a:lnTo>
                  <a:pt x="141732" y="289560"/>
                </a:lnTo>
                <a:lnTo>
                  <a:pt x="167830" y="252984"/>
                </a:lnTo>
                <a:lnTo>
                  <a:pt x="181356" y="211836"/>
                </a:lnTo>
                <a:lnTo>
                  <a:pt x="205740" y="211836"/>
                </a:lnTo>
                <a:lnTo>
                  <a:pt x="204358" y="220479"/>
                </a:lnTo>
                <a:lnTo>
                  <a:pt x="202692" y="228409"/>
                </a:lnTo>
                <a:lnTo>
                  <a:pt x="201025" y="236053"/>
                </a:lnTo>
                <a:lnTo>
                  <a:pt x="199644" y="243839"/>
                </a:lnTo>
                <a:lnTo>
                  <a:pt x="218569" y="249936"/>
                </a:lnTo>
                <a:lnTo>
                  <a:pt x="198120" y="249936"/>
                </a:lnTo>
                <a:lnTo>
                  <a:pt x="174998" y="282844"/>
                </a:lnTo>
                <a:lnTo>
                  <a:pt x="144589" y="310896"/>
                </a:lnTo>
                <a:lnTo>
                  <a:pt x="107037" y="334375"/>
                </a:lnTo>
                <a:lnTo>
                  <a:pt x="62484" y="353568"/>
                </a:lnTo>
                <a:close/>
              </a:path>
              <a:path w="378459" h="387350">
                <a:moveTo>
                  <a:pt x="321564" y="341376"/>
                </a:moveTo>
                <a:lnTo>
                  <a:pt x="313944" y="341376"/>
                </a:lnTo>
                <a:lnTo>
                  <a:pt x="309371" y="338328"/>
                </a:lnTo>
                <a:lnTo>
                  <a:pt x="304800" y="332232"/>
                </a:lnTo>
                <a:lnTo>
                  <a:pt x="295965" y="321945"/>
                </a:lnTo>
                <a:lnTo>
                  <a:pt x="260604" y="291084"/>
                </a:lnTo>
                <a:lnTo>
                  <a:pt x="215812" y="260223"/>
                </a:lnTo>
                <a:lnTo>
                  <a:pt x="198120" y="249936"/>
                </a:lnTo>
                <a:lnTo>
                  <a:pt x="218569" y="249936"/>
                </a:lnTo>
                <a:lnTo>
                  <a:pt x="257746" y="263461"/>
                </a:lnTo>
                <a:lnTo>
                  <a:pt x="298704" y="281939"/>
                </a:lnTo>
                <a:lnTo>
                  <a:pt x="326136" y="310657"/>
                </a:lnTo>
                <a:lnTo>
                  <a:pt x="326051" y="320802"/>
                </a:lnTo>
                <a:lnTo>
                  <a:pt x="324612" y="333756"/>
                </a:lnTo>
                <a:lnTo>
                  <a:pt x="321564" y="341376"/>
                </a:lnTo>
                <a:close/>
              </a:path>
              <a:path w="378459" h="387350">
                <a:moveTo>
                  <a:pt x="367728" y="361188"/>
                </a:moveTo>
                <a:lnTo>
                  <a:pt x="315468" y="361188"/>
                </a:lnTo>
                <a:lnTo>
                  <a:pt x="342900" y="335280"/>
                </a:lnTo>
                <a:lnTo>
                  <a:pt x="367728" y="36118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7" name="object 97"/>
          <p:cNvSpPr/>
          <p:nvPr/>
        </p:nvSpPr>
        <p:spPr>
          <a:xfrm>
            <a:off x="8619743" y="5420867"/>
            <a:ext cx="372110" cy="402590"/>
          </a:xfrm>
          <a:custGeom>
            <a:avLst/>
            <a:gdLst/>
            <a:ahLst/>
            <a:cxnLst/>
            <a:rect l="l" t="t" r="r" b="b"/>
            <a:pathLst>
              <a:path w="372109" h="402589">
                <a:moveTo>
                  <a:pt x="242316" y="65532"/>
                </a:moveTo>
                <a:lnTo>
                  <a:pt x="230124" y="65532"/>
                </a:lnTo>
                <a:lnTo>
                  <a:pt x="228695" y="50434"/>
                </a:lnTo>
                <a:lnTo>
                  <a:pt x="224409" y="35052"/>
                </a:lnTo>
                <a:lnTo>
                  <a:pt x="217265" y="19669"/>
                </a:lnTo>
                <a:lnTo>
                  <a:pt x="207264" y="4572"/>
                </a:lnTo>
                <a:lnTo>
                  <a:pt x="210312" y="0"/>
                </a:lnTo>
                <a:lnTo>
                  <a:pt x="244387" y="23788"/>
                </a:lnTo>
                <a:lnTo>
                  <a:pt x="254508" y="39624"/>
                </a:lnTo>
                <a:lnTo>
                  <a:pt x="254508" y="42672"/>
                </a:lnTo>
                <a:lnTo>
                  <a:pt x="253674" y="47529"/>
                </a:lnTo>
                <a:lnTo>
                  <a:pt x="251269" y="52959"/>
                </a:lnTo>
                <a:lnTo>
                  <a:pt x="247435" y="58959"/>
                </a:lnTo>
                <a:lnTo>
                  <a:pt x="242316" y="65532"/>
                </a:lnTo>
                <a:close/>
              </a:path>
              <a:path w="372109" h="402589">
                <a:moveTo>
                  <a:pt x="0" y="402336"/>
                </a:moveTo>
                <a:lnTo>
                  <a:pt x="861" y="366855"/>
                </a:lnTo>
                <a:lnTo>
                  <a:pt x="1270" y="325445"/>
                </a:lnTo>
                <a:lnTo>
                  <a:pt x="1353" y="311848"/>
                </a:lnTo>
                <a:lnTo>
                  <a:pt x="1468" y="115824"/>
                </a:lnTo>
                <a:lnTo>
                  <a:pt x="1342" y="76962"/>
                </a:lnTo>
                <a:lnTo>
                  <a:pt x="881" y="38576"/>
                </a:lnTo>
                <a:lnTo>
                  <a:pt x="0" y="18288"/>
                </a:lnTo>
                <a:lnTo>
                  <a:pt x="22860" y="33528"/>
                </a:lnTo>
                <a:lnTo>
                  <a:pt x="113283" y="33528"/>
                </a:lnTo>
                <a:lnTo>
                  <a:pt x="121919" y="41148"/>
                </a:lnTo>
                <a:lnTo>
                  <a:pt x="116433" y="44196"/>
                </a:lnTo>
                <a:lnTo>
                  <a:pt x="22860" y="44196"/>
                </a:lnTo>
                <a:lnTo>
                  <a:pt x="22860" y="388620"/>
                </a:lnTo>
                <a:lnTo>
                  <a:pt x="0" y="402336"/>
                </a:lnTo>
                <a:close/>
              </a:path>
              <a:path w="372109" h="402589">
                <a:moveTo>
                  <a:pt x="113283" y="33528"/>
                </a:moveTo>
                <a:lnTo>
                  <a:pt x="82296" y="33528"/>
                </a:lnTo>
                <a:lnTo>
                  <a:pt x="96012" y="18288"/>
                </a:lnTo>
                <a:lnTo>
                  <a:pt x="113283" y="33528"/>
                </a:lnTo>
                <a:close/>
              </a:path>
              <a:path w="372109" h="402589">
                <a:moveTo>
                  <a:pt x="115315" y="266700"/>
                </a:moveTo>
                <a:lnTo>
                  <a:pt x="76200" y="266700"/>
                </a:lnTo>
                <a:lnTo>
                  <a:pt x="82296" y="265176"/>
                </a:lnTo>
                <a:lnTo>
                  <a:pt x="88392" y="260604"/>
                </a:lnTo>
                <a:lnTo>
                  <a:pt x="91511" y="256579"/>
                </a:lnTo>
                <a:lnTo>
                  <a:pt x="93916" y="251269"/>
                </a:lnTo>
                <a:lnTo>
                  <a:pt x="95464" y="244530"/>
                </a:lnTo>
                <a:lnTo>
                  <a:pt x="96012" y="236220"/>
                </a:lnTo>
                <a:lnTo>
                  <a:pt x="95440" y="227076"/>
                </a:lnTo>
                <a:lnTo>
                  <a:pt x="81176" y="188499"/>
                </a:lnTo>
                <a:lnTo>
                  <a:pt x="51816" y="144780"/>
                </a:lnTo>
                <a:lnTo>
                  <a:pt x="83819" y="44196"/>
                </a:lnTo>
                <a:lnTo>
                  <a:pt x="116433" y="44196"/>
                </a:lnTo>
                <a:lnTo>
                  <a:pt x="108204" y="48768"/>
                </a:lnTo>
                <a:lnTo>
                  <a:pt x="60960" y="144780"/>
                </a:lnTo>
                <a:lnTo>
                  <a:pt x="89725" y="173355"/>
                </a:lnTo>
                <a:lnTo>
                  <a:pt x="114180" y="211050"/>
                </a:lnTo>
                <a:lnTo>
                  <a:pt x="120419" y="233291"/>
                </a:lnTo>
                <a:lnTo>
                  <a:pt x="120334" y="244530"/>
                </a:lnTo>
                <a:lnTo>
                  <a:pt x="119586" y="252936"/>
                </a:lnTo>
                <a:lnTo>
                  <a:pt x="117348" y="261747"/>
                </a:lnTo>
                <a:lnTo>
                  <a:pt x="115315" y="266700"/>
                </a:lnTo>
                <a:close/>
              </a:path>
              <a:path w="372109" h="402589">
                <a:moveTo>
                  <a:pt x="131064" y="120396"/>
                </a:moveTo>
                <a:lnTo>
                  <a:pt x="126492" y="120396"/>
                </a:lnTo>
                <a:lnTo>
                  <a:pt x="120396" y="118872"/>
                </a:lnTo>
                <a:lnTo>
                  <a:pt x="118872" y="117348"/>
                </a:lnTo>
                <a:lnTo>
                  <a:pt x="118872" y="109728"/>
                </a:lnTo>
                <a:lnTo>
                  <a:pt x="120396" y="103632"/>
                </a:lnTo>
                <a:lnTo>
                  <a:pt x="124967" y="97536"/>
                </a:lnTo>
                <a:lnTo>
                  <a:pt x="131016" y="88392"/>
                </a:lnTo>
                <a:lnTo>
                  <a:pt x="135636" y="76962"/>
                </a:lnTo>
                <a:lnTo>
                  <a:pt x="139112" y="63246"/>
                </a:lnTo>
                <a:lnTo>
                  <a:pt x="141731" y="47244"/>
                </a:lnTo>
                <a:lnTo>
                  <a:pt x="147828" y="47244"/>
                </a:lnTo>
                <a:lnTo>
                  <a:pt x="149352" y="65532"/>
                </a:lnTo>
                <a:lnTo>
                  <a:pt x="351663" y="65532"/>
                </a:lnTo>
                <a:lnTo>
                  <a:pt x="358140" y="71628"/>
                </a:lnTo>
                <a:lnTo>
                  <a:pt x="351038" y="74676"/>
                </a:lnTo>
                <a:lnTo>
                  <a:pt x="149352" y="74676"/>
                </a:lnTo>
                <a:lnTo>
                  <a:pt x="150876" y="83820"/>
                </a:lnTo>
                <a:lnTo>
                  <a:pt x="150876" y="105156"/>
                </a:lnTo>
                <a:lnTo>
                  <a:pt x="149352" y="108204"/>
                </a:lnTo>
                <a:lnTo>
                  <a:pt x="149352" y="109728"/>
                </a:lnTo>
                <a:lnTo>
                  <a:pt x="146304" y="112776"/>
                </a:lnTo>
                <a:lnTo>
                  <a:pt x="137160" y="118872"/>
                </a:lnTo>
                <a:lnTo>
                  <a:pt x="131064" y="120396"/>
                </a:lnTo>
                <a:close/>
              </a:path>
              <a:path w="372109" h="402589">
                <a:moveTo>
                  <a:pt x="351663" y="65532"/>
                </a:moveTo>
                <a:lnTo>
                  <a:pt x="318516" y="65532"/>
                </a:lnTo>
                <a:lnTo>
                  <a:pt x="332232" y="47244"/>
                </a:lnTo>
                <a:lnTo>
                  <a:pt x="351663" y="65532"/>
                </a:lnTo>
                <a:close/>
              </a:path>
              <a:path w="372109" h="402589">
                <a:moveTo>
                  <a:pt x="310896" y="115824"/>
                </a:moveTo>
                <a:lnTo>
                  <a:pt x="306324" y="114300"/>
                </a:lnTo>
                <a:lnTo>
                  <a:pt x="320040" y="74676"/>
                </a:lnTo>
                <a:lnTo>
                  <a:pt x="351038" y="74676"/>
                </a:lnTo>
                <a:lnTo>
                  <a:pt x="347543" y="76176"/>
                </a:lnTo>
                <a:lnTo>
                  <a:pt x="336232" y="85153"/>
                </a:lnTo>
                <a:lnTo>
                  <a:pt x="324064" y="98417"/>
                </a:lnTo>
                <a:lnTo>
                  <a:pt x="310896" y="115824"/>
                </a:lnTo>
                <a:close/>
              </a:path>
              <a:path w="372109" h="402589">
                <a:moveTo>
                  <a:pt x="167640" y="152400"/>
                </a:moveTo>
                <a:lnTo>
                  <a:pt x="150876" y="135636"/>
                </a:lnTo>
                <a:lnTo>
                  <a:pt x="269748" y="135636"/>
                </a:lnTo>
                <a:lnTo>
                  <a:pt x="289560" y="117348"/>
                </a:lnTo>
                <a:lnTo>
                  <a:pt x="316992" y="146304"/>
                </a:lnTo>
                <a:lnTo>
                  <a:pt x="208788" y="146304"/>
                </a:lnTo>
                <a:lnTo>
                  <a:pt x="197643" y="146613"/>
                </a:lnTo>
                <a:lnTo>
                  <a:pt x="187071" y="147637"/>
                </a:lnTo>
                <a:lnTo>
                  <a:pt x="177069" y="149518"/>
                </a:lnTo>
                <a:lnTo>
                  <a:pt x="167640" y="152400"/>
                </a:lnTo>
                <a:close/>
              </a:path>
              <a:path w="372109" h="402589">
                <a:moveTo>
                  <a:pt x="137160" y="219456"/>
                </a:moveTo>
                <a:lnTo>
                  <a:pt x="121919" y="204216"/>
                </a:lnTo>
                <a:lnTo>
                  <a:pt x="306324" y="204216"/>
                </a:lnTo>
                <a:lnTo>
                  <a:pt x="327660" y="182880"/>
                </a:lnTo>
                <a:lnTo>
                  <a:pt x="355092" y="214884"/>
                </a:lnTo>
                <a:lnTo>
                  <a:pt x="179832" y="214884"/>
                </a:lnTo>
                <a:lnTo>
                  <a:pt x="168663" y="215169"/>
                </a:lnTo>
                <a:lnTo>
                  <a:pt x="157924" y="216027"/>
                </a:lnTo>
                <a:lnTo>
                  <a:pt x="147470" y="217455"/>
                </a:lnTo>
                <a:lnTo>
                  <a:pt x="137160" y="219456"/>
                </a:lnTo>
                <a:close/>
              </a:path>
              <a:path w="372109" h="402589">
                <a:moveTo>
                  <a:pt x="73152" y="394716"/>
                </a:moveTo>
                <a:lnTo>
                  <a:pt x="71628" y="390144"/>
                </a:lnTo>
                <a:lnTo>
                  <a:pt x="97583" y="378737"/>
                </a:lnTo>
                <a:lnTo>
                  <a:pt x="120396" y="365188"/>
                </a:lnTo>
                <a:lnTo>
                  <a:pt x="155448" y="332232"/>
                </a:lnTo>
                <a:lnTo>
                  <a:pt x="178308" y="283845"/>
                </a:lnTo>
                <a:lnTo>
                  <a:pt x="187452" y="214884"/>
                </a:lnTo>
                <a:lnTo>
                  <a:pt x="210312" y="214884"/>
                </a:lnTo>
                <a:lnTo>
                  <a:pt x="206930" y="258056"/>
                </a:lnTo>
                <a:lnTo>
                  <a:pt x="187594" y="322683"/>
                </a:lnTo>
                <a:lnTo>
                  <a:pt x="152233" y="360640"/>
                </a:lnTo>
                <a:lnTo>
                  <a:pt x="102560" y="386214"/>
                </a:lnTo>
                <a:lnTo>
                  <a:pt x="73152" y="394716"/>
                </a:lnTo>
                <a:close/>
              </a:path>
              <a:path w="372109" h="402589">
                <a:moveTo>
                  <a:pt x="330708" y="381000"/>
                </a:moveTo>
                <a:lnTo>
                  <a:pt x="277368" y="381000"/>
                </a:lnTo>
                <a:lnTo>
                  <a:pt x="265104" y="379047"/>
                </a:lnTo>
                <a:lnTo>
                  <a:pt x="255841" y="373380"/>
                </a:lnTo>
                <a:lnTo>
                  <a:pt x="249721" y="364283"/>
                </a:lnTo>
                <a:lnTo>
                  <a:pt x="246888" y="352044"/>
                </a:lnTo>
                <a:lnTo>
                  <a:pt x="246888" y="214884"/>
                </a:lnTo>
                <a:lnTo>
                  <a:pt x="269748" y="214884"/>
                </a:lnTo>
                <a:lnTo>
                  <a:pt x="269837" y="340518"/>
                </a:lnTo>
                <a:lnTo>
                  <a:pt x="271200" y="350710"/>
                </a:lnTo>
                <a:lnTo>
                  <a:pt x="275653" y="358140"/>
                </a:lnTo>
                <a:lnTo>
                  <a:pt x="283249" y="362140"/>
                </a:lnTo>
                <a:lnTo>
                  <a:pt x="294132" y="362712"/>
                </a:lnTo>
                <a:lnTo>
                  <a:pt x="367968" y="362712"/>
                </a:lnTo>
                <a:lnTo>
                  <a:pt x="365855" y="366855"/>
                </a:lnTo>
                <a:lnTo>
                  <a:pt x="356997" y="374904"/>
                </a:lnTo>
                <a:lnTo>
                  <a:pt x="345281" y="379523"/>
                </a:lnTo>
                <a:lnTo>
                  <a:pt x="330708" y="381000"/>
                </a:lnTo>
                <a:close/>
              </a:path>
              <a:path w="372109" h="402589">
                <a:moveTo>
                  <a:pt x="68580" y="301752"/>
                </a:moveTo>
                <a:lnTo>
                  <a:pt x="66317" y="291179"/>
                </a:lnTo>
                <a:lnTo>
                  <a:pt x="59626" y="282321"/>
                </a:lnTo>
                <a:lnTo>
                  <a:pt x="48648" y="275177"/>
                </a:lnTo>
                <a:lnTo>
                  <a:pt x="33528" y="269748"/>
                </a:lnTo>
                <a:lnTo>
                  <a:pt x="33528" y="263652"/>
                </a:lnTo>
                <a:lnTo>
                  <a:pt x="53149" y="265747"/>
                </a:lnTo>
                <a:lnTo>
                  <a:pt x="60745" y="266438"/>
                </a:lnTo>
                <a:lnTo>
                  <a:pt x="67055" y="266700"/>
                </a:lnTo>
                <a:lnTo>
                  <a:pt x="115315" y="266700"/>
                </a:lnTo>
                <a:lnTo>
                  <a:pt x="113966" y="269986"/>
                </a:lnTo>
                <a:lnTo>
                  <a:pt x="109728" y="277368"/>
                </a:lnTo>
                <a:lnTo>
                  <a:pt x="102870" y="284821"/>
                </a:lnTo>
                <a:lnTo>
                  <a:pt x="93726" y="291274"/>
                </a:lnTo>
                <a:lnTo>
                  <a:pt x="82296" y="296870"/>
                </a:lnTo>
                <a:lnTo>
                  <a:pt x="68580" y="301752"/>
                </a:lnTo>
                <a:close/>
              </a:path>
              <a:path w="372109" h="402589">
                <a:moveTo>
                  <a:pt x="367968" y="362712"/>
                </a:moveTo>
                <a:lnTo>
                  <a:pt x="323088" y="362712"/>
                </a:lnTo>
                <a:lnTo>
                  <a:pt x="329112" y="361259"/>
                </a:lnTo>
                <a:lnTo>
                  <a:pt x="333565" y="356806"/>
                </a:lnTo>
                <a:lnTo>
                  <a:pt x="340723" y="310467"/>
                </a:lnTo>
                <a:lnTo>
                  <a:pt x="342900" y="281940"/>
                </a:lnTo>
                <a:lnTo>
                  <a:pt x="350520" y="281940"/>
                </a:lnTo>
                <a:lnTo>
                  <a:pt x="351805" y="323088"/>
                </a:lnTo>
                <a:lnTo>
                  <a:pt x="371856" y="355092"/>
                </a:lnTo>
                <a:lnTo>
                  <a:pt x="367968" y="36271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pic>
        <p:nvPicPr>
          <p:cNvPr id="98" name="object 98"/>
          <p:cNvPicPr/>
          <p:nvPr/>
        </p:nvPicPr>
        <p:blipFill>
          <a:blip r:embed="rId12" cstate="print"/>
          <a:stretch>
            <a:fillRect/>
          </a:stretch>
        </p:blipFill>
        <p:spPr>
          <a:xfrm>
            <a:off x="1748027" y="6164580"/>
            <a:ext cx="181355" cy="172212"/>
          </a:xfrm>
          <a:prstGeom prst="rect">
            <a:avLst/>
          </a:prstGeom>
        </p:spPr>
      </p:pic>
      <p:sp>
        <p:nvSpPr>
          <p:cNvPr id="99" name="object 99"/>
          <p:cNvSpPr/>
          <p:nvPr/>
        </p:nvSpPr>
        <p:spPr>
          <a:xfrm>
            <a:off x="2107692" y="6013703"/>
            <a:ext cx="643255" cy="445134"/>
          </a:xfrm>
          <a:custGeom>
            <a:avLst/>
            <a:gdLst/>
            <a:ahLst/>
            <a:cxnLst/>
            <a:rect l="l" t="t" r="r" b="b"/>
            <a:pathLst>
              <a:path w="643255" h="445135">
                <a:moveTo>
                  <a:pt x="219456" y="112788"/>
                </a:moveTo>
                <a:lnTo>
                  <a:pt x="176784" y="112788"/>
                </a:lnTo>
                <a:lnTo>
                  <a:pt x="109728" y="292620"/>
                </a:lnTo>
                <a:lnTo>
                  <a:pt x="44196" y="112788"/>
                </a:lnTo>
                <a:lnTo>
                  <a:pt x="0" y="112788"/>
                </a:lnTo>
                <a:lnTo>
                  <a:pt x="88392" y="342912"/>
                </a:lnTo>
                <a:lnTo>
                  <a:pt x="44196" y="445020"/>
                </a:lnTo>
                <a:lnTo>
                  <a:pt x="88392" y="445020"/>
                </a:lnTo>
                <a:lnTo>
                  <a:pt x="219456" y="112788"/>
                </a:lnTo>
                <a:close/>
              </a:path>
              <a:path w="643255" h="445135">
                <a:moveTo>
                  <a:pt x="643128" y="355104"/>
                </a:moveTo>
                <a:lnTo>
                  <a:pt x="626287" y="356857"/>
                </a:lnTo>
                <a:lnTo>
                  <a:pt x="610158" y="357771"/>
                </a:lnTo>
                <a:lnTo>
                  <a:pt x="594906" y="358101"/>
                </a:lnTo>
                <a:lnTo>
                  <a:pt x="580631" y="358152"/>
                </a:lnTo>
                <a:lnTo>
                  <a:pt x="563829" y="357835"/>
                </a:lnTo>
                <a:lnTo>
                  <a:pt x="505968" y="352056"/>
                </a:lnTo>
                <a:lnTo>
                  <a:pt x="464616" y="341007"/>
                </a:lnTo>
                <a:lnTo>
                  <a:pt x="422135" y="318528"/>
                </a:lnTo>
                <a:lnTo>
                  <a:pt x="430415" y="304812"/>
                </a:lnTo>
                <a:lnTo>
                  <a:pt x="432689" y="301040"/>
                </a:lnTo>
                <a:lnTo>
                  <a:pt x="441375" y="280428"/>
                </a:lnTo>
                <a:lnTo>
                  <a:pt x="448068" y="256374"/>
                </a:lnTo>
                <a:lnTo>
                  <a:pt x="452615" y="228612"/>
                </a:lnTo>
                <a:lnTo>
                  <a:pt x="551675" y="228612"/>
                </a:lnTo>
                <a:lnTo>
                  <a:pt x="551675" y="246900"/>
                </a:lnTo>
                <a:lnTo>
                  <a:pt x="577583" y="234708"/>
                </a:lnTo>
                <a:lnTo>
                  <a:pt x="577316" y="228612"/>
                </a:lnTo>
                <a:lnTo>
                  <a:pt x="576834" y="217944"/>
                </a:lnTo>
                <a:lnTo>
                  <a:pt x="576707" y="215290"/>
                </a:lnTo>
                <a:lnTo>
                  <a:pt x="576262" y="187388"/>
                </a:lnTo>
                <a:lnTo>
                  <a:pt x="576135" y="160032"/>
                </a:lnTo>
                <a:lnTo>
                  <a:pt x="576084" y="149364"/>
                </a:lnTo>
                <a:lnTo>
                  <a:pt x="576059" y="103644"/>
                </a:lnTo>
                <a:lnTo>
                  <a:pt x="586955" y="96024"/>
                </a:lnTo>
                <a:lnTo>
                  <a:pt x="591299" y="92976"/>
                </a:lnTo>
                <a:lnTo>
                  <a:pt x="583209" y="85344"/>
                </a:lnTo>
                <a:lnTo>
                  <a:pt x="565404" y="68580"/>
                </a:lnTo>
                <a:lnTo>
                  <a:pt x="551675" y="82308"/>
                </a:lnTo>
                <a:lnTo>
                  <a:pt x="551675" y="96024"/>
                </a:lnTo>
                <a:lnTo>
                  <a:pt x="551675" y="149364"/>
                </a:lnTo>
                <a:lnTo>
                  <a:pt x="551675" y="160032"/>
                </a:lnTo>
                <a:lnTo>
                  <a:pt x="551675" y="217944"/>
                </a:lnTo>
                <a:lnTo>
                  <a:pt x="454139" y="217944"/>
                </a:lnTo>
                <a:lnTo>
                  <a:pt x="455028" y="201599"/>
                </a:lnTo>
                <a:lnTo>
                  <a:pt x="455460" y="187388"/>
                </a:lnTo>
                <a:lnTo>
                  <a:pt x="455650" y="172935"/>
                </a:lnTo>
                <a:lnTo>
                  <a:pt x="455663" y="160032"/>
                </a:lnTo>
                <a:lnTo>
                  <a:pt x="551675" y="160032"/>
                </a:lnTo>
                <a:lnTo>
                  <a:pt x="551675" y="149364"/>
                </a:lnTo>
                <a:lnTo>
                  <a:pt x="455663" y="149364"/>
                </a:lnTo>
                <a:lnTo>
                  <a:pt x="455663" y="96024"/>
                </a:lnTo>
                <a:lnTo>
                  <a:pt x="551675" y="96024"/>
                </a:lnTo>
                <a:lnTo>
                  <a:pt x="551675" y="82308"/>
                </a:lnTo>
                <a:lnTo>
                  <a:pt x="548627" y="85344"/>
                </a:lnTo>
                <a:lnTo>
                  <a:pt x="455663" y="85344"/>
                </a:lnTo>
                <a:lnTo>
                  <a:pt x="455663" y="35064"/>
                </a:lnTo>
                <a:lnTo>
                  <a:pt x="632460" y="35064"/>
                </a:lnTo>
                <a:lnTo>
                  <a:pt x="598919" y="0"/>
                </a:lnTo>
                <a:lnTo>
                  <a:pt x="574535" y="24384"/>
                </a:lnTo>
                <a:lnTo>
                  <a:pt x="248399" y="24384"/>
                </a:lnTo>
                <a:lnTo>
                  <a:pt x="265163" y="39636"/>
                </a:lnTo>
                <a:lnTo>
                  <a:pt x="274599" y="37630"/>
                </a:lnTo>
                <a:lnTo>
                  <a:pt x="284594" y="36207"/>
                </a:lnTo>
                <a:lnTo>
                  <a:pt x="295173" y="35344"/>
                </a:lnTo>
                <a:lnTo>
                  <a:pt x="306311" y="35064"/>
                </a:lnTo>
                <a:lnTo>
                  <a:pt x="431279" y="35064"/>
                </a:lnTo>
                <a:lnTo>
                  <a:pt x="431279" y="85344"/>
                </a:lnTo>
                <a:lnTo>
                  <a:pt x="431279" y="96024"/>
                </a:lnTo>
                <a:lnTo>
                  <a:pt x="431279" y="149364"/>
                </a:lnTo>
                <a:lnTo>
                  <a:pt x="431279" y="160032"/>
                </a:lnTo>
                <a:lnTo>
                  <a:pt x="431241" y="172935"/>
                </a:lnTo>
                <a:lnTo>
                  <a:pt x="431088" y="184416"/>
                </a:lnTo>
                <a:lnTo>
                  <a:pt x="430644" y="199885"/>
                </a:lnTo>
                <a:lnTo>
                  <a:pt x="429755" y="217944"/>
                </a:lnTo>
                <a:lnTo>
                  <a:pt x="330695" y="217944"/>
                </a:lnTo>
                <a:lnTo>
                  <a:pt x="330695" y="160032"/>
                </a:lnTo>
                <a:lnTo>
                  <a:pt x="431279" y="160032"/>
                </a:lnTo>
                <a:lnTo>
                  <a:pt x="431279" y="149364"/>
                </a:lnTo>
                <a:lnTo>
                  <a:pt x="330695" y="149364"/>
                </a:lnTo>
                <a:lnTo>
                  <a:pt x="330695" y="96024"/>
                </a:lnTo>
                <a:lnTo>
                  <a:pt x="431279" y="96024"/>
                </a:lnTo>
                <a:lnTo>
                  <a:pt x="431279" y="85344"/>
                </a:lnTo>
                <a:lnTo>
                  <a:pt x="332219" y="85344"/>
                </a:lnTo>
                <a:lnTo>
                  <a:pt x="304787" y="70104"/>
                </a:lnTo>
                <a:lnTo>
                  <a:pt x="305676" y="92138"/>
                </a:lnTo>
                <a:lnTo>
                  <a:pt x="306120" y="114884"/>
                </a:lnTo>
                <a:lnTo>
                  <a:pt x="306298" y="138480"/>
                </a:lnTo>
                <a:lnTo>
                  <a:pt x="306222" y="172935"/>
                </a:lnTo>
                <a:lnTo>
                  <a:pt x="306082" y="187388"/>
                </a:lnTo>
                <a:lnTo>
                  <a:pt x="305104" y="228612"/>
                </a:lnTo>
                <a:lnTo>
                  <a:pt x="304990" y="234708"/>
                </a:lnTo>
                <a:lnTo>
                  <a:pt x="304787" y="251472"/>
                </a:lnTo>
                <a:lnTo>
                  <a:pt x="330581" y="240842"/>
                </a:lnTo>
                <a:lnTo>
                  <a:pt x="330695" y="228612"/>
                </a:lnTo>
                <a:lnTo>
                  <a:pt x="428231" y="228612"/>
                </a:lnTo>
                <a:lnTo>
                  <a:pt x="419087" y="271284"/>
                </a:lnTo>
                <a:lnTo>
                  <a:pt x="405371" y="304812"/>
                </a:lnTo>
                <a:lnTo>
                  <a:pt x="393395" y="294500"/>
                </a:lnTo>
                <a:lnTo>
                  <a:pt x="380415" y="281762"/>
                </a:lnTo>
                <a:lnTo>
                  <a:pt x="366585" y="266446"/>
                </a:lnTo>
                <a:lnTo>
                  <a:pt x="352031" y="248424"/>
                </a:lnTo>
                <a:lnTo>
                  <a:pt x="345935" y="252996"/>
                </a:lnTo>
                <a:lnTo>
                  <a:pt x="359346" y="274370"/>
                </a:lnTo>
                <a:lnTo>
                  <a:pt x="372033" y="292620"/>
                </a:lnTo>
                <a:lnTo>
                  <a:pt x="383870" y="307428"/>
                </a:lnTo>
                <a:lnTo>
                  <a:pt x="394703" y="318528"/>
                </a:lnTo>
                <a:lnTo>
                  <a:pt x="385305" y="327901"/>
                </a:lnTo>
                <a:lnTo>
                  <a:pt x="341363" y="356628"/>
                </a:lnTo>
                <a:lnTo>
                  <a:pt x="296976" y="375107"/>
                </a:lnTo>
                <a:lnTo>
                  <a:pt x="242303" y="390156"/>
                </a:lnTo>
                <a:lnTo>
                  <a:pt x="243827" y="396252"/>
                </a:lnTo>
                <a:lnTo>
                  <a:pt x="297357" y="386346"/>
                </a:lnTo>
                <a:lnTo>
                  <a:pt x="342887" y="371868"/>
                </a:lnTo>
                <a:lnTo>
                  <a:pt x="381520" y="354926"/>
                </a:lnTo>
                <a:lnTo>
                  <a:pt x="409943" y="332244"/>
                </a:lnTo>
                <a:lnTo>
                  <a:pt x="429933" y="346837"/>
                </a:lnTo>
                <a:lnTo>
                  <a:pt x="472744" y="368033"/>
                </a:lnTo>
                <a:lnTo>
                  <a:pt x="520484" y="380060"/>
                </a:lnTo>
                <a:lnTo>
                  <a:pt x="578878" y="386918"/>
                </a:lnTo>
                <a:lnTo>
                  <a:pt x="612635" y="388632"/>
                </a:lnTo>
                <a:lnTo>
                  <a:pt x="615264" y="379171"/>
                </a:lnTo>
                <a:lnTo>
                  <a:pt x="621017" y="371297"/>
                </a:lnTo>
                <a:lnTo>
                  <a:pt x="630212" y="364832"/>
                </a:lnTo>
                <a:lnTo>
                  <a:pt x="643128" y="359676"/>
                </a:lnTo>
                <a:lnTo>
                  <a:pt x="643128" y="358152"/>
                </a:lnTo>
                <a:lnTo>
                  <a:pt x="643128" y="35510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0" name="object 100"/>
          <p:cNvSpPr/>
          <p:nvPr/>
        </p:nvSpPr>
        <p:spPr>
          <a:xfrm>
            <a:off x="2796540" y="6003036"/>
            <a:ext cx="394970" cy="411480"/>
          </a:xfrm>
          <a:custGeom>
            <a:avLst/>
            <a:gdLst/>
            <a:ahLst/>
            <a:cxnLst/>
            <a:rect l="l" t="t" r="r" b="b"/>
            <a:pathLst>
              <a:path w="394969" h="411479">
                <a:moveTo>
                  <a:pt x="205739" y="53340"/>
                </a:moveTo>
                <a:lnTo>
                  <a:pt x="182880" y="53340"/>
                </a:lnTo>
                <a:lnTo>
                  <a:pt x="182641" y="38147"/>
                </a:lnTo>
                <a:lnTo>
                  <a:pt x="182118" y="24384"/>
                </a:lnTo>
                <a:lnTo>
                  <a:pt x="181594" y="11763"/>
                </a:lnTo>
                <a:lnTo>
                  <a:pt x="181356" y="0"/>
                </a:lnTo>
                <a:lnTo>
                  <a:pt x="220980" y="16764"/>
                </a:lnTo>
                <a:lnTo>
                  <a:pt x="205739" y="28956"/>
                </a:lnTo>
                <a:lnTo>
                  <a:pt x="205739" y="53340"/>
                </a:lnTo>
                <a:close/>
              </a:path>
              <a:path w="394969" h="411479">
                <a:moveTo>
                  <a:pt x="44196" y="68580"/>
                </a:moveTo>
                <a:lnTo>
                  <a:pt x="27432" y="53340"/>
                </a:lnTo>
                <a:lnTo>
                  <a:pt x="307848" y="53340"/>
                </a:lnTo>
                <a:lnTo>
                  <a:pt x="332232" y="28956"/>
                </a:lnTo>
                <a:lnTo>
                  <a:pt x="367284" y="62484"/>
                </a:lnTo>
                <a:lnTo>
                  <a:pt x="85344" y="62484"/>
                </a:lnTo>
                <a:lnTo>
                  <a:pt x="74199" y="63007"/>
                </a:lnTo>
                <a:lnTo>
                  <a:pt x="63627" y="64389"/>
                </a:lnTo>
                <a:lnTo>
                  <a:pt x="53625" y="66341"/>
                </a:lnTo>
                <a:lnTo>
                  <a:pt x="44196" y="68580"/>
                </a:lnTo>
                <a:close/>
              </a:path>
              <a:path w="394969" h="411479">
                <a:moveTo>
                  <a:pt x="205739" y="105156"/>
                </a:moveTo>
                <a:lnTo>
                  <a:pt x="182880" y="105156"/>
                </a:lnTo>
                <a:lnTo>
                  <a:pt x="182880" y="62484"/>
                </a:lnTo>
                <a:lnTo>
                  <a:pt x="205739" y="62484"/>
                </a:lnTo>
                <a:lnTo>
                  <a:pt x="205739" y="105156"/>
                </a:lnTo>
                <a:close/>
              </a:path>
              <a:path w="394969" h="411479">
                <a:moveTo>
                  <a:pt x="89916" y="120396"/>
                </a:moveTo>
                <a:lnTo>
                  <a:pt x="74676" y="105156"/>
                </a:lnTo>
                <a:lnTo>
                  <a:pt x="271272" y="105156"/>
                </a:lnTo>
                <a:lnTo>
                  <a:pt x="292608" y="83820"/>
                </a:lnTo>
                <a:lnTo>
                  <a:pt x="323088" y="115824"/>
                </a:lnTo>
                <a:lnTo>
                  <a:pt x="132588" y="115824"/>
                </a:lnTo>
                <a:lnTo>
                  <a:pt x="121419" y="116109"/>
                </a:lnTo>
                <a:lnTo>
                  <a:pt x="110680" y="116967"/>
                </a:lnTo>
                <a:lnTo>
                  <a:pt x="100226" y="118395"/>
                </a:lnTo>
                <a:lnTo>
                  <a:pt x="89916" y="120396"/>
                </a:lnTo>
                <a:close/>
              </a:path>
              <a:path w="394969" h="411479">
                <a:moveTo>
                  <a:pt x="316121" y="307847"/>
                </a:moveTo>
                <a:lnTo>
                  <a:pt x="286512" y="307847"/>
                </a:lnTo>
                <a:lnTo>
                  <a:pt x="298704" y="292608"/>
                </a:lnTo>
                <a:lnTo>
                  <a:pt x="316121" y="307847"/>
                </a:lnTo>
                <a:close/>
              </a:path>
              <a:path w="394969" h="411479">
                <a:moveTo>
                  <a:pt x="86868" y="411479"/>
                </a:moveTo>
                <a:lnTo>
                  <a:pt x="87749" y="397478"/>
                </a:lnTo>
                <a:lnTo>
                  <a:pt x="88201" y="382905"/>
                </a:lnTo>
                <a:lnTo>
                  <a:pt x="88275" y="376189"/>
                </a:lnTo>
                <a:lnTo>
                  <a:pt x="88368" y="336565"/>
                </a:lnTo>
                <a:lnTo>
                  <a:pt x="88214" y="323088"/>
                </a:lnTo>
                <a:lnTo>
                  <a:pt x="88091" y="318516"/>
                </a:lnTo>
                <a:lnTo>
                  <a:pt x="87746" y="307847"/>
                </a:lnTo>
                <a:lnTo>
                  <a:pt x="86868" y="294132"/>
                </a:lnTo>
                <a:lnTo>
                  <a:pt x="112776" y="307847"/>
                </a:lnTo>
                <a:lnTo>
                  <a:pt x="316121" y="307847"/>
                </a:lnTo>
                <a:lnTo>
                  <a:pt x="323088" y="313944"/>
                </a:lnTo>
                <a:lnTo>
                  <a:pt x="316992" y="318516"/>
                </a:lnTo>
                <a:lnTo>
                  <a:pt x="111252" y="318516"/>
                </a:lnTo>
                <a:lnTo>
                  <a:pt x="111252" y="374903"/>
                </a:lnTo>
                <a:lnTo>
                  <a:pt x="311099" y="374903"/>
                </a:lnTo>
                <a:lnTo>
                  <a:pt x="311134" y="376189"/>
                </a:lnTo>
                <a:lnTo>
                  <a:pt x="311704" y="385572"/>
                </a:lnTo>
                <a:lnTo>
                  <a:pt x="111252" y="385572"/>
                </a:lnTo>
                <a:lnTo>
                  <a:pt x="111252" y="402336"/>
                </a:lnTo>
                <a:lnTo>
                  <a:pt x="86868" y="411479"/>
                </a:lnTo>
                <a:close/>
              </a:path>
              <a:path w="394969" h="411479">
                <a:moveTo>
                  <a:pt x="311099" y="374903"/>
                </a:moveTo>
                <a:lnTo>
                  <a:pt x="288036" y="374903"/>
                </a:lnTo>
                <a:lnTo>
                  <a:pt x="288036" y="318516"/>
                </a:lnTo>
                <a:lnTo>
                  <a:pt x="316992" y="318516"/>
                </a:lnTo>
                <a:lnTo>
                  <a:pt x="310896" y="323088"/>
                </a:lnTo>
                <a:lnTo>
                  <a:pt x="310908" y="367760"/>
                </a:lnTo>
                <a:lnTo>
                  <a:pt x="311099" y="374903"/>
                </a:lnTo>
                <a:close/>
              </a:path>
              <a:path w="394969" h="411479">
                <a:moveTo>
                  <a:pt x="288036" y="411479"/>
                </a:moveTo>
                <a:lnTo>
                  <a:pt x="288036" y="385572"/>
                </a:lnTo>
                <a:lnTo>
                  <a:pt x="311704" y="385572"/>
                </a:lnTo>
                <a:lnTo>
                  <a:pt x="312181" y="393430"/>
                </a:lnTo>
                <a:lnTo>
                  <a:pt x="312420" y="402336"/>
                </a:lnTo>
                <a:lnTo>
                  <a:pt x="288036" y="411479"/>
                </a:lnTo>
                <a:close/>
              </a:path>
              <a:path w="394969" h="411479">
                <a:moveTo>
                  <a:pt x="314452" y="141732"/>
                </a:moveTo>
                <a:lnTo>
                  <a:pt x="281939" y="141732"/>
                </a:lnTo>
                <a:lnTo>
                  <a:pt x="294132" y="126492"/>
                </a:lnTo>
                <a:lnTo>
                  <a:pt x="314452" y="141732"/>
                </a:lnTo>
                <a:close/>
              </a:path>
              <a:path w="394969" h="411479">
                <a:moveTo>
                  <a:pt x="85344" y="231647"/>
                </a:moveTo>
                <a:lnTo>
                  <a:pt x="86225" y="219670"/>
                </a:lnTo>
                <a:lnTo>
                  <a:pt x="86677" y="206692"/>
                </a:lnTo>
                <a:lnTo>
                  <a:pt x="86748" y="155448"/>
                </a:lnTo>
                <a:lnTo>
                  <a:pt x="86677" y="149733"/>
                </a:lnTo>
                <a:lnTo>
                  <a:pt x="86225" y="138017"/>
                </a:lnTo>
                <a:lnTo>
                  <a:pt x="85344" y="128016"/>
                </a:lnTo>
                <a:lnTo>
                  <a:pt x="109728" y="141732"/>
                </a:lnTo>
                <a:lnTo>
                  <a:pt x="314452" y="141732"/>
                </a:lnTo>
                <a:lnTo>
                  <a:pt x="318515" y="144780"/>
                </a:lnTo>
                <a:lnTo>
                  <a:pt x="309807" y="152400"/>
                </a:lnTo>
                <a:lnTo>
                  <a:pt x="109728" y="152400"/>
                </a:lnTo>
                <a:lnTo>
                  <a:pt x="109728" y="201168"/>
                </a:lnTo>
                <a:lnTo>
                  <a:pt x="306581" y="201168"/>
                </a:lnTo>
                <a:lnTo>
                  <a:pt x="306966" y="208811"/>
                </a:lnTo>
                <a:lnTo>
                  <a:pt x="307111" y="210312"/>
                </a:lnTo>
                <a:lnTo>
                  <a:pt x="109728" y="210312"/>
                </a:lnTo>
                <a:lnTo>
                  <a:pt x="109728" y="222504"/>
                </a:lnTo>
                <a:lnTo>
                  <a:pt x="85344" y="231647"/>
                </a:lnTo>
                <a:close/>
              </a:path>
              <a:path w="394969" h="411479">
                <a:moveTo>
                  <a:pt x="306581" y="201168"/>
                </a:moveTo>
                <a:lnTo>
                  <a:pt x="283463" y="201168"/>
                </a:lnTo>
                <a:lnTo>
                  <a:pt x="283463" y="152400"/>
                </a:lnTo>
                <a:lnTo>
                  <a:pt x="309807" y="152400"/>
                </a:lnTo>
                <a:lnTo>
                  <a:pt x="306324" y="155448"/>
                </a:lnTo>
                <a:lnTo>
                  <a:pt x="306380" y="192857"/>
                </a:lnTo>
                <a:lnTo>
                  <a:pt x="306514" y="199834"/>
                </a:lnTo>
                <a:lnTo>
                  <a:pt x="306581" y="201168"/>
                </a:lnTo>
                <a:close/>
              </a:path>
              <a:path w="394969" h="411479">
                <a:moveTo>
                  <a:pt x="283463" y="227076"/>
                </a:moveTo>
                <a:lnTo>
                  <a:pt x="283463" y="210312"/>
                </a:lnTo>
                <a:lnTo>
                  <a:pt x="307111" y="210312"/>
                </a:lnTo>
                <a:lnTo>
                  <a:pt x="307848" y="217932"/>
                </a:lnTo>
                <a:lnTo>
                  <a:pt x="283463" y="227076"/>
                </a:lnTo>
                <a:close/>
              </a:path>
              <a:path w="394969" h="411479">
                <a:moveTo>
                  <a:pt x="234696" y="269747"/>
                </a:moveTo>
                <a:lnTo>
                  <a:pt x="225551" y="269747"/>
                </a:lnTo>
                <a:lnTo>
                  <a:pt x="233862" y="254936"/>
                </a:lnTo>
                <a:lnTo>
                  <a:pt x="240601" y="240410"/>
                </a:lnTo>
                <a:lnTo>
                  <a:pt x="245911" y="226456"/>
                </a:lnTo>
                <a:lnTo>
                  <a:pt x="249936" y="213359"/>
                </a:lnTo>
                <a:lnTo>
                  <a:pt x="275844" y="231647"/>
                </a:lnTo>
                <a:lnTo>
                  <a:pt x="240149" y="264056"/>
                </a:lnTo>
                <a:lnTo>
                  <a:pt x="234696" y="269747"/>
                </a:lnTo>
                <a:close/>
              </a:path>
              <a:path w="394969" h="411479">
                <a:moveTo>
                  <a:pt x="161544" y="269747"/>
                </a:moveTo>
                <a:lnTo>
                  <a:pt x="150876" y="269747"/>
                </a:lnTo>
                <a:lnTo>
                  <a:pt x="148947" y="259770"/>
                </a:lnTo>
                <a:lnTo>
                  <a:pt x="143446" y="248221"/>
                </a:lnTo>
                <a:lnTo>
                  <a:pt x="134802" y="235243"/>
                </a:lnTo>
                <a:lnTo>
                  <a:pt x="123444" y="220980"/>
                </a:lnTo>
                <a:lnTo>
                  <a:pt x="126492" y="217932"/>
                </a:lnTo>
                <a:lnTo>
                  <a:pt x="163068" y="236220"/>
                </a:lnTo>
                <a:lnTo>
                  <a:pt x="170688" y="245364"/>
                </a:lnTo>
                <a:lnTo>
                  <a:pt x="170688" y="256032"/>
                </a:lnTo>
                <a:lnTo>
                  <a:pt x="167640" y="263652"/>
                </a:lnTo>
                <a:lnTo>
                  <a:pt x="161544" y="269747"/>
                </a:lnTo>
                <a:close/>
              </a:path>
              <a:path w="394969" h="411479">
                <a:moveTo>
                  <a:pt x="15240" y="286512"/>
                </a:moveTo>
                <a:lnTo>
                  <a:pt x="0" y="269747"/>
                </a:lnTo>
                <a:lnTo>
                  <a:pt x="335280" y="269747"/>
                </a:lnTo>
                <a:lnTo>
                  <a:pt x="359664" y="245364"/>
                </a:lnTo>
                <a:lnTo>
                  <a:pt x="394716" y="280416"/>
                </a:lnTo>
                <a:lnTo>
                  <a:pt x="57912" y="280416"/>
                </a:lnTo>
                <a:lnTo>
                  <a:pt x="46743" y="280725"/>
                </a:lnTo>
                <a:lnTo>
                  <a:pt x="36004" y="281749"/>
                </a:lnTo>
                <a:lnTo>
                  <a:pt x="25550" y="283630"/>
                </a:lnTo>
                <a:lnTo>
                  <a:pt x="15240" y="28651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01" name="object 101"/>
          <p:cNvGrpSpPr/>
          <p:nvPr/>
        </p:nvGrpSpPr>
        <p:grpSpPr>
          <a:xfrm>
            <a:off x="3238500" y="6009132"/>
            <a:ext cx="756285" cy="440690"/>
            <a:chOff x="3238500" y="6009132"/>
            <a:chExt cx="756285" cy="440690"/>
          </a:xfrm>
        </p:grpSpPr>
        <p:sp>
          <p:nvSpPr>
            <p:cNvPr id="102" name="object 102"/>
            <p:cNvSpPr/>
            <p:nvPr/>
          </p:nvSpPr>
          <p:spPr>
            <a:xfrm>
              <a:off x="3238500" y="6009132"/>
              <a:ext cx="407034" cy="398145"/>
            </a:xfrm>
            <a:custGeom>
              <a:avLst/>
              <a:gdLst/>
              <a:ahLst/>
              <a:cxnLst/>
              <a:rect l="l" t="t" r="r" b="b"/>
              <a:pathLst>
                <a:path w="407035" h="398145">
                  <a:moveTo>
                    <a:pt x="176784" y="204216"/>
                  </a:moveTo>
                  <a:lnTo>
                    <a:pt x="172212" y="201168"/>
                  </a:lnTo>
                  <a:lnTo>
                    <a:pt x="185332" y="174378"/>
                  </a:lnTo>
                  <a:lnTo>
                    <a:pt x="197238" y="146685"/>
                  </a:lnTo>
                  <a:lnTo>
                    <a:pt x="216408" y="91440"/>
                  </a:lnTo>
                  <a:lnTo>
                    <a:pt x="230016" y="39624"/>
                  </a:lnTo>
                  <a:lnTo>
                    <a:pt x="237744" y="0"/>
                  </a:lnTo>
                  <a:lnTo>
                    <a:pt x="275844" y="19812"/>
                  </a:lnTo>
                  <a:lnTo>
                    <a:pt x="260604" y="32004"/>
                  </a:lnTo>
                  <a:lnTo>
                    <a:pt x="255746" y="46339"/>
                  </a:lnTo>
                  <a:lnTo>
                    <a:pt x="244316" y="79581"/>
                  </a:lnTo>
                  <a:lnTo>
                    <a:pt x="237744" y="99060"/>
                  </a:lnTo>
                  <a:lnTo>
                    <a:pt x="394300" y="99060"/>
                  </a:lnTo>
                  <a:lnTo>
                    <a:pt x="403998" y="109728"/>
                  </a:lnTo>
                  <a:lnTo>
                    <a:pt x="234696" y="109728"/>
                  </a:lnTo>
                  <a:lnTo>
                    <a:pt x="222432" y="134564"/>
                  </a:lnTo>
                  <a:lnTo>
                    <a:pt x="208597" y="158686"/>
                  </a:lnTo>
                  <a:lnTo>
                    <a:pt x="193333" y="181951"/>
                  </a:lnTo>
                  <a:lnTo>
                    <a:pt x="176784" y="204216"/>
                  </a:lnTo>
                  <a:close/>
                </a:path>
                <a:path w="407035" h="398145">
                  <a:moveTo>
                    <a:pt x="16764" y="74676"/>
                  </a:moveTo>
                  <a:lnTo>
                    <a:pt x="3048" y="60960"/>
                  </a:lnTo>
                  <a:lnTo>
                    <a:pt x="135636" y="60960"/>
                  </a:lnTo>
                  <a:lnTo>
                    <a:pt x="153924" y="39624"/>
                  </a:lnTo>
                  <a:lnTo>
                    <a:pt x="179832" y="65532"/>
                  </a:lnTo>
                  <a:lnTo>
                    <a:pt x="170252" y="71628"/>
                  </a:lnTo>
                  <a:lnTo>
                    <a:pt x="32004" y="71628"/>
                  </a:lnTo>
                  <a:lnTo>
                    <a:pt x="16764" y="74676"/>
                  </a:lnTo>
                  <a:close/>
                </a:path>
                <a:path w="407035" h="398145">
                  <a:moveTo>
                    <a:pt x="125925" y="187452"/>
                  </a:moveTo>
                  <a:lnTo>
                    <a:pt x="102108" y="187452"/>
                  </a:lnTo>
                  <a:lnTo>
                    <a:pt x="111013" y="164639"/>
                  </a:lnTo>
                  <a:lnTo>
                    <a:pt x="119634" y="137541"/>
                  </a:lnTo>
                  <a:lnTo>
                    <a:pt x="128254" y="106441"/>
                  </a:lnTo>
                  <a:lnTo>
                    <a:pt x="137160" y="71628"/>
                  </a:lnTo>
                  <a:lnTo>
                    <a:pt x="170252" y="71628"/>
                  </a:lnTo>
                  <a:lnTo>
                    <a:pt x="163068" y="76200"/>
                  </a:lnTo>
                  <a:lnTo>
                    <a:pt x="157614" y="92154"/>
                  </a:lnTo>
                  <a:lnTo>
                    <a:pt x="152590" y="107823"/>
                  </a:lnTo>
                  <a:lnTo>
                    <a:pt x="147851" y="122920"/>
                  </a:lnTo>
                  <a:lnTo>
                    <a:pt x="143256" y="137160"/>
                  </a:lnTo>
                  <a:lnTo>
                    <a:pt x="138993" y="152614"/>
                  </a:lnTo>
                  <a:lnTo>
                    <a:pt x="133159" y="169354"/>
                  </a:lnTo>
                  <a:lnTo>
                    <a:pt x="125925" y="187452"/>
                  </a:lnTo>
                  <a:close/>
                </a:path>
                <a:path w="407035" h="398145">
                  <a:moveTo>
                    <a:pt x="394300" y="99060"/>
                  </a:moveTo>
                  <a:lnTo>
                    <a:pt x="356616" y="99060"/>
                  </a:lnTo>
                  <a:lnTo>
                    <a:pt x="374904" y="77724"/>
                  </a:lnTo>
                  <a:lnTo>
                    <a:pt x="394300" y="99060"/>
                  </a:lnTo>
                  <a:close/>
                </a:path>
                <a:path w="407035" h="398145">
                  <a:moveTo>
                    <a:pt x="3048" y="361188"/>
                  </a:moveTo>
                  <a:lnTo>
                    <a:pt x="0" y="356616"/>
                  </a:lnTo>
                  <a:lnTo>
                    <a:pt x="27360" y="323469"/>
                  </a:lnTo>
                  <a:lnTo>
                    <a:pt x="52006" y="288036"/>
                  </a:lnTo>
                  <a:lnTo>
                    <a:pt x="73509" y="250317"/>
                  </a:lnTo>
                  <a:lnTo>
                    <a:pt x="91440" y="210312"/>
                  </a:lnTo>
                  <a:lnTo>
                    <a:pt x="74628" y="183451"/>
                  </a:lnTo>
                  <a:lnTo>
                    <a:pt x="56388" y="157734"/>
                  </a:lnTo>
                  <a:lnTo>
                    <a:pt x="37004" y="133159"/>
                  </a:lnTo>
                  <a:lnTo>
                    <a:pt x="16764" y="109728"/>
                  </a:lnTo>
                  <a:lnTo>
                    <a:pt x="19812" y="103632"/>
                  </a:lnTo>
                  <a:lnTo>
                    <a:pt x="43600" y="125301"/>
                  </a:lnTo>
                  <a:lnTo>
                    <a:pt x="64960" y="146685"/>
                  </a:lnTo>
                  <a:lnTo>
                    <a:pt x="84320" y="167497"/>
                  </a:lnTo>
                  <a:lnTo>
                    <a:pt x="102108" y="187452"/>
                  </a:lnTo>
                  <a:lnTo>
                    <a:pt x="125925" y="187452"/>
                  </a:lnTo>
                  <a:lnTo>
                    <a:pt x="117348" y="207264"/>
                  </a:lnTo>
                  <a:lnTo>
                    <a:pt x="133040" y="227552"/>
                  </a:lnTo>
                  <a:lnTo>
                    <a:pt x="136022" y="231648"/>
                  </a:lnTo>
                  <a:lnTo>
                    <a:pt x="105156" y="231648"/>
                  </a:lnTo>
                  <a:lnTo>
                    <a:pt x="98583" y="243935"/>
                  </a:lnTo>
                  <a:lnTo>
                    <a:pt x="90297" y="257937"/>
                  </a:lnTo>
                  <a:lnTo>
                    <a:pt x="68580" y="291083"/>
                  </a:lnTo>
                  <a:lnTo>
                    <a:pt x="40386" y="326707"/>
                  </a:lnTo>
                  <a:lnTo>
                    <a:pt x="22717" y="344019"/>
                  </a:lnTo>
                  <a:lnTo>
                    <a:pt x="3048" y="361188"/>
                  </a:lnTo>
                  <a:close/>
                </a:path>
                <a:path w="407035" h="398145">
                  <a:moveTo>
                    <a:pt x="339852" y="166116"/>
                  </a:moveTo>
                  <a:lnTo>
                    <a:pt x="335280" y="163068"/>
                  </a:lnTo>
                  <a:lnTo>
                    <a:pt x="359664" y="109728"/>
                  </a:lnTo>
                  <a:lnTo>
                    <a:pt x="403998" y="109728"/>
                  </a:lnTo>
                  <a:lnTo>
                    <a:pt x="405384" y="111252"/>
                  </a:lnTo>
                  <a:lnTo>
                    <a:pt x="397383" y="113228"/>
                  </a:lnTo>
                  <a:lnTo>
                    <a:pt x="389382" y="116776"/>
                  </a:lnTo>
                  <a:lnTo>
                    <a:pt x="357187" y="144780"/>
                  </a:lnTo>
                  <a:lnTo>
                    <a:pt x="348734" y="155019"/>
                  </a:lnTo>
                  <a:lnTo>
                    <a:pt x="339852" y="166116"/>
                  </a:lnTo>
                  <a:close/>
                </a:path>
                <a:path w="407035" h="398145">
                  <a:moveTo>
                    <a:pt x="112776" y="397763"/>
                  </a:moveTo>
                  <a:lnTo>
                    <a:pt x="111252" y="391668"/>
                  </a:lnTo>
                  <a:lnTo>
                    <a:pt x="145542" y="373927"/>
                  </a:lnTo>
                  <a:lnTo>
                    <a:pt x="175260" y="352615"/>
                  </a:lnTo>
                  <a:lnTo>
                    <a:pt x="220991" y="298680"/>
                  </a:lnTo>
                  <a:lnTo>
                    <a:pt x="249555" y="225171"/>
                  </a:lnTo>
                  <a:lnTo>
                    <a:pt x="257841" y="179117"/>
                  </a:lnTo>
                  <a:lnTo>
                    <a:pt x="262128" y="126492"/>
                  </a:lnTo>
                  <a:lnTo>
                    <a:pt x="300228" y="144780"/>
                  </a:lnTo>
                  <a:lnTo>
                    <a:pt x="288036" y="153924"/>
                  </a:lnTo>
                  <a:lnTo>
                    <a:pt x="291135" y="173736"/>
                  </a:lnTo>
                  <a:lnTo>
                    <a:pt x="280416" y="173736"/>
                  </a:lnTo>
                  <a:lnTo>
                    <a:pt x="271819" y="222623"/>
                  </a:lnTo>
                  <a:lnTo>
                    <a:pt x="259651" y="264223"/>
                  </a:lnTo>
                  <a:lnTo>
                    <a:pt x="224028" y="326136"/>
                  </a:lnTo>
                  <a:lnTo>
                    <a:pt x="175260" y="368808"/>
                  </a:lnTo>
                  <a:lnTo>
                    <a:pt x="145589" y="384857"/>
                  </a:lnTo>
                  <a:lnTo>
                    <a:pt x="112776" y="397763"/>
                  </a:lnTo>
                  <a:close/>
                </a:path>
                <a:path w="407035" h="398145">
                  <a:moveTo>
                    <a:pt x="370332" y="391668"/>
                  </a:moveTo>
                  <a:lnTo>
                    <a:pt x="330136" y="344805"/>
                  </a:lnTo>
                  <a:lnTo>
                    <a:pt x="304800" y="295656"/>
                  </a:lnTo>
                  <a:lnTo>
                    <a:pt x="290893" y="240982"/>
                  </a:lnTo>
                  <a:lnTo>
                    <a:pt x="280416" y="173736"/>
                  </a:lnTo>
                  <a:lnTo>
                    <a:pt x="291135" y="173736"/>
                  </a:lnTo>
                  <a:lnTo>
                    <a:pt x="294655" y="196238"/>
                  </a:lnTo>
                  <a:lnTo>
                    <a:pt x="303276" y="234124"/>
                  </a:lnTo>
                  <a:lnTo>
                    <a:pt x="327660" y="297180"/>
                  </a:lnTo>
                  <a:lnTo>
                    <a:pt x="362140" y="341566"/>
                  </a:lnTo>
                  <a:lnTo>
                    <a:pt x="406908" y="368808"/>
                  </a:lnTo>
                  <a:lnTo>
                    <a:pt x="406908" y="373380"/>
                  </a:lnTo>
                  <a:lnTo>
                    <a:pt x="394335" y="374523"/>
                  </a:lnTo>
                  <a:lnTo>
                    <a:pt x="384048" y="377952"/>
                  </a:lnTo>
                  <a:lnTo>
                    <a:pt x="376047" y="383667"/>
                  </a:lnTo>
                  <a:lnTo>
                    <a:pt x="370332" y="391668"/>
                  </a:lnTo>
                  <a:close/>
                </a:path>
                <a:path w="407035" h="398145">
                  <a:moveTo>
                    <a:pt x="160020" y="329184"/>
                  </a:moveTo>
                  <a:lnTo>
                    <a:pt x="156972" y="329184"/>
                  </a:lnTo>
                  <a:lnTo>
                    <a:pt x="153543" y="327755"/>
                  </a:lnTo>
                  <a:lnTo>
                    <a:pt x="150114" y="323469"/>
                  </a:lnTo>
                  <a:lnTo>
                    <a:pt x="146685" y="316325"/>
                  </a:lnTo>
                  <a:lnTo>
                    <a:pt x="143256" y="306324"/>
                  </a:lnTo>
                  <a:lnTo>
                    <a:pt x="136659" y="289726"/>
                  </a:lnTo>
                  <a:lnTo>
                    <a:pt x="128206" y="271843"/>
                  </a:lnTo>
                  <a:lnTo>
                    <a:pt x="117752" y="252531"/>
                  </a:lnTo>
                  <a:lnTo>
                    <a:pt x="105156" y="231648"/>
                  </a:lnTo>
                  <a:lnTo>
                    <a:pt x="136022" y="231648"/>
                  </a:lnTo>
                  <a:lnTo>
                    <a:pt x="161544" y="271272"/>
                  </a:lnTo>
                  <a:lnTo>
                    <a:pt x="172212" y="300228"/>
                  </a:lnTo>
                  <a:lnTo>
                    <a:pt x="172212" y="307848"/>
                  </a:lnTo>
                  <a:lnTo>
                    <a:pt x="163068" y="326136"/>
                  </a:lnTo>
                  <a:lnTo>
                    <a:pt x="160020" y="329184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03" name="object 103"/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3666744" y="6126480"/>
              <a:ext cx="327659" cy="323087"/>
            </a:xfrm>
            <a:prstGeom prst="rect">
              <a:avLst/>
            </a:prstGeom>
          </p:spPr>
        </p:pic>
      </p:grpSp>
      <p:sp>
        <p:nvSpPr>
          <p:cNvPr id="104" name="object 104"/>
          <p:cNvSpPr/>
          <p:nvPr/>
        </p:nvSpPr>
        <p:spPr>
          <a:xfrm>
            <a:off x="4180332" y="6021323"/>
            <a:ext cx="402590" cy="386080"/>
          </a:xfrm>
          <a:custGeom>
            <a:avLst/>
            <a:gdLst/>
            <a:ahLst/>
            <a:cxnLst/>
            <a:rect l="l" t="t" r="r" b="b"/>
            <a:pathLst>
              <a:path w="402589" h="386079">
                <a:moveTo>
                  <a:pt x="318516" y="385572"/>
                </a:moveTo>
                <a:lnTo>
                  <a:pt x="311919" y="374713"/>
                </a:lnTo>
                <a:lnTo>
                  <a:pt x="301180" y="364998"/>
                </a:lnTo>
                <a:lnTo>
                  <a:pt x="286154" y="356425"/>
                </a:lnTo>
                <a:lnTo>
                  <a:pt x="266700" y="348996"/>
                </a:lnTo>
                <a:lnTo>
                  <a:pt x="266700" y="342900"/>
                </a:lnTo>
                <a:lnTo>
                  <a:pt x="305752" y="346710"/>
                </a:lnTo>
                <a:lnTo>
                  <a:pt x="330708" y="338328"/>
                </a:lnTo>
                <a:lnTo>
                  <a:pt x="330708" y="124968"/>
                </a:lnTo>
                <a:lnTo>
                  <a:pt x="254508" y="124968"/>
                </a:lnTo>
                <a:lnTo>
                  <a:pt x="254508" y="348996"/>
                </a:lnTo>
                <a:lnTo>
                  <a:pt x="233172" y="358140"/>
                </a:lnTo>
                <a:lnTo>
                  <a:pt x="233172" y="124968"/>
                </a:lnTo>
                <a:lnTo>
                  <a:pt x="164592" y="124968"/>
                </a:lnTo>
                <a:lnTo>
                  <a:pt x="164592" y="350520"/>
                </a:lnTo>
                <a:lnTo>
                  <a:pt x="141732" y="361188"/>
                </a:lnTo>
                <a:lnTo>
                  <a:pt x="141732" y="124968"/>
                </a:lnTo>
                <a:lnTo>
                  <a:pt x="74675" y="124968"/>
                </a:lnTo>
                <a:lnTo>
                  <a:pt x="74675" y="362712"/>
                </a:lnTo>
                <a:lnTo>
                  <a:pt x="48768" y="381000"/>
                </a:lnTo>
                <a:lnTo>
                  <a:pt x="49006" y="343328"/>
                </a:lnTo>
                <a:lnTo>
                  <a:pt x="50053" y="262270"/>
                </a:lnTo>
                <a:lnTo>
                  <a:pt x="50292" y="219456"/>
                </a:lnTo>
                <a:lnTo>
                  <a:pt x="50053" y="178569"/>
                </a:lnTo>
                <a:lnTo>
                  <a:pt x="48768" y="99059"/>
                </a:lnTo>
                <a:lnTo>
                  <a:pt x="74675" y="114300"/>
                </a:lnTo>
                <a:lnTo>
                  <a:pt x="161544" y="114300"/>
                </a:lnTo>
                <a:lnTo>
                  <a:pt x="184404" y="35051"/>
                </a:lnTo>
                <a:lnTo>
                  <a:pt x="56388" y="35051"/>
                </a:lnTo>
                <a:lnTo>
                  <a:pt x="45886" y="35337"/>
                </a:lnTo>
                <a:lnTo>
                  <a:pt x="35242" y="36195"/>
                </a:lnTo>
                <a:lnTo>
                  <a:pt x="24884" y="37623"/>
                </a:lnTo>
                <a:lnTo>
                  <a:pt x="15240" y="39624"/>
                </a:lnTo>
                <a:lnTo>
                  <a:pt x="0" y="24384"/>
                </a:lnTo>
                <a:lnTo>
                  <a:pt x="339852" y="24384"/>
                </a:lnTo>
                <a:lnTo>
                  <a:pt x="368808" y="0"/>
                </a:lnTo>
                <a:lnTo>
                  <a:pt x="402336" y="35051"/>
                </a:lnTo>
                <a:lnTo>
                  <a:pt x="220979" y="35051"/>
                </a:lnTo>
                <a:lnTo>
                  <a:pt x="212693" y="46148"/>
                </a:lnTo>
                <a:lnTo>
                  <a:pt x="201549" y="63245"/>
                </a:lnTo>
                <a:lnTo>
                  <a:pt x="187547" y="86058"/>
                </a:lnTo>
                <a:lnTo>
                  <a:pt x="170688" y="114300"/>
                </a:lnTo>
                <a:lnTo>
                  <a:pt x="327660" y="114300"/>
                </a:lnTo>
                <a:lnTo>
                  <a:pt x="342900" y="97536"/>
                </a:lnTo>
                <a:lnTo>
                  <a:pt x="373380" y="123443"/>
                </a:lnTo>
                <a:lnTo>
                  <a:pt x="355092" y="135636"/>
                </a:lnTo>
                <a:lnTo>
                  <a:pt x="355092" y="336804"/>
                </a:lnTo>
                <a:lnTo>
                  <a:pt x="354544" y="346495"/>
                </a:lnTo>
                <a:lnTo>
                  <a:pt x="328183" y="380785"/>
                </a:lnTo>
                <a:lnTo>
                  <a:pt x="318516" y="38557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5" name="object 105"/>
          <p:cNvSpPr/>
          <p:nvPr/>
        </p:nvSpPr>
        <p:spPr>
          <a:xfrm>
            <a:off x="4632960" y="6012179"/>
            <a:ext cx="396240" cy="394970"/>
          </a:xfrm>
          <a:custGeom>
            <a:avLst/>
            <a:gdLst/>
            <a:ahLst/>
            <a:cxnLst/>
            <a:rect l="l" t="t" r="r" b="b"/>
            <a:pathLst>
              <a:path w="396239" h="394970">
                <a:moveTo>
                  <a:pt x="19812" y="41148"/>
                </a:moveTo>
                <a:lnTo>
                  <a:pt x="3048" y="25908"/>
                </a:lnTo>
                <a:lnTo>
                  <a:pt x="333756" y="25908"/>
                </a:lnTo>
                <a:lnTo>
                  <a:pt x="359664" y="0"/>
                </a:lnTo>
                <a:lnTo>
                  <a:pt x="396240" y="36576"/>
                </a:lnTo>
                <a:lnTo>
                  <a:pt x="60960" y="36576"/>
                </a:lnTo>
                <a:lnTo>
                  <a:pt x="49815" y="36861"/>
                </a:lnTo>
                <a:lnTo>
                  <a:pt x="39243" y="37719"/>
                </a:lnTo>
                <a:lnTo>
                  <a:pt x="29241" y="39147"/>
                </a:lnTo>
                <a:lnTo>
                  <a:pt x="19812" y="41148"/>
                </a:lnTo>
                <a:close/>
              </a:path>
              <a:path w="396239" h="394970">
                <a:moveTo>
                  <a:pt x="3048" y="297179"/>
                </a:moveTo>
                <a:lnTo>
                  <a:pt x="0" y="291084"/>
                </a:lnTo>
                <a:lnTo>
                  <a:pt x="28313" y="268224"/>
                </a:lnTo>
                <a:lnTo>
                  <a:pt x="56197" y="243078"/>
                </a:lnTo>
                <a:lnTo>
                  <a:pt x="83796" y="215646"/>
                </a:lnTo>
                <a:lnTo>
                  <a:pt x="111252" y="185928"/>
                </a:lnTo>
                <a:lnTo>
                  <a:pt x="136374" y="152519"/>
                </a:lnTo>
                <a:lnTo>
                  <a:pt x="159067" y="116395"/>
                </a:lnTo>
                <a:lnTo>
                  <a:pt x="179189" y="77700"/>
                </a:lnTo>
                <a:lnTo>
                  <a:pt x="196596" y="36576"/>
                </a:lnTo>
                <a:lnTo>
                  <a:pt x="231648" y="36576"/>
                </a:lnTo>
                <a:lnTo>
                  <a:pt x="223385" y="52030"/>
                </a:lnTo>
                <a:lnTo>
                  <a:pt x="214693" y="68770"/>
                </a:lnTo>
                <a:lnTo>
                  <a:pt x="205716" y="86939"/>
                </a:lnTo>
                <a:lnTo>
                  <a:pt x="196596" y="106680"/>
                </a:lnTo>
                <a:lnTo>
                  <a:pt x="225552" y="123444"/>
                </a:lnTo>
                <a:lnTo>
                  <a:pt x="221742" y="126492"/>
                </a:lnTo>
                <a:lnTo>
                  <a:pt x="184404" y="126492"/>
                </a:lnTo>
                <a:lnTo>
                  <a:pt x="155155" y="167652"/>
                </a:lnTo>
                <a:lnTo>
                  <a:pt x="122322" y="205227"/>
                </a:lnTo>
                <a:lnTo>
                  <a:pt x="85977" y="239292"/>
                </a:lnTo>
                <a:lnTo>
                  <a:pt x="46195" y="269918"/>
                </a:lnTo>
                <a:lnTo>
                  <a:pt x="3048" y="297179"/>
                </a:lnTo>
                <a:close/>
              </a:path>
              <a:path w="396239" h="394970">
                <a:moveTo>
                  <a:pt x="182880" y="394716"/>
                </a:moveTo>
                <a:lnTo>
                  <a:pt x="183761" y="362712"/>
                </a:lnTo>
                <a:lnTo>
                  <a:pt x="184213" y="332994"/>
                </a:lnTo>
                <a:lnTo>
                  <a:pt x="184380" y="305562"/>
                </a:lnTo>
                <a:lnTo>
                  <a:pt x="184404" y="126492"/>
                </a:lnTo>
                <a:lnTo>
                  <a:pt x="221742" y="126492"/>
                </a:lnTo>
                <a:lnTo>
                  <a:pt x="210312" y="135636"/>
                </a:lnTo>
                <a:lnTo>
                  <a:pt x="210380" y="332994"/>
                </a:lnTo>
                <a:lnTo>
                  <a:pt x="210502" y="348615"/>
                </a:lnTo>
                <a:lnTo>
                  <a:pt x="210954" y="367141"/>
                </a:lnTo>
                <a:lnTo>
                  <a:pt x="211836" y="382524"/>
                </a:lnTo>
                <a:lnTo>
                  <a:pt x="182880" y="394716"/>
                </a:lnTo>
                <a:close/>
              </a:path>
              <a:path w="396239" h="394970">
                <a:moveTo>
                  <a:pt x="374904" y="280416"/>
                </a:moveTo>
                <a:lnTo>
                  <a:pt x="371856" y="280416"/>
                </a:lnTo>
                <a:lnTo>
                  <a:pt x="368117" y="278701"/>
                </a:lnTo>
                <a:lnTo>
                  <a:pt x="363664" y="273558"/>
                </a:lnTo>
                <a:lnTo>
                  <a:pt x="358354" y="264985"/>
                </a:lnTo>
                <a:lnTo>
                  <a:pt x="352044" y="252984"/>
                </a:lnTo>
                <a:lnTo>
                  <a:pt x="337113" y="232171"/>
                </a:lnTo>
                <a:lnTo>
                  <a:pt x="314896" y="206502"/>
                </a:lnTo>
                <a:lnTo>
                  <a:pt x="284964" y="176260"/>
                </a:lnTo>
                <a:lnTo>
                  <a:pt x="246888" y="141732"/>
                </a:lnTo>
                <a:lnTo>
                  <a:pt x="252984" y="135636"/>
                </a:lnTo>
                <a:lnTo>
                  <a:pt x="301823" y="168759"/>
                </a:lnTo>
                <a:lnTo>
                  <a:pt x="338518" y="194881"/>
                </a:lnTo>
                <a:lnTo>
                  <a:pt x="374904" y="225552"/>
                </a:lnTo>
                <a:lnTo>
                  <a:pt x="385572" y="254508"/>
                </a:lnTo>
                <a:lnTo>
                  <a:pt x="385572" y="259080"/>
                </a:lnTo>
                <a:lnTo>
                  <a:pt x="384048" y="263652"/>
                </a:lnTo>
                <a:lnTo>
                  <a:pt x="381000" y="271272"/>
                </a:lnTo>
                <a:lnTo>
                  <a:pt x="377952" y="277368"/>
                </a:lnTo>
                <a:lnTo>
                  <a:pt x="374904" y="28041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6" name="object 106"/>
          <p:cNvSpPr/>
          <p:nvPr/>
        </p:nvSpPr>
        <p:spPr>
          <a:xfrm>
            <a:off x="5077967" y="6003036"/>
            <a:ext cx="394970" cy="411480"/>
          </a:xfrm>
          <a:custGeom>
            <a:avLst/>
            <a:gdLst/>
            <a:ahLst/>
            <a:cxnLst/>
            <a:rect l="l" t="t" r="r" b="b"/>
            <a:pathLst>
              <a:path w="394970" h="411479">
                <a:moveTo>
                  <a:pt x="205739" y="53340"/>
                </a:moveTo>
                <a:lnTo>
                  <a:pt x="182880" y="53340"/>
                </a:lnTo>
                <a:lnTo>
                  <a:pt x="182856" y="38147"/>
                </a:lnTo>
                <a:lnTo>
                  <a:pt x="182689" y="24384"/>
                </a:lnTo>
                <a:lnTo>
                  <a:pt x="182237" y="11763"/>
                </a:lnTo>
                <a:lnTo>
                  <a:pt x="181356" y="0"/>
                </a:lnTo>
                <a:lnTo>
                  <a:pt x="220980" y="16764"/>
                </a:lnTo>
                <a:lnTo>
                  <a:pt x="205739" y="28956"/>
                </a:lnTo>
                <a:lnTo>
                  <a:pt x="205739" y="53340"/>
                </a:lnTo>
                <a:close/>
              </a:path>
              <a:path w="394970" h="411479">
                <a:moveTo>
                  <a:pt x="44196" y="68580"/>
                </a:moveTo>
                <a:lnTo>
                  <a:pt x="27432" y="53340"/>
                </a:lnTo>
                <a:lnTo>
                  <a:pt x="307848" y="53340"/>
                </a:lnTo>
                <a:lnTo>
                  <a:pt x="332232" y="28956"/>
                </a:lnTo>
                <a:lnTo>
                  <a:pt x="367284" y="62484"/>
                </a:lnTo>
                <a:lnTo>
                  <a:pt x="85344" y="62484"/>
                </a:lnTo>
                <a:lnTo>
                  <a:pt x="74199" y="63007"/>
                </a:lnTo>
                <a:lnTo>
                  <a:pt x="63627" y="64389"/>
                </a:lnTo>
                <a:lnTo>
                  <a:pt x="53625" y="66341"/>
                </a:lnTo>
                <a:lnTo>
                  <a:pt x="44196" y="68580"/>
                </a:lnTo>
                <a:close/>
              </a:path>
              <a:path w="394970" h="411479">
                <a:moveTo>
                  <a:pt x="205739" y="105156"/>
                </a:moveTo>
                <a:lnTo>
                  <a:pt x="182880" y="105156"/>
                </a:lnTo>
                <a:lnTo>
                  <a:pt x="182880" y="62484"/>
                </a:lnTo>
                <a:lnTo>
                  <a:pt x="205739" y="62484"/>
                </a:lnTo>
                <a:lnTo>
                  <a:pt x="205739" y="105156"/>
                </a:lnTo>
                <a:close/>
              </a:path>
              <a:path w="394970" h="411479">
                <a:moveTo>
                  <a:pt x="91440" y="120396"/>
                </a:moveTo>
                <a:lnTo>
                  <a:pt x="74676" y="105156"/>
                </a:lnTo>
                <a:lnTo>
                  <a:pt x="271272" y="105156"/>
                </a:lnTo>
                <a:lnTo>
                  <a:pt x="292608" y="83820"/>
                </a:lnTo>
                <a:lnTo>
                  <a:pt x="323088" y="115824"/>
                </a:lnTo>
                <a:lnTo>
                  <a:pt x="132588" y="115824"/>
                </a:lnTo>
                <a:lnTo>
                  <a:pt x="121443" y="116109"/>
                </a:lnTo>
                <a:lnTo>
                  <a:pt x="110871" y="116967"/>
                </a:lnTo>
                <a:lnTo>
                  <a:pt x="100869" y="118395"/>
                </a:lnTo>
                <a:lnTo>
                  <a:pt x="91440" y="120396"/>
                </a:lnTo>
                <a:close/>
              </a:path>
              <a:path w="394970" h="411479">
                <a:moveTo>
                  <a:pt x="316121" y="307847"/>
                </a:moveTo>
                <a:lnTo>
                  <a:pt x="288036" y="307847"/>
                </a:lnTo>
                <a:lnTo>
                  <a:pt x="298704" y="292608"/>
                </a:lnTo>
                <a:lnTo>
                  <a:pt x="316121" y="307847"/>
                </a:lnTo>
                <a:close/>
              </a:path>
              <a:path w="394970" h="411479">
                <a:moveTo>
                  <a:pt x="86868" y="411479"/>
                </a:moveTo>
                <a:lnTo>
                  <a:pt x="87749" y="397478"/>
                </a:lnTo>
                <a:lnTo>
                  <a:pt x="88201" y="382905"/>
                </a:lnTo>
                <a:lnTo>
                  <a:pt x="88275" y="376189"/>
                </a:lnTo>
                <a:lnTo>
                  <a:pt x="88368" y="336565"/>
                </a:lnTo>
                <a:lnTo>
                  <a:pt x="88214" y="323088"/>
                </a:lnTo>
                <a:lnTo>
                  <a:pt x="88091" y="318516"/>
                </a:lnTo>
                <a:lnTo>
                  <a:pt x="87746" y="307847"/>
                </a:lnTo>
                <a:lnTo>
                  <a:pt x="86868" y="294132"/>
                </a:lnTo>
                <a:lnTo>
                  <a:pt x="112776" y="307847"/>
                </a:lnTo>
                <a:lnTo>
                  <a:pt x="316121" y="307847"/>
                </a:lnTo>
                <a:lnTo>
                  <a:pt x="323088" y="313944"/>
                </a:lnTo>
                <a:lnTo>
                  <a:pt x="316992" y="318516"/>
                </a:lnTo>
                <a:lnTo>
                  <a:pt x="111252" y="318516"/>
                </a:lnTo>
                <a:lnTo>
                  <a:pt x="111252" y="374903"/>
                </a:lnTo>
                <a:lnTo>
                  <a:pt x="311120" y="374903"/>
                </a:lnTo>
                <a:lnTo>
                  <a:pt x="311157" y="376189"/>
                </a:lnTo>
                <a:lnTo>
                  <a:pt x="311848" y="384810"/>
                </a:lnTo>
                <a:lnTo>
                  <a:pt x="311934" y="385572"/>
                </a:lnTo>
                <a:lnTo>
                  <a:pt x="111252" y="385572"/>
                </a:lnTo>
                <a:lnTo>
                  <a:pt x="111252" y="402336"/>
                </a:lnTo>
                <a:lnTo>
                  <a:pt x="86868" y="411479"/>
                </a:lnTo>
                <a:close/>
              </a:path>
              <a:path w="394970" h="411479">
                <a:moveTo>
                  <a:pt x="311120" y="374903"/>
                </a:moveTo>
                <a:lnTo>
                  <a:pt x="289560" y="374903"/>
                </a:lnTo>
                <a:lnTo>
                  <a:pt x="289560" y="318516"/>
                </a:lnTo>
                <a:lnTo>
                  <a:pt x="316992" y="318516"/>
                </a:lnTo>
                <a:lnTo>
                  <a:pt x="310896" y="323088"/>
                </a:lnTo>
                <a:lnTo>
                  <a:pt x="310910" y="367760"/>
                </a:lnTo>
                <a:lnTo>
                  <a:pt x="311120" y="374903"/>
                </a:lnTo>
                <a:close/>
              </a:path>
              <a:path w="394970" h="411479">
                <a:moveTo>
                  <a:pt x="289560" y="411479"/>
                </a:moveTo>
                <a:lnTo>
                  <a:pt x="289560" y="385572"/>
                </a:lnTo>
                <a:lnTo>
                  <a:pt x="311934" y="385572"/>
                </a:lnTo>
                <a:lnTo>
                  <a:pt x="312824" y="393430"/>
                </a:lnTo>
                <a:lnTo>
                  <a:pt x="313944" y="402336"/>
                </a:lnTo>
                <a:lnTo>
                  <a:pt x="289560" y="411479"/>
                </a:lnTo>
                <a:close/>
              </a:path>
              <a:path w="394970" h="411479">
                <a:moveTo>
                  <a:pt x="314452" y="141732"/>
                </a:moveTo>
                <a:lnTo>
                  <a:pt x="281939" y="141732"/>
                </a:lnTo>
                <a:lnTo>
                  <a:pt x="294132" y="126492"/>
                </a:lnTo>
                <a:lnTo>
                  <a:pt x="314452" y="141732"/>
                </a:lnTo>
                <a:close/>
              </a:path>
              <a:path w="394970" h="411479">
                <a:moveTo>
                  <a:pt x="85344" y="231647"/>
                </a:moveTo>
                <a:lnTo>
                  <a:pt x="86225" y="219670"/>
                </a:lnTo>
                <a:lnTo>
                  <a:pt x="86677" y="206692"/>
                </a:lnTo>
                <a:lnTo>
                  <a:pt x="86748" y="155448"/>
                </a:lnTo>
                <a:lnTo>
                  <a:pt x="86677" y="149733"/>
                </a:lnTo>
                <a:lnTo>
                  <a:pt x="86225" y="138017"/>
                </a:lnTo>
                <a:lnTo>
                  <a:pt x="85344" y="128016"/>
                </a:lnTo>
                <a:lnTo>
                  <a:pt x="109728" y="141732"/>
                </a:lnTo>
                <a:lnTo>
                  <a:pt x="314452" y="141732"/>
                </a:lnTo>
                <a:lnTo>
                  <a:pt x="318515" y="144780"/>
                </a:lnTo>
                <a:lnTo>
                  <a:pt x="309807" y="152400"/>
                </a:lnTo>
                <a:lnTo>
                  <a:pt x="109728" y="152400"/>
                </a:lnTo>
                <a:lnTo>
                  <a:pt x="109728" y="201168"/>
                </a:lnTo>
                <a:lnTo>
                  <a:pt x="306581" y="201168"/>
                </a:lnTo>
                <a:lnTo>
                  <a:pt x="306966" y="208811"/>
                </a:lnTo>
                <a:lnTo>
                  <a:pt x="307111" y="210312"/>
                </a:lnTo>
                <a:lnTo>
                  <a:pt x="109728" y="210312"/>
                </a:lnTo>
                <a:lnTo>
                  <a:pt x="109728" y="222504"/>
                </a:lnTo>
                <a:lnTo>
                  <a:pt x="85344" y="231647"/>
                </a:lnTo>
                <a:close/>
              </a:path>
              <a:path w="394970" h="411479">
                <a:moveTo>
                  <a:pt x="306581" y="201168"/>
                </a:moveTo>
                <a:lnTo>
                  <a:pt x="283463" y="201168"/>
                </a:lnTo>
                <a:lnTo>
                  <a:pt x="283463" y="152400"/>
                </a:lnTo>
                <a:lnTo>
                  <a:pt x="309807" y="152400"/>
                </a:lnTo>
                <a:lnTo>
                  <a:pt x="306324" y="155448"/>
                </a:lnTo>
                <a:lnTo>
                  <a:pt x="306380" y="192857"/>
                </a:lnTo>
                <a:lnTo>
                  <a:pt x="306514" y="199834"/>
                </a:lnTo>
                <a:lnTo>
                  <a:pt x="306581" y="201168"/>
                </a:lnTo>
                <a:close/>
              </a:path>
              <a:path w="394970" h="411479">
                <a:moveTo>
                  <a:pt x="283463" y="227076"/>
                </a:moveTo>
                <a:lnTo>
                  <a:pt x="283463" y="210312"/>
                </a:lnTo>
                <a:lnTo>
                  <a:pt x="307111" y="210312"/>
                </a:lnTo>
                <a:lnTo>
                  <a:pt x="307848" y="217932"/>
                </a:lnTo>
                <a:lnTo>
                  <a:pt x="283463" y="227076"/>
                </a:lnTo>
                <a:close/>
              </a:path>
              <a:path w="394970" h="411479">
                <a:moveTo>
                  <a:pt x="234696" y="269747"/>
                </a:moveTo>
                <a:lnTo>
                  <a:pt x="227075" y="269747"/>
                </a:lnTo>
                <a:lnTo>
                  <a:pt x="234529" y="254936"/>
                </a:lnTo>
                <a:lnTo>
                  <a:pt x="240982" y="240410"/>
                </a:lnTo>
                <a:lnTo>
                  <a:pt x="246578" y="226456"/>
                </a:lnTo>
                <a:lnTo>
                  <a:pt x="251460" y="213359"/>
                </a:lnTo>
                <a:lnTo>
                  <a:pt x="277368" y="231647"/>
                </a:lnTo>
                <a:lnTo>
                  <a:pt x="240149" y="264056"/>
                </a:lnTo>
                <a:lnTo>
                  <a:pt x="234696" y="269747"/>
                </a:lnTo>
                <a:close/>
              </a:path>
              <a:path w="394970" h="411479">
                <a:moveTo>
                  <a:pt x="161544" y="269747"/>
                </a:moveTo>
                <a:lnTo>
                  <a:pt x="150876" y="269747"/>
                </a:lnTo>
                <a:lnTo>
                  <a:pt x="149161" y="259770"/>
                </a:lnTo>
                <a:lnTo>
                  <a:pt x="144018" y="248221"/>
                </a:lnTo>
                <a:lnTo>
                  <a:pt x="135445" y="235243"/>
                </a:lnTo>
                <a:lnTo>
                  <a:pt x="123444" y="220980"/>
                </a:lnTo>
                <a:lnTo>
                  <a:pt x="128016" y="217932"/>
                </a:lnTo>
                <a:lnTo>
                  <a:pt x="163068" y="236220"/>
                </a:lnTo>
                <a:lnTo>
                  <a:pt x="170688" y="245364"/>
                </a:lnTo>
                <a:lnTo>
                  <a:pt x="170688" y="256032"/>
                </a:lnTo>
                <a:lnTo>
                  <a:pt x="167640" y="263652"/>
                </a:lnTo>
                <a:lnTo>
                  <a:pt x="161544" y="269747"/>
                </a:lnTo>
                <a:close/>
              </a:path>
              <a:path w="394970" h="411479">
                <a:moveTo>
                  <a:pt x="15240" y="286512"/>
                </a:moveTo>
                <a:lnTo>
                  <a:pt x="0" y="269747"/>
                </a:lnTo>
                <a:lnTo>
                  <a:pt x="335280" y="269747"/>
                </a:lnTo>
                <a:lnTo>
                  <a:pt x="359664" y="245364"/>
                </a:lnTo>
                <a:lnTo>
                  <a:pt x="394716" y="280416"/>
                </a:lnTo>
                <a:lnTo>
                  <a:pt x="57912" y="280416"/>
                </a:lnTo>
                <a:lnTo>
                  <a:pt x="46743" y="280725"/>
                </a:lnTo>
                <a:lnTo>
                  <a:pt x="36004" y="281749"/>
                </a:lnTo>
                <a:lnTo>
                  <a:pt x="25550" y="283630"/>
                </a:lnTo>
                <a:lnTo>
                  <a:pt x="15240" y="28651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7" name="object 107"/>
          <p:cNvSpPr/>
          <p:nvPr/>
        </p:nvSpPr>
        <p:spPr>
          <a:xfrm>
            <a:off x="5518404" y="6009132"/>
            <a:ext cx="407034" cy="398145"/>
          </a:xfrm>
          <a:custGeom>
            <a:avLst/>
            <a:gdLst/>
            <a:ahLst/>
            <a:cxnLst/>
            <a:rect l="l" t="t" r="r" b="b"/>
            <a:pathLst>
              <a:path w="407035" h="398145">
                <a:moveTo>
                  <a:pt x="178308" y="204216"/>
                </a:moveTo>
                <a:lnTo>
                  <a:pt x="172212" y="201168"/>
                </a:lnTo>
                <a:lnTo>
                  <a:pt x="186213" y="174378"/>
                </a:lnTo>
                <a:lnTo>
                  <a:pt x="198573" y="146685"/>
                </a:lnTo>
                <a:lnTo>
                  <a:pt x="217932" y="91440"/>
                </a:lnTo>
                <a:lnTo>
                  <a:pt x="230968" y="39624"/>
                </a:lnTo>
                <a:lnTo>
                  <a:pt x="239268" y="0"/>
                </a:lnTo>
                <a:lnTo>
                  <a:pt x="277368" y="19812"/>
                </a:lnTo>
                <a:lnTo>
                  <a:pt x="260604" y="32004"/>
                </a:lnTo>
                <a:lnTo>
                  <a:pt x="256627" y="46339"/>
                </a:lnTo>
                <a:lnTo>
                  <a:pt x="251650" y="62103"/>
                </a:lnTo>
                <a:lnTo>
                  <a:pt x="245816" y="79581"/>
                </a:lnTo>
                <a:lnTo>
                  <a:pt x="239268" y="99060"/>
                </a:lnTo>
                <a:lnTo>
                  <a:pt x="394854" y="99060"/>
                </a:lnTo>
                <a:lnTo>
                  <a:pt x="404067" y="109728"/>
                </a:lnTo>
                <a:lnTo>
                  <a:pt x="234696" y="109728"/>
                </a:lnTo>
                <a:lnTo>
                  <a:pt x="222670" y="134564"/>
                </a:lnTo>
                <a:lnTo>
                  <a:pt x="209359" y="158686"/>
                </a:lnTo>
                <a:lnTo>
                  <a:pt x="194619" y="181951"/>
                </a:lnTo>
                <a:lnTo>
                  <a:pt x="178308" y="204216"/>
                </a:lnTo>
                <a:close/>
              </a:path>
              <a:path w="407035" h="398145">
                <a:moveTo>
                  <a:pt x="18288" y="74676"/>
                </a:moveTo>
                <a:lnTo>
                  <a:pt x="4572" y="60960"/>
                </a:lnTo>
                <a:lnTo>
                  <a:pt x="135636" y="60960"/>
                </a:lnTo>
                <a:lnTo>
                  <a:pt x="155448" y="39624"/>
                </a:lnTo>
                <a:lnTo>
                  <a:pt x="181356" y="65532"/>
                </a:lnTo>
                <a:lnTo>
                  <a:pt x="171776" y="71628"/>
                </a:lnTo>
                <a:lnTo>
                  <a:pt x="33528" y="71628"/>
                </a:lnTo>
                <a:lnTo>
                  <a:pt x="18288" y="74676"/>
                </a:lnTo>
                <a:close/>
              </a:path>
              <a:path w="407035" h="398145">
                <a:moveTo>
                  <a:pt x="126590" y="187452"/>
                </a:moveTo>
                <a:lnTo>
                  <a:pt x="103632" y="187452"/>
                </a:lnTo>
                <a:lnTo>
                  <a:pt x="111871" y="164639"/>
                </a:lnTo>
                <a:lnTo>
                  <a:pt x="120396" y="137541"/>
                </a:lnTo>
                <a:lnTo>
                  <a:pt x="128920" y="106441"/>
                </a:lnTo>
                <a:lnTo>
                  <a:pt x="137160" y="71628"/>
                </a:lnTo>
                <a:lnTo>
                  <a:pt x="171776" y="71628"/>
                </a:lnTo>
                <a:lnTo>
                  <a:pt x="164592" y="76200"/>
                </a:lnTo>
                <a:lnTo>
                  <a:pt x="159138" y="92154"/>
                </a:lnTo>
                <a:lnTo>
                  <a:pt x="154114" y="107823"/>
                </a:lnTo>
                <a:lnTo>
                  <a:pt x="149375" y="122920"/>
                </a:lnTo>
                <a:lnTo>
                  <a:pt x="144653" y="137541"/>
                </a:lnTo>
                <a:lnTo>
                  <a:pt x="139660" y="152614"/>
                </a:lnTo>
                <a:lnTo>
                  <a:pt x="133540" y="169354"/>
                </a:lnTo>
                <a:lnTo>
                  <a:pt x="126590" y="187452"/>
                </a:lnTo>
                <a:close/>
              </a:path>
              <a:path w="407035" h="398145">
                <a:moveTo>
                  <a:pt x="394854" y="99060"/>
                </a:moveTo>
                <a:lnTo>
                  <a:pt x="356616" y="99060"/>
                </a:lnTo>
                <a:lnTo>
                  <a:pt x="376428" y="77724"/>
                </a:lnTo>
                <a:lnTo>
                  <a:pt x="394854" y="99060"/>
                </a:lnTo>
                <a:close/>
              </a:path>
              <a:path w="407035" h="398145">
                <a:moveTo>
                  <a:pt x="4572" y="361188"/>
                </a:moveTo>
                <a:lnTo>
                  <a:pt x="0" y="356616"/>
                </a:lnTo>
                <a:lnTo>
                  <a:pt x="28027" y="323469"/>
                </a:lnTo>
                <a:lnTo>
                  <a:pt x="52768" y="288036"/>
                </a:lnTo>
                <a:lnTo>
                  <a:pt x="74366" y="250317"/>
                </a:lnTo>
                <a:lnTo>
                  <a:pt x="92964" y="210312"/>
                </a:lnTo>
                <a:lnTo>
                  <a:pt x="75509" y="183451"/>
                </a:lnTo>
                <a:lnTo>
                  <a:pt x="57340" y="157734"/>
                </a:lnTo>
                <a:lnTo>
                  <a:pt x="38314" y="133159"/>
                </a:lnTo>
                <a:lnTo>
                  <a:pt x="18288" y="109728"/>
                </a:lnTo>
                <a:lnTo>
                  <a:pt x="21336" y="103632"/>
                </a:lnTo>
                <a:lnTo>
                  <a:pt x="44481" y="125301"/>
                </a:lnTo>
                <a:lnTo>
                  <a:pt x="65913" y="146685"/>
                </a:lnTo>
                <a:lnTo>
                  <a:pt x="85629" y="167497"/>
                </a:lnTo>
                <a:lnTo>
                  <a:pt x="103632" y="187452"/>
                </a:lnTo>
                <a:lnTo>
                  <a:pt x="126590" y="187452"/>
                </a:lnTo>
                <a:lnTo>
                  <a:pt x="118872" y="207264"/>
                </a:lnTo>
                <a:lnTo>
                  <a:pt x="134564" y="227552"/>
                </a:lnTo>
                <a:lnTo>
                  <a:pt x="137546" y="231648"/>
                </a:lnTo>
                <a:lnTo>
                  <a:pt x="106680" y="231648"/>
                </a:lnTo>
                <a:lnTo>
                  <a:pt x="100107" y="243935"/>
                </a:lnTo>
                <a:lnTo>
                  <a:pt x="91821" y="257937"/>
                </a:lnTo>
                <a:lnTo>
                  <a:pt x="70104" y="291083"/>
                </a:lnTo>
                <a:lnTo>
                  <a:pt x="41338" y="326707"/>
                </a:lnTo>
                <a:lnTo>
                  <a:pt x="24026" y="344019"/>
                </a:lnTo>
                <a:lnTo>
                  <a:pt x="4572" y="361188"/>
                </a:lnTo>
                <a:close/>
              </a:path>
              <a:path w="407035" h="398145">
                <a:moveTo>
                  <a:pt x="341376" y="166116"/>
                </a:moveTo>
                <a:lnTo>
                  <a:pt x="336804" y="163068"/>
                </a:lnTo>
                <a:lnTo>
                  <a:pt x="359664" y="109728"/>
                </a:lnTo>
                <a:lnTo>
                  <a:pt x="404067" y="109728"/>
                </a:lnTo>
                <a:lnTo>
                  <a:pt x="405384" y="111252"/>
                </a:lnTo>
                <a:lnTo>
                  <a:pt x="397406" y="113228"/>
                </a:lnTo>
                <a:lnTo>
                  <a:pt x="389572" y="116776"/>
                </a:lnTo>
                <a:lnTo>
                  <a:pt x="358711" y="144780"/>
                </a:lnTo>
                <a:lnTo>
                  <a:pt x="350258" y="155019"/>
                </a:lnTo>
                <a:lnTo>
                  <a:pt x="341376" y="166116"/>
                </a:lnTo>
                <a:close/>
              </a:path>
              <a:path w="407035" h="398145">
                <a:moveTo>
                  <a:pt x="112776" y="397763"/>
                </a:moveTo>
                <a:lnTo>
                  <a:pt x="111252" y="391668"/>
                </a:lnTo>
                <a:lnTo>
                  <a:pt x="145542" y="373927"/>
                </a:lnTo>
                <a:lnTo>
                  <a:pt x="175260" y="352615"/>
                </a:lnTo>
                <a:lnTo>
                  <a:pt x="220991" y="298680"/>
                </a:lnTo>
                <a:lnTo>
                  <a:pt x="249745" y="225171"/>
                </a:lnTo>
                <a:lnTo>
                  <a:pt x="258484" y="179117"/>
                </a:lnTo>
                <a:lnTo>
                  <a:pt x="263652" y="126492"/>
                </a:lnTo>
                <a:lnTo>
                  <a:pt x="301752" y="144780"/>
                </a:lnTo>
                <a:lnTo>
                  <a:pt x="289560" y="153924"/>
                </a:lnTo>
                <a:lnTo>
                  <a:pt x="292358" y="173736"/>
                </a:lnTo>
                <a:lnTo>
                  <a:pt x="281940" y="173736"/>
                </a:lnTo>
                <a:lnTo>
                  <a:pt x="273343" y="222623"/>
                </a:lnTo>
                <a:lnTo>
                  <a:pt x="261175" y="264223"/>
                </a:lnTo>
                <a:lnTo>
                  <a:pt x="225552" y="326136"/>
                </a:lnTo>
                <a:lnTo>
                  <a:pt x="176022" y="368808"/>
                </a:lnTo>
                <a:lnTo>
                  <a:pt x="146256" y="384857"/>
                </a:lnTo>
                <a:lnTo>
                  <a:pt x="112776" y="397763"/>
                </a:lnTo>
                <a:close/>
              </a:path>
              <a:path w="407035" h="398145">
                <a:moveTo>
                  <a:pt x="370332" y="391668"/>
                </a:moveTo>
                <a:lnTo>
                  <a:pt x="331470" y="344805"/>
                </a:lnTo>
                <a:lnTo>
                  <a:pt x="306324" y="295656"/>
                </a:lnTo>
                <a:lnTo>
                  <a:pt x="291846" y="240982"/>
                </a:lnTo>
                <a:lnTo>
                  <a:pt x="281940" y="173736"/>
                </a:lnTo>
                <a:lnTo>
                  <a:pt x="292358" y="173736"/>
                </a:lnTo>
                <a:lnTo>
                  <a:pt x="295536" y="196238"/>
                </a:lnTo>
                <a:lnTo>
                  <a:pt x="304228" y="234124"/>
                </a:lnTo>
                <a:lnTo>
                  <a:pt x="329184" y="297180"/>
                </a:lnTo>
                <a:lnTo>
                  <a:pt x="363474" y="341566"/>
                </a:lnTo>
                <a:lnTo>
                  <a:pt x="406908" y="368808"/>
                </a:lnTo>
                <a:lnTo>
                  <a:pt x="406908" y="373380"/>
                </a:lnTo>
                <a:lnTo>
                  <a:pt x="395192" y="374523"/>
                </a:lnTo>
                <a:lnTo>
                  <a:pt x="385191" y="377952"/>
                </a:lnTo>
                <a:lnTo>
                  <a:pt x="376904" y="383667"/>
                </a:lnTo>
                <a:lnTo>
                  <a:pt x="370332" y="391668"/>
                </a:lnTo>
                <a:close/>
              </a:path>
              <a:path w="407035" h="398145">
                <a:moveTo>
                  <a:pt x="161544" y="329184"/>
                </a:moveTo>
                <a:lnTo>
                  <a:pt x="158496" y="329184"/>
                </a:lnTo>
                <a:lnTo>
                  <a:pt x="155067" y="327755"/>
                </a:lnTo>
                <a:lnTo>
                  <a:pt x="151638" y="323469"/>
                </a:lnTo>
                <a:lnTo>
                  <a:pt x="148209" y="316325"/>
                </a:lnTo>
                <a:lnTo>
                  <a:pt x="144780" y="306324"/>
                </a:lnTo>
                <a:lnTo>
                  <a:pt x="137969" y="289726"/>
                </a:lnTo>
                <a:lnTo>
                  <a:pt x="129159" y="271843"/>
                </a:lnTo>
                <a:lnTo>
                  <a:pt x="118633" y="252531"/>
                </a:lnTo>
                <a:lnTo>
                  <a:pt x="106680" y="231648"/>
                </a:lnTo>
                <a:lnTo>
                  <a:pt x="137546" y="231648"/>
                </a:lnTo>
                <a:lnTo>
                  <a:pt x="163068" y="271272"/>
                </a:lnTo>
                <a:lnTo>
                  <a:pt x="172212" y="300228"/>
                </a:lnTo>
                <a:lnTo>
                  <a:pt x="172212" y="307848"/>
                </a:lnTo>
                <a:lnTo>
                  <a:pt x="170688" y="313943"/>
                </a:lnTo>
                <a:lnTo>
                  <a:pt x="164592" y="326136"/>
                </a:lnTo>
                <a:lnTo>
                  <a:pt x="161544" y="32918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8" name="object 108"/>
          <p:cNvSpPr/>
          <p:nvPr/>
        </p:nvSpPr>
        <p:spPr>
          <a:xfrm>
            <a:off x="6048755" y="6024371"/>
            <a:ext cx="257810" cy="382905"/>
          </a:xfrm>
          <a:custGeom>
            <a:avLst/>
            <a:gdLst/>
            <a:ahLst/>
            <a:cxnLst/>
            <a:rect l="l" t="t" r="r" b="b"/>
            <a:pathLst>
              <a:path w="257810" h="382904">
                <a:moveTo>
                  <a:pt x="0" y="382524"/>
                </a:moveTo>
                <a:lnTo>
                  <a:pt x="881" y="347948"/>
                </a:lnTo>
                <a:lnTo>
                  <a:pt x="1333" y="305943"/>
                </a:lnTo>
                <a:lnTo>
                  <a:pt x="1428" y="118872"/>
                </a:lnTo>
                <a:lnTo>
                  <a:pt x="1333" y="88963"/>
                </a:lnTo>
                <a:lnTo>
                  <a:pt x="881" y="41695"/>
                </a:lnTo>
                <a:lnTo>
                  <a:pt x="0" y="0"/>
                </a:lnTo>
                <a:lnTo>
                  <a:pt x="28956" y="19812"/>
                </a:lnTo>
                <a:lnTo>
                  <a:pt x="251555" y="19812"/>
                </a:lnTo>
                <a:lnTo>
                  <a:pt x="257556" y="24383"/>
                </a:lnTo>
                <a:lnTo>
                  <a:pt x="251269" y="28956"/>
                </a:lnTo>
                <a:lnTo>
                  <a:pt x="28956" y="28956"/>
                </a:lnTo>
                <a:lnTo>
                  <a:pt x="28956" y="118872"/>
                </a:lnTo>
                <a:lnTo>
                  <a:pt x="240792" y="118872"/>
                </a:lnTo>
                <a:lnTo>
                  <a:pt x="240792" y="129540"/>
                </a:lnTo>
                <a:lnTo>
                  <a:pt x="28956" y="129540"/>
                </a:lnTo>
                <a:lnTo>
                  <a:pt x="28956" y="216408"/>
                </a:lnTo>
                <a:lnTo>
                  <a:pt x="240792" y="216408"/>
                </a:lnTo>
                <a:lnTo>
                  <a:pt x="240792" y="225552"/>
                </a:lnTo>
                <a:lnTo>
                  <a:pt x="28956" y="225552"/>
                </a:lnTo>
                <a:lnTo>
                  <a:pt x="28956" y="321564"/>
                </a:lnTo>
                <a:lnTo>
                  <a:pt x="240841" y="321564"/>
                </a:lnTo>
                <a:lnTo>
                  <a:pt x="240929" y="332232"/>
                </a:lnTo>
                <a:lnTo>
                  <a:pt x="28956" y="332232"/>
                </a:lnTo>
                <a:lnTo>
                  <a:pt x="28956" y="367284"/>
                </a:lnTo>
                <a:lnTo>
                  <a:pt x="0" y="382524"/>
                </a:lnTo>
                <a:close/>
              </a:path>
              <a:path w="257810" h="382904">
                <a:moveTo>
                  <a:pt x="251555" y="19812"/>
                </a:moveTo>
                <a:lnTo>
                  <a:pt x="210312" y="19812"/>
                </a:lnTo>
                <a:lnTo>
                  <a:pt x="225551" y="0"/>
                </a:lnTo>
                <a:lnTo>
                  <a:pt x="251555" y="19812"/>
                </a:lnTo>
                <a:close/>
              </a:path>
              <a:path w="257810" h="382904">
                <a:moveTo>
                  <a:pt x="240792" y="118872"/>
                </a:moveTo>
                <a:lnTo>
                  <a:pt x="214884" y="118872"/>
                </a:lnTo>
                <a:lnTo>
                  <a:pt x="214884" y="28956"/>
                </a:lnTo>
                <a:lnTo>
                  <a:pt x="251269" y="28956"/>
                </a:lnTo>
                <a:lnTo>
                  <a:pt x="240792" y="36576"/>
                </a:lnTo>
                <a:lnTo>
                  <a:pt x="240792" y="118872"/>
                </a:lnTo>
                <a:close/>
              </a:path>
              <a:path w="257810" h="382904">
                <a:moveTo>
                  <a:pt x="240792" y="216408"/>
                </a:moveTo>
                <a:lnTo>
                  <a:pt x="214884" y="216408"/>
                </a:lnTo>
                <a:lnTo>
                  <a:pt x="214884" y="129540"/>
                </a:lnTo>
                <a:lnTo>
                  <a:pt x="240792" y="129540"/>
                </a:lnTo>
                <a:lnTo>
                  <a:pt x="240792" y="216408"/>
                </a:lnTo>
                <a:close/>
              </a:path>
              <a:path w="257810" h="382904">
                <a:moveTo>
                  <a:pt x="240841" y="321564"/>
                </a:moveTo>
                <a:lnTo>
                  <a:pt x="214884" y="321564"/>
                </a:lnTo>
                <a:lnTo>
                  <a:pt x="214884" y="225552"/>
                </a:lnTo>
                <a:lnTo>
                  <a:pt x="240792" y="225552"/>
                </a:lnTo>
                <a:lnTo>
                  <a:pt x="240841" y="321564"/>
                </a:lnTo>
                <a:close/>
              </a:path>
              <a:path w="257810" h="382904">
                <a:moveTo>
                  <a:pt x="214884" y="381000"/>
                </a:moveTo>
                <a:lnTo>
                  <a:pt x="214884" y="332232"/>
                </a:lnTo>
                <a:lnTo>
                  <a:pt x="240929" y="332232"/>
                </a:lnTo>
                <a:lnTo>
                  <a:pt x="240982" y="338709"/>
                </a:lnTo>
                <a:lnTo>
                  <a:pt x="241434" y="354996"/>
                </a:lnTo>
                <a:lnTo>
                  <a:pt x="242316" y="367284"/>
                </a:lnTo>
                <a:lnTo>
                  <a:pt x="214884" y="38100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9" name="object 109"/>
          <p:cNvSpPr/>
          <p:nvPr/>
        </p:nvSpPr>
        <p:spPr>
          <a:xfrm>
            <a:off x="6416039" y="6006083"/>
            <a:ext cx="398145" cy="402590"/>
          </a:xfrm>
          <a:custGeom>
            <a:avLst/>
            <a:gdLst/>
            <a:ahLst/>
            <a:cxnLst/>
            <a:rect l="l" t="t" r="r" b="b"/>
            <a:pathLst>
              <a:path w="398145" h="402589">
                <a:moveTo>
                  <a:pt x="188322" y="138684"/>
                </a:moveTo>
                <a:lnTo>
                  <a:pt x="153924" y="138684"/>
                </a:lnTo>
                <a:lnTo>
                  <a:pt x="166116" y="120396"/>
                </a:lnTo>
                <a:lnTo>
                  <a:pt x="188322" y="138684"/>
                </a:lnTo>
                <a:close/>
              </a:path>
              <a:path w="398145" h="402589">
                <a:moveTo>
                  <a:pt x="47244" y="402336"/>
                </a:moveTo>
                <a:lnTo>
                  <a:pt x="48125" y="380309"/>
                </a:lnTo>
                <a:lnTo>
                  <a:pt x="48487" y="365760"/>
                </a:lnTo>
                <a:lnTo>
                  <a:pt x="48606" y="359664"/>
                </a:lnTo>
                <a:lnTo>
                  <a:pt x="48744" y="347686"/>
                </a:lnTo>
                <a:lnTo>
                  <a:pt x="48744" y="167378"/>
                </a:lnTo>
                <a:lnTo>
                  <a:pt x="48594" y="152400"/>
                </a:lnTo>
                <a:lnTo>
                  <a:pt x="48536" y="149352"/>
                </a:lnTo>
                <a:lnTo>
                  <a:pt x="48125" y="135993"/>
                </a:lnTo>
                <a:lnTo>
                  <a:pt x="47244" y="123444"/>
                </a:lnTo>
                <a:lnTo>
                  <a:pt x="71628" y="138684"/>
                </a:lnTo>
                <a:lnTo>
                  <a:pt x="188322" y="138684"/>
                </a:lnTo>
                <a:lnTo>
                  <a:pt x="192024" y="141732"/>
                </a:lnTo>
                <a:lnTo>
                  <a:pt x="182226" y="149352"/>
                </a:lnTo>
                <a:lnTo>
                  <a:pt x="71628" y="149352"/>
                </a:lnTo>
                <a:lnTo>
                  <a:pt x="71628" y="205740"/>
                </a:lnTo>
                <a:lnTo>
                  <a:pt x="178308" y="205740"/>
                </a:lnTo>
                <a:lnTo>
                  <a:pt x="178308" y="216408"/>
                </a:lnTo>
                <a:lnTo>
                  <a:pt x="71628" y="216408"/>
                </a:lnTo>
                <a:lnTo>
                  <a:pt x="71628" y="274320"/>
                </a:lnTo>
                <a:lnTo>
                  <a:pt x="178308" y="274320"/>
                </a:lnTo>
                <a:lnTo>
                  <a:pt x="178308" y="284988"/>
                </a:lnTo>
                <a:lnTo>
                  <a:pt x="71628" y="284988"/>
                </a:lnTo>
                <a:lnTo>
                  <a:pt x="71628" y="391668"/>
                </a:lnTo>
                <a:lnTo>
                  <a:pt x="47244" y="402336"/>
                </a:lnTo>
                <a:close/>
              </a:path>
              <a:path w="398145" h="402589">
                <a:moveTo>
                  <a:pt x="178308" y="205740"/>
                </a:moveTo>
                <a:lnTo>
                  <a:pt x="155448" y="205740"/>
                </a:lnTo>
                <a:lnTo>
                  <a:pt x="155448" y="149352"/>
                </a:lnTo>
                <a:lnTo>
                  <a:pt x="182226" y="149352"/>
                </a:lnTo>
                <a:lnTo>
                  <a:pt x="178308" y="152400"/>
                </a:lnTo>
                <a:lnTo>
                  <a:pt x="178308" y="205740"/>
                </a:lnTo>
                <a:close/>
              </a:path>
              <a:path w="398145" h="402589">
                <a:moveTo>
                  <a:pt x="178308" y="274320"/>
                </a:moveTo>
                <a:lnTo>
                  <a:pt x="155448" y="274320"/>
                </a:lnTo>
                <a:lnTo>
                  <a:pt x="155448" y="216408"/>
                </a:lnTo>
                <a:lnTo>
                  <a:pt x="178308" y="216408"/>
                </a:lnTo>
                <a:lnTo>
                  <a:pt x="178308" y="274320"/>
                </a:lnTo>
                <a:close/>
              </a:path>
              <a:path w="398145" h="402589">
                <a:moveTo>
                  <a:pt x="177371" y="367284"/>
                </a:moveTo>
                <a:lnTo>
                  <a:pt x="150876" y="367284"/>
                </a:lnTo>
                <a:lnTo>
                  <a:pt x="155448" y="359664"/>
                </a:lnTo>
                <a:lnTo>
                  <a:pt x="155448" y="284988"/>
                </a:lnTo>
                <a:lnTo>
                  <a:pt x="178308" y="284988"/>
                </a:lnTo>
                <a:lnTo>
                  <a:pt x="178308" y="361188"/>
                </a:lnTo>
                <a:lnTo>
                  <a:pt x="177371" y="367284"/>
                </a:lnTo>
                <a:close/>
              </a:path>
              <a:path w="398145" h="402589">
                <a:moveTo>
                  <a:pt x="147828" y="402336"/>
                </a:moveTo>
                <a:lnTo>
                  <a:pt x="144446" y="392025"/>
                </a:lnTo>
                <a:lnTo>
                  <a:pt x="136779" y="383857"/>
                </a:lnTo>
                <a:lnTo>
                  <a:pt x="125110" y="377690"/>
                </a:lnTo>
                <a:lnTo>
                  <a:pt x="109728" y="373380"/>
                </a:lnTo>
                <a:lnTo>
                  <a:pt x="109728" y="365760"/>
                </a:lnTo>
                <a:lnTo>
                  <a:pt x="119467" y="366641"/>
                </a:lnTo>
                <a:lnTo>
                  <a:pt x="128206" y="367093"/>
                </a:lnTo>
                <a:lnTo>
                  <a:pt x="136088" y="367260"/>
                </a:lnTo>
                <a:lnTo>
                  <a:pt x="177371" y="367284"/>
                </a:lnTo>
                <a:lnTo>
                  <a:pt x="176331" y="374046"/>
                </a:lnTo>
                <a:lnTo>
                  <a:pt x="170497" y="385191"/>
                </a:lnTo>
                <a:lnTo>
                  <a:pt x="160948" y="394620"/>
                </a:lnTo>
                <a:lnTo>
                  <a:pt x="147828" y="402336"/>
                </a:lnTo>
                <a:close/>
              </a:path>
              <a:path w="398145" h="402589">
                <a:moveTo>
                  <a:pt x="236220" y="83820"/>
                </a:moveTo>
                <a:lnTo>
                  <a:pt x="225552" y="83820"/>
                </a:lnTo>
                <a:lnTo>
                  <a:pt x="233243" y="71532"/>
                </a:lnTo>
                <a:lnTo>
                  <a:pt x="240220" y="59817"/>
                </a:lnTo>
                <a:lnTo>
                  <a:pt x="246340" y="48672"/>
                </a:lnTo>
                <a:lnTo>
                  <a:pt x="251459" y="38100"/>
                </a:lnTo>
                <a:lnTo>
                  <a:pt x="256008" y="28074"/>
                </a:lnTo>
                <a:lnTo>
                  <a:pt x="260413" y="18478"/>
                </a:lnTo>
                <a:lnTo>
                  <a:pt x="264533" y="9167"/>
                </a:lnTo>
                <a:lnTo>
                  <a:pt x="268223" y="0"/>
                </a:lnTo>
                <a:lnTo>
                  <a:pt x="303276" y="22860"/>
                </a:lnTo>
                <a:lnTo>
                  <a:pt x="271271" y="47244"/>
                </a:lnTo>
                <a:lnTo>
                  <a:pt x="244482" y="74676"/>
                </a:lnTo>
                <a:lnTo>
                  <a:pt x="236220" y="83820"/>
                </a:lnTo>
                <a:close/>
              </a:path>
              <a:path w="398145" h="402589">
                <a:moveTo>
                  <a:pt x="146304" y="80772"/>
                </a:moveTo>
                <a:lnTo>
                  <a:pt x="141732" y="80772"/>
                </a:lnTo>
                <a:lnTo>
                  <a:pt x="137160" y="74676"/>
                </a:lnTo>
                <a:lnTo>
                  <a:pt x="134112" y="64008"/>
                </a:lnTo>
                <a:lnTo>
                  <a:pt x="129540" y="51101"/>
                </a:lnTo>
                <a:lnTo>
                  <a:pt x="122682" y="37338"/>
                </a:lnTo>
                <a:lnTo>
                  <a:pt x="113538" y="22431"/>
                </a:lnTo>
                <a:lnTo>
                  <a:pt x="102108" y="6096"/>
                </a:lnTo>
                <a:lnTo>
                  <a:pt x="108204" y="3048"/>
                </a:lnTo>
                <a:lnTo>
                  <a:pt x="146875" y="28575"/>
                </a:lnTo>
                <a:lnTo>
                  <a:pt x="162972" y="54054"/>
                </a:lnTo>
                <a:lnTo>
                  <a:pt x="162687" y="60579"/>
                </a:lnTo>
                <a:lnTo>
                  <a:pt x="160686" y="66532"/>
                </a:lnTo>
                <a:lnTo>
                  <a:pt x="156972" y="71628"/>
                </a:lnTo>
                <a:lnTo>
                  <a:pt x="150876" y="77724"/>
                </a:lnTo>
                <a:lnTo>
                  <a:pt x="146304" y="80772"/>
                </a:lnTo>
                <a:close/>
              </a:path>
              <a:path w="398145" h="402589">
                <a:moveTo>
                  <a:pt x="15240" y="100584"/>
                </a:moveTo>
                <a:lnTo>
                  <a:pt x="0" y="83820"/>
                </a:lnTo>
                <a:lnTo>
                  <a:pt x="335280" y="83820"/>
                </a:lnTo>
                <a:lnTo>
                  <a:pt x="361188" y="57912"/>
                </a:lnTo>
                <a:lnTo>
                  <a:pt x="397764" y="94488"/>
                </a:lnTo>
                <a:lnTo>
                  <a:pt x="57912" y="94488"/>
                </a:lnTo>
                <a:lnTo>
                  <a:pt x="46743" y="94797"/>
                </a:lnTo>
                <a:lnTo>
                  <a:pt x="36004" y="95821"/>
                </a:lnTo>
                <a:lnTo>
                  <a:pt x="25550" y="97702"/>
                </a:lnTo>
                <a:lnTo>
                  <a:pt x="15240" y="100584"/>
                </a:lnTo>
                <a:close/>
              </a:path>
              <a:path w="398145" h="402589">
                <a:moveTo>
                  <a:pt x="338088" y="360283"/>
                </a:moveTo>
                <a:lnTo>
                  <a:pt x="295703" y="360283"/>
                </a:lnTo>
                <a:lnTo>
                  <a:pt x="304800" y="359664"/>
                </a:lnTo>
                <a:lnTo>
                  <a:pt x="310776" y="358259"/>
                </a:lnTo>
                <a:lnTo>
                  <a:pt x="314896" y="354139"/>
                </a:lnTo>
                <a:lnTo>
                  <a:pt x="317008" y="347472"/>
                </a:lnTo>
                <a:lnTo>
                  <a:pt x="316968" y="179260"/>
                </a:lnTo>
                <a:lnTo>
                  <a:pt x="316753" y="160496"/>
                </a:lnTo>
                <a:lnTo>
                  <a:pt x="316104" y="137160"/>
                </a:lnTo>
                <a:lnTo>
                  <a:pt x="315706" y="123920"/>
                </a:lnTo>
                <a:lnTo>
                  <a:pt x="315468" y="108204"/>
                </a:lnTo>
                <a:lnTo>
                  <a:pt x="356616" y="131064"/>
                </a:lnTo>
                <a:lnTo>
                  <a:pt x="339852" y="144780"/>
                </a:lnTo>
                <a:lnTo>
                  <a:pt x="339852" y="347472"/>
                </a:lnTo>
                <a:lnTo>
                  <a:pt x="338088" y="360283"/>
                </a:lnTo>
                <a:close/>
              </a:path>
              <a:path w="398145" h="402589">
                <a:moveTo>
                  <a:pt x="237744" y="338328"/>
                </a:moveTo>
                <a:lnTo>
                  <a:pt x="238863" y="317444"/>
                </a:lnTo>
                <a:lnTo>
                  <a:pt x="239839" y="293560"/>
                </a:lnTo>
                <a:lnTo>
                  <a:pt x="240530" y="266533"/>
                </a:lnTo>
                <a:lnTo>
                  <a:pt x="240792" y="236220"/>
                </a:lnTo>
                <a:lnTo>
                  <a:pt x="240530" y="205954"/>
                </a:lnTo>
                <a:lnTo>
                  <a:pt x="239839" y="179260"/>
                </a:lnTo>
                <a:lnTo>
                  <a:pt x="238863" y="156281"/>
                </a:lnTo>
                <a:lnTo>
                  <a:pt x="237744" y="137160"/>
                </a:lnTo>
                <a:lnTo>
                  <a:pt x="274320" y="152400"/>
                </a:lnTo>
                <a:lnTo>
                  <a:pt x="262128" y="164592"/>
                </a:lnTo>
                <a:lnTo>
                  <a:pt x="262128" y="274320"/>
                </a:lnTo>
                <a:lnTo>
                  <a:pt x="262389" y="287774"/>
                </a:lnTo>
                <a:lnTo>
                  <a:pt x="263080" y="300799"/>
                </a:lnTo>
                <a:lnTo>
                  <a:pt x="264056" y="313539"/>
                </a:lnTo>
                <a:lnTo>
                  <a:pt x="265176" y="326136"/>
                </a:lnTo>
                <a:lnTo>
                  <a:pt x="237744" y="338328"/>
                </a:lnTo>
                <a:close/>
              </a:path>
              <a:path w="398145" h="402589">
                <a:moveTo>
                  <a:pt x="297180" y="402336"/>
                </a:moveTo>
                <a:lnTo>
                  <a:pt x="293774" y="390596"/>
                </a:lnTo>
                <a:lnTo>
                  <a:pt x="283654" y="380428"/>
                </a:lnTo>
                <a:lnTo>
                  <a:pt x="266961" y="371689"/>
                </a:lnTo>
                <a:lnTo>
                  <a:pt x="243840" y="364236"/>
                </a:lnTo>
                <a:lnTo>
                  <a:pt x="243840" y="358140"/>
                </a:lnTo>
                <a:lnTo>
                  <a:pt x="282321" y="360045"/>
                </a:lnTo>
                <a:lnTo>
                  <a:pt x="295703" y="360283"/>
                </a:lnTo>
                <a:lnTo>
                  <a:pt x="338088" y="360283"/>
                </a:lnTo>
                <a:lnTo>
                  <a:pt x="337256" y="366331"/>
                </a:lnTo>
                <a:lnTo>
                  <a:pt x="329374" y="381762"/>
                </a:lnTo>
                <a:lnTo>
                  <a:pt x="316063" y="393763"/>
                </a:lnTo>
                <a:lnTo>
                  <a:pt x="297180" y="40233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0" name="object 110"/>
          <p:cNvSpPr/>
          <p:nvPr/>
        </p:nvSpPr>
        <p:spPr>
          <a:xfrm>
            <a:off x="6859511" y="6001511"/>
            <a:ext cx="1727200" cy="412115"/>
          </a:xfrm>
          <a:custGeom>
            <a:avLst/>
            <a:gdLst/>
            <a:ahLst/>
            <a:cxnLst/>
            <a:rect l="l" t="t" r="r" b="b"/>
            <a:pathLst>
              <a:path w="1727200" h="412114">
                <a:moveTo>
                  <a:pt x="175260" y="42684"/>
                </a:moveTo>
                <a:lnTo>
                  <a:pt x="141732" y="16776"/>
                </a:lnTo>
                <a:lnTo>
                  <a:pt x="127711" y="49923"/>
                </a:lnTo>
                <a:lnTo>
                  <a:pt x="112966" y="80784"/>
                </a:lnTo>
                <a:lnTo>
                  <a:pt x="80772" y="135648"/>
                </a:lnTo>
                <a:lnTo>
                  <a:pt x="42672" y="181178"/>
                </a:lnTo>
                <a:lnTo>
                  <a:pt x="0" y="220992"/>
                </a:lnTo>
                <a:lnTo>
                  <a:pt x="3048" y="227088"/>
                </a:lnTo>
                <a:lnTo>
                  <a:pt x="54483" y="190512"/>
                </a:lnTo>
                <a:lnTo>
                  <a:pt x="94488" y="149364"/>
                </a:lnTo>
                <a:lnTo>
                  <a:pt x="128968" y="103263"/>
                </a:lnTo>
                <a:lnTo>
                  <a:pt x="160020" y="50304"/>
                </a:lnTo>
                <a:lnTo>
                  <a:pt x="175260" y="42684"/>
                </a:lnTo>
                <a:close/>
              </a:path>
              <a:path w="1727200" h="412114">
                <a:moveTo>
                  <a:pt x="313944" y="192036"/>
                </a:moveTo>
                <a:lnTo>
                  <a:pt x="289560" y="167652"/>
                </a:lnTo>
                <a:lnTo>
                  <a:pt x="271272" y="184416"/>
                </a:lnTo>
                <a:lnTo>
                  <a:pt x="73152" y="184416"/>
                </a:lnTo>
                <a:lnTo>
                  <a:pt x="86868" y="198132"/>
                </a:lnTo>
                <a:lnTo>
                  <a:pt x="102108" y="195084"/>
                </a:lnTo>
                <a:lnTo>
                  <a:pt x="156972" y="195084"/>
                </a:lnTo>
                <a:lnTo>
                  <a:pt x="146685" y="253377"/>
                </a:lnTo>
                <a:lnTo>
                  <a:pt x="124968" y="309384"/>
                </a:lnTo>
                <a:lnTo>
                  <a:pt x="84963" y="360629"/>
                </a:lnTo>
                <a:lnTo>
                  <a:pt x="19812" y="403872"/>
                </a:lnTo>
                <a:lnTo>
                  <a:pt x="22860" y="411492"/>
                </a:lnTo>
                <a:lnTo>
                  <a:pt x="63754" y="391223"/>
                </a:lnTo>
                <a:lnTo>
                  <a:pt x="97345" y="369392"/>
                </a:lnTo>
                <a:lnTo>
                  <a:pt x="143256" y="321576"/>
                </a:lnTo>
                <a:lnTo>
                  <a:pt x="168973" y="264045"/>
                </a:lnTo>
                <a:lnTo>
                  <a:pt x="184404" y="195084"/>
                </a:lnTo>
                <a:lnTo>
                  <a:pt x="274320" y="195084"/>
                </a:lnTo>
                <a:lnTo>
                  <a:pt x="270891" y="255104"/>
                </a:lnTo>
                <a:lnTo>
                  <a:pt x="267462" y="300431"/>
                </a:lnTo>
                <a:lnTo>
                  <a:pt x="260604" y="347484"/>
                </a:lnTo>
                <a:lnTo>
                  <a:pt x="240792" y="368820"/>
                </a:lnTo>
                <a:lnTo>
                  <a:pt x="232206" y="368503"/>
                </a:lnTo>
                <a:lnTo>
                  <a:pt x="220027" y="367487"/>
                </a:lnTo>
                <a:lnTo>
                  <a:pt x="204152" y="365594"/>
                </a:lnTo>
                <a:lnTo>
                  <a:pt x="184404" y="362724"/>
                </a:lnTo>
                <a:lnTo>
                  <a:pt x="184404" y="368820"/>
                </a:lnTo>
                <a:lnTo>
                  <a:pt x="203822" y="376288"/>
                </a:lnTo>
                <a:lnTo>
                  <a:pt x="218503" y="385203"/>
                </a:lnTo>
                <a:lnTo>
                  <a:pt x="228346" y="395820"/>
                </a:lnTo>
                <a:lnTo>
                  <a:pt x="233172" y="408444"/>
                </a:lnTo>
                <a:lnTo>
                  <a:pt x="249161" y="401599"/>
                </a:lnTo>
                <a:lnTo>
                  <a:pt x="281940" y="368820"/>
                </a:lnTo>
                <a:lnTo>
                  <a:pt x="293179" y="312623"/>
                </a:lnTo>
                <a:lnTo>
                  <a:pt x="296735" y="264439"/>
                </a:lnTo>
                <a:lnTo>
                  <a:pt x="298704" y="202704"/>
                </a:lnTo>
                <a:lnTo>
                  <a:pt x="309600" y="195084"/>
                </a:lnTo>
                <a:lnTo>
                  <a:pt x="313944" y="192036"/>
                </a:lnTo>
                <a:close/>
              </a:path>
              <a:path w="1727200" h="412114">
                <a:moveTo>
                  <a:pt x="403860" y="184416"/>
                </a:moveTo>
                <a:lnTo>
                  <a:pt x="356235" y="168224"/>
                </a:lnTo>
                <a:lnTo>
                  <a:pt x="310896" y="137172"/>
                </a:lnTo>
                <a:lnTo>
                  <a:pt x="273939" y="91833"/>
                </a:lnTo>
                <a:lnTo>
                  <a:pt x="248412" y="30492"/>
                </a:lnTo>
                <a:lnTo>
                  <a:pt x="262128" y="21348"/>
                </a:lnTo>
                <a:lnTo>
                  <a:pt x="230124" y="7632"/>
                </a:lnTo>
                <a:lnTo>
                  <a:pt x="247269" y="72593"/>
                </a:lnTo>
                <a:lnTo>
                  <a:pt x="275844" y="129552"/>
                </a:lnTo>
                <a:lnTo>
                  <a:pt x="315849" y="176415"/>
                </a:lnTo>
                <a:lnTo>
                  <a:pt x="367284" y="211848"/>
                </a:lnTo>
                <a:lnTo>
                  <a:pt x="372999" y="203581"/>
                </a:lnTo>
                <a:lnTo>
                  <a:pt x="381000" y="197180"/>
                </a:lnTo>
                <a:lnTo>
                  <a:pt x="391287" y="192773"/>
                </a:lnTo>
                <a:lnTo>
                  <a:pt x="403860" y="190512"/>
                </a:lnTo>
                <a:lnTo>
                  <a:pt x="403860" y="184416"/>
                </a:lnTo>
                <a:close/>
              </a:path>
              <a:path w="1727200" h="412114">
                <a:moveTo>
                  <a:pt x="666000" y="51816"/>
                </a:moveTo>
                <a:lnTo>
                  <a:pt x="638568" y="21336"/>
                </a:lnTo>
                <a:lnTo>
                  <a:pt x="617232" y="42672"/>
                </a:lnTo>
                <a:lnTo>
                  <a:pt x="566940" y="42672"/>
                </a:lnTo>
                <a:lnTo>
                  <a:pt x="566940" y="51816"/>
                </a:lnTo>
                <a:lnTo>
                  <a:pt x="566940" y="108204"/>
                </a:lnTo>
                <a:lnTo>
                  <a:pt x="542556" y="108204"/>
                </a:lnTo>
                <a:lnTo>
                  <a:pt x="542556" y="51816"/>
                </a:lnTo>
                <a:lnTo>
                  <a:pt x="566940" y="51816"/>
                </a:lnTo>
                <a:lnTo>
                  <a:pt x="566940" y="42672"/>
                </a:lnTo>
                <a:lnTo>
                  <a:pt x="441972" y="42672"/>
                </a:lnTo>
                <a:lnTo>
                  <a:pt x="457212" y="57912"/>
                </a:lnTo>
                <a:lnTo>
                  <a:pt x="467512" y="55676"/>
                </a:lnTo>
                <a:lnTo>
                  <a:pt x="477977" y="53721"/>
                </a:lnTo>
                <a:lnTo>
                  <a:pt x="488708" y="52349"/>
                </a:lnTo>
                <a:lnTo>
                  <a:pt x="499884" y="51816"/>
                </a:lnTo>
                <a:lnTo>
                  <a:pt x="522744" y="51816"/>
                </a:lnTo>
                <a:lnTo>
                  <a:pt x="522744" y="108204"/>
                </a:lnTo>
                <a:lnTo>
                  <a:pt x="522744" y="118872"/>
                </a:lnTo>
                <a:lnTo>
                  <a:pt x="520763" y="157149"/>
                </a:lnTo>
                <a:lnTo>
                  <a:pt x="514934" y="189547"/>
                </a:lnTo>
                <a:lnTo>
                  <a:pt x="505383" y="215963"/>
                </a:lnTo>
                <a:lnTo>
                  <a:pt x="492264" y="236220"/>
                </a:lnTo>
                <a:lnTo>
                  <a:pt x="492264" y="118872"/>
                </a:lnTo>
                <a:lnTo>
                  <a:pt x="522744" y="118872"/>
                </a:lnTo>
                <a:lnTo>
                  <a:pt x="522744" y="108204"/>
                </a:lnTo>
                <a:lnTo>
                  <a:pt x="492264" y="108204"/>
                </a:lnTo>
                <a:lnTo>
                  <a:pt x="467880" y="94488"/>
                </a:lnTo>
                <a:lnTo>
                  <a:pt x="468757" y="125666"/>
                </a:lnTo>
                <a:lnTo>
                  <a:pt x="469214" y="162115"/>
                </a:lnTo>
                <a:lnTo>
                  <a:pt x="469315" y="189547"/>
                </a:lnTo>
                <a:lnTo>
                  <a:pt x="469214" y="338518"/>
                </a:lnTo>
                <a:lnTo>
                  <a:pt x="468757" y="373837"/>
                </a:lnTo>
                <a:lnTo>
                  <a:pt x="467880" y="403860"/>
                </a:lnTo>
                <a:lnTo>
                  <a:pt x="492264" y="394716"/>
                </a:lnTo>
                <a:lnTo>
                  <a:pt x="492264" y="358140"/>
                </a:lnTo>
                <a:lnTo>
                  <a:pt x="617232" y="358140"/>
                </a:lnTo>
                <a:lnTo>
                  <a:pt x="617232" y="402336"/>
                </a:lnTo>
                <a:lnTo>
                  <a:pt x="641616" y="390144"/>
                </a:lnTo>
                <a:lnTo>
                  <a:pt x="640867" y="361975"/>
                </a:lnTo>
                <a:lnTo>
                  <a:pt x="640829" y="358140"/>
                </a:lnTo>
                <a:lnTo>
                  <a:pt x="640702" y="347472"/>
                </a:lnTo>
                <a:lnTo>
                  <a:pt x="640410" y="321284"/>
                </a:lnTo>
                <a:lnTo>
                  <a:pt x="640245" y="281940"/>
                </a:lnTo>
                <a:lnTo>
                  <a:pt x="640194" y="271272"/>
                </a:lnTo>
                <a:lnTo>
                  <a:pt x="640118" y="214884"/>
                </a:lnTo>
                <a:lnTo>
                  <a:pt x="640092" y="123444"/>
                </a:lnTo>
                <a:lnTo>
                  <a:pt x="645312" y="118872"/>
                </a:lnTo>
                <a:lnTo>
                  <a:pt x="652284" y="112776"/>
                </a:lnTo>
                <a:lnTo>
                  <a:pt x="646645" y="108204"/>
                </a:lnTo>
                <a:lnTo>
                  <a:pt x="627900" y="92964"/>
                </a:lnTo>
                <a:lnTo>
                  <a:pt x="617232" y="106299"/>
                </a:lnTo>
                <a:lnTo>
                  <a:pt x="617232" y="118872"/>
                </a:lnTo>
                <a:lnTo>
                  <a:pt x="617232" y="214884"/>
                </a:lnTo>
                <a:lnTo>
                  <a:pt x="617232" y="233172"/>
                </a:lnTo>
                <a:lnTo>
                  <a:pt x="617232" y="271272"/>
                </a:lnTo>
                <a:lnTo>
                  <a:pt x="617232" y="281940"/>
                </a:lnTo>
                <a:lnTo>
                  <a:pt x="617232" y="347472"/>
                </a:lnTo>
                <a:lnTo>
                  <a:pt x="492264" y="347472"/>
                </a:lnTo>
                <a:lnTo>
                  <a:pt x="492264" y="281940"/>
                </a:lnTo>
                <a:lnTo>
                  <a:pt x="617232" y="281940"/>
                </a:lnTo>
                <a:lnTo>
                  <a:pt x="617232" y="271272"/>
                </a:lnTo>
                <a:lnTo>
                  <a:pt x="492264" y="271272"/>
                </a:lnTo>
                <a:lnTo>
                  <a:pt x="492264" y="246888"/>
                </a:lnTo>
                <a:lnTo>
                  <a:pt x="503072" y="236220"/>
                </a:lnTo>
                <a:lnTo>
                  <a:pt x="514261" y="225171"/>
                </a:lnTo>
                <a:lnTo>
                  <a:pt x="529983" y="196596"/>
                </a:lnTo>
                <a:lnTo>
                  <a:pt x="539407" y="161163"/>
                </a:lnTo>
                <a:lnTo>
                  <a:pt x="542556" y="118872"/>
                </a:lnTo>
                <a:lnTo>
                  <a:pt x="566940" y="118872"/>
                </a:lnTo>
                <a:lnTo>
                  <a:pt x="567055" y="208788"/>
                </a:lnTo>
                <a:lnTo>
                  <a:pt x="592848" y="233172"/>
                </a:lnTo>
                <a:lnTo>
                  <a:pt x="617232" y="233172"/>
                </a:lnTo>
                <a:lnTo>
                  <a:pt x="617232" y="214884"/>
                </a:lnTo>
                <a:lnTo>
                  <a:pt x="592848" y="214884"/>
                </a:lnTo>
                <a:lnTo>
                  <a:pt x="588276" y="208788"/>
                </a:lnTo>
                <a:lnTo>
                  <a:pt x="588276" y="118872"/>
                </a:lnTo>
                <a:lnTo>
                  <a:pt x="617232" y="118872"/>
                </a:lnTo>
                <a:lnTo>
                  <a:pt x="617232" y="106299"/>
                </a:lnTo>
                <a:lnTo>
                  <a:pt x="615708" y="108204"/>
                </a:lnTo>
                <a:lnTo>
                  <a:pt x="588276" y="108204"/>
                </a:lnTo>
                <a:lnTo>
                  <a:pt x="588276" y="51816"/>
                </a:lnTo>
                <a:lnTo>
                  <a:pt x="666000" y="51816"/>
                </a:lnTo>
                <a:close/>
              </a:path>
              <a:path w="1727200" h="412114">
                <a:moveTo>
                  <a:pt x="850404" y="362712"/>
                </a:moveTo>
                <a:lnTo>
                  <a:pt x="830110" y="328688"/>
                </a:lnTo>
                <a:lnTo>
                  <a:pt x="827544" y="283464"/>
                </a:lnTo>
                <a:lnTo>
                  <a:pt x="819924" y="283464"/>
                </a:lnTo>
                <a:lnTo>
                  <a:pt x="818756" y="306374"/>
                </a:lnTo>
                <a:lnTo>
                  <a:pt x="817448" y="324993"/>
                </a:lnTo>
                <a:lnTo>
                  <a:pt x="815848" y="339623"/>
                </a:lnTo>
                <a:lnTo>
                  <a:pt x="813828" y="350520"/>
                </a:lnTo>
                <a:lnTo>
                  <a:pt x="812304" y="361188"/>
                </a:lnTo>
                <a:lnTo>
                  <a:pt x="806208" y="367284"/>
                </a:lnTo>
                <a:lnTo>
                  <a:pt x="726960" y="367284"/>
                </a:lnTo>
                <a:lnTo>
                  <a:pt x="714959" y="366191"/>
                </a:lnTo>
                <a:lnTo>
                  <a:pt x="706386" y="360807"/>
                </a:lnTo>
                <a:lnTo>
                  <a:pt x="701243" y="351434"/>
                </a:lnTo>
                <a:lnTo>
                  <a:pt x="699528" y="338328"/>
                </a:lnTo>
                <a:lnTo>
                  <a:pt x="699528" y="178308"/>
                </a:lnTo>
                <a:lnTo>
                  <a:pt x="794016" y="178308"/>
                </a:lnTo>
                <a:lnTo>
                  <a:pt x="794016" y="202692"/>
                </a:lnTo>
                <a:lnTo>
                  <a:pt x="818400" y="192024"/>
                </a:lnTo>
                <a:lnTo>
                  <a:pt x="816305" y="136398"/>
                </a:lnTo>
                <a:lnTo>
                  <a:pt x="815352" y="57912"/>
                </a:lnTo>
                <a:lnTo>
                  <a:pt x="822312" y="51816"/>
                </a:lnTo>
                <a:lnTo>
                  <a:pt x="827544" y="47244"/>
                </a:lnTo>
                <a:lnTo>
                  <a:pt x="801636" y="25908"/>
                </a:lnTo>
                <a:lnTo>
                  <a:pt x="789444" y="42672"/>
                </a:lnTo>
                <a:lnTo>
                  <a:pt x="667524" y="42672"/>
                </a:lnTo>
                <a:lnTo>
                  <a:pt x="684288" y="57912"/>
                </a:lnTo>
                <a:lnTo>
                  <a:pt x="693712" y="55676"/>
                </a:lnTo>
                <a:lnTo>
                  <a:pt x="703719" y="53721"/>
                </a:lnTo>
                <a:lnTo>
                  <a:pt x="714286" y="52349"/>
                </a:lnTo>
                <a:lnTo>
                  <a:pt x="725436" y="51816"/>
                </a:lnTo>
                <a:lnTo>
                  <a:pt x="794016" y="51816"/>
                </a:lnTo>
                <a:lnTo>
                  <a:pt x="794016" y="167640"/>
                </a:lnTo>
                <a:lnTo>
                  <a:pt x="699528" y="167640"/>
                </a:lnTo>
                <a:lnTo>
                  <a:pt x="675144" y="152400"/>
                </a:lnTo>
                <a:lnTo>
                  <a:pt x="676021" y="178981"/>
                </a:lnTo>
                <a:lnTo>
                  <a:pt x="676478" y="219837"/>
                </a:lnTo>
                <a:lnTo>
                  <a:pt x="676643" y="274993"/>
                </a:lnTo>
                <a:lnTo>
                  <a:pt x="676668" y="344424"/>
                </a:lnTo>
                <a:lnTo>
                  <a:pt x="678637" y="364172"/>
                </a:lnTo>
                <a:lnTo>
                  <a:pt x="686765" y="377761"/>
                </a:lnTo>
                <a:lnTo>
                  <a:pt x="700874" y="385368"/>
                </a:lnTo>
                <a:lnTo>
                  <a:pt x="720864" y="387096"/>
                </a:lnTo>
                <a:lnTo>
                  <a:pt x="810780" y="387096"/>
                </a:lnTo>
                <a:lnTo>
                  <a:pt x="823607" y="385648"/>
                </a:lnTo>
                <a:lnTo>
                  <a:pt x="834593" y="381190"/>
                </a:lnTo>
                <a:lnTo>
                  <a:pt x="843559" y="373595"/>
                </a:lnTo>
                <a:lnTo>
                  <a:pt x="847521" y="367284"/>
                </a:lnTo>
                <a:lnTo>
                  <a:pt x="850404" y="362712"/>
                </a:lnTo>
                <a:close/>
              </a:path>
              <a:path w="1727200" h="412114">
                <a:moveTo>
                  <a:pt x="1047000" y="330708"/>
                </a:moveTo>
                <a:lnTo>
                  <a:pt x="1045476" y="321564"/>
                </a:lnTo>
                <a:lnTo>
                  <a:pt x="989152" y="336448"/>
                </a:lnTo>
                <a:lnTo>
                  <a:pt x="945845" y="346900"/>
                </a:lnTo>
                <a:lnTo>
                  <a:pt x="915377" y="353072"/>
                </a:lnTo>
                <a:lnTo>
                  <a:pt x="897648" y="355092"/>
                </a:lnTo>
                <a:lnTo>
                  <a:pt x="914412" y="390144"/>
                </a:lnTo>
                <a:lnTo>
                  <a:pt x="927836" y="380428"/>
                </a:lnTo>
                <a:lnTo>
                  <a:pt x="954417" y="367284"/>
                </a:lnTo>
                <a:lnTo>
                  <a:pt x="994130" y="350710"/>
                </a:lnTo>
                <a:lnTo>
                  <a:pt x="1047000" y="330708"/>
                </a:lnTo>
                <a:close/>
              </a:path>
              <a:path w="1727200" h="412114">
                <a:moveTo>
                  <a:pt x="1056144" y="115824"/>
                </a:moveTo>
                <a:lnTo>
                  <a:pt x="1024140" y="92964"/>
                </a:lnTo>
                <a:lnTo>
                  <a:pt x="1016990" y="109855"/>
                </a:lnTo>
                <a:lnTo>
                  <a:pt x="1009281" y="126301"/>
                </a:lnTo>
                <a:lnTo>
                  <a:pt x="1000988" y="142481"/>
                </a:lnTo>
                <a:lnTo>
                  <a:pt x="992136" y="158496"/>
                </a:lnTo>
                <a:lnTo>
                  <a:pt x="912888" y="161544"/>
                </a:lnTo>
                <a:lnTo>
                  <a:pt x="931125" y="135521"/>
                </a:lnTo>
                <a:lnTo>
                  <a:pt x="949083" y="107632"/>
                </a:lnTo>
                <a:lnTo>
                  <a:pt x="966457" y="77749"/>
                </a:lnTo>
                <a:lnTo>
                  <a:pt x="982992" y="45720"/>
                </a:lnTo>
                <a:lnTo>
                  <a:pt x="998232" y="35052"/>
                </a:lnTo>
                <a:lnTo>
                  <a:pt x="963180" y="12192"/>
                </a:lnTo>
                <a:lnTo>
                  <a:pt x="957503" y="37109"/>
                </a:lnTo>
                <a:lnTo>
                  <a:pt x="949845" y="61722"/>
                </a:lnTo>
                <a:lnTo>
                  <a:pt x="929652" y="111252"/>
                </a:lnTo>
                <a:lnTo>
                  <a:pt x="906792" y="147637"/>
                </a:lnTo>
                <a:lnTo>
                  <a:pt x="888504" y="160020"/>
                </a:lnTo>
                <a:lnTo>
                  <a:pt x="905268" y="192024"/>
                </a:lnTo>
                <a:lnTo>
                  <a:pt x="917854" y="185458"/>
                </a:lnTo>
                <a:lnTo>
                  <a:pt x="935177" y="179451"/>
                </a:lnTo>
                <a:lnTo>
                  <a:pt x="957338" y="174028"/>
                </a:lnTo>
                <a:lnTo>
                  <a:pt x="984516" y="169164"/>
                </a:lnTo>
                <a:lnTo>
                  <a:pt x="965415" y="196291"/>
                </a:lnTo>
                <a:lnTo>
                  <a:pt x="936929" y="234530"/>
                </a:lnTo>
                <a:lnTo>
                  <a:pt x="907554" y="263156"/>
                </a:lnTo>
                <a:lnTo>
                  <a:pt x="900696" y="265176"/>
                </a:lnTo>
                <a:lnTo>
                  <a:pt x="918984" y="300228"/>
                </a:lnTo>
                <a:lnTo>
                  <a:pt x="955840" y="281584"/>
                </a:lnTo>
                <a:lnTo>
                  <a:pt x="1009091" y="266319"/>
                </a:lnTo>
                <a:lnTo>
                  <a:pt x="1040904" y="259080"/>
                </a:lnTo>
                <a:lnTo>
                  <a:pt x="1040904" y="252984"/>
                </a:lnTo>
                <a:lnTo>
                  <a:pt x="929652" y="265176"/>
                </a:lnTo>
                <a:lnTo>
                  <a:pt x="960526" y="229108"/>
                </a:lnTo>
                <a:lnTo>
                  <a:pt x="989279" y="193738"/>
                </a:lnTo>
                <a:lnTo>
                  <a:pt x="1008011" y="169164"/>
                </a:lnTo>
                <a:lnTo>
                  <a:pt x="1013815" y="161544"/>
                </a:lnTo>
                <a:lnTo>
                  <a:pt x="1016012" y="158673"/>
                </a:lnTo>
                <a:lnTo>
                  <a:pt x="1040904" y="123444"/>
                </a:lnTo>
                <a:lnTo>
                  <a:pt x="1056144" y="115824"/>
                </a:lnTo>
                <a:close/>
              </a:path>
              <a:path w="1727200" h="412114">
                <a:moveTo>
                  <a:pt x="1225308" y="190500"/>
                </a:moveTo>
                <a:lnTo>
                  <a:pt x="1196352" y="158496"/>
                </a:lnTo>
                <a:lnTo>
                  <a:pt x="1179588" y="179832"/>
                </a:lnTo>
                <a:lnTo>
                  <a:pt x="1071384" y="179832"/>
                </a:lnTo>
                <a:lnTo>
                  <a:pt x="1086624" y="195072"/>
                </a:lnTo>
                <a:lnTo>
                  <a:pt x="1096352" y="193078"/>
                </a:lnTo>
                <a:lnTo>
                  <a:pt x="1105103" y="191643"/>
                </a:lnTo>
                <a:lnTo>
                  <a:pt x="1112977" y="190792"/>
                </a:lnTo>
                <a:lnTo>
                  <a:pt x="1120152" y="190500"/>
                </a:lnTo>
                <a:lnTo>
                  <a:pt x="1225308" y="190500"/>
                </a:lnTo>
                <a:close/>
              </a:path>
              <a:path w="1727200" h="412114">
                <a:moveTo>
                  <a:pt x="1243596" y="257556"/>
                </a:moveTo>
                <a:lnTo>
                  <a:pt x="1237500" y="251460"/>
                </a:lnTo>
                <a:lnTo>
                  <a:pt x="1219212" y="233172"/>
                </a:lnTo>
                <a:lnTo>
                  <a:pt x="1205496" y="248145"/>
                </a:lnTo>
                <a:lnTo>
                  <a:pt x="1205496" y="260604"/>
                </a:lnTo>
                <a:lnTo>
                  <a:pt x="1205496" y="359664"/>
                </a:lnTo>
                <a:lnTo>
                  <a:pt x="1085100" y="359664"/>
                </a:lnTo>
                <a:lnTo>
                  <a:pt x="1085100" y="260604"/>
                </a:lnTo>
                <a:lnTo>
                  <a:pt x="1205496" y="260604"/>
                </a:lnTo>
                <a:lnTo>
                  <a:pt x="1205496" y="248145"/>
                </a:lnTo>
                <a:lnTo>
                  <a:pt x="1202448" y="251460"/>
                </a:lnTo>
                <a:lnTo>
                  <a:pt x="1085100" y="251460"/>
                </a:lnTo>
                <a:lnTo>
                  <a:pt x="1060716" y="236220"/>
                </a:lnTo>
                <a:lnTo>
                  <a:pt x="1061580" y="257556"/>
                </a:lnTo>
                <a:lnTo>
                  <a:pt x="1062062" y="281584"/>
                </a:lnTo>
                <a:lnTo>
                  <a:pt x="1062151" y="293636"/>
                </a:lnTo>
                <a:lnTo>
                  <a:pt x="1062050" y="368046"/>
                </a:lnTo>
                <a:lnTo>
                  <a:pt x="1061593" y="389763"/>
                </a:lnTo>
                <a:lnTo>
                  <a:pt x="1060716" y="411480"/>
                </a:lnTo>
                <a:lnTo>
                  <a:pt x="1085100" y="400812"/>
                </a:lnTo>
                <a:lnTo>
                  <a:pt x="1085100" y="370332"/>
                </a:lnTo>
                <a:lnTo>
                  <a:pt x="1205496" y="370332"/>
                </a:lnTo>
                <a:lnTo>
                  <a:pt x="1205496" y="406908"/>
                </a:lnTo>
                <a:lnTo>
                  <a:pt x="1229880" y="394716"/>
                </a:lnTo>
                <a:lnTo>
                  <a:pt x="1228356" y="268224"/>
                </a:lnTo>
                <a:lnTo>
                  <a:pt x="1239240" y="260604"/>
                </a:lnTo>
                <a:lnTo>
                  <a:pt x="1243596" y="257556"/>
                </a:lnTo>
                <a:close/>
              </a:path>
              <a:path w="1727200" h="412114">
                <a:moveTo>
                  <a:pt x="1298460" y="166116"/>
                </a:moveTo>
                <a:lnTo>
                  <a:pt x="1250645" y="143256"/>
                </a:lnTo>
                <a:lnTo>
                  <a:pt x="1213116" y="115824"/>
                </a:lnTo>
                <a:lnTo>
                  <a:pt x="1179779" y="79438"/>
                </a:lnTo>
                <a:lnTo>
                  <a:pt x="1153223" y="39624"/>
                </a:lnTo>
                <a:lnTo>
                  <a:pt x="1147584" y="30480"/>
                </a:lnTo>
                <a:lnTo>
                  <a:pt x="1164348" y="19812"/>
                </a:lnTo>
                <a:lnTo>
                  <a:pt x="1126248" y="0"/>
                </a:lnTo>
                <a:lnTo>
                  <a:pt x="1117358" y="33147"/>
                </a:lnTo>
                <a:lnTo>
                  <a:pt x="1106627" y="64008"/>
                </a:lnTo>
                <a:lnTo>
                  <a:pt x="1079004" y="118872"/>
                </a:lnTo>
                <a:lnTo>
                  <a:pt x="1047191" y="165544"/>
                </a:lnTo>
                <a:lnTo>
                  <a:pt x="1011948" y="204216"/>
                </a:lnTo>
                <a:lnTo>
                  <a:pt x="1016520" y="208788"/>
                </a:lnTo>
                <a:lnTo>
                  <a:pt x="1055192" y="175260"/>
                </a:lnTo>
                <a:lnTo>
                  <a:pt x="1088148" y="137160"/>
                </a:lnTo>
                <a:lnTo>
                  <a:pt x="1116723" y="93535"/>
                </a:lnTo>
                <a:lnTo>
                  <a:pt x="1143012" y="39624"/>
                </a:lnTo>
                <a:lnTo>
                  <a:pt x="1152956" y="61912"/>
                </a:lnTo>
                <a:lnTo>
                  <a:pt x="1176870" y="103060"/>
                </a:lnTo>
                <a:lnTo>
                  <a:pt x="1205966" y="139877"/>
                </a:lnTo>
                <a:lnTo>
                  <a:pt x="1242542" y="172935"/>
                </a:lnTo>
                <a:lnTo>
                  <a:pt x="1263408" y="187452"/>
                </a:lnTo>
                <a:lnTo>
                  <a:pt x="1269098" y="180340"/>
                </a:lnTo>
                <a:lnTo>
                  <a:pt x="1276934" y="175069"/>
                </a:lnTo>
                <a:lnTo>
                  <a:pt x="1286764" y="171818"/>
                </a:lnTo>
                <a:lnTo>
                  <a:pt x="1298460" y="170688"/>
                </a:lnTo>
                <a:lnTo>
                  <a:pt x="1298460" y="166116"/>
                </a:lnTo>
                <a:close/>
              </a:path>
              <a:path w="1727200" h="412114">
                <a:moveTo>
                  <a:pt x="1562100" y="47244"/>
                </a:moveTo>
                <a:lnTo>
                  <a:pt x="1522285" y="13817"/>
                </a:lnTo>
                <a:lnTo>
                  <a:pt x="1505712" y="6096"/>
                </a:lnTo>
                <a:lnTo>
                  <a:pt x="1501140" y="9144"/>
                </a:lnTo>
                <a:lnTo>
                  <a:pt x="1512570" y="22847"/>
                </a:lnTo>
                <a:lnTo>
                  <a:pt x="1521714" y="36385"/>
                </a:lnTo>
                <a:lnTo>
                  <a:pt x="1528572" y="49657"/>
                </a:lnTo>
                <a:lnTo>
                  <a:pt x="1533144" y="62484"/>
                </a:lnTo>
                <a:lnTo>
                  <a:pt x="1534668" y="74676"/>
                </a:lnTo>
                <a:lnTo>
                  <a:pt x="1537716" y="80772"/>
                </a:lnTo>
                <a:lnTo>
                  <a:pt x="1545336" y="80772"/>
                </a:lnTo>
                <a:lnTo>
                  <a:pt x="1548384" y="77724"/>
                </a:lnTo>
                <a:lnTo>
                  <a:pt x="1554480" y="70104"/>
                </a:lnTo>
                <a:lnTo>
                  <a:pt x="1559052" y="64008"/>
                </a:lnTo>
                <a:lnTo>
                  <a:pt x="1562100" y="57912"/>
                </a:lnTo>
                <a:lnTo>
                  <a:pt x="1562100" y="47244"/>
                </a:lnTo>
                <a:close/>
              </a:path>
              <a:path w="1727200" h="412114">
                <a:moveTo>
                  <a:pt x="1706880" y="365760"/>
                </a:moveTo>
                <a:lnTo>
                  <a:pt x="1680502" y="329044"/>
                </a:lnTo>
                <a:lnTo>
                  <a:pt x="1677924" y="278892"/>
                </a:lnTo>
                <a:lnTo>
                  <a:pt x="1670304" y="278892"/>
                </a:lnTo>
                <a:lnTo>
                  <a:pt x="1665732" y="325755"/>
                </a:lnTo>
                <a:lnTo>
                  <a:pt x="1652206" y="364998"/>
                </a:lnTo>
                <a:lnTo>
                  <a:pt x="1635252" y="368808"/>
                </a:lnTo>
                <a:lnTo>
                  <a:pt x="1491996" y="368808"/>
                </a:lnTo>
                <a:lnTo>
                  <a:pt x="1478902" y="367360"/>
                </a:lnTo>
                <a:lnTo>
                  <a:pt x="1469517" y="362902"/>
                </a:lnTo>
                <a:lnTo>
                  <a:pt x="1464144" y="355307"/>
                </a:lnTo>
                <a:lnTo>
                  <a:pt x="1463040" y="344424"/>
                </a:lnTo>
                <a:lnTo>
                  <a:pt x="1463040" y="265176"/>
                </a:lnTo>
                <a:lnTo>
                  <a:pt x="1492415" y="256032"/>
                </a:lnTo>
                <a:lnTo>
                  <a:pt x="1493329" y="255752"/>
                </a:lnTo>
                <a:lnTo>
                  <a:pt x="1522476" y="245745"/>
                </a:lnTo>
                <a:lnTo>
                  <a:pt x="1550479" y="235178"/>
                </a:lnTo>
                <a:lnTo>
                  <a:pt x="1577340" y="224028"/>
                </a:lnTo>
                <a:lnTo>
                  <a:pt x="1601368" y="215417"/>
                </a:lnTo>
                <a:lnTo>
                  <a:pt x="1620964" y="209931"/>
                </a:lnTo>
                <a:lnTo>
                  <a:pt x="1636280" y="207314"/>
                </a:lnTo>
                <a:lnTo>
                  <a:pt x="1647444" y="207264"/>
                </a:lnTo>
                <a:lnTo>
                  <a:pt x="1618488" y="172212"/>
                </a:lnTo>
                <a:lnTo>
                  <a:pt x="1579918" y="201155"/>
                </a:lnTo>
                <a:lnTo>
                  <a:pt x="1544485" y="220891"/>
                </a:lnTo>
                <a:lnTo>
                  <a:pt x="1494193" y="243751"/>
                </a:lnTo>
                <a:lnTo>
                  <a:pt x="1463040" y="256032"/>
                </a:lnTo>
                <a:lnTo>
                  <a:pt x="1463040" y="170688"/>
                </a:lnTo>
                <a:lnTo>
                  <a:pt x="1479804" y="156972"/>
                </a:lnTo>
                <a:lnTo>
                  <a:pt x="1437132" y="137160"/>
                </a:lnTo>
                <a:lnTo>
                  <a:pt x="1438021" y="153454"/>
                </a:lnTo>
                <a:lnTo>
                  <a:pt x="1438465" y="168021"/>
                </a:lnTo>
                <a:lnTo>
                  <a:pt x="1438643" y="182245"/>
                </a:lnTo>
                <a:lnTo>
                  <a:pt x="1438706" y="355307"/>
                </a:lnTo>
                <a:lnTo>
                  <a:pt x="1441513" y="371081"/>
                </a:lnTo>
                <a:lnTo>
                  <a:pt x="1450086" y="382333"/>
                </a:lnTo>
                <a:lnTo>
                  <a:pt x="1464373" y="388747"/>
                </a:lnTo>
                <a:lnTo>
                  <a:pt x="1484376" y="390144"/>
                </a:lnTo>
                <a:lnTo>
                  <a:pt x="1647444" y="390144"/>
                </a:lnTo>
                <a:lnTo>
                  <a:pt x="1667446" y="389343"/>
                </a:lnTo>
                <a:lnTo>
                  <a:pt x="1684020" y="384810"/>
                </a:lnTo>
                <a:lnTo>
                  <a:pt x="1697164" y="376859"/>
                </a:lnTo>
                <a:lnTo>
                  <a:pt x="1704213" y="368808"/>
                </a:lnTo>
                <a:lnTo>
                  <a:pt x="1706880" y="365760"/>
                </a:lnTo>
                <a:close/>
              </a:path>
              <a:path w="1727200" h="412114">
                <a:moveTo>
                  <a:pt x="1726692" y="97536"/>
                </a:moveTo>
                <a:lnTo>
                  <a:pt x="1723644" y="94488"/>
                </a:lnTo>
                <a:lnTo>
                  <a:pt x="1712976" y="83820"/>
                </a:lnTo>
                <a:lnTo>
                  <a:pt x="1693164" y="64008"/>
                </a:lnTo>
                <a:lnTo>
                  <a:pt x="1674876" y="83820"/>
                </a:lnTo>
                <a:lnTo>
                  <a:pt x="1386840" y="83820"/>
                </a:lnTo>
                <a:lnTo>
                  <a:pt x="1385316" y="62484"/>
                </a:lnTo>
                <a:lnTo>
                  <a:pt x="1376172" y="62484"/>
                </a:lnTo>
                <a:lnTo>
                  <a:pt x="1360322" y="113284"/>
                </a:lnTo>
                <a:lnTo>
                  <a:pt x="1344168" y="134112"/>
                </a:lnTo>
                <a:lnTo>
                  <a:pt x="1341120" y="140208"/>
                </a:lnTo>
                <a:lnTo>
                  <a:pt x="1341120" y="147828"/>
                </a:lnTo>
                <a:lnTo>
                  <a:pt x="1345692" y="150876"/>
                </a:lnTo>
                <a:lnTo>
                  <a:pt x="1354836" y="152400"/>
                </a:lnTo>
                <a:lnTo>
                  <a:pt x="1360792" y="151828"/>
                </a:lnTo>
                <a:lnTo>
                  <a:pt x="1388224" y="111975"/>
                </a:lnTo>
                <a:lnTo>
                  <a:pt x="1386840" y="94488"/>
                </a:lnTo>
                <a:lnTo>
                  <a:pt x="1677924" y="94488"/>
                </a:lnTo>
                <a:lnTo>
                  <a:pt x="1650492" y="146304"/>
                </a:lnTo>
                <a:lnTo>
                  <a:pt x="1658112" y="149352"/>
                </a:lnTo>
                <a:lnTo>
                  <a:pt x="1676971" y="128193"/>
                </a:lnTo>
                <a:lnTo>
                  <a:pt x="1694688" y="112585"/>
                </a:lnTo>
                <a:lnTo>
                  <a:pt x="1711261" y="102425"/>
                </a:lnTo>
                <a:lnTo>
                  <a:pt x="1726692" y="9753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1" name="object 111"/>
          <p:cNvSpPr/>
          <p:nvPr/>
        </p:nvSpPr>
        <p:spPr>
          <a:xfrm>
            <a:off x="8676131" y="6006083"/>
            <a:ext cx="356870" cy="401320"/>
          </a:xfrm>
          <a:custGeom>
            <a:avLst/>
            <a:gdLst/>
            <a:ahLst/>
            <a:cxnLst/>
            <a:rect l="l" t="t" r="r" b="b"/>
            <a:pathLst>
              <a:path w="356870" h="401320">
                <a:moveTo>
                  <a:pt x="53340" y="89916"/>
                </a:moveTo>
                <a:lnTo>
                  <a:pt x="42672" y="89916"/>
                </a:lnTo>
                <a:lnTo>
                  <a:pt x="50696" y="61936"/>
                </a:lnTo>
                <a:lnTo>
                  <a:pt x="56578" y="37528"/>
                </a:lnTo>
                <a:lnTo>
                  <a:pt x="60459" y="16835"/>
                </a:lnTo>
                <a:lnTo>
                  <a:pt x="62484" y="0"/>
                </a:lnTo>
                <a:lnTo>
                  <a:pt x="100584" y="19812"/>
                </a:lnTo>
                <a:lnTo>
                  <a:pt x="90844" y="27551"/>
                </a:lnTo>
                <a:lnTo>
                  <a:pt x="79819" y="41719"/>
                </a:lnTo>
                <a:lnTo>
                  <a:pt x="67365" y="62460"/>
                </a:lnTo>
                <a:lnTo>
                  <a:pt x="53340" y="89916"/>
                </a:lnTo>
                <a:close/>
              </a:path>
              <a:path w="356870" h="401320">
                <a:moveTo>
                  <a:pt x="147828" y="190500"/>
                </a:moveTo>
                <a:lnTo>
                  <a:pt x="141732" y="187452"/>
                </a:lnTo>
                <a:lnTo>
                  <a:pt x="158877" y="159972"/>
                </a:lnTo>
                <a:lnTo>
                  <a:pt x="173736" y="134493"/>
                </a:lnTo>
                <a:lnTo>
                  <a:pt x="196596" y="88392"/>
                </a:lnTo>
                <a:lnTo>
                  <a:pt x="211264" y="44958"/>
                </a:lnTo>
                <a:lnTo>
                  <a:pt x="222503" y="1524"/>
                </a:lnTo>
                <a:lnTo>
                  <a:pt x="260603" y="22860"/>
                </a:lnTo>
                <a:lnTo>
                  <a:pt x="252626" y="30837"/>
                </a:lnTo>
                <a:lnTo>
                  <a:pt x="242506" y="45529"/>
                </a:lnTo>
                <a:lnTo>
                  <a:pt x="230385" y="66794"/>
                </a:lnTo>
                <a:lnTo>
                  <a:pt x="216408" y="94488"/>
                </a:lnTo>
                <a:lnTo>
                  <a:pt x="348547" y="94488"/>
                </a:lnTo>
                <a:lnTo>
                  <a:pt x="356616" y="102108"/>
                </a:lnTo>
                <a:lnTo>
                  <a:pt x="352425" y="105156"/>
                </a:lnTo>
                <a:lnTo>
                  <a:pt x="213360" y="105156"/>
                </a:lnTo>
                <a:lnTo>
                  <a:pt x="197334" y="129420"/>
                </a:lnTo>
                <a:lnTo>
                  <a:pt x="181165" y="151828"/>
                </a:lnTo>
                <a:lnTo>
                  <a:pt x="164711" y="172235"/>
                </a:lnTo>
                <a:lnTo>
                  <a:pt x="147828" y="190500"/>
                </a:lnTo>
                <a:close/>
              </a:path>
              <a:path w="356870" h="401320">
                <a:moveTo>
                  <a:pt x="145288" y="89916"/>
                </a:moveTo>
                <a:lnTo>
                  <a:pt x="111252" y="89916"/>
                </a:lnTo>
                <a:lnTo>
                  <a:pt x="128016" y="71628"/>
                </a:lnTo>
                <a:lnTo>
                  <a:pt x="145288" y="89916"/>
                </a:lnTo>
                <a:close/>
              </a:path>
              <a:path w="356870" h="401320">
                <a:moveTo>
                  <a:pt x="0" y="397764"/>
                </a:moveTo>
                <a:lnTo>
                  <a:pt x="176" y="367474"/>
                </a:lnTo>
                <a:lnTo>
                  <a:pt x="302" y="351853"/>
                </a:lnTo>
                <a:lnTo>
                  <a:pt x="1285" y="275605"/>
                </a:lnTo>
                <a:lnTo>
                  <a:pt x="1363" y="262318"/>
                </a:lnTo>
                <a:lnTo>
                  <a:pt x="1478" y="227076"/>
                </a:lnTo>
                <a:lnTo>
                  <a:pt x="1285" y="194691"/>
                </a:lnTo>
                <a:lnTo>
                  <a:pt x="238" y="114681"/>
                </a:lnTo>
                <a:lnTo>
                  <a:pt x="0" y="74676"/>
                </a:lnTo>
                <a:lnTo>
                  <a:pt x="25908" y="89916"/>
                </a:lnTo>
                <a:lnTo>
                  <a:pt x="145288" y="89916"/>
                </a:lnTo>
                <a:lnTo>
                  <a:pt x="153924" y="99060"/>
                </a:lnTo>
                <a:lnTo>
                  <a:pt x="151828" y="100584"/>
                </a:lnTo>
                <a:lnTo>
                  <a:pt x="24384" y="100584"/>
                </a:lnTo>
                <a:lnTo>
                  <a:pt x="24384" y="211836"/>
                </a:lnTo>
                <a:lnTo>
                  <a:pt x="137205" y="211836"/>
                </a:lnTo>
                <a:lnTo>
                  <a:pt x="137219" y="222504"/>
                </a:lnTo>
                <a:lnTo>
                  <a:pt x="24384" y="222504"/>
                </a:lnTo>
                <a:lnTo>
                  <a:pt x="24384" y="342900"/>
                </a:lnTo>
                <a:lnTo>
                  <a:pt x="137905" y="342900"/>
                </a:lnTo>
                <a:lnTo>
                  <a:pt x="137940" y="346069"/>
                </a:lnTo>
                <a:lnTo>
                  <a:pt x="138123" y="353568"/>
                </a:lnTo>
                <a:lnTo>
                  <a:pt x="24384" y="353568"/>
                </a:lnTo>
                <a:lnTo>
                  <a:pt x="24384" y="384048"/>
                </a:lnTo>
                <a:lnTo>
                  <a:pt x="0" y="397764"/>
                </a:lnTo>
                <a:close/>
              </a:path>
              <a:path w="356870" h="401320">
                <a:moveTo>
                  <a:pt x="348547" y="94488"/>
                </a:moveTo>
                <a:lnTo>
                  <a:pt x="310896" y="94488"/>
                </a:lnTo>
                <a:lnTo>
                  <a:pt x="329184" y="76200"/>
                </a:lnTo>
                <a:lnTo>
                  <a:pt x="348547" y="94488"/>
                </a:lnTo>
                <a:close/>
              </a:path>
              <a:path w="356870" h="401320">
                <a:moveTo>
                  <a:pt x="137205" y="211836"/>
                </a:moveTo>
                <a:lnTo>
                  <a:pt x="114300" y="211836"/>
                </a:lnTo>
                <a:lnTo>
                  <a:pt x="114300" y="100584"/>
                </a:lnTo>
                <a:lnTo>
                  <a:pt x="151828" y="100584"/>
                </a:lnTo>
                <a:lnTo>
                  <a:pt x="137160" y="111252"/>
                </a:lnTo>
                <a:lnTo>
                  <a:pt x="137205" y="211836"/>
                </a:lnTo>
                <a:close/>
              </a:path>
              <a:path w="356870" h="401320">
                <a:moveTo>
                  <a:pt x="326280" y="359664"/>
                </a:moveTo>
                <a:lnTo>
                  <a:pt x="283464" y="359664"/>
                </a:lnTo>
                <a:lnTo>
                  <a:pt x="291750" y="357687"/>
                </a:lnTo>
                <a:lnTo>
                  <a:pt x="298323" y="351853"/>
                </a:lnTo>
                <a:lnTo>
                  <a:pt x="308586" y="304038"/>
                </a:lnTo>
                <a:lnTo>
                  <a:pt x="310705" y="258318"/>
                </a:lnTo>
                <a:lnTo>
                  <a:pt x="312510" y="193047"/>
                </a:lnTo>
                <a:lnTo>
                  <a:pt x="313944" y="105156"/>
                </a:lnTo>
                <a:lnTo>
                  <a:pt x="352425" y="105156"/>
                </a:lnTo>
                <a:lnTo>
                  <a:pt x="339852" y="114300"/>
                </a:lnTo>
                <a:lnTo>
                  <a:pt x="338789" y="186213"/>
                </a:lnTo>
                <a:lnTo>
                  <a:pt x="337291" y="248631"/>
                </a:lnTo>
                <a:lnTo>
                  <a:pt x="335462" y="294583"/>
                </a:lnTo>
                <a:lnTo>
                  <a:pt x="333268" y="326489"/>
                </a:lnTo>
                <a:lnTo>
                  <a:pt x="330708" y="344424"/>
                </a:lnTo>
                <a:lnTo>
                  <a:pt x="327231" y="357020"/>
                </a:lnTo>
                <a:lnTo>
                  <a:pt x="326280" y="359664"/>
                </a:lnTo>
                <a:close/>
              </a:path>
              <a:path w="356870" h="401320">
                <a:moveTo>
                  <a:pt x="231648" y="268224"/>
                </a:moveTo>
                <a:lnTo>
                  <a:pt x="228600" y="268224"/>
                </a:lnTo>
                <a:lnTo>
                  <a:pt x="225432" y="266771"/>
                </a:lnTo>
                <a:lnTo>
                  <a:pt x="222694" y="262318"/>
                </a:lnTo>
                <a:lnTo>
                  <a:pt x="220241" y="254722"/>
                </a:lnTo>
                <a:lnTo>
                  <a:pt x="217932" y="243840"/>
                </a:lnTo>
                <a:lnTo>
                  <a:pt x="213598" y="226718"/>
                </a:lnTo>
                <a:lnTo>
                  <a:pt x="207264" y="209740"/>
                </a:lnTo>
                <a:lnTo>
                  <a:pt x="198643" y="193047"/>
                </a:lnTo>
                <a:lnTo>
                  <a:pt x="187452" y="176784"/>
                </a:lnTo>
                <a:lnTo>
                  <a:pt x="190500" y="172212"/>
                </a:lnTo>
                <a:lnTo>
                  <a:pt x="223456" y="198501"/>
                </a:lnTo>
                <a:lnTo>
                  <a:pt x="246888" y="234696"/>
                </a:lnTo>
                <a:lnTo>
                  <a:pt x="246888" y="246888"/>
                </a:lnTo>
                <a:lnTo>
                  <a:pt x="243840" y="254508"/>
                </a:lnTo>
                <a:lnTo>
                  <a:pt x="239267" y="260603"/>
                </a:lnTo>
                <a:lnTo>
                  <a:pt x="231648" y="268224"/>
                </a:lnTo>
                <a:close/>
              </a:path>
              <a:path w="356870" h="401320">
                <a:moveTo>
                  <a:pt x="137905" y="342900"/>
                </a:moveTo>
                <a:lnTo>
                  <a:pt x="114300" y="342900"/>
                </a:lnTo>
                <a:lnTo>
                  <a:pt x="114300" y="222504"/>
                </a:lnTo>
                <a:lnTo>
                  <a:pt x="137219" y="222504"/>
                </a:lnTo>
                <a:lnTo>
                  <a:pt x="137331" y="268224"/>
                </a:lnTo>
                <a:lnTo>
                  <a:pt x="137489" y="304373"/>
                </a:lnTo>
                <a:lnTo>
                  <a:pt x="137905" y="342900"/>
                </a:lnTo>
                <a:close/>
              </a:path>
              <a:path w="356870" h="401320">
                <a:moveTo>
                  <a:pt x="277367" y="400812"/>
                </a:moveTo>
                <a:lnTo>
                  <a:pt x="270486" y="387953"/>
                </a:lnTo>
                <a:lnTo>
                  <a:pt x="258889" y="376809"/>
                </a:lnTo>
                <a:lnTo>
                  <a:pt x="242435" y="367379"/>
                </a:lnTo>
                <a:lnTo>
                  <a:pt x="220979" y="359664"/>
                </a:lnTo>
                <a:lnTo>
                  <a:pt x="220979" y="350520"/>
                </a:lnTo>
                <a:lnTo>
                  <a:pt x="241030" y="354520"/>
                </a:lnTo>
                <a:lnTo>
                  <a:pt x="257937" y="357378"/>
                </a:lnTo>
                <a:lnTo>
                  <a:pt x="271986" y="359092"/>
                </a:lnTo>
                <a:lnTo>
                  <a:pt x="283464" y="359664"/>
                </a:lnTo>
                <a:lnTo>
                  <a:pt x="326280" y="359664"/>
                </a:lnTo>
                <a:lnTo>
                  <a:pt x="323469" y="367474"/>
                </a:lnTo>
                <a:lnTo>
                  <a:pt x="289083" y="396240"/>
                </a:lnTo>
                <a:lnTo>
                  <a:pt x="277367" y="400812"/>
                </a:lnTo>
                <a:close/>
              </a:path>
              <a:path w="356870" h="401320">
                <a:moveTo>
                  <a:pt x="114300" y="390144"/>
                </a:moveTo>
                <a:lnTo>
                  <a:pt x="114300" y="353568"/>
                </a:lnTo>
                <a:lnTo>
                  <a:pt x="138123" y="353568"/>
                </a:lnTo>
                <a:lnTo>
                  <a:pt x="138684" y="376428"/>
                </a:lnTo>
                <a:lnTo>
                  <a:pt x="114300" y="39014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2" name="object 112"/>
          <p:cNvSpPr/>
          <p:nvPr/>
        </p:nvSpPr>
        <p:spPr>
          <a:xfrm>
            <a:off x="9093696" y="6003035"/>
            <a:ext cx="843280" cy="407034"/>
          </a:xfrm>
          <a:custGeom>
            <a:avLst/>
            <a:gdLst/>
            <a:ahLst/>
            <a:cxnLst/>
            <a:rect l="l" t="t" r="r" b="b"/>
            <a:pathLst>
              <a:path w="843279" h="407035">
                <a:moveTo>
                  <a:pt x="128587" y="80200"/>
                </a:moveTo>
                <a:lnTo>
                  <a:pt x="92875" y="33909"/>
                </a:lnTo>
                <a:lnTo>
                  <a:pt x="68580" y="16764"/>
                </a:lnTo>
                <a:lnTo>
                  <a:pt x="64008" y="19812"/>
                </a:lnTo>
                <a:lnTo>
                  <a:pt x="76568" y="39560"/>
                </a:lnTo>
                <a:lnTo>
                  <a:pt x="86677" y="57721"/>
                </a:lnTo>
                <a:lnTo>
                  <a:pt x="94234" y="74472"/>
                </a:lnTo>
                <a:lnTo>
                  <a:pt x="99060" y="89916"/>
                </a:lnTo>
                <a:lnTo>
                  <a:pt x="102108" y="102108"/>
                </a:lnTo>
                <a:lnTo>
                  <a:pt x="106680" y="108204"/>
                </a:lnTo>
                <a:lnTo>
                  <a:pt x="112776" y="108204"/>
                </a:lnTo>
                <a:lnTo>
                  <a:pt x="117348" y="105156"/>
                </a:lnTo>
                <a:lnTo>
                  <a:pt x="123444" y="99060"/>
                </a:lnTo>
                <a:lnTo>
                  <a:pt x="126301" y="93916"/>
                </a:lnTo>
                <a:lnTo>
                  <a:pt x="128016" y="87630"/>
                </a:lnTo>
                <a:lnTo>
                  <a:pt x="128587" y="80200"/>
                </a:lnTo>
                <a:close/>
              </a:path>
              <a:path w="843279" h="407035">
                <a:moveTo>
                  <a:pt x="213677" y="72580"/>
                </a:moveTo>
                <a:lnTo>
                  <a:pt x="183578" y="25654"/>
                </a:lnTo>
                <a:lnTo>
                  <a:pt x="161544" y="7620"/>
                </a:lnTo>
                <a:lnTo>
                  <a:pt x="155448" y="10668"/>
                </a:lnTo>
                <a:lnTo>
                  <a:pt x="164858" y="29527"/>
                </a:lnTo>
                <a:lnTo>
                  <a:pt x="172402" y="47244"/>
                </a:lnTo>
                <a:lnTo>
                  <a:pt x="177952" y="63817"/>
                </a:lnTo>
                <a:lnTo>
                  <a:pt x="184404" y="92964"/>
                </a:lnTo>
                <a:lnTo>
                  <a:pt x="188976" y="99060"/>
                </a:lnTo>
                <a:lnTo>
                  <a:pt x="196596" y="99060"/>
                </a:lnTo>
                <a:lnTo>
                  <a:pt x="201168" y="97536"/>
                </a:lnTo>
                <a:lnTo>
                  <a:pt x="205740" y="91440"/>
                </a:lnTo>
                <a:lnTo>
                  <a:pt x="209727" y="86296"/>
                </a:lnTo>
                <a:lnTo>
                  <a:pt x="212407" y="80010"/>
                </a:lnTo>
                <a:lnTo>
                  <a:pt x="213677" y="72580"/>
                </a:lnTo>
                <a:close/>
              </a:path>
              <a:path w="843279" h="407035">
                <a:moveTo>
                  <a:pt x="391668" y="280416"/>
                </a:moveTo>
                <a:lnTo>
                  <a:pt x="353568" y="242316"/>
                </a:lnTo>
                <a:lnTo>
                  <a:pt x="326136" y="269748"/>
                </a:lnTo>
                <a:lnTo>
                  <a:pt x="213360" y="269748"/>
                </a:lnTo>
                <a:lnTo>
                  <a:pt x="213360" y="262128"/>
                </a:lnTo>
                <a:lnTo>
                  <a:pt x="225552" y="254508"/>
                </a:lnTo>
                <a:lnTo>
                  <a:pt x="211836" y="245364"/>
                </a:lnTo>
                <a:lnTo>
                  <a:pt x="248602" y="222885"/>
                </a:lnTo>
                <a:lnTo>
                  <a:pt x="288226" y="202387"/>
                </a:lnTo>
                <a:lnTo>
                  <a:pt x="313944" y="196596"/>
                </a:lnTo>
                <a:lnTo>
                  <a:pt x="308686" y="190500"/>
                </a:lnTo>
                <a:lnTo>
                  <a:pt x="284988" y="163068"/>
                </a:lnTo>
                <a:lnTo>
                  <a:pt x="265176" y="179832"/>
                </a:lnTo>
                <a:lnTo>
                  <a:pt x="65532" y="179832"/>
                </a:lnTo>
                <a:lnTo>
                  <a:pt x="80772" y="195072"/>
                </a:lnTo>
                <a:lnTo>
                  <a:pt x="91084" y="193078"/>
                </a:lnTo>
                <a:lnTo>
                  <a:pt x="101536" y="191643"/>
                </a:lnTo>
                <a:lnTo>
                  <a:pt x="112280" y="190792"/>
                </a:lnTo>
                <a:lnTo>
                  <a:pt x="123444" y="190500"/>
                </a:lnTo>
                <a:lnTo>
                  <a:pt x="266700" y="190500"/>
                </a:lnTo>
                <a:lnTo>
                  <a:pt x="205740" y="240792"/>
                </a:lnTo>
                <a:lnTo>
                  <a:pt x="187452" y="230124"/>
                </a:lnTo>
                <a:lnTo>
                  <a:pt x="188353" y="242316"/>
                </a:lnTo>
                <a:lnTo>
                  <a:pt x="188785" y="252222"/>
                </a:lnTo>
                <a:lnTo>
                  <a:pt x="188963" y="261416"/>
                </a:lnTo>
                <a:lnTo>
                  <a:pt x="188976" y="269748"/>
                </a:lnTo>
                <a:lnTo>
                  <a:pt x="0" y="269748"/>
                </a:lnTo>
                <a:lnTo>
                  <a:pt x="15240" y="286512"/>
                </a:lnTo>
                <a:lnTo>
                  <a:pt x="24676" y="283641"/>
                </a:lnTo>
                <a:lnTo>
                  <a:pt x="34671" y="281749"/>
                </a:lnTo>
                <a:lnTo>
                  <a:pt x="45250" y="280733"/>
                </a:lnTo>
                <a:lnTo>
                  <a:pt x="56388" y="280416"/>
                </a:lnTo>
                <a:lnTo>
                  <a:pt x="188976" y="280416"/>
                </a:lnTo>
                <a:lnTo>
                  <a:pt x="188976" y="359664"/>
                </a:lnTo>
                <a:lnTo>
                  <a:pt x="184404" y="365760"/>
                </a:lnTo>
                <a:lnTo>
                  <a:pt x="175260" y="367284"/>
                </a:lnTo>
                <a:lnTo>
                  <a:pt x="166433" y="366979"/>
                </a:lnTo>
                <a:lnTo>
                  <a:pt x="153733" y="365950"/>
                </a:lnTo>
                <a:lnTo>
                  <a:pt x="137337" y="364070"/>
                </a:lnTo>
                <a:lnTo>
                  <a:pt x="117348" y="361188"/>
                </a:lnTo>
                <a:lnTo>
                  <a:pt x="117348" y="368808"/>
                </a:lnTo>
                <a:lnTo>
                  <a:pt x="142240" y="378841"/>
                </a:lnTo>
                <a:lnTo>
                  <a:pt x="159829" y="388429"/>
                </a:lnTo>
                <a:lnTo>
                  <a:pt x="170294" y="397751"/>
                </a:lnTo>
                <a:lnTo>
                  <a:pt x="173736" y="406908"/>
                </a:lnTo>
                <a:lnTo>
                  <a:pt x="190868" y="398983"/>
                </a:lnTo>
                <a:lnTo>
                  <a:pt x="203263" y="389191"/>
                </a:lnTo>
                <a:lnTo>
                  <a:pt x="210820" y="377977"/>
                </a:lnTo>
                <a:lnTo>
                  <a:pt x="213042" y="367284"/>
                </a:lnTo>
                <a:lnTo>
                  <a:pt x="213321" y="365950"/>
                </a:lnTo>
                <a:lnTo>
                  <a:pt x="213360" y="280416"/>
                </a:lnTo>
                <a:lnTo>
                  <a:pt x="391668" y="280416"/>
                </a:lnTo>
                <a:close/>
              </a:path>
              <a:path w="843279" h="407035">
                <a:moveTo>
                  <a:pt x="394716" y="132588"/>
                </a:moveTo>
                <a:lnTo>
                  <a:pt x="391934" y="129540"/>
                </a:lnTo>
                <a:lnTo>
                  <a:pt x="382193" y="118872"/>
                </a:lnTo>
                <a:lnTo>
                  <a:pt x="362712" y="97536"/>
                </a:lnTo>
                <a:lnTo>
                  <a:pt x="345948" y="118872"/>
                </a:lnTo>
                <a:lnTo>
                  <a:pt x="256032" y="118872"/>
                </a:lnTo>
                <a:lnTo>
                  <a:pt x="315468" y="36576"/>
                </a:lnTo>
                <a:lnTo>
                  <a:pt x="333756" y="30480"/>
                </a:lnTo>
                <a:lnTo>
                  <a:pt x="292608" y="4572"/>
                </a:lnTo>
                <a:lnTo>
                  <a:pt x="284645" y="30480"/>
                </a:lnTo>
                <a:lnTo>
                  <a:pt x="274320" y="58293"/>
                </a:lnTo>
                <a:lnTo>
                  <a:pt x="261797" y="87630"/>
                </a:lnTo>
                <a:lnTo>
                  <a:pt x="246888" y="118872"/>
                </a:lnTo>
                <a:lnTo>
                  <a:pt x="50292" y="118872"/>
                </a:lnTo>
                <a:lnTo>
                  <a:pt x="47244" y="97536"/>
                </a:lnTo>
                <a:lnTo>
                  <a:pt x="39624" y="97536"/>
                </a:lnTo>
                <a:lnTo>
                  <a:pt x="30670" y="136588"/>
                </a:lnTo>
                <a:lnTo>
                  <a:pt x="12192" y="170688"/>
                </a:lnTo>
                <a:lnTo>
                  <a:pt x="9144" y="176784"/>
                </a:lnTo>
                <a:lnTo>
                  <a:pt x="9144" y="182880"/>
                </a:lnTo>
                <a:lnTo>
                  <a:pt x="10668" y="184404"/>
                </a:lnTo>
                <a:lnTo>
                  <a:pt x="19812" y="188976"/>
                </a:lnTo>
                <a:lnTo>
                  <a:pt x="25908" y="188976"/>
                </a:lnTo>
                <a:lnTo>
                  <a:pt x="30480" y="187452"/>
                </a:lnTo>
                <a:lnTo>
                  <a:pt x="38100" y="184404"/>
                </a:lnTo>
                <a:lnTo>
                  <a:pt x="45720" y="182880"/>
                </a:lnTo>
                <a:lnTo>
                  <a:pt x="50292" y="176784"/>
                </a:lnTo>
                <a:lnTo>
                  <a:pt x="51816" y="166116"/>
                </a:lnTo>
                <a:lnTo>
                  <a:pt x="52438" y="158686"/>
                </a:lnTo>
                <a:lnTo>
                  <a:pt x="52197" y="150114"/>
                </a:lnTo>
                <a:lnTo>
                  <a:pt x="51396" y="140398"/>
                </a:lnTo>
                <a:lnTo>
                  <a:pt x="50292" y="129540"/>
                </a:lnTo>
                <a:lnTo>
                  <a:pt x="347472" y="129540"/>
                </a:lnTo>
                <a:lnTo>
                  <a:pt x="320040" y="178308"/>
                </a:lnTo>
                <a:lnTo>
                  <a:pt x="324612" y="181356"/>
                </a:lnTo>
                <a:lnTo>
                  <a:pt x="343712" y="161315"/>
                </a:lnTo>
                <a:lnTo>
                  <a:pt x="361950" y="146685"/>
                </a:lnTo>
                <a:lnTo>
                  <a:pt x="379056" y="137210"/>
                </a:lnTo>
                <a:lnTo>
                  <a:pt x="394716" y="132588"/>
                </a:lnTo>
                <a:close/>
              </a:path>
              <a:path w="843279" h="407035">
                <a:moveTo>
                  <a:pt x="842784" y="381000"/>
                </a:moveTo>
                <a:lnTo>
                  <a:pt x="807732" y="342900"/>
                </a:lnTo>
                <a:lnTo>
                  <a:pt x="780300" y="370332"/>
                </a:lnTo>
                <a:lnTo>
                  <a:pt x="655332" y="370332"/>
                </a:lnTo>
                <a:lnTo>
                  <a:pt x="655332" y="245364"/>
                </a:lnTo>
                <a:lnTo>
                  <a:pt x="792492" y="245364"/>
                </a:lnTo>
                <a:lnTo>
                  <a:pt x="760488" y="208788"/>
                </a:lnTo>
                <a:lnTo>
                  <a:pt x="733056" y="234696"/>
                </a:lnTo>
                <a:lnTo>
                  <a:pt x="655332" y="234696"/>
                </a:lnTo>
                <a:lnTo>
                  <a:pt x="655332" y="128016"/>
                </a:lnTo>
                <a:lnTo>
                  <a:pt x="813828" y="128016"/>
                </a:lnTo>
                <a:lnTo>
                  <a:pt x="780300" y="91440"/>
                </a:lnTo>
                <a:lnTo>
                  <a:pt x="754392" y="117348"/>
                </a:lnTo>
                <a:lnTo>
                  <a:pt x="655332" y="117348"/>
                </a:lnTo>
                <a:lnTo>
                  <a:pt x="655332" y="30480"/>
                </a:lnTo>
                <a:lnTo>
                  <a:pt x="669048" y="18288"/>
                </a:lnTo>
                <a:lnTo>
                  <a:pt x="627900" y="0"/>
                </a:lnTo>
                <a:lnTo>
                  <a:pt x="628129" y="21132"/>
                </a:lnTo>
                <a:lnTo>
                  <a:pt x="629183" y="79946"/>
                </a:lnTo>
                <a:lnTo>
                  <a:pt x="629424" y="117348"/>
                </a:lnTo>
                <a:lnTo>
                  <a:pt x="525792" y="117348"/>
                </a:lnTo>
                <a:lnTo>
                  <a:pt x="537806" y="91922"/>
                </a:lnTo>
                <a:lnTo>
                  <a:pt x="548843" y="72771"/>
                </a:lnTo>
                <a:lnTo>
                  <a:pt x="559003" y="59918"/>
                </a:lnTo>
                <a:lnTo>
                  <a:pt x="568464" y="53340"/>
                </a:lnTo>
                <a:lnTo>
                  <a:pt x="527316" y="30480"/>
                </a:lnTo>
                <a:lnTo>
                  <a:pt x="514934" y="78486"/>
                </a:lnTo>
                <a:lnTo>
                  <a:pt x="496836" y="131064"/>
                </a:lnTo>
                <a:lnTo>
                  <a:pt x="473976" y="182880"/>
                </a:lnTo>
                <a:lnTo>
                  <a:pt x="446544" y="230124"/>
                </a:lnTo>
                <a:lnTo>
                  <a:pt x="451116" y="233172"/>
                </a:lnTo>
                <a:lnTo>
                  <a:pt x="467664" y="215252"/>
                </a:lnTo>
                <a:lnTo>
                  <a:pt x="485216" y="191452"/>
                </a:lnTo>
                <a:lnTo>
                  <a:pt x="503618" y="162242"/>
                </a:lnTo>
                <a:lnTo>
                  <a:pt x="522744" y="128016"/>
                </a:lnTo>
                <a:lnTo>
                  <a:pt x="629424" y="128016"/>
                </a:lnTo>
                <a:lnTo>
                  <a:pt x="629424" y="234696"/>
                </a:lnTo>
                <a:lnTo>
                  <a:pt x="505980" y="234696"/>
                </a:lnTo>
                <a:lnTo>
                  <a:pt x="521220" y="251460"/>
                </a:lnTo>
                <a:lnTo>
                  <a:pt x="530644" y="248589"/>
                </a:lnTo>
                <a:lnTo>
                  <a:pt x="540651" y="246697"/>
                </a:lnTo>
                <a:lnTo>
                  <a:pt x="551218" y="245681"/>
                </a:lnTo>
                <a:lnTo>
                  <a:pt x="562368" y="245364"/>
                </a:lnTo>
                <a:lnTo>
                  <a:pt x="629424" y="245364"/>
                </a:lnTo>
                <a:lnTo>
                  <a:pt x="629424" y="370332"/>
                </a:lnTo>
                <a:lnTo>
                  <a:pt x="438924" y="370332"/>
                </a:lnTo>
                <a:lnTo>
                  <a:pt x="455688" y="387096"/>
                </a:lnTo>
                <a:lnTo>
                  <a:pt x="465112" y="384225"/>
                </a:lnTo>
                <a:lnTo>
                  <a:pt x="475119" y="382333"/>
                </a:lnTo>
                <a:lnTo>
                  <a:pt x="485686" y="381317"/>
                </a:lnTo>
                <a:lnTo>
                  <a:pt x="496836" y="381000"/>
                </a:lnTo>
                <a:lnTo>
                  <a:pt x="842784" y="38100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pic>
        <p:nvPicPr>
          <p:cNvPr id="113" name="object 113"/>
          <p:cNvPicPr/>
          <p:nvPr/>
        </p:nvPicPr>
        <p:blipFill>
          <a:blip r:embed="rId14" cstate="print"/>
          <a:stretch>
            <a:fillRect/>
          </a:stretch>
        </p:blipFill>
        <p:spPr>
          <a:xfrm>
            <a:off x="10018776" y="6274307"/>
            <a:ext cx="97536" cy="96012"/>
          </a:xfrm>
          <a:prstGeom prst="rect">
            <a:avLst/>
          </a:prstGeom>
        </p:spPr>
      </p:pic>
    </p:spTree>
  </p:cSld>
  <p:clrMapOvr>
    <a:masterClrMapping/>
  </p:clrMapOvr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object 2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9666776" y="7229856"/>
            <a:ext cx="91394" cy="146304"/>
          </a:xfrm>
          <a:prstGeom prst="rect">
            <a:avLst/>
          </a:prstGeom>
        </p:spPr>
      </p:pic>
      <p:sp>
        <p:nvSpPr>
          <p:cNvPr id="3" name="object 3"/>
          <p:cNvSpPr/>
          <p:nvPr/>
        </p:nvSpPr>
        <p:spPr>
          <a:xfrm>
            <a:off x="1786127" y="1280160"/>
            <a:ext cx="448309" cy="548640"/>
          </a:xfrm>
          <a:custGeom>
            <a:avLst/>
            <a:gdLst/>
            <a:ahLst/>
            <a:cxnLst/>
            <a:rect l="l" t="t" r="r" b="b"/>
            <a:pathLst>
              <a:path w="448310" h="548639">
                <a:moveTo>
                  <a:pt x="103632" y="117348"/>
                </a:moveTo>
                <a:lnTo>
                  <a:pt x="94488" y="117348"/>
                </a:lnTo>
                <a:lnTo>
                  <a:pt x="89916" y="109728"/>
                </a:lnTo>
                <a:lnTo>
                  <a:pt x="86868" y="96012"/>
                </a:lnTo>
                <a:lnTo>
                  <a:pt x="78819" y="76581"/>
                </a:lnTo>
                <a:lnTo>
                  <a:pt x="68199" y="54864"/>
                </a:lnTo>
                <a:lnTo>
                  <a:pt x="54721" y="30861"/>
                </a:lnTo>
                <a:lnTo>
                  <a:pt x="38100" y="4572"/>
                </a:lnTo>
                <a:lnTo>
                  <a:pt x="45720" y="0"/>
                </a:lnTo>
                <a:lnTo>
                  <a:pt x="85725" y="24384"/>
                </a:lnTo>
                <a:lnTo>
                  <a:pt x="115966" y="53030"/>
                </a:lnTo>
                <a:lnTo>
                  <a:pt x="124968" y="74676"/>
                </a:lnTo>
                <a:lnTo>
                  <a:pt x="124365" y="80700"/>
                </a:lnTo>
                <a:lnTo>
                  <a:pt x="122491" y="87249"/>
                </a:lnTo>
                <a:lnTo>
                  <a:pt x="119181" y="94392"/>
                </a:lnTo>
                <a:lnTo>
                  <a:pt x="114300" y="102108"/>
                </a:lnTo>
                <a:lnTo>
                  <a:pt x="108204" y="112776"/>
                </a:lnTo>
                <a:lnTo>
                  <a:pt x="103632" y="117348"/>
                </a:lnTo>
                <a:close/>
              </a:path>
              <a:path w="448310" h="548639">
                <a:moveTo>
                  <a:pt x="201168" y="83820"/>
                </a:moveTo>
                <a:lnTo>
                  <a:pt x="179831" y="62484"/>
                </a:lnTo>
                <a:lnTo>
                  <a:pt x="387096" y="62484"/>
                </a:lnTo>
                <a:lnTo>
                  <a:pt x="406908" y="33528"/>
                </a:lnTo>
                <a:lnTo>
                  <a:pt x="448056" y="67056"/>
                </a:lnTo>
                <a:lnTo>
                  <a:pt x="438208" y="76200"/>
                </a:lnTo>
                <a:lnTo>
                  <a:pt x="259080" y="76200"/>
                </a:lnTo>
                <a:lnTo>
                  <a:pt x="243601" y="76747"/>
                </a:lnTo>
                <a:lnTo>
                  <a:pt x="228981" y="78295"/>
                </a:lnTo>
                <a:lnTo>
                  <a:pt x="214931" y="80700"/>
                </a:lnTo>
                <a:lnTo>
                  <a:pt x="201168" y="83820"/>
                </a:lnTo>
                <a:close/>
              </a:path>
              <a:path w="448310" h="548639">
                <a:moveTo>
                  <a:pt x="425453" y="486156"/>
                </a:moveTo>
                <a:lnTo>
                  <a:pt x="364236" y="486156"/>
                </a:lnTo>
                <a:lnTo>
                  <a:pt x="375356" y="485846"/>
                </a:lnTo>
                <a:lnTo>
                  <a:pt x="383476" y="482536"/>
                </a:lnTo>
                <a:lnTo>
                  <a:pt x="388453" y="476083"/>
                </a:lnTo>
                <a:lnTo>
                  <a:pt x="390144" y="466344"/>
                </a:lnTo>
                <a:lnTo>
                  <a:pt x="390144" y="76200"/>
                </a:lnTo>
                <a:lnTo>
                  <a:pt x="438208" y="76200"/>
                </a:lnTo>
                <a:lnTo>
                  <a:pt x="426720" y="86868"/>
                </a:lnTo>
                <a:lnTo>
                  <a:pt x="426720" y="473964"/>
                </a:lnTo>
                <a:lnTo>
                  <a:pt x="425453" y="486156"/>
                </a:lnTo>
                <a:close/>
              </a:path>
              <a:path w="448310" h="548639">
                <a:moveTo>
                  <a:pt x="0" y="548640"/>
                </a:moveTo>
                <a:lnTo>
                  <a:pt x="1039" y="498276"/>
                </a:lnTo>
                <a:lnTo>
                  <a:pt x="1731" y="459955"/>
                </a:lnTo>
                <a:lnTo>
                  <a:pt x="2414" y="411041"/>
                </a:lnTo>
                <a:lnTo>
                  <a:pt x="2822" y="365379"/>
                </a:lnTo>
                <a:lnTo>
                  <a:pt x="3011" y="295656"/>
                </a:lnTo>
                <a:lnTo>
                  <a:pt x="2786" y="239077"/>
                </a:lnTo>
                <a:lnTo>
                  <a:pt x="2104" y="184404"/>
                </a:lnTo>
                <a:lnTo>
                  <a:pt x="1119" y="138493"/>
                </a:lnTo>
                <a:lnTo>
                  <a:pt x="0" y="103632"/>
                </a:lnTo>
                <a:lnTo>
                  <a:pt x="59436" y="137160"/>
                </a:lnTo>
                <a:lnTo>
                  <a:pt x="38100" y="150876"/>
                </a:lnTo>
                <a:lnTo>
                  <a:pt x="38100" y="531876"/>
                </a:lnTo>
                <a:lnTo>
                  <a:pt x="0" y="548640"/>
                </a:lnTo>
                <a:close/>
              </a:path>
              <a:path w="448310" h="548639">
                <a:moveTo>
                  <a:pt x="330226" y="208788"/>
                </a:moveTo>
                <a:lnTo>
                  <a:pt x="277368" y="208788"/>
                </a:lnTo>
                <a:lnTo>
                  <a:pt x="294131" y="181356"/>
                </a:lnTo>
                <a:lnTo>
                  <a:pt x="330226" y="208788"/>
                </a:lnTo>
                <a:close/>
              </a:path>
              <a:path w="448310" h="548639">
                <a:moveTo>
                  <a:pt x="112776" y="423671"/>
                </a:moveTo>
                <a:lnTo>
                  <a:pt x="113657" y="389096"/>
                </a:lnTo>
                <a:lnTo>
                  <a:pt x="114109" y="356235"/>
                </a:lnTo>
                <a:lnTo>
                  <a:pt x="114205" y="338328"/>
                </a:lnTo>
                <a:lnTo>
                  <a:pt x="114276" y="267985"/>
                </a:lnTo>
                <a:lnTo>
                  <a:pt x="114094" y="239077"/>
                </a:lnTo>
                <a:lnTo>
                  <a:pt x="113657" y="212074"/>
                </a:lnTo>
                <a:lnTo>
                  <a:pt x="112776" y="184404"/>
                </a:lnTo>
                <a:lnTo>
                  <a:pt x="147828" y="208788"/>
                </a:lnTo>
                <a:lnTo>
                  <a:pt x="330226" y="208788"/>
                </a:lnTo>
                <a:lnTo>
                  <a:pt x="332232" y="210312"/>
                </a:lnTo>
                <a:lnTo>
                  <a:pt x="318931" y="222504"/>
                </a:lnTo>
                <a:lnTo>
                  <a:pt x="147828" y="222504"/>
                </a:lnTo>
                <a:lnTo>
                  <a:pt x="147828" y="364236"/>
                </a:lnTo>
                <a:lnTo>
                  <a:pt x="314121" y="364236"/>
                </a:lnTo>
                <a:lnTo>
                  <a:pt x="314134" y="365379"/>
                </a:lnTo>
                <a:lnTo>
                  <a:pt x="314484" y="377952"/>
                </a:lnTo>
                <a:lnTo>
                  <a:pt x="147828" y="377952"/>
                </a:lnTo>
                <a:lnTo>
                  <a:pt x="147828" y="409956"/>
                </a:lnTo>
                <a:lnTo>
                  <a:pt x="112776" y="423671"/>
                </a:lnTo>
                <a:close/>
              </a:path>
              <a:path w="448310" h="548639">
                <a:moveTo>
                  <a:pt x="314121" y="364236"/>
                </a:moveTo>
                <a:lnTo>
                  <a:pt x="280416" y="364236"/>
                </a:lnTo>
                <a:lnTo>
                  <a:pt x="280416" y="222504"/>
                </a:lnTo>
                <a:lnTo>
                  <a:pt x="318931" y="222504"/>
                </a:lnTo>
                <a:lnTo>
                  <a:pt x="313943" y="227076"/>
                </a:lnTo>
                <a:lnTo>
                  <a:pt x="314064" y="359273"/>
                </a:lnTo>
                <a:lnTo>
                  <a:pt x="314121" y="364236"/>
                </a:lnTo>
                <a:close/>
              </a:path>
              <a:path w="448310" h="548639">
                <a:moveTo>
                  <a:pt x="280416" y="414528"/>
                </a:moveTo>
                <a:lnTo>
                  <a:pt x="280416" y="377952"/>
                </a:lnTo>
                <a:lnTo>
                  <a:pt x="314484" y="377952"/>
                </a:lnTo>
                <a:lnTo>
                  <a:pt x="314586" y="381619"/>
                </a:lnTo>
                <a:lnTo>
                  <a:pt x="315467" y="399288"/>
                </a:lnTo>
                <a:lnTo>
                  <a:pt x="280416" y="414528"/>
                </a:lnTo>
                <a:close/>
              </a:path>
              <a:path w="448310" h="548639">
                <a:moveTo>
                  <a:pt x="365760" y="548640"/>
                </a:moveTo>
                <a:lnTo>
                  <a:pt x="360854" y="528613"/>
                </a:lnTo>
                <a:lnTo>
                  <a:pt x="345948" y="511873"/>
                </a:lnTo>
                <a:lnTo>
                  <a:pt x="320754" y="498276"/>
                </a:lnTo>
                <a:lnTo>
                  <a:pt x="284988" y="487680"/>
                </a:lnTo>
                <a:lnTo>
                  <a:pt x="284988" y="478536"/>
                </a:lnTo>
                <a:lnTo>
                  <a:pt x="364236" y="486156"/>
                </a:lnTo>
                <a:lnTo>
                  <a:pt x="425453" y="486156"/>
                </a:lnTo>
                <a:lnTo>
                  <a:pt x="423838" y="501705"/>
                </a:lnTo>
                <a:lnTo>
                  <a:pt x="412813" y="523303"/>
                </a:lnTo>
                <a:lnTo>
                  <a:pt x="393501" y="538900"/>
                </a:lnTo>
                <a:lnTo>
                  <a:pt x="365760" y="548640"/>
                </a:lnTo>
                <a:close/>
              </a:path>
            </a:pathLst>
          </a:custGeom>
          <a:solidFill>
            <a:srgbClr val="3333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" name="object 4"/>
          <p:cNvSpPr/>
          <p:nvPr/>
        </p:nvSpPr>
        <p:spPr>
          <a:xfrm>
            <a:off x="2328672" y="1289303"/>
            <a:ext cx="558165" cy="541020"/>
          </a:xfrm>
          <a:custGeom>
            <a:avLst/>
            <a:gdLst/>
            <a:ahLst/>
            <a:cxnLst/>
            <a:rect l="l" t="t" r="r" b="b"/>
            <a:pathLst>
              <a:path w="558164" h="541019">
                <a:moveTo>
                  <a:pt x="300228" y="50292"/>
                </a:moveTo>
                <a:lnTo>
                  <a:pt x="278892" y="28956"/>
                </a:lnTo>
                <a:lnTo>
                  <a:pt x="486156" y="28956"/>
                </a:lnTo>
                <a:lnTo>
                  <a:pt x="515112" y="0"/>
                </a:lnTo>
                <a:lnTo>
                  <a:pt x="553212" y="44196"/>
                </a:lnTo>
                <a:lnTo>
                  <a:pt x="356616" y="44196"/>
                </a:lnTo>
                <a:lnTo>
                  <a:pt x="341804" y="44505"/>
                </a:lnTo>
                <a:lnTo>
                  <a:pt x="327279" y="45529"/>
                </a:lnTo>
                <a:lnTo>
                  <a:pt x="313324" y="47410"/>
                </a:lnTo>
                <a:lnTo>
                  <a:pt x="300228" y="50292"/>
                </a:lnTo>
                <a:close/>
              </a:path>
              <a:path w="558164" h="541019">
                <a:moveTo>
                  <a:pt x="260924" y="27432"/>
                </a:moveTo>
                <a:lnTo>
                  <a:pt x="213360" y="27432"/>
                </a:lnTo>
                <a:lnTo>
                  <a:pt x="230124" y="3048"/>
                </a:lnTo>
                <a:lnTo>
                  <a:pt x="260924" y="27432"/>
                </a:lnTo>
                <a:close/>
              </a:path>
              <a:path w="558164" h="541019">
                <a:moveTo>
                  <a:pt x="73152" y="233172"/>
                </a:moveTo>
                <a:lnTo>
                  <a:pt x="74033" y="205430"/>
                </a:lnTo>
                <a:lnTo>
                  <a:pt x="74485" y="176974"/>
                </a:lnTo>
                <a:lnTo>
                  <a:pt x="74590" y="77914"/>
                </a:lnTo>
                <a:lnTo>
                  <a:pt x="74488" y="60698"/>
                </a:lnTo>
                <a:lnTo>
                  <a:pt x="74033" y="33337"/>
                </a:lnTo>
                <a:lnTo>
                  <a:pt x="73152" y="7620"/>
                </a:lnTo>
                <a:lnTo>
                  <a:pt x="106680" y="27432"/>
                </a:lnTo>
                <a:lnTo>
                  <a:pt x="260924" y="27432"/>
                </a:lnTo>
                <a:lnTo>
                  <a:pt x="266699" y="32004"/>
                </a:lnTo>
                <a:lnTo>
                  <a:pt x="255524" y="41148"/>
                </a:lnTo>
                <a:lnTo>
                  <a:pt x="106680" y="41148"/>
                </a:lnTo>
                <a:lnTo>
                  <a:pt x="106680" y="111252"/>
                </a:lnTo>
                <a:lnTo>
                  <a:pt x="250012" y="111252"/>
                </a:lnTo>
                <a:lnTo>
                  <a:pt x="250063" y="124968"/>
                </a:lnTo>
                <a:lnTo>
                  <a:pt x="106680" y="124968"/>
                </a:lnTo>
                <a:lnTo>
                  <a:pt x="106680" y="192024"/>
                </a:lnTo>
                <a:lnTo>
                  <a:pt x="250910" y="192024"/>
                </a:lnTo>
                <a:lnTo>
                  <a:pt x="251290" y="205740"/>
                </a:lnTo>
                <a:lnTo>
                  <a:pt x="106680" y="205740"/>
                </a:lnTo>
                <a:lnTo>
                  <a:pt x="106680" y="220979"/>
                </a:lnTo>
                <a:lnTo>
                  <a:pt x="73152" y="233172"/>
                </a:lnTo>
                <a:close/>
              </a:path>
              <a:path w="558164" h="541019">
                <a:moveTo>
                  <a:pt x="250012" y="111252"/>
                </a:moveTo>
                <a:lnTo>
                  <a:pt x="217932" y="111252"/>
                </a:lnTo>
                <a:lnTo>
                  <a:pt x="217932" y="41148"/>
                </a:lnTo>
                <a:lnTo>
                  <a:pt x="255524" y="41148"/>
                </a:lnTo>
                <a:lnTo>
                  <a:pt x="249936" y="45720"/>
                </a:lnTo>
                <a:lnTo>
                  <a:pt x="250012" y="111252"/>
                </a:lnTo>
                <a:close/>
              </a:path>
              <a:path w="558164" h="541019">
                <a:moveTo>
                  <a:pt x="385572" y="112776"/>
                </a:moveTo>
                <a:lnTo>
                  <a:pt x="373380" y="112776"/>
                </a:lnTo>
                <a:lnTo>
                  <a:pt x="378285" y="95416"/>
                </a:lnTo>
                <a:lnTo>
                  <a:pt x="381762" y="77914"/>
                </a:lnTo>
                <a:lnTo>
                  <a:pt x="384095" y="60698"/>
                </a:lnTo>
                <a:lnTo>
                  <a:pt x="385572" y="44196"/>
                </a:lnTo>
                <a:lnTo>
                  <a:pt x="426719" y="44196"/>
                </a:lnTo>
                <a:lnTo>
                  <a:pt x="420719" y="53625"/>
                </a:lnTo>
                <a:lnTo>
                  <a:pt x="411861" y="68199"/>
                </a:lnTo>
                <a:lnTo>
                  <a:pt x="400145" y="87915"/>
                </a:lnTo>
                <a:lnTo>
                  <a:pt x="385572" y="112776"/>
                </a:lnTo>
                <a:close/>
              </a:path>
              <a:path w="558164" h="541019">
                <a:moveTo>
                  <a:pt x="522642" y="112776"/>
                </a:moveTo>
                <a:lnTo>
                  <a:pt x="477012" y="112776"/>
                </a:lnTo>
                <a:lnTo>
                  <a:pt x="493776" y="91440"/>
                </a:lnTo>
                <a:lnTo>
                  <a:pt x="522642" y="112776"/>
                </a:lnTo>
                <a:close/>
              </a:path>
              <a:path w="558164" h="541019">
                <a:moveTo>
                  <a:pt x="309372" y="345948"/>
                </a:moveTo>
                <a:lnTo>
                  <a:pt x="311467" y="289941"/>
                </a:lnTo>
                <a:lnTo>
                  <a:pt x="312238" y="246888"/>
                </a:lnTo>
                <a:lnTo>
                  <a:pt x="312341" y="211836"/>
                </a:lnTo>
                <a:lnTo>
                  <a:pt x="312158" y="187071"/>
                </a:lnTo>
                <a:lnTo>
                  <a:pt x="311467" y="153924"/>
                </a:lnTo>
                <a:lnTo>
                  <a:pt x="310491" y="123063"/>
                </a:lnTo>
                <a:lnTo>
                  <a:pt x="309372" y="94488"/>
                </a:lnTo>
                <a:lnTo>
                  <a:pt x="342900" y="112776"/>
                </a:lnTo>
                <a:lnTo>
                  <a:pt x="522642" y="112776"/>
                </a:lnTo>
                <a:lnTo>
                  <a:pt x="528828" y="117348"/>
                </a:lnTo>
                <a:lnTo>
                  <a:pt x="517093" y="128016"/>
                </a:lnTo>
                <a:lnTo>
                  <a:pt x="342900" y="128016"/>
                </a:lnTo>
                <a:lnTo>
                  <a:pt x="342900" y="326136"/>
                </a:lnTo>
                <a:lnTo>
                  <a:pt x="309372" y="345948"/>
                </a:lnTo>
                <a:close/>
              </a:path>
              <a:path w="558164" h="541019">
                <a:moveTo>
                  <a:pt x="250910" y="192024"/>
                </a:moveTo>
                <a:lnTo>
                  <a:pt x="217932" y="192024"/>
                </a:lnTo>
                <a:lnTo>
                  <a:pt x="217932" y="124968"/>
                </a:lnTo>
                <a:lnTo>
                  <a:pt x="250063" y="124968"/>
                </a:lnTo>
                <a:lnTo>
                  <a:pt x="250126" y="141922"/>
                </a:lnTo>
                <a:lnTo>
                  <a:pt x="250578" y="180093"/>
                </a:lnTo>
                <a:lnTo>
                  <a:pt x="250910" y="192024"/>
                </a:lnTo>
                <a:close/>
              </a:path>
              <a:path w="558164" h="541019">
                <a:moveTo>
                  <a:pt x="481584" y="338328"/>
                </a:moveTo>
                <a:lnTo>
                  <a:pt x="481584" y="128016"/>
                </a:lnTo>
                <a:lnTo>
                  <a:pt x="517093" y="128016"/>
                </a:lnTo>
                <a:lnTo>
                  <a:pt x="512064" y="132588"/>
                </a:lnTo>
                <a:lnTo>
                  <a:pt x="512185" y="252293"/>
                </a:lnTo>
                <a:lnTo>
                  <a:pt x="512347" y="259079"/>
                </a:lnTo>
                <a:lnTo>
                  <a:pt x="513119" y="277296"/>
                </a:lnTo>
                <a:lnTo>
                  <a:pt x="514036" y="297179"/>
                </a:lnTo>
                <a:lnTo>
                  <a:pt x="515112" y="321564"/>
                </a:lnTo>
                <a:lnTo>
                  <a:pt x="481584" y="338328"/>
                </a:lnTo>
                <a:close/>
              </a:path>
              <a:path w="558164" h="541019">
                <a:moveTo>
                  <a:pt x="263652" y="477011"/>
                </a:moveTo>
                <a:lnTo>
                  <a:pt x="259080" y="469392"/>
                </a:lnTo>
                <a:lnTo>
                  <a:pt x="291917" y="449937"/>
                </a:lnTo>
                <a:lnTo>
                  <a:pt x="319468" y="430339"/>
                </a:lnTo>
                <a:lnTo>
                  <a:pt x="358140" y="390144"/>
                </a:lnTo>
                <a:lnTo>
                  <a:pt x="379857" y="345757"/>
                </a:lnTo>
                <a:lnTo>
                  <a:pt x="390119" y="291274"/>
                </a:lnTo>
                <a:lnTo>
                  <a:pt x="391136" y="246888"/>
                </a:lnTo>
                <a:lnTo>
                  <a:pt x="391217" y="222504"/>
                </a:lnTo>
                <a:lnTo>
                  <a:pt x="391001" y="197643"/>
                </a:lnTo>
                <a:lnTo>
                  <a:pt x="390144" y="163068"/>
                </a:lnTo>
                <a:lnTo>
                  <a:pt x="443484" y="188976"/>
                </a:lnTo>
                <a:lnTo>
                  <a:pt x="423672" y="205740"/>
                </a:lnTo>
                <a:lnTo>
                  <a:pt x="423076" y="252293"/>
                </a:lnTo>
                <a:lnTo>
                  <a:pt x="421195" y="291274"/>
                </a:lnTo>
                <a:lnTo>
                  <a:pt x="413004" y="345948"/>
                </a:lnTo>
                <a:lnTo>
                  <a:pt x="394525" y="384238"/>
                </a:lnTo>
                <a:lnTo>
                  <a:pt x="365760" y="419100"/>
                </a:lnTo>
                <a:lnTo>
                  <a:pt x="323278" y="450342"/>
                </a:lnTo>
                <a:lnTo>
                  <a:pt x="295679" y="464105"/>
                </a:lnTo>
                <a:lnTo>
                  <a:pt x="263652" y="477011"/>
                </a:lnTo>
                <a:close/>
              </a:path>
              <a:path w="558164" h="541019">
                <a:moveTo>
                  <a:pt x="217932" y="228600"/>
                </a:moveTo>
                <a:lnTo>
                  <a:pt x="217932" y="205740"/>
                </a:lnTo>
                <a:lnTo>
                  <a:pt x="251290" y="205740"/>
                </a:lnTo>
                <a:lnTo>
                  <a:pt x="251460" y="211836"/>
                </a:lnTo>
                <a:lnTo>
                  <a:pt x="217932" y="228600"/>
                </a:lnTo>
                <a:close/>
              </a:path>
              <a:path w="558164" h="541019">
                <a:moveTo>
                  <a:pt x="41148" y="280416"/>
                </a:moveTo>
                <a:lnTo>
                  <a:pt x="19812" y="259079"/>
                </a:lnTo>
                <a:lnTo>
                  <a:pt x="230124" y="259079"/>
                </a:lnTo>
                <a:lnTo>
                  <a:pt x="259080" y="230124"/>
                </a:lnTo>
                <a:lnTo>
                  <a:pt x="297180" y="272796"/>
                </a:lnTo>
                <a:lnTo>
                  <a:pt x="99060" y="272796"/>
                </a:lnTo>
                <a:lnTo>
                  <a:pt x="83581" y="273343"/>
                </a:lnTo>
                <a:lnTo>
                  <a:pt x="68961" y="274891"/>
                </a:lnTo>
                <a:lnTo>
                  <a:pt x="54911" y="277296"/>
                </a:lnTo>
                <a:lnTo>
                  <a:pt x="41148" y="280416"/>
                </a:lnTo>
                <a:close/>
              </a:path>
              <a:path w="558164" h="541019">
                <a:moveTo>
                  <a:pt x="179832" y="455676"/>
                </a:moveTo>
                <a:lnTo>
                  <a:pt x="149352" y="455676"/>
                </a:lnTo>
                <a:lnTo>
                  <a:pt x="149352" y="272796"/>
                </a:lnTo>
                <a:lnTo>
                  <a:pt x="179832" y="272796"/>
                </a:lnTo>
                <a:lnTo>
                  <a:pt x="179832" y="356616"/>
                </a:lnTo>
                <a:lnTo>
                  <a:pt x="274489" y="356616"/>
                </a:lnTo>
                <a:lnTo>
                  <a:pt x="288036" y="371856"/>
                </a:lnTo>
                <a:lnTo>
                  <a:pt x="179832" y="371856"/>
                </a:lnTo>
                <a:lnTo>
                  <a:pt x="179832" y="455676"/>
                </a:lnTo>
                <a:close/>
              </a:path>
              <a:path w="558164" h="541019">
                <a:moveTo>
                  <a:pt x="7620" y="541020"/>
                </a:moveTo>
                <a:lnTo>
                  <a:pt x="0" y="536448"/>
                </a:lnTo>
                <a:lnTo>
                  <a:pt x="14001" y="510159"/>
                </a:lnTo>
                <a:lnTo>
                  <a:pt x="26289" y="481584"/>
                </a:lnTo>
                <a:lnTo>
                  <a:pt x="45720" y="417576"/>
                </a:lnTo>
                <a:lnTo>
                  <a:pt x="56959" y="353949"/>
                </a:lnTo>
                <a:lnTo>
                  <a:pt x="62484" y="297179"/>
                </a:lnTo>
                <a:lnTo>
                  <a:pt x="111252" y="321564"/>
                </a:lnTo>
                <a:lnTo>
                  <a:pt x="101798" y="328707"/>
                </a:lnTo>
                <a:lnTo>
                  <a:pt x="93916" y="343281"/>
                </a:lnTo>
                <a:lnTo>
                  <a:pt x="87463" y="365283"/>
                </a:lnTo>
                <a:lnTo>
                  <a:pt x="82296" y="394716"/>
                </a:lnTo>
                <a:lnTo>
                  <a:pt x="94868" y="409956"/>
                </a:lnTo>
                <a:lnTo>
                  <a:pt x="77724" y="409956"/>
                </a:lnTo>
                <a:lnTo>
                  <a:pt x="62201" y="450723"/>
                </a:lnTo>
                <a:lnTo>
                  <a:pt x="45529" y="485775"/>
                </a:lnTo>
                <a:lnTo>
                  <a:pt x="27360" y="515826"/>
                </a:lnTo>
                <a:lnTo>
                  <a:pt x="7620" y="541020"/>
                </a:lnTo>
                <a:close/>
              </a:path>
              <a:path w="558164" h="541019">
                <a:moveTo>
                  <a:pt x="274489" y="356616"/>
                </a:moveTo>
                <a:lnTo>
                  <a:pt x="225552" y="356616"/>
                </a:lnTo>
                <a:lnTo>
                  <a:pt x="251460" y="330708"/>
                </a:lnTo>
                <a:lnTo>
                  <a:pt x="274489" y="356616"/>
                </a:lnTo>
                <a:close/>
              </a:path>
              <a:path w="558164" h="541019">
                <a:moveTo>
                  <a:pt x="522732" y="460248"/>
                </a:moveTo>
                <a:lnTo>
                  <a:pt x="519684" y="460248"/>
                </a:lnTo>
                <a:lnTo>
                  <a:pt x="516850" y="458795"/>
                </a:lnTo>
                <a:lnTo>
                  <a:pt x="513016" y="454342"/>
                </a:lnTo>
                <a:lnTo>
                  <a:pt x="508325" y="446746"/>
                </a:lnTo>
                <a:lnTo>
                  <a:pt x="502919" y="435864"/>
                </a:lnTo>
                <a:lnTo>
                  <a:pt x="490680" y="418457"/>
                </a:lnTo>
                <a:lnTo>
                  <a:pt x="472440" y="398335"/>
                </a:lnTo>
                <a:lnTo>
                  <a:pt x="448484" y="375642"/>
                </a:lnTo>
                <a:lnTo>
                  <a:pt x="419100" y="350520"/>
                </a:lnTo>
                <a:lnTo>
                  <a:pt x="423672" y="342900"/>
                </a:lnTo>
                <a:lnTo>
                  <a:pt x="465129" y="362664"/>
                </a:lnTo>
                <a:lnTo>
                  <a:pt x="516040" y="391334"/>
                </a:lnTo>
                <a:lnTo>
                  <a:pt x="534924" y="417576"/>
                </a:lnTo>
                <a:lnTo>
                  <a:pt x="534809" y="430339"/>
                </a:lnTo>
                <a:lnTo>
                  <a:pt x="533400" y="437387"/>
                </a:lnTo>
                <a:lnTo>
                  <a:pt x="528828" y="446532"/>
                </a:lnTo>
                <a:lnTo>
                  <a:pt x="525780" y="455676"/>
                </a:lnTo>
                <a:lnTo>
                  <a:pt x="522732" y="460248"/>
                </a:lnTo>
                <a:close/>
              </a:path>
              <a:path w="558164" h="541019">
                <a:moveTo>
                  <a:pt x="437095" y="524621"/>
                </a:moveTo>
                <a:lnTo>
                  <a:pt x="373172" y="523890"/>
                </a:lnTo>
                <a:lnTo>
                  <a:pt x="320369" y="522061"/>
                </a:lnTo>
                <a:lnTo>
                  <a:pt x="278757" y="519135"/>
                </a:lnTo>
                <a:lnTo>
                  <a:pt x="219241" y="508825"/>
                </a:lnTo>
                <a:lnTo>
                  <a:pt x="170616" y="492823"/>
                </a:lnTo>
                <a:lnTo>
                  <a:pt x="133230" y="470820"/>
                </a:lnTo>
                <a:lnTo>
                  <a:pt x="96226" y="434244"/>
                </a:lnTo>
                <a:lnTo>
                  <a:pt x="77724" y="409956"/>
                </a:lnTo>
                <a:lnTo>
                  <a:pt x="94868" y="409956"/>
                </a:lnTo>
                <a:lnTo>
                  <a:pt x="95988" y="411313"/>
                </a:lnTo>
                <a:lnTo>
                  <a:pt x="111823" y="426910"/>
                </a:lnTo>
                <a:lnTo>
                  <a:pt x="129659" y="441650"/>
                </a:lnTo>
                <a:lnTo>
                  <a:pt x="149352" y="455676"/>
                </a:lnTo>
                <a:lnTo>
                  <a:pt x="179832" y="455676"/>
                </a:lnTo>
                <a:lnTo>
                  <a:pt x="179832" y="464820"/>
                </a:lnTo>
                <a:lnTo>
                  <a:pt x="208121" y="473964"/>
                </a:lnTo>
                <a:lnTo>
                  <a:pt x="244983" y="480822"/>
                </a:lnTo>
                <a:lnTo>
                  <a:pt x="290417" y="485394"/>
                </a:lnTo>
                <a:lnTo>
                  <a:pt x="344424" y="487680"/>
                </a:lnTo>
                <a:lnTo>
                  <a:pt x="554208" y="487680"/>
                </a:lnTo>
                <a:lnTo>
                  <a:pt x="537781" y="494680"/>
                </a:lnTo>
                <a:lnTo>
                  <a:pt x="523494" y="504063"/>
                </a:lnTo>
                <a:lnTo>
                  <a:pt x="514921" y="514016"/>
                </a:lnTo>
                <a:lnTo>
                  <a:pt x="512064" y="524256"/>
                </a:lnTo>
                <a:lnTo>
                  <a:pt x="437095" y="524621"/>
                </a:lnTo>
                <a:close/>
              </a:path>
              <a:path w="558164" h="541019">
                <a:moveTo>
                  <a:pt x="554208" y="487680"/>
                </a:moveTo>
                <a:lnTo>
                  <a:pt x="344424" y="487680"/>
                </a:lnTo>
                <a:lnTo>
                  <a:pt x="400692" y="487084"/>
                </a:lnTo>
                <a:lnTo>
                  <a:pt x="455104" y="485203"/>
                </a:lnTo>
                <a:lnTo>
                  <a:pt x="507515" y="481893"/>
                </a:lnTo>
                <a:lnTo>
                  <a:pt x="557784" y="477011"/>
                </a:lnTo>
                <a:lnTo>
                  <a:pt x="557784" y="486156"/>
                </a:lnTo>
                <a:lnTo>
                  <a:pt x="554208" y="487680"/>
                </a:lnTo>
                <a:close/>
              </a:path>
            </a:pathLst>
          </a:custGeom>
          <a:solidFill>
            <a:srgbClr val="3333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" name="object 5"/>
          <p:cNvSpPr/>
          <p:nvPr/>
        </p:nvSpPr>
        <p:spPr>
          <a:xfrm>
            <a:off x="2991611" y="1275587"/>
            <a:ext cx="490855" cy="553720"/>
          </a:xfrm>
          <a:custGeom>
            <a:avLst/>
            <a:gdLst/>
            <a:ahLst/>
            <a:cxnLst/>
            <a:rect l="l" t="t" r="r" b="b"/>
            <a:pathLst>
              <a:path w="490854" h="553719">
                <a:moveTo>
                  <a:pt x="74676" y="124968"/>
                </a:moveTo>
                <a:lnTo>
                  <a:pt x="60960" y="124968"/>
                </a:lnTo>
                <a:lnTo>
                  <a:pt x="71223" y="86367"/>
                </a:lnTo>
                <a:lnTo>
                  <a:pt x="79057" y="52768"/>
                </a:lnTo>
                <a:lnTo>
                  <a:pt x="84320" y="24026"/>
                </a:lnTo>
                <a:lnTo>
                  <a:pt x="86868" y="0"/>
                </a:lnTo>
                <a:lnTo>
                  <a:pt x="138684" y="28956"/>
                </a:lnTo>
                <a:lnTo>
                  <a:pt x="126111" y="39243"/>
                </a:lnTo>
                <a:lnTo>
                  <a:pt x="111252" y="58674"/>
                </a:lnTo>
                <a:lnTo>
                  <a:pt x="94107" y="87249"/>
                </a:lnTo>
                <a:lnTo>
                  <a:pt x="74676" y="124968"/>
                </a:lnTo>
                <a:close/>
              </a:path>
              <a:path w="490854" h="553719">
                <a:moveTo>
                  <a:pt x="204216" y="263652"/>
                </a:moveTo>
                <a:lnTo>
                  <a:pt x="196596" y="259080"/>
                </a:lnTo>
                <a:lnTo>
                  <a:pt x="220051" y="221361"/>
                </a:lnTo>
                <a:lnTo>
                  <a:pt x="240220" y="185928"/>
                </a:lnTo>
                <a:lnTo>
                  <a:pt x="271271" y="121920"/>
                </a:lnTo>
                <a:lnTo>
                  <a:pt x="291655" y="62484"/>
                </a:lnTo>
                <a:lnTo>
                  <a:pt x="306323" y="3048"/>
                </a:lnTo>
                <a:lnTo>
                  <a:pt x="359664" y="33528"/>
                </a:lnTo>
                <a:lnTo>
                  <a:pt x="348234" y="44053"/>
                </a:lnTo>
                <a:lnTo>
                  <a:pt x="334518" y="64008"/>
                </a:lnTo>
                <a:lnTo>
                  <a:pt x="318516" y="93106"/>
                </a:lnTo>
                <a:lnTo>
                  <a:pt x="300228" y="131064"/>
                </a:lnTo>
                <a:lnTo>
                  <a:pt x="480504" y="131064"/>
                </a:lnTo>
                <a:lnTo>
                  <a:pt x="490728" y="141732"/>
                </a:lnTo>
                <a:lnTo>
                  <a:pt x="484909" y="146304"/>
                </a:lnTo>
                <a:lnTo>
                  <a:pt x="294132" y="146304"/>
                </a:lnTo>
                <a:lnTo>
                  <a:pt x="273010" y="179427"/>
                </a:lnTo>
                <a:lnTo>
                  <a:pt x="250888" y="210121"/>
                </a:lnTo>
                <a:lnTo>
                  <a:pt x="227909" y="238244"/>
                </a:lnTo>
                <a:lnTo>
                  <a:pt x="204216" y="263652"/>
                </a:lnTo>
                <a:close/>
              </a:path>
              <a:path w="490854" h="553719">
                <a:moveTo>
                  <a:pt x="202691" y="124968"/>
                </a:moveTo>
                <a:lnTo>
                  <a:pt x="153924" y="124968"/>
                </a:lnTo>
                <a:lnTo>
                  <a:pt x="178308" y="100584"/>
                </a:lnTo>
                <a:lnTo>
                  <a:pt x="202691" y="124968"/>
                </a:lnTo>
                <a:close/>
              </a:path>
              <a:path w="490854" h="553719">
                <a:moveTo>
                  <a:pt x="0" y="548640"/>
                </a:moveTo>
                <a:lnTo>
                  <a:pt x="1269" y="483108"/>
                </a:lnTo>
                <a:lnTo>
                  <a:pt x="2104" y="434735"/>
                </a:lnTo>
                <a:lnTo>
                  <a:pt x="2786" y="379761"/>
                </a:lnTo>
                <a:lnTo>
                  <a:pt x="2933" y="300227"/>
                </a:lnTo>
                <a:lnTo>
                  <a:pt x="2809" y="273939"/>
                </a:lnTo>
                <a:lnTo>
                  <a:pt x="2720" y="263652"/>
                </a:lnTo>
                <a:lnTo>
                  <a:pt x="2095" y="213550"/>
                </a:lnTo>
                <a:lnTo>
                  <a:pt x="1119" y="158519"/>
                </a:lnTo>
                <a:lnTo>
                  <a:pt x="0" y="103632"/>
                </a:lnTo>
                <a:lnTo>
                  <a:pt x="36576" y="124968"/>
                </a:lnTo>
                <a:lnTo>
                  <a:pt x="202691" y="124968"/>
                </a:lnTo>
                <a:lnTo>
                  <a:pt x="213359" y="135636"/>
                </a:lnTo>
                <a:lnTo>
                  <a:pt x="208926" y="138684"/>
                </a:lnTo>
                <a:lnTo>
                  <a:pt x="33528" y="138684"/>
                </a:lnTo>
                <a:lnTo>
                  <a:pt x="33528" y="292608"/>
                </a:lnTo>
                <a:lnTo>
                  <a:pt x="189297" y="292608"/>
                </a:lnTo>
                <a:lnTo>
                  <a:pt x="189372" y="306324"/>
                </a:lnTo>
                <a:lnTo>
                  <a:pt x="33528" y="306324"/>
                </a:lnTo>
                <a:lnTo>
                  <a:pt x="33528" y="473964"/>
                </a:lnTo>
                <a:lnTo>
                  <a:pt x="191086" y="473964"/>
                </a:lnTo>
                <a:lnTo>
                  <a:pt x="191319" y="487680"/>
                </a:lnTo>
                <a:lnTo>
                  <a:pt x="33528" y="487680"/>
                </a:lnTo>
                <a:lnTo>
                  <a:pt x="33528" y="528828"/>
                </a:lnTo>
                <a:lnTo>
                  <a:pt x="0" y="548640"/>
                </a:lnTo>
                <a:close/>
              </a:path>
              <a:path w="490854" h="553719">
                <a:moveTo>
                  <a:pt x="480504" y="131064"/>
                </a:moveTo>
                <a:lnTo>
                  <a:pt x="428244" y="131064"/>
                </a:lnTo>
                <a:lnTo>
                  <a:pt x="455676" y="105156"/>
                </a:lnTo>
                <a:lnTo>
                  <a:pt x="480504" y="131064"/>
                </a:lnTo>
                <a:close/>
              </a:path>
              <a:path w="490854" h="553719">
                <a:moveTo>
                  <a:pt x="189297" y="292608"/>
                </a:moveTo>
                <a:lnTo>
                  <a:pt x="158496" y="292608"/>
                </a:lnTo>
                <a:lnTo>
                  <a:pt x="158496" y="138684"/>
                </a:lnTo>
                <a:lnTo>
                  <a:pt x="208926" y="138684"/>
                </a:lnTo>
                <a:lnTo>
                  <a:pt x="188976" y="152400"/>
                </a:lnTo>
                <a:lnTo>
                  <a:pt x="189099" y="238244"/>
                </a:lnTo>
                <a:lnTo>
                  <a:pt x="189297" y="292608"/>
                </a:lnTo>
                <a:close/>
              </a:path>
              <a:path w="490854" h="553719">
                <a:moveTo>
                  <a:pt x="450590" y="495300"/>
                </a:moveTo>
                <a:lnTo>
                  <a:pt x="390144" y="495300"/>
                </a:lnTo>
                <a:lnTo>
                  <a:pt x="402431" y="492728"/>
                </a:lnTo>
                <a:lnTo>
                  <a:pt x="411861" y="485013"/>
                </a:lnTo>
                <a:lnTo>
                  <a:pt x="424321" y="434735"/>
                </a:lnTo>
                <a:lnTo>
                  <a:pt x="428244" y="357378"/>
                </a:lnTo>
                <a:lnTo>
                  <a:pt x="430235" y="297060"/>
                </a:lnTo>
                <a:lnTo>
                  <a:pt x="432179" y="228728"/>
                </a:lnTo>
                <a:lnTo>
                  <a:pt x="434340" y="146304"/>
                </a:lnTo>
                <a:lnTo>
                  <a:pt x="484909" y="146304"/>
                </a:lnTo>
                <a:lnTo>
                  <a:pt x="469391" y="158496"/>
                </a:lnTo>
                <a:lnTo>
                  <a:pt x="467740" y="244736"/>
                </a:lnTo>
                <a:lnTo>
                  <a:pt x="465828" y="317754"/>
                </a:lnTo>
                <a:lnTo>
                  <a:pt x="463677" y="376999"/>
                </a:lnTo>
                <a:lnTo>
                  <a:pt x="461264" y="423107"/>
                </a:lnTo>
                <a:lnTo>
                  <a:pt x="455676" y="475488"/>
                </a:lnTo>
                <a:lnTo>
                  <a:pt x="451675" y="492347"/>
                </a:lnTo>
                <a:lnTo>
                  <a:pt x="450590" y="495300"/>
                </a:lnTo>
                <a:close/>
              </a:path>
              <a:path w="490854" h="553719">
                <a:moveTo>
                  <a:pt x="320040" y="370332"/>
                </a:moveTo>
                <a:lnTo>
                  <a:pt x="316992" y="370332"/>
                </a:lnTo>
                <a:lnTo>
                  <a:pt x="311824" y="368307"/>
                </a:lnTo>
                <a:lnTo>
                  <a:pt x="307657" y="362140"/>
                </a:lnTo>
                <a:lnTo>
                  <a:pt x="304347" y="351686"/>
                </a:lnTo>
                <a:lnTo>
                  <a:pt x="301752" y="336804"/>
                </a:lnTo>
                <a:lnTo>
                  <a:pt x="295727" y="313062"/>
                </a:lnTo>
                <a:lnTo>
                  <a:pt x="286702" y="289750"/>
                </a:lnTo>
                <a:lnTo>
                  <a:pt x="274534" y="266723"/>
                </a:lnTo>
                <a:lnTo>
                  <a:pt x="259080" y="243840"/>
                </a:lnTo>
                <a:lnTo>
                  <a:pt x="263652" y="236220"/>
                </a:lnTo>
                <a:lnTo>
                  <a:pt x="309181" y="273939"/>
                </a:lnTo>
                <a:lnTo>
                  <a:pt x="334708" y="309705"/>
                </a:lnTo>
                <a:lnTo>
                  <a:pt x="339852" y="330708"/>
                </a:lnTo>
                <a:lnTo>
                  <a:pt x="339280" y="338447"/>
                </a:lnTo>
                <a:lnTo>
                  <a:pt x="337566" y="345757"/>
                </a:lnTo>
                <a:lnTo>
                  <a:pt x="334708" y="352782"/>
                </a:lnTo>
                <a:lnTo>
                  <a:pt x="330708" y="359664"/>
                </a:lnTo>
                <a:lnTo>
                  <a:pt x="324612" y="367284"/>
                </a:lnTo>
                <a:lnTo>
                  <a:pt x="320040" y="370332"/>
                </a:lnTo>
                <a:close/>
              </a:path>
              <a:path w="490854" h="553719">
                <a:moveTo>
                  <a:pt x="191086" y="473964"/>
                </a:moveTo>
                <a:lnTo>
                  <a:pt x="158496" y="473964"/>
                </a:lnTo>
                <a:lnTo>
                  <a:pt x="158496" y="306324"/>
                </a:lnTo>
                <a:lnTo>
                  <a:pt x="189372" y="306324"/>
                </a:lnTo>
                <a:lnTo>
                  <a:pt x="189695" y="357420"/>
                </a:lnTo>
                <a:lnTo>
                  <a:pt x="190184" y="409836"/>
                </a:lnTo>
                <a:lnTo>
                  <a:pt x="190780" y="455922"/>
                </a:lnTo>
                <a:lnTo>
                  <a:pt x="191086" y="473964"/>
                </a:lnTo>
                <a:close/>
              </a:path>
              <a:path w="490854" h="553719">
                <a:moveTo>
                  <a:pt x="384048" y="553212"/>
                </a:moveTo>
                <a:lnTo>
                  <a:pt x="374022" y="534947"/>
                </a:lnTo>
                <a:lnTo>
                  <a:pt x="357568" y="519112"/>
                </a:lnTo>
                <a:lnTo>
                  <a:pt x="334541" y="505848"/>
                </a:lnTo>
                <a:lnTo>
                  <a:pt x="304800" y="495300"/>
                </a:lnTo>
                <a:lnTo>
                  <a:pt x="304800" y="483108"/>
                </a:lnTo>
                <a:lnTo>
                  <a:pt x="332493" y="488227"/>
                </a:lnTo>
                <a:lnTo>
                  <a:pt x="356044" y="492061"/>
                </a:lnTo>
                <a:lnTo>
                  <a:pt x="375308" y="494466"/>
                </a:lnTo>
                <a:lnTo>
                  <a:pt x="390144" y="495300"/>
                </a:lnTo>
                <a:lnTo>
                  <a:pt x="450590" y="495300"/>
                </a:lnTo>
                <a:lnTo>
                  <a:pt x="446532" y="506349"/>
                </a:lnTo>
                <a:lnTo>
                  <a:pt x="412432" y="540067"/>
                </a:lnTo>
                <a:lnTo>
                  <a:pt x="399168" y="546568"/>
                </a:lnTo>
                <a:lnTo>
                  <a:pt x="384048" y="553212"/>
                </a:lnTo>
                <a:close/>
              </a:path>
              <a:path w="490854" h="553719">
                <a:moveTo>
                  <a:pt x="158496" y="537971"/>
                </a:moveTo>
                <a:lnTo>
                  <a:pt x="158496" y="487680"/>
                </a:lnTo>
                <a:lnTo>
                  <a:pt x="191319" y="487680"/>
                </a:lnTo>
                <a:lnTo>
                  <a:pt x="192023" y="519684"/>
                </a:lnTo>
                <a:lnTo>
                  <a:pt x="158496" y="537971"/>
                </a:lnTo>
                <a:close/>
              </a:path>
            </a:pathLst>
          </a:custGeom>
          <a:solidFill>
            <a:srgbClr val="3333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" name="object 6"/>
          <p:cNvSpPr/>
          <p:nvPr/>
        </p:nvSpPr>
        <p:spPr>
          <a:xfrm>
            <a:off x="3564635" y="1278636"/>
            <a:ext cx="539750" cy="559435"/>
          </a:xfrm>
          <a:custGeom>
            <a:avLst/>
            <a:gdLst/>
            <a:ahLst/>
            <a:cxnLst/>
            <a:rect l="l" t="t" r="r" b="b"/>
            <a:pathLst>
              <a:path w="539750" h="559435">
                <a:moveTo>
                  <a:pt x="35052" y="83820"/>
                </a:moveTo>
                <a:lnTo>
                  <a:pt x="13716" y="60960"/>
                </a:lnTo>
                <a:lnTo>
                  <a:pt x="185928" y="60960"/>
                </a:lnTo>
                <a:lnTo>
                  <a:pt x="185880" y="43291"/>
                </a:lnTo>
                <a:lnTo>
                  <a:pt x="185554" y="27432"/>
                </a:lnTo>
                <a:lnTo>
                  <a:pt x="185475" y="25908"/>
                </a:lnTo>
                <a:lnTo>
                  <a:pt x="184642" y="12525"/>
                </a:lnTo>
                <a:lnTo>
                  <a:pt x="182880" y="0"/>
                </a:lnTo>
                <a:lnTo>
                  <a:pt x="239268" y="25908"/>
                </a:lnTo>
                <a:lnTo>
                  <a:pt x="222504" y="42672"/>
                </a:lnTo>
                <a:lnTo>
                  <a:pt x="222504" y="76200"/>
                </a:lnTo>
                <a:lnTo>
                  <a:pt x="92964" y="76200"/>
                </a:lnTo>
                <a:lnTo>
                  <a:pt x="77485" y="76533"/>
                </a:lnTo>
                <a:lnTo>
                  <a:pt x="62865" y="77724"/>
                </a:lnTo>
                <a:lnTo>
                  <a:pt x="48815" y="80057"/>
                </a:lnTo>
                <a:lnTo>
                  <a:pt x="35052" y="83820"/>
                </a:lnTo>
                <a:close/>
              </a:path>
              <a:path w="539750" h="559435">
                <a:moveTo>
                  <a:pt x="478536" y="207264"/>
                </a:moveTo>
                <a:lnTo>
                  <a:pt x="358140" y="207264"/>
                </a:lnTo>
                <a:lnTo>
                  <a:pt x="337256" y="204692"/>
                </a:lnTo>
                <a:lnTo>
                  <a:pt x="322516" y="196977"/>
                </a:lnTo>
                <a:lnTo>
                  <a:pt x="313777" y="184118"/>
                </a:lnTo>
                <a:lnTo>
                  <a:pt x="310896" y="166116"/>
                </a:lnTo>
                <a:lnTo>
                  <a:pt x="310784" y="60960"/>
                </a:lnTo>
                <a:lnTo>
                  <a:pt x="310634" y="52744"/>
                </a:lnTo>
                <a:lnTo>
                  <a:pt x="309943" y="37147"/>
                </a:lnTo>
                <a:lnTo>
                  <a:pt x="308967" y="20121"/>
                </a:lnTo>
                <a:lnTo>
                  <a:pt x="307848" y="1524"/>
                </a:lnTo>
                <a:lnTo>
                  <a:pt x="362712" y="27432"/>
                </a:lnTo>
                <a:lnTo>
                  <a:pt x="345948" y="42672"/>
                </a:lnTo>
                <a:lnTo>
                  <a:pt x="345948" y="102108"/>
                </a:lnTo>
                <a:lnTo>
                  <a:pt x="393116" y="102108"/>
                </a:lnTo>
                <a:lnTo>
                  <a:pt x="377952" y="106346"/>
                </a:lnTo>
                <a:lnTo>
                  <a:pt x="345948" y="114300"/>
                </a:lnTo>
                <a:lnTo>
                  <a:pt x="345948" y="149352"/>
                </a:lnTo>
                <a:lnTo>
                  <a:pt x="347686" y="160234"/>
                </a:lnTo>
                <a:lnTo>
                  <a:pt x="352996" y="167830"/>
                </a:lnTo>
                <a:lnTo>
                  <a:pt x="362021" y="172283"/>
                </a:lnTo>
                <a:lnTo>
                  <a:pt x="374904" y="173736"/>
                </a:lnTo>
                <a:lnTo>
                  <a:pt x="535584" y="173736"/>
                </a:lnTo>
                <a:lnTo>
                  <a:pt x="532614" y="179522"/>
                </a:lnTo>
                <a:lnTo>
                  <a:pt x="502539" y="204049"/>
                </a:lnTo>
                <a:lnTo>
                  <a:pt x="486537" y="206954"/>
                </a:lnTo>
                <a:lnTo>
                  <a:pt x="478536" y="207264"/>
                </a:lnTo>
                <a:close/>
              </a:path>
              <a:path w="539750" h="559435">
                <a:moveTo>
                  <a:pt x="393116" y="102108"/>
                </a:moveTo>
                <a:lnTo>
                  <a:pt x="345948" y="102108"/>
                </a:lnTo>
                <a:lnTo>
                  <a:pt x="389120" y="84915"/>
                </a:lnTo>
                <a:lnTo>
                  <a:pt x="425005" y="67437"/>
                </a:lnTo>
                <a:lnTo>
                  <a:pt x="453747" y="49387"/>
                </a:lnTo>
                <a:lnTo>
                  <a:pt x="475488" y="30480"/>
                </a:lnTo>
                <a:lnTo>
                  <a:pt x="509016" y="76200"/>
                </a:lnTo>
                <a:lnTo>
                  <a:pt x="463153" y="81343"/>
                </a:lnTo>
                <a:lnTo>
                  <a:pt x="428244" y="91582"/>
                </a:lnTo>
                <a:lnTo>
                  <a:pt x="405384" y="98679"/>
                </a:lnTo>
                <a:lnTo>
                  <a:pt x="393116" y="102108"/>
                </a:lnTo>
                <a:close/>
              </a:path>
              <a:path w="539750" h="559435">
                <a:moveTo>
                  <a:pt x="22860" y="207264"/>
                </a:moveTo>
                <a:lnTo>
                  <a:pt x="0" y="161544"/>
                </a:lnTo>
                <a:lnTo>
                  <a:pt x="27979" y="160115"/>
                </a:lnTo>
                <a:lnTo>
                  <a:pt x="68389" y="155829"/>
                </a:lnTo>
                <a:lnTo>
                  <a:pt x="121086" y="148685"/>
                </a:lnTo>
                <a:lnTo>
                  <a:pt x="185928" y="138684"/>
                </a:lnTo>
                <a:lnTo>
                  <a:pt x="185928" y="76200"/>
                </a:lnTo>
                <a:lnTo>
                  <a:pt x="222504" y="76200"/>
                </a:lnTo>
                <a:lnTo>
                  <a:pt x="222504" y="149352"/>
                </a:lnTo>
                <a:lnTo>
                  <a:pt x="185928" y="149352"/>
                </a:lnTo>
                <a:lnTo>
                  <a:pt x="122729" y="166758"/>
                </a:lnTo>
                <a:lnTo>
                  <a:pt x="74676" y="182308"/>
                </a:lnTo>
                <a:lnTo>
                  <a:pt x="41481" y="195857"/>
                </a:lnTo>
                <a:lnTo>
                  <a:pt x="22860" y="207264"/>
                </a:lnTo>
                <a:close/>
              </a:path>
              <a:path w="539750" h="559435">
                <a:moveTo>
                  <a:pt x="535584" y="173736"/>
                </a:moveTo>
                <a:lnTo>
                  <a:pt x="463296" y="173736"/>
                </a:lnTo>
                <a:lnTo>
                  <a:pt x="476226" y="172569"/>
                </a:lnTo>
                <a:lnTo>
                  <a:pt x="485584" y="168973"/>
                </a:lnTo>
                <a:lnTo>
                  <a:pt x="496633" y="130873"/>
                </a:lnTo>
                <a:lnTo>
                  <a:pt x="496824" y="102108"/>
                </a:lnTo>
                <a:lnTo>
                  <a:pt x="505968" y="102108"/>
                </a:lnTo>
                <a:lnTo>
                  <a:pt x="511325" y="142184"/>
                </a:lnTo>
                <a:lnTo>
                  <a:pt x="539496" y="166116"/>
                </a:lnTo>
                <a:lnTo>
                  <a:pt x="535584" y="173736"/>
                </a:lnTo>
                <a:close/>
              </a:path>
              <a:path w="539750" h="559435">
                <a:moveTo>
                  <a:pt x="182880" y="227076"/>
                </a:moveTo>
                <a:lnTo>
                  <a:pt x="184091" y="204049"/>
                </a:lnTo>
                <a:lnTo>
                  <a:pt x="184975" y="185928"/>
                </a:lnTo>
                <a:lnTo>
                  <a:pt x="185638" y="167830"/>
                </a:lnTo>
                <a:lnTo>
                  <a:pt x="185928" y="149352"/>
                </a:lnTo>
                <a:lnTo>
                  <a:pt x="222504" y="149352"/>
                </a:lnTo>
                <a:lnTo>
                  <a:pt x="222599" y="173736"/>
                </a:lnTo>
                <a:lnTo>
                  <a:pt x="222710" y="182308"/>
                </a:lnTo>
                <a:lnTo>
                  <a:pt x="223146" y="197453"/>
                </a:lnTo>
                <a:lnTo>
                  <a:pt x="224028" y="214884"/>
                </a:lnTo>
                <a:lnTo>
                  <a:pt x="182880" y="227076"/>
                </a:lnTo>
                <a:close/>
              </a:path>
              <a:path w="539750" h="559435">
                <a:moveTo>
                  <a:pt x="449092" y="249936"/>
                </a:moveTo>
                <a:lnTo>
                  <a:pt x="396240" y="249936"/>
                </a:lnTo>
                <a:lnTo>
                  <a:pt x="422148" y="224028"/>
                </a:lnTo>
                <a:lnTo>
                  <a:pt x="449092" y="249936"/>
                </a:lnTo>
                <a:close/>
              </a:path>
              <a:path w="539750" h="559435">
                <a:moveTo>
                  <a:pt x="111252" y="559308"/>
                </a:moveTo>
                <a:lnTo>
                  <a:pt x="112371" y="522493"/>
                </a:lnTo>
                <a:lnTo>
                  <a:pt x="113358" y="480059"/>
                </a:lnTo>
                <a:lnTo>
                  <a:pt x="114038" y="434578"/>
                </a:lnTo>
                <a:lnTo>
                  <a:pt x="114300" y="384048"/>
                </a:lnTo>
                <a:lnTo>
                  <a:pt x="114038" y="335160"/>
                </a:lnTo>
                <a:lnTo>
                  <a:pt x="113347" y="293560"/>
                </a:lnTo>
                <a:lnTo>
                  <a:pt x="112371" y="259103"/>
                </a:lnTo>
                <a:lnTo>
                  <a:pt x="111252" y="231648"/>
                </a:lnTo>
                <a:lnTo>
                  <a:pt x="152400" y="249936"/>
                </a:lnTo>
                <a:lnTo>
                  <a:pt x="449092" y="249936"/>
                </a:lnTo>
                <a:lnTo>
                  <a:pt x="461772" y="262128"/>
                </a:lnTo>
                <a:lnTo>
                  <a:pt x="456895" y="265176"/>
                </a:lnTo>
                <a:lnTo>
                  <a:pt x="149352" y="265176"/>
                </a:lnTo>
                <a:lnTo>
                  <a:pt x="149352" y="329184"/>
                </a:lnTo>
                <a:lnTo>
                  <a:pt x="437388" y="329184"/>
                </a:lnTo>
                <a:lnTo>
                  <a:pt x="437388" y="344424"/>
                </a:lnTo>
                <a:lnTo>
                  <a:pt x="149352" y="344424"/>
                </a:lnTo>
                <a:lnTo>
                  <a:pt x="149352" y="403859"/>
                </a:lnTo>
                <a:lnTo>
                  <a:pt x="437388" y="403859"/>
                </a:lnTo>
                <a:lnTo>
                  <a:pt x="437388" y="417576"/>
                </a:lnTo>
                <a:lnTo>
                  <a:pt x="149352" y="417576"/>
                </a:lnTo>
                <a:lnTo>
                  <a:pt x="149352" y="547116"/>
                </a:lnTo>
                <a:lnTo>
                  <a:pt x="111252" y="559308"/>
                </a:lnTo>
                <a:close/>
              </a:path>
              <a:path w="539750" h="559435">
                <a:moveTo>
                  <a:pt x="437388" y="329184"/>
                </a:moveTo>
                <a:lnTo>
                  <a:pt x="400812" y="329184"/>
                </a:lnTo>
                <a:lnTo>
                  <a:pt x="400812" y="265176"/>
                </a:lnTo>
                <a:lnTo>
                  <a:pt x="456895" y="265176"/>
                </a:lnTo>
                <a:lnTo>
                  <a:pt x="437388" y="277367"/>
                </a:lnTo>
                <a:lnTo>
                  <a:pt x="437388" y="329184"/>
                </a:lnTo>
                <a:close/>
              </a:path>
              <a:path w="539750" h="559435">
                <a:moveTo>
                  <a:pt x="437388" y="403859"/>
                </a:moveTo>
                <a:lnTo>
                  <a:pt x="400812" y="403859"/>
                </a:lnTo>
                <a:lnTo>
                  <a:pt x="400812" y="344424"/>
                </a:lnTo>
                <a:lnTo>
                  <a:pt x="437388" y="344424"/>
                </a:lnTo>
                <a:lnTo>
                  <a:pt x="437388" y="403859"/>
                </a:lnTo>
                <a:close/>
              </a:path>
              <a:path w="539750" h="559435">
                <a:moveTo>
                  <a:pt x="437054" y="503229"/>
                </a:moveTo>
                <a:lnTo>
                  <a:pt x="374427" y="503229"/>
                </a:lnTo>
                <a:lnTo>
                  <a:pt x="385572" y="502920"/>
                </a:lnTo>
                <a:lnTo>
                  <a:pt x="392453" y="501491"/>
                </a:lnTo>
                <a:lnTo>
                  <a:pt x="397192" y="497205"/>
                </a:lnTo>
                <a:lnTo>
                  <a:pt x="399930" y="490061"/>
                </a:lnTo>
                <a:lnTo>
                  <a:pt x="400744" y="480822"/>
                </a:lnTo>
                <a:lnTo>
                  <a:pt x="400812" y="417576"/>
                </a:lnTo>
                <a:lnTo>
                  <a:pt x="437388" y="417576"/>
                </a:lnTo>
                <a:lnTo>
                  <a:pt x="437388" y="499872"/>
                </a:lnTo>
                <a:lnTo>
                  <a:pt x="437054" y="503229"/>
                </a:lnTo>
                <a:close/>
              </a:path>
              <a:path w="539750" h="559435">
                <a:moveTo>
                  <a:pt x="382524" y="556259"/>
                </a:moveTo>
                <a:lnTo>
                  <a:pt x="373141" y="540877"/>
                </a:lnTo>
                <a:lnTo>
                  <a:pt x="356616" y="526923"/>
                </a:lnTo>
                <a:lnTo>
                  <a:pt x="333232" y="514683"/>
                </a:lnTo>
                <a:lnTo>
                  <a:pt x="303276" y="504444"/>
                </a:lnTo>
                <a:lnTo>
                  <a:pt x="303276" y="495300"/>
                </a:lnTo>
                <a:lnTo>
                  <a:pt x="333279" y="499276"/>
                </a:lnTo>
                <a:lnTo>
                  <a:pt x="356997" y="501967"/>
                </a:lnTo>
                <a:lnTo>
                  <a:pt x="374427" y="503229"/>
                </a:lnTo>
                <a:lnTo>
                  <a:pt x="437054" y="503229"/>
                </a:lnTo>
                <a:lnTo>
                  <a:pt x="436506" y="508754"/>
                </a:lnTo>
                <a:lnTo>
                  <a:pt x="414456" y="539972"/>
                </a:lnTo>
                <a:lnTo>
                  <a:pt x="394501" y="551402"/>
                </a:lnTo>
                <a:lnTo>
                  <a:pt x="382524" y="556259"/>
                </a:lnTo>
                <a:close/>
              </a:path>
            </a:pathLst>
          </a:custGeom>
          <a:solidFill>
            <a:srgbClr val="3333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" name="object 7"/>
          <p:cNvSpPr/>
          <p:nvPr/>
        </p:nvSpPr>
        <p:spPr>
          <a:xfrm>
            <a:off x="4175759" y="1284732"/>
            <a:ext cx="548640" cy="553720"/>
          </a:xfrm>
          <a:custGeom>
            <a:avLst/>
            <a:gdLst/>
            <a:ahLst/>
            <a:cxnLst/>
            <a:rect l="l" t="t" r="r" b="b"/>
            <a:pathLst>
              <a:path w="548639" h="553719">
                <a:moveTo>
                  <a:pt x="441478" y="272796"/>
                </a:moveTo>
                <a:lnTo>
                  <a:pt x="393192" y="272796"/>
                </a:lnTo>
                <a:lnTo>
                  <a:pt x="414528" y="251460"/>
                </a:lnTo>
                <a:lnTo>
                  <a:pt x="441478" y="272796"/>
                </a:lnTo>
                <a:close/>
              </a:path>
              <a:path w="548639" h="553719">
                <a:moveTo>
                  <a:pt x="124967" y="393192"/>
                </a:moveTo>
                <a:lnTo>
                  <a:pt x="125754" y="362283"/>
                </a:lnTo>
                <a:lnTo>
                  <a:pt x="125861" y="355092"/>
                </a:lnTo>
                <a:lnTo>
                  <a:pt x="125962" y="342900"/>
                </a:lnTo>
                <a:lnTo>
                  <a:pt x="126071" y="320087"/>
                </a:lnTo>
                <a:lnTo>
                  <a:pt x="125859" y="294132"/>
                </a:lnTo>
                <a:lnTo>
                  <a:pt x="125780" y="288036"/>
                </a:lnTo>
                <a:lnTo>
                  <a:pt x="124967" y="254508"/>
                </a:lnTo>
                <a:lnTo>
                  <a:pt x="161543" y="272796"/>
                </a:lnTo>
                <a:lnTo>
                  <a:pt x="441478" y="272796"/>
                </a:lnTo>
                <a:lnTo>
                  <a:pt x="451104" y="280416"/>
                </a:lnTo>
                <a:lnTo>
                  <a:pt x="438404" y="288036"/>
                </a:lnTo>
                <a:lnTo>
                  <a:pt x="158496" y="288036"/>
                </a:lnTo>
                <a:lnTo>
                  <a:pt x="158496" y="355092"/>
                </a:lnTo>
                <a:lnTo>
                  <a:pt x="429810" y="355092"/>
                </a:lnTo>
                <a:lnTo>
                  <a:pt x="430172" y="362283"/>
                </a:lnTo>
                <a:lnTo>
                  <a:pt x="430638" y="368808"/>
                </a:lnTo>
                <a:lnTo>
                  <a:pt x="158496" y="368808"/>
                </a:lnTo>
                <a:lnTo>
                  <a:pt x="158496" y="377952"/>
                </a:lnTo>
                <a:lnTo>
                  <a:pt x="124967" y="393192"/>
                </a:lnTo>
                <a:close/>
              </a:path>
              <a:path w="548639" h="553719">
                <a:moveTo>
                  <a:pt x="429810" y="355092"/>
                </a:moveTo>
                <a:lnTo>
                  <a:pt x="397764" y="355092"/>
                </a:lnTo>
                <a:lnTo>
                  <a:pt x="397764" y="288036"/>
                </a:lnTo>
                <a:lnTo>
                  <a:pt x="438404" y="288036"/>
                </a:lnTo>
                <a:lnTo>
                  <a:pt x="428244" y="294132"/>
                </a:lnTo>
                <a:lnTo>
                  <a:pt x="428505" y="320087"/>
                </a:lnTo>
                <a:lnTo>
                  <a:pt x="429196" y="342900"/>
                </a:lnTo>
                <a:lnTo>
                  <a:pt x="429810" y="355092"/>
                </a:lnTo>
                <a:close/>
              </a:path>
              <a:path w="548639" h="553719">
                <a:moveTo>
                  <a:pt x="299083" y="502562"/>
                </a:moveTo>
                <a:lnTo>
                  <a:pt x="245673" y="502562"/>
                </a:lnTo>
                <a:lnTo>
                  <a:pt x="254507" y="501396"/>
                </a:lnTo>
                <a:lnTo>
                  <a:pt x="262127" y="499872"/>
                </a:lnTo>
                <a:lnTo>
                  <a:pt x="266699" y="493776"/>
                </a:lnTo>
                <a:lnTo>
                  <a:pt x="266699" y="368808"/>
                </a:lnTo>
                <a:lnTo>
                  <a:pt x="300227" y="368808"/>
                </a:lnTo>
                <a:lnTo>
                  <a:pt x="300156" y="498609"/>
                </a:lnTo>
                <a:lnTo>
                  <a:pt x="299083" y="502562"/>
                </a:lnTo>
                <a:close/>
              </a:path>
              <a:path w="548639" h="553719">
                <a:moveTo>
                  <a:pt x="397764" y="390144"/>
                </a:moveTo>
                <a:lnTo>
                  <a:pt x="397764" y="368808"/>
                </a:lnTo>
                <a:lnTo>
                  <a:pt x="430638" y="368808"/>
                </a:lnTo>
                <a:lnTo>
                  <a:pt x="431292" y="377952"/>
                </a:lnTo>
                <a:lnTo>
                  <a:pt x="397764" y="390144"/>
                </a:lnTo>
                <a:close/>
              </a:path>
              <a:path w="548639" h="553719">
                <a:moveTo>
                  <a:pt x="6096" y="524256"/>
                </a:moveTo>
                <a:lnTo>
                  <a:pt x="0" y="515112"/>
                </a:lnTo>
                <a:lnTo>
                  <a:pt x="28908" y="501896"/>
                </a:lnTo>
                <a:lnTo>
                  <a:pt x="56387" y="487108"/>
                </a:lnTo>
                <a:lnTo>
                  <a:pt x="108203" y="451104"/>
                </a:lnTo>
                <a:lnTo>
                  <a:pt x="148208" y="417004"/>
                </a:lnTo>
                <a:lnTo>
                  <a:pt x="167639" y="393192"/>
                </a:lnTo>
                <a:lnTo>
                  <a:pt x="208787" y="432816"/>
                </a:lnTo>
                <a:lnTo>
                  <a:pt x="182879" y="435864"/>
                </a:lnTo>
                <a:lnTo>
                  <a:pt x="174593" y="441817"/>
                </a:lnTo>
                <a:lnTo>
                  <a:pt x="161162" y="450342"/>
                </a:lnTo>
                <a:lnTo>
                  <a:pt x="142589" y="461152"/>
                </a:lnTo>
                <a:lnTo>
                  <a:pt x="92892" y="488251"/>
                </a:lnTo>
                <a:lnTo>
                  <a:pt x="65341" y="501396"/>
                </a:lnTo>
                <a:lnTo>
                  <a:pt x="36361" y="513397"/>
                </a:lnTo>
                <a:lnTo>
                  <a:pt x="6096" y="524256"/>
                </a:lnTo>
                <a:close/>
              </a:path>
              <a:path w="548639" h="553719">
                <a:moveTo>
                  <a:pt x="505968" y="531876"/>
                </a:moveTo>
                <a:lnTo>
                  <a:pt x="500824" y="530709"/>
                </a:lnTo>
                <a:lnTo>
                  <a:pt x="494538" y="527113"/>
                </a:lnTo>
                <a:lnTo>
                  <a:pt x="487108" y="520946"/>
                </a:lnTo>
                <a:lnTo>
                  <a:pt x="459414" y="492061"/>
                </a:lnTo>
                <a:lnTo>
                  <a:pt x="431863" y="468630"/>
                </a:lnTo>
                <a:lnTo>
                  <a:pt x="396025" y="441769"/>
                </a:lnTo>
                <a:lnTo>
                  <a:pt x="352044" y="411480"/>
                </a:lnTo>
                <a:lnTo>
                  <a:pt x="356616" y="405384"/>
                </a:lnTo>
                <a:lnTo>
                  <a:pt x="396097" y="421052"/>
                </a:lnTo>
                <a:lnTo>
                  <a:pt x="459057" y="449532"/>
                </a:lnTo>
                <a:lnTo>
                  <a:pt x="500824" y="474083"/>
                </a:lnTo>
                <a:lnTo>
                  <a:pt x="519684" y="509016"/>
                </a:lnTo>
                <a:lnTo>
                  <a:pt x="517112" y="519017"/>
                </a:lnTo>
                <a:lnTo>
                  <a:pt x="513969" y="526161"/>
                </a:lnTo>
                <a:lnTo>
                  <a:pt x="510254" y="530447"/>
                </a:lnTo>
                <a:lnTo>
                  <a:pt x="505968" y="531876"/>
                </a:lnTo>
                <a:close/>
              </a:path>
              <a:path w="548639" h="553719">
                <a:moveTo>
                  <a:pt x="246887" y="553212"/>
                </a:moveTo>
                <a:lnTo>
                  <a:pt x="242887" y="538924"/>
                </a:lnTo>
                <a:lnTo>
                  <a:pt x="230885" y="525780"/>
                </a:lnTo>
                <a:lnTo>
                  <a:pt x="210883" y="513778"/>
                </a:lnTo>
                <a:lnTo>
                  <a:pt x="182879" y="502920"/>
                </a:lnTo>
                <a:lnTo>
                  <a:pt x="182879" y="493776"/>
                </a:lnTo>
                <a:lnTo>
                  <a:pt x="209716" y="498609"/>
                </a:lnTo>
                <a:lnTo>
                  <a:pt x="230695" y="501586"/>
                </a:lnTo>
                <a:lnTo>
                  <a:pt x="245673" y="502562"/>
                </a:lnTo>
                <a:lnTo>
                  <a:pt x="299083" y="502562"/>
                </a:lnTo>
                <a:lnTo>
                  <a:pt x="295108" y="517207"/>
                </a:lnTo>
                <a:lnTo>
                  <a:pt x="284416" y="532638"/>
                </a:lnTo>
                <a:lnTo>
                  <a:pt x="268295" y="544639"/>
                </a:lnTo>
                <a:lnTo>
                  <a:pt x="246887" y="553212"/>
                </a:lnTo>
                <a:close/>
              </a:path>
              <a:path w="548639" h="553719">
                <a:moveTo>
                  <a:pt x="451539" y="24384"/>
                </a:moveTo>
                <a:lnTo>
                  <a:pt x="405384" y="24384"/>
                </a:lnTo>
                <a:lnTo>
                  <a:pt x="423672" y="0"/>
                </a:lnTo>
                <a:lnTo>
                  <a:pt x="451539" y="24384"/>
                </a:lnTo>
                <a:close/>
              </a:path>
              <a:path w="548639" h="553719">
                <a:moveTo>
                  <a:pt x="112775" y="188976"/>
                </a:moveTo>
                <a:lnTo>
                  <a:pt x="114871" y="139827"/>
                </a:lnTo>
                <a:lnTo>
                  <a:pt x="115704" y="82296"/>
                </a:lnTo>
                <a:lnTo>
                  <a:pt x="115562" y="69484"/>
                </a:lnTo>
                <a:lnTo>
                  <a:pt x="114871" y="46863"/>
                </a:lnTo>
                <a:lnTo>
                  <a:pt x="113873" y="24384"/>
                </a:lnTo>
                <a:lnTo>
                  <a:pt x="112775" y="3047"/>
                </a:lnTo>
                <a:lnTo>
                  <a:pt x="150875" y="24384"/>
                </a:lnTo>
                <a:lnTo>
                  <a:pt x="451539" y="24384"/>
                </a:lnTo>
                <a:lnTo>
                  <a:pt x="460248" y="32004"/>
                </a:lnTo>
                <a:lnTo>
                  <a:pt x="452797" y="38100"/>
                </a:lnTo>
                <a:lnTo>
                  <a:pt x="149351" y="38100"/>
                </a:lnTo>
                <a:lnTo>
                  <a:pt x="149351" y="82296"/>
                </a:lnTo>
                <a:lnTo>
                  <a:pt x="443484" y="82296"/>
                </a:lnTo>
                <a:lnTo>
                  <a:pt x="443484" y="96012"/>
                </a:lnTo>
                <a:lnTo>
                  <a:pt x="149351" y="96012"/>
                </a:lnTo>
                <a:lnTo>
                  <a:pt x="149351" y="141732"/>
                </a:lnTo>
                <a:lnTo>
                  <a:pt x="443942" y="141732"/>
                </a:lnTo>
                <a:lnTo>
                  <a:pt x="444126" y="148423"/>
                </a:lnTo>
                <a:lnTo>
                  <a:pt x="444476" y="155448"/>
                </a:lnTo>
                <a:lnTo>
                  <a:pt x="149351" y="155448"/>
                </a:lnTo>
                <a:lnTo>
                  <a:pt x="149351" y="172212"/>
                </a:lnTo>
                <a:lnTo>
                  <a:pt x="112775" y="188976"/>
                </a:lnTo>
                <a:close/>
              </a:path>
              <a:path w="548639" h="553719">
                <a:moveTo>
                  <a:pt x="443484" y="82296"/>
                </a:moveTo>
                <a:lnTo>
                  <a:pt x="409956" y="82296"/>
                </a:lnTo>
                <a:lnTo>
                  <a:pt x="409956" y="38100"/>
                </a:lnTo>
                <a:lnTo>
                  <a:pt x="452797" y="38100"/>
                </a:lnTo>
                <a:lnTo>
                  <a:pt x="443484" y="45720"/>
                </a:lnTo>
                <a:lnTo>
                  <a:pt x="443484" y="82296"/>
                </a:lnTo>
                <a:close/>
              </a:path>
              <a:path w="548639" h="553719">
                <a:moveTo>
                  <a:pt x="443942" y="141732"/>
                </a:moveTo>
                <a:lnTo>
                  <a:pt x="409956" y="141732"/>
                </a:lnTo>
                <a:lnTo>
                  <a:pt x="409956" y="96012"/>
                </a:lnTo>
                <a:lnTo>
                  <a:pt x="443484" y="96012"/>
                </a:lnTo>
                <a:lnTo>
                  <a:pt x="443507" y="117038"/>
                </a:lnTo>
                <a:lnTo>
                  <a:pt x="443674" y="132016"/>
                </a:lnTo>
                <a:lnTo>
                  <a:pt x="443942" y="141732"/>
                </a:lnTo>
                <a:close/>
              </a:path>
              <a:path w="548639" h="553719">
                <a:moveTo>
                  <a:pt x="409956" y="179832"/>
                </a:moveTo>
                <a:lnTo>
                  <a:pt x="409956" y="155448"/>
                </a:lnTo>
                <a:lnTo>
                  <a:pt x="444476" y="155448"/>
                </a:lnTo>
                <a:lnTo>
                  <a:pt x="445008" y="166116"/>
                </a:lnTo>
                <a:lnTo>
                  <a:pt x="409956" y="179832"/>
                </a:lnTo>
                <a:close/>
              </a:path>
              <a:path w="548639" h="553719">
                <a:moveTo>
                  <a:pt x="301751" y="220980"/>
                </a:moveTo>
                <a:lnTo>
                  <a:pt x="283463" y="220980"/>
                </a:lnTo>
                <a:lnTo>
                  <a:pt x="279225" y="206359"/>
                </a:lnTo>
                <a:lnTo>
                  <a:pt x="271271" y="192024"/>
                </a:lnTo>
                <a:lnTo>
                  <a:pt x="259889" y="177688"/>
                </a:lnTo>
                <a:lnTo>
                  <a:pt x="245363" y="163068"/>
                </a:lnTo>
                <a:lnTo>
                  <a:pt x="249935" y="158496"/>
                </a:lnTo>
                <a:lnTo>
                  <a:pt x="292584" y="174998"/>
                </a:lnTo>
                <a:lnTo>
                  <a:pt x="313943" y="196596"/>
                </a:lnTo>
                <a:lnTo>
                  <a:pt x="313324" y="201477"/>
                </a:lnTo>
                <a:lnTo>
                  <a:pt x="311276" y="207073"/>
                </a:lnTo>
                <a:lnTo>
                  <a:pt x="307514" y="213526"/>
                </a:lnTo>
                <a:lnTo>
                  <a:pt x="301751" y="220980"/>
                </a:lnTo>
                <a:close/>
              </a:path>
              <a:path w="548639" h="553719">
                <a:moveTo>
                  <a:pt x="22859" y="242316"/>
                </a:moveTo>
                <a:lnTo>
                  <a:pt x="0" y="220980"/>
                </a:lnTo>
                <a:lnTo>
                  <a:pt x="464820" y="220980"/>
                </a:lnTo>
                <a:lnTo>
                  <a:pt x="505968" y="187452"/>
                </a:lnTo>
                <a:lnTo>
                  <a:pt x="548640" y="234696"/>
                </a:lnTo>
                <a:lnTo>
                  <a:pt x="79247" y="234696"/>
                </a:lnTo>
                <a:lnTo>
                  <a:pt x="64436" y="235243"/>
                </a:lnTo>
                <a:lnTo>
                  <a:pt x="49910" y="236791"/>
                </a:lnTo>
                <a:lnTo>
                  <a:pt x="35956" y="239196"/>
                </a:lnTo>
                <a:lnTo>
                  <a:pt x="22859" y="242316"/>
                </a:lnTo>
                <a:close/>
              </a:path>
            </a:pathLst>
          </a:custGeom>
          <a:solidFill>
            <a:srgbClr val="3333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1751075" y="2552700"/>
            <a:ext cx="155575" cy="155575"/>
          </a:xfrm>
          <a:custGeom>
            <a:avLst/>
            <a:gdLst/>
            <a:ahLst/>
            <a:cxnLst/>
            <a:rect l="l" t="t" r="r" b="b"/>
            <a:pathLst>
              <a:path w="155575" h="155575">
                <a:moveTo>
                  <a:pt x="155448" y="155448"/>
                </a:moveTo>
                <a:lnTo>
                  <a:pt x="0" y="155448"/>
                </a:lnTo>
                <a:lnTo>
                  <a:pt x="0" y="0"/>
                </a:lnTo>
                <a:lnTo>
                  <a:pt x="155448" y="0"/>
                </a:lnTo>
                <a:lnTo>
                  <a:pt x="155448" y="155448"/>
                </a:lnTo>
                <a:close/>
              </a:path>
            </a:pathLst>
          </a:custGeom>
          <a:solidFill>
            <a:srgbClr val="3333C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2125980" y="2366772"/>
            <a:ext cx="401320" cy="405765"/>
          </a:xfrm>
          <a:custGeom>
            <a:avLst/>
            <a:gdLst/>
            <a:ahLst/>
            <a:cxnLst/>
            <a:rect l="l" t="t" r="r" b="b"/>
            <a:pathLst>
              <a:path w="401319" h="405764">
                <a:moveTo>
                  <a:pt x="173736" y="118872"/>
                </a:moveTo>
                <a:lnTo>
                  <a:pt x="167639" y="115824"/>
                </a:lnTo>
                <a:lnTo>
                  <a:pt x="177665" y="103822"/>
                </a:lnTo>
                <a:lnTo>
                  <a:pt x="187261" y="90678"/>
                </a:lnTo>
                <a:lnTo>
                  <a:pt x="196572" y="76390"/>
                </a:lnTo>
                <a:lnTo>
                  <a:pt x="205739" y="60960"/>
                </a:lnTo>
                <a:lnTo>
                  <a:pt x="215193" y="45219"/>
                </a:lnTo>
                <a:lnTo>
                  <a:pt x="223075" y="29908"/>
                </a:lnTo>
                <a:lnTo>
                  <a:pt x="229528" y="14882"/>
                </a:lnTo>
                <a:lnTo>
                  <a:pt x="234696" y="0"/>
                </a:lnTo>
                <a:lnTo>
                  <a:pt x="266700" y="21336"/>
                </a:lnTo>
                <a:lnTo>
                  <a:pt x="258651" y="25288"/>
                </a:lnTo>
                <a:lnTo>
                  <a:pt x="250317" y="32385"/>
                </a:lnTo>
                <a:lnTo>
                  <a:pt x="241411" y="42338"/>
                </a:lnTo>
                <a:lnTo>
                  <a:pt x="231648" y="54864"/>
                </a:lnTo>
                <a:lnTo>
                  <a:pt x="334831" y="54864"/>
                </a:lnTo>
                <a:lnTo>
                  <a:pt x="342900" y="62484"/>
                </a:lnTo>
                <a:lnTo>
                  <a:pt x="337272" y="65532"/>
                </a:lnTo>
                <a:lnTo>
                  <a:pt x="227075" y="65532"/>
                </a:lnTo>
                <a:lnTo>
                  <a:pt x="214241" y="80081"/>
                </a:lnTo>
                <a:lnTo>
                  <a:pt x="200977" y="93916"/>
                </a:lnTo>
                <a:lnTo>
                  <a:pt x="187428" y="106894"/>
                </a:lnTo>
                <a:lnTo>
                  <a:pt x="173736" y="118872"/>
                </a:lnTo>
                <a:close/>
              </a:path>
              <a:path w="401319" h="405764">
                <a:moveTo>
                  <a:pt x="12192" y="59436"/>
                </a:moveTo>
                <a:lnTo>
                  <a:pt x="9144" y="53340"/>
                </a:lnTo>
                <a:lnTo>
                  <a:pt x="27193" y="49625"/>
                </a:lnTo>
                <a:lnTo>
                  <a:pt x="44958" y="45339"/>
                </a:lnTo>
                <a:lnTo>
                  <a:pt x="98202" y="29908"/>
                </a:lnTo>
                <a:lnTo>
                  <a:pt x="140208" y="7620"/>
                </a:lnTo>
                <a:lnTo>
                  <a:pt x="166116" y="35052"/>
                </a:lnTo>
                <a:lnTo>
                  <a:pt x="154686" y="36504"/>
                </a:lnTo>
                <a:lnTo>
                  <a:pt x="140970" y="38671"/>
                </a:lnTo>
                <a:lnTo>
                  <a:pt x="124968" y="41695"/>
                </a:lnTo>
                <a:lnTo>
                  <a:pt x="106680" y="45720"/>
                </a:lnTo>
                <a:lnTo>
                  <a:pt x="106680" y="48768"/>
                </a:lnTo>
                <a:lnTo>
                  <a:pt x="83820" y="48768"/>
                </a:lnTo>
                <a:lnTo>
                  <a:pt x="65555" y="51935"/>
                </a:lnTo>
                <a:lnTo>
                  <a:pt x="47434" y="54673"/>
                </a:lnTo>
                <a:lnTo>
                  <a:pt x="12192" y="59436"/>
                </a:lnTo>
                <a:close/>
              </a:path>
              <a:path w="401319" h="405764">
                <a:moveTo>
                  <a:pt x="334831" y="54864"/>
                </a:moveTo>
                <a:lnTo>
                  <a:pt x="300227" y="54864"/>
                </a:lnTo>
                <a:lnTo>
                  <a:pt x="315468" y="36576"/>
                </a:lnTo>
                <a:lnTo>
                  <a:pt x="334831" y="54864"/>
                </a:lnTo>
                <a:close/>
              </a:path>
              <a:path w="401319" h="405764">
                <a:moveTo>
                  <a:pt x="106680" y="128016"/>
                </a:moveTo>
                <a:lnTo>
                  <a:pt x="83820" y="128016"/>
                </a:lnTo>
                <a:lnTo>
                  <a:pt x="83820" y="48768"/>
                </a:lnTo>
                <a:lnTo>
                  <a:pt x="106680" y="48768"/>
                </a:lnTo>
                <a:lnTo>
                  <a:pt x="106680" y="128016"/>
                </a:lnTo>
                <a:close/>
              </a:path>
              <a:path w="401319" h="405764">
                <a:moveTo>
                  <a:pt x="278892" y="126492"/>
                </a:moveTo>
                <a:lnTo>
                  <a:pt x="268224" y="126492"/>
                </a:lnTo>
                <a:lnTo>
                  <a:pt x="301751" y="65532"/>
                </a:lnTo>
                <a:lnTo>
                  <a:pt x="337272" y="65532"/>
                </a:lnTo>
                <a:lnTo>
                  <a:pt x="336042" y="66198"/>
                </a:lnTo>
                <a:lnTo>
                  <a:pt x="329184" y="70485"/>
                </a:lnTo>
                <a:lnTo>
                  <a:pt x="300609" y="97917"/>
                </a:lnTo>
                <a:lnTo>
                  <a:pt x="290607" y="110775"/>
                </a:lnTo>
                <a:lnTo>
                  <a:pt x="278892" y="126492"/>
                </a:lnTo>
                <a:close/>
              </a:path>
              <a:path w="401319" h="405764">
                <a:moveTo>
                  <a:pt x="18288" y="143256"/>
                </a:moveTo>
                <a:lnTo>
                  <a:pt x="3048" y="128016"/>
                </a:lnTo>
                <a:lnTo>
                  <a:pt x="120396" y="128016"/>
                </a:lnTo>
                <a:lnTo>
                  <a:pt x="141732" y="106680"/>
                </a:lnTo>
                <a:lnTo>
                  <a:pt x="172212" y="138684"/>
                </a:lnTo>
                <a:lnTo>
                  <a:pt x="59436" y="138684"/>
                </a:lnTo>
                <a:lnTo>
                  <a:pt x="48934" y="138969"/>
                </a:lnTo>
                <a:lnTo>
                  <a:pt x="38290" y="139827"/>
                </a:lnTo>
                <a:lnTo>
                  <a:pt x="27932" y="141255"/>
                </a:lnTo>
                <a:lnTo>
                  <a:pt x="18288" y="143256"/>
                </a:lnTo>
                <a:close/>
              </a:path>
              <a:path w="401319" h="405764">
                <a:moveTo>
                  <a:pt x="188975" y="141732"/>
                </a:moveTo>
                <a:lnTo>
                  <a:pt x="173736" y="126492"/>
                </a:lnTo>
                <a:lnTo>
                  <a:pt x="342900" y="126492"/>
                </a:lnTo>
                <a:lnTo>
                  <a:pt x="355092" y="108204"/>
                </a:lnTo>
                <a:lnTo>
                  <a:pt x="384048" y="129540"/>
                </a:lnTo>
                <a:lnTo>
                  <a:pt x="377190" y="135636"/>
                </a:lnTo>
                <a:lnTo>
                  <a:pt x="230124" y="135636"/>
                </a:lnTo>
                <a:lnTo>
                  <a:pt x="218979" y="136159"/>
                </a:lnTo>
                <a:lnTo>
                  <a:pt x="208407" y="137541"/>
                </a:lnTo>
                <a:lnTo>
                  <a:pt x="198405" y="139493"/>
                </a:lnTo>
                <a:lnTo>
                  <a:pt x="188975" y="141732"/>
                </a:lnTo>
                <a:close/>
              </a:path>
              <a:path w="401319" h="405764">
                <a:moveTo>
                  <a:pt x="205739" y="193548"/>
                </a:moveTo>
                <a:lnTo>
                  <a:pt x="190500" y="178308"/>
                </a:lnTo>
                <a:lnTo>
                  <a:pt x="347472" y="178308"/>
                </a:lnTo>
                <a:lnTo>
                  <a:pt x="347472" y="135636"/>
                </a:lnTo>
                <a:lnTo>
                  <a:pt x="377190" y="135636"/>
                </a:lnTo>
                <a:lnTo>
                  <a:pt x="370331" y="141732"/>
                </a:lnTo>
                <a:lnTo>
                  <a:pt x="370392" y="188976"/>
                </a:lnTo>
                <a:lnTo>
                  <a:pt x="248412" y="188976"/>
                </a:lnTo>
                <a:lnTo>
                  <a:pt x="237243" y="189261"/>
                </a:lnTo>
                <a:lnTo>
                  <a:pt x="226504" y="190119"/>
                </a:lnTo>
                <a:lnTo>
                  <a:pt x="216050" y="191547"/>
                </a:lnTo>
                <a:lnTo>
                  <a:pt x="205739" y="193548"/>
                </a:lnTo>
                <a:close/>
              </a:path>
              <a:path w="401319" h="405764">
                <a:moveTo>
                  <a:pt x="4572" y="324612"/>
                </a:moveTo>
                <a:lnTo>
                  <a:pt x="0" y="320040"/>
                </a:lnTo>
                <a:lnTo>
                  <a:pt x="15382" y="296941"/>
                </a:lnTo>
                <a:lnTo>
                  <a:pt x="29337" y="273558"/>
                </a:lnTo>
                <a:lnTo>
                  <a:pt x="51816" y="227076"/>
                </a:lnTo>
                <a:lnTo>
                  <a:pt x="69913" y="181165"/>
                </a:lnTo>
                <a:lnTo>
                  <a:pt x="82296" y="138684"/>
                </a:lnTo>
                <a:lnTo>
                  <a:pt x="106680" y="138684"/>
                </a:lnTo>
                <a:lnTo>
                  <a:pt x="106680" y="172212"/>
                </a:lnTo>
                <a:lnTo>
                  <a:pt x="117776" y="177950"/>
                </a:lnTo>
                <a:lnTo>
                  <a:pt x="126357" y="182880"/>
                </a:lnTo>
                <a:lnTo>
                  <a:pt x="106680" y="182880"/>
                </a:lnTo>
                <a:lnTo>
                  <a:pt x="106749" y="205740"/>
                </a:lnTo>
                <a:lnTo>
                  <a:pt x="83820" y="205740"/>
                </a:lnTo>
                <a:lnTo>
                  <a:pt x="68437" y="238887"/>
                </a:lnTo>
                <a:lnTo>
                  <a:pt x="49911" y="269748"/>
                </a:lnTo>
                <a:lnTo>
                  <a:pt x="28527" y="298323"/>
                </a:lnTo>
                <a:lnTo>
                  <a:pt x="4572" y="324612"/>
                </a:lnTo>
                <a:close/>
              </a:path>
              <a:path w="401319" h="405764">
                <a:moveTo>
                  <a:pt x="150876" y="249935"/>
                </a:moveTo>
                <a:lnTo>
                  <a:pt x="144780" y="249935"/>
                </a:lnTo>
                <a:lnTo>
                  <a:pt x="141732" y="243840"/>
                </a:lnTo>
                <a:lnTo>
                  <a:pt x="137160" y="231647"/>
                </a:lnTo>
                <a:lnTo>
                  <a:pt x="131111" y="218241"/>
                </a:lnTo>
                <a:lnTo>
                  <a:pt x="124206" y="205549"/>
                </a:lnTo>
                <a:lnTo>
                  <a:pt x="116157" y="193714"/>
                </a:lnTo>
                <a:lnTo>
                  <a:pt x="106680" y="182880"/>
                </a:lnTo>
                <a:lnTo>
                  <a:pt x="126357" y="182880"/>
                </a:lnTo>
                <a:lnTo>
                  <a:pt x="157162" y="209359"/>
                </a:lnTo>
                <a:lnTo>
                  <a:pt x="161544" y="220980"/>
                </a:lnTo>
                <a:lnTo>
                  <a:pt x="161544" y="227076"/>
                </a:lnTo>
                <a:lnTo>
                  <a:pt x="160020" y="233171"/>
                </a:lnTo>
                <a:lnTo>
                  <a:pt x="153924" y="245364"/>
                </a:lnTo>
                <a:lnTo>
                  <a:pt x="150876" y="249935"/>
                </a:lnTo>
                <a:close/>
              </a:path>
              <a:path w="401319" h="405764">
                <a:moveTo>
                  <a:pt x="188975" y="243840"/>
                </a:moveTo>
                <a:lnTo>
                  <a:pt x="173736" y="228600"/>
                </a:lnTo>
                <a:lnTo>
                  <a:pt x="347472" y="228600"/>
                </a:lnTo>
                <a:lnTo>
                  <a:pt x="347472" y="188976"/>
                </a:lnTo>
                <a:lnTo>
                  <a:pt x="370392" y="188976"/>
                </a:lnTo>
                <a:lnTo>
                  <a:pt x="370499" y="209359"/>
                </a:lnTo>
                <a:lnTo>
                  <a:pt x="370610" y="218241"/>
                </a:lnTo>
                <a:lnTo>
                  <a:pt x="370974" y="236886"/>
                </a:lnTo>
                <a:lnTo>
                  <a:pt x="371118" y="239268"/>
                </a:lnTo>
                <a:lnTo>
                  <a:pt x="230124" y="239268"/>
                </a:lnTo>
                <a:lnTo>
                  <a:pt x="218979" y="239553"/>
                </a:lnTo>
                <a:lnTo>
                  <a:pt x="208407" y="240411"/>
                </a:lnTo>
                <a:lnTo>
                  <a:pt x="198405" y="241839"/>
                </a:lnTo>
                <a:lnTo>
                  <a:pt x="188975" y="243840"/>
                </a:lnTo>
                <a:close/>
              </a:path>
              <a:path w="401319" h="405764">
                <a:moveTo>
                  <a:pt x="82296" y="405384"/>
                </a:moveTo>
                <a:lnTo>
                  <a:pt x="83177" y="369689"/>
                </a:lnTo>
                <a:lnTo>
                  <a:pt x="83566" y="330708"/>
                </a:lnTo>
                <a:lnTo>
                  <a:pt x="83693" y="303466"/>
                </a:lnTo>
                <a:lnTo>
                  <a:pt x="83820" y="205740"/>
                </a:lnTo>
                <a:lnTo>
                  <a:pt x="106749" y="205740"/>
                </a:lnTo>
                <a:lnTo>
                  <a:pt x="106870" y="245364"/>
                </a:lnTo>
                <a:lnTo>
                  <a:pt x="106994" y="269748"/>
                </a:lnTo>
                <a:lnTo>
                  <a:pt x="107442" y="321564"/>
                </a:lnTo>
                <a:lnTo>
                  <a:pt x="108007" y="369689"/>
                </a:lnTo>
                <a:lnTo>
                  <a:pt x="108204" y="391668"/>
                </a:lnTo>
                <a:lnTo>
                  <a:pt x="82296" y="405384"/>
                </a:lnTo>
                <a:close/>
              </a:path>
              <a:path w="401319" h="405764">
                <a:moveTo>
                  <a:pt x="347472" y="262128"/>
                </a:moveTo>
                <a:lnTo>
                  <a:pt x="347472" y="239268"/>
                </a:lnTo>
                <a:lnTo>
                  <a:pt x="371118" y="239268"/>
                </a:lnTo>
                <a:lnTo>
                  <a:pt x="371856" y="251459"/>
                </a:lnTo>
                <a:lnTo>
                  <a:pt x="347472" y="262128"/>
                </a:lnTo>
                <a:close/>
              </a:path>
              <a:path w="401319" h="405764">
                <a:moveTo>
                  <a:pt x="280416" y="316992"/>
                </a:moveTo>
                <a:lnTo>
                  <a:pt x="275844" y="316992"/>
                </a:lnTo>
                <a:lnTo>
                  <a:pt x="272796" y="312420"/>
                </a:lnTo>
                <a:lnTo>
                  <a:pt x="271272" y="303276"/>
                </a:lnTo>
                <a:lnTo>
                  <a:pt x="266747" y="292417"/>
                </a:lnTo>
                <a:lnTo>
                  <a:pt x="260223" y="280416"/>
                </a:lnTo>
                <a:lnTo>
                  <a:pt x="251983" y="267271"/>
                </a:lnTo>
                <a:lnTo>
                  <a:pt x="242316" y="252983"/>
                </a:lnTo>
                <a:lnTo>
                  <a:pt x="246887" y="249935"/>
                </a:lnTo>
                <a:lnTo>
                  <a:pt x="283749" y="275010"/>
                </a:lnTo>
                <a:lnTo>
                  <a:pt x="292608" y="291083"/>
                </a:lnTo>
                <a:lnTo>
                  <a:pt x="292608" y="297180"/>
                </a:lnTo>
                <a:lnTo>
                  <a:pt x="291084" y="303276"/>
                </a:lnTo>
                <a:lnTo>
                  <a:pt x="286512" y="307847"/>
                </a:lnTo>
                <a:lnTo>
                  <a:pt x="283463" y="313944"/>
                </a:lnTo>
                <a:lnTo>
                  <a:pt x="280416" y="316992"/>
                </a:lnTo>
                <a:close/>
              </a:path>
              <a:path w="401319" h="405764">
                <a:moveTo>
                  <a:pt x="312420" y="387096"/>
                </a:moveTo>
                <a:lnTo>
                  <a:pt x="237744" y="387096"/>
                </a:lnTo>
                <a:lnTo>
                  <a:pt x="224623" y="384476"/>
                </a:lnTo>
                <a:lnTo>
                  <a:pt x="207250" y="344614"/>
                </a:lnTo>
                <a:lnTo>
                  <a:pt x="207124" y="321564"/>
                </a:lnTo>
                <a:lnTo>
                  <a:pt x="207000" y="312420"/>
                </a:lnTo>
                <a:lnTo>
                  <a:pt x="206621" y="296608"/>
                </a:lnTo>
                <a:lnTo>
                  <a:pt x="205739" y="278892"/>
                </a:lnTo>
                <a:lnTo>
                  <a:pt x="242316" y="294132"/>
                </a:lnTo>
                <a:lnTo>
                  <a:pt x="230124" y="304800"/>
                </a:lnTo>
                <a:lnTo>
                  <a:pt x="230124" y="347472"/>
                </a:lnTo>
                <a:lnTo>
                  <a:pt x="231814" y="356568"/>
                </a:lnTo>
                <a:lnTo>
                  <a:pt x="236791" y="363093"/>
                </a:lnTo>
                <a:lnTo>
                  <a:pt x="244911" y="366760"/>
                </a:lnTo>
                <a:lnTo>
                  <a:pt x="256032" y="367284"/>
                </a:lnTo>
                <a:lnTo>
                  <a:pt x="351883" y="367284"/>
                </a:lnTo>
                <a:lnTo>
                  <a:pt x="347567" y="375094"/>
                </a:lnTo>
                <a:lnTo>
                  <a:pt x="338709" y="382524"/>
                </a:lnTo>
                <a:lnTo>
                  <a:pt x="326993" y="386524"/>
                </a:lnTo>
                <a:lnTo>
                  <a:pt x="312420" y="387096"/>
                </a:lnTo>
                <a:close/>
              </a:path>
              <a:path w="401319" h="405764">
                <a:moveTo>
                  <a:pt x="388620" y="367284"/>
                </a:moveTo>
                <a:lnTo>
                  <a:pt x="385572" y="367284"/>
                </a:lnTo>
                <a:lnTo>
                  <a:pt x="382524" y="364236"/>
                </a:lnTo>
                <a:lnTo>
                  <a:pt x="379476" y="359664"/>
                </a:lnTo>
                <a:lnTo>
                  <a:pt x="377142" y="351924"/>
                </a:lnTo>
                <a:lnTo>
                  <a:pt x="374523" y="344614"/>
                </a:lnTo>
                <a:lnTo>
                  <a:pt x="371332" y="337589"/>
                </a:lnTo>
                <a:lnTo>
                  <a:pt x="367283" y="330708"/>
                </a:lnTo>
                <a:lnTo>
                  <a:pt x="363259" y="323278"/>
                </a:lnTo>
                <a:lnTo>
                  <a:pt x="357949" y="314706"/>
                </a:lnTo>
                <a:lnTo>
                  <a:pt x="351210" y="304990"/>
                </a:lnTo>
                <a:lnTo>
                  <a:pt x="342900" y="294132"/>
                </a:lnTo>
                <a:lnTo>
                  <a:pt x="347472" y="291083"/>
                </a:lnTo>
                <a:lnTo>
                  <a:pt x="358568" y="297060"/>
                </a:lnTo>
                <a:lnTo>
                  <a:pt x="368808" y="303466"/>
                </a:lnTo>
                <a:lnTo>
                  <a:pt x="377904" y="310157"/>
                </a:lnTo>
                <a:lnTo>
                  <a:pt x="385572" y="316992"/>
                </a:lnTo>
                <a:lnTo>
                  <a:pt x="392453" y="322945"/>
                </a:lnTo>
                <a:lnTo>
                  <a:pt x="397192" y="329184"/>
                </a:lnTo>
                <a:lnTo>
                  <a:pt x="399937" y="335470"/>
                </a:lnTo>
                <a:lnTo>
                  <a:pt x="400812" y="341376"/>
                </a:lnTo>
                <a:lnTo>
                  <a:pt x="400812" y="345948"/>
                </a:lnTo>
                <a:lnTo>
                  <a:pt x="399288" y="352044"/>
                </a:lnTo>
                <a:lnTo>
                  <a:pt x="394716" y="358140"/>
                </a:lnTo>
                <a:lnTo>
                  <a:pt x="391668" y="364236"/>
                </a:lnTo>
                <a:lnTo>
                  <a:pt x="388620" y="367284"/>
                </a:lnTo>
                <a:close/>
              </a:path>
              <a:path w="401319" h="405764">
                <a:moveTo>
                  <a:pt x="156972" y="367284"/>
                </a:moveTo>
                <a:lnTo>
                  <a:pt x="140208" y="367284"/>
                </a:lnTo>
                <a:lnTo>
                  <a:pt x="138684" y="365760"/>
                </a:lnTo>
                <a:lnTo>
                  <a:pt x="135636" y="364236"/>
                </a:lnTo>
                <a:lnTo>
                  <a:pt x="135667" y="356568"/>
                </a:lnTo>
                <a:lnTo>
                  <a:pt x="138684" y="352044"/>
                </a:lnTo>
                <a:lnTo>
                  <a:pt x="144780" y="344424"/>
                </a:lnTo>
                <a:lnTo>
                  <a:pt x="151352" y="336137"/>
                </a:lnTo>
                <a:lnTo>
                  <a:pt x="157353" y="324993"/>
                </a:lnTo>
                <a:lnTo>
                  <a:pt x="162782" y="310991"/>
                </a:lnTo>
                <a:lnTo>
                  <a:pt x="167639" y="294132"/>
                </a:lnTo>
                <a:lnTo>
                  <a:pt x="175260" y="294132"/>
                </a:lnTo>
                <a:lnTo>
                  <a:pt x="175839" y="310991"/>
                </a:lnTo>
                <a:lnTo>
                  <a:pt x="175730" y="321564"/>
                </a:lnTo>
                <a:lnTo>
                  <a:pt x="175615" y="327660"/>
                </a:lnTo>
                <a:lnTo>
                  <a:pt x="161544" y="365760"/>
                </a:lnTo>
                <a:lnTo>
                  <a:pt x="156972" y="367284"/>
                </a:lnTo>
                <a:close/>
              </a:path>
              <a:path w="401319" h="405764">
                <a:moveTo>
                  <a:pt x="351883" y="367284"/>
                </a:moveTo>
                <a:lnTo>
                  <a:pt x="304800" y="367284"/>
                </a:lnTo>
                <a:lnTo>
                  <a:pt x="311943" y="364998"/>
                </a:lnTo>
                <a:lnTo>
                  <a:pt x="317373" y="360426"/>
                </a:lnTo>
                <a:lnTo>
                  <a:pt x="327304" y="310157"/>
                </a:lnTo>
                <a:lnTo>
                  <a:pt x="327660" y="306323"/>
                </a:lnTo>
                <a:lnTo>
                  <a:pt x="335280" y="306323"/>
                </a:lnTo>
                <a:lnTo>
                  <a:pt x="335399" y="323278"/>
                </a:lnTo>
                <a:lnTo>
                  <a:pt x="335470" y="327660"/>
                </a:lnTo>
                <a:lnTo>
                  <a:pt x="353568" y="364236"/>
                </a:lnTo>
                <a:lnTo>
                  <a:pt x="351883" y="367284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2578607" y="2365248"/>
            <a:ext cx="388620" cy="405765"/>
          </a:xfrm>
          <a:custGeom>
            <a:avLst/>
            <a:gdLst/>
            <a:ahLst/>
            <a:cxnLst/>
            <a:rect l="l" t="t" r="r" b="b"/>
            <a:pathLst>
              <a:path w="388619" h="405764">
                <a:moveTo>
                  <a:pt x="199644" y="71628"/>
                </a:moveTo>
                <a:lnTo>
                  <a:pt x="193548" y="71628"/>
                </a:lnTo>
                <a:lnTo>
                  <a:pt x="190500" y="67056"/>
                </a:lnTo>
                <a:lnTo>
                  <a:pt x="190500" y="56388"/>
                </a:lnTo>
                <a:lnTo>
                  <a:pt x="186189" y="44648"/>
                </a:lnTo>
                <a:lnTo>
                  <a:pt x="180022" y="32194"/>
                </a:lnTo>
                <a:lnTo>
                  <a:pt x="171854" y="18883"/>
                </a:lnTo>
                <a:lnTo>
                  <a:pt x="161544" y="4572"/>
                </a:lnTo>
                <a:lnTo>
                  <a:pt x="166116" y="0"/>
                </a:lnTo>
                <a:lnTo>
                  <a:pt x="201263" y="22288"/>
                </a:lnTo>
                <a:lnTo>
                  <a:pt x="216408" y="39624"/>
                </a:lnTo>
                <a:lnTo>
                  <a:pt x="216408" y="51816"/>
                </a:lnTo>
                <a:lnTo>
                  <a:pt x="213360" y="56388"/>
                </a:lnTo>
                <a:lnTo>
                  <a:pt x="208788" y="62484"/>
                </a:lnTo>
                <a:lnTo>
                  <a:pt x="199644" y="71628"/>
                </a:lnTo>
                <a:close/>
              </a:path>
              <a:path w="388619" h="405764">
                <a:moveTo>
                  <a:pt x="36576" y="140208"/>
                </a:moveTo>
                <a:lnTo>
                  <a:pt x="28956" y="140208"/>
                </a:lnTo>
                <a:lnTo>
                  <a:pt x="24384" y="138684"/>
                </a:lnTo>
                <a:lnTo>
                  <a:pt x="19812" y="135636"/>
                </a:lnTo>
                <a:lnTo>
                  <a:pt x="16764" y="132588"/>
                </a:lnTo>
                <a:lnTo>
                  <a:pt x="13716" y="131064"/>
                </a:lnTo>
                <a:lnTo>
                  <a:pt x="13716" y="124968"/>
                </a:lnTo>
                <a:lnTo>
                  <a:pt x="18288" y="118872"/>
                </a:lnTo>
                <a:lnTo>
                  <a:pt x="27432" y="109728"/>
                </a:lnTo>
                <a:lnTo>
                  <a:pt x="35742" y="100298"/>
                </a:lnTo>
                <a:lnTo>
                  <a:pt x="42481" y="88011"/>
                </a:lnTo>
                <a:lnTo>
                  <a:pt x="47791" y="72866"/>
                </a:lnTo>
                <a:lnTo>
                  <a:pt x="51816" y="54864"/>
                </a:lnTo>
                <a:lnTo>
                  <a:pt x="59436" y="54864"/>
                </a:lnTo>
                <a:lnTo>
                  <a:pt x="59436" y="76200"/>
                </a:lnTo>
                <a:lnTo>
                  <a:pt x="367151" y="76200"/>
                </a:lnTo>
                <a:lnTo>
                  <a:pt x="375964" y="86868"/>
                </a:lnTo>
                <a:lnTo>
                  <a:pt x="59436" y="86868"/>
                </a:lnTo>
                <a:lnTo>
                  <a:pt x="59721" y="105179"/>
                </a:lnTo>
                <a:lnTo>
                  <a:pt x="58293" y="119062"/>
                </a:lnTo>
                <a:lnTo>
                  <a:pt x="55149" y="128658"/>
                </a:lnTo>
                <a:lnTo>
                  <a:pt x="50292" y="134112"/>
                </a:lnTo>
                <a:lnTo>
                  <a:pt x="42672" y="137160"/>
                </a:lnTo>
                <a:lnTo>
                  <a:pt x="36576" y="140208"/>
                </a:lnTo>
                <a:close/>
              </a:path>
              <a:path w="388619" h="405764">
                <a:moveTo>
                  <a:pt x="367151" y="76200"/>
                </a:moveTo>
                <a:lnTo>
                  <a:pt x="332232" y="76200"/>
                </a:lnTo>
                <a:lnTo>
                  <a:pt x="352044" y="57912"/>
                </a:lnTo>
                <a:lnTo>
                  <a:pt x="367151" y="76200"/>
                </a:lnTo>
                <a:close/>
              </a:path>
              <a:path w="388619" h="405764">
                <a:moveTo>
                  <a:pt x="318516" y="134112"/>
                </a:moveTo>
                <a:lnTo>
                  <a:pt x="313944" y="131064"/>
                </a:lnTo>
                <a:lnTo>
                  <a:pt x="335280" y="86868"/>
                </a:lnTo>
                <a:lnTo>
                  <a:pt x="375964" y="86868"/>
                </a:lnTo>
                <a:lnTo>
                  <a:pt x="381000" y="92964"/>
                </a:lnTo>
                <a:lnTo>
                  <a:pt x="367807" y="95535"/>
                </a:lnTo>
                <a:lnTo>
                  <a:pt x="353187" y="103251"/>
                </a:lnTo>
                <a:lnTo>
                  <a:pt x="336851" y="116109"/>
                </a:lnTo>
                <a:lnTo>
                  <a:pt x="318516" y="134112"/>
                </a:lnTo>
                <a:close/>
              </a:path>
              <a:path w="388619" h="405764">
                <a:moveTo>
                  <a:pt x="44196" y="176784"/>
                </a:moveTo>
                <a:lnTo>
                  <a:pt x="27432" y="160020"/>
                </a:lnTo>
                <a:lnTo>
                  <a:pt x="298704" y="160020"/>
                </a:lnTo>
                <a:lnTo>
                  <a:pt x="323088" y="135636"/>
                </a:lnTo>
                <a:lnTo>
                  <a:pt x="358140" y="170688"/>
                </a:lnTo>
                <a:lnTo>
                  <a:pt x="85344" y="170688"/>
                </a:lnTo>
                <a:lnTo>
                  <a:pt x="74199" y="170997"/>
                </a:lnTo>
                <a:lnTo>
                  <a:pt x="63627" y="172021"/>
                </a:lnTo>
                <a:lnTo>
                  <a:pt x="53625" y="173902"/>
                </a:lnTo>
                <a:lnTo>
                  <a:pt x="44196" y="176784"/>
                </a:lnTo>
                <a:close/>
              </a:path>
              <a:path w="388619" h="405764">
                <a:moveTo>
                  <a:pt x="207264" y="350520"/>
                </a:moveTo>
                <a:lnTo>
                  <a:pt x="182880" y="350520"/>
                </a:lnTo>
                <a:lnTo>
                  <a:pt x="182880" y="170688"/>
                </a:lnTo>
                <a:lnTo>
                  <a:pt x="207264" y="170688"/>
                </a:lnTo>
                <a:lnTo>
                  <a:pt x="207264" y="256032"/>
                </a:lnTo>
                <a:lnTo>
                  <a:pt x="330708" y="256032"/>
                </a:lnTo>
                <a:lnTo>
                  <a:pt x="341376" y="266700"/>
                </a:lnTo>
                <a:lnTo>
                  <a:pt x="207264" y="266700"/>
                </a:lnTo>
                <a:lnTo>
                  <a:pt x="207264" y="350520"/>
                </a:lnTo>
                <a:close/>
              </a:path>
              <a:path w="388619" h="405764">
                <a:moveTo>
                  <a:pt x="3048" y="405384"/>
                </a:moveTo>
                <a:lnTo>
                  <a:pt x="0" y="400812"/>
                </a:lnTo>
                <a:lnTo>
                  <a:pt x="16002" y="384810"/>
                </a:lnTo>
                <a:lnTo>
                  <a:pt x="29718" y="368808"/>
                </a:lnTo>
                <a:lnTo>
                  <a:pt x="58602" y="319920"/>
                </a:lnTo>
                <a:lnTo>
                  <a:pt x="74676" y="271272"/>
                </a:lnTo>
                <a:lnTo>
                  <a:pt x="80891" y="221980"/>
                </a:lnTo>
                <a:lnTo>
                  <a:pt x="82296" y="205740"/>
                </a:lnTo>
                <a:lnTo>
                  <a:pt x="123444" y="227076"/>
                </a:lnTo>
                <a:lnTo>
                  <a:pt x="101369" y="269486"/>
                </a:lnTo>
                <a:lnTo>
                  <a:pt x="99060" y="278892"/>
                </a:lnTo>
                <a:lnTo>
                  <a:pt x="106693" y="289560"/>
                </a:lnTo>
                <a:lnTo>
                  <a:pt x="96012" y="289560"/>
                </a:lnTo>
                <a:lnTo>
                  <a:pt x="79629" y="325183"/>
                </a:lnTo>
                <a:lnTo>
                  <a:pt x="50411" y="367022"/>
                </a:lnTo>
                <a:lnTo>
                  <a:pt x="21312" y="392596"/>
                </a:lnTo>
                <a:lnTo>
                  <a:pt x="3048" y="405384"/>
                </a:lnTo>
                <a:close/>
              </a:path>
              <a:path w="388619" h="405764">
                <a:moveTo>
                  <a:pt x="330708" y="256032"/>
                </a:moveTo>
                <a:lnTo>
                  <a:pt x="284988" y="256032"/>
                </a:lnTo>
                <a:lnTo>
                  <a:pt x="307847" y="233172"/>
                </a:lnTo>
                <a:lnTo>
                  <a:pt x="330708" y="256032"/>
                </a:lnTo>
                <a:close/>
              </a:path>
              <a:path w="388619" h="405764">
                <a:moveTo>
                  <a:pt x="352044" y="394716"/>
                </a:moveTo>
                <a:lnTo>
                  <a:pt x="309419" y="393906"/>
                </a:lnTo>
                <a:lnTo>
                  <a:pt x="241887" y="388286"/>
                </a:lnTo>
                <a:lnTo>
                  <a:pt x="195572" y="378594"/>
                </a:lnTo>
                <a:lnTo>
                  <a:pt x="159615" y="361973"/>
                </a:lnTo>
                <a:lnTo>
                  <a:pt x="119824" y="323469"/>
                </a:lnTo>
                <a:lnTo>
                  <a:pt x="96012" y="289560"/>
                </a:lnTo>
                <a:lnTo>
                  <a:pt x="106693" y="289560"/>
                </a:lnTo>
                <a:lnTo>
                  <a:pt x="108465" y="292036"/>
                </a:lnTo>
                <a:lnTo>
                  <a:pt x="118300" y="304038"/>
                </a:lnTo>
                <a:lnTo>
                  <a:pt x="150090" y="333160"/>
                </a:lnTo>
                <a:lnTo>
                  <a:pt x="182880" y="350520"/>
                </a:lnTo>
                <a:lnTo>
                  <a:pt x="207264" y="350520"/>
                </a:lnTo>
                <a:lnTo>
                  <a:pt x="207264" y="356616"/>
                </a:lnTo>
                <a:lnTo>
                  <a:pt x="231267" y="360592"/>
                </a:lnTo>
                <a:lnTo>
                  <a:pt x="255270" y="363283"/>
                </a:lnTo>
                <a:lnTo>
                  <a:pt x="279273" y="364545"/>
                </a:lnTo>
                <a:lnTo>
                  <a:pt x="388620" y="364545"/>
                </a:lnTo>
                <a:lnTo>
                  <a:pt x="388620" y="367284"/>
                </a:lnTo>
                <a:lnTo>
                  <a:pt x="375189" y="370713"/>
                </a:lnTo>
                <a:lnTo>
                  <a:pt x="364617" y="376428"/>
                </a:lnTo>
                <a:lnTo>
                  <a:pt x="356901" y="384429"/>
                </a:lnTo>
                <a:lnTo>
                  <a:pt x="352044" y="394716"/>
                </a:lnTo>
                <a:close/>
              </a:path>
              <a:path w="388619" h="405764">
                <a:moveTo>
                  <a:pt x="388620" y="364545"/>
                </a:moveTo>
                <a:lnTo>
                  <a:pt x="279273" y="364545"/>
                </a:lnTo>
                <a:lnTo>
                  <a:pt x="325826" y="363974"/>
                </a:lnTo>
                <a:lnTo>
                  <a:pt x="347662" y="363283"/>
                </a:lnTo>
                <a:lnTo>
                  <a:pt x="388620" y="361188"/>
                </a:lnTo>
                <a:lnTo>
                  <a:pt x="388620" y="364545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3049523" y="2363723"/>
            <a:ext cx="356870" cy="402590"/>
          </a:xfrm>
          <a:custGeom>
            <a:avLst/>
            <a:gdLst/>
            <a:ahLst/>
            <a:cxnLst/>
            <a:rect l="l" t="t" r="r" b="b"/>
            <a:pathLst>
              <a:path w="356870" h="402589">
                <a:moveTo>
                  <a:pt x="54864" y="89916"/>
                </a:moveTo>
                <a:lnTo>
                  <a:pt x="44196" y="89916"/>
                </a:lnTo>
                <a:lnTo>
                  <a:pt x="51554" y="62793"/>
                </a:lnTo>
                <a:lnTo>
                  <a:pt x="57340" y="38671"/>
                </a:lnTo>
                <a:lnTo>
                  <a:pt x="61126" y="17692"/>
                </a:lnTo>
                <a:lnTo>
                  <a:pt x="62484" y="0"/>
                </a:lnTo>
                <a:lnTo>
                  <a:pt x="100584" y="21336"/>
                </a:lnTo>
                <a:lnTo>
                  <a:pt x="91725" y="29051"/>
                </a:lnTo>
                <a:lnTo>
                  <a:pt x="81153" y="43053"/>
                </a:lnTo>
                <a:lnTo>
                  <a:pt x="68865" y="63341"/>
                </a:lnTo>
                <a:lnTo>
                  <a:pt x="54864" y="89916"/>
                </a:lnTo>
                <a:close/>
              </a:path>
              <a:path w="356870" h="402589">
                <a:moveTo>
                  <a:pt x="147828" y="192024"/>
                </a:moveTo>
                <a:lnTo>
                  <a:pt x="143256" y="187452"/>
                </a:lnTo>
                <a:lnTo>
                  <a:pt x="160377" y="160615"/>
                </a:lnTo>
                <a:lnTo>
                  <a:pt x="175069" y="135064"/>
                </a:lnTo>
                <a:lnTo>
                  <a:pt x="196596" y="88392"/>
                </a:lnTo>
                <a:lnTo>
                  <a:pt x="211836" y="44958"/>
                </a:lnTo>
                <a:lnTo>
                  <a:pt x="222503" y="1524"/>
                </a:lnTo>
                <a:lnTo>
                  <a:pt x="260603" y="24384"/>
                </a:lnTo>
                <a:lnTo>
                  <a:pt x="252864" y="32361"/>
                </a:lnTo>
                <a:lnTo>
                  <a:pt x="243268" y="47053"/>
                </a:lnTo>
                <a:lnTo>
                  <a:pt x="231671" y="68318"/>
                </a:lnTo>
                <a:lnTo>
                  <a:pt x="217932" y="96012"/>
                </a:lnTo>
                <a:lnTo>
                  <a:pt x="350520" y="96012"/>
                </a:lnTo>
                <a:lnTo>
                  <a:pt x="356616" y="102108"/>
                </a:lnTo>
                <a:lnTo>
                  <a:pt x="350901" y="106680"/>
                </a:lnTo>
                <a:lnTo>
                  <a:pt x="214884" y="106680"/>
                </a:lnTo>
                <a:lnTo>
                  <a:pt x="198620" y="130730"/>
                </a:lnTo>
                <a:lnTo>
                  <a:pt x="181927" y="152781"/>
                </a:lnTo>
                <a:lnTo>
                  <a:pt x="164949" y="173116"/>
                </a:lnTo>
                <a:lnTo>
                  <a:pt x="147828" y="192024"/>
                </a:lnTo>
                <a:close/>
              </a:path>
              <a:path w="356870" h="402589">
                <a:moveTo>
                  <a:pt x="146304" y="89916"/>
                </a:moveTo>
                <a:lnTo>
                  <a:pt x="111252" y="89916"/>
                </a:lnTo>
                <a:lnTo>
                  <a:pt x="129540" y="73152"/>
                </a:lnTo>
                <a:lnTo>
                  <a:pt x="146304" y="89916"/>
                </a:lnTo>
                <a:close/>
              </a:path>
              <a:path w="356870" h="402589">
                <a:moveTo>
                  <a:pt x="0" y="397764"/>
                </a:moveTo>
                <a:lnTo>
                  <a:pt x="834" y="359664"/>
                </a:lnTo>
                <a:lnTo>
                  <a:pt x="935" y="352615"/>
                </a:lnTo>
                <a:lnTo>
                  <a:pt x="1333" y="316992"/>
                </a:lnTo>
                <a:lnTo>
                  <a:pt x="1430" y="178308"/>
                </a:lnTo>
                <a:lnTo>
                  <a:pt x="1309" y="152781"/>
                </a:lnTo>
                <a:lnTo>
                  <a:pt x="881" y="114704"/>
                </a:lnTo>
                <a:lnTo>
                  <a:pt x="0" y="74676"/>
                </a:lnTo>
                <a:lnTo>
                  <a:pt x="25908" y="89916"/>
                </a:lnTo>
                <a:lnTo>
                  <a:pt x="146304" y="89916"/>
                </a:lnTo>
                <a:lnTo>
                  <a:pt x="155448" y="99060"/>
                </a:lnTo>
                <a:lnTo>
                  <a:pt x="153162" y="100584"/>
                </a:lnTo>
                <a:lnTo>
                  <a:pt x="24384" y="100584"/>
                </a:lnTo>
                <a:lnTo>
                  <a:pt x="24384" y="211836"/>
                </a:lnTo>
                <a:lnTo>
                  <a:pt x="137509" y="211836"/>
                </a:lnTo>
                <a:lnTo>
                  <a:pt x="137586" y="222504"/>
                </a:lnTo>
                <a:lnTo>
                  <a:pt x="24384" y="222504"/>
                </a:lnTo>
                <a:lnTo>
                  <a:pt x="24384" y="344424"/>
                </a:lnTo>
                <a:lnTo>
                  <a:pt x="139258" y="344424"/>
                </a:lnTo>
                <a:lnTo>
                  <a:pt x="139305" y="346850"/>
                </a:lnTo>
                <a:lnTo>
                  <a:pt x="139544" y="355092"/>
                </a:lnTo>
                <a:lnTo>
                  <a:pt x="24384" y="355092"/>
                </a:lnTo>
                <a:lnTo>
                  <a:pt x="24384" y="384048"/>
                </a:lnTo>
                <a:lnTo>
                  <a:pt x="0" y="397764"/>
                </a:lnTo>
                <a:close/>
              </a:path>
              <a:path w="356870" h="402589">
                <a:moveTo>
                  <a:pt x="350520" y="96012"/>
                </a:moveTo>
                <a:lnTo>
                  <a:pt x="310896" y="96012"/>
                </a:lnTo>
                <a:lnTo>
                  <a:pt x="330708" y="76200"/>
                </a:lnTo>
                <a:lnTo>
                  <a:pt x="350520" y="96012"/>
                </a:lnTo>
                <a:close/>
              </a:path>
              <a:path w="356870" h="402589">
                <a:moveTo>
                  <a:pt x="137509" y="211836"/>
                </a:moveTo>
                <a:lnTo>
                  <a:pt x="115824" y="211836"/>
                </a:lnTo>
                <a:lnTo>
                  <a:pt x="115824" y="100584"/>
                </a:lnTo>
                <a:lnTo>
                  <a:pt x="153162" y="100584"/>
                </a:lnTo>
                <a:lnTo>
                  <a:pt x="137160" y="111252"/>
                </a:lnTo>
                <a:lnTo>
                  <a:pt x="137271" y="160615"/>
                </a:lnTo>
                <a:lnTo>
                  <a:pt x="137390" y="195333"/>
                </a:lnTo>
                <a:lnTo>
                  <a:pt x="137509" y="211836"/>
                </a:lnTo>
                <a:close/>
              </a:path>
              <a:path w="356870" h="402589">
                <a:moveTo>
                  <a:pt x="327778" y="359664"/>
                </a:moveTo>
                <a:lnTo>
                  <a:pt x="283464" y="359664"/>
                </a:lnTo>
                <a:lnTo>
                  <a:pt x="292631" y="357925"/>
                </a:lnTo>
                <a:lnTo>
                  <a:pt x="299656" y="352615"/>
                </a:lnTo>
                <a:lnTo>
                  <a:pt x="309895" y="305562"/>
                </a:lnTo>
                <a:lnTo>
                  <a:pt x="311658" y="259842"/>
                </a:lnTo>
                <a:lnTo>
                  <a:pt x="313456" y="192024"/>
                </a:lnTo>
                <a:lnTo>
                  <a:pt x="315467" y="106680"/>
                </a:lnTo>
                <a:lnTo>
                  <a:pt x="350901" y="106680"/>
                </a:lnTo>
                <a:lnTo>
                  <a:pt x="341376" y="114300"/>
                </a:lnTo>
                <a:lnTo>
                  <a:pt x="339547" y="188719"/>
                </a:lnTo>
                <a:lnTo>
                  <a:pt x="337718" y="249167"/>
                </a:lnTo>
                <a:lnTo>
                  <a:pt x="335889" y="295570"/>
                </a:lnTo>
                <a:lnTo>
                  <a:pt x="334060" y="327855"/>
                </a:lnTo>
                <a:lnTo>
                  <a:pt x="332232" y="345948"/>
                </a:lnTo>
                <a:lnTo>
                  <a:pt x="328497" y="357925"/>
                </a:lnTo>
                <a:lnTo>
                  <a:pt x="327778" y="359664"/>
                </a:lnTo>
                <a:close/>
              </a:path>
              <a:path w="356870" h="402589">
                <a:moveTo>
                  <a:pt x="231648" y="269748"/>
                </a:moveTo>
                <a:lnTo>
                  <a:pt x="230124" y="269748"/>
                </a:lnTo>
                <a:lnTo>
                  <a:pt x="226956" y="268295"/>
                </a:lnTo>
                <a:lnTo>
                  <a:pt x="224218" y="263842"/>
                </a:lnTo>
                <a:lnTo>
                  <a:pt x="221765" y="256246"/>
                </a:lnTo>
                <a:lnTo>
                  <a:pt x="219456" y="245364"/>
                </a:lnTo>
                <a:lnTo>
                  <a:pt x="214884" y="228242"/>
                </a:lnTo>
                <a:lnTo>
                  <a:pt x="208026" y="211264"/>
                </a:lnTo>
                <a:lnTo>
                  <a:pt x="198882" y="194571"/>
                </a:lnTo>
                <a:lnTo>
                  <a:pt x="187452" y="178308"/>
                </a:lnTo>
                <a:lnTo>
                  <a:pt x="192024" y="172212"/>
                </a:lnTo>
                <a:lnTo>
                  <a:pt x="224980" y="199644"/>
                </a:lnTo>
                <a:lnTo>
                  <a:pt x="246888" y="236220"/>
                </a:lnTo>
                <a:lnTo>
                  <a:pt x="246888" y="248412"/>
                </a:lnTo>
                <a:lnTo>
                  <a:pt x="245364" y="254508"/>
                </a:lnTo>
                <a:lnTo>
                  <a:pt x="236220" y="266700"/>
                </a:lnTo>
                <a:lnTo>
                  <a:pt x="231648" y="269748"/>
                </a:lnTo>
                <a:close/>
              </a:path>
              <a:path w="356870" h="402589">
                <a:moveTo>
                  <a:pt x="139258" y="344424"/>
                </a:moveTo>
                <a:lnTo>
                  <a:pt x="115824" y="344424"/>
                </a:lnTo>
                <a:lnTo>
                  <a:pt x="115824" y="222504"/>
                </a:lnTo>
                <a:lnTo>
                  <a:pt x="137586" y="222504"/>
                </a:lnTo>
                <a:lnTo>
                  <a:pt x="137793" y="251435"/>
                </a:lnTo>
                <a:lnTo>
                  <a:pt x="138493" y="305562"/>
                </a:lnTo>
                <a:lnTo>
                  <a:pt x="139258" y="344424"/>
                </a:lnTo>
                <a:close/>
              </a:path>
              <a:path w="356870" h="402589">
                <a:moveTo>
                  <a:pt x="278891" y="402336"/>
                </a:moveTo>
                <a:lnTo>
                  <a:pt x="271772" y="389453"/>
                </a:lnTo>
                <a:lnTo>
                  <a:pt x="259651" y="378142"/>
                </a:lnTo>
                <a:lnTo>
                  <a:pt x="242613" y="368236"/>
                </a:lnTo>
                <a:lnTo>
                  <a:pt x="220979" y="359664"/>
                </a:lnTo>
                <a:lnTo>
                  <a:pt x="220979" y="352044"/>
                </a:lnTo>
                <a:lnTo>
                  <a:pt x="241244" y="355163"/>
                </a:lnTo>
                <a:lnTo>
                  <a:pt x="258508" y="357568"/>
                </a:lnTo>
                <a:lnTo>
                  <a:pt x="272629" y="359116"/>
                </a:lnTo>
                <a:lnTo>
                  <a:pt x="283464" y="359664"/>
                </a:lnTo>
                <a:lnTo>
                  <a:pt x="327778" y="359664"/>
                </a:lnTo>
                <a:lnTo>
                  <a:pt x="324217" y="368260"/>
                </a:lnTo>
                <a:lnTo>
                  <a:pt x="290310" y="397764"/>
                </a:lnTo>
                <a:lnTo>
                  <a:pt x="278891" y="402336"/>
                </a:lnTo>
                <a:close/>
              </a:path>
              <a:path w="356870" h="402589">
                <a:moveTo>
                  <a:pt x="115824" y="391668"/>
                </a:moveTo>
                <a:lnTo>
                  <a:pt x="115824" y="355092"/>
                </a:lnTo>
                <a:lnTo>
                  <a:pt x="139544" y="355092"/>
                </a:lnTo>
                <a:lnTo>
                  <a:pt x="140208" y="377952"/>
                </a:lnTo>
                <a:lnTo>
                  <a:pt x="115824" y="391668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3464039" y="2362199"/>
            <a:ext cx="1734820" cy="408940"/>
          </a:xfrm>
          <a:custGeom>
            <a:avLst/>
            <a:gdLst/>
            <a:ahLst/>
            <a:cxnLst/>
            <a:rect l="l" t="t" r="r" b="b"/>
            <a:pathLst>
              <a:path w="1734820" h="408939">
                <a:moveTo>
                  <a:pt x="175260" y="39624"/>
                </a:moveTo>
                <a:lnTo>
                  <a:pt x="140208" y="13716"/>
                </a:lnTo>
                <a:lnTo>
                  <a:pt x="126834" y="47726"/>
                </a:lnTo>
                <a:lnTo>
                  <a:pt x="112014" y="78867"/>
                </a:lnTo>
                <a:lnTo>
                  <a:pt x="79248" y="132588"/>
                </a:lnTo>
                <a:lnTo>
                  <a:pt x="41910" y="179451"/>
                </a:lnTo>
                <a:lnTo>
                  <a:pt x="0" y="219456"/>
                </a:lnTo>
                <a:lnTo>
                  <a:pt x="3048" y="224028"/>
                </a:lnTo>
                <a:lnTo>
                  <a:pt x="53340" y="188785"/>
                </a:lnTo>
                <a:lnTo>
                  <a:pt x="94488" y="147828"/>
                </a:lnTo>
                <a:lnTo>
                  <a:pt x="128397" y="101155"/>
                </a:lnTo>
                <a:lnTo>
                  <a:pt x="160020" y="48768"/>
                </a:lnTo>
                <a:lnTo>
                  <a:pt x="175260" y="39624"/>
                </a:lnTo>
                <a:close/>
              </a:path>
              <a:path w="1734820" h="408939">
                <a:moveTo>
                  <a:pt x="312420" y="188976"/>
                </a:moveTo>
                <a:lnTo>
                  <a:pt x="288036" y="164592"/>
                </a:lnTo>
                <a:lnTo>
                  <a:pt x="271272" y="182880"/>
                </a:lnTo>
                <a:lnTo>
                  <a:pt x="73152" y="182880"/>
                </a:lnTo>
                <a:lnTo>
                  <a:pt x="86868" y="196596"/>
                </a:lnTo>
                <a:lnTo>
                  <a:pt x="102108" y="193548"/>
                </a:lnTo>
                <a:lnTo>
                  <a:pt x="155448" y="193548"/>
                </a:lnTo>
                <a:lnTo>
                  <a:pt x="145161" y="251079"/>
                </a:lnTo>
                <a:lnTo>
                  <a:pt x="123444" y="306324"/>
                </a:lnTo>
                <a:lnTo>
                  <a:pt x="83439" y="357759"/>
                </a:lnTo>
                <a:lnTo>
                  <a:pt x="18288" y="402336"/>
                </a:lnTo>
                <a:lnTo>
                  <a:pt x="21336" y="408432"/>
                </a:lnTo>
                <a:lnTo>
                  <a:pt x="62230" y="388391"/>
                </a:lnTo>
                <a:lnTo>
                  <a:pt x="95821" y="366903"/>
                </a:lnTo>
                <a:lnTo>
                  <a:pt x="141732" y="318516"/>
                </a:lnTo>
                <a:lnTo>
                  <a:pt x="168211" y="261747"/>
                </a:lnTo>
                <a:lnTo>
                  <a:pt x="184404" y="193548"/>
                </a:lnTo>
                <a:lnTo>
                  <a:pt x="274320" y="193548"/>
                </a:lnTo>
                <a:lnTo>
                  <a:pt x="270891" y="252945"/>
                </a:lnTo>
                <a:lnTo>
                  <a:pt x="267462" y="298323"/>
                </a:lnTo>
                <a:lnTo>
                  <a:pt x="260604" y="345948"/>
                </a:lnTo>
                <a:lnTo>
                  <a:pt x="232206" y="366102"/>
                </a:lnTo>
                <a:lnTo>
                  <a:pt x="220027" y="364998"/>
                </a:lnTo>
                <a:lnTo>
                  <a:pt x="204152" y="362762"/>
                </a:lnTo>
                <a:lnTo>
                  <a:pt x="184404" y="359664"/>
                </a:lnTo>
                <a:lnTo>
                  <a:pt x="184404" y="367284"/>
                </a:lnTo>
                <a:lnTo>
                  <a:pt x="203606" y="374129"/>
                </a:lnTo>
                <a:lnTo>
                  <a:pt x="217932" y="383095"/>
                </a:lnTo>
                <a:lnTo>
                  <a:pt x="227698" y="394081"/>
                </a:lnTo>
                <a:lnTo>
                  <a:pt x="233172" y="406908"/>
                </a:lnTo>
                <a:lnTo>
                  <a:pt x="248920" y="400050"/>
                </a:lnTo>
                <a:lnTo>
                  <a:pt x="280225" y="366102"/>
                </a:lnTo>
                <a:lnTo>
                  <a:pt x="292417" y="310134"/>
                </a:lnTo>
                <a:lnTo>
                  <a:pt x="296062" y="261747"/>
                </a:lnTo>
                <a:lnTo>
                  <a:pt x="298704" y="199644"/>
                </a:lnTo>
                <a:lnTo>
                  <a:pt x="306552" y="193548"/>
                </a:lnTo>
                <a:lnTo>
                  <a:pt x="312420" y="188976"/>
                </a:lnTo>
                <a:close/>
              </a:path>
              <a:path w="1734820" h="408939">
                <a:moveTo>
                  <a:pt x="402336" y="182880"/>
                </a:moveTo>
                <a:lnTo>
                  <a:pt x="355473" y="166687"/>
                </a:lnTo>
                <a:lnTo>
                  <a:pt x="310896" y="135636"/>
                </a:lnTo>
                <a:lnTo>
                  <a:pt x="273367" y="89535"/>
                </a:lnTo>
                <a:lnTo>
                  <a:pt x="248412" y="27432"/>
                </a:lnTo>
                <a:lnTo>
                  <a:pt x="262128" y="19812"/>
                </a:lnTo>
                <a:lnTo>
                  <a:pt x="228600" y="4572"/>
                </a:lnTo>
                <a:lnTo>
                  <a:pt x="246888" y="70104"/>
                </a:lnTo>
                <a:lnTo>
                  <a:pt x="274320" y="126492"/>
                </a:lnTo>
                <a:lnTo>
                  <a:pt x="314325" y="173545"/>
                </a:lnTo>
                <a:lnTo>
                  <a:pt x="365760" y="210312"/>
                </a:lnTo>
                <a:lnTo>
                  <a:pt x="372338" y="202031"/>
                </a:lnTo>
                <a:lnTo>
                  <a:pt x="380619" y="195453"/>
                </a:lnTo>
                <a:lnTo>
                  <a:pt x="390626" y="190601"/>
                </a:lnTo>
                <a:lnTo>
                  <a:pt x="402336" y="187452"/>
                </a:lnTo>
                <a:lnTo>
                  <a:pt x="402336" y="182880"/>
                </a:lnTo>
                <a:close/>
              </a:path>
              <a:path w="1734820" h="408939">
                <a:moveTo>
                  <a:pt x="662940" y="50292"/>
                </a:moveTo>
                <a:lnTo>
                  <a:pt x="635508" y="19812"/>
                </a:lnTo>
                <a:lnTo>
                  <a:pt x="614172" y="39624"/>
                </a:lnTo>
                <a:lnTo>
                  <a:pt x="563880" y="39624"/>
                </a:lnTo>
                <a:lnTo>
                  <a:pt x="563880" y="50292"/>
                </a:lnTo>
                <a:lnTo>
                  <a:pt x="563880" y="106680"/>
                </a:lnTo>
                <a:lnTo>
                  <a:pt x="539496" y="106680"/>
                </a:lnTo>
                <a:lnTo>
                  <a:pt x="539496" y="50292"/>
                </a:lnTo>
                <a:lnTo>
                  <a:pt x="563880" y="50292"/>
                </a:lnTo>
                <a:lnTo>
                  <a:pt x="563880" y="39624"/>
                </a:lnTo>
                <a:lnTo>
                  <a:pt x="438912" y="39624"/>
                </a:lnTo>
                <a:lnTo>
                  <a:pt x="454152" y="56388"/>
                </a:lnTo>
                <a:lnTo>
                  <a:pt x="464464" y="53517"/>
                </a:lnTo>
                <a:lnTo>
                  <a:pt x="474916" y="51625"/>
                </a:lnTo>
                <a:lnTo>
                  <a:pt x="485660" y="50609"/>
                </a:lnTo>
                <a:lnTo>
                  <a:pt x="496824" y="50292"/>
                </a:lnTo>
                <a:lnTo>
                  <a:pt x="519684" y="50292"/>
                </a:lnTo>
                <a:lnTo>
                  <a:pt x="519684" y="106680"/>
                </a:lnTo>
                <a:lnTo>
                  <a:pt x="519684" y="115824"/>
                </a:lnTo>
                <a:lnTo>
                  <a:pt x="517715" y="154978"/>
                </a:lnTo>
                <a:lnTo>
                  <a:pt x="511873" y="187833"/>
                </a:lnTo>
                <a:lnTo>
                  <a:pt x="502335" y="214414"/>
                </a:lnTo>
                <a:lnTo>
                  <a:pt x="489204" y="234696"/>
                </a:lnTo>
                <a:lnTo>
                  <a:pt x="489204" y="115824"/>
                </a:lnTo>
                <a:lnTo>
                  <a:pt x="519684" y="115824"/>
                </a:lnTo>
                <a:lnTo>
                  <a:pt x="519684" y="106680"/>
                </a:lnTo>
                <a:lnTo>
                  <a:pt x="489204" y="106680"/>
                </a:lnTo>
                <a:lnTo>
                  <a:pt x="464820" y="91440"/>
                </a:lnTo>
                <a:lnTo>
                  <a:pt x="465709" y="123469"/>
                </a:lnTo>
                <a:lnTo>
                  <a:pt x="466153" y="160210"/>
                </a:lnTo>
                <a:lnTo>
                  <a:pt x="466267" y="187833"/>
                </a:lnTo>
                <a:lnTo>
                  <a:pt x="466153" y="336804"/>
                </a:lnTo>
                <a:lnTo>
                  <a:pt x="465709" y="372287"/>
                </a:lnTo>
                <a:lnTo>
                  <a:pt x="464820" y="402336"/>
                </a:lnTo>
                <a:lnTo>
                  <a:pt x="489204" y="393192"/>
                </a:lnTo>
                <a:lnTo>
                  <a:pt x="489204" y="356616"/>
                </a:lnTo>
                <a:lnTo>
                  <a:pt x="614172" y="356616"/>
                </a:lnTo>
                <a:lnTo>
                  <a:pt x="614172" y="399288"/>
                </a:lnTo>
                <a:lnTo>
                  <a:pt x="638556" y="387096"/>
                </a:lnTo>
                <a:lnTo>
                  <a:pt x="638378" y="356616"/>
                </a:lnTo>
                <a:lnTo>
                  <a:pt x="638276" y="345948"/>
                </a:lnTo>
                <a:lnTo>
                  <a:pt x="637692" y="280416"/>
                </a:lnTo>
                <a:lnTo>
                  <a:pt x="637603" y="269748"/>
                </a:lnTo>
                <a:lnTo>
                  <a:pt x="637260" y="211836"/>
                </a:lnTo>
                <a:lnTo>
                  <a:pt x="637235" y="207264"/>
                </a:lnTo>
                <a:lnTo>
                  <a:pt x="637032" y="121920"/>
                </a:lnTo>
                <a:lnTo>
                  <a:pt x="644004" y="115824"/>
                </a:lnTo>
                <a:lnTo>
                  <a:pt x="649224" y="111252"/>
                </a:lnTo>
                <a:lnTo>
                  <a:pt x="644004" y="106680"/>
                </a:lnTo>
                <a:lnTo>
                  <a:pt x="624840" y="89916"/>
                </a:lnTo>
                <a:lnTo>
                  <a:pt x="614172" y="104584"/>
                </a:lnTo>
                <a:lnTo>
                  <a:pt x="614172" y="115824"/>
                </a:lnTo>
                <a:lnTo>
                  <a:pt x="614172" y="211836"/>
                </a:lnTo>
                <a:lnTo>
                  <a:pt x="614172" y="231648"/>
                </a:lnTo>
                <a:lnTo>
                  <a:pt x="614172" y="269748"/>
                </a:lnTo>
                <a:lnTo>
                  <a:pt x="614172" y="280416"/>
                </a:lnTo>
                <a:lnTo>
                  <a:pt x="614172" y="345948"/>
                </a:lnTo>
                <a:lnTo>
                  <a:pt x="489204" y="345948"/>
                </a:lnTo>
                <a:lnTo>
                  <a:pt x="489204" y="280416"/>
                </a:lnTo>
                <a:lnTo>
                  <a:pt x="614172" y="280416"/>
                </a:lnTo>
                <a:lnTo>
                  <a:pt x="614172" y="269748"/>
                </a:lnTo>
                <a:lnTo>
                  <a:pt x="489204" y="269748"/>
                </a:lnTo>
                <a:lnTo>
                  <a:pt x="489204" y="245364"/>
                </a:lnTo>
                <a:lnTo>
                  <a:pt x="500011" y="234696"/>
                </a:lnTo>
                <a:lnTo>
                  <a:pt x="511213" y="223634"/>
                </a:lnTo>
                <a:lnTo>
                  <a:pt x="526923" y="194881"/>
                </a:lnTo>
                <a:lnTo>
                  <a:pt x="536359" y="159004"/>
                </a:lnTo>
                <a:lnTo>
                  <a:pt x="539496" y="115824"/>
                </a:lnTo>
                <a:lnTo>
                  <a:pt x="563880" y="115824"/>
                </a:lnTo>
                <a:lnTo>
                  <a:pt x="563880" y="205740"/>
                </a:lnTo>
                <a:lnTo>
                  <a:pt x="565365" y="216865"/>
                </a:lnTo>
                <a:lnTo>
                  <a:pt x="569976" y="224980"/>
                </a:lnTo>
                <a:lnTo>
                  <a:pt x="578027" y="229958"/>
                </a:lnTo>
                <a:lnTo>
                  <a:pt x="589788" y="231648"/>
                </a:lnTo>
                <a:lnTo>
                  <a:pt x="614172" y="231648"/>
                </a:lnTo>
                <a:lnTo>
                  <a:pt x="614172" y="211836"/>
                </a:lnTo>
                <a:lnTo>
                  <a:pt x="589788" y="211836"/>
                </a:lnTo>
                <a:lnTo>
                  <a:pt x="585216" y="207264"/>
                </a:lnTo>
                <a:lnTo>
                  <a:pt x="585216" y="115824"/>
                </a:lnTo>
                <a:lnTo>
                  <a:pt x="614172" y="115824"/>
                </a:lnTo>
                <a:lnTo>
                  <a:pt x="614172" y="104584"/>
                </a:lnTo>
                <a:lnTo>
                  <a:pt x="612648" y="106680"/>
                </a:lnTo>
                <a:lnTo>
                  <a:pt x="585216" y="106680"/>
                </a:lnTo>
                <a:lnTo>
                  <a:pt x="585216" y="50292"/>
                </a:lnTo>
                <a:lnTo>
                  <a:pt x="662940" y="50292"/>
                </a:lnTo>
                <a:close/>
              </a:path>
              <a:path w="1734820" h="408939">
                <a:moveTo>
                  <a:pt x="847344" y="359664"/>
                </a:moveTo>
                <a:lnTo>
                  <a:pt x="827062" y="326517"/>
                </a:lnTo>
                <a:lnTo>
                  <a:pt x="824484" y="281940"/>
                </a:lnTo>
                <a:lnTo>
                  <a:pt x="816864" y="281940"/>
                </a:lnTo>
                <a:lnTo>
                  <a:pt x="815708" y="304190"/>
                </a:lnTo>
                <a:lnTo>
                  <a:pt x="814387" y="322707"/>
                </a:lnTo>
                <a:lnTo>
                  <a:pt x="812800" y="337235"/>
                </a:lnTo>
                <a:lnTo>
                  <a:pt x="810768" y="347472"/>
                </a:lnTo>
                <a:lnTo>
                  <a:pt x="809244" y="359664"/>
                </a:lnTo>
                <a:lnTo>
                  <a:pt x="803148" y="365760"/>
                </a:lnTo>
                <a:lnTo>
                  <a:pt x="723900" y="365760"/>
                </a:lnTo>
                <a:lnTo>
                  <a:pt x="711898" y="364007"/>
                </a:lnTo>
                <a:lnTo>
                  <a:pt x="703326" y="358521"/>
                </a:lnTo>
                <a:lnTo>
                  <a:pt x="698182" y="349046"/>
                </a:lnTo>
                <a:lnTo>
                  <a:pt x="696468" y="335280"/>
                </a:lnTo>
                <a:lnTo>
                  <a:pt x="696468" y="175260"/>
                </a:lnTo>
                <a:lnTo>
                  <a:pt x="790956" y="175260"/>
                </a:lnTo>
                <a:lnTo>
                  <a:pt x="790956" y="199644"/>
                </a:lnTo>
                <a:lnTo>
                  <a:pt x="815340" y="188976"/>
                </a:lnTo>
                <a:lnTo>
                  <a:pt x="813244" y="134112"/>
                </a:lnTo>
                <a:lnTo>
                  <a:pt x="812292" y="56388"/>
                </a:lnTo>
                <a:lnTo>
                  <a:pt x="819264" y="50292"/>
                </a:lnTo>
                <a:lnTo>
                  <a:pt x="824484" y="45720"/>
                </a:lnTo>
                <a:lnTo>
                  <a:pt x="798576" y="24384"/>
                </a:lnTo>
                <a:lnTo>
                  <a:pt x="786384" y="39624"/>
                </a:lnTo>
                <a:lnTo>
                  <a:pt x="664464" y="39624"/>
                </a:lnTo>
                <a:lnTo>
                  <a:pt x="681228" y="56388"/>
                </a:lnTo>
                <a:lnTo>
                  <a:pt x="690664" y="53517"/>
                </a:lnTo>
                <a:lnTo>
                  <a:pt x="700659" y="51625"/>
                </a:lnTo>
                <a:lnTo>
                  <a:pt x="711238" y="50609"/>
                </a:lnTo>
                <a:lnTo>
                  <a:pt x="722376" y="50292"/>
                </a:lnTo>
                <a:lnTo>
                  <a:pt x="790956" y="50292"/>
                </a:lnTo>
                <a:lnTo>
                  <a:pt x="790956" y="164592"/>
                </a:lnTo>
                <a:lnTo>
                  <a:pt x="696468" y="164592"/>
                </a:lnTo>
                <a:lnTo>
                  <a:pt x="672084" y="149352"/>
                </a:lnTo>
                <a:lnTo>
                  <a:pt x="672973" y="176809"/>
                </a:lnTo>
                <a:lnTo>
                  <a:pt x="673417" y="218122"/>
                </a:lnTo>
                <a:lnTo>
                  <a:pt x="673595" y="273443"/>
                </a:lnTo>
                <a:lnTo>
                  <a:pt x="673608" y="342900"/>
                </a:lnTo>
                <a:lnTo>
                  <a:pt x="675589" y="362623"/>
                </a:lnTo>
                <a:lnTo>
                  <a:pt x="683704" y="376047"/>
                </a:lnTo>
                <a:lnTo>
                  <a:pt x="697826" y="383197"/>
                </a:lnTo>
                <a:lnTo>
                  <a:pt x="717804" y="384048"/>
                </a:lnTo>
                <a:lnTo>
                  <a:pt x="807720" y="384048"/>
                </a:lnTo>
                <a:lnTo>
                  <a:pt x="820559" y="383463"/>
                </a:lnTo>
                <a:lnTo>
                  <a:pt x="831532" y="379285"/>
                </a:lnTo>
                <a:lnTo>
                  <a:pt x="840511" y="371411"/>
                </a:lnTo>
                <a:lnTo>
                  <a:pt x="843800" y="365760"/>
                </a:lnTo>
                <a:lnTo>
                  <a:pt x="847344" y="359664"/>
                </a:lnTo>
                <a:close/>
              </a:path>
              <a:path w="1734820" h="408939">
                <a:moveTo>
                  <a:pt x="1114056" y="50292"/>
                </a:moveTo>
                <a:lnTo>
                  <a:pt x="1073429" y="15582"/>
                </a:lnTo>
                <a:lnTo>
                  <a:pt x="1053096" y="7620"/>
                </a:lnTo>
                <a:lnTo>
                  <a:pt x="1048524" y="12192"/>
                </a:lnTo>
                <a:lnTo>
                  <a:pt x="1060208" y="24765"/>
                </a:lnTo>
                <a:lnTo>
                  <a:pt x="1070051" y="37338"/>
                </a:lnTo>
                <a:lnTo>
                  <a:pt x="1077874" y="49911"/>
                </a:lnTo>
                <a:lnTo>
                  <a:pt x="1083576" y="62484"/>
                </a:lnTo>
                <a:lnTo>
                  <a:pt x="1088148" y="74676"/>
                </a:lnTo>
                <a:lnTo>
                  <a:pt x="1092720" y="82296"/>
                </a:lnTo>
                <a:lnTo>
                  <a:pt x="1098816" y="82296"/>
                </a:lnTo>
                <a:lnTo>
                  <a:pt x="1101864" y="77724"/>
                </a:lnTo>
                <a:lnTo>
                  <a:pt x="1111008" y="65532"/>
                </a:lnTo>
                <a:lnTo>
                  <a:pt x="1114056" y="59436"/>
                </a:lnTo>
                <a:lnTo>
                  <a:pt x="1114056" y="50292"/>
                </a:lnTo>
                <a:close/>
              </a:path>
              <a:path w="1734820" h="408939">
                <a:moveTo>
                  <a:pt x="1293888" y="102108"/>
                </a:moveTo>
                <a:lnTo>
                  <a:pt x="1257312" y="65532"/>
                </a:lnTo>
                <a:lnTo>
                  <a:pt x="1231404" y="91440"/>
                </a:lnTo>
                <a:lnTo>
                  <a:pt x="885456" y="91440"/>
                </a:lnTo>
                <a:lnTo>
                  <a:pt x="900696" y="108204"/>
                </a:lnTo>
                <a:lnTo>
                  <a:pt x="910996" y="105333"/>
                </a:lnTo>
                <a:lnTo>
                  <a:pt x="921461" y="103441"/>
                </a:lnTo>
                <a:lnTo>
                  <a:pt x="932192" y="102425"/>
                </a:lnTo>
                <a:lnTo>
                  <a:pt x="943368" y="102108"/>
                </a:lnTo>
                <a:lnTo>
                  <a:pt x="1053096" y="102108"/>
                </a:lnTo>
                <a:lnTo>
                  <a:pt x="1049909" y="159118"/>
                </a:lnTo>
                <a:lnTo>
                  <a:pt x="1040371" y="211251"/>
                </a:lnTo>
                <a:lnTo>
                  <a:pt x="1024420" y="258470"/>
                </a:lnTo>
                <a:lnTo>
                  <a:pt x="1002042" y="300761"/>
                </a:lnTo>
                <a:lnTo>
                  <a:pt x="973226" y="338086"/>
                </a:lnTo>
                <a:lnTo>
                  <a:pt x="937920" y="370433"/>
                </a:lnTo>
                <a:lnTo>
                  <a:pt x="896124" y="397764"/>
                </a:lnTo>
                <a:lnTo>
                  <a:pt x="899172" y="405384"/>
                </a:lnTo>
                <a:lnTo>
                  <a:pt x="943241" y="381635"/>
                </a:lnTo>
                <a:lnTo>
                  <a:pt x="981011" y="353009"/>
                </a:lnTo>
                <a:lnTo>
                  <a:pt x="1012520" y="319468"/>
                </a:lnTo>
                <a:lnTo>
                  <a:pt x="1037793" y="280987"/>
                </a:lnTo>
                <a:lnTo>
                  <a:pt x="1056894" y="237502"/>
                </a:lnTo>
                <a:lnTo>
                  <a:pt x="1069860" y="188976"/>
                </a:lnTo>
                <a:lnTo>
                  <a:pt x="1187208" y="188976"/>
                </a:lnTo>
                <a:lnTo>
                  <a:pt x="1181773" y="230390"/>
                </a:lnTo>
                <a:lnTo>
                  <a:pt x="1172629" y="293776"/>
                </a:lnTo>
                <a:lnTo>
                  <a:pt x="1165491" y="332663"/>
                </a:lnTo>
                <a:lnTo>
                  <a:pt x="1141488" y="367284"/>
                </a:lnTo>
                <a:lnTo>
                  <a:pt x="1132344" y="365760"/>
                </a:lnTo>
                <a:lnTo>
                  <a:pt x="1122578" y="364909"/>
                </a:lnTo>
                <a:lnTo>
                  <a:pt x="1109103" y="362331"/>
                </a:lnTo>
                <a:lnTo>
                  <a:pt x="1091615" y="358051"/>
                </a:lnTo>
                <a:lnTo>
                  <a:pt x="1069860" y="352044"/>
                </a:lnTo>
                <a:lnTo>
                  <a:pt x="1068336" y="358140"/>
                </a:lnTo>
                <a:lnTo>
                  <a:pt x="1090879" y="368985"/>
                </a:lnTo>
                <a:lnTo>
                  <a:pt x="1108151" y="380809"/>
                </a:lnTo>
                <a:lnTo>
                  <a:pt x="1119974" y="393509"/>
                </a:lnTo>
                <a:lnTo>
                  <a:pt x="1126248" y="406908"/>
                </a:lnTo>
                <a:lnTo>
                  <a:pt x="1138250" y="403225"/>
                </a:lnTo>
                <a:lnTo>
                  <a:pt x="1173937" y="384695"/>
                </a:lnTo>
                <a:lnTo>
                  <a:pt x="1192745" y="337426"/>
                </a:lnTo>
                <a:lnTo>
                  <a:pt x="1204798" y="258470"/>
                </a:lnTo>
                <a:lnTo>
                  <a:pt x="1213116" y="198120"/>
                </a:lnTo>
                <a:lnTo>
                  <a:pt x="1227480" y="188976"/>
                </a:lnTo>
                <a:lnTo>
                  <a:pt x="1229880" y="187452"/>
                </a:lnTo>
                <a:lnTo>
                  <a:pt x="1221803" y="179832"/>
                </a:lnTo>
                <a:lnTo>
                  <a:pt x="1202448" y="161544"/>
                </a:lnTo>
                <a:lnTo>
                  <a:pt x="1184160" y="179832"/>
                </a:lnTo>
                <a:lnTo>
                  <a:pt x="1071384" y="179832"/>
                </a:lnTo>
                <a:lnTo>
                  <a:pt x="1074521" y="158051"/>
                </a:lnTo>
                <a:lnTo>
                  <a:pt x="1077099" y="138112"/>
                </a:lnTo>
                <a:lnTo>
                  <a:pt x="1079093" y="119621"/>
                </a:lnTo>
                <a:lnTo>
                  <a:pt x="1080528" y="102108"/>
                </a:lnTo>
                <a:lnTo>
                  <a:pt x="1293888" y="102108"/>
                </a:lnTo>
                <a:close/>
              </a:path>
              <a:path w="1734820" h="408939">
                <a:moveTo>
                  <a:pt x="1548396" y="30480"/>
                </a:moveTo>
                <a:lnTo>
                  <a:pt x="1514411" y="5676"/>
                </a:lnTo>
                <a:lnTo>
                  <a:pt x="1498104" y="0"/>
                </a:lnTo>
                <a:lnTo>
                  <a:pt x="1496580" y="4572"/>
                </a:lnTo>
                <a:lnTo>
                  <a:pt x="1505165" y="13766"/>
                </a:lnTo>
                <a:lnTo>
                  <a:pt x="1512773" y="23241"/>
                </a:lnTo>
                <a:lnTo>
                  <a:pt x="1519504" y="33299"/>
                </a:lnTo>
                <a:lnTo>
                  <a:pt x="1525536" y="44196"/>
                </a:lnTo>
                <a:lnTo>
                  <a:pt x="1528584" y="53340"/>
                </a:lnTo>
                <a:lnTo>
                  <a:pt x="1533156" y="57912"/>
                </a:lnTo>
                <a:lnTo>
                  <a:pt x="1537728" y="57912"/>
                </a:lnTo>
                <a:lnTo>
                  <a:pt x="1540776" y="54864"/>
                </a:lnTo>
                <a:lnTo>
                  <a:pt x="1546872" y="45720"/>
                </a:lnTo>
                <a:lnTo>
                  <a:pt x="1548396" y="41148"/>
                </a:lnTo>
                <a:lnTo>
                  <a:pt x="1548396" y="30480"/>
                </a:lnTo>
                <a:close/>
              </a:path>
              <a:path w="1734820" h="408939">
                <a:moveTo>
                  <a:pt x="1714512" y="134112"/>
                </a:moveTo>
                <a:lnTo>
                  <a:pt x="1680984" y="99060"/>
                </a:lnTo>
                <a:lnTo>
                  <a:pt x="1656600" y="123444"/>
                </a:lnTo>
                <a:lnTo>
                  <a:pt x="1589544" y="123444"/>
                </a:lnTo>
                <a:lnTo>
                  <a:pt x="1589544" y="134112"/>
                </a:lnTo>
                <a:lnTo>
                  <a:pt x="1580134" y="147281"/>
                </a:lnTo>
                <a:lnTo>
                  <a:pt x="1570304" y="159448"/>
                </a:lnTo>
                <a:lnTo>
                  <a:pt x="1560245" y="170688"/>
                </a:lnTo>
                <a:lnTo>
                  <a:pt x="1549920" y="181356"/>
                </a:lnTo>
                <a:lnTo>
                  <a:pt x="1502295" y="174879"/>
                </a:lnTo>
                <a:lnTo>
                  <a:pt x="1480908" y="172364"/>
                </a:lnTo>
                <a:lnTo>
                  <a:pt x="1461528" y="170688"/>
                </a:lnTo>
                <a:lnTo>
                  <a:pt x="1469237" y="160693"/>
                </a:lnTo>
                <a:lnTo>
                  <a:pt x="1476387" y="151257"/>
                </a:lnTo>
                <a:lnTo>
                  <a:pt x="1482953" y="142405"/>
                </a:lnTo>
                <a:lnTo>
                  <a:pt x="1488960" y="134112"/>
                </a:lnTo>
                <a:lnTo>
                  <a:pt x="1589544" y="134112"/>
                </a:lnTo>
                <a:lnTo>
                  <a:pt x="1589544" y="123444"/>
                </a:lnTo>
                <a:lnTo>
                  <a:pt x="1493532" y="123444"/>
                </a:lnTo>
                <a:lnTo>
                  <a:pt x="1516392" y="94488"/>
                </a:lnTo>
                <a:lnTo>
                  <a:pt x="1530108" y="86868"/>
                </a:lnTo>
                <a:lnTo>
                  <a:pt x="1510296" y="71628"/>
                </a:lnTo>
                <a:lnTo>
                  <a:pt x="1668792" y="71628"/>
                </a:lnTo>
                <a:lnTo>
                  <a:pt x="1652028" y="106680"/>
                </a:lnTo>
                <a:lnTo>
                  <a:pt x="1658124" y="109728"/>
                </a:lnTo>
                <a:lnTo>
                  <a:pt x="1666036" y="100355"/>
                </a:lnTo>
                <a:lnTo>
                  <a:pt x="1673936" y="92392"/>
                </a:lnTo>
                <a:lnTo>
                  <a:pt x="1681480" y="85940"/>
                </a:lnTo>
                <a:lnTo>
                  <a:pt x="1688604" y="80772"/>
                </a:lnTo>
                <a:lnTo>
                  <a:pt x="1696224" y="74676"/>
                </a:lnTo>
                <a:lnTo>
                  <a:pt x="1703844" y="71628"/>
                </a:lnTo>
                <a:lnTo>
                  <a:pt x="1711464" y="71628"/>
                </a:lnTo>
                <a:lnTo>
                  <a:pt x="1700199" y="60960"/>
                </a:lnTo>
                <a:lnTo>
                  <a:pt x="1682508" y="44196"/>
                </a:lnTo>
                <a:lnTo>
                  <a:pt x="1665744" y="60960"/>
                </a:lnTo>
                <a:lnTo>
                  <a:pt x="1399044" y="60960"/>
                </a:lnTo>
                <a:lnTo>
                  <a:pt x="1399044" y="44196"/>
                </a:lnTo>
                <a:lnTo>
                  <a:pt x="1391424" y="44196"/>
                </a:lnTo>
                <a:lnTo>
                  <a:pt x="1386509" y="59918"/>
                </a:lnTo>
                <a:lnTo>
                  <a:pt x="1380756" y="72771"/>
                </a:lnTo>
                <a:lnTo>
                  <a:pt x="1373847" y="82778"/>
                </a:lnTo>
                <a:lnTo>
                  <a:pt x="1365516" y="89916"/>
                </a:lnTo>
                <a:lnTo>
                  <a:pt x="1357896" y="94488"/>
                </a:lnTo>
                <a:lnTo>
                  <a:pt x="1353324" y="99060"/>
                </a:lnTo>
                <a:lnTo>
                  <a:pt x="1353324" y="105156"/>
                </a:lnTo>
                <a:lnTo>
                  <a:pt x="1354848" y="106680"/>
                </a:lnTo>
                <a:lnTo>
                  <a:pt x="1359420" y="109728"/>
                </a:lnTo>
                <a:lnTo>
                  <a:pt x="1368564" y="112776"/>
                </a:lnTo>
                <a:lnTo>
                  <a:pt x="1377708" y="112776"/>
                </a:lnTo>
                <a:lnTo>
                  <a:pt x="1399044" y="71628"/>
                </a:lnTo>
                <a:lnTo>
                  <a:pt x="1499628" y="71628"/>
                </a:lnTo>
                <a:lnTo>
                  <a:pt x="1495933" y="79946"/>
                </a:lnTo>
                <a:lnTo>
                  <a:pt x="1489532" y="91249"/>
                </a:lnTo>
                <a:lnTo>
                  <a:pt x="1480553" y="105714"/>
                </a:lnTo>
                <a:lnTo>
                  <a:pt x="1469148" y="123444"/>
                </a:lnTo>
                <a:lnTo>
                  <a:pt x="1353324" y="123444"/>
                </a:lnTo>
                <a:lnTo>
                  <a:pt x="1367040" y="137160"/>
                </a:lnTo>
                <a:lnTo>
                  <a:pt x="1382280" y="134112"/>
                </a:lnTo>
                <a:lnTo>
                  <a:pt x="1464576" y="134112"/>
                </a:lnTo>
                <a:lnTo>
                  <a:pt x="1456550" y="144399"/>
                </a:lnTo>
                <a:lnTo>
                  <a:pt x="1448384" y="154686"/>
                </a:lnTo>
                <a:lnTo>
                  <a:pt x="1439926" y="164973"/>
                </a:lnTo>
                <a:lnTo>
                  <a:pt x="1431048" y="175260"/>
                </a:lnTo>
                <a:lnTo>
                  <a:pt x="1463332" y="179832"/>
                </a:lnTo>
                <a:lnTo>
                  <a:pt x="1491627" y="184404"/>
                </a:lnTo>
                <a:lnTo>
                  <a:pt x="1515910" y="188976"/>
                </a:lnTo>
                <a:lnTo>
                  <a:pt x="1536204" y="193548"/>
                </a:lnTo>
                <a:lnTo>
                  <a:pt x="1504454" y="209537"/>
                </a:lnTo>
                <a:lnTo>
                  <a:pt x="1466291" y="223075"/>
                </a:lnTo>
                <a:lnTo>
                  <a:pt x="1421536" y="234061"/>
                </a:lnTo>
                <a:lnTo>
                  <a:pt x="1370088" y="242316"/>
                </a:lnTo>
                <a:lnTo>
                  <a:pt x="1370088" y="248412"/>
                </a:lnTo>
                <a:lnTo>
                  <a:pt x="1430680" y="242087"/>
                </a:lnTo>
                <a:lnTo>
                  <a:pt x="1482293" y="232029"/>
                </a:lnTo>
                <a:lnTo>
                  <a:pt x="1525028" y="217982"/>
                </a:lnTo>
                <a:lnTo>
                  <a:pt x="1559064" y="199644"/>
                </a:lnTo>
                <a:lnTo>
                  <a:pt x="1574495" y="205346"/>
                </a:lnTo>
                <a:lnTo>
                  <a:pt x="1588782" y="210883"/>
                </a:lnTo>
                <a:lnTo>
                  <a:pt x="1613928" y="220980"/>
                </a:lnTo>
                <a:lnTo>
                  <a:pt x="1652028" y="242316"/>
                </a:lnTo>
                <a:lnTo>
                  <a:pt x="1656600" y="243840"/>
                </a:lnTo>
                <a:lnTo>
                  <a:pt x="1659648" y="245364"/>
                </a:lnTo>
                <a:lnTo>
                  <a:pt x="1665744" y="245364"/>
                </a:lnTo>
                <a:lnTo>
                  <a:pt x="1668792" y="240792"/>
                </a:lnTo>
                <a:lnTo>
                  <a:pt x="1668792" y="231648"/>
                </a:lnTo>
                <a:lnTo>
                  <a:pt x="1632788" y="201790"/>
                </a:lnTo>
                <a:lnTo>
                  <a:pt x="1572780" y="185928"/>
                </a:lnTo>
                <a:lnTo>
                  <a:pt x="1577886" y="181356"/>
                </a:lnTo>
                <a:lnTo>
                  <a:pt x="1584223" y="175691"/>
                </a:lnTo>
                <a:lnTo>
                  <a:pt x="1595831" y="163449"/>
                </a:lnTo>
                <a:lnTo>
                  <a:pt x="1607705" y="149504"/>
                </a:lnTo>
                <a:lnTo>
                  <a:pt x="1620024" y="134112"/>
                </a:lnTo>
                <a:lnTo>
                  <a:pt x="1714512" y="134112"/>
                </a:lnTo>
                <a:close/>
              </a:path>
              <a:path w="1734820" h="408939">
                <a:moveTo>
                  <a:pt x="1734324" y="364236"/>
                </a:moveTo>
                <a:lnTo>
                  <a:pt x="1682330" y="355879"/>
                </a:lnTo>
                <a:lnTo>
                  <a:pt x="1636217" y="339661"/>
                </a:lnTo>
                <a:lnTo>
                  <a:pt x="1596085" y="315163"/>
                </a:lnTo>
                <a:lnTo>
                  <a:pt x="1562112" y="281940"/>
                </a:lnTo>
                <a:lnTo>
                  <a:pt x="1731276" y="281940"/>
                </a:lnTo>
                <a:lnTo>
                  <a:pt x="1694700" y="245364"/>
                </a:lnTo>
                <a:lnTo>
                  <a:pt x="1668792" y="271272"/>
                </a:lnTo>
                <a:lnTo>
                  <a:pt x="1548396" y="271272"/>
                </a:lnTo>
                <a:lnTo>
                  <a:pt x="1548396" y="254508"/>
                </a:lnTo>
                <a:lnTo>
                  <a:pt x="1563636" y="243840"/>
                </a:lnTo>
                <a:lnTo>
                  <a:pt x="1522488" y="225552"/>
                </a:lnTo>
                <a:lnTo>
                  <a:pt x="1522717" y="238696"/>
                </a:lnTo>
                <a:lnTo>
                  <a:pt x="1523771" y="261556"/>
                </a:lnTo>
                <a:lnTo>
                  <a:pt x="1524012" y="271272"/>
                </a:lnTo>
                <a:lnTo>
                  <a:pt x="1342656" y="271272"/>
                </a:lnTo>
                <a:lnTo>
                  <a:pt x="1356372" y="284988"/>
                </a:lnTo>
                <a:lnTo>
                  <a:pt x="1376184" y="281940"/>
                </a:lnTo>
                <a:lnTo>
                  <a:pt x="1496580" y="281940"/>
                </a:lnTo>
                <a:lnTo>
                  <a:pt x="1464005" y="317373"/>
                </a:lnTo>
                <a:lnTo>
                  <a:pt x="1425714" y="348234"/>
                </a:lnTo>
                <a:lnTo>
                  <a:pt x="1381709" y="374523"/>
                </a:lnTo>
                <a:lnTo>
                  <a:pt x="1331988" y="396240"/>
                </a:lnTo>
                <a:lnTo>
                  <a:pt x="1333512" y="403860"/>
                </a:lnTo>
                <a:lnTo>
                  <a:pt x="1380528" y="387565"/>
                </a:lnTo>
                <a:lnTo>
                  <a:pt x="1422946" y="367830"/>
                </a:lnTo>
                <a:lnTo>
                  <a:pt x="1460906" y="344500"/>
                </a:lnTo>
                <a:lnTo>
                  <a:pt x="1494536" y="317449"/>
                </a:lnTo>
                <a:lnTo>
                  <a:pt x="1524012" y="286512"/>
                </a:lnTo>
                <a:lnTo>
                  <a:pt x="1523746" y="319074"/>
                </a:lnTo>
                <a:lnTo>
                  <a:pt x="1522768" y="375602"/>
                </a:lnTo>
                <a:lnTo>
                  <a:pt x="1522653" y="387565"/>
                </a:lnTo>
                <a:lnTo>
                  <a:pt x="1522488" y="408432"/>
                </a:lnTo>
                <a:lnTo>
                  <a:pt x="1549920" y="394716"/>
                </a:lnTo>
                <a:lnTo>
                  <a:pt x="1549031" y="375602"/>
                </a:lnTo>
                <a:lnTo>
                  <a:pt x="1548587" y="350329"/>
                </a:lnTo>
                <a:lnTo>
                  <a:pt x="1548409" y="319074"/>
                </a:lnTo>
                <a:lnTo>
                  <a:pt x="1548396" y="286512"/>
                </a:lnTo>
                <a:lnTo>
                  <a:pt x="1548396" y="281940"/>
                </a:lnTo>
                <a:lnTo>
                  <a:pt x="1552968" y="281940"/>
                </a:lnTo>
                <a:lnTo>
                  <a:pt x="1579270" y="319074"/>
                </a:lnTo>
                <a:lnTo>
                  <a:pt x="1612595" y="350329"/>
                </a:lnTo>
                <a:lnTo>
                  <a:pt x="1653044" y="375602"/>
                </a:lnTo>
                <a:lnTo>
                  <a:pt x="1700796" y="394716"/>
                </a:lnTo>
                <a:lnTo>
                  <a:pt x="1705381" y="386194"/>
                </a:lnTo>
                <a:lnTo>
                  <a:pt x="1712417" y="379095"/>
                </a:lnTo>
                <a:lnTo>
                  <a:pt x="1722005" y="373722"/>
                </a:lnTo>
                <a:lnTo>
                  <a:pt x="1734324" y="370332"/>
                </a:lnTo>
                <a:lnTo>
                  <a:pt x="1734324" y="364236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2170176" y="3008375"/>
            <a:ext cx="388620" cy="405765"/>
          </a:xfrm>
          <a:custGeom>
            <a:avLst/>
            <a:gdLst/>
            <a:ahLst/>
            <a:cxnLst/>
            <a:rect l="l" t="t" r="r" b="b"/>
            <a:pathLst>
              <a:path w="388619" h="405764">
                <a:moveTo>
                  <a:pt x="383068" y="91440"/>
                </a:moveTo>
                <a:lnTo>
                  <a:pt x="348996" y="91440"/>
                </a:lnTo>
                <a:lnTo>
                  <a:pt x="362712" y="74676"/>
                </a:lnTo>
                <a:lnTo>
                  <a:pt x="383068" y="91440"/>
                </a:lnTo>
                <a:close/>
              </a:path>
              <a:path w="388619" h="405764">
                <a:moveTo>
                  <a:pt x="228600" y="382524"/>
                </a:moveTo>
                <a:lnTo>
                  <a:pt x="229481" y="358497"/>
                </a:lnTo>
                <a:lnTo>
                  <a:pt x="229933" y="338899"/>
                </a:lnTo>
                <a:lnTo>
                  <a:pt x="230006" y="332232"/>
                </a:lnTo>
                <a:lnTo>
                  <a:pt x="230100" y="127230"/>
                </a:lnTo>
                <a:lnTo>
                  <a:pt x="229933" y="111061"/>
                </a:lnTo>
                <a:lnTo>
                  <a:pt x="229481" y="94607"/>
                </a:lnTo>
                <a:lnTo>
                  <a:pt x="228600" y="77723"/>
                </a:lnTo>
                <a:lnTo>
                  <a:pt x="252984" y="91440"/>
                </a:lnTo>
                <a:lnTo>
                  <a:pt x="383068" y="91440"/>
                </a:lnTo>
                <a:lnTo>
                  <a:pt x="388620" y="96011"/>
                </a:lnTo>
                <a:lnTo>
                  <a:pt x="381762" y="102108"/>
                </a:lnTo>
                <a:lnTo>
                  <a:pt x="252984" y="102108"/>
                </a:lnTo>
                <a:lnTo>
                  <a:pt x="252984" y="321564"/>
                </a:lnTo>
                <a:lnTo>
                  <a:pt x="375034" y="321564"/>
                </a:lnTo>
                <a:lnTo>
                  <a:pt x="375094" y="326707"/>
                </a:lnTo>
                <a:lnTo>
                  <a:pt x="375249" y="332232"/>
                </a:lnTo>
                <a:lnTo>
                  <a:pt x="252984" y="332232"/>
                </a:lnTo>
                <a:lnTo>
                  <a:pt x="252984" y="370332"/>
                </a:lnTo>
                <a:lnTo>
                  <a:pt x="228600" y="382524"/>
                </a:lnTo>
                <a:close/>
              </a:path>
              <a:path w="388619" h="405764">
                <a:moveTo>
                  <a:pt x="375034" y="321564"/>
                </a:moveTo>
                <a:lnTo>
                  <a:pt x="352044" y="321564"/>
                </a:lnTo>
                <a:lnTo>
                  <a:pt x="352044" y="102108"/>
                </a:lnTo>
                <a:lnTo>
                  <a:pt x="381762" y="102108"/>
                </a:lnTo>
                <a:lnTo>
                  <a:pt x="374904" y="108204"/>
                </a:lnTo>
                <a:lnTo>
                  <a:pt x="374927" y="312539"/>
                </a:lnTo>
                <a:lnTo>
                  <a:pt x="375034" y="321564"/>
                </a:lnTo>
                <a:close/>
              </a:path>
              <a:path w="388619" h="405764">
                <a:moveTo>
                  <a:pt x="352044" y="371856"/>
                </a:moveTo>
                <a:lnTo>
                  <a:pt x="352044" y="332232"/>
                </a:lnTo>
                <a:lnTo>
                  <a:pt x="375249" y="332232"/>
                </a:lnTo>
                <a:lnTo>
                  <a:pt x="375546" y="342876"/>
                </a:lnTo>
                <a:lnTo>
                  <a:pt x="376428" y="361188"/>
                </a:lnTo>
                <a:lnTo>
                  <a:pt x="352044" y="371856"/>
                </a:lnTo>
                <a:close/>
              </a:path>
              <a:path w="388619" h="405764">
                <a:moveTo>
                  <a:pt x="97536" y="108204"/>
                </a:moveTo>
                <a:lnTo>
                  <a:pt x="73152" y="108204"/>
                </a:lnTo>
                <a:lnTo>
                  <a:pt x="78533" y="76509"/>
                </a:lnTo>
                <a:lnTo>
                  <a:pt x="83058" y="47815"/>
                </a:lnTo>
                <a:lnTo>
                  <a:pt x="86439" y="22264"/>
                </a:lnTo>
                <a:lnTo>
                  <a:pt x="88392" y="0"/>
                </a:lnTo>
                <a:lnTo>
                  <a:pt x="131064" y="19811"/>
                </a:lnTo>
                <a:lnTo>
                  <a:pt x="115824" y="28956"/>
                </a:lnTo>
                <a:lnTo>
                  <a:pt x="107823" y="63436"/>
                </a:lnTo>
                <a:lnTo>
                  <a:pt x="102965" y="84462"/>
                </a:lnTo>
                <a:lnTo>
                  <a:pt x="97536" y="108204"/>
                </a:lnTo>
                <a:close/>
              </a:path>
              <a:path w="388619" h="405764">
                <a:moveTo>
                  <a:pt x="18288" y="123444"/>
                </a:moveTo>
                <a:lnTo>
                  <a:pt x="1524" y="108204"/>
                </a:lnTo>
                <a:lnTo>
                  <a:pt x="164592" y="108204"/>
                </a:lnTo>
                <a:lnTo>
                  <a:pt x="173736" y="88392"/>
                </a:lnTo>
                <a:lnTo>
                  <a:pt x="204216" y="109728"/>
                </a:lnTo>
                <a:lnTo>
                  <a:pt x="193929" y="118871"/>
                </a:lnTo>
                <a:lnTo>
                  <a:pt x="59436" y="118871"/>
                </a:lnTo>
                <a:lnTo>
                  <a:pt x="48291" y="119157"/>
                </a:lnTo>
                <a:lnTo>
                  <a:pt x="37719" y="120015"/>
                </a:lnTo>
                <a:lnTo>
                  <a:pt x="27717" y="121443"/>
                </a:lnTo>
                <a:lnTo>
                  <a:pt x="18288" y="123444"/>
                </a:lnTo>
                <a:close/>
              </a:path>
              <a:path w="388619" h="405764">
                <a:moveTo>
                  <a:pt x="4572" y="405384"/>
                </a:moveTo>
                <a:lnTo>
                  <a:pt x="0" y="399288"/>
                </a:lnTo>
                <a:lnTo>
                  <a:pt x="40052" y="380452"/>
                </a:lnTo>
                <a:lnTo>
                  <a:pt x="73533" y="358330"/>
                </a:lnTo>
                <a:lnTo>
                  <a:pt x="100726" y="333065"/>
                </a:lnTo>
                <a:lnTo>
                  <a:pt x="121920" y="304800"/>
                </a:lnTo>
                <a:lnTo>
                  <a:pt x="97012" y="294251"/>
                </a:lnTo>
                <a:lnTo>
                  <a:pt x="74676" y="285559"/>
                </a:lnTo>
                <a:lnTo>
                  <a:pt x="54625" y="278868"/>
                </a:lnTo>
                <a:lnTo>
                  <a:pt x="36576" y="274320"/>
                </a:lnTo>
                <a:lnTo>
                  <a:pt x="43981" y="244887"/>
                </a:lnTo>
                <a:lnTo>
                  <a:pt x="52387" y="209169"/>
                </a:lnTo>
                <a:lnTo>
                  <a:pt x="61650" y="167163"/>
                </a:lnTo>
                <a:lnTo>
                  <a:pt x="71628" y="118871"/>
                </a:lnTo>
                <a:lnTo>
                  <a:pt x="96012" y="118871"/>
                </a:lnTo>
                <a:lnTo>
                  <a:pt x="89463" y="148018"/>
                </a:lnTo>
                <a:lnTo>
                  <a:pt x="81343" y="182880"/>
                </a:lnTo>
                <a:lnTo>
                  <a:pt x="71794" y="223456"/>
                </a:lnTo>
                <a:lnTo>
                  <a:pt x="60960" y="269748"/>
                </a:lnTo>
                <a:lnTo>
                  <a:pt x="72104" y="271962"/>
                </a:lnTo>
                <a:lnTo>
                  <a:pt x="87249" y="276034"/>
                </a:lnTo>
                <a:lnTo>
                  <a:pt x="129540" y="288036"/>
                </a:lnTo>
                <a:lnTo>
                  <a:pt x="154898" y="288036"/>
                </a:lnTo>
                <a:lnTo>
                  <a:pt x="152400" y="295656"/>
                </a:lnTo>
                <a:lnTo>
                  <a:pt x="170735" y="304276"/>
                </a:lnTo>
                <a:lnTo>
                  <a:pt x="184785" y="312039"/>
                </a:lnTo>
                <a:lnTo>
                  <a:pt x="189576" y="315468"/>
                </a:lnTo>
                <a:lnTo>
                  <a:pt x="141732" y="315468"/>
                </a:lnTo>
                <a:lnTo>
                  <a:pt x="114300" y="345162"/>
                </a:lnTo>
                <a:lnTo>
                  <a:pt x="82296" y="370141"/>
                </a:lnTo>
                <a:lnTo>
                  <a:pt x="45720" y="390263"/>
                </a:lnTo>
                <a:lnTo>
                  <a:pt x="4572" y="405384"/>
                </a:lnTo>
                <a:close/>
              </a:path>
              <a:path w="388619" h="405764">
                <a:moveTo>
                  <a:pt x="154898" y="288036"/>
                </a:moveTo>
                <a:lnTo>
                  <a:pt x="129540" y="288036"/>
                </a:lnTo>
                <a:lnTo>
                  <a:pt x="139541" y="258389"/>
                </a:lnTo>
                <a:lnTo>
                  <a:pt x="148971" y="220027"/>
                </a:lnTo>
                <a:lnTo>
                  <a:pt x="157829" y="173378"/>
                </a:lnTo>
                <a:lnTo>
                  <a:pt x="166116" y="118871"/>
                </a:lnTo>
                <a:lnTo>
                  <a:pt x="193929" y="118871"/>
                </a:lnTo>
                <a:lnTo>
                  <a:pt x="190500" y="121920"/>
                </a:lnTo>
                <a:lnTo>
                  <a:pt x="181332" y="178212"/>
                </a:lnTo>
                <a:lnTo>
                  <a:pt x="172021" y="225933"/>
                </a:lnTo>
                <a:lnTo>
                  <a:pt x="162425" y="265080"/>
                </a:lnTo>
                <a:lnTo>
                  <a:pt x="154898" y="288036"/>
                </a:lnTo>
                <a:close/>
              </a:path>
              <a:path w="388619" h="405764">
                <a:moveTo>
                  <a:pt x="201168" y="361188"/>
                </a:moveTo>
                <a:lnTo>
                  <a:pt x="195072" y="361188"/>
                </a:lnTo>
                <a:lnTo>
                  <a:pt x="190500" y="359664"/>
                </a:lnTo>
                <a:lnTo>
                  <a:pt x="185928" y="353568"/>
                </a:lnTo>
                <a:lnTo>
                  <a:pt x="177950" y="344400"/>
                </a:lnTo>
                <a:lnTo>
                  <a:pt x="167830" y="335089"/>
                </a:lnTo>
                <a:lnTo>
                  <a:pt x="155709" y="325493"/>
                </a:lnTo>
                <a:lnTo>
                  <a:pt x="141732" y="315468"/>
                </a:lnTo>
                <a:lnTo>
                  <a:pt x="189576" y="315468"/>
                </a:lnTo>
                <a:lnTo>
                  <a:pt x="205572" y="345162"/>
                </a:lnTo>
                <a:lnTo>
                  <a:pt x="204216" y="350520"/>
                </a:lnTo>
                <a:lnTo>
                  <a:pt x="202692" y="358140"/>
                </a:lnTo>
                <a:lnTo>
                  <a:pt x="201168" y="36118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2616708" y="3015995"/>
            <a:ext cx="393700" cy="398145"/>
          </a:xfrm>
          <a:custGeom>
            <a:avLst/>
            <a:gdLst/>
            <a:ahLst/>
            <a:cxnLst/>
            <a:rect l="l" t="t" r="r" b="b"/>
            <a:pathLst>
              <a:path w="393700" h="398145">
                <a:moveTo>
                  <a:pt x="333184" y="15240"/>
                </a:moveTo>
                <a:lnTo>
                  <a:pt x="301752" y="15240"/>
                </a:lnTo>
                <a:lnTo>
                  <a:pt x="316992" y="0"/>
                </a:lnTo>
                <a:lnTo>
                  <a:pt x="333184" y="15240"/>
                </a:lnTo>
                <a:close/>
              </a:path>
              <a:path w="393700" h="398145">
                <a:moveTo>
                  <a:pt x="68580" y="193548"/>
                </a:moveTo>
                <a:lnTo>
                  <a:pt x="69461" y="169521"/>
                </a:lnTo>
                <a:lnTo>
                  <a:pt x="69913" y="145351"/>
                </a:lnTo>
                <a:lnTo>
                  <a:pt x="70005" y="131826"/>
                </a:lnTo>
                <a:lnTo>
                  <a:pt x="70080" y="72032"/>
                </a:lnTo>
                <a:lnTo>
                  <a:pt x="69913" y="48196"/>
                </a:lnTo>
                <a:lnTo>
                  <a:pt x="69451" y="24384"/>
                </a:lnTo>
                <a:lnTo>
                  <a:pt x="68580" y="1524"/>
                </a:lnTo>
                <a:lnTo>
                  <a:pt x="94488" y="15240"/>
                </a:lnTo>
                <a:lnTo>
                  <a:pt x="333184" y="15240"/>
                </a:lnTo>
                <a:lnTo>
                  <a:pt x="342900" y="24384"/>
                </a:lnTo>
                <a:lnTo>
                  <a:pt x="340360" y="25908"/>
                </a:lnTo>
                <a:lnTo>
                  <a:pt x="94488" y="25908"/>
                </a:lnTo>
                <a:lnTo>
                  <a:pt x="94488" y="83820"/>
                </a:lnTo>
                <a:lnTo>
                  <a:pt x="327681" y="83820"/>
                </a:lnTo>
                <a:lnTo>
                  <a:pt x="327705" y="94488"/>
                </a:lnTo>
                <a:lnTo>
                  <a:pt x="94488" y="94488"/>
                </a:lnTo>
                <a:lnTo>
                  <a:pt x="94488" y="156972"/>
                </a:lnTo>
                <a:lnTo>
                  <a:pt x="328226" y="156972"/>
                </a:lnTo>
                <a:lnTo>
                  <a:pt x="328302" y="162115"/>
                </a:lnTo>
                <a:lnTo>
                  <a:pt x="328577" y="167640"/>
                </a:lnTo>
                <a:lnTo>
                  <a:pt x="94488" y="167640"/>
                </a:lnTo>
                <a:lnTo>
                  <a:pt x="94488" y="184403"/>
                </a:lnTo>
                <a:lnTo>
                  <a:pt x="68580" y="193548"/>
                </a:lnTo>
                <a:close/>
              </a:path>
              <a:path w="393700" h="398145">
                <a:moveTo>
                  <a:pt x="210312" y="83820"/>
                </a:moveTo>
                <a:lnTo>
                  <a:pt x="184404" y="83820"/>
                </a:lnTo>
                <a:lnTo>
                  <a:pt x="184404" y="25908"/>
                </a:lnTo>
                <a:lnTo>
                  <a:pt x="210312" y="25908"/>
                </a:lnTo>
                <a:lnTo>
                  <a:pt x="210312" y="83820"/>
                </a:lnTo>
                <a:close/>
              </a:path>
              <a:path w="393700" h="398145">
                <a:moveTo>
                  <a:pt x="327681" y="83820"/>
                </a:moveTo>
                <a:lnTo>
                  <a:pt x="303276" y="83820"/>
                </a:lnTo>
                <a:lnTo>
                  <a:pt x="303276" y="25908"/>
                </a:lnTo>
                <a:lnTo>
                  <a:pt x="340360" y="25908"/>
                </a:lnTo>
                <a:lnTo>
                  <a:pt x="327660" y="33528"/>
                </a:lnTo>
                <a:lnTo>
                  <a:pt x="327681" y="83820"/>
                </a:lnTo>
                <a:close/>
              </a:path>
              <a:path w="393700" h="398145">
                <a:moveTo>
                  <a:pt x="210312" y="156972"/>
                </a:moveTo>
                <a:lnTo>
                  <a:pt x="184404" y="156972"/>
                </a:lnTo>
                <a:lnTo>
                  <a:pt x="184404" y="94488"/>
                </a:lnTo>
                <a:lnTo>
                  <a:pt x="210312" y="94488"/>
                </a:lnTo>
                <a:lnTo>
                  <a:pt x="210312" y="156972"/>
                </a:lnTo>
                <a:close/>
              </a:path>
              <a:path w="393700" h="398145">
                <a:moveTo>
                  <a:pt x="328226" y="156972"/>
                </a:moveTo>
                <a:lnTo>
                  <a:pt x="303276" y="156972"/>
                </a:lnTo>
                <a:lnTo>
                  <a:pt x="303276" y="94488"/>
                </a:lnTo>
                <a:lnTo>
                  <a:pt x="327705" y="94488"/>
                </a:lnTo>
                <a:lnTo>
                  <a:pt x="327850" y="131826"/>
                </a:lnTo>
                <a:lnTo>
                  <a:pt x="328226" y="156972"/>
                </a:lnTo>
                <a:close/>
              </a:path>
              <a:path w="393700" h="398145">
                <a:moveTo>
                  <a:pt x="210312" y="217932"/>
                </a:moveTo>
                <a:lnTo>
                  <a:pt x="184404" y="217932"/>
                </a:lnTo>
                <a:lnTo>
                  <a:pt x="184404" y="167640"/>
                </a:lnTo>
                <a:lnTo>
                  <a:pt x="210312" y="167640"/>
                </a:lnTo>
                <a:lnTo>
                  <a:pt x="210312" y="217932"/>
                </a:lnTo>
                <a:close/>
              </a:path>
              <a:path w="393700" h="398145">
                <a:moveTo>
                  <a:pt x="303276" y="192024"/>
                </a:moveTo>
                <a:lnTo>
                  <a:pt x="303276" y="167640"/>
                </a:lnTo>
                <a:lnTo>
                  <a:pt x="328577" y="167640"/>
                </a:lnTo>
                <a:lnTo>
                  <a:pt x="329184" y="179832"/>
                </a:lnTo>
                <a:lnTo>
                  <a:pt x="303276" y="192024"/>
                </a:lnTo>
                <a:close/>
              </a:path>
              <a:path w="393700" h="398145">
                <a:moveTo>
                  <a:pt x="22860" y="234696"/>
                </a:moveTo>
                <a:lnTo>
                  <a:pt x="7620" y="217932"/>
                </a:lnTo>
                <a:lnTo>
                  <a:pt x="329184" y="217932"/>
                </a:lnTo>
                <a:lnTo>
                  <a:pt x="355092" y="192024"/>
                </a:lnTo>
                <a:lnTo>
                  <a:pt x="391668" y="228600"/>
                </a:lnTo>
                <a:lnTo>
                  <a:pt x="65532" y="228600"/>
                </a:lnTo>
                <a:lnTo>
                  <a:pt x="54363" y="228909"/>
                </a:lnTo>
                <a:lnTo>
                  <a:pt x="43624" y="229933"/>
                </a:lnTo>
                <a:lnTo>
                  <a:pt x="33170" y="231814"/>
                </a:lnTo>
                <a:lnTo>
                  <a:pt x="22860" y="234696"/>
                </a:lnTo>
                <a:close/>
              </a:path>
              <a:path w="393700" h="398145">
                <a:moveTo>
                  <a:pt x="3048" y="381000"/>
                </a:moveTo>
                <a:lnTo>
                  <a:pt x="0" y="373380"/>
                </a:lnTo>
                <a:lnTo>
                  <a:pt x="48815" y="342828"/>
                </a:lnTo>
                <a:lnTo>
                  <a:pt x="92202" y="308419"/>
                </a:lnTo>
                <a:lnTo>
                  <a:pt x="129873" y="270295"/>
                </a:lnTo>
                <a:lnTo>
                  <a:pt x="161544" y="228600"/>
                </a:lnTo>
                <a:lnTo>
                  <a:pt x="214884" y="228600"/>
                </a:lnTo>
                <a:lnTo>
                  <a:pt x="221788" y="236220"/>
                </a:lnTo>
                <a:lnTo>
                  <a:pt x="210312" y="236220"/>
                </a:lnTo>
                <a:lnTo>
                  <a:pt x="210326" y="239268"/>
                </a:lnTo>
                <a:lnTo>
                  <a:pt x="184404" y="239268"/>
                </a:lnTo>
                <a:lnTo>
                  <a:pt x="156618" y="274198"/>
                </a:lnTo>
                <a:lnTo>
                  <a:pt x="124516" y="305836"/>
                </a:lnTo>
                <a:lnTo>
                  <a:pt x="88172" y="334182"/>
                </a:lnTo>
                <a:lnTo>
                  <a:pt x="47658" y="359237"/>
                </a:lnTo>
                <a:lnTo>
                  <a:pt x="3048" y="381000"/>
                </a:lnTo>
                <a:close/>
              </a:path>
              <a:path w="393700" h="398145">
                <a:moveTo>
                  <a:pt x="353568" y="374904"/>
                </a:moveTo>
                <a:lnTo>
                  <a:pt x="305252" y="344876"/>
                </a:lnTo>
                <a:lnTo>
                  <a:pt x="265366" y="311848"/>
                </a:lnTo>
                <a:lnTo>
                  <a:pt x="233767" y="275677"/>
                </a:lnTo>
                <a:lnTo>
                  <a:pt x="210312" y="236220"/>
                </a:lnTo>
                <a:lnTo>
                  <a:pt x="221788" y="236220"/>
                </a:lnTo>
                <a:lnTo>
                  <a:pt x="253460" y="271176"/>
                </a:lnTo>
                <a:lnTo>
                  <a:pt x="296037" y="305181"/>
                </a:lnTo>
                <a:lnTo>
                  <a:pt x="342614" y="330612"/>
                </a:lnTo>
                <a:lnTo>
                  <a:pt x="393192" y="347471"/>
                </a:lnTo>
                <a:lnTo>
                  <a:pt x="393192" y="353568"/>
                </a:lnTo>
                <a:lnTo>
                  <a:pt x="378642" y="355830"/>
                </a:lnTo>
                <a:lnTo>
                  <a:pt x="367093" y="360235"/>
                </a:lnTo>
                <a:lnTo>
                  <a:pt x="358687" y="366641"/>
                </a:lnTo>
                <a:lnTo>
                  <a:pt x="353568" y="374904"/>
                </a:lnTo>
                <a:close/>
              </a:path>
              <a:path w="393700" h="398145">
                <a:moveTo>
                  <a:pt x="182880" y="397764"/>
                </a:moveTo>
                <a:lnTo>
                  <a:pt x="183761" y="362283"/>
                </a:lnTo>
                <a:lnTo>
                  <a:pt x="184213" y="324231"/>
                </a:lnTo>
                <a:lnTo>
                  <a:pt x="184277" y="308419"/>
                </a:lnTo>
                <a:lnTo>
                  <a:pt x="184404" y="239268"/>
                </a:lnTo>
                <a:lnTo>
                  <a:pt x="210326" y="239268"/>
                </a:lnTo>
                <a:lnTo>
                  <a:pt x="210573" y="290822"/>
                </a:lnTo>
                <a:lnTo>
                  <a:pt x="211283" y="334182"/>
                </a:lnTo>
                <a:lnTo>
                  <a:pt x="212240" y="364593"/>
                </a:lnTo>
                <a:lnTo>
                  <a:pt x="213360" y="384047"/>
                </a:lnTo>
                <a:lnTo>
                  <a:pt x="182880" y="39776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" name="object 15"/>
          <p:cNvSpPr/>
          <p:nvPr/>
        </p:nvSpPr>
        <p:spPr>
          <a:xfrm>
            <a:off x="3058655" y="3005327"/>
            <a:ext cx="1734820" cy="408940"/>
          </a:xfrm>
          <a:custGeom>
            <a:avLst/>
            <a:gdLst/>
            <a:ahLst/>
            <a:cxnLst/>
            <a:rect l="l" t="t" r="r" b="b"/>
            <a:pathLst>
              <a:path w="1734820" h="408939">
                <a:moveTo>
                  <a:pt x="175260" y="39624"/>
                </a:moveTo>
                <a:lnTo>
                  <a:pt x="140208" y="13716"/>
                </a:lnTo>
                <a:lnTo>
                  <a:pt x="127063" y="46863"/>
                </a:lnTo>
                <a:lnTo>
                  <a:pt x="112776" y="77724"/>
                </a:lnTo>
                <a:lnTo>
                  <a:pt x="80772" y="132588"/>
                </a:lnTo>
                <a:lnTo>
                  <a:pt x="42672" y="179451"/>
                </a:lnTo>
                <a:lnTo>
                  <a:pt x="0" y="219456"/>
                </a:lnTo>
                <a:lnTo>
                  <a:pt x="3048" y="224028"/>
                </a:lnTo>
                <a:lnTo>
                  <a:pt x="54483" y="188214"/>
                </a:lnTo>
                <a:lnTo>
                  <a:pt x="94488" y="147828"/>
                </a:lnTo>
                <a:lnTo>
                  <a:pt x="128968" y="101155"/>
                </a:lnTo>
                <a:lnTo>
                  <a:pt x="160020" y="48768"/>
                </a:lnTo>
                <a:lnTo>
                  <a:pt x="175260" y="39624"/>
                </a:lnTo>
                <a:close/>
              </a:path>
              <a:path w="1734820" h="408939">
                <a:moveTo>
                  <a:pt x="312420" y="188976"/>
                </a:moveTo>
                <a:lnTo>
                  <a:pt x="288036" y="164592"/>
                </a:lnTo>
                <a:lnTo>
                  <a:pt x="271272" y="182880"/>
                </a:lnTo>
                <a:lnTo>
                  <a:pt x="73152" y="182880"/>
                </a:lnTo>
                <a:lnTo>
                  <a:pt x="86868" y="196596"/>
                </a:lnTo>
                <a:lnTo>
                  <a:pt x="102108" y="192024"/>
                </a:lnTo>
                <a:lnTo>
                  <a:pt x="156972" y="192024"/>
                </a:lnTo>
                <a:lnTo>
                  <a:pt x="145542" y="250317"/>
                </a:lnTo>
                <a:lnTo>
                  <a:pt x="124968" y="306324"/>
                </a:lnTo>
                <a:lnTo>
                  <a:pt x="84963" y="357568"/>
                </a:lnTo>
                <a:lnTo>
                  <a:pt x="19812" y="400812"/>
                </a:lnTo>
                <a:lnTo>
                  <a:pt x="22860" y="408432"/>
                </a:lnTo>
                <a:lnTo>
                  <a:pt x="63754" y="388391"/>
                </a:lnTo>
                <a:lnTo>
                  <a:pt x="97345" y="366903"/>
                </a:lnTo>
                <a:lnTo>
                  <a:pt x="143256" y="318516"/>
                </a:lnTo>
                <a:lnTo>
                  <a:pt x="168402" y="261556"/>
                </a:lnTo>
                <a:lnTo>
                  <a:pt x="184404" y="192024"/>
                </a:lnTo>
                <a:lnTo>
                  <a:pt x="274320" y="192024"/>
                </a:lnTo>
                <a:lnTo>
                  <a:pt x="270891" y="252082"/>
                </a:lnTo>
                <a:lnTo>
                  <a:pt x="267462" y="297561"/>
                </a:lnTo>
                <a:lnTo>
                  <a:pt x="260604" y="345948"/>
                </a:lnTo>
                <a:lnTo>
                  <a:pt x="240792" y="365760"/>
                </a:lnTo>
                <a:lnTo>
                  <a:pt x="232206" y="365455"/>
                </a:lnTo>
                <a:lnTo>
                  <a:pt x="220027" y="364426"/>
                </a:lnTo>
                <a:lnTo>
                  <a:pt x="204152" y="362546"/>
                </a:lnTo>
                <a:lnTo>
                  <a:pt x="184404" y="359664"/>
                </a:lnTo>
                <a:lnTo>
                  <a:pt x="184404" y="367284"/>
                </a:lnTo>
                <a:lnTo>
                  <a:pt x="203822" y="374129"/>
                </a:lnTo>
                <a:lnTo>
                  <a:pt x="218503" y="383095"/>
                </a:lnTo>
                <a:lnTo>
                  <a:pt x="228346" y="394081"/>
                </a:lnTo>
                <a:lnTo>
                  <a:pt x="233172" y="406908"/>
                </a:lnTo>
                <a:lnTo>
                  <a:pt x="249161" y="399415"/>
                </a:lnTo>
                <a:lnTo>
                  <a:pt x="281940" y="365760"/>
                </a:lnTo>
                <a:lnTo>
                  <a:pt x="293179" y="309562"/>
                </a:lnTo>
                <a:lnTo>
                  <a:pt x="296722" y="261556"/>
                </a:lnTo>
                <a:lnTo>
                  <a:pt x="298704" y="199644"/>
                </a:lnTo>
                <a:lnTo>
                  <a:pt x="308508" y="192024"/>
                </a:lnTo>
                <a:lnTo>
                  <a:pt x="312420" y="188976"/>
                </a:lnTo>
                <a:close/>
              </a:path>
              <a:path w="1734820" h="408939">
                <a:moveTo>
                  <a:pt x="403860" y="182880"/>
                </a:moveTo>
                <a:lnTo>
                  <a:pt x="355663" y="166116"/>
                </a:lnTo>
                <a:lnTo>
                  <a:pt x="310896" y="135636"/>
                </a:lnTo>
                <a:lnTo>
                  <a:pt x="273939" y="88963"/>
                </a:lnTo>
                <a:lnTo>
                  <a:pt x="248412" y="27432"/>
                </a:lnTo>
                <a:lnTo>
                  <a:pt x="262128" y="18288"/>
                </a:lnTo>
                <a:lnTo>
                  <a:pt x="230124" y="4572"/>
                </a:lnTo>
                <a:lnTo>
                  <a:pt x="247269" y="70104"/>
                </a:lnTo>
                <a:lnTo>
                  <a:pt x="275844" y="126492"/>
                </a:lnTo>
                <a:lnTo>
                  <a:pt x="315849" y="173545"/>
                </a:lnTo>
                <a:lnTo>
                  <a:pt x="367284" y="210312"/>
                </a:lnTo>
                <a:lnTo>
                  <a:pt x="372999" y="201168"/>
                </a:lnTo>
                <a:lnTo>
                  <a:pt x="381000" y="194310"/>
                </a:lnTo>
                <a:lnTo>
                  <a:pt x="391287" y="189738"/>
                </a:lnTo>
                <a:lnTo>
                  <a:pt x="403860" y="187452"/>
                </a:lnTo>
                <a:lnTo>
                  <a:pt x="403860" y="182880"/>
                </a:lnTo>
                <a:close/>
              </a:path>
              <a:path w="1734820" h="408939">
                <a:moveTo>
                  <a:pt x="664464" y="50292"/>
                </a:moveTo>
                <a:lnTo>
                  <a:pt x="635508" y="18288"/>
                </a:lnTo>
                <a:lnTo>
                  <a:pt x="615696" y="39624"/>
                </a:lnTo>
                <a:lnTo>
                  <a:pt x="565404" y="39624"/>
                </a:lnTo>
                <a:lnTo>
                  <a:pt x="565404" y="50292"/>
                </a:lnTo>
                <a:lnTo>
                  <a:pt x="565404" y="105156"/>
                </a:lnTo>
                <a:lnTo>
                  <a:pt x="541020" y="105156"/>
                </a:lnTo>
                <a:lnTo>
                  <a:pt x="541020" y="50292"/>
                </a:lnTo>
                <a:lnTo>
                  <a:pt x="565404" y="50292"/>
                </a:lnTo>
                <a:lnTo>
                  <a:pt x="565404" y="39624"/>
                </a:lnTo>
                <a:lnTo>
                  <a:pt x="440436" y="39624"/>
                </a:lnTo>
                <a:lnTo>
                  <a:pt x="455676" y="54864"/>
                </a:lnTo>
                <a:lnTo>
                  <a:pt x="465112" y="52870"/>
                </a:lnTo>
                <a:lnTo>
                  <a:pt x="475107" y="51435"/>
                </a:lnTo>
                <a:lnTo>
                  <a:pt x="485686" y="50584"/>
                </a:lnTo>
                <a:lnTo>
                  <a:pt x="496824" y="50292"/>
                </a:lnTo>
                <a:lnTo>
                  <a:pt x="519684" y="50292"/>
                </a:lnTo>
                <a:lnTo>
                  <a:pt x="519684" y="105156"/>
                </a:lnTo>
                <a:lnTo>
                  <a:pt x="519684" y="115824"/>
                </a:lnTo>
                <a:lnTo>
                  <a:pt x="517956" y="154978"/>
                </a:lnTo>
                <a:lnTo>
                  <a:pt x="512635" y="187833"/>
                </a:lnTo>
                <a:lnTo>
                  <a:pt x="503618" y="214414"/>
                </a:lnTo>
                <a:lnTo>
                  <a:pt x="490728" y="234696"/>
                </a:lnTo>
                <a:lnTo>
                  <a:pt x="490728" y="115824"/>
                </a:lnTo>
                <a:lnTo>
                  <a:pt x="519684" y="115824"/>
                </a:lnTo>
                <a:lnTo>
                  <a:pt x="519684" y="105156"/>
                </a:lnTo>
                <a:lnTo>
                  <a:pt x="490728" y="105156"/>
                </a:lnTo>
                <a:lnTo>
                  <a:pt x="466344" y="91440"/>
                </a:lnTo>
                <a:lnTo>
                  <a:pt x="466585" y="122834"/>
                </a:lnTo>
                <a:lnTo>
                  <a:pt x="467042" y="154978"/>
                </a:lnTo>
                <a:lnTo>
                  <a:pt x="467550" y="194310"/>
                </a:lnTo>
                <a:lnTo>
                  <a:pt x="467664" y="207264"/>
                </a:lnTo>
                <a:lnTo>
                  <a:pt x="467791" y="231648"/>
                </a:lnTo>
                <a:lnTo>
                  <a:pt x="467715" y="278892"/>
                </a:lnTo>
                <a:lnTo>
                  <a:pt x="467639" y="294944"/>
                </a:lnTo>
                <a:lnTo>
                  <a:pt x="467106" y="336042"/>
                </a:lnTo>
                <a:lnTo>
                  <a:pt x="466585" y="371436"/>
                </a:lnTo>
                <a:lnTo>
                  <a:pt x="466344" y="400812"/>
                </a:lnTo>
                <a:lnTo>
                  <a:pt x="490728" y="393192"/>
                </a:lnTo>
                <a:lnTo>
                  <a:pt x="490728" y="356616"/>
                </a:lnTo>
                <a:lnTo>
                  <a:pt x="615696" y="356616"/>
                </a:lnTo>
                <a:lnTo>
                  <a:pt x="615696" y="399288"/>
                </a:lnTo>
                <a:lnTo>
                  <a:pt x="640080" y="387096"/>
                </a:lnTo>
                <a:lnTo>
                  <a:pt x="639343" y="359524"/>
                </a:lnTo>
                <a:lnTo>
                  <a:pt x="639305" y="356616"/>
                </a:lnTo>
                <a:lnTo>
                  <a:pt x="639191" y="345948"/>
                </a:lnTo>
                <a:lnTo>
                  <a:pt x="638886" y="318998"/>
                </a:lnTo>
                <a:lnTo>
                  <a:pt x="638721" y="278892"/>
                </a:lnTo>
                <a:lnTo>
                  <a:pt x="638683" y="269748"/>
                </a:lnTo>
                <a:lnTo>
                  <a:pt x="638594" y="211836"/>
                </a:lnTo>
                <a:lnTo>
                  <a:pt x="638556" y="121920"/>
                </a:lnTo>
                <a:lnTo>
                  <a:pt x="645528" y="115824"/>
                </a:lnTo>
                <a:lnTo>
                  <a:pt x="650748" y="111252"/>
                </a:lnTo>
                <a:lnTo>
                  <a:pt x="643788" y="105156"/>
                </a:lnTo>
                <a:lnTo>
                  <a:pt x="626364" y="89916"/>
                </a:lnTo>
                <a:lnTo>
                  <a:pt x="615696" y="103251"/>
                </a:lnTo>
                <a:lnTo>
                  <a:pt x="615696" y="115824"/>
                </a:lnTo>
                <a:lnTo>
                  <a:pt x="615696" y="211836"/>
                </a:lnTo>
                <a:lnTo>
                  <a:pt x="615696" y="231648"/>
                </a:lnTo>
                <a:lnTo>
                  <a:pt x="615696" y="269748"/>
                </a:lnTo>
                <a:lnTo>
                  <a:pt x="615696" y="278892"/>
                </a:lnTo>
                <a:lnTo>
                  <a:pt x="615696" y="345948"/>
                </a:lnTo>
                <a:lnTo>
                  <a:pt x="490728" y="345948"/>
                </a:lnTo>
                <a:lnTo>
                  <a:pt x="490728" y="278892"/>
                </a:lnTo>
                <a:lnTo>
                  <a:pt x="615696" y="278892"/>
                </a:lnTo>
                <a:lnTo>
                  <a:pt x="615696" y="269748"/>
                </a:lnTo>
                <a:lnTo>
                  <a:pt x="490728" y="269748"/>
                </a:lnTo>
                <a:lnTo>
                  <a:pt x="490728" y="245364"/>
                </a:lnTo>
                <a:lnTo>
                  <a:pt x="501421" y="234696"/>
                </a:lnTo>
                <a:lnTo>
                  <a:pt x="512737" y="223418"/>
                </a:lnTo>
                <a:lnTo>
                  <a:pt x="528447" y="194310"/>
                </a:lnTo>
                <a:lnTo>
                  <a:pt x="537883" y="158356"/>
                </a:lnTo>
                <a:lnTo>
                  <a:pt x="541020" y="115824"/>
                </a:lnTo>
                <a:lnTo>
                  <a:pt x="565404" y="115824"/>
                </a:lnTo>
                <a:lnTo>
                  <a:pt x="565404" y="204216"/>
                </a:lnTo>
                <a:lnTo>
                  <a:pt x="566242" y="216217"/>
                </a:lnTo>
                <a:lnTo>
                  <a:pt x="570928" y="224790"/>
                </a:lnTo>
                <a:lnTo>
                  <a:pt x="579335" y="229933"/>
                </a:lnTo>
                <a:lnTo>
                  <a:pt x="591312" y="231648"/>
                </a:lnTo>
                <a:lnTo>
                  <a:pt x="615696" y="231648"/>
                </a:lnTo>
                <a:lnTo>
                  <a:pt x="615696" y="211836"/>
                </a:lnTo>
                <a:lnTo>
                  <a:pt x="589788" y="211836"/>
                </a:lnTo>
                <a:lnTo>
                  <a:pt x="585216" y="207264"/>
                </a:lnTo>
                <a:lnTo>
                  <a:pt x="585216" y="115824"/>
                </a:lnTo>
                <a:lnTo>
                  <a:pt x="615696" y="115824"/>
                </a:lnTo>
                <a:lnTo>
                  <a:pt x="615696" y="103251"/>
                </a:lnTo>
                <a:lnTo>
                  <a:pt x="614172" y="105156"/>
                </a:lnTo>
                <a:lnTo>
                  <a:pt x="585216" y="105156"/>
                </a:lnTo>
                <a:lnTo>
                  <a:pt x="585216" y="50292"/>
                </a:lnTo>
                <a:lnTo>
                  <a:pt x="664464" y="50292"/>
                </a:lnTo>
                <a:close/>
              </a:path>
              <a:path w="1734820" h="408939">
                <a:moveTo>
                  <a:pt x="848868" y="359664"/>
                </a:moveTo>
                <a:lnTo>
                  <a:pt x="827938" y="326517"/>
                </a:lnTo>
                <a:lnTo>
                  <a:pt x="826008" y="281940"/>
                </a:lnTo>
                <a:lnTo>
                  <a:pt x="816864" y="281940"/>
                </a:lnTo>
                <a:lnTo>
                  <a:pt x="814578" y="322135"/>
                </a:lnTo>
                <a:lnTo>
                  <a:pt x="803148" y="364236"/>
                </a:lnTo>
                <a:lnTo>
                  <a:pt x="725424" y="364236"/>
                </a:lnTo>
                <a:lnTo>
                  <a:pt x="712546" y="363359"/>
                </a:lnTo>
                <a:lnTo>
                  <a:pt x="703516" y="358330"/>
                </a:lnTo>
                <a:lnTo>
                  <a:pt x="698207" y="349021"/>
                </a:lnTo>
                <a:lnTo>
                  <a:pt x="696468" y="335280"/>
                </a:lnTo>
                <a:lnTo>
                  <a:pt x="696468" y="175260"/>
                </a:lnTo>
                <a:lnTo>
                  <a:pt x="790956" y="175260"/>
                </a:lnTo>
                <a:lnTo>
                  <a:pt x="790956" y="199644"/>
                </a:lnTo>
                <a:lnTo>
                  <a:pt x="815340" y="188976"/>
                </a:lnTo>
                <a:lnTo>
                  <a:pt x="814857" y="175260"/>
                </a:lnTo>
                <a:lnTo>
                  <a:pt x="814476" y="164592"/>
                </a:lnTo>
                <a:lnTo>
                  <a:pt x="814006" y="133921"/>
                </a:lnTo>
                <a:lnTo>
                  <a:pt x="813841" y="97472"/>
                </a:lnTo>
                <a:lnTo>
                  <a:pt x="813816" y="54864"/>
                </a:lnTo>
                <a:lnTo>
                  <a:pt x="819048" y="50292"/>
                </a:lnTo>
                <a:lnTo>
                  <a:pt x="826008" y="44196"/>
                </a:lnTo>
                <a:lnTo>
                  <a:pt x="800100" y="24384"/>
                </a:lnTo>
                <a:lnTo>
                  <a:pt x="787908" y="39624"/>
                </a:lnTo>
                <a:lnTo>
                  <a:pt x="665988" y="39624"/>
                </a:lnTo>
                <a:lnTo>
                  <a:pt x="681228" y="54864"/>
                </a:lnTo>
                <a:lnTo>
                  <a:pt x="691540" y="52870"/>
                </a:lnTo>
                <a:lnTo>
                  <a:pt x="701992" y="51435"/>
                </a:lnTo>
                <a:lnTo>
                  <a:pt x="712736" y="50584"/>
                </a:lnTo>
                <a:lnTo>
                  <a:pt x="723900" y="50292"/>
                </a:lnTo>
                <a:lnTo>
                  <a:pt x="790956" y="50292"/>
                </a:lnTo>
                <a:lnTo>
                  <a:pt x="790956" y="164592"/>
                </a:lnTo>
                <a:lnTo>
                  <a:pt x="696468" y="164592"/>
                </a:lnTo>
                <a:lnTo>
                  <a:pt x="672084" y="149352"/>
                </a:lnTo>
                <a:lnTo>
                  <a:pt x="673214" y="176174"/>
                </a:lnTo>
                <a:lnTo>
                  <a:pt x="674179" y="217551"/>
                </a:lnTo>
                <a:lnTo>
                  <a:pt x="674878" y="273227"/>
                </a:lnTo>
                <a:lnTo>
                  <a:pt x="675132" y="342900"/>
                </a:lnTo>
                <a:lnTo>
                  <a:pt x="676871" y="361759"/>
                </a:lnTo>
                <a:lnTo>
                  <a:pt x="684466" y="374904"/>
                </a:lnTo>
                <a:lnTo>
                  <a:pt x="698068" y="382333"/>
                </a:lnTo>
                <a:lnTo>
                  <a:pt x="717804" y="384048"/>
                </a:lnTo>
                <a:lnTo>
                  <a:pt x="807720" y="384048"/>
                </a:lnTo>
                <a:lnTo>
                  <a:pt x="821232" y="383247"/>
                </a:lnTo>
                <a:lnTo>
                  <a:pt x="832294" y="378714"/>
                </a:lnTo>
                <a:lnTo>
                  <a:pt x="841375" y="370763"/>
                </a:lnTo>
                <a:lnTo>
                  <a:pt x="845781" y="364236"/>
                </a:lnTo>
                <a:lnTo>
                  <a:pt x="848868" y="359664"/>
                </a:lnTo>
                <a:close/>
              </a:path>
              <a:path w="1734820" h="408939">
                <a:moveTo>
                  <a:pt x="1114044" y="50292"/>
                </a:moveTo>
                <a:lnTo>
                  <a:pt x="1073645" y="14719"/>
                </a:lnTo>
                <a:lnTo>
                  <a:pt x="1053084" y="6096"/>
                </a:lnTo>
                <a:lnTo>
                  <a:pt x="1050036" y="12192"/>
                </a:lnTo>
                <a:lnTo>
                  <a:pt x="1061516" y="23914"/>
                </a:lnTo>
                <a:lnTo>
                  <a:pt x="1070991" y="36195"/>
                </a:lnTo>
                <a:lnTo>
                  <a:pt x="1078763" y="49060"/>
                </a:lnTo>
                <a:lnTo>
                  <a:pt x="1085088" y="62484"/>
                </a:lnTo>
                <a:lnTo>
                  <a:pt x="1089660" y="74676"/>
                </a:lnTo>
                <a:lnTo>
                  <a:pt x="1094232" y="80772"/>
                </a:lnTo>
                <a:lnTo>
                  <a:pt x="1100328" y="80772"/>
                </a:lnTo>
                <a:lnTo>
                  <a:pt x="1103376" y="77724"/>
                </a:lnTo>
                <a:lnTo>
                  <a:pt x="1112520" y="65532"/>
                </a:lnTo>
                <a:lnTo>
                  <a:pt x="1114044" y="59436"/>
                </a:lnTo>
                <a:lnTo>
                  <a:pt x="1114044" y="50292"/>
                </a:lnTo>
                <a:close/>
              </a:path>
              <a:path w="1734820" h="408939">
                <a:moveTo>
                  <a:pt x="1295400" y="102108"/>
                </a:moveTo>
                <a:lnTo>
                  <a:pt x="1258824" y="65532"/>
                </a:lnTo>
                <a:lnTo>
                  <a:pt x="1232916" y="91440"/>
                </a:lnTo>
                <a:lnTo>
                  <a:pt x="886968" y="91440"/>
                </a:lnTo>
                <a:lnTo>
                  <a:pt x="902208" y="106680"/>
                </a:lnTo>
                <a:lnTo>
                  <a:pt x="911644" y="104686"/>
                </a:lnTo>
                <a:lnTo>
                  <a:pt x="921639" y="103251"/>
                </a:lnTo>
                <a:lnTo>
                  <a:pt x="932218" y="102400"/>
                </a:lnTo>
                <a:lnTo>
                  <a:pt x="943356" y="102108"/>
                </a:lnTo>
                <a:lnTo>
                  <a:pt x="1053084" y="102108"/>
                </a:lnTo>
                <a:lnTo>
                  <a:pt x="1049909" y="159042"/>
                </a:lnTo>
                <a:lnTo>
                  <a:pt x="1040371" y="210985"/>
                </a:lnTo>
                <a:lnTo>
                  <a:pt x="1024420" y="257987"/>
                </a:lnTo>
                <a:lnTo>
                  <a:pt x="1002042" y="300113"/>
                </a:lnTo>
                <a:lnTo>
                  <a:pt x="973226" y="337426"/>
                </a:lnTo>
                <a:lnTo>
                  <a:pt x="937920" y="369951"/>
                </a:lnTo>
                <a:lnTo>
                  <a:pt x="896112" y="397764"/>
                </a:lnTo>
                <a:lnTo>
                  <a:pt x="900684" y="405384"/>
                </a:lnTo>
                <a:lnTo>
                  <a:pt x="944232" y="381000"/>
                </a:lnTo>
                <a:lnTo>
                  <a:pt x="981862" y="351993"/>
                </a:lnTo>
                <a:lnTo>
                  <a:pt x="1013460" y="318325"/>
                </a:lnTo>
                <a:lnTo>
                  <a:pt x="1038974" y="279971"/>
                </a:lnTo>
                <a:lnTo>
                  <a:pt x="1058316" y="236867"/>
                </a:lnTo>
                <a:lnTo>
                  <a:pt x="1071372" y="188976"/>
                </a:lnTo>
                <a:lnTo>
                  <a:pt x="1187196" y="188976"/>
                </a:lnTo>
                <a:lnTo>
                  <a:pt x="1182014" y="230390"/>
                </a:lnTo>
                <a:lnTo>
                  <a:pt x="1177671" y="265366"/>
                </a:lnTo>
                <a:lnTo>
                  <a:pt x="1173911" y="293776"/>
                </a:lnTo>
                <a:lnTo>
                  <a:pt x="1166774" y="332028"/>
                </a:lnTo>
                <a:lnTo>
                  <a:pt x="1143000" y="365760"/>
                </a:lnTo>
                <a:lnTo>
                  <a:pt x="1132332" y="365760"/>
                </a:lnTo>
                <a:lnTo>
                  <a:pt x="1123238" y="364667"/>
                </a:lnTo>
                <a:lnTo>
                  <a:pt x="1109853" y="361569"/>
                </a:lnTo>
                <a:lnTo>
                  <a:pt x="1092479" y="356768"/>
                </a:lnTo>
                <a:lnTo>
                  <a:pt x="1071372" y="350520"/>
                </a:lnTo>
                <a:lnTo>
                  <a:pt x="1068324" y="358140"/>
                </a:lnTo>
                <a:lnTo>
                  <a:pt x="1091526" y="368985"/>
                </a:lnTo>
                <a:lnTo>
                  <a:pt x="1108710" y="380809"/>
                </a:lnTo>
                <a:lnTo>
                  <a:pt x="1120190" y="393509"/>
                </a:lnTo>
                <a:lnTo>
                  <a:pt x="1126236" y="406908"/>
                </a:lnTo>
                <a:lnTo>
                  <a:pt x="1138885" y="403225"/>
                </a:lnTo>
                <a:lnTo>
                  <a:pt x="1173937" y="384479"/>
                </a:lnTo>
                <a:lnTo>
                  <a:pt x="1192923" y="337426"/>
                </a:lnTo>
                <a:lnTo>
                  <a:pt x="1205420" y="257987"/>
                </a:lnTo>
                <a:lnTo>
                  <a:pt x="1213104" y="198120"/>
                </a:lnTo>
                <a:lnTo>
                  <a:pt x="1228788" y="188976"/>
                </a:lnTo>
                <a:lnTo>
                  <a:pt x="1231392" y="187452"/>
                </a:lnTo>
                <a:lnTo>
                  <a:pt x="1221181" y="178308"/>
                </a:lnTo>
                <a:lnTo>
                  <a:pt x="1202436" y="161544"/>
                </a:lnTo>
                <a:lnTo>
                  <a:pt x="1185672" y="178308"/>
                </a:lnTo>
                <a:lnTo>
                  <a:pt x="1072896" y="178308"/>
                </a:lnTo>
                <a:lnTo>
                  <a:pt x="1076020" y="157187"/>
                </a:lnTo>
                <a:lnTo>
                  <a:pt x="1078420" y="137350"/>
                </a:lnTo>
                <a:lnTo>
                  <a:pt x="1079969" y="118948"/>
                </a:lnTo>
                <a:lnTo>
                  <a:pt x="1080516" y="102108"/>
                </a:lnTo>
                <a:lnTo>
                  <a:pt x="1295400" y="102108"/>
                </a:lnTo>
                <a:close/>
              </a:path>
              <a:path w="1734820" h="408939">
                <a:moveTo>
                  <a:pt x="1548384" y="28956"/>
                </a:moveTo>
                <a:lnTo>
                  <a:pt x="1514652" y="5461"/>
                </a:lnTo>
                <a:lnTo>
                  <a:pt x="1498092" y="0"/>
                </a:lnTo>
                <a:lnTo>
                  <a:pt x="1496568" y="4572"/>
                </a:lnTo>
                <a:lnTo>
                  <a:pt x="1505381" y="13741"/>
                </a:lnTo>
                <a:lnTo>
                  <a:pt x="1513332" y="23050"/>
                </a:lnTo>
                <a:lnTo>
                  <a:pt x="1520151" y="32651"/>
                </a:lnTo>
                <a:lnTo>
                  <a:pt x="1525524" y="42672"/>
                </a:lnTo>
                <a:lnTo>
                  <a:pt x="1530096" y="51816"/>
                </a:lnTo>
                <a:lnTo>
                  <a:pt x="1533144" y="56388"/>
                </a:lnTo>
                <a:lnTo>
                  <a:pt x="1539240" y="56388"/>
                </a:lnTo>
                <a:lnTo>
                  <a:pt x="1540764" y="54864"/>
                </a:lnTo>
                <a:lnTo>
                  <a:pt x="1546860" y="45720"/>
                </a:lnTo>
                <a:lnTo>
                  <a:pt x="1548384" y="39624"/>
                </a:lnTo>
                <a:lnTo>
                  <a:pt x="1548384" y="28956"/>
                </a:lnTo>
                <a:close/>
              </a:path>
              <a:path w="1734820" h="408939">
                <a:moveTo>
                  <a:pt x="1716024" y="134112"/>
                </a:moveTo>
                <a:lnTo>
                  <a:pt x="1680972" y="99060"/>
                </a:lnTo>
                <a:lnTo>
                  <a:pt x="1656588" y="123444"/>
                </a:lnTo>
                <a:lnTo>
                  <a:pt x="1591056" y="123444"/>
                </a:lnTo>
                <a:lnTo>
                  <a:pt x="1591056" y="134112"/>
                </a:lnTo>
                <a:lnTo>
                  <a:pt x="1580769" y="147256"/>
                </a:lnTo>
                <a:lnTo>
                  <a:pt x="1570482" y="159258"/>
                </a:lnTo>
                <a:lnTo>
                  <a:pt x="1560195" y="170116"/>
                </a:lnTo>
                <a:lnTo>
                  <a:pt x="1549908" y="179832"/>
                </a:lnTo>
                <a:lnTo>
                  <a:pt x="1525600" y="176695"/>
                </a:lnTo>
                <a:lnTo>
                  <a:pt x="1502854" y="174117"/>
                </a:lnTo>
                <a:lnTo>
                  <a:pt x="1481543" y="172123"/>
                </a:lnTo>
                <a:lnTo>
                  <a:pt x="1461516" y="170688"/>
                </a:lnTo>
                <a:lnTo>
                  <a:pt x="1469237" y="159829"/>
                </a:lnTo>
                <a:lnTo>
                  <a:pt x="1476375" y="150114"/>
                </a:lnTo>
                <a:lnTo>
                  <a:pt x="1482953" y="141541"/>
                </a:lnTo>
                <a:lnTo>
                  <a:pt x="1488948" y="134112"/>
                </a:lnTo>
                <a:lnTo>
                  <a:pt x="1591056" y="134112"/>
                </a:lnTo>
                <a:lnTo>
                  <a:pt x="1591056" y="123444"/>
                </a:lnTo>
                <a:lnTo>
                  <a:pt x="1495044" y="123444"/>
                </a:lnTo>
                <a:lnTo>
                  <a:pt x="1517904" y="92964"/>
                </a:lnTo>
                <a:lnTo>
                  <a:pt x="1531620" y="86868"/>
                </a:lnTo>
                <a:lnTo>
                  <a:pt x="1510284" y="71628"/>
                </a:lnTo>
                <a:lnTo>
                  <a:pt x="1668780" y="71628"/>
                </a:lnTo>
                <a:lnTo>
                  <a:pt x="1653540" y="105156"/>
                </a:lnTo>
                <a:lnTo>
                  <a:pt x="1658112" y="109728"/>
                </a:lnTo>
                <a:lnTo>
                  <a:pt x="1688592" y="80772"/>
                </a:lnTo>
                <a:lnTo>
                  <a:pt x="1705356" y="71628"/>
                </a:lnTo>
                <a:lnTo>
                  <a:pt x="1711452" y="71628"/>
                </a:lnTo>
                <a:lnTo>
                  <a:pt x="1700784" y="60960"/>
                </a:lnTo>
                <a:lnTo>
                  <a:pt x="1682496" y="42672"/>
                </a:lnTo>
                <a:lnTo>
                  <a:pt x="1667256" y="60960"/>
                </a:lnTo>
                <a:lnTo>
                  <a:pt x="1399032" y="60960"/>
                </a:lnTo>
                <a:lnTo>
                  <a:pt x="1399032" y="42672"/>
                </a:lnTo>
                <a:lnTo>
                  <a:pt x="1391412" y="42672"/>
                </a:lnTo>
                <a:lnTo>
                  <a:pt x="1387157" y="59270"/>
                </a:lnTo>
                <a:lnTo>
                  <a:pt x="1381315" y="72580"/>
                </a:lnTo>
                <a:lnTo>
                  <a:pt x="1374063" y="82753"/>
                </a:lnTo>
                <a:lnTo>
                  <a:pt x="1365504" y="89916"/>
                </a:lnTo>
                <a:lnTo>
                  <a:pt x="1357884" y="94488"/>
                </a:lnTo>
                <a:lnTo>
                  <a:pt x="1353312" y="99060"/>
                </a:lnTo>
                <a:lnTo>
                  <a:pt x="1353312" y="105156"/>
                </a:lnTo>
                <a:lnTo>
                  <a:pt x="1356360" y="106680"/>
                </a:lnTo>
                <a:lnTo>
                  <a:pt x="1359408" y="109728"/>
                </a:lnTo>
                <a:lnTo>
                  <a:pt x="1368552" y="112776"/>
                </a:lnTo>
                <a:lnTo>
                  <a:pt x="1377696" y="112776"/>
                </a:lnTo>
                <a:lnTo>
                  <a:pt x="1399032" y="71628"/>
                </a:lnTo>
                <a:lnTo>
                  <a:pt x="1499616" y="71628"/>
                </a:lnTo>
                <a:lnTo>
                  <a:pt x="1495958" y="79946"/>
                </a:lnTo>
                <a:lnTo>
                  <a:pt x="1489710" y="91249"/>
                </a:lnTo>
                <a:lnTo>
                  <a:pt x="1481188" y="105714"/>
                </a:lnTo>
                <a:lnTo>
                  <a:pt x="1470660" y="123444"/>
                </a:lnTo>
                <a:lnTo>
                  <a:pt x="1353312" y="123444"/>
                </a:lnTo>
                <a:lnTo>
                  <a:pt x="1368552" y="137160"/>
                </a:lnTo>
                <a:lnTo>
                  <a:pt x="1383792" y="134112"/>
                </a:lnTo>
                <a:lnTo>
                  <a:pt x="1464564" y="134112"/>
                </a:lnTo>
                <a:lnTo>
                  <a:pt x="1457210" y="144399"/>
                </a:lnTo>
                <a:lnTo>
                  <a:pt x="1449133" y="154686"/>
                </a:lnTo>
                <a:lnTo>
                  <a:pt x="1440776" y="164973"/>
                </a:lnTo>
                <a:lnTo>
                  <a:pt x="1432560" y="175260"/>
                </a:lnTo>
                <a:lnTo>
                  <a:pt x="1463979" y="179819"/>
                </a:lnTo>
                <a:lnTo>
                  <a:pt x="1491805" y="184213"/>
                </a:lnTo>
                <a:lnTo>
                  <a:pt x="1515935" y="188341"/>
                </a:lnTo>
                <a:lnTo>
                  <a:pt x="1536192" y="192024"/>
                </a:lnTo>
                <a:lnTo>
                  <a:pt x="1504480" y="208648"/>
                </a:lnTo>
                <a:lnTo>
                  <a:pt x="1466469" y="222123"/>
                </a:lnTo>
                <a:lnTo>
                  <a:pt x="1422184" y="232752"/>
                </a:lnTo>
                <a:lnTo>
                  <a:pt x="1371600" y="240792"/>
                </a:lnTo>
                <a:lnTo>
                  <a:pt x="1371600" y="248412"/>
                </a:lnTo>
                <a:lnTo>
                  <a:pt x="1431328" y="241871"/>
                </a:lnTo>
                <a:lnTo>
                  <a:pt x="1482471" y="231457"/>
                </a:lnTo>
                <a:lnTo>
                  <a:pt x="1525054" y="217347"/>
                </a:lnTo>
                <a:lnTo>
                  <a:pt x="1559052" y="199644"/>
                </a:lnTo>
                <a:lnTo>
                  <a:pt x="1575346" y="205130"/>
                </a:lnTo>
                <a:lnTo>
                  <a:pt x="1613916" y="220980"/>
                </a:lnTo>
                <a:lnTo>
                  <a:pt x="1634871" y="232029"/>
                </a:lnTo>
                <a:lnTo>
                  <a:pt x="1644357" y="236842"/>
                </a:lnTo>
                <a:lnTo>
                  <a:pt x="1653540" y="240792"/>
                </a:lnTo>
                <a:lnTo>
                  <a:pt x="1656588" y="243840"/>
                </a:lnTo>
                <a:lnTo>
                  <a:pt x="1659636" y="245364"/>
                </a:lnTo>
                <a:lnTo>
                  <a:pt x="1667256" y="245364"/>
                </a:lnTo>
                <a:lnTo>
                  <a:pt x="1668780" y="240792"/>
                </a:lnTo>
                <a:lnTo>
                  <a:pt x="1670240" y="232029"/>
                </a:lnTo>
                <a:lnTo>
                  <a:pt x="1670278" y="231457"/>
                </a:lnTo>
                <a:lnTo>
                  <a:pt x="1668881" y="224205"/>
                </a:lnTo>
                <a:lnTo>
                  <a:pt x="1633423" y="201574"/>
                </a:lnTo>
                <a:lnTo>
                  <a:pt x="1596224" y="190766"/>
                </a:lnTo>
                <a:lnTo>
                  <a:pt x="1572768" y="185928"/>
                </a:lnTo>
                <a:lnTo>
                  <a:pt x="1579194" y="179832"/>
                </a:lnTo>
                <a:lnTo>
                  <a:pt x="1584223" y="175056"/>
                </a:lnTo>
                <a:lnTo>
                  <a:pt x="1595818" y="162877"/>
                </a:lnTo>
                <a:lnTo>
                  <a:pt x="1607705" y="149288"/>
                </a:lnTo>
                <a:lnTo>
                  <a:pt x="1620012" y="134112"/>
                </a:lnTo>
                <a:lnTo>
                  <a:pt x="1716024" y="134112"/>
                </a:lnTo>
                <a:close/>
              </a:path>
              <a:path w="1734820" h="408939">
                <a:moveTo>
                  <a:pt x="1734312" y="362712"/>
                </a:moveTo>
                <a:lnTo>
                  <a:pt x="1682546" y="355028"/>
                </a:lnTo>
                <a:lnTo>
                  <a:pt x="1636776" y="338899"/>
                </a:lnTo>
                <a:lnTo>
                  <a:pt x="1596732" y="314502"/>
                </a:lnTo>
                <a:lnTo>
                  <a:pt x="1562100" y="281940"/>
                </a:lnTo>
                <a:lnTo>
                  <a:pt x="1731264" y="281940"/>
                </a:lnTo>
                <a:lnTo>
                  <a:pt x="1694688" y="245364"/>
                </a:lnTo>
                <a:lnTo>
                  <a:pt x="1668780" y="271272"/>
                </a:lnTo>
                <a:lnTo>
                  <a:pt x="1548384" y="271272"/>
                </a:lnTo>
                <a:lnTo>
                  <a:pt x="1548384" y="252984"/>
                </a:lnTo>
                <a:lnTo>
                  <a:pt x="1563624" y="242316"/>
                </a:lnTo>
                <a:lnTo>
                  <a:pt x="1522476" y="225552"/>
                </a:lnTo>
                <a:lnTo>
                  <a:pt x="1524000" y="271272"/>
                </a:lnTo>
                <a:lnTo>
                  <a:pt x="1344168" y="271272"/>
                </a:lnTo>
                <a:lnTo>
                  <a:pt x="1357884" y="284988"/>
                </a:lnTo>
                <a:lnTo>
                  <a:pt x="1376172" y="281940"/>
                </a:lnTo>
                <a:lnTo>
                  <a:pt x="1496568" y="281940"/>
                </a:lnTo>
                <a:lnTo>
                  <a:pt x="1464017" y="316522"/>
                </a:lnTo>
                <a:lnTo>
                  <a:pt x="1425892" y="347091"/>
                </a:lnTo>
                <a:lnTo>
                  <a:pt x="1382344" y="373672"/>
                </a:lnTo>
                <a:lnTo>
                  <a:pt x="1333500" y="396240"/>
                </a:lnTo>
                <a:lnTo>
                  <a:pt x="1335024" y="402336"/>
                </a:lnTo>
                <a:lnTo>
                  <a:pt x="1381455" y="386791"/>
                </a:lnTo>
                <a:lnTo>
                  <a:pt x="1423720" y="367499"/>
                </a:lnTo>
                <a:lnTo>
                  <a:pt x="1461655" y="344411"/>
                </a:lnTo>
                <a:lnTo>
                  <a:pt x="1495132" y="317436"/>
                </a:lnTo>
                <a:lnTo>
                  <a:pt x="1524000" y="286512"/>
                </a:lnTo>
                <a:lnTo>
                  <a:pt x="1523974" y="318858"/>
                </a:lnTo>
                <a:lnTo>
                  <a:pt x="1523784" y="349758"/>
                </a:lnTo>
                <a:lnTo>
                  <a:pt x="1523365" y="378523"/>
                </a:lnTo>
                <a:lnTo>
                  <a:pt x="1522476" y="408432"/>
                </a:lnTo>
                <a:lnTo>
                  <a:pt x="1549908" y="394716"/>
                </a:lnTo>
                <a:lnTo>
                  <a:pt x="1549641" y="373507"/>
                </a:lnTo>
                <a:lnTo>
                  <a:pt x="1549146" y="349758"/>
                </a:lnTo>
                <a:lnTo>
                  <a:pt x="1548625" y="318858"/>
                </a:lnTo>
                <a:lnTo>
                  <a:pt x="1548422" y="286512"/>
                </a:lnTo>
                <a:lnTo>
                  <a:pt x="1548384" y="281940"/>
                </a:lnTo>
                <a:lnTo>
                  <a:pt x="1554480" y="281940"/>
                </a:lnTo>
                <a:lnTo>
                  <a:pt x="1580159" y="318858"/>
                </a:lnTo>
                <a:lnTo>
                  <a:pt x="1613535" y="349758"/>
                </a:lnTo>
                <a:lnTo>
                  <a:pt x="1654352" y="374954"/>
                </a:lnTo>
                <a:lnTo>
                  <a:pt x="1702308" y="394716"/>
                </a:lnTo>
                <a:lnTo>
                  <a:pt x="1706880" y="385559"/>
                </a:lnTo>
                <a:lnTo>
                  <a:pt x="1713738" y="378523"/>
                </a:lnTo>
                <a:lnTo>
                  <a:pt x="1722882" y="373507"/>
                </a:lnTo>
                <a:lnTo>
                  <a:pt x="1734312" y="370332"/>
                </a:lnTo>
                <a:lnTo>
                  <a:pt x="1734312" y="36271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" name="object 16"/>
          <p:cNvSpPr/>
          <p:nvPr/>
        </p:nvSpPr>
        <p:spPr>
          <a:xfrm>
            <a:off x="4875275" y="3005327"/>
            <a:ext cx="337185" cy="408940"/>
          </a:xfrm>
          <a:custGeom>
            <a:avLst/>
            <a:gdLst/>
            <a:ahLst/>
            <a:cxnLst/>
            <a:rect l="l" t="t" r="r" b="b"/>
            <a:pathLst>
              <a:path w="337185" h="408939">
                <a:moveTo>
                  <a:pt x="172212" y="102108"/>
                </a:moveTo>
                <a:lnTo>
                  <a:pt x="146304" y="102108"/>
                </a:lnTo>
                <a:lnTo>
                  <a:pt x="146042" y="70080"/>
                </a:lnTo>
                <a:lnTo>
                  <a:pt x="145351" y="42481"/>
                </a:lnTo>
                <a:lnTo>
                  <a:pt x="144375" y="19169"/>
                </a:lnTo>
                <a:lnTo>
                  <a:pt x="143256" y="0"/>
                </a:lnTo>
                <a:lnTo>
                  <a:pt x="185928" y="18288"/>
                </a:lnTo>
                <a:lnTo>
                  <a:pt x="172212" y="32004"/>
                </a:lnTo>
                <a:lnTo>
                  <a:pt x="172212" y="102108"/>
                </a:lnTo>
                <a:close/>
              </a:path>
              <a:path w="337185" h="408939">
                <a:moveTo>
                  <a:pt x="334873" y="102108"/>
                </a:moveTo>
                <a:lnTo>
                  <a:pt x="294132" y="102108"/>
                </a:lnTo>
                <a:lnTo>
                  <a:pt x="307848" y="80772"/>
                </a:lnTo>
                <a:lnTo>
                  <a:pt x="334873" y="102108"/>
                </a:lnTo>
                <a:close/>
              </a:path>
              <a:path w="337185" h="408939">
                <a:moveTo>
                  <a:pt x="0" y="272795"/>
                </a:moveTo>
                <a:lnTo>
                  <a:pt x="238" y="255103"/>
                </a:lnTo>
                <a:lnTo>
                  <a:pt x="762" y="234124"/>
                </a:lnTo>
                <a:lnTo>
                  <a:pt x="1285" y="210002"/>
                </a:lnTo>
                <a:lnTo>
                  <a:pt x="1524" y="182880"/>
                </a:lnTo>
                <a:lnTo>
                  <a:pt x="1500" y="154590"/>
                </a:lnTo>
                <a:lnTo>
                  <a:pt x="1333" y="129159"/>
                </a:lnTo>
                <a:lnTo>
                  <a:pt x="881" y="106584"/>
                </a:lnTo>
                <a:lnTo>
                  <a:pt x="0" y="86868"/>
                </a:lnTo>
                <a:lnTo>
                  <a:pt x="25908" y="102108"/>
                </a:lnTo>
                <a:lnTo>
                  <a:pt x="334873" y="102108"/>
                </a:lnTo>
                <a:lnTo>
                  <a:pt x="336804" y="103632"/>
                </a:lnTo>
                <a:lnTo>
                  <a:pt x="326644" y="112776"/>
                </a:lnTo>
                <a:lnTo>
                  <a:pt x="25908" y="112776"/>
                </a:lnTo>
                <a:lnTo>
                  <a:pt x="25908" y="227076"/>
                </a:lnTo>
                <a:lnTo>
                  <a:pt x="321583" y="227076"/>
                </a:lnTo>
                <a:lnTo>
                  <a:pt x="321738" y="237744"/>
                </a:lnTo>
                <a:lnTo>
                  <a:pt x="25908" y="237744"/>
                </a:lnTo>
                <a:lnTo>
                  <a:pt x="25908" y="259080"/>
                </a:lnTo>
                <a:lnTo>
                  <a:pt x="0" y="272795"/>
                </a:lnTo>
                <a:close/>
              </a:path>
              <a:path w="337185" h="408939">
                <a:moveTo>
                  <a:pt x="172212" y="227076"/>
                </a:moveTo>
                <a:lnTo>
                  <a:pt x="146304" y="227076"/>
                </a:lnTo>
                <a:lnTo>
                  <a:pt x="146304" y="112776"/>
                </a:lnTo>
                <a:lnTo>
                  <a:pt x="172212" y="112776"/>
                </a:lnTo>
                <a:lnTo>
                  <a:pt x="172212" y="227076"/>
                </a:lnTo>
                <a:close/>
              </a:path>
              <a:path w="337185" h="408939">
                <a:moveTo>
                  <a:pt x="321583" y="227076"/>
                </a:moveTo>
                <a:lnTo>
                  <a:pt x="297180" y="227076"/>
                </a:lnTo>
                <a:lnTo>
                  <a:pt x="297180" y="112776"/>
                </a:lnTo>
                <a:lnTo>
                  <a:pt x="326644" y="112776"/>
                </a:lnTo>
                <a:lnTo>
                  <a:pt x="321564" y="117348"/>
                </a:lnTo>
                <a:lnTo>
                  <a:pt x="321583" y="227076"/>
                </a:lnTo>
                <a:close/>
              </a:path>
              <a:path w="337185" h="408939">
                <a:moveTo>
                  <a:pt x="143256" y="408432"/>
                </a:moveTo>
                <a:lnTo>
                  <a:pt x="144375" y="382404"/>
                </a:lnTo>
                <a:lnTo>
                  <a:pt x="145351" y="345376"/>
                </a:lnTo>
                <a:lnTo>
                  <a:pt x="146042" y="297203"/>
                </a:lnTo>
                <a:lnTo>
                  <a:pt x="146304" y="237744"/>
                </a:lnTo>
                <a:lnTo>
                  <a:pt x="172212" y="237744"/>
                </a:lnTo>
                <a:lnTo>
                  <a:pt x="172235" y="297203"/>
                </a:lnTo>
                <a:lnTo>
                  <a:pt x="172402" y="342900"/>
                </a:lnTo>
                <a:lnTo>
                  <a:pt x="172854" y="374904"/>
                </a:lnTo>
                <a:lnTo>
                  <a:pt x="173736" y="393192"/>
                </a:lnTo>
                <a:lnTo>
                  <a:pt x="143256" y="408432"/>
                </a:lnTo>
                <a:close/>
              </a:path>
              <a:path w="337185" h="408939">
                <a:moveTo>
                  <a:pt x="297180" y="269748"/>
                </a:moveTo>
                <a:lnTo>
                  <a:pt x="297180" y="237744"/>
                </a:lnTo>
                <a:lnTo>
                  <a:pt x="321738" y="237744"/>
                </a:lnTo>
                <a:lnTo>
                  <a:pt x="321754" y="238696"/>
                </a:lnTo>
                <a:lnTo>
                  <a:pt x="322206" y="248816"/>
                </a:lnTo>
                <a:lnTo>
                  <a:pt x="323088" y="259080"/>
                </a:lnTo>
                <a:lnTo>
                  <a:pt x="297180" y="26974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" name="object 17"/>
          <p:cNvSpPr/>
          <p:nvPr/>
        </p:nvSpPr>
        <p:spPr>
          <a:xfrm>
            <a:off x="5285219" y="3005327"/>
            <a:ext cx="843280" cy="408940"/>
          </a:xfrm>
          <a:custGeom>
            <a:avLst/>
            <a:gdLst/>
            <a:ahLst/>
            <a:cxnLst/>
            <a:rect l="l" t="t" r="r" b="b"/>
            <a:pathLst>
              <a:path w="843279" h="408939">
                <a:moveTo>
                  <a:pt x="63042" y="162267"/>
                </a:moveTo>
                <a:lnTo>
                  <a:pt x="29057" y="123494"/>
                </a:lnTo>
                <a:lnTo>
                  <a:pt x="3048" y="111252"/>
                </a:lnTo>
                <a:lnTo>
                  <a:pt x="0" y="115824"/>
                </a:lnTo>
                <a:lnTo>
                  <a:pt x="12573" y="131254"/>
                </a:lnTo>
                <a:lnTo>
                  <a:pt x="22860" y="145542"/>
                </a:lnTo>
                <a:lnTo>
                  <a:pt x="30861" y="158686"/>
                </a:lnTo>
                <a:lnTo>
                  <a:pt x="36576" y="170688"/>
                </a:lnTo>
                <a:lnTo>
                  <a:pt x="41148" y="181356"/>
                </a:lnTo>
                <a:lnTo>
                  <a:pt x="45720" y="187452"/>
                </a:lnTo>
                <a:lnTo>
                  <a:pt x="50292" y="187452"/>
                </a:lnTo>
                <a:lnTo>
                  <a:pt x="51816" y="184404"/>
                </a:lnTo>
                <a:lnTo>
                  <a:pt x="56388" y="179832"/>
                </a:lnTo>
                <a:lnTo>
                  <a:pt x="60134" y="174929"/>
                </a:lnTo>
                <a:lnTo>
                  <a:pt x="62293" y="169164"/>
                </a:lnTo>
                <a:lnTo>
                  <a:pt x="63042" y="162267"/>
                </a:lnTo>
                <a:close/>
              </a:path>
              <a:path w="843279" h="408939">
                <a:moveTo>
                  <a:pt x="103632" y="53340"/>
                </a:moveTo>
                <a:lnTo>
                  <a:pt x="69938" y="27343"/>
                </a:lnTo>
                <a:lnTo>
                  <a:pt x="48768" y="16764"/>
                </a:lnTo>
                <a:lnTo>
                  <a:pt x="45720" y="22860"/>
                </a:lnTo>
                <a:lnTo>
                  <a:pt x="57391" y="38290"/>
                </a:lnTo>
                <a:lnTo>
                  <a:pt x="67056" y="52578"/>
                </a:lnTo>
                <a:lnTo>
                  <a:pt x="74447" y="65722"/>
                </a:lnTo>
                <a:lnTo>
                  <a:pt x="79248" y="77724"/>
                </a:lnTo>
                <a:lnTo>
                  <a:pt x="82296" y="86868"/>
                </a:lnTo>
                <a:lnTo>
                  <a:pt x="85344" y="91440"/>
                </a:lnTo>
                <a:lnTo>
                  <a:pt x="91440" y="91440"/>
                </a:lnTo>
                <a:lnTo>
                  <a:pt x="94488" y="88392"/>
                </a:lnTo>
                <a:lnTo>
                  <a:pt x="97536" y="80772"/>
                </a:lnTo>
                <a:lnTo>
                  <a:pt x="102108" y="74676"/>
                </a:lnTo>
                <a:lnTo>
                  <a:pt x="103632" y="68580"/>
                </a:lnTo>
                <a:lnTo>
                  <a:pt x="103632" y="53340"/>
                </a:lnTo>
                <a:close/>
              </a:path>
              <a:path w="843279" h="408939">
                <a:moveTo>
                  <a:pt x="141732" y="79248"/>
                </a:moveTo>
                <a:lnTo>
                  <a:pt x="135636" y="77724"/>
                </a:lnTo>
                <a:lnTo>
                  <a:pt x="107061" y="153504"/>
                </a:lnTo>
                <a:lnTo>
                  <a:pt x="85344" y="209550"/>
                </a:lnTo>
                <a:lnTo>
                  <a:pt x="70485" y="246176"/>
                </a:lnTo>
                <a:lnTo>
                  <a:pt x="62484" y="263652"/>
                </a:lnTo>
                <a:lnTo>
                  <a:pt x="54864" y="272796"/>
                </a:lnTo>
                <a:lnTo>
                  <a:pt x="50304" y="278866"/>
                </a:lnTo>
                <a:lnTo>
                  <a:pt x="39941" y="278853"/>
                </a:lnTo>
                <a:lnTo>
                  <a:pt x="31432" y="278511"/>
                </a:lnTo>
                <a:lnTo>
                  <a:pt x="19799" y="277609"/>
                </a:lnTo>
                <a:lnTo>
                  <a:pt x="4572" y="275844"/>
                </a:lnTo>
                <a:lnTo>
                  <a:pt x="4660" y="283489"/>
                </a:lnTo>
                <a:lnTo>
                  <a:pt x="44196" y="303276"/>
                </a:lnTo>
                <a:lnTo>
                  <a:pt x="47244" y="309372"/>
                </a:lnTo>
                <a:lnTo>
                  <a:pt x="47244" y="313944"/>
                </a:lnTo>
                <a:lnTo>
                  <a:pt x="46939" y="320827"/>
                </a:lnTo>
                <a:lnTo>
                  <a:pt x="45910" y="327850"/>
                </a:lnTo>
                <a:lnTo>
                  <a:pt x="44030" y="335165"/>
                </a:lnTo>
                <a:lnTo>
                  <a:pt x="41148" y="342900"/>
                </a:lnTo>
                <a:lnTo>
                  <a:pt x="39624" y="348996"/>
                </a:lnTo>
                <a:lnTo>
                  <a:pt x="38100" y="356616"/>
                </a:lnTo>
                <a:lnTo>
                  <a:pt x="38100" y="374904"/>
                </a:lnTo>
                <a:lnTo>
                  <a:pt x="42672" y="381000"/>
                </a:lnTo>
                <a:lnTo>
                  <a:pt x="50292" y="385572"/>
                </a:lnTo>
                <a:lnTo>
                  <a:pt x="57912" y="388620"/>
                </a:lnTo>
                <a:lnTo>
                  <a:pt x="64008" y="391668"/>
                </a:lnTo>
                <a:lnTo>
                  <a:pt x="71628" y="391668"/>
                </a:lnTo>
                <a:lnTo>
                  <a:pt x="73152" y="388620"/>
                </a:lnTo>
                <a:lnTo>
                  <a:pt x="73152" y="338328"/>
                </a:lnTo>
                <a:lnTo>
                  <a:pt x="74091" y="324065"/>
                </a:lnTo>
                <a:lnTo>
                  <a:pt x="80314" y="278892"/>
                </a:lnTo>
                <a:lnTo>
                  <a:pt x="94869" y="227838"/>
                </a:lnTo>
                <a:lnTo>
                  <a:pt x="114592" y="164401"/>
                </a:lnTo>
                <a:lnTo>
                  <a:pt x="141732" y="79248"/>
                </a:lnTo>
                <a:close/>
              </a:path>
              <a:path w="843279" h="408939">
                <a:moveTo>
                  <a:pt x="393192" y="149352"/>
                </a:moveTo>
                <a:lnTo>
                  <a:pt x="390144" y="144780"/>
                </a:lnTo>
                <a:lnTo>
                  <a:pt x="385572" y="141732"/>
                </a:lnTo>
                <a:lnTo>
                  <a:pt x="384048" y="140208"/>
                </a:lnTo>
                <a:lnTo>
                  <a:pt x="381000" y="137160"/>
                </a:lnTo>
                <a:lnTo>
                  <a:pt x="376428" y="135636"/>
                </a:lnTo>
                <a:lnTo>
                  <a:pt x="368808" y="135636"/>
                </a:lnTo>
                <a:lnTo>
                  <a:pt x="364236" y="137160"/>
                </a:lnTo>
                <a:lnTo>
                  <a:pt x="358140" y="140208"/>
                </a:lnTo>
                <a:lnTo>
                  <a:pt x="316992" y="140208"/>
                </a:lnTo>
                <a:lnTo>
                  <a:pt x="310896" y="135636"/>
                </a:lnTo>
                <a:lnTo>
                  <a:pt x="309372" y="126492"/>
                </a:lnTo>
                <a:lnTo>
                  <a:pt x="309372" y="50292"/>
                </a:lnTo>
                <a:lnTo>
                  <a:pt x="317220" y="44196"/>
                </a:lnTo>
                <a:lnTo>
                  <a:pt x="323088" y="39624"/>
                </a:lnTo>
                <a:lnTo>
                  <a:pt x="317868" y="35052"/>
                </a:lnTo>
                <a:lnTo>
                  <a:pt x="298704" y="18288"/>
                </a:lnTo>
                <a:lnTo>
                  <a:pt x="284988" y="35052"/>
                </a:lnTo>
                <a:lnTo>
                  <a:pt x="208788" y="35052"/>
                </a:lnTo>
                <a:lnTo>
                  <a:pt x="182880" y="18288"/>
                </a:lnTo>
                <a:lnTo>
                  <a:pt x="182880" y="83820"/>
                </a:lnTo>
                <a:lnTo>
                  <a:pt x="180860" y="104419"/>
                </a:lnTo>
                <a:lnTo>
                  <a:pt x="163068" y="153924"/>
                </a:lnTo>
                <a:lnTo>
                  <a:pt x="128574" y="189928"/>
                </a:lnTo>
                <a:lnTo>
                  <a:pt x="114300" y="199644"/>
                </a:lnTo>
                <a:lnTo>
                  <a:pt x="117348" y="204216"/>
                </a:lnTo>
                <a:lnTo>
                  <a:pt x="159575" y="180428"/>
                </a:lnTo>
                <a:lnTo>
                  <a:pt x="188785" y="148590"/>
                </a:lnTo>
                <a:lnTo>
                  <a:pt x="204939" y="106781"/>
                </a:lnTo>
                <a:lnTo>
                  <a:pt x="208419" y="68580"/>
                </a:lnTo>
                <a:lnTo>
                  <a:pt x="208788" y="44196"/>
                </a:lnTo>
                <a:lnTo>
                  <a:pt x="286512" y="44196"/>
                </a:lnTo>
                <a:lnTo>
                  <a:pt x="286512" y="129540"/>
                </a:lnTo>
                <a:lnTo>
                  <a:pt x="288188" y="144399"/>
                </a:lnTo>
                <a:lnTo>
                  <a:pt x="295275" y="154686"/>
                </a:lnTo>
                <a:lnTo>
                  <a:pt x="307517" y="160401"/>
                </a:lnTo>
                <a:lnTo>
                  <a:pt x="324612" y="161544"/>
                </a:lnTo>
                <a:lnTo>
                  <a:pt x="354622" y="161886"/>
                </a:lnTo>
                <a:lnTo>
                  <a:pt x="376047" y="160782"/>
                </a:lnTo>
                <a:lnTo>
                  <a:pt x="388912" y="158546"/>
                </a:lnTo>
                <a:lnTo>
                  <a:pt x="393192" y="155448"/>
                </a:lnTo>
                <a:lnTo>
                  <a:pt x="393192" y="149352"/>
                </a:lnTo>
                <a:close/>
              </a:path>
              <a:path w="843279" h="408939">
                <a:moveTo>
                  <a:pt x="399288" y="373380"/>
                </a:moveTo>
                <a:lnTo>
                  <a:pt x="358140" y="368427"/>
                </a:lnTo>
                <a:lnTo>
                  <a:pt x="321564" y="356616"/>
                </a:lnTo>
                <a:lnTo>
                  <a:pt x="284022" y="335280"/>
                </a:lnTo>
                <a:lnTo>
                  <a:pt x="277202" y="330695"/>
                </a:lnTo>
                <a:lnTo>
                  <a:pt x="265176" y="321564"/>
                </a:lnTo>
                <a:lnTo>
                  <a:pt x="276860" y="306324"/>
                </a:lnTo>
                <a:lnTo>
                  <a:pt x="282917" y="298424"/>
                </a:lnTo>
                <a:lnTo>
                  <a:pt x="299656" y="272415"/>
                </a:lnTo>
                <a:lnTo>
                  <a:pt x="315544" y="243560"/>
                </a:lnTo>
                <a:lnTo>
                  <a:pt x="330708" y="211836"/>
                </a:lnTo>
                <a:lnTo>
                  <a:pt x="347472" y="204216"/>
                </a:lnTo>
                <a:lnTo>
                  <a:pt x="346036" y="202692"/>
                </a:lnTo>
                <a:lnTo>
                  <a:pt x="320040" y="175260"/>
                </a:lnTo>
                <a:lnTo>
                  <a:pt x="306324" y="187833"/>
                </a:lnTo>
                <a:lnTo>
                  <a:pt x="306324" y="202692"/>
                </a:lnTo>
                <a:lnTo>
                  <a:pt x="294068" y="231533"/>
                </a:lnTo>
                <a:lnTo>
                  <a:pt x="280225" y="258508"/>
                </a:lnTo>
                <a:lnTo>
                  <a:pt x="264985" y="283464"/>
                </a:lnTo>
                <a:lnTo>
                  <a:pt x="248412" y="306324"/>
                </a:lnTo>
                <a:lnTo>
                  <a:pt x="232778" y="286283"/>
                </a:lnTo>
                <a:lnTo>
                  <a:pt x="218122" y="262509"/>
                </a:lnTo>
                <a:lnTo>
                  <a:pt x="204914" y="234746"/>
                </a:lnTo>
                <a:lnTo>
                  <a:pt x="193548" y="202692"/>
                </a:lnTo>
                <a:lnTo>
                  <a:pt x="306324" y="202692"/>
                </a:lnTo>
                <a:lnTo>
                  <a:pt x="306324" y="187833"/>
                </a:lnTo>
                <a:lnTo>
                  <a:pt x="301752" y="192024"/>
                </a:lnTo>
                <a:lnTo>
                  <a:pt x="150876" y="192024"/>
                </a:lnTo>
                <a:lnTo>
                  <a:pt x="166116" y="208788"/>
                </a:lnTo>
                <a:lnTo>
                  <a:pt x="184404" y="202692"/>
                </a:lnTo>
                <a:lnTo>
                  <a:pt x="193548" y="236461"/>
                </a:lnTo>
                <a:lnTo>
                  <a:pt x="204978" y="267081"/>
                </a:lnTo>
                <a:lnTo>
                  <a:pt x="218694" y="294855"/>
                </a:lnTo>
                <a:lnTo>
                  <a:pt x="234696" y="320040"/>
                </a:lnTo>
                <a:lnTo>
                  <a:pt x="217322" y="335165"/>
                </a:lnTo>
                <a:lnTo>
                  <a:pt x="181343" y="360337"/>
                </a:lnTo>
                <a:lnTo>
                  <a:pt x="144195" y="379196"/>
                </a:lnTo>
                <a:lnTo>
                  <a:pt x="102425" y="395198"/>
                </a:lnTo>
                <a:lnTo>
                  <a:pt x="79248" y="402336"/>
                </a:lnTo>
                <a:lnTo>
                  <a:pt x="80772" y="408432"/>
                </a:lnTo>
                <a:lnTo>
                  <a:pt x="128016" y="399097"/>
                </a:lnTo>
                <a:lnTo>
                  <a:pt x="170688" y="384048"/>
                </a:lnTo>
                <a:lnTo>
                  <a:pt x="210312" y="363093"/>
                </a:lnTo>
                <a:lnTo>
                  <a:pt x="249936" y="335280"/>
                </a:lnTo>
                <a:lnTo>
                  <a:pt x="279057" y="360337"/>
                </a:lnTo>
                <a:lnTo>
                  <a:pt x="307276" y="380619"/>
                </a:lnTo>
                <a:lnTo>
                  <a:pt x="334594" y="395719"/>
                </a:lnTo>
                <a:lnTo>
                  <a:pt x="361188" y="405384"/>
                </a:lnTo>
                <a:lnTo>
                  <a:pt x="365429" y="396227"/>
                </a:lnTo>
                <a:lnTo>
                  <a:pt x="373380" y="389191"/>
                </a:lnTo>
                <a:lnTo>
                  <a:pt x="384771" y="384175"/>
                </a:lnTo>
                <a:lnTo>
                  <a:pt x="399288" y="381000"/>
                </a:lnTo>
                <a:lnTo>
                  <a:pt x="399288" y="373380"/>
                </a:lnTo>
                <a:close/>
              </a:path>
              <a:path w="843279" h="408939">
                <a:moveTo>
                  <a:pt x="842784" y="80772"/>
                </a:moveTo>
                <a:lnTo>
                  <a:pt x="803160" y="41148"/>
                </a:lnTo>
                <a:lnTo>
                  <a:pt x="772680" y="71628"/>
                </a:lnTo>
                <a:lnTo>
                  <a:pt x="624852" y="71628"/>
                </a:lnTo>
                <a:lnTo>
                  <a:pt x="629678" y="63055"/>
                </a:lnTo>
                <a:lnTo>
                  <a:pt x="634949" y="53340"/>
                </a:lnTo>
                <a:lnTo>
                  <a:pt x="640486" y="42481"/>
                </a:lnTo>
                <a:lnTo>
                  <a:pt x="646188" y="30480"/>
                </a:lnTo>
                <a:lnTo>
                  <a:pt x="664476" y="24384"/>
                </a:lnTo>
                <a:lnTo>
                  <a:pt x="620280" y="0"/>
                </a:lnTo>
                <a:lnTo>
                  <a:pt x="616889" y="14846"/>
                </a:lnTo>
                <a:lnTo>
                  <a:pt x="611517" y="31813"/>
                </a:lnTo>
                <a:lnTo>
                  <a:pt x="604418" y="50800"/>
                </a:lnTo>
                <a:lnTo>
                  <a:pt x="595896" y="71628"/>
                </a:lnTo>
                <a:lnTo>
                  <a:pt x="438924" y="71628"/>
                </a:lnTo>
                <a:lnTo>
                  <a:pt x="455688" y="86868"/>
                </a:lnTo>
                <a:lnTo>
                  <a:pt x="465112" y="83997"/>
                </a:lnTo>
                <a:lnTo>
                  <a:pt x="475119" y="82105"/>
                </a:lnTo>
                <a:lnTo>
                  <a:pt x="485686" y="81089"/>
                </a:lnTo>
                <a:lnTo>
                  <a:pt x="496836" y="80772"/>
                </a:lnTo>
                <a:lnTo>
                  <a:pt x="592848" y="80772"/>
                </a:lnTo>
                <a:lnTo>
                  <a:pt x="558558" y="138303"/>
                </a:lnTo>
                <a:lnTo>
                  <a:pt x="524268" y="184404"/>
                </a:lnTo>
                <a:lnTo>
                  <a:pt x="485025" y="224599"/>
                </a:lnTo>
                <a:lnTo>
                  <a:pt x="438924" y="263652"/>
                </a:lnTo>
                <a:lnTo>
                  <a:pt x="445020" y="269748"/>
                </a:lnTo>
                <a:lnTo>
                  <a:pt x="473024" y="250609"/>
                </a:lnTo>
                <a:lnTo>
                  <a:pt x="499884" y="229743"/>
                </a:lnTo>
                <a:lnTo>
                  <a:pt x="525602" y="207175"/>
                </a:lnTo>
                <a:lnTo>
                  <a:pt x="550176" y="182880"/>
                </a:lnTo>
                <a:lnTo>
                  <a:pt x="550087" y="294132"/>
                </a:lnTo>
                <a:lnTo>
                  <a:pt x="549986" y="337375"/>
                </a:lnTo>
                <a:lnTo>
                  <a:pt x="549529" y="383273"/>
                </a:lnTo>
                <a:lnTo>
                  <a:pt x="548652" y="408432"/>
                </a:lnTo>
                <a:lnTo>
                  <a:pt x="574560" y="393192"/>
                </a:lnTo>
                <a:lnTo>
                  <a:pt x="574560" y="294132"/>
                </a:lnTo>
                <a:lnTo>
                  <a:pt x="734580" y="294132"/>
                </a:lnTo>
                <a:lnTo>
                  <a:pt x="734580" y="364236"/>
                </a:lnTo>
                <a:lnTo>
                  <a:pt x="730008" y="370332"/>
                </a:lnTo>
                <a:lnTo>
                  <a:pt x="687616" y="367118"/>
                </a:lnTo>
                <a:lnTo>
                  <a:pt x="673620" y="364236"/>
                </a:lnTo>
                <a:lnTo>
                  <a:pt x="673620" y="373380"/>
                </a:lnTo>
                <a:lnTo>
                  <a:pt x="695350" y="380796"/>
                </a:lnTo>
                <a:lnTo>
                  <a:pt x="710387" y="389191"/>
                </a:lnTo>
                <a:lnTo>
                  <a:pt x="718832" y="398462"/>
                </a:lnTo>
                <a:lnTo>
                  <a:pt x="720864" y="408432"/>
                </a:lnTo>
                <a:lnTo>
                  <a:pt x="737743" y="400723"/>
                </a:lnTo>
                <a:lnTo>
                  <a:pt x="749630" y="391287"/>
                </a:lnTo>
                <a:lnTo>
                  <a:pt x="756653" y="380149"/>
                </a:lnTo>
                <a:lnTo>
                  <a:pt x="758405" y="370332"/>
                </a:lnTo>
                <a:lnTo>
                  <a:pt x="758964" y="367284"/>
                </a:lnTo>
                <a:lnTo>
                  <a:pt x="758964" y="161544"/>
                </a:lnTo>
                <a:lnTo>
                  <a:pt x="769442" y="153924"/>
                </a:lnTo>
                <a:lnTo>
                  <a:pt x="775728" y="149352"/>
                </a:lnTo>
                <a:lnTo>
                  <a:pt x="767600" y="143256"/>
                </a:lnTo>
                <a:lnTo>
                  <a:pt x="745248" y="126492"/>
                </a:lnTo>
                <a:lnTo>
                  <a:pt x="734580" y="139534"/>
                </a:lnTo>
                <a:lnTo>
                  <a:pt x="734580" y="153924"/>
                </a:lnTo>
                <a:lnTo>
                  <a:pt x="734580" y="214884"/>
                </a:lnTo>
                <a:lnTo>
                  <a:pt x="734580" y="225552"/>
                </a:lnTo>
                <a:lnTo>
                  <a:pt x="734580" y="283464"/>
                </a:lnTo>
                <a:lnTo>
                  <a:pt x="574560" y="283464"/>
                </a:lnTo>
                <a:lnTo>
                  <a:pt x="574560" y="225552"/>
                </a:lnTo>
                <a:lnTo>
                  <a:pt x="734580" y="225552"/>
                </a:lnTo>
                <a:lnTo>
                  <a:pt x="734580" y="214884"/>
                </a:lnTo>
                <a:lnTo>
                  <a:pt x="574560" y="214884"/>
                </a:lnTo>
                <a:lnTo>
                  <a:pt x="574560" y="182880"/>
                </a:lnTo>
                <a:lnTo>
                  <a:pt x="574560" y="153924"/>
                </a:lnTo>
                <a:lnTo>
                  <a:pt x="734580" y="153924"/>
                </a:lnTo>
                <a:lnTo>
                  <a:pt x="734580" y="139534"/>
                </a:lnTo>
                <a:lnTo>
                  <a:pt x="731532" y="143256"/>
                </a:lnTo>
                <a:lnTo>
                  <a:pt x="582180" y="143256"/>
                </a:lnTo>
                <a:lnTo>
                  <a:pt x="592442" y="129209"/>
                </a:lnTo>
                <a:lnTo>
                  <a:pt x="602564" y="114300"/>
                </a:lnTo>
                <a:lnTo>
                  <a:pt x="612394" y="98259"/>
                </a:lnTo>
                <a:lnTo>
                  <a:pt x="621804" y="80772"/>
                </a:lnTo>
                <a:lnTo>
                  <a:pt x="842784" y="8077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" name="object 18"/>
          <p:cNvSpPr/>
          <p:nvPr/>
        </p:nvSpPr>
        <p:spPr>
          <a:xfrm>
            <a:off x="6175235" y="3006851"/>
            <a:ext cx="1737360" cy="407034"/>
          </a:xfrm>
          <a:custGeom>
            <a:avLst/>
            <a:gdLst/>
            <a:ahLst/>
            <a:cxnLst/>
            <a:rect l="l" t="t" r="r" b="b"/>
            <a:pathLst>
              <a:path w="1737359" h="407035">
                <a:moveTo>
                  <a:pt x="162102" y="54698"/>
                </a:moveTo>
                <a:lnTo>
                  <a:pt x="128968" y="17030"/>
                </a:lnTo>
                <a:lnTo>
                  <a:pt x="106680" y="3048"/>
                </a:lnTo>
                <a:lnTo>
                  <a:pt x="102108" y="6096"/>
                </a:lnTo>
                <a:lnTo>
                  <a:pt x="113538" y="22440"/>
                </a:lnTo>
                <a:lnTo>
                  <a:pt x="122682" y="37338"/>
                </a:lnTo>
                <a:lnTo>
                  <a:pt x="129540" y="51104"/>
                </a:lnTo>
                <a:lnTo>
                  <a:pt x="134112" y="64008"/>
                </a:lnTo>
                <a:lnTo>
                  <a:pt x="137160" y="76200"/>
                </a:lnTo>
                <a:lnTo>
                  <a:pt x="140208" y="80772"/>
                </a:lnTo>
                <a:lnTo>
                  <a:pt x="146304" y="80772"/>
                </a:lnTo>
                <a:lnTo>
                  <a:pt x="150876" y="77724"/>
                </a:lnTo>
                <a:lnTo>
                  <a:pt x="155448" y="71628"/>
                </a:lnTo>
                <a:lnTo>
                  <a:pt x="159194" y="66751"/>
                </a:lnTo>
                <a:lnTo>
                  <a:pt x="161353" y="61150"/>
                </a:lnTo>
                <a:lnTo>
                  <a:pt x="162102" y="54698"/>
                </a:lnTo>
                <a:close/>
              </a:path>
              <a:path w="1737359" h="407035">
                <a:moveTo>
                  <a:pt x="190500" y="141732"/>
                </a:moveTo>
                <a:lnTo>
                  <a:pt x="186524" y="138684"/>
                </a:lnTo>
                <a:lnTo>
                  <a:pt x="164592" y="121920"/>
                </a:lnTo>
                <a:lnTo>
                  <a:pt x="153924" y="136588"/>
                </a:lnTo>
                <a:lnTo>
                  <a:pt x="153924" y="149352"/>
                </a:lnTo>
                <a:lnTo>
                  <a:pt x="153924" y="207264"/>
                </a:lnTo>
                <a:lnTo>
                  <a:pt x="153924" y="217932"/>
                </a:lnTo>
                <a:lnTo>
                  <a:pt x="153924" y="274320"/>
                </a:lnTo>
                <a:lnTo>
                  <a:pt x="70104" y="274320"/>
                </a:lnTo>
                <a:lnTo>
                  <a:pt x="70104" y="217932"/>
                </a:lnTo>
                <a:lnTo>
                  <a:pt x="153924" y="217932"/>
                </a:lnTo>
                <a:lnTo>
                  <a:pt x="153924" y="207264"/>
                </a:lnTo>
                <a:lnTo>
                  <a:pt x="70104" y="207264"/>
                </a:lnTo>
                <a:lnTo>
                  <a:pt x="70104" y="149352"/>
                </a:lnTo>
                <a:lnTo>
                  <a:pt x="153924" y="149352"/>
                </a:lnTo>
                <a:lnTo>
                  <a:pt x="153924" y="136588"/>
                </a:lnTo>
                <a:lnTo>
                  <a:pt x="152400" y="138684"/>
                </a:lnTo>
                <a:lnTo>
                  <a:pt x="70104" y="138684"/>
                </a:lnTo>
                <a:lnTo>
                  <a:pt x="47244" y="123444"/>
                </a:lnTo>
                <a:lnTo>
                  <a:pt x="47485" y="136639"/>
                </a:lnTo>
                <a:lnTo>
                  <a:pt x="47942" y="149352"/>
                </a:lnTo>
                <a:lnTo>
                  <a:pt x="48539" y="167601"/>
                </a:lnTo>
                <a:lnTo>
                  <a:pt x="48768" y="185928"/>
                </a:lnTo>
                <a:lnTo>
                  <a:pt x="48768" y="336804"/>
                </a:lnTo>
                <a:lnTo>
                  <a:pt x="48539" y="347713"/>
                </a:lnTo>
                <a:lnTo>
                  <a:pt x="48056" y="361188"/>
                </a:lnTo>
                <a:lnTo>
                  <a:pt x="47574" y="377939"/>
                </a:lnTo>
                <a:lnTo>
                  <a:pt x="47447" y="384619"/>
                </a:lnTo>
                <a:lnTo>
                  <a:pt x="47244" y="403860"/>
                </a:lnTo>
                <a:lnTo>
                  <a:pt x="70104" y="393192"/>
                </a:lnTo>
                <a:lnTo>
                  <a:pt x="70104" y="284988"/>
                </a:lnTo>
                <a:lnTo>
                  <a:pt x="153924" y="284988"/>
                </a:lnTo>
                <a:lnTo>
                  <a:pt x="153924" y="361188"/>
                </a:lnTo>
                <a:lnTo>
                  <a:pt x="150876" y="367284"/>
                </a:lnTo>
                <a:lnTo>
                  <a:pt x="141732" y="367284"/>
                </a:lnTo>
                <a:lnTo>
                  <a:pt x="136055" y="367880"/>
                </a:lnTo>
                <a:lnTo>
                  <a:pt x="128016" y="367855"/>
                </a:lnTo>
                <a:lnTo>
                  <a:pt x="119443" y="367499"/>
                </a:lnTo>
                <a:lnTo>
                  <a:pt x="109728" y="367284"/>
                </a:lnTo>
                <a:lnTo>
                  <a:pt x="109728" y="373380"/>
                </a:lnTo>
                <a:lnTo>
                  <a:pt x="124904" y="377939"/>
                </a:lnTo>
                <a:lnTo>
                  <a:pt x="136207" y="384619"/>
                </a:lnTo>
                <a:lnTo>
                  <a:pt x="143814" y="393319"/>
                </a:lnTo>
                <a:lnTo>
                  <a:pt x="147828" y="403860"/>
                </a:lnTo>
                <a:lnTo>
                  <a:pt x="160718" y="395909"/>
                </a:lnTo>
                <a:lnTo>
                  <a:pt x="169735" y="385953"/>
                </a:lnTo>
                <a:lnTo>
                  <a:pt x="175056" y="374294"/>
                </a:lnTo>
                <a:lnTo>
                  <a:pt x="175895" y="367931"/>
                </a:lnTo>
                <a:lnTo>
                  <a:pt x="176784" y="361188"/>
                </a:lnTo>
                <a:lnTo>
                  <a:pt x="176784" y="152400"/>
                </a:lnTo>
                <a:lnTo>
                  <a:pt x="180708" y="149352"/>
                </a:lnTo>
                <a:lnTo>
                  <a:pt x="190500" y="141732"/>
                </a:lnTo>
                <a:close/>
              </a:path>
              <a:path w="1737359" h="407035">
                <a:moveTo>
                  <a:pt x="274320" y="152400"/>
                </a:moveTo>
                <a:lnTo>
                  <a:pt x="237744" y="137160"/>
                </a:lnTo>
                <a:lnTo>
                  <a:pt x="238633" y="156286"/>
                </a:lnTo>
                <a:lnTo>
                  <a:pt x="239077" y="179260"/>
                </a:lnTo>
                <a:lnTo>
                  <a:pt x="239255" y="205955"/>
                </a:lnTo>
                <a:lnTo>
                  <a:pt x="239204" y="274320"/>
                </a:lnTo>
                <a:lnTo>
                  <a:pt x="239077" y="294132"/>
                </a:lnTo>
                <a:lnTo>
                  <a:pt x="238633" y="318096"/>
                </a:lnTo>
                <a:lnTo>
                  <a:pt x="237744" y="338328"/>
                </a:lnTo>
                <a:lnTo>
                  <a:pt x="263652" y="326136"/>
                </a:lnTo>
                <a:lnTo>
                  <a:pt x="262775" y="314185"/>
                </a:lnTo>
                <a:lnTo>
                  <a:pt x="262318" y="301371"/>
                </a:lnTo>
                <a:lnTo>
                  <a:pt x="262229" y="294132"/>
                </a:lnTo>
                <a:lnTo>
                  <a:pt x="262128" y="164592"/>
                </a:lnTo>
                <a:lnTo>
                  <a:pt x="274320" y="152400"/>
                </a:lnTo>
                <a:close/>
              </a:path>
              <a:path w="1737359" h="407035">
                <a:moveTo>
                  <a:pt x="356616" y="132588"/>
                </a:moveTo>
                <a:lnTo>
                  <a:pt x="313944" y="109728"/>
                </a:lnTo>
                <a:lnTo>
                  <a:pt x="314833" y="125450"/>
                </a:lnTo>
                <a:lnTo>
                  <a:pt x="315277" y="142875"/>
                </a:lnTo>
                <a:lnTo>
                  <a:pt x="315404" y="156286"/>
                </a:lnTo>
                <a:lnTo>
                  <a:pt x="315493" y="348119"/>
                </a:lnTo>
                <a:lnTo>
                  <a:pt x="313372" y="354901"/>
                </a:lnTo>
                <a:lnTo>
                  <a:pt x="309257" y="359117"/>
                </a:lnTo>
                <a:lnTo>
                  <a:pt x="303276" y="361188"/>
                </a:lnTo>
                <a:lnTo>
                  <a:pt x="294398" y="360934"/>
                </a:lnTo>
                <a:lnTo>
                  <a:pt x="242316" y="358140"/>
                </a:lnTo>
                <a:lnTo>
                  <a:pt x="242316" y="365760"/>
                </a:lnTo>
                <a:lnTo>
                  <a:pt x="265468" y="372364"/>
                </a:lnTo>
                <a:lnTo>
                  <a:pt x="282321" y="380809"/>
                </a:lnTo>
                <a:lnTo>
                  <a:pt x="292900" y="391274"/>
                </a:lnTo>
                <a:lnTo>
                  <a:pt x="297180" y="403860"/>
                </a:lnTo>
                <a:lnTo>
                  <a:pt x="316039" y="395058"/>
                </a:lnTo>
                <a:lnTo>
                  <a:pt x="337108" y="361188"/>
                </a:lnTo>
                <a:lnTo>
                  <a:pt x="338328" y="146304"/>
                </a:lnTo>
                <a:lnTo>
                  <a:pt x="356616" y="132588"/>
                </a:lnTo>
                <a:close/>
              </a:path>
              <a:path w="1737359" h="407035">
                <a:moveTo>
                  <a:pt x="397764" y="96012"/>
                </a:moveTo>
                <a:lnTo>
                  <a:pt x="361188" y="59436"/>
                </a:lnTo>
                <a:lnTo>
                  <a:pt x="335280" y="85344"/>
                </a:lnTo>
                <a:lnTo>
                  <a:pt x="236220" y="85344"/>
                </a:lnTo>
                <a:lnTo>
                  <a:pt x="261518" y="56413"/>
                </a:lnTo>
                <a:lnTo>
                  <a:pt x="295490" y="27533"/>
                </a:lnTo>
                <a:lnTo>
                  <a:pt x="301752" y="24384"/>
                </a:lnTo>
                <a:lnTo>
                  <a:pt x="266700" y="0"/>
                </a:lnTo>
                <a:lnTo>
                  <a:pt x="259651" y="19240"/>
                </a:lnTo>
                <a:lnTo>
                  <a:pt x="255854" y="29146"/>
                </a:lnTo>
                <a:lnTo>
                  <a:pt x="251460" y="39624"/>
                </a:lnTo>
                <a:lnTo>
                  <a:pt x="245706" y="49339"/>
                </a:lnTo>
                <a:lnTo>
                  <a:pt x="239649" y="60198"/>
                </a:lnTo>
                <a:lnTo>
                  <a:pt x="233032" y="72199"/>
                </a:lnTo>
                <a:lnTo>
                  <a:pt x="225552" y="85344"/>
                </a:lnTo>
                <a:lnTo>
                  <a:pt x="0" y="85344"/>
                </a:lnTo>
                <a:lnTo>
                  <a:pt x="15240" y="100584"/>
                </a:lnTo>
                <a:lnTo>
                  <a:pt x="24892" y="98590"/>
                </a:lnTo>
                <a:lnTo>
                  <a:pt x="35242" y="97155"/>
                </a:lnTo>
                <a:lnTo>
                  <a:pt x="45897" y="96304"/>
                </a:lnTo>
                <a:lnTo>
                  <a:pt x="56388" y="96012"/>
                </a:lnTo>
                <a:lnTo>
                  <a:pt x="397764" y="96012"/>
                </a:lnTo>
                <a:close/>
              </a:path>
              <a:path w="1737359" h="407035">
                <a:moveTo>
                  <a:pt x="845832" y="39624"/>
                </a:moveTo>
                <a:lnTo>
                  <a:pt x="815352" y="3048"/>
                </a:lnTo>
                <a:lnTo>
                  <a:pt x="786396" y="28956"/>
                </a:lnTo>
                <a:lnTo>
                  <a:pt x="438924" y="28956"/>
                </a:lnTo>
                <a:lnTo>
                  <a:pt x="454164" y="45720"/>
                </a:lnTo>
                <a:lnTo>
                  <a:pt x="464731" y="42849"/>
                </a:lnTo>
                <a:lnTo>
                  <a:pt x="475881" y="40957"/>
                </a:lnTo>
                <a:lnTo>
                  <a:pt x="487591" y="39941"/>
                </a:lnTo>
                <a:lnTo>
                  <a:pt x="499884" y="39624"/>
                </a:lnTo>
                <a:lnTo>
                  <a:pt x="611136" y="39624"/>
                </a:lnTo>
                <a:lnTo>
                  <a:pt x="608279" y="57302"/>
                </a:lnTo>
                <a:lnTo>
                  <a:pt x="604278" y="75819"/>
                </a:lnTo>
                <a:lnTo>
                  <a:pt x="599135" y="94919"/>
                </a:lnTo>
                <a:lnTo>
                  <a:pt x="592848" y="114300"/>
                </a:lnTo>
                <a:lnTo>
                  <a:pt x="582180" y="114300"/>
                </a:lnTo>
                <a:lnTo>
                  <a:pt x="582180" y="124968"/>
                </a:lnTo>
                <a:lnTo>
                  <a:pt x="582180" y="358140"/>
                </a:lnTo>
                <a:lnTo>
                  <a:pt x="507504" y="358140"/>
                </a:lnTo>
                <a:lnTo>
                  <a:pt x="507504" y="124968"/>
                </a:lnTo>
                <a:lnTo>
                  <a:pt x="582180" y="124968"/>
                </a:lnTo>
                <a:lnTo>
                  <a:pt x="582180" y="114300"/>
                </a:lnTo>
                <a:lnTo>
                  <a:pt x="507504" y="114300"/>
                </a:lnTo>
                <a:lnTo>
                  <a:pt x="481596" y="100584"/>
                </a:lnTo>
                <a:lnTo>
                  <a:pt x="481825" y="129540"/>
                </a:lnTo>
                <a:lnTo>
                  <a:pt x="482358" y="164973"/>
                </a:lnTo>
                <a:lnTo>
                  <a:pt x="482879" y="204749"/>
                </a:lnTo>
                <a:lnTo>
                  <a:pt x="483095" y="247053"/>
                </a:lnTo>
                <a:lnTo>
                  <a:pt x="483006" y="271272"/>
                </a:lnTo>
                <a:lnTo>
                  <a:pt x="482879" y="294805"/>
                </a:lnTo>
                <a:lnTo>
                  <a:pt x="482358" y="335661"/>
                </a:lnTo>
                <a:lnTo>
                  <a:pt x="481825" y="372529"/>
                </a:lnTo>
                <a:lnTo>
                  <a:pt x="481596" y="405384"/>
                </a:lnTo>
                <a:lnTo>
                  <a:pt x="507504" y="393192"/>
                </a:lnTo>
                <a:lnTo>
                  <a:pt x="507504" y="368808"/>
                </a:lnTo>
                <a:lnTo>
                  <a:pt x="777252" y="368808"/>
                </a:lnTo>
                <a:lnTo>
                  <a:pt x="777252" y="403860"/>
                </a:lnTo>
                <a:lnTo>
                  <a:pt x="803160" y="391668"/>
                </a:lnTo>
                <a:lnTo>
                  <a:pt x="802767" y="368808"/>
                </a:lnTo>
                <a:lnTo>
                  <a:pt x="802589" y="358140"/>
                </a:lnTo>
                <a:lnTo>
                  <a:pt x="802411" y="347586"/>
                </a:lnTo>
                <a:lnTo>
                  <a:pt x="801954" y="299402"/>
                </a:lnTo>
                <a:lnTo>
                  <a:pt x="801738" y="249936"/>
                </a:lnTo>
                <a:lnTo>
                  <a:pt x="801636" y="129540"/>
                </a:lnTo>
                <a:lnTo>
                  <a:pt x="806208" y="124968"/>
                </a:lnTo>
                <a:lnTo>
                  <a:pt x="813828" y="117348"/>
                </a:lnTo>
                <a:lnTo>
                  <a:pt x="809371" y="114300"/>
                </a:lnTo>
                <a:lnTo>
                  <a:pt x="784872" y="97536"/>
                </a:lnTo>
                <a:lnTo>
                  <a:pt x="777252" y="108013"/>
                </a:lnTo>
                <a:lnTo>
                  <a:pt x="777252" y="124968"/>
                </a:lnTo>
                <a:lnTo>
                  <a:pt x="777252" y="358140"/>
                </a:lnTo>
                <a:lnTo>
                  <a:pt x="699528" y="358140"/>
                </a:lnTo>
                <a:lnTo>
                  <a:pt x="699528" y="124968"/>
                </a:lnTo>
                <a:lnTo>
                  <a:pt x="777252" y="124968"/>
                </a:lnTo>
                <a:lnTo>
                  <a:pt x="777252" y="108013"/>
                </a:lnTo>
                <a:lnTo>
                  <a:pt x="772680" y="114300"/>
                </a:lnTo>
                <a:lnTo>
                  <a:pt x="678192" y="114300"/>
                </a:lnTo>
                <a:lnTo>
                  <a:pt x="678192" y="358140"/>
                </a:lnTo>
                <a:lnTo>
                  <a:pt x="605040" y="358140"/>
                </a:lnTo>
                <a:lnTo>
                  <a:pt x="605040" y="281940"/>
                </a:lnTo>
                <a:lnTo>
                  <a:pt x="678192" y="281940"/>
                </a:lnTo>
                <a:lnTo>
                  <a:pt x="678192" y="271272"/>
                </a:lnTo>
                <a:lnTo>
                  <a:pt x="605040" y="271272"/>
                </a:lnTo>
                <a:lnTo>
                  <a:pt x="605040" y="201168"/>
                </a:lnTo>
                <a:lnTo>
                  <a:pt x="678192" y="201168"/>
                </a:lnTo>
                <a:lnTo>
                  <a:pt x="678192" y="190500"/>
                </a:lnTo>
                <a:lnTo>
                  <a:pt x="605040" y="190500"/>
                </a:lnTo>
                <a:lnTo>
                  <a:pt x="605040" y="124968"/>
                </a:lnTo>
                <a:lnTo>
                  <a:pt x="678192" y="124968"/>
                </a:lnTo>
                <a:lnTo>
                  <a:pt x="678192" y="114300"/>
                </a:lnTo>
                <a:lnTo>
                  <a:pt x="601992" y="114300"/>
                </a:lnTo>
                <a:lnTo>
                  <a:pt x="610031" y="101447"/>
                </a:lnTo>
                <a:lnTo>
                  <a:pt x="618375" y="88011"/>
                </a:lnTo>
                <a:lnTo>
                  <a:pt x="627278" y="74015"/>
                </a:lnTo>
                <a:lnTo>
                  <a:pt x="637044" y="59436"/>
                </a:lnTo>
                <a:lnTo>
                  <a:pt x="655332" y="53340"/>
                </a:lnTo>
                <a:lnTo>
                  <a:pt x="629424" y="39624"/>
                </a:lnTo>
                <a:lnTo>
                  <a:pt x="845832" y="39624"/>
                </a:lnTo>
                <a:close/>
              </a:path>
              <a:path w="1737359" h="407035">
                <a:moveTo>
                  <a:pt x="1086612" y="35052"/>
                </a:moveTo>
                <a:lnTo>
                  <a:pt x="1057656" y="4572"/>
                </a:lnTo>
                <a:lnTo>
                  <a:pt x="1049083" y="11391"/>
                </a:lnTo>
                <a:lnTo>
                  <a:pt x="1039368" y="17907"/>
                </a:lnTo>
                <a:lnTo>
                  <a:pt x="1002753" y="34417"/>
                </a:lnTo>
                <a:lnTo>
                  <a:pt x="958596" y="48768"/>
                </a:lnTo>
                <a:lnTo>
                  <a:pt x="931164" y="33528"/>
                </a:lnTo>
                <a:lnTo>
                  <a:pt x="932078" y="54991"/>
                </a:lnTo>
                <a:lnTo>
                  <a:pt x="932688" y="82867"/>
                </a:lnTo>
                <a:lnTo>
                  <a:pt x="933310" y="117348"/>
                </a:lnTo>
                <a:lnTo>
                  <a:pt x="934212" y="158496"/>
                </a:lnTo>
                <a:lnTo>
                  <a:pt x="933640" y="200787"/>
                </a:lnTo>
                <a:lnTo>
                  <a:pt x="929068" y="271653"/>
                </a:lnTo>
                <a:lnTo>
                  <a:pt x="918832" y="326504"/>
                </a:lnTo>
                <a:lnTo>
                  <a:pt x="897216" y="378460"/>
                </a:lnTo>
                <a:lnTo>
                  <a:pt x="882396" y="403860"/>
                </a:lnTo>
                <a:lnTo>
                  <a:pt x="886968" y="406908"/>
                </a:lnTo>
                <a:lnTo>
                  <a:pt x="917003" y="368033"/>
                </a:lnTo>
                <a:lnTo>
                  <a:pt x="938593" y="326707"/>
                </a:lnTo>
                <a:lnTo>
                  <a:pt x="951915" y="282829"/>
                </a:lnTo>
                <a:lnTo>
                  <a:pt x="957072" y="236220"/>
                </a:lnTo>
                <a:lnTo>
                  <a:pt x="1039368" y="236220"/>
                </a:lnTo>
                <a:lnTo>
                  <a:pt x="1039368" y="262128"/>
                </a:lnTo>
                <a:lnTo>
                  <a:pt x="1065276" y="251460"/>
                </a:lnTo>
                <a:lnTo>
                  <a:pt x="1064539" y="236220"/>
                </a:lnTo>
                <a:lnTo>
                  <a:pt x="1064399" y="233540"/>
                </a:lnTo>
                <a:lnTo>
                  <a:pt x="1064247" y="225552"/>
                </a:lnTo>
                <a:lnTo>
                  <a:pt x="1063955" y="210058"/>
                </a:lnTo>
                <a:lnTo>
                  <a:pt x="1063790" y="182295"/>
                </a:lnTo>
                <a:lnTo>
                  <a:pt x="1063752" y="146304"/>
                </a:lnTo>
                <a:lnTo>
                  <a:pt x="1073556" y="138684"/>
                </a:lnTo>
                <a:lnTo>
                  <a:pt x="1077468" y="135636"/>
                </a:lnTo>
                <a:lnTo>
                  <a:pt x="1068832" y="128016"/>
                </a:lnTo>
                <a:lnTo>
                  <a:pt x="1051560" y="112776"/>
                </a:lnTo>
                <a:lnTo>
                  <a:pt x="1039368" y="126326"/>
                </a:lnTo>
                <a:lnTo>
                  <a:pt x="1039368" y="138684"/>
                </a:lnTo>
                <a:lnTo>
                  <a:pt x="1039368" y="225552"/>
                </a:lnTo>
                <a:lnTo>
                  <a:pt x="957072" y="225552"/>
                </a:lnTo>
                <a:lnTo>
                  <a:pt x="958596" y="138684"/>
                </a:lnTo>
                <a:lnTo>
                  <a:pt x="1039368" y="138684"/>
                </a:lnTo>
                <a:lnTo>
                  <a:pt x="1039368" y="126326"/>
                </a:lnTo>
                <a:lnTo>
                  <a:pt x="1037844" y="128016"/>
                </a:lnTo>
                <a:lnTo>
                  <a:pt x="958596" y="128016"/>
                </a:lnTo>
                <a:lnTo>
                  <a:pt x="958596" y="59436"/>
                </a:lnTo>
                <a:lnTo>
                  <a:pt x="1001737" y="48768"/>
                </a:lnTo>
                <a:lnTo>
                  <a:pt x="1002601" y="48564"/>
                </a:lnTo>
                <a:lnTo>
                  <a:pt x="1038606" y="40957"/>
                </a:lnTo>
                <a:lnTo>
                  <a:pt x="1066609" y="36512"/>
                </a:lnTo>
                <a:lnTo>
                  <a:pt x="1086612" y="35052"/>
                </a:lnTo>
                <a:close/>
              </a:path>
              <a:path w="1737359" h="407035">
                <a:moveTo>
                  <a:pt x="1293876" y="160020"/>
                </a:moveTo>
                <a:lnTo>
                  <a:pt x="1283716" y="149352"/>
                </a:lnTo>
                <a:lnTo>
                  <a:pt x="1263396" y="128016"/>
                </a:lnTo>
                <a:lnTo>
                  <a:pt x="1242060" y="149352"/>
                </a:lnTo>
                <a:lnTo>
                  <a:pt x="1129284" y="149352"/>
                </a:lnTo>
                <a:lnTo>
                  <a:pt x="1129284" y="57912"/>
                </a:lnTo>
                <a:lnTo>
                  <a:pt x="1177963" y="48768"/>
                </a:lnTo>
                <a:lnTo>
                  <a:pt x="1186967" y="47078"/>
                </a:lnTo>
                <a:lnTo>
                  <a:pt x="1231773" y="39814"/>
                </a:lnTo>
                <a:lnTo>
                  <a:pt x="1263446" y="36271"/>
                </a:lnTo>
                <a:lnTo>
                  <a:pt x="1281684" y="36576"/>
                </a:lnTo>
                <a:lnTo>
                  <a:pt x="1281391" y="36271"/>
                </a:lnTo>
                <a:lnTo>
                  <a:pt x="1249680" y="3048"/>
                </a:lnTo>
                <a:lnTo>
                  <a:pt x="1233665" y="13627"/>
                </a:lnTo>
                <a:lnTo>
                  <a:pt x="1208341" y="24765"/>
                </a:lnTo>
                <a:lnTo>
                  <a:pt x="1173607" y="36487"/>
                </a:lnTo>
                <a:lnTo>
                  <a:pt x="1129284" y="48768"/>
                </a:lnTo>
                <a:lnTo>
                  <a:pt x="1101852" y="33528"/>
                </a:lnTo>
                <a:lnTo>
                  <a:pt x="1102741" y="52628"/>
                </a:lnTo>
                <a:lnTo>
                  <a:pt x="1103185" y="73152"/>
                </a:lnTo>
                <a:lnTo>
                  <a:pt x="1103261" y="82867"/>
                </a:lnTo>
                <a:lnTo>
                  <a:pt x="1103185" y="160020"/>
                </a:lnTo>
                <a:lnTo>
                  <a:pt x="1101852" y="205740"/>
                </a:lnTo>
                <a:lnTo>
                  <a:pt x="1093660" y="256032"/>
                </a:lnTo>
                <a:lnTo>
                  <a:pt x="1072896" y="310896"/>
                </a:lnTo>
                <a:lnTo>
                  <a:pt x="1042987" y="360997"/>
                </a:lnTo>
                <a:lnTo>
                  <a:pt x="1007364" y="400812"/>
                </a:lnTo>
                <a:lnTo>
                  <a:pt x="1013460" y="406908"/>
                </a:lnTo>
                <a:lnTo>
                  <a:pt x="1049134" y="374650"/>
                </a:lnTo>
                <a:lnTo>
                  <a:pt x="1078382" y="338836"/>
                </a:lnTo>
                <a:lnTo>
                  <a:pt x="1101090" y="299466"/>
                </a:lnTo>
                <a:lnTo>
                  <a:pt x="1117206" y="256540"/>
                </a:lnTo>
                <a:lnTo>
                  <a:pt x="1126642" y="210058"/>
                </a:lnTo>
                <a:lnTo>
                  <a:pt x="1129284" y="160020"/>
                </a:lnTo>
                <a:lnTo>
                  <a:pt x="1199388" y="160020"/>
                </a:lnTo>
                <a:lnTo>
                  <a:pt x="1199362" y="310896"/>
                </a:lnTo>
                <a:lnTo>
                  <a:pt x="1199197" y="326504"/>
                </a:lnTo>
                <a:lnTo>
                  <a:pt x="1199108" y="332232"/>
                </a:lnTo>
                <a:lnTo>
                  <a:pt x="1198105" y="378460"/>
                </a:lnTo>
                <a:lnTo>
                  <a:pt x="1197864" y="403860"/>
                </a:lnTo>
                <a:lnTo>
                  <a:pt x="1225296" y="390144"/>
                </a:lnTo>
                <a:lnTo>
                  <a:pt x="1224419" y="372960"/>
                </a:lnTo>
                <a:lnTo>
                  <a:pt x="1223962" y="357759"/>
                </a:lnTo>
                <a:lnTo>
                  <a:pt x="1223899" y="352615"/>
                </a:lnTo>
                <a:lnTo>
                  <a:pt x="1223772" y="160020"/>
                </a:lnTo>
                <a:lnTo>
                  <a:pt x="1293876" y="160020"/>
                </a:lnTo>
                <a:close/>
              </a:path>
              <a:path w="1737359" h="407035">
                <a:moveTo>
                  <a:pt x="1424965" y="69342"/>
                </a:moveTo>
                <a:lnTo>
                  <a:pt x="1395793" y="34099"/>
                </a:lnTo>
                <a:lnTo>
                  <a:pt x="1368552" y="18288"/>
                </a:lnTo>
                <a:lnTo>
                  <a:pt x="1363980" y="22860"/>
                </a:lnTo>
                <a:lnTo>
                  <a:pt x="1374292" y="36576"/>
                </a:lnTo>
                <a:lnTo>
                  <a:pt x="1382458" y="50292"/>
                </a:lnTo>
                <a:lnTo>
                  <a:pt x="1388630" y="64008"/>
                </a:lnTo>
                <a:lnTo>
                  <a:pt x="1392936" y="77724"/>
                </a:lnTo>
                <a:lnTo>
                  <a:pt x="1396136" y="87731"/>
                </a:lnTo>
                <a:lnTo>
                  <a:pt x="1399032" y="94869"/>
                </a:lnTo>
                <a:lnTo>
                  <a:pt x="1401940" y="99161"/>
                </a:lnTo>
                <a:lnTo>
                  <a:pt x="1405128" y="100584"/>
                </a:lnTo>
                <a:lnTo>
                  <a:pt x="1408176" y="100584"/>
                </a:lnTo>
                <a:lnTo>
                  <a:pt x="1411224" y="99060"/>
                </a:lnTo>
                <a:lnTo>
                  <a:pt x="1420368" y="89916"/>
                </a:lnTo>
                <a:lnTo>
                  <a:pt x="1423416" y="83820"/>
                </a:lnTo>
                <a:lnTo>
                  <a:pt x="1424940" y="76200"/>
                </a:lnTo>
                <a:lnTo>
                  <a:pt x="1424965" y="69342"/>
                </a:lnTo>
                <a:close/>
              </a:path>
              <a:path w="1737359" h="407035">
                <a:moveTo>
                  <a:pt x="1676400" y="57912"/>
                </a:moveTo>
                <a:lnTo>
                  <a:pt x="1633753" y="33515"/>
                </a:lnTo>
                <a:lnTo>
                  <a:pt x="1620012" y="28956"/>
                </a:lnTo>
                <a:lnTo>
                  <a:pt x="1615440" y="35052"/>
                </a:lnTo>
                <a:lnTo>
                  <a:pt x="1628013" y="46202"/>
                </a:lnTo>
                <a:lnTo>
                  <a:pt x="1638300" y="56769"/>
                </a:lnTo>
                <a:lnTo>
                  <a:pt x="1646301" y="66776"/>
                </a:lnTo>
                <a:lnTo>
                  <a:pt x="1652016" y="76200"/>
                </a:lnTo>
                <a:lnTo>
                  <a:pt x="1656588" y="85344"/>
                </a:lnTo>
                <a:lnTo>
                  <a:pt x="1661160" y="89916"/>
                </a:lnTo>
                <a:lnTo>
                  <a:pt x="1667256" y="89916"/>
                </a:lnTo>
                <a:lnTo>
                  <a:pt x="1670304" y="88392"/>
                </a:lnTo>
                <a:lnTo>
                  <a:pt x="1671828" y="83820"/>
                </a:lnTo>
                <a:lnTo>
                  <a:pt x="1674876" y="79248"/>
                </a:lnTo>
                <a:lnTo>
                  <a:pt x="1676400" y="73152"/>
                </a:lnTo>
                <a:lnTo>
                  <a:pt x="1676400" y="57912"/>
                </a:lnTo>
                <a:close/>
              </a:path>
              <a:path w="1737359" h="407035">
                <a:moveTo>
                  <a:pt x="1725168" y="124968"/>
                </a:moveTo>
                <a:lnTo>
                  <a:pt x="1693164" y="89916"/>
                </a:lnTo>
                <a:lnTo>
                  <a:pt x="1668780" y="114300"/>
                </a:lnTo>
                <a:lnTo>
                  <a:pt x="1586484" y="114300"/>
                </a:lnTo>
                <a:lnTo>
                  <a:pt x="1586484" y="35052"/>
                </a:lnTo>
                <a:lnTo>
                  <a:pt x="1601724" y="22860"/>
                </a:lnTo>
                <a:lnTo>
                  <a:pt x="1560576" y="3048"/>
                </a:lnTo>
                <a:lnTo>
                  <a:pt x="1561871" y="48768"/>
                </a:lnTo>
                <a:lnTo>
                  <a:pt x="1562100" y="114300"/>
                </a:lnTo>
                <a:lnTo>
                  <a:pt x="1435608" y="114300"/>
                </a:lnTo>
                <a:lnTo>
                  <a:pt x="1450848" y="129540"/>
                </a:lnTo>
                <a:lnTo>
                  <a:pt x="1460550" y="127546"/>
                </a:lnTo>
                <a:lnTo>
                  <a:pt x="1471231" y="126111"/>
                </a:lnTo>
                <a:lnTo>
                  <a:pt x="1482788" y="125260"/>
                </a:lnTo>
                <a:lnTo>
                  <a:pt x="1495044" y="124968"/>
                </a:lnTo>
                <a:lnTo>
                  <a:pt x="1551432" y="124968"/>
                </a:lnTo>
                <a:lnTo>
                  <a:pt x="1530858" y="171284"/>
                </a:lnTo>
                <a:lnTo>
                  <a:pt x="1503426" y="216598"/>
                </a:lnTo>
                <a:lnTo>
                  <a:pt x="1469136" y="261061"/>
                </a:lnTo>
                <a:lnTo>
                  <a:pt x="1427988" y="304800"/>
                </a:lnTo>
                <a:lnTo>
                  <a:pt x="1431036" y="309372"/>
                </a:lnTo>
                <a:lnTo>
                  <a:pt x="1472526" y="277088"/>
                </a:lnTo>
                <a:lnTo>
                  <a:pt x="1507998" y="241935"/>
                </a:lnTo>
                <a:lnTo>
                  <a:pt x="1537766" y="203936"/>
                </a:lnTo>
                <a:lnTo>
                  <a:pt x="1562100" y="163068"/>
                </a:lnTo>
                <a:lnTo>
                  <a:pt x="1561985" y="261061"/>
                </a:lnTo>
                <a:lnTo>
                  <a:pt x="1561909" y="282130"/>
                </a:lnTo>
                <a:lnTo>
                  <a:pt x="1561452" y="324612"/>
                </a:lnTo>
                <a:lnTo>
                  <a:pt x="1560576" y="355092"/>
                </a:lnTo>
                <a:lnTo>
                  <a:pt x="1588008" y="341376"/>
                </a:lnTo>
                <a:lnTo>
                  <a:pt x="1587131" y="319112"/>
                </a:lnTo>
                <a:lnTo>
                  <a:pt x="1586674" y="282130"/>
                </a:lnTo>
                <a:lnTo>
                  <a:pt x="1586611" y="262128"/>
                </a:lnTo>
                <a:lnTo>
                  <a:pt x="1586484" y="164592"/>
                </a:lnTo>
                <a:lnTo>
                  <a:pt x="1604772" y="181190"/>
                </a:lnTo>
                <a:lnTo>
                  <a:pt x="1634490" y="211531"/>
                </a:lnTo>
                <a:lnTo>
                  <a:pt x="1664208" y="252984"/>
                </a:lnTo>
                <a:lnTo>
                  <a:pt x="1677924" y="280416"/>
                </a:lnTo>
                <a:lnTo>
                  <a:pt x="1684020" y="291084"/>
                </a:lnTo>
                <a:lnTo>
                  <a:pt x="1688592" y="297180"/>
                </a:lnTo>
                <a:lnTo>
                  <a:pt x="1694688" y="297180"/>
                </a:lnTo>
                <a:lnTo>
                  <a:pt x="1697736" y="294132"/>
                </a:lnTo>
                <a:lnTo>
                  <a:pt x="1703832" y="281940"/>
                </a:lnTo>
                <a:lnTo>
                  <a:pt x="1705356" y="275844"/>
                </a:lnTo>
                <a:lnTo>
                  <a:pt x="1705356" y="262128"/>
                </a:lnTo>
                <a:lnTo>
                  <a:pt x="1683448" y="226364"/>
                </a:lnTo>
                <a:lnTo>
                  <a:pt x="1653997" y="201726"/>
                </a:lnTo>
                <a:lnTo>
                  <a:pt x="1612226" y="171386"/>
                </a:lnTo>
                <a:lnTo>
                  <a:pt x="1599971" y="163068"/>
                </a:lnTo>
                <a:lnTo>
                  <a:pt x="1586484" y="153924"/>
                </a:lnTo>
                <a:lnTo>
                  <a:pt x="1586484" y="124968"/>
                </a:lnTo>
                <a:lnTo>
                  <a:pt x="1725168" y="124968"/>
                </a:lnTo>
                <a:close/>
              </a:path>
              <a:path w="1737359" h="407035">
                <a:moveTo>
                  <a:pt x="1737360" y="358140"/>
                </a:moveTo>
                <a:lnTo>
                  <a:pt x="1691665" y="362762"/>
                </a:lnTo>
                <a:lnTo>
                  <a:pt x="1648396" y="365379"/>
                </a:lnTo>
                <a:lnTo>
                  <a:pt x="1607705" y="366293"/>
                </a:lnTo>
                <a:lnTo>
                  <a:pt x="1569720" y="365760"/>
                </a:lnTo>
                <a:lnTo>
                  <a:pt x="1505712" y="359854"/>
                </a:lnTo>
                <a:lnTo>
                  <a:pt x="1464564" y="345948"/>
                </a:lnTo>
                <a:lnTo>
                  <a:pt x="1432534" y="324612"/>
                </a:lnTo>
                <a:lnTo>
                  <a:pt x="1427708" y="321094"/>
                </a:lnTo>
                <a:lnTo>
                  <a:pt x="1418844" y="313944"/>
                </a:lnTo>
                <a:lnTo>
                  <a:pt x="1418844" y="175260"/>
                </a:lnTo>
                <a:lnTo>
                  <a:pt x="1426032" y="170688"/>
                </a:lnTo>
                <a:lnTo>
                  <a:pt x="1435608" y="164592"/>
                </a:lnTo>
                <a:lnTo>
                  <a:pt x="1405128" y="141732"/>
                </a:lnTo>
                <a:lnTo>
                  <a:pt x="1392936" y="160020"/>
                </a:lnTo>
                <a:lnTo>
                  <a:pt x="1327404" y="160020"/>
                </a:lnTo>
                <a:lnTo>
                  <a:pt x="1342644" y="175260"/>
                </a:lnTo>
                <a:lnTo>
                  <a:pt x="1352156" y="173266"/>
                </a:lnTo>
                <a:lnTo>
                  <a:pt x="1360360" y="171831"/>
                </a:lnTo>
                <a:lnTo>
                  <a:pt x="1367726" y="170980"/>
                </a:lnTo>
                <a:lnTo>
                  <a:pt x="1374648" y="170688"/>
                </a:lnTo>
                <a:lnTo>
                  <a:pt x="1397508" y="170688"/>
                </a:lnTo>
                <a:lnTo>
                  <a:pt x="1397508" y="312420"/>
                </a:lnTo>
                <a:lnTo>
                  <a:pt x="1379270" y="321881"/>
                </a:lnTo>
                <a:lnTo>
                  <a:pt x="1361313" y="332041"/>
                </a:lnTo>
                <a:lnTo>
                  <a:pt x="1343939" y="343077"/>
                </a:lnTo>
                <a:lnTo>
                  <a:pt x="1327404" y="355092"/>
                </a:lnTo>
                <a:lnTo>
                  <a:pt x="1351788" y="377952"/>
                </a:lnTo>
                <a:lnTo>
                  <a:pt x="1356931" y="368833"/>
                </a:lnTo>
                <a:lnTo>
                  <a:pt x="1363218" y="359854"/>
                </a:lnTo>
                <a:lnTo>
                  <a:pt x="1396365" y="329184"/>
                </a:lnTo>
                <a:lnTo>
                  <a:pt x="1406652" y="324612"/>
                </a:lnTo>
                <a:lnTo>
                  <a:pt x="1412062" y="325780"/>
                </a:lnTo>
                <a:lnTo>
                  <a:pt x="1419034" y="329374"/>
                </a:lnTo>
                <a:lnTo>
                  <a:pt x="1427441" y="335546"/>
                </a:lnTo>
                <a:lnTo>
                  <a:pt x="1437132" y="344424"/>
                </a:lnTo>
                <a:lnTo>
                  <a:pt x="1448015" y="354164"/>
                </a:lnTo>
                <a:lnTo>
                  <a:pt x="1488948" y="377952"/>
                </a:lnTo>
                <a:lnTo>
                  <a:pt x="1547241" y="390601"/>
                </a:lnTo>
                <a:lnTo>
                  <a:pt x="1628584" y="395287"/>
                </a:lnTo>
                <a:lnTo>
                  <a:pt x="1700784" y="396240"/>
                </a:lnTo>
                <a:lnTo>
                  <a:pt x="1703070" y="387629"/>
                </a:lnTo>
                <a:lnTo>
                  <a:pt x="1709928" y="379857"/>
                </a:lnTo>
                <a:lnTo>
                  <a:pt x="1721358" y="372668"/>
                </a:lnTo>
                <a:lnTo>
                  <a:pt x="1736153" y="366293"/>
                </a:lnTo>
                <a:lnTo>
                  <a:pt x="1737360" y="365760"/>
                </a:lnTo>
                <a:lnTo>
                  <a:pt x="1737360" y="35814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" name="object 19"/>
          <p:cNvSpPr/>
          <p:nvPr/>
        </p:nvSpPr>
        <p:spPr>
          <a:xfrm>
            <a:off x="7984235" y="3006851"/>
            <a:ext cx="356870" cy="401320"/>
          </a:xfrm>
          <a:custGeom>
            <a:avLst/>
            <a:gdLst/>
            <a:ahLst/>
            <a:cxnLst/>
            <a:rect l="l" t="t" r="r" b="b"/>
            <a:pathLst>
              <a:path w="356870" h="401320">
                <a:moveTo>
                  <a:pt x="53340" y="89916"/>
                </a:moveTo>
                <a:lnTo>
                  <a:pt x="42672" y="89916"/>
                </a:lnTo>
                <a:lnTo>
                  <a:pt x="50696" y="62150"/>
                </a:lnTo>
                <a:lnTo>
                  <a:pt x="56578" y="38100"/>
                </a:lnTo>
                <a:lnTo>
                  <a:pt x="60459" y="17478"/>
                </a:lnTo>
                <a:lnTo>
                  <a:pt x="62484" y="0"/>
                </a:lnTo>
                <a:lnTo>
                  <a:pt x="100584" y="21336"/>
                </a:lnTo>
                <a:lnTo>
                  <a:pt x="90844" y="28408"/>
                </a:lnTo>
                <a:lnTo>
                  <a:pt x="79819" y="42481"/>
                </a:lnTo>
                <a:lnTo>
                  <a:pt x="67365" y="63126"/>
                </a:lnTo>
                <a:lnTo>
                  <a:pt x="53340" y="89916"/>
                </a:lnTo>
                <a:close/>
              </a:path>
              <a:path w="356870" h="401320">
                <a:moveTo>
                  <a:pt x="147828" y="190500"/>
                </a:moveTo>
                <a:lnTo>
                  <a:pt x="141732" y="187452"/>
                </a:lnTo>
                <a:lnTo>
                  <a:pt x="158877" y="160615"/>
                </a:lnTo>
                <a:lnTo>
                  <a:pt x="173736" y="135064"/>
                </a:lnTo>
                <a:lnTo>
                  <a:pt x="196596" y="88392"/>
                </a:lnTo>
                <a:lnTo>
                  <a:pt x="211264" y="44958"/>
                </a:lnTo>
                <a:lnTo>
                  <a:pt x="222503" y="1524"/>
                </a:lnTo>
                <a:lnTo>
                  <a:pt x="260603" y="24384"/>
                </a:lnTo>
                <a:lnTo>
                  <a:pt x="252626" y="32146"/>
                </a:lnTo>
                <a:lnTo>
                  <a:pt x="242506" y="46482"/>
                </a:lnTo>
                <a:lnTo>
                  <a:pt x="230385" y="67675"/>
                </a:lnTo>
                <a:lnTo>
                  <a:pt x="216408" y="96012"/>
                </a:lnTo>
                <a:lnTo>
                  <a:pt x="350520" y="96012"/>
                </a:lnTo>
                <a:lnTo>
                  <a:pt x="356616" y="102108"/>
                </a:lnTo>
                <a:lnTo>
                  <a:pt x="352806" y="105156"/>
                </a:lnTo>
                <a:lnTo>
                  <a:pt x="213360" y="105156"/>
                </a:lnTo>
                <a:lnTo>
                  <a:pt x="197977" y="130063"/>
                </a:lnTo>
                <a:lnTo>
                  <a:pt x="181737" y="152400"/>
                </a:lnTo>
                <a:lnTo>
                  <a:pt x="164925" y="172450"/>
                </a:lnTo>
                <a:lnTo>
                  <a:pt x="147828" y="190500"/>
                </a:lnTo>
                <a:close/>
              </a:path>
              <a:path w="356870" h="401320">
                <a:moveTo>
                  <a:pt x="144780" y="89916"/>
                </a:moveTo>
                <a:lnTo>
                  <a:pt x="111252" y="89916"/>
                </a:lnTo>
                <a:lnTo>
                  <a:pt x="128016" y="73152"/>
                </a:lnTo>
                <a:lnTo>
                  <a:pt x="144780" y="89916"/>
                </a:lnTo>
                <a:close/>
              </a:path>
              <a:path w="356870" h="401320">
                <a:moveTo>
                  <a:pt x="0" y="397764"/>
                </a:moveTo>
                <a:lnTo>
                  <a:pt x="821" y="359664"/>
                </a:lnTo>
                <a:lnTo>
                  <a:pt x="907" y="354520"/>
                </a:lnTo>
                <a:lnTo>
                  <a:pt x="1333" y="316420"/>
                </a:lnTo>
                <a:lnTo>
                  <a:pt x="1423" y="176784"/>
                </a:lnTo>
                <a:lnTo>
                  <a:pt x="1305" y="152400"/>
                </a:lnTo>
                <a:lnTo>
                  <a:pt x="881" y="114704"/>
                </a:lnTo>
                <a:lnTo>
                  <a:pt x="0" y="74676"/>
                </a:lnTo>
                <a:lnTo>
                  <a:pt x="25908" y="89916"/>
                </a:lnTo>
                <a:lnTo>
                  <a:pt x="144780" y="89916"/>
                </a:lnTo>
                <a:lnTo>
                  <a:pt x="153924" y="99060"/>
                </a:lnTo>
                <a:lnTo>
                  <a:pt x="151828" y="100584"/>
                </a:lnTo>
                <a:lnTo>
                  <a:pt x="24384" y="100584"/>
                </a:lnTo>
                <a:lnTo>
                  <a:pt x="24384" y="211836"/>
                </a:lnTo>
                <a:lnTo>
                  <a:pt x="137205" y="211836"/>
                </a:lnTo>
                <a:lnTo>
                  <a:pt x="137219" y="222504"/>
                </a:lnTo>
                <a:lnTo>
                  <a:pt x="24384" y="222504"/>
                </a:lnTo>
                <a:lnTo>
                  <a:pt x="24384" y="344424"/>
                </a:lnTo>
                <a:lnTo>
                  <a:pt x="137914" y="344424"/>
                </a:lnTo>
                <a:lnTo>
                  <a:pt x="138028" y="350520"/>
                </a:lnTo>
                <a:lnTo>
                  <a:pt x="138137" y="355092"/>
                </a:lnTo>
                <a:lnTo>
                  <a:pt x="24384" y="355092"/>
                </a:lnTo>
                <a:lnTo>
                  <a:pt x="24384" y="384048"/>
                </a:lnTo>
                <a:lnTo>
                  <a:pt x="0" y="397764"/>
                </a:lnTo>
                <a:close/>
              </a:path>
              <a:path w="356870" h="401320">
                <a:moveTo>
                  <a:pt x="350520" y="96012"/>
                </a:moveTo>
                <a:lnTo>
                  <a:pt x="310896" y="96012"/>
                </a:lnTo>
                <a:lnTo>
                  <a:pt x="330708" y="76200"/>
                </a:lnTo>
                <a:lnTo>
                  <a:pt x="350520" y="96012"/>
                </a:lnTo>
                <a:close/>
              </a:path>
              <a:path w="356870" h="401320">
                <a:moveTo>
                  <a:pt x="137205" y="211836"/>
                </a:moveTo>
                <a:lnTo>
                  <a:pt x="114300" y="211836"/>
                </a:lnTo>
                <a:lnTo>
                  <a:pt x="114300" y="100584"/>
                </a:lnTo>
                <a:lnTo>
                  <a:pt x="151828" y="100584"/>
                </a:lnTo>
                <a:lnTo>
                  <a:pt x="137160" y="111252"/>
                </a:lnTo>
                <a:lnTo>
                  <a:pt x="137205" y="211836"/>
                </a:lnTo>
                <a:close/>
              </a:path>
              <a:path w="356870" h="401320">
                <a:moveTo>
                  <a:pt x="326904" y="359664"/>
                </a:moveTo>
                <a:lnTo>
                  <a:pt x="283464" y="359664"/>
                </a:lnTo>
                <a:lnTo>
                  <a:pt x="291750" y="357925"/>
                </a:lnTo>
                <a:lnTo>
                  <a:pt x="298323" y="352615"/>
                </a:lnTo>
                <a:lnTo>
                  <a:pt x="308586" y="305538"/>
                </a:lnTo>
                <a:lnTo>
                  <a:pt x="310705" y="259651"/>
                </a:lnTo>
                <a:lnTo>
                  <a:pt x="312510" y="193929"/>
                </a:lnTo>
                <a:lnTo>
                  <a:pt x="313944" y="105156"/>
                </a:lnTo>
                <a:lnTo>
                  <a:pt x="352806" y="105156"/>
                </a:lnTo>
                <a:lnTo>
                  <a:pt x="341376" y="114300"/>
                </a:lnTo>
                <a:lnTo>
                  <a:pt x="339478" y="190500"/>
                </a:lnTo>
                <a:lnTo>
                  <a:pt x="337620" y="249070"/>
                </a:lnTo>
                <a:lnTo>
                  <a:pt x="335560" y="295241"/>
                </a:lnTo>
                <a:lnTo>
                  <a:pt x="333280" y="327074"/>
                </a:lnTo>
                <a:lnTo>
                  <a:pt x="330708" y="344424"/>
                </a:lnTo>
                <a:lnTo>
                  <a:pt x="327874" y="357020"/>
                </a:lnTo>
                <a:lnTo>
                  <a:pt x="326904" y="359664"/>
                </a:lnTo>
                <a:close/>
              </a:path>
              <a:path w="356870" h="401320">
                <a:moveTo>
                  <a:pt x="231648" y="269748"/>
                </a:moveTo>
                <a:lnTo>
                  <a:pt x="228600" y="269748"/>
                </a:lnTo>
                <a:lnTo>
                  <a:pt x="225456" y="268081"/>
                </a:lnTo>
                <a:lnTo>
                  <a:pt x="222885" y="263271"/>
                </a:lnTo>
                <a:lnTo>
                  <a:pt x="220884" y="255603"/>
                </a:lnTo>
                <a:lnTo>
                  <a:pt x="219456" y="245364"/>
                </a:lnTo>
                <a:lnTo>
                  <a:pt x="214884" y="228219"/>
                </a:lnTo>
                <a:lnTo>
                  <a:pt x="208026" y="211074"/>
                </a:lnTo>
                <a:lnTo>
                  <a:pt x="198882" y="193929"/>
                </a:lnTo>
                <a:lnTo>
                  <a:pt x="187452" y="176784"/>
                </a:lnTo>
                <a:lnTo>
                  <a:pt x="190500" y="172212"/>
                </a:lnTo>
                <a:lnTo>
                  <a:pt x="224028" y="199644"/>
                </a:lnTo>
                <a:lnTo>
                  <a:pt x="243840" y="228600"/>
                </a:lnTo>
                <a:lnTo>
                  <a:pt x="246888" y="234696"/>
                </a:lnTo>
                <a:lnTo>
                  <a:pt x="246888" y="248412"/>
                </a:lnTo>
                <a:lnTo>
                  <a:pt x="243840" y="254508"/>
                </a:lnTo>
                <a:lnTo>
                  <a:pt x="234696" y="266700"/>
                </a:lnTo>
                <a:lnTo>
                  <a:pt x="231648" y="269748"/>
                </a:lnTo>
                <a:close/>
              </a:path>
              <a:path w="356870" h="401320">
                <a:moveTo>
                  <a:pt x="137914" y="344424"/>
                </a:moveTo>
                <a:lnTo>
                  <a:pt x="114300" y="344424"/>
                </a:lnTo>
                <a:lnTo>
                  <a:pt x="114300" y="222504"/>
                </a:lnTo>
                <a:lnTo>
                  <a:pt x="137219" y="222504"/>
                </a:lnTo>
                <a:lnTo>
                  <a:pt x="137337" y="269748"/>
                </a:lnTo>
                <a:lnTo>
                  <a:pt x="137498" y="305538"/>
                </a:lnTo>
                <a:lnTo>
                  <a:pt x="137914" y="344424"/>
                </a:lnTo>
                <a:close/>
              </a:path>
              <a:path w="356870" h="401320">
                <a:moveTo>
                  <a:pt x="277367" y="400812"/>
                </a:moveTo>
                <a:lnTo>
                  <a:pt x="271129" y="387953"/>
                </a:lnTo>
                <a:lnTo>
                  <a:pt x="259461" y="376809"/>
                </a:lnTo>
                <a:lnTo>
                  <a:pt x="242649" y="367379"/>
                </a:lnTo>
                <a:lnTo>
                  <a:pt x="220979" y="359664"/>
                </a:lnTo>
                <a:lnTo>
                  <a:pt x="220979" y="350520"/>
                </a:lnTo>
                <a:lnTo>
                  <a:pt x="241030" y="354520"/>
                </a:lnTo>
                <a:lnTo>
                  <a:pt x="257937" y="357378"/>
                </a:lnTo>
                <a:lnTo>
                  <a:pt x="271986" y="359092"/>
                </a:lnTo>
                <a:lnTo>
                  <a:pt x="283464" y="359664"/>
                </a:lnTo>
                <a:lnTo>
                  <a:pt x="326904" y="359664"/>
                </a:lnTo>
                <a:lnTo>
                  <a:pt x="324040" y="367474"/>
                </a:lnTo>
                <a:lnTo>
                  <a:pt x="289083" y="397097"/>
                </a:lnTo>
                <a:lnTo>
                  <a:pt x="277367" y="400812"/>
                </a:lnTo>
                <a:close/>
              </a:path>
              <a:path w="356870" h="401320">
                <a:moveTo>
                  <a:pt x="114300" y="391668"/>
                </a:moveTo>
                <a:lnTo>
                  <a:pt x="114300" y="355092"/>
                </a:lnTo>
                <a:lnTo>
                  <a:pt x="138137" y="355092"/>
                </a:lnTo>
                <a:lnTo>
                  <a:pt x="138684" y="377952"/>
                </a:lnTo>
                <a:lnTo>
                  <a:pt x="114300" y="39166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" name="object 20"/>
          <p:cNvSpPr/>
          <p:nvPr/>
        </p:nvSpPr>
        <p:spPr>
          <a:xfrm>
            <a:off x="8398764" y="3009899"/>
            <a:ext cx="843280" cy="405765"/>
          </a:xfrm>
          <a:custGeom>
            <a:avLst/>
            <a:gdLst/>
            <a:ahLst/>
            <a:cxnLst/>
            <a:rect l="l" t="t" r="r" b="b"/>
            <a:pathLst>
              <a:path w="843279" h="405764">
                <a:moveTo>
                  <a:pt x="387096" y="257556"/>
                </a:moveTo>
                <a:lnTo>
                  <a:pt x="363131" y="217551"/>
                </a:lnTo>
                <a:lnTo>
                  <a:pt x="302463" y="171831"/>
                </a:lnTo>
                <a:lnTo>
                  <a:pt x="252984" y="138684"/>
                </a:lnTo>
                <a:lnTo>
                  <a:pt x="246888" y="144780"/>
                </a:lnTo>
                <a:lnTo>
                  <a:pt x="285178" y="179959"/>
                </a:lnTo>
                <a:lnTo>
                  <a:pt x="315468" y="210121"/>
                </a:lnTo>
                <a:lnTo>
                  <a:pt x="337756" y="235445"/>
                </a:lnTo>
                <a:lnTo>
                  <a:pt x="352044" y="256032"/>
                </a:lnTo>
                <a:lnTo>
                  <a:pt x="358584" y="268033"/>
                </a:lnTo>
                <a:lnTo>
                  <a:pt x="364426" y="276606"/>
                </a:lnTo>
                <a:lnTo>
                  <a:pt x="369392" y="281749"/>
                </a:lnTo>
                <a:lnTo>
                  <a:pt x="373380" y="283464"/>
                </a:lnTo>
                <a:lnTo>
                  <a:pt x="374904" y="283464"/>
                </a:lnTo>
                <a:lnTo>
                  <a:pt x="377952" y="280416"/>
                </a:lnTo>
                <a:lnTo>
                  <a:pt x="381000" y="274320"/>
                </a:lnTo>
                <a:lnTo>
                  <a:pt x="385572" y="268224"/>
                </a:lnTo>
                <a:lnTo>
                  <a:pt x="387096" y="262128"/>
                </a:lnTo>
                <a:lnTo>
                  <a:pt x="387096" y="257556"/>
                </a:lnTo>
                <a:close/>
              </a:path>
              <a:path w="843279" h="405764">
                <a:moveTo>
                  <a:pt x="397764" y="39624"/>
                </a:moveTo>
                <a:lnTo>
                  <a:pt x="361188" y="3048"/>
                </a:lnTo>
                <a:lnTo>
                  <a:pt x="333756" y="30480"/>
                </a:lnTo>
                <a:lnTo>
                  <a:pt x="4572" y="30480"/>
                </a:lnTo>
                <a:lnTo>
                  <a:pt x="19812" y="45720"/>
                </a:lnTo>
                <a:lnTo>
                  <a:pt x="29235" y="43484"/>
                </a:lnTo>
                <a:lnTo>
                  <a:pt x="39243" y="41529"/>
                </a:lnTo>
                <a:lnTo>
                  <a:pt x="49809" y="40157"/>
                </a:lnTo>
                <a:lnTo>
                  <a:pt x="60960" y="39624"/>
                </a:lnTo>
                <a:lnTo>
                  <a:pt x="196596" y="39624"/>
                </a:lnTo>
                <a:lnTo>
                  <a:pt x="179184" y="81394"/>
                </a:lnTo>
                <a:lnTo>
                  <a:pt x="159067" y="120015"/>
                </a:lnTo>
                <a:lnTo>
                  <a:pt x="136372" y="155790"/>
                </a:lnTo>
                <a:lnTo>
                  <a:pt x="111252" y="188976"/>
                </a:lnTo>
                <a:lnTo>
                  <a:pt x="84429" y="219557"/>
                </a:lnTo>
                <a:lnTo>
                  <a:pt x="56769" y="247269"/>
                </a:lnTo>
                <a:lnTo>
                  <a:pt x="0" y="294132"/>
                </a:lnTo>
                <a:lnTo>
                  <a:pt x="4572" y="301752"/>
                </a:lnTo>
                <a:lnTo>
                  <a:pt x="46964" y="273761"/>
                </a:lnTo>
                <a:lnTo>
                  <a:pt x="86296" y="242773"/>
                </a:lnTo>
                <a:lnTo>
                  <a:pt x="122415" y="208711"/>
                </a:lnTo>
                <a:lnTo>
                  <a:pt x="155155" y="171500"/>
                </a:lnTo>
                <a:lnTo>
                  <a:pt x="184404" y="131064"/>
                </a:lnTo>
                <a:lnTo>
                  <a:pt x="184378" y="308825"/>
                </a:lnTo>
                <a:lnTo>
                  <a:pt x="184213" y="336613"/>
                </a:lnTo>
                <a:lnTo>
                  <a:pt x="183756" y="366407"/>
                </a:lnTo>
                <a:lnTo>
                  <a:pt x="182880" y="397764"/>
                </a:lnTo>
                <a:lnTo>
                  <a:pt x="213360" y="387096"/>
                </a:lnTo>
                <a:lnTo>
                  <a:pt x="210566" y="330949"/>
                </a:lnTo>
                <a:lnTo>
                  <a:pt x="210312" y="138684"/>
                </a:lnTo>
                <a:lnTo>
                  <a:pt x="220789" y="131064"/>
                </a:lnTo>
                <a:lnTo>
                  <a:pt x="227076" y="126492"/>
                </a:lnTo>
                <a:lnTo>
                  <a:pt x="196596" y="109728"/>
                </a:lnTo>
                <a:lnTo>
                  <a:pt x="206349" y="89992"/>
                </a:lnTo>
                <a:lnTo>
                  <a:pt x="215265" y="71818"/>
                </a:lnTo>
                <a:lnTo>
                  <a:pt x="223596" y="55079"/>
                </a:lnTo>
                <a:lnTo>
                  <a:pt x="231648" y="39624"/>
                </a:lnTo>
                <a:lnTo>
                  <a:pt x="397764" y="39624"/>
                </a:lnTo>
                <a:close/>
              </a:path>
              <a:path w="843279" h="405764">
                <a:moveTo>
                  <a:pt x="612635" y="137160"/>
                </a:moveTo>
                <a:lnTo>
                  <a:pt x="582155" y="106680"/>
                </a:lnTo>
                <a:lnTo>
                  <a:pt x="562343" y="126492"/>
                </a:lnTo>
                <a:lnTo>
                  <a:pt x="548627" y="126492"/>
                </a:lnTo>
                <a:lnTo>
                  <a:pt x="548627" y="48768"/>
                </a:lnTo>
                <a:lnTo>
                  <a:pt x="548627" y="45720"/>
                </a:lnTo>
                <a:lnTo>
                  <a:pt x="566039" y="41706"/>
                </a:lnTo>
                <a:lnTo>
                  <a:pt x="581583" y="38671"/>
                </a:lnTo>
                <a:lnTo>
                  <a:pt x="595134" y="36512"/>
                </a:lnTo>
                <a:lnTo>
                  <a:pt x="606539" y="35052"/>
                </a:lnTo>
                <a:lnTo>
                  <a:pt x="580631" y="7620"/>
                </a:lnTo>
                <a:lnTo>
                  <a:pt x="539915" y="29057"/>
                </a:lnTo>
                <a:lnTo>
                  <a:pt x="486333" y="44577"/>
                </a:lnTo>
                <a:lnTo>
                  <a:pt x="451091" y="51816"/>
                </a:lnTo>
                <a:lnTo>
                  <a:pt x="452615" y="59436"/>
                </a:lnTo>
                <a:lnTo>
                  <a:pt x="506628" y="51295"/>
                </a:lnTo>
                <a:lnTo>
                  <a:pt x="525767" y="48768"/>
                </a:lnTo>
                <a:lnTo>
                  <a:pt x="525767" y="126492"/>
                </a:lnTo>
                <a:lnTo>
                  <a:pt x="443471" y="126492"/>
                </a:lnTo>
                <a:lnTo>
                  <a:pt x="458711" y="143256"/>
                </a:lnTo>
                <a:lnTo>
                  <a:pt x="469023" y="140385"/>
                </a:lnTo>
                <a:lnTo>
                  <a:pt x="479475" y="138493"/>
                </a:lnTo>
                <a:lnTo>
                  <a:pt x="490220" y="137477"/>
                </a:lnTo>
                <a:lnTo>
                  <a:pt x="501383" y="137160"/>
                </a:lnTo>
                <a:lnTo>
                  <a:pt x="524243" y="137160"/>
                </a:lnTo>
                <a:lnTo>
                  <a:pt x="510717" y="180975"/>
                </a:lnTo>
                <a:lnTo>
                  <a:pt x="493763" y="227076"/>
                </a:lnTo>
                <a:lnTo>
                  <a:pt x="469950" y="273558"/>
                </a:lnTo>
                <a:lnTo>
                  <a:pt x="440423" y="320040"/>
                </a:lnTo>
                <a:lnTo>
                  <a:pt x="444995" y="323088"/>
                </a:lnTo>
                <a:lnTo>
                  <a:pt x="468985" y="296824"/>
                </a:lnTo>
                <a:lnTo>
                  <a:pt x="490524" y="268414"/>
                </a:lnTo>
                <a:lnTo>
                  <a:pt x="509511" y="238010"/>
                </a:lnTo>
                <a:lnTo>
                  <a:pt x="525767" y="205740"/>
                </a:lnTo>
                <a:lnTo>
                  <a:pt x="525538" y="269735"/>
                </a:lnTo>
                <a:lnTo>
                  <a:pt x="525081" y="317207"/>
                </a:lnTo>
                <a:lnTo>
                  <a:pt x="524497" y="368884"/>
                </a:lnTo>
                <a:lnTo>
                  <a:pt x="524243" y="405384"/>
                </a:lnTo>
                <a:lnTo>
                  <a:pt x="550151" y="391668"/>
                </a:lnTo>
                <a:lnTo>
                  <a:pt x="549313" y="365760"/>
                </a:lnTo>
                <a:lnTo>
                  <a:pt x="549211" y="358140"/>
                </a:lnTo>
                <a:lnTo>
                  <a:pt x="548868" y="324993"/>
                </a:lnTo>
                <a:lnTo>
                  <a:pt x="548754" y="297180"/>
                </a:lnTo>
                <a:lnTo>
                  <a:pt x="548640" y="205740"/>
                </a:lnTo>
                <a:lnTo>
                  <a:pt x="548627" y="182880"/>
                </a:lnTo>
                <a:lnTo>
                  <a:pt x="557225" y="193725"/>
                </a:lnTo>
                <a:lnTo>
                  <a:pt x="564819" y="205549"/>
                </a:lnTo>
                <a:lnTo>
                  <a:pt x="571563" y="218249"/>
                </a:lnTo>
                <a:lnTo>
                  <a:pt x="577583" y="231648"/>
                </a:lnTo>
                <a:lnTo>
                  <a:pt x="582155" y="243840"/>
                </a:lnTo>
                <a:lnTo>
                  <a:pt x="586727" y="248412"/>
                </a:lnTo>
                <a:lnTo>
                  <a:pt x="592823" y="248412"/>
                </a:lnTo>
                <a:lnTo>
                  <a:pt x="600443" y="233172"/>
                </a:lnTo>
                <a:lnTo>
                  <a:pt x="601967" y="227076"/>
                </a:lnTo>
                <a:lnTo>
                  <a:pt x="601967" y="220980"/>
                </a:lnTo>
                <a:lnTo>
                  <a:pt x="578205" y="190004"/>
                </a:lnTo>
                <a:lnTo>
                  <a:pt x="548627" y="172212"/>
                </a:lnTo>
                <a:lnTo>
                  <a:pt x="548627" y="137160"/>
                </a:lnTo>
                <a:lnTo>
                  <a:pt x="612635" y="137160"/>
                </a:lnTo>
                <a:close/>
              </a:path>
              <a:path w="843279" h="405764">
                <a:moveTo>
                  <a:pt x="616559" y="328422"/>
                </a:moveTo>
                <a:lnTo>
                  <a:pt x="616521" y="312420"/>
                </a:lnTo>
                <a:lnTo>
                  <a:pt x="615683" y="294132"/>
                </a:lnTo>
                <a:lnTo>
                  <a:pt x="609587" y="294132"/>
                </a:lnTo>
                <a:lnTo>
                  <a:pt x="604735" y="310997"/>
                </a:lnTo>
                <a:lnTo>
                  <a:pt x="599300" y="324993"/>
                </a:lnTo>
                <a:lnTo>
                  <a:pt x="593318" y="336118"/>
                </a:lnTo>
                <a:lnTo>
                  <a:pt x="586727" y="344424"/>
                </a:lnTo>
                <a:lnTo>
                  <a:pt x="579107" y="352044"/>
                </a:lnTo>
                <a:lnTo>
                  <a:pt x="576059" y="356616"/>
                </a:lnTo>
                <a:lnTo>
                  <a:pt x="576059" y="362712"/>
                </a:lnTo>
                <a:lnTo>
                  <a:pt x="579107" y="365760"/>
                </a:lnTo>
                <a:lnTo>
                  <a:pt x="582155" y="367284"/>
                </a:lnTo>
                <a:lnTo>
                  <a:pt x="597395" y="367284"/>
                </a:lnTo>
                <a:lnTo>
                  <a:pt x="603491" y="365760"/>
                </a:lnTo>
                <a:lnTo>
                  <a:pt x="608063" y="364236"/>
                </a:lnTo>
                <a:lnTo>
                  <a:pt x="612635" y="358140"/>
                </a:lnTo>
                <a:lnTo>
                  <a:pt x="614159" y="347472"/>
                </a:lnTo>
                <a:lnTo>
                  <a:pt x="615899" y="338924"/>
                </a:lnTo>
                <a:lnTo>
                  <a:pt x="616559" y="328422"/>
                </a:lnTo>
                <a:close/>
              </a:path>
              <a:path w="843279" h="405764">
                <a:moveTo>
                  <a:pt x="734555" y="289560"/>
                </a:moveTo>
                <a:lnTo>
                  <a:pt x="703605" y="258991"/>
                </a:lnTo>
                <a:lnTo>
                  <a:pt x="687311" y="248412"/>
                </a:lnTo>
                <a:lnTo>
                  <a:pt x="684263" y="252984"/>
                </a:lnTo>
                <a:lnTo>
                  <a:pt x="693699" y="267271"/>
                </a:lnTo>
                <a:lnTo>
                  <a:pt x="701408" y="280416"/>
                </a:lnTo>
                <a:lnTo>
                  <a:pt x="707415" y="292417"/>
                </a:lnTo>
                <a:lnTo>
                  <a:pt x="711695" y="303276"/>
                </a:lnTo>
                <a:lnTo>
                  <a:pt x="713219" y="312420"/>
                </a:lnTo>
                <a:lnTo>
                  <a:pt x="716267" y="316992"/>
                </a:lnTo>
                <a:lnTo>
                  <a:pt x="720839" y="316992"/>
                </a:lnTo>
                <a:lnTo>
                  <a:pt x="723887" y="313944"/>
                </a:lnTo>
                <a:lnTo>
                  <a:pt x="728459" y="307848"/>
                </a:lnTo>
                <a:lnTo>
                  <a:pt x="731507" y="301752"/>
                </a:lnTo>
                <a:lnTo>
                  <a:pt x="734555" y="297180"/>
                </a:lnTo>
                <a:lnTo>
                  <a:pt x="734555" y="289560"/>
                </a:lnTo>
                <a:close/>
              </a:path>
              <a:path w="843279" h="405764">
                <a:moveTo>
                  <a:pt x="795515" y="364236"/>
                </a:moveTo>
                <a:lnTo>
                  <a:pt x="776655" y="327088"/>
                </a:lnTo>
                <a:lnTo>
                  <a:pt x="775703" y="306324"/>
                </a:lnTo>
                <a:lnTo>
                  <a:pt x="769607" y="306324"/>
                </a:lnTo>
                <a:lnTo>
                  <a:pt x="768908" y="312115"/>
                </a:lnTo>
                <a:lnTo>
                  <a:pt x="766216" y="334759"/>
                </a:lnTo>
                <a:lnTo>
                  <a:pt x="765035" y="344424"/>
                </a:lnTo>
                <a:lnTo>
                  <a:pt x="763041" y="353364"/>
                </a:lnTo>
                <a:lnTo>
                  <a:pt x="759320" y="359854"/>
                </a:lnTo>
                <a:lnTo>
                  <a:pt x="753897" y="364363"/>
                </a:lnTo>
                <a:lnTo>
                  <a:pt x="746747" y="367284"/>
                </a:lnTo>
                <a:lnTo>
                  <a:pt x="697979" y="367284"/>
                </a:lnTo>
                <a:lnTo>
                  <a:pt x="686219" y="366737"/>
                </a:lnTo>
                <a:lnTo>
                  <a:pt x="678167" y="362902"/>
                </a:lnTo>
                <a:lnTo>
                  <a:pt x="673557" y="355930"/>
                </a:lnTo>
                <a:lnTo>
                  <a:pt x="672071" y="345948"/>
                </a:lnTo>
                <a:lnTo>
                  <a:pt x="672071" y="304800"/>
                </a:lnTo>
                <a:lnTo>
                  <a:pt x="684263" y="294132"/>
                </a:lnTo>
                <a:lnTo>
                  <a:pt x="647687" y="278892"/>
                </a:lnTo>
                <a:lnTo>
                  <a:pt x="647941" y="297180"/>
                </a:lnTo>
                <a:lnTo>
                  <a:pt x="648982" y="335470"/>
                </a:lnTo>
                <a:lnTo>
                  <a:pt x="649211" y="356616"/>
                </a:lnTo>
                <a:lnTo>
                  <a:pt x="650951" y="368884"/>
                </a:lnTo>
                <a:lnTo>
                  <a:pt x="656259" y="378142"/>
                </a:lnTo>
                <a:lnTo>
                  <a:pt x="665289" y="384263"/>
                </a:lnTo>
                <a:lnTo>
                  <a:pt x="678167" y="387096"/>
                </a:lnTo>
                <a:lnTo>
                  <a:pt x="752843" y="387096"/>
                </a:lnTo>
                <a:lnTo>
                  <a:pt x="767448" y="386524"/>
                </a:lnTo>
                <a:lnTo>
                  <a:pt x="779322" y="382524"/>
                </a:lnTo>
                <a:lnTo>
                  <a:pt x="788644" y="375094"/>
                </a:lnTo>
                <a:lnTo>
                  <a:pt x="793584" y="367284"/>
                </a:lnTo>
                <a:lnTo>
                  <a:pt x="795515" y="364236"/>
                </a:lnTo>
                <a:close/>
              </a:path>
              <a:path w="843279" h="405764">
                <a:moveTo>
                  <a:pt x="824471" y="129540"/>
                </a:moveTo>
                <a:lnTo>
                  <a:pt x="797039" y="108204"/>
                </a:lnTo>
                <a:lnTo>
                  <a:pt x="784847" y="124968"/>
                </a:lnTo>
                <a:lnTo>
                  <a:pt x="720839" y="124968"/>
                </a:lnTo>
                <a:lnTo>
                  <a:pt x="731697" y="110134"/>
                </a:lnTo>
                <a:lnTo>
                  <a:pt x="741413" y="97726"/>
                </a:lnTo>
                <a:lnTo>
                  <a:pt x="749985" y="87896"/>
                </a:lnTo>
                <a:lnTo>
                  <a:pt x="757415" y="80772"/>
                </a:lnTo>
                <a:lnTo>
                  <a:pt x="763422" y="74701"/>
                </a:lnTo>
                <a:lnTo>
                  <a:pt x="769988" y="69913"/>
                </a:lnTo>
                <a:lnTo>
                  <a:pt x="777138" y="65989"/>
                </a:lnTo>
                <a:lnTo>
                  <a:pt x="781494" y="64008"/>
                </a:lnTo>
                <a:lnTo>
                  <a:pt x="784847" y="62484"/>
                </a:lnTo>
                <a:lnTo>
                  <a:pt x="776782" y="54864"/>
                </a:lnTo>
                <a:lnTo>
                  <a:pt x="757415" y="36576"/>
                </a:lnTo>
                <a:lnTo>
                  <a:pt x="740651" y="54864"/>
                </a:lnTo>
                <a:lnTo>
                  <a:pt x="673595" y="54864"/>
                </a:lnTo>
                <a:lnTo>
                  <a:pt x="682726" y="41706"/>
                </a:lnTo>
                <a:lnTo>
                  <a:pt x="691692" y="31813"/>
                </a:lnTo>
                <a:lnTo>
                  <a:pt x="700392" y="25082"/>
                </a:lnTo>
                <a:lnTo>
                  <a:pt x="708647" y="21336"/>
                </a:lnTo>
                <a:lnTo>
                  <a:pt x="675119" y="0"/>
                </a:lnTo>
                <a:lnTo>
                  <a:pt x="656259" y="44373"/>
                </a:lnTo>
                <a:lnTo>
                  <a:pt x="628065" y="90487"/>
                </a:lnTo>
                <a:lnTo>
                  <a:pt x="609587" y="114300"/>
                </a:lnTo>
                <a:lnTo>
                  <a:pt x="614159" y="118872"/>
                </a:lnTo>
                <a:lnTo>
                  <a:pt x="627862" y="106870"/>
                </a:lnTo>
                <a:lnTo>
                  <a:pt x="641400" y="93726"/>
                </a:lnTo>
                <a:lnTo>
                  <a:pt x="654672" y="79438"/>
                </a:lnTo>
                <a:lnTo>
                  <a:pt x="667499" y="64008"/>
                </a:lnTo>
                <a:lnTo>
                  <a:pt x="742175" y="64008"/>
                </a:lnTo>
                <a:lnTo>
                  <a:pt x="710171" y="124968"/>
                </a:lnTo>
                <a:lnTo>
                  <a:pt x="614159" y="124968"/>
                </a:lnTo>
                <a:lnTo>
                  <a:pt x="629399" y="141732"/>
                </a:lnTo>
                <a:lnTo>
                  <a:pt x="639711" y="138861"/>
                </a:lnTo>
                <a:lnTo>
                  <a:pt x="650163" y="136969"/>
                </a:lnTo>
                <a:lnTo>
                  <a:pt x="660908" y="135953"/>
                </a:lnTo>
                <a:lnTo>
                  <a:pt x="672071" y="135636"/>
                </a:lnTo>
                <a:lnTo>
                  <a:pt x="787895" y="135636"/>
                </a:lnTo>
                <a:lnTo>
                  <a:pt x="787895" y="178308"/>
                </a:lnTo>
                <a:lnTo>
                  <a:pt x="630923" y="178308"/>
                </a:lnTo>
                <a:lnTo>
                  <a:pt x="647687" y="193548"/>
                </a:lnTo>
                <a:lnTo>
                  <a:pt x="657123" y="191312"/>
                </a:lnTo>
                <a:lnTo>
                  <a:pt x="667118" y="189357"/>
                </a:lnTo>
                <a:lnTo>
                  <a:pt x="677697" y="187985"/>
                </a:lnTo>
                <a:lnTo>
                  <a:pt x="688835" y="187452"/>
                </a:lnTo>
                <a:lnTo>
                  <a:pt x="787895" y="187452"/>
                </a:lnTo>
                <a:lnTo>
                  <a:pt x="787895" y="228600"/>
                </a:lnTo>
                <a:lnTo>
                  <a:pt x="614159" y="228600"/>
                </a:lnTo>
                <a:lnTo>
                  <a:pt x="629399" y="243840"/>
                </a:lnTo>
                <a:lnTo>
                  <a:pt x="639711" y="241604"/>
                </a:lnTo>
                <a:lnTo>
                  <a:pt x="650163" y="239649"/>
                </a:lnTo>
                <a:lnTo>
                  <a:pt x="660908" y="238277"/>
                </a:lnTo>
                <a:lnTo>
                  <a:pt x="672071" y="237744"/>
                </a:lnTo>
                <a:lnTo>
                  <a:pt x="787895" y="237744"/>
                </a:lnTo>
                <a:lnTo>
                  <a:pt x="787895" y="260604"/>
                </a:lnTo>
                <a:lnTo>
                  <a:pt x="812279" y="249936"/>
                </a:lnTo>
                <a:lnTo>
                  <a:pt x="810933" y="208788"/>
                </a:lnTo>
                <a:lnTo>
                  <a:pt x="810755" y="141732"/>
                </a:lnTo>
                <a:lnTo>
                  <a:pt x="817613" y="135636"/>
                </a:lnTo>
                <a:lnTo>
                  <a:pt x="824471" y="129540"/>
                </a:lnTo>
                <a:close/>
              </a:path>
              <a:path w="843279" h="405764">
                <a:moveTo>
                  <a:pt x="842759" y="341376"/>
                </a:moveTo>
                <a:lnTo>
                  <a:pt x="819188" y="309524"/>
                </a:lnTo>
                <a:lnTo>
                  <a:pt x="787895" y="291084"/>
                </a:lnTo>
                <a:lnTo>
                  <a:pt x="784847" y="294132"/>
                </a:lnTo>
                <a:lnTo>
                  <a:pt x="791311" y="303276"/>
                </a:lnTo>
                <a:lnTo>
                  <a:pt x="799325" y="314706"/>
                </a:lnTo>
                <a:lnTo>
                  <a:pt x="818883" y="351282"/>
                </a:lnTo>
                <a:lnTo>
                  <a:pt x="822947" y="364236"/>
                </a:lnTo>
                <a:lnTo>
                  <a:pt x="825995" y="367284"/>
                </a:lnTo>
                <a:lnTo>
                  <a:pt x="829043" y="367284"/>
                </a:lnTo>
                <a:lnTo>
                  <a:pt x="832091" y="364236"/>
                </a:lnTo>
                <a:lnTo>
                  <a:pt x="836663" y="358140"/>
                </a:lnTo>
                <a:lnTo>
                  <a:pt x="839711" y="350520"/>
                </a:lnTo>
                <a:lnTo>
                  <a:pt x="842759" y="345948"/>
                </a:lnTo>
                <a:lnTo>
                  <a:pt x="842759" y="34137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" name="object 21"/>
          <p:cNvSpPr/>
          <p:nvPr/>
        </p:nvSpPr>
        <p:spPr>
          <a:xfrm>
            <a:off x="9296400" y="3008375"/>
            <a:ext cx="387350" cy="405765"/>
          </a:xfrm>
          <a:custGeom>
            <a:avLst/>
            <a:gdLst/>
            <a:ahLst/>
            <a:cxnLst/>
            <a:rect l="l" t="t" r="r" b="b"/>
            <a:pathLst>
              <a:path w="387350" h="405764">
                <a:moveTo>
                  <a:pt x="198120" y="71627"/>
                </a:moveTo>
                <a:lnTo>
                  <a:pt x="193548" y="71627"/>
                </a:lnTo>
                <a:lnTo>
                  <a:pt x="190500" y="65531"/>
                </a:lnTo>
                <a:lnTo>
                  <a:pt x="188976" y="56387"/>
                </a:lnTo>
                <a:lnTo>
                  <a:pt x="185547" y="44410"/>
                </a:lnTo>
                <a:lnTo>
                  <a:pt x="179832" y="31432"/>
                </a:lnTo>
                <a:lnTo>
                  <a:pt x="171831" y="17597"/>
                </a:lnTo>
                <a:lnTo>
                  <a:pt x="161544" y="3048"/>
                </a:lnTo>
                <a:lnTo>
                  <a:pt x="164592" y="0"/>
                </a:lnTo>
                <a:lnTo>
                  <a:pt x="179379" y="8358"/>
                </a:lnTo>
                <a:lnTo>
                  <a:pt x="191452" y="15430"/>
                </a:lnTo>
                <a:lnTo>
                  <a:pt x="200382" y="21645"/>
                </a:lnTo>
                <a:lnTo>
                  <a:pt x="205740" y="27431"/>
                </a:lnTo>
                <a:lnTo>
                  <a:pt x="211836" y="33527"/>
                </a:lnTo>
                <a:lnTo>
                  <a:pt x="214884" y="39624"/>
                </a:lnTo>
                <a:lnTo>
                  <a:pt x="214884" y="50291"/>
                </a:lnTo>
                <a:lnTo>
                  <a:pt x="211836" y="56387"/>
                </a:lnTo>
                <a:lnTo>
                  <a:pt x="202692" y="68579"/>
                </a:lnTo>
                <a:lnTo>
                  <a:pt x="198120" y="71627"/>
                </a:lnTo>
                <a:close/>
              </a:path>
              <a:path w="387350" h="405764">
                <a:moveTo>
                  <a:pt x="36576" y="138683"/>
                </a:moveTo>
                <a:lnTo>
                  <a:pt x="27432" y="138683"/>
                </a:lnTo>
                <a:lnTo>
                  <a:pt x="22860" y="137159"/>
                </a:lnTo>
                <a:lnTo>
                  <a:pt x="19812" y="134111"/>
                </a:lnTo>
                <a:lnTo>
                  <a:pt x="15240" y="132587"/>
                </a:lnTo>
                <a:lnTo>
                  <a:pt x="13716" y="129539"/>
                </a:lnTo>
                <a:lnTo>
                  <a:pt x="13716" y="123443"/>
                </a:lnTo>
                <a:lnTo>
                  <a:pt x="18288" y="117347"/>
                </a:lnTo>
                <a:lnTo>
                  <a:pt x="27432" y="109727"/>
                </a:lnTo>
                <a:lnTo>
                  <a:pt x="35099" y="100274"/>
                </a:lnTo>
                <a:lnTo>
                  <a:pt x="41910" y="87820"/>
                </a:lnTo>
                <a:lnTo>
                  <a:pt x="47577" y="72223"/>
                </a:lnTo>
                <a:lnTo>
                  <a:pt x="51816" y="53339"/>
                </a:lnTo>
                <a:lnTo>
                  <a:pt x="57912" y="53339"/>
                </a:lnTo>
                <a:lnTo>
                  <a:pt x="57912" y="76200"/>
                </a:lnTo>
                <a:lnTo>
                  <a:pt x="367145" y="76200"/>
                </a:lnTo>
                <a:lnTo>
                  <a:pt x="376843" y="86867"/>
                </a:lnTo>
                <a:lnTo>
                  <a:pt x="57912" y="86867"/>
                </a:lnTo>
                <a:lnTo>
                  <a:pt x="58197" y="105155"/>
                </a:lnTo>
                <a:lnTo>
                  <a:pt x="56769" y="118871"/>
                </a:lnTo>
                <a:lnTo>
                  <a:pt x="53625" y="128015"/>
                </a:lnTo>
                <a:lnTo>
                  <a:pt x="48768" y="132587"/>
                </a:lnTo>
                <a:lnTo>
                  <a:pt x="41148" y="137159"/>
                </a:lnTo>
                <a:lnTo>
                  <a:pt x="36576" y="138683"/>
                </a:lnTo>
                <a:close/>
              </a:path>
              <a:path w="387350" h="405764">
                <a:moveTo>
                  <a:pt x="367145" y="76200"/>
                </a:moveTo>
                <a:lnTo>
                  <a:pt x="332232" y="76200"/>
                </a:lnTo>
                <a:lnTo>
                  <a:pt x="350520" y="57912"/>
                </a:lnTo>
                <a:lnTo>
                  <a:pt x="367145" y="76200"/>
                </a:lnTo>
                <a:close/>
              </a:path>
              <a:path w="387350" h="405764">
                <a:moveTo>
                  <a:pt x="316992" y="134111"/>
                </a:moveTo>
                <a:lnTo>
                  <a:pt x="312420" y="131063"/>
                </a:lnTo>
                <a:lnTo>
                  <a:pt x="335280" y="86867"/>
                </a:lnTo>
                <a:lnTo>
                  <a:pt x="376843" y="86867"/>
                </a:lnTo>
                <a:lnTo>
                  <a:pt x="381000" y="91439"/>
                </a:lnTo>
                <a:lnTo>
                  <a:pt x="367569" y="94249"/>
                </a:lnTo>
                <a:lnTo>
                  <a:pt x="352425" y="102488"/>
                </a:lnTo>
                <a:lnTo>
                  <a:pt x="335565" y="115871"/>
                </a:lnTo>
                <a:lnTo>
                  <a:pt x="316992" y="134111"/>
                </a:lnTo>
                <a:close/>
              </a:path>
              <a:path w="387350" h="405764">
                <a:moveTo>
                  <a:pt x="42672" y="175259"/>
                </a:moveTo>
                <a:lnTo>
                  <a:pt x="27432" y="160019"/>
                </a:lnTo>
                <a:lnTo>
                  <a:pt x="298704" y="160019"/>
                </a:lnTo>
                <a:lnTo>
                  <a:pt x="323088" y="135635"/>
                </a:lnTo>
                <a:lnTo>
                  <a:pt x="358140" y="170687"/>
                </a:lnTo>
                <a:lnTo>
                  <a:pt x="83820" y="170687"/>
                </a:lnTo>
                <a:lnTo>
                  <a:pt x="73533" y="170973"/>
                </a:lnTo>
                <a:lnTo>
                  <a:pt x="63246" y="171830"/>
                </a:lnTo>
                <a:lnTo>
                  <a:pt x="52959" y="173259"/>
                </a:lnTo>
                <a:lnTo>
                  <a:pt x="42672" y="175259"/>
                </a:lnTo>
                <a:close/>
              </a:path>
              <a:path w="387350" h="405764">
                <a:moveTo>
                  <a:pt x="205740" y="348996"/>
                </a:moveTo>
                <a:lnTo>
                  <a:pt x="181356" y="348996"/>
                </a:lnTo>
                <a:lnTo>
                  <a:pt x="181356" y="170687"/>
                </a:lnTo>
                <a:lnTo>
                  <a:pt x="205740" y="170687"/>
                </a:lnTo>
                <a:lnTo>
                  <a:pt x="205740" y="256031"/>
                </a:lnTo>
                <a:lnTo>
                  <a:pt x="329668" y="256031"/>
                </a:lnTo>
                <a:lnTo>
                  <a:pt x="339852" y="266699"/>
                </a:lnTo>
                <a:lnTo>
                  <a:pt x="205740" y="266699"/>
                </a:lnTo>
                <a:lnTo>
                  <a:pt x="205740" y="348996"/>
                </a:lnTo>
                <a:close/>
              </a:path>
              <a:path w="387350" h="405764">
                <a:moveTo>
                  <a:pt x="3048" y="405384"/>
                </a:moveTo>
                <a:lnTo>
                  <a:pt x="0" y="399287"/>
                </a:lnTo>
                <a:lnTo>
                  <a:pt x="15226" y="384048"/>
                </a:lnTo>
                <a:lnTo>
                  <a:pt x="28575" y="368427"/>
                </a:lnTo>
                <a:lnTo>
                  <a:pt x="50292" y="335280"/>
                </a:lnTo>
                <a:lnTo>
                  <a:pt x="69151" y="286631"/>
                </a:lnTo>
                <a:lnTo>
                  <a:pt x="78105" y="237743"/>
                </a:lnTo>
                <a:lnTo>
                  <a:pt x="80772" y="205739"/>
                </a:lnTo>
                <a:lnTo>
                  <a:pt x="123444" y="225551"/>
                </a:lnTo>
                <a:lnTo>
                  <a:pt x="102489" y="259460"/>
                </a:lnTo>
                <a:lnTo>
                  <a:pt x="99060" y="278891"/>
                </a:lnTo>
                <a:lnTo>
                  <a:pt x="105006" y="288035"/>
                </a:lnTo>
                <a:lnTo>
                  <a:pt x="94488" y="288035"/>
                </a:lnTo>
                <a:lnTo>
                  <a:pt x="78295" y="324802"/>
                </a:lnTo>
                <a:lnTo>
                  <a:pt x="49768" y="366379"/>
                </a:lnTo>
                <a:lnTo>
                  <a:pt x="21097" y="392572"/>
                </a:lnTo>
                <a:lnTo>
                  <a:pt x="3048" y="405384"/>
                </a:lnTo>
                <a:close/>
              </a:path>
              <a:path w="387350" h="405764">
                <a:moveTo>
                  <a:pt x="329668" y="256031"/>
                </a:moveTo>
                <a:lnTo>
                  <a:pt x="284987" y="256031"/>
                </a:lnTo>
                <a:lnTo>
                  <a:pt x="307847" y="233171"/>
                </a:lnTo>
                <a:lnTo>
                  <a:pt x="329668" y="256031"/>
                </a:lnTo>
                <a:close/>
              </a:path>
              <a:path w="387350" h="405764">
                <a:moveTo>
                  <a:pt x="350520" y="394716"/>
                </a:moveTo>
                <a:lnTo>
                  <a:pt x="308562" y="393263"/>
                </a:lnTo>
                <a:lnTo>
                  <a:pt x="241220" y="388072"/>
                </a:lnTo>
                <a:lnTo>
                  <a:pt x="194929" y="378380"/>
                </a:lnTo>
                <a:lnTo>
                  <a:pt x="159400" y="361330"/>
                </a:lnTo>
                <a:lnTo>
                  <a:pt x="118491" y="323278"/>
                </a:lnTo>
                <a:lnTo>
                  <a:pt x="94488" y="288035"/>
                </a:lnTo>
                <a:lnTo>
                  <a:pt x="105006" y="288035"/>
                </a:lnTo>
                <a:lnTo>
                  <a:pt x="107608" y="292036"/>
                </a:lnTo>
                <a:lnTo>
                  <a:pt x="117157" y="304037"/>
                </a:lnTo>
                <a:lnTo>
                  <a:pt x="149852" y="332922"/>
                </a:lnTo>
                <a:lnTo>
                  <a:pt x="181356" y="348996"/>
                </a:lnTo>
                <a:lnTo>
                  <a:pt x="205740" y="348996"/>
                </a:lnTo>
                <a:lnTo>
                  <a:pt x="205740" y="356616"/>
                </a:lnTo>
                <a:lnTo>
                  <a:pt x="230600" y="360592"/>
                </a:lnTo>
                <a:lnTo>
                  <a:pt x="254889" y="363283"/>
                </a:lnTo>
                <a:lnTo>
                  <a:pt x="278606" y="364545"/>
                </a:lnTo>
                <a:lnTo>
                  <a:pt x="387096" y="364545"/>
                </a:lnTo>
                <a:lnTo>
                  <a:pt x="387096" y="367284"/>
                </a:lnTo>
                <a:lnTo>
                  <a:pt x="373665" y="370713"/>
                </a:lnTo>
                <a:lnTo>
                  <a:pt x="363093" y="376428"/>
                </a:lnTo>
                <a:lnTo>
                  <a:pt x="355377" y="384429"/>
                </a:lnTo>
                <a:lnTo>
                  <a:pt x="350520" y="394716"/>
                </a:lnTo>
                <a:close/>
              </a:path>
              <a:path w="387350" h="405764">
                <a:moveTo>
                  <a:pt x="387096" y="364545"/>
                </a:moveTo>
                <a:lnTo>
                  <a:pt x="278606" y="364545"/>
                </a:lnTo>
                <a:lnTo>
                  <a:pt x="324945" y="363950"/>
                </a:lnTo>
                <a:lnTo>
                  <a:pt x="346710" y="363093"/>
                </a:lnTo>
                <a:lnTo>
                  <a:pt x="367331" y="361664"/>
                </a:lnTo>
                <a:lnTo>
                  <a:pt x="387096" y="359664"/>
                </a:lnTo>
                <a:lnTo>
                  <a:pt x="387096" y="36454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" name="object 22"/>
          <p:cNvSpPr/>
          <p:nvPr/>
        </p:nvSpPr>
        <p:spPr>
          <a:xfrm>
            <a:off x="2159507" y="3541776"/>
            <a:ext cx="356870" cy="402590"/>
          </a:xfrm>
          <a:custGeom>
            <a:avLst/>
            <a:gdLst/>
            <a:ahLst/>
            <a:cxnLst/>
            <a:rect l="l" t="t" r="r" b="b"/>
            <a:pathLst>
              <a:path w="356869" h="402589">
                <a:moveTo>
                  <a:pt x="54864" y="91440"/>
                </a:moveTo>
                <a:lnTo>
                  <a:pt x="44196" y="91440"/>
                </a:lnTo>
                <a:lnTo>
                  <a:pt x="51554" y="63436"/>
                </a:lnTo>
                <a:lnTo>
                  <a:pt x="57340" y="38862"/>
                </a:lnTo>
                <a:lnTo>
                  <a:pt x="61126" y="17716"/>
                </a:lnTo>
                <a:lnTo>
                  <a:pt x="62484" y="0"/>
                </a:lnTo>
                <a:lnTo>
                  <a:pt x="100584" y="21336"/>
                </a:lnTo>
                <a:lnTo>
                  <a:pt x="91725" y="29075"/>
                </a:lnTo>
                <a:lnTo>
                  <a:pt x="81153" y="43243"/>
                </a:lnTo>
                <a:lnTo>
                  <a:pt x="68865" y="63984"/>
                </a:lnTo>
                <a:lnTo>
                  <a:pt x="54864" y="91440"/>
                </a:lnTo>
                <a:close/>
              </a:path>
              <a:path w="356869" h="402589">
                <a:moveTo>
                  <a:pt x="147828" y="192024"/>
                </a:moveTo>
                <a:lnTo>
                  <a:pt x="143256" y="188976"/>
                </a:lnTo>
                <a:lnTo>
                  <a:pt x="160377" y="161496"/>
                </a:lnTo>
                <a:lnTo>
                  <a:pt x="175069" y="136017"/>
                </a:lnTo>
                <a:lnTo>
                  <a:pt x="196596" y="89916"/>
                </a:lnTo>
                <a:lnTo>
                  <a:pt x="211836" y="46482"/>
                </a:lnTo>
                <a:lnTo>
                  <a:pt x="222503" y="3048"/>
                </a:lnTo>
                <a:lnTo>
                  <a:pt x="260603" y="24384"/>
                </a:lnTo>
                <a:lnTo>
                  <a:pt x="252864" y="32361"/>
                </a:lnTo>
                <a:lnTo>
                  <a:pt x="243268" y="47053"/>
                </a:lnTo>
                <a:lnTo>
                  <a:pt x="231671" y="68318"/>
                </a:lnTo>
                <a:lnTo>
                  <a:pt x="217932" y="96012"/>
                </a:lnTo>
                <a:lnTo>
                  <a:pt x="348996" y="96012"/>
                </a:lnTo>
                <a:lnTo>
                  <a:pt x="356616" y="103632"/>
                </a:lnTo>
                <a:lnTo>
                  <a:pt x="352806" y="106680"/>
                </a:lnTo>
                <a:lnTo>
                  <a:pt x="214884" y="106680"/>
                </a:lnTo>
                <a:lnTo>
                  <a:pt x="198834" y="130944"/>
                </a:lnTo>
                <a:lnTo>
                  <a:pt x="182499" y="153352"/>
                </a:lnTo>
                <a:lnTo>
                  <a:pt x="165592" y="173759"/>
                </a:lnTo>
                <a:lnTo>
                  <a:pt x="147828" y="192024"/>
                </a:lnTo>
                <a:close/>
              </a:path>
              <a:path w="356869" h="402589">
                <a:moveTo>
                  <a:pt x="147828" y="91440"/>
                </a:moveTo>
                <a:lnTo>
                  <a:pt x="111252" y="91440"/>
                </a:lnTo>
                <a:lnTo>
                  <a:pt x="129540" y="73152"/>
                </a:lnTo>
                <a:lnTo>
                  <a:pt x="147828" y="91440"/>
                </a:lnTo>
                <a:close/>
              </a:path>
              <a:path w="356869" h="402589">
                <a:moveTo>
                  <a:pt x="0" y="399288"/>
                </a:moveTo>
                <a:lnTo>
                  <a:pt x="816" y="361188"/>
                </a:lnTo>
                <a:lnTo>
                  <a:pt x="914" y="355092"/>
                </a:lnTo>
                <a:lnTo>
                  <a:pt x="1333" y="317182"/>
                </a:lnTo>
                <a:lnTo>
                  <a:pt x="1427" y="178308"/>
                </a:lnTo>
                <a:lnTo>
                  <a:pt x="1310" y="153352"/>
                </a:lnTo>
                <a:lnTo>
                  <a:pt x="891" y="115824"/>
                </a:lnTo>
                <a:lnTo>
                  <a:pt x="0" y="74676"/>
                </a:lnTo>
                <a:lnTo>
                  <a:pt x="25908" y="91440"/>
                </a:lnTo>
                <a:lnTo>
                  <a:pt x="147828" y="91440"/>
                </a:lnTo>
                <a:lnTo>
                  <a:pt x="155448" y="99060"/>
                </a:lnTo>
                <a:lnTo>
                  <a:pt x="150876" y="102108"/>
                </a:lnTo>
                <a:lnTo>
                  <a:pt x="24384" y="102108"/>
                </a:lnTo>
                <a:lnTo>
                  <a:pt x="24384" y="213360"/>
                </a:lnTo>
                <a:lnTo>
                  <a:pt x="137518" y="213360"/>
                </a:lnTo>
                <a:lnTo>
                  <a:pt x="137583" y="222504"/>
                </a:lnTo>
                <a:lnTo>
                  <a:pt x="24384" y="222504"/>
                </a:lnTo>
                <a:lnTo>
                  <a:pt x="24384" y="344424"/>
                </a:lnTo>
                <a:lnTo>
                  <a:pt x="139246" y="344424"/>
                </a:lnTo>
                <a:lnTo>
                  <a:pt x="139305" y="347435"/>
                </a:lnTo>
                <a:lnTo>
                  <a:pt x="139532" y="355092"/>
                </a:lnTo>
                <a:lnTo>
                  <a:pt x="24384" y="355092"/>
                </a:lnTo>
                <a:lnTo>
                  <a:pt x="24384" y="384048"/>
                </a:lnTo>
                <a:lnTo>
                  <a:pt x="0" y="399288"/>
                </a:lnTo>
                <a:close/>
              </a:path>
              <a:path w="356869" h="402589">
                <a:moveTo>
                  <a:pt x="348996" y="96012"/>
                </a:moveTo>
                <a:lnTo>
                  <a:pt x="310896" y="96012"/>
                </a:lnTo>
                <a:lnTo>
                  <a:pt x="330708" y="77724"/>
                </a:lnTo>
                <a:lnTo>
                  <a:pt x="348996" y="96012"/>
                </a:lnTo>
                <a:close/>
              </a:path>
              <a:path w="356869" h="402589">
                <a:moveTo>
                  <a:pt x="137518" y="213360"/>
                </a:moveTo>
                <a:lnTo>
                  <a:pt x="115824" y="213360"/>
                </a:lnTo>
                <a:lnTo>
                  <a:pt x="115824" y="102108"/>
                </a:lnTo>
                <a:lnTo>
                  <a:pt x="150876" y="102108"/>
                </a:lnTo>
                <a:lnTo>
                  <a:pt x="137160" y="111252"/>
                </a:lnTo>
                <a:lnTo>
                  <a:pt x="137273" y="161496"/>
                </a:lnTo>
                <a:lnTo>
                  <a:pt x="137394" y="195976"/>
                </a:lnTo>
                <a:lnTo>
                  <a:pt x="137518" y="213360"/>
                </a:lnTo>
                <a:close/>
              </a:path>
              <a:path w="356869" h="402589">
                <a:moveTo>
                  <a:pt x="327406" y="361188"/>
                </a:moveTo>
                <a:lnTo>
                  <a:pt x="283464" y="361188"/>
                </a:lnTo>
                <a:lnTo>
                  <a:pt x="292631" y="359211"/>
                </a:lnTo>
                <a:lnTo>
                  <a:pt x="299656" y="353377"/>
                </a:lnTo>
                <a:lnTo>
                  <a:pt x="309261" y="305360"/>
                </a:lnTo>
                <a:lnTo>
                  <a:pt x="311086" y="259842"/>
                </a:lnTo>
                <a:lnTo>
                  <a:pt x="313173" y="194571"/>
                </a:lnTo>
                <a:lnTo>
                  <a:pt x="315467" y="106680"/>
                </a:lnTo>
                <a:lnTo>
                  <a:pt x="352806" y="106680"/>
                </a:lnTo>
                <a:lnTo>
                  <a:pt x="341376" y="115824"/>
                </a:lnTo>
                <a:lnTo>
                  <a:pt x="339547" y="190085"/>
                </a:lnTo>
                <a:lnTo>
                  <a:pt x="337771" y="248412"/>
                </a:lnTo>
                <a:lnTo>
                  <a:pt x="335889" y="296107"/>
                </a:lnTo>
                <a:lnTo>
                  <a:pt x="334060" y="328013"/>
                </a:lnTo>
                <a:lnTo>
                  <a:pt x="332232" y="345948"/>
                </a:lnTo>
                <a:lnTo>
                  <a:pt x="328517" y="358521"/>
                </a:lnTo>
                <a:lnTo>
                  <a:pt x="327406" y="361188"/>
                </a:lnTo>
                <a:close/>
              </a:path>
              <a:path w="356869" h="402589">
                <a:moveTo>
                  <a:pt x="231648" y="269748"/>
                </a:moveTo>
                <a:lnTo>
                  <a:pt x="230124" y="269748"/>
                </a:lnTo>
                <a:lnTo>
                  <a:pt x="226956" y="268295"/>
                </a:lnTo>
                <a:lnTo>
                  <a:pt x="224218" y="263842"/>
                </a:lnTo>
                <a:lnTo>
                  <a:pt x="221765" y="256246"/>
                </a:lnTo>
                <a:lnTo>
                  <a:pt x="219456" y="245364"/>
                </a:lnTo>
                <a:lnTo>
                  <a:pt x="214884" y="228242"/>
                </a:lnTo>
                <a:lnTo>
                  <a:pt x="208026" y="211264"/>
                </a:lnTo>
                <a:lnTo>
                  <a:pt x="198882" y="194571"/>
                </a:lnTo>
                <a:lnTo>
                  <a:pt x="187452" y="178308"/>
                </a:lnTo>
                <a:lnTo>
                  <a:pt x="192024" y="172212"/>
                </a:lnTo>
                <a:lnTo>
                  <a:pt x="224980" y="199834"/>
                </a:lnTo>
                <a:lnTo>
                  <a:pt x="246888" y="236220"/>
                </a:lnTo>
                <a:lnTo>
                  <a:pt x="246888" y="248412"/>
                </a:lnTo>
                <a:lnTo>
                  <a:pt x="245364" y="256032"/>
                </a:lnTo>
                <a:lnTo>
                  <a:pt x="240791" y="262127"/>
                </a:lnTo>
                <a:lnTo>
                  <a:pt x="236220" y="266700"/>
                </a:lnTo>
                <a:lnTo>
                  <a:pt x="231648" y="269748"/>
                </a:lnTo>
                <a:close/>
              </a:path>
              <a:path w="356869" h="402589">
                <a:moveTo>
                  <a:pt x="139246" y="344424"/>
                </a:moveTo>
                <a:lnTo>
                  <a:pt x="115824" y="344424"/>
                </a:lnTo>
                <a:lnTo>
                  <a:pt x="115824" y="222504"/>
                </a:lnTo>
                <a:lnTo>
                  <a:pt x="137583" y="222504"/>
                </a:lnTo>
                <a:lnTo>
                  <a:pt x="137793" y="251874"/>
                </a:lnTo>
                <a:lnTo>
                  <a:pt x="138480" y="305562"/>
                </a:lnTo>
                <a:lnTo>
                  <a:pt x="139246" y="344424"/>
                </a:lnTo>
                <a:close/>
              </a:path>
              <a:path w="356869" h="402589">
                <a:moveTo>
                  <a:pt x="278891" y="402336"/>
                </a:moveTo>
                <a:lnTo>
                  <a:pt x="271772" y="389477"/>
                </a:lnTo>
                <a:lnTo>
                  <a:pt x="259651" y="378333"/>
                </a:lnTo>
                <a:lnTo>
                  <a:pt x="242673" y="368903"/>
                </a:lnTo>
                <a:lnTo>
                  <a:pt x="220979" y="361188"/>
                </a:lnTo>
                <a:lnTo>
                  <a:pt x="220979" y="352044"/>
                </a:lnTo>
                <a:lnTo>
                  <a:pt x="241244" y="356044"/>
                </a:lnTo>
                <a:lnTo>
                  <a:pt x="258508" y="358902"/>
                </a:lnTo>
                <a:lnTo>
                  <a:pt x="272629" y="360616"/>
                </a:lnTo>
                <a:lnTo>
                  <a:pt x="283464" y="361188"/>
                </a:lnTo>
                <a:lnTo>
                  <a:pt x="327406" y="361188"/>
                </a:lnTo>
                <a:lnTo>
                  <a:pt x="324231" y="368808"/>
                </a:lnTo>
                <a:lnTo>
                  <a:pt x="289726" y="397740"/>
                </a:lnTo>
                <a:lnTo>
                  <a:pt x="278891" y="402336"/>
                </a:lnTo>
                <a:close/>
              </a:path>
              <a:path w="356869" h="402589">
                <a:moveTo>
                  <a:pt x="115824" y="391668"/>
                </a:moveTo>
                <a:lnTo>
                  <a:pt x="115824" y="355092"/>
                </a:lnTo>
                <a:lnTo>
                  <a:pt x="139532" y="355092"/>
                </a:lnTo>
                <a:lnTo>
                  <a:pt x="140208" y="377952"/>
                </a:lnTo>
                <a:lnTo>
                  <a:pt x="115824" y="39166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23" name="object 23"/>
          <p:cNvGrpSpPr/>
          <p:nvPr/>
        </p:nvGrpSpPr>
        <p:grpSpPr>
          <a:xfrm>
            <a:off x="2574035" y="3567683"/>
            <a:ext cx="871855" cy="428625"/>
            <a:chOff x="2574035" y="3567683"/>
            <a:chExt cx="871855" cy="428625"/>
          </a:xfrm>
        </p:grpSpPr>
        <p:sp>
          <p:nvSpPr>
            <p:cNvPr id="24" name="object 24"/>
            <p:cNvSpPr/>
            <p:nvPr/>
          </p:nvSpPr>
          <p:spPr>
            <a:xfrm>
              <a:off x="2574035" y="3567683"/>
              <a:ext cx="131445" cy="428625"/>
            </a:xfrm>
            <a:custGeom>
              <a:avLst/>
              <a:gdLst/>
              <a:ahLst/>
              <a:cxnLst/>
              <a:rect l="l" t="t" r="r" b="b"/>
              <a:pathLst>
                <a:path w="131444" h="428625">
                  <a:moveTo>
                    <a:pt x="131063" y="428243"/>
                  </a:moveTo>
                  <a:lnTo>
                    <a:pt x="80771" y="428243"/>
                  </a:lnTo>
                  <a:lnTo>
                    <a:pt x="63341" y="405098"/>
                  </a:lnTo>
                  <a:lnTo>
                    <a:pt x="33623" y="357092"/>
                  </a:lnTo>
                  <a:lnTo>
                    <a:pt x="12215" y="305942"/>
                  </a:lnTo>
                  <a:lnTo>
                    <a:pt x="1404" y="246506"/>
                  </a:lnTo>
                  <a:lnTo>
                    <a:pt x="0" y="213360"/>
                  </a:lnTo>
                  <a:lnTo>
                    <a:pt x="1404" y="181094"/>
                  </a:lnTo>
                  <a:lnTo>
                    <a:pt x="12215" y="122277"/>
                  </a:lnTo>
                  <a:lnTo>
                    <a:pt x="33623" y="71151"/>
                  </a:lnTo>
                  <a:lnTo>
                    <a:pt x="63341" y="23145"/>
                  </a:lnTo>
                  <a:lnTo>
                    <a:pt x="80771" y="0"/>
                  </a:lnTo>
                  <a:lnTo>
                    <a:pt x="131063" y="0"/>
                  </a:lnTo>
                  <a:lnTo>
                    <a:pt x="131063" y="1524"/>
                  </a:lnTo>
                  <a:lnTo>
                    <a:pt x="122181" y="9810"/>
                  </a:lnTo>
                  <a:lnTo>
                    <a:pt x="113728" y="18668"/>
                  </a:lnTo>
                  <a:lnTo>
                    <a:pt x="89796" y="48934"/>
                  </a:lnTo>
                  <a:lnTo>
                    <a:pt x="68579" y="86867"/>
                  </a:lnTo>
                  <a:lnTo>
                    <a:pt x="51220" y="130587"/>
                  </a:lnTo>
                  <a:lnTo>
                    <a:pt x="40385" y="179260"/>
                  </a:lnTo>
                  <a:lnTo>
                    <a:pt x="38099" y="213360"/>
                  </a:lnTo>
                  <a:lnTo>
                    <a:pt x="38671" y="231362"/>
                  </a:lnTo>
                  <a:lnTo>
                    <a:pt x="47243" y="281939"/>
                  </a:lnTo>
                  <a:lnTo>
                    <a:pt x="62031" y="325874"/>
                  </a:lnTo>
                  <a:lnTo>
                    <a:pt x="81914" y="365950"/>
                  </a:lnTo>
                  <a:lnTo>
                    <a:pt x="105775" y="398835"/>
                  </a:lnTo>
                  <a:lnTo>
                    <a:pt x="131063" y="425195"/>
                  </a:lnTo>
                  <a:lnTo>
                    <a:pt x="131063" y="428243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5" name="object 25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2723388" y="3663695"/>
              <a:ext cx="327659" cy="323088"/>
            </a:xfrm>
            <a:prstGeom prst="rect">
              <a:avLst/>
            </a:prstGeom>
          </p:spPr>
        </p:pic>
        <p:sp>
          <p:nvSpPr>
            <p:cNvPr id="26" name="object 26"/>
            <p:cNvSpPr/>
            <p:nvPr/>
          </p:nvSpPr>
          <p:spPr>
            <a:xfrm>
              <a:off x="3078467" y="3567683"/>
              <a:ext cx="367665" cy="428625"/>
            </a:xfrm>
            <a:custGeom>
              <a:avLst/>
              <a:gdLst/>
              <a:ahLst/>
              <a:cxnLst/>
              <a:rect l="l" t="t" r="r" b="b"/>
              <a:pathLst>
                <a:path w="367664" h="428625">
                  <a:moveTo>
                    <a:pt x="219456" y="96024"/>
                  </a:moveTo>
                  <a:lnTo>
                    <a:pt x="176784" y="96024"/>
                  </a:lnTo>
                  <a:lnTo>
                    <a:pt x="109728" y="274332"/>
                  </a:lnTo>
                  <a:lnTo>
                    <a:pt x="44196" y="96024"/>
                  </a:lnTo>
                  <a:lnTo>
                    <a:pt x="0" y="96024"/>
                  </a:lnTo>
                  <a:lnTo>
                    <a:pt x="88392" y="326148"/>
                  </a:lnTo>
                  <a:lnTo>
                    <a:pt x="44196" y="428256"/>
                  </a:lnTo>
                  <a:lnTo>
                    <a:pt x="88392" y="428256"/>
                  </a:lnTo>
                  <a:lnTo>
                    <a:pt x="219456" y="96024"/>
                  </a:lnTo>
                  <a:close/>
                </a:path>
                <a:path w="367664" h="428625">
                  <a:moveTo>
                    <a:pt x="367296" y="213360"/>
                  </a:moveTo>
                  <a:lnTo>
                    <a:pt x="361772" y="150685"/>
                  </a:lnTo>
                  <a:lnTo>
                    <a:pt x="345960" y="96012"/>
                  </a:lnTo>
                  <a:lnTo>
                    <a:pt x="319671" y="46863"/>
                  </a:lnTo>
                  <a:lnTo>
                    <a:pt x="286524" y="0"/>
                  </a:lnTo>
                  <a:lnTo>
                    <a:pt x="236232" y="0"/>
                  </a:lnTo>
                  <a:lnTo>
                    <a:pt x="236232" y="1524"/>
                  </a:lnTo>
                  <a:lnTo>
                    <a:pt x="244246" y="9817"/>
                  </a:lnTo>
                  <a:lnTo>
                    <a:pt x="252425" y="18669"/>
                  </a:lnTo>
                  <a:lnTo>
                    <a:pt x="277710" y="49580"/>
                  </a:lnTo>
                  <a:lnTo>
                    <a:pt x="305257" y="100876"/>
                  </a:lnTo>
                  <a:lnTo>
                    <a:pt x="324053" y="162572"/>
                  </a:lnTo>
                  <a:lnTo>
                    <a:pt x="329196" y="213360"/>
                  </a:lnTo>
                  <a:lnTo>
                    <a:pt x="328625" y="231368"/>
                  </a:lnTo>
                  <a:lnTo>
                    <a:pt x="320052" y="281940"/>
                  </a:lnTo>
                  <a:lnTo>
                    <a:pt x="305257" y="325882"/>
                  </a:lnTo>
                  <a:lnTo>
                    <a:pt x="285381" y="365379"/>
                  </a:lnTo>
                  <a:lnTo>
                    <a:pt x="261518" y="398843"/>
                  </a:lnTo>
                  <a:lnTo>
                    <a:pt x="236232" y="425196"/>
                  </a:lnTo>
                  <a:lnTo>
                    <a:pt x="236232" y="428244"/>
                  </a:lnTo>
                  <a:lnTo>
                    <a:pt x="286524" y="428244"/>
                  </a:lnTo>
                  <a:lnTo>
                    <a:pt x="303949" y="405104"/>
                  </a:lnTo>
                  <a:lnTo>
                    <a:pt x="333667" y="357098"/>
                  </a:lnTo>
                  <a:lnTo>
                    <a:pt x="355079" y="305308"/>
                  </a:lnTo>
                  <a:lnTo>
                    <a:pt x="365887" y="246303"/>
                  </a:lnTo>
                  <a:lnTo>
                    <a:pt x="367296" y="21336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27" name="object 27"/>
          <p:cNvSpPr/>
          <p:nvPr/>
        </p:nvSpPr>
        <p:spPr>
          <a:xfrm>
            <a:off x="3523488" y="3549395"/>
            <a:ext cx="335280" cy="393700"/>
          </a:xfrm>
          <a:custGeom>
            <a:avLst/>
            <a:gdLst/>
            <a:ahLst/>
            <a:cxnLst/>
            <a:rect l="l" t="t" r="r" b="b"/>
            <a:pathLst>
              <a:path w="335279" h="393700">
                <a:moveTo>
                  <a:pt x="297180" y="393191"/>
                </a:moveTo>
                <a:lnTo>
                  <a:pt x="297180" y="364236"/>
                </a:lnTo>
                <a:lnTo>
                  <a:pt x="36575" y="364236"/>
                </a:lnTo>
                <a:lnTo>
                  <a:pt x="24383" y="376428"/>
                </a:lnTo>
                <a:lnTo>
                  <a:pt x="0" y="358140"/>
                </a:lnTo>
                <a:lnTo>
                  <a:pt x="12192" y="345948"/>
                </a:lnTo>
                <a:lnTo>
                  <a:pt x="12168" y="264485"/>
                </a:lnTo>
                <a:lnTo>
                  <a:pt x="12001" y="250888"/>
                </a:lnTo>
                <a:lnTo>
                  <a:pt x="11549" y="236434"/>
                </a:lnTo>
                <a:lnTo>
                  <a:pt x="10668" y="220980"/>
                </a:lnTo>
                <a:lnTo>
                  <a:pt x="50292" y="242316"/>
                </a:lnTo>
                <a:lnTo>
                  <a:pt x="36575" y="254508"/>
                </a:lnTo>
                <a:lnTo>
                  <a:pt x="36575" y="355091"/>
                </a:lnTo>
                <a:lnTo>
                  <a:pt x="152400" y="355091"/>
                </a:lnTo>
                <a:lnTo>
                  <a:pt x="152400" y="185928"/>
                </a:lnTo>
                <a:lnTo>
                  <a:pt x="51816" y="185928"/>
                </a:lnTo>
                <a:lnTo>
                  <a:pt x="38100" y="198120"/>
                </a:lnTo>
                <a:lnTo>
                  <a:pt x="13716" y="178308"/>
                </a:lnTo>
                <a:lnTo>
                  <a:pt x="25907" y="169164"/>
                </a:lnTo>
                <a:lnTo>
                  <a:pt x="25884" y="86963"/>
                </a:lnTo>
                <a:lnTo>
                  <a:pt x="25717" y="75819"/>
                </a:lnTo>
                <a:lnTo>
                  <a:pt x="25265" y="64103"/>
                </a:lnTo>
                <a:lnTo>
                  <a:pt x="24383" y="51816"/>
                </a:lnTo>
                <a:lnTo>
                  <a:pt x="65531" y="73152"/>
                </a:lnTo>
                <a:lnTo>
                  <a:pt x="50292" y="83820"/>
                </a:lnTo>
                <a:lnTo>
                  <a:pt x="50292" y="175260"/>
                </a:lnTo>
                <a:lnTo>
                  <a:pt x="152400" y="175260"/>
                </a:lnTo>
                <a:lnTo>
                  <a:pt x="152376" y="45219"/>
                </a:lnTo>
                <a:lnTo>
                  <a:pt x="152209" y="29908"/>
                </a:lnTo>
                <a:lnTo>
                  <a:pt x="151757" y="14882"/>
                </a:lnTo>
                <a:lnTo>
                  <a:pt x="150876" y="0"/>
                </a:lnTo>
                <a:lnTo>
                  <a:pt x="190500" y="19812"/>
                </a:lnTo>
                <a:lnTo>
                  <a:pt x="176784" y="35052"/>
                </a:lnTo>
                <a:lnTo>
                  <a:pt x="176784" y="175260"/>
                </a:lnTo>
                <a:lnTo>
                  <a:pt x="280416" y="175260"/>
                </a:lnTo>
                <a:lnTo>
                  <a:pt x="280416" y="97536"/>
                </a:lnTo>
                <a:lnTo>
                  <a:pt x="280154" y="86701"/>
                </a:lnTo>
                <a:lnTo>
                  <a:pt x="279463" y="74866"/>
                </a:lnTo>
                <a:lnTo>
                  <a:pt x="277368" y="48768"/>
                </a:lnTo>
                <a:lnTo>
                  <a:pt x="318516" y="67056"/>
                </a:lnTo>
                <a:lnTo>
                  <a:pt x="304800" y="79248"/>
                </a:lnTo>
                <a:lnTo>
                  <a:pt x="304847" y="156948"/>
                </a:lnTo>
                <a:lnTo>
                  <a:pt x="305181" y="168211"/>
                </a:lnTo>
                <a:lnTo>
                  <a:pt x="306085" y="181475"/>
                </a:lnTo>
                <a:lnTo>
                  <a:pt x="307848" y="196596"/>
                </a:lnTo>
                <a:lnTo>
                  <a:pt x="280416" y="207264"/>
                </a:lnTo>
                <a:lnTo>
                  <a:pt x="280416" y="185928"/>
                </a:lnTo>
                <a:lnTo>
                  <a:pt x="176784" y="185928"/>
                </a:lnTo>
                <a:lnTo>
                  <a:pt x="176784" y="355091"/>
                </a:lnTo>
                <a:lnTo>
                  <a:pt x="297180" y="355091"/>
                </a:lnTo>
                <a:lnTo>
                  <a:pt x="297156" y="265390"/>
                </a:lnTo>
                <a:lnTo>
                  <a:pt x="296989" y="252412"/>
                </a:lnTo>
                <a:lnTo>
                  <a:pt x="296537" y="238577"/>
                </a:lnTo>
                <a:lnTo>
                  <a:pt x="295656" y="224028"/>
                </a:lnTo>
                <a:lnTo>
                  <a:pt x="335280" y="246888"/>
                </a:lnTo>
                <a:lnTo>
                  <a:pt x="321564" y="257555"/>
                </a:lnTo>
                <a:lnTo>
                  <a:pt x="321587" y="337327"/>
                </a:lnTo>
                <a:lnTo>
                  <a:pt x="321754" y="352806"/>
                </a:lnTo>
                <a:lnTo>
                  <a:pt x="322206" y="368284"/>
                </a:lnTo>
                <a:lnTo>
                  <a:pt x="323088" y="384048"/>
                </a:lnTo>
                <a:lnTo>
                  <a:pt x="297180" y="39319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" name="object 28"/>
          <p:cNvSpPr/>
          <p:nvPr/>
        </p:nvSpPr>
        <p:spPr>
          <a:xfrm>
            <a:off x="3933444" y="3558539"/>
            <a:ext cx="407034" cy="390525"/>
          </a:xfrm>
          <a:custGeom>
            <a:avLst/>
            <a:gdLst/>
            <a:ahLst/>
            <a:cxnLst/>
            <a:rect l="l" t="t" r="r" b="b"/>
            <a:pathLst>
              <a:path w="407035" h="390525">
                <a:moveTo>
                  <a:pt x="361774" y="16764"/>
                </a:moveTo>
                <a:lnTo>
                  <a:pt x="327660" y="16764"/>
                </a:lnTo>
                <a:lnTo>
                  <a:pt x="339852" y="0"/>
                </a:lnTo>
                <a:lnTo>
                  <a:pt x="361774" y="16764"/>
                </a:lnTo>
                <a:close/>
              </a:path>
              <a:path w="407035" h="390525">
                <a:moveTo>
                  <a:pt x="173736" y="259080"/>
                </a:moveTo>
                <a:lnTo>
                  <a:pt x="174855" y="239077"/>
                </a:lnTo>
                <a:lnTo>
                  <a:pt x="175831" y="211074"/>
                </a:lnTo>
                <a:lnTo>
                  <a:pt x="176522" y="175069"/>
                </a:lnTo>
                <a:lnTo>
                  <a:pt x="176784" y="131064"/>
                </a:lnTo>
                <a:lnTo>
                  <a:pt x="176522" y="86820"/>
                </a:lnTo>
                <a:lnTo>
                  <a:pt x="175831" y="50292"/>
                </a:lnTo>
                <a:lnTo>
                  <a:pt x="174855" y="21764"/>
                </a:lnTo>
                <a:lnTo>
                  <a:pt x="173736" y="1524"/>
                </a:lnTo>
                <a:lnTo>
                  <a:pt x="198120" y="16764"/>
                </a:lnTo>
                <a:lnTo>
                  <a:pt x="361774" y="16764"/>
                </a:lnTo>
                <a:lnTo>
                  <a:pt x="365760" y="19812"/>
                </a:lnTo>
                <a:lnTo>
                  <a:pt x="357051" y="27432"/>
                </a:lnTo>
                <a:lnTo>
                  <a:pt x="198120" y="27432"/>
                </a:lnTo>
                <a:lnTo>
                  <a:pt x="198120" y="248412"/>
                </a:lnTo>
                <a:lnTo>
                  <a:pt x="173736" y="259080"/>
                </a:lnTo>
                <a:close/>
              </a:path>
              <a:path w="407035" h="390525">
                <a:moveTo>
                  <a:pt x="16764" y="45720"/>
                </a:moveTo>
                <a:lnTo>
                  <a:pt x="0" y="30480"/>
                </a:lnTo>
                <a:lnTo>
                  <a:pt x="108204" y="30480"/>
                </a:lnTo>
                <a:lnTo>
                  <a:pt x="131064" y="10668"/>
                </a:lnTo>
                <a:lnTo>
                  <a:pt x="158496" y="41148"/>
                </a:lnTo>
                <a:lnTo>
                  <a:pt x="57912" y="41148"/>
                </a:lnTo>
                <a:lnTo>
                  <a:pt x="46767" y="41433"/>
                </a:lnTo>
                <a:lnTo>
                  <a:pt x="36195" y="42291"/>
                </a:lnTo>
                <a:lnTo>
                  <a:pt x="26193" y="43719"/>
                </a:lnTo>
                <a:lnTo>
                  <a:pt x="16764" y="45720"/>
                </a:lnTo>
                <a:close/>
              </a:path>
              <a:path w="407035" h="390525">
                <a:moveTo>
                  <a:pt x="330708" y="242316"/>
                </a:moveTo>
                <a:lnTo>
                  <a:pt x="330708" y="27432"/>
                </a:lnTo>
                <a:lnTo>
                  <a:pt x="357051" y="27432"/>
                </a:lnTo>
                <a:lnTo>
                  <a:pt x="353568" y="30480"/>
                </a:lnTo>
                <a:lnTo>
                  <a:pt x="353690" y="142374"/>
                </a:lnTo>
                <a:lnTo>
                  <a:pt x="353783" y="168592"/>
                </a:lnTo>
                <a:lnTo>
                  <a:pt x="354210" y="207287"/>
                </a:lnTo>
                <a:lnTo>
                  <a:pt x="355092" y="230124"/>
                </a:lnTo>
                <a:lnTo>
                  <a:pt x="330708" y="242316"/>
                </a:lnTo>
                <a:close/>
              </a:path>
              <a:path w="407035" h="390525">
                <a:moveTo>
                  <a:pt x="86868" y="150876"/>
                </a:moveTo>
                <a:lnTo>
                  <a:pt x="65532" y="150876"/>
                </a:lnTo>
                <a:lnTo>
                  <a:pt x="65532" y="41148"/>
                </a:lnTo>
                <a:lnTo>
                  <a:pt x="86868" y="41148"/>
                </a:lnTo>
                <a:lnTo>
                  <a:pt x="86868" y="150876"/>
                </a:lnTo>
                <a:close/>
              </a:path>
              <a:path w="407035" h="390525">
                <a:moveTo>
                  <a:pt x="97536" y="390144"/>
                </a:moveTo>
                <a:lnTo>
                  <a:pt x="94488" y="385572"/>
                </a:lnTo>
                <a:lnTo>
                  <a:pt x="137350" y="359902"/>
                </a:lnTo>
                <a:lnTo>
                  <a:pt x="172212" y="333375"/>
                </a:lnTo>
                <a:lnTo>
                  <a:pt x="199072" y="306276"/>
                </a:lnTo>
                <a:lnTo>
                  <a:pt x="231671" y="244625"/>
                </a:lnTo>
                <a:lnTo>
                  <a:pt x="240982" y="199072"/>
                </a:lnTo>
                <a:lnTo>
                  <a:pt x="246006" y="142374"/>
                </a:lnTo>
                <a:lnTo>
                  <a:pt x="246888" y="74676"/>
                </a:lnTo>
                <a:lnTo>
                  <a:pt x="289560" y="91440"/>
                </a:lnTo>
                <a:lnTo>
                  <a:pt x="272796" y="105156"/>
                </a:lnTo>
                <a:lnTo>
                  <a:pt x="270271" y="168592"/>
                </a:lnTo>
                <a:lnTo>
                  <a:pt x="262890" y="221742"/>
                </a:lnTo>
                <a:lnTo>
                  <a:pt x="250936" y="264604"/>
                </a:lnTo>
                <a:lnTo>
                  <a:pt x="212407" y="322849"/>
                </a:lnTo>
                <a:lnTo>
                  <a:pt x="182118" y="347091"/>
                </a:lnTo>
                <a:lnTo>
                  <a:pt x="143827" y="369617"/>
                </a:lnTo>
                <a:lnTo>
                  <a:pt x="97536" y="390144"/>
                </a:lnTo>
                <a:close/>
              </a:path>
              <a:path w="407035" h="390525">
                <a:moveTo>
                  <a:pt x="22860" y="166116"/>
                </a:moveTo>
                <a:lnTo>
                  <a:pt x="7619" y="150876"/>
                </a:lnTo>
                <a:lnTo>
                  <a:pt x="108204" y="150876"/>
                </a:lnTo>
                <a:lnTo>
                  <a:pt x="128016" y="131064"/>
                </a:lnTo>
                <a:lnTo>
                  <a:pt x="155448" y="161544"/>
                </a:lnTo>
                <a:lnTo>
                  <a:pt x="65532" y="161544"/>
                </a:lnTo>
                <a:lnTo>
                  <a:pt x="54363" y="161829"/>
                </a:lnTo>
                <a:lnTo>
                  <a:pt x="43624" y="162687"/>
                </a:lnTo>
                <a:lnTo>
                  <a:pt x="33170" y="164115"/>
                </a:lnTo>
                <a:lnTo>
                  <a:pt x="22860" y="166116"/>
                </a:lnTo>
                <a:close/>
              </a:path>
              <a:path w="407035" h="390525">
                <a:moveTo>
                  <a:pt x="21336" y="338328"/>
                </a:moveTo>
                <a:lnTo>
                  <a:pt x="0" y="304800"/>
                </a:lnTo>
                <a:lnTo>
                  <a:pt x="18597" y="299989"/>
                </a:lnTo>
                <a:lnTo>
                  <a:pt x="35623" y="294894"/>
                </a:lnTo>
                <a:lnTo>
                  <a:pt x="65532" y="284988"/>
                </a:lnTo>
                <a:lnTo>
                  <a:pt x="65532" y="161544"/>
                </a:lnTo>
                <a:lnTo>
                  <a:pt x="86868" y="161544"/>
                </a:lnTo>
                <a:lnTo>
                  <a:pt x="86868" y="277368"/>
                </a:lnTo>
                <a:lnTo>
                  <a:pt x="120393" y="277368"/>
                </a:lnTo>
                <a:lnTo>
                  <a:pt x="104060" y="285178"/>
                </a:lnTo>
                <a:lnTo>
                  <a:pt x="64389" y="306324"/>
                </a:lnTo>
                <a:lnTo>
                  <a:pt x="36718" y="324040"/>
                </a:lnTo>
                <a:lnTo>
                  <a:pt x="21336" y="338328"/>
                </a:lnTo>
                <a:close/>
              </a:path>
              <a:path w="407035" h="390525">
                <a:moveTo>
                  <a:pt x="370332" y="376428"/>
                </a:moveTo>
                <a:lnTo>
                  <a:pt x="306324" y="376428"/>
                </a:lnTo>
                <a:lnTo>
                  <a:pt x="294084" y="374427"/>
                </a:lnTo>
                <a:lnTo>
                  <a:pt x="284988" y="368427"/>
                </a:lnTo>
                <a:lnTo>
                  <a:pt x="279320" y="358425"/>
                </a:lnTo>
                <a:lnTo>
                  <a:pt x="277451" y="345019"/>
                </a:lnTo>
                <a:lnTo>
                  <a:pt x="277368" y="204216"/>
                </a:lnTo>
                <a:lnTo>
                  <a:pt x="310896" y="222504"/>
                </a:lnTo>
                <a:lnTo>
                  <a:pt x="300228" y="234696"/>
                </a:lnTo>
                <a:lnTo>
                  <a:pt x="300228" y="335280"/>
                </a:lnTo>
                <a:lnTo>
                  <a:pt x="301371" y="345019"/>
                </a:lnTo>
                <a:lnTo>
                  <a:pt x="304800" y="351472"/>
                </a:lnTo>
                <a:lnTo>
                  <a:pt x="310515" y="354782"/>
                </a:lnTo>
                <a:lnTo>
                  <a:pt x="318516" y="355092"/>
                </a:lnTo>
                <a:lnTo>
                  <a:pt x="405865" y="355092"/>
                </a:lnTo>
                <a:lnTo>
                  <a:pt x="399478" y="364426"/>
                </a:lnTo>
                <a:lnTo>
                  <a:pt x="390906" y="371856"/>
                </a:lnTo>
                <a:lnTo>
                  <a:pt x="381190" y="375856"/>
                </a:lnTo>
                <a:lnTo>
                  <a:pt x="370332" y="376428"/>
                </a:lnTo>
                <a:close/>
              </a:path>
              <a:path w="407035" h="390525">
                <a:moveTo>
                  <a:pt x="120393" y="277368"/>
                </a:moveTo>
                <a:lnTo>
                  <a:pt x="86868" y="277368"/>
                </a:lnTo>
                <a:lnTo>
                  <a:pt x="153924" y="252984"/>
                </a:lnTo>
                <a:lnTo>
                  <a:pt x="155448" y="260604"/>
                </a:lnTo>
                <a:lnTo>
                  <a:pt x="120393" y="277368"/>
                </a:lnTo>
                <a:close/>
              </a:path>
              <a:path w="407035" h="390525">
                <a:moveTo>
                  <a:pt x="405865" y="355092"/>
                </a:moveTo>
                <a:lnTo>
                  <a:pt x="358140" y="355092"/>
                </a:lnTo>
                <a:lnTo>
                  <a:pt x="363283" y="353663"/>
                </a:lnTo>
                <a:lnTo>
                  <a:pt x="367284" y="349377"/>
                </a:lnTo>
                <a:lnTo>
                  <a:pt x="375666" y="304800"/>
                </a:lnTo>
                <a:lnTo>
                  <a:pt x="377709" y="284988"/>
                </a:lnTo>
                <a:lnTo>
                  <a:pt x="379476" y="268224"/>
                </a:lnTo>
                <a:lnTo>
                  <a:pt x="387096" y="268224"/>
                </a:lnTo>
                <a:lnTo>
                  <a:pt x="387215" y="287655"/>
                </a:lnTo>
                <a:lnTo>
                  <a:pt x="387286" y="293179"/>
                </a:lnTo>
                <a:lnTo>
                  <a:pt x="389977" y="334708"/>
                </a:lnTo>
                <a:lnTo>
                  <a:pt x="406908" y="353568"/>
                </a:lnTo>
                <a:lnTo>
                  <a:pt x="405865" y="35509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pic>
        <p:nvPicPr>
          <p:cNvPr id="29" name="object 29"/>
          <p:cNvPicPr/>
          <p:nvPr/>
        </p:nvPicPr>
        <p:blipFill>
          <a:blip r:embed="rId4" cstate="print"/>
          <a:stretch>
            <a:fillRect/>
          </a:stretch>
        </p:blipFill>
        <p:spPr>
          <a:xfrm>
            <a:off x="4419600" y="3811523"/>
            <a:ext cx="97536" cy="96012"/>
          </a:xfrm>
          <a:prstGeom prst="rect">
            <a:avLst/>
          </a:prstGeom>
        </p:spPr>
      </p:pic>
      <p:sp>
        <p:nvSpPr>
          <p:cNvPr id="30" name="object 30"/>
          <p:cNvSpPr/>
          <p:nvPr/>
        </p:nvSpPr>
        <p:spPr>
          <a:xfrm>
            <a:off x="1746491" y="4843271"/>
            <a:ext cx="848994" cy="410209"/>
          </a:xfrm>
          <a:custGeom>
            <a:avLst/>
            <a:gdLst/>
            <a:ahLst/>
            <a:cxnLst/>
            <a:rect l="l" t="t" r="r" b="b"/>
            <a:pathLst>
              <a:path w="848994" h="410210">
                <a:moveTo>
                  <a:pt x="96062" y="55651"/>
                </a:moveTo>
                <a:lnTo>
                  <a:pt x="67246" y="22479"/>
                </a:lnTo>
                <a:lnTo>
                  <a:pt x="41148" y="6096"/>
                </a:lnTo>
                <a:lnTo>
                  <a:pt x="36576" y="9144"/>
                </a:lnTo>
                <a:lnTo>
                  <a:pt x="47993" y="26822"/>
                </a:lnTo>
                <a:lnTo>
                  <a:pt x="56959" y="43053"/>
                </a:lnTo>
                <a:lnTo>
                  <a:pt x="63373" y="57581"/>
                </a:lnTo>
                <a:lnTo>
                  <a:pt x="67056" y="70104"/>
                </a:lnTo>
                <a:lnTo>
                  <a:pt x="68580" y="82296"/>
                </a:lnTo>
                <a:lnTo>
                  <a:pt x="73152" y="88392"/>
                </a:lnTo>
                <a:lnTo>
                  <a:pt x="79248" y="88392"/>
                </a:lnTo>
                <a:lnTo>
                  <a:pt x="83820" y="85344"/>
                </a:lnTo>
                <a:lnTo>
                  <a:pt x="86868" y="82296"/>
                </a:lnTo>
                <a:lnTo>
                  <a:pt x="92964" y="77724"/>
                </a:lnTo>
                <a:lnTo>
                  <a:pt x="94488" y="71628"/>
                </a:lnTo>
                <a:lnTo>
                  <a:pt x="96012" y="62484"/>
                </a:lnTo>
                <a:lnTo>
                  <a:pt x="96062" y="55651"/>
                </a:lnTo>
                <a:close/>
              </a:path>
              <a:path w="848994" h="410210">
                <a:moveTo>
                  <a:pt x="271272" y="50292"/>
                </a:moveTo>
                <a:lnTo>
                  <a:pt x="233870" y="15582"/>
                </a:lnTo>
                <a:lnTo>
                  <a:pt x="216408" y="6096"/>
                </a:lnTo>
                <a:lnTo>
                  <a:pt x="213360" y="9144"/>
                </a:lnTo>
                <a:lnTo>
                  <a:pt x="223888" y="25438"/>
                </a:lnTo>
                <a:lnTo>
                  <a:pt x="232410" y="40005"/>
                </a:lnTo>
                <a:lnTo>
                  <a:pt x="238658" y="52870"/>
                </a:lnTo>
                <a:lnTo>
                  <a:pt x="242316" y="64008"/>
                </a:lnTo>
                <a:lnTo>
                  <a:pt x="245364" y="74676"/>
                </a:lnTo>
                <a:lnTo>
                  <a:pt x="246888" y="79248"/>
                </a:lnTo>
                <a:lnTo>
                  <a:pt x="251460" y="79248"/>
                </a:lnTo>
                <a:lnTo>
                  <a:pt x="254508" y="77724"/>
                </a:lnTo>
                <a:lnTo>
                  <a:pt x="259080" y="74676"/>
                </a:lnTo>
                <a:lnTo>
                  <a:pt x="263652" y="70104"/>
                </a:lnTo>
                <a:lnTo>
                  <a:pt x="266700" y="65532"/>
                </a:lnTo>
                <a:lnTo>
                  <a:pt x="268224" y="57912"/>
                </a:lnTo>
                <a:lnTo>
                  <a:pt x="271272" y="50292"/>
                </a:lnTo>
                <a:close/>
              </a:path>
              <a:path w="848994" h="410210">
                <a:moveTo>
                  <a:pt x="396240" y="105156"/>
                </a:moveTo>
                <a:lnTo>
                  <a:pt x="365760" y="67056"/>
                </a:lnTo>
                <a:lnTo>
                  <a:pt x="339852" y="94488"/>
                </a:lnTo>
                <a:lnTo>
                  <a:pt x="129540" y="94488"/>
                </a:lnTo>
                <a:lnTo>
                  <a:pt x="144780" y="111252"/>
                </a:lnTo>
                <a:lnTo>
                  <a:pt x="154520" y="108381"/>
                </a:lnTo>
                <a:lnTo>
                  <a:pt x="163258" y="106489"/>
                </a:lnTo>
                <a:lnTo>
                  <a:pt x="171145" y="105473"/>
                </a:lnTo>
                <a:lnTo>
                  <a:pt x="178308" y="105156"/>
                </a:lnTo>
                <a:lnTo>
                  <a:pt x="294132" y="105156"/>
                </a:lnTo>
                <a:lnTo>
                  <a:pt x="288417" y="130302"/>
                </a:lnTo>
                <a:lnTo>
                  <a:pt x="280416" y="155448"/>
                </a:lnTo>
                <a:lnTo>
                  <a:pt x="270129" y="180594"/>
                </a:lnTo>
                <a:lnTo>
                  <a:pt x="257556" y="205740"/>
                </a:lnTo>
                <a:lnTo>
                  <a:pt x="240461" y="193217"/>
                </a:lnTo>
                <a:lnTo>
                  <a:pt x="219075" y="178689"/>
                </a:lnTo>
                <a:lnTo>
                  <a:pt x="193700" y="162458"/>
                </a:lnTo>
                <a:lnTo>
                  <a:pt x="164592" y="144780"/>
                </a:lnTo>
                <a:lnTo>
                  <a:pt x="160020" y="150876"/>
                </a:lnTo>
                <a:lnTo>
                  <a:pt x="181724" y="167220"/>
                </a:lnTo>
                <a:lnTo>
                  <a:pt x="203263" y="184404"/>
                </a:lnTo>
                <a:lnTo>
                  <a:pt x="224536" y="202742"/>
                </a:lnTo>
                <a:lnTo>
                  <a:pt x="245364" y="222504"/>
                </a:lnTo>
                <a:lnTo>
                  <a:pt x="225348" y="247675"/>
                </a:lnTo>
                <a:lnTo>
                  <a:pt x="199453" y="272986"/>
                </a:lnTo>
                <a:lnTo>
                  <a:pt x="167576" y="298589"/>
                </a:lnTo>
                <a:lnTo>
                  <a:pt x="129540" y="324612"/>
                </a:lnTo>
                <a:lnTo>
                  <a:pt x="132588" y="329184"/>
                </a:lnTo>
                <a:lnTo>
                  <a:pt x="168935" y="312331"/>
                </a:lnTo>
                <a:lnTo>
                  <a:pt x="202692" y="291465"/>
                </a:lnTo>
                <a:lnTo>
                  <a:pt x="234175" y="266611"/>
                </a:lnTo>
                <a:lnTo>
                  <a:pt x="263652" y="237744"/>
                </a:lnTo>
                <a:lnTo>
                  <a:pt x="271945" y="245198"/>
                </a:lnTo>
                <a:lnTo>
                  <a:pt x="280797" y="253936"/>
                </a:lnTo>
                <a:lnTo>
                  <a:pt x="290233" y="264109"/>
                </a:lnTo>
                <a:lnTo>
                  <a:pt x="300228" y="275844"/>
                </a:lnTo>
                <a:lnTo>
                  <a:pt x="310807" y="287616"/>
                </a:lnTo>
                <a:lnTo>
                  <a:pt x="319659" y="297942"/>
                </a:lnTo>
                <a:lnTo>
                  <a:pt x="326809" y="307136"/>
                </a:lnTo>
                <a:lnTo>
                  <a:pt x="332232" y="315468"/>
                </a:lnTo>
                <a:lnTo>
                  <a:pt x="338328" y="327660"/>
                </a:lnTo>
                <a:lnTo>
                  <a:pt x="342900" y="332232"/>
                </a:lnTo>
                <a:lnTo>
                  <a:pt x="345948" y="330708"/>
                </a:lnTo>
                <a:lnTo>
                  <a:pt x="350520" y="330708"/>
                </a:lnTo>
                <a:lnTo>
                  <a:pt x="353568" y="323088"/>
                </a:lnTo>
                <a:lnTo>
                  <a:pt x="356616" y="310896"/>
                </a:lnTo>
                <a:lnTo>
                  <a:pt x="357238" y="301752"/>
                </a:lnTo>
                <a:lnTo>
                  <a:pt x="354711" y="292608"/>
                </a:lnTo>
                <a:lnTo>
                  <a:pt x="316230" y="250888"/>
                </a:lnTo>
                <a:lnTo>
                  <a:pt x="277368" y="219456"/>
                </a:lnTo>
                <a:lnTo>
                  <a:pt x="284746" y="205740"/>
                </a:lnTo>
                <a:lnTo>
                  <a:pt x="291350" y="193459"/>
                </a:lnTo>
                <a:lnTo>
                  <a:pt x="303466" y="165735"/>
                </a:lnTo>
                <a:lnTo>
                  <a:pt x="313588" y="136309"/>
                </a:lnTo>
                <a:lnTo>
                  <a:pt x="321564" y="105156"/>
                </a:lnTo>
                <a:lnTo>
                  <a:pt x="396240" y="105156"/>
                </a:lnTo>
                <a:close/>
              </a:path>
              <a:path w="848994" h="410210">
                <a:moveTo>
                  <a:pt x="406908" y="353568"/>
                </a:moveTo>
                <a:lnTo>
                  <a:pt x="387794" y="355600"/>
                </a:lnTo>
                <a:lnTo>
                  <a:pt x="367093" y="357187"/>
                </a:lnTo>
                <a:lnTo>
                  <a:pt x="321564" y="359664"/>
                </a:lnTo>
                <a:lnTo>
                  <a:pt x="305066" y="360108"/>
                </a:lnTo>
                <a:lnTo>
                  <a:pt x="273558" y="360045"/>
                </a:lnTo>
                <a:lnTo>
                  <a:pt x="220980" y="358140"/>
                </a:lnTo>
                <a:lnTo>
                  <a:pt x="174307" y="352425"/>
                </a:lnTo>
                <a:lnTo>
                  <a:pt x="127088" y="331851"/>
                </a:lnTo>
                <a:lnTo>
                  <a:pt x="108318" y="318516"/>
                </a:lnTo>
                <a:lnTo>
                  <a:pt x="104851" y="315849"/>
                </a:lnTo>
                <a:lnTo>
                  <a:pt x="96012" y="307848"/>
                </a:lnTo>
                <a:lnTo>
                  <a:pt x="96012" y="167640"/>
                </a:lnTo>
                <a:lnTo>
                  <a:pt x="102793" y="161544"/>
                </a:lnTo>
                <a:lnTo>
                  <a:pt x="111252" y="153924"/>
                </a:lnTo>
                <a:lnTo>
                  <a:pt x="82296" y="131064"/>
                </a:lnTo>
                <a:lnTo>
                  <a:pt x="70104" y="150876"/>
                </a:lnTo>
                <a:lnTo>
                  <a:pt x="0" y="150876"/>
                </a:lnTo>
                <a:lnTo>
                  <a:pt x="16764" y="166116"/>
                </a:lnTo>
                <a:lnTo>
                  <a:pt x="26200" y="164122"/>
                </a:lnTo>
                <a:lnTo>
                  <a:pt x="36195" y="162687"/>
                </a:lnTo>
                <a:lnTo>
                  <a:pt x="46774" y="161836"/>
                </a:lnTo>
                <a:lnTo>
                  <a:pt x="57912" y="161544"/>
                </a:lnTo>
                <a:lnTo>
                  <a:pt x="73152" y="161544"/>
                </a:lnTo>
                <a:lnTo>
                  <a:pt x="73152" y="304800"/>
                </a:lnTo>
                <a:lnTo>
                  <a:pt x="54013" y="313334"/>
                </a:lnTo>
                <a:lnTo>
                  <a:pt x="35433" y="322707"/>
                </a:lnTo>
                <a:lnTo>
                  <a:pt x="17437" y="332663"/>
                </a:lnTo>
                <a:lnTo>
                  <a:pt x="0" y="342900"/>
                </a:lnTo>
                <a:lnTo>
                  <a:pt x="27432" y="370332"/>
                </a:lnTo>
                <a:lnTo>
                  <a:pt x="31724" y="362292"/>
                </a:lnTo>
                <a:lnTo>
                  <a:pt x="37719" y="353949"/>
                </a:lnTo>
                <a:lnTo>
                  <a:pt x="72199" y="321754"/>
                </a:lnTo>
                <a:lnTo>
                  <a:pt x="83820" y="318516"/>
                </a:lnTo>
                <a:lnTo>
                  <a:pt x="88963" y="320548"/>
                </a:lnTo>
                <a:lnTo>
                  <a:pt x="95250" y="324421"/>
                </a:lnTo>
                <a:lnTo>
                  <a:pt x="102679" y="330314"/>
                </a:lnTo>
                <a:lnTo>
                  <a:pt x="111252" y="338328"/>
                </a:lnTo>
                <a:lnTo>
                  <a:pt x="121285" y="347192"/>
                </a:lnTo>
                <a:lnTo>
                  <a:pt x="163068" y="370332"/>
                </a:lnTo>
                <a:lnTo>
                  <a:pt x="199644" y="381000"/>
                </a:lnTo>
                <a:lnTo>
                  <a:pt x="245364" y="387096"/>
                </a:lnTo>
                <a:lnTo>
                  <a:pt x="300990" y="389763"/>
                </a:lnTo>
                <a:lnTo>
                  <a:pt x="370332" y="390144"/>
                </a:lnTo>
                <a:lnTo>
                  <a:pt x="372618" y="380695"/>
                </a:lnTo>
                <a:lnTo>
                  <a:pt x="379476" y="372808"/>
                </a:lnTo>
                <a:lnTo>
                  <a:pt x="390906" y="366356"/>
                </a:lnTo>
                <a:lnTo>
                  <a:pt x="406908" y="361188"/>
                </a:lnTo>
                <a:lnTo>
                  <a:pt x="406908" y="360286"/>
                </a:lnTo>
                <a:lnTo>
                  <a:pt x="406908" y="353568"/>
                </a:lnTo>
                <a:close/>
              </a:path>
              <a:path w="848994" h="410210">
                <a:moveTo>
                  <a:pt x="612648" y="114300"/>
                </a:moveTo>
                <a:lnTo>
                  <a:pt x="583692" y="85344"/>
                </a:lnTo>
                <a:lnTo>
                  <a:pt x="563880" y="103632"/>
                </a:lnTo>
                <a:lnTo>
                  <a:pt x="541020" y="103632"/>
                </a:lnTo>
                <a:lnTo>
                  <a:pt x="541020" y="32004"/>
                </a:lnTo>
                <a:lnTo>
                  <a:pt x="554736" y="19812"/>
                </a:lnTo>
                <a:lnTo>
                  <a:pt x="515112" y="0"/>
                </a:lnTo>
                <a:lnTo>
                  <a:pt x="516001" y="28841"/>
                </a:lnTo>
                <a:lnTo>
                  <a:pt x="516470" y="57912"/>
                </a:lnTo>
                <a:lnTo>
                  <a:pt x="516572" y="74803"/>
                </a:lnTo>
                <a:lnTo>
                  <a:pt x="516636" y="103632"/>
                </a:lnTo>
                <a:lnTo>
                  <a:pt x="448056" y="103632"/>
                </a:lnTo>
                <a:lnTo>
                  <a:pt x="463296" y="118872"/>
                </a:lnTo>
                <a:lnTo>
                  <a:pt x="472732" y="116878"/>
                </a:lnTo>
                <a:lnTo>
                  <a:pt x="482727" y="115443"/>
                </a:lnTo>
                <a:lnTo>
                  <a:pt x="493306" y="114592"/>
                </a:lnTo>
                <a:lnTo>
                  <a:pt x="504444" y="114300"/>
                </a:lnTo>
                <a:lnTo>
                  <a:pt x="516636" y="114300"/>
                </a:lnTo>
                <a:lnTo>
                  <a:pt x="502399" y="171170"/>
                </a:lnTo>
                <a:lnTo>
                  <a:pt x="485013" y="222885"/>
                </a:lnTo>
                <a:lnTo>
                  <a:pt x="464781" y="269468"/>
                </a:lnTo>
                <a:lnTo>
                  <a:pt x="441960" y="310896"/>
                </a:lnTo>
                <a:lnTo>
                  <a:pt x="448056" y="313944"/>
                </a:lnTo>
                <a:lnTo>
                  <a:pt x="466915" y="289661"/>
                </a:lnTo>
                <a:lnTo>
                  <a:pt x="484632" y="262509"/>
                </a:lnTo>
                <a:lnTo>
                  <a:pt x="501205" y="232511"/>
                </a:lnTo>
                <a:lnTo>
                  <a:pt x="516636" y="199644"/>
                </a:lnTo>
                <a:lnTo>
                  <a:pt x="516547" y="277368"/>
                </a:lnTo>
                <a:lnTo>
                  <a:pt x="516432" y="308571"/>
                </a:lnTo>
                <a:lnTo>
                  <a:pt x="516001" y="358241"/>
                </a:lnTo>
                <a:lnTo>
                  <a:pt x="515112" y="409956"/>
                </a:lnTo>
                <a:lnTo>
                  <a:pt x="542544" y="399288"/>
                </a:lnTo>
                <a:lnTo>
                  <a:pt x="541667" y="370713"/>
                </a:lnTo>
                <a:lnTo>
                  <a:pt x="541223" y="347281"/>
                </a:lnTo>
                <a:lnTo>
                  <a:pt x="541045" y="327279"/>
                </a:lnTo>
                <a:lnTo>
                  <a:pt x="541020" y="199644"/>
                </a:lnTo>
                <a:lnTo>
                  <a:pt x="541020" y="172212"/>
                </a:lnTo>
                <a:lnTo>
                  <a:pt x="568032" y="206933"/>
                </a:lnTo>
                <a:lnTo>
                  <a:pt x="579120" y="230124"/>
                </a:lnTo>
                <a:lnTo>
                  <a:pt x="583692" y="236220"/>
                </a:lnTo>
                <a:lnTo>
                  <a:pt x="588264" y="236220"/>
                </a:lnTo>
                <a:lnTo>
                  <a:pt x="591312" y="231648"/>
                </a:lnTo>
                <a:lnTo>
                  <a:pt x="594360" y="225552"/>
                </a:lnTo>
                <a:lnTo>
                  <a:pt x="597408" y="217932"/>
                </a:lnTo>
                <a:lnTo>
                  <a:pt x="598932" y="211836"/>
                </a:lnTo>
                <a:lnTo>
                  <a:pt x="598932" y="201168"/>
                </a:lnTo>
                <a:lnTo>
                  <a:pt x="569023" y="175641"/>
                </a:lnTo>
                <a:lnTo>
                  <a:pt x="541020" y="161544"/>
                </a:lnTo>
                <a:lnTo>
                  <a:pt x="541020" y="114300"/>
                </a:lnTo>
                <a:lnTo>
                  <a:pt x="612648" y="114300"/>
                </a:lnTo>
                <a:close/>
              </a:path>
              <a:path w="848994" h="410210">
                <a:moveTo>
                  <a:pt x="688848" y="62484"/>
                </a:moveTo>
                <a:lnTo>
                  <a:pt x="648271" y="22860"/>
                </a:lnTo>
                <a:lnTo>
                  <a:pt x="624840" y="9144"/>
                </a:lnTo>
                <a:lnTo>
                  <a:pt x="621792" y="15240"/>
                </a:lnTo>
                <a:lnTo>
                  <a:pt x="635495" y="33578"/>
                </a:lnTo>
                <a:lnTo>
                  <a:pt x="646747" y="49911"/>
                </a:lnTo>
                <a:lnTo>
                  <a:pt x="655447" y="64541"/>
                </a:lnTo>
                <a:lnTo>
                  <a:pt x="661416" y="77724"/>
                </a:lnTo>
                <a:lnTo>
                  <a:pt x="664464" y="88392"/>
                </a:lnTo>
                <a:lnTo>
                  <a:pt x="669036" y="92964"/>
                </a:lnTo>
                <a:lnTo>
                  <a:pt x="675132" y="92964"/>
                </a:lnTo>
                <a:lnTo>
                  <a:pt x="678180" y="89916"/>
                </a:lnTo>
                <a:lnTo>
                  <a:pt x="687324" y="77724"/>
                </a:lnTo>
                <a:lnTo>
                  <a:pt x="688848" y="71628"/>
                </a:lnTo>
                <a:lnTo>
                  <a:pt x="688848" y="62484"/>
                </a:lnTo>
                <a:close/>
              </a:path>
              <a:path w="848994" h="410210">
                <a:moveTo>
                  <a:pt x="848868" y="272796"/>
                </a:moveTo>
                <a:lnTo>
                  <a:pt x="815340" y="239268"/>
                </a:lnTo>
                <a:lnTo>
                  <a:pt x="792480" y="262128"/>
                </a:lnTo>
                <a:lnTo>
                  <a:pt x="723900" y="262128"/>
                </a:lnTo>
                <a:lnTo>
                  <a:pt x="723900" y="188976"/>
                </a:lnTo>
                <a:lnTo>
                  <a:pt x="824496" y="188976"/>
                </a:lnTo>
                <a:lnTo>
                  <a:pt x="792480" y="156972"/>
                </a:lnTo>
                <a:lnTo>
                  <a:pt x="772668" y="178308"/>
                </a:lnTo>
                <a:lnTo>
                  <a:pt x="723900" y="178308"/>
                </a:lnTo>
                <a:lnTo>
                  <a:pt x="723900" y="114300"/>
                </a:lnTo>
                <a:lnTo>
                  <a:pt x="836676" y="114300"/>
                </a:lnTo>
                <a:lnTo>
                  <a:pt x="804684" y="82296"/>
                </a:lnTo>
                <a:lnTo>
                  <a:pt x="784872" y="103632"/>
                </a:lnTo>
                <a:lnTo>
                  <a:pt x="734568" y="103632"/>
                </a:lnTo>
                <a:lnTo>
                  <a:pt x="742569" y="92189"/>
                </a:lnTo>
                <a:lnTo>
                  <a:pt x="750570" y="80581"/>
                </a:lnTo>
                <a:lnTo>
                  <a:pt x="758571" y="68707"/>
                </a:lnTo>
                <a:lnTo>
                  <a:pt x="766572" y="56388"/>
                </a:lnTo>
                <a:lnTo>
                  <a:pt x="775703" y="45605"/>
                </a:lnTo>
                <a:lnTo>
                  <a:pt x="784669" y="36385"/>
                </a:lnTo>
                <a:lnTo>
                  <a:pt x="793369" y="29171"/>
                </a:lnTo>
                <a:lnTo>
                  <a:pt x="801624" y="24384"/>
                </a:lnTo>
                <a:lnTo>
                  <a:pt x="765048" y="0"/>
                </a:lnTo>
                <a:lnTo>
                  <a:pt x="759053" y="22847"/>
                </a:lnTo>
                <a:lnTo>
                  <a:pt x="750189" y="47815"/>
                </a:lnTo>
                <a:lnTo>
                  <a:pt x="738479" y="74803"/>
                </a:lnTo>
                <a:lnTo>
                  <a:pt x="723900" y="103632"/>
                </a:lnTo>
                <a:lnTo>
                  <a:pt x="611124" y="103632"/>
                </a:lnTo>
                <a:lnTo>
                  <a:pt x="626364" y="118872"/>
                </a:lnTo>
                <a:lnTo>
                  <a:pt x="636016" y="116878"/>
                </a:lnTo>
                <a:lnTo>
                  <a:pt x="646366" y="115443"/>
                </a:lnTo>
                <a:lnTo>
                  <a:pt x="657021" y="114592"/>
                </a:lnTo>
                <a:lnTo>
                  <a:pt x="667512" y="114300"/>
                </a:lnTo>
                <a:lnTo>
                  <a:pt x="699516" y="114300"/>
                </a:lnTo>
                <a:lnTo>
                  <a:pt x="699516" y="178308"/>
                </a:lnTo>
                <a:lnTo>
                  <a:pt x="612648" y="178308"/>
                </a:lnTo>
                <a:lnTo>
                  <a:pt x="627888" y="193548"/>
                </a:lnTo>
                <a:lnTo>
                  <a:pt x="638200" y="191554"/>
                </a:lnTo>
                <a:lnTo>
                  <a:pt x="648652" y="190119"/>
                </a:lnTo>
                <a:lnTo>
                  <a:pt x="659396" y="189268"/>
                </a:lnTo>
                <a:lnTo>
                  <a:pt x="670560" y="188976"/>
                </a:lnTo>
                <a:lnTo>
                  <a:pt x="699516" y="188976"/>
                </a:lnTo>
                <a:lnTo>
                  <a:pt x="699516" y="262128"/>
                </a:lnTo>
                <a:lnTo>
                  <a:pt x="583692" y="262128"/>
                </a:lnTo>
                <a:lnTo>
                  <a:pt x="598932" y="277368"/>
                </a:lnTo>
                <a:lnTo>
                  <a:pt x="608368" y="275374"/>
                </a:lnTo>
                <a:lnTo>
                  <a:pt x="618363" y="273939"/>
                </a:lnTo>
                <a:lnTo>
                  <a:pt x="628942" y="273088"/>
                </a:lnTo>
                <a:lnTo>
                  <a:pt x="640080" y="272796"/>
                </a:lnTo>
                <a:lnTo>
                  <a:pt x="699516" y="272796"/>
                </a:lnTo>
                <a:lnTo>
                  <a:pt x="699287" y="308571"/>
                </a:lnTo>
                <a:lnTo>
                  <a:pt x="698233" y="376097"/>
                </a:lnTo>
                <a:lnTo>
                  <a:pt x="697992" y="408432"/>
                </a:lnTo>
                <a:lnTo>
                  <a:pt x="725424" y="397764"/>
                </a:lnTo>
                <a:lnTo>
                  <a:pt x="724573" y="376097"/>
                </a:lnTo>
                <a:lnTo>
                  <a:pt x="724090" y="347281"/>
                </a:lnTo>
                <a:lnTo>
                  <a:pt x="724001" y="327279"/>
                </a:lnTo>
                <a:lnTo>
                  <a:pt x="723900" y="272796"/>
                </a:lnTo>
                <a:lnTo>
                  <a:pt x="848868" y="27279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" name="object 31"/>
          <p:cNvSpPr/>
          <p:nvPr/>
        </p:nvSpPr>
        <p:spPr>
          <a:xfrm>
            <a:off x="2671572" y="4844796"/>
            <a:ext cx="356870" cy="401320"/>
          </a:xfrm>
          <a:custGeom>
            <a:avLst/>
            <a:gdLst/>
            <a:ahLst/>
            <a:cxnLst/>
            <a:rect l="l" t="t" r="r" b="b"/>
            <a:pathLst>
              <a:path w="356869" h="401320">
                <a:moveTo>
                  <a:pt x="54864" y="89916"/>
                </a:moveTo>
                <a:lnTo>
                  <a:pt x="44196" y="89916"/>
                </a:lnTo>
                <a:lnTo>
                  <a:pt x="51339" y="61936"/>
                </a:lnTo>
                <a:lnTo>
                  <a:pt x="56769" y="37528"/>
                </a:lnTo>
                <a:lnTo>
                  <a:pt x="60483" y="16835"/>
                </a:lnTo>
                <a:lnTo>
                  <a:pt x="62484" y="0"/>
                </a:lnTo>
                <a:lnTo>
                  <a:pt x="100584" y="19812"/>
                </a:lnTo>
                <a:lnTo>
                  <a:pt x="91511" y="27551"/>
                </a:lnTo>
                <a:lnTo>
                  <a:pt x="80581" y="41719"/>
                </a:lnTo>
                <a:lnTo>
                  <a:pt x="68222" y="62460"/>
                </a:lnTo>
                <a:lnTo>
                  <a:pt x="54864" y="89916"/>
                </a:lnTo>
                <a:close/>
              </a:path>
              <a:path w="356869" h="401320">
                <a:moveTo>
                  <a:pt x="147828" y="190500"/>
                </a:moveTo>
                <a:lnTo>
                  <a:pt x="143256" y="187452"/>
                </a:lnTo>
                <a:lnTo>
                  <a:pt x="160162" y="160615"/>
                </a:lnTo>
                <a:lnTo>
                  <a:pt x="174498" y="135064"/>
                </a:lnTo>
                <a:lnTo>
                  <a:pt x="196596" y="88392"/>
                </a:lnTo>
                <a:lnTo>
                  <a:pt x="211836" y="44958"/>
                </a:lnTo>
                <a:lnTo>
                  <a:pt x="222503" y="1524"/>
                </a:lnTo>
                <a:lnTo>
                  <a:pt x="260603" y="24384"/>
                </a:lnTo>
                <a:lnTo>
                  <a:pt x="252864" y="32146"/>
                </a:lnTo>
                <a:lnTo>
                  <a:pt x="243268" y="46482"/>
                </a:lnTo>
                <a:lnTo>
                  <a:pt x="231671" y="67675"/>
                </a:lnTo>
                <a:lnTo>
                  <a:pt x="217932" y="96012"/>
                </a:lnTo>
                <a:lnTo>
                  <a:pt x="350520" y="96012"/>
                </a:lnTo>
                <a:lnTo>
                  <a:pt x="356616" y="102108"/>
                </a:lnTo>
                <a:lnTo>
                  <a:pt x="352806" y="105156"/>
                </a:lnTo>
                <a:lnTo>
                  <a:pt x="213360" y="105156"/>
                </a:lnTo>
                <a:lnTo>
                  <a:pt x="197977" y="129420"/>
                </a:lnTo>
                <a:lnTo>
                  <a:pt x="181737" y="151828"/>
                </a:lnTo>
                <a:lnTo>
                  <a:pt x="164925" y="172235"/>
                </a:lnTo>
                <a:lnTo>
                  <a:pt x="147828" y="190500"/>
                </a:lnTo>
                <a:close/>
              </a:path>
              <a:path w="356869" h="401320">
                <a:moveTo>
                  <a:pt x="146304" y="89916"/>
                </a:moveTo>
                <a:lnTo>
                  <a:pt x="111252" y="89916"/>
                </a:lnTo>
                <a:lnTo>
                  <a:pt x="129540" y="73152"/>
                </a:lnTo>
                <a:lnTo>
                  <a:pt x="146304" y="89916"/>
                </a:lnTo>
                <a:close/>
              </a:path>
              <a:path w="356869" h="401320">
                <a:moveTo>
                  <a:pt x="0" y="397764"/>
                </a:moveTo>
                <a:lnTo>
                  <a:pt x="820" y="359664"/>
                </a:lnTo>
                <a:lnTo>
                  <a:pt x="917" y="353568"/>
                </a:lnTo>
                <a:lnTo>
                  <a:pt x="1333" y="316230"/>
                </a:lnTo>
                <a:lnTo>
                  <a:pt x="1425" y="176784"/>
                </a:lnTo>
                <a:lnTo>
                  <a:pt x="1301" y="151828"/>
                </a:lnTo>
                <a:lnTo>
                  <a:pt x="881" y="114681"/>
                </a:lnTo>
                <a:lnTo>
                  <a:pt x="0" y="74676"/>
                </a:lnTo>
                <a:lnTo>
                  <a:pt x="25908" y="89916"/>
                </a:lnTo>
                <a:lnTo>
                  <a:pt x="146304" y="89916"/>
                </a:lnTo>
                <a:lnTo>
                  <a:pt x="155448" y="99060"/>
                </a:lnTo>
                <a:lnTo>
                  <a:pt x="153162" y="100584"/>
                </a:lnTo>
                <a:lnTo>
                  <a:pt x="24384" y="100584"/>
                </a:lnTo>
                <a:lnTo>
                  <a:pt x="24384" y="211836"/>
                </a:lnTo>
                <a:lnTo>
                  <a:pt x="137464" y="211836"/>
                </a:lnTo>
                <a:lnTo>
                  <a:pt x="137527" y="222504"/>
                </a:lnTo>
                <a:lnTo>
                  <a:pt x="24384" y="222504"/>
                </a:lnTo>
                <a:lnTo>
                  <a:pt x="24384" y="344424"/>
                </a:lnTo>
                <a:lnTo>
                  <a:pt x="138510" y="344424"/>
                </a:lnTo>
                <a:lnTo>
                  <a:pt x="138564" y="353568"/>
                </a:lnTo>
                <a:lnTo>
                  <a:pt x="24384" y="353568"/>
                </a:lnTo>
                <a:lnTo>
                  <a:pt x="24384" y="384048"/>
                </a:lnTo>
                <a:lnTo>
                  <a:pt x="0" y="397764"/>
                </a:lnTo>
                <a:close/>
              </a:path>
              <a:path w="356869" h="401320">
                <a:moveTo>
                  <a:pt x="350520" y="96012"/>
                </a:moveTo>
                <a:lnTo>
                  <a:pt x="310896" y="96012"/>
                </a:lnTo>
                <a:lnTo>
                  <a:pt x="330708" y="76200"/>
                </a:lnTo>
                <a:lnTo>
                  <a:pt x="350520" y="96012"/>
                </a:lnTo>
                <a:close/>
              </a:path>
              <a:path w="356869" h="401320">
                <a:moveTo>
                  <a:pt x="137464" y="211836"/>
                </a:moveTo>
                <a:lnTo>
                  <a:pt x="114300" y="211836"/>
                </a:lnTo>
                <a:lnTo>
                  <a:pt x="114300" y="100584"/>
                </a:lnTo>
                <a:lnTo>
                  <a:pt x="153162" y="100584"/>
                </a:lnTo>
                <a:lnTo>
                  <a:pt x="137160" y="111252"/>
                </a:lnTo>
                <a:lnTo>
                  <a:pt x="137263" y="160615"/>
                </a:lnTo>
                <a:lnTo>
                  <a:pt x="137386" y="198501"/>
                </a:lnTo>
                <a:lnTo>
                  <a:pt x="137464" y="211836"/>
                </a:lnTo>
                <a:close/>
              </a:path>
              <a:path w="356869" h="401320">
                <a:moveTo>
                  <a:pt x="326904" y="359664"/>
                </a:moveTo>
                <a:lnTo>
                  <a:pt x="283464" y="359664"/>
                </a:lnTo>
                <a:lnTo>
                  <a:pt x="291965" y="357687"/>
                </a:lnTo>
                <a:lnTo>
                  <a:pt x="298894" y="351853"/>
                </a:lnTo>
                <a:lnTo>
                  <a:pt x="308610" y="304895"/>
                </a:lnTo>
                <a:lnTo>
                  <a:pt x="310896" y="259461"/>
                </a:lnTo>
                <a:lnTo>
                  <a:pt x="313119" y="194691"/>
                </a:lnTo>
                <a:lnTo>
                  <a:pt x="315467" y="105156"/>
                </a:lnTo>
                <a:lnTo>
                  <a:pt x="352806" y="105156"/>
                </a:lnTo>
                <a:lnTo>
                  <a:pt x="341376" y="114300"/>
                </a:lnTo>
                <a:lnTo>
                  <a:pt x="339593" y="186213"/>
                </a:lnTo>
                <a:lnTo>
                  <a:pt x="337620" y="248631"/>
                </a:lnTo>
                <a:lnTo>
                  <a:pt x="335560" y="294583"/>
                </a:lnTo>
                <a:lnTo>
                  <a:pt x="333280" y="326489"/>
                </a:lnTo>
                <a:lnTo>
                  <a:pt x="330708" y="344424"/>
                </a:lnTo>
                <a:lnTo>
                  <a:pt x="327874" y="357020"/>
                </a:lnTo>
                <a:lnTo>
                  <a:pt x="326904" y="359664"/>
                </a:lnTo>
                <a:close/>
              </a:path>
              <a:path w="356869" h="401320">
                <a:moveTo>
                  <a:pt x="231648" y="269748"/>
                </a:moveTo>
                <a:lnTo>
                  <a:pt x="230124" y="269748"/>
                </a:lnTo>
                <a:lnTo>
                  <a:pt x="226742" y="268081"/>
                </a:lnTo>
                <a:lnTo>
                  <a:pt x="223647" y="263271"/>
                </a:lnTo>
                <a:lnTo>
                  <a:pt x="221122" y="255603"/>
                </a:lnTo>
                <a:lnTo>
                  <a:pt x="219456" y="245364"/>
                </a:lnTo>
                <a:lnTo>
                  <a:pt x="214884" y="227576"/>
                </a:lnTo>
                <a:lnTo>
                  <a:pt x="208026" y="210502"/>
                </a:lnTo>
                <a:lnTo>
                  <a:pt x="198882" y="193714"/>
                </a:lnTo>
                <a:lnTo>
                  <a:pt x="187452" y="176784"/>
                </a:lnTo>
                <a:lnTo>
                  <a:pt x="192024" y="172212"/>
                </a:lnTo>
                <a:lnTo>
                  <a:pt x="224409" y="198501"/>
                </a:lnTo>
                <a:lnTo>
                  <a:pt x="246888" y="234696"/>
                </a:lnTo>
                <a:lnTo>
                  <a:pt x="246888" y="246888"/>
                </a:lnTo>
                <a:lnTo>
                  <a:pt x="245364" y="254508"/>
                </a:lnTo>
                <a:lnTo>
                  <a:pt x="236220" y="266700"/>
                </a:lnTo>
                <a:lnTo>
                  <a:pt x="231648" y="269748"/>
                </a:lnTo>
                <a:close/>
              </a:path>
              <a:path w="356869" h="401320">
                <a:moveTo>
                  <a:pt x="138510" y="344424"/>
                </a:moveTo>
                <a:lnTo>
                  <a:pt x="114300" y="344424"/>
                </a:lnTo>
                <a:lnTo>
                  <a:pt x="114300" y="222504"/>
                </a:lnTo>
                <a:lnTo>
                  <a:pt x="137527" y="222504"/>
                </a:lnTo>
                <a:lnTo>
                  <a:pt x="137723" y="254508"/>
                </a:lnTo>
                <a:lnTo>
                  <a:pt x="138510" y="344424"/>
                </a:lnTo>
                <a:close/>
              </a:path>
              <a:path w="356869" h="401320">
                <a:moveTo>
                  <a:pt x="278891" y="400812"/>
                </a:moveTo>
                <a:lnTo>
                  <a:pt x="271772" y="387953"/>
                </a:lnTo>
                <a:lnTo>
                  <a:pt x="259651" y="376809"/>
                </a:lnTo>
                <a:lnTo>
                  <a:pt x="242673" y="367379"/>
                </a:lnTo>
                <a:lnTo>
                  <a:pt x="220979" y="359664"/>
                </a:lnTo>
                <a:lnTo>
                  <a:pt x="220979" y="350520"/>
                </a:lnTo>
                <a:lnTo>
                  <a:pt x="241244" y="354520"/>
                </a:lnTo>
                <a:lnTo>
                  <a:pt x="258508" y="357378"/>
                </a:lnTo>
                <a:lnTo>
                  <a:pt x="272629" y="359092"/>
                </a:lnTo>
                <a:lnTo>
                  <a:pt x="283464" y="359664"/>
                </a:lnTo>
                <a:lnTo>
                  <a:pt x="326904" y="359664"/>
                </a:lnTo>
                <a:lnTo>
                  <a:pt x="324040" y="367474"/>
                </a:lnTo>
                <a:lnTo>
                  <a:pt x="289726" y="396240"/>
                </a:lnTo>
                <a:lnTo>
                  <a:pt x="278891" y="400812"/>
                </a:lnTo>
                <a:close/>
              </a:path>
              <a:path w="356869" h="401320">
                <a:moveTo>
                  <a:pt x="114300" y="390144"/>
                </a:moveTo>
                <a:lnTo>
                  <a:pt x="114300" y="353568"/>
                </a:lnTo>
                <a:lnTo>
                  <a:pt x="138564" y="353568"/>
                </a:lnTo>
                <a:lnTo>
                  <a:pt x="138684" y="376428"/>
                </a:lnTo>
                <a:lnTo>
                  <a:pt x="114300" y="39014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" name="object 32"/>
          <p:cNvSpPr/>
          <p:nvPr/>
        </p:nvSpPr>
        <p:spPr>
          <a:xfrm>
            <a:off x="3090672" y="4846320"/>
            <a:ext cx="387350" cy="405765"/>
          </a:xfrm>
          <a:custGeom>
            <a:avLst/>
            <a:gdLst/>
            <a:ahLst/>
            <a:cxnLst/>
            <a:rect l="l" t="t" r="r" b="b"/>
            <a:pathLst>
              <a:path w="387350" h="405764">
                <a:moveTo>
                  <a:pt x="199644" y="71627"/>
                </a:moveTo>
                <a:lnTo>
                  <a:pt x="193548" y="71627"/>
                </a:lnTo>
                <a:lnTo>
                  <a:pt x="190500" y="65531"/>
                </a:lnTo>
                <a:lnTo>
                  <a:pt x="188976" y="54863"/>
                </a:lnTo>
                <a:lnTo>
                  <a:pt x="185547" y="43767"/>
                </a:lnTo>
                <a:lnTo>
                  <a:pt x="179832" y="31241"/>
                </a:lnTo>
                <a:lnTo>
                  <a:pt x="171831" y="17573"/>
                </a:lnTo>
                <a:lnTo>
                  <a:pt x="161544" y="3048"/>
                </a:lnTo>
                <a:lnTo>
                  <a:pt x="164592" y="0"/>
                </a:lnTo>
                <a:lnTo>
                  <a:pt x="201239" y="21431"/>
                </a:lnTo>
                <a:lnTo>
                  <a:pt x="214884" y="39624"/>
                </a:lnTo>
                <a:lnTo>
                  <a:pt x="214884" y="50291"/>
                </a:lnTo>
                <a:lnTo>
                  <a:pt x="213360" y="56387"/>
                </a:lnTo>
                <a:lnTo>
                  <a:pt x="207264" y="62483"/>
                </a:lnTo>
                <a:lnTo>
                  <a:pt x="202692" y="68579"/>
                </a:lnTo>
                <a:lnTo>
                  <a:pt x="199644" y="71627"/>
                </a:lnTo>
                <a:close/>
              </a:path>
              <a:path w="387350" h="405764">
                <a:moveTo>
                  <a:pt x="36576" y="138683"/>
                </a:moveTo>
                <a:lnTo>
                  <a:pt x="28956" y="138683"/>
                </a:lnTo>
                <a:lnTo>
                  <a:pt x="24384" y="137159"/>
                </a:lnTo>
                <a:lnTo>
                  <a:pt x="15240" y="131063"/>
                </a:lnTo>
                <a:lnTo>
                  <a:pt x="13716" y="129539"/>
                </a:lnTo>
                <a:lnTo>
                  <a:pt x="13716" y="123443"/>
                </a:lnTo>
                <a:lnTo>
                  <a:pt x="18288" y="117347"/>
                </a:lnTo>
                <a:lnTo>
                  <a:pt x="27432" y="109727"/>
                </a:lnTo>
                <a:lnTo>
                  <a:pt x="35742" y="100274"/>
                </a:lnTo>
                <a:lnTo>
                  <a:pt x="42481" y="87820"/>
                </a:lnTo>
                <a:lnTo>
                  <a:pt x="47791" y="72223"/>
                </a:lnTo>
                <a:lnTo>
                  <a:pt x="51816" y="53339"/>
                </a:lnTo>
                <a:lnTo>
                  <a:pt x="59436" y="53339"/>
                </a:lnTo>
                <a:lnTo>
                  <a:pt x="59436" y="76200"/>
                </a:lnTo>
                <a:lnTo>
                  <a:pt x="367145" y="76200"/>
                </a:lnTo>
                <a:lnTo>
                  <a:pt x="376843" y="86867"/>
                </a:lnTo>
                <a:lnTo>
                  <a:pt x="59436" y="86867"/>
                </a:lnTo>
                <a:lnTo>
                  <a:pt x="58840" y="104298"/>
                </a:lnTo>
                <a:lnTo>
                  <a:pt x="56959" y="117728"/>
                </a:lnTo>
                <a:lnTo>
                  <a:pt x="53649" y="127158"/>
                </a:lnTo>
                <a:lnTo>
                  <a:pt x="48768" y="132587"/>
                </a:lnTo>
                <a:lnTo>
                  <a:pt x="42672" y="137159"/>
                </a:lnTo>
                <a:lnTo>
                  <a:pt x="36576" y="138683"/>
                </a:lnTo>
                <a:close/>
              </a:path>
              <a:path w="387350" h="405764">
                <a:moveTo>
                  <a:pt x="367145" y="76200"/>
                </a:moveTo>
                <a:lnTo>
                  <a:pt x="332232" y="76200"/>
                </a:lnTo>
                <a:lnTo>
                  <a:pt x="350520" y="57912"/>
                </a:lnTo>
                <a:lnTo>
                  <a:pt x="367145" y="76200"/>
                </a:lnTo>
                <a:close/>
              </a:path>
              <a:path w="387350" h="405764">
                <a:moveTo>
                  <a:pt x="318516" y="134111"/>
                </a:moveTo>
                <a:lnTo>
                  <a:pt x="312420" y="129539"/>
                </a:lnTo>
                <a:lnTo>
                  <a:pt x="335280" y="86867"/>
                </a:lnTo>
                <a:lnTo>
                  <a:pt x="376843" y="86867"/>
                </a:lnTo>
                <a:lnTo>
                  <a:pt x="381000" y="91439"/>
                </a:lnTo>
                <a:lnTo>
                  <a:pt x="367593" y="94035"/>
                </a:lnTo>
                <a:lnTo>
                  <a:pt x="352615" y="101917"/>
                </a:lnTo>
                <a:lnTo>
                  <a:pt x="336208" y="115228"/>
                </a:lnTo>
                <a:lnTo>
                  <a:pt x="318516" y="134111"/>
                </a:lnTo>
                <a:close/>
              </a:path>
              <a:path w="387350" h="405764">
                <a:moveTo>
                  <a:pt x="42672" y="175259"/>
                </a:moveTo>
                <a:lnTo>
                  <a:pt x="27432" y="160019"/>
                </a:lnTo>
                <a:lnTo>
                  <a:pt x="298704" y="160019"/>
                </a:lnTo>
                <a:lnTo>
                  <a:pt x="323088" y="135635"/>
                </a:lnTo>
                <a:lnTo>
                  <a:pt x="358140" y="170687"/>
                </a:lnTo>
                <a:lnTo>
                  <a:pt x="85344" y="170687"/>
                </a:lnTo>
                <a:lnTo>
                  <a:pt x="74175" y="170973"/>
                </a:lnTo>
                <a:lnTo>
                  <a:pt x="63436" y="171830"/>
                </a:lnTo>
                <a:lnTo>
                  <a:pt x="52982" y="173259"/>
                </a:lnTo>
                <a:lnTo>
                  <a:pt x="42672" y="175259"/>
                </a:lnTo>
                <a:close/>
              </a:path>
              <a:path w="387350" h="405764">
                <a:moveTo>
                  <a:pt x="207264" y="348996"/>
                </a:moveTo>
                <a:lnTo>
                  <a:pt x="182880" y="348996"/>
                </a:lnTo>
                <a:lnTo>
                  <a:pt x="182880" y="170687"/>
                </a:lnTo>
                <a:lnTo>
                  <a:pt x="207264" y="170687"/>
                </a:lnTo>
                <a:lnTo>
                  <a:pt x="207264" y="256031"/>
                </a:lnTo>
                <a:lnTo>
                  <a:pt x="330708" y="256031"/>
                </a:lnTo>
                <a:lnTo>
                  <a:pt x="339852" y="265175"/>
                </a:lnTo>
                <a:lnTo>
                  <a:pt x="207264" y="265175"/>
                </a:lnTo>
                <a:lnTo>
                  <a:pt x="207264" y="348996"/>
                </a:lnTo>
                <a:close/>
              </a:path>
              <a:path w="387350" h="405764">
                <a:moveTo>
                  <a:pt x="3048" y="405384"/>
                </a:moveTo>
                <a:lnTo>
                  <a:pt x="0" y="399287"/>
                </a:lnTo>
                <a:lnTo>
                  <a:pt x="15144" y="384143"/>
                </a:lnTo>
                <a:lnTo>
                  <a:pt x="28575" y="368427"/>
                </a:lnTo>
                <a:lnTo>
                  <a:pt x="50292" y="335280"/>
                </a:lnTo>
                <a:lnTo>
                  <a:pt x="70008" y="285988"/>
                </a:lnTo>
                <a:lnTo>
                  <a:pt x="73152" y="269747"/>
                </a:lnTo>
                <a:lnTo>
                  <a:pt x="76295" y="253745"/>
                </a:lnTo>
                <a:lnTo>
                  <a:pt x="78867" y="237743"/>
                </a:lnTo>
                <a:lnTo>
                  <a:pt x="80867" y="221741"/>
                </a:lnTo>
                <a:lnTo>
                  <a:pt x="82296" y="205739"/>
                </a:lnTo>
                <a:lnTo>
                  <a:pt x="123444" y="225551"/>
                </a:lnTo>
                <a:lnTo>
                  <a:pt x="109728" y="237743"/>
                </a:lnTo>
                <a:lnTo>
                  <a:pt x="106560" y="248864"/>
                </a:lnTo>
                <a:lnTo>
                  <a:pt x="103822" y="259270"/>
                </a:lnTo>
                <a:lnTo>
                  <a:pt x="101369" y="268819"/>
                </a:lnTo>
                <a:lnTo>
                  <a:pt x="99060" y="277367"/>
                </a:lnTo>
                <a:lnTo>
                  <a:pt x="106051" y="288035"/>
                </a:lnTo>
                <a:lnTo>
                  <a:pt x="96012" y="288035"/>
                </a:lnTo>
                <a:lnTo>
                  <a:pt x="87749" y="307490"/>
                </a:lnTo>
                <a:lnTo>
                  <a:pt x="60960" y="353568"/>
                </a:lnTo>
                <a:lnTo>
                  <a:pt x="21312" y="391929"/>
                </a:lnTo>
                <a:lnTo>
                  <a:pt x="3048" y="405384"/>
                </a:lnTo>
                <a:close/>
              </a:path>
              <a:path w="387350" h="405764">
                <a:moveTo>
                  <a:pt x="330708" y="256031"/>
                </a:moveTo>
                <a:lnTo>
                  <a:pt x="284988" y="256031"/>
                </a:lnTo>
                <a:lnTo>
                  <a:pt x="307847" y="233171"/>
                </a:lnTo>
                <a:lnTo>
                  <a:pt x="330708" y="256031"/>
                </a:lnTo>
                <a:close/>
              </a:path>
              <a:path w="387350" h="405764">
                <a:moveTo>
                  <a:pt x="350520" y="394716"/>
                </a:moveTo>
                <a:lnTo>
                  <a:pt x="308562" y="393239"/>
                </a:lnTo>
                <a:lnTo>
                  <a:pt x="241220" y="387429"/>
                </a:lnTo>
                <a:lnTo>
                  <a:pt x="195572" y="377094"/>
                </a:lnTo>
                <a:lnTo>
                  <a:pt x="159615" y="361092"/>
                </a:lnTo>
                <a:lnTo>
                  <a:pt x="119253" y="322707"/>
                </a:lnTo>
                <a:lnTo>
                  <a:pt x="96012" y="288035"/>
                </a:lnTo>
                <a:lnTo>
                  <a:pt x="106051" y="288035"/>
                </a:lnTo>
                <a:lnTo>
                  <a:pt x="108251" y="291393"/>
                </a:lnTo>
                <a:lnTo>
                  <a:pt x="117729" y="303847"/>
                </a:lnTo>
                <a:lnTo>
                  <a:pt x="150090" y="332922"/>
                </a:lnTo>
                <a:lnTo>
                  <a:pt x="182880" y="348996"/>
                </a:lnTo>
                <a:lnTo>
                  <a:pt x="207264" y="348996"/>
                </a:lnTo>
                <a:lnTo>
                  <a:pt x="207264" y="356616"/>
                </a:lnTo>
                <a:lnTo>
                  <a:pt x="231243" y="359735"/>
                </a:lnTo>
                <a:lnTo>
                  <a:pt x="255079" y="362140"/>
                </a:lnTo>
                <a:lnTo>
                  <a:pt x="278630" y="363688"/>
                </a:lnTo>
                <a:lnTo>
                  <a:pt x="301752" y="364236"/>
                </a:lnTo>
                <a:lnTo>
                  <a:pt x="387096" y="364236"/>
                </a:lnTo>
                <a:lnTo>
                  <a:pt x="387096" y="367284"/>
                </a:lnTo>
                <a:lnTo>
                  <a:pt x="373665" y="370713"/>
                </a:lnTo>
                <a:lnTo>
                  <a:pt x="363093" y="376428"/>
                </a:lnTo>
                <a:lnTo>
                  <a:pt x="355377" y="384429"/>
                </a:lnTo>
                <a:lnTo>
                  <a:pt x="350520" y="394716"/>
                </a:lnTo>
                <a:close/>
              </a:path>
              <a:path w="387350" h="405764">
                <a:moveTo>
                  <a:pt x="387096" y="364236"/>
                </a:moveTo>
                <a:lnTo>
                  <a:pt x="301752" y="364236"/>
                </a:lnTo>
                <a:lnTo>
                  <a:pt x="347281" y="362521"/>
                </a:lnTo>
                <a:lnTo>
                  <a:pt x="367974" y="361449"/>
                </a:lnTo>
                <a:lnTo>
                  <a:pt x="387096" y="359664"/>
                </a:lnTo>
                <a:lnTo>
                  <a:pt x="387096" y="36423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" name="object 33"/>
          <p:cNvSpPr/>
          <p:nvPr/>
        </p:nvSpPr>
        <p:spPr>
          <a:xfrm>
            <a:off x="3531108" y="4844796"/>
            <a:ext cx="399415" cy="407034"/>
          </a:xfrm>
          <a:custGeom>
            <a:avLst/>
            <a:gdLst/>
            <a:ahLst/>
            <a:cxnLst/>
            <a:rect l="l" t="t" r="r" b="b"/>
            <a:pathLst>
              <a:path w="399414" h="407035">
                <a:moveTo>
                  <a:pt x="205740" y="100584"/>
                </a:moveTo>
                <a:lnTo>
                  <a:pt x="198120" y="100584"/>
                </a:lnTo>
                <a:lnTo>
                  <a:pt x="195072" y="94488"/>
                </a:lnTo>
                <a:lnTo>
                  <a:pt x="192024" y="80772"/>
                </a:lnTo>
                <a:lnTo>
                  <a:pt x="186023" y="64770"/>
                </a:lnTo>
                <a:lnTo>
                  <a:pt x="177165" y="46482"/>
                </a:lnTo>
                <a:lnTo>
                  <a:pt x="165449" y="25908"/>
                </a:lnTo>
                <a:lnTo>
                  <a:pt x="150876" y="3048"/>
                </a:lnTo>
                <a:lnTo>
                  <a:pt x="155448" y="0"/>
                </a:lnTo>
                <a:lnTo>
                  <a:pt x="196596" y="29789"/>
                </a:lnTo>
                <a:lnTo>
                  <a:pt x="222885" y="61031"/>
                </a:lnTo>
                <a:lnTo>
                  <a:pt x="224028" y="67056"/>
                </a:lnTo>
                <a:lnTo>
                  <a:pt x="224028" y="73152"/>
                </a:lnTo>
                <a:lnTo>
                  <a:pt x="220980" y="80772"/>
                </a:lnTo>
                <a:lnTo>
                  <a:pt x="214884" y="88392"/>
                </a:lnTo>
                <a:lnTo>
                  <a:pt x="210312" y="96012"/>
                </a:lnTo>
                <a:lnTo>
                  <a:pt x="205740" y="100584"/>
                </a:lnTo>
                <a:close/>
              </a:path>
              <a:path w="399414" h="407035">
                <a:moveTo>
                  <a:pt x="236192" y="257556"/>
                </a:moveTo>
                <a:lnTo>
                  <a:pt x="207264" y="257556"/>
                </a:lnTo>
                <a:lnTo>
                  <a:pt x="220670" y="235481"/>
                </a:lnTo>
                <a:lnTo>
                  <a:pt x="233362" y="212407"/>
                </a:lnTo>
                <a:lnTo>
                  <a:pt x="256032" y="161543"/>
                </a:lnTo>
                <a:lnTo>
                  <a:pt x="276225" y="102870"/>
                </a:lnTo>
                <a:lnTo>
                  <a:pt x="294132" y="30480"/>
                </a:lnTo>
                <a:lnTo>
                  <a:pt x="338328" y="60960"/>
                </a:lnTo>
                <a:lnTo>
                  <a:pt x="320040" y="68580"/>
                </a:lnTo>
                <a:lnTo>
                  <a:pt x="302154" y="121444"/>
                </a:lnTo>
                <a:lnTo>
                  <a:pt x="283390" y="168530"/>
                </a:lnTo>
                <a:lnTo>
                  <a:pt x="263969" y="209909"/>
                </a:lnTo>
                <a:lnTo>
                  <a:pt x="244108" y="245656"/>
                </a:lnTo>
                <a:lnTo>
                  <a:pt x="236192" y="257556"/>
                </a:lnTo>
                <a:close/>
              </a:path>
              <a:path w="399414" h="407035">
                <a:moveTo>
                  <a:pt x="1524" y="406908"/>
                </a:moveTo>
                <a:lnTo>
                  <a:pt x="0" y="399287"/>
                </a:lnTo>
                <a:lnTo>
                  <a:pt x="42793" y="382645"/>
                </a:lnTo>
                <a:lnTo>
                  <a:pt x="83393" y="361980"/>
                </a:lnTo>
                <a:lnTo>
                  <a:pt x="121798" y="337291"/>
                </a:lnTo>
                <a:lnTo>
                  <a:pt x="158008" y="308579"/>
                </a:lnTo>
                <a:lnTo>
                  <a:pt x="192024" y="275843"/>
                </a:lnTo>
                <a:lnTo>
                  <a:pt x="168798" y="241255"/>
                </a:lnTo>
                <a:lnTo>
                  <a:pt x="146669" y="203228"/>
                </a:lnTo>
                <a:lnTo>
                  <a:pt x="125606" y="161543"/>
                </a:lnTo>
                <a:lnTo>
                  <a:pt x="105704" y="116275"/>
                </a:lnTo>
                <a:lnTo>
                  <a:pt x="86868" y="67056"/>
                </a:lnTo>
                <a:lnTo>
                  <a:pt x="92964" y="64008"/>
                </a:lnTo>
                <a:lnTo>
                  <a:pt x="124110" y="128325"/>
                </a:lnTo>
                <a:lnTo>
                  <a:pt x="153543" y="181927"/>
                </a:lnTo>
                <a:lnTo>
                  <a:pt x="181260" y="224956"/>
                </a:lnTo>
                <a:lnTo>
                  <a:pt x="207264" y="257556"/>
                </a:lnTo>
                <a:lnTo>
                  <a:pt x="236192" y="257556"/>
                </a:lnTo>
                <a:lnTo>
                  <a:pt x="224028" y="275843"/>
                </a:lnTo>
                <a:lnTo>
                  <a:pt x="245336" y="294131"/>
                </a:lnTo>
                <a:lnTo>
                  <a:pt x="207264" y="294131"/>
                </a:lnTo>
                <a:lnTo>
                  <a:pt x="171968" y="324295"/>
                </a:lnTo>
                <a:lnTo>
                  <a:pt x="133746" y="350727"/>
                </a:lnTo>
                <a:lnTo>
                  <a:pt x="92598" y="373355"/>
                </a:lnTo>
                <a:lnTo>
                  <a:pt x="48524" y="392106"/>
                </a:lnTo>
                <a:lnTo>
                  <a:pt x="1524" y="406908"/>
                </a:lnTo>
                <a:close/>
              </a:path>
              <a:path w="399414" h="407035">
                <a:moveTo>
                  <a:pt x="356616" y="402336"/>
                </a:moveTo>
                <a:lnTo>
                  <a:pt x="318277" y="384357"/>
                </a:lnTo>
                <a:lnTo>
                  <a:pt x="280797" y="360235"/>
                </a:lnTo>
                <a:lnTo>
                  <a:pt x="243887" y="330112"/>
                </a:lnTo>
                <a:lnTo>
                  <a:pt x="207264" y="294131"/>
                </a:lnTo>
                <a:lnTo>
                  <a:pt x="245336" y="294131"/>
                </a:lnTo>
                <a:lnTo>
                  <a:pt x="267700" y="313324"/>
                </a:lnTo>
                <a:lnTo>
                  <a:pt x="311658" y="341376"/>
                </a:lnTo>
                <a:lnTo>
                  <a:pt x="355615" y="360283"/>
                </a:lnTo>
                <a:lnTo>
                  <a:pt x="399288" y="370332"/>
                </a:lnTo>
                <a:lnTo>
                  <a:pt x="399288" y="376428"/>
                </a:lnTo>
                <a:lnTo>
                  <a:pt x="384690" y="380476"/>
                </a:lnTo>
                <a:lnTo>
                  <a:pt x="372808" y="385953"/>
                </a:lnTo>
                <a:lnTo>
                  <a:pt x="363497" y="393144"/>
                </a:lnTo>
                <a:lnTo>
                  <a:pt x="356616" y="40233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" name="object 34"/>
          <p:cNvSpPr/>
          <p:nvPr/>
        </p:nvSpPr>
        <p:spPr>
          <a:xfrm>
            <a:off x="4018788" y="4850891"/>
            <a:ext cx="350520" cy="375285"/>
          </a:xfrm>
          <a:custGeom>
            <a:avLst/>
            <a:gdLst/>
            <a:ahLst/>
            <a:cxnLst/>
            <a:rect l="l" t="t" r="r" b="b"/>
            <a:pathLst>
              <a:path w="350520" h="375285">
                <a:moveTo>
                  <a:pt x="21336" y="374904"/>
                </a:moveTo>
                <a:lnTo>
                  <a:pt x="0" y="344424"/>
                </a:lnTo>
                <a:lnTo>
                  <a:pt x="3119" y="340399"/>
                </a:lnTo>
                <a:lnTo>
                  <a:pt x="5524" y="335089"/>
                </a:lnTo>
                <a:lnTo>
                  <a:pt x="7072" y="328350"/>
                </a:lnTo>
                <a:lnTo>
                  <a:pt x="7620" y="320040"/>
                </a:lnTo>
                <a:lnTo>
                  <a:pt x="7620" y="120396"/>
                </a:lnTo>
                <a:lnTo>
                  <a:pt x="7358" y="83867"/>
                </a:lnTo>
                <a:lnTo>
                  <a:pt x="6667" y="52197"/>
                </a:lnTo>
                <a:lnTo>
                  <a:pt x="5691" y="25669"/>
                </a:lnTo>
                <a:lnTo>
                  <a:pt x="4572" y="4572"/>
                </a:lnTo>
                <a:lnTo>
                  <a:pt x="47244" y="22860"/>
                </a:lnTo>
                <a:lnTo>
                  <a:pt x="30480" y="36576"/>
                </a:lnTo>
                <a:lnTo>
                  <a:pt x="30480" y="153924"/>
                </a:lnTo>
                <a:lnTo>
                  <a:pt x="142240" y="153924"/>
                </a:lnTo>
                <a:lnTo>
                  <a:pt x="152400" y="164592"/>
                </a:lnTo>
                <a:lnTo>
                  <a:pt x="30480" y="164592"/>
                </a:lnTo>
                <a:lnTo>
                  <a:pt x="30480" y="332232"/>
                </a:lnTo>
                <a:lnTo>
                  <a:pt x="83470" y="332232"/>
                </a:lnTo>
                <a:lnTo>
                  <a:pt x="65913" y="341566"/>
                </a:lnTo>
                <a:lnTo>
                  <a:pt x="38766" y="359163"/>
                </a:lnTo>
                <a:lnTo>
                  <a:pt x="21336" y="374904"/>
                </a:lnTo>
                <a:close/>
              </a:path>
              <a:path w="350520" h="375285">
                <a:moveTo>
                  <a:pt x="142240" y="153924"/>
                </a:moveTo>
                <a:lnTo>
                  <a:pt x="100584" y="153924"/>
                </a:lnTo>
                <a:lnTo>
                  <a:pt x="121920" y="132588"/>
                </a:lnTo>
                <a:lnTo>
                  <a:pt x="142240" y="153924"/>
                </a:lnTo>
                <a:close/>
              </a:path>
              <a:path w="350520" h="375285">
                <a:moveTo>
                  <a:pt x="83470" y="332232"/>
                </a:moveTo>
                <a:lnTo>
                  <a:pt x="30480" y="332232"/>
                </a:lnTo>
                <a:lnTo>
                  <a:pt x="146304" y="292608"/>
                </a:lnTo>
                <a:lnTo>
                  <a:pt x="149352" y="300227"/>
                </a:lnTo>
                <a:lnTo>
                  <a:pt x="102774" y="321968"/>
                </a:lnTo>
                <a:lnTo>
                  <a:pt x="83470" y="332232"/>
                </a:lnTo>
                <a:close/>
              </a:path>
              <a:path w="350520" h="375285">
                <a:moveTo>
                  <a:pt x="300227" y="370332"/>
                </a:moveTo>
                <a:lnTo>
                  <a:pt x="210312" y="370332"/>
                </a:lnTo>
                <a:lnTo>
                  <a:pt x="193428" y="368331"/>
                </a:lnTo>
                <a:lnTo>
                  <a:pt x="181546" y="362331"/>
                </a:lnTo>
                <a:lnTo>
                  <a:pt x="174521" y="352329"/>
                </a:lnTo>
                <a:lnTo>
                  <a:pt x="172212" y="338328"/>
                </a:lnTo>
                <a:lnTo>
                  <a:pt x="172087" y="78176"/>
                </a:lnTo>
                <a:lnTo>
                  <a:pt x="171973" y="66008"/>
                </a:lnTo>
                <a:lnTo>
                  <a:pt x="171450" y="42291"/>
                </a:lnTo>
                <a:lnTo>
                  <a:pt x="170926" y="20288"/>
                </a:lnTo>
                <a:lnTo>
                  <a:pt x="170688" y="0"/>
                </a:lnTo>
                <a:lnTo>
                  <a:pt x="213360" y="21336"/>
                </a:lnTo>
                <a:lnTo>
                  <a:pt x="196596" y="35052"/>
                </a:lnTo>
                <a:lnTo>
                  <a:pt x="196596" y="181356"/>
                </a:lnTo>
                <a:lnTo>
                  <a:pt x="212758" y="181356"/>
                </a:lnTo>
                <a:lnTo>
                  <a:pt x="196596" y="192024"/>
                </a:lnTo>
                <a:lnTo>
                  <a:pt x="196596" y="327660"/>
                </a:lnTo>
                <a:lnTo>
                  <a:pt x="198024" y="336542"/>
                </a:lnTo>
                <a:lnTo>
                  <a:pt x="202311" y="342709"/>
                </a:lnTo>
                <a:lnTo>
                  <a:pt x="209454" y="346305"/>
                </a:lnTo>
                <a:lnTo>
                  <a:pt x="219456" y="347472"/>
                </a:lnTo>
                <a:lnTo>
                  <a:pt x="348673" y="347472"/>
                </a:lnTo>
                <a:lnTo>
                  <a:pt x="346567" y="350948"/>
                </a:lnTo>
                <a:lnTo>
                  <a:pt x="309705" y="370022"/>
                </a:lnTo>
                <a:lnTo>
                  <a:pt x="300227" y="370332"/>
                </a:lnTo>
                <a:close/>
              </a:path>
              <a:path w="350520" h="375285">
                <a:moveTo>
                  <a:pt x="212758" y="181356"/>
                </a:moveTo>
                <a:lnTo>
                  <a:pt x="196596" y="181356"/>
                </a:lnTo>
                <a:lnTo>
                  <a:pt x="214336" y="167330"/>
                </a:lnTo>
                <a:lnTo>
                  <a:pt x="231076" y="152590"/>
                </a:lnTo>
                <a:lnTo>
                  <a:pt x="262127" y="120396"/>
                </a:lnTo>
                <a:lnTo>
                  <a:pt x="294274" y="78176"/>
                </a:lnTo>
                <a:lnTo>
                  <a:pt x="300227" y="67056"/>
                </a:lnTo>
                <a:lnTo>
                  <a:pt x="335280" y="99060"/>
                </a:lnTo>
                <a:lnTo>
                  <a:pt x="324397" y="102774"/>
                </a:lnTo>
                <a:lnTo>
                  <a:pt x="312229" y="109347"/>
                </a:lnTo>
                <a:lnTo>
                  <a:pt x="298632" y="118776"/>
                </a:lnTo>
                <a:lnTo>
                  <a:pt x="283463" y="131064"/>
                </a:lnTo>
                <a:lnTo>
                  <a:pt x="265175" y="145089"/>
                </a:lnTo>
                <a:lnTo>
                  <a:pt x="244602" y="159829"/>
                </a:lnTo>
                <a:lnTo>
                  <a:pt x="221742" y="175426"/>
                </a:lnTo>
                <a:lnTo>
                  <a:pt x="212758" y="181356"/>
                </a:lnTo>
                <a:close/>
              </a:path>
              <a:path w="350520" h="375285">
                <a:moveTo>
                  <a:pt x="348673" y="347472"/>
                </a:moveTo>
                <a:lnTo>
                  <a:pt x="298703" y="347472"/>
                </a:lnTo>
                <a:lnTo>
                  <a:pt x="306324" y="342900"/>
                </a:lnTo>
                <a:lnTo>
                  <a:pt x="309372" y="332232"/>
                </a:lnTo>
                <a:lnTo>
                  <a:pt x="311610" y="321635"/>
                </a:lnTo>
                <a:lnTo>
                  <a:pt x="313563" y="305752"/>
                </a:lnTo>
                <a:lnTo>
                  <a:pt x="314944" y="284440"/>
                </a:lnTo>
                <a:lnTo>
                  <a:pt x="315468" y="257556"/>
                </a:lnTo>
                <a:lnTo>
                  <a:pt x="324612" y="257556"/>
                </a:lnTo>
                <a:lnTo>
                  <a:pt x="327826" y="307705"/>
                </a:lnTo>
                <a:lnTo>
                  <a:pt x="350520" y="344424"/>
                </a:lnTo>
                <a:lnTo>
                  <a:pt x="348673" y="34747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" name="object 35"/>
          <p:cNvSpPr/>
          <p:nvPr/>
        </p:nvSpPr>
        <p:spPr>
          <a:xfrm>
            <a:off x="4415028" y="4841747"/>
            <a:ext cx="1743710" cy="411480"/>
          </a:xfrm>
          <a:custGeom>
            <a:avLst/>
            <a:gdLst/>
            <a:ahLst/>
            <a:cxnLst/>
            <a:rect l="l" t="t" r="r" b="b"/>
            <a:pathLst>
              <a:path w="1743710" h="411479">
                <a:moveTo>
                  <a:pt x="185928" y="263652"/>
                </a:moveTo>
                <a:lnTo>
                  <a:pt x="184404" y="256032"/>
                </a:lnTo>
                <a:lnTo>
                  <a:pt x="117348" y="274320"/>
                </a:lnTo>
                <a:lnTo>
                  <a:pt x="117348" y="204216"/>
                </a:lnTo>
                <a:lnTo>
                  <a:pt x="173736" y="204216"/>
                </a:lnTo>
                <a:lnTo>
                  <a:pt x="163690" y="193548"/>
                </a:lnTo>
                <a:lnTo>
                  <a:pt x="149352" y="178308"/>
                </a:lnTo>
                <a:lnTo>
                  <a:pt x="134112" y="193548"/>
                </a:lnTo>
                <a:lnTo>
                  <a:pt x="117348" y="193548"/>
                </a:lnTo>
                <a:lnTo>
                  <a:pt x="117348" y="155448"/>
                </a:lnTo>
                <a:lnTo>
                  <a:pt x="132588" y="143256"/>
                </a:lnTo>
                <a:lnTo>
                  <a:pt x="94488" y="126492"/>
                </a:lnTo>
                <a:lnTo>
                  <a:pt x="94716" y="143624"/>
                </a:lnTo>
                <a:lnTo>
                  <a:pt x="95783" y="178308"/>
                </a:lnTo>
                <a:lnTo>
                  <a:pt x="96012" y="193548"/>
                </a:lnTo>
                <a:lnTo>
                  <a:pt x="50292" y="193548"/>
                </a:lnTo>
                <a:lnTo>
                  <a:pt x="82296" y="94488"/>
                </a:lnTo>
                <a:lnTo>
                  <a:pt x="178308" y="94488"/>
                </a:lnTo>
                <a:lnTo>
                  <a:pt x="152400" y="67056"/>
                </a:lnTo>
                <a:lnTo>
                  <a:pt x="135636" y="83820"/>
                </a:lnTo>
                <a:lnTo>
                  <a:pt x="83820" y="83820"/>
                </a:lnTo>
                <a:lnTo>
                  <a:pt x="96888" y="40538"/>
                </a:lnTo>
                <a:lnTo>
                  <a:pt x="114300" y="19812"/>
                </a:lnTo>
                <a:lnTo>
                  <a:pt x="79248" y="1524"/>
                </a:lnTo>
                <a:lnTo>
                  <a:pt x="77889" y="13525"/>
                </a:lnTo>
                <a:lnTo>
                  <a:pt x="74104" y="31242"/>
                </a:lnTo>
                <a:lnTo>
                  <a:pt x="68313" y="54673"/>
                </a:lnTo>
                <a:lnTo>
                  <a:pt x="60960" y="83820"/>
                </a:lnTo>
                <a:lnTo>
                  <a:pt x="0" y="83820"/>
                </a:lnTo>
                <a:lnTo>
                  <a:pt x="15240" y="100584"/>
                </a:lnTo>
                <a:lnTo>
                  <a:pt x="25539" y="97713"/>
                </a:lnTo>
                <a:lnTo>
                  <a:pt x="36004" y="95821"/>
                </a:lnTo>
                <a:lnTo>
                  <a:pt x="46736" y="94805"/>
                </a:lnTo>
                <a:lnTo>
                  <a:pt x="57912" y="94488"/>
                </a:lnTo>
                <a:lnTo>
                  <a:pt x="59436" y="94488"/>
                </a:lnTo>
                <a:lnTo>
                  <a:pt x="28956" y="181356"/>
                </a:lnTo>
                <a:lnTo>
                  <a:pt x="13716" y="193548"/>
                </a:lnTo>
                <a:lnTo>
                  <a:pt x="36576" y="217932"/>
                </a:lnTo>
                <a:lnTo>
                  <a:pt x="50292" y="204216"/>
                </a:lnTo>
                <a:lnTo>
                  <a:pt x="96012" y="204216"/>
                </a:lnTo>
                <a:lnTo>
                  <a:pt x="96012" y="278892"/>
                </a:lnTo>
                <a:lnTo>
                  <a:pt x="66052" y="286067"/>
                </a:lnTo>
                <a:lnTo>
                  <a:pt x="40386" y="291655"/>
                </a:lnTo>
                <a:lnTo>
                  <a:pt x="19278" y="295833"/>
                </a:lnTo>
                <a:lnTo>
                  <a:pt x="3048" y="298704"/>
                </a:lnTo>
                <a:lnTo>
                  <a:pt x="21336" y="329184"/>
                </a:lnTo>
                <a:lnTo>
                  <a:pt x="28714" y="323494"/>
                </a:lnTo>
                <a:lnTo>
                  <a:pt x="43815" y="315658"/>
                </a:lnTo>
                <a:lnTo>
                  <a:pt x="66332" y="305828"/>
                </a:lnTo>
                <a:lnTo>
                  <a:pt x="96012" y="294132"/>
                </a:lnTo>
                <a:lnTo>
                  <a:pt x="95770" y="317284"/>
                </a:lnTo>
                <a:lnTo>
                  <a:pt x="94805" y="367665"/>
                </a:lnTo>
                <a:lnTo>
                  <a:pt x="94678" y="377952"/>
                </a:lnTo>
                <a:lnTo>
                  <a:pt x="94488" y="403860"/>
                </a:lnTo>
                <a:lnTo>
                  <a:pt x="120396" y="390144"/>
                </a:lnTo>
                <a:lnTo>
                  <a:pt x="119265" y="370763"/>
                </a:lnTo>
                <a:lnTo>
                  <a:pt x="118300" y="347091"/>
                </a:lnTo>
                <a:lnTo>
                  <a:pt x="117602" y="319430"/>
                </a:lnTo>
                <a:lnTo>
                  <a:pt x="117398" y="294132"/>
                </a:lnTo>
                <a:lnTo>
                  <a:pt x="117348" y="288036"/>
                </a:lnTo>
                <a:lnTo>
                  <a:pt x="155917" y="274320"/>
                </a:lnTo>
                <a:lnTo>
                  <a:pt x="185928" y="263652"/>
                </a:lnTo>
                <a:close/>
              </a:path>
              <a:path w="1743710" h="411479">
                <a:moveTo>
                  <a:pt x="269748" y="129540"/>
                </a:moveTo>
                <a:lnTo>
                  <a:pt x="239268" y="103632"/>
                </a:lnTo>
                <a:lnTo>
                  <a:pt x="235267" y="113334"/>
                </a:lnTo>
                <a:lnTo>
                  <a:pt x="230124" y="124015"/>
                </a:lnTo>
                <a:lnTo>
                  <a:pt x="207835" y="160401"/>
                </a:lnTo>
                <a:lnTo>
                  <a:pt x="175260" y="198120"/>
                </a:lnTo>
                <a:lnTo>
                  <a:pt x="178308" y="202692"/>
                </a:lnTo>
                <a:lnTo>
                  <a:pt x="198323" y="188125"/>
                </a:lnTo>
                <a:lnTo>
                  <a:pt x="217360" y="171831"/>
                </a:lnTo>
                <a:lnTo>
                  <a:pt x="235521" y="153835"/>
                </a:lnTo>
                <a:lnTo>
                  <a:pt x="252984" y="134112"/>
                </a:lnTo>
                <a:lnTo>
                  <a:pt x="269748" y="129540"/>
                </a:lnTo>
                <a:close/>
              </a:path>
              <a:path w="1743710" h="411479">
                <a:moveTo>
                  <a:pt x="300228" y="42672"/>
                </a:moveTo>
                <a:lnTo>
                  <a:pt x="267982" y="12293"/>
                </a:lnTo>
                <a:lnTo>
                  <a:pt x="251460" y="4572"/>
                </a:lnTo>
                <a:lnTo>
                  <a:pt x="249936" y="9144"/>
                </a:lnTo>
                <a:lnTo>
                  <a:pt x="258241" y="19697"/>
                </a:lnTo>
                <a:lnTo>
                  <a:pt x="264985" y="30670"/>
                </a:lnTo>
                <a:lnTo>
                  <a:pt x="270294" y="41935"/>
                </a:lnTo>
                <a:lnTo>
                  <a:pt x="274320" y="53340"/>
                </a:lnTo>
                <a:lnTo>
                  <a:pt x="277368" y="64008"/>
                </a:lnTo>
                <a:lnTo>
                  <a:pt x="281940" y="70104"/>
                </a:lnTo>
                <a:lnTo>
                  <a:pt x="286512" y="70104"/>
                </a:lnTo>
                <a:lnTo>
                  <a:pt x="289560" y="68580"/>
                </a:lnTo>
                <a:lnTo>
                  <a:pt x="294132" y="62484"/>
                </a:lnTo>
                <a:lnTo>
                  <a:pt x="298704" y="57912"/>
                </a:lnTo>
                <a:lnTo>
                  <a:pt x="300228" y="51816"/>
                </a:lnTo>
                <a:lnTo>
                  <a:pt x="300228" y="42672"/>
                </a:lnTo>
                <a:close/>
              </a:path>
              <a:path w="1743710" h="411479">
                <a:moveTo>
                  <a:pt x="388620" y="163068"/>
                </a:moveTo>
                <a:lnTo>
                  <a:pt x="362712" y="132969"/>
                </a:lnTo>
                <a:lnTo>
                  <a:pt x="321564" y="109728"/>
                </a:lnTo>
                <a:lnTo>
                  <a:pt x="320040" y="115824"/>
                </a:lnTo>
                <a:lnTo>
                  <a:pt x="327748" y="124447"/>
                </a:lnTo>
                <a:lnTo>
                  <a:pt x="341464" y="139407"/>
                </a:lnTo>
                <a:lnTo>
                  <a:pt x="347472" y="146304"/>
                </a:lnTo>
                <a:lnTo>
                  <a:pt x="370332" y="185928"/>
                </a:lnTo>
                <a:lnTo>
                  <a:pt x="373380" y="190500"/>
                </a:lnTo>
                <a:lnTo>
                  <a:pt x="377952" y="190500"/>
                </a:lnTo>
                <a:lnTo>
                  <a:pt x="381000" y="187452"/>
                </a:lnTo>
                <a:lnTo>
                  <a:pt x="387096" y="178308"/>
                </a:lnTo>
                <a:lnTo>
                  <a:pt x="388620" y="173736"/>
                </a:lnTo>
                <a:lnTo>
                  <a:pt x="388620" y="163068"/>
                </a:lnTo>
                <a:close/>
              </a:path>
              <a:path w="1743710" h="411479">
                <a:moveTo>
                  <a:pt x="397764" y="89916"/>
                </a:moveTo>
                <a:lnTo>
                  <a:pt x="368808" y="57912"/>
                </a:lnTo>
                <a:lnTo>
                  <a:pt x="347472" y="79248"/>
                </a:lnTo>
                <a:lnTo>
                  <a:pt x="181356" y="79248"/>
                </a:lnTo>
                <a:lnTo>
                  <a:pt x="196596" y="94488"/>
                </a:lnTo>
                <a:lnTo>
                  <a:pt x="205447" y="92494"/>
                </a:lnTo>
                <a:lnTo>
                  <a:pt x="213741" y="91059"/>
                </a:lnTo>
                <a:lnTo>
                  <a:pt x="221449" y="90208"/>
                </a:lnTo>
                <a:lnTo>
                  <a:pt x="228600" y="89916"/>
                </a:lnTo>
                <a:lnTo>
                  <a:pt x="397764" y="89916"/>
                </a:lnTo>
                <a:close/>
              </a:path>
              <a:path w="1743710" h="411479">
                <a:moveTo>
                  <a:pt x="408432" y="377952"/>
                </a:moveTo>
                <a:lnTo>
                  <a:pt x="345757" y="352806"/>
                </a:lnTo>
                <a:lnTo>
                  <a:pt x="312000" y="326136"/>
                </a:lnTo>
                <a:lnTo>
                  <a:pt x="295656" y="309372"/>
                </a:lnTo>
                <a:lnTo>
                  <a:pt x="306908" y="289560"/>
                </a:lnTo>
                <a:lnTo>
                  <a:pt x="307987" y="287655"/>
                </a:lnTo>
                <a:lnTo>
                  <a:pt x="320040" y="261366"/>
                </a:lnTo>
                <a:lnTo>
                  <a:pt x="332079" y="230505"/>
                </a:lnTo>
                <a:lnTo>
                  <a:pt x="344424" y="195072"/>
                </a:lnTo>
                <a:lnTo>
                  <a:pt x="358140" y="187452"/>
                </a:lnTo>
                <a:lnTo>
                  <a:pt x="323088" y="164592"/>
                </a:lnTo>
                <a:lnTo>
                  <a:pt x="318516" y="184340"/>
                </a:lnTo>
                <a:lnTo>
                  <a:pt x="313944" y="202501"/>
                </a:lnTo>
                <a:lnTo>
                  <a:pt x="299935" y="249275"/>
                </a:lnTo>
                <a:lnTo>
                  <a:pt x="281940" y="289560"/>
                </a:lnTo>
                <a:lnTo>
                  <a:pt x="267665" y="266395"/>
                </a:lnTo>
                <a:lnTo>
                  <a:pt x="254698" y="240220"/>
                </a:lnTo>
                <a:lnTo>
                  <a:pt x="243141" y="210908"/>
                </a:lnTo>
                <a:lnTo>
                  <a:pt x="233172" y="178308"/>
                </a:lnTo>
                <a:lnTo>
                  <a:pt x="224028" y="179832"/>
                </a:lnTo>
                <a:lnTo>
                  <a:pt x="233756" y="217004"/>
                </a:lnTo>
                <a:lnTo>
                  <a:pt x="244792" y="250888"/>
                </a:lnTo>
                <a:lnTo>
                  <a:pt x="257238" y="281635"/>
                </a:lnTo>
                <a:lnTo>
                  <a:pt x="271272" y="309372"/>
                </a:lnTo>
                <a:lnTo>
                  <a:pt x="244411" y="336499"/>
                </a:lnTo>
                <a:lnTo>
                  <a:pt x="211836" y="360616"/>
                </a:lnTo>
                <a:lnTo>
                  <a:pt x="173545" y="381596"/>
                </a:lnTo>
                <a:lnTo>
                  <a:pt x="129540" y="399288"/>
                </a:lnTo>
                <a:lnTo>
                  <a:pt x="129540" y="405384"/>
                </a:lnTo>
                <a:lnTo>
                  <a:pt x="175234" y="393433"/>
                </a:lnTo>
                <a:lnTo>
                  <a:pt x="216217" y="376047"/>
                </a:lnTo>
                <a:lnTo>
                  <a:pt x="252336" y="353529"/>
                </a:lnTo>
                <a:lnTo>
                  <a:pt x="283464" y="326136"/>
                </a:lnTo>
                <a:lnTo>
                  <a:pt x="302907" y="350710"/>
                </a:lnTo>
                <a:lnTo>
                  <a:pt x="324802" y="371856"/>
                </a:lnTo>
                <a:lnTo>
                  <a:pt x="349250" y="389572"/>
                </a:lnTo>
                <a:lnTo>
                  <a:pt x="376428" y="403860"/>
                </a:lnTo>
                <a:lnTo>
                  <a:pt x="381850" y="396697"/>
                </a:lnTo>
                <a:lnTo>
                  <a:pt x="389001" y="391096"/>
                </a:lnTo>
                <a:lnTo>
                  <a:pt x="397852" y="386930"/>
                </a:lnTo>
                <a:lnTo>
                  <a:pt x="408432" y="384048"/>
                </a:lnTo>
                <a:lnTo>
                  <a:pt x="408432" y="377952"/>
                </a:lnTo>
                <a:close/>
              </a:path>
              <a:path w="1743710" h="411479">
                <a:moveTo>
                  <a:pt x="601980" y="150876"/>
                </a:moveTo>
                <a:lnTo>
                  <a:pt x="568452" y="121920"/>
                </a:lnTo>
                <a:lnTo>
                  <a:pt x="558736" y="142240"/>
                </a:lnTo>
                <a:lnTo>
                  <a:pt x="547878" y="162115"/>
                </a:lnTo>
                <a:lnTo>
                  <a:pt x="522732" y="201168"/>
                </a:lnTo>
                <a:lnTo>
                  <a:pt x="490537" y="240792"/>
                </a:lnTo>
                <a:lnTo>
                  <a:pt x="448056" y="280416"/>
                </a:lnTo>
                <a:lnTo>
                  <a:pt x="451104" y="286512"/>
                </a:lnTo>
                <a:lnTo>
                  <a:pt x="469671" y="274853"/>
                </a:lnTo>
                <a:lnTo>
                  <a:pt x="488823" y="260604"/>
                </a:lnTo>
                <a:lnTo>
                  <a:pt x="508533" y="244081"/>
                </a:lnTo>
                <a:lnTo>
                  <a:pt x="528828" y="225552"/>
                </a:lnTo>
                <a:lnTo>
                  <a:pt x="528828" y="338328"/>
                </a:lnTo>
                <a:lnTo>
                  <a:pt x="528561" y="352336"/>
                </a:lnTo>
                <a:lnTo>
                  <a:pt x="527824" y="370166"/>
                </a:lnTo>
                <a:lnTo>
                  <a:pt x="525780" y="411480"/>
                </a:lnTo>
                <a:lnTo>
                  <a:pt x="553212" y="397764"/>
                </a:lnTo>
                <a:lnTo>
                  <a:pt x="550164" y="231648"/>
                </a:lnTo>
                <a:lnTo>
                  <a:pt x="559917" y="225552"/>
                </a:lnTo>
                <a:lnTo>
                  <a:pt x="562356" y="224028"/>
                </a:lnTo>
                <a:lnTo>
                  <a:pt x="545592" y="207264"/>
                </a:lnTo>
                <a:lnTo>
                  <a:pt x="553897" y="197243"/>
                </a:lnTo>
                <a:lnTo>
                  <a:pt x="562927" y="185356"/>
                </a:lnTo>
                <a:lnTo>
                  <a:pt x="572808" y="171475"/>
                </a:lnTo>
                <a:lnTo>
                  <a:pt x="583692" y="155448"/>
                </a:lnTo>
                <a:lnTo>
                  <a:pt x="601980" y="150876"/>
                </a:lnTo>
                <a:close/>
              </a:path>
              <a:path w="1743710" h="411479">
                <a:moveTo>
                  <a:pt x="667512" y="71628"/>
                </a:moveTo>
                <a:lnTo>
                  <a:pt x="658368" y="62484"/>
                </a:lnTo>
                <a:lnTo>
                  <a:pt x="640080" y="44196"/>
                </a:lnTo>
                <a:lnTo>
                  <a:pt x="621792" y="62484"/>
                </a:lnTo>
                <a:lnTo>
                  <a:pt x="536448" y="62484"/>
                </a:lnTo>
                <a:lnTo>
                  <a:pt x="557784" y="33528"/>
                </a:lnTo>
                <a:lnTo>
                  <a:pt x="571500" y="25908"/>
                </a:lnTo>
                <a:lnTo>
                  <a:pt x="536448" y="4572"/>
                </a:lnTo>
                <a:lnTo>
                  <a:pt x="515442" y="53873"/>
                </a:lnTo>
                <a:lnTo>
                  <a:pt x="485584" y="103251"/>
                </a:lnTo>
                <a:lnTo>
                  <a:pt x="455676" y="138684"/>
                </a:lnTo>
                <a:lnTo>
                  <a:pt x="460248" y="143256"/>
                </a:lnTo>
                <a:lnTo>
                  <a:pt x="473976" y="131546"/>
                </a:lnTo>
                <a:lnTo>
                  <a:pt x="495058" y="113347"/>
                </a:lnTo>
                <a:lnTo>
                  <a:pt x="502920" y="106680"/>
                </a:lnTo>
                <a:lnTo>
                  <a:pt x="509790" y="99491"/>
                </a:lnTo>
                <a:lnTo>
                  <a:pt x="516826" y="91440"/>
                </a:lnTo>
                <a:lnTo>
                  <a:pt x="524129" y="82257"/>
                </a:lnTo>
                <a:lnTo>
                  <a:pt x="531876" y="71628"/>
                </a:lnTo>
                <a:lnTo>
                  <a:pt x="568452" y="71628"/>
                </a:lnTo>
                <a:lnTo>
                  <a:pt x="577215" y="84391"/>
                </a:lnTo>
                <a:lnTo>
                  <a:pt x="580872" y="90284"/>
                </a:lnTo>
                <a:lnTo>
                  <a:pt x="583692" y="96012"/>
                </a:lnTo>
                <a:lnTo>
                  <a:pt x="586206" y="101752"/>
                </a:lnTo>
                <a:lnTo>
                  <a:pt x="589026" y="107632"/>
                </a:lnTo>
                <a:lnTo>
                  <a:pt x="591832" y="113804"/>
                </a:lnTo>
                <a:lnTo>
                  <a:pt x="594360" y="120396"/>
                </a:lnTo>
                <a:lnTo>
                  <a:pt x="595884" y="126492"/>
                </a:lnTo>
                <a:lnTo>
                  <a:pt x="597408" y="129540"/>
                </a:lnTo>
                <a:lnTo>
                  <a:pt x="600456" y="129540"/>
                </a:lnTo>
                <a:lnTo>
                  <a:pt x="608076" y="121920"/>
                </a:lnTo>
                <a:lnTo>
                  <a:pt x="612648" y="115824"/>
                </a:lnTo>
                <a:lnTo>
                  <a:pt x="615696" y="111252"/>
                </a:lnTo>
                <a:lnTo>
                  <a:pt x="615696" y="105156"/>
                </a:lnTo>
                <a:lnTo>
                  <a:pt x="614172" y="100584"/>
                </a:lnTo>
                <a:lnTo>
                  <a:pt x="609600" y="96012"/>
                </a:lnTo>
                <a:lnTo>
                  <a:pt x="605878" y="91135"/>
                </a:lnTo>
                <a:lnTo>
                  <a:pt x="599338" y="85559"/>
                </a:lnTo>
                <a:lnTo>
                  <a:pt x="589876" y="79082"/>
                </a:lnTo>
                <a:lnTo>
                  <a:pt x="577596" y="71628"/>
                </a:lnTo>
                <a:lnTo>
                  <a:pt x="667512" y="71628"/>
                </a:lnTo>
                <a:close/>
              </a:path>
              <a:path w="1743710" h="411479">
                <a:moveTo>
                  <a:pt x="679716" y="282282"/>
                </a:moveTo>
                <a:lnTo>
                  <a:pt x="650367" y="245364"/>
                </a:lnTo>
                <a:lnTo>
                  <a:pt x="621792" y="224028"/>
                </a:lnTo>
                <a:lnTo>
                  <a:pt x="618744" y="228600"/>
                </a:lnTo>
                <a:lnTo>
                  <a:pt x="624433" y="236601"/>
                </a:lnTo>
                <a:lnTo>
                  <a:pt x="629983" y="244602"/>
                </a:lnTo>
                <a:lnTo>
                  <a:pt x="635241" y="252603"/>
                </a:lnTo>
                <a:lnTo>
                  <a:pt x="640080" y="260604"/>
                </a:lnTo>
                <a:lnTo>
                  <a:pt x="643509" y="268846"/>
                </a:lnTo>
                <a:lnTo>
                  <a:pt x="650367" y="285902"/>
                </a:lnTo>
                <a:lnTo>
                  <a:pt x="653796" y="294132"/>
                </a:lnTo>
                <a:lnTo>
                  <a:pt x="655320" y="306324"/>
                </a:lnTo>
                <a:lnTo>
                  <a:pt x="658368" y="312420"/>
                </a:lnTo>
                <a:lnTo>
                  <a:pt x="667512" y="312420"/>
                </a:lnTo>
                <a:lnTo>
                  <a:pt x="678180" y="301752"/>
                </a:lnTo>
                <a:lnTo>
                  <a:pt x="679704" y="295656"/>
                </a:lnTo>
                <a:lnTo>
                  <a:pt x="679716" y="282282"/>
                </a:lnTo>
                <a:close/>
              </a:path>
              <a:path w="1743710" h="411479">
                <a:moveTo>
                  <a:pt x="845820" y="71628"/>
                </a:moveTo>
                <a:lnTo>
                  <a:pt x="837184" y="62484"/>
                </a:lnTo>
                <a:lnTo>
                  <a:pt x="819912" y="44196"/>
                </a:lnTo>
                <a:lnTo>
                  <a:pt x="801624" y="62484"/>
                </a:lnTo>
                <a:lnTo>
                  <a:pt x="710184" y="62484"/>
                </a:lnTo>
                <a:lnTo>
                  <a:pt x="729996" y="32004"/>
                </a:lnTo>
                <a:lnTo>
                  <a:pt x="745236" y="25908"/>
                </a:lnTo>
                <a:lnTo>
                  <a:pt x="710184" y="1524"/>
                </a:lnTo>
                <a:lnTo>
                  <a:pt x="697801" y="38100"/>
                </a:lnTo>
                <a:lnTo>
                  <a:pt x="675373" y="85534"/>
                </a:lnTo>
                <a:lnTo>
                  <a:pt x="651319" y="120396"/>
                </a:lnTo>
                <a:lnTo>
                  <a:pt x="635508" y="140208"/>
                </a:lnTo>
                <a:lnTo>
                  <a:pt x="643128" y="144780"/>
                </a:lnTo>
                <a:lnTo>
                  <a:pt x="652005" y="136550"/>
                </a:lnTo>
                <a:lnTo>
                  <a:pt x="660463" y="128016"/>
                </a:lnTo>
                <a:lnTo>
                  <a:pt x="667689" y="120472"/>
                </a:lnTo>
                <a:lnTo>
                  <a:pt x="676656" y="111252"/>
                </a:lnTo>
                <a:lnTo>
                  <a:pt x="683526" y="102704"/>
                </a:lnTo>
                <a:lnTo>
                  <a:pt x="690562" y="93154"/>
                </a:lnTo>
                <a:lnTo>
                  <a:pt x="695896" y="85559"/>
                </a:lnTo>
                <a:lnTo>
                  <a:pt x="705612" y="71628"/>
                </a:lnTo>
                <a:lnTo>
                  <a:pt x="745236" y="71628"/>
                </a:lnTo>
                <a:lnTo>
                  <a:pt x="750354" y="79298"/>
                </a:lnTo>
                <a:lnTo>
                  <a:pt x="754570" y="86677"/>
                </a:lnTo>
                <a:lnTo>
                  <a:pt x="757872" y="93713"/>
                </a:lnTo>
                <a:lnTo>
                  <a:pt x="760476" y="100584"/>
                </a:lnTo>
                <a:lnTo>
                  <a:pt x="763612" y="107188"/>
                </a:lnTo>
                <a:lnTo>
                  <a:pt x="766140" y="113258"/>
                </a:lnTo>
                <a:lnTo>
                  <a:pt x="768184" y="119240"/>
                </a:lnTo>
                <a:lnTo>
                  <a:pt x="769620" y="124968"/>
                </a:lnTo>
                <a:lnTo>
                  <a:pt x="771144" y="129540"/>
                </a:lnTo>
                <a:lnTo>
                  <a:pt x="772668" y="131064"/>
                </a:lnTo>
                <a:lnTo>
                  <a:pt x="775716" y="131064"/>
                </a:lnTo>
                <a:lnTo>
                  <a:pt x="778764" y="128016"/>
                </a:lnTo>
                <a:lnTo>
                  <a:pt x="783336" y="121920"/>
                </a:lnTo>
                <a:lnTo>
                  <a:pt x="787908" y="117348"/>
                </a:lnTo>
                <a:lnTo>
                  <a:pt x="790956" y="112776"/>
                </a:lnTo>
                <a:lnTo>
                  <a:pt x="790956" y="106680"/>
                </a:lnTo>
                <a:lnTo>
                  <a:pt x="757428" y="71628"/>
                </a:lnTo>
                <a:lnTo>
                  <a:pt x="845820" y="71628"/>
                </a:lnTo>
                <a:close/>
              </a:path>
              <a:path w="1743710" h="411479">
                <a:moveTo>
                  <a:pt x="854964" y="201168"/>
                </a:moveTo>
                <a:lnTo>
                  <a:pt x="826008" y="169164"/>
                </a:lnTo>
                <a:lnTo>
                  <a:pt x="804672" y="190500"/>
                </a:lnTo>
                <a:lnTo>
                  <a:pt x="766572" y="190500"/>
                </a:lnTo>
                <a:lnTo>
                  <a:pt x="766572" y="164592"/>
                </a:lnTo>
                <a:lnTo>
                  <a:pt x="778764" y="152400"/>
                </a:lnTo>
                <a:lnTo>
                  <a:pt x="742188" y="132588"/>
                </a:lnTo>
                <a:lnTo>
                  <a:pt x="743064" y="145719"/>
                </a:lnTo>
                <a:lnTo>
                  <a:pt x="743521" y="159829"/>
                </a:lnTo>
                <a:lnTo>
                  <a:pt x="743623" y="169164"/>
                </a:lnTo>
                <a:lnTo>
                  <a:pt x="743712" y="190500"/>
                </a:lnTo>
                <a:lnTo>
                  <a:pt x="583692" y="190500"/>
                </a:lnTo>
                <a:lnTo>
                  <a:pt x="598932" y="205740"/>
                </a:lnTo>
                <a:lnTo>
                  <a:pt x="609231" y="203746"/>
                </a:lnTo>
                <a:lnTo>
                  <a:pt x="619696" y="202311"/>
                </a:lnTo>
                <a:lnTo>
                  <a:pt x="630428" y="201460"/>
                </a:lnTo>
                <a:lnTo>
                  <a:pt x="641604" y="201168"/>
                </a:lnTo>
                <a:lnTo>
                  <a:pt x="743712" y="201168"/>
                </a:lnTo>
                <a:lnTo>
                  <a:pt x="743712" y="367284"/>
                </a:lnTo>
                <a:lnTo>
                  <a:pt x="740664" y="371856"/>
                </a:lnTo>
                <a:lnTo>
                  <a:pt x="736092" y="373380"/>
                </a:lnTo>
                <a:lnTo>
                  <a:pt x="729513" y="373075"/>
                </a:lnTo>
                <a:lnTo>
                  <a:pt x="716661" y="372046"/>
                </a:lnTo>
                <a:lnTo>
                  <a:pt x="697509" y="370166"/>
                </a:lnTo>
                <a:lnTo>
                  <a:pt x="672084" y="367284"/>
                </a:lnTo>
                <a:lnTo>
                  <a:pt x="672084" y="374904"/>
                </a:lnTo>
                <a:lnTo>
                  <a:pt x="694410" y="381482"/>
                </a:lnTo>
                <a:lnTo>
                  <a:pt x="711327" y="389763"/>
                </a:lnTo>
                <a:lnTo>
                  <a:pt x="723087" y="399770"/>
                </a:lnTo>
                <a:lnTo>
                  <a:pt x="729996" y="411480"/>
                </a:lnTo>
                <a:lnTo>
                  <a:pt x="738568" y="406933"/>
                </a:lnTo>
                <a:lnTo>
                  <a:pt x="765975" y="374904"/>
                </a:lnTo>
                <a:lnTo>
                  <a:pt x="766572" y="364236"/>
                </a:lnTo>
                <a:lnTo>
                  <a:pt x="766572" y="201168"/>
                </a:lnTo>
                <a:lnTo>
                  <a:pt x="854964" y="201168"/>
                </a:lnTo>
                <a:close/>
              </a:path>
              <a:path w="1743710" h="411479">
                <a:moveTo>
                  <a:pt x="1208519" y="188988"/>
                </a:moveTo>
                <a:lnTo>
                  <a:pt x="1174991" y="155460"/>
                </a:lnTo>
                <a:lnTo>
                  <a:pt x="1152131" y="178320"/>
                </a:lnTo>
                <a:lnTo>
                  <a:pt x="978395" y="178320"/>
                </a:lnTo>
                <a:lnTo>
                  <a:pt x="993635" y="193560"/>
                </a:lnTo>
                <a:lnTo>
                  <a:pt x="1003668" y="191554"/>
                </a:lnTo>
                <a:lnTo>
                  <a:pt x="1013256" y="190131"/>
                </a:lnTo>
                <a:lnTo>
                  <a:pt x="1022578" y="189268"/>
                </a:lnTo>
                <a:lnTo>
                  <a:pt x="1031735" y="188988"/>
                </a:lnTo>
                <a:lnTo>
                  <a:pt x="1208519" y="188988"/>
                </a:lnTo>
                <a:close/>
              </a:path>
              <a:path w="1743710" h="411479">
                <a:moveTo>
                  <a:pt x="1214615" y="257568"/>
                </a:moveTo>
                <a:lnTo>
                  <a:pt x="1208519" y="251472"/>
                </a:lnTo>
                <a:lnTo>
                  <a:pt x="1190231" y="233184"/>
                </a:lnTo>
                <a:lnTo>
                  <a:pt x="1176515" y="248158"/>
                </a:lnTo>
                <a:lnTo>
                  <a:pt x="1176515" y="262140"/>
                </a:lnTo>
                <a:lnTo>
                  <a:pt x="1176515" y="359676"/>
                </a:lnTo>
                <a:lnTo>
                  <a:pt x="1010399" y="359676"/>
                </a:lnTo>
                <a:lnTo>
                  <a:pt x="1010399" y="262140"/>
                </a:lnTo>
                <a:lnTo>
                  <a:pt x="1176515" y="262140"/>
                </a:lnTo>
                <a:lnTo>
                  <a:pt x="1176515" y="248158"/>
                </a:lnTo>
                <a:lnTo>
                  <a:pt x="1173467" y="251472"/>
                </a:lnTo>
                <a:lnTo>
                  <a:pt x="1010399" y="251472"/>
                </a:lnTo>
                <a:lnTo>
                  <a:pt x="982967" y="237756"/>
                </a:lnTo>
                <a:lnTo>
                  <a:pt x="984046" y="257568"/>
                </a:lnTo>
                <a:lnTo>
                  <a:pt x="985062" y="278714"/>
                </a:lnTo>
                <a:lnTo>
                  <a:pt x="985761" y="298831"/>
                </a:lnTo>
                <a:lnTo>
                  <a:pt x="986015" y="318528"/>
                </a:lnTo>
                <a:lnTo>
                  <a:pt x="985761" y="338912"/>
                </a:lnTo>
                <a:lnTo>
                  <a:pt x="985075" y="359676"/>
                </a:lnTo>
                <a:lnTo>
                  <a:pt x="984097" y="380885"/>
                </a:lnTo>
                <a:lnTo>
                  <a:pt x="982967" y="402348"/>
                </a:lnTo>
                <a:lnTo>
                  <a:pt x="1010399" y="391680"/>
                </a:lnTo>
                <a:lnTo>
                  <a:pt x="1010399" y="368820"/>
                </a:lnTo>
                <a:lnTo>
                  <a:pt x="1176515" y="368820"/>
                </a:lnTo>
                <a:lnTo>
                  <a:pt x="1176515" y="399300"/>
                </a:lnTo>
                <a:lnTo>
                  <a:pt x="1202423" y="388632"/>
                </a:lnTo>
                <a:lnTo>
                  <a:pt x="1201661" y="368820"/>
                </a:lnTo>
                <a:lnTo>
                  <a:pt x="1201547" y="365975"/>
                </a:lnTo>
                <a:lnTo>
                  <a:pt x="1201445" y="359676"/>
                </a:lnTo>
                <a:lnTo>
                  <a:pt x="1201102" y="339115"/>
                </a:lnTo>
                <a:lnTo>
                  <a:pt x="1200988" y="318528"/>
                </a:lnTo>
                <a:lnTo>
                  <a:pt x="1200899" y="269760"/>
                </a:lnTo>
                <a:lnTo>
                  <a:pt x="1209471" y="262140"/>
                </a:lnTo>
                <a:lnTo>
                  <a:pt x="1214615" y="257568"/>
                </a:lnTo>
                <a:close/>
              </a:path>
              <a:path w="1743710" h="411479">
                <a:moveTo>
                  <a:pt x="1298435" y="169176"/>
                </a:moveTo>
                <a:lnTo>
                  <a:pt x="1260462" y="158623"/>
                </a:lnTo>
                <a:lnTo>
                  <a:pt x="1197076" y="129527"/>
                </a:lnTo>
                <a:lnTo>
                  <a:pt x="1150543" y="91846"/>
                </a:lnTo>
                <a:lnTo>
                  <a:pt x="1116876" y="53606"/>
                </a:lnTo>
                <a:lnTo>
                  <a:pt x="1104887" y="35064"/>
                </a:lnTo>
                <a:lnTo>
                  <a:pt x="1120127" y="27444"/>
                </a:lnTo>
                <a:lnTo>
                  <a:pt x="1085075" y="3060"/>
                </a:lnTo>
                <a:lnTo>
                  <a:pt x="1069073" y="37922"/>
                </a:lnTo>
                <a:lnTo>
                  <a:pt x="1030211" y="97358"/>
                </a:lnTo>
                <a:lnTo>
                  <a:pt x="982192" y="145072"/>
                </a:lnTo>
                <a:lnTo>
                  <a:pt x="924420" y="186220"/>
                </a:lnTo>
                <a:lnTo>
                  <a:pt x="891527" y="204228"/>
                </a:lnTo>
                <a:lnTo>
                  <a:pt x="893051" y="211848"/>
                </a:lnTo>
                <a:lnTo>
                  <a:pt x="952106" y="185559"/>
                </a:lnTo>
                <a:lnTo>
                  <a:pt x="1004303" y="152412"/>
                </a:lnTo>
                <a:lnTo>
                  <a:pt x="1050975" y="106883"/>
                </a:lnTo>
                <a:lnTo>
                  <a:pt x="1098791" y="44208"/>
                </a:lnTo>
                <a:lnTo>
                  <a:pt x="1106208" y="59016"/>
                </a:lnTo>
                <a:lnTo>
                  <a:pt x="1130731" y="94348"/>
                </a:lnTo>
                <a:lnTo>
                  <a:pt x="1169073" y="135788"/>
                </a:lnTo>
                <a:lnTo>
                  <a:pt x="1225791" y="178168"/>
                </a:lnTo>
                <a:lnTo>
                  <a:pt x="1261859" y="199656"/>
                </a:lnTo>
                <a:lnTo>
                  <a:pt x="1267574" y="190487"/>
                </a:lnTo>
                <a:lnTo>
                  <a:pt x="1275575" y="183464"/>
                </a:lnTo>
                <a:lnTo>
                  <a:pt x="1285862" y="178435"/>
                </a:lnTo>
                <a:lnTo>
                  <a:pt x="1298435" y="175272"/>
                </a:lnTo>
                <a:lnTo>
                  <a:pt x="1298435" y="169176"/>
                </a:lnTo>
                <a:close/>
              </a:path>
              <a:path w="1743710" h="411479">
                <a:moveTo>
                  <a:pt x="1513319" y="341376"/>
                </a:moveTo>
                <a:lnTo>
                  <a:pt x="1485887" y="315468"/>
                </a:lnTo>
                <a:lnTo>
                  <a:pt x="1465884" y="336600"/>
                </a:lnTo>
                <a:lnTo>
                  <a:pt x="1440167" y="358711"/>
                </a:lnTo>
                <a:lnTo>
                  <a:pt x="1408734" y="381698"/>
                </a:lnTo>
                <a:lnTo>
                  <a:pt x="1371587" y="405384"/>
                </a:lnTo>
                <a:lnTo>
                  <a:pt x="1373111" y="411480"/>
                </a:lnTo>
                <a:lnTo>
                  <a:pt x="1398828" y="401218"/>
                </a:lnTo>
                <a:lnTo>
                  <a:pt x="1427975" y="386524"/>
                </a:lnTo>
                <a:lnTo>
                  <a:pt x="1460550" y="367550"/>
                </a:lnTo>
                <a:lnTo>
                  <a:pt x="1496555" y="344424"/>
                </a:lnTo>
                <a:lnTo>
                  <a:pt x="1513319" y="341376"/>
                </a:lnTo>
                <a:close/>
              </a:path>
              <a:path w="1743710" h="411479">
                <a:moveTo>
                  <a:pt x="1696199" y="391668"/>
                </a:moveTo>
                <a:lnTo>
                  <a:pt x="1674088" y="357746"/>
                </a:lnTo>
                <a:lnTo>
                  <a:pt x="1647266" y="345503"/>
                </a:lnTo>
                <a:lnTo>
                  <a:pt x="1581899" y="316992"/>
                </a:lnTo>
                <a:lnTo>
                  <a:pt x="1577327" y="323088"/>
                </a:lnTo>
                <a:lnTo>
                  <a:pt x="1613103" y="347624"/>
                </a:lnTo>
                <a:lnTo>
                  <a:pt x="1640573" y="368427"/>
                </a:lnTo>
                <a:lnTo>
                  <a:pt x="1660055" y="385241"/>
                </a:lnTo>
                <a:lnTo>
                  <a:pt x="1671815" y="397764"/>
                </a:lnTo>
                <a:lnTo>
                  <a:pt x="1679435" y="406908"/>
                </a:lnTo>
                <a:lnTo>
                  <a:pt x="1684007" y="411480"/>
                </a:lnTo>
                <a:lnTo>
                  <a:pt x="1688579" y="411480"/>
                </a:lnTo>
                <a:lnTo>
                  <a:pt x="1693151" y="402336"/>
                </a:lnTo>
                <a:lnTo>
                  <a:pt x="1694675" y="396240"/>
                </a:lnTo>
                <a:lnTo>
                  <a:pt x="1696199" y="391668"/>
                </a:lnTo>
                <a:close/>
              </a:path>
              <a:path w="1743710" h="411479">
                <a:moveTo>
                  <a:pt x="1743443" y="315468"/>
                </a:moveTo>
                <a:lnTo>
                  <a:pt x="1711439" y="280416"/>
                </a:lnTo>
                <a:lnTo>
                  <a:pt x="1685531" y="304800"/>
                </a:lnTo>
                <a:lnTo>
                  <a:pt x="1639811" y="304800"/>
                </a:lnTo>
                <a:lnTo>
                  <a:pt x="1639811" y="164592"/>
                </a:lnTo>
                <a:lnTo>
                  <a:pt x="1639900" y="131000"/>
                </a:lnTo>
                <a:lnTo>
                  <a:pt x="1644891" y="126492"/>
                </a:lnTo>
                <a:lnTo>
                  <a:pt x="1655051" y="117348"/>
                </a:lnTo>
                <a:lnTo>
                  <a:pt x="1652993" y="115824"/>
                </a:lnTo>
                <a:lnTo>
                  <a:pt x="1626095" y="96012"/>
                </a:lnTo>
                <a:lnTo>
                  <a:pt x="1615427" y="113347"/>
                </a:lnTo>
                <a:lnTo>
                  <a:pt x="1615427" y="126492"/>
                </a:lnTo>
                <a:lnTo>
                  <a:pt x="1615427" y="164592"/>
                </a:lnTo>
                <a:lnTo>
                  <a:pt x="1615427" y="304800"/>
                </a:lnTo>
                <a:lnTo>
                  <a:pt x="1459979" y="304800"/>
                </a:lnTo>
                <a:lnTo>
                  <a:pt x="1459979" y="268224"/>
                </a:lnTo>
                <a:lnTo>
                  <a:pt x="1615427" y="268224"/>
                </a:lnTo>
                <a:lnTo>
                  <a:pt x="1615427" y="257556"/>
                </a:lnTo>
                <a:lnTo>
                  <a:pt x="1459979" y="257556"/>
                </a:lnTo>
                <a:lnTo>
                  <a:pt x="1459979" y="220980"/>
                </a:lnTo>
                <a:lnTo>
                  <a:pt x="1615427" y="220980"/>
                </a:lnTo>
                <a:lnTo>
                  <a:pt x="1615427" y="211836"/>
                </a:lnTo>
                <a:lnTo>
                  <a:pt x="1459979" y="211836"/>
                </a:lnTo>
                <a:lnTo>
                  <a:pt x="1459979" y="175260"/>
                </a:lnTo>
                <a:lnTo>
                  <a:pt x="1615427" y="175260"/>
                </a:lnTo>
                <a:lnTo>
                  <a:pt x="1615427" y="164592"/>
                </a:lnTo>
                <a:lnTo>
                  <a:pt x="1459979" y="164592"/>
                </a:lnTo>
                <a:lnTo>
                  <a:pt x="1459979" y="126492"/>
                </a:lnTo>
                <a:lnTo>
                  <a:pt x="1615427" y="126492"/>
                </a:lnTo>
                <a:lnTo>
                  <a:pt x="1615427" y="113347"/>
                </a:lnTo>
                <a:lnTo>
                  <a:pt x="1613903" y="115824"/>
                </a:lnTo>
                <a:lnTo>
                  <a:pt x="1539227" y="115824"/>
                </a:lnTo>
                <a:lnTo>
                  <a:pt x="1545323" y="65532"/>
                </a:lnTo>
                <a:lnTo>
                  <a:pt x="1719059" y="65532"/>
                </a:lnTo>
                <a:lnTo>
                  <a:pt x="1687055" y="30480"/>
                </a:lnTo>
                <a:lnTo>
                  <a:pt x="1664195" y="54864"/>
                </a:lnTo>
                <a:lnTo>
                  <a:pt x="1546847" y="54864"/>
                </a:lnTo>
                <a:lnTo>
                  <a:pt x="1551419" y="22860"/>
                </a:lnTo>
                <a:lnTo>
                  <a:pt x="1563611" y="16764"/>
                </a:lnTo>
                <a:lnTo>
                  <a:pt x="1523987" y="0"/>
                </a:lnTo>
                <a:lnTo>
                  <a:pt x="1523873" y="22860"/>
                </a:lnTo>
                <a:lnTo>
                  <a:pt x="1523796" y="28575"/>
                </a:lnTo>
                <a:lnTo>
                  <a:pt x="1523352" y="42011"/>
                </a:lnTo>
                <a:lnTo>
                  <a:pt x="1522463" y="54864"/>
                </a:lnTo>
                <a:lnTo>
                  <a:pt x="1365491" y="54864"/>
                </a:lnTo>
                <a:lnTo>
                  <a:pt x="1382255" y="70104"/>
                </a:lnTo>
                <a:lnTo>
                  <a:pt x="1391691" y="68110"/>
                </a:lnTo>
                <a:lnTo>
                  <a:pt x="1401686" y="66675"/>
                </a:lnTo>
                <a:lnTo>
                  <a:pt x="1412265" y="65824"/>
                </a:lnTo>
                <a:lnTo>
                  <a:pt x="1423403" y="65532"/>
                </a:lnTo>
                <a:lnTo>
                  <a:pt x="1520939" y="65532"/>
                </a:lnTo>
                <a:lnTo>
                  <a:pt x="1516367" y="115824"/>
                </a:lnTo>
                <a:lnTo>
                  <a:pt x="1459979" y="115824"/>
                </a:lnTo>
                <a:lnTo>
                  <a:pt x="1434071" y="103632"/>
                </a:lnTo>
                <a:lnTo>
                  <a:pt x="1434960" y="131000"/>
                </a:lnTo>
                <a:lnTo>
                  <a:pt x="1435417" y="175260"/>
                </a:lnTo>
                <a:lnTo>
                  <a:pt x="1435519" y="211836"/>
                </a:lnTo>
                <a:lnTo>
                  <a:pt x="1435595" y="304800"/>
                </a:lnTo>
                <a:lnTo>
                  <a:pt x="1339583" y="304800"/>
                </a:lnTo>
                <a:lnTo>
                  <a:pt x="1354823" y="320040"/>
                </a:lnTo>
                <a:lnTo>
                  <a:pt x="1365135" y="318046"/>
                </a:lnTo>
                <a:lnTo>
                  <a:pt x="1375587" y="316611"/>
                </a:lnTo>
                <a:lnTo>
                  <a:pt x="1386332" y="315760"/>
                </a:lnTo>
                <a:lnTo>
                  <a:pt x="1397495" y="315468"/>
                </a:lnTo>
                <a:lnTo>
                  <a:pt x="1485887" y="315468"/>
                </a:lnTo>
                <a:lnTo>
                  <a:pt x="1743443" y="31546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" name="object 36"/>
          <p:cNvSpPr/>
          <p:nvPr/>
        </p:nvSpPr>
        <p:spPr>
          <a:xfrm>
            <a:off x="6205727" y="4841747"/>
            <a:ext cx="393700" cy="410209"/>
          </a:xfrm>
          <a:custGeom>
            <a:avLst/>
            <a:gdLst/>
            <a:ahLst/>
            <a:cxnLst/>
            <a:rect l="l" t="t" r="r" b="b"/>
            <a:pathLst>
              <a:path w="393700" h="410210">
                <a:moveTo>
                  <a:pt x="205740" y="77724"/>
                </a:moveTo>
                <a:lnTo>
                  <a:pt x="199644" y="77724"/>
                </a:lnTo>
                <a:lnTo>
                  <a:pt x="196596" y="71628"/>
                </a:lnTo>
                <a:lnTo>
                  <a:pt x="193548" y="59436"/>
                </a:lnTo>
                <a:lnTo>
                  <a:pt x="188999" y="46339"/>
                </a:lnTo>
                <a:lnTo>
                  <a:pt x="182308" y="32385"/>
                </a:lnTo>
                <a:lnTo>
                  <a:pt x="173616" y="17859"/>
                </a:lnTo>
                <a:lnTo>
                  <a:pt x="163068" y="3048"/>
                </a:lnTo>
                <a:lnTo>
                  <a:pt x="167640" y="0"/>
                </a:lnTo>
                <a:lnTo>
                  <a:pt x="201715" y="17145"/>
                </a:lnTo>
                <a:lnTo>
                  <a:pt x="224028" y="45720"/>
                </a:lnTo>
                <a:lnTo>
                  <a:pt x="224028" y="53340"/>
                </a:lnTo>
                <a:lnTo>
                  <a:pt x="220980" y="59436"/>
                </a:lnTo>
                <a:lnTo>
                  <a:pt x="216408" y="67056"/>
                </a:lnTo>
                <a:lnTo>
                  <a:pt x="210312" y="74676"/>
                </a:lnTo>
                <a:lnTo>
                  <a:pt x="205740" y="77724"/>
                </a:lnTo>
                <a:close/>
              </a:path>
              <a:path w="393700" h="410210">
                <a:moveTo>
                  <a:pt x="25908" y="150876"/>
                </a:moveTo>
                <a:lnTo>
                  <a:pt x="15240" y="149352"/>
                </a:lnTo>
                <a:lnTo>
                  <a:pt x="9144" y="146304"/>
                </a:lnTo>
                <a:lnTo>
                  <a:pt x="9144" y="138684"/>
                </a:lnTo>
                <a:lnTo>
                  <a:pt x="13716" y="132588"/>
                </a:lnTo>
                <a:lnTo>
                  <a:pt x="19812" y="124968"/>
                </a:lnTo>
                <a:lnTo>
                  <a:pt x="28979" y="111561"/>
                </a:lnTo>
                <a:lnTo>
                  <a:pt x="36004" y="96583"/>
                </a:lnTo>
                <a:lnTo>
                  <a:pt x="41028" y="80176"/>
                </a:lnTo>
                <a:lnTo>
                  <a:pt x="44196" y="62484"/>
                </a:lnTo>
                <a:lnTo>
                  <a:pt x="51816" y="62484"/>
                </a:lnTo>
                <a:lnTo>
                  <a:pt x="53340" y="82296"/>
                </a:lnTo>
                <a:lnTo>
                  <a:pt x="375025" y="82296"/>
                </a:lnTo>
                <a:lnTo>
                  <a:pt x="383987" y="92964"/>
                </a:lnTo>
                <a:lnTo>
                  <a:pt x="53340" y="92964"/>
                </a:lnTo>
                <a:lnTo>
                  <a:pt x="54149" y="106084"/>
                </a:lnTo>
                <a:lnTo>
                  <a:pt x="54102" y="117919"/>
                </a:lnTo>
                <a:lnTo>
                  <a:pt x="33575" y="150661"/>
                </a:lnTo>
                <a:lnTo>
                  <a:pt x="25908" y="150876"/>
                </a:lnTo>
                <a:close/>
              </a:path>
              <a:path w="393700" h="410210">
                <a:moveTo>
                  <a:pt x="375025" y="82296"/>
                </a:moveTo>
                <a:lnTo>
                  <a:pt x="339852" y="82296"/>
                </a:lnTo>
                <a:lnTo>
                  <a:pt x="359664" y="64008"/>
                </a:lnTo>
                <a:lnTo>
                  <a:pt x="375025" y="82296"/>
                </a:lnTo>
                <a:close/>
              </a:path>
              <a:path w="393700" h="410210">
                <a:moveTo>
                  <a:pt x="323088" y="144780"/>
                </a:moveTo>
                <a:lnTo>
                  <a:pt x="316992" y="141732"/>
                </a:lnTo>
                <a:lnTo>
                  <a:pt x="342900" y="92964"/>
                </a:lnTo>
                <a:lnTo>
                  <a:pt x="383987" y="92964"/>
                </a:lnTo>
                <a:lnTo>
                  <a:pt x="391668" y="102108"/>
                </a:lnTo>
                <a:lnTo>
                  <a:pt x="376237" y="103846"/>
                </a:lnTo>
                <a:lnTo>
                  <a:pt x="359664" y="111442"/>
                </a:lnTo>
                <a:lnTo>
                  <a:pt x="341947" y="125039"/>
                </a:lnTo>
                <a:lnTo>
                  <a:pt x="323088" y="144780"/>
                </a:lnTo>
                <a:close/>
              </a:path>
              <a:path w="393700" h="410210">
                <a:moveTo>
                  <a:pt x="224028" y="263652"/>
                </a:moveTo>
                <a:lnTo>
                  <a:pt x="195072" y="263652"/>
                </a:lnTo>
                <a:lnTo>
                  <a:pt x="198453" y="246173"/>
                </a:lnTo>
                <a:lnTo>
                  <a:pt x="201570" y="227671"/>
                </a:lnTo>
                <a:lnTo>
                  <a:pt x="204073" y="208359"/>
                </a:lnTo>
                <a:lnTo>
                  <a:pt x="205769" y="187142"/>
                </a:lnTo>
                <a:lnTo>
                  <a:pt x="207740" y="166282"/>
                </a:lnTo>
                <a:lnTo>
                  <a:pt x="209169" y="146113"/>
                </a:lnTo>
                <a:lnTo>
                  <a:pt x="210026" y="126801"/>
                </a:lnTo>
                <a:lnTo>
                  <a:pt x="210312" y="108204"/>
                </a:lnTo>
                <a:lnTo>
                  <a:pt x="252984" y="129540"/>
                </a:lnTo>
                <a:lnTo>
                  <a:pt x="239268" y="141732"/>
                </a:lnTo>
                <a:lnTo>
                  <a:pt x="235600" y="173426"/>
                </a:lnTo>
                <a:lnTo>
                  <a:pt x="231073" y="208788"/>
                </a:lnTo>
                <a:lnTo>
                  <a:pt x="227674" y="234696"/>
                </a:lnTo>
                <a:lnTo>
                  <a:pt x="224028" y="263652"/>
                </a:lnTo>
                <a:close/>
              </a:path>
              <a:path w="393700" h="410210">
                <a:moveTo>
                  <a:pt x="156972" y="188976"/>
                </a:moveTo>
                <a:lnTo>
                  <a:pt x="150876" y="188976"/>
                </a:lnTo>
                <a:lnTo>
                  <a:pt x="146304" y="182880"/>
                </a:lnTo>
                <a:lnTo>
                  <a:pt x="141732" y="170688"/>
                </a:lnTo>
                <a:lnTo>
                  <a:pt x="134921" y="158091"/>
                </a:lnTo>
                <a:lnTo>
                  <a:pt x="126111" y="145351"/>
                </a:lnTo>
                <a:lnTo>
                  <a:pt x="115585" y="132326"/>
                </a:lnTo>
                <a:lnTo>
                  <a:pt x="103632" y="118872"/>
                </a:lnTo>
                <a:lnTo>
                  <a:pt x="106680" y="114300"/>
                </a:lnTo>
                <a:lnTo>
                  <a:pt x="152542" y="134445"/>
                </a:lnTo>
                <a:lnTo>
                  <a:pt x="167640" y="153924"/>
                </a:lnTo>
                <a:lnTo>
                  <a:pt x="167640" y="164592"/>
                </a:lnTo>
                <a:lnTo>
                  <a:pt x="166116" y="170688"/>
                </a:lnTo>
                <a:lnTo>
                  <a:pt x="163068" y="178308"/>
                </a:lnTo>
                <a:lnTo>
                  <a:pt x="158496" y="185928"/>
                </a:lnTo>
                <a:lnTo>
                  <a:pt x="156972" y="188976"/>
                </a:lnTo>
                <a:close/>
              </a:path>
              <a:path w="393700" h="410210">
                <a:moveTo>
                  <a:pt x="114300" y="257556"/>
                </a:moveTo>
                <a:lnTo>
                  <a:pt x="108204" y="257556"/>
                </a:lnTo>
                <a:lnTo>
                  <a:pt x="105156" y="252984"/>
                </a:lnTo>
                <a:lnTo>
                  <a:pt x="100584" y="240792"/>
                </a:lnTo>
                <a:lnTo>
                  <a:pt x="92821" y="227671"/>
                </a:lnTo>
                <a:lnTo>
                  <a:pt x="83058" y="213550"/>
                </a:lnTo>
                <a:lnTo>
                  <a:pt x="71008" y="198572"/>
                </a:lnTo>
                <a:lnTo>
                  <a:pt x="56388" y="182880"/>
                </a:lnTo>
                <a:lnTo>
                  <a:pt x="59436" y="178308"/>
                </a:lnTo>
                <a:lnTo>
                  <a:pt x="98679" y="195262"/>
                </a:lnTo>
                <a:lnTo>
                  <a:pt x="126492" y="222504"/>
                </a:lnTo>
                <a:lnTo>
                  <a:pt x="126492" y="234696"/>
                </a:lnTo>
                <a:lnTo>
                  <a:pt x="124968" y="240792"/>
                </a:lnTo>
                <a:lnTo>
                  <a:pt x="120396" y="248412"/>
                </a:lnTo>
                <a:lnTo>
                  <a:pt x="117348" y="254508"/>
                </a:lnTo>
                <a:lnTo>
                  <a:pt x="114300" y="257556"/>
                </a:lnTo>
                <a:close/>
              </a:path>
              <a:path w="393700" h="410210">
                <a:moveTo>
                  <a:pt x="15240" y="278892"/>
                </a:moveTo>
                <a:lnTo>
                  <a:pt x="0" y="263652"/>
                </a:lnTo>
                <a:lnTo>
                  <a:pt x="330708" y="263652"/>
                </a:lnTo>
                <a:lnTo>
                  <a:pt x="356616" y="237744"/>
                </a:lnTo>
                <a:lnTo>
                  <a:pt x="393192" y="274319"/>
                </a:lnTo>
                <a:lnTo>
                  <a:pt x="56388" y="274319"/>
                </a:lnTo>
                <a:lnTo>
                  <a:pt x="45243" y="274605"/>
                </a:lnTo>
                <a:lnTo>
                  <a:pt x="34671" y="275463"/>
                </a:lnTo>
                <a:lnTo>
                  <a:pt x="24669" y="276891"/>
                </a:lnTo>
                <a:lnTo>
                  <a:pt x="15240" y="278892"/>
                </a:lnTo>
                <a:close/>
              </a:path>
              <a:path w="393700" h="410210">
                <a:moveTo>
                  <a:pt x="1524" y="409956"/>
                </a:moveTo>
                <a:lnTo>
                  <a:pt x="1524" y="402336"/>
                </a:lnTo>
                <a:lnTo>
                  <a:pt x="36671" y="394596"/>
                </a:lnTo>
                <a:lnTo>
                  <a:pt x="68961" y="385000"/>
                </a:lnTo>
                <a:lnTo>
                  <a:pt x="124968" y="359664"/>
                </a:lnTo>
                <a:lnTo>
                  <a:pt x="167259" y="323278"/>
                </a:lnTo>
                <a:lnTo>
                  <a:pt x="193548" y="274319"/>
                </a:lnTo>
                <a:lnTo>
                  <a:pt x="219456" y="274319"/>
                </a:lnTo>
                <a:lnTo>
                  <a:pt x="217170" y="282035"/>
                </a:lnTo>
                <a:lnTo>
                  <a:pt x="214884" y="289179"/>
                </a:lnTo>
                <a:lnTo>
                  <a:pt x="212598" y="295751"/>
                </a:lnTo>
                <a:lnTo>
                  <a:pt x="210312" y="301752"/>
                </a:lnTo>
                <a:lnTo>
                  <a:pt x="239921" y="310895"/>
                </a:lnTo>
                <a:lnTo>
                  <a:pt x="205740" y="310895"/>
                </a:lnTo>
                <a:lnTo>
                  <a:pt x="192357" y="331208"/>
                </a:lnTo>
                <a:lnTo>
                  <a:pt x="175260" y="348805"/>
                </a:lnTo>
                <a:lnTo>
                  <a:pt x="131064" y="376428"/>
                </a:lnTo>
                <a:lnTo>
                  <a:pt x="73723" y="396049"/>
                </a:lnTo>
                <a:lnTo>
                  <a:pt x="39552" y="403645"/>
                </a:lnTo>
                <a:lnTo>
                  <a:pt x="1524" y="409956"/>
                </a:lnTo>
                <a:close/>
              </a:path>
              <a:path w="393700" h="410210">
                <a:moveTo>
                  <a:pt x="352044" y="403860"/>
                </a:moveTo>
                <a:lnTo>
                  <a:pt x="347472" y="403860"/>
                </a:lnTo>
                <a:lnTo>
                  <a:pt x="343471" y="402740"/>
                </a:lnTo>
                <a:lnTo>
                  <a:pt x="338328" y="399478"/>
                </a:lnTo>
                <a:lnTo>
                  <a:pt x="332041" y="394215"/>
                </a:lnTo>
                <a:lnTo>
                  <a:pt x="324532" y="387024"/>
                </a:lnTo>
                <a:lnTo>
                  <a:pt x="305181" y="369617"/>
                </a:lnTo>
                <a:lnTo>
                  <a:pt x="278770" y="351210"/>
                </a:lnTo>
                <a:lnTo>
                  <a:pt x="245745" y="331803"/>
                </a:lnTo>
                <a:lnTo>
                  <a:pt x="205740" y="310895"/>
                </a:lnTo>
                <a:lnTo>
                  <a:pt x="239921" y="310895"/>
                </a:lnTo>
                <a:lnTo>
                  <a:pt x="281178" y="324612"/>
                </a:lnTo>
                <a:lnTo>
                  <a:pt x="324612" y="342900"/>
                </a:lnTo>
                <a:lnTo>
                  <a:pt x="353329" y="370117"/>
                </a:lnTo>
                <a:lnTo>
                  <a:pt x="355092" y="381000"/>
                </a:lnTo>
                <a:lnTo>
                  <a:pt x="353568" y="396240"/>
                </a:lnTo>
                <a:lnTo>
                  <a:pt x="352044" y="40386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pic>
        <p:nvPicPr>
          <p:cNvPr id="37" name="object 37"/>
          <p:cNvPicPr/>
          <p:nvPr/>
        </p:nvPicPr>
        <p:blipFill>
          <a:blip r:embed="rId5" cstate="print"/>
          <a:stretch>
            <a:fillRect/>
          </a:stretch>
        </p:blipFill>
        <p:spPr>
          <a:xfrm>
            <a:off x="6676644" y="5105494"/>
            <a:ext cx="68580" cy="118776"/>
          </a:xfrm>
          <a:prstGeom prst="rect">
            <a:avLst/>
          </a:prstGeom>
        </p:spPr>
      </p:pic>
      <p:sp>
        <p:nvSpPr>
          <p:cNvPr id="38" name="object 38"/>
          <p:cNvSpPr/>
          <p:nvPr/>
        </p:nvSpPr>
        <p:spPr>
          <a:xfrm>
            <a:off x="7086600" y="4858511"/>
            <a:ext cx="848994" cy="387350"/>
          </a:xfrm>
          <a:custGeom>
            <a:avLst/>
            <a:gdLst/>
            <a:ahLst/>
            <a:cxnLst/>
            <a:rect l="l" t="t" r="r" b="b"/>
            <a:pathLst>
              <a:path w="848995" h="387350">
                <a:moveTo>
                  <a:pt x="402336" y="36576"/>
                </a:moveTo>
                <a:lnTo>
                  <a:pt x="367284" y="1524"/>
                </a:lnTo>
                <a:lnTo>
                  <a:pt x="339852" y="25908"/>
                </a:lnTo>
                <a:lnTo>
                  <a:pt x="0" y="25908"/>
                </a:lnTo>
                <a:lnTo>
                  <a:pt x="15240" y="41148"/>
                </a:lnTo>
                <a:lnTo>
                  <a:pt x="24663" y="39154"/>
                </a:lnTo>
                <a:lnTo>
                  <a:pt x="34658" y="37719"/>
                </a:lnTo>
                <a:lnTo>
                  <a:pt x="45237" y="36868"/>
                </a:lnTo>
                <a:lnTo>
                  <a:pt x="56388" y="36576"/>
                </a:lnTo>
                <a:lnTo>
                  <a:pt x="184404" y="36576"/>
                </a:lnTo>
                <a:lnTo>
                  <a:pt x="161544" y="115824"/>
                </a:lnTo>
                <a:lnTo>
                  <a:pt x="74676" y="115824"/>
                </a:lnTo>
                <a:lnTo>
                  <a:pt x="48768" y="100584"/>
                </a:lnTo>
                <a:lnTo>
                  <a:pt x="50050" y="180098"/>
                </a:lnTo>
                <a:lnTo>
                  <a:pt x="50292" y="220980"/>
                </a:lnTo>
                <a:lnTo>
                  <a:pt x="50050" y="264439"/>
                </a:lnTo>
                <a:lnTo>
                  <a:pt x="48996" y="345071"/>
                </a:lnTo>
                <a:lnTo>
                  <a:pt x="48768" y="382524"/>
                </a:lnTo>
                <a:lnTo>
                  <a:pt x="74676" y="364236"/>
                </a:lnTo>
                <a:lnTo>
                  <a:pt x="74676" y="126492"/>
                </a:lnTo>
                <a:lnTo>
                  <a:pt x="141732" y="126492"/>
                </a:lnTo>
                <a:lnTo>
                  <a:pt x="141732" y="362712"/>
                </a:lnTo>
                <a:lnTo>
                  <a:pt x="164592" y="352044"/>
                </a:lnTo>
                <a:lnTo>
                  <a:pt x="164592" y="126492"/>
                </a:lnTo>
                <a:lnTo>
                  <a:pt x="233172" y="126492"/>
                </a:lnTo>
                <a:lnTo>
                  <a:pt x="233172" y="359664"/>
                </a:lnTo>
                <a:lnTo>
                  <a:pt x="254508" y="350520"/>
                </a:lnTo>
                <a:lnTo>
                  <a:pt x="254508" y="126492"/>
                </a:lnTo>
                <a:lnTo>
                  <a:pt x="329184" y="126492"/>
                </a:lnTo>
                <a:lnTo>
                  <a:pt x="329184" y="339852"/>
                </a:lnTo>
                <a:lnTo>
                  <a:pt x="327660" y="345948"/>
                </a:lnTo>
                <a:lnTo>
                  <a:pt x="323088" y="347472"/>
                </a:lnTo>
                <a:lnTo>
                  <a:pt x="317055" y="348932"/>
                </a:lnTo>
                <a:lnTo>
                  <a:pt x="305752" y="348805"/>
                </a:lnTo>
                <a:lnTo>
                  <a:pt x="289001" y="347268"/>
                </a:lnTo>
                <a:lnTo>
                  <a:pt x="266700" y="344424"/>
                </a:lnTo>
                <a:lnTo>
                  <a:pt x="266700" y="350520"/>
                </a:lnTo>
                <a:lnTo>
                  <a:pt x="286131" y="357949"/>
                </a:lnTo>
                <a:lnTo>
                  <a:pt x="300990" y="366522"/>
                </a:lnTo>
                <a:lnTo>
                  <a:pt x="311277" y="376237"/>
                </a:lnTo>
                <a:lnTo>
                  <a:pt x="316992" y="387096"/>
                </a:lnTo>
                <a:lnTo>
                  <a:pt x="327533" y="382320"/>
                </a:lnTo>
                <a:lnTo>
                  <a:pt x="353250" y="348030"/>
                </a:lnTo>
                <a:lnTo>
                  <a:pt x="353568" y="338328"/>
                </a:lnTo>
                <a:lnTo>
                  <a:pt x="353568" y="137160"/>
                </a:lnTo>
                <a:lnTo>
                  <a:pt x="373380" y="124968"/>
                </a:lnTo>
                <a:lnTo>
                  <a:pt x="341376" y="99060"/>
                </a:lnTo>
                <a:lnTo>
                  <a:pt x="327660" y="115824"/>
                </a:lnTo>
                <a:lnTo>
                  <a:pt x="169164" y="115824"/>
                </a:lnTo>
                <a:lnTo>
                  <a:pt x="186042" y="87591"/>
                </a:lnTo>
                <a:lnTo>
                  <a:pt x="200215" y="64770"/>
                </a:lnTo>
                <a:lnTo>
                  <a:pt x="211810" y="47675"/>
                </a:lnTo>
                <a:lnTo>
                  <a:pt x="220980" y="36576"/>
                </a:lnTo>
                <a:lnTo>
                  <a:pt x="402336" y="36576"/>
                </a:lnTo>
                <a:close/>
              </a:path>
              <a:path w="848995" h="387350">
                <a:moveTo>
                  <a:pt x="848855" y="364236"/>
                </a:moveTo>
                <a:lnTo>
                  <a:pt x="809231" y="324612"/>
                </a:lnTo>
                <a:lnTo>
                  <a:pt x="780275" y="355092"/>
                </a:lnTo>
                <a:lnTo>
                  <a:pt x="754367" y="355092"/>
                </a:lnTo>
                <a:lnTo>
                  <a:pt x="754367" y="35052"/>
                </a:lnTo>
                <a:lnTo>
                  <a:pt x="761225" y="28956"/>
                </a:lnTo>
                <a:lnTo>
                  <a:pt x="768083" y="22860"/>
                </a:lnTo>
                <a:lnTo>
                  <a:pt x="761682" y="18288"/>
                </a:lnTo>
                <a:lnTo>
                  <a:pt x="736079" y="0"/>
                </a:lnTo>
                <a:lnTo>
                  <a:pt x="728459" y="11430"/>
                </a:lnTo>
                <a:lnTo>
                  <a:pt x="728459" y="28956"/>
                </a:lnTo>
                <a:lnTo>
                  <a:pt x="728459" y="128016"/>
                </a:lnTo>
                <a:lnTo>
                  <a:pt x="728459" y="138684"/>
                </a:lnTo>
                <a:lnTo>
                  <a:pt x="728459" y="237744"/>
                </a:lnTo>
                <a:lnTo>
                  <a:pt x="728459" y="248412"/>
                </a:lnTo>
                <a:lnTo>
                  <a:pt x="728459" y="355092"/>
                </a:lnTo>
                <a:lnTo>
                  <a:pt x="571487" y="355092"/>
                </a:lnTo>
                <a:lnTo>
                  <a:pt x="571487" y="248412"/>
                </a:lnTo>
                <a:lnTo>
                  <a:pt x="728459" y="248412"/>
                </a:lnTo>
                <a:lnTo>
                  <a:pt x="728459" y="237744"/>
                </a:lnTo>
                <a:lnTo>
                  <a:pt x="571487" y="237744"/>
                </a:lnTo>
                <a:lnTo>
                  <a:pt x="571487" y="138684"/>
                </a:lnTo>
                <a:lnTo>
                  <a:pt x="728459" y="138684"/>
                </a:lnTo>
                <a:lnTo>
                  <a:pt x="728459" y="128016"/>
                </a:lnTo>
                <a:lnTo>
                  <a:pt x="571487" y="128016"/>
                </a:lnTo>
                <a:lnTo>
                  <a:pt x="571487" y="28956"/>
                </a:lnTo>
                <a:lnTo>
                  <a:pt x="728459" y="28956"/>
                </a:lnTo>
                <a:lnTo>
                  <a:pt x="728459" y="11430"/>
                </a:lnTo>
                <a:lnTo>
                  <a:pt x="723887" y="18288"/>
                </a:lnTo>
                <a:lnTo>
                  <a:pt x="571487" y="18288"/>
                </a:lnTo>
                <a:lnTo>
                  <a:pt x="544055" y="1524"/>
                </a:lnTo>
                <a:lnTo>
                  <a:pt x="544258" y="18288"/>
                </a:lnTo>
                <a:lnTo>
                  <a:pt x="544347" y="22860"/>
                </a:lnTo>
                <a:lnTo>
                  <a:pt x="544817" y="38862"/>
                </a:lnTo>
                <a:lnTo>
                  <a:pt x="545350" y="54254"/>
                </a:lnTo>
                <a:lnTo>
                  <a:pt x="545579" y="67056"/>
                </a:lnTo>
                <a:lnTo>
                  <a:pt x="545579" y="355092"/>
                </a:lnTo>
                <a:lnTo>
                  <a:pt x="441947" y="355092"/>
                </a:lnTo>
                <a:lnTo>
                  <a:pt x="458711" y="370332"/>
                </a:lnTo>
                <a:lnTo>
                  <a:pt x="468147" y="368096"/>
                </a:lnTo>
                <a:lnTo>
                  <a:pt x="478142" y="366141"/>
                </a:lnTo>
                <a:lnTo>
                  <a:pt x="488721" y="364769"/>
                </a:lnTo>
                <a:lnTo>
                  <a:pt x="499859" y="364236"/>
                </a:lnTo>
                <a:lnTo>
                  <a:pt x="848855" y="36423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" name="object 39"/>
          <p:cNvSpPr/>
          <p:nvPr/>
        </p:nvSpPr>
        <p:spPr>
          <a:xfrm>
            <a:off x="7982711" y="4846319"/>
            <a:ext cx="393700" cy="382905"/>
          </a:xfrm>
          <a:custGeom>
            <a:avLst/>
            <a:gdLst/>
            <a:ahLst/>
            <a:cxnLst/>
            <a:rect l="l" t="t" r="r" b="b"/>
            <a:pathLst>
              <a:path w="393700" h="382904">
                <a:moveTo>
                  <a:pt x="350520" y="382523"/>
                </a:moveTo>
                <a:lnTo>
                  <a:pt x="111251" y="382523"/>
                </a:lnTo>
                <a:lnTo>
                  <a:pt x="94368" y="380261"/>
                </a:lnTo>
                <a:lnTo>
                  <a:pt x="82486" y="373570"/>
                </a:lnTo>
                <a:lnTo>
                  <a:pt x="75461" y="362592"/>
                </a:lnTo>
                <a:lnTo>
                  <a:pt x="73151" y="347471"/>
                </a:lnTo>
                <a:lnTo>
                  <a:pt x="73151" y="182879"/>
                </a:lnTo>
                <a:lnTo>
                  <a:pt x="32003" y="196595"/>
                </a:lnTo>
                <a:lnTo>
                  <a:pt x="19811" y="205740"/>
                </a:lnTo>
                <a:lnTo>
                  <a:pt x="0" y="195071"/>
                </a:lnTo>
                <a:lnTo>
                  <a:pt x="73151" y="170687"/>
                </a:lnTo>
                <a:lnTo>
                  <a:pt x="72961" y="103250"/>
                </a:lnTo>
                <a:lnTo>
                  <a:pt x="72509" y="75533"/>
                </a:lnTo>
                <a:lnTo>
                  <a:pt x="71627" y="51815"/>
                </a:lnTo>
                <a:lnTo>
                  <a:pt x="111251" y="71627"/>
                </a:lnTo>
                <a:lnTo>
                  <a:pt x="97535" y="82295"/>
                </a:lnTo>
                <a:lnTo>
                  <a:pt x="97535" y="163067"/>
                </a:lnTo>
                <a:lnTo>
                  <a:pt x="184403" y="134111"/>
                </a:lnTo>
                <a:lnTo>
                  <a:pt x="184213" y="49911"/>
                </a:lnTo>
                <a:lnTo>
                  <a:pt x="183761" y="20526"/>
                </a:lnTo>
                <a:lnTo>
                  <a:pt x="182879" y="0"/>
                </a:lnTo>
                <a:lnTo>
                  <a:pt x="222503" y="16763"/>
                </a:lnTo>
                <a:lnTo>
                  <a:pt x="208787" y="28955"/>
                </a:lnTo>
                <a:lnTo>
                  <a:pt x="208787" y="126491"/>
                </a:lnTo>
                <a:lnTo>
                  <a:pt x="310895" y="88391"/>
                </a:lnTo>
                <a:lnTo>
                  <a:pt x="321563" y="65531"/>
                </a:lnTo>
                <a:lnTo>
                  <a:pt x="353568" y="85343"/>
                </a:lnTo>
                <a:lnTo>
                  <a:pt x="339851" y="99059"/>
                </a:lnTo>
                <a:lnTo>
                  <a:pt x="337518" y="142494"/>
                </a:lnTo>
                <a:lnTo>
                  <a:pt x="334899" y="179069"/>
                </a:lnTo>
                <a:lnTo>
                  <a:pt x="327659" y="231647"/>
                </a:lnTo>
                <a:lnTo>
                  <a:pt x="295513" y="273867"/>
                </a:lnTo>
                <a:lnTo>
                  <a:pt x="275844" y="280416"/>
                </a:lnTo>
                <a:lnTo>
                  <a:pt x="273843" y="269795"/>
                </a:lnTo>
                <a:lnTo>
                  <a:pt x="265557" y="260603"/>
                </a:lnTo>
                <a:lnTo>
                  <a:pt x="250983" y="252555"/>
                </a:lnTo>
                <a:lnTo>
                  <a:pt x="230123" y="245363"/>
                </a:lnTo>
                <a:lnTo>
                  <a:pt x="230123" y="237744"/>
                </a:lnTo>
                <a:lnTo>
                  <a:pt x="269771" y="240744"/>
                </a:lnTo>
                <a:lnTo>
                  <a:pt x="305180" y="217812"/>
                </a:lnTo>
                <a:lnTo>
                  <a:pt x="312038" y="153185"/>
                </a:lnTo>
                <a:lnTo>
                  <a:pt x="315468" y="100583"/>
                </a:lnTo>
                <a:lnTo>
                  <a:pt x="208787" y="138683"/>
                </a:lnTo>
                <a:lnTo>
                  <a:pt x="208811" y="268747"/>
                </a:lnTo>
                <a:lnTo>
                  <a:pt x="208978" y="279653"/>
                </a:lnTo>
                <a:lnTo>
                  <a:pt x="209430" y="290560"/>
                </a:lnTo>
                <a:lnTo>
                  <a:pt x="210311" y="301752"/>
                </a:lnTo>
                <a:lnTo>
                  <a:pt x="182879" y="315467"/>
                </a:lnTo>
                <a:lnTo>
                  <a:pt x="183761" y="300918"/>
                </a:lnTo>
                <a:lnTo>
                  <a:pt x="184213" y="287083"/>
                </a:lnTo>
                <a:lnTo>
                  <a:pt x="184403" y="262127"/>
                </a:lnTo>
                <a:lnTo>
                  <a:pt x="184403" y="146303"/>
                </a:lnTo>
                <a:lnTo>
                  <a:pt x="97535" y="175259"/>
                </a:lnTo>
                <a:lnTo>
                  <a:pt x="97535" y="333756"/>
                </a:lnTo>
                <a:lnTo>
                  <a:pt x="98631" y="346614"/>
                </a:lnTo>
                <a:lnTo>
                  <a:pt x="104012" y="355473"/>
                </a:lnTo>
                <a:lnTo>
                  <a:pt x="113395" y="360330"/>
                </a:lnTo>
                <a:lnTo>
                  <a:pt x="126491" y="361188"/>
                </a:lnTo>
                <a:lnTo>
                  <a:pt x="339851" y="361188"/>
                </a:lnTo>
                <a:lnTo>
                  <a:pt x="355473" y="320420"/>
                </a:lnTo>
                <a:lnTo>
                  <a:pt x="359663" y="268223"/>
                </a:lnTo>
                <a:lnTo>
                  <a:pt x="368808" y="268223"/>
                </a:lnTo>
                <a:lnTo>
                  <a:pt x="369760" y="310324"/>
                </a:lnTo>
                <a:lnTo>
                  <a:pt x="379094" y="348234"/>
                </a:lnTo>
                <a:lnTo>
                  <a:pt x="393191" y="356616"/>
                </a:lnTo>
                <a:lnTo>
                  <a:pt x="385452" y="367736"/>
                </a:lnTo>
                <a:lnTo>
                  <a:pt x="375856" y="375856"/>
                </a:lnTo>
                <a:lnTo>
                  <a:pt x="364259" y="380833"/>
                </a:lnTo>
                <a:lnTo>
                  <a:pt x="350520" y="38252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" name="object 40"/>
          <p:cNvSpPr/>
          <p:nvPr/>
        </p:nvSpPr>
        <p:spPr>
          <a:xfrm>
            <a:off x="8436851" y="4841747"/>
            <a:ext cx="1287780" cy="410209"/>
          </a:xfrm>
          <a:custGeom>
            <a:avLst/>
            <a:gdLst/>
            <a:ahLst/>
            <a:cxnLst/>
            <a:rect l="l" t="t" r="r" b="b"/>
            <a:pathLst>
              <a:path w="1287779" h="410210">
                <a:moveTo>
                  <a:pt x="176784" y="169176"/>
                </a:moveTo>
                <a:lnTo>
                  <a:pt x="171602" y="164604"/>
                </a:lnTo>
                <a:lnTo>
                  <a:pt x="150876" y="146316"/>
                </a:lnTo>
                <a:lnTo>
                  <a:pt x="140208" y="160540"/>
                </a:lnTo>
                <a:lnTo>
                  <a:pt x="140208" y="175272"/>
                </a:lnTo>
                <a:lnTo>
                  <a:pt x="140208" y="217944"/>
                </a:lnTo>
                <a:lnTo>
                  <a:pt x="140208" y="228612"/>
                </a:lnTo>
                <a:lnTo>
                  <a:pt x="140208" y="278904"/>
                </a:lnTo>
                <a:lnTo>
                  <a:pt x="48768" y="278904"/>
                </a:lnTo>
                <a:lnTo>
                  <a:pt x="48768" y="228612"/>
                </a:lnTo>
                <a:lnTo>
                  <a:pt x="140208" y="228612"/>
                </a:lnTo>
                <a:lnTo>
                  <a:pt x="140208" y="217944"/>
                </a:lnTo>
                <a:lnTo>
                  <a:pt x="48768" y="217944"/>
                </a:lnTo>
                <a:lnTo>
                  <a:pt x="48768" y="175272"/>
                </a:lnTo>
                <a:lnTo>
                  <a:pt x="140208" y="175272"/>
                </a:lnTo>
                <a:lnTo>
                  <a:pt x="140208" y="160540"/>
                </a:lnTo>
                <a:lnTo>
                  <a:pt x="137160" y="164604"/>
                </a:lnTo>
                <a:lnTo>
                  <a:pt x="48768" y="164604"/>
                </a:lnTo>
                <a:lnTo>
                  <a:pt x="22860" y="150888"/>
                </a:lnTo>
                <a:lnTo>
                  <a:pt x="23126" y="169176"/>
                </a:lnTo>
                <a:lnTo>
                  <a:pt x="23622" y="194322"/>
                </a:lnTo>
                <a:lnTo>
                  <a:pt x="24130" y="228612"/>
                </a:lnTo>
                <a:lnTo>
                  <a:pt x="24384" y="274332"/>
                </a:lnTo>
                <a:lnTo>
                  <a:pt x="24155" y="318858"/>
                </a:lnTo>
                <a:lnTo>
                  <a:pt x="23622" y="356247"/>
                </a:lnTo>
                <a:lnTo>
                  <a:pt x="23101" y="386194"/>
                </a:lnTo>
                <a:lnTo>
                  <a:pt x="22860" y="408444"/>
                </a:lnTo>
                <a:lnTo>
                  <a:pt x="48768" y="393204"/>
                </a:lnTo>
                <a:lnTo>
                  <a:pt x="48768" y="289572"/>
                </a:lnTo>
                <a:lnTo>
                  <a:pt x="140208" y="289572"/>
                </a:lnTo>
                <a:lnTo>
                  <a:pt x="140208" y="362724"/>
                </a:lnTo>
                <a:lnTo>
                  <a:pt x="135648" y="368795"/>
                </a:lnTo>
                <a:lnTo>
                  <a:pt x="120904" y="368769"/>
                </a:lnTo>
                <a:lnTo>
                  <a:pt x="111061" y="368439"/>
                </a:lnTo>
                <a:lnTo>
                  <a:pt x="98666" y="367525"/>
                </a:lnTo>
                <a:lnTo>
                  <a:pt x="83820" y="365772"/>
                </a:lnTo>
                <a:lnTo>
                  <a:pt x="83820" y="373392"/>
                </a:lnTo>
                <a:lnTo>
                  <a:pt x="102730" y="379933"/>
                </a:lnTo>
                <a:lnTo>
                  <a:pt x="116205" y="388061"/>
                </a:lnTo>
                <a:lnTo>
                  <a:pt x="124548" y="397598"/>
                </a:lnTo>
                <a:lnTo>
                  <a:pt x="128016" y="408444"/>
                </a:lnTo>
                <a:lnTo>
                  <a:pt x="144640" y="399313"/>
                </a:lnTo>
                <a:lnTo>
                  <a:pt x="155829" y="388061"/>
                </a:lnTo>
                <a:lnTo>
                  <a:pt x="161886" y="374789"/>
                </a:lnTo>
                <a:lnTo>
                  <a:pt x="162356" y="368820"/>
                </a:lnTo>
                <a:lnTo>
                  <a:pt x="163068" y="359676"/>
                </a:lnTo>
                <a:lnTo>
                  <a:pt x="163068" y="289572"/>
                </a:lnTo>
                <a:lnTo>
                  <a:pt x="163068" y="278904"/>
                </a:lnTo>
                <a:lnTo>
                  <a:pt x="163068" y="228612"/>
                </a:lnTo>
                <a:lnTo>
                  <a:pt x="163068" y="217944"/>
                </a:lnTo>
                <a:lnTo>
                  <a:pt x="163068" y="181368"/>
                </a:lnTo>
                <a:lnTo>
                  <a:pt x="169926" y="175272"/>
                </a:lnTo>
                <a:lnTo>
                  <a:pt x="176784" y="169176"/>
                </a:lnTo>
                <a:close/>
              </a:path>
              <a:path w="1287779" h="410210">
                <a:moveTo>
                  <a:pt x="193548" y="123456"/>
                </a:moveTo>
                <a:lnTo>
                  <a:pt x="193535" y="114185"/>
                </a:lnTo>
                <a:lnTo>
                  <a:pt x="193332" y="112788"/>
                </a:lnTo>
                <a:lnTo>
                  <a:pt x="192671" y="108305"/>
                </a:lnTo>
                <a:lnTo>
                  <a:pt x="189928" y="101739"/>
                </a:lnTo>
                <a:lnTo>
                  <a:pt x="159067" y="72021"/>
                </a:lnTo>
                <a:lnTo>
                  <a:pt x="134112" y="54876"/>
                </a:lnTo>
                <a:lnTo>
                  <a:pt x="129540" y="59448"/>
                </a:lnTo>
                <a:lnTo>
                  <a:pt x="136664" y="68300"/>
                </a:lnTo>
                <a:lnTo>
                  <a:pt x="144208" y="78879"/>
                </a:lnTo>
                <a:lnTo>
                  <a:pt x="152044" y="91160"/>
                </a:lnTo>
                <a:lnTo>
                  <a:pt x="160020" y="105168"/>
                </a:lnTo>
                <a:lnTo>
                  <a:pt x="27432" y="108216"/>
                </a:lnTo>
                <a:lnTo>
                  <a:pt x="37147" y="99999"/>
                </a:lnTo>
                <a:lnTo>
                  <a:pt x="48006" y="89357"/>
                </a:lnTo>
                <a:lnTo>
                  <a:pt x="60007" y="76708"/>
                </a:lnTo>
                <a:lnTo>
                  <a:pt x="73152" y="62496"/>
                </a:lnTo>
                <a:lnTo>
                  <a:pt x="86296" y="49085"/>
                </a:lnTo>
                <a:lnTo>
                  <a:pt x="98298" y="38684"/>
                </a:lnTo>
                <a:lnTo>
                  <a:pt x="109156" y="31419"/>
                </a:lnTo>
                <a:lnTo>
                  <a:pt x="118872" y="27444"/>
                </a:lnTo>
                <a:lnTo>
                  <a:pt x="88392" y="1536"/>
                </a:lnTo>
                <a:lnTo>
                  <a:pt x="60325" y="50609"/>
                </a:lnTo>
                <a:lnTo>
                  <a:pt x="33007" y="84594"/>
                </a:lnTo>
                <a:lnTo>
                  <a:pt x="0" y="105168"/>
                </a:lnTo>
                <a:lnTo>
                  <a:pt x="16764" y="138696"/>
                </a:lnTo>
                <a:lnTo>
                  <a:pt x="60058" y="123901"/>
                </a:lnTo>
                <a:lnTo>
                  <a:pt x="147053" y="114185"/>
                </a:lnTo>
                <a:lnTo>
                  <a:pt x="163068" y="112788"/>
                </a:lnTo>
                <a:lnTo>
                  <a:pt x="166116" y="121932"/>
                </a:lnTo>
                <a:lnTo>
                  <a:pt x="169164" y="129552"/>
                </a:lnTo>
                <a:lnTo>
                  <a:pt x="172212" y="134124"/>
                </a:lnTo>
                <a:lnTo>
                  <a:pt x="172212" y="140220"/>
                </a:lnTo>
                <a:lnTo>
                  <a:pt x="178308" y="140220"/>
                </a:lnTo>
                <a:lnTo>
                  <a:pt x="181356" y="138696"/>
                </a:lnTo>
                <a:lnTo>
                  <a:pt x="190500" y="129552"/>
                </a:lnTo>
                <a:lnTo>
                  <a:pt x="193548" y="123456"/>
                </a:lnTo>
                <a:close/>
              </a:path>
              <a:path w="1287779" h="410210">
                <a:moveTo>
                  <a:pt x="382524" y="161556"/>
                </a:moveTo>
                <a:lnTo>
                  <a:pt x="361365" y="130403"/>
                </a:lnTo>
                <a:lnTo>
                  <a:pt x="359854" y="121551"/>
                </a:lnTo>
                <a:lnTo>
                  <a:pt x="358648" y="112115"/>
                </a:lnTo>
                <a:lnTo>
                  <a:pt x="358140" y="102120"/>
                </a:lnTo>
                <a:lnTo>
                  <a:pt x="350520" y="102120"/>
                </a:lnTo>
                <a:lnTo>
                  <a:pt x="348996" y="146316"/>
                </a:lnTo>
                <a:lnTo>
                  <a:pt x="329184" y="164604"/>
                </a:lnTo>
                <a:lnTo>
                  <a:pt x="271272" y="164604"/>
                </a:lnTo>
                <a:lnTo>
                  <a:pt x="259511" y="163436"/>
                </a:lnTo>
                <a:lnTo>
                  <a:pt x="251460" y="159842"/>
                </a:lnTo>
                <a:lnTo>
                  <a:pt x="246849" y="153670"/>
                </a:lnTo>
                <a:lnTo>
                  <a:pt x="245364" y="144792"/>
                </a:lnTo>
                <a:lnTo>
                  <a:pt x="245364" y="112788"/>
                </a:lnTo>
                <a:lnTo>
                  <a:pt x="265633" y="105067"/>
                </a:lnTo>
                <a:lnTo>
                  <a:pt x="268947" y="103644"/>
                </a:lnTo>
                <a:lnTo>
                  <a:pt x="287464" y="95643"/>
                </a:lnTo>
                <a:lnTo>
                  <a:pt x="310730" y="84493"/>
                </a:lnTo>
                <a:lnTo>
                  <a:pt x="335280" y="71640"/>
                </a:lnTo>
                <a:lnTo>
                  <a:pt x="350520" y="70116"/>
                </a:lnTo>
                <a:lnTo>
                  <a:pt x="324612" y="41160"/>
                </a:lnTo>
                <a:lnTo>
                  <a:pt x="310095" y="57988"/>
                </a:lnTo>
                <a:lnTo>
                  <a:pt x="291846" y="74117"/>
                </a:lnTo>
                <a:lnTo>
                  <a:pt x="270179" y="89369"/>
                </a:lnTo>
                <a:lnTo>
                  <a:pt x="245364" y="103644"/>
                </a:lnTo>
                <a:lnTo>
                  <a:pt x="245364" y="42684"/>
                </a:lnTo>
                <a:lnTo>
                  <a:pt x="260604" y="28968"/>
                </a:lnTo>
                <a:lnTo>
                  <a:pt x="220980" y="10680"/>
                </a:lnTo>
                <a:lnTo>
                  <a:pt x="221221" y="27254"/>
                </a:lnTo>
                <a:lnTo>
                  <a:pt x="221742" y="56400"/>
                </a:lnTo>
                <a:lnTo>
                  <a:pt x="222275" y="98120"/>
                </a:lnTo>
                <a:lnTo>
                  <a:pt x="222504" y="152412"/>
                </a:lnTo>
                <a:lnTo>
                  <a:pt x="259080" y="182892"/>
                </a:lnTo>
                <a:lnTo>
                  <a:pt x="332232" y="182892"/>
                </a:lnTo>
                <a:lnTo>
                  <a:pt x="349948" y="181483"/>
                </a:lnTo>
                <a:lnTo>
                  <a:pt x="364236" y="177368"/>
                </a:lnTo>
                <a:lnTo>
                  <a:pt x="375094" y="170675"/>
                </a:lnTo>
                <a:lnTo>
                  <a:pt x="380047" y="164604"/>
                </a:lnTo>
                <a:lnTo>
                  <a:pt x="382524" y="161556"/>
                </a:lnTo>
                <a:close/>
              </a:path>
              <a:path w="1287779" h="410210">
                <a:moveTo>
                  <a:pt x="387096" y="367296"/>
                </a:moveTo>
                <a:lnTo>
                  <a:pt x="365188" y="328053"/>
                </a:lnTo>
                <a:lnTo>
                  <a:pt x="362712" y="301764"/>
                </a:lnTo>
                <a:lnTo>
                  <a:pt x="356616" y="301764"/>
                </a:lnTo>
                <a:lnTo>
                  <a:pt x="355498" y="314286"/>
                </a:lnTo>
                <a:lnTo>
                  <a:pt x="354520" y="326529"/>
                </a:lnTo>
                <a:lnTo>
                  <a:pt x="353834" y="338188"/>
                </a:lnTo>
                <a:lnTo>
                  <a:pt x="353568" y="349008"/>
                </a:lnTo>
                <a:lnTo>
                  <a:pt x="352196" y="359029"/>
                </a:lnTo>
                <a:lnTo>
                  <a:pt x="348234" y="366344"/>
                </a:lnTo>
                <a:lnTo>
                  <a:pt x="341998" y="371081"/>
                </a:lnTo>
                <a:lnTo>
                  <a:pt x="333756" y="373392"/>
                </a:lnTo>
                <a:lnTo>
                  <a:pt x="265176" y="373392"/>
                </a:lnTo>
                <a:lnTo>
                  <a:pt x="254063" y="371906"/>
                </a:lnTo>
                <a:lnTo>
                  <a:pt x="245935" y="367296"/>
                </a:lnTo>
                <a:lnTo>
                  <a:pt x="240969" y="359244"/>
                </a:lnTo>
                <a:lnTo>
                  <a:pt x="239268" y="347484"/>
                </a:lnTo>
                <a:lnTo>
                  <a:pt x="239268" y="303288"/>
                </a:lnTo>
                <a:lnTo>
                  <a:pt x="262267" y="292620"/>
                </a:lnTo>
                <a:lnTo>
                  <a:pt x="287464" y="280238"/>
                </a:lnTo>
                <a:lnTo>
                  <a:pt x="313639" y="266636"/>
                </a:lnTo>
                <a:lnTo>
                  <a:pt x="341376" y="251472"/>
                </a:lnTo>
                <a:lnTo>
                  <a:pt x="358140" y="251472"/>
                </a:lnTo>
                <a:lnTo>
                  <a:pt x="329184" y="217944"/>
                </a:lnTo>
                <a:lnTo>
                  <a:pt x="312572" y="238175"/>
                </a:lnTo>
                <a:lnTo>
                  <a:pt x="292227" y="257568"/>
                </a:lnTo>
                <a:lnTo>
                  <a:pt x="267893" y="275805"/>
                </a:lnTo>
                <a:lnTo>
                  <a:pt x="239268" y="292620"/>
                </a:lnTo>
                <a:lnTo>
                  <a:pt x="239268" y="237756"/>
                </a:lnTo>
                <a:lnTo>
                  <a:pt x="254508" y="225564"/>
                </a:lnTo>
                <a:lnTo>
                  <a:pt x="214884" y="205752"/>
                </a:lnTo>
                <a:lnTo>
                  <a:pt x="216166" y="251472"/>
                </a:lnTo>
                <a:lnTo>
                  <a:pt x="216382" y="301764"/>
                </a:lnTo>
                <a:lnTo>
                  <a:pt x="216408" y="362724"/>
                </a:lnTo>
                <a:lnTo>
                  <a:pt x="219583" y="376478"/>
                </a:lnTo>
                <a:lnTo>
                  <a:pt x="226885" y="385965"/>
                </a:lnTo>
                <a:lnTo>
                  <a:pt x="238493" y="391439"/>
                </a:lnTo>
                <a:lnTo>
                  <a:pt x="254508" y="393204"/>
                </a:lnTo>
                <a:lnTo>
                  <a:pt x="335280" y="393204"/>
                </a:lnTo>
                <a:lnTo>
                  <a:pt x="354736" y="391502"/>
                </a:lnTo>
                <a:lnTo>
                  <a:pt x="369760" y="386537"/>
                </a:lnTo>
                <a:lnTo>
                  <a:pt x="380504" y="378409"/>
                </a:lnTo>
                <a:lnTo>
                  <a:pt x="383489" y="373392"/>
                </a:lnTo>
                <a:lnTo>
                  <a:pt x="387096" y="367296"/>
                </a:lnTo>
                <a:close/>
              </a:path>
              <a:path w="1287779" h="410210">
                <a:moveTo>
                  <a:pt x="565416" y="152400"/>
                </a:moveTo>
                <a:lnTo>
                  <a:pt x="556704" y="144780"/>
                </a:lnTo>
                <a:lnTo>
                  <a:pt x="541032" y="131064"/>
                </a:lnTo>
                <a:lnTo>
                  <a:pt x="533412" y="139636"/>
                </a:lnTo>
                <a:lnTo>
                  <a:pt x="533412" y="155448"/>
                </a:lnTo>
                <a:lnTo>
                  <a:pt x="533412" y="252984"/>
                </a:lnTo>
                <a:lnTo>
                  <a:pt x="496836" y="252984"/>
                </a:lnTo>
                <a:lnTo>
                  <a:pt x="496836" y="155448"/>
                </a:lnTo>
                <a:lnTo>
                  <a:pt x="533412" y="155448"/>
                </a:lnTo>
                <a:lnTo>
                  <a:pt x="533412" y="139636"/>
                </a:lnTo>
                <a:lnTo>
                  <a:pt x="528840" y="144780"/>
                </a:lnTo>
                <a:lnTo>
                  <a:pt x="496836" y="144780"/>
                </a:lnTo>
                <a:lnTo>
                  <a:pt x="473976" y="134112"/>
                </a:lnTo>
                <a:lnTo>
                  <a:pt x="474853" y="152146"/>
                </a:lnTo>
                <a:lnTo>
                  <a:pt x="475272" y="170688"/>
                </a:lnTo>
                <a:lnTo>
                  <a:pt x="475373" y="181597"/>
                </a:lnTo>
                <a:lnTo>
                  <a:pt x="475310" y="264795"/>
                </a:lnTo>
                <a:lnTo>
                  <a:pt x="474853" y="287375"/>
                </a:lnTo>
                <a:lnTo>
                  <a:pt x="473976" y="309372"/>
                </a:lnTo>
                <a:lnTo>
                  <a:pt x="496836" y="300228"/>
                </a:lnTo>
                <a:lnTo>
                  <a:pt x="496836" y="263652"/>
                </a:lnTo>
                <a:lnTo>
                  <a:pt x="533412" y="263652"/>
                </a:lnTo>
                <a:lnTo>
                  <a:pt x="533412" y="286512"/>
                </a:lnTo>
                <a:lnTo>
                  <a:pt x="554748" y="274320"/>
                </a:lnTo>
                <a:lnTo>
                  <a:pt x="554545" y="263652"/>
                </a:lnTo>
                <a:lnTo>
                  <a:pt x="554507" y="261683"/>
                </a:lnTo>
                <a:lnTo>
                  <a:pt x="554088" y="252984"/>
                </a:lnTo>
                <a:lnTo>
                  <a:pt x="553491" y="242227"/>
                </a:lnTo>
                <a:lnTo>
                  <a:pt x="553300" y="236220"/>
                </a:lnTo>
                <a:lnTo>
                  <a:pt x="553224" y="161544"/>
                </a:lnTo>
                <a:lnTo>
                  <a:pt x="561352" y="155448"/>
                </a:lnTo>
                <a:lnTo>
                  <a:pt x="565416" y="152400"/>
                </a:lnTo>
                <a:close/>
              </a:path>
              <a:path w="1287779" h="410210">
                <a:moveTo>
                  <a:pt x="620280" y="86868"/>
                </a:moveTo>
                <a:lnTo>
                  <a:pt x="614184" y="80772"/>
                </a:lnTo>
                <a:lnTo>
                  <a:pt x="598944" y="65532"/>
                </a:lnTo>
                <a:lnTo>
                  <a:pt x="583704" y="80772"/>
                </a:lnTo>
                <a:lnTo>
                  <a:pt x="498360" y="80772"/>
                </a:lnTo>
                <a:lnTo>
                  <a:pt x="521220" y="32004"/>
                </a:lnTo>
                <a:lnTo>
                  <a:pt x="534936" y="21336"/>
                </a:lnTo>
                <a:lnTo>
                  <a:pt x="498360" y="3048"/>
                </a:lnTo>
                <a:lnTo>
                  <a:pt x="484428" y="57912"/>
                </a:lnTo>
                <a:lnTo>
                  <a:pt x="467258" y="104419"/>
                </a:lnTo>
                <a:lnTo>
                  <a:pt x="443153" y="155143"/>
                </a:lnTo>
                <a:lnTo>
                  <a:pt x="428256" y="181356"/>
                </a:lnTo>
                <a:lnTo>
                  <a:pt x="434352" y="185928"/>
                </a:lnTo>
                <a:lnTo>
                  <a:pt x="450938" y="163880"/>
                </a:lnTo>
                <a:lnTo>
                  <a:pt x="466547" y="140970"/>
                </a:lnTo>
                <a:lnTo>
                  <a:pt x="481253" y="116967"/>
                </a:lnTo>
                <a:lnTo>
                  <a:pt x="495312" y="91440"/>
                </a:lnTo>
                <a:lnTo>
                  <a:pt x="585228" y="91440"/>
                </a:lnTo>
                <a:lnTo>
                  <a:pt x="584974" y="163880"/>
                </a:lnTo>
                <a:lnTo>
                  <a:pt x="584085" y="240030"/>
                </a:lnTo>
                <a:lnTo>
                  <a:pt x="582650" y="285178"/>
                </a:lnTo>
                <a:lnTo>
                  <a:pt x="577773" y="324281"/>
                </a:lnTo>
                <a:lnTo>
                  <a:pt x="551713" y="344995"/>
                </a:lnTo>
                <a:lnTo>
                  <a:pt x="538175" y="344424"/>
                </a:lnTo>
                <a:lnTo>
                  <a:pt x="520331" y="342709"/>
                </a:lnTo>
                <a:lnTo>
                  <a:pt x="498360" y="339852"/>
                </a:lnTo>
                <a:lnTo>
                  <a:pt x="498360" y="347472"/>
                </a:lnTo>
                <a:lnTo>
                  <a:pt x="520382" y="354076"/>
                </a:lnTo>
                <a:lnTo>
                  <a:pt x="536270" y="362521"/>
                </a:lnTo>
                <a:lnTo>
                  <a:pt x="546150" y="372986"/>
                </a:lnTo>
                <a:lnTo>
                  <a:pt x="550176" y="385572"/>
                </a:lnTo>
                <a:lnTo>
                  <a:pt x="561009" y="379857"/>
                </a:lnTo>
                <a:lnTo>
                  <a:pt x="590626" y="355625"/>
                </a:lnTo>
                <a:lnTo>
                  <a:pt x="604862" y="294665"/>
                </a:lnTo>
                <a:lnTo>
                  <a:pt x="606729" y="248793"/>
                </a:lnTo>
                <a:lnTo>
                  <a:pt x="607771" y="181597"/>
                </a:lnTo>
                <a:lnTo>
                  <a:pt x="608088" y="94488"/>
                </a:lnTo>
                <a:lnTo>
                  <a:pt x="612965" y="91440"/>
                </a:lnTo>
                <a:lnTo>
                  <a:pt x="620280" y="86868"/>
                </a:lnTo>
                <a:close/>
              </a:path>
              <a:path w="1287779" h="410210">
                <a:moveTo>
                  <a:pt x="821448" y="70104"/>
                </a:moveTo>
                <a:lnTo>
                  <a:pt x="813828" y="62484"/>
                </a:lnTo>
                <a:lnTo>
                  <a:pt x="797064" y="45720"/>
                </a:lnTo>
                <a:lnTo>
                  <a:pt x="781824" y="62484"/>
                </a:lnTo>
                <a:lnTo>
                  <a:pt x="698004" y="62484"/>
                </a:lnTo>
                <a:lnTo>
                  <a:pt x="713244" y="35052"/>
                </a:lnTo>
                <a:lnTo>
                  <a:pt x="726960" y="28956"/>
                </a:lnTo>
                <a:lnTo>
                  <a:pt x="698004" y="7620"/>
                </a:lnTo>
                <a:lnTo>
                  <a:pt x="679780" y="51346"/>
                </a:lnTo>
                <a:lnTo>
                  <a:pt x="651141" y="98679"/>
                </a:lnTo>
                <a:lnTo>
                  <a:pt x="623328" y="128016"/>
                </a:lnTo>
                <a:lnTo>
                  <a:pt x="624852" y="132588"/>
                </a:lnTo>
                <a:lnTo>
                  <a:pt x="634276" y="127190"/>
                </a:lnTo>
                <a:lnTo>
                  <a:pt x="644283" y="120205"/>
                </a:lnTo>
                <a:lnTo>
                  <a:pt x="654850" y="111810"/>
                </a:lnTo>
                <a:lnTo>
                  <a:pt x="666000" y="102108"/>
                </a:lnTo>
                <a:lnTo>
                  <a:pt x="673214" y="109258"/>
                </a:lnTo>
                <a:lnTo>
                  <a:pt x="679107" y="116928"/>
                </a:lnTo>
                <a:lnTo>
                  <a:pt x="684212" y="125260"/>
                </a:lnTo>
                <a:lnTo>
                  <a:pt x="688860" y="134112"/>
                </a:lnTo>
                <a:lnTo>
                  <a:pt x="693432" y="144780"/>
                </a:lnTo>
                <a:lnTo>
                  <a:pt x="696480" y="149352"/>
                </a:lnTo>
                <a:lnTo>
                  <a:pt x="701052" y="149352"/>
                </a:lnTo>
                <a:lnTo>
                  <a:pt x="702576" y="146304"/>
                </a:lnTo>
                <a:lnTo>
                  <a:pt x="707148" y="141732"/>
                </a:lnTo>
                <a:lnTo>
                  <a:pt x="710196" y="137160"/>
                </a:lnTo>
                <a:lnTo>
                  <a:pt x="710196" y="131064"/>
                </a:lnTo>
                <a:lnTo>
                  <a:pt x="683374" y="102108"/>
                </a:lnTo>
                <a:lnTo>
                  <a:pt x="672096" y="96012"/>
                </a:lnTo>
                <a:lnTo>
                  <a:pt x="676706" y="91782"/>
                </a:lnTo>
                <a:lnTo>
                  <a:pt x="681621" y="86106"/>
                </a:lnTo>
                <a:lnTo>
                  <a:pt x="687095" y="79298"/>
                </a:lnTo>
                <a:lnTo>
                  <a:pt x="693432" y="71628"/>
                </a:lnTo>
                <a:lnTo>
                  <a:pt x="781824" y="71628"/>
                </a:lnTo>
                <a:lnTo>
                  <a:pt x="773264" y="86804"/>
                </a:lnTo>
                <a:lnTo>
                  <a:pt x="746455" y="119430"/>
                </a:lnTo>
                <a:lnTo>
                  <a:pt x="706767" y="155790"/>
                </a:lnTo>
                <a:lnTo>
                  <a:pt x="649617" y="189026"/>
                </a:lnTo>
                <a:lnTo>
                  <a:pt x="614184" y="204216"/>
                </a:lnTo>
                <a:lnTo>
                  <a:pt x="615708" y="211836"/>
                </a:lnTo>
                <a:lnTo>
                  <a:pt x="679526" y="188404"/>
                </a:lnTo>
                <a:lnTo>
                  <a:pt x="728484" y="161544"/>
                </a:lnTo>
                <a:lnTo>
                  <a:pt x="770204" y="126111"/>
                </a:lnTo>
                <a:lnTo>
                  <a:pt x="806208" y="79248"/>
                </a:lnTo>
                <a:lnTo>
                  <a:pt x="818908" y="71628"/>
                </a:lnTo>
                <a:lnTo>
                  <a:pt x="821448" y="70104"/>
                </a:lnTo>
                <a:close/>
              </a:path>
              <a:path w="1287779" h="410210">
                <a:moveTo>
                  <a:pt x="833640" y="233172"/>
                </a:moveTo>
                <a:lnTo>
                  <a:pt x="825512" y="225552"/>
                </a:lnTo>
                <a:lnTo>
                  <a:pt x="809256" y="210312"/>
                </a:lnTo>
                <a:lnTo>
                  <a:pt x="794016" y="225552"/>
                </a:lnTo>
                <a:lnTo>
                  <a:pt x="710196" y="225552"/>
                </a:lnTo>
                <a:lnTo>
                  <a:pt x="728484" y="201168"/>
                </a:lnTo>
                <a:lnTo>
                  <a:pt x="745248" y="195072"/>
                </a:lnTo>
                <a:lnTo>
                  <a:pt x="714768" y="170688"/>
                </a:lnTo>
                <a:lnTo>
                  <a:pt x="688403" y="220624"/>
                </a:lnTo>
                <a:lnTo>
                  <a:pt x="663232" y="254342"/>
                </a:lnTo>
                <a:lnTo>
                  <a:pt x="631228" y="284683"/>
                </a:lnTo>
                <a:lnTo>
                  <a:pt x="612660" y="298704"/>
                </a:lnTo>
                <a:lnTo>
                  <a:pt x="615708" y="303276"/>
                </a:lnTo>
                <a:lnTo>
                  <a:pt x="631139" y="295236"/>
                </a:lnTo>
                <a:lnTo>
                  <a:pt x="645426" y="286893"/>
                </a:lnTo>
                <a:lnTo>
                  <a:pt x="658571" y="277990"/>
                </a:lnTo>
                <a:lnTo>
                  <a:pt x="670572" y="268224"/>
                </a:lnTo>
                <a:lnTo>
                  <a:pt x="676859" y="278777"/>
                </a:lnTo>
                <a:lnTo>
                  <a:pt x="682002" y="289750"/>
                </a:lnTo>
                <a:lnTo>
                  <a:pt x="686003" y="301015"/>
                </a:lnTo>
                <a:lnTo>
                  <a:pt x="688860" y="312420"/>
                </a:lnTo>
                <a:lnTo>
                  <a:pt x="691908" y="323088"/>
                </a:lnTo>
                <a:lnTo>
                  <a:pt x="694956" y="329184"/>
                </a:lnTo>
                <a:lnTo>
                  <a:pt x="701052" y="329184"/>
                </a:lnTo>
                <a:lnTo>
                  <a:pt x="707148" y="323088"/>
                </a:lnTo>
                <a:lnTo>
                  <a:pt x="710196" y="318516"/>
                </a:lnTo>
                <a:lnTo>
                  <a:pt x="711720" y="313944"/>
                </a:lnTo>
                <a:lnTo>
                  <a:pt x="711720" y="306324"/>
                </a:lnTo>
                <a:lnTo>
                  <a:pt x="710196" y="301752"/>
                </a:lnTo>
                <a:lnTo>
                  <a:pt x="708672" y="295656"/>
                </a:lnTo>
                <a:lnTo>
                  <a:pt x="680834" y="268224"/>
                </a:lnTo>
                <a:lnTo>
                  <a:pt x="675144" y="263652"/>
                </a:lnTo>
                <a:lnTo>
                  <a:pt x="682904" y="255943"/>
                </a:lnTo>
                <a:lnTo>
                  <a:pt x="690384" y="248793"/>
                </a:lnTo>
                <a:lnTo>
                  <a:pt x="697852" y="242227"/>
                </a:lnTo>
                <a:lnTo>
                  <a:pt x="705624" y="236220"/>
                </a:lnTo>
                <a:lnTo>
                  <a:pt x="794016" y="236220"/>
                </a:lnTo>
                <a:lnTo>
                  <a:pt x="775081" y="271614"/>
                </a:lnTo>
                <a:lnTo>
                  <a:pt x="732078" y="327520"/>
                </a:lnTo>
                <a:lnTo>
                  <a:pt x="680618" y="364388"/>
                </a:lnTo>
                <a:lnTo>
                  <a:pt x="620128" y="390766"/>
                </a:lnTo>
                <a:lnTo>
                  <a:pt x="586752" y="400812"/>
                </a:lnTo>
                <a:lnTo>
                  <a:pt x="588276" y="408432"/>
                </a:lnTo>
                <a:lnTo>
                  <a:pt x="654951" y="390144"/>
                </a:lnTo>
                <a:lnTo>
                  <a:pt x="714768" y="362712"/>
                </a:lnTo>
                <a:lnTo>
                  <a:pt x="769251" y="317754"/>
                </a:lnTo>
                <a:lnTo>
                  <a:pt x="794016" y="285178"/>
                </a:lnTo>
                <a:lnTo>
                  <a:pt x="816876" y="245364"/>
                </a:lnTo>
                <a:lnTo>
                  <a:pt x="829449" y="236220"/>
                </a:lnTo>
                <a:lnTo>
                  <a:pt x="833640" y="233172"/>
                </a:lnTo>
                <a:close/>
              </a:path>
              <a:path w="1287779" h="410210">
                <a:moveTo>
                  <a:pt x="1018032" y="19812"/>
                </a:moveTo>
                <a:lnTo>
                  <a:pt x="981456" y="0"/>
                </a:lnTo>
                <a:lnTo>
                  <a:pt x="977747" y="16268"/>
                </a:lnTo>
                <a:lnTo>
                  <a:pt x="971169" y="37528"/>
                </a:lnTo>
                <a:lnTo>
                  <a:pt x="949452" y="94488"/>
                </a:lnTo>
                <a:lnTo>
                  <a:pt x="917448" y="159448"/>
                </a:lnTo>
                <a:lnTo>
                  <a:pt x="876300" y="216408"/>
                </a:lnTo>
                <a:lnTo>
                  <a:pt x="880872" y="220980"/>
                </a:lnTo>
                <a:lnTo>
                  <a:pt x="895159" y="207886"/>
                </a:lnTo>
                <a:lnTo>
                  <a:pt x="910590" y="191643"/>
                </a:lnTo>
                <a:lnTo>
                  <a:pt x="927163" y="172554"/>
                </a:lnTo>
                <a:lnTo>
                  <a:pt x="944880" y="150876"/>
                </a:lnTo>
                <a:lnTo>
                  <a:pt x="944765" y="313715"/>
                </a:lnTo>
                <a:lnTo>
                  <a:pt x="944651" y="324446"/>
                </a:lnTo>
                <a:lnTo>
                  <a:pt x="943698" y="372605"/>
                </a:lnTo>
                <a:lnTo>
                  <a:pt x="943571" y="381127"/>
                </a:lnTo>
                <a:lnTo>
                  <a:pt x="943356" y="409956"/>
                </a:lnTo>
                <a:lnTo>
                  <a:pt x="969264" y="397764"/>
                </a:lnTo>
                <a:lnTo>
                  <a:pt x="968387" y="381127"/>
                </a:lnTo>
                <a:lnTo>
                  <a:pt x="967943" y="360794"/>
                </a:lnTo>
                <a:lnTo>
                  <a:pt x="967867" y="349910"/>
                </a:lnTo>
                <a:lnTo>
                  <a:pt x="967740" y="150876"/>
                </a:lnTo>
                <a:lnTo>
                  <a:pt x="967740" y="143256"/>
                </a:lnTo>
                <a:lnTo>
                  <a:pt x="978408" y="132588"/>
                </a:lnTo>
                <a:lnTo>
                  <a:pt x="960120" y="121920"/>
                </a:lnTo>
                <a:lnTo>
                  <a:pt x="968057" y="105156"/>
                </a:lnTo>
                <a:lnTo>
                  <a:pt x="978217" y="84201"/>
                </a:lnTo>
                <a:lnTo>
                  <a:pt x="990346" y="59347"/>
                </a:lnTo>
                <a:lnTo>
                  <a:pt x="1004316" y="30480"/>
                </a:lnTo>
                <a:lnTo>
                  <a:pt x="1018032" y="19812"/>
                </a:lnTo>
                <a:close/>
              </a:path>
              <a:path w="1287779" h="410210">
                <a:moveTo>
                  <a:pt x="1287780" y="230124"/>
                </a:moveTo>
                <a:lnTo>
                  <a:pt x="1255776" y="199644"/>
                </a:lnTo>
                <a:lnTo>
                  <a:pt x="1234440" y="219456"/>
                </a:lnTo>
                <a:lnTo>
                  <a:pt x="1144524" y="219456"/>
                </a:lnTo>
                <a:lnTo>
                  <a:pt x="1144524" y="156972"/>
                </a:lnTo>
                <a:lnTo>
                  <a:pt x="1203960" y="156972"/>
                </a:lnTo>
                <a:lnTo>
                  <a:pt x="1203960" y="175260"/>
                </a:lnTo>
                <a:lnTo>
                  <a:pt x="1228344" y="166116"/>
                </a:lnTo>
                <a:lnTo>
                  <a:pt x="1227861" y="156972"/>
                </a:lnTo>
                <a:lnTo>
                  <a:pt x="1227467" y="149567"/>
                </a:lnTo>
                <a:lnTo>
                  <a:pt x="1227404" y="146304"/>
                </a:lnTo>
                <a:lnTo>
                  <a:pt x="1227023" y="125425"/>
                </a:lnTo>
                <a:lnTo>
                  <a:pt x="1226908" y="105156"/>
                </a:lnTo>
                <a:lnTo>
                  <a:pt x="1226820" y="53340"/>
                </a:lnTo>
                <a:lnTo>
                  <a:pt x="1237297" y="45720"/>
                </a:lnTo>
                <a:lnTo>
                  <a:pt x="1243584" y="41148"/>
                </a:lnTo>
                <a:lnTo>
                  <a:pt x="1236675" y="35052"/>
                </a:lnTo>
                <a:lnTo>
                  <a:pt x="1217676" y="18288"/>
                </a:lnTo>
                <a:lnTo>
                  <a:pt x="1203960" y="32004"/>
                </a:lnTo>
                <a:lnTo>
                  <a:pt x="1203960" y="45720"/>
                </a:lnTo>
                <a:lnTo>
                  <a:pt x="1203960" y="146304"/>
                </a:lnTo>
                <a:lnTo>
                  <a:pt x="1066800" y="146304"/>
                </a:lnTo>
                <a:lnTo>
                  <a:pt x="1066800" y="45720"/>
                </a:lnTo>
                <a:lnTo>
                  <a:pt x="1203960" y="45720"/>
                </a:lnTo>
                <a:lnTo>
                  <a:pt x="1203960" y="32004"/>
                </a:lnTo>
                <a:lnTo>
                  <a:pt x="1200912" y="35052"/>
                </a:lnTo>
                <a:lnTo>
                  <a:pt x="1068324" y="35052"/>
                </a:lnTo>
                <a:lnTo>
                  <a:pt x="1040892" y="21336"/>
                </a:lnTo>
                <a:lnTo>
                  <a:pt x="1041120" y="41148"/>
                </a:lnTo>
                <a:lnTo>
                  <a:pt x="1041209" y="45720"/>
                </a:lnTo>
                <a:lnTo>
                  <a:pt x="1042174" y="84201"/>
                </a:lnTo>
                <a:lnTo>
                  <a:pt x="1042301" y="94488"/>
                </a:lnTo>
                <a:lnTo>
                  <a:pt x="1042187" y="125425"/>
                </a:lnTo>
                <a:lnTo>
                  <a:pt x="1041133" y="163664"/>
                </a:lnTo>
                <a:lnTo>
                  <a:pt x="1040892" y="181356"/>
                </a:lnTo>
                <a:lnTo>
                  <a:pt x="1066800" y="173736"/>
                </a:lnTo>
                <a:lnTo>
                  <a:pt x="1066800" y="156972"/>
                </a:lnTo>
                <a:lnTo>
                  <a:pt x="1121664" y="156972"/>
                </a:lnTo>
                <a:lnTo>
                  <a:pt x="1121664" y="219456"/>
                </a:lnTo>
                <a:lnTo>
                  <a:pt x="982980" y="219456"/>
                </a:lnTo>
                <a:lnTo>
                  <a:pt x="996696" y="233172"/>
                </a:lnTo>
                <a:lnTo>
                  <a:pt x="1019556" y="230124"/>
                </a:lnTo>
                <a:lnTo>
                  <a:pt x="1101852" y="230124"/>
                </a:lnTo>
                <a:lnTo>
                  <a:pt x="1071854" y="284784"/>
                </a:lnTo>
                <a:lnTo>
                  <a:pt x="1038440" y="333121"/>
                </a:lnTo>
                <a:lnTo>
                  <a:pt x="1000201" y="372605"/>
                </a:lnTo>
                <a:lnTo>
                  <a:pt x="979932" y="388620"/>
                </a:lnTo>
                <a:lnTo>
                  <a:pt x="982980" y="393192"/>
                </a:lnTo>
                <a:lnTo>
                  <a:pt x="1024128" y="366141"/>
                </a:lnTo>
                <a:lnTo>
                  <a:pt x="1060704" y="332232"/>
                </a:lnTo>
                <a:lnTo>
                  <a:pt x="1092898" y="292608"/>
                </a:lnTo>
                <a:lnTo>
                  <a:pt x="1121664" y="243840"/>
                </a:lnTo>
                <a:lnTo>
                  <a:pt x="1121562" y="324446"/>
                </a:lnTo>
                <a:lnTo>
                  <a:pt x="1121448" y="349910"/>
                </a:lnTo>
                <a:lnTo>
                  <a:pt x="1121029" y="383362"/>
                </a:lnTo>
                <a:lnTo>
                  <a:pt x="1120140" y="409956"/>
                </a:lnTo>
                <a:lnTo>
                  <a:pt x="1146048" y="397764"/>
                </a:lnTo>
                <a:lnTo>
                  <a:pt x="1144778" y="344385"/>
                </a:lnTo>
                <a:lnTo>
                  <a:pt x="1144536" y="243840"/>
                </a:lnTo>
                <a:lnTo>
                  <a:pt x="1144524" y="230124"/>
                </a:lnTo>
                <a:lnTo>
                  <a:pt x="1156716" y="230124"/>
                </a:lnTo>
                <a:lnTo>
                  <a:pt x="1162697" y="247294"/>
                </a:lnTo>
                <a:lnTo>
                  <a:pt x="1169860" y="265557"/>
                </a:lnTo>
                <a:lnTo>
                  <a:pt x="1188720" y="303276"/>
                </a:lnTo>
                <a:lnTo>
                  <a:pt x="1214247" y="340995"/>
                </a:lnTo>
                <a:lnTo>
                  <a:pt x="1251204" y="376428"/>
                </a:lnTo>
                <a:lnTo>
                  <a:pt x="1257731" y="369316"/>
                </a:lnTo>
                <a:lnTo>
                  <a:pt x="1265682" y="364045"/>
                </a:lnTo>
                <a:lnTo>
                  <a:pt x="1274787" y="360794"/>
                </a:lnTo>
                <a:lnTo>
                  <a:pt x="1284732" y="359664"/>
                </a:lnTo>
                <a:lnTo>
                  <a:pt x="1284732" y="353568"/>
                </a:lnTo>
                <a:lnTo>
                  <a:pt x="1242631" y="332613"/>
                </a:lnTo>
                <a:lnTo>
                  <a:pt x="1208532" y="300228"/>
                </a:lnTo>
                <a:lnTo>
                  <a:pt x="1182052" y="264604"/>
                </a:lnTo>
                <a:lnTo>
                  <a:pt x="1165860" y="230124"/>
                </a:lnTo>
                <a:lnTo>
                  <a:pt x="1287780" y="23012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" name="object 41"/>
          <p:cNvSpPr/>
          <p:nvPr/>
        </p:nvSpPr>
        <p:spPr>
          <a:xfrm>
            <a:off x="2122919" y="5373623"/>
            <a:ext cx="845819" cy="386080"/>
          </a:xfrm>
          <a:custGeom>
            <a:avLst/>
            <a:gdLst/>
            <a:ahLst/>
            <a:cxnLst/>
            <a:rect l="l" t="t" r="r" b="b"/>
            <a:pathLst>
              <a:path w="845819" h="386079">
                <a:moveTo>
                  <a:pt x="97802" y="64389"/>
                </a:moveTo>
                <a:lnTo>
                  <a:pt x="70675" y="33147"/>
                </a:lnTo>
                <a:lnTo>
                  <a:pt x="44196" y="16764"/>
                </a:lnTo>
                <a:lnTo>
                  <a:pt x="41148" y="19812"/>
                </a:lnTo>
                <a:lnTo>
                  <a:pt x="52565" y="37198"/>
                </a:lnTo>
                <a:lnTo>
                  <a:pt x="61531" y="52578"/>
                </a:lnTo>
                <a:lnTo>
                  <a:pt x="67945" y="65684"/>
                </a:lnTo>
                <a:lnTo>
                  <a:pt x="71628" y="76200"/>
                </a:lnTo>
                <a:lnTo>
                  <a:pt x="73152" y="86868"/>
                </a:lnTo>
                <a:lnTo>
                  <a:pt x="76200" y="91440"/>
                </a:lnTo>
                <a:lnTo>
                  <a:pt x="82296" y="91440"/>
                </a:lnTo>
                <a:lnTo>
                  <a:pt x="83820" y="89916"/>
                </a:lnTo>
                <a:lnTo>
                  <a:pt x="88392" y="86868"/>
                </a:lnTo>
                <a:lnTo>
                  <a:pt x="92964" y="82296"/>
                </a:lnTo>
                <a:lnTo>
                  <a:pt x="96012" y="77724"/>
                </a:lnTo>
                <a:lnTo>
                  <a:pt x="97536" y="70104"/>
                </a:lnTo>
                <a:lnTo>
                  <a:pt x="97802" y="64389"/>
                </a:lnTo>
                <a:close/>
              </a:path>
              <a:path w="845819" h="386079">
                <a:moveTo>
                  <a:pt x="147828" y="266700"/>
                </a:moveTo>
                <a:lnTo>
                  <a:pt x="143256" y="263652"/>
                </a:lnTo>
                <a:lnTo>
                  <a:pt x="85344" y="320040"/>
                </a:lnTo>
                <a:lnTo>
                  <a:pt x="85344" y="163068"/>
                </a:lnTo>
                <a:lnTo>
                  <a:pt x="91630" y="158496"/>
                </a:lnTo>
                <a:lnTo>
                  <a:pt x="102108" y="150876"/>
                </a:lnTo>
                <a:lnTo>
                  <a:pt x="71628" y="129540"/>
                </a:lnTo>
                <a:lnTo>
                  <a:pt x="59436" y="147828"/>
                </a:lnTo>
                <a:lnTo>
                  <a:pt x="0" y="147828"/>
                </a:lnTo>
                <a:lnTo>
                  <a:pt x="16764" y="163068"/>
                </a:lnTo>
                <a:lnTo>
                  <a:pt x="25603" y="161074"/>
                </a:lnTo>
                <a:lnTo>
                  <a:pt x="33718" y="159639"/>
                </a:lnTo>
                <a:lnTo>
                  <a:pt x="40982" y="158788"/>
                </a:lnTo>
                <a:lnTo>
                  <a:pt x="47244" y="158496"/>
                </a:lnTo>
                <a:lnTo>
                  <a:pt x="62484" y="158496"/>
                </a:lnTo>
                <a:lnTo>
                  <a:pt x="62484" y="310896"/>
                </a:lnTo>
                <a:lnTo>
                  <a:pt x="63042" y="321475"/>
                </a:lnTo>
                <a:lnTo>
                  <a:pt x="62293" y="330327"/>
                </a:lnTo>
                <a:lnTo>
                  <a:pt x="60134" y="337477"/>
                </a:lnTo>
                <a:lnTo>
                  <a:pt x="56388" y="342900"/>
                </a:lnTo>
                <a:lnTo>
                  <a:pt x="80772" y="368808"/>
                </a:lnTo>
                <a:lnTo>
                  <a:pt x="85864" y="356616"/>
                </a:lnTo>
                <a:lnTo>
                  <a:pt x="92011" y="344995"/>
                </a:lnTo>
                <a:lnTo>
                  <a:pt x="98996" y="334314"/>
                </a:lnTo>
                <a:lnTo>
                  <a:pt x="106680" y="324612"/>
                </a:lnTo>
                <a:lnTo>
                  <a:pt x="110032" y="320040"/>
                </a:lnTo>
                <a:lnTo>
                  <a:pt x="114401" y="314071"/>
                </a:lnTo>
                <a:lnTo>
                  <a:pt x="123825" y="300799"/>
                </a:lnTo>
                <a:lnTo>
                  <a:pt x="147828" y="266700"/>
                </a:lnTo>
                <a:close/>
              </a:path>
              <a:path w="845819" h="386079">
                <a:moveTo>
                  <a:pt x="409956" y="367284"/>
                </a:moveTo>
                <a:lnTo>
                  <a:pt x="379476" y="332232"/>
                </a:lnTo>
                <a:lnTo>
                  <a:pt x="353568" y="356616"/>
                </a:lnTo>
                <a:lnTo>
                  <a:pt x="278892" y="356616"/>
                </a:lnTo>
                <a:lnTo>
                  <a:pt x="278892" y="196596"/>
                </a:lnTo>
                <a:lnTo>
                  <a:pt x="390144" y="196596"/>
                </a:lnTo>
                <a:lnTo>
                  <a:pt x="379945" y="185928"/>
                </a:lnTo>
                <a:lnTo>
                  <a:pt x="356616" y="161544"/>
                </a:lnTo>
                <a:lnTo>
                  <a:pt x="330708" y="185928"/>
                </a:lnTo>
                <a:lnTo>
                  <a:pt x="278892" y="185928"/>
                </a:lnTo>
                <a:lnTo>
                  <a:pt x="278892" y="47244"/>
                </a:lnTo>
                <a:lnTo>
                  <a:pt x="400812" y="47244"/>
                </a:lnTo>
                <a:lnTo>
                  <a:pt x="367296" y="10668"/>
                </a:lnTo>
                <a:lnTo>
                  <a:pt x="339852" y="36576"/>
                </a:lnTo>
                <a:lnTo>
                  <a:pt x="134112" y="36576"/>
                </a:lnTo>
                <a:lnTo>
                  <a:pt x="150876" y="51816"/>
                </a:lnTo>
                <a:lnTo>
                  <a:pt x="159740" y="49822"/>
                </a:lnTo>
                <a:lnTo>
                  <a:pt x="168021" y="48387"/>
                </a:lnTo>
                <a:lnTo>
                  <a:pt x="175742" y="47536"/>
                </a:lnTo>
                <a:lnTo>
                  <a:pt x="182880" y="47244"/>
                </a:lnTo>
                <a:lnTo>
                  <a:pt x="256032" y="47244"/>
                </a:lnTo>
                <a:lnTo>
                  <a:pt x="256032" y="356616"/>
                </a:lnTo>
                <a:lnTo>
                  <a:pt x="195072" y="356616"/>
                </a:lnTo>
                <a:lnTo>
                  <a:pt x="195072" y="160020"/>
                </a:lnTo>
                <a:lnTo>
                  <a:pt x="210312" y="147828"/>
                </a:lnTo>
                <a:lnTo>
                  <a:pt x="172212" y="126492"/>
                </a:lnTo>
                <a:lnTo>
                  <a:pt x="172212" y="356616"/>
                </a:lnTo>
                <a:lnTo>
                  <a:pt x="108204" y="356616"/>
                </a:lnTo>
                <a:lnTo>
                  <a:pt x="123444" y="371856"/>
                </a:lnTo>
                <a:lnTo>
                  <a:pt x="133159" y="369862"/>
                </a:lnTo>
                <a:lnTo>
                  <a:pt x="141732" y="368427"/>
                </a:lnTo>
                <a:lnTo>
                  <a:pt x="149161" y="367576"/>
                </a:lnTo>
                <a:lnTo>
                  <a:pt x="155448" y="367284"/>
                </a:lnTo>
                <a:lnTo>
                  <a:pt x="409956" y="367284"/>
                </a:lnTo>
                <a:close/>
              </a:path>
              <a:path w="845819" h="386079">
                <a:moveTo>
                  <a:pt x="673608" y="259080"/>
                </a:moveTo>
                <a:lnTo>
                  <a:pt x="655510" y="223837"/>
                </a:lnTo>
                <a:lnTo>
                  <a:pt x="612648" y="198120"/>
                </a:lnTo>
                <a:lnTo>
                  <a:pt x="609600" y="202692"/>
                </a:lnTo>
                <a:lnTo>
                  <a:pt x="622198" y="217538"/>
                </a:lnTo>
                <a:lnTo>
                  <a:pt x="632650" y="232219"/>
                </a:lnTo>
                <a:lnTo>
                  <a:pt x="641108" y="246634"/>
                </a:lnTo>
                <a:lnTo>
                  <a:pt x="647700" y="260604"/>
                </a:lnTo>
                <a:lnTo>
                  <a:pt x="652272" y="272796"/>
                </a:lnTo>
                <a:lnTo>
                  <a:pt x="655320" y="278892"/>
                </a:lnTo>
                <a:lnTo>
                  <a:pt x="661416" y="278892"/>
                </a:lnTo>
                <a:lnTo>
                  <a:pt x="664464" y="277368"/>
                </a:lnTo>
                <a:lnTo>
                  <a:pt x="667512" y="271272"/>
                </a:lnTo>
                <a:lnTo>
                  <a:pt x="672084" y="265176"/>
                </a:lnTo>
                <a:lnTo>
                  <a:pt x="673608" y="259080"/>
                </a:lnTo>
                <a:close/>
              </a:path>
              <a:path w="845819" h="386079">
                <a:moveTo>
                  <a:pt x="726948" y="367284"/>
                </a:moveTo>
                <a:lnTo>
                  <a:pt x="725424" y="362712"/>
                </a:lnTo>
                <a:lnTo>
                  <a:pt x="723900" y="355092"/>
                </a:lnTo>
                <a:lnTo>
                  <a:pt x="720432" y="349377"/>
                </a:lnTo>
                <a:lnTo>
                  <a:pt x="675119" y="326186"/>
                </a:lnTo>
                <a:lnTo>
                  <a:pt x="610489" y="311238"/>
                </a:lnTo>
                <a:lnTo>
                  <a:pt x="563880" y="301752"/>
                </a:lnTo>
                <a:lnTo>
                  <a:pt x="562356" y="309372"/>
                </a:lnTo>
                <a:lnTo>
                  <a:pt x="586625" y="317398"/>
                </a:lnTo>
                <a:lnTo>
                  <a:pt x="609028" y="325564"/>
                </a:lnTo>
                <a:lnTo>
                  <a:pt x="647700" y="342900"/>
                </a:lnTo>
                <a:lnTo>
                  <a:pt x="691642" y="369049"/>
                </a:lnTo>
                <a:lnTo>
                  <a:pt x="708660" y="382524"/>
                </a:lnTo>
                <a:lnTo>
                  <a:pt x="713232" y="385572"/>
                </a:lnTo>
                <a:lnTo>
                  <a:pt x="720864" y="385572"/>
                </a:lnTo>
                <a:lnTo>
                  <a:pt x="722388" y="384048"/>
                </a:lnTo>
                <a:lnTo>
                  <a:pt x="723900" y="381000"/>
                </a:lnTo>
                <a:lnTo>
                  <a:pt x="726948" y="376428"/>
                </a:lnTo>
                <a:lnTo>
                  <a:pt x="726948" y="367284"/>
                </a:lnTo>
                <a:close/>
              </a:path>
              <a:path w="845819" h="386079">
                <a:moveTo>
                  <a:pt x="845820" y="269748"/>
                </a:moveTo>
                <a:lnTo>
                  <a:pt x="787527" y="254127"/>
                </a:lnTo>
                <a:lnTo>
                  <a:pt x="740676" y="227076"/>
                </a:lnTo>
                <a:lnTo>
                  <a:pt x="700468" y="183642"/>
                </a:lnTo>
                <a:lnTo>
                  <a:pt x="665988" y="121920"/>
                </a:lnTo>
                <a:lnTo>
                  <a:pt x="757440" y="121920"/>
                </a:lnTo>
                <a:lnTo>
                  <a:pt x="757440" y="141732"/>
                </a:lnTo>
                <a:lnTo>
                  <a:pt x="783336" y="131064"/>
                </a:lnTo>
                <a:lnTo>
                  <a:pt x="782561" y="121920"/>
                </a:lnTo>
                <a:lnTo>
                  <a:pt x="782459" y="120738"/>
                </a:lnTo>
                <a:lnTo>
                  <a:pt x="782053" y="111252"/>
                </a:lnTo>
                <a:lnTo>
                  <a:pt x="782002" y="110109"/>
                </a:lnTo>
                <a:lnTo>
                  <a:pt x="781837" y="98920"/>
                </a:lnTo>
                <a:lnTo>
                  <a:pt x="781812" y="32004"/>
                </a:lnTo>
                <a:lnTo>
                  <a:pt x="790054" y="27432"/>
                </a:lnTo>
                <a:lnTo>
                  <a:pt x="795540" y="24384"/>
                </a:lnTo>
                <a:lnTo>
                  <a:pt x="787920" y="16764"/>
                </a:lnTo>
                <a:lnTo>
                  <a:pt x="771144" y="0"/>
                </a:lnTo>
                <a:lnTo>
                  <a:pt x="757440" y="12573"/>
                </a:lnTo>
                <a:lnTo>
                  <a:pt x="757440" y="27432"/>
                </a:lnTo>
                <a:lnTo>
                  <a:pt x="757440" y="111252"/>
                </a:lnTo>
                <a:lnTo>
                  <a:pt x="556260" y="111252"/>
                </a:lnTo>
                <a:lnTo>
                  <a:pt x="556260" y="27432"/>
                </a:lnTo>
                <a:lnTo>
                  <a:pt x="757440" y="27432"/>
                </a:lnTo>
                <a:lnTo>
                  <a:pt x="757440" y="12573"/>
                </a:lnTo>
                <a:lnTo>
                  <a:pt x="752856" y="16764"/>
                </a:lnTo>
                <a:lnTo>
                  <a:pt x="560832" y="16764"/>
                </a:lnTo>
                <a:lnTo>
                  <a:pt x="530352" y="0"/>
                </a:lnTo>
                <a:lnTo>
                  <a:pt x="531837" y="52298"/>
                </a:lnTo>
                <a:lnTo>
                  <a:pt x="531825" y="98920"/>
                </a:lnTo>
                <a:lnTo>
                  <a:pt x="528828" y="164592"/>
                </a:lnTo>
                <a:lnTo>
                  <a:pt x="519684" y="212407"/>
                </a:lnTo>
                <a:lnTo>
                  <a:pt x="505968" y="254508"/>
                </a:lnTo>
                <a:lnTo>
                  <a:pt x="482536" y="295656"/>
                </a:lnTo>
                <a:lnTo>
                  <a:pt x="446532" y="336804"/>
                </a:lnTo>
                <a:lnTo>
                  <a:pt x="451104" y="342900"/>
                </a:lnTo>
                <a:lnTo>
                  <a:pt x="494728" y="303657"/>
                </a:lnTo>
                <a:lnTo>
                  <a:pt x="525780" y="257556"/>
                </a:lnTo>
                <a:lnTo>
                  <a:pt x="546163" y="198882"/>
                </a:lnTo>
                <a:lnTo>
                  <a:pt x="556260" y="121920"/>
                </a:lnTo>
                <a:lnTo>
                  <a:pt x="655320" y="121920"/>
                </a:lnTo>
                <a:lnTo>
                  <a:pt x="682752" y="188214"/>
                </a:lnTo>
                <a:lnTo>
                  <a:pt x="714756" y="236220"/>
                </a:lnTo>
                <a:lnTo>
                  <a:pt x="755523" y="270891"/>
                </a:lnTo>
                <a:lnTo>
                  <a:pt x="807720" y="298704"/>
                </a:lnTo>
                <a:lnTo>
                  <a:pt x="812609" y="290423"/>
                </a:lnTo>
                <a:lnTo>
                  <a:pt x="820483" y="283845"/>
                </a:lnTo>
                <a:lnTo>
                  <a:pt x="831519" y="278993"/>
                </a:lnTo>
                <a:lnTo>
                  <a:pt x="845820" y="275844"/>
                </a:lnTo>
                <a:lnTo>
                  <a:pt x="845820" y="26974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" name="object 42"/>
          <p:cNvSpPr/>
          <p:nvPr/>
        </p:nvSpPr>
        <p:spPr>
          <a:xfrm>
            <a:off x="3017519" y="5381244"/>
            <a:ext cx="403860" cy="381000"/>
          </a:xfrm>
          <a:custGeom>
            <a:avLst/>
            <a:gdLst/>
            <a:ahLst/>
            <a:cxnLst/>
            <a:rect l="l" t="t" r="r" b="b"/>
            <a:pathLst>
              <a:path w="403860" h="381000">
                <a:moveTo>
                  <a:pt x="15240" y="42672"/>
                </a:moveTo>
                <a:lnTo>
                  <a:pt x="0" y="27432"/>
                </a:lnTo>
                <a:lnTo>
                  <a:pt x="341376" y="27432"/>
                </a:lnTo>
                <a:lnTo>
                  <a:pt x="367284" y="0"/>
                </a:lnTo>
                <a:lnTo>
                  <a:pt x="403860" y="36576"/>
                </a:lnTo>
                <a:lnTo>
                  <a:pt x="56388" y="36576"/>
                </a:lnTo>
                <a:lnTo>
                  <a:pt x="45243" y="37099"/>
                </a:lnTo>
                <a:lnTo>
                  <a:pt x="34671" y="38481"/>
                </a:lnTo>
                <a:lnTo>
                  <a:pt x="24669" y="40433"/>
                </a:lnTo>
                <a:lnTo>
                  <a:pt x="15240" y="42672"/>
                </a:lnTo>
                <a:close/>
              </a:path>
              <a:path w="403860" h="381000">
                <a:moveTo>
                  <a:pt x="319561" y="338328"/>
                </a:moveTo>
                <a:lnTo>
                  <a:pt x="274319" y="338328"/>
                </a:lnTo>
                <a:lnTo>
                  <a:pt x="285178" y="337518"/>
                </a:lnTo>
                <a:lnTo>
                  <a:pt x="292608" y="332994"/>
                </a:lnTo>
                <a:lnTo>
                  <a:pt x="296608" y="325040"/>
                </a:lnTo>
                <a:lnTo>
                  <a:pt x="297180" y="313944"/>
                </a:lnTo>
                <a:lnTo>
                  <a:pt x="297180" y="36576"/>
                </a:lnTo>
                <a:lnTo>
                  <a:pt x="321563" y="36576"/>
                </a:lnTo>
                <a:lnTo>
                  <a:pt x="321563" y="320040"/>
                </a:lnTo>
                <a:lnTo>
                  <a:pt x="319561" y="338328"/>
                </a:lnTo>
                <a:close/>
              </a:path>
              <a:path w="403860" h="381000">
                <a:moveTo>
                  <a:pt x="217424" y="108204"/>
                </a:moveTo>
                <a:lnTo>
                  <a:pt x="185928" y="108204"/>
                </a:lnTo>
                <a:lnTo>
                  <a:pt x="195072" y="91440"/>
                </a:lnTo>
                <a:lnTo>
                  <a:pt x="217424" y="108204"/>
                </a:lnTo>
                <a:close/>
              </a:path>
              <a:path w="403860" h="381000">
                <a:moveTo>
                  <a:pt x="62484" y="298704"/>
                </a:moveTo>
                <a:lnTo>
                  <a:pt x="62722" y="268938"/>
                </a:lnTo>
                <a:lnTo>
                  <a:pt x="63769" y="215122"/>
                </a:lnTo>
                <a:lnTo>
                  <a:pt x="64008" y="190500"/>
                </a:lnTo>
                <a:lnTo>
                  <a:pt x="63769" y="167354"/>
                </a:lnTo>
                <a:lnTo>
                  <a:pt x="62722" y="119348"/>
                </a:lnTo>
                <a:lnTo>
                  <a:pt x="62484" y="94488"/>
                </a:lnTo>
                <a:lnTo>
                  <a:pt x="89916" y="108204"/>
                </a:lnTo>
                <a:lnTo>
                  <a:pt x="217424" y="108204"/>
                </a:lnTo>
                <a:lnTo>
                  <a:pt x="225552" y="114300"/>
                </a:lnTo>
                <a:lnTo>
                  <a:pt x="220408" y="118872"/>
                </a:lnTo>
                <a:lnTo>
                  <a:pt x="88392" y="118872"/>
                </a:lnTo>
                <a:lnTo>
                  <a:pt x="88392" y="239268"/>
                </a:lnTo>
                <a:lnTo>
                  <a:pt x="212182" y="239268"/>
                </a:lnTo>
                <a:lnTo>
                  <a:pt x="212454" y="249936"/>
                </a:lnTo>
                <a:lnTo>
                  <a:pt x="88392" y="249936"/>
                </a:lnTo>
                <a:lnTo>
                  <a:pt x="88392" y="289560"/>
                </a:lnTo>
                <a:lnTo>
                  <a:pt x="62484" y="298704"/>
                </a:lnTo>
                <a:close/>
              </a:path>
              <a:path w="403860" h="381000">
                <a:moveTo>
                  <a:pt x="212182" y="239268"/>
                </a:moveTo>
                <a:lnTo>
                  <a:pt x="187452" y="239268"/>
                </a:lnTo>
                <a:lnTo>
                  <a:pt x="187452" y="118872"/>
                </a:lnTo>
                <a:lnTo>
                  <a:pt x="220408" y="118872"/>
                </a:lnTo>
                <a:lnTo>
                  <a:pt x="211836" y="126492"/>
                </a:lnTo>
                <a:lnTo>
                  <a:pt x="211859" y="216598"/>
                </a:lnTo>
                <a:lnTo>
                  <a:pt x="212026" y="233172"/>
                </a:lnTo>
                <a:lnTo>
                  <a:pt x="212182" y="239268"/>
                </a:lnTo>
                <a:close/>
              </a:path>
              <a:path w="403860" h="381000">
                <a:moveTo>
                  <a:pt x="187452" y="280415"/>
                </a:moveTo>
                <a:lnTo>
                  <a:pt x="187452" y="249936"/>
                </a:lnTo>
                <a:lnTo>
                  <a:pt x="212454" y="249936"/>
                </a:lnTo>
                <a:lnTo>
                  <a:pt x="212478" y="250888"/>
                </a:lnTo>
                <a:lnTo>
                  <a:pt x="213360" y="269748"/>
                </a:lnTo>
                <a:lnTo>
                  <a:pt x="187452" y="280415"/>
                </a:lnTo>
                <a:close/>
              </a:path>
              <a:path w="403860" h="381000">
                <a:moveTo>
                  <a:pt x="283464" y="381000"/>
                </a:moveTo>
                <a:lnTo>
                  <a:pt x="278034" y="369879"/>
                </a:lnTo>
                <a:lnTo>
                  <a:pt x="266319" y="359473"/>
                </a:lnTo>
                <a:lnTo>
                  <a:pt x="248316" y="349924"/>
                </a:lnTo>
                <a:lnTo>
                  <a:pt x="224028" y="341376"/>
                </a:lnTo>
                <a:lnTo>
                  <a:pt x="224028" y="332232"/>
                </a:lnTo>
                <a:lnTo>
                  <a:pt x="236601" y="334256"/>
                </a:lnTo>
                <a:lnTo>
                  <a:pt x="249174" y="335851"/>
                </a:lnTo>
                <a:lnTo>
                  <a:pt x="261747" y="337161"/>
                </a:lnTo>
                <a:lnTo>
                  <a:pt x="274319" y="338328"/>
                </a:lnTo>
                <a:lnTo>
                  <a:pt x="319561" y="338328"/>
                </a:lnTo>
                <a:lnTo>
                  <a:pt x="319254" y="341137"/>
                </a:lnTo>
                <a:lnTo>
                  <a:pt x="312229" y="358521"/>
                </a:lnTo>
                <a:lnTo>
                  <a:pt x="300347" y="371903"/>
                </a:lnTo>
                <a:lnTo>
                  <a:pt x="283464" y="38100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" name="object 43"/>
          <p:cNvSpPr/>
          <p:nvPr/>
        </p:nvSpPr>
        <p:spPr>
          <a:xfrm>
            <a:off x="3476244" y="5361432"/>
            <a:ext cx="387350" cy="407034"/>
          </a:xfrm>
          <a:custGeom>
            <a:avLst/>
            <a:gdLst/>
            <a:ahLst/>
            <a:cxnLst/>
            <a:rect l="l" t="t" r="r" b="b"/>
            <a:pathLst>
              <a:path w="387350" h="407035">
                <a:moveTo>
                  <a:pt x="16764" y="137160"/>
                </a:moveTo>
                <a:lnTo>
                  <a:pt x="0" y="103632"/>
                </a:lnTo>
                <a:lnTo>
                  <a:pt x="8858" y="101346"/>
                </a:lnTo>
                <a:lnTo>
                  <a:pt x="19431" y="94488"/>
                </a:lnTo>
                <a:lnTo>
                  <a:pt x="59459" y="49077"/>
                </a:lnTo>
                <a:lnTo>
                  <a:pt x="80652" y="15406"/>
                </a:lnTo>
                <a:lnTo>
                  <a:pt x="88392" y="0"/>
                </a:lnTo>
                <a:lnTo>
                  <a:pt x="118872" y="25908"/>
                </a:lnTo>
                <a:lnTo>
                  <a:pt x="86296" y="47553"/>
                </a:lnTo>
                <a:lnTo>
                  <a:pt x="59150" y="75176"/>
                </a:lnTo>
                <a:lnTo>
                  <a:pt x="46863" y="87820"/>
                </a:lnTo>
                <a:lnTo>
                  <a:pt x="36290" y="98464"/>
                </a:lnTo>
                <a:lnTo>
                  <a:pt x="27432" y="106680"/>
                </a:lnTo>
                <a:lnTo>
                  <a:pt x="192627" y="106680"/>
                </a:lnTo>
                <a:lnTo>
                  <a:pt x="193324" y="111252"/>
                </a:lnTo>
                <a:lnTo>
                  <a:pt x="163068" y="111252"/>
                </a:lnTo>
                <a:lnTo>
                  <a:pt x="146804" y="112656"/>
                </a:lnTo>
                <a:lnTo>
                  <a:pt x="82296" y="118872"/>
                </a:lnTo>
                <a:lnTo>
                  <a:pt x="59412" y="122586"/>
                </a:lnTo>
                <a:lnTo>
                  <a:pt x="40957" y="126873"/>
                </a:lnTo>
                <a:lnTo>
                  <a:pt x="26789" y="131730"/>
                </a:lnTo>
                <a:lnTo>
                  <a:pt x="16764" y="137160"/>
                </a:lnTo>
                <a:close/>
              </a:path>
              <a:path w="387350" h="407035">
                <a:moveTo>
                  <a:pt x="192627" y="106680"/>
                </a:moveTo>
                <a:lnTo>
                  <a:pt x="27432" y="106680"/>
                </a:lnTo>
                <a:lnTo>
                  <a:pt x="160020" y="103632"/>
                </a:lnTo>
                <a:lnTo>
                  <a:pt x="152042" y="89654"/>
                </a:lnTo>
                <a:lnTo>
                  <a:pt x="144208" y="77533"/>
                </a:lnTo>
                <a:lnTo>
                  <a:pt x="136659" y="67413"/>
                </a:lnTo>
                <a:lnTo>
                  <a:pt x="129540" y="59436"/>
                </a:lnTo>
                <a:lnTo>
                  <a:pt x="132588" y="53340"/>
                </a:lnTo>
                <a:lnTo>
                  <a:pt x="169449" y="78200"/>
                </a:lnTo>
                <a:lnTo>
                  <a:pt x="189928" y="100203"/>
                </a:lnTo>
                <a:lnTo>
                  <a:pt x="192627" y="106680"/>
                </a:lnTo>
                <a:close/>
              </a:path>
              <a:path w="387350" h="407035">
                <a:moveTo>
                  <a:pt x="176784" y="138684"/>
                </a:moveTo>
                <a:lnTo>
                  <a:pt x="172212" y="138684"/>
                </a:lnTo>
                <a:lnTo>
                  <a:pt x="172212" y="134112"/>
                </a:lnTo>
                <a:lnTo>
                  <a:pt x="169164" y="128016"/>
                </a:lnTo>
                <a:lnTo>
                  <a:pt x="166116" y="120396"/>
                </a:lnTo>
                <a:lnTo>
                  <a:pt x="163068" y="111252"/>
                </a:lnTo>
                <a:lnTo>
                  <a:pt x="193324" y="111252"/>
                </a:lnTo>
                <a:lnTo>
                  <a:pt x="193548" y="112776"/>
                </a:lnTo>
                <a:lnTo>
                  <a:pt x="192024" y="121920"/>
                </a:lnTo>
                <a:lnTo>
                  <a:pt x="190500" y="128016"/>
                </a:lnTo>
                <a:lnTo>
                  <a:pt x="181356" y="137160"/>
                </a:lnTo>
                <a:lnTo>
                  <a:pt x="176784" y="138684"/>
                </a:lnTo>
                <a:close/>
              </a:path>
              <a:path w="387350" h="407035">
                <a:moveTo>
                  <a:pt x="171232" y="163068"/>
                </a:moveTo>
                <a:lnTo>
                  <a:pt x="137160" y="163068"/>
                </a:lnTo>
                <a:lnTo>
                  <a:pt x="150876" y="146304"/>
                </a:lnTo>
                <a:lnTo>
                  <a:pt x="171232" y="163068"/>
                </a:lnTo>
                <a:close/>
              </a:path>
              <a:path w="387350" h="407035">
                <a:moveTo>
                  <a:pt x="21336" y="406908"/>
                </a:moveTo>
                <a:lnTo>
                  <a:pt x="22455" y="384881"/>
                </a:lnTo>
                <a:lnTo>
                  <a:pt x="23431" y="355282"/>
                </a:lnTo>
                <a:lnTo>
                  <a:pt x="24122" y="317968"/>
                </a:lnTo>
                <a:lnTo>
                  <a:pt x="24384" y="272795"/>
                </a:lnTo>
                <a:lnTo>
                  <a:pt x="24122" y="228219"/>
                </a:lnTo>
                <a:lnTo>
                  <a:pt x="23431" y="192786"/>
                </a:lnTo>
                <a:lnTo>
                  <a:pt x="22455" y="166497"/>
                </a:lnTo>
                <a:lnTo>
                  <a:pt x="21336" y="149352"/>
                </a:lnTo>
                <a:lnTo>
                  <a:pt x="48768" y="163068"/>
                </a:lnTo>
                <a:lnTo>
                  <a:pt x="171232" y="163068"/>
                </a:lnTo>
                <a:lnTo>
                  <a:pt x="176784" y="167640"/>
                </a:lnTo>
                <a:lnTo>
                  <a:pt x="169925" y="173736"/>
                </a:lnTo>
                <a:lnTo>
                  <a:pt x="48768" y="173736"/>
                </a:lnTo>
                <a:lnTo>
                  <a:pt x="48768" y="216407"/>
                </a:lnTo>
                <a:lnTo>
                  <a:pt x="163068" y="216407"/>
                </a:lnTo>
                <a:lnTo>
                  <a:pt x="163068" y="227076"/>
                </a:lnTo>
                <a:lnTo>
                  <a:pt x="48768" y="227076"/>
                </a:lnTo>
                <a:lnTo>
                  <a:pt x="48768" y="277368"/>
                </a:lnTo>
                <a:lnTo>
                  <a:pt x="163068" y="277368"/>
                </a:lnTo>
                <a:lnTo>
                  <a:pt x="163068" y="288036"/>
                </a:lnTo>
                <a:lnTo>
                  <a:pt x="48768" y="288036"/>
                </a:lnTo>
                <a:lnTo>
                  <a:pt x="48768" y="393192"/>
                </a:lnTo>
                <a:lnTo>
                  <a:pt x="21336" y="406908"/>
                </a:lnTo>
                <a:close/>
              </a:path>
              <a:path w="387350" h="407035">
                <a:moveTo>
                  <a:pt x="163068" y="216407"/>
                </a:moveTo>
                <a:lnTo>
                  <a:pt x="140208" y="216407"/>
                </a:lnTo>
                <a:lnTo>
                  <a:pt x="140208" y="173736"/>
                </a:lnTo>
                <a:lnTo>
                  <a:pt x="169925" y="173736"/>
                </a:lnTo>
                <a:lnTo>
                  <a:pt x="163068" y="179831"/>
                </a:lnTo>
                <a:lnTo>
                  <a:pt x="163068" y="216407"/>
                </a:lnTo>
                <a:close/>
              </a:path>
              <a:path w="387350" h="407035">
                <a:moveTo>
                  <a:pt x="163068" y="277368"/>
                </a:moveTo>
                <a:lnTo>
                  <a:pt x="140208" y="277368"/>
                </a:lnTo>
                <a:lnTo>
                  <a:pt x="140208" y="227076"/>
                </a:lnTo>
                <a:lnTo>
                  <a:pt x="163068" y="227076"/>
                </a:lnTo>
                <a:lnTo>
                  <a:pt x="163068" y="277368"/>
                </a:lnTo>
                <a:close/>
              </a:path>
              <a:path w="387350" h="407035">
                <a:moveTo>
                  <a:pt x="162228" y="368808"/>
                </a:moveTo>
                <a:lnTo>
                  <a:pt x="135636" y="368808"/>
                </a:lnTo>
                <a:lnTo>
                  <a:pt x="140208" y="362712"/>
                </a:lnTo>
                <a:lnTo>
                  <a:pt x="140208" y="288036"/>
                </a:lnTo>
                <a:lnTo>
                  <a:pt x="163068" y="288036"/>
                </a:lnTo>
                <a:lnTo>
                  <a:pt x="163068" y="358139"/>
                </a:lnTo>
                <a:lnTo>
                  <a:pt x="162228" y="368808"/>
                </a:lnTo>
                <a:close/>
              </a:path>
              <a:path w="387350" h="407035">
                <a:moveTo>
                  <a:pt x="128016" y="406908"/>
                </a:moveTo>
                <a:lnTo>
                  <a:pt x="124301" y="396073"/>
                </a:lnTo>
                <a:lnTo>
                  <a:pt x="115442" y="386524"/>
                </a:lnTo>
                <a:lnTo>
                  <a:pt x="101441" y="378404"/>
                </a:lnTo>
                <a:lnTo>
                  <a:pt x="82296" y="371856"/>
                </a:lnTo>
                <a:lnTo>
                  <a:pt x="82296" y="364236"/>
                </a:lnTo>
                <a:lnTo>
                  <a:pt x="98012" y="366236"/>
                </a:lnTo>
                <a:lnTo>
                  <a:pt x="110871" y="367665"/>
                </a:lnTo>
                <a:lnTo>
                  <a:pt x="120872" y="368522"/>
                </a:lnTo>
                <a:lnTo>
                  <a:pt x="128016" y="368808"/>
                </a:lnTo>
                <a:lnTo>
                  <a:pt x="162228" y="368808"/>
                </a:lnTo>
                <a:lnTo>
                  <a:pt x="161877" y="373260"/>
                </a:lnTo>
                <a:lnTo>
                  <a:pt x="155828" y="386524"/>
                </a:lnTo>
                <a:lnTo>
                  <a:pt x="144637" y="397787"/>
                </a:lnTo>
                <a:lnTo>
                  <a:pt x="128016" y="406908"/>
                </a:lnTo>
                <a:close/>
              </a:path>
              <a:path w="387350" h="407035">
                <a:moveTo>
                  <a:pt x="332232" y="182880"/>
                </a:moveTo>
                <a:lnTo>
                  <a:pt x="259080" y="182880"/>
                </a:lnTo>
                <a:lnTo>
                  <a:pt x="243078" y="180879"/>
                </a:lnTo>
                <a:lnTo>
                  <a:pt x="231648" y="174879"/>
                </a:lnTo>
                <a:lnTo>
                  <a:pt x="224790" y="164877"/>
                </a:lnTo>
                <a:lnTo>
                  <a:pt x="222504" y="150876"/>
                </a:lnTo>
                <a:lnTo>
                  <a:pt x="222265" y="96607"/>
                </a:lnTo>
                <a:lnTo>
                  <a:pt x="221742" y="55054"/>
                </a:lnTo>
                <a:lnTo>
                  <a:pt x="221218" y="26360"/>
                </a:lnTo>
                <a:lnTo>
                  <a:pt x="220980" y="10668"/>
                </a:lnTo>
                <a:lnTo>
                  <a:pt x="260604" y="27432"/>
                </a:lnTo>
                <a:lnTo>
                  <a:pt x="245364" y="41148"/>
                </a:lnTo>
                <a:lnTo>
                  <a:pt x="245364" y="102108"/>
                </a:lnTo>
                <a:lnTo>
                  <a:pt x="269052" y="102108"/>
                </a:lnTo>
                <a:lnTo>
                  <a:pt x="265628" y="103560"/>
                </a:lnTo>
                <a:lnTo>
                  <a:pt x="245364" y="111252"/>
                </a:lnTo>
                <a:lnTo>
                  <a:pt x="245364" y="143256"/>
                </a:lnTo>
                <a:lnTo>
                  <a:pt x="246840" y="152138"/>
                </a:lnTo>
                <a:lnTo>
                  <a:pt x="251460" y="158305"/>
                </a:lnTo>
                <a:lnTo>
                  <a:pt x="259508" y="161901"/>
                </a:lnTo>
                <a:lnTo>
                  <a:pt x="271272" y="163068"/>
                </a:lnTo>
                <a:lnTo>
                  <a:pt x="380259" y="163068"/>
                </a:lnTo>
                <a:lnTo>
                  <a:pt x="375094" y="170021"/>
                </a:lnTo>
                <a:lnTo>
                  <a:pt x="364236" y="177165"/>
                </a:lnTo>
                <a:lnTo>
                  <a:pt x="349948" y="181451"/>
                </a:lnTo>
                <a:lnTo>
                  <a:pt x="332232" y="182880"/>
                </a:lnTo>
                <a:close/>
              </a:path>
              <a:path w="387350" h="407035">
                <a:moveTo>
                  <a:pt x="269052" y="102108"/>
                </a:moveTo>
                <a:lnTo>
                  <a:pt x="245364" y="102108"/>
                </a:lnTo>
                <a:lnTo>
                  <a:pt x="270176" y="87844"/>
                </a:lnTo>
                <a:lnTo>
                  <a:pt x="291846" y="72580"/>
                </a:lnTo>
                <a:lnTo>
                  <a:pt x="310086" y="56459"/>
                </a:lnTo>
                <a:lnTo>
                  <a:pt x="324612" y="39624"/>
                </a:lnTo>
                <a:lnTo>
                  <a:pt x="350520" y="68580"/>
                </a:lnTo>
                <a:lnTo>
                  <a:pt x="335280" y="71628"/>
                </a:lnTo>
                <a:lnTo>
                  <a:pt x="310729" y="83605"/>
                </a:lnTo>
                <a:lnTo>
                  <a:pt x="287464" y="94297"/>
                </a:lnTo>
                <a:lnTo>
                  <a:pt x="269052" y="102108"/>
                </a:lnTo>
                <a:close/>
              </a:path>
              <a:path w="387350" h="407035">
                <a:moveTo>
                  <a:pt x="380259" y="163068"/>
                </a:moveTo>
                <a:lnTo>
                  <a:pt x="329184" y="163068"/>
                </a:lnTo>
                <a:lnTo>
                  <a:pt x="337208" y="161067"/>
                </a:lnTo>
                <a:lnTo>
                  <a:pt x="343090" y="157353"/>
                </a:lnTo>
                <a:lnTo>
                  <a:pt x="350520" y="100584"/>
                </a:lnTo>
                <a:lnTo>
                  <a:pt x="358140" y="100584"/>
                </a:lnTo>
                <a:lnTo>
                  <a:pt x="358640" y="110585"/>
                </a:lnTo>
                <a:lnTo>
                  <a:pt x="359854" y="120015"/>
                </a:lnTo>
                <a:lnTo>
                  <a:pt x="361354" y="128873"/>
                </a:lnTo>
                <a:lnTo>
                  <a:pt x="362712" y="137160"/>
                </a:lnTo>
                <a:lnTo>
                  <a:pt x="365593" y="145232"/>
                </a:lnTo>
                <a:lnTo>
                  <a:pt x="369760" y="151447"/>
                </a:lnTo>
                <a:lnTo>
                  <a:pt x="375356" y="156233"/>
                </a:lnTo>
                <a:lnTo>
                  <a:pt x="382524" y="160019"/>
                </a:lnTo>
                <a:lnTo>
                  <a:pt x="380259" y="163068"/>
                </a:lnTo>
                <a:close/>
              </a:path>
              <a:path w="387350" h="407035">
                <a:moveTo>
                  <a:pt x="335280" y="393192"/>
                </a:moveTo>
                <a:lnTo>
                  <a:pt x="254508" y="393192"/>
                </a:lnTo>
                <a:lnTo>
                  <a:pt x="238482" y="391191"/>
                </a:lnTo>
                <a:lnTo>
                  <a:pt x="226885" y="385191"/>
                </a:lnTo>
                <a:lnTo>
                  <a:pt x="219575" y="375189"/>
                </a:lnTo>
                <a:lnTo>
                  <a:pt x="216408" y="361187"/>
                </a:lnTo>
                <a:lnTo>
                  <a:pt x="216381" y="300228"/>
                </a:lnTo>
                <a:lnTo>
                  <a:pt x="216255" y="265104"/>
                </a:lnTo>
                <a:lnTo>
                  <a:pt x="216150" y="249936"/>
                </a:lnTo>
                <a:lnTo>
                  <a:pt x="215765" y="222527"/>
                </a:lnTo>
                <a:lnTo>
                  <a:pt x="214884" y="204216"/>
                </a:lnTo>
                <a:lnTo>
                  <a:pt x="254508" y="224028"/>
                </a:lnTo>
                <a:lnTo>
                  <a:pt x="239268" y="236219"/>
                </a:lnTo>
                <a:lnTo>
                  <a:pt x="239268" y="291083"/>
                </a:lnTo>
                <a:lnTo>
                  <a:pt x="262261" y="291083"/>
                </a:lnTo>
                <a:lnTo>
                  <a:pt x="239268" y="301752"/>
                </a:lnTo>
                <a:lnTo>
                  <a:pt x="239268" y="345948"/>
                </a:lnTo>
                <a:lnTo>
                  <a:pt x="240958" y="357925"/>
                </a:lnTo>
                <a:lnTo>
                  <a:pt x="245935" y="366331"/>
                </a:lnTo>
                <a:lnTo>
                  <a:pt x="254055" y="371022"/>
                </a:lnTo>
                <a:lnTo>
                  <a:pt x="265175" y="371856"/>
                </a:lnTo>
                <a:lnTo>
                  <a:pt x="384157" y="371856"/>
                </a:lnTo>
                <a:lnTo>
                  <a:pt x="380499" y="377547"/>
                </a:lnTo>
                <a:lnTo>
                  <a:pt x="369760" y="385381"/>
                </a:lnTo>
                <a:lnTo>
                  <a:pt x="354734" y="390644"/>
                </a:lnTo>
                <a:lnTo>
                  <a:pt x="335280" y="393192"/>
                </a:lnTo>
                <a:close/>
              </a:path>
              <a:path w="387350" h="407035">
                <a:moveTo>
                  <a:pt x="262261" y="291083"/>
                </a:moveTo>
                <a:lnTo>
                  <a:pt x="239268" y="291083"/>
                </a:lnTo>
                <a:lnTo>
                  <a:pt x="267890" y="274486"/>
                </a:lnTo>
                <a:lnTo>
                  <a:pt x="292227" y="256603"/>
                </a:lnTo>
                <a:lnTo>
                  <a:pt x="312562" y="237291"/>
                </a:lnTo>
                <a:lnTo>
                  <a:pt x="329184" y="216407"/>
                </a:lnTo>
                <a:lnTo>
                  <a:pt x="358140" y="249936"/>
                </a:lnTo>
                <a:lnTo>
                  <a:pt x="341376" y="249936"/>
                </a:lnTo>
                <a:lnTo>
                  <a:pt x="313634" y="265104"/>
                </a:lnTo>
                <a:lnTo>
                  <a:pt x="287464" y="278701"/>
                </a:lnTo>
                <a:lnTo>
                  <a:pt x="262261" y="291083"/>
                </a:lnTo>
                <a:close/>
              </a:path>
              <a:path w="387350" h="407035">
                <a:moveTo>
                  <a:pt x="384157" y="371856"/>
                </a:moveTo>
                <a:lnTo>
                  <a:pt x="333756" y="371856"/>
                </a:lnTo>
                <a:lnTo>
                  <a:pt x="341995" y="369546"/>
                </a:lnTo>
                <a:lnTo>
                  <a:pt x="348234" y="364807"/>
                </a:lnTo>
                <a:lnTo>
                  <a:pt x="352186" y="357497"/>
                </a:lnTo>
                <a:lnTo>
                  <a:pt x="353568" y="347472"/>
                </a:lnTo>
                <a:lnTo>
                  <a:pt x="353829" y="336875"/>
                </a:lnTo>
                <a:lnTo>
                  <a:pt x="354520" y="325564"/>
                </a:lnTo>
                <a:lnTo>
                  <a:pt x="355496" y="313396"/>
                </a:lnTo>
                <a:lnTo>
                  <a:pt x="356616" y="300228"/>
                </a:lnTo>
                <a:lnTo>
                  <a:pt x="362712" y="300228"/>
                </a:lnTo>
                <a:lnTo>
                  <a:pt x="363878" y="314229"/>
                </a:lnTo>
                <a:lnTo>
                  <a:pt x="365188" y="326517"/>
                </a:lnTo>
                <a:lnTo>
                  <a:pt x="380809" y="364378"/>
                </a:lnTo>
                <a:lnTo>
                  <a:pt x="387096" y="367284"/>
                </a:lnTo>
                <a:lnTo>
                  <a:pt x="384157" y="37185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" name="object 44"/>
          <p:cNvSpPr/>
          <p:nvPr/>
        </p:nvSpPr>
        <p:spPr>
          <a:xfrm>
            <a:off x="3939540" y="5362955"/>
            <a:ext cx="356870" cy="401320"/>
          </a:xfrm>
          <a:custGeom>
            <a:avLst/>
            <a:gdLst/>
            <a:ahLst/>
            <a:cxnLst/>
            <a:rect l="l" t="t" r="r" b="b"/>
            <a:pathLst>
              <a:path w="356870" h="401320">
                <a:moveTo>
                  <a:pt x="53340" y="89916"/>
                </a:moveTo>
                <a:lnTo>
                  <a:pt x="44196" y="89916"/>
                </a:lnTo>
                <a:lnTo>
                  <a:pt x="51339" y="62150"/>
                </a:lnTo>
                <a:lnTo>
                  <a:pt x="56769" y="38100"/>
                </a:lnTo>
                <a:lnTo>
                  <a:pt x="60483" y="17478"/>
                </a:lnTo>
                <a:lnTo>
                  <a:pt x="62484" y="0"/>
                </a:lnTo>
                <a:lnTo>
                  <a:pt x="100584" y="21336"/>
                </a:lnTo>
                <a:lnTo>
                  <a:pt x="91487" y="28408"/>
                </a:lnTo>
                <a:lnTo>
                  <a:pt x="80391" y="42481"/>
                </a:lnTo>
                <a:lnTo>
                  <a:pt x="67579" y="63126"/>
                </a:lnTo>
                <a:lnTo>
                  <a:pt x="53340" y="89916"/>
                </a:lnTo>
                <a:close/>
              </a:path>
              <a:path w="356870" h="401320">
                <a:moveTo>
                  <a:pt x="147828" y="190500"/>
                </a:moveTo>
                <a:lnTo>
                  <a:pt x="143256" y="187452"/>
                </a:lnTo>
                <a:lnTo>
                  <a:pt x="160162" y="160615"/>
                </a:lnTo>
                <a:lnTo>
                  <a:pt x="174498" y="135064"/>
                </a:lnTo>
                <a:lnTo>
                  <a:pt x="196596" y="88392"/>
                </a:lnTo>
                <a:lnTo>
                  <a:pt x="211836" y="44958"/>
                </a:lnTo>
                <a:lnTo>
                  <a:pt x="222503" y="1524"/>
                </a:lnTo>
                <a:lnTo>
                  <a:pt x="260603" y="24384"/>
                </a:lnTo>
                <a:lnTo>
                  <a:pt x="252864" y="32146"/>
                </a:lnTo>
                <a:lnTo>
                  <a:pt x="243268" y="46482"/>
                </a:lnTo>
                <a:lnTo>
                  <a:pt x="231671" y="67675"/>
                </a:lnTo>
                <a:lnTo>
                  <a:pt x="217932" y="96012"/>
                </a:lnTo>
                <a:lnTo>
                  <a:pt x="350520" y="96012"/>
                </a:lnTo>
                <a:lnTo>
                  <a:pt x="356616" y="102108"/>
                </a:lnTo>
                <a:lnTo>
                  <a:pt x="352806" y="105156"/>
                </a:lnTo>
                <a:lnTo>
                  <a:pt x="213360" y="105156"/>
                </a:lnTo>
                <a:lnTo>
                  <a:pt x="197977" y="130063"/>
                </a:lnTo>
                <a:lnTo>
                  <a:pt x="181737" y="152400"/>
                </a:lnTo>
                <a:lnTo>
                  <a:pt x="164925" y="172450"/>
                </a:lnTo>
                <a:lnTo>
                  <a:pt x="147828" y="190500"/>
                </a:lnTo>
                <a:close/>
              </a:path>
              <a:path w="356870" h="401320">
                <a:moveTo>
                  <a:pt x="146304" y="89916"/>
                </a:moveTo>
                <a:lnTo>
                  <a:pt x="111252" y="89916"/>
                </a:lnTo>
                <a:lnTo>
                  <a:pt x="129540" y="73152"/>
                </a:lnTo>
                <a:lnTo>
                  <a:pt x="146304" y="89916"/>
                </a:lnTo>
                <a:close/>
              </a:path>
              <a:path w="356870" h="401320">
                <a:moveTo>
                  <a:pt x="0" y="397764"/>
                </a:moveTo>
                <a:lnTo>
                  <a:pt x="820" y="359664"/>
                </a:lnTo>
                <a:lnTo>
                  <a:pt x="907" y="354520"/>
                </a:lnTo>
                <a:lnTo>
                  <a:pt x="1333" y="316230"/>
                </a:lnTo>
                <a:lnTo>
                  <a:pt x="1425" y="176784"/>
                </a:lnTo>
                <a:lnTo>
                  <a:pt x="1307" y="152400"/>
                </a:lnTo>
                <a:lnTo>
                  <a:pt x="881" y="114681"/>
                </a:lnTo>
                <a:lnTo>
                  <a:pt x="0" y="74676"/>
                </a:lnTo>
                <a:lnTo>
                  <a:pt x="25908" y="89916"/>
                </a:lnTo>
                <a:lnTo>
                  <a:pt x="146304" y="89916"/>
                </a:lnTo>
                <a:lnTo>
                  <a:pt x="155448" y="99060"/>
                </a:lnTo>
                <a:lnTo>
                  <a:pt x="153162" y="100584"/>
                </a:lnTo>
                <a:lnTo>
                  <a:pt x="24384" y="100584"/>
                </a:lnTo>
                <a:lnTo>
                  <a:pt x="24384" y="211836"/>
                </a:lnTo>
                <a:lnTo>
                  <a:pt x="137464" y="211836"/>
                </a:lnTo>
                <a:lnTo>
                  <a:pt x="137526" y="222504"/>
                </a:lnTo>
                <a:lnTo>
                  <a:pt x="24384" y="222504"/>
                </a:lnTo>
                <a:lnTo>
                  <a:pt x="24384" y="344424"/>
                </a:lnTo>
                <a:lnTo>
                  <a:pt x="138504" y="344424"/>
                </a:lnTo>
                <a:lnTo>
                  <a:pt x="138567" y="355092"/>
                </a:lnTo>
                <a:lnTo>
                  <a:pt x="24384" y="355092"/>
                </a:lnTo>
                <a:lnTo>
                  <a:pt x="24384" y="384048"/>
                </a:lnTo>
                <a:lnTo>
                  <a:pt x="0" y="397764"/>
                </a:lnTo>
                <a:close/>
              </a:path>
              <a:path w="356870" h="401320">
                <a:moveTo>
                  <a:pt x="350520" y="96012"/>
                </a:moveTo>
                <a:lnTo>
                  <a:pt x="310896" y="96012"/>
                </a:lnTo>
                <a:lnTo>
                  <a:pt x="330708" y="76200"/>
                </a:lnTo>
                <a:lnTo>
                  <a:pt x="350520" y="96012"/>
                </a:lnTo>
                <a:close/>
              </a:path>
              <a:path w="356870" h="401320">
                <a:moveTo>
                  <a:pt x="137464" y="211836"/>
                </a:moveTo>
                <a:lnTo>
                  <a:pt x="114300" y="211836"/>
                </a:lnTo>
                <a:lnTo>
                  <a:pt x="114300" y="100584"/>
                </a:lnTo>
                <a:lnTo>
                  <a:pt x="153162" y="100584"/>
                </a:lnTo>
                <a:lnTo>
                  <a:pt x="137160" y="111252"/>
                </a:lnTo>
                <a:lnTo>
                  <a:pt x="137263" y="160615"/>
                </a:lnTo>
                <a:lnTo>
                  <a:pt x="137363" y="194691"/>
                </a:lnTo>
                <a:lnTo>
                  <a:pt x="137464" y="211836"/>
                </a:lnTo>
                <a:close/>
              </a:path>
              <a:path w="356870" h="401320">
                <a:moveTo>
                  <a:pt x="326904" y="359664"/>
                </a:moveTo>
                <a:lnTo>
                  <a:pt x="283464" y="359664"/>
                </a:lnTo>
                <a:lnTo>
                  <a:pt x="291988" y="357925"/>
                </a:lnTo>
                <a:lnTo>
                  <a:pt x="299085" y="352615"/>
                </a:lnTo>
                <a:lnTo>
                  <a:pt x="309252" y="305538"/>
                </a:lnTo>
                <a:lnTo>
                  <a:pt x="311086" y="259651"/>
                </a:lnTo>
                <a:lnTo>
                  <a:pt x="313149" y="194691"/>
                </a:lnTo>
                <a:lnTo>
                  <a:pt x="315467" y="105156"/>
                </a:lnTo>
                <a:lnTo>
                  <a:pt x="352806" y="105156"/>
                </a:lnTo>
                <a:lnTo>
                  <a:pt x="341376" y="114300"/>
                </a:lnTo>
                <a:lnTo>
                  <a:pt x="339478" y="190500"/>
                </a:lnTo>
                <a:lnTo>
                  <a:pt x="337620" y="249070"/>
                </a:lnTo>
                <a:lnTo>
                  <a:pt x="335560" y="295241"/>
                </a:lnTo>
                <a:lnTo>
                  <a:pt x="333280" y="327074"/>
                </a:lnTo>
                <a:lnTo>
                  <a:pt x="330708" y="344424"/>
                </a:lnTo>
                <a:lnTo>
                  <a:pt x="327874" y="357020"/>
                </a:lnTo>
                <a:lnTo>
                  <a:pt x="326904" y="359664"/>
                </a:lnTo>
                <a:close/>
              </a:path>
              <a:path w="356870" h="401320">
                <a:moveTo>
                  <a:pt x="231648" y="269748"/>
                </a:moveTo>
                <a:lnTo>
                  <a:pt x="230124" y="269748"/>
                </a:lnTo>
                <a:lnTo>
                  <a:pt x="226742" y="268081"/>
                </a:lnTo>
                <a:lnTo>
                  <a:pt x="223647" y="263271"/>
                </a:lnTo>
                <a:lnTo>
                  <a:pt x="221122" y="255603"/>
                </a:lnTo>
                <a:lnTo>
                  <a:pt x="219456" y="245364"/>
                </a:lnTo>
                <a:lnTo>
                  <a:pt x="214884" y="228219"/>
                </a:lnTo>
                <a:lnTo>
                  <a:pt x="208026" y="211074"/>
                </a:lnTo>
                <a:lnTo>
                  <a:pt x="198882" y="193929"/>
                </a:lnTo>
                <a:lnTo>
                  <a:pt x="187452" y="176784"/>
                </a:lnTo>
                <a:lnTo>
                  <a:pt x="192024" y="172212"/>
                </a:lnTo>
                <a:lnTo>
                  <a:pt x="224980" y="199644"/>
                </a:lnTo>
                <a:lnTo>
                  <a:pt x="246888" y="234696"/>
                </a:lnTo>
                <a:lnTo>
                  <a:pt x="246888" y="248412"/>
                </a:lnTo>
                <a:lnTo>
                  <a:pt x="245364" y="254508"/>
                </a:lnTo>
                <a:lnTo>
                  <a:pt x="236220" y="266700"/>
                </a:lnTo>
                <a:lnTo>
                  <a:pt x="231648" y="269748"/>
                </a:lnTo>
                <a:close/>
              </a:path>
              <a:path w="356870" h="401320">
                <a:moveTo>
                  <a:pt x="138504" y="344424"/>
                </a:moveTo>
                <a:lnTo>
                  <a:pt x="114300" y="344424"/>
                </a:lnTo>
                <a:lnTo>
                  <a:pt x="114300" y="222504"/>
                </a:lnTo>
                <a:lnTo>
                  <a:pt x="137526" y="222504"/>
                </a:lnTo>
                <a:lnTo>
                  <a:pt x="137723" y="254508"/>
                </a:lnTo>
                <a:lnTo>
                  <a:pt x="138504" y="344424"/>
                </a:lnTo>
                <a:close/>
              </a:path>
              <a:path w="356870" h="401320">
                <a:moveTo>
                  <a:pt x="278891" y="400812"/>
                </a:moveTo>
                <a:lnTo>
                  <a:pt x="271772" y="387953"/>
                </a:lnTo>
                <a:lnTo>
                  <a:pt x="259651" y="376809"/>
                </a:lnTo>
                <a:lnTo>
                  <a:pt x="242673" y="367379"/>
                </a:lnTo>
                <a:lnTo>
                  <a:pt x="220979" y="359664"/>
                </a:lnTo>
                <a:lnTo>
                  <a:pt x="220979" y="350520"/>
                </a:lnTo>
                <a:lnTo>
                  <a:pt x="241244" y="354520"/>
                </a:lnTo>
                <a:lnTo>
                  <a:pt x="258508" y="357378"/>
                </a:lnTo>
                <a:lnTo>
                  <a:pt x="272629" y="359092"/>
                </a:lnTo>
                <a:lnTo>
                  <a:pt x="283464" y="359664"/>
                </a:lnTo>
                <a:lnTo>
                  <a:pt x="326904" y="359664"/>
                </a:lnTo>
                <a:lnTo>
                  <a:pt x="324040" y="367474"/>
                </a:lnTo>
                <a:lnTo>
                  <a:pt x="289726" y="397097"/>
                </a:lnTo>
                <a:lnTo>
                  <a:pt x="278891" y="400812"/>
                </a:lnTo>
                <a:close/>
              </a:path>
              <a:path w="356870" h="401320">
                <a:moveTo>
                  <a:pt x="114300" y="391668"/>
                </a:moveTo>
                <a:lnTo>
                  <a:pt x="114300" y="355092"/>
                </a:lnTo>
                <a:lnTo>
                  <a:pt x="138567" y="355092"/>
                </a:lnTo>
                <a:lnTo>
                  <a:pt x="138684" y="377952"/>
                </a:lnTo>
                <a:lnTo>
                  <a:pt x="114300" y="39166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" name="object 45"/>
          <p:cNvSpPr/>
          <p:nvPr/>
        </p:nvSpPr>
        <p:spPr>
          <a:xfrm>
            <a:off x="4347972" y="5361432"/>
            <a:ext cx="407034" cy="410209"/>
          </a:xfrm>
          <a:custGeom>
            <a:avLst/>
            <a:gdLst/>
            <a:ahLst/>
            <a:cxnLst/>
            <a:rect l="l" t="t" r="r" b="b"/>
            <a:pathLst>
              <a:path w="407035" h="410210">
                <a:moveTo>
                  <a:pt x="220979" y="65532"/>
                </a:moveTo>
                <a:lnTo>
                  <a:pt x="199643" y="65532"/>
                </a:lnTo>
                <a:lnTo>
                  <a:pt x="199568" y="39814"/>
                </a:lnTo>
                <a:lnTo>
                  <a:pt x="199480" y="30480"/>
                </a:lnTo>
                <a:lnTo>
                  <a:pt x="199355" y="24384"/>
                </a:lnTo>
                <a:lnTo>
                  <a:pt x="199001" y="12596"/>
                </a:lnTo>
                <a:lnTo>
                  <a:pt x="198119" y="0"/>
                </a:lnTo>
                <a:lnTo>
                  <a:pt x="236219" y="15240"/>
                </a:lnTo>
                <a:lnTo>
                  <a:pt x="220979" y="28956"/>
                </a:lnTo>
                <a:lnTo>
                  <a:pt x="220979" y="65532"/>
                </a:lnTo>
                <a:close/>
              </a:path>
              <a:path w="407035" h="410210">
                <a:moveTo>
                  <a:pt x="303275" y="65532"/>
                </a:moveTo>
                <a:lnTo>
                  <a:pt x="281939" y="65532"/>
                </a:lnTo>
                <a:lnTo>
                  <a:pt x="281854" y="39814"/>
                </a:lnTo>
                <a:lnTo>
                  <a:pt x="281762" y="30480"/>
                </a:lnTo>
                <a:lnTo>
                  <a:pt x="281701" y="27622"/>
                </a:lnTo>
                <a:lnTo>
                  <a:pt x="281297" y="14739"/>
                </a:lnTo>
                <a:lnTo>
                  <a:pt x="280415" y="3048"/>
                </a:lnTo>
                <a:lnTo>
                  <a:pt x="318515" y="16764"/>
                </a:lnTo>
                <a:lnTo>
                  <a:pt x="303275" y="30480"/>
                </a:lnTo>
                <a:lnTo>
                  <a:pt x="303275" y="65532"/>
                </a:lnTo>
                <a:close/>
              </a:path>
              <a:path w="407035" h="410210">
                <a:moveTo>
                  <a:pt x="85343" y="92964"/>
                </a:moveTo>
                <a:lnTo>
                  <a:pt x="80771" y="92964"/>
                </a:lnTo>
                <a:lnTo>
                  <a:pt x="77723" y="88392"/>
                </a:lnTo>
                <a:lnTo>
                  <a:pt x="74675" y="79248"/>
                </a:lnTo>
                <a:lnTo>
                  <a:pt x="69199" y="67246"/>
                </a:lnTo>
                <a:lnTo>
                  <a:pt x="61721" y="54102"/>
                </a:lnTo>
                <a:lnTo>
                  <a:pt x="51958" y="39814"/>
                </a:lnTo>
                <a:lnTo>
                  <a:pt x="39624" y="24384"/>
                </a:lnTo>
                <a:lnTo>
                  <a:pt x="44195" y="18288"/>
                </a:lnTo>
                <a:lnTo>
                  <a:pt x="80962" y="39243"/>
                </a:lnTo>
                <a:lnTo>
                  <a:pt x="97535" y="59436"/>
                </a:lnTo>
                <a:lnTo>
                  <a:pt x="99059" y="64008"/>
                </a:lnTo>
                <a:lnTo>
                  <a:pt x="99059" y="73152"/>
                </a:lnTo>
                <a:lnTo>
                  <a:pt x="97535" y="79248"/>
                </a:lnTo>
                <a:lnTo>
                  <a:pt x="92963" y="85344"/>
                </a:lnTo>
                <a:lnTo>
                  <a:pt x="85343" y="92964"/>
                </a:lnTo>
                <a:close/>
              </a:path>
              <a:path w="407035" h="410210">
                <a:moveTo>
                  <a:pt x="138683" y="80772"/>
                </a:moveTo>
                <a:lnTo>
                  <a:pt x="123443" y="65532"/>
                </a:lnTo>
                <a:lnTo>
                  <a:pt x="347472" y="65532"/>
                </a:lnTo>
                <a:lnTo>
                  <a:pt x="368808" y="44196"/>
                </a:lnTo>
                <a:lnTo>
                  <a:pt x="397763" y="76200"/>
                </a:lnTo>
                <a:lnTo>
                  <a:pt x="181355" y="76200"/>
                </a:lnTo>
                <a:lnTo>
                  <a:pt x="170187" y="76485"/>
                </a:lnTo>
                <a:lnTo>
                  <a:pt x="159448" y="77343"/>
                </a:lnTo>
                <a:lnTo>
                  <a:pt x="148994" y="78771"/>
                </a:lnTo>
                <a:lnTo>
                  <a:pt x="138683" y="80772"/>
                </a:lnTo>
                <a:close/>
              </a:path>
              <a:path w="407035" h="410210">
                <a:moveTo>
                  <a:pt x="198119" y="118872"/>
                </a:moveTo>
                <a:lnTo>
                  <a:pt x="199001" y="108346"/>
                </a:lnTo>
                <a:lnTo>
                  <a:pt x="199422" y="98274"/>
                </a:lnTo>
                <a:lnTo>
                  <a:pt x="199523" y="92964"/>
                </a:lnTo>
                <a:lnTo>
                  <a:pt x="199643" y="76200"/>
                </a:lnTo>
                <a:lnTo>
                  <a:pt x="220979" y="76200"/>
                </a:lnTo>
                <a:lnTo>
                  <a:pt x="220979" y="109728"/>
                </a:lnTo>
                <a:lnTo>
                  <a:pt x="198119" y="118872"/>
                </a:lnTo>
                <a:close/>
              </a:path>
              <a:path w="407035" h="410210">
                <a:moveTo>
                  <a:pt x="281939" y="115824"/>
                </a:moveTo>
                <a:lnTo>
                  <a:pt x="281939" y="76200"/>
                </a:lnTo>
                <a:lnTo>
                  <a:pt x="303275" y="76200"/>
                </a:lnTo>
                <a:lnTo>
                  <a:pt x="303401" y="88392"/>
                </a:lnTo>
                <a:lnTo>
                  <a:pt x="303466" y="91249"/>
                </a:lnTo>
                <a:lnTo>
                  <a:pt x="303918" y="98274"/>
                </a:lnTo>
                <a:lnTo>
                  <a:pt x="304799" y="105156"/>
                </a:lnTo>
                <a:lnTo>
                  <a:pt x="281939" y="115824"/>
                </a:lnTo>
                <a:close/>
              </a:path>
              <a:path w="407035" h="410210">
                <a:moveTo>
                  <a:pt x="75091" y="279844"/>
                </a:moveTo>
                <a:lnTo>
                  <a:pt x="26860" y="279844"/>
                </a:lnTo>
                <a:lnTo>
                  <a:pt x="34742" y="279725"/>
                </a:lnTo>
                <a:lnTo>
                  <a:pt x="39624" y="278892"/>
                </a:lnTo>
                <a:lnTo>
                  <a:pt x="44195" y="278892"/>
                </a:lnTo>
                <a:lnTo>
                  <a:pt x="50291" y="272796"/>
                </a:lnTo>
                <a:lnTo>
                  <a:pt x="74485" y="216217"/>
                </a:lnTo>
                <a:lnTo>
                  <a:pt x="90035" y="165520"/>
                </a:lnTo>
                <a:lnTo>
                  <a:pt x="109727" y="97536"/>
                </a:lnTo>
                <a:lnTo>
                  <a:pt x="117347" y="99060"/>
                </a:lnTo>
                <a:lnTo>
                  <a:pt x="100179" y="168783"/>
                </a:lnTo>
                <a:lnTo>
                  <a:pt x="87439" y="222504"/>
                </a:lnTo>
                <a:lnTo>
                  <a:pt x="78986" y="260222"/>
                </a:lnTo>
                <a:lnTo>
                  <a:pt x="75091" y="279844"/>
                </a:lnTo>
                <a:close/>
              </a:path>
              <a:path w="407035" h="410210">
                <a:moveTo>
                  <a:pt x="51815" y="192024"/>
                </a:moveTo>
                <a:lnTo>
                  <a:pt x="44195" y="192024"/>
                </a:lnTo>
                <a:lnTo>
                  <a:pt x="39624" y="187452"/>
                </a:lnTo>
                <a:lnTo>
                  <a:pt x="36575" y="176784"/>
                </a:lnTo>
                <a:lnTo>
                  <a:pt x="30860" y="163925"/>
                </a:lnTo>
                <a:lnTo>
                  <a:pt x="22859" y="150495"/>
                </a:lnTo>
                <a:lnTo>
                  <a:pt x="12572" y="136493"/>
                </a:lnTo>
                <a:lnTo>
                  <a:pt x="0" y="121920"/>
                </a:lnTo>
                <a:lnTo>
                  <a:pt x="3048" y="115824"/>
                </a:lnTo>
                <a:lnTo>
                  <a:pt x="45910" y="140017"/>
                </a:lnTo>
                <a:lnTo>
                  <a:pt x="63055" y="166187"/>
                </a:lnTo>
                <a:lnTo>
                  <a:pt x="62483" y="173164"/>
                </a:lnTo>
                <a:lnTo>
                  <a:pt x="60769" y="179284"/>
                </a:lnTo>
                <a:lnTo>
                  <a:pt x="57911" y="184404"/>
                </a:lnTo>
                <a:lnTo>
                  <a:pt x="54863" y="188976"/>
                </a:lnTo>
                <a:lnTo>
                  <a:pt x="51815" y="192024"/>
                </a:lnTo>
                <a:close/>
              </a:path>
              <a:path w="407035" h="410210">
                <a:moveTo>
                  <a:pt x="129539" y="153924"/>
                </a:moveTo>
                <a:lnTo>
                  <a:pt x="112775" y="138684"/>
                </a:lnTo>
                <a:lnTo>
                  <a:pt x="356616" y="138684"/>
                </a:lnTo>
                <a:lnTo>
                  <a:pt x="377951" y="117348"/>
                </a:lnTo>
                <a:lnTo>
                  <a:pt x="406908" y="149352"/>
                </a:lnTo>
                <a:lnTo>
                  <a:pt x="170687" y="149352"/>
                </a:lnTo>
                <a:lnTo>
                  <a:pt x="159543" y="149637"/>
                </a:lnTo>
                <a:lnTo>
                  <a:pt x="148970" y="150495"/>
                </a:lnTo>
                <a:lnTo>
                  <a:pt x="138969" y="151923"/>
                </a:lnTo>
                <a:lnTo>
                  <a:pt x="129539" y="153924"/>
                </a:lnTo>
                <a:close/>
              </a:path>
              <a:path w="407035" h="410210">
                <a:moveTo>
                  <a:pt x="230123" y="201168"/>
                </a:moveTo>
                <a:lnTo>
                  <a:pt x="208787" y="201168"/>
                </a:lnTo>
                <a:lnTo>
                  <a:pt x="208787" y="149352"/>
                </a:lnTo>
                <a:lnTo>
                  <a:pt x="230123" y="149352"/>
                </a:lnTo>
                <a:lnTo>
                  <a:pt x="230123" y="201168"/>
                </a:lnTo>
                <a:close/>
              </a:path>
              <a:path w="407035" h="410210">
                <a:moveTo>
                  <a:pt x="297179" y="201168"/>
                </a:moveTo>
                <a:lnTo>
                  <a:pt x="277367" y="201168"/>
                </a:lnTo>
                <a:lnTo>
                  <a:pt x="277367" y="149352"/>
                </a:lnTo>
                <a:lnTo>
                  <a:pt x="297179" y="149352"/>
                </a:lnTo>
                <a:lnTo>
                  <a:pt x="297179" y="201168"/>
                </a:lnTo>
                <a:close/>
              </a:path>
              <a:path w="407035" h="410210">
                <a:moveTo>
                  <a:pt x="385689" y="201168"/>
                </a:moveTo>
                <a:lnTo>
                  <a:pt x="348996" y="201168"/>
                </a:lnTo>
                <a:lnTo>
                  <a:pt x="361187" y="184404"/>
                </a:lnTo>
                <a:lnTo>
                  <a:pt x="385689" y="201168"/>
                </a:lnTo>
                <a:close/>
              </a:path>
              <a:path w="407035" h="410210">
                <a:moveTo>
                  <a:pt x="132587" y="406908"/>
                </a:moveTo>
                <a:lnTo>
                  <a:pt x="133464" y="385571"/>
                </a:lnTo>
                <a:lnTo>
                  <a:pt x="133897" y="361188"/>
                </a:lnTo>
                <a:lnTo>
                  <a:pt x="133950" y="354734"/>
                </a:lnTo>
                <a:lnTo>
                  <a:pt x="134076" y="260222"/>
                </a:lnTo>
                <a:lnTo>
                  <a:pt x="133950" y="238125"/>
                </a:lnTo>
                <a:lnTo>
                  <a:pt x="133835" y="228219"/>
                </a:lnTo>
                <a:lnTo>
                  <a:pt x="133469" y="208002"/>
                </a:lnTo>
                <a:lnTo>
                  <a:pt x="132587" y="187452"/>
                </a:lnTo>
                <a:lnTo>
                  <a:pt x="158495" y="201168"/>
                </a:lnTo>
                <a:lnTo>
                  <a:pt x="385689" y="201168"/>
                </a:lnTo>
                <a:lnTo>
                  <a:pt x="390144" y="204216"/>
                </a:lnTo>
                <a:lnTo>
                  <a:pt x="381571" y="211836"/>
                </a:lnTo>
                <a:lnTo>
                  <a:pt x="156971" y="211836"/>
                </a:lnTo>
                <a:lnTo>
                  <a:pt x="156971" y="352044"/>
                </a:lnTo>
                <a:lnTo>
                  <a:pt x="166848" y="352044"/>
                </a:lnTo>
                <a:lnTo>
                  <a:pt x="156971" y="361188"/>
                </a:lnTo>
                <a:lnTo>
                  <a:pt x="156971" y="393192"/>
                </a:lnTo>
                <a:lnTo>
                  <a:pt x="132587" y="406908"/>
                </a:lnTo>
                <a:close/>
              </a:path>
              <a:path w="407035" h="410210">
                <a:moveTo>
                  <a:pt x="166848" y="352044"/>
                </a:moveTo>
                <a:lnTo>
                  <a:pt x="156971" y="352044"/>
                </a:lnTo>
                <a:lnTo>
                  <a:pt x="177498" y="321778"/>
                </a:lnTo>
                <a:lnTo>
                  <a:pt x="193166" y="288226"/>
                </a:lnTo>
                <a:lnTo>
                  <a:pt x="203692" y="251531"/>
                </a:lnTo>
                <a:lnTo>
                  <a:pt x="208787" y="211836"/>
                </a:lnTo>
                <a:lnTo>
                  <a:pt x="230123" y="211836"/>
                </a:lnTo>
                <a:lnTo>
                  <a:pt x="228980" y="219884"/>
                </a:lnTo>
                <a:lnTo>
                  <a:pt x="227837" y="228219"/>
                </a:lnTo>
                <a:lnTo>
                  <a:pt x="226577" y="238125"/>
                </a:lnTo>
                <a:lnTo>
                  <a:pt x="225551" y="246888"/>
                </a:lnTo>
                <a:lnTo>
                  <a:pt x="235624" y="252555"/>
                </a:lnTo>
                <a:lnTo>
                  <a:pt x="236233" y="252984"/>
                </a:lnTo>
                <a:lnTo>
                  <a:pt x="224027" y="252984"/>
                </a:lnTo>
                <a:lnTo>
                  <a:pt x="213764" y="285535"/>
                </a:lnTo>
                <a:lnTo>
                  <a:pt x="199072" y="314515"/>
                </a:lnTo>
                <a:lnTo>
                  <a:pt x="180093" y="339780"/>
                </a:lnTo>
                <a:lnTo>
                  <a:pt x="166848" y="352044"/>
                </a:lnTo>
                <a:close/>
              </a:path>
              <a:path w="407035" h="410210">
                <a:moveTo>
                  <a:pt x="233171" y="361188"/>
                </a:moveTo>
                <a:lnTo>
                  <a:pt x="228599" y="358140"/>
                </a:lnTo>
                <a:lnTo>
                  <a:pt x="250364" y="327564"/>
                </a:lnTo>
                <a:lnTo>
                  <a:pt x="265556" y="292989"/>
                </a:lnTo>
                <a:lnTo>
                  <a:pt x="274462" y="254412"/>
                </a:lnTo>
                <a:lnTo>
                  <a:pt x="277367" y="211836"/>
                </a:lnTo>
                <a:lnTo>
                  <a:pt x="297179" y="211836"/>
                </a:lnTo>
                <a:lnTo>
                  <a:pt x="296036" y="224694"/>
                </a:lnTo>
                <a:lnTo>
                  <a:pt x="294893" y="238125"/>
                </a:lnTo>
                <a:lnTo>
                  <a:pt x="293571" y="254412"/>
                </a:lnTo>
                <a:lnTo>
                  <a:pt x="292607" y="266700"/>
                </a:lnTo>
                <a:lnTo>
                  <a:pt x="307981" y="274320"/>
                </a:lnTo>
                <a:lnTo>
                  <a:pt x="291083" y="274320"/>
                </a:lnTo>
                <a:lnTo>
                  <a:pt x="283321" y="297751"/>
                </a:lnTo>
                <a:lnTo>
                  <a:pt x="271271" y="320040"/>
                </a:lnTo>
                <a:lnTo>
                  <a:pt x="254650" y="341185"/>
                </a:lnTo>
                <a:lnTo>
                  <a:pt x="233171" y="361188"/>
                </a:lnTo>
                <a:close/>
              </a:path>
              <a:path w="407035" h="410210">
                <a:moveTo>
                  <a:pt x="375042" y="371856"/>
                </a:moveTo>
                <a:lnTo>
                  <a:pt x="348996" y="371856"/>
                </a:lnTo>
                <a:lnTo>
                  <a:pt x="353568" y="367284"/>
                </a:lnTo>
                <a:lnTo>
                  <a:pt x="353568" y="211836"/>
                </a:lnTo>
                <a:lnTo>
                  <a:pt x="381571" y="211836"/>
                </a:lnTo>
                <a:lnTo>
                  <a:pt x="376427" y="216408"/>
                </a:lnTo>
                <a:lnTo>
                  <a:pt x="376427" y="361188"/>
                </a:lnTo>
                <a:lnTo>
                  <a:pt x="375042" y="371856"/>
                </a:lnTo>
                <a:close/>
              </a:path>
              <a:path w="407035" h="410210">
                <a:moveTo>
                  <a:pt x="248411" y="301751"/>
                </a:moveTo>
                <a:lnTo>
                  <a:pt x="243839" y="301751"/>
                </a:lnTo>
                <a:lnTo>
                  <a:pt x="240791" y="298704"/>
                </a:lnTo>
                <a:lnTo>
                  <a:pt x="240791" y="289560"/>
                </a:lnTo>
                <a:lnTo>
                  <a:pt x="238172" y="280416"/>
                </a:lnTo>
                <a:lnTo>
                  <a:pt x="234695" y="271272"/>
                </a:lnTo>
                <a:lnTo>
                  <a:pt x="230076" y="262128"/>
                </a:lnTo>
                <a:lnTo>
                  <a:pt x="224027" y="252984"/>
                </a:lnTo>
                <a:lnTo>
                  <a:pt x="236233" y="252984"/>
                </a:lnTo>
                <a:lnTo>
                  <a:pt x="259079" y="277368"/>
                </a:lnTo>
                <a:lnTo>
                  <a:pt x="259079" y="284988"/>
                </a:lnTo>
                <a:lnTo>
                  <a:pt x="257555" y="289560"/>
                </a:lnTo>
                <a:lnTo>
                  <a:pt x="254507" y="294132"/>
                </a:lnTo>
                <a:lnTo>
                  <a:pt x="249935" y="300227"/>
                </a:lnTo>
                <a:lnTo>
                  <a:pt x="248411" y="301751"/>
                </a:lnTo>
                <a:close/>
              </a:path>
              <a:path w="407035" h="410210">
                <a:moveTo>
                  <a:pt x="333756" y="330708"/>
                </a:moveTo>
                <a:lnTo>
                  <a:pt x="330708" y="330708"/>
                </a:lnTo>
                <a:lnTo>
                  <a:pt x="327660" y="326136"/>
                </a:lnTo>
                <a:lnTo>
                  <a:pt x="323088" y="315468"/>
                </a:lnTo>
                <a:lnTo>
                  <a:pt x="318301" y="306038"/>
                </a:lnTo>
                <a:lnTo>
                  <a:pt x="311086" y="296037"/>
                </a:lnTo>
                <a:lnTo>
                  <a:pt x="301871" y="285464"/>
                </a:lnTo>
                <a:lnTo>
                  <a:pt x="291083" y="274320"/>
                </a:lnTo>
                <a:lnTo>
                  <a:pt x="307981" y="274320"/>
                </a:lnTo>
                <a:lnTo>
                  <a:pt x="341376" y="300227"/>
                </a:lnTo>
                <a:lnTo>
                  <a:pt x="341376" y="310896"/>
                </a:lnTo>
                <a:lnTo>
                  <a:pt x="339852" y="316992"/>
                </a:lnTo>
                <a:lnTo>
                  <a:pt x="336804" y="321564"/>
                </a:lnTo>
                <a:lnTo>
                  <a:pt x="335280" y="327660"/>
                </a:lnTo>
                <a:lnTo>
                  <a:pt x="333756" y="330708"/>
                </a:lnTo>
                <a:close/>
              </a:path>
              <a:path w="407035" h="410210">
                <a:moveTo>
                  <a:pt x="65531" y="396240"/>
                </a:moveTo>
                <a:lnTo>
                  <a:pt x="59435" y="396240"/>
                </a:lnTo>
                <a:lnTo>
                  <a:pt x="53339" y="394716"/>
                </a:lnTo>
                <a:lnTo>
                  <a:pt x="38100" y="385571"/>
                </a:lnTo>
                <a:lnTo>
                  <a:pt x="35051" y="379476"/>
                </a:lnTo>
                <a:lnTo>
                  <a:pt x="35155" y="369760"/>
                </a:lnTo>
                <a:lnTo>
                  <a:pt x="42505" y="337375"/>
                </a:lnTo>
                <a:lnTo>
                  <a:pt x="44386" y="329946"/>
                </a:lnTo>
                <a:lnTo>
                  <a:pt x="45410" y="323659"/>
                </a:lnTo>
                <a:lnTo>
                  <a:pt x="45628" y="320040"/>
                </a:lnTo>
                <a:lnTo>
                  <a:pt x="45719" y="309372"/>
                </a:lnTo>
                <a:lnTo>
                  <a:pt x="42671" y="303275"/>
                </a:lnTo>
                <a:lnTo>
                  <a:pt x="1524" y="284988"/>
                </a:lnTo>
                <a:lnTo>
                  <a:pt x="1524" y="277368"/>
                </a:lnTo>
                <a:lnTo>
                  <a:pt x="15835" y="279106"/>
                </a:lnTo>
                <a:lnTo>
                  <a:pt x="26860" y="279844"/>
                </a:lnTo>
                <a:lnTo>
                  <a:pt x="75091" y="279844"/>
                </a:lnTo>
                <a:lnTo>
                  <a:pt x="74675" y="281939"/>
                </a:lnTo>
                <a:lnTo>
                  <a:pt x="73028" y="298704"/>
                </a:lnTo>
                <a:lnTo>
                  <a:pt x="71771" y="310896"/>
                </a:lnTo>
                <a:lnTo>
                  <a:pt x="70604" y="325016"/>
                </a:lnTo>
                <a:lnTo>
                  <a:pt x="70103" y="339852"/>
                </a:lnTo>
                <a:lnTo>
                  <a:pt x="69222" y="354734"/>
                </a:lnTo>
                <a:lnTo>
                  <a:pt x="68819" y="366093"/>
                </a:lnTo>
                <a:lnTo>
                  <a:pt x="68702" y="371856"/>
                </a:lnTo>
                <a:lnTo>
                  <a:pt x="68579" y="393192"/>
                </a:lnTo>
                <a:lnTo>
                  <a:pt x="65531" y="396240"/>
                </a:lnTo>
                <a:close/>
              </a:path>
              <a:path w="407035" h="410210">
                <a:moveTo>
                  <a:pt x="341376" y="409956"/>
                </a:moveTo>
                <a:lnTo>
                  <a:pt x="337661" y="398264"/>
                </a:lnTo>
                <a:lnTo>
                  <a:pt x="328803" y="388429"/>
                </a:lnTo>
                <a:lnTo>
                  <a:pt x="314801" y="380595"/>
                </a:lnTo>
                <a:lnTo>
                  <a:pt x="295655" y="374904"/>
                </a:lnTo>
                <a:lnTo>
                  <a:pt x="295655" y="368808"/>
                </a:lnTo>
                <a:lnTo>
                  <a:pt x="309419" y="369069"/>
                </a:lnTo>
                <a:lnTo>
                  <a:pt x="321183" y="369760"/>
                </a:lnTo>
                <a:lnTo>
                  <a:pt x="331231" y="370736"/>
                </a:lnTo>
                <a:lnTo>
                  <a:pt x="339852" y="371856"/>
                </a:lnTo>
                <a:lnTo>
                  <a:pt x="375042" y="371856"/>
                </a:lnTo>
                <a:lnTo>
                  <a:pt x="374380" y="376951"/>
                </a:lnTo>
                <a:lnTo>
                  <a:pt x="368046" y="390144"/>
                </a:lnTo>
                <a:lnTo>
                  <a:pt x="357139" y="401050"/>
                </a:lnTo>
                <a:lnTo>
                  <a:pt x="341376" y="40995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" name="object 46"/>
          <p:cNvSpPr/>
          <p:nvPr/>
        </p:nvSpPr>
        <p:spPr>
          <a:xfrm>
            <a:off x="4800587" y="5367527"/>
            <a:ext cx="1292860" cy="401320"/>
          </a:xfrm>
          <a:custGeom>
            <a:avLst/>
            <a:gdLst/>
            <a:ahLst/>
            <a:cxnLst/>
            <a:rect l="l" t="t" r="r" b="b"/>
            <a:pathLst>
              <a:path w="1292860" h="401320">
                <a:moveTo>
                  <a:pt x="400812" y="352044"/>
                </a:moveTo>
                <a:lnTo>
                  <a:pt x="375666" y="354050"/>
                </a:lnTo>
                <a:lnTo>
                  <a:pt x="352806" y="355473"/>
                </a:lnTo>
                <a:lnTo>
                  <a:pt x="332232" y="356336"/>
                </a:lnTo>
                <a:lnTo>
                  <a:pt x="313944" y="356616"/>
                </a:lnTo>
                <a:lnTo>
                  <a:pt x="288785" y="356069"/>
                </a:lnTo>
                <a:lnTo>
                  <a:pt x="263461" y="354520"/>
                </a:lnTo>
                <a:lnTo>
                  <a:pt x="237871" y="352120"/>
                </a:lnTo>
                <a:lnTo>
                  <a:pt x="211836" y="348996"/>
                </a:lnTo>
                <a:lnTo>
                  <a:pt x="211836" y="341376"/>
                </a:lnTo>
                <a:lnTo>
                  <a:pt x="211836" y="243840"/>
                </a:lnTo>
                <a:lnTo>
                  <a:pt x="361188" y="243840"/>
                </a:lnTo>
                <a:lnTo>
                  <a:pt x="350989" y="233172"/>
                </a:lnTo>
                <a:lnTo>
                  <a:pt x="327660" y="208788"/>
                </a:lnTo>
                <a:lnTo>
                  <a:pt x="300228" y="233172"/>
                </a:lnTo>
                <a:lnTo>
                  <a:pt x="211836" y="233172"/>
                </a:lnTo>
                <a:lnTo>
                  <a:pt x="211836" y="149352"/>
                </a:lnTo>
                <a:lnTo>
                  <a:pt x="291084" y="149352"/>
                </a:lnTo>
                <a:lnTo>
                  <a:pt x="291084" y="172212"/>
                </a:lnTo>
                <a:lnTo>
                  <a:pt x="315468" y="164592"/>
                </a:lnTo>
                <a:lnTo>
                  <a:pt x="314883" y="149352"/>
                </a:lnTo>
                <a:lnTo>
                  <a:pt x="314591" y="141998"/>
                </a:lnTo>
                <a:lnTo>
                  <a:pt x="314566" y="140208"/>
                </a:lnTo>
                <a:lnTo>
                  <a:pt x="314159" y="114109"/>
                </a:lnTo>
                <a:lnTo>
                  <a:pt x="314020" y="88392"/>
                </a:lnTo>
                <a:lnTo>
                  <a:pt x="313944" y="35052"/>
                </a:lnTo>
                <a:lnTo>
                  <a:pt x="318516" y="30480"/>
                </a:lnTo>
                <a:lnTo>
                  <a:pt x="327660" y="21336"/>
                </a:lnTo>
                <a:lnTo>
                  <a:pt x="325704" y="19812"/>
                </a:lnTo>
                <a:lnTo>
                  <a:pt x="300228" y="0"/>
                </a:lnTo>
                <a:lnTo>
                  <a:pt x="291084" y="14859"/>
                </a:lnTo>
                <a:lnTo>
                  <a:pt x="291084" y="30480"/>
                </a:lnTo>
                <a:lnTo>
                  <a:pt x="291084" y="140208"/>
                </a:lnTo>
                <a:lnTo>
                  <a:pt x="111252" y="140208"/>
                </a:lnTo>
                <a:lnTo>
                  <a:pt x="111252" y="30480"/>
                </a:lnTo>
                <a:lnTo>
                  <a:pt x="291084" y="30480"/>
                </a:lnTo>
                <a:lnTo>
                  <a:pt x="291084" y="14859"/>
                </a:lnTo>
                <a:lnTo>
                  <a:pt x="288036" y="19812"/>
                </a:lnTo>
                <a:lnTo>
                  <a:pt x="111252" y="19812"/>
                </a:lnTo>
                <a:lnTo>
                  <a:pt x="86868" y="6096"/>
                </a:lnTo>
                <a:lnTo>
                  <a:pt x="87109" y="21526"/>
                </a:lnTo>
                <a:lnTo>
                  <a:pt x="87630" y="40386"/>
                </a:lnTo>
                <a:lnTo>
                  <a:pt x="88163" y="62674"/>
                </a:lnTo>
                <a:lnTo>
                  <a:pt x="88290" y="77368"/>
                </a:lnTo>
                <a:lnTo>
                  <a:pt x="88163" y="114109"/>
                </a:lnTo>
                <a:lnTo>
                  <a:pt x="87630" y="136398"/>
                </a:lnTo>
                <a:lnTo>
                  <a:pt x="87109" y="155257"/>
                </a:lnTo>
                <a:lnTo>
                  <a:pt x="86868" y="170688"/>
                </a:lnTo>
                <a:lnTo>
                  <a:pt x="111252" y="161544"/>
                </a:lnTo>
                <a:lnTo>
                  <a:pt x="111252" y="149352"/>
                </a:lnTo>
                <a:lnTo>
                  <a:pt x="187452" y="149352"/>
                </a:lnTo>
                <a:lnTo>
                  <a:pt x="187452" y="341376"/>
                </a:lnTo>
                <a:lnTo>
                  <a:pt x="164338" y="331952"/>
                </a:lnTo>
                <a:lnTo>
                  <a:pt x="140779" y="317373"/>
                </a:lnTo>
                <a:lnTo>
                  <a:pt x="116954" y="297662"/>
                </a:lnTo>
                <a:lnTo>
                  <a:pt x="103263" y="283464"/>
                </a:lnTo>
                <a:lnTo>
                  <a:pt x="92964" y="272796"/>
                </a:lnTo>
                <a:lnTo>
                  <a:pt x="96393" y="263080"/>
                </a:lnTo>
                <a:lnTo>
                  <a:pt x="99822" y="254508"/>
                </a:lnTo>
                <a:lnTo>
                  <a:pt x="103251" y="247078"/>
                </a:lnTo>
                <a:lnTo>
                  <a:pt x="106680" y="240792"/>
                </a:lnTo>
                <a:lnTo>
                  <a:pt x="109728" y="233172"/>
                </a:lnTo>
                <a:lnTo>
                  <a:pt x="115824" y="228600"/>
                </a:lnTo>
                <a:lnTo>
                  <a:pt x="120396" y="227076"/>
                </a:lnTo>
                <a:lnTo>
                  <a:pt x="80772" y="204216"/>
                </a:lnTo>
                <a:lnTo>
                  <a:pt x="71628" y="251460"/>
                </a:lnTo>
                <a:lnTo>
                  <a:pt x="53340" y="303276"/>
                </a:lnTo>
                <a:lnTo>
                  <a:pt x="28384" y="352044"/>
                </a:lnTo>
                <a:lnTo>
                  <a:pt x="0" y="391668"/>
                </a:lnTo>
                <a:lnTo>
                  <a:pt x="3048" y="396240"/>
                </a:lnTo>
                <a:lnTo>
                  <a:pt x="27965" y="375412"/>
                </a:lnTo>
                <a:lnTo>
                  <a:pt x="50292" y="349567"/>
                </a:lnTo>
                <a:lnTo>
                  <a:pt x="70345" y="318884"/>
                </a:lnTo>
                <a:lnTo>
                  <a:pt x="88392" y="283464"/>
                </a:lnTo>
                <a:lnTo>
                  <a:pt x="106705" y="306666"/>
                </a:lnTo>
                <a:lnTo>
                  <a:pt x="143903" y="342188"/>
                </a:lnTo>
                <a:lnTo>
                  <a:pt x="183388" y="365379"/>
                </a:lnTo>
                <a:lnTo>
                  <a:pt x="229730" y="379095"/>
                </a:lnTo>
                <a:lnTo>
                  <a:pt x="284086" y="385406"/>
                </a:lnTo>
                <a:lnTo>
                  <a:pt x="337908" y="388315"/>
                </a:lnTo>
                <a:lnTo>
                  <a:pt x="364236" y="388620"/>
                </a:lnTo>
                <a:lnTo>
                  <a:pt x="367385" y="378079"/>
                </a:lnTo>
                <a:lnTo>
                  <a:pt x="374523" y="369379"/>
                </a:lnTo>
                <a:lnTo>
                  <a:pt x="385673" y="362699"/>
                </a:lnTo>
                <a:lnTo>
                  <a:pt x="400812" y="358140"/>
                </a:lnTo>
                <a:lnTo>
                  <a:pt x="400812" y="356616"/>
                </a:lnTo>
                <a:lnTo>
                  <a:pt x="400812" y="352044"/>
                </a:lnTo>
                <a:close/>
              </a:path>
              <a:path w="1292860" h="401320">
                <a:moveTo>
                  <a:pt x="644652" y="59448"/>
                </a:moveTo>
                <a:lnTo>
                  <a:pt x="614172" y="36588"/>
                </a:lnTo>
                <a:lnTo>
                  <a:pt x="601980" y="54876"/>
                </a:lnTo>
                <a:lnTo>
                  <a:pt x="454152" y="54876"/>
                </a:lnTo>
                <a:lnTo>
                  <a:pt x="470916" y="70116"/>
                </a:lnTo>
                <a:lnTo>
                  <a:pt x="480352" y="68110"/>
                </a:lnTo>
                <a:lnTo>
                  <a:pt x="490347" y="66687"/>
                </a:lnTo>
                <a:lnTo>
                  <a:pt x="500926" y="65824"/>
                </a:lnTo>
                <a:lnTo>
                  <a:pt x="512064" y="65544"/>
                </a:lnTo>
                <a:lnTo>
                  <a:pt x="603504" y="65544"/>
                </a:lnTo>
                <a:lnTo>
                  <a:pt x="595795" y="96710"/>
                </a:lnTo>
                <a:lnTo>
                  <a:pt x="586359" y="128600"/>
                </a:lnTo>
                <a:lnTo>
                  <a:pt x="575221" y="161340"/>
                </a:lnTo>
                <a:lnTo>
                  <a:pt x="562356" y="195084"/>
                </a:lnTo>
                <a:lnTo>
                  <a:pt x="542912" y="173621"/>
                </a:lnTo>
                <a:lnTo>
                  <a:pt x="523303" y="152603"/>
                </a:lnTo>
                <a:lnTo>
                  <a:pt x="503428" y="131851"/>
                </a:lnTo>
                <a:lnTo>
                  <a:pt x="483108" y="111264"/>
                </a:lnTo>
                <a:lnTo>
                  <a:pt x="477012" y="115836"/>
                </a:lnTo>
                <a:lnTo>
                  <a:pt x="500443" y="145262"/>
                </a:lnTo>
                <a:lnTo>
                  <a:pt x="520446" y="171843"/>
                </a:lnTo>
                <a:lnTo>
                  <a:pt x="537019" y="195554"/>
                </a:lnTo>
                <a:lnTo>
                  <a:pt x="550164" y="216420"/>
                </a:lnTo>
                <a:lnTo>
                  <a:pt x="528688" y="252679"/>
                </a:lnTo>
                <a:lnTo>
                  <a:pt x="502920" y="288239"/>
                </a:lnTo>
                <a:lnTo>
                  <a:pt x="472592" y="322922"/>
                </a:lnTo>
                <a:lnTo>
                  <a:pt x="437388" y="356628"/>
                </a:lnTo>
                <a:lnTo>
                  <a:pt x="440436" y="362724"/>
                </a:lnTo>
                <a:lnTo>
                  <a:pt x="476465" y="335838"/>
                </a:lnTo>
                <a:lnTo>
                  <a:pt x="509206" y="305384"/>
                </a:lnTo>
                <a:lnTo>
                  <a:pt x="538810" y="271208"/>
                </a:lnTo>
                <a:lnTo>
                  <a:pt x="565404" y="233184"/>
                </a:lnTo>
                <a:lnTo>
                  <a:pt x="579145" y="255155"/>
                </a:lnTo>
                <a:lnTo>
                  <a:pt x="590740" y="275285"/>
                </a:lnTo>
                <a:lnTo>
                  <a:pt x="600341" y="293395"/>
                </a:lnTo>
                <a:lnTo>
                  <a:pt x="608076" y="309384"/>
                </a:lnTo>
                <a:lnTo>
                  <a:pt x="612648" y="324624"/>
                </a:lnTo>
                <a:lnTo>
                  <a:pt x="615696" y="330720"/>
                </a:lnTo>
                <a:lnTo>
                  <a:pt x="621792" y="330720"/>
                </a:lnTo>
                <a:lnTo>
                  <a:pt x="629412" y="315480"/>
                </a:lnTo>
                <a:lnTo>
                  <a:pt x="630936" y="307860"/>
                </a:lnTo>
                <a:lnTo>
                  <a:pt x="630936" y="301764"/>
                </a:lnTo>
                <a:lnTo>
                  <a:pt x="613435" y="256438"/>
                </a:lnTo>
                <a:lnTo>
                  <a:pt x="596188" y="233184"/>
                </a:lnTo>
                <a:lnTo>
                  <a:pt x="593483" y="229628"/>
                </a:lnTo>
                <a:lnTo>
                  <a:pt x="580644" y="213372"/>
                </a:lnTo>
                <a:lnTo>
                  <a:pt x="588111" y="195084"/>
                </a:lnTo>
                <a:lnTo>
                  <a:pt x="592315" y="184797"/>
                </a:lnTo>
                <a:lnTo>
                  <a:pt x="604266" y="151650"/>
                </a:lnTo>
                <a:lnTo>
                  <a:pt x="616229" y="113931"/>
                </a:lnTo>
                <a:lnTo>
                  <a:pt x="627888" y="71640"/>
                </a:lnTo>
                <a:lnTo>
                  <a:pt x="636270" y="65544"/>
                </a:lnTo>
                <a:lnTo>
                  <a:pt x="644652" y="59448"/>
                </a:lnTo>
                <a:close/>
              </a:path>
              <a:path w="1292860" h="401320">
                <a:moveTo>
                  <a:pt x="839724" y="353580"/>
                </a:moveTo>
                <a:lnTo>
                  <a:pt x="814031" y="341553"/>
                </a:lnTo>
                <a:lnTo>
                  <a:pt x="789622" y="323672"/>
                </a:lnTo>
                <a:lnTo>
                  <a:pt x="766648" y="299783"/>
                </a:lnTo>
                <a:lnTo>
                  <a:pt x="759371" y="289572"/>
                </a:lnTo>
                <a:lnTo>
                  <a:pt x="745236" y="269760"/>
                </a:lnTo>
                <a:lnTo>
                  <a:pt x="762431" y="231470"/>
                </a:lnTo>
                <a:lnTo>
                  <a:pt x="777621" y="185178"/>
                </a:lnTo>
                <a:lnTo>
                  <a:pt x="791108" y="130886"/>
                </a:lnTo>
                <a:lnTo>
                  <a:pt x="803148" y="68592"/>
                </a:lnTo>
                <a:lnTo>
                  <a:pt x="810768" y="62496"/>
                </a:lnTo>
                <a:lnTo>
                  <a:pt x="818388" y="56400"/>
                </a:lnTo>
                <a:lnTo>
                  <a:pt x="790956" y="33540"/>
                </a:lnTo>
                <a:lnTo>
                  <a:pt x="778764" y="49390"/>
                </a:lnTo>
                <a:lnTo>
                  <a:pt x="778764" y="62496"/>
                </a:lnTo>
                <a:lnTo>
                  <a:pt x="768172" y="119354"/>
                </a:lnTo>
                <a:lnTo>
                  <a:pt x="756856" y="168795"/>
                </a:lnTo>
                <a:lnTo>
                  <a:pt x="744689" y="210794"/>
                </a:lnTo>
                <a:lnTo>
                  <a:pt x="731520" y="245376"/>
                </a:lnTo>
                <a:lnTo>
                  <a:pt x="713803" y="205867"/>
                </a:lnTo>
                <a:lnTo>
                  <a:pt x="699516" y="162509"/>
                </a:lnTo>
                <a:lnTo>
                  <a:pt x="688657" y="114858"/>
                </a:lnTo>
                <a:lnTo>
                  <a:pt x="681228" y="62496"/>
                </a:lnTo>
                <a:lnTo>
                  <a:pt x="778764" y="62496"/>
                </a:lnTo>
                <a:lnTo>
                  <a:pt x="778764" y="49390"/>
                </a:lnTo>
                <a:lnTo>
                  <a:pt x="775716" y="53352"/>
                </a:lnTo>
                <a:lnTo>
                  <a:pt x="643128" y="53352"/>
                </a:lnTo>
                <a:lnTo>
                  <a:pt x="658368" y="68592"/>
                </a:lnTo>
                <a:lnTo>
                  <a:pt x="672084" y="62496"/>
                </a:lnTo>
                <a:lnTo>
                  <a:pt x="677519" y="117335"/>
                </a:lnTo>
                <a:lnTo>
                  <a:pt x="686943" y="169748"/>
                </a:lnTo>
                <a:lnTo>
                  <a:pt x="700379" y="219583"/>
                </a:lnTo>
                <a:lnTo>
                  <a:pt x="717804" y="266712"/>
                </a:lnTo>
                <a:lnTo>
                  <a:pt x="694944" y="297307"/>
                </a:lnTo>
                <a:lnTo>
                  <a:pt x="665226" y="327482"/>
                </a:lnTo>
                <a:lnTo>
                  <a:pt x="628650" y="357365"/>
                </a:lnTo>
                <a:lnTo>
                  <a:pt x="585216" y="387108"/>
                </a:lnTo>
                <a:lnTo>
                  <a:pt x="588264" y="391680"/>
                </a:lnTo>
                <a:lnTo>
                  <a:pt x="629488" y="371652"/>
                </a:lnTo>
                <a:lnTo>
                  <a:pt x="666559" y="348056"/>
                </a:lnTo>
                <a:lnTo>
                  <a:pt x="699922" y="320738"/>
                </a:lnTo>
                <a:lnTo>
                  <a:pt x="729996" y="289572"/>
                </a:lnTo>
                <a:lnTo>
                  <a:pt x="745718" y="314121"/>
                </a:lnTo>
                <a:lnTo>
                  <a:pt x="763143" y="337388"/>
                </a:lnTo>
                <a:lnTo>
                  <a:pt x="782294" y="359219"/>
                </a:lnTo>
                <a:lnTo>
                  <a:pt x="803148" y="379488"/>
                </a:lnTo>
                <a:lnTo>
                  <a:pt x="808012" y="372338"/>
                </a:lnTo>
                <a:lnTo>
                  <a:pt x="815721" y="366915"/>
                </a:lnTo>
                <a:lnTo>
                  <a:pt x="826300" y="363194"/>
                </a:lnTo>
                <a:lnTo>
                  <a:pt x="839724" y="361200"/>
                </a:lnTo>
                <a:lnTo>
                  <a:pt x="839724" y="353580"/>
                </a:lnTo>
                <a:close/>
              </a:path>
              <a:path w="1292860" h="401320">
                <a:moveTo>
                  <a:pt x="1112520" y="44196"/>
                </a:moveTo>
                <a:lnTo>
                  <a:pt x="1071232" y="8623"/>
                </a:lnTo>
                <a:lnTo>
                  <a:pt x="1051560" y="0"/>
                </a:lnTo>
                <a:lnTo>
                  <a:pt x="1046988" y="6096"/>
                </a:lnTo>
                <a:lnTo>
                  <a:pt x="1058684" y="17818"/>
                </a:lnTo>
                <a:lnTo>
                  <a:pt x="1068514" y="30099"/>
                </a:lnTo>
                <a:lnTo>
                  <a:pt x="1076350" y="42964"/>
                </a:lnTo>
                <a:lnTo>
                  <a:pt x="1082040" y="56388"/>
                </a:lnTo>
                <a:lnTo>
                  <a:pt x="1086612" y="68580"/>
                </a:lnTo>
                <a:lnTo>
                  <a:pt x="1091184" y="74676"/>
                </a:lnTo>
                <a:lnTo>
                  <a:pt x="1097280" y="74676"/>
                </a:lnTo>
                <a:lnTo>
                  <a:pt x="1100328" y="71628"/>
                </a:lnTo>
                <a:lnTo>
                  <a:pt x="1109472" y="59436"/>
                </a:lnTo>
                <a:lnTo>
                  <a:pt x="1112520" y="53340"/>
                </a:lnTo>
                <a:lnTo>
                  <a:pt x="1112520" y="44196"/>
                </a:lnTo>
                <a:close/>
              </a:path>
              <a:path w="1292860" h="401320">
                <a:moveTo>
                  <a:pt x="1292352" y="96012"/>
                </a:moveTo>
                <a:lnTo>
                  <a:pt x="1255776" y="59436"/>
                </a:lnTo>
                <a:lnTo>
                  <a:pt x="1229868" y="85344"/>
                </a:lnTo>
                <a:lnTo>
                  <a:pt x="883920" y="85344"/>
                </a:lnTo>
                <a:lnTo>
                  <a:pt x="899160" y="100584"/>
                </a:lnTo>
                <a:lnTo>
                  <a:pt x="909472" y="98590"/>
                </a:lnTo>
                <a:lnTo>
                  <a:pt x="919924" y="97155"/>
                </a:lnTo>
                <a:lnTo>
                  <a:pt x="930668" y="96304"/>
                </a:lnTo>
                <a:lnTo>
                  <a:pt x="941832" y="96012"/>
                </a:lnTo>
                <a:lnTo>
                  <a:pt x="1051560" y="96012"/>
                </a:lnTo>
                <a:lnTo>
                  <a:pt x="1048308" y="152946"/>
                </a:lnTo>
                <a:lnTo>
                  <a:pt x="1038580" y="204889"/>
                </a:lnTo>
                <a:lnTo>
                  <a:pt x="1022413" y="251891"/>
                </a:lnTo>
                <a:lnTo>
                  <a:pt x="999883" y="294017"/>
                </a:lnTo>
                <a:lnTo>
                  <a:pt x="971029" y="331330"/>
                </a:lnTo>
                <a:lnTo>
                  <a:pt x="935913" y="363855"/>
                </a:lnTo>
                <a:lnTo>
                  <a:pt x="894588" y="391668"/>
                </a:lnTo>
                <a:lnTo>
                  <a:pt x="897636" y="399288"/>
                </a:lnTo>
                <a:lnTo>
                  <a:pt x="941717" y="374904"/>
                </a:lnTo>
                <a:lnTo>
                  <a:pt x="979487" y="345897"/>
                </a:lnTo>
                <a:lnTo>
                  <a:pt x="1010983" y="312229"/>
                </a:lnTo>
                <a:lnTo>
                  <a:pt x="1036269" y="273875"/>
                </a:lnTo>
                <a:lnTo>
                  <a:pt x="1055370" y="230771"/>
                </a:lnTo>
                <a:lnTo>
                  <a:pt x="1068324" y="182880"/>
                </a:lnTo>
                <a:lnTo>
                  <a:pt x="1184148" y="182880"/>
                </a:lnTo>
                <a:lnTo>
                  <a:pt x="1179601" y="224294"/>
                </a:lnTo>
                <a:lnTo>
                  <a:pt x="1171079" y="287680"/>
                </a:lnTo>
                <a:lnTo>
                  <a:pt x="1163942" y="325932"/>
                </a:lnTo>
                <a:lnTo>
                  <a:pt x="1139952" y="359664"/>
                </a:lnTo>
                <a:lnTo>
                  <a:pt x="1129284" y="359664"/>
                </a:lnTo>
                <a:lnTo>
                  <a:pt x="1120406" y="358571"/>
                </a:lnTo>
                <a:lnTo>
                  <a:pt x="1107376" y="355473"/>
                </a:lnTo>
                <a:lnTo>
                  <a:pt x="1068324" y="344424"/>
                </a:lnTo>
                <a:lnTo>
                  <a:pt x="1066800" y="352044"/>
                </a:lnTo>
                <a:lnTo>
                  <a:pt x="1089113" y="362889"/>
                </a:lnTo>
                <a:lnTo>
                  <a:pt x="1105852" y="374713"/>
                </a:lnTo>
                <a:lnTo>
                  <a:pt x="1117168" y="387413"/>
                </a:lnTo>
                <a:lnTo>
                  <a:pt x="1123188" y="400812"/>
                </a:lnTo>
                <a:lnTo>
                  <a:pt x="1136053" y="397129"/>
                </a:lnTo>
                <a:lnTo>
                  <a:pt x="1171765" y="378383"/>
                </a:lnTo>
                <a:lnTo>
                  <a:pt x="1191183" y="331330"/>
                </a:lnTo>
                <a:lnTo>
                  <a:pt x="1203248" y="251891"/>
                </a:lnTo>
                <a:lnTo>
                  <a:pt x="1211580" y="192024"/>
                </a:lnTo>
                <a:lnTo>
                  <a:pt x="1225956" y="182880"/>
                </a:lnTo>
                <a:lnTo>
                  <a:pt x="1228344" y="181356"/>
                </a:lnTo>
                <a:lnTo>
                  <a:pt x="1218666" y="172212"/>
                </a:lnTo>
                <a:lnTo>
                  <a:pt x="1200912" y="155448"/>
                </a:lnTo>
                <a:lnTo>
                  <a:pt x="1182624" y="172212"/>
                </a:lnTo>
                <a:lnTo>
                  <a:pt x="1069848" y="172212"/>
                </a:lnTo>
                <a:lnTo>
                  <a:pt x="1072997" y="151091"/>
                </a:lnTo>
                <a:lnTo>
                  <a:pt x="1075563" y="131254"/>
                </a:lnTo>
                <a:lnTo>
                  <a:pt x="1077569" y="112852"/>
                </a:lnTo>
                <a:lnTo>
                  <a:pt x="1078992" y="96012"/>
                </a:lnTo>
                <a:lnTo>
                  <a:pt x="1292352" y="9601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" name="object 47"/>
          <p:cNvSpPr/>
          <p:nvPr/>
        </p:nvSpPr>
        <p:spPr>
          <a:xfrm>
            <a:off x="6164579" y="5362955"/>
            <a:ext cx="356870" cy="401320"/>
          </a:xfrm>
          <a:custGeom>
            <a:avLst/>
            <a:gdLst/>
            <a:ahLst/>
            <a:cxnLst/>
            <a:rect l="l" t="t" r="r" b="b"/>
            <a:pathLst>
              <a:path w="356870" h="401320">
                <a:moveTo>
                  <a:pt x="53340" y="89916"/>
                </a:moveTo>
                <a:lnTo>
                  <a:pt x="42672" y="89916"/>
                </a:lnTo>
                <a:lnTo>
                  <a:pt x="50696" y="62150"/>
                </a:lnTo>
                <a:lnTo>
                  <a:pt x="56578" y="38100"/>
                </a:lnTo>
                <a:lnTo>
                  <a:pt x="60459" y="17478"/>
                </a:lnTo>
                <a:lnTo>
                  <a:pt x="62484" y="0"/>
                </a:lnTo>
                <a:lnTo>
                  <a:pt x="100584" y="21336"/>
                </a:lnTo>
                <a:lnTo>
                  <a:pt x="90844" y="28408"/>
                </a:lnTo>
                <a:lnTo>
                  <a:pt x="79819" y="42481"/>
                </a:lnTo>
                <a:lnTo>
                  <a:pt x="67365" y="63126"/>
                </a:lnTo>
                <a:lnTo>
                  <a:pt x="53340" y="89916"/>
                </a:lnTo>
                <a:close/>
              </a:path>
              <a:path w="356870" h="401320">
                <a:moveTo>
                  <a:pt x="147828" y="190500"/>
                </a:moveTo>
                <a:lnTo>
                  <a:pt x="141732" y="187452"/>
                </a:lnTo>
                <a:lnTo>
                  <a:pt x="158877" y="160615"/>
                </a:lnTo>
                <a:lnTo>
                  <a:pt x="173736" y="135064"/>
                </a:lnTo>
                <a:lnTo>
                  <a:pt x="196596" y="88392"/>
                </a:lnTo>
                <a:lnTo>
                  <a:pt x="211264" y="44958"/>
                </a:lnTo>
                <a:lnTo>
                  <a:pt x="222503" y="1524"/>
                </a:lnTo>
                <a:lnTo>
                  <a:pt x="260603" y="24384"/>
                </a:lnTo>
                <a:lnTo>
                  <a:pt x="252626" y="32146"/>
                </a:lnTo>
                <a:lnTo>
                  <a:pt x="242506" y="46482"/>
                </a:lnTo>
                <a:lnTo>
                  <a:pt x="230385" y="67675"/>
                </a:lnTo>
                <a:lnTo>
                  <a:pt x="216408" y="96012"/>
                </a:lnTo>
                <a:lnTo>
                  <a:pt x="350520" y="96012"/>
                </a:lnTo>
                <a:lnTo>
                  <a:pt x="356616" y="102108"/>
                </a:lnTo>
                <a:lnTo>
                  <a:pt x="352425" y="105156"/>
                </a:lnTo>
                <a:lnTo>
                  <a:pt x="213360" y="105156"/>
                </a:lnTo>
                <a:lnTo>
                  <a:pt x="197334" y="130063"/>
                </a:lnTo>
                <a:lnTo>
                  <a:pt x="181165" y="152400"/>
                </a:lnTo>
                <a:lnTo>
                  <a:pt x="164711" y="172450"/>
                </a:lnTo>
                <a:lnTo>
                  <a:pt x="147828" y="190500"/>
                </a:lnTo>
                <a:close/>
              </a:path>
              <a:path w="356870" h="401320">
                <a:moveTo>
                  <a:pt x="144780" y="89916"/>
                </a:moveTo>
                <a:lnTo>
                  <a:pt x="111252" y="89916"/>
                </a:lnTo>
                <a:lnTo>
                  <a:pt x="128016" y="73152"/>
                </a:lnTo>
                <a:lnTo>
                  <a:pt x="144780" y="89916"/>
                </a:lnTo>
                <a:close/>
              </a:path>
              <a:path w="356870" h="401320">
                <a:moveTo>
                  <a:pt x="0" y="397764"/>
                </a:moveTo>
                <a:lnTo>
                  <a:pt x="176" y="367474"/>
                </a:lnTo>
                <a:lnTo>
                  <a:pt x="292" y="352615"/>
                </a:lnTo>
                <a:lnTo>
                  <a:pt x="1285" y="275605"/>
                </a:lnTo>
                <a:lnTo>
                  <a:pt x="1319" y="269748"/>
                </a:lnTo>
                <a:lnTo>
                  <a:pt x="1425" y="176784"/>
                </a:lnTo>
                <a:lnTo>
                  <a:pt x="1307" y="152400"/>
                </a:lnTo>
                <a:lnTo>
                  <a:pt x="881" y="114681"/>
                </a:lnTo>
                <a:lnTo>
                  <a:pt x="0" y="74676"/>
                </a:lnTo>
                <a:lnTo>
                  <a:pt x="25908" y="89916"/>
                </a:lnTo>
                <a:lnTo>
                  <a:pt x="144780" y="89916"/>
                </a:lnTo>
                <a:lnTo>
                  <a:pt x="153924" y="99060"/>
                </a:lnTo>
                <a:lnTo>
                  <a:pt x="151828" y="100584"/>
                </a:lnTo>
                <a:lnTo>
                  <a:pt x="24384" y="100584"/>
                </a:lnTo>
                <a:lnTo>
                  <a:pt x="24384" y="211836"/>
                </a:lnTo>
                <a:lnTo>
                  <a:pt x="137205" y="211836"/>
                </a:lnTo>
                <a:lnTo>
                  <a:pt x="137219" y="222504"/>
                </a:lnTo>
                <a:lnTo>
                  <a:pt x="24384" y="222504"/>
                </a:lnTo>
                <a:lnTo>
                  <a:pt x="24384" y="344424"/>
                </a:lnTo>
                <a:lnTo>
                  <a:pt x="137914" y="344424"/>
                </a:lnTo>
                <a:lnTo>
                  <a:pt x="138028" y="350520"/>
                </a:lnTo>
                <a:lnTo>
                  <a:pt x="138137" y="355092"/>
                </a:lnTo>
                <a:lnTo>
                  <a:pt x="24384" y="355092"/>
                </a:lnTo>
                <a:lnTo>
                  <a:pt x="24384" y="384048"/>
                </a:lnTo>
                <a:lnTo>
                  <a:pt x="0" y="397764"/>
                </a:lnTo>
                <a:close/>
              </a:path>
              <a:path w="356870" h="401320">
                <a:moveTo>
                  <a:pt x="350520" y="96012"/>
                </a:moveTo>
                <a:lnTo>
                  <a:pt x="310896" y="96012"/>
                </a:lnTo>
                <a:lnTo>
                  <a:pt x="330708" y="76200"/>
                </a:lnTo>
                <a:lnTo>
                  <a:pt x="350520" y="96012"/>
                </a:lnTo>
                <a:close/>
              </a:path>
              <a:path w="356870" h="401320">
                <a:moveTo>
                  <a:pt x="137205" y="211836"/>
                </a:moveTo>
                <a:lnTo>
                  <a:pt x="114300" y="211836"/>
                </a:lnTo>
                <a:lnTo>
                  <a:pt x="114300" y="100584"/>
                </a:lnTo>
                <a:lnTo>
                  <a:pt x="151828" y="100584"/>
                </a:lnTo>
                <a:lnTo>
                  <a:pt x="137160" y="111252"/>
                </a:lnTo>
                <a:lnTo>
                  <a:pt x="137205" y="211836"/>
                </a:lnTo>
                <a:close/>
              </a:path>
              <a:path w="356870" h="401320">
                <a:moveTo>
                  <a:pt x="326904" y="359664"/>
                </a:moveTo>
                <a:lnTo>
                  <a:pt x="283464" y="359664"/>
                </a:lnTo>
                <a:lnTo>
                  <a:pt x="291750" y="357925"/>
                </a:lnTo>
                <a:lnTo>
                  <a:pt x="298323" y="352615"/>
                </a:lnTo>
                <a:lnTo>
                  <a:pt x="308586" y="305538"/>
                </a:lnTo>
                <a:lnTo>
                  <a:pt x="310705" y="259651"/>
                </a:lnTo>
                <a:lnTo>
                  <a:pt x="312510" y="193929"/>
                </a:lnTo>
                <a:lnTo>
                  <a:pt x="313944" y="105156"/>
                </a:lnTo>
                <a:lnTo>
                  <a:pt x="352425" y="105156"/>
                </a:lnTo>
                <a:lnTo>
                  <a:pt x="339852" y="114300"/>
                </a:lnTo>
                <a:lnTo>
                  <a:pt x="338780" y="186976"/>
                </a:lnTo>
                <a:lnTo>
                  <a:pt x="337291" y="249070"/>
                </a:lnTo>
                <a:lnTo>
                  <a:pt x="335462" y="295241"/>
                </a:lnTo>
                <a:lnTo>
                  <a:pt x="333268" y="327074"/>
                </a:lnTo>
                <a:lnTo>
                  <a:pt x="330708" y="344424"/>
                </a:lnTo>
                <a:lnTo>
                  <a:pt x="327874" y="357020"/>
                </a:lnTo>
                <a:lnTo>
                  <a:pt x="326904" y="359664"/>
                </a:lnTo>
                <a:close/>
              </a:path>
              <a:path w="356870" h="401320">
                <a:moveTo>
                  <a:pt x="231648" y="269748"/>
                </a:moveTo>
                <a:lnTo>
                  <a:pt x="228600" y="269748"/>
                </a:lnTo>
                <a:lnTo>
                  <a:pt x="225456" y="268081"/>
                </a:lnTo>
                <a:lnTo>
                  <a:pt x="222885" y="263271"/>
                </a:lnTo>
                <a:lnTo>
                  <a:pt x="220884" y="255603"/>
                </a:lnTo>
                <a:lnTo>
                  <a:pt x="219456" y="245364"/>
                </a:lnTo>
                <a:lnTo>
                  <a:pt x="214884" y="228219"/>
                </a:lnTo>
                <a:lnTo>
                  <a:pt x="208026" y="211074"/>
                </a:lnTo>
                <a:lnTo>
                  <a:pt x="198882" y="193929"/>
                </a:lnTo>
                <a:lnTo>
                  <a:pt x="187452" y="176784"/>
                </a:lnTo>
                <a:lnTo>
                  <a:pt x="190500" y="172212"/>
                </a:lnTo>
                <a:lnTo>
                  <a:pt x="224028" y="199644"/>
                </a:lnTo>
                <a:lnTo>
                  <a:pt x="243840" y="228600"/>
                </a:lnTo>
                <a:lnTo>
                  <a:pt x="246888" y="234696"/>
                </a:lnTo>
                <a:lnTo>
                  <a:pt x="246888" y="248412"/>
                </a:lnTo>
                <a:lnTo>
                  <a:pt x="243840" y="254508"/>
                </a:lnTo>
                <a:lnTo>
                  <a:pt x="234696" y="266700"/>
                </a:lnTo>
                <a:lnTo>
                  <a:pt x="231648" y="269748"/>
                </a:lnTo>
                <a:close/>
              </a:path>
              <a:path w="356870" h="401320">
                <a:moveTo>
                  <a:pt x="137914" y="344424"/>
                </a:moveTo>
                <a:lnTo>
                  <a:pt x="114300" y="344424"/>
                </a:lnTo>
                <a:lnTo>
                  <a:pt x="114300" y="222504"/>
                </a:lnTo>
                <a:lnTo>
                  <a:pt x="137219" y="222504"/>
                </a:lnTo>
                <a:lnTo>
                  <a:pt x="137337" y="269748"/>
                </a:lnTo>
                <a:lnTo>
                  <a:pt x="137498" y="305538"/>
                </a:lnTo>
                <a:lnTo>
                  <a:pt x="137914" y="344424"/>
                </a:lnTo>
                <a:close/>
              </a:path>
              <a:path w="356870" h="401320">
                <a:moveTo>
                  <a:pt x="277367" y="400812"/>
                </a:moveTo>
                <a:lnTo>
                  <a:pt x="271129" y="387953"/>
                </a:lnTo>
                <a:lnTo>
                  <a:pt x="259461" y="376809"/>
                </a:lnTo>
                <a:lnTo>
                  <a:pt x="242649" y="367379"/>
                </a:lnTo>
                <a:lnTo>
                  <a:pt x="220979" y="359664"/>
                </a:lnTo>
                <a:lnTo>
                  <a:pt x="220979" y="350520"/>
                </a:lnTo>
                <a:lnTo>
                  <a:pt x="241030" y="354520"/>
                </a:lnTo>
                <a:lnTo>
                  <a:pt x="257937" y="357378"/>
                </a:lnTo>
                <a:lnTo>
                  <a:pt x="271986" y="359092"/>
                </a:lnTo>
                <a:lnTo>
                  <a:pt x="283464" y="359664"/>
                </a:lnTo>
                <a:lnTo>
                  <a:pt x="326904" y="359664"/>
                </a:lnTo>
                <a:lnTo>
                  <a:pt x="324040" y="367474"/>
                </a:lnTo>
                <a:lnTo>
                  <a:pt x="289083" y="397097"/>
                </a:lnTo>
                <a:lnTo>
                  <a:pt x="277367" y="400812"/>
                </a:lnTo>
                <a:close/>
              </a:path>
              <a:path w="356870" h="401320">
                <a:moveTo>
                  <a:pt x="114300" y="391668"/>
                </a:moveTo>
                <a:lnTo>
                  <a:pt x="114300" y="355092"/>
                </a:lnTo>
                <a:lnTo>
                  <a:pt x="138137" y="355092"/>
                </a:lnTo>
                <a:lnTo>
                  <a:pt x="138684" y="377952"/>
                </a:lnTo>
                <a:lnTo>
                  <a:pt x="114300" y="39166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" name="object 48"/>
          <p:cNvSpPr/>
          <p:nvPr/>
        </p:nvSpPr>
        <p:spPr>
          <a:xfrm>
            <a:off x="6571488" y="5362955"/>
            <a:ext cx="855344" cy="405765"/>
          </a:xfrm>
          <a:custGeom>
            <a:avLst/>
            <a:gdLst/>
            <a:ahLst/>
            <a:cxnLst/>
            <a:rect l="l" t="t" r="r" b="b"/>
            <a:pathLst>
              <a:path w="855345" h="405764">
                <a:moveTo>
                  <a:pt x="100863" y="75044"/>
                </a:moveTo>
                <a:lnTo>
                  <a:pt x="76962" y="41541"/>
                </a:lnTo>
                <a:lnTo>
                  <a:pt x="53340" y="24396"/>
                </a:lnTo>
                <a:lnTo>
                  <a:pt x="48768" y="25920"/>
                </a:lnTo>
                <a:lnTo>
                  <a:pt x="57950" y="44221"/>
                </a:lnTo>
                <a:lnTo>
                  <a:pt x="65151" y="60401"/>
                </a:lnTo>
                <a:lnTo>
                  <a:pt x="70624" y="74561"/>
                </a:lnTo>
                <a:lnTo>
                  <a:pt x="74676" y="86880"/>
                </a:lnTo>
                <a:lnTo>
                  <a:pt x="76200" y="99072"/>
                </a:lnTo>
                <a:lnTo>
                  <a:pt x="79248" y="103644"/>
                </a:lnTo>
                <a:lnTo>
                  <a:pt x="83820" y="103644"/>
                </a:lnTo>
                <a:lnTo>
                  <a:pt x="86868" y="102120"/>
                </a:lnTo>
                <a:lnTo>
                  <a:pt x="96012" y="96024"/>
                </a:lnTo>
                <a:lnTo>
                  <a:pt x="99060" y="89928"/>
                </a:lnTo>
                <a:lnTo>
                  <a:pt x="100584" y="80784"/>
                </a:lnTo>
                <a:lnTo>
                  <a:pt x="100863" y="75044"/>
                </a:lnTo>
                <a:close/>
              </a:path>
              <a:path w="855345" h="405764">
                <a:moveTo>
                  <a:pt x="397764" y="310908"/>
                </a:moveTo>
                <a:lnTo>
                  <a:pt x="377380" y="272427"/>
                </a:lnTo>
                <a:lnTo>
                  <a:pt x="376428" y="245376"/>
                </a:lnTo>
                <a:lnTo>
                  <a:pt x="370332" y="245376"/>
                </a:lnTo>
                <a:lnTo>
                  <a:pt x="368274" y="264248"/>
                </a:lnTo>
                <a:lnTo>
                  <a:pt x="366522" y="279857"/>
                </a:lnTo>
                <a:lnTo>
                  <a:pt x="364756" y="292303"/>
                </a:lnTo>
                <a:lnTo>
                  <a:pt x="362712" y="301764"/>
                </a:lnTo>
                <a:lnTo>
                  <a:pt x="361188" y="310908"/>
                </a:lnTo>
                <a:lnTo>
                  <a:pt x="353568" y="315480"/>
                </a:lnTo>
                <a:lnTo>
                  <a:pt x="344424" y="313956"/>
                </a:lnTo>
                <a:lnTo>
                  <a:pt x="315468" y="313956"/>
                </a:lnTo>
                <a:lnTo>
                  <a:pt x="305460" y="313397"/>
                </a:lnTo>
                <a:lnTo>
                  <a:pt x="298323" y="309575"/>
                </a:lnTo>
                <a:lnTo>
                  <a:pt x="294030" y="302590"/>
                </a:lnTo>
                <a:lnTo>
                  <a:pt x="292608" y="292620"/>
                </a:lnTo>
                <a:lnTo>
                  <a:pt x="292608" y="184416"/>
                </a:lnTo>
                <a:lnTo>
                  <a:pt x="390144" y="184416"/>
                </a:lnTo>
                <a:lnTo>
                  <a:pt x="359664" y="150888"/>
                </a:lnTo>
                <a:lnTo>
                  <a:pt x="336804" y="173748"/>
                </a:lnTo>
                <a:lnTo>
                  <a:pt x="263652" y="173748"/>
                </a:lnTo>
                <a:lnTo>
                  <a:pt x="263652" y="102120"/>
                </a:lnTo>
                <a:lnTo>
                  <a:pt x="362712" y="102120"/>
                </a:lnTo>
                <a:lnTo>
                  <a:pt x="353060" y="91452"/>
                </a:lnTo>
                <a:lnTo>
                  <a:pt x="333756" y="70116"/>
                </a:lnTo>
                <a:lnTo>
                  <a:pt x="310896" y="91452"/>
                </a:lnTo>
                <a:lnTo>
                  <a:pt x="263652" y="91452"/>
                </a:lnTo>
                <a:lnTo>
                  <a:pt x="263652" y="33540"/>
                </a:lnTo>
                <a:lnTo>
                  <a:pt x="278892" y="18300"/>
                </a:lnTo>
                <a:lnTo>
                  <a:pt x="239268" y="1536"/>
                </a:lnTo>
                <a:lnTo>
                  <a:pt x="240144" y="18300"/>
                </a:lnTo>
                <a:lnTo>
                  <a:pt x="240601" y="39065"/>
                </a:lnTo>
                <a:lnTo>
                  <a:pt x="240715" y="56400"/>
                </a:lnTo>
                <a:lnTo>
                  <a:pt x="240792" y="91452"/>
                </a:lnTo>
                <a:lnTo>
                  <a:pt x="184404" y="91452"/>
                </a:lnTo>
                <a:lnTo>
                  <a:pt x="188061" y="83210"/>
                </a:lnTo>
                <a:lnTo>
                  <a:pt x="195973" y="66154"/>
                </a:lnTo>
                <a:lnTo>
                  <a:pt x="199644" y="57924"/>
                </a:lnTo>
                <a:lnTo>
                  <a:pt x="213360" y="50304"/>
                </a:lnTo>
                <a:lnTo>
                  <a:pt x="178308" y="28968"/>
                </a:lnTo>
                <a:lnTo>
                  <a:pt x="176847" y="38341"/>
                </a:lnTo>
                <a:lnTo>
                  <a:pt x="174688" y="50304"/>
                </a:lnTo>
                <a:lnTo>
                  <a:pt x="161988" y="99326"/>
                </a:lnTo>
                <a:lnTo>
                  <a:pt x="145554" y="137566"/>
                </a:lnTo>
                <a:lnTo>
                  <a:pt x="135636" y="156984"/>
                </a:lnTo>
                <a:lnTo>
                  <a:pt x="140208" y="160032"/>
                </a:lnTo>
                <a:lnTo>
                  <a:pt x="151968" y="146265"/>
                </a:lnTo>
                <a:lnTo>
                  <a:pt x="162306" y="132219"/>
                </a:lnTo>
                <a:lnTo>
                  <a:pt x="171488" y="117589"/>
                </a:lnTo>
                <a:lnTo>
                  <a:pt x="179832" y="102120"/>
                </a:lnTo>
                <a:lnTo>
                  <a:pt x="240792" y="102120"/>
                </a:lnTo>
                <a:lnTo>
                  <a:pt x="240792" y="173748"/>
                </a:lnTo>
                <a:lnTo>
                  <a:pt x="117348" y="173748"/>
                </a:lnTo>
                <a:lnTo>
                  <a:pt x="132588" y="188988"/>
                </a:lnTo>
                <a:lnTo>
                  <a:pt x="142316" y="186982"/>
                </a:lnTo>
                <a:lnTo>
                  <a:pt x="151066" y="185559"/>
                </a:lnTo>
                <a:lnTo>
                  <a:pt x="158940" y="184696"/>
                </a:lnTo>
                <a:lnTo>
                  <a:pt x="166116" y="184416"/>
                </a:lnTo>
                <a:lnTo>
                  <a:pt x="204216" y="184416"/>
                </a:lnTo>
                <a:lnTo>
                  <a:pt x="197370" y="232625"/>
                </a:lnTo>
                <a:lnTo>
                  <a:pt x="181546" y="274142"/>
                </a:lnTo>
                <a:lnTo>
                  <a:pt x="156845" y="308495"/>
                </a:lnTo>
                <a:lnTo>
                  <a:pt x="123444" y="335292"/>
                </a:lnTo>
                <a:lnTo>
                  <a:pt x="126492" y="341388"/>
                </a:lnTo>
                <a:lnTo>
                  <a:pt x="169659" y="317068"/>
                </a:lnTo>
                <a:lnTo>
                  <a:pt x="200977" y="282905"/>
                </a:lnTo>
                <a:lnTo>
                  <a:pt x="220573" y="238721"/>
                </a:lnTo>
                <a:lnTo>
                  <a:pt x="228600" y="184416"/>
                </a:lnTo>
                <a:lnTo>
                  <a:pt x="271272" y="184416"/>
                </a:lnTo>
                <a:lnTo>
                  <a:pt x="271386" y="301764"/>
                </a:lnTo>
                <a:lnTo>
                  <a:pt x="301752" y="333768"/>
                </a:lnTo>
                <a:lnTo>
                  <a:pt x="356616" y="333768"/>
                </a:lnTo>
                <a:lnTo>
                  <a:pt x="371182" y="333197"/>
                </a:lnTo>
                <a:lnTo>
                  <a:pt x="382905" y="329196"/>
                </a:lnTo>
                <a:lnTo>
                  <a:pt x="391756" y="321767"/>
                </a:lnTo>
                <a:lnTo>
                  <a:pt x="395236" y="315480"/>
                </a:lnTo>
                <a:lnTo>
                  <a:pt x="397764" y="310908"/>
                </a:lnTo>
                <a:close/>
              </a:path>
              <a:path w="855345" h="405764">
                <a:moveTo>
                  <a:pt x="411480" y="359676"/>
                </a:moveTo>
                <a:lnTo>
                  <a:pt x="365734" y="364286"/>
                </a:lnTo>
                <a:lnTo>
                  <a:pt x="322135" y="366915"/>
                </a:lnTo>
                <a:lnTo>
                  <a:pt x="280530" y="367817"/>
                </a:lnTo>
                <a:lnTo>
                  <a:pt x="240792" y="367296"/>
                </a:lnTo>
                <a:lnTo>
                  <a:pt x="176974" y="361581"/>
                </a:lnTo>
                <a:lnTo>
                  <a:pt x="137160" y="349008"/>
                </a:lnTo>
                <a:lnTo>
                  <a:pt x="102844" y="324624"/>
                </a:lnTo>
                <a:lnTo>
                  <a:pt x="92964" y="313956"/>
                </a:lnTo>
                <a:lnTo>
                  <a:pt x="92964" y="176796"/>
                </a:lnTo>
                <a:lnTo>
                  <a:pt x="98679" y="172224"/>
                </a:lnTo>
                <a:lnTo>
                  <a:pt x="108204" y="164604"/>
                </a:lnTo>
                <a:lnTo>
                  <a:pt x="80772" y="144792"/>
                </a:lnTo>
                <a:lnTo>
                  <a:pt x="68580" y="161556"/>
                </a:lnTo>
                <a:lnTo>
                  <a:pt x="3048" y="161556"/>
                </a:lnTo>
                <a:lnTo>
                  <a:pt x="18288" y="176796"/>
                </a:lnTo>
                <a:lnTo>
                  <a:pt x="27762" y="174790"/>
                </a:lnTo>
                <a:lnTo>
                  <a:pt x="35814" y="173367"/>
                </a:lnTo>
                <a:lnTo>
                  <a:pt x="42710" y="172504"/>
                </a:lnTo>
                <a:lnTo>
                  <a:pt x="48768" y="172224"/>
                </a:lnTo>
                <a:lnTo>
                  <a:pt x="70104" y="172224"/>
                </a:lnTo>
                <a:lnTo>
                  <a:pt x="70104" y="310908"/>
                </a:lnTo>
                <a:lnTo>
                  <a:pt x="51003" y="320624"/>
                </a:lnTo>
                <a:lnTo>
                  <a:pt x="32766" y="331482"/>
                </a:lnTo>
                <a:lnTo>
                  <a:pt x="15659" y="343484"/>
                </a:lnTo>
                <a:lnTo>
                  <a:pt x="0" y="356628"/>
                </a:lnTo>
                <a:lnTo>
                  <a:pt x="25908" y="379488"/>
                </a:lnTo>
                <a:lnTo>
                  <a:pt x="30187" y="371195"/>
                </a:lnTo>
                <a:lnTo>
                  <a:pt x="36195" y="362343"/>
                </a:lnTo>
                <a:lnTo>
                  <a:pt x="62788" y="334048"/>
                </a:lnTo>
                <a:lnTo>
                  <a:pt x="82296" y="324624"/>
                </a:lnTo>
                <a:lnTo>
                  <a:pt x="86817" y="327761"/>
                </a:lnTo>
                <a:lnTo>
                  <a:pt x="93345" y="332625"/>
                </a:lnTo>
                <a:lnTo>
                  <a:pt x="101574" y="339191"/>
                </a:lnTo>
                <a:lnTo>
                  <a:pt x="111252" y="347484"/>
                </a:lnTo>
                <a:lnTo>
                  <a:pt x="122123" y="357200"/>
                </a:lnTo>
                <a:lnTo>
                  <a:pt x="134302" y="365772"/>
                </a:lnTo>
                <a:lnTo>
                  <a:pt x="179997" y="384632"/>
                </a:lnTo>
                <a:lnTo>
                  <a:pt x="220713" y="391490"/>
                </a:lnTo>
                <a:lnTo>
                  <a:pt x="272237" y="394106"/>
                </a:lnTo>
                <a:lnTo>
                  <a:pt x="374904" y="396252"/>
                </a:lnTo>
                <a:lnTo>
                  <a:pt x="377190" y="387438"/>
                </a:lnTo>
                <a:lnTo>
                  <a:pt x="384048" y="379488"/>
                </a:lnTo>
                <a:lnTo>
                  <a:pt x="395478" y="372668"/>
                </a:lnTo>
                <a:lnTo>
                  <a:pt x="409917" y="367817"/>
                </a:lnTo>
                <a:lnTo>
                  <a:pt x="411480" y="367296"/>
                </a:lnTo>
                <a:lnTo>
                  <a:pt x="411480" y="359676"/>
                </a:lnTo>
                <a:close/>
              </a:path>
              <a:path w="855345" h="405764">
                <a:moveTo>
                  <a:pt x="637032" y="109728"/>
                </a:moveTo>
                <a:lnTo>
                  <a:pt x="608076" y="79248"/>
                </a:lnTo>
                <a:lnTo>
                  <a:pt x="588264" y="99060"/>
                </a:lnTo>
                <a:lnTo>
                  <a:pt x="560832" y="99060"/>
                </a:lnTo>
                <a:lnTo>
                  <a:pt x="560832" y="30480"/>
                </a:lnTo>
                <a:lnTo>
                  <a:pt x="576072" y="18288"/>
                </a:lnTo>
                <a:lnTo>
                  <a:pt x="534924" y="0"/>
                </a:lnTo>
                <a:lnTo>
                  <a:pt x="536257" y="40386"/>
                </a:lnTo>
                <a:lnTo>
                  <a:pt x="536422" y="79248"/>
                </a:lnTo>
                <a:lnTo>
                  <a:pt x="536448" y="99060"/>
                </a:lnTo>
                <a:lnTo>
                  <a:pt x="452628" y="99060"/>
                </a:lnTo>
                <a:lnTo>
                  <a:pt x="469392" y="114300"/>
                </a:lnTo>
                <a:lnTo>
                  <a:pt x="478815" y="112306"/>
                </a:lnTo>
                <a:lnTo>
                  <a:pt x="488823" y="110871"/>
                </a:lnTo>
                <a:lnTo>
                  <a:pt x="499389" y="110020"/>
                </a:lnTo>
                <a:lnTo>
                  <a:pt x="510540" y="109728"/>
                </a:lnTo>
                <a:lnTo>
                  <a:pt x="536448" y="109728"/>
                </a:lnTo>
                <a:lnTo>
                  <a:pt x="536448" y="193548"/>
                </a:lnTo>
                <a:lnTo>
                  <a:pt x="507009" y="206717"/>
                </a:lnTo>
                <a:lnTo>
                  <a:pt x="482727" y="216598"/>
                </a:lnTo>
                <a:lnTo>
                  <a:pt x="463575" y="223342"/>
                </a:lnTo>
                <a:lnTo>
                  <a:pt x="449580" y="227076"/>
                </a:lnTo>
                <a:lnTo>
                  <a:pt x="473964" y="257556"/>
                </a:lnTo>
                <a:lnTo>
                  <a:pt x="481152" y="249555"/>
                </a:lnTo>
                <a:lnTo>
                  <a:pt x="493776" y="239268"/>
                </a:lnTo>
                <a:lnTo>
                  <a:pt x="512102" y="226695"/>
                </a:lnTo>
                <a:lnTo>
                  <a:pt x="536448" y="211836"/>
                </a:lnTo>
                <a:lnTo>
                  <a:pt x="536448" y="341376"/>
                </a:lnTo>
                <a:lnTo>
                  <a:pt x="535279" y="350481"/>
                </a:lnTo>
                <a:lnTo>
                  <a:pt x="531685" y="356997"/>
                </a:lnTo>
                <a:lnTo>
                  <a:pt x="525513" y="360667"/>
                </a:lnTo>
                <a:lnTo>
                  <a:pt x="516636" y="361188"/>
                </a:lnTo>
                <a:lnTo>
                  <a:pt x="494919" y="358711"/>
                </a:lnTo>
                <a:lnTo>
                  <a:pt x="483196" y="357124"/>
                </a:lnTo>
                <a:lnTo>
                  <a:pt x="470916" y="355092"/>
                </a:lnTo>
                <a:lnTo>
                  <a:pt x="470916" y="362712"/>
                </a:lnTo>
                <a:lnTo>
                  <a:pt x="492912" y="372148"/>
                </a:lnTo>
                <a:lnTo>
                  <a:pt x="508635" y="382143"/>
                </a:lnTo>
                <a:lnTo>
                  <a:pt x="518058" y="392722"/>
                </a:lnTo>
                <a:lnTo>
                  <a:pt x="521208" y="403860"/>
                </a:lnTo>
                <a:lnTo>
                  <a:pt x="538111" y="394741"/>
                </a:lnTo>
                <a:lnTo>
                  <a:pt x="550164" y="383476"/>
                </a:lnTo>
                <a:lnTo>
                  <a:pt x="557631" y="370217"/>
                </a:lnTo>
                <a:lnTo>
                  <a:pt x="559536" y="361188"/>
                </a:lnTo>
                <a:lnTo>
                  <a:pt x="560743" y="355473"/>
                </a:lnTo>
                <a:lnTo>
                  <a:pt x="560832" y="211836"/>
                </a:lnTo>
                <a:lnTo>
                  <a:pt x="560832" y="199644"/>
                </a:lnTo>
                <a:lnTo>
                  <a:pt x="586905" y="182880"/>
                </a:lnTo>
                <a:lnTo>
                  <a:pt x="624840" y="158496"/>
                </a:lnTo>
                <a:lnTo>
                  <a:pt x="621792" y="152400"/>
                </a:lnTo>
                <a:lnTo>
                  <a:pt x="560832" y="182880"/>
                </a:lnTo>
                <a:lnTo>
                  <a:pt x="560832" y="109728"/>
                </a:lnTo>
                <a:lnTo>
                  <a:pt x="637032" y="109728"/>
                </a:lnTo>
                <a:close/>
              </a:path>
              <a:path w="855345" h="405764">
                <a:moveTo>
                  <a:pt x="851916" y="163068"/>
                </a:moveTo>
                <a:lnTo>
                  <a:pt x="805624" y="159854"/>
                </a:lnTo>
                <a:lnTo>
                  <a:pt x="765048" y="147256"/>
                </a:lnTo>
                <a:lnTo>
                  <a:pt x="760044" y="144780"/>
                </a:lnTo>
                <a:lnTo>
                  <a:pt x="749617" y="139623"/>
                </a:lnTo>
                <a:lnTo>
                  <a:pt x="733044" y="129540"/>
                </a:lnTo>
                <a:lnTo>
                  <a:pt x="746975" y="115824"/>
                </a:lnTo>
                <a:lnTo>
                  <a:pt x="751306" y="111569"/>
                </a:lnTo>
                <a:lnTo>
                  <a:pt x="769429" y="92011"/>
                </a:lnTo>
                <a:lnTo>
                  <a:pt x="787260" y="71043"/>
                </a:lnTo>
                <a:lnTo>
                  <a:pt x="804672" y="48768"/>
                </a:lnTo>
                <a:lnTo>
                  <a:pt x="816864" y="42672"/>
                </a:lnTo>
                <a:lnTo>
                  <a:pt x="819912" y="41148"/>
                </a:lnTo>
                <a:lnTo>
                  <a:pt x="790956" y="15240"/>
                </a:lnTo>
                <a:lnTo>
                  <a:pt x="777240" y="30213"/>
                </a:lnTo>
                <a:lnTo>
                  <a:pt x="777240" y="42672"/>
                </a:lnTo>
                <a:lnTo>
                  <a:pt x="764705" y="60960"/>
                </a:lnTo>
                <a:lnTo>
                  <a:pt x="750189" y="79248"/>
                </a:lnTo>
                <a:lnTo>
                  <a:pt x="733945" y="97536"/>
                </a:lnTo>
                <a:lnTo>
                  <a:pt x="716280" y="115824"/>
                </a:lnTo>
                <a:lnTo>
                  <a:pt x="699960" y="102679"/>
                </a:lnTo>
                <a:lnTo>
                  <a:pt x="685228" y="86106"/>
                </a:lnTo>
                <a:lnTo>
                  <a:pt x="671906" y="66103"/>
                </a:lnTo>
                <a:lnTo>
                  <a:pt x="659892" y="42672"/>
                </a:lnTo>
                <a:lnTo>
                  <a:pt x="777240" y="42672"/>
                </a:lnTo>
                <a:lnTo>
                  <a:pt x="777240" y="30213"/>
                </a:lnTo>
                <a:lnTo>
                  <a:pt x="774192" y="33528"/>
                </a:lnTo>
                <a:lnTo>
                  <a:pt x="608076" y="33528"/>
                </a:lnTo>
                <a:lnTo>
                  <a:pt x="621792" y="47244"/>
                </a:lnTo>
                <a:lnTo>
                  <a:pt x="640080" y="42672"/>
                </a:lnTo>
                <a:lnTo>
                  <a:pt x="650748" y="42672"/>
                </a:lnTo>
                <a:lnTo>
                  <a:pt x="659866" y="65252"/>
                </a:lnTo>
                <a:lnTo>
                  <a:pt x="671131" y="87249"/>
                </a:lnTo>
                <a:lnTo>
                  <a:pt x="684390" y="108686"/>
                </a:lnTo>
                <a:lnTo>
                  <a:pt x="699516" y="129540"/>
                </a:lnTo>
                <a:lnTo>
                  <a:pt x="674725" y="150406"/>
                </a:lnTo>
                <a:lnTo>
                  <a:pt x="646366" y="169545"/>
                </a:lnTo>
                <a:lnTo>
                  <a:pt x="614857" y="186982"/>
                </a:lnTo>
                <a:lnTo>
                  <a:pt x="580644" y="202692"/>
                </a:lnTo>
                <a:lnTo>
                  <a:pt x="582168" y="210312"/>
                </a:lnTo>
                <a:lnTo>
                  <a:pt x="616191" y="198361"/>
                </a:lnTo>
                <a:lnTo>
                  <a:pt x="649795" y="183261"/>
                </a:lnTo>
                <a:lnTo>
                  <a:pt x="683107" y="165315"/>
                </a:lnTo>
                <a:lnTo>
                  <a:pt x="716280" y="144780"/>
                </a:lnTo>
                <a:lnTo>
                  <a:pt x="739965" y="160782"/>
                </a:lnTo>
                <a:lnTo>
                  <a:pt x="765238" y="174498"/>
                </a:lnTo>
                <a:lnTo>
                  <a:pt x="791870" y="185915"/>
                </a:lnTo>
                <a:lnTo>
                  <a:pt x="819912" y="195072"/>
                </a:lnTo>
                <a:lnTo>
                  <a:pt x="822756" y="185928"/>
                </a:lnTo>
                <a:lnTo>
                  <a:pt x="829056" y="178879"/>
                </a:lnTo>
                <a:lnTo>
                  <a:pt x="838771" y="173863"/>
                </a:lnTo>
                <a:lnTo>
                  <a:pt x="851916" y="170688"/>
                </a:lnTo>
                <a:lnTo>
                  <a:pt x="851916" y="163068"/>
                </a:lnTo>
                <a:close/>
              </a:path>
              <a:path w="855345" h="405764">
                <a:moveTo>
                  <a:pt x="854964" y="307848"/>
                </a:moveTo>
                <a:lnTo>
                  <a:pt x="821436" y="274320"/>
                </a:lnTo>
                <a:lnTo>
                  <a:pt x="798576" y="297180"/>
                </a:lnTo>
                <a:lnTo>
                  <a:pt x="728472" y="297180"/>
                </a:lnTo>
                <a:lnTo>
                  <a:pt x="728472" y="236220"/>
                </a:lnTo>
                <a:lnTo>
                  <a:pt x="830580" y="236220"/>
                </a:lnTo>
                <a:lnTo>
                  <a:pt x="798576" y="205740"/>
                </a:lnTo>
                <a:lnTo>
                  <a:pt x="778764" y="225552"/>
                </a:lnTo>
                <a:lnTo>
                  <a:pt x="728472" y="225552"/>
                </a:lnTo>
                <a:lnTo>
                  <a:pt x="728472" y="193548"/>
                </a:lnTo>
                <a:lnTo>
                  <a:pt x="745236" y="182880"/>
                </a:lnTo>
                <a:lnTo>
                  <a:pt x="701040" y="161544"/>
                </a:lnTo>
                <a:lnTo>
                  <a:pt x="702157" y="177761"/>
                </a:lnTo>
                <a:lnTo>
                  <a:pt x="703097" y="193548"/>
                </a:lnTo>
                <a:lnTo>
                  <a:pt x="703821" y="210197"/>
                </a:lnTo>
                <a:lnTo>
                  <a:pt x="704088" y="225552"/>
                </a:lnTo>
                <a:lnTo>
                  <a:pt x="608076" y="225552"/>
                </a:lnTo>
                <a:lnTo>
                  <a:pt x="623316" y="240792"/>
                </a:lnTo>
                <a:lnTo>
                  <a:pt x="632955" y="238798"/>
                </a:lnTo>
                <a:lnTo>
                  <a:pt x="643318" y="237363"/>
                </a:lnTo>
                <a:lnTo>
                  <a:pt x="653961" y="236512"/>
                </a:lnTo>
                <a:lnTo>
                  <a:pt x="664464" y="236220"/>
                </a:lnTo>
                <a:lnTo>
                  <a:pt x="704088" y="236220"/>
                </a:lnTo>
                <a:lnTo>
                  <a:pt x="704088" y="297180"/>
                </a:lnTo>
                <a:lnTo>
                  <a:pt x="585216" y="297180"/>
                </a:lnTo>
                <a:lnTo>
                  <a:pt x="600456" y="312420"/>
                </a:lnTo>
                <a:lnTo>
                  <a:pt x="610755" y="310426"/>
                </a:lnTo>
                <a:lnTo>
                  <a:pt x="621220" y="308991"/>
                </a:lnTo>
                <a:lnTo>
                  <a:pt x="631952" y="308140"/>
                </a:lnTo>
                <a:lnTo>
                  <a:pt x="643128" y="307848"/>
                </a:lnTo>
                <a:lnTo>
                  <a:pt x="704088" y="307848"/>
                </a:lnTo>
                <a:lnTo>
                  <a:pt x="703821" y="331241"/>
                </a:lnTo>
                <a:lnTo>
                  <a:pt x="703135" y="355092"/>
                </a:lnTo>
                <a:lnTo>
                  <a:pt x="702233" y="378142"/>
                </a:lnTo>
                <a:lnTo>
                  <a:pt x="701040" y="405384"/>
                </a:lnTo>
                <a:lnTo>
                  <a:pt x="729919" y="394741"/>
                </a:lnTo>
                <a:lnTo>
                  <a:pt x="729881" y="392722"/>
                </a:lnTo>
                <a:lnTo>
                  <a:pt x="729107" y="378142"/>
                </a:lnTo>
                <a:lnTo>
                  <a:pt x="728662" y="358140"/>
                </a:lnTo>
                <a:lnTo>
                  <a:pt x="728535" y="341376"/>
                </a:lnTo>
                <a:lnTo>
                  <a:pt x="728472" y="307848"/>
                </a:lnTo>
                <a:lnTo>
                  <a:pt x="854964" y="30784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</p:spTree>
  </p:cSld>
  <p:clrMapOvr>
    <a:masterClrMapping/>
  </p:clrMapOvr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object 2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9668255" y="7231380"/>
            <a:ext cx="89916" cy="141732"/>
          </a:xfrm>
          <a:prstGeom prst="rect">
            <a:avLst/>
          </a:prstGeom>
        </p:spPr>
      </p:pic>
      <p:sp>
        <p:nvSpPr>
          <p:cNvPr id="3" name="object 3"/>
          <p:cNvSpPr/>
          <p:nvPr/>
        </p:nvSpPr>
        <p:spPr>
          <a:xfrm>
            <a:off x="1786127" y="1280160"/>
            <a:ext cx="448309" cy="548640"/>
          </a:xfrm>
          <a:custGeom>
            <a:avLst/>
            <a:gdLst/>
            <a:ahLst/>
            <a:cxnLst/>
            <a:rect l="l" t="t" r="r" b="b"/>
            <a:pathLst>
              <a:path w="448310" h="548639">
                <a:moveTo>
                  <a:pt x="103632" y="117348"/>
                </a:moveTo>
                <a:lnTo>
                  <a:pt x="94488" y="117348"/>
                </a:lnTo>
                <a:lnTo>
                  <a:pt x="89916" y="109728"/>
                </a:lnTo>
                <a:lnTo>
                  <a:pt x="86868" y="96012"/>
                </a:lnTo>
                <a:lnTo>
                  <a:pt x="78819" y="76581"/>
                </a:lnTo>
                <a:lnTo>
                  <a:pt x="68199" y="54864"/>
                </a:lnTo>
                <a:lnTo>
                  <a:pt x="54721" y="30861"/>
                </a:lnTo>
                <a:lnTo>
                  <a:pt x="38100" y="4572"/>
                </a:lnTo>
                <a:lnTo>
                  <a:pt x="45720" y="0"/>
                </a:lnTo>
                <a:lnTo>
                  <a:pt x="85725" y="24384"/>
                </a:lnTo>
                <a:lnTo>
                  <a:pt x="115966" y="53030"/>
                </a:lnTo>
                <a:lnTo>
                  <a:pt x="124968" y="74676"/>
                </a:lnTo>
                <a:lnTo>
                  <a:pt x="124365" y="80700"/>
                </a:lnTo>
                <a:lnTo>
                  <a:pt x="122491" y="87249"/>
                </a:lnTo>
                <a:lnTo>
                  <a:pt x="119181" y="94392"/>
                </a:lnTo>
                <a:lnTo>
                  <a:pt x="114300" y="102108"/>
                </a:lnTo>
                <a:lnTo>
                  <a:pt x="108204" y="112776"/>
                </a:lnTo>
                <a:lnTo>
                  <a:pt x="103632" y="117348"/>
                </a:lnTo>
                <a:close/>
              </a:path>
              <a:path w="448310" h="548639">
                <a:moveTo>
                  <a:pt x="201168" y="83820"/>
                </a:moveTo>
                <a:lnTo>
                  <a:pt x="179831" y="62484"/>
                </a:lnTo>
                <a:lnTo>
                  <a:pt x="387096" y="62484"/>
                </a:lnTo>
                <a:lnTo>
                  <a:pt x="406908" y="33528"/>
                </a:lnTo>
                <a:lnTo>
                  <a:pt x="448056" y="67056"/>
                </a:lnTo>
                <a:lnTo>
                  <a:pt x="438208" y="76200"/>
                </a:lnTo>
                <a:lnTo>
                  <a:pt x="259080" y="76200"/>
                </a:lnTo>
                <a:lnTo>
                  <a:pt x="243601" y="76747"/>
                </a:lnTo>
                <a:lnTo>
                  <a:pt x="228981" y="78295"/>
                </a:lnTo>
                <a:lnTo>
                  <a:pt x="214931" y="80700"/>
                </a:lnTo>
                <a:lnTo>
                  <a:pt x="201168" y="83820"/>
                </a:lnTo>
                <a:close/>
              </a:path>
              <a:path w="448310" h="548639">
                <a:moveTo>
                  <a:pt x="425453" y="486156"/>
                </a:moveTo>
                <a:lnTo>
                  <a:pt x="364236" y="486156"/>
                </a:lnTo>
                <a:lnTo>
                  <a:pt x="375356" y="485846"/>
                </a:lnTo>
                <a:lnTo>
                  <a:pt x="383476" y="482536"/>
                </a:lnTo>
                <a:lnTo>
                  <a:pt x="388453" y="476083"/>
                </a:lnTo>
                <a:lnTo>
                  <a:pt x="390144" y="466344"/>
                </a:lnTo>
                <a:lnTo>
                  <a:pt x="390144" y="76200"/>
                </a:lnTo>
                <a:lnTo>
                  <a:pt x="438208" y="76200"/>
                </a:lnTo>
                <a:lnTo>
                  <a:pt x="426720" y="86868"/>
                </a:lnTo>
                <a:lnTo>
                  <a:pt x="426720" y="473964"/>
                </a:lnTo>
                <a:lnTo>
                  <a:pt x="425453" y="486156"/>
                </a:lnTo>
                <a:close/>
              </a:path>
              <a:path w="448310" h="548639">
                <a:moveTo>
                  <a:pt x="0" y="548640"/>
                </a:moveTo>
                <a:lnTo>
                  <a:pt x="1039" y="498276"/>
                </a:lnTo>
                <a:lnTo>
                  <a:pt x="1731" y="459955"/>
                </a:lnTo>
                <a:lnTo>
                  <a:pt x="2414" y="411041"/>
                </a:lnTo>
                <a:lnTo>
                  <a:pt x="2822" y="365379"/>
                </a:lnTo>
                <a:lnTo>
                  <a:pt x="3011" y="295656"/>
                </a:lnTo>
                <a:lnTo>
                  <a:pt x="2786" y="239077"/>
                </a:lnTo>
                <a:lnTo>
                  <a:pt x="2104" y="184404"/>
                </a:lnTo>
                <a:lnTo>
                  <a:pt x="1119" y="138493"/>
                </a:lnTo>
                <a:lnTo>
                  <a:pt x="0" y="103632"/>
                </a:lnTo>
                <a:lnTo>
                  <a:pt x="59436" y="137160"/>
                </a:lnTo>
                <a:lnTo>
                  <a:pt x="38100" y="150876"/>
                </a:lnTo>
                <a:lnTo>
                  <a:pt x="38100" y="531876"/>
                </a:lnTo>
                <a:lnTo>
                  <a:pt x="0" y="548640"/>
                </a:lnTo>
                <a:close/>
              </a:path>
              <a:path w="448310" h="548639">
                <a:moveTo>
                  <a:pt x="330226" y="208788"/>
                </a:moveTo>
                <a:lnTo>
                  <a:pt x="277368" y="208788"/>
                </a:lnTo>
                <a:lnTo>
                  <a:pt x="294131" y="181356"/>
                </a:lnTo>
                <a:lnTo>
                  <a:pt x="330226" y="208788"/>
                </a:lnTo>
                <a:close/>
              </a:path>
              <a:path w="448310" h="548639">
                <a:moveTo>
                  <a:pt x="112776" y="423671"/>
                </a:moveTo>
                <a:lnTo>
                  <a:pt x="113657" y="389096"/>
                </a:lnTo>
                <a:lnTo>
                  <a:pt x="114109" y="356235"/>
                </a:lnTo>
                <a:lnTo>
                  <a:pt x="114205" y="338328"/>
                </a:lnTo>
                <a:lnTo>
                  <a:pt x="114276" y="267985"/>
                </a:lnTo>
                <a:lnTo>
                  <a:pt x="114094" y="239077"/>
                </a:lnTo>
                <a:lnTo>
                  <a:pt x="113657" y="212074"/>
                </a:lnTo>
                <a:lnTo>
                  <a:pt x="112776" y="184404"/>
                </a:lnTo>
                <a:lnTo>
                  <a:pt x="147828" y="208788"/>
                </a:lnTo>
                <a:lnTo>
                  <a:pt x="330226" y="208788"/>
                </a:lnTo>
                <a:lnTo>
                  <a:pt x="332232" y="210312"/>
                </a:lnTo>
                <a:lnTo>
                  <a:pt x="318931" y="222504"/>
                </a:lnTo>
                <a:lnTo>
                  <a:pt x="147828" y="222504"/>
                </a:lnTo>
                <a:lnTo>
                  <a:pt x="147828" y="364236"/>
                </a:lnTo>
                <a:lnTo>
                  <a:pt x="314121" y="364236"/>
                </a:lnTo>
                <a:lnTo>
                  <a:pt x="314134" y="365379"/>
                </a:lnTo>
                <a:lnTo>
                  <a:pt x="314484" y="377952"/>
                </a:lnTo>
                <a:lnTo>
                  <a:pt x="147828" y="377952"/>
                </a:lnTo>
                <a:lnTo>
                  <a:pt x="147828" y="409956"/>
                </a:lnTo>
                <a:lnTo>
                  <a:pt x="112776" y="423671"/>
                </a:lnTo>
                <a:close/>
              </a:path>
              <a:path w="448310" h="548639">
                <a:moveTo>
                  <a:pt x="314121" y="364236"/>
                </a:moveTo>
                <a:lnTo>
                  <a:pt x="280416" y="364236"/>
                </a:lnTo>
                <a:lnTo>
                  <a:pt x="280416" y="222504"/>
                </a:lnTo>
                <a:lnTo>
                  <a:pt x="318931" y="222504"/>
                </a:lnTo>
                <a:lnTo>
                  <a:pt x="313943" y="227076"/>
                </a:lnTo>
                <a:lnTo>
                  <a:pt x="314064" y="359273"/>
                </a:lnTo>
                <a:lnTo>
                  <a:pt x="314121" y="364236"/>
                </a:lnTo>
                <a:close/>
              </a:path>
              <a:path w="448310" h="548639">
                <a:moveTo>
                  <a:pt x="280416" y="414528"/>
                </a:moveTo>
                <a:lnTo>
                  <a:pt x="280416" y="377952"/>
                </a:lnTo>
                <a:lnTo>
                  <a:pt x="314484" y="377952"/>
                </a:lnTo>
                <a:lnTo>
                  <a:pt x="314586" y="381619"/>
                </a:lnTo>
                <a:lnTo>
                  <a:pt x="315467" y="399288"/>
                </a:lnTo>
                <a:lnTo>
                  <a:pt x="280416" y="414528"/>
                </a:lnTo>
                <a:close/>
              </a:path>
              <a:path w="448310" h="548639">
                <a:moveTo>
                  <a:pt x="365760" y="548640"/>
                </a:moveTo>
                <a:lnTo>
                  <a:pt x="360854" y="528613"/>
                </a:lnTo>
                <a:lnTo>
                  <a:pt x="345948" y="511873"/>
                </a:lnTo>
                <a:lnTo>
                  <a:pt x="320754" y="498276"/>
                </a:lnTo>
                <a:lnTo>
                  <a:pt x="284988" y="487680"/>
                </a:lnTo>
                <a:lnTo>
                  <a:pt x="284988" y="478536"/>
                </a:lnTo>
                <a:lnTo>
                  <a:pt x="364236" y="486156"/>
                </a:lnTo>
                <a:lnTo>
                  <a:pt x="425453" y="486156"/>
                </a:lnTo>
                <a:lnTo>
                  <a:pt x="423838" y="501705"/>
                </a:lnTo>
                <a:lnTo>
                  <a:pt x="412813" y="523303"/>
                </a:lnTo>
                <a:lnTo>
                  <a:pt x="393501" y="538900"/>
                </a:lnTo>
                <a:lnTo>
                  <a:pt x="365760" y="548640"/>
                </a:lnTo>
                <a:close/>
              </a:path>
            </a:pathLst>
          </a:custGeom>
          <a:solidFill>
            <a:srgbClr val="3333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" name="object 4"/>
          <p:cNvSpPr/>
          <p:nvPr/>
        </p:nvSpPr>
        <p:spPr>
          <a:xfrm>
            <a:off x="2328672" y="1289303"/>
            <a:ext cx="558165" cy="541020"/>
          </a:xfrm>
          <a:custGeom>
            <a:avLst/>
            <a:gdLst/>
            <a:ahLst/>
            <a:cxnLst/>
            <a:rect l="l" t="t" r="r" b="b"/>
            <a:pathLst>
              <a:path w="558164" h="541019">
                <a:moveTo>
                  <a:pt x="300228" y="50292"/>
                </a:moveTo>
                <a:lnTo>
                  <a:pt x="278892" y="28956"/>
                </a:lnTo>
                <a:lnTo>
                  <a:pt x="486156" y="28956"/>
                </a:lnTo>
                <a:lnTo>
                  <a:pt x="515112" y="0"/>
                </a:lnTo>
                <a:lnTo>
                  <a:pt x="553212" y="44196"/>
                </a:lnTo>
                <a:lnTo>
                  <a:pt x="356616" y="44196"/>
                </a:lnTo>
                <a:lnTo>
                  <a:pt x="341804" y="44505"/>
                </a:lnTo>
                <a:lnTo>
                  <a:pt x="327279" y="45529"/>
                </a:lnTo>
                <a:lnTo>
                  <a:pt x="313324" y="47410"/>
                </a:lnTo>
                <a:lnTo>
                  <a:pt x="300228" y="50292"/>
                </a:lnTo>
                <a:close/>
              </a:path>
              <a:path w="558164" h="541019">
                <a:moveTo>
                  <a:pt x="260924" y="27432"/>
                </a:moveTo>
                <a:lnTo>
                  <a:pt x="213360" y="27432"/>
                </a:lnTo>
                <a:lnTo>
                  <a:pt x="230124" y="3048"/>
                </a:lnTo>
                <a:lnTo>
                  <a:pt x="260924" y="27432"/>
                </a:lnTo>
                <a:close/>
              </a:path>
              <a:path w="558164" h="541019">
                <a:moveTo>
                  <a:pt x="73152" y="233172"/>
                </a:moveTo>
                <a:lnTo>
                  <a:pt x="74033" y="205430"/>
                </a:lnTo>
                <a:lnTo>
                  <a:pt x="74485" y="176974"/>
                </a:lnTo>
                <a:lnTo>
                  <a:pt x="74590" y="77914"/>
                </a:lnTo>
                <a:lnTo>
                  <a:pt x="74488" y="60698"/>
                </a:lnTo>
                <a:lnTo>
                  <a:pt x="74033" y="33337"/>
                </a:lnTo>
                <a:lnTo>
                  <a:pt x="73152" y="7620"/>
                </a:lnTo>
                <a:lnTo>
                  <a:pt x="106680" y="27432"/>
                </a:lnTo>
                <a:lnTo>
                  <a:pt x="260924" y="27432"/>
                </a:lnTo>
                <a:lnTo>
                  <a:pt x="266699" y="32004"/>
                </a:lnTo>
                <a:lnTo>
                  <a:pt x="255524" y="41148"/>
                </a:lnTo>
                <a:lnTo>
                  <a:pt x="106680" y="41148"/>
                </a:lnTo>
                <a:lnTo>
                  <a:pt x="106680" y="111252"/>
                </a:lnTo>
                <a:lnTo>
                  <a:pt x="250012" y="111252"/>
                </a:lnTo>
                <a:lnTo>
                  <a:pt x="250063" y="124968"/>
                </a:lnTo>
                <a:lnTo>
                  <a:pt x="106680" y="124968"/>
                </a:lnTo>
                <a:lnTo>
                  <a:pt x="106680" y="192024"/>
                </a:lnTo>
                <a:lnTo>
                  <a:pt x="250910" y="192024"/>
                </a:lnTo>
                <a:lnTo>
                  <a:pt x="251290" y="205740"/>
                </a:lnTo>
                <a:lnTo>
                  <a:pt x="106680" y="205740"/>
                </a:lnTo>
                <a:lnTo>
                  <a:pt x="106680" y="220979"/>
                </a:lnTo>
                <a:lnTo>
                  <a:pt x="73152" y="233172"/>
                </a:lnTo>
                <a:close/>
              </a:path>
              <a:path w="558164" h="541019">
                <a:moveTo>
                  <a:pt x="250012" y="111252"/>
                </a:moveTo>
                <a:lnTo>
                  <a:pt x="217932" y="111252"/>
                </a:lnTo>
                <a:lnTo>
                  <a:pt x="217932" y="41148"/>
                </a:lnTo>
                <a:lnTo>
                  <a:pt x="255524" y="41148"/>
                </a:lnTo>
                <a:lnTo>
                  <a:pt x="249936" y="45720"/>
                </a:lnTo>
                <a:lnTo>
                  <a:pt x="250012" y="111252"/>
                </a:lnTo>
                <a:close/>
              </a:path>
              <a:path w="558164" h="541019">
                <a:moveTo>
                  <a:pt x="385572" y="112776"/>
                </a:moveTo>
                <a:lnTo>
                  <a:pt x="373380" y="112776"/>
                </a:lnTo>
                <a:lnTo>
                  <a:pt x="378285" y="95416"/>
                </a:lnTo>
                <a:lnTo>
                  <a:pt x="381762" y="77914"/>
                </a:lnTo>
                <a:lnTo>
                  <a:pt x="384095" y="60698"/>
                </a:lnTo>
                <a:lnTo>
                  <a:pt x="385572" y="44196"/>
                </a:lnTo>
                <a:lnTo>
                  <a:pt x="426719" y="44196"/>
                </a:lnTo>
                <a:lnTo>
                  <a:pt x="420719" y="53625"/>
                </a:lnTo>
                <a:lnTo>
                  <a:pt x="411861" y="68199"/>
                </a:lnTo>
                <a:lnTo>
                  <a:pt x="400145" y="87915"/>
                </a:lnTo>
                <a:lnTo>
                  <a:pt x="385572" y="112776"/>
                </a:lnTo>
                <a:close/>
              </a:path>
              <a:path w="558164" h="541019">
                <a:moveTo>
                  <a:pt x="522642" y="112776"/>
                </a:moveTo>
                <a:lnTo>
                  <a:pt x="477012" y="112776"/>
                </a:lnTo>
                <a:lnTo>
                  <a:pt x="493776" y="91440"/>
                </a:lnTo>
                <a:lnTo>
                  <a:pt x="522642" y="112776"/>
                </a:lnTo>
                <a:close/>
              </a:path>
              <a:path w="558164" h="541019">
                <a:moveTo>
                  <a:pt x="309372" y="345948"/>
                </a:moveTo>
                <a:lnTo>
                  <a:pt x="311467" y="289941"/>
                </a:lnTo>
                <a:lnTo>
                  <a:pt x="312238" y="246888"/>
                </a:lnTo>
                <a:lnTo>
                  <a:pt x="312341" y="211836"/>
                </a:lnTo>
                <a:lnTo>
                  <a:pt x="312158" y="187071"/>
                </a:lnTo>
                <a:lnTo>
                  <a:pt x="311467" y="153924"/>
                </a:lnTo>
                <a:lnTo>
                  <a:pt x="310491" y="123063"/>
                </a:lnTo>
                <a:lnTo>
                  <a:pt x="309372" y="94488"/>
                </a:lnTo>
                <a:lnTo>
                  <a:pt x="342900" y="112776"/>
                </a:lnTo>
                <a:lnTo>
                  <a:pt x="522642" y="112776"/>
                </a:lnTo>
                <a:lnTo>
                  <a:pt x="528828" y="117348"/>
                </a:lnTo>
                <a:lnTo>
                  <a:pt x="517093" y="128016"/>
                </a:lnTo>
                <a:lnTo>
                  <a:pt x="342900" y="128016"/>
                </a:lnTo>
                <a:lnTo>
                  <a:pt x="342900" y="326136"/>
                </a:lnTo>
                <a:lnTo>
                  <a:pt x="309372" y="345948"/>
                </a:lnTo>
                <a:close/>
              </a:path>
              <a:path w="558164" h="541019">
                <a:moveTo>
                  <a:pt x="250910" y="192024"/>
                </a:moveTo>
                <a:lnTo>
                  <a:pt x="217932" y="192024"/>
                </a:lnTo>
                <a:lnTo>
                  <a:pt x="217932" y="124968"/>
                </a:lnTo>
                <a:lnTo>
                  <a:pt x="250063" y="124968"/>
                </a:lnTo>
                <a:lnTo>
                  <a:pt x="250126" y="141922"/>
                </a:lnTo>
                <a:lnTo>
                  <a:pt x="250578" y="180093"/>
                </a:lnTo>
                <a:lnTo>
                  <a:pt x="250910" y="192024"/>
                </a:lnTo>
                <a:close/>
              </a:path>
              <a:path w="558164" h="541019">
                <a:moveTo>
                  <a:pt x="481584" y="338328"/>
                </a:moveTo>
                <a:lnTo>
                  <a:pt x="481584" y="128016"/>
                </a:lnTo>
                <a:lnTo>
                  <a:pt x="517093" y="128016"/>
                </a:lnTo>
                <a:lnTo>
                  <a:pt x="512064" y="132588"/>
                </a:lnTo>
                <a:lnTo>
                  <a:pt x="512185" y="252293"/>
                </a:lnTo>
                <a:lnTo>
                  <a:pt x="512347" y="259079"/>
                </a:lnTo>
                <a:lnTo>
                  <a:pt x="513119" y="277296"/>
                </a:lnTo>
                <a:lnTo>
                  <a:pt x="514036" y="297179"/>
                </a:lnTo>
                <a:lnTo>
                  <a:pt x="515112" y="321564"/>
                </a:lnTo>
                <a:lnTo>
                  <a:pt x="481584" y="338328"/>
                </a:lnTo>
                <a:close/>
              </a:path>
              <a:path w="558164" h="541019">
                <a:moveTo>
                  <a:pt x="263652" y="477011"/>
                </a:moveTo>
                <a:lnTo>
                  <a:pt x="259080" y="469392"/>
                </a:lnTo>
                <a:lnTo>
                  <a:pt x="291917" y="449937"/>
                </a:lnTo>
                <a:lnTo>
                  <a:pt x="319468" y="430339"/>
                </a:lnTo>
                <a:lnTo>
                  <a:pt x="358140" y="390144"/>
                </a:lnTo>
                <a:lnTo>
                  <a:pt x="379857" y="345757"/>
                </a:lnTo>
                <a:lnTo>
                  <a:pt x="390119" y="291274"/>
                </a:lnTo>
                <a:lnTo>
                  <a:pt x="391136" y="246888"/>
                </a:lnTo>
                <a:lnTo>
                  <a:pt x="391217" y="222504"/>
                </a:lnTo>
                <a:lnTo>
                  <a:pt x="391001" y="197643"/>
                </a:lnTo>
                <a:lnTo>
                  <a:pt x="390144" y="163068"/>
                </a:lnTo>
                <a:lnTo>
                  <a:pt x="443484" y="188976"/>
                </a:lnTo>
                <a:lnTo>
                  <a:pt x="423672" y="205740"/>
                </a:lnTo>
                <a:lnTo>
                  <a:pt x="423076" y="252293"/>
                </a:lnTo>
                <a:lnTo>
                  <a:pt x="421195" y="291274"/>
                </a:lnTo>
                <a:lnTo>
                  <a:pt x="413004" y="345948"/>
                </a:lnTo>
                <a:lnTo>
                  <a:pt x="394525" y="384238"/>
                </a:lnTo>
                <a:lnTo>
                  <a:pt x="365760" y="419100"/>
                </a:lnTo>
                <a:lnTo>
                  <a:pt x="323278" y="450342"/>
                </a:lnTo>
                <a:lnTo>
                  <a:pt x="295679" y="464105"/>
                </a:lnTo>
                <a:lnTo>
                  <a:pt x="263652" y="477011"/>
                </a:lnTo>
                <a:close/>
              </a:path>
              <a:path w="558164" h="541019">
                <a:moveTo>
                  <a:pt x="217932" y="228600"/>
                </a:moveTo>
                <a:lnTo>
                  <a:pt x="217932" y="205740"/>
                </a:lnTo>
                <a:lnTo>
                  <a:pt x="251290" y="205740"/>
                </a:lnTo>
                <a:lnTo>
                  <a:pt x="251460" y="211836"/>
                </a:lnTo>
                <a:lnTo>
                  <a:pt x="217932" y="228600"/>
                </a:lnTo>
                <a:close/>
              </a:path>
              <a:path w="558164" h="541019">
                <a:moveTo>
                  <a:pt x="41148" y="280416"/>
                </a:moveTo>
                <a:lnTo>
                  <a:pt x="19812" y="259079"/>
                </a:lnTo>
                <a:lnTo>
                  <a:pt x="230124" y="259079"/>
                </a:lnTo>
                <a:lnTo>
                  <a:pt x="259080" y="230124"/>
                </a:lnTo>
                <a:lnTo>
                  <a:pt x="297180" y="272796"/>
                </a:lnTo>
                <a:lnTo>
                  <a:pt x="99060" y="272796"/>
                </a:lnTo>
                <a:lnTo>
                  <a:pt x="83581" y="273343"/>
                </a:lnTo>
                <a:lnTo>
                  <a:pt x="68961" y="274891"/>
                </a:lnTo>
                <a:lnTo>
                  <a:pt x="54911" y="277296"/>
                </a:lnTo>
                <a:lnTo>
                  <a:pt x="41148" y="280416"/>
                </a:lnTo>
                <a:close/>
              </a:path>
              <a:path w="558164" h="541019">
                <a:moveTo>
                  <a:pt x="179832" y="455676"/>
                </a:moveTo>
                <a:lnTo>
                  <a:pt x="149352" y="455676"/>
                </a:lnTo>
                <a:lnTo>
                  <a:pt x="149352" y="272796"/>
                </a:lnTo>
                <a:lnTo>
                  <a:pt x="179832" y="272796"/>
                </a:lnTo>
                <a:lnTo>
                  <a:pt x="179832" y="356616"/>
                </a:lnTo>
                <a:lnTo>
                  <a:pt x="274489" y="356616"/>
                </a:lnTo>
                <a:lnTo>
                  <a:pt x="288036" y="371856"/>
                </a:lnTo>
                <a:lnTo>
                  <a:pt x="179832" y="371856"/>
                </a:lnTo>
                <a:lnTo>
                  <a:pt x="179832" y="455676"/>
                </a:lnTo>
                <a:close/>
              </a:path>
              <a:path w="558164" h="541019">
                <a:moveTo>
                  <a:pt x="7620" y="541020"/>
                </a:moveTo>
                <a:lnTo>
                  <a:pt x="0" y="536448"/>
                </a:lnTo>
                <a:lnTo>
                  <a:pt x="14001" y="510159"/>
                </a:lnTo>
                <a:lnTo>
                  <a:pt x="26289" y="481584"/>
                </a:lnTo>
                <a:lnTo>
                  <a:pt x="45720" y="417576"/>
                </a:lnTo>
                <a:lnTo>
                  <a:pt x="56959" y="353949"/>
                </a:lnTo>
                <a:lnTo>
                  <a:pt x="62484" y="297179"/>
                </a:lnTo>
                <a:lnTo>
                  <a:pt x="111252" y="321564"/>
                </a:lnTo>
                <a:lnTo>
                  <a:pt x="101798" y="328707"/>
                </a:lnTo>
                <a:lnTo>
                  <a:pt x="93916" y="343281"/>
                </a:lnTo>
                <a:lnTo>
                  <a:pt x="87463" y="365283"/>
                </a:lnTo>
                <a:lnTo>
                  <a:pt x="82296" y="394716"/>
                </a:lnTo>
                <a:lnTo>
                  <a:pt x="94868" y="409956"/>
                </a:lnTo>
                <a:lnTo>
                  <a:pt x="77724" y="409956"/>
                </a:lnTo>
                <a:lnTo>
                  <a:pt x="62201" y="450723"/>
                </a:lnTo>
                <a:lnTo>
                  <a:pt x="45529" y="485775"/>
                </a:lnTo>
                <a:lnTo>
                  <a:pt x="27360" y="515826"/>
                </a:lnTo>
                <a:lnTo>
                  <a:pt x="7620" y="541020"/>
                </a:lnTo>
                <a:close/>
              </a:path>
              <a:path w="558164" h="541019">
                <a:moveTo>
                  <a:pt x="274489" y="356616"/>
                </a:moveTo>
                <a:lnTo>
                  <a:pt x="225552" y="356616"/>
                </a:lnTo>
                <a:lnTo>
                  <a:pt x="251460" y="330708"/>
                </a:lnTo>
                <a:lnTo>
                  <a:pt x="274489" y="356616"/>
                </a:lnTo>
                <a:close/>
              </a:path>
              <a:path w="558164" h="541019">
                <a:moveTo>
                  <a:pt x="522732" y="460248"/>
                </a:moveTo>
                <a:lnTo>
                  <a:pt x="519684" y="460248"/>
                </a:lnTo>
                <a:lnTo>
                  <a:pt x="516850" y="458795"/>
                </a:lnTo>
                <a:lnTo>
                  <a:pt x="513016" y="454342"/>
                </a:lnTo>
                <a:lnTo>
                  <a:pt x="508325" y="446746"/>
                </a:lnTo>
                <a:lnTo>
                  <a:pt x="502919" y="435864"/>
                </a:lnTo>
                <a:lnTo>
                  <a:pt x="490680" y="418457"/>
                </a:lnTo>
                <a:lnTo>
                  <a:pt x="472440" y="398335"/>
                </a:lnTo>
                <a:lnTo>
                  <a:pt x="448484" y="375642"/>
                </a:lnTo>
                <a:lnTo>
                  <a:pt x="419100" y="350520"/>
                </a:lnTo>
                <a:lnTo>
                  <a:pt x="423672" y="342900"/>
                </a:lnTo>
                <a:lnTo>
                  <a:pt x="465129" y="362664"/>
                </a:lnTo>
                <a:lnTo>
                  <a:pt x="516040" y="391334"/>
                </a:lnTo>
                <a:lnTo>
                  <a:pt x="534924" y="417576"/>
                </a:lnTo>
                <a:lnTo>
                  <a:pt x="534809" y="430339"/>
                </a:lnTo>
                <a:lnTo>
                  <a:pt x="533400" y="437387"/>
                </a:lnTo>
                <a:lnTo>
                  <a:pt x="528828" y="446532"/>
                </a:lnTo>
                <a:lnTo>
                  <a:pt x="525780" y="455676"/>
                </a:lnTo>
                <a:lnTo>
                  <a:pt x="522732" y="460248"/>
                </a:lnTo>
                <a:close/>
              </a:path>
              <a:path w="558164" h="541019">
                <a:moveTo>
                  <a:pt x="437095" y="524621"/>
                </a:moveTo>
                <a:lnTo>
                  <a:pt x="373172" y="523890"/>
                </a:lnTo>
                <a:lnTo>
                  <a:pt x="320369" y="522061"/>
                </a:lnTo>
                <a:lnTo>
                  <a:pt x="278757" y="519135"/>
                </a:lnTo>
                <a:lnTo>
                  <a:pt x="219241" y="508825"/>
                </a:lnTo>
                <a:lnTo>
                  <a:pt x="170616" y="492823"/>
                </a:lnTo>
                <a:lnTo>
                  <a:pt x="133230" y="470820"/>
                </a:lnTo>
                <a:lnTo>
                  <a:pt x="96226" y="434244"/>
                </a:lnTo>
                <a:lnTo>
                  <a:pt x="77724" y="409956"/>
                </a:lnTo>
                <a:lnTo>
                  <a:pt x="94868" y="409956"/>
                </a:lnTo>
                <a:lnTo>
                  <a:pt x="95988" y="411313"/>
                </a:lnTo>
                <a:lnTo>
                  <a:pt x="111823" y="426910"/>
                </a:lnTo>
                <a:lnTo>
                  <a:pt x="129659" y="441650"/>
                </a:lnTo>
                <a:lnTo>
                  <a:pt x="149352" y="455676"/>
                </a:lnTo>
                <a:lnTo>
                  <a:pt x="179832" y="455676"/>
                </a:lnTo>
                <a:lnTo>
                  <a:pt x="179832" y="464820"/>
                </a:lnTo>
                <a:lnTo>
                  <a:pt x="208121" y="473964"/>
                </a:lnTo>
                <a:lnTo>
                  <a:pt x="244983" y="480822"/>
                </a:lnTo>
                <a:lnTo>
                  <a:pt x="290417" y="485394"/>
                </a:lnTo>
                <a:lnTo>
                  <a:pt x="344424" y="487680"/>
                </a:lnTo>
                <a:lnTo>
                  <a:pt x="554208" y="487680"/>
                </a:lnTo>
                <a:lnTo>
                  <a:pt x="537781" y="494680"/>
                </a:lnTo>
                <a:lnTo>
                  <a:pt x="523494" y="504063"/>
                </a:lnTo>
                <a:lnTo>
                  <a:pt x="514921" y="514016"/>
                </a:lnTo>
                <a:lnTo>
                  <a:pt x="512064" y="524256"/>
                </a:lnTo>
                <a:lnTo>
                  <a:pt x="437095" y="524621"/>
                </a:lnTo>
                <a:close/>
              </a:path>
              <a:path w="558164" h="541019">
                <a:moveTo>
                  <a:pt x="554208" y="487680"/>
                </a:moveTo>
                <a:lnTo>
                  <a:pt x="344424" y="487680"/>
                </a:lnTo>
                <a:lnTo>
                  <a:pt x="400692" y="487084"/>
                </a:lnTo>
                <a:lnTo>
                  <a:pt x="455104" y="485203"/>
                </a:lnTo>
                <a:lnTo>
                  <a:pt x="507515" y="481893"/>
                </a:lnTo>
                <a:lnTo>
                  <a:pt x="557784" y="477011"/>
                </a:lnTo>
                <a:lnTo>
                  <a:pt x="557784" y="486156"/>
                </a:lnTo>
                <a:lnTo>
                  <a:pt x="554208" y="487680"/>
                </a:lnTo>
                <a:close/>
              </a:path>
            </a:pathLst>
          </a:custGeom>
          <a:solidFill>
            <a:srgbClr val="3333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" name="object 5"/>
          <p:cNvSpPr/>
          <p:nvPr/>
        </p:nvSpPr>
        <p:spPr>
          <a:xfrm>
            <a:off x="2991611" y="1275587"/>
            <a:ext cx="490855" cy="553720"/>
          </a:xfrm>
          <a:custGeom>
            <a:avLst/>
            <a:gdLst/>
            <a:ahLst/>
            <a:cxnLst/>
            <a:rect l="l" t="t" r="r" b="b"/>
            <a:pathLst>
              <a:path w="490854" h="553719">
                <a:moveTo>
                  <a:pt x="74676" y="124968"/>
                </a:moveTo>
                <a:lnTo>
                  <a:pt x="60960" y="124968"/>
                </a:lnTo>
                <a:lnTo>
                  <a:pt x="71223" y="86367"/>
                </a:lnTo>
                <a:lnTo>
                  <a:pt x="79057" y="52768"/>
                </a:lnTo>
                <a:lnTo>
                  <a:pt x="84320" y="24026"/>
                </a:lnTo>
                <a:lnTo>
                  <a:pt x="86868" y="0"/>
                </a:lnTo>
                <a:lnTo>
                  <a:pt x="138684" y="28956"/>
                </a:lnTo>
                <a:lnTo>
                  <a:pt x="126111" y="39243"/>
                </a:lnTo>
                <a:lnTo>
                  <a:pt x="111252" y="58674"/>
                </a:lnTo>
                <a:lnTo>
                  <a:pt x="94107" y="87249"/>
                </a:lnTo>
                <a:lnTo>
                  <a:pt x="74676" y="124968"/>
                </a:lnTo>
                <a:close/>
              </a:path>
              <a:path w="490854" h="553719">
                <a:moveTo>
                  <a:pt x="204216" y="263652"/>
                </a:moveTo>
                <a:lnTo>
                  <a:pt x="196596" y="259080"/>
                </a:lnTo>
                <a:lnTo>
                  <a:pt x="220051" y="221361"/>
                </a:lnTo>
                <a:lnTo>
                  <a:pt x="240220" y="185928"/>
                </a:lnTo>
                <a:lnTo>
                  <a:pt x="271271" y="121920"/>
                </a:lnTo>
                <a:lnTo>
                  <a:pt x="291655" y="62484"/>
                </a:lnTo>
                <a:lnTo>
                  <a:pt x="306323" y="3048"/>
                </a:lnTo>
                <a:lnTo>
                  <a:pt x="359664" y="33528"/>
                </a:lnTo>
                <a:lnTo>
                  <a:pt x="348234" y="44053"/>
                </a:lnTo>
                <a:lnTo>
                  <a:pt x="334518" y="64008"/>
                </a:lnTo>
                <a:lnTo>
                  <a:pt x="318516" y="93106"/>
                </a:lnTo>
                <a:lnTo>
                  <a:pt x="300228" y="131064"/>
                </a:lnTo>
                <a:lnTo>
                  <a:pt x="480504" y="131064"/>
                </a:lnTo>
                <a:lnTo>
                  <a:pt x="490728" y="141732"/>
                </a:lnTo>
                <a:lnTo>
                  <a:pt x="484909" y="146304"/>
                </a:lnTo>
                <a:lnTo>
                  <a:pt x="294132" y="146304"/>
                </a:lnTo>
                <a:lnTo>
                  <a:pt x="273010" y="179427"/>
                </a:lnTo>
                <a:lnTo>
                  <a:pt x="250888" y="210121"/>
                </a:lnTo>
                <a:lnTo>
                  <a:pt x="227909" y="238244"/>
                </a:lnTo>
                <a:lnTo>
                  <a:pt x="204216" y="263652"/>
                </a:lnTo>
                <a:close/>
              </a:path>
              <a:path w="490854" h="553719">
                <a:moveTo>
                  <a:pt x="202691" y="124968"/>
                </a:moveTo>
                <a:lnTo>
                  <a:pt x="153924" y="124968"/>
                </a:lnTo>
                <a:lnTo>
                  <a:pt x="178308" y="100584"/>
                </a:lnTo>
                <a:lnTo>
                  <a:pt x="202691" y="124968"/>
                </a:lnTo>
                <a:close/>
              </a:path>
              <a:path w="490854" h="553719">
                <a:moveTo>
                  <a:pt x="0" y="548640"/>
                </a:moveTo>
                <a:lnTo>
                  <a:pt x="1269" y="483108"/>
                </a:lnTo>
                <a:lnTo>
                  <a:pt x="2104" y="434735"/>
                </a:lnTo>
                <a:lnTo>
                  <a:pt x="2786" y="379761"/>
                </a:lnTo>
                <a:lnTo>
                  <a:pt x="2933" y="300227"/>
                </a:lnTo>
                <a:lnTo>
                  <a:pt x="2809" y="273939"/>
                </a:lnTo>
                <a:lnTo>
                  <a:pt x="2720" y="263652"/>
                </a:lnTo>
                <a:lnTo>
                  <a:pt x="2095" y="213550"/>
                </a:lnTo>
                <a:lnTo>
                  <a:pt x="1119" y="158519"/>
                </a:lnTo>
                <a:lnTo>
                  <a:pt x="0" y="103632"/>
                </a:lnTo>
                <a:lnTo>
                  <a:pt x="36576" y="124968"/>
                </a:lnTo>
                <a:lnTo>
                  <a:pt x="202691" y="124968"/>
                </a:lnTo>
                <a:lnTo>
                  <a:pt x="213359" y="135636"/>
                </a:lnTo>
                <a:lnTo>
                  <a:pt x="208926" y="138684"/>
                </a:lnTo>
                <a:lnTo>
                  <a:pt x="33528" y="138684"/>
                </a:lnTo>
                <a:lnTo>
                  <a:pt x="33528" y="292608"/>
                </a:lnTo>
                <a:lnTo>
                  <a:pt x="189297" y="292608"/>
                </a:lnTo>
                <a:lnTo>
                  <a:pt x="189372" y="306324"/>
                </a:lnTo>
                <a:lnTo>
                  <a:pt x="33528" y="306324"/>
                </a:lnTo>
                <a:lnTo>
                  <a:pt x="33528" y="473964"/>
                </a:lnTo>
                <a:lnTo>
                  <a:pt x="191086" y="473964"/>
                </a:lnTo>
                <a:lnTo>
                  <a:pt x="191319" y="487680"/>
                </a:lnTo>
                <a:lnTo>
                  <a:pt x="33528" y="487680"/>
                </a:lnTo>
                <a:lnTo>
                  <a:pt x="33528" y="528828"/>
                </a:lnTo>
                <a:lnTo>
                  <a:pt x="0" y="548640"/>
                </a:lnTo>
                <a:close/>
              </a:path>
              <a:path w="490854" h="553719">
                <a:moveTo>
                  <a:pt x="480504" y="131064"/>
                </a:moveTo>
                <a:lnTo>
                  <a:pt x="428244" y="131064"/>
                </a:lnTo>
                <a:lnTo>
                  <a:pt x="455676" y="105156"/>
                </a:lnTo>
                <a:lnTo>
                  <a:pt x="480504" y="131064"/>
                </a:lnTo>
                <a:close/>
              </a:path>
              <a:path w="490854" h="553719">
                <a:moveTo>
                  <a:pt x="189297" y="292608"/>
                </a:moveTo>
                <a:lnTo>
                  <a:pt x="158496" y="292608"/>
                </a:lnTo>
                <a:lnTo>
                  <a:pt x="158496" y="138684"/>
                </a:lnTo>
                <a:lnTo>
                  <a:pt x="208926" y="138684"/>
                </a:lnTo>
                <a:lnTo>
                  <a:pt x="188976" y="152400"/>
                </a:lnTo>
                <a:lnTo>
                  <a:pt x="189099" y="238244"/>
                </a:lnTo>
                <a:lnTo>
                  <a:pt x="189297" y="292608"/>
                </a:lnTo>
                <a:close/>
              </a:path>
              <a:path w="490854" h="553719">
                <a:moveTo>
                  <a:pt x="450590" y="495300"/>
                </a:moveTo>
                <a:lnTo>
                  <a:pt x="390144" y="495300"/>
                </a:lnTo>
                <a:lnTo>
                  <a:pt x="402431" y="492728"/>
                </a:lnTo>
                <a:lnTo>
                  <a:pt x="411861" y="485013"/>
                </a:lnTo>
                <a:lnTo>
                  <a:pt x="424321" y="434735"/>
                </a:lnTo>
                <a:lnTo>
                  <a:pt x="428244" y="357378"/>
                </a:lnTo>
                <a:lnTo>
                  <a:pt x="430235" y="297060"/>
                </a:lnTo>
                <a:lnTo>
                  <a:pt x="432179" y="228728"/>
                </a:lnTo>
                <a:lnTo>
                  <a:pt x="434340" y="146304"/>
                </a:lnTo>
                <a:lnTo>
                  <a:pt x="484909" y="146304"/>
                </a:lnTo>
                <a:lnTo>
                  <a:pt x="469391" y="158496"/>
                </a:lnTo>
                <a:lnTo>
                  <a:pt x="467740" y="244736"/>
                </a:lnTo>
                <a:lnTo>
                  <a:pt x="465828" y="317754"/>
                </a:lnTo>
                <a:lnTo>
                  <a:pt x="463677" y="376999"/>
                </a:lnTo>
                <a:lnTo>
                  <a:pt x="461264" y="423107"/>
                </a:lnTo>
                <a:lnTo>
                  <a:pt x="455676" y="475488"/>
                </a:lnTo>
                <a:lnTo>
                  <a:pt x="451675" y="492347"/>
                </a:lnTo>
                <a:lnTo>
                  <a:pt x="450590" y="495300"/>
                </a:lnTo>
                <a:close/>
              </a:path>
              <a:path w="490854" h="553719">
                <a:moveTo>
                  <a:pt x="320040" y="370332"/>
                </a:moveTo>
                <a:lnTo>
                  <a:pt x="316992" y="370332"/>
                </a:lnTo>
                <a:lnTo>
                  <a:pt x="311824" y="368307"/>
                </a:lnTo>
                <a:lnTo>
                  <a:pt x="307657" y="362140"/>
                </a:lnTo>
                <a:lnTo>
                  <a:pt x="304347" y="351686"/>
                </a:lnTo>
                <a:lnTo>
                  <a:pt x="301752" y="336804"/>
                </a:lnTo>
                <a:lnTo>
                  <a:pt x="295727" y="313062"/>
                </a:lnTo>
                <a:lnTo>
                  <a:pt x="286702" y="289750"/>
                </a:lnTo>
                <a:lnTo>
                  <a:pt x="274534" y="266723"/>
                </a:lnTo>
                <a:lnTo>
                  <a:pt x="259080" y="243840"/>
                </a:lnTo>
                <a:lnTo>
                  <a:pt x="263652" y="236220"/>
                </a:lnTo>
                <a:lnTo>
                  <a:pt x="309181" y="273939"/>
                </a:lnTo>
                <a:lnTo>
                  <a:pt x="334708" y="309705"/>
                </a:lnTo>
                <a:lnTo>
                  <a:pt x="339852" y="330708"/>
                </a:lnTo>
                <a:lnTo>
                  <a:pt x="339280" y="338447"/>
                </a:lnTo>
                <a:lnTo>
                  <a:pt x="337566" y="345757"/>
                </a:lnTo>
                <a:lnTo>
                  <a:pt x="334708" y="352782"/>
                </a:lnTo>
                <a:lnTo>
                  <a:pt x="330708" y="359664"/>
                </a:lnTo>
                <a:lnTo>
                  <a:pt x="324612" y="367284"/>
                </a:lnTo>
                <a:lnTo>
                  <a:pt x="320040" y="370332"/>
                </a:lnTo>
                <a:close/>
              </a:path>
              <a:path w="490854" h="553719">
                <a:moveTo>
                  <a:pt x="191086" y="473964"/>
                </a:moveTo>
                <a:lnTo>
                  <a:pt x="158496" y="473964"/>
                </a:lnTo>
                <a:lnTo>
                  <a:pt x="158496" y="306324"/>
                </a:lnTo>
                <a:lnTo>
                  <a:pt x="189372" y="306324"/>
                </a:lnTo>
                <a:lnTo>
                  <a:pt x="189695" y="357420"/>
                </a:lnTo>
                <a:lnTo>
                  <a:pt x="190184" y="409836"/>
                </a:lnTo>
                <a:lnTo>
                  <a:pt x="190780" y="455922"/>
                </a:lnTo>
                <a:lnTo>
                  <a:pt x="191086" y="473964"/>
                </a:lnTo>
                <a:close/>
              </a:path>
              <a:path w="490854" h="553719">
                <a:moveTo>
                  <a:pt x="384048" y="553212"/>
                </a:moveTo>
                <a:lnTo>
                  <a:pt x="374022" y="534947"/>
                </a:lnTo>
                <a:lnTo>
                  <a:pt x="357568" y="519112"/>
                </a:lnTo>
                <a:lnTo>
                  <a:pt x="334541" y="505848"/>
                </a:lnTo>
                <a:lnTo>
                  <a:pt x="304800" y="495300"/>
                </a:lnTo>
                <a:lnTo>
                  <a:pt x="304800" y="483108"/>
                </a:lnTo>
                <a:lnTo>
                  <a:pt x="332493" y="488227"/>
                </a:lnTo>
                <a:lnTo>
                  <a:pt x="356044" y="492061"/>
                </a:lnTo>
                <a:lnTo>
                  <a:pt x="375308" y="494466"/>
                </a:lnTo>
                <a:lnTo>
                  <a:pt x="390144" y="495300"/>
                </a:lnTo>
                <a:lnTo>
                  <a:pt x="450590" y="495300"/>
                </a:lnTo>
                <a:lnTo>
                  <a:pt x="446532" y="506349"/>
                </a:lnTo>
                <a:lnTo>
                  <a:pt x="412432" y="540067"/>
                </a:lnTo>
                <a:lnTo>
                  <a:pt x="399168" y="546568"/>
                </a:lnTo>
                <a:lnTo>
                  <a:pt x="384048" y="553212"/>
                </a:lnTo>
                <a:close/>
              </a:path>
              <a:path w="490854" h="553719">
                <a:moveTo>
                  <a:pt x="158496" y="537971"/>
                </a:moveTo>
                <a:lnTo>
                  <a:pt x="158496" y="487680"/>
                </a:lnTo>
                <a:lnTo>
                  <a:pt x="191319" y="487680"/>
                </a:lnTo>
                <a:lnTo>
                  <a:pt x="192023" y="519684"/>
                </a:lnTo>
                <a:lnTo>
                  <a:pt x="158496" y="537971"/>
                </a:lnTo>
                <a:close/>
              </a:path>
            </a:pathLst>
          </a:custGeom>
          <a:solidFill>
            <a:srgbClr val="3333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" name="object 6"/>
          <p:cNvSpPr/>
          <p:nvPr/>
        </p:nvSpPr>
        <p:spPr>
          <a:xfrm>
            <a:off x="3564635" y="1278636"/>
            <a:ext cx="539750" cy="559435"/>
          </a:xfrm>
          <a:custGeom>
            <a:avLst/>
            <a:gdLst/>
            <a:ahLst/>
            <a:cxnLst/>
            <a:rect l="l" t="t" r="r" b="b"/>
            <a:pathLst>
              <a:path w="539750" h="559435">
                <a:moveTo>
                  <a:pt x="35052" y="83820"/>
                </a:moveTo>
                <a:lnTo>
                  <a:pt x="13716" y="60960"/>
                </a:lnTo>
                <a:lnTo>
                  <a:pt x="185928" y="60960"/>
                </a:lnTo>
                <a:lnTo>
                  <a:pt x="185880" y="43291"/>
                </a:lnTo>
                <a:lnTo>
                  <a:pt x="185554" y="27432"/>
                </a:lnTo>
                <a:lnTo>
                  <a:pt x="185475" y="25908"/>
                </a:lnTo>
                <a:lnTo>
                  <a:pt x="184642" y="12525"/>
                </a:lnTo>
                <a:lnTo>
                  <a:pt x="182880" y="0"/>
                </a:lnTo>
                <a:lnTo>
                  <a:pt x="239268" y="25908"/>
                </a:lnTo>
                <a:lnTo>
                  <a:pt x="222504" y="42672"/>
                </a:lnTo>
                <a:lnTo>
                  <a:pt x="222504" y="76200"/>
                </a:lnTo>
                <a:lnTo>
                  <a:pt x="92964" y="76200"/>
                </a:lnTo>
                <a:lnTo>
                  <a:pt x="77485" y="76533"/>
                </a:lnTo>
                <a:lnTo>
                  <a:pt x="62865" y="77724"/>
                </a:lnTo>
                <a:lnTo>
                  <a:pt x="48815" y="80057"/>
                </a:lnTo>
                <a:lnTo>
                  <a:pt x="35052" y="83820"/>
                </a:lnTo>
                <a:close/>
              </a:path>
              <a:path w="539750" h="559435">
                <a:moveTo>
                  <a:pt x="478536" y="207264"/>
                </a:moveTo>
                <a:lnTo>
                  <a:pt x="358140" y="207264"/>
                </a:lnTo>
                <a:lnTo>
                  <a:pt x="337256" y="204692"/>
                </a:lnTo>
                <a:lnTo>
                  <a:pt x="322516" y="196977"/>
                </a:lnTo>
                <a:lnTo>
                  <a:pt x="313777" y="184118"/>
                </a:lnTo>
                <a:lnTo>
                  <a:pt x="310896" y="166116"/>
                </a:lnTo>
                <a:lnTo>
                  <a:pt x="310784" y="60960"/>
                </a:lnTo>
                <a:lnTo>
                  <a:pt x="310634" y="52744"/>
                </a:lnTo>
                <a:lnTo>
                  <a:pt x="309943" y="37147"/>
                </a:lnTo>
                <a:lnTo>
                  <a:pt x="308967" y="20121"/>
                </a:lnTo>
                <a:lnTo>
                  <a:pt x="307848" y="1524"/>
                </a:lnTo>
                <a:lnTo>
                  <a:pt x="362712" y="27432"/>
                </a:lnTo>
                <a:lnTo>
                  <a:pt x="345948" y="42672"/>
                </a:lnTo>
                <a:lnTo>
                  <a:pt x="345948" y="102108"/>
                </a:lnTo>
                <a:lnTo>
                  <a:pt x="393116" y="102108"/>
                </a:lnTo>
                <a:lnTo>
                  <a:pt x="377952" y="106346"/>
                </a:lnTo>
                <a:lnTo>
                  <a:pt x="345948" y="114300"/>
                </a:lnTo>
                <a:lnTo>
                  <a:pt x="345948" y="149352"/>
                </a:lnTo>
                <a:lnTo>
                  <a:pt x="347686" y="160234"/>
                </a:lnTo>
                <a:lnTo>
                  <a:pt x="352996" y="167830"/>
                </a:lnTo>
                <a:lnTo>
                  <a:pt x="362021" y="172283"/>
                </a:lnTo>
                <a:lnTo>
                  <a:pt x="374904" y="173736"/>
                </a:lnTo>
                <a:lnTo>
                  <a:pt x="535584" y="173736"/>
                </a:lnTo>
                <a:lnTo>
                  <a:pt x="532614" y="179522"/>
                </a:lnTo>
                <a:lnTo>
                  <a:pt x="502539" y="204049"/>
                </a:lnTo>
                <a:lnTo>
                  <a:pt x="486537" y="206954"/>
                </a:lnTo>
                <a:lnTo>
                  <a:pt x="478536" y="207264"/>
                </a:lnTo>
                <a:close/>
              </a:path>
              <a:path w="539750" h="559435">
                <a:moveTo>
                  <a:pt x="393116" y="102108"/>
                </a:moveTo>
                <a:lnTo>
                  <a:pt x="345948" y="102108"/>
                </a:lnTo>
                <a:lnTo>
                  <a:pt x="389120" y="84915"/>
                </a:lnTo>
                <a:lnTo>
                  <a:pt x="425005" y="67437"/>
                </a:lnTo>
                <a:lnTo>
                  <a:pt x="453747" y="49387"/>
                </a:lnTo>
                <a:lnTo>
                  <a:pt x="475488" y="30480"/>
                </a:lnTo>
                <a:lnTo>
                  <a:pt x="509016" y="76200"/>
                </a:lnTo>
                <a:lnTo>
                  <a:pt x="463153" y="81343"/>
                </a:lnTo>
                <a:lnTo>
                  <a:pt x="428244" y="91582"/>
                </a:lnTo>
                <a:lnTo>
                  <a:pt x="405384" y="98679"/>
                </a:lnTo>
                <a:lnTo>
                  <a:pt x="393116" y="102108"/>
                </a:lnTo>
                <a:close/>
              </a:path>
              <a:path w="539750" h="559435">
                <a:moveTo>
                  <a:pt x="22860" y="207264"/>
                </a:moveTo>
                <a:lnTo>
                  <a:pt x="0" y="161544"/>
                </a:lnTo>
                <a:lnTo>
                  <a:pt x="27979" y="160115"/>
                </a:lnTo>
                <a:lnTo>
                  <a:pt x="68389" y="155829"/>
                </a:lnTo>
                <a:lnTo>
                  <a:pt x="121086" y="148685"/>
                </a:lnTo>
                <a:lnTo>
                  <a:pt x="185928" y="138684"/>
                </a:lnTo>
                <a:lnTo>
                  <a:pt x="185928" y="76200"/>
                </a:lnTo>
                <a:lnTo>
                  <a:pt x="222504" y="76200"/>
                </a:lnTo>
                <a:lnTo>
                  <a:pt x="222504" y="149352"/>
                </a:lnTo>
                <a:lnTo>
                  <a:pt x="185928" y="149352"/>
                </a:lnTo>
                <a:lnTo>
                  <a:pt x="122729" y="166758"/>
                </a:lnTo>
                <a:lnTo>
                  <a:pt x="74676" y="182308"/>
                </a:lnTo>
                <a:lnTo>
                  <a:pt x="41481" y="195857"/>
                </a:lnTo>
                <a:lnTo>
                  <a:pt x="22860" y="207264"/>
                </a:lnTo>
                <a:close/>
              </a:path>
              <a:path w="539750" h="559435">
                <a:moveTo>
                  <a:pt x="535584" y="173736"/>
                </a:moveTo>
                <a:lnTo>
                  <a:pt x="463296" y="173736"/>
                </a:lnTo>
                <a:lnTo>
                  <a:pt x="476226" y="172569"/>
                </a:lnTo>
                <a:lnTo>
                  <a:pt x="485584" y="168973"/>
                </a:lnTo>
                <a:lnTo>
                  <a:pt x="496633" y="130873"/>
                </a:lnTo>
                <a:lnTo>
                  <a:pt x="496824" y="102108"/>
                </a:lnTo>
                <a:lnTo>
                  <a:pt x="505968" y="102108"/>
                </a:lnTo>
                <a:lnTo>
                  <a:pt x="511325" y="142184"/>
                </a:lnTo>
                <a:lnTo>
                  <a:pt x="539496" y="166116"/>
                </a:lnTo>
                <a:lnTo>
                  <a:pt x="535584" y="173736"/>
                </a:lnTo>
                <a:close/>
              </a:path>
              <a:path w="539750" h="559435">
                <a:moveTo>
                  <a:pt x="182880" y="227076"/>
                </a:moveTo>
                <a:lnTo>
                  <a:pt x="184091" y="204049"/>
                </a:lnTo>
                <a:lnTo>
                  <a:pt x="184975" y="185928"/>
                </a:lnTo>
                <a:lnTo>
                  <a:pt x="185638" y="167830"/>
                </a:lnTo>
                <a:lnTo>
                  <a:pt x="185928" y="149352"/>
                </a:lnTo>
                <a:lnTo>
                  <a:pt x="222504" y="149352"/>
                </a:lnTo>
                <a:lnTo>
                  <a:pt x="222599" y="173736"/>
                </a:lnTo>
                <a:lnTo>
                  <a:pt x="222710" y="182308"/>
                </a:lnTo>
                <a:lnTo>
                  <a:pt x="223146" y="197453"/>
                </a:lnTo>
                <a:lnTo>
                  <a:pt x="224028" y="214884"/>
                </a:lnTo>
                <a:lnTo>
                  <a:pt x="182880" y="227076"/>
                </a:lnTo>
                <a:close/>
              </a:path>
              <a:path w="539750" h="559435">
                <a:moveTo>
                  <a:pt x="449092" y="249936"/>
                </a:moveTo>
                <a:lnTo>
                  <a:pt x="396240" y="249936"/>
                </a:lnTo>
                <a:lnTo>
                  <a:pt x="422148" y="224028"/>
                </a:lnTo>
                <a:lnTo>
                  <a:pt x="449092" y="249936"/>
                </a:lnTo>
                <a:close/>
              </a:path>
              <a:path w="539750" h="559435">
                <a:moveTo>
                  <a:pt x="111252" y="559308"/>
                </a:moveTo>
                <a:lnTo>
                  <a:pt x="112371" y="522493"/>
                </a:lnTo>
                <a:lnTo>
                  <a:pt x="113358" y="480059"/>
                </a:lnTo>
                <a:lnTo>
                  <a:pt x="114038" y="434578"/>
                </a:lnTo>
                <a:lnTo>
                  <a:pt x="114300" y="384048"/>
                </a:lnTo>
                <a:lnTo>
                  <a:pt x="114038" y="335160"/>
                </a:lnTo>
                <a:lnTo>
                  <a:pt x="113347" y="293560"/>
                </a:lnTo>
                <a:lnTo>
                  <a:pt x="112371" y="259103"/>
                </a:lnTo>
                <a:lnTo>
                  <a:pt x="111252" y="231648"/>
                </a:lnTo>
                <a:lnTo>
                  <a:pt x="152400" y="249936"/>
                </a:lnTo>
                <a:lnTo>
                  <a:pt x="449092" y="249936"/>
                </a:lnTo>
                <a:lnTo>
                  <a:pt x="461772" y="262128"/>
                </a:lnTo>
                <a:lnTo>
                  <a:pt x="456895" y="265176"/>
                </a:lnTo>
                <a:lnTo>
                  <a:pt x="149352" y="265176"/>
                </a:lnTo>
                <a:lnTo>
                  <a:pt x="149352" y="329184"/>
                </a:lnTo>
                <a:lnTo>
                  <a:pt x="437388" y="329184"/>
                </a:lnTo>
                <a:lnTo>
                  <a:pt x="437388" y="344424"/>
                </a:lnTo>
                <a:lnTo>
                  <a:pt x="149352" y="344424"/>
                </a:lnTo>
                <a:lnTo>
                  <a:pt x="149352" y="403859"/>
                </a:lnTo>
                <a:lnTo>
                  <a:pt x="437388" y="403859"/>
                </a:lnTo>
                <a:lnTo>
                  <a:pt x="437388" y="417576"/>
                </a:lnTo>
                <a:lnTo>
                  <a:pt x="149352" y="417576"/>
                </a:lnTo>
                <a:lnTo>
                  <a:pt x="149352" y="547116"/>
                </a:lnTo>
                <a:lnTo>
                  <a:pt x="111252" y="559308"/>
                </a:lnTo>
                <a:close/>
              </a:path>
              <a:path w="539750" h="559435">
                <a:moveTo>
                  <a:pt x="437388" y="329184"/>
                </a:moveTo>
                <a:lnTo>
                  <a:pt x="400812" y="329184"/>
                </a:lnTo>
                <a:lnTo>
                  <a:pt x="400812" y="265176"/>
                </a:lnTo>
                <a:lnTo>
                  <a:pt x="456895" y="265176"/>
                </a:lnTo>
                <a:lnTo>
                  <a:pt x="437388" y="277367"/>
                </a:lnTo>
                <a:lnTo>
                  <a:pt x="437388" y="329184"/>
                </a:lnTo>
                <a:close/>
              </a:path>
              <a:path w="539750" h="559435">
                <a:moveTo>
                  <a:pt x="437388" y="403859"/>
                </a:moveTo>
                <a:lnTo>
                  <a:pt x="400812" y="403859"/>
                </a:lnTo>
                <a:lnTo>
                  <a:pt x="400812" y="344424"/>
                </a:lnTo>
                <a:lnTo>
                  <a:pt x="437388" y="344424"/>
                </a:lnTo>
                <a:lnTo>
                  <a:pt x="437388" y="403859"/>
                </a:lnTo>
                <a:close/>
              </a:path>
              <a:path w="539750" h="559435">
                <a:moveTo>
                  <a:pt x="437054" y="503229"/>
                </a:moveTo>
                <a:lnTo>
                  <a:pt x="374427" y="503229"/>
                </a:lnTo>
                <a:lnTo>
                  <a:pt x="385572" y="502920"/>
                </a:lnTo>
                <a:lnTo>
                  <a:pt x="392453" y="501491"/>
                </a:lnTo>
                <a:lnTo>
                  <a:pt x="397192" y="497205"/>
                </a:lnTo>
                <a:lnTo>
                  <a:pt x="399930" y="490061"/>
                </a:lnTo>
                <a:lnTo>
                  <a:pt x="400744" y="480822"/>
                </a:lnTo>
                <a:lnTo>
                  <a:pt x="400812" y="417576"/>
                </a:lnTo>
                <a:lnTo>
                  <a:pt x="437388" y="417576"/>
                </a:lnTo>
                <a:lnTo>
                  <a:pt x="437388" y="499872"/>
                </a:lnTo>
                <a:lnTo>
                  <a:pt x="437054" y="503229"/>
                </a:lnTo>
                <a:close/>
              </a:path>
              <a:path w="539750" h="559435">
                <a:moveTo>
                  <a:pt x="382524" y="556259"/>
                </a:moveTo>
                <a:lnTo>
                  <a:pt x="373141" y="540877"/>
                </a:lnTo>
                <a:lnTo>
                  <a:pt x="356616" y="526923"/>
                </a:lnTo>
                <a:lnTo>
                  <a:pt x="333232" y="514683"/>
                </a:lnTo>
                <a:lnTo>
                  <a:pt x="303276" y="504444"/>
                </a:lnTo>
                <a:lnTo>
                  <a:pt x="303276" y="495300"/>
                </a:lnTo>
                <a:lnTo>
                  <a:pt x="333279" y="499276"/>
                </a:lnTo>
                <a:lnTo>
                  <a:pt x="356997" y="501967"/>
                </a:lnTo>
                <a:lnTo>
                  <a:pt x="374427" y="503229"/>
                </a:lnTo>
                <a:lnTo>
                  <a:pt x="437054" y="503229"/>
                </a:lnTo>
                <a:lnTo>
                  <a:pt x="436506" y="508754"/>
                </a:lnTo>
                <a:lnTo>
                  <a:pt x="414456" y="539972"/>
                </a:lnTo>
                <a:lnTo>
                  <a:pt x="394501" y="551402"/>
                </a:lnTo>
                <a:lnTo>
                  <a:pt x="382524" y="556259"/>
                </a:lnTo>
                <a:close/>
              </a:path>
            </a:pathLst>
          </a:custGeom>
          <a:solidFill>
            <a:srgbClr val="3333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" name="object 7"/>
          <p:cNvSpPr/>
          <p:nvPr/>
        </p:nvSpPr>
        <p:spPr>
          <a:xfrm>
            <a:off x="4175759" y="1284732"/>
            <a:ext cx="548640" cy="553720"/>
          </a:xfrm>
          <a:custGeom>
            <a:avLst/>
            <a:gdLst/>
            <a:ahLst/>
            <a:cxnLst/>
            <a:rect l="l" t="t" r="r" b="b"/>
            <a:pathLst>
              <a:path w="548639" h="553719">
                <a:moveTo>
                  <a:pt x="441478" y="272796"/>
                </a:moveTo>
                <a:lnTo>
                  <a:pt x="393192" y="272796"/>
                </a:lnTo>
                <a:lnTo>
                  <a:pt x="414528" y="251460"/>
                </a:lnTo>
                <a:lnTo>
                  <a:pt x="441478" y="272796"/>
                </a:lnTo>
                <a:close/>
              </a:path>
              <a:path w="548639" h="553719">
                <a:moveTo>
                  <a:pt x="124967" y="393192"/>
                </a:moveTo>
                <a:lnTo>
                  <a:pt x="125754" y="362283"/>
                </a:lnTo>
                <a:lnTo>
                  <a:pt x="125861" y="355092"/>
                </a:lnTo>
                <a:lnTo>
                  <a:pt x="125962" y="342900"/>
                </a:lnTo>
                <a:lnTo>
                  <a:pt x="126071" y="320087"/>
                </a:lnTo>
                <a:lnTo>
                  <a:pt x="125859" y="294132"/>
                </a:lnTo>
                <a:lnTo>
                  <a:pt x="125780" y="288036"/>
                </a:lnTo>
                <a:lnTo>
                  <a:pt x="124967" y="254508"/>
                </a:lnTo>
                <a:lnTo>
                  <a:pt x="161543" y="272796"/>
                </a:lnTo>
                <a:lnTo>
                  <a:pt x="441478" y="272796"/>
                </a:lnTo>
                <a:lnTo>
                  <a:pt x="451104" y="280416"/>
                </a:lnTo>
                <a:lnTo>
                  <a:pt x="438404" y="288036"/>
                </a:lnTo>
                <a:lnTo>
                  <a:pt x="158496" y="288036"/>
                </a:lnTo>
                <a:lnTo>
                  <a:pt x="158496" y="355092"/>
                </a:lnTo>
                <a:lnTo>
                  <a:pt x="429810" y="355092"/>
                </a:lnTo>
                <a:lnTo>
                  <a:pt x="430172" y="362283"/>
                </a:lnTo>
                <a:lnTo>
                  <a:pt x="430638" y="368808"/>
                </a:lnTo>
                <a:lnTo>
                  <a:pt x="158496" y="368808"/>
                </a:lnTo>
                <a:lnTo>
                  <a:pt x="158496" y="377952"/>
                </a:lnTo>
                <a:lnTo>
                  <a:pt x="124967" y="393192"/>
                </a:lnTo>
                <a:close/>
              </a:path>
              <a:path w="548639" h="553719">
                <a:moveTo>
                  <a:pt x="429810" y="355092"/>
                </a:moveTo>
                <a:lnTo>
                  <a:pt x="397764" y="355092"/>
                </a:lnTo>
                <a:lnTo>
                  <a:pt x="397764" y="288036"/>
                </a:lnTo>
                <a:lnTo>
                  <a:pt x="438404" y="288036"/>
                </a:lnTo>
                <a:lnTo>
                  <a:pt x="428244" y="294132"/>
                </a:lnTo>
                <a:lnTo>
                  <a:pt x="428505" y="320087"/>
                </a:lnTo>
                <a:lnTo>
                  <a:pt x="429196" y="342900"/>
                </a:lnTo>
                <a:lnTo>
                  <a:pt x="429810" y="355092"/>
                </a:lnTo>
                <a:close/>
              </a:path>
              <a:path w="548639" h="553719">
                <a:moveTo>
                  <a:pt x="299083" y="502562"/>
                </a:moveTo>
                <a:lnTo>
                  <a:pt x="245673" y="502562"/>
                </a:lnTo>
                <a:lnTo>
                  <a:pt x="254507" y="501396"/>
                </a:lnTo>
                <a:lnTo>
                  <a:pt x="262127" y="499872"/>
                </a:lnTo>
                <a:lnTo>
                  <a:pt x="266699" y="493776"/>
                </a:lnTo>
                <a:lnTo>
                  <a:pt x="266699" y="368808"/>
                </a:lnTo>
                <a:lnTo>
                  <a:pt x="300227" y="368808"/>
                </a:lnTo>
                <a:lnTo>
                  <a:pt x="300156" y="498609"/>
                </a:lnTo>
                <a:lnTo>
                  <a:pt x="299083" y="502562"/>
                </a:lnTo>
                <a:close/>
              </a:path>
              <a:path w="548639" h="553719">
                <a:moveTo>
                  <a:pt x="397764" y="390144"/>
                </a:moveTo>
                <a:lnTo>
                  <a:pt x="397764" y="368808"/>
                </a:lnTo>
                <a:lnTo>
                  <a:pt x="430638" y="368808"/>
                </a:lnTo>
                <a:lnTo>
                  <a:pt x="431292" y="377952"/>
                </a:lnTo>
                <a:lnTo>
                  <a:pt x="397764" y="390144"/>
                </a:lnTo>
                <a:close/>
              </a:path>
              <a:path w="548639" h="553719">
                <a:moveTo>
                  <a:pt x="6096" y="524256"/>
                </a:moveTo>
                <a:lnTo>
                  <a:pt x="0" y="515112"/>
                </a:lnTo>
                <a:lnTo>
                  <a:pt x="28908" y="501896"/>
                </a:lnTo>
                <a:lnTo>
                  <a:pt x="56387" y="487108"/>
                </a:lnTo>
                <a:lnTo>
                  <a:pt x="108203" y="451104"/>
                </a:lnTo>
                <a:lnTo>
                  <a:pt x="148208" y="417004"/>
                </a:lnTo>
                <a:lnTo>
                  <a:pt x="167639" y="393192"/>
                </a:lnTo>
                <a:lnTo>
                  <a:pt x="208787" y="432816"/>
                </a:lnTo>
                <a:lnTo>
                  <a:pt x="182879" y="435864"/>
                </a:lnTo>
                <a:lnTo>
                  <a:pt x="174593" y="441817"/>
                </a:lnTo>
                <a:lnTo>
                  <a:pt x="161162" y="450342"/>
                </a:lnTo>
                <a:lnTo>
                  <a:pt x="142589" y="461152"/>
                </a:lnTo>
                <a:lnTo>
                  <a:pt x="92892" y="488251"/>
                </a:lnTo>
                <a:lnTo>
                  <a:pt x="65341" y="501396"/>
                </a:lnTo>
                <a:lnTo>
                  <a:pt x="36361" y="513397"/>
                </a:lnTo>
                <a:lnTo>
                  <a:pt x="6096" y="524256"/>
                </a:lnTo>
                <a:close/>
              </a:path>
              <a:path w="548639" h="553719">
                <a:moveTo>
                  <a:pt x="505968" y="531876"/>
                </a:moveTo>
                <a:lnTo>
                  <a:pt x="500824" y="530709"/>
                </a:lnTo>
                <a:lnTo>
                  <a:pt x="494538" y="527113"/>
                </a:lnTo>
                <a:lnTo>
                  <a:pt x="487108" y="520946"/>
                </a:lnTo>
                <a:lnTo>
                  <a:pt x="459414" y="492061"/>
                </a:lnTo>
                <a:lnTo>
                  <a:pt x="431863" y="468630"/>
                </a:lnTo>
                <a:lnTo>
                  <a:pt x="396025" y="441769"/>
                </a:lnTo>
                <a:lnTo>
                  <a:pt x="352044" y="411480"/>
                </a:lnTo>
                <a:lnTo>
                  <a:pt x="356616" y="405384"/>
                </a:lnTo>
                <a:lnTo>
                  <a:pt x="396097" y="421052"/>
                </a:lnTo>
                <a:lnTo>
                  <a:pt x="459057" y="449532"/>
                </a:lnTo>
                <a:lnTo>
                  <a:pt x="500824" y="474083"/>
                </a:lnTo>
                <a:lnTo>
                  <a:pt x="519684" y="509016"/>
                </a:lnTo>
                <a:lnTo>
                  <a:pt x="517112" y="519017"/>
                </a:lnTo>
                <a:lnTo>
                  <a:pt x="513969" y="526161"/>
                </a:lnTo>
                <a:lnTo>
                  <a:pt x="510254" y="530447"/>
                </a:lnTo>
                <a:lnTo>
                  <a:pt x="505968" y="531876"/>
                </a:lnTo>
                <a:close/>
              </a:path>
              <a:path w="548639" h="553719">
                <a:moveTo>
                  <a:pt x="246887" y="553212"/>
                </a:moveTo>
                <a:lnTo>
                  <a:pt x="242887" y="538924"/>
                </a:lnTo>
                <a:lnTo>
                  <a:pt x="230885" y="525780"/>
                </a:lnTo>
                <a:lnTo>
                  <a:pt x="210883" y="513778"/>
                </a:lnTo>
                <a:lnTo>
                  <a:pt x="182879" y="502920"/>
                </a:lnTo>
                <a:lnTo>
                  <a:pt x="182879" y="493776"/>
                </a:lnTo>
                <a:lnTo>
                  <a:pt x="209716" y="498609"/>
                </a:lnTo>
                <a:lnTo>
                  <a:pt x="230695" y="501586"/>
                </a:lnTo>
                <a:lnTo>
                  <a:pt x="245673" y="502562"/>
                </a:lnTo>
                <a:lnTo>
                  <a:pt x="299083" y="502562"/>
                </a:lnTo>
                <a:lnTo>
                  <a:pt x="295108" y="517207"/>
                </a:lnTo>
                <a:lnTo>
                  <a:pt x="284416" y="532638"/>
                </a:lnTo>
                <a:lnTo>
                  <a:pt x="268295" y="544639"/>
                </a:lnTo>
                <a:lnTo>
                  <a:pt x="246887" y="553212"/>
                </a:lnTo>
                <a:close/>
              </a:path>
              <a:path w="548639" h="553719">
                <a:moveTo>
                  <a:pt x="451539" y="24384"/>
                </a:moveTo>
                <a:lnTo>
                  <a:pt x="405384" y="24384"/>
                </a:lnTo>
                <a:lnTo>
                  <a:pt x="423672" y="0"/>
                </a:lnTo>
                <a:lnTo>
                  <a:pt x="451539" y="24384"/>
                </a:lnTo>
                <a:close/>
              </a:path>
              <a:path w="548639" h="553719">
                <a:moveTo>
                  <a:pt x="112775" y="188976"/>
                </a:moveTo>
                <a:lnTo>
                  <a:pt x="114871" y="139827"/>
                </a:lnTo>
                <a:lnTo>
                  <a:pt x="115704" y="82296"/>
                </a:lnTo>
                <a:lnTo>
                  <a:pt x="115562" y="69484"/>
                </a:lnTo>
                <a:lnTo>
                  <a:pt x="114871" y="46863"/>
                </a:lnTo>
                <a:lnTo>
                  <a:pt x="113873" y="24384"/>
                </a:lnTo>
                <a:lnTo>
                  <a:pt x="112775" y="3047"/>
                </a:lnTo>
                <a:lnTo>
                  <a:pt x="150875" y="24384"/>
                </a:lnTo>
                <a:lnTo>
                  <a:pt x="451539" y="24384"/>
                </a:lnTo>
                <a:lnTo>
                  <a:pt x="460248" y="32004"/>
                </a:lnTo>
                <a:lnTo>
                  <a:pt x="452797" y="38100"/>
                </a:lnTo>
                <a:lnTo>
                  <a:pt x="149351" y="38100"/>
                </a:lnTo>
                <a:lnTo>
                  <a:pt x="149351" y="82296"/>
                </a:lnTo>
                <a:lnTo>
                  <a:pt x="443484" y="82296"/>
                </a:lnTo>
                <a:lnTo>
                  <a:pt x="443484" y="96012"/>
                </a:lnTo>
                <a:lnTo>
                  <a:pt x="149351" y="96012"/>
                </a:lnTo>
                <a:lnTo>
                  <a:pt x="149351" y="141732"/>
                </a:lnTo>
                <a:lnTo>
                  <a:pt x="443942" y="141732"/>
                </a:lnTo>
                <a:lnTo>
                  <a:pt x="444126" y="148423"/>
                </a:lnTo>
                <a:lnTo>
                  <a:pt x="444476" y="155448"/>
                </a:lnTo>
                <a:lnTo>
                  <a:pt x="149351" y="155448"/>
                </a:lnTo>
                <a:lnTo>
                  <a:pt x="149351" y="172212"/>
                </a:lnTo>
                <a:lnTo>
                  <a:pt x="112775" y="188976"/>
                </a:lnTo>
                <a:close/>
              </a:path>
              <a:path w="548639" h="553719">
                <a:moveTo>
                  <a:pt x="443484" y="82296"/>
                </a:moveTo>
                <a:lnTo>
                  <a:pt x="409956" y="82296"/>
                </a:lnTo>
                <a:lnTo>
                  <a:pt x="409956" y="38100"/>
                </a:lnTo>
                <a:lnTo>
                  <a:pt x="452797" y="38100"/>
                </a:lnTo>
                <a:lnTo>
                  <a:pt x="443484" y="45720"/>
                </a:lnTo>
                <a:lnTo>
                  <a:pt x="443484" y="82296"/>
                </a:lnTo>
                <a:close/>
              </a:path>
              <a:path w="548639" h="553719">
                <a:moveTo>
                  <a:pt x="443942" y="141732"/>
                </a:moveTo>
                <a:lnTo>
                  <a:pt x="409956" y="141732"/>
                </a:lnTo>
                <a:lnTo>
                  <a:pt x="409956" y="96012"/>
                </a:lnTo>
                <a:lnTo>
                  <a:pt x="443484" y="96012"/>
                </a:lnTo>
                <a:lnTo>
                  <a:pt x="443507" y="117038"/>
                </a:lnTo>
                <a:lnTo>
                  <a:pt x="443674" y="132016"/>
                </a:lnTo>
                <a:lnTo>
                  <a:pt x="443942" y="141732"/>
                </a:lnTo>
                <a:close/>
              </a:path>
              <a:path w="548639" h="553719">
                <a:moveTo>
                  <a:pt x="409956" y="179832"/>
                </a:moveTo>
                <a:lnTo>
                  <a:pt x="409956" y="155448"/>
                </a:lnTo>
                <a:lnTo>
                  <a:pt x="444476" y="155448"/>
                </a:lnTo>
                <a:lnTo>
                  <a:pt x="445008" y="166116"/>
                </a:lnTo>
                <a:lnTo>
                  <a:pt x="409956" y="179832"/>
                </a:lnTo>
                <a:close/>
              </a:path>
              <a:path w="548639" h="553719">
                <a:moveTo>
                  <a:pt x="301751" y="220980"/>
                </a:moveTo>
                <a:lnTo>
                  <a:pt x="283463" y="220980"/>
                </a:lnTo>
                <a:lnTo>
                  <a:pt x="279225" y="206359"/>
                </a:lnTo>
                <a:lnTo>
                  <a:pt x="271271" y="192024"/>
                </a:lnTo>
                <a:lnTo>
                  <a:pt x="259889" y="177688"/>
                </a:lnTo>
                <a:lnTo>
                  <a:pt x="245363" y="163068"/>
                </a:lnTo>
                <a:lnTo>
                  <a:pt x="249935" y="158496"/>
                </a:lnTo>
                <a:lnTo>
                  <a:pt x="292584" y="174998"/>
                </a:lnTo>
                <a:lnTo>
                  <a:pt x="313943" y="196596"/>
                </a:lnTo>
                <a:lnTo>
                  <a:pt x="313324" y="201477"/>
                </a:lnTo>
                <a:lnTo>
                  <a:pt x="311276" y="207073"/>
                </a:lnTo>
                <a:lnTo>
                  <a:pt x="307514" y="213526"/>
                </a:lnTo>
                <a:lnTo>
                  <a:pt x="301751" y="220980"/>
                </a:lnTo>
                <a:close/>
              </a:path>
              <a:path w="548639" h="553719">
                <a:moveTo>
                  <a:pt x="22859" y="242316"/>
                </a:moveTo>
                <a:lnTo>
                  <a:pt x="0" y="220980"/>
                </a:lnTo>
                <a:lnTo>
                  <a:pt x="464820" y="220980"/>
                </a:lnTo>
                <a:lnTo>
                  <a:pt x="505968" y="187452"/>
                </a:lnTo>
                <a:lnTo>
                  <a:pt x="548640" y="234696"/>
                </a:lnTo>
                <a:lnTo>
                  <a:pt x="79247" y="234696"/>
                </a:lnTo>
                <a:lnTo>
                  <a:pt x="64436" y="235243"/>
                </a:lnTo>
                <a:lnTo>
                  <a:pt x="49910" y="236791"/>
                </a:lnTo>
                <a:lnTo>
                  <a:pt x="35956" y="239196"/>
                </a:lnTo>
                <a:lnTo>
                  <a:pt x="22859" y="242316"/>
                </a:lnTo>
                <a:close/>
              </a:path>
            </a:pathLst>
          </a:custGeom>
          <a:solidFill>
            <a:srgbClr val="3333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1751075" y="2552700"/>
            <a:ext cx="155575" cy="155575"/>
          </a:xfrm>
          <a:custGeom>
            <a:avLst/>
            <a:gdLst/>
            <a:ahLst/>
            <a:cxnLst/>
            <a:rect l="l" t="t" r="r" b="b"/>
            <a:pathLst>
              <a:path w="155575" h="155575">
                <a:moveTo>
                  <a:pt x="155448" y="155448"/>
                </a:moveTo>
                <a:lnTo>
                  <a:pt x="0" y="155448"/>
                </a:lnTo>
                <a:lnTo>
                  <a:pt x="0" y="0"/>
                </a:lnTo>
                <a:lnTo>
                  <a:pt x="155448" y="0"/>
                </a:lnTo>
                <a:lnTo>
                  <a:pt x="155448" y="155448"/>
                </a:lnTo>
                <a:close/>
              </a:path>
            </a:pathLst>
          </a:custGeom>
          <a:solidFill>
            <a:srgbClr val="3333C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2130551" y="2397251"/>
            <a:ext cx="200025" cy="330835"/>
          </a:xfrm>
          <a:custGeom>
            <a:avLst/>
            <a:gdLst/>
            <a:ahLst/>
            <a:cxnLst/>
            <a:rect l="l" t="t" r="r" b="b"/>
            <a:pathLst>
              <a:path w="200025" h="330835">
                <a:moveTo>
                  <a:pt x="199643" y="330708"/>
                </a:moveTo>
                <a:lnTo>
                  <a:pt x="0" y="330708"/>
                </a:lnTo>
                <a:lnTo>
                  <a:pt x="0" y="284988"/>
                </a:lnTo>
                <a:lnTo>
                  <a:pt x="39624" y="245364"/>
                </a:lnTo>
                <a:lnTo>
                  <a:pt x="49649" y="235981"/>
                </a:lnTo>
                <a:lnTo>
                  <a:pt x="59245" y="226314"/>
                </a:lnTo>
                <a:lnTo>
                  <a:pt x="94583" y="187809"/>
                </a:lnTo>
                <a:lnTo>
                  <a:pt x="119729" y="155186"/>
                </a:lnTo>
                <a:lnTo>
                  <a:pt x="138302" y="116586"/>
                </a:lnTo>
                <a:lnTo>
                  <a:pt x="141731" y="91439"/>
                </a:lnTo>
                <a:lnTo>
                  <a:pt x="141731" y="82296"/>
                </a:lnTo>
                <a:lnTo>
                  <a:pt x="140207" y="74676"/>
                </a:lnTo>
                <a:lnTo>
                  <a:pt x="137159" y="67056"/>
                </a:lnTo>
                <a:lnTo>
                  <a:pt x="131063" y="54864"/>
                </a:lnTo>
                <a:lnTo>
                  <a:pt x="124967" y="50291"/>
                </a:lnTo>
                <a:lnTo>
                  <a:pt x="120395" y="45720"/>
                </a:lnTo>
                <a:lnTo>
                  <a:pt x="114299" y="42672"/>
                </a:lnTo>
                <a:lnTo>
                  <a:pt x="108203" y="41148"/>
                </a:lnTo>
                <a:lnTo>
                  <a:pt x="100583" y="38100"/>
                </a:lnTo>
                <a:lnTo>
                  <a:pt x="94487" y="36576"/>
                </a:lnTo>
                <a:lnTo>
                  <a:pt x="77723" y="36576"/>
                </a:lnTo>
                <a:lnTo>
                  <a:pt x="62483" y="39624"/>
                </a:lnTo>
                <a:lnTo>
                  <a:pt x="54863" y="42672"/>
                </a:lnTo>
                <a:lnTo>
                  <a:pt x="47243" y="44196"/>
                </a:lnTo>
                <a:lnTo>
                  <a:pt x="39624" y="47244"/>
                </a:lnTo>
                <a:lnTo>
                  <a:pt x="21335" y="56388"/>
                </a:lnTo>
                <a:lnTo>
                  <a:pt x="12191" y="62484"/>
                </a:lnTo>
                <a:lnTo>
                  <a:pt x="9143" y="65532"/>
                </a:lnTo>
                <a:lnTo>
                  <a:pt x="6095" y="65532"/>
                </a:lnTo>
                <a:lnTo>
                  <a:pt x="6095" y="19812"/>
                </a:lnTo>
                <a:lnTo>
                  <a:pt x="13549" y="16383"/>
                </a:lnTo>
                <a:lnTo>
                  <a:pt x="55602" y="3214"/>
                </a:lnTo>
                <a:lnTo>
                  <a:pt x="88391" y="0"/>
                </a:lnTo>
                <a:lnTo>
                  <a:pt x="110085" y="1452"/>
                </a:lnTo>
                <a:lnTo>
                  <a:pt x="160019" y="24384"/>
                </a:lnTo>
                <a:lnTo>
                  <a:pt x="184237" y="68961"/>
                </a:lnTo>
                <a:lnTo>
                  <a:pt x="185927" y="88391"/>
                </a:lnTo>
                <a:lnTo>
                  <a:pt x="185642" y="98155"/>
                </a:lnTo>
                <a:lnTo>
                  <a:pt x="175831" y="139255"/>
                </a:lnTo>
                <a:lnTo>
                  <a:pt x="154805" y="174498"/>
                </a:lnTo>
                <a:lnTo>
                  <a:pt x="124967" y="208788"/>
                </a:lnTo>
                <a:lnTo>
                  <a:pt x="114633" y="220218"/>
                </a:lnTo>
                <a:lnTo>
                  <a:pt x="104012" y="231648"/>
                </a:lnTo>
                <a:lnTo>
                  <a:pt x="92821" y="243078"/>
                </a:lnTo>
                <a:lnTo>
                  <a:pt x="80771" y="254508"/>
                </a:lnTo>
                <a:lnTo>
                  <a:pt x="68770" y="266247"/>
                </a:lnTo>
                <a:lnTo>
                  <a:pt x="57911" y="276415"/>
                </a:lnTo>
                <a:lnTo>
                  <a:pt x="48196" y="285154"/>
                </a:lnTo>
                <a:lnTo>
                  <a:pt x="39624" y="292608"/>
                </a:lnTo>
                <a:lnTo>
                  <a:pt x="199643" y="292608"/>
                </a:lnTo>
                <a:lnTo>
                  <a:pt x="199643" y="33070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2389632" y="2665476"/>
            <a:ext cx="53340" cy="62865"/>
          </a:xfrm>
          <a:custGeom>
            <a:avLst/>
            <a:gdLst/>
            <a:ahLst/>
            <a:cxnLst/>
            <a:rect l="l" t="t" r="r" b="b"/>
            <a:pathLst>
              <a:path w="53339" h="62864">
                <a:moveTo>
                  <a:pt x="53340" y="62483"/>
                </a:moveTo>
                <a:lnTo>
                  <a:pt x="0" y="62483"/>
                </a:lnTo>
                <a:lnTo>
                  <a:pt x="0" y="0"/>
                </a:lnTo>
                <a:lnTo>
                  <a:pt x="53340" y="0"/>
                </a:lnTo>
                <a:lnTo>
                  <a:pt x="53340" y="6248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2673095" y="2403347"/>
            <a:ext cx="157480" cy="325120"/>
          </a:xfrm>
          <a:custGeom>
            <a:avLst/>
            <a:gdLst/>
            <a:ahLst/>
            <a:cxnLst/>
            <a:rect l="l" t="t" r="r" b="b"/>
            <a:pathLst>
              <a:path w="157480" h="325119">
                <a:moveTo>
                  <a:pt x="156972" y="324612"/>
                </a:moveTo>
                <a:lnTo>
                  <a:pt x="0" y="324612"/>
                </a:lnTo>
                <a:lnTo>
                  <a:pt x="0" y="291084"/>
                </a:lnTo>
                <a:lnTo>
                  <a:pt x="57912" y="291084"/>
                </a:lnTo>
                <a:lnTo>
                  <a:pt x="57912" y="74676"/>
                </a:lnTo>
                <a:lnTo>
                  <a:pt x="0" y="74676"/>
                </a:lnTo>
                <a:lnTo>
                  <a:pt x="0" y="44196"/>
                </a:lnTo>
                <a:lnTo>
                  <a:pt x="15120" y="43624"/>
                </a:lnTo>
                <a:lnTo>
                  <a:pt x="28384" y="41910"/>
                </a:lnTo>
                <a:lnTo>
                  <a:pt x="61150" y="21526"/>
                </a:lnTo>
                <a:lnTo>
                  <a:pt x="65532" y="0"/>
                </a:lnTo>
                <a:lnTo>
                  <a:pt x="100584" y="0"/>
                </a:lnTo>
                <a:lnTo>
                  <a:pt x="100584" y="291084"/>
                </a:lnTo>
                <a:lnTo>
                  <a:pt x="156972" y="291084"/>
                </a:lnTo>
                <a:lnTo>
                  <a:pt x="156972" y="32461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2883408" y="2397251"/>
            <a:ext cx="696595" cy="337185"/>
          </a:xfrm>
          <a:custGeom>
            <a:avLst/>
            <a:gdLst/>
            <a:ahLst/>
            <a:cxnLst/>
            <a:rect l="l" t="t" r="r" b="b"/>
            <a:pathLst>
              <a:path w="696595" h="337185">
                <a:moveTo>
                  <a:pt x="210312" y="149352"/>
                </a:moveTo>
                <a:lnTo>
                  <a:pt x="207264" y="108204"/>
                </a:lnTo>
                <a:lnTo>
                  <a:pt x="194729" y="62179"/>
                </a:lnTo>
                <a:lnTo>
                  <a:pt x="178943" y="35052"/>
                </a:lnTo>
                <a:lnTo>
                  <a:pt x="173736" y="28956"/>
                </a:lnTo>
                <a:lnTo>
                  <a:pt x="167462" y="22415"/>
                </a:lnTo>
                <a:lnTo>
                  <a:pt x="166116" y="21336"/>
                </a:lnTo>
                <a:lnTo>
                  <a:pt x="166116" y="150876"/>
                </a:lnTo>
                <a:lnTo>
                  <a:pt x="164592" y="155448"/>
                </a:lnTo>
                <a:lnTo>
                  <a:pt x="164592" y="160020"/>
                </a:lnTo>
                <a:lnTo>
                  <a:pt x="158584" y="164071"/>
                </a:lnTo>
                <a:lnTo>
                  <a:pt x="152019" y="167259"/>
                </a:lnTo>
                <a:lnTo>
                  <a:pt x="144868" y="169887"/>
                </a:lnTo>
                <a:lnTo>
                  <a:pt x="137160" y="172212"/>
                </a:lnTo>
                <a:lnTo>
                  <a:pt x="129171" y="175094"/>
                </a:lnTo>
                <a:lnTo>
                  <a:pt x="121348" y="176974"/>
                </a:lnTo>
                <a:lnTo>
                  <a:pt x="113792" y="178003"/>
                </a:lnTo>
                <a:lnTo>
                  <a:pt x="106680" y="178308"/>
                </a:lnTo>
                <a:lnTo>
                  <a:pt x="99060" y="178308"/>
                </a:lnTo>
                <a:lnTo>
                  <a:pt x="60121" y="161264"/>
                </a:lnTo>
                <a:lnTo>
                  <a:pt x="44475" y="119468"/>
                </a:lnTo>
                <a:lnTo>
                  <a:pt x="44234" y="111252"/>
                </a:lnTo>
                <a:lnTo>
                  <a:pt x="44272" y="108204"/>
                </a:lnTo>
                <a:lnTo>
                  <a:pt x="52552" y="65151"/>
                </a:lnTo>
                <a:lnTo>
                  <a:pt x="89217" y="36220"/>
                </a:lnTo>
                <a:lnTo>
                  <a:pt x="102108" y="35052"/>
                </a:lnTo>
                <a:lnTo>
                  <a:pt x="109728" y="35052"/>
                </a:lnTo>
                <a:lnTo>
                  <a:pt x="117348" y="36576"/>
                </a:lnTo>
                <a:lnTo>
                  <a:pt x="123444" y="39624"/>
                </a:lnTo>
                <a:lnTo>
                  <a:pt x="129540" y="41148"/>
                </a:lnTo>
                <a:lnTo>
                  <a:pt x="156540" y="75628"/>
                </a:lnTo>
                <a:lnTo>
                  <a:pt x="165798" y="123926"/>
                </a:lnTo>
                <a:lnTo>
                  <a:pt x="166116" y="150876"/>
                </a:lnTo>
                <a:lnTo>
                  <a:pt x="166116" y="21336"/>
                </a:lnTo>
                <a:lnTo>
                  <a:pt x="123825" y="2095"/>
                </a:lnTo>
                <a:lnTo>
                  <a:pt x="102108" y="0"/>
                </a:lnTo>
                <a:lnTo>
                  <a:pt x="92049" y="558"/>
                </a:lnTo>
                <a:lnTo>
                  <a:pt x="53619" y="12484"/>
                </a:lnTo>
                <a:lnTo>
                  <a:pt x="23253" y="37896"/>
                </a:lnTo>
                <a:lnTo>
                  <a:pt x="3848" y="76111"/>
                </a:lnTo>
                <a:lnTo>
                  <a:pt x="0" y="111252"/>
                </a:lnTo>
                <a:lnTo>
                  <a:pt x="571" y="125526"/>
                </a:lnTo>
                <a:lnTo>
                  <a:pt x="13398" y="169976"/>
                </a:lnTo>
                <a:lnTo>
                  <a:pt x="42138" y="198932"/>
                </a:lnTo>
                <a:lnTo>
                  <a:pt x="80200" y="212217"/>
                </a:lnTo>
                <a:lnTo>
                  <a:pt x="97536" y="213360"/>
                </a:lnTo>
                <a:lnTo>
                  <a:pt x="106629" y="213055"/>
                </a:lnTo>
                <a:lnTo>
                  <a:pt x="115443" y="212026"/>
                </a:lnTo>
                <a:lnTo>
                  <a:pt x="123672" y="210146"/>
                </a:lnTo>
                <a:lnTo>
                  <a:pt x="131064" y="207264"/>
                </a:lnTo>
                <a:lnTo>
                  <a:pt x="139293" y="204431"/>
                </a:lnTo>
                <a:lnTo>
                  <a:pt x="147828" y="200596"/>
                </a:lnTo>
                <a:lnTo>
                  <a:pt x="156349" y="195910"/>
                </a:lnTo>
                <a:lnTo>
                  <a:pt x="164592" y="190500"/>
                </a:lnTo>
                <a:lnTo>
                  <a:pt x="162013" y="215341"/>
                </a:lnTo>
                <a:lnTo>
                  <a:pt x="148297" y="255866"/>
                </a:lnTo>
                <a:lnTo>
                  <a:pt x="108204" y="291846"/>
                </a:lnTo>
                <a:lnTo>
                  <a:pt x="70104" y="298704"/>
                </a:lnTo>
                <a:lnTo>
                  <a:pt x="54864" y="298704"/>
                </a:lnTo>
                <a:lnTo>
                  <a:pt x="47244" y="295656"/>
                </a:lnTo>
                <a:lnTo>
                  <a:pt x="39624" y="294132"/>
                </a:lnTo>
                <a:lnTo>
                  <a:pt x="33528" y="292608"/>
                </a:lnTo>
                <a:lnTo>
                  <a:pt x="30480" y="291084"/>
                </a:lnTo>
                <a:lnTo>
                  <a:pt x="27432" y="291084"/>
                </a:lnTo>
                <a:lnTo>
                  <a:pt x="27432" y="332232"/>
                </a:lnTo>
                <a:lnTo>
                  <a:pt x="39624" y="335280"/>
                </a:lnTo>
                <a:lnTo>
                  <a:pt x="45720" y="335280"/>
                </a:lnTo>
                <a:lnTo>
                  <a:pt x="51816" y="336804"/>
                </a:lnTo>
                <a:lnTo>
                  <a:pt x="64008" y="336804"/>
                </a:lnTo>
                <a:lnTo>
                  <a:pt x="82600" y="335953"/>
                </a:lnTo>
                <a:lnTo>
                  <a:pt x="129540" y="323088"/>
                </a:lnTo>
                <a:lnTo>
                  <a:pt x="161963" y="298704"/>
                </a:lnTo>
                <a:lnTo>
                  <a:pt x="164033" y="296735"/>
                </a:lnTo>
                <a:lnTo>
                  <a:pt x="189738" y="257556"/>
                </a:lnTo>
                <a:lnTo>
                  <a:pt x="205181" y="206844"/>
                </a:lnTo>
                <a:lnTo>
                  <a:pt x="207645" y="190500"/>
                </a:lnTo>
                <a:lnTo>
                  <a:pt x="208026" y="188023"/>
                </a:lnTo>
                <a:lnTo>
                  <a:pt x="208889" y="178308"/>
                </a:lnTo>
                <a:lnTo>
                  <a:pt x="209740" y="168770"/>
                </a:lnTo>
                <a:lnTo>
                  <a:pt x="210312" y="149352"/>
                </a:lnTo>
                <a:close/>
              </a:path>
              <a:path w="696595" h="337185">
                <a:moveTo>
                  <a:pt x="457200" y="225552"/>
                </a:moveTo>
                <a:lnTo>
                  <a:pt x="452056" y="187629"/>
                </a:lnTo>
                <a:lnTo>
                  <a:pt x="437146" y="158496"/>
                </a:lnTo>
                <a:lnTo>
                  <a:pt x="436626" y="157734"/>
                </a:lnTo>
                <a:lnTo>
                  <a:pt x="429196" y="149783"/>
                </a:lnTo>
                <a:lnTo>
                  <a:pt x="424624" y="146304"/>
                </a:lnTo>
                <a:lnTo>
                  <a:pt x="420624" y="143256"/>
                </a:lnTo>
                <a:lnTo>
                  <a:pt x="413524" y="137210"/>
                </a:lnTo>
                <a:lnTo>
                  <a:pt x="412978" y="136880"/>
                </a:lnTo>
                <a:lnTo>
                  <a:pt x="412978" y="227457"/>
                </a:lnTo>
                <a:lnTo>
                  <a:pt x="411873" y="244246"/>
                </a:lnTo>
                <a:lnTo>
                  <a:pt x="396240" y="283464"/>
                </a:lnTo>
                <a:lnTo>
                  <a:pt x="353568" y="301752"/>
                </a:lnTo>
                <a:lnTo>
                  <a:pt x="345948" y="301752"/>
                </a:lnTo>
                <a:lnTo>
                  <a:pt x="308749" y="277177"/>
                </a:lnTo>
                <a:lnTo>
                  <a:pt x="294055" y="240322"/>
                </a:lnTo>
                <a:lnTo>
                  <a:pt x="289648" y="199453"/>
                </a:lnTo>
                <a:lnTo>
                  <a:pt x="289560" y="192024"/>
                </a:lnTo>
                <a:lnTo>
                  <a:pt x="291071" y="188976"/>
                </a:lnTo>
                <a:lnTo>
                  <a:pt x="291071" y="176784"/>
                </a:lnTo>
                <a:lnTo>
                  <a:pt x="326910" y="161074"/>
                </a:lnTo>
                <a:lnTo>
                  <a:pt x="348996" y="158496"/>
                </a:lnTo>
                <a:lnTo>
                  <a:pt x="356616" y="158496"/>
                </a:lnTo>
                <a:lnTo>
                  <a:pt x="364236" y="160020"/>
                </a:lnTo>
                <a:lnTo>
                  <a:pt x="370332" y="161544"/>
                </a:lnTo>
                <a:lnTo>
                  <a:pt x="377952" y="163068"/>
                </a:lnTo>
                <a:lnTo>
                  <a:pt x="406908" y="193548"/>
                </a:lnTo>
                <a:lnTo>
                  <a:pt x="412978" y="227457"/>
                </a:lnTo>
                <a:lnTo>
                  <a:pt x="412978" y="136880"/>
                </a:lnTo>
                <a:lnTo>
                  <a:pt x="376618" y="124396"/>
                </a:lnTo>
                <a:lnTo>
                  <a:pt x="358140" y="123444"/>
                </a:lnTo>
                <a:lnTo>
                  <a:pt x="349008" y="123761"/>
                </a:lnTo>
                <a:lnTo>
                  <a:pt x="307086" y="136207"/>
                </a:lnTo>
                <a:lnTo>
                  <a:pt x="291071" y="146304"/>
                </a:lnTo>
                <a:lnTo>
                  <a:pt x="294741" y="120827"/>
                </a:lnTo>
                <a:lnTo>
                  <a:pt x="309511" y="80733"/>
                </a:lnTo>
                <a:lnTo>
                  <a:pt x="349377" y="44958"/>
                </a:lnTo>
                <a:lnTo>
                  <a:pt x="385572" y="38100"/>
                </a:lnTo>
                <a:lnTo>
                  <a:pt x="402336" y="38100"/>
                </a:lnTo>
                <a:lnTo>
                  <a:pt x="409956" y="41148"/>
                </a:lnTo>
                <a:lnTo>
                  <a:pt x="417576" y="42672"/>
                </a:lnTo>
                <a:lnTo>
                  <a:pt x="426720" y="45720"/>
                </a:lnTo>
                <a:lnTo>
                  <a:pt x="428244" y="45720"/>
                </a:lnTo>
                <a:lnTo>
                  <a:pt x="428244" y="38100"/>
                </a:lnTo>
                <a:lnTo>
                  <a:pt x="428244" y="4572"/>
                </a:lnTo>
                <a:lnTo>
                  <a:pt x="423672" y="3048"/>
                </a:lnTo>
                <a:lnTo>
                  <a:pt x="417576" y="1524"/>
                </a:lnTo>
                <a:lnTo>
                  <a:pt x="411480" y="1524"/>
                </a:lnTo>
                <a:lnTo>
                  <a:pt x="405384" y="0"/>
                </a:lnTo>
                <a:lnTo>
                  <a:pt x="391668" y="0"/>
                </a:lnTo>
                <a:lnTo>
                  <a:pt x="373951" y="863"/>
                </a:lnTo>
                <a:lnTo>
                  <a:pt x="327660" y="13716"/>
                </a:lnTo>
                <a:lnTo>
                  <a:pt x="291655" y="40728"/>
                </a:lnTo>
                <a:lnTo>
                  <a:pt x="265938" y="80391"/>
                </a:lnTo>
                <a:lnTo>
                  <a:pt x="251383" y="128955"/>
                </a:lnTo>
                <a:lnTo>
                  <a:pt x="247434" y="167195"/>
                </a:lnTo>
                <a:lnTo>
                  <a:pt x="246900" y="186982"/>
                </a:lnTo>
                <a:lnTo>
                  <a:pt x="247002" y="192024"/>
                </a:lnTo>
                <a:lnTo>
                  <a:pt x="252018" y="244894"/>
                </a:lnTo>
                <a:lnTo>
                  <a:pt x="267271" y="287083"/>
                </a:lnTo>
                <a:lnTo>
                  <a:pt x="296799" y="320230"/>
                </a:lnTo>
                <a:lnTo>
                  <a:pt x="333184" y="335280"/>
                </a:lnTo>
                <a:lnTo>
                  <a:pt x="353568" y="336804"/>
                </a:lnTo>
                <a:lnTo>
                  <a:pt x="364464" y="336257"/>
                </a:lnTo>
                <a:lnTo>
                  <a:pt x="402018" y="325208"/>
                </a:lnTo>
                <a:lnTo>
                  <a:pt x="430758" y="301752"/>
                </a:lnTo>
                <a:lnTo>
                  <a:pt x="433260" y="298919"/>
                </a:lnTo>
                <a:lnTo>
                  <a:pt x="452056" y="260705"/>
                </a:lnTo>
                <a:lnTo>
                  <a:pt x="456628" y="237845"/>
                </a:lnTo>
                <a:lnTo>
                  <a:pt x="457200" y="225552"/>
                </a:lnTo>
                <a:close/>
              </a:path>
              <a:path w="696595" h="337185">
                <a:moveTo>
                  <a:pt x="696455" y="292608"/>
                </a:moveTo>
                <a:lnTo>
                  <a:pt x="537959" y="292608"/>
                </a:lnTo>
                <a:lnTo>
                  <a:pt x="565607" y="266255"/>
                </a:lnTo>
                <a:lnTo>
                  <a:pt x="577583" y="254508"/>
                </a:lnTo>
                <a:lnTo>
                  <a:pt x="612736" y="220218"/>
                </a:lnTo>
                <a:lnTo>
                  <a:pt x="641096" y="188214"/>
                </a:lnTo>
                <a:lnTo>
                  <a:pt x="646163" y="181356"/>
                </a:lnTo>
                <a:lnTo>
                  <a:pt x="651840" y="174498"/>
                </a:lnTo>
                <a:lnTo>
                  <a:pt x="673214" y="139255"/>
                </a:lnTo>
                <a:lnTo>
                  <a:pt x="682459" y="98158"/>
                </a:lnTo>
                <a:lnTo>
                  <a:pt x="682739" y="88392"/>
                </a:lnTo>
                <a:lnTo>
                  <a:pt x="681266" y="68961"/>
                </a:lnTo>
                <a:lnTo>
                  <a:pt x="656831" y="24384"/>
                </a:lnTo>
                <a:lnTo>
                  <a:pt x="608190" y="1460"/>
                </a:lnTo>
                <a:lnTo>
                  <a:pt x="586727" y="0"/>
                </a:lnTo>
                <a:lnTo>
                  <a:pt x="575297" y="317"/>
                </a:lnTo>
                <a:lnTo>
                  <a:pt x="529272" y="9525"/>
                </a:lnTo>
                <a:lnTo>
                  <a:pt x="502907" y="19812"/>
                </a:lnTo>
                <a:lnTo>
                  <a:pt x="502907" y="65532"/>
                </a:lnTo>
                <a:lnTo>
                  <a:pt x="505955" y="65532"/>
                </a:lnTo>
                <a:lnTo>
                  <a:pt x="509003" y="62484"/>
                </a:lnTo>
                <a:lnTo>
                  <a:pt x="513575" y="59436"/>
                </a:lnTo>
                <a:lnTo>
                  <a:pt x="525767" y="53340"/>
                </a:lnTo>
                <a:lnTo>
                  <a:pt x="530339" y="50292"/>
                </a:lnTo>
                <a:lnTo>
                  <a:pt x="536435" y="47244"/>
                </a:lnTo>
                <a:lnTo>
                  <a:pt x="544055" y="44196"/>
                </a:lnTo>
                <a:lnTo>
                  <a:pt x="551675" y="42672"/>
                </a:lnTo>
                <a:lnTo>
                  <a:pt x="559295" y="39624"/>
                </a:lnTo>
                <a:lnTo>
                  <a:pt x="568439" y="38100"/>
                </a:lnTo>
                <a:lnTo>
                  <a:pt x="576059" y="36576"/>
                </a:lnTo>
                <a:lnTo>
                  <a:pt x="591299" y="36576"/>
                </a:lnTo>
                <a:lnTo>
                  <a:pt x="598919" y="38100"/>
                </a:lnTo>
                <a:lnTo>
                  <a:pt x="605015" y="41148"/>
                </a:lnTo>
                <a:lnTo>
                  <a:pt x="611111" y="42672"/>
                </a:lnTo>
                <a:lnTo>
                  <a:pt x="637019" y="74676"/>
                </a:lnTo>
                <a:lnTo>
                  <a:pt x="638543" y="82296"/>
                </a:lnTo>
                <a:lnTo>
                  <a:pt x="638543" y="91440"/>
                </a:lnTo>
                <a:lnTo>
                  <a:pt x="630834" y="129159"/>
                </a:lnTo>
                <a:lnTo>
                  <a:pt x="605396" y="170497"/>
                </a:lnTo>
                <a:lnTo>
                  <a:pt x="574535" y="207264"/>
                </a:lnTo>
                <a:lnTo>
                  <a:pt x="565391" y="216649"/>
                </a:lnTo>
                <a:lnTo>
                  <a:pt x="547103" y="235991"/>
                </a:lnTo>
                <a:lnTo>
                  <a:pt x="537959" y="245364"/>
                </a:lnTo>
                <a:lnTo>
                  <a:pt x="527672" y="254774"/>
                </a:lnTo>
                <a:lnTo>
                  <a:pt x="517385" y="264604"/>
                </a:lnTo>
                <a:lnTo>
                  <a:pt x="496811" y="284988"/>
                </a:lnTo>
                <a:lnTo>
                  <a:pt x="496811" y="330708"/>
                </a:lnTo>
                <a:lnTo>
                  <a:pt x="696455" y="330708"/>
                </a:lnTo>
                <a:lnTo>
                  <a:pt x="696455" y="29260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pic>
        <p:nvPicPr>
          <p:cNvPr id="13" name="object 13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3656076" y="2625280"/>
            <a:ext cx="68580" cy="119443"/>
          </a:xfrm>
          <a:prstGeom prst="rect">
            <a:avLst/>
          </a:prstGeom>
        </p:spPr>
      </p:pic>
      <p:grpSp>
        <p:nvGrpSpPr>
          <p:cNvPr id="14" name="object 14"/>
          <p:cNvGrpSpPr/>
          <p:nvPr/>
        </p:nvGrpSpPr>
        <p:grpSpPr>
          <a:xfrm>
            <a:off x="4219955" y="2389631"/>
            <a:ext cx="1038225" cy="344805"/>
            <a:chOff x="4219955" y="2389631"/>
            <a:chExt cx="1038225" cy="344805"/>
          </a:xfrm>
        </p:grpSpPr>
        <p:sp>
          <p:nvSpPr>
            <p:cNvPr id="15" name="object 15"/>
            <p:cNvSpPr/>
            <p:nvPr/>
          </p:nvSpPr>
          <p:spPr>
            <a:xfrm>
              <a:off x="4219956" y="2403347"/>
              <a:ext cx="475615" cy="330835"/>
            </a:xfrm>
            <a:custGeom>
              <a:avLst/>
              <a:gdLst/>
              <a:ahLst/>
              <a:cxnLst/>
              <a:rect l="l" t="t" r="r" b="b"/>
              <a:pathLst>
                <a:path w="475614" h="330835">
                  <a:moveTo>
                    <a:pt x="256032" y="163068"/>
                  </a:moveTo>
                  <a:lnTo>
                    <a:pt x="251460" y="118491"/>
                  </a:lnTo>
                  <a:lnTo>
                    <a:pt x="237744" y="80772"/>
                  </a:lnTo>
                  <a:lnTo>
                    <a:pt x="210312" y="42659"/>
                  </a:lnTo>
                  <a:lnTo>
                    <a:pt x="210312" y="161544"/>
                  </a:lnTo>
                  <a:lnTo>
                    <a:pt x="209715" y="180124"/>
                  </a:lnTo>
                  <a:lnTo>
                    <a:pt x="199644" y="225552"/>
                  </a:lnTo>
                  <a:lnTo>
                    <a:pt x="176707" y="257492"/>
                  </a:lnTo>
                  <a:lnTo>
                    <a:pt x="136753" y="279323"/>
                  </a:lnTo>
                  <a:lnTo>
                    <a:pt x="90487" y="286232"/>
                  </a:lnTo>
                  <a:lnTo>
                    <a:pt x="76200" y="286512"/>
                  </a:lnTo>
                  <a:lnTo>
                    <a:pt x="44196" y="286512"/>
                  </a:lnTo>
                  <a:lnTo>
                    <a:pt x="44196" y="36576"/>
                  </a:lnTo>
                  <a:lnTo>
                    <a:pt x="76200" y="36576"/>
                  </a:lnTo>
                  <a:lnTo>
                    <a:pt x="114338" y="39154"/>
                  </a:lnTo>
                  <a:lnTo>
                    <a:pt x="153250" y="51866"/>
                  </a:lnTo>
                  <a:lnTo>
                    <a:pt x="191541" y="85534"/>
                  </a:lnTo>
                  <a:lnTo>
                    <a:pt x="207645" y="127254"/>
                  </a:lnTo>
                  <a:lnTo>
                    <a:pt x="210312" y="161544"/>
                  </a:lnTo>
                  <a:lnTo>
                    <a:pt x="210312" y="42659"/>
                  </a:lnTo>
                  <a:lnTo>
                    <a:pt x="170116" y="15621"/>
                  </a:lnTo>
                  <a:lnTo>
                    <a:pt x="131673" y="4508"/>
                  </a:lnTo>
                  <a:lnTo>
                    <a:pt x="74676" y="0"/>
                  </a:lnTo>
                  <a:lnTo>
                    <a:pt x="0" y="0"/>
                  </a:lnTo>
                  <a:lnTo>
                    <a:pt x="0" y="324612"/>
                  </a:lnTo>
                  <a:lnTo>
                    <a:pt x="74676" y="324612"/>
                  </a:lnTo>
                  <a:lnTo>
                    <a:pt x="126530" y="321398"/>
                  </a:lnTo>
                  <a:lnTo>
                    <a:pt x="165163" y="310896"/>
                  </a:lnTo>
                  <a:lnTo>
                    <a:pt x="203873" y="287540"/>
                  </a:lnTo>
                  <a:lnTo>
                    <a:pt x="204889" y="286512"/>
                  </a:lnTo>
                  <a:lnTo>
                    <a:pt x="216789" y="274510"/>
                  </a:lnTo>
                  <a:lnTo>
                    <a:pt x="237744" y="242316"/>
                  </a:lnTo>
                  <a:lnTo>
                    <a:pt x="251460" y="204978"/>
                  </a:lnTo>
                  <a:lnTo>
                    <a:pt x="254889" y="184454"/>
                  </a:lnTo>
                  <a:lnTo>
                    <a:pt x="256032" y="163068"/>
                  </a:lnTo>
                  <a:close/>
                </a:path>
                <a:path w="475614" h="330835">
                  <a:moveTo>
                    <a:pt x="475488" y="158496"/>
                  </a:moveTo>
                  <a:lnTo>
                    <a:pt x="469392" y="118872"/>
                  </a:lnTo>
                  <a:lnTo>
                    <a:pt x="442429" y="88684"/>
                  </a:lnTo>
                  <a:lnTo>
                    <a:pt x="399288" y="75819"/>
                  </a:lnTo>
                  <a:lnTo>
                    <a:pt x="376428" y="74676"/>
                  </a:lnTo>
                  <a:lnTo>
                    <a:pt x="366115" y="74968"/>
                  </a:lnTo>
                  <a:lnTo>
                    <a:pt x="315468" y="83058"/>
                  </a:lnTo>
                  <a:lnTo>
                    <a:pt x="301752" y="86868"/>
                  </a:lnTo>
                  <a:lnTo>
                    <a:pt x="301752" y="128016"/>
                  </a:lnTo>
                  <a:lnTo>
                    <a:pt x="304800" y="128016"/>
                  </a:lnTo>
                  <a:lnTo>
                    <a:pt x="313956" y="123977"/>
                  </a:lnTo>
                  <a:lnTo>
                    <a:pt x="323278" y="120777"/>
                  </a:lnTo>
                  <a:lnTo>
                    <a:pt x="368401" y="111544"/>
                  </a:lnTo>
                  <a:lnTo>
                    <a:pt x="376428" y="111252"/>
                  </a:lnTo>
                  <a:lnTo>
                    <a:pt x="391668" y="111252"/>
                  </a:lnTo>
                  <a:lnTo>
                    <a:pt x="406908" y="114300"/>
                  </a:lnTo>
                  <a:lnTo>
                    <a:pt x="413004" y="115824"/>
                  </a:lnTo>
                  <a:lnTo>
                    <a:pt x="417576" y="120396"/>
                  </a:lnTo>
                  <a:lnTo>
                    <a:pt x="423672" y="123444"/>
                  </a:lnTo>
                  <a:lnTo>
                    <a:pt x="428244" y="128016"/>
                  </a:lnTo>
                  <a:lnTo>
                    <a:pt x="429768" y="132588"/>
                  </a:lnTo>
                  <a:lnTo>
                    <a:pt x="432816" y="138684"/>
                  </a:lnTo>
                  <a:lnTo>
                    <a:pt x="434340" y="146304"/>
                  </a:lnTo>
                  <a:lnTo>
                    <a:pt x="434340" y="164592"/>
                  </a:lnTo>
                  <a:lnTo>
                    <a:pt x="434340" y="196596"/>
                  </a:lnTo>
                  <a:lnTo>
                    <a:pt x="434340" y="263652"/>
                  </a:lnTo>
                  <a:lnTo>
                    <a:pt x="427456" y="269989"/>
                  </a:lnTo>
                  <a:lnTo>
                    <a:pt x="388429" y="291084"/>
                  </a:lnTo>
                  <a:lnTo>
                    <a:pt x="370332" y="292608"/>
                  </a:lnTo>
                  <a:lnTo>
                    <a:pt x="359702" y="292023"/>
                  </a:lnTo>
                  <a:lnTo>
                    <a:pt x="327088" y="269557"/>
                  </a:lnTo>
                  <a:lnTo>
                    <a:pt x="324612" y="251460"/>
                  </a:lnTo>
                  <a:lnTo>
                    <a:pt x="325196" y="242658"/>
                  </a:lnTo>
                  <a:lnTo>
                    <a:pt x="353491" y="209867"/>
                  </a:lnTo>
                  <a:lnTo>
                    <a:pt x="408622" y="200025"/>
                  </a:lnTo>
                  <a:lnTo>
                    <a:pt x="418338" y="198882"/>
                  </a:lnTo>
                  <a:lnTo>
                    <a:pt x="426910" y="197739"/>
                  </a:lnTo>
                  <a:lnTo>
                    <a:pt x="434340" y="196596"/>
                  </a:lnTo>
                  <a:lnTo>
                    <a:pt x="434340" y="164592"/>
                  </a:lnTo>
                  <a:lnTo>
                    <a:pt x="374904" y="169164"/>
                  </a:lnTo>
                  <a:lnTo>
                    <a:pt x="336969" y="178600"/>
                  </a:lnTo>
                  <a:lnTo>
                    <a:pt x="298958" y="202336"/>
                  </a:lnTo>
                  <a:lnTo>
                    <a:pt x="282524" y="240969"/>
                  </a:lnTo>
                  <a:lnTo>
                    <a:pt x="281940" y="252984"/>
                  </a:lnTo>
                  <a:lnTo>
                    <a:pt x="282244" y="261632"/>
                  </a:lnTo>
                  <a:lnTo>
                    <a:pt x="294513" y="298323"/>
                  </a:lnTo>
                  <a:lnTo>
                    <a:pt x="334518" y="327494"/>
                  </a:lnTo>
                  <a:lnTo>
                    <a:pt x="355092" y="330708"/>
                  </a:lnTo>
                  <a:lnTo>
                    <a:pt x="363893" y="330454"/>
                  </a:lnTo>
                  <a:lnTo>
                    <a:pt x="405384" y="318516"/>
                  </a:lnTo>
                  <a:lnTo>
                    <a:pt x="409956" y="316992"/>
                  </a:lnTo>
                  <a:lnTo>
                    <a:pt x="416052" y="312420"/>
                  </a:lnTo>
                  <a:lnTo>
                    <a:pt x="420624" y="307848"/>
                  </a:lnTo>
                  <a:lnTo>
                    <a:pt x="426720" y="304800"/>
                  </a:lnTo>
                  <a:lnTo>
                    <a:pt x="431292" y="300228"/>
                  </a:lnTo>
                  <a:lnTo>
                    <a:pt x="434340" y="298704"/>
                  </a:lnTo>
                  <a:lnTo>
                    <a:pt x="434340" y="324612"/>
                  </a:lnTo>
                  <a:lnTo>
                    <a:pt x="475488" y="324612"/>
                  </a:lnTo>
                  <a:lnTo>
                    <a:pt x="475488" y="298704"/>
                  </a:lnTo>
                  <a:lnTo>
                    <a:pt x="475488" y="292608"/>
                  </a:lnTo>
                  <a:lnTo>
                    <a:pt x="475488" y="196596"/>
                  </a:lnTo>
                  <a:lnTo>
                    <a:pt x="475488" y="158496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6" name="object 16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4721351" y="2484119"/>
              <a:ext cx="217931" cy="243839"/>
            </a:xfrm>
            <a:prstGeom prst="rect">
              <a:avLst/>
            </a:prstGeom>
          </p:spPr>
        </p:pic>
        <p:sp>
          <p:nvSpPr>
            <p:cNvPr id="17" name="object 17"/>
            <p:cNvSpPr/>
            <p:nvPr/>
          </p:nvSpPr>
          <p:spPr>
            <a:xfrm>
              <a:off x="4968227" y="2389631"/>
              <a:ext cx="290195" cy="344805"/>
            </a:xfrm>
            <a:custGeom>
              <a:avLst/>
              <a:gdLst/>
              <a:ahLst/>
              <a:cxnLst/>
              <a:rect l="l" t="t" r="r" b="b"/>
              <a:pathLst>
                <a:path w="290195" h="344805">
                  <a:moveTo>
                    <a:pt x="44196" y="94488"/>
                  </a:moveTo>
                  <a:lnTo>
                    <a:pt x="3048" y="94488"/>
                  </a:lnTo>
                  <a:lnTo>
                    <a:pt x="3048" y="338328"/>
                  </a:lnTo>
                  <a:lnTo>
                    <a:pt x="44196" y="338328"/>
                  </a:lnTo>
                  <a:lnTo>
                    <a:pt x="44196" y="94488"/>
                  </a:lnTo>
                  <a:close/>
                </a:path>
                <a:path w="290195" h="344805">
                  <a:moveTo>
                    <a:pt x="47244" y="12192"/>
                  </a:moveTo>
                  <a:lnTo>
                    <a:pt x="0" y="12192"/>
                  </a:lnTo>
                  <a:lnTo>
                    <a:pt x="0" y="54864"/>
                  </a:lnTo>
                  <a:lnTo>
                    <a:pt x="47244" y="54864"/>
                  </a:lnTo>
                  <a:lnTo>
                    <a:pt x="47244" y="12192"/>
                  </a:lnTo>
                  <a:close/>
                </a:path>
                <a:path w="290195" h="344805">
                  <a:moveTo>
                    <a:pt x="289572" y="0"/>
                  </a:moveTo>
                  <a:lnTo>
                    <a:pt x="248412" y="0"/>
                  </a:lnTo>
                  <a:lnTo>
                    <a:pt x="248412" y="105156"/>
                  </a:lnTo>
                  <a:lnTo>
                    <a:pt x="248412" y="138684"/>
                  </a:lnTo>
                  <a:lnTo>
                    <a:pt x="248412" y="278892"/>
                  </a:lnTo>
                  <a:lnTo>
                    <a:pt x="240652" y="284568"/>
                  </a:lnTo>
                  <a:lnTo>
                    <a:pt x="201168" y="304228"/>
                  </a:lnTo>
                  <a:lnTo>
                    <a:pt x="184404" y="306324"/>
                  </a:lnTo>
                  <a:lnTo>
                    <a:pt x="170675" y="304901"/>
                  </a:lnTo>
                  <a:lnTo>
                    <a:pt x="135737" y="270662"/>
                  </a:lnTo>
                  <a:lnTo>
                    <a:pt x="128028" y="217932"/>
                  </a:lnTo>
                  <a:lnTo>
                    <a:pt x="129146" y="196507"/>
                  </a:lnTo>
                  <a:lnTo>
                    <a:pt x="144780" y="149352"/>
                  </a:lnTo>
                  <a:lnTo>
                    <a:pt x="179933" y="126644"/>
                  </a:lnTo>
                  <a:lnTo>
                    <a:pt x="195072" y="124968"/>
                  </a:lnTo>
                  <a:lnTo>
                    <a:pt x="201917" y="125234"/>
                  </a:lnTo>
                  <a:lnTo>
                    <a:pt x="208597" y="125920"/>
                  </a:lnTo>
                  <a:lnTo>
                    <a:pt x="215011" y="126898"/>
                  </a:lnTo>
                  <a:lnTo>
                    <a:pt x="220980" y="128016"/>
                  </a:lnTo>
                  <a:lnTo>
                    <a:pt x="226987" y="130327"/>
                  </a:lnTo>
                  <a:lnTo>
                    <a:pt x="233553" y="132778"/>
                  </a:lnTo>
                  <a:lnTo>
                    <a:pt x="240703" y="135521"/>
                  </a:lnTo>
                  <a:lnTo>
                    <a:pt x="248412" y="138684"/>
                  </a:lnTo>
                  <a:lnTo>
                    <a:pt x="248412" y="105156"/>
                  </a:lnTo>
                  <a:lnTo>
                    <a:pt x="240677" y="100901"/>
                  </a:lnTo>
                  <a:lnTo>
                    <a:pt x="233362" y="97345"/>
                  </a:lnTo>
                  <a:lnTo>
                    <a:pt x="226339" y="94665"/>
                  </a:lnTo>
                  <a:lnTo>
                    <a:pt x="219456" y="92964"/>
                  </a:lnTo>
                  <a:lnTo>
                    <a:pt x="212318" y="90970"/>
                  </a:lnTo>
                  <a:lnTo>
                    <a:pt x="204597" y="89535"/>
                  </a:lnTo>
                  <a:lnTo>
                    <a:pt x="196316" y="88684"/>
                  </a:lnTo>
                  <a:lnTo>
                    <a:pt x="187452" y="88392"/>
                  </a:lnTo>
                  <a:lnTo>
                    <a:pt x="177406" y="88963"/>
                  </a:lnTo>
                  <a:lnTo>
                    <a:pt x="138976" y="102425"/>
                  </a:lnTo>
                  <a:lnTo>
                    <a:pt x="109258" y="131356"/>
                  </a:lnTo>
                  <a:lnTo>
                    <a:pt x="89852" y="175069"/>
                  </a:lnTo>
                  <a:lnTo>
                    <a:pt x="85344" y="217932"/>
                  </a:lnTo>
                  <a:lnTo>
                    <a:pt x="85661" y="233362"/>
                  </a:lnTo>
                  <a:lnTo>
                    <a:pt x="91452" y="272796"/>
                  </a:lnTo>
                  <a:lnTo>
                    <a:pt x="109740" y="312420"/>
                  </a:lnTo>
                  <a:lnTo>
                    <a:pt x="146977" y="339928"/>
                  </a:lnTo>
                  <a:lnTo>
                    <a:pt x="175260" y="344424"/>
                  </a:lnTo>
                  <a:lnTo>
                    <a:pt x="190500" y="344424"/>
                  </a:lnTo>
                  <a:lnTo>
                    <a:pt x="196596" y="342900"/>
                  </a:lnTo>
                  <a:lnTo>
                    <a:pt x="204216" y="341376"/>
                  </a:lnTo>
                  <a:lnTo>
                    <a:pt x="208788" y="338328"/>
                  </a:lnTo>
                  <a:lnTo>
                    <a:pt x="227076" y="329184"/>
                  </a:lnTo>
                  <a:lnTo>
                    <a:pt x="236220" y="323088"/>
                  </a:lnTo>
                  <a:lnTo>
                    <a:pt x="242316" y="318516"/>
                  </a:lnTo>
                  <a:lnTo>
                    <a:pt x="248412" y="312420"/>
                  </a:lnTo>
                  <a:lnTo>
                    <a:pt x="248412" y="338328"/>
                  </a:lnTo>
                  <a:lnTo>
                    <a:pt x="289572" y="338328"/>
                  </a:lnTo>
                  <a:lnTo>
                    <a:pt x="289572" y="312420"/>
                  </a:lnTo>
                  <a:lnTo>
                    <a:pt x="289572" y="306324"/>
                  </a:lnTo>
                  <a:lnTo>
                    <a:pt x="289572" y="124968"/>
                  </a:lnTo>
                  <a:lnTo>
                    <a:pt x="289572" y="105156"/>
                  </a:lnTo>
                  <a:lnTo>
                    <a:pt x="289572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8" name="object 18"/>
          <p:cNvSpPr/>
          <p:nvPr/>
        </p:nvSpPr>
        <p:spPr>
          <a:xfrm>
            <a:off x="5445252" y="2397251"/>
            <a:ext cx="489584" cy="337185"/>
          </a:xfrm>
          <a:custGeom>
            <a:avLst/>
            <a:gdLst/>
            <a:ahLst/>
            <a:cxnLst/>
            <a:rect l="l" t="t" r="r" b="b"/>
            <a:pathLst>
              <a:path w="489585" h="337185">
                <a:moveTo>
                  <a:pt x="262128" y="167640"/>
                </a:moveTo>
                <a:lnTo>
                  <a:pt x="144780" y="167640"/>
                </a:lnTo>
                <a:lnTo>
                  <a:pt x="144780" y="205740"/>
                </a:lnTo>
                <a:lnTo>
                  <a:pt x="219456" y="205740"/>
                </a:lnTo>
                <a:lnTo>
                  <a:pt x="219456" y="289560"/>
                </a:lnTo>
                <a:lnTo>
                  <a:pt x="179832" y="298069"/>
                </a:lnTo>
                <a:lnTo>
                  <a:pt x="152400" y="298704"/>
                </a:lnTo>
                <a:lnTo>
                  <a:pt x="140982" y="298157"/>
                </a:lnTo>
                <a:lnTo>
                  <a:pt x="99098" y="285965"/>
                </a:lnTo>
                <a:lnTo>
                  <a:pt x="68122" y="255752"/>
                </a:lnTo>
                <a:lnTo>
                  <a:pt x="49568" y="211124"/>
                </a:lnTo>
                <a:lnTo>
                  <a:pt x="45720" y="166116"/>
                </a:lnTo>
                <a:lnTo>
                  <a:pt x="47447" y="138734"/>
                </a:lnTo>
                <a:lnTo>
                  <a:pt x="61785" y="91973"/>
                </a:lnTo>
                <a:lnTo>
                  <a:pt x="89763" y="57391"/>
                </a:lnTo>
                <a:lnTo>
                  <a:pt x="127393" y="40157"/>
                </a:lnTo>
                <a:lnTo>
                  <a:pt x="149352" y="38100"/>
                </a:lnTo>
                <a:lnTo>
                  <a:pt x="159346" y="38392"/>
                </a:lnTo>
                <a:lnTo>
                  <a:pt x="202311" y="47447"/>
                </a:lnTo>
                <a:lnTo>
                  <a:pt x="240792" y="67056"/>
                </a:lnTo>
                <a:lnTo>
                  <a:pt x="251460" y="76200"/>
                </a:lnTo>
                <a:lnTo>
                  <a:pt x="257556" y="80784"/>
                </a:lnTo>
                <a:lnTo>
                  <a:pt x="260604" y="80784"/>
                </a:lnTo>
                <a:lnTo>
                  <a:pt x="260604" y="28956"/>
                </a:lnTo>
                <a:lnTo>
                  <a:pt x="256032" y="25920"/>
                </a:lnTo>
                <a:lnTo>
                  <a:pt x="248412" y="22872"/>
                </a:lnTo>
                <a:lnTo>
                  <a:pt x="239268" y="18300"/>
                </a:lnTo>
                <a:lnTo>
                  <a:pt x="232664" y="16014"/>
                </a:lnTo>
                <a:lnTo>
                  <a:pt x="214884" y="9144"/>
                </a:lnTo>
                <a:lnTo>
                  <a:pt x="208000" y="7124"/>
                </a:lnTo>
                <a:lnTo>
                  <a:pt x="163423" y="266"/>
                </a:lnTo>
                <a:lnTo>
                  <a:pt x="155448" y="0"/>
                </a:lnTo>
                <a:lnTo>
                  <a:pt x="138582" y="838"/>
                </a:lnTo>
                <a:lnTo>
                  <a:pt x="91440" y="12192"/>
                </a:lnTo>
                <a:lnTo>
                  <a:pt x="53289" y="34493"/>
                </a:lnTo>
                <a:lnTo>
                  <a:pt x="24574" y="69151"/>
                </a:lnTo>
                <a:lnTo>
                  <a:pt x="7061" y="113855"/>
                </a:lnTo>
                <a:lnTo>
                  <a:pt x="0" y="167640"/>
                </a:lnTo>
                <a:lnTo>
                  <a:pt x="825" y="187642"/>
                </a:lnTo>
                <a:lnTo>
                  <a:pt x="12192" y="240792"/>
                </a:lnTo>
                <a:lnTo>
                  <a:pt x="32969" y="283019"/>
                </a:lnTo>
                <a:lnTo>
                  <a:pt x="65341" y="312420"/>
                </a:lnTo>
                <a:lnTo>
                  <a:pt x="106337" y="331025"/>
                </a:lnTo>
                <a:lnTo>
                  <a:pt x="153924" y="336804"/>
                </a:lnTo>
                <a:lnTo>
                  <a:pt x="162775" y="336550"/>
                </a:lnTo>
                <a:lnTo>
                  <a:pt x="206921" y="329692"/>
                </a:lnTo>
                <a:lnTo>
                  <a:pt x="220853" y="325374"/>
                </a:lnTo>
                <a:lnTo>
                  <a:pt x="240792" y="318516"/>
                </a:lnTo>
                <a:lnTo>
                  <a:pt x="256032" y="310896"/>
                </a:lnTo>
                <a:lnTo>
                  <a:pt x="262128" y="309372"/>
                </a:lnTo>
                <a:lnTo>
                  <a:pt x="262128" y="167640"/>
                </a:lnTo>
                <a:close/>
              </a:path>
              <a:path w="489585" h="337185">
                <a:moveTo>
                  <a:pt x="489191" y="164592"/>
                </a:moveTo>
                <a:lnTo>
                  <a:pt x="483095" y="124968"/>
                </a:lnTo>
                <a:lnTo>
                  <a:pt x="456145" y="94780"/>
                </a:lnTo>
                <a:lnTo>
                  <a:pt x="412991" y="81915"/>
                </a:lnTo>
                <a:lnTo>
                  <a:pt x="390131" y="80772"/>
                </a:lnTo>
                <a:lnTo>
                  <a:pt x="379831" y="81064"/>
                </a:lnTo>
                <a:lnTo>
                  <a:pt x="329171" y="89154"/>
                </a:lnTo>
                <a:lnTo>
                  <a:pt x="315455" y="92964"/>
                </a:lnTo>
                <a:lnTo>
                  <a:pt x="315455" y="134112"/>
                </a:lnTo>
                <a:lnTo>
                  <a:pt x="318503" y="134112"/>
                </a:lnTo>
                <a:lnTo>
                  <a:pt x="327672" y="130073"/>
                </a:lnTo>
                <a:lnTo>
                  <a:pt x="336981" y="126873"/>
                </a:lnTo>
                <a:lnTo>
                  <a:pt x="382117" y="117640"/>
                </a:lnTo>
                <a:lnTo>
                  <a:pt x="390131" y="117348"/>
                </a:lnTo>
                <a:lnTo>
                  <a:pt x="405371" y="117348"/>
                </a:lnTo>
                <a:lnTo>
                  <a:pt x="420611" y="120396"/>
                </a:lnTo>
                <a:lnTo>
                  <a:pt x="426707" y="121920"/>
                </a:lnTo>
                <a:lnTo>
                  <a:pt x="431279" y="126492"/>
                </a:lnTo>
                <a:lnTo>
                  <a:pt x="437375" y="129540"/>
                </a:lnTo>
                <a:lnTo>
                  <a:pt x="441947" y="134112"/>
                </a:lnTo>
                <a:lnTo>
                  <a:pt x="443471" y="138684"/>
                </a:lnTo>
                <a:lnTo>
                  <a:pt x="446519" y="144780"/>
                </a:lnTo>
                <a:lnTo>
                  <a:pt x="448043" y="152400"/>
                </a:lnTo>
                <a:lnTo>
                  <a:pt x="448043" y="170688"/>
                </a:lnTo>
                <a:lnTo>
                  <a:pt x="448043" y="202692"/>
                </a:lnTo>
                <a:lnTo>
                  <a:pt x="448043" y="269748"/>
                </a:lnTo>
                <a:lnTo>
                  <a:pt x="441172" y="276085"/>
                </a:lnTo>
                <a:lnTo>
                  <a:pt x="402132" y="297180"/>
                </a:lnTo>
                <a:lnTo>
                  <a:pt x="384035" y="298704"/>
                </a:lnTo>
                <a:lnTo>
                  <a:pt x="373443" y="298119"/>
                </a:lnTo>
                <a:lnTo>
                  <a:pt x="340982" y="275653"/>
                </a:lnTo>
                <a:lnTo>
                  <a:pt x="338315" y="257556"/>
                </a:lnTo>
                <a:lnTo>
                  <a:pt x="338912" y="248754"/>
                </a:lnTo>
                <a:lnTo>
                  <a:pt x="367423" y="215963"/>
                </a:lnTo>
                <a:lnTo>
                  <a:pt x="422325" y="206121"/>
                </a:lnTo>
                <a:lnTo>
                  <a:pt x="432041" y="204978"/>
                </a:lnTo>
                <a:lnTo>
                  <a:pt x="440613" y="203835"/>
                </a:lnTo>
                <a:lnTo>
                  <a:pt x="448043" y="202692"/>
                </a:lnTo>
                <a:lnTo>
                  <a:pt x="448043" y="170688"/>
                </a:lnTo>
                <a:lnTo>
                  <a:pt x="388607" y="175260"/>
                </a:lnTo>
                <a:lnTo>
                  <a:pt x="350685" y="184696"/>
                </a:lnTo>
                <a:lnTo>
                  <a:pt x="312674" y="208432"/>
                </a:lnTo>
                <a:lnTo>
                  <a:pt x="296240" y="247065"/>
                </a:lnTo>
                <a:lnTo>
                  <a:pt x="295643" y="259080"/>
                </a:lnTo>
                <a:lnTo>
                  <a:pt x="295960" y="267728"/>
                </a:lnTo>
                <a:lnTo>
                  <a:pt x="308787" y="304419"/>
                </a:lnTo>
                <a:lnTo>
                  <a:pt x="348221" y="333590"/>
                </a:lnTo>
                <a:lnTo>
                  <a:pt x="368795" y="336804"/>
                </a:lnTo>
                <a:lnTo>
                  <a:pt x="377609" y="336550"/>
                </a:lnTo>
                <a:lnTo>
                  <a:pt x="419087" y="324612"/>
                </a:lnTo>
                <a:lnTo>
                  <a:pt x="423659" y="323088"/>
                </a:lnTo>
                <a:lnTo>
                  <a:pt x="435851" y="313944"/>
                </a:lnTo>
                <a:lnTo>
                  <a:pt x="440423" y="310896"/>
                </a:lnTo>
                <a:lnTo>
                  <a:pt x="444995" y="306324"/>
                </a:lnTo>
                <a:lnTo>
                  <a:pt x="448043" y="304800"/>
                </a:lnTo>
                <a:lnTo>
                  <a:pt x="448043" y="330708"/>
                </a:lnTo>
                <a:lnTo>
                  <a:pt x="489191" y="330708"/>
                </a:lnTo>
                <a:lnTo>
                  <a:pt x="489191" y="304800"/>
                </a:lnTo>
                <a:lnTo>
                  <a:pt x="489191" y="298704"/>
                </a:lnTo>
                <a:lnTo>
                  <a:pt x="489191" y="202692"/>
                </a:lnTo>
                <a:lnTo>
                  <a:pt x="489191" y="16459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" name="object 19"/>
          <p:cNvSpPr/>
          <p:nvPr/>
        </p:nvSpPr>
        <p:spPr>
          <a:xfrm>
            <a:off x="5992355" y="2389631"/>
            <a:ext cx="414655" cy="417830"/>
          </a:xfrm>
          <a:custGeom>
            <a:avLst/>
            <a:gdLst/>
            <a:ahLst/>
            <a:cxnLst/>
            <a:rect l="l" t="t" r="r" b="b"/>
            <a:pathLst>
              <a:path w="414654" h="417830">
                <a:moveTo>
                  <a:pt x="41160" y="0"/>
                </a:moveTo>
                <a:lnTo>
                  <a:pt x="0" y="0"/>
                </a:lnTo>
                <a:lnTo>
                  <a:pt x="0" y="338328"/>
                </a:lnTo>
                <a:lnTo>
                  <a:pt x="41160" y="338328"/>
                </a:lnTo>
                <a:lnTo>
                  <a:pt x="41160" y="0"/>
                </a:lnTo>
                <a:close/>
              </a:path>
              <a:path w="414654" h="417830">
                <a:moveTo>
                  <a:pt x="294144" y="198120"/>
                </a:moveTo>
                <a:lnTo>
                  <a:pt x="290918" y="159981"/>
                </a:lnTo>
                <a:lnTo>
                  <a:pt x="273951" y="123063"/>
                </a:lnTo>
                <a:lnTo>
                  <a:pt x="254520" y="103606"/>
                </a:lnTo>
                <a:lnTo>
                  <a:pt x="254520" y="188976"/>
                </a:lnTo>
                <a:lnTo>
                  <a:pt x="126504" y="188976"/>
                </a:lnTo>
                <a:lnTo>
                  <a:pt x="140220" y="147828"/>
                </a:lnTo>
                <a:lnTo>
                  <a:pt x="146316" y="141732"/>
                </a:lnTo>
                <a:lnTo>
                  <a:pt x="151142" y="136575"/>
                </a:lnTo>
                <a:lnTo>
                  <a:pt x="187363" y="122212"/>
                </a:lnTo>
                <a:lnTo>
                  <a:pt x="195084" y="121920"/>
                </a:lnTo>
                <a:lnTo>
                  <a:pt x="202793" y="122212"/>
                </a:lnTo>
                <a:lnTo>
                  <a:pt x="245376" y="146304"/>
                </a:lnTo>
                <a:lnTo>
                  <a:pt x="254520" y="188976"/>
                </a:lnTo>
                <a:lnTo>
                  <a:pt x="254520" y="103606"/>
                </a:lnTo>
                <a:lnTo>
                  <a:pt x="218325" y="89725"/>
                </a:lnTo>
                <a:lnTo>
                  <a:pt x="196608" y="88392"/>
                </a:lnTo>
                <a:lnTo>
                  <a:pt x="172834" y="90665"/>
                </a:lnTo>
                <a:lnTo>
                  <a:pt x="132740" y="108331"/>
                </a:lnTo>
                <a:lnTo>
                  <a:pt x="102069" y="142290"/>
                </a:lnTo>
                <a:lnTo>
                  <a:pt x="87109" y="189674"/>
                </a:lnTo>
                <a:lnTo>
                  <a:pt x="85356" y="217932"/>
                </a:lnTo>
                <a:lnTo>
                  <a:pt x="87350" y="246176"/>
                </a:lnTo>
                <a:lnTo>
                  <a:pt x="103352" y="292950"/>
                </a:lnTo>
                <a:lnTo>
                  <a:pt x="134835" y="324904"/>
                </a:lnTo>
                <a:lnTo>
                  <a:pt x="179501" y="340906"/>
                </a:lnTo>
                <a:lnTo>
                  <a:pt x="207276" y="342900"/>
                </a:lnTo>
                <a:lnTo>
                  <a:pt x="225564" y="342900"/>
                </a:lnTo>
                <a:lnTo>
                  <a:pt x="237756" y="339852"/>
                </a:lnTo>
                <a:lnTo>
                  <a:pt x="252996" y="336804"/>
                </a:lnTo>
                <a:lnTo>
                  <a:pt x="259092" y="335280"/>
                </a:lnTo>
                <a:lnTo>
                  <a:pt x="265188" y="332232"/>
                </a:lnTo>
                <a:lnTo>
                  <a:pt x="272808" y="330708"/>
                </a:lnTo>
                <a:lnTo>
                  <a:pt x="285000" y="324612"/>
                </a:lnTo>
                <a:lnTo>
                  <a:pt x="289572" y="323088"/>
                </a:lnTo>
                <a:lnTo>
                  <a:pt x="289572" y="307848"/>
                </a:lnTo>
                <a:lnTo>
                  <a:pt x="289572" y="278892"/>
                </a:lnTo>
                <a:lnTo>
                  <a:pt x="288048" y="278892"/>
                </a:lnTo>
                <a:lnTo>
                  <a:pt x="283476" y="281940"/>
                </a:lnTo>
                <a:lnTo>
                  <a:pt x="274332" y="286512"/>
                </a:lnTo>
                <a:lnTo>
                  <a:pt x="269760" y="291084"/>
                </a:lnTo>
                <a:lnTo>
                  <a:pt x="263664" y="294132"/>
                </a:lnTo>
                <a:lnTo>
                  <a:pt x="256044" y="297180"/>
                </a:lnTo>
                <a:lnTo>
                  <a:pt x="249948" y="300228"/>
                </a:lnTo>
                <a:lnTo>
                  <a:pt x="205752" y="307848"/>
                </a:lnTo>
                <a:lnTo>
                  <a:pt x="188341" y="306425"/>
                </a:lnTo>
                <a:lnTo>
                  <a:pt x="147840" y="284988"/>
                </a:lnTo>
                <a:lnTo>
                  <a:pt x="127685" y="240411"/>
                </a:lnTo>
                <a:lnTo>
                  <a:pt x="126504" y="220980"/>
                </a:lnTo>
                <a:lnTo>
                  <a:pt x="294144" y="220980"/>
                </a:lnTo>
                <a:lnTo>
                  <a:pt x="294144" y="198120"/>
                </a:lnTo>
                <a:close/>
              </a:path>
              <a:path w="414654" h="417830">
                <a:moveTo>
                  <a:pt x="414540" y="275844"/>
                </a:moveTo>
                <a:lnTo>
                  <a:pt x="359676" y="275844"/>
                </a:lnTo>
                <a:lnTo>
                  <a:pt x="321576" y="417576"/>
                </a:lnTo>
                <a:lnTo>
                  <a:pt x="353568" y="417576"/>
                </a:lnTo>
                <a:lnTo>
                  <a:pt x="414540" y="27584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" name="object 20"/>
          <p:cNvSpPr/>
          <p:nvPr/>
        </p:nvSpPr>
        <p:spPr>
          <a:xfrm>
            <a:off x="6611111" y="2389631"/>
            <a:ext cx="960119" cy="426720"/>
          </a:xfrm>
          <a:custGeom>
            <a:avLst/>
            <a:gdLst/>
            <a:ahLst/>
            <a:cxnLst/>
            <a:rect l="l" t="t" r="r" b="b"/>
            <a:pathLst>
              <a:path w="960120" h="426719">
                <a:moveTo>
                  <a:pt x="187452" y="300228"/>
                </a:moveTo>
                <a:lnTo>
                  <a:pt x="42659" y="300228"/>
                </a:lnTo>
                <a:lnTo>
                  <a:pt x="42659" y="13208"/>
                </a:lnTo>
                <a:lnTo>
                  <a:pt x="0" y="13208"/>
                </a:lnTo>
                <a:lnTo>
                  <a:pt x="0" y="300228"/>
                </a:lnTo>
                <a:lnTo>
                  <a:pt x="0" y="338328"/>
                </a:lnTo>
                <a:lnTo>
                  <a:pt x="187452" y="338328"/>
                </a:lnTo>
                <a:lnTo>
                  <a:pt x="187452" y="300228"/>
                </a:lnTo>
                <a:close/>
              </a:path>
              <a:path w="960120" h="426719">
                <a:moveTo>
                  <a:pt x="260604" y="0"/>
                </a:moveTo>
                <a:lnTo>
                  <a:pt x="219443" y="0"/>
                </a:lnTo>
                <a:lnTo>
                  <a:pt x="219443" y="338328"/>
                </a:lnTo>
                <a:lnTo>
                  <a:pt x="260604" y="338328"/>
                </a:lnTo>
                <a:lnTo>
                  <a:pt x="260604" y="0"/>
                </a:lnTo>
                <a:close/>
              </a:path>
              <a:path w="960120" h="426719">
                <a:moveTo>
                  <a:pt x="518147" y="216408"/>
                </a:moveTo>
                <a:lnTo>
                  <a:pt x="510336" y="162306"/>
                </a:lnTo>
                <a:lnTo>
                  <a:pt x="488746" y="123444"/>
                </a:lnTo>
                <a:lnTo>
                  <a:pt x="475475" y="110591"/>
                </a:lnTo>
                <a:lnTo>
                  <a:pt x="475475" y="216408"/>
                </a:lnTo>
                <a:lnTo>
                  <a:pt x="474357" y="238086"/>
                </a:lnTo>
                <a:lnTo>
                  <a:pt x="458711" y="286512"/>
                </a:lnTo>
                <a:lnTo>
                  <a:pt x="424218" y="307949"/>
                </a:lnTo>
                <a:lnTo>
                  <a:pt x="409943" y="309372"/>
                </a:lnTo>
                <a:lnTo>
                  <a:pt x="394804" y="307924"/>
                </a:lnTo>
                <a:lnTo>
                  <a:pt x="359651" y="284988"/>
                </a:lnTo>
                <a:lnTo>
                  <a:pt x="344017" y="237845"/>
                </a:lnTo>
                <a:lnTo>
                  <a:pt x="342887" y="216408"/>
                </a:lnTo>
                <a:lnTo>
                  <a:pt x="344017" y="194106"/>
                </a:lnTo>
                <a:lnTo>
                  <a:pt x="359651" y="146304"/>
                </a:lnTo>
                <a:lnTo>
                  <a:pt x="394804" y="124879"/>
                </a:lnTo>
                <a:lnTo>
                  <a:pt x="409943" y="123444"/>
                </a:lnTo>
                <a:lnTo>
                  <a:pt x="424853" y="124879"/>
                </a:lnTo>
                <a:lnTo>
                  <a:pt x="458711" y="146304"/>
                </a:lnTo>
                <a:lnTo>
                  <a:pt x="474357" y="194106"/>
                </a:lnTo>
                <a:lnTo>
                  <a:pt x="475475" y="216408"/>
                </a:lnTo>
                <a:lnTo>
                  <a:pt x="475475" y="110591"/>
                </a:lnTo>
                <a:lnTo>
                  <a:pt x="471665" y="107048"/>
                </a:lnTo>
                <a:lnTo>
                  <a:pt x="453377" y="96583"/>
                </a:lnTo>
                <a:lnTo>
                  <a:pt x="432803" y="90424"/>
                </a:lnTo>
                <a:lnTo>
                  <a:pt x="409943" y="88392"/>
                </a:lnTo>
                <a:lnTo>
                  <a:pt x="386207" y="90424"/>
                </a:lnTo>
                <a:lnTo>
                  <a:pt x="346722" y="107048"/>
                </a:lnTo>
                <a:lnTo>
                  <a:pt x="317576" y="140550"/>
                </a:lnTo>
                <a:lnTo>
                  <a:pt x="302196" y="187502"/>
                </a:lnTo>
                <a:lnTo>
                  <a:pt x="300215" y="216408"/>
                </a:lnTo>
                <a:lnTo>
                  <a:pt x="302171" y="244436"/>
                </a:lnTo>
                <a:lnTo>
                  <a:pt x="316941" y="290779"/>
                </a:lnTo>
                <a:lnTo>
                  <a:pt x="345440" y="325145"/>
                </a:lnTo>
                <a:lnTo>
                  <a:pt x="385965" y="342379"/>
                </a:lnTo>
                <a:lnTo>
                  <a:pt x="409943" y="344424"/>
                </a:lnTo>
                <a:lnTo>
                  <a:pt x="432803" y="342404"/>
                </a:lnTo>
                <a:lnTo>
                  <a:pt x="471665" y="325780"/>
                </a:lnTo>
                <a:lnTo>
                  <a:pt x="500799" y="292925"/>
                </a:lnTo>
                <a:lnTo>
                  <a:pt x="516178" y="245541"/>
                </a:lnTo>
                <a:lnTo>
                  <a:pt x="518147" y="216408"/>
                </a:lnTo>
                <a:close/>
              </a:path>
              <a:path w="960120" h="426719">
                <a:moveTo>
                  <a:pt x="746747" y="94488"/>
                </a:moveTo>
                <a:lnTo>
                  <a:pt x="704075" y="94488"/>
                </a:lnTo>
                <a:lnTo>
                  <a:pt x="637019" y="274320"/>
                </a:lnTo>
                <a:lnTo>
                  <a:pt x="571487" y="94488"/>
                </a:lnTo>
                <a:lnTo>
                  <a:pt x="527291" y="94488"/>
                </a:lnTo>
                <a:lnTo>
                  <a:pt x="615683" y="326136"/>
                </a:lnTo>
                <a:lnTo>
                  <a:pt x="571487" y="426720"/>
                </a:lnTo>
                <a:lnTo>
                  <a:pt x="615683" y="426720"/>
                </a:lnTo>
                <a:lnTo>
                  <a:pt x="746747" y="94488"/>
                </a:lnTo>
                <a:close/>
              </a:path>
              <a:path w="960120" h="426719">
                <a:moveTo>
                  <a:pt x="960120" y="0"/>
                </a:moveTo>
                <a:lnTo>
                  <a:pt x="918972" y="0"/>
                </a:lnTo>
                <a:lnTo>
                  <a:pt x="918972" y="105156"/>
                </a:lnTo>
                <a:lnTo>
                  <a:pt x="918972" y="138684"/>
                </a:lnTo>
                <a:lnTo>
                  <a:pt x="918972" y="278892"/>
                </a:lnTo>
                <a:lnTo>
                  <a:pt x="911847" y="284568"/>
                </a:lnTo>
                <a:lnTo>
                  <a:pt x="871728" y="304228"/>
                </a:lnTo>
                <a:lnTo>
                  <a:pt x="854964" y="306324"/>
                </a:lnTo>
                <a:lnTo>
                  <a:pt x="841222" y="304901"/>
                </a:lnTo>
                <a:lnTo>
                  <a:pt x="806284" y="270662"/>
                </a:lnTo>
                <a:lnTo>
                  <a:pt x="798576" y="217932"/>
                </a:lnTo>
                <a:lnTo>
                  <a:pt x="799693" y="196507"/>
                </a:lnTo>
                <a:lnTo>
                  <a:pt x="815340" y="149352"/>
                </a:lnTo>
                <a:lnTo>
                  <a:pt x="850480" y="126644"/>
                </a:lnTo>
                <a:lnTo>
                  <a:pt x="865632" y="124968"/>
                </a:lnTo>
                <a:lnTo>
                  <a:pt x="872464" y="125234"/>
                </a:lnTo>
                <a:lnTo>
                  <a:pt x="879157" y="125920"/>
                </a:lnTo>
                <a:lnTo>
                  <a:pt x="885558" y="126898"/>
                </a:lnTo>
                <a:lnTo>
                  <a:pt x="891540" y="128016"/>
                </a:lnTo>
                <a:lnTo>
                  <a:pt x="897534" y="130327"/>
                </a:lnTo>
                <a:lnTo>
                  <a:pt x="904113" y="132778"/>
                </a:lnTo>
                <a:lnTo>
                  <a:pt x="911250" y="135521"/>
                </a:lnTo>
                <a:lnTo>
                  <a:pt x="918972" y="138684"/>
                </a:lnTo>
                <a:lnTo>
                  <a:pt x="918972" y="105156"/>
                </a:lnTo>
                <a:lnTo>
                  <a:pt x="911225" y="100901"/>
                </a:lnTo>
                <a:lnTo>
                  <a:pt x="903922" y="97345"/>
                </a:lnTo>
                <a:lnTo>
                  <a:pt x="896886" y="94665"/>
                </a:lnTo>
                <a:lnTo>
                  <a:pt x="890016" y="92964"/>
                </a:lnTo>
                <a:lnTo>
                  <a:pt x="882865" y="90970"/>
                </a:lnTo>
                <a:lnTo>
                  <a:pt x="875157" y="89535"/>
                </a:lnTo>
                <a:lnTo>
                  <a:pt x="866863" y="88684"/>
                </a:lnTo>
                <a:lnTo>
                  <a:pt x="858012" y="88392"/>
                </a:lnTo>
                <a:lnTo>
                  <a:pt x="847953" y="88963"/>
                </a:lnTo>
                <a:lnTo>
                  <a:pt x="809523" y="102425"/>
                </a:lnTo>
                <a:lnTo>
                  <a:pt x="779805" y="131356"/>
                </a:lnTo>
                <a:lnTo>
                  <a:pt x="760399" y="175069"/>
                </a:lnTo>
                <a:lnTo>
                  <a:pt x="755904" y="217932"/>
                </a:lnTo>
                <a:lnTo>
                  <a:pt x="756208" y="233362"/>
                </a:lnTo>
                <a:lnTo>
                  <a:pt x="762000" y="272796"/>
                </a:lnTo>
                <a:lnTo>
                  <a:pt x="780288" y="312420"/>
                </a:lnTo>
                <a:lnTo>
                  <a:pt x="818388" y="339928"/>
                </a:lnTo>
                <a:lnTo>
                  <a:pt x="845820" y="344424"/>
                </a:lnTo>
                <a:lnTo>
                  <a:pt x="861060" y="344424"/>
                </a:lnTo>
                <a:lnTo>
                  <a:pt x="867156" y="342900"/>
                </a:lnTo>
                <a:lnTo>
                  <a:pt x="874776" y="341376"/>
                </a:lnTo>
                <a:lnTo>
                  <a:pt x="879348" y="338328"/>
                </a:lnTo>
                <a:lnTo>
                  <a:pt x="897636" y="329184"/>
                </a:lnTo>
                <a:lnTo>
                  <a:pt x="906780" y="323088"/>
                </a:lnTo>
                <a:lnTo>
                  <a:pt x="912876" y="318516"/>
                </a:lnTo>
                <a:lnTo>
                  <a:pt x="918972" y="312420"/>
                </a:lnTo>
                <a:lnTo>
                  <a:pt x="918972" y="338328"/>
                </a:lnTo>
                <a:lnTo>
                  <a:pt x="960120" y="338328"/>
                </a:lnTo>
                <a:lnTo>
                  <a:pt x="960120" y="312420"/>
                </a:lnTo>
                <a:lnTo>
                  <a:pt x="960120" y="306324"/>
                </a:lnTo>
                <a:lnTo>
                  <a:pt x="960120" y="124968"/>
                </a:lnTo>
                <a:lnTo>
                  <a:pt x="960120" y="105156"/>
                </a:lnTo>
                <a:lnTo>
                  <a:pt x="96012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" name="object 21"/>
          <p:cNvSpPr/>
          <p:nvPr/>
        </p:nvSpPr>
        <p:spPr>
          <a:xfrm>
            <a:off x="7764780" y="2389631"/>
            <a:ext cx="684530" cy="344805"/>
          </a:xfrm>
          <a:custGeom>
            <a:avLst/>
            <a:gdLst/>
            <a:ahLst/>
            <a:cxnLst/>
            <a:rect l="l" t="t" r="r" b="b"/>
            <a:pathLst>
              <a:path w="684529" h="344805">
                <a:moveTo>
                  <a:pt x="220980" y="245364"/>
                </a:moveTo>
                <a:lnTo>
                  <a:pt x="211975" y="205930"/>
                </a:lnTo>
                <a:lnTo>
                  <a:pt x="185356" y="176974"/>
                </a:lnTo>
                <a:lnTo>
                  <a:pt x="149796" y="162306"/>
                </a:lnTo>
                <a:lnTo>
                  <a:pt x="113703" y="153162"/>
                </a:lnTo>
                <a:lnTo>
                  <a:pt x="104965" y="150876"/>
                </a:lnTo>
                <a:lnTo>
                  <a:pt x="97078" y="148602"/>
                </a:lnTo>
                <a:lnTo>
                  <a:pt x="89916" y="146316"/>
                </a:lnTo>
                <a:lnTo>
                  <a:pt x="80200" y="143471"/>
                </a:lnTo>
                <a:lnTo>
                  <a:pt x="50292" y="114503"/>
                </a:lnTo>
                <a:lnTo>
                  <a:pt x="47244" y="96012"/>
                </a:lnTo>
                <a:lnTo>
                  <a:pt x="48387" y="85153"/>
                </a:lnTo>
                <a:lnTo>
                  <a:pt x="76149" y="53441"/>
                </a:lnTo>
                <a:lnTo>
                  <a:pt x="114300" y="45720"/>
                </a:lnTo>
                <a:lnTo>
                  <a:pt x="127723" y="46316"/>
                </a:lnTo>
                <a:lnTo>
                  <a:pt x="176568" y="61493"/>
                </a:lnTo>
                <a:lnTo>
                  <a:pt x="204216" y="80772"/>
                </a:lnTo>
                <a:lnTo>
                  <a:pt x="208788" y="80772"/>
                </a:lnTo>
                <a:lnTo>
                  <a:pt x="208788" y="28968"/>
                </a:lnTo>
                <a:lnTo>
                  <a:pt x="198208" y="24434"/>
                </a:lnTo>
                <a:lnTo>
                  <a:pt x="151104" y="11480"/>
                </a:lnTo>
                <a:lnTo>
                  <a:pt x="111252" y="7620"/>
                </a:lnTo>
                <a:lnTo>
                  <a:pt x="89027" y="9334"/>
                </a:lnTo>
                <a:lnTo>
                  <a:pt x="49733" y="23050"/>
                </a:lnTo>
                <a:lnTo>
                  <a:pt x="20396" y="49364"/>
                </a:lnTo>
                <a:lnTo>
                  <a:pt x="3048" y="100584"/>
                </a:lnTo>
                <a:lnTo>
                  <a:pt x="3352" y="109689"/>
                </a:lnTo>
                <a:lnTo>
                  <a:pt x="15049" y="147637"/>
                </a:lnTo>
                <a:lnTo>
                  <a:pt x="47244" y="176784"/>
                </a:lnTo>
                <a:lnTo>
                  <a:pt x="77724" y="187452"/>
                </a:lnTo>
                <a:lnTo>
                  <a:pt x="94678" y="191833"/>
                </a:lnTo>
                <a:lnTo>
                  <a:pt x="108204" y="195072"/>
                </a:lnTo>
                <a:lnTo>
                  <a:pt x="115062" y="197129"/>
                </a:lnTo>
                <a:lnTo>
                  <a:pt x="128778" y="200647"/>
                </a:lnTo>
                <a:lnTo>
                  <a:pt x="166116" y="220980"/>
                </a:lnTo>
                <a:lnTo>
                  <a:pt x="175260" y="252984"/>
                </a:lnTo>
                <a:lnTo>
                  <a:pt x="174117" y="264083"/>
                </a:lnTo>
                <a:lnTo>
                  <a:pt x="147561" y="297967"/>
                </a:lnTo>
                <a:lnTo>
                  <a:pt x="103632" y="306324"/>
                </a:lnTo>
                <a:lnTo>
                  <a:pt x="91033" y="305739"/>
                </a:lnTo>
                <a:lnTo>
                  <a:pt x="51816" y="295656"/>
                </a:lnTo>
                <a:lnTo>
                  <a:pt x="14516" y="274015"/>
                </a:lnTo>
                <a:lnTo>
                  <a:pt x="3048" y="265176"/>
                </a:lnTo>
                <a:lnTo>
                  <a:pt x="0" y="265176"/>
                </a:lnTo>
                <a:lnTo>
                  <a:pt x="0" y="318516"/>
                </a:lnTo>
                <a:lnTo>
                  <a:pt x="11442" y="323951"/>
                </a:lnTo>
                <a:lnTo>
                  <a:pt x="60388" y="339928"/>
                </a:lnTo>
                <a:lnTo>
                  <a:pt x="106680" y="344424"/>
                </a:lnTo>
                <a:lnTo>
                  <a:pt x="120942" y="343877"/>
                </a:lnTo>
                <a:lnTo>
                  <a:pt x="165442" y="331952"/>
                </a:lnTo>
                <a:lnTo>
                  <a:pt x="198348" y="307682"/>
                </a:lnTo>
                <a:lnTo>
                  <a:pt x="216471" y="274091"/>
                </a:lnTo>
                <a:lnTo>
                  <a:pt x="220421" y="254749"/>
                </a:lnTo>
                <a:lnTo>
                  <a:pt x="220980" y="245364"/>
                </a:lnTo>
                <a:close/>
              </a:path>
              <a:path w="684529" h="344805">
                <a:moveTo>
                  <a:pt x="452615" y="179832"/>
                </a:moveTo>
                <a:lnTo>
                  <a:pt x="447090" y="140970"/>
                </a:lnTo>
                <a:lnTo>
                  <a:pt x="420789" y="101257"/>
                </a:lnTo>
                <a:lnTo>
                  <a:pt x="376415" y="88392"/>
                </a:lnTo>
                <a:lnTo>
                  <a:pt x="366395" y="88963"/>
                </a:lnTo>
                <a:lnTo>
                  <a:pt x="329171" y="101777"/>
                </a:lnTo>
                <a:lnTo>
                  <a:pt x="301739" y="121920"/>
                </a:lnTo>
                <a:lnTo>
                  <a:pt x="301739" y="0"/>
                </a:lnTo>
                <a:lnTo>
                  <a:pt x="262115" y="0"/>
                </a:lnTo>
                <a:lnTo>
                  <a:pt x="262115" y="338328"/>
                </a:lnTo>
                <a:lnTo>
                  <a:pt x="301739" y="338328"/>
                </a:lnTo>
                <a:lnTo>
                  <a:pt x="301739" y="156972"/>
                </a:lnTo>
                <a:lnTo>
                  <a:pt x="309740" y="150431"/>
                </a:lnTo>
                <a:lnTo>
                  <a:pt x="349745" y="128778"/>
                </a:lnTo>
                <a:lnTo>
                  <a:pt x="365747" y="126492"/>
                </a:lnTo>
                <a:lnTo>
                  <a:pt x="374891" y="126492"/>
                </a:lnTo>
                <a:lnTo>
                  <a:pt x="406895" y="150876"/>
                </a:lnTo>
                <a:lnTo>
                  <a:pt x="411454" y="191643"/>
                </a:lnTo>
                <a:lnTo>
                  <a:pt x="411467" y="338328"/>
                </a:lnTo>
                <a:lnTo>
                  <a:pt x="452615" y="338328"/>
                </a:lnTo>
                <a:lnTo>
                  <a:pt x="452615" y="179832"/>
                </a:lnTo>
                <a:close/>
              </a:path>
              <a:path w="684529" h="344805">
                <a:moveTo>
                  <a:pt x="684276" y="172212"/>
                </a:moveTo>
                <a:lnTo>
                  <a:pt x="678180" y="132588"/>
                </a:lnTo>
                <a:lnTo>
                  <a:pt x="651243" y="102400"/>
                </a:lnTo>
                <a:lnTo>
                  <a:pt x="608266" y="89535"/>
                </a:lnTo>
                <a:lnTo>
                  <a:pt x="585216" y="88392"/>
                </a:lnTo>
                <a:lnTo>
                  <a:pt x="574929" y="88684"/>
                </a:lnTo>
                <a:lnTo>
                  <a:pt x="524637" y="96774"/>
                </a:lnTo>
                <a:lnTo>
                  <a:pt x="512064" y="100584"/>
                </a:lnTo>
                <a:lnTo>
                  <a:pt x="512064" y="141732"/>
                </a:lnTo>
                <a:lnTo>
                  <a:pt x="513588" y="141732"/>
                </a:lnTo>
                <a:lnTo>
                  <a:pt x="522960" y="137693"/>
                </a:lnTo>
                <a:lnTo>
                  <a:pt x="532638" y="134493"/>
                </a:lnTo>
                <a:lnTo>
                  <a:pt x="570166" y="126111"/>
                </a:lnTo>
                <a:lnTo>
                  <a:pt x="585216" y="124968"/>
                </a:lnTo>
                <a:lnTo>
                  <a:pt x="600456" y="124968"/>
                </a:lnTo>
                <a:lnTo>
                  <a:pt x="615696" y="128016"/>
                </a:lnTo>
                <a:lnTo>
                  <a:pt x="621792" y="129540"/>
                </a:lnTo>
                <a:lnTo>
                  <a:pt x="627888" y="134112"/>
                </a:lnTo>
                <a:lnTo>
                  <a:pt x="632460" y="137160"/>
                </a:lnTo>
                <a:lnTo>
                  <a:pt x="637032" y="141732"/>
                </a:lnTo>
                <a:lnTo>
                  <a:pt x="640080" y="146304"/>
                </a:lnTo>
                <a:lnTo>
                  <a:pt x="643128" y="152400"/>
                </a:lnTo>
                <a:lnTo>
                  <a:pt x="644652" y="160020"/>
                </a:lnTo>
                <a:lnTo>
                  <a:pt x="644652" y="178308"/>
                </a:lnTo>
                <a:lnTo>
                  <a:pt x="644652" y="210312"/>
                </a:lnTo>
                <a:lnTo>
                  <a:pt x="644652" y="277368"/>
                </a:lnTo>
                <a:lnTo>
                  <a:pt x="637527" y="283705"/>
                </a:lnTo>
                <a:lnTo>
                  <a:pt x="598360" y="304800"/>
                </a:lnTo>
                <a:lnTo>
                  <a:pt x="579120" y="306324"/>
                </a:lnTo>
                <a:lnTo>
                  <a:pt x="569163" y="305739"/>
                </a:lnTo>
                <a:lnTo>
                  <a:pt x="536638" y="283273"/>
                </a:lnTo>
                <a:lnTo>
                  <a:pt x="533400" y="265176"/>
                </a:lnTo>
                <a:lnTo>
                  <a:pt x="534200" y="256374"/>
                </a:lnTo>
                <a:lnTo>
                  <a:pt x="563778" y="223583"/>
                </a:lnTo>
                <a:lnTo>
                  <a:pt x="606552" y="214884"/>
                </a:lnTo>
                <a:lnTo>
                  <a:pt x="617423" y="213741"/>
                </a:lnTo>
                <a:lnTo>
                  <a:pt x="627316" y="212598"/>
                </a:lnTo>
                <a:lnTo>
                  <a:pt x="636333" y="211455"/>
                </a:lnTo>
                <a:lnTo>
                  <a:pt x="644652" y="210312"/>
                </a:lnTo>
                <a:lnTo>
                  <a:pt x="644652" y="178308"/>
                </a:lnTo>
                <a:lnTo>
                  <a:pt x="583692" y="182880"/>
                </a:lnTo>
                <a:lnTo>
                  <a:pt x="536448" y="196596"/>
                </a:lnTo>
                <a:lnTo>
                  <a:pt x="502920" y="224028"/>
                </a:lnTo>
                <a:lnTo>
                  <a:pt x="492252" y="266700"/>
                </a:lnTo>
                <a:lnTo>
                  <a:pt x="492531" y="275348"/>
                </a:lnTo>
                <a:lnTo>
                  <a:pt x="504063" y="312039"/>
                </a:lnTo>
                <a:lnTo>
                  <a:pt x="543318" y="341210"/>
                </a:lnTo>
                <a:lnTo>
                  <a:pt x="565404" y="344424"/>
                </a:lnTo>
                <a:lnTo>
                  <a:pt x="573976" y="344170"/>
                </a:lnTo>
                <a:lnTo>
                  <a:pt x="581406" y="343471"/>
                </a:lnTo>
                <a:lnTo>
                  <a:pt x="587692" y="342506"/>
                </a:lnTo>
                <a:lnTo>
                  <a:pt x="592836" y="341376"/>
                </a:lnTo>
                <a:lnTo>
                  <a:pt x="600456" y="339852"/>
                </a:lnTo>
                <a:lnTo>
                  <a:pt x="608076" y="336804"/>
                </a:lnTo>
                <a:lnTo>
                  <a:pt x="614172" y="332232"/>
                </a:lnTo>
                <a:lnTo>
                  <a:pt x="620268" y="330708"/>
                </a:lnTo>
                <a:lnTo>
                  <a:pt x="624840" y="326136"/>
                </a:lnTo>
                <a:lnTo>
                  <a:pt x="630936" y="321564"/>
                </a:lnTo>
                <a:lnTo>
                  <a:pt x="637032" y="318516"/>
                </a:lnTo>
                <a:lnTo>
                  <a:pt x="641604" y="313944"/>
                </a:lnTo>
                <a:lnTo>
                  <a:pt x="644652" y="312420"/>
                </a:lnTo>
                <a:lnTo>
                  <a:pt x="644652" y="338328"/>
                </a:lnTo>
                <a:lnTo>
                  <a:pt x="684276" y="338328"/>
                </a:lnTo>
                <a:lnTo>
                  <a:pt x="684276" y="312420"/>
                </a:lnTo>
                <a:lnTo>
                  <a:pt x="684276" y="306324"/>
                </a:lnTo>
                <a:lnTo>
                  <a:pt x="684276" y="210312"/>
                </a:lnTo>
                <a:lnTo>
                  <a:pt x="684276" y="17221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" name="object 22"/>
          <p:cNvSpPr/>
          <p:nvPr/>
        </p:nvSpPr>
        <p:spPr>
          <a:xfrm>
            <a:off x="8506955" y="2389631"/>
            <a:ext cx="608330" cy="426720"/>
          </a:xfrm>
          <a:custGeom>
            <a:avLst/>
            <a:gdLst/>
            <a:ahLst/>
            <a:cxnLst/>
            <a:rect l="l" t="t" r="r" b="b"/>
            <a:pathLst>
              <a:path w="608329" h="426719">
                <a:moveTo>
                  <a:pt x="204216" y="210312"/>
                </a:moveTo>
                <a:lnTo>
                  <a:pt x="198310" y="159829"/>
                </a:lnTo>
                <a:lnTo>
                  <a:pt x="179832" y="121920"/>
                </a:lnTo>
                <a:lnTo>
                  <a:pt x="161544" y="103035"/>
                </a:lnTo>
                <a:lnTo>
                  <a:pt x="161544" y="214884"/>
                </a:lnTo>
                <a:lnTo>
                  <a:pt x="160401" y="235445"/>
                </a:lnTo>
                <a:lnTo>
                  <a:pt x="143256" y="281940"/>
                </a:lnTo>
                <a:lnTo>
                  <a:pt x="109613" y="304876"/>
                </a:lnTo>
                <a:lnTo>
                  <a:pt x="94488" y="306324"/>
                </a:lnTo>
                <a:lnTo>
                  <a:pt x="87655" y="306070"/>
                </a:lnTo>
                <a:lnTo>
                  <a:pt x="41148" y="292608"/>
                </a:lnTo>
                <a:lnTo>
                  <a:pt x="41148" y="155448"/>
                </a:lnTo>
                <a:lnTo>
                  <a:pt x="79870" y="131000"/>
                </a:lnTo>
                <a:lnTo>
                  <a:pt x="105156" y="126492"/>
                </a:lnTo>
                <a:lnTo>
                  <a:pt x="119113" y="127927"/>
                </a:lnTo>
                <a:lnTo>
                  <a:pt x="153835" y="162814"/>
                </a:lnTo>
                <a:lnTo>
                  <a:pt x="161544" y="214884"/>
                </a:lnTo>
                <a:lnTo>
                  <a:pt x="161544" y="103035"/>
                </a:lnTo>
                <a:lnTo>
                  <a:pt x="152400" y="96583"/>
                </a:lnTo>
                <a:lnTo>
                  <a:pt x="135255" y="90424"/>
                </a:lnTo>
                <a:lnTo>
                  <a:pt x="115824" y="88392"/>
                </a:lnTo>
                <a:lnTo>
                  <a:pt x="104686" y="88963"/>
                </a:lnTo>
                <a:lnTo>
                  <a:pt x="65582" y="102400"/>
                </a:lnTo>
                <a:lnTo>
                  <a:pt x="41148" y="120396"/>
                </a:lnTo>
                <a:lnTo>
                  <a:pt x="41148" y="94488"/>
                </a:lnTo>
                <a:lnTo>
                  <a:pt x="0" y="94488"/>
                </a:lnTo>
                <a:lnTo>
                  <a:pt x="0" y="426720"/>
                </a:lnTo>
                <a:lnTo>
                  <a:pt x="41148" y="426720"/>
                </a:lnTo>
                <a:lnTo>
                  <a:pt x="41148" y="326136"/>
                </a:lnTo>
                <a:lnTo>
                  <a:pt x="48031" y="330187"/>
                </a:lnTo>
                <a:lnTo>
                  <a:pt x="84963" y="341757"/>
                </a:lnTo>
                <a:lnTo>
                  <a:pt x="102108" y="342900"/>
                </a:lnTo>
                <a:lnTo>
                  <a:pt x="122974" y="340614"/>
                </a:lnTo>
                <a:lnTo>
                  <a:pt x="142113" y="333756"/>
                </a:lnTo>
                <a:lnTo>
                  <a:pt x="153733" y="326136"/>
                </a:lnTo>
                <a:lnTo>
                  <a:pt x="159550" y="322326"/>
                </a:lnTo>
                <a:lnTo>
                  <a:pt x="175260" y="306324"/>
                </a:lnTo>
                <a:lnTo>
                  <a:pt x="187502" y="286613"/>
                </a:lnTo>
                <a:lnTo>
                  <a:pt x="196596" y="264033"/>
                </a:lnTo>
                <a:lnTo>
                  <a:pt x="202272" y="238607"/>
                </a:lnTo>
                <a:lnTo>
                  <a:pt x="204216" y="210312"/>
                </a:lnTo>
                <a:close/>
              </a:path>
              <a:path w="608329" h="426719">
                <a:moveTo>
                  <a:pt x="289572" y="0"/>
                </a:moveTo>
                <a:lnTo>
                  <a:pt x="248424" y="0"/>
                </a:lnTo>
                <a:lnTo>
                  <a:pt x="248424" y="338328"/>
                </a:lnTo>
                <a:lnTo>
                  <a:pt x="289572" y="338328"/>
                </a:lnTo>
                <a:lnTo>
                  <a:pt x="289572" y="0"/>
                </a:lnTo>
                <a:close/>
              </a:path>
              <a:path w="608329" h="426719">
                <a:moveTo>
                  <a:pt x="537972" y="94488"/>
                </a:moveTo>
                <a:lnTo>
                  <a:pt x="495300" y="94488"/>
                </a:lnTo>
                <a:lnTo>
                  <a:pt x="429768" y="274320"/>
                </a:lnTo>
                <a:lnTo>
                  <a:pt x="364236" y="94488"/>
                </a:lnTo>
                <a:lnTo>
                  <a:pt x="320040" y="94488"/>
                </a:lnTo>
                <a:lnTo>
                  <a:pt x="408432" y="326136"/>
                </a:lnTo>
                <a:lnTo>
                  <a:pt x="364236" y="426720"/>
                </a:lnTo>
                <a:lnTo>
                  <a:pt x="408432" y="426720"/>
                </a:lnTo>
                <a:lnTo>
                  <a:pt x="537972" y="94488"/>
                </a:lnTo>
                <a:close/>
              </a:path>
              <a:path w="608329" h="426719">
                <a:moveTo>
                  <a:pt x="608088" y="275844"/>
                </a:moveTo>
                <a:lnTo>
                  <a:pt x="553224" y="275844"/>
                </a:lnTo>
                <a:lnTo>
                  <a:pt x="515124" y="417576"/>
                </a:lnTo>
                <a:lnTo>
                  <a:pt x="547116" y="417576"/>
                </a:lnTo>
                <a:lnTo>
                  <a:pt x="608088" y="27584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" name="object 23"/>
          <p:cNvSpPr/>
          <p:nvPr/>
        </p:nvSpPr>
        <p:spPr>
          <a:xfrm>
            <a:off x="9310115" y="2375916"/>
            <a:ext cx="405765" cy="394970"/>
          </a:xfrm>
          <a:custGeom>
            <a:avLst/>
            <a:gdLst/>
            <a:ahLst/>
            <a:cxnLst/>
            <a:rect l="l" t="t" r="r" b="b"/>
            <a:pathLst>
              <a:path w="405765" h="394969">
                <a:moveTo>
                  <a:pt x="15240" y="42672"/>
                </a:moveTo>
                <a:lnTo>
                  <a:pt x="0" y="25908"/>
                </a:lnTo>
                <a:lnTo>
                  <a:pt x="342900" y="25908"/>
                </a:lnTo>
                <a:lnTo>
                  <a:pt x="368808" y="0"/>
                </a:lnTo>
                <a:lnTo>
                  <a:pt x="405384" y="36576"/>
                </a:lnTo>
                <a:lnTo>
                  <a:pt x="56388" y="36576"/>
                </a:lnTo>
                <a:lnTo>
                  <a:pt x="45886" y="36885"/>
                </a:lnTo>
                <a:lnTo>
                  <a:pt x="35242" y="37909"/>
                </a:lnTo>
                <a:lnTo>
                  <a:pt x="24884" y="39790"/>
                </a:lnTo>
                <a:lnTo>
                  <a:pt x="15240" y="42672"/>
                </a:lnTo>
                <a:close/>
              </a:path>
              <a:path w="405765" h="394969">
                <a:moveTo>
                  <a:pt x="160020" y="118872"/>
                </a:moveTo>
                <a:lnTo>
                  <a:pt x="135636" y="118872"/>
                </a:lnTo>
                <a:lnTo>
                  <a:pt x="135636" y="36576"/>
                </a:lnTo>
                <a:lnTo>
                  <a:pt x="160020" y="36576"/>
                </a:lnTo>
                <a:lnTo>
                  <a:pt x="160020" y="118872"/>
                </a:lnTo>
                <a:close/>
              </a:path>
              <a:path w="405765" h="394969">
                <a:moveTo>
                  <a:pt x="260603" y="118872"/>
                </a:moveTo>
                <a:lnTo>
                  <a:pt x="236220" y="118872"/>
                </a:lnTo>
                <a:lnTo>
                  <a:pt x="236220" y="36576"/>
                </a:lnTo>
                <a:lnTo>
                  <a:pt x="260603" y="36576"/>
                </a:lnTo>
                <a:lnTo>
                  <a:pt x="260603" y="118872"/>
                </a:lnTo>
                <a:close/>
              </a:path>
              <a:path w="405765" h="394969">
                <a:moveTo>
                  <a:pt x="370636" y="118872"/>
                </a:moveTo>
                <a:lnTo>
                  <a:pt x="333756" y="118872"/>
                </a:lnTo>
                <a:lnTo>
                  <a:pt x="347472" y="100584"/>
                </a:lnTo>
                <a:lnTo>
                  <a:pt x="370636" y="118872"/>
                </a:lnTo>
                <a:close/>
              </a:path>
              <a:path w="405765" h="394969">
                <a:moveTo>
                  <a:pt x="38100" y="394716"/>
                </a:moveTo>
                <a:lnTo>
                  <a:pt x="38981" y="365045"/>
                </a:lnTo>
                <a:lnTo>
                  <a:pt x="39433" y="328803"/>
                </a:lnTo>
                <a:lnTo>
                  <a:pt x="39559" y="182403"/>
                </a:lnTo>
                <a:lnTo>
                  <a:pt x="39436" y="154305"/>
                </a:lnTo>
                <a:lnTo>
                  <a:pt x="38981" y="124801"/>
                </a:lnTo>
                <a:lnTo>
                  <a:pt x="38100" y="105156"/>
                </a:lnTo>
                <a:lnTo>
                  <a:pt x="64008" y="118872"/>
                </a:lnTo>
                <a:lnTo>
                  <a:pt x="370636" y="118872"/>
                </a:lnTo>
                <a:lnTo>
                  <a:pt x="376428" y="123444"/>
                </a:lnTo>
                <a:lnTo>
                  <a:pt x="367719" y="129540"/>
                </a:lnTo>
                <a:lnTo>
                  <a:pt x="64008" y="129540"/>
                </a:lnTo>
                <a:lnTo>
                  <a:pt x="64008" y="381000"/>
                </a:lnTo>
                <a:lnTo>
                  <a:pt x="38100" y="394716"/>
                </a:lnTo>
                <a:close/>
              </a:path>
              <a:path w="405765" h="394969">
                <a:moveTo>
                  <a:pt x="73152" y="306323"/>
                </a:moveTo>
                <a:lnTo>
                  <a:pt x="68580" y="301752"/>
                </a:lnTo>
                <a:lnTo>
                  <a:pt x="96845" y="265199"/>
                </a:lnTo>
                <a:lnTo>
                  <a:pt x="117538" y="224218"/>
                </a:lnTo>
                <a:lnTo>
                  <a:pt x="130516" y="178950"/>
                </a:lnTo>
                <a:lnTo>
                  <a:pt x="135636" y="129540"/>
                </a:lnTo>
                <a:lnTo>
                  <a:pt x="160020" y="129540"/>
                </a:lnTo>
                <a:lnTo>
                  <a:pt x="158853" y="141493"/>
                </a:lnTo>
                <a:lnTo>
                  <a:pt x="157543" y="154305"/>
                </a:lnTo>
                <a:lnTo>
                  <a:pt x="155948" y="167687"/>
                </a:lnTo>
                <a:lnTo>
                  <a:pt x="153924" y="181356"/>
                </a:lnTo>
                <a:lnTo>
                  <a:pt x="168797" y="190500"/>
                </a:lnTo>
                <a:lnTo>
                  <a:pt x="152400" y="190500"/>
                </a:lnTo>
                <a:lnTo>
                  <a:pt x="139803" y="224242"/>
                </a:lnTo>
                <a:lnTo>
                  <a:pt x="122491" y="254698"/>
                </a:lnTo>
                <a:lnTo>
                  <a:pt x="100322" y="282011"/>
                </a:lnTo>
                <a:lnTo>
                  <a:pt x="73152" y="306323"/>
                </a:lnTo>
                <a:close/>
              </a:path>
              <a:path w="405765" h="394969">
                <a:moveTo>
                  <a:pt x="161544" y="321564"/>
                </a:moveTo>
                <a:lnTo>
                  <a:pt x="158496" y="316992"/>
                </a:lnTo>
                <a:lnTo>
                  <a:pt x="193571" y="276129"/>
                </a:lnTo>
                <a:lnTo>
                  <a:pt x="218503" y="231267"/>
                </a:lnTo>
                <a:lnTo>
                  <a:pt x="232862" y="182403"/>
                </a:lnTo>
                <a:lnTo>
                  <a:pt x="236220" y="129540"/>
                </a:lnTo>
                <a:lnTo>
                  <a:pt x="260603" y="129540"/>
                </a:lnTo>
                <a:lnTo>
                  <a:pt x="259413" y="148351"/>
                </a:lnTo>
                <a:lnTo>
                  <a:pt x="257937" y="165735"/>
                </a:lnTo>
                <a:lnTo>
                  <a:pt x="255889" y="181403"/>
                </a:lnTo>
                <a:lnTo>
                  <a:pt x="252984" y="195072"/>
                </a:lnTo>
                <a:lnTo>
                  <a:pt x="270540" y="204216"/>
                </a:lnTo>
                <a:lnTo>
                  <a:pt x="251460" y="204216"/>
                </a:lnTo>
                <a:lnTo>
                  <a:pt x="237410" y="238196"/>
                </a:lnTo>
                <a:lnTo>
                  <a:pt x="217932" y="269176"/>
                </a:lnTo>
                <a:lnTo>
                  <a:pt x="192738" y="297013"/>
                </a:lnTo>
                <a:lnTo>
                  <a:pt x="161544" y="321564"/>
                </a:lnTo>
                <a:close/>
              </a:path>
              <a:path w="405765" h="394969">
                <a:moveTo>
                  <a:pt x="359973" y="350853"/>
                </a:moveTo>
                <a:lnTo>
                  <a:pt x="311872" y="350853"/>
                </a:lnTo>
                <a:lnTo>
                  <a:pt x="321564" y="350520"/>
                </a:lnTo>
                <a:lnTo>
                  <a:pt x="328445" y="348853"/>
                </a:lnTo>
                <a:lnTo>
                  <a:pt x="333184" y="344043"/>
                </a:lnTo>
                <a:lnTo>
                  <a:pt x="335922" y="336375"/>
                </a:lnTo>
                <a:lnTo>
                  <a:pt x="336804" y="326136"/>
                </a:lnTo>
                <a:lnTo>
                  <a:pt x="336804" y="129540"/>
                </a:lnTo>
                <a:lnTo>
                  <a:pt x="367719" y="129540"/>
                </a:lnTo>
                <a:lnTo>
                  <a:pt x="361188" y="134112"/>
                </a:lnTo>
                <a:lnTo>
                  <a:pt x="361188" y="342900"/>
                </a:lnTo>
                <a:lnTo>
                  <a:pt x="359973" y="350853"/>
                </a:lnTo>
                <a:close/>
              </a:path>
              <a:path w="405765" h="394969">
                <a:moveTo>
                  <a:pt x="187452" y="249936"/>
                </a:moveTo>
                <a:lnTo>
                  <a:pt x="182880" y="249936"/>
                </a:lnTo>
                <a:lnTo>
                  <a:pt x="178308" y="245364"/>
                </a:lnTo>
                <a:lnTo>
                  <a:pt x="175260" y="233172"/>
                </a:lnTo>
                <a:lnTo>
                  <a:pt x="171259" y="221146"/>
                </a:lnTo>
                <a:lnTo>
                  <a:pt x="166116" y="210121"/>
                </a:lnTo>
                <a:lnTo>
                  <a:pt x="159829" y="199953"/>
                </a:lnTo>
                <a:lnTo>
                  <a:pt x="152400" y="190500"/>
                </a:lnTo>
                <a:lnTo>
                  <a:pt x="168797" y="190500"/>
                </a:lnTo>
                <a:lnTo>
                  <a:pt x="198120" y="219456"/>
                </a:lnTo>
                <a:lnTo>
                  <a:pt x="199644" y="230124"/>
                </a:lnTo>
                <a:lnTo>
                  <a:pt x="199644" y="237744"/>
                </a:lnTo>
                <a:lnTo>
                  <a:pt x="195072" y="242316"/>
                </a:lnTo>
                <a:lnTo>
                  <a:pt x="190500" y="248412"/>
                </a:lnTo>
                <a:lnTo>
                  <a:pt x="187452" y="249936"/>
                </a:lnTo>
                <a:close/>
              </a:path>
              <a:path w="405765" h="394969">
                <a:moveTo>
                  <a:pt x="310896" y="280416"/>
                </a:moveTo>
                <a:lnTo>
                  <a:pt x="306324" y="280416"/>
                </a:lnTo>
                <a:lnTo>
                  <a:pt x="301751" y="274320"/>
                </a:lnTo>
                <a:lnTo>
                  <a:pt x="297180" y="260604"/>
                </a:lnTo>
                <a:lnTo>
                  <a:pt x="290036" y="246864"/>
                </a:lnTo>
                <a:lnTo>
                  <a:pt x="280035" y="232981"/>
                </a:lnTo>
                <a:lnTo>
                  <a:pt x="267176" y="218813"/>
                </a:lnTo>
                <a:lnTo>
                  <a:pt x="251460" y="204216"/>
                </a:lnTo>
                <a:lnTo>
                  <a:pt x="270540" y="204216"/>
                </a:lnTo>
                <a:lnTo>
                  <a:pt x="311277" y="228719"/>
                </a:lnTo>
                <a:lnTo>
                  <a:pt x="321564" y="248412"/>
                </a:lnTo>
                <a:lnTo>
                  <a:pt x="321564" y="257556"/>
                </a:lnTo>
                <a:lnTo>
                  <a:pt x="320040" y="263652"/>
                </a:lnTo>
                <a:lnTo>
                  <a:pt x="315468" y="271272"/>
                </a:lnTo>
                <a:lnTo>
                  <a:pt x="310896" y="280416"/>
                </a:lnTo>
                <a:close/>
              </a:path>
              <a:path w="405765" h="394969">
                <a:moveTo>
                  <a:pt x="323088" y="391668"/>
                </a:moveTo>
                <a:lnTo>
                  <a:pt x="318516" y="379928"/>
                </a:lnTo>
                <a:lnTo>
                  <a:pt x="307086" y="369760"/>
                </a:lnTo>
                <a:lnTo>
                  <a:pt x="288798" y="361021"/>
                </a:lnTo>
                <a:lnTo>
                  <a:pt x="263651" y="353568"/>
                </a:lnTo>
                <a:lnTo>
                  <a:pt x="263651" y="344424"/>
                </a:lnTo>
                <a:lnTo>
                  <a:pt x="282773" y="347519"/>
                </a:lnTo>
                <a:lnTo>
                  <a:pt x="298894" y="349758"/>
                </a:lnTo>
                <a:lnTo>
                  <a:pt x="311872" y="350853"/>
                </a:lnTo>
                <a:lnTo>
                  <a:pt x="359973" y="350853"/>
                </a:lnTo>
                <a:lnTo>
                  <a:pt x="358878" y="358020"/>
                </a:lnTo>
                <a:lnTo>
                  <a:pt x="351853" y="371284"/>
                </a:lnTo>
                <a:lnTo>
                  <a:pt x="339971" y="382547"/>
                </a:lnTo>
                <a:lnTo>
                  <a:pt x="323088" y="39166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" name="object 24"/>
          <p:cNvSpPr/>
          <p:nvPr/>
        </p:nvSpPr>
        <p:spPr>
          <a:xfrm>
            <a:off x="2122932" y="2913887"/>
            <a:ext cx="2186940" cy="411480"/>
          </a:xfrm>
          <a:custGeom>
            <a:avLst/>
            <a:gdLst/>
            <a:ahLst/>
            <a:cxnLst/>
            <a:rect l="l" t="t" r="r" b="b"/>
            <a:pathLst>
              <a:path w="2186940" h="411479">
                <a:moveTo>
                  <a:pt x="141732" y="22860"/>
                </a:moveTo>
                <a:lnTo>
                  <a:pt x="102108" y="3048"/>
                </a:lnTo>
                <a:lnTo>
                  <a:pt x="93738" y="33909"/>
                </a:lnTo>
                <a:lnTo>
                  <a:pt x="84391" y="64770"/>
                </a:lnTo>
                <a:lnTo>
                  <a:pt x="60960" y="126492"/>
                </a:lnTo>
                <a:lnTo>
                  <a:pt x="32194" y="184594"/>
                </a:lnTo>
                <a:lnTo>
                  <a:pt x="0" y="239268"/>
                </a:lnTo>
                <a:lnTo>
                  <a:pt x="6096" y="242316"/>
                </a:lnTo>
                <a:lnTo>
                  <a:pt x="21259" y="224599"/>
                </a:lnTo>
                <a:lnTo>
                  <a:pt x="37147" y="203454"/>
                </a:lnTo>
                <a:lnTo>
                  <a:pt x="53886" y="178879"/>
                </a:lnTo>
                <a:lnTo>
                  <a:pt x="71628" y="150876"/>
                </a:lnTo>
                <a:lnTo>
                  <a:pt x="71501" y="296443"/>
                </a:lnTo>
                <a:lnTo>
                  <a:pt x="71272" y="342900"/>
                </a:lnTo>
                <a:lnTo>
                  <a:pt x="70878" y="378269"/>
                </a:lnTo>
                <a:lnTo>
                  <a:pt x="70764" y="384048"/>
                </a:lnTo>
                <a:lnTo>
                  <a:pt x="70104" y="408432"/>
                </a:lnTo>
                <a:lnTo>
                  <a:pt x="96012" y="393192"/>
                </a:lnTo>
                <a:lnTo>
                  <a:pt x="95262" y="371779"/>
                </a:lnTo>
                <a:lnTo>
                  <a:pt x="94805" y="336677"/>
                </a:lnTo>
                <a:lnTo>
                  <a:pt x="94589" y="290537"/>
                </a:lnTo>
                <a:lnTo>
                  <a:pt x="94488" y="150876"/>
                </a:lnTo>
                <a:lnTo>
                  <a:pt x="94488" y="147828"/>
                </a:lnTo>
                <a:lnTo>
                  <a:pt x="108204" y="138684"/>
                </a:lnTo>
                <a:lnTo>
                  <a:pt x="85344" y="121920"/>
                </a:lnTo>
                <a:lnTo>
                  <a:pt x="92837" y="105943"/>
                </a:lnTo>
                <a:lnTo>
                  <a:pt x="101917" y="85534"/>
                </a:lnTo>
                <a:lnTo>
                  <a:pt x="112928" y="60960"/>
                </a:lnTo>
                <a:lnTo>
                  <a:pt x="126492" y="32004"/>
                </a:lnTo>
                <a:lnTo>
                  <a:pt x="141732" y="22860"/>
                </a:lnTo>
                <a:close/>
              </a:path>
              <a:path w="2186940" h="411479">
                <a:moveTo>
                  <a:pt x="227050" y="281749"/>
                </a:moveTo>
                <a:lnTo>
                  <a:pt x="213741" y="232371"/>
                </a:lnTo>
                <a:lnTo>
                  <a:pt x="188595" y="185597"/>
                </a:lnTo>
                <a:lnTo>
                  <a:pt x="169164" y="153924"/>
                </a:lnTo>
                <a:lnTo>
                  <a:pt x="164592" y="156972"/>
                </a:lnTo>
                <a:lnTo>
                  <a:pt x="173139" y="183286"/>
                </a:lnTo>
                <a:lnTo>
                  <a:pt x="180403" y="207454"/>
                </a:lnTo>
                <a:lnTo>
                  <a:pt x="190500" y="249936"/>
                </a:lnTo>
                <a:lnTo>
                  <a:pt x="197561" y="296443"/>
                </a:lnTo>
                <a:lnTo>
                  <a:pt x="198120" y="307848"/>
                </a:lnTo>
                <a:lnTo>
                  <a:pt x="198120" y="316992"/>
                </a:lnTo>
                <a:lnTo>
                  <a:pt x="201168" y="320040"/>
                </a:lnTo>
                <a:lnTo>
                  <a:pt x="205740" y="320040"/>
                </a:lnTo>
                <a:lnTo>
                  <a:pt x="210312" y="316992"/>
                </a:lnTo>
                <a:lnTo>
                  <a:pt x="226999" y="282892"/>
                </a:lnTo>
                <a:lnTo>
                  <a:pt x="227050" y="281749"/>
                </a:lnTo>
                <a:close/>
              </a:path>
              <a:path w="2186940" h="411479">
                <a:moveTo>
                  <a:pt x="269748" y="60960"/>
                </a:moveTo>
                <a:lnTo>
                  <a:pt x="265722" y="51536"/>
                </a:lnTo>
                <a:lnTo>
                  <a:pt x="255841" y="39243"/>
                </a:lnTo>
                <a:lnTo>
                  <a:pt x="239953" y="24104"/>
                </a:lnTo>
                <a:lnTo>
                  <a:pt x="217932" y="6096"/>
                </a:lnTo>
                <a:lnTo>
                  <a:pt x="213360" y="9144"/>
                </a:lnTo>
                <a:lnTo>
                  <a:pt x="223647" y="27724"/>
                </a:lnTo>
                <a:lnTo>
                  <a:pt x="231648" y="44577"/>
                </a:lnTo>
                <a:lnTo>
                  <a:pt x="237363" y="59728"/>
                </a:lnTo>
                <a:lnTo>
                  <a:pt x="240792" y="73152"/>
                </a:lnTo>
                <a:lnTo>
                  <a:pt x="242316" y="86868"/>
                </a:lnTo>
                <a:lnTo>
                  <a:pt x="245364" y="92964"/>
                </a:lnTo>
                <a:lnTo>
                  <a:pt x="252984" y="92964"/>
                </a:lnTo>
                <a:lnTo>
                  <a:pt x="256032" y="89916"/>
                </a:lnTo>
                <a:lnTo>
                  <a:pt x="262128" y="85344"/>
                </a:lnTo>
                <a:lnTo>
                  <a:pt x="265239" y="81330"/>
                </a:lnTo>
                <a:lnTo>
                  <a:pt x="267652" y="76009"/>
                </a:lnTo>
                <a:lnTo>
                  <a:pt x="269189" y="69278"/>
                </a:lnTo>
                <a:lnTo>
                  <a:pt x="269748" y="60960"/>
                </a:lnTo>
                <a:close/>
              </a:path>
              <a:path w="2186940" h="411479">
                <a:moveTo>
                  <a:pt x="393192" y="117348"/>
                </a:moveTo>
                <a:lnTo>
                  <a:pt x="358140" y="82296"/>
                </a:lnTo>
                <a:lnTo>
                  <a:pt x="333756" y="106680"/>
                </a:lnTo>
                <a:lnTo>
                  <a:pt x="123444" y="106680"/>
                </a:lnTo>
                <a:lnTo>
                  <a:pt x="140208" y="121920"/>
                </a:lnTo>
                <a:lnTo>
                  <a:pt x="149606" y="119926"/>
                </a:lnTo>
                <a:lnTo>
                  <a:pt x="159448" y="118491"/>
                </a:lnTo>
                <a:lnTo>
                  <a:pt x="169557" y="117640"/>
                </a:lnTo>
                <a:lnTo>
                  <a:pt x="179832" y="117348"/>
                </a:lnTo>
                <a:lnTo>
                  <a:pt x="393192" y="117348"/>
                </a:lnTo>
                <a:close/>
              </a:path>
              <a:path w="2186940" h="411479">
                <a:moveTo>
                  <a:pt x="411480" y="377952"/>
                </a:moveTo>
                <a:lnTo>
                  <a:pt x="376428" y="342900"/>
                </a:lnTo>
                <a:lnTo>
                  <a:pt x="352044" y="367284"/>
                </a:lnTo>
                <a:lnTo>
                  <a:pt x="274320" y="367284"/>
                </a:lnTo>
                <a:lnTo>
                  <a:pt x="289433" y="321881"/>
                </a:lnTo>
                <a:lnTo>
                  <a:pt x="302641" y="281940"/>
                </a:lnTo>
                <a:lnTo>
                  <a:pt x="323088" y="217932"/>
                </a:lnTo>
                <a:lnTo>
                  <a:pt x="330200" y="194487"/>
                </a:lnTo>
                <a:lnTo>
                  <a:pt x="337756" y="176593"/>
                </a:lnTo>
                <a:lnTo>
                  <a:pt x="345579" y="164147"/>
                </a:lnTo>
                <a:lnTo>
                  <a:pt x="353568" y="156972"/>
                </a:lnTo>
                <a:lnTo>
                  <a:pt x="312420" y="134112"/>
                </a:lnTo>
                <a:lnTo>
                  <a:pt x="306895" y="172402"/>
                </a:lnTo>
                <a:lnTo>
                  <a:pt x="295744" y="229628"/>
                </a:lnTo>
                <a:lnTo>
                  <a:pt x="280606" y="297561"/>
                </a:lnTo>
                <a:lnTo>
                  <a:pt x="262128" y="367284"/>
                </a:lnTo>
                <a:lnTo>
                  <a:pt x="114300" y="367284"/>
                </a:lnTo>
                <a:lnTo>
                  <a:pt x="129540" y="384048"/>
                </a:lnTo>
                <a:lnTo>
                  <a:pt x="138963" y="381177"/>
                </a:lnTo>
                <a:lnTo>
                  <a:pt x="148971" y="379285"/>
                </a:lnTo>
                <a:lnTo>
                  <a:pt x="159537" y="378269"/>
                </a:lnTo>
                <a:lnTo>
                  <a:pt x="170688" y="377952"/>
                </a:lnTo>
                <a:lnTo>
                  <a:pt x="411480" y="377952"/>
                </a:lnTo>
                <a:close/>
              </a:path>
              <a:path w="2186940" h="411479">
                <a:moveTo>
                  <a:pt x="534924" y="68580"/>
                </a:moveTo>
                <a:lnTo>
                  <a:pt x="531876" y="64008"/>
                </a:lnTo>
                <a:lnTo>
                  <a:pt x="527304" y="56388"/>
                </a:lnTo>
                <a:lnTo>
                  <a:pt x="522173" y="50317"/>
                </a:lnTo>
                <a:lnTo>
                  <a:pt x="513778" y="43243"/>
                </a:lnTo>
                <a:lnTo>
                  <a:pt x="502221" y="34747"/>
                </a:lnTo>
                <a:lnTo>
                  <a:pt x="487680" y="24384"/>
                </a:lnTo>
                <a:lnTo>
                  <a:pt x="481584" y="28956"/>
                </a:lnTo>
                <a:lnTo>
                  <a:pt x="490766" y="42418"/>
                </a:lnTo>
                <a:lnTo>
                  <a:pt x="497967" y="55435"/>
                </a:lnTo>
                <a:lnTo>
                  <a:pt x="503440" y="68186"/>
                </a:lnTo>
                <a:lnTo>
                  <a:pt x="507492" y="80772"/>
                </a:lnTo>
                <a:lnTo>
                  <a:pt x="512064" y="92964"/>
                </a:lnTo>
                <a:lnTo>
                  <a:pt x="515112" y="97536"/>
                </a:lnTo>
                <a:lnTo>
                  <a:pt x="521208" y="97536"/>
                </a:lnTo>
                <a:lnTo>
                  <a:pt x="528828" y="89916"/>
                </a:lnTo>
                <a:lnTo>
                  <a:pt x="534924" y="77724"/>
                </a:lnTo>
                <a:lnTo>
                  <a:pt x="534924" y="68580"/>
                </a:lnTo>
                <a:close/>
              </a:path>
              <a:path w="2186940" h="411479">
                <a:moveTo>
                  <a:pt x="667512" y="41148"/>
                </a:moveTo>
                <a:lnTo>
                  <a:pt x="637032" y="19812"/>
                </a:lnTo>
                <a:lnTo>
                  <a:pt x="632790" y="33870"/>
                </a:lnTo>
                <a:lnTo>
                  <a:pt x="624840" y="51054"/>
                </a:lnTo>
                <a:lnTo>
                  <a:pt x="613448" y="71678"/>
                </a:lnTo>
                <a:lnTo>
                  <a:pt x="598932" y="96012"/>
                </a:lnTo>
                <a:lnTo>
                  <a:pt x="603504" y="99060"/>
                </a:lnTo>
                <a:lnTo>
                  <a:pt x="616331" y="86207"/>
                </a:lnTo>
                <a:lnTo>
                  <a:pt x="627316" y="75057"/>
                </a:lnTo>
                <a:lnTo>
                  <a:pt x="636282" y="65633"/>
                </a:lnTo>
                <a:lnTo>
                  <a:pt x="643128" y="57912"/>
                </a:lnTo>
                <a:lnTo>
                  <a:pt x="648855" y="51650"/>
                </a:lnTo>
                <a:lnTo>
                  <a:pt x="654748" y="46672"/>
                </a:lnTo>
                <a:lnTo>
                  <a:pt x="660908" y="43129"/>
                </a:lnTo>
                <a:lnTo>
                  <a:pt x="667512" y="41148"/>
                </a:lnTo>
                <a:close/>
              </a:path>
              <a:path w="2186940" h="411479">
                <a:moveTo>
                  <a:pt x="675132" y="120396"/>
                </a:moveTo>
                <a:lnTo>
                  <a:pt x="646176" y="91440"/>
                </a:lnTo>
                <a:lnTo>
                  <a:pt x="626364" y="109728"/>
                </a:lnTo>
                <a:lnTo>
                  <a:pt x="582168" y="109728"/>
                </a:lnTo>
                <a:lnTo>
                  <a:pt x="582168" y="30480"/>
                </a:lnTo>
                <a:lnTo>
                  <a:pt x="597408" y="18288"/>
                </a:lnTo>
                <a:lnTo>
                  <a:pt x="557784" y="0"/>
                </a:lnTo>
                <a:lnTo>
                  <a:pt x="559828" y="50317"/>
                </a:lnTo>
                <a:lnTo>
                  <a:pt x="560832" y="109728"/>
                </a:lnTo>
                <a:lnTo>
                  <a:pt x="457200" y="109728"/>
                </a:lnTo>
                <a:lnTo>
                  <a:pt x="473964" y="126492"/>
                </a:lnTo>
                <a:lnTo>
                  <a:pt x="483387" y="123621"/>
                </a:lnTo>
                <a:lnTo>
                  <a:pt x="493395" y="121729"/>
                </a:lnTo>
                <a:lnTo>
                  <a:pt x="503961" y="120713"/>
                </a:lnTo>
                <a:lnTo>
                  <a:pt x="515112" y="120396"/>
                </a:lnTo>
                <a:lnTo>
                  <a:pt x="547116" y="120396"/>
                </a:lnTo>
                <a:lnTo>
                  <a:pt x="528231" y="146138"/>
                </a:lnTo>
                <a:lnTo>
                  <a:pt x="505777" y="170878"/>
                </a:lnTo>
                <a:lnTo>
                  <a:pt x="479602" y="194767"/>
                </a:lnTo>
                <a:lnTo>
                  <a:pt x="449580" y="217932"/>
                </a:lnTo>
                <a:lnTo>
                  <a:pt x="452628" y="224028"/>
                </a:lnTo>
                <a:lnTo>
                  <a:pt x="482384" y="207505"/>
                </a:lnTo>
                <a:lnTo>
                  <a:pt x="510159" y="187833"/>
                </a:lnTo>
                <a:lnTo>
                  <a:pt x="536206" y="165315"/>
                </a:lnTo>
                <a:lnTo>
                  <a:pt x="560832" y="140208"/>
                </a:lnTo>
                <a:lnTo>
                  <a:pt x="560832" y="211836"/>
                </a:lnTo>
                <a:lnTo>
                  <a:pt x="551688" y="207264"/>
                </a:lnTo>
                <a:lnTo>
                  <a:pt x="548259" y="219290"/>
                </a:lnTo>
                <a:lnTo>
                  <a:pt x="544830" y="230314"/>
                </a:lnTo>
                <a:lnTo>
                  <a:pt x="541401" y="240487"/>
                </a:lnTo>
                <a:lnTo>
                  <a:pt x="537972" y="249936"/>
                </a:lnTo>
                <a:lnTo>
                  <a:pt x="454152" y="249936"/>
                </a:lnTo>
                <a:lnTo>
                  <a:pt x="469392" y="265176"/>
                </a:lnTo>
                <a:lnTo>
                  <a:pt x="479691" y="262940"/>
                </a:lnTo>
                <a:lnTo>
                  <a:pt x="490156" y="260985"/>
                </a:lnTo>
                <a:lnTo>
                  <a:pt x="500888" y="259613"/>
                </a:lnTo>
                <a:lnTo>
                  <a:pt x="512064" y="259080"/>
                </a:lnTo>
                <a:lnTo>
                  <a:pt x="534924" y="259080"/>
                </a:lnTo>
                <a:lnTo>
                  <a:pt x="516445" y="292417"/>
                </a:lnTo>
                <a:lnTo>
                  <a:pt x="510362" y="303276"/>
                </a:lnTo>
                <a:lnTo>
                  <a:pt x="505968" y="310896"/>
                </a:lnTo>
                <a:lnTo>
                  <a:pt x="523113" y="313740"/>
                </a:lnTo>
                <a:lnTo>
                  <a:pt x="540258" y="317563"/>
                </a:lnTo>
                <a:lnTo>
                  <a:pt x="557403" y="322262"/>
                </a:lnTo>
                <a:lnTo>
                  <a:pt x="574548" y="327660"/>
                </a:lnTo>
                <a:lnTo>
                  <a:pt x="549656" y="347383"/>
                </a:lnTo>
                <a:lnTo>
                  <a:pt x="520636" y="365379"/>
                </a:lnTo>
                <a:lnTo>
                  <a:pt x="487311" y="381673"/>
                </a:lnTo>
                <a:lnTo>
                  <a:pt x="449580" y="396240"/>
                </a:lnTo>
                <a:lnTo>
                  <a:pt x="451104" y="400812"/>
                </a:lnTo>
                <a:lnTo>
                  <a:pt x="491058" y="390817"/>
                </a:lnTo>
                <a:lnTo>
                  <a:pt x="528447" y="376809"/>
                </a:lnTo>
                <a:lnTo>
                  <a:pt x="562965" y="358813"/>
                </a:lnTo>
                <a:lnTo>
                  <a:pt x="594360" y="336804"/>
                </a:lnTo>
                <a:lnTo>
                  <a:pt x="606615" y="341909"/>
                </a:lnTo>
                <a:lnTo>
                  <a:pt x="618172" y="347853"/>
                </a:lnTo>
                <a:lnTo>
                  <a:pt x="628853" y="354380"/>
                </a:lnTo>
                <a:lnTo>
                  <a:pt x="638556" y="361188"/>
                </a:lnTo>
                <a:lnTo>
                  <a:pt x="643128" y="365760"/>
                </a:lnTo>
                <a:lnTo>
                  <a:pt x="647700" y="367284"/>
                </a:lnTo>
                <a:lnTo>
                  <a:pt x="653796" y="367284"/>
                </a:lnTo>
                <a:lnTo>
                  <a:pt x="655320" y="364236"/>
                </a:lnTo>
                <a:lnTo>
                  <a:pt x="655269" y="347383"/>
                </a:lnTo>
                <a:lnTo>
                  <a:pt x="652272" y="341376"/>
                </a:lnTo>
                <a:lnTo>
                  <a:pt x="647700" y="336804"/>
                </a:lnTo>
                <a:lnTo>
                  <a:pt x="646176" y="335280"/>
                </a:lnTo>
                <a:lnTo>
                  <a:pt x="640461" y="331622"/>
                </a:lnTo>
                <a:lnTo>
                  <a:pt x="632460" y="327660"/>
                </a:lnTo>
                <a:lnTo>
                  <a:pt x="622173" y="323710"/>
                </a:lnTo>
                <a:lnTo>
                  <a:pt x="609600" y="320040"/>
                </a:lnTo>
                <a:lnTo>
                  <a:pt x="613295" y="315468"/>
                </a:lnTo>
                <a:lnTo>
                  <a:pt x="616712" y="311264"/>
                </a:lnTo>
                <a:lnTo>
                  <a:pt x="624268" y="298894"/>
                </a:lnTo>
                <a:lnTo>
                  <a:pt x="632091" y="283400"/>
                </a:lnTo>
                <a:lnTo>
                  <a:pt x="640080" y="265176"/>
                </a:lnTo>
                <a:lnTo>
                  <a:pt x="650240" y="259080"/>
                </a:lnTo>
                <a:lnTo>
                  <a:pt x="655320" y="256032"/>
                </a:lnTo>
                <a:lnTo>
                  <a:pt x="629412" y="233172"/>
                </a:lnTo>
                <a:lnTo>
                  <a:pt x="617220" y="249936"/>
                </a:lnTo>
                <a:lnTo>
                  <a:pt x="617220" y="259080"/>
                </a:lnTo>
                <a:lnTo>
                  <a:pt x="609447" y="277114"/>
                </a:lnTo>
                <a:lnTo>
                  <a:pt x="601980" y="292417"/>
                </a:lnTo>
                <a:lnTo>
                  <a:pt x="594499" y="305168"/>
                </a:lnTo>
                <a:lnTo>
                  <a:pt x="586740" y="315468"/>
                </a:lnTo>
                <a:lnTo>
                  <a:pt x="543877" y="305828"/>
                </a:lnTo>
                <a:lnTo>
                  <a:pt x="531876" y="303276"/>
                </a:lnTo>
                <a:lnTo>
                  <a:pt x="538492" y="292735"/>
                </a:lnTo>
                <a:lnTo>
                  <a:pt x="544830" y="281749"/>
                </a:lnTo>
                <a:lnTo>
                  <a:pt x="551154" y="270497"/>
                </a:lnTo>
                <a:lnTo>
                  <a:pt x="557784" y="259080"/>
                </a:lnTo>
                <a:lnTo>
                  <a:pt x="617220" y="259080"/>
                </a:lnTo>
                <a:lnTo>
                  <a:pt x="617220" y="249936"/>
                </a:lnTo>
                <a:lnTo>
                  <a:pt x="563880" y="249936"/>
                </a:lnTo>
                <a:lnTo>
                  <a:pt x="570445" y="239674"/>
                </a:lnTo>
                <a:lnTo>
                  <a:pt x="576453" y="231838"/>
                </a:lnTo>
                <a:lnTo>
                  <a:pt x="581875" y="226580"/>
                </a:lnTo>
                <a:lnTo>
                  <a:pt x="586740" y="224028"/>
                </a:lnTo>
                <a:lnTo>
                  <a:pt x="562356" y="213360"/>
                </a:lnTo>
                <a:lnTo>
                  <a:pt x="564553" y="211836"/>
                </a:lnTo>
                <a:lnTo>
                  <a:pt x="582168" y="199644"/>
                </a:lnTo>
                <a:lnTo>
                  <a:pt x="582168" y="144780"/>
                </a:lnTo>
                <a:lnTo>
                  <a:pt x="615594" y="172212"/>
                </a:lnTo>
                <a:lnTo>
                  <a:pt x="632460" y="193548"/>
                </a:lnTo>
                <a:lnTo>
                  <a:pt x="637032" y="193548"/>
                </a:lnTo>
                <a:lnTo>
                  <a:pt x="638556" y="190500"/>
                </a:lnTo>
                <a:lnTo>
                  <a:pt x="641604" y="181356"/>
                </a:lnTo>
                <a:lnTo>
                  <a:pt x="641604" y="164592"/>
                </a:lnTo>
                <a:lnTo>
                  <a:pt x="638556" y="158496"/>
                </a:lnTo>
                <a:lnTo>
                  <a:pt x="632460" y="152400"/>
                </a:lnTo>
                <a:lnTo>
                  <a:pt x="625881" y="148717"/>
                </a:lnTo>
                <a:lnTo>
                  <a:pt x="615797" y="144780"/>
                </a:lnTo>
                <a:lnTo>
                  <a:pt x="615315" y="144589"/>
                </a:lnTo>
                <a:lnTo>
                  <a:pt x="600811" y="140208"/>
                </a:lnTo>
                <a:lnTo>
                  <a:pt x="582168" y="135636"/>
                </a:lnTo>
                <a:lnTo>
                  <a:pt x="582168" y="120396"/>
                </a:lnTo>
                <a:lnTo>
                  <a:pt x="675132" y="120396"/>
                </a:lnTo>
                <a:close/>
              </a:path>
              <a:path w="2186940" h="411479">
                <a:moveTo>
                  <a:pt x="854964" y="120396"/>
                </a:moveTo>
                <a:lnTo>
                  <a:pt x="843762" y="109728"/>
                </a:lnTo>
                <a:lnTo>
                  <a:pt x="822960" y="89916"/>
                </a:lnTo>
                <a:lnTo>
                  <a:pt x="801624" y="109728"/>
                </a:lnTo>
                <a:lnTo>
                  <a:pt x="777240" y="109728"/>
                </a:lnTo>
                <a:lnTo>
                  <a:pt x="777240" y="120396"/>
                </a:lnTo>
                <a:lnTo>
                  <a:pt x="772604" y="172212"/>
                </a:lnTo>
                <a:lnTo>
                  <a:pt x="765429" y="217551"/>
                </a:lnTo>
                <a:lnTo>
                  <a:pt x="755370" y="256705"/>
                </a:lnTo>
                <a:lnTo>
                  <a:pt x="742188" y="289560"/>
                </a:lnTo>
                <a:lnTo>
                  <a:pt x="727608" y="253276"/>
                </a:lnTo>
                <a:lnTo>
                  <a:pt x="715899" y="212979"/>
                </a:lnTo>
                <a:lnTo>
                  <a:pt x="707034" y="168694"/>
                </a:lnTo>
                <a:lnTo>
                  <a:pt x="702360" y="131064"/>
                </a:lnTo>
                <a:lnTo>
                  <a:pt x="701040" y="120396"/>
                </a:lnTo>
                <a:lnTo>
                  <a:pt x="777240" y="120396"/>
                </a:lnTo>
                <a:lnTo>
                  <a:pt x="777240" y="109728"/>
                </a:lnTo>
                <a:lnTo>
                  <a:pt x="702564" y="109728"/>
                </a:lnTo>
                <a:lnTo>
                  <a:pt x="711746" y="86855"/>
                </a:lnTo>
                <a:lnTo>
                  <a:pt x="718870" y="68580"/>
                </a:lnTo>
                <a:lnTo>
                  <a:pt x="737425" y="31242"/>
                </a:lnTo>
                <a:lnTo>
                  <a:pt x="749808" y="22860"/>
                </a:lnTo>
                <a:lnTo>
                  <a:pt x="710184" y="0"/>
                </a:lnTo>
                <a:lnTo>
                  <a:pt x="694486" y="67208"/>
                </a:lnTo>
                <a:lnTo>
                  <a:pt x="677227" y="124968"/>
                </a:lnTo>
                <a:lnTo>
                  <a:pt x="658533" y="173596"/>
                </a:lnTo>
                <a:lnTo>
                  <a:pt x="638556" y="213360"/>
                </a:lnTo>
                <a:lnTo>
                  <a:pt x="643128" y="216408"/>
                </a:lnTo>
                <a:lnTo>
                  <a:pt x="659142" y="195795"/>
                </a:lnTo>
                <a:lnTo>
                  <a:pt x="673036" y="174879"/>
                </a:lnTo>
                <a:lnTo>
                  <a:pt x="684911" y="153403"/>
                </a:lnTo>
                <a:lnTo>
                  <a:pt x="694944" y="131064"/>
                </a:lnTo>
                <a:lnTo>
                  <a:pt x="697179" y="179095"/>
                </a:lnTo>
                <a:lnTo>
                  <a:pt x="703707" y="224980"/>
                </a:lnTo>
                <a:lnTo>
                  <a:pt x="714222" y="268871"/>
                </a:lnTo>
                <a:lnTo>
                  <a:pt x="728472" y="310896"/>
                </a:lnTo>
                <a:lnTo>
                  <a:pt x="703338" y="338315"/>
                </a:lnTo>
                <a:lnTo>
                  <a:pt x="673798" y="363283"/>
                </a:lnTo>
                <a:lnTo>
                  <a:pt x="639953" y="385699"/>
                </a:lnTo>
                <a:lnTo>
                  <a:pt x="601980" y="405384"/>
                </a:lnTo>
                <a:lnTo>
                  <a:pt x="605028" y="411480"/>
                </a:lnTo>
                <a:lnTo>
                  <a:pt x="643597" y="396049"/>
                </a:lnTo>
                <a:lnTo>
                  <a:pt x="679323" y="377190"/>
                </a:lnTo>
                <a:lnTo>
                  <a:pt x="712177" y="354901"/>
                </a:lnTo>
                <a:lnTo>
                  <a:pt x="742188" y="329184"/>
                </a:lnTo>
                <a:lnTo>
                  <a:pt x="758164" y="348957"/>
                </a:lnTo>
                <a:lnTo>
                  <a:pt x="776287" y="367284"/>
                </a:lnTo>
                <a:lnTo>
                  <a:pt x="796404" y="384479"/>
                </a:lnTo>
                <a:lnTo>
                  <a:pt x="818388" y="400812"/>
                </a:lnTo>
                <a:lnTo>
                  <a:pt x="820623" y="393623"/>
                </a:lnTo>
                <a:lnTo>
                  <a:pt x="827151" y="387858"/>
                </a:lnTo>
                <a:lnTo>
                  <a:pt x="837666" y="383247"/>
                </a:lnTo>
                <a:lnTo>
                  <a:pt x="851916" y="379476"/>
                </a:lnTo>
                <a:lnTo>
                  <a:pt x="851916" y="373380"/>
                </a:lnTo>
                <a:lnTo>
                  <a:pt x="826236" y="364502"/>
                </a:lnTo>
                <a:lnTo>
                  <a:pt x="802005" y="351472"/>
                </a:lnTo>
                <a:lnTo>
                  <a:pt x="779475" y="334162"/>
                </a:lnTo>
                <a:lnTo>
                  <a:pt x="774776" y="329184"/>
                </a:lnTo>
                <a:lnTo>
                  <a:pt x="758952" y="312420"/>
                </a:lnTo>
                <a:lnTo>
                  <a:pt x="768908" y="289560"/>
                </a:lnTo>
                <a:lnTo>
                  <a:pt x="774636" y="276415"/>
                </a:lnTo>
                <a:lnTo>
                  <a:pt x="787336" y="232410"/>
                </a:lnTo>
                <a:lnTo>
                  <a:pt x="796874" y="180403"/>
                </a:lnTo>
                <a:lnTo>
                  <a:pt x="803148" y="120396"/>
                </a:lnTo>
                <a:lnTo>
                  <a:pt x="854964" y="120396"/>
                </a:lnTo>
                <a:close/>
              </a:path>
              <a:path w="2186940" h="411479">
                <a:moveTo>
                  <a:pt x="1062215" y="280416"/>
                </a:moveTo>
                <a:lnTo>
                  <a:pt x="1060691" y="274320"/>
                </a:lnTo>
                <a:lnTo>
                  <a:pt x="989063" y="298704"/>
                </a:lnTo>
                <a:lnTo>
                  <a:pt x="989063" y="188976"/>
                </a:lnTo>
                <a:lnTo>
                  <a:pt x="1057643" y="188976"/>
                </a:lnTo>
                <a:lnTo>
                  <a:pt x="1027163" y="156972"/>
                </a:lnTo>
                <a:lnTo>
                  <a:pt x="1007351" y="178308"/>
                </a:lnTo>
                <a:lnTo>
                  <a:pt x="989063" y="178308"/>
                </a:lnTo>
                <a:lnTo>
                  <a:pt x="989063" y="71628"/>
                </a:lnTo>
                <a:lnTo>
                  <a:pt x="1057643" y="71628"/>
                </a:lnTo>
                <a:lnTo>
                  <a:pt x="1027163" y="41148"/>
                </a:lnTo>
                <a:lnTo>
                  <a:pt x="1007351" y="60960"/>
                </a:lnTo>
                <a:lnTo>
                  <a:pt x="897623" y="60960"/>
                </a:lnTo>
                <a:lnTo>
                  <a:pt x="912863" y="77724"/>
                </a:lnTo>
                <a:lnTo>
                  <a:pt x="923150" y="74853"/>
                </a:lnTo>
                <a:lnTo>
                  <a:pt x="933437" y="72961"/>
                </a:lnTo>
                <a:lnTo>
                  <a:pt x="943724" y="71945"/>
                </a:lnTo>
                <a:lnTo>
                  <a:pt x="954011" y="71628"/>
                </a:lnTo>
                <a:lnTo>
                  <a:pt x="966203" y="71628"/>
                </a:lnTo>
                <a:lnTo>
                  <a:pt x="966203" y="178308"/>
                </a:lnTo>
                <a:lnTo>
                  <a:pt x="900671" y="178308"/>
                </a:lnTo>
                <a:lnTo>
                  <a:pt x="915911" y="193548"/>
                </a:lnTo>
                <a:lnTo>
                  <a:pt x="926223" y="191554"/>
                </a:lnTo>
                <a:lnTo>
                  <a:pt x="936675" y="190119"/>
                </a:lnTo>
                <a:lnTo>
                  <a:pt x="947420" y="189268"/>
                </a:lnTo>
                <a:lnTo>
                  <a:pt x="958583" y="188976"/>
                </a:lnTo>
                <a:lnTo>
                  <a:pt x="966203" y="188976"/>
                </a:lnTo>
                <a:lnTo>
                  <a:pt x="966203" y="304800"/>
                </a:lnTo>
                <a:lnTo>
                  <a:pt x="955040" y="308787"/>
                </a:lnTo>
                <a:lnTo>
                  <a:pt x="939723" y="313753"/>
                </a:lnTo>
                <a:lnTo>
                  <a:pt x="920127" y="319595"/>
                </a:lnTo>
                <a:lnTo>
                  <a:pt x="896099" y="326136"/>
                </a:lnTo>
                <a:lnTo>
                  <a:pt x="915911" y="356616"/>
                </a:lnTo>
                <a:lnTo>
                  <a:pt x="963422" y="326923"/>
                </a:lnTo>
                <a:lnTo>
                  <a:pt x="1022375" y="298704"/>
                </a:lnTo>
                <a:lnTo>
                  <a:pt x="1029093" y="295541"/>
                </a:lnTo>
                <a:lnTo>
                  <a:pt x="1062215" y="280416"/>
                </a:lnTo>
                <a:close/>
              </a:path>
              <a:path w="2186940" h="411479">
                <a:moveTo>
                  <a:pt x="1303007" y="381000"/>
                </a:moveTo>
                <a:lnTo>
                  <a:pt x="1271003" y="348996"/>
                </a:lnTo>
                <a:lnTo>
                  <a:pt x="1248143" y="371856"/>
                </a:lnTo>
                <a:lnTo>
                  <a:pt x="1174991" y="371856"/>
                </a:lnTo>
                <a:lnTo>
                  <a:pt x="1174991" y="300228"/>
                </a:lnTo>
                <a:lnTo>
                  <a:pt x="1277099" y="300228"/>
                </a:lnTo>
                <a:lnTo>
                  <a:pt x="1246619" y="268224"/>
                </a:lnTo>
                <a:lnTo>
                  <a:pt x="1226807" y="289560"/>
                </a:lnTo>
                <a:lnTo>
                  <a:pt x="1174991" y="289560"/>
                </a:lnTo>
                <a:lnTo>
                  <a:pt x="1174991" y="214884"/>
                </a:lnTo>
                <a:lnTo>
                  <a:pt x="1237475" y="214884"/>
                </a:lnTo>
                <a:lnTo>
                  <a:pt x="1237475" y="236220"/>
                </a:lnTo>
                <a:lnTo>
                  <a:pt x="1260335" y="225552"/>
                </a:lnTo>
                <a:lnTo>
                  <a:pt x="1260195" y="214884"/>
                </a:lnTo>
                <a:lnTo>
                  <a:pt x="1260106" y="208127"/>
                </a:lnTo>
                <a:lnTo>
                  <a:pt x="1260005" y="204216"/>
                </a:lnTo>
                <a:lnTo>
                  <a:pt x="1259725" y="193548"/>
                </a:lnTo>
                <a:lnTo>
                  <a:pt x="1259052" y="164693"/>
                </a:lnTo>
                <a:lnTo>
                  <a:pt x="1258811" y="138684"/>
                </a:lnTo>
                <a:lnTo>
                  <a:pt x="1258811" y="131064"/>
                </a:lnTo>
                <a:lnTo>
                  <a:pt x="1258811" y="120396"/>
                </a:lnTo>
                <a:lnTo>
                  <a:pt x="1258811" y="56388"/>
                </a:lnTo>
                <a:lnTo>
                  <a:pt x="1264691" y="51816"/>
                </a:lnTo>
                <a:lnTo>
                  <a:pt x="1272527" y="45720"/>
                </a:lnTo>
                <a:lnTo>
                  <a:pt x="1266977" y="41148"/>
                </a:lnTo>
                <a:lnTo>
                  <a:pt x="1246619" y="24384"/>
                </a:lnTo>
                <a:lnTo>
                  <a:pt x="1237475" y="36957"/>
                </a:lnTo>
                <a:lnTo>
                  <a:pt x="1237475" y="51816"/>
                </a:lnTo>
                <a:lnTo>
                  <a:pt x="1237475" y="120396"/>
                </a:lnTo>
                <a:lnTo>
                  <a:pt x="1237475" y="131064"/>
                </a:lnTo>
                <a:lnTo>
                  <a:pt x="1237475" y="204216"/>
                </a:lnTo>
                <a:lnTo>
                  <a:pt x="1174991" y="204216"/>
                </a:lnTo>
                <a:lnTo>
                  <a:pt x="1174991" y="131064"/>
                </a:lnTo>
                <a:lnTo>
                  <a:pt x="1237475" y="131064"/>
                </a:lnTo>
                <a:lnTo>
                  <a:pt x="1237475" y="120396"/>
                </a:lnTo>
                <a:lnTo>
                  <a:pt x="1174991" y="120396"/>
                </a:lnTo>
                <a:lnTo>
                  <a:pt x="1174991" y="51816"/>
                </a:lnTo>
                <a:lnTo>
                  <a:pt x="1237475" y="51816"/>
                </a:lnTo>
                <a:lnTo>
                  <a:pt x="1237475" y="36957"/>
                </a:lnTo>
                <a:lnTo>
                  <a:pt x="1234427" y="41148"/>
                </a:lnTo>
                <a:lnTo>
                  <a:pt x="1155179" y="41148"/>
                </a:lnTo>
                <a:lnTo>
                  <a:pt x="1155179" y="51816"/>
                </a:lnTo>
                <a:lnTo>
                  <a:pt x="1155179" y="120396"/>
                </a:lnTo>
                <a:lnTo>
                  <a:pt x="1155179" y="131064"/>
                </a:lnTo>
                <a:lnTo>
                  <a:pt x="1155179" y="204216"/>
                </a:lnTo>
                <a:lnTo>
                  <a:pt x="1089647" y="204216"/>
                </a:lnTo>
                <a:lnTo>
                  <a:pt x="1089647" y="131064"/>
                </a:lnTo>
                <a:lnTo>
                  <a:pt x="1155179" y="131064"/>
                </a:lnTo>
                <a:lnTo>
                  <a:pt x="1155179" y="120396"/>
                </a:lnTo>
                <a:lnTo>
                  <a:pt x="1089647" y="120396"/>
                </a:lnTo>
                <a:lnTo>
                  <a:pt x="1089647" y="51816"/>
                </a:lnTo>
                <a:lnTo>
                  <a:pt x="1155179" y="51816"/>
                </a:lnTo>
                <a:lnTo>
                  <a:pt x="1155179" y="41148"/>
                </a:lnTo>
                <a:lnTo>
                  <a:pt x="1089647" y="41148"/>
                </a:lnTo>
                <a:lnTo>
                  <a:pt x="1068311" y="24384"/>
                </a:lnTo>
                <a:lnTo>
                  <a:pt x="1068552" y="52438"/>
                </a:lnTo>
                <a:lnTo>
                  <a:pt x="1069606" y="106260"/>
                </a:lnTo>
                <a:lnTo>
                  <a:pt x="1069733" y="120396"/>
                </a:lnTo>
                <a:lnTo>
                  <a:pt x="1069619" y="156972"/>
                </a:lnTo>
                <a:lnTo>
                  <a:pt x="1069492" y="164693"/>
                </a:lnTo>
                <a:lnTo>
                  <a:pt x="1068539" y="214884"/>
                </a:lnTo>
                <a:lnTo>
                  <a:pt x="1068311" y="240792"/>
                </a:lnTo>
                <a:lnTo>
                  <a:pt x="1089647" y="231648"/>
                </a:lnTo>
                <a:lnTo>
                  <a:pt x="1089647" y="214884"/>
                </a:lnTo>
                <a:lnTo>
                  <a:pt x="1155179" y="214884"/>
                </a:lnTo>
                <a:lnTo>
                  <a:pt x="1155179" y="289560"/>
                </a:lnTo>
                <a:lnTo>
                  <a:pt x="1059167" y="289560"/>
                </a:lnTo>
                <a:lnTo>
                  <a:pt x="1074407" y="304800"/>
                </a:lnTo>
                <a:lnTo>
                  <a:pt x="1084719" y="302806"/>
                </a:lnTo>
                <a:lnTo>
                  <a:pt x="1095171" y="301371"/>
                </a:lnTo>
                <a:lnTo>
                  <a:pt x="1105916" y="300520"/>
                </a:lnTo>
                <a:lnTo>
                  <a:pt x="1117079" y="300228"/>
                </a:lnTo>
                <a:lnTo>
                  <a:pt x="1155179" y="300228"/>
                </a:lnTo>
                <a:lnTo>
                  <a:pt x="1155179" y="371856"/>
                </a:lnTo>
                <a:lnTo>
                  <a:pt x="1008875" y="371856"/>
                </a:lnTo>
                <a:lnTo>
                  <a:pt x="1024115" y="387096"/>
                </a:lnTo>
                <a:lnTo>
                  <a:pt x="1034427" y="384860"/>
                </a:lnTo>
                <a:lnTo>
                  <a:pt x="1044879" y="382905"/>
                </a:lnTo>
                <a:lnTo>
                  <a:pt x="1055624" y="381533"/>
                </a:lnTo>
                <a:lnTo>
                  <a:pt x="1066787" y="381000"/>
                </a:lnTo>
                <a:lnTo>
                  <a:pt x="1303007" y="381000"/>
                </a:lnTo>
                <a:close/>
              </a:path>
              <a:path w="2186940" h="411479">
                <a:moveTo>
                  <a:pt x="1507236" y="320040"/>
                </a:moveTo>
                <a:lnTo>
                  <a:pt x="1505712" y="313944"/>
                </a:lnTo>
                <a:lnTo>
                  <a:pt x="1424559" y="332041"/>
                </a:lnTo>
                <a:lnTo>
                  <a:pt x="1383118" y="340741"/>
                </a:lnTo>
                <a:lnTo>
                  <a:pt x="1341120" y="348996"/>
                </a:lnTo>
                <a:lnTo>
                  <a:pt x="1357884" y="379476"/>
                </a:lnTo>
                <a:lnTo>
                  <a:pt x="1369021" y="372364"/>
                </a:lnTo>
                <a:lnTo>
                  <a:pt x="1384173" y="364807"/>
                </a:lnTo>
                <a:lnTo>
                  <a:pt x="1403311" y="356984"/>
                </a:lnTo>
                <a:lnTo>
                  <a:pt x="1426464" y="348996"/>
                </a:lnTo>
                <a:lnTo>
                  <a:pt x="1507236" y="320040"/>
                </a:lnTo>
                <a:close/>
              </a:path>
              <a:path w="2186940" h="411479">
                <a:moveTo>
                  <a:pt x="1519428" y="109728"/>
                </a:moveTo>
                <a:lnTo>
                  <a:pt x="1484376" y="83820"/>
                </a:lnTo>
                <a:lnTo>
                  <a:pt x="1477848" y="99872"/>
                </a:lnTo>
                <a:lnTo>
                  <a:pt x="1469898" y="116205"/>
                </a:lnTo>
                <a:lnTo>
                  <a:pt x="1460792" y="133121"/>
                </a:lnTo>
                <a:lnTo>
                  <a:pt x="1450848" y="150876"/>
                </a:lnTo>
                <a:lnTo>
                  <a:pt x="1362456" y="155448"/>
                </a:lnTo>
                <a:lnTo>
                  <a:pt x="1381328" y="136334"/>
                </a:lnTo>
                <a:lnTo>
                  <a:pt x="1401508" y="111061"/>
                </a:lnTo>
                <a:lnTo>
                  <a:pt x="1423098" y="79806"/>
                </a:lnTo>
                <a:lnTo>
                  <a:pt x="1446276" y="42672"/>
                </a:lnTo>
                <a:lnTo>
                  <a:pt x="1461516" y="32004"/>
                </a:lnTo>
                <a:lnTo>
                  <a:pt x="1426464" y="9144"/>
                </a:lnTo>
                <a:lnTo>
                  <a:pt x="1420723" y="28536"/>
                </a:lnTo>
                <a:lnTo>
                  <a:pt x="1412557" y="49911"/>
                </a:lnTo>
                <a:lnTo>
                  <a:pt x="1388364" y="97536"/>
                </a:lnTo>
                <a:lnTo>
                  <a:pt x="1361503" y="138493"/>
                </a:lnTo>
                <a:lnTo>
                  <a:pt x="1338072" y="155448"/>
                </a:lnTo>
                <a:lnTo>
                  <a:pt x="1354836" y="188976"/>
                </a:lnTo>
                <a:lnTo>
                  <a:pt x="1397508" y="169164"/>
                </a:lnTo>
                <a:lnTo>
                  <a:pt x="1419987" y="164401"/>
                </a:lnTo>
                <a:lnTo>
                  <a:pt x="1432217" y="161671"/>
                </a:lnTo>
                <a:lnTo>
                  <a:pt x="1405737" y="212509"/>
                </a:lnTo>
                <a:lnTo>
                  <a:pt x="1369885" y="250317"/>
                </a:lnTo>
                <a:lnTo>
                  <a:pt x="1350264" y="262128"/>
                </a:lnTo>
                <a:lnTo>
                  <a:pt x="1371600" y="294132"/>
                </a:lnTo>
                <a:lnTo>
                  <a:pt x="1411668" y="273989"/>
                </a:lnTo>
                <a:lnTo>
                  <a:pt x="1456067" y="259080"/>
                </a:lnTo>
                <a:lnTo>
                  <a:pt x="1495044" y="248412"/>
                </a:lnTo>
                <a:lnTo>
                  <a:pt x="1493520" y="240792"/>
                </a:lnTo>
                <a:lnTo>
                  <a:pt x="1380744" y="259080"/>
                </a:lnTo>
                <a:lnTo>
                  <a:pt x="1412189" y="227076"/>
                </a:lnTo>
                <a:lnTo>
                  <a:pt x="1442656" y="192786"/>
                </a:lnTo>
                <a:lnTo>
                  <a:pt x="1470393" y="158496"/>
                </a:lnTo>
                <a:lnTo>
                  <a:pt x="1472247" y="156210"/>
                </a:lnTo>
                <a:lnTo>
                  <a:pt x="1472819" y="155448"/>
                </a:lnTo>
                <a:lnTo>
                  <a:pt x="1501140" y="117348"/>
                </a:lnTo>
                <a:lnTo>
                  <a:pt x="1519428" y="109728"/>
                </a:lnTo>
                <a:close/>
              </a:path>
              <a:path w="2186940" h="411479">
                <a:moveTo>
                  <a:pt x="1723644" y="201168"/>
                </a:moveTo>
                <a:lnTo>
                  <a:pt x="1705825" y="163830"/>
                </a:lnTo>
                <a:lnTo>
                  <a:pt x="1662874" y="140970"/>
                </a:lnTo>
                <a:lnTo>
                  <a:pt x="1613916" y="120396"/>
                </a:lnTo>
                <a:lnTo>
                  <a:pt x="1626489" y="104165"/>
                </a:lnTo>
                <a:lnTo>
                  <a:pt x="1651635" y="71107"/>
                </a:lnTo>
                <a:lnTo>
                  <a:pt x="1664208" y="54864"/>
                </a:lnTo>
                <a:lnTo>
                  <a:pt x="1678178" y="47244"/>
                </a:lnTo>
                <a:lnTo>
                  <a:pt x="1680972" y="45720"/>
                </a:lnTo>
                <a:lnTo>
                  <a:pt x="1655064" y="19812"/>
                </a:lnTo>
                <a:lnTo>
                  <a:pt x="1638300" y="36576"/>
                </a:lnTo>
                <a:lnTo>
                  <a:pt x="1501140" y="36576"/>
                </a:lnTo>
                <a:lnTo>
                  <a:pt x="1516380" y="53340"/>
                </a:lnTo>
                <a:lnTo>
                  <a:pt x="1525803" y="50469"/>
                </a:lnTo>
                <a:lnTo>
                  <a:pt x="1535811" y="48577"/>
                </a:lnTo>
                <a:lnTo>
                  <a:pt x="1546377" y="47561"/>
                </a:lnTo>
                <a:lnTo>
                  <a:pt x="1557528" y="47244"/>
                </a:lnTo>
                <a:lnTo>
                  <a:pt x="1636776" y="47244"/>
                </a:lnTo>
                <a:lnTo>
                  <a:pt x="1603629" y="98869"/>
                </a:lnTo>
                <a:lnTo>
                  <a:pt x="1568196" y="140208"/>
                </a:lnTo>
                <a:lnTo>
                  <a:pt x="1526667" y="175450"/>
                </a:lnTo>
                <a:lnTo>
                  <a:pt x="1473708" y="207264"/>
                </a:lnTo>
                <a:lnTo>
                  <a:pt x="1476756" y="214884"/>
                </a:lnTo>
                <a:lnTo>
                  <a:pt x="1524381" y="192024"/>
                </a:lnTo>
                <a:lnTo>
                  <a:pt x="1560576" y="169164"/>
                </a:lnTo>
                <a:lnTo>
                  <a:pt x="1598714" y="137452"/>
                </a:lnTo>
                <a:lnTo>
                  <a:pt x="1607820" y="128016"/>
                </a:lnTo>
                <a:lnTo>
                  <a:pt x="1638935" y="147688"/>
                </a:lnTo>
                <a:lnTo>
                  <a:pt x="1663636" y="165354"/>
                </a:lnTo>
                <a:lnTo>
                  <a:pt x="1681746" y="180746"/>
                </a:lnTo>
                <a:lnTo>
                  <a:pt x="1693164" y="193548"/>
                </a:lnTo>
                <a:lnTo>
                  <a:pt x="1699463" y="201549"/>
                </a:lnTo>
                <a:lnTo>
                  <a:pt x="1704784" y="207264"/>
                </a:lnTo>
                <a:lnTo>
                  <a:pt x="1709229" y="210693"/>
                </a:lnTo>
                <a:lnTo>
                  <a:pt x="1712976" y="211836"/>
                </a:lnTo>
                <a:lnTo>
                  <a:pt x="1714500" y="211836"/>
                </a:lnTo>
                <a:lnTo>
                  <a:pt x="1720596" y="205740"/>
                </a:lnTo>
                <a:lnTo>
                  <a:pt x="1723644" y="201168"/>
                </a:lnTo>
                <a:close/>
              </a:path>
              <a:path w="2186940" h="411479">
                <a:moveTo>
                  <a:pt x="1743456" y="379476"/>
                </a:moveTo>
                <a:lnTo>
                  <a:pt x="1714500" y="348996"/>
                </a:lnTo>
                <a:lnTo>
                  <a:pt x="1693164" y="368808"/>
                </a:lnTo>
                <a:lnTo>
                  <a:pt x="1612392" y="368808"/>
                </a:lnTo>
                <a:lnTo>
                  <a:pt x="1612392" y="251460"/>
                </a:lnTo>
                <a:lnTo>
                  <a:pt x="1712976" y="251460"/>
                </a:lnTo>
                <a:lnTo>
                  <a:pt x="1682496" y="219456"/>
                </a:lnTo>
                <a:lnTo>
                  <a:pt x="1662684" y="240792"/>
                </a:lnTo>
                <a:lnTo>
                  <a:pt x="1508760" y="240792"/>
                </a:lnTo>
                <a:lnTo>
                  <a:pt x="1525524" y="256032"/>
                </a:lnTo>
                <a:lnTo>
                  <a:pt x="1534947" y="254038"/>
                </a:lnTo>
                <a:lnTo>
                  <a:pt x="1544955" y="252603"/>
                </a:lnTo>
                <a:lnTo>
                  <a:pt x="1555521" y="251752"/>
                </a:lnTo>
                <a:lnTo>
                  <a:pt x="1566672" y="251460"/>
                </a:lnTo>
                <a:lnTo>
                  <a:pt x="1588008" y="251460"/>
                </a:lnTo>
                <a:lnTo>
                  <a:pt x="1588008" y="368808"/>
                </a:lnTo>
                <a:lnTo>
                  <a:pt x="1464564" y="368808"/>
                </a:lnTo>
                <a:lnTo>
                  <a:pt x="1479804" y="385572"/>
                </a:lnTo>
                <a:lnTo>
                  <a:pt x="1489227" y="382701"/>
                </a:lnTo>
                <a:lnTo>
                  <a:pt x="1499235" y="380809"/>
                </a:lnTo>
                <a:lnTo>
                  <a:pt x="1509801" y="379793"/>
                </a:lnTo>
                <a:lnTo>
                  <a:pt x="1520952" y="379476"/>
                </a:lnTo>
                <a:lnTo>
                  <a:pt x="1743456" y="379476"/>
                </a:lnTo>
                <a:close/>
              </a:path>
              <a:path w="2186940" h="411479">
                <a:moveTo>
                  <a:pt x="1839455" y="149364"/>
                </a:moveTo>
                <a:lnTo>
                  <a:pt x="1836940" y="139649"/>
                </a:lnTo>
                <a:lnTo>
                  <a:pt x="1827263" y="128790"/>
                </a:lnTo>
                <a:lnTo>
                  <a:pt x="1810740" y="116789"/>
                </a:lnTo>
                <a:lnTo>
                  <a:pt x="1787639" y="103644"/>
                </a:lnTo>
                <a:lnTo>
                  <a:pt x="1783067" y="108216"/>
                </a:lnTo>
                <a:lnTo>
                  <a:pt x="1793646" y="121399"/>
                </a:lnTo>
                <a:lnTo>
                  <a:pt x="1802498" y="133743"/>
                </a:lnTo>
                <a:lnTo>
                  <a:pt x="1809623" y="145453"/>
                </a:lnTo>
                <a:lnTo>
                  <a:pt x="1815071" y="156984"/>
                </a:lnTo>
                <a:lnTo>
                  <a:pt x="1818119" y="169176"/>
                </a:lnTo>
                <a:lnTo>
                  <a:pt x="1822691" y="175272"/>
                </a:lnTo>
                <a:lnTo>
                  <a:pt x="1828787" y="175272"/>
                </a:lnTo>
                <a:lnTo>
                  <a:pt x="1830311" y="173748"/>
                </a:lnTo>
                <a:lnTo>
                  <a:pt x="1834883" y="170700"/>
                </a:lnTo>
                <a:lnTo>
                  <a:pt x="1837931" y="169176"/>
                </a:lnTo>
                <a:lnTo>
                  <a:pt x="1839455" y="161556"/>
                </a:lnTo>
                <a:lnTo>
                  <a:pt x="1839455" y="149364"/>
                </a:lnTo>
                <a:close/>
              </a:path>
              <a:path w="2186940" h="411479">
                <a:moveTo>
                  <a:pt x="1882127" y="53352"/>
                </a:moveTo>
                <a:lnTo>
                  <a:pt x="1850123" y="20370"/>
                </a:lnTo>
                <a:lnTo>
                  <a:pt x="1831835" y="10680"/>
                </a:lnTo>
                <a:lnTo>
                  <a:pt x="1828787" y="15252"/>
                </a:lnTo>
                <a:lnTo>
                  <a:pt x="1837575" y="25819"/>
                </a:lnTo>
                <a:lnTo>
                  <a:pt x="1845360" y="36969"/>
                </a:lnTo>
                <a:lnTo>
                  <a:pt x="1851723" y="48679"/>
                </a:lnTo>
                <a:lnTo>
                  <a:pt x="1856219" y="60972"/>
                </a:lnTo>
                <a:lnTo>
                  <a:pt x="1860791" y="76212"/>
                </a:lnTo>
                <a:lnTo>
                  <a:pt x="1865363" y="82308"/>
                </a:lnTo>
                <a:lnTo>
                  <a:pt x="1869935" y="82308"/>
                </a:lnTo>
                <a:lnTo>
                  <a:pt x="1872983" y="80784"/>
                </a:lnTo>
                <a:lnTo>
                  <a:pt x="1876031" y="76212"/>
                </a:lnTo>
                <a:lnTo>
                  <a:pt x="1880603" y="70116"/>
                </a:lnTo>
                <a:lnTo>
                  <a:pt x="1882127" y="65544"/>
                </a:lnTo>
                <a:lnTo>
                  <a:pt x="1882127" y="53352"/>
                </a:lnTo>
                <a:close/>
              </a:path>
              <a:path w="2186940" h="411479">
                <a:moveTo>
                  <a:pt x="1901939" y="96024"/>
                </a:moveTo>
                <a:lnTo>
                  <a:pt x="1894319" y="94500"/>
                </a:lnTo>
                <a:lnTo>
                  <a:pt x="1873745" y="162483"/>
                </a:lnTo>
                <a:lnTo>
                  <a:pt x="1857743" y="213182"/>
                </a:lnTo>
                <a:lnTo>
                  <a:pt x="1846313" y="246443"/>
                </a:lnTo>
                <a:lnTo>
                  <a:pt x="1839455" y="262140"/>
                </a:lnTo>
                <a:lnTo>
                  <a:pt x="1833359" y="272808"/>
                </a:lnTo>
                <a:lnTo>
                  <a:pt x="1827263" y="277380"/>
                </a:lnTo>
                <a:lnTo>
                  <a:pt x="1822691" y="277380"/>
                </a:lnTo>
                <a:lnTo>
                  <a:pt x="1816696" y="277990"/>
                </a:lnTo>
                <a:lnTo>
                  <a:pt x="1807832" y="277761"/>
                </a:lnTo>
                <a:lnTo>
                  <a:pt x="1781543" y="275856"/>
                </a:lnTo>
                <a:lnTo>
                  <a:pt x="1781543" y="281952"/>
                </a:lnTo>
                <a:lnTo>
                  <a:pt x="1821167" y="301764"/>
                </a:lnTo>
                <a:lnTo>
                  <a:pt x="1824215" y="307860"/>
                </a:lnTo>
                <a:lnTo>
                  <a:pt x="1824215" y="317004"/>
                </a:lnTo>
                <a:lnTo>
                  <a:pt x="1823935" y="323621"/>
                </a:lnTo>
                <a:lnTo>
                  <a:pt x="1823072" y="329958"/>
                </a:lnTo>
                <a:lnTo>
                  <a:pt x="1821649" y="336283"/>
                </a:lnTo>
                <a:lnTo>
                  <a:pt x="1819643" y="342912"/>
                </a:lnTo>
                <a:lnTo>
                  <a:pt x="1818119" y="352056"/>
                </a:lnTo>
                <a:lnTo>
                  <a:pt x="1816709" y="359105"/>
                </a:lnTo>
                <a:lnTo>
                  <a:pt x="1816595" y="376440"/>
                </a:lnTo>
                <a:lnTo>
                  <a:pt x="1821167" y="381012"/>
                </a:lnTo>
                <a:lnTo>
                  <a:pt x="1836407" y="387108"/>
                </a:lnTo>
                <a:lnTo>
                  <a:pt x="1840979" y="388632"/>
                </a:lnTo>
                <a:lnTo>
                  <a:pt x="1847075" y="388632"/>
                </a:lnTo>
                <a:lnTo>
                  <a:pt x="1850123" y="385584"/>
                </a:lnTo>
                <a:lnTo>
                  <a:pt x="1850123" y="381012"/>
                </a:lnTo>
                <a:lnTo>
                  <a:pt x="1849005" y="374129"/>
                </a:lnTo>
                <a:lnTo>
                  <a:pt x="1848027" y="364820"/>
                </a:lnTo>
                <a:lnTo>
                  <a:pt x="1847342" y="352933"/>
                </a:lnTo>
                <a:lnTo>
                  <a:pt x="1847303" y="350532"/>
                </a:lnTo>
                <a:lnTo>
                  <a:pt x="1847189" y="333171"/>
                </a:lnTo>
                <a:lnTo>
                  <a:pt x="1847392" y="322910"/>
                </a:lnTo>
                <a:lnTo>
                  <a:pt x="1848408" y="308622"/>
                </a:lnTo>
                <a:lnTo>
                  <a:pt x="1850301" y="295478"/>
                </a:lnTo>
                <a:lnTo>
                  <a:pt x="1853171" y="283476"/>
                </a:lnTo>
                <a:lnTo>
                  <a:pt x="1854542" y="277990"/>
                </a:lnTo>
                <a:lnTo>
                  <a:pt x="1858010" y="264045"/>
                </a:lnTo>
                <a:lnTo>
                  <a:pt x="1867839" y="226326"/>
                </a:lnTo>
                <a:lnTo>
                  <a:pt x="1882432" y="170700"/>
                </a:lnTo>
                <a:lnTo>
                  <a:pt x="1901939" y="96024"/>
                </a:lnTo>
                <a:close/>
              </a:path>
              <a:path w="2186940" h="411479">
                <a:moveTo>
                  <a:pt x="2004047" y="239280"/>
                </a:moveTo>
                <a:lnTo>
                  <a:pt x="1965947" y="220992"/>
                </a:lnTo>
                <a:lnTo>
                  <a:pt x="1965756" y="237756"/>
                </a:lnTo>
                <a:lnTo>
                  <a:pt x="1965629" y="246443"/>
                </a:lnTo>
                <a:lnTo>
                  <a:pt x="1961375" y="298716"/>
                </a:lnTo>
                <a:lnTo>
                  <a:pt x="1948738" y="336854"/>
                </a:lnTo>
                <a:lnTo>
                  <a:pt x="1915274" y="377774"/>
                </a:lnTo>
                <a:lnTo>
                  <a:pt x="1872983" y="403872"/>
                </a:lnTo>
                <a:lnTo>
                  <a:pt x="1874507" y="409968"/>
                </a:lnTo>
                <a:lnTo>
                  <a:pt x="1909940" y="395871"/>
                </a:lnTo>
                <a:lnTo>
                  <a:pt x="1950262" y="370357"/>
                </a:lnTo>
                <a:lnTo>
                  <a:pt x="1976615" y="330720"/>
                </a:lnTo>
                <a:lnTo>
                  <a:pt x="1989912" y="274561"/>
                </a:lnTo>
                <a:lnTo>
                  <a:pt x="1991855" y="251472"/>
                </a:lnTo>
                <a:lnTo>
                  <a:pt x="2004047" y="239280"/>
                </a:lnTo>
                <a:close/>
              </a:path>
              <a:path w="2186940" h="411479">
                <a:moveTo>
                  <a:pt x="2046719" y="36588"/>
                </a:moveTo>
                <a:lnTo>
                  <a:pt x="2013572" y="7454"/>
                </a:lnTo>
                <a:lnTo>
                  <a:pt x="2000999" y="12"/>
                </a:lnTo>
                <a:lnTo>
                  <a:pt x="1997951" y="4584"/>
                </a:lnTo>
                <a:lnTo>
                  <a:pt x="2005380" y="14249"/>
                </a:lnTo>
                <a:lnTo>
                  <a:pt x="2011667" y="24777"/>
                </a:lnTo>
                <a:lnTo>
                  <a:pt x="2016760" y="35750"/>
                </a:lnTo>
                <a:lnTo>
                  <a:pt x="2020811" y="47256"/>
                </a:lnTo>
                <a:lnTo>
                  <a:pt x="2023859" y="59448"/>
                </a:lnTo>
                <a:lnTo>
                  <a:pt x="2026907" y="65544"/>
                </a:lnTo>
                <a:lnTo>
                  <a:pt x="2033003" y="65544"/>
                </a:lnTo>
                <a:lnTo>
                  <a:pt x="2036051" y="62496"/>
                </a:lnTo>
                <a:lnTo>
                  <a:pt x="2040623" y="56400"/>
                </a:lnTo>
                <a:lnTo>
                  <a:pt x="2043671" y="50304"/>
                </a:lnTo>
                <a:lnTo>
                  <a:pt x="2046719" y="45732"/>
                </a:lnTo>
                <a:lnTo>
                  <a:pt x="2046719" y="36588"/>
                </a:lnTo>
                <a:close/>
              </a:path>
              <a:path w="2186940" h="411479">
                <a:moveTo>
                  <a:pt x="2107679" y="237756"/>
                </a:moveTo>
                <a:lnTo>
                  <a:pt x="2065007" y="216420"/>
                </a:lnTo>
                <a:lnTo>
                  <a:pt x="2065896" y="234111"/>
                </a:lnTo>
                <a:lnTo>
                  <a:pt x="2066264" y="251472"/>
                </a:lnTo>
                <a:lnTo>
                  <a:pt x="2066391" y="262140"/>
                </a:lnTo>
                <a:lnTo>
                  <a:pt x="2066518" y="288810"/>
                </a:lnTo>
                <a:lnTo>
                  <a:pt x="2066404" y="350532"/>
                </a:lnTo>
                <a:lnTo>
                  <a:pt x="2066328" y="359676"/>
                </a:lnTo>
                <a:lnTo>
                  <a:pt x="2065896" y="382841"/>
                </a:lnTo>
                <a:lnTo>
                  <a:pt x="2065007" y="405396"/>
                </a:lnTo>
                <a:lnTo>
                  <a:pt x="2093963" y="393204"/>
                </a:lnTo>
                <a:lnTo>
                  <a:pt x="2091867" y="344436"/>
                </a:lnTo>
                <a:lnTo>
                  <a:pt x="2091169" y="298716"/>
                </a:lnTo>
                <a:lnTo>
                  <a:pt x="2090915" y="249948"/>
                </a:lnTo>
                <a:lnTo>
                  <a:pt x="2107679" y="237756"/>
                </a:lnTo>
                <a:close/>
              </a:path>
              <a:path w="2186940" h="411479">
                <a:moveTo>
                  <a:pt x="2186927" y="205752"/>
                </a:moveTo>
                <a:lnTo>
                  <a:pt x="2144661" y="201460"/>
                </a:lnTo>
                <a:lnTo>
                  <a:pt x="2107107" y="193179"/>
                </a:lnTo>
                <a:lnTo>
                  <a:pt x="2070049" y="178320"/>
                </a:lnTo>
                <a:lnTo>
                  <a:pt x="2046719" y="164604"/>
                </a:lnTo>
                <a:lnTo>
                  <a:pt x="2058187" y="150888"/>
                </a:lnTo>
                <a:lnTo>
                  <a:pt x="2062683" y="145503"/>
                </a:lnTo>
                <a:lnTo>
                  <a:pt x="2078723" y="124599"/>
                </a:lnTo>
                <a:lnTo>
                  <a:pt x="2094725" y="102019"/>
                </a:lnTo>
                <a:lnTo>
                  <a:pt x="2110727" y="77736"/>
                </a:lnTo>
                <a:lnTo>
                  <a:pt x="2185403" y="77736"/>
                </a:lnTo>
                <a:lnTo>
                  <a:pt x="2156447" y="45732"/>
                </a:lnTo>
                <a:lnTo>
                  <a:pt x="2135111" y="67068"/>
                </a:lnTo>
                <a:lnTo>
                  <a:pt x="2081771" y="67068"/>
                </a:lnTo>
                <a:lnTo>
                  <a:pt x="2081771" y="77736"/>
                </a:lnTo>
                <a:lnTo>
                  <a:pt x="2070011" y="97739"/>
                </a:lnTo>
                <a:lnTo>
                  <a:pt x="2057387" y="116598"/>
                </a:lnTo>
                <a:lnTo>
                  <a:pt x="2043633" y="134315"/>
                </a:lnTo>
                <a:lnTo>
                  <a:pt x="2028431" y="150888"/>
                </a:lnTo>
                <a:lnTo>
                  <a:pt x="2013839" y="137744"/>
                </a:lnTo>
                <a:lnTo>
                  <a:pt x="1999665" y="121170"/>
                </a:lnTo>
                <a:lnTo>
                  <a:pt x="1985784" y="101168"/>
                </a:lnTo>
                <a:lnTo>
                  <a:pt x="1972043" y="77736"/>
                </a:lnTo>
                <a:lnTo>
                  <a:pt x="2081771" y="77736"/>
                </a:lnTo>
                <a:lnTo>
                  <a:pt x="2081771" y="67068"/>
                </a:lnTo>
                <a:lnTo>
                  <a:pt x="1897367" y="67068"/>
                </a:lnTo>
                <a:lnTo>
                  <a:pt x="1912607" y="82308"/>
                </a:lnTo>
                <a:lnTo>
                  <a:pt x="1922043" y="80302"/>
                </a:lnTo>
                <a:lnTo>
                  <a:pt x="1932038" y="78879"/>
                </a:lnTo>
                <a:lnTo>
                  <a:pt x="1942617" y="78016"/>
                </a:lnTo>
                <a:lnTo>
                  <a:pt x="1953755" y="77736"/>
                </a:lnTo>
                <a:lnTo>
                  <a:pt x="1961375" y="77736"/>
                </a:lnTo>
                <a:lnTo>
                  <a:pt x="1970570" y="99453"/>
                </a:lnTo>
                <a:lnTo>
                  <a:pt x="1982330" y="121170"/>
                </a:lnTo>
                <a:lnTo>
                  <a:pt x="1996960" y="142887"/>
                </a:lnTo>
                <a:lnTo>
                  <a:pt x="2014715" y="164604"/>
                </a:lnTo>
                <a:lnTo>
                  <a:pt x="1984425" y="187439"/>
                </a:lnTo>
                <a:lnTo>
                  <a:pt x="1950707" y="207848"/>
                </a:lnTo>
                <a:lnTo>
                  <a:pt x="1913559" y="225679"/>
                </a:lnTo>
                <a:lnTo>
                  <a:pt x="1872983" y="240804"/>
                </a:lnTo>
                <a:lnTo>
                  <a:pt x="1872983" y="248424"/>
                </a:lnTo>
                <a:lnTo>
                  <a:pt x="1918131" y="235318"/>
                </a:lnTo>
                <a:lnTo>
                  <a:pt x="1959851" y="219087"/>
                </a:lnTo>
                <a:lnTo>
                  <a:pt x="1998141" y="199986"/>
                </a:lnTo>
                <a:lnTo>
                  <a:pt x="2033003" y="178320"/>
                </a:lnTo>
                <a:lnTo>
                  <a:pt x="2057006" y="195503"/>
                </a:lnTo>
                <a:lnTo>
                  <a:pt x="2085581" y="210705"/>
                </a:lnTo>
                <a:lnTo>
                  <a:pt x="2118728" y="224180"/>
                </a:lnTo>
                <a:lnTo>
                  <a:pt x="2156447" y="236232"/>
                </a:lnTo>
                <a:lnTo>
                  <a:pt x="2160143" y="227914"/>
                </a:lnTo>
                <a:lnTo>
                  <a:pt x="2166543" y="221183"/>
                </a:lnTo>
                <a:lnTo>
                  <a:pt x="2175522" y="215861"/>
                </a:lnTo>
                <a:lnTo>
                  <a:pt x="2186927" y="211848"/>
                </a:lnTo>
                <a:lnTo>
                  <a:pt x="2186927" y="20575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" name="object 25"/>
          <p:cNvSpPr/>
          <p:nvPr/>
        </p:nvSpPr>
        <p:spPr>
          <a:xfrm>
            <a:off x="4357116" y="2913887"/>
            <a:ext cx="838200" cy="410209"/>
          </a:xfrm>
          <a:custGeom>
            <a:avLst/>
            <a:gdLst/>
            <a:ahLst/>
            <a:cxnLst/>
            <a:rect l="l" t="t" r="r" b="b"/>
            <a:pathLst>
              <a:path w="838200" h="410210">
                <a:moveTo>
                  <a:pt x="129438" y="80200"/>
                </a:moveTo>
                <a:lnTo>
                  <a:pt x="93726" y="33909"/>
                </a:lnTo>
                <a:lnTo>
                  <a:pt x="68580" y="16764"/>
                </a:lnTo>
                <a:lnTo>
                  <a:pt x="64008" y="19812"/>
                </a:lnTo>
                <a:lnTo>
                  <a:pt x="76555" y="39776"/>
                </a:lnTo>
                <a:lnTo>
                  <a:pt x="86677" y="58293"/>
                </a:lnTo>
                <a:lnTo>
                  <a:pt x="94221" y="75107"/>
                </a:lnTo>
                <a:lnTo>
                  <a:pt x="99060" y="89916"/>
                </a:lnTo>
                <a:lnTo>
                  <a:pt x="102108" y="102108"/>
                </a:lnTo>
                <a:lnTo>
                  <a:pt x="106680" y="108204"/>
                </a:lnTo>
                <a:lnTo>
                  <a:pt x="112776" y="108204"/>
                </a:lnTo>
                <a:lnTo>
                  <a:pt x="117348" y="105156"/>
                </a:lnTo>
                <a:lnTo>
                  <a:pt x="123444" y="99060"/>
                </a:lnTo>
                <a:lnTo>
                  <a:pt x="127152" y="93916"/>
                </a:lnTo>
                <a:lnTo>
                  <a:pt x="129120" y="87731"/>
                </a:lnTo>
                <a:lnTo>
                  <a:pt x="129209" y="86296"/>
                </a:lnTo>
                <a:lnTo>
                  <a:pt x="129438" y="80200"/>
                </a:lnTo>
                <a:close/>
              </a:path>
              <a:path w="838200" h="410210">
                <a:moveTo>
                  <a:pt x="213690" y="72580"/>
                </a:moveTo>
                <a:lnTo>
                  <a:pt x="183565" y="25654"/>
                </a:lnTo>
                <a:lnTo>
                  <a:pt x="161544" y="7620"/>
                </a:lnTo>
                <a:lnTo>
                  <a:pt x="155448" y="10668"/>
                </a:lnTo>
                <a:lnTo>
                  <a:pt x="165519" y="29527"/>
                </a:lnTo>
                <a:lnTo>
                  <a:pt x="173164" y="47244"/>
                </a:lnTo>
                <a:lnTo>
                  <a:pt x="178803" y="63817"/>
                </a:lnTo>
                <a:lnTo>
                  <a:pt x="182880" y="79248"/>
                </a:lnTo>
                <a:lnTo>
                  <a:pt x="184404" y="92964"/>
                </a:lnTo>
                <a:lnTo>
                  <a:pt x="188976" y="99060"/>
                </a:lnTo>
                <a:lnTo>
                  <a:pt x="196596" y="99060"/>
                </a:lnTo>
                <a:lnTo>
                  <a:pt x="201168" y="97536"/>
                </a:lnTo>
                <a:lnTo>
                  <a:pt x="207264" y="91440"/>
                </a:lnTo>
                <a:lnTo>
                  <a:pt x="210350" y="86296"/>
                </a:lnTo>
                <a:lnTo>
                  <a:pt x="212598" y="80010"/>
                </a:lnTo>
                <a:lnTo>
                  <a:pt x="213690" y="72580"/>
                </a:lnTo>
                <a:close/>
              </a:path>
              <a:path w="838200" h="410210">
                <a:moveTo>
                  <a:pt x="393192" y="280416"/>
                </a:moveTo>
                <a:lnTo>
                  <a:pt x="355092" y="242316"/>
                </a:lnTo>
                <a:lnTo>
                  <a:pt x="326136" y="269748"/>
                </a:lnTo>
                <a:lnTo>
                  <a:pt x="213360" y="269748"/>
                </a:lnTo>
                <a:lnTo>
                  <a:pt x="213360" y="262128"/>
                </a:lnTo>
                <a:lnTo>
                  <a:pt x="225552" y="254508"/>
                </a:lnTo>
                <a:lnTo>
                  <a:pt x="211836" y="245364"/>
                </a:lnTo>
                <a:lnTo>
                  <a:pt x="219494" y="240792"/>
                </a:lnTo>
                <a:lnTo>
                  <a:pt x="231495" y="233629"/>
                </a:lnTo>
                <a:lnTo>
                  <a:pt x="264553" y="214718"/>
                </a:lnTo>
                <a:lnTo>
                  <a:pt x="277368" y="207264"/>
                </a:lnTo>
                <a:lnTo>
                  <a:pt x="288226" y="202387"/>
                </a:lnTo>
                <a:lnTo>
                  <a:pt x="297942" y="199072"/>
                </a:lnTo>
                <a:lnTo>
                  <a:pt x="306514" y="197192"/>
                </a:lnTo>
                <a:lnTo>
                  <a:pt x="313944" y="196596"/>
                </a:lnTo>
                <a:lnTo>
                  <a:pt x="308673" y="190500"/>
                </a:lnTo>
                <a:lnTo>
                  <a:pt x="284988" y="163068"/>
                </a:lnTo>
                <a:lnTo>
                  <a:pt x="265176" y="179832"/>
                </a:lnTo>
                <a:lnTo>
                  <a:pt x="65532" y="179832"/>
                </a:lnTo>
                <a:lnTo>
                  <a:pt x="80772" y="195072"/>
                </a:lnTo>
                <a:lnTo>
                  <a:pt x="91071" y="193078"/>
                </a:lnTo>
                <a:lnTo>
                  <a:pt x="101536" y="191643"/>
                </a:lnTo>
                <a:lnTo>
                  <a:pt x="112268" y="190792"/>
                </a:lnTo>
                <a:lnTo>
                  <a:pt x="123444" y="190500"/>
                </a:lnTo>
                <a:lnTo>
                  <a:pt x="268224" y="190500"/>
                </a:lnTo>
                <a:lnTo>
                  <a:pt x="207264" y="240792"/>
                </a:lnTo>
                <a:lnTo>
                  <a:pt x="187452" y="230124"/>
                </a:lnTo>
                <a:lnTo>
                  <a:pt x="188341" y="242316"/>
                </a:lnTo>
                <a:lnTo>
                  <a:pt x="188785" y="252222"/>
                </a:lnTo>
                <a:lnTo>
                  <a:pt x="188950" y="261416"/>
                </a:lnTo>
                <a:lnTo>
                  <a:pt x="188976" y="269748"/>
                </a:lnTo>
                <a:lnTo>
                  <a:pt x="0" y="269748"/>
                </a:lnTo>
                <a:lnTo>
                  <a:pt x="15240" y="286512"/>
                </a:lnTo>
                <a:lnTo>
                  <a:pt x="24879" y="283641"/>
                </a:lnTo>
                <a:lnTo>
                  <a:pt x="35242" y="281749"/>
                </a:lnTo>
                <a:lnTo>
                  <a:pt x="45885" y="280733"/>
                </a:lnTo>
                <a:lnTo>
                  <a:pt x="56388" y="280416"/>
                </a:lnTo>
                <a:lnTo>
                  <a:pt x="188976" y="280416"/>
                </a:lnTo>
                <a:lnTo>
                  <a:pt x="188976" y="359664"/>
                </a:lnTo>
                <a:lnTo>
                  <a:pt x="184404" y="365760"/>
                </a:lnTo>
                <a:lnTo>
                  <a:pt x="175260" y="367284"/>
                </a:lnTo>
                <a:lnTo>
                  <a:pt x="166420" y="366979"/>
                </a:lnTo>
                <a:lnTo>
                  <a:pt x="153733" y="365950"/>
                </a:lnTo>
                <a:lnTo>
                  <a:pt x="137325" y="364070"/>
                </a:lnTo>
                <a:lnTo>
                  <a:pt x="117348" y="361188"/>
                </a:lnTo>
                <a:lnTo>
                  <a:pt x="117348" y="368808"/>
                </a:lnTo>
                <a:lnTo>
                  <a:pt x="142443" y="378866"/>
                </a:lnTo>
                <a:lnTo>
                  <a:pt x="160401" y="388620"/>
                </a:lnTo>
                <a:lnTo>
                  <a:pt x="170916" y="398386"/>
                </a:lnTo>
                <a:lnTo>
                  <a:pt x="173736" y="408432"/>
                </a:lnTo>
                <a:lnTo>
                  <a:pt x="190855" y="399846"/>
                </a:lnTo>
                <a:lnTo>
                  <a:pt x="203263" y="389953"/>
                </a:lnTo>
                <a:lnTo>
                  <a:pt x="210807" y="378650"/>
                </a:lnTo>
                <a:lnTo>
                  <a:pt x="213055" y="367284"/>
                </a:lnTo>
                <a:lnTo>
                  <a:pt x="213321" y="365950"/>
                </a:lnTo>
                <a:lnTo>
                  <a:pt x="213360" y="280416"/>
                </a:lnTo>
                <a:lnTo>
                  <a:pt x="393192" y="280416"/>
                </a:lnTo>
                <a:close/>
              </a:path>
              <a:path w="838200" h="410210">
                <a:moveTo>
                  <a:pt x="394716" y="132588"/>
                </a:moveTo>
                <a:lnTo>
                  <a:pt x="391922" y="129540"/>
                </a:lnTo>
                <a:lnTo>
                  <a:pt x="382181" y="118872"/>
                </a:lnTo>
                <a:lnTo>
                  <a:pt x="362712" y="97536"/>
                </a:lnTo>
                <a:lnTo>
                  <a:pt x="345948" y="118872"/>
                </a:lnTo>
                <a:lnTo>
                  <a:pt x="257556" y="118872"/>
                </a:lnTo>
                <a:lnTo>
                  <a:pt x="272389" y="98298"/>
                </a:lnTo>
                <a:lnTo>
                  <a:pt x="287083" y="77724"/>
                </a:lnTo>
                <a:lnTo>
                  <a:pt x="301485" y="57150"/>
                </a:lnTo>
                <a:lnTo>
                  <a:pt x="315468" y="36576"/>
                </a:lnTo>
                <a:lnTo>
                  <a:pt x="333756" y="30480"/>
                </a:lnTo>
                <a:lnTo>
                  <a:pt x="294132" y="4572"/>
                </a:lnTo>
                <a:lnTo>
                  <a:pt x="285280" y="30480"/>
                </a:lnTo>
                <a:lnTo>
                  <a:pt x="274510" y="58293"/>
                </a:lnTo>
                <a:lnTo>
                  <a:pt x="261810" y="87630"/>
                </a:lnTo>
                <a:lnTo>
                  <a:pt x="246888" y="118872"/>
                </a:lnTo>
                <a:lnTo>
                  <a:pt x="50292" y="118872"/>
                </a:lnTo>
                <a:lnTo>
                  <a:pt x="48768" y="97536"/>
                </a:lnTo>
                <a:lnTo>
                  <a:pt x="39624" y="97536"/>
                </a:lnTo>
                <a:lnTo>
                  <a:pt x="30670" y="136588"/>
                </a:lnTo>
                <a:lnTo>
                  <a:pt x="12192" y="170688"/>
                </a:lnTo>
                <a:lnTo>
                  <a:pt x="10668" y="176784"/>
                </a:lnTo>
                <a:lnTo>
                  <a:pt x="10668" y="182880"/>
                </a:lnTo>
                <a:lnTo>
                  <a:pt x="13716" y="185928"/>
                </a:lnTo>
                <a:lnTo>
                  <a:pt x="19812" y="188976"/>
                </a:lnTo>
                <a:lnTo>
                  <a:pt x="25908" y="188976"/>
                </a:lnTo>
                <a:lnTo>
                  <a:pt x="32004" y="187452"/>
                </a:lnTo>
                <a:lnTo>
                  <a:pt x="38100" y="184404"/>
                </a:lnTo>
                <a:lnTo>
                  <a:pt x="45720" y="182880"/>
                </a:lnTo>
                <a:lnTo>
                  <a:pt x="50292" y="176784"/>
                </a:lnTo>
                <a:lnTo>
                  <a:pt x="51816" y="166116"/>
                </a:lnTo>
                <a:lnTo>
                  <a:pt x="52425" y="158686"/>
                </a:lnTo>
                <a:lnTo>
                  <a:pt x="52197" y="150114"/>
                </a:lnTo>
                <a:lnTo>
                  <a:pt x="51384" y="140398"/>
                </a:lnTo>
                <a:lnTo>
                  <a:pt x="50292" y="129540"/>
                </a:lnTo>
                <a:lnTo>
                  <a:pt x="347472" y="129540"/>
                </a:lnTo>
                <a:lnTo>
                  <a:pt x="320040" y="178308"/>
                </a:lnTo>
                <a:lnTo>
                  <a:pt x="324612" y="181356"/>
                </a:lnTo>
                <a:lnTo>
                  <a:pt x="344347" y="161315"/>
                </a:lnTo>
                <a:lnTo>
                  <a:pt x="362521" y="146685"/>
                </a:lnTo>
                <a:lnTo>
                  <a:pt x="379260" y="137210"/>
                </a:lnTo>
                <a:lnTo>
                  <a:pt x="394716" y="132588"/>
                </a:lnTo>
                <a:close/>
              </a:path>
              <a:path w="838200" h="410210">
                <a:moveTo>
                  <a:pt x="661403" y="32004"/>
                </a:moveTo>
                <a:lnTo>
                  <a:pt x="622719" y="5486"/>
                </a:lnTo>
                <a:lnTo>
                  <a:pt x="605015" y="0"/>
                </a:lnTo>
                <a:lnTo>
                  <a:pt x="600443" y="4572"/>
                </a:lnTo>
                <a:lnTo>
                  <a:pt x="613879" y="15989"/>
                </a:lnTo>
                <a:lnTo>
                  <a:pt x="624446" y="27241"/>
                </a:lnTo>
                <a:lnTo>
                  <a:pt x="632167" y="38227"/>
                </a:lnTo>
                <a:lnTo>
                  <a:pt x="637019" y="48768"/>
                </a:lnTo>
                <a:lnTo>
                  <a:pt x="640067" y="59436"/>
                </a:lnTo>
                <a:lnTo>
                  <a:pt x="643115" y="64008"/>
                </a:lnTo>
                <a:lnTo>
                  <a:pt x="649211" y="64008"/>
                </a:lnTo>
                <a:lnTo>
                  <a:pt x="652259" y="59436"/>
                </a:lnTo>
                <a:lnTo>
                  <a:pt x="655307" y="53340"/>
                </a:lnTo>
                <a:lnTo>
                  <a:pt x="659879" y="47244"/>
                </a:lnTo>
                <a:lnTo>
                  <a:pt x="661403" y="41148"/>
                </a:lnTo>
                <a:lnTo>
                  <a:pt x="661403" y="32004"/>
                </a:lnTo>
                <a:close/>
              </a:path>
              <a:path w="838200" h="410210">
                <a:moveTo>
                  <a:pt x="835139" y="77724"/>
                </a:moveTo>
                <a:lnTo>
                  <a:pt x="833691" y="76200"/>
                </a:lnTo>
                <a:lnTo>
                  <a:pt x="823531" y="65532"/>
                </a:lnTo>
                <a:lnTo>
                  <a:pt x="804659" y="45720"/>
                </a:lnTo>
                <a:lnTo>
                  <a:pt x="787895" y="65532"/>
                </a:lnTo>
                <a:lnTo>
                  <a:pt x="501383" y="65532"/>
                </a:lnTo>
                <a:lnTo>
                  <a:pt x="501383" y="44196"/>
                </a:lnTo>
                <a:lnTo>
                  <a:pt x="493763" y="44196"/>
                </a:lnTo>
                <a:lnTo>
                  <a:pt x="489762" y="61061"/>
                </a:lnTo>
                <a:lnTo>
                  <a:pt x="484619" y="75057"/>
                </a:lnTo>
                <a:lnTo>
                  <a:pt x="478332" y="86207"/>
                </a:lnTo>
                <a:lnTo>
                  <a:pt x="470903" y="94488"/>
                </a:lnTo>
                <a:lnTo>
                  <a:pt x="461759" y="102108"/>
                </a:lnTo>
                <a:lnTo>
                  <a:pt x="458711" y="106680"/>
                </a:lnTo>
                <a:lnTo>
                  <a:pt x="458711" y="111252"/>
                </a:lnTo>
                <a:lnTo>
                  <a:pt x="463283" y="115824"/>
                </a:lnTo>
                <a:lnTo>
                  <a:pt x="467855" y="117348"/>
                </a:lnTo>
                <a:lnTo>
                  <a:pt x="470903" y="118872"/>
                </a:lnTo>
                <a:lnTo>
                  <a:pt x="480047" y="118872"/>
                </a:lnTo>
                <a:lnTo>
                  <a:pt x="486143" y="115824"/>
                </a:lnTo>
                <a:lnTo>
                  <a:pt x="493763" y="111252"/>
                </a:lnTo>
                <a:lnTo>
                  <a:pt x="497751" y="105778"/>
                </a:lnTo>
                <a:lnTo>
                  <a:pt x="500430" y="98298"/>
                </a:lnTo>
                <a:lnTo>
                  <a:pt x="501700" y="88544"/>
                </a:lnTo>
                <a:lnTo>
                  <a:pt x="501383" y="76200"/>
                </a:lnTo>
                <a:lnTo>
                  <a:pt x="790943" y="76200"/>
                </a:lnTo>
                <a:lnTo>
                  <a:pt x="771131" y="114300"/>
                </a:lnTo>
                <a:lnTo>
                  <a:pt x="777227" y="117348"/>
                </a:lnTo>
                <a:lnTo>
                  <a:pt x="793788" y="99593"/>
                </a:lnTo>
                <a:lnTo>
                  <a:pt x="809040" y="87249"/>
                </a:lnTo>
                <a:lnTo>
                  <a:pt x="822883" y="80060"/>
                </a:lnTo>
                <a:lnTo>
                  <a:pt x="835139" y="77724"/>
                </a:lnTo>
                <a:close/>
              </a:path>
              <a:path w="838200" h="410210">
                <a:moveTo>
                  <a:pt x="838187" y="336804"/>
                </a:moveTo>
                <a:lnTo>
                  <a:pt x="792657" y="322135"/>
                </a:lnTo>
                <a:lnTo>
                  <a:pt x="757415" y="297180"/>
                </a:lnTo>
                <a:lnTo>
                  <a:pt x="729602" y="260413"/>
                </a:lnTo>
                <a:lnTo>
                  <a:pt x="710793" y="214884"/>
                </a:lnTo>
                <a:lnTo>
                  <a:pt x="708647" y="208788"/>
                </a:lnTo>
                <a:lnTo>
                  <a:pt x="760463" y="187452"/>
                </a:lnTo>
                <a:lnTo>
                  <a:pt x="780275" y="184404"/>
                </a:lnTo>
                <a:lnTo>
                  <a:pt x="752843" y="155448"/>
                </a:lnTo>
                <a:lnTo>
                  <a:pt x="745972" y="163169"/>
                </a:lnTo>
                <a:lnTo>
                  <a:pt x="738936" y="170307"/>
                </a:lnTo>
                <a:lnTo>
                  <a:pt x="731634" y="176885"/>
                </a:lnTo>
                <a:lnTo>
                  <a:pt x="723887" y="182880"/>
                </a:lnTo>
                <a:lnTo>
                  <a:pt x="715111" y="190334"/>
                </a:lnTo>
                <a:lnTo>
                  <a:pt x="702741" y="199072"/>
                </a:lnTo>
                <a:lnTo>
                  <a:pt x="687247" y="209245"/>
                </a:lnTo>
                <a:lnTo>
                  <a:pt x="669023" y="220980"/>
                </a:lnTo>
                <a:lnTo>
                  <a:pt x="663028" y="212750"/>
                </a:lnTo>
                <a:lnTo>
                  <a:pt x="659980" y="208788"/>
                </a:lnTo>
                <a:lnTo>
                  <a:pt x="633006" y="178879"/>
                </a:lnTo>
                <a:lnTo>
                  <a:pt x="612635" y="160020"/>
                </a:lnTo>
                <a:lnTo>
                  <a:pt x="620382" y="153187"/>
                </a:lnTo>
                <a:lnTo>
                  <a:pt x="634720" y="140093"/>
                </a:lnTo>
                <a:lnTo>
                  <a:pt x="641591" y="134112"/>
                </a:lnTo>
                <a:lnTo>
                  <a:pt x="768083" y="134112"/>
                </a:lnTo>
                <a:lnTo>
                  <a:pt x="739127" y="103632"/>
                </a:lnTo>
                <a:lnTo>
                  <a:pt x="717791" y="123444"/>
                </a:lnTo>
                <a:lnTo>
                  <a:pt x="507479" y="123444"/>
                </a:lnTo>
                <a:lnTo>
                  <a:pt x="521195" y="138684"/>
                </a:lnTo>
                <a:lnTo>
                  <a:pt x="534911" y="134112"/>
                </a:lnTo>
                <a:lnTo>
                  <a:pt x="608063" y="134112"/>
                </a:lnTo>
                <a:lnTo>
                  <a:pt x="567563" y="173342"/>
                </a:lnTo>
                <a:lnTo>
                  <a:pt x="530415" y="198462"/>
                </a:lnTo>
                <a:lnTo>
                  <a:pt x="481787" y="222364"/>
                </a:lnTo>
                <a:lnTo>
                  <a:pt x="452615" y="233172"/>
                </a:lnTo>
                <a:lnTo>
                  <a:pt x="455663" y="240792"/>
                </a:lnTo>
                <a:lnTo>
                  <a:pt x="503478" y="223837"/>
                </a:lnTo>
                <a:lnTo>
                  <a:pt x="545579" y="205740"/>
                </a:lnTo>
                <a:lnTo>
                  <a:pt x="580059" y="186690"/>
                </a:lnTo>
                <a:lnTo>
                  <a:pt x="606539" y="167640"/>
                </a:lnTo>
                <a:lnTo>
                  <a:pt x="611339" y="173342"/>
                </a:lnTo>
                <a:lnTo>
                  <a:pt x="622185" y="185432"/>
                </a:lnTo>
                <a:lnTo>
                  <a:pt x="627875" y="192024"/>
                </a:lnTo>
                <a:lnTo>
                  <a:pt x="614756" y="206933"/>
                </a:lnTo>
                <a:lnTo>
                  <a:pt x="578802" y="237896"/>
                </a:lnTo>
                <a:lnTo>
                  <a:pt x="531964" y="269684"/>
                </a:lnTo>
                <a:lnTo>
                  <a:pt x="481672" y="295452"/>
                </a:lnTo>
                <a:lnTo>
                  <a:pt x="455663" y="306324"/>
                </a:lnTo>
                <a:lnTo>
                  <a:pt x="457187" y="313944"/>
                </a:lnTo>
                <a:lnTo>
                  <a:pt x="494906" y="300215"/>
                </a:lnTo>
                <a:lnTo>
                  <a:pt x="556628" y="272161"/>
                </a:lnTo>
                <a:lnTo>
                  <a:pt x="600633" y="243509"/>
                </a:lnTo>
                <a:lnTo>
                  <a:pt x="630351" y="219417"/>
                </a:lnTo>
                <a:lnTo>
                  <a:pt x="640067" y="208788"/>
                </a:lnTo>
                <a:lnTo>
                  <a:pt x="644359" y="216814"/>
                </a:lnTo>
                <a:lnTo>
                  <a:pt x="648068" y="224980"/>
                </a:lnTo>
                <a:lnTo>
                  <a:pt x="651217" y="233438"/>
                </a:lnTo>
                <a:lnTo>
                  <a:pt x="653783" y="242316"/>
                </a:lnTo>
                <a:lnTo>
                  <a:pt x="632637" y="265468"/>
                </a:lnTo>
                <a:lnTo>
                  <a:pt x="586917" y="306616"/>
                </a:lnTo>
                <a:lnTo>
                  <a:pt x="534911" y="341185"/>
                </a:lnTo>
                <a:lnTo>
                  <a:pt x="473189" y="370903"/>
                </a:lnTo>
                <a:lnTo>
                  <a:pt x="438899" y="384048"/>
                </a:lnTo>
                <a:lnTo>
                  <a:pt x="440423" y="390144"/>
                </a:lnTo>
                <a:lnTo>
                  <a:pt x="480999" y="377863"/>
                </a:lnTo>
                <a:lnTo>
                  <a:pt x="518147" y="363855"/>
                </a:lnTo>
                <a:lnTo>
                  <a:pt x="582155" y="330708"/>
                </a:lnTo>
                <a:lnTo>
                  <a:pt x="631304" y="297180"/>
                </a:lnTo>
                <a:lnTo>
                  <a:pt x="659879" y="268224"/>
                </a:lnTo>
                <a:lnTo>
                  <a:pt x="661860" y="287401"/>
                </a:lnTo>
                <a:lnTo>
                  <a:pt x="663079" y="303276"/>
                </a:lnTo>
                <a:lnTo>
                  <a:pt x="663206" y="306616"/>
                </a:lnTo>
                <a:lnTo>
                  <a:pt x="663422" y="313944"/>
                </a:lnTo>
                <a:lnTo>
                  <a:pt x="663295" y="322135"/>
                </a:lnTo>
                <a:lnTo>
                  <a:pt x="652259" y="367284"/>
                </a:lnTo>
                <a:lnTo>
                  <a:pt x="644639" y="371856"/>
                </a:lnTo>
                <a:lnTo>
                  <a:pt x="635495" y="371856"/>
                </a:lnTo>
                <a:lnTo>
                  <a:pt x="626910" y="372173"/>
                </a:lnTo>
                <a:lnTo>
                  <a:pt x="614730" y="370903"/>
                </a:lnTo>
                <a:lnTo>
                  <a:pt x="598855" y="368223"/>
                </a:lnTo>
                <a:lnTo>
                  <a:pt x="579107" y="364236"/>
                </a:lnTo>
                <a:lnTo>
                  <a:pt x="579107" y="371856"/>
                </a:lnTo>
                <a:lnTo>
                  <a:pt x="600519" y="379526"/>
                </a:lnTo>
                <a:lnTo>
                  <a:pt x="616635" y="388620"/>
                </a:lnTo>
                <a:lnTo>
                  <a:pt x="627329" y="398868"/>
                </a:lnTo>
                <a:lnTo>
                  <a:pt x="632447" y="409956"/>
                </a:lnTo>
                <a:lnTo>
                  <a:pt x="648169" y="402793"/>
                </a:lnTo>
                <a:lnTo>
                  <a:pt x="661022" y="394906"/>
                </a:lnTo>
                <a:lnTo>
                  <a:pt x="671029" y="386168"/>
                </a:lnTo>
                <a:lnTo>
                  <a:pt x="678167" y="376428"/>
                </a:lnTo>
                <a:lnTo>
                  <a:pt x="680135" y="372173"/>
                </a:lnTo>
                <a:lnTo>
                  <a:pt x="683298" y="365340"/>
                </a:lnTo>
                <a:lnTo>
                  <a:pt x="687120" y="352806"/>
                </a:lnTo>
                <a:lnTo>
                  <a:pt x="689533" y="339140"/>
                </a:lnTo>
                <a:lnTo>
                  <a:pt x="690359" y="324612"/>
                </a:lnTo>
                <a:lnTo>
                  <a:pt x="689838" y="309181"/>
                </a:lnTo>
                <a:lnTo>
                  <a:pt x="684263" y="269748"/>
                </a:lnTo>
                <a:lnTo>
                  <a:pt x="672071" y="228600"/>
                </a:lnTo>
                <a:lnTo>
                  <a:pt x="679792" y="224320"/>
                </a:lnTo>
                <a:lnTo>
                  <a:pt x="686206" y="220980"/>
                </a:lnTo>
                <a:lnTo>
                  <a:pt x="686930" y="220599"/>
                </a:lnTo>
                <a:lnTo>
                  <a:pt x="693508" y="217462"/>
                </a:lnTo>
                <a:lnTo>
                  <a:pt x="699503" y="214884"/>
                </a:lnTo>
                <a:lnTo>
                  <a:pt x="706704" y="240271"/>
                </a:lnTo>
                <a:lnTo>
                  <a:pt x="714743" y="263652"/>
                </a:lnTo>
                <a:lnTo>
                  <a:pt x="734555" y="303276"/>
                </a:lnTo>
                <a:lnTo>
                  <a:pt x="763130" y="335280"/>
                </a:lnTo>
                <a:lnTo>
                  <a:pt x="803135" y="362712"/>
                </a:lnTo>
                <a:lnTo>
                  <a:pt x="808837" y="353809"/>
                </a:lnTo>
                <a:lnTo>
                  <a:pt x="816660" y="347472"/>
                </a:lnTo>
                <a:lnTo>
                  <a:pt x="826503" y="343433"/>
                </a:lnTo>
                <a:lnTo>
                  <a:pt x="838187" y="341376"/>
                </a:lnTo>
                <a:lnTo>
                  <a:pt x="838187" y="33680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pic>
        <p:nvPicPr>
          <p:cNvPr id="26" name="object 26"/>
          <p:cNvPicPr/>
          <p:nvPr/>
        </p:nvPicPr>
        <p:blipFill>
          <a:blip r:embed="rId5" cstate="print"/>
          <a:stretch>
            <a:fillRect/>
          </a:stretch>
        </p:blipFill>
        <p:spPr>
          <a:xfrm>
            <a:off x="5274564" y="3177635"/>
            <a:ext cx="70104" cy="118776"/>
          </a:xfrm>
          <a:prstGeom prst="rect">
            <a:avLst/>
          </a:prstGeom>
        </p:spPr>
      </p:pic>
      <p:sp>
        <p:nvSpPr>
          <p:cNvPr id="27" name="object 27"/>
          <p:cNvSpPr/>
          <p:nvPr/>
        </p:nvSpPr>
        <p:spPr>
          <a:xfrm>
            <a:off x="5710428" y="2919983"/>
            <a:ext cx="358140" cy="399415"/>
          </a:xfrm>
          <a:custGeom>
            <a:avLst/>
            <a:gdLst/>
            <a:ahLst/>
            <a:cxnLst/>
            <a:rect l="l" t="t" r="r" b="b"/>
            <a:pathLst>
              <a:path w="358139" h="399414">
                <a:moveTo>
                  <a:pt x="187451" y="156972"/>
                </a:moveTo>
                <a:lnTo>
                  <a:pt x="163068" y="156972"/>
                </a:lnTo>
                <a:lnTo>
                  <a:pt x="162991" y="47458"/>
                </a:lnTo>
                <a:lnTo>
                  <a:pt x="162877" y="33147"/>
                </a:lnTo>
                <a:lnTo>
                  <a:pt x="162425" y="15144"/>
                </a:lnTo>
                <a:lnTo>
                  <a:pt x="161544" y="0"/>
                </a:lnTo>
                <a:lnTo>
                  <a:pt x="207263" y="21336"/>
                </a:lnTo>
                <a:lnTo>
                  <a:pt x="187451" y="36576"/>
                </a:lnTo>
                <a:lnTo>
                  <a:pt x="187451" y="156972"/>
                </a:lnTo>
                <a:close/>
              </a:path>
              <a:path w="358139" h="399414">
                <a:moveTo>
                  <a:pt x="224027" y="138684"/>
                </a:moveTo>
                <a:lnTo>
                  <a:pt x="219456" y="134112"/>
                </a:lnTo>
                <a:lnTo>
                  <a:pt x="228861" y="122110"/>
                </a:lnTo>
                <a:lnTo>
                  <a:pt x="238696" y="108966"/>
                </a:lnTo>
                <a:lnTo>
                  <a:pt x="267628" y="64960"/>
                </a:lnTo>
                <a:lnTo>
                  <a:pt x="284988" y="28956"/>
                </a:lnTo>
                <a:lnTo>
                  <a:pt x="321564" y="57912"/>
                </a:lnTo>
                <a:lnTo>
                  <a:pt x="311872" y="62722"/>
                </a:lnTo>
                <a:lnTo>
                  <a:pt x="301180" y="70104"/>
                </a:lnTo>
                <a:lnTo>
                  <a:pt x="289631" y="79771"/>
                </a:lnTo>
                <a:lnTo>
                  <a:pt x="277368" y="91440"/>
                </a:lnTo>
                <a:lnTo>
                  <a:pt x="263032" y="104608"/>
                </a:lnTo>
                <a:lnTo>
                  <a:pt x="249555" y="116776"/>
                </a:lnTo>
                <a:lnTo>
                  <a:pt x="236648" y="128087"/>
                </a:lnTo>
                <a:lnTo>
                  <a:pt x="224027" y="138684"/>
                </a:lnTo>
                <a:close/>
              </a:path>
              <a:path w="358139" h="399414">
                <a:moveTo>
                  <a:pt x="89892" y="123729"/>
                </a:moveTo>
                <a:lnTo>
                  <a:pt x="85153" y="120015"/>
                </a:lnTo>
                <a:lnTo>
                  <a:pt x="80129" y="112299"/>
                </a:lnTo>
                <a:lnTo>
                  <a:pt x="74676" y="100584"/>
                </a:lnTo>
                <a:lnTo>
                  <a:pt x="67246" y="87439"/>
                </a:lnTo>
                <a:lnTo>
                  <a:pt x="56388" y="73152"/>
                </a:lnTo>
                <a:lnTo>
                  <a:pt x="42100" y="57721"/>
                </a:lnTo>
                <a:lnTo>
                  <a:pt x="24384" y="41148"/>
                </a:lnTo>
                <a:lnTo>
                  <a:pt x="27432" y="36576"/>
                </a:lnTo>
                <a:lnTo>
                  <a:pt x="69532" y="57340"/>
                </a:lnTo>
                <a:lnTo>
                  <a:pt x="101107" y="82415"/>
                </a:lnTo>
                <a:lnTo>
                  <a:pt x="106918" y="96750"/>
                </a:lnTo>
                <a:lnTo>
                  <a:pt x="106680" y="103632"/>
                </a:lnTo>
                <a:lnTo>
                  <a:pt x="105156" y="112776"/>
                </a:lnTo>
                <a:lnTo>
                  <a:pt x="102108" y="120396"/>
                </a:lnTo>
                <a:lnTo>
                  <a:pt x="94488" y="123444"/>
                </a:lnTo>
                <a:lnTo>
                  <a:pt x="89892" y="123729"/>
                </a:lnTo>
                <a:close/>
              </a:path>
              <a:path w="358139" h="399414">
                <a:moveTo>
                  <a:pt x="25908" y="172212"/>
                </a:moveTo>
                <a:lnTo>
                  <a:pt x="10668" y="156972"/>
                </a:lnTo>
                <a:lnTo>
                  <a:pt x="313944" y="156972"/>
                </a:lnTo>
                <a:lnTo>
                  <a:pt x="329184" y="137160"/>
                </a:lnTo>
                <a:lnTo>
                  <a:pt x="358140" y="161544"/>
                </a:lnTo>
                <a:lnTo>
                  <a:pt x="352425" y="166116"/>
                </a:lnTo>
                <a:lnTo>
                  <a:pt x="68580" y="166116"/>
                </a:lnTo>
                <a:lnTo>
                  <a:pt x="57411" y="166639"/>
                </a:lnTo>
                <a:lnTo>
                  <a:pt x="46672" y="168021"/>
                </a:lnTo>
                <a:lnTo>
                  <a:pt x="36218" y="169973"/>
                </a:lnTo>
                <a:lnTo>
                  <a:pt x="25908" y="172212"/>
                </a:lnTo>
                <a:close/>
              </a:path>
              <a:path w="358139" h="399414">
                <a:moveTo>
                  <a:pt x="48768" y="269748"/>
                </a:moveTo>
                <a:lnTo>
                  <a:pt x="33528" y="252983"/>
                </a:lnTo>
                <a:lnTo>
                  <a:pt x="316992" y="252983"/>
                </a:lnTo>
                <a:lnTo>
                  <a:pt x="316992" y="166116"/>
                </a:lnTo>
                <a:lnTo>
                  <a:pt x="352425" y="166116"/>
                </a:lnTo>
                <a:lnTo>
                  <a:pt x="342900" y="173736"/>
                </a:lnTo>
                <a:lnTo>
                  <a:pt x="342900" y="263652"/>
                </a:lnTo>
                <a:lnTo>
                  <a:pt x="89916" y="263652"/>
                </a:lnTo>
                <a:lnTo>
                  <a:pt x="79414" y="263961"/>
                </a:lnTo>
                <a:lnTo>
                  <a:pt x="68770" y="264985"/>
                </a:lnTo>
                <a:lnTo>
                  <a:pt x="58412" y="266866"/>
                </a:lnTo>
                <a:lnTo>
                  <a:pt x="48768" y="269748"/>
                </a:lnTo>
                <a:close/>
              </a:path>
              <a:path w="358139" h="399414">
                <a:moveTo>
                  <a:pt x="15240" y="371856"/>
                </a:moveTo>
                <a:lnTo>
                  <a:pt x="0" y="356615"/>
                </a:lnTo>
                <a:lnTo>
                  <a:pt x="316992" y="356615"/>
                </a:lnTo>
                <a:lnTo>
                  <a:pt x="316992" y="263652"/>
                </a:lnTo>
                <a:lnTo>
                  <a:pt x="342900" y="263652"/>
                </a:lnTo>
                <a:lnTo>
                  <a:pt x="342923" y="328422"/>
                </a:lnTo>
                <a:lnTo>
                  <a:pt x="343090" y="348996"/>
                </a:lnTo>
                <a:lnTo>
                  <a:pt x="343492" y="367284"/>
                </a:lnTo>
                <a:lnTo>
                  <a:pt x="57912" y="367284"/>
                </a:lnTo>
                <a:lnTo>
                  <a:pt x="46743" y="367569"/>
                </a:lnTo>
                <a:lnTo>
                  <a:pt x="36004" y="368427"/>
                </a:lnTo>
                <a:lnTo>
                  <a:pt x="25550" y="369855"/>
                </a:lnTo>
                <a:lnTo>
                  <a:pt x="15240" y="371856"/>
                </a:lnTo>
                <a:close/>
              </a:path>
              <a:path w="358139" h="399414">
                <a:moveTo>
                  <a:pt x="316992" y="399288"/>
                </a:moveTo>
                <a:lnTo>
                  <a:pt x="316992" y="367284"/>
                </a:lnTo>
                <a:lnTo>
                  <a:pt x="343492" y="367284"/>
                </a:lnTo>
                <a:lnTo>
                  <a:pt x="343555" y="369855"/>
                </a:lnTo>
                <a:lnTo>
                  <a:pt x="344424" y="390144"/>
                </a:lnTo>
                <a:lnTo>
                  <a:pt x="316992" y="39928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" name="object 28"/>
          <p:cNvSpPr/>
          <p:nvPr/>
        </p:nvSpPr>
        <p:spPr>
          <a:xfrm>
            <a:off x="6147816" y="2913887"/>
            <a:ext cx="828040" cy="405765"/>
          </a:xfrm>
          <a:custGeom>
            <a:avLst/>
            <a:gdLst/>
            <a:ahLst/>
            <a:cxnLst/>
            <a:rect l="l" t="t" r="r" b="b"/>
            <a:pathLst>
              <a:path w="828040" h="405764">
                <a:moveTo>
                  <a:pt x="137160" y="71628"/>
                </a:moveTo>
                <a:lnTo>
                  <a:pt x="131368" y="67056"/>
                </a:lnTo>
                <a:lnTo>
                  <a:pt x="108204" y="48768"/>
                </a:lnTo>
                <a:lnTo>
                  <a:pt x="97536" y="62992"/>
                </a:lnTo>
                <a:lnTo>
                  <a:pt x="97536" y="77724"/>
                </a:lnTo>
                <a:lnTo>
                  <a:pt x="97536" y="181356"/>
                </a:lnTo>
                <a:lnTo>
                  <a:pt x="97536" y="192024"/>
                </a:lnTo>
                <a:lnTo>
                  <a:pt x="97536" y="303276"/>
                </a:lnTo>
                <a:lnTo>
                  <a:pt x="27432" y="303276"/>
                </a:lnTo>
                <a:lnTo>
                  <a:pt x="27432" y="192024"/>
                </a:lnTo>
                <a:lnTo>
                  <a:pt x="97536" y="192024"/>
                </a:lnTo>
                <a:lnTo>
                  <a:pt x="97536" y="181356"/>
                </a:lnTo>
                <a:lnTo>
                  <a:pt x="27432" y="181356"/>
                </a:lnTo>
                <a:lnTo>
                  <a:pt x="27432" y="77724"/>
                </a:lnTo>
                <a:lnTo>
                  <a:pt x="97536" y="77724"/>
                </a:lnTo>
                <a:lnTo>
                  <a:pt x="97536" y="62992"/>
                </a:lnTo>
                <a:lnTo>
                  <a:pt x="94488" y="67056"/>
                </a:lnTo>
                <a:lnTo>
                  <a:pt x="28956" y="67056"/>
                </a:lnTo>
                <a:lnTo>
                  <a:pt x="0" y="53340"/>
                </a:lnTo>
                <a:lnTo>
                  <a:pt x="1117" y="74447"/>
                </a:lnTo>
                <a:lnTo>
                  <a:pt x="2095" y="105537"/>
                </a:lnTo>
                <a:lnTo>
                  <a:pt x="2781" y="146354"/>
                </a:lnTo>
                <a:lnTo>
                  <a:pt x="3022" y="193027"/>
                </a:lnTo>
                <a:lnTo>
                  <a:pt x="2921" y="220980"/>
                </a:lnTo>
                <a:lnTo>
                  <a:pt x="2095" y="294703"/>
                </a:lnTo>
                <a:lnTo>
                  <a:pt x="1117" y="333121"/>
                </a:lnTo>
                <a:lnTo>
                  <a:pt x="0" y="364236"/>
                </a:lnTo>
                <a:lnTo>
                  <a:pt x="27432" y="350520"/>
                </a:lnTo>
                <a:lnTo>
                  <a:pt x="27432" y="313944"/>
                </a:lnTo>
                <a:lnTo>
                  <a:pt x="97536" y="313944"/>
                </a:lnTo>
                <a:lnTo>
                  <a:pt x="97536" y="348996"/>
                </a:lnTo>
                <a:lnTo>
                  <a:pt x="124968" y="335280"/>
                </a:lnTo>
                <a:lnTo>
                  <a:pt x="123837" y="319024"/>
                </a:lnTo>
                <a:lnTo>
                  <a:pt x="123634" y="313944"/>
                </a:lnTo>
                <a:lnTo>
                  <a:pt x="123190" y="303276"/>
                </a:lnTo>
                <a:lnTo>
                  <a:pt x="122872" y="295465"/>
                </a:lnTo>
                <a:lnTo>
                  <a:pt x="122174" y="264782"/>
                </a:lnTo>
                <a:lnTo>
                  <a:pt x="122034" y="243840"/>
                </a:lnTo>
                <a:lnTo>
                  <a:pt x="121920" y="192024"/>
                </a:lnTo>
                <a:lnTo>
                  <a:pt x="121920" y="181356"/>
                </a:lnTo>
                <a:lnTo>
                  <a:pt x="121920" y="83820"/>
                </a:lnTo>
                <a:lnTo>
                  <a:pt x="129540" y="77724"/>
                </a:lnTo>
                <a:lnTo>
                  <a:pt x="137160" y="71628"/>
                </a:lnTo>
                <a:close/>
              </a:path>
              <a:path w="828040" h="405764">
                <a:moveTo>
                  <a:pt x="224028" y="227076"/>
                </a:moveTo>
                <a:lnTo>
                  <a:pt x="220980" y="220980"/>
                </a:lnTo>
                <a:lnTo>
                  <a:pt x="214884" y="213360"/>
                </a:lnTo>
                <a:lnTo>
                  <a:pt x="208927" y="205600"/>
                </a:lnTo>
                <a:lnTo>
                  <a:pt x="198120" y="195834"/>
                </a:lnTo>
                <a:lnTo>
                  <a:pt x="182727" y="183794"/>
                </a:lnTo>
                <a:lnTo>
                  <a:pt x="163068" y="169164"/>
                </a:lnTo>
                <a:lnTo>
                  <a:pt x="156972" y="175260"/>
                </a:lnTo>
                <a:lnTo>
                  <a:pt x="169545" y="193027"/>
                </a:lnTo>
                <a:lnTo>
                  <a:pt x="179832" y="209931"/>
                </a:lnTo>
                <a:lnTo>
                  <a:pt x="187833" y="226275"/>
                </a:lnTo>
                <a:lnTo>
                  <a:pt x="193548" y="242316"/>
                </a:lnTo>
                <a:lnTo>
                  <a:pt x="196596" y="256032"/>
                </a:lnTo>
                <a:lnTo>
                  <a:pt x="201168" y="263652"/>
                </a:lnTo>
                <a:lnTo>
                  <a:pt x="207264" y="263652"/>
                </a:lnTo>
                <a:lnTo>
                  <a:pt x="210312" y="259080"/>
                </a:lnTo>
                <a:lnTo>
                  <a:pt x="214884" y="251460"/>
                </a:lnTo>
                <a:lnTo>
                  <a:pt x="220980" y="243840"/>
                </a:lnTo>
                <a:lnTo>
                  <a:pt x="224028" y="237744"/>
                </a:lnTo>
                <a:lnTo>
                  <a:pt x="224028" y="227076"/>
                </a:lnTo>
                <a:close/>
              </a:path>
              <a:path w="828040" h="405764">
                <a:moveTo>
                  <a:pt x="381000" y="126492"/>
                </a:moveTo>
                <a:lnTo>
                  <a:pt x="348996" y="92964"/>
                </a:lnTo>
                <a:lnTo>
                  <a:pt x="326136" y="115824"/>
                </a:lnTo>
                <a:lnTo>
                  <a:pt x="300228" y="115824"/>
                </a:lnTo>
                <a:lnTo>
                  <a:pt x="300228" y="36576"/>
                </a:lnTo>
                <a:lnTo>
                  <a:pt x="316992" y="24384"/>
                </a:lnTo>
                <a:lnTo>
                  <a:pt x="274320" y="3048"/>
                </a:lnTo>
                <a:lnTo>
                  <a:pt x="274548" y="26466"/>
                </a:lnTo>
                <a:lnTo>
                  <a:pt x="274993" y="48768"/>
                </a:lnTo>
                <a:lnTo>
                  <a:pt x="275602" y="83820"/>
                </a:lnTo>
                <a:lnTo>
                  <a:pt x="275844" y="115824"/>
                </a:lnTo>
                <a:lnTo>
                  <a:pt x="128016" y="115824"/>
                </a:lnTo>
                <a:lnTo>
                  <a:pt x="143256" y="131064"/>
                </a:lnTo>
                <a:lnTo>
                  <a:pt x="152895" y="129070"/>
                </a:lnTo>
                <a:lnTo>
                  <a:pt x="163258" y="127635"/>
                </a:lnTo>
                <a:lnTo>
                  <a:pt x="173901" y="126784"/>
                </a:lnTo>
                <a:lnTo>
                  <a:pt x="184404" y="126492"/>
                </a:lnTo>
                <a:lnTo>
                  <a:pt x="275844" y="126492"/>
                </a:lnTo>
                <a:lnTo>
                  <a:pt x="275844" y="356616"/>
                </a:lnTo>
                <a:lnTo>
                  <a:pt x="271272" y="362712"/>
                </a:lnTo>
                <a:lnTo>
                  <a:pt x="263652" y="364236"/>
                </a:lnTo>
                <a:lnTo>
                  <a:pt x="255003" y="364807"/>
                </a:lnTo>
                <a:lnTo>
                  <a:pt x="242506" y="364236"/>
                </a:lnTo>
                <a:lnTo>
                  <a:pt x="225717" y="362521"/>
                </a:lnTo>
                <a:lnTo>
                  <a:pt x="204216" y="359664"/>
                </a:lnTo>
                <a:lnTo>
                  <a:pt x="204216" y="367284"/>
                </a:lnTo>
                <a:lnTo>
                  <a:pt x="228473" y="374738"/>
                </a:lnTo>
                <a:lnTo>
                  <a:pt x="246316" y="383476"/>
                </a:lnTo>
                <a:lnTo>
                  <a:pt x="257568" y="393649"/>
                </a:lnTo>
                <a:lnTo>
                  <a:pt x="262128" y="405384"/>
                </a:lnTo>
                <a:lnTo>
                  <a:pt x="278358" y="397383"/>
                </a:lnTo>
                <a:lnTo>
                  <a:pt x="290322" y="387096"/>
                </a:lnTo>
                <a:lnTo>
                  <a:pt x="297700" y="374523"/>
                </a:lnTo>
                <a:lnTo>
                  <a:pt x="299351" y="364807"/>
                </a:lnTo>
                <a:lnTo>
                  <a:pt x="300228" y="359664"/>
                </a:lnTo>
                <a:lnTo>
                  <a:pt x="300228" y="126492"/>
                </a:lnTo>
                <a:lnTo>
                  <a:pt x="381000" y="126492"/>
                </a:lnTo>
                <a:close/>
              </a:path>
              <a:path w="828040" h="405764">
                <a:moveTo>
                  <a:pt x="818375" y="89916"/>
                </a:moveTo>
                <a:lnTo>
                  <a:pt x="781799" y="53340"/>
                </a:lnTo>
                <a:lnTo>
                  <a:pt x="755891" y="79248"/>
                </a:lnTo>
                <a:lnTo>
                  <a:pt x="601967" y="79248"/>
                </a:lnTo>
                <a:lnTo>
                  <a:pt x="609384" y="64376"/>
                </a:lnTo>
                <a:lnTo>
                  <a:pt x="615492" y="51625"/>
                </a:lnTo>
                <a:lnTo>
                  <a:pt x="620191" y="40894"/>
                </a:lnTo>
                <a:lnTo>
                  <a:pt x="623303" y="32004"/>
                </a:lnTo>
                <a:lnTo>
                  <a:pt x="640067" y="21336"/>
                </a:lnTo>
                <a:lnTo>
                  <a:pt x="600443" y="0"/>
                </a:lnTo>
                <a:lnTo>
                  <a:pt x="597065" y="16891"/>
                </a:lnTo>
                <a:lnTo>
                  <a:pt x="591680" y="35623"/>
                </a:lnTo>
                <a:lnTo>
                  <a:pt x="584593" y="56375"/>
                </a:lnTo>
                <a:lnTo>
                  <a:pt x="576059" y="79248"/>
                </a:lnTo>
                <a:lnTo>
                  <a:pt x="438899" y="79248"/>
                </a:lnTo>
                <a:lnTo>
                  <a:pt x="454139" y="94488"/>
                </a:lnTo>
                <a:lnTo>
                  <a:pt x="464451" y="92494"/>
                </a:lnTo>
                <a:lnTo>
                  <a:pt x="474903" y="91059"/>
                </a:lnTo>
                <a:lnTo>
                  <a:pt x="485648" y="90208"/>
                </a:lnTo>
                <a:lnTo>
                  <a:pt x="496811" y="89916"/>
                </a:lnTo>
                <a:lnTo>
                  <a:pt x="573011" y="89916"/>
                </a:lnTo>
                <a:lnTo>
                  <a:pt x="559041" y="115328"/>
                </a:lnTo>
                <a:lnTo>
                  <a:pt x="544626" y="138874"/>
                </a:lnTo>
                <a:lnTo>
                  <a:pt x="529945" y="160426"/>
                </a:lnTo>
                <a:lnTo>
                  <a:pt x="515099" y="179832"/>
                </a:lnTo>
                <a:lnTo>
                  <a:pt x="498335" y="172212"/>
                </a:lnTo>
                <a:lnTo>
                  <a:pt x="498576" y="182295"/>
                </a:lnTo>
                <a:lnTo>
                  <a:pt x="499097" y="189928"/>
                </a:lnTo>
                <a:lnTo>
                  <a:pt x="499630" y="195580"/>
                </a:lnTo>
                <a:lnTo>
                  <a:pt x="499859" y="199644"/>
                </a:lnTo>
                <a:lnTo>
                  <a:pt x="485597" y="215633"/>
                </a:lnTo>
                <a:lnTo>
                  <a:pt x="468045" y="233743"/>
                </a:lnTo>
                <a:lnTo>
                  <a:pt x="447357" y="253873"/>
                </a:lnTo>
                <a:lnTo>
                  <a:pt x="423659" y="275844"/>
                </a:lnTo>
                <a:lnTo>
                  <a:pt x="426707" y="280416"/>
                </a:lnTo>
                <a:lnTo>
                  <a:pt x="444169" y="269252"/>
                </a:lnTo>
                <a:lnTo>
                  <a:pt x="462330" y="256222"/>
                </a:lnTo>
                <a:lnTo>
                  <a:pt x="481368" y="241198"/>
                </a:lnTo>
                <a:lnTo>
                  <a:pt x="501383" y="224028"/>
                </a:lnTo>
                <a:lnTo>
                  <a:pt x="501332" y="368808"/>
                </a:lnTo>
                <a:lnTo>
                  <a:pt x="501192" y="379095"/>
                </a:lnTo>
                <a:lnTo>
                  <a:pt x="500761" y="391668"/>
                </a:lnTo>
                <a:lnTo>
                  <a:pt x="499859" y="405384"/>
                </a:lnTo>
                <a:lnTo>
                  <a:pt x="525767" y="391668"/>
                </a:lnTo>
                <a:lnTo>
                  <a:pt x="525767" y="224028"/>
                </a:lnTo>
                <a:lnTo>
                  <a:pt x="525767" y="199644"/>
                </a:lnTo>
                <a:lnTo>
                  <a:pt x="542683" y="179832"/>
                </a:lnTo>
                <a:lnTo>
                  <a:pt x="544055" y="178219"/>
                </a:lnTo>
                <a:lnTo>
                  <a:pt x="562343" y="152781"/>
                </a:lnTo>
                <a:lnTo>
                  <a:pt x="580631" y="123355"/>
                </a:lnTo>
                <a:lnTo>
                  <a:pt x="598919" y="89916"/>
                </a:lnTo>
                <a:lnTo>
                  <a:pt x="818375" y="89916"/>
                </a:lnTo>
                <a:close/>
              </a:path>
              <a:path w="828040" h="405764">
                <a:moveTo>
                  <a:pt x="827519" y="364236"/>
                </a:moveTo>
                <a:lnTo>
                  <a:pt x="793991" y="329184"/>
                </a:lnTo>
                <a:lnTo>
                  <a:pt x="769607" y="353568"/>
                </a:lnTo>
                <a:lnTo>
                  <a:pt x="682739" y="353568"/>
                </a:lnTo>
                <a:lnTo>
                  <a:pt x="682739" y="214884"/>
                </a:lnTo>
                <a:lnTo>
                  <a:pt x="804659" y="214884"/>
                </a:lnTo>
                <a:lnTo>
                  <a:pt x="771131" y="181356"/>
                </a:lnTo>
                <a:lnTo>
                  <a:pt x="748271" y="204216"/>
                </a:lnTo>
                <a:lnTo>
                  <a:pt x="682739" y="204216"/>
                </a:lnTo>
                <a:lnTo>
                  <a:pt x="682739" y="132588"/>
                </a:lnTo>
                <a:lnTo>
                  <a:pt x="696455" y="120396"/>
                </a:lnTo>
                <a:lnTo>
                  <a:pt x="656831" y="103632"/>
                </a:lnTo>
                <a:lnTo>
                  <a:pt x="657072" y="117589"/>
                </a:lnTo>
                <a:lnTo>
                  <a:pt x="657593" y="129540"/>
                </a:lnTo>
                <a:lnTo>
                  <a:pt x="658101" y="138874"/>
                </a:lnTo>
                <a:lnTo>
                  <a:pt x="658355" y="146304"/>
                </a:lnTo>
                <a:lnTo>
                  <a:pt x="658355" y="204216"/>
                </a:lnTo>
                <a:lnTo>
                  <a:pt x="556247" y="204216"/>
                </a:lnTo>
                <a:lnTo>
                  <a:pt x="573011" y="219456"/>
                </a:lnTo>
                <a:lnTo>
                  <a:pt x="582447" y="217462"/>
                </a:lnTo>
                <a:lnTo>
                  <a:pt x="592442" y="216027"/>
                </a:lnTo>
                <a:lnTo>
                  <a:pt x="603021" y="215176"/>
                </a:lnTo>
                <a:lnTo>
                  <a:pt x="614159" y="214884"/>
                </a:lnTo>
                <a:lnTo>
                  <a:pt x="658355" y="214884"/>
                </a:lnTo>
                <a:lnTo>
                  <a:pt x="658355" y="353568"/>
                </a:lnTo>
                <a:lnTo>
                  <a:pt x="534911" y="353568"/>
                </a:lnTo>
                <a:lnTo>
                  <a:pt x="550151" y="368808"/>
                </a:lnTo>
                <a:lnTo>
                  <a:pt x="559587" y="366814"/>
                </a:lnTo>
                <a:lnTo>
                  <a:pt x="569582" y="365379"/>
                </a:lnTo>
                <a:lnTo>
                  <a:pt x="580161" y="364528"/>
                </a:lnTo>
                <a:lnTo>
                  <a:pt x="591299" y="364236"/>
                </a:lnTo>
                <a:lnTo>
                  <a:pt x="827519" y="36423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" name="object 29"/>
          <p:cNvSpPr/>
          <p:nvPr/>
        </p:nvSpPr>
        <p:spPr>
          <a:xfrm>
            <a:off x="7242047" y="2935224"/>
            <a:ext cx="160020" cy="365760"/>
          </a:xfrm>
          <a:custGeom>
            <a:avLst/>
            <a:gdLst/>
            <a:ahLst/>
            <a:cxnLst/>
            <a:rect l="l" t="t" r="r" b="b"/>
            <a:pathLst>
              <a:path w="160020" h="365760">
                <a:moveTo>
                  <a:pt x="85344" y="365760"/>
                </a:moveTo>
                <a:lnTo>
                  <a:pt x="0" y="182880"/>
                </a:lnTo>
                <a:lnTo>
                  <a:pt x="91440" y="0"/>
                </a:lnTo>
                <a:lnTo>
                  <a:pt x="108204" y="9144"/>
                </a:lnTo>
                <a:lnTo>
                  <a:pt x="18288" y="182880"/>
                </a:lnTo>
                <a:lnTo>
                  <a:pt x="100584" y="356616"/>
                </a:lnTo>
                <a:lnTo>
                  <a:pt x="85344" y="365760"/>
                </a:lnTo>
                <a:close/>
              </a:path>
              <a:path w="160020" h="365760">
                <a:moveTo>
                  <a:pt x="144780" y="365760"/>
                </a:moveTo>
                <a:lnTo>
                  <a:pt x="57912" y="184404"/>
                </a:lnTo>
                <a:lnTo>
                  <a:pt x="144780" y="1524"/>
                </a:lnTo>
                <a:lnTo>
                  <a:pt x="160020" y="9144"/>
                </a:lnTo>
                <a:lnTo>
                  <a:pt x="76200" y="182880"/>
                </a:lnTo>
                <a:lnTo>
                  <a:pt x="160020" y="356616"/>
                </a:lnTo>
                <a:lnTo>
                  <a:pt x="144780" y="36576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" name="object 30"/>
          <p:cNvSpPr/>
          <p:nvPr/>
        </p:nvSpPr>
        <p:spPr>
          <a:xfrm>
            <a:off x="7472159" y="2921507"/>
            <a:ext cx="822960" cy="391795"/>
          </a:xfrm>
          <a:custGeom>
            <a:avLst/>
            <a:gdLst/>
            <a:ahLst/>
            <a:cxnLst/>
            <a:rect l="l" t="t" r="r" b="b"/>
            <a:pathLst>
              <a:path w="822959" h="391795">
                <a:moveTo>
                  <a:pt x="166116" y="298704"/>
                </a:moveTo>
                <a:lnTo>
                  <a:pt x="164592" y="292608"/>
                </a:lnTo>
                <a:lnTo>
                  <a:pt x="107429" y="313169"/>
                </a:lnTo>
                <a:lnTo>
                  <a:pt x="61531" y="328993"/>
                </a:lnTo>
                <a:lnTo>
                  <a:pt x="26797" y="339979"/>
                </a:lnTo>
                <a:lnTo>
                  <a:pt x="3048" y="345948"/>
                </a:lnTo>
                <a:lnTo>
                  <a:pt x="22860" y="379476"/>
                </a:lnTo>
                <a:lnTo>
                  <a:pt x="31775" y="370928"/>
                </a:lnTo>
                <a:lnTo>
                  <a:pt x="44958" y="361378"/>
                </a:lnTo>
                <a:lnTo>
                  <a:pt x="62725" y="350977"/>
                </a:lnTo>
                <a:lnTo>
                  <a:pt x="85344" y="339852"/>
                </a:lnTo>
                <a:lnTo>
                  <a:pt x="166116" y="298704"/>
                </a:lnTo>
                <a:close/>
              </a:path>
              <a:path w="822959" h="391795">
                <a:moveTo>
                  <a:pt x="172212" y="108204"/>
                </a:moveTo>
                <a:lnTo>
                  <a:pt x="143256" y="82296"/>
                </a:lnTo>
                <a:lnTo>
                  <a:pt x="136956" y="96570"/>
                </a:lnTo>
                <a:lnTo>
                  <a:pt x="129349" y="111823"/>
                </a:lnTo>
                <a:lnTo>
                  <a:pt x="120332" y="127952"/>
                </a:lnTo>
                <a:lnTo>
                  <a:pt x="109728" y="144780"/>
                </a:lnTo>
                <a:lnTo>
                  <a:pt x="28956" y="149352"/>
                </a:lnTo>
                <a:lnTo>
                  <a:pt x="46964" y="121640"/>
                </a:lnTo>
                <a:lnTo>
                  <a:pt x="62103" y="97917"/>
                </a:lnTo>
                <a:lnTo>
                  <a:pt x="74396" y="78206"/>
                </a:lnTo>
                <a:lnTo>
                  <a:pt x="83820" y="62484"/>
                </a:lnTo>
                <a:lnTo>
                  <a:pt x="91846" y="49898"/>
                </a:lnTo>
                <a:lnTo>
                  <a:pt x="100012" y="39433"/>
                </a:lnTo>
                <a:lnTo>
                  <a:pt x="108470" y="30988"/>
                </a:lnTo>
                <a:lnTo>
                  <a:pt x="117348" y="24384"/>
                </a:lnTo>
                <a:lnTo>
                  <a:pt x="82296" y="0"/>
                </a:lnTo>
                <a:lnTo>
                  <a:pt x="68580" y="43815"/>
                </a:lnTo>
                <a:lnTo>
                  <a:pt x="45720" y="94488"/>
                </a:lnTo>
                <a:lnTo>
                  <a:pt x="20574" y="134493"/>
                </a:lnTo>
                <a:lnTo>
                  <a:pt x="0" y="149352"/>
                </a:lnTo>
                <a:lnTo>
                  <a:pt x="18288" y="182880"/>
                </a:lnTo>
                <a:lnTo>
                  <a:pt x="57912" y="163068"/>
                </a:lnTo>
                <a:lnTo>
                  <a:pt x="105156" y="155448"/>
                </a:lnTo>
                <a:lnTo>
                  <a:pt x="85140" y="180594"/>
                </a:lnTo>
                <a:lnTo>
                  <a:pt x="54800" y="217170"/>
                </a:lnTo>
                <a:lnTo>
                  <a:pt x="26860" y="243078"/>
                </a:lnTo>
                <a:lnTo>
                  <a:pt x="10668" y="248412"/>
                </a:lnTo>
                <a:lnTo>
                  <a:pt x="33528" y="286512"/>
                </a:lnTo>
                <a:lnTo>
                  <a:pt x="72390" y="266128"/>
                </a:lnTo>
                <a:lnTo>
                  <a:pt x="112395" y="252869"/>
                </a:lnTo>
                <a:lnTo>
                  <a:pt x="166116" y="237744"/>
                </a:lnTo>
                <a:lnTo>
                  <a:pt x="164592" y="231648"/>
                </a:lnTo>
                <a:lnTo>
                  <a:pt x="132283" y="236435"/>
                </a:lnTo>
                <a:lnTo>
                  <a:pt x="72224" y="246011"/>
                </a:lnTo>
                <a:lnTo>
                  <a:pt x="44196" y="249936"/>
                </a:lnTo>
                <a:lnTo>
                  <a:pt x="92392" y="197167"/>
                </a:lnTo>
                <a:lnTo>
                  <a:pt x="125704" y="155448"/>
                </a:lnTo>
                <a:lnTo>
                  <a:pt x="128016" y="152400"/>
                </a:lnTo>
                <a:lnTo>
                  <a:pt x="130594" y="149352"/>
                </a:lnTo>
                <a:lnTo>
                  <a:pt x="141998" y="135851"/>
                </a:lnTo>
                <a:lnTo>
                  <a:pt x="154114" y="122872"/>
                </a:lnTo>
                <a:lnTo>
                  <a:pt x="164236" y="113614"/>
                </a:lnTo>
                <a:lnTo>
                  <a:pt x="172212" y="108204"/>
                </a:lnTo>
                <a:close/>
              </a:path>
              <a:path w="822959" h="391795">
                <a:moveTo>
                  <a:pt x="400812" y="370332"/>
                </a:moveTo>
                <a:lnTo>
                  <a:pt x="373380" y="336804"/>
                </a:lnTo>
                <a:lnTo>
                  <a:pt x="350520" y="359664"/>
                </a:lnTo>
                <a:lnTo>
                  <a:pt x="336804" y="359664"/>
                </a:lnTo>
                <a:lnTo>
                  <a:pt x="343979" y="204216"/>
                </a:lnTo>
                <a:lnTo>
                  <a:pt x="350520" y="62484"/>
                </a:lnTo>
                <a:lnTo>
                  <a:pt x="363588" y="53340"/>
                </a:lnTo>
                <a:lnTo>
                  <a:pt x="365760" y="51816"/>
                </a:lnTo>
                <a:lnTo>
                  <a:pt x="338328" y="27432"/>
                </a:lnTo>
                <a:lnTo>
                  <a:pt x="327660" y="40474"/>
                </a:lnTo>
                <a:lnTo>
                  <a:pt x="327660" y="53340"/>
                </a:lnTo>
                <a:lnTo>
                  <a:pt x="320040" y="193548"/>
                </a:lnTo>
                <a:lnTo>
                  <a:pt x="320040" y="204216"/>
                </a:lnTo>
                <a:lnTo>
                  <a:pt x="313944" y="359664"/>
                </a:lnTo>
                <a:lnTo>
                  <a:pt x="224028" y="359664"/>
                </a:lnTo>
                <a:lnTo>
                  <a:pt x="236220" y="204216"/>
                </a:lnTo>
                <a:lnTo>
                  <a:pt x="320040" y="204216"/>
                </a:lnTo>
                <a:lnTo>
                  <a:pt x="320040" y="193548"/>
                </a:lnTo>
                <a:lnTo>
                  <a:pt x="237744" y="193548"/>
                </a:lnTo>
                <a:lnTo>
                  <a:pt x="245364" y="53340"/>
                </a:lnTo>
                <a:lnTo>
                  <a:pt x="327660" y="53340"/>
                </a:lnTo>
                <a:lnTo>
                  <a:pt x="327660" y="40474"/>
                </a:lnTo>
                <a:lnTo>
                  <a:pt x="324612" y="44196"/>
                </a:lnTo>
                <a:lnTo>
                  <a:pt x="150876" y="44196"/>
                </a:lnTo>
                <a:lnTo>
                  <a:pt x="166116" y="59436"/>
                </a:lnTo>
                <a:lnTo>
                  <a:pt x="175552" y="57200"/>
                </a:lnTo>
                <a:lnTo>
                  <a:pt x="185547" y="55245"/>
                </a:lnTo>
                <a:lnTo>
                  <a:pt x="196126" y="53873"/>
                </a:lnTo>
                <a:lnTo>
                  <a:pt x="207264" y="53340"/>
                </a:lnTo>
                <a:lnTo>
                  <a:pt x="224028" y="53340"/>
                </a:lnTo>
                <a:lnTo>
                  <a:pt x="214884" y="193548"/>
                </a:lnTo>
                <a:lnTo>
                  <a:pt x="150876" y="193548"/>
                </a:lnTo>
                <a:lnTo>
                  <a:pt x="166116" y="208788"/>
                </a:lnTo>
                <a:lnTo>
                  <a:pt x="175552" y="206794"/>
                </a:lnTo>
                <a:lnTo>
                  <a:pt x="185547" y="205359"/>
                </a:lnTo>
                <a:lnTo>
                  <a:pt x="196126" y="204508"/>
                </a:lnTo>
                <a:lnTo>
                  <a:pt x="207264" y="204216"/>
                </a:lnTo>
                <a:lnTo>
                  <a:pt x="213360" y="204216"/>
                </a:lnTo>
                <a:lnTo>
                  <a:pt x="201168" y="359664"/>
                </a:lnTo>
                <a:lnTo>
                  <a:pt x="103632" y="359664"/>
                </a:lnTo>
                <a:lnTo>
                  <a:pt x="118872" y="376428"/>
                </a:lnTo>
                <a:lnTo>
                  <a:pt x="128524" y="373557"/>
                </a:lnTo>
                <a:lnTo>
                  <a:pt x="138874" y="371665"/>
                </a:lnTo>
                <a:lnTo>
                  <a:pt x="149529" y="370649"/>
                </a:lnTo>
                <a:lnTo>
                  <a:pt x="160020" y="370332"/>
                </a:lnTo>
                <a:lnTo>
                  <a:pt x="400812" y="370332"/>
                </a:lnTo>
                <a:close/>
              </a:path>
              <a:path w="822959" h="391795">
                <a:moveTo>
                  <a:pt x="621792" y="310896"/>
                </a:moveTo>
                <a:lnTo>
                  <a:pt x="620268" y="304800"/>
                </a:lnTo>
                <a:lnTo>
                  <a:pt x="573455" y="318782"/>
                </a:lnTo>
                <a:lnTo>
                  <a:pt x="529209" y="330898"/>
                </a:lnTo>
                <a:lnTo>
                  <a:pt x="487832" y="341020"/>
                </a:lnTo>
                <a:lnTo>
                  <a:pt x="449580" y="348996"/>
                </a:lnTo>
                <a:lnTo>
                  <a:pt x="472440" y="384048"/>
                </a:lnTo>
                <a:lnTo>
                  <a:pt x="512064" y="355092"/>
                </a:lnTo>
                <a:lnTo>
                  <a:pt x="554926" y="336994"/>
                </a:lnTo>
                <a:lnTo>
                  <a:pt x="585152" y="324878"/>
                </a:lnTo>
                <a:lnTo>
                  <a:pt x="621792" y="310896"/>
                </a:lnTo>
                <a:close/>
              </a:path>
              <a:path w="822959" h="391795">
                <a:moveTo>
                  <a:pt x="621792" y="97536"/>
                </a:moveTo>
                <a:lnTo>
                  <a:pt x="588264" y="74676"/>
                </a:lnTo>
                <a:lnTo>
                  <a:pt x="579120" y="95567"/>
                </a:lnTo>
                <a:lnTo>
                  <a:pt x="569976" y="114871"/>
                </a:lnTo>
                <a:lnTo>
                  <a:pt x="560870" y="132689"/>
                </a:lnTo>
                <a:lnTo>
                  <a:pt x="551688" y="149352"/>
                </a:lnTo>
                <a:lnTo>
                  <a:pt x="473964" y="156972"/>
                </a:lnTo>
                <a:lnTo>
                  <a:pt x="489089" y="133210"/>
                </a:lnTo>
                <a:lnTo>
                  <a:pt x="502348" y="112014"/>
                </a:lnTo>
                <a:lnTo>
                  <a:pt x="513613" y="93116"/>
                </a:lnTo>
                <a:lnTo>
                  <a:pt x="522732" y="76200"/>
                </a:lnTo>
                <a:lnTo>
                  <a:pt x="529907" y="61658"/>
                </a:lnTo>
                <a:lnTo>
                  <a:pt x="537781" y="47815"/>
                </a:lnTo>
                <a:lnTo>
                  <a:pt x="546531" y="34848"/>
                </a:lnTo>
                <a:lnTo>
                  <a:pt x="556260" y="22860"/>
                </a:lnTo>
                <a:lnTo>
                  <a:pt x="519684" y="3048"/>
                </a:lnTo>
                <a:lnTo>
                  <a:pt x="508444" y="48577"/>
                </a:lnTo>
                <a:lnTo>
                  <a:pt x="489204" y="97536"/>
                </a:lnTo>
                <a:lnTo>
                  <a:pt x="467106" y="138684"/>
                </a:lnTo>
                <a:lnTo>
                  <a:pt x="445008" y="156972"/>
                </a:lnTo>
                <a:lnTo>
                  <a:pt x="464820" y="187452"/>
                </a:lnTo>
                <a:lnTo>
                  <a:pt x="501396" y="170688"/>
                </a:lnTo>
                <a:lnTo>
                  <a:pt x="544068" y="160020"/>
                </a:lnTo>
                <a:lnTo>
                  <a:pt x="521804" y="191173"/>
                </a:lnTo>
                <a:lnTo>
                  <a:pt x="488137" y="234607"/>
                </a:lnTo>
                <a:lnTo>
                  <a:pt x="453440" y="264464"/>
                </a:lnTo>
                <a:lnTo>
                  <a:pt x="448056" y="266700"/>
                </a:lnTo>
                <a:lnTo>
                  <a:pt x="469392" y="300228"/>
                </a:lnTo>
                <a:lnTo>
                  <a:pt x="509689" y="277304"/>
                </a:lnTo>
                <a:lnTo>
                  <a:pt x="554621" y="260604"/>
                </a:lnTo>
                <a:lnTo>
                  <a:pt x="560832" y="258508"/>
                </a:lnTo>
                <a:lnTo>
                  <a:pt x="611124" y="242316"/>
                </a:lnTo>
                <a:lnTo>
                  <a:pt x="609600" y="234696"/>
                </a:lnTo>
                <a:lnTo>
                  <a:pt x="529590" y="252793"/>
                </a:lnTo>
                <a:lnTo>
                  <a:pt x="503301" y="258064"/>
                </a:lnTo>
                <a:lnTo>
                  <a:pt x="486156" y="260604"/>
                </a:lnTo>
                <a:lnTo>
                  <a:pt x="513041" y="229768"/>
                </a:lnTo>
                <a:lnTo>
                  <a:pt x="536638" y="201358"/>
                </a:lnTo>
                <a:lnTo>
                  <a:pt x="568807" y="160020"/>
                </a:lnTo>
                <a:lnTo>
                  <a:pt x="588530" y="132765"/>
                </a:lnTo>
                <a:lnTo>
                  <a:pt x="601027" y="116967"/>
                </a:lnTo>
                <a:lnTo>
                  <a:pt x="612063" y="105257"/>
                </a:lnTo>
                <a:lnTo>
                  <a:pt x="621792" y="97536"/>
                </a:lnTo>
                <a:close/>
              </a:path>
              <a:path w="822959" h="391795">
                <a:moveTo>
                  <a:pt x="714730" y="234607"/>
                </a:moveTo>
                <a:lnTo>
                  <a:pt x="711022" y="223888"/>
                </a:lnTo>
                <a:lnTo>
                  <a:pt x="699706" y="209931"/>
                </a:lnTo>
                <a:lnTo>
                  <a:pt x="680681" y="193128"/>
                </a:lnTo>
                <a:lnTo>
                  <a:pt x="653796" y="173736"/>
                </a:lnTo>
                <a:lnTo>
                  <a:pt x="649224" y="176784"/>
                </a:lnTo>
                <a:lnTo>
                  <a:pt x="663536" y="197599"/>
                </a:lnTo>
                <a:lnTo>
                  <a:pt x="674560" y="216408"/>
                </a:lnTo>
                <a:lnTo>
                  <a:pt x="682447" y="232943"/>
                </a:lnTo>
                <a:lnTo>
                  <a:pt x="687324" y="246888"/>
                </a:lnTo>
                <a:lnTo>
                  <a:pt x="690372" y="259080"/>
                </a:lnTo>
                <a:lnTo>
                  <a:pt x="694944" y="266700"/>
                </a:lnTo>
                <a:lnTo>
                  <a:pt x="702564" y="266700"/>
                </a:lnTo>
                <a:lnTo>
                  <a:pt x="705612" y="263652"/>
                </a:lnTo>
                <a:lnTo>
                  <a:pt x="708660" y="259080"/>
                </a:lnTo>
                <a:lnTo>
                  <a:pt x="713232" y="254508"/>
                </a:lnTo>
                <a:lnTo>
                  <a:pt x="714705" y="247154"/>
                </a:lnTo>
                <a:lnTo>
                  <a:pt x="714730" y="234607"/>
                </a:lnTo>
                <a:close/>
              </a:path>
              <a:path w="822959" h="391795">
                <a:moveTo>
                  <a:pt x="822960" y="100584"/>
                </a:moveTo>
                <a:lnTo>
                  <a:pt x="820851" y="99060"/>
                </a:lnTo>
                <a:lnTo>
                  <a:pt x="795528" y="80772"/>
                </a:lnTo>
                <a:lnTo>
                  <a:pt x="783336" y="99060"/>
                </a:lnTo>
                <a:lnTo>
                  <a:pt x="667512" y="99060"/>
                </a:lnTo>
                <a:lnTo>
                  <a:pt x="676402" y="81940"/>
                </a:lnTo>
                <a:lnTo>
                  <a:pt x="684847" y="64960"/>
                </a:lnTo>
                <a:lnTo>
                  <a:pt x="693026" y="48272"/>
                </a:lnTo>
                <a:lnTo>
                  <a:pt x="701040" y="32004"/>
                </a:lnTo>
                <a:lnTo>
                  <a:pt x="714756" y="22860"/>
                </a:lnTo>
                <a:lnTo>
                  <a:pt x="676656" y="1524"/>
                </a:lnTo>
                <a:lnTo>
                  <a:pt x="673227" y="18961"/>
                </a:lnTo>
                <a:lnTo>
                  <a:pt x="667512" y="39243"/>
                </a:lnTo>
                <a:lnTo>
                  <a:pt x="649224" y="88392"/>
                </a:lnTo>
                <a:lnTo>
                  <a:pt x="623125" y="143446"/>
                </a:lnTo>
                <a:lnTo>
                  <a:pt x="591312" y="195072"/>
                </a:lnTo>
                <a:lnTo>
                  <a:pt x="597408" y="198120"/>
                </a:lnTo>
                <a:lnTo>
                  <a:pt x="614540" y="179603"/>
                </a:lnTo>
                <a:lnTo>
                  <a:pt x="631507" y="158496"/>
                </a:lnTo>
                <a:lnTo>
                  <a:pt x="648208" y="135115"/>
                </a:lnTo>
                <a:lnTo>
                  <a:pt x="664464" y="109728"/>
                </a:lnTo>
                <a:lnTo>
                  <a:pt x="786384" y="109728"/>
                </a:lnTo>
                <a:lnTo>
                  <a:pt x="785228" y="189699"/>
                </a:lnTo>
                <a:lnTo>
                  <a:pt x="783907" y="251079"/>
                </a:lnTo>
                <a:lnTo>
                  <a:pt x="782320" y="293611"/>
                </a:lnTo>
                <a:lnTo>
                  <a:pt x="773620" y="339661"/>
                </a:lnTo>
                <a:lnTo>
                  <a:pt x="737235" y="348424"/>
                </a:lnTo>
                <a:lnTo>
                  <a:pt x="714667" y="347687"/>
                </a:lnTo>
                <a:lnTo>
                  <a:pt x="685800" y="345948"/>
                </a:lnTo>
                <a:lnTo>
                  <a:pt x="685800" y="353568"/>
                </a:lnTo>
                <a:lnTo>
                  <a:pt x="712711" y="359524"/>
                </a:lnTo>
                <a:lnTo>
                  <a:pt x="731901" y="368046"/>
                </a:lnTo>
                <a:lnTo>
                  <a:pt x="743673" y="378866"/>
                </a:lnTo>
                <a:lnTo>
                  <a:pt x="748284" y="391668"/>
                </a:lnTo>
                <a:lnTo>
                  <a:pt x="760285" y="387654"/>
                </a:lnTo>
                <a:lnTo>
                  <a:pt x="796582" y="356120"/>
                </a:lnTo>
                <a:lnTo>
                  <a:pt x="805726" y="314350"/>
                </a:lnTo>
                <a:lnTo>
                  <a:pt x="808634" y="247154"/>
                </a:lnTo>
                <a:lnTo>
                  <a:pt x="809929" y="158496"/>
                </a:lnTo>
                <a:lnTo>
                  <a:pt x="810768" y="112776"/>
                </a:lnTo>
                <a:lnTo>
                  <a:pt x="813816" y="109728"/>
                </a:lnTo>
                <a:lnTo>
                  <a:pt x="822960" y="10058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" name="object 31"/>
          <p:cNvSpPr/>
          <p:nvPr/>
        </p:nvSpPr>
        <p:spPr>
          <a:xfrm>
            <a:off x="8356091" y="2919983"/>
            <a:ext cx="405765" cy="398145"/>
          </a:xfrm>
          <a:custGeom>
            <a:avLst/>
            <a:gdLst/>
            <a:ahLst/>
            <a:cxnLst/>
            <a:rect l="l" t="t" r="r" b="b"/>
            <a:pathLst>
              <a:path w="405765" h="398145">
                <a:moveTo>
                  <a:pt x="3047" y="397763"/>
                </a:moveTo>
                <a:lnTo>
                  <a:pt x="0" y="393191"/>
                </a:lnTo>
                <a:lnTo>
                  <a:pt x="34289" y="369998"/>
                </a:lnTo>
                <a:lnTo>
                  <a:pt x="64007" y="345948"/>
                </a:lnTo>
                <a:lnTo>
                  <a:pt x="109727" y="294131"/>
                </a:lnTo>
                <a:lnTo>
                  <a:pt x="141731" y="234505"/>
                </a:lnTo>
                <a:lnTo>
                  <a:pt x="160019" y="160019"/>
                </a:lnTo>
                <a:lnTo>
                  <a:pt x="165996" y="120014"/>
                </a:lnTo>
                <a:lnTo>
                  <a:pt x="170116" y="80009"/>
                </a:lnTo>
                <a:lnTo>
                  <a:pt x="172235" y="40004"/>
                </a:lnTo>
                <a:lnTo>
                  <a:pt x="172211" y="0"/>
                </a:lnTo>
                <a:lnTo>
                  <a:pt x="224027" y="22859"/>
                </a:lnTo>
                <a:lnTo>
                  <a:pt x="207263" y="38100"/>
                </a:lnTo>
                <a:lnTo>
                  <a:pt x="212955" y="82343"/>
                </a:lnTo>
                <a:lnTo>
                  <a:pt x="220789" y="123444"/>
                </a:lnTo>
                <a:lnTo>
                  <a:pt x="230624" y="161115"/>
                </a:lnTo>
                <a:lnTo>
                  <a:pt x="256008" y="225909"/>
                </a:lnTo>
                <a:lnTo>
                  <a:pt x="289679" y="280154"/>
                </a:lnTo>
                <a:lnTo>
                  <a:pt x="331660" y="322968"/>
                </a:lnTo>
                <a:lnTo>
                  <a:pt x="379666" y="349781"/>
                </a:lnTo>
                <a:lnTo>
                  <a:pt x="405383" y="356615"/>
                </a:lnTo>
                <a:lnTo>
                  <a:pt x="405383" y="365760"/>
                </a:lnTo>
                <a:lnTo>
                  <a:pt x="388762" y="367426"/>
                </a:lnTo>
                <a:lnTo>
                  <a:pt x="375285" y="372237"/>
                </a:lnTo>
                <a:lnTo>
                  <a:pt x="364664" y="379904"/>
                </a:lnTo>
                <a:lnTo>
                  <a:pt x="356616" y="390143"/>
                </a:lnTo>
                <a:lnTo>
                  <a:pt x="333756" y="372427"/>
                </a:lnTo>
                <a:lnTo>
                  <a:pt x="294894" y="333565"/>
                </a:lnTo>
                <a:lnTo>
                  <a:pt x="264604" y="289512"/>
                </a:lnTo>
                <a:lnTo>
                  <a:pt x="239458" y="242554"/>
                </a:lnTo>
                <a:lnTo>
                  <a:pt x="220027" y="189595"/>
                </a:lnTo>
                <a:lnTo>
                  <a:pt x="206311" y="119776"/>
                </a:lnTo>
                <a:lnTo>
                  <a:pt x="201167" y="77724"/>
                </a:lnTo>
                <a:lnTo>
                  <a:pt x="197143" y="118062"/>
                </a:lnTo>
                <a:lnTo>
                  <a:pt x="185094" y="187880"/>
                </a:lnTo>
                <a:lnTo>
                  <a:pt x="167068" y="245673"/>
                </a:lnTo>
                <a:lnTo>
                  <a:pt x="137350" y="296584"/>
                </a:lnTo>
                <a:lnTo>
                  <a:pt x="94773" y="342899"/>
                </a:lnTo>
                <a:lnTo>
                  <a:pt x="37623" y="381761"/>
                </a:lnTo>
                <a:lnTo>
                  <a:pt x="3047" y="39776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" name="object 32"/>
          <p:cNvSpPr/>
          <p:nvPr/>
        </p:nvSpPr>
        <p:spPr>
          <a:xfrm>
            <a:off x="8820911" y="2938272"/>
            <a:ext cx="165100" cy="363220"/>
          </a:xfrm>
          <a:custGeom>
            <a:avLst/>
            <a:gdLst/>
            <a:ahLst/>
            <a:cxnLst/>
            <a:rect l="l" t="t" r="r" b="b"/>
            <a:pathLst>
              <a:path w="165100" h="363220">
                <a:moveTo>
                  <a:pt x="16764" y="362712"/>
                </a:moveTo>
                <a:lnTo>
                  <a:pt x="0" y="355092"/>
                </a:lnTo>
                <a:lnTo>
                  <a:pt x="82296" y="181356"/>
                </a:lnTo>
                <a:lnTo>
                  <a:pt x="0" y="9144"/>
                </a:lnTo>
                <a:lnTo>
                  <a:pt x="16764" y="0"/>
                </a:lnTo>
                <a:lnTo>
                  <a:pt x="102108" y="179832"/>
                </a:lnTo>
                <a:lnTo>
                  <a:pt x="16764" y="362712"/>
                </a:lnTo>
                <a:close/>
              </a:path>
              <a:path w="165100" h="363220">
                <a:moveTo>
                  <a:pt x="79248" y="362712"/>
                </a:moveTo>
                <a:lnTo>
                  <a:pt x="62484" y="355092"/>
                </a:lnTo>
                <a:lnTo>
                  <a:pt x="144780" y="181356"/>
                </a:lnTo>
                <a:lnTo>
                  <a:pt x="62484" y="9144"/>
                </a:lnTo>
                <a:lnTo>
                  <a:pt x="79248" y="0"/>
                </a:lnTo>
                <a:lnTo>
                  <a:pt x="164592" y="179832"/>
                </a:lnTo>
                <a:lnTo>
                  <a:pt x="79248" y="36271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" name="object 33"/>
          <p:cNvSpPr/>
          <p:nvPr/>
        </p:nvSpPr>
        <p:spPr>
          <a:xfrm>
            <a:off x="9243059" y="2913888"/>
            <a:ext cx="407034" cy="411480"/>
          </a:xfrm>
          <a:custGeom>
            <a:avLst/>
            <a:gdLst/>
            <a:ahLst/>
            <a:cxnLst/>
            <a:rect l="l" t="t" r="r" b="b"/>
            <a:pathLst>
              <a:path w="407034" h="411479">
                <a:moveTo>
                  <a:pt x="260604" y="59436"/>
                </a:moveTo>
                <a:lnTo>
                  <a:pt x="239268" y="59436"/>
                </a:lnTo>
                <a:lnTo>
                  <a:pt x="239006" y="44576"/>
                </a:lnTo>
                <a:lnTo>
                  <a:pt x="238315" y="29717"/>
                </a:lnTo>
                <a:lnTo>
                  <a:pt x="237339" y="14858"/>
                </a:lnTo>
                <a:lnTo>
                  <a:pt x="236220" y="0"/>
                </a:lnTo>
                <a:lnTo>
                  <a:pt x="275844" y="18287"/>
                </a:lnTo>
                <a:lnTo>
                  <a:pt x="260604" y="30480"/>
                </a:lnTo>
                <a:lnTo>
                  <a:pt x="260604" y="59436"/>
                </a:lnTo>
                <a:close/>
              </a:path>
              <a:path w="407034" h="411479">
                <a:moveTo>
                  <a:pt x="77128" y="93511"/>
                </a:moveTo>
                <a:lnTo>
                  <a:pt x="72961" y="90487"/>
                </a:lnTo>
                <a:lnTo>
                  <a:pt x="69651" y="83748"/>
                </a:lnTo>
                <a:lnTo>
                  <a:pt x="67056" y="73152"/>
                </a:lnTo>
                <a:lnTo>
                  <a:pt x="62722" y="62079"/>
                </a:lnTo>
                <a:lnTo>
                  <a:pt x="56388" y="49720"/>
                </a:lnTo>
                <a:lnTo>
                  <a:pt x="47767" y="36504"/>
                </a:lnTo>
                <a:lnTo>
                  <a:pt x="36576" y="22859"/>
                </a:lnTo>
                <a:lnTo>
                  <a:pt x="39624" y="18287"/>
                </a:lnTo>
                <a:lnTo>
                  <a:pt x="72199" y="38862"/>
                </a:lnTo>
                <a:lnTo>
                  <a:pt x="95345" y="66294"/>
                </a:lnTo>
                <a:lnTo>
                  <a:pt x="94460" y="73318"/>
                </a:lnTo>
                <a:lnTo>
                  <a:pt x="92964" y="82296"/>
                </a:lnTo>
                <a:lnTo>
                  <a:pt x="88392" y="89915"/>
                </a:lnTo>
                <a:lnTo>
                  <a:pt x="82296" y="92964"/>
                </a:lnTo>
                <a:lnTo>
                  <a:pt x="77128" y="93511"/>
                </a:lnTo>
                <a:close/>
              </a:path>
              <a:path w="407034" h="411479">
                <a:moveTo>
                  <a:pt x="153924" y="76200"/>
                </a:moveTo>
                <a:lnTo>
                  <a:pt x="137160" y="59436"/>
                </a:lnTo>
                <a:lnTo>
                  <a:pt x="324612" y="59436"/>
                </a:lnTo>
                <a:lnTo>
                  <a:pt x="342900" y="41148"/>
                </a:lnTo>
                <a:lnTo>
                  <a:pt x="370332" y="70103"/>
                </a:lnTo>
                <a:lnTo>
                  <a:pt x="195072" y="70103"/>
                </a:lnTo>
                <a:lnTo>
                  <a:pt x="183927" y="70413"/>
                </a:lnTo>
                <a:lnTo>
                  <a:pt x="173355" y="71437"/>
                </a:lnTo>
                <a:lnTo>
                  <a:pt x="163353" y="73318"/>
                </a:lnTo>
                <a:lnTo>
                  <a:pt x="153924" y="76200"/>
                </a:lnTo>
                <a:close/>
              </a:path>
              <a:path w="407034" h="411479">
                <a:moveTo>
                  <a:pt x="260604" y="123444"/>
                </a:moveTo>
                <a:lnTo>
                  <a:pt x="239268" y="123444"/>
                </a:lnTo>
                <a:lnTo>
                  <a:pt x="239268" y="70103"/>
                </a:lnTo>
                <a:lnTo>
                  <a:pt x="260604" y="70103"/>
                </a:lnTo>
                <a:lnTo>
                  <a:pt x="260604" y="123444"/>
                </a:lnTo>
                <a:close/>
              </a:path>
              <a:path w="407034" h="411479">
                <a:moveTo>
                  <a:pt x="131064" y="140208"/>
                </a:moveTo>
                <a:lnTo>
                  <a:pt x="115824" y="123444"/>
                </a:lnTo>
                <a:lnTo>
                  <a:pt x="358140" y="123444"/>
                </a:lnTo>
                <a:lnTo>
                  <a:pt x="376428" y="105155"/>
                </a:lnTo>
                <a:lnTo>
                  <a:pt x="405383" y="134112"/>
                </a:lnTo>
                <a:lnTo>
                  <a:pt x="164592" y="134112"/>
                </a:lnTo>
                <a:lnTo>
                  <a:pt x="156567" y="134421"/>
                </a:lnTo>
                <a:lnTo>
                  <a:pt x="148399" y="135445"/>
                </a:lnTo>
                <a:lnTo>
                  <a:pt x="139946" y="137326"/>
                </a:lnTo>
                <a:lnTo>
                  <a:pt x="131064" y="140208"/>
                </a:lnTo>
                <a:close/>
              </a:path>
              <a:path w="407034" h="411479">
                <a:moveTo>
                  <a:pt x="345948" y="181355"/>
                </a:moveTo>
                <a:lnTo>
                  <a:pt x="339852" y="178308"/>
                </a:lnTo>
                <a:lnTo>
                  <a:pt x="362712" y="134112"/>
                </a:lnTo>
                <a:lnTo>
                  <a:pt x="405383" y="134112"/>
                </a:lnTo>
                <a:lnTo>
                  <a:pt x="406907" y="135636"/>
                </a:lnTo>
                <a:lnTo>
                  <a:pt x="394382" y="139350"/>
                </a:lnTo>
                <a:lnTo>
                  <a:pt x="379857" y="148209"/>
                </a:lnTo>
                <a:lnTo>
                  <a:pt x="363616" y="162210"/>
                </a:lnTo>
                <a:lnTo>
                  <a:pt x="345948" y="181355"/>
                </a:lnTo>
                <a:close/>
              </a:path>
              <a:path w="407034" h="411479">
                <a:moveTo>
                  <a:pt x="16764" y="172212"/>
                </a:moveTo>
                <a:lnTo>
                  <a:pt x="0" y="156972"/>
                </a:lnTo>
                <a:lnTo>
                  <a:pt x="62484" y="156972"/>
                </a:lnTo>
                <a:lnTo>
                  <a:pt x="79248" y="141732"/>
                </a:lnTo>
                <a:lnTo>
                  <a:pt x="100584" y="164591"/>
                </a:lnTo>
                <a:lnTo>
                  <a:pt x="96773" y="167640"/>
                </a:lnTo>
                <a:lnTo>
                  <a:pt x="57912" y="167640"/>
                </a:lnTo>
                <a:lnTo>
                  <a:pt x="46767" y="167925"/>
                </a:lnTo>
                <a:lnTo>
                  <a:pt x="36195" y="168783"/>
                </a:lnTo>
                <a:lnTo>
                  <a:pt x="26193" y="170211"/>
                </a:lnTo>
                <a:lnTo>
                  <a:pt x="16764" y="172212"/>
                </a:lnTo>
                <a:close/>
              </a:path>
              <a:path w="407034" h="411479">
                <a:moveTo>
                  <a:pt x="288036" y="283464"/>
                </a:moveTo>
                <a:lnTo>
                  <a:pt x="263651" y="283464"/>
                </a:lnTo>
                <a:lnTo>
                  <a:pt x="266533" y="259770"/>
                </a:lnTo>
                <a:lnTo>
                  <a:pt x="268414" y="229933"/>
                </a:lnTo>
                <a:lnTo>
                  <a:pt x="269438" y="194095"/>
                </a:lnTo>
                <a:lnTo>
                  <a:pt x="269748" y="152400"/>
                </a:lnTo>
                <a:lnTo>
                  <a:pt x="309372" y="170688"/>
                </a:lnTo>
                <a:lnTo>
                  <a:pt x="295656" y="182879"/>
                </a:lnTo>
                <a:lnTo>
                  <a:pt x="294251" y="217455"/>
                </a:lnTo>
                <a:lnTo>
                  <a:pt x="292417" y="245745"/>
                </a:lnTo>
                <a:lnTo>
                  <a:pt x="290298" y="267747"/>
                </a:lnTo>
                <a:lnTo>
                  <a:pt x="288036" y="283464"/>
                </a:lnTo>
                <a:close/>
              </a:path>
              <a:path w="407034" h="411479">
                <a:moveTo>
                  <a:pt x="224028" y="216408"/>
                </a:moveTo>
                <a:lnTo>
                  <a:pt x="219456" y="216408"/>
                </a:lnTo>
                <a:lnTo>
                  <a:pt x="216408" y="211836"/>
                </a:lnTo>
                <a:lnTo>
                  <a:pt x="211836" y="202692"/>
                </a:lnTo>
                <a:lnTo>
                  <a:pt x="206144" y="192643"/>
                </a:lnTo>
                <a:lnTo>
                  <a:pt x="198310" y="182879"/>
                </a:lnTo>
                <a:lnTo>
                  <a:pt x="188475" y="173116"/>
                </a:lnTo>
                <a:lnTo>
                  <a:pt x="176784" y="163067"/>
                </a:lnTo>
                <a:lnTo>
                  <a:pt x="178308" y="156972"/>
                </a:lnTo>
                <a:lnTo>
                  <a:pt x="219884" y="173474"/>
                </a:lnTo>
                <a:lnTo>
                  <a:pt x="230124" y="185928"/>
                </a:lnTo>
                <a:lnTo>
                  <a:pt x="233172" y="190500"/>
                </a:lnTo>
                <a:lnTo>
                  <a:pt x="233172" y="199644"/>
                </a:lnTo>
                <a:lnTo>
                  <a:pt x="231648" y="204216"/>
                </a:lnTo>
                <a:lnTo>
                  <a:pt x="225552" y="213360"/>
                </a:lnTo>
                <a:lnTo>
                  <a:pt x="224028" y="216408"/>
                </a:lnTo>
                <a:close/>
              </a:path>
              <a:path w="407034" h="411479">
                <a:moveTo>
                  <a:pt x="76200" y="388620"/>
                </a:moveTo>
                <a:lnTo>
                  <a:pt x="56388" y="362712"/>
                </a:lnTo>
                <a:lnTo>
                  <a:pt x="60960" y="356616"/>
                </a:lnTo>
                <a:lnTo>
                  <a:pt x="62484" y="348996"/>
                </a:lnTo>
                <a:lnTo>
                  <a:pt x="62484" y="167640"/>
                </a:lnTo>
                <a:lnTo>
                  <a:pt x="96773" y="167640"/>
                </a:lnTo>
                <a:lnTo>
                  <a:pt x="85344" y="176784"/>
                </a:lnTo>
                <a:lnTo>
                  <a:pt x="85344" y="347472"/>
                </a:lnTo>
                <a:lnTo>
                  <a:pt x="115714" y="347472"/>
                </a:lnTo>
                <a:lnTo>
                  <a:pt x="105918" y="356806"/>
                </a:lnTo>
                <a:lnTo>
                  <a:pt x="88773" y="374356"/>
                </a:lnTo>
                <a:lnTo>
                  <a:pt x="76200" y="388620"/>
                </a:lnTo>
                <a:close/>
              </a:path>
              <a:path w="407034" h="411479">
                <a:moveTo>
                  <a:pt x="199644" y="268224"/>
                </a:moveTo>
                <a:lnTo>
                  <a:pt x="195072" y="268224"/>
                </a:lnTo>
                <a:lnTo>
                  <a:pt x="190500" y="263652"/>
                </a:lnTo>
                <a:lnTo>
                  <a:pt x="185928" y="252984"/>
                </a:lnTo>
                <a:lnTo>
                  <a:pt x="179331" y="242720"/>
                </a:lnTo>
                <a:lnTo>
                  <a:pt x="170878" y="232600"/>
                </a:lnTo>
                <a:lnTo>
                  <a:pt x="160424" y="222765"/>
                </a:lnTo>
                <a:lnTo>
                  <a:pt x="147828" y="213360"/>
                </a:lnTo>
                <a:lnTo>
                  <a:pt x="149352" y="207264"/>
                </a:lnTo>
                <a:lnTo>
                  <a:pt x="193929" y="225266"/>
                </a:lnTo>
                <a:lnTo>
                  <a:pt x="208788" y="242316"/>
                </a:lnTo>
                <a:lnTo>
                  <a:pt x="208788" y="251460"/>
                </a:lnTo>
                <a:lnTo>
                  <a:pt x="207264" y="256032"/>
                </a:lnTo>
                <a:lnTo>
                  <a:pt x="201168" y="265176"/>
                </a:lnTo>
                <a:lnTo>
                  <a:pt x="199644" y="268224"/>
                </a:lnTo>
                <a:close/>
              </a:path>
              <a:path w="407034" h="411479">
                <a:moveTo>
                  <a:pt x="140208" y="300228"/>
                </a:moveTo>
                <a:lnTo>
                  <a:pt x="123444" y="283464"/>
                </a:lnTo>
                <a:lnTo>
                  <a:pt x="352044" y="283464"/>
                </a:lnTo>
                <a:lnTo>
                  <a:pt x="374904" y="262128"/>
                </a:lnTo>
                <a:lnTo>
                  <a:pt x="405383" y="294132"/>
                </a:lnTo>
                <a:lnTo>
                  <a:pt x="172212" y="294132"/>
                </a:lnTo>
                <a:lnTo>
                  <a:pt x="165068" y="294441"/>
                </a:lnTo>
                <a:lnTo>
                  <a:pt x="157353" y="295465"/>
                </a:lnTo>
                <a:lnTo>
                  <a:pt x="149066" y="297346"/>
                </a:lnTo>
                <a:lnTo>
                  <a:pt x="140208" y="300228"/>
                </a:lnTo>
                <a:close/>
              </a:path>
              <a:path w="407034" h="411479">
                <a:moveTo>
                  <a:pt x="121920" y="411480"/>
                </a:moveTo>
                <a:lnTo>
                  <a:pt x="120396" y="403860"/>
                </a:lnTo>
                <a:lnTo>
                  <a:pt x="172092" y="385857"/>
                </a:lnTo>
                <a:lnTo>
                  <a:pt x="212788" y="361569"/>
                </a:lnTo>
                <a:lnTo>
                  <a:pt x="242339" y="330993"/>
                </a:lnTo>
                <a:lnTo>
                  <a:pt x="260604" y="294132"/>
                </a:lnTo>
                <a:lnTo>
                  <a:pt x="284987" y="294132"/>
                </a:lnTo>
                <a:lnTo>
                  <a:pt x="282416" y="301275"/>
                </a:lnTo>
                <a:lnTo>
                  <a:pt x="279273" y="308991"/>
                </a:lnTo>
                <a:lnTo>
                  <a:pt x="275558" y="317277"/>
                </a:lnTo>
                <a:lnTo>
                  <a:pt x="271272" y="326136"/>
                </a:lnTo>
                <a:lnTo>
                  <a:pt x="289916" y="332232"/>
                </a:lnTo>
                <a:lnTo>
                  <a:pt x="268224" y="332232"/>
                </a:lnTo>
                <a:lnTo>
                  <a:pt x="241935" y="361116"/>
                </a:lnTo>
                <a:lnTo>
                  <a:pt x="208788" y="383857"/>
                </a:lnTo>
                <a:lnTo>
                  <a:pt x="168783" y="400597"/>
                </a:lnTo>
                <a:lnTo>
                  <a:pt x="121920" y="411480"/>
                </a:lnTo>
                <a:close/>
              </a:path>
              <a:path w="407034" h="411479">
                <a:moveTo>
                  <a:pt x="115714" y="347472"/>
                </a:moveTo>
                <a:lnTo>
                  <a:pt x="85344" y="347472"/>
                </a:lnTo>
                <a:lnTo>
                  <a:pt x="149352" y="306324"/>
                </a:lnTo>
                <a:lnTo>
                  <a:pt x="153924" y="312420"/>
                </a:lnTo>
                <a:lnTo>
                  <a:pt x="127635" y="336113"/>
                </a:lnTo>
                <a:lnTo>
                  <a:pt x="115714" y="347472"/>
                </a:lnTo>
                <a:close/>
              </a:path>
              <a:path w="407034" h="411479">
                <a:moveTo>
                  <a:pt x="367284" y="405384"/>
                </a:moveTo>
                <a:lnTo>
                  <a:pt x="365760" y="405384"/>
                </a:lnTo>
                <a:lnTo>
                  <a:pt x="361140" y="404479"/>
                </a:lnTo>
                <a:lnTo>
                  <a:pt x="356235" y="401574"/>
                </a:lnTo>
                <a:lnTo>
                  <a:pt x="350758" y="396382"/>
                </a:lnTo>
                <a:lnTo>
                  <a:pt x="344424" y="388620"/>
                </a:lnTo>
                <a:lnTo>
                  <a:pt x="333589" y="375737"/>
                </a:lnTo>
                <a:lnTo>
                  <a:pt x="317182" y="362140"/>
                </a:lnTo>
                <a:lnTo>
                  <a:pt x="295346" y="347686"/>
                </a:lnTo>
                <a:lnTo>
                  <a:pt x="268224" y="332232"/>
                </a:lnTo>
                <a:lnTo>
                  <a:pt x="289916" y="332232"/>
                </a:lnTo>
                <a:lnTo>
                  <a:pt x="332565" y="348210"/>
                </a:lnTo>
                <a:lnTo>
                  <a:pt x="365569" y="368808"/>
                </a:lnTo>
                <a:lnTo>
                  <a:pt x="376428" y="391668"/>
                </a:lnTo>
                <a:lnTo>
                  <a:pt x="376428" y="397764"/>
                </a:lnTo>
                <a:lnTo>
                  <a:pt x="370332" y="403860"/>
                </a:lnTo>
                <a:lnTo>
                  <a:pt x="367284" y="40538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" name="object 34"/>
          <p:cNvSpPr/>
          <p:nvPr/>
        </p:nvSpPr>
        <p:spPr>
          <a:xfrm>
            <a:off x="2135123" y="3454908"/>
            <a:ext cx="384175" cy="403860"/>
          </a:xfrm>
          <a:custGeom>
            <a:avLst/>
            <a:gdLst/>
            <a:ahLst/>
            <a:cxnLst/>
            <a:rect l="l" t="t" r="r" b="b"/>
            <a:pathLst>
              <a:path w="384175" h="403860">
                <a:moveTo>
                  <a:pt x="22860" y="48768"/>
                </a:moveTo>
                <a:lnTo>
                  <a:pt x="7620" y="33528"/>
                </a:lnTo>
                <a:lnTo>
                  <a:pt x="182880" y="33528"/>
                </a:lnTo>
                <a:lnTo>
                  <a:pt x="205740" y="10668"/>
                </a:lnTo>
                <a:lnTo>
                  <a:pt x="239268" y="44196"/>
                </a:lnTo>
                <a:lnTo>
                  <a:pt x="65532" y="44196"/>
                </a:lnTo>
                <a:lnTo>
                  <a:pt x="54363" y="44481"/>
                </a:lnTo>
                <a:lnTo>
                  <a:pt x="43624" y="45339"/>
                </a:lnTo>
                <a:lnTo>
                  <a:pt x="33170" y="46767"/>
                </a:lnTo>
                <a:lnTo>
                  <a:pt x="22860" y="48768"/>
                </a:lnTo>
                <a:close/>
              </a:path>
              <a:path w="384175" h="403860">
                <a:moveTo>
                  <a:pt x="33528" y="178308"/>
                </a:moveTo>
                <a:lnTo>
                  <a:pt x="18288" y="146304"/>
                </a:lnTo>
                <a:lnTo>
                  <a:pt x="30003" y="144041"/>
                </a:lnTo>
                <a:lnTo>
                  <a:pt x="42291" y="137350"/>
                </a:lnTo>
                <a:lnTo>
                  <a:pt x="80581" y="94988"/>
                </a:lnTo>
                <a:lnTo>
                  <a:pt x="101155" y="61317"/>
                </a:lnTo>
                <a:lnTo>
                  <a:pt x="109728" y="44196"/>
                </a:lnTo>
                <a:lnTo>
                  <a:pt x="117348" y="44196"/>
                </a:lnTo>
                <a:lnTo>
                  <a:pt x="147828" y="64008"/>
                </a:lnTo>
                <a:lnTo>
                  <a:pt x="137517" y="67698"/>
                </a:lnTo>
                <a:lnTo>
                  <a:pt x="127063" y="74104"/>
                </a:lnTo>
                <a:lnTo>
                  <a:pt x="116324" y="83081"/>
                </a:lnTo>
                <a:lnTo>
                  <a:pt x="105156" y="94488"/>
                </a:lnTo>
                <a:lnTo>
                  <a:pt x="92297" y="107299"/>
                </a:lnTo>
                <a:lnTo>
                  <a:pt x="78867" y="120396"/>
                </a:lnTo>
                <a:lnTo>
                  <a:pt x="64865" y="133492"/>
                </a:lnTo>
                <a:lnTo>
                  <a:pt x="50292" y="146304"/>
                </a:lnTo>
                <a:lnTo>
                  <a:pt x="226450" y="146304"/>
                </a:lnTo>
                <a:lnTo>
                  <a:pt x="229915" y="152400"/>
                </a:lnTo>
                <a:lnTo>
                  <a:pt x="193548" y="152400"/>
                </a:lnTo>
                <a:lnTo>
                  <a:pt x="174378" y="153781"/>
                </a:lnTo>
                <a:lnTo>
                  <a:pt x="137183" y="157114"/>
                </a:lnTo>
                <a:lnTo>
                  <a:pt x="118872" y="158496"/>
                </a:lnTo>
                <a:lnTo>
                  <a:pt x="108204" y="158496"/>
                </a:lnTo>
                <a:lnTo>
                  <a:pt x="80248" y="163091"/>
                </a:lnTo>
                <a:lnTo>
                  <a:pt x="58293" y="167830"/>
                </a:lnTo>
                <a:lnTo>
                  <a:pt x="42624" y="172854"/>
                </a:lnTo>
                <a:lnTo>
                  <a:pt x="33528" y="178308"/>
                </a:lnTo>
                <a:close/>
              </a:path>
              <a:path w="384175" h="403860">
                <a:moveTo>
                  <a:pt x="226450" y="146304"/>
                </a:moveTo>
                <a:lnTo>
                  <a:pt x="50292" y="146304"/>
                </a:lnTo>
                <a:lnTo>
                  <a:pt x="190500" y="143256"/>
                </a:lnTo>
                <a:lnTo>
                  <a:pt x="181927" y="130683"/>
                </a:lnTo>
                <a:lnTo>
                  <a:pt x="172212" y="118110"/>
                </a:lnTo>
                <a:lnTo>
                  <a:pt x="161353" y="105537"/>
                </a:lnTo>
                <a:lnTo>
                  <a:pt x="149352" y="92964"/>
                </a:lnTo>
                <a:lnTo>
                  <a:pt x="155448" y="86868"/>
                </a:lnTo>
                <a:lnTo>
                  <a:pt x="187499" y="110013"/>
                </a:lnTo>
                <a:lnTo>
                  <a:pt x="210693" y="129159"/>
                </a:lnTo>
                <a:lnTo>
                  <a:pt x="225313" y="144303"/>
                </a:lnTo>
                <a:lnTo>
                  <a:pt x="226450" y="146304"/>
                </a:lnTo>
                <a:close/>
              </a:path>
              <a:path w="384175" h="403860">
                <a:moveTo>
                  <a:pt x="216408" y="190500"/>
                </a:moveTo>
                <a:lnTo>
                  <a:pt x="211836" y="190500"/>
                </a:lnTo>
                <a:lnTo>
                  <a:pt x="210312" y="187452"/>
                </a:lnTo>
                <a:lnTo>
                  <a:pt x="208788" y="182880"/>
                </a:lnTo>
                <a:lnTo>
                  <a:pt x="205893" y="176450"/>
                </a:lnTo>
                <a:lnTo>
                  <a:pt x="202311" y="169354"/>
                </a:lnTo>
                <a:lnTo>
                  <a:pt x="198072" y="161234"/>
                </a:lnTo>
                <a:lnTo>
                  <a:pt x="193548" y="152400"/>
                </a:lnTo>
                <a:lnTo>
                  <a:pt x="229915" y="152400"/>
                </a:lnTo>
                <a:lnTo>
                  <a:pt x="231648" y="155448"/>
                </a:lnTo>
                <a:lnTo>
                  <a:pt x="232862" y="163782"/>
                </a:lnTo>
                <a:lnTo>
                  <a:pt x="232219" y="170688"/>
                </a:lnTo>
                <a:lnTo>
                  <a:pt x="230147" y="176450"/>
                </a:lnTo>
                <a:lnTo>
                  <a:pt x="227076" y="181356"/>
                </a:lnTo>
                <a:lnTo>
                  <a:pt x="220980" y="187452"/>
                </a:lnTo>
                <a:lnTo>
                  <a:pt x="216408" y="190500"/>
                </a:lnTo>
                <a:close/>
              </a:path>
              <a:path w="384175" h="403860">
                <a:moveTo>
                  <a:pt x="132588" y="240792"/>
                </a:moveTo>
                <a:lnTo>
                  <a:pt x="108204" y="240792"/>
                </a:lnTo>
                <a:lnTo>
                  <a:pt x="108204" y="158496"/>
                </a:lnTo>
                <a:lnTo>
                  <a:pt x="118872" y="158496"/>
                </a:lnTo>
                <a:lnTo>
                  <a:pt x="146304" y="172212"/>
                </a:lnTo>
                <a:lnTo>
                  <a:pt x="132588" y="184404"/>
                </a:lnTo>
                <a:lnTo>
                  <a:pt x="132588" y="240792"/>
                </a:lnTo>
                <a:close/>
              </a:path>
              <a:path w="384175" h="403860">
                <a:moveTo>
                  <a:pt x="21336" y="254508"/>
                </a:moveTo>
                <a:lnTo>
                  <a:pt x="7620" y="240792"/>
                </a:lnTo>
                <a:lnTo>
                  <a:pt x="179832" y="240792"/>
                </a:lnTo>
                <a:lnTo>
                  <a:pt x="199644" y="219456"/>
                </a:lnTo>
                <a:lnTo>
                  <a:pt x="231648" y="251460"/>
                </a:lnTo>
                <a:lnTo>
                  <a:pt x="42672" y="251460"/>
                </a:lnTo>
                <a:lnTo>
                  <a:pt x="21336" y="254508"/>
                </a:lnTo>
                <a:close/>
              </a:path>
              <a:path w="384175" h="403860">
                <a:moveTo>
                  <a:pt x="19812" y="390144"/>
                </a:moveTo>
                <a:lnTo>
                  <a:pt x="0" y="355092"/>
                </a:lnTo>
                <a:lnTo>
                  <a:pt x="17978" y="353139"/>
                </a:lnTo>
                <a:lnTo>
                  <a:pt x="108204" y="339852"/>
                </a:lnTo>
                <a:lnTo>
                  <a:pt x="108204" y="251460"/>
                </a:lnTo>
                <a:lnTo>
                  <a:pt x="132588" y="251460"/>
                </a:lnTo>
                <a:lnTo>
                  <a:pt x="132588" y="333756"/>
                </a:lnTo>
                <a:lnTo>
                  <a:pt x="198099" y="333756"/>
                </a:lnTo>
                <a:lnTo>
                  <a:pt x="145399" y="347495"/>
                </a:lnTo>
                <a:lnTo>
                  <a:pt x="80772" y="365950"/>
                </a:lnTo>
                <a:lnTo>
                  <a:pt x="39004" y="380118"/>
                </a:lnTo>
                <a:lnTo>
                  <a:pt x="19812" y="390144"/>
                </a:lnTo>
                <a:close/>
              </a:path>
              <a:path w="384175" h="403860">
                <a:moveTo>
                  <a:pt x="198099" y="333756"/>
                </a:moveTo>
                <a:lnTo>
                  <a:pt x="132588" y="333756"/>
                </a:lnTo>
                <a:lnTo>
                  <a:pt x="231648" y="315468"/>
                </a:lnTo>
                <a:lnTo>
                  <a:pt x="233172" y="324612"/>
                </a:lnTo>
                <a:lnTo>
                  <a:pt x="198099" y="333756"/>
                </a:lnTo>
                <a:close/>
              </a:path>
              <a:path w="384175" h="403860">
                <a:moveTo>
                  <a:pt x="369403" y="361188"/>
                </a:moveTo>
                <a:lnTo>
                  <a:pt x="332232" y="361188"/>
                </a:lnTo>
                <a:lnTo>
                  <a:pt x="338328" y="359664"/>
                </a:lnTo>
                <a:lnTo>
                  <a:pt x="342900" y="358140"/>
                </a:lnTo>
                <a:lnTo>
                  <a:pt x="345757" y="355592"/>
                </a:lnTo>
                <a:lnTo>
                  <a:pt x="347472" y="350329"/>
                </a:lnTo>
                <a:lnTo>
                  <a:pt x="348043" y="342495"/>
                </a:lnTo>
                <a:lnTo>
                  <a:pt x="347472" y="332232"/>
                </a:lnTo>
                <a:lnTo>
                  <a:pt x="347448" y="46291"/>
                </a:lnTo>
                <a:lnTo>
                  <a:pt x="347281" y="32004"/>
                </a:lnTo>
                <a:lnTo>
                  <a:pt x="346829" y="16573"/>
                </a:lnTo>
                <a:lnTo>
                  <a:pt x="345948" y="0"/>
                </a:lnTo>
                <a:lnTo>
                  <a:pt x="384048" y="18288"/>
                </a:lnTo>
                <a:lnTo>
                  <a:pt x="370332" y="30480"/>
                </a:lnTo>
                <a:lnTo>
                  <a:pt x="370230" y="350329"/>
                </a:lnTo>
                <a:lnTo>
                  <a:pt x="369403" y="361188"/>
                </a:lnTo>
                <a:close/>
              </a:path>
              <a:path w="384175" h="403860">
                <a:moveTo>
                  <a:pt x="263652" y="307848"/>
                </a:moveTo>
                <a:lnTo>
                  <a:pt x="263890" y="278391"/>
                </a:lnTo>
                <a:lnTo>
                  <a:pt x="264414" y="247078"/>
                </a:lnTo>
                <a:lnTo>
                  <a:pt x="264937" y="213764"/>
                </a:lnTo>
                <a:lnTo>
                  <a:pt x="265176" y="178308"/>
                </a:lnTo>
                <a:lnTo>
                  <a:pt x="264937" y="144041"/>
                </a:lnTo>
                <a:lnTo>
                  <a:pt x="264414" y="112204"/>
                </a:lnTo>
                <a:lnTo>
                  <a:pt x="263890" y="82938"/>
                </a:lnTo>
                <a:lnTo>
                  <a:pt x="263652" y="56388"/>
                </a:lnTo>
                <a:lnTo>
                  <a:pt x="303276" y="77724"/>
                </a:lnTo>
                <a:lnTo>
                  <a:pt x="288035" y="89916"/>
                </a:lnTo>
                <a:lnTo>
                  <a:pt x="288059" y="260318"/>
                </a:lnTo>
                <a:lnTo>
                  <a:pt x="288226" y="270891"/>
                </a:lnTo>
                <a:lnTo>
                  <a:pt x="288678" y="283178"/>
                </a:lnTo>
                <a:lnTo>
                  <a:pt x="289560" y="297180"/>
                </a:lnTo>
                <a:lnTo>
                  <a:pt x="263652" y="307848"/>
                </a:lnTo>
                <a:close/>
              </a:path>
              <a:path w="384175" h="403860">
                <a:moveTo>
                  <a:pt x="332232" y="403860"/>
                </a:moveTo>
                <a:lnTo>
                  <a:pt x="327707" y="391906"/>
                </a:lnTo>
                <a:lnTo>
                  <a:pt x="316611" y="381381"/>
                </a:lnTo>
                <a:lnTo>
                  <a:pt x="299227" y="372570"/>
                </a:lnTo>
                <a:lnTo>
                  <a:pt x="275844" y="365760"/>
                </a:lnTo>
                <a:lnTo>
                  <a:pt x="275844" y="356616"/>
                </a:lnTo>
                <a:lnTo>
                  <a:pt x="288369" y="358616"/>
                </a:lnTo>
                <a:lnTo>
                  <a:pt x="300609" y="360045"/>
                </a:lnTo>
                <a:lnTo>
                  <a:pt x="312277" y="360902"/>
                </a:lnTo>
                <a:lnTo>
                  <a:pt x="323088" y="361188"/>
                </a:lnTo>
                <a:lnTo>
                  <a:pt x="369403" y="361188"/>
                </a:lnTo>
                <a:lnTo>
                  <a:pt x="368879" y="368069"/>
                </a:lnTo>
                <a:lnTo>
                  <a:pt x="362140" y="383857"/>
                </a:lnTo>
                <a:lnTo>
                  <a:pt x="349972" y="395930"/>
                </a:lnTo>
                <a:lnTo>
                  <a:pt x="332232" y="40386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" name="object 35"/>
          <p:cNvSpPr/>
          <p:nvPr/>
        </p:nvSpPr>
        <p:spPr>
          <a:xfrm>
            <a:off x="2575547" y="3448811"/>
            <a:ext cx="1289685" cy="411480"/>
          </a:xfrm>
          <a:custGeom>
            <a:avLst/>
            <a:gdLst/>
            <a:ahLst/>
            <a:cxnLst/>
            <a:rect l="l" t="t" r="r" b="b"/>
            <a:pathLst>
              <a:path w="1289685" h="411479">
                <a:moveTo>
                  <a:pt x="396240" y="192024"/>
                </a:moveTo>
                <a:lnTo>
                  <a:pt x="358140" y="153924"/>
                </a:lnTo>
                <a:lnTo>
                  <a:pt x="323088" y="182880"/>
                </a:lnTo>
                <a:lnTo>
                  <a:pt x="0" y="182880"/>
                </a:lnTo>
                <a:lnTo>
                  <a:pt x="15240" y="198120"/>
                </a:lnTo>
                <a:lnTo>
                  <a:pt x="25844" y="195884"/>
                </a:lnTo>
                <a:lnTo>
                  <a:pt x="37147" y="193929"/>
                </a:lnTo>
                <a:lnTo>
                  <a:pt x="49326" y="192557"/>
                </a:lnTo>
                <a:lnTo>
                  <a:pt x="62484" y="192024"/>
                </a:lnTo>
                <a:lnTo>
                  <a:pt x="396240" y="192024"/>
                </a:lnTo>
                <a:close/>
              </a:path>
              <a:path w="1289685" h="411479">
                <a:moveTo>
                  <a:pt x="669048" y="147828"/>
                </a:moveTo>
                <a:lnTo>
                  <a:pt x="627900" y="124968"/>
                </a:lnTo>
                <a:lnTo>
                  <a:pt x="628129" y="145859"/>
                </a:lnTo>
                <a:lnTo>
                  <a:pt x="629183" y="183057"/>
                </a:lnTo>
                <a:lnTo>
                  <a:pt x="629297" y="191262"/>
                </a:lnTo>
                <a:lnTo>
                  <a:pt x="629183" y="330479"/>
                </a:lnTo>
                <a:lnTo>
                  <a:pt x="628662" y="352425"/>
                </a:lnTo>
                <a:lnTo>
                  <a:pt x="628129" y="379526"/>
                </a:lnTo>
                <a:lnTo>
                  <a:pt x="627900" y="411480"/>
                </a:lnTo>
                <a:lnTo>
                  <a:pt x="656856" y="394716"/>
                </a:lnTo>
                <a:lnTo>
                  <a:pt x="655967" y="378104"/>
                </a:lnTo>
                <a:lnTo>
                  <a:pt x="655523" y="362331"/>
                </a:lnTo>
                <a:lnTo>
                  <a:pt x="655408" y="352425"/>
                </a:lnTo>
                <a:lnTo>
                  <a:pt x="655332" y="158496"/>
                </a:lnTo>
                <a:lnTo>
                  <a:pt x="669048" y="147828"/>
                </a:lnTo>
                <a:close/>
              </a:path>
              <a:path w="1289685" h="411479">
                <a:moveTo>
                  <a:pt x="845832" y="179832"/>
                </a:moveTo>
                <a:lnTo>
                  <a:pt x="798207" y="166116"/>
                </a:lnTo>
                <a:lnTo>
                  <a:pt x="748296" y="138684"/>
                </a:lnTo>
                <a:lnTo>
                  <a:pt x="697623" y="93726"/>
                </a:lnTo>
                <a:lnTo>
                  <a:pt x="656767" y="41148"/>
                </a:lnTo>
                <a:lnTo>
                  <a:pt x="649236" y="30480"/>
                </a:lnTo>
                <a:lnTo>
                  <a:pt x="666000" y="21336"/>
                </a:lnTo>
                <a:lnTo>
                  <a:pt x="629424" y="0"/>
                </a:lnTo>
                <a:lnTo>
                  <a:pt x="618299" y="27127"/>
                </a:lnTo>
                <a:lnTo>
                  <a:pt x="603326" y="55816"/>
                </a:lnTo>
                <a:lnTo>
                  <a:pt x="562368" y="117348"/>
                </a:lnTo>
                <a:lnTo>
                  <a:pt x="535762" y="148526"/>
                </a:lnTo>
                <a:lnTo>
                  <a:pt x="506171" y="175831"/>
                </a:lnTo>
                <a:lnTo>
                  <a:pt x="473417" y="199440"/>
                </a:lnTo>
                <a:lnTo>
                  <a:pt x="437400" y="219456"/>
                </a:lnTo>
                <a:lnTo>
                  <a:pt x="438924" y="225552"/>
                </a:lnTo>
                <a:lnTo>
                  <a:pt x="474662" y="208978"/>
                </a:lnTo>
                <a:lnTo>
                  <a:pt x="534720" y="172402"/>
                </a:lnTo>
                <a:lnTo>
                  <a:pt x="581647" y="130098"/>
                </a:lnTo>
                <a:lnTo>
                  <a:pt x="624039" y="74612"/>
                </a:lnTo>
                <a:lnTo>
                  <a:pt x="644664" y="41148"/>
                </a:lnTo>
                <a:lnTo>
                  <a:pt x="662952" y="71704"/>
                </a:lnTo>
                <a:lnTo>
                  <a:pt x="699528" y="123659"/>
                </a:lnTo>
                <a:lnTo>
                  <a:pt x="736981" y="162737"/>
                </a:lnTo>
                <a:lnTo>
                  <a:pt x="781037" y="195795"/>
                </a:lnTo>
                <a:lnTo>
                  <a:pt x="806208" y="210312"/>
                </a:lnTo>
                <a:lnTo>
                  <a:pt x="813041" y="201168"/>
                </a:lnTo>
                <a:lnTo>
                  <a:pt x="822020" y="194310"/>
                </a:lnTo>
                <a:lnTo>
                  <a:pt x="832993" y="189738"/>
                </a:lnTo>
                <a:lnTo>
                  <a:pt x="845832" y="187452"/>
                </a:lnTo>
                <a:lnTo>
                  <a:pt x="845832" y="179832"/>
                </a:lnTo>
                <a:close/>
              </a:path>
              <a:path w="1289685" h="411479">
                <a:moveTo>
                  <a:pt x="1059180" y="71628"/>
                </a:moveTo>
                <a:lnTo>
                  <a:pt x="1032395" y="33108"/>
                </a:lnTo>
                <a:lnTo>
                  <a:pt x="990600" y="6096"/>
                </a:lnTo>
                <a:lnTo>
                  <a:pt x="987552" y="12192"/>
                </a:lnTo>
                <a:lnTo>
                  <a:pt x="1001293" y="27343"/>
                </a:lnTo>
                <a:lnTo>
                  <a:pt x="1012888" y="43053"/>
                </a:lnTo>
                <a:lnTo>
                  <a:pt x="1022489" y="59347"/>
                </a:lnTo>
                <a:lnTo>
                  <a:pt x="1030224" y="76200"/>
                </a:lnTo>
                <a:lnTo>
                  <a:pt x="1034542" y="87083"/>
                </a:lnTo>
                <a:lnTo>
                  <a:pt x="1038415" y="94678"/>
                </a:lnTo>
                <a:lnTo>
                  <a:pt x="1042022" y="99136"/>
                </a:lnTo>
                <a:lnTo>
                  <a:pt x="1045464" y="100584"/>
                </a:lnTo>
                <a:lnTo>
                  <a:pt x="1046988" y="100584"/>
                </a:lnTo>
                <a:lnTo>
                  <a:pt x="1050036" y="97536"/>
                </a:lnTo>
                <a:lnTo>
                  <a:pt x="1054608" y="89916"/>
                </a:lnTo>
                <a:lnTo>
                  <a:pt x="1057656" y="83820"/>
                </a:lnTo>
                <a:lnTo>
                  <a:pt x="1059180" y="76200"/>
                </a:lnTo>
                <a:lnTo>
                  <a:pt x="1059180" y="71628"/>
                </a:lnTo>
                <a:close/>
              </a:path>
              <a:path w="1289685" h="411479">
                <a:moveTo>
                  <a:pt x="1289304" y="227076"/>
                </a:moveTo>
                <a:lnTo>
                  <a:pt x="1252728" y="190500"/>
                </a:lnTo>
                <a:lnTo>
                  <a:pt x="1226820" y="216408"/>
                </a:lnTo>
                <a:lnTo>
                  <a:pt x="1094232" y="216408"/>
                </a:lnTo>
                <a:lnTo>
                  <a:pt x="1096264" y="192671"/>
                </a:lnTo>
                <a:lnTo>
                  <a:pt x="1097851" y="169354"/>
                </a:lnTo>
                <a:lnTo>
                  <a:pt x="1099172" y="146329"/>
                </a:lnTo>
                <a:lnTo>
                  <a:pt x="1100328" y="123444"/>
                </a:lnTo>
                <a:lnTo>
                  <a:pt x="1269492" y="123444"/>
                </a:lnTo>
                <a:lnTo>
                  <a:pt x="1235964" y="88392"/>
                </a:lnTo>
                <a:lnTo>
                  <a:pt x="1211580" y="112776"/>
                </a:lnTo>
                <a:lnTo>
                  <a:pt x="1120140" y="112776"/>
                </a:lnTo>
                <a:lnTo>
                  <a:pt x="1132128" y="97917"/>
                </a:lnTo>
                <a:lnTo>
                  <a:pt x="1145095" y="80772"/>
                </a:lnTo>
                <a:lnTo>
                  <a:pt x="1158938" y="61341"/>
                </a:lnTo>
                <a:lnTo>
                  <a:pt x="1173480" y="39624"/>
                </a:lnTo>
                <a:lnTo>
                  <a:pt x="1193292" y="30480"/>
                </a:lnTo>
                <a:lnTo>
                  <a:pt x="1152144" y="3048"/>
                </a:lnTo>
                <a:lnTo>
                  <a:pt x="1149311" y="14173"/>
                </a:lnTo>
                <a:lnTo>
                  <a:pt x="1145476" y="26860"/>
                </a:lnTo>
                <a:lnTo>
                  <a:pt x="1128623" y="71628"/>
                </a:lnTo>
                <a:lnTo>
                  <a:pt x="1107948" y="112776"/>
                </a:lnTo>
                <a:lnTo>
                  <a:pt x="912876" y="112776"/>
                </a:lnTo>
                <a:lnTo>
                  <a:pt x="928116" y="128016"/>
                </a:lnTo>
                <a:lnTo>
                  <a:pt x="937552" y="126022"/>
                </a:lnTo>
                <a:lnTo>
                  <a:pt x="947547" y="124587"/>
                </a:lnTo>
                <a:lnTo>
                  <a:pt x="958126" y="123736"/>
                </a:lnTo>
                <a:lnTo>
                  <a:pt x="969264" y="123444"/>
                </a:lnTo>
                <a:lnTo>
                  <a:pt x="1071372" y="123444"/>
                </a:lnTo>
                <a:lnTo>
                  <a:pt x="1071333" y="149974"/>
                </a:lnTo>
                <a:lnTo>
                  <a:pt x="1070991" y="174498"/>
                </a:lnTo>
                <a:lnTo>
                  <a:pt x="1070089" y="196748"/>
                </a:lnTo>
                <a:lnTo>
                  <a:pt x="1068324" y="216408"/>
                </a:lnTo>
                <a:lnTo>
                  <a:pt x="890016" y="216408"/>
                </a:lnTo>
                <a:lnTo>
                  <a:pt x="905256" y="233172"/>
                </a:lnTo>
                <a:lnTo>
                  <a:pt x="914908" y="230301"/>
                </a:lnTo>
                <a:lnTo>
                  <a:pt x="925258" y="228409"/>
                </a:lnTo>
                <a:lnTo>
                  <a:pt x="935913" y="227393"/>
                </a:lnTo>
                <a:lnTo>
                  <a:pt x="946404" y="227076"/>
                </a:lnTo>
                <a:lnTo>
                  <a:pt x="1066800" y="227076"/>
                </a:lnTo>
                <a:lnTo>
                  <a:pt x="1048512" y="272796"/>
                </a:lnTo>
                <a:lnTo>
                  <a:pt x="1016508" y="318516"/>
                </a:lnTo>
                <a:lnTo>
                  <a:pt x="965835" y="362712"/>
                </a:lnTo>
                <a:lnTo>
                  <a:pt x="931214" y="383247"/>
                </a:lnTo>
                <a:lnTo>
                  <a:pt x="890016" y="402336"/>
                </a:lnTo>
                <a:lnTo>
                  <a:pt x="891540" y="409956"/>
                </a:lnTo>
                <a:lnTo>
                  <a:pt x="930935" y="395986"/>
                </a:lnTo>
                <a:lnTo>
                  <a:pt x="966597" y="379285"/>
                </a:lnTo>
                <a:lnTo>
                  <a:pt x="1025652" y="338328"/>
                </a:lnTo>
                <a:lnTo>
                  <a:pt x="1068324" y="287274"/>
                </a:lnTo>
                <a:lnTo>
                  <a:pt x="1092708" y="227076"/>
                </a:lnTo>
                <a:lnTo>
                  <a:pt x="1106424" y="227076"/>
                </a:lnTo>
                <a:lnTo>
                  <a:pt x="1130808" y="291465"/>
                </a:lnTo>
                <a:lnTo>
                  <a:pt x="1164336" y="339852"/>
                </a:lnTo>
                <a:lnTo>
                  <a:pt x="1206055" y="376618"/>
                </a:lnTo>
                <a:lnTo>
                  <a:pt x="1251204" y="405384"/>
                </a:lnTo>
                <a:lnTo>
                  <a:pt x="1257160" y="395389"/>
                </a:lnTo>
                <a:lnTo>
                  <a:pt x="1265682" y="388239"/>
                </a:lnTo>
                <a:lnTo>
                  <a:pt x="1276502" y="383959"/>
                </a:lnTo>
                <a:lnTo>
                  <a:pt x="1289304" y="382524"/>
                </a:lnTo>
                <a:lnTo>
                  <a:pt x="1289304" y="376428"/>
                </a:lnTo>
                <a:lnTo>
                  <a:pt x="1222248" y="350901"/>
                </a:lnTo>
                <a:lnTo>
                  <a:pt x="1173480" y="313944"/>
                </a:lnTo>
                <a:lnTo>
                  <a:pt x="1138999" y="271653"/>
                </a:lnTo>
                <a:lnTo>
                  <a:pt x="1117092" y="227076"/>
                </a:lnTo>
                <a:lnTo>
                  <a:pt x="1289304" y="22707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" name="object 36"/>
          <p:cNvSpPr/>
          <p:nvPr/>
        </p:nvSpPr>
        <p:spPr>
          <a:xfrm>
            <a:off x="3910583" y="3465576"/>
            <a:ext cx="394970" cy="386080"/>
          </a:xfrm>
          <a:custGeom>
            <a:avLst/>
            <a:gdLst/>
            <a:ahLst/>
            <a:cxnLst/>
            <a:rect l="l" t="t" r="r" b="b"/>
            <a:pathLst>
              <a:path w="394970" h="386079">
                <a:moveTo>
                  <a:pt x="167639" y="385572"/>
                </a:moveTo>
                <a:lnTo>
                  <a:pt x="163949" y="373570"/>
                </a:lnTo>
                <a:lnTo>
                  <a:pt x="152971" y="362712"/>
                </a:lnTo>
                <a:lnTo>
                  <a:pt x="134850" y="352996"/>
                </a:lnTo>
                <a:lnTo>
                  <a:pt x="109727" y="344424"/>
                </a:lnTo>
                <a:lnTo>
                  <a:pt x="109727" y="335280"/>
                </a:lnTo>
                <a:lnTo>
                  <a:pt x="127968" y="338399"/>
                </a:lnTo>
                <a:lnTo>
                  <a:pt x="143636" y="340804"/>
                </a:lnTo>
                <a:lnTo>
                  <a:pt x="156448" y="342352"/>
                </a:lnTo>
                <a:lnTo>
                  <a:pt x="166115" y="342900"/>
                </a:lnTo>
                <a:lnTo>
                  <a:pt x="174116" y="341471"/>
                </a:lnTo>
                <a:lnTo>
                  <a:pt x="179831" y="337185"/>
                </a:lnTo>
                <a:lnTo>
                  <a:pt x="183260" y="330041"/>
                </a:lnTo>
                <a:lnTo>
                  <a:pt x="184403" y="320040"/>
                </a:lnTo>
                <a:lnTo>
                  <a:pt x="184403" y="167640"/>
                </a:lnTo>
                <a:lnTo>
                  <a:pt x="56387" y="167640"/>
                </a:lnTo>
                <a:lnTo>
                  <a:pt x="45243" y="167925"/>
                </a:lnTo>
                <a:lnTo>
                  <a:pt x="34670" y="168783"/>
                </a:lnTo>
                <a:lnTo>
                  <a:pt x="24669" y="170211"/>
                </a:lnTo>
                <a:lnTo>
                  <a:pt x="15239" y="172212"/>
                </a:lnTo>
                <a:lnTo>
                  <a:pt x="0" y="156972"/>
                </a:lnTo>
                <a:lnTo>
                  <a:pt x="184403" y="156972"/>
                </a:lnTo>
                <a:lnTo>
                  <a:pt x="184403" y="35052"/>
                </a:lnTo>
                <a:lnTo>
                  <a:pt x="111251" y="35052"/>
                </a:lnTo>
                <a:lnTo>
                  <a:pt x="100083" y="35361"/>
                </a:lnTo>
                <a:lnTo>
                  <a:pt x="89344" y="36385"/>
                </a:lnTo>
                <a:lnTo>
                  <a:pt x="78890" y="38266"/>
                </a:lnTo>
                <a:lnTo>
                  <a:pt x="68579" y="41148"/>
                </a:lnTo>
                <a:lnTo>
                  <a:pt x="53339" y="24384"/>
                </a:lnTo>
                <a:lnTo>
                  <a:pt x="286511" y="24384"/>
                </a:lnTo>
                <a:lnTo>
                  <a:pt x="310896" y="0"/>
                </a:lnTo>
                <a:lnTo>
                  <a:pt x="345947" y="35052"/>
                </a:lnTo>
                <a:lnTo>
                  <a:pt x="210311" y="35052"/>
                </a:lnTo>
                <a:lnTo>
                  <a:pt x="210311" y="156972"/>
                </a:lnTo>
                <a:lnTo>
                  <a:pt x="327659" y="156972"/>
                </a:lnTo>
                <a:lnTo>
                  <a:pt x="355091" y="129540"/>
                </a:lnTo>
                <a:lnTo>
                  <a:pt x="394715" y="167640"/>
                </a:lnTo>
                <a:lnTo>
                  <a:pt x="210311" y="167640"/>
                </a:lnTo>
                <a:lnTo>
                  <a:pt x="210311" y="333756"/>
                </a:lnTo>
                <a:lnTo>
                  <a:pt x="207716" y="351496"/>
                </a:lnTo>
                <a:lnTo>
                  <a:pt x="199834" y="365950"/>
                </a:lnTo>
                <a:lnTo>
                  <a:pt x="186523" y="377261"/>
                </a:lnTo>
                <a:lnTo>
                  <a:pt x="167639" y="38557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" name="object 37"/>
          <p:cNvSpPr/>
          <p:nvPr/>
        </p:nvSpPr>
        <p:spPr>
          <a:xfrm>
            <a:off x="4357116" y="3451859"/>
            <a:ext cx="1289685" cy="407034"/>
          </a:xfrm>
          <a:custGeom>
            <a:avLst/>
            <a:gdLst/>
            <a:ahLst/>
            <a:cxnLst/>
            <a:rect l="l" t="t" r="r" b="b"/>
            <a:pathLst>
              <a:path w="1289685" h="407035">
                <a:moveTo>
                  <a:pt x="129438" y="77152"/>
                </a:moveTo>
                <a:lnTo>
                  <a:pt x="93726" y="30861"/>
                </a:lnTo>
                <a:lnTo>
                  <a:pt x="68580" y="13716"/>
                </a:lnTo>
                <a:lnTo>
                  <a:pt x="64008" y="18288"/>
                </a:lnTo>
                <a:lnTo>
                  <a:pt x="76555" y="38011"/>
                </a:lnTo>
                <a:lnTo>
                  <a:pt x="86677" y="56007"/>
                </a:lnTo>
                <a:lnTo>
                  <a:pt x="94221" y="72301"/>
                </a:lnTo>
                <a:lnTo>
                  <a:pt x="99060" y="86868"/>
                </a:lnTo>
                <a:lnTo>
                  <a:pt x="102108" y="100584"/>
                </a:lnTo>
                <a:lnTo>
                  <a:pt x="106680" y="106680"/>
                </a:lnTo>
                <a:lnTo>
                  <a:pt x="112776" y="106680"/>
                </a:lnTo>
                <a:lnTo>
                  <a:pt x="117348" y="103632"/>
                </a:lnTo>
                <a:lnTo>
                  <a:pt x="123444" y="96012"/>
                </a:lnTo>
                <a:lnTo>
                  <a:pt x="127152" y="90868"/>
                </a:lnTo>
                <a:lnTo>
                  <a:pt x="129159" y="84582"/>
                </a:lnTo>
                <a:lnTo>
                  <a:pt x="129438" y="77152"/>
                </a:lnTo>
                <a:close/>
              </a:path>
              <a:path w="1289685" h="407035">
                <a:moveTo>
                  <a:pt x="213664" y="70827"/>
                </a:moveTo>
                <a:lnTo>
                  <a:pt x="183565" y="23482"/>
                </a:lnTo>
                <a:lnTo>
                  <a:pt x="161544" y="6096"/>
                </a:lnTo>
                <a:lnTo>
                  <a:pt x="155448" y="9144"/>
                </a:lnTo>
                <a:lnTo>
                  <a:pt x="165493" y="27774"/>
                </a:lnTo>
                <a:lnTo>
                  <a:pt x="172974" y="44958"/>
                </a:lnTo>
                <a:lnTo>
                  <a:pt x="178155" y="61010"/>
                </a:lnTo>
                <a:lnTo>
                  <a:pt x="181356" y="76200"/>
                </a:lnTo>
                <a:lnTo>
                  <a:pt x="184404" y="89916"/>
                </a:lnTo>
                <a:lnTo>
                  <a:pt x="188976" y="97536"/>
                </a:lnTo>
                <a:lnTo>
                  <a:pt x="196596" y="97536"/>
                </a:lnTo>
                <a:lnTo>
                  <a:pt x="201168" y="94488"/>
                </a:lnTo>
                <a:lnTo>
                  <a:pt x="205740" y="88392"/>
                </a:lnTo>
                <a:lnTo>
                  <a:pt x="209715" y="83489"/>
                </a:lnTo>
                <a:lnTo>
                  <a:pt x="212407" y="77724"/>
                </a:lnTo>
                <a:lnTo>
                  <a:pt x="213664" y="70827"/>
                </a:lnTo>
                <a:close/>
              </a:path>
              <a:path w="1289685" h="407035">
                <a:moveTo>
                  <a:pt x="391668" y="278892"/>
                </a:moveTo>
                <a:lnTo>
                  <a:pt x="353568" y="240792"/>
                </a:lnTo>
                <a:lnTo>
                  <a:pt x="326136" y="268224"/>
                </a:lnTo>
                <a:lnTo>
                  <a:pt x="213360" y="268224"/>
                </a:lnTo>
                <a:lnTo>
                  <a:pt x="213360" y="259080"/>
                </a:lnTo>
                <a:lnTo>
                  <a:pt x="225552" y="252984"/>
                </a:lnTo>
                <a:lnTo>
                  <a:pt x="211836" y="243840"/>
                </a:lnTo>
                <a:lnTo>
                  <a:pt x="248602" y="220789"/>
                </a:lnTo>
                <a:lnTo>
                  <a:pt x="277368" y="205740"/>
                </a:lnTo>
                <a:lnTo>
                  <a:pt x="288226" y="200012"/>
                </a:lnTo>
                <a:lnTo>
                  <a:pt x="297942" y="196405"/>
                </a:lnTo>
                <a:lnTo>
                  <a:pt x="306514" y="194818"/>
                </a:lnTo>
                <a:lnTo>
                  <a:pt x="313944" y="195072"/>
                </a:lnTo>
                <a:lnTo>
                  <a:pt x="313715" y="194818"/>
                </a:lnTo>
                <a:lnTo>
                  <a:pt x="307644" y="187452"/>
                </a:lnTo>
                <a:lnTo>
                  <a:pt x="284988" y="160020"/>
                </a:lnTo>
                <a:lnTo>
                  <a:pt x="265176" y="176784"/>
                </a:lnTo>
                <a:lnTo>
                  <a:pt x="65532" y="176784"/>
                </a:lnTo>
                <a:lnTo>
                  <a:pt x="80772" y="193548"/>
                </a:lnTo>
                <a:lnTo>
                  <a:pt x="91071" y="190677"/>
                </a:lnTo>
                <a:lnTo>
                  <a:pt x="101536" y="188785"/>
                </a:lnTo>
                <a:lnTo>
                  <a:pt x="112268" y="187769"/>
                </a:lnTo>
                <a:lnTo>
                  <a:pt x="123444" y="187452"/>
                </a:lnTo>
                <a:lnTo>
                  <a:pt x="266700" y="187452"/>
                </a:lnTo>
                <a:lnTo>
                  <a:pt x="205740" y="237744"/>
                </a:lnTo>
                <a:lnTo>
                  <a:pt x="187452" y="228600"/>
                </a:lnTo>
                <a:lnTo>
                  <a:pt x="188328" y="239725"/>
                </a:lnTo>
                <a:lnTo>
                  <a:pt x="188785" y="250126"/>
                </a:lnTo>
                <a:lnTo>
                  <a:pt x="188950" y="259676"/>
                </a:lnTo>
                <a:lnTo>
                  <a:pt x="188976" y="268224"/>
                </a:lnTo>
                <a:lnTo>
                  <a:pt x="0" y="268224"/>
                </a:lnTo>
                <a:lnTo>
                  <a:pt x="15240" y="283464"/>
                </a:lnTo>
                <a:lnTo>
                  <a:pt x="24879" y="281470"/>
                </a:lnTo>
                <a:lnTo>
                  <a:pt x="35242" y="280035"/>
                </a:lnTo>
                <a:lnTo>
                  <a:pt x="45885" y="279184"/>
                </a:lnTo>
                <a:lnTo>
                  <a:pt x="56388" y="278892"/>
                </a:lnTo>
                <a:lnTo>
                  <a:pt x="188976" y="278892"/>
                </a:lnTo>
                <a:lnTo>
                  <a:pt x="188976" y="358140"/>
                </a:lnTo>
                <a:lnTo>
                  <a:pt x="184404" y="364236"/>
                </a:lnTo>
                <a:lnTo>
                  <a:pt x="175260" y="364236"/>
                </a:lnTo>
                <a:lnTo>
                  <a:pt x="166420" y="364578"/>
                </a:lnTo>
                <a:lnTo>
                  <a:pt x="153733" y="363474"/>
                </a:lnTo>
                <a:lnTo>
                  <a:pt x="137325" y="361238"/>
                </a:lnTo>
                <a:lnTo>
                  <a:pt x="117348" y="358140"/>
                </a:lnTo>
                <a:lnTo>
                  <a:pt x="117348" y="367284"/>
                </a:lnTo>
                <a:lnTo>
                  <a:pt x="142443" y="376669"/>
                </a:lnTo>
                <a:lnTo>
                  <a:pt x="160401" y="386334"/>
                </a:lnTo>
                <a:lnTo>
                  <a:pt x="170916" y="396011"/>
                </a:lnTo>
                <a:lnTo>
                  <a:pt x="173736" y="405384"/>
                </a:lnTo>
                <a:lnTo>
                  <a:pt x="190855" y="396811"/>
                </a:lnTo>
                <a:lnTo>
                  <a:pt x="203263" y="387096"/>
                </a:lnTo>
                <a:lnTo>
                  <a:pt x="210807" y="376237"/>
                </a:lnTo>
                <a:lnTo>
                  <a:pt x="213283" y="364578"/>
                </a:lnTo>
                <a:lnTo>
                  <a:pt x="213360" y="278892"/>
                </a:lnTo>
                <a:lnTo>
                  <a:pt x="391668" y="278892"/>
                </a:lnTo>
                <a:close/>
              </a:path>
              <a:path w="1289685" h="407035">
                <a:moveTo>
                  <a:pt x="394716" y="131064"/>
                </a:moveTo>
                <a:lnTo>
                  <a:pt x="390537" y="126492"/>
                </a:lnTo>
                <a:lnTo>
                  <a:pt x="382181" y="117348"/>
                </a:lnTo>
                <a:lnTo>
                  <a:pt x="362712" y="96012"/>
                </a:lnTo>
                <a:lnTo>
                  <a:pt x="345948" y="117348"/>
                </a:lnTo>
                <a:lnTo>
                  <a:pt x="257556" y="117348"/>
                </a:lnTo>
                <a:lnTo>
                  <a:pt x="285940" y="75057"/>
                </a:lnTo>
                <a:lnTo>
                  <a:pt x="315468" y="35052"/>
                </a:lnTo>
                <a:lnTo>
                  <a:pt x="333756" y="27432"/>
                </a:lnTo>
                <a:lnTo>
                  <a:pt x="292608" y="1524"/>
                </a:lnTo>
                <a:lnTo>
                  <a:pt x="284632" y="27432"/>
                </a:lnTo>
                <a:lnTo>
                  <a:pt x="274320" y="55435"/>
                </a:lnTo>
                <a:lnTo>
                  <a:pt x="261747" y="85331"/>
                </a:lnTo>
                <a:lnTo>
                  <a:pt x="246888" y="117348"/>
                </a:lnTo>
                <a:lnTo>
                  <a:pt x="50292" y="117348"/>
                </a:lnTo>
                <a:lnTo>
                  <a:pt x="48768" y="96012"/>
                </a:lnTo>
                <a:lnTo>
                  <a:pt x="39624" y="96012"/>
                </a:lnTo>
                <a:lnTo>
                  <a:pt x="30670" y="134874"/>
                </a:lnTo>
                <a:lnTo>
                  <a:pt x="12192" y="167640"/>
                </a:lnTo>
                <a:lnTo>
                  <a:pt x="10668" y="175260"/>
                </a:lnTo>
                <a:lnTo>
                  <a:pt x="10668" y="179832"/>
                </a:lnTo>
                <a:lnTo>
                  <a:pt x="16764" y="185928"/>
                </a:lnTo>
                <a:lnTo>
                  <a:pt x="25908" y="185928"/>
                </a:lnTo>
                <a:lnTo>
                  <a:pt x="30480" y="184404"/>
                </a:lnTo>
                <a:lnTo>
                  <a:pt x="38100" y="182880"/>
                </a:lnTo>
                <a:lnTo>
                  <a:pt x="45720" y="179832"/>
                </a:lnTo>
                <a:lnTo>
                  <a:pt x="50292" y="173736"/>
                </a:lnTo>
                <a:lnTo>
                  <a:pt x="51816" y="164592"/>
                </a:lnTo>
                <a:lnTo>
                  <a:pt x="52425" y="156286"/>
                </a:lnTo>
                <a:lnTo>
                  <a:pt x="52197" y="147256"/>
                </a:lnTo>
                <a:lnTo>
                  <a:pt x="51384" y="137375"/>
                </a:lnTo>
                <a:lnTo>
                  <a:pt x="50292" y="126492"/>
                </a:lnTo>
                <a:lnTo>
                  <a:pt x="347472" y="126492"/>
                </a:lnTo>
                <a:lnTo>
                  <a:pt x="320040" y="175260"/>
                </a:lnTo>
                <a:lnTo>
                  <a:pt x="324612" y="179832"/>
                </a:lnTo>
                <a:lnTo>
                  <a:pt x="344347" y="159575"/>
                </a:lnTo>
                <a:lnTo>
                  <a:pt x="362521" y="144589"/>
                </a:lnTo>
                <a:lnTo>
                  <a:pt x="379260" y="135051"/>
                </a:lnTo>
                <a:lnTo>
                  <a:pt x="394716" y="131064"/>
                </a:lnTo>
                <a:close/>
              </a:path>
              <a:path w="1289685" h="407035">
                <a:moveTo>
                  <a:pt x="606552" y="118872"/>
                </a:moveTo>
                <a:lnTo>
                  <a:pt x="576072" y="88392"/>
                </a:lnTo>
                <a:lnTo>
                  <a:pt x="557784" y="108204"/>
                </a:lnTo>
                <a:lnTo>
                  <a:pt x="534924" y="108204"/>
                </a:lnTo>
                <a:lnTo>
                  <a:pt x="534924" y="33528"/>
                </a:lnTo>
                <a:lnTo>
                  <a:pt x="550164" y="22860"/>
                </a:lnTo>
                <a:lnTo>
                  <a:pt x="509016" y="1524"/>
                </a:lnTo>
                <a:lnTo>
                  <a:pt x="509892" y="30416"/>
                </a:lnTo>
                <a:lnTo>
                  <a:pt x="510349" y="57721"/>
                </a:lnTo>
                <a:lnTo>
                  <a:pt x="510463" y="76200"/>
                </a:lnTo>
                <a:lnTo>
                  <a:pt x="510540" y="108204"/>
                </a:lnTo>
                <a:lnTo>
                  <a:pt x="437388" y="108204"/>
                </a:lnTo>
                <a:lnTo>
                  <a:pt x="451104" y="121920"/>
                </a:lnTo>
                <a:lnTo>
                  <a:pt x="469392" y="118872"/>
                </a:lnTo>
                <a:lnTo>
                  <a:pt x="510540" y="118872"/>
                </a:lnTo>
                <a:lnTo>
                  <a:pt x="496531" y="171742"/>
                </a:lnTo>
                <a:lnTo>
                  <a:pt x="479679" y="220599"/>
                </a:lnTo>
                <a:lnTo>
                  <a:pt x="459955" y="265468"/>
                </a:lnTo>
                <a:lnTo>
                  <a:pt x="437388" y="306324"/>
                </a:lnTo>
                <a:lnTo>
                  <a:pt x="443484" y="310896"/>
                </a:lnTo>
                <a:lnTo>
                  <a:pt x="463816" y="284060"/>
                </a:lnTo>
                <a:lnTo>
                  <a:pt x="481584" y="256222"/>
                </a:lnTo>
                <a:lnTo>
                  <a:pt x="497052" y="227533"/>
                </a:lnTo>
                <a:lnTo>
                  <a:pt x="510540" y="198120"/>
                </a:lnTo>
                <a:lnTo>
                  <a:pt x="510413" y="284060"/>
                </a:lnTo>
                <a:lnTo>
                  <a:pt x="510298" y="310896"/>
                </a:lnTo>
                <a:lnTo>
                  <a:pt x="509866" y="357949"/>
                </a:lnTo>
                <a:lnTo>
                  <a:pt x="509016" y="406908"/>
                </a:lnTo>
                <a:lnTo>
                  <a:pt x="536448" y="394716"/>
                </a:lnTo>
                <a:lnTo>
                  <a:pt x="535559" y="368147"/>
                </a:lnTo>
                <a:lnTo>
                  <a:pt x="535114" y="345567"/>
                </a:lnTo>
                <a:lnTo>
                  <a:pt x="535012" y="335280"/>
                </a:lnTo>
                <a:lnTo>
                  <a:pt x="534924" y="198120"/>
                </a:lnTo>
                <a:lnTo>
                  <a:pt x="534924" y="158496"/>
                </a:lnTo>
                <a:lnTo>
                  <a:pt x="558495" y="188506"/>
                </a:lnTo>
                <a:lnTo>
                  <a:pt x="568452" y="210312"/>
                </a:lnTo>
                <a:lnTo>
                  <a:pt x="573024" y="216408"/>
                </a:lnTo>
                <a:lnTo>
                  <a:pt x="577596" y="216408"/>
                </a:lnTo>
                <a:lnTo>
                  <a:pt x="579120" y="211836"/>
                </a:lnTo>
                <a:lnTo>
                  <a:pt x="585216" y="199644"/>
                </a:lnTo>
                <a:lnTo>
                  <a:pt x="586740" y="193548"/>
                </a:lnTo>
                <a:lnTo>
                  <a:pt x="586740" y="182880"/>
                </a:lnTo>
                <a:lnTo>
                  <a:pt x="560705" y="158496"/>
                </a:lnTo>
                <a:lnTo>
                  <a:pt x="549732" y="153530"/>
                </a:lnTo>
                <a:lnTo>
                  <a:pt x="534924" y="147828"/>
                </a:lnTo>
                <a:lnTo>
                  <a:pt x="534924" y="118872"/>
                </a:lnTo>
                <a:lnTo>
                  <a:pt x="606552" y="118872"/>
                </a:lnTo>
                <a:close/>
              </a:path>
              <a:path w="1289685" h="407035">
                <a:moveTo>
                  <a:pt x="693420" y="131064"/>
                </a:moveTo>
                <a:lnTo>
                  <a:pt x="658368" y="106680"/>
                </a:lnTo>
                <a:lnTo>
                  <a:pt x="651840" y="120688"/>
                </a:lnTo>
                <a:lnTo>
                  <a:pt x="643978" y="135089"/>
                </a:lnTo>
                <a:lnTo>
                  <a:pt x="613422" y="181533"/>
                </a:lnTo>
                <a:lnTo>
                  <a:pt x="580644" y="219456"/>
                </a:lnTo>
                <a:lnTo>
                  <a:pt x="583692" y="224028"/>
                </a:lnTo>
                <a:lnTo>
                  <a:pt x="616839" y="198882"/>
                </a:lnTo>
                <a:lnTo>
                  <a:pt x="647700" y="169164"/>
                </a:lnTo>
                <a:lnTo>
                  <a:pt x="660844" y="154000"/>
                </a:lnTo>
                <a:lnTo>
                  <a:pt x="672846" y="142684"/>
                </a:lnTo>
                <a:lnTo>
                  <a:pt x="683704" y="135089"/>
                </a:lnTo>
                <a:lnTo>
                  <a:pt x="693420" y="131064"/>
                </a:lnTo>
                <a:close/>
              </a:path>
              <a:path w="1289685" h="407035">
                <a:moveTo>
                  <a:pt x="722376" y="44196"/>
                </a:moveTo>
                <a:lnTo>
                  <a:pt x="684085" y="9486"/>
                </a:lnTo>
                <a:lnTo>
                  <a:pt x="667512" y="0"/>
                </a:lnTo>
                <a:lnTo>
                  <a:pt x="661416" y="3048"/>
                </a:lnTo>
                <a:lnTo>
                  <a:pt x="673722" y="20485"/>
                </a:lnTo>
                <a:lnTo>
                  <a:pt x="683323" y="36195"/>
                </a:lnTo>
                <a:lnTo>
                  <a:pt x="690346" y="50203"/>
                </a:lnTo>
                <a:lnTo>
                  <a:pt x="694944" y="62484"/>
                </a:lnTo>
                <a:lnTo>
                  <a:pt x="696468" y="74676"/>
                </a:lnTo>
                <a:lnTo>
                  <a:pt x="699516" y="80772"/>
                </a:lnTo>
                <a:lnTo>
                  <a:pt x="705612" y="80772"/>
                </a:lnTo>
                <a:lnTo>
                  <a:pt x="710184" y="76200"/>
                </a:lnTo>
                <a:lnTo>
                  <a:pt x="714756" y="70104"/>
                </a:lnTo>
                <a:lnTo>
                  <a:pt x="719328" y="62484"/>
                </a:lnTo>
                <a:lnTo>
                  <a:pt x="722376" y="56388"/>
                </a:lnTo>
                <a:lnTo>
                  <a:pt x="722376" y="44196"/>
                </a:lnTo>
                <a:close/>
              </a:path>
              <a:path w="1289685" h="407035">
                <a:moveTo>
                  <a:pt x="821436" y="188976"/>
                </a:moveTo>
                <a:lnTo>
                  <a:pt x="791146" y="144399"/>
                </a:lnTo>
                <a:lnTo>
                  <a:pt x="731520" y="114300"/>
                </a:lnTo>
                <a:lnTo>
                  <a:pt x="728472" y="120396"/>
                </a:lnTo>
                <a:lnTo>
                  <a:pt x="750493" y="140385"/>
                </a:lnTo>
                <a:lnTo>
                  <a:pt x="768667" y="159067"/>
                </a:lnTo>
                <a:lnTo>
                  <a:pt x="783120" y="176339"/>
                </a:lnTo>
                <a:lnTo>
                  <a:pt x="794004" y="192024"/>
                </a:lnTo>
                <a:lnTo>
                  <a:pt x="800100" y="204216"/>
                </a:lnTo>
                <a:lnTo>
                  <a:pt x="806196" y="210312"/>
                </a:lnTo>
                <a:lnTo>
                  <a:pt x="812292" y="210312"/>
                </a:lnTo>
                <a:lnTo>
                  <a:pt x="819912" y="195072"/>
                </a:lnTo>
                <a:lnTo>
                  <a:pt x="821436" y="188976"/>
                </a:lnTo>
                <a:close/>
              </a:path>
              <a:path w="1289685" h="407035">
                <a:moveTo>
                  <a:pt x="839724" y="92964"/>
                </a:moveTo>
                <a:lnTo>
                  <a:pt x="806196" y="59436"/>
                </a:lnTo>
                <a:lnTo>
                  <a:pt x="783336" y="82296"/>
                </a:lnTo>
                <a:lnTo>
                  <a:pt x="588264" y="82296"/>
                </a:lnTo>
                <a:lnTo>
                  <a:pt x="605028" y="97536"/>
                </a:lnTo>
                <a:lnTo>
                  <a:pt x="612736" y="95542"/>
                </a:lnTo>
                <a:lnTo>
                  <a:pt x="622173" y="94107"/>
                </a:lnTo>
                <a:lnTo>
                  <a:pt x="633310" y="93256"/>
                </a:lnTo>
                <a:lnTo>
                  <a:pt x="646176" y="92964"/>
                </a:lnTo>
                <a:lnTo>
                  <a:pt x="839724" y="92964"/>
                </a:lnTo>
                <a:close/>
              </a:path>
              <a:path w="1289685" h="407035">
                <a:moveTo>
                  <a:pt x="845820" y="371856"/>
                </a:moveTo>
                <a:lnTo>
                  <a:pt x="810933" y="367842"/>
                </a:lnTo>
                <a:lnTo>
                  <a:pt x="777049" y="357949"/>
                </a:lnTo>
                <a:lnTo>
                  <a:pt x="744016" y="342074"/>
                </a:lnTo>
                <a:lnTo>
                  <a:pt x="734060" y="335280"/>
                </a:lnTo>
                <a:lnTo>
                  <a:pt x="711708" y="320040"/>
                </a:lnTo>
                <a:lnTo>
                  <a:pt x="734758" y="287083"/>
                </a:lnTo>
                <a:lnTo>
                  <a:pt x="754380" y="252984"/>
                </a:lnTo>
                <a:lnTo>
                  <a:pt x="762355" y="236702"/>
                </a:lnTo>
                <a:lnTo>
                  <a:pt x="770191" y="224409"/>
                </a:lnTo>
                <a:lnTo>
                  <a:pt x="777735" y="216128"/>
                </a:lnTo>
                <a:lnTo>
                  <a:pt x="784860" y="211836"/>
                </a:lnTo>
                <a:lnTo>
                  <a:pt x="746760" y="185928"/>
                </a:lnTo>
                <a:lnTo>
                  <a:pt x="736752" y="219938"/>
                </a:lnTo>
                <a:lnTo>
                  <a:pt x="725043" y="251079"/>
                </a:lnTo>
                <a:lnTo>
                  <a:pt x="711606" y="279374"/>
                </a:lnTo>
                <a:lnTo>
                  <a:pt x="696468" y="304800"/>
                </a:lnTo>
                <a:lnTo>
                  <a:pt x="682752" y="285369"/>
                </a:lnTo>
                <a:lnTo>
                  <a:pt x="669036" y="261366"/>
                </a:lnTo>
                <a:lnTo>
                  <a:pt x="655320" y="232791"/>
                </a:lnTo>
                <a:lnTo>
                  <a:pt x="641604" y="199644"/>
                </a:lnTo>
                <a:lnTo>
                  <a:pt x="633984" y="201168"/>
                </a:lnTo>
                <a:lnTo>
                  <a:pt x="646557" y="239458"/>
                </a:lnTo>
                <a:lnTo>
                  <a:pt x="659130" y="272034"/>
                </a:lnTo>
                <a:lnTo>
                  <a:pt x="671703" y="298894"/>
                </a:lnTo>
                <a:lnTo>
                  <a:pt x="684276" y="320040"/>
                </a:lnTo>
                <a:lnTo>
                  <a:pt x="658571" y="343141"/>
                </a:lnTo>
                <a:lnTo>
                  <a:pt x="627316" y="364236"/>
                </a:lnTo>
                <a:lnTo>
                  <a:pt x="590613" y="383057"/>
                </a:lnTo>
                <a:lnTo>
                  <a:pt x="548640" y="399288"/>
                </a:lnTo>
                <a:lnTo>
                  <a:pt x="551688" y="405384"/>
                </a:lnTo>
                <a:lnTo>
                  <a:pt x="591693" y="394220"/>
                </a:lnTo>
                <a:lnTo>
                  <a:pt x="629412" y="378904"/>
                </a:lnTo>
                <a:lnTo>
                  <a:pt x="664845" y="359308"/>
                </a:lnTo>
                <a:lnTo>
                  <a:pt x="697992" y="335280"/>
                </a:lnTo>
                <a:lnTo>
                  <a:pt x="720826" y="356717"/>
                </a:lnTo>
                <a:lnTo>
                  <a:pt x="748093" y="375285"/>
                </a:lnTo>
                <a:lnTo>
                  <a:pt x="779640" y="391007"/>
                </a:lnTo>
                <a:lnTo>
                  <a:pt x="815340" y="403860"/>
                </a:lnTo>
                <a:lnTo>
                  <a:pt x="817308" y="395554"/>
                </a:lnTo>
                <a:lnTo>
                  <a:pt x="823150" y="388810"/>
                </a:lnTo>
                <a:lnTo>
                  <a:pt x="832688" y="383501"/>
                </a:lnTo>
                <a:lnTo>
                  <a:pt x="845820" y="379476"/>
                </a:lnTo>
                <a:lnTo>
                  <a:pt x="845820" y="371856"/>
                </a:lnTo>
                <a:close/>
              </a:path>
              <a:path w="1289685" h="407035">
                <a:moveTo>
                  <a:pt x="1289304" y="347472"/>
                </a:moveTo>
                <a:lnTo>
                  <a:pt x="1231201" y="318147"/>
                </a:lnTo>
                <a:lnTo>
                  <a:pt x="1181100" y="268224"/>
                </a:lnTo>
                <a:lnTo>
                  <a:pt x="1141666" y="207657"/>
                </a:lnTo>
                <a:lnTo>
                  <a:pt x="1117092" y="149364"/>
                </a:lnTo>
                <a:lnTo>
                  <a:pt x="1107986" y="122758"/>
                </a:lnTo>
                <a:lnTo>
                  <a:pt x="1099185" y="100025"/>
                </a:lnTo>
                <a:lnTo>
                  <a:pt x="1073556" y="52108"/>
                </a:lnTo>
                <a:lnTo>
                  <a:pt x="1034694" y="26962"/>
                </a:lnTo>
                <a:lnTo>
                  <a:pt x="1005840" y="15252"/>
                </a:lnTo>
                <a:lnTo>
                  <a:pt x="990600" y="32016"/>
                </a:lnTo>
                <a:lnTo>
                  <a:pt x="1009116" y="38011"/>
                </a:lnTo>
                <a:lnTo>
                  <a:pt x="1025652" y="44589"/>
                </a:lnTo>
                <a:lnTo>
                  <a:pt x="1061034" y="67729"/>
                </a:lnTo>
                <a:lnTo>
                  <a:pt x="1069124" y="86017"/>
                </a:lnTo>
                <a:lnTo>
                  <a:pt x="1068324" y="96024"/>
                </a:lnTo>
                <a:lnTo>
                  <a:pt x="1057224" y="139217"/>
                </a:lnTo>
                <a:lnTo>
                  <a:pt x="1042416" y="179844"/>
                </a:lnTo>
                <a:lnTo>
                  <a:pt x="1024166" y="218173"/>
                </a:lnTo>
                <a:lnTo>
                  <a:pt x="1002792" y="254520"/>
                </a:lnTo>
                <a:lnTo>
                  <a:pt x="977925" y="289356"/>
                </a:lnTo>
                <a:lnTo>
                  <a:pt x="949071" y="322910"/>
                </a:lnTo>
                <a:lnTo>
                  <a:pt x="916203" y="355028"/>
                </a:lnTo>
                <a:lnTo>
                  <a:pt x="879348" y="385572"/>
                </a:lnTo>
                <a:lnTo>
                  <a:pt x="882396" y="393192"/>
                </a:lnTo>
                <a:lnTo>
                  <a:pt x="925258" y="363220"/>
                </a:lnTo>
                <a:lnTo>
                  <a:pt x="962406" y="332816"/>
                </a:lnTo>
                <a:lnTo>
                  <a:pt x="993838" y="302120"/>
                </a:lnTo>
                <a:lnTo>
                  <a:pt x="1019556" y="271284"/>
                </a:lnTo>
                <a:lnTo>
                  <a:pt x="1041006" y="238150"/>
                </a:lnTo>
                <a:lnTo>
                  <a:pt x="1059751" y="202895"/>
                </a:lnTo>
                <a:lnTo>
                  <a:pt x="1075918" y="165620"/>
                </a:lnTo>
                <a:lnTo>
                  <a:pt x="1089660" y="126504"/>
                </a:lnTo>
                <a:lnTo>
                  <a:pt x="1097673" y="155054"/>
                </a:lnTo>
                <a:lnTo>
                  <a:pt x="1114298" y="204724"/>
                </a:lnTo>
                <a:lnTo>
                  <a:pt x="1132916" y="245872"/>
                </a:lnTo>
                <a:lnTo>
                  <a:pt x="1156398" y="285356"/>
                </a:lnTo>
                <a:lnTo>
                  <a:pt x="1186141" y="323951"/>
                </a:lnTo>
                <a:lnTo>
                  <a:pt x="1222717" y="360527"/>
                </a:lnTo>
                <a:lnTo>
                  <a:pt x="1243584" y="377964"/>
                </a:lnTo>
                <a:lnTo>
                  <a:pt x="1252435" y="367957"/>
                </a:lnTo>
                <a:lnTo>
                  <a:pt x="1263015" y="360819"/>
                </a:lnTo>
                <a:lnTo>
                  <a:pt x="1275295" y="356527"/>
                </a:lnTo>
                <a:lnTo>
                  <a:pt x="1289304" y="355092"/>
                </a:lnTo>
                <a:lnTo>
                  <a:pt x="1289304" y="34747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" name="object 38"/>
          <p:cNvSpPr/>
          <p:nvPr/>
        </p:nvSpPr>
        <p:spPr>
          <a:xfrm>
            <a:off x="5692139" y="3453383"/>
            <a:ext cx="393700" cy="403860"/>
          </a:xfrm>
          <a:custGeom>
            <a:avLst/>
            <a:gdLst/>
            <a:ahLst/>
            <a:cxnLst/>
            <a:rect l="l" t="t" r="r" b="b"/>
            <a:pathLst>
              <a:path w="393700" h="403860">
                <a:moveTo>
                  <a:pt x="256032" y="115824"/>
                </a:moveTo>
                <a:lnTo>
                  <a:pt x="245363" y="115824"/>
                </a:lnTo>
                <a:lnTo>
                  <a:pt x="261104" y="83796"/>
                </a:lnTo>
                <a:lnTo>
                  <a:pt x="274129" y="53911"/>
                </a:lnTo>
                <a:lnTo>
                  <a:pt x="284619" y="25908"/>
                </a:lnTo>
                <a:lnTo>
                  <a:pt x="292608" y="0"/>
                </a:lnTo>
                <a:lnTo>
                  <a:pt x="333756" y="25908"/>
                </a:lnTo>
                <a:lnTo>
                  <a:pt x="315468" y="33528"/>
                </a:lnTo>
                <a:lnTo>
                  <a:pt x="300609" y="53244"/>
                </a:lnTo>
                <a:lnTo>
                  <a:pt x="285750" y="73533"/>
                </a:lnTo>
                <a:lnTo>
                  <a:pt x="270824" y="94488"/>
                </a:lnTo>
                <a:lnTo>
                  <a:pt x="256032" y="115824"/>
                </a:lnTo>
                <a:close/>
              </a:path>
              <a:path w="393700" h="403860">
                <a:moveTo>
                  <a:pt x="196596" y="96012"/>
                </a:moveTo>
                <a:lnTo>
                  <a:pt x="188976" y="96012"/>
                </a:lnTo>
                <a:lnTo>
                  <a:pt x="184404" y="88392"/>
                </a:lnTo>
                <a:lnTo>
                  <a:pt x="181356" y="74676"/>
                </a:lnTo>
                <a:lnTo>
                  <a:pt x="177950" y="59483"/>
                </a:lnTo>
                <a:lnTo>
                  <a:pt x="172402" y="43434"/>
                </a:lnTo>
                <a:lnTo>
                  <a:pt x="164853" y="26241"/>
                </a:lnTo>
                <a:lnTo>
                  <a:pt x="155448" y="7620"/>
                </a:lnTo>
                <a:lnTo>
                  <a:pt x="161544" y="4572"/>
                </a:lnTo>
                <a:lnTo>
                  <a:pt x="199453" y="37338"/>
                </a:lnTo>
                <a:lnTo>
                  <a:pt x="213669" y="69294"/>
                </a:lnTo>
                <a:lnTo>
                  <a:pt x="212407" y="76200"/>
                </a:lnTo>
                <a:lnTo>
                  <a:pt x="209716" y="81962"/>
                </a:lnTo>
                <a:lnTo>
                  <a:pt x="205740" y="86868"/>
                </a:lnTo>
                <a:lnTo>
                  <a:pt x="196596" y="96012"/>
                </a:lnTo>
                <a:close/>
              </a:path>
              <a:path w="393700" h="403860">
                <a:moveTo>
                  <a:pt x="112776" y="105156"/>
                </a:moveTo>
                <a:lnTo>
                  <a:pt x="106680" y="105156"/>
                </a:lnTo>
                <a:lnTo>
                  <a:pt x="102108" y="99060"/>
                </a:lnTo>
                <a:lnTo>
                  <a:pt x="99060" y="85344"/>
                </a:lnTo>
                <a:lnTo>
                  <a:pt x="94226" y="70770"/>
                </a:lnTo>
                <a:lnTo>
                  <a:pt x="86677" y="54483"/>
                </a:lnTo>
                <a:lnTo>
                  <a:pt x="76557" y="36480"/>
                </a:lnTo>
                <a:lnTo>
                  <a:pt x="64008" y="16764"/>
                </a:lnTo>
                <a:lnTo>
                  <a:pt x="68580" y="12192"/>
                </a:lnTo>
                <a:lnTo>
                  <a:pt x="110871" y="44196"/>
                </a:lnTo>
                <a:lnTo>
                  <a:pt x="128543" y="76200"/>
                </a:lnTo>
                <a:lnTo>
                  <a:pt x="128016" y="83058"/>
                </a:lnTo>
                <a:lnTo>
                  <a:pt x="126301" y="89344"/>
                </a:lnTo>
                <a:lnTo>
                  <a:pt x="123444" y="94488"/>
                </a:lnTo>
                <a:lnTo>
                  <a:pt x="117348" y="102108"/>
                </a:lnTo>
                <a:lnTo>
                  <a:pt x="112776" y="105156"/>
                </a:lnTo>
                <a:close/>
              </a:path>
              <a:path w="393700" h="403860">
                <a:moveTo>
                  <a:pt x="25908" y="184404"/>
                </a:moveTo>
                <a:lnTo>
                  <a:pt x="16764" y="184404"/>
                </a:lnTo>
                <a:lnTo>
                  <a:pt x="13716" y="181356"/>
                </a:lnTo>
                <a:lnTo>
                  <a:pt x="10668" y="179832"/>
                </a:lnTo>
                <a:lnTo>
                  <a:pt x="9144" y="178308"/>
                </a:lnTo>
                <a:lnTo>
                  <a:pt x="9144" y="173735"/>
                </a:lnTo>
                <a:lnTo>
                  <a:pt x="12192" y="166116"/>
                </a:lnTo>
                <a:lnTo>
                  <a:pt x="18288" y="158496"/>
                </a:lnTo>
                <a:lnTo>
                  <a:pt x="24836" y="147637"/>
                </a:lnTo>
                <a:lnTo>
                  <a:pt x="30670" y="133350"/>
                </a:lnTo>
                <a:lnTo>
                  <a:pt x="35647" y="115633"/>
                </a:lnTo>
                <a:lnTo>
                  <a:pt x="39624" y="94488"/>
                </a:lnTo>
                <a:lnTo>
                  <a:pt x="47244" y="94488"/>
                </a:lnTo>
                <a:lnTo>
                  <a:pt x="50292" y="115824"/>
                </a:lnTo>
                <a:lnTo>
                  <a:pt x="381265" y="115824"/>
                </a:lnTo>
                <a:lnTo>
                  <a:pt x="389216" y="124968"/>
                </a:lnTo>
                <a:lnTo>
                  <a:pt x="50292" y="124968"/>
                </a:lnTo>
                <a:lnTo>
                  <a:pt x="51387" y="135850"/>
                </a:lnTo>
                <a:lnTo>
                  <a:pt x="52197" y="145732"/>
                </a:lnTo>
                <a:lnTo>
                  <a:pt x="38100" y="181356"/>
                </a:lnTo>
                <a:lnTo>
                  <a:pt x="30480" y="182880"/>
                </a:lnTo>
                <a:lnTo>
                  <a:pt x="25908" y="184404"/>
                </a:lnTo>
                <a:close/>
              </a:path>
              <a:path w="393700" h="403860">
                <a:moveTo>
                  <a:pt x="381265" y="115824"/>
                </a:moveTo>
                <a:lnTo>
                  <a:pt x="344424" y="115824"/>
                </a:lnTo>
                <a:lnTo>
                  <a:pt x="362712" y="94488"/>
                </a:lnTo>
                <a:lnTo>
                  <a:pt x="381265" y="115824"/>
                </a:lnTo>
                <a:close/>
              </a:path>
              <a:path w="393700" h="403860">
                <a:moveTo>
                  <a:pt x="324612" y="178308"/>
                </a:moveTo>
                <a:lnTo>
                  <a:pt x="318516" y="173735"/>
                </a:lnTo>
                <a:lnTo>
                  <a:pt x="347472" y="124968"/>
                </a:lnTo>
                <a:lnTo>
                  <a:pt x="389216" y="124968"/>
                </a:lnTo>
                <a:lnTo>
                  <a:pt x="393192" y="129540"/>
                </a:lnTo>
                <a:lnTo>
                  <a:pt x="378404" y="133516"/>
                </a:lnTo>
                <a:lnTo>
                  <a:pt x="361759" y="143065"/>
                </a:lnTo>
                <a:lnTo>
                  <a:pt x="343685" y="158043"/>
                </a:lnTo>
                <a:lnTo>
                  <a:pt x="324612" y="178308"/>
                </a:lnTo>
                <a:close/>
              </a:path>
              <a:path w="393700" h="403860">
                <a:moveTo>
                  <a:pt x="80772" y="192023"/>
                </a:moveTo>
                <a:lnTo>
                  <a:pt x="65532" y="175260"/>
                </a:lnTo>
                <a:lnTo>
                  <a:pt x="265175" y="175260"/>
                </a:lnTo>
                <a:lnTo>
                  <a:pt x="284987" y="158496"/>
                </a:lnTo>
                <a:lnTo>
                  <a:pt x="307649" y="185928"/>
                </a:lnTo>
                <a:lnTo>
                  <a:pt x="123444" y="185928"/>
                </a:lnTo>
                <a:lnTo>
                  <a:pt x="112275" y="186237"/>
                </a:lnTo>
                <a:lnTo>
                  <a:pt x="101536" y="187261"/>
                </a:lnTo>
                <a:lnTo>
                  <a:pt x="91082" y="189142"/>
                </a:lnTo>
                <a:lnTo>
                  <a:pt x="80772" y="192023"/>
                </a:lnTo>
                <a:close/>
              </a:path>
              <a:path w="393700" h="403860">
                <a:moveTo>
                  <a:pt x="221239" y="236220"/>
                </a:moveTo>
                <a:lnTo>
                  <a:pt x="205740" y="236220"/>
                </a:lnTo>
                <a:lnTo>
                  <a:pt x="266699" y="185928"/>
                </a:lnTo>
                <a:lnTo>
                  <a:pt x="307649" y="185928"/>
                </a:lnTo>
                <a:lnTo>
                  <a:pt x="313727" y="193286"/>
                </a:lnTo>
                <a:lnTo>
                  <a:pt x="306490" y="193286"/>
                </a:lnTo>
                <a:lnTo>
                  <a:pt x="297751" y="194881"/>
                </a:lnTo>
                <a:lnTo>
                  <a:pt x="248412" y="219265"/>
                </a:lnTo>
                <a:lnTo>
                  <a:pt x="231267" y="229719"/>
                </a:lnTo>
                <a:lnTo>
                  <a:pt x="221239" y="236220"/>
                </a:lnTo>
                <a:close/>
              </a:path>
              <a:path w="393700" h="403860">
                <a:moveTo>
                  <a:pt x="313944" y="193548"/>
                </a:moveTo>
                <a:lnTo>
                  <a:pt x="306490" y="193286"/>
                </a:lnTo>
                <a:lnTo>
                  <a:pt x="313727" y="193286"/>
                </a:lnTo>
                <a:lnTo>
                  <a:pt x="313944" y="193548"/>
                </a:lnTo>
                <a:close/>
              </a:path>
              <a:path w="393700" h="403860">
                <a:moveTo>
                  <a:pt x="213360" y="266699"/>
                </a:moveTo>
                <a:lnTo>
                  <a:pt x="188976" y="266699"/>
                </a:lnTo>
                <a:lnTo>
                  <a:pt x="188952" y="258151"/>
                </a:lnTo>
                <a:lnTo>
                  <a:pt x="188785" y="248602"/>
                </a:lnTo>
                <a:lnTo>
                  <a:pt x="188333" y="238196"/>
                </a:lnTo>
                <a:lnTo>
                  <a:pt x="187452" y="227075"/>
                </a:lnTo>
                <a:lnTo>
                  <a:pt x="205740" y="236220"/>
                </a:lnTo>
                <a:lnTo>
                  <a:pt x="221239" y="236220"/>
                </a:lnTo>
                <a:lnTo>
                  <a:pt x="211836" y="242316"/>
                </a:lnTo>
                <a:lnTo>
                  <a:pt x="225552" y="251460"/>
                </a:lnTo>
                <a:lnTo>
                  <a:pt x="213360" y="257556"/>
                </a:lnTo>
                <a:lnTo>
                  <a:pt x="213360" y="266699"/>
                </a:lnTo>
                <a:close/>
              </a:path>
              <a:path w="393700" h="403860">
                <a:moveTo>
                  <a:pt x="15240" y="281940"/>
                </a:moveTo>
                <a:lnTo>
                  <a:pt x="0" y="266699"/>
                </a:lnTo>
                <a:lnTo>
                  <a:pt x="326136" y="266699"/>
                </a:lnTo>
                <a:lnTo>
                  <a:pt x="353568" y="239268"/>
                </a:lnTo>
                <a:lnTo>
                  <a:pt x="391667" y="277368"/>
                </a:lnTo>
                <a:lnTo>
                  <a:pt x="56388" y="277368"/>
                </a:lnTo>
                <a:lnTo>
                  <a:pt x="45243" y="277653"/>
                </a:lnTo>
                <a:lnTo>
                  <a:pt x="34671" y="278511"/>
                </a:lnTo>
                <a:lnTo>
                  <a:pt x="24669" y="279939"/>
                </a:lnTo>
                <a:lnTo>
                  <a:pt x="15240" y="281940"/>
                </a:lnTo>
                <a:close/>
              </a:path>
              <a:path w="393700" h="403860">
                <a:moveTo>
                  <a:pt x="213289" y="363045"/>
                </a:moveTo>
                <a:lnTo>
                  <a:pt x="166425" y="363045"/>
                </a:lnTo>
                <a:lnTo>
                  <a:pt x="175260" y="362712"/>
                </a:lnTo>
                <a:lnTo>
                  <a:pt x="184404" y="362712"/>
                </a:lnTo>
                <a:lnTo>
                  <a:pt x="188976" y="356616"/>
                </a:lnTo>
                <a:lnTo>
                  <a:pt x="188976" y="277368"/>
                </a:lnTo>
                <a:lnTo>
                  <a:pt x="213360" y="277368"/>
                </a:lnTo>
                <a:lnTo>
                  <a:pt x="213289" y="363045"/>
                </a:lnTo>
                <a:close/>
              </a:path>
              <a:path w="393700" h="403860">
                <a:moveTo>
                  <a:pt x="173736" y="403860"/>
                </a:moveTo>
                <a:lnTo>
                  <a:pt x="170283" y="394477"/>
                </a:lnTo>
                <a:lnTo>
                  <a:pt x="159829" y="384810"/>
                </a:lnTo>
                <a:lnTo>
                  <a:pt x="142232" y="375142"/>
                </a:lnTo>
                <a:lnTo>
                  <a:pt x="117348" y="365760"/>
                </a:lnTo>
                <a:lnTo>
                  <a:pt x="117348" y="356616"/>
                </a:lnTo>
                <a:lnTo>
                  <a:pt x="137326" y="359711"/>
                </a:lnTo>
                <a:lnTo>
                  <a:pt x="153733" y="361950"/>
                </a:lnTo>
                <a:lnTo>
                  <a:pt x="166425" y="363045"/>
                </a:lnTo>
                <a:lnTo>
                  <a:pt x="213289" y="363045"/>
                </a:lnTo>
                <a:lnTo>
                  <a:pt x="210812" y="374713"/>
                </a:lnTo>
                <a:lnTo>
                  <a:pt x="203263" y="385572"/>
                </a:lnTo>
                <a:lnTo>
                  <a:pt x="190857" y="395287"/>
                </a:lnTo>
                <a:lnTo>
                  <a:pt x="173736" y="40386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" name="object 39"/>
          <p:cNvSpPr/>
          <p:nvPr/>
        </p:nvSpPr>
        <p:spPr>
          <a:xfrm>
            <a:off x="6135611" y="3451859"/>
            <a:ext cx="1736089" cy="407034"/>
          </a:xfrm>
          <a:custGeom>
            <a:avLst/>
            <a:gdLst/>
            <a:ahLst/>
            <a:cxnLst/>
            <a:rect l="l" t="t" r="r" b="b"/>
            <a:pathLst>
              <a:path w="1736090" h="407035">
                <a:moveTo>
                  <a:pt x="387362" y="191795"/>
                </a:moveTo>
                <a:lnTo>
                  <a:pt x="347052" y="152781"/>
                </a:lnTo>
                <a:lnTo>
                  <a:pt x="304850" y="132207"/>
                </a:lnTo>
                <a:lnTo>
                  <a:pt x="278892" y="121920"/>
                </a:lnTo>
                <a:lnTo>
                  <a:pt x="278892" y="44196"/>
                </a:lnTo>
                <a:lnTo>
                  <a:pt x="292608" y="32004"/>
                </a:lnTo>
                <a:lnTo>
                  <a:pt x="252984" y="10668"/>
                </a:lnTo>
                <a:lnTo>
                  <a:pt x="253873" y="30099"/>
                </a:lnTo>
                <a:lnTo>
                  <a:pt x="254317" y="47244"/>
                </a:lnTo>
                <a:lnTo>
                  <a:pt x="254419" y="56007"/>
                </a:lnTo>
                <a:lnTo>
                  <a:pt x="254317" y="297180"/>
                </a:lnTo>
                <a:lnTo>
                  <a:pt x="253873" y="313778"/>
                </a:lnTo>
                <a:lnTo>
                  <a:pt x="252984" y="330720"/>
                </a:lnTo>
                <a:lnTo>
                  <a:pt x="280416" y="318516"/>
                </a:lnTo>
                <a:lnTo>
                  <a:pt x="279539" y="303923"/>
                </a:lnTo>
                <a:lnTo>
                  <a:pt x="279082" y="289750"/>
                </a:lnTo>
                <a:lnTo>
                  <a:pt x="278968" y="279920"/>
                </a:lnTo>
                <a:lnTo>
                  <a:pt x="278892" y="131064"/>
                </a:lnTo>
                <a:lnTo>
                  <a:pt x="308927" y="153911"/>
                </a:lnTo>
                <a:lnTo>
                  <a:pt x="332803" y="174307"/>
                </a:lnTo>
                <a:lnTo>
                  <a:pt x="350697" y="192151"/>
                </a:lnTo>
                <a:lnTo>
                  <a:pt x="362712" y="207264"/>
                </a:lnTo>
                <a:lnTo>
                  <a:pt x="367284" y="216408"/>
                </a:lnTo>
                <a:lnTo>
                  <a:pt x="371856" y="220980"/>
                </a:lnTo>
                <a:lnTo>
                  <a:pt x="379476" y="220980"/>
                </a:lnTo>
                <a:lnTo>
                  <a:pt x="382524" y="214884"/>
                </a:lnTo>
                <a:lnTo>
                  <a:pt x="387096" y="201168"/>
                </a:lnTo>
                <a:lnTo>
                  <a:pt x="387362" y="191795"/>
                </a:lnTo>
                <a:close/>
              </a:path>
              <a:path w="1736090" h="407035">
                <a:moveTo>
                  <a:pt x="400812" y="355092"/>
                </a:moveTo>
                <a:lnTo>
                  <a:pt x="339648" y="355092"/>
                </a:lnTo>
                <a:lnTo>
                  <a:pt x="288607" y="352818"/>
                </a:lnTo>
                <a:lnTo>
                  <a:pt x="247586" y="348246"/>
                </a:lnTo>
                <a:lnTo>
                  <a:pt x="192976" y="332790"/>
                </a:lnTo>
                <a:lnTo>
                  <a:pt x="156400" y="311594"/>
                </a:lnTo>
                <a:lnTo>
                  <a:pt x="143256" y="298704"/>
                </a:lnTo>
                <a:lnTo>
                  <a:pt x="154101" y="275856"/>
                </a:lnTo>
                <a:lnTo>
                  <a:pt x="163639" y="253174"/>
                </a:lnTo>
                <a:lnTo>
                  <a:pt x="171767" y="230771"/>
                </a:lnTo>
                <a:lnTo>
                  <a:pt x="178308" y="208788"/>
                </a:lnTo>
                <a:lnTo>
                  <a:pt x="184264" y="188506"/>
                </a:lnTo>
                <a:lnTo>
                  <a:pt x="190500" y="168783"/>
                </a:lnTo>
                <a:lnTo>
                  <a:pt x="196748" y="149644"/>
                </a:lnTo>
                <a:lnTo>
                  <a:pt x="202692" y="131064"/>
                </a:lnTo>
                <a:lnTo>
                  <a:pt x="219456" y="120396"/>
                </a:lnTo>
                <a:lnTo>
                  <a:pt x="209321" y="109728"/>
                </a:lnTo>
                <a:lnTo>
                  <a:pt x="190500" y="89916"/>
                </a:lnTo>
                <a:lnTo>
                  <a:pt x="172212" y="108204"/>
                </a:lnTo>
                <a:lnTo>
                  <a:pt x="172212" y="120396"/>
                </a:lnTo>
                <a:lnTo>
                  <a:pt x="164236" y="165265"/>
                </a:lnTo>
                <a:lnTo>
                  <a:pt x="154114" y="206121"/>
                </a:lnTo>
                <a:lnTo>
                  <a:pt x="141998" y="242989"/>
                </a:lnTo>
                <a:lnTo>
                  <a:pt x="128016" y="275856"/>
                </a:lnTo>
                <a:lnTo>
                  <a:pt x="112903" y="252425"/>
                </a:lnTo>
                <a:lnTo>
                  <a:pt x="99631" y="225552"/>
                </a:lnTo>
                <a:lnTo>
                  <a:pt x="88379" y="195262"/>
                </a:lnTo>
                <a:lnTo>
                  <a:pt x="82143" y="172212"/>
                </a:lnTo>
                <a:lnTo>
                  <a:pt x="79248" y="161544"/>
                </a:lnTo>
                <a:lnTo>
                  <a:pt x="92964" y="120396"/>
                </a:lnTo>
                <a:lnTo>
                  <a:pt x="172212" y="120396"/>
                </a:lnTo>
                <a:lnTo>
                  <a:pt x="172212" y="108204"/>
                </a:lnTo>
                <a:lnTo>
                  <a:pt x="170688" y="109728"/>
                </a:lnTo>
                <a:lnTo>
                  <a:pt x="96012" y="109728"/>
                </a:lnTo>
                <a:lnTo>
                  <a:pt x="102539" y="89115"/>
                </a:lnTo>
                <a:lnTo>
                  <a:pt x="108204" y="72771"/>
                </a:lnTo>
                <a:lnTo>
                  <a:pt x="112737" y="60439"/>
                </a:lnTo>
                <a:lnTo>
                  <a:pt x="115824" y="51816"/>
                </a:lnTo>
                <a:lnTo>
                  <a:pt x="124968" y="36576"/>
                </a:lnTo>
                <a:lnTo>
                  <a:pt x="129540" y="32004"/>
                </a:lnTo>
                <a:lnTo>
                  <a:pt x="89916" y="13716"/>
                </a:lnTo>
                <a:lnTo>
                  <a:pt x="83058" y="56007"/>
                </a:lnTo>
                <a:lnTo>
                  <a:pt x="67056" y="123444"/>
                </a:lnTo>
                <a:lnTo>
                  <a:pt x="55372" y="162598"/>
                </a:lnTo>
                <a:lnTo>
                  <a:pt x="40957" y="200025"/>
                </a:lnTo>
                <a:lnTo>
                  <a:pt x="23990" y="235750"/>
                </a:lnTo>
                <a:lnTo>
                  <a:pt x="4572" y="269760"/>
                </a:lnTo>
                <a:lnTo>
                  <a:pt x="10668" y="274332"/>
                </a:lnTo>
                <a:lnTo>
                  <a:pt x="28371" y="251726"/>
                </a:lnTo>
                <a:lnTo>
                  <a:pt x="44767" y="227279"/>
                </a:lnTo>
                <a:lnTo>
                  <a:pt x="59753" y="200812"/>
                </a:lnTo>
                <a:lnTo>
                  <a:pt x="73152" y="172212"/>
                </a:lnTo>
                <a:lnTo>
                  <a:pt x="78562" y="203098"/>
                </a:lnTo>
                <a:lnTo>
                  <a:pt x="87820" y="234124"/>
                </a:lnTo>
                <a:lnTo>
                  <a:pt x="100799" y="265442"/>
                </a:lnTo>
                <a:lnTo>
                  <a:pt x="117348" y="297180"/>
                </a:lnTo>
                <a:lnTo>
                  <a:pt x="106756" y="309753"/>
                </a:lnTo>
                <a:lnTo>
                  <a:pt x="70104" y="347484"/>
                </a:lnTo>
                <a:lnTo>
                  <a:pt x="37909" y="371487"/>
                </a:lnTo>
                <a:lnTo>
                  <a:pt x="0" y="393192"/>
                </a:lnTo>
                <a:lnTo>
                  <a:pt x="4572" y="397776"/>
                </a:lnTo>
                <a:lnTo>
                  <a:pt x="46863" y="379679"/>
                </a:lnTo>
                <a:lnTo>
                  <a:pt x="82296" y="358140"/>
                </a:lnTo>
                <a:lnTo>
                  <a:pt x="119811" y="325780"/>
                </a:lnTo>
                <a:lnTo>
                  <a:pt x="129540" y="315480"/>
                </a:lnTo>
                <a:lnTo>
                  <a:pt x="146672" y="331495"/>
                </a:lnTo>
                <a:lnTo>
                  <a:pt x="187198" y="357263"/>
                </a:lnTo>
                <a:lnTo>
                  <a:pt x="238912" y="374726"/>
                </a:lnTo>
                <a:lnTo>
                  <a:pt x="317258" y="386156"/>
                </a:lnTo>
                <a:lnTo>
                  <a:pt x="367284" y="390156"/>
                </a:lnTo>
                <a:lnTo>
                  <a:pt x="371030" y="380669"/>
                </a:lnTo>
                <a:lnTo>
                  <a:pt x="377761" y="372630"/>
                </a:lnTo>
                <a:lnTo>
                  <a:pt x="387654" y="365721"/>
                </a:lnTo>
                <a:lnTo>
                  <a:pt x="400812" y="359676"/>
                </a:lnTo>
                <a:lnTo>
                  <a:pt x="400812" y="355092"/>
                </a:lnTo>
                <a:close/>
              </a:path>
              <a:path w="1736090" h="407035">
                <a:moveTo>
                  <a:pt x="609600" y="278892"/>
                </a:moveTo>
                <a:lnTo>
                  <a:pt x="606552" y="271272"/>
                </a:lnTo>
                <a:lnTo>
                  <a:pt x="536448" y="295656"/>
                </a:lnTo>
                <a:lnTo>
                  <a:pt x="536448" y="185928"/>
                </a:lnTo>
                <a:lnTo>
                  <a:pt x="603504" y="185928"/>
                </a:lnTo>
                <a:lnTo>
                  <a:pt x="574548" y="155448"/>
                </a:lnTo>
                <a:lnTo>
                  <a:pt x="553212" y="175260"/>
                </a:lnTo>
                <a:lnTo>
                  <a:pt x="536448" y="175260"/>
                </a:lnTo>
                <a:lnTo>
                  <a:pt x="536448" y="70104"/>
                </a:lnTo>
                <a:lnTo>
                  <a:pt x="603504" y="70104"/>
                </a:lnTo>
                <a:lnTo>
                  <a:pt x="574548" y="38100"/>
                </a:lnTo>
                <a:lnTo>
                  <a:pt x="553212" y="59436"/>
                </a:lnTo>
                <a:lnTo>
                  <a:pt x="443484" y="59436"/>
                </a:lnTo>
                <a:lnTo>
                  <a:pt x="460248" y="74676"/>
                </a:lnTo>
                <a:lnTo>
                  <a:pt x="469684" y="72682"/>
                </a:lnTo>
                <a:lnTo>
                  <a:pt x="479679" y="71247"/>
                </a:lnTo>
                <a:lnTo>
                  <a:pt x="490258" y="70396"/>
                </a:lnTo>
                <a:lnTo>
                  <a:pt x="501396" y="70104"/>
                </a:lnTo>
                <a:lnTo>
                  <a:pt x="513588" y="70104"/>
                </a:lnTo>
                <a:lnTo>
                  <a:pt x="513588" y="175260"/>
                </a:lnTo>
                <a:lnTo>
                  <a:pt x="448056" y="175260"/>
                </a:lnTo>
                <a:lnTo>
                  <a:pt x="463296" y="192024"/>
                </a:lnTo>
                <a:lnTo>
                  <a:pt x="472732" y="189153"/>
                </a:lnTo>
                <a:lnTo>
                  <a:pt x="482727" y="187261"/>
                </a:lnTo>
                <a:lnTo>
                  <a:pt x="493306" y="186245"/>
                </a:lnTo>
                <a:lnTo>
                  <a:pt x="504444" y="185928"/>
                </a:lnTo>
                <a:lnTo>
                  <a:pt x="513588" y="185928"/>
                </a:lnTo>
                <a:lnTo>
                  <a:pt x="513588" y="303276"/>
                </a:lnTo>
                <a:lnTo>
                  <a:pt x="501548" y="307022"/>
                </a:lnTo>
                <a:lnTo>
                  <a:pt x="485775" y="311467"/>
                </a:lnTo>
                <a:lnTo>
                  <a:pt x="441960" y="323088"/>
                </a:lnTo>
                <a:lnTo>
                  <a:pt x="463296" y="355092"/>
                </a:lnTo>
                <a:lnTo>
                  <a:pt x="477012" y="341376"/>
                </a:lnTo>
                <a:lnTo>
                  <a:pt x="510159" y="324764"/>
                </a:lnTo>
                <a:lnTo>
                  <a:pt x="543306" y="308991"/>
                </a:lnTo>
                <a:lnTo>
                  <a:pt x="572401" y="295656"/>
                </a:lnTo>
                <a:lnTo>
                  <a:pt x="609600" y="278892"/>
                </a:lnTo>
                <a:close/>
              </a:path>
              <a:path w="1736090" h="407035">
                <a:moveTo>
                  <a:pt x="848880" y="379476"/>
                </a:moveTo>
                <a:lnTo>
                  <a:pt x="816876" y="345948"/>
                </a:lnTo>
                <a:lnTo>
                  <a:pt x="795528" y="368808"/>
                </a:lnTo>
                <a:lnTo>
                  <a:pt x="722376" y="368808"/>
                </a:lnTo>
                <a:lnTo>
                  <a:pt x="722376" y="297180"/>
                </a:lnTo>
                <a:lnTo>
                  <a:pt x="822960" y="297180"/>
                </a:lnTo>
                <a:lnTo>
                  <a:pt x="794004" y="266700"/>
                </a:lnTo>
                <a:lnTo>
                  <a:pt x="772680" y="286512"/>
                </a:lnTo>
                <a:lnTo>
                  <a:pt x="722376" y="286512"/>
                </a:lnTo>
                <a:lnTo>
                  <a:pt x="722376" y="211836"/>
                </a:lnTo>
                <a:lnTo>
                  <a:pt x="784860" y="211836"/>
                </a:lnTo>
                <a:lnTo>
                  <a:pt x="784860" y="233172"/>
                </a:lnTo>
                <a:lnTo>
                  <a:pt x="807732" y="222504"/>
                </a:lnTo>
                <a:lnTo>
                  <a:pt x="807046" y="211836"/>
                </a:lnTo>
                <a:lnTo>
                  <a:pt x="806602" y="205079"/>
                </a:lnTo>
                <a:lnTo>
                  <a:pt x="806424" y="201168"/>
                </a:lnTo>
                <a:lnTo>
                  <a:pt x="805599" y="183832"/>
                </a:lnTo>
                <a:lnTo>
                  <a:pt x="804938" y="161645"/>
                </a:lnTo>
                <a:lnTo>
                  <a:pt x="804684" y="135636"/>
                </a:lnTo>
                <a:lnTo>
                  <a:pt x="804684" y="129540"/>
                </a:lnTo>
                <a:lnTo>
                  <a:pt x="804684" y="118872"/>
                </a:lnTo>
                <a:lnTo>
                  <a:pt x="804684" y="54864"/>
                </a:lnTo>
                <a:lnTo>
                  <a:pt x="813384" y="48768"/>
                </a:lnTo>
                <a:lnTo>
                  <a:pt x="819912" y="44196"/>
                </a:lnTo>
                <a:lnTo>
                  <a:pt x="812520" y="38100"/>
                </a:lnTo>
                <a:lnTo>
                  <a:pt x="794004" y="22860"/>
                </a:lnTo>
                <a:lnTo>
                  <a:pt x="784860" y="34290"/>
                </a:lnTo>
                <a:lnTo>
                  <a:pt x="784860" y="48768"/>
                </a:lnTo>
                <a:lnTo>
                  <a:pt x="784860" y="118872"/>
                </a:lnTo>
                <a:lnTo>
                  <a:pt x="784860" y="129540"/>
                </a:lnTo>
                <a:lnTo>
                  <a:pt x="784860" y="201168"/>
                </a:lnTo>
                <a:lnTo>
                  <a:pt x="722376" y="201168"/>
                </a:lnTo>
                <a:lnTo>
                  <a:pt x="722376" y="129540"/>
                </a:lnTo>
                <a:lnTo>
                  <a:pt x="784860" y="129540"/>
                </a:lnTo>
                <a:lnTo>
                  <a:pt x="784860" y="118872"/>
                </a:lnTo>
                <a:lnTo>
                  <a:pt x="722376" y="118872"/>
                </a:lnTo>
                <a:lnTo>
                  <a:pt x="722376" y="48768"/>
                </a:lnTo>
                <a:lnTo>
                  <a:pt x="784860" y="48768"/>
                </a:lnTo>
                <a:lnTo>
                  <a:pt x="784860" y="34290"/>
                </a:lnTo>
                <a:lnTo>
                  <a:pt x="781812" y="38100"/>
                </a:lnTo>
                <a:lnTo>
                  <a:pt x="701040" y="38100"/>
                </a:lnTo>
                <a:lnTo>
                  <a:pt x="701040" y="48768"/>
                </a:lnTo>
                <a:lnTo>
                  <a:pt x="701040" y="118872"/>
                </a:lnTo>
                <a:lnTo>
                  <a:pt x="701040" y="129540"/>
                </a:lnTo>
                <a:lnTo>
                  <a:pt x="701040" y="201168"/>
                </a:lnTo>
                <a:lnTo>
                  <a:pt x="637032" y="201168"/>
                </a:lnTo>
                <a:lnTo>
                  <a:pt x="637032" y="129540"/>
                </a:lnTo>
                <a:lnTo>
                  <a:pt x="701040" y="129540"/>
                </a:lnTo>
                <a:lnTo>
                  <a:pt x="701040" y="118872"/>
                </a:lnTo>
                <a:lnTo>
                  <a:pt x="637032" y="118872"/>
                </a:lnTo>
                <a:lnTo>
                  <a:pt x="637032" y="48768"/>
                </a:lnTo>
                <a:lnTo>
                  <a:pt x="701040" y="48768"/>
                </a:lnTo>
                <a:lnTo>
                  <a:pt x="701040" y="38100"/>
                </a:lnTo>
                <a:lnTo>
                  <a:pt x="637032" y="38100"/>
                </a:lnTo>
                <a:lnTo>
                  <a:pt x="614172" y="22860"/>
                </a:lnTo>
                <a:lnTo>
                  <a:pt x="615010" y="48768"/>
                </a:lnTo>
                <a:lnTo>
                  <a:pt x="615137" y="54864"/>
                </a:lnTo>
                <a:lnTo>
                  <a:pt x="615505" y="77533"/>
                </a:lnTo>
                <a:lnTo>
                  <a:pt x="615683" y="104521"/>
                </a:lnTo>
                <a:lnTo>
                  <a:pt x="615569" y="175260"/>
                </a:lnTo>
                <a:lnTo>
                  <a:pt x="615454" y="187261"/>
                </a:lnTo>
                <a:lnTo>
                  <a:pt x="615061" y="210578"/>
                </a:lnTo>
                <a:lnTo>
                  <a:pt x="614172" y="237744"/>
                </a:lnTo>
                <a:lnTo>
                  <a:pt x="637032" y="230124"/>
                </a:lnTo>
                <a:lnTo>
                  <a:pt x="637032" y="211836"/>
                </a:lnTo>
                <a:lnTo>
                  <a:pt x="701040" y="211836"/>
                </a:lnTo>
                <a:lnTo>
                  <a:pt x="701040" y="286512"/>
                </a:lnTo>
                <a:lnTo>
                  <a:pt x="605028" y="286512"/>
                </a:lnTo>
                <a:lnTo>
                  <a:pt x="621792" y="303276"/>
                </a:lnTo>
                <a:lnTo>
                  <a:pt x="631228" y="300405"/>
                </a:lnTo>
                <a:lnTo>
                  <a:pt x="641223" y="298513"/>
                </a:lnTo>
                <a:lnTo>
                  <a:pt x="651802" y="297497"/>
                </a:lnTo>
                <a:lnTo>
                  <a:pt x="662940" y="297180"/>
                </a:lnTo>
                <a:lnTo>
                  <a:pt x="701040" y="297180"/>
                </a:lnTo>
                <a:lnTo>
                  <a:pt x="701040" y="368808"/>
                </a:lnTo>
                <a:lnTo>
                  <a:pt x="554736" y="368808"/>
                </a:lnTo>
                <a:lnTo>
                  <a:pt x="571500" y="384048"/>
                </a:lnTo>
                <a:lnTo>
                  <a:pt x="580936" y="382054"/>
                </a:lnTo>
                <a:lnTo>
                  <a:pt x="590931" y="380619"/>
                </a:lnTo>
                <a:lnTo>
                  <a:pt x="601510" y="379768"/>
                </a:lnTo>
                <a:lnTo>
                  <a:pt x="612648" y="379476"/>
                </a:lnTo>
                <a:lnTo>
                  <a:pt x="848880" y="379476"/>
                </a:lnTo>
                <a:close/>
              </a:path>
              <a:path w="1736090" h="407035">
                <a:moveTo>
                  <a:pt x="1054620" y="246900"/>
                </a:moveTo>
                <a:lnTo>
                  <a:pt x="1025664" y="217944"/>
                </a:lnTo>
                <a:lnTo>
                  <a:pt x="1007376" y="236232"/>
                </a:lnTo>
                <a:lnTo>
                  <a:pt x="976896" y="236232"/>
                </a:lnTo>
                <a:lnTo>
                  <a:pt x="976896" y="163068"/>
                </a:lnTo>
                <a:lnTo>
                  <a:pt x="1036332" y="163068"/>
                </a:lnTo>
                <a:lnTo>
                  <a:pt x="1027658" y="153924"/>
                </a:lnTo>
                <a:lnTo>
                  <a:pt x="1008900" y="134112"/>
                </a:lnTo>
                <a:lnTo>
                  <a:pt x="989088" y="153924"/>
                </a:lnTo>
                <a:lnTo>
                  <a:pt x="923556" y="153924"/>
                </a:lnTo>
                <a:lnTo>
                  <a:pt x="930694" y="141668"/>
                </a:lnTo>
                <a:lnTo>
                  <a:pt x="938415" y="127825"/>
                </a:lnTo>
                <a:lnTo>
                  <a:pt x="946696" y="112572"/>
                </a:lnTo>
                <a:lnTo>
                  <a:pt x="955560" y="96012"/>
                </a:lnTo>
                <a:lnTo>
                  <a:pt x="1043952" y="96012"/>
                </a:lnTo>
                <a:lnTo>
                  <a:pt x="1033284" y="85344"/>
                </a:lnTo>
                <a:lnTo>
                  <a:pt x="1014996" y="67056"/>
                </a:lnTo>
                <a:lnTo>
                  <a:pt x="996708" y="85344"/>
                </a:lnTo>
                <a:lnTo>
                  <a:pt x="958608" y="85344"/>
                </a:lnTo>
                <a:lnTo>
                  <a:pt x="962037" y="76733"/>
                </a:lnTo>
                <a:lnTo>
                  <a:pt x="981278" y="40957"/>
                </a:lnTo>
                <a:lnTo>
                  <a:pt x="993660" y="30480"/>
                </a:lnTo>
                <a:lnTo>
                  <a:pt x="952512" y="9144"/>
                </a:lnTo>
                <a:lnTo>
                  <a:pt x="939406" y="65443"/>
                </a:lnTo>
                <a:lnTo>
                  <a:pt x="923175" y="115443"/>
                </a:lnTo>
                <a:lnTo>
                  <a:pt x="904074" y="159169"/>
                </a:lnTo>
                <a:lnTo>
                  <a:pt x="882408" y="196608"/>
                </a:lnTo>
                <a:lnTo>
                  <a:pt x="886980" y="199656"/>
                </a:lnTo>
                <a:lnTo>
                  <a:pt x="904125" y="180213"/>
                </a:lnTo>
                <a:lnTo>
                  <a:pt x="911834" y="171361"/>
                </a:lnTo>
                <a:lnTo>
                  <a:pt x="918984" y="163068"/>
                </a:lnTo>
                <a:lnTo>
                  <a:pt x="952512" y="163068"/>
                </a:lnTo>
                <a:lnTo>
                  <a:pt x="952512" y="236232"/>
                </a:lnTo>
                <a:lnTo>
                  <a:pt x="885456" y="236232"/>
                </a:lnTo>
                <a:lnTo>
                  <a:pt x="900696" y="252996"/>
                </a:lnTo>
                <a:lnTo>
                  <a:pt x="910996" y="250113"/>
                </a:lnTo>
                <a:lnTo>
                  <a:pt x="921461" y="248234"/>
                </a:lnTo>
                <a:lnTo>
                  <a:pt x="932192" y="247205"/>
                </a:lnTo>
                <a:lnTo>
                  <a:pt x="943368" y="246900"/>
                </a:lnTo>
                <a:lnTo>
                  <a:pt x="952512" y="246900"/>
                </a:lnTo>
                <a:lnTo>
                  <a:pt x="952512" y="339864"/>
                </a:lnTo>
                <a:lnTo>
                  <a:pt x="951941" y="347814"/>
                </a:lnTo>
                <a:lnTo>
                  <a:pt x="950226" y="355485"/>
                </a:lnTo>
                <a:lnTo>
                  <a:pt x="947369" y="362572"/>
                </a:lnTo>
                <a:lnTo>
                  <a:pt x="943368" y="368820"/>
                </a:lnTo>
                <a:lnTo>
                  <a:pt x="964704" y="391680"/>
                </a:lnTo>
                <a:lnTo>
                  <a:pt x="990231" y="363296"/>
                </a:lnTo>
                <a:lnTo>
                  <a:pt x="1036332" y="324624"/>
                </a:lnTo>
                <a:lnTo>
                  <a:pt x="1033284" y="320040"/>
                </a:lnTo>
                <a:lnTo>
                  <a:pt x="976896" y="349008"/>
                </a:lnTo>
                <a:lnTo>
                  <a:pt x="976896" y="246900"/>
                </a:lnTo>
                <a:lnTo>
                  <a:pt x="1054620" y="246900"/>
                </a:lnTo>
                <a:close/>
              </a:path>
              <a:path w="1736090" h="407035">
                <a:moveTo>
                  <a:pt x="1254264" y="228612"/>
                </a:moveTo>
                <a:lnTo>
                  <a:pt x="1246644" y="220992"/>
                </a:lnTo>
                <a:lnTo>
                  <a:pt x="1229880" y="204228"/>
                </a:lnTo>
                <a:lnTo>
                  <a:pt x="1213116" y="219595"/>
                </a:lnTo>
                <a:lnTo>
                  <a:pt x="1213116" y="231660"/>
                </a:lnTo>
                <a:lnTo>
                  <a:pt x="1213116" y="288048"/>
                </a:lnTo>
                <a:lnTo>
                  <a:pt x="1213116" y="298704"/>
                </a:lnTo>
                <a:lnTo>
                  <a:pt x="1213116" y="361200"/>
                </a:lnTo>
                <a:lnTo>
                  <a:pt x="1100340" y="361200"/>
                </a:lnTo>
                <a:lnTo>
                  <a:pt x="1100340" y="298704"/>
                </a:lnTo>
                <a:lnTo>
                  <a:pt x="1213116" y="298704"/>
                </a:lnTo>
                <a:lnTo>
                  <a:pt x="1213116" y="288048"/>
                </a:lnTo>
                <a:lnTo>
                  <a:pt x="1100340" y="288048"/>
                </a:lnTo>
                <a:lnTo>
                  <a:pt x="1100340" y="231660"/>
                </a:lnTo>
                <a:lnTo>
                  <a:pt x="1213116" y="231660"/>
                </a:lnTo>
                <a:lnTo>
                  <a:pt x="1213116" y="219595"/>
                </a:lnTo>
                <a:lnTo>
                  <a:pt x="1211592" y="220992"/>
                </a:lnTo>
                <a:lnTo>
                  <a:pt x="1101864" y="220992"/>
                </a:lnTo>
                <a:lnTo>
                  <a:pt x="1074432" y="205752"/>
                </a:lnTo>
                <a:lnTo>
                  <a:pt x="1075321" y="231660"/>
                </a:lnTo>
                <a:lnTo>
                  <a:pt x="1075766" y="255854"/>
                </a:lnTo>
                <a:lnTo>
                  <a:pt x="1075931" y="280543"/>
                </a:lnTo>
                <a:lnTo>
                  <a:pt x="1075804" y="349008"/>
                </a:lnTo>
                <a:lnTo>
                  <a:pt x="1075753" y="355485"/>
                </a:lnTo>
                <a:lnTo>
                  <a:pt x="1075309" y="380238"/>
                </a:lnTo>
                <a:lnTo>
                  <a:pt x="1074432" y="405384"/>
                </a:lnTo>
                <a:lnTo>
                  <a:pt x="1100340" y="394716"/>
                </a:lnTo>
                <a:lnTo>
                  <a:pt x="1100340" y="371868"/>
                </a:lnTo>
                <a:lnTo>
                  <a:pt x="1213116" y="371868"/>
                </a:lnTo>
                <a:lnTo>
                  <a:pt x="1213116" y="399288"/>
                </a:lnTo>
                <a:lnTo>
                  <a:pt x="1240548" y="390156"/>
                </a:lnTo>
                <a:lnTo>
                  <a:pt x="1239723" y="371868"/>
                </a:lnTo>
                <a:lnTo>
                  <a:pt x="1239418" y="365264"/>
                </a:lnTo>
                <a:lnTo>
                  <a:pt x="1239304" y="361200"/>
                </a:lnTo>
                <a:lnTo>
                  <a:pt x="1238453" y="331673"/>
                </a:lnTo>
                <a:lnTo>
                  <a:pt x="1237907" y="298704"/>
                </a:lnTo>
                <a:lnTo>
                  <a:pt x="1237754" y="288048"/>
                </a:lnTo>
                <a:lnTo>
                  <a:pt x="1237500" y="237756"/>
                </a:lnTo>
                <a:lnTo>
                  <a:pt x="1248676" y="231660"/>
                </a:lnTo>
                <a:lnTo>
                  <a:pt x="1254264" y="228612"/>
                </a:lnTo>
                <a:close/>
              </a:path>
              <a:path w="1736090" h="407035">
                <a:moveTo>
                  <a:pt x="1292364" y="176784"/>
                </a:moveTo>
                <a:lnTo>
                  <a:pt x="1261884" y="146304"/>
                </a:lnTo>
                <a:lnTo>
                  <a:pt x="1242072" y="167640"/>
                </a:lnTo>
                <a:lnTo>
                  <a:pt x="1210068" y="167640"/>
                </a:lnTo>
                <a:lnTo>
                  <a:pt x="1210068" y="92964"/>
                </a:lnTo>
                <a:lnTo>
                  <a:pt x="1274076" y="92964"/>
                </a:lnTo>
                <a:lnTo>
                  <a:pt x="1248168" y="64008"/>
                </a:lnTo>
                <a:lnTo>
                  <a:pt x="1231404" y="82296"/>
                </a:lnTo>
                <a:lnTo>
                  <a:pt x="1210068" y="82296"/>
                </a:lnTo>
                <a:lnTo>
                  <a:pt x="1210068" y="32004"/>
                </a:lnTo>
                <a:lnTo>
                  <a:pt x="1220736" y="21336"/>
                </a:lnTo>
                <a:lnTo>
                  <a:pt x="1184160" y="6096"/>
                </a:lnTo>
                <a:lnTo>
                  <a:pt x="1185037" y="20370"/>
                </a:lnTo>
                <a:lnTo>
                  <a:pt x="1185443" y="36385"/>
                </a:lnTo>
                <a:lnTo>
                  <a:pt x="1185570" y="47421"/>
                </a:lnTo>
                <a:lnTo>
                  <a:pt x="1185684" y="82296"/>
                </a:lnTo>
                <a:lnTo>
                  <a:pt x="1185684" y="92964"/>
                </a:lnTo>
                <a:lnTo>
                  <a:pt x="1185684" y="167640"/>
                </a:lnTo>
                <a:lnTo>
                  <a:pt x="1126248" y="167640"/>
                </a:lnTo>
                <a:lnTo>
                  <a:pt x="1126248" y="92964"/>
                </a:lnTo>
                <a:lnTo>
                  <a:pt x="1185684" y="92964"/>
                </a:lnTo>
                <a:lnTo>
                  <a:pt x="1185684" y="82296"/>
                </a:lnTo>
                <a:lnTo>
                  <a:pt x="1126248" y="82296"/>
                </a:lnTo>
                <a:lnTo>
                  <a:pt x="1126248" y="27432"/>
                </a:lnTo>
                <a:lnTo>
                  <a:pt x="1136916" y="18288"/>
                </a:lnTo>
                <a:lnTo>
                  <a:pt x="1100340" y="3048"/>
                </a:lnTo>
                <a:lnTo>
                  <a:pt x="1101217" y="18224"/>
                </a:lnTo>
                <a:lnTo>
                  <a:pt x="1101674" y="37909"/>
                </a:lnTo>
                <a:lnTo>
                  <a:pt x="1101750" y="47421"/>
                </a:lnTo>
                <a:lnTo>
                  <a:pt x="1101864" y="82296"/>
                </a:lnTo>
                <a:lnTo>
                  <a:pt x="1050048" y="82296"/>
                </a:lnTo>
                <a:lnTo>
                  <a:pt x="1066812" y="97536"/>
                </a:lnTo>
                <a:lnTo>
                  <a:pt x="1075931" y="95542"/>
                </a:lnTo>
                <a:lnTo>
                  <a:pt x="1084910" y="94107"/>
                </a:lnTo>
                <a:lnTo>
                  <a:pt x="1093597" y="93256"/>
                </a:lnTo>
                <a:lnTo>
                  <a:pt x="1101864" y="92964"/>
                </a:lnTo>
                <a:lnTo>
                  <a:pt x="1101864" y="167640"/>
                </a:lnTo>
                <a:lnTo>
                  <a:pt x="1034808" y="167640"/>
                </a:lnTo>
                <a:lnTo>
                  <a:pt x="1050048" y="182880"/>
                </a:lnTo>
                <a:lnTo>
                  <a:pt x="1060348" y="180644"/>
                </a:lnTo>
                <a:lnTo>
                  <a:pt x="1070813" y="178689"/>
                </a:lnTo>
                <a:lnTo>
                  <a:pt x="1081544" y="177317"/>
                </a:lnTo>
                <a:lnTo>
                  <a:pt x="1092720" y="176784"/>
                </a:lnTo>
                <a:lnTo>
                  <a:pt x="1292364" y="176784"/>
                </a:lnTo>
                <a:close/>
              </a:path>
              <a:path w="1736090" h="407035">
                <a:moveTo>
                  <a:pt x="1472184" y="315468"/>
                </a:moveTo>
                <a:lnTo>
                  <a:pt x="1470660" y="307848"/>
                </a:lnTo>
                <a:lnTo>
                  <a:pt x="1431493" y="321551"/>
                </a:lnTo>
                <a:lnTo>
                  <a:pt x="1396174" y="332803"/>
                </a:lnTo>
                <a:lnTo>
                  <a:pt x="1364576" y="341503"/>
                </a:lnTo>
                <a:lnTo>
                  <a:pt x="1336548" y="347472"/>
                </a:lnTo>
                <a:lnTo>
                  <a:pt x="1356360" y="379476"/>
                </a:lnTo>
                <a:lnTo>
                  <a:pt x="1400556" y="348996"/>
                </a:lnTo>
                <a:lnTo>
                  <a:pt x="1453070" y="323710"/>
                </a:lnTo>
                <a:lnTo>
                  <a:pt x="1472184" y="315468"/>
                </a:lnTo>
                <a:close/>
              </a:path>
              <a:path w="1736090" h="407035">
                <a:moveTo>
                  <a:pt x="1482852" y="111252"/>
                </a:moveTo>
                <a:lnTo>
                  <a:pt x="1452372" y="89916"/>
                </a:lnTo>
                <a:lnTo>
                  <a:pt x="1446707" y="108204"/>
                </a:lnTo>
                <a:lnTo>
                  <a:pt x="1440751" y="124968"/>
                </a:lnTo>
                <a:lnTo>
                  <a:pt x="1434592" y="139217"/>
                </a:lnTo>
                <a:lnTo>
                  <a:pt x="1427988" y="150876"/>
                </a:lnTo>
                <a:lnTo>
                  <a:pt x="1360932" y="155448"/>
                </a:lnTo>
                <a:lnTo>
                  <a:pt x="1374965" y="131445"/>
                </a:lnTo>
                <a:lnTo>
                  <a:pt x="1387411" y="109728"/>
                </a:lnTo>
                <a:lnTo>
                  <a:pt x="1408176" y="73152"/>
                </a:lnTo>
                <a:lnTo>
                  <a:pt x="1436471" y="37363"/>
                </a:lnTo>
                <a:lnTo>
                  <a:pt x="1444752" y="32004"/>
                </a:lnTo>
                <a:lnTo>
                  <a:pt x="1409700" y="9144"/>
                </a:lnTo>
                <a:lnTo>
                  <a:pt x="1396746" y="47053"/>
                </a:lnTo>
                <a:lnTo>
                  <a:pt x="1374648" y="97536"/>
                </a:lnTo>
                <a:lnTo>
                  <a:pt x="1350454" y="140017"/>
                </a:lnTo>
                <a:lnTo>
                  <a:pt x="1331976" y="153924"/>
                </a:lnTo>
                <a:lnTo>
                  <a:pt x="1348740" y="184404"/>
                </a:lnTo>
                <a:lnTo>
                  <a:pt x="1359319" y="176961"/>
                </a:lnTo>
                <a:lnTo>
                  <a:pt x="1375029" y="170497"/>
                </a:lnTo>
                <a:lnTo>
                  <a:pt x="1395895" y="164909"/>
                </a:lnTo>
                <a:lnTo>
                  <a:pt x="1421892" y="160020"/>
                </a:lnTo>
                <a:lnTo>
                  <a:pt x="1405013" y="188023"/>
                </a:lnTo>
                <a:lnTo>
                  <a:pt x="1379245" y="226885"/>
                </a:lnTo>
                <a:lnTo>
                  <a:pt x="1346504" y="256819"/>
                </a:lnTo>
                <a:lnTo>
                  <a:pt x="1339596" y="259080"/>
                </a:lnTo>
                <a:lnTo>
                  <a:pt x="1359408" y="294132"/>
                </a:lnTo>
                <a:lnTo>
                  <a:pt x="1398841" y="273177"/>
                </a:lnTo>
                <a:lnTo>
                  <a:pt x="1444180" y="259080"/>
                </a:lnTo>
                <a:lnTo>
                  <a:pt x="1478280" y="249936"/>
                </a:lnTo>
                <a:lnTo>
                  <a:pt x="1476756" y="243840"/>
                </a:lnTo>
                <a:lnTo>
                  <a:pt x="1456715" y="247294"/>
                </a:lnTo>
                <a:lnTo>
                  <a:pt x="1432941" y="250888"/>
                </a:lnTo>
                <a:lnTo>
                  <a:pt x="1373124" y="259080"/>
                </a:lnTo>
                <a:lnTo>
                  <a:pt x="1397660" y="226580"/>
                </a:lnTo>
                <a:lnTo>
                  <a:pt x="1418463" y="197929"/>
                </a:lnTo>
                <a:lnTo>
                  <a:pt x="1435277" y="173570"/>
                </a:lnTo>
                <a:lnTo>
                  <a:pt x="1443913" y="160020"/>
                </a:lnTo>
                <a:lnTo>
                  <a:pt x="1446834" y="155448"/>
                </a:lnTo>
                <a:lnTo>
                  <a:pt x="1458429" y="137401"/>
                </a:lnTo>
                <a:lnTo>
                  <a:pt x="1467612" y="124587"/>
                </a:lnTo>
                <a:lnTo>
                  <a:pt x="1475663" y="115785"/>
                </a:lnTo>
                <a:lnTo>
                  <a:pt x="1482852" y="111252"/>
                </a:lnTo>
                <a:close/>
              </a:path>
              <a:path w="1736090" h="407035">
                <a:moveTo>
                  <a:pt x="1565148" y="281940"/>
                </a:moveTo>
                <a:lnTo>
                  <a:pt x="1531620" y="257556"/>
                </a:lnTo>
                <a:lnTo>
                  <a:pt x="1515618" y="292417"/>
                </a:lnTo>
                <a:lnTo>
                  <a:pt x="1495044" y="326136"/>
                </a:lnTo>
                <a:lnTo>
                  <a:pt x="1469898" y="358711"/>
                </a:lnTo>
                <a:lnTo>
                  <a:pt x="1440180" y="390144"/>
                </a:lnTo>
                <a:lnTo>
                  <a:pt x="1443228" y="394716"/>
                </a:lnTo>
                <a:lnTo>
                  <a:pt x="1467827" y="376389"/>
                </a:lnTo>
                <a:lnTo>
                  <a:pt x="1493710" y="353187"/>
                </a:lnTo>
                <a:lnTo>
                  <a:pt x="1521028" y="324853"/>
                </a:lnTo>
                <a:lnTo>
                  <a:pt x="1549908" y="291084"/>
                </a:lnTo>
                <a:lnTo>
                  <a:pt x="1565148" y="281940"/>
                </a:lnTo>
                <a:close/>
              </a:path>
              <a:path w="1736090" h="407035">
                <a:moveTo>
                  <a:pt x="1629156" y="44196"/>
                </a:moveTo>
                <a:lnTo>
                  <a:pt x="1598472" y="10858"/>
                </a:lnTo>
                <a:lnTo>
                  <a:pt x="1580388" y="0"/>
                </a:lnTo>
                <a:lnTo>
                  <a:pt x="1577340" y="3048"/>
                </a:lnTo>
                <a:lnTo>
                  <a:pt x="1585633" y="17360"/>
                </a:lnTo>
                <a:lnTo>
                  <a:pt x="1592199" y="30670"/>
                </a:lnTo>
                <a:lnTo>
                  <a:pt x="1597063" y="43129"/>
                </a:lnTo>
                <a:lnTo>
                  <a:pt x="1600200" y="54864"/>
                </a:lnTo>
                <a:lnTo>
                  <a:pt x="1600200" y="64008"/>
                </a:lnTo>
                <a:lnTo>
                  <a:pt x="1603248" y="68580"/>
                </a:lnTo>
                <a:lnTo>
                  <a:pt x="1610868" y="68580"/>
                </a:lnTo>
                <a:lnTo>
                  <a:pt x="1615440" y="65532"/>
                </a:lnTo>
                <a:lnTo>
                  <a:pt x="1621536" y="57912"/>
                </a:lnTo>
                <a:lnTo>
                  <a:pt x="1627632" y="51816"/>
                </a:lnTo>
                <a:lnTo>
                  <a:pt x="1629156" y="44196"/>
                </a:lnTo>
                <a:close/>
              </a:path>
              <a:path w="1736090" h="407035">
                <a:moveTo>
                  <a:pt x="1690116" y="158496"/>
                </a:moveTo>
                <a:lnTo>
                  <a:pt x="1662684" y="126492"/>
                </a:lnTo>
                <a:lnTo>
                  <a:pt x="1641348" y="147828"/>
                </a:lnTo>
                <a:lnTo>
                  <a:pt x="1516380" y="147828"/>
                </a:lnTo>
                <a:lnTo>
                  <a:pt x="1531620" y="163068"/>
                </a:lnTo>
                <a:lnTo>
                  <a:pt x="1541932" y="161074"/>
                </a:lnTo>
                <a:lnTo>
                  <a:pt x="1552384" y="159639"/>
                </a:lnTo>
                <a:lnTo>
                  <a:pt x="1563128" y="158788"/>
                </a:lnTo>
                <a:lnTo>
                  <a:pt x="1574292" y="158496"/>
                </a:lnTo>
                <a:lnTo>
                  <a:pt x="1690116" y="158496"/>
                </a:lnTo>
                <a:close/>
              </a:path>
              <a:path w="1736090" h="407035">
                <a:moveTo>
                  <a:pt x="1729740" y="355092"/>
                </a:moveTo>
                <a:lnTo>
                  <a:pt x="1710791" y="316141"/>
                </a:lnTo>
                <a:lnTo>
                  <a:pt x="1671993" y="284187"/>
                </a:lnTo>
                <a:lnTo>
                  <a:pt x="1641348" y="262128"/>
                </a:lnTo>
                <a:lnTo>
                  <a:pt x="1638300" y="268224"/>
                </a:lnTo>
                <a:lnTo>
                  <a:pt x="1652270" y="284137"/>
                </a:lnTo>
                <a:lnTo>
                  <a:pt x="1664589" y="299847"/>
                </a:lnTo>
                <a:lnTo>
                  <a:pt x="1691449" y="343242"/>
                </a:lnTo>
                <a:lnTo>
                  <a:pt x="1706880" y="377952"/>
                </a:lnTo>
                <a:lnTo>
                  <a:pt x="1709928" y="384048"/>
                </a:lnTo>
                <a:lnTo>
                  <a:pt x="1712976" y="387096"/>
                </a:lnTo>
                <a:lnTo>
                  <a:pt x="1719072" y="387096"/>
                </a:lnTo>
                <a:lnTo>
                  <a:pt x="1720596" y="384048"/>
                </a:lnTo>
                <a:lnTo>
                  <a:pt x="1725168" y="377952"/>
                </a:lnTo>
                <a:lnTo>
                  <a:pt x="1728216" y="370332"/>
                </a:lnTo>
                <a:lnTo>
                  <a:pt x="1729740" y="362712"/>
                </a:lnTo>
                <a:lnTo>
                  <a:pt x="1729740" y="355092"/>
                </a:lnTo>
                <a:close/>
              </a:path>
              <a:path w="1736090" h="407035">
                <a:moveTo>
                  <a:pt x="1732788" y="85344"/>
                </a:moveTo>
                <a:lnTo>
                  <a:pt x="1731264" y="83820"/>
                </a:lnTo>
                <a:lnTo>
                  <a:pt x="1720596" y="73152"/>
                </a:lnTo>
                <a:lnTo>
                  <a:pt x="1703832" y="56388"/>
                </a:lnTo>
                <a:lnTo>
                  <a:pt x="1690116" y="73152"/>
                </a:lnTo>
                <a:lnTo>
                  <a:pt x="1527048" y="73152"/>
                </a:lnTo>
                <a:lnTo>
                  <a:pt x="1525524" y="54864"/>
                </a:lnTo>
                <a:lnTo>
                  <a:pt x="1517904" y="54864"/>
                </a:lnTo>
                <a:lnTo>
                  <a:pt x="1504403" y="98806"/>
                </a:lnTo>
                <a:lnTo>
                  <a:pt x="1488948" y="118872"/>
                </a:lnTo>
                <a:lnTo>
                  <a:pt x="1487424" y="124968"/>
                </a:lnTo>
                <a:lnTo>
                  <a:pt x="1490472" y="126492"/>
                </a:lnTo>
                <a:lnTo>
                  <a:pt x="1493520" y="129540"/>
                </a:lnTo>
                <a:lnTo>
                  <a:pt x="1498092" y="131064"/>
                </a:lnTo>
                <a:lnTo>
                  <a:pt x="1504188" y="131064"/>
                </a:lnTo>
                <a:lnTo>
                  <a:pt x="1508760" y="129540"/>
                </a:lnTo>
                <a:lnTo>
                  <a:pt x="1513332" y="129540"/>
                </a:lnTo>
                <a:lnTo>
                  <a:pt x="1528000" y="102108"/>
                </a:lnTo>
                <a:lnTo>
                  <a:pt x="1527886" y="93535"/>
                </a:lnTo>
                <a:lnTo>
                  <a:pt x="1527048" y="83820"/>
                </a:lnTo>
                <a:lnTo>
                  <a:pt x="1691640" y="83820"/>
                </a:lnTo>
                <a:lnTo>
                  <a:pt x="1673352" y="124968"/>
                </a:lnTo>
                <a:lnTo>
                  <a:pt x="1677924" y="129540"/>
                </a:lnTo>
                <a:lnTo>
                  <a:pt x="1693354" y="111493"/>
                </a:lnTo>
                <a:lnTo>
                  <a:pt x="1707642" y="98298"/>
                </a:lnTo>
                <a:lnTo>
                  <a:pt x="1720786" y="89687"/>
                </a:lnTo>
                <a:lnTo>
                  <a:pt x="1732788" y="85344"/>
                </a:lnTo>
                <a:close/>
              </a:path>
              <a:path w="1736090" h="407035">
                <a:moveTo>
                  <a:pt x="1735836" y="224028"/>
                </a:moveTo>
                <a:lnTo>
                  <a:pt x="1705356" y="193548"/>
                </a:lnTo>
                <a:lnTo>
                  <a:pt x="1680972" y="213360"/>
                </a:lnTo>
                <a:lnTo>
                  <a:pt x="1484376" y="213360"/>
                </a:lnTo>
                <a:lnTo>
                  <a:pt x="1501140" y="230124"/>
                </a:lnTo>
                <a:lnTo>
                  <a:pt x="1510576" y="227253"/>
                </a:lnTo>
                <a:lnTo>
                  <a:pt x="1520571" y="225361"/>
                </a:lnTo>
                <a:lnTo>
                  <a:pt x="1531150" y="224345"/>
                </a:lnTo>
                <a:lnTo>
                  <a:pt x="1542288" y="224028"/>
                </a:lnTo>
                <a:lnTo>
                  <a:pt x="1595628" y="224028"/>
                </a:lnTo>
                <a:lnTo>
                  <a:pt x="1595628" y="362712"/>
                </a:lnTo>
                <a:lnTo>
                  <a:pt x="1592580" y="367284"/>
                </a:lnTo>
                <a:lnTo>
                  <a:pt x="1586484" y="367284"/>
                </a:lnTo>
                <a:lnTo>
                  <a:pt x="1578749" y="367030"/>
                </a:lnTo>
                <a:lnTo>
                  <a:pt x="1530096" y="364236"/>
                </a:lnTo>
                <a:lnTo>
                  <a:pt x="1530096" y="370332"/>
                </a:lnTo>
                <a:lnTo>
                  <a:pt x="1552105" y="376910"/>
                </a:lnTo>
                <a:lnTo>
                  <a:pt x="1567815" y="385191"/>
                </a:lnTo>
                <a:lnTo>
                  <a:pt x="1577251" y="395198"/>
                </a:lnTo>
                <a:lnTo>
                  <a:pt x="1580388" y="406908"/>
                </a:lnTo>
                <a:lnTo>
                  <a:pt x="1598371" y="399719"/>
                </a:lnTo>
                <a:lnTo>
                  <a:pt x="1619135" y="367284"/>
                </a:lnTo>
                <a:lnTo>
                  <a:pt x="1620012" y="224028"/>
                </a:lnTo>
                <a:lnTo>
                  <a:pt x="1735836" y="22402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" name="object 40"/>
          <p:cNvSpPr/>
          <p:nvPr/>
        </p:nvSpPr>
        <p:spPr>
          <a:xfrm>
            <a:off x="7920215" y="3451872"/>
            <a:ext cx="824865" cy="408940"/>
          </a:xfrm>
          <a:custGeom>
            <a:avLst/>
            <a:gdLst/>
            <a:ahLst/>
            <a:cxnLst/>
            <a:rect l="l" t="t" r="r" b="b"/>
            <a:pathLst>
              <a:path w="824865" h="408939">
                <a:moveTo>
                  <a:pt x="374904" y="59436"/>
                </a:moveTo>
                <a:lnTo>
                  <a:pt x="364248" y="48768"/>
                </a:lnTo>
                <a:lnTo>
                  <a:pt x="339864" y="24384"/>
                </a:lnTo>
                <a:lnTo>
                  <a:pt x="315468" y="48768"/>
                </a:lnTo>
                <a:lnTo>
                  <a:pt x="115824" y="48768"/>
                </a:lnTo>
                <a:lnTo>
                  <a:pt x="129552" y="32004"/>
                </a:lnTo>
                <a:lnTo>
                  <a:pt x="146316" y="24384"/>
                </a:lnTo>
                <a:lnTo>
                  <a:pt x="112776" y="0"/>
                </a:lnTo>
                <a:lnTo>
                  <a:pt x="86423" y="49720"/>
                </a:lnTo>
                <a:lnTo>
                  <a:pt x="59804" y="87122"/>
                </a:lnTo>
                <a:lnTo>
                  <a:pt x="22606" y="125361"/>
                </a:lnTo>
                <a:lnTo>
                  <a:pt x="0" y="144780"/>
                </a:lnTo>
                <a:lnTo>
                  <a:pt x="4572" y="149352"/>
                </a:lnTo>
                <a:lnTo>
                  <a:pt x="31724" y="132511"/>
                </a:lnTo>
                <a:lnTo>
                  <a:pt x="58293" y="111823"/>
                </a:lnTo>
                <a:lnTo>
                  <a:pt x="84302" y="87414"/>
                </a:lnTo>
                <a:lnTo>
                  <a:pt x="109728" y="59436"/>
                </a:lnTo>
                <a:lnTo>
                  <a:pt x="374904" y="59436"/>
                </a:lnTo>
                <a:close/>
              </a:path>
              <a:path w="824865" h="408939">
                <a:moveTo>
                  <a:pt x="393192" y="373380"/>
                </a:moveTo>
                <a:lnTo>
                  <a:pt x="344906" y="371043"/>
                </a:lnTo>
                <a:lnTo>
                  <a:pt x="300621" y="363855"/>
                </a:lnTo>
                <a:lnTo>
                  <a:pt x="260324" y="351510"/>
                </a:lnTo>
                <a:lnTo>
                  <a:pt x="224040" y="333756"/>
                </a:lnTo>
                <a:lnTo>
                  <a:pt x="242582" y="320040"/>
                </a:lnTo>
                <a:lnTo>
                  <a:pt x="243700" y="319201"/>
                </a:lnTo>
                <a:lnTo>
                  <a:pt x="263664" y="303085"/>
                </a:lnTo>
                <a:lnTo>
                  <a:pt x="283616" y="285534"/>
                </a:lnTo>
                <a:lnTo>
                  <a:pt x="303288" y="266700"/>
                </a:lnTo>
                <a:lnTo>
                  <a:pt x="320052" y="259080"/>
                </a:lnTo>
                <a:lnTo>
                  <a:pt x="318528" y="257556"/>
                </a:lnTo>
                <a:lnTo>
                  <a:pt x="307860" y="246888"/>
                </a:lnTo>
                <a:lnTo>
                  <a:pt x="292620" y="231648"/>
                </a:lnTo>
                <a:lnTo>
                  <a:pt x="277368" y="246888"/>
                </a:lnTo>
                <a:lnTo>
                  <a:pt x="275856" y="246888"/>
                </a:lnTo>
                <a:lnTo>
                  <a:pt x="275856" y="257556"/>
                </a:lnTo>
                <a:lnTo>
                  <a:pt x="256730" y="276098"/>
                </a:lnTo>
                <a:lnTo>
                  <a:pt x="238328" y="292798"/>
                </a:lnTo>
                <a:lnTo>
                  <a:pt x="220776" y="307479"/>
                </a:lnTo>
                <a:lnTo>
                  <a:pt x="204228" y="320040"/>
                </a:lnTo>
                <a:lnTo>
                  <a:pt x="187363" y="306844"/>
                </a:lnTo>
                <a:lnTo>
                  <a:pt x="171081" y="292227"/>
                </a:lnTo>
                <a:lnTo>
                  <a:pt x="155359" y="275882"/>
                </a:lnTo>
                <a:lnTo>
                  <a:pt x="142735" y="260604"/>
                </a:lnTo>
                <a:lnTo>
                  <a:pt x="140220" y="257556"/>
                </a:lnTo>
                <a:lnTo>
                  <a:pt x="275856" y="257556"/>
                </a:lnTo>
                <a:lnTo>
                  <a:pt x="275856" y="246888"/>
                </a:lnTo>
                <a:lnTo>
                  <a:pt x="141744" y="246888"/>
                </a:lnTo>
                <a:lnTo>
                  <a:pt x="149364" y="237744"/>
                </a:lnTo>
                <a:lnTo>
                  <a:pt x="163080" y="231648"/>
                </a:lnTo>
                <a:lnTo>
                  <a:pt x="131076" y="213360"/>
                </a:lnTo>
                <a:lnTo>
                  <a:pt x="286524" y="213360"/>
                </a:lnTo>
                <a:lnTo>
                  <a:pt x="286524" y="224028"/>
                </a:lnTo>
                <a:lnTo>
                  <a:pt x="313956" y="213360"/>
                </a:lnTo>
                <a:lnTo>
                  <a:pt x="313207" y="204216"/>
                </a:lnTo>
                <a:lnTo>
                  <a:pt x="313067" y="202514"/>
                </a:lnTo>
                <a:lnTo>
                  <a:pt x="312623" y="190690"/>
                </a:lnTo>
                <a:lnTo>
                  <a:pt x="312445" y="177990"/>
                </a:lnTo>
                <a:lnTo>
                  <a:pt x="312432" y="160020"/>
                </a:lnTo>
                <a:lnTo>
                  <a:pt x="312432" y="149352"/>
                </a:lnTo>
                <a:lnTo>
                  <a:pt x="312432" y="114300"/>
                </a:lnTo>
                <a:lnTo>
                  <a:pt x="322592" y="108204"/>
                </a:lnTo>
                <a:lnTo>
                  <a:pt x="327672" y="105156"/>
                </a:lnTo>
                <a:lnTo>
                  <a:pt x="318617" y="97536"/>
                </a:lnTo>
                <a:lnTo>
                  <a:pt x="298704" y="80772"/>
                </a:lnTo>
                <a:lnTo>
                  <a:pt x="286524" y="92964"/>
                </a:lnTo>
                <a:lnTo>
                  <a:pt x="286524" y="108204"/>
                </a:lnTo>
                <a:lnTo>
                  <a:pt x="286524" y="149352"/>
                </a:lnTo>
                <a:lnTo>
                  <a:pt x="286524" y="160020"/>
                </a:lnTo>
                <a:lnTo>
                  <a:pt x="286524" y="204216"/>
                </a:lnTo>
                <a:lnTo>
                  <a:pt x="118884" y="204216"/>
                </a:lnTo>
                <a:lnTo>
                  <a:pt x="118884" y="160020"/>
                </a:lnTo>
                <a:lnTo>
                  <a:pt x="286524" y="160020"/>
                </a:lnTo>
                <a:lnTo>
                  <a:pt x="286524" y="149352"/>
                </a:lnTo>
                <a:lnTo>
                  <a:pt x="118884" y="149352"/>
                </a:lnTo>
                <a:lnTo>
                  <a:pt x="118884" y="108204"/>
                </a:lnTo>
                <a:lnTo>
                  <a:pt x="286524" y="108204"/>
                </a:lnTo>
                <a:lnTo>
                  <a:pt x="286524" y="92964"/>
                </a:lnTo>
                <a:lnTo>
                  <a:pt x="281952" y="97536"/>
                </a:lnTo>
                <a:lnTo>
                  <a:pt x="118884" y="97536"/>
                </a:lnTo>
                <a:lnTo>
                  <a:pt x="91440" y="83820"/>
                </a:lnTo>
                <a:lnTo>
                  <a:pt x="92329" y="102108"/>
                </a:lnTo>
                <a:lnTo>
                  <a:pt x="92773" y="120396"/>
                </a:lnTo>
                <a:lnTo>
                  <a:pt x="92887" y="132511"/>
                </a:lnTo>
                <a:lnTo>
                  <a:pt x="92773" y="195072"/>
                </a:lnTo>
                <a:lnTo>
                  <a:pt x="92329" y="213969"/>
                </a:lnTo>
                <a:lnTo>
                  <a:pt x="91440" y="233172"/>
                </a:lnTo>
                <a:lnTo>
                  <a:pt x="118884" y="219456"/>
                </a:lnTo>
                <a:lnTo>
                  <a:pt x="118884" y="213360"/>
                </a:lnTo>
                <a:lnTo>
                  <a:pt x="129552" y="213360"/>
                </a:lnTo>
                <a:lnTo>
                  <a:pt x="112966" y="247078"/>
                </a:lnTo>
                <a:lnTo>
                  <a:pt x="90678" y="279654"/>
                </a:lnTo>
                <a:lnTo>
                  <a:pt x="62674" y="311086"/>
                </a:lnTo>
                <a:lnTo>
                  <a:pt x="28956" y="341376"/>
                </a:lnTo>
                <a:lnTo>
                  <a:pt x="30480" y="345948"/>
                </a:lnTo>
                <a:lnTo>
                  <a:pt x="60134" y="326821"/>
                </a:lnTo>
                <a:lnTo>
                  <a:pt x="87058" y="306133"/>
                </a:lnTo>
                <a:lnTo>
                  <a:pt x="110858" y="284010"/>
                </a:lnTo>
                <a:lnTo>
                  <a:pt x="131076" y="260604"/>
                </a:lnTo>
                <a:lnTo>
                  <a:pt x="143903" y="279654"/>
                </a:lnTo>
                <a:lnTo>
                  <a:pt x="157556" y="298132"/>
                </a:lnTo>
                <a:lnTo>
                  <a:pt x="172008" y="315671"/>
                </a:lnTo>
                <a:lnTo>
                  <a:pt x="187464" y="332232"/>
                </a:lnTo>
                <a:lnTo>
                  <a:pt x="151765" y="352780"/>
                </a:lnTo>
                <a:lnTo>
                  <a:pt x="108775" y="370903"/>
                </a:lnTo>
                <a:lnTo>
                  <a:pt x="58661" y="386448"/>
                </a:lnTo>
                <a:lnTo>
                  <a:pt x="1524" y="399288"/>
                </a:lnTo>
                <a:lnTo>
                  <a:pt x="1524" y="406908"/>
                </a:lnTo>
                <a:lnTo>
                  <a:pt x="56375" y="399732"/>
                </a:lnTo>
                <a:lnTo>
                  <a:pt x="108775" y="387286"/>
                </a:lnTo>
                <a:lnTo>
                  <a:pt x="158623" y="369392"/>
                </a:lnTo>
                <a:lnTo>
                  <a:pt x="205752" y="345948"/>
                </a:lnTo>
                <a:lnTo>
                  <a:pt x="241198" y="367423"/>
                </a:lnTo>
                <a:lnTo>
                  <a:pt x="279095" y="384048"/>
                </a:lnTo>
                <a:lnTo>
                  <a:pt x="319544" y="396087"/>
                </a:lnTo>
                <a:lnTo>
                  <a:pt x="362724" y="403860"/>
                </a:lnTo>
                <a:lnTo>
                  <a:pt x="368122" y="394716"/>
                </a:lnTo>
                <a:lnTo>
                  <a:pt x="375107" y="387858"/>
                </a:lnTo>
                <a:lnTo>
                  <a:pt x="383501" y="383286"/>
                </a:lnTo>
                <a:lnTo>
                  <a:pt x="393192" y="381000"/>
                </a:lnTo>
                <a:lnTo>
                  <a:pt x="393192" y="373380"/>
                </a:lnTo>
                <a:close/>
              </a:path>
              <a:path w="824865" h="408939">
                <a:moveTo>
                  <a:pt x="586752" y="288023"/>
                </a:moveTo>
                <a:lnTo>
                  <a:pt x="553224" y="259067"/>
                </a:lnTo>
                <a:lnTo>
                  <a:pt x="532091" y="292506"/>
                </a:lnTo>
                <a:lnTo>
                  <a:pt x="505409" y="324218"/>
                </a:lnTo>
                <a:lnTo>
                  <a:pt x="473278" y="354228"/>
                </a:lnTo>
                <a:lnTo>
                  <a:pt x="435876" y="382511"/>
                </a:lnTo>
                <a:lnTo>
                  <a:pt x="438924" y="387083"/>
                </a:lnTo>
                <a:lnTo>
                  <a:pt x="469214" y="371919"/>
                </a:lnTo>
                <a:lnTo>
                  <a:pt x="500646" y="351459"/>
                </a:lnTo>
                <a:lnTo>
                  <a:pt x="533222" y="325577"/>
                </a:lnTo>
                <a:lnTo>
                  <a:pt x="566940" y="294119"/>
                </a:lnTo>
                <a:lnTo>
                  <a:pt x="586752" y="288023"/>
                </a:lnTo>
                <a:close/>
              </a:path>
              <a:path w="824865" h="408939">
                <a:moveTo>
                  <a:pt x="806208" y="353555"/>
                </a:moveTo>
                <a:lnTo>
                  <a:pt x="779627" y="316890"/>
                </a:lnTo>
                <a:lnTo>
                  <a:pt x="724763" y="289458"/>
                </a:lnTo>
                <a:lnTo>
                  <a:pt x="682764" y="269735"/>
                </a:lnTo>
                <a:lnTo>
                  <a:pt x="678192" y="275831"/>
                </a:lnTo>
                <a:lnTo>
                  <a:pt x="714235" y="300939"/>
                </a:lnTo>
                <a:lnTo>
                  <a:pt x="742581" y="323456"/>
                </a:lnTo>
                <a:lnTo>
                  <a:pt x="763485" y="343128"/>
                </a:lnTo>
                <a:lnTo>
                  <a:pt x="777252" y="359651"/>
                </a:lnTo>
                <a:lnTo>
                  <a:pt x="784440" y="368782"/>
                </a:lnTo>
                <a:lnTo>
                  <a:pt x="790206" y="375462"/>
                </a:lnTo>
                <a:lnTo>
                  <a:pt x="794816" y="379590"/>
                </a:lnTo>
                <a:lnTo>
                  <a:pt x="798588" y="380987"/>
                </a:lnTo>
                <a:lnTo>
                  <a:pt x="800112" y="380987"/>
                </a:lnTo>
                <a:lnTo>
                  <a:pt x="801611" y="377990"/>
                </a:lnTo>
                <a:lnTo>
                  <a:pt x="803135" y="371919"/>
                </a:lnTo>
                <a:lnTo>
                  <a:pt x="804684" y="364223"/>
                </a:lnTo>
                <a:lnTo>
                  <a:pt x="806208" y="358127"/>
                </a:lnTo>
                <a:lnTo>
                  <a:pt x="806208" y="353555"/>
                </a:lnTo>
                <a:close/>
              </a:path>
              <a:path w="824865" h="408939">
                <a:moveTo>
                  <a:pt x="822972" y="234683"/>
                </a:moveTo>
                <a:lnTo>
                  <a:pt x="812304" y="224015"/>
                </a:lnTo>
                <a:lnTo>
                  <a:pt x="786396" y="198107"/>
                </a:lnTo>
                <a:lnTo>
                  <a:pt x="760488" y="224015"/>
                </a:lnTo>
                <a:lnTo>
                  <a:pt x="646188" y="224015"/>
                </a:lnTo>
                <a:lnTo>
                  <a:pt x="646188" y="185915"/>
                </a:lnTo>
                <a:lnTo>
                  <a:pt x="662952" y="173723"/>
                </a:lnTo>
                <a:lnTo>
                  <a:pt x="617232" y="153911"/>
                </a:lnTo>
                <a:lnTo>
                  <a:pt x="619328" y="193725"/>
                </a:lnTo>
                <a:lnTo>
                  <a:pt x="620001" y="210299"/>
                </a:lnTo>
                <a:lnTo>
                  <a:pt x="620280" y="225539"/>
                </a:lnTo>
                <a:lnTo>
                  <a:pt x="448068" y="225539"/>
                </a:lnTo>
                <a:lnTo>
                  <a:pt x="463308" y="242303"/>
                </a:lnTo>
                <a:lnTo>
                  <a:pt x="472948" y="239433"/>
                </a:lnTo>
                <a:lnTo>
                  <a:pt x="483311" y="237540"/>
                </a:lnTo>
                <a:lnTo>
                  <a:pt x="493953" y="236524"/>
                </a:lnTo>
                <a:lnTo>
                  <a:pt x="504456" y="236207"/>
                </a:lnTo>
                <a:lnTo>
                  <a:pt x="620280" y="236207"/>
                </a:lnTo>
                <a:lnTo>
                  <a:pt x="620280" y="361175"/>
                </a:lnTo>
                <a:lnTo>
                  <a:pt x="615708" y="367271"/>
                </a:lnTo>
                <a:lnTo>
                  <a:pt x="606564" y="367271"/>
                </a:lnTo>
                <a:lnTo>
                  <a:pt x="597674" y="366725"/>
                </a:lnTo>
                <a:lnTo>
                  <a:pt x="586943" y="365175"/>
                </a:lnTo>
                <a:lnTo>
                  <a:pt x="574192" y="362775"/>
                </a:lnTo>
                <a:lnTo>
                  <a:pt x="559320" y="359651"/>
                </a:lnTo>
                <a:lnTo>
                  <a:pt x="559320" y="368795"/>
                </a:lnTo>
                <a:lnTo>
                  <a:pt x="580440" y="377990"/>
                </a:lnTo>
                <a:lnTo>
                  <a:pt x="595706" y="387464"/>
                </a:lnTo>
                <a:lnTo>
                  <a:pt x="604964" y="397522"/>
                </a:lnTo>
                <a:lnTo>
                  <a:pt x="608088" y="408419"/>
                </a:lnTo>
                <a:lnTo>
                  <a:pt x="622388" y="402209"/>
                </a:lnTo>
                <a:lnTo>
                  <a:pt x="633425" y="392988"/>
                </a:lnTo>
                <a:lnTo>
                  <a:pt x="641299" y="381203"/>
                </a:lnTo>
                <a:lnTo>
                  <a:pt x="646188" y="367271"/>
                </a:lnTo>
                <a:lnTo>
                  <a:pt x="646188" y="236207"/>
                </a:lnTo>
                <a:lnTo>
                  <a:pt x="646188" y="234683"/>
                </a:lnTo>
                <a:lnTo>
                  <a:pt x="822972" y="234683"/>
                </a:lnTo>
                <a:close/>
              </a:path>
              <a:path w="824865" h="408939">
                <a:moveTo>
                  <a:pt x="824496" y="161531"/>
                </a:moveTo>
                <a:lnTo>
                  <a:pt x="803922" y="123431"/>
                </a:lnTo>
                <a:lnTo>
                  <a:pt x="801636" y="100571"/>
                </a:lnTo>
                <a:lnTo>
                  <a:pt x="795540" y="100571"/>
                </a:lnTo>
                <a:lnTo>
                  <a:pt x="793610" y="139801"/>
                </a:lnTo>
                <a:lnTo>
                  <a:pt x="774204" y="166103"/>
                </a:lnTo>
                <a:lnTo>
                  <a:pt x="728484" y="166103"/>
                </a:lnTo>
                <a:lnTo>
                  <a:pt x="718502" y="165201"/>
                </a:lnTo>
                <a:lnTo>
                  <a:pt x="711530" y="162293"/>
                </a:lnTo>
                <a:lnTo>
                  <a:pt x="707694" y="157111"/>
                </a:lnTo>
                <a:lnTo>
                  <a:pt x="707148" y="149339"/>
                </a:lnTo>
                <a:lnTo>
                  <a:pt x="707148" y="70091"/>
                </a:lnTo>
                <a:lnTo>
                  <a:pt x="711060" y="67043"/>
                </a:lnTo>
                <a:lnTo>
                  <a:pt x="720864" y="59423"/>
                </a:lnTo>
                <a:lnTo>
                  <a:pt x="694956" y="38087"/>
                </a:lnTo>
                <a:lnTo>
                  <a:pt x="681240" y="56375"/>
                </a:lnTo>
                <a:lnTo>
                  <a:pt x="601992" y="59423"/>
                </a:lnTo>
                <a:lnTo>
                  <a:pt x="603135" y="51739"/>
                </a:lnTo>
                <a:lnTo>
                  <a:pt x="604189" y="45237"/>
                </a:lnTo>
                <a:lnTo>
                  <a:pt x="605421" y="38646"/>
                </a:lnTo>
                <a:lnTo>
                  <a:pt x="606564" y="33515"/>
                </a:lnTo>
                <a:lnTo>
                  <a:pt x="606564" y="25895"/>
                </a:lnTo>
                <a:lnTo>
                  <a:pt x="611136" y="21323"/>
                </a:lnTo>
                <a:lnTo>
                  <a:pt x="617232" y="18275"/>
                </a:lnTo>
                <a:lnTo>
                  <a:pt x="579132" y="1511"/>
                </a:lnTo>
                <a:lnTo>
                  <a:pt x="578497" y="44754"/>
                </a:lnTo>
                <a:lnTo>
                  <a:pt x="487692" y="63995"/>
                </a:lnTo>
                <a:lnTo>
                  <a:pt x="502932" y="77711"/>
                </a:lnTo>
                <a:lnTo>
                  <a:pt x="576084" y="71615"/>
                </a:lnTo>
                <a:lnTo>
                  <a:pt x="561771" y="114719"/>
                </a:lnTo>
                <a:lnTo>
                  <a:pt x="534746" y="152387"/>
                </a:lnTo>
                <a:lnTo>
                  <a:pt x="494855" y="184353"/>
                </a:lnTo>
                <a:lnTo>
                  <a:pt x="441972" y="210299"/>
                </a:lnTo>
                <a:lnTo>
                  <a:pt x="443496" y="216395"/>
                </a:lnTo>
                <a:lnTo>
                  <a:pt x="494487" y="198843"/>
                </a:lnTo>
                <a:lnTo>
                  <a:pt x="535838" y="175437"/>
                </a:lnTo>
                <a:lnTo>
                  <a:pt x="567372" y="146177"/>
                </a:lnTo>
                <a:lnTo>
                  <a:pt x="588962" y="111061"/>
                </a:lnTo>
                <a:lnTo>
                  <a:pt x="600036" y="71615"/>
                </a:lnTo>
                <a:lnTo>
                  <a:pt x="600468" y="70091"/>
                </a:lnTo>
                <a:lnTo>
                  <a:pt x="682764" y="67043"/>
                </a:lnTo>
                <a:lnTo>
                  <a:pt x="682764" y="158483"/>
                </a:lnTo>
                <a:lnTo>
                  <a:pt x="684758" y="170472"/>
                </a:lnTo>
                <a:lnTo>
                  <a:pt x="690765" y="178866"/>
                </a:lnTo>
                <a:lnTo>
                  <a:pt x="700760" y="183565"/>
                </a:lnTo>
                <a:lnTo>
                  <a:pt x="714768" y="184391"/>
                </a:lnTo>
                <a:lnTo>
                  <a:pt x="792492" y="184391"/>
                </a:lnTo>
                <a:lnTo>
                  <a:pt x="802208" y="182968"/>
                </a:lnTo>
                <a:lnTo>
                  <a:pt x="810780" y="178676"/>
                </a:lnTo>
                <a:lnTo>
                  <a:pt x="818210" y="171538"/>
                </a:lnTo>
                <a:lnTo>
                  <a:pt x="821613" y="166103"/>
                </a:lnTo>
                <a:lnTo>
                  <a:pt x="824496" y="16153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" name="object 41"/>
          <p:cNvSpPr/>
          <p:nvPr/>
        </p:nvSpPr>
        <p:spPr>
          <a:xfrm>
            <a:off x="8833103" y="3451859"/>
            <a:ext cx="356870" cy="402590"/>
          </a:xfrm>
          <a:custGeom>
            <a:avLst/>
            <a:gdLst/>
            <a:ahLst/>
            <a:cxnLst/>
            <a:rect l="l" t="t" r="r" b="b"/>
            <a:pathLst>
              <a:path w="356870" h="402589">
                <a:moveTo>
                  <a:pt x="54864" y="89916"/>
                </a:moveTo>
                <a:lnTo>
                  <a:pt x="44196" y="89916"/>
                </a:lnTo>
                <a:lnTo>
                  <a:pt x="51554" y="62793"/>
                </a:lnTo>
                <a:lnTo>
                  <a:pt x="57340" y="38671"/>
                </a:lnTo>
                <a:lnTo>
                  <a:pt x="61126" y="17692"/>
                </a:lnTo>
                <a:lnTo>
                  <a:pt x="62484" y="0"/>
                </a:lnTo>
                <a:lnTo>
                  <a:pt x="100584" y="21336"/>
                </a:lnTo>
                <a:lnTo>
                  <a:pt x="91725" y="29051"/>
                </a:lnTo>
                <a:lnTo>
                  <a:pt x="81153" y="43053"/>
                </a:lnTo>
                <a:lnTo>
                  <a:pt x="68865" y="63341"/>
                </a:lnTo>
                <a:lnTo>
                  <a:pt x="54864" y="89916"/>
                </a:lnTo>
                <a:close/>
              </a:path>
              <a:path w="356870" h="402589">
                <a:moveTo>
                  <a:pt x="147828" y="192024"/>
                </a:moveTo>
                <a:lnTo>
                  <a:pt x="143256" y="187452"/>
                </a:lnTo>
                <a:lnTo>
                  <a:pt x="160377" y="160615"/>
                </a:lnTo>
                <a:lnTo>
                  <a:pt x="175069" y="135064"/>
                </a:lnTo>
                <a:lnTo>
                  <a:pt x="196596" y="88392"/>
                </a:lnTo>
                <a:lnTo>
                  <a:pt x="211836" y="44958"/>
                </a:lnTo>
                <a:lnTo>
                  <a:pt x="222503" y="1524"/>
                </a:lnTo>
                <a:lnTo>
                  <a:pt x="260603" y="24384"/>
                </a:lnTo>
                <a:lnTo>
                  <a:pt x="252864" y="32361"/>
                </a:lnTo>
                <a:lnTo>
                  <a:pt x="243268" y="47053"/>
                </a:lnTo>
                <a:lnTo>
                  <a:pt x="231671" y="68318"/>
                </a:lnTo>
                <a:lnTo>
                  <a:pt x="217932" y="96012"/>
                </a:lnTo>
                <a:lnTo>
                  <a:pt x="350520" y="96012"/>
                </a:lnTo>
                <a:lnTo>
                  <a:pt x="356616" y="102108"/>
                </a:lnTo>
                <a:lnTo>
                  <a:pt x="350901" y="106680"/>
                </a:lnTo>
                <a:lnTo>
                  <a:pt x="214884" y="106680"/>
                </a:lnTo>
                <a:lnTo>
                  <a:pt x="198834" y="130730"/>
                </a:lnTo>
                <a:lnTo>
                  <a:pt x="182499" y="152781"/>
                </a:lnTo>
                <a:lnTo>
                  <a:pt x="165592" y="173116"/>
                </a:lnTo>
                <a:lnTo>
                  <a:pt x="147828" y="192024"/>
                </a:lnTo>
                <a:close/>
              </a:path>
              <a:path w="356870" h="402589">
                <a:moveTo>
                  <a:pt x="146304" y="89916"/>
                </a:moveTo>
                <a:lnTo>
                  <a:pt x="111252" y="89916"/>
                </a:lnTo>
                <a:lnTo>
                  <a:pt x="129540" y="73152"/>
                </a:lnTo>
                <a:lnTo>
                  <a:pt x="146304" y="89916"/>
                </a:lnTo>
                <a:close/>
              </a:path>
              <a:path w="356870" h="402589">
                <a:moveTo>
                  <a:pt x="0" y="397764"/>
                </a:moveTo>
                <a:lnTo>
                  <a:pt x="834" y="359664"/>
                </a:lnTo>
                <a:lnTo>
                  <a:pt x="935" y="352615"/>
                </a:lnTo>
                <a:lnTo>
                  <a:pt x="1333" y="316992"/>
                </a:lnTo>
                <a:lnTo>
                  <a:pt x="1423" y="176784"/>
                </a:lnTo>
                <a:lnTo>
                  <a:pt x="1309" y="152781"/>
                </a:lnTo>
                <a:lnTo>
                  <a:pt x="881" y="114704"/>
                </a:lnTo>
                <a:lnTo>
                  <a:pt x="0" y="74676"/>
                </a:lnTo>
                <a:lnTo>
                  <a:pt x="25908" y="89916"/>
                </a:lnTo>
                <a:lnTo>
                  <a:pt x="146304" y="89916"/>
                </a:lnTo>
                <a:lnTo>
                  <a:pt x="155448" y="99060"/>
                </a:lnTo>
                <a:lnTo>
                  <a:pt x="153162" y="100584"/>
                </a:lnTo>
                <a:lnTo>
                  <a:pt x="24384" y="100584"/>
                </a:lnTo>
                <a:lnTo>
                  <a:pt x="24384" y="211836"/>
                </a:lnTo>
                <a:lnTo>
                  <a:pt x="137509" y="211836"/>
                </a:lnTo>
                <a:lnTo>
                  <a:pt x="137586" y="222504"/>
                </a:lnTo>
                <a:lnTo>
                  <a:pt x="24384" y="222504"/>
                </a:lnTo>
                <a:lnTo>
                  <a:pt x="24384" y="344424"/>
                </a:lnTo>
                <a:lnTo>
                  <a:pt x="139258" y="344424"/>
                </a:lnTo>
                <a:lnTo>
                  <a:pt x="139305" y="346850"/>
                </a:lnTo>
                <a:lnTo>
                  <a:pt x="139544" y="355092"/>
                </a:lnTo>
                <a:lnTo>
                  <a:pt x="24384" y="355092"/>
                </a:lnTo>
                <a:lnTo>
                  <a:pt x="24384" y="384048"/>
                </a:lnTo>
                <a:lnTo>
                  <a:pt x="0" y="397764"/>
                </a:lnTo>
                <a:close/>
              </a:path>
              <a:path w="356870" h="402589">
                <a:moveTo>
                  <a:pt x="350520" y="96012"/>
                </a:moveTo>
                <a:lnTo>
                  <a:pt x="310896" y="96012"/>
                </a:lnTo>
                <a:lnTo>
                  <a:pt x="330708" y="76200"/>
                </a:lnTo>
                <a:lnTo>
                  <a:pt x="350520" y="96012"/>
                </a:lnTo>
                <a:close/>
              </a:path>
              <a:path w="356870" h="402589">
                <a:moveTo>
                  <a:pt x="137509" y="211836"/>
                </a:moveTo>
                <a:lnTo>
                  <a:pt x="115824" y="211836"/>
                </a:lnTo>
                <a:lnTo>
                  <a:pt x="115824" y="100584"/>
                </a:lnTo>
                <a:lnTo>
                  <a:pt x="153162" y="100584"/>
                </a:lnTo>
                <a:lnTo>
                  <a:pt x="137160" y="111252"/>
                </a:lnTo>
                <a:lnTo>
                  <a:pt x="137271" y="160615"/>
                </a:lnTo>
                <a:lnTo>
                  <a:pt x="137390" y="195333"/>
                </a:lnTo>
                <a:lnTo>
                  <a:pt x="137509" y="211836"/>
                </a:lnTo>
                <a:close/>
              </a:path>
              <a:path w="356870" h="402589">
                <a:moveTo>
                  <a:pt x="327778" y="359664"/>
                </a:moveTo>
                <a:lnTo>
                  <a:pt x="283464" y="359664"/>
                </a:lnTo>
                <a:lnTo>
                  <a:pt x="292631" y="357925"/>
                </a:lnTo>
                <a:lnTo>
                  <a:pt x="299656" y="352615"/>
                </a:lnTo>
                <a:lnTo>
                  <a:pt x="309252" y="305562"/>
                </a:lnTo>
                <a:lnTo>
                  <a:pt x="311086" y="259842"/>
                </a:lnTo>
                <a:lnTo>
                  <a:pt x="313205" y="193548"/>
                </a:lnTo>
                <a:lnTo>
                  <a:pt x="315467" y="106680"/>
                </a:lnTo>
                <a:lnTo>
                  <a:pt x="350901" y="106680"/>
                </a:lnTo>
                <a:lnTo>
                  <a:pt x="341376" y="114300"/>
                </a:lnTo>
                <a:lnTo>
                  <a:pt x="339547" y="188719"/>
                </a:lnTo>
                <a:lnTo>
                  <a:pt x="337718" y="249167"/>
                </a:lnTo>
                <a:lnTo>
                  <a:pt x="335889" y="295570"/>
                </a:lnTo>
                <a:lnTo>
                  <a:pt x="334060" y="327855"/>
                </a:lnTo>
                <a:lnTo>
                  <a:pt x="332232" y="345948"/>
                </a:lnTo>
                <a:lnTo>
                  <a:pt x="328497" y="357925"/>
                </a:lnTo>
                <a:lnTo>
                  <a:pt x="327778" y="359664"/>
                </a:lnTo>
                <a:close/>
              </a:path>
              <a:path w="356870" h="402589">
                <a:moveTo>
                  <a:pt x="231648" y="269748"/>
                </a:moveTo>
                <a:lnTo>
                  <a:pt x="230124" y="269748"/>
                </a:lnTo>
                <a:lnTo>
                  <a:pt x="226956" y="268295"/>
                </a:lnTo>
                <a:lnTo>
                  <a:pt x="224218" y="263842"/>
                </a:lnTo>
                <a:lnTo>
                  <a:pt x="221765" y="256246"/>
                </a:lnTo>
                <a:lnTo>
                  <a:pt x="219456" y="245364"/>
                </a:lnTo>
                <a:lnTo>
                  <a:pt x="214907" y="228219"/>
                </a:lnTo>
                <a:lnTo>
                  <a:pt x="208216" y="211074"/>
                </a:lnTo>
                <a:lnTo>
                  <a:pt x="199524" y="193929"/>
                </a:lnTo>
                <a:lnTo>
                  <a:pt x="188976" y="176784"/>
                </a:lnTo>
                <a:lnTo>
                  <a:pt x="192024" y="172212"/>
                </a:lnTo>
                <a:lnTo>
                  <a:pt x="224980" y="199644"/>
                </a:lnTo>
                <a:lnTo>
                  <a:pt x="246888" y="234696"/>
                </a:lnTo>
                <a:lnTo>
                  <a:pt x="246888" y="248412"/>
                </a:lnTo>
                <a:lnTo>
                  <a:pt x="245364" y="254508"/>
                </a:lnTo>
                <a:lnTo>
                  <a:pt x="236220" y="266700"/>
                </a:lnTo>
                <a:lnTo>
                  <a:pt x="231648" y="269748"/>
                </a:lnTo>
                <a:close/>
              </a:path>
              <a:path w="356870" h="402589">
                <a:moveTo>
                  <a:pt x="139258" y="344424"/>
                </a:moveTo>
                <a:lnTo>
                  <a:pt x="115824" y="344424"/>
                </a:lnTo>
                <a:lnTo>
                  <a:pt x="115824" y="222504"/>
                </a:lnTo>
                <a:lnTo>
                  <a:pt x="137586" y="222504"/>
                </a:lnTo>
                <a:lnTo>
                  <a:pt x="137793" y="251435"/>
                </a:lnTo>
                <a:lnTo>
                  <a:pt x="138493" y="305562"/>
                </a:lnTo>
                <a:lnTo>
                  <a:pt x="139258" y="344424"/>
                </a:lnTo>
                <a:close/>
              </a:path>
              <a:path w="356870" h="402589">
                <a:moveTo>
                  <a:pt x="278891" y="402336"/>
                </a:moveTo>
                <a:lnTo>
                  <a:pt x="271772" y="388596"/>
                </a:lnTo>
                <a:lnTo>
                  <a:pt x="259651" y="376999"/>
                </a:lnTo>
                <a:lnTo>
                  <a:pt x="242673" y="367403"/>
                </a:lnTo>
                <a:lnTo>
                  <a:pt x="220979" y="359664"/>
                </a:lnTo>
                <a:lnTo>
                  <a:pt x="220979" y="352044"/>
                </a:lnTo>
                <a:lnTo>
                  <a:pt x="241244" y="355163"/>
                </a:lnTo>
                <a:lnTo>
                  <a:pt x="258508" y="357568"/>
                </a:lnTo>
                <a:lnTo>
                  <a:pt x="272629" y="359116"/>
                </a:lnTo>
                <a:lnTo>
                  <a:pt x="283464" y="359664"/>
                </a:lnTo>
                <a:lnTo>
                  <a:pt x="327778" y="359664"/>
                </a:lnTo>
                <a:lnTo>
                  <a:pt x="324231" y="368236"/>
                </a:lnTo>
                <a:lnTo>
                  <a:pt x="289670" y="397764"/>
                </a:lnTo>
                <a:lnTo>
                  <a:pt x="278891" y="402336"/>
                </a:lnTo>
                <a:close/>
              </a:path>
              <a:path w="356870" h="402589">
                <a:moveTo>
                  <a:pt x="115824" y="391668"/>
                </a:moveTo>
                <a:lnTo>
                  <a:pt x="115824" y="355092"/>
                </a:lnTo>
                <a:lnTo>
                  <a:pt x="139544" y="355092"/>
                </a:lnTo>
                <a:lnTo>
                  <a:pt x="140208" y="377952"/>
                </a:lnTo>
                <a:lnTo>
                  <a:pt x="115824" y="39166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" name="object 42"/>
          <p:cNvSpPr/>
          <p:nvPr/>
        </p:nvSpPr>
        <p:spPr>
          <a:xfrm>
            <a:off x="9244583" y="3450335"/>
            <a:ext cx="407034" cy="408940"/>
          </a:xfrm>
          <a:custGeom>
            <a:avLst/>
            <a:gdLst/>
            <a:ahLst/>
            <a:cxnLst/>
            <a:rect l="l" t="t" r="r" b="b"/>
            <a:pathLst>
              <a:path w="407034" h="408939">
                <a:moveTo>
                  <a:pt x="217932" y="51816"/>
                </a:moveTo>
                <a:lnTo>
                  <a:pt x="193548" y="51816"/>
                </a:lnTo>
                <a:lnTo>
                  <a:pt x="193459" y="32004"/>
                </a:lnTo>
                <a:lnTo>
                  <a:pt x="193357" y="23622"/>
                </a:lnTo>
                <a:lnTo>
                  <a:pt x="192905" y="11096"/>
                </a:lnTo>
                <a:lnTo>
                  <a:pt x="192024" y="0"/>
                </a:lnTo>
                <a:lnTo>
                  <a:pt x="233172" y="19812"/>
                </a:lnTo>
                <a:lnTo>
                  <a:pt x="217932" y="32004"/>
                </a:lnTo>
                <a:lnTo>
                  <a:pt x="217932" y="51816"/>
                </a:lnTo>
                <a:close/>
              </a:path>
              <a:path w="407034" h="408939">
                <a:moveTo>
                  <a:pt x="30480" y="68580"/>
                </a:moveTo>
                <a:lnTo>
                  <a:pt x="15240" y="51816"/>
                </a:lnTo>
                <a:lnTo>
                  <a:pt x="335280" y="51816"/>
                </a:lnTo>
                <a:lnTo>
                  <a:pt x="362712" y="25908"/>
                </a:lnTo>
                <a:lnTo>
                  <a:pt x="399288" y="62484"/>
                </a:lnTo>
                <a:lnTo>
                  <a:pt x="71628" y="62484"/>
                </a:lnTo>
                <a:lnTo>
                  <a:pt x="60483" y="62793"/>
                </a:lnTo>
                <a:lnTo>
                  <a:pt x="49911" y="63817"/>
                </a:lnTo>
                <a:lnTo>
                  <a:pt x="39909" y="65698"/>
                </a:lnTo>
                <a:lnTo>
                  <a:pt x="30480" y="68580"/>
                </a:lnTo>
                <a:close/>
              </a:path>
              <a:path w="407034" h="408939">
                <a:moveTo>
                  <a:pt x="217932" y="99060"/>
                </a:moveTo>
                <a:lnTo>
                  <a:pt x="193548" y="99060"/>
                </a:lnTo>
                <a:lnTo>
                  <a:pt x="193548" y="62484"/>
                </a:lnTo>
                <a:lnTo>
                  <a:pt x="217932" y="62484"/>
                </a:lnTo>
                <a:lnTo>
                  <a:pt x="217932" y="99060"/>
                </a:lnTo>
                <a:close/>
              </a:path>
              <a:path w="407034" h="408939">
                <a:moveTo>
                  <a:pt x="339969" y="99060"/>
                </a:moveTo>
                <a:lnTo>
                  <a:pt x="306324" y="99060"/>
                </a:lnTo>
                <a:lnTo>
                  <a:pt x="320040" y="83820"/>
                </a:lnTo>
                <a:lnTo>
                  <a:pt x="339969" y="99060"/>
                </a:lnTo>
                <a:close/>
              </a:path>
              <a:path w="407034" h="408939">
                <a:moveTo>
                  <a:pt x="80772" y="185928"/>
                </a:moveTo>
                <a:lnTo>
                  <a:pt x="81653" y="172783"/>
                </a:lnTo>
                <a:lnTo>
                  <a:pt x="82105" y="160782"/>
                </a:lnTo>
                <a:lnTo>
                  <a:pt x="82147" y="158019"/>
                </a:lnTo>
                <a:lnTo>
                  <a:pt x="82268" y="130587"/>
                </a:lnTo>
                <a:lnTo>
                  <a:pt x="82105" y="118872"/>
                </a:lnTo>
                <a:lnTo>
                  <a:pt x="81653" y="104632"/>
                </a:lnTo>
                <a:lnTo>
                  <a:pt x="80772" y="88392"/>
                </a:lnTo>
                <a:lnTo>
                  <a:pt x="106680" y="99060"/>
                </a:lnTo>
                <a:lnTo>
                  <a:pt x="339969" y="99060"/>
                </a:lnTo>
                <a:lnTo>
                  <a:pt x="345948" y="103632"/>
                </a:lnTo>
                <a:lnTo>
                  <a:pt x="338110" y="109728"/>
                </a:lnTo>
                <a:lnTo>
                  <a:pt x="105156" y="109728"/>
                </a:lnTo>
                <a:lnTo>
                  <a:pt x="105156" y="156972"/>
                </a:lnTo>
                <a:lnTo>
                  <a:pt x="333475" y="156972"/>
                </a:lnTo>
                <a:lnTo>
                  <a:pt x="333576" y="160782"/>
                </a:lnTo>
                <a:lnTo>
                  <a:pt x="333723" y="167640"/>
                </a:lnTo>
                <a:lnTo>
                  <a:pt x="105156" y="167640"/>
                </a:lnTo>
                <a:lnTo>
                  <a:pt x="105156" y="176784"/>
                </a:lnTo>
                <a:lnTo>
                  <a:pt x="80772" y="185928"/>
                </a:lnTo>
                <a:close/>
              </a:path>
              <a:path w="407034" h="408939">
                <a:moveTo>
                  <a:pt x="217932" y="156972"/>
                </a:moveTo>
                <a:lnTo>
                  <a:pt x="193548" y="156972"/>
                </a:lnTo>
                <a:lnTo>
                  <a:pt x="193548" y="109728"/>
                </a:lnTo>
                <a:lnTo>
                  <a:pt x="217932" y="109728"/>
                </a:lnTo>
                <a:lnTo>
                  <a:pt x="217932" y="156972"/>
                </a:lnTo>
                <a:close/>
              </a:path>
              <a:path w="407034" h="408939">
                <a:moveTo>
                  <a:pt x="333475" y="156972"/>
                </a:moveTo>
                <a:lnTo>
                  <a:pt x="307848" y="156972"/>
                </a:lnTo>
                <a:lnTo>
                  <a:pt x="307848" y="109728"/>
                </a:lnTo>
                <a:lnTo>
                  <a:pt x="338110" y="109728"/>
                </a:lnTo>
                <a:lnTo>
                  <a:pt x="332232" y="114300"/>
                </a:lnTo>
                <a:lnTo>
                  <a:pt x="332478" y="130825"/>
                </a:lnTo>
                <a:lnTo>
                  <a:pt x="332994" y="145161"/>
                </a:lnTo>
                <a:lnTo>
                  <a:pt x="333475" y="156972"/>
                </a:lnTo>
                <a:close/>
              </a:path>
              <a:path w="407034" h="408939">
                <a:moveTo>
                  <a:pt x="217932" y="202692"/>
                </a:moveTo>
                <a:lnTo>
                  <a:pt x="193548" y="202692"/>
                </a:lnTo>
                <a:lnTo>
                  <a:pt x="193548" y="167640"/>
                </a:lnTo>
                <a:lnTo>
                  <a:pt x="217932" y="167640"/>
                </a:lnTo>
                <a:lnTo>
                  <a:pt x="217932" y="202692"/>
                </a:lnTo>
                <a:close/>
              </a:path>
              <a:path w="407034" h="408939">
                <a:moveTo>
                  <a:pt x="307848" y="181356"/>
                </a:moveTo>
                <a:lnTo>
                  <a:pt x="307848" y="167640"/>
                </a:lnTo>
                <a:lnTo>
                  <a:pt x="333723" y="167640"/>
                </a:lnTo>
                <a:lnTo>
                  <a:pt x="333756" y="169164"/>
                </a:lnTo>
                <a:lnTo>
                  <a:pt x="307848" y="181356"/>
                </a:lnTo>
                <a:close/>
              </a:path>
              <a:path w="407034" h="408939">
                <a:moveTo>
                  <a:pt x="71628" y="219456"/>
                </a:moveTo>
                <a:lnTo>
                  <a:pt x="56388" y="202692"/>
                </a:lnTo>
                <a:lnTo>
                  <a:pt x="304800" y="202692"/>
                </a:lnTo>
                <a:lnTo>
                  <a:pt x="318516" y="185928"/>
                </a:lnTo>
                <a:lnTo>
                  <a:pt x="347472" y="208788"/>
                </a:lnTo>
                <a:lnTo>
                  <a:pt x="340940" y="213360"/>
                </a:lnTo>
                <a:lnTo>
                  <a:pt x="114300" y="213360"/>
                </a:lnTo>
                <a:lnTo>
                  <a:pt x="103131" y="213669"/>
                </a:lnTo>
                <a:lnTo>
                  <a:pt x="92392" y="214693"/>
                </a:lnTo>
                <a:lnTo>
                  <a:pt x="81938" y="216574"/>
                </a:lnTo>
                <a:lnTo>
                  <a:pt x="71628" y="219456"/>
                </a:lnTo>
                <a:close/>
              </a:path>
              <a:path w="407034" h="408939">
                <a:moveTo>
                  <a:pt x="217932" y="256032"/>
                </a:moveTo>
                <a:lnTo>
                  <a:pt x="193548" y="256032"/>
                </a:lnTo>
                <a:lnTo>
                  <a:pt x="193548" y="213360"/>
                </a:lnTo>
                <a:lnTo>
                  <a:pt x="217932" y="213360"/>
                </a:lnTo>
                <a:lnTo>
                  <a:pt x="217932" y="256032"/>
                </a:lnTo>
                <a:close/>
              </a:path>
              <a:path w="407034" h="408939">
                <a:moveTo>
                  <a:pt x="332232" y="256032"/>
                </a:moveTo>
                <a:lnTo>
                  <a:pt x="307848" y="256032"/>
                </a:lnTo>
                <a:lnTo>
                  <a:pt x="307848" y="213360"/>
                </a:lnTo>
                <a:lnTo>
                  <a:pt x="340940" y="213360"/>
                </a:lnTo>
                <a:lnTo>
                  <a:pt x="332232" y="219456"/>
                </a:lnTo>
                <a:lnTo>
                  <a:pt x="332232" y="256032"/>
                </a:lnTo>
                <a:close/>
              </a:path>
              <a:path w="407034" h="408939">
                <a:moveTo>
                  <a:pt x="16764" y="271272"/>
                </a:moveTo>
                <a:lnTo>
                  <a:pt x="0" y="256032"/>
                </a:lnTo>
                <a:lnTo>
                  <a:pt x="347472" y="256032"/>
                </a:lnTo>
                <a:lnTo>
                  <a:pt x="371856" y="231648"/>
                </a:lnTo>
                <a:lnTo>
                  <a:pt x="406908" y="266700"/>
                </a:lnTo>
                <a:lnTo>
                  <a:pt x="57912" y="266700"/>
                </a:lnTo>
                <a:lnTo>
                  <a:pt x="46767" y="266985"/>
                </a:lnTo>
                <a:lnTo>
                  <a:pt x="36195" y="267843"/>
                </a:lnTo>
                <a:lnTo>
                  <a:pt x="26193" y="269271"/>
                </a:lnTo>
                <a:lnTo>
                  <a:pt x="16764" y="271272"/>
                </a:lnTo>
                <a:close/>
              </a:path>
              <a:path w="407034" h="408939">
                <a:moveTo>
                  <a:pt x="217932" y="310896"/>
                </a:moveTo>
                <a:lnTo>
                  <a:pt x="193548" y="310896"/>
                </a:lnTo>
                <a:lnTo>
                  <a:pt x="193548" y="266700"/>
                </a:lnTo>
                <a:lnTo>
                  <a:pt x="217932" y="266700"/>
                </a:lnTo>
                <a:lnTo>
                  <a:pt x="217932" y="310896"/>
                </a:lnTo>
                <a:close/>
              </a:path>
              <a:path w="407034" h="408939">
                <a:moveTo>
                  <a:pt x="70104" y="326136"/>
                </a:moveTo>
                <a:lnTo>
                  <a:pt x="54864" y="310896"/>
                </a:lnTo>
                <a:lnTo>
                  <a:pt x="307848" y="310896"/>
                </a:lnTo>
                <a:lnTo>
                  <a:pt x="307848" y="266700"/>
                </a:lnTo>
                <a:lnTo>
                  <a:pt x="332232" y="266700"/>
                </a:lnTo>
                <a:lnTo>
                  <a:pt x="332232" y="297180"/>
                </a:lnTo>
                <a:lnTo>
                  <a:pt x="332470" y="302895"/>
                </a:lnTo>
                <a:lnTo>
                  <a:pt x="332994" y="310896"/>
                </a:lnTo>
                <a:lnTo>
                  <a:pt x="333525" y="321564"/>
                </a:lnTo>
                <a:lnTo>
                  <a:pt x="111252" y="321564"/>
                </a:lnTo>
                <a:lnTo>
                  <a:pt x="100750" y="321849"/>
                </a:lnTo>
                <a:lnTo>
                  <a:pt x="90106" y="322707"/>
                </a:lnTo>
                <a:lnTo>
                  <a:pt x="79748" y="324135"/>
                </a:lnTo>
                <a:lnTo>
                  <a:pt x="70104" y="326136"/>
                </a:lnTo>
                <a:close/>
              </a:path>
              <a:path w="407034" h="408939">
                <a:moveTo>
                  <a:pt x="217373" y="367617"/>
                </a:moveTo>
                <a:lnTo>
                  <a:pt x="170973" y="367617"/>
                </a:lnTo>
                <a:lnTo>
                  <a:pt x="179832" y="367284"/>
                </a:lnTo>
                <a:lnTo>
                  <a:pt x="185832" y="365855"/>
                </a:lnTo>
                <a:lnTo>
                  <a:pt x="190119" y="361569"/>
                </a:lnTo>
                <a:lnTo>
                  <a:pt x="192690" y="354425"/>
                </a:lnTo>
                <a:lnTo>
                  <a:pt x="193548" y="344424"/>
                </a:lnTo>
                <a:lnTo>
                  <a:pt x="193548" y="321564"/>
                </a:lnTo>
                <a:lnTo>
                  <a:pt x="217932" y="321564"/>
                </a:lnTo>
                <a:lnTo>
                  <a:pt x="217932" y="362712"/>
                </a:lnTo>
                <a:lnTo>
                  <a:pt x="217373" y="367617"/>
                </a:lnTo>
                <a:close/>
              </a:path>
              <a:path w="407034" h="408939">
                <a:moveTo>
                  <a:pt x="307848" y="344424"/>
                </a:moveTo>
                <a:lnTo>
                  <a:pt x="307848" y="321564"/>
                </a:lnTo>
                <a:lnTo>
                  <a:pt x="333525" y="321564"/>
                </a:lnTo>
                <a:lnTo>
                  <a:pt x="333756" y="333756"/>
                </a:lnTo>
                <a:lnTo>
                  <a:pt x="307848" y="344424"/>
                </a:lnTo>
                <a:close/>
              </a:path>
              <a:path w="407034" h="408939">
                <a:moveTo>
                  <a:pt x="178308" y="408432"/>
                </a:moveTo>
                <a:lnTo>
                  <a:pt x="173759" y="396692"/>
                </a:lnTo>
                <a:lnTo>
                  <a:pt x="162496" y="386524"/>
                </a:lnTo>
                <a:lnTo>
                  <a:pt x="144660" y="377785"/>
                </a:lnTo>
                <a:lnTo>
                  <a:pt x="120396" y="370332"/>
                </a:lnTo>
                <a:lnTo>
                  <a:pt x="120396" y="361188"/>
                </a:lnTo>
                <a:lnTo>
                  <a:pt x="141255" y="364283"/>
                </a:lnTo>
                <a:lnTo>
                  <a:pt x="158115" y="366522"/>
                </a:lnTo>
                <a:lnTo>
                  <a:pt x="170973" y="367617"/>
                </a:lnTo>
                <a:lnTo>
                  <a:pt x="217373" y="367617"/>
                </a:lnTo>
                <a:lnTo>
                  <a:pt x="216241" y="377571"/>
                </a:lnTo>
                <a:lnTo>
                  <a:pt x="208978" y="390144"/>
                </a:lnTo>
                <a:lnTo>
                  <a:pt x="196286" y="400431"/>
                </a:lnTo>
                <a:lnTo>
                  <a:pt x="178308" y="40843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" name="object 43"/>
          <p:cNvSpPr/>
          <p:nvPr/>
        </p:nvSpPr>
        <p:spPr>
          <a:xfrm>
            <a:off x="2125979" y="3968496"/>
            <a:ext cx="403860" cy="408940"/>
          </a:xfrm>
          <a:custGeom>
            <a:avLst/>
            <a:gdLst/>
            <a:ahLst/>
            <a:cxnLst/>
            <a:rect l="l" t="t" r="r" b="b"/>
            <a:pathLst>
              <a:path w="403860" h="408939">
                <a:moveTo>
                  <a:pt x="265176" y="62484"/>
                </a:moveTo>
                <a:lnTo>
                  <a:pt x="240791" y="62484"/>
                </a:lnTo>
                <a:lnTo>
                  <a:pt x="240697" y="41148"/>
                </a:lnTo>
                <a:lnTo>
                  <a:pt x="240590" y="32004"/>
                </a:lnTo>
                <a:lnTo>
                  <a:pt x="240149" y="16621"/>
                </a:lnTo>
                <a:lnTo>
                  <a:pt x="239267" y="0"/>
                </a:lnTo>
                <a:lnTo>
                  <a:pt x="280415" y="21336"/>
                </a:lnTo>
                <a:lnTo>
                  <a:pt x="265176" y="32004"/>
                </a:lnTo>
                <a:lnTo>
                  <a:pt x="265176" y="62484"/>
                </a:lnTo>
                <a:close/>
              </a:path>
              <a:path w="403860" h="408939">
                <a:moveTo>
                  <a:pt x="59436" y="408432"/>
                </a:moveTo>
                <a:lnTo>
                  <a:pt x="60983" y="377952"/>
                </a:lnTo>
                <a:lnTo>
                  <a:pt x="61531" y="366331"/>
                </a:lnTo>
                <a:lnTo>
                  <a:pt x="62222" y="346495"/>
                </a:lnTo>
                <a:lnTo>
                  <a:pt x="62484" y="327660"/>
                </a:lnTo>
                <a:lnTo>
                  <a:pt x="62484" y="71628"/>
                </a:lnTo>
                <a:lnTo>
                  <a:pt x="62222" y="54244"/>
                </a:lnTo>
                <a:lnTo>
                  <a:pt x="61531" y="36576"/>
                </a:lnTo>
                <a:lnTo>
                  <a:pt x="60555" y="18907"/>
                </a:lnTo>
                <a:lnTo>
                  <a:pt x="59436" y="1524"/>
                </a:lnTo>
                <a:lnTo>
                  <a:pt x="102108" y="21336"/>
                </a:lnTo>
                <a:lnTo>
                  <a:pt x="86868" y="33528"/>
                </a:lnTo>
                <a:lnTo>
                  <a:pt x="86868" y="80772"/>
                </a:lnTo>
                <a:lnTo>
                  <a:pt x="103179" y="87344"/>
                </a:lnTo>
                <a:lnTo>
                  <a:pt x="105354" y="88392"/>
                </a:lnTo>
                <a:lnTo>
                  <a:pt x="86868" y="88392"/>
                </a:lnTo>
                <a:lnTo>
                  <a:pt x="86928" y="354901"/>
                </a:lnTo>
                <a:lnTo>
                  <a:pt x="87005" y="361807"/>
                </a:lnTo>
                <a:lnTo>
                  <a:pt x="87128" y="368808"/>
                </a:lnTo>
                <a:lnTo>
                  <a:pt x="87510" y="381381"/>
                </a:lnTo>
                <a:lnTo>
                  <a:pt x="88392" y="396240"/>
                </a:lnTo>
                <a:lnTo>
                  <a:pt x="59436" y="408432"/>
                </a:lnTo>
                <a:close/>
              </a:path>
              <a:path w="403860" h="408939">
                <a:moveTo>
                  <a:pt x="149352" y="77724"/>
                </a:moveTo>
                <a:lnTo>
                  <a:pt x="132588" y="62484"/>
                </a:lnTo>
                <a:lnTo>
                  <a:pt x="333756" y="62484"/>
                </a:lnTo>
                <a:lnTo>
                  <a:pt x="353568" y="41148"/>
                </a:lnTo>
                <a:lnTo>
                  <a:pt x="385571" y="73152"/>
                </a:lnTo>
                <a:lnTo>
                  <a:pt x="190500" y="73152"/>
                </a:lnTo>
                <a:lnTo>
                  <a:pt x="179355" y="73437"/>
                </a:lnTo>
                <a:lnTo>
                  <a:pt x="168783" y="74295"/>
                </a:lnTo>
                <a:lnTo>
                  <a:pt x="158781" y="75723"/>
                </a:lnTo>
                <a:lnTo>
                  <a:pt x="149352" y="77724"/>
                </a:lnTo>
                <a:close/>
              </a:path>
              <a:path w="403860" h="408939">
                <a:moveTo>
                  <a:pt x="265176" y="114300"/>
                </a:moveTo>
                <a:lnTo>
                  <a:pt x="240791" y="114300"/>
                </a:lnTo>
                <a:lnTo>
                  <a:pt x="240791" y="73152"/>
                </a:lnTo>
                <a:lnTo>
                  <a:pt x="265176" y="73152"/>
                </a:lnTo>
                <a:lnTo>
                  <a:pt x="265176" y="114300"/>
                </a:lnTo>
                <a:close/>
              </a:path>
              <a:path w="403860" h="408939">
                <a:moveTo>
                  <a:pt x="124968" y="141732"/>
                </a:moveTo>
                <a:lnTo>
                  <a:pt x="118872" y="141732"/>
                </a:lnTo>
                <a:lnTo>
                  <a:pt x="115824" y="137160"/>
                </a:lnTo>
                <a:lnTo>
                  <a:pt x="112776" y="126492"/>
                </a:lnTo>
                <a:lnTo>
                  <a:pt x="107656" y="117324"/>
                </a:lnTo>
                <a:lnTo>
                  <a:pt x="101536" y="108013"/>
                </a:lnTo>
                <a:lnTo>
                  <a:pt x="94559" y="98417"/>
                </a:lnTo>
                <a:lnTo>
                  <a:pt x="86868" y="88392"/>
                </a:lnTo>
                <a:lnTo>
                  <a:pt x="105354" y="88392"/>
                </a:lnTo>
                <a:lnTo>
                  <a:pt x="137160" y="115824"/>
                </a:lnTo>
                <a:lnTo>
                  <a:pt x="135636" y="121920"/>
                </a:lnTo>
                <a:lnTo>
                  <a:pt x="135580" y="128182"/>
                </a:lnTo>
                <a:lnTo>
                  <a:pt x="134112" y="132588"/>
                </a:lnTo>
                <a:lnTo>
                  <a:pt x="124968" y="141732"/>
                </a:lnTo>
                <a:close/>
              </a:path>
              <a:path w="403860" h="408939">
                <a:moveTo>
                  <a:pt x="173736" y="131064"/>
                </a:moveTo>
                <a:lnTo>
                  <a:pt x="156972" y="114300"/>
                </a:lnTo>
                <a:lnTo>
                  <a:pt x="316991" y="114300"/>
                </a:lnTo>
                <a:lnTo>
                  <a:pt x="336804" y="96012"/>
                </a:lnTo>
                <a:lnTo>
                  <a:pt x="365760" y="124968"/>
                </a:lnTo>
                <a:lnTo>
                  <a:pt x="214884" y="124968"/>
                </a:lnTo>
                <a:lnTo>
                  <a:pt x="203739" y="125277"/>
                </a:lnTo>
                <a:lnTo>
                  <a:pt x="193167" y="126301"/>
                </a:lnTo>
                <a:lnTo>
                  <a:pt x="183165" y="128182"/>
                </a:lnTo>
                <a:lnTo>
                  <a:pt x="173736" y="131064"/>
                </a:lnTo>
                <a:close/>
              </a:path>
              <a:path w="403860" h="408939">
                <a:moveTo>
                  <a:pt x="265176" y="169164"/>
                </a:moveTo>
                <a:lnTo>
                  <a:pt x="240791" y="169164"/>
                </a:lnTo>
                <a:lnTo>
                  <a:pt x="240791" y="124968"/>
                </a:lnTo>
                <a:lnTo>
                  <a:pt x="265176" y="124968"/>
                </a:lnTo>
                <a:lnTo>
                  <a:pt x="265176" y="169164"/>
                </a:lnTo>
                <a:close/>
              </a:path>
              <a:path w="403860" h="408939">
                <a:moveTo>
                  <a:pt x="129540" y="184404"/>
                </a:moveTo>
                <a:lnTo>
                  <a:pt x="114300" y="169164"/>
                </a:lnTo>
                <a:lnTo>
                  <a:pt x="352044" y="169164"/>
                </a:lnTo>
                <a:lnTo>
                  <a:pt x="373380" y="147828"/>
                </a:lnTo>
                <a:lnTo>
                  <a:pt x="403860" y="179832"/>
                </a:lnTo>
                <a:lnTo>
                  <a:pt x="172212" y="179832"/>
                </a:lnTo>
                <a:lnTo>
                  <a:pt x="161043" y="180117"/>
                </a:lnTo>
                <a:lnTo>
                  <a:pt x="150304" y="180975"/>
                </a:lnTo>
                <a:lnTo>
                  <a:pt x="139850" y="182403"/>
                </a:lnTo>
                <a:lnTo>
                  <a:pt x="129540" y="184404"/>
                </a:lnTo>
                <a:close/>
              </a:path>
              <a:path w="403860" h="408939">
                <a:moveTo>
                  <a:pt x="353459" y="211836"/>
                </a:moveTo>
                <a:lnTo>
                  <a:pt x="320040" y="211836"/>
                </a:lnTo>
                <a:lnTo>
                  <a:pt x="330708" y="195072"/>
                </a:lnTo>
                <a:lnTo>
                  <a:pt x="353459" y="211836"/>
                </a:lnTo>
                <a:close/>
              </a:path>
              <a:path w="403860" h="408939">
                <a:moveTo>
                  <a:pt x="163068" y="408432"/>
                </a:moveTo>
                <a:lnTo>
                  <a:pt x="163949" y="382452"/>
                </a:lnTo>
                <a:lnTo>
                  <a:pt x="164401" y="354901"/>
                </a:lnTo>
                <a:lnTo>
                  <a:pt x="164513" y="257556"/>
                </a:lnTo>
                <a:lnTo>
                  <a:pt x="164401" y="239839"/>
                </a:lnTo>
                <a:lnTo>
                  <a:pt x="163941" y="216408"/>
                </a:lnTo>
                <a:lnTo>
                  <a:pt x="163068" y="196596"/>
                </a:lnTo>
                <a:lnTo>
                  <a:pt x="187452" y="211836"/>
                </a:lnTo>
                <a:lnTo>
                  <a:pt x="353459" y="211836"/>
                </a:lnTo>
                <a:lnTo>
                  <a:pt x="359664" y="216408"/>
                </a:lnTo>
                <a:lnTo>
                  <a:pt x="351536" y="222504"/>
                </a:lnTo>
                <a:lnTo>
                  <a:pt x="187452" y="222504"/>
                </a:lnTo>
                <a:lnTo>
                  <a:pt x="187452" y="257556"/>
                </a:lnTo>
                <a:lnTo>
                  <a:pt x="347472" y="257556"/>
                </a:lnTo>
                <a:lnTo>
                  <a:pt x="347472" y="268223"/>
                </a:lnTo>
                <a:lnTo>
                  <a:pt x="187452" y="268223"/>
                </a:lnTo>
                <a:lnTo>
                  <a:pt x="187452" y="307847"/>
                </a:lnTo>
                <a:lnTo>
                  <a:pt x="347472" y="307847"/>
                </a:lnTo>
                <a:lnTo>
                  <a:pt x="347472" y="318516"/>
                </a:lnTo>
                <a:lnTo>
                  <a:pt x="187452" y="318516"/>
                </a:lnTo>
                <a:lnTo>
                  <a:pt x="187452" y="396240"/>
                </a:lnTo>
                <a:lnTo>
                  <a:pt x="163068" y="408432"/>
                </a:lnTo>
                <a:close/>
              </a:path>
              <a:path w="403860" h="408939">
                <a:moveTo>
                  <a:pt x="347472" y="257556"/>
                </a:moveTo>
                <a:lnTo>
                  <a:pt x="323088" y="257556"/>
                </a:lnTo>
                <a:lnTo>
                  <a:pt x="323088" y="222504"/>
                </a:lnTo>
                <a:lnTo>
                  <a:pt x="351536" y="222504"/>
                </a:lnTo>
                <a:lnTo>
                  <a:pt x="347472" y="225552"/>
                </a:lnTo>
                <a:lnTo>
                  <a:pt x="347472" y="257556"/>
                </a:lnTo>
                <a:close/>
              </a:path>
              <a:path w="403860" h="408939">
                <a:moveTo>
                  <a:pt x="347472" y="307847"/>
                </a:moveTo>
                <a:lnTo>
                  <a:pt x="323088" y="307847"/>
                </a:lnTo>
                <a:lnTo>
                  <a:pt x="323088" y="268223"/>
                </a:lnTo>
                <a:lnTo>
                  <a:pt x="347472" y="268223"/>
                </a:lnTo>
                <a:lnTo>
                  <a:pt x="347472" y="307847"/>
                </a:lnTo>
                <a:close/>
              </a:path>
              <a:path w="403860" h="408939">
                <a:moveTo>
                  <a:pt x="345969" y="373380"/>
                </a:moveTo>
                <a:lnTo>
                  <a:pt x="309372" y="373380"/>
                </a:lnTo>
                <a:lnTo>
                  <a:pt x="316230" y="371998"/>
                </a:lnTo>
                <a:lnTo>
                  <a:pt x="320802" y="368046"/>
                </a:lnTo>
                <a:lnTo>
                  <a:pt x="323088" y="361807"/>
                </a:lnTo>
                <a:lnTo>
                  <a:pt x="323088" y="318516"/>
                </a:lnTo>
                <a:lnTo>
                  <a:pt x="347472" y="318516"/>
                </a:lnTo>
                <a:lnTo>
                  <a:pt x="347395" y="361807"/>
                </a:lnTo>
                <a:lnTo>
                  <a:pt x="345969" y="373380"/>
                </a:lnTo>
                <a:close/>
              </a:path>
              <a:path w="403860" h="408939">
                <a:moveTo>
                  <a:pt x="310896" y="408432"/>
                </a:moveTo>
                <a:lnTo>
                  <a:pt x="308919" y="400454"/>
                </a:lnTo>
                <a:lnTo>
                  <a:pt x="300799" y="392620"/>
                </a:lnTo>
                <a:lnTo>
                  <a:pt x="286678" y="385071"/>
                </a:lnTo>
                <a:lnTo>
                  <a:pt x="266700" y="377952"/>
                </a:lnTo>
                <a:lnTo>
                  <a:pt x="266700" y="368808"/>
                </a:lnTo>
                <a:lnTo>
                  <a:pt x="279582" y="370808"/>
                </a:lnTo>
                <a:lnTo>
                  <a:pt x="290893" y="372237"/>
                </a:lnTo>
                <a:lnTo>
                  <a:pt x="300775" y="373094"/>
                </a:lnTo>
                <a:lnTo>
                  <a:pt x="309372" y="373380"/>
                </a:lnTo>
                <a:lnTo>
                  <a:pt x="345969" y="373380"/>
                </a:lnTo>
                <a:lnTo>
                  <a:pt x="345400" y="377999"/>
                </a:lnTo>
                <a:lnTo>
                  <a:pt x="338899" y="391668"/>
                </a:lnTo>
                <a:lnTo>
                  <a:pt x="327540" y="401907"/>
                </a:lnTo>
                <a:lnTo>
                  <a:pt x="310896" y="408432"/>
                </a:lnTo>
                <a:close/>
              </a:path>
              <a:path w="403860" h="408939">
                <a:moveTo>
                  <a:pt x="19812" y="185928"/>
                </a:moveTo>
                <a:lnTo>
                  <a:pt x="6096" y="185928"/>
                </a:lnTo>
                <a:lnTo>
                  <a:pt x="0" y="179832"/>
                </a:lnTo>
                <a:lnTo>
                  <a:pt x="0" y="175260"/>
                </a:lnTo>
                <a:lnTo>
                  <a:pt x="1524" y="169164"/>
                </a:lnTo>
                <a:lnTo>
                  <a:pt x="7620" y="161544"/>
                </a:lnTo>
                <a:lnTo>
                  <a:pt x="14168" y="151566"/>
                </a:lnTo>
                <a:lnTo>
                  <a:pt x="20002" y="137731"/>
                </a:lnTo>
                <a:lnTo>
                  <a:pt x="24979" y="120181"/>
                </a:lnTo>
                <a:lnTo>
                  <a:pt x="28956" y="99060"/>
                </a:lnTo>
                <a:lnTo>
                  <a:pt x="35052" y="99060"/>
                </a:lnTo>
                <a:lnTo>
                  <a:pt x="37671" y="121943"/>
                </a:lnTo>
                <a:lnTo>
                  <a:pt x="38862" y="140398"/>
                </a:lnTo>
                <a:lnTo>
                  <a:pt x="38909" y="154566"/>
                </a:lnTo>
                <a:lnTo>
                  <a:pt x="38100" y="164592"/>
                </a:lnTo>
                <a:lnTo>
                  <a:pt x="35052" y="173736"/>
                </a:lnTo>
                <a:lnTo>
                  <a:pt x="32004" y="179832"/>
                </a:lnTo>
                <a:lnTo>
                  <a:pt x="27432" y="182880"/>
                </a:lnTo>
                <a:lnTo>
                  <a:pt x="24384" y="184404"/>
                </a:lnTo>
                <a:lnTo>
                  <a:pt x="19812" y="18592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pic>
        <p:nvPicPr>
          <p:cNvPr id="44" name="object 44"/>
          <p:cNvPicPr/>
          <p:nvPr/>
        </p:nvPicPr>
        <p:blipFill>
          <a:blip r:embed="rId6" cstate="print"/>
          <a:stretch>
            <a:fillRect/>
          </a:stretch>
        </p:blipFill>
        <p:spPr>
          <a:xfrm>
            <a:off x="2606039" y="4232219"/>
            <a:ext cx="68579" cy="118800"/>
          </a:xfrm>
          <a:prstGeom prst="rect">
            <a:avLst/>
          </a:prstGeom>
        </p:spPr>
      </p:pic>
      <p:sp>
        <p:nvSpPr>
          <p:cNvPr id="45" name="object 45"/>
          <p:cNvSpPr/>
          <p:nvPr/>
        </p:nvSpPr>
        <p:spPr>
          <a:xfrm>
            <a:off x="3020568" y="3983735"/>
            <a:ext cx="394970" cy="387350"/>
          </a:xfrm>
          <a:custGeom>
            <a:avLst/>
            <a:gdLst/>
            <a:ahLst/>
            <a:cxnLst/>
            <a:rect l="l" t="t" r="r" b="b"/>
            <a:pathLst>
              <a:path w="394970" h="387350">
                <a:moveTo>
                  <a:pt x="169163" y="387096"/>
                </a:moveTo>
                <a:lnTo>
                  <a:pt x="165449" y="374213"/>
                </a:lnTo>
                <a:lnTo>
                  <a:pt x="154304" y="362902"/>
                </a:lnTo>
                <a:lnTo>
                  <a:pt x="135731" y="353020"/>
                </a:lnTo>
                <a:lnTo>
                  <a:pt x="109727" y="344424"/>
                </a:lnTo>
                <a:lnTo>
                  <a:pt x="109727" y="336804"/>
                </a:lnTo>
                <a:lnTo>
                  <a:pt x="128635" y="339685"/>
                </a:lnTo>
                <a:lnTo>
                  <a:pt x="144398" y="341566"/>
                </a:lnTo>
                <a:lnTo>
                  <a:pt x="157305" y="342590"/>
                </a:lnTo>
                <a:lnTo>
                  <a:pt x="167639" y="342900"/>
                </a:lnTo>
                <a:lnTo>
                  <a:pt x="174759" y="341471"/>
                </a:lnTo>
                <a:lnTo>
                  <a:pt x="180022" y="337185"/>
                </a:lnTo>
                <a:lnTo>
                  <a:pt x="183284" y="330041"/>
                </a:lnTo>
                <a:lnTo>
                  <a:pt x="184403" y="320040"/>
                </a:lnTo>
                <a:lnTo>
                  <a:pt x="184403" y="167640"/>
                </a:lnTo>
                <a:lnTo>
                  <a:pt x="57911" y="167640"/>
                </a:lnTo>
                <a:lnTo>
                  <a:pt x="46767" y="167925"/>
                </a:lnTo>
                <a:lnTo>
                  <a:pt x="36194" y="168783"/>
                </a:lnTo>
                <a:lnTo>
                  <a:pt x="26193" y="170211"/>
                </a:lnTo>
                <a:lnTo>
                  <a:pt x="16763" y="172212"/>
                </a:lnTo>
                <a:lnTo>
                  <a:pt x="0" y="156972"/>
                </a:lnTo>
                <a:lnTo>
                  <a:pt x="184403" y="156972"/>
                </a:lnTo>
                <a:lnTo>
                  <a:pt x="184403" y="35052"/>
                </a:lnTo>
                <a:lnTo>
                  <a:pt x="111251" y="35052"/>
                </a:lnTo>
                <a:lnTo>
                  <a:pt x="100107" y="35361"/>
                </a:lnTo>
                <a:lnTo>
                  <a:pt x="89534" y="36385"/>
                </a:lnTo>
                <a:lnTo>
                  <a:pt x="79533" y="38266"/>
                </a:lnTo>
                <a:lnTo>
                  <a:pt x="70103" y="41148"/>
                </a:lnTo>
                <a:lnTo>
                  <a:pt x="54863" y="24384"/>
                </a:lnTo>
                <a:lnTo>
                  <a:pt x="288035" y="24384"/>
                </a:lnTo>
                <a:lnTo>
                  <a:pt x="312420" y="0"/>
                </a:lnTo>
                <a:lnTo>
                  <a:pt x="345947" y="35052"/>
                </a:lnTo>
                <a:lnTo>
                  <a:pt x="210311" y="35052"/>
                </a:lnTo>
                <a:lnTo>
                  <a:pt x="210311" y="156972"/>
                </a:lnTo>
                <a:lnTo>
                  <a:pt x="329184" y="156972"/>
                </a:lnTo>
                <a:lnTo>
                  <a:pt x="356615" y="129540"/>
                </a:lnTo>
                <a:lnTo>
                  <a:pt x="394715" y="167640"/>
                </a:lnTo>
                <a:lnTo>
                  <a:pt x="210311" y="167640"/>
                </a:lnTo>
                <a:lnTo>
                  <a:pt x="210311" y="333756"/>
                </a:lnTo>
                <a:lnTo>
                  <a:pt x="208597" y="351734"/>
                </a:lnTo>
                <a:lnTo>
                  <a:pt x="201167" y="366712"/>
                </a:lnTo>
                <a:lnTo>
                  <a:pt x="188023" y="378547"/>
                </a:lnTo>
                <a:lnTo>
                  <a:pt x="169163" y="38709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" name="object 46"/>
          <p:cNvSpPr/>
          <p:nvPr/>
        </p:nvSpPr>
        <p:spPr>
          <a:xfrm>
            <a:off x="3465576" y="3976115"/>
            <a:ext cx="399415" cy="394970"/>
          </a:xfrm>
          <a:custGeom>
            <a:avLst/>
            <a:gdLst/>
            <a:ahLst/>
            <a:cxnLst/>
            <a:rect l="l" t="t" r="r" b="b"/>
            <a:pathLst>
              <a:path w="399414" h="394970">
                <a:moveTo>
                  <a:pt x="309589" y="16764"/>
                </a:moveTo>
                <a:lnTo>
                  <a:pt x="271272" y="16764"/>
                </a:lnTo>
                <a:lnTo>
                  <a:pt x="288036" y="0"/>
                </a:lnTo>
                <a:lnTo>
                  <a:pt x="309589" y="16764"/>
                </a:lnTo>
                <a:close/>
              </a:path>
              <a:path w="399414" h="394970">
                <a:moveTo>
                  <a:pt x="97536" y="176784"/>
                </a:moveTo>
                <a:lnTo>
                  <a:pt x="98417" y="155090"/>
                </a:lnTo>
                <a:lnTo>
                  <a:pt x="98869" y="133540"/>
                </a:lnTo>
                <a:lnTo>
                  <a:pt x="99023" y="113919"/>
                </a:lnTo>
                <a:lnTo>
                  <a:pt x="99036" y="69461"/>
                </a:lnTo>
                <a:lnTo>
                  <a:pt x="98869" y="47053"/>
                </a:lnTo>
                <a:lnTo>
                  <a:pt x="98417" y="24360"/>
                </a:lnTo>
                <a:lnTo>
                  <a:pt x="97536" y="1524"/>
                </a:lnTo>
                <a:lnTo>
                  <a:pt x="126492" y="16764"/>
                </a:lnTo>
                <a:lnTo>
                  <a:pt x="309589" y="16764"/>
                </a:lnTo>
                <a:lnTo>
                  <a:pt x="315468" y="21336"/>
                </a:lnTo>
                <a:lnTo>
                  <a:pt x="307848" y="27432"/>
                </a:lnTo>
                <a:lnTo>
                  <a:pt x="123444" y="27432"/>
                </a:lnTo>
                <a:lnTo>
                  <a:pt x="123444" y="77724"/>
                </a:lnTo>
                <a:lnTo>
                  <a:pt x="300251" y="77724"/>
                </a:lnTo>
                <a:lnTo>
                  <a:pt x="300299" y="88392"/>
                </a:lnTo>
                <a:lnTo>
                  <a:pt x="123444" y="88392"/>
                </a:lnTo>
                <a:lnTo>
                  <a:pt x="123444" y="140208"/>
                </a:lnTo>
                <a:lnTo>
                  <a:pt x="300855" y="140208"/>
                </a:lnTo>
                <a:lnTo>
                  <a:pt x="300870" y="141112"/>
                </a:lnTo>
                <a:lnTo>
                  <a:pt x="301325" y="150876"/>
                </a:lnTo>
                <a:lnTo>
                  <a:pt x="123444" y="150876"/>
                </a:lnTo>
                <a:lnTo>
                  <a:pt x="123444" y="166116"/>
                </a:lnTo>
                <a:lnTo>
                  <a:pt x="97536" y="176784"/>
                </a:lnTo>
                <a:close/>
              </a:path>
              <a:path w="399414" h="394970">
                <a:moveTo>
                  <a:pt x="300251" y="77724"/>
                </a:moveTo>
                <a:lnTo>
                  <a:pt x="275844" y="77724"/>
                </a:lnTo>
                <a:lnTo>
                  <a:pt x="275844" y="27432"/>
                </a:lnTo>
                <a:lnTo>
                  <a:pt x="307848" y="27432"/>
                </a:lnTo>
                <a:lnTo>
                  <a:pt x="300227" y="33528"/>
                </a:lnTo>
                <a:lnTo>
                  <a:pt x="300251" y="77724"/>
                </a:lnTo>
                <a:close/>
              </a:path>
              <a:path w="399414" h="394970">
                <a:moveTo>
                  <a:pt x="300855" y="140208"/>
                </a:moveTo>
                <a:lnTo>
                  <a:pt x="275844" y="140208"/>
                </a:lnTo>
                <a:lnTo>
                  <a:pt x="275844" y="88392"/>
                </a:lnTo>
                <a:lnTo>
                  <a:pt x="300299" y="88392"/>
                </a:lnTo>
                <a:lnTo>
                  <a:pt x="300418" y="113919"/>
                </a:lnTo>
                <a:lnTo>
                  <a:pt x="300855" y="140208"/>
                </a:lnTo>
                <a:close/>
              </a:path>
              <a:path w="399414" h="394970">
                <a:moveTo>
                  <a:pt x="275844" y="173736"/>
                </a:moveTo>
                <a:lnTo>
                  <a:pt x="275844" y="150876"/>
                </a:lnTo>
                <a:lnTo>
                  <a:pt x="301325" y="150876"/>
                </a:lnTo>
                <a:lnTo>
                  <a:pt x="301751" y="160020"/>
                </a:lnTo>
                <a:lnTo>
                  <a:pt x="275844" y="173736"/>
                </a:lnTo>
                <a:close/>
              </a:path>
              <a:path w="399414" h="394970">
                <a:moveTo>
                  <a:pt x="21336" y="211836"/>
                </a:moveTo>
                <a:lnTo>
                  <a:pt x="6096" y="196596"/>
                </a:lnTo>
                <a:lnTo>
                  <a:pt x="327660" y="196596"/>
                </a:lnTo>
                <a:lnTo>
                  <a:pt x="353568" y="170688"/>
                </a:lnTo>
                <a:lnTo>
                  <a:pt x="390144" y="205740"/>
                </a:lnTo>
                <a:lnTo>
                  <a:pt x="62484" y="205740"/>
                </a:lnTo>
                <a:lnTo>
                  <a:pt x="52197" y="206263"/>
                </a:lnTo>
                <a:lnTo>
                  <a:pt x="41910" y="207645"/>
                </a:lnTo>
                <a:lnTo>
                  <a:pt x="31623" y="209597"/>
                </a:lnTo>
                <a:lnTo>
                  <a:pt x="21336" y="211836"/>
                </a:lnTo>
                <a:close/>
              </a:path>
              <a:path w="399414" h="394970">
                <a:moveTo>
                  <a:pt x="214884" y="339852"/>
                </a:moveTo>
                <a:lnTo>
                  <a:pt x="190500" y="339852"/>
                </a:lnTo>
                <a:lnTo>
                  <a:pt x="190500" y="205740"/>
                </a:lnTo>
                <a:lnTo>
                  <a:pt x="214884" y="205740"/>
                </a:lnTo>
                <a:lnTo>
                  <a:pt x="214884" y="265175"/>
                </a:lnTo>
                <a:lnTo>
                  <a:pt x="350519" y="265175"/>
                </a:lnTo>
                <a:lnTo>
                  <a:pt x="361188" y="275844"/>
                </a:lnTo>
                <a:lnTo>
                  <a:pt x="214884" y="275844"/>
                </a:lnTo>
                <a:lnTo>
                  <a:pt x="214884" y="339852"/>
                </a:lnTo>
                <a:close/>
              </a:path>
              <a:path w="399414" h="394970">
                <a:moveTo>
                  <a:pt x="4572" y="394716"/>
                </a:moveTo>
                <a:lnTo>
                  <a:pt x="0" y="388620"/>
                </a:lnTo>
                <a:lnTo>
                  <a:pt x="35147" y="356330"/>
                </a:lnTo>
                <a:lnTo>
                  <a:pt x="62865" y="316611"/>
                </a:lnTo>
                <a:lnTo>
                  <a:pt x="83153" y="269462"/>
                </a:lnTo>
                <a:lnTo>
                  <a:pt x="96012" y="214884"/>
                </a:lnTo>
                <a:lnTo>
                  <a:pt x="134112" y="237744"/>
                </a:lnTo>
                <a:lnTo>
                  <a:pt x="110085" y="272486"/>
                </a:lnTo>
                <a:lnTo>
                  <a:pt x="106680" y="281940"/>
                </a:lnTo>
                <a:lnTo>
                  <a:pt x="113909" y="289560"/>
                </a:lnTo>
                <a:lnTo>
                  <a:pt x="102108" y="289560"/>
                </a:lnTo>
                <a:lnTo>
                  <a:pt x="83224" y="323564"/>
                </a:lnTo>
                <a:lnTo>
                  <a:pt x="60769" y="352425"/>
                </a:lnTo>
                <a:lnTo>
                  <a:pt x="34599" y="376142"/>
                </a:lnTo>
                <a:lnTo>
                  <a:pt x="4572" y="394716"/>
                </a:lnTo>
                <a:close/>
              </a:path>
              <a:path w="399414" h="394970">
                <a:moveTo>
                  <a:pt x="350519" y="265175"/>
                </a:moveTo>
                <a:lnTo>
                  <a:pt x="304800" y="265175"/>
                </a:lnTo>
                <a:lnTo>
                  <a:pt x="327660" y="242316"/>
                </a:lnTo>
                <a:lnTo>
                  <a:pt x="350519" y="265175"/>
                </a:lnTo>
                <a:close/>
              </a:path>
              <a:path w="399414" h="394970">
                <a:moveTo>
                  <a:pt x="364236" y="388620"/>
                </a:moveTo>
                <a:lnTo>
                  <a:pt x="316539" y="386643"/>
                </a:lnTo>
                <a:lnTo>
                  <a:pt x="276415" y="383095"/>
                </a:lnTo>
                <a:lnTo>
                  <a:pt x="219456" y="371856"/>
                </a:lnTo>
                <a:lnTo>
                  <a:pt x="180403" y="357378"/>
                </a:lnTo>
                <a:lnTo>
                  <a:pt x="136183" y="327493"/>
                </a:lnTo>
                <a:lnTo>
                  <a:pt x="102108" y="289560"/>
                </a:lnTo>
                <a:lnTo>
                  <a:pt x="113909" y="289560"/>
                </a:lnTo>
                <a:lnTo>
                  <a:pt x="122991" y="299132"/>
                </a:lnTo>
                <a:lnTo>
                  <a:pt x="142303" y="314325"/>
                </a:lnTo>
                <a:lnTo>
                  <a:pt x="164758" y="327802"/>
                </a:lnTo>
                <a:lnTo>
                  <a:pt x="190500" y="339852"/>
                </a:lnTo>
                <a:lnTo>
                  <a:pt x="214884" y="339852"/>
                </a:lnTo>
                <a:lnTo>
                  <a:pt x="214884" y="347472"/>
                </a:lnTo>
                <a:lnTo>
                  <a:pt x="231719" y="351472"/>
                </a:lnTo>
                <a:lnTo>
                  <a:pt x="252412" y="354330"/>
                </a:lnTo>
                <a:lnTo>
                  <a:pt x="276820" y="356044"/>
                </a:lnTo>
                <a:lnTo>
                  <a:pt x="332208" y="357187"/>
                </a:lnTo>
                <a:lnTo>
                  <a:pt x="399288" y="357187"/>
                </a:lnTo>
                <a:lnTo>
                  <a:pt x="399288" y="361188"/>
                </a:lnTo>
                <a:lnTo>
                  <a:pt x="385024" y="365474"/>
                </a:lnTo>
                <a:lnTo>
                  <a:pt x="374332" y="371475"/>
                </a:lnTo>
                <a:lnTo>
                  <a:pt x="367355" y="379190"/>
                </a:lnTo>
                <a:lnTo>
                  <a:pt x="364236" y="388620"/>
                </a:lnTo>
                <a:close/>
              </a:path>
              <a:path w="399414" h="394970">
                <a:moveTo>
                  <a:pt x="399288" y="357187"/>
                </a:moveTo>
                <a:lnTo>
                  <a:pt x="332208" y="357187"/>
                </a:lnTo>
                <a:lnTo>
                  <a:pt x="357187" y="356616"/>
                </a:lnTo>
                <a:lnTo>
                  <a:pt x="379595" y="354901"/>
                </a:lnTo>
                <a:lnTo>
                  <a:pt x="399288" y="352044"/>
                </a:lnTo>
                <a:lnTo>
                  <a:pt x="399288" y="35718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" name="object 47"/>
          <p:cNvSpPr/>
          <p:nvPr/>
        </p:nvSpPr>
        <p:spPr>
          <a:xfrm>
            <a:off x="3939540" y="3976115"/>
            <a:ext cx="318770" cy="399415"/>
          </a:xfrm>
          <a:custGeom>
            <a:avLst/>
            <a:gdLst/>
            <a:ahLst/>
            <a:cxnLst/>
            <a:rect l="l" t="t" r="r" b="b"/>
            <a:pathLst>
              <a:path w="318770" h="399414">
                <a:moveTo>
                  <a:pt x="275844" y="399288"/>
                </a:moveTo>
                <a:lnTo>
                  <a:pt x="276725" y="373641"/>
                </a:lnTo>
                <a:lnTo>
                  <a:pt x="277177" y="349567"/>
                </a:lnTo>
                <a:lnTo>
                  <a:pt x="277288" y="334803"/>
                </a:lnTo>
                <a:lnTo>
                  <a:pt x="277311" y="154544"/>
                </a:lnTo>
                <a:lnTo>
                  <a:pt x="277177" y="96774"/>
                </a:lnTo>
                <a:lnTo>
                  <a:pt x="276916" y="51703"/>
                </a:lnTo>
                <a:lnTo>
                  <a:pt x="276486" y="19416"/>
                </a:lnTo>
                <a:lnTo>
                  <a:pt x="275844" y="0"/>
                </a:lnTo>
                <a:lnTo>
                  <a:pt x="318516" y="19812"/>
                </a:lnTo>
                <a:lnTo>
                  <a:pt x="301752" y="32004"/>
                </a:lnTo>
                <a:lnTo>
                  <a:pt x="301752" y="318516"/>
                </a:lnTo>
                <a:lnTo>
                  <a:pt x="302013" y="334803"/>
                </a:lnTo>
                <a:lnTo>
                  <a:pt x="302704" y="351663"/>
                </a:lnTo>
                <a:lnTo>
                  <a:pt x="303680" y="369093"/>
                </a:lnTo>
                <a:lnTo>
                  <a:pt x="304800" y="387096"/>
                </a:lnTo>
                <a:lnTo>
                  <a:pt x="275844" y="399288"/>
                </a:lnTo>
                <a:close/>
              </a:path>
              <a:path w="318770" h="399414">
                <a:moveTo>
                  <a:pt x="22859" y="45720"/>
                </a:moveTo>
                <a:lnTo>
                  <a:pt x="6095" y="30480"/>
                </a:lnTo>
                <a:lnTo>
                  <a:pt x="158496" y="30480"/>
                </a:lnTo>
                <a:lnTo>
                  <a:pt x="170688" y="13716"/>
                </a:lnTo>
                <a:lnTo>
                  <a:pt x="198120" y="33528"/>
                </a:lnTo>
                <a:lnTo>
                  <a:pt x="189547" y="41148"/>
                </a:lnTo>
                <a:lnTo>
                  <a:pt x="64008" y="41148"/>
                </a:lnTo>
                <a:lnTo>
                  <a:pt x="52863" y="41433"/>
                </a:lnTo>
                <a:lnTo>
                  <a:pt x="42291" y="42291"/>
                </a:lnTo>
                <a:lnTo>
                  <a:pt x="32289" y="43719"/>
                </a:lnTo>
                <a:lnTo>
                  <a:pt x="22859" y="45720"/>
                </a:lnTo>
                <a:close/>
              </a:path>
              <a:path w="318770" h="399414">
                <a:moveTo>
                  <a:pt x="184979" y="121920"/>
                </a:moveTo>
                <a:lnTo>
                  <a:pt x="160020" y="121920"/>
                </a:lnTo>
                <a:lnTo>
                  <a:pt x="160020" y="41148"/>
                </a:lnTo>
                <a:lnTo>
                  <a:pt x="189547" y="41148"/>
                </a:lnTo>
                <a:lnTo>
                  <a:pt x="184404" y="45720"/>
                </a:lnTo>
                <a:lnTo>
                  <a:pt x="184427" y="78057"/>
                </a:lnTo>
                <a:lnTo>
                  <a:pt x="184594" y="104394"/>
                </a:lnTo>
                <a:lnTo>
                  <a:pt x="184979" y="121920"/>
                </a:lnTo>
                <a:close/>
              </a:path>
              <a:path w="318770" h="399414">
                <a:moveTo>
                  <a:pt x="25908" y="234696"/>
                </a:moveTo>
                <a:lnTo>
                  <a:pt x="0" y="210311"/>
                </a:lnTo>
                <a:lnTo>
                  <a:pt x="6334" y="205954"/>
                </a:lnTo>
                <a:lnTo>
                  <a:pt x="11811" y="199453"/>
                </a:lnTo>
                <a:lnTo>
                  <a:pt x="27432" y="146494"/>
                </a:lnTo>
                <a:lnTo>
                  <a:pt x="33528" y="102108"/>
                </a:lnTo>
                <a:lnTo>
                  <a:pt x="59435" y="121920"/>
                </a:lnTo>
                <a:lnTo>
                  <a:pt x="184979" y="121920"/>
                </a:lnTo>
                <a:lnTo>
                  <a:pt x="185092" y="125801"/>
                </a:lnTo>
                <a:lnTo>
                  <a:pt x="185397" y="131064"/>
                </a:lnTo>
                <a:lnTo>
                  <a:pt x="54864" y="131064"/>
                </a:lnTo>
                <a:lnTo>
                  <a:pt x="38100" y="208787"/>
                </a:lnTo>
                <a:lnTo>
                  <a:pt x="203072" y="208787"/>
                </a:lnTo>
                <a:lnTo>
                  <a:pt x="210312" y="214884"/>
                </a:lnTo>
                <a:lnTo>
                  <a:pt x="205522" y="217932"/>
                </a:lnTo>
                <a:lnTo>
                  <a:pt x="38100" y="217932"/>
                </a:lnTo>
                <a:lnTo>
                  <a:pt x="25908" y="234696"/>
                </a:lnTo>
                <a:close/>
              </a:path>
              <a:path w="318770" h="399414">
                <a:moveTo>
                  <a:pt x="160020" y="149352"/>
                </a:moveTo>
                <a:lnTo>
                  <a:pt x="160020" y="131064"/>
                </a:lnTo>
                <a:lnTo>
                  <a:pt x="185397" y="131064"/>
                </a:lnTo>
                <a:lnTo>
                  <a:pt x="185928" y="140208"/>
                </a:lnTo>
                <a:lnTo>
                  <a:pt x="160020" y="149352"/>
                </a:lnTo>
                <a:close/>
              </a:path>
              <a:path w="318770" h="399414">
                <a:moveTo>
                  <a:pt x="203072" y="208787"/>
                </a:moveTo>
                <a:lnTo>
                  <a:pt x="166116" y="208787"/>
                </a:lnTo>
                <a:lnTo>
                  <a:pt x="181356" y="190499"/>
                </a:lnTo>
                <a:lnTo>
                  <a:pt x="203072" y="208787"/>
                </a:lnTo>
                <a:close/>
              </a:path>
              <a:path w="318770" h="399414">
                <a:moveTo>
                  <a:pt x="161708" y="350520"/>
                </a:moveTo>
                <a:lnTo>
                  <a:pt x="123444" y="350520"/>
                </a:lnTo>
                <a:lnTo>
                  <a:pt x="131064" y="347472"/>
                </a:lnTo>
                <a:lnTo>
                  <a:pt x="135635" y="341376"/>
                </a:lnTo>
                <a:lnTo>
                  <a:pt x="150876" y="303276"/>
                </a:lnTo>
                <a:lnTo>
                  <a:pt x="164592" y="243911"/>
                </a:lnTo>
                <a:lnTo>
                  <a:pt x="169164" y="217932"/>
                </a:lnTo>
                <a:lnTo>
                  <a:pt x="205522" y="217932"/>
                </a:lnTo>
                <a:lnTo>
                  <a:pt x="193548" y="225552"/>
                </a:lnTo>
                <a:lnTo>
                  <a:pt x="188952" y="251864"/>
                </a:lnTo>
                <a:lnTo>
                  <a:pt x="184213" y="276034"/>
                </a:lnTo>
                <a:lnTo>
                  <a:pt x="179189" y="298203"/>
                </a:lnTo>
                <a:lnTo>
                  <a:pt x="173736" y="318516"/>
                </a:lnTo>
                <a:lnTo>
                  <a:pt x="167973" y="335613"/>
                </a:lnTo>
                <a:lnTo>
                  <a:pt x="161925" y="350139"/>
                </a:lnTo>
                <a:lnTo>
                  <a:pt x="161708" y="350520"/>
                </a:lnTo>
                <a:close/>
              </a:path>
              <a:path w="318770" h="399414">
                <a:moveTo>
                  <a:pt x="105156" y="390143"/>
                </a:moveTo>
                <a:lnTo>
                  <a:pt x="103179" y="378999"/>
                </a:lnTo>
                <a:lnTo>
                  <a:pt x="95059" y="368427"/>
                </a:lnTo>
                <a:lnTo>
                  <a:pt x="80938" y="358425"/>
                </a:lnTo>
                <a:lnTo>
                  <a:pt x="60959" y="348996"/>
                </a:lnTo>
                <a:lnTo>
                  <a:pt x="60959" y="341376"/>
                </a:lnTo>
                <a:lnTo>
                  <a:pt x="92011" y="347091"/>
                </a:lnTo>
                <a:lnTo>
                  <a:pt x="103608" y="349091"/>
                </a:lnTo>
                <a:lnTo>
                  <a:pt x="112776" y="350520"/>
                </a:lnTo>
                <a:lnTo>
                  <a:pt x="161708" y="350520"/>
                </a:lnTo>
                <a:lnTo>
                  <a:pt x="155305" y="361807"/>
                </a:lnTo>
                <a:lnTo>
                  <a:pt x="147828" y="370332"/>
                </a:lnTo>
                <a:lnTo>
                  <a:pt x="139231" y="377499"/>
                </a:lnTo>
                <a:lnTo>
                  <a:pt x="129349" y="383095"/>
                </a:lnTo>
                <a:lnTo>
                  <a:pt x="118038" y="387262"/>
                </a:lnTo>
                <a:lnTo>
                  <a:pt x="105156" y="39014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" name="object 48"/>
          <p:cNvSpPr/>
          <p:nvPr/>
        </p:nvSpPr>
        <p:spPr>
          <a:xfrm>
            <a:off x="4352544" y="3968496"/>
            <a:ext cx="408940" cy="408940"/>
          </a:xfrm>
          <a:custGeom>
            <a:avLst/>
            <a:gdLst/>
            <a:ahLst/>
            <a:cxnLst/>
            <a:rect l="l" t="t" r="r" b="b"/>
            <a:pathLst>
              <a:path w="408939" h="408939">
                <a:moveTo>
                  <a:pt x="135635" y="77724"/>
                </a:moveTo>
                <a:lnTo>
                  <a:pt x="114299" y="77724"/>
                </a:lnTo>
                <a:lnTo>
                  <a:pt x="114061" y="54863"/>
                </a:lnTo>
                <a:lnTo>
                  <a:pt x="113472" y="32004"/>
                </a:lnTo>
                <a:lnTo>
                  <a:pt x="113014" y="16001"/>
                </a:lnTo>
                <a:lnTo>
                  <a:pt x="112775" y="0"/>
                </a:lnTo>
                <a:lnTo>
                  <a:pt x="150875" y="18288"/>
                </a:lnTo>
                <a:lnTo>
                  <a:pt x="135635" y="32004"/>
                </a:lnTo>
                <a:lnTo>
                  <a:pt x="135635" y="77724"/>
                </a:lnTo>
                <a:close/>
              </a:path>
              <a:path w="408939" h="408939">
                <a:moveTo>
                  <a:pt x="240791" y="77724"/>
                </a:moveTo>
                <a:lnTo>
                  <a:pt x="225551" y="62484"/>
                </a:lnTo>
                <a:lnTo>
                  <a:pt x="341376" y="62484"/>
                </a:lnTo>
                <a:lnTo>
                  <a:pt x="352044" y="45719"/>
                </a:lnTo>
                <a:lnTo>
                  <a:pt x="379476" y="62484"/>
                </a:lnTo>
                <a:lnTo>
                  <a:pt x="368808" y="73152"/>
                </a:lnTo>
                <a:lnTo>
                  <a:pt x="281939" y="73152"/>
                </a:lnTo>
                <a:lnTo>
                  <a:pt x="271438" y="73437"/>
                </a:lnTo>
                <a:lnTo>
                  <a:pt x="260794" y="74295"/>
                </a:lnTo>
                <a:lnTo>
                  <a:pt x="250436" y="75723"/>
                </a:lnTo>
                <a:lnTo>
                  <a:pt x="240791" y="77724"/>
                </a:lnTo>
                <a:close/>
              </a:path>
              <a:path w="408939" h="408939">
                <a:moveTo>
                  <a:pt x="44195" y="94488"/>
                </a:moveTo>
                <a:lnTo>
                  <a:pt x="28955" y="77724"/>
                </a:lnTo>
                <a:lnTo>
                  <a:pt x="164591" y="77724"/>
                </a:lnTo>
                <a:lnTo>
                  <a:pt x="187451" y="57912"/>
                </a:lnTo>
                <a:lnTo>
                  <a:pt x="213359" y="88392"/>
                </a:lnTo>
                <a:lnTo>
                  <a:pt x="77724" y="88392"/>
                </a:lnTo>
                <a:lnTo>
                  <a:pt x="70342" y="88701"/>
                </a:lnTo>
                <a:lnTo>
                  <a:pt x="62102" y="89725"/>
                </a:lnTo>
                <a:lnTo>
                  <a:pt x="53292" y="91606"/>
                </a:lnTo>
                <a:lnTo>
                  <a:pt x="44195" y="94488"/>
                </a:lnTo>
                <a:close/>
              </a:path>
              <a:path w="408939" h="408939">
                <a:moveTo>
                  <a:pt x="368416" y="160020"/>
                </a:moveTo>
                <a:lnTo>
                  <a:pt x="344424" y="160020"/>
                </a:lnTo>
                <a:lnTo>
                  <a:pt x="344424" y="73152"/>
                </a:lnTo>
                <a:lnTo>
                  <a:pt x="368808" y="73152"/>
                </a:lnTo>
                <a:lnTo>
                  <a:pt x="367284" y="74676"/>
                </a:lnTo>
                <a:lnTo>
                  <a:pt x="367522" y="113014"/>
                </a:lnTo>
                <a:lnTo>
                  <a:pt x="368046" y="143637"/>
                </a:lnTo>
                <a:lnTo>
                  <a:pt x="368416" y="160020"/>
                </a:lnTo>
                <a:close/>
              </a:path>
              <a:path w="408939" h="408939">
                <a:moveTo>
                  <a:pt x="135635" y="160020"/>
                </a:moveTo>
                <a:lnTo>
                  <a:pt x="114299" y="160020"/>
                </a:lnTo>
                <a:lnTo>
                  <a:pt x="114299" y="88392"/>
                </a:lnTo>
                <a:lnTo>
                  <a:pt x="135635" y="88392"/>
                </a:lnTo>
                <a:lnTo>
                  <a:pt x="135635" y="160020"/>
                </a:lnTo>
                <a:close/>
              </a:path>
              <a:path w="408939" h="408939">
                <a:moveTo>
                  <a:pt x="22859" y="175260"/>
                </a:moveTo>
                <a:lnTo>
                  <a:pt x="7619" y="160020"/>
                </a:lnTo>
                <a:lnTo>
                  <a:pt x="176783" y="160020"/>
                </a:lnTo>
                <a:lnTo>
                  <a:pt x="196595" y="138684"/>
                </a:lnTo>
                <a:lnTo>
                  <a:pt x="227075" y="170688"/>
                </a:lnTo>
                <a:lnTo>
                  <a:pt x="56388" y="170688"/>
                </a:lnTo>
                <a:lnTo>
                  <a:pt x="49220" y="170973"/>
                </a:lnTo>
                <a:lnTo>
                  <a:pt x="41338" y="171831"/>
                </a:lnTo>
                <a:lnTo>
                  <a:pt x="32599" y="173259"/>
                </a:lnTo>
                <a:lnTo>
                  <a:pt x="22859" y="175260"/>
                </a:lnTo>
                <a:close/>
              </a:path>
              <a:path w="408939" h="408939">
                <a:moveTo>
                  <a:pt x="359664" y="327660"/>
                </a:moveTo>
                <a:lnTo>
                  <a:pt x="274319" y="327660"/>
                </a:lnTo>
                <a:lnTo>
                  <a:pt x="256579" y="325302"/>
                </a:lnTo>
                <a:lnTo>
                  <a:pt x="244411" y="317944"/>
                </a:lnTo>
                <a:lnTo>
                  <a:pt x="237672" y="305157"/>
                </a:lnTo>
                <a:lnTo>
                  <a:pt x="236338" y="288036"/>
                </a:lnTo>
                <a:lnTo>
                  <a:pt x="236219" y="181356"/>
                </a:lnTo>
                <a:lnTo>
                  <a:pt x="233171" y="146304"/>
                </a:lnTo>
                <a:lnTo>
                  <a:pt x="257555" y="160020"/>
                </a:lnTo>
                <a:lnTo>
                  <a:pt x="368416" y="160020"/>
                </a:lnTo>
                <a:lnTo>
                  <a:pt x="368569" y="166830"/>
                </a:lnTo>
                <a:lnTo>
                  <a:pt x="368627" y="170688"/>
                </a:lnTo>
                <a:lnTo>
                  <a:pt x="257555" y="170688"/>
                </a:lnTo>
                <a:lnTo>
                  <a:pt x="257555" y="278892"/>
                </a:lnTo>
                <a:lnTo>
                  <a:pt x="258127" y="291988"/>
                </a:lnTo>
                <a:lnTo>
                  <a:pt x="262127" y="301371"/>
                </a:lnTo>
                <a:lnTo>
                  <a:pt x="269557" y="306752"/>
                </a:lnTo>
                <a:lnTo>
                  <a:pt x="280415" y="307848"/>
                </a:lnTo>
                <a:lnTo>
                  <a:pt x="402022" y="307848"/>
                </a:lnTo>
                <a:lnTo>
                  <a:pt x="397382" y="314158"/>
                </a:lnTo>
                <a:lnTo>
                  <a:pt x="387095" y="321754"/>
                </a:lnTo>
                <a:lnTo>
                  <a:pt x="374523" y="326207"/>
                </a:lnTo>
                <a:lnTo>
                  <a:pt x="359664" y="327660"/>
                </a:lnTo>
                <a:close/>
              </a:path>
              <a:path w="408939" h="408939">
                <a:moveTo>
                  <a:pt x="140207" y="341376"/>
                </a:moveTo>
                <a:lnTo>
                  <a:pt x="117347" y="341376"/>
                </a:lnTo>
                <a:lnTo>
                  <a:pt x="117347" y="170688"/>
                </a:lnTo>
                <a:lnTo>
                  <a:pt x="129539" y="170688"/>
                </a:lnTo>
                <a:lnTo>
                  <a:pt x="153923" y="184404"/>
                </a:lnTo>
                <a:lnTo>
                  <a:pt x="140207" y="196596"/>
                </a:lnTo>
                <a:lnTo>
                  <a:pt x="140207" y="254508"/>
                </a:lnTo>
                <a:lnTo>
                  <a:pt x="210311" y="254508"/>
                </a:lnTo>
                <a:lnTo>
                  <a:pt x="219455" y="265176"/>
                </a:lnTo>
                <a:lnTo>
                  <a:pt x="140207" y="265176"/>
                </a:lnTo>
                <a:lnTo>
                  <a:pt x="140207" y="341376"/>
                </a:lnTo>
                <a:close/>
              </a:path>
              <a:path w="408939" h="408939">
                <a:moveTo>
                  <a:pt x="344424" y="193548"/>
                </a:moveTo>
                <a:lnTo>
                  <a:pt x="344424" y="170688"/>
                </a:lnTo>
                <a:lnTo>
                  <a:pt x="368627" y="170688"/>
                </a:lnTo>
                <a:lnTo>
                  <a:pt x="368808" y="182880"/>
                </a:lnTo>
                <a:lnTo>
                  <a:pt x="344424" y="193548"/>
                </a:lnTo>
                <a:close/>
              </a:path>
              <a:path w="408939" h="408939">
                <a:moveTo>
                  <a:pt x="6095" y="408432"/>
                </a:moveTo>
                <a:lnTo>
                  <a:pt x="0" y="405384"/>
                </a:lnTo>
                <a:lnTo>
                  <a:pt x="14549" y="377404"/>
                </a:lnTo>
                <a:lnTo>
                  <a:pt x="26098" y="348424"/>
                </a:lnTo>
                <a:lnTo>
                  <a:pt x="39624" y="288036"/>
                </a:lnTo>
                <a:lnTo>
                  <a:pt x="45719" y="236601"/>
                </a:lnTo>
                <a:lnTo>
                  <a:pt x="47243" y="205740"/>
                </a:lnTo>
                <a:lnTo>
                  <a:pt x="85343" y="224028"/>
                </a:lnTo>
                <a:lnTo>
                  <a:pt x="68579" y="263080"/>
                </a:lnTo>
                <a:lnTo>
                  <a:pt x="64007" y="294132"/>
                </a:lnTo>
                <a:lnTo>
                  <a:pt x="73683" y="304800"/>
                </a:lnTo>
                <a:lnTo>
                  <a:pt x="59436" y="304800"/>
                </a:lnTo>
                <a:lnTo>
                  <a:pt x="48315" y="336208"/>
                </a:lnTo>
                <a:lnTo>
                  <a:pt x="35623" y="364045"/>
                </a:lnTo>
                <a:lnTo>
                  <a:pt x="21502" y="388167"/>
                </a:lnTo>
                <a:lnTo>
                  <a:pt x="6095" y="408432"/>
                </a:lnTo>
                <a:close/>
              </a:path>
              <a:path w="408939" h="408939">
                <a:moveTo>
                  <a:pt x="402022" y="307848"/>
                </a:moveTo>
                <a:lnTo>
                  <a:pt x="353568" y="307848"/>
                </a:lnTo>
                <a:lnTo>
                  <a:pt x="361592" y="304966"/>
                </a:lnTo>
                <a:lnTo>
                  <a:pt x="367474" y="298513"/>
                </a:lnTo>
                <a:lnTo>
                  <a:pt x="371355" y="288345"/>
                </a:lnTo>
                <a:lnTo>
                  <a:pt x="373380" y="274320"/>
                </a:lnTo>
                <a:lnTo>
                  <a:pt x="373630" y="259746"/>
                </a:lnTo>
                <a:lnTo>
                  <a:pt x="374142" y="247078"/>
                </a:lnTo>
                <a:lnTo>
                  <a:pt x="374617" y="236601"/>
                </a:lnTo>
                <a:lnTo>
                  <a:pt x="374722" y="233172"/>
                </a:lnTo>
                <a:lnTo>
                  <a:pt x="374904" y="225552"/>
                </a:lnTo>
                <a:lnTo>
                  <a:pt x="384048" y="225552"/>
                </a:lnTo>
                <a:lnTo>
                  <a:pt x="385333" y="266485"/>
                </a:lnTo>
                <a:lnTo>
                  <a:pt x="405384" y="303276"/>
                </a:lnTo>
                <a:lnTo>
                  <a:pt x="402022" y="307848"/>
                </a:lnTo>
                <a:close/>
              </a:path>
              <a:path w="408939" h="408939">
                <a:moveTo>
                  <a:pt x="210311" y="254508"/>
                </a:moveTo>
                <a:lnTo>
                  <a:pt x="169163" y="254508"/>
                </a:lnTo>
                <a:lnTo>
                  <a:pt x="192023" y="233172"/>
                </a:lnTo>
                <a:lnTo>
                  <a:pt x="210311" y="254508"/>
                </a:lnTo>
                <a:close/>
              </a:path>
              <a:path w="408939" h="408939">
                <a:moveTo>
                  <a:pt x="348662" y="404455"/>
                </a:moveTo>
                <a:lnTo>
                  <a:pt x="290464" y="402788"/>
                </a:lnTo>
                <a:lnTo>
                  <a:pt x="227028" y="396740"/>
                </a:lnTo>
                <a:lnTo>
                  <a:pt x="168640" y="383452"/>
                </a:lnTo>
                <a:lnTo>
                  <a:pt x="117728" y="361378"/>
                </a:lnTo>
                <a:lnTo>
                  <a:pt x="76580" y="327088"/>
                </a:lnTo>
                <a:lnTo>
                  <a:pt x="59436" y="304800"/>
                </a:lnTo>
                <a:lnTo>
                  <a:pt x="73683" y="304800"/>
                </a:lnTo>
                <a:lnTo>
                  <a:pt x="77700" y="309229"/>
                </a:lnTo>
                <a:lnTo>
                  <a:pt x="91249" y="322326"/>
                </a:lnTo>
                <a:lnTo>
                  <a:pt x="104513" y="333136"/>
                </a:lnTo>
                <a:lnTo>
                  <a:pt x="117347" y="341376"/>
                </a:lnTo>
                <a:lnTo>
                  <a:pt x="140207" y="341376"/>
                </a:lnTo>
                <a:lnTo>
                  <a:pt x="140207" y="348996"/>
                </a:lnTo>
                <a:lnTo>
                  <a:pt x="196024" y="366331"/>
                </a:lnTo>
                <a:lnTo>
                  <a:pt x="266699" y="373380"/>
                </a:lnTo>
                <a:lnTo>
                  <a:pt x="303847" y="373951"/>
                </a:lnTo>
                <a:lnTo>
                  <a:pt x="408432" y="373951"/>
                </a:lnTo>
                <a:lnTo>
                  <a:pt x="408432" y="376428"/>
                </a:lnTo>
                <a:lnTo>
                  <a:pt x="394406" y="379857"/>
                </a:lnTo>
                <a:lnTo>
                  <a:pt x="384238" y="385572"/>
                </a:lnTo>
                <a:lnTo>
                  <a:pt x="377785" y="393573"/>
                </a:lnTo>
                <a:lnTo>
                  <a:pt x="374904" y="403860"/>
                </a:lnTo>
                <a:lnTo>
                  <a:pt x="348662" y="404455"/>
                </a:lnTo>
                <a:close/>
              </a:path>
              <a:path w="408939" h="408939">
                <a:moveTo>
                  <a:pt x="408432" y="373951"/>
                </a:moveTo>
                <a:lnTo>
                  <a:pt x="303847" y="373951"/>
                </a:lnTo>
                <a:lnTo>
                  <a:pt x="339852" y="373380"/>
                </a:lnTo>
                <a:lnTo>
                  <a:pt x="374713" y="371665"/>
                </a:lnTo>
                <a:lnTo>
                  <a:pt x="408432" y="368808"/>
                </a:lnTo>
                <a:lnTo>
                  <a:pt x="408432" y="37395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" name="object 49"/>
          <p:cNvSpPr/>
          <p:nvPr/>
        </p:nvSpPr>
        <p:spPr>
          <a:xfrm>
            <a:off x="4837176" y="3980688"/>
            <a:ext cx="327660" cy="396240"/>
          </a:xfrm>
          <a:custGeom>
            <a:avLst/>
            <a:gdLst/>
            <a:ahLst/>
            <a:cxnLst/>
            <a:rect l="l" t="t" r="r" b="b"/>
            <a:pathLst>
              <a:path w="327660" h="396239">
                <a:moveTo>
                  <a:pt x="134112" y="396240"/>
                </a:moveTo>
                <a:lnTo>
                  <a:pt x="130921" y="384000"/>
                </a:lnTo>
                <a:lnTo>
                  <a:pt x="118872" y="372618"/>
                </a:lnTo>
                <a:lnTo>
                  <a:pt x="97678" y="362378"/>
                </a:lnTo>
                <a:lnTo>
                  <a:pt x="67056" y="353567"/>
                </a:lnTo>
                <a:lnTo>
                  <a:pt x="68580" y="344424"/>
                </a:lnTo>
                <a:lnTo>
                  <a:pt x="88653" y="347543"/>
                </a:lnTo>
                <a:lnTo>
                  <a:pt x="105727" y="349948"/>
                </a:lnTo>
                <a:lnTo>
                  <a:pt x="120229" y="351496"/>
                </a:lnTo>
                <a:lnTo>
                  <a:pt x="132588" y="352043"/>
                </a:lnTo>
                <a:lnTo>
                  <a:pt x="142327" y="350067"/>
                </a:lnTo>
                <a:lnTo>
                  <a:pt x="148780" y="344233"/>
                </a:lnTo>
                <a:lnTo>
                  <a:pt x="152090" y="334684"/>
                </a:lnTo>
                <a:lnTo>
                  <a:pt x="152400" y="321564"/>
                </a:lnTo>
                <a:lnTo>
                  <a:pt x="152376" y="150542"/>
                </a:lnTo>
                <a:lnTo>
                  <a:pt x="152209" y="133350"/>
                </a:lnTo>
                <a:lnTo>
                  <a:pt x="151757" y="117300"/>
                </a:lnTo>
                <a:lnTo>
                  <a:pt x="150876" y="102108"/>
                </a:lnTo>
                <a:lnTo>
                  <a:pt x="175260" y="117348"/>
                </a:lnTo>
                <a:lnTo>
                  <a:pt x="275844" y="27432"/>
                </a:lnTo>
                <a:lnTo>
                  <a:pt x="56388" y="27432"/>
                </a:lnTo>
                <a:lnTo>
                  <a:pt x="45886" y="27741"/>
                </a:lnTo>
                <a:lnTo>
                  <a:pt x="35242" y="28765"/>
                </a:lnTo>
                <a:lnTo>
                  <a:pt x="24884" y="30646"/>
                </a:lnTo>
                <a:lnTo>
                  <a:pt x="15240" y="33528"/>
                </a:lnTo>
                <a:lnTo>
                  <a:pt x="0" y="16764"/>
                </a:lnTo>
                <a:lnTo>
                  <a:pt x="277368" y="16764"/>
                </a:lnTo>
                <a:lnTo>
                  <a:pt x="297180" y="0"/>
                </a:lnTo>
                <a:lnTo>
                  <a:pt x="327660" y="38100"/>
                </a:lnTo>
                <a:lnTo>
                  <a:pt x="306538" y="42410"/>
                </a:lnTo>
                <a:lnTo>
                  <a:pt x="275272" y="57721"/>
                </a:lnTo>
                <a:lnTo>
                  <a:pt x="234005" y="84177"/>
                </a:lnTo>
                <a:lnTo>
                  <a:pt x="182880" y="121920"/>
                </a:lnTo>
                <a:lnTo>
                  <a:pt x="196596" y="132588"/>
                </a:lnTo>
                <a:lnTo>
                  <a:pt x="178308" y="138684"/>
                </a:lnTo>
                <a:lnTo>
                  <a:pt x="178308" y="345948"/>
                </a:lnTo>
                <a:lnTo>
                  <a:pt x="175474" y="361950"/>
                </a:lnTo>
                <a:lnTo>
                  <a:pt x="167068" y="375666"/>
                </a:lnTo>
                <a:lnTo>
                  <a:pt x="153233" y="387096"/>
                </a:lnTo>
                <a:lnTo>
                  <a:pt x="134112" y="39624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50" name="object 50"/>
          <p:cNvGrpSpPr/>
          <p:nvPr/>
        </p:nvGrpSpPr>
        <p:grpSpPr>
          <a:xfrm>
            <a:off x="5242559" y="3974591"/>
            <a:ext cx="852169" cy="403860"/>
            <a:chOff x="5242559" y="3974591"/>
            <a:chExt cx="852169" cy="403860"/>
          </a:xfrm>
        </p:grpSpPr>
        <p:sp>
          <p:nvSpPr>
            <p:cNvPr id="51" name="object 51"/>
            <p:cNvSpPr/>
            <p:nvPr/>
          </p:nvSpPr>
          <p:spPr>
            <a:xfrm>
              <a:off x="5242559" y="3977639"/>
              <a:ext cx="410209" cy="398145"/>
            </a:xfrm>
            <a:custGeom>
              <a:avLst/>
              <a:gdLst/>
              <a:ahLst/>
              <a:cxnLst/>
              <a:rect l="l" t="t" r="r" b="b"/>
              <a:pathLst>
                <a:path w="410210" h="398145">
                  <a:moveTo>
                    <a:pt x="335279" y="112776"/>
                  </a:moveTo>
                  <a:lnTo>
                    <a:pt x="310896" y="112776"/>
                  </a:lnTo>
                  <a:lnTo>
                    <a:pt x="310834" y="35052"/>
                  </a:lnTo>
                  <a:lnTo>
                    <a:pt x="310705" y="24384"/>
                  </a:lnTo>
                  <a:lnTo>
                    <a:pt x="310253" y="11763"/>
                  </a:lnTo>
                  <a:lnTo>
                    <a:pt x="309372" y="0"/>
                  </a:lnTo>
                  <a:lnTo>
                    <a:pt x="350520" y="19812"/>
                  </a:lnTo>
                  <a:lnTo>
                    <a:pt x="335279" y="35052"/>
                  </a:lnTo>
                  <a:lnTo>
                    <a:pt x="335279" y="112776"/>
                  </a:lnTo>
                  <a:close/>
                </a:path>
                <a:path w="410210" h="398145">
                  <a:moveTo>
                    <a:pt x="27432" y="76200"/>
                  </a:moveTo>
                  <a:lnTo>
                    <a:pt x="12192" y="60960"/>
                  </a:lnTo>
                  <a:lnTo>
                    <a:pt x="149352" y="60960"/>
                  </a:lnTo>
                  <a:lnTo>
                    <a:pt x="163068" y="42672"/>
                  </a:lnTo>
                  <a:lnTo>
                    <a:pt x="192023" y="67056"/>
                  </a:lnTo>
                  <a:lnTo>
                    <a:pt x="186436" y="71628"/>
                  </a:lnTo>
                  <a:lnTo>
                    <a:pt x="68580" y="71628"/>
                  </a:lnTo>
                  <a:lnTo>
                    <a:pt x="57435" y="71913"/>
                  </a:lnTo>
                  <a:lnTo>
                    <a:pt x="46863" y="72771"/>
                  </a:lnTo>
                  <a:lnTo>
                    <a:pt x="36861" y="74199"/>
                  </a:lnTo>
                  <a:lnTo>
                    <a:pt x="27432" y="76200"/>
                  </a:lnTo>
                  <a:close/>
                </a:path>
                <a:path w="410210" h="398145">
                  <a:moveTo>
                    <a:pt x="136825" y="188976"/>
                  </a:moveTo>
                  <a:lnTo>
                    <a:pt x="112776" y="188976"/>
                  </a:lnTo>
                  <a:lnTo>
                    <a:pt x="121062" y="164639"/>
                  </a:lnTo>
                  <a:lnTo>
                    <a:pt x="129921" y="137160"/>
                  </a:lnTo>
                  <a:lnTo>
                    <a:pt x="139350" y="106251"/>
                  </a:lnTo>
                  <a:lnTo>
                    <a:pt x="149352" y="71628"/>
                  </a:lnTo>
                  <a:lnTo>
                    <a:pt x="186436" y="71628"/>
                  </a:lnTo>
                  <a:lnTo>
                    <a:pt x="175260" y="80772"/>
                  </a:lnTo>
                  <a:lnTo>
                    <a:pt x="162948" y="117943"/>
                  </a:lnTo>
                  <a:lnTo>
                    <a:pt x="151066" y="151828"/>
                  </a:lnTo>
                  <a:lnTo>
                    <a:pt x="139469" y="182570"/>
                  </a:lnTo>
                  <a:lnTo>
                    <a:pt x="136825" y="188976"/>
                  </a:lnTo>
                  <a:close/>
                </a:path>
                <a:path w="410210" h="398145">
                  <a:moveTo>
                    <a:pt x="187452" y="128016"/>
                  </a:moveTo>
                  <a:lnTo>
                    <a:pt x="172211" y="112776"/>
                  </a:lnTo>
                  <a:lnTo>
                    <a:pt x="353568" y="112776"/>
                  </a:lnTo>
                  <a:lnTo>
                    <a:pt x="376428" y="89916"/>
                  </a:lnTo>
                  <a:lnTo>
                    <a:pt x="409955" y="123444"/>
                  </a:lnTo>
                  <a:lnTo>
                    <a:pt x="228599" y="123444"/>
                  </a:lnTo>
                  <a:lnTo>
                    <a:pt x="217455" y="123729"/>
                  </a:lnTo>
                  <a:lnTo>
                    <a:pt x="206883" y="124587"/>
                  </a:lnTo>
                  <a:lnTo>
                    <a:pt x="196881" y="126015"/>
                  </a:lnTo>
                  <a:lnTo>
                    <a:pt x="187452" y="128016"/>
                  </a:lnTo>
                  <a:close/>
                </a:path>
                <a:path w="410210" h="398145">
                  <a:moveTo>
                    <a:pt x="1524" y="362712"/>
                  </a:moveTo>
                  <a:lnTo>
                    <a:pt x="0" y="355092"/>
                  </a:lnTo>
                  <a:lnTo>
                    <a:pt x="14859" y="339399"/>
                  </a:lnTo>
                  <a:lnTo>
                    <a:pt x="29718" y="322135"/>
                  </a:lnTo>
                  <a:lnTo>
                    <a:pt x="59436" y="283464"/>
                  </a:lnTo>
                  <a:lnTo>
                    <a:pt x="84963" y="245173"/>
                  </a:lnTo>
                  <a:lnTo>
                    <a:pt x="103632" y="210312"/>
                  </a:lnTo>
                  <a:lnTo>
                    <a:pt x="80200" y="177450"/>
                  </a:lnTo>
                  <a:lnTo>
                    <a:pt x="60198" y="149733"/>
                  </a:lnTo>
                  <a:lnTo>
                    <a:pt x="43624" y="127158"/>
                  </a:lnTo>
                  <a:lnTo>
                    <a:pt x="30480" y="109728"/>
                  </a:lnTo>
                  <a:lnTo>
                    <a:pt x="36576" y="103632"/>
                  </a:lnTo>
                  <a:lnTo>
                    <a:pt x="55125" y="125110"/>
                  </a:lnTo>
                  <a:lnTo>
                    <a:pt x="74104" y="146304"/>
                  </a:lnTo>
                  <a:lnTo>
                    <a:pt x="112776" y="188976"/>
                  </a:lnTo>
                  <a:lnTo>
                    <a:pt x="136825" y="188976"/>
                  </a:lnTo>
                  <a:lnTo>
                    <a:pt x="128016" y="210312"/>
                  </a:lnTo>
                  <a:lnTo>
                    <a:pt x="142102" y="231648"/>
                  </a:lnTo>
                  <a:lnTo>
                    <a:pt x="117348" y="231648"/>
                  </a:lnTo>
                  <a:lnTo>
                    <a:pt x="108450" y="246888"/>
                  </a:lnTo>
                  <a:lnTo>
                    <a:pt x="86272" y="278796"/>
                  </a:lnTo>
                  <a:lnTo>
                    <a:pt x="57673" y="311919"/>
                  </a:lnTo>
                  <a:lnTo>
                    <a:pt x="22145" y="345590"/>
                  </a:lnTo>
                  <a:lnTo>
                    <a:pt x="1524" y="362712"/>
                  </a:lnTo>
                  <a:close/>
                </a:path>
                <a:path w="410210" h="398145">
                  <a:moveTo>
                    <a:pt x="334777" y="355092"/>
                  </a:moveTo>
                  <a:lnTo>
                    <a:pt x="300228" y="355092"/>
                  </a:lnTo>
                  <a:lnTo>
                    <a:pt x="306323" y="353568"/>
                  </a:lnTo>
                  <a:lnTo>
                    <a:pt x="310896" y="348996"/>
                  </a:lnTo>
                  <a:lnTo>
                    <a:pt x="310896" y="123444"/>
                  </a:lnTo>
                  <a:lnTo>
                    <a:pt x="335279" y="123444"/>
                  </a:lnTo>
                  <a:lnTo>
                    <a:pt x="335279" y="352044"/>
                  </a:lnTo>
                  <a:lnTo>
                    <a:pt x="334777" y="355092"/>
                  </a:lnTo>
                  <a:close/>
                </a:path>
                <a:path w="410210" h="398145">
                  <a:moveTo>
                    <a:pt x="239268" y="265176"/>
                  </a:moveTo>
                  <a:lnTo>
                    <a:pt x="237744" y="265176"/>
                  </a:lnTo>
                  <a:lnTo>
                    <a:pt x="234600" y="263723"/>
                  </a:lnTo>
                  <a:lnTo>
                    <a:pt x="232029" y="259270"/>
                  </a:lnTo>
                  <a:lnTo>
                    <a:pt x="230028" y="251674"/>
                  </a:lnTo>
                  <a:lnTo>
                    <a:pt x="228599" y="240791"/>
                  </a:lnTo>
                  <a:lnTo>
                    <a:pt x="225147" y="223932"/>
                  </a:lnTo>
                  <a:lnTo>
                    <a:pt x="219265" y="205359"/>
                  </a:lnTo>
                  <a:lnTo>
                    <a:pt x="210812" y="185070"/>
                  </a:lnTo>
                  <a:lnTo>
                    <a:pt x="199644" y="163068"/>
                  </a:lnTo>
                  <a:lnTo>
                    <a:pt x="204216" y="160020"/>
                  </a:lnTo>
                  <a:lnTo>
                    <a:pt x="233743" y="186118"/>
                  </a:lnTo>
                  <a:lnTo>
                    <a:pt x="255270" y="219075"/>
                  </a:lnTo>
                  <a:lnTo>
                    <a:pt x="257556" y="231648"/>
                  </a:lnTo>
                  <a:lnTo>
                    <a:pt x="257556" y="239267"/>
                  </a:lnTo>
                  <a:lnTo>
                    <a:pt x="254508" y="246888"/>
                  </a:lnTo>
                  <a:lnTo>
                    <a:pt x="242316" y="262128"/>
                  </a:lnTo>
                  <a:lnTo>
                    <a:pt x="239268" y="265176"/>
                  </a:lnTo>
                  <a:close/>
                </a:path>
                <a:path w="410210" h="398145">
                  <a:moveTo>
                    <a:pt x="163068" y="345948"/>
                  </a:moveTo>
                  <a:lnTo>
                    <a:pt x="161544" y="345948"/>
                  </a:lnTo>
                  <a:lnTo>
                    <a:pt x="158138" y="343995"/>
                  </a:lnTo>
                  <a:lnTo>
                    <a:pt x="154876" y="338328"/>
                  </a:lnTo>
                  <a:lnTo>
                    <a:pt x="151890" y="329184"/>
                  </a:lnTo>
                  <a:lnTo>
                    <a:pt x="149352" y="316991"/>
                  </a:lnTo>
                  <a:lnTo>
                    <a:pt x="143922" y="298084"/>
                  </a:lnTo>
                  <a:lnTo>
                    <a:pt x="136779" y="277749"/>
                  </a:lnTo>
                  <a:lnTo>
                    <a:pt x="127920" y="255698"/>
                  </a:lnTo>
                  <a:lnTo>
                    <a:pt x="117348" y="231648"/>
                  </a:lnTo>
                  <a:lnTo>
                    <a:pt x="142102" y="231648"/>
                  </a:lnTo>
                  <a:lnTo>
                    <a:pt x="164663" y="269676"/>
                  </a:lnTo>
                  <a:lnTo>
                    <a:pt x="175617" y="311086"/>
                  </a:lnTo>
                  <a:lnTo>
                    <a:pt x="175333" y="316991"/>
                  </a:lnTo>
                  <a:lnTo>
                    <a:pt x="175248" y="329231"/>
                  </a:lnTo>
                  <a:lnTo>
                    <a:pt x="173735" y="335280"/>
                  </a:lnTo>
                  <a:lnTo>
                    <a:pt x="163068" y="345948"/>
                  </a:lnTo>
                  <a:close/>
                </a:path>
                <a:path w="410210" h="398145">
                  <a:moveTo>
                    <a:pt x="297180" y="397764"/>
                  </a:moveTo>
                  <a:lnTo>
                    <a:pt x="293203" y="387477"/>
                  </a:lnTo>
                  <a:lnTo>
                    <a:pt x="281368" y="377190"/>
                  </a:lnTo>
                  <a:lnTo>
                    <a:pt x="261818" y="366903"/>
                  </a:lnTo>
                  <a:lnTo>
                    <a:pt x="234696" y="356616"/>
                  </a:lnTo>
                  <a:lnTo>
                    <a:pt x="234696" y="347472"/>
                  </a:lnTo>
                  <a:lnTo>
                    <a:pt x="258651" y="351234"/>
                  </a:lnTo>
                  <a:lnTo>
                    <a:pt x="277749" y="353568"/>
                  </a:lnTo>
                  <a:lnTo>
                    <a:pt x="291703" y="354758"/>
                  </a:lnTo>
                  <a:lnTo>
                    <a:pt x="300228" y="355092"/>
                  </a:lnTo>
                  <a:lnTo>
                    <a:pt x="334777" y="355092"/>
                  </a:lnTo>
                  <a:lnTo>
                    <a:pt x="332970" y="366045"/>
                  </a:lnTo>
                  <a:lnTo>
                    <a:pt x="325945" y="378333"/>
                  </a:lnTo>
                  <a:lnTo>
                    <a:pt x="314063" y="388905"/>
                  </a:lnTo>
                  <a:lnTo>
                    <a:pt x="297180" y="397764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" name="object 52"/>
            <p:cNvSpPr/>
            <p:nvPr/>
          </p:nvSpPr>
          <p:spPr>
            <a:xfrm>
              <a:off x="5692139" y="3974591"/>
              <a:ext cx="402590" cy="403860"/>
            </a:xfrm>
            <a:custGeom>
              <a:avLst/>
              <a:gdLst/>
              <a:ahLst/>
              <a:cxnLst/>
              <a:rect l="l" t="t" r="r" b="b"/>
              <a:pathLst>
                <a:path w="402589" h="403860">
                  <a:moveTo>
                    <a:pt x="173736" y="117348"/>
                  </a:moveTo>
                  <a:lnTo>
                    <a:pt x="169163" y="114300"/>
                  </a:lnTo>
                  <a:lnTo>
                    <a:pt x="178331" y="102298"/>
                  </a:lnTo>
                  <a:lnTo>
                    <a:pt x="187642" y="89154"/>
                  </a:lnTo>
                  <a:lnTo>
                    <a:pt x="215836" y="43719"/>
                  </a:lnTo>
                  <a:lnTo>
                    <a:pt x="234696" y="0"/>
                  </a:lnTo>
                  <a:lnTo>
                    <a:pt x="268224" y="19812"/>
                  </a:lnTo>
                  <a:lnTo>
                    <a:pt x="259961" y="23764"/>
                  </a:lnTo>
                  <a:lnTo>
                    <a:pt x="251269" y="30861"/>
                  </a:lnTo>
                  <a:lnTo>
                    <a:pt x="242292" y="40814"/>
                  </a:lnTo>
                  <a:lnTo>
                    <a:pt x="233172" y="53340"/>
                  </a:lnTo>
                  <a:lnTo>
                    <a:pt x="335280" y="53340"/>
                  </a:lnTo>
                  <a:lnTo>
                    <a:pt x="344424" y="62484"/>
                  </a:lnTo>
                  <a:lnTo>
                    <a:pt x="340274" y="64008"/>
                  </a:lnTo>
                  <a:lnTo>
                    <a:pt x="228599" y="64008"/>
                  </a:lnTo>
                  <a:lnTo>
                    <a:pt x="214883" y="78557"/>
                  </a:lnTo>
                  <a:lnTo>
                    <a:pt x="201168" y="92392"/>
                  </a:lnTo>
                  <a:lnTo>
                    <a:pt x="187452" y="105370"/>
                  </a:lnTo>
                  <a:lnTo>
                    <a:pt x="173736" y="117348"/>
                  </a:lnTo>
                  <a:close/>
                </a:path>
                <a:path w="402589" h="403860">
                  <a:moveTo>
                    <a:pt x="12191" y="57912"/>
                  </a:moveTo>
                  <a:lnTo>
                    <a:pt x="10667" y="51816"/>
                  </a:lnTo>
                  <a:lnTo>
                    <a:pt x="28074" y="48101"/>
                  </a:lnTo>
                  <a:lnTo>
                    <a:pt x="45910" y="43815"/>
                  </a:lnTo>
                  <a:lnTo>
                    <a:pt x="99702" y="28384"/>
                  </a:lnTo>
                  <a:lnTo>
                    <a:pt x="140208" y="6096"/>
                  </a:lnTo>
                  <a:lnTo>
                    <a:pt x="167640" y="33528"/>
                  </a:lnTo>
                  <a:lnTo>
                    <a:pt x="155567" y="34980"/>
                  </a:lnTo>
                  <a:lnTo>
                    <a:pt x="141922" y="37147"/>
                  </a:lnTo>
                  <a:lnTo>
                    <a:pt x="126277" y="40171"/>
                  </a:lnTo>
                  <a:lnTo>
                    <a:pt x="108204" y="44196"/>
                  </a:lnTo>
                  <a:lnTo>
                    <a:pt x="108204" y="47244"/>
                  </a:lnTo>
                  <a:lnTo>
                    <a:pt x="85344" y="47244"/>
                  </a:lnTo>
                  <a:lnTo>
                    <a:pt x="66198" y="50411"/>
                  </a:lnTo>
                  <a:lnTo>
                    <a:pt x="47624" y="53149"/>
                  </a:lnTo>
                  <a:lnTo>
                    <a:pt x="12191" y="57912"/>
                  </a:lnTo>
                  <a:close/>
                </a:path>
                <a:path w="402589" h="403860">
                  <a:moveTo>
                    <a:pt x="335280" y="53340"/>
                  </a:moveTo>
                  <a:lnTo>
                    <a:pt x="300228" y="53340"/>
                  </a:lnTo>
                  <a:lnTo>
                    <a:pt x="316992" y="35052"/>
                  </a:lnTo>
                  <a:lnTo>
                    <a:pt x="335280" y="53340"/>
                  </a:lnTo>
                  <a:close/>
                </a:path>
                <a:path w="402589" h="403860">
                  <a:moveTo>
                    <a:pt x="108204" y="126492"/>
                  </a:moveTo>
                  <a:lnTo>
                    <a:pt x="85344" y="126492"/>
                  </a:lnTo>
                  <a:lnTo>
                    <a:pt x="85344" y="47244"/>
                  </a:lnTo>
                  <a:lnTo>
                    <a:pt x="108204" y="47244"/>
                  </a:lnTo>
                  <a:lnTo>
                    <a:pt x="108204" y="126492"/>
                  </a:lnTo>
                  <a:close/>
                </a:path>
                <a:path w="402589" h="403860">
                  <a:moveTo>
                    <a:pt x="280416" y="124968"/>
                  </a:moveTo>
                  <a:lnTo>
                    <a:pt x="269748" y="124968"/>
                  </a:lnTo>
                  <a:lnTo>
                    <a:pt x="303275" y="64008"/>
                  </a:lnTo>
                  <a:lnTo>
                    <a:pt x="340274" y="64008"/>
                  </a:lnTo>
                  <a:lnTo>
                    <a:pt x="336708" y="65317"/>
                  </a:lnTo>
                  <a:lnTo>
                    <a:pt x="329564" y="69151"/>
                  </a:lnTo>
                  <a:lnTo>
                    <a:pt x="300990" y="96393"/>
                  </a:lnTo>
                  <a:lnTo>
                    <a:pt x="291274" y="109251"/>
                  </a:lnTo>
                  <a:lnTo>
                    <a:pt x="280416" y="124968"/>
                  </a:lnTo>
                  <a:close/>
                </a:path>
                <a:path w="402589" h="403860">
                  <a:moveTo>
                    <a:pt x="19811" y="141732"/>
                  </a:moveTo>
                  <a:lnTo>
                    <a:pt x="3047" y="126492"/>
                  </a:lnTo>
                  <a:lnTo>
                    <a:pt x="121920" y="126492"/>
                  </a:lnTo>
                  <a:lnTo>
                    <a:pt x="143256" y="105156"/>
                  </a:lnTo>
                  <a:lnTo>
                    <a:pt x="172211" y="137160"/>
                  </a:lnTo>
                  <a:lnTo>
                    <a:pt x="60959" y="137160"/>
                  </a:lnTo>
                  <a:lnTo>
                    <a:pt x="49815" y="137445"/>
                  </a:lnTo>
                  <a:lnTo>
                    <a:pt x="39242" y="138303"/>
                  </a:lnTo>
                  <a:lnTo>
                    <a:pt x="29241" y="139731"/>
                  </a:lnTo>
                  <a:lnTo>
                    <a:pt x="19811" y="141732"/>
                  </a:lnTo>
                  <a:close/>
                </a:path>
                <a:path w="402589" h="403860">
                  <a:moveTo>
                    <a:pt x="188975" y="140208"/>
                  </a:moveTo>
                  <a:lnTo>
                    <a:pt x="173736" y="124968"/>
                  </a:lnTo>
                  <a:lnTo>
                    <a:pt x="344424" y="124968"/>
                  </a:lnTo>
                  <a:lnTo>
                    <a:pt x="356616" y="106680"/>
                  </a:lnTo>
                  <a:lnTo>
                    <a:pt x="384048" y="128016"/>
                  </a:lnTo>
                  <a:lnTo>
                    <a:pt x="375475" y="135636"/>
                  </a:lnTo>
                  <a:lnTo>
                    <a:pt x="231648" y="135636"/>
                  </a:lnTo>
                  <a:lnTo>
                    <a:pt x="220479" y="135921"/>
                  </a:lnTo>
                  <a:lnTo>
                    <a:pt x="209740" y="136779"/>
                  </a:lnTo>
                  <a:lnTo>
                    <a:pt x="199286" y="138207"/>
                  </a:lnTo>
                  <a:lnTo>
                    <a:pt x="188975" y="140208"/>
                  </a:lnTo>
                  <a:close/>
                </a:path>
                <a:path w="402589" h="403860">
                  <a:moveTo>
                    <a:pt x="207263" y="192024"/>
                  </a:moveTo>
                  <a:lnTo>
                    <a:pt x="192024" y="176784"/>
                  </a:lnTo>
                  <a:lnTo>
                    <a:pt x="347472" y="176784"/>
                  </a:lnTo>
                  <a:lnTo>
                    <a:pt x="347472" y="135636"/>
                  </a:lnTo>
                  <a:lnTo>
                    <a:pt x="375475" y="135636"/>
                  </a:lnTo>
                  <a:lnTo>
                    <a:pt x="370331" y="140208"/>
                  </a:lnTo>
                  <a:lnTo>
                    <a:pt x="370392" y="187452"/>
                  </a:lnTo>
                  <a:lnTo>
                    <a:pt x="248411" y="187452"/>
                  </a:lnTo>
                  <a:lnTo>
                    <a:pt x="237267" y="187737"/>
                  </a:lnTo>
                  <a:lnTo>
                    <a:pt x="226695" y="188595"/>
                  </a:lnTo>
                  <a:lnTo>
                    <a:pt x="216693" y="190023"/>
                  </a:lnTo>
                  <a:lnTo>
                    <a:pt x="207263" y="192024"/>
                  </a:lnTo>
                  <a:close/>
                </a:path>
                <a:path w="402589" h="403860">
                  <a:moveTo>
                    <a:pt x="4571" y="323088"/>
                  </a:moveTo>
                  <a:lnTo>
                    <a:pt x="0" y="320040"/>
                  </a:lnTo>
                  <a:lnTo>
                    <a:pt x="15406" y="296060"/>
                  </a:lnTo>
                  <a:lnTo>
                    <a:pt x="29527" y="272224"/>
                  </a:lnTo>
                  <a:lnTo>
                    <a:pt x="53339" y="225552"/>
                  </a:lnTo>
                  <a:lnTo>
                    <a:pt x="70865" y="179641"/>
                  </a:lnTo>
                  <a:lnTo>
                    <a:pt x="83820" y="137160"/>
                  </a:lnTo>
                  <a:lnTo>
                    <a:pt x="108204" y="137160"/>
                  </a:lnTo>
                  <a:lnTo>
                    <a:pt x="108204" y="172212"/>
                  </a:lnTo>
                  <a:lnTo>
                    <a:pt x="119086" y="177069"/>
                  </a:lnTo>
                  <a:lnTo>
                    <a:pt x="126888" y="181356"/>
                  </a:lnTo>
                  <a:lnTo>
                    <a:pt x="108204" y="181356"/>
                  </a:lnTo>
                  <a:lnTo>
                    <a:pt x="108210" y="204216"/>
                  </a:lnTo>
                  <a:lnTo>
                    <a:pt x="85344" y="204216"/>
                  </a:lnTo>
                  <a:lnTo>
                    <a:pt x="69294" y="237363"/>
                  </a:lnTo>
                  <a:lnTo>
                    <a:pt x="50672" y="268224"/>
                  </a:lnTo>
                  <a:lnTo>
                    <a:pt x="29194" y="296799"/>
                  </a:lnTo>
                  <a:lnTo>
                    <a:pt x="4571" y="323088"/>
                  </a:lnTo>
                  <a:close/>
                </a:path>
                <a:path w="402589" h="403860">
                  <a:moveTo>
                    <a:pt x="152400" y="248411"/>
                  </a:moveTo>
                  <a:lnTo>
                    <a:pt x="146304" y="248411"/>
                  </a:lnTo>
                  <a:lnTo>
                    <a:pt x="141732" y="242316"/>
                  </a:lnTo>
                  <a:lnTo>
                    <a:pt x="137160" y="230123"/>
                  </a:lnTo>
                  <a:lnTo>
                    <a:pt x="131778" y="216717"/>
                  </a:lnTo>
                  <a:lnTo>
                    <a:pt x="124968" y="204025"/>
                  </a:lnTo>
                  <a:lnTo>
                    <a:pt x="117014" y="192190"/>
                  </a:lnTo>
                  <a:lnTo>
                    <a:pt x="108204" y="181356"/>
                  </a:lnTo>
                  <a:lnTo>
                    <a:pt x="126888" y="181356"/>
                  </a:lnTo>
                  <a:lnTo>
                    <a:pt x="157924" y="207835"/>
                  </a:lnTo>
                  <a:lnTo>
                    <a:pt x="161544" y="219456"/>
                  </a:lnTo>
                  <a:lnTo>
                    <a:pt x="161544" y="225552"/>
                  </a:lnTo>
                  <a:lnTo>
                    <a:pt x="160020" y="231647"/>
                  </a:lnTo>
                  <a:lnTo>
                    <a:pt x="156972" y="237744"/>
                  </a:lnTo>
                  <a:lnTo>
                    <a:pt x="153924" y="245364"/>
                  </a:lnTo>
                  <a:lnTo>
                    <a:pt x="152400" y="248411"/>
                  </a:lnTo>
                  <a:close/>
                </a:path>
                <a:path w="402589" h="403860">
                  <a:moveTo>
                    <a:pt x="188975" y="242316"/>
                  </a:moveTo>
                  <a:lnTo>
                    <a:pt x="173736" y="227076"/>
                  </a:lnTo>
                  <a:lnTo>
                    <a:pt x="347472" y="227076"/>
                  </a:lnTo>
                  <a:lnTo>
                    <a:pt x="347472" y="187452"/>
                  </a:lnTo>
                  <a:lnTo>
                    <a:pt x="370392" y="187452"/>
                  </a:lnTo>
                  <a:lnTo>
                    <a:pt x="370499" y="207835"/>
                  </a:lnTo>
                  <a:lnTo>
                    <a:pt x="370610" y="216717"/>
                  </a:lnTo>
                  <a:lnTo>
                    <a:pt x="370974" y="235362"/>
                  </a:lnTo>
                  <a:lnTo>
                    <a:pt x="371118" y="237744"/>
                  </a:lnTo>
                  <a:lnTo>
                    <a:pt x="231648" y="237744"/>
                  </a:lnTo>
                  <a:lnTo>
                    <a:pt x="220479" y="238029"/>
                  </a:lnTo>
                  <a:lnTo>
                    <a:pt x="209740" y="238887"/>
                  </a:lnTo>
                  <a:lnTo>
                    <a:pt x="199286" y="240315"/>
                  </a:lnTo>
                  <a:lnTo>
                    <a:pt x="188975" y="242316"/>
                  </a:lnTo>
                  <a:close/>
                </a:path>
                <a:path w="402589" h="403860">
                  <a:moveTo>
                    <a:pt x="83820" y="403860"/>
                  </a:moveTo>
                  <a:lnTo>
                    <a:pt x="84701" y="368165"/>
                  </a:lnTo>
                  <a:lnTo>
                    <a:pt x="85090" y="329184"/>
                  </a:lnTo>
                  <a:lnTo>
                    <a:pt x="85217" y="301942"/>
                  </a:lnTo>
                  <a:lnTo>
                    <a:pt x="85344" y="204216"/>
                  </a:lnTo>
                  <a:lnTo>
                    <a:pt x="108210" y="204216"/>
                  </a:lnTo>
                  <a:lnTo>
                    <a:pt x="108330" y="296799"/>
                  </a:lnTo>
                  <a:lnTo>
                    <a:pt x="108798" y="358902"/>
                  </a:lnTo>
                  <a:lnTo>
                    <a:pt x="109728" y="390144"/>
                  </a:lnTo>
                  <a:lnTo>
                    <a:pt x="83820" y="403860"/>
                  </a:lnTo>
                  <a:close/>
                </a:path>
                <a:path w="402589" h="403860">
                  <a:moveTo>
                    <a:pt x="347472" y="260604"/>
                  </a:moveTo>
                  <a:lnTo>
                    <a:pt x="347472" y="237744"/>
                  </a:lnTo>
                  <a:lnTo>
                    <a:pt x="371118" y="237744"/>
                  </a:lnTo>
                  <a:lnTo>
                    <a:pt x="371855" y="249935"/>
                  </a:lnTo>
                  <a:lnTo>
                    <a:pt x="347472" y="260604"/>
                  </a:lnTo>
                  <a:close/>
                </a:path>
                <a:path w="402589" h="403860">
                  <a:moveTo>
                    <a:pt x="281940" y="315468"/>
                  </a:moveTo>
                  <a:lnTo>
                    <a:pt x="275844" y="315468"/>
                  </a:lnTo>
                  <a:lnTo>
                    <a:pt x="271272" y="301752"/>
                  </a:lnTo>
                  <a:lnTo>
                    <a:pt x="266985" y="290893"/>
                  </a:lnTo>
                  <a:lnTo>
                    <a:pt x="260985" y="278892"/>
                  </a:lnTo>
                  <a:lnTo>
                    <a:pt x="253269" y="265747"/>
                  </a:lnTo>
                  <a:lnTo>
                    <a:pt x="243840" y="251459"/>
                  </a:lnTo>
                  <a:lnTo>
                    <a:pt x="246887" y="248411"/>
                  </a:lnTo>
                  <a:lnTo>
                    <a:pt x="283749" y="273700"/>
                  </a:lnTo>
                  <a:lnTo>
                    <a:pt x="294132" y="289559"/>
                  </a:lnTo>
                  <a:lnTo>
                    <a:pt x="294030" y="296060"/>
                  </a:lnTo>
                  <a:lnTo>
                    <a:pt x="292608" y="301752"/>
                  </a:lnTo>
                  <a:lnTo>
                    <a:pt x="288036" y="307847"/>
                  </a:lnTo>
                  <a:lnTo>
                    <a:pt x="283463" y="312420"/>
                  </a:lnTo>
                  <a:lnTo>
                    <a:pt x="281940" y="315468"/>
                  </a:lnTo>
                  <a:close/>
                </a:path>
                <a:path w="402589" h="403860">
                  <a:moveTo>
                    <a:pt x="312420" y="385572"/>
                  </a:moveTo>
                  <a:lnTo>
                    <a:pt x="237744" y="385572"/>
                  </a:lnTo>
                  <a:lnTo>
                    <a:pt x="224861" y="382952"/>
                  </a:lnTo>
                  <a:lnTo>
                    <a:pt x="215836" y="377190"/>
                  </a:lnTo>
                  <a:lnTo>
                    <a:pt x="210526" y="367998"/>
                  </a:lnTo>
                  <a:lnTo>
                    <a:pt x="208787" y="355092"/>
                  </a:lnTo>
                  <a:lnTo>
                    <a:pt x="208719" y="329184"/>
                  </a:lnTo>
                  <a:lnTo>
                    <a:pt x="208605" y="315468"/>
                  </a:lnTo>
                  <a:lnTo>
                    <a:pt x="208145" y="295298"/>
                  </a:lnTo>
                  <a:lnTo>
                    <a:pt x="207263" y="277368"/>
                  </a:lnTo>
                  <a:lnTo>
                    <a:pt x="243840" y="292608"/>
                  </a:lnTo>
                  <a:lnTo>
                    <a:pt x="231648" y="303276"/>
                  </a:lnTo>
                  <a:lnTo>
                    <a:pt x="231648" y="345948"/>
                  </a:lnTo>
                  <a:lnTo>
                    <a:pt x="233338" y="355044"/>
                  </a:lnTo>
                  <a:lnTo>
                    <a:pt x="238315" y="361569"/>
                  </a:lnTo>
                  <a:lnTo>
                    <a:pt x="246435" y="365236"/>
                  </a:lnTo>
                  <a:lnTo>
                    <a:pt x="257556" y="365760"/>
                  </a:lnTo>
                  <a:lnTo>
                    <a:pt x="353160" y="365760"/>
                  </a:lnTo>
                  <a:lnTo>
                    <a:pt x="348210" y="373570"/>
                  </a:lnTo>
                  <a:lnTo>
                    <a:pt x="338899" y="381000"/>
                  </a:lnTo>
                  <a:lnTo>
                    <a:pt x="327017" y="385000"/>
                  </a:lnTo>
                  <a:lnTo>
                    <a:pt x="312420" y="385572"/>
                  </a:lnTo>
                  <a:close/>
                </a:path>
                <a:path w="402589" h="403860">
                  <a:moveTo>
                    <a:pt x="388620" y="365760"/>
                  </a:moveTo>
                  <a:lnTo>
                    <a:pt x="385572" y="365760"/>
                  </a:lnTo>
                  <a:lnTo>
                    <a:pt x="384048" y="362712"/>
                  </a:lnTo>
                  <a:lnTo>
                    <a:pt x="381000" y="358140"/>
                  </a:lnTo>
                  <a:lnTo>
                    <a:pt x="364783" y="321754"/>
                  </a:lnTo>
                  <a:lnTo>
                    <a:pt x="344424" y="292608"/>
                  </a:lnTo>
                  <a:lnTo>
                    <a:pt x="347472" y="289559"/>
                  </a:lnTo>
                  <a:lnTo>
                    <a:pt x="387096" y="315468"/>
                  </a:lnTo>
                  <a:lnTo>
                    <a:pt x="402336" y="339852"/>
                  </a:lnTo>
                  <a:lnTo>
                    <a:pt x="402336" y="344424"/>
                  </a:lnTo>
                  <a:lnTo>
                    <a:pt x="396240" y="356616"/>
                  </a:lnTo>
                  <a:lnTo>
                    <a:pt x="391668" y="362712"/>
                  </a:lnTo>
                  <a:lnTo>
                    <a:pt x="388620" y="365760"/>
                  </a:lnTo>
                  <a:close/>
                </a:path>
                <a:path w="402589" h="403860">
                  <a:moveTo>
                    <a:pt x="156972" y="365760"/>
                  </a:moveTo>
                  <a:lnTo>
                    <a:pt x="141732" y="365760"/>
                  </a:lnTo>
                  <a:lnTo>
                    <a:pt x="138684" y="364236"/>
                  </a:lnTo>
                  <a:lnTo>
                    <a:pt x="135636" y="361188"/>
                  </a:lnTo>
                  <a:lnTo>
                    <a:pt x="135667" y="355044"/>
                  </a:lnTo>
                  <a:lnTo>
                    <a:pt x="138684" y="350520"/>
                  </a:lnTo>
                  <a:lnTo>
                    <a:pt x="146304" y="342900"/>
                  </a:lnTo>
                  <a:lnTo>
                    <a:pt x="152889" y="334589"/>
                  </a:lnTo>
                  <a:lnTo>
                    <a:pt x="158877" y="323469"/>
                  </a:lnTo>
                  <a:lnTo>
                    <a:pt x="164306" y="309467"/>
                  </a:lnTo>
                  <a:lnTo>
                    <a:pt x="169163" y="292608"/>
                  </a:lnTo>
                  <a:lnTo>
                    <a:pt x="175260" y="292608"/>
                  </a:lnTo>
                  <a:lnTo>
                    <a:pt x="176040" y="309467"/>
                  </a:lnTo>
                  <a:lnTo>
                    <a:pt x="176135" y="315896"/>
                  </a:lnTo>
                  <a:lnTo>
                    <a:pt x="176098" y="327660"/>
                  </a:lnTo>
                  <a:lnTo>
                    <a:pt x="175474" y="338042"/>
                  </a:lnTo>
                  <a:lnTo>
                    <a:pt x="173736" y="347472"/>
                  </a:lnTo>
                  <a:lnTo>
                    <a:pt x="172211" y="358140"/>
                  </a:lnTo>
                  <a:lnTo>
                    <a:pt x="167640" y="362712"/>
                  </a:lnTo>
                  <a:lnTo>
                    <a:pt x="163068" y="364236"/>
                  </a:lnTo>
                  <a:lnTo>
                    <a:pt x="156972" y="365760"/>
                  </a:lnTo>
                  <a:close/>
                </a:path>
                <a:path w="402589" h="403860">
                  <a:moveTo>
                    <a:pt x="353160" y="365760"/>
                  </a:moveTo>
                  <a:lnTo>
                    <a:pt x="306324" y="365760"/>
                  </a:lnTo>
                  <a:lnTo>
                    <a:pt x="313467" y="363474"/>
                  </a:lnTo>
                  <a:lnTo>
                    <a:pt x="318897" y="358902"/>
                  </a:lnTo>
                  <a:lnTo>
                    <a:pt x="322611" y="352044"/>
                  </a:lnTo>
                  <a:lnTo>
                    <a:pt x="324611" y="342900"/>
                  </a:lnTo>
                  <a:lnTo>
                    <a:pt x="327419" y="320040"/>
                  </a:lnTo>
                  <a:lnTo>
                    <a:pt x="329183" y="304799"/>
                  </a:lnTo>
                  <a:lnTo>
                    <a:pt x="335280" y="304799"/>
                  </a:lnTo>
                  <a:lnTo>
                    <a:pt x="338328" y="342900"/>
                  </a:lnTo>
                  <a:lnTo>
                    <a:pt x="355092" y="362712"/>
                  </a:lnTo>
                  <a:lnTo>
                    <a:pt x="353160" y="365760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53" name="object 53"/>
          <p:cNvSpPr/>
          <p:nvPr/>
        </p:nvSpPr>
        <p:spPr>
          <a:xfrm>
            <a:off x="6146291" y="3971544"/>
            <a:ext cx="387350" cy="405765"/>
          </a:xfrm>
          <a:custGeom>
            <a:avLst/>
            <a:gdLst/>
            <a:ahLst/>
            <a:cxnLst/>
            <a:rect l="l" t="t" r="r" b="b"/>
            <a:pathLst>
              <a:path w="387350" h="405764">
                <a:moveTo>
                  <a:pt x="199644" y="71628"/>
                </a:moveTo>
                <a:lnTo>
                  <a:pt x="193548" y="71628"/>
                </a:lnTo>
                <a:lnTo>
                  <a:pt x="190500" y="67056"/>
                </a:lnTo>
                <a:lnTo>
                  <a:pt x="188976" y="56388"/>
                </a:lnTo>
                <a:lnTo>
                  <a:pt x="185547" y="44648"/>
                </a:lnTo>
                <a:lnTo>
                  <a:pt x="179832" y="32194"/>
                </a:lnTo>
                <a:lnTo>
                  <a:pt x="171831" y="18883"/>
                </a:lnTo>
                <a:lnTo>
                  <a:pt x="161544" y="4572"/>
                </a:lnTo>
                <a:lnTo>
                  <a:pt x="164592" y="0"/>
                </a:lnTo>
                <a:lnTo>
                  <a:pt x="201239" y="22288"/>
                </a:lnTo>
                <a:lnTo>
                  <a:pt x="214884" y="39624"/>
                </a:lnTo>
                <a:lnTo>
                  <a:pt x="214884" y="51816"/>
                </a:lnTo>
                <a:lnTo>
                  <a:pt x="213360" y="57912"/>
                </a:lnTo>
                <a:lnTo>
                  <a:pt x="207264" y="62484"/>
                </a:lnTo>
                <a:lnTo>
                  <a:pt x="202692" y="68580"/>
                </a:lnTo>
                <a:lnTo>
                  <a:pt x="199644" y="71628"/>
                </a:lnTo>
                <a:close/>
              </a:path>
              <a:path w="387350" h="405764">
                <a:moveTo>
                  <a:pt x="36576" y="140208"/>
                </a:moveTo>
                <a:lnTo>
                  <a:pt x="28956" y="140208"/>
                </a:lnTo>
                <a:lnTo>
                  <a:pt x="24384" y="138684"/>
                </a:lnTo>
                <a:lnTo>
                  <a:pt x="15240" y="132588"/>
                </a:lnTo>
                <a:lnTo>
                  <a:pt x="13716" y="131064"/>
                </a:lnTo>
                <a:lnTo>
                  <a:pt x="13716" y="124968"/>
                </a:lnTo>
                <a:lnTo>
                  <a:pt x="18288" y="118872"/>
                </a:lnTo>
                <a:lnTo>
                  <a:pt x="27432" y="109728"/>
                </a:lnTo>
                <a:lnTo>
                  <a:pt x="35742" y="100298"/>
                </a:lnTo>
                <a:lnTo>
                  <a:pt x="42481" y="88011"/>
                </a:lnTo>
                <a:lnTo>
                  <a:pt x="47791" y="72866"/>
                </a:lnTo>
                <a:lnTo>
                  <a:pt x="51816" y="54864"/>
                </a:lnTo>
                <a:lnTo>
                  <a:pt x="59436" y="54864"/>
                </a:lnTo>
                <a:lnTo>
                  <a:pt x="59436" y="77724"/>
                </a:lnTo>
                <a:lnTo>
                  <a:pt x="367747" y="77724"/>
                </a:lnTo>
                <a:lnTo>
                  <a:pt x="375699" y="86868"/>
                </a:lnTo>
                <a:lnTo>
                  <a:pt x="59436" y="86868"/>
                </a:lnTo>
                <a:lnTo>
                  <a:pt x="58840" y="105179"/>
                </a:lnTo>
                <a:lnTo>
                  <a:pt x="56959" y="119062"/>
                </a:lnTo>
                <a:lnTo>
                  <a:pt x="53649" y="128658"/>
                </a:lnTo>
                <a:lnTo>
                  <a:pt x="48768" y="134112"/>
                </a:lnTo>
                <a:lnTo>
                  <a:pt x="41148" y="137160"/>
                </a:lnTo>
                <a:lnTo>
                  <a:pt x="36576" y="140208"/>
                </a:lnTo>
                <a:close/>
              </a:path>
              <a:path w="387350" h="405764">
                <a:moveTo>
                  <a:pt x="367747" y="77724"/>
                </a:moveTo>
                <a:lnTo>
                  <a:pt x="332232" y="77724"/>
                </a:lnTo>
                <a:lnTo>
                  <a:pt x="350520" y="57912"/>
                </a:lnTo>
                <a:lnTo>
                  <a:pt x="367747" y="77724"/>
                </a:lnTo>
                <a:close/>
              </a:path>
              <a:path w="387350" h="405764">
                <a:moveTo>
                  <a:pt x="318516" y="134112"/>
                </a:moveTo>
                <a:lnTo>
                  <a:pt x="312420" y="131064"/>
                </a:lnTo>
                <a:lnTo>
                  <a:pt x="335280" y="86868"/>
                </a:lnTo>
                <a:lnTo>
                  <a:pt x="375699" y="86868"/>
                </a:lnTo>
                <a:lnTo>
                  <a:pt x="381000" y="92964"/>
                </a:lnTo>
                <a:lnTo>
                  <a:pt x="367807" y="95535"/>
                </a:lnTo>
                <a:lnTo>
                  <a:pt x="353187" y="103251"/>
                </a:lnTo>
                <a:lnTo>
                  <a:pt x="336851" y="116109"/>
                </a:lnTo>
                <a:lnTo>
                  <a:pt x="318516" y="134112"/>
                </a:lnTo>
                <a:close/>
              </a:path>
              <a:path w="387350" h="405764">
                <a:moveTo>
                  <a:pt x="42672" y="176784"/>
                </a:moveTo>
                <a:lnTo>
                  <a:pt x="27432" y="160020"/>
                </a:lnTo>
                <a:lnTo>
                  <a:pt x="298704" y="160020"/>
                </a:lnTo>
                <a:lnTo>
                  <a:pt x="323088" y="135636"/>
                </a:lnTo>
                <a:lnTo>
                  <a:pt x="358140" y="170688"/>
                </a:lnTo>
                <a:lnTo>
                  <a:pt x="85344" y="170688"/>
                </a:lnTo>
                <a:lnTo>
                  <a:pt x="74175" y="170997"/>
                </a:lnTo>
                <a:lnTo>
                  <a:pt x="63436" y="172021"/>
                </a:lnTo>
                <a:lnTo>
                  <a:pt x="52982" y="173902"/>
                </a:lnTo>
                <a:lnTo>
                  <a:pt x="42672" y="176784"/>
                </a:lnTo>
                <a:close/>
              </a:path>
              <a:path w="387350" h="405764">
                <a:moveTo>
                  <a:pt x="207264" y="350520"/>
                </a:moveTo>
                <a:lnTo>
                  <a:pt x="182880" y="350520"/>
                </a:lnTo>
                <a:lnTo>
                  <a:pt x="182880" y="170688"/>
                </a:lnTo>
                <a:lnTo>
                  <a:pt x="207264" y="170688"/>
                </a:lnTo>
                <a:lnTo>
                  <a:pt x="207264" y="256032"/>
                </a:lnTo>
                <a:lnTo>
                  <a:pt x="330708" y="256032"/>
                </a:lnTo>
                <a:lnTo>
                  <a:pt x="341376" y="266700"/>
                </a:lnTo>
                <a:lnTo>
                  <a:pt x="207264" y="266700"/>
                </a:lnTo>
                <a:lnTo>
                  <a:pt x="207264" y="350520"/>
                </a:lnTo>
                <a:close/>
              </a:path>
              <a:path w="387350" h="405764">
                <a:moveTo>
                  <a:pt x="3048" y="405384"/>
                </a:moveTo>
                <a:lnTo>
                  <a:pt x="0" y="400812"/>
                </a:lnTo>
                <a:lnTo>
                  <a:pt x="15144" y="384810"/>
                </a:lnTo>
                <a:lnTo>
                  <a:pt x="28575" y="368808"/>
                </a:lnTo>
                <a:lnTo>
                  <a:pt x="50292" y="336804"/>
                </a:lnTo>
                <a:lnTo>
                  <a:pt x="70008" y="287297"/>
                </a:lnTo>
                <a:lnTo>
                  <a:pt x="78867" y="239077"/>
                </a:lnTo>
                <a:lnTo>
                  <a:pt x="82296" y="205740"/>
                </a:lnTo>
                <a:lnTo>
                  <a:pt x="123444" y="227076"/>
                </a:lnTo>
                <a:lnTo>
                  <a:pt x="103822" y="260223"/>
                </a:lnTo>
                <a:lnTo>
                  <a:pt x="99060" y="278892"/>
                </a:lnTo>
                <a:lnTo>
                  <a:pt x="106519" y="289560"/>
                </a:lnTo>
                <a:lnTo>
                  <a:pt x="96012" y="289560"/>
                </a:lnTo>
                <a:lnTo>
                  <a:pt x="79057" y="325755"/>
                </a:lnTo>
                <a:lnTo>
                  <a:pt x="49768" y="367665"/>
                </a:lnTo>
                <a:lnTo>
                  <a:pt x="21097" y="392811"/>
                </a:lnTo>
                <a:lnTo>
                  <a:pt x="3048" y="405384"/>
                </a:lnTo>
                <a:close/>
              </a:path>
              <a:path w="387350" h="405764">
                <a:moveTo>
                  <a:pt x="330708" y="256032"/>
                </a:moveTo>
                <a:lnTo>
                  <a:pt x="284988" y="256032"/>
                </a:lnTo>
                <a:lnTo>
                  <a:pt x="307847" y="233172"/>
                </a:lnTo>
                <a:lnTo>
                  <a:pt x="330708" y="256032"/>
                </a:lnTo>
                <a:close/>
              </a:path>
              <a:path w="387350" h="405764">
                <a:moveTo>
                  <a:pt x="350520" y="394716"/>
                </a:moveTo>
                <a:lnTo>
                  <a:pt x="308562" y="393906"/>
                </a:lnTo>
                <a:lnTo>
                  <a:pt x="241220" y="388286"/>
                </a:lnTo>
                <a:lnTo>
                  <a:pt x="195572" y="378594"/>
                </a:lnTo>
                <a:lnTo>
                  <a:pt x="159615" y="361973"/>
                </a:lnTo>
                <a:lnTo>
                  <a:pt x="119253" y="324040"/>
                </a:lnTo>
                <a:lnTo>
                  <a:pt x="96012" y="289560"/>
                </a:lnTo>
                <a:lnTo>
                  <a:pt x="106519" y="289560"/>
                </a:lnTo>
                <a:lnTo>
                  <a:pt x="108251" y="292036"/>
                </a:lnTo>
                <a:lnTo>
                  <a:pt x="117729" y="304038"/>
                </a:lnTo>
                <a:lnTo>
                  <a:pt x="150090" y="333160"/>
                </a:lnTo>
                <a:lnTo>
                  <a:pt x="182880" y="350520"/>
                </a:lnTo>
                <a:lnTo>
                  <a:pt x="207264" y="350520"/>
                </a:lnTo>
                <a:lnTo>
                  <a:pt x="207264" y="356616"/>
                </a:lnTo>
                <a:lnTo>
                  <a:pt x="231243" y="360592"/>
                </a:lnTo>
                <a:lnTo>
                  <a:pt x="255079" y="363283"/>
                </a:lnTo>
                <a:lnTo>
                  <a:pt x="278630" y="364545"/>
                </a:lnTo>
                <a:lnTo>
                  <a:pt x="387096" y="364545"/>
                </a:lnTo>
                <a:lnTo>
                  <a:pt x="387096" y="367284"/>
                </a:lnTo>
                <a:lnTo>
                  <a:pt x="373665" y="370927"/>
                </a:lnTo>
                <a:lnTo>
                  <a:pt x="363093" y="376999"/>
                </a:lnTo>
                <a:lnTo>
                  <a:pt x="355377" y="385071"/>
                </a:lnTo>
                <a:lnTo>
                  <a:pt x="350520" y="394716"/>
                </a:lnTo>
                <a:close/>
              </a:path>
              <a:path w="387350" h="405764">
                <a:moveTo>
                  <a:pt x="387096" y="364545"/>
                </a:moveTo>
                <a:lnTo>
                  <a:pt x="278630" y="364545"/>
                </a:lnTo>
                <a:lnTo>
                  <a:pt x="325159" y="363974"/>
                </a:lnTo>
                <a:lnTo>
                  <a:pt x="347281" y="363283"/>
                </a:lnTo>
                <a:lnTo>
                  <a:pt x="367974" y="362307"/>
                </a:lnTo>
                <a:lnTo>
                  <a:pt x="387096" y="361188"/>
                </a:lnTo>
                <a:lnTo>
                  <a:pt x="387096" y="364545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" name="object 54"/>
          <p:cNvSpPr/>
          <p:nvPr/>
        </p:nvSpPr>
        <p:spPr>
          <a:xfrm>
            <a:off x="6603492" y="3983735"/>
            <a:ext cx="373380" cy="381000"/>
          </a:xfrm>
          <a:custGeom>
            <a:avLst/>
            <a:gdLst/>
            <a:ahLst/>
            <a:cxnLst/>
            <a:rect l="l" t="t" r="r" b="b"/>
            <a:pathLst>
              <a:path w="373379" h="381000">
                <a:moveTo>
                  <a:pt x="24384" y="380999"/>
                </a:moveTo>
                <a:lnTo>
                  <a:pt x="0" y="358139"/>
                </a:lnTo>
                <a:lnTo>
                  <a:pt x="10668" y="348996"/>
                </a:lnTo>
                <a:lnTo>
                  <a:pt x="10668" y="106679"/>
                </a:lnTo>
                <a:lnTo>
                  <a:pt x="10477" y="59245"/>
                </a:lnTo>
                <a:lnTo>
                  <a:pt x="10025" y="35313"/>
                </a:lnTo>
                <a:lnTo>
                  <a:pt x="9144" y="10667"/>
                </a:lnTo>
                <a:lnTo>
                  <a:pt x="35052" y="24383"/>
                </a:lnTo>
                <a:lnTo>
                  <a:pt x="303275" y="24383"/>
                </a:lnTo>
                <a:lnTo>
                  <a:pt x="329183" y="0"/>
                </a:lnTo>
                <a:lnTo>
                  <a:pt x="359663" y="35051"/>
                </a:lnTo>
                <a:lnTo>
                  <a:pt x="240792" y="35051"/>
                </a:lnTo>
                <a:lnTo>
                  <a:pt x="240792" y="243839"/>
                </a:lnTo>
                <a:lnTo>
                  <a:pt x="241934" y="258722"/>
                </a:lnTo>
                <a:lnTo>
                  <a:pt x="245363" y="269176"/>
                </a:lnTo>
                <a:lnTo>
                  <a:pt x="251078" y="275343"/>
                </a:lnTo>
                <a:lnTo>
                  <a:pt x="259080" y="277367"/>
                </a:lnTo>
                <a:lnTo>
                  <a:pt x="306324" y="277367"/>
                </a:lnTo>
                <a:lnTo>
                  <a:pt x="329183" y="195071"/>
                </a:lnTo>
                <a:lnTo>
                  <a:pt x="336804" y="195071"/>
                </a:lnTo>
                <a:lnTo>
                  <a:pt x="339852" y="245363"/>
                </a:lnTo>
                <a:lnTo>
                  <a:pt x="361187" y="271272"/>
                </a:lnTo>
                <a:lnTo>
                  <a:pt x="353139" y="283011"/>
                </a:lnTo>
                <a:lnTo>
                  <a:pt x="342519" y="290893"/>
                </a:lnTo>
                <a:lnTo>
                  <a:pt x="329041" y="295060"/>
                </a:lnTo>
                <a:lnTo>
                  <a:pt x="312420" y="295655"/>
                </a:lnTo>
                <a:lnTo>
                  <a:pt x="248411" y="295655"/>
                </a:lnTo>
                <a:lnTo>
                  <a:pt x="234434" y="293131"/>
                </a:lnTo>
                <a:lnTo>
                  <a:pt x="224599" y="285749"/>
                </a:lnTo>
                <a:lnTo>
                  <a:pt x="219051" y="273796"/>
                </a:lnTo>
                <a:lnTo>
                  <a:pt x="217932" y="257555"/>
                </a:lnTo>
                <a:lnTo>
                  <a:pt x="217932" y="35051"/>
                </a:lnTo>
                <a:lnTo>
                  <a:pt x="144780" y="35051"/>
                </a:lnTo>
                <a:lnTo>
                  <a:pt x="143637" y="88963"/>
                </a:lnTo>
                <a:lnTo>
                  <a:pt x="140208" y="137159"/>
                </a:lnTo>
                <a:lnTo>
                  <a:pt x="133540" y="182879"/>
                </a:lnTo>
                <a:lnTo>
                  <a:pt x="118872" y="228599"/>
                </a:lnTo>
                <a:lnTo>
                  <a:pt x="93916" y="274320"/>
                </a:lnTo>
                <a:lnTo>
                  <a:pt x="56388" y="320039"/>
                </a:lnTo>
                <a:lnTo>
                  <a:pt x="50292" y="315467"/>
                </a:lnTo>
                <a:lnTo>
                  <a:pt x="66270" y="291798"/>
                </a:lnTo>
                <a:lnTo>
                  <a:pt x="79819" y="268985"/>
                </a:lnTo>
                <a:lnTo>
                  <a:pt x="99060" y="227075"/>
                </a:lnTo>
                <a:lnTo>
                  <a:pt x="110490" y="184784"/>
                </a:lnTo>
                <a:lnTo>
                  <a:pt x="117348" y="140207"/>
                </a:lnTo>
                <a:lnTo>
                  <a:pt x="119443" y="91058"/>
                </a:lnTo>
                <a:lnTo>
                  <a:pt x="120396" y="35051"/>
                </a:lnTo>
                <a:lnTo>
                  <a:pt x="35052" y="35051"/>
                </a:lnTo>
                <a:lnTo>
                  <a:pt x="35052" y="355091"/>
                </a:lnTo>
                <a:lnTo>
                  <a:pt x="310896" y="355091"/>
                </a:lnTo>
                <a:lnTo>
                  <a:pt x="336804" y="329184"/>
                </a:lnTo>
                <a:lnTo>
                  <a:pt x="373380" y="365760"/>
                </a:lnTo>
                <a:lnTo>
                  <a:pt x="36576" y="365760"/>
                </a:lnTo>
                <a:lnTo>
                  <a:pt x="24384" y="380999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55" name="object 55"/>
          <p:cNvGrpSpPr/>
          <p:nvPr/>
        </p:nvGrpSpPr>
        <p:grpSpPr>
          <a:xfrm>
            <a:off x="7028688" y="3982211"/>
            <a:ext cx="853440" cy="393700"/>
            <a:chOff x="7028688" y="3982211"/>
            <a:chExt cx="853440" cy="393700"/>
          </a:xfrm>
        </p:grpSpPr>
        <p:sp>
          <p:nvSpPr>
            <p:cNvPr id="56" name="object 56"/>
            <p:cNvSpPr/>
            <p:nvPr/>
          </p:nvSpPr>
          <p:spPr>
            <a:xfrm>
              <a:off x="7028688" y="3988307"/>
              <a:ext cx="410209" cy="382905"/>
            </a:xfrm>
            <a:custGeom>
              <a:avLst/>
              <a:gdLst/>
              <a:ahLst/>
              <a:cxnLst/>
              <a:rect l="l" t="t" r="r" b="b"/>
              <a:pathLst>
                <a:path w="410209" h="382904">
                  <a:moveTo>
                    <a:pt x="242316" y="36576"/>
                  </a:moveTo>
                  <a:lnTo>
                    <a:pt x="227076" y="19812"/>
                  </a:lnTo>
                  <a:lnTo>
                    <a:pt x="348996" y="19812"/>
                  </a:lnTo>
                  <a:lnTo>
                    <a:pt x="361188" y="4572"/>
                  </a:lnTo>
                  <a:lnTo>
                    <a:pt x="387096" y="25908"/>
                  </a:lnTo>
                  <a:lnTo>
                    <a:pt x="381870" y="30480"/>
                  </a:lnTo>
                  <a:lnTo>
                    <a:pt x="283464" y="30480"/>
                  </a:lnTo>
                  <a:lnTo>
                    <a:pt x="272962" y="30789"/>
                  </a:lnTo>
                  <a:lnTo>
                    <a:pt x="262318" y="31813"/>
                  </a:lnTo>
                  <a:lnTo>
                    <a:pt x="251960" y="33694"/>
                  </a:lnTo>
                  <a:lnTo>
                    <a:pt x="242316" y="36576"/>
                  </a:lnTo>
                  <a:close/>
                </a:path>
                <a:path w="410209" h="382904">
                  <a:moveTo>
                    <a:pt x="375608" y="146304"/>
                  </a:moveTo>
                  <a:lnTo>
                    <a:pt x="352044" y="146304"/>
                  </a:lnTo>
                  <a:lnTo>
                    <a:pt x="352044" y="30480"/>
                  </a:lnTo>
                  <a:lnTo>
                    <a:pt x="381870" y="30480"/>
                  </a:lnTo>
                  <a:lnTo>
                    <a:pt x="374904" y="36576"/>
                  </a:lnTo>
                  <a:lnTo>
                    <a:pt x="374927" y="78295"/>
                  </a:lnTo>
                  <a:lnTo>
                    <a:pt x="375094" y="114300"/>
                  </a:lnTo>
                  <a:lnTo>
                    <a:pt x="375546" y="144589"/>
                  </a:lnTo>
                  <a:lnTo>
                    <a:pt x="375608" y="146304"/>
                  </a:lnTo>
                  <a:close/>
                </a:path>
                <a:path w="410209" h="382904">
                  <a:moveTo>
                    <a:pt x="368808" y="364236"/>
                  </a:moveTo>
                  <a:lnTo>
                    <a:pt x="278892" y="364236"/>
                  </a:lnTo>
                  <a:lnTo>
                    <a:pt x="259127" y="363378"/>
                  </a:lnTo>
                  <a:lnTo>
                    <a:pt x="245364" y="356235"/>
                  </a:lnTo>
                  <a:lnTo>
                    <a:pt x="237315" y="342804"/>
                  </a:lnTo>
                  <a:lnTo>
                    <a:pt x="234696" y="323088"/>
                  </a:lnTo>
                  <a:lnTo>
                    <a:pt x="234672" y="253626"/>
                  </a:lnTo>
                  <a:lnTo>
                    <a:pt x="234505" y="198310"/>
                  </a:lnTo>
                  <a:lnTo>
                    <a:pt x="234053" y="156995"/>
                  </a:lnTo>
                  <a:lnTo>
                    <a:pt x="233172" y="129540"/>
                  </a:lnTo>
                  <a:lnTo>
                    <a:pt x="257556" y="146304"/>
                  </a:lnTo>
                  <a:lnTo>
                    <a:pt x="375608" y="146304"/>
                  </a:lnTo>
                  <a:lnTo>
                    <a:pt x="375936" y="155448"/>
                  </a:lnTo>
                  <a:lnTo>
                    <a:pt x="257556" y="155448"/>
                  </a:lnTo>
                  <a:lnTo>
                    <a:pt x="257556" y="315468"/>
                  </a:lnTo>
                  <a:lnTo>
                    <a:pt x="259294" y="329445"/>
                  </a:lnTo>
                  <a:lnTo>
                    <a:pt x="264604" y="339280"/>
                  </a:lnTo>
                  <a:lnTo>
                    <a:pt x="273629" y="344828"/>
                  </a:lnTo>
                  <a:lnTo>
                    <a:pt x="286512" y="345948"/>
                  </a:lnTo>
                  <a:lnTo>
                    <a:pt x="406061" y="345948"/>
                  </a:lnTo>
                  <a:lnTo>
                    <a:pt x="402455" y="351591"/>
                  </a:lnTo>
                  <a:lnTo>
                    <a:pt x="393382" y="359473"/>
                  </a:lnTo>
                  <a:lnTo>
                    <a:pt x="382309" y="363640"/>
                  </a:lnTo>
                  <a:lnTo>
                    <a:pt x="368808" y="364236"/>
                  </a:lnTo>
                  <a:close/>
                </a:path>
                <a:path w="410209" h="382904">
                  <a:moveTo>
                    <a:pt x="352044" y="179832"/>
                  </a:moveTo>
                  <a:lnTo>
                    <a:pt x="352044" y="155448"/>
                  </a:lnTo>
                  <a:lnTo>
                    <a:pt x="375936" y="155448"/>
                  </a:lnTo>
                  <a:lnTo>
                    <a:pt x="376428" y="169164"/>
                  </a:lnTo>
                  <a:lnTo>
                    <a:pt x="352044" y="179832"/>
                  </a:lnTo>
                  <a:close/>
                </a:path>
                <a:path w="410209" h="382904">
                  <a:moveTo>
                    <a:pt x="406061" y="345948"/>
                  </a:moveTo>
                  <a:lnTo>
                    <a:pt x="355092" y="345948"/>
                  </a:lnTo>
                  <a:lnTo>
                    <a:pt x="361378" y="344805"/>
                  </a:lnTo>
                  <a:lnTo>
                    <a:pt x="366522" y="341376"/>
                  </a:lnTo>
                  <a:lnTo>
                    <a:pt x="375666" y="302895"/>
                  </a:lnTo>
                  <a:lnTo>
                    <a:pt x="377952" y="262128"/>
                  </a:lnTo>
                  <a:lnTo>
                    <a:pt x="387096" y="262128"/>
                  </a:lnTo>
                  <a:lnTo>
                    <a:pt x="388381" y="306705"/>
                  </a:lnTo>
                  <a:lnTo>
                    <a:pt x="409956" y="339852"/>
                  </a:lnTo>
                  <a:lnTo>
                    <a:pt x="406061" y="345948"/>
                  </a:lnTo>
                  <a:close/>
                </a:path>
                <a:path w="410209" h="382904">
                  <a:moveTo>
                    <a:pt x="16764" y="36576"/>
                  </a:moveTo>
                  <a:lnTo>
                    <a:pt x="0" y="19812"/>
                  </a:lnTo>
                  <a:lnTo>
                    <a:pt x="176784" y="19812"/>
                  </a:lnTo>
                  <a:lnTo>
                    <a:pt x="196596" y="0"/>
                  </a:lnTo>
                  <a:lnTo>
                    <a:pt x="225552" y="30480"/>
                  </a:lnTo>
                  <a:lnTo>
                    <a:pt x="57912" y="30480"/>
                  </a:lnTo>
                  <a:lnTo>
                    <a:pt x="46767" y="30789"/>
                  </a:lnTo>
                  <a:lnTo>
                    <a:pt x="36195" y="31813"/>
                  </a:lnTo>
                  <a:lnTo>
                    <a:pt x="26193" y="33694"/>
                  </a:lnTo>
                  <a:lnTo>
                    <a:pt x="16764" y="36576"/>
                  </a:lnTo>
                  <a:close/>
                </a:path>
                <a:path w="410209" h="382904">
                  <a:moveTo>
                    <a:pt x="102108" y="86868"/>
                  </a:moveTo>
                  <a:lnTo>
                    <a:pt x="80772" y="86868"/>
                  </a:lnTo>
                  <a:lnTo>
                    <a:pt x="80772" y="30480"/>
                  </a:lnTo>
                  <a:lnTo>
                    <a:pt x="102108" y="30480"/>
                  </a:lnTo>
                  <a:lnTo>
                    <a:pt x="102108" y="86868"/>
                  </a:lnTo>
                  <a:close/>
                </a:path>
                <a:path w="410209" h="382904">
                  <a:moveTo>
                    <a:pt x="146304" y="86868"/>
                  </a:moveTo>
                  <a:lnTo>
                    <a:pt x="126492" y="86868"/>
                  </a:lnTo>
                  <a:lnTo>
                    <a:pt x="126492" y="30480"/>
                  </a:lnTo>
                  <a:lnTo>
                    <a:pt x="146304" y="30480"/>
                  </a:lnTo>
                  <a:lnTo>
                    <a:pt x="146304" y="86868"/>
                  </a:lnTo>
                  <a:close/>
                </a:path>
                <a:path w="410209" h="382904">
                  <a:moveTo>
                    <a:pt x="205413" y="86868"/>
                  </a:moveTo>
                  <a:lnTo>
                    <a:pt x="175260" y="86868"/>
                  </a:lnTo>
                  <a:lnTo>
                    <a:pt x="187452" y="70104"/>
                  </a:lnTo>
                  <a:lnTo>
                    <a:pt x="205413" y="86868"/>
                  </a:lnTo>
                  <a:close/>
                </a:path>
                <a:path w="410209" h="382904">
                  <a:moveTo>
                    <a:pt x="27432" y="382524"/>
                  </a:moveTo>
                  <a:lnTo>
                    <a:pt x="27670" y="352472"/>
                  </a:lnTo>
                  <a:lnTo>
                    <a:pt x="28194" y="316992"/>
                  </a:lnTo>
                  <a:lnTo>
                    <a:pt x="28717" y="275796"/>
                  </a:lnTo>
                  <a:lnTo>
                    <a:pt x="28794" y="260604"/>
                  </a:lnTo>
                  <a:lnTo>
                    <a:pt x="28870" y="211836"/>
                  </a:lnTo>
                  <a:lnTo>
                    <a:pt x="28745" y="187452"/>
                  </a:lnTo>
                  <a:lnTo>
                    <a:pt x="28632" y="175260"/>
                  </a:lnTo>
                  <a:lnTo>
                    <a:pt x="28124" y="135802"/>
                  </a:lnTo>
                  <a:lnTo>
                    <a:pt x="27670" y="104298"/>
                  </a:lnTo>
                  <a:lnTo>
                    <a:pt x="27432" y="73152"/>
                  </a:lnTo>
                  <a:lnTo>
                    <a:pt x="50291" y="86868"/>
                  </a:lnTo>
                  <a:lnTo>
                    <a:pt x="205413" y="86868"/>
                  </a:lnTo>
                  <a:lnTo>
                    <a:pt x="210312" y="91440"/>
                  </a:lnTo>
                  <a:lnTo>
                    <a:pt x="204216" y="97536"/>
                  </a:lnTo>
                  <a:lnTo>
                    <a:pt x="50291" y="97536"/>
                  </a:lnTo>
                  <a:lnTo>
                    <a:pt x="50291" y="214883"/>
                  </a:lnTo>
                  <a:lnTo>
                    <a:pt x="61533" y="214883"/>
                  </a:lnTo>
                  <a:lnTo>
                    <a:pt x="50291" y="225552"/>
                  </a:lnTo>
                  <a:lnTo>
                    <a:pt x="50291" y="249936"/>
                  </a:lnTo>
                  <a:lnTo>
                    <a:pt x="199755" y="249936"/>
                  </a:lnTo>
                  <a:lnTo>
                    <a:pt x="199802" y="260604"/>
                  </a:lnTo>
                  <a:lnTo>
                    <a:pt x="50291" y="260604"/>
                  </a:lnTo>
                  <a:lnTo>
                    <a:pt x="50291" y="326136"/>
                  </a:lnTo>
                  <a:lnTo>
                    <a:pt x="200263" y="326136"/>
                  </a:lnTo>
                  <a:lnTo>
                    <a:pt x="200381" y="336804"/>
                  </a:lnTo>
                  <a:lnTo>
                    <a:pt x="50291" y="336804"/>
                  </a:lnTo>
                  <a:lnTo>
                    <a:pt x="50291" y="373380"/>
                  </a:lnTo>
                  <a:lnTo>
                    <a:pt x="27432" y="382524"/>
                  </a:lnTo>
                  <a:close/>
                </a:path>
                <a:path w="410209" h="382904">
                  <a:moveTo>
                    <a:pt x="61533" y="214883"/>
                  </a:moveTo>
                  <a:lnTo>
                    <a:pt x="50291" y="214883"/>
                  </a:lnTo>
                  <a:lnTo>
                    <a:pt x="63412" y="194619"/>
                  </a:lnTo>
                  <a:lnTo>
                    <a:pt x="72961" y="168211"/>
                  </a:lnTo>
                  <a:lnTo>
                    <a:pt x="78795" y="135802"/>
                  </a:lnTo>
                  <a:lnTo>
                    <a:pt x="80772" y="97536"/>
                  </a:lnTo>
                  <a:lnTo>
                    <a:pt x="102108" y="97536"/>
                  </a:lnTo>
                  <a:lnTo>
                    <a:pt x="98940" y="139827"/>
                  </a:lnTo>
                  <a:lnTo>
                    <a:pt x="89344" y="175260"/>
                  </a:lnTo>
                  <a:lnTo>
                    <a:pt x="73175" y="203835"/>
                  </a:lnTo>
                  <a:lnTo>
                    <a:pt x="61533" y="214883"/>
                  </a:lnTo>
                  <a:close/>
                </a:path>
                <a:path w="410209" h="382904">
                  <a:moveTo>
                    <a:pt x="199755" y="249936"/>
                  </a:moveTo>
                  <a:lnTo>
                    <a:pt x="176784" y="249936"/>
                  </a:lnTo>
                  <a:lnTo>
                    <a:pt x="176784" y="211836"/>
                  </a:lnTo>
                  <a:lnTo>
                    <a:pt x="152400" y="211836"/>
                  </a:lnTo>
                  <a:lnTo>
                    <a:pt x="126492" y="97536"/>
                  </a:lnTo>
                  <a:lnTo>
                    <a:pt x="146304" y="97536"/>
                  </a:lnTo>
                  <a:lnTo>
                    <a:pt x="146304" y="187452"/>
                  </a:lnTo>
                  <a:lnTo>
                    <a:pt x="150876" y="192024"/>
                  </a:lnTo>
                  <a:lnTo>
                    <a:pt x="199670" y="192024"/>
                  </a:lnTo>
                  <a:lnTo>
                    <a:pt x="199755" y="249936"/>
                  </a:lnTo>
                  <a:close/>
                </a:path>
                <a:path w="410209" h="382904">
                  <a:moveTo>
                    <a:pt x="199670" y="192024"/>
                  </a:moveTo>
                  <a:lnTo>
                    <a:pt x="176784" y="192024"/>
                  </a:lnTo>
                  <a:lnTo>
                    <a:pt x="176784" y="97536"/>
                  </a:lnTo>
                  <a:lnTo>
                    <a:pt x="204216" y="97536"/>
                  </a:lnTo>
                  <a:lnTo>
                    <a:pt x="199644" y="102108"/>
                  </a:lnTo>
                  <a:lnTo>
                    <a:pt x="199670" y="192024"/>
                  </a:lnTo>
                  <a:close/>
                </a:path>
                <a:path w="410209" h="382904">
                  <a:moveTo>
                    <a:pt x="200263" y="326136"/>
                  </a:moveTo>
                  <a:lnTo>
                    <a:pt x="176784" y="326136"/>
                  </a:lnTo>
                  <a:lnTo>
                    <a:pt x="176784" y="260604"/>
                  </a:lnTo>
                  <a:lnTo>
                    <a:pt x="199802" y="260604"/>
                  </a:lnTo>
                  <a:lnTo>
                    <a:pt x="199973" y="299947"/>
                  </a:lnTo>
                  <a:lnTo>
                    <a:pt x="200263" y="326136"/>
                  </a:lnTo>
                  <a:close/>
                </a:path>
                <a:path w="410209" h="382904">
                  <a:moveTo>
                    <a:pt x="176784" y="381000"/>
                  </a:moveTo>
                  <a:lnTo>
                    <a:pt x="176784" y="336804"/>
                  </a:lnTo>
                  <a:lnTo>
                    <a:pt x="200381" y="336804"/>
                  </a:lnTo>
                  <a:lnTo>
                    <a:pt x="200424" y="340632"/>
                  </a:lnTo>
                  <a:lnTo>
                    <a:pt x="201168" y="368808"/>
                  </a:lnTo>
                  <a:lnTo>
                    <a:pt x="176784" y="381000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7" name="object 57"/>
            <p:cNvSpPr/>
            <p:nvPr/>
          </p:nvSpPr>
          <p:spPr>
            <a:xfrm>
              <a:off x="7473695" y="3982211"/>
              <a:ext cx="408940" cy="393700"/>
            </a:xfrm>
            <a:custGeom>
              <a:avLst/>
              <a:gdLst/>
              <a:ahLst/>
              <a:cxnLst/>
              <a:rect l="l" t="t" r="r" b="b"/>
              <a:pathLst>
                <a:path w="408940" h="393700">
                  <a:moveTo>
                    <a:pt x="192023" y="36576"/>
                  </a:moveTo>
                  <a:lnTo>
                    <a:pt x="176783" y="21336"/>
                  </a:lnTo>
                  <a:lnTo>
                    <a:pt x="350520" y="21336"/>
                  </a:lnTo>
                  <a:lnTo>
                    <a:pt x="368808" y="0"/>
                  </a:lnTo>
                  <a:lnTo>
                    <a:pt x="399288" y="32004"/>
                  </a:lnTo>
                  <a:lnTo>
                    <a:pt x="227075" y="32004"/>
                  </a:lnTo>
                  <a:lnTo>
                    <a:pt x="218813" y="32289"/>
                  </a:lnTo>
                  <a:lnTo>
                    <a:pt x="210121" y="33147"/>
                  </a:lnTo>
                  <a:lnTo>
                    <a:pt x="201144" y="34575"/>
                  </a:lnTo>
                  <a:lnTo>
                    <a:pt x="192023" y="36576"/>
                  </a:lnTo>
                  <a:close/>
                </a:path>
                <a:path w="408940" h="393700">
                  <a:moveTo>
                    <a:pt x="21335" y="54864"/>
                  </a:moveTo>
                  <a:lnTo>
                    <a:pt x="6095" y="38100"/>
                  </a:lnTo>
                  <a:lnTo>
                    <a:pt x="129539" y="38100"/>
                  </a:lnTo>
                  <a:lnTo>
                    <a:pt x="152399" y="18288"/>
                  </a:lnTo>
                  <a:lnTo>
                    <a:pt x="181355" y="48768"/>
                  </a:lnTo>
                  <a:lnTo>
                    <a:pt x="62483" y="48768"/>
                  </a:lnTo>
                  <a:lnTo>
                    <a:pt x="51982" y="49077"/>
                  </a:lnTo>
                  <a:lnTo>
                    <a:pt x="41338" y="50101"/>
                  </a:lnTo>
                  <a:lnTo>
                    <a:pt x="30980" y="51982"/>
                  </a:lnTo>
                  <a:lnTo>
                    <a:pt x="21335" y="54864"/>
                  </a:lnTo>
                  <a:close/>
                </a:path>
                <a:path w="408940" h="393700">
                  <a:moveTo>
                    <a:pt x="248411" y="170688"/>
                  </a:moveTo>
                  <a:lnTo>
                    <a:pt x="227075" y="170688"/>
                  </a:lnTo>
                  <a:lnTo>
                    <a:pt x="227075" y="32004"/>
                  </a:lnTo>
                  <a:lnTo>
                    <a:pt x="248411" y="32004"/>
                  </a:lnTo>
                  <a:lnTo>
                    <a:pt x="248411" y="170688"/>
                  </a:lnTo>
                  <a:close/>
                </a:path>
                <a:path w="408940" h="393700">
                  <a:moveTo>
                    <a:pt x="338327" y="170688"/>
                  </a:moveTo>
                  <a:lnTo>
                    <a:pt x="315467" y="170688"/>
                  </a:lnTo>
                  <a:lnTo>
                    <a:pt x="315467" y="32004"/>
                  </a:lnTo>
                  <a:lnTo>
                    <a:pt x="338327" y="32004"/>
                  </a:lnTo>
                  <a:lnTo>
                    <a:pt x="338327" y="170688"/>
                  </a:lnTo>
                  <a:close/>
                </a:path>
                <a:path w="408940" h="393700">
                  <a:moveTo>
                    <a:pt x="4571" y="246888"/>
                  </a:moveTo>
                  <a:lnTo>
                    <a:pt x="0" y="242316"/>
                  </a:lnTo>
                  <a:lnTo>
                    <a:pt x="12906" y="221408"/>
                  </a:lnTo>
                  <a:lnTo>
                    <a:pt x="24383" y="199644"/>
                  </a:lnTo>
                  <a:lnTo>
                    <a:pt x="44195" y="152400"/>
                  </a:lnTo>
                  <a:lnTo>
                    <a:pt x="60197" y="101727"/>
                  </a:lnTo>
                  <a:lnTo>
                    <a:pt x="71627" y="48768"/>
                  </a:lnTo>
                  <a:lnTo>
                    <a:pt x="97535" y="48768"/>
                  </a:lnTo>
                  <a:lnTo>
                    <a:pt x="92416" y="71366"/>
                  </a:lnTo>
                  <a:lnTo>
                    <a:pt x="86296" y="93535"/>
                  </a:lnTo>
                  <a:lnTo>
                    <a:pt x="79319" y="115419"/>
                  </a:lnTo>
                  <a:lnTo>
                    <a:pt x="71627" y="137160"/>
                  </a:lnTo>
                  <a:lnTo>
                    <a:pt x="79247" y="144780"/>
                  </a:lnTo>
                  <a:lnTo>
                    <a:pt x="163654" y="144780"/>
                  </a:lnTo>
                  <a:lnTo>
                    <a:pt x="167639" y="147828"/>
                  </a:lnTo>
                  <a:lnTo>
                    <a:pt x="157842" y="155448"/>
                  </a:lnTo>
                  <a:lnTo>
                    <a:pt x="79247" y="155448"/>
                  </a:lnTo>
                  <a:lnTo>
                    <a:pt x="79247" y="173736"/>
                  </a:lnTo>
                  <a:lnTo>
                    <a:pt x="56387" y="173736"/>
                  </a:lnTo>
                  <a:lnTo>
                    <a:pt x="45291" y="193738"/>
                  </a:lnTo>
                  <a:lnTo>
                    <a:pt x="32765" y="212598"/>
                  </a:lnTo>
                  <a:lnTo>
                    <a:pt x="19097" y="230314"/>
                  </a:lnTo>
                  <a:lnTo>
                    <a:pt x="4571" y="246888"/>
                  </a:lnTo>
                  <a:close/>
                </a:path>
                <a:path w="408940" h="393700">
                  <a:moveTo>
                    <a:pt x="163654" y="144780"/>
                  </a:moveTo>
                  <a:lnTo>
                    <a:pt x="129539" y="144780"/>
                  </a:lnTo>
                  <a:lnTo>
                    <a:pt x="141731" y="128016"/>
                  </a:lnTo>
                  <a:lnTo>
                    <a:pt x="163654" y="144780"/>
                  </a:lnTo>
                  <a:close/>
                </a:path>
                <a:path w="408940" h="393700">
                  <a:moveTo>
                    <a:pt x="179831" y="185928"/>
                  </a:moveTo>
                  <a:lnTo>
                    <a:pt x="164591" y="170688"/>
                  </a:lnTo>
                  <a:lnTo>
                    <a:pt x="358140" y="170688"/>
                  </a:lnTo>
                  <a:lnTo>
                    <a:pt x="381000" y="149352"/>
                  </a:lnTo>
                  <a:lnTo>
                    <a:pt x="408432" y="181355"/>
                  </a:lnTo>
                  <a:lnTo>
                    <a:pt x="227075" y="181355"/>
                  </a:lnTo>
                  <a:lnTo>
                    <a:pt x="213693" y="181641"/>
                  </a:lnTo>
                  <a:lnTo>
                    <a:pt x="201167" y="182498"/>
                  </a:lnTo>
                  <a:lnTo>
                    <a:pt x="189785" y="183927"/>
                  </a:lnTo>
                  <a:lnTo>
                    <a:pt x="179831" y="185928"/>
                  </a:lnTo>
                  <a:close/>
                </a:path>
                <a:path w="408940" h="393700">
                  <a:moveTo>
                    <a:pt x="154464" y="288036"/>
                  </a:moveTo>
                  <a:lnTo>
                    <a:pt x="131063" y="288036"/>
                  </a:lnTo>
                  <a:lnTo>
                    <a:pt x="131063" y="155448"/>
                  </a:lnTo>
                  <a:lnTo>
                    <a:pt x="157842" y="155448"/>
                  </a:lnTo>
                  <a:lnTo>
                    <a:pt x="153923" y="158496"/>
                  </a:lnTo>
                  <a:lnTo>
                    <a:pt x="154047" y="244411"/>
                  </a:lnTo>
                  <a:lnTo>
                    <a:pt x="154127" y="263651"/>
                  </a:lnTo>
                  <a:lnTo>
                    <a:pt x="154464" y="288036"/>
                  </a:lnTo>
                  <a:close/>
                </a:path>
                <a:path w="408940" h="393700">
                  <a:moveTo>
                    <a:pt x="54863" y="344423"/>
                  </a:moveTo>
                  <a:lnTo>
                    <a:pt x="55085" y="308038"/>
                  </a:lnTo>
                  <a:lnTo>
                    <a:pt x="56109" y="223099"/>
                  </a:lnTo>
                  <a:lnTo>
                    <a:pt x="56163" y="217098"/>
                  </a:lnTo>
                  <a:lnTo>
                    <a:pt x="56387" y="173736"/>
                  </a:lnTo>
                  <a:lnTo>
                    <a:pt x="79247" y="173736"/>
                  </a:lnTo>
                  <a:lnTo>
                    <a:pt x="79247" y="288036"/>
                  </a:lnTo>
                  <a:lnTo>
                    <a:pt x="154464" y="288036"/>
                  </a:lnTo>
                  <a:lnTo>
                    <a:pt x="154566" y="295441"/>
                  </a:lnTo>
                  <a:lnTo>
                    <a:pt x="154643" y="297179"/>
                  </a:lnTo>
                  <a:lnTo>
                    <a:pt x="79247" y="297179"/>
                  </a:lnTo>
                  <a:lnTo>
                    <a:pt x="79247" y="332232"/>
                  </a:lnTo>
                  <a:lnTo>
                    <a:pt x="54863" y="344423"/>
                  </a:lnTo>
                  <a:close/>
                </a:path>
                <a:path w="408940" h="393700">
                  <a:moveTo>
                    <a:pt x="121919" y="393192"/>
                  </a:moveTo>
                  <a:lnTo>
                    <a:pt x="118871" y="388620"/>
                  </a:lnTo>
                  <a:lnTo>
                    <a:pt x="146327" y="366831"/>
                  </a:lnTo>
                  <a:lnTo>
                    <a:pt x="169354" y="344614"/>
                  </a:lnTo>
                  <a:lnTo>
                    <a:pt x="202691" y="297179"/>
                  </a:lnTo>
                  <a:lnTo>
                    <a:pt x="220598" y="244411"/>
                  </a:lnTo>
                  <a:lnTo>
                    <a:pt x="227075" y="181355"/>
                  </a:lnTo>
                  <a:lnTo>
                    <a:pt x="248411" y="181355"/>
                  </a:lnTo>
                  <a:lnTo>
                    <a:pt x="246173" y="223099"/>
                  </a:lnTo>
                  <a:lnTo>
                    <a:pt x="229123" y="290012"/>
                  </a:lnTo>
                  <a:lnTo>
                    <a:pt x="197143" y="337470"/>
                  </a:lnTo>
                  <a:lnTo>
                    <a:pt x="150804" y="376332"/>
                  </a:lnTo>
                  <a:lnTo>
                    <a:pt x="121919" y="393192"/>
                  </a:lnTo>
                  <a:close/>
                </a:path>
                <a:path w="408940" h="393700">
                  <a:moveTo>
                    <a:pt x="313943" y="390144"/>
                  </a:moveTo>
                  <a:lnTo>
                    <a:pt x="314182" y="337804"/>
                  </a:lnTo>
                  <a:lnTo>
                    <a:pt x="315229" y="233695"/>
                  </a:lnTo>
                  <a:lnTo>
                    <a:pt x="315467" y="181355"/>
                  </a:lnTo>
                  <a:lnTo>
                    <a:pt x="338327" y="181355"/>
                  </a:lnTo>
                  <a:lnTo>
                    <a:pt x="337775" y="246888"/>
                  </a:lnTo>
                  <a:lnTo>
                    <a:pt x="337877" y="272010"/>
                  </a:lnTo>
                  <a:lnTo>
                    <a:pt x="338137" y="308038"/>
                  </a:lnTo>
                  <a:lnTo>
                    <a:pt x="339399" y="349591"/>
                  </a:lnTo>
                  <a:lnTo>
                    <a:pt x="341376" y="376428"/>
                  </a:lnTo>
                  <a:lnTo>
                    <a:pt x="313943" y="390144"/>
                  </a:lnTo>
                  <a:close/>
                </a:path>
                <a:path w="408940" h="393700">
                  <a:moveTo>
                    <a:pt x="131063" y="327660"/>
                  </a:moveTo>
                  <a:lnTo>
                    <a:pt x="131063" y="297179"/>
                  </a:lnTo>
                  <a:lnTo>
                    <a:pt x="154643" y="297179"/>
                  </a:lnTo>
                  <a:lnTo>
                    <a:pt x="155447" y="315467"/>
                  </a:lnTo>
                  <a:lnTo>
                    <a:pt x="131063" y="32766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58" name="object 58"/>
          <p:cNvSpPr/>
          <p:nvPr/>
        </p:nvSpPr>
        <p:spPr>
          <a:xfrm>
            <a:off x="7940040" y="3970020"/>
            <a:ext cx="382905" cy="411480"/>
          </a:xfrm>
          <a:custGeom>
            <a:avLst/>
            <a:gdLst/>
            <a:ahLst/>
            <a:cxnLst/>
            <a:rect l="l" t="t" r="r" b="b"/>
            <a:pathLst>
              <a:path w="382904" h="411479">
                <a:moveTo>
                  <a:pt x="195072" y="62484"/>
                </a:moveTo>
                <a:lnTo>
                  <a:pt x="181356" y="62484"/>
                </a:lnTo>
                <a:lnTo>
                  <a:pt x="180808" y="55602"/>
                </a:lnTo>
                <a:lnTo>
                  <a:pt x="179260" y="48577"/>
                </a:lnTo>
                <a:lnTo>
                  <a:pt x="158091" y="12096"/>
                </a:lnTo>
                <a:lnTo>
                  <a:pt x="150876" y="6095"/>
                </a:lnTo>
                <a:lnTo>
                  <a:pt x="155448" y="0"/>
                </a:lnTo>
                <a:lnTo>
                  <a:pt x="194261" y="18669"/>
                </a:lnTo>
                <a:lnTo>
                  <a:pt x="207264" y="35052"/>
                </a:lnTo>
                <a:lnTo>
                  <a:pt x="207264" y="39624"/>
                </a:lnTo>
                <a:lnTo>
                  <a:pt x="206430" y="45339"/>
                </a:lnTo>
                <a:lnTo>
                  <a:pt x="204025" y="51054"/>
                </a:lnTo>
                <a:lnTo>
                  <a:pt x="200191" y="56769"/>
                </a:lnTo>
                <a:lnTo>
                  <a:pt x="195072" y="62484"/>
                </a:lnTo>
                <a:close/>
              </a:path>
              <a:path w="382904" h="411479">
                <a:moveTo>
                  <a:pt x="353006" y="62484"/>
                </a:moveTo>
                <a:lnTo>
                  <a:pt x="318516" y="62484"/>
                </a:lnTo>
                <a:lnTo>
                  <a:pt x="333756" y="44196"/>
                </a:lnTo>
                <a:lnTo>
                  <a:pt x="353006" y="62484"/>
                </a:lnTo>
                <a:close/>
              </a:path>
              <a:path w="382904" h="411479">
                <a:moveTo>
                  <a:pt x="27432" y="124968"/>
                </a:moveTo>
                <a:lnTo>
                  <a:pt x="15240" y="121920"/>
                </a:lnTo>
                <a:lnTo>
                  <a:pt x="12192" y="118872"/>
                </a:lnTo>
                <a:lnTo>
                  <a:pt x="12192" y="114300"/>
                </a:lnTo>
                <a:lnTo>
                  <a:pt x="13716" y="112776"/>
                </a:lnTo>
                <a:lnTo>
                  <a:pt x="15240" y="109728"/>
                </a:lnTo>
                <a:lnTo>
                  <a:pt x="39624" y="69723"/>
                </a:lnTo>
                <a:lnTo>
                  <a:pt x="47244" y="45720"/>
                </a:lnTo>
                <a:lnTo>
                  <a:pt x="54864" y="45720"/>
                </a:lnTo>
                <a:lnTo>
                  <a:pt x="54864" y="62484"/>
                </a:lnTo>
                <a:lnTo>
                  <a:pt x="353006" y="62484"/>
                </a:lnTo>
                <a:lnTo>
                  <a:pt x="364236" y="73152"/>
                </a:lnTo>
                <a:lnTo>
                  <a:pt x="54864" y="73152"/>
                </a:lnTo>
                <a:lnTo>
                  <a:pt x="54244" y="88606"/>
                </a:lnTo>
                <a:lnTo>
                  <a:pt x="52187" y="100798"/>
                </a:lnTo>
                <a:lnTo>
                  <a:pt x="48434" y="109799"/>
                </a:lnTo>
                <a:lnTo>
                  <a:pt x="42672" y="115824"/>
                </a:lnTo>
                <a:lnTo>
                  <a:pt x="33528" y="121920"/>
                </a:lnTo>
                <a:lnTo>
                  <a:pt x="27432" y="124968"/>
                </a:lnTo>
                <a:close/>
              </a:path>
              <a:path w="382904" h="411479">
                <a:moveTo>
                  <a:pt x="304800" y="121920"/>
                </a:moveTo>
                <a:lnTo>
                  <a:pt x="298704" y="118872"/>
                </a:lnTo>
                <a:lnTo>
                  <a:pt x="320040" y="73152"/>
                </a:lnTo>
                <a:lnTo>
                  <a:pt x="364236" y="73152"/>
                </a:lnTo>
                <a:lnTo>
                  <a:pt x="352806" y="76271"/>
                </a:lnTo>
                <a:lnTo>
                  <a:pt x="339090" y="85534"/>
                </a:lnTo>
                <a:lnTo>
                  <a:pt x="323088" y="100798"/>
                </a:lnTo>
                <a:lnTo>
                  <a:pt x="304800" y="121920"/>
                </a:lnTo>
                <a:close/>
              </a:path>
              <a:path w="382904" h="411479">
                <a:moveTo>
                  <a:pt x="15240" y="172212"/>
                </a:moveTo>
                <a:lnTo>
                  <a:pt x="13716" y="167640"/>
                </a:lnTo>
                <a:lnTo>
                  <a:pt x="32313" y="157091"/>
                </a:lnTo>
                <a:lnTo>
                  <a:pt x="49339" y="146113"/>
                </a:lnTo>
                <a:lnTo>
                  <a:pt x="92130" y="111394"/>
                </a:lnTo>
                <a:lnTo>
                  <a:pt x="121920" y="79248"/>
                </a:lnTo>
                <a:lnTo>
                  <a:pt x="147828" y="105156"/>
                </a:lnTo>
                <a:lnTo>
                  <a:pt x="132588" y="109728"/>
                </a:lnTo>
                <a:lnTo>
                  <a:pt x="100536" y="131706"/>
                </a:lnTo>
                <a:lnTo>
                  <a:pt x="70485" y="149542"/>
                </a:lnTo>
                <a:lnTo>
                  <a:pt x="42148" y="163091"/>
                </a:lnTo>
                <a:lnTo>
                  <a:pt x="15240" y="172212"/>
                </a:lnTo>
                <a:close/>
              </a:path>
              <a:path w="382904" h="411479">
                <a:moveTo>
                  <a:pt x="321564" y="170688"/>
                </a:moveTo>
                <a:lnTo>
                  <a:pt x="315468" y="170688"/>
                </a:lnTo>
                <a:lnTo>
                  <a:pt x="312419" y="169164"/>
                </a:lnTo>
                <a:lnTo>
                  <a:pt x="307848" y="164592"/>
                </a:lnTo>
                <a:lnTo>
                  <a:pt x="299561" y="156614"/>
                </a:lnTo>
                <a:lnTo>
                  <a:pt x="260437" y="126658"/>
                </a:lnTo>
                <a:lnTo>
                  <a:pt x="208788" y="96012"/>
                </a:lnTo>
                <a:lnTo>
                  <a:pt x="211836" y="91440"/>
                </a:lnTo>
                <a:lnTo>
                  <a:pt x="270129" y="108585"/>
                </a:lnTo>
                <a:lnTo>
                  <a:pt x="312158" y="129706"/>
                </a:lnTo>
                <a:lnTo>
                  <a:pt x="323088" y="153924"/>
                </a:lnTo>
                <a:lnTo>
                  <a:pt x="323088" y="164592"/>
                </a:lnTo>
                <a:lnTo>
                  <a:pt x="321564" y="170688"/>
                </a:lnTo>
                <a:close/>
              </a:path>
              <a:path w="382904" h="411479">
                <a:moveTo>
                  <a:pt x="158496" y="190500"/>
                </a:moveTo>
                <a:lnTo>
                  <a:pt x="134112" y="190500"/>
                </a:lnTo>
                <a:lnTo>
                  <a:pt x="135874" y="167354"/>
                </a:lnTo>
                <a:lnTo>
                  <a:pt x="136751" y="148780"/>
                </a:lnTo>
                <a:lnTo>
                  <a:pt x="137073" y="134850"/>
                </a:lnTo>
                <a:lnTo>
                  <a:pt x="137160" y="121920"/>
                </a:lnTo>
                <a:lnTo>
                  <a:pt x="175260" y="140208"/>
                </a:lnTo>
                <a:lnTo>
                  <a:pt x="161544" y="152400"/>
                </a:lnTo>
                <a:lnTo>
                  <a:pt x="158496" y="190500"/>
                </a:lnTo>
                <a:close/>
              </a:path>
              <a:path w="382904" h="411479">
                <a:moveTo>
                  <a:pt x="54864" y="207264"/>
                </a:moveTo>
                <a:lnTo>
                  <a:pt x="36576" y="190500"/>
                </a:lnTo>
                <a:lnTo>
                  <a:pt x="236220" y="190500"/>
                </a:lnTo>
                <a:lnTo>
                  <a:pt x="246888" y="172212"/>
                </a:lnTo>
                <a:lnTo>
                  <a:pt x="272796" y="193548"/>
                </a:lnTo>
                <a:lnTo>
                  <a:pt x="263652" y="202692"/>
                </a:lnTo>
                <a:lnTo>
                  <a:pt x="83820" y="202692"/>
                </a:lnTo>
                <a:lnTo>
                  <a:pt x="74152" y="202977"/>
                </a:lnTo>
                <a:lnTo>
                  <a:pt x="65913" y="203835"/>
                </a:lnTo>
                <a:lnTo>
                  <a:pt x="59388" y="205263"/>
                </a:lnTo>
                <a:lnTo>
                  <a:pt x="54864" y="207264"/>
                </a:lnTo>
                <a:close/>
              </a:path>
              <a:path w="382904" h="411479">
                <a:moveTo>
                  <a:pt x="1524" y="411480"/>
                </a:moveTo>
                <a:lnTo>
                  <a:pt x="0" y="403860"/>
                </a:lnTo>
                <a:lnTo>
                  <a:pt x="26265" y="385833"/>
                </a:lnTo>
                <a:lnTo>
                  <a:pt x="50101" y="365950"/>
                </a:lnTo>
                <a:lnTo>
                  <a:pt x="89916" y="320040"/>
                </a:lnTo>
                <a:lnTo>
                  <a:pt x="117538" y="266509"/>
                </a:lnTo>
                <a:lnTo>
                  <a:pt x="132588" y="202692"/>
                </a:lnTo>
                <a:lnTo>
                  <a:pt x="156972" y="202692"/>
                </a:lnTo>
                <a:lnTo>
                  <a:pt x="141160" y="270700"/>
                </a:lnTo>
                <a:lnTo>
                  <a:pt x="112776" y="326136"/>
                </a:lnTo>
                <a:lnTo>
                  <a:pt x="66865" y="372237"/>
                </a:lnTo>
                <a:lnTo>
                  <a:pt x="36695" y="392572"/>
                </a:lnTo>
                <a:lnTo>
                  <a:pt x="1524" y="411480"/>
                </a:lnTo>
                <a:close/>
              </a:path>
              <a:path w="382904" h="411479">
                <a:moveTo>
                  <a:pt x="330708" y="388620"/>
                </a:moveTo>
                <a:lnTo>
                  <a:pt x="278892" y="388620"/>
                </a:lnTo>
                <a:lnTo>
                  <a:pt x="257175" y="386881"/>
                </a:lnTo>
                <a:lnTo>
                  <a:pt x="242316" y="376999"/>
                </a:lnTo>
                <a:lnTo>
                  <a:pt x="234315" y="358830"/>
                </a:lnTo>
                <a:lnTo>
                  <a:pt x="233309" y="335422"/>
                </a:lnTo>
                <a:lnTo>
                  <a:pt x="233207" y="330708"/>
                </a:lnTo>
                <a:lnTo>
                  <a:pt x="236220" y="202692"/>
                </a:lnTo>
                <a:lnTo>
                  <a:pt x="263652" y="202692"/>
                </a:lnTo>
                <a:lnTo>
                  <a:pt x="260604" y="205740"/>
                </a:lnTo>
                <a:lnTo>
                  <a:pt x="257673" y="320040"/>
                </a:lnTo>
                <a:lnTo>
                  <a:pt x="257556" y="345209"/>
                </a:lnTo>
                <a:lnTo>
                  <a:pt x="262128" y="359092"/>
                </a:lnTo>
                <a:lnTo>
                  <a:pt x="271272" y="366402"/>
                </a:lnTo>
                <a:lnTo>
                  <a:pt x="284988" y="367284"/>
                </a:lnTo>
                <a:lnTo>
                  <a:pt x="376526" y="367284"/>
                </a:lnTo>
                <a:lnTo>
                  <a:pt x="373356" y="372117"/>
                </a:lnTo>
                <a:lnTo>
                  <a:pt x="361759" y="381952"/>
                </a:lnTo>
                <a:lnTo>
                  <a:pt x="347591" y="387500"/>
                </a:lnTo>
                <a:lnTo>
                  <a:pt x="330708" y="388620"/>
                </a:lnTo>
                <a:close/>
              </a:path>
              <a:path w="382904" h="411479">
                <a:moveTo>
                  <a:pt x="376526" y="367284"/>
                </a:moveTo>
                <a:lnTo>
                  <a:pt x="327660" y="367284"/>
                </a:lnTo>
                <a:lnTo>
                  <a:pt x="335041" y="365236"/>
                </a:lnTo>
                <a:lnTo>
                  <a:pt x="340995" y="361188"/>
                </a:lnTo>
                <a:lnTo>
                  <a:pt x="349567" y="322326"/>
                </a:lnTo>
                <a:lnTo>
                  <a:pt x="350520" y="289560"/>
                </a:lnTo>
                <a:lnTo>
                  <a:pt x="358140" y="289560"/>
                </a:lnTo>
                <a:lnTo>
                  <a:pt x="362712" y="330708"/>
                </a:lnTo>
                <a:lnTo>
                  <a:pt x="382524" y="358140"/>
                </a:lnTo>
                <a:lnTo>
                  <a:pt x="376526" y="36728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" name="object 59"/>
          <p:cNvSpPr/>
          <p:nvPr/>
        </p:nvSpPr>
        <p:spPr>
          <a:xfrm>
            <a:off x="8404859" y="3970019"/>
            <a:ext cx="356870" cy="402590"/>
          </a:xfrm>
          <a:custGeom>
            <a:avLst/>
            <a:gdLst/>
            <a:ahLst/>
            <a:cxnLst/>
            <a:rect l="l" t="t" r="r" b="b"/>
            <a:pathLst>
              <a:path w="356870" h="402589">
                <a:moveTo>
                  <a:pt x="53340" y="91440"/>
                </a:moveTo>
                <a:lnTo>
                  <a:pt x="42672" y="91440"/>
                </a:lnTo>
                <a:lnTo>
                  <a:pt x="50696" y="63436"/>
                </a:lnTo>
                <a:lnTo>
                  <a:pt x="56578" y="38862"/>
                </a:lnTo>
                <a:lnTo>
                  <a:pt x="60459" y="17716"/>
                </a:lnTo>
                <a:lnTo>
                  <a:pt x="62484" y="0"/>
                </a:lnTo>
                <a:lnTo>
                  <a:pt x="100584" y="21336"/>
                </a:lnTo>
                <a:lnTo>
                  <a:pt x="90844" y="29075"/>
                </a:lnTo>
                <a:lnTo>
                  <a:pt x="79819" y="43243"/>
                </a:lnTo>
                <a:lnTo>
                  <a:pt x="67365" y="63984"/>
                </a:lnTo>
                <a:lnTo>
                  <a:pt x="53340" y="91440"/>
                </a:lnTo>
                <a:close/>
              </a:path>
              <a:path w="356870" h="402589">
                <a:moveTo>
                  <a:pt x="147828" y="192024"/>
                </a:moveTo>
                <a:lnTo>
                  <a:pt x="141732" y="187452"/>
                </a:lnTo>
                <a:lnTo>
                  <a:pt x="158877" y="160615"/>
                </a:lnTo>
                <a:lnTo>
                  <a:pt x="173736" y="135064"/>
                </a:lnTo>
                <a:lnTo>
                  <a:pt x="196596" y="88392"/>
                </a:lnTo>
                <a:lnTo>
                  <a:pt x="211264" y="44958"/>
                </a:lnTo>
                <a:lnTo>
                  <a:pt x="222503" y="1524"/>
                </a:lnTo>
                <a:lnTo>
                  <a:pt x="260603" y="24384"/>
                </a:lnTo>
                <a:lnTo>
                  <a:pt x="252626" y="32361"/>
                </a:lnTo>
                <a:lnTo>
                  <a:pt x="242506" y="47053"/>
                </a:lnTo>
                <a:lnTo>
                  <a:pt x="230385" y="68318"/>
                </a:lnTo>
                <a:lnTo>
                  <a:pt x="216408" y="96012"/>
                </a:lnTo>
                <a:lnTo>
                  <a:pt x="348996" y="96012"/>
                </a:lnTo>
                <a:lnTo>
                  <a:pt x="356616" y="103632"/>
                </a:lnTo>
                <a:lnTo>
                  <a:pt x="352425" y="106680"/>
                </a:lnTo>
                <a:lnTo>
                  <a:pt x="213360" y="106680"/>
                </a:lnTo>
                <a:lnTo>
                  <a:pt x="197334" y="130944"/>
                </a:lnTo>
                <a:lnTo>
                  <a:pt x="181165" y="153352"/>
                </a:lnTo>
                <a:lnTo>
                  <a:pt x="164711" y="173759"/>
                </a:lnTo>
                <a:lnTo>
                  <a:pt x="147828" y="192024"/>
                </a:lnTo>
                <a:close/>
              </a:path>
              <a:path w="356870" h="402589">
                <a:moveTo>
                  <a:pt x="146304" y="91440"/>
                </a:moveTo>
                <a:lnTo>
                  <a:pt x="111252" y="91440"/>
                </a:lnTo>
                <a:lnTo>
                  <a:pt x="128016" y="73152"/>
                </a:lnTo>
                <a:lnTo>
                  <a:pt x="146304" y="91440"/>
                </a:lnTo>
                <a:close/>
              </a:path>
              <a:path w="356870" h="402589">
                <a:moveTo>
                  <a:pt x="0" y="399288"/>
                </a:moveTo>
                <a:lnTo>
                  <a:pt x="229" y="359664"/>
                </a:lnTo>
                <a:lnTo>
                  <a:pt x="1285" y="276486"/>
                </a:lnTo>
                <a:lnTo>
                  <a:pt x="1360" y="263842"/>
                </a:lnTo>
                <a:lnTo>
                  <a:pt x="1479" y="228600"/>
                </a:lnTo>
                <a:lnTo>
                  <a:pt x="1285" y="195333"/>
                </a:lnTo>
                <a:lnTo>
                  <a:pt x="252" y="115824"/>
                </a:lnTo>
                <a:lnTo>
                  <a:pt x="0" y="74676"/>
                </a:lnTo>
                <a:lnTo>
                  <a:pt x="25908" y="91440"/>
                </a:lnTo>
                <a:lnTo>
                  <a:pt x="146304" y="91440"/>
                </a:lnTo>
                <a:lnTo>
                  <a:pt x="153924" y="99060"/>
                </a:lnTo>
                <a:lnTo>
                  <a:pt x="151828" y="100584"/>
                </a:lnTo>
                <a:lnTo>
                  <a:pt x="24384" y="100584"/>
                </a:lnTo>
                <a:lnTo>
                  <a:pt x="24384" y="211836"/>
                </a:lnTo>
                <a:lnTo>
                  <a:pt x="137205" y="211836"/>
                </a:lnTo>
                <a:lnTo>
                  <a:pt x="137219" y="222504"/>
                </a:lnTo>
                <a:lnTo>
                  <a:pt x="24384" y="222504"/>
                </a:lnTo>
                <a:lnTo>
                  <a:pt x="24384" y="344424"/>
                </a:lnTo>
                <a:lnTo>
                  <a:pt x="137914" y="344424"/>
                </a:lnTo>
                <a:lnTo>
                  <a:pt x="137940" y="346850"/>
                </a:lnTo>
                <a:lnTo>
                  <a:pt x="138137" y="355092"/>
                </a:lnTo>
                <a:lnTo>
                  <a:pt x="24384" y="355092"/>
                </a:lnTo>
                <a:lnTo>
                  <a:pt x="24384" y="384048"/>
                </a:lnTo>
                <a:lnTo>
                  <a:pt x="0" y="399288"/>
                </a:lnTo>
                <a:close/>
              </a:path>
              <a:path w="356870" h="402589">
                <a:moveTo>
                  <a:pt x="348996" y="96012"/>
                </a:moveTo>
                <a:lnTo>
                  <a:pt x="310896" y="96012"/>
                </a:lnTo>
                <a:lnTo>
                  <a:pt x="329184" y="76200"/>
                </a:lnTo>
                <a:lnTo>
                  <a:pt x="348996" y="96012"/>
                </a:lnTo>
                <a:close/>
              </a:path>
              <a:path w="356870" h="402589">
                <a:moveTo>
                  <a:pt x="137205" y="211836"/>
                </a:moveTo>
                <a:lnTo>
                  <a:pt x="114300" y="211836"/>
                </a:lnTo>
                <a:lnTo>
                  <a:pt x="114300" y="100584"/>
                </a:lnTo>
                <a:lnTo>
                  <a:pt x="151828" y="100584"/>
                </a:lnTo>
                <a:lnTo>
                  <a:pt x="137160" y="111252"/>
                </a:lnTo>
                <a:lnTo>
                  <a:pt x="137205" y="211836"/>
                </a:lnTo>
                <a:close/>
              </a:path>
              <a:path w="356870" h="402589">
                <a:moveTo>
                  <a:pt x="326813" y="359664"/>
                </a:moveTo>
                <a:lnTo>
                  <a:pt x="283464" y="359664"/>
                </a:lnTo>
                <a:lnTo>
                  <a:pt x="291750" y="357925"/>
                </a:lnTo>
                <a:lnTo>
                  <a:pt x="298323" y="352615"/>
                </a:lnTo>
                <a:lnTo>
                  <a:pt x="308586" y="305562"/>
                </a:lnTo>
                <a:lnTo>
                  <a:pt x="310705" y="259842"/>
                </a:lnTo>
                <a:lnTo>
                  <a:pt x="312539" y="193548"/>
                </a:lnTo>
                <a:lnTo>
                  <a:pt x="313944" y="106680"/>
                </a:lnTo>
                <a:lnTo>
                  <a:pt x="352425" y="106680"/>
                </a:lnTo>
                <a:lnTo>
                  <a:pt x="339852" y="115824"/>
                </a:lnTo>
                <a:lnTo>
                  <a:pt x="338800" y="186976"/>
                </a:lnTo>
                <a:lnTo>
                  <a:pt x="338521" y="199644"/>
                </a:lnTo>
                <a:lnTo>
                  <a:pt x="337291" y="250155"/>
                </a:lnTo>
                <a:lnTo>
                  <a:pt x="335462" y="296107"/>
                </a:lnTo>
                <a:lnTo>
                  <a:pt x="330708" y="345948"/>
                </a:lnTo>
                <a:lnTo>
                  <a:pt x="327231" y="358521"/>
                </a:lnTo>
                <a:lnTo>
                  <a:pt x="326813" y="359664"/>
                </a:lnTo>
                <a:close/>
              </a:path>
              <a:path w="356870" h="402589">
                <a:moveTo>
                  <a:pt x="231648" y="269748"/>
                </a:moveTo>
                <a:lnTo>
                  <a:pt x="228600" y="269748"/>
                </a:lnTo>
                <a:lnTo>
                  <a:pt x="225432" y="268295"/>
                </a:lnTo>
                <a:lnTo>
                  <a:pt x="222694" y="263842"/>
                </a:lnTo>
                <a:lnTo>
                  <a:pt x="220241" y="256246"/>
                </a:lnTo>
                <a:lnTo>
                  <a:pt x="217932" y="245364"/>
                </a:lnTo>
                <a:lnTo>
                  <a:pt x="213598" y="228242"/>
                </a:lnTo>
                <a:lnTo>
                  <a:pt x="207264" y="211264"/>
                </a:lnTo>
                <a:lnTo>
                  <a:pt x="198643" y="194571"/>
                </a:lnTo>
                <a:lnTo>
                  <a:pt x="187452" y="178308"/>
                </a:lnTo>
                <a:lnTo>
                  <a:pt x="190500" y="172212"/>
                </a:lnTo>
                <a:lnTo>
                  <a:pt x="223456" y="199644"/>
                </a:lnTo>
                <a:lnTo>
                  <a:pt x="246888" y="236220"/>
                </a:lnTo>
                <a:lnTo>
                  <a:pt x="246888" y="248412"/>
                </a:lnTo>
                <a:lnTo>
                  <a:pt x="243840" y="256032"/>
                </a:lnTo>
                <a:lnTo>
                  <a:pt x="239267" y="260603"/>
                </a:lnTo>
                <a:lnTo>
                  <a:pt x="234696" y="266700"/>
                </a:lnTo>
                <a:lnTo>
                  <a:pt x="231648" y="269748"/>
                </a:lnTo>
                <a:close/>
              </a:path>
              <a:path w="356870" h="402589">
                <a:moveTo>
                  <a:pt x="137914" y="344424"/>
                </a:moveTo>
                <a:lnTo>
                  <a:pt x="114300" y="344424"/>
                </a:lnTo>
                <a:lnTo>
                  <a:pt x="114300" y="222504"/>
                </a:lnTo>
                <a:lnTo>
                  <a:pt x="137219" y="222504"/>
                </a:lnTo>
                <a:lnTo>
                  <a:pt x="137337" y="269748"/>
                </a:lnTo>
                <a:lnTo>
                  <a:pt x="137498" y="305562"/>
                </a:lnTo>
                <a:lnTo>
                  <a:pt x="137914" y="344424"/>
                </a:lnTo>
                <a:close/>
              </a:path>
              <a:path w="356870" h="402589">
                <a:moveTo>
                  <a:pt x="277367" y="402336"/>
                </a:moveTo>
                <a:lnTo>
                  <a:pt x="270486" y="389453"/>
                </a:lnTo>
                <a:lnTo>
                  <a:pt x="258889" y="378142"/>
                </a:lnTo>
                <a:lnTo>
                  <a:pt x="242435" y="368260"/>
                </a:lnTo>
                <a:lnTo>
                  <a:pt x="220979" y="359664"/>
                </a:lnTo>
                <a:lnTo>
                  <a:pt x="220979" y="352044"/>
                </a:lnTo>
                <a:lnTo>
                  <a:pt x="241030" y="355806"/>
                </a:lnTo>
                <a:lnTo>
                  <a:pt x="257937" y="358140"/>
                </a:lnTo>
                <a:lnTo>
                  <a:pt x="271986" y="359330"/>
                </a:lnTo>
                <a:lnTo>
                  <a:pt x="283464" y="359664"/>
                </a:lnTo>
                <a:lnTo>
                  <a:pt x="326813" y="359664"/>
                </a:lnTo>
                <a:lnTo>
                  <a:pt x="323469" y="368808"/>
                </a:lnTo>
                <a:lnTo>
                  <a:pt x="289083" y="397740"/>
                </a:lnTo>
                <a:lnTo>
                  <a:pt x="277367" y="402336"/>
                </a:lnTo>
                <a:close/>
              </a:path>
              <a:path w="356870" h="402589">
                <a:moveTo>
                  <a:pt x="114300" y="391668"/>
                </a:moveTo>
                <a:lnTo>
                  <a:pt x="114300" y="355092"/>
                </a:lnTo>
                <a:lnTo>
                  <a:pt x="138137" y="355092"/>
                </a:lnTo>
                <a:lnTo>
                  <a:pt x="138684" y="377952"/>
                </a:lnTo>
                <a:lnTo>
                  <a:pt x="114300" y="39166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" name="object 60"/>
          <p:cNvSpPr/>
          <p:nvPr/>
        </p:nvSpPr>
        <p:spPr>
          <a:xfrm>
            <a:off x="8822423" y="3971556"/>
            <a:ext cx="844550" cy="403860"/>
          </a:xfrm>
          <a:custGeom>
            <a:avLst/>
            <a:gdLst/>
            <a:ahLst/>
            <a:cxnLst/>
            <a:rect l="l" t="t" r="r" b="b"/>
            <a:pathLst>
              <a:path w="844550" h="403860">
                <a:moveTo>
                  <a:pt x="127990" y="158940"/>
                </a:moveTo>
                <a:lnTo>
                  <a:pt x="118110" y="120294"/>
                </a:lnTo>
                <a:lnTo>
                  <a:pt x="76962" y="70002"/>
                </a:lnTo>
                <a:lnTo>
                  <a:pt x="42672" y="31991"/>
                </a:lnTo>
                <a:lnTo>
                  <a:pt x="38100" y="36563"/>
                </a:lnTo>
                <a:lnTo>
                  <a:pt x="47205" y="52857"/>
                </a:lnTo>
                <a:lnTo>
                  <a:pt x="56007" y="69710"/>
                </a:lnTo>
                <a:lnTo>
                  <a:pt x="71628" y="105143"/>
                </a:lnTo>
                <a:lnTo>
                  <a:pt x="85280" y="141719"/>
                </a:lnTo>
                <a:lnTo>
                  <a:pt x="94488" y="175247"/>
                </a:lnTo>
                <a:lnTo>
                  <a:pt x="99060" y="188963"/>
                </a:lnTo>
                <a:lnTo>
                  <a:pt x="102108" y="195059"/>
                </a:lnTo>
                <a:lnTo>
                  <a:pt x="109728" y="195059"/>
                </a:lnTo>
                <a:lnTo>
                  <a:pt x="118872" y="185915"/>
                </a:lnTo>
                <a:lnTo>
                  <a:pt x="122872" y="180771"/>
                </a:lnTo>
                <a:lnTo>
                  <a:pt x="125730" y="174510"/>
                </a:lnTo>
                <a:lnTo>
                  <a:pt x="127444" y="167055"/>
                </a:lnTo>
                <a:lnTo>
                  <a:pt x="127990" y="158940"/>
                </a:lnTo>
                <a:close/>
              </a:path>
              <a:path w="844550" h="403860">
                <a:moveTo>
                  <a:pt x="166116" y="268211"/>
                </a:moveTo>
                <a:lnTo>
                  <a:pt x="128016" y="237731"/>
                </a:lnTo>
                <a:lnTo>
                  <a:pt x="122301" y="251193"/>
                </a:lnTo>
                <a:lnTo>
                  <a:pt x="114300" y="266496"/>
                </a:lnTo>
                <a:lnTo>
                  <a:pt x="91440" y="303263"/>
                </a:lnTo>
                <a:lnTo>
                  <a:pt x="56959" y="347268"/>
                </a:lnTo>
                <a:lnTo>
                  <a:pt x="7620" y="399275"/>
                </a:lnTo>
                <a:lnTo>
                  <a:pt x="13716" y="403847"/>
                </a:lnTo>
                <a:lnTo>
                  <a:pt x="44627" y="379298"/>
                </a:lnTo>
                <a:lnTo>
                  <a:pt x="93878" y="334200"/>
                </a:lnTo>
                <a:lnTo>
                  <a:pt x="128193" y="296506"/>
                </a:lnTo>
                <a:lnTo>
                  <a:pt x="142303" y="283070"/>
                </a:lnTo>
                <a:lnTo>
                  <a:pt x="155003" y="273646"/>
                </a:lnTo>
                <a:lnTo>
                  <a:pt x="166116" y="268211"/>
                </a:lnTo>
                <a:close/>
              </a:path>
              <a:path w="844550" h="403860">
                <a:moveTo>
                  <a:pt x="222504" y="131051"/>
                </a:moveTo>
                <a:lnTo>
                  <a:pt x="195072" y="80187"/>
                </a:lnTo>
                <a:lnTo>
                  <a:pt x="169926" y="49784"/>
                </a:lnTo>
                <a:lnTo>
                  <a:pt x="135636" y="10655"/>
                </a:lnTo>
                <a:lnTo>
                  <a:pt x="129540" y="16751"/>
                </a:lnTo>
                <a:lnTo>
                  <a:pt x="150139" y="54495"/>
                </a:lnTo>
                <a:lnTo>
                  <a:pt x="166306" y="87807"/>
                </a:lnTo>
                <a:lnTo>
                  <a:pt x="178193" y="116840"/>
                </a:lnTo>
                <a:lnTo>
                  <a:pt x="185928" y="141719"/>
                </a:lnTo>
                <a:lnTo>
                  <a:pt x="189407" y="156845"/>
                </a:lnTo>
                <a:lnTo>
                  <a:pt x="193167" y="167817"/>
                </a:lnTo>
                <a:lnTo>
                  <a:pt x="197510" y="174510"/>
                </a:lnTo>
                <a:lnTo>
                  <a:pt x="202692" y="176771"/>
                </a:lnTo>
                <a:lnTo>
                  <a:pt x="204216" y="176771"/>
                </a:lnTo>
                <a:lnTo>
                  <a:pt x="207264" y="172199"/>
                </a:lnTo>
                <a:lnTo>
                  <a:pt x="213360" y="164579"/>
                </a:lnTo>
                <a:lnTo>
                  <a:pt x="217360" y="158559"/>
                </a:lnTo>
                <a:lnTo>
                  <a:pt x="220218" y="151815"/>
                </a:lnTo>
                <a:lnTo>
                  <a:pt x="221932" y="144221"/>
                </a:lnTo>
                <a:lnTo>
                  <a:pt x="222504" y="135623"/>
                </a:lnTo>
                <a:lnTo>
                  <a:pt x="222504" y="131051"/>
                </a:lnTo>
                <a:close/>
              </a:path>
              <a:path w="844550" h="403860">
                <a:moveTo>
                  <a:pt x="359600" y="359829"/>
                </a:moveTo>
                <a:lnTo>
                  <a:pt x="322707" y="312788"/>
                </a:lnTo>
                <a:lnTo>
                  <a:pt x="283565" y="285127"/>
                </a:lnTo>
                <a:lnTo>
                  <a:pt x="230124" y="251447"/>
                </a:lnTo>
                <a:lnTo>
                  <a:pt x="225552" y="256019"/>
                </a:lnTo>
                <a:lnTo>
                  <a:pt x="262445" y="293433"/>
                </a:lnTo>
                <a:lnTo>
                  <a:pt x="290893" y="325551"/>
                </a:lnTo>
                <a:lnTo>
                  <a:pt x="311073" y="352247"/>
                </a:lnTo>
                <a:lnTo>
                  <a:pt x="323088" y="373367"/>
                </a:lnTo>
                <a:lnTo>
                  <a:pt x="327875" y="383133"/>
                </a:lnTo>
                <a:lnTo>
                  <a:pt x="332803" y="389750"/>
                </a:lnTo>
                <a:lnTo>
                  <a:pt x="337451" y="393522"/>
                </a:lnTo>
                <a:lnTo>
                  <a:pt x="341376" y="394703"/>
                </a:lnTo>
                <a:lnTo>
                  <a:pt x="345948" y="394703"/>
                </a:lnTo>
                <a:lnTo>
                  <a:pt x="348996" y="391655"/>
                </a:lnTo>
                <a:lnTo>
                  <a:pt x="355092" y="384035"/>
                </a:lnTo>
                <a:lnTo>
                  <a:pt x="357936" y="377494"/>
                </a:lnTo>
                <a:lnTo>
                  <a:pt x="359473" y="369366"/>
                </a:lnTo>
                <a:lnTo>
                  <a:pt x="359600" y="359829"/>
                </a:lnTo>
                <a:close/>
              </a:path>
              <a:path w="844550" h="403860">
                <a:moveTo>
                  <a:pt x="396240" y="228587"/>
                </a:moveTo>
                <a:lnTo>
                  <a:pt x="355092" y="188963"/>
                </a:lnTo>
                <a:lnTo>
                  <a:pt x="326136" y="217919"/>
                </a:lnTo>
                <a:lnTo>
                  <a:pt x="249936" y="217919"/>
                </a:lnTo>
                <a:lnTo>
                  <a:pt x="274866" y="174510"/>
                </a:lnTo>
                <a:lnTo>
                  <a:pt x="293535" y="141909"/>
                </a:lnTo>
                <a:lnTo>
                  <a:pt x="310807" y="111620"/>
                </a:lnTo>
                <a:lnTo>
                  <a:pt x="323088" y="89903"/>
                </a:lnTo>
                <a:lnTo>
                  <a:pt x="333121" y="72453"/>
                </a:lnTo>
                <a:lnTo>
                  <a:pt x="342709" y="58851"/>
                </a:lnTo>
                <a:lnTo>
                  <a:pt x="352031" y="48971"/>
                </a:lnTo>
                <a:lnTo>
                  <a:pt x="361188" y="42659"/>
                </a:lnTo>
                <a:lnTo>
                  <a:pt x="315468" y="10655"/>
                </a:lnTo>
                <a:lnTo>
                  <a:pt x="303085" y="57518"/>
                </a:lnTo>
                <a:lnTo>
                  <a:pt x="289560" y="97523"/>
                </a:lnTo>
                <a:lnTo>
                  <a:pt x="269938" y="146862"/>
                </a:lnTo>
                <a:lnTo>
                  <a:pt x="237744" y="217919"/>
                </a:lnTo>
                <a:lnTo>
                  <a:pt x="0" y="217919"/>
                </a:lnTo>
                <a:lnTo>
                  <a:pt x="15240" y="233159"/>
                </a:lnTo>
                <a:lnTo>
                  <a:pt x="24676" y="231165"/>
                </a:lnTo>
                <a:lnTo>
                  <a:pt x="34671" y="229730"/>
                </a:lnTo>
                <a:lnTo>
                  <a:pt x="45250" y="228879"/>
                </a:lnTo>
                <a:lnTo>
                  <a:pt x="56388" y="228587"/>
                </a:lnTo>
                <a:lnTo>
                  <a:pt x="396240" y="228587"/>
                </a:lnTo>
                <a:close/>
              </a:path>
              <a:path w="844550" h="403860">
                <a:moveTo>
                  <a:pt x="757440" y="60960"/>
                </a:moveTo>
                <a:lnTo>
                  <a:pt x="730008" y="32004"/>
                </a:lnTo>
                <a:lnTo>
                  <a:pt x="710196" y="50292"/>
                </a:lnTo>
                <a:lnTo>
                  <a:pt x="685812" y="50292"/>
                </a:lnTo>
                <a:lnTo>
                  <a:pt x="685812" y="268224"/>
                </a:lnTo>
                <a:lnTo>
                  <a:pt x="641616" y="277368"/>
                </a:lnTo>
                <a:lnTo>
                  <a:pt x="641616" y="214884"/>
                </a:lnTo>
                <a:lnTo>
                  <a:pt x="685812" y="214884"/>
                </a:lnTo>
                <a:lnTo>
                  <a:pt x="685812" y="204216"/>
                </a:lnTo>
                <a:lnTo>
                  <a:pt x="641616" y="204216"/>
                </a:lnTo>
                <a:lnTo>
                  <a:pt x="641616" y="140208"/>
                </a:lnTo>
                <a:lnTo>
                  <a:pt x="685812" y="140208"/>
                </a:lnTo>
                <a:lnTo>
                  <a:pt x="685812" y="129540"/>
                </a:lnTo>
                <a:lnTo>
                  <a:pt x="641616" y="129540"/>
                </a:lnTo>
                <a:lnTo>
                  <a:pt x="641616" y="60960"/>
                </a:lnTo>
                <a:lnTo>
                  <a:pt x="685812" y="60960"/>
                </a:lnTo>
                <a:lnTo>
                  <a:pt x="685812" y="50292"/>
                </a:lnTo>
                <a:lnTo>
                  <a:pt x="574560" y="50292"/>
                </a:lnTo>
                <a:lnTo>
                  <a:pt x="591324" y="67056"/>
                </a:lnTo>
                <a:lnTo>
                  <a:pt x="599909" y="64173"/>
                </a:lnTo>
                <a:lnTo>
                  <a:pt x="607517" y="62293"/>
                </a:lnTo>
                <a:lnTo>
                  <a:pt x="614248" y="61264"/>
                </a:lnTo>
                <a:lnTo>
                  <a:pt x="620280" y="60960"/>
                </a:lnTo>
                <a:lnTo>
                  <a:pt x="620280" y="281940"/>
                </a:lnTo>
                <a:lnTo>
                  <a:pt x="583704" y="289560"/>
                </a:lnTo>
                <a:lnTo>
                  <a:pt x="600468" y="316992"/>
                </a:lnTo>
                <a:lnTo>
                  <a:pt x="610158" y="309562"/>
                </a:lnTo>
                <a:lnTo>
                  <a:pt x="627710" y="300990"/>
                </a:lnTo>
                <a:lnTo>
                  <a:pt x="652970" y="291274"/>
                </a:lnTo>
                <a:lnTo>
                  <a:pt x="685812" y="280416"/>
                </a:lnTo>
                <a:lnTo>
                  <a:pt x="685812" y="355092"/>
                </a:lnTo>
                <a:lnTo>
                  <a:pt x="708672" y="344424"/>
                </a:lnTo>
                <a:lnTo>
                  <a:pt x="707783" y="333273"/>
                </a:lnTo>
                <a:lnTo>
                  <a:pt x="707339" y="318516"/>
                </a:lnTo>
                <a:lnTo>
                  <a:pt x="707275" y="310896"/>
                </a:lnTo>
                <a:lnTo>
                  <a:pt x="707148" y="280416"/>
                </a:lnTo>
                <a:lnTo>
                  <a:pt x="707148" y="277368"/>
                </a:lnTo>
                <a:lnTo>
                  <a:pt x="707148" y="275844"/>
                </a:lnTo>
                <a:lnTo>
                  <a:pt x="742365" y="263652"/>
                </a:lnTo>
                <a:lnTo>
                  <a:pt x="746772" y="262128"/>
                </a:lnTo>
                <a:lnTo>
                  <a:pt x="746772" y="254508"/>
                </a:lnTo>
                <a:lnTo>
                  <a:pt x="707148" y="263652"/>
                </a:lnTo>
                <a:lnTo>
                  <a:pt x="707148" y="214884"/>
                </a:lnTo>
                <a:lnTo>
                  <a:pt x="707148" y="204216"/>
                </a:lnTo>
                <a:lnTo>
                  <a:pt x="707148" y="140208"/>
                </a:lnTo>
                <a:lnTo>
                  <a:pt x="707148" y="129540"/>
                </a:lnTo>
                <a:lnTo>
                  <a:pt x="707148" y="60960"/>
                </a:lnTo>
                <a:lnTo>
                  <a:pt x="757440" y="60960"/>
                </a:lnTo>
                <a:close/>
              </a:path>
              <a:path w="844550" h="403860">
                <a:moveTo>
                  <a:pt x="838212" y="94488"/>
                </a:moveTo>
                <a:lnTo>
                  <a:pt x="813828" y="73152"/>
                </a:lnTo>
                <a:lnTo>
                  <a:pt x="801636" y="89916"/>
                </a:lnTo>
                <a:lnTo>
                  <a:pt x="719340" y="89916"/>
                </a:lnTo>
                <a:lnTo>
                  <a:pt x="734580" y="105156"/>
                </a:lnTo>
                <a:lnTo>
                  <a:pt x="744880" y="102908"/>
                </a:lnTo>
                <a:lnTo>
                  <a:pt x="755345" y="100965"/>
                </a:lnTo>
                <a:lnTo>
                  <a:pt x="766076" y="99580"/>
                </a:lnTo>
                <a:lnTo>
                  <a:pt x="777252" y="99060"/>
                </a:lnTo>
                <a:lnTo>
                  <a:pt x="803160" y="99060"/>
                </a:lnTo>
                <a:lnTo>
                  <a:pt x="799172" y="125031"/>
                </a:lnTo>
                <a:lnTo>
                  <a:pt x="794207" y="150304"/>
                </a:lnTo>
                <a:lnTo>
                  <a:pt x="788365" y="174701"/>
                </a:lnTo>
                <a:lnTo>
                  <a:pt x="781824" y="198120"/>
                </a:lnTo>
                <a:lnTo>
                  <a:pt x="772058" y="183261"/>
                </a:lnTo>
                <a:lnTo>
                  <a:pt x="760869" y="168402"/>
                </a:lnTo>
                <a:lnTo>
                  <a:pt x="747953" y="153543"/>
                </a:lnTo>
                <a:lnTo>
                  <a:pt x="733056" y="138684"/>
                </a:lnTo>
                <a:lnTo>
                  <a:pt x="730008" y="141732"/>
                </a:lnTo>
                <a:lnTo>
                  <a:pt x="740549" y="157467"/>
                </a:lnTo>
                <a:lnTo>
                  <a:pt x="751535" y="175069"/>
                </a:lnTo>
                <a:lnTo>
                  <a:pt x="762787" y="194665"/>
                </a:lnTo>
                <a:lnTo>
                  <a:pt x="774204" y="216408"/>
                </a:lnTo>
                <a:lnTo>
                  <a:pt x="763917" y="241566"/>
                </a:lnTo>
                <a:lnTo>
                  <a:pt x="751344" y="266890"/>
                </a:lnTo>
                <a:lnTo>
                  <a:pt x="736485" y="292481"/>
                </a:lnTo>
                <a:lnTo>
                  <a:pt x="719340" y="318516"/>
                </a:lnTo>
                <a:lnTo>
                  <a:pt x="722388" y="323088"/>
                </a:lnTo>
                <a:lnTo>
                  <a:pt x="739241" y="306489"/>
                </a:lnTo>
                <a:lnTo>
                  <a:pt x="755535" y="286321"/>
                </a:lnTo>
                <a:lnTo>
                  <a:pt x="771245" y="262432"/>
                </a:lnTo>
                <a:lnTo>
                  <a:pt x="786396" y="234696"/>
                </a:lnTo>
                <a:lnTo>
                  <a:pt x="792695" y="246672"/>
                </a:lnTo>
                <a:lnTo>
                  <a:pt x="798017" y="259651"/>
                </a:lnTo>
                <a:lnTo>
                  <a:pt x="802462" y="273481"/>
                </a:lnTo>
                <a:lnTo>
                  <a:pt x="806208" y="288036"/>
                </a:lnTo>
                <a:lnTo>
                  <a:pt x="809256" y="303276"/>
                </a:lnTo>
                <a:lnTo>
                  <a:pt x="813828" y="310896"/>
                </a:lnTo>
                <a:lnTo>
                  <a:pt x="818400" y="310896"/>
                </a:lnTo>
                <a:lnTo>
                  <a:pt x="822972" y="307848"/>
                </a:lnTo>
                <a:lnTo>
                  <a:pt x="826020" y="301752"/>
                </a:lnTo>
                <a:lnTo>
                  <a:pt x="828636" y="296621"/>
                </a:lnTo>
                <a:lnTo>
                  <a:pt x="829830" y="290512"/>
                </a:lnTo>
                <a:lnTo>
                  <a:pt x="829868" y="283527"/>
                </a:lnTo>
                <a:lnTo>
                  <a:pt x="829068" y="275844"/>
                </a:lnTo>
                <a:lnTo>
                  <a:pt x="825322" y="265506"/>
                </a:lnTo>
                <a:lnTo>
                  <a:pt x="818591" y="252603"/>
                </a:lnTo>
                <a:lnTo>
                  <a:pt x="808697" y="236829"/>
                </a:lnTo>
                <a:lnTo>
                  <a:pt x="807212" y="234696"/>
                </a:lnTo>
                <a:lnTo>
                  <a:pt x="795540" y="217932"/>
                </a:lnTo>
                <a:lnTo>
                  <a:pt x="801814" y="198120"/>
                </a:lnTo>
                <a:lnTo>
                  <a:pt x="803516" y="192786"/>
                </a:lnTo>
                <a:lnTo>
                  <a:pt x="811352" y="165354"/>
                </a:lnTo>
                <a:lnTo>
                  <a:pt x="818896" y="135636"/>
                </a:lnTo>
                <a:lnTo>
                  <a:pt x="826020" y="103632"/>
                </a:lnTo>
                <a:lnTo>
                  <a:pt x="832116" y="99060"/>
                </a:lnTo>
                <a:lnTo>
                  <a:pt x="838212" y="94488"/>
                </a:lnTo>
                <a:close/>
              </a:path>
              <a:path w="844550" h="403860">
                <a:moveTo>
                  <a:pt x="844308" y="362712"/>
                </a:moveTo>
                <a:lnTo>
                  <a:pt x="802017" y="366445"/>
                </a:lnTo>
                <a:lnTo>
                  <a:pt x="759726" y="368617"/>
                </a:lnTo>
                <a:lnTo>
                  <a:pt x="717435" y="369354"/>
                </a:lnTo>
                <a:lnTo>
                  <a:pt x="675144" y="368808"/>
                </a:lnTo>
                <a:lnTo>
                  <a:pt x="636041" y="366229"/>
                </a:lnTo>
                <a:lnTo>
                  <a:pt x="601230" y="360807"/>
                </a:lnTo>
                <a:lnTo>
                  <a:pt x="570979" y="352513"/>
                </a:lnTo>
                <a:lnTo>
                  <a:pt x="545604" y="341376"/>
                </a:lnTo>
                <a:lnTo>
                  <a:pt x="545604" y="330708"/>
                </a:lnTo>
                <a:lnTo>
                  <a:pt x="545604" y="256032"/>
                </a:lnTo>
                <a:lnTo>
                  <a:pt x="608088" y="256032"/>
                </a:lnTo>
                <a:lnTo>
                  <a:pt x="598601" y="245364"/>
                </a:lnTo>
                <a:lnTo>
                  <a:pt x="583704" y="228600"/>
                </a:lnTo>
                <a:lnTo>
                  <a:pt x="568464" y="245364"/>
                </a:lnTo>
                <a:lnTo>
                  <a:pt x="545604" y="245364"/>
                </a:lnTo>
                <a:lnTo>
                  <a:pt x="545604" y="198120"/>
                </a:lnTo>
                <a:lnTo>
                  <a:pt x="559320" y="188976"/>
                </a:lnTo>
                <a:lnTo>
                  <a:pt x="530364" y="172212"/>
                </a:lnTo>
                <a:lnTo>
                  <a:pt x="617232" y="172212"/>
                </a:lnTo>
                <a:lnTo>
                  <a:pt x="591324" y="143256"/>
                </a:lnTo>
                <a:lnTo>
                  <a:pt x="573036" y="163068"/>
                </a:lnTo>
                <a:lnTo>
                  <a:pt x="537984" y="163068"/>
                </a:lnTo>
                <a:lnTo>
                  <a:pt x="537984" y="94488"/>
                </a:lnTo>
                <a:lnTo>
                  <a:pt x="598944" y="94488"/>
                </a:lnTo>
                <a:lnTo>
                  <a:pt x="573036" y="67056"/>
                </a:lnTo>
                <a:lnTo>
                  <a:pt x="556272" y="83820"/>
                </a:lnTo>
                <a:lnTo>
                  <a:pt x="537984" y="83820"/>
                </a:lnTo>
                <a:lnTo>
                  <a:pt x="537984" y="25908"/>
                </a:lnTo>
                <a:lnTo>
                  <a:pt x="551700" y="18288"/>
                </a:lnTo>
                <a:lnTo>
                  <a:pt x="515124" y="0"/>
                </a:lnTo>
                <a:lnTo>
                  <a:pt x="516242" y="17157"/>
                </a:lnTo>
                <a:lnTo>
                  <a:pt x="517220" y="36766"/>
                </a:lnTo>
                <a:lnTo>
                  <a:pt x="517906" y="58928"/>
                </a:lnTo>
                <a:lnTo>
                  <a:pt x="518172" y="83820"/>
                </a:lnTo>
                <a:lnTo>
                  <a:pt x="452640" y="83820"/>
                </a:lnTo>
                <a:lnTo>
                  <a:pt x="469404" y="99060"/>
                </a:lnTo>
                <a:lnTo>
                  <a:pt x="478256" y="97053"/>
                </a:lnTo>
                <a:lnTo>
                  <a:pt x="486549" y="95631"/>
                </a:lnTo>
                <a:lnTo>
                  <a:pt x="494258" y="94767"/>
                </a:lnTo>
                <a:lnTo>
                  <a:pt x="501408" y="94488"/>
                </a:lnTo>
                <a:lnTo>
                  <a:pt x="518172" y="94488"/>
                </a:lnTo>
                <a:lnTo>
                  <a:pt x="518172" y="163068"/>
                </a:lnTo>
                <a:lnTo>
                  <a:pt x="435876" y="163068"/>
                </a:lnTo>
                <a:lnTo>
                  <a:pt x="451116" y="178308"/>
                </a:lnTo>
                <a:lnTo>
                  <a:pt x="469595" y="174117"/>
                </a:lnTo>
                <a:lnTo>
                  <a:pt x="477469" y="172732"/>
                </a:lnTo>
                <a:lnTo>
                  <a:pt x="484644" y="172212"/>
                </a:lnTo>
                <a:lnTo>
                  <a:pt x="524268" y="172212"/>
                </a:lnTo>
                <a:lnTo>
                  <a:pt x="524268" y="330708"/>
                </a:lnTo>
                <a:lnTo>
                  <a:pt x="512267" y="322440"/>
                </a:lnTo>
                <a:lnTo>
                  <a:pt x="483120" y="295656"/>
                </a:lnTo>
                <a:lnTo>
                  <a:pt x="490613" y="249783"/>
                </a:lnTo>
                <a:lnTo>
                  <a:pt x="505980" y="225552"/>
                </a:lnTo>
                <a:lnTo>
                  <a:pt x="469404" y="208788"/>
                </a:lnTo>
                <a:lnTo>
                  <a:pt x="467118" y="255651"/>
                </a:lnTo>
                <a:lnTo>
                  <a:pt x="460260" y="304774"/>
                </a:lnTo>
                <a:lnTo>
                  <a:pt x="450164" y="352425"/>
                </a:lnTo>
                <a:lnTo>
                  <a:pt x="434352" y="393192"/>
                </a:lnTo>
                <a:lnTo>
                  <a:pt x="437400" y="397764"/>
                </a:lnTo>
                <a:lnTo>
                  <a:pt x="451370" y="379158"/>
                </a:lnTo>
                <a:lnTo>
                  <a:pt x="463499" y="357568"/>
                </a:lnTo>
                <a:lnTo>
                  <a:pt x="473608" y="332816"/>
                </a:lnTo>
                <a:lnTo>
                  <a:pt x="481596" y="304800"/>
                </a:lnTo>
                <a:lnTo>
                  <a:pt x="497001" y="324015"/>
                </a:lnTo>
                <a:lnTo>
                  <a:pt x="537527" y="355587"/>
                </a:lnTo>
                <a:lnTo>
                  <a:pt x="589800" y="379069"/>
                </a:lnTo>
                <a:lnTo>
                  <a:pt x="651522" y="392163"/>
                </a:lnTo>
                <a:lnTo>
                  <a:pt x="786968" y="397497"/>
                </a:lnTo>
                <a:lnTo>
                  <a:pt x="818400" y="397764"/>
                </a:lnTo>
                <a:lnTo>
                  <a:pt x="820940" y="387451"/>
                </a:lnTo>
                <a:lnTo>
                  <a:pt x="826211" y="379285"/>
                </a:lnTo>
                <a:lnTo>
                  <a:pt x="834034" y="373113"/>
                </a:lnTo>
                <a:lnTo>
                  <a:pt x="843000" y="369354"/>
                </a:lnTo>
                <a:lnTo>
                  <a:pt x="844308" y="368808"/>
                </a:lnTo>
                <a:lnTo>
                  <a:pt x="844308" y="36271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pic>
        <p:nvPicPr>
          <p:cNvPr id="61" name="object 61"/>
          <p:cNvPicPr/>
          <p:nvPr/>
        </p:nvPicPr>
        <p:blipFill>
          <a:blip r:embed="rId7" cstate="print"/>
          <a:stretch>
            <a:fillRect/>
          </a:stretch>
        </p:blipFill>
        <p:spPr>
          <a:xfrm>
            <a:off x="9747504" y="4239767"/>
            <a:ext cx="97536" cy="96012"/>
          </a:xfrm>
          <a:prstGeom prst="rect">
            <a:avLst/>
          </a:prstGeom>
        </p:spPr>
      </p:pic>
    </p:spTree>
  </p:cSld>
  <p:clrMapOvr>
    <a:masterClrMapping/>
  </p:clrMapOvr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object 2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9665208" y="7228331"/>
            <a:ext cx="92964" cy="147828"/>
          </a:xfrm>
          <a:prstGeom prst="rect">
            <a:avLst/>
          </a:prstGeom>
        </p:spPr>
      </p:pic>
      <p:sp>
        <p:nvSpPr>
          <p:cNvPr id="3" name="object 3"/>
          <p:cNvSpPr/>
          <p:nvPr/>
        </p:nvSpPr>
        <p:spPr>
          <a:xfrm>
            <a:off x="1760219" y="1328927"/>
            <a:ext cx="218440" cy="447040"/>
          </a:xfrm>
          <a:custGeom>
            <a:avLst/>
            <a:gdLst/>
            <a:ahLst/>
            <a:cxnLst/>
            <a:rect l="l" t="t" r="r" b="b"/>
            <a:pathLst>
              <a:path w="218439" h="447039">
                <a:moveTo>
                  <a:pt x="217931" y="446532"/>
                </a:moveTo>
                <a:lnTo>
                  <a:pt x="0" y="446532"/>
                </a:lnTo>
                <a:lnTo>
                  <a:pt x="0" y="400812"/>
                </a:lnTo>
                <a:lnTo>
                  <a:pt x="80771" y="400812"/>
                </a:lnTo>
                <a:lnTo>
                  <a:pt x="80771" y="102108"/>
                </a:lnTo>
                <a:lnTo>
                  <a:pt x="0" y="102108"/>
                </a:lnTo>
                <a:lnTo>
                  <a:pt x="0" y="62484"/>
                </a:lnTo>
                <a:lnTo>
                  <a:pt x="21407" y="61626"/>
                </a:lnTo>
                <a:lnTo>
                  <a:pt x="39814" y="59055"/>
                </a:lnTo>
                <a:lnTo>
                  <a:pt x="77081" y="41362"/>
                </a:lnTo>
                <a:lnTo>
                  <a:pt x="91439" y="0"/>
                </a:lnTo>
                <a:lnTo>
                  <a:pt x="138683" y="0"/>
                </a:lnTo>
                <a:lnTo>
                  <a:pt x="138683" y="400812"/>
                </a:lnTo>
                <a:lnTo>
                  <a:pt x="217931" y="400812"/>
                </a:lnTo>
                <a:lnTo>
                  <a:pt x="217931" y="446532"/>
                </a:lnTo>
                <a:close/>
              </a:path>
            </a:pathLst>
          </a:custGeom>
          <a:solidFill>
            <a:srgbClr val="3333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" name="object 4"/>
          <p:cNvSpPr/>
          <p:nvPr/>
        </p:nvSpPr>
        <p:spPr>
          <a:xfrm>
            <a:off x="2084832" y="1690116"/>
            <a:ext cx="71755" cy="85725"/>
          </a:xfrm>
          <a:custGeom>
            <a:avLst/>
            <a:gdLst/>
            <a:ahLst/>
            <a:cxnLst/>
            <a:rect l="l" t="t" r="r" b="b"/>
            <a:pathLst>
              <a:path w="71755" h="85725">
                <a:moveTo>
                  <a:pt x="71627" y="85343"/>
                </a:moveTo>
                <a:lnTo>
                  <a:pt x="0" y="85343"/>
                </a:lnTo>
                <a:lnTo>
                  <a:pt x="0" y="0"/>
                </a:lnTo>
                <a:lnTo>
                  <a:pt x="71627" y="0"/>
                </a:lnTo>
                <a:lnTo>
                  <a:pt x="71627" y="85343"/>
                </a:lnTo>
                <a:close/>
              </a:path>
            </a:pathLst>
          </a:custGeom>
          <a:solidFill>
            <a:srgbClr val="3333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" name="object 5"/>
          <p:cNvSpPr/>
          <p:nvPr/>
        </p:nvSpPr>
        <p:spPr>
          <a:xfrm>
            <a:off x="2279903" y="1328927"/>
            <a:ext cx="218440" cy="447040"/>
          </a:xfrm>
          <a:custGeom>
            <a:avLst/>
            <a:gdLst/>
            <a:ahLst/>
            <a:cxnLst/>
            <a:rect l="l" t="t" r="r" b="b"/>
            <a:pathLst>
              <a:path w="218439" h="447039">
                <a:moveTo>
                  <a:pt x="217931" y="446532"/>
                </a:moveTo>
                <a:lnTo>
                  <a:pt x="0" y="446532"/>
                </a:lnTo>
                <a:lnTo>
                  <a:pt x="0" y="400812"/>
                </a:lnTo>
                <a:lnTo>
                  <a:pt x="80771" y="400812"/>
                </a:lnTo>
                <a:lnTo>
                  <a:pt x="80771" y="102108"/>
                </a:lnTo>
                <a:lnTo>
                  <a:pt x="0" y="102108"/>
                </a:lnTo>
                <a:lnTo>
                  <a:pt x="0" y="62484"/>
                </a:lnTo>
                <a:lnTo>
                  <a:pt x="21431" y="61626"/>
                </a:lnTo>
                <a:lnTo>
                  <a:pt x="40004" y="59055"/>
                </a:lnTo>
                <a:lnTo>
                  <a:pt x="77962" y="41362"/>
                </a:lnTo>
                <a:lnTo>
                  <a:pt x="92963" y="0"/>
                </a:lnTo>
                <a:lnTo>
                  <a:pt x="138683" y="0"/>
                </a:lnTo>
                <a:lnTo>
                  <a:pt x="138683" y="400812"/>
                </a:lnTo>
                <a:lnTo>
                  <a:pt x="217931" y="400812"/>
                </a:lnTo>
                <a:lnTo>
                  <a:pt x="217931" y="446532"/>
                </a:lnTo>
                <a:close/>
              </a:path>
            </a:pathLst>
          </a:custGeom>
          <a:solidFill>
            <a:srgbClr val="3333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" name="object 6"/>
          <p:cNvSpPr/>
          <p:nvPr/>
        </p:nvSpPr>
        <p:spPr>
          <a:xfrm>
            <a:off x="2833116" y="1280160"/>
            <a:ext cx="448309" cy="548640"/>
          </a:xfrm>
          <a:custGeom>
            <a:avLst/>
            <a:gdLst/>
            <a:ahLst/>
            <a:cxnLst/>
            <a:rect l="l" t="t" r="r" b="b"/>
            <a:pathLst>
              <a:path w="448310" h="548639">
                <a:moveTo>
                  <a:pt x="103632" y="117348"/>
                </a:moveTo>
                <a:lnTo>
                  <a:pt x="94488" y="117348"/>
                </a:lnTo>
                <a:lnTo>
                  <a:pt x="89916" y="109728"/>
                </a:lnTo>
                <a:lnTo>
                  <a:pt x="86868" y="96012"/>
                </a:lnTo>
                <a:lnTo>
                  <a:pt x="79462" y="76581"/>
                </a:lnTo>
                <a:lnTo>
                  <a:pt x="68770" y="54864"/>
                </a:lnTo>
                <a:lnTo>
                  <a:pt x="54935" y="30861"/>
                </a:lnTo>
                <a:lnTo>
                  <a:pt x="38100" y="4572"/>
                </a:lnTo>
                <a:lnTo>
                  <a:pt x="45720" y="0"/>
                </a:lnTo>
                <a:lnTo>
                  <a:pt x="85725" y="24384"/>
                </a:lnTo>
                <a:lnTo>
                  <a:pt x="116609" y="53030"/>
                </a:lnTo>
                <a:lnTo>
                  <a:pt x="124968" y="74676"/>
                </a:lnTo>
                <a:lnTo>
                  <a:pt x="124390" y="80700"/>
                </a:lnTo>
                <a:lnTo>
                  <a:pt x="122682" y="87249"/>
                </a:lnTo>
                <a:lnTo>
                  <a:pt x="119824" y="94392"/>
                </a:lnTo>
                <a:lnTo>
                  <a:pt x="115824" y="102108"/>
                </a:lnTo>
                <a:lnTo>
                  <a:pt x="109728" y="112776"/>
                </a:lnTo>
                <a:lnTo>
                  <a:pt x="103632" y="117348"/>
                </a:lnTo>
                <a:close/>
              </a:path>
              <a:path w="448310" h="548639">
                <a:moveTo>
                  <a:pt x="201168" y="83820"/>
                </a:moveTo>
                <a:lnTo>
                  <a:pt x="179831" y="62484"/>
                </a:lnTo>
                <a:lnTo>
                  <a:pt x="388620" y="62484"/>
                </a:lnTo>
                <a:lnTo>
                  <a:pt x="406908" y="33528"/>
                </a:lnTo>
                <a:lnTo>
                  <a:pt x="448056" y="67056"/>
                </a:lnTo>
                <a:lnTo>
                  <a:pt x="438208" y="76200"/>
                </a:lnTo>
                <a:lnTo>
                  <a:pt x="259080" y="76200"/>
                </a:lnTo>
                <a:lnTo>
                  <a:pt x="243601" y="76747"/>
                </a:lnTo>
                <a:lnTo>
                  <a:pt x="228981" y="78295"/>
                </a:lnTo>
                <a:lnTo>
                  <a:pt x="214931" y="80700"/>
                </a:lnTo>
                <a:lnTo>
                  <a:pt x="201168" y="83820"/>
                </a:lnTo>
                <a:close/>
              </a:path>
              <a:path w="448310" h="548639">
                <a:moveTo>
                  <a:pt x="425464" y="486156"/>
                </a:moveTo>
                <a:lnTo>
                  <a:pt x="364236" y="486156"/>
                </a:lnTo>
                <a:lnTo>
                  <a:pt x="375356" y="485846"/>
                </a:lnTo>
                <a:lnTo>
                  <a:pt x="383476" y="482536"/>
                </a:lnTo>
                <a:lnTo>
                  <a:pt x="388453" y="476083"/>
                </a:lnTo>
                <a:lnTo>
                  <a:pt x="390144" y="466344"/>
                </a:lnTo>
                <a:lnTo>
                  <a:pt x="390144" y="76200"/>
                </a:lnTo>
                <a:lnTo>
                  <a:pt x="438208" y="76200"/>
                </a:lnTo>
                <a:lnTo>
                  <a:pt x="426720" y="86868"/>
                </a:lnTo>
                <a:lnTo>
                  <a:pt x="426720" y="473964"/>
                </a:lnTo>
                <a:lnTo>
                  <a:pt x="425464" y="486156"/>
                </a:lnTo>
                <a:close/>
              </a:path>
              <a:path w="448310" h="548639">
                <a:moveTo>
                  <a:pt x="0" y="548640"/>
                </a:moveTo>
                <a:lnTo>
                  <a:pt x="1039" y="498276"/>
                </a:lnTo>
                <a:lnTo>
                  <a:pt x="1731" y="459955"/>
                </a:lnTo>
                <a:lnTo>
                  <a:pt x="2414" y="411041"/>
                </a:lnTo>
                <a:lnTo>
                  <a:pt x="2822" y="365379"/>
                </a:lnTo>
                <a:lnTo>
                  <a:pt x="3011" y="295656"/>
                </a:lnTo>
                <a:lnTo>
                  <a:pt x="2786" y="239077"/>
                </a:lnTo>
                <a:lnTo>
                  <a:pt x="2104" y="184404"/>
                </a:lnTo>
                <a:lnTo>
                  <a:pt x="1119" y="138493"/>
                </a:lnTo>
                <a:lnTo>
                  <a:pt x="0" y="103632"/>
                </a:lnTo>
                <a:lnTo>
                  <a:pt x="60960" y="137160"/>
                </a:lnTo>
                <a:lnTo>
                  <a:pt x="38100" y="150876"/>
                </a:lnTo>
                <a:lnTo>
                  <a:pt x="38100" y="531876"/>
                </a:lnTo>
                <a:lnTo>
                  <a:pt x="0" y="548640"/>
                </a:lnTo>
                <a:close/>
              </a:path>
              <a:path w="448310" h="548639">
                <a:moveTo>
                  <a:pt x="331670" y="208788"/>
                </a:moveTo>
                <a:lnTo>
                  <a:pt x="277368" y="208788"/>
                </a:lnTo>
                <a:lnTo>
                  <a:pt x="294131" y="181356"/>
                </a:lnTo>
                <a:lnTo>
                  <a:pt x="331670" y="208788"/>
                </a:lnTo>
                <a:close/>
              </a:path>
              <a:path w="448310" h="548639">
                <a:moveTo>
                  <a:pt x="112776" y="423671"/>
                </a:moveTo>
                <a:lnTo>
                  <a:pt x="113895" y="389096"/>
                </a:lnTo>
                <a:lnTo>
                  <a:pt x="114871" y="356235"/>
                </a:lnTo>
                <a:lnTo>
                  <a:pt x="115562" y="325088"/>
                </a:lnTo>
                <a:lnTo>
                  <a:pt x="115824" y="295656"/>
                </a:lnTo>
                <a:lnTo>
                  <a:pt x="115562" y="267985"/>
                </a:lnTo>
                <a:lnTo>
                  <a:pt x="114838" y="239077"/>
                </a:lnTo>
                <a:lnTo>
                  <a:pt x="113762" y="208788"/>
                </a:lnTo>
                <a:lnTo>
                  <a:pt x="112776" y="184404"/>
                </a:lnTo>
                <a:lnTo>
                  <a:pt x="149352" y="208788"/>
                </a:lnTo>
                <a:lnTo>
                  <a:pt x="331670" y="208788"/>
                </a:lnTo>
                <a:lnTo>
                  <a:pt x="333756" y="210312"/>
                </a:lnTo>
                <a:lnTo>
                  <a:pt x="319347" y="222504"/>
                </a:lnTo>
                <a:lnTo>
                  <a:pt x="149352" y="222504"/>
                </a:lnTo>
                <a:lnTo>
                  <a:pt x="149352" y="364236"/>
                </a:lnTo>
                <a:lnTo>
                  <a:pt x="314298" y="364236"/>
                </a:lnTo>
                <a:lnTo>
                  <a:pt x="314324" y="365379"/>
                </a:lnTo>
                <a:lnTo>
                  <a:pt x="315025" y="377952"/>
                </a:lnTo>
                <a:lnTo>
                  <a:pt x="149352" y="377952"/>
                </a:lnTo>
                <a:lnTo>
                  <a:pt x="149352" y="409956"/>
                </a:lnTo>
                <a:lnTo>
                  <a:pt x="112776" y="423671"/>
                </a:lnTo>
                <a:close/>
              </a:path>
              <a:path w="448310" h="548639">
                <a:moveTo>
                  <a:pt x="314298" y="364236"/>
                </a:moveTo>
                <a:lnTo>
                  <a:pt x="280416" y="364236"/>
                </a:lnTo>
                <a:lnTo>
                  <a:pt x="280416" y="222504"/>
                </a:lnTo>
                <a:lnTo>
                  <a:pt x="319347" y="222504"/>
                </a:lnTo>
                <a:lnTo>
                  <a:pt x="313943" y="227076"/>
                </a:lnTo>
                <a:lnTo>
                  <a:pt x="313991" y="350853"/>
                </a:lnTo>
                <a:lnTo>
                  <a:pt x="314298" y="364236"/>
                </a:lnTo>
                <a:close/>
              </a:path>
              <a:path w="448310" h="548639">
                <a:moveTo>
                  <a:pt x="280416" y="414528"/>
                </a:moveTo>
                <a:lnTo>
                  <a:pt x="280416" y="377952"/>
                </a:lnTo>
                <a:lnTo>
                  <a:pt x="315025" y="377952"/>
                </a:lnTo>
                <a:lnTo>
                  <a:pt x="315229" y="381619"/>
                </a:lnTo>
                <a:lnTo>
                  <a:pt x="316991" y="399288"/>
                </a:lnTo>
                <a:lnTo>
                  <a:pt x="280416" y="414528"/>
                </a:lnTo>
                <a:close/>
              </a:path>
              <a:path w="448310" h="548639">
                <a:moveTo>
                  <a:pt x="367284" y="548640"/>
                </a:moveTo>
                <a:lnTo>
                  <a:pt x="362140" y="528613"/>
                </a:lnTo>
                <a:lnTo>
                  <a:pt x="346710" y="511873"/>
                </a:lnTo>
                <a:lnTo>
                  <a:pt x="320992" y="498276"/>
                </a:lnTo>
                <a:lnTo>
                  <a:pt x="284988" y="487680"/>
                </a:lnTo>
                <a:lnTo>
                  <a:pt x="284988" y="478536"/>
                </a:lnTo>
                <a:lnTo>
                  <a:pt x="364236" y="486156"/>
                </a:lnTo>
                <a:lnTo>
                  <a:pt x="425464" y="486156"/>
                </a:lnTo>
                <a:lnTo>
                  <a:pt x="423862" y="501705"/>
                </a:lnTo>
                <a:lnTo>
                  <a:pt x="413004" y="523303"/>
                </a:lnTo>
                <a:lnTo>
                  <a:pt x="394144" y="538900"/>
                </a:lnTo>
                <a:lnTo>
                  <a:pt x="367284" y="548640"/>
                </a:lnTo>
                <a:close/>
              </a:path>
            </a:pathLst>
          </a:custGeom>
          <a:solidFill>
            <a:srgbClr val="3333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" name="object 7"/>
          <p:cNvSpPr/>
          <p:nvPr/>
        </p:nvSpPr>
        <p:spPr>
          <a:xfrm>
            <a:off x="3377184" y="1289303"/>
            <a:ext cx="558165" cy="541020"/>
          </a:xfrm>
          <a:custGeom>
            <a:avLst/>
            <a:gdLst/>
            <a:ahLst/>
            <a:cxnLst/>
            <a:rect l="l" t="t" r="r" b="b"/>
            <a:pathLst>
              <a:path w="558164" h="541019">
                <a:moveTo>
                  <a:pt x="298704" y="50292"/>
                </a:moveTo>
                <a:lnTo>
                  <a:pt x="277368" y="28956"/>
                </a:lnTo>
                <a:lnTo>
                  <a:pt x="484632" y="28956"/>
                </a:lnTo>
                <a:lnTo>
                  <a:pt x="513588" y="0"/>
                </a:lnTo>
                <a:lnTo>
                  <a:pt x="551688" y="44196"/>
                </a:lnTo>
                <a:lnTo>
                  <a:pt x="356616" y="44196"/>
                </a:lnTo>
                <a:lnTo>
                  <a:pt x="341137" y="44505"/>
                </a:lnTo>
                <a:lnTo>
                  <a:pt x="326517" y="45529"/>
                </a:lnTo>
                <a:lnTo>
                  <a:pt x="312467" y="47410"/>
                </a:lnTo>
                <a:lnTo>
                  <a:pt x="298704" y="50292"/>
                </a:lnTo>
                <a:close/>
              </a:path>
              <a:path w="558164" h="541019">
                <a:moveTo>
                  <a:pt x="259400" y="27432"/>
                </a:moveTo>
                <a:lnTo>
                  <a:pt x="211836" y="27432"/>
                </a:lnTo>
                <a:lnTo>
                  <a:pt x="228600" y="3048"/>
                </a:lnTo>
                <a:lnTo>
                  <a:pt x="259400" y="27432"/>
                </a:lnTo>
                <a:close/>
              </a:path>
              <a:path w="558164" h="541019">
                <a:moveTo>
                  <a:pt x="71628" y="233172"/>
                </a:moveTo>
                <a:lnTo>
                  <a:pt x="72509" y="205430"/>
                </a:lnTo>
                <a:lnTo>
                  <a:pt x="72961" y="176974"/>
                </a:lnTo>
                <a:lnTo>
                  <a:pt x="73066" y="77914"/>
                </a:lnTo>
                <a:lnTo>
                  <a:pt x="72964" y="60698"/>
                </a:lnTo>
                <a:lnTo>
                  <a:pt x="72509" y="33337"/>
                </a:lnTo>
                <a:lnTo>
                  <a:pt x="71628" y="7620"/>
                </a:lnTo>
                <a:lnTo>
                  <a:pt x="105156" y="27432"/>
                </a:lnTo>
                <a:lnTo>
                  <a:pt x="259400" y="27432"/>
                </a:lnTo>
                <a:lnTo>
                  <a:pt x="265175" y="32004"/>
                </a:lnTo>
                <a:lnTo>
                  <a:pt x="254000" y="41148"/>
                </a:lnTo>
                <a:lnTo>
                  <a:pt x="105156" y="41148"/>
                </a:lnTo>
                <a:lnTo>
                  <a:pt x="105156" y="111252"/>
                </a:lnTo>
                <a:lnTo>
                  <a:pt x="248564" y="111252"/>
                </a:lnTo>
                <a:lnTo>
                  <a:pt x="248666" y="124968"/>
                </a:lnTo>
                <a:lnTo>
                  <a:pt x="105156" y="124968"/>
                </a:lnTo>
                <a:lnTo>
                  <a:pt x="105156" y="192024"/>
                </a:lnTo>
                <a:lnTo>
                  <a:pt x="250360" y="192024"/>
                </a:lnTo>
                <a:lnTo>
                  <a:pt x="251121" y="205740"/>
                </a:lnTo>
                <a:lnTo>
                  <a:pt x="105156" y="205740"/>
                </a:lnTo>
                <a:lnTo>
                  <a:pt x="105156" y="220979"/>
                </a:lnTo>
                <a:lnTo>
                  <a:pt x="71628" y="233172"/>
                </a:lnTo>
                <a:close/>
              </a:path>
              <a:path w="558164" h="541019">
                <a:moveTo>
                  <a:pt x="248564" y="111252"/>
                </a:moveTo>
                <a:lnTo>
                  <a:pt x="217932" y="111252"/>
                </a:lnTo>
                <a:lnTo>
                  <a:pt x="217932" y="41148"/>
                </a:lnTo>
                <a:lnTo>
                  <a:pt x="254000" y="41148"/>
                </a:lnTo>
                <a:lnTo>
                  <a:pt x="248412" y="45720"/>
                </a:lnTo>
                <a:lnTo>
                  <a:pt x="248459" y="97178"/>
                </a:lnTo>
                <a:lnTo>
                  <a:pt x="248564" y="111252"/>
                </a:lnTo>
                <a:close/>
              </a:path>
              <a:path w="558164" h="541019">
                <a:moveTo>
                  <a:pt x="384048" y="112776"/>
                </a:moveTo>
                <a:lnTo>
                  <a:pt x="373380" y="112776"/>
                </a:lnTo>
                <a:lnTo>
                  <a:pt x="377404" y="95416"/>
                </a:lnTo>
                <a:lnTo>
                  <a:pt x="380428" y="77914"/>
                </a:lnTo>
                <a:lnTo>
                  <a:pt x="382595" y="60698"/>
                </a:lnTo>
                <a:lnTo>
                  <a:pt x="384048" y="44196"/>
                </a:lnTo>
                <a:lnTo>
                  <a:pt x="425195" y="44196"/>
                </a:lnTo>
                <a:lnTo>
                  <a:pt x="419195" y="53625"/>
                </a:lnTo>
                <a:lnTo>
                  <a:pt x="410337" y="68199"/>
                </a:lnTo>
                <a:lnTo>
                  <a:pt x="398621" y="87915"/>
                </a:lnTo>
                <a:lnTo>
                  <a:pt x="384048" y="112776"/>
                </a:lnTo>
                <a:close/>
              </a:path>
              <a:path w="558164" h="541019">
                <a:moveTo>
                  <a:pt x="522373" y="112776"/>
                </a:moveTo>
                <a:lnTo>
                  <a:pt x="475488" y="112776"/>
                </a:lnTo>
                <a:lnTo>
                  <a:pt x="492252" y="91440"/>
                </a:lnTo>
                <a:lnTo>
                  <a:pt x="522373" y="112776"/>
                </a:lnTo>
                <a:close/>
              </a:path>
              <a:path w="558164" h="541019">
                <a:moveTo>
                  <a:pt x="307848" y="345948"/>
                </a:moveTo>
                <a:lnTo>
                  <a:pt x="309943" y="289941"/>
                </a:lnTo>
                <a:lnTo>
                  <a:pt x="310714" y="246888"/>
                </a:lnTo>
                <a:lnTo>
                  <a:pt x="310817" y="211836"/>
                </a:lnTo>
                <a:lnTo>
                  <a:pt x="310634" y="187071"/>
                </a:lnTo>
                <a:lnTo>
                  <a:pt x="309943" y="153924"/>
                </a:lnTo>
                <a:lnTo>
                  <a:pt x="308967" y="123063"/>
                </a:lnTo>
                <a:lnTo>
                  <a:pt x="307848" y="94488"/>
                </a:lnTo>
                <a:lnTo>
                  <a:pt x="341376" y="112776"/>
                </a:lnTo>
                <a:lnTo>
                  <a:pt x="522373" y="112776"/>
                </a:lnTo>
                <a:lnTo>
                  <a:pt x="528828" y="117348"/>
                </a:lnTo>
                <a:lnTo>
                  <a:pt x="517093" y="128016"/>
                </a:lnTo>
                <a:lnTo>
                  <a:pt x="341376" y="128016"/>
                </a:lnTo>
                <a:lnTo>
                  <a:pt x="341376" y="326136"/>
                </a:lnTo>
                <a:lnTo>
                  <a:pt x="307848" y="345948"/>
                </a:lnTo>
                <a:close/>
              </a:path>
              <a:path w="558164" h="541019">
                <a:moveTo>
                  <a:pt x="250360" y="192024"/>
                </a:moveTo>
                <a:lnTo>
                  <a:pt x="217932" y="192024"/>
                </a:lnTo>
                <a:lnTo>
                  <a:pt x="217932" y="124968"/>
                </a:lnTo>
                <a:lnTo>
                  <a:pt x="248666" y="124968"/>
                </a:lnTo>
                <a:lnTo>
                  <a:pt x="248793" y="141922"/>
                </a:lnTo>
                <a:lnTo>
                  <a:pt x="249697" y="180093"/>
                </a:lnTo>
                <a:lnTo>
                  <a:pt x="250360" y="192024"/>
                </a:lnTo>
                <a:close/>
              </a:path>
              <a:path w="558164" h="541019">
                <a:moveTo>
                  <a:pt x="480060" y="338328"/>
                </a:moveTo>
                <a:lnTo>
                  <a:pt x="480060" y="128016"/>
                </a:lnTo>
                <a:lnTo>
                  <a:pt x="517093" y="128016"/>
                </a:lnTo>
                <a:lnTo>
                  <a:pt x="512064" y="132588"/>
                </a:lnTo>
                <a:lnTo>
                  <a:pt x="512119" y="261651"/>
                </a:lnTo>
                <a:lnTo>
                  <a:pt x="512236" y="273343"/>
                </a:lnTo>
                <a:lnTo>
                  <a:pt x="512706" y="296179"/>
                </a:lnTo>
                <a:lnTo>
                  <a:pt x="513588" y="321564"/>
                </a:lnTo>
                <a:lnTo>
                  <a:pt x="480060" y="338328"/>
                </a:lnTo>
                <a:close/>
              </a:path>
              <a:path w="558164" h="541019">
                <a:moveTo>
                  <a:pt x="262128" y="477011"/>
                </a:moveTo>
                <a:lnTo>
                  <a:pt x="257556" y="469392"/>
                </a:lnTo>
                <a:lnTo>
                  <a:pt x="291036" y="449937"/>
                </a:lnTo>
                <a:lnTo>
                  <a:pt x="318516" y="430339"/>
                </a:lnTo>
                <a:lnTo>
                  <a:pt x="356616" y="390144"/>
                </a:lnTo>
                <a:lnTo>
                  <a:pt x="378333" y="345757"/>
                </a:lnTo>
                <a:lnTo>
                  <a:pt x="388595" y="291274"/>
                </a:lnTo>
                <a:lnTo>
                  <a:pt x="390455" y="233172"/>
                </a:lnTo>
                <a:lnTo>
                  <a:pt x="390662" y="192024"/>
                </a:lnTo>
                <a:lnTo>
                  <a:pt x="390144" y="163068"/>
                </a:lnTo>
                <a:lnTo>
                  <a:pt x="441960" y="188976"/>
                </a:lnTo>
                <a:lnTo>
                  <a:pt x="423672" y="205740"/>
                </a:lnTo>
                <a:lnTo>
                  <a:pt x="422838" y="252293"/>
                </a:lnTo>
                <a:lnTo>
                  <a:pt x="420433" y="291274"/>
                </a:lnTo>
                <a:lnTo>
                  <a:pt x="411480" y="345948"/>
                </a:lnTo>
                <a:lnTo>
                  <a:pt x="393573" y="384238"/>
                </a:lnTo>
                <a:lnTo>
                  <a:pt x="364236" y="419100"/>
                </a:lnTo>
                <a:lnTo>
                  <a:pt x="321754" y="450342"/>
                </a:lnTo>
                <a:lnTo>
                  <a:pt x="294155" y="464105"/>
                </a:lnTo>
                <a:lnTo>
                  <a:pt x="262128" y="477011"/>
                </a:lnTo>
                <a:close/>
              </a:path>
              <a:path w="558164" h="541019">
                <a:moveTo>
                  <a:pt x="217932" y="228600"/>
                </a:moveTo>
                <a:lnTo>
                  <a:pt x="217932" y="205740"/>
                </a:lnTo>
                <a:lnTo>
                  <a:pt x="251121" y="205740"/>
                </a:lnTo>
                <a:lnTo>
                  <a:pt x="251460" y="211836"/>
                </a:lnTo>
                <a:lnTo>
                  <a:pt x="217932" y="228600"/>
                </a:lnTo>
                <a:close/>
              </a:path>
              <a:path w="558164" h="541019">
                <a:moveTo>
                  <a:pt x="39624" y="280416"/>
                </a:moveTo>
                <a:lnTo>
                  <a:pt x="18288" y="259079"/>
                </a:lnTo>
                <a:lnTo>
                  <a:pt x="228600" y="259079"/>
                </a:lnTo>
                <a:lnTo>
                  <a:pt x="257556" y="230124"/>
                </a:lnTo>
                <a:lnTo>
                  <a:pt x="295656" y="272796"/>
                </a:lnTo>
                <a:lnTo>
                  <a:pt x="97536" y="272796"/>
                </a:lnTo>
                <a:lnTo>
                  <a:pt x="82700" y="273343"/>
                </a:lnTo>
                <a:lnTo>
                  <a:pt x="68008" y="274891"/>
                </a:lnTo>
                <a:lnTo>
                  <a:pt x="53601" y="277296"/>
                </a:lnTo>
                <a:lnTo>
                  <a:pt x="39624" y="280416"/>
                </a:lnTo>
                <a:close/>
              </a:path>
              <a:path w="558164" h="541019">
                <a:moveTo>
                  <a:pt x="178308" y="455676"/>
                </a:moveTo>
                <a:lnTo>
                  <a:pt x="147828" y="455676"/>
                </a:lnTo>
                <a:lnTo>
                  <a:pt x="147828" y="272796"/>
                </a:lnTo>
                <a:lnTo>
                  <a:pt x="178308" y="272796"/>
                </a:lnTo>
                <a:lnTo>
                  <a:pt x="178308" y="356616"/>
                </a:lnTo>
                <a:lnTo>
                  <a:pt x="273529" y="356616"/>
                </a:lnTo>
                <a:lnTo>
                  <a:pt x="286512" y="371856"/>
                </a:lnTo>
                <a:lnTo>
                  <a:pt x="178308" y="371856"/>
                </a:lnTo>
                <a:lnTo>
                  <a:pt x="178308" y="455676"/>
                </a:lnTo>
                <a:close/>
              </a:path>
              <a:path w="558164" h="541019">
                <a:moveTo>
                  <a:pt x="6096" y="541020"/>
                </a:moveTo>
                <a:lnTo>
                  <a:pt x="0" y="536448"/>
                </a:lnTo>
                <a:lnTo>
                  <a:pt x="13120" y="510159"/>
                </a:lnTo>
                <a:lnTo>
                  <a:pt x="24955" y="481584"/>
                </a:lnTo>
                <a:lnTo>
                  <a:pt x="44196" y="417576"/>
                </a:lnTo>
                <a:lnTo>
                  <a:pt x="56197" y="353949"/>
                </a:lnTo>
                <a:lnTo>
                  <a:pt x="62484" y="297179"/>
                </a:lnTo>
                <a:lnTo>
                  <a:pt x="109728" y="321564"/>
                </a:lnTo>
                <a:lnTo>
                  <a:pt x="100917" y="328707"/>
                </a:lnTo>
                <a:lnTo>
                  <a:pt x="92964" y="343281"/>
                </a:lnTo>
                <a:lnTo>
                  <a:pt x="86153" y="365283"/>
                </a:lnTo>
                <a:lnTo>
                  <a:pt x="80772" y="394716"/>
                </a:lnTo>
                <a:lnTo>
                  <a:pt x="93934" y="409956"/>
                </a:lnTo>
                <a:lnTo>
                  <a:pt x="76200" y="409956"/>
                </a:lnTo>
                <a:lnTo>
                  <a:pt x="60677" y="450723"/>
                </a:lnTo>
                <a:lnTo>
                  <a:pt x="44005" y="485775"/>
                </a:lnTo>
                <a:lnTo>
                  <a:pt x="25836" y="515826"/>
                </a:lnTo>
                <a:lnTo>
                  <a:pt x="6096" y="541020"/>
                </a:lnTo>
                <a:close/>
              </a:path>
              <a:path w="558164" h="541019">
                <a:moveTo>
                  <a:pt x="273529" y="356616"/>
                </a:moveTo>
                <a:lnTo>
                  <a:pt x="224028" y="356616"/>
                </a:lnTo>
                <a:lnTo>
                  <a:pt x="251460" y="330708"/>
                </a:lnTo>
                <a:lnTo>
                  <a:pt x="273529" y="356616"/>
                </a:lnTo>
                <a:close/>
              </a:path>
              <a:path w="558164" h="541019">
                <a:moveTo>
                  <a:pt x="522732" y="460248"/>
                </a:moveTo>
                <a:lnTo>
                  <a:pt x="518160" y="460248"/>
                </a:lnTo>
                <a:lnTo>
                  <a:pt x="515540" y="458795"/>
                </a:lnTo>
                <a:lnTo>
                  <a:pt x="512064" y="454342"/>
                </a:lnTo>
                <a:lnTo>
                  <a:pt x="507444" y="446746"/>
                </a:lnTo>
                <a:lnTo>
                  <a:pt x="501395" y="435864"/>
                </a:lnTo>
                <a:lnTo>
                  <a:pt x="489370" y="418457"/>
                </a:lnTo>
                <a:lnTo>
                  <a:pt x="471487" y="398335"/>
                </a:lnTo>
                <a:lnTo>
                  <a:pt x="447603" y="375642"/>
                </a:lnTo>
                <a:lnTo>
                  <a:pt x="417576" y="350520"/>
                </a:lnTo>
                <a:lnTo>
                  <a:pt x="423672" y="342900"/>
                </a:lnTo>
                <a:lnTo>
                  <a:pt x="464462" y="362664"/>
                </a:lnTo>
                <a:lnTo>
                  <a:pt x="515183" y="391334"/>
                </a:lnTo>
                <a:lnTo>
                  <a:pt x="533400" y="417576"/>
                </a:lnTo>
                <a:lnTo>
                  <a:pt x="533285" y="430339"/>
                </a:lnTo>
                <a:lnTo>
                  <a:pt x="531876" y="437387"/>
                </a:lnTo>
                <a:lnTo>
                  <a:pt x="525780" y="455676"/>
                </a:lnTo>
                <a:lnTo>
                  <a:pt x="522732" y="460248"/>
                </a:lnTo>
                <a:close/>
              </a:path>
              <a:path w="558164" h="541019">
                <a:moveTo>
                  <a:pt x="436351" y="524621"/>
                </a:moveTo>
                <a:lnTo>
                  <a:pt x="371977" y="523890"/>
                </a:lnTo>
                <a:lnTo>
                  <a:pt x="318942" y="522061"/>
                </a:lnTo>
                <a:lnTo>
                  <a:pt x="277246" y="519135"/>
                </a:lnTo>
                <a:lnTo>
                  <a:pt x="218384" y="508825"/>
                </a:lnTo>
                <a:lnTo>
                  <a:pt x="169949" y="492823"/>
                </a:lnTo>
                <a:lnTo>
                  <a:pt x="132564" y="470820"/>
                </a:lnTo>
                <a:lnTo>
                  <a:pt x="95369" y="434244"/>
                </a:lnTo>
                <a:lnTo>
                  <a:pt x="76200" y="409956"/>
                </a:lnTo>
                <a:lnTo>
                  <a:pt x="93934" y="409956"/>
                </a:lnTo>
                <a:lnTo>
                  <a:pt x="95107" y="411313"/>
                </a:lnTo>
                <a:lnTo>
                  <a:pt x="110871" y="426910"/>
                </a:lnTo>
                <a:lnTo>
                  <a:pt x="128349" y="441650"/>
                </a:lnTo>
                <a:lnTo>
                  <a:pt x="147828" y="455676"/>
                </a:lnTo>
                <a:lnTo>
                  <a:pt x="178308" y="455676"/>
                </a:lnTo>
                <a:lnTo>
                  <a:pt x="178308" y="464820"/>
                </a:lnTo>
                <a:lnTo>
                  <a:pt x="206597" y="473964"/>
                </a:lnTo>
                <a:lnTo>
                  <a:pt x="243459" y="480822"/>
                </a:lnTo>
                <a:lnTo>
                  <a:pt x="288893" y="485394"/>
                </a:lnTo>
                <a:lnTo>
                  <a:pt x="342900" y="487680"/>
                </a:lnTo>
                <a:lnTo>
                  <a:pt x="554208" y="487680"/>
                </a:lnTo>
                <a:lnTo>
                  <a:pt x="537781" y="494680"/>
                </a:lnTo>
                <a:lnTo>
                  <a:pt x="523494" y="504063"/>
                </a:lnTo>
                <a:lnTo>
                  <a:pt x="514921" y="514016"/>
                </a:lnTo>
                <a:lnTo>
                  <a:pt x="512064" y="524256"/>
                </a:lnTo>
                <a:lnTo>
                  <a:pt x="436351" y="524621"/>
                </a:lnTo>
                <a:close/>
              </a:path>
              <a:path w="558164" h="541019">
                <a:moveTo>
                  <a:pt x="554208" y="487680"/>
                </a:moveTo>
                <a:lnTo>
                  <a:pt x="342900" y="487680"/>
                </a:lnTo>
                <a:lnTo>
                  <a:pt x="400050" y="487084"/>
                </a:lnTo>
                <a:lnTo>
                  <a:pt x="454914" y="485203"/>
                </a:lnTo>
                <a:lnTo>
                  <a:pt x="507492" y="481893"/>
                </a:lnTo>
                <a:lnTo>
                  <a:pt x="557784" y="477011"/>
                </a:lnTo>
                <a:lnTo>
                  <a:pt x="557784" y="486156"/>
                </a:lnTo>
                <a:lnTo>
                  <a:pt x="554208" y="487680"/>
                </a:lnTo>
                <a:close/>
              </a:path>
            </a:pathLst>
          </a:custGeom>
          <a:solidFill>
            <a:srgbClr val="3333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1751075" y="2552700"/>
            <a:ext cx="155575" cy="155575"/>
          </a:xfrm>
          <a:custGeom>
            <a:avLst/>
            <a:gdLst/>
            <a:ahLst/>
            <a:cxnLst/>
            <a:rect l="l" t="t" r="r" b="b"/>
            <a:pathLst>
              <a:path w="155575" h="155575">
                <a:moveTo>
                  <a:pt x="155448" y="155448"/>
                </a:moveTo>
                <a:lnTo>
                  <a:pt x="0" y="155448"/>
                </a:lnTo>
                <a:lnTo>
                  <a:pt x="0" y="0"/>
                </a:lnTo>
                <a:lnTo>
                  <a:pt x="155448" y="0"/>
                </a:lnTo>
                <a:lnTo>
                  <a:pt x="155448" y="155448"/>
                </a:lnTo>
                <a:close/>
              </a:path>
            </a:pathLst>
          </a:custGeom>
          <a:solidFill>
            <a:srgbClr val="3333CC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9" name="object 9"/>
          <p:cNvGrpSpPr/>
          <p:nvPr/>
        </p:nvGrpSpPr>
        <p:grpSpPr>
          <a:xfrm>
            <a:off x="2167127" y="2360676"/>
            <a:ext cx="338455" cy="411480"/>
            <a:chOff x="2167127" y="2360676"/>
            <a:chExt cx="338455" cy="411480"/>
          </a:xfrm>
        </p:grpSpPr>
        <p:sp>
          <p:nvSpPr>
            <p:cNvPr id="10" name="object 10"/>
            <p:cNvSpPr/>
            <p:nvPr/>
          </p:nvSpPr>
          <p:spPr>
            <a:xfrm>
              <a:off x="2173223" y="2366772"/>
              <a:ext cx="326390" cy="399415"/>
            </a:xfrm>
            <a:custGeom>
              <a:avLst/>
              <a:gdLst/>
              <a:ahLst/>
              <a:cxnLst/>
              <a:rect l="l" t="t" r="r" b="b"/>
              <a:pathLst>
                <a:path w="326389" h="399414">
                  <a:moveTo>
                    <a:pt x="76200" y="85344"/>
                  </a:moveTo>
                  <a:lnTo>
                    <a:pt x="68580" y="85344"/>
                  </a:lnTo>
                  <a:lnTo>
                    <a:pt x="65532" y="80772"/>
                  </a:lnTo>
                  <a:lnTo>
                    <a:pt x="64008" y="70104"/>
                  </a:lnTo>
                  <a:lnTo>
                    <a:pt x="58293" y="56388"/>
                  </a:lnTo>
                  <a:lnTo>
                    <a:pt x="50482" y="40767"/>
                  </a:lnTo>
                  <a:lnTo>
                    <a:pt x="40647" y="23383"/>
                  </a:lnTo>
                  <a:lnTo>
                    <a:pt x="28956" y="4572"/>
                  </a:lnTo>
                  <a:lnTo>
                    <a:pt x="33528" y="0"/>
                  </a:lnTo>
                  <a:lnTo>
                    <a:pt x="72104" y="26360"/>
                  </a:lnTo>
                  <a:lnTo>
                    <a:pt x="91440" y="48768"/>
                  </a:lnTo>
                  <a:lnTo>
                    <a:pt x="91440" y="60960"/>
                  </a:lnTo>
                  <a:lnTo>
                    <a:pt x="88392" y="67056"/>
                  </a:lnTo>
                  <a:lnTo>
                    <a:pt x="79248" y="82296"/>
                  </a:lnTo>
                  <a:lnTo>
                    <a:pt x="76200" y="85344"/>
                  </a:lnTo>
                  <a:close/>
                </a:path>
                <a:path w="326389" h="399414">
                  <a:moveTo>
                    <a:pt x="146304" y="60960"/>
                  </a:moveTo>
                  <a:lnTo>
                    <a:pt x="131064" y="45720"/>
                  </a:lnTo>
                  <a:lnTo>
                    <a:pt x="281940" y="45720"/>
                  </a:lnTo>
                  <a:lnTo>
                    <a:pt x="295656" y="24384"/>
                  </a:lnTo>
                  <a:lnTo>
                    <a:pt x="326136" y="48768"/>
                  </a:lnTo>
                  <a:lnTo>
                    <a:pt x="317669" y="56388"/>
                  </a:lnTo>
                  <a:lnTo>
                    <a:pt x="188976" y="56388"/>
                  </a:lnTo>
                  <a:lnTo>
                    <a:pt x="177807" y="56673"/>
                  </a:lnTo>
                  <a:lnTo>
                    <a:pt x="167068" y="57531"/>
                  </a:lnTo>
                  <a:lnTo>
                    <a:pt x="156614" y="58959"/>
                  </a:lnTo>
                  <a:lnTo>
                    <a:pt x="146304" y="60960"/>
                  </a:lnTo>
                  <a:close/>
                </a:path>
                <a:path w="326389" h="399414">
                  <a:moveTo>
                    <a:pt x="309537" y="355092"/>
                  </a:moveTo>
                  <a:lnTo>
                    <a:pt x="277368" y="355092"/>
                  </a:lnTo>
                  <a:lnTo>
                    <a:pt x="283464" y="350520"/>
                  </a:lnTo>
                  <a:lnTo>
                    <a:pt x="283464" y="56388"/>
                  </a:lnTo>
                  <a:lnTo>
                    <a:pt x="317669" y="56388"/>
                  </a:lnTo>
                  <a:lnTo>
                    <a:pt x="310895" y="62484"/>
                  </a:lnTo>
                  <a:lnTo>
                    <a:pt x="310895" y="344424"/>
                  </a:lnTo>
                  <a:lnTo>
                    <a:pt x="309537" y="355092"/>
                  </a:lnTo>
                  <a:close/>
                </a:path>
                <a:path w="326389" h="399414">
                  <a:moveTo>
                    <a:pt x="0" y="399288"/>
                  </a:moveTo>
                  <a:lnTo>
                    <a:pt x="1119" y="359854"/>
                  </a:lnTo>
                  <a:lnTo>
                    <a:pt x="2095" y="316992"/>
                  </a:lnTo>
                  <a:lnTo>
                    <a:pt x="2709" y="275844"/>
                  </a:lnTo>
                  <a:lnTo>
                    <a:pt x="3014" y="214884"/>
                  </a:lnTo>
                  <a:lnTo>
                    <a:pt x="2786" y="173474"/>
                  </a:lnTo>
                  <a:lnTo>
                    <a:pt x="2067" y="132588"/>
                  </a:lnTo>
                  <a:lnTo>
                    <a:pt x="1119" y="100750"/>
                  </a:lnTo>
                  <a:lnTo>
                    <a:pt x="0" y="74676"/>
                  </a:lnTo>
                  <a:lnTo>
                    <a:pt x="44196" y="99060"/>
                  </a:lnTo>
                  <a:lnTo>
                    <a:pt x="28956" y="109728"/>
                  </a:lnTo>
                  <a:lnTo>
                    <a:pt x="28956" y="387096"/>
                  </a:lnTo>
                  <a:lnTo>
                    <a:pt x="0" y="399288"/>
                  </a:lnTo>
                  <a:close/>
                </a:path>
                <a:path w="326389" h="399414">
                  <a:moveTo>
                    <a:pt x="240356" y="152400"/>
                  </a:moveTo>
                  <a:lnTo>
                    <a:pt x="202692" y="152400"/>
                  </a:lnTo>
                  <a:lnTo>
                    <a:pt x="214883" y="132588"/>
                  </a:lnTo>
                  <a:lnTo>
                    <a:pt x="240356" y="152400"/>
                  </a:lnTo>
                  <a:close/>
                </a:path>
                <a:path w="326389" h="399414">
                  <a:moveTo>
                    <a:pt x="82296" y="307848"/>
                  </a:moveTo>
                  <a:lnTo>
                    <a:pt x="83177" y="283035"/>
                  </a:lnTo>
                  <a:lnTo>
                    <a:pt x="83629" y="259080"/>
                  </a:lnTo>
                  <a:lnTo>
                    <a:pt x="83729" y="245364"/>
                  </a:lnTo>
                  <a:lnTo>
                    <a:pt x="83796" y="195191"/>
                  </a:lnTo>
                  <a:lnTo>
                    <a:pt x="83629" y="175069"/>
                  </a:lnTo>
                  <a:lnTo>
                    <a:pt x="83177" y="154662"/>
                  </a:lnTo>
                  <a:lnTo>
                    <a:pt x="82296" y="134112"/>
                  </a:lnTo>
                  <a:lnTo>
                    <a:pt x="108204" y="152400"/>
                  </a:lnTo>
                  <a:lnTo>
                    <a:pt x="240356" y="152400"/>
                  </a:lnTo>
                  <a:lnTo>
                    <a:pt x="242316" y="153924"/>
                  </a:lnTo>
                  <a:lnTo>
                    <a:pt x="232029" y="163068"/>
                  </a:lnTo>
                  <a:lnTo>
                    <a:pt x="108204" y="163068"/>
                  </a:lnTo>
                  <a:lnTo>
                    <a:pt x="108204" y="265176"/>
                  </a:lnTo>
                  <a:lnTo>
                    <a:pt x="228778" y="265176"/>
                  </a:lnTo>
                  <a:lnTo>
                    <a:pt x="228790" y="265938"/>
                  </a:lnTo>
                  <a:lnTo>
                    <a:pt x="229163" y="275844"/>
                  </a:lnTo>
                  <a:lnTo>
                    <a:pt x="108204" y="275844"/>
                  </a:lnTo>
                  <a:lnTo>
                    <a:pt x="108204" y="298704"/>
                  </a:lnTo>
                  <a:lnTo>
                    <a:pt x="82296" y="307848"/>
                  </a:lnTo>
                  <a:close/>
                </a:path>
                <a:path w="326389" h="399414">
                  <a:moveTo>
                    <a:pt x="228778" y="265176"/>
                  </a:moveTo>
                  <a:lnTo>
                    <a:pt x="204216" y="265176"/>
                  </a:lnTo>
                  <a:lnTo>
                    <a:pt x="204216" y="163068"/>
                  </a:lnTo>
                  <a:lnTo>
                    <a:pt x="232029" y="163068"/>
                  </a:lnTo>
                  <a:lnTo>
                    <a:pt x="228600" y="166116"/>
                  </a:lnTo>
                  <a:lnTo>
                    <a:pt x="228685" y="259080"/>
                  </a:lnTo>
                  <a:lnTo>
                    <a:pt x="228778" y="265176"/>
                  </a:lnTo>
                  <a:close/>
                </a:path>
                <a:path w="326389" h="399414">
                  <a:moveTo>
                    <a:pt x="204216" y="301752"/>
                  </a:moveTo>
                  <a:lnTo>
                    <a:pt x="204216" y="275844"/>
                  </a:lnTo>
                  <a:lnTo>
                    <a:pt x="229163" y="275844"/>
                  </a:lnTo>
                  <a:lnTo>
                    <a:pt x="229242" y="277939"/>
                  </a:lnTo>
                  <a:lnTo>
                    <a:pt x="230124" y="291083"/>
                  </a:lnTo>
                  <a:lnTo>
                    <a:pt x="204216" y="301752"/>
                  </a:lnTo>
                  <a:close/>
                </a:path>
                <a:path w="326389" h="399414">
                  <a:moveTo>
                    <a:pt x="266700" y="399288"/>
                  </a:moveTo>
                  <a:lnTo>
                    <a:pt x="262985" y="384667"/>
                  </a:lnTo>
                  <a:lnTo>
                    <a:pt x="251841" y="372618"/>
                  </a:lnTo>
                  <a:lnTo>
                    <a:pt x="233267" y="362854"/>
                  </a:lnTo>
                  <a:lnTo>
                    <a:pt x="207264" y="355092"/>
                  </a:lnTo>
                  <a:lnTo>
                    <a:pt x="207264" y="348996"/>
                  </a:lnTo>
                  <a:lnTo>
                    <a:pt x="241363" y="351282"/>
                  </a:lnTo>
                  <a:lnTo>
                    <a:pt x="254627" y="352425"/>
                  </a:lnTo>
                  <a:lnTo>
                    <a:pt x="265176" y="353568"/>
                  </a:lnTo>
                  <a:lnTo>
                    <a:pt x="277368" y="355092"/>
                  </a:lnTo>
                  <a:lnTo>
                    <a:pt x="309537" y="355092"/>
                  </a:lnTo>
                  <a:lnTo>
                    <a:pt x="308276" y="364998"/>
                  </a:lnTo>
                  <a:lnTo>
                    <a:pt x="300228" y="381000"/>
                  </a:lnTo>
                  <a:lnTo>
                    <a:pt x="286464" y="392430"/>
                  </a:lnTo>
                  <a:lnTo>
                    <a:pt x="266700" y="399288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" name="object 11"/>
            <p:cNvSpPr/>
            <p:nvPr/>
          </p:nvSpPr>
          <p:spPr>
            <a:xfrm>
              <a:off x="2173223" y="2441448"/>
              <a:ext cx="44450" cy="325120"/>
            </a:xfrm>
            <a:custGeom>
              <a:avLst/>
              <a:gdLst/>
              <a:ahLst/>
              <a:cxnLst/>
              <a:rect l="l" t="t" r="r" b="b"/>
              <a:pathLst>
                <a:path w="44450" h="325119">
                  <a:moveTo>
                    <a:pt x="0" y="0"/>
                  </a:moveTo>
                  <a:lnTo>
                    <a:pt x="44195" y="24384"/>
                  </a:lnTo>
                  <a:lnTo>
                    <a:pt x="28956" y="35052"/>
                  </a:lnTo>
                  <a:lnTo>
                    <a:pt x="28956" y="312419"/>
                  </a:lnTo>
                  <a:lnTo>
                    <a:pt x="0" y="324612"/>
                  </a:lnTo>
                  <a:lnTo>
                    <a:pt x="1119" y="285178"/>
                  </a:lnTo>
                  <a:lnTo>
                    <a:pt x="2095" y="242315"/>
                  </a:lnTo>
                  <a:lnTo>
                    <a:pt x="2786" y="196024"/>
                  </a:lnTo>
                  <a:lnTo>
                    <a:pt x="3048" y="146304"/>
                  </a:lnTo>
                  <a:lnTo>
                    <a:pt x="2786" y="98798"/>
                  </a:lnTo>
                  <a:lnTo>
                    <a:pt x="2095" y="58864"/>
                  </a:lnTo>
                  <a:lnTo>
                    <a:pt x="1119" y="26074"/>
                  </a:lnTo>
                  <a:lnTo>
                    <a:pt x="0" y="0"/>
                  </a:lnTo>
                  <a:close/>
                </a:path>
              </a:pathLst>
            </a:custGeom>
            <a:ln w="12191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" name="object 12"/>
            <p:cNvSpPr/>
            <p:nvPr/>
          </p:nvSpPr>
          <p:spPr>
            <a:xfrm>
              <a:off x="2304287" y="2391156"/>
              <a:ext cx="195580" cy="375285"/>
            </a:xfrm>
            <a:custGeom>
              <a:avLst/>
              <a:gdLst/>
              <a:ahLst/>
              <a:cxnLst/>
              <a:rect l="l" t="t" r="r" b="b"/>
              <a:pathLst>
                <a:path w="195580" h="375285">
                  <a:moveTo>
                    <a:pt x="76200" y="324612"/>
                  </a:moveTo>
                  <a:lnTo>
                    <a:pt x="123563" y="328041"/>
                  </a:lnTo>
                  <a:lnTo>
                    <a:pt x="146304" y="330708"/>
                  </a:lnTo>
                  <a:lnTo>
                    <a:pt x="152400" y="326136"/>
                  </a:lnTo>
                  <a:lnTo>
                    <a:pt x="152400" y="315468"/>
                  </a:lnTo>
                  <a:lnTo>
                    <a:pt x="152400" y="32004"/>
                  </a:lnTo>
                  <a:lnTo>
                    <a:pt x="57912" y="32004"/>
                  </a:lnTo>
                  <a:lnTo>
                    <a:pt x="46743" y="32289"/>
                  </a:lnTo>
                  <a:lnTo>
                    <a:pt x="36004" y="33147"/>
                  </a:lnTo>
                  <a:lnTo>
                    <a:pt x="25550" y="34575"/>
                  </a:lnTo>
                  <a:lnTo>
                    <a:pt x="15239" y="36576"/>
                  </a:lnTo>
                  <a:lnTo>
                    <a:pt x="0" y="21336"/>
                  </a:lnTo>
                  <a:lnTo>
                    <a:pt x="150876" y="21336"/>
                  </a:lnTo>
                  <a:lnTo>
                    <a:pt x="164592" y="0"/>
                  </a:lnTo>
                  <a:lnTo>
                    <a:pt x="195072" y="24384"/>
                  </a:lnTo>
                  <a:lnTo>
                    <a:pt x="179832" y="38100"/>
                  </a:lnTo>
                  <a:lnTo>
                    <a:pt x="179832" y="320040"/>
                  </a:lnTo>
                  <a:lnTo>
                    <a:pt x="177212" y="340614"/>
                  </a:lnTo>
                  <a:lnTo>
                    <a:pt x="169164" y="356616"/>
                  </a:lnTo>
                  <a:lnTo>
                    <a:pt x="155400" y="368046"/>
                  </a:lnTo>
                  <a:lnTo>
                    <a:pt x="135636" y="374904"/>
                  </a:lnTo>
                  <a:lnTo>
                    <a:pt x="131921" y="360283"/>
                  </a:lnTo>
                  <a:lnTo>
                    <a:pt x="120777" y="348234"/>
                  </a:lnTo>
                  <a:lnTo>
                    <a:pt x="102203" y="338470"/>
                  </a:lnTo>
                  <a:lnTo>
                    <a:pt x="76200" y="330708"/>
                  </a:lnTo>
                  <a:lnTo>
                    <a:pt x="76200" y="324612"/>
                  </a:lnTo>
                  <a:close/>
                </a:path>
              </a:pathLst>
            </a:custGeom>
            <a:ln w="1219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3" name="object 13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2196083" y="2360676"/>
              <a:ext cx="74675" cy="97536"/>
            </a:xfrm>
            <a:prstGeom prst="rect">
              <a:avLst/>
            </a:prstGeom>
          </p:spPr>
        </p:pic>
        <p:sp>
          <p:nvSpPr>
            <p:cNvPr id="14" name="object 14"/>
            <p:cNvSpPr/>
            <p:nvPr/>
          </p:nvSpPr>
          <p:spPr>
            <a:xfrm>
              <a:off x="2281427" y="2529840"/>
              <a:ext cx="96520" cy="102235"/>
            </a:xfrm>
            <a:custGeom>
              <a:avLst/>
              <a:gdLst/>
              <a:ahLst/>
              <a:cxnLst/>
              <a:rect l="l" t="t" r="r" b="b"/>
              <a:pathLst>
                <a:path w="96519" h="102235">
                  <a:moveTo>
                    <a:pt x="0" y="0"/>
                  </a:moveTo>
                  <a:lnTo>
                    <a:pt x="0" y="102108"/>
                  </a:lnTo>
                  <a:lnTo>
                    <a:pt x="96012" y="102108"/>
                  </a:lnTo>
                  <a:lnTo>
                    <a:pt x="96012" y="0"/>
                  </a:lnTo>
                  <a:lnTo>
                    <a:pt x="0" y="0"/>
                  </a:lnTo>
                  <a:close/>
                </a:path>
              </a:pathLst>
            </a:custGeom>
            <a:ln w="1219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" name="object 15"/>
            <p:cNvSpPr/>
            <p:nvPr/>
          </p:nvSpPr>
          <p:spPr>
            <a:xfrm>
              <a:off x="2255519" y="2499360"/>
              <a:ext cx="160020" cy="175260"/>
            </a:xfrm>
            <a:custGeom>
              <a:avLst/>
              <a:gdLst/>
              <a:ahLst/>
              <a:cxnLst/>
              <a:rect l="l" t="t" r="r" b="b"/>
              <a:pathLst>
                <a:path w="160019" h="175260">
                  <a:moveTo>
                    <a:pt x="146304" y="112775"/>
                  </a:moveTo>
                  <a:lnTo>
                    <a:pt x="146327" y="122491"/>
                  </a:lnTo>
                  <a:lnTo>
                    <a:pt x="146494" y="133349"/>
                  </a:lnTo>
                  <a:lnTo>
                    <a:pt x="146946" y="145351"/>
                  </a:lnTo>
                  <a:lnTo>
                    <a:pt x="147828" y="158495"/>
                  </a:lnTo>
                  <a:lnTo>
                    <a:pt x="121920" y="169163"/>
                  </a:lnTo>
                  <a:lnTo>
                    <a:pt x="121920" y="143255"/>
                  </a:lnTo>
                  <a:lnTo>
                    <a:pt x="25908" y="143255"/>
                  </a:lnTo>
                  <a:lnTo>
                    <a:pt x="25908" y="166115"/>
                  </a:lnTo>
                  <a:lnTo>
                    <a:pt x="0" y="175259"/>
                  </a:lnTo>
                  <a:lnTo>
                    <a:pt x="881" y="150447"/>
                  </a:lnTo>
                  <a:lnTo>
                    <a:pt x="1333" y="126491"/>
                  </a:lnTo>
                  <a:lnTo>
                    <a:pt x="1500" y="103679"/>
                  </a:lnTo>
                  <a:lnTo>
                    <a:pt x="1524" y="82295"/>
                  </a:lnTo>
                  <a:lnTo>
                    <a:pt x="1500" y="62603"/>
                  </a:lnTo>
                  <a:lnTo>
                    <a:pt x="1333" y="42481"/>
                  </a:lnTo>
                  <a:lnTo>
                    <a:pt x="881" y="22074"/>
                  </a:lnTo>
                  <a:lnTo>
                    <a:pt x="0" y="1523"/>
                  </a:lnTo>
                  <a:lnTo>
                    <a:pt x="25908" y="19811"/>
                  </a:lnTo>
                  <a:lnTo>
                    <a:pt x="120396" y="19811"/>
                  </a:lnTo>
                  <a:lnTo>
                    <a:pt x="132588" y="0"/>
                  </a:lnTo>
                  <a:lnTo>
                    <a:pt x="160020" y="21335"/>
                  </a:lnTo>
                  <a:lnTo>
                    <a:pt x="146304" y="33527"/>
                  </a:lnTo>
                  <a:lnTo>
                    <a:pt x="146304" y="112775"/>
                  </a:lnTo>
                  <a:close/>
                </a:path>
              </a:pathLst>
            </a:custGeom>
            <a:ln w="1219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6" name="object 16"/>
          <p:cNvGrpSpPr/>
          <p:nvPr/>
        </p:nvGrpSpPr>
        <p:grpSpPr>
          <a:xfrm>
            <a:off x="2566416" y="2368296"/>
            <a:ext cx="416559" cy="405765"/>
            <a:chOff x="2566416" y="2368296"/>
            <a:chExt cx="416559" cy="405765"/>
          </a:xfrm>
        </p:grpSpPr>
        <p:sp>
          <p:nvSpPr>
            <p:cNvPr id="17" name="object 17"/>
            <p:cNvSpPr/>
            <p:nvPr/>
          </p:nvSpPr>
          <p:spPr>
            <a:xfrm>
              <a:off x="2572511" y="2374392"/>
              <a:ext cx="403860" cy="393700"/>
            </a:xfrm>
            <a:custGeom>
              <a:avLst/>
              <a:gdLst/>
              <a:ahLst/>
              <a:cxnLst/>
              <a:rect l="l" t="t" r="r" b="b"/>
              <a:pathLst>
                <a:path w="403860" h="393700">
                  <a:moveTo>
                    <a:pt x="216408" y="36576"/>
                  </a:moveTo>
                  <a:lnTo>
                    <a:pt x="201168" y="21336"/>
                  </a:lnTo>
                  <a:lnTo>
                    <a:pt x="352044" y="21336"/>
                  </a:lnTo>
                  <a:lnTo>
                    <a:pt x="373380" y="0"/>
                  </a:lnTo>
                  <a:lnTo>
                    <a:pt x="400812" y="32004"/>
                  </a:lnTo>
                  <a:lnTo>
                    <a:pt x="259080" y="32004"/>
                  </a:lnTo>
                  <a:lnTo>
                    <a:pt x="247911" y="32289"/>
                  </a:lnTo>
                  <a:lnTo>
                    <a:pt x="237172" y="33147"/>
                  </a:lnTo>
                  <a:lnTo>
                    <a:pt x="226718" y="34575"/>
                  </a:lnTo>
                  <a:lnTo>
                    <a:pt x="216408" y="36576"/>
                  </a:lnTo>
                  <a:close/>
                </a:path>
                <a:path w="403860" h="393700">
                  <a:moveTo>
                    <a:pt x="188322" y="19812"/>
                  </a:moveTo>
                  <a:lnTo>
                    <a:pt x="153924" y="19812"/>
                  </a:lnTo>
                  <a:lnTo>
                    <a:pt x="166116" y="1524"/>
                  </a:lnTo>
                  <a:lnTo>
                    <a:pt x="188322" y="19812"/>
                  </a:lnTo>
                  <a:close/>
                </a:path>
                <a:path w="403860" h="393700">
                  <a:moveTo>
                    <a:pt x="51816" y="169164"/>
                  </a:moveTo>
                  <a:lnTo>
                    <a:pt x="52054" y="148566"/>
                  </a:lnTo>
                  <a:lnTo>
                    <a:pt x="53101" y="106799"/>
                  </a:lnTo>
                  <a:lnTo>
                    <a:pt x="53141" y="103251"/>
                  </a:lnTo>
                  <a:lnTo>
                    <a:pt x="53252" y="56007"/>
                  </a:lnTo>
                  <a:lnTo>
                    <a:pt x="53153" y="43719"/>
                  </a:lnTo>
                  <a:lnTo>
                    <a:pt x="52697" y="23407"/>
                  </a:lnTo>
                  <a:lnTo>
                    <a:pt x="51816" y="4572"/>
                  </a:lnTo>
                  <a:lnTo>
                    <a:pt x="76200" y="19812"/>
                  </a:lnTo>
                  <a:lnTo>
                    <a:pt x="188322" y="19812"/>
                  </a:lnTo>
                  <a:lnTo>
                    <a:pt x="192024" y="22860"/>
                  </a:lnTo>
                  <a:lnTo>
                    <a:pt x="185057" y="28956"/>
                  </a:lnTo>
                  <a:lnTo>
                    <a:pt x="76200" y="28956"/>
                  </a:lnTo>
                  <a:lnTo>
                    <a:pt x="76200" y="79248"/>
                  </a:lnTo>
                  <a:lnTo>
                    <a:pt x="180204" y="79248"/>
                  </a:lnTo>
                  <a:lnTo>
                    <a:pt x="180377" y="89916"/>
                  </a:lnTo>
                  <a:lnTo>
                    <a:pt x="76200" y="89916"/>
                  </a:lnTo>
                  <a:lnTo>
                    <a:pt x="76200" y="138684"/>
                  </a:lnTo>
                  <a:lnTo>
                    <a:pt x="181207" y="138684"/>
                  </a:lnTo>
                  <a:lnTo>
                    <a:pt x="181323" y="149352"/>
                  </a:lnTo>
                  <a:lnTo>
                    <a:pt x="76200" y="149352"/>
                  </a:lnTo>
                  <a:lnTo>
                    <a:pt x="76200" y="160020"/>
                  </a:lnTo>
                  <a:lnTo>
                    <a:pt x="51816" y="169164"/>
                  </a:lnTo>
                  <a:close/>
                </a:path>
                <a:path w="403860" h="393700">
                  <a:moveTo>
                    <a:pt x="180204" y="79248"/>
                  </a:moveTo>
                  <a:lnTo>
                    <a:pt x="156972" y="79248"/>
                  </a:lnTo>
                  <a:lnTo>
                    <a:pt x="156972" y="28956"/>
                  </a:lnTo>
                  <a:lnTo>
                    <a:pt x="185057" y="28956"/>
                  </a:lnTo>
                  <a:lnTo>
                    <a:pt x="179832" y="33528"/>
                  </a:lnTo>
                  <a:lnTo>
                    <a:pt x="180070" y="70961"/>
                  </a:lnTo>
                  <a:lnTo>
                    <a:pt x="180204" y="79248"/>
                  </a:lnTo>
                  <a:close/>
                </a:path>
                <a:path w="403860" h="393700">
                  <a:moveTo>
                    <a:pt x="278892" y="82296"/>
                  </a:moveTo>
                  <a:lnTo>
                    <a:pt x="271272" y="82296"/>
                  </a:lnTo>
                  <a:lnTo>
                    <a:pt x="274177" y="68865"/>
                  </a:lnTo>
                  <a:lnTo>
                    <a:pt x="276225" y="56007"/>
                  </a:lnTo>
                  <a:lnTo>
                    <a:pt x="277749" y="43243"/>
                  </a:lnTo>
                  <a:lnTo>
                    <a:pt x="278892" y="32004"/>
                  </a:lnTo>
                  <a:lnTo>
                    <a:pt x="309372" y="32004"/>
                  </a:lnTo>
                  <a:lnTo>
                    <a:pt x="304823" y="38576"/>
                  </a:lnTo>
                  <a:lnTo>
                    <a:pt x="298132" y="49149"/>
                  </a:lnTo>
                  <a:lnTo>
                    <a:pt x="289319" y="63936"/>
                  </a:lnTo>
                  <a:lnTo>
                    <a:pt x="278892" y="82296"/>
                  </a:lnTo>
                  <a:close/>
                </a:path>
                <a:path w="403860" h="393700">
                  <a:moveTo>
                    <a:pt x="380062" y="82296"/>
                  </a:moveTo>
                  <a:lnTo>
                    <a:pt x="345948" y="82296"/>
                  </a:lnTo>
                  <a:lnTo>
                    <a:pt x="358140" y="65532"/>
                  </a:lnTo>
                  <a:lnTo>
                    <a:pt x="380062" y="82296"/>
                  </a:lnTo>
                  <a:close/>
                </a:path>
                <a:path w="403860" h="393700">
                  <a:moveTo>
                    <a:pt x="224028" y="249936"/>
                  </a:moveTo>
                  <a:lnTo>
                    <a:pt x="224266" y="230766"/>
                  </a:lnTo>
                  <a:lnTo>
                    <a:pt x="225280" y="188166"/>
                  </a:lnTo>
                  <a:lnTo>
                    <a:pt x="225479" y="169164"/>
                  </a:lnTo>
                  <a:lnTo>
                    <a:pt x="225416" y="118872"/>
                  </a:lnTo>
                  <a:lnTo>
                    <a:pt x="224028" y="67056"/>
                  </a:lnTo>
                  <a:lnTo>
                    <a:pt x="248412" y="82296"/>
                  </a:lnTo>
                  <a:lnTo>
                    <a:pt x="380062" y="82296"/>
                  </a:lnTo>
                  <a:lnTo>
                    <a:pt x="384048" y="85344"/>
                  </a:lnTo>
                  <a:lnTo>
                    <a:pt x="377081" y="91440"/>
                  </a:lnTo>
                  <a:lnTo>
                    <a:pt x="248412" y="91440"/>
                  </a:lnTo>
                  <a:lnTo>
                    <a:pt x="248412" y="236220"/>
                  </a:lnTo>
                  <a:lnTo>
                    <a:pt x="224028" y="249936"/>
                  </a:lnTo>
                  <a:close/>
                </a:path>
                <a:path w="403860" h="393700">
                  <a:moveTo>
                    <a:pt x="181207" y="138684"/>
                  </a:moveTo>
                  <a:lnTo>
                    <a:pt x="156972" y="138684"/>
                  </a:lnTo>
                  <a:lnTo>
                    <a:pt x="156972" y="89916"/>
                  </a:lnTo>
                  <a:lnTo>
                    <a:pt x="180377" y="89916"/>
                  </a:lnTo>
                  <a:lnTo>
                    <a:pt x="180741" y="110871"/>
                  </a:lnTo>
                  <a:lnTo>
                    <a:pt x="181117" y="130397"/>
                  </a:lnTo>
                  <a:lnTo>
                    <a:pt x="181207" y="138684"/>
                  </a:lnTo>
                  <a:close/>
                </a:path>
                <a:path w="403860" h="393700">
                  <a:moveTo>
                    <a:pt x="348996" y="245363"/>
                  </a:moveTo>
                  <a:lnTo>
                    <a:pt x="348996" y="91440"/>
                  </a:lnTo>
                  <a:lnTo>
                    <a:pt x="377081" y="91440"/>
                  </a:lnTo>
                  <a:lnTo>
                    <a:pt x="371856" y="96012"/>
                  </a:lnTo>
                  <a:lnTo>
                    <a:pt x="371903" y="189809"/>
                  </a:lnTo>
                  <a:lnTo>
                    <a:pt x="372028" y="198405"/>
                  </a:lnTo>
                  <a:lnTo>
                    <a:pt x="372514" y="214884"/>
                  </a:lnTo>
                  <a:lnTo>
                    <a:pt x="373380" y="233172"/>
                  </a:lnTo>
                  <a:lnTo>
                    <a:pt x="348996" y="245363"/>
                  </a:lnTo>
                  <a:close/>
                </a:path>
                <a:path w="403860" h="393700">
                  <a:moveTo>
                    <a:pt x="190500" y="345948"/>
                  </a:moveTo>
                  <a:lnTo>
                    <a:pt x="187452" y="341376"/>
                  </a:lnTo>
                  <a:lnTo>
                    <a:pt x="211502" y="327398"/>
                  </a:lnTo>
                  <a:lnTo>
                    <a:pt x="231267" y="312991"/>
                  </a:lnTo>
                  <a:lnTo>
                    <a:pt x="259080" y="283463"/>
                  </a:lnTo>
                  <a:lnTo>
                    <a:pt x="279654" y="231814"/>
                  </a:lnTo>
                  <a:lnTo>
                    <a:pt x="282821" y="189809"/>
                  </a:lnTo>
                  <a:lnTo>
                    <a:pt x="283464" y="118872"/>
                  </a:lnTo>
                  <a:lnTo>
                    <a:pt x="321564" y="137160"/>
                  </a:lnTo>
                  <a:lnTo>
                    <a:pt x="307848" y="149352"/>
                  </a:lnTo>
                  <a:lnTo>
                    <a:pt x="307276" y="183094"/>
                  </a:lnTo>
                  <a:lnTo>
                    <a:pt x="305562" y="211264"/>
                  </a:lnTo>
                  <a:lnTo>
                    <a:pt x="298704" y="251460"/>
                  </a:lnTo>
                  <a:lnTo>
                    <a:pt x="276629" y="291965"/>
                  </a:lnTo>
                  <a:lnTo>
                    <a:pt x="233553" y="326517"/>
                  </a:lnTo>
                  <a:lnTo>
                    <a:pt x="213312" y="336518"/>
                  </a:lnTo>
                  <a:lnTo>
                    <a:pt x="190500" y="345948"/>
                  </a:lnTo>
                  <a:close/>
                </a:path>
                <a:path w="403860" h="393700">
                  <a:moveTo>
                    <a:pt x="156972" y="164592"/>
                  </a:moveTo>
                  <a:lnTo>
                    <a:pt x="156972" y="149352"/>
                  </a:lnTo>
                  <a:lnTo>
                    <a:pt x="181323" y="149352"/>
                  </a:lnTo>
                  <a:lnTo>
                    <a:pt x="181356" y="152400"/>
                  </a:lnTo>
                  <a:lnTo>
                    <a:pt x="156972" y="164592"/>
                  </a:lnTo>
                  <a:close/>
                </a:path>
                <a:path w="403860" h="393700">
                  <a:moveTo>
                    <a:pt x="28956" y="202692"/>
                  </a:moveTo>
                  <a:lnTo>
                    <a:pt x="13716" y="187451"/>
                  </a:lnTo>
                  <a:lnTo>
                    <a:pt x="166116" y="187451"/>
                  </a:lnTo>
                  <a:lnTo>
                    <a:pt x="187452" y="167640"/>
                  </a:lnTo>
                  <a:lnTo>
                    <a:pt x="214884" y="198120"/>
                  </a:lnTo>
                  <a:lnTo>
                    <a:pt x="70104" y="198120"/>
                  </a:lnTo>
                  <a:lnTo>
                    <a:pt x="58959" y="198405"/>
                  </a:lnTo>
                  <a:lnTo>
                    <a:pt x="48387" y="199263"/>
                  </a:lnTo>
                  <a:lnTo>
                    <a:pt x="38385" y="200691"/>
                  </a:lnTo>
                  <a:lnTo>
                    <a:pt x="28956" y="202692"/>
                  </a:lnTo>
                  <a:close/>
                </a:path>
                <a:path w="403860" h="393700">
                  <a:moveTo>
                    <a:pt x="129540" y="330708"/>
                  </a:moveTo>
                  <a:lnTo>
                    <a:pt x="106680" y="330708"/>
                  </a:lnTo>
                  <a:lnTo>
                    <a:pt x="106680" y="198120"/>
                  </a:lnTo>
                  <a:lnTo>
                    <a:pt x="129540" y="198120"/>
                  </a:lnTo>
                  <a:lnTo>
                    <a:pt x="129540" y="259080"/>
                  </a:lnTo>
                  <a:lnTo>
                    <a:pt x="198196" y="259080"/>
                  </a:lnTo>
                  <a:lnTo>
                    <a:pt x="207264" y="269748"/>
                  </a:lnTo>
                  <a:lnTo>
                    <a:pt x="129540" y="269748"/>
                  </a:lnTo>
                  <a:lnTo>
                    <a:pt x="129540" y="330708"/>
                  </a:lnTo>
                  <a:close/>
                </a:path>
                <a:path w="403860" h="393700">
                  <a:moveTo>
                    <a:pt x="4572" y="393192"/>
                  </a:moveTo>
                  <a:lnTo>
                    <a:pt x="0" y="390143"/>
                  </a:lnTo>
                  <a:lnTo>
                    <a:pt x="9715" y="370998"/>
                  </a:lnTo>
                  <a:lnTo>
                    <a:pt x="18288" y="350139"/>
                  </a:lnTo>
                  <a:lnTo>
                    <a:pt x="32004" y="303275"/>
                  </a:lnTo>
                  <a:lnTo>
                    <a:pt x="40386" y="256222"/>
                  </a:lnTo>
                  <a:lnTo>
                    <a:pt x="44196" y="214884"/>
                  </a:lnTo>
                  <a:lnTo>
                    <a:pt x="79248" y="233172"/>
                  </a:lnTo>
                  <a:lnTo>
                    <a:pt x="72699" y="238291"/>
                  </a:lnTo>
                  <a:lnTo>
                    <a:pt x="66865" y="248983"/>
                  </a:lnTo>
                  <a:lnTo>
                    <a:pt x="61879" y="265152"/>
                  </a:lnTo>
                  <a:lnTo>
                    <a:pt x="57912" y="286512"/>
                  </a:lnTo>
                  <a:lnTo>
                    <a:pt x="67315" y="297180"/>
                  </a:lnTo>
                  <a:lnTo>
                    <a:pt x="54864" y="297180"/>
                  </a:lnTo>
                  <a:lnTo>
                    <a:pt x="44005" y="326969"/>
                  </a:lnTo>
                  <a:lnTo>
                    <a:pt x="32003" y="352615"/>
                  </a:lnTo>
                  <a:lnTo>
                    <a:pt x="18859" y="374546"/>
                  </a:lnTo>
                  <a:lnTo>
                    <a:pt x="4572" y="393192"/>
                  </a:lnTo>
                  <a:close/>
                </a:path>
                <a:path w="403860" h="393700">
                  <a:moveTo>
                    <a:pt x="198196" y="259080"/>
                  </a:moveTo>
                  <a:lnTo>
                    <a:pt x="163068" y="259080"/>
                  </a:lnTo>
                  <a:lnTo>
                    <a:pt x="181356" y="239268"/>
                  </a:lnTo>
                  <a:lnTo>
                    <a:pt x="198196" y="259080"/>
                  </a:lnTo>
                  <a:close/>
                </a:path>
                <a:path w="403860" h="393700">
                  <a:moveTo>
                    <a:pt x="379476" y="333756"/>
                  </a:moveTo>
                  <a:lnTo>
                    <a:pt x="374904" y="333756"/>
                  </a:lnTo>
                  <a:lnTo>
                    <a:pt x="370332" y="327660"/>
                  </a:lnTo>
                  <a:lnTo>
                    <a:pt x="364236" y="316992"/>
                  </a:lnTo>
                  <a:lnTo>
                    <a:pt x="355353" y="303585"/>
                  </a:lnTo>
                  <a:lnTo>
                    <a:pt x="342328" y="288607"/>
                  </a:lnTo>
                  <a:lnTo>
                    <a:pt x="325016" y="272200"/>
                  </a:lnTo>
                  <a:lnTo>
                    <a:pt x="303276" y="254508"/>
                  </a:lnTo>
                  <a:lnTo>
                    <a:pt x="307848" y="248412"/>
                  </a:lnTo>
                  <a:lnTo>
                    <a:pt x="359283" y="274891"/>
                  </a:lnTo>
                  <a:lnTo>
                    <a:pt x="387096" y="303275"/>
                  </a:lnTo>
                  <a:lnTo>
                    <a:pt x="387096" y="312420"/>
                  </a:lnTo>
                  <a:lnTo>
                    <a:pt x="384048" y="324612"/>
                  </a:lnTo>
                  <a:lnTo>
                    <a:pt x="379476" y="333756"/>
                  </a:lnTo>
                  <a:close/>
                </a:path>
                <a:path w="403860" h="393700">
                  <a:moveTo>
                    <a:pt x="304133" y="381309"/>
                  </a:moveTo>
                  <a:lnTo>
                    <a:pt x="249555" y="380047"/>
                  </a:lnTo>
                  <a:lnTo>
                    <a:pt x="208121" y="377356"/>
                  </a:lnTo>
                  <a:lnTo>
                    <a:pt x="158353" y="369165"/>
                  </a:lnTo>
                  <a:lnTo>
                    <a:pt x="108204" y="350519"/>
                  </a:lnTo>
                  <a:lnTo>
                    <a:pt x="68556" y="315158"/>
                  </a:lnTo>
                  <a:lnTo>
                    <a:pt x="54864" y="297180"/>
                  </a:lnTo>
                  <a:lnTo>
                    <a:pt x="67315" y="297180"/>
                  </a:lnTo>
                  <a:lnTo>
                    <a:pt x="68532" y="298561"/>
                  </a:lnTo>
                  <a:lnTo>
                    <a:pt x="80010" y="309753"/>
                  </a:lnTo>
                  <a:lnTo>
                    <a:pt x="92630" y="320373"/>
                  </a:lnTo>
                  <a:lnTo>
                    <a:pt x="106680" y="330708"/>
                  </a:lnTo>
                  <a:lnTo>
                    <a:pt x="129540" y="330708"/>
                  </a:lnTo>
                  <a:lnTo>
                    <a:pt x="129540" y="336804"/>
                  </a:lnTo>
                  <a:lnTo>
                    <a:pt x="176403" y="349186"/>
                  </a:lnTo>
                  <a:lnTo>
                    <a:pt x="248412" y="353568"/>
                  </a:lnTo>
                  <a:lnTo>
                    <a:pt x="403137" y="353877"/>
                  </a:lnTo>
                  <a:lnTo>
                    <a:pt x="389858" y="359568"/>
                  </a:lnTo>
                  <a:lnTo>
                    <a:pt x="379857" y="366141"/>
                  </a:lnTo>
                  <a:lnTo>
                    <a:pt x="373856" y="373284"/>
                  </a:lnTo>
                  <a:lnTo>
                    <a:pt x="371856" y="381000"/>
                  </a:lnTo>
                  <a:lnTo>
                    <a:pt x="304133" y="381309"/>
                  </a:lnTo>
                  <a:close/>
                </a:path>
                <a:path w="403860" h="393700">
                  <a:moveTo>
                    <a:pt x="403137" y="353877"/>
                  </a:moveTo>
                  <a:lnTo>
                    <a:pt x="289845" y="353877"/>
                  </a:lnTo>
                  <a:lnTo>
                    <a:pt x="329565" y="352615"/>
                  </a:lnTo>
                  <a:lnTo>
                    <a:pt x="367569" y="349924"/>
                  </a:lnTo>
                  <a:lnTo>
                    <a:pt x="403860" y="345948"/>
                  </a:lnTo>
                  <a:lnTo>
                    <a:pt x="403860" y="353568"/>
                  </a:lnTo>
                  <a:lnTo>
                    <a:pt x="403137" y="35387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8" name="object 18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2618231" y="2369820"/>
              <a:ext cx="152400" cy="179832"/>
            </a:xfrm>
            <a:prstGeom prst="rect">
              <a:avLst/>
            </a:prstGeom>
          </p:spPr>
        </p:pic>
        <p:sp>
          <p:nvSpPr>
            <p:cNvPr id="19" name="object 19"/>
            <p:cNvSpPr/>
            <p:nvPr/>
          </p:nvSpPr>
          <p:spPr>
            <a:xfrm>
              <a:off x="2572512" y="2542031"/>
              <a:ext cx="403860" cy="226060"/>
            </a:xfrm>
            <a:custGeom>
              <a:avLst/>
              <a:gdLst/>
              <a:ahLst/>
              <a:cxnLst/>
              <a:rect l="l" t="t" r="r" b="b"/>
              <a:pathLst>
                <a:path w="403860" h="226060">
                  <a:moveTo>
                    <a:pt x="57912" y="118872"/>
                  </a:moveTo>
                  <a:lnTo>
                    <a:pt x="68532" y="130921"/>
                  </a:lnTo>
                  <a:lnTo>
                    <a:pt x="80010" y="142113"/>
                  </a:lnTo>
                  <a:lnTo>
                    <a:pt x="92630" y="152733"/>
                  </a:lnTo>
                  <a:lnTo>
                    <a:pt x="106680" y="163068"/>
                  </a:lnTo>
                  <a:lnTo>
                    <a:pt x="106680" y="30480"/>
                  </a:lnTo>
                  <a:lnTo>
                    <a:pt x="70104" y="30480"/>
                  </a:lnTo>
                  <a:lnTo>
                    <a:pt x="58959" y="30765"/>
                  </a:lnTo>
                  <a:lnTo>
                    <a:pt x="48387" y="31623"/>
                  </a:lnTo>
                  <a:lnTo>
                    <a:pt x="38385" y="33051"/>
                  </a:lnTo>
                  <a:lnTo>
                    <a:pt x="28956" y="35052"/>
                  </a:lnTo>
                  <a:lnTo>
                    <a:pt x="13716" y="19812"/>
                  </a:lnTo>
                  <a:lnTo>
                    <a:pt x="166116" y="19812"/>
                  </a:lnTo>
                  <a:lnTo>
                    <a:pt x="187452" y="0"/>
                  </a:lnTo>
                  <a:lnTo>
                    <a:pt x="214884" y="30480"/>
                  </a:lnTo>
                  <a:lnTo>
                    <a:pt x="129540" y="30480"/>
                  </a:lnTo>
                  <a:lnTo>
                    <a:pt x="129540" y="91440"/>
                  </a:lnTo>
                  <a:lnTo>
                    <a:pt x="163068" y="91440"/>
                  </a:lnTo>
                  <a:lnTo>
                    <a:pt x="181356" y="71628"/>
                  </a:lnTo>
                  <a:lnTo>
                    <a:pt x="207264" y="102108"/>
                  </a:lnTo>
                  <a:lnTo>
                    <a:pt x="129540" y="102108"/>
                  </a:lnTo>
                  <a:lnTo>
                    <a:pt x="129540" y="169164"/>
                  </a:lnTo>
                  <a:lnTo>
                    <a:pt x="176403" y="181546"/>
                  </a:lnTo>
                  <a:lnTo>
                    <a:pt x="248412" y="185928"/>
                  </a:lnTo>
                  <a:lnTo>
                    <a:pt x="289845" y="186237"/>
                  </a:lnTo>
                  <a:lnTo>
                    <a:pt x="329565" y="184975"/>
                  </a:lnTo>
                  <a:lnTo>
                    <a:pt x="367569" y="182284"/>
                  </a:lnTo>
                  <a:lnTo>
                    <a:pt x="403860" y="178308"/>
                  </a:lnTo>
                  <a:lnTo>
                    <a:pt x="403860" y="185928"/>
                  </a:lnTo>
                  <a:lnTo>
                    <a:pt x="389858" y="191928"/>
                  </a:lnTo>
                  <a:lnTo>
                    <a:pt x="379857" y="198501"/>
                  </a:lnTo>
                  <a:lnTo>
                    <a:pt x="373856" y="205644"/>
                  </a:lnTo>
                  <a:lnTo>
                    <a:pt x="371855" y="213360"/>
                  </a:lnTo>
                  <a:lnTo>
                    <a:pt x="304133" y="213669"/>
                  </a:lnTo>
                  <a:lnTo>
                    <a:pt x="249554" y="212407"/>
                  </a:lnTo>
                  <a:lnTo>
                    <a:pt x="208121" y="209716"/>
                  </a:lnTo>
                  <a:lnTo>
                    <a:pt x="158353" y="201525"/>
                  </a:lnTo>
                  <a:lnTo>
                    <a:pt x="108204" y="182880"/>
                  </a:lnTo>
                  <a:lnTo>
                    <a:pt x="68556" y="147518"/>
                  </a:lnTo>
                  <a:lnTo>
                    <a:pt x="54864" y="129540"/>
                  </a:lnTo>
                  <a:lnTo>
                    <a:pt x="44005" y="159329"/>
                  </a:lnTo>
                  <a:lnTo>
                    <a:pt x="32004" y="184975"/>
                  </a:lnTo>
                  <a:lnTo>
                    <a:pt x="18859" y="206906"/>
                  </a:lnTo>
                  <a:lnTo>
                    <a:pt x="4572" y="225552"/>
                  </a:lnTo>
                  <a:lnTo>
                    <a:pt x="0" y="222504"/>
                  </a:lnTo>
                  <a:lnTo>
                    <a:pt x="9715" y="203358"/>
                  </a:lnTo>
                  <a:lnTo>
                    <a:pt x="18288" y="182499"/>
                  </a:lnTo>
                  <a:lnTo>
                    <a:pt x="32004" y="135636"/>
                  </a:lnTo>
                  <a:lnTo>
                    <a:pt x="40386" y="88582"/>
                  </a:lnTo>
                  <a:lnTo>
                    <a:pt x="44196" y="47244"/>
                  </a:lnTo>
                  <a:lnTo>
                    <a:pt x="79248" y="65532"/>
                  </a:lnTo>
                  <a:lnTo>
                    <a:pt x="72699" y="70651"/>
                  </a:lnTo>
                  <a:lnTo>
                    <a:pt x="66865" y="81343"/>
                  </a:lnTo>
                  <a:lnTo>
                    <a:pt x="61888" y="97464"/>
                  </a:lnTo>
                  <a:lnTo>
                    <a:pt x="57912" y="118872"/>
                  </a:lnTo>
                  <a:close/>
                </a:path>
              </a:pathLst>
            </a:custGeom>
            <a:ln w="1219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" name="object 20"/>
            <p:cNvSpPr/>
            <p:nvPr/>
          </p:nvSpPr>
          <p:spPr>
            <a:xfrm>
              <a:off x="2773679" y="2374392"/>
              <a:ext cx="200025" cy="250190"/>
            </a:xfrm>
            <a:custGeom>
              <a:avLst/>
              <a:gdLst/>
              <a:ahLst/>
              <a:cxnLst/>
              <a:rect l="l" t="t" r="r" b="b"/>
              <a:pathLst>
                <a:path w="200025" h="250189">
                  <a:moveTo>
                    <a:pt x="170687" y="179831"/>
                  </a:moveTo>
                  <a:lnTo>
                    <a:pt x="170711" y="188166"/>
                  </a:lnTo>
                  <a:lnTo>
                    <a:pt x="170878" y="199643"/>
                  </a:lnTo>
                  <a:lnTo>
                    <a:pt x="171330" y="214550"/>
                  </a:lnTo>
                  <a:lnTo>
                    <a:pt x="172211" y="233171"/>
                  </a:lnTo>
                  <a:lnTo>
                    <a:pt x="147827" y="245363"/>
                  </a:lnTo>
                  <a:lnTo>
                    <a:pt x="147827" y="91439"/>
                  </a:lnTo>
                  <a:lnTo>
                    <a:pt x="47243" y="91439"/>
                  </a:lnTo>
                  <a:lnTo>
                    <a:pt x="47243" y="236219"/>
                  </a:lnTo>
                  <a:lnTo>
                    <a:pt x="22859" y="249935"/>
                  </a:lnTo>
                  <a:lnTo>
                    <a:pt x="23098" y="230766"/>
                  </a:lnTo>
                  <a:lnTo>
                    <a:pt x="23621" y="209740"/>
                  </a:lnTo>
                  <a:lnTo>
                    <a:pt x="24145" y="186713"/>
                  </a:lnTo>
                  <a:lnTo>
                    <a:pt x="24383" y="161543"/>
                  </a:lnTo>
                  <a:lnTo>
                    <a:pt x="24360" y="135207"/>
                  </a:lnTo>
                  <a:lnTo>
                    <a:pt x="24193" y="110870"/>
                  </a:lnTo>
                  <a:lnTo>
                    <a:pt x="23741" y="88249"/>
                  </a:lnTo>
                  <a:lnTo>
                    <a:pt x="22859" y="67055"/>
                  </a:lnTo>
                  <a:lnTo>
                    <a:pt x="47243" y="82295"/>
                  </a:lnTo>
                  <a:lnTo>
                    <a:pt x="70103" y="82295"/>
                  </a:lnTo>
                  <a:lnTo>
                    <a:pt x="73009" y="68865"/>
                  </a:lnTo>
                  <a:lnTo>
                    <a:pt x="75056" y="56006"/>
                  </a:lnTo>
                  <a:lnTo>
                    <a:pt x="76533" y="43719"/>
                  </a:lnTo>
                  <a:lnTo>
                    <a:pt x="77723" y="32003"/>
                  </a:lnTo>
                  <a:lnTo>
                    <a:pt x="57911" y="32003"/>
                  </a:lnTo>
                  <a:lnTo>
                    <a:pt x="46743" y="32289"/>
                  </a:lnTo>
                  <a:lnTo>
                    <a:pt x="36004" y="33146"/>
                  </a:lnTo>
                  <a:lnTo>
                    <a:pt x="25550" y="34575"/>
                  </a:lnTo>
                  <a:lnTo>
                    <a:pt x="15239" y="36575"/>
                  </a:lnTo>
                  <a:lnTo>
                    <a:pt x="0" y="21335"/>
                  </a:lnTo>
                  <a:lnTo>
                    <a:pt x="150875" y="21335"/>
                  </a:lnTo>
                  <a:lnTo>
                    <a:pt x="172211" y="0"/>
                  </a:lnTo>
                  <a:lnTo>
                    <a:pt x="199644" y="32003"/>
                  </a:lnTo>
                  <a:lnTo>
                    <a:pt x="108203" y="32003"/>
                  </a:lnTo>
                  <a:lnTo>
                    <a:pt x="103655" y="38576"/>
                  </a:lnTo>
                  <a:lnTo>
                    <a:pt x="96964" y="49148"/>
                  </a:lnTo>
                  <a:lnTo>
                    <a:pt x="88272" y="63722"/>
                  </a:lnTo>
                  <a:lnTo>
                    <a:pt x="77723" y="82295"/>
                  </a:lnTo>
                  <a:lnTo>
                    <a:pt x="144779" y="82295"/>
                  </a:lnTo>
                  <a:lnTo>
                    <a:pt x="156971" y="65531"/>
                  </a:lnTo>
                  <a:lnTo>
                    <a:pt x="182879" y="85343"/>
                  </a:lnTo>
                  <a:lnTo>
                    <a:pt x="170687" y="96011"/>
                  </a:lnTo>
                  <a:lnTo>
                    <a:pt x="170687" y="179831"/>
                  </a:lnTo>
                  <a:close/>
                </a:path>
              </a:pathLst>
            </a:custGeom>
            <a:ln w="1219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1" name="object 21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2753867" y="2487168"/>
              <a:ext cx="211836" cy="239268"/>
            </a:xfrm>
            <a:prstGeom prst="rect">
              <a:avLst/>
            </a:prstGeom>
          </p:spPr>
        </p:pic>
      </p:grpSp>
      <p:grpSp>
        <p:nvGrpSpPr>
          <p:cNvPr id="22" name="object 22"/>
          <p:cNvGrpSpPr/>
          <p:nvPr/>
        </p:nvGrpSpPr>
        <p:grpSpPr>
          <a:xfrm>
            <a:off x="3051047" y="2357627"/>
            <a:ext cx="368935" cy="414655"/>
            <a:chOff x="3051047" y="2357627"/>
            <a:chExt cx="368935" cy="414655"/>
          </a:xfrm>
        </p:grpSpPr>
        <p:sp>
          <p:nvSpPr>
            <p:cNvPr id="23" name="object 23"/>
            <p:cNvSpPr/>
            <p:nvPr/>
          </p:nvSpPr>
          <p:spPr>
            <a:xfrm>
              <a:off x="3057143" y="2363724"/>
              <a:ext cx="356870" cy="402590"/>
            </a:xfrm>
            <a:custGeom>
              <a:avLst/>
              <a:gdLst/>
              <a:ahLst/>
              <a:cxnLst/>
              <a:rect l="l" t="t" r="r" b="b"/>
              <a:pathLst>
                <a:path w="356870" h="402589">
                  <a:moveTo>
                    <a:pt x="53340" y="89916"/>
                  </a:moveTo>
                  <a:lnTo>
                    <a:pt x="42672" y="89916"/>
                  </a:lnTo>
                  <a:lnTo>
                    <a:pt x="50696" y="62793"/>
                  </a:lnTo>
                  <a:lnTo>
                    <a:pt x="56578" y="38671"/>
                  </a:lnTo>
                  <a:lnTo>
                    <a:pt x="60459" y="17692"/>
                  </a:lnTo>
                  <a:lnTo>
                    <a:pt x="62484" y="0"/>
                  </a:lnTo>
                  <a:lnTo>
                    <a:pt x="100584" y="21336"/>
                  </a:lnTo>
                  <a:lnTo>
                    <a:pt x="90844" y="29051"/>
                  </a:lnTo>
                  <a:lnTo>
                    <a:pt x="79819" y="43053"/>
                  </a:lnTo>
                  <a:lnTo>
                    <a:pt x="67365" y="63341"/>
                  </a:lnTo>
                  <a:lnTo>
                    <a:pt x="53340" y="89916"/>
                  </a:lnTo>
                  <a:close/>
                </a:path>
                <a:path w="356870" h="402589">
                  <a:moveTo>
                    <a:pt x="147828" y="192024"/>
                  </a:moveTo>
                  <a:lnTo>
                    <a:pt x="141732" y="187452"/>
                  </a:lnTo>
                  <a:lnTo>
                    <a:pt x="158877" y="160615"/>
                  </a:lnTo>
                  <a:lnTo>
                    <a:pt x="173736" y="135064"/>
                  </a:lnTo>
                  <a:lnTo>
                    <a:pt x="196596" y="88392"/>
                  </a:lnTo>
                  <a:lnTo>
                    <a:pt x="211264" y="44958"/>
                  </a:lnTo>
                  <a:lnTo>
                    <a:pt x="222503" y="1524"/>
                  </a:lnTo>
                  <a:lnTo>
                    <a:pt x="260603" y="24384"/>
                  </a:lnTo>
                  <a:lnTo>
                    <a:pt x="252626" y="32146"/>
                  </a:lnTo>
                  <a:lnTo>
                    <a:pt x="242506" y="46482"/>
                  </a:lnTo>
                  <a:lnTo>
                    <a:pt x="230385" y="67675"/>
                  </a:lnTo>
                  <a:lnTo>
                    <a:pt x="216408" y="96012"/>
                  </a:lnTo>
                  <a:lnTo>
                    <a:pt x="350161" y="96012"/>
                  </a:lnTo>
                  <a:lnTo>
                    <a:pt x="356616" y="102108"/>
                  </a:lnTo>
                  <a:lnTo>
                    <a:pt x="350329" y="106680"/>
                  </a:lnTo>
                  <a:lnTo>
                    <a:pt x="213360" y="106680"/>
                  </a:lnTo>
                  <a:lnTo>
                    <a:pt x="197334" y="130730"/>
                  </a:lnTo>
                  <a:lnTo>
                    <a:pt x="181165" y="152781"/>
                  </a:lnTo>
                  <a:lnTo>
                    <a:pt x="164711" y="173116"/>
                  </a:lnTo>
                  <a:lnTo>
                    <a:pt x="147828" y="192024"/>
                  </a:lnTo>
                  <a:close/>
                </a:path>
                <a:path w="356870" h="402589">
                  <a:moveTo>
                    <a:pt x="144780" y="89916"/>
                  </a:moveTo>
                  <a:lnTo>
                    <a:pt x="111252" y="89916"/>
                  </a:lnTo>
                  <a:lnTo>
                    <a:pt x="128016" y="73152"/>
                  </a:lnTo>
                  <a:lnTo>
                    <a:pt x="144780" y="89916"/>
                  </a:lnTo>
                  <a:close/>
                </a:path>
                <a:path w="356870" h="402589">
                  <a:moveTo>
                    <a:pt x="0" y="397764"/>
                  </a:moveTo>
                  <a:lnTo>
                    <a:pt x="174" y="368260"/>
                  </a:lnTo>
                  <a:lnTo>
                    <a:pt x="301" y="352615"/>
                  </a:lnTo>
                  <a:lnTo>
                    <a:pt x="1285" y="276463"/>
                  </a:lnTo>
                  <a:lnTo>
                    <a:pt x="1360" y="263842"/>
                  </a:lnTo>
                  <a:lnTo>
                    <a:pt x="1479" y="228600"/>
                  </a:lnTo>
                  <a:lnTo>
                    <a:pt x="1285" y="195333"/>
                  </a:lnTo>
                  <a:lnTo>
                    <a:pt x="238" y="114704"/>
                  </a:lnTo>
                  <a:lnTo>
                    <a:pt x="0" y="74676"/>
                  </a:lnTo>
                  <a:lnTo>
                    <a:pt x="25908" y="89916"/>
                  </a:lnTo>
                  <a:lnTo>
                    <a:pt x="144780" y="89916"/>
                  </a:lnTo>
                  <a:lnTo>
                    <a:pt x="153924" y="99060"/>
                  </a:lnTo>
                  <a:lnTo>
                    <a:pt x="151828" y="100584"/>
                  </a:lnTo>
                  <a:lnTo>
                    <a:pt x="24384" y="100584"/>
                  </a:lnTo>
                  <a:lnTo>
                    <a:pt x="24384" y="211836"/>
                  </a:lnTo>
                  <a:lnTo>
                    <a:pt x="137205" y="211836"/>
                  </a:lnTo>
                  <a:lnTo>
                    <a:pt x="137219" y="222504"/>
                  </a:lnTo>
                  <a:lnTo>
                    <a:pt x="24384" y="222504"/>
                  </a:lnTo>
                  <a:lnTo>
                    <a:pt x="24384" y="344424"/>
                  </a:lnTo>
                  <a:lnTo>
                    <a:pt x="137914" y="344424"/>
                  </a:lnTo>
                  <a:lnTo>
                    <a:pt x="137940" y="346850"/>
                  </a:lnTo>
                  <a:lnTo>
                    <a:pt x="138137" y="355092"/>
                  </a:lnTo>
                  <a:lnTo>
                    <a:pt x="24384" y="355092"/>
                  </a:lnTo>
                  <a:lnTo>
                    <a:pt x="24384" y="384048"/>
                  </a:lnTo>
                  <a:lnTo>
                    <a:pt x="0" y="397764"/>
                  </a:lnTo>
                  <a:close/>
                </a:path>
                <a:path w="356870" h="402589">
                  <a:moveTo>
                    <a:pt x="350161" y="96012"/>
                  </a:moveTo>
                  <a:lnTo>
                    <a:pt x="310896" y="96012"/>
                  </a:lnTo>
                  <a:lnTo>
                    <a:pt x="329184" y="76200"/>
                  </a:lnTo>
                  <a:lnTo>
                    <a:pt x="350161" y="96012"/>
                  </a:lnTo>
                  <a:close/>
                </a:path>
                <a:path w="356870" h="402589">
                  <a:moveTo>
                    <a:pt x="137205" y="211836"/>
                  </a:moveTo>
                  <a:lnTo>
                    <a:pt x="114300" y="211836"/>
                  </a:lnTo>
                  <a:lnTo>
                    <a:pt x="114300" y="100584"/>
                  </a:lnTo>
                  <a:lnTo>
                    <a:pt x="151828" y="100584"/>
                  </a:lnTo>
                  <a:lnTo>
                    <a:pt x="137160" y="111252"/>
                  </a:lnTo>
                  <a:lnTo>
                    <a:pt x="137205" y="211836"/>
                  </a:lnTo>
                  <a:close/>
                </a:path>
                <a:path w="356870" h="402589">
                  <a:moveTo>
                    <a:pt x="326582" y="359664"/>
                  </a:moveTo>
                  <a:lnTo>
                    <a:pt x="283464" y="359664"/>
                  </a:lnTo>
                  <a:lnTo>
                    <a:pt x="291750" y="357925"/>
                  </a:lnTo>
                  <a:lnTo>
                    <a:pt x="298323" y="352615"/>
                  </a:lnTo>
                  <a:lnTo>
                    <a:pt x="308586" y="305562"/>
                  </a:lnTo>
                  <a:lnTo>
                    <a:pt x="310705" y="259842"/>
                  </a:lnTo>
                  <a:lnTo>
                    <a:pt x="312539" y="193548"/>
                  </a:lnTo>
                  <a:lnTo>
                    <a:pt x="313944" y="106680"/>
                  </a:lnTo>
                  <a:lnTo>
                    <a:pt x="350329" y="106680"/>
                  </a:lnTo>
                  <a:lnTo>
                    <a:pt x="339852" y="114300"/>
                  </a:lnTo>
                  <a:lnTo>
                    <a:pt x="338780" y="186976"/>
                  </a:lnTo>
                  <a:lnTo>
                    <a:pt x="337291" y="249167"/>
                  </a:lnTo>
                  <a:lnTo>
                    <a:pt x="335462" y="295570"/>
                  </a:lnTo>
                  <a:lnTo>
                    <a:pt x="333268" y="327855"/>
                  </a:lnTo>
                  <a:lnTo>
                    <a:pt x="330708" y="345948"/>
                  </a:lnTo>
                  <a:lnTo>
                    <a:pt x="327214" y="357925"/>
                  </a:lnTo>
                  <a:lnTo>
                    <a:pt x="326582" y="359664"/>
                  </a:lnTo>
                  <a:close/>
                </a:path>
                <a:path w="356870" h="402589">
                  <a:moveTo>
                    <a:pt x="231648" y="269748"/>
                  </a:moveTo>
                  <a:lnTo>
                    <a:pt x="228600" y="269748"/>
                  </a:lnTo>
                  <a:lnTo>
                    <a:pt x="225432" y="268295"/>
                  </a:lnTo>
                  <a:lnTo>
                    <a:pt x="222694" y="263842"/>
                  </a:lnTo>
                  <a:lnTo>
                    <a:pt x="220241" y="256246"/>
                  </a:lnTo>
                  <a:lnTo>
                    <a:pt x="217932" y="245364"/>
                  </a:lnTo>
                  <a:lnTo>
                    <a:pt x="213598" y="228242"/>
                  </a:lnTo>
                  <a:lnTo>
                    <a:pt x="207264" y="211264"/>
                  </a:lnTo>
                  <a:lnTo>
                    <a:pt x="198643" y="194571"/>
                  </a:lnTo>
                  <a:lnTo>
                    <a:pt x="187452" y="178308"/>
                  </a:lnTo>
                  <a:lnTo>
                    <a:pt x="190500" y="172212"/>
                  </a:lnTo>
                  <a:lnTo>
                    <a:pt x="223456" y="199644"/>
                  </a:lnTo>
                  <a:lnTo>
                    <a:pt x="246888" y="236220"/>
                  </a:lnTo>
                  <a:lnTo>
                    <a:pt x="246888" y="248412"/>
                  </a:lnTo>
                  <a:lnTo>
                    <a:pt x="243840" y="254508"/>
                  </a:lnTo>
                  <a:lnTo>
                    <a:pt x="234696" y="266700"/>
                  </a:lnTo>
                  <a:lnTo>
                    <a:pt x="231648" y="269748"/>
                  </a:lnTo>
                  <a:close/>
                </a:path>
                <a:path w="356870" h="402589">
                  <a:moveTo>
                    <a:pt x="137914" y="344424"/>
                  </a:moveTo>
                  <a:lnTo>
                    <a:pt x="114300" y="344424"/>
                  </a:lnTo>
                  <a:lnTo>
                    <a:pt x="114300" y="222504"/>
                  </a:lnTo>
                  <a:lnTo>
                    <a:pt x="137219" y="222504"/>
                  </a:lnTo>
                  <a:lnTo>
                    <a:pt x="137337" y="269748"/>
                  </a:lnTo>
                  <a:lnTo>
                    <a:pt x="137498" y="305562"/>
                  </a:lnTo>
                  <a:lnTo>
                    <a:pt x="137914" y="344424"/>
                  </a:lnTo>
                  <a:close/>
                </a:path>
                <a:path w="356870" h="402589">
                  <a:moveTo>
                    <a:pt x="277367" y="402336"/>
                  </a:moveTo>
                  <a:lnTo>
                    <a:pt x="270486" y="389453"/>
                  </a:lnTo>
                  <a:lnTo>
                    <a:pt x="258889" y="378142"/>
                  </a:lnTo>
                  <a:lnTo>
                    <a:pt x="242375" y="368236"/>
                  </a:lnTo>
                  <a:lnTo>
                    <a:pt x="220979" y="359664"/>
                  </a:lnTo>
                  <a:lnTo>
                    <a:pt x="220979" y="352044"/>
                  </a:lnTo>
                  <a:lnTo>
                    <a:pt x="241030" y="355163"/>
                  </a:lnTo>
                  <a:lnTo>
                    <a:pt x="257937" y="357568"/>
                  </a:lnTo>
                  <a:lnTo>
                    <a:pt x="271986" y="359116"/>
                  </a:lnTo>
                  <a:lnTo>
                    <a:pt x="283464" y="359664"/>
                  </a:lnTo>
                  <a:lnTo>
                    <a:pt x="326582" y="359664"/>
                  </a:lnTo>
                  <a:lnTo>
                    <a:pt x="323456" y="368260"/>
                  </a:lnTo>
                  <a:lnTo>
                    <a:pt x="289023" y="397764"/>
                  </a:lnTo>
                  <a:lnTo>
                    <a:pt x="277367" y="402336"/>
                  </a:lnTo>
                  <a:close/>
                </a:path>
                <a:path w="356870" h="402589">
                  <a:moveTo>
                    <a:pt x="114300" y="391668"/>
                  </a:moveTo>
                  <a:lnTo>
                    <a:pt x="114300" y="355092"/>
                  </a:lnTo>
                  <a:lnTo>
                    <a:pt x="138137" y="355092"/>
                  </a:lnTo>
                  <a:lnTo>
                    <a:pt x="138684" y="377952"/>
                  </a:lnTo>
                  <a:lnTo>
                    <a:pt x="114300" y="391668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" name="object 24"/>
            <p:cNvSpPr/>
            <p:nvPr/>
          </p:nvSpPr>
          <p:spPr>
            <a:xfrm>
              <a:off x="3081527" y="2464308"/>
              <a:ext cx="90170" cy="243840"/>
            </a:xfrm>
            <a:custGeom>
              <a:avLst/>
              <a:gdLst/>
              <a:ahLst/>
              <a:cxnLst/>
              <a:rect l="l" t="t" r="r" b="b"/>
              <a:pathLst>
                <a:path w="90169" h="243839">
                  <a:moveTo>
                    <a:pt x="0" y="0"/>
                  </a:moveTo>
                  <a:lnTo>
                    <a:pt x="0" y="111251"/>
                  </a:lnTo>
                  <a:lnTo>
                    <a:pt x="89916" y="111251"/>
                  </a:lnTo>
                  <a:lnTo>
                    <a:pt x="89916" y="0"/>
                  </a:lnTo>
                  <a:lnTo>
                    <a:pt x="0" y="0"/>
                  </a:lnTo>
                  <a:close/>
                </a:path>
                <a:path w="90169" h="243839">
                  <a:moveTo>
                    <a:pt x="0" y="121919"/>
                  </a:moveTo>
                  <a:lnTo>
                    <a:pt x="0" y="243840"/>
                  </a:lnTo>
                  <a:lnTo>
                    <a:pt x="89916" y="243840"/>
                  </a:lnTo>
                  <a:lnTo>
                    <a:pt x="89916" y="121919"/>
                  </a:lnTo>
                  <a:lnTo>
                    <a:pt x="0" y="121919"/>
                  </a:lnTo>
                  <a:close/>
                </a:path>
              </a:pathLst>
            </a:custGeom>
            <a:ln w="1219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" name="object 25"/>
            <p:cNvSpPr/>
            <p:nvPr/>
          </p:nvSpPr>
          <p:spPr>
            <a:xfrm>
              <a:off x="3057143" y="2363723"/>
              <a:ext cx="154305" cy="398145"/>
            </a:xfrm>
            <a:custGeom>
              <a:avLst/>
              <a:gdLst/>
              <a:ahLst/>
              <a:cxnLst/>
              <a:rect l="l" t="t" r="r" b="b"/>
              <a:pathLst>
                <a:path w="154305" h="398144">
                  <a:moveTo>
                    <a:pt x="137160" y="111251"/>
                  </a:moveTo>
                  <a:lnTo>
                    <a:pt x="137172" y="186976"/>
                  </a:lnTo>
                  <a:lnTo>
                    <a:pt x="137257" y="251435"/>
                  </a:lnTo>
                  <a:lnTo>
                    <a:pt x="137489" y="304702"/>
                  </a:lnTo>
                  <a:lnTo>
                    <a:pt x="137940" y="346850"/>
                  </a:lnTo>
                  <a:lnTo>
                    <a:pt x="138684" y="377951"/>
                  </a:lnTo>
                  <a:lnTo>
                    <a:pt x="114300" y="391668"/>
                  </a:lnTo>
                  <a:lnTo>
                    <a:pt x="114300" y="355091"/>
                  </a:lnTo>
                  <a:lnTo>
                    <a:pt x="24384" y="355091"/>
                  </a:lnTo>
                  <a:lnTo>
                    <a:pt x="24384" y="384047"/>
                  </a:lnTo>
                  <a:lnTo>
                    <a:pt x="0" y="397763"/>
                  </a:lnTo>
                  <a:lnTo>
                    <a:pt x="238" y="357520"/>
                  </a:lnTo>
                  <a:lnTo>
                    <a:pt x="762" y="316991"/>
                  </a:lnTo>
                  <a:lnTo>
                    <a:pt x="1285" y="276463"/>
                  </a:lnTo>
                  <a:lnTo>
                    <a:pt x="1524" y="236219"/>
                  </a:lnTo>
                  <a:lnTo>
                    <a:pt x="1285" y="195333"/>
                  </a:lnTo>
                  <a:lnTo>
                    <a:pt x="762" y="154876"/>
                  </a:lnTo>
                  <a:lnTo>
                    <a:pt x="238" y="114704"/>
                  </a:lnTo>
                  <a:lnTo>
                    <a:pt x="0" y="74675"/>
                  </a:lnTo>
                  <a:lnTo>
                    <a:pt x="25908" y="89915"/>
                  </a:lnTo>
                  <a:lnTo>
                    <a:pt x="42672" y="89915"/>
                  </a:lnTo>
                  <a:lnTo>
                    <a:pt x="50696" y="62793"/>
                  </a:lnTo>
                  <a:lnTo>
                    <a:pt x="56578" y="38671"/>
                  </a:lnTo>
                  <a:lnTo>
                    <a:pt x="60459" y="17692"/>
                  </a:lnTo>
                  <a:lnTo>
                    <a:pt x="62484" y="0"/>
                  </a:lnTo>
                  <a:lnTo>
                    <a:pt x="100584" y="21335"/>
                  </a:lnTo>
                  <a:lnTo>
                    <a:pt x="90844" y="29051"/>
                  </a:lnTo>
                  <a:lnTo>
                    <a:pt x="79819" y="43052"/>
                  </a:lnTo>
                  <a:lnTo>
                    <a:pt x="67365" y="63341"/>
                  </a:lnTo>
                  <a:lnTo>
                    <a:pt x="53340" y="89915"/>
                  </a:lnTo>
                  <a:lnTo>
                    <a:pt x="111252" y="89915"/>
                  </a:lnTo>
                  <a:lnTo>
                    <a:pt x="128016" y="73151"/>
                  </a:lnTo>
                  <a:lnTo>
                    <a:pt x="153924" y="99059"/>
                  </a:lnTo>
                  <a:lnTo>
                    <a:pt x="137160" y="111251"/>
                  </a:lnTo>
                  <a:close/>
                </a:path>
              </a:pathLst>
            </a:custGeom>
            <a:ln w="1219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" name="object 26"/>
            <p:cNvSpPr/>
            <p:nvPr/>
          </p:nvSpPr>
          <p:spPr>
            <a:xfrm>
              <a:off x="3198876" y="2365248"/>
              <a:ext cx="215265" cy="401320"/>
            </a:xfrm>
            <a:custGeom>
              <a:avLst/>
              <a:gdLst/>
              <a:ahLst/>
              <a:cxnLst/>
              <a:rect l="l" t="t" r="r" b="b"/>
              <a:pathLst>
                <a:path w="215264" h="401319">
                  <a:moveTo>
                    <a:pt x="80772" y="0"/>
                  </a:moveTo>
                  <a:lnTo>
                    <a:pt x="118872" y="22859"/>
                  </a:lnTo>
                  <a:lnTo>
                    <a:pt x="110894" y="30622"/>
                  </a:lnTo>
                  <a:lnTo>
                    <a:pt x="100774" y="44958"/>
                  </a:lnTo>
                  <a:lnTo>
                    <a:pt x="88653" y="66151"/>
                  </a:lnTo>
                  <a:lnTo>
                    <a:pt x="74676" y="94488"/>
                  </a:lnTo>
                  <a:lnTo>
                    <a:pt x="169164" y="94488"/>
                  </a:lnTo>
                  <a:lnTo>
                    <a:pt x="187452" y="74676"/>
                  </a:lnTo>
                  <a:lnTo>
                    <a:pt x="214884" y="100584"/>
                  </a:lnTo>
                  <a:lnTo>
                    <a:pt x="198120" y="112775"/>
                  </a:lnTo>
                  <a:lnTo>
                    <a:pt x="197022" y="187195"/>
                  </a:lnTo>
                  <a:lnTo>
                    <a:pt x="195559" y="247643"/>
                  </a:lnTo>
                  <a:lnTo>
                    <a:pt x="193730" y="294046"/>
                  </a:lnTo>
                  <a:lnTo>
                    <a:pt x="188976" y="344423"/>
                  </a:lnTo>
                  <a:lnTo>
                    <a:pt x="172212" y="381000"/>
                  </a:lnTo>
                  <a:lnTo>
                    <a:pt x="135636" y="400812"/>
                  </a:lnTo>
                  <a:lnTo>
                    <a:pt x="128754" y="387929"/>
                  </a:lnTo>
                  <a:lnTo>
                    <a:pt x="117157" y="376618"/>
                  </a:lnTo>
                  <a:lnTo>
                    <a:pt x="100703" y="366736"/>
                  </a:lnTo>
                  <a:lnTo>
                    <a:pt x="79248" y="358139"/>
                  </a:lnTo>
                  <a:lnTo>
                    <a:pt x="79248" y="350519"/>
                  </a:lnTo>
                  <a:lnTo>
                    <a:pt x="99298" y="353639"/>
                  </a:lnTo>
                  <a:lnTo>
                    <a:pt x="116205" y="356044"/>
                  </a:lnTo>
                  <a:lnTo>
                    <a:pt x="130254" y="357592"/>
                  </a:lnTo>
                  <a:lnTo>
                    <a:pt x="141732" y="358139"/>
                  </a:lnTo>
                  <a:lnTo>
                    <a:pt x="150018" y="356401"/>
                  </a:lnTo>
                  <a:lnTo>
                    <a:pt x="166854" y="304038"/>
                  </a:lnTo>
                  <a:lnTo>
                    <a:pt x="168973" y="258317"/>
                  </a:lnTo>
                  <a:lnTo>
                    <a:pt x="170807" y="192023"/>
                  </a:lnTo>
                  <a:lnTo>
                    <a:pt x="172212" y="105155"/>
                  </a:lnTo>
                  <a:lnTo>
                    <a:pt x="71628" y="105155"/>
                  </a:lnTo>
                  <a:lnTo>
                    <a:pt x="55602" y="129206"/>
                  </a:lnTo>
                  <a:lnTo>
                    <a:pt x="39433" y="151257"/>
                  </a:lnTo>
                  <a:lnTo>
                    <a:pt x="22979" y="171592"/>
                  </a:lnTo>
                  <a:lnTo>
                    <a:pt x="6096" y="190500"/>
                  </a:lnTo>
                  <a:lnTo>
                    <a:pt x="0" y="185928"/>
                  </a:lnTo>
                  <a:lnTo>
                    <a:pt x="17145" y="159091"/>
                  </a:lnTo>
                  <a:lnTo>
                    <a:pt x="32004" y="133540"/>
                  </a:lnTo>
                  <a:lnTo>
                    <a:pt x="54864" y="86868"/>
                  </a:lnTo>
                  <a:lnTo>
                    <a:pt x="69532" y="43434"/>
                  </a:lnTo>
                  <a:lnTo>
                    <a:pt x="75652" y="21717"/>
                  </a:lnTo>
                  <a:lnTo>
                    <a:pt x="80772" y="0"/>
                  </a:lnTo>
                  <a:close/>
                </a:path>
              </a:pathLst>
            </a:custGeom>
            <a:ln w="1219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7" name="object 27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3238499" y="2529839"/>
              <a:ext cx="71628" cy="109728"/>
            </a:xfrm>
            <a:prstGeom prst="rect">
              <a:avLst/>
            </a:prstGeom>
          </p:spPr>
        </p:pic>
      </p:grpSp>
      <p:grpSp>
        <p:nvGrpSpPr>
          <p:cNvPr id="28" name="object 28"/>
          <p:cNvGrpSpPr/>
          <p:nvPr/>
        </p:nvGrpSpPr>
        <p:grpSpPr>
          <a:xfrm>
            <a:off x="3467100" y="2357627"/>
            <a:ext cx="1312545" cy="417830"/>
            <a:chOff x="3467100" y="2357627"/>
            <a:chExt cx="1312545" cy="417830"/>
          </a:xfrm>
        </p:grpSpPr>
        <p:sp>
          <p:nvSpPr>
            <p:cNvPr id="29" name="object 29"/>
            <p:cNvSpPr/>
            <p:nvPr/>
          </p:nvSpPr>
          <p:spPr>
            <a:xfrm>
              <a:off x="3473196" y="2377440"/>
              <a:ext cx="402590" cy="390525"/>
            </a:xfrm>
            <a:custGeom>
              <a:avLst/>
              <a:gdLst/>
              <a:ahLst/>
              <a:cxnLst/>
              <a:rect l="l" t="t" r="r" b="b"/>
              <a:pathLst>
                <a:path w="402589" h="390525">
                  <a:moveTo>
                    <a:pt x="243840" y="132588"/>
                  </a:moveTo>
                  <a:lnTo>
                    <a:pt x="240792" y="128016"/>
                  </a:lnTo>
                  <a:lnTo>
                    <a:pt x="252745" y="115966"/>
                  </a:lnTo>
                  <a:lnTo>
                    <a:pt x="265557" y="102489"/>
                  </a:lnTo>
                  <a:lnTo>
                    <a:pt x="292608" y="70104"/>
                  </a:lnTo>
                  <a:lnTo>
                    <a:pt x="317754" y="35623"/>
                  </a:lnTo>
                  <a:lnTo>
                    <a:pt x="338328" y="0"/>
                  </a:lnTo>
                  <a:lnTo>
                    <a:pt x="370332" y="24384"/>
                  </a:lnTo>
                  <a:lnTo>
                    <a:pt x="337327" y="48815"/>
                  </a:lnTo>
                  <a:lnTo>
                    <a:pt x="304704" y="82010"/>
                  </a:lnTo>
                  <a:lnTo>
                    <a:pt x="286131" y="99441"/>
                  </a:lnTo>
                  <a:lnTo>
                    <a:pt x="265842" y="116300"/>
                  </a:lnTo>
                  <a:lnTo>
                    <a:pt x="243840" y="132588"/>
                  </a:lnTo>
                  <a:close/>
                </a:path>
                <a:path w="402589" h="390525">
                  <a:moveTo>
                    <a:pt x="27432" y="39624"/>
                  </a:moveTo>
                  <a:lnTo>
                    <a:pt x="13715" y="25908"/>
                  </a:lnTo>
                  <a:lnTo>
                    <a:pt x="202692" y="25908"/>
                  </a:lnTo>
                  <a:lnTo>
                    <a:pt x="224028" y="4572"/>
                  </a:lnTo>
                  <a:lnTo>
                    <a:pt x="257556" y="36576"/>
                  </a:lnTo>
                  <a:lnTo>
                    <a:pt x="48768" y="36576"/>
                  </a:lnTo>
                  <a:lnTo>
                    <a:pt x="27432" y="39624"/>
                  </a:lnTo>
                  <a:close/>
                </a:path>
                <a:path w="402589" h="390525">
                  <a:moveTo>
                    <a:pt x="103632" y="155448"/>
                  </a:moveTo>
                  <a:lnTo>
                    <a:pt x="79247" y="155448"/>
                  </a:lnTo>
                  <a:lnTo>
                    <a:pt x="79247" y="36576"/>
                  </a:lnTo>
                  <a:lnTo>
                    <a:pt x="103632" y="36576"/>
                  </a:lnTo>
                  <a:lnTo>
                    <a:pt x="103632" y="155448"/>
                  </a:lnTo>
                  <a:close/>
                </a:path>
                <a:path w="402589" h="390525">
                  <a:moveTo>
                    <a:pt x="190500" y="155448"/>
                  </a:moveTo>
                  <a:lnTo>
                    <a:pt x="167640" y="155448"/>
                  </a:lnTo>
                  <a:lnTo>
                    <a:pt x="167640" y="36576"/>
                  </a:lnTo>
                  <a:lnTo>
                    <a:pt x="190500" y="36576"/>
                  </a:lnTo>
                  <a:lnTo>
                    <a:pt x="190500" y="155448"/>
                  </a:lnTo>
                  <a:close/>
                </a:path>
                <a:path w="402589" h="390525">
                  <a:moveTo>
                    <a:pt x="227076" y="256031"/>
                  </a:moveTo>
                  <a:lnTo>
                    <a:pt x="222504" y="251460"/>
                  </a:lnTo>
                  <a:lnTo>
                    <a:pt x="246768" y="232933"/>
                  </a:lnTo>
                  <a:lnTo>
                    <a:pt x="269176" y="214122"/>
                  </a:lnTo>
                  <a:lnTo>
                    <a:pt x="307848" y="176783"/>
                  </a:lnTo>
                  <a:lnTo>
                    <a:pt x="336042" y="143637"/>
                  </a:lnTo>
                  <a:lnTo>
                    <a:pt x="355092" y="117348"/>
                  </a:lnTo>
                  <a:lnTo>
                    <a:pt x="384048" y="144780"/>
                  </a:lnTo>
                  <a:lnTo>
                    <a:pt x="375213" y="149328"/>
                  </a:lnTo>
                  <a:lnTo>
                    <a:pt x="362521" y="158305"/>
                  </a:lnTo>
                  <a:lnTo>
                    <a:pt x="346114" y="171569"/>
                  </a:lnTo>
                  <a:lnTo>
                    <a:pt x="326136" y="188976"/>
                  </a:lnTo>
                  <a:lnTo>
                    <a:pt x="303585" y="207811"/>
                  </a:lnTo>
                  <a:lnTo>
                    <a:pt x="279463" y="225361"/>
                  </a:lnTo>
                  <a:lnTo>
                    <a:pt x="253912" y="241482"/>
                  </a:lnTo>
                  <a:lnTo>
                    <a:pt x="227076" y="256031"/>
                  </a:lnTo>
                  <a:close/>
                </a:path>
                <a:path w="402589" h="390525">
                  <a:moveTo>
                    <a:pt x="15240" y="169164"/>
                  </a:moveTo>
                  <a:lnTo>
                    <a:pt x="1523" y="155448"/>
                  </a:lnTo>
                  <a:lnTo>
                    <a:pt x="207264" y="155448"/>
                  </a:lnTo>
                  <a:lnTo>
                    <a:pt x="230124" y="132588"/>
                  </a:lnTo>
                  <a:lnTo>
                    <a:pt x="263652" y="166116"/>
                  </a:lnTo>
                  <a:lnTo>
                    <a:pt x="36576" y="166116"/>
                  </a:lnTo>
                  <a:lnTo>
                    <a:pt x="15240" y="169164"/>
                  </a:lnTo>
                  <a:close/>
                </a:path>
                <a:path w="402589" h="390525">
                  <a:moveTo>
                    <a:pt x="3047" y="387096"/>
                  </a:moveTo>
                  <a:lnTo>
                    <a:pt x="0" y="381000"/>
                  </a:lnTo>
                  <a:lnTo>
                    <a:pt x="26529" y="347532"/>
                  </a:lnTo>
                  <a:lnTo>
                    <a:pt x="47646" y="309311"/>
                  </a:lnTo>
                  <a:lnTo>
                    <a:pt x="63422" y="266334"/>
                  </a:lnTo>
                  <a:lnTo>
                    <a:pt x="73932" y="218602"/>
                  </a:lnTo>
                  <a:lnTo>
                    <a:pt x="79247" y="166116"/>
                  </a:lnTo>
                  <a:lnTo>
                    <a:pt x="103632" y="166116"/>
                  </a:lnTo>
                  <a:lnTo>
                    <a:pt x="98145" y="221870"/>
                  </a:lnTo>
                  <a:lnTo>
                    <a:pt x="85344" y="271991"/>
                  </a:lnTo>
                  <a:lnTo>
                    <a:pt x="65227" y="316333"/>
                  </a:lnTo>
                  <a:lnTo>
                    <a:pt x="37795" y="354750"/>
                  </a:lnTo>
                  <a:lnTo>
                    <a:pt x="3047" y="387096"/>
                  </a:lnTo>
                  <a:close/>
                </a:path>
                <a:path w="402589" h="390525">
                  <a:moveTo>
                    <a:pt x="166116" y="371856"/>
                  </a:moveTo>
                  <a:lnTo>
                    <a:pt x="166394" y="334946"/>
                  </a:lnTo>
                  <a:lnTo>
                    <a:pt x="166878" y="292989"/>
                  </a:lnTo>
                  <a:lnTo>
                    <a:pt x="167343" y="241935"/>
                  </a:lnTo>
                  <a:lnTo>
                    <a:pt x="167415" y="231648"/>
                  </a:lnTo>
                  <a:lnTo>
                    <a:pt x="167640" y="166116"/>
                  </a:lnTo>
                  <a:lnTo>
                    <a:pt x="190500" y="166116"/>
                  </a:lnTo>
                  <a:lnTo>
                    <a:pt x="190620" y="269367"/>
                  </a:lnTo>
                  <a:lnTo>
                    <a:pt x="190722" y="295656"/>
                  </a:lnTo>
                  <a:lnTo>
                    <a:pt x="191142" y="332636"/>
                  </a:lnTo>
                  <a:lnTo>
                    <a:pt x="192024" y="356616"/>
                  </a:lnTo>
                  <a:lnTo>
                    <a:pt x="166116" y="371856"/>
                  </a:lnTo>
                  <a:close/>
                </a:path>
                <a:path w="402589" h="390525">
                  <a:moveTo>
                    <a:pt x="196596" y="390144"/>
                  </a:moveTo>
                  <a:lnTo>
                    <a:pt x="193548" y="384048"/>
                  </a:lnTo>
                  <a:lnTo>
                    <a:pt x="203215" y="379214"/>
                  </a:lnTo>
                  <a:lnTo>
                    <a:pt x="216027" y="371665"/>
                  </a:lnTo>
                  <a:lnTo>
                    <a:pt x="249936" y="348996"/>
                  </a:lnTo>
                  <a:lnTo>
                    <a:pt x="287655" y="320040"/>
                  </a:lnTo>
                  <a:lnTo>
                    <a:pt x="323088" y="286512"/>
                  </a:lnTo>
                  <a:lnTo>
                    <a:pt x="352996" y="254508"/>
                  </a:lnTo>
                  <a:lnTo>
                    <a:pt x="370332" y="231648"/>
                  </a:lnTo>
                  <a:lnTo>
                    <a:pt x="402336" y="263652"/>
                  </a:lnTo>
                  <a:lnTo>
                    <a:pt x="366545" y="282297"/>
                  </a:lnTo>
                  <a:lnTo>
                    <a:pt x="331708" y="312015"/>
                  </a:lnTo>
                  <a:lnTo>
                    <a:pt x="312039" y="327088"/>
                  </a:lnTo>
                  <a:lnTo>
                    <a:pt x="271272" y="355092"/>
                  </a:lnTo>
                  <a:lnTo>
                    <a:pt x="231076" y="375475"/>
                  </a:lnTo>
                  <a:lnTo>
                    <a:pt x="213193" y="383595"/>
                  </a:lnTo>
                  <a:lnTo>
                    <a:pt x="196596" y="390144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30" name="object 30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3570732" y="2371344"/>
              <a:ext cx="310896" cy="402336"/>
            </a:xfrm>
            <a:prstGeom prst="rect">
              <a:avLst/>
            </a:prstGeom>
          </p:spPr>
        </p:pic>
        <p:sp>
          <p:nvSpPr>
            <p:cNvPr id="31" name="object 31"/>
            <p:cNvSpPr/>
            <p:nvPr/>
          </p:nvSpPr>
          <p:spPr>
            <a:xfrm>
              <a:off x="3473195" y="2382012"/>
              <a:ext cx="264160" cy="382905"/>
            </a:xfrm>
            <a:custGeom>
              <a:avLst/>
              <a:gdLst/>
              <a:ahLst/>
              <a:cxnLst/>
              <a:rect l="l" t="t" r="r" b="b"/>
              <a:pathLst>
                <a:path w="264160" h="382905">
                  <a:moveTo>
                    <a:pt x="166116" y="367284"/>
                  </a:moveTo>
                  <a:lnTo>
                    <a:pt x="166354" y="333851"/>
                  </a:lnTo>
                  <a:lnTo>
                    <a:pt x="166878" y="288417"/>
                  </a:lnTo>
                  <a:lnTo>
                    <a:pt x="167401" y="230981"/>
                  </a:lnTo>
                  <a:lnTo>
                    <a:pt x="167640" y="161544"/>
                  </a:lnTo>
                  <a:lnTo>
                    <a:pt x="103632" y="161544"/>
                  </a:lnTo>
                  <a:lnTo>
                    <a:pt x="98145" y="217298"/>
                  </a:lnTo>
                  <a:lnTo>
                    <a:pt x="85344" y="267419"/>
                  </a:lnTo>
                  <a:lnTo>
                    <a:pt x="65227" y="311761"/>
                  </a:lnTo>
                  <a:lnTo>
                    <a:pt x="37795" y="350178"/>
                  </a:lnTo>
                  <a:lnTo>
                    <a:pt x="3048" y="382524"/>
                  </a:lnTo>
                  <a:lnTo>
                    <a:pt x="0" y="376428"/>
                  </a:lnTo>
                  <a:lnTo>
                    <a:pt x="26529" y="342960"/>
                  </a:lnTo>
                  <a:lnTo>
                    <a:pt x="47646" y="304739"/>
                  </a:lnTo>
                  <a:lnTo>
                    <a:pt x="63422" y="261762"/>
                  </a:lnTo>
                  <a:lnTo>
                    <a:pt x="73932" y="214030"/>
                  </a:lnTo>
                  <a:lnTo>
                    <a:pt x="79248" y="161544"/>
                  </a:lnTo>
                  <a:lnTo>
                    <a:pt x="36576" y="161544"/>
                  </a:lnTo>
                  <a:lnTo>
                    <a:pt x="15240" y="164591"/>
                  </a:lnTo>
                  <a:lnTo>
                    <a:pt x="1524" y="150876"/>
                  </a:lnTo>
                  <a:lnTo>
                    <a:pt x="79248" y="150876"/>
                  </a:lnTo>
                  <a:lnTo>
                    <a:pt x="79248" y="32003"/>
                  </a:lnTo>
                  <a:lnTo>
                    <a:pt x="48768" y="32003"/>
                  </a:lnTo>
                  <a:lnTo>
                    <a:pt x="27432" y="35051"/>
                  </a:lnTo>
                  <a:lnTo>
                    <a:pt x="13716" y="21336"/>
                  </a:lnTo>
                  <a:lnTo>
                    <a:pt x="202692" y="21336"/>
                  </a:lnTo>
                  <a:lnTo>
                    <a:pt x="224028" y="0"/>
                  </a:lnTo>
                  <a:lnTo>
                    <a:pt x="257556" y="32003"/>
                  </a:lnTo>
                  <a:lnTo>
                    <a:pt x="190500" y="32003"/>
                  </a:lnTo>
                  <a:lnTo>
                    <a:pt x="190500" y="150876"/>
                  </a:lnTo>
                  <a:lnTo>
                    <a:pt x="207264" y="150876"/>
                  </a:lnTo>
                  <a:lnTo>
                    <a:pt x="230124" y="128015"/>
                  </a:lnTo>
                  <a:lnTo>
                    <a:pt x="263652" y="161544"/>
                  </a:lnTo>
                  <a:lnTo>
                    <a:pt x="190500" y="161544"/>
                  </a:lnTo>
                  <a:lnTo>
                    <a:pt x="190523" y="232671"/>
                  </a:lnTo>
                  <a:lnTo>
                    <a:pt x="190690" y="288226"/>
                  </a:lnTo>
                  <a:lnTo>
                    <a:pt x="191142" y="328064"/>
                  </a:lnTo>
                  <a:lnTo>
                    <a:pt x="192024" y="352044"/>
                  </a:lnTo>
                  <a:lnTo>
                    <a:pt x="166116" y="367284"/>
                  </a:lnTo>
                  <a:close/>
                </a:path>
              </a:pathLst>
            </a:custGeom>
            <a:ln w="1219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" name="object 32"/>
            <p:cNvSpPr/>
            <p:nvPr/>
          </p:nvSpPr>
          <p:spPr>
            <a:xfrm>
              <a:off x="3925824" y="2363723"/>
              <a:ext cx="399415" cy="405765"/>
            </a:xfrm>
            <a:custGeom>
              <a:avLst/>
              <a:gdLst/>
              <a:ahLst/>
              <a:cxnLst/>
              <a:rect l="l" t="t" r="r" b="b"/>
              <a:pathLst>
                <a:path w="399414" h="405764">
                  <a:moveTo>
                    <a:pt x="245364" y="100583"/>
                  </a:moveTo>
                  <a:lnTo>
                    <a:pt x="217932" y="100583"/>
                  </a:lnTo>
                  <a:lnTo>
                    <a:pt x="217709" y="79247"/>
                  </a:lnTo>
                  <a:lnTo>
                    <a:pt x="217607" y="73151"/>
                  </a:lnTo>
                  <a:lnTo>
                    <a:pt x="216995" y="50863"/>
                  </a:lnTo>
                  <a:lnTo>
                    <a:pt x="215901" y="22859"/>
                  </a:lnTo>
                  <a:lnTo>
                    <a:pt x="214884" y="0"/>
                  </a:lnTo>
                  <a:lnTo>
                    <a:pt x="259080" y="19811"/>
                  </a:lnTo>
                  <a:lnTo>
                    <a:pt x="242316" y="32003"/>
                  </a:lnTo>
                  <a:lnTo>
                    <a:pt x="242577" y="50863"/>
                  </a:lnTo>
                  <a:lnTo>
                    <a:pt x="243268" y="68579"/>
                  </a:lnTo>
                  <a:lnTo>
                    <a:pt x="244244" y="85153"/>
                  </a:lnTo>
                  <a:lnTo>
                    <a:pt x="245364" y="100583"/>
                  </a:lnTo>
                  <a:close/>
                </a:path>
                <a:path w="399414" h="405764">
                  <a:moveTo>
                    <a:pt x="330708" y="83819"/>
                  </a:moveTo>
                  <a:lnTo>
                    <a:pt x="323088" y="83819"/>
                  </a:lnTo>
                  <a:lnTo>
                    <a:pt x="320040" y="79247"/>
                  </a:lnTo>
                  <a:lnTo>
                    <a:pt x="315468" y="70103"/>
                  </a:lnTo>
                  <a:lnTo>
                    <a:pt x="309514" y="59293"/>
                  </a:lnTo>
                  <a:lnTo>
                    <a:pt x="300990" y="47624"/>
                  </a:lnTo>
                  <a:lnTo>
                    <a:pt x="290179" y="35385"/>
                  </a:lnTo>
                  <a:lnTo>
                    <a:pt x="277368" y="22859"/>
                  </a:lnTo>
                  <a:lnTo>
                    <a:pt x="280416" y="18287"/>
                  </a:lnTo>
                  <a:lnTo>
                    <a:pt x="320278" y="34790"/>
                  </a:lnTo>
                  <a:lnTo>
                    <a:pt x="342900" y="53339"/>
                  </a:lnTo>
                  <a:lnTo>
                    <a:pt x="342900" y="68579"/>
                  </a:lnTo>
                  <a:lnTo>
                    <a:pt x="339852" y="74675"/>
                  </a:lnTo>
                  <a:lnTo>
                    <a:pt x="336804" y="77723"/>
                  </a:lnTo>
                  <a:lnTo>
                    <a:pt x="333756" y="82295"/>
                  </a:lnTo>
                  <a:lnTo>
                    <a:pt x="330708" y="83819"/>
                  </a:lnTo>
                  <a:close/>
                </a:path>
                <a:path w="399414" h="405764">
                  <a:moveTo>
                    <a:pt x="25908" y="117347"/>
                  </a:moveTo>
                  <a:lnTo>
                    <a:pt x="9144" y="100583"/>
                  </a:lnTo>
                  <a:lnTo>
                    <a:pt x="324612" y="100583"/>
                  </a:lnTo>
                  <a:lnTo>
                    <a:pt x="352044" y="73151"/>
                  </a:lnTo>
                  <a:lnTo>
                    <a:pt x="390144" y="111251"/>
                  </a:lnTo>
                  <a:lnTo>
                    <a:pt x="67056" y="111251"/>
                  </a:lnTo>
                  <a:lnTo>
                    <a:pt x="55911" y="111561"/>
                  </a:lnTo>
                  <a:lnTo>
                    <a:pt x="45339" y="112585"/>
                  </a:lnTo>
                  <a:lnTo>
                    <a:pt x="35337" y="114466"/>
                  </a:lnTo>
                  <a:lnTo>
                    <a:pt x="25908" y="117347"/>
                  </a:lnTo>
                  <a:close/>
                </a:path>
                <a:path w="399414" h="405764">
                  <a:moveTo>
                    <a:pt x="399288" y="405383"/>
                  </a:moveTo>
                  <a:lnTo>
                    <a:pt x="394716" y="405383"/>
                  </a:lnTo>
                  <a:lnTo>
                    <a:pt x="389596" y="404788"/>
                  </a:lnTo>
                  <a:lnTo>
                    <a:pt x="339113" y="387596"/>
                  </a:lnTo>
                  <a:lnTo>
                    <a:pt x="307728" y="365355"/>
                  </a:lnTo>
                  <a:lnTo>
                    <a:pt x="279225" y="332827"/>
                  </a:lnTo>
                  <a:lnTo>
                    <a:pt x="255317" y="287726"/>
                  </a:lnTo>
                  <a:lnTo>
                    <a:pt x="236196" y="229981"/>
                  </a:lnTo>
                  <a:lnTo>
                    <a:pt x="224147" y="155590"/>
                  </a:lnTo>
                  <a:lnTo>
                    <a:pt x="220980" y="111251"/>
                  </a:lnTo>
                  <a:lnTo>
                    <a:pt x="245364" y="111251"/>
                  </a:lnTo>
                  <a:lnTo>
                    <a:pt x="249364" y="153257"/>
                  </a:lnTo>
                  <a:lnTo>
                    <a:pt x="254508" y="190118"/>
                  </a:lnTo>
                  <a:lnTo>
                    <a:pt x="268224" y="248411"/>
                  </a:lnTo>
                  <a:lnTo>
                    <a:pt x="285559" y="290702"/>
                  </a:lnTo>
                  <a:lnTo>
                    <a:pt x="318349" y="334208"/>
                  </a:lnTo>
                  <a:lnTo>
                    <a:pt x="362712" y="362711"/>
                  </a:lnTo>
                  <a:lnTo>
                    <a:pt x="386251" y="362711"/>
                  </a:lnTo>
                  <a:lnTo>
                    <a:pt x="387096" y="368807"/>
                  </a:lnTo>
                  <a:lnTo>
                    <a:pt x="388762" y="378523"/>
                  </a:lnTo>
                  <a:lnTo>
                    <a:pt x="391287" y="387095"/>
                  </a:lnTo>
                  <a:lnTo>
                    <a:pt x="394382" y="394525"/>
                  </a:lnTo>
                  <a:lnTo>
                    <a:pt x="397764" y="400811"/>
                  </a:lnTo>
                  <a:lnTo>
                    <a:pt x="399288" y="403859"/>
                  </a:lnTo>
                  <a:lnTo>
                    <a:pt x="399288" y="405383"/>
                  </a:lnTo>
                  <a:close/>
                </a:path>
                <a:path w="399414" h="405764">
                  <a:moveTo>
                    <a:pt x="30480" y="202691"/>
                  </a:moveTo>
                  <a:lnTo>
                    <a:pt x="15240" y="185927"/>
                  </a:lnTo>
                  <a:lnTo>
                    <a:pt x="155448" y="185927"/>
                  </a:lnTo>
                  <a:lnTo>
                    <a:pt x="178308" y="163067"/>
                  </a:lnTo>
                  <a:lnTo>
                    <a:pt x="211836" y="196595"/>
                  </a:lnTo>
                  <a:lnTo>
                    <a:pt x="73152" y="196595"/>
                  </a:lnTo>
                  <a:lnTo>
                    <a:pt x="61983" y="196905"/>
                  </a:lnTo>
                  <a:lnTo>
                    <a:pt x="51244" y="197929"/>
                  </a:lnTo>
                  <a:lnTo>
                    <a:pt x="40790" y="199810"/>
                  </a:lnTo>
                  <a:lnTo>
                    <a:pt x="30480" y="202691"/>
                  </a:lnTo>
                  <a:close/>
                </a:path>
                <a:path w="399414" h="405764">
                  <a:moveTo>
                    <a:pt x="24384" y="384047"/>
                  </a:moveTo>
                  <a:lnTo>
                    <a:pt x="0" y="352043"/>
                  </a:lnTo>
                  <a:lnTo>
                    <a:pt x="77795" y="336184"/>
                  </a:lnTo>
                  <a:lnTo>
                    <a:pt x="102108" y="330707"/>
                  </a:lnTo>
                  <a:lnTo>
                    <a:pt x="102108" y="196595"/>
                  </a:lnTo>
                  <a:lnTo>
                    <a:pt x="126492" y="196595"/>
                  </a:lnTo>
                  <a:lnTo>
                    <a:pt x="126492" y="323087"/>
                  </a:lnTo>
                  <a:lnTo>
                    <a:pt x="181408" y="323087"/>
                  </a:lnTo>
                  <a:lnTo>
                    <a:pt x="103655" y="348353"/>
                  </a:lnTo>
                  <a:lnTo>
                    <a:pt x="55887" y="365831"/>
                  </a:lnTo>
                  <a:lnTo>
                    <a:pt x="30122" y="378928"/>
                  </a:lnTo>
                  <a:lnTo>
                    <a:pt x="24384" y="384047"/>
                  </a:lnTo>
                  <a:close/>
                </a:path>
                <a:path w="399414" h="405764">
                  <a:moveTo>
                    <a:pt x="386251" y="362711"/>
                  </a:moveTo>
                  <a:lnTo>
                    <a:pt x="362712" y="362711"/>
                  </a:lnTo>
                  <a:lnTo>
                    <a:pt x="365259" y="343828"/>
                  </a:lnTo>
                  <a:lnTo>
                    <a:pt x="368322" y="323087"/>
                  </a:lnTo>
                  <a:lnTo>
                    <a:pt x="371544" y="301751"/>
                  </a:lnTo>
                  <a:lnTo>
                    <a:pt x="374904" y="278891"/>
                  </a:lnTo>
                  <a:lnTo>
                    <a:pt x="384048" y="278891"/>
                  </a:lnTo>
                  <a:lnTo>
                    <a:pt x="383483" y="307847"/>
                  </a:lnTo>
                  <a:lnTo>
                    <a:pt x="383491" y="311848"/>
                  </a:lnTo>
                  <a:lnTo>
                    <a:pt x="383857" y="334708"/>
                  </a:lnTo>
                  <a:lnTo>
                    <a:pt x="385119" y="354544"/>
                  </a:lnTo>
                  <a:lnTo>
                    <a:pt x="386251" y="362711"/>
                  </a:lnTo>
                  <a:close/>
                </a:path>
                <a:path w="399414" h="405764">
                  <a:moveTo>
                    <a:pt x="181408" y="323087"/>
                  </a:moveTo>
                  <a:lnTo>
                    <a:pt x="126492" y="323087"/>
                  </a:lnTo>
                  <a:lnTo>
                    <a:pt x="227076" y="301751"/>
                  </a:lnTo>
                  <a:lnTo>
                    <a:pt x="228600" y="307847"/>
                  </a:lnTo>
                  <a:lnTo>
                    <a:pt x="181408" y="32308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33" name="object 33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3919728" y="2520695"/>
              <a:ext cx="240792" cy="233171"/>
            </a:xfrm>
            <a:prstGeom prst="rect">
              <a:avLst/>
            </a:prstGeom>
          </p:spPr>
        </p:pic>
        <p:pic>
          <p:nvPicPr>
            <p:cNvPr id="34" name="object 34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4197096" y="2375915"/>
              <a:ext cx="77724" cy="77724"/>
            </a:xfrm>
            <a:prstGeom prst="rect">
              <a:avLst/>
            </a:prstGeom>
          </p:spPr>
        </p:pic>
        <p:sp>
          <p:nvSpPr>
            <p:cNvPr id="35" name="object 35"/>
            <p:cNvSpPr/>
            <p:nvPr/>
          </p:nvSpPr>
          <p:spPr>
            <a:xfrm>
              <a:off x="3934968" y="2363723"/>
              <a:ext cx="390525" cy="405765"/>
            </a:xfrm>
            <a:custGeom>
              <a:avLst/>
              <a:gdLst/>
              <a:ahLst/>
              <a:cxnLst/>
              <a:rect l="l" t="t" r="r" b="b"/>
              <a:pathLst>
                <a:path w="390525" h="405764">
                  <a:moveTo>
                    <a:pt x="233172" y="32003"/>
                  </a:moveTo>
                  <a:lnTo>
                    <a:pt x="233433" y="50863"/>
                  </a:lnTo>
                  <a:lnTo>
                    <a:pt x="234124" y="68579"/>
                  </a:lnTo>
                  <a:lnTo>
                    <a:pt x="235100" y="85153"/>
                  </a:lnTo>
                  <a:lnTo>
                    <a:pt x="236220" y="100583"/>
                  </a:lnTo>
                  <a:lnTo>
                    <a:pt x="315468" y="100583"/>
                  </a:lnTo>
                  <a:lnTo>
                    <a:pt x="342900" y="73151"/>
                  </a:lnTo>
                  <a:lnTo>
                    <a:pt x="381000" y="111251"/>
                  </a:lnTo>
                  <a:lnTo>
                    <a:pt x="236220" y="111251"/>
                  </a:lnTo>
                  <a:lnTo>
                    <a:pt x="240220" y="153257"/>
                  </a:lnTo>
                  <a:lnTo>
                    <a:pt x="251650" y="221837"/>
                  </a:lnTo>
                  <a:lnTo>
                    <a:pt x="267390" y="270986"/>
                  </a:lnTo>
                  <a:lnTo>
                    <a:pt x="286297" y="307562"/>
                  </a:lnTo>
                  <a:lnTo>
                    <a:pt x="322516" y="344995"/>
                  </a:lnTo>
                  <a:lnTo>
                    <a:pt x="353568" y="362712"/>
                  </a:lnTo>
                  <a:lnTo>
                    <a:pt x="356115" y="343828"/>
                  </a:lnTo>
                  <a:lnTo>
                    <a:pt x="359092" y="323659"/>
                  </a:lnTo>
                  <a:lnTo>
                    <a:pt x="362354" y="302061"/>
                  </a:lnTo>
                  <a:lnTo>
                    <a:pt x="365760" y="278891"/>
                  </a:lnTo>
                  <a:lnTo>
                    <a:pt x="374904" y="278891"/>
                  </a:lnTo>
                  <a:lnTo>
                    <a:pt x="374308" y="309443"/>
                  </a:lnTo>
                  <a:lnTo>
                    <a:pt x="374713" y="334708"/>
                  </a:lnTo>
                  <a:lnTo>
                    <a:pt x="375975" y="354544"/>
                  </a:lnTo>
                  <a:lnTo>
                    <a:pt x="385238" y="394525"/>
                  </a:lnTo>
                  <a:lnTo>
                    <a:pt x="388620" y="400812"/>
                  </a:lnTo>
                  <a:lnTo>
                    <a:pt x="390144" y="403860"/>
                  </a:lnTo>
                  <a:lnTo>
                    <a:pt x="390144" y="405384"/>
                  </a:lnTo>
                  <a:lnTo>
                    <a:pt x="385572" y="405384"/>
                  </a:lnTo>
                  <a:lnTo>
                    <a:pt x="345948" y="394716"/>
                  </a:lnTo>
                  <a:lnTo>
                    <a:pt x="298584" y="365355"/>
                  </a:lnTo>
                  <a:lnTo>
                    <a:pt x="270081" y="332827"/>
                  </a:lnTo>
                  <a:lnTo>
                    <a:pt x="246173" y="287726"/>
                  </a:lnTo>
                  <a:lnTo>
                    <a:pt x="227052" y="229981"/>
                  </a:lnTo>
                  <a:lnTo>
                    <a:pt x="215003" y="155590"/>
                  </a:lnTo>
                  <a:lnTo>
                    <a:pt x="211836" y="111251"/>
                  </a:lnTo>
                  <a:lnTo>
                    <a:pt x="57912" y="111251"/>
                  </a:lnTo>
                  <a:lnTo>
                    <a:pt x="46767" y="111561"/>
                  </a:lnTo>
                  <a:lnTo>
                    <a:pt x="36194" y="112585"/>
                  </a:lnTo>
                  <a:lnTo>
                    <a:pt x="26193" y="114466"/>
                  </a:lnTo>
                  <a:lnTo>
                    <a:pt x="16764" y="117347"/>
                  </a:lnTo>
                  <a:lnTo>
                    <a:pt x="0" y="100583"/>
                  </a:lnTo>
                  <a:lnTo>
                    <a:pt x="208788" y="100583"/>
                  </a:lnTo>
                  <a:lnTo>
                    <a:pt x="208526" y="75437"/>
                  </a:lnTo>
                  <a:lnTo>
                    <a:pt x="207835" y="50291"/>
                  </a:lnTo>
                  <a:lnTo>
                    <a:pt x="206859" y="25145"/>
                  </a:lnTo>
                  <a:lnTo>
                    <a:pt x="205740" y="0"/>
                  </a:lnTo>
                  <a:lnTo>
                    <a:pt x="249936" y="19811"/>
                  </a:lnTo>
                  <a:lnTo>
                    <a:pt x="233172" y="32003"/>
                  </a:lnTo>
                  <a:close/>
                </a:path>
              </a:pathLst>
            </a:custGeom>
            <a:ln w="1219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" name="object 36"/>
            <p:cNvSpPr/>
            <p:nvPr/>
          </p:nvSpPr>
          <p:spPr>
            <a:xfrm>
              <a:off x="4366260" y="2365247"/>
              <a:ext cx="407034" cy="403860"/>
            </a:xfrm>
            <a:custGeom>
              <a:avLst/>
              <a:gdLst/>
              <a:ahLst/>
              <a:cxnLst/>
              <a:rect l="l" t="t" r="r" b="b"/>
              <a:pathLst>
                <a:path w="407035" h="403860">
                  <a:moveTo>
                    <a:pt x="6096" y="239268"/>
                  </a:moveTo>
                  <a:lnTo>
                    <a:pt x="0" y="233172"/>
                  </a:lnTo>
                  <a:lnTo>
                    <a:pt x="18907" y="205501"/>
                  </a:lnTo>
                  <a:lnTo>
                    <a:pt x="36957" y="175260"/>
                  </a:lnTo>
                  <a:lnTo>
                    <a:pt x="71628" y="108204"/>
                  </a:lnTo>
                  <a:lnTo>
                    <a:pt x="98488" y="45529"/>
                  </a:lnTo>
                  <a:lnTo>
                    <a:pt x="112776" y="0"/>
                  </a:lnTo>
                  <a:lnTo>
                    <a:pt x="150876" y="22860"/>
                  </a:lnTo>
                  <a:lnTo>
                    <a:pt x="134112" y="33528"/>
                  </a:lnTo>
                  <a:lnTo>
                    <a:pt x="122967" y="57816"/>
                  </a:lnTo>
                  <a:lnTo>
                    <a:pt x="112395" y="80391"/>
                  </a:lnTo>
                  <a:lnTo>
                    <a:pt x="102393" y="101250"/>
                  </a:lnTo>
                  <a:lnTo>
                    <a:pt x="92964" y="120396"/>
                  </a:lnTo>
                  <a:lnTo>
                    <a:pt x="117348" y="134112"/>
                  </a:lnTo>
                  <a:lnTo>
                    <a:pt x="106680" y="144780"/>
                  </a:lnTo>
                  <a:lnTo>
                    <a:pt x="79248" y="144780"/>
                  </a:lnTo>
                  <a:lnTo>
                    <a:pt x="60085" y="172212"/>
                  </a:lnTo>
                  <a:lnTo>
                    <a:pt x="41529" y="197167"/>
                  </a:lnTo>
                  <a:lnTo>
                    <a:pt x="23526" y="219575"/>
                  </a:lnTo>
                  <a:lnTo>
                    <a:pt x="6096" y="239268"/>
                  </a:lnTo>
                  <a:close/>
                </a:path>
                <a:path w="407035" h="403860">
                  <a:moveTo>
                    <a:pt x="117348" y="297180"/>
                  </a:moveTo>
                  <a:lnTo>
                    <a:pt x="114300" y="291084"/>
                  </a:lnTo>
                  <a:lnTo>
                    <a:pt x="144041" y="273391"/>
                  </a:lnTo>
                  <a:lnTo>
                    <a:pt x="171640" y="254698"/>
                  </a:lnTo>
                  <a:lnTo>
                    <a:pt x="197238" y="235148"/>
                  </a:lnTo>
                  <a:lnTo>
                    <a:pt x="220980" y="214884"/>
                  </a:lnTo>
                  <a:lnTo>
                    <a:pt x="220868" y="57816"/>
                  </a:lnTo>
                  <a:lnTo>
                    <a:pt x="220748" y="45529"/>
                  </a:lnTo>
                  <a:lnTo>
                    <a:pt x="220337" y="24526"/>
                  </a:lnTo>
                  <a:lnTo>
                    <a:pt x="219456" y="0"/>
                  </a:lnTo>
                  <a:lnTo>
                    <a:pt x="259080" y="19812"/>
                  </a:lnTo>
                  <a:lnTo>
                    <a:pt x="245364" y="33528"/>
                  </a:lnTo>
                  <a:lnTo>
                    <a:pt x="245364" y="195072"/>
                  </a:lnTo>
                  <a:lnTo>
                    <a:pt x="275759" y="195072"/>
                  </a:lnTo>
                  <a:lnTo>
                    <a:pt x="272748" y="197929"/>
                  </a:lnTo>
                  <a:lnTo>
                    <a:pt x="245364" y="222504"/>
                  </a:lnTo>
                  <a:lnTo>
                    <a:pt x="245364" y="239268"/>
                  </a:lnTo>
                  <a:lnTo>
                    <a:pt x="220980" y="239268"/>
                  </a:lnTo>
                  <a:lnTo>
                    <a:pt x="197500" y="255817"/>
                  </a:lnTo>
                  <a:lnTo>
                    <a:pt x="172593" y="271081"/>
                  </a:lnTo>
                  <a:lnTo>
                    <a:pt x="145970" y="284916"/>
                  </a:lnTo>
                  <a:lnTo>
                    <a:pt x="117348" y="297180"/>
                  </a:lnTo>
                  <a:close/>
                </a:path>
                <a:path w="407035" h="403860">
                  <a:moveTo>
                    <a:pt x="275759" y="195072"/>
                  </a:moveTo>
                  <a:lnTo>
                    <a:pt x="245364" y="195072"/>
                  </a:lnTo>
                  <a:lnTo>
                    <a:pt x="257984" y="183022"/>
                  </a:lnTo>
                  <a:lnTo>
                    <a:pt x="270891" y="169545"/>
                  </a:lnTo>
                  <a:lnTo>
                    <a:pt x="298704" y="137160"/>
                  </a:lnTo>
                  <a:lnTo>
                    <a:pt x="322707" y="106299"/>
                  </a:lnTo>
                  <a:lnTo>
                    <a:pt x="339852" y="82296"/>
                  </a:lnTo>
                  <a:lnTo>
                    <a:pt x="370332" y="111252"/>
                  </a:lnTo>
                  <a:lnTo>
                    <a:pt x="352044" y="117348"/>
                  </a:lnTo>
                  <a:lnTo>
                    <a:pt x="326374" y="145351"/>
                  </a:lnTo>
                  <a:lnTo>
                    <a:pt x="299847" y="172212"/>
                  </a:lnTo>
                  <a:lnTo>
                    <a:pt x="275759" y="195072"/>
                  </a:lnTo>
                  <a:close/>
                </a:path>
                <a:path w="407035" h="403860">
                  <a:moveTo>
                    <a:pt x="76200" y="403860"/>
                  </a:moveTo>
                  <a:lnTo>
                    <a:pt x="78277" y="350448"/>
                  </a:lnTo>
                  <a:lnTo>
                    <a:pt x="79130" y="308991"/>
                  </a:lnTo>
                  <a:lnTo>
                    <a:pt x="79248" y="144780"/>
                  </a:lnTo>
                  <a:lnTo>
                    <a:pt x="106680" y="144780"/>
                  </a:lnTo>
                  <a:lnTo>
                    <a:pt x="103632" y="147828"/>
                  </a:lnTo>
                  <a:lnTo>
                    <a:pt x="103747" y="354901"/>
                  </a:lnTo>
                  <a:lnTo>
                    <a:pt x="103856" y="361283"/>
                  </a:lnTo>
                  <a:lnTo>
                    <a:pt x="104297" y="374523"/>
                  </a:lnTo>
                  <a:lnTo>
                    <a:pt x="105156" y="390144"/>
                  </a:lnTo>
                  <a:lnTo>
                    <a:pt x="76200" y="403860"/>
                  </a:lnTo>
                  <a:close/>
                </a:path>
                <a:path w="407035" h="403860">
                  <a:moveTo>
                    <a:pt x="356616" y="384048"/>
                  </a:moveTo>
                  <a:lnTo>
                    <a:pt x="265176" y="384048"/>
                  </a:lnTo>
                  <a:lnTo>
                    <a:pt x="246054" y="381714"/>
                  </a:lnTo>
                  <a:lnTo>
                    <a:pt x="232219" y="374523"/>
                  </a:lnTo>
                  <a:lnTo>
                    <a:pt x="223813" y="362188"/>
                  </a:lnTo>
                  <a:lnTo>
                    <a:pt x="220980" y="344424"/>
                  </a:lnTo>
                  <a:lnTo>
                    <a:pt x="220980" y="239268"/>
                  </a:lnTo>
                  <a:lnTo>
                    <a:pt x="245364" y="239268"/>
                  </a:lnTo>
                  <a:lnTo>
                    <a:pt x="245364" y="332232"/>
                  </a:lnTo>
                  <a:lnTo>
                    <a:pt x="247316" y="345352"/>
                  </a:lnTo>
                  <a:lnTo>
                    <a:pt x="252984" y="354901"/>
                  </a:lnTo>
                  <a:lnTo>
                    <a:pt x="262080" y="360735"/>
                  </a:lnTo>
                  <a:lnTo>
                    <a:pt x="274319" y="362712"/>
                  </a:lnTo>
                  <a:lnTo>
                    <a:pt x="400833" y="362712"/>
                  </a:lnTo>
                  <a:lnTo>
                    <a:pt x="397764" y="367331"/>
                  </a:lnTo>
                  <a:lnTo>
                    <a:pt x="386334" y="376809"/>
                  </a:lnTo>
                  <a:lnTo>
                    <a:pt x="372618" y="382285"/>
                  </a:lnTo>
                  <a:lnTo>
                    <a:pt x="356616" y="384048"/>
                  </a:lnTo>
                  <a:close/>
                </a:path>
                <a:path w="407035" h="403860">
                  <a:moveTo>
                    <a:pt x="400833" y="362712"/>
                  </a:moveTo>
                  <a:lnTo>
                    <a:pt x="350520" y="362712"/>
                  </a:lnTo>
                  <a:lnTo>
                    <a:pt x="356568" y="361283"/>
                  </a:lnTo>
                  <a:lnTo>
                    <a:pt x="361188" y="356997"/>
                  </a:lnTo>
                  <a:lnTo>
                    <a:pt x="369379" y="311086"/>
                  </a:lnTo>
                  <a:lnTo>
                    <a:pt x="370332" y="269748"/>
                  </a:lnTo>
                  <a:lnTo>
                    <a:pt x="379476" y="269748"/>
                  </a:lnTo>
                  <a:lnTo>
                    <a:pt x="382905" y="308991"/>
                  </a:lnTo>
                  <a:lnTo>
                    <a:pt x="395478" y="345757"/>
                  </a:lnTo>
                  <a:lnTo>
                    <a:pt x="406908" y="353568"/>
                  </a:lnTo>
                  <a:lnTo>
                    <a:pt x="400833" y="362712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" name="object 37"/>
            <p:cNvSpPr/>
            <p:nvPr/>
          </p:nvSpPr>
          <p:spPr>
            <a:xfrm>
              <a:off x="4366260" y="2365247"/>
              <a:ext cx="151130" cy="403860"/>
            </a:xfrm>
            <a:custGeom>
              <a:avLst/>
              <a:gdLst/>
              <a:ahLst/>
              <a:cxnLst/>
              <a:rect l="l" t="t" r="r" b="b"/>
              <a:pathLst>
                <a:path w="151129" h="403860">
                  <a:moveTo>
                    <a:pt x="76200" y="403860"/>
                  </a:moveTo>
                  <a:lnTo>
                    <a:pt x="77319" y="376689"/>
                  </a:lnTo>
                  <a:lnTo>
                    <a:pt x="78295" y="349948"/>
                  </a:lnTo>
                  <a:lnTo>
                    <a:pt x="78986" y="323492"/>
                  </a:lnTo>
                  <a:lnTo>
                    <a:pt x="79248" y="297180"/>
                  </a:lnTo>
                  <a:lnTo>
                    <a:pt x="79248" y="144780"/>
                  </a:lnTo>
                  <a:lnTo>
                    <a:pt x="60102" y="172188"/>
                  </a:lnTo>
                  <a:lnTo>
                    <a:pt x="41528" y="197167"/>
                  </a:lnTo>
                  <a:lnTo>
                    <a:pt x="23526" y="219575"/>
                  </a:lnTo>
                  <a:lnTo>
                    <a:pt x="6095" y="239268"/>
                  </a:lnTo>
                  <a:lnTo>
                    <a:pt x="0" y="233172"/>
                  </a:lnTo>
                  <a:lnTo>
                    <a:pt x="18907" y="205501"/>
                  </a:lnTo>
                  <a:lnTo>
                    <a:pt x="36956" y="175260"/>
                  </a:lnTo>
                  <a:lnTo>
                    <a:pt x="71628" y="108204"/>
                  </a:lnTo>
                  <a:lnTo>
                    <a:pt x="98488" y="45529"/>
                  </a:lnTo>
                  <a:lnTo>
                    <a:pt x="112775" y="0"/>
                  </a:lnTo>
                  <a:lnTo>
                    <a:pt x="150876" y="22860"/>
                  </a:lnTo>
                  <a:lnTo>
                    <a:pt x="134112" y="33528"/>
                  </a:lnTo>
                  <a:lnTo>
                    <a:pt x="122967" y="57816"/>
                  </a:lnTo>
                  <a:lnTo>
                    <a:pt x="112395" y="80391"/>
                  </a:lnTo>
                  <a:lnTo>
                    <a:pt x="102393" y="101250"/>
                  </a:lnTo>
                  <a:lnTo>
                    <a:pt x="92964" y="120396"/>
                  </a:lnTo>
                  <a:lnTo>
                    <a:pt x="117348" y="134112"/>
                  </a:lnTo>
                  <a:lnTo>
                    <a:pt x="103632" y="147828"/>
                  </a:lnTo>
                  <a:lnTo>
                    <a:pt x="103632" y="338328"/>
                  </a:lnTo>
                  <a:lnTo>
                    <a:pt x="103655" y="348353"/>
                  </a:lnTo>
                  <a:lnTo>
                    <a:pt x="103822" y="360235"/>
                  </a:lnTo>
                  <a:lnTo>
                    <a:pt x="104274" y="374118"/>
                  </a:lnTo>
                  <a:lnTo>
                    <a:pt x="105156" y="390144"/>
                  </a:lnTo>
                  <a:lnTo>
                    <a:pt x="76200" y="403860"/>
                  </a:lnTo>
                  <a:close/>
                </a:path>
              </a:pathLst>
            </a:custGeom>
            <a:ln w="1219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" name="object 38"/>
            <p:cNvSpPr/>
            <p:nvPr/>
          </p:nvSpPr>
          <p:spPr>
            <a:xfrm>
              <a:off x="4480560" y="2365248"/>
              <a:ext cx="292735" cy="384175"/>
            </a:xfrm>
            <a:custGeom>
              <a:avLst/>
              <a:gdLst/>
              <a:ahLst/>
              <a:cxnLst/>
              <a:rect l="l" t="t" r="r" b="b"/>
              <a:pathLst>
                <a:path w="292735" h="384175">
                  <a:moveTo>
                    <a:pt x="106679" y="214883"/>
                  </a:moveTo>
                  <a:lnTo>
                    <a:pt x="106679" y="88391"/>
                  </a:lnTo>
                  <a:lnTo>
                    <a:pt x="106656" y="69008"/>
                  </a:lnTo>
                  <a:lnTo>
                    <a:pt x="106489" y="47624"/>
                  </a:lnTo>
                  <a:lnTo>
                    <a:pt x="106037" y="24526"/>
                  </a:lnTo>
                  <a:lnTo>
                    <a:pt x="105155" y="0"/>
                  </a:lnTo>
                  <a:lnTo>
                    <a:pt x="144779" y="19811"/>
                  </a:lnTo>
                  <a:lnTo>
                    <a:pt x="131063" y="33527"/>
                  </a:lnTo>
                  <a:lnTo>
                    <a:pt x="131063" y="195071"/>
                  </a:lnTo>
                  <a:lnTo>
                    <a:pt x="170068" y="154352"/>
                  </a:lnTo>
                  <a:lnTo>
                    <a:pt x="197262" y="120872"/>
                  </a:lnTo>
                  <a:lnTo>
                    <a:pt x="225551" y="82295"/>
                  </a:lnTo>
                  <a:lnTo>
                    <a:pt x="256031" y="111251"/>
                  </a:lnTo>
                  <a:lnTo>
                    <a:pt x="237743" y="117347"/>
                  </a:lnTo>
                  <a:lnTo>
                    <a:pt x="212074" y="145351"/>
                  </a:lnTo>
                  <a:lnTo>
                    <a:pt x="185546" y="172211"/>
                  </a:lnTo>
                  <a:lnTo>
                    <a:pt x="158448" y="197929"/>
                  </a:lnTo>
                  <a:lnTo>
                    <a:pt x="131063" y="222503"/>
                  </a:lnTo>
                  <a:lnTo>
                    <a:pt x="131063" y="332231"/>
                  </a:lnTo>
                  <a:lnTo>
                    <a:pt x="133016" y="345352"/>
                  </a:lnTo>
                  <a:lnTo>
                    <a:pt x="138683" y="354901"/>
                  </a:lnTo>
                  <a:lnTo>
                    <a:pt x="147780" y="360735"/>
                  </a:lnTo>
                  <a:lnTo>
                    <a:pt x="160019" y="362711"/>
                  </a:lnTo>
                  <a:lnTo>
                    <a:pt x="236219" y="362711"/>
                  </a:lnTo>
                  <a:lnTo>
                    <a:pt x="254103" y="326969"/>
                  </a:lnTo>
                  <a:lnTo>
                    <a:pt x="256031" y="269747"/>
                  </a:lnTo>
                  <a:lnTo>
                    <a:pt x="265175" y="269747"/>
                  </a:lnTo>
                  <a:lnTo>
                    <a:pt x="268604" y="308990"/>
                  </a:lnTo>
                  <a:lnTo>
                    <a:pt x="281177" y="345757"/>
                  </a:lnTo>
                  <a:lnTo>
                    <a:pt x="292607" y="353567"/>
                  </a:lnTo>
                  <a:lnTo>
                    <a:pt x="283463" y="367331"/>
                  </a:lnTo>
                  <a:lnTo>
                    <a:pt x="272033" y="376808"/>
                  </a:lnTo>
                  <a:lnTo>
                    <a:pt x="258317" y="382285"/>
                  </a:lnTo>
                  <a:lnTo>
                    <a:pt x="242315" y="384047"/>
                  </a:lnTo>
                  <a:lnTo>
                    <a:pt x="150875" y="384047"/>
                  </a:lnTo>
                  <a:lnTo>
                    <a:pt x="131754" y="381714"/>
                  </a:lnTo>
                  <a:lnTo>
                    <a:pt x="117919" y="374522"/>
                  </a:lnTo>
                  <a:lnTo>
                    <a:pt x="109513" y="362188"/>
                  </a:lnTo>
                  <a:lnTo>
                    <a:pt x="106679" y="344423"/>
                  </a:lnTo>
                  <a:lnTo>
                    <a:pt x="106679" y="239267"/>
                  </a:lnTo>
                  <a:lnTo>
                    <a:pt x="83200" y="255817"/>
                  </a:lnTo>
                  <a:lnTo>
                    <a:pt x="58292" y="271081"/>
                  </a:lnTo>
                  <a:lnTo>
                    <a:pt x="31670" y="284916"/>
                  </a:lnTo>
                  <a:lnTo>
                    <a:pt x="3047" y="297179"/>
                  </a:lnTo>
                  <a:lnTo>
                    <a:pt x="0" y="291083"/>
                  </a:lnTo>
                  <a:lnTo>
                    <a:pt x="29741" y="273391"/>
                  </a:lnTo>
                  <a:lnTo>
                    <a:pt x="57340" y="254698"/>
                  </a:lnTo>
                  <a:lnTo>
                    <a:pt x="82938" y="235148"/>
                  </a:lnTo>
                  <a:lnTo>
                    <a:pt x="106679" y="214883"/>
                  </a:lnTo>
                  <a:close/>
                </a:path>
              </a:pathLst>
            </a:custGeom>
            <a:ln w="1219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39" name="object 39"/>
          <p:cNvSpPr/>
          <p:nvPr/>
        </p:nvSpPr>
        <p:spPr>
          <a:xfrm>
            <a:off x="2165604" y="3006851"/>
            <a:ext cx="407034" cy="407034"/>
          </a:xfrm>
          <a:custGeom>
            <a:avLst/>
            <a:gdLst/>
            <a:ahLst/>
            <a:cxnLst/>
            <a:rect l="l" t="t" r="r" b="b"/>
            <a:pathLst>
              <a:path w="407035" h="407035">
                <a:moveTo>
                  <a:pt x="92964" y="96012"/>
                </a:moveTo>
                <a:lnTo>
                  <a:pt x="71628" y="96012"/>
                </a:lnTo>
                <a:lnTo>
                  <a:pt x="71389" y="66865"/>
                </a:lnTo>
                <a:lnTo>
                  <a:pt x="70830" y="39624"/>
                </a:lnTo>
                <a:lnTo>
                  <a:pt x="70342" y="18859"/>
                </a:lnTo>
                <a:lnTo>
                  <a:pt x="70104" y="0"/>
                </a:lnTo>
                <a:lnTo>
                  <a:pt x="109728" y="18288"/>
                </a:lnTo>
                <a:lnTo>
                  <a:pt x="92964" y="30480"/>
                </a:lnTo>
                <a:lnTo>
                  <a:pt x="92964" y="96012"/>
                </a:lnTo>
                <a:close/>
              </a:path>
              <a:path w="407035" h="407035">
                <a:moveTo>
                  <a:pt x="352933" y="28956"/>
                </a:moveTo>
                <a:lnTo>
                  <a:pt x="316992" y="28956"/>
                </a:lnTo>
                <a:lnTo>
                  <a:pt x="329184" y="12192"/>
                </a:lnTo>
                <a:lnTo>
                  <a:pt x="352933" y="28956"/>
                </a:lnTo>
                <a:close/>
              </a:path>
              <a:path w="407035" h="407035">
                <a:moveTo>
                  <a:pt x="184404" y="187452"/>
                </a:moveTo>
                <a:lnTo>
                  <a:pt x="185285" y="170068"/>
                </a:lnTo>
                <a:lnTo>
                  <a:pt x="185720" y="150876"/>
                </a:lnTo>
                <a:lnTo>
                  <a:pt x="185821" y="66865"/>
                </a:lnTo>
                <a:lnTo>
                  <a:pt x="185737" y="55245"/>
                </a:lnTo>
                <a:lnTo>
                  <a:pt x="185285" y="33766"/>
                </a:lnTo>
                <a:lnTo>
                  <a:pt x="184404" y="13716"/>
                </a:lnTo>
                <a:lnTo>
                  <a:pt x="208788" y="28956"/>
                </a:lnTo>
                <a:lnTo>
                  <a:pt x="352933" y="28956"/>
                </a:lnTo>
                <a:lnTo>
                  <a:pt x="355092" y="30480"/>
                </a:lnTo>
                <a:lnTo>
                  <a:pt x="344641" y="39624"/>
                </a:lnTo>
                <a:lnTo>
                  <a:pt x="208788" y="39624"/>
                </a:lnTo>
                <a:lnTo>
                  <a:pt x="208788" y="88392"/>
                </a:lnTo>
                <a:lnTo>
                  <a:pt x="342930" y="88392"/>
                </a:lnTo>
                <a:lnTo>
                  <a:pt x="342979" y="99060"/>
                </a:lnTo>
                <a:lnTo>
                  <a:pt x="208788" y="99060"/>
                </a:lnTo>
                <a:lnTo>
                  <a:pt x="208788" y="150876"/>
                </a:lnTo>
                <a:lnTo>
                  <a:pt x="343542" y="150876"/>
                </a:lnTo>
                <a:lnTo>
                  <a:pt x="344056" y="161544"/>
                </a:lnTo>
                <a:lnTo>
                  <a:pt x="208788" y="161544"/>
                </a:lnTo>
                <a:lnTo>
                  <a:pt x="208788" y="176784"/>
                </a:lnTo>
                <a:lnTo>
                  <a:pt x="184404" y="187452"/>
                </a:lnTo>
                <a:close/>
              </a:path>
              <a:path w="407035" h="407035">
                <a:moveTo>
                  <a:pt x="342930" y="88392"/>
                </a:moveTo>
                <a:lnTo>
                  <a:pt x="320040" y="88392"/>
                </a:lnTo>
                <a:lnTo>
                  <a:pt x="320040" y="39624"/>
                </a:lnTo>
                <a:lnTo>
                  <a:pt x="344641" y="39624"/>
                </a:lnTo>
                <a:lnTo>
                  <a:pt x="342900" y="41148"/>
                </a:lnTo>
                <a:lnTo>
                  <a:pt x="342930" y="88392"/>
                </a:lnTo>
                <a:close/>
              </a:path>
              <a:path w="407035" h="407035">
                <a:moveTo>
                  <a:pt x="16764" y="109728"/>
                </a:moveTo>
                <a:lnTo>
                  <a:pt x="3048" y="96012"/>
                </a:lnTo>
                <a:lnTo>
                  <a:pt x="114300" y="96012"/>
                </a:lnTo>
                <a:lnTo>
                  <a:pt x="134112" y="76200"/>
                </a:lnTo>
                <a:lnTo>
                  <a:pt x="163068" y="105156"/>
                </a:lnTo>
                <a:lnTo>
                  <a:pt x="38100" y="105156"/>
                </a:lnTo>
                <a:lnTo>
                  <a:pt x="16764" y="109728"/>
                </a:lnTo>
                <a:close/>
              </a:path>
              <a:path w="407035" h="407035">
                <a:moveTo>
                  <a:pt x="343542" y="150876"/>
                </a:moveTo>
                <a:lnTo>
                  <a:pt x="320040" y="150876"/>
                </a:lnTo>
                <a:lnTo>
                  <a:pt x="320040" y="99060"/>
                </a:lnTo>
                <a:lnTo>
                  <a:pt x="342979" y="99060"/>
                </a:lnTo>
                <a:lnTo>
                  <a:pt x="343090" y="123444"/>
                </a:lnTo>
                <a:lnTo>
                  <a:pt x="343542" y="150876"/>
                </a:lnTo>
                <a:close/>
              </a:path>
              <a:path w="407035" h="407035">
                <a:moveTo>
                  <a:pt x="21336" y="259079"/>
                </a:moveTo>
                <a:lnTo>
                  <a:pt x="0" y="227076"/>
                </a:lnTo>
                <a:lnTo>
                  <a:pt x="11406" y="223647"/>
                </a:lnTo>
                <a:lnTo>
                  <a:pt x="27241" y="217932"/>
                </a:lnTo>
                <a:lnTo>
                  <a:pt x="47363" y="209931"/>
                </a:lnTo>
                <a:lnTo>
                  <a:pt x="71628" y="199644"/>
                </a:lnTo>
                <a:lnTo>
                  <a:pt x="71628" y="105156"/>
                </a:lnTo>
                <a:lnTo>
                  <a:pt x="92964" y="105156"/>
                </a:lnTo>
                <a:lnTo>
                  <a:pt x="92964" y="188976"/>
                </a:lnTo>
                <a:lnTo>
                  <a:pt x="121412" y="188976"/>
                </a:lnTo>
                <a:lnTo>
                  <a:pt x="92964" y="207264"/>
                </a:lnTo>
                <a:lnTo>
                  <a:pt x="92964" y="219456"/>
                </a:lnTo>
                <a:lnTo>
                  <a:pt x="71628" y="219456"/>
                </a:lnTo>
                <a:lnTo>
                  <a:pt x="60459" y="226314"/>
                </a:lnTo>
                <a:lnTo>
                  <a:pt x="49720" y="233172"/>
                </a:lnTo>
                <a:lnTo>
                  <a:pt x="28956" y="246888"/>
                </a:lnTo>
                <a:lnTo>
                  <a:pt x="21336" y="259079"/>
                </a:lnTo>
                <a:close/>
              </a:path>
              <a:path w="407035" h="407035">
                <a:moveTo>
                  <a:pt x="121412" y="188976"/>
                </a:moveTo>
                <a:lnTo>
                  <a:pt x="92964" y="188976"/>
                </a:lnTo>
                <a:lnTo>
                  <a:pt x="152400" y="161544"/>
                </a:lnTo>
                <a:lnTo>
                  <a:pt x="156972" y="166116"/>
                </a:lnTo>
                <a:lnTo>
                  <a:pt x="121412" y="188976"/>
                </a:lnTo>
                <a:close/>
              </a:path>
              <a:path w="407035" h="407035">
                <a:moveTo>
                  <a:pt x="320040" y="181356"/>
                </a:moveTo>
                <a:lnTo>
                  <a:pt x="320040" y="161544"/>
                </a:lnTo>
                <a:lnTo>
                  <a:pt x="344056" y="161544"/>
                </a:lnTo>
                <a:lnTo>
                  <a:pt x="344424" y="169164"/>
                </a:lnTo>
                <a:lnTo>
                  <a:pt x="320040" y="181356"/>
                </a:lnTo>
                <a:close/>
              </a:path>
              <a:path w="407035" h="407035">
                <a:moveTo>
                  <a:pt x="138684" y="222504"/>
                </a:moveTo>
                <a:lnTo>
                  <a:pt x="123444" y="207264"/>
                </a:lnTo>
                <a:lnTo>
                  <a:pt x="350520" y="207264"/>
                </a:lnTo>
                <a:lnTo>
                  <a:pt x="373380" y="184404"/>
                </a:lnTo>
                <a:lnTo>
                  <a:pt x="406908" y="217932"/>
                </a:lnTo>
                <a:lnTo>
                  <a:pt x="181356" y="217932"/>
                </a:lnTo>
                <a:lnTo>
                  <a:pt x="170187" y="218217"/>
                </a:lnTo>
                <a:lnTo>
                  <a:pt x="159448" y="219075"/>
                </a:lnTo>
                <a:lnTo>
                  <a:pt x="148994" y="220503"/>
                </a:lnTo>
                <a:lnTo>
                  <a:pt x="138684" y="222504"/>
                </a:lnTo>
                <a:close/>
              </a:path>
              <a:path w="407035" h="407035">
                <a:moveTo>
                  <a:pt x="277368" y="353568"/>
                </a:moveTo>
                <a:lnTo>
                  <a:pt x="256032" y="353568"/>
                </a:lnTo>
                <a:lnTo>
                  <a:pt x="256032" y="217932"/>
                </a:lnTo>
                <a:lnTo>
                  <a:pt x="277368" y="217932"/>
                </a:lnTo>
                <a:lnTo>
                  <a:pt x="277368" y="277367"/>
                </a:lnTo>
                <a:lnTo>
                  <a:pt x="376427" y="277367"/>
                </a:lnTo>
                <a:lnTo>
                  <a:pt x="387096" y="288036"/>
                </a:lnTo>
                <a:lnTo>
                  <a:pt x="277368" y="288036"/>
                </a:lnTo>
                <a:lnTo>
                  <a:pt x="277368" y="353568"/>
                </a:lnTo>
                <a:close/>
              </a:path>
              <a:path w="407035" h="407035">
                <a:moveTo>
                  <a:pt x="91860" y="362712"/>
                </a:moveTo>
                <a:lnTo>
                  <a:pt x="67056" y="362712"/>
                </a:lnTo>
                <a:lnTo>
                  <a:pt x="71628" y="356616"/>
                </a:lnTo>
                <a:lnTo>
                  <a:pt x="71628" y="219456"/>
                </a:lnTo>
                <a:lnTo>
                  <a:pt x="92964" y="219456"/>
                </a:lnTo>
                <a:lnTo>
                  <a:pt x="92964" y="355092"/>
                </a:lnTo>
                <a:lnTo>
                  <a:pt x="91860" y="362712"/>
                </a:lnTo>
                <a:close/>
              </a:path>
              <a:path w="407035" h="407035">
                <a:moveTo>
                  <a:pt x="97536" y="406908"/>
                </a:moveTo>
                <a:lnTo>
                  <a:pt x="92964" y="400812"/>
                </a:lnTo>
                <a:lnTo>
                  <a:pt x="107275" y="386214"/>
                </a:lnTo>
                <a:lnTo>
                  <a:pt x="120586" y="369760"/>
                </a:lnTo>
                <a:lnTo>
                  <a:pt x="144780" y="330708"/>
                </a:lnTo>
                <a:lnTo>
                  <a:pt x="161734" y="285178"/>
                </a:lnTo>
                <a:lnTo>
                  <a:pt x="170688" y="231648"/>
                </a:lnTo>
                <a:lnTo>
                  <a:pt x="207264" y="252984"/>
                </a:lnTo>
                <a:lnTo>
                  <a:pt x="185832" y="286750"/>
                </a:lnTo>
                <a:lnTo>
                  <a:pt x="184404" y="294132"/>
                </a:lnTo>
                <a:lnTo>
                  <a:pt x="190905" y="301752"/>
                </a:lnTo>
                <a:lnTo>
                  <a:pt x="181356" y="301752"/>
                </a:lnTo>
                <a:lnTo>
                  <a:pt x="164830" y="332970"/>
                </a:lnTo>
                <a:lnTo>
                  <a:pt x="145161" y="360616"/>
                </a:lnTo>
                <a:lnTo>
                  <a:pt x="122634" y="385119"/>
                </a:lnTo>
                <a:lnTo>
                  <a:pt x="97536" y="406908"/>
                </a:lnTo>
                <a:close/>
              </a:path>
              <a:path w="407035" h="407035">
                <a:moveTo>
                  <a:pt x="376427" y="277367"/>
                </a:moveTo>
                <a:lnTo>
                  <a:pt x="338328" y="277367"/>
                </a:lnTo>
                <a:lnTo>
                  <a:pt x="358140" y="259079"/>
                </a:lnTo>
                <a:lnTo>
                  <a:pt x="376427" y="277367"/>
                </a:lnTo>
                <a:close/>
              </a:path>
              <a:path w="407035" h="407035">
                <a:moveTo>
                  <a:pt x="374904" y="396240"/>
                </a:moveTo>
                <a:lnTo>
                  <a:pt x="331731" y="393930"/>
                </a:lnTo>
                <a:lnTo>
                  <a:pt x="267104" y="381881"/>
                </a:lnTo>
                <a:lnTo>
                  <a:pt x="228504" y="358973"/>
                </a:lnTo>
                <a:lnTo>
                  <a:pt x="196500" y="324064"/>
                </a:lnTo>
                <a:lnTo>
                  <a:pt x="181356" y="301752"/>
                </a:lnTo>
                <a:lnTo>
                  <a:pt x="190905" y="301752"/>
                </a:lnTo>
                <a:lnTo>
                  <a:pt x="200739" y="313277"/>
                </a:lnTo>
                <a:lnTo>
                  <a:pt x="217932" y="329565"/>
                </a:lnTo>
                <a:lnTo>
                  <a:pt x="236267" y="342995"/>
                </a:lnTo>
                <a:lnTo>
                  <a:pt x="256032" y="353568"/>
                </a:lnTo>
                <a:lnTo>
                  <a:pt x="277368" y="353568"/>
                </a:lnTo>
                <a:lnTo>
                  <a:pt x="277368" y="359664"/>
                </a:lnTo>
                <a:lnTo>
                  <a:pt x="293393" y="362783"/>
                </a:lnTo>
                <a:lnTo>
                  <a:pt x="309562" y="365188"/>
                </a:lnTo>
                <a:lnTo>
                  <a:pt x="326016" y="366736"/>
                </a:lnTo>
                <a:lnTo>
                  <a:pt x="342900" y="367284"/>
                </a:lnTo>
                <a:lnTo>
                  <a:pt x="406908" y="367284"/>
                </a:lnTo>
                <a:lnTo>
                  <a:pt x="406908" y="368808"/>
                </a:lnTo>
                <a:lnTo>
                  <a:pt x="392906" y="373951"/>
                </a:lnTo>
                <a:lnTo>
                  <a:pt x="382905" y="380238"/>
                </a:lnTo>
                <a:lnTo>
                  <a:pt x="376904" y="387667"/>
                </a:lnTo>
                <a:lnTo>
                  <a:pt x="374904" y="396240"/>
                </a:lnTo>
                <a:close/>
              </a:path>
              <a:path w="407035" h="407035">
                <a:moveTo>
                  <a:pt x="59436" y="399288"/>
                </a:moveTo>
                <a:lnTo>
                  <a:pt x="56554" y="391048"/>
                </a:lnTo>
                <a:lnTo>
                  <a:pt x="47815" y="382524"/>
                </a:lnTo>
                <a:lnTo>
                  <a:pt x="33075" y="373999"/>
                </a:lnTo>
                <a:lnTo>
                  <a:pt x="12192" y="365760"/>
                </a:lnTo>
                <a:lnTo>
                  <a:pt x="12192" y="358140"/>
                </a:lnTo>
                <a:lnTo>
                  <a:pt x="37147" y="360426"/>
                </a:lnTo>
                <a:lnTo>
                  <a:pt x="47553" y="361569"/>
                </a:lnTo>
                <a:lnTo>
                  <a:pt x="56388" y="362712"/>
                </a:lnTo>
                <a:lnTo>
                  <a:pt x="91860" y="362712"/>
                </a:lnTo>
                <a:lnTo>
                  <a:pt x="90939" y="369069"/>
                </a:lnTo>
                <a:lnTo>
                  <a:pt x="84772" y="381190"/>
                </a:lnTo>
                <a:lnTo>
                  <a:pt x="74318" y="391310"/>
                </a:lnTo>
                <a:lnTo>
                  <a:pt x="59436" y="399288"/>
                </a:lnTo>
                <a:close/>
              </a:path>
              <a:path w="407035" h="407035">
                <a:moveTo>
                  <a:pt x="406908" y="367284"/>
                </a:moveTo>
                <a:lnTo>
                  <a:pt x="342900" y="367284"/>
                </a:lnTo>
                <a:lnTo>
                  <a:pt x="357187" y="366974"/>
                </a:lnTo>
                <a:lnTo>
                  <a:pt x="372618" y="365950"/>
                </a:lnTo>
                <a:lnTo>
                  <a:pt x="389191" y="364069"/>
                </a:lnTo>
                <a:lnTo>
                  <a:pt x="406908" y="361188"/>
                </a:lnTo>
                <a:lnTo>
                  <a:pt x="406908" y="36728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" name="object 40"/>
          <p:cNvSpPr/>
          <p:nvPr/>
        </p:nvSpPr>
        <p:spPr>
          <a:xfrm>
            <a:off x="2647188" y="3012947"/>
            <a:ext cx="335280" cy="393700"/>
          </a:xfrm>
          <a:custGeom>
            <a:avLst/>
            <a:gdLst/>
            <a:ahLst/>
            <a:cxnLst/>
            <a:rect l="l" t="t" r="r" b="b"/>
            <a:pathLst>
              <a:path w="335280" h="393700">
                <a:moveTo>
                  <a:pt x="297179" y="393191"/>
                </a:moveTo>
                <a:lnTo>
                  <a:pt x="297179" y="365760"/>
                </a:lnTo>
                <a:lnTo>
                  <a:pt x="36575" y="365760"/>
                </a:lnTo>
                <a:lnTo>
                  <a:pt x="24383" y="377952"/>
                </a:lnTo>
                <a:lnTo>
                  <a:pt x="0" y="359664"/>
                </a:lnTo>
                <a:lnTo>
                  <a:pt x="12192" y="347472"/>
                </a:lnTo>
                <a:lnTo>
                  <a:pt x="12192" y="278891"/>
                </a:lnTo>
                <a:lnTo>
                  <a:pt x="11953" y="265771"/>
                </a:lnTo>
                <a:lnTo>
                  <a:pt x="10906" y="236672"/>
                </a:lnTo>
                <a:lnTo>
                  <a:pt x="10668" y="220980"/>
                </a:lnTo>
                <a:lnTo>
                  <a:pt x="50292" y="242315"/>
                </a:lnTo>
                <a:lnTo>
                  <a:pt x="36575" y="254508"/>
                </a:lnTo>
                <a:lnTo>
                  <a:pt x="36575" y="355091"/>
                </a:lnTo>
                <a:lnTo>
                  <a:pt x="152399" y="355091"/>
                </a:lnTo>
                <a:lnTo>
                  <a:pt x="152399" y="187452"/>
                </a:lnTo>
                <a:lnTo>
                  <a:pt x="51815" y="187452"/>
                </a:lnTo>
                <a:lnTo>
                  <a:pt x="38099" y="199644"/>
                </a:lnTo>
                <a:lnTo>
                  <a:pt x="13715" y="179832"/>
                </a:lnTo>
                <a:lnTo>
                  <a:pt x="25907" y="169164"/>
                </a:lnTo>
                <a:lnTo>
                  <a:pt x="25884" y="86987"/>
                </a:lnTo>
                <a:lnTo>
                  <a:pt x="25717" y="76009"/>
                </a:lnTo>
                <a:lnTo>
                  <a:pt x="25265" y="64746"/>
                </a:lnTo>
                <a:lnTo>
                  <a:pt x="24383" y="53340"/>
                </a:lnTo>
                <a:lnTo>
                  <a:pt x="65532" y="73152"/>
                </a:lnTo>
                <a:lnTo>
                  <a:pt x="50292" y="83820"/>
                </a:lnTo>
                <a:lnTo>
                  <a:pt x="50292" y="176784"/>
                </a:lnTo>
                <a:lnTo>
                  <a:pt x="152399" y="176784"/>
                </a:lnTo>
                <a:lnTo>
                  <a:pt x="152376" y="45862"/>
                </a:lnTo>
                <a:lnTo>
                  <a:pt x="152209" y="30480"/>
                </a:lnTo>
                <a:lnTo>
                  <a:pt x="151757" y="15097"/>
                </a:lnTo>
                <a:lnTo>
                  <a:pt x="150875" y="0"/>
                </a:lnTo>
                <a:lnTo>
                  <a:pt x="190499" y="19812"/>
                </a:lnTo>
                <a:lnTo>
                  <a:pt x="176783" y="35052"/>
                </a:lnTo>
                <a:lnTo>
                  <a:pt x="176783" y="176784"/>
                </a:lnTo>
                <a:lnTo>
                  <a:pt x="280415" y="176784"/>
                </a:lnTo>
                <a:lnTo>
                  <a:pt x="280415" y="97536"/>
                </a:lnTo>
                <a:lnTo>
                  <a:pt x="280154" y="86915"/>
                </a:lnTo>
                <a:lnTo>
                  <a:pt x="279463" y="75438"/>
                </a:lnTo>
                <a:lnTo>
                  <a:pt x="277367" y="48768"/>
                </a:lnTo>
                <a:lnTo>
                  <a:pt x="318515" y="68580"/>
                </a:lnTo>
                <a:lnTo>
                  <a:pt x="303275" y="80772"/>
                </a:lnTo>
                <a:lnTo>
                  <a:pt x="303275" y="147828"/>
                </a:lnTo>
                <a:lnTo>
                  <a:pt x="303561" y="157805"/>
                </a:lnTo>
                <a:lnTo>
                  <a:pt x="304418" y="169354"/>
                </a:lnTo>
                <a:lnTo>
                  <a:pt x="305847" y="182332"/>
                </a:lnTo>
                <a:lnTo>
                  <a:pt x="307847" y="196596"/>
                </a:lnTo>
                <a:lnTo>
                  <a:pt x="280415" y="207264"/>
                </a:lnTo>
                <a:lnTo>
                  <a:pt x="280415" y="187452"/>
                </a:lnTo>
                <a:lnTo>
                  <a:pt x="176783" y="187452"/>
                </a:lnTo>
                <a:lnTo>
                  <a:pt x="176783" y="355091"/>
                </a:lnTo>
                <a:lnTo>
                  <a:pt x="297179" y="355091"/>
                </a:lnTo>
                <a:lnTo>
                  <a:pt x="297156" y="266271"/>
                </a:lnTo>
                <a:lnTo>
                  <a:pt x="296989" y="253365"/>
                </a:lnTo>
                <a:lnTo>
                  <a:pt x="296537" y="239887"/>
                </a:lnTo>
                <a:lnTo>
                  <a:pt x="295655" y="225552"/>
                </a:lnTo>
                <a:lnTo>
                  <a:pt x="335279" y="246888"/>
                </a:lnTo>
                <a:lnTo>
                  <a:pt x="321563" y="257555"/>
                </a:lnTo>
                <a:lnTo>
                  <a:pt x="321587" y="338208"/>
                </a:lnTo>
                <a:lnTo>
                  <a:pt x="321754" y="353758"/>
                </a:lnTo>
                <a:lnTo>
                  <a:pt x="322206" y="369593"/>
                </a:lnTo>
                <a:lnTo>
                  <a:pt x="323087" y="385572"/>
                </a:lnTo>
                <a:lnTo>
                  <a:pt x="297179" y="39319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41" name="object 41"/>
          <p:cNvGrpSpPr/>
          <p:nvPr/>
        </p:nvGrpSpPr>
        <p:grpSpPr>
          <a:xfrm>
            <a:off x="3049523" y="2999231"/>
            <a:ext cx="836930" cy="424180"/>
            <a:chOff x="3049523" y="2999231"/>
            <a:chExt cx="836930" cy="424180"/>
          </a:xfrm>
        </p:grpSpPr>
        <p:sp>
          <p:nvSpPr>
            <p:cNvPr id="42" name="object 42"/>
            <p:cNvSpPr/>
            <p:nvPr/>
          </p:nvSpPr>
          <p:spPr>
            <a:xfrm>
              <a:off x="3055619" y="3005327"/>
              <a:ext cx="405765" cy="411480"/>
            </a:xfrm>
            <a:custGeom>
              <a:avLst/>
              <a:gdLst/>
              <a:ahLst/>
              <a:cxnLst/>
              <a:rect l="l" t="t" r="r" b="b"/>
              <a:pathLst>
                <a:path w="405764" h="411479">
                  <a:moveTo>
                    <a:pt x="188975" y="411480"/>
                  </a:moveTo>
                  <a:lnTo>
                    <a:pt x="189857" y="376618"/>
                  </a:lnTo>
                  <a:lnTo>
                    <a:pt x="190309" y="347472"/>
                  </a:lnTo>
                  <a:lnTo>
                    <a:pt x="190499" y="306324"/>
                  </a:lnTo>
                  <a:lnTo>
                    <a:pt x="118871" y="306324"/>
                  </a:lnTo>
                  <a:lnTo>
                    <a:pt x="102107" y="309372"/>
                  </a:lnTo>
                  <a:lnTo>
                    <a:pt x="88391" y="295656"/>
                  </a:lnTo>
                  <a:lnTo>
                    <a:pt x="190499" y="295656"/>
                  </a:lnTo>
                  <a:lnTo>
                    <a:pt x="190499" y="141731"/>
                  </a:lnTo>
                  <a:lnTo>
                    <a:pt x="167400" y="185314"/>
                  </a:lnTo>
                  <a:lnTo>
                    <a:pt x="140828" y="224705"/>
                  </a:lnTo>
                  <a:lnTo>
                    <a:pt x="110870" y="260032"/>
                  </a:lnTo>
                  <a:lnTo>
                    <a:pt x="77611" y="291422"/>
                  </a:lnTo>
                  <a:lnTo>
                    <a:pt x="41133" y="319002"/>
                  </a:lnTo>
                  <a:lnTo>
                    <a:pt x="1523" y="342900"/>
                  </a:lnTo>
                  <a:lnTo>
                    <a:pt x="0" y="335280"/>
                  </a:lnTo>
                  <a:lnTo>
                    <a:pt x="36688" y="307474"/>
                  </a:lnTo>
                  <a:lnTo>
                    <a:pt x="70499" y="275900"/>
                  </a:lnTo>
                  <a:lnTo>
                    <a:pt x="101345" y="240601"/>
                  </a:lnTo>
                  <a:lnTo>
                    <a:pt x="129144" y="201619"/>
                  </a:lnTo>
                  <a:lnTo>
                    <a:pt x="153811" y="158996"/>
                  </a:lnTo>
                  <a:lnTo>
                    <a:pt x="175259" y="112776"/>
                  </a:lnTo>
                  <a:lnTo>
                    <a:pt x="73151" y="112776"/>
                  </a:lnTo>
                  <a:lnTo>
                    <a:pt x="61983" y="113061"/>
                  </a:lnTo>
                  <a:lnTo>
                    <a:pt x="51244" y="113919"/>
                  </a:lnTo>
                  <a:lnTo>
                    <a:pt x="40790" y="115347"/>
                  </a:lnTo>
                  <a:lnTo>
                    <a:pt x="30479" y="117348"/>
                  </a:lnTo>
                  <a:lnTo>
                    <a:pt x="15239" y="102107"/>
                  </a:lnTo>
                  <a:lnTo>
                    <a:pt x="190499" y="102107"/>
                  </a:lnTo>
                  <a:lnTo>
                    <a:pt x="190309" y="53340"/>
                  </a:lnTo>
                  <a:lnTo>
                    <a:pt x="189857" y="27098"/>
                  </a:lnTo>
                  <a:lnTo>
                    <a:pt x="188975" y="0"/>
                  </a:lnTo>
                  <a:lnTo>
                    <a:pt x="234695" y="19812"/>
                  </a:lnTo>
                  <a:lnTo>
                    <a:pt x="217931" y="35052"/>
                  </a:lnTo>
                  <a:lnTo>
                    <a:pt x="217931" y="102107"/>
                  </a:lnTo>
                  <a:lnTo>
                    <a:pt x="335279" y="102107"/>
                  </a:lnTo>
                  <a:lnTo>
                    <a:pt x="359663" y="77724"/>
                  </a:lnTo>
                  <a:lnTo>
                    <a:pt x="394715" y="112776"/>
                  </a:lnTo>
                  <a:lnTo>
                    <a:pt x="234695" y="112776"/>
                  </a:lnTo>
                  <a:lnTo>
                    <a:pt x="259762" y="166164"/>
                  </a:lnTo>
                  <a:lnTo>
                    <a:pt x="289291" y="211067"/>
                  </a:lnTo>
                  <a:lnTo>
                    <a:pt x="323356" y="247412"/>
                  </a:lnTo>
                  <a:lnTo>
                    <a:pt x="362029" y="275124"/>
                  </a:lnTo>
                  <a:lnTo>
                    <a:pt x="405383" y="294132"/>
                  </a:lnTo>
                  <a:lnTo>
                    <a:pt x="405383" y="300228"/>
                  </a:lnTo>
                  <a:lnTo>
                    <a:pt x="390215" y="302275"/>
                  </a:lnTo>
                  <a:lnTo>
                    <a:pt x="378904" y="306324"/>
                  </a:lnTo>
                  <a:lnTo>
                    <a:pt x="371308" y="312658"/>
                  </a:lnTo>
                  <a:lnTo>
                    <a:pt x="367283" y="321564"/>
                  </a:lnTo>
                  <a:lnTo>
                    <a:pt x="331622" y="293558"/>
                  </a:lnTo>
                  <a:lnTo>
                    <a:pt x="299618" y="258823"/>
                  </a:lnTo>
                  <a:lnTo>
                    <a:pt x="271271" y="217212"/>
                  </a:lnTo>
                  <a:lnTo>
                    <a:pt x="246583" y="168578"/>
                  </a:lnTo>
                  <a:lnTo>
                    <a:pt x="225551" y="112776"/>
                  </a:lnTo>
                  <a:lnTo>
                    <a:pt x="217931" y="112776"/>
                  </a:lnTo>
                  <a:lnTo>
                    <a:pt x="217931" y="295656"/>
                  </a:lnTo>
                  <a:lnTo>
                    <a:pt x="269747" y="295656"/>
                  </a:lnTo>
                  <a:lnTo>
                    <a:pt x="291083" y="274320"/>
                  </a:lnTo>
                  <a:lnTo>
                    <a:pt x="321563" y="306324"/>
                  </a:lnTo>
                  <a:lnTo>
                    <a:pt x="217931" y="306324"/>
                  </a:lnTo>
                  <a:lnTo>
                    <a:pt x="218122" y="360997"/>
                  </a:lnTo>
                  <a:lnTo>
                    <a:pt x="218574" y="382833"/>
                  </a:lnTo>
                  <a:lnTo>
                    <a:pt x="219455" y="400812"/>
                  </a:lnTo>
                  <a:lnTo>
                    <a:pt x="188975" y="41148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" name="object 43"/>
            <p:cNvSpPr/>
            <p:nvPr/>
          </p:nvSpPr>
          <p:spPr>
            <a:xfrm>
              <a:off x="3055619" y="3005327"/>
              <a:ext cx="405765" cy="411480"/>
            </a:xfrm>
            <a:custGeom>
              <a:avLst/>
              <a:gdLst/>
              <a:ahLst/>
              <a:cxnLst/>
              <a:rect l="l" t="t" r="r" b="b"/>
              <a:pathLst>
                <a:path w="405764" h="411479">
                  <a:moveTo>
                    <a:pt x="217931" y="306324"/>
                  </a:moveTo>
                  <a:lnTo>
                    <a:pt x="217955" y="335446"/>
                  </a:lnTo>
                  <a:lnTo>
                    <a:pt x="218122" y="360997"/>
                  </a:lnTo>
                  <a:lnTo>
                    <a:pt x="218574" y="382833"/>
                  </a:lnTo>
                  <a:lnTo>
                    <a:pt x="219455" y="400812"/>
                  </a:lnTo>
                  <a:lnTo>
                    <a:pt x="188975" y="411480"/>
                  </a:lnTo>
                  <a:lnTo>
                    <a:pt x="189857" y="376618"/>
                  </a:lnTo>
                  <a:lnTo>
                    <a:pt x="190309" y="347472"/>
                  </a:lnTo>
                  <a:lnTo>
                    <a:pt x="190476" y="324040"/>
                  </a:lnTo>
                  <a:lnTo>
                    <a:pt x="190499" y="306324"/>
                  </a:lnTo>
                  <a:lnTo>
                    <a:pt x="118871" y="306324"/>
                  </a:lnTo>
                  <a:lnTo>
                    <a:pt x="102107" y="309372"/>
                  </a:lnTo>
                  <a:lnTo>
                    <a:pt x="88391" y="295656"/>
                  </a:lnTo>
                  <a:lnTo>
                    <a:pt x="190499" y="295656"/>
                  </a:lnTo>
                  <a:lnTo>
                    <a:pt x="190499" y="141731"/>
                  </a:lnTo>
                  <a:lnTo>
                    <a:pt x="167400" y="185314"/>
                  </a:lnTo>
                  <a:lnTo>
                    <a:pt x="140828" y="224705"/>
                  </a:lnTo>
                  <a:lnTo>
                    <a:pt x="110870" y="260032"/>
                  </a:lnTo>
                  <a:lnTo>
                    <a:pt x="77611" y="291422"/>
                  </a:lnTo>
                  <a:lnTo>
                    <a:pt x="41133" y="319002"/>
                  </a:lnTo>
                  <a:lnTo>
                    <a:pt x="1523" y="342900"/>
                  </a:lnTo>
                  <a:lnTo>
                    <a:pt x="0" y="335280"/>
                  </a:lnTo>
                  <a:lnTo>
                    <a:pt x="36688" y="307474"/>
                  </a:lnTo>
                  <a:lnTo>
                    <a:pt x="70499" y="275900"/>
                  </a:lnTo>
                  <a:lnTo>
                    <a:pt x="101345" y="240601"/>
                  </a:lnTo>
                  <a:lnTo>
                    <a:pt x="129144" y="201619"/>
                  </a:lnTo>
                  <a:lnTo>
                    <a:pt x="153811" y="158996"/>
                  </a:lnTo>
                  <a:lnTo>
                    <a:pt x="175259" y="112776"/>
                  </a:lnTo>
                  <a:lnTo>
                    <a:pt x="73151" y="112776"/>
                  </a:lnTo>
                  <a:lnTo>
                    <a:pt x="61983" y="113061"/>
                  </a:lnTo>
                  <a:lnTo>
                    <a:pt x="51244" y="113919"/>
                  </a:lnTo>
                  <a:lnTo>
                    <a:pt x="40790" y="115347"/>
                  </a:lnTo>
                  <a:lnTo>
                    <a:pt x="30479" y="117348"/>
                  </a:lnTo>
                  <a:lnTo>
                    <a:pt x="15239" y="102107"/>
                  </a:lnTo>
                  <a:lnTo>
                    <a:pt x="190499" y="102107"/>
                  </a:lnTo>
                  <a:lnTo>
                    <a:pt x="190476" y="78438"/>
                  </a:lnTo>
                  <a:lnTo>
                    <a:pt x="190309" y="53340"/>
                  </a:lnTo>
                  <a:lnTo>
                    <a:pt x="189857" y="27098"/>
                  </a:lnTo>
                  <a:lnTo>
                    <a:pt x="188975" y="0"/>
                  </a:lnTo>
                  <a:lnTo>
                    <a:pt x="234695" y="19812"/>
                  </a:lnTo>
                  <a:lnTo>
                    <a:pt x="217931" y="35052"/>
                  </a:lnTo>
                  <a:lnTo>
                    <a:pt x="217931" y="102107"/>
                  </a:lnTo>
                  <a:lnTo>
                    <a:pt x="335279" y="102107"/>
                  </a:lnTo>
                  <a:lnTo>
                    <a:pt x="359663" y="77724"/>
                  </a:lnTo>
                  <a:lnTo>
                    <a:pt x="394715" y="112776"/>
                  </a:lnTo>
                  <a:lnTo>
                    <a:pt x="234695" y="112776"/>
                  </a:lnTo>
                  <a:lnTo>
                    <a:pt x="259762" y="166164"/>
                  </a:lnTo>
                  <a:lnTo>
                    <a:pt x="289291" y="211067"/>
                  </a:lnTo>
                  <a:lnTo>
                    <a:pt x="323356" y="247412"/>
                  </a:lnTo>
                  <a:lnTo>
                    <a:pt x="362029" y="275124"/>
                  </a:lnTo>
                  <a:lnTo>
                    <a:pt x="405383" y="294132"/>
                  </a:lnTo>
                  <a:lnTo>
                    <a:pt x="405383" y="300228"/>
                  </a:lnTo>
                  <a:lnTo>
                    <a:pt x="390215" y="302275"/>
                  </a:lnTo>
                  <a:lnTo>
                    <a:pt x="378904" y="306324"/>
                  </a:lnTo>
                  <a:lnTo>
                    <a:pt x="371308" y="312658"/>
                  </a:lnTo>
                  <a:lnTo>
                    <a:pt x="367283" y="321564"/>
                  </a:lnTo>
                  <a:lnTo>
                    <a:pt x="331622" y="293558"/>
                  </a:lnTo>
                  <a:lnTo>
                    <a:pt x="299618" y="258823"/>
                  </a:lnTo>
                  <a:lnTo>
                    <a:pt x="271271" y="217212"/>
                  </a:lnTo>
                  <a:lnTo>
                    <a:pt x="246583" y="168578"/>
                  </a:lnTo>
                  <a:lnTo>
                    <a:pt x="225551" y="112776"/>
                  </a:lnTo>
                  <a:lnTo>
                    <a:pt x="217931" y="112776"/>
                  </a:lnTo>
                  <a:lnTo>
                    <a:pt x="217931" y="295656"/>
                  </a:lnTo>
                  <a:lnTo>
                    <a:pt x="269747" y="295656"/>
                  </a:lnTo>
                  <a:lnTo>
                    <a:pt x="291083" y="274320"/>
                  </a:lnTo>
                  <a:lnTo>
                    <a:pt x="321563" y="306324"/>
                  </a:lnTo>
                  <a:lnTo>
                    <a:pt x="217931" y="306324"/>
                  </a:lnTo>
                  <a:close/>
                </a:path>
              </a:pathLst>
            </a:custGeom>
            <a:ln w="1219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" name="object 44"/>
            <p:cNvSpPr/>
            <p:nvPr/>
          </p:nvSpPr>
          <p:spPr>
            <a:xfrm>
              <a:off x="3503675" y="3008375"/>
              <a:ext cx="376555" cy="405765"/>
            </a:xfrm>
            <a:custGeom>
              <a:avLst/>
              <a:gdLst/>
              <a:ahLst/>
              <a:cxnLst/>
              <a:rect l="l" t="t" r="r" b="b"/>
              <a:pathLst>
                <a:path w="376554" h="405764">
                  <a:moveTo>
                    <a:pt x="181441" y="47243"/>
                  </a:moveTo>
                  <a:lnTo>
                    <a:pt x="82296" y="47243"/>
                  </a:lnTo>
                  <a:lnTo>
                    <a:pt x="131159" y="42410"/>
                  </a:lnTo>
                  <a:lnTo>
                    <a:pt x="174879" y="37147"/>
                  </a:lnTo>
                  <a:lnTo>
                    <a:pt x="213455" y="31599"/>
                  </a:lnTo>
                  <a:lnTo>
                    <a:pt x="274939" y="19073"/>
                  </a:lnTo>
                  <a:lnTo>
                    <a:pt x="315039" y="5976"/>
                  </a:lnTo>
                  <a:lnTo>
                    <a:pt x="327660" y="0"/>
                  </a:lnTo>
                  <a:lnTo>
                    <a:pt x="356616" y="28955"/>
                  </a:lnTo>
                  <a:lnTo>
                    <a:pt x="328898" y="32146"/>
                  </a:lnTo>
                  <a:lnTo>
                    <a:pt x="181441" y="47243"/>
                  </a:lnTo>
                  <a:close/>
                </a:path>
                <a:path w="376554" h="405764">
                  <a:moveTo>
                    <a:pt x="3048" y="394716"/>
                  </a:moveTo>
                  <a:lnTo>
                    <a:pt x="0" y="391668"/>
                  </a:lnTo>
                  <a:lnTo>
                    <a:pt x="22128" y="349959"/>
                  </a:lnTo>
                  <a:lnTo>
                    <a:pt x="39136" y="305251"/>
                  </a:lnTo>
                  <a:lnTo>
                    <a:pt x="51037" y="257365"/>
                  </a:lnTo>
                  <a:lnTo>
                    <a:pt x="57790" y="206544"/>
                  </a:lnTo>
                  <a:lnTo>
                    <a:pt x="59436" y="152399"/>
                  </a:lnTo>
                  <a:lnTo>
                    <a:pt x="59251" y="121443"/>
                  </a:lnTo>
                  <a:lnTo>
                    <a:pt x="59132" y="108203"/>
                  </a:lnTo>
                  <a:lnTo>
                    <a:pt x="58674" y="79057"/>
                  </a:lnTo>
                  <a:lnTo>
                    <a:pt x="58150" y="52316"/>
                  </a:lnTo>
                  <a:lnTo>
                    <a:pt x="57912" y="32004"/>
                  </a:lnTo>
                  <a:lnTo>
                    <a:pt x="82296" y="47243"/>
                  </a:lnTo>
                  <a:lnTo>
                    <a:pt x="181441" y="47243"/>
                  </a:lnTo>
                  <a:lnTo>
                    <a:pt x="82296" y="56387"/>
                  </a:lnTo>
                  <a:lnTo>
                    <a:pt x="82294" y="170735"/>
                  </a:lnTo>
                  <a:lnTo>
                    <a:pt x="80637" y="222077"/>
                  </a:lnTo>
                  <a:lnTo>
                    <a:pt x="71957" y="270174"/>
                  </a:lnTo>
                  <a:lnTo>
                    <a:pt x="56180" y="314980"/>
                  </a:lnTo>
                  <a:lnTo>
                    <a:pt x="33235" y="356494"/>
                  </a:lnTo>
                  <a:lnTo>
                    <a:pt x="3048" y="394716"/>
                  </a:lnTo>
                  <a:close/>
                </a:path>
                <a:path w="376554" h="405764">
                  <a:moveTo>
                    <a:pt x="240792" y="108203"/>
                  </a:moveTo>
                  <a:lnTo>
                    <a:pt x="217931" y="108203"/>
                  </a:lnTo>
                  <a:lnTo>
                    <a:pt x="217693" y="94487"/>
                  </a:lnTo>
                  <a:lnTo>
                    <a:pt x="216646" y="67056"/>
                  </a:lnTo>
                  <a:lnTo>
                    <a:pt x="216407" y="53339"/>
                  </a:lnTo>
                  <a:lnTo>
                    <a:pt x="252983" y="70104"/>
                  </a:lnTo>
                  <a:lnTo>
                    <a:pt x="240792" y="79248"/>
                  </a:lnTo>
                  <a:lnTo>
                    <a:pt x="240792" y="108203"/>
                  </a:lnTo>
                  <a:close/>
                </a:path>
                <a:path w="376554" h="405764">
                  <a:moveTo>
                    <a:pt x="106680" y="123443"/>
                  </a:moveTo>
                  <a:lnTo>
                    <a:pt x="89916" y="108203"/>
                  </a:lnTo>
                  <a:lnTo>
                    <a:pt x="323087" y="108203"/>
                  </a:lnTo>
                  <a:lnTo>
                    <a:pt x="345948" y="86867"/>
                  </a:lnTo>
                  <a:lnTo>
                    <a:pt x="376428" y="118872"/>
                  </a:lnTo>
                  <a:lnTo>
                    <a:pt x="144780" y="118872"/>
                  </a:lnTo>
                  <a:lnTo>
                    <a:pt x="134754" y="119157"/>
                  </a:lnTo>
                  <a:lnTo>
                    <a:pt x="125158" y="120014"/>
                  </a:lnTo>
                  <a:lnTo>
                    <a:pt x="115847" y="121443"/>
                  </a:lnTo>
                  <a:lnTo>
                    <a:pt x="106680" y="123443"/>
                  </a:lnTo>
                  <a:close/>
                </a:path>
                <a:path w="376554" h="405764">
                  <a:moveTo>
                    <a:pt x="240792" y="167639"/>
                  </a:moveTo>
                  <a:lnTo>
                    <a:pt x="217931" y="167639"/>
                  </a:lnTo>
                  <a:lnTo>
                    <a:pt x="217931" y="118872"/>
                  </a:lnTo>
                  <a:lnTo>
                    <a:pt x="240792" y="118872"/>
                  </a:lnTo>
                  <a:lnTo>
                    <a:pt x="240792" y="167639"/>
                  </a:lnTo>
                  <a:close/>
                </a:path>
                <a:path w="376554" h="405764">
                  <a:moveTo>
                    <a:pt x="347907" y="167639"/>
                  </a:moveTo>
                  <a:lnTo>
                    <a:pt x="310895" y="167639"/>
                  </a:lnTo>
                  <a:lnTo>
                    <a:pt x="323087" y="149351"/>
                  </a:lnTo>
                  <a:lnTo>
                    <a:pt x="347907" y="167639"/>
                  </a:lnTo>
                  <a:close/>
                </a:path>
                <a:path w="376554" h="405764">
                  <a:moveTo>
                    <a:pt x="123444" y="321564"/>
                  </a:moveTo>
                  <a:lnTo>
                    <a:pt x="124325" y="296108"/>
                  </a:lnTo>
                  <a:lnTo>
                    <a:pt x="124777" y="272224"/>
                  </a:lnTo>
                  <a:lnTo>
                    <a:pt x="124843" y="263294"/>
                  </a:lnTo>
                  <a:lnTo>
                    <a:pt x="124949" y="213360"/>
                  </a:lnTo>
                  <a:lnTo>
                    <a:pt x="124777" y="189356"/>
                  </a:lnTo>
                  <a:lnTo>
                    <a:pt x="124322" y="170687"/>
                  </a:lnTo>
                  <a:lnTo>
                    <a:pt x="123444" y="152399"/>
                  </a:lnTo>
                  <a:lnTo>
                    <a:pt x="147828" y="167639"/>
                  </a:lnTo>
                  <a:lnTo>
                    <a:pt x="347907" y="167639"/>
                  </a:lnTo>
                  <a:lnTo>
                    <a:pt x="352044" y="170687"/>
                  </a:lnTo>
                  <a:lnTo>
                    <a:pt x="344423" y="176784"/>
                  </a:lnTo>
                  <a:lnTo>
                    <a:pt x="147828" y="176784"/>
                  </a:lnTo>
                  <a:lnTo>
                    <a:pt x="147828" y="310895"/>
                  </a:lnTo>
                  <a:lnTo>
                    <a:pt x="123444" y="321564"/>
                  </a:lnTo>
                  <a:close/>
                </a:path>
                <a:path w="376554" h="405764">
                  <a:moveTo>
                    <a:pt x="315467" y="315467"/>
                  </a:moveTo>
                  <a:lnTo>
                    <a:pt x="315467" y="176784"/>
                  </a:lnTo>
                  <a:lnTo>
                    <a:pt x="344423" y="176784"/>
                  </a:lnTo>
                  <a:lnTo>
                    <a:pt x="336804" y="182879"/>
                  </a:lnTo>
                  <a:lnTo>
                    <a:pt x="336999" y="213360"/>
                  </a:lnTo>
                  <a:lnTo>
                    <a:pt x="337102" y="225551"/>
                  </a:lnTo>
                  <a:lnTo>
                    <a:pt x="337760" y="257470"/>
                  </a:lnTo>
                  <a:lnTo>
                    <a:pt x="338732" y="283821"/>
                  </a:lnTo>
                  <a:lnTo>
                    <a:pt x="339852" y="303275"/>
                  </a:lnTo>
                  <a:lnTo>
                    <a:pt x="315467" y="315467"/>
                  </a:lnTo>
                  <a:close/>
                </a:path>
                <a:path w="376554" h="405764">
                  <a:moveTo>
                    <a:pt x="68580" y="405384"/>
                  </a:moveTo>
                  <a:lnTo>
                    <a:pt x="65532" y="399288"/>
                  </a:lnTo>
                  <a:lnTo>
                    <a:pt x="85820" y="391858"/>
                  </a:lnTo>
                  <a:lnTo>
                    <a:pt x="105537" y="383286"/>
                  </a:lnTo>
                  <a:lnTo>
                    <a:pt x="143256" y="362712"/>
                  </a:lnTo>
                  <a:lnTo>
                    <a:pt x="175641" y="337756"/>
                  </a:lnTo>
                  <a:lnTo>
                    <a:pt x="203715" y="293631"/>
                  </a:lnTo>
                  <a:lnTo>
                    <a:pt x="214479" y="233219"/>
                  </a:lnTo>
                  <a:lnTo>
                    <a:pt x="216407" y="195072"/>
                  </a:lnTo>
                  <a:lnTo>
                    <a:pt x="254507" y="213360"/>
                  </a:lnTo>
                  <a:lnTo>
                    <a:pt x="240792" y="225551"/>
                  </a:lnTo>
                  <a:lnTo>
                    <a:pt x="236481" y="262985"/>
                  </a:lnTo>
                  <a:lnTo>
                    <a:pt x="228028" y="295274"/>
                  </a:lnTo>
                  <a:lnTo>
                    <a:pt x="198119" y="344424"/>
                  </a:lnTo>
                  <a:lnTo>
                    <a:pt x="145351" y="378904"/>
                  </a:lnTo>
                  <a:lnTo>
                    <a:pt x="110037" y="393072"/>
                  </a:lnTo>
                  <a:lnTo>
                    <a:pt x="68580" y="405384"/>
                  </a:lnTo>
                  <a:close/>
                </a:path>
                <a:path w="376554" h="405764">
                  <a:moveTo>
                    <a:pt x="361187" y="399288"/>
                  </a:moveTo>
                  <a:lnTo>
                    <a:pt x="356616" y="399288"/>
                  </a:lnTo>
                  <a:lnTo>
                    <a:pt x="352044" y="397764"/>
                  </a:lnTo>
                  <a:lnTo>
                    <a:pt x="345948" y="391668"/>
                  </a:lnTo>
                  <a:lnTo>
                    <a:pt x="338494" y="383667"/>
                  </a:lnTo>
                  <a:lnTo>
                    <a:pt x="329755" y="375666"/>
                  </a:lnTo>
                  <a:lnTo>
                    <a:pt x="293798" y="350448"/>
                  </a:lnTo>
                  <a:lnTo>
                    <a:pt x="255984" y="330303"/>
                  </a:lnTo>
                  <a:lnTo>
                    <a:pt x="231648" y="318515"/>
                  </a:lnTo>
                  <a:lnTo>
                    <a:pt x="233172" y="310895"/>
                  </a:lnTo>
                  <a:lnTo>
                    <a:pt x="298132" y="329184"/>
                  </a:lnTo>
                  <a:lnTo>
                    <a:pt x="336804" y="342900"/>
                  </a:lnTo>
                  <a:lnTo>
                    <a:pt x="365760" y="364236"/>
                  </a:lnTo>
                  <a:lnTo>
                    <a:pt x="365760" y="370332"/>
                  </a:lnTo>
                  <a:lnTo>
                    <a:pt x="367284" y="376428"/>
                  </a:lnTo>
                  <a:lnTo>
                    <a:pt x="367284" y="385572"/>
                  </a:lnTo>
                  <a:lnTo>
                    <a:pt x="365760" y="390144"/>
                  </a:lnTo>
                  <a:lnTo>
                    <a:pt x="364236" y="393192"/>
                  </a:lnTo>
                  <a:lnTo>
                    <a:pt x="362712" y="397764"/>
                  </a:lnTo>
                  <a:lnTo>
                    <a:pt x="361187" y="399288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" name="object 45"/>
            <p:cNvSpPr/>
            <p:nvPr/>
          </p:nvSpPr>
          <p:spPr>
            <a:xfrm>
              <a:off x="3503675" y="3008375"/>
              <a:ext cx="356870" cy="394970"/>
            </a:xfrm>
            <a:custGeom>
              <a:avLst/>
              <a:gdLst/>
              <a:ahLst/>
              <a:cxnLst/>
              <a:rect l="l" t="t" r="r" b="b"/>
              <a:pathLst>
                <a:path w="356870" h="394970">
                  <a:moveTo>
                    <a:pt x="0" y="391667"/>
                  </a:moveTo>
                  <a:lnTo>
                    <a:pt x="22128" y="349959"/>
                  </a:lnTo>
                  <a:lnTo>
                    <a:pt x="39136" y="305251"/>
                  </a:lnTo>
                  <a:lnTo>
                    <a:pt x="51023" y="257470"/>
                  </a:lnTo>
                  <a:lnTo>
                    <a:pt x="57790" y="206544"/>
                  </a:lnTo>
                  <a:lnTo>
                    <a:pt x="59436" y="152399"/>
                  </a:lnTo>
                  <a:lnTo>
                    <a:pt x="59197" y="112371"/>
                  </a:lnTo>
                  <a:lnTo>
                    <a:pt x="58674" y="79057"/>
                  </a:lnTo>
                  <a:lnTo>
                    <a:pt x="58150" y="52316"/>
                  </a:lnTo>
                  <a:lnTo>
                    <a:pt x="57912" y="32004"/>
                  </a:lnTo>
                  <a:lnTo>
                    <a:pt x="82296" y="47243"/>
                  </a:lnTo>
                  <a:lnTo>
                    <a:pt x="131159" y="42410"/>
                  </a:lnTo>
                  <a:lnTo>
                    <a:pt x="174879" y="37147"/>
                  </a:lnTo>
                  <a:lnTo>
                    <a:pt x="213455" y="31599"/>
                  </a:lnTo>
                  <a:lnTo>
                    <a:pt x="274939" y="19073"/>
                  </a:lnTo>
                  <a:lnTo>
                    <a:pt x="315039" y="5976"/>
                  </a:lnTo>
                  <a:lnTo>
                    <a:pt x="327660" y="0"/>
                  </a:lnTo>
                  <a:lnTo>
                    <a:pt x="356615" y="28955"/>
                  </a:lnTo>
                  <a:lnTo>
                    <a:pt x="328898" y="32146"/>
                  </a:lnTo>
                  <a:lnTo>
                    <a:pt x="300608" y="35052"/>
                  </a:lnTo>
                  <a:lnTo>
                    <a:pt x="271748" y="37957"/>
                  </a:lnTo>
                  <a:lnTo>
                    <a:pt x="242316" y="41148"/>
                  </a:lnTo>
                  <a:lnTo>
                    <a:pt x="209169" y="44600"/>
                  </a:lnTo>
                  <a:lnTo>
                    <a:pt x="171450" y="48196"/>
                  </a:lnTo>
                  <a:lnTo>
                    <a:pt x="129159" y="52077"/>
                  </a:lnTo>
                  <a:lnTo>
                    <a:pt x="82296" y="56387"/>
                  </a:lnTo>
                  <a:lnTo>
                    <a:pt x="82296" y="170687"/>
                  </a:lnTo>
                  <a:lnTo>
                    <a:pt x="80637" y="222077"/>
                  </a:lnTo>
                  <a:lnTo>
                    <a:pt x="71957" y="270174"/>
                  </a:lnTo>
                  <a:lnTo>
                    <a:pt x="56180" y="314980"/>
                  </a:lnTo>
                  <a:lnTo>
                    <a:pt x="33235" y="356494"/>
                  </a:lnTo>
                  <a:lnTo>
                    <a:pt x="3048" y="394715"/>
                  </a:lnTo>
                  <a:lnTo>
                    <a:pt x="0" y="391667"/>
                  </a:lnTo>
                  <a:close/>
                </a:path>
              </a:pathLst>
            </a:custGeom>
            <a:ln w="1219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" name="object 46"/>
            <p:cNvSpPr/>
            <p:nvPr/>
          </p:nvSpPr>
          <p:spPr>
            <a:xfrm>
              <a:off x="3593591" y="3061716"/>
              <a:ext cx="287020" cy="268605"/>
            </a:xfrm>
            <a:custGeom>
              <a:avLst/>
              <a:gdLst/>
              <a:ahLst/>
              <a:cxnLst/>
              <a:rect l="l" t="t" r="r" b="b"/>
              <a:pathLst>
                <a:path w="287020" h="268604">
                  <a:moveTo>
                    <a:pt x="128015" y="54863"/>
                  </a:moveTo>
                  <a:lnTo>
                    <a:pt x="127777" y="41147"/>
                  </a:lnTo>
                  <a:lnTo>
                    <a:pt x="127253" y="27431"/>
                  </a:lnTo>
                  <a:lnTo>
                    <a:pt x="126730" y="13715"/>
                  </a:lnTo>
                  <a:lnTo>
                    <a:pt x="126491" y="0"/>
                  </a:lnTo>
                  <a:lnTo>
                    <a:pt x="163067" y="16763"/>
                  </a:lnTo>
                  <a:lnTo>
                    <a:pt x="150875" y="25907"/>
                  </a:lnTo>
                  <a:lnTo>
                    <a:pt x="150875" y="54863"/>
                  </a:lnTo>
                  <a:lnTo>
                    <a:pt x="233171" y="54863"/>
                  </a:lnTo>
                  <a:lnTo>
                    <a:pt x="256031" y="33527"/>
                  </a:lnTo>
                  <a:lnTo>
                    <a:pt x="286511" y="65531"/>
                  </a:lnTo>
                  <a:lnTo>
                    <a:pt x="150875" y="65531"/>
                  </a:lnTo>
                  <a:lnTo>
                    <a:pt x="150875" y="114299"/>
                  </a:lnTo>
                  <a:lnTo>
                    <a:pt x="220979" y="114299"/>
                  </a:lnTo>
                  <a:lnTo>
                    <a:pt x="233171" y="96011"/>
                  </a:lnTo>
                  <a:lnTo>
                    <a:pt x="262127" y="117347"/>
                  </a:lnTo>
                  <a:lnTo>
                    <a:pt x="246887" y="129539"/>
                  </a:lnTo>
                  <a:lnTo>
                    <a:pt x="247149" y="170426"/>
                  </a:lnTo>
                  <a:lnTo>
                    <a:pt x="247840" y="204025"/>
                  </a:lnTo>
                  <a:lnTo>
                    <a:pt x="248816" y="230481"/>
                  </a:lnTo>
                  <a:lnTo>
                    <a:pt x="249935" y="249935"/>
                  </a:lnTo>
                  <a:lnTo>
                    <a:pt x="225551" y="262127"/>
                  </a:lnTo>
                  <a:lnTo>
                    <a:pt x="225551" y="123443"/>
                  </a:lnTo>
                  <a:lnTo>
                    <a:pt x="57911" y="123443"/>
                  </a:lnTo>
                  <a:lnTo>
                    <a:pt x="57911" y="257556"/>
                  </a:lnTo>
                  <a:lnTo>
                    <a:pt x="33527" y="268223"/>
                  </a:lnTo>
                  <a:lnTo>
                    <a:pt x="34409" y="242768"/>
                  </a:lnTo>
                  <a:lnTo>
                    <a:pt x="34861" y="218884"/>
                  </a:lnTo>
                  <a:lnTo>
                    <a:pt x="35028" y="196429"/>
                  </a:lnTo>
                  <a:lnTo>
                    <a:pt x="35051" y="175259"/>
                  </a:lnTo>
                  <a:lnTo>
                    <a:pt x="35028" y="155209"/>
                  </a:lnTo>
                  <a:lnTo>
                    <a:pt x="34861" y="136016"/>
                  </a:lnTo>
                  <a:lnTo>
                    <a:pt x="34409" y="117395"/>
                  </a:lnTo>
                  <a:lnTo>
                    <a:pt x="33527" y="99059"/>
                  </a:lnTo>
                  <a:lnTo>
                    <a:pt x="57911" y="114299"/>
                  </a:lnTo>
                  <a:lnTo>
                    <a:pt x="128015" y="114299"/>
                  </a:lnTo>
                  <a:lnTo>
                    <a:pt x="128015" y="65531"/>
                  </a:lnTo>
                  <a:lnTo>
                    <a:pt x="54863" y="65531"/>
                  </a:lnTo>
                  <a:lnTo>
                    <a:pt x="44838" y="65817"/>
                  </a:lnTo>
                  <a:lnTo>
                    <a:pt x="35242" y="66674"/>
                  </a:lnTo>
                  <a:lnTo>
                    <a:pt x="25931" y="68103"/>
                  </a:lnTo>
                  <a:lnTo>
                    <a:pt x="16763" y="70103"/>
                  </a:lnTo>
                  <a:lnTo>
                    <a:pt x="0" y="54863"/>
                  </a:lnTo>
                  <a:lnTo>
                    <a:pt x="128015" y="54863"/>
                  </a:lnTo>
                  <a:close/>
                </a:path>
              </a:pathLst>
            </a:custGeom>
            <a:ln w="1219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47" name="object 47"/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3563112" y="3197352"/>
              <a:ext cx="313944" cy="222504"/>
            </a:xfrm>
            <a:prstGeom prst="rect">
              <a:avLst/>
            </a:prstGeom>
          </p:spPr>
        </p:pic>
      </p:grpSp>
      <p:sp>
        <p:nvSpPr>
          <p:cNvPr id="48" name="object 48"/>
          <p:cNvSpPr/>
          <p:nvPr/>
        </p:nvSpPr>
        <p:spPr>
          <a:xfrm>
            <a:off x="3986783" y="3006851"/>
            <a:ext cx="356870" cy="401320"/>
          </a:xfrm>
          <a:custGeom>
            <a:avLst/>
            <a:gdLst/>
            <a:ahLst/>
            <a:cxnLst/>
            <a:rect l="l" t="t" r="r" b="b"/>
            <a:pathLst>
              <a:path w="356870" h="401320">
                <a:moveTo>
                  <a:pt x="54864" y="89916"/>
                </a:moveTo>
                <a:lnTo>
                  <a:pt x="44196" y="89916"/>
                </a:lnTo>
                <a:lnTo>
                  <a:pt x="51554" y="62150"/>
                </a:lnTo>
                <a:lnTo>
                  <a:pt x="57340" y="38100"/>
                </a:lnTo>
                <a:lnTo>
                  <a:pt x="61126" y="17478"/>
                </a:lnTo>
                <a:lnTo>
                  <a:pt x="62484" y="0"/>
                </a:lnTo>
                <a:lnTo>
                  <a:pt x="100584" y="21336"/>
                </a:lnTo>
                <a:lnTo>
                  <a:pt x="91725" y="28408"/>
                </a:lnTo>
                <a:lnTo>
                  <a:pt x="81153" y="42481"/>
                </a:lnTo>
                <a:lnTo>
                  <a:pt x="68865" y="63126"/>
                </a:lnTo>
                <a:lnTo>
                  <a:pt x="54864" y="89916"/>
                </a:lnTo>
                <a:close/>
              </a:path>
              <a:path w="356870" h="401320">
                <a:moveTo>
                  <a:pt x="147828" y="190500"/>
                </a:moveTo>
                <a:lnTo>
                  <a:pt x="143256" y="187452"/>
                </a:lnTo>
                <a:lnTo>
                  <a:pt x="160377" y="160615"/>
                </a:lnTo>
                <a:lnTo>
                  <a:pt x="175069" y="135064"/>
                </a:lnTo>
                <a:lnTo>
                  <a:pt x="196596" y="88392"/>
                </a:lnTo>
                <a:lnTo>
                  <a:pt x="212407" y="44958"/>
                </a:lnTo>
                <a:lnTo>
                  <a:pt x="222503" y="1524"/>
                </a:lnTo>
                <a:lnTo>
                  <a:pt x="260603" y="24384"/>
                </a:lnTo>
                <a:lnTo>
                  <a:pt x="252864" y="32146"/>
                </a:lnTo>
                <a:lnTo>
                  <a:pt x="243268" y="46482"/>
                </a:lnTo>
                <a:lnTo>
                  <a:pt x="231671" y="67675"/>
                </a:lnTo>
                <a:lnTo>
                  <a:pt x="217932" y="96012"/>
                </a:lnTo>
                <a:lnTo>
                  <a:pt x="350520" y="96012"/>
                </a:lnTo>
                <a:lnTo>
                  <a:pt x="356616" y="102108"/>
                </a:lnTo>
                <a:lnTo>
                  <a:pt x="352806" y="105156"/>
                </a:lnTo>
                <a:lnTo>
                  <a:pt x="214884" y="105156"/>
                </a:lnTo>
                <a:lnTo>
                  <a:pt x="198834" y="130063"/>
                </a:lnTo>
                <a:lnTo>
                  <a:pt x="182499" y="152400"/>
                </a:lnTo>
                <a:lnTo>
                  <a:pt x="165592" y="172450"/>
                </a:lnTo>
                <a:lnTo>
                  <a:pt x="147828" y="190500"/>
                </a:lnTo>
                <a:close/>
              </a:path>
              <a:path w="356870" h="401320">
                <a:moveTo>
                  <a:pt x="146304" y="89916"/>
                </a:moveTo>
                <a:lnTo>
                  <a:pt x="111252" y="89916"/>
                </a:lnTo>
                <a:lnTo>
                  <a:pt x="129540" y="73152"/>
                </a:lnTo>
                <a:lnTo>
                  <a:pt x="146304" y="89916"/>
                </a:lnTo>
                <a:close/>
              </a:path>
              <a:path w="356870" h="401320">
                <a:moveTo>
                  <a:pt x="0" y="397764"/>
                </a:moveTo>
                <a:lnTo>
                  <a:pt x="821" y="359664"/>
                </a:lnTo>
                <a:lnTo>
                  <a:pt x="907" y="354520"/>
                </a:lnTo>
                <a:lnTo>
                  <a:pt x="1333" y="316420"/>
                </a:lnTo>
                <a:lnTo>
                  <a:pt x="1423" y="176784"/>
                </a:lnTo>
                <a:lnTo>
                  <a:pt x="1305" y="152400"/>
                </a:lnTo>
                <a:lnTo>
                  <a:pt x="881" y="114704"/>
                </a:lnTo>
                <a:lnTo>
                  <a:pt x="0" y="74676"/>
                </a:lnTo>
                <a:lnTo>
                  <a:pt x="25908" y="89916"/>
                </a:lnTo>
                <a:lnTo>
                  <a:pt x="146304" y="89916"/>
                </a:lnTo>
                <a:lnTo>
                  <a:pt x="155448" y="99060"/>
                </a:lnTo>
                <a:lnTo>
                  <a:pt x="153162" y="100584"/>
                </a:lnTo>
                <a:lnTo>
                  <a:pt x="24384" y="100584"/>
                </a:lnTo>
                <a:lnTo>
                  <a:pt x="24384" y="211836"/>
                </a:lnTo>
                <a:lnTo>
                  <a:pt x="137509" y="211836"/>
                </a:lnTo>
                <a:lnTo>
                  <a:pt x="137586" y="222504"/>
                </a:lnTo>
                <a:lnTo>
                  <a:pt x="24384" y="222504"/>
                </a:lnTo>
                <a:lnTo>
                  <a:pt x="24384" y="344424"/>
                </a:lnTo>
                <a:lnTo>
                  <a:pt x="139258" y="344424"/>
                </a:lnTo>
                <a:lnTo>
                  <a:pt x="139305" y="346850"/>
                </a:lnTo>
                <a:lnTo>
                  <a:pt x="139544" y="355092"/>
                </a:lnTo>
                <a:lnTo>
                  <a:pt x="24384" y="355092"/>
                </a:lnTo>
                <a:lnTo>
                  <a:pt x="24384" y="384048"/>
                </a:lnTo>
                <a:lnTo>
                  <a:pt x="0" y="397764"/>
                </a:lnTo>
                <a:close/>
              </a:path>
              <a:path w="356870" h="401320">
                <a:moveTo>
                  <a:pt x="350520" y="96012"/>
                </a:moveTo>
                <a:lnTo>
                  <a:pt x="312420" y="96012"/>
                </a:lnTo>
                <a:lnTo>
                  <a:pt x="330708" y="76200"/>
                </a:lnTo>
                <a:lnTo>
                  <a:pt x="350520" y="96012"/>
                </a:lnTo>
                <a:close/>
              </a:path>
              <a:path w="356870" h="401320">
                <a:moveTo>
                  <a:pt x="137509" y="211836"/>
                </a:moveTo>
                <a:lnTo>
                  <a:pt x="115824" y="211836"/>
                </a:lnTo>
                <a:lnTo>
                  <a:pt x="115824" y="100584"/>
                </a:lnTo>
                <a:lnTo>
                  <a:pt x="153162" y="100584"/>
                </a:lnTo>
                <a:lnTo>
                  <a:pt x="137160" y="111252"/>
                </a:lnTo>
                <a:lnTo>
                  <a:pt x="137271" y="160615"/>
                </a:lnTo>
                <a:lnTo>
                  <a:pt x="137390" y="195333"/>
                </a:lnTo>
                <a:lnTo>
                  <a:pt x="137509" y="211836"/>
                </a:lnTo>
                <a:close/>
              </a:path>
              <a:path w="356870" h="401320">
                <a:moveTo>
                  <a:pt x="327433" y="359664"/>
                </a:moveTo>
                <a:lnTo>
                  <a:pt x="283464" y="359664"/>
                </a:lnTo>
                <a:lnTo>
                  <a:pt x="292631" y="357925"/>
                </a:lnTo>
                <a:lnTo>
                  <a:pt x="299656" y="352615"/>
                </a:lnTo>
                <a:lnTo>
                  <a:pt x="309895" y="305538"/>
                </a:lnTo>
                <a:lnTo>
                  <a:pt x="311658" y="259651"/>
                </a:lnTo>
                <a:lnTo>
                  <a:pt x="313558" y="186976"/>
                </a:lnTo>
                <a:lnTo>
                  <a:pt x="315467" y="105156"/>
                </a:lnTo>
                <a:lnTo>
                  <a:pt x="352806" y="105156"/>
                </a:lnTo>
                <a:lnTo>
                  <a:pt x="341376" y="114300"/>
                </a:lnTo>
                <a:lnTo>
                  <a:pt x="339492" y="190500"/>
                </a:lnTo>
                <a:lnTo>
                  <a:pt x="337718" y="249070"/>
                </a:lnTo>
                <a:lnTo>
                  <a:pt x="335889" y="295241"/>
                </a:lnTo>
                <a:lnTo>
                  <a:pt x="334060" y="327074"/>
                </a:lnTo>
                <a:lnTo>
                  <a:pt x="332232" y="344424"/>
                </a:lnTo>
                <a:lnTo>
                  <a:pt x="328517" y="357020"/>
                </a:lnTo>
                <a:lnTo>
                  <a:pt x="327433" y="359664"/>
                </a:lnTo>
                <a:close/>
              </a:path>
              <a:path w="356870" h="401320">
                <a:moveTo>
                  <a:pt x="231648" y="269748"/>
                </a:moveTo>
                <a:lnTo>
                  <a:pt x="230124" y="269748"/>
                </a:lnTo>
                <a:lnTo>
                  <a:pt x="226956" y="268081"/>
                </a:lnTo>
                <a:lnTo>
                  <a:pt x="224218" y="263271"/>
                </a:lnTo>
                <a:lnTo>
                  <a:pt x="221765" y="255603"/>
                </a:lnTo>
                <a:lnTo>
                  <a:pt x="219456" y="245364"/>
                </a:lnTo>
                <a:lnTo>
                  <a:pt x="214907" y="228219"/>
                </a:lnTo>
                <a:lnTo>
                  <a:pt x="208216" y="211074"/>
                </a:lnTo>
                <a:lnTo>
                  <a:pt x="199524" y="193929"/>
                </a:lnTo>
                <a:lnTo>
                  <a:pt x="188976" y="176784"/>
                </a:lnTo>
                <a:lnTo>
                  <a:pt x="192024" y="172212"/>
                </a:lnTo>
                <a:lnTo>
                  <a:pt x="224980" y="199644"/>
                </a:lnTo>
                <a:lnTo>
                  <a:pt x="246888" y="234696"/>
                </a:lnTo>
                <a:lnTo>
                  <a:pt x="246888" y="248412"/>
                </a:lnTo>
                <a:lnTo>
                  <a:pt x="245364" y="254508"/>
                </a:lnTo>
                <a:lnTo>
                  <a:pt x="236220" y="266700"/>
                </a:lnTo>
                <a:lnTo>
                  <a:pt x="231648" y="269748"/>
                </a:lnTo>
                <a:close/>
              </a:path>
              <a:path w="356870" h="401320">
                <a:moveTo>
                  <a:pt x="139258" y="344424"/>
                </a:moveTo>
                <a:lnTo>
                  <a:pt x="115824" y="344424"/>
                </a:lnTo>
                <a:lnTo>
                  <a:pt x="115824" y="222504"/>
                </a:lnTo>
                <a:lnTo>
                  <a:pt x="137586" y="222504"/>
                </a:lnTo>
                <a:lnTo>
                  <a:pt x="137793" y="251435"/>
                </a:lnTo>
                <a:lnTo>
                  <a:pt x="138493" y="305538"/>
                </a:lnTo>
                <a:lnTo>
                  <a:pt x="139258" y="344424"/>
                </a:lnTo>
                <a:close/>
              </a:path>
              <a:path w="356870" h="401320">
                <a:moveTo>
                  <a:pt x="278891" y="400812"/>
                </a:moveTo>
                <a:lnTo>
                  <a:pt x="271986" y="387953"/>
                </a:lnTo>
                <a:lnTo>
                  <a:pt x="260223" y="376809"/>
                </a:lnTo>
                <a:lnTo>
                  <a:pt x="243316" y="367379"/>
                </a:lnTo>
                <a:lnTo>
                  <a:pt x="220979" y="359664"/>
                </a:lnTo>
                <a:lnTo>
                  <a:pt x="220979" y="350520"/>
                </a:lnTo>
                <a:lnTo>
                  <a:pt x="241244" y="354520"/>
                </a:lnTo>
                <a:lnTo>
                  <a:pt x="258508" y="357378"/>
                </a:lnTo>
                <a:lnTo>
                  <a:pt x="272629" y="359092"/>
                </a:lnTo>
                <a:lnTo>
                  <a:pt x="283464" y="359664"/>
                </a:lnTo>
                <a:lnTo>
                  <a:pt x="327433" y="359664"/>
                </a:lnTo>
                <a:lnTo>
                  <a:pt x="324231" y="367474"/>
                </a:lnTo>
                <a:lnTo>
                  <a:pt x="290369" y="397097"/>
                </a:lnTo>
                <a:lnTo>
                  <a:pt x="278891" y="400812"/>
                </a:lnTo>
                <a:close/>
              </a:path>
              <a:path w="356870" h="401320">
                <a:moveTo>
                  <a:pt x="115824" y="391668"/>
                </a:moveTo>
                <a:lnTo>
                  <a:pt x="115824" y="355092"/>
                </a:lnTo>
                <a:lnTo>
                  <a:pt x="139544" y="355092"/>
                </a:lnTo>
                <a:lnTo>
                  <a:pt x="140208" y="377952"/>
                </a:lnTo>
                <a:lnTo>
                  <a:pt x="115824" y="39166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pic>
        <p:nvPicPr>
          <p:cNvPr id="49" name="object 49"/>
          <p:cNvPicPr/>
          <p:nvPr/>
        </p:nvPicPr>
        <p:blipFill>
          <a:blip r:embed="rId11" cstate="print"/>
          <a:stretch>
            <a:fillRect/>
          </a:stretch>
        </p:blipFill>
        <p:spPr>
          <a:xfrm>
            <a:off x="4427220" y="3275076"/>
            <a:ext cx="108203" cy="102107"/>
          </a:xfrm>
          <a:prstGeom prst="rect">
            <a:avLst/>
          </a:prstGeom>
        </p:spPr>
      </p:pic>
      <p:grpSp>
        <p:nvGrpSpPr>
          <p:cNvPr id="50" name="object 50"/>
          <p:cNvGrpSpPr/>
          <p:nvPr/>
        </p:nvGrpSpPr>
        <p:grpSpPr>
          <a:xfrm>
            <a:off x="4834128" y="3000755"/>
            <a:ext cx="1304925" cy="422275"/>
            <a:chOff x="4834128" y="3000755"/>
            <a:chExt cx="1304925" cy="422275"/>
          </a:xfrm>
        </p:grpSpPr>
        <p:sp>
          <p:nvSpPr>
            <p:cNvPr id="51" name="object 51"/>
            <p:cNvSpPr/>
            <p:nvPr/>
          </p:nvSpPr>
          <p:spPr>
            <a:xfrm>
              <a:off x="4840223" y="3008375"/>
              <a:ext cx="391795" cy="402590"/>
            </a:xfrm>
            <a:custGeom>
              <a:avLst/>
              <a:gdLst/>
              <a:ahLst/>
              <a:cxnLst/>
              <a:rect l="l" t="t" r="r" b="b"/>
              <a:pathLst>
                <a:path w="391795" h="402589">
                  <a:moveTo>
                    <a:pt x="386238" y="48767"/>
                  </a:moveTo>
                  <a:lnTo>
                    <a:pt x="348996" y="48767"/>
                  </a:lnTo>
                  <a:lnTo>
                    <a:pt x="362712" y="28955"/>
                  </a:lnTo>
                  <a:lnTo>
                    <a:pt x="386238" y="48767"/>
                  </a:lnTo>
                  <a:close/>
                </a:path>
                <a:path w="391795" h="402589">
                  <a:moveTo>
                    <a:pt x="214884" y="399288"/>
                  </a:moveTo>
                  <a:lnTo>
                    <a:pt x="215122" y="370427"/>
                  </a:lnTo>
                  <a:lnTo>
                    <a:pt x="215646" y="329565"/>
                  </a:lnTo>
                  <a:lnTo>
                    <a:pt x="216169" y="276701"/>
                  </a:lnTo>
                  <a:lnTo>
                    <a:pt x="216268" y="249936"/>
                  </a:lnTo>
                  <a:lnTo>
                    <a:pt x="216378" y="146304"/>
                  </a:lnTo>
                  <a:lnTo>
                    <a:pt x="216217" y="96774"/>
                  </a:lnTo>
                  <a:lnTo>
                    <a:pt x="215765" y="57959"/>
                  </a:lnTo>
                  <a:lnTo>
                    <a:pt x="214884" y="32004"/>
                  </a:lnTo>
                  <a:lnTo>
                    <a:pt x="240792" y="48767"/>
                  </a:lnTo>
                  <a:lnTo>
                    <a:pt x="386238" y="48767"/>
                  </a:lnTo>
                  <a:lnTo>
                    <a:pt x="391668" y="53340"/>
                  </a:lnTo>
                  <a:lnTo>
                    <a:pt x="384048" y="59436"/>
                  </a:lnTo>
                  <a:lnTo>
                    <a:pt x="240792" y="59436"/>
                  </a:lnTo>
                  <a:lnTo>
                    <a:pt x="240792" y="146304"/>
                  </a:lnTo>
                  <a:lnTo>
                    <a:pt x="376434" y="146304"/>
                  </a:lnTo>
                  <a:lnTo>
                    <a:pt x="376438" y="156972"/>
                  </a:lnTo>
                  <a:lnTo>
                    <a:pt x="240792" y="156972"/>
                  </a:lnTo>
                  <a:lnTo>
                    <a:pt x="240792" y="239268"/>
                  </a:lnTo>
                  <a:lnTo>
                    <a:pt x="376519" y="239268"/>
                  </a:lnTo>
                  <a:lnTo>
                    <a:pt x="376543" y="249936"/>
                  </a:lnTo>
                  <a:lnTo>
                    <a:pt x="240792" y="249936"/>
                  </a:lnTo>
                  <a:lnTo>
                    <a:pt x="240792" y="347472"/>
                  </a:lnTo>
                  <a:lnTo>
                    <a:pt x="377109" y="347472"/>
                  </a:lnTo>
                  <a:lnTo>
                    <a:pt x="377248" y="358140"/>
                  </a:lnTo>
                  <a:lnTo>
                    <a:pt x="240792" y="358140"/>
                  </a:lnTo>
                  <a:lnTo>
                    <a:pt x="240792" y="390144"/>
                  </a:lnTo>
                  <a:lnTo>
                    <a:pt x="214884" y="399288"/>
                  </a:lnTo>
                  <a:close/>
                </a:path>
                <a:path w="391795" h="402589">
                  <a:moveTo>
                    <a:pt x="376434" y="146304"/>
                  </a:moveTo>
                  <a:lnTo>
                    <a:pt x="352044" y="146304"/>
                  </a:lnTo>
                  <a:lnTo>
                    <a:pt x="352044" y="59436"/>
                  </a:lnTo>
                  <a:lnTo>
                    <a:pt x="384048" y="59436"/>
                  </a:lnTo>
                  <a:lnTo>
                    <a:pt x="376428" y="65531"/>
                  </a:lnTo>
                  <a:lnTo>
                    <a:pt x="376434" y="146304"/>
                  </a:lnTo>
                  <a:close/>
                </a:path>
                <a:path w="391795" h="402589">
                  <a:moveTo>
                    <a:pt x="376519" y="239268"/>
                  </a:moveTo>
                  <a:lnTo>
                    <a:pt x="352044" y="239268"/>
                  </a:lnTo>
                  <a:lnTo>
                    <a:pt x="352044" y="156972"/>
                  </a:lnTo>
                  <a:lnTo>
                    <a:pt x="376438" y="156972"/>
                  </a:lnTo>
                  <a:lnTo>
                    <a:pt x="376519" y="239268"/>
                  </a:lnTo>
                  <a:close/>
                </a:path>
                <a:path w="391795" h="402589">
                  <a:moveTo>
                    <a:pt x="377109" y="347472"/>
                  </a:moveTo>
                  <a:lnTo>
                    <a:pt x="352044" y="347472"/>
                  </a:lnTo>
                  <a:lnTo>
                    <a:pt x="352044" y="249936"/>
                  </a:lnTo>
                  <a:lnTo>
                    <a:pt x="376543" y="249936"/>
                  </a:lnTo>
                  <a:lnTo>
                    <a:pt x="376618" y="283464"/>
                  </a:lnTo>
                  <a:lnTo>
                    <a:pt x="376879" y="329804"/>
                  </a:lnTo>
                  <a:lnTo>
                    <a:pt x="377109" y="347472"/>
                  </a:lnTo>
                  <a:close/>
                </a:path>
                <a:path w="391795" h="402589">
                  <a:moveTo>
                    <a:pt x="352044" y="394716"/>
                  </a:moveTo>
                  <a:lnTo>
                    <a:pt x="352044" y="358140"/>
                  </a:lnTo>
                  <a:lnTo>
                    <a:pt x="377248" y="358140"/>
                  </a:lnTo>
                  <a:lnTo>
                    <a:pt x="377309" y="362853"/>
                  </a:lnTo>
                  <a:lnTo>
                    <a:pt x="377952" y="382524"/>
                  </a:lnTo>
                  <a:lnTo>
                    <a:pt x="352044" y="394716"/>
                  </a:lnTo>
                  <a:close/>
                </a:path>
                <a:path w="391795" h="402589">
                  <a:moveTo>
                    <a:pt x="120396" y="114300"/>
                  </a:moveTo>
                  <a:lnTo>
                    <a:pt x="97536" y="114300"/>
                  </a:lnTo>
                  <a:lnTo>
                    <a:pt x="97512" y="81438"/>
                  </a:lnTo>
                  <a:lnTo>
                    <a:pt x="97345" y="51434"/>
                  </a:lnTo>
                  <a:lnTo>
                    <a:pt x="96893" y="24288"/>
                  </a:lnTo>
                  <a:lnTo>
                    <a:pt x="96012" y="0"/>
                  </a:lnTo>
                  <a:lnTo>
                    <a:pt x="135636" y="16764"/>
                  </a:lnTo>
                  <a:lnTo>
                    <a:pt x="120396" y="32004"/>
                  </a:lnTo>
                  <a:lnTo>
                    <a:pt x="120396" y="114300"/>
                  </a:lnTo>
                  <a:close/>
                </a:path>
                <a:path w="391795" h="402589">
                  <a:moveTo>
                    <a:pt x="25908" y="131064"/>
                  </a:moveTo>
                  <a:lnTo>
                    <a:pt x="10668" y="114300"/>
                  </a:lnTo>
                  <a:lnTo>
                    <a:pt x="155448" y="114300"/>
                  </a:lnTo>
                  <a:lnTo>
                    <a:pt x="176784" y="91440"/>
                  </a:lnTo>
                  <a:lnTo>
                    <a:pt x="205740" y="124968"/>
                  </a:lnTo>
                  <a:lnTo>
                    <a:pt x="68580" y="124968"/>
                  </a:lnTo>
                  <a:lnTo>
                    <a:pt x="57411" y="125277"/>
                  </a:lnTo>
                  <a:lnTo>
                    <a:pt x="46672" y="126301"/>
                  </a:lnTo>
                  <a:lnTo>
                    <a:pt x="36218" y="128182"/>
                  </a:lnTo>
                  <a:lnTo>
                    <a:pt x="25908" y="131064"/>
                  </a:lnTo>
                  <a:close/>
                </a:path>
                <a:path w="391795" h="402589">
                  <a:moveTo>
                    <a:pt x="6096" y="335280"/>
                  </a:moveTo>
                  <a:lnTo>
                    <a:pt x="0" y="332232"/>
                  </a:lnTo>
                  <a:lnTo>
                    <a:pt x="26359" y="291071"/>
                  </a:lnTo>
                  <a:lnTo>
                    <a:pt x="48841" y="249838"/>
                  </a:lnTo>
                  <a:lnTo>
                    <a:pt x="67592" y="208458"/>
                  </a:lnTo>
                  <a:lnTo>
                    <a:pt x="82759" y="166859"/>
                  </a:lnTo>
                  <a:lnTo>
                    <a:pt x="94488" y="124968"/>
                  </a:lnTo>
                  <a:lnTo>
                    <a:pt x="120396" y="124968"/>
                  </a:lnTo>
                  <a:lnTo>
                    <a:pt x="120396" y="167640"/>
                  </a:lnTo>
                  <a:lnTo>
                    <a:pt x="136350" y="172450"/>
                  </a:lnTo>
                  <a:lnTo>
                    <a:pt x="143729" y="175260"/>
                  </a:lnTo>
                  <a:lnTo>
                    <a:pt x="120396" y="175260"/>
                  </a:lnTo>
                  <a:lnTo>
                    <a:pt x="120402" y="196596"/>
                  </a:lnTo>
                  <a:lnTo>
                    <a:pt x="97536" y="196596"/>
                  </a:lnTo>
                  <a:lnTo>
                    <a:pt x="78962" y="234553"/>
                  </a:lnTo>
                  <a:lnTo>
                    <a:pt x="57531" y="270510"/>
                  </a:lnTo>
                  <a:lnTo>
                    <a:pt x="33242" y="304180"/>
                  </a:lnTo>
                  <a:lnTo>
                    <a:pt x="6096" y="335280"/>
                  </a:lnTo>
                  <a:close/>
                </a:path>
                <a:path w="391795" h="402589">
                  <a:moveTo>
                    <a:pt x="173736" y="237744"/>
                  </a:moveTo>
                  <a:lnTo>
                    <a:pt x="169164" y="237744"/>
                  </a:lnTo>
                  <a:lnTo>
                    <a:pt x="164592" y="233172"/>
                  </a:lnTo>
                  <a:lnTo>
                    <a:pt x="158496" y="220980"/>
                  </a:lnTo>
                  <a:lnTo>
                    <a:pt x="151042" y="208692"/>
                  </a:lnTo>
                  <a:lnTo>
                    <a:pt x="142303" y="196977"/>
                  </a:lnTo>
                  <a:lnTo>
                    <a:pt x="132135" y="185832"/>
                  </a:lnTo>
                  <a:lnTo>
                    <a:pt x="120396" y="175260"/>
                  </a:lnTo>
                  <a:lnTo>
                    <a:pt x="143729" y="175260"/>
                  </a:lnTo>
                  <a:lnTo>
                    <a:pt x="177927" y="198882"/>
                  </a:lnTo>
                  <a:lnTo>
                    <a:pt x="181356" y="210312"/>
                  </a:lnTo>
                  <a:lnTo>
                    <a:pt x="181356" y="214884"/>
                  </a:lnTo>
                  <a:lnTo>
                    <a:pt x="179832" y="220980"/>
                  </a:lnTo>
                  <a:lnTo>
                    <a:pt x="178308" y="228600"/>
                  </a:lnTo>
                  <a:lnTo>
                    <a:pt x="173736" y="237744"/>
                  </a:lnTo>
                  <a:close/>
                </a:path>
                <a:path w="391795" h="402589">
                  <a:moveTo>
                    <a:pt x="96012" y="402336"/>
                  </a:moveTo>
                  <a:lnTo>
                    <a:pt x="96893" y="348543"/>
                  </a:lnTo>
                  <a:lnTo>
                    <a:pt x="97345" y="296608"/>
                  </a:lnTo>
                  <a:lnTo>
                    <a:pt x="97431" y="270510"/>
                  </a:lnTo>
                  <a:lnTo>
                    <a:pt x="97536" y="196596"/>
                  </a:lnTo>
                  <a:lnTo>
                    <a:pt x="120402" y="196596"/>
                  </a:lnTo>
                  <a:lnTo>
                    <a:pt x="120522" y="291071"/>
                  </a:lnTo>
                  <a:lnTo>
                    <a:pt x="120586" y="314706"/>
                  </a:lnTo>
                  <a:lnTo>
                    <a:pt x="121038" y="360426"/>
                  </a:lnTo>
                  <a:lnTo>
                    <a:pt x="121920" y="390144"/>
                  </a:lnTo>
                  <a:lnTo>
                    <a:pt x="96012" y="402336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" name="object 52"/>
            <p:cNvSpPr/>
            <p:nvPr/>
          </p:nvSpPr>
          <p:spPr>
            <a:xfrm>
              <a:off x="5081015" y="3258311"/>
              <a:ext cx="111760" cy="97790"/>
            </a:xfrm>
            <a:custGeom>
              <a:avLst/>
              <a:gdLst/>
              <a:ahLst/>
              <a:cxnLst/>
              <a:rect l="l" t="t" r="r" b="b"/>
              <a:pathLst>
                <a:path w="111760" h="97789">
                  <a:moveTo>
                    <a:pt x="0" y="0"/>
                  </a:moveTo>
                  <a:lnTo>
                    <a:pt x="0" y="97536"/>
                  </a:lnTo>
                  <a:lnTo>
                    <a:pt x="111251" y="97536"/>
                  </a:lnTo>
                  <a:lnTo>
                    <a:pt x="111251" y="0"/>
                  </a:lnTo>
                  <a:lnTo>
                    <a:pt x="0" y="0"/>
                  </a:lnTo>
                  <a:close/>
                </a:path>
              </a:pathLst>
            </a:custGeom>
            <a:ln w="1219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" name="object 53"/>
            <p:cNvSpPr/>
            <p:nvPr/>
          </p:nvSpPr>
          <p:spPr>
            <a:xfrm>
              <a:off x="5055107" y="3037332"/>
              <a:ext cx="177165" cy="370840"/>
            </a:xfrm>
            <a:custGeom>
              <a:avLst/>
              <a:gdLst/>
              <a:ahLst/>
              <a:cxnLst/>
              <a:rect l="l" t="t" r="r" b="b"/>
              <a:pathLst>
                <a:path w="177164" h="370839">
                  <a:moveTo>
                    <a:pt x="0" y="370332"/>
                  </a:moveTo>
                  <a:lnTo>
                    <a:pt x="238" y="341471"/>
                  </a:lnTo>
                  <a:lnTo>
                    <a:pt x="762" y="300609"/>
                  </a:lnTo>
                  <a:lnTo>
                    <a:pt x="1285" y="247745"/>
                  </a:lnTo>
                  <a:lnTo>
                    <a:pt x="1524" y="182880"/>
                  </a:lnTo>
                  <a:lnTo>
                    <a:pt x="1500" y="119205"/>
                  </a:lnTo>
                  <a:lnTo>
                    <a:pt x="1333" y="67818"/>
                  </a:lnTo>
                  <a:lnTo>
                    <a:pt x="881" y="29003"/>
                  </a:lnTo>
                  <a:lnTo>
                    <a:pt x="0" y="3047"/>
                  </a:lnTo>
                  <a:lnTo>
                    <a:pt x="25908" y="19812"/>
                  </a:lnTo>
                  <a:lnTo>
                    <a:pt x="134112" y="19812"/>
                  </a:lnTo>
                  <a:lnTo>
                    <a:pt x="147828" y="0"/>
                  </a:lnTo>
                  <a:lnTo>
                    <a:pt x="176783" y="24384"/>
                  </a:lnTo>
                  <a:lnTo>
                    <a:pt x="161543" y="36575"/>
                  </a:lnTo>
                  <a:lnTo>
                    <a:pt x="161551" y="122286"/>
                  </a:lnTo>
                  <a:lnTo>
                    <a:pt x="161600" y="194959"/>
                  </a:lnTo>
                  <a:lnTo>
                    <a:pt x="161734" y="254508"/>
                  </a:lnTo>
                  <a:lnTo>
                    <a:pt x="161995" y="300848"/>
                  </a:lnTo>
                  <a:lnTo>
                    <a:pt x="162425" y="333897"/>
                  </a:lnTo>
                  <a:lnTo>
                    <a:pt x="163068" y="353568"/>
                  </a:lnTo>
                  <a:lnTo>
                    <a:pt x="137160" y="365760"/>
                  </a:lnTo>
                  <a:lnTo>
                    <a:pt x="137160" y="329184"/>
                  </a:lnTo>
                  <a:lnTo>
                    <a:pt x="25908" y="329184"/>
                  </a:lnTo>
                  <a:lnTo>
                    <a:pt x="25908" y="361188"/>
                  </a:lnTo>
                  <a:lnTo>
                    <a:pt x="0" y="370332"/>
                  </a:lnTo>
                  <a:close/>
                </a:path>
              </a:pathLst>
            </a:custGeom>
            <a:ln w="1219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4" name="object 54"/>
            <p:cNvSpPr/>
            <p:nvPr/>
          </p:nvSpPr>
          <p:spPr>
            <a:xfrm>
              <a:off x="5081015" y="3067811"/>
              <a:ext cx="111760" cy="180340"/>
            </a:xfrm>
            <a:custGeom>
              <a:avLst/>
              <a:gdLst/>
              <a:ahLst/>
              <a:cxnLst/>
              <a:rect l="l" t="t" r="r" b="b"/>
              <a:pathLst>
                <a:path w="111760" h="180339">
                  <a:moveTo>
                    <a:pt x="0" y="0"/>
                  </a:moveTo>
                  <a:lnTo>
                    <a:pt x="0" y="86868"/>
                  </a:lnTo>
                  <a:lnTo>
                    <a:pt x="111251" y="86868"/>
                  </a:lnTo>
                  <a:lnTo>
                    <a:pt x="111251" y="0"/>
                  </a:lnTo>
                  <a:lnTo>
                    <a:pt x="0" y="0"/>
                  </a:lnTo>
                  <a:close/>
                </a:path>
                <a:path w="111760" h="180339">
                  <a:moveTo>
                    <a:pt x="0" y="97536"/>
                  </a:moveTo>
                  <a:lnTo>
                    <a:pt x="0" y="179832"/>
                  </a:lnTo>
                  <a:lnTo>
                    <a:pt x="111251" y="179832"/>
                  </a:lnTo>
                  <a:lnTo>
                    <a:pt x="111251" y="97536"/>
                  </a:lnTo>
                  <a:lnTo>
                    <a:pt x="0" y="97536"/>
                  </a:lnTo>
                  <a:close/>
                </a:path>
              </a:pathLst>
            </a:custGeom>
            <a:ln w="1219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5" name="object 55"/>
            <p:cNvSpPr/>
            <p:nvPr/>
          </p:nvSpPr>
          <p:spPr>
            <a:xfrm>
              <a:off x="4840224" y="3008376"/>
              <a:ext cx="205740" cy="402590"/>
            </a:xfrm>
            <a:custGeom>
              <a:avLst/>
              <a:gdLst/>
              <a:ahLst/>
              <a:cxnLst/>
              <a:rect l="l" t="t" r="r" b="b"/>
              <a:pathLst>
                <a:path w="205739" h="402589">
                  <a:moveTo>
                    <a:pt x="97536" y="114300"/>
                  </a:moveTo>
                  <a:lnTo>
                    <a:pt x="97512" y="81438"/>
                  </a:lnTo>
                  <a:lnTo>
                    <a:pt x="97345" y="51435"/>
                  </a:lnTo>
                  <a:lnTo>
                    <a:pt x="96893" y="24288"/>
                  </a:lnTo>
                  <a:lnTo>
                    <a:pt x="96012" y="0"/>
                  </a:lnTo>
                  <a:lnTo>
                    <a:pt x="135636" y="16764"/>
                  </a:lnTo>
                  <a:lnTo>
                    <a:pt x="120396" y="32003"/>
                  </a:lnTo>
                  <a:lnTo>
                    <a:pt x="120396" y="114300"/>
                  </a:lnTo>
                  <a:lnTo>
                    <a:pt x="155448" y="114300"/>
                  </a:lnTo>
                  <a:lnTo>
                    <a:pt x="176784" y="91440"/>
                  </a:lnTo>
                  <a:lnTo>
                    <a:pt x="205740" y="124968"/>
                  </a:lnTo>
                  <a:lnTo>
                    <a:pt x="120396" y="124968"/>
                  </a:lnTo>
                  <a:lnTo>
                    <a:pt x="120396" y="167640"/>
                  </a:lnTo>
                  <a:lnTo>
                    <a:pt x="136350" y="172450"/>
                  </a:lnTo>
                  <a:lnTo>
                    <a:pt x="149733" y="177546"/>
                  </a:lnTo>
                  <a:lnTo>
                    <a:pt x="180498" y="204597"/>
                  </a:lnTo>
                  <a:lnTo>
                    <a:pt x="181356" y="210312"/>
                  </a:lnTo>
                  <a:lnTo>
                    <a:pt x="181356" y="214884"/>
                  </a:lnTo>
                  <a:lnTo>
                    <a:pt x="179832" y="220979"/>
                  </a:lnTo>
                  <a:lnTo>
                    <a:pt x="178308" y="228600"/>
                  </a:lnTo>
                  <a:lnTo>
                    <a:pt x="175260" y="234696"/>
                  </a:lnTo>
                  <a:lnTo>
                    <a:pt x="173736" y="237744"/>
                  </a:lnTo>
                  <a:lnTo>
                    <a:pt x="170688" y="237744"/>
                  </a:lnTo>
                  <a:lnTo>
                    <a:pt x="169164" y="237744"/>
                  </a:lnTo>
                  <a:lnTo>
                    <a:pt x="164592" y="233172"/>
                  </a:lnTo>
                  <a:lnTo>
                    <a:pt x="158496" y="220979"/>
                  </a:lnTo>
                  <a:lnTo>
                    <a:pt x="151042" y="208692"/>
                  </a:lnTo>
                  <a:lnTo>
                    <a:pt x="142303" y="196977"/>
                  </a:lnTo>
                  <a:lnTo>
                    <a:pt x="132135" y="185832"/>
                  </a:lnTo>
                  <a:lnTo>
                    <a:pt x="120396" y="175260"/>
                  </a:lnTo>
                  <a:lnTo>
                    <a:pt x="120419" y="252983"/>
                  </a:lnTo>
                  <a:lnTo>
                    <a:pt x="120586" y="314705"/>
                  </a:lnTo>
                  <a:lnTo>
                    <a:pt x="121038" y="360425"/>
                  </a:lnTo>
                  <a:lnTo>
                    <a:pt x="121920" y="390143"/>
                  </a:lnTo>
                  <a:lnTo>
                    <a:pt x="96012" y="402336"/>
                  </a:lnTo>
                  <a:lnTo>
                    <a:pt x="96893" y="348543"/>
                  </a:lnTo>
                  <a:lnTo>
                    <a:pt x="97345" y="296608"/>
                  </a:lnTo>
                  <a:lnTo>
                    <a:pt x="97512" y="246102"/>
                  </a:lnTo>
                  <a:lnTo>
                    <a:pt x="97536" y="196596"/>
                  </a:lnTo>
                  <a:lnTo>
                    <a:pt x="78962" y="234553"/>
                  </a:lnTo>
                  <a:lnTo>
                    <a:pt x="57531" y="270510"/>
                  </a:lnTo>
                  <a:lnTo>
                    <a:pt x="33242" y="304180"/>
                  </a:lnTo>
                  <a:lnTo>
                    <a:pt x="6096" y="335280"/>
                  </a:lnTo>
                  <a:lnTo>
                    <a:pt x="0" y="332231"/>
                  </a:lnTo>
                  <a:lnTo>
                    <a:pt x="26359" y="291071"/>
                  </a:lnTo>
                  <a:lnTo>
                    <a:pt x="48841" y="249838"/>
                  </a:lnTo>
                  <a:lnTo>
                    <a:pt x="67592" y="208458"/>
                  </a:lnTo>
                  <a:lnTo>
                    <a:pt x="82759" y="166859"/>
                  </a:lnTo>
                  <a:lnTo>
                    <a:pt x="94488" y="124968"/>
                  </a:lnTo>
                  <a:lnTo>
                    <a:pt x="68580" y="124968"/>
                  </a:lnTo>
                  <a:lnTo>
                    <a:pt x="57411" y="125277"/>
                  </a:lnTo>
                  <a:lnTo>
                    <a:pt x="46672" y="126301"/>
                  </a:lnTo>
                  <a:lnTo>
                    <a:pt x="36218" y="128182"/>
                  </a:lnTo>
                  <a:lnTo>
                    <a:pt x="25908" y="131064"/>
                  </a:lnTo>
                  <a:lnTo>
                    <a:pt x="10668" y="114300"/>
                  </a:lnTo>
                  <a:lnTo>
                    <a:pt x="97536" y="114300"/>
                  </a:lnTo>
                  <a:close/>
                </a:path>
              </a:pathLst>
            </a:custGeom>
            <a:ln w="12191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56" name="object 56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5280660" y="3000755"/>
              <a:ext cx="858011" cy="422148"/>
            </a:xfrm>
            <a:prstGeom prst="rect">
              <a:avLst/>
            </a:prstGeom>
          </p:spPr>
        </p:pic>
      </p:grpSp>
      <p:grpSp>
        <p:nvGrpSpPr>
          <p:cNvPr id="57" name="object 57"/>
          <p:cNvGrpSpPr/>
          <p:nvPr/>
        </p:nvGrpSpPr>
        <p:grpSpPr>
          <a:xfrm>
            <a:off x="6182867" y="2997708"/>
            <a:ext cx="859790" cy="422275"/>
            <a:chOff x="6182867" y="2997708"/>
            <a:chExt cx="859790" cy="422275"/>
          </a:xfrm>
        </p:grpSpPr>
        <p:sp>
          <p:nvSpPr>
            <p:cNvPr id="58" name="object 58"/>
            <p:cNvSpPr/>
            <p:nvPr/>
          </p:nvSpPr>
          <p:spPr>
            <a:xfrm>
              <a:off x="6188964" y="3003803"/>
              <a:ext cx="405765" cy="410209"/>
            </a:xfrm>
            <a:custGeom>
              <a:avLst/>
              <a:gdLst/>
              <a:ahLst/>
              <a:cxnLst/>
              <a:rect l="l" t="t" r="r" b="b"/>
              <a:pathLst>
                <a:path w="405765" h="410210">
                  <a:moveTo>
                    <a:pt x="234696" y="91440"/>
                  </a:moveTo>
                  <a:lnTo>
                    <a:pt x="224028" y="91440"/>
                  </a:lnTo>
                  <a:lnTo>
                    <a:pt x="230647" y="81724"/>
                  </a:lnTo>
                  <a:lnTo>
                    <a:pt x="236982" y="70866"/>
                  </a:lnTo>
                  <a:lnTo>
                    <a:pt x="256222" y="32575"/>
                  </a:lnTo>
                  <a:lnTo>
                    <a:pt x="268223" y="0"/>
                  </a:lnTo>
                  <a:lnTo>
                    <a:pt x="303276" y="25908"/>
                  </a:lnTo>
                  <a:lnTo>
                    <a:pt x="296156" y="29051"/>
                  </a:lnTo>
                  <a:lnTo>
                    <a:pt x="288607" y="33909"/>
                  </a:lnTo>
                  <a:lnTo>
                    <a:pt x="280773" y="40481"/>
                  </a:lnTo>
                  <a:lnTo>
                    <a:pt x="272796" y="48768"/>
                  </a:lnTo>
                  <a:lnTo>
                    <a:pt x="263628" y="57578"/>
                  </a:lnTo>
                  <a:lnTo>
                    <a:pt x="254317" y="67818"/>
                  </a:lnTo>
                  <a:lnTo>
                    <a:pt x="244721" y="79200"/>
                  </a:lnTo>
                  <a:lnTo>
                    <a:pt x="234696" y="91440"/>
                  </a:lnTo>
                  <a:close/>
                </a:path>
                <a:path w="405765" h="410210">
                  <a:moveTo>
                    <a:pt x="155448" y="82296"/>
                  </a:moveTo>
                  <a:lnTo>
                    <a:pt x="150876" y="82296"/>
                  </a:lnTo>
                  <a:lnTo>
                    <a:pt x="146304" y="76200"/>
                  </a:lnTo>
                  <a:lnTo>
                    <a:pt x="140208" y="62484"/>
                  </a:lnTo>
                  <a:lnTo>
                    <a:pt x="134540" y="48768"/>
                  </a:lnTo>
                  <a:lnTo>
                    <a:pt x="126873" y="35052"/>
                  </a:lnTo>
                  <a:lnTo>
                    <a:pt x="117490" y="21336"/>
                  </a:lnTo>
                  <a:lnTo>
                    <a:pt x="106680" y="7620"/>
                  </a:lnTo>
                  <a:lnTo>
                    <a:pt x="109728" y="3048"/>
                  </a:lnTo>
                  <a:lnTo>
                    <a:pt x="142946" y="24264"/>
                  </a:lnTo>
                  <a:lnTo>
                    <a:pt x="169149" y="57578"/>
                  </a:lnTo>
                  <a:lnTo>
                    <a:pt x="169164" y="67056"/>
                  </a:lnTo>
                  <a:lnTo>
                    <a:pt x="166116" y="73152"/>
                  </a:lnTo>
                  <a:lnTo>
                    <a:pt x="158496" y="80772"/>
                  </a:lnTo>
                  <a:lnTo>
                    <a:pt x="155448" y="82296"/>
                  </a:lnTo>
                  <a:close/>
                </a:path>
                <a:path w="405765" h="410210">
                  <a:moveTo>
                    <a:pt x="64008" y="271272"/>
                  </a:moveTo>
                  <a:lnTo>
                    <a:pt x="64889" y="246387"/>
                  </a:lnTo>
                  <a:lnTo>
                    <a:pt x="65341" y="221932"/>
                  </a:lnTo>
                  <a:lnTo>
                    <a:pt x="65508" y="197762"/>
                  </a:lnTo>
                  <a:lnTo>
                    <a:pt x="65508" y="148851"/>
                  </a:lnTo>
                  <a:lnTo>
                    <a:pt x="65341" y="124396"/>
                  </a:lnTo>
                  <a:lnTo>
                    <a:pt x="64889" y="100226"/>
                  </a:lnTo>
                  <a:lnTo>
                    <a:pt x="64008" y="76200"/>
                  </a:lnTo>
                  <a:lnTo>
                    <a:pt x="92964" y="91440"/>
                  </a:lnTo>
                  <a:lnTo>
                    <a:pt x="339617" y="91440"/>
                  </a:lnTo>
                  <a:lnTo>
                    <a:pt x="345948" y="96012"/>
                  </a:lnTo>
                  <a:lnTo>
                    <a:pt x="338328" y="102108"/>
                  </a:lnTo>
                  <a:lnTo>
                    <a:pt x="89916" y="102108"/>
                  </a:lnTo>
                  <a:lnTo>
                    <a:pt x="89916" y="160020"/>
                  </a:lnTo>
                  <a:lnTo>
                    <a:pt x="330744" y="160020"/>
                  </a:lnTo>
                  <a:lnTo>
                    <a:pt x="330782" y="169164"/>
                  </a:lnTo>
                  <a:lnTo>
                    <a:pt x="89916" y="169164"/>
                  </a:lnTo>
                  <a:lnTo>
                    <a:pt x="89916" y="228600"/>
                  </a:lnTo>
                  <a:lnTo>
                    <a:pt x="331419" y="228600"/>
                  </a:lnTo>
                  <a:lnTo>
                    <a:pt x="331856" y="239268"/>
                  </a:lnTo>
                  <a:lnTo>
                    <a:pt x="89916" y="239268"/>
                  </a:lnTo>
                  <a:lnTo>
                    <a:pt x="89916" y="260603"/>
                  </a:lnTo>
                  <a:lnTo>
                    <a:pt x="64008" y="271272"/>
                  </a:lnTo>
                  <a:close/>
                </a:path>
                <a:path w="405765" h="410210">
                  <a:moveTo>
                    <a:pt x="339617" y="91440"/>
                  </a:moveTo>
                  <a:lnTo>
                    <a:pt x="304799" y="91440"/>
                  </a:lnTo>
                  <a:lnTo>
                    <a:pt x="318516" y="76200"/>
                  </a:lnTo>
                  <a:lnTo>
                    <a:pt x="339617" y="91440"/>
                  </a:lnTo>
                  <a:close/>
                </a:path>
                <a:path w="405765" h="410210">
                  <a:moveTo>
                    <a:pt x="208788" y="160020"/>
                  </a:moveTo>
                  <a:lnTo>
                    <a:pt x="184404" y="160020"/>
                  </a:lnTo>
                  <a:lnTo>
                    <a:pt x="184404" y="102108"/>
                  </a:lnTo>
                  <a:lnTo>
                    <a:pt x="208788" y="102108"/>
                  </a:lnTo>
                  <a:lnTo>
                    <a:pt x="208788" y="160020"/>
                  </a:lnTo>
                  <a:close/>
                </a:path>
                <a:path w="405765" h="410210">
                  <a:moveTo>
                    <a:pt x="330744" y="160020"/>
                  </a:moveTo>
                  <a:lnTo>
                    <a:pt x="307847" y="160020"/>
                  </a:lnTo>
                  <a:lnTo>
                    <a:pt x="307847" y="102108"/>
                  </a:lnTo>
                  <a:lnTo>
                    <a:pt x="338328" y="102108"/>
                  </a:lnTo>
                  <a:lnTo>
                    <a:pt x="330708" y="108204"/>
                  </a:lnTo>
                  <a:lnTo>
                    <a:pt x="330744" y="160020"/>
                  </a:lnTo>
                  <a:close/>
                </a:path>
                <a:path w="405765" h="410210">
                  <a:moveTo>
                    <a:pt x="208788" y="228600"/>
                  </a:moveTo>
                  <a:lnTo>
                    <a:pt x="184404" y="228600"/>
                  </a:lnTo>
                  <a:lnTo>
                    <a:pt x="184404" y="169164"/>
                  </a:lnTo>
                  <a:lnTo>
                    <a:pt x="208788" y="169164"/>
                  </a:lnTo>
                  <a:lnTo>
                    <a:pt x="208788" y="228600"/>
                  </a:lnTo>
                  <a:close/>
                </a:path>
                <a:path w="405765" h="410210">
                  <a:moveTo>
                    <a:pt x="331419" y="228600"/>
                  </a:moveTo>
                  <a:lnTo>
                    <a:pt x="307847" y="228600"/>
                  </a:lnTo>
                  <a:lnTo>
                    <a:pt x="307847" y="169164"/>
                  </a:lnTo>
                  <a:lnTo>
                    <a:pt x="330782" y="169164"/>
                  </a:lnTo>
                  <a:lnTo>
                    <a:pt x="330915" y="197762"/>
                  </a:lnTo>
                  <a:lnTo>
                    <a:pt x="331350" y="226933"/>
                  </a:lnTo>
                  <a:lnTo>
                    <a:pt x="331419" y="228600"/>
                  </a:lnTo>
                  <a:close/>
                </a:path>
                <a:path w="405765" h="410210">
                  <a:moveTo>
                    <a:pt x="208788" y="292608"/>
                  </a:moveTo>
                  <a:lnTo>
                    <a:pt x="184404" y="292608"/>
                  </a:lnTo>
                  <a:lnTo>
                    <a:pt x="184404" y="239268"/>
                  </a:lnTo>
                  <a:lnTo>
                    <a:pt x="208788" y="239268"/>
                  </a:lnTo>
                  <a:lnTo>
                    <a:pt x="208788" y="292608"/>
                  </a:lnTo>
                  <a:close/>
                </a:path>
                <a:path w="405765" h="410210">
                  <a:moveTo>
                    <a:pt x="307847" y="259080"/>
                  </a:moveTo>
                  <a:lnTo>
                    <a:pt x="307847" y="239268"/>
                  </a:lnTo>
                  <a:lnTo>
                    <a:pt x="331856" y="239268"/>
                  </a:lnTo>
                  <a:lnTo>
                    <a:pt x="332232" y="248412"/>
                  </a:lnTo>
                  <a:lnTo>
                    <a:pt x="307847" y="259080"/>
                  </a:lnTo>
                  <a:close/>
                </a:path>
                <a:path w="405765" h="410210">
                  <a:moveTo>
                    <a:pt x="13716" y="307848"/>
                  </a:moveTo>
                  <a:lnTo>
                    <a:pt x="0" y="292608"/>
                  </a:lnTo>
                  <a:lnTo>
                    <a:pt x="339852" y="292608"/>
                  </a:lnTo>
                  <a:lnTo>
                    <a:pt x="367284" y="265176"/>
                  </a:lnTo>
                  <a:lnTo>
                    <a:pt x="405384" y="303276"/>
                  </a:lnTo>
                  <a:lnTo>
                    <a:pt x="36576" y="303276"/>
                  </a:lnTo>
                  <a:lnTo>
                    <a:pt x="13716" y="307848"/>
                  </a:lnTo>
                  <a:close/>
                </a:path>
                <a:path w="405765" h="410210">
                  <a:moveTo>
                    <a:pt x="182880" y="409956"/>
                  </a:moveTo>
                  <a:lnTo>
                    <a:pt x="183761" y="380214"/>
                  </a:lnTo>
                  <a:lnTo>
                    <a:pt x="184213" y="352615"/>
                  </a:lnTo>
                  <a:lnTo>
                    <a:pt x="184322" y="335827"/>
                  </a:lnTo>
                  <a:lnTo>
                    <a:pt x="184404" y="303276"/>
                  </a:lnTo>
                  <a:lnTo>
                    <a:pt x="208788" y="303276"/>
                  </a:lnTo>
                  <a:lnTo>
                    <a:pt x="208811" y="335827"/>
                  </a:lnTo>
                  <a:lnTo>
                    <a:pt x="208978" y="362521"/>
                  </a:lnTo>
                  <a:lnTo>
                    <a:pt x="209430" y="383214"/>
                  </a:lnTo>
                  <a:lnTo>
                    <a:pt x="210312" y="397764"/>
                  </a:lnTo>
                  <a:lnTo>
                    <a:pt x="182880" y="409956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59" name="object 59"/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6272784" y="3000756"/>
              <a:ext cx="230124" cy="237743"/>
            </a:xfrm>
            <a:prstGeom prst="rect">
              <a:avLst/>
            </a:prstGeom>
          </p:spPr>
        </p:pic>
        <p:sp>
          <p:nvSpPr>
            <p:cNvPr id="60" name="object 60"/>
            <p:cNvSpPr/>
            <p:nvPr/>
          </p:nvSpPr>
          <p:spPr>
            <a:xfrm>
              <a:off x="6188963" y="3003804"/>
              <a:ext cx="405765" cy="410209"/>
            </a:xfrm>
            <a:custGeom>
              <a:avLst/>
              <a:gdLst/>
              <a:ahLst/>
              <a:cxnLst/>
              <a:rect l="l" t="t" r="r" b="b"/>
              <a:pathLst>
                <a:path w="405765" h="410210">
                  <a:moveTo>
                    <a:pt x="208787" y="303275"/>
                  </a:moveTo>
                  <a:lnTo>
                    <a:pt x="208811" y="335827"/>
                  </a:lnTo>
                  <a:lnTo>
                    <a:pt x="208978" y="362521"/>
                  </a:lnTo>
                  <a:lnTo>
                    <a:pt x="209430" y="383214"/>
                  </a:lnTo>
                  <a:lnTo>
                    <a:pt x="210311" y="397763"/>
                  </a:lnTo>
                  <a:lnTo>
                    <a:pt x="182879" y="409955"/>
                  </a:lnTo>
                  <a:lnTo>
                    <a:pt x="183761" y="380214"/>
                  </a:lnTo>
                  <a:lnTo>
                    <a:pt x="184213" y="352615"/>
                  </a:lnTo>
                  <a:lnTo>
                    <a:pt x="184380" y="327017"/>
                  </a:lnTo>
                  <a:lnTo>
                    <a:pt x="184403" y="303275"/>
                  </a:lnTo>
                  <a:lnTo>
                    <a:pt x="36575" y="303275"/>
                  </a:lnTo>
                  <a:lnTo>
                    <a:pt x="13715" y="307847"/>
                  </a:lnTo>
                  <a:lnTo>
                    <a:pt x="0" y="292607"/>
                  </a:lnTo>
                  <a:lnTo>
                    <a:pt x="184403" y="292607"/>
                  </a:lnTo>
                  <a:lnTo>
                    <a:pt x="184403" y="239267"/>
                  </a:lnTo>
                  <a:lnTo>
                    <a:pt x="89915" y="239267"/>
                  </a:lnTo>
                  <a:lnTo>
                    <a:pt x="89915" y="260603"/>
                  </a:lnTo>
                  <a:lnTo>
                    <a:pt x="64007" y="271271"/>
                  </a:lnTo>
                  <a:lnTo>
                    <a:pt x="64889" y="246387"/>
                  </a:lnTo>
                  <a:lnTo>
                    <a:pt x="65341" y="221932"/>
                  </a:lnTo>
                  <a:lnTo>
                    <a:pt x="65508" y="197762"/>
                  </a:lnTo>
                  <a:lnTo>
                    <a:pt x="65531" y="173735"/>
                  </a:lnTo>
                  <a:lnTo>
                    <a:pt x="65508" y="148851"/>
                  </a:lnTo>
                  <a:lnTo>
                    <a:pt x="65341" y="124396"/>
                  </a:lnTo>
                  <a:lnTo>
                    <a:pt x="64889" y="100226"/>
                  </a:lnTo>
                  <a:lnTo>
                    <a:pt x="64007" y="76199"/>
                  </a:lnTo>
                  <a:lnTo>
                    <a:pt x="92963" y="91439"/>
                  </a:lnTo>
                  <a:lnTo>
                    <a:pt x="224027" y="91439"/>
                  </a:lnTo>
                  <a:lnTo>
                    <a:pt x="230647" y="81724"/>
                  </a:lnTo>
                  <a:lnTo>
                    <a:pt x="249936" y="45719"/>
                  </a:lnTo>
                  <a:lnTo>
                    <a:pt x="265366" y="9715"/>
                  </a:lnTo>
                  <a:lnTo>
                    <a:pt x="268223" y="0"/>
                  </a:lnTo>
                  <a:lnTo>
                    <a:pt x="303275" y="25907"/>
                  </a:lnTo>
                  <a:lnTo>
                    <a:pt x="296156" y="29051"/>
                  </a:lnTo>
                  <a:lnTo>
                    <a:pt x="288607" y="33909"/>
                  </a:lnTo>
                  <a:lnTo>
                    <a:pt x="280773" y="40481"/>
                  </a:lnTo>
                  <a:lnTo>
                    <a:pt x="272795" y="48768"/>
                  </a:lnTo>
                  <a:lnTo>
                    <a:pt x="263628" y="57578"/>
                  </a:lnTo>
                  <a:lnTo>
                    <a:pt x="254317" y="67818"/>
                  </a:lnTo>
                  <a:lnTo>
                    <a:pt x="244721" y="79200"/>
                  </a:lnTo>
                  <a:lnTo>
                    <a:pt x="234695" y="91439"/>
                  </a:lnTo>
                  <a:lnTo>
                    <a:pt x="304800" y="91439"/>
                  </a:lnTo>
                  <a:lnTo>
                    <a:pt x="318516" y="76199"/>
                  </a:lnTo>
                  <a:lnTo>
                    <a:pt x="345948" y="96011"/>
                  </a:lnTo>
                  <a:lnTo>
                    <a:pt x="330708" y="108203"/>
                  </a:lnTo>
                  <a:lnTo>
                    <a:pt x="330731" y="157114"/>
                  </a:lnTo>
                  <a:lnTo>
                    <a:pt x="330898" y="196595"/>
                  </a:lnTo>
                  <a:lnTo>
                    <a:pt x="331350" y="226933"/>
                  </a:lnTo>
                  <a:lnTo>
                    <a:pt x="332231" y="248411"/>
                  </a:lnTo>
                  <a:lnTo>
                    <a:pt x="307848" y="259079"/>
                  </a:lnTo>
                  <a:lnTo>
                    <a:pt x="307848" y="239267"/>
                  </a:lnTo>
                  <a:lnTo>
                    <a:pt x="208787" y="239267"/>
                  </a:lnTo>
                  <a:lnTo>
                    <a:pt x="208787" y="292607"/>
                  </a:lnTo>
                  <a:lnTo>
                    <a:pt x="339852" y="292607"/>
                  </a:lnTo>
                  <a:lnTo>
                    <a:pt x="367283" y="265175"/>
                  </a:lnTo>
                  <a:lnTo>
                    <a:pt x="405383" y="303275"/>
                  </a:lnTo>
                  <a:lnTo>
                    <a:pt x="208787" y="303275"/>
                  </a:lnTo>
                  <a:close/>
                </a:path>
              </a:pathLst>
            </a:custGeom>
            <a:ln w="1219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1" name="object 61"/>
            <p:cNvSpPr/>
            <p:nvPr/>
          </p:nvSpPr>
          <p:spPr>
            <a:xfrm>
              <a:off x="6632448" y="3003803"/>
              <a:ext cx="410209" cy="411480"/>
            </a:xfrm>
            <a:custGeom>
              <a:avLst/>
              <a:gdLst/>
              <a:ahLst/>
              <a:cxnLst/>
              <a:rect l="l" t="t" r="r" b="b"/>
              <a:pathLst>
                <a:path w="410209" h="411479">
                  <a:moveTo>
                    <a:pt x="318516" y="60960"/>
                  </a:moveTo>
                  <a:lnTo>
                    <a:pt x="295656" y="60960"/>
                  </a:lnTo>
                  <a:lnTo>
                    <a:pt x="295564" y="39624"/>
                  </a:lnTo>
                  <a:lnTo>
                    <a:pt x="295498" y="33528"/>
                  </a:lnTo>
                  <a:lnTo>
                    <a:pt x="295420" y="28956"/>
                  </a:lnTo>
                  <a:lnTo>
                    <a:pt x="295013" y="15097"/>
                  </a:lnTo>
                  <a:lnTo>
                    <a:pt x="294132" y="0"/>
                  </a:lnTo>
                  <a:lnTo>
                    <a:pt x="333756" y="18288"/>
                  </a:lnTo>
                  <a:lnTo>
                    <a:pt x="318516" y="30480"/>
                  </a:lnTo>
                  <a:lnTo>
                    <a:pt x="318516" y="60960"/>
                  </a:lnTo>
                  <a:close/>
                </a:path>
                <a:path w="410209" h="411479">
                  <a:moveTo>
                    <a:pt x="97536" y="103632"/>
                  </a:moveTo>
                  <a:lnTo>
                    <a:pt x="74676" y="103632"/>
                  </a:lnTo>
                  <a:lnTo>
                    <a:pt x="74612" y="60960"/>
                  </a:lnTo>
                  <a:lnTo>
                    <a:pt x="74489" y="39624"/>
                  </a:lnTo>
                  <a:lnTo>
                    <a:pt x="74066" y="18288"/>
                  </a:lnTo>
                  <a:lnTo>
                    <a:pt x="73944" y="15097"/>
                  </a:lnTo>
                  <a:lnTo>
                    <a:pt x="73152" y="1524"/>
                  </a:lnTo>
                  <a:lnTo>
                    <a:pt x="114300" y="18288"/>
                  </a:lnTo>
                  <a:lnTo>
                    <a:pt x="97536" y="30480"/>
                  </a:lnTo>
                  <a:lnTo>
                    <a:pt x="97536" y="103632"/>
                  </a:lnTo>
                  <a:close/>
                </a:path>
                <a:path w="410209" h="411479">
                  <a:moveTo>
                    <a:pt x="236220" y="60960"/>
                  </a:moveTo>
                  <a:lnTo>
                    <a:pt x="213360" y="60960"/>
                  </a:lnTo>
                  <a:lnTo>
                    <a:pt x="213240" y="39624"/>
                  </a:lnTo>
                  <a:lnTo>
                    <a:pt x="213169" y="33528"/>
                  </a:lnTo>
                  <a:lnTo>
                    <a:pt x="212722" y="18288"/>
                  </a:lnTo>
                  <a:lnTo>
                    <a:pt x="211836" y="1524"/>
                  </a:lnTo>
                  <a:lnTo>
                    <a:pt x="249935" y="18288"/>
                  </a:lnTo>
                  <a:lnTo>
                    <a:pt x="236220" y="28956"/>
                  </a:lnTo>
                  <a:lnTo>
                    <a:pt x="236220" y="60960"/>
                  </a:lnTo>
                  <a:close/>
                </a:path>
                <a:path w="410209" h="411479">
                  <a:moveTo>
                    <a:pt x="153924" y="74676"/>
                  </a:moveTo>
                  <a:lnTo>
                    <a:pt x="140208" y="60960"/>
                  </a:lnTo>
                  <a:lnTo>
                    <a:pt x="353568" y="60960"/>
                  </a:lnTo>
                  <a:lnTo>
                    <a:pt x="373380" y="39624"/>
                  </a:lnTo>
                  <a:lnTo>
                    <a:pt x="405384" y="70104"/>
                  </a:lnTo>
                  <a:lnTo>
                    <a:pt x="170688" y="70104"/>
                  </a:lnTo>
                  <a:lnTo>
                    <a:pt x="153924" y="74676"/>
                  </a:lnTo>
                  <a:close/>
                </a:path>
                <a:path w="410209" h="411479">
                  <a:moveTo>
                    <a:pt x="211836" y="115824"/>
                  </a:moveTo>
                  <a:lnTo>
                    <a:pt x="212717" y="105251"/>
                  </a:lnTo>
                  <a:lnTo>
                    <a:pt x="213169" y="94107"/>
                  </a:lnTo>
                  <a:lnTo>
                    <a:pt x="213248" y="88582"/>
                  </a:lnTo>
                  <a:lnTo>
                    <a:pt x="213360" y="70104"/>
                  </a:lnTo>
                  <a:lnTo>
                    <a:pt x="236220" y="70104"/>
                  </a:lnTo>
                  <a:lnTo>
                    <a:pt x="236220" y="103632"/>
                  </a:lnTo>
                  <a:lnTo>
                    <a:pt x="211836" y="115824"/>
                  </a:lnTo>
                  <a:close/>
                </a:path>
                <a:path w="410209" h="411479">
                  <a:moveTo>
                    <a:pt x="295656" y="112776"/>
                  </a:moveTo>
                  <a:lnTo>
                    <a:pt x="295656" y="70104"/>
                  </a:lnTo>
                  <a:lnTo>
                    <a:pt x="318516" y="70104"/>
                  </a:lnTo>
                  <a:lnTo>
                    <a:pt x="318588" y="82391"/>
                  </a:lnTo>
                  <a:lnTo>
                    <a:pt x="318706" y="88582"/>
                  </a:lnTo>
                  <a:lnTo>
                    <a:pt x="319158" y="96464"/>
                  </a:lnTo>
                  <a:lnTo>
                    <a:pt x="320040" y="103632"/>
                  </a:lnTo>
                  <a:lnTo>
                    <a:pt x="295656" y="112776"/>
                  </a:lnTo>
                  <a:close/>
                </a:path>
                <a:path w="410209" h="411479">
                  <a:moveTo>
                    <a:pt x="15240" y="117348"/>
                  </a:moveTo>
                  <a:lnTo>
                    <a:pt x="1524" y="103632"/>
                  </a:lnTo>
                  <a:lnTo>
                    <a:pt x="115824" y="103632"/>
                  </a:lnTo>
                  <a:lnTo>
                    <a:pt x="137160" y="82295"/>
                  </a:lnTo>
                  <a:lnTo>
                    <a:pt x="169164" y="114300"/>
                  </a:lnTo>
                  <a:lnTo>
                    <a:pt x="30480" y="114300"/>
                  </a:lnTo>
                  <a:lnTo>
                    <a:pt x="15240" y="117348"/>
                  </a:lnTo>
                  <a:close/>
                </a:path>
                <a:path w="410209" h="411479">
                  <a:moveTo>
                    <a:pt x="365106" y="124968"/>
                  </a:moveTo>
                  <a:lnTo>
                    <a:pt x="332232" y="124968"/>
                  </a:lnTo>
                  <a:lnTo>
                    <a:pt x="345948" y="108204"/>
                  </a:lnTo>
                  <a:lnTo>
                    <a:pt x="365106" y="124968"/>
                  </a:lnTo>
                  <a:close/>
                </a:path>
                <a:path w="410209" h="411479">
                  <a:moveTo>
                    <a:pt x="181356" y="262128"/>
                  </a:moveTo>
                  <a:lnTo>
                    <a:pt x="181594" y="239268"/>
                  </a:lnTo>
                  <a:lnTo>
                    <a:pt x="182641" y="200406"/>
                  </a:lnTo>
                  <a:lnTo>
                    <a:pt x="182721" y="195072"/>
                  </a:lnTo>
                  <a:lnTo>
                    <a:pt x="182836" y="181403"/>
                  </a:lnTo>
                  <a:lnTo>
                    <a:pt x="182641" y="167830"/>
                  </a:lnTo>
                  <a:lnTo>
                    <a:pt x="181594" y="131254"/>
                  </a:lnTo>
                  <a:lnTo>
                    <a:pt x="181356" y="111252"/>
                  </a:lnTo>
                  <a:lnTo>
                    <a:pt x="205740" y="124968"/>
                  </a:lnTo>
                  <a:lnTo>
                    <a:pt x="365106" y="124968"/>
                  </a:lnTo>
                  <a:lnTo>
                    <a:pt x="370332" y="129540"/>
                  </a:lnTo>
                  <a:lnTo>
                    <a:pt x="362494" y="135636"/>
                  </a:lnTo>
                  <a:lnTo>
                    <a:pt x="205740" y="135636"/>
                  </a:lnTo>
                  <a:lnTo>
                    <a:pt x="205740" y="175260"/>
                  </a:lnTo>
                  <a:lnTo>
                    <a:pt x="356636" y="175260"/>
                  </a:lnTo>
                  <a:lnTo>
                    <a:pt x="356670" y="185928"/>
                  </a:lnTo>
                  <a:lnTo>
                    <a:pt x="205740" y="185928"/>
                  </a:lnTo>
                  <a:lnTo>
                    <a:pt x="205740" y="227076"/>
                  </a:lnTo>
                  <a:lnTo>
                    <a:pt x="357118" y="227076"/>
                  </a:lnTo>
                  <a:lnTo>
                    <a:pt x="357240" y="233172"/>
                  </a:lnTo>
                  <a:lnTo>
                    <a:pt x="357299" y="234744"/>
                  </a:lnTo>
                  <a:lnTo>
                    <a:pt x="357484" y="237744"/>
                  </a:lnTo>
                  <a:lnTo>
                    <a:pt x="205740" y="237744"/>
                  </a:lnTo>
                  <a:lnTo>
                    <a:pt x="205740" y="251460"/>
                  </a:lnTo>
                  <a:lnTo>
                    <a:pt x="181356" y="262128"/>
                  </a:lnTo>
                  <a:close/>
                </a:path>
                <a:path w="410209" h="411479">
                  <a:moveTo>
                    <a:pt x="3048" y="301752"/>
                  </a:moveTo>
                  <a:lnTo>
                    <a:pt x="0" y="298704"/>
                  </a:lnTo>
                  <a:lnTo>
                    <a:pt x="24264" y="255317"/>
                  </a:lnTo>
                  <a:lnTo>
                    <a:pt x="44386" y="209931"/>
                  </a:lnTo>
                  <a:lnTo>
                    <a:pt x="60221" y="162829"/>
                  </a:lnTo>
                  <a:lnTo>
                    <a:pt x="71628" y="114300"/>
                  </a:lnTo>
                  <a:lnTo>
                    <a:pt x="97536" y="114300"/>
                  </a:lnTo>
                  <a:lnTo>
                    <a:pt x="97536" y="156972"/>
                  </a:lnTo>
                  <a:lnTo>
                    <a:pt x="115228" y="166449"/>
                  </a:lnTo>
                  <a:lnTo>
                    <a:pt x="117317" y="167640"/>
                  </a:lnTo>
                  <a:lnTo>
                    <a:pt x="97536" y="167640"/>
                  </a:lnTo>
                  <a:lnTo>
                    <a:pt x="97539" y="187452"/>
                  </a:lnTo>
                  <a:lnTo>
                    <a:pt x="74676" y="187452"/>
                  </a:lnTo>
                  <a:lnTo>
                    <a:pt x="60912" y="217741"/>
                  </a:lnTo>
                  <a:lnTo>
                    <a:pt x="44577" y="246888"/>
                  </a:lnTo>
                  <a:lnTo>
                    <a:pt x="25384" y="274891"/>
                  </a:lnTo>
                  <a:lnTo>
                    <a:pt x="3048" y="301752"/>
                  </a:lnTo>
                  <a:close/>
                </a:path>
                <a:path w="410209" h="411479">
                  <a:moveTo>
                    <a:pt x="356636" y="175260"/>
                  </a:moveTo>
                  <a:lnTo>
                    <a:pt x="333756" y="175260"/>
                  </a:lnTo>
                  <a:lnTo>
                    <a:pt x="333756" y="135636"/>
                  </a:lnTo>
                  <a:lnTo>
                    <a:pt x="362494" y="135636"/>
                  </a:lnTo>
                  <a:lnTo>
                    <a:pt x="356616" y="140208"/>
                  </a:lnTo>
                  <a:lnTo>
                    <a:pt x="356636" y="175260"/>
                  </a:lnTo>
                  <a:close/>
                </a:path>
                <a:path w="410209" h="411479">
                  <a:moveTo>
                    <a:pt x="146304" y="236220"/>
                  </a:moveTo>
                  <a:lnTo>
                    <a:pt x="140208" y="236220"/>
                  </a:lnTo>
                  <a:lnTo>
                    <a:pt x="137160" y="230124"/>
                  </a:lnTo>
                  <a:lnTo>
                    <a:pt x="132588" y="216408"/>
                  </a:lnTo>
                  <a:lnTo>
                    <a:pt x="125396" y="203001"/>
                  </a:lnTo>
                  <a:lnTo>
                    <a:pt x="117348" y="190309"/>
                  </a:lnTo>
                  <a:lnTo>
                    <a:pt x="108156" y="178474"/>
                  </a:lnTo>
                  <a:lnTo>
                    <a:pt x="97536" y="167640"/>
                  </a:lnTo>
                  <a:lnTo>
                    <a:pt x="117317" y="167640"/>
                  </a:lnTo>
                  <a:lnTo>
                    <a:pt x="152400" y="195072"/>
                  </a:lnTo>
                  <a:lnTo>
                    <a:pt x="156972" y="202692"/>
                  </a:lnTo>
                  <a:lnTo>
                    <a:pt x="156972" y="214884"/>
                  </a:lnTo>
                  <a:lnTo>
                    <a:pt x="155448" y="219456"/>
                  </a:lnTo>
                  <a:lnTo>
                    <a:pt x="152400" y="227076"/>
                  </a:lnTo>
                  <a:lnTo>
                    <a:pt x="149352" y="233172"/>
                  </a:lnTo>
                  <a:lnTo>
                    <a:pt x="146304" y="236220"/>
                  </a:lnTo>
                  <a:close/>
                </a:path>
                <a:path w="410209" h="411479">
                  <a:moveTo>
                    <a:pt x="357118" y="227076"/>
                  </a:moveTo>
                  <a:lnTo>
                    <a:pt x="333756" y="227076"/>
                  </a:lnTo>
                  <a:lnTo>
                    <a:pt x="333756" y="185928"/>
                  </a:lnTo>
                  <a:lnTo>
                    <a:pt x="356670" y="185928"/>
                  </a:lnTo>
                  <a:lnTo>
                    <a:pt x="356761" y="203001"/>
                  </a:lnTo>
                  <a:lnTo>
                    <a:pt x="356875" y="214884"/>
                  </a:lnTo>
                  <a:lnTo>
                    <a:pt x="357118" y="227076"/>
                  </a:lnTo>
                  <a:close/>
                </a:path>
                <a:path w="410209" h="411479">
                  <a:moveTo>
                    <a:pt x="73152" y="409956"/>
                  </a:moveTo>
                  <a:lnTo>
                    <a:pt x="73998" y="375094"/>
                  </a:lnTo>
                  <a:lnTo>
                    <a:pt x="74468" y="326326"/>
                  </a:lnTo>
                  <a:lnTo>
                    <a:pt x="74551" y="299847"/>
                  </a:lnTo>
                  <a:lnTo>
                    <a:pt x="74676" y="187452"/>
                  </a:lnTo>
                  <a:lnTo>
                    <a:pt x="97539" y="187452"/>
                  </a:lnTo>
                  <a:lnTo>
                    <a:pt x="97633" y="291535"/>
                  </a:lnTo>
                  <a:lnTo>
                    <a:pt x="97875" y="338780"/>
                  </a:lnTo>
                  <a:lnTo>
                    <a:pt x="99060" y="399288"/>
                  </a:lnTo>
                  <a:lnTo>
                    <a:pt x="73152" y="409956"/>
                  </a:lnTo>
                  <a:close/>
                </a:path>
                <a:path w="410209" h="411479">
                  <a:moveTo>
                    <a:pt x="268224" y="288036"/>
                  </a:moveTo>
                  <a:lnTo>
                    <a:pt x="243840" y="288036"/>
                  </a:lnTo>
                  <a:lnTo>
                    <a:pt x="244983" y="278034"/>
                  </a:lnTo>
                  <a:lnTo>
                    <a:pt x="246126" y="266319"/>
                  </a:lnTo>
                  <a:lnTo>
                    <a:pt x="247376" y="251460"/>
                  </a:lnTo>
                  <a:lnTo>
                    <a:pt x="248412" y="237744"/>
                  </a:lnTo>
                  <a:lnTo>
                    <a:pt x="272795" y="237744"/>
                  </a:lnTo>
                  <a:lnTo>
                    <a:pt x="271652" y="249459"/>
                  </a:lnTo>
                  <a:lnTo>
                    <a:pt x="270103" y="266319"/>
                  </a:lnTo>
                  <a:lnTo>
                    <a:pt x="269342" y="274891"/>
                  </a:lnTo>
                  <a:lnTo>
                    <a:pt x="268224" y="288036"/>
                  </a:lnTo>
                  <a:close/>
                </a:path>
                <a:path w="410209" h="411479">
                  <a:moveTo>
                    <a:pt x="333756" y="259080"/>
                  </a:moveTo>
                  <a:lnTo>
                    <a:pt x="333756" y="237744"/>
                  </a:lnTo>
                  <a:lnTo>
                    <a:pt x="357484" y="237744"/>
                  </a:lnTo>
                  <a:lnTo>
                    <a:pt x="358140" y="248412"/>
                  </a:lnTo>
                  <a:lnTo>
                    <a:pt x="333756" y="259080"/>
                  </a:lnTo>
                  <a:close/>
                </a:path>
                <a:path w="410209" h="411479">
                  <a:moveTo>
                    <a:pt x="140208" y="303276"/>
                  </a:moveTo>
                  <a:lnTo>
                    <a:pt x="124968" y="288036"/>
                  </a:lnTo>
                  <a:lnTo>
                    <a:pt x="355092" y="288036"/>
                  </a:lnTo>
                  <a:lnTo>
                    <a:pt x="377952" y="265176"/>
                  </a:lnTo>
                  <a:lnTo>
                    <a:pt x="409956" y="298704"/>
                  </a:lnTo>
                  <a:lnTo>
                    <a:pt x="182880" y="298704"/>
                  </a:lnTo>
                  <a:lnTo>
                    <a:pt x="171711" y="298989"/>
                  </a:lnTo>
                  <a:lnTo>
                    <a:pt x="160972" y="299847"/>
                  </a:lnTo>
                  <a:lnTo>
                    <a:pt x="150518" y="301275"/>
                  </a:lnTo>
                  <a:lnTo>
                    <a:pt x="140208" y="303276"/>
                  </a:lnTo>
                  <a:close/>
                </a:path>
                <a:path w="410209" h="411479">
                  <a:moveTo>
                    <a:pt x="114300" y="411480"/>
                  </a:moveTo>
                  <a:lnTo>
                    <a:pt x="112776" y="406908"/>
                  </a:lnTo>
                  <a:lnTo>
                    <a:pt x="139636" y="398954"/>
                  </a:lnTo>
                  <a:lnTo>
                    <a:pt x="163068" y="389001"/>
                  </a:lnTo>
                  <a:lnTo>
                    <a:pt x="199644" y="364236"/>
                  </a:lnTo>
                  <a:lnTo>
                    <a:pt x="224980" y="333184"/>
                  </a:lnTo>
                  <a:lnTo>
                    <a:pt x="242316" y="298704"/>
                  </a:lnTo>
                  <a:lnTo>
                    <a:pt x="266700" y="298704"/>
                  </a:lnTo>
                  <a:lnTo>
                    <a:pt x="246102" y="341828"/>
                  </a:lnTo>
                  <a:lnTo>
                    <a:pt x="213931" y="375094"/>
                  </a:lnTo>
                  <a:lnTo>
                    <a:pt x="170045" y="398359"/>
                  </a:lnTo>
                  <a:lnTo>
                    <a:pt x="114300" y="411480"/>
                  </a:lnTo>
                  <a:close/>
                </a:path>
                <a:path w="410209" h="411479">
                  <a:moveTo>
                    <a:pt x="374904" y="403860"/>
                  </a:moveTo>
                  <a:lnTo>
                    <a:pt x="343519" y="387858"/>
                  </a:lnTo>
                  <a:lnTo>
                    <a:pt x="315849" y="364998"/>
                  </a:lnTo>
                  <a:lnTo>
                    <a:pt x="292179" y="335280"/>
                  </a:lnTo>
                  <a:lnTo>
                    <a:pt x="272795" y="298704"/>
                  </a:lnTo>
                  <a:lnTo>
                    <a:pt x="281940" y="298704"/>
                  </a:lnTo>
                  <a:lnTo>
                    <a:pt x="291917" y="313015"/>
                  </a:lnTo>
                  <a:lnTo>
                    <a:pt x="303466" y="326326"/>
                  </a:lnTo>
                  <a:lnTo>
                    <a:pt x="347567" y="359902"/>
                  </a:lnTo>
                  <a:lnTo>
                    <a:pt x="386429" y="372379"/>
                  </a:lnTo>
                  <a:lnTo>
                    <a:pt x="408432" y="374904"/>
                  </a:lnTo>
                  <a:lnTo>
                    <a:pt x="408432" y="382524"/>
                  </a:lnTo>
                  <a:lnTo>
                    <a:pt x="397835" y="384786"/>
                  </a:lnTo>
                  <a:lnTo>
                    <a:pt x="388810" y="389191"/>
                  </a:lnTo>
                  <a:lnTo>
                    <a:pt x="381214" y="395597"/>
                  </a:lnTo>
                  <a:lnTo>
                    <a:pt x="374904" y="40386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62" name="object 62"/>
          <p:cNvSpPr/>
          <p:nvPr/>
        </p:nvSpPr>
        <p:spPr>
          <a:xfrm>
            <a:off x="7092695" y="3006852"/>
            <a:ext cx="386080" cy="390525"/>
          </a:xfrm>
          <a:custGeom>
            <a:avLst/>
            <a:gdLst/>
            <a:ahLst/>
            <a:cxnLst/>
            <a:rect l="l" t="t" r="r" b="b"/>
            <a:pathLst>
              <a:path w="386079" h="390525">
                <a:moveTo>
                  <a:pt x="354667" y="220027"/>
                </a:moveTo>
                <a:lnTo>
                  <a:pt x="313824" y="220027"/>
                </a:lnTo>
                <a:lnTo>
                  <a:pt x="321564" y="219456"/>
                </a:lnTo>
                <a:lnTo>
                  <a:pt x="329184" y="219456"/>
                </a:lnTo>
                <a:lnTo>
                  <a:pt x="332232" y="211836"/>
                </a:lnTo>
                <a:lnTo>
                  <a:pt x="332219" y="47244"/>
                </a:lnTo>
                <a:lnTo>
                  <a:pt x="330708" y="0"/>
                </a:lnTo>
                <a:lnTo>
                  <a:pt x="367284" y="16764"/>
                </a:lnTo>
                <a:lnTo>
                  <a:pt x="355092" y="28956"/>
                </a:lnTo>
                <a:lnTo>
                  <a:pt x="354976" y="211836"/>
                </a:lnTo>
                <a:lnTo>
                  <a:pt x="354667" y="220027"/>
                </a:lnTo>
                <a:close/>
              </a:path>
              <a:path w="386079" h="390525">
                <a:moveTo>
                  <a:pt x="33528" y="47244"/>
                </a:moveTo>
                <a:lnTo>
                  <a:pt x="19812" y="33528"/>
                </a:lnTo>
                <a:lnTo>
                  <a:pt x="178308" y="33528"/>
                </a:lnTo>
                <a:lnTo>
                  <a:pt x="198120" y="12192"/>
                </a:lnTo>
                <a:lnTo>
                  <a:pt x="230124" y="42671"/>
                </a:lnTo>
                <a:lnTo>
                  <a:pt x="54864" y="42671"/>
                </a:lnTo>
                <a:lnTo>
                  <a:pt x="33528" y="47244"/>
                </a:lnTo>
                <a:close/>
              </a:path>
              <a:path w="386079" h="390525">
                <a:moveTo>
                  <a:pt x="99060" y="115824"/>
                </a:moveTo>
                <a:lnTo>
                  <a:pt x="77724" y="115824"/>
                </a:lnTo>
                <a:lnTo>
                  <a:pt x="77724" y="42671"/>
                </a:lnTo>
                <a:lnTo>
                  <a:pt x="99060" y="42671"/>
                </a:lnTo>
                <a:lnTo>
                  <a:pt x="99060" y="115824"/>
                </a:lnTo>
                <a:close/>
              </a:path>
              <a:path w="386079" h="390525">
                <a:moveTo>
                  <a:pt x="172212" y="115824"/>
                </a:moveTo>
                <a:lnTo>
                  <a:pt x="149352" y="115824"/>
                </a:lnTo>
                <a:lnTo>
                  <a:pt x="149352" y="42671"/>
                </a:lnTo>
                <a:lnTo>
                  <a:pt x="172212" y="42671"/>
                </a:lnTo>
                <a:lnTo>
                  <a:pt x="172212" y="115824"/>
                </a:lnTo>
                <a:close/>
              </a:path>
              <a:path w="386079" h="390525">
                <a:moveTo>
                  <a:pt x="259080" y="187452"/>
                </a:moveTo>
                <a:lnTo>
                  <a:pt x="260261" y="166782"/>
                </a:lnTo>
                <a:lnTo>
                  <a:pt x="261175" y="148590"/>
                </a:lnTo>
                <a:lnTo>
                  <a:pt x="261846" y="129706"/>
                </a:lnTo>
                <a:lnTo>
                  <a:pt x="262128" y="109728"/>
                </a:lnTo>
                <a:lnTo>
                  <a:pt x="261866" y="91106"/>
                </a:lnTo>
                <a:lnTo>
                  <a:pt x="261175" y="73913"/>
                </a:lnTo>
                <a:lnTo>
                  <a:pt x="260199" y="57864"/>
                </a:lnTo>
                <a:lnTo>
                  <a:pt x="259080" y="42671"/>
                </a:lnTo>
                <a:lnTo>
                  <a:pt x="295656" y="57912"/>
                </a:lnTo>
                <a:lnTo>
                  <a:pt x="283464" y="70104"/>
                </a:lnTo>
                <a:lnTo>
                  <a:pt x="283464" y="178308"/>
                </a:lnTo>
                <a:lnTo>
                  <a:pt x="259080" y="187452"/>
                </a:lnTo>
                <a:close/>
              </a:path>
              <a:path w="386079" h="390525">
                <a:moveTo>
                  <a:pt x="18288" y="132588"/>
                </a:moveTo>
                <a:lnTo>
                  <a:pt x="1524" y="115824"/>
                </a:lnTo>
                <a:lnTo>
                  <a:pt x="192024" y="115824"/>
                </a:lnTo>
                <a:lnTo>
                  <a:pt x="214884" y="92964"/>
                </a:lnTo>
                <a:lnTo>
                  <a:pt x="246888" y="126492"/>
                </a:lnTo>
                <a:lnTo>
                  <a:pt x="59436" y="126492"/>
                </a:lnTo>
                <a:lnTo>
                  <a:pt x="48291" y="126801"/>
                </a:lnTo>
                <a:lnTo>
                  <a:pt x="37719" y="127825"/>
                </a:lnTo>
                <a:lnTo>
                  <a:pt x="27717" y="129706"/>
                </a:lnTo>
                <a:lnTo>
                  <a:pt x="18288" y="132588"/>
                </a:lnTo>
                <a:close/>
              </a:path>
              <a:path w="386079" h="390525">
                <a:moveTo>
                  <a:pt x="4572" y="269748"/>
                </a:moveTo>
                <a:lnTo>
                  <a:pt x="0" y="263652"/>
                </a:lnTo>
                <a:lnTo>
                  <a:pt x="32075" y="235362"/>
                </a:lnTo>
                <a:lnTo>
                  <a:pt x="55435" y="203073"/>
                </a:lnTo>
                <a:lnTo>
                  <a:pt x="70508" y="166782"/>
                </a:lnTo>
                <a:lnTo>
                  <a:pt x="77724" y="126492"/>
                </a:lnTo>
                <a:lnTo>
                  <a:pt x="99060" y="126492"/>
                </a:lnTo>
                <a:lnTo>
                  <a:pt x="92225" y="169878"/>
                </a:lnTo>
                <a:lnTo>
                  <a:pt x="74104" y="208407"/>
                </a:lnTo>
                <a:lnTo>
                  <a:pt x="44838" y="241792"/>
                </a:lnTo>
                <a:lnTo>
                  <a:pt x="4572" y="269748"/>
                </a:lnTo>
                <a:close/>
              </a:path>
              <a:path w="386079" h="390525">
                <a:moveTo>
                  <a:pt x="147828" y="246888"/>
                </a:moveTo>
                <a:lnTo>
                  <a:pt x="148709" y="227457"/>
                </a:lnTo>
                <a:lnTo>
                  <a:pt x="149121" y="211836"/>
                </a:lnTo>
                <a:lnTo>
                  <a:pt x="149242" y="203073"/>
                </a:lnTo>
                <a:lnTo>
                  <a:pt x="149352" y="126492"/>
                </a:lnTo>
                <a:lnTo>
                  <a:pt x="172212" y="126492"/>
                </a:lnTo>
                <a:lnTo>
                  <a:pt x="172280" y="187452"/>
                </a:lnTo>
                <a:lnTo>
                  <a:pt x="172450" y="198882"/>
                </a:lnTo>
                <a:lnTo>
                  <a:pt x="172974" y="212598"/>
                </a:lnTo>
                <a:lnTo>
                  <a:pt x="173492" y="223908"/>
                </a:lnTo>
                <a:lnTo>
                  <a:pt x="173736" y="233172"/>
                </a:lnTo>
                <a:lnTo>
                  <a:pt x="147828" y="246888"/>
                </a:lnTo>
                <a:close/>
              </a:path>
              <a:path w="386079" h="390525">
                <a:moveTo>
                  <a:pt x="318516" y="257556"/>
                </a:moveTo>
                <a:lnTo>
                  <a:pt x="314467" y="247602"/>
                </a:lnTo>
                <a:lnTo>
                  <a:pt x="304419" y="238506"/>
                </a:lnTo>
                <a:lnTo>
                  <a:pt x="288083" y="230552"/>
                </a:lnTo>
                <a:lnTo>
                  <a:pt x="265176" y="224028"/>
                </a:lnTo>
                <a:lnTo>
                  <a:pt x="265176" y="214884"/>
                </a:lnTo>
                <a:lnTo>
                  <a:pt x="285773" y="217741"/>
                </a:lnTo>
                <a:lnTo>
                  <a:pt x="301942" y="219456"/>
                </a:lnTo>
                <a:lnTo>
                  <a:pt x="313824" y="220027"/>
                </a:lnTo>
                <a:lnTo>
                  <a:pt x="354667" y="220027"/>
                </a:lnTo>
                <a:lnTo>
                  <a:pt x="354520" y="223908"/>
                </a:lnTo>
                <a:lnTo>
                  <a:pt x="348234" y="237172"/>
                </a:lnTo>
                <a:lnTo>
                  <a:pt x="336232" y="248435"/>
                </a:lnTo>
                <a:lnTo>
                  <a:pt x="318516" y="257556"/>
                </a:lnTo>
                <a:close/>
              </a:path>
              <a:path w="386079" h="390525">
                <a:moveTo>
                  <a:pt x="204216" y="292608"/>
                </a:moveTo>
                <a:lnTo>
                  <a:pt x="179832" y="292608"/>
                </a:lnTo>
                <a:lnTo>
                  <a:pt x="179808" y="278844"/>
                </a:lnTo>
                <a:lnTo>
                  <a:pt x="179700" y="269748"/>
                </a:lnTo>
                <a:lnTo>
                  <a:pt x="179606" y="263652"/>
                </a:lnTo>
                <a:lnTo>
                  <a:pt x="179189" y="250174"/>
                </a:lnTo>
                <a:lnTo>
                  <a:pt x="178308" y="234696"/>
                </a:lnTo>
                <a:lnTo>
                  <a:pt x="219456" y="251460"/>
                </a:lnTo>
                <a:lnTo>
                  <a:pt x="204216" y="263652"/>
                </a:lnTo>
                <a:lnTo>
                  <a:pt x="204216" y="292608"/>
                </a:lnTo>
                <a:close/>
              </a:path>
              <a:path w="386079" h="390525">
                <a:moveTo>
                  <a:pt x="67056" y="307848"/>
                </a:moveTo>
                <a:lnTo>
                  <a:pt x="50292" y="292608"/>
                </a:lnTo>
                <a:lnTo>
                  <a:pt x="286512" y="292608"/>
                </a:lnTo>
                <a:lnTo>
                  <a:pt x="309371" y="268224"/>
                </a:lnTo>
                <a:lnTo>
                  <a:pt x="344424" y="301752"/>
                </a:lnTo>
                <a:lnTo>
                  <a:pt x="108204" y="301752"/>
                </a:lnTo>
                <a:lnTo>
                  <a:pt x="97059" y="302275"/>
                </a:lnTo>
                <a:lnTo>
                  <a:pt x="86487" y="303657"/>
                </a:lnTo>
                <a:lnTo>
                  <a:pt x="76485" y="305609"/>
                </a:lnTo>
                <a:lnTo>
                  <a:pt x="67056" y="307848"/>
                </a:lnTo>
                <a:close/>
              </a:path>
              <a:path w="386079" h="390525">
                <a:moveTo>
                  <a:pt x="204216" y="373380"/>
                </a:moveTo>
                <a:lnTo>
                  <a:pt x="179832" y="373380"/>
                </a:lnTo>
                <a:lnTo>
                  <a:pt x="179832" y="301752"/>
                </a:lnTo>
                <a:lnTo>
                  <a:pt x="204216" y="301752"/>
                </a:lnTo>
                <a:lnTo>
                  <a:pt x="204216" y="373380"/>
                </a:lnTo>
                <a:close/>
              </a:path>
              <a:path w="386079" h="390525">
                <a:moveTo>
                  <a:pt x="16764" y="390144"/>
                </a:moveTo>
                <a:lnTo>
                  <a:pt x="0" y="373380"/>
                </a:lnTo>
                <a:lnTo>
                  <a:pt x="318516" y="373380"/>
                </a:lnTo>
                <a:lnTo>
                  <a:pt x="345948" y="345948"/>
                </a:lnTo>
                <a:lnTo>
                  <a:pt x="385572" y="384048"/>
                </a:lnTo>
                <a:lnTo>
                  <a:pt x="57912" y="384048"/>
                </a:lnTo>
                <a:lnTo>
                  <a:pt x="46767" y="384357"/>
                </a:lnTo>
                <a:lnTo>
                  <a:pt x="36195" y="385381"/>
                </a:lnTo>
                <a:lnTo>
                  <a:pt x="26193" y="387262"/>
                </a:lnTo>
                <a:lnTo>
                  <a:pt x="16764" y="39014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pic>
        <p:nvPicPr>
          <p:cNvPr id="63" name="object 63"/>
          <p:cNvPicPr/>
          <p:nvPr/>
        </p:nvPicPr>
        <p:blipFill>
          <a:blip r:embed="rId14" cstate="print"/>
          <a:stretch>
            <a:fillRect/>
          </a:stretch>
        </p:blipFill>
        <p:spPr>
          <a:xfrm>
            <a:off x="7563611" y="3212591"/>
            <a:ext cx="64008" cy="164592"/>
          </a:xfrm>
          <a:prstGeom prst="rect">
            <a:avLst/>
          </a:prstGeom>
        </p:spPr>
      </p:pic>
      <p:grpSp>
        <p:nvGrpSpPr>
          <p:cNvPr id="64" name="object 64"/>
          <p:cNvGrpSpPr/>
          <p:nvPr/>
        </p:nvGrpSpPr>
        <p:grpSpPr>
          <a:xfrm>
            <a:off x="1898904" y="3645407"/>
            <a:ext cx="643255" cy="413384"/>
            <a:chOff x="1898904" y="3645407"/>
            <a:chExt cx="643255" cy="413384"/>
          </a:xfrm>
        </p:grpSpPr>
        <p:pic>
          <p:nvPicPr>
            <p:cNvPr id="65" name="object 65"/>
            <p:cNvPicPr/>
            <p:nvPr/>
          </p:nvPicPr>
          <p:blipFill>
            <a:blip r:embed="rId15" cstate="print"/>
            <a:stretch>
              <a:fillRect/>
            </a:stretch>
          </p:blipFill>
          <p:spPr>
            <a:xfrm>
              <a:off x="1898904" y="3762755"/>
              <a:ext cx="190500" cy="249936"/>
            </a:xfrm>
            <a:prstGeom prst="rect">
              <a:avLst/>
            </a:prstGeom>
          </p:spPr>
        </p:pic>
        <p:sp>
          <p:nvSpPr>
            <p:cNvPr id="66" name="object 66"/>
            <p:cNvSpPr/>
            <p:nvPr/>
          </p:nvSpPr>
          <p:spPr>
            <a:xfrm>
              <a:off x="2133600" y="3645407"/>
              <a:ext cx="408940" cy="413384"/>
            </a:xfrm>
            <a:custGeom>
              <a:avLst/>
              <a:gdLst/>
              <a:ahLst/>
              <a:cxnLst/>
              <a:rect l="l" t="t" r="r" b="b"/>
              <a:pathLst>
                <a:path w="408939" h="413385">
                  <a:moveTo>
                    <a:pt x="1524" y="227076"/>
                  </a:moveTo>
                  <a:lnTo>
                    <a:pt x="0" y="219456"/>
                  </a:lnTo>
                  <a:lnTo>
                    <a:pt x="36028" y="199453"/>
                  </a:lnTo>
                  <a:lnTo>
                    <a:pt x="68822" y="175974"/>
                  </a:lnTo>
                  <a:lnTo>
                    <a:pt x="98369" y="149161"/>
                  </a:lnTo>
                  <a:lnTo>
                    <a:pt x="124968" y="118872"/>
                  </a:lnTo>
                  <a:lnTo>
                    <a:pt x="147232" y="87439"/>
                  </a:lnTo>
                  <a:lnTo>
                    <a:pt x="180903" y="28003"/>
                  </a:lnTo>
                  <a:lnTo>
                    <a:pt x="192024" y="0"/>
                  </a:lnTo>
                  <a:lnTo>
                    <a:pt x="227076" y="21336"/>
                  </a:lnTo>
                  <a:lnTo>
                    <a:pt x="211836" y="32004"/>
                  </a:lnTo>
                  <a:lnTo>
                    <a:pt x="219570" y="42672"/>
                  </a:lnTo>
                  <a:lnTo>
                    <a:pt x="207264" y="42672"/>
                  </a:lnTo>
                  <a:lnTo>
                    <a:pt x="186642" y="75271"/>
                  </a:lnTo>
                  <a:lnTo>
                    <a:pt x="144256" y="130754"/>
                  </a:lnTo>
                  <a:lnTo>
                    <a:pt x="97321" y="173926"/>
                  </a:lnTo>
                  <a:lnTo>
                    <a:pt x="37266" y="210502"/>
                  </a:lnTo>
                  <a:lnTo>
                    <a:pt x="1524" y="227076"/>
                  </a:lnTo>
                  <a:close/>
                </a:path>
                <a:path w="408939" h="413385">
                  <a:moveTo>
                    <a:pt x="368808" y="210312"/>
                  </a:moveTo>
                  <a:lnTo>
                    <a:pt x="320611" y="180403"/>
                  </a:lnTo>
                  <a:lnTo>
                    <a:pt x="280416" y="144780"/>
                  </a:lnTo>
                  <a:lnTo>
                    <a:pt x="243840" y="100012"/>
                  </a:lnTo>
                  <a:lnTo>
                    <a:pt x="207264" y="42672"/>
                  </a:lnTo>
                  <a:lnTo>
                    <a:pt x="219570" y="42672"/>
                  </a:lnTo>
                  <a:lnTo>
                    <a:pt x="235886" y="65174"/>
                  </a:lnTo>
                  <a:lnTo>
                    <a:pt x="260223" y="93916"/>
                  </a:lnTo>
                  <a:lnTo>
                    <a:pt x="310896" y="138684"/>
                  </a:lnTo>
                  <a:lnTo>
                    <a:pt x="360807" y="166878"/>
                  </a:lnTo>
                  <a:lnTo>
                    <a:pt x="408432" y="181356"/>
                  </a:lnTo>
                  <a:lnTo>
                    <a:pt x="408432" y="187452"/>
                  </a:lnTo>
                  <a:lnTo>
                    <a:pt x="395597" y="189738"/>
                  </a:lnTo>
                  <a:lnTo>
                    <a:pt x="384619" y="194310"/>
                  </a:lnTo>
                  <a:lnTo>
                    <a:pt x="375642" y="201168"/>
                  </a:lnTo>
                  <a:lnTo>
                    <a:pt x="368808" y="210312"/>
                  </a:lnTo>
                  <a:close/>
                </a:path>
                <a:path w="408939" h="413385">
                  <a:moveTo>
                    <a:pt x="188976" y="413004"/>
                  </a:moveTo>
                  <a:lnTo>
                    <a:pt x="190155" y="378737"/>
                  </a:lnTo>
                  <a:lnTo>
                    <a:pt x="191071" y="353377"/>
                  </a:lnTo>
                  <a:lnTo>
                    <a:pt x="191762" y="331779"/>
                  </a:lnTo>
                  <a:lnTo>
                    <a:pt x="192024" y="315468"/>
                  </a:lnTo>
                  <a:lnTo>
                    <a:pt x="191964" y="196000"/>
                  </a:lnTo>
                  <a:lnTo>
                    <a:pt x="191762" y="183689"/>
                  </a:lnTo>
                  <a:lnTo>
                    <a:pt x="191071" y="165735"/>
                  </a:lnTo>
                  <a:lnTo>
                    <a:pt x="190026" y="144780"/>
                  </a:lnTo>
                  <a:lnTo>
                    <a:pt x="188976" y="124968"/>
                  </a:lnTo>
                  <a:lnTo>
                    <a:pt x="231648" y="147828"/>
                  </a:lnTo>
                  <a:lnTo>
                    <a:pt x="217932" y="158496"/>
                  </a:lnTo>
                  <a:lnTo>
                    <a:pt x="218020" y="353377"/>
                  </a:lnTo>
                  <a:lnTo>
                    <a:pt x="218122" y="362902"/>
                  </a:lnTo>
                  <a:lnTo>
                    <a:pt x="218574" y="378737"/>
                  </a:lnTo>
                  <a:lnTo>
                    <a:pt x="219456" y="394716"/>
                  </a:lnTo>
                  <a:lnTo>
                    <a:pt x="188976" y="413004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67" name="object 67"/>
          <p:cNvSpPr/>
          <p:nvPr/>
        </p:nvSpPr>
        <p:spPr>
          <a:xfrm>
            <a:off x="2636519" y="3646932"/>
            <a:ext cx="309880" cy="411480"/>
          </a:xfrm>
          <a:custGeom>
            <a:avLst/>
            <a:gdLst/>
            <a:ahLst/>
            <a:cxnLst/>
            <a:rect l="l" t="t" r="r" b="b"/>
            <a:pathLst>
              <a:path w="309880" h="411479">
                <a:moveTo>
                  <a:pt x="161543" y="82296"/>
                </a:moveTo>
                <a:lnTo>
                  <a:pt x="137160" y="82296"/>
                </a:lnTo>
                <a:lnTo>
                  <a:pt x="137136" y="61722"/>
                </a:lnTo>
                <a:lnTo>
                  <a:pt x="136969" y="41148"/>
                </a:lnTo>
                <a:lnTo>
                  <a:pt x="136517" y="20574"/>
                </a:lnTo>
                <a:lnTo>
                  <a:pt x="135636" y="0"/>
                </a:lnTo>
                <a:lnTo>
                  <a:pt x="175260" y="16764"/>
                </a:lnTo>
                <a:lnTo>
                  <a:pt x="161543" y="30480"/>
                </a:lnTo>
                <a:lnTo>
                  <a:pt x="161543" y="82296"/>
                </a:lnTo>
                <a:close/>
              </a:path>
              <a:path w="309880" h="411479">
                <a:moveTo>
                  <a:pt x="305511" y="82296"/>
                </a:moveTo>
                <a:lnTo>
                  <a:pt x="268224" y="82296"/>
                </a:lnTo>
                <a:lnTo>
                  <a:pt x="280416" y="62484"/>
                </a:lnTo>
                <a:lnTo>
                  <a:pt x="305511" y="82296"/>
                </a:lnTo>
                <a:close/>
              </a:path>
              <a:path w="309880" h="411479">
                <a:moveTo>
                  <a:pt x="0" y="303275"/>
                </a:moveTo>
                <a:lnTo>
                  <a:pt x="238" y="272438"/>
                </a:lnTo>
                <a:lnTo>
                  <a:pt x="1285" y="211335"/>
                </a:lnTo>
                <a:lnTo>
                  <a:pt x="1524" y="181356"/>
                </a:lnTo>
                <a:lnTo>
                  <a:pt x="1333" y="123063"/>
                </a:lnTo>
                <a:lnTo>
                  <a:pt x="0" y="67056"/>
                </a:lnTo>
                <a:lnTo>
                  <a:pt x="25908" y="82296"/>
                </a:lnTo>
                <a:lnTo>
                  <a:pt x="305511" y="82296"/>
                </a:lnTo>
                <a:lnTo>
                  <a:pt x="309372" y="85344"/>
                </a:lnTo>
                <a:lnTo>
                  <a:pt x="300799" y="92964"/>
                </a:lnTo>
                <a:lnTo>
                  <a:pt x="25908" y="92964"/>
                </a:lnTo>
                <a:lnTo>
                  <a:pt x="25908" y="169164"/>
                </a:lnTo>
                <a:lnTo>
                  <a:pt x="295656" y="169164"/>
                </a:lnTo>
                <a:lnTo>
                  <a:pt x="295656" y="179832"/>
                </a:lnTo>
                <a:lnTo>
                  <a:pt x="25908" y="179832"/>
                </a:lnTo>
                <a:lnTo>
                  <a:pt x="25908" y="257556"/>
                </a:lnTo>
                <a:lnTo>
                  <a:pt x="296021" y="257556"/>
                </a:lnTo>
                <a:lnTo>
                  <a:pt x="296292" y="268224"/>
                </a:lnTo>
                <a:lnTo>
                  <a:pt x="25908" y="268224"/>
                </a:lnTo>
                <a:lnTo>
                  <a:pt x="25908" y="292608"/>
                </a:lnTo>
                <a:lnTo>
                  <a:pt x="0" y="303275"/>
                </a:lnTo>
                <a:close/>
              </a:path>
              <a:path w="309880" h="411479">
                <a:moveTo>
                  <a:pt x="161543" y="169164"/>
                </a:moveTo>
                <a:lnTo>
                  <a:pt x="137160" y="169164"/>
                </a:lnTo>
                <a:lnTo>
                  <a:pt x="137160" y="92964"/>
                </a:lnTo>
                <a:lnTo>
                  <a:pt x="161543" y="92964"/>
                </a:lnTo>
                <a:lnTo>
                  <a:pt x="161543" y="169164"/>
                </a:lnTo>
                <a:close/>
              </a:path>
              <a:path w="309880" h="411479">
                <a:moveTo>
                  <a:pt x="295656" y="169164"/>
                </a:moveTo>
                <a:lnTo>
                  <a:pt x="271272" y="169164"/>
                </a:lnTo>
                <a:lnTo>
                  <a:pt x="271272" y="92964"/>
                </a:lnTo>
                <a:lnTo>
                  <a:pt x="300799" y="92964"/>
                </a:lnTo>
                <a:lnTo>
                  <a:pt x="295656" y="97536"/>
                </a:lnTo>
                <a:lnTo>
                  <a:pt x="295656" y="169164"/>
                </a:lnTo>
                <a:close/>
              </a:path>
              <a:path w="309880" h="411479">
                <a:moveTo>
                  <a:pt x="161543" y="257556"/>
                </a:moveTo>
                <a:lnTo>
                  <a:pt x="137160" y="257556"/>
                </a:lnTo>
                <a:lnTo>
                  <a:pt x="137160" y="179832"/>
                </a:lnTo>
                <a:lnTo>
                  <a:pt x="161543" y="179832"/>
                </a:lnTo>
                <a:lnTo>
                  <a:pt x="161543" y="257556"/>
                </a:lnTo>
                <a:close/>
              </a:path>
              <a:path w="309880" h="411479">
                <a:moveTo>
                  <a:pt x="296021" y="257556"/>
                </a:moveTo>
                <a:lnTo>
                  <a:pt x="271272" y="257556"/>
                </a:lnTo>
                <a:lnTo>
                  <a:pt x="271272" y="179832"/>
                </a:lnTo>
                <a:lnTo>
                  <a:pt x="295656" y="179832"/>
                </a:lnTo>
                <a:lnTo>
                  <a:pt x="295679" y="232933"/>
                </a:lnTo>
                <a:lnTo>
                  <a:pt x="295846" y="250698"/>
                </a:lnTo>
                <a:lnTo>
                  <a:pt x="296021" y="257556"/>
                </a:lnTo>
                <a:close/>
              </a:path>
              <a:path w="309880" h="411479">
                <a:moveTo>
                  <a:pt x="135636" y="411480"/>
                </a:moveTo>
                <a:lnTo>
                  <a:pt x="136517" y="393168"/>
                </a:lnTo>
                <a:lnTo>
                  <a:pt x="136969" y="376999"/>
                </a:lnTo>
                <a:lnTo>
                  <a:pt x="137034" y="371475"/>
                </a:lnTo>
                <a:lnTo>
                  <a:pt x="137160" y="268224"/>
                </a:lnTo>
                <a:lnTo>
                  <a:pt x="161543" y="268224"/>
                </a:lnTo>
                <a:lnTo>
                  <a:pt x="161635" y="362831"/>
                </a:lnTo>
                <a:lnTo>
                  <a:pt x="161734" y="371475"/>
                </a:lnTo>
                <a:lnTo>
                  <a:pt x="162186" y="385524"/>
                </a:lnTo>
                <a:lnTo>
                  <a:pt x="163068" y="399288"/>
                </a:lnTo>
                <a:lnTo>
                  <a:pt x="135636" y="411480"/>
                </a:lnTo>
                <a:close/>
              </a:path>
              <a:path w="309880" h="411479">
                <a:moveTo>
                  <a:pt x="271272" y="295656"/>
                </a:moveTo>
                <a:lnTo>
                  <a:pt x="271272" y="268224"/>
                </a:lnTo>
                <a:lnTo>
                  <a:pt x="296292" y="268224"/>
                </a:lnTo>
                <a:lnTo>
                  <a:pt x="297180" y="286512"/>
                </a:lnTo>
                <a:lnTo>
                  <a:pt x="271272" y="29565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" name="object 68"/>
          <p:cNvSpPr/>
          <p:nvPr/>
        </p:nvSpPr>
        <p:spPr>
          <a:xfrm>
            <a:off x="3020555" y="3646932"/>
            <a:ext cx="858519" cy="410209"/>
          </a:xfrm>
          <a:custGeom>
            <a:avLst/>
            <a:gdLst/>
            <a:ahLst/>
            <a:cxnLst/>
            <a:rect l="l" t="t" r="r" b="b"/>
            <a:pathLst>
              <a:path w="858520" h="410210">
                <a:moveTo>
                  <a:pt x="98094" y="67208"/>
                </a:moveTo>
                <a:lnTo>
                  <a:pt x="76581" y="33528"/>
                </a:lnTo>
                <a:lnTo>
                  <a:pt x="50292" y="13716"/>
                </a:lnTo>
                <a:lnTo>
                  <a:pt x="45720" y="18288"/>
                </a:lnTo>
                <a:lnTo>
                  <a:pt x="54889" y="34861"/>
                </a:lnTo>
                <a:lnTo>
                  <a:pt x="61912" y="50292"/>
                </a:lnTo>
                <a:lnTo>
                  <a:pt x="66941" y="64579"/>
                </a:lnTo>
                <a:lnTo>
                  <a:pt x="70104" y="77724"/>
                </a:lnTo>
                <a:lnTo>
                  <a:pt x="70104" y="89916"/>
                </a:lnTo>
                <a:lnTo>
                  <a:pt x="73152" y="96012"/>
                </a:lnTo>
                <a:lnTo>
                  <a:pt x="77724" y="96012"/>
                </a:lnTo>
                <a:lnTo>
                  <a:pt x="86868" y="91440"/>
                </a:lnTo>
                <a:lnTo>
                  <a:pt x="91440" y="86868"/>
                </a:lnTo>
                <a:lnTo>
                  <a:pt x="94488" y="82296"/>
                </a:lnTo>
                <a:lnTo>
                  <a:pt x="97536" y="73152"/>
                </a:lnTo>
                <a:lnTo>
                  <a:pt x="98094" y="67208"/>
                </a:lnTo>
                <a:close/>
              </a:path>
              <a:path w="858520" h="410210">
                <a:moveTo>
                  <a:pt x="158496" y="271272"/>
                </a:moveTo>
                <a:lnTo>
                  <a:pt x="152400" y="266700"/>
                </a:lnTo>
                <a:lnTo>
                  <a:pt x="89916" y="324612"/>
                </a:lnTo>
                <a:lnTo>
                  <a:pt x="89916" y="169164"/>
                </a:lnTo>
                <a:lnTo>
                  <a:pt x="100393" y="161544"/>
                </a:lnTo>
                <a:lnTo>
                  <a:pt x="106680" y="156972"/>
                </a:lnTo>
                <a:lnTo>
                  <a:pt x="76200" y="134112"/>
                </a:lnTo>
                <a:lnTo>
                  <a:pt x="62484" y="152400"/>
                </a:lnTo>
                <a:lnTo>
                  <a:pt x="0" y="152400"/>
                </a:lnTo>
                <a:lnTo>
                  <a:pt x="15240" y="167640"/>
                </a:lnTo>
                <a:lnTo>
                  <a:pt x="33718" y="163449"/>
                </a:lnTo>
                <a:lnTo>
                  <a:pt x="41605" y="162077"/>
                </a:lnTo>
                <a:lnTo>
                  <a:pt x="48768" y="161544"/>
                </a:lnTo>
                <a:lnTo>
                  <a:pt x="65532" y="161544"/>
                </a:lnTo>
                <a:lnTo>
                  <a:pt x="65532" y="333756"/>
                </a:lnTo>
                <a:lnTo>
                  <a:pt x="64008" y="341376"/>
                </a:lnTo>
                <a:lnTo>
                  <a:pt x="59436" y="348996"/>
                </a:lnTo>
                <a:lnTo>
                  <a:pt x="83820" y="376428"/>
                </a:lnTo>
                <a:lnTo>
                  <a:pt x="98069" y="352069"/>
                </a:lnTo>
                <a:lnTo>
                  <a:pt x="115443" y="326707"/>
                </a:lnTo>
                <a:lnTo>
                  <a:pt x="117030" y="324612"/>
                </a:lnTo>
                <a:lnTo>
                  <a:pt x="135686" y="299923"/>
                </a:lnTo>
                <a:lnTo>
                  <a:pt x="158496" y="271272"/>
                </a:lnTo>
                <a:close/>
              </a:path>
              <a:path w="858520" h="410210">
                <a:moveTo>
                  <a:pt x="367284" y="210312"/>
                </a:moveTo>
                <a:lnTo>
                  <a:pt x="360959" y="205740"/>
                </a:lnTo>
                <a:lnTo>
                  <a:pt x="339852" y="190500"/>
                </a:lnTo>
                <a:lnTo>
                  <a:pt x="332232" y="201396"/>
                </a:lnTo>
                <a:lnTo>
                  <a:pt x="332232" y="216408"/>
                </a:lnTo>
                <a:lnTo>
                  <a:pt x="332232" y="251460"/>
                </a:lnTo>
                <a:lnTo>
                  <a:pt x="332232" y="262128"/>
                </a:lnTo>
                <a:lnTo>
                  <a:pt x="332232" y="301752"/>
                </a:lnTo>
                <a:lnTo>
                  <a:pt x="199644" y="301752"/>
                </a:lnTo>
                <a:lnTo>
                  <a:pt x="199644" y="262128"/>
                </a:lnTo>
                <a:lnTo>
                  <a:pt x="332232" y="262128"/>
                </a:lnTo>
                <a:lnTo>
                  <a:pt x="332232" y="251460"/>
                </a:lnTo>
                <a:lnTo>
                  <a:pt x="199644" y="251460"/>
                </a:lnTo>
                <a:lnTo>
                  <a:pt x="199644" y="216408"/>
                </a:lnTo>
                <a:lnTo>
                  <a:pt x="332232" y="216408"/>
                </a:lnTo>
                <a:lnTo>
                  <a:pt x="332232" y="201396"/>
                </a:lnTo>
                <a:lnTo>
                  <a:pt x="329184" y="205740"/>
                </a:lnTo>
                <a:lnTo>
                  <a:pt x="198120" y="205740"/>
                </a:lnTo>
                <a:lnTo>
                  <a:pt x="175260" y="192024"/>
                </a:lnTo>
                <a:lnTo>
                  <a:pt x="176149" y="214871"/>
                </a:lnTo>
                <a:lnTo>
                  <a:pt x="176593" y="239839"/>
                </a:lnTo>
                <a:lnTo>
                  <a:pt x="176669" y="251460"/>
                </a:lnTo>
                <a:lnTo>
                  <a:pt x="176593" y="355092"/>
                </a:lnTo>
                <a:lnTo>
                  <a:pt x="176149" y="383095"/>
                </a:lnTo>
                <a:lnTo>
                  <a:pt x="175260" y="409956"/>
                </a:lnTo>
                <a:lnTo>
                  <a:pt x="199644" y="397764"/>
                </a:lnTo>
                <a:lnTo>
                  <a:pt x="199644" y="312420"/>
                </a:lnTo>
                <a:lnTo>
                  <a:pt x="332232" y="312420"/>
                </a:lnTo>
                <a:lnTo>
                  <a:pt x="332232" y="353568"/>
                </a:lnTo>
                <a:lnTo>
                  <a:pt x="333756" y="365760"/>
                </a:lnTo>
                <a:lnTo>
                  <a:pt x="327660" y="370332"/>
                </a:lnTo>
                <a:lnTo>
                  <a:pt x="316992" y="370332"/>
                </a:lnTo>
                <a:lnTo>
                  <a:pt x="307263" y="369430"/>
                </a:lnTo>
                <a:lnTo>
                  <a:pt x="283781" y="368198"/>
                </a:lnTo>
                <a:lnTo>
                  <a:pt x="269748" y="367284"/>
                </a:lnTo>
                <a:lnTo>
                  <a:pt x="269748" y="374904"/>
                </a:lnTo>
                <a:lnTo>
                  <a:pt x="289991" y="380555"/>
                </a:lnTo>
                <a:lnTo>
                  <a:pt x="304800" y="388048"/>
                </a:lnTo>
                <a:lnTo>
                  <a:pt x="313905" y="396989"/>
                </a:lnTo>
                <a:lnTo>
                  <a:pt x="316992" y="406908"/>
                </a:lnTo>
                <a:lnTo>
                  <a:pt x="334098" y="399796"/>
                </a:lnTo>
                <a:lnTo>
                  <a:pt x="346329" y="389953"/>
                </a:lnTo>
                <a:lnTo>
                  <a:pt x="353428" y="377558"/>
                </a:lnTo>
                <a:lnTo>
                  <a:pt x="354241" y="370332"/>
                </a:lnTo>
                <a:lnTo>
                  <a:pt x="355092" y="362712"/>
                </a:lnTo>
                <a:lnTo>
                  <a:pt x="355092" y="312420"/>
                </a:lnTo>
                <a:lnTo>
                  <a:pt x="355092" y="301752"/>
                </a:lnTo>
                <a:lnTo>
                  <a:pt x="355092" y="262128"/>
                </a:lnTo>
                <a:lnTo>
                  <a:pt x="355092" y="251460"/>
                </a:lnTo>
                <a:lnTo>
                  <a:pt x="355092" y="220980"/>
                </a:lnTo>
                <a:lnTo>
                  <a:pt x="360324" y="216408"/>
                </a:lnTo>
                <a:lnTo>
                  <a:pt x="367284" y="210312"/>
                </a:lnTo>
                <a:close/>
              </a:path>
              <a:path w="858520" h="410210">
                <a:moveTo>
                  <a:pt x="409956" y="170688"/>
                </a:moveTo>
                <a:lnTo>
                  <a:pt x="381000" y="138684"/>
                </a:lnTo>
                <a:lnTo>
                  <a:pt x="356616" y="160020"/>
                </a:lnTo>
                <a:lnTo>
                  <a:pt x="274320" y="160020"/>
                </a:lnTo>
                <a:lnTo>
                  <a:pt x="274320" y="117348"/>
                </a:lnTo>
                <a:lnTo>
                  <a:pt x="376428" y="117348"/>
                </a:lnTo>
                <a:lnTo>
                  <a:pt x="347472" y="85344"/>
                </a:lnTo>
                <a:lnTo>
                  <a:pt x="324612" y="106680"/>
                </a:lnTo>
                <a:lnTo>
                  <a:pt x="274320" y="106680"/>
                </a:lnTo>
                <a:lnTo>
                  <a:pt x="274320" y="70104"/>
                </a:lnTo>
                <a:lnTo>
                  <a:pt x="399288" y="70104"/>
                </a:lnTo>
                <a:lnTo>
                  <a:pt x="370332" y="36576"/>
                </a:lnTo>
                <a:lnTo>
                  <a:pt x="345948" y="59436"/>
                </a:lnTo>
                <a:lnTo>
                  <a:pt x="274320" y="59436"/>
                </a:lnTo>
                <a:lnTo>
                  <a:pt x="274320" y="30480"/>
                </a:lnTo>
                <a:lnTo>
                  <a:pt x="288036" y="18288"/>
                </a:lnTo>
                <a:lnTo>
                  <a:pt x="248412" y="0"/>
                </a:lnTo>
                <a:lnTo>
                  <a:pt x="249923" y="42011"/>
                </a:lnTo>
                <a:lnTo>
                  <a:pt x="249936" y="59436"/>
                </a:lnTo>
                <a:lnTo>
                  <a:pt x="135636" y="59436"/>
                </a:lnTo>
                <a:lnTo>
                  <a:pt x="150876" y="74676"/>
                </a:lnTo>
                <a:lnTo>
                  <a:pt x="160616" y="72682"/>
                </a:lnTo>
                <a:lnTo>
                  <a:pt x="169354" y="71247"/>
                </a:lnTo>
                <a:lnTo>
                  <a:pt x="177241" y="70396"/>
                </a:lnTo>
                <a:lnTo>
                  <a:pt x="184404" y="70104"/>
                </a:lnTo>
                <a:lnTo>
                  <a:pt x="249936" y="70104"/>
                </a:lnTo>
                <a:lnTo>
                  <a:pt x="249936" y="106680"/>
                </a:lnTo>
                <a:lnTo>
                  <a:pt x="161544" y="106680"/>
                </a:lnTo>
                <a:lnTo>
                  <a:pt x="176784" y="121920"/>
                </a:lnTo>
                <a:lnTo>
                  <a:pt x="186524" y="119926"/>
                </a:lnTo>
                <a:lnTo>
                  <a:pt x="195262" y="118491"/>
                </a:lnTo>
                <a:lnTo>
                  <a:pt x="203149" y="117640"/>
                </a:lnTo>
                <a:lnTo>
                  <a:pt x="210312" y="117348"/>
                </a:lnTo>
                <a:lnTo>
                  <a:pt x="249936" y="117348"/>
                </a:lnTo>
                <a:lnTo>
                  <a:pt x="249936" y="160020"/>
                </a:lnTo>
                <a:lnTo>
                  <a:pt x="121920" y="160020"/>
                </a:lnTo>
                <a:lnTo>
                  <a:pt x="137160" y="176784"/>
                </a:lnTo>
                <a:lnTo>
                  <a:pt x="146900" y="173913"/>
                </a:lnTo>
                <a:lnTo>
                  <a:pt x="155638" y="172021"/>
                </a:lnTo>
                <a:lnTo>
                  <a:pt x="163525" y="171005"/>
                </a:lnTo>
                <a:lnTo>
                  <a:pt x="170688" y="170688"/>
                </a:lnTo>
                <a:lnTo>
                  <a:pt x="409956" y="170688"/>
                </a:lnTo>
                <a:close/>
              </a:path>
              <a:path w="858520" h="410210">
                <a:moveTo>
                  <a:pt x="858024" y="362712"/>
                </a:moveTo>
                <a:lnTo>
                  <a:pt x="807732" y="344614"/>
                </a:lnTo>
                <a:lnTo>
                  <a:pt x="762012" y="309372"/>
                </a:lnTo>
                <a:lnTo>
                  <a:pt x="724484" y="260413"/>
                </a:lnTo>
                <a:lnTo>
                  <a:pt x="694956" y="201168"/>
                </a:lnTo>
                <a:lnTo>
                  <a:pt x="673430" y="128968"/>
                </a:lnTo>
                <a:lnTo>
                  <a:pt x="665594" y="88226"/>
                </a:lnTo>
                <a:lnTo>
                  <a:pt x="659904" y="44196"/>
                </a:lnTo>
                <a:lnTo>
                  <a:pt x="676668" y="28956"/>
                </a:lnTo>
                <a:lnTo>
                  <a:pt x="624852" y="6096"/>
                </a:lnTo>
                <a:lnTo>
                  <a:pt x="624230" y="46101"/>
                </a:lnTo>
                <a:lnTo>
                  <a:pt x="622185" y="86106"/>
                </a:lnTo>
                <a:lnTo>
                  <a:pt x="618413" y="126111"/>
                </a:lnTo>
                <a:lnTo>
                  <a:pt x="612660" y="166116"/>
                </a:lnTo>
                <a:lnTo>
                  <a:pt x="605231" y="205295"/>
                </a:lnTo>
                <a:lnTo>
                  <a:pt x="580085" y="272211"/>
                </a:lnTo>
                <a:lnTo>
                  <a:pt x="541794" y="326212"/>
                </a:lnTo>
                <a:lnTo>
                  <a:pt x="486930" y="375881"/>
                </a:lnTo>
                <a:lnTo>
                  <a:pt x="452640" y="399288"/>
                </a:lnTo>
                <a:lnTo>
                  <a:pt x="455688" y="403860"/>
                </a:lnTo>
                <a:lnTo>
                  <a:pt x="490258" y="387007"/>
                </a:lnTo>
                <a:lnTo>
                  <a:pt x="547408" y="348145"/>
                </a:lnTo>
                <a:lnTo>
                  <a:pt x="589991" y="302691"/>
                </a:lnTo>
                <a:lnTo>
                  <a:pt x="619709" y="251777"/>
                </a:lnTo>
                <a:lnTo>
                  <a:pt x="637730" y="193979"/>
                </a:lnTo>
                <a:lnTo>
                  <a:pt x="649782" y="124167"/>
                </a:lnTo>
                <a:lnTo>
                  <a:pt x="653808" y="83820"/>
                </a:lnTo>
                <a:lnTo>
                  <a:pt x="658952" y="125857"/>
                </a:lnTo>
                <a:lnTo>
                  <a:pt x="672668" y="195059"/>
                </a:lnTo>
                <a:lnTo>
                  <a:pt x="692099" y="248018"/>
                </a:lnTo>
                <a:lnTo>
                  <a:pt x="717245" y="295592"/>
                </a:lnTo>
                <a:lnTo>
                  <a:pt x="747534" y="339648"/>
                </a:lnTo>
                <a:lnTo>
                  <a:pt x="786396" y="377888"/>
                </a:lnTo>
                <a:lnTo>
                  <a:pt x="809256" y="394716"/>
                </a:lnTo>
                <a:lnTo>
                  <a:pt x="817295" y="385343"/>
                </a:lnTo>
                <a:lnTo>
                  <a:pt x="827925" y="377952"/>
                </a:lnTo>
                <a:lnTo>
                  <a:pt x="841400" y="372859"/>
                </a:lnTo>
                <a:lnTo>
                  <a:pt x="858024" y="370332"/>
                </a:lnTo>
                <a:lnTo>
                  <a:pt x="858024" y="36271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" name="object 69"/>
          <p:cNvSpPr/>
          <p:nvPr/>
        </p:nvSpPr>
        <p:spPr>
          <a:xfrm>
            <a:off x="3957828" y="3646932"/>
            <a:ext cx="338455" cy="410209"/>
          </a:xfrm>
          <a:custGeom>
            <a:avLst/>
            <a:gdLst/>
            <a:ahLst/>
            <a:cxnLst/>
            <a:rect l="l" t="t" r="r" b="b"/>
            <a:pathLst>
              <a:path w="338454" h="410210">
                <a:moveTo>
                  <a:pt x="172212" y="103632"/>
                </a:moveTo>
                <a:lnTo>
                  <a:pt x="146304" y="103632"/>
                </a:lnTo>
                <a:lnTo>
                  <a:pt x="146280" y="71580"/>
                </a:lnTo>
                <a:lnTo>
                  <a:pt x="146113" y="43815"/>
                </a:lnTo>
                <a:lnTo>
                  <a:pt x="145650" y="19812"/>
                </a:lnTo>
                <a:lnTo>
                  <a:pt x="144780" y="0"/>
                </a:lnTo>
                <a:lnTo>
                  <a:pt x="185928" y="19812"/>
                </a:lnTo>
                <a:lnTo>
                  <a:pt x="172212" y="33528"/>
                </a:lnTo>
                <a:lnTo>
                  <a:pt x="172212" y="103632"/>
                </a:lnTo>
                <a:close/>
              </a:path>
              <a:path w="338454" h="410210">
                <a:moveTo>
                  <a:pt x="336296" y="103632"/>
                </a:moveTo>
                <a:lnTo>
                  <a:pt x="294132" y="103632"/>
                </a:lnTo>
                <a:lnTo>
                  <a:pt x="307848" y="82296"/>
                </a:lnTo>
                <a:lnTo>
                  <a:pt x="336296" y="103632"/>
                </a:lnTo>
                <a:close/>
              </a:path>
              <a:path w="338454" h="410210">
                <a:moveTo>
                  <a:pt x="0" y="274319"/>
                </a:moveTo>
                <a:lnTo>
                  <a:pt x="881" y="256603"/>
                </a:lnTo>
                <a:lnTo>
                  <a:pt x="1251" y="239268"/>
                </a:lnTo>
                <a:lnTo>
                  <a:pt x="1373" y="229504"/>
                </a:lnTo>
                <a:lnTo>
                  <a:pt x="1500" y="154590"/>
                </a:lnTo>
                <a:lnTo>
                  <a:pt x="1333" y="129159"/>
                </a:lnTo>
                <a:lnTo>
                  <a:pt x="881" y="106584"/>
                </a:lnTo>
                <a:lnTo>
                  <a:pt x="0" y="86868"/>
                </a:lnTo>
                <a:lnTo>
                  <a:pt x="25908" y="103632"/>
                </a:lnTo>
                <a:lnTo>
                  <a:pt x="336296" y="103632"/>
                </a:lnTo>
                <a:lnTo>
                  <a:pt x="338328" y="105156"/>
                </a:lnTo>
                <a:lnTo>
                  <a:pt x="327152" y="114300"/>
                </a:lnTo>
                <a:lnTo>
                  <a:pt x="25908" y="114300"/>
                </a:lnTo>
                <a:lnTo>
                  <a:pt x="25908" y="228600"/>
                </a:lnTo>
                <a:lnTo>
                  <a:pt x="321780" y="228600"/>
                </a:lnTo>
                <a:lnTo>
                  <a:pt x="321802" y="229504"/>
                </a:lnTo>
                <a:lnTo>
                  <a:pt x="322326" y="239268"/>
                </a:lnTo>
                <a:lnTo>
                  <a:pt x="25908" y="239268"/>
                </a:lnTo>
                <a:lnTo>
                  <a:pt x="25908" y="259080"/>
                </a:lnTo>
                <a:lnTo>
                  <a:pt x="0" y="274319"/>
                </a:lnTo>
                <a:close/>
              </a:path>
              <a:path w="338454" h="410210">
                <a:moveTo>
                  <a:pt x="172212" y="228600"/>
                </a:moveTo>
                <a:lnTo>
                  <a:pt x="146304" y="228600"/>
                </a:lnTo>
                <a:lnTo>
                  <a:pt x="146304" y="114300"/>
                </a:lnTo>
                <a:lnTo>
                  <a:pt x="172212" y="114300"/>
                </a:lnTo>
                <a:lnTo>
                  <a:pt x="172212" y="228600"/>
                </a:lnTo>
                <a:close/>
              </a:path>
              <a:path w="338454" h="410210">
                <a:moveTo>
                  <a:pt x="321780" y="228600"/>
                </a:moveTo>
                <a:lnTo>
                  <a:pt x="297180" y="228600"/>
                </a:lnTo>
                <a:lnTo>
                  <a:pt x="297180" y="114300"/>
                </a:lnTo>
                <a:lnTo>
                  <a:pt x="327152" y="114300"/>
                </a:lnTo>
                <a:lnTo>
                  <a:pt x="321564" y="118872"/>
                </a:lnTo>
                <a:lnTo>
                  <a:pt x="321564" y="219456"/>
                </a:lnTo>
                <a:lnTo>
                  <a:pt x="321780" y="228600"/>
                </a:lnTo>
                <a:close/>
              </a:path>
              <a:path w="338454" h="410210">
                <a:moveTo>
                  <a:pt x="144780" y="409956"/>
                </a:moveTo>
                <a:lnTo>
                  <a:pt x="145661" y="383928"/>
                </a:lnTo>
                <a:lnTo>
                  <a:pt x="146113" y="346900"/>
                </a:lnTo>
                <a:lnTo>
                  <a:pt x="146280" y="298727"/>
                </a:lnTo>
                <a:lnTo>
                  <a:pt x="146304" y="239268"/>
                </a:lnTo>
                <a:lnTo>
                  <a:pt x="172212" y="239268"/>
                </a:lnTo>
                <a:lnTo>
                  <a:pt x="172239" y="298727"/>
                </a:lnTo>
                <a:lnTo>
                  <a:pt x="172402" y="343090"/>
                </a:lnTo>
                <a:lnTo>
                  <a:pt x="172854" y="374927"/>
                </a:lnTo>
                <a:lnTo>
                  <a:pt x="173736" y="393192"/>
                </a:lnTo>
                <a:lnTo>
                  <a:pt x="144780" y="409956"/>
                </a:lnTo>
                <a:close/>
              </a:path>
              <a:path w="338454" h="410210">
                <a:moveTo>
                  <a:pt x="297180" y="269748"/>
                </a:moveTo>
                <a:lnTo>
                  <a:pt x="297180" y="239268"/>
                </a:lnTo>
                <a:lnTo>
                  <a:pt x="322326" y="239268"/>
                </a:lnTo>
                <a:lnTo>
                  <a:pt x="322849" y="249031"/>
                </a:lnTo>
                <a:lnTo>
                  <a:pt x="323088" y="259080"/>
                </a:lnTo>
                <a:lnTo>
                  <a:pt x="297180" y="26974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" name="object 70"/>
          <p:cNvSpPr/>
          <p:nvPr/>
        </p:nvSpPr>
        <p:spPr>
          <a:xfrm>
            <a:off x="4398264" y="3649979"/>
            <a:ext cx="356870" cy="401320"/>
          </a:xfrm>
          <a:custGeom>
            <a:avLst/>
            <a:gdLst/>
            <a:ahLst/>
            <a:cxnLst/>
            <a:rect l="l" t="t" r="r" b="b"/>
            <a:pathLst>
              <a:path w="356870" h="401320">
                <a:moveTo>
                  <a:pt x="53340" y="89916"/>
                </a:moveTo>
                <a:lnTo>
                  <a:pt x="42672" y="89916"/>
                </a:lnTo>
                <a:lnTo>
                  <a:pt x="50696" y="61936"/>
                </a:lnTo>
                <a:lnTo>
                  <a:pt x="56578" y="37528"/>
                </a:lnTo>
                <a:lnTo>
                  <a:pt x="60459" y="16835"/>
                </a:lnTo>
                <a:lnTo>
                  <a:pt x="62484" y="0"/>
                </a:lnTo>
                <a:lnTo>
                  <a:pt x="100584" y="19812"/>
                </a:lnTo>
                <a:lnTo>
                  <a:pt x="91487" y="27551"/>
                </a:lnTo>
                <a:lnTo>
                  <a:pt x="80391" y="41719"/>
                </a:lnTo>
                <a:lnTo>
                  <a:pt x="67579" y="62460"/>
                </a:lnTo>
                <a:lnTo>
                  <a:pt x="53340" y="89916"/>
                </a:lnTo>
                <a:close/>
              </a:path>
              <a:path w="356870" h="401320">
                <a:moveTo>
                  <a:pt x="147828" y="190500"/>
                </a:moveTo>
                <a:lnTo>
                  <a:pt x="141732" y="187452"/>
                </a:lnTo>
                <a:lnTo>
                  <a:pt x="158877" y="159972"/>
                </a:lnTo>
                <a:lnTo>
                  <a:pt x="173736" y="134493"/>
                </a:lnTo>
                <a:lnTo>
                  <a:pt x="196596" y="88392"/>
                </a:lnTo>
                <a:lnTo>
                  <a:pt x="211264" y="44958"/>
                </a:lnTo>
                <a:lnTo>
                  <a:pt x="222503" y="1524"/>
                </a:lnTo>
                <a:lnTo>
                  <a:pt x="260603" y="22860"/>
                </a:lnTo>
                <a:lnTo>
                  <a:pt x="252864" y="30837"/>
                </a:lnTo>
                <a:lnTo>
                  <a:pt x="243268" y="45529"/>
                </a:lnTo>
                <a:lnTo>
                  <a:pt x="231671" y="66794"/>
                </a:lnTo>
                <a:lnTo>
                  <a:pt x="217932" y="94488"/>
                </a:lnTo>
                <a:lnTo>
                  <a:pt x="348996" y="94488"/>
                </a:lnTo>
                <a:lnTo>
                  <a:pt x="356616" y="102108"/>
                </a:lnTo>
                <a:lnTo>
                  <a:pt x="352806" y="105156"/>
                </a:lnTo>
                <a:lnTo>
                  <a:pt x="213360" y="105156"/>
                </a:lnTo>
                <a:lnTo>
                  <a:pt x="197977" y="129420"/>
                </a:lnTo>
                <a:lnTo>
                  <a:pt x="181737" y="151828"/>
                </a:lnTo>
                <a:lnTo>
                  <a:pt x="164925" y="172235"/>
                </a:lnTo>
                <a:lnTo>
                  <a:pt x="147828" y="190500"/>
                </a:lnTo>
                <a:close/>
              </a:path>
              <a:path w="356870" h="401320">
                <a:moveTo>
                  <a:pt x="145288" y="89916"/>
                </a:moveTo>
                <a:lnTo>
                  <a:pt x="111252" y="89916"/>
                </a:lnTo>
                <a:lnTo>
                  <a:pt x="128016" y="71628"/>
                </a:lnTo>
                <a:lnTo>
                  <a:pt x="145288" y="89916"/>
                </a:lnTo>
                <a:close/>
              </a:path>
              <a:path w="356870" h="401320">
                <a:moveTo>
                  <a:pt x="0" y="397764"/>
                </a:moveTo>
                <a:lnTo>
                  <a:pt x="820" y="359664"/>
                </a:lnTo>
                <a:lnTo>
                  <a:pt x="917" y="353568"/>
                </a:lnTo>
                <a:lnTo>
                  <a:pt x="1333" y="316230"/>
                </a:lnTo>
                <a:lnTo>
                  <a:pt x="1425" y="176784"/>
                </a:lnTo>
                <a:lnTo>
                  <a:pt x="1301" y="151828"/>
                </a:lnTo>
                <a:lnTo>
                  <a:pt x="881" y="114681"/>
                </a:lnTo>
                <a:lnTo>
                  <a:pt x="0" y="74676"/>
                </a:lnTo>
                <a:lnTo>
                  <a:pt x="25908" y="89916"/>
                </a:lnTo>
                <a:lnTo>
                  <a:pt x="145288" y="89916"/>
                </a:lnTo>
                <a:lnTo>
                  <a:pt x="153924" y="99060"/>
                </a:lnTo>
                <a:lnTo>
                  <a:pt x="151828" y="100584"/>
                </a:lnTo>
                <a:lnTo>
                  <a:pt x="24384" y="100584"/>
                </a:lnTo>
                <a:lnTo>
                  <a:pt x="24384" y="211836"/>
                </a:lnTo>
                <a:lnTo>
                  <a:pt x="137205" y="211836"/>
                </a:lnTo>
                <a:lnTo>
                  <a:pt x="137219" y="222504"/>
                </a:lnTo>
                <a:lnTo>
                  <a:pt x="24384" y="222504"/>
                </a:lnTo>
                <a:lnTo>
                  <a:pt x="24384" y="342900"/>
                </a:lnTo>
                <a:lnTo>
                  <a:pt x="137905" y="342900"/>
                </a:lnTo>
                <a:lnTo>
                  <a:pt x="137940" y="346069"/>
                </a:lnTo>
                <a:lnTo>
                  <a:pt x="138123" y="353568"/>
                </a:lnTo>
                <a:lnTo>
                  <a:pt x="24384" y="353568"/>
                </a:lnTo>
                <a:lnTo>
                  <a:pt x="24384" y="384048"/>
                </a:lnTo>
                <a:lnTo>
                  <a:pt x="0" y="397764"/>
                </a:lnTo>
                <a:close/>
              </a:path>
              <a:path w="356870" h="401320">
                <a:moveTo>
                  <a:pt x="348996" y="94488"/>
                </a:moveTo>
                <a:lnTo>
                  <a:pt x="310896" y="94488"/>
                </a:lnTo>
                <a:lnTo>
                  <a:pt x="330708" y="76200"/>
                </a:lnTo>
                <a:lnTo>
                  <a:pt x="348996" y="94488"/>
                </a:lnTo>
                <a:close/>
              </a:path>
              <a:path w="356870" h="401320">
                <a:moveTo>
                  <a:pt x="137205" y="211836"/>
                </a:moveTo>
                <a:lnTo>
                  <a:pt x="114300" y="211836"/>
                </a:lnTo>
                <a:lnTo>
                  <a:pt x="114300" y="100584"/>
                </a:lnTo>
                <a:lnTo>
                  <a:pt x="151828" y="100584"/>
                </a:lnTo>
                <a:lnTo>
                  <a:pt x="137160" y="111252"/>
                </a:lnTo>
                <a:lnTo>
                  <a:pt x="137205" y="211836"/>
                </a:lnTo>
                <a:close/>
              </a:path>
              <a:path w="356870" h="401320">
                <a:moveTo>
                  <a:pt x="326904" y="359664"/>
                </a:moveTo>
                <a:lnTo>
                  <a:pt x="283464" y="359664"/>
                </a:lnTo>
                <a:lnTo>
                  <a:pt x="291750" y="357687"/>
                </a:lnTo>
                <a:lnTo>
                  <a:pt x="298323" y="351853"/>
                </a:lnTo>
                <a:lnTo>
                  <a:pt x="308586" y="304038"/>
                </a:lnTo>
                <a:lnTo>
                  <a:pt x="310705" y="258318"/>
                </a:lnTo>
                <a:lnTo>
                  <a:pt x="312539" y="192024"/>
                </a:lnTo>
                <a:lnTo>
                  <a:pt x="313944" y="105156"/>
                </a:lnTo>
                <a:lnTo>
                  <a:pt x="352806" y="105156"/>
                </a:lnTo>
                <a:lnTo>
                  <a:pt x="341376" y="114300"/>
                </a:lnTo>
                <a:lnTo>
                  <a:pt x="339535" y="188561"/>
                </a:lnTo>
                <a:lnTo>
                  <a:pt x="337620" y="248631"/>
                </a:lnTo>
                <a:lnTo>
                  <a:pt x="335560" y="294583"/>
                </a:lnTo>
                <a:lnTo>
                  <a:pt x="333280" y="326489"/>
                </a:lnTo>
                <a:lnTo>
                  <a:pt x="330708" y="344424"/>
                </a:lnTo>
                <a:lnTo>
                  <a:pt x="327874" y="357020"/>
                </a:lnTo>
                <a:lnTo>
                  <a:pt x="326904" y="359664"/>
                </a:lnTo>
                <a:close/>
              </a:path>
              <a:path w="356870" h="401320">
                <a:moveTo>
                  <a:pt x="231648" y="268224"/>
                </a:moveTo>
                <a:lnTo>
                  <a:pt x="230124" y="268224"/>
                </a:lnTo>
                <a:lnTo>
                  <a:pt x="226742" y="266771"/>
                </a:lnTo>
                <a:lnTo>
                  <a:pt x="223647" y="262318"/>
                </a:lnTo>
                <a:lnTo>
                  <a:pt x="221122" y="254722"/>
                </a:lnTo>
                <a:lnTo>
                  <a:pt x="219456" y="243840"/>
                </a:lnTo>
                <a:lnTo>
                  <a:pt x="214884" y="226718"/>
                </a:lnTo>
                <a:lnTo>
                  <a:pt x="208026" y="209740"/>
                </a:lnTo>
                <a:lnTo>
                  <a:pt x="198882" y="193047"/>
                </a:lnTo>
                <a:lnTo>
                  <a:pt x="187452" y="176784"/>
                </a:lnTo>
                <a:lnTo>
                  <a:pt x="190500" y="170688"/>
                </a:lnTo>
                <a:lnTo>
                  <a:pt x="224028" y="198310"/>
                </a:lnTo>
                <a:lnTo>
                  <a:pt x="246888" y="234696"/>
                </a:lnTo>
                <a:lnTo>
                  <a:pt x="246888" y="246888"/>
                </a:lnTo>
                <a:lnTo>
                  <a:pt x="243840" y="254508"/>
                </a:lnTo>
                <a:lnTo>
                  <a:pt x="239267" y="260603"/>
                </a:lnTo>
                <a:lnTo>
                  <a:pt x="231648" y="268224"/>
                </a:lnTo>
                <a:close/>
              </a:path>
              <a:path w="356870" h="401320">
                <a:moveTo>
                  <a:pt x="137905" y="342900"/>
                </a:moveTo>
                <a:lnTo>
                  <a:pt x="114300" y="342900"/>
                </a:lnTo>
                <a:lnTo>
                  <a:pt x="114300" y="222504"/>
                </a:lnTo>
                <a:lnTo>
                  <a:pt x="137219" y="222504"/>
                </a:lnTo>
                <a:lnTo>
                  <a:pt x="137331" y="268224"/>
                </a:lnTo>
                <a:lnTo>
                  <a:pt x="137489" y="304373"/>
                </a:lnTo>
                <a:lnTo>
                  <a:pt x="137905" y="342900"/>
                </a:lnTo>
                <a:close/>
              </a:path>
              <a:path w="356870" h="401320">
                <a:moveTo>
                  <a:pt x="277367" y="400812"/>
                </a:moveTo>
                <a:lnTo>
                  <a:pt x="271129" y="387953"/>
                </a:lnTo>
                <a:lnTo>
                  <a:pt x="259461" y="376809"/>
                </a:lnTo>
                <a:lnTo>
                  <a:pt x="242649" y="367379"/>
                </a:lnTo>
                <a:lnTo>
                  <a:pt x="220979" y="359664"/>
                </a:lnTo>
                <a:lnTo>
                  <a:pt x="220979" y="350520"/>
                </a:lnTo>
                <a:lnTo>
                  <a:pt x="241030" y="354520"/>
                </a:lnTo>
                <a:lnTo>
                  <a:pt x="257937" y="357378"/>
                </a:lnTo>
                <a:lnTo>
                  <a:pt x="271986" y="359092"/>
                </a:lnTo>
                <a:lnTo>
                  <a:pt x="283464" y="359664"/>
                </a:lnTo>
                <a:lnTo>
                  <a:pt x="326904" y="359664"/>
                </a:lnTo>
                <a:lnTo>
                  <a:pt x="324040" y="367474"/>
                </a:lnTo>
                <a:lnTo>
                  <a:pt x="289083" y="396240"/>
                </a:lnTo>
                <a:lnTo>
                  <a:pt x="277367" y="400812"/>
                </a:lnTo>
                <a:close/>
              </a:path>
              <a:path w="356870" h="401320">
                <a:moveTo>
                  <a:pt x="114300" y="390144"/>
                </a:moveTo>
                <a:lnTo>
                  <a:pt x="114300" y="353568"/>
                </a:lnTo>
                <a:lnTo>
                  <a:pt x="138123" y="353568"/>
                </a:lnTo>
                <a:lnTo>
                  <a:pt x="138684" y="376428"/>
                </a:lnTo>
                <a:lnTo>
                  <a:pt x="114300" y="39014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" name="object 71"/>
          <p:cNvSpPr/>
          <p:nvPr/>
        </p:nvSpPr>
        <p:spPr>
          <a:xfrm>
            <a:off x="4809731" y="3645407"/>
            <a:ext cx="1743710" cy="413384"/>
          </a:xfrm>
          <a:custGeom>
            <a:avLst/>
            <a:gdLst/>
            <a:ahLst/>
            <a:cxnLst/>
            <a:rect l="l" t="t" r="r" b="b"/>
            <a:pathLst>
              <a:path w="1743709" h="413385">
                <a:moveTo>
                  <a:pt x="228600" y="274320"/>
                </a:moveTo>
                <a:lnTo>
                  <a:pt x="186461" y="240461"/>
                </a:lnTo>
                <a:lnTo>
                  <a:pt x="167640" y="231648"/>
                </a:lnTo>
                <a:lnTo>
                  <a:pt x="164592" y="236220"/>
                </a:lnTo>
                <a:lnTo>
                  <a:pt x="178054" y="251917"/>
                </a:lnTo>
                <a:lnTo>
                  <a:pt x="188785" y="266890"/>
                </a:lnTo>
                <a:lnTo>
                  <a:pt x="196964" y="281012"/>
                </a:lnTo>
                <a:lnTo>
                  <a:pt x="202692" y="294132"/>
                </a:lnTo>
                <a:lnTo>
                  <a:pt x="205740" y="306324"/>
                </a:lnTo>
                <a:lnTo>
                  <a:pt x="210312" y="312420"/>
                </a:lnTo>
                <a:lnTo>
                  <a:pt x="214884" y="312420"/>
                </a:lnTo>
                <a:lnTo>
                  <a:pt x="219456" y="307848"/>
                </a:lnTo>
                <a:lnTo>
                  <a:pt x="222504" y="301752"/>
                </a:lnTo>
                <a:lnTo>
                  <a:pt x="227076" y="294132"/>
                </a:lnTo>
                <a:lnTo>
                  <a:pt x="228600" y="288036"/>
                </a:lnTo>
                <a:lnTo>
                  <a:pt x="228600" y="274320"/>
                </a:lnTo>
                <a:close/>
              </a:path>
              <a:path w="1743709" h="413385">
                <a:moveTo>
                  <a:pt x="231648" y="169164"/>
                </a:moveTo>
                <a:lnTo>
                  <a:pt x="187960" y="140690"/>
                </a:lnTo>
                <a:lnTo>
                  <a:pt x="172212" y="134112"/>
                </a:lnTo>
                <a:lnTo>
                  <a:pt x="167640" y="140208"/>
                </a:lnTo>
                <a:lnTo>
                  <a:pt x="181343" y="153670"/>
                </a:lnTo>
                <a:lnTo>
                  <a:pt x="192595" y="166687"/>
                </a:lnTo>
                <a:lnTo>
                  <a:pt x="201295" y="179438"/>
                </a:lnTo>
                <a:lnTo>
                  <a:pt x="207264" y="192024"/>
                </a:lnTo>
                <a:lnTo>
                  <a:pt x="213360" y="202692"/>
                </a:lnTo>
                <a:lnTo>
                  <a:pt x="216408" y="207264"/>
                </a:lnTo>
                <a:lnTo>
                  <a:pt x="220980" y="207264"/>
                </a:lnTo>
                <a:lnTo>
                  <a:pt x="224028" y="204216"/>
                </a:lnTo>
                <a:lnTo>
                  <a:pt x="227076" y="196596"/>
                </a:lnTo>
                <a:lnTo>
                  <a:pt x="230124" y="190500"/>
                </a:lnTo>
                <a:lnTo>
                  <a:pt x="231648" y="182880"/>
                </a:lnTo>
                <a:lnTo>
                  <a:pt x="231648" y="169164"/>
                </a:lnTo>
                <a:close/>
              </a:path>
              <a:path w="1743709" h="413385">
                <a:moveTo>
                  <a:pt x="384048" y="67056"/>
                </a:moveTo>
                <a:lnTo>
                  <a:pt x="373380" y="56388"/>
                </a:lnTo>
                <a:lnTo>
                  <a:pt x="347472" y="30480"/>
                </a:lnTo>
                <a:lnTo>
                  <a:pt x="321564" y="56388"/>
                </a:lnTo>
                <a:lnTo>
                  <a:pt x="114300" y="56388"/>
                </a:lnTo>
                <a:lnTo>
                  <a:pt x="118872" y="49771"/>
                </a:lnTo>
                <a:lnTo>
                  <a:pt x="128016" y="37109"/>
                </a:lnTo>
                <a:lnTo>
                  <a:pt x="132588" y="30480"/>
                </a:lnTo>
                <a:lnTo>
                  <a:pt x="147828" y="22860"/>
                </a:lnTo>
                <a:lnTo>
                  <a:pt x="108204" y="0"/>
                </a:lnTo>
                <a:lnTo>
                  <a:pt x="101333" y="20866"/>
                </a:lnTo>
                <a:lnTo>
                  <a:pt x="92011" y="42291"/>
                </a:lnTo>
                <a:lnTo>
                  <a:pt x="65532" y="86868"/>
                </a:lnTo>
                <a:lnTo>
                  <a:pt x="33528" y="128016"/>
                </a:lnTo>
                <a:lnTo>
                  <a:pt x="1524" y="160020"/>
                </a:lnTo>
                <a:lnTo>
                  <a:pt x="4572" y="166116"/>
                </a:lnTo>
                <a:lnTo>
                  <a:pt x="37719" y="143065"/>
                </a:lnTo>
                <a:lnTo>
                  <a:pt x="75425" y="106921"/>
                </a:lnTo>
                <a:lnTo>
                  <a:pt x="108204" y="67056"/>
                </a:lnTo>
                <a:lnTo>
                  <a:pt x="384048" y="67056"/>
                </a:lnTo>
                <a:close/>
              </a:path>
              <a:path w="1743709" h="413385">
                <a:moveTo>
                  <a:pt x="408432" y="222504"/>
                </a:moveTo>
                <a:lnTo>
                  <a:pt x="373380" y="187452"/>
                </a:lnTo>
                <a:lnTo>
                  <a:pt x="348996" y="211836"/>
                </a:lnTo>
                <a:lnTo>
                  <a:pt x="326136" y="211836"/>
                </a:lnTo>
                <a:lnTo>
                  <a:pt x="329184" y="132588"/>
                </a:lnTo>
                <a:lnTo>
                  <a:pt x="335470" y="128016"/>
                </a:lnTo>
                <a:lnTo>
                  <a:pt x="345948" y="120396"/>
                </a:lnTo>
                <a:lnTo>
                  <a:pt x="341884" y="117348"/>
                </a:lnTo>
                <a:lnTo>
                  <a:pt x="315468" y="97536"/>
                </a:lnTo>
                <a:lnTo>
                  <a:pt x="304800" y="112953"/>
                </a:lnTo>
                <a:lnTo>
                  <a:pt x="304800" y="128016"/>
                </a:lnTo>
                <a:lnTo>
                  <a:pt x="301752" y="211836"/>
                </a:lnTo>
                <a:lnTo>
                  <a:pt x="300228" y="211836"/>
                </a:lnTo>
                <a:lnTo>
                  <a:pt x="300228" y="222504"/>
                </a:lnTo>
                <a:lnTo>
                  <a:pt x="295656" y="320040"/>
                </a:lnTo>
                <a:lnTo>
                  <a:pt x="96012" y="320040"/>
                </a:lnTo>
                <a:lnTo>
                  <a:pt x="108204" y="222504"/>
                </a:lnTo>
                <a:lnTo>
                  <a:pt x="300228" y="222504"/>
                </a:lnTo>
                <a:lnTo>
                  <a:pt x="300228" y="211836"/>
                </a:lnTo>
                <a:lnTo>
                  <a:pt x="111252" y="211836"/>
                </a:lnTo>
                <a:lnTo>
                  <a:pt x="118872" y="128016"/>
                </a:lnTo>
                <a:lnTo>
                  <a:pt x="304800" y="128016"/>
                </a:lnTo>
                <a:lnTo>
                  <a:pt x="304800" y="112953"/>
                </a:lnTo>
                <a:lnTo>
                  <a:pt x="301752" y="117348"/>
                </a:lnTo>
                <a:lnTo>
                  <a:pt x="120396" y="117348"/>
                </a:lnTo>
                <a:lnTo>
                  <a:pt x="96012" y="100584"/>
                </a:lnTo>
                <a:lnTo>
                  <a:pt x="86868" y="211836"/>
                </a:lnTo>
                <a:lnTo>
                  <a:pt x="0" y="211836"/>
                </a:lnTo>
                <a:lnTo>
                  <a:pt x="13716" y="227076"/>
                </a:lnTo>
                <a:lnTo>
                  <a:pt x="39624" y="222504"/>
                </a:lnTo>
                <a:lnTo>
                  <a:pt x="83820" y="222504"/>
                </a:lnTo>
                <a:lnTo>
                  <a:pt x="71628" y="313944"/>
                </a:lnTo>
                <a:lnTo>
                  <a:pt x="57912" y="323088"/>
                </a:lnTo>
                <a:lnTo>
                  <a:pt x="82296" y="345948"/>
                </a:lnTo>
                <a:lnTo>
                  <a:pt x="96012" y="330708"/>
                </a:lnTo>
                <a:lnTo>
                  <a:pt x="292608" y="330708"/>
                </a:lnTo>
                <a:lnTo>
                  <a:pt x="290664" y="350710"/>
                </a:lnTo>
                <a:lnTo>
                  <a:pt x="287274" y="364998"/>
                </a:lnTo>
                <a:lnTo>
                  <a:pt x="282752" y="373570"/>
                </a:lnTo>
                <a:lnTo>
                  <a:pt x="277368" y="376428"/>
                </a:lnTo>
                <a:lnTo>
                  <a:pt x="268541" y="375627"/>
                </a:lnTo>
                <a:lnTo>
                  <a:pt x="255841" y="373380"/>
                </a:lnTo>
                <a:lnTo>
                  <a:pt x="219456" y="365760"/>
                </a:lnTo>
                <a:lnTo>
                  <a:pt x="219456" y="374904"/>
                </a:lnTo>
                <a:lnTo>
                  <a:pt x="240322" y="383438"/>
                </a:lnTo>
                <a:lnTo>
                  <a:pt x="254889" y="392811"/>
                </a:lnTo>
                <a:lnTo>
                  <a:pt x="263182" y="402767"/>
                </a:lnTo>
                <a:lnTo>
                  <a:pt x="265176" y="413004"/>
                </a:lnTo>
                <a:lnTo>
                  <a:pt x="280631" y="408774"/>
                </a:lnTo>
                <a:lnTo>
                  <a:pt x="311264" y="378294"/>
                </a:lnTo>
                <a:lnTo>
                  <a:pt x="311734" y="376428"/>
                </a:lnTo>
                <a:lnTo>
                  <a:pt x="314515" y="365379"/>
                </a:lnTo>
                <a:lnTo>
                  <a:pt x="317500" y="349618"/>
                </a:lnTo>
                <a:lnTo>
                  <a:pt x="320040" y="330708"/>
                </a:lnTo>
                <a:lnTo>
                  <a:pt x="399288" y="330708"/>
                </a:lnTo>
                <a:lnTo>
                  <a:pt x="388620" y="320040"/>
                </a:lnTo>
                <a:lnTo>
                  <a:pt x="364236" y="295656"/>
                </a:lnTo>
                <a:lnTo>
                  <a:pt x="339852" y="320040"/>
                </a:lnTo>
                <a:lnTo>
                  <a:pt x="321564" y="320040"/>
                </a:lnTo>
                <a:lnTo>
                  <a:pt x="326136" y="222504"/>
                </a:lnTo>
                <a:lnTo>
                  <a:pt x="408432" y="222504"/>
                </a:lnTo>
                <a:close/>
              </a:path>
              <a:path w="1743709" h="413385">
                <a:moveTo>
                  <a:pt x="675144" y="147828"/>
                </a:moveTo>
                <a:lnTo>
                  <a:pt x="633996" y="124968"/>
                </a:lnTo>
                <a:lnTo>
                  <a:pt x="634822" y="144780"/>
                </a:lnTo>
                <a:lnTo>
                  <a:pt x="634936" y="149161"/>
                </a:lnTo>
                <a:lnTo>
                  <a:pt x="635330" y="166878"/>
                </a:lnTo>
                <a:lnTo>
                  <a:pt x="635457" y="180403"/>
                </a:lnTo>
                <a:lnTo>
                  <a:pt x="635368" y="347357"/>
                </a:lnTo>
                <a:lnTo>
                  <a:pt x="635330" y="353377"/>
                </a:lnTo>
                <a:lnTo>
                  <a:pt x="634873" y="380415"/>
                </a:lnTo>
                <a:lnTo>
                  <a:pt x="633996" y="413004"/>
                </a:lnTo>
                <a:lnTo>
                  <a:pt x="662952" y="394716"/>
                </a:lnTo>
                <a:lnTo>
                  <a:pt x="662711" y="378739"/>
                </a:lnTo>
                <a:lnTo>
                  <a:pt x="661657" y="347357"/>
                </a:lnTo>
                <a:lnTo>
                  <a:pt x="661428" y="332232"/>
                </a:lnTo>
                <a:lnTo>
                  <a:pt x="661428" y="158496"/>
                </a:lnTo>
                <a:lnTo>
                  <a:pt x="675144" y="147828"/>
                </a:lnTo>
                <a:close/>
              </a:path>
              <a:path w="1743709" h="413385">
                <a:moveTo>
                  <a:pt x="853452" y="181356"/>
                </a:moveTo>
                <a:lnTo>
                  <a:pt x="805065" y="166878"/>
                </a:lnTo>
                <a:lnTo>
                  <a:pt x="754392" y="138684"/>
                </a:lnTo>
                <a:lnTo>
                  <a:pt x="704481" y="93916"/>
                </a:lnTo>
                <a:lnTo>
                  <a:pt x="664375" y="42672"/>
                </a:lnTo>
                <a:lnTo>
                  <a:pt x="656856" y="32004"/>
                </a:lnTo>
                <a:lnTo>
                  <a:pt x="672096" y="21336"/>
                </a:lnTo>
                <a:lnTo>
                  <a:pt x="635520" y="0"/>
                </a:lnTo>
                <a:lnTo>
                  <a:pt x="610565" y="57150"/>
                </a:lnTo>
                <a:lnTo>
                  <a:pt x="568464" y="118872"/>
                </a:lnTo>
                <a:lnTo>
                  <a:pt x="542531" y="149161"/>
                </a:lnTo>
                <a:lnTo>
                  <a:pt x="513080" y="175983"/>
                </a:lnTo>
                <a:lnTo>
                  <a:pt x="480377" y="199453"/>
                </a:lnTo>
                <a:lnTo>
                  <a:pt x="445020" y="219456"/>
                </a:lnTo>
                <a:lnTo>
                  <a:pt x="446544" y="227076"/>
                </a:lnTo>
                <a:lnTo>
                  <a:pt x="482282" y="210502"/>
                </a:lnTo>
                <a:lnTo>
                  <a:pt x="542340" y="173926"/>
                </a:lnTo>
                <a:lnTo>
                  <a:pt x="588606" y="130759"/>
                </a:lnTo>
                <a:lnTo>
                  <a:pt x="630796" y="75272"/>
                </a:lnTo>
                <a:lnTo>
                  <a:pt x="650760" y="42672"/>
                </a:lnTo>
                <a:lnTo>
                  <a:pt x="669048" y="72986"/>
                </a:lnTo>
                <a:lnTo>
                  <a:pt x="705624" y="123901"/>
                </a:lnTo>
                <a:lnTo>
                  <a:pt x="743318" y="163385"/>
                </a:lnTo>
                <a:lnTo>
                  <a:pt x="788416" y="196011"/>
                </a:lnTo>
                <a:lnTo>
                  <a:pt x="813828" y="210312"/>
                </a:lnTo>
                <a:lnTo>
                  <a:pt x="820661" y="201168"/>
                </a:lnTo>
                <a:lnTo>
                  <a:pt x="829640" y="194310"/>
                </a:lnTo>
                <a:lnTo>
                  <a:pt x="840613" y="189738"/>
                </a:lnTo>
                <a:lnTo>
                  <a:pt x="853452" y="187452"/>
                </a:lnTo>
                <a:lnTo>
                  <a:pt x="853452" y="181356"/>
                </a:lnTo>
                <a:close/>
              </a:path>
              <a:path w="1743709" h="413385">
                <a:moveTo>
                  <a:pt x="1298448" y="364236"/>
                </a:moveTo>
                <a:lnTo>
                  <a:pt x="1248346" y="346138"/>
                </a:lnTo>
                <a:lnTo>
                  <a:pt x="1203960" y="310896"/>
                </a:lnTo>
                <a:lnTo>
                  <a:pt x="1165098" y="261937"/>
                </a:lnTo>
                <a:lnTo>
                  <a:pt x="1135380" y="202692"/>
                </a:lnTo>
                <a:lnTo>
                  <a:pt x="1113853" y="130492"/>
                </a:lnTo>
                <a:lnTo>
                  <a:pt x="1106030" y="89750"/>
                </a:lnTo>
                <a:lnTo>
                  <a:pt x="1100328" y="45720"/>
                </a:lnTo>
                <a:lnTo>
                  <a:pt x="1117092" y="30480"/>
                </a:lnTo>
                <a:lnTo>
                  <a:pt x="1065276" y="7620"/>
                </a:lnTo>
                <a:lnTo>
                  <a:pt x="1065326" y="47625"/>
                </a:lnTo>
                <a:lnTo>
                  <a:pt x="1063371" y="87630"/>
                </a:lnTo>
                <a:lnTo>
                  <a:pt x="1059713" y="127635"/>
                </a:lnTo>
                <a:lnTo>
                  <a:pt x="1054608" y="167640"/>
                </a:lnTo>
                <a:lnTo>
                  <a:pt x="1046327" y="206819"/>
                </a:lnTo>
                <a:lnTo>
                  <a:pt x="1021181" y="273735"/>
                </a:lnTo>
                <a:lnTo>
                  <a:pt x="982865" y="327736"/>
                </a:lnTo>
                <a:lnTo>
                  <a:pt x="927379" y="377405"/>
                </a:lnTo>
                <a:lnTo>
                  <a:pt x="893064" y="400812"/>
                </a:lnTo>
                <a:lnTo>
                  <a:pt x="896112" y="405384"/>
                </a:lnTo>
                <a:lnTo>
                  <a:pt x="930719" y="388531"/>
                </a:lnTo>
                <a:lnTo>
                  <a:pt x="988491" y="349669"/>
                </a:lnTo>
                <a:lnTo>
                  <a:pt x="1031087" y="304215"/>
                </a:lnTo>
                <a:lnTo>
                  <a:pt x="1060805" y="253301"/>
                </a:lnTo>
                <a:lnTo>
                  <a:pt x="1079017" y="195503"/>
                </a:lnTo>
                <a:lnTo>
                  <a:pt x="1090879" y="125691"/>
                </a:lnTo>
                <a:lnTo>
                  <a:pt x="1094232" y="85344"/>
                </a:lnTo>
                <a:lnTo>
                  <a:pt x="1099400" y="127381"/>
                </a:lnTo>
                <a:lnTo>
                  <a:pt x="1113739" y="196583"/>
                </a:lnTo>
                <a:lnTo>
                  <a:pt x="1133170" y="249542"/>
                </a:lnTo>
                <a:lnTo>
                  <a:pt x="1157693" y="297116"/>
                </a:lnTo>
                <a:lnTo>
                  <a:pt x="1188821" y="341172"/>
                </a:lnTo>
                <a:lnTo>
                  <a:pt x="1227683" y="379412"/>
                </a:lnTo>
                <a:lnTo>
                  <a:pt x="1249680" y="396240"/>
                </a:lnTo>
                <a:lnTo>
                  <a:pt x="1257947" y="386867"/>
                </a:lnTo>
                <a:lnTo>
                  <a:pt x="1268920" y="379476"/>
                </a:lnTo>
                <a:lnTo>
                  <a:pt x="1282471" y="374383"/>
                </a:lnTo>
                <a:lnTo>
                  <a:pt x="1298448" y="371856"/>
                </a:lnTo>
                <a:lnTo>
                  <a:pt x="1298448" y="364236"/>
                </a:lnTo>
                <a:close/>
              </a:path>
              <a:path w="1743709" h="413385">
                <a:moveTo>
                  <a:pt x="1527048" y="79248"/>
                </a:moveTo>
                <a:lnTo>
                  <a:pt x="1496568" y="54864"/>
                </a:lnTo>
                <a:lnTo>
                  <a:pt x="1482852" y="71628"/>
                </a:lnTo>
                <a:lnTo>
                  <a:pt x="1345692" y="71628"/>
                </a:lnTo>
                <a:lnTo>
                  <a:pt x="1360932" y="86868"/>
                </a:lnTo>
                <a:lnTo>
                  <a:pt x="1371219" y="84874"/>
                </a:lnTo>
                <a:lnTo>
                  <a:pt x="1381506" y="83439"/>
                </a:lnTo>
                <a:lnTo>
                  <a:pt x="1391793" y="82588"/>
                </a:lnTo>
                <a:lnTo>
                  <a:pt x="1402080" y="82296"/>
                </a:lnTo>
                <a:lnTo>
                  <a:pt x="1482852" y="82296"/>
                </a:lnTo>
                <a:lnTo>
                  <a:pt x="1473708" y="117144"/>
                </a:lnTo>
                <a:lnTo>
                  <a:pt x="1464564" y="148399"/>
                </a:lnTo>
                <a:lnTo>
                  <a:pt x="1455420" y="175958"/>
                </a:lnTo>
                <a:lnTo>
                  <a:pt x="1446276" y="199644"/>
                </a:lnTo>
                <a:lnTo>
                  <a:pt x="1408176" y="157162"/>
                </a:lnTo>
                <a:lnTo>
                  <a:pt x="1389278" y="136423"/>
                </a:lnTo>
                <a:lnTo>
                  <a:pt x="1370076" y="115824"/>
                </a:lnTo>
                <a:lnTo>
                  <a:pt x="1363980" y="120396"/>
                </a:lnTo>
                <a:lnTo>
                  <a:pt x="1377124" y="137833"/>
                </a:lnTo>
                <a:lnTo>
                  <a:pt x="1393698" y="160401"/>
                </a:lnTo>
                <a:lnTo>
                  <a:pt x="1413700" y="188125"/>
                </a:lnTo>
                <a:lnTo>
                  <a:pt x="1437132" y="220980"/>
                </a:lnTo>
                <a:lnTo>
                  <a:pt x="1428521" y="238442"/>
                </a:lnTo>
                <a:lnTo>
                  <a:pt x="1406702" y="275640"/>
                </a:lnTo>
                <a:lnTo>
                  <a:pt x="1378940" y="315404"/>
                </a:lnTo>
                <a:lnTo>
                  <a:pt x="1349222" y="350316"/>
                </a:lnTo>
                <a:lnTo>
                  <a:pt x="1333500" y="365760"/>
                </a:lnTo>
                <a:lnTo>
                  <a:pt x="1335024" y="374904"/>
                </a:lnTo>
                <a:lnTo>
                  <a:pt x="1374838" y="339471"/>
                </a:lnTo>
                <a:lnTo>
                  <a:pt x="1406652" y="306324"/>
                </a:lnTo>
                <a:lnTo>
                  <a:pt x="1431607" y="274320"/>
                </a:lnTo>
                <a:lnTo>
                  <a:pt x="1450848" y="242316"/>
                </a:lnTo>
                <a:lnTo>
                  <a:pt x="1461427" y="266585"/>
                </a:lnTo>
                <a:lnTo>
                  <a:pt x="1470279" y="288988"/>
                </a:lnTo>
                <a:lnTo>
                  <a:pt x="1477429" y="309397"/>
                </a:lnTo>
                <a:lnTo>
                  <a:pt x="1482852" y="327660"/>
                </a:lnTo>
                <a:lnTo>
                  <a:pt x="1485404" y="340550"/>
                </a:lnTo>
                <a:lnTo>
                  <a:pt x="1488376" y="349567"/>
                </a:lnTo>
                <a:lnTo>
                  <a:pt x="1491640" y="354888"/>
                </a:lnTo>
                <a:lnTo>
                  <a:pt x="1495044" y="356616"/>
                </a:lnTo>
                <a:lnTo>
                  <a:pt x="1496568" y="356616"/>
                </a:lnTo>
                <a:lnTo>
                  <a:pt x="1507236" y="345948"/>
                </a:lnTo>
                <a:lnTo>
                  <a:pt x="1508760" y="339852"/>
                </a:lnTo>
                <a:lnTo>
                  <a:pt x="1510284" y="329184"/>
                </a:lnTo>
                <a:lnTo>
                  <a:pt x="1509979" y="321779"/>
                </a:lnTo>
                <a:lnTo>
                  <a:pt x="1498815" y="280987"/>
                </a:lnTo>
                <a:lnTo>
                  <a:pt x="1477187" y="244411"/>
                </a:lnTo>
                <a:lnTo>
                  <a:pt x="1461516" y="220980"/>
                </a:lnTo>
                <a:lnTo>
                  <a:pt x="1470342" y="199644"/>
                </a:lnTo>
                <a:lnTo>
                  <a:pt x="1472971" y="193268"/>
                </a:lnTo>
                <a:lnTo>
                  <a:pt x="1484566" y="162687"/>
                </a:lnTo>
                <a:lnTo>
                  <a:pt x="1496453" y="129260"/>
                </a:lnTo>
                <a:lnTo>
                  <a:pt x="1508760" y="92964"/>
                </a:lnTo>
                <a:lnTo>
                  <a:pt x="1522984" y="82296"/>
                </a:lnTo>
                <a:lnTo>
                  <a:pt x="1527048" y="79248"/>
                </a:lnTo>
                <a:close/>
              </a:path>
              <a:path w="1743709" h="413385">
                <a:moveTo>
                  <a:pt x="1591056" y="242316"/>
                </a:moveTo>
                <a:lnTo>
                  <a:pt x="1567624" y="196977"/>
                </a:lnTo>
                <a:lnTo>
                  <a:pt x="1539240" y="170688"/>
                </a:lnTo>
                <a:lnTo>
                  <a:pt x="1533144" y="173736"/>
                </a:lnTo>
                <a:lnTo>
                  <a:pt x="1544320" y="195770"/>
                </a:lnTo>
                <a:lnTo>
                  <a:pt x="1552765" y="216217"/>
                </a:lnTo>
                <a:lnTo>
                  <a:pt x="1558658" y="235254"/>
                </a:lnTo>
                <a:lnTo>
                  <a:pt x="1562100" y="252984"/>
                </a:lnTo>
                <a:lnTo>
                  <a:pt x="1563535" y="263232"/>
                </a:lnTo>
                <a:lnTo>
                  <a:pt x="1565529" y="270891"/>
                </a:lnTo>
                <a:lnTo>
                  <a:pt x="1568107" y="275704"/>
                </a:lnTo>
                <a:lnTo>
                  <a:pt x="1571244" y="277368"/>
                </a:lnTo>
                <a:lnTo>
                  <a:pt x="1572768" y="277368"/>
                </a:lnTo>
                <a:lnTo>
                  <a:pt x="1575816" y="272796"/>
                </a:lnTo>
                <a:lnTo>
                  <a:pt x="1588008" y="257556"/>
                </a:lnTo>
                <a:lnTo>
                  <a:pt x="1591056" y="249936"/>
                </a:lnTo>
                <a:lnTo>
                  <a:pt x="1591056" y="242316"/>
                </a:lnTo>
                <a:close/>
              </a:path>
              <a:path w="1743709" h="413385">
                <a:moveTo>
                  <a:pt x="1743456" y="134112"/>
                </a:moveTo>
                <a:lnTo>
                  <a:pt x="1709928" y="100584"/>
                </a:lnTo>
                <a:lnTo>
                  <a:pt x="1688592" y="123444"/>
                </a:lnTo>
                <a:lnTo>
                  <a:pt x="1668780" y="123444"/>
                </a:lnTo>
                <a:lnTo>
                  <a:pt x="1668780" y="45720"/>
                </a:lnTo>
                <a:lnTo>
                  <a:pt x="1684020" y="32004"/>
                </a:lnTo>
                <a:lnTo>
                  <a:pt x="1642872" y="10668"/>
                </a:lnTo>
                <a:lnTo>
                  <a:pt x="1643761" y="22656"/>
                </a:lnTo>
                <a:lnTo>
                  <a:pt x="1644205" y="35623"/>
                </a:lnTo>
                <a:lnTo>
                  <a:pt x="1644332" y="45720"/>
                </a:lnTo>
                <a:lnTo>
                  <a:pt x="1644396" y="123444"/>
                </a:lnTo>
                <a:lnTo>
                  <a:pt x="1505712" y="123444"/>
                </a:lnTo>
                <a:lnTo>
                  <a:pt x="1520952" y="140208"/>
                </a:lnTo>
                <a:lnTo>
                  <a:pt x="1531239" y="137337"/>
                </a:lnTo>
                <a:lnTo>
                  <a:pt x="1541526" y="135445"/>
                </a:lnTo>
                <a:lnTo>
                  <a:pt x="1551813" y="134429"/>
                </a:lnTo>
                <a:lnTo>
                  <a:pt x="1562100" y="134112"/>
                </a:lnTo>
                <a:lnTo>
                  <a:pt x="1644396" y="134112"/>
                </a:lnTo>
                <a:lnTo>
                  <a:pt x="1644396" y="359664"/>
                </a:lnTo>
                <a:lnTo>
                  <a:pt x="1641348" y="364236"/>
                </a:lnTo>
                <a:lnTo>
                  <a:pt x="1633728" y="365760"/>
                </a:lnTo>
                <a:lnTo>
                  <a:pt x="1625206" y="366077"/>
                </a:lnTo>
                <a:lnTo>
                  <a:pt x="1611249" y="364807"/>
                </a:lnTo>
                <a:lnTo>
                  <a:pt x="1592160" y="362127"/>
                </a:lnTo>
                <a:lnTo>
                  <a:pt x="1568196" y="358140"/>
                </a:lnTo>
                <a:lnTo>
                  <a:pt x="1568196" y="367284"/>
                </a:lnTo>
                <a:lnTo>
                  <a:pt x="1595323" y="377571"/>
                </a:lnTo>
                <a:lnTo>
                  <a:pt x="1614868" y="387858"/>
                </a:lnTo>
                <a:lnTo>
                  <a:pt x="1626704" y="398145"/>
                </a:lnTo>
                <a:lnTo>
                  <a:pt x="1630680" y="408432"/>
                </a:lnTo>
                <a:lnTo>
                  <a:pt x="1647571" y="400456"/>
                </a:lnTo>
                <a:lnTo>
                  <a:pt x="1668487" y="366077"/>
                </a:lnTo>
                <a:lnTo>
                  <a:pt x="1668780" y="134112"/>
                </a:lnTo>
                <a:lnTo>
                  <a:pt x="1743456" y="13411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72" name="object 72"/>
          <p:cNvGrpSpPr/>
          <p:nvPr/>
        </p:nvGrpSpPr>
        <p:grpSpPr>
          <a:xfrm>
            <a:off x="6606540" y="3645407"/>
            <a:ext cx="645160" cy="413384"/>
            <a:chOff x="6606540" y="3645407"/>
            <a:chExt cx="645160" cy="413384"/>
          </a:xfrm>
        </p:grpSpPr>
        <p:pic>
          <p:nvPicPr>
            <p:cNvPr id="73" name="object 73"/>
            <p:cNvPicPr/>
            <p:nvPr/>
          </p:nvPicPr>
          <p:blipFill>
            <a:blip r:embed="rId16" cstate="print"/>
            <a:stretch>
              <a:fillRect/>
            </a:stretch>
          </p:blipFill>
          <p:spPr>
            <a:xfrm>
              <a:off x="6606540" y="3762755"/>
              <a:ext cx="190500" cy="249936"/>
            </a:xfrm>
            <a:prstGeom prst="rect">
              <a:avLst/>
            </a:prstGeom>
          </p:spPr>
        </p:pic>
        <p:sp>
          <p:nvSpPr>
            <p:cNvPr id="74" name="object 74"/>
            <p:cNvSpPr/>
            <p:nvPr/>
          </p:nvSpPr>
          <p:spPr>
            <a:xfrm>
              <a:off x="6841236" y="3645407"/>
              <a:ext cx="410209" cy="413384"/>
            </a:xfrm>
            <a:custGeom>
              <a:avLst/>
              <a:gdLst/>
              <a:ahLst/>
              <a:cxnLst/>
              <a:rect l="l" t="t" r="r" b="b"/>
              <a:pathLst>
                <a:path w="410209" h="413385">
                  <a:moveTo>
                    <a:pt x="3048" y="227076"/>
                  </a:moveTo>
                  <a:lnTo>
                    <a:pt x="0" y="219456"/>
                  </a:lnTo>
                  <a:lnTo>
                    <a:pt x="36028" y="199453"/>
                  </a:lnTo>
                  <a:lnTo>
                    <a:pt x="68822" y="175974"/>
                  </a:lnTo>
                  <a:lnTo>
                    <a:pt x="98369" y="149161"/>
                  </a:lnTo>
                  <a:lnTo>
                    <a:pt x="124968" y="118872"/>
                  </a:lnTo>
                  <a:lnTo>
                    <a:pt x="147875" y="87439"/>
                  </a:lnTo>
                  <a:lnTo>
                    <a:pt x="181117" y="28003"/>
                  </a:lnTo>
                  <a:lnTo>
                    <a:pt x="192024" y="0"/>
                  </a:lnTo>
                  <a:lnTo>
                    <a:pt x="228600" y="21336"/>
                  </a:lnTo>
                  <a:lnTo>
                    <a:pt x="213360" y="32004"/>
                  </a:lnTo>
                  <a:lnTo>
                    <a:pt x="220880" y="42672"/>
                  </a:lnTo>
                  <a:lnTo>
                    <a:pt x="207264" y="42672"/>
                  </a:lnTo>
                  <a:lnTo>
                    <a:pt x="187285" y="75271"/>
                  </a:lnTo>
                  <a:lnTo>
                    <a:pt x="144470" y="130754"/>
                  </a:lnTo>
                  <a:lnTo>
                    <a:pt x="97988" y="173926"/>
                  </a:lnTo>
                  <a:lnTo>
                    <a:pt x="38123" y="210502"/>
                  </a:lnTo>
                  <a:lnTo>
                    <a:pt x="3048" y="227076"/>
                  </a:lnTo>
                  <a:close/>
                </a:path>
                <a:path w="410209" h="413385">
                  <a:moveTo>
                    <a:pt x="368808" y="210312"/>
                  </a:moveTo>
                  <a:lnTo>
                    <a:pt x="321183" y="180403"/>
                  </a:lnTo>
                  <a:lnTo>
                    <a:pt x="280416" y="144780"/>
                  </a:lnTo>
                  <a:lnTo>
                    <a:pt x="243840" y="100012"/>
                  </a:lnTo>
                  <a:lnTo>
                    <a:pt x="207264" y="42672"/>
                  </a:lnTo>
                  <a:lnTo>
                    <a:pt x="220880" y="42672"/>
                  </a:lnTo>
                  <a:lnTo>
                    <a:pt x="236743" y="65174"/>
                  </a:lnTo>
                  <a:lnTo>
                    <a:pt x="260985" y="93916"/>
                  </a:lnTo>
                  <a:lnTo>
                    <a:pt x="310896" y="138684"/>
                  </a:lnTo>
                  <a:lnTo>
                    <a:pt x="361569" y="166878"/>
                  </a:lnTo>
                  <a:lnTo>
                    <a:pt x="409956" y="181356"/>
                  </a:lnTo>
                  <a:lnTo>
                    <a:pt x="409956" y="187452"/>
                  </a:lnTo>
                  <a:lnTo>
                    <a:pt x="396454" y="189738"/>
                  </a:lnTo>
                  <a:lnTo>
                    <a:pt x="385381" y="194310"/>
                  </a:lnTo>
                  <a:lnTo>
                    <a:pt x="376308" y="201168"/>
                  </a:lnTo>
                  <a:lnTo>
                    <a:pt x="368808" y="210312"/>
                  </a:lnTo>
                  <a:close/>
                </a:path>
                <a:path w="410209" h="413385">
                  <a:moveTo>
                    <a:pt x="190500" y="413004"/>
                  </a:moveTo>
                  <a:lnTo>
                    <a:pt x="191381" y="380404"/>
                  </a:lnTo>
                  <a:lnTo>
                    <a:pt x="191833" y="353377"/>
                  </a:lnTo>
                  <a:lnTo>
                    <a:pt x="191880" y="347352"/>
                  </a:lnTo>
                  <a:lnTo>
                    <a:pt x="191969" y="180403"/>
                  </a:lnTo>
                  <a:lnTo>
                    <a:pt x="191844" y="166878"/>
                  </a:lnTo>
                  <a:lnTo>
                    <a:pt x="191452" y="149161"/>
                  </a:lnTo>
                  <a:lnTo>
                    <a:pt x="191327" y="144780"/>
                  </a:lnTo>
                  <a:lnTo>
                    <a:pt x="190500" y="124968"/>
                  </a:lnTo>
                  <a:lnTo>
                    <a:pt x="231648" y="147828"/>
                  </a:lnTo>
                  <a:lnTo>
                    <a:pt x="217932" y="158496"/>
                  </a:lnTo>
                  <a:lnTo>
                    <a:pt x="218020" y="353377"/>
                  </a:lnTo>
                  <a:lnTo>
                    <a:pt x="218122" y="362902"/>
                  </a:lnTo>
                  <a:lnTo>
                    <a:pt x="218574" y="378737"/>
                  </a:lnTo>
                  <a:lnTo>
                    <a:pt x="219456" y="394716"/>
                  </a:lnTo>
                  <a:lnTo>
                    <a:pt x="190500" y="413004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75" name="object 75"/>
          <p:cNvSpPr/>
          <p:nvPr/>
        </p:nvSpPr>
        <p:spPr>
          <a:xfrm>
            <a:off x="7301483" y="3653028"/>
            <a:ext cx="387350" cy="398145"/>
          </a:xfrm>
          <a:custGeom>
            <a:avLst/>
            <a:gdLst/>
            <a:ahLst/>
            <a:cxnLst/>
            <a:rect l="l" t="t" r="r" b="b"/>
            <a:pathLst>
              <a:path w="387350" h="398145">
                <a:moveTo>
                  <a:pt x="347472" y="224028"/>
                </a:moveTo>
                <a:lnTo>
                  <a:pt x="302133" y="181356"/>
                </a:lnTo>
                <a:lnTo>
                  <a:pt x="263652" y="129540"/>
                </a:lnTo>
                <a:lnTo>
                  <a:pt x="233553" y="69913"/>
                </a:lnTo>
                <a:lnTo>
                  <a:pt x="214884" y="0"/>
                </a:lnTo>
                <a:lnTo>
                  <a:pt x="249936" y="12191"/>
                </a:lnTo>
                <a:lnTo>
                  <a:pt x="234696" y="22859"/>
                </a:lnTo>
                <a:lnTo>
                  <a:pt x="244125" y="49148"/>
                </a:lnTo>
                <a:lnTo>
                  <a:pt x="271557" y="101727"/>
                </a:lnTo>
                <a:lnTo>
                  <a:pt x="310157" y="151185"/>
                </a:lnTo>
                <a:lnTo>
                  <a:pt x="358782" y="186094"/>
                </a:lnTo>
                <a:lnTo>
                  <a:pt x="387096" y="198120"/>
                </a:lnTo>
                <a:lnTo>
                  <a:pt x="387096" y="202692"/>
                </a:lnTo>
                <a:lnTo>
                  <a:pt x="374261" y="204096"/>
                </a:lnTo>
                <a:lnTo>
                  <a:pt x="363283" y="208216"/>
                </a:lnTo>
                <a:lnTo>
                  <a:pt x="354306" y="214907"/>
                </a:lnTo>
                <a:lnTo>
                  <a:pt x="347472" y="224028"/>
                </a:lnTo>
                <a:close/>
              </a:path>
              <a:path w="387350" h="398145">
                <a:moveTo>
                  <a:pt x="4572" y="231648"/>
                </a:moveTo>
                <a:lnTo>
                  <a:pt x="0" y="225552"/>
                </a:lnTo>
                <a:lnTo>
                  <a:pt x="30003" y="195834"/>
                </a:lnTo>
                <a:lnTo>
                  <a:pt x="56007" y="166116"/>
                </a:lnTo>
                <a:lnTo>
                  <a:pt x="96012" y="106679"/>
                </a:lnTo>
                <a:lnTo>
                  <a:pt x="121348" y="54292"/>
                </a:lnTo>
                <a:lnTo>
                  <a:pt x="134112" y="12191"/>
                </a:lnTo>
                <a:lnTo>
                  <a:pt x="173736" y="38100"/>
                </a:lnTo>
                <a:lnTo>
                  <a:pt x="153924" y="48767"/>
                </a:lnTo>
                <a:lnTo>
                  <a:pt x="129759" y="94853"/>
                </a:lnTo>
                <a:lnTo>
                  <a:pt x="102888" y="136184"/>
                </a:lnTo>
                <a:lnTo>
                  <a:pt x="73164" y="172760"/>
                </a:lnTo>
                <a:lnTo>
                  <a:pt x="40440" y="204581"/>
                </a:lnTo>
                <a:lnTo>
                  <a:pt x="4572" y="231648"/>
                </a:lnTo>
                <a:close/>
              </a:path>
              <a:path w="387350" h="398145">
                <a:moveTo>
                  <a:pt x="62484" y="384048"/>
                </a:moveTo>
                <a:lnTo>
                  <a:pt x="42672" y="347472"/>
                </a:lnTo>
                <a:lnTo>
                  <a:pt x="50077" y="346043"/>
                </a:lnTo>
                <a:lnTo>
                  <a:pt x="58483" y="341757"/>
                </a:lnTo>
                <a:lnTo>
                  <a:pt x="89106" y="311419"/>
                </a:lnTo>
                <a:lnTo>
                  <a:pt x="117586" y="273605"/>
                </a:lnTo>
                <a:lnTo>
                  <a:pt x="150733" y="221837"/>
                </a:lnTo>
                <a:lnTo>
                  <a:pt x="174831" y="173831"/>
                </a:lnTo>
                <a:lnTo>
                  <a:pt x="182880" y="152400"/>
                </a:lnTo>
                <a:lnTo>
                  <a:pt x="220980" y="182879"/>
                </a:lnTo>
                <a:lnTo>
                  <a:pt x="201168" y="190500"/>
                </a:lnTo>
                <a:lnTo>
                  <a:pt x="169449" y="237101"/>
                </a:lnTo>
                <a:lnTo>
                  <a:pt x="138303" y="278701"/>
                </a:lnTo>
                <a:lnTo>
                  <a:pt x="107727" y="315444"/>
                </a:lnTo>
                <a:lnTo>
                  <a:pt x="77724" y="347472"/>
                </a:lnTo>
                <a:lnTo>
                  <a:pt x="319864" y="347472"/>
                </a:lnTo>
                <a:lnTo>
                  <a:pt x="321996" y="352044"/>
                </a:lnTo>
                <a:lnTo>
                  <a:pt x="286512" y="352044"/>
                </a:lnTo>
                <a:lnTo>
                  <a:pt x="156019" y="363474"/>
                </a:lnTo>
                <a:lnTo>
                  <a:pt x="117848" y="367474"/>
                </a:lnTo>
                <a:lnTo>
                  <a:pt x="77152" y="376047"/>
                </a:lnTo>
                <a:lnTo>
                  <a:pt x="69032" y="379761"/>
                </a:lnTo>
                <a:lnTo>
                  <a:pt x="62484" y="384048"/>
                </a:lnTo>
                <a:close/>
              </a:path>
              <a:path w="387350" h="398145">
                <a:moveTo>
                  <a:pt x="319864" y="347472"/>
                </a:moveTo>
                <a:lnTo>
                  <a:pt x="77724" y="347472"/>
                </a:lnTo>
                <a:lnTo>
                  <a:pt x="283464" y="344424"/>
                </a:lnTo>
                <a:lnTo>
                  <a:pt x="272295" y="326445"/>
                </a:lnTo>
                <a:lnTo>
                  <a:pt x="259270" y="306895"/>
                </a:lnTo>
                <a:lnTo>
                  <a:pt x="244244" y="285916"/>
                </a:lnTo>
                <a:lnTo>
                  <a:pt x="227076" y="263652"/>
                </a:lnTo>
                <a:lnTo>
                  <a:pt x="233172" y="259080"/>
                </a:lnTo>
                <a:lnTo>
                  <a:pt x="284797" y="303847"/>
                </a:lnTo>
                <a:lnTo>
                  <a:pt x="312419" y="333756"/>
                </a:lnTo>
                <a:lnTo>
                  <a:pt x="318442" y="344424"/>
                </a:lnTo>
                <a:lnTo>
                  <a:pt x="319864" y="347472"/>
                </a:lnTo>
                <a:close/>
              </a:path>
              <a:path w="387350" h="398145">
                <a:moveTo>
                  <a:pt x="309372" y="397764"/>
                </a:moveTo>
                <a:lnTo>
                  <a:pt x="304800" y="397764"/>
                </a:lnTo>
                <a:lnTo>
                  <a:pt x="301752" y="393192"/>
                </a:lnTo>
                <a:lnTo>
                  <a:pt x="298704" y="385572"/>
                </a:lnTo>
                <a:lnTo>
                  <a:pt x="295298" y="375832"/>
                </a:lnTo>
                <a:lnTo>
                  <a:pt x="292036" y="367093"/>
                </a:lnTo>
                <a:lnTo>
                  <a:pt x="289059" y="359211"/>
                </a:lnTo>
                <a:lnTo>
                  <a:pt x="286512" y="352044"/>
                </a:lnTo>
                <a:lnTo>
                  <a:pt x="321996" y="352044"/>
                </a:lnTo>
                <a:lnTo>
                  <a:pt x="322707" y="353568"/>
                </a:lnTo>
                <a:lnTo>
                  <a:pt x="325278" y="361616"/>
                </a:lnTo>
                <a:lnTo>
                  <a:pt x="326136" y="368808"/>
                </a:lnTo>
                <a:lnTo>
                  <a:pt x="326136" y="374904"/>
                </a:lnTo>
                <a:lnTo>
                  <a:pt x="324612" y="382524"/>
                </a:lnTo>
                <a:lnTo>
                  <a:pt x="318516" y="388620"/>
                </a:lnTo>
                <a:lnTo>
                  <a:pt x="313943" y="394716"/>
                </a:lnTo>
                <a:lnTo>
                  <a:pt x="309372" y="39776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6" name="object 76"/>
          <p:cNvSpPr/>
          <p:nvPr/>
        </p:nvSpPr>
        <p:spPr>
          <a:xfrm>
            <a:off x="7752588" y="3665220"/>
            <a:ext cx="349250" cy="387350"/>
          </a:xfrm>
          <a:custGeom>
            <a:avLst/>
            <a:gdLst/>
            <a:ahLst/>
            <a:cxnLst/>
            <a:rect l="l" t="t" r="r" b="b"/>
            <a:pathLst>
              <a:path w="349250" h="387350">
                <a:moveTo>
                  <a:pt x="48768" y="32004"/>
                </a:moveTo>
                <a:lnTo>
                  <a:pt x="32004" y="16764"/>
                </a:lnTo>
                <a:lnTo>
                  <a:pt x="307847" y="16764"/>
                </a:lnTo>
                <a:lnTo>
                  <a:pt x="320040" y="0"/>
                </a:lnTo>
                <a:lnTo>
                  <a:pt x="348996" y="22860"/>
                </a:lnTo>
                <a:lnTo>
                  <a:pt x="342138" y="27432"/>
                </a:lnTo>
                <a:lnTo>
                  <a:pt x="89916" y="27432"/>
                </a:lnTo>
                <a:lnTo>
                  <a:pt x="78771" y="27717"/>
                </a:lnTo>
                <a:lnTo>
                  <a:pt x="68199" y="28575"/>
                </a:lnTo>
                <a:lnTo>
                  <a:pt x="58197" y="30003"/>
                </a:lnTo>
                <a:lnTo>
                  <a:pt x="48768" y="32004"/>
                </a:lnTo>
                <a:close/>
              </a:path>
              <a:path w="349250" h="387350">
                <a:moveTo>
                  <a:pt x="334149" y="345948"/>
                </a:moveTo>
                <a:lnTo>
                  <a:pt x="294132" y="345948"/>
                </a:lnTo>
                <a:lnTo>
                  <a:pt x="301251" y="344543"/>
                </a:lnTo>
                <a:lnTo>
                  <a:pt x="306514" y="340423"/>
                </a:lnTo>
                <a:lnTo>
                  <a:pt x="309776" y="333732"/>
                </a:lnTo>
                <a:lnTo>
                  <a:pt x="310896" y="324612"/>
                </a:lnTo>
                <a:lnTo>
                  <a:pt x="310896" y="27432"/>
                </a:lnTo>
                <a:lnTo>
                  <a:pt x="342138" y="27432"/>
                </a:lnTo>
                <a:lnTo>
                  <a:pt x="335280" y="32004"/>
                </a:lnTo>
                <a:lnTo>
                  <a:pt x="335280" y="333756"/>
                </a:lnTo>
                <a:lnTo>
                  <a:pt x="334149" y="345948"/>
                </a:lnTo>
                <a:close/>
              </a:path>
              <a:path w="349250" h="387350">
                <a:moveTo>
                  <a:pt x="15240" y="115824"/>
                </a:moveTo>
                <a:lnTo>
                  <a:pt x="0" y="100584"/>
                </a:lnTo>
                <a:lnTo>
                  <a:pt x="224028" y="100584"/>
                </a:lnTo>
                <a:lnTo>
                  <a:pt x="246887" y="77724"/>
                </a:lnTo>
                <a:lnTo>
                  <a:pt x="278892" y="111252"/>
                </a:lnTo>
                <a:lnTo>
                  <a:pt x="54864" y="111252"/>
                </a:lnTo>
                <a:lnTo>
                  <a:pt x="43743" y="111537"/>
                </a:lnTo>
                <a:lnTo>
                  <a:pt x="33337" y="112395"/>
                </a:lnTo>
                <a:lnTo>
                  <a:pt x="23788" y="113823"/>
                </a:lnTo>
                <a:lnTo>
                  <a:pt x="15240" y="115824"/>
                </a:lnTo>
                <a:close/>
              </a:path>
              <a:path w="349250" h="387350">
                <a:moveTo>
                  <a:pt x="228164" y="163068"/>
                </a:moveTo>
                <a:lnTo>
                  <a:pt x="192023" y="163068"/>
                </a:lnTo>
                <a:lnTo>
                  <a:pt x="204216" y="146304"/>
                </a:lnTo>
                <a:lnTo>
                  <a:pt x="228164" y="163068"/>
                </a:lnTo>
                <a:close/>
              </a:path>
              <a:path w="349250" h="387350">
                <a:moveTo>
                  <a:pt x="53340" y="312420"/>
                </a:moveTo>
                <a:lnTo>
                  <a:pt x="54221" y="298989"/>
                </a:lnTo>
                <a:lnTo>
                  <a:pt x="54653" y="282321"/>
                </a:lnTo>
                <a:lnTo>
                  <a:pt x="54747" y="272034"/>
                </a:lnTo>
                <a:lnTo>
                  <a:pt x="54840" y="208478"/>
                </a:lnTo>
                <a:lnTo>
                  <a:pt x="54673" y="184975"/>
                </a:lnTo>
                <a:lnTo>
                  <a:pt x="54221" y="164615"/>
                </a:lnTo>
                <a:lnTo>
                  <a:pt x="53340" y="147828"/>
                </a:lnTo>
                <a:lnTo>
                  <a:pt x="79248" y="163068"/>
                </a:lnTo>
                <a:lnTo>
                  <a:pt x="228164" y="163068"/>
                </a:lnTo>
                <a:lnTo>
                  <a:pt x="234696" y="167640"/>
                </a:lnTo>
                <a:lnTo>
                  <a:pt x="226858" y="173736"/>
                </a:lnTo>
                <a:lnTo>
                  <a:pt x="79248" y="173736"/>
                </a:lnTo>
                <a:lnTo>
                  <a:pt x="79248" y="260604"/>
                </a:lnTo>
                <a:lnTo>
                  <a:pt x="221001" y="260604"/>
                </a:lnTo>
                <a:lnTo>
                  <a:pt x="221003" y="261747"/>
                </a:lnTo>
                <a:lnTo>
                  <a:pt x="221158" y="271271"/>
                </a:lnTo>
                <a:lnTo>
                  <a:pt x="79248" y="271271"/>
                </a:lnTo>
                <a:lnTo>
                  <a:pt x="79248" y="300228"/>
                </a:lnTo>
                <a:lnTo>
                  <a:pt x="53340" y="312420"/>
                </a:lnTo>
                <a:close/>
              </a:path>
              <a:path w="349250" h="387350">
                <a:moveTo>
                  <a:pt x="221001" y="260604"/>
                </a:moveTo>
                <a:lnTo>
                  <a:pt x="196596" y="260604"/>
                </a:lnTo>
                <a:lnTo>
                  <a:pt x="196596" y="173736"/>
                </a:lnTo>
                <a:lnTo>
                  <a:pt x="226858" y="173736"/>
                </a:lnTo>
                <a:lnTo>
                  <a:pt x="220980" y="178307"/>
                </a:lnTo>
                <a:lnTo>
                  <a:pt x="221001" y="260604"/>
                </a:lnTo>
                <a:close/>
              </a:path>
              <a:path w="349250" h="387350">
                <a:moveTo>
                  <a:pt x="196596" y="301752"/>
                </a:moveTo>
                <a:lnTo>
                  <a:pt x="196596" y="271271"/>
                </a:lnTo>
                <a:lnTo>
                  <a:pt x="221158" y="271271"/>
                </a:lnTo>
                <a:lnTo>
                  <a:pt x="221170" y="272034"/>
                </a:lnTo>
                <a:lnTo>
                  <a:pt x="221622" y="282321"/>
                </a:lnTo>
                <a:lnTo>
                  <a:pt x="222504" y="292607"/>
                </a:lnTo>
                <a:lnTo>
                  <a:pt x="196596" y="301752"/>
                </a:lnTo>
                <a:close/>
              </a:path>
              <a:path w="349250" h="387350">
                <a:moveTo>
                  <a:pt x="297180" y="387096"/>
                </a:moveTo>
                <a:lnTo>
                  <a:pt x="293227" y="377070"/>
                </a:lnTo>
                <a:lnTo>
                  <a:pt x="281559" y="367474"/>
                </a:lnTo>
                <a:lnTo>
                  <a:pt x="262461" y="358163"/>
                </a:lnTo>
                <a:lnTo>
                  <a:pt x="236220" y="348996"/>
                </a:lnTo>
                <a:lnTo>
                  <a:pt x="236220" y="339851"/>
                </a:lnTo>
                <a:lnTo>
                  <a:pt x="255341" y="342733"/>
                </a:lnTo>
                <a:lnTo>
                  <a:pt x="271462" y="344614"/>
                </a:lnTo>
                <a:lnTo>
                  <a:pt x="284440" y="345638"/>
                </a:lnTo>
                <a:lnTo>
                  <a:pt x="294132" y="345948"/>
                </a:lnTo>
                <a:lnTo>
                  <a:pt x="334149" y="345948"/>
                </a:lnTo>
                <a:lnTo>
                  <a:pt x="333613" y="351734"/>
                </a:lnTo>
                <a:lnTo>
                  <a:pt x="326517" y="366712"/>
                </a:lnTo>
                <a:lnTo>
                  <a:pt x="314277" y="378547"/>
                </a:lnTo>
                <a:lnTo>
                  <a:pt x="297180" y="38709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7" name="object 77"/>
          <p:cNvSpPr/>
          <p:nvPr/>
        </p:nvSpPr>
        <p:spPr>
          <a:xfrm>
            <a:off x="8183880" y="3649979"/>
            <a:ext cx="407034" cy="407034"/>
          </a:xfrm>
          <a:custGeom>
            <a:avLst/>
            <a:gdLst/>
            <a:ahLst/>
            <a:cxnLst/>
            <a:rect l="l" t="t" r="r" b="b"/>
            <a:pathLst>
              <a:path w="407034" h="407035">
                <a:moveTo>
                  <a:pt x="94488" y="94488"/>
                </a:moveTo>
                <a:lnTo>
                  <a:pt x="71628" y="94488"/>
                </a:lnTo>
                <a:lnTo>
                  <a:pt x="71526" y="54483"/>
                </a:lnTo>
                <a:lnTo>
                  <a:pt x="71410" y="39624"/>
                </a:lnTo>
                <a:lnTo>
                  <a:pt x="70985" y="18835"/>
                </a:lnTo>
                <a:lnTo>
                  <a:pt x="70104" y="0"/>
                </a:lnTo>
                <a:lnTo>
                  <a:pt x="109728" y="18288"/>
                </a:lnTo>
                <a:lnTo>
                  <a:pt x="94488" y="30480"/>
                </a:lnTo>
                <a:lnTo>
                  <a:pt x="94488" y="94488"/>
                </a:lnTo>
                <a:close/>
              </a:path>
              <a:path w="407034" h="407035">
                <a:moveTo>
                  <a:pt x="353099" y="28956"/>
                </a:moveTo>
                <a:lnTo>
                  <a:pt x="316992" y="28956"/>
                </a:lnTo>
                <a:lnTo>
                  <a:pt x="329184" y="10668"/>
                </a:lnTo>
                <a:lnTo>
                  <a:pt x="353099" y="28956"/>
                </a:lnTo>
                <a:close/>
              </a:path>
              <a:path w="407034" h="407035">
                <a:moveTo>
                  <a:pt x="184404" y="187452"/>
                </a:moveTo>
                <a:lnTo>
                  <a:pt x="185285" y="169402"/>
                </a:lnTo>
                <a:lnTo>
                  <a:pt x="185703" y="150876"/>
                </a:lnTo>
                <a:lnTo>
                  <a:pt x="185822" y="66222"/>
                </a:lnTo>
                <a:lnTo>
                  <a:pt x="185737" y="54483"/>
                </a:lnTo>
                <a:lnTo>
                  <a:pt x="185285" y="33099"/>
                </a:lnTo>
                <a:lnTo>
                  <a:pt x="184404" y="13716"/>
                </a:lnTo>
                <a:lnTo>
                  <a:pt x="208788" y="28956"/>
                </a:lnTo>
                <a:lnTo>
                  <a:pt x="353099" y="28956"/>
                </a:lnTo>
                <a:lnTo>
                  <a:pt x="355092" y="30480"/>
                </a:lnTo>
                <a:lnTo>
                  <a:pt x="344641" y="39624"/>
                </a:lnTo>
                <a:lnTo>
                  <a:pt x="208788" y="39624"/>
                </a:lnTo>
                <a:lnTo>
                  <a:pt x="208788" y="88392"/>
                </a:lnTo>
                <a:lnTo>
                  <a:pt x="342930" y="88392"/>
                </a:lnTo>
                <a:lnTo>
                  <a:pt x="342979" y="99060"/>
                </a:lnTo>
                <a:lnTo>
                  <a:pt x="208788" y="99060"/>
                </a:lnTo>
                <a:lnTo>
                  <a:pt x="208788" y="150876"/>
                </a:lnTo>
                <a:lnTo>
                  <a:pt x="343575" y="150876"/>
                </a:lnTo>
                <a:lnTo>
                  <a:pt x="344115" y="161544"/>
                </a:lnTo>
                <a:lnTo>
                  <a:pt x="208788" y="161544"/>
                </a:lnTo>
                <a:lnTo>
                  <a:pt x="208788" y="176784"/>
                </a:lnTo>
                <a:lnTo>
                  <a:pt x="184404" y="187452"/>
                </a:lnTo>
                <a:close/>
              </a:path>
              <a:path w="407034" h="407035">
                <a:moveTo>
                  <a:pt x="342930" y="88392"/>
                </a:moveTo>
                <a:lnTo>
                  <a:pt x="320040" y="88392"/>
                </a:lnTo>
                <a:lnTo>
                  <a:pt x="320040" y="39624"/>
                </a:lnTo>
                <a:lnTo>
                  <a:pt x="344641" y="39624"/>
                </a:lnTo>
                <a:lnTo>
                  <a:pt x="342900" y="41148"/>
                </a:lnTo>
                <a:lnTo>
                  <a:pt x="342930" y="88392"/>
                </a:lnTo>
                <a:close/>
              </a:path>
              <a:path w="407034" h="407035">
                <a:moveTo>
                  <a:pt x="18288" y="108204"/>
                </a:moveTo>
                <a:lnTo>
                  <a:pt x="4571" y="94488"/>
                </a:lnTo>
                <a:lnTo>
                  <a:pt x="115824" y="94488"/>
                </a:lnTo>
                <a:lnTo>
                  <a:pt x="134112" y="76200"/>
                </a:lnTo>
                <a:lnTo>
                  <a:pt x="164592" y="105156"/>
                </a:lnTo>
                <a:lnTo>
                  <a:pt x="38100" y="105156"/>
                </a:lnTo>
                <a:lnTo>
                  <a:pt x="18288" y="108204"/>
                </a:lnTo>
                <a:close/>
              </a:path>
              <a:path w="407034" h="407035">
                <a:moveTo>
                  <a:pt x="343575" y="150876"/>
                </a:moveTo>
                <a:lnTo>
                  <a:pt x="320040" y="150876"/>
                </a:lnTo>
                <a:lnTo>
                  <a:pt x="320040" y="99060"/>
                </a:lnTo>
                <a:lnTo>
                  <a:pt x="342979" y="99060"/>
                </a:lnTo>
                <a:lnTo>
                  <a:pt x="343090" y="123253"/>
                </a:lnTo>
                <a:lnTo>
                  <a:pt x="343528" y="149352"/>
                </a:lnTo>
                <a:lnTo>
                  <a:pt x="343575" y="150876"/>
                </a:lnTo>
                <a:close/>
              </a:path>
              <a:path w="407034" h="407035">
                <a:moveTo>
                  <a:pt x="21336" y="259079"/>
                </a:moveTo>
                <a:lnTo>
                  <a:pt x="0" y="227076"/>
                </a:lnTo>
                <a:lnTo>
                  <a:pt x="12049" y="223647"/>
                </a:lnTo>
                <a:lnTo>
                  <a:pt x="27813" y="217932"/>
                </a:lnTo>
                <a:lnTo>
                  <a:pt x="47577" y="209931"/>
                </a:lnTo>
                <a:lnTo>
                  <a:pt x="71628" y="199644"/>
                </a:lnTo>
                <a:lnTo>
                  <a:pt x="71628" y="105156"/>
                </a:lnTo>
                <a:lnTo>
                  <a:pt x="94488" y="105156"/>
                </a:lnTo>
                <a:lnTo>
                  <a:pt x="94488" y="188976"/>
                </a:lnTo>
                <a:lnTo>
                  <a:pt x="120923" y="188976"/>
                </a:lnTo>
                <a:lnTo>
                  <a:pt x="94488" y="205740"/>
                </a:lnTo>
                <a:lnTo>
                  <a:pt x="94488" y="217932"/>
                </a:lnTo>
                <a:lnTo>
                  <a:pt x="71628" y="217932"/>
                </a:lnTo>
                <a:lnTo>
                  <a:pt x="60483" y="224813"/>
                </a:lnTo>
                <a:lnTo>
                  <a:pt x="49910" y="231838"/>
                </a:lnTo>
                <a:lnTo>
                  <a:pt x="39909" y="239148"/>
                </a:lnTo>
                <a:lnTo>
                  <a:pt x="30480" y="246888"/>
                </a:lnTo>
                <a:lnTo>
                  <a:pt x="21336" y="259079"/>
                </a:lnTo>
                <a:close/>
              </a:path>
              <a:path w="407034" h="407035">
                <a:moveTo>
                  <a:pt x="120923" y="188976"/>
                </a:moveTo>
                <a:lnTo>
                  <a:pt x="94488" y="188976"/>
                </a:lnTo>
                <a:lnTo>
                  <a:pt x="153924" y="161544"/>
                </a:lnTo>
                <a:lnTo>
                  <a:pt x="156972" y="166116"/>
                </a:lnTo>
                <a:lnTo>
                  <a:pt x="120923" y="188976"/>
                </a:lnTo>
                <a:close/>
              </a:path>
              <a:path w="407034" h="407035">
                <a:moveTo>
                  <a:pt x="320040" y="179832"/>
                </a:moveTo>
                <a:lnTo>
                  <a:pt x="320040" y="161544"/>
                </a:lnTo>
                <a:lnTo>
                  <a:pt x="344115" y="161544"/>
                </a:lnTo>
                <a:lnTo>
                  <a:pt x="344424" y="167640"/>
                </a:lnTo>
                <a:lnTo>
                  <a:pt x="320040" y="179832"/>
                </a:lnTo>
                <a:close/>
              </a:path>
              <a:path w="407034" h="407035">
                <a:moveTo>
                  <a:pt x="140208" y="222504"/>
                </a:moveTo>
                <a:lnTo>
                  <a:pt x="123444" y="205740"/>
                </a:lnTo>
                <a:lnTo>
                  <a:pt x="352044" y="205740"/>
                </a:lnTo>
                <a:lnTo>
                  <a:pt x="374904" y="182880"/>
                </a:lnTo>
                <a:lnTo>
                  <a:pt x="406908" y="216408"/>
                </a:lnTo>
                <a:lnTo>
                  <a:pt x="181356" y="216408"/>
                </a:lnTo>
                <a:lnTo>
                  <a:pt x="170211" y="216717"/>
                </a:lnTo>
                <a:lnTo>
                  <a:pt x="159639" y="217741"/>
                </a:lnTo>
                <a:lnTo>
                  <a:pt x="149637" y="219622"/>
                </a:lnTo>
                <a:lnTo>
                  <a:pt x="140208" y="222504"/>
                </a:lnTo>
                <a:close/>
              </a:path>
              <a:path w="407034" h="407035">
                <a:moveTo>
                  <a:pt x="278892" y="352044"/>
                </a:moveTo>
                <a:lnTo>
                  <a:pt x="256032" y="352044"/>
                </a:lnTo>
                <a:lnTo>
                  <a:pt x="256032" y="216408"/>
                </a:lnTo>
                <a:lnTo>
                  <a:pt x="278892" y="216408"/>
                </a:lnTo>
                <a:lnTo>
                  <a:pt x="278892" y="277367"/>
                </a:lnTo>
                <a:lnTo>
                  <a:pt x="377390" y="277367"/>
                </a:lnTo>
                <a:lnTo>
                  <a:pt x="388620" y="288036"/>
                </a:lnTo>
                <a:lnTo>
                  <a:pt x="278892" y="288036"/>
                </a:lnTo>
                <a:lnTo>
                  <a:pt x="278892" y="352044"/>
                </a:lnTo>
                <a:close/>
              </a:path>
              <a:path w="407034" h="407035">
                <a:moveTo>
                  <a:pt x="93327" y="361188"/>
                </a:moveTo>
                <a:lnTo>
                  <a:pt x="56388" y="361188"/>
                </a:lnTo>
                <a:lnTo>
                  <a:pt x="64127" y="360902"/>
                </a:lnTo>
                <a:lnTo>
                  <a:pt x="69151" y="357759"/>
                </a:lnTo>
                <a:lnTo>
                  <a:pt x="71604" y="351758"/>
                </a:lnTo>
                <a:lnTo>
                  <a:pt x="71628" y="217932"/>
                </a:lnTo>
                <a:lnTo>
                  <a:pt x="94488" y="217932"/>
                </a:lnTo>
                <a:lnTo>
                  <a:pt x="94488" y="353568"/>
                </a:lnTo>
                <a:lnTo>
                  <a:pt x="93327" y="361188"/>
                </a:lnTo>
                <a:close/>
              </a:path>
              <a:path w="407034" h="407035">
                <a:moveTo>
                  <a:pt x="97536" y="406908"/>
                </a:moveTo>
                <a:lnTo>
                  <a:pt x="94488" y="400812"/>
                </a:lnTo>
                <a:lnTo>
                  <a:pt x="107918" y="386214"/>
                </a:lnTo>
                <a:lnTo>
                  <a:pt x="120777" y="369760"/>
                </a:lnTo>
                <a:lnTo>
                  <a:pt x="144780" y="330708"/>
                </a:lnTo>
                <a:lnTo>
                  <a:pt x="162877" y="283845"/>
                </a:lnTo>
                <a:lnTo>
                  <a:pt x="170688" y="230124"/>
                </a:lnTo>
                <a:lnTo>
                  <a:pt x="207264" y="252984"/>
                </a:lnTo>
                <a:lnTo>
                  <a:pt x="193548" y="260603"/>
                </a:lnTo>
                <a:lnTo>
                  <a:pt x="191262" y="269462"/>
                </a:lnTo>
                <a:lnTo>
                  <a:pt x="188976" y="277749"/>
                </a:lnTo>
                <a:lnTo>
                  <a:pt x="186690" y="285464"/>
                </a:lnTo>
                <a:lnTo>
                  <a:pt x="184404" y="292608"/>
                </a:lnTo>
                <a:lnTo>
                  <a:pt x="191871" y="301752"/>
                </a:lnTo>
                <a:lnTo>
                  <a:pt x="181356" y="301752"/>
                </a:lnTo>
                <a:lnTo>
                  <a:pt x="165044" y="332327"/>
                </a:lnTo>
                <a:lnTo>
                  <a:pt x="145732" y="360045"/>
                </a:lnTo>
                <a:lnTo>
                  <a:pt x="123277" y="384905"/>
                </a:lnTo>
                <a:lnTo>
                  <a:pt x="97536" y="406908"/>
                </a:lnTo>
                <a:close/>
              </a:path>
              <a:path w="407034" h="407035">
                <a:moveTo>
                  <a:pt x="377390" y="277367"/>
                </a:moveTo>
                <a:lnTo>
                  <a:pt x="339852" y="277367"/>
                </a:lnTo>
                <a:lnTo>
                  <a:pt x="358140" y="259079"/>
                </a:lnTo>
                <a:lnTo>
                  <a:pt x="377390" y="277367"/>
                </a:lnTo>
                <a:close/>
              </a:path>
              <a:path w="407034" h="407035">
                <a:moveTo>
                  <a:pt x="376428" y="396240"/>
                </a:moveTo>
                <a:lnTo>
                  <a:pt x="333041" y="393930"/>
                </a:lnTo>
                <a:lnTo>
                  <a:pt x="267985" y="381881"/>
                </a:lnTo>
                <a:lnTo>
                  <a:pt x="229147" y="358973"/>
                </a:lnTo>
                <a:lnTo>
                  <a:pt x="196524" y="324064"/>
                </a:lnTo>
                <a:lnTo>
                  <a:pt x="181356" y="301752"/>
                </a:lnTo>
                <a:lnTo>
                  <a:pt x="191871" y="301752"/>
                </a:lnTo>
                <a:lnTo>
                  <a:pt x="200739" y="312610"/>
                </a:lnTo>
                <a:lnTo>
                  <a:pt x="217932" y="329184"/>
                </a:lnTo>
                <a:lnTo>
                  <a:pt x="236267" y="342328"/>
                </a:lnTo>
                <a:lnTo>
                  <a:pt x="256032" y="352044"/>
                </a:lnTo>
                <a:lnTo>
                  <a:pt x="278892" y="352044"/>
                </a:lnTo>
                <a:lnTo>
                  <a:pt x="278892" y="359664"/>
                </a:lnTo>
                <a:lnTo>
                  <a:pt x="294894" y="362545"/>
                </a:lnTo>
                <a:lnTo>
                  <a:pt x="310896" y="364426"/>
                </a:lnTo>
                <a:lnTo>
                  <a:pt x="326898" y="365450"/>
                </a:lnTo>
                <a:lnTo>
                  <a:pt x="342900" y="365760"/>
                </a:lnTo>
                <a:lnTo>
                  <a:pt x="406908" y="365760"/>
                </a:lnTo>
                <a:lnTo>
                  <a:pt x="406908" y="367284"/>
                </a:lnTo>
                <a:lnTo>
                  <a:pt x="393787" y="373308"/>
                </a:lnTo>
                <a:lnTo>
                  <a:pt x="384238" y="380047"/>
                </a:lnTo>
                <a:lnTo>
                  <a:pt x="378404" y="387643"/>
                </a:lnTo>
                <a:lnTo>
                  <a:pt x="376428" y="396240"/>
                </a:lnTo>
                <a:close/>
              </a:path>
              <a:path w="407034" h="407035">
                <a:moveTo>
                  <a:pt x="59436" y="399288"/>
                </a:moveTo>
                <a:lnTo>
                  <a:pt x="57411" y="390382"/>
                </a:lnTo>
                <a:lnTo>
                  <a:pt x="48958" y="381762"/>
                </a:lnTo>
                <a:lnTo>
                  <a:pt x="33932" y="373141"/>
                </a:lnTo>
                <a:lnTo>
                  <a:pt x="12192" y="364236"/>
                </a:lnTo>
                <a:lnTo>
                  <a:pt x="12192" y="358140"/>
                </a:lnTo>
                <a:lnTo>
                  <a:pt x="37147" y="360235"/>
                </a:lnTo>
                <a:lnTo>
                  <a:pt x="47553" y="360926"/>
                </a:lnTo>
                <a:lnTo>
                  <a:pt x="56388" y="361188"/>
                </a:lnTo>
                <a:lnTo>
                  <a:pt x="93327" y="361188"/>
                </a:lnTo>
                <a:lnTo>
                  <a:pt x="92225" y="368427"/>
                </a:lnTo>
                <a:lnTo>
                  <a:pt x="85534" y="381000"/>
                </a:lnTo>
                <a:lnTo>
                  <a:pt x="74556" y="391287"/>
                </a:lnTo>
                <a:lnTo>
                  <a:pt x="59436" y="399288"/>
                </a:lnTo>
                <a:close/>
              </a:path>
              <a:path w="407034" h="407035">
                <a:moveTo>
                  <a:pt x="406908" y="365760"/>
                </a:moveTo>
                <a:lnTo>
                  <a:pt x="342900" y="365760"/>
                </a:lnTo>
                <a:lnTo>
                  <a:pt x="357187" y="365474"/>
                </a:lnTo>
                <a:lnTo>
                  <a:pt x="372618" y="364617"/>
                </a:lnTo>
                <a:lnTo>
                  <a:pt x="389191" y="363188"/>
                </a:lnTo>
                <a:lnTo>
                  <a:pt x="406908" y="361188"/>
                </a:lnTo>
                <a:lnTo>
                  <a:pt x="406908" y="36576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8" name="object 78"/>
          <p:cNvSpPr/>
          <p:nvPr/>
        </p:nvSpPr>
        <p:spPr>
          <a:xfrm>
            <a:off x="8665464" y="3656076"/>
            <a:ext cx="337185" cy="393700"/>
          </a:xfrm>
          <a:custGeom>
            <a:avLst/>
            <a:gdLst/>
            <a:ahLst/>
            <a:cxnLst/>
            <a:rect l="l" t="t" r="r" b="b"/>
            <a:pathLst>
              <a:path w="337184" h="393700">
                <a:moveTo>
                  <a:pt x="298704" y="393191"/>
                </a:moveTo>
                <a:lnTo>
                  <a:pt x="298704" y="365760"/>
                </a:lnTo>
                <a:lnTo>
                  <a:pt x="36575" y="365760"/>
                </a:lnTo>
                <a:lnTo>
                  <a:pt x="24383" y="377952"/>
                </a:lnTo>
                <a:lnTo>
                  <a:pt x="0" y="358140"/>
                </a:lnTo>
                <a:lnTo>
                  <a:pt x="12192" y="345948"/>
                </a:lnTo>
                <a:lnTo>
                  <a:pt x="12168" y="265128"/>
                </a:lnTo>
                <a:lnTo>
                  <a:pt x="12001" y="251078"/>
                </a:lnTo>
                <a:lnTo>
                  <a:pt x="11549" y="236458"/>
                </a:lnTo>
                <a:lnTo>
                  <a:pt x="10668" y="220980"/>
                </a:lnTo>
                <a:lnTo>
                  <a:pt x="50292" y="242315"/>
                </a:lnTo>
                <a:lnTo>
                  <a:pt x="36575" y="254508"/>
                </a:lnTo>
                <a:lnTo>
                  <a:pt x="36575" y="355091"/>
                </a:lnTo>
                <a:lnTo>
                  <a:pt x="153924" y="355091"/>
                </a:lnTo>
                <a:lnTo>
                  <a:pt x="153924" y="185928"/>
                </a:lnTo>
                <a:lnTo>
                  <a:pt x="53340" y="185928"/>
                </a:lnTo>
                <a:lnTo>
                  <a:pt x="38100" y="198120"/>
                </a:lnTo>
                <a:lnTo>
                  <a:pt x="13716" y="179832"/>
                </a:lnTo>
                <a:lnTo>
                  <a:pt x="25907" y="169164"/>
                </a:lnTo>
                <a:lnTo>
                  <a:pt x="25884" y="86963"/>
                </a:lnTo>
                <a:lnTo>
                  <a:pt x="25717" y="75819"/>
                </a:lnTo>
                <a:lnTo>
                  <a:pt x="25265" y="64103"/>
                </a:lnTo>
                <a:lnTo>
                  <a:pt x="24383" y="51816"/>
                </a:lnTo>
                <a:lnTo>
                  <a:pt x="67056" y="73152"/>
                </a:lnTo>
                <a:lnTo>
                  <a:pt x="50292" y="83820"/>
                </a:lnTo>
                <a:lnTo>
                  <a:pt x="50292" y="175260"/>
                </a:lnTo>
                <a:lnTo>
                  <a:pt x="153924" y="175260"/>
                </a:lnTo>
                <a:lnTo>
                  <a:pt x="153924" y="60960"/>
                </a:lnTo>
                <a:lnTo>
                  <a:pt x="153685" y="45219"/>
                </a:lnTo>
                <a:lnTo>
                  <a:pt x="152638" y="14882"/>
                </a:lnTo>
                <a:lnTo>
                  <a:pt x="152400" y="0"/>
                </a:lnTo>
                <a:lnTo>
                  <a:pt x="192024" y="19812"/>
                </a:lnTo>
                <a:lnTo>
                  <a:pt x="178308" y="35052"/>
                </a:lnTo>
                <a:lnTo>
                  <a:pt x="178308" y="175260"/>
                </a:lnTo>
                <a:lnTo>
                  <a:pt x="280416" y="175260"/>
                </a:lnTo>
                <a:lnTo>
                  <a:pt x="280392" y="86701"/>
                </a:lnTo>
                <a:lnTo>
                  <a:pt x="280225" y="74866"/>
                </a:lnTo>
                <a:lnTo>
                  <a:pt x="279773" y="62174"/>
                </a:lnTo>
                <a:lnTo>
                  <a:pt x="278892" y="48768"/>
                </a:lnTo>
                <a:lnTo>
                  <a:pt x="318516" y="68580"/>
                </a:lnTo>
                <a:lnTo>
                  <a:pt x="304800" y="80772"/>
                </a:lnTo>
                <a:lnTo>
                  <a:pt x="304800" y="147828"/>
                </a:lnTo>
                <a:lnTo>
                  <a:pt x="305061" y="157591"/>
                </a:lnTo>
                <a:lnTo>
                  <a:pt x="307848" y="196596"/>
                </a:lnTo>
                <a:lnTo>
                  <a:pt x="280416" y="207264"/>
                </a:lnTo>
                <a:lnTo>
                  <a:pt x="280416" y="185928"/>
                </a:lnTo>
                <a:lnTo>
                  <a:pt x="178308" y="185928"/>
                </a:lnTo>
                <a:lnTo>
                  <a:pt x="178308" y="355091"/>
                </a:lnTo>
                <a:lnTo>
                  <a:pt x="298704" y="355091"/>
                </a:lnTo>
                <a:lnTo>
                  <a:pt x="298704" y="278891"/>
                </a:lnTo>
                <a:lnTo>
                  <a:pt x="298442" y="266033"/>
                </a:lnTo>
                <a:lnTo>
                  <a:pt x="297751" y="252603"/>
                </a:lnTo>
                <a:lnTo>
                  <a:pt x="295656" y="224028"/>
                </a:lnTo>
                <a:lnTo>
                  <a:pt x="336804" y="246888"/>
                </a:lnTo>
                <a:lnTo>
                  <a:pt x="321564" y="257555"/>
                </a:lnTo>
                <a:lnTo>
                  <a:pt x="321564" y="321564"/>
                </a:lnTo>
                <a:lnTo>
                  <a:pt x="321825" y="337542"/>
                </a:lnTo>
                <a:lnTo>
                  <a:pt x="322516" y="353377"/>
                </a:lnTo>
                <a:lnTo>
                  <a:pt x="324612" y="384048"/>
                </a:lnTo>
                <a:lnTo>
                  <a:pt x="298704" y="39319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9" name="object 79"/>
          <p:cNvSpPr/>
          <p:nvPr/>
        </p:nvSpPr>
        <p:spPr>
          <a:xfrm>
            <a:off x="9130283" y="3646932"/>
            <a:ext cx="309880" cy="411480"/>
          </a:xfrm>
          <a:custGeom>
            <a:avLst/>
            <a:gdLst/>
            <a:ahLst/>
            <a:cxnLst/>
            <a:rect l="l" t="t" r="r" b="b"/>
            <a:pathLst>
              <a:path w="309879" h="411479">
                <a:moveTo>
                  <a:pt x="161543" y="82296"/>
                </a:moveTo>
                <a:lnTo>
                  <a:pt x="137160" y="82296"/>
                </a:lnTo>
                <a:lnTo>
                  <a:pt x="137136" y="61722"/>
                </a:lnTo>
                <a:lnTo>
                  <a:pt x="136969" y="41148"/>
                </a:lnTo>
                <a:lnTo>
                  <a:pt x="136517" y="20574"/>
                </a:lnTo>
                <a:lnTo>
                  <a:pt x="135636" y="0"/>
                </a:lnTo>
                <a:lnTo>
                  <a:pt x="175260" y="16764"/>
                </a:lnTo>
                <a:lnTo>
                  <a:pt x="161543" y="30480"/>
                </a:lnTo>
                <a:lnTo>
                  <a:pt x="161543" y="82296"/>
                </a:lnTo>
                <a:close/>
              </a:path>
              <a:path w="309879" h="411479">
                <a:moveTo>
                  <a:pt x="305511" y="82296"/>
                </a:moveTo>
                <a:lnTo>
                  <a:pt x="268224" y="82296"/>
                </a:lnTo>
                <a:lnTo>
                  <a:pt x="280416" y="62484"/>
                </a:lnTo>
                <a:lnTo>
                  <a:pt x="305511" y="82296"/>
                </a:lnTo>
                <a:close/>
              </a:path>
              <a:path w="309879" h="411479">
                <a:moveTo>
                  <a:pt x="0" y="303275"/>
                </a:moveTo>
                <a:lnTo>
                  <a:pt x="881" y="272438"/>
                </a:lnTo>
                <a:lnTo>
                  <a:pt x="1333" y="241744"/>
                </a:lnTo>
                <a:lnTo>
                  <a:pt x="1381" y="232933"/>
                </a:lnTo>
                <a:lnTo>
                  <a:pt x="1500" y="151923"/>
                </a:lnTo>
                <a:lnTo>
                  <a:pt x="1333" y="123063"/>
                </a:lnTo>
                <a:lnTo>
                  <a:pt x="925" y="97536"/>
                </a:lnTo>
                <a:lnTo>
                  <a:pt x="823" y="92964"/>
                </a:lnTo>
                <a:lnTo>
                  <a:pt x="0" y="67056"/>
                </a:lnTo>
                <a:lnTo>
                  <a:pt x="25908" y="82296"/>
                </a:lnTo>
                <a:lnTo>
                  <a:pt x="305511" y="82296"/>
                </a:lnTo>
                <a:lnTo>
                  <a:pt x="309372" y="85344"/>
                </a:lnTo>
                <a:lnTo>
                  <a:pt x="300799" y="92964"/>
                </a:lnTo>
                <a:lnTo>
                  <a:pt x="25908" y="92964"/>
                </a:lnTo>
                <a:lnTo>
                  <a:pt x="25908" y="169164"/>
                </a:lnTo>
                <a:lnTo>
                  <a:pt x="295656" y="169164"/>
                </a:lnTo>
                <a:lnTo>
                  <a:pt x="295656" y="179832"/>
                </a:lnTo>
                <a:lnTo>
                  <a:pt x="25908" y="179832"/>
                </a:lnTo>
                <a:lnTo>
                  <a:pt x="25908" y="257556"/>
                </a:lnTo>
                <a:lnTo>
                  <a:pt x="296021" y="257556"/>
                </a:lnTo>
                <a:lnTo>
                  <a:pt x="296292" y="268224"/>
                </a:lnTo>
                <a:lnTo>
                  <a:pt x="25908" y="268224"/>
                </a:lnTo>
                <a:lnTo>
                  <a:pt x="25908" y="292608"/>
                </a:lnTo>
                <a:lnTo>
                  <a:pt x="0" y="303275"/>
                </a:lnTo>
                <a:close/>
              </a:path>
              <a:path w="309879" h="411479">
                <a:moveTo>
                  <a:pt x="161543" y="169164"/>
                </a:moveTo>
                <a:lnTo>
                  <a:pt x="137160" y="169164"/>
                </a:lnTo>
                <a:lnTo>
                  <a:pt x="137160" y="92964"/>
                </a:lnTo>
                <a:lnTo>
                  <a:pt x="161543" y="92964"/>
                </a:lnTo>
                <a:lnTo>
                  <a:pt x="161543" y="169164"/>
                </a:lnTo>
                <a:close/>
              </a:path>
              <a:path w="309879" h="411479">
                <a:moveTo>
                  <a:pt x="295656" y="169164"/>
                </a:moveTo>
                <a:lnTo>
                  <a:pt x="271272" y="169164"/>
                </a:lnTo>
                <a:lnTo>
                  <a:pt x="271272" y="92964"/>
                </a:lnTo>
                <a:lnTo>
                  <a:pt x="300799" y="92964"/>
                </a:lnTo>
                <a:lnTo>
                  <a:pt x="295656" y="97536"/>
                </a:lnTo>
                <a:lnTo>
                  <a:pt x="295656" y="169164"/>
                </a:lnTo>
                <a:close/>
              </a:path>
              <a:path w="309879" h="411479">
                <a:moveTo>
                  <a:pt x="161543" y="257556"/>
                </a:moveTo>
                <a:lnTo>
                  <a:pt x="137160" y="257556"/>
                </a:lnTo>
                <a:lnTo>
                  <a:pt x="137160" y="179832"/>
                </a:lnTo>
                <a:lnTo>
                  <a:pt x="161543" y="179832"/>
                </a:lnTo>
                <a:lnTo>
                  <a:pt x="161543" y="257556"/>
                </a:lnTo>
                <a:close/>
              </a:path>
              <a:path w="309879" h="411479">
                <a:moveTo>
                  <a:pt x="296021" y="257556"/>
                </a:moveTo>
                <a:lnTo>
                  <a:pt x="271272" y="257556"/>
                </a:lnTo>
                <a:lnTo>
                  <a:pt x="271272" y="179832"/>
                </a:lnTo>
                <a:lnTo>
                  <a:pt x="295656" y="179832"/>
                </a:lnTo>
                <a:lnTo>
                  <a:pt x="295762" y="241744"/>
                </a:lnTo>
                <a:lnTo>
                  <a:pt x="295846" y="250698"/>
                </a:lnTo>
                <a:lnTo>
                  <a:pt x="296021" y="257556"/>
                </a:lnTo>
                <a:close/>
              </a:path>
              <a:path w="309879" h="411479">
                <a:moveTo>
                  <a:pt x="135636" y="411480"/>
                </a:moveTo>
                <a:lnTo>
                  <a:pt x="136517" y="393168"/>
                </a:lnTo>
                <a:lnTo>
                  <a:pt x="136969" y="376999"/>
                </a:lnTo>
                <a:lnTo>
                  <a:pt x="137136" y="362831"/>
                </a:lnTo>
                <a:lnTo>
                  <a:pt x="137160" y="268224"/>
                </a:lnTo>
                <a:lnTo>
                  <a:pt x="161543" y="268224"/>
                </a:lnTo>
                <a:lnTo>
                  <a:pt x="161543" y="341376"/>
                </a:lnTo>
                <a:lnTo>
                  <a:pt x="161782" y="356854"/>
                </a:lnTo>
                <a:lnTo>
                  <a:pt x="162829" y="385524"/>
                </a:lnTo>
                <a:lnTo>
                  <a:pt x="163068" y="399288"/>
                </a:lnTo>
                <a:lnTo>
                  <a:pt x="135636" y="411480"/>
                </a:lnTo>
                <a:close/>
              </a:path>
              <a:path w="309879" h="411479">
                <a:moveTo>
                  <a:pt x="271272" y="295656"/>
                </a:moveTo>
                <a:lnTo>
                  <a:pt x="271272" y="268224"/>
                </a:lnTo>
                <a:lnTo>
                  <a:pt x="296292" y="268224"/>
                </a:lnTo>
                <a:lnTo>
                  <a:pt x="297180" y="286512"/>
                </a:lnTo>
                <a:lnTo>
                  <a:pt x="271272" y="29565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0" name="object 80"/>
          <p:cNvSpPr/>
          <p:nvPr/>
        </p:nvSpPr>
        <p:spPr>
          <a:xfrm>
            <a:off x="9514332" y="3646932"/>
            <a:ext cx="411480" cy="410209"/>
          </a:xfrm>
          <a:custGeom>
            <a:avLst/>
            <a:gdLst/>
            <a:ahLst/>
            <a:cxnLst/>
            <a:rect l="l" t="t" r="r" b="b"/>
            <a:pathLst>
              <a:path w="411479" h="410210">
                <a:moveTo>
                  <a:pt x="275844" y="59436"/>
                </a:moveTo>
                <a:lnTo>
                  <a:pt x="251460" y="59436"/>
                </a:lnTo>
                <a:lnTo>
                  <a:pt x="251179" y="41576"/>
                </a:lnTo>
                <a:lnTo>
                  <a:pt x="250507" y="26289"/>
                </a:lnTo>
                <a:lnTo>
                  <a:pt x="249531" y="12287"/>
                </a:lnTo>
                <a:lnTo>
                  <a:pt x="248412" y="0"/>
                </a:lnTo>
                <a:lnTo>
                  <a:pt x="289560" y="18288"/>
                </a:lnTo>
                <a:lnTo>
                  <a:pt x="275844" y="30480"/>
                </a:lnTo>
                <a:lnTo>
                  <a:pt x="275844" y="59436"/>
                </a:lnTo>
                <a:close/>
              </a:path>
              <a:path w="411479" h="410210">
                <a:moveTo>
                  <a:pt x="79248" y="96012"/>
                </a:moveTo>
                <a:lnTo>
                  <a:pt x="74676" y="96012"/>
                </a:lnTo>
                <a:lnTo>
                  <a:pt x="71628" y="89916"/>
                </a:lnTo>
                <a:lnTo>
                  <a:pt x="70103" y="77724"/>
                </a:lnTo>
                <a:lnTo>
                  <a:pt x="66936" y="64579"/>
                </a:lnTo>
                <a:lnTo>
                  <a:pt x="61912" y="50292"/>
                </a:lnTo>
                <a:lnTo>
                  <a:pt x="54887" y="34861"/>
                </a:lnTo>
                <a:lnTo>
                  <a:pt x="45720" y="18288"/>
                </a:lnTo>
                <a:lnTo>
                  <a:pt x="50291" y="13716"/>
                </a:lnTo>
                <a:lnTo>
                  <a:pt x="85439" y="41576"/>
                </a:lnTo>
                <a:lnTo>
                  <a:pt x="98726" y="67198"/>
                </a:lnTo>
                <a:lnTo>
                  <a:pt x="97536" y="73152"/>
                </a:lnTo>
                <a:lnTo>
                  <a:pt x="96012" y="82296"/>
                </a:lnTo>
                <a:lnTo>
                  <a:pt x="86867" y="91440"/>
                </a:lnTo>
                <a:lnTo>
                  <a:pt x="79248" y="96012"/>
                </a:lnTo>
                <a:close/>
              </a:path>
              <a:path w="411479" h="410210">
                <a:moveTo>
                  <a:pt x="152400" y="74676"/>
                </a:moveTo>
                <a:lnTo>
                  <a:pt x="135636" y="59436"/>
                </a:lnTo>
                <a:lnTo>
                  <a:pt x="345948" y="59436"/>
                </a:lnTo>
                <a:lnTo>
                  <a:pt x="370332" y="36576"/>
                </a:lnTo>
                <a:lnTo>
                  <a:pt x="400812" y="70104"/>
                </a:lnTo>
                <a:lnTo>
                  <a:pt x="184404" y="70104"/>
                </a:lnTo>
                <a:lnTo>
                  <a:pt x="177260" y="70389"/>
                </a:lnTo>
                <a:lnTo>
                  <a:pt x="169545" y="71247"/>
                </a:lnTo>
                <a:lnTo>
                  <a:pt x="161258" y="72675"/>
                </a:lnTo>
                <a:lnTo>
                  <a:pt x="152400" y="74676"/>
                </a:lnTo>
                <a:close/>
              </a:path>
              <a:path w="411479" h="410210">
                <a:moveTo>
                  <a:pt x="275844" y="106680"/>
                </a:moveTo>
                <a:lnTo>
                  <a:pt x="251460" y="106680"/>
                </a:lnTo>
                <a:lnTo>
                  <a:pt x="251460" y="70104"/>
                </a:lnTo>
                <a:lnTo>
                  <a:pt x="275844" y="70104"/>
                </a:lnTo>
                <a:lnTo>
                  <a:pt x="275844" y="106680"/>
                </a:lnTo>
                <a:close/>
              </a:path>
              <a:path w="411479" h="410210">
                <a:moveTo>
                  <a:pt x="178308" y="121920"/>
                </a:moveTo>
                <a:lnTo>
                  <a:pt x="161544" y="106680"/>
                </a:lnTo>
                <a:lnTo>
                  <a:pt x="326136" y="106680"/>
                </a:lnTo>
                <a:lnTo>
                  <a:pt x="348996" y="85344"/>
                </a:lnTo>
                <a:lnTo>
                  <a:pt x="376428" y="117348"/>
                </a:lnTo>
                <a:lnTo>
                  <a:pt x="210312" y="117348"/>
                </a:lnTo>
                <a:lnTo>
                  <a:pt x="203168" y="117633"/>
                </a:lnTo>
                <a:lnTo>
                  <a:pt x="195453" y="118491"/>
                </a:lnTo>
                <a:lnTo>
                  <a:pt x="187166" y="119919"/>
                </a:lnTo>
                <a:lnTo>
                  <a:pt x="178308" y="121920"/>
                </a:lnTo>
                <a:close/>
              </a:path>
              <a:path w="411479" h="410210">
                <a:moveTo>
                  <a:pt x="275844" y="160020"/>
                </a:moveTo>
                <a:lnTo>
                  <a:pt x="251460" y="160020"/>
                </a:lnTo>
                <a:lnTo>
                  <a:pt x="251460" y="117348"/>
                </a:lnTo>
                <a:lnTo>
                  <a:pt x="275844" y="117348"/>
                </a:lnTo>
                <a:lnTo>
                  <a:pt x="275844" y="160020"/>
                </a:lnTo>
                <a:close/>
              </a:path>
              <a:path w="411479" h="410210">
                <a:moveTo>
                  <a:pt x="16764" y="167640"/>
                </a:moveTo>
                <a:lnTo>
                  <a:pt x="0" y="152400"/>
                </a:lnTo>
                <a:lnTo>
                  <a:pt x="62484" y="152400"/>
                </a:lnTo>
                <a:lnTo>
                  <a:pt x="77724" y="134112"/>
                </a:lnTo>
                <a:lnTo>
                  <a:pt x="106680" y="156972"/>
                </a:lnTo>
                <a:lnTo>
                  <a:pt x="100965" y="161544"/>
                </a:lnTo>
                <a:lnTo>
                  <a:pt x="48767" y="161544"/>
                </a:lnTo>
                <a:lnTo>
                  <a:pt x="41624" y="162067"/>
                </a:lnTo>
                <a:lnTo>
                  <a:pt x="33908" y="163449"/>
                </a:lnTo>
                <a:lnTo>
                  <a:pt x="25622" y="165401"/>
                </a:lnTo>
                <a:lnTo>
                  <a:pt x="16764" y="167640"/>
                </a:lnTo>
                <a:close/>
              </a:path>
              <a:path w="411479" h="410210">
                <a:moveTo>
                  <a:pt x="137160" y="176784"/>
                </a:moveTo>
                <a:lnTo>
                  <a:pt x="121920" y="160020"/>
                </a:lnTo>
                <a:lnTo>
                  <a:pt x="356616" y="160020"/>
                </a:lnTo>
                <a:lnTo>
                  <a:pt x="381000" y="138684"/>
                </a:lnTo>
                <a:lnTo>
                  <a:pt x="411480" y="170688"/>
                </a:lnTo>
                <a:lnTo>
                  <a:pt x="170688" y="170688"/>
                </a:lnTo>
                <a:lnTo>
                  <a:pt x="163520" y="170997"/>
                </a:lnTo>
                <a:lnTo>
                  <a:pt x="155638" y="172021"/>
                </a:lnTo>
                <a:lnTo>
                  <a:pt x="146899" y="173902"/>
                </a:lnTo>
                <a:lnTo>
                  <a:pt x="137160" y="176784"/>
                </a:lnTo>
                <a:close/>
              </a:path>
              <a:path w="411479" h="410210">
                <a:moveTo>
                  <a:pt x="83820" y="376428"/>
                </a:moveTo>
                <a:lnTo>
                  <a:pt x="59436" y="348996"/>
                </a:lnTo>
                <a:lnTo>
                  <a:pt x="62555" y="343257"/>
                </a:lnTo>
                <a:lnTo>
                  <a:pt x="64960" y="337375"/>
                </a:lnTo>
                <a:lnTo>
                  <a:pt x="66508" y="331208"/>
                </a:lnTo>
                <a:lnTo>
                  <a:pt x="66945" y="325945"/>
                </a:lnTo>
                <a:lnTo>
                  <a:pt x="67055" y="161544"/>
                </a:lnTo>
                <a:lnTo>
                  <a:pt x="100965" y="161544"/>
                </a:lnTo>
                <a:lnTo>
                  <a:pt x="91440" y="169164"/>
                </a:lnTo>
                <a:lnTo>
                  <a:pt x="91440" y="324612"/>
                </a:lnTo>
                <a:lnTo>
                  <a:pt x="117026" y="324612"/>
                </a:lnTo>
                <a:lnTo>
                  <a:pt x="115443" y="326707"/>
                </a:lnTo>
                <a:lnTo>
                  <a:pt x="98059" y="352067"/>
                </a:lnTo>
                <a:lnTo>
                  <a:pt x="83820" y="376428"/>
                </a:lnTo>
                <a:close/>
              </a:path>
              <a:path w="411479" h="410210">
                <a:moveTo>
                  <a:pt x="360953" y="205740"/>
                </a:moveTo>
                <a:lnTo>
                  <a:pt x="329184" y="205740"/>
                </a:lnTo>
                <a:lnTo>
                  <a:pt x="339852" y="190500"/>
                </a:lnTo>
                <a:lnTo>
                  <a:pt x="360953" y="205740"/>
                </a:lnTo>
                <a:close/>
              </a:path>
              <a:path w="411479" h="410210">
                <a:moveTo>
                  <a:pt x="176784" y="409956"/>
                </a:moveTo>
                <a:lnTo>
                  <a:pt x="176961" y="389953"/>
                </a:lnTo>
                <a:lnTo>
                  <a:pt x="177068" y="380547"/>
                </a:lnTo>
                <a:lnTo>
                  <a:pt x="178055" y="326707"/>
                </a:lnTo>
                <a:lnTo>
                  <a:pt x="178308" y="295655"/>
                </a:lnTo>
                <a:lnTo>
                  <a:pt x="178069" y="266819"/>
                </a:lnTo>
                <a:lnTo>
                  <a:pt x="177546" y="239839"/>
                </a:lnTo>
                <a:lnTo>
                  <a:pt x="177022" y="214860"/>
                </a:lnTo>
                <a:lnTo>
                  <a:pt x="176784" y="192024"/>
                </a:lnTo>
                <a:lnTo>
                  <a:pt x="198120" y="205740"/>
                </a:lnTo>
                <a:lnTo>
                  <a:pt x="360953" y="205740"/>
                </a:lnTo>
                <a:lnTo>
                  <a:pt x="367284" y="210312"/>
                </a:lnTo>
                <a:lnTo>
                  <a:pt x="360317" y="216408"/>
                </a:lnTo>
                <a:lnTo>
                  <a:pt x="201168" y="216408"/>
                </a:lnTo>
                <a:lnTo>
                  <a:pt x="201168" y="251460"/>
                </a:lnTo>
                <a:lnTo>
                  <a:pt x="355092" y="251460"/>
                </a:lnTo>
                <a:lnTo>
                  <a:pt x="355092" y="262128"/>
                </a:lnTo>
                <a:lnTo>
                  <a:pt x="201168" y="262128"/>
                </a:lnTo>
                <a:lnTo>
                  <a:pt x="201168" y="301752"/>
                </a:lnTo>
                <a:lnTo>
                  <a:pt x="355092" y="301752"/>
                </a:lnTo>
                <a:lnTo>
                  <a:pt x="355092" y="312419"/>
                </a:lnTo>
                <a:lnTo>
                  <a:pt x="201168" y="312419"/>
                </a:lnTo>
                <a:lnTo>
                  <a:pt x="201168" y="397764"/>
                </a:lnTo>
                <a:lnTo>
                  <a:pt x="176784" y="409956"/>
                </a:lnTo>
                <a:close/>
              </a:path>
              <a:path w="411479" h="410210">
                <a:moveTo>
                  <a:pt x="355092" y="251460"/>
                </a:moveTo>
                <a:lnTo>
                  <a:pt x="332232" y="251460"/>
                </a:lnTo>
                <a:lnTo>
                  <a:pt x="332232" y="216408"/>
                </a:lnTo>
                <a:lnTo>
                  <a:pt x="360317" y="216408"/>
                </a:lnTo>
                <a:lnTo>
                  <a:pt x="355092" y="220979"/>
                </a:lnTo>
                <a:lnTo>
                  <a:pt x="355092" y="251460"/>
                </a:lnTo>
                <a:close/>
              </a:path>
              <a:path w="411479" h="410210">
                <a:moveTo>
                  <a:pt x="355092" y="301752"/>
                </a:moveTo>
                <a:lnTo>
                  <a:pt x="332232" y="301752"/>
                </a:lnTo>
                <a:lnTo>
                  <a:pt x="332232" y="262128"/>
                </a:lnTo>
                <a:lnTo>
                  <a:pt x="355092" y="262128"/>
                </a:lnTo>
                <a:lnTo>
                  <a:pt x="355092" y="301752"/>
                </a:lnTo>
                <a:close/>
              </a:path>
              <a:path w="411479" h="410210">
                <a:moveTo>
                  <a:pt x="117026" y="324612"/>
                </a:moveTo>
                <a:lnTo>
                  <a:pt x="91440" y="324612"/>
                </a:lnTo>
                <a:lnTo>
                  <a:pt x="153924" y="266700"/>
                </a:lnTo>
                <a:lnTo>
                  <a:pt x="158496" y="271272"/>
                </a:lnTo>
                <a:lnTo>
                  <a:pt x="135683" y="299918"/>
                </a:lnTo>
                <a:lnTo>
                  <a:pt x="117026" y="324612"/>
                </a:lnTo>
                <a:close/>
              </a:path>
              <a:path w="411479" h="410210">
                <a:moveTo>
                  <a:pt x="354345" y="370332"/>
                </a:moveTo>
                <a:lnTo>
                  <a:pt x="329184" y="370332"/>
                </a:lnTo>
                <a:lnTo>
                  <a:pt x="333756" y="365760"/>
                </a:lnTo>
                <a:lnTo>
                  <a:pt x="332232" y="353568"/>
                </a:lnTo>
                <a:lnTo>
                  <a:pt x="332232" y="312419"/>
                </a:lnTo>
                <a:lnTo>
                  <a:pt x="355092" y="312419"/>
                </a:lnTo>
                <a:lnTo>
                  <a:pt x="355092" y="362712"/>
                </a:lnTo>
                <a:lnTo>
                  <a:pt x="354345" y="370332"/>
                </a:lnTo>
                <a:close/>
              </a:path>
              <a:path w="411479" h="410210">
                <a:moveTo>
                  <a:pt x="316992" y="406908"/>
                </a:moveTo>
                <a:lnTo>
                  <a:pt x="314110" y="396978"/>
                </a:lnTo>
                <a:lnTo>
                  <a:pt x="305371" y="388048"/>
                </a:lnTo>
                <a:lnTo>
                  <a:pt x="290631" y="380547"/>
                </a:lnTo>
                <a:lnTo>
                  <a:pt x="269748" y="374904"/>
                </a:lnTo>
                <a:lnTo>
                  <a:pt x="269748" y="367284"/>
                </a:lnTo>
                <a:lnTo>
                  <a:pt x="283773" y="368188"/>
                </a:lnTo>
                <a:lnTo>
                  <a:pt x="307252" y="369427"/>
                </a:lnTo>
                <a:lnTo>
                  <a:pt x="316992" y="370332"/>
                </a:lnTo>
                <a:lnTo>
                  <a:pt x="354345" y="370332"/>
                </a:lnTo>
                <a:lnTo>
                  <a:pt x="353639" y="377547"/>
                </a:lnTo>
                <a:lnTo>
                  <a:pt x="346900" y="389953"/>
                </a:lnTo>
                <a:lnTo>
                  <a:pt x="334732" y="399788"/>
                </a:lnTo>
                <a:lnTo>
                  <a:pt x="316992" y="40690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pic>
        <p:nvPicPr>
          <p:cNvPr id="81" name="object 81"/>
          <p:cNvPicPr/>
          <p:nvPr/>
        </p:nvPicPr>
        <p:blipFill>
          <a:blip r:embed="rId17" cstate="print"/>
          <a:stretch>
            <a:fillRect/>
          </a:stretch>
        </p:blipFill>
        <p:spPr>
          <a:xfrm>
            <a:off x="10002011" y="3910679"/>
            <a:ext cx="70104" cy="118776"/>
          </a:xfrm>
          <a:prstGeom prst="rect">
            <a:avLst/>
          </a:prstGeom>
        </p:spPr>
      </p:pic>
      <p:sp>
        <p:nvSpPr>
          <p:cNvPr id="82" name="object 82"/>
          <p:cNvSpPr/>
          <p:nvPr/>
        </p:nvSpPr>
        <p:spPr>
          <a:xfrm>
            <a:off x="2122919" y="4181855"/>
            <a:ext cx="854075" cy="411480"/>
          </a:xfrm>
          <a:custGeom>
            <a:avLst/>
            <a:gdLst/>
            <a:ahLst/>
            <a:cxnLst/>
            <a:rect l="l" t="t" r="r" b="b"/>
            <a:pathLst>
              <a:path w="854075" h="411479">
                <a:moveTo>
                  <a:pt x="230124" y="274320"/>
                </a:moveTo>
                <a:lnTo>
                  <a:pt x="202501" y="247650"/>
                </a:lnTo>
                <a:lnTo>
                  <a:pt x="169164" y="230124"/>
                </a:lnTo>
                <a:lnTo>
                  <a:pt x="166116" y="236220"/>
                </a:lnTo>
                <a:lnTo>
                  <a:pt x="179578" y="251701"/>
                </a:lnTo>
                <a:lnTo>
                  <a:pt x="190309" y="266319"/>
                </a:lnTo>
                <a:lnTo>
                  <a:pt x="198488" y="280377"/>
                </a:lnTo>
                <a:lnTo>
                  <a:pt x="204216" y="294132"/>
                </a:lnTo>
                <a:lnTo>
                  <a:pt x="207264" y="304800"/>
                </a:lnTo>
                <a:lnTo>
                  <a:pt x="210312" y="310896"/>
                </a:lnTo>
                <a:lnTo>
                  <a:pt x="216408" y="310896"/>
                </a:lnTo>
                <a:lnTo>
                  <a:pt x="219456" y="307848"/>
                </a:lnTo>
                <a:lnTo>
                  <a:pt x="224028" y="300228"/>
                </a:lnTo>
                <a:lnTo>
                  <a:pt x="228600" y="294132"/>
                </a:lnTo>
                <a:lnTo>
                  <a:pt x="230124" y="286512"/>
                </a:lnTo>
                <a:lnTo>
                  <a:pt x="230124" y="274320"/>
                </a:lnTo>
                <a:close/>
              </a:path>
              <a:path w="854075" h="411479">
                <a:moveTo>
                  <a:pt x="233172" y="169164"/>
                </a:moveTo>
                <a:lnTo>
                  <a:pt x="201739" y="146494"/>
                </a:lnTo>
                <a:lnTo>
                  <a:pt x="172212" y="134112"/>
                </a:lnTo>
                <a:lnTo>
                  <a:pt x="169164" y="138684"/>
                </a:lnTo>
                <a:lnTo>
                  <a:pt x="182867" y="152361"/>
                </a:lnTo>
                <a:lnTo>
                  <a:pt x="194119" y="165735"/>
                </a:lnTo>
                <a:lnTo>
                  <a:pt x="202819" y="178549"/>
                </a:lnTo>
                <a:lnTo>
                  <a:pt x="208788" y="190500"/>
                </a:lnTo>
                <a:lnTo>
                  <a:pt x="213360" y="201168"/>
                </a:lnTo>
                <a:lnTo>
                  <a:pt x="217932" y="207264"/>
                </a:lnTo>
                <a:lnTo>
                  <a:pt x="222504" y="207264"/>
                </a:lnTo>
                <a:lnTo>
                  <a:pt x="224028" y="202692"/>
                </a:lnTo>
                <a:lnTo>
                  <a:pt x="228600" y="196596"/>
                </a:lnTo>
                <a:lnTo>
                  <a:pt x="231648" y="188976"/>
                </a:lnTo>
                <a:lnTo>
                  <a:pt x="233172" y="182880"/>
                </a:lnTo>
                <a:lnTo>
                  <a:pt x="233172" y="169164"/>
                </a:lnTo>
                <a:close/>
              </a:path>
              <a:path w="854075" h="411479">
                <a:moveTo>
                  <a:pt x="384048" y="65532"/>
                </a:moveTo>
                <a:lnTo>
                  <a:pt x="373380" y="54864"/>
                </a:lnTo>
                <a:lnTo>
                  <a:pt x="347472" y="28956"/>
                </a:lnTo>
                <a:lnTo>
                  <a:pt x="321564" y="54864"/>
                </a:lnTo>
                <a:lnTo>
                  <a:pt x="115824" y="54864"/>
                </a:lnTo>
                <a:lnTo>
                  <a:pt x="119761" y="48895"/>
                </a:lnTo>
                <a:lnTo>
                  <a:pt x="124396" y="42481"/>
                </a:lnTo>
                <a:lnTo>
                  <a:pt x="129336" y="35801"/>
                </a:lnTo>
                <a:lnTo>
                  <a:pt x="134112" y="28956"/>
                </a:lnTo>
                <a:lnTo>
                  <a:pt x="147828" y="22860"/>
                </a:lnTo>
                <a:lnTo>
                  <a:pt x="109728" y="0"/>
                </a:lnTo>
                <a:lnTo>
                  <a:pt x="102641" y="19989"/>
                </a:lnTo>
                <a:lnTo>
                  <a:pt x="92964" y="40957"/>
                </a:lnTo>
                <a:lnTo>
                  <a:pt x="67056" y="85344"/>
                </a:lnTo>
                <a:lnTo>
                  <a:pt x="35052" y="127254"/>
                </a:lnTo>
                <a:lnTo>
                  <a:pt x="3048" y="160020"/>
                </a:lnTo>
                <a:lnTo>
                  <a:pt x="6096" y="164592"/>
                </a:lnTo>
                <a:lnTo>
                  <a:pt x="39243" y="141732"/>
                </a:lnTo>
                <a:lnTo>
                  <a:pt x="76085" y="106895"/>
                </a:lnTo>
                <a:lnTo>
                  <a:pt x="109728" y="65532"/>
                </a:lnTo>
                <a:lnTo>
                  <a:pt x="384048" y="65532"/>
                </a:lnTo>
                <a:close/>
              </a:path>
              <a:path w="854075" h="411479">
                <a:moveTo>
                  <a:pt x="408432" y="222504"/>
                </a:moveTo>
                <a:lnTo>
                  <a:pt x="374904" y="187452"/>
                </a:lnTo>
                <a:lnTo>
                  <a:pt x="350520" y="211836"/>
                </a:lnTo>
                <a:lnTo>
                  <a:pt x="327660" y="211836"/>
                </a:lnTo>
                <a:lnTo>
                  <a:pt x="330708" y="131064"/>
                </a:lnTo>
                <a:lnTo>
                  <a:pt x="336423" y="126492"/>
                </a:lnTo>
                <a:lnTo>
                  <a:pt x="345948" y="118872"/>
                </a:lnTo>
                <a:lnTo>
                  <a:pt x="341820" y="115824"/>
                </a:lnTo>
                <a:lnTo>
                  <a:pt x="316992" y="97536"/>
                </a:lnTo>
                <a:lnTo>
                  <a:pt x="306324" y="111760"/>
                </a:lnTo>
                <a:lnTo>
                  <a:pt x="306324" y="126492"/>
                </a:lnTo>
                <a:lnTo>
                  <a:pt x="303276" y="211836"/>
                </a:lnTo>
                <a:lnTo>
                  <a:pt x="301752" y="211836"/>
                </a:lnTo>
                <a:lnTo>
                  <a:pt x="301752" y="222504"/>
                </a:lnTo>
                <a:lnTo>
                  <a:pt x="295656" y="320040"/>
                </a:lnTo>
                <a:lnTo>
                  <a:pt x="97536" y="320040"/>
                </a:lnTo>
                <a:lnTo>
                  <a:pt x="109728" y="222504"/>
                </a:lnTo>
                <a:lnTo>
                  <a:pt x="301752" y="222504"/>
                </a:lnTo>
                <a:lnTo>
                  <a:pt x="301752" y="211836"/>
                </a:lnTo>
                <a:lnTo>
                  <a:pt x="111252" y="211836"/>
                </a:lnTo>
                <a:lnTo>
                  <a:pt x="120396" y="126492"/>
                </a:lnTo>
                <a:lnTo>
                  <a:pt x="306324" y="126492"/>
                </a:lnTo>
                <a:lnTo>
                  <a:pt x="306324" y="111760"/>
                </a:lnTo>
                <a:lnTo>
                  <a:pt x="303276" y="115824"/>
                </a:lnTo>
                <a:lnTo>
                  <a:pt x="121920" y="115824"/>
                </a:lnTo>
                <a:lnTo>
                  <a:pt x="97536" y="100584"/>
                </a:lnTo>
                <a:lnTo>
                  <a:pt x="86868" y="211836"/>
                </a:lnTo>
                <a:lnTo>
                  <a:pt x="0" y="211836"/>
                </a:lnTo>
                <a:lnTo>
                  <a:pt x="13716" y="225552"/>
                </a:lnTo>
                <a:lnTo>
                  <a:pt x="41148" y="222504"/>
                </a:lnTo>
                <a:lnTo>
                  <a:pt x="85344" y="222504"/>
                </a:lnTo>
                <a:lnTo>
                  <a:pt x="73152" y="312420"/>
                </a:lnTo>
                <a:lnTo>
                  <a:pt x="59436" y="323088"/>
                </a:lnTo>
                <a:lnTo>
                  <a:pt x="83820" y="345948"/>
                </a:lnTo>
                <a:lnTo>
                  <a:pt x="97536" y="329184"/>
                </a:lnTo>
                <a:lnTo>
                  <a:pt x="294132" y="329184"/>
                </a:lnTo>
                <a:lnTo>
                  <a:pt x="292163" y="349186"/>
                </a:lnTo>
                <a:lnTo>
                  <a:pt x="288607" y="363474"/>
                </a:lnTo>
                <a:lnTo>
                  <a:pt x="283641" y="372046"/>
                </a:lnTo>
                <a:lnTo>
                  <a:pt x="277368" y="374904"/>
                </a:lnTo>
                <a:lnTo>
                  <a:pt x="269417" y="374319"/>
                </a:lnTo>
                <a:lnTo>
                  <a:pt x="257175" y="372427"/>
                </a:lnTo>
                <a:lnTo>
                  <a:pt x="240944" y="369125"/>
                </a:lnTo>
                <a:lnTo>
                  <a:pt x="220980" y="364236"/>
                </a:lnTo>
                <a:lnTo>
                  <a:pt x="220980" y="373380"/>
                </a:lnTo>
                <a:lnTo>
                  <a:pt x="241846" y="382549"/>
                </a:lnTo>
                <a:lnTo>
                  <a:pt x="256413" y="391858"/>
                </a:lnTo>
                <a:lnTo>
                  <a:pt x="264706" y="401459"/>
                </a:lnTo>
                <a:lnTo>
                  <a:pt x="266700" y="411480"/>
                </a:lnTo>
                <a:lnTo>
                  <a:pt x="281279" y="407466"/>
                </a:lnTo>
                <a:lnTo>
                  <a:pt x="312115" y="376770"/>
                </a:lnTo>
                <a:lnTo>
                  <a:pt x="312623" y="374904"/>
                </a:lnTo>
                <a:lnTo>
                  <a:pt x="315658" y="363855"/>
                </a:lnTo>
                <a:lnTo>
                  <a:pt x="318350" y="348094"/>
                </a:lnTo>
                <a:lnTo>
                  <a:pt x="320040" y="329184"/>
                </a:lnTo>
                <a:lnTo>
                  <a:pt x="400812" y="329184"/>
                </a:lnTo>
                <a:lnTo>
                  <a:pt x="391261" y="320040"/>
                </a:lnTo>
                <a:lnTo>
                  <a:pt x="365760" y="295656"/>
                </a:lnTo>
                <a:lnTo>
                  <a:pt x="341376" y="320040"/>
                </a:lnTo>
                <a:lnTo>
                  <a:pt x="321564" y="320040"/>
                </a:lnTo>
                <a:lnTo>
                  <a:pt x="327660" y="222504"/>
                </a:lnTo>
                <a:lnTo>
                  <a:pt x="408432" y="222504"/>
                </a:lnTo>
                <a:close/>
              </a:path>
              <a:path w="854075" h="411479">
                <a:moveTo>
                  <a:pt x="676668" y="147828"/>
                </a:moveTo>
                <a:lnTo>
                  <a:pt x="635520" y="124968"/>
                </a:lnTo>
                <a:lnTo>
                  <a:pt x="635749" y="145859"/>
                </a:lnTo>
                <a:lnTo>
                  <a:pt x="636803" y="183057"/>
                </a:lnTo>
                <a:lnTo>
                  <a:pt x="636917" y="191262"/>
                </a:lnTo>
                <a:lnTo>
                  <a:pt x="636803" y="330479"/>
                </a:lnTo>
                <a:lnTo>
                  <a:pt x="636282" y="352425"/>
                </a:lnTo>
                <a:lnTo>
                  <a:pt x="635749" y="379526"/>
                </a:lnTo>
                <a:lnTo>
                  <a:pt x="635520" y="411480"/>
                </a:lnTo>
                <a:lnTo>
                  <a:pt x="664476" y="394716"/>
                </a:lnTo>
                <a:lnTo>
                  <a:pt x="663587" y="378104"/>
                </a:lnTo>
                <a:lnTo>
                  <a:pt x="663143" y="362331"/>
                </a:lnTo>
                <a:lnTo>
                  <a:pt x="663028" y="352425"/>
                </a:lnTo>
                <a:lnTo>
                  <a:pt x="662952" y="158496"/>
                </a:lnTo>
                <a:lnTo>
                  <a:pt x="676668" y="147828"/>
                </a:lnTo>
                <a:close/>
              </a:path>
              <a:path w="854075" h="411479">
                <a:moveTo>
                  <a:pt x="853452" y="179832"/>
                </a:moveTo>
                <a:lnTo>
                  <a:pt x="805827" y="165925"/>
                </a:lnTo>
                <a:lnTo>
                  <a:pt x="755916" y="137160"/>
                </a:lnTo>
                <a:lnTo>
                  <a:pt x="705243" y="92964"/>
                </a:lnTo>
                <a:lnTo>
                  <a:pt x="664540" y="41148"/>
                </a:lnTo>
                <a:lnTo>
                  <a:pt x="656856" y="30480"/>
                </a:lnTo>
                <a:lnTo>
                  <a:pt x="673620" y="19812"/>
                </a:lnTo>
                <a:lnTo>
                  <a:pt x="637044" y="0"/>
                </a:lnTo>
                <a:lnTo>
                  <a:pt x="626135" y="27127"/>
                </a:lnTo>
                <a:lnTo>
                  <a:pt x="611517" y="55816"/>
                </a:lnTo>
                <a:lnTo>
                  <a:pt x="569988" y="117348"/>
                </a:lnTo>
                <a:lnTo>
                  <a:pt x="543382" y="148501"/>
                </a:lnTo>
                <a:lnTo>
                  <a:pt x="513791" y="175641"/>
                </a:lnTo>
                <a:lnTo>
                  <a:pt x="481037" y="198793"/>
                </a:lnTo>
                <a:lnTo>
                  <a:pt x="445020" y="217932"/>
                </a:lnTo>
                <a:lnTo>
                  <a:pt x="446544" y="225552"/>
                </a:lnTo>
                <a:lnTo>
                  <a:pt x="482282" y="208978"/>
                </a:lnTo>
                <a:lnTo>
                  <a:pt x="542340" y="172402"/>
                </a:lnTo>
                <a:lnTo>
                  <a:pt x="589483" y="130098"/>
                </a:lnTo>
                <a:lnTo>
                  <a:pt x="632294" y="74612"/>
                </a:lnTo>
                <a:lnTo>
                  <a:pt x="652284" y="41148"/>
                </a:lnTo>
                <a:lnTo>
                  <a:pt x="670572" y="71678"/>
                </a:lnTo>
                <a:lnTo>
                  <a:pt x="707148" y="123024"/>
                </a:lnTo>
                <a:lnTo>
                  <a:pt x="744601" y="162102"/>
                </a:lnTo>
                <a:lnTo>
                  <a:pt x="788657" y="195770"/>
                </a:lnTo>
                <a:lnTo>
                  <a:pt x="813828" y="210312"/>
                </a:lnTo>
                <a:lnTo>
                  <a:pt x="820661" y="201168"/>
                </a:lnTo>
                <a:lnTo>
                  <a:pt x="829640" y="194310"/>
                </a:lnTo>
                <a:lnTo>
                  <a:pt x="840613" y="189738"/>
                </a:lnTo>
                <a:lnTo>
                  <a:pt x="853452" y="187452"/>
                </a:lnTo>
                <a:lnTo>
                  <a:pt x="853452" y="17983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3" name="object 83"/>
          <p:cNvSpPr/>
          <p:nvPr/>
        </p:nvSpPr>
        <p:spPr>
          <a:xfrm>
            <a:off x="3026663" y="4187952"/>
            <a:ext cx="388620" cy="399415"/>
          </a:xfrm>
          <a:custGeom>
            <a:avLst/>
            <a:gdLst/>
            <a:ahLst/>
            <a:cxnLst/>
            <a:rect l="l" t="t" r="r" b="b"/>
            <a:pathLst>
              <a:path w="388620" h="399414">
                <a:moveTo>
                  <a:pt x="347472" y="224028"/>
                </a:moveTo>
                <a:lnTo>
                  <a:pt x="302704" y="182118"/>
                </a:lnTo>
                <a:lnTo>
                  <a:pt x="263652" y="131064"/>
                </a:lnTo>
                <a:lnTo>
                  <a:pt x="234315" y="70675"/>
                </a:lnTo>
                <a:lnTo>
                  <a:pt x="216408" y="0"/>
                </a:lnTo>
                <a:lnTo>
                  <a:pt x="251460" y="12191"/>
                </a:lnTo>
                <a:lnTo>
                  <a:pt x="234696" y="22859"/>
                </a:lnTo>
                <a:lnTo>
                  <a:pt x="244125" y="50006"/>
                </a:lnTo>
                <a:lnTo>
                  <a:pt x="271557" y="102584"/>
                </a:lnTo>
                <a:lnTo>
                  <a:pt x="310395" y="152042"/>
                </a:lnTo>
                <a:lnTo>
                  <a:pt x="360068" y="186951"/>
                </a:lnTo>
                <a:lnTo>
                  <a:pt x="388620" y="198120"/>
                </a:lnTo>
                <a:lnTo>
                  <a:pt x="388620" y="204216"/>
                </a:lnTo>
                <a:lnTo>
                  <a:pt x="375761" y="205382"/>
                </a:lnTo>
                <a:lnTo>
                  <a:pt x="364617" y="208978"/>
                </a:lnTo>
                <a:lnTo>
                  <a:pt x="355187" y="215145"/>
                </a:lnTo>
                <a:lnTo>
                  <a:pt x="347472" y="224028"/>
                </a:lnTo>
                <a:close/>
              </a:path>
              <a:path w="388620" h="399414">
                <a:moveTo>
                  <a:pt x="6096" y="231648"/>
                </a:moveTo>
                <a:lnTo>
                  <a:pt x="0" y="227076"/>
                </a:lnTo>
                <a:lnTo>
                  <a:pt x="30241" y="196476"/>
                </a:lnTo>
                <a:lnTo>
                  <a:pt x="56769" y="166306"/>
                </a:lnTo>
                <a:lnTo>
                  <a:pt x="97536" y="106679"/>
                </a:lnTo>
                <a:lnTo>
                  <a:pt x="122682" y="54292"/>
                </a:lnTo>
                <a:lnTo>
                  <a:pt x="134112" y="12191"/>
                </a:lnTo>
                <a:lnTo>
                  <a:pt x="173736" y="38100"/>
                </a:lnTo>
                <a:lnTo>
                  <a:pt x="155448" y="48767"/>
                </a:lnTo>
                <a:lnTo>
                  <a:pt x="131137" y="94853"/>
                </a:lnTo>
                <a:lnTo>
                  <a:pt x="103973" y="136184"/>
                </a:lnTo>
                <a:lnTo>
                  <a:pt x="74029" y="172760"/>
                </a:lnTo>
                <a:lnTo>
                  <a:pt x="41379" y="204581"/>
                </a:lnTo>
                <a:lnTo>
                  <a:pt x="6096" y="231648"/>
                </a:lnTo>
                <a:close/>
              </a:path>
              <a:path w="388620" h="399414">
                <a:moveTo>
                  <a:pt x="62484" y="384048"/>
                </a:moveTo>
                <a:lnTo>
                  <a:pt x="44196" y="347472"/>
                </a:lnTo>
                <a:lnTo>
                  <a:pt x="51601" y="346281"/>
                </a:lnTo>
                <a:lnTo>
                  <a:pt x="60007" y="342519"/>
                </a:lnTo>
                <a:lnTo>
                  <a:pt x="90416" y="312705"/>
                </a:lnTo>
                <a:lnTo>
                  <a:pt x="118467" y="273843"/>
                </a:lnTo>
                <a:lnTo>
                  <a:pt x="151590" y="222718"/>
                </a:lnTo>
                <a:lnTo>
                  <a:pt x="175498" y="175331"/>
                </a:lnTo>
                <a:lnTo>
                  <a:pt x="182880" y="153924"/>
                </a:lnTo>
                <a:lnTo>
                  <a:pt x="220980" y="182879"/>
                </a:lnTo>
                <a:lnTo>
                  <a:pt x="202692" y="192024"/>
                </a:lnTo>
                <a:lnTo>
                  <a:pt x="170973" y="237958"/>
                </a:lnTo>
                <a:lnTo>
                  <a:pt x="139827" y="279463"/>
                </a:lnTo>
                <a:lnTo>
                  <a:pt x="109251" y="316110"/>
                </a:lnTo>
                <a:lnTo>
                  <a:pt x="79248" y="347472"/>
                </a:lnTo>
                <a:lnTo>
                  <a:pt x="320110" y="347472"/>
                </a:lnTo>
                <a:lnTo>
                  <a:pt x="323181" y="353568"/>
                </a:lnTo>
                <a:lnTo>
                  <a:pt x="288036" y="353568"/>
                </a:lnTo>
                <a:lnTo>
                  <a:pt x="213479" y="358973"/>
                </a:lnTo>
                <a:lnTo>
                  <a:pt x="156781" y="363664"/>
                </a:lnTo>
                <a:lnTo>
                  <a:pt x="118086" y="367498"/>
                </a:lnTo>
                <a:lnTo>
                  <a:pt x="77724" y="377190"/>
                </a:lnTo>
                <a:lnTo>
                  <a:pt x="69675" y="380619"/>
                </a:lnTo>
                <a:lnTo>
                  <a:pt x="62484" y="384048"/>
                </a:lnTo>
                <a:close/>
              </a:path>
              <a:path w="388620" h="399414">
                <a:moveTo>
                  <a:pt x="320110" y="347472"/>
                </a:moveTo>
                <a:lnTo>
                  <a:pt x="79248" y="347472"/>
                </a:lnTo>
                <a:lnTo>
                  <a:pt x="283464" y="344424"/>
                </a:lnTo>
                <a:lnTo>
                  <a:pt x="273177" y="326683"/>
                </a:lnTo>
                <a:lnTo>
                  <a:pt x="260604" y="307657"/>
                </a:lnTo>
                <a:lnTo>
                  <a:pt x="245745" y="287202"/>
                </a:lnTo>
                <a:lnTo>
                  <a:pt x="228600" y="265176"/>
                </a:lnTo>
                <a:lnTo>
                  <a:pt x="233172" y="259080"/>
                </a:lnTo>
                <a:lnTo>
                  <a:pt x="285369" y="303847"/>
                </a:lnTo>
                <a:lnTo>
                  <a:pt x="312420" y="333756"/>
                </a:lnTo>
                <a:lnTo>
                  <a:pt x="318658" y="344590"/>
                </a:lnTo>
                <a:lnTo>
                  <a:pt x="320110" y="347472"/>
                </a:lnTo>
                <a:close/>
              </a:path>
              <a:path w="388620" h="399414">
                <a:moveTo>
                  <a:pt x="310896" y="399288"/>
                </a:moveTo>
                <a:lnTo>
                  <a:pt x="306324" y="399288"/>
                </a:lnTo>
                <a:lnTo>
                  <a:pt x="303276" y="394716"/>
                </a:lnTo>
                <a:lnTo>
                  <a:pt x="300228" y="387096"/>
                </a:lnTo>
                <a:lnTo>
                  <a:pt x="296796" y="376428"/>
                </a:lnTo>
                <a:lnTo>
                  <a:pt x="293560" y="367474"/>
                </a:lnTo>
                <a:lnTo>
                  <a:pt x="290583" y="359878"/>
                </a:lnTo>
                <a:lnTo>
                  <a:pt x="288036" y="353568"/>
                </a:lnTo>
                <a:lnTo>
                  <a:pt x="323181" y="353568"/>
                </a:lnTo>
                <a:lnTo>
                  <a:pt x="323469" y="354139"/>
                </a:lnTo>
                <a:lnTo>
                  <a:pt x="326564" y="362259"/>
                </a:lnTo>
                <a:lnTo>
                  <a:pt x="327660" y="368808"/>
                </a:lnTo>
                <a:lnTo>
                  <a:pt x="327624" y="376499"/>
                </a:lnTo>
                <a:lnTo>
                  <a:pt x="324612" y="382524"/>
                </a:lnTo>
                <a:lnTo>
                  <a:pt x="320040" y="388620"/>
                </a:lnTo>
                <a:lnTo>
                  <a:pt x="313943" y="394716"/>
                </a:lnTo>
                <a:lnTo>
                  <a:pt x="310896" y="39928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4" name="object 84"/>
          <p:cNvSpPr/>
          <p:nvPr/>
        </p:nvSpPr>
        <p:spPr>
          <a:xfrm>
            <a:off x="3476244" y="4200144"/>
            <a:ext cx="349250" cy="388620"/>
          </a:xfrm>
          <a:custGeom>
            <a:avLst/>
            <a:gdLst/>
            <a:ahLst/>
            <a:cxnLst/>
            <a:rect l="l" t="t" r="r" b="b"/>
            <a:pathLst>
              <a:path w="349250" h="388620">
                <a:moveTo>
                  <a:pt x="48768" y="33528"/>
                </a:moveTo>
                <a:lnTo>
                  <a:pt x="32004" y="18288"/>
                </a:lnTo>
                <a:lnTo>
                  <a:pt x="306323" y="18288"/>
                </a:lnTo>
                <a:lnTo>
                  <a:pt x="318516" y="0"/>
                </a:lnTo>
                <a:lnTo>
                  <a:pt x="348996" y="22860"/>
                </a:lnTo>
                <a:lnTo>
                  <a:pt x="341158" y="28956"/>
                </a:lnTo>
                <a:lnTo>
                  <a:pt x="89916" y="28956"/>
                </a:lnTo>
                <a:lnTo>
                  <a:pt x="78771" y="29241"/>
                </a:lnTo>
                <a:lnTo>
                  <a:pt x="68199" y="30099"/>
                </a:lnTo>
                <a:lnTo>
                  <a:pt x="58197" y="31527"/>
                </a:lnTo>
                <a:lnTo>
                  <a:pt x="48768" y="33528"/>
                </a:lnTo>
                <a:close/>
              </a:path>
              <a:path w="349250" h="388620">
                <a:moveTo>
                  <a:pt x="333786" y="345948"/>
                </a:moveTo>
                <a:lnTo>
                  <a:pt x="294132" y="345948"/>
                </a:lnTo>
                <a:lnTo>
                  <a:pt x="301251" y="344781"/>
                </a:lnTo>
                <a:lnTo>
                  <a:pt x="306514" y="341185"/>
                </a:lnTo>
                <a:lnTo>
                  <a:pt x="309776" y="335018"/>
                </a:lnTo>
                <a:lnTo>
                  <a:pt x="310896" y="326136"/>
                </a:lnTo>
                <a:lnTo>
                  <a:pt x="310896" y="28956"/>
                </a:lnTo>
                <a:lnTo>
                  <a:pt x="341158" y="28956"/>
                </a:lnTo>
                <a:lnTo>
                  <a:pt x="335280" y="33528"/>
                </a:lnTo>
                <a:lnTo>
                  <a:pt x="335280" y="333756"/>
                </a:lnTo>
                <a:lnTo>
                  <a:pt x="333786" y="345948"/>
                </a:lnTo>
                <a:close/>
              </a:path>
              <a:path w="349250" h="388620">
                <a:moveTo>
                  <a:pt x="15240" y="117348"/>
                </a:moveTo>
                <a:lnTo>
                  <a:pt x="0" y="100584"/>
                </a:lnTo>
                <a:lnTo>
                  <a:pt x="224028" y="100584"/>
                </a:lnTo>
                <a:lnTo>
                  <a:pt x="246887" y="79248"/>
                </a:lnTo>
                <a:lnTo>
                  <a:pt x="278892" y="111252"/>
                </a:lnTo>
                <a:lnTo>
                  <a:pt x="54864" y="111252"/>
                </a:lnTo>
                <a:lnTo>
                  <a:pt x="43100" y="111561"/>
                </a:lnTo>
                <a:lnTo>
                  <a:pt x="32766" y="112585"/>
                </a:lnTo>
                <a:lnTo>
                  <a:pt x="23574" y="114466"/>
                </a:lnTo>
                <a:lnTo>
                  <a:pt x="15240" y="117348"/>
                </a:lnTo>
                <a:close/>
              </a:path>
              <a:path w="349250" h="388620">
                <a:moveTo>
                  <a:pt x="228600" y="164592"/>
                </a:moveTo>
                <a:lnTo>
                  <a:pt x="192023" y="164592"/>
                </a:lnTo>
                <a:lnTo>
                  <a:pt x="204216" y="146304"/>
                </a:lnTo>
                <a:lnTo>
                  <a:pt x="228600" y="164592"/>
                </a:lnTo>
                <a:close/>
              </a:path>
              <a:path w="349250" h="388620">
                <a:moveTo>
                  <a:pt x="53340" y="313944"/>
                </a:moveTo>
                <a:lnTo>
                  <a:pt x="54221" y="300489"/>
                </a:lnTo>
                <a:lnTo>
                  <a:pt x="54665" y="283202"/>
                </a:lnTo>
                <a:lnTo>
                  <a:pt x="54746" y="273367"/>
                </a:lnTo>
                <a:lnTo>
                  <a:pt x="54840" y="208692"/>
                </a:lnTo>
                <a:lnTo>
                  <a:pt x="54673" y="185547"/>
                </a:lnTo>
                <a:lnTo>
                  <a:pt x="54308" y="169164"/>
                </a:lnTo>
                <a:lnTo>
                  <a:pt x="54187" y="164592"/>
                </a:lnTo>
                <a:lnTo>
                  <a:pt x="53340" y="147828"/>
                </a:lnTo>
                <a:lnTo>
                  <a:pt x="79248" y="164592"/>
                </a:lnTo>
                <a:lnTo>
                  <a:pt x="228600" y="164592"/>
                </a:lnTo>
                <a:lnTo>
                  <a:pt x="234696" y="169164"/>
                </a:lnTo>
                <a:lnTo>
                  <a:pt x="228164" y="173736"/>
                </a:lnTo>
                <a:lnTo>
                  <a:pt x="79248" y="173736"/>
                </a:lnTo>
                <a:lnTo>
                  <a:pt x="79248" y="260604"/>
                </a:lnTo>
                <a:lnTo>
                  <a:pt x="219650" y="260604"/>
                </a:lnTo>
                <a:lnTo>
                  <a:pt x="219717" y="263247"/>
                </a:lnTo>
                <a:lnTo>
                  <a:pt x="220265" y="271271"/>
                </a:lnTo>
                <a:lnTo>
                  <a:pt x="79248" y="271271"/>
                </a:lnTo>
                <a:lnTo>
                  <a:pt x="79248" y="301752"/>
                </a:lnTo>
                <a:lnTo>
                  <a:pt x="53340" y="313944"/>
                </a:lnTo>
                <a:close/>
              </a:path>
              <a:path w="349250" h="388620">
                <a:moveTo>
                  <a:pt x="219650" y="260604"/>
                </a:moveTo>
                <a:lnTo>
                  <a:pt x="195072" y="260604"/>
                </a:lnTo>
                <a:lnTo>
                  <a:pt x="195072" y="173736"/>
                </a:lnTo>
                <a:lnTo>
                  <a:pt x="228164" y="173736"/>
                </a:lnTo>
                <a:lnTo>
                  <a:pt x="219456" y="179831"/>
                </a:lnTo>
                <a:lnTo>
                  <a:pt x="219456" y="252983"/>
                </a:lnTo>
                <a:lnTo>
                  <a:pt x="219650" y="260604"/>
                </a:lnTo>
                <a:close/>
              </a:path>
              <a:path w="349250" h="388620">
                <a:moveTo>
                  <a:pt x="195072" y="303276"/>
                </a:moveTo>
                <a:lnTo>
                  <a:pt x="195072" y="271271"/>
                </a:lnTo>
                <a:lnTo>
                  <a:pt x="220265" y="271271"/>
                </a:lnTo>
                <a:lnTo>
                  <a:pt x="220408" y="273367"/>
                </a:lnTo>
                <a:lnTo>
                  <a:pt x="221384" y="283202"/>
                </a:lnTo>
                <a:lnTo>
                  <a:pt x="222504" y="292607"/>
                </a:lnTo>
                <a:lnTo>
                  <a:pt x="195072" y="303276"/>
                </a:lnTo>
                <a:close/>
              </a:path>
              <a:path w="349250" h="388620">
                <a:moveTo>
                  <a:pt x="297180" y="388620"/>
                </a:moveTo>
                <a:lnTo>
                  <a:pt x="293227" y="378380"/>
                </a:lnTo>
                <a:lnTo>
                  <a:pt x="281559" y="368427"/>
                </a:lnTo>
                <a:lnTo>
                  <a:pt x="262461" y="359044"/>
                </a:lnTo>
                <a:lnTo>
                  <a:pt x="236220" y="350520"/>
                </a:lnTo>
                <a:lnTo>
                  <a:pt x="236220" y="341375"/>
                </a:lnTo>
                <a:lnTo>
                  <a:pt x="255341" y="343376"/>
                </a:lnTo>
                <a:lnTo>
                  <a:pt x="271462" y="344805"/>
                </a:lnTo>
                <a:lnTo>
                  <a:pt x="284440" y="345662"/>
                </a:lnTo>
                <a:lnTo>
                  <a:pt x="294132" y="345948"/>
                </a:lnTo>
                <a:lnTo>
                  <a:pt x="333786" y="345948"/>
                </a:lnTo>
                <a:lnTo>
                  <a:pt x="332970" y="352615"/>
                </a:lnTo>
                <a:lnTo>
                  <a:pt x="325945" y="368046"/>
                </a:lnTo>
                <a:lnTo>
                  <a:pt x="314063" y="380047"/>
                </a:lnTo>
                <a:lnTo>
                  <a:pt x="297180" y="3886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5" name="object 85"/>
          <p:cNvSpPr/>
          <p:nvPr/>
        </p:nvSpPr>
        <p:spPr>
          <a:xfrm>
            <a:off x="3928872" y="4195571"/>
            <a:ext cx="337185" cy="391795"/>
          </a:xfrm>
          <a:custGeom>
            <a:avLst/>
            <a:gdLst/>
            <a:ahLst/>
            <a:cxnLst/>
            <a:rect l="l" t="t" r="r" b="b"/>
            <a:pathLst>
              <a:path w="337185" h="391795">
                <a:moveTo>
                  <a:pt x="311113" y="18288"/>
                </a:moveTo>
                <a:lnTo>
                  <a:pt x="272796" y="18288"/>
                </a:lnTo>
                <a:lnTo>
                  <a:pt x="284987" y="0"/>
                </a:lnTo>
                <a:lnTo>
                  <a:pt x="311113" y="18288"/>
                </a:lnTo>
                <a:close/>
              </a:path>
              <a:path w="337185" h="391795">
                <a:moveTo>
                  <a:pt x="62484" y="234696"/>
                </a:moveTo>
                <a:lnTo>
                  <a:pt x="64484" y="207549"/>
                </a:lnTo>
                <a:lnTo>
                  <a:pt x="65913" y="178689"/>
                </a:lnTo>
                <a:lnTo>
                  <a:pt x="66770" y="148113"/>
                </a:lnTo>
                <a:lnTo>
                  <a:pt x="67056" y="115824"/>
                </a:lnTo>
                <a:lnTo>
                  <a:pt x="66794" y="83820"/>
                </a:lnTo>
                <a:lnTo>
                  <a:pt x="66103" y="54102"/>
                </a:lnTo>
                <a:lnTo>
                  <a:pt x="65127" y="26669"/>
                </a:lnTo>
                <a:lnTo>
                  <a:pt x="64008" y="1523"/>
                </a:lnTo>
                <a:lnTo>
                  <a:pt x="92964" y="18288"/>
                </a:lnTo>
                <a:lnTo>
                  <a:pt x="311113" y="18288"/>
                </a:lnTo>
                <a:lnTo>
                  <a:pt x="315468" y="21335"/>
                </a:lnTo>
                <a:lnTo>
                  <a:pt x="307848" y="28956"/>
                </a:lnTo>
                <a:lnTo>
                  <a:pt x="91440" y="28956"/>
                </a:lnTo>
                <a:lnTo>
                  <a:pt x="91440" y="187452"/>
                </a:lnTo>
                <a:lnTo>
                  <a:pt x="302080" y="187452"/>
                </a:lnTo>
                <a:lnTo>
                  <a:pt x="302390" y="198120"/>
                </a:lnTo>
                <a:lnTo>
                  <a:pt x="91440" y="198120"/>
                </a:lnTo>
                <a:lnTo>
                  <a:pt x="91440" y="224028"/>
                </a:lnTo>
                <a:lnTo>
                  <a:pt x="62484" y="234696"/>
                </a:lnTo>
                <a:close/>
              </a:path>
              <a:path w="337185" h="391795">
                <a:moveTo>
                  <a:pt x="302080" y="187452"/>
                </a:moveTo>
                <a:lnTo>
                  <a:pt x="277368" y="187452"/>
                </a:lnTo>
                <a:lnTo>
                  <a:pt x="277368" y="28956"/>
                </a:lnTo>
                <a:lnTo>
                  <a:pt x="307848" y="28956"/>
                </a:lnTo>
                <a:lnTo>
                  <a:pt x="301752" y="35052"/>
                </a:lnTo>
                <a:lnTo>
                  <a:pt x="301775" y="167949"/>
                </a:lnTo>
                <a:lnTo>
                  <a:pt x="301942" y="182689"/>
                </a:lnTo>
                <a:lnTo>
                  <a:pt x="302080" y="187452"/>
                </a:lnTo>
                <a:close/>
              </a:path>
              <a:path w="337185" h="391795">
                <a:moveTo>
                  <a:pt x="277368" y="225552"/>
                </a:moveTo>
                <a:lnTo>
                  <a:pt x="277368" y="198120"/>
                </a:lnTo>
                <a:lnTo>
                  <a:pt x="302390" y="198120"/>
                </a:lnTo>
                <a:lnTo>
                  <a:pt x="303275" y="214884"/>
                </a:lnTo>
                <a:lnTo>
                  <a:pt x="277368" y="225552"/>
                </a:lnTo>
                <a:close/>
              </a:path>
              <a:path w="337185" h="391795">
                <a:moveTo>
                  <a:pt x="4572" y="391668"/>
                </a:moveTo>
                <a:lnTo>
                  <a:pt x="0" y="385572"/>
                </a:lnTo>
                <a:lnTo>
                  <a:pt x="23121" y="364759"/>
                </a:lnTo>
                <a:lnTo>
                  <a:pt x="44386" y="343662"/>
                </a:lnTo>
                <a:lnTo>
                  <a:pt x="80772" y="301752"/>
                </a:lnTo>
                <a:lnTo>
                  <a:pt x="107740" y="260413"/>
                </a:lnTo>
                <a:lnTo>
                  <a:pt x="126492" y="224028"/>
                </a:lnTo>
                <a:lnTo>
                  <a:pt x="163068" y="251460"/>
                </a:lnTo>
                <a:lnTo>
                  <a:pt x="146304" y="259080"/>
                </a:lnTo>
                <a:lnTo>
                  <a:pt x="104870" y="305943"/>
                </a:lnTo>
                <a:lnTo>
                  <a:pt x="67437" y="343662"/>
                </a:lnTo>
                <a:lnTo>
                  <a:pt x="34004" y="372237"/>
                </a:lnTo>
                <a:lnTo>
                  <a:pt x="4572" y="391668"/>
                </a:lnTo>
                <a:close/>
              </a:path>
              <a:path w="337185" h="391795">
                <a:moveTo>
                  <a:pt x="326136" y="382524"/>
                </a:moveTo>
                <a:lnTo>
                  <a:pt x="320040" y="382524"/>
                </a:lnTo>
                <a:lnTo>
                  <a:pt x="316992" y="377952"/>
                </a:lnTo>
                <a:lnTo>
                  <a:pt x="312420" y="368808"/>
                </a:lnTo>
                <a:lnTo>
                  <a:pt x="306109" y="354806"/>
                </a:lnTo>
                <a:lnTo>
                  <a:pt x="298513" y="340233"/>
                </a:lnTo>
                <a:lnTo>
                  <a:pt x="266342" y="292560"/>
                </a:lnTo>
                <a:lnTo>
                  <a:pt x="234957" y="254936"/>
                </a:lnTo>
                <a:lnTo>
                  <a:pt x="216408" y="234696"/>
                </a:lnTo>
                <a:lnTo>
                  <a:pt x="219456" y="228600"/>
                </a:lnTo>
                <a:lnTo>
                  <a:pt x="264223" y="260413"/>
                </a:lnTo>
                <a:lnTo>
                  <a:pt x="303275" y="291084"/>
                </a:lnTo>
                <a:lnTo>
                  <a:pt x="328612" y="319659"/>
                </a:lnTo>
                <a:lnTo>
                  <a:pt x="336804" y="345948"/>
                </a:lnTo>
                <a:lnTo>
                  <a:pt x="336804" y="352044"/>
                </a:lnTo>
                <a:lnTo>
                  <a:pt x="335280" y="359664"/>
                </a:lnTo>
                <a:lnTo>
                  <a:pt x="329184" y="377952"/>
                </a:lnTo>
                <a:lnTo>
                  <a:pt x="326136" y="38252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6" name="object 86"/>
          <p:cNvSpPr/>
          <p:nvPr/>
        </p:nvSpPr>
        <p:spPr>
          <a:xfrm>
            <a:off x="4349483" y="4181868"/>
            <a:ext cx="1290955" cy="410209"/>
          </a:xfrm>
          <a:custGeom>
            <a:avLst/>
            <a:gdLst/>
            <a:ahLst/>
            <a:cxnLst/>
            <a:rect l="l" t="t" r="r" b="b"/>
            <a:pathLst>
              <a:path w="1290954" h="410210">
                <a:moveTo>
                  <a:pt x="393192" y="47231"/>
                </a:moveTo>
                <a:lnTo>
                  <a:pt x="358140" y="10655"/>
                </a:lnTo>
                <a:lnTo>
                  <a:pt x="330708" y="36563"/>
                </a:lnTo>
                <a:lnTo>
                  <a:pt x="236220" y="36563"/>
                </a:lnTo>
                <a:lnTo>
                  <a:pt x="236220" y="47231"/>
                </a:lnTo>
                <a:lnTo>
                  <a:pt x="236220" y="99047"/>
                </a:lnTo>
                <a:lnTo>
                  <a:pt x="236220" y="109715"/>
                </a:lnTo>
                <a:lnTo>
                  <a:pt x="236220" y="173723"/>
                </a:lnTo>
                <a:lnTo>
                  <a:pt x="167640" y="173723"/>
                </a:lnTo>
                <a:lnTo>
                  <a:pt x="167640" y="109715"/>
                </a:lnTo>
                <a:lnTo>
                  <a:pt x="236220" y="109715"/>
                </a:lnTo>
                <a:lnTo>
                  <a:pt x="236220" y="99047"/>
                </a:lnTo>
                <a:lnTo>
                  <a:pt x="167640" y="99047"/>
                </a:lnTo>
                <a:lnTo>
                  <a:pt x="167640" y="47231"/>
                </a:lnTo>
                <a:lnTo>
                  <a:pt x="236220" y="47231"/>
                </a:lnTo>
                <a:lnTo>
                  <a:pt x="236220" y="36563"/>
                </a:lnTo>
                <a:lnTo>
                  <a:pt x="18288" y="36563"/>
                </a:lnTo>
                <a:lnTo>
                  <a:pt x="33528" y="51803"/>
                </a:lnTo>
                <a:lnTo>
                  <a:pt x="42672" y="49809"/>
                </a:lnTo>
                <a:lnTo>
                  <a:pt x="51816" y="48374"/>
                </a:lnTo>
                <a:lnTo>
                  <a:pt x="60960" y="47523"/>
                </a:lnTo>
                <a:lnTo>
                  <a:pt x="70104" y="47231"/>
                </a:lnTo>
                <a:lnTo>
                  <a:pt x="144780" y="47231"/>
                </a:lnTo>
                <a:lnTo>
                  <a:pt x="144780" y="99047"/>
                </a:lnTo>
                <a:lnTo>
                  <a:pt x="144780" y="109715"/>
                </a:lnTo>
                <a:lnTo>
                  <a:pt x="144780" y="173723"/>
                </a:lnTo>
                <a:lnTo>
                  <a:pt x="83820" y="173723"/>
                </a:lnTo>
                <a:lnTo>
                  <a:pt x="83820" y="109715"/>
                </a:lnTo>
                <a:lnTo>
                  <a:pt x="144780" y="109715"/>
                </a:lnTo>
                <a:lnTo>
                  <a:pt x="144780" y="99047"/>
                </a:lnTo>
                <a:lnTo>
                  <a:pt x="86868" y="99047"/>
                </a:lnTo>
                <a:lnTo>
                  <a:pt x="59436" y="85331"/>
                </a:lnTo>
                <a:lnTo>
                  <a:pt x="60337" y="100571"/>
                </a:lnTo>
                <a:lnTo>
                  <a:pt x="60769" y="115049"/>
                </a:lnTo>
                <a:lnTo>
                  <a:pt x="60947" y="129908"/>
                </a:lnTo>
                <a:lnTo>
                  <a:pt x="60947" y="159918"/>
                </a:lnTo>
                <a:lnTo>
                  <a:pt x="60794" y="173723"/>
                </a:lnTo>
                <a:lnTo>
                  <a:pt x="60744" y="176847"/>
                </a:lnTo>
                <a:lnTo>
                  <a:pt x="60325" y="191922"/>
                </a:lnTo>
                <a:lnTo>
                  <a:pt x="59436" y="208775"/>
                </a:lnTo>
                <a:lnTo>
                  <a:pt x="83820" y="198107"/>
                </a:lnTo>
                <a:lnTo>
                  <a:pt x="83820" y="184391"/>
                </a:lnTo>
                <a:lnTo>
                  <a:pt x="320040" y="184391"/>
                </a:lnTo>
                <a:lnTo>
                  <a:pt x="320040" y="202679"/>
                </a:lnTo>
                <a:lnTo>
                  <a:pt x="344424" y="190487"/>
                </a:lnTo>
                <a:lnTo>
                  <a:pt x="344030" y="184391"/>
                </a:lnTo>
                <a:lnTo>
                  <a:pt x="343547" y="176847"/>
                </a:lnTo>
                <a:lnTo>
                  <a:pt x="343471" y="173723"/>
                </a:lnTo>
                <a:lnTo>
                  <a:pt x="343090" y="159054"/>
                </a:lnTo>
                <a:lnTo>
                  <a:pt x="342988" y="144767"/>
                </a:lnTo>
                <a:lnTo>
                  <a:pt x="342900" y="112763"/>
                </a:lnTo>
                <a:lnTo>
                  <a:pt x="346329" y="109715"/>
                </a:lnTo>
                <a:lnTo>
                  <a:pt x="356616" y="100571"/>
                </a:lnTo>
                <a:lnTo>
                  <a:pt x="354660" y="99047"/>
                </a:lnTo>
                <a:lnTo>
                  <a:pt x="329184" y="79235"/>
                </a:lnTo>
                <a:lnTo>
                  <a:pt x="320040" y="94094"/>
                </a:lnTo>
                <a:lnTo>
                  <a:pt x="320040" y="109715"/>
                </a:lnTo>
                <a:lnTo>
                  <a:pt x="320040" y="173723"/>
                </a:lnTo>
                <a:lnTo>
                  <a:pt x="259080" y="173723"/>
                </a:lnTo>
                <a:lnTo>
                  <a:pt x="259080" y="109715"/>
                </a:lnTo>
                <a:lnTo>
                  <a:pt x="320040" y="109715"/>
                </a:lnTo>
                <a:lnTo>
                  <a:pt x="320040" y="94094"/>
                </a:lnTo>
                <a:lnTo>
                  <a:pt x="316992" y="99047"/>
                </a:lnTo>
                <a:lnTo>
                  <a:pt x="259080" y="99047"/>
                </a:lnTo>
                <a:lnTo>
                  <a:pt x="259080" y="47231"/>
                </a:lnTo>
                <a:lnTo>
                  <a:pt x="393192" y="47231"/>
                </a:lnTo>
                <a:close/>
              </a:path>
              <a:path w="1290954" h="410210">
                <a:moveTo>
                  <a:pt x="403860" y="252971"/>
                </a:moveTo>
                <a:lnTo>
                  <a:pt x="367284" y="216395"/>
                </a:lnTo>
                <a:lnTo>
                  <a:pt x="336804" y="242303"/>
                </a:lnTo>
                <a:lnTo>
                  <a:pt x="265176" y="242303"/>
                </a:lnTo>
                <a:lnTo>
                  <a:pt x="265176" y="252971"/>
                </a:lnTo>
                <a:lnTo>
                  <a:pt x="254850" y="272402"/>
                </a:lnTo>
                <a:lnTo>
                  <a:pt x="244221" y="289547"/>
                </a:lnTo>
                <a:lnTo>
                  <a:pt x="233032" y="304406"/>
                </a:lnTo>
                <a:lnTo>
                  <a:pt x="220980" y="316979"/>
                </a:lnTo>
                <a:lnTo>
                  <a:pt x="191795" y="313550"/>
                </a:lnTo>
                <a:lnTo>
                  <a:pt x="165735" y="310121"/>
                </a:lnTo>
                <a:lnTo>
                  <a:pt x="142544" y="306692"/>
                </a:lnTo>
                <a:lnTo>
                  <a:pt x="121920" y="303263"/>
                </a:lnTo>
                <a:lnTo>
                  <a:pt x="142303" y="274688"/>
                </a:lnTo>
                <a:lnTo>
                  <a:pt x="150431" y="262978"/>
                </a:lnTo>
                <a:lnTo>
                  <a:pt x="156972" y="252971"/>
                </a:lnTo>
                <a:lnTo>
                  <a:pt x="265176" y="252971"/>
                </a:lnTo>
                <a:lnTo>
                  <a:pt x="265176" y="242303"/>
                </a:lnTo>
                <a:lnTo>
                  <a:pt x="160020" y="242303"/>
                </a:lnTo>
                <a:lnTo>
                  <a:pt x="165481" y="235242"/>
                </a:lnTo>
                <a:lnTo>
                  <a:pt x="170497" y="228015"/>
                </a:lnTo>
                <a:lnTo>
                  <a:pt x="175247" y="221094"/>
                </a:lnTo>
                <a:lnTo>
                  <a:pt x="179832" y="214871"/>
                </a:lnTo>
                <a:lnTo>
                  <a:pt x="193548" y="208775"/>
                </a:lnTo>
                <a:lnTo>
                  <a:pt x="156972" y="187439"/>
                </a:lnTo>
                <a:lnTo>
                  <a:pt x="152971" y="201155"/>
                </a:lnTo>
                <a:lnTo>
                  <a:pt x="147828" y="214871"/>
                </a:lnTo>
                <a:lnTo>
                  <a:pt x="141541" y="228587"/>
                </a:lnTo>
                <a:lnTo>
                  <a:pt x="134112" y="242303"/>
                </a:lnTo>
                <a:lnTo>
                  <a:pt x="0" y="242303"/>
                </a:lnTo>
                <a:lnTo>
                  <a:pt x="15240" y="259067"/>
                </a:lnTo>
                <a:lnTo>
                  <a:pt x="24980" y="256197"/>
                </a:lnTo>
                <a:lnTo>
                  <a:pt x="33718" y="254304"/>
                </a:lnTo>
                <a:lnTo>
                  <a:pt x="41605" y="253288"/>
                </a:lnTo>
                <a:lnTo>
                  <a:pt x="48768" y="252971"/>
                </a:lnTo>
                <a:lnTo>
                  <a:pt x="129540" y="252971"/>
                </a:lnTo>
                <a:lnTo>
                  <a:pt x="116928" y="272961"/>
                </a:lnTo>
                <a:lnTo>
                  <a:pt x="106299" y="289356"/>
                </a:lnTo>
                <a:lnTo>
                  <a:pt x="97396" y="302056"/>
                </a:lnTo>
                <a:lnTo>
                  <a:pt x="89916" y="310883"/>
                </a:lnTo>
                <a:lnTo>
                  <a:pt x="117906" y="314871"/>
                </a:lnTo>
                <a:lnTo>
                  <a:pt x="146875" y="319836"/>
                </a:lnTo>
                <a:lnTo>
                  <a:pt x="176720" y="325678"/>
                </a:lnTo>
                <a:lnTo>
                  <a:pt x="207264" y="332219"/>
                </a:lnTo>
                <a:lnTo>
                  <a:pt x="172402" y="352539"/>
                </a:lnTo>
                <a:lnTo>
                  <a:pt x="127254" y="370128"/>
                </a:lnTo>
                <a:lnTo>
                  <a:pt x="71818" y="385165"/>
                </a:lnTo>
                <a:lnTo>
                  <a:pt x="6096" y="397751"/>
                </a:lnTo>
                <a:lnTo>
                  <a:pt x="7620" y="405371"/>
                </a:lnTo>
                <a:lnTo>
                  <a:pt x="53632" y="399376"/>
                </a:lnTo>
                <a:lnTo>
                  <a:pt x="93345" y="392798"/>
                </a:lnTo>
                <a:lnTo>
                  <a:pt x="153924" y="377939"/>
                </a:lnTo>
                <a:lnTo>
                  <a:pt x="197548" y="360032"/>
                </a:lnTo>
                <a:lnTo>
                  <a:pt x="233172" y="339839"/>
                </a:lnTo>
                <a:lnTo>
                  <a:pt x="270891" y="353898"/>
                </a:lnTo>
                <a:lnTo>
                  <a:pt x="301752" y="366509"/>
                </a:lnTo>
                <a:lnTo>
                  <a:pt x="325666" y="377939"/>
                </a:lnTo>
                <a:lnTo>
                  <a:pt x="342900" y="388607"/>
                </a:lnTo>
                <a:lnTo>
                  <a:pt x="350520" y="396227"/>
                </a:lnTo>
                <a:lnTo>
                  <a:pt x="356616" y="399275"/>
                </a:lnTo>
                <a:lnTo>
                  <a:pt x="364236" y="399275"/>
                </a:lnTo>
                <a:lnTo>
                  <a:pt x="367284" y="393179"/>
                </a:lnTo>
                <a:lnTo>
                  <a:pt x="339852" y="352031"/>
                </a:lnTo>
                <a:lnTo>
                  <a:pt x="278345" y="332320"/>
                </a:lnTo>
                <a:lnTo>
                  <a:pt x="246888" y="324599"/>
                </a:lnTo>
                <a:lnTo>
                  <a:pt x="253060" y="316979"/>
                </a:lnTo>
                <a:lnTo>
                  <a:pt x="260273" y="308051"/>
                </a:lnTo>
                <a:lnTo>
                  <a:pt x="272796" y="290499"/>
                </a:lnTo>
                <a:lnTo>
                  <a:pt x="284187" y="272097"/>
                </a:lnTo>
                <a:lnTo>
                  <a:pt x="294132" y="252971"/>
                </a:lnTo>
                <a:lnTo>
                  <a:pt x="403860" y="252971"/>
                </a:lnTo>
                <a:close/>
              </a:path>
              <a:path w="1290954" h="410210">
                <a:moveTo>
                  <a:pt x="615696" y="67056"/>
                </a:moveTo>
                <a:lnTo>
                  <a:pt x="598932" y="32004"/>
                </a:lnTo>
                <a:lnTo>
                  <a:pt x="556260" y="3048"/>
                </a:lnTo>
                <a:lnTo>
                  <a:pt x="553212" y="9144"/>
                </a:lnTo>
                <a:lnTo>
                  <a:pt x="564692" y="22618"/>
                </a:lnTo>
                <a:lnTo>
                  <a:pt x="574167" y="35814"/>
                </a:lnTo>
                <a:lnTo>
                  <a:pt x="581939" y="48996"/>
                </a:lnTo>
                <a:lnTo>
                  <a:pt x="588264" y="62484"/>
                </a:lnTo>
                <a:lnTo>
                  <a:pt x="592836" y="76200"/>
                </a:lnTo>
                <a:lnTo>
                  <a:pt x="597408" y="83820"/>
                </a:lnTo>
                <a:lnTo>
                  <a:pt x="603504" y="83820"/>
                </a:lnTo>
                <a:lnTo>
                  <a:pt x="605028" y="80772"/>
                </a:lnTo>
                <a:lnTo>
                  <a:pt x="609600" y="77724"/>
                </a:lnTo>
                <a:lnTo>
                  <a:pt x="614172" y="73152"/>
                </a:lnTo>
                <a:lnTo>
                  <a:pt x="615696" y="67056"/>
                </a:lnTo>
                <a:close/>
              </a:path>
              <a:path w="1290954" h="410210">
                <a:moveTo>
                  <a:pt x="851916" y="303276"/>
                </a:moveTo>
                <a:lnTo>
                  <a:pt x="813816" y="265176"/>
                </a:lnTo>
                <a:lnTo>
                  <a:pt x="786384" y="294132"/>
                </a:lnTo>
                <a:lnTo>
                  <a:pt x="655320" y="294132"/>
                </a:lnTo>
                <a:lnTo>
                  <a:pt x="655320" y="239268"/>
                </a:lnTo>
                <a:lnTo>
                  <a:pt x="754380" y="239268"/>
                </a:lnTo>
                <a:lnTo>
                  <a:pt x="754380" y="259080"/>
                </a:lnTo>
                <a:lnTo>
                  <a:pt x="778764" y="248412"/>
                </a:lnTo>
                <a:lnTo>
                  <a:pt x="778395" y="239268"/>
                </a:lnTo>
                <a:lnTo>
                  <a:pt x="777951" y="228600"/>
                </a:lnTo>
                <a:lnTo>
                  <a:pt x="777887" y="226949"/>
                </a:lnTo>
                <a:lnTo>
                  <a:pt x="777455" y="197751"/>
                </a:lnTo>
                <a:lnTo>
                  <a:pt x="777328" y="170688"/>
                </a:lnTo>
                <a:lnTo>
                  <a:pt x="777278" y="160020"/>
                </a:lnTo>
                <a:lnTo>
                  <a:pt x="777240" y="109728"/>
                </a:lnTo>
                <a:lnTo>
                  <a:pt x="786765" y="102108"/>
                </a:lnTo>
                <a:lnTo>
                  <a:pt x="792480" y="97536"/>
                </a:lnTo>
                <a:lnTo>
                  <a:pt x="784644" y="91440"/>
                </a:lnTo>
                <a:lnTo>
                  <a:pt x="765048" y="76200"/>
                </a:lnTo>
                <a:lnTo>
                  <a:pt x="754380" y="88061"/>
                </a:lnTo>
                <a:lnTo>
                  <a:pt x="754380" y="102108"/>
                </a:lnTo>
                <a:lnTo>
                  <a:pt x="754380" y="160020"/>
                </a:lnTo>
                <a:lnTo>
                  <a:pt x="754380" y="170688"/>
                </a:lnTo>
                <a:lnTo>
                  <a:pt x="754380" y="228600"/>
                </a:lnTo>
                <a:lnTo>
                  <a:pt x="655320" y="228600"/>
                </a:lnTo>
                <a:lnTo>
                  <a:pt x="655320" y="170688"/>
                </a:lnTo>
                <a:lnTo>
                  <a:pt x="754380" y="170688"/>
                </a:lnTo>
                <a:lnTo>
                  <a:pt x="754380" y="160020"/>
                </a:lnTo>
                <a:lnTo>
                  <a:pt x="655320" y="160020"/>
                </a:lnTo>
                <a:lnTo>
                  <a:pt x="655320" y="102108"/>
                </a:lnTo>
                <a:lnTo>
                  <a:pt x="754380" y="102108"/>
                </a:lnTo>
                <a:lnTo>
                  <a:pt x="754380" y="88061"/>
                </a:lnTo>
                <a:lnTo>
                  <a:pt x="751332" y="91440"/>
                </a:lnTo>
                <a:lnTo>
                  <a:pt x="681228" y="91440"/>
                </a:lnTo>
                <a:lnTo>
                  <a:pt x="710806" y="57569"/>
                </a:lnTo>
                <a:lnTo>
                  <a:pt x="742696" y="29044"/>
                </a:lnTo>
                <a:lnTo>
                  <a:pt x="749808" y="25908"/>
                </a:lnTo>
                <a:lnTo>
                  <a:pt x="714756" y="0"/>
                </a:lnTo>
                <a:lnTo>
                  <a:pt x="696468" y="45720"/>
                </a:lnTo>
                <a:lnTo>
                  <a:pt x="677189" y="81724"/>
                </a:lnTo>
                <a:lnTo>
                  <a:pt x="670560" y="91440"/>
                </a:lnTo>
                <a:lnTo>
                  <a:pt x="630936" y="91440"/>
                </a:lnTo>
                <a:lnTo>
                  <a:pt x="630936" y="102108"/>
                </a:lnTo>
                <a:lnTo>
                  <a:pt x="630936" y="160020"/>
                </a:lnTo>
                <a:lnTo>
                  <a:pt x="630936" y="170688"/>
                </a:lnTo>
                <a:lnTo>
                  <a:pt x="630936" y="228600"/>
                </a:lnTo>
                <a:lnTo>
                  <a:pt x="537972" y="228600"/>
                </a:lnTo>
                <a:lnTo>
                  <a:pt x="537972" y="170688"/>
                </a:lnTo>
                <a:lnTo>
                  <a:pt x="630936" y="170688"/>
                </a:lnTo>
                <a:lnTo>
                  <a:pt x="630936" y="160020"/>
                </a:lnTo>
                <a:lnTo>
                  <a:pt x="537972" y="160020"/>
                </a:lnTo>
                <a:lnTo>
                  <a:pt x="537972" y="102108"/>
                </a:lnTo>
                <a:lnTo>
                  <a:pt x="630936" y="102108"/>
                </a:lnTo>
                <a:lnTo>
                  <a:pt x="630936" y="91440"/>
                </a:lnTo>
                <a:lnTo>
                  <a:pt x="539496" y="91440"/>
                </a:lnTo>
                <a:lnTo>
                  <a:pt x="510540" y="76200"/>
                </a:lnTo>
                <a:lnTo>
                  <a:pt x="511670" y="100431"/>
                </a:lnTo>
                <a:lnTo>
                  <a:pt x="512635" y="124968"/>
                </a:lnTo>
                <a:lnTo>
                  <a:pt x="513334" y="149491"/>
                </a:lnTo>
                <a:lnTo>
                  <a:pt x="513588" y="173736"/>
                </a:lnTo>
                <a:lnTo>
                  <a:pt x="513334" y="197751"/>
                </a:lnTo>
                <a:lnTo>
                  <a:pt x="512635" y="221932"/>
                </a:lnTo>
                <a:lnTo>
                  <a:pt x="511670" y="246380"/>
                </a:lnTo>
                <a:lnTo>
                  <a:pt x="510540" y="271272"/>
                </a:lnTo>
                <a:lnTo>
                  <a:pt x="537972" y="260604"/>
                </a:lnTo>
                <a:lnTo>
                  <a:pt x="537972" y="239268"/>
                </a:lnTo>
                <a:lnTo>
                  <a:pt x="630936" y="239268"/>
                </a:lnTo>
                <a:lnTo>
                  <a:pt x="630936" y="294132"/>
                </a:lnTo>
                <a:lnTo>
                  <a:pt x="446532" y="294132"/>
                </a:lnTo>
                <a:lnTo>
                  <a:pt x="460248" y="307848"/>
                </a:lnTo>
                <a:lnTo>
                  <a:pt x="483108" y="303276"/>
                </a:lnTo>
                <a:lnTo>
                  <a:pt x="630936" y="303276"/>
                </a:lnTo>
                <a:lnTo>
                  <a:pt x="630859" y="336461"/>
                </a:lnTo>
                <a:lnTo>
                  <a:pt x="630745" y="352615"/>
                </a:lnTo>
                <a:lnTo>
                  <a:pt x="630301" y="380212"/>
                </a:lnTo>
                <a:lnTo>
                  <a:pt x="629412" y="409956"/>
                </a:lnTo>
                <a:lnTo>
                  <a:pt x="656844" y="397764"/>
                </a:lnTo>
                <a:lnTo>
                  <a:pt x="655967" y="383425"/>
                </a:lnTo>
                <a:lnTo>
                  <a:pt x="655510" y="363093"/>
                </a:lnTo>
                <a:lnTo>
                  <a:pt x="655447" y="352615"/>
                </a:lnTo>
                <a:lnTo>
                  <a:pt x="655320" y="303276"/>
                </a:lnTo>
                <a:lnTo>
                  <a:pt x="851916" y="303276"/>
                </a:lnTo>
                <a:close/>
              </a:path>
              <a:path w="1290954" h="410210">
                <a:moveTo>
                  <a:pt x="1290828" y="192011"/>
                </a:moveTo>
                <a:lnTo>
                  <a:pt x="1252728" y="153911"/>
                </a:lnTo>
                <a:lnTo>
                  <a:pt x="1219212" y="182867"/>
                </a:lnTo>
                <a:lnTo>
                  <a:pt x="894588" y="182867"/>
                </a:lnTo>
                <a:lnTo>
                  <a:pt x="911352" y="198107"/>
                </a:lnTo>
                <a:lnTo>
                  <a:pt x="921092" y="195872"/>
                </a:lnTo>
                <a:lnTo>
                  <a:pt x="932116" y="193916"/>
                </a:lnTo>
                <a:lnTo>
                  <a:pt x="944575" y="192544"/>
                </a:lnTo>
                <a:lnTo>
                  <a:pt x="958596" y="192011"/>
                </a:lnTo>
                <a:lnTo>
                  <a:pt x="1290828" y="19201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7" name="object 87"/>
          <p:cNvSpPr/>
          <p:nvPr/>
        </p:nvSpPr>
        <p:spPr>
          <a:xfrm>
            <a:off x="5719571" y="4184904"/>
            <a:ext cx="356870" cy="402590"/>
          </a:xfrm>
          <a:custGeom>
            <a:avLst/>
            <a:gdLst/>
            <a:ahLst/>
            <a:cxnLst/>
            <a:rect l="l" t="t" r="r" b="b"/>
            <a:pathLst>
              <a:path w="356870" h="402589">
                <a:moveTo>
                  <a:pt x="53340" y="89916"/>
                </a:moveTo>
                <a:lnTo>
                  <a:pt x="42672" y="89916"/>
                </a:lnTo>
                <a:lnTo>
                  <a:pt x="50696" y="62793"/>
                </a:lnTo>
                <a:lnTo>
                  <a:pt x="56578" y="38671"/>
                </a:lnTo>
                <a:lnTo>
                  <a:pt x="60459" y="17692"/>
                </a:lnTo>
                <a:lnTo>
                  <a:pt x="62484" y="0"/>
                </a:lnTo>
                <a:lnTo>
                  <a:pt x="100584" y="21336"/>
                </a:lnTo>
                <a:lnTo>
                  <a:pt x="90844" y="29051"/>
                </a:lnTo>
                <a:lnTo>
                  <a:pt x="79819" y="43053"/>
                </a:lnTo>
                <a:lnTo>
                  <a:pt x="67365" y="63341"/>
                </a:lnTo>
                <a:lnTo>
                  <a:pt x="53340" y="89916"/>
                </a:lnTo>
                <a:close/>
              </a:path>
              <a:path w="356870" h="402589">
                <a:moveTo>
                  <a:pt x="147828" y="192024"/>
                </a:moveTo>
                <a:lnTo>
                  <a:pt x="141732" y="187452"/>
                </a:lnTo>
                <a:lnTo>
                  <a:pt x="158877" y="160615"/>
                </a:lnTo>
                <a:lnTo>
                  <a:pt x="173736" y="135064"/>
                </a:lnTo>
                <a:lnTo>
                  <a:pt x="196596" y="88392"/>
                </a:lnTo>
                <a:lnTo>
                  <a:pt x="211264" y="44958"/>
                </a:lnTo>
                <a:lnTo>
                  <a:pt x="222503" y="1524"/>
                </a:lnTo>
                <a:lnTo>
                  <a:pt x="260603" y="24384"/>
                </a:lnTo>
                <a:lnTo>
                  <a:pt x="252626" y="32146"/>
                </a:lnTo>
                <a:lnTo>
                  <a:pt x="242506" y="46482"/>
                </a:lnTo>
                <a:lnTo>
                  <a:pt x="230385" y="67675"/>
                </a:lnTo>
                <a:lnTo>
                  <a:pt x="216408" y="96012"/>
                </a:lnTo>
                <a:lnTo>
                  <a:pt x="350161" y="96012"/>
                </a:lnTo>
                <a:lnTo>
                  <a:pt x="356616" y="102108"/>
                </a:lnTo>
                <a:lnTo>
                  <a:pt x="350329" y="106680"/>
                </a:lnTo>
                <a:lnTo>
                  <a:pt x="213360" y="106680"/>
                </a:lnTo>
                <a:lnTo>
                  <a:pt x="197334" y="130730"/>
                </a:lnTo>
                <a:lnTo>
                  <a:pt x="181165" y="152781"/>
                </a:lnTo>
                <a:lnTo>
                  <a:pt x="164711" y="173116"/>
                </a:lnTo>
                <a:lnTo>
                  <a:pt x="147828" y="192024"/>
                </a:lnTo>
                <a:close/>
              </a:path>
              <a:path w="356870" h="402589">
                <a:moveTo>
                  <a:pt x="144780" y="89916"/>
                </a:moveTo>
                <a:lnTo>
                  <a:pt x="111252" y="89916"/>
                </a:lnTo>
                <a:lnTo>
                  <a:pt x="128016" y="73152"/>
                </a:lnTo>
                <a:lnTo>
                  <a:pt x="144780" y="89916"/>
                </a:lnTo>
                <a:close/>
              </a:path>
              <a:path w="356870" h="402589">
                <a:moveTo>
                  <a:pt x="0" y="397764"/>
                </a:moveTo>
                <a:lnTo>
                  <a:pt x="834" y="359664"/>
                </a:lnTo>
                <a:lnTo>
                  <a:pt x="914" y="354520"/>
                </a:lnTo>
                <a:lnTo>
                  <a:pt x="1333" y="316992"/>
                </a:lnTo>
                <a:lnTo>
                  <a:pt x="1423" y="176784"/>
                </a:lnTo>
                <a:lnTo>
                  <a:pt x="1309" y="152781"/>
                </a:lnTo>
                <a:lnTo>
                  <a:pt x="881" y="114704"/>
                </a:lnTo>
                <a:lnTo>
                  <a:pt x="0" y="74676"/>
                </a:lnTo>
                <a:lnTo>
                  <a:pt x="25908" y="89916"/>
                </a:lnTo>
                <a:lnTo>
                  <a:pt x="144780" y="89916"/>
                </a:lnTo>
                <a:lnTo>
                  <a:pt x="153924" y="99060"/>
                </a:lnTo>
                <a:lnTo>
                  <a:pt x="151828" y="100584"/>
                </a:lnTo>
                <a:lnTo>
                  <a:pt x="24384" y="100584"/>
                </a:lnTo>
                <a:lnTo>
                  <a:pt x="24384" y="211836"/>
                </a:lnTo>
                <a:lnTo>
                  <a:pt x="137205" y="211836"/>
                </a:lnTo>
                <a:lnTo>
                  <a:pt x="137219" y="222504"/>
                </a:lnTo>
                <a:lnTo>
                  <a:pt x="24384" y="222504"/>
                </a:lnTo>
                <a:lnTo>
                  <a:pt x="24384" y="344424"/>
                </a:lnTo>
                <a:lnTo>
                  <a:pt x="137914" y="344424"/>
                </a:lnTo>
                <a:lnTo>
                  <a:pt x="138028" y="350520"/>
                </a:lnTo>
                <a:lnTo>
                  <a:pt x="138137" y="355092"/>
                </a:lnTo>
                <a:lnTo>
                  <a:pt x="24384" y="355092"/>
                </a:lnTo>
                <a:lnTo>
                  <a:pt x="24384" y="384048"/>
                </a:lnTo>
                <a:lnTo>
                  <a:pt x="0" y="397764"/>
                </a:lnTo>
                <a:close/>
              </a:path>
              <a:path w="356870" h="402589">
                <a:moveTo>
                  <a:pt x="350161" y="96012"/>
                </a:moveTo>
                <a:lnTo>
                  <a:pt x="310896" y="96012"/>
                </a:lnTo>
                <a:lnTo>
                  <a:pt x="329184" y="76200"/>
                </a:lnTo>
                <a:lnTo>
                  <a:pt x="350161" y="96012"/>
                </a:lnTo>
                <a:close/>
              </a:path>
              <a:path w="356870" h="402589">
                <a:moveTo>
                  <a:pt x="137205" y="211836"/>
                </a:moveTo>
                <a:lnTo>
                  <a:pt x="114300" y="211836"/>
                </a:lnTo>
                <a:lnTo>
                  <a:pt x="114300" y="100584"/>
                </a:lnTo>
                <a:lnTo>
                  <a:pt x="151828" y="100584"/>
                </a:lnTo>
                <a:lnTo>
                  <a:pt x="137160" y="111252"/>
                </a:lnTo>
                <a:lnTo>
                  <a:pt x="137205" y="211836"/>
                </a:lnTo>
                <a:close/>
              </a:path>
              <a:path w="356870" h="402589">
                <a:moveTo>
                  <a:pt x="326280" y="359664"/>
                </a:moveTo>
                <a:lnTo>
                  <a:pt x="283464" y="359664"/>
                </a:lnTo>
                <a:lnTo>
                  <a:pt x="291750" y="357925"/>
                </a:lnTo>
                <a:lnTo>
                  <a:pt x="298323" y="352615"/>
                </a:lnTo>
                <a:lnTo>
                  <a:pt x="308586" y="305562"/>
                </a:lnTo>
                <a:lnTo>
                  <a:pt x="310705" y="259842"/>
                </a:lnTo>
                <a:lnTo>
                  <a:pt x="312528" y="193929"/>
                </a:lnTo>
                <a:lnTo>
                  <a:pt x="313944" y="106680"/>
                </a:lnTo>
                <a:lnTo>
                  <a:pt x="350329" y="106680"/>
                </a:lnTo>
                <a:lnTo>
                  <a:pt x="339852" y="114300"/>
                </a:lnTo>
                <a:lnTo>
                  <a:pt x="338780" y="186976"/>
                </a:lnTo>
                <a:lnTo>
                  <a:pt x="337291" y="249070"/>
                </a:lnTo>
                <a:lnTo>
                  <a:pt x="335462" y="295241"/>
                </a:lnTo>
                <a:lnTo>
                  <a:pt x="333268" y="327074"/>
                </a:lnTo>
                <a:lnTo>
                  <a:pt x="330708" y="344424"/>
                </a:lnTo>
                <a:lnTo>
                  <a:pt x="327231" y="357020"/>
                </a:lnTo>
                <a:lnTo>
                  <a:pt x="326280" y="359664"/>
                </a:lnTo>
                <a:close/>
              </a:path>
              <a:path w="356870" h="402589">
                <a:moveTo>
                  <a:pt x="231648" y="269748"/>
                </a:moveTo>
                <a:lnTo>
                  <a:pt x="228600" y="269748"/>
                </a:lnTo>
                <a:lnTo>
                  <a:pt x="225432" y="268295"/>
                </a:lnTo>
                <a:lnTo>
                  <a:pt x="222694" y="263842"/>
                </a:lnTo>
                <a:lnTo>
                  <a:pt x="220241" y="256246"/>
                </a:lnTo>
                <a:lnTo>
                  <a:pt x="217932" y="245364"/>
                </a:lnTo>
                <a:lnTo>
                  <a:pt x="213598" y="228219"/>
                </a:lnTo>
                <a:lnTo>
                  <a:pt x="207264" y="211074"/>
                </a:lnTo>
                <a:lnTo>
                  <a:pt x="198643" y="193929"/>
                </a:lnTo>
                <a:lnTo>
                  <a:pt x="187452" y="176784"/>
                </a:lnTo>
                <a:lnTo>
                  <a:pt x="190500" y="172212"/>
                </a:lnTo>
                <a:lnTo>
                  <a:pt x="223456" y="199644"/>
                </a:lnTo>
                <a:lnTo>
                  <a:pt x="243840" y="228600"/>
                </a:lnTo>
                <a:lnTo>
                  <a:pt x="246888" y="234696"/>
                </a:lnTo>
                <a:lnTo>
                  <a:pt x="246888" y="248412"/>
                </a:lnTo>
                <a:lnTo>
                  <a:pt x="243840" y="254508"/>
                </a:lnTo>
                <a:lnTo>
                  <a:pt x="234696" y="266700"/>
                </a:lnTo>
                <a:lnTo>
                  <a:pt x="231648" y="269748"/>
                </a:lnTo>
                <a:close/>
              </a:path>
              <a:path w="356870" h="402589">
                <a:moveTo>
                  <a:pt x="137914" y="344424"/>
                </a:moveTo>
                <a:lnTo>
                  <a:pt x="114300" y="344424"/>
                </a:lnTo>
                <a:lnTo>
                  <a:pt x="114300" y="222504"/>
                </a:lnTo>
                <a:lnTo>
                  <a:pt x="137219" y="222504"/>
                </a:lnTo>
                <a:lnTo>
                  <a:pt x="137337" y="269748"/>
                </a:lnTo>
                <a:lnTo>
                  <a:pt x="137498" y="305562"/>
                </a:lnTo>
                <a:lnTo>
                  <a:pt x="137914" y="344424"/>
                </a:lnTo>
                <a:close/>
              </a:path>
              <a:path w="356870" h="402589">
                <a:moveTo>
                  <a:pt x="277367" y="402336"/>
                </a:moveTo>
                <a:lnTo>
                  <a:pt x="270486" y="388596"/>
                </a:lnTo>
                <a:lnTo>
                  <a:pt x="258889" y="376999"/>
                </a:lnTo>
                <a:lnTo>
                  <a:pt x="242435" y="367403"/>
                </a:lnTo>
                <a:lnTo>
                  <a:pt x="220979" y="359664"/>
                </a:lnTo>
                <a:lnTo>
                  <a:pt x="220979" y="350520"/>
                </a:lnTo>
                <a:lnTo>
                  <a:pt x="241030" y="354520"/>
                </a:lnTo>
                <a:lnTo>
                  <a:pt x="257937" y="357378"/>
                </a:lnTo>
                <a:lnTo>
                  <a:pt x="271986" y="359092"/>
                </a:lnTo>
                <a:lnTo>
                  <a:pt x="283464" y="359664"/>
                </a:lnTo>
                <a:lnTo>
                  <a:pt x="326280" y="359664"/>
                </a:lnTo>
                <a:lnTo>
                  <a:pt x="323469" y="367474"/>
                </a:lnTo>
                <a:lnTo>
                  <a:pt x="289023" y="397764"/>
                </a:lnTo>
                <a:lnTo>
                  <a:pt x="277367" y="402336"/>
                </a:lnTo>
                <a:close/>
              </a:path>
              <a:path w="356870" h="402589">
                <a:moveTo>
                  <a:pt x="114300" y="391668"/>
                </a:moveTo>
                <a:lnTo>
                  <a:pt x="114300" y="355092"/>
                </a:lnTo>
                <a:lnTo>
                  <a:pt x="138137" y="355092"/>
                </a:lnTo>
                <a:lnTo>
                  <a:pt x="138684" y="377952"/>
                </a:lnTo>
                <a:lnTo>
                  <a:pt x="114300" y="39166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8" name="object 88"/>
          <p:cNvSpPr/>
          <p:nvPr/>
        </p:nvSpPr>
        <p:spPr>
          <a:xfrm>
            <a:off x="6184392" y="4183379"/>
            <a:ext cx="309880" cy="410209"/>
          </a:xfrm>
          <a:custGeom>
            <a:avLst/>
            <a:gdLst/>
            <a:ahLst/>
            <a:cxnLst/>
            <a:rect l="l" t="t" r="r" b="b"/>
            <a:pathLst>
              <a:path w="309879" h="410210">
                <a:moveTo>
                  <a:pt x="161543" y="82296"/>
                </a:moveTo>
                <a:lnTo>
                  <a:pt x="138684" y="82296"/>
                </a:lnTo>
                <a:lnTo>
                  <a:pt x="138422" y="60864"/>
                </a:lnTo>
                <a:lnTo>
                  <a:pt x="137731" y="40005"/>
                </a:lnTo>
                <a:lnTo>
                  <a:pt x="136755" y="19716"/>
                </a:lnTo>
                <a:lnTo>
                  <a:pt x="135636" y="0"/>
                </a:lnTo>
                <a:lnTo>
                  <a:pt x="176783" y="15240"/>
                </a:lnTo>
                <a:lnTo>
                  <a:pt x="161543" y="28956"/>
                </a:lnTo>
                <a:lnTo>
                  <a:pt x="161543" y="82296"/>
                </a:lnTo>
                <a:close/>
              </a:path>
              <a:path w="309879" h="410210">
                <a:moveTo>
                  <a:pt x="305511" y="82296"/>
                </a:moveTo>
                <a:lnTo>
                  <a:pt x="268224" y="82296"/>
                </a:lnTo>
                <a:lnTo>
                  <a:pt x="280416" y="62484"/>
                </a:lnTo>
                <a:lnTo>
                  <a:pt x="305511" y="82296"/>
                </a:lnTo>
                <a:close/>
              </a:path>
              <a:path w="309879" h="410210">
                <a:moveTo>
                  <a:pt x="0" y="301751"/>
                </a:moveTo>
                <a:lnTo>
                  <a:pt x="1119" y="270938"/>
                </a:lnTo>
                <a:lnTo>
                  <a:pt x="2095" y="240411"/>
                </a:lnTo>
                <a:lnTo>
                  <a:pt x="2786" y="210454"/>
                </a:lnTo>
                <a:lnTo>
                  <a:pt x="3048" y="181356"/>
                </a:lnTo>
                <a:lnTo>
                  <a:pt x="2786" y="151899"/>
                </a:lnTo>
                <a:lnTo>
                  <a:pt x="2095" y="122872"/>
                </a:lnTo>
                <a:lnTo>
                  <a:pt x="1119" y="94130"/>
                </a:lnTo>
                <a:lnTo>
                  <a:pt x="0" y="65532"/>
                </a:lnTo>
                <a:lnTo>
                  <a:pt x="27432" y="82296"/>
                </a:lnTo>
                <a:lnTo>
                  <a:pt x="305511" y="82296"/>
                </a:lnTo>
                <a:lnTo>
                  <a:pt x="309372" y="85344"/>
                </a:lnTo>
                <a:lnTo>
                  <a:pt x="302514" y="91440"/>
                </a:lnTo>
                <a:lnTo>
                  <a:pt x="27432" y="91440"/>
                </a:lnTo>
                <a:lnTo>
                  <a:pt x="27432" y="169164"/>
                </a:lnTo>
                <a:lnTo>
                  <a:pt x="295656" y="169164"/>
                </a:lnTo>
                <a:lnTo>
                  <a:pt x="295656" y="178308"/>
                </a:lnTo>
                <a:lnTo>
                  <a:pt x="27432" y="178308"/>
                </a:lnTo>
                <a:lnTo>
                  <a:pt x="27432" y="257556"/>
                </a:lnTo>
                <a:lnTo>
                  <a:pt x="296649" y="257556"/>
                </a:lnTo>
                <a:lnTo>
                  <a:pt x="296950" y="268224"/>
                </a:lnTo>
                <a:lnTo>
                  <a:pt x="27432" y="268224"/>
                </a:lnTo>
                <a:lnTo>
                  <a:pt x="27432" y="292608"/>
                </a:lnTo>
                <a:lnTo>
                  <a:pt x="0" y="301751"/>
                </a:lnTo>
                <a:close/>
              </a:path>
              <a:path w="309879" h="410210">
                <a:moveTo>
                  <a:pt x="161543" y="169164"/>
                </a:moveTo>
                <a:lnTo>
                  <a:pt x="138684" y="169164"/>
                </a:lnTo>
                <a:lnTo>
                  <a:pt x="138684" y="91440"/>
                </a:lnTo>
                <a:lnTo>
                  <a:pt x="161543" y="91440"/>
                </a:lnTo>
                <a:lnTo>
                  <a:pt x="161543" y="169164"/>
                </a:lnTo>
                <a:close/>
              </a:path>
              <a:path w="309879" h="410210">
                <a:moveTo>
                  <a:pt x="295656" y="169164"/>
                </a:moveTo>
                <a:lnTo>
                  <a:pt x="271272" y="169164"/>
                </a:lnTo>
                <a:lnTo>
                  <a:pt x="271272" y="91440"/>
                </a:lnTo>
                <a:lnTo>
                  <a:pt x="302514" y="91440"/>
                </a:lnTo>
                <a:lnTo>
                  <a:pt x="295656" y="97536"/>
                </a:lnTo>
                <a:lnTo>
                  <a:pt x="295656" y="169164"/>
                </a:lnTo>
                <a:close/>
              </a:path>
              <a:path w="309879" h="410210">
                <a:moveTo>
                  <a:pt x="161543" y="257556"/>
                </a:moveTo>
                <a:lnTo>
                  <a:pt x="138684" y="257556"/>
                </a:lnTo>
                <a:lnTo>
                  <a:pt x="138684" y="178308"/>
                </a:lnTo>
                <a:lnTo>
                  <a:pt x="161543" y="178308"/>
                </a:lnTo>
                <a:lnTo>
                  <a:pt x="161543" y="257556"/>
                </a:lnTo>
                <a:close/>
              </a:path>
              <a:path w="309879" h="410210">
                <a:moveTo>
                  <a:pt x="296649" y="257556"/>
                </a:moveTo>
                <a:lnTo>
                  <a:pt x="271272" y="257556"/>
                </a:lnTo>
                <a:lnTo>
                  <a:pt x="271272" y="178308"/>
                </a:lnTo>
                <a:lnTo>
                  <a:pt x="295656" y="178308"/>
                </a:lnTo>
                <a:lnTo>
                  <a:pt x="295656" y="213360"/>
                </a:lnTo>
                <a:lnTo>
                  <a:pt x="295894" y="231624"/>
                </a:lnTo>
                <a:lnTo>
                  <a:pt x="296649" y="257556"/>
                </a:lnTo>
                <a:close/>
              </a:path>
              <a:path w="309879" h="410210">
                <a:moveTo>
                  <a:pt x="135636" y="409956"/>
                </a:moveTo>
                <a:lnTo>
                  <a:pt x="137731" y="375666"/>
                </a:lnTo>
                <a:lnTo>
                  <a:pt x="138422" y="361950"/>
                </a:lnTo>
                <a:lnTo>
                  <a:pt x="138568" y="355544"/>
                </a:lnTo>
                <a:lnTo>
                  <a:pt x="138684" y="268224"/>
                </a:lnTo>
                <a:lnTo>
                  <a:pt x="161543" y="268224"/>
                </a:lnTo>
                <a:lnTo>
                  <a:pt x="161543" y="339852"/>
                </a:lnTo>
                <a:lnTo>
                  <a:pt x="161805" y="355544"/>
                </a:lnTo>
                <a:lnTo>
                  <a:pt x="162496" y="370522"/>
                </a:lnTo>
                <a:lnTo>
                  <a:pt x="163472" y="384643"/>
                </a:lnTo>
                <a:lnTo>
                  <a:pt x="164592" y="397764"/>
                </a:lnTo>
                <a:lnTo>
                  <a:pt x="135636" y="409956"/>
                </a:lnTo>
                <a:close/>
              </a:path>
              <a:path w="309879" h="410210">
                <a:moveTo>
                  <a:pt x="271272" y="295656"/>
                </a:moveTo>
                <a:lnTo>
                  <a:pt x="271272" y="268224"/>
                </a:lnTo>
                <a:lnTo>
                  <a:pt x="296950" y="268224"/>
                </a:lnTo>
                <a:lnTo>
                  <a:pt x="297180" y="284988"/>
                </a:lnTo>
                <a:lnTo>
                  <a:pt x="271272" y="29565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9" name="object 89"/>
          <p:cNvSpPr/>
          <p:nvPr/>
        </p:nvSpPr>
        <p:spPr>
          <a:xfrm>
            <a:off x="6568427" y="4183379"/>
            <a:ext cx="858519" cy="408940"/>
          </a:xfrm>
          <a:custGeom>
            <a:avLst/>
            <a:gdLst/>
            <a:ahLst/>
            <a:cxnLst/>
            <a:rect l="l" t="t" r="r" b="b"/>
            <a:pathLst>
              <a:path w="858520" h="408939">
                <a:moveTo>
                  <a:pt x="98729" y="66535"/>
                </a:moveTo>
                <a:lnTo>
                  <a:pt x="76771" y="32766"/>
                </a:lnTo>
                <a:lnTo>
                  <a:pt x="51828" y="13716"/>
                </a:lnTo>
                <a:lnTo>
                  <a:pt x="45720" y="16764"/>
                </a:lnTo>
                <a:lnTo>
                  <a:pt x="55105" y="33985"/>
                </a:lnTo>
                <a:lnTo>
                  <a:pt x="62484" y="49339"/>
                </a:lnTo>
                <a:lnTo>
                  <a:pt x="67589" y="63271"/>
                </a:lnTo>
                <a:lnTo>
                  <a:pt x="70104" y="76200"/>
                </a:lnTo>
                <a:lnTo>
                  <a:pt x="71640" y="89916"/>
                </a:lnTo>
                <a:lnTo>
                  <a:pt x="74688" y="96012"/>
                </a:lnTo>
                <a:lnTo>
                  <a:pt x="79248" y="96012"/>
                </a:lnTo>
                <a:lnTo>
                  <a:pt x="86868" y="89916"/>
                </a:lnTo>
                <a:lnTo>
                  <a:pt x="92976" y="86868"/>
                </a:lnTo>
                <a:lnTo>
                  <a:pt x="96012" y="80772"/>
                </a:lnTo>
                <a:lnTo>
                  <a:pt x="97536" y="73152"/>
                </a:lnTo>
                <a:lnTo>
                  <a:pt x="98729" y="66535"/>
                </a:lnTo>
                <a:close/>
              </a:path>
              <a:path w="858520" h="408939">
                <a:moveTo>
                  <a:pt x="158496" y="271272"/>
                </a:moveTo>
                <a:lnTo>
                  <a:pt x="153924" y="265176"/>
                </a:lnTo>
                <a:lnTo>
                  <a:pt x="91452" y="323088"/>
                </a:lnTo>
                <a:lnTo>
                  <a:pt x="91452" y="169164"/>
                </a:lnTo>
                <a:lnTo>
                  <a:pt x="100965" y="161544"/>
                </a:lnTo>
                <a:lnTo>
                  <a:pt x="106680" y="156972"/>
                </a:lnTo>
                <a:lnTo>
                  <a:pt x="77724" y="134112"/>
                </a:lnTo>
                <a:lnTo>
                  <a:pt x="62484" y="150876"/>
                </a:lnTo>
                <a:lnTo>
                  <a:pt x="0" y="150876"/>
                </a:lnTo>
                <a:lnTo>
                  <a:pt x="16776" y="166116"/>
                </a:lnTo>
                <a:lnTo>
                  <a:pt x="25628" y="164122"/>
                </a:lnTo>
                <a:lnTo>
                  <a:pt x="33909" y="162687"/>
                </a:lnTo>
                <a:lnTo>
                  <a:pt x="41630" y="161836"/>
                </a:lnTo>
                <a:lnTo>
                  <a:pt x="48768" y="161544"/>
                </a:lnTo>
                <a:lnTo>
                  <a:pt x="67056" y="161544"/>
                </a:lnTo>
                <a:lnTo>
                  <a:pt x="67056" y="323088"/>
                </a:lnTo>
                <a:lnTo>
                  <a:pt x="66509" y="329692"/>
                </a:lnTo>
                <a:lnTo>
                  <a:pt x="64960" y="335851"/>
                </a:lnTo>
                <a:lnTo>
                  <a:pt x="62560" y="341744"/>
                </a:lnTo>
                <a:lnTo>
                  <a:pt x="59436" y="347472"/>
                </a:lnTo>
                <a:lnTo>
                  <a:pt x="83820" y="374904"/>
                </a:lnTo>
                <a:lnTo>
                  <a:pt x="98704" y="351218"/>
                </a:lnTo>
                <a:lnTo>
                  <a:pt x="116014" y="325945"/>
                </a:lnTo>
                <a:lnTo>
                  <a:pt x="118148" y="323088"/>
                </a:lnTo>
                <a:lnTo>
                  <a:pt x="135902" y="299262"/>
                </a:lnTo>
                <a:lnTo>
                  <a:pt x="158496" y="271272"/>
                </a:lnTo>
                <a:close/>
              </a:path>
              <a:path w="858520" h="408939">
                <a:moveTo>
                  <a:pt x="367296" y="210312"/>
                </a:moveTo>
                <a:lnTo>
                  <a:pt x="361416" y="205740"/>
                </a:lnTo>
                <a:lnTo>
                  <a:pt x="339864" y="188976"/>
                </a:lnTo>
                <a:lnTo>
                  <a:pt x="332244" y="200952"/>
                </a:lnTo>
                <a:lnTo>
                  <a:pt x="332244" y="214884"/>
                </a:lnTo>
                <a:lnTo>
                  <a:pt x="332244" y="249936"/>
                </a:lnTo>
                <a:lnTo>
                  <a:pt x="332244" y="260604"/>
                </a:lnTo>
                <a:lnTo>
                  <a:pt x="332244" y="300228"/>
                </a:lnTo>
                <a:lnTo>
                  <a:pt x="201168" y="300228"/>
                </a:lnTo>
                <a:lnTo>
                  <a:pt x="201168" y="260604"/>
                </a:lnTo>
                <a:lnTo>
                  <a:pt x="332244" y="260604"/>
                </a:lnTo>
                <a:lnTo>
                  <a:pt x="332244" y="249936"/>
                </a:lnTo>
                <a:lnTo>
                  <a:pt x="201168" y="249936"/>
                </a:lnTo>
                <a:lnTo>
                  <a:pt x="201168" y="214884"/>
                </a:lnTo>
                <a:lnTo>
                  <a:pt x="332244" y="214884"/>
                </a:lnTo>
                <a:lnTo>
                  <a:pt x="332244" y="200952"/>
                </a:lnTo>
                <a:lnTo>
                  <a:pt x="329196" y="205740"/>
                </a:lnTo>
                <a:lnTo>
                  <a:pt x="198120" y="205740"/>
                </a:lnTo>
                <a:lnTo>
                  <a:pt x="176784" y="190500"/>
                </a:lnTo>
                <a:lnTo>
                  <a:pt x="177063" y="214884"/>
                </a:lnTo>
                <a:lnTo>
                  <a:pt x="177546" y="238506"/>
                </a:lnTo>
                <a:lnTo>
                  <a:pt x="178079" y="265938"/>
                </a:lnTo>
                <a:lnTo>
                  <a:pt x="178308" y="295656"/>
                </a:lnTo>
                <a:lnTo>
                  <a:pt x="178079" y="325069"/>
                </a:lnTo>
                <a:lnTo>
                  <a:pt x="177025" y="381596"/>
                </a:lnTo>
                <a:lnTo>
                  <a:pt x="176784" y="408432"/>
                </a:lnTo>
                <a:lnTo>
                  <a:pt x="201168" y="396240"/>
                </a:lnTo>
                <a:lnTo>
                  <a:pt x="201168" y="310896"/>
                </a:lnTo>
                <a:lnTo>
                  <a:pt x="332244" y="310896"/>
                </a:lnTo>
                <a:lnTo>
                  <a:pt x="332219" y="360032"/>
                </a:lnTo>
                <a:lnTo>
                  <a:pt x="329768" y="365569"/>
                </a:lnTo>
                <a:lnTo>
                  <a:pt x="324739" y="368554"/>
                </a:lnTo>
                <a:lnTo>
                  <a:pt x="317004" y="368808"/>
                </a:lnTo>
                <a:lnTo>
                  <a:pt x="307263" y="368579"/>
                </a:lnTo>
                <a:lnTo>
                  <a:pt x="283781" y="367525"/>
                </a:lnTo>
                <a:lnTo>
                  <a:pt x="269760" y="367284"/>
                </a:lnTo>
                <a:lnTo>
                  <a:pt x="269760" y="373380"/>
                </a:lnTo>
                <a:lnTo>
                  <a:pt x="290639" y="379691"/>
                </a:lnTo>
                <a:lnTo>
                  <a:pt x="305384" y="387286"/>
                </a:lnTo>
                <a:lnTo>
                  <a:pt x="314121" y="396316"/>
                </a:lnTo>
                <a:lnTo>
                  <a:pt x="317004" y="406908"/>
                </a:lnTo>
                <a:lnTo>
                  <a:pt x="334733" y="399122"/>
                </a:lnTo>
                <a:lnTo>
                  <a:pt x="346913" y="389191"/>
                </a:lnTo>
                <a:lnTo>
                  <a:pt x="353644" y="376694"/>
                </a:lnTo>
                <a:lnTo>
                  <a:pt x="354380" y="368808"/>
                </a:lnTo>
                <a:lnTo>
                  <a:pt x="355104" y="361188"/>
                </a:lnTo>
                <a:lnTo>
                  <a:pt x="355104" y="220980"/>
                </a:lnTo>
                <a:lnTo>
                  <a:pt x="362064" y="214884"/>
                </a:lnTo>
                <a:lnTo>
                  <a:pt x="367296" y="210312"/>
                </a:lnTo>
                <a:close/>
              </a:path>
              <a:path w="858520" h="408939">
                <a:moveTo>
                  <a:pt x="411480" y="170688"/>
                </a:moveTo>
                <a:lnTo>
                  <a:pt x="381012" y="137160"/>
                </a:lnTo>
                <a:lnTo>
                  <a:pt x="356628" y="160020"/>
                </a:lnTo>
                <a:lnTo>
                  <a:pt x="275856" y="160020"/>
                </a:lnTo>
                <a:lnTo>
                  <a:pt x="275856" y="115824"/>
                </a:lnTo>
                <a:lnTo>
                  <a:pt x="376440" y="115824"/>
                </a:lnTo>
                <a:lnTo>
                  <a:pt x="349008" y="85344"/>
                </a:lnTo>
                <a:lnTo>
                  <a:pt x="326148" y="106680"/>
                </a:lnTo>
                <a:lnTo>
                  <a:pt x="275856" y="106680"/>
                </a:lnTo>
                <a:lnTo>
                  <a:pt x="275856" y="70104"/>
                </a:lnTo>
                <a:lnTo>
                  <a:pt x="400824" y="70104"/>
                </a:lnTo>
                <a:lnTo>
                  <a:pt x="370344" y="36576"/>
                </a:lnTo>
                <a:lnTo>
                  <a:pt x="345960" y="59436"/>
                </a:lnTo>
                <a:lnTo>
                  <a:pt x="275856" y="59436"/>
                </a:lnTo>
                <a:lnTo>
                  <a:pt x="275856" y="28956"/>
                </a:lnTo>
                <a:lnTo>
                  <a:pt x="289572" y="16764"/>
                </a:lnTo>
                <a:lnTo>
                  <a:pt x="249936" y="0"/>
                </a:lnTo>
                <a:lnTo>
                  <a:pt x="250177" y="12293"/>
                </a:lnTo>
                <a:lnTo>
                  <a:pt x="250609" y="23672"/>
                </a:lnTo>
                <a:lnTo>
                  <a:pt x="251180" y="40728"/>
                </a:lnTo>
                <a:lnTo>
                  <a:pt x="251294" y="47244"/>
                </a:lnTo>
                <a:lnTo>
                  <a:pt x="251472" y="59436"/>
                </a:lnTo>
                <a:lnTo>
                  <a:pt x="135636" y="59436"/>
                </a:lnTo>
                <a:lnTo>
                  <a:pt x="152400" y="74676"/>
                </a:lnTo>
                <a:lnTo>
                  <a:pt x="161264" y="72682"/>
                </a:lnTo>
                <a:lnTo>
                  <a:pt x="169545" y="71247"/>
                </a:lnTo>
                <a:lnTo>
                  <a:pt x="177266" y="70396"/>
                </a:lnTo>
                <a:lnTo>
                  <a:pt x="184404" y="70104"/>
                </a:lnTo>
                <a:lnTo>
                  <a:pt x="251472" y="70104"/>
                </a:lnTo>
                <a:lnTo>
                  <a:pt x="251472" y="106680"/>
                </a:lnTo>
                <a:lnTo>
                  <a:pt x="161544" y="106680"/>
                </a:lnTo>
                <a:lnTo>
                  <a:pt x="178308" y="121920"/>
                </a:lnTo>
                <a:lnTo>
                  <a:pt x="187172" y="119049"/>
                </a:lnTo>
                <a:lnTo>
                  <a:pt x="195453" y="117157"/>
                </a:lnTo>
                <a:lnTo>
                  <a:pt x="203174" y="116141"/>
                </a:lnTo>
                <a:lnTo>
                  <a:pt x="210312" y="115824"/>
                </a:lnTo>
                <a:lnTo>
                  <a:pt x="251472" y="115824"/>
                </a:lnTo>
                <a:lnTo>
                  <a:pt x="251472" y="160020"/>
                </a:lnTo>
                <a:lnTo>
                  <a:pt x="121920" y="160020"/>
                </a:lnTo>
                <a:lnTo>
                  <a:pt x="138684" y="175260"/>
                </a:lnTo>
                <a:lnTo>
                  <a:pt x="147548" y="173266"/>
                </a:lnTo>
                <a:lnTo>
                  <a:pt x="155829" y="171831"/>
                </a:lnTo>
                <a:lnTo>
                  <a:pt x="163550" y="170980"/>
                </a:lnTo>
                <a:lnTo>
                  <a:pt x="170688" y="170688"/>
                </a:lnTo>
                <a:lnTo>
                  <a:pt x="411480" y="170688"/>
                </a:lnTo>
                <a:close/>
              </a:path>
              <a:path w="858520" h="408939">
                <a:moveTo>
                  <a:pt x="858024" y="361188"/>
                </a:moveTo>
                <a:lnTo>
                  <a:pt x="807732" y="343662"/>
                </a:lnTo>
                <a:lnTo>
                  <a:pt x="762012" y="307848"/>
                </a:lnTo>
                <a:lnTo>
                  <a:pt x="724484" y="258889"/>
                </a:lnTo>
                <a:lnTo>
                  <a:pt x="694956" y="199644"/>
                </a:lnTo>
                <a:lnTo>
                  <a:pt x="673430" y="128587"/>
                </a:lnTo>
                <a:lnTo>
                  <a:pt x="665594" y="87566"/>
                </a:lnTo>
                <a:lnTo>
                  <a:pt x="659904" y="42672"/>
                </a:lnTo>
                <a:lnTo>
                  <a:pt x="676668" y="27432"/>
                </a:lnTo>
                <a:lnTo>
                  <a:pt x="624852" y="4572"/>
                </a:lnTo>
                <a:lnTo>
                  <a:pt x="624865" y="44602"/>
                </a:lnTo>
                <a:lnTo>
                  <a:pt x="622757" y="84772"/>
                </a:lnTo>
                <a:lnTo>
                  <a:pt x="618629" y="125234"/>
                </a:lnTo>
                <a:lnTo>
                  <a:pt x="612660" y="166116"/>
                </a:lnTo>
                <a:lnTo>
                  <a:pt x="605231" y="204431"/>
                </a:lnTo>
                <a:lnTo>
                  <a:pt x="580085" y="271348"/>
                </a:lnTo>
                <a:lnTo>
                  <a:pt x="541794" y="325970"/>
                </a:lnTo>
                <a:lnTo>
                  <a:pt x="486930" y="374599"/>
                </a:lnTo>
                <a:lnTo>
                  <a:pt x="452640" y="397764"/>
                </a:lnTo>
                <a:lnTo>
                  <a:pt x="455688" y="403860"/>
                </a:lnTo>
                <a:lnTo>
                  <a:pt x="490258" y="387007"/>
                </a:lnTo>
                <a:lnTo>
                  <a:pt x="547408" y="348145"/>
                </a:lnTo>
                <a:lnTo>
                  <a:pt x="589991" y="302450"/>
                </a:lnTo>
                <a:lnTo>
                  <a:pt x="619709" y="250494"/>
                </a:lnTo>
                <a:lnTo>
                  <a:pt x="637730" y="193128"/>
                </a:lnTo>
                <a:lnTo>
                  <a:pt x="649782" y="123494"/>
                </a:lnTo>
                <a:lnTo>
                  <a:pt x="653808" y="83820"/>
                </a:lnTo>
                <a:lnTo>
                  <a:pt x="658952" y="125209"/>
                </a:lnTo>
                <a:lnTo>
                  <a:pt x="672668" y="194843"/>
                </a:lnTo>
                <a:lnTo>
                  <a:pt x="692099" y="247345"/>
                </a:lnTo>
                <a:lnTo>
                  <a:pt x="717245" y="294728"/>
                </a:lnTo>
                <a:lnTo>
                  <a:pt x="747534" y="338137"/>
                </a:lnTo>
                <a:lnTo>
                  <a:pt x="786396" y="376999"/>
                </a:lnTo>
                <a:lnTo>
                  <a:pt x="809256" y="394716"/>
                </a:lnTo>
                <a:lnTo>
                  <a:pt x="817295" y="384695"/>
                </a:lnTo>
                <a:lnTo>
                  <a:pt x="827925" y="377380"/>
                </a:lnTo>
                <a:lnTo>
                  <a:pt x="841400" y="372643"/>
                </a:lnTo>
                <a:lnTo>
                  <a:pt x="858024" y="370332"/>
                </a:lnTo>
                <a:lnTo>
                  <a:pt x="858024" y="36118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0" name="object 90"/>
          <p:cNvSpPr/>
          <p:nvPr/>
        </p:nvSpPr>
        <p:spPr>
          <a:xfrm>
            <a:off x="7501128" y="4392167"/>
            <a:ext cx="61594" cy="195580"/>
          </a:xfrm>
          <a:custGeom>
            <a:avLst/>
            <a:gdLst/>
            <a:ahLst/>
            <a:cxnLst/>
            <a:rect l="l" t="t" r="r" b="b"/>
            <a:pathLst>
              <a:path w="61595" h="195579">
                <a:moveTo>
                  <a:pt x="18288" y="195072"/>
                </a:moveTo>
                <a:lnTo>
                  <a:pt x="7620" y="195072"/>
                </a:lnTo>
                <a:lnTo>
                  <a:pt x="7620" y="193548"/>
                </a:lnTo>
                <a:lnTo>
                  <a:pt x="13716" y="190500"/>
                </a:lnTo>
                <a:lnTo>
                  <a:pt x="19812" y="185928"/>
                </a:lnTo>
                <a:lnTo>
                  <a:pt x="38100" y="152400"/>
                </a:lnTo>
                <a:lnTo>
                  <a:pt x="22860" y="152400"/>
                </a:lnTo>
                <a:lnTo>
                  <a:pt x="18288" y="149352"/>
                </a:lnTo>
                <a:lnTo>
                  <a:pt x="12192" y="147828"/>
                </a:lnTo>
                <a:lnTo>
                  <a:pt x="9144" y="144780"/>
                </a:lnTo>
                <a:lnTo>
                  <a:pt x="6096" y="140208"/>
                </a:lnTo>
                <a:lnTo>
                  <a:pt x="3048" y="131064"/>
                </a:lnTo>
                <a:lnTo>
                  <a:pt x="4572" y="124968"/>
                </a:lnTo>
                <a:lnTo>
                  <a:pt x="4572" y="120396"/>
                </a:lnTo>
                <a:lnTo>
                  <a:pt x="6096" y="115824"/>
                </a:lnTo>
                <a:lnTo>
                  <a:pt x="15240" y="106680"/>
                </a:lnTo>
                <a:lnTo>
                  <a:pt x="19812" y="105156"/>
                </a:lnTo>
                <a:lnTo>
                  <a:pt x="22860" y="103632"/>
                </a:lnTo>
                <a:lnTo>
                  <a:pt x="27432" y="102108"/>
                </a:lnTo>
                <a:lnTo>
                  <a:pt x="32004" y="102108"/>
                </a:lnTo>
                <a:lnTo>
                  <a:pt x="36576" y="103632"/>
                </a:lnTo>
                <a:lnTo>
                  <a:pt x="42672" y="105156"/>
                </a:lnTo>
                <a:lnTo>
                  <a:pt x="47244" y="106680"/>
                </a:lnTo>
                <a:lnTo>
                  <a:pt x="51816" y="111252"/>
                </a:lnTo>
                <a:lnTo>
                  <a:pt x="60960" y="129540"/>
                </a:lnTo>
                <a:lnTo>
                  <a:pt x="60960" y="141732"/>
                </a:lnTo>
                <a:lnTo>
                  <a:pt x="45029" y="177998"/>
                </a:lnTo>
                <a:lnTo>
                  <a:pt x="24384" y="193548"/>
                </a:lnTo>
                <a:lnTo>
                  <a:pt x="18288" y="195072"/>
                </a:lnTo>
                <a:close/>
              </a:path>
              <a:path w="61595" h="195579">
                <a:moveTo>
                  <a:pt x="35052" y="59436"/>
                </a:moveTo>
                <a:lnTo>
                  <a:pt x="25908" y="59436"/>
                </a:lnTo>
                <a:lnTo>
                  <a:pt x="19812" y="56388"/>
                </a:lnTo>
                <a:lnTo>
                  <a:pt x="0" y="28956"/>
                </a:lnTo>
                <a:lnTo>
                  <a:pt x="1476" y="20669"/>
                </a:lnTo>
                <a:lnTo>
                  <a:pt x="3810" y="14097"/>
                </a:lnTo>
                <a:lnTo>
                  <a:pt x="7286" y="9239"/>
                </a:lnTo>
                <a:lnTo>
                  <a:pt x="12192" y="6096"/>
                </a:lnTo>
                <a:lnTo>
                  <a:pt x="18288" y="1524"/>
                </a:lnTo>
                <a:lnTo>
                  <a:pt x="24384" y="0"/>
                </a:lnTo>
                <a:lnTo>
                  <a:pt x="35052" y="0"/>
                </a:lnTo>
                <a:lnTo>
                  <a:pt x="41148" y="1524"/>
                </a:lnTo>
                <a:lnTo>
                  <a:pt x="48768" y="3048"/>
                </a:lnTo>
                <a:lnTo>
                  <a:pt x="61007" y="35337"/>
                </a:lnTo>
                <a:lnTo>
                  <a:pt x="59055" y="43053"/>
                </a:lnTo>
                <a:lnTo>
                  <a:pt x="55387" y="49053"/>
                </a:lnTo>
                <a:lnTo>
                  <a:pt x="50292" y="53340"/>
                </a:lnTo>
                <a:lnTo>
                  <a:pt x="41148" y="56388"/>
                </a:lnTo>
                <a:lnTo>
                  <a:pt x="35052" y="5943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1" name="object 91"/>
          <p:cNvSpPr/>
          <p:nvPr/>
        </p:nvSpPr>
        <p:spPr>
          <a:xfrm>
            <a:off x="1749551" y="4829556"/>
            <a:ext cx="399415" cy="407034"/>
          </a:xfrm>
          <a:custGeom>
            <a:avLst/>
            <a:gdLst/>
            <a:ahLst/>
            <a:cxnLst/>
            <a:rect l="l" t="t" r="r" b="b"/>
            <a:pathLst>
              <a:path w="399414" h="407035">
                <a:moveTo>
                  <a:pt x="99059" y="100584"/>
                </a:moveTo>
                <a:lnTo>
                  <a:pt x="74676" y="100584"/>
                </a:lnTo>
                <a:lnTo>
                  <a:pt x="74502" y="80962"/>
                </a:lnTo>
                <a:lnTo>
                  <a:pt x="74383" y="71127"/>
                </a:lnTo>
                <a:lnTo>
                  <a:pt x="73390" y="23431"/>
                </a:lnTo>
                <a:lnTo>
                  <a:pt x="73152" y="0"/>
                </a:lnTo>
                <a:lnTo>
                  <a:pt x="114300" y="21336"/>
                </a:lnTo>
                <a:lnTo>
                  <a:pt x="99059" y="33528"/>
                </a:lnTo>
                <a:lnTo>
                  <a:pt x="99059" y="100584"/>
                </a:lnTo>
                <a:close/>
              </a:path>
              <a:path w="399414" h="407035">
                <a:moveTo>
                  <a:pt x="268224" y="71628"/>
                </a:moveTo>
                <a:lnTo>
                  <a:pt x="262128" y="71628"/>
                </a:lnTo>
                <a:lnTo>
                  <a:pt x="259080" y="65532"/>
                </a:lnTo>
                <a:lnTo>
                  <a:pt x="259080" y="54864"/>
                </a:lnTo>
                <a:lnTo>
                  <a:pt x="254769" y="43981"/>
                </a:lnTo>
                <a:lnTo>
                  <a:pt x="248602" y="31813"/>
                </a:lnTo>
                <a:lnTo>
                  <a:pt x="240434" y="18216"/>
                </a:lnTo>
                <a:lnTo>
                  <a:pt x="230124" y="3048"/>
                </a:lnTo>
                <a:lnTo>
                  <a:pt x="236220" y="0"/>
                </a:lnTo>
                <a:lnTo>
                  <a:pt x="267723" y="22288"/>
                </a:lnTo>
                <a:lnTo>
                  <a:pt x="283464" y="41148"/>
                </a:lnTo>
                <a:lnTo>
                  <a:pt x="283464" y="56388"/>
                </a:lnTo>
                <a:lnTo>
                  <a:pt x="280416" y="62484"/>
                </a:lnTo>
                <a:lnTo>
                  <a:pt x="275844" y="65532"/>
                </a:lnTo>
                <a:lnTo>
                  <a:pt x="271272" y="70104"/>
                </a:lnTo>
                <a:lnTo>
                  <a:pt x="268224" y="71628"/>
                </a:lnTo>
                <a:close/>
              </a:path>
              <a:path w="399414" h="407035">
                <a:moveTo>
                  <a:pt x="167640" y="134112"/>
                </a:moveTo>
                <a:lnTo>
                  <a:pt x="161544" y="134112"/>
                </a:lnTo>
                <a:lnTo>
                  <a:pt x="156971" y="132588"/>
                </a:lnTo>
                <a:lnTo>
                  <a:pt x="153923" y="129540"/>
                </a:lnTo>
                <a:lnTo>
                  <a:pt x="150876" y="128016"/>
                </a:lnTo>
                <a:lnTo>
                  <a:pt x="149352" y="126492"/>
                </a:lnTo>
                <a:lnTo>
                  <a:pt x="149463" y="123110"/>
                </a:lnTo>
                <a:lnTo>
                  <a:pt x="150876" y="118872"/>
                </a:lnTo>
                <a:lnTo>
                  <a:pt x="161544" y="108204"/>
                </a:lnTo>
                <a:lnTo>
                  <a:pt x="166116" y="100584"/>
                </a:lnTo>
                <a:lnTo>
                  <a:pt x="181356" y="59436"/>
                </a:lnTo>
                <a:lnTo>
                  <a:pt x="188976" y="59436"/>
                </a:lnTo>
                <a:lnTo>
                  <a:pt x="188976" y="77724"/>
                </a:lnTo>
                <a:lnTo>
                  <a:pt x="387096" y="77724"/>
                </a:lnTo>
                <a:lnTo>
                  <a:pt x="397764" y="88392"/>
                </a:lnTo>
                <a:lnTo>
                  <a:pt x="188976" y="88392"/>
                </a:lnTo>
                <a:lnTo>
                  <a:pt x="189255" y="103632"/>
                </a:lnTo>
                <a:lnTo>
                  <a:pt x="187833" y="115062"/>
                </a:lnTo>
                <a:lnTo>
                  <a:pt x="184689" y="123110"/>
                </a:lnTo>
                <a:lnTo>
                  <a:pt x="179832" y="128016"/>
                </a:lnTo>
                <a:lnTo>
                  <a:pt x="167640" y="134112"/>
                </a:lnTo>
                <a:close/>
              </a:path>
              <a:path w="399414" h="407035">
                <a:moveTo>
                  <a:pt x="387096" y="77724"/>
                </a:moveTo>
                <a:lnTo>
                  <a:pt x="353568" y="77724"/>
                </a:lnTo>
                <a:lnTo>
                  <a:pt x="370332" y="60960"/>
                </a:lnTo>
                <a:lnTo>
                  <a:pt x="387096" y="77724"/>
                </a:lnTo>
                <a:close/>
              </a:path>
              <a:path w="399414" h="407035">
                <a:moveTo>
                  <a:pt x="13715" y="114300"/>
                </a:moveTo>
                <a:lnTo>
                  <a:pt x="0" y="100584"/>
                </a:lnTo>
                <a:lnTo>
                  <a:pt x="108204" y="100584"/>
                </a:lnTo>
                <a:lnTo>
                  <a:pt x="126492" y="83820"/>
                </a:lnTo>
                <a:lnTo>
                  <a:pt x="153923" y="111252"/>
                </a:lnTo>
                <a:lnTo>
                  <a:pt x="28956" y="111252"/>
                </a:lnTo>
                <a:lnTo>
                  <a:pt x="13715" y="114300"/>
                </a:lnTo>
                <a:close/>
              </a:path>
              <a:path w="399414" h="407035">
                <a:moveTo>
                  <a:pt x="342900" y="135636"/>
                </a:moveTo>
                <a:lnTo>
                  <a:pt x="338328" y="132588"/>
                </a:lnTo>
                <a:lnTo>
                  <a:pt x="355092" y="88392"/>
                </a:lnTo>
                <a:lnTo>
                  <a:pt x="397764" y="88392"/>
                </a:lnTo>
                <a:lnTo>
                  <a:pt x="399288" y="89916"/>
                </a:lnTo>
                <a:lnTo>
                  <a:pt x="386405" y="94488"/>
                </a:lnTo>
                <a:lnTo>
                  <a:pt x="372808" y="103632"/>
                </a:lnTo>
                <a:lnTo>
                  <a:pt x="358354" y="117348"/>
                </a:lnTo>
                <a:lnTo>
                  <a:pt x="342900" y="135636"/>
                </a:lnTo>
                <a:close/>
              </a:path>
              <a:path w="399414" h="407035">
                <a:moveTo>
                  <a:pt x="234696" y="193548"/>
                </a:moveTo>
                <a:lnTo>
                  <a:pt x="210312" y="193548"/>
                </a:lnTo>
                <a:lnTo>
                  <a:pt x="220599" y="165854"/>
                </a:lnTo>
                <a:lnTo>
                  <a:pt x="228600" y="142303"/>
                </a:lnTo>
                <a:lnTo>
                  <a:pt x="234315" y="123039"/>
                </a:lnTo>
                <a:lnTo>
                  <a:pt x="237744" y="108204"/>
                </a:lnTo>
                <a:lnTo>
                  <a:pt x="274320" y="129540"/>
                </a:lnTo>
                <a:lnTo>
                  <a:pt x="260604" y="137160"/>
                </a:lnTo>
                <a:lnTo>
                  <a:pt x="234696" y="193548"/>
                </a:lnTo>
                <a:close/>
              </a:path>
              <a:path w="399414" h="407035">
                <a:moveTo>
                  <a:pt x="25908" y="262128"/>
                </a:moveTo>
                <a:lnTo>
                  <a:pt x="1523" y="234696"/>
                </a:lnTo>
                <a:lnTo>
                  <a:pt x="13811" y="229838"/>
                </a:lnTo>
                <a:lnTo>
                  <a:pt x="30099" y="222123"/>
                </a:lnTo>
                <a:lnTo>
                  <a:pt x="50387" y="211550"/>
                </a:lnTo>
                <a:lnTo>
                  <a:pt x="74676" y="198120"/>
                </a:lnTo>
                <a:lnTo>
                  <a:pt x="74676" y="111252"/>
                </a:lnTo>
                <a:lnTo>
                  <a:pt x="99059" y="111252"/>
                </a:lnTo>
                <a:lnTo>
                  <a:pt x="99059" y="185928"/>
                </a:lnTo>
                <a:lnTo>
                  <a:pt x="119379" y="185928"/>
                </a:lnTo>
                <a:lnTo>
                  <a:pt x="99059" y="201168"/>
                </a:lnTo>
                <a:lnTo>
                  <a:pt x="99059" y="217932"/>
                </a:lnTo>
                <a:lnTo>
                  <a:pt x="74676" y="217932"/>
                </a:lnTo>
                <a:lnTo>
                  <a:pt x="56340" y="231909"/>
                </a:lnTo>
                <a:lnTo>
                  <a:pt x="42291" y="244030"/>
                </a:lnTo>
                <a:lnTo>
                  <a:pt x="32242" y="254150"/>
                </a:lnTo>
                <a:lnTo>
                  <a:pt x="25908" y="262128"/>
                </a:lnTo>
                <a:close/>
              </a:path>
              <a:path w="399414" h="407035">
                <a:moveTo>
                  <a:pt x="119379" y="185928"/>
                </a:moveTo>
                <a:lnTo>
                  <a:pt x="99059" y="185928"/>
                </a:lnTo>
                <a:lnTo>
                  <a:pt x="143256" y="158496"/>
                </a:lnTo>
                <a:lnTo>
                  <a:pt x="147828" y="164592"/>
                </a:lnTo>
                <a:lnTo>
                  <a:pt x="119379" y="185928"/>
                </a:lnTo>
                <a:close/>
              </a:path>
              <a:path w="399414" h="407035">
                <a:moveTo>
                  <a:pt x="149352" y="207264"/>
                </a:moveTo>
                <a:lnTo>
                  <a:pt x="135635" y="193548"/>
                </a:lnTo>
                <a:lnTo>
                  <a:pt x="342900" y="193548"/>
                </a:lnTo>
                <a:lnTo>
                  <a:pt x="364236" y="172212"/>
                </a:lnTo>
                <a:lnTo>
                  <a:pt x="396240" y="202692"/>
                </a:lnTo>
                <a:lnTo>
                  <a:pt x="167640" y="202692"/>
                </a:lnTo>
                <a:lnTo>
                  <a:pt x="149352" y="207264"/>
                </a:lnTo>
                <a:close/>
              </a:path>
              <a:path w="399414" h="407035">
                <a:moveTo>
                  <a:pt x="120396" y="400812"/>
                </a:moveTo>
                <a:lnTo>
                  <a:pt x="117347" y="394716"/>
                </a:lnTo>
                <a:lnTo>
                  <a:pt x="165330" y="380428"/>
                </a:lnTo>
                <a:lnTo>
                  <a:pt x="206311" y="362712"/>
                </a:lnTo>
                <a:lnTo>
                  <a:pt x="240149" y="341566"/>
                </a:lnTo>
                <a:lnTo>
                  <a:pt x="266700" y="316992"/>
                </a:lnTo>
                <a:lnTo>
                  <a:pt x="244983" y="308109"/>
                </a:lnTo>
                <a:lnTo>
                  <a:pt x="220980" y="299656"/>
                </a:lnTo>
                <a:lnTo>
                  <a:pt x="194691" y="291488"/>
                </a:lnTo>
                <a:lnTo>
                  <a:pt x="166116" y="283464"/>
                </a:lnTo>
                <a:lnTo>
                  <a:pt x="175521" y="265699"/>
                </a:lnTo>
                <a:lnTo>
                  <a:pt x="185356" y="246507"/>
                </a:lnTo>
                <a:lnTo>
                  <a:pt x="195476" y="225599"/>
                </a:lnTo>
                <a:lnTo>
                  <a:pt x="205740" y="202692"/>
                </a:lnTo>
                <a:lnTo>
                  <a:pt x="230124" y="202692"/>
                </a:lnTo>
                <a:lnTo>
                  <a:pt x="193548" y="280416"/>
                </a:lnTo>
                <a:lnTo>
                  <a:pt x="217336" y="286107"/>
                </a:lnTo>
                <a:lnTo>
                  <a:pt x="238696" y="291655"/>
                </a:lnTo>
                <a:lnTo>
                  <a:pt x="275844" y="301752"/>
                </a:lnTo>
                <a:lnTo>
                  <a:pt x="303825" y="301752"/>
                </a:lnTo>
                <a:lnTo>
                  <a:pt x="298704" y="310895"/>
                </a:lnTo>
                <a:lnTo>
                  <a:pt x="316968" y="318635"/>
                </a:lnTo>
                <a:lnTo>
                  <a:pt x="332803" y="325945"/>
                </a:lnTo>
                <a:lnTo>
                  <a:pt x="333163" y="326136"/>
                </a:lnTo>
                <a:lnTo>
                  <a:pt x="288036" y="326136"/>
                </a:lnTo>
                <a:lnTo>
                  <a:pt x="277487" y="337518"/>
                </a:lnTo>
                <a:lnTo>
                  <a:pt x="230124" y="368808"/>
                </a:lnTo>
                <a:lnTo>
                  <a:pt x="183261" y="387096"/>
                </a:lnTo>
                <a:lnTo>
                  <a:pt x="153828" y="394525"/>
                </a:lnTo>
                <a:lnTo>
                  <a:pt x="120396" y="400812"/>
                </a:lnTo>
                <a:close/>
              </a:path>
              <a:path w="399414" h="407035">
                <a:moveTo>
                  <a:pt x="303825" y="301752"/>
                </a:moveTo>
                <a:lnTo>
                  <a:pt x="275844" y="301752"/>
                </a:lnTo>
                <a:lnTo>
                  <a:pt x="287607" y="279415"/>
                </a:lnTo>
                <a:lnTo>
                  <a:pt x="297942" y="255651"/>
                </a:lnTo>
                <a:lnTo>
                  <a:pt x="307133" y="230171"/>
                </a:lnTo>
                <a:lnTo>
                  <a:pt x="315468" y="202692"/>
                </a:lnTo>
                <a:lnTo>
                  <a:pt x="342900" y="202692"/>
                </a:lnTo>
                <a:lnTo>
                  <a:pt x="331493" y="237815"/>
                </a:lnTo>
                <a:lnTo>
                  <a:pt x="320230" y="267652"/>
                </a:lnTo>
                <a:lnTo>
                  <a:pt x="309252" y="292060"/>
                </a:lnTo>
                <a:lnTo>
                  <a:pt x="303825" y="301752"/>
                </a:lnTo>
                <a:close/>
              </a:path>
              <a:path w="399414" h="407035">
                <a:moveTo>
                  <a:pt x="98039" y="367284"/>
                </a:moveTo>
                <a:lnTo>
                  <a:pt x="70104" y="367284"/>
                </a:lnTo>
                <a:lnTo>
                  <a:pt x="74676" y="361188"/>
                </a:lnTo>
                <a:lnTo>
                  <a:pt x="74676" y="217932"/>
                </a:lnTo>
                <a:lnTo>
                  <a:pt x="99059" y="217932"/>
                </a:lnTo>
                <a:lnTo>
                  <a:pt x="99059" y="362712"/>
                </a:lnTo>
                <a:lnTo>
                  <a:pt x="98039" y="367284"/>
                </a:lnTo>
                <a:close/>
              </a:path>
              <a:path w="399414" h="407035">
                <a:moveTo>
                  <a:pt x="376428" y="393192"/>
                </a:moveTo>
                <a:lnTo>
                  <a:pt x="374904" y="393192"/>
                </a:lnTo>
                <a:lnTo>
                  <a:pt x="370879" y="392025"/>
                </a:lnTo>
                <a:lnTo>
                  <a:pt x="365569" y="388429"/>
                </a:lnTo>
                <a:lnTo>
                  <a:pt x="358830" y="382262"/>
                </a:lnTo>
                <a:lnTo>
                  <a:pt x="350520" y="373380"/>
                </a:lnTo>
                <a:lnTo>
                  <a:pt x="337970" y="360854"/>
                </a:lnTo>
                <a:lnTo>
                  <a:pt x="323278" y="348615"/>
                </a:lnTo>
                <a:lnTo>
                  <a:pt x="306585" y="336946"/>
                </a:lnTo>
                <a:lnTo>
                  <a:pt x="288036" y="326136"/>
                </a:lnTo>
                <a:lnTo>
                  <a:pt x="333163" y="326136"/>
                </a:lnTo>
                <a:lnTo>
                  <a:pt x="371284" y="351663"/>
                </a:lnTo>
                <a:lnTo>
                  <a:pt x="377952" y="361188"/>
                </a:lnTo>
                <a:lnTo>
                  <a:pt x="381000" y="365760"/>
                </a:lnTo>
                <a:lnTo>
                  <a:pt x="382524" y="370332"/>
                </a:lnTo>
                <a:lnTo>
                  <a:pt x="382524" y="379476"/>
                </a:lnTo>
                <a:lnTo>
                  <a:pt x="381000" y="384048"/>
                </a:lnTo>
                <a:lnTo>
                  <a:pt x="379476" y="387096"/>
                </a:lnTo>
                <a:lnTo>
                  <a:pt x="377952" y="391668"/>
                </a:lnTo>
                <a:lnTo>
                  <a:pt x="376428" y="393192"/>
                </a:lnTo>
                <a:close/>
              </a:path>
              <a:path w="399414" h="407035">
                <a:moveTo>
                  <a:pt x="64008" y="406908"/>
                </a:moveTo>
                <a:lnTo>
                  <a:pt x="61150" y="396049"/>
                </a:lnTo>
                <a:lnTo>
                  <a:pt x="52578" y="386334"/>
                </a:lnTo>
                <a:lnTo>
                  <a:pt x="38290" y="377761"/>
                </a:lnTo>
                <a:lnTo>
                  <a:pt x="18288" y="370332"/>
                </a:lnTo>
                <a:lnTo>
                  <a:pt x="18288" y="361188"/>
                </a:lnTo>
                <a:lnTo>
                  <a:pt x="28242" y="362712"/>
                </a:lnTo>
                <a:lnTo>
                  <a:pt x="44958" y="365379"/>
                </a:lnTo>
                <a:lnTo>
                  <a:pt x="54721" y="366760"/>
                </a:lnTo>
                <a:lnTo>
                  <a:pt x="62484" y="367284"/>
                </a:lnTo>
                <a:lnTo>
                  <a:pt x="98039" y="367284"/>
                </a:lnTo>
                <a:lnTo>
                  <a:pt x="95940" y="376689"/>
                </a:lnTo>
                <a:lnTo>
                  <a:pt x="88963" y="388810"/>
                </a:lnTo>
                <a:lnTo>
                  <a:pt x="78271" y="398930"/>
                </a:lnTo>
                <a:lnTo>
                  <a:pt x="64008" y="40690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2" name="object 92"/>
          <p:cNvSpPr/>
          <p:nvPr/>
        </p:nvSpPr>
        <p:spPr>
          <a:xfrm>
            <a:off x="2203704" y="4837176"/>
            <a:ext cx="378460" cy="386080"/>
          </a:xfrm>
          <a:custGeom>
            <a:avLst/>
            <a:gdLst/>
            <a:ahLst/>
            <a:cxnLst/>
            <a:rect l="l" t="t" r="r" b="b"/>
            <a:pathLst>
              <a:path w="378460" h="386079">
                <a:moveTo>
                  <a:pt x="181355" y="30480"/>
                </a:moveTo>
                <a:lnTo>
                  <a:pt x="166116" y="15240"/>
                </a:lnTo>
                <a:lnTo>
                  <a:pt x="326136" y="15240"/>
                </a:lnTo>
                <a:lnTo>
                  <a:pt x="338328" y="0"/>
                </a:lnTo>
                <a:lnTo>
                  <a:pt x="365760" y="21336"/>
                </a:lnTo>
                <a:lnTo>
                  <a:pt x="359881" y="25908"/>
                </a:lnTo>
                <a:lnTo>
                  <a:pt x="222504" y="25908"/>
                </a:lnTo>
                <a:lnTo>
                  <a:pt x="212002" y="26193"/>
                </a:lnTo>
                <a:lnTo>
                  <a:pt x="201358" y="27051"/>
                </a:lnTo>
                <a:lnTo>
                  <a:pt x="191000" y="28479"/>
                </a:lnTo>
                <a:lnTo>
                  <a:pt x="181355" y="30480"/>
                </a:lnTo>
                <a:close/>
              </a:path>
              <a:path w="378460" h="386079">
                <a:moveTo>
                  <a:pt x="144170" y="22860"/>
                </a:moveTo>
                <a:lnTo>
                  <a:pt x="111252" y="22860"/>
                </a:lnTo>
                <a:lnTo>
                  <a:pt x="123444" y="4572"/>
                </a:lnTo>
                <a:lnTo>
                  <a:pt x="144170" y="22860"/>
                </a:lnTo>
                <a:close/>
              </a:path>
              <a:path w="378460" h="386079">
                <a:moveTo>
                  <a:pt x="21336" y="281939"/>
                </a:moveTo>
                <a:lnTo>
                  <a:pt x="22217" y="259722"/>
                </a:lnTo>
                <a:lnTo>
                  <a:pt x="22620" y="233172"/>
                </a:lnTo>
                <a:lnTo>
                  <a:pt x="22744" y="213288"/>
                </a:lnTo>
                <a:lnTo>
                  <a:pt x="22849" y="129849"/>
                </a:lnTo>
                <a:lnTo>
                  <a:pt x="22724" y="78676"/>
                </a:lnTo>
                <a:lnTo>
                  <a:pt x="22606" y="61388"/>
                </a:lnTo>
                <a:lnTo>
                  <a:pt x="22217" y="33623"/>
                </a:lnTo>
                <a:lnTo>
                  <a:pt x="21336" y="7620"/>
                </a:lnTo>
                <a:lnTo>
                  <a:pt x="45720" y="22860"/>
                </a:lnTo>
                <a:lnTo>
                  <a:pt x="144170" y="22860"/>
                </a:lnTo>
                <a:lnTo>
                  <a:pt x="149352" y="27432"/>
                </a:lnTo>
                <a:lnTo>
                  <a:pt x="142494" y="33528"/>
                </a:lnTo>
                <a:lnTo>
                  <a:pt x="45720" y="33528"/>
                </a:lnTo>
                <a:lnTo>
                  <a:pt x="45720" y="126492"/>
                </a:lnTo>
                <a:lnTo>
                  <a:pt x="135872" y="126492"/>
                </a:lnTo>
                <a:lnTo>
                  <a:pt x="135954" y="137160"/>
                </a:lnTo>
                <a:lnTo>
                  <a:pt x="45720" y="137160"/>
                </a:lnTo>
                <a:lnTo>
                  <a:pt x="45720" y="230124"/>
                </a:lnTo>
                <a:lnTo>
                  <a:pt x="136835" y="230124"/>
                </a:lnTo>
                <a:lnTo>
                  <a:pt x="136956" y="240792"/>
                </a:lnTo>
                <a:lnTo>
                  <a:pt x="45720" y="240792"/>
                </a:lnTo>
                <a:lnTo>
                  <a:pt x="45720" y="269748"/>
                </a:lnTo>
                <a:lnTo>
                  <a:pt x="21336" y="281939"/>
                </a:lnTo>
                <a:close/>
              </a:path>
              <a:path w="378460" h="386079">
                <a:moveTo>
                  <a:pt x="152400" y="163068"/>
                </a:moveTo>
                <a:lnTo>
                  <a:pt x="147828" y="156972"/>
                </a:lnTo>
                <a:lnTo>
                  <a:pt x="179284" y="126634"/>
                </a:lnTo>
                <a:lnTo>
                  <a:pt x="202882" y="94869"/>
                </a:lnTo>
                <a:lnTo>
                  <a:pt x="218765" y="61388"/>
                </a:lnTo>
                <a:lnTo>
                  <a:pt x="227076" y="25908"/>
                </a:lnTo>
                <a:lnTo>
                  <a:pt x="252984" y="25908"/>
                </a:lnTo>
                <a:lnTo>
                  <a:pt x="239839" y="69627"/>
                </a:lnTo>
                <a:lnTo>
                  <a:pt x="218694" y="107061"/>
                </a:lnTo>
                <a:lnTo>
                  <a:pt x="189547" y="138207"/>
                </a:lnTo>
                <a:lnTo>
                  <a:pt x="152400" y="163068"/>
                </a:lnTo>
                <a:close/>
              </a:path>
              <a:path w="378460" h="386079">
                <a:moveTo>
                  <a:pt x="337712" y="99060"/>
                </a:moveTo>
                <a:lnTo>
                  <a:pt x="301752" y="99060"/>
                </a:lnTo>
                <a:lnTo>
                  <a:pt x="307848" y="97536"/>
                </a:lnTo>
                <a:lnTo>
                  <a:pt x="312419" y="94488"/>
                </a:lnTo>
                <a:lnTo>
                  <a:pt x="316730" y="89344"/>
                </a:lnTo>
                <a:lnTo>
                  <a:pt x="320611" y="76200"/>
                </a:lnTo>
                <a:lnTo>
                  <a:pt x="324207" y="55054"/>
                </a:lnTo>
                <a:lnTo>
                  <a:pt x="327660" y="25908"/>
                </a:lnTo>
                <a:lnTo>
                  <a:pt x="359881" y="25908"/>
                </a:lnTo>
                <a:lnTo>
                  <a:pt x="352044" y="32004"/>
                </a:lnTo>
                <a:lnTo>
                  <a:pt x="348329" y="57411"/>
                </a:lnTo>
                <a:lnTo>
                  <a:pt x="344043" y="78676"/>
                </a:lnTo>
                <a:lnTo>
                  <a:pt x="339185" y="95654"/>
                </a:lnTo>
                <a:lnTo>
                  <a:pt x="337712" y="99060"/>
                </a:lnTo>
                <a:close/>
              </a:path>
              <a:path w="378460" h="386079">
                <a:moveTo>
                  <a:pt x="135872" y="126492"/>
                </a:moveTo>
                <a:lnTo>
                  <a:pt x="114300" y="126492"/>
                </a:lnTo>
                <a:lnTo>
                  <a:pt x="114300" y="33528"/>
                </a:lnTo>
                <a:lnTo>
                  <a:pt x="142494" y="33528"/>
                </a:lnTo>
                <a:lnTo>
                  <a:pt x="135636" y="39624"/>
                </a:lnTo>
                <a:lnTo>
                  <a:pt x="135872" y="126492"/>
                </a:lnTo>
                <a:close/>
              </a:path>
              <a:path w="378460" h="386079">
                <a:moveTo>
                  <a:pt x="295655" y="134112"/>
                </a:moveTo>
                <a:lnTo>
                  <a:pt x="293346" y="123301"/>
                </a:lnTo>
                <a:lnTo>
                  <a:pt x="286321" y="113919"/>
                </a:lnTo>
                <a:lnTo>
                  <a:pt x="274439" y="106251"/>
                </a:lnTo>
                <a:lnTo>
                  <a:pt x="257555" y="100584"/>
                </a:lnTo>
                <a:lnTo>
                  <a:pt x="259079" y="92964"/>
                </a:lnTo>
                <a:lnTo>
                  <a:pt x="279654" y="97155"/>
                </a:lnTo>
                <a:lnTo>
                  <a:pt x="288226" y="98536"/>
                </a:lnTo>
                <a:lnTo>
                  <a:pt x="295655" y="99060"/>
                </a:lnTo>
                <a:lnTo>
                  <a:pt x="337712" y="99060"/>
                </a:lnTo>
                <a:lnTo>
                  <a:pt x="333756" y="108204"/>
                </a:lnTo>
                <a:lnTo>
                  <a:pt x="327802" y="116752"/>
                </a:lnTo>
                <a:lnTo>
                  <a:pt x="319278" y="124015"/>
                </a:lnTo>
                <a:lnTo>
                  <a:pt x="308467" y="129849"/>
                </a:lnTo>
                <a:lnTo>
                  <a:pt x="295655" y="134112"/>
                </a:lnTo>
                <a:close/>
              </a:path>
              <a:path w="378460" h="386079">
                <a:moveTo>
                  <a:pt x="136835" y="230124"/>
                </a:moveTo>
                <a:lnTo>
                  <a:pt x="114300" y="230124"/>
                </a:lnTo>
                <a:lnTo>
                  <a:pt x="114300" y="137160"/>
                </a:lnTo>
                <a:lnTo>
                  <a:pt x="135954" y="137160"/>
                </a:lnTo>
                <a:lnTo>
                  <a:pt x="136458" y="198120"/>
                </a:lnTo>
                <a:lnTo>
                  <a:pt x="136835" y="230124"/>
                </a:lnTo>
                <a:close/>
              </a:path>
              <a:path w="378460" h="386079">
                <a:moveTo>
                  <a:pt x="355981" y="153924"/>
                </a:moveTo>
                <a:lnTo>
                  <a:pt x="320040" y="153924"/>
                </a:lnTo>
                <a:lnTo>
                  <a:pt x="332232" y="137160"/>
                </a:lnTo>
                <a:lnTo>
                  <a:pt x="355981" y="153924"/>
                </a:lnTo>
                <a:close/>
              </a:path>
              <a:path w="378460" h="386079">
                <a:moveTo>
                  <a:pt x="193548" y="263651"/>
                </a:moveTo>
                <a:lnTo>
                  <a:pt x="194429" y="245911"/>
                </a:lnTo>
                <a:lnTo>
                  <a:pt x="194855" y="230124"/>
                </a:lnTo>
                <a:lnTo>
                  <a:pt x="194973" y="220408"/>
                </a:lnTo>
                <a:lnTo>
                  <a:pt x="195048" y="184165"/>
                </a:lnTo>
                <a:lnTo>
                  <a:pt x="194881" y="169926"/>
                </a:lnTo>
                <a:lnTo>
                  <a:pt x="194429" y="155686"/>
                </a:lnTo>
                <a:lnTo>
                  <a:pt x="193548" y="141732"/>
                </a:lnTo>
                <a:lnTo>
                  <a:pt x="219455" y="153924"/>
                </a:lnTo>
                <a:lnTo>
                  <a:pt x="355981" y="153924"/>
                </a:lnTo>
                <a:lnTo>
                  <a:pt x="358140" y="155448"/>
                </a:lnTo>
                <a:lnTo>
                  <a:pt x="348996" y="164592"/>
                </a:lnTo>
                <a:lnTo>
                  <a:pt x="219455" y="164592"/>
                </a:lnTo>
                <a:lnTo>
                  <a:pt x="219455" y="233172"/>
                </a:lnTo>
                <a:lnTo>
                  <a:pt x="347078" y="233172"/>
                </a:lnTo>
                <a:lnTo>
                  <a:pt x="347200" y="237434"/>
                </a:lnTo>
                <a:lnTo>
                  <a:pt x="347331" y="243839"/>
                </a:lnTo>
                <a:lnTo>
                  <a:pt x="219455" y="243839"/>
                </a:lnTo>
                <a:lnTo>
                  <a:pt x="219455" y="254508"/>
                </a:lnTo>
                <a:lnTo>
                  <a:pt x="193548" y="263651"/>
                </a:lnTo>
                <a:close/>
              </a:path>
              <a:path w="378460" h="386079">
                <a:moveTo>
                  <a:pt x="347078" y="233172"/>
                </a:moveTo>
                <a:lnTo>
                  <a:pt x="321564" y="233172"/>
                </a:lnTo>
                <a:lnTo>
                  <a:pt x="321564" y="164592"/>
                </a:lnTo>
                <a:lnTo>
                  <a:pt x="348996" y="164592"/>
                </a:lnTo>
                <a:lnTo>
                  <a:pt x="345948" y="167639"/>
                </a:lnTo>
                <a:lnTo>
                  <a:pt x="346186" y="196810"/>
                </a:lnTo>
                <a:lnTo>
                  <a:pt x="346710" y="220408"/>
                </a:lnTo>
                <a:lnTo>
                  <a:pt x="347078" y="233172"/>
                </a:lnTo>
                <a:close/>
              </a:path>
              <a:path w="378460" h="386079">
                <a:moveTo>
                  <a:pt x="114300" y="268224"/>
                </a:moveTo>
                <a:lnTo>
                  <a:pt x="114300" y="240792"/>
                </a:lnTo>
                <a:lnTo>
                  <a:pt x="136956" y="240792"/>
                </a:lnTo>
                <a:lnTo>
                  <a:pt x="137160" y="260603"/>
                </a:lnTo>
                <a:lnTo>
                  <a:pt x="114300" y="268224"/>
                </a:lnTo>
                <a:close/>
              </a:path>
              <a:path w="378460" h="386079">
                <a:moveTo>
                  <a:pt x="321564" y="260603"/>
                </a:moveTo>
                <a:lnTo>
                  <a:pt x="321564" y="243839"/>
                </a:lnTo>
                <a:lnTo>
                  <a:pt x="347331" y="243839"/>
                </a:lnTo>
                <a:lnTo>
                  <a:pt x="347472" y="251460"/>
                </a:lnTo>
                <a:lnTo>
                  <a:pt x="321564" y="260603"/>
                </a:lnTo>
                <a:close/>
              </a:path>
              <a:path w="378460" h="386079">
                <a:moveTo>
                  <a:pt x="248412" y="376428"/>
                </a:moveTo>
                <a:lnTo>
                  <a:pt x="242316" y="376428"/>
                </a:lnTo>
                <a:lnTo>
                  <a:pt x="239267" y="370332"/>
                </a:lnTo>
                <a:lnTo>
                  <a:pt x="236219" y="359664"/>
                </a:lnTo>
                <a:lnTo>
                  <a:pt x="232767" y="343947"/>
                </a:lnTo>
                <a:lnTo>
                  <a:pt x="226885" y="326517"/>
                </a:lnTo>
                <a:lnTo>
                  <a:pt x="218432" y="307371"/>
                </a:lnTo>
                <a:lnTo>
                  <a:pt x="207264" y="286512"/>
                </a:lnTo>
                <a:lnTo>
                  <a:pt x="213360" y="281939"/>
                </a:lnTo>
                <a:lnTo>
                  <a:pt x="242887" y="308419"/>
                </a:lnTo>
                <a:lnTo>
                  <a:pt x="265176" y="339852"/>
                </a:lnTo>
                <a:lnTo>
                  <a:pt x="265176" y="353568"/>
                </a:lnTo>
                <a:lnTo>
                  <a:pt x="262128" y="361188"/>
                </a:lnTo>
                <a:lnTo>
                  <a:pt x="252984" y="373380"/>
                </a:lnTo>
                <a:lnTo>
                  <a:pt x="248412" y="376428"/>
                </a:lnTo>
                <a:close/>
              </a:path>
              <a:path w="378460" h="386079">
                <a:moveTo>
                  <a:pt x="361188" y="385572"/>
                </a:moveTo>
                <a:lnTo>
                  <a:pt x="355092" y="385572"/>
                </a:lnTo>
                <a:lnTo>
                  <a:pt x="352044" y="379476"/>
                </a:lnTo>
                <a:lnTo>
                  <a:pt x="347472" y="365759"/>
                </a:lnTo>
                <a:lnTo>
                  <a:pt x="342090" y="348876"/>
                </a:lnTo>
                <a:lnTo>
                  <a:pt x="332994" y="330136"/>
                </a:lnTo>
                <a:lnTo>
                  <a:pt x="320468" y="309395"/>
                </a:lnTo>
                <a:lnTo>
                  <a:pt x="304800" y="286512"/>
                </a:lnTo>
                <a:lnTo>
                  <a:pt x="309372" y="281939"/>
                </a:lnTo>
                <a:lnTo>
                  <a:pt x="350710" y="312039"/>
                </a:lnTo>
                <a:lnTo>
                  <a:pt x="377952" y="345948"/>
                </a:lnTo>
                <a:lnTo>
                  <a:pt x="377952" y="356616"/>
                </a:lnTo>
                <a:lnTo>
                  <a:pt x="374904" y="364236"/>
                </a:lnTo>
                <a:lnTo>
                  <a:pt x="370332" y="373380"/>
                </a:lnTo>
                <a:lnTo>
                  <a:pt x="364236" y="381000"/>
                </a:lnTo>
                <a:lnTo>
                  <a:pt x="361188" y="385572"/>
                </a:lnTo>
                <a:close/>
              </a:path>
              <a:path w="378460" h="386079">
                <a:moveTo>
                  <a:pt x="144780" y="379476"/>
                </a:moveTo>
                <a:lnTo>
                  <a:pt x="138684" y="379476"/>
                </a:lnTo>
                <a:lnTo>
                  <a:pt x="135636" y="371856"/>
                </a:lnTo>
                <a:lnTo>
                  <a:pt x="134112" y="356616"/>
                </a:lnTo>
                <a:lnTo>
                  <a:pt x="131826" y="340328"/>
                </a:lnTo>
                <a:lnTo>
                  <a:pt x="127254" y="323469"/>
                </a:lnTo>
                <a:lnTo>
                  <a:pt x="120396" y="306038"/>
                </a:lnTo>
                <a:lnTo>
                  <a:pt x="111252" y="288036"/>
                </a:lnTo>
                <a:lnTo>
                  <a:pt x="117348" y="284988"/>
                </a:lnTo>
                <a:lnTo>
                  <a:pt x="148209" y="316063"/>
                </a:lnTo>
                <a:lnTo>
                  <a:pt x="164592" y="356616"/>
                </a:lnTo>
                <a:lnTo>
                  <a:pt x="161544" y="364236"/>
                </a:lnTo>
                <a:lnTo>
                  <a:pt x="149352" y="376428"/>
                </a:lnTo>
                <a:lnTo>
                  <a:pt x="144780" y="379476"/>
                </a:lnTo>
                <a:close/>
              </a:path>
              <a:path w="378460" h="386079">
                <a:moveTo>
                  <a:pt x="25360" y="381619"/>
                </a:moveTo>
                <a:lnTo>
                  <a:pt x="16764" y="381000"/>
                </a:lnTo>
                <a:lnTo>
                  <a:pt x="6096" y="379476"/>
                </a:lnTo>
                <a:lnTo>
                  <a:pt x="0" y="376428"/>
                </a:lnTo>
                <a:lnTo>
                  <a:pt x="0" y="368807"/>
                </a:lnTo>
                <a:lnTo>
                  <a:pt x="4572" y="362712"/>
                </a:lnTo>
                <a:lnTo>
                  <a:pt x="10668" y="356616"/>
                </a:lnTo>
                <a:lnTo>
                  <a:pt x="20907" y="344614"/>
                </a:lnTo>
                <a:lnTo>
                  <a:pt x="30861" y="329184"/>
                </a:lnTo>
                <a:lnTo>
                  <a:pt x="40243" y="310324"/>
                </a:lnTo>
                <a:lnTo>
                  <a:pt x="48768" y="288036"/>
                </a:lnTo>
                <a:lnTo>
                  <a:pt x="56388" y="288036"/>
                </a:lnTo>
                <a:lnTo>
                  <a:pt x="54483" y="337185"/>
                </a:lnTo>
                <a:lnTo>
                  <a:pt x="39695" y="373713"/>
                </a:lnTo>
                <a:lnTo>
                  <a:pt x="32956" y="379095"/>
                </a:lnTo>
                <a:lnTo>
                  <a:pt x="25360" y="38161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3" name="object 93"/>
          <p:cNvSpPr/>
          <p:nvPr/>
        </p:nvSpPr>
        <p:spPr>
          <a:xfrm>
            <a:off x="2631948" y="4861559"/>
            <a:ext cx="489584" cy="337185"/>
          </a:xfrm>
          <a:custGeom>
            <a:avLst/>
            <a:gdLst/>
            <a:ahLst/>
            <a:cxnLst/>
            <a:rect l="l" t="t" r="r" b="b"/>
            <a:pathLst>
              <a:path w="489585" h="337185">
                <a:moveTo>
                  <a:pt x="262128" y="166116"/>
                </a:moveTo>
                <a:lnTo>
                  <a:pt x="144780" y="166116"/>
                </a:lnTo>
                <a:lnTo>
                  <a:pt x="144780" y="204216"/>
                </a:lnTo>
                <a:lnTo>
                  <a:pt x="219456" y="204216"/>
                </a:lnTo>
                <a:lnTo>
                  <a:pt x="219456" y="288036"/>
                </a:lnTo>
                <a:lnTo>
                  <a:pt x="170688" y="297751"/>
                </a:lnTo>
                <a:lnTo>
                  <a:pt x="152400" y="298704"/>
                </a:lnTo>
                <a:lnTo>
                  <a:pt x="140347" y="298132"/>
                </a:lnTo>
                <a:lnTo>
                  <a:pt x="98463" y="284657"/>
                </a:lnTo>
                <a:lnTo>
                  <a:pt x="68122" y="255079"/>
                </a:lnTo>
                <a:lnTo>
                  <a:pt x="49568" y="210273"/>
                </a:lnTo>
                <a:lnTo>
                  <a:pt x="45720" y="166116"/>
                </a:lnTo>
                <a:lnTo>
                  <a:pt x="47434" y="138099"/>
                </a:lnTo>
                <a:lnTo>
                  <a:pt x="61150" y="91757"/>
                </a:lnTo>
                <a:lnTo>
                  <a:pt x="89128" y="57150"/>
                </a:lnTo>
                <a:lnTo>
                  <a:pt x="127368" y="38862"/>
                </a:lnTo>
                <a:lnTo>
                  <a:pt x="149352" y="36576"/>
                </a:lnTo>
                <a:lnTo>
                  <a:pt x="159346" y="36868"/>
                </a:lnTo>
                <a:lnTo>
                  <a:pt x="216408" y="51816"/>
                </a:lnTo>
                <a:lnTo>
                  <a:pt x="223215" y="56108"/>
                </a:lnTo>
                <a:lnTo>
                  <a:pt x="229743" y="59817"/>
                </a:lnTo>
                <a:lnTo>
                  <a:pt x="240792" y="65532"/>
                </a:lnTo>
                <a:lnTo>
                  <a:pt x="245364" y="70104"/>
                </a:lnTo>
                <a:lnTo>
                  <a:pt x="251460" y="74676"/>
                </a:lnTo>
                <a:lnTo>
                  <a:pt x="256032" y="79248"/>
                </a:lnTo>
                <a:lnTo>
                  <a:pt x="260604" y="79248"/>
                </a:lnTo>
                <a:lnTo>
                  <a:pt x="260604" y="27432"/>
                </a:lnTo>
                <a:lnTo>
                  <a:pt x="248412" y="21336"/>
                </a:lnTo>
                <a:lnTo>
                  <a:pt x="239268" y="18288"/>
                </a:lnTo>
                <a:lnTo>
                  <a:pt x="232448" y="15151"/>
                </a:lnTo>
                <a:lnTo>
                  <a:pt x="193662" y="4216"/>
                </a:lnTo>
                <a:lnTo>
                  <a:pt x="153924" y="0"/>
                </a:lnTo>
                <a:lnTo>
                  <a:pt x="137299" y="838"/>
                </a:lnTo>
                <a:lnTo>
                  <a:pt x="91440" y="12192"/>
                </a:lnTo>
                <a:lnTo>
                  <a:pt x="53289" y="34480"/>
                </a:lnTo>
                <a:lnTo>
                  <a:pt x="24384" y="68580"/>
                </a:lnTo>
                <a:lnTo>
                  <a:pt x="6426" y="113207"/>
                </a:lnTo>
                <a:lnTo>
                  <a:pt x="0" y="167640"/>
                </a:lnTo>
                <a:lnTo>
                  <a:pt x="800" y="187642"/>
                </a:lnTo>
                <a:lnTo>
                  <a:pt x="10668" y="240792"/>
                </a:lnTo>
                <a:lnTo>
                  <a:pt x="32956" y="282371"/>
                </a:lnTo>
                <a:lnTo>
                  <a:pt x="65341" y="312229"/>
                </a:lnTo>
                <a:lnTo>
                  <a:pt x="105702" y="329501"/>
                </a:lnTo>
                <a:lnTo>
                  <a:pt x="153924" y="335280"/>
                </a:lnTo>
                <a:lnTo>
                  <a:pt x="171069" y="335089"/>
                </a:lnTo>
                <a:lnTo>
                  <a:pt x="178777" y="334645"/>
                </a:lnTo>
                <a:lnTo>
                  <a:pt x="185928" y="333756"/>
                </a:lnTo>
                <a:lnTo>
                  <a:pt x="191922" y="332359"/>
                </a:lnTo>
                <a:lnTo>
                  <a:pt x="213360" y="326136"/>
                </a:lnTo>
                <a:lnTo>
                  <a:pt x="219976" y="324713"/>
                </a:lnTo>
                <a:lnTo>
                  <a:pt x="226314" y="322707"/>
                </a:lnTo>
                <a:lnTo>
                  <a:pt x="232638" y="320141"/>
                </a:lnTo>
                <a:lnTo>
                  <a:pt x="239268" y="316992"/>
                </a:lnTo>
                <a:lnTo>
                  <a:pt x="248412" y="313944"/>
                </a:lnTo>
                <a:lnTo>
                  <a:pt x="256032" y="310896"/>
                </a:lnTo>
                <a:lnTo>
                  <a:pt x="262128" y="307848"/>
                </a:lnTo>
                <a:lnTo>
                  <a:pt x="262128" y="166116"/>
                </a:lnTo>
                <a:close/>
              </a:path>
              <a:path w="489585" h="337185">
                <a:moveTo>
                  <a:pt x="489191" y="163068"/>
                </a:moveTo>
                <a:lnTo>
                  <a:pt x="481571" y="124968"/>
                </a:lnTo>
                <a:lnTo>
                  <a:pt x="454863" y="93916"/>
                </a:lnTo>
                <a:lnTo>
                  <a:pt x="431279" y="85344"/>
                </a:lnTo>
                <a:lnTo>
                  <a:pt x="421830" y="83350"/>
                </a:lnTo>
                <a:lnTo>
                  <a:pt x="411657" y="81915"/>
                </a:lnTo>
                <a:lnTo>
                  <a:pt x="400634" y="81064"/>
                </a:lnTo>
                <a:lnTo>
                  <a:pt x="388607" y="80772"/>
                </a:lnTo>
                <a:lnTo>
                  <a:pt x="378320" y="81064"/>
                </a:lnTo>
                <a:lnTo>
                  <a:pt x="368033" y="81915"/>
                </a:lnTo>
                <a:lnTo>
                  <a:pt x="357746" y="83350"/>
                </a:lnTo>
                <a:lnTo>
                  <a:pt x="347459" y="85344"/>
                </a:lnTo>
                <a:lnTo>
                  <a:pt x="337743" y="86728"/>
                </a:lnTo>
                <a:lnTo>
                  <a:pt x="329171" y="88392"/>
                </a:lnTo>
                <a:lnTo>
                  <a:pt x="315455" y="91440"/>
                </a:lnTo>
                <a:lnTo>
                  <a:pt x="315455" y="134112"/>
                </a:lnTo>
                <a:lnTo>
                  <a:pt x="316979" y="134112"/>
                </a:lnTo>
                <a:lnTo>
                  <a:pt x="327012" y="129857"/>
                </a:lnTo>
                <a:lnTo>
                  <a:pt x="336600" y="126301"/>
                </a:lnTo>
                <a:lnTo>
                  <a:pt x="345922" y="123621"/>
                </a:lnTo>
                <a:lnTo>
                  <a:pt x="355079" y="121920"/>
                </a:lnTo>
                <a:lnTo>
                  <a:pt x="364820" y="119926"/>
                </a:lnTo>
                <a:lnTo>
                  <a:pt x="373557" y="118491"/>
                </a:lnTo>
                <a:lnTo>
                  <a:pt x="381444" y="117640"/>
                </a:lnTo>
                <a:lnTo>
                  <a:pt x="388607" y="117348"/>
                </a:lnTo>
                <a:lnTo>
                  <a:pt x="405371" y="117348"/>
                </a:lnTo>
                <a:lnTo>
                  <a:pt x="411467" y="118872"/>
                </a:lnTo>
                <a:lnTo>
                  <a:pt x="426707" y="121920"/>
                </a:lnTo>
                <a:lnTo>
                  <a:pt x="448043" y="169164"/>
                </a:lnTo>
                <a:lnTo>
                  <a:pt x="448043" y="202692"/>
                </a:lnTo>
                <a:lnTo>
                  <a:pt x="448043" y="269748"/>
                </a:lnTo>
                <a:lnTo>
                  <a:pt x="410832" y="293560"/>
                </a:lnTo>
                <a:lnTo>
                  <a:pt x="384035" y="298704"/>
                </a:lnTo>
                <a:lnTo>
                  <a:pt x="373202" y="298119"/>
                </a:lnTo>
                <a:lnTo>
                  <a:pt x="340029" y="274320"/>
                </a:lnTo>
                <a:lnTo>
                  <a:pt x="336791" y="256032"/>
                </a:lnTo>
                <a:lnTo>
                  <a:pt x="337604" y="247446"/>
                </a:lnTo>
                <a:lnTo>
                  <a:pt x="367182" y="214655"/>
                </a:lnTo>
                <a:lnTo>
                  <a:pt x="431469" y="203644"/>
                </a:lnTo>
                <a:lnTo>
                  <a:pt x="448043" y="202692"/>
                </a:lnTo>
                <a:lnTo>
                  <a:pt x="448043" y="169164"/>
                </a:lnTo>
                <a:lnTo>
                  <a:pt x="432333" y="170332"/>
                </a:lnTo>
                <a:lnTo>
                  <a:pt x="417182" y="171640"/>
                </a:lnTo>
                <a:lnTo>
                  <a:pt x="402615" y="173240"/>
                </a:lnTo>
                <a:lnTo>
                  <a:pt x="388607" y="175260"/>
                </a:lnTo>
                <a:lnTo>
                  <a:pt x="374561" y="176961"/>
                </a:lnTo>
                <a:lnTo>
                  <a:pt x="329031" y="193484"/>
                </a:lnTo>
                <a:lnTo>
                  <a:pt x="301434" y="225869"/>
                </a:lnTo>
                <a:lnTo>
                  <a:pt x="295643" y="259080"/>
                </a:lnTo>
                <a:lnTo>
                  <a:pt x="295960" y="267068"/>
                </a:lnTo>
                <a:lnTo>
                  <a:pt x="296976" y="274891"/>
                </a:lnTo>
                <a:lnTo>
                  <a:pt x="298869" y="282448"/>
                </a:lnTo>
                <a:lnTo>
                  <a:pt x="301739" y="289560"/>
                </a:lnTo>
                <a:lnTo>
                  <a:pt x="304558" y="297014"/>
                </a:lnTo>
                <a:lnTo>
                  <a:pt x="333921" y="327240"/>
                </a:lnTo>
                <a:lnTo>
                  <a:pt x="368795" y="336804"/>
                </a:lnTo>
                <a:lnTo>
                  <a:pt x="377393" y="336550"/>
                </a:lnTo>
                <a:lnTo>
                  <a:pt x="384987" y="335851"/>
                </a:lnTo>
                <a:lnTo>
                  <a:pt x="391731" y="334886"/>
                </a:lnTo>
                <a:lnTo>
                  <a:pt x="397751" y="333756"/>
                </a:lnTo>
                <a:lnTo>
                  <a:pt x="403847" y="330708"/>
                </a:lnTo>
                <a:lnTo>
                  <a:pt x="411467" y="327660"/>
                </a:lnTo>
                <a:lnTo>
                  <a:pt x="423659" y="321564"/>
                </a:lnTo>
                <a:lnTo>
                  <a:pt x="428231" y="318516"/>
                </a:lnTo>
                <a:lnTo>
                  <a:pt x="440423" y="309372"/>
                </a:lnTo>
                <a:lnTo>
                  <a:pt x="444995" y="306324"/>
                </a:lnTo>
                <a:lnTo>
                  <a:pt x="448043" y="303276"/>
                </a:lnTo>
                <a:lnTo>
                  <a:pt x="448043" y="329184"/>
                </a:lnTo>
                <a:lnTo>
                  <a:pt x="489191" y="329184"/>
                </a:lnTo>
                <a:lnTo>
                  <a:pt x="489191" y="303276"/>
                </a:lnTo>
                <a:lnTo>
                  <a:pt x="489191" y="298704"/>
                </a:lnTo>
                <a:lnTo>
                  <a:pt x="489191" y="202692"/>
                </a:lnTo>
                <a:lnTo>
                  <a:pt x="489191" y="16306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4" name="object 94"/>
          <p:cNvSpPr/>
          <p:nvPr/>
        </p:nvSpPr>
        <p:spPr>
          <a:xfrm>
            <a:off x="3180588" y="4852415"/>
            <a:ext cx="1163320" cy="346075"/>
          </a:xfrm>
          <a:custGeom>
            <a:avLst/>
            <a:gdLst/>
            <a:ahLst/>
            <a:cxnLst/>
            <a:rect l="l" t="t" r="r" b="b"/>
            <a:pathLst>
              <a:path w="1163320" h="346075">
                <a:moveTo>
                  <a:pt x="41135" y="0"/>
                </a:moveTo>
                <a:lnTo>
                  <a:pt x="0" y="0"/>
                </a:lnTo>
                <a:lnTo>
                  <a:pt x="0" y="338340"/>
                </a:lnTo>
                <a:lnTo>
                  <a:pt x="41135" y="338340"/>
                </a:lnTo>
                <a:lnTo>
                  <a:pt x="41135" y="0"/>
                </a:lnTo>
                <a:close/>
              </a:path>
              <a:path w="1163320" h="346075">
                <a:moveTo>
                  <a:pt x="294119" y="199644"/>
                </a:moveTo>
                <a:lnTo>
                  <a:pt x="289623" y="160858"/>
                </a:lnTo>
                <a:lnTo>
                  <a:pt x="273138" y="123444"/>
                </a:lnTo>
                <a:lnTo>
                  <a:pt x="254495" y="105613"/>
                </a:lnTo>
                <a:lnTo>
                  <a:pt x="254495" y="190500"/>
                </a:lnTo>
                <a:lnTo>
                  <a:pt x="124955" y="190500"/>
                </a:lnTo>
                <a:lnTo>
                  <a:pt x="138099" y="151828"/>
                </a:lnTo>
                <a:lnTo>
                  <a:pt x="172110" y="126022"/>
                </a:lnTo>
                <a:lnTo>
                  <a:pt x="193535" y="123444"/>
                </a:lnTo>
                <a:lnTo>
                  <a:pt x="202133" y="123736"/>
                </a:lnTo>
                <a:lnTo>
                  <a:pt x="240779" y="141732"/>
                </a:lnTo>
                <a:lnTo>
                  <a:pt x="243827" y="147828"/>
                </a:lnTo>
                <a:lnTo>
                  <a:pt x="248399" y="153924"/>
                </a:lnTo>
                <a:lnTo>
                  <a:pt x="249923" y="161544"/>
                </a:lnTo>
                <a:lnTo>
                  <a:pt x="251929" y="167792"/>
                </a:lnTo>
                <a:lnTo>
                  <a:pt x="253352" y="174879"/>
                </a:lnTo>
                <a:lnTo>
                  <a:pt x="254215" y="182549"/>
                </a:lnTo>
                <a:lnTo>
                  <a:pt x="254495" y="190500"/>
                </a:lnTo>
                <a:lnTo>
                  <a:pt x="254495" y="105613"/>
                </a:lnTo>
                <a:lnTo>
                  <a:pt x="218109" y="91249"/>
                </a:lnTo>
                <a:lnTo>
                  <a:pt x="196583" y="89916"/>
                </a:lnTo>
                <a:lnTo>
                  <a:pt x="172605" y="91973"/>
                </a:lnTo>
                <a:lnTo>
                  <a:pt x="132080" y="109207"/>
                </a:lnTo>
                <a:lnTo>
                  <a:pt x="101815" y="143789"/>
                </a:lnTo>
                <a:lnTo>
                  <a:pt x="85826" y="190500"/>
                </a:lnTo>
                <a:lnTo>
                  <a:pt x="83807" y="217932"/>
                </a:lnTo>
                <a:lnTo>
                  <a:pt x="85813" y="246824"/>
                </a:lnTo>
                <a:lnTo>
                  <a:pt x="101815" y="293166"/>
                </a:lnTo>
                <a:lnTo>
                  <a:pt x="133515" y="325780"/>
                </a:lnTo>
                <a:lnTo>
                  <a:pt x="178612" y="342404"/>
                </a:lnTo>
                <a:lnTo>
                  <a:pt x="205727" y="344424"/>
                </a:lnTo>
                <a:lnTo>
                  <a:pt x="216395" y="344424"/>
                </a:lnTo>
                <a:lnTo>
                  <a:pt x="224015" y="342900"/>
                </a:lnTo>
                <a:lnTo>
                  <a:pt x="230111" y="342900"/>
                </a:lnTo>
                <a:lnTo>
                  <a:pt x="237731" y="341376"/>
                </a:lnTo>
                <a:lnTo>
                  <a:pt x="243827" y="339852"/>
                </a:lnTo>
                <a:lnTo>
                  <a:pt x="257543" y="335280"/>
                </a:lnTo>
                <a:lnTo>
                  <a:pt x="263639" y="333756"/>
                </a:lnTo>
                <a:lnTo>
                  <a:pt x="278879" y="327660"/>
                </a:lnTo>
                <a:lnTo>
                  <a:pt x="284975" y="326136"/>
                </a:lnTo>
                <a:lnTo>
                  <a:pt x="289547" y="323088"/>
                </a:lnTo>
                <a:lnTo>
                  <a:pt x="289547" y="307848"/>
                </a:lnTo>
                <a:lnTo>
                  <a:pt x="289547" y="278892"/>
                </a:lnTo>
                <a:lnTo>
                  <a:pt x="286499" y="278892"/>
                </a:lnTo>
                <a:lnTo>
                  <a:pt x="283451" y="281940"/>
                </a:lnTo>
                <a:lnTo>
                  <a:pt x="269735" y="291084"/>
                </a:lnTo>
                <a:lnTo>
                  <a:pt x="263639" y="294132"/>
                </a:lnTo>
                <a:lnTo>
                  <a:pt x="256019" y="297180"/>
                </a:lnTo>
                <a:lnTo>
                  <a:pt x="250291" y="300088"/>
                </a:lnTo>
                <a:lnTo>
                  <a:pt x="244398" y="302133"/>
                </a:lnTo>
                <a:lnTo>
                  <a:pt x="238239" y="303618"/>
                </a:lnTo>
                <a:lnTo>
                  <a:pt x="231635" y="304800"/>
                </a:lnTo>
                <a:lnTo>
                  <a:pt x="225666" y="306565"/>
                </a:lnTo>
                <a:lnTo>
                  <a:pt x="219252" y="307467"/>
                </a:lnTo>
                <a:lnTo>
                  <a:pt x="212572" y="307809"/>
                </a:lnTo>
                <a:lnTo>
                  <a:pt x="205727" y="307848"/>
                </a:lnTo>
                <a:lnTo>
                  <a:pt x="188302" y="306666"/>
                </a:lnTo>
                <a:lnTo>
                  <a:pt x="146291" y="286512"/>
                </a:lnTo>
                <a:lnTo>
                  <a:pt x="126365" y="241300"/>
                </a:lnTo>
                <a:lnTo>
                  <a:pt x="124955" y="220980"/>
                </a:lnTo>
                <a:lnTo>
                  <a:pt x="294119" y="220980"/>
                </a:lnTo>
                <a:lnTo>
                  <a:pt x="294119" y="199644"/>
                </a:lnTo>
                <a:close/>
              </a:path>
              <a:path w="1163320" h="346075">
                <a:moveTo>
                  <a:pt x="446519" y="176784"/>
                </a:moveTo>
                <a:lnTo>
                  <a:pt x="323075" y="176784"/>
                </a:lnTo>
                <a:lnTo>
                  <a:pt x="323075" y="216408"/>
                </a:lnTo>
                <a:lnTo>
                  <a:pt x="446519" y="216408"/>
                </a:lnTo>
                <a:lnTo>
                  <a:pt x="446519" y="176784"/>
                </a:lnTo>
                <a:close/>
              </a:path>
              <a:path w="1163320" h="346075">
                <a:moveTo>
                  <a:pt x="697992" y="246888"/>
                </a:moveTo>
                <a:lnTo>
                  <a:pt x="689622" y="205955"/>
                </a:lnTo>
                <a:lnTo>
                  <a:pt x="662368" y="177546"/>
                </a:lnTo>
                <a:lnTo>
                  <a:pt x="626808" y="162306"/>
                </a:lnTo>
                <a:lnTo>
                  <a:pt x="574306" y="149885"/>
                </a:lnTo>
                <a:lnTo>
                  <a:pt x="557225" y="144970"/>
                </a:lnTo>
                <a:lnTo>
                  <a:pt x="528256" y="115824"/>
                </a:lnTo>
                <a:lnTo>
                  <a:pt x="525780" y="97536"/>
                </a:lnTo>
                <a:lnTo>
                  <a:pt x="526923" y="86677"/>
                </a:lnTo>
                <a:lnTo>
                  <a:pt x="553796" y="54089"/>
                </a:lnTo>
                <a:lnTo>
                  <a:pt x="591312" y="45720"/>
                </a:lnTo>
                <a:lnTo>
                  <a:pt x="604761" y="46532"/>
                </a:lnTo>
                <a:lnTo>
                  <a:pt x="643128" y="56388"/>
                </a:lnTo>
                <a:lnTo>
                  <a:pt x="682752" y="82296"/>
                </a:lnTo>
                <a:lnTo>
                  <a:pt x="685800" y="82296"/>
                </a:lnTo>
                <a:lnTo>
                  <a:pt x="685800" y="30480"/>
                </a:lnTo>
                <a:lnTo>
                  <a:pt x="675220" y="25323"/>
                </a:lnTo>
                <a:lnTo>
                  <a:pt x="664083" y="21145"/>
                </a:lnTo>
                <a:lnTo>
                  <a:pt x="652360" y="17843"/>
                </a:lnTo>
                <a:lnTo>
                  <a:pt x="640080" y="15240"/>
                </a:lnTo>
                <a:lnTo>
                  <a:pt x="628142" y="12369"/>
                </a:lnTo>
                <a:lnTo>
                  <a:pt x="615505" y="10477"/>
                </a:lnTo>
                <a:lnTo>
                  <a:pt x="602564" y="9461"/>
                </a:lnTo>
                <a:lnTo>
                  <a:pt x="589788" y="9144"/>
                </a:lnTo>
                <a:lnTo>
                  <a:pt x="566902" y="10858"/>
                </a:lnTo>
                <a:lnTo>
                  <a:pt x="527418" y="24574"/>
                </a:lnTo>
                <a:lnTo>
                  <a:pt x="497408" y="50253"/>
                </a:lnTo>
                <a:lnTo>
                  <a:pt x="480060" y="102108"/>
                </a:lnTo>
                <a:lnTo>
                  <a:pt x="480364" y="110998"/>
                </a:lnTo>
                <a:lnTo>
                  <a:pt x="492633" y="148399"/>
                </a:lnTo>
                <a:lnTo>
                  <a:pt x="524256" y="178308"/>
                </a:lnTo>
                <a:lnTo>
                  <a:pt x="578942" y="195199"/>
                </a:lnTo>
                <a:lnTo>
                  <a:pt x="592074" y="198005"/>
                </a:lnTo>
                <a:lnTo>
                  <a:pt x="598932" y="199834"/>
                </a:lnTo>
                <a:lnTo>
                  <a:pt x="612648" y="204216"/>
                </a:lnTo>
                <a:lnTo>
                  <a:pt x="622973" y="207060"/>
                </a:lnTo>
                <a:lnTo>
                  <a:pt x="631317" y="210883"/>
                </a:lnTo>
                <a:lnTo>
                  <a:pt x="653199" y="244132"/>
                </a:lnTo>
                <a:lnTo>
                  <a:pt x="653796" y="252984"/>
                </a:lnTo>
                <a:lnTo>
                  <a:pt x="652653" y="264756"/>
                </a:lnTo>
                <a:lnTo>
                  <a:pt x="625221" y="298856"/>
                </a:lnTo>
                <a:lnTo>
                  <a:pt x="580644" y="307848"/>
                </a:lnTo>
                <a:lnTo>
                  <a:pt x="568045" y="307022"/>
                </a:lnTo>
                <a:lnTo>
                  <a:pt x="528828" y="295656"/>
                </a:lnTo>
                <a:lnTo>
                  <a:pt x="492175" y="274878"/>
                </a:lnTo>
                <a:lnTo>
                  <a:pt x="481584" y="265176"/>
                </a:lnTo>
                <a:lnTo>
                  <a:pt x="478536" y="265176"/>
                </a:lnTo>
                <a:lnTo>
                  <a:pt x="478536" y="318516"/>
                </a:lnTo>
                <a:lnTo>
                  <a:pt x="489102" y="323951"/>
                </a:lnTo>
                <a:lnTo>
                  <a:pt x="537400" y="339928"/>
                </a:lnTo>
                <a:lnTo>
                  <a:pt x="583692" y="344424"/>
                </a:lnTo>
                <a:lnTo>
                  <a:pt x="597979" y="343877"/>
                </a:lnTo>
                <a:lnTo>
                  <a:pt x="643102" y="332828"/>
                </a:lnTo>
                <a:lnTo>
                  <a:pt x="675576" y="308330"/>
                </a:lnTo>
                <a:lnTo>
                  <a:pt x="693483" y="274320"/>
                </a:lnTo>
                <a:lnTo>
                  <a:pt x="697433" y="256032"/>
                </a:lnTo>
                <a:lnTo>
                  <a:pt x="697992" y="246888"/>
                </a:lnTo>
                <a:close/>
              </a:path>
              <a:path w="1163320" h="346075">
                <a:moveTo>
                  <a:pt x="929627" y="181368"/>
                </a:moveTo>
                <a:lnTo>
                  <a:pt x="924293" y="141363"/>
                </a:lnTo>
                <a:lnTo>
                  <a:pt x="898436" y="102781"/>
                </a:lnTo>
                <a:lnTo>
                  <a:pt x="853427" y="89928"/>
                </a:lnTo>
                <a:lnTo>
                  <a:pt x="843407" y="90258"/>
                </a:lnTo>
                <a:lnTo>
                  <a:pt x="806183" y="102450"/>
                </a:lnTo>
                <a:lnTo>
                  <a:pt x="778751" y="123456"/>
                </a:lnTo>
                <a:lnTo>
                  <a:pt x="778751" y="12"/>
                </a:lnTo>
                <a:lnTo>
                  <a:pt x="739127" y="12"/>
                </a:lnTo>
                <a:lnTo>
                  <a:pt x="739127" y="338340"/>
                </a:lnTo>
                <a:lnTo>
                  <a:pt x="778751" y="338340"/>
                </a:lnTo>
                <a:lnTo>
                  <a:pt x="778751" y="156984"/>
                </a:lnTo>
                <a:lnTo>
                  <a:pt x="794753" y="145745"/>
                </a:lnTo>
                <a:lnTo>
                  <a:pt x="834758" y="128574"/>
                </a:lnTo>
                <a:lnTo>
                  <a:pt x="842759" y="128028"/>
                </a:lnTo>
                <a:lnTo>
                  <a:pt x="853427" y="128028"/>
                </a:lnTo>
                <a:lnTo>
                  <a:pt x="883907" y="152412"/>
                </a:lnTo>
                <a:lnTo>
                  <a:pt x="888466" y="192316"/>
                </a:lnTo>
                <a:lnTo>
                  <a:pt x="888479" y="338340"/>
                </a:lnTo>
                <a:lnTo>
                  <a:pt x="929627" y="338340"/>
                </a:lnTo>
                <a:lnTo>
                  <a:pt x="929627" y="181368"/>
                </a:lnTo>
                <a:close/>
              </a:path>
              <a:path w="1163320" h="346075">
                <a:moveTo>
                  <a:pt x="1162799" y="172212"/>
                </a:moveTo>
                <a:lnTo>
                  <a:pt x="1156703" y="134112"/>
                </a:lnTo>
                <a:lnTo>
                  <a:pt x="1129779" y="103060"/>
                </a:lnTo>
                <a:lnTo>
                  <a:pt x="1086789" y="91059"/>
                </a:lnTo>
                <a:lnTo>
                  <a:pt x="1063739" y="89916"/>
                </a:lnTo>
                <a:lnTo>
                  <a:pt x="1053452" y="90208"/>
                </a:lnTo>
                <a:lnTo>
                  <a:pt x="1043165" y="91059"/>
                </a:lnTo>
                <a:lnTo>
                  <a:pt x="1032878" y="92494"/>
                </a:lnTo>
                <a:lnTo>
                  <a:pt x="1022591" y="94488"/>
                </a:lnTo>
                <a:lnTo>
                  <a:pt x="1011999" y="95872"/>
                </a:lnTo>
                <a:lnTo>
                  <a:pt x="1002969" y="97536"/>
                </a:lnTo>
                <a:lnTo>
                  <a:pt x="989063" y="100584"/>
                </a:lnTo>
                <a:lnTo>
                  <a:pt x="989063" y="143256"/>
                </a:lnTo>
                <a:lnTo>
                  <a:pt x="992111" y="143256"/>
                </a:lnTo>
                <a:lnTo>
                  <a:pt x="1001496" y="139001"/>
                </a:lnTo>
                <a:lnTo>
                  <a:pt x="1011161" y="135445"/>
                </a:lnTo>
                <a:lnTo>
                  <a:pt x="1020838" y="132765"/>
                </a:lnTo>
                <a:lnTo>
                  <a:pt x="1030211" y="131064"/>
                </a:lnTo>
                <a:lnTo>
                  <a:pt x="1039317" y="129070"/>
                </a:lnTo>
                <a:lnTo>
                  <a:pt x="1048118" y="127635"/>
                </a:lnTo>
                <a:lnTo>
                  <a:pt x="1056360" y="126784"/>
                </a:lnTo>
                <a:lnTo>
                  <a:pt x="1063739" y="126492"/>
                </a:lnTo>
                <a:lnTo>
                  <a:pt x="1078979" y="126492"/>
                </a:lnTo>
                <a:lnTo>
                  <a:pt x="1115555" y="141732"/>
                </a:lnTo>
                <a:lnTo>
                  <a:pt x="1123175" y="178308"/>
                </a:lnTo>
                <a:lnTo>
                  <a:pt x="1123175" y="211836"/>
                </a:lnTo>
                <a:lnTo>
                  <a:pt x="1123175" y="278892"/>
                </a:lnTo>
                <a:lnTo>
                  <a:pt x="1084656" y="302704"/>
                </a:lnTo>
                <a:lnTo>
                  <a:pt x="1057643" y="307848"/>
                </a:lnTo>
                <a:lnTo>
                  <a:pt x="1047051" y="307263"/>
                </a:lnTo>
                <a:lnTo>
                  <a:pt x="1015161" y="283464"/>
                </a:lnTo>
                <a:lnTo>
                  <a:pt x="1011923" y="265176"/>
                </a:lnTo>
                <a:lnTo>
                  <a:pt x="1012520" y="256590"/>
                </a:lnTo>
                <a:lnTo>
                  <a:pt x="1042314" y="223799"/>
                </a:lnTo>
                <a:lnTo>
                  <a:pt x="1085075" y="214884"/>
                </a:lnTo>
                <a:lnTo>
                  <a:pt x="1123175" y="211836"/>
                </a:lnTo>
                <a:lnTo>
                  <a:pt x="1123175" y="178308"/>
                </a:lnTo>
                <a:lnTo>
                  <a:pt x="1106589" y="179476"/>
                </a:lnTo>
                <a:lnTo>
                  <a:pt x="1090980" y="180784"/>
                </a:lnTo>
                <a:lnTo>
                  <a:pt x="1076248" y="182384"/>
                </a:lnTo>
                <a:lnTo>
                  <a:pt x="1062215" y="184404"/>
                </a:lnTo>
                <a:lnTo>
                  <a:pt x="1048842" y="186105"/>
                </a:lnTo>
                <a:lnTo>
                  <a:pt x="1003503" y="202628"/>
                </a:lnTo>
                <a:lnTo>
                  <a:pt x="975690" y="235013"/>
                </a:lnTo>
                <a:lnTo>
                  <a:pt x="969251" y="268224"/>
                </a:lnTo>
                <a:lnTo>
                  <a:pt x="969784" y="276212"/>
                </a:lnTo>
                <a:lnTo>
                  <a:pt x="982586" y="312610"/>
                </a:lnTo>
                <a:lnTo>
                  <a:pt x="992111" y="323088"/>
                </a:lnTo>
                <a:lnTo>
                  <a:pt x="996975" y="328282"/>
                </a:lnTo>
                <a:lnTo>
                  <a:pt x="1036193" y="345427"/>
                </a:lnTo>
                <a:lnTo>
                  <a:pt x="1043927" y="345948"/>
                </a:lnTo>
                <a:lnTo>
                  <a:pt x="1052499" y="345694"/>
                </a:lnTo>
                <a:lnTo>
                  <a:pt x="1085075" y="336804"/>
                </a:lnTo>
                <a:lnTo>
                  <a:pt x="1092695" y="333756"/>
                </a:lnTo>
                <a:lnTo>
                  <a:pt x="1098791" y="330708"/>
                </a:lnTo>
                <a:lnTo>
                  <a:pt x="1103363" y="327660"/>
                </a:lnTo>
                <a:lnTo>
                  <a:pt x="1109459" y="323088"/>
                </a:lnTo>
                <a:lnTo>
                  <a:pt x="1114031" y="318516"/>
                </a:lnTo>
                <a:lnTo>
                  <a:pt x="1123175" y="312420"/>
                </a:lnTo>
                <a:lnTo>
                  <a:pt x="1123175" y="338328"/>
                </a:lnTo>
                <a:lnTo>
                  <a:pt x="1162799" y="338328"/>
                </a:lnTo>
                <a:lnTo>
                  <a:pt x="1162799" y="312420"/>
                </a:lnTo>
                <a:lnTo>
                  <a:pt x="1162799" y="307848"/>
                </a:lnTo>
                <a:lnTo>
                  <a:pt x="1162799" y="211836"/>
                </a:lnTo>
                <a:lnTo>
                  <a:pt x="1162799" y="17221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5" name="object 95"/>
          <p:cNvSpPr/>
          <p:nvPr/>
        </p:nvSpPr>
        <p:spPr>
          <a:xfrm>
            <a:off x="4401311" y="4942332"/>
            <a:ext cx="203200" cy="338455"/>
          </a:xfrm>
          <a:custGeom>
            <a:avLst/>
            <a:gdLst/>
            <a:ahLst/>
            <a:cxnLst/>
            <a:rect l="l" t="t" r="r" b="b"/>
            <a:pathLst>
              <a:path w="203200" h="338454">
                <a:moveTo>
                  <a:pt x="179832" y="32004"/>
                </a:moveTo>
                <a:lnTo>
                  <a:pt x="41148" y="32004"/>
                </a:lnTo>
                <a:lnTo>
                  <a:pt x="48529" y="25431"/>
                </a:lnTo>
                <a:lnTo>
                  <a:pt x="84081" y="5143"/>
                </a:lnTo>
                <a:lnTo>
                  <a:pt x="114300" y="0"/>
                </a:lnTo>
                <a:lnTo>
                  <a:pt x="134612" y="2000"/>
                </a:lnTo>
                <a:lnTo>
                  <a:pt x="152209" y="8001"/>
                </a:lnTo>
                <a:lnTo>
                  <a:pt x="167235" y="18002"/>
                </a:lnTo>
                <a:lnTo>
                  <a:pt x="179832" y="32004"/>
                </a:lnTo>
                <a:close/>
              </a:path>
              <a:path w="203200" h="338454">
                <a:moveTo>
                  <a:pt x="41148" y="338328"/>
                </a:moveTo>
                <a:lnTo>
                  <a:pt x="0" y="338328"/>
                </a:lnTo>
                <a:lnTo>
                  <a:pt x="0" y="6096"/>
                </a:lnTo>
                <a:lnTo>
                  <a:pt x="41148" y="6096"/>
                </a:lnTo>
                <a:lnTo>
                  <a:pt x="41148" y="32004"/>
                </a:lnTo>
                <a:lnTo>
                  <a:pt x="179832" y="32004"/>
                </a:lnTo>
                <a:lnTo>
                  <a:pt x="183161" y="38100"/>
                </a:lnTo>
                <a:lnTo>
                  <a:pt x="105156" y="38100"/>
                </a:lnTo>
                <a:lnTo>
                  <a:pt x="96273" y="38647"/>
                </a:lnTo>
                <a:lnTo>
                  <a:pt x="55816" y="54483"/>
                </a:lnTo>
                <a:lnTo>
                  <a:pt x="41148" y="65532"/>
                </a:lnTo>
                <a:lnTo>
                  <a:pt x="41148" y="202692"/>
                </a:lnTo>
                <a:lnTo>
                  <a:pt x="48863" y="206716"/>
                </a:lnTo>
                <a:lnTo>
                  <a:pt x="56007" y="209740"/>
                </a:lnTo>
                <a:lnTo>
                  <a:pt x="62579" y="211907"/>
                </a:lnTo>
                <a:lnTo>
                  <a:pt x="68580" y="213360"/>
                </a:lnTo>
                <a:lnTo>
                  <a:pt x="74342" y="215122"/>
                </a:lnTo>
                <a:lnTo>
                  <a:pt x="80391" y="216027"/>
                </a:lnTo>
                <a:lnTo>
                  <a:pt x="87010" y="216360"/>
                </a:lnTo>
                <a:lnTo>
                  <a:pt x="174730" y="216408"/>
                </a:lnTo>
                <a:lnTo>
                  <a:pt x="173736" y="217932"/>
                </a:lnTo>
                <a:lnTo>
                  <a:pt x="158877" y="233052"/>
                </a:lnTo>
                <a:lnTo>
                  <a:pt x="153930" y="236220"/>
                </a:lnTo>
                <a:lnTo>
                  <a:pt x="41148" y="236220"/>
                </a:lnTo>
                <a:lnTo>
                  <a:pt x="41148" y="338328"/>
                </a:lnTo>
                <a:close/>
              </a:path>
              <a:path w="203200" h="338454">
                <a:moveTo>
                  <a:pt x="174730" y="216408"/>
                </a:moveTo>
                <a:lnTo>
                  <a:pt x="94488" y="216408"/>
                </a:lnTo>
                <a:lnTo>
                  <a:pt x="109394" y="214979"/>
                </a:lnTo>
                <a:lnTo>
                  <a:pt x="122301" y="210693"/>
                </a:lnTo>
                <a:lnTo>
                  <a:pt x="151257" y="180689"/>
                </a:lnTo>
                <a:lnTo>
                  <a:pt x="161544" y="124968"/>
                </a:lnTo>
                <a:lnTo>
                  <a:pt x="160686" y="105537"/>
                </a:lnTo>
                <a:lnTo>
                  <a:pt x="147828" y="60960"/>
                </a:lnTo>
                <a:lnTo>
                  <a:pt x="105156" y="38100"/>
                </a:lnTo>
                <a:lnTo>
                  <a:pt x="183161" y="38100"/>
                </a:lnTo>
                <a:lnTo>
                  <a:pt x="189833" y="50315"/>
                </a:lnTo>
                <a:lnTo>
                  <a:pt x="196977" y="71056"/>
                </a:lnTo>
                <a:lnTo>
                  <a:pt x="201263" y="94368"/>
                </a:lnTo>
                <a:lnTo>
                  <a:pt x="202692" y="120396"/>
                </a:lnTo>
                <a:lnTo>
                  <a:pt x="200953" y="149566"/>
                </a:lnTo>
                <a:lnTo>
                  <a:pt x="195643" y="175450"/>
                </a:lnTo>
                <a:lnTo>
                  <a:pt x="186618" y="198191"/>
                </a:lnTo>
                <a:lnTo>
                  <a:pt x="174730" y="216408"/>
                </a:lnTo>
                <a:close/>
              </a:path>
              <a:path w="203200" h="338454">
                <a:moveTo>
                  <a:pt x="100584" y="252984"/>
                </a:moveTo>
                <a:lnTo>
                  <a:pt x="61722" y="247364"/>
                </a:lnTo>
                <a:lnTo>
                  <a:pt x="41148" y="236220"/>
                </a:lnTo>
                <a:lnTo>
                  <a:pt x="153930" y="236220"/>
                </a:lnTo>
                <a:lnTo>
                  <a:pt x="141732" y="244030"/>
                </a:lnTo>
                <a:lnTo>
                  <a:pt x="122301" y="250721"/>
                </a:lnTo>
                <a:lnTo>
                  <a:pt x="100584" y="25298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6" name="object 96"/>
          <p:cNvSpPr/>
          <p:nvPr/>
        </p:nvSpPr>
        <p:spPr>
          <a:xfrm>
            <a:off x="4649724" y="4852415"/>
            <a:ext cx="525780" cy="428625"/>
          </a:xfrm>
          <a:custGeom>
            <a:avLst/>
            <a:gdLst/>
            <a:ahLst/>
            <a:cxnLst/>
            <a:rect l="l" t="t" r="r" b="b"/>
            <a:pathLst>
              <a:path w="525779" h="428625">
                <a:moveTo>
                  <a:pt x="41148" y="0"/>
                </a:moveTo>
                <a:lnTo>
                  <a:pt x="0" y="0"/>
                </a:lnTo>
                <a:lnTo>
                  <a:pt x="0" y="338340"/>
                </a:lnTo>
                <a:lnTo>
                  <a:pt x="41148" y="338340"/>
                </a:lnTo>
                <a:lnTo>
                  <a:pt x="41148" y="0"/>
                </a:lnTo>
                <a:close/>
              </a:path>
              <a:path w="525779" h="428625">
                <a:moveTo>
                  <a:pt x="294132" y="199644"/>
                </a:moveTo>
                <a:lnTo>
                  <a:pt x="289623" y="160858"/>
                </a:lnTo>
                <a:lnTo>
                  <a:pt x="273138" y="123444"/>
                </a:lnTo>
                <a:lnTo>
                  <a:pt x="254508" y="105625"/>
                </a:lnTo>
                <a:lnTo>
                  <a:pt x="254508" y="190500"/>
                </a:lnTo>
                <a:lnTo>
                  <a:pt x="126492" y="190500"/>
                </a:lnTo>
                <a:lnTo>
                  <a:pt x="126796" y="182791"/>
                </a:lnTo>
                <a:lnTo>
                  <a:pt x="127825" y="175641"/>
                </a:lnTo>
                <a:lnTo>
                  <a:pt x="129705" y="169075"/>
                </a:lnTo>
                <a:lnTo>
                  <a:pt x="132588" y="163068"/>
                </a:lnTo>
                <a:lnTo>
                  <a:pt x="135636" y="155448"/>
                </a:lnTo>
                <a:lnTo>
                  <a:pt x="166116" y="128016"/>
                </a:lnTo>
                <a:lnTo>
                  <a:pt x="193548" y="123444"/>
                </a:lnTo>
                <a:lnTo>
                  <a:pt x="202133" y="123736"/>
                </a:lnTo>
                <a:lnTo>
                  <a:pt x="245364" y="147828"/>
                </a:lnTo>
                <a:lnTo>
                  <a:pt x="249936" y="161544"/>
                </a:lnTo>
                <a:lnTo>
                  <a:pt x="251929" y="167792"/>
                </a:lnTo>
                <a:lnTo>
                  <a:pt x="253365" y="174879"/>
                </a:lnTo>
                <a:lnTo>
                  <a:pt x="254215" y="182549"/>
                </a:lnTo>
                <a:lnTo>
                  <a:pt x="254508" y="190500"/>
                </a:lnTo>
                <a:lnTo>
                  <a:pt x="254508" y="105625"/>
                </a:lnTo>
                <a:lnTo>
                  <a:pt x="218122" y="91249"/>
                </a:lnTo>
                <a:lnTo>
                  <a:pt x="196596" y="89916"/>
                </a:lnTo>
                <a:lnTo>
                  <a:pt x="172605" y="91973"/>
                </a:lnTo>
                <a:lnTo>
                  <a:pt x="132080" y="109207"/>
                </a:lnTo>
                <a:lnTo>
                  <a:pt x="101815" y="143789"/>
                </a:lnTo>
                <a:lnTo>
                  <a:pt x="85826" y="190500"/>
                </a:lnTo>
                <a:lnTo>
                  <a:pt x="83820" y="217932"/>
                </a:lnTo>
                <a:lnTo>
                  <a:pt x="85813" y="246824"/>
                </a:lnTo>
                <a:lnTo>
                  <a:pt x="101815" y="293166"/>
                </a:lnTo>
                <a:lnTo>
                  <a:pt x="133515" y="325780"/>
                </a:lnTo>
                <a:lnTo>
                  <a:pt x="178612" y="342404"/>
                </a:lnTo>
                <a:lnTo>
                  <a:pt x="205740" y="344424"/>
                </a:lnTo>
                <a:lnTo>
                  <a:pt x="216408" y="344424"/>
                </a:lnTo>
                <a:lnTo>
                  <a:pt x="224028" y="342900"/>
                </a:lnTo>
                <a:lnTo>
                  <a:pt x="230124" y="342900"/>
                </a:lnTo>
                <a:lnTo>
                  <a:pt x="237744" y="341376"/>
                </a:lnTo>
                <a:lnTo>
                  <a:pt x="243840" y="339852"/>
                </a:lnTo>
                <a:lnTo>
                  <a:pt x="257556" y="335280"/>
                </a:lnTo>
                <a:lnTo>
                  <a:pt x="265176" y="333756"/>
                </a:lnTo>
                <a:lnTo>
                  <a:pt x="271272" y="330708"/>
                </a:lnTo>
                <a:lnTo>
                  <a:pt x="278892" y="327660"/>
                </a:lnTo>
                <a:lnTo>
                  <a:pt x="284988" y="326136"/>
                </a:lnTo>
                <a:lnTo>
                  <a:pt x="289560" y="323088"/>
                </a:lnTo>
                <a:lnTo>
                  <a:pt x="289560" y="307848"/>
                </a:lnTo>
                <a:lnTo>
                  <a:pt x="289560" y="278892"/>
                </a:lnTo>
                <a:lnTo>
                  <a:pt x="286512" y="278892"/>
                </a:lnTo>
                <a:lnTo>
                  <a:pt x="283464" y="281940"/>
                </a:lnTo>
                <a:lnTo>
                  <a:pt x="269748" y="291084"/>
                </a:lnTo>
                <a:lnTo>
                  <a:pt x="263652" y="294132"/>
                </a:lnTo>
                <a:lnTo>
                  <a:pt x="256032" y="297180"/>
                </a:lnTo>
                <a:lnTo>
                  <a:pt x="250291" y="300088"/>
                </a:lnTo>
                <a:lnTo>
                  <a:pt x="244411" y="302133"/>
                </a:lnTo>
                <a:lnTo>
                  <a:pt x="238239" y="303618"/>
                </a:lnTo>
                <a:lnTo>
                  <a:pt x="231648" y="304800"/>
                </a:lnTo>
                <a:lnTo>
                  <a:pt x="225666" y="306565"/>
                </a:lnTo>
                <a:lnTo>
                  <a:pt x="219265" y="307467"/>
                </a:lnTo>
                <a:lnTo>
                  <a:pt x="212572" y="307809"/>
                </a:lnTo>
                <a:lnTo>
                  <a:pt x="205740" y="307848"/>
                </a:lnTo>
                <a:lnTo>
                  <a:pt x="188302" y="306666"/>
                </a:lnTo>
                <a:lnTo>
                  <a:pt x="146304" y="286512"/>
                </a:lnTo>
                <a:lnTo>
                  <a:pt x="127647" y="241300"/>
                </a:lnTo>
                <a:lnTo>
                  <a:pt x="126492" y="220980"/>
                </a:lnTo>
                <a:lnTo>
                  <a:pt x="294132" y="220980"/>
                </a:lnTo>
                <a:lnTo>
                  <a:pt x="294132" y="199644"/>
                </a:lnTo>
                <a:close/>
              </a:path>
              <a:path w="525779" h="428625">
                <a:moveTo>
                  <a:pt x="525767" y="96024"/>
                </a:moveTo>
                <a:lnTo>
                  <a:pt x="483095" y="96024"/>
                </a:lnTo>
                <a:lnTo>
                  <a:pt x="417563" y="275856"/>
                </a:lnTo>
                <a:lnTo>
                  <a:pt x="350507" y="96024"/>
                </a:lnTo>
                <a:lnTo>
                  <a:pt x="306311" y="96024"/>
                </a:lnTo>
                <a:lnTo>
                  <a:pt x="394703" y="326148"/>
                </a:lnTo>
                <a:lnTo>
                  <a:pt x="352031" y="428256"/>
                </a:lnTo>
                <a:lnTo>
                  <a:pt x="394703" y="428256"/>
                </a:lnTo>
                <a:lnTo>
                  <a:pt x="525767" y="9602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7" name="object 97"/>
          <p:cNvSpPr/>
          <p:nvPr/>
        </p:nvSpPr>
        <p:spPr>
          <a:xfrm>
            <a:off x="5228844" y="4828032"/>
            <a:ext cx="356870" cy="401320"/>
          </a:xfrm>
          <a:custGeom>
            <a:avLst/>
            <a:gdLst/>
            <a:ahLst/>
            <a:cxnLst/>
            <a:rect l="l" t="t" r="r" b="b"/>
            <a:pathLst>
              <a:path w="356870" h="401320">
                <a:moveTo>
                  <a:pt x="53340" y="89916"/>
                </a:moveTo>
                <a:lnTo>
                  <a:pt x="42672" y="89916"/>
                </a:lnTo>
                <a:lnTo>
                  <a:pt x="50696" y="62150"/>
                </a:lnTo>
                <a:lnTo>
                  <a:pt x="56578" y="38100"/>
                </a:lnTo>
                <a:lnTo>
                  <a:pt x="60459" y="17478"/>
                </a:lnTo>
                <a:lnTo>
                  <a:pt x="62484" y="0"/>
                </a:lnTo>
                <a:lnTo>
                  <a:pt x="100584" y="21336"/>
                </a:lnTo>
                <a:lnTo>
                  <a:pt x="90844" y="28194"/>
                </a:lnTo>
                <a:lnTo>
                  <a:pt x="79819" y="41910"/>
                </a:lnTo>
                <a:lnTo>
                  <a:pt x="67365" y="62484"/>
                </a:lnTo>
                <a:lnTo>
                  <a:pt x="53340" y="89916"/>
                </a:lnTo>
                <a:close/>
              </a:path>
              <a:path w="356870" h="401320">
                <a:moveTo>
                  <a:pt x="147828" y="190500"/>
                </a:moveTo>
                <a:lnTo>
                  <a:pt x="141732" y="187452"/>
                </a:lnTo>
                <a:lnTo>
                  <a:pt x="158877" y="160615"/>
                </a:lnTo>
                <a:lnTo>
                  <a:pt x="173736" y="135064"/>
                </a:lnTo>
                <a:lnTo>
                  <a:pt x="196596" y="88392"/>
                </a:lnTo>
                <a:lnTo>
                  <a:pt x="211264" y="44958"/>
                </a:lnTo>
                <a:lnTo>
                  <a:pt x="222503" y="1524"/>
                </a:lnTo>
                <a:lnTo>
                  <a:pt x="260603" y="24384"/>
                </a:lnTo>
                <a:lnTo>
                  <a:pt x="252626" y="32146"/>
                </a:lnTo>
                <a:lnTo>
                  <a:pt x="242506" y="46482"/>
                </a:lnTo>
                <a:lnTo>
                  <a:pt x="230385" y="67675"/>
                </a:lnTo>
                <a:lnTo>
                  <a:pt x="216408" y="96012"/>
                </a:lnTo>
                <a:lnTo>
                  <a:pt x="350161" y="96012"/>
                </a:lnTo>
                <a:lnTo>
                  <a:pt x="356616" y="102108"/>
                </a:lnTo>
                <a:lnTo>
                  <a:pt x="352425" y="105156"/>
                </a:lnTo>
                <a:lnTo>
                  <a:pt x="213360" y="105156"/>
                </a:lnTo>
                <a:lnTo>
                  <a:pt x="197334" y="129420"/>
                </a:lnTo>
                <a:lnTo>
                  <a:pt x="181165" y="151828"/>
                </a:lnTo>
                <a:lnTo>
                  <a:pt x="164711" y="172235"/>
                </a:lnTo>
                <a:lnTo>
                  <a:pt x="147828" y="190500"/>
                </a:lnTo>
                <a:close/>
              </a:path>
              <a:path w="356870" h="401320">
                <a:moveTo>
                  <a:pt x="144780" y="89916"/>
                </a:moveTo>
                <a:lnTo>
                  <a:pt x="111252" y="89916"/>
                </a:lnTo>
                <a:lnTo>
                  <a:pt x="128016" y="73152"/>
                </a:lnTo>
                <a:lnTo>
                  <a:pt x="144780" y="89916"/>
                </a:lnTo>
                <a:close/>
              </a:path>
              <a:path w="356870" h="401320">
                <a:moveTo>
                  <a:pt x="0" y="397764"/>
                </a:moveTo>
                <a:lnTo>
                  <a:pt x="176" y="367474"/>
                </a:lnTo>
                <a:lnTo>
                  <a:pt x="302" y="351853"/>
                </a:lnTo>
                <a:lnTo>
                  <a:pt x="1285" y="275605"/>
                </a:lnTo>
                <a:lnTo>
                  <a:pt x="1319" y="269748"/>
                </a:lnTo>
                <a:lnTo>
                  <a:pt x="1425" y="176784"/>
                </a:lnTo>
                <a:lnTo>
                  <a:pt x="1301" y="151828"/>
                </a:lnTo>
                <a:lnTo>
                  <a:pt x="881" y="114681"/>
                </a:lnTo>
                <a:lnTo>
                  <a:pt x="0" y="74676"/>
                </a:lnTo>
                <a:lnTo>
                  <a:pt x="25908" y="89916"/>
                </a:lnTo>
                <a:lnTo>
                  <a:pt x="144780" y="89916"/>
                </a:lnTo>
                <a:lnTo>
                  <a:pt x="153924" y="99060"/>
                </a:lnTo>
                <a:lnTo>
                  <a:pt x="151828" y="100584"/>
                </a:lnTo>
                <a:lnTo>
                  <a:pt x="24384" y="100584"/>
                </a:lnTo>
                <a:lnTo>
                  <a:pt x="24384" y="211836"/>
                </a:lnTo>
                <a:lnTo>
                  <a:pt x="137205" y="211836"/>
                </a:lnTo>
                <a:lnTo>
                  <a:pt x="137219" y="222504"/>
                </a:lnTo>
                <a:lnTo>
                  <a:pt x="24384" y="222504"/>
                </a:lnTo>
                <a:lnTo>
                  <a:pt x="24384" y="344424"/>
                </a:lnTo>
                <a:lnTo>
                  <a:pt x="137922" y="344424"/>
                </a:lnTo>
                <a:lnTo>
                  <a:pt x="138123" y="353568"/>
                </a:lnTo>
                <a:lnTo>
                  <a:pt x="24384" y="353568"/>
                </a:lnTo>
                <a:lnTo>
                  <a:pt x="24384" y="384048"/>
                </a:lnTo>
                <a:lnTo>
                  <a:pt x="0" y="397764"/>
                </a:lnTo>
                <a:close/>
              </a:path>
              <a:path w="356870" h="401320">
                <a:moveTo>
                  <a:pt x="350161" y="96012"/>
                </a:moveTo>
                <a:lnTo>
                  <a:pt x="310896" y="96012"/>
                </a:lnTo>
                <a:lnTo>
                  <a:pt x="329184" y="76200"/>
                </a:lnTo>
                <a:lnTo>
                  <a:pt x="350161" y="96012"/>
                </a:lnTo>
                <a:close/>
              </a:path>
              <a:path w="356870" h="401320">
                <a:moveTo>
                  <a:pt x="137205" y="211836"/>
                </a:moveTo>
                <a:lnTo>
                  <a:pt x="114300" y="211836"/>
                </a:lnTo>
                <a:lnTo>
                  <a:pt x="114300" y="100584"/>
                </a:lnTo>
                <a:lnTo>
                  <a:pt x="151828" y="100584"/>
                </a:lnTo>
                <a:lnTo>
                  <a:pt x="137160" y="111252"/>
                </a:lnTo>
                <a:lnTo>
                  <a:pt x="137205" y="211836"/>
                </a:lnTo>
                <a:close/>
              </a:path>
              <a:path w="356870" h="401320">
                <a:moveTo>
                  <a:pt x="326280" y="359664"/>
                </a:moveTo>
                <a:lnTo>
                  <a:pt x="283464" y="359664"/>
                </a:lnTo>
                <a:lnTo>
                  <a:pt x="291750" y="357687"/>
                </a:lnTo>
                <a:lnTo>
                  <a:pt x="298323" y="351853"/>
                </a:lnTo>
                <a:lnTo>
                  <a:pt x="308586" y="304895"/>
                </a:lnTo>
                <a:lnTo>
                  <a:pt x="310705" y="259461"/>
                </a:lnTo>
                <a:lnTo>
                  <a:pt x="312539" y="192881"/>
                </a:lnTo>
                <a:lnTo>
                  <a:pt x="313944" y="105156"/>
                </a:lnTo>
                <a:lnTo>
                  <a:pt x="352425" y="105156"/>
                </a:lnTo>
                <a:lnTo>
                  <a:pt x="339852" y="114300"/>
                </a:lnTo>
                <a:lnTo>
                  <a:pt x="338789" y="186213"/>
                </a:lnTo>
                <a:lnTo>
                  <a:pt x="337291" y="248631"/>
                </a:lnTo>
                <a:lnTo>
                  <a:pt x="335462" y="294583"/>
                </a:lnTo>
                <a:lnTo>
                  <a:pt x="333268" y="326489"/>
                </a:lnTo>
                <a:lnTo>
                  <a:pt x="330708" y="344424"/>
                </a:lnTo>
                <a:lnTo>
                  <a:pt x="327231" y="357020"/>
                </a:lnTo>
                <a:lnTo>
                  <a:pt x="326280" y="359664"/>
                </a:lnTo>
                <a:close/>
              </a:path>
              <a:path w="356870" h="401320">
                <a:moveTo>
                  <a:pt x="231648" y="269748"/>
                </a:moveTo>
                <a:lnTo>
                  <a:pt x="228600" y="269748"/>
                </a:lnTo>
                <a:lnTo>
                  <a:pt x="225432" y="268081"/>
                </a:lnTo>
                <a:lnTo>
                  <a:pt x="222694" y="263271"/>
                </a:lnTo>
                <a:lnTo>
                  <a:pt x="220241" y="255603"/>
                </a:lnTo>
                <a:lnTo>
                  <a:pt x="217932" y="245364"/>
                </a:lnTo>
                <a:lnTo>
                  <a:pt x="213598" y="227576"/>
                </a:lnTo>
                <a:lnTo>
                  <a:pt x="207264" y="210502"/>
                </a:lnTo>
                <a:lnTo>
                  <a:pt x="198643" y="193714"/>
                </a:lnTo>
                <a:lnTo>
                  <a:pt x="187452" y="176784"/>
                </a:lnTo>
                <a:lnTo>
                  <a:pt x="190500" y="172212"/>
                </a:lnTo>
                <a:lnTo>
                  <a:pt x="223456" y="198501"/>
                </a:lnTo>
                <a:lnTo>
                  <a:pt x="246888" y="234696"/>
                </a:lnTo>
                <a:lnTo>
                  <a:pt x="246888" y="246888"/>
                </a:lnTo>
                <a:lnTo>
                  <a:pt x="243840" y="254508"/>
                </a:lnTo>
                <a:lnTo>
                  <a:pt x="234696" y="266700"/>
                </a:lnTo>
                <a:lnTo>
                  <a:pt x="231648" y="269748"/>
                </a:lnTo>
                <a:close/>
              </a:path>
              <a:path w="356870" h="401320">
                <a:moveTo>
                  <a:pt x="137922" y="344424"/>
                </a:moveTo>
                <a:lnTo>
                  <a:pt x="114300" y="344424"/>
                </a:lnTo>
                <a:lnTo>
                  <a:pt x="114300" y="222504"/>
                </a:lnTo>
                <a:lnTo>
                  <a:pt x="137219" y="222504"/>
                </a:lnTo>
                <a:lnTo>
                  <a:pt x="137337" y="269748"/>
                </a:lnTo>
                <a:lnTo>
                  <a:pt x="137494" y="304895"/>
                </a:lnTo>
                <a:lnTo>
                  <a:pt x="137922" y="344424"/>
                </a:lnTo>
                <a:close/>
              </a:path>
              <a:path w="356870" h="401320">
                <a:moveTo>
                  <a:pt x="277367" y="400812"/>
                </a:moveTo>
                <a:lnTo>
                  <a:pt x="270486" y="387953"/>
                </a:lnTo>
                <a:lnTo>
                  <a:pt x="258889" y="376809"/>
                </a:lnTo>
                <a:lnTo>
                  <a:pt x="242435" y="367379"/>
                </a:lnTo>
                <a:lnTo>
                  <a:pt x="220979" y="359664"/>
                </a:lnTo>
                <a:lnTo>
                  <a:pt x="220979" y="350520"/>
                </a:lnTo>
                <a:lnTo>
                  <a:pt x="241030" y="354520"/>
                </a:lnTo>
                <a:lnTo>
                  <a:pt x="257937" y="357378"/>
                </a:lnTo>
                <a:lnTo>
                  <a:pt x="271986" y="359092"/>
                </a:lnTo>
                <a:lnTo>
                  <a:pt x="283464" y="359664"/>
                </a:lnTo>
                <a:lnTo>
                  <a:pt x="326280" y="359664"/>
                </a:lnTo>
                <a:lnTo>
                  <a:pt x="323469" y="367474"/>
                </a:lnTo>
                <a:lnTo>
                  <a:pt x="289083" y="396240"/>
                </a:lnTo>
                <a:lnTo>
                  <a:pt x="277367" y="400812"/>
                </a:lnTo>
                <a:close/>
              </a:path>
              <a:path w="356870" h="401320">
                <a:moveTo>
                  <a:pt x="114300" y="390144"/>
                </a:moveTo>
                <a:lnTo>
                  <a:pt x="114300" y="353568"/>
                </a:lnTo>
                <a:lnTo>
                  <a:pt x="138123" y="353568"/>
                </a:lnTo>
                <a:lnTo>
                  <a:pt x="138684" y="376428"/>
                </a:lnTo>
                <a:lnTo>
                  <a:pt x="114300" y="39014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8" name="object 98"/>
          <p:cNvSpPr/>
          <p:nvPr/>
        </p:nvSpPr>
        <p:spPr>
          <a:xfrm>
            <a:off x="5652516" y="4837176"/>
            <a:ext cx="382905" cy="378460"/>
          </a:xfrm>
          <a:custGeom>
            <a:avLst/>
            <a:gdLst/>
            <a:ahLst/>
            <a:cxnLst/>
            <a:rect l="l" t="t" r="r" b="b"/>
            <a:pathLst>
              <a:path w="382904" h="378460">
                <a:moveTo>
                  <a:pt x="330825" y="16764"/>
                </a:moveTo>
                <a:lnTo>
                  <a:pt x="294132" y="16764"/>
                </a:lnTo>
                <a:lnTo>
                  <a:pt x="306324" y="0"/>
                </a:lnTo>
                <a:lnTo>
                  <a:pt x="330825" y="16764"/>
                </a:lnTo>
                <a:close/>
              </a:path>
              <a:path w="382904" h="378460">
                <a:moveTo>
                  <a:pt x="57912" y="230124"/>
                </a:moveTo>
                <a:lnTo>
                  <a:pt x="58150" y="202692"/>
                </a:lnTo>
                <a:lnTo>
                  <a:pt x="58784" y="166235"/>
                </a:lnTo>
                <a:lnTo>
                  <a:pt x="59197" y="140970"/>
                </a:lnTo>
                <a:lnTo>
                  <a:pt x="59372" y="115824"/>
                </a:lnTo>
                <a:lnTo>
                  <a:pt x="59425" y="105156"/>
                </a:lnTo>
                <a:lnTo>
                  <a:pt x="59197" y="72675"/>
                </a:lnTo>
                <a:lnTo>
                  <a:pt x="58674" y="43815"/>
                </a:lnTo>
                <a:lnTo>
                  <a:pt x="58150" y="20097"/>
                </a:lnTo>
                <a:lnTo>
                  <a:pt x="57912" y="1524"/>
                </a:lnTo>
                <a:lnTo>
                  <a:pt x="83820" y="16764"/>
                </a:lnTo>
                <a:lnTo>
                  <a:pt x="330825" y="16764"/>
                </a:lnTo>
                <a:lnTo>
                  <a:pt x="335280" y="19812"/>
                </a:lnTo>
                <a:lnTo>
                  <a:pt x="326707" y="27432"/>
                </a:lnTo>
                <a:lnTo>
                  <a:pt x="83820" y="27432"/>
                </a:lnTo>
                <a:lnTo>
                  <a:pt x="83820" y="105156"/>
                </a:lnTo>
                <a:lnTo>
                  <a:pt x="321564" y="105156"/>
                </a:lnTo>
                <a:lnTo>
                  <a:pt x="321564" y="115824"/>
                </a:lnTo>
                <a:lnTo>
                  <a:pt x="83820" y="115824"/>
                </a:lnTo>
                <a:lnTo>
                  <a:pt x="83820" y="192024"/>
                </a:lnTo>
                <a:lnTo>
                  <a:pt x="322015" y="192024"/>
                </a:lnTo>
                <a:lnTo>
                  <a:pt x="322206" y="198858"/>
                </a:lnTo>
                <a:lnTo>
                  <a:pt x="322417" y="202692"/>
                </a:lnTo>
                <a:lnTo>
                  <a:pt x="83820" y="202692"/>
                </a:lnTo>
                <a:lnTo>
                  <a:pt x="83820" y="219456"/>
                </a:lnTo>
                <a:lnTo>
                  <a:pt x="57912" y="230124"/>
                </a:lnTo>
                <a:close/>
              </a:path>
              <a:path w="382904" h="378460">
                <a:moveTo>
                  <a:pt x="202692" y="105156"/>
                </a:moveTo>
                <a:lnTo>
                  <a:pt x="178308" y="105156"/>
                </a:lnTo>
                <a:lnTo>
                  <a:pt x="178308" y="27432"/>
                </a:lnTo>
                <a:lnTo>
                  <a:pt x="202692" y="27432"/>
                </a:lnTo>
                <a:lnTo>
                  <a:pt x="202692" y="105156"/>
                </a:lnTo>
                <a:close/>
              </a:path>
              <a:path w="382904" h="378460">
                <a:moveTo>
                  <a:pt x="321564" y="105156"/>
                </a:moveTo>
                <a:lnTo>
                  <a:pt x="297179" y="105156"/>
                </a:lnTo>
                <a:lnTo>
                  <a:pt x="297179" y="27432"/>
                </a:lnTo>
                <a:lnTo>
                  <a:pt x="326707" y="27432"/>
                </a:lnTo>
                <a:lnTo>
                  <a:pt x="321564" y="32004"/>
                </a:lnTo>
                <a:lnTo>
                  <a:pt x="321564" y="105156"/>
                </a:lnTo>
                <a:close/>
              </a:path>
              <a:path w="382904" h="378460">
                <a:moveTo>
                  <a:pt x="202692" y="192024"/>
                </a:moveTo>
                <a:lnTo>
                  <a:pt x="178308" y="192024"/>
                </a:lnTo>
                <a:lnTo>
                  <a:pt x="178308" y="115824"/>
                </a:lnTo>
                <a:lnTo>
                  <a:pt x="202692" y="115824"/>
                </a:lnTo>
                <a:lnTo>
                  <a:pt x="202692" y="192024"/>
                </a:lnTo>
                <a:close/>
              </a:path>
              <a:path w="382904" h="378460">
                <a:moveTo>
                  <a:pt x="322015" y="192024"/>
                </a:moveTo>
                <a:lnTo>
                  <a:pt x="297179" y="192024"/>
                </a:lnTo>
                <a:lnTo>
                  <a:pt x="297179" y="115824"/>
                </a:lnTo>
                <a:lnTo>
                  <a:pt x="321564" y="115824"/>
                </a:lnTo>
                <a:lnTo>
                  <a:pt x="321656" y="172974"/>
                </a:lnTo>
                <a:lnTo>
                  <a:pt x="321754" y="182689"/>
                </a:lnTo>
                <a:lnTo>
                  <a:pt x="322015" y="192024"/>
                </a:lnTo>
                <a:close/>
              </a:path>
              <a:path w="382904" h="378460">
                <a:moveTo>
                  <a:pt x="297179" y="225552"/>
                </a:moveTo>
                <a:lnTo>
                  <a:pt x="297179" y="202692"/>
                </a:lnTo>
                <a:lnTo>
                  <a:pt x="322417" y="202692"/>
                </a:lnTo>
                <a:lnTo>
                  <a:pt x="323088" y="214884"/>
                </a:lnTo>
                <a:lnTo>
                  <a:pt x="297179" y="225552"/>
                </a:lnTo>
                <a:close/>
              </a:path>
              <a:path w="382904" h="378460">
                <a:moveTo>
                  <a:pt x="207264" y="291084"/>
                </a:moveTo>
                <a:lnTo>
                  <a:pt x="201168" y="291084"/>
                </a:lnTo>
                <a:lnTo>
                  <a:pt x="198120" y="286512"/>
                </a:lnTo>
                <a:lnTo>
                  <a:pt x="195072" y="277368"/>
                </a:lnTo>
                <a:lnTo>
                  <a:pt x="188809" y="266199"/>
                </a:lnTo>
                <a:lnTo>
                  <a:pt x="179260" y="253174"/>
                </a:lnTo>
                <a:lnTo>
                  <a:pt x="166568" y="238148"/>
                </a:lnTo>
                <a:lnTo>
                  <a:pt x="150876" y="220980"/>
                </a:lnTo>
                <a:lnTo>
                  <a:pt x="155448" y="216408"/>
                </a:lnTo>
                <a:lnTo>
                  <a:pt x="192309" y="233553"/>
                </a:lnTo>
                <a:lnTo>
                  <a:pt x="219456" y="260604"/>
                </a:lnTo>
                <a:lnTo>
                  <a:pt x="219456" y="275844"/>
                </a:lnTo>
                <a:lnTo>
                  <a:pt x="210312" y="288036"/>
                </a:lnTo>
                <a:lnTo>
                  <a:pt x="207264" y="291084"/>
                </a:lnTo>
                <a:close/>
              </a:path>
              <a:path w="382904" h="378460">
                <a:moveTo>
                  <a:pt x="280416" y="377952"/>
                </a:moveTo>
                <a:lnTo>
                  <a:pt x="137160" y="377952"/>
                </a:lnTo>
                <a:lnTo>
                  <a:pt x="120300" y="377404"/>
                </a:lnTo>
                <a:lnTo>
                  <a:pt x="108585" y="371284"/>
                </a:lnTo>
                <a:lnTo>
                  <a:pt x="102012" y="359735"/>
                </a:lnTo>
                <a:lnTo>
                  <a:pt x="100584" y="342900"/>
                </a:lnTo>
                <a:lnTo>
                  <a:pt x="100458" y="291488"/>
                </a:lnTo>
                <a:lnTo>
                  <a:pt x="100339" y="277439"/>
                </a:lnTo>
                <a:lnTo>
                  <a:pt x="99941" y="256960"/>
                </a:lnTo>
                <a:lnTo>
                  <a:pt x="99060" y="239268"/>
                </a:lnTo>
                <a:lnTo>
                  <a:pt x="138684" y="256032"/>
                </a:lnTo>
                <a:lnTo>
                  <a:pt x="124968" y="268224"/>
                </a:lnTo>
                <a:lnTo>
                  <a:pt x="124968" y="330708"/>
                </a:lnTo>
                <a:lnTo>
                  <a:pt x="125515" y="342661"/>
                </a:lnTo>
                <a:lnTo>
                  <a:pt x="129349" y="350901"/>
                </a:lnTo>
                <a:lnTo>
                  <a:pt x="136326" y="355139"/>
                </a:lnTo>
                <a:lnTo>
                  <a:pt x="318484" y="355139"/>
                </a:lnTo>
                <a:lnTo>
                  <a:pt x="312420" y="364236"/>
                </a:lnTo>
                <a:lnTo>
                  <a:pt x="298704" y="373380"/>
                </a:lnTo>
                <a:lnTo>
                  <a:pt x="280416" y="377952"/>
                </a:lnTo>
                <a:close/>
              </a:path>
              <a:path w="382904" h="378460">
                <a:moveTo>
                  <a:pt x="367284" y="342900"/>
                </a:moveTo>
                <a:lnTo>
                  <a:pt x="362712" y="342900"/>
                </a:lnTo>
                <a:lnTo>
                  <a:pt x="358140" y="336804"/>
                </a:lnTo>
                <a:lnTo>
                  <a:pt x="353568" y="323088"/>
                </a:lnTo>
                <a:lnTo>
                  <a:pt x="346448" y="308824"/>
                </a:lnTo>
                <a:lnTo>
                  <a:pt x="336613" y="293560"/>
                </a:lnTo>
                <a:lnTo>
                  <a:pt x="324144" y="277368"/>
                </a:lnTo>
                <a:lnTo>
                  <a:pt x="309372" y="260604"/>
                </a:lnTo>
                <a:lnTo>
                  <a:pt x="312420" y="254508"/>
                </a:lnTo>
                <a:lnTo>
                  <a:pt x="355496" y="279368"/>
                </a:lnTo>
                <a:lnTo>
                  <a:pt x="382524" y="313944"/>
                </a:lnTo>
                <a:lnTo>
                  <a:pt x="382524" y="323088"/>
                </a:lnTo>
                <a:lnTo>
                  <a:pt x="379476" y="330708"/>
                </a:lnTo>
                <a:lnTo>
                  <a:pt x="374904" y="335280"/>
                </a:lnTo>
                <a:lnTo>
                  <a:pt x="370332" y="341376"/>
                </a:lnTo>
                <a:lnTo>
                  <a:pt x="367284" y="342900"/>
                </a:lnTo>
                <a:close/>
              </a:path>
              <a:path w="382904" h="378460">
                <a:moveTo>
                  <a:pt x="318484" y="355139"/>
                </a:moveTo>
                <a:lnTo>
                  <a:pt x="136326" y="355139"/>
                </a:lnTo>
                <a:lnTo>
                  <a:pt x="146304" y="355092"/>
                </a:lnTo>
                <a:lnTo>
                  <a:pt x="260603" y="355092"/>
                </a:lnTo>
                <a:lnTo>
                  <a:pt x="269748" y="353425"/>
                </a:lnTo>
                <a:lnTo>
                  <a:pt x="286893" y="306133"/>
                </a:lnTo>
                <a:lnTo>
                  <a:pt x="288036" y="275844"/>
                </a:lnTo>
                <a:lnTo>
                  <a:pt x="297179" y="275844"/>
                </a:lnTo>
                <a:lnTo>
                  <a:pt x="301251" y="320635"/>
                </a:lnTo>
                <a:lnTo>
                  <a:pt x="321564" y="350520"/>
                </a:lnTo>
                <a:lnTo>
                  <a:pt x="318484" y="355139"/>
                </a:lnTo>
                <a:close/>
              </a:path>
              <a:path w="382904" h="378460">
                <a:moveTo>
                  <a:pt x="24384" y="348996"/>
                </a:moveTo>
                <a:lnTo>
                  <a:pt x="15240" y="348996"/>
                </a:lnTo>
                <a:lnTo>
                  <a:pt x="1524" y="344424"/>
                </a:lnTo>
                <a:lnTo>
                  <a:pt x="0" y="342900"/>
                </a:lnTo>
                <a:lnTo>
                  <a:pt x="0" y="336804"/>
                </a:lnTo>
                <a:lnTo>
                  <a:pt x="4572" y="330708"/>
                </a:lnTo>
                <a:lnTo>
                  <a:pt x="13716" y="320040"/>
                </a:lnTo>
                <a:lnTo>
                  <a:pt x="23455" y="308038"/>
                </a:lnTo>
                <a:lnTo>
                  <a:pt x="32194" y="292608"/>
                </a:lnTo>
                <a:lnTo>
                  <a:pt x="40076" y="273748"/>
                </a:lnTo>
                <a:lnTo>
                  <a:pt x="47244" y="251460"/>
                </a:lnTo>
                <a:lnTo>
                  <a:pt x="53340" y="251460"/>
                </a:lnTo>
                <a:lnTo>
                  <a:pt x="52054" y="303752"/>
                </a:lnTo>
                <a:lnTo>
                  <a:pt x="38100" y="342900"/>
                </a:lnTo>
                <a:lnTo>
                  <a:pt x="30480" y="345948"/>
                </a:lnTo>
                <a:lnTo>
                  <a:pt x="24384" y="34899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9" name="object 99"/>
          <p:cNvSpPr/>
          <p:nvPr/>
        </p:nvSpPr>
        <p:spPr>
          <a:xfrm>
            <a:off x="6085332" y="4828032"/>
            <a:ext cx="407034" cy="408940"/>
          </a:xfrm>
          <a:custGeom>
            <a:avLst/>
            <a:gdLst/>
            <a:ahLst/>
            <a:cxnLst/>
            <a:rect l="l" t="t" r="r" b="b"/>
            <a:pathLst>
              <a:path w="407035" h="408939">
                <a:moveTo>
                  <a:pt x="170688" y="175260"/>
                </a:moveTo>
                <a:lnTo>
                  <a:pt x="164592" y="172212"/>
                </a:lnTo>
                <a:lnTo>
                  <a:pt x="187975" y="129873"/>
                </a:lnTo>
                <a:lnTo>
                  <a:pt x="207645" y="87249"/>
                </a:lnTo>
                <a:lnTo>
                  <a:pt x="223313" y="44053"/>
                </a:lnTo>
                <a:lnTo>
                  <a:pt x="234696" y="0"/>
                </a:lnTo>
                <a:lnTo>
                  <a:pt x="269748" y="18288"/>
                </a:lnTo>
                <a:lnTo>
                  <a:pt x="256032" y="28956"/>
                </a:lnTo>
                <a:lnTo>
                  <a:pt x="253436" y="33504"/>
                </a:lnTo>
                <a:lnTo>
                  <a:pt x="250126" y="40195"/>
                </a:lnTo>
                <a:lnTo>
                  <a:pt x="245959" y="48887"/>
                </a:lnTo>
                <a:lnTo>
                  <a:pt x="240792" y="59436"/>
                </a:lnTo>
                <a:lnTo>
                  <a:pt x="364845" y="59436"/>
                </a:lnTo>
                <a:lnTo>
                  <a:pt x="370332" y="64008"/>
                </a:lnTo>
                <a:lnTo>
                  <a:pt x="364617" y="68580"/>
                </a:lnTo>
                <a:lnTo>
                  <a:pt x="237744" y="68580"/>
                </a:lnTo>
                <a:lnTo>
                  <a:pt x="231648" y="83820"/>
                </a:lnTo>
                <a:lnTo>
                  <a:pt x="235508" y="91440"/>
                </a:lnTo>
                <a:lnTo>
                  <a:pt x="225552" y="91440"/>
                </a:lnTo>
                <a:lnTo>
                  <a:pt x="212693" y="115681"/>
                </a:lnTo>
                <a:lnTo>
                  <a:pt x="199263" y="137922"/>
                </a:lnTo>
                <a:lnTo>
                  <a:pt x="185261" y="157876"/>
                </a:lnTo>
                <a:lnTo>
                  <a:pt x="170688" y="175260"/>
                </a:lnTo>
                <a:close/>
              </a:path>
              <a:path w="407035" h="408939">
                <a:moveTo>
                  <a:pt x="164592" y="41148"/>
                </a:moveTo>
                <a:lnTo>
                  <a:pt x="131064" y="41148"/>
                </a:lnTo>
                <a:lnTo>
                  <a:pt x="141732" y="25908"/>
                </a:lnTo>
                <a:lnTo>
                  <a:pt x="164592" y="41148"/>
                </a:lnTo>
                <a:close/>
              </a:path>
              <a:path w="407035" h="408939">
                <a:moveTo>
                  <a:pt x="28955" y="175260"/>
                </a:moveTo>
                <a:lnTo>
                  <a:pt x="31051" y="134493"/>
                </a:lnTo>
                <a:lnTo>
                  <a:pt x="31956" y="92606"/>
                </a:lnTo>
                <a:lnTo>
                  <a:pt x="31742" y="77176"/>
                </a:lnTo>
                <a:lnTo>
                  <a:pt x="31039" y="59436"/>
                </a:lnTo>
                <a:lnTo>
                  <a:pt x="30075" y="43505"/>
                </a:lnTo>
                <a:lnTo>
                  <a:pt x="28955" y="28956"/>
                </a:lnTo>
                <a:lnTo>
                  <a:pt x="53340" y="41148"/>
                </a:lnTo>
                <a:lnTo>
                  <a:pt x="164592" y="41148"/>
                </a:lnTo>
                <a:lnTo>
                  <a:pt x="169164" y="44196"/>
                </a:lnTo>
                <a:lnTo>
                  <a:pt x="159639" y="51816"/>
                </a:lnTo>
                <a:lnTo>
                  <a:pt x="53340" y="51816"/>
                </a:lnTo>
                <a:lnTo>
                  <a:pt x="53340" y="141732"/>
                </a:lnTo>
                <a:lnTo>
                  <a:pt x="155845" y="141732"/>
                </a:lnTo>
                <a:lnTo>
                  <a:pt x="156560" y="152400"/>
                </a:lnTo>
                <a:lnTo>
                  <a:pt x="53340" y="152400"/>
                </a:lnTo>
                <a:lnTo>
                  <a:pt x="53340" y="166116"/>
                </a:lnTo>
                <a:lnTo>
                  <a:pt x="28955" y="175260"/>
                </a:lnTo>
                <a:close/>
              </a:path>
              <a:path w="407035" h="408939">
                <a:moveTo>
                  <a:pt x="364845" y="59436"/>
                </a:moveTo>
                <a:lnTo>
                  <a:pt x="330708" y="59436"/>
                </a:lnTo>
                <a:lnTo>
                  <a:pt x="342900" y="41148"/>
                </a:lnTo>
                <a:lnTo>
                  <a:pt x="364845" y="59436"/>
                </a:lnTo>
                <a:close/>
              </a:path>
              <a:path w="407035" h="408939">
                <a:moveTo>
                  <a:pt x="155845" y="141732"/>
                </a:moveTo>
                <a:lnTo>
                  <a:pt x="134112" y="141732"/>
                </a:lnTo>
                <a:lnTo>
                  <a:pt x="134112" y="51816"/>
                </a:lnTo>
                <a:lnTo>
                  <a:pt x="159639" y="51816"/>
                </a:lnTo>
                <a:lnTo>
                  <a:pt x="153924" y="56388"/>
                </a:lnTo>
                <a:lnTo>
                  <a:pt x="154131" y="83820"/>
                </a:lnTo>
                <a:lnTo>
                  <a:pt x="154225" y="92606"/>
                </a:lnTo>
                <a:lnTo>
                  <a:pt x="154876" y="119443"/>
                </a:lnTo>
                <a:lnTo>
                  <a:pt x="155845" y="141732"/>
                </a:lnTo>
                <a:close/>
              </a:path>
              <a:path w="407035" h="408939">
                <a:moveTo>
                  <a:pt x="305861" y="152400"/>
                </a:moveTo>
                <a:lnTo>
                  <a:pt x="280416" y="152400"/>
                </a:lnTo>
                <a:lnTo>
                  <a:pt x="292965" y="134373"/>
                </a:lnTo>
                <a:lnTo>
                  <a:pt x="305371" y="114490"/>
                </a:lnTo>
                <a:lnTo>
                  <a:pt x="317492" y="92606"/>
                </a:lnTo>
                <a:lnTo>
                  <a:pt x="329184" y="68580"/>
                </a:lnTo>
                <a:lnTo>
                  <a:pt x="364617" y="68580"/>
                </a:lnTo>
                <a:lnTo>
                  <a:pt x="355092" y="76200"/>
                </a:lnTo>
                <a:lnTo>
                  <a:pt x="341090" y="99893"/>
                </a:lnTo>
                <a:lnTo>
                  <a:pt x="326517" y="122872"/>
                </a:lnTo>
                <a:lnTo>
                  <a:pt x="311372" y="144994"/>
                </a:lnTo>
                <a:lnTo>
                  <a:pt x="305861" y="152400"/>
                </a:lnTo>
                <a:close/>
              </a:path>
              <a:path w="407035" h="408939">
                <a:moveTo>
                  <a:pt x="141732" y="274320"/>
                </a:moveTo>
                <a:lnTo>
                  <a:pt x="140208" y="269748"/>
                </a:lnTo>
                <a:lnTo>
                  <a:pt x="174736" y="249483"/>
                </a:lnTo>
                <a:lnTo>
                  <a:pt x="207264" y="225361"/>
                </a:lnTo>
                <a:lnTo>
                  <a:pt x="237505" y="197524"/>
                </a:lnTo>
                <a:lnTo>
                  <a:pt x="265176" y="166116"/>
                </a:lnTo>
                <a:lnTo>
                  <a:pt x="254912" y="149518"/>
                </a:lnTo>
                <a:lnTo>
                  <a:pt x="244792" y="131635"/>
                </a:lnTo>
                <a:lnTo>
                  <a:pt x="234957" y="112323"/>
                </a:lnTo>
                <a:lnTo>
                  <a:pt x="225552" y="91440"/>
                </a:lnTo>
                <a:lnTo>
                  <a:pt x="235508" y="91440"/>
                </a:lnTo>
                <a:lnTo>
                  <a:pt x="240768" y="101822"/>
                </a:lnTo>
                <a:lnTo>
                  <a:pt x="252031" y="119253"/>
                </a:lnTo>
                <a:lnTo>
                  <a:pt x="265295" y="136112"/>
                </a:lnTo>
                <a:lnTo>
                  <a:pt x="280416" y="152400"/>
                </a:lnTo>
                <a:lnTo>
                  <a:pt x="305861" y="152400"/>
                </a:lnTo>
                <a:lnTo>
                  <a:pt x="295656" y="166116"/>
                </a:lnTo>
                <a:lnTo>
                  <a:pt x="318709" y="184404"/>
                </a:lnTo>
                <a:lnTo>
                  <a:pt x="281940" y="184404"/>
                </a:lnTo>
                <a:lnTo>
                  <a:pt x="270533" y="195262"/>
                </a:lnTo>
                <a:lnTo>
                  <a:pt x="256984" y="207264"/>
                </a:lnTo>
                <a:lnTo>
                  <a:pt x="241434" y="220408"/>
                </a:lnTo>
                <a:lnTo>
                  <a:pt x="224028" y="234696"/>
                </a:lnTo>
                <a:lnTo>
                  <a:pt x="232736" y="240792"/>
                </a:lnTo>
                <a:lnTo>
                  <a:pt x="211836" y="240792"/>
                </a:lnTo>
                <a:lnTo>
                  <a:pt x="198096" y="249674"/>
                </a:lnTo>
                <a:lnTo>
                  <a:pt x="181927" y="258127"/>
                </a:lnTo>
                <a:lnTo>
                  <a:pt x="163187" y="266295"/>
                </a:lnTo>
                <a:lnTo>
                  <a:pt x="141732" y="274320"/>
                </a:lnTo>
                <a:close/>
              </a:path>
              <a:path w="407035" h="408939">
                <a:moveTo>
                  <a:pt x="106390" y="338328"/>
                </a:moveTo>
                <a:lnTo>
                  <a:pt x="48767" y="338328"/>
                </a:lnTo>
                <a:lnTo>
                  <a:pt x="83820" y="329184"/>
                </a:lnTo>
                <a:lnTo>
                  <a:pt x="83820" y="152400"/>
                </a:lnTo>
                <a:lnTo>
                  <a:pt x="103632" y="152400"/>
                </a:lnTo>
                <a:lnTo>
                  <a:pt x="103632" y="219456"/>
                </a:lnTo>
                <a:lnTo>
                  <a:pt x="163549" y="219456"/>
                </a:lnTo>
                <a:lnTo>
                  <a:pt x="172212" y="228600"/>
                </a:lnTo>
                <a:lnTo>
                  <a:pt x="103632" y="228600"/>
                </a:lnTo>
                <a:lnTo>
                  <a:pt x="103632" y="324612"/>
                </a:lnTo>
                <a:lnTo>
                  <a:pt x="143843" y="324612"/>
                </a:lnTo>
                <a:lnTo>
                  <a:pt x="138041" y="326588"/>
                </a:lnTo>
                <a:lnTo>
                  <a:pt x="106390" y="338328"/>
                </a:lnTo>
                <a:close/>
              </a:path>
              <a:path w="407035" h="408939">
                <a:moveTo>
                  <a:pt x="134112" y="167640"/>
                </a:moveTo>
                <a:lnTo>
                  <a:pt x="134112" y="152400"/>
                </a:lnTo>
                <a:lnTo>
                  <a:pt x="156560" y="152400"/>
                </a:lnTo>
                <a:lnTo>
                  <a:pt x="156972" y="158496"/>
                </a:lnTo>
                <a:lnTo>
                  <a:pt x="134112" y="167640"/>
                </a:lnTo>
                <a:close/>
              </a:path>
              <a:path w="407035" h="408939">
                <a:moveTo>
                  <a:pt x="374904" y="248412"/>
                </a:moveTo>
                <a:lnTo>
                  <a:pt x="350305" y="234981"/>
                </a:lnTo>
                <a:lnTo>
                  <a:pt x="326707" y="219837"/>
                </a:lnTo>
                <a:lnTo>
                  <a:pt x="303966" y="202977"/>
                </a:lnTo>
                <a:lnTo>
                  <a:pt x="281940" y="184404"/>
                </a:lnTo>
                <a:lnTo>
                  <a:pt x="318709" y="184404"/>
                </a:lnTo>
                <a:lnTo>
                  <a:pt x="320540" y="185856"/>
                </a:lnTo>
                <a:lnTo>
                  <a:pt x="347281" y="201739"/>
                </a:lnTo>
                <a:lnTo>
                  <a:pt x="376023" y="213907"/>
                </a:lnTo>
                <a:lnTo>
                  <a:pt x="406908" y="222504"/>
                </a:lnTo>
                <a:lnTo>
                  <a:pt x="406908" y="228600"/>
                </a:lnTo>
                <a:lnTo>
                  <a:pt x="396335" y="230624"/>
                </a:lnTo>
                <a:lnTo>
                  <a:pt x="387477" y="234505"/>
                </a:lnTo>
                <a:lnTo>
                  <a:pt x="380333" y="240387"/>
                </a:lnTo>
                <a:lnTo>
                  <a:pt x="374904" y="248412"/>
                </a:lnTo>
                <a:close/>
              </a:path>
              <a:path w="407035" h="408939">
                <a:moveTo>
                  <a:pt x="163549" y="219456"/>
                </a:moveTo>
                <a:lnTo>
                  <a:pt x="124968" y="219456"/>
                </a:lnTo>
                <a:lnTo>
                  <a:pt x="144780" y="199644"/>
                </a:lnTo>
                <a:lnTo>
                  <a:pt x="163549" y="219456"/>
                </a:lnTo>
                <a:close/>
              </a:path>
              <a:path w="407035" h="408939">
                <a:moveTo>
                  <a:pt x="16764" y="376428"/>
                </a:moveTo>
                <a:lnTo>
                  <a:pt x="0" y="350520"/>
                </a:lnTo>
                <a:lnTo>
                  <a:pt x="27431" y="344424"/>
                </a:lnTo>
                <a:lnTo>
                  <a:pt x="27321" y="274320"/>
                </a:lnTo>
                <a:lnTo>
                  <a:pt x="26858" y="228600"/>
                </a:lnTo>
                <a:lnTo>
                  <a:pt x="25908" y="201168"/>
                </a:lnTo>
                <a:lnTo>
                  <a:pt x="62484" y="219456"/>
                </a:lnTo>
                <a:lnTo>
                  <a:pt x="48767" y="230124"/>
                </a:lnTo>
                <a:lnTo>
                  <a:pt x="48767" y="338328"/>
                </a:lnTo>
                <a:lnTo>
                  <a:pt x="106390" y="338328"/>
                </a:lnTo>
                <a:lnTo>
                  <a:pt x="103822" y="339280"/>
                </a:lnTo>
                <a:lnTo>
                  <a:pt x="28955" y="368808"/>
                </a:lnTo>
                <a:lnTo>
                  <a:pt x="16764" y="376428"/>
                </a:lnTo>
                <a:close/>
              </a:path>
              <a:path w="407035" h="408939">
                <a:moveTo>
                  <a:pt x="353785" y="245363"/>
                </a:moveTo>
                <a:lnTo>
                  <a:pt x="324612" y="245363"/>
                </a:lnTo>
                <a:lnTo>
                  <a:pt x="335280" y="230124"/>
                </a:lnTo>
                <a:lnTo>
                  <a:pt x="353785" y="245363"/>
                </a:lnTo>
                <a:close/>
              </a:path>
              <a:path w="407035" h="408939">
                <a:moveTo>
                  <a:pt x="210312" y="408432"/>
                </a:moveTo>
                <a:lnTo>
                  <a:pt x="211193" y="377309"/>
                </a:lnTo>
                <a:lnTo>
                  <a:pt x="211641" y="339280"/>
                </a:lnTo>
                <a:lnTo>
                  <a:pt x="211731" y="315468"/>
                </a:lnTo>
                <a:lnTo>
                  <a:pt x="211836" y="240792"/>
                </a:lnTo>
                <a:lnTo>
                  <a:pt x="232736" y="240792"/>
                </a:lnTo>
                <a:lnTo>
                  <a:pt x="239268" y="245363"/>
                </a:lnTo>
                <a:lnTo>
                  <a:pt x="353785" y="245363"/>
                </a:lnTo>
                <a:lnTo>
                  <a:pt x="361188" y="251460"/>
                </a:lnTo>
                <a:lnTo>
                  <a:pt x="357704" y="254508"/>
                </a:lnTo>
                <a:lnTo>
                  <a:pt x="234696" y="254508"/>
                </a:lnTo>
                <a:lnTo>
                  <a:pt x="234696" y="358140"/>
                </a:lnTo>
                <a:lnTo>
                  <a:pt x="350229" y="358140"/>
                </a:lnTo>
                <a:lnTo>
                  <a:pt x="350348" y="368808"/>
                </a:lnTo>
                <a:lnTo>
                  <a:pt x="234696" y="368808"/>
                </a:lnTo>
                <a:lnTo>
                  <a:pt x="234696" y="394716"/>
                </a:lnTo>
                <a:lnTo>
                  <a:pt x="210312" y="408432"/>
                </a:lnTo>
                <a:close/>
              </a:path>
              <a:path w="407035" h="408939">
                <a:moveTo>
                  <a:pt x="350229" y="358140"/>
                </a:moveTo>
                <a:lnTo>
                  <a:pt x="326136" y="358140"/>
                </a:lnTo>
                <a:lnTo>
                  <a:pt x="326136" y="254508"/>
                </a:lnTo>
                <a:lnTo>
                  <a:pt x="357704" y="254508"/>
                </a:lnTo>
                <a:lnTo>
                  <a:pt x="348996" y="262127"/>
                </a:lnTo>
                <a:lnTo>
                  <a:pt x="349234" y="298180"/>
                </a:lnTo>
                <a:lnTo>
                  <a:pt x="350229" y="358140"/>
                </a:lnTo>
                <a:close/>
              </a:path>
              <a:path w="407035" h="408939">
                <a:moveTo>
                  <a:pt x="143843" y="324612"/>
                </a:moveTo>
                <a:lnTo>
                  <a:pt x="103632" y="324612"/>
                </a:lnTo>
                <a:lnTo>
                  <a:pt x="169164" y="309372"/>
                </a:lnTo>
                <a:lnTo>
                  <a:pt x="170688" y="315468"/>
                </a:lnTo>
                <a:lnTo>
                  <a:pt x="143843" y="324612"/>
                </a:lnTo>
                <a:close/>
              </a:path>
              <a:path w="407035" h="408939">
                <a:moveTo>
                  <a:pt x="326136" y="400812"/>
                </a:moveTo>
                <a:lnTo>
                  <a:pt x="326136" y="368808"/>
                </a:lnTo>
                <a:lnTo>
                  <a:pt x="350348" y="368808"/>
                </a:lnTo>
                <a:lnTo>
                  <a:pt x="350520" y="388620"/>
                </a:lnTo>
                <a:lnTo>
                  <a:pt x="326136" y="40081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pic>
        <p:nvPicPr>
          <p:cNvPr id="100" name="object 100"/>
          <p:cNvPicPr/>
          <p:nvPr/>
        </p:nvPicPr>
        <p:blipFill>
          <a:blip r:embed="rId18" cstate="print"/>
          <a:stretch>
            <a:fillRect/>
          </a:stretch>
        </p:blipFill>
        <p:spPr>
          <a:xfrm>
            <a:off x="6566916" y="5088731"/>
            <a:ext cx="68580" cy="118776"/>
          </a:xfrm>
          <a:prstGeom prst="rect">
            <a:avLst/>
          </a:prstGeom>
        </p:spPr>
      </p:pic>
      <p:sp>
        <p:nvSpPr>
          <p:cNvPr id="101" name="object 101"/>
          <p:cNvSpPr/>
          <p:nvPr/>
        </p:nvSpPr>
        <p:spPr>
          <a:xfrm>
            <a:off x="6975335" y="4824996"/>
            <a:ext cx="841375" cy="413384"/>
          </a:xfrm>
          <a:custGeom>
            <a:avLst/>
            <a:gdLst/>
            <a:ahLst/>
            <a:cxnLst/>
            <a:rect l="l" t="t" r="r" b="b"/>
            <a:pathLst>
              <a:path w="841375" h="413385">
                <a:moveTo>
                  <a:pt x="409956" y="153911"/>
                </a:moveTo>
                <a:lnTo>
                  <a:pt x="377952" y="123431"/>
                </a:lnTo>
                <a:lnTo>
                  <a:pt x="355092" y="143243"/>
                </a:lnTo>
                <a:lnTo>
                  <a:pt x="246888" y="143243"/>
                </a:lnTo>
                <a:lnTo>
                  <a:pt x="300316" y="86855"/>
                </a:lnTo>
                <a:lnTo>
                  <a:pt x="333756" y="51803"/>
                </a:lnTo>
                <a:lnTo>
                  <a:pt x="347472" y="45707"/>
                </a:lnTo>
                <a:lnTo>
                  <a:pt x="316992" y="19799"/>
                </a:lnTo>
                <a:lnTo>
                  <a:pt x="291846" y="56667"/>
                </a:lnTo>
                <a:lnTo>
                  <a:pt x="271310" y="83515"/>
                </a:lnTo>
                <a:lnTo>
                  <a:pt x="268744" y="80670"/>
                </a:lnTo>
                <a:lnTo>
                  <a:pt x="268744" y="86855"/>
                </a:lnTo>
                <a:lnTo>
                  <a:pt x="266776" y="89433"/>
                </a:lnTo>
                <a:lnTo>
                  <a:pt x="241554" y="118389"/>
                </a:lnTo>
                <a:lnTo>
                  <a:pt x="216408" y="143243"/>
                </a:lnTo>
                <a:lnTo>
                  <a:pt x="195072" y="143243"/>
                </a:lnTo>
                <a:lnTo>
                  <a:pt x="195072" y="86855"/>
                </a:lnTo>
                <a:lnTo>
                  <a:pt x="268744" y="86855"/>
                </a:lnTo>
                <a:lnTo>
                  <a:pt x="268744" y="80670"/>
                </a:lnTo>
                <a:lnTo>
                  <a:pt x="246888" y="56375"/>
                </a:lnTo>
                <a:lnTo>
                  <a:pt x="224028" y="76187"/>
                </a:lnTo>
                <a:lnTo>
                  <a:pt x="195072" y="76187"/>
                </a:lnTo>
                <a:lnTo>
                  <a:pt x="195072" y="31991"/>
                </a:lnTo>
                <a:lnTo>
                  <a:pt x="213360" y="18275"/>
                </a:lnTo>
                <a:lnTo>
                  <a:pt x="169164" y="3035"/>
                </a:lnTo>
                <a:lnTo>
                  <a:pt x="170294" y="13614"/>
                </a:lnTo>
                <a:lnTo>
                  <a:pt x="171259" y="29324"/>
                </a:lnTo>
                <a:lnTo>
                  <a:pt x="171958" y="50190"/>
                </a:lnTo>
                <a:lnTo>
                  <a:pt x="172212" y="76187"/>
                </a:lnTo>
                <a:lnTo>
                  <a:pt x="62484" y="76187"/>
                </a:lnTo>
                <a:lnTo>
                  <a:pt x="77724" y="91427"/>
                </a:lnTo>
                <a:lnTo>
                  <a:pt x="87160" y="89433"/>
                </a:lnTo>
                <a:lnTo>
                  <a:pt x="97155" y="87998"/>
                </a:lnTo>
                <a:lnTo>
                  <a:pt x="107734" y="87147"/>
                </a:lnTo>
                <a:lnTo>
                  <a:pt x="118872" y="86855"/>
                </a:lnTo>
                <a:lnTo>
                  <a:pt x="172212" y="86855"/>
                </a:lnTo>
                <a:lnTo>
                  <a:pt x="172212" y="143243"/>
                </a:lnTo>
                <a:lnTo>
                  <a:pt x="0" y="143243"/>
                </a:lnTo>
                <a:lnTo>
                  <a:pt x="15240" y="158483"/>
                </a:lnTo>
                <a:lnTo>
                  <a:pt x="24676" y="156489"/>
                </a:lnTo>
                <a:lnTo>
                  <a:pt x="34671" y="155054"/>
                </a:lnTo>
                <a:lnTo>
                  <a:pt x="45250" y="154203"/>
                </a:lnTo>
                <a:lnTo>
                  <a:pt x="56388" y="153911"/>
                </a:lnTo>
                <a:lnTo>
                  <a:pt x="205740" y="153911"/>
                </a:lnTo>
                <a:lnTo>
                  <a:pt x="157543" y="197535"/>
                </a:lnTo>
                <a:lnTo>
                  <a:pt x="108204" y="233159"/>
                </a:lnTo>
                <a:lnTo>
                  <a:pt x="60198" y="262877"/>
                </a:lnTo>
                <a:lnTo>
                  <a:pt x="12192" y="288023"/>
                </a:lnTo>
                <a:lnTo>
                  <a:pt x="13716" y="294119"/>
                </a:lnTo>
                <a:lnTo>
                  <a:pt x="53530" y="278879"/>
                </a:lnTo>
                <a:lnTo>
                  <a:pt x="94488" y="259067"/>
                </a:lnTo>
                <a:lnTo>
                  <a:pt x="135064" y="236016"/>
                </a:lnTo>
                <a:lnTo>
                  <a:pt x="172212" y="211823"/>
                </a:lnTo>
                <a:lnTo>
                  <a:pt x="179832" y="225539"/>
                </a:lnTo>
                <a:lnTo>
                  <a:pt x="192024" y="219443"/>
                </a:lnTo>
                <a:lnTo>
                  <a:pt x="189496" y="233159"/>
                </a:lnTo>
                <a:lnTo>
                  <a:pt x="186499" y="245160"/>
                </a:lnTo>
                <a:lnTo>
                  <a:pt x="183248" y="255663"/>
                </a:lnTo>
                <a:lnTo>
                  <a:pt x="179832" y="265163"/>
                </a:lnTo>
                <a:lnTo>
                  <a:pt x="164592" y="277355"/>
                </a:lnTo>
                <a:lnTo>
                  <a:pt x="187452" y="298691"/>
                </a:lnTo>
                <a:lnTo>
                  <a:pt x="199644" y="284975"/>
                </a:lnTo>
                <a:lnTo>
                  <a:pt x="315468" y="284975"/>
                </a:lnTo>
                <a:lnTo>
                  <a:pt x="303898" y="337553"/>
                </a:lnTo>
                <a:lnTo>
                  <a:pt x="286512" y="374510"/>
                </a:lnTo>
                <a:lnTo>
                  <a:pt x="272796" y="377939"/>
                </a:lnTo>
                <a:lnTo>
                  <a:pt x="261391" y="377063"/>
                </a:lnTo>
                <a:lnTo>
                  <a:pt x="243268" y="374319"/>
                </a:lnTo>
                <a:lnTo>
                  <a:pt x="218579" y="369582"/>
                </a:lnTo>
                <a:lnTo>
                  <a:pt x="187452" y="362699"/>
                </a:lnTo>
                <a:lnTo>
                  <a:pt x="185928" y="368795"/>
                </a:lnTo>
                <a:lnTo>
                  <a:pt x="212204" y="378256"/>
                </a:lnTo>
                <a:lnTo>
                  <a:pt x="231457" y="388416"/>
                </a:lnTo>
                <a:lnTo>
                  <a:pt x="243586" y="399453"/>
                </a:lnTo>
                <a:lnTo>
                  <a:pt x="248412" y="411467"/>
                </a:lnTo>
                <a:lnTo>
                  <a:pt x="266369" y="408901"/>
                </a:lnTo>
                <a:lnTo>
                  <a:pt x="306539" y="392353"/>
                </a:lnTo>
                <a:lnTo>
                  <a:pt x="315785" y="377939"/>
                </a:lnTo>
                <a:lnTo>
                  <a:pt x="316306" y="376974"/>
                </a:lnTo>
                <a:lnTo>
                  <a:pt x="328193" y="337743"/>
                </a:lnTo>
                <a:lnTo>
                  <a:pt x="339852" y="289547"/>
                </a:lnTo>
                <a:lnTo>
                  <a:pt x="346710" y="284975"/>
                </a:lnTo>
                <a:lnTo>
                  <a:pt x="353568" y="280403"/>
                </a:lnTo>
                <a:lnTo>
                  <a:pt x="346710" y="274307"/>
                </a:lnTo>
                <a:lnTo>
                  <a:pt x="326136" y="256019"/>
                </a:lnTo>
                <a:lnTo>
                  <a:pt x="312420" y="274307"/>
                </a:lnTo>
                <a:lnTo>
                  <a:pt x="201168" y="274307"/>
                </a:lnTo>
                <a:lnTo>
                  <a:pt x="205905" y="259067"/>
                </a:lnTo>
                <a:lnTo>
                  <a:pt x="210883" y="244589"/>
                </a:lnTo>
                <a:lnTo>
                  <a:pt x="215531" y="231444"/>
                </a:lnTo>
                <a:lnTo>
                  <a:pt x="219456" y="219443"/>
                </a:lnTo>
                <a:lnTo>
                  <a:pt x="371856" y="219443"/>
                </a:lnTo>
                <a:lnTo>
                  <a:pt x="364236" y="211823"/>
                </a:lnTo>
                <a:lnTo>
                  <a:pt x="362712" y="210299"/>
                </a:lnTo>
                <a:lnTo>
                  <a:pt x="339852" y="187439"/>
                </a:lnTo>
                <a:lnTo>
                  <a:pt x="315468" y="210299"/>
                </a:lnTo>
                <a:lnTo>
                  <a:pt x="173736" y="210299"/>
                </a:lnTo>
                <a:lnTo>
                  <a:pt x="205740" y="182676"/>
                </a:lnTo>
                <a:lnTo>
                  <a:pt x="221742" y="168516"/>
                </a:lnTo>
                <a:lnTo>
                  <a:pt x="237744" y="153911"/>
                </a:lnTo>
                <a:lnTo>
                  <a:pt x="409956" y="153911"/>
                </a:lnTo>
                <a:close/>
              </a:path>
              <a:path w="841375" h="413385">
                <a:moveTo>
                  <a:pt x="565404" y="275844"/>
                </a:moveTo>
                <a:lnTo>
                  <a:pt x="559308" y="275844"/>
                </a:lnTo>
                <a:lnTo>
                  <a:pt x="553859" y="291553"/>
                </a:lnTo>
                <a:lnTo>
                  <a:pt x="548881" y="304292"/>
                </a:lnTo>
                <a:lnTo>
                  <a:pt x="544093" y="314413"/>
                </a:lnTo>
                <a:lnTo>
                  <a:pt x="539496" y="321564"/>
                </a:lnTo>
                <a:lnTo>
                  <a:pt x="519684" y="341376"/>
                </a:lnTo>
                <a:lnTo>
                  <a:pt x="515112" y="344424"/>
                </a:lnTo>
                <a:lnTo>
                  <a:pt x="512064" y="347472"/>
                </a:lnTo>
                <a:lnTo>
                  <a:pt x="512064" y="352044"/>
                </a:lnTo>
                <a:lnTo>
                  <a:pt x="515112" y="355092"/>
                </a:lnTo>
                <a:lnTo>
                  <a:pt x="524256" y="358140"/>
                </a:lnTo>
                <a:lnTo>
                  <a:pt x="527304" y="359664"/>
                </a:lnTo>
                <a:lnTo>
                  <a:pt x="534924" y="359664"/>
                </a:lnTo>
                <a:lnTo>
                  <a:pt x="539496" y="358140"/>
                </a:lnTo>
                <a:lnTo>
                  <a:pt x="545592" y="355092"/>
                </a:lnTo>
                <a:lnTo>
                  <a:pt x="551688" y="353568"/>
                </a:lnTo>
                <a:lnTo>
                  <a:pt x="563499" y="312420"/>
                </a:lnTo>
                <a:lnTo>
                  <a:pt x="564883" y="295846"/>
                </a:lnTo>
                <a:lnTo>
                  <a:pt x="565404" y="275844"/>
                </a:lnTo>
                <a:close/>
              </a:path>
              <a:path w="841375" h="413385">
                <a:moveTo>
                  <a:pt x="710184" y="278892"/>
                </a:moveTo>
                <a:lnTo>
                  <a:pt x="669569" y="246329"/>
                </a:lnTo>
                <a:lnTo>
                  <a:pt x="649224" y="237744"/>
                </a:lnTo>
                <a:lnTo>
                  <a:pt x="646176" y="240792"/>
                </a:lnTo>
                <a:lnTo>
                  <a:pt x="659663" y="256235"/>
                </a:lnTo>
                <a:lnTo>
                  <a:pt x="670560" y="270700"/>
                </a:lnTo>
                <a:lnTo>
                  <a:pt x="679183" y="284289"/>
                </a:lnTo>
                <a:lnTo>
                  <a:pt x="685800" y="297180"/>
                </a:lnTo>
                <a:lnTo>
                  <a:pt x="688848" y="307848"/>
                </a:lnTo>
                <a:lnTo>
                  <a:pt x="693420" y="313944"/>
                </a:lnTo>
                <a:lnTo>
                  <a:pt x="697992" y="313944"/>
                </a:lnTo>
                <a:lnTo>
                  <a:pt x="701040" y="310896"/>
                </a:lnTo>
                <a:lnTo>
                  <a:pt x="705612" y="303276"/>
                </a:lnTo>
                <a:lnTo>
                  <a:pt x="708660" y="297180"/>
                </a:lnTo>
                <a:lnTo>
                  <a:pt x="710184" y="289560"/>
                </a:lnTo>
                <a:lnTo>
                  <a:pt x="710184" y="278892"/>
                </a:lnTo>
                <a:close/>
              </a:path>
              <a:path w="841375" h="413385">
                <a:moveTo>
                  <a:pt x="787908" y="373380"/>
                </a:moveTo>
                <a:lnTo>
                  <a:pt x="768286" y="332232"/>
                </a:lnTo>
                <a:lnTo>
                  <a:pt x="768096" y="313944"/>
                </a:lnTo>
                <a:lnTo>
                  <a:pt x="760476" y="313944"/>
                </a:lnTo>
                <a:lnTo>
                  <a:pt x="755904" y="356616"/>
                </a:lnTo>
                <a:lnTo>
                  <a:pt x="737616" y="374904"/>
                </a:lnTo>
                <a:lnTo>
                  <a:pt x="643128" y="374904"/>
                </a:lnTo>
                <a:lnTo>
                  <a:pt x="630491" y="374345"/>
                </a:lnTo>
                <a:lnTo>
                  <a:pt x="621982" y="370522"/>
                </a:lnTo>
                <a:lnTo>
                  <a:pt x="617207" y="363537"/>
                </a:lnTo>
                <a:lnTo>
                  <a:pt x="615696" y="353568"/>
                </a:lnTo>
                <a:lnTo>
                  <a:pt x="615696" y="294132"/>
                </a:lnTo>
                <a:lnTo>
                  <a:pt x="632460" y="281940"/>
                </a:lnTo>
                <a:lnTo>
                  <a:pt x="591312" y="263652"/>
                </a:lnTo>
                <a:lnTo>
                  <a:pt x="594360" y="303276"/>
                </a:lnTo>
                <a:lnTo>
                  <a:pt x="594474" y="365467"/>
                </a:lnTo>
                <a:lnTo>
                  <a:pt x="595503" y="377113"/>
                </a:lnTo>
                <a:lnTo>
                  <a:pt x="601218" y="386143"/>
                </a:lnTo>
                <a:lnTo>
                  <a:pt x="611505" y="391452"/>
                </a:lnTo>
                <a:lnTo>
                  <a:pt x="626364" y="393192"/>
                </a:lnTo>
                <a:lnTo>
                  <a:pt x="751332" y="393192"/>
                </a:lnTo>
                <a:lnTo>
                  <a:pt x="763054" y="392023"/>
                </a:lnTo>
                <a:lnTo>
                  <a:pt x="773049" y="388429"/>
                </a:lnTo>
                <a:lnTo>
                  <a:pt x="781342" y="382257"/>
                </a:lnTo>
                <a:lnTo>
                  <a:pt x="786790" y="374904"/>
                </a:lnTo>
                <a:lnTo>
                  <a:pt x="787908" y="373380"/>
                </a:lnTo>
                <a:close/>
              </a:path>
              <a:path w="841375" h="413385">
                <a:moveTo>
                  <a:pt x="816864" y="213360"/>
                </a:moveTo>
                <a:lnTo>
                  <a:pt x="797318" y="173253"/>
                </a:lnTo>
                <a:lnTo>
                  <a:pt x="797052" y="161544"/>
                </a:lnTo>
                <a:lnTo>
                  <a:pt x="789432" y="161544"/>
                </a:lnTo>
                <a:lnTo>
                  <a:pt x="787196" y="183781"/>
                </a:lnTo>
                <a:lnTo>
                  <a:pt x="782955" y="200025"/>
                </a:lnTo>
                <a:lnTo>
                  <a:pt x="777011" y="209969"/>
                </a:lnTo>
                <a:lnTo>
                  <a:pt x="769620" y="213360"/>
                </a:lnTo>
                <a:lnTo>
                  <a:pt x="672084" y="213360"/>
                </a:lnTo>
                <a:lnTo>
                  <a:pt x="662330" y="213067"/>
                </a:lnTo>
                <a:lnTo>
                  <a:pt x="655701" y="209931"/>
                </a:lnTo>
                <a:lnTo>
                  <a:pt x="651941" y="203923"/>
                </a:lnTo>
                <a:lnTo>
                  <a:pt x="650748" y="195072"/>
                </a:lnTo>
                <a:lnTo>
                  <a:pt x="650748" y="179832"/>
                </a:lnTo>
                <a:lnTo>
                  <a:pt x="650748" y="176784"/>
                </a:lnTo>
                <a:lnTo>
                  <a:pt x="760095" y="166116"/>
                </a:lnTo>
                <a:lnTo>
                  <a:pt x="775716" y="164592"/>
                </a:lnTo>
                <a:lnTo>
                  <a:pt x="742188" y="140208"/>
                </a:lnTo>
                <a:lnTo>
                  <a:pt x="722376" y="158496"/>
                </a:lnTo>
                <a:lnTo>
                  <a:pt x="650748" y="166116"/>
                </a:lnTo>
                <a:lnTo>
                  <a:pt x="650748" y="140208"/>
                </a:lnTo>
                <a:lnTo>
                  <a:pt x="667512" y="129540"/>
                </a:lnTo>
                <a:lnTo>
                  <a:pt x="626364" y="111252"/>
                </a:lnTo>
                <a:lnTo>
                  <a:pt x="627253" y="121793"/>
                </a:lnTo>
                <a:lnTo>
                  <a:pt x="627697" y="135064"/>
                </a:lnTo>
                <a:lnTo>
                  <a:pt x="627761" y="140208"/>
                </a:lnTo>
                <a:lnTo>
                  <a:pt x="627888" y="161544"/>
                </a:lnTo>
                <a:lnTo>
                  <a:pt x="627888" y="169164"/>
                </a:lnTo>
                <a:lnTo>
                  <a:pt x="527304" y="178308"/>
                </a:lnTo>
                <a:lnTo>
                  <a:pt x="547116" y="192024"/>
                </a:lnTo>
                <a:lnTo>
                  <a:pt x="565404" y="185928"/>
                </a:lnTo>
                <a:lnTo>
                  <a:pt x="627888" y="179832"/>
                </a:lnTo>
                <a:lnTo>
                  <a:pt x="627888" y="207264"/>
                </a:lnTo>
                <a:lnTo>
                  <a:pt x="629653" y="218998"/>
                </a:lnTo>
                <a:lnTo>
                  <a:pt x="635127" y="226885"/>
                </a:lnTo>
                <a:lnTo>
                  <a:pt x="644613" y="231051"/>
                </a:lnTo>
                <a:lnTo>
                  <a:pt x="658368" y="231648"/>
                </a:lnTo>
                <a:lnTo>
                  <a:pt x="783336" y="231648"/>
                </a:lnTo>
                <a:lnTo>
                  <a:pt x="792441" y="230505"/>
                </a:lnTo>
                <a:lnTo>
                  <a:pt x="801243" y="227076"/>
                </a:lnTo>
                <a:lnTo>
                  <a:pt x="809485" y="221361"/>
                </a:lnTo>
                <a:lnTo>
                  <a:pt x="816864" y="213360"/>
                </a:lnTo>
                <a:close/>
              </a:path>
              <a:path w="841375" h="413385">
                <a:moveTo>
                  <a:pt x="838200" y="114300"/>
                </a:moveTo>
                <a:lnTo>
                  <a:pt x="832662" y="108204"/>
                </a:lnTo>
                <a:lnTo>
                  <a:pt x="824357" y="99060"/>
                </a:lnTo>
                <a:lnTo>
                  <a:pt x="807720" y="80772"/>
                </a:lnTo>
                <a:lnTo>
                  <a:pt x="792480" y="99060"/>
                </a:lnTo>
                <a:lnTo>
                  <a:pt x="652272" y="99060"/>
                </a:lnTo>
                <a:lnTo>
                  <a:pt x="652272" y="64008"/>
                </a:lnTo>
                <a:lnTo>
                  <a:pt x="806196" y="64008"/>
                </a:lnTo>
                <a:lnTo>
                  <a:pt x="795528" y="53340"/>
                </a:lnTo>
                <a:lnTo>
                  <a:pt x="774192" y="32004"/>
                </a:lnTo>
                <a:lnTo>
                  <a:pt x="754380" y="53340"/>
                </a:lnTo>
                <a:lnTo>
                  <a:pt x="652272" y="53340"/>
                </a:lnTo>
                <a:lnTo>
                  <a:pt x="652272" y="30480"/>
                </a:lnTo>
                <a:lnTo>
                  <a:pt x="672084" y="18288"/>
                </a:lnTo>
                <a:lnTo>
                  <a:pt x="627888" y="0"/>
                </a:lnTo>
                <a:lnTo>
                  <a:pt x="629018" y="14833"/>
                </a:lnTo>
                <a:lnTo>
                  <a:pt x="629983" y="36385"/>
                </a:lnTo>
                <a:lnTo>
                  <a:pt x="630669" y="64008"/>
                </a:lnTo>
                <a:lnTo>
                  <a:pt x="630936" y="99060"/>
                </a:lnTo>
                <a:lnTo>
                  <a:pt x="521208" y="99060"/>
                </a:lnTo>
                <a:lnTo>
                  <a:pt x="495300" y="82296"/>
                </a:lnTo>
                <a:lnTo>
                  <a:pt x="495287" y="221361"/>
                </a:lnTo>
                <a:lnTo>
                  <a:pt x="490537" y="279463"/>
                </a:lnTo>
                <a:lnTo>
                  <a:pt x="480060" y="327660"/>
                </a:lnTo>
                <a:lnTo>
                  <a:pt x="464248" y="369951"/>
                </a:lnTo>
                <a:lnTo>
                  <a:pt x="445008" y="409956"/>
                </a:lnTo>
                <a:lnTo>
                  <a:pt x="449580" y="413004"/>
                </a:lnTo>
                <a:lnTo>
                  <a:pt x="479488" y="371094"/>
                </a:lnTo>
                <a:lnTo>
                  <a:pt x="501396" y="329184"/>
                </a:lnTo>
                <a:lnTo>
                  <a:pt x="513969" y="286893"/>
                </a:lnTo>
                <a:lnTo>
                  <a:pt x="519684" y="242316"/>
                </a:lnTo>
                <a:lnTo>
                  <a:pt x="519925" y="216852"/>
                </a:lnTo>
                <a:lnTo>
                  <a:pt x="520446" y="186118"/>
                </a:lnTo>
                <a:lnTo>
                  <a:pt x="520979" y="149936"/>
                </a:lnTo>
                <a:lnTo>
                  <a:pt x="521208" y="108204"/>
                </a:lnTo>
                <a:lnTo>
                  <a:pt x="795528" y="108204"/>
                </a:lnTo>
                <a:lnTo>
                  <a:pt x="771144" y="150876"/>
                </a:lnTo>
                <a:lnTo>
                  <a:pt x="775716" y="153924"/>
                </a:lnTo>
                <a:lnTo>
                  <a:pt x="793203" y="136156"/>
                </a:lnTo>
                <a:lnTo>
                  <a:pt x="809244" y="123825"/>
                </a:lnTo>
                <a:lnTo>
                  <a:pt x="824153" y="116624"/>
                </a:lnTo>
                <a:lnTo>
                  <a:pt x="838200" y="114300"/>
                </a:lnTo>
                <a:close/>
              </a:path>
              <a:path w="841375" h="413385">
                <a:moveTo>
                  <a:pt x="841248" y="324612"/>
                </a:moveTo>
                <a:lnTo>
                  <a:pt x="813816" y="295846"/>
                </a:lnTo>
                <a:lnTo>
                  <a:pt x="777240" y="272796"/>
                </a:lnTo>
                <a:lnTo>
                  <a:pt x="772668" y="275844"/>
                </a:lnTo>
                <a:lnTo>
                  <a:pt x="787222" y="294411"/>
                </a:lnTo>
                <a:lnTo>
                  <a:pt x="798766" y="311277"/>
                </a:lnTo>
                <a:lnTo>
                  <a:pt x="807173" y="326415"/>
                </a:lnTo>
                <a:lnTo>
                  <a:pt x="812292" y="339852"/>
                </a:lnTo>
                <a:lnTo>
                  <a:pt x="815340" y="352044"/>
                </a:lnTo>
                <a:lnTo>
                  <a:pt x="818388" y="356616"/>
                </a:lnTo>
                <a:lnTo>
                  <a:pt x="826008" y="356616"/>
                </a:lnTo>
                <a:lnTo>
                  <a:pt x="829056" y="353568"/>
                </a:lnTo>
                <a:lnTo>
                  <a:pt x="833628" y="347472"/>
                </a:lnTo>
                <a:lnTo>
                  <a:pt x="838200" y="339852"/>
                </a:lnTo>
                <a:lnTo>
                  <a:pt x="841248" y="333756"/>
                </a:lnTo>
                <a:lnTo>
                  <a:pt x="841248" y="32461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2" name="object 102"/>
          <p:cNvSpPr/>
          <p:nvPr/>
        </p:nvSpPr>
        <p:spPr>
          <a:xfrm>
            <a:off x="7871460" y="4824983"/>
            <a:ext cx="848994" cy="414655"/>
          </a:xfrm>
          <a:custGeom>
            <a:avLst/>
            <a:gdLst/>
            <a:ahLst/>
            <a:cxnLst/>
            <a:rect l="l" t="t" r="r" b="b"/>
            <a:pathLst>
              <a:path w="848995" h="414654">
                <a:moveTo>
                  <a:pt x="174015" y="345173"/>
                </a:moveTo>
                <a:lnTo>
                  <a:pt x="146304" y="308229"/>
                </a:lnTo>
                <a:lnTo>
                  <a:pt x="118872" y="291084"/>
                </a:lnTo>
                <a:lnTo>
                  <a:pt x="115824" y="297180"/>
                </a:lnTo>
                <a:lnTo>
                  <a:pt x="127012" y="310616"/>
                </a:lnTo>
                <a:lnTo>
                  <a:pt x="135636" y="323469"/>
                </a:lnTo>
                <a:lnTo>
                  <a:pt x="141960" y="335762"/>
                </a:lnTo>
                <a:lnTo>
                  <a:pt x="146304" y="347472"/>
                </a:lnTo>
                <a:lnTo>
                  <a:pt x="148869" y="357454"/>
                </a:lnTo>
                <a:lnTo>
                  <a:pt x="152019" y="364426"/>
                </a:lnTo>
                <a:lnTo>
                  <a:pt x="155727" y="368261"/>
                </a:lnTo>
                <a:lnTo>
                  <a:pt x="160020" y="368808"/>
                </a:lnTo>
                <a:lnTo>
                  <a:pt x="166116" y="367284"/>
                </a:lnTo>
                <a:lnTo>
                  <a:pt x="170688" y="361188"/>
                </a:lnTo>
                <a:lnTo>
                  <a:pt x="173736" y="352044"/>
                </a:lnTo>
                <a:lnTo>
                  <a:pt x="174015" y="345173"/>
                </a:lnTo>
                <a:close/>
              </a:path>
              <a:path w="848995" h="414654">
                <a:moveTo>
                  <a:pt x="220980" y="68580"/>
                </a:moveTo>
                <a:lnTo>
                  <a:pt x="210312" y="57912"/>
                </a:lnTo>
                <a:lnTo>
                  <a:pt x="190500" y="38100"/>
                </a:lnTo>
                <a:lnTo>
                  <a:pt x="170688" y="57912"/>
                </a:lnTo>
                <a:lnTo>
                  <a:pt x="89916" y="57912"/>
                </a:lnTo>
                <a:lnTo>
                  <a:pt x="100749" y="44792"/>
                </a:lnTo>
                <a:lnTo>
                  <a:pt x="110299" y="35242"/>
                </a:lnTo>
                <a:lnTo>
                  <a:pt x="118414" y="29413"/>
                </a:lnTo>
                <a:lnTo>
                  <a:pt x="124968" y="27432"/>
                </a:lnTo>
                <a:lnTo>
                  <a:pt x="86868" y="1524"/>
                </a:lnTo>
                <a:lnTo>
                  <a:pt x="71056" y="40005"/>
                </a:lnTo>
                <a:lnTo>
                  <a:pt x="51816" y="76200"/>
                </a:lnTo>
                <a:lnTo>
                  <a:pt x="28194" y="111633"/>
                </a:lnTo>
                <a:lnTo>
                  <a:pt x="0" y="144780"/>
                </a:lnTo>
                <a:lnTo>
                  <a:pt x="3048" y="150876"/>
                </a:lnTo>
                <a:lnTo>
                  <a:pt x="39903" y="119811"/>
                </a:lnTo>
                <a:lnTo>
                  <a:pt x="66484" y="91630"/>
                </a:lnTo>
                <a:lnTo>
                  <a:pt x="85344" y="68580"/>
                </a:lnTo>
                <a:lnTo>
                  <a:pt x="103632" y="68580"/>
                </a:lnTo>
                <a:lnTo>
                  <a:pt x="108788" y="77495"/>
                </a:lnTo>
                <a:lnTo>
                  <a:pt x="112966" y="86106"/>
                </a:lnTo>
                <a:lnTo>
                  <a:pt x="116268" y="94729"/>
                </a:lnTo>
                <a:lnTo>
                  <a:pt x="118872" y="103632"/>
                </a:lnTo>
                <a:lnTo>
                  <a:pt x="121767" y="112204"/>
                </a:lnTo>
                <a:lnTo>
                  <a:pt x="123825" y="119634"/>
                </a:lnTo>
                <a:lnTo>
                  <a:pt x="126492" y="131064"/>
                </a:lnTo>
                <a:lnTo>
                  <a:pt x="128016" y="138684"/>
                </a:lnTo>
                <a:lnTo>
                  <a:pt x="131064" y="140208"/>
                </a:lnTo>
                <a:lnTo>
                  <a:pt x="140208" y="137160"/>
                </a:lnTo>
                <a:lnTo>
                  <a:pt x="143256" y="134112"/>
                </a:lnTo>
                <a:lnTo>
                  <a:pt x="146304" y="128016"/>
                </a:lnTo>
                <a:lnTo>
                  <a:pt x="149352" y="123444"/>
                </a:lnTo>
                <a:lnTo>
                  <a:pt x="150876" y="118872"/>
                </a:lnTo>
                <a:lnTo>
                  <a:pt x="150876" y="112776"/>
                </a:lnTo>
                <a:lnTo>
                  <a:pt x="149352" y="106680"/>
                </a:lnTo>
                <a:lnTo>
                  <a:pt x="144780" y="100584"/>
                </a:lnTo>
                <a:lnTo>
                  <a:pt x="140208" y="94297"/>
                </a:lnTo>
                <a:lnTo>
                  <a:pt x="133350" y="86868"/>
                </a:lnTo>
                <a:lnTo>
                  <a:pt x="124206" y="78295"/>
                </a:lnTo>
                <a:lnTo>
                  <a:pt x="112776" y="68580"/>
                </a:lnTo>
                <a:lnTo>
                  <a:pt x="220980" y="68580"/>
                </a:lnTo>
                <a:close/>
              </a:path>
              <a:path w="848995" h="414654">
                <a:moveTo>
                  <a:pt x="397764" y="284988"/>
                </a:moveTo>
                <a:lnTo>
                  <a:pt x="368808" y="252984"/>
                </a:lnTo>
                <a:lnTo>
                  <a:pt x="347472" y="274320"/>
                </a:lnTo>
                <a:lnTo>
                  <a:pt x="300228" y="274320"/>
                </a:lnTo>
                <a:lnTo>
                  <a:pt x="300228" y="260604"/>
                </a:lnTo>
                <a:lnTo>
                  <a:pt x="313944" y="249936"/>
                </a:lnTo>
                <a:lnTo>
                  <a:pt x="274320" y="228600"/>
                </a:lnTo>
                <a:lnTo>
                  <a:pt x="275196" y="240893"/>
                </a:lnTo>
                <a:lnTo>
                  <a:pt x="275653" y="252984"/>
                </a:lnTo>
                <a:lnTo>
                  <a:pt x="275767" y="260604"/>
                </a:lnTo>
                <a:lnTo>
                  <a:pt x="275844" y="274320"/>
                </a:lnTo>
                <a:lnTo>
                  <a:pt x="25908" y="274320"/>
                </a:lnTo>
                <a:lnTo>
                  <a:pt x="41148" y="289560"/>
                </a:lnTo>
                <a:lnTo>
                  <a:pt x="51447" y="287566"/>
                </a:lnTo>
                <a:lnTo>
                  <a:pt x="61912" y="286131"/>
                </a:lnTo>
                <a:lnTo>
                  <a:pt x="72644" y="285280"/>
                </a:lnTo>
                <a:lnTo>
                  <a:pt x="83820" y="284988"/>
                </a:lnTo>
                <a:lnTo>
                  <a:pt x="275844" y="284988"/>
                </a:lnTo>
                <a:lnTo>
                  <a:pt x="275844" y="368808"/>
                </a:lnTo>
                <a:lnTo>
                  <a:pt x="271272" y="373380"/>
                </a:lnTo>
                <a:lnTo>
                  <a:pt x="262128" y="371856"/>
                </a:lnTo>
                <a:lnTo>
                  <a:pt x="253593" y="371335"/>
                </a:lnTo>
                <a:lnTo>
                  <a:pt x="241935" y="369951"/>
                </a:lnTo>
                <a:lnTo>
                  <a:pt x="210312" y="365760"/>
                </a:lnTo>
                <a:lnTo>
                  <a:pt x="210312" y="373380"/>
                </a:lnTo>
                <a:lnTo>
                  <a:pt x="229171" y="379984"/>
                </a:lnTo>
                <a:lnTo>
                  <a:pt x="244602" y="388429"/>
                </a:lnTo>
                <a:lnTo>
                  <a:pt x="256603" y="398894"/>
                </a:lnTo>
                <a:lnTo>
                  <a:pt x="265176" y="411480"/>
                </a:lnTo>
                <a:lnTo>
                  <a:pt x="276364" y="406006"/>
                </a:lnTo>
                <a:lnTo>
                  <a:pt x="299618" y="373380"/>
                </a:lnTo>
                <a:lnTo>
                  <a:pt x="299935" y="370649"/>
                </a:lnTo>
                <a:lnTo>
                  <a:pt x="300113" y="365760"/>
                </a:lnTo>
                <a:lnTo>
                  <a:pt x="300228" y="284988"/>
                </a:lnTo>
                <a:lnTo>
                  <a:pt x="397764" y="284988"/>
                </a:lnTo>
                <a:close/>
              </a:path>
              <a:path w="848995" h="414654">
                <a:moveTo>
                  <a:pt x="399288" y="68580"/>
                </a:moveTo>
                <a:lnTo>
                  <a:pt x="389178" y="57912"/>
                </a:lnTo>
                <a:lnTo>
                  <a:pt x="371856" y="39624"/>
                </a:lnTo>
                <a:lnTo>
                  <a:pt x="352044" y="57912"/>
                </a:lnTo>
                <a:lnTo>
                  <a:pt x="262128" y="57912"/>
                </a:lnTo>
                <a:lnTo>
                  <a:pt x="264960" y="54178"/>
                </a:lnTo>
                <a:lnTo>
                  <a:pt x="268795" y="49720"/>
                </a:lnTo>
                <a:lnTo>
                  <a:pt x="273481" y="44411"/>
                </a:lnTo>
                <a:lnTo>
                  <a:pt x="278892" y="38100"/>
                </a:lnTo>
                <a:lnTo>
                  <a:pt x="286512" y="28956"/>
                </a:lnTo>
                <a:lnTo>
                  <a:pt x="291084" y="24384"/>
                </a:lnTo>
                <a:lnTo>
                  <a:pt x="295656" y="21336"/>
                </a:lnTo>
                <a:lnTo>
                  <a:pt x="260604" y="0"/>
                </a:lnTo>
                <a:lnTo>
                  <a:pt x="245808" y="42443"/>
                </a:lnTo>
                <a:lnTo>
                  <a:pt x="224599" y="86487"/>
                </a:lnTo>
                <a:lnTo>
                  <a:pt x="208788" y="112776"/>
                </a:lnTo>
                <a:lnTo>
                  <a:pt x="213360" y="115824"/>
                </a:lnTo>
                <a:lnTo>
                  <a:pt x="221335" y="108445"/>
                </a:lnTo>
                <a:lnTo>
                  <a:pt x="231457" y="97917"/>
                </a:lnTo>
                <a:lnTo>
                  <a:pt x="243522" y="84582"/>
                </a:lnTo>
                <a:lnTo>
                  <a:pt x="257556" y="68580"/>
                </a:lnTo>
                <a:lnTo>
                  <a:pt x="284988" y="68580"/>
                </a:lnTo>
                <a:lnTo>
                  <a:pt x="289242" y="74295"/>
                </a:lnTo>
                <a:lnTo>
                  <a:pt x="292798" y="80010"/>
                </a:lnTo>
                <a:lnTo>
                  <a:pt x="295478" y="85725"/>
                </a:lnTo>
                <a:lnTo>
                  <a:pt x="297180" y="91440"/>
                </a:lnTo>
                <a:lnTo>
                  <a:pt x="299466" y="97472"/>
                </a:lnTo>
                <a:lnTo>
                  <a:pt x="301752" y="104203"/>
                </a:lnTo>
                <a:lnTo>
                  <a:pt x="303872" y="111252"/>
                </a:lnTo>
                <a:lnTo>
                  <a:pt x="306324" y="120396"/>
                </a:lnTo>
                <a:lnTo>
                  <a:pt x="307848" y="134112"/>
                </a:lnTo>
                <a:lnTo>
                  <a:pt x="312420" y="138684"/>
                </a:lnTo>
                <a:lnTo>
                  <a:pt x="316992" y="134112"/>
                </a:lnTo>
                <a:lnTo>
                  <a:pt x="323088" y="131064"/>
                </a:lnTo>
                <a:lnTo>
                  <a:pt x="327660" y="128016"/>
                </a:lnTo>
                <a:lnTo>
                  <a:pt x="330708" y="118872"/>
                </a:lnTo>
                <a:lnTo>
                  <a:pt x="332232" y="115824"/>
                </a:lnTo>
                <a:lnTo>
                  <a:pt x="332232" y="108204"/>
                </a:lnTo>
                <a:lnTo>
                  <a:pt x="305562" y="77152"/>
                </a:lnTo>
                <a:lnTo>
                  <a:pt x="294132" y="68580"/>
                </a:lnTo>
                <a:lnTo>
                  <a:pt x="399288" y="68580"/>
                </a:lnTo>
                <a:close/>
              </a:path>
              <a:path w="848995" h="414654">
                <a:moveTo>
                  <a:pt x="402336" y="224028"/>
                </a:moveTo>
                <a:lnTo>
                  <a:pt x="373380" y="192024"/>
                </a:lnTo>
                <a:lnTo>
                  <a:pt x="352044" y="213360"/>
                </a:lnTo>
                <a:lnTo>
                  <a:pt x="220980" y="213360"/>
                </a:lnTo>
                <a:lnTo>
                  <a:pt x="220980" y="167640"/>
                </a:lnTo>
                <a:lnTo>
                  <a:pt x="364236" y="167640"/>
                </a:lnTo>
                <a:lnTo>
                  <a:pt x="335280" y="137160"/>
                </a:lnTo>
                <a:lnTo>
                  <a:pt x="313944" y="156972"/>
                </a:lnTo>
                <a:lnTo>
                  <a:pt x="220980" y="156972"/>
                </a:lnTo>
                <a:lnTo>
                  <a:pt x="220980" y="140208"/>
                </a:lnTo>
                <a:lnTo>
                  <a:pt x="233172" y="129540"/>
                </a:lnTo>
                <a:lnTo>
                  <a:pt x="195072" y="106680"/>
                </a:lnTo>
                <a:lnTo>
                  <a:pt x="195300" y="116687"/>
                </a:lnTo>
                <a:lnTo>
                  <a:pt x="195808" y="128016"/>
                </a:lnTo>
                <a:lnTo>
                  <a:pt x="196291" y="140208"/>
                </a:lnTo>
                <a:lnTo>
                  <a:pt x="196392" y="144780"/>
                </a:lnTo>
                <a:lnTo>
                  <a:pt x="196596" y="156972"/>
                </a:lnTo>
                <a:lnTo>
                  <a:pt x="62484" y="156972"/>
                </a:lnTo>
                <a:lnTo>
                  <a:pt x="77724" y="173736"/>
                </a:lnTo>
                <a:lnTo>
                  <a:pt x="88011" y="170865"/>
                </a:lnTo>
                <a:lnTo>
                  <a:pt x="98298" y="168973"/>
                </a:lnTo>
                <a:lnTo>
                  <a:pt x="108585" y="167957"/>
                </a:lnTo>
                <a:lnTo>
                  <a:pt x="118872" y="167640"/>
                </a:lnTo>
                <a:lnTo>
                  <a:pt x="196596" y="167640"/>
                </a:lnTo>
                <a:lnTo>
                  <a:pt x="196596" y="213360"/>
                </a:lnTo>
                <a:lnTo>
                  <a:pt x="3048" y="213360"/>
                </a:lnTo>
                <a:lnTo>
                  <a:pt x="18288" y="228600"/>
                </a:lnTo>
                <a:lnTo>
                  <a:pt x="28587" y="226606"/>
                </a:lnTo>
                <a:lnTo>
                  <a:pt x="39052" y="225171"/>
                </a:lnTo>
                <a:lnTo>
                  <a:pt x="49784" y="224320"/>
                </a:lnTo>
                <a:lnTo>
                  <a:pt x="60960" y="224028"/>
                </a:lnTo>
                <a:lnTo>
                  <a:pt x="402336" y="224028"/>
                </a:lnTo>
                <a:close/>
              </a:path>
              <a:path w="848995" h="414654">
                <a:moveTo>
                  <a:pt x="582168" y="27432"/>
                </a:moveTo>
                <a:lnTo>
                  <a:pt x="544068" y="4572"/>
                </a:lnTo>
                <a:lnTo>
                  <a:pt x="536117" y="32842"/>
                </a:lnTo>
                <a:lnTo>
                  <a:pt x="527875" y="59436"/>
                </a:lnTo>
                <a:lnTo>
                  <a:pt x="510540" y="105156"/>
                </a:lnTo>
                <a:lnTo>
                  <a:pt x="493014" y="141732"/>
                </a:lnTo>
                <a:lnTo>
                  <a:pt x="467271" y="186880"/>
                </a:lnTo>
                <a:lnTo>
                  <a:pt x="443484" y="219456"/>
                </a:lnTo>
                <a:lnTo>
                  <a:pt x="448056" y="225552"/>
                </a:lnTo>
                <a:lnTo>
                  <a:pt x="462572" y="210743"/>
                </a:lnTo>
                <a:lnTo>
                  <a:pt x="478726" y="191452"/>
                </a:lnTo>
                <a:lnTo>
                  <a:pt x="496265" y="167906"/>
                </a:lnTo>
                <a:lnTo>
                  <a:pt x="515112" y="140208"/>
                </a:lnTo>
                <a:lnTo>
                  <a:pt x="514997" y="338785"/>
                </a:lnTo>
                <a:lnTo>
                  <a:pt x="514731" y="358330"/>
                </a:lnTo>
                <a:lnTo>
                  <a:pt x="513816" y="383362"/>
                </a:lnTo>
                <a:lnTo>
                  <a:pt x="512064" y="409956"/>
                </a:lnTo>
                <a:lnTo>
                  <a:pt x="542544" y="396240"/>
                </a:lnTo>
                <a:lnTo>
                  <a:pt x="540473" y="356031"/>
                </a:lnTo>
                <a:lnTo>
                  <a:pt x="539508" y="313016"/>
                </a:lnTo>
                <a:lnTo>
                  <a:pt x="539496" y="146304"/>
                </a:lnTo>
                <a:lnTo>
                  <a:pt x="546608" y="140208"/>
                </a:lnTo>
                <a:lnTo>
                  <a:pt x="550164" y="137160"/>
                </a:lnTo>
                <a:lnTo>
                  <a:pt x="525780" y="123444"/>
                </a:lnTo>
                <a:lnTo>
                  <a:pt x="539496" y="93395"/>
                </a:lnTo>
                <a:lnTo>
                  <a:pt x="550926" y="69342"/>
                </a:lnTo>
                <a:lnTo>
                  <a:pt x="560070" y="51015"/>
                </a:lnTo>
                <a:lnTo>
                  <a:pt x="566928" y="38100"/>
                </a:lnTo>
                <a:lnTo>
                  <a:pt x="582168" y="27432"/>
                </a:lnTo>
                <a:close/>
              </a:path>
              <a:path w="848995" h="414654">
                <a:moveTo>
                  <a:pt x="673608" y="176784"/>
                </a:moveTo>
                <a:lnTo>
                  <a:pt x="633984" y="156972"/>
                </a:lnTo>
                <a:lnTo>
                  <a:pt x="633425" y="207835"/>
                </a:lnTo>
                <a:lnTo>
                  <a:pt x="631888" y="248412"/>
                </a:lnTo>
                <a:lnTo>
                  <a:pt x="626364" y="298704"/>
                </a:lnTo>
                <a:lnTo>
                  <a:pt x="610133" y="338670"/>
                </a:lnTo>
                <a:lnTo>
                  <a:pt x="581977" y="373761"/>
                </a:lnTo>
                <a:lnTo>
                  <a:pt x="550164" y="399288"/>
                </a:lnTo>
                <a:lnTo>
                  <a:pt x="554736" y="403860"/>
                </a:lnTo>
                <a:lnTo>
                  <a:pt x="595884" y="377952"/>
                </a:lnTo>
                <a:lnTo>
                  <a:pt x="632739" y="338670"/>
                </a:lnTo>
                <a:lnTo>
                  <a:pt x="650748" y="291084"/>
                </a:lnTo>
                <a:lnTo>
                  <a:pt x="656844" y="247459"/>
                </a:lnTo>
                <a:lnTo>
                  <a:pt x="658368" y="188976"/>
                </a:lnTo>
                <a:lnTo>
                  <a:pt x="673608" y="176784"/>
                </a:lnTo>
                <a:close/>
              </a:path>
              <a:path w="848995" h="414654">
                <a:moveTo>
                  <a:pt x="769620" y="175260"/>
                </a:moveTo>
                <a:lnTo>
                  <a:pt x="729996" y="155448"/>
                </a:lnTo>
                <a:lnTo>
                  <a:pt x="730872" y="173355"/>
                </a:lnTo>
                <a:lnTo>
                  <a:pt x="731253" y="188976"/>
                </a:lnTo>
                <a:lnTo>
                  <a:pt x="731342" y="193548"/>
                </a:lnTo>
                <a:lnTo>
                  <a:pt x="731469" y="207835"/>
                </a:lnTo>
                <a:lnTo>
                  <a:pt x="731354" y="350520"/>
                </a:lnTo>
                <a:lnTo>
                  <a:pt x="731278" y="356031"/>
                </a:lnTo>
                <a:lnTo>
                  <a:pt x="730313" y="391058"/>
                </a:lnTo>
                <a:lnTo>
                  <a:pt x="730199" y="396240"/>
                </a:lnTo>
                <a:lnTo>
                  <a:pt x="729996" y="414528"/>
                </a:lnTo>
                <a:lnTo>
                  <a:pt x="755904" y="400812"/>
                </a:lnTo>
                <a:lnTo>
                  <a:pt x="755015" y="381914"/>
                </a:lnTo>
                <a:lnTo>
                  <a:pt x="754583" y="364858"/>
                </a:lnTo>
                <a:lnTo>
                  <a:pt x="754494" y="356031"/>
                </a:lnTo>
                <a:lnTo>
                  <a:pt x="754380" y="188976"/>
                </a:lnTo>
                <a:lnTo>
                  <a:pt x="769620" y="175260"/>
                </a:lnTo>
                <a:close/>
              </a:path>
              <a:path w="848995" h="414654">
                <a:moveTo>
                  <a:pt x="848868" y="161544"/>
                </a:moveTo>
                <a:lnTo>
                  <a:pt x="804672" y="145351"/>
                </a:lnTo>
                <a:lnTo>
                  <a:pt x="765048" y="118872"/>
                </a:lnTo>
                <a:lnTo>
                  <a:pt x="728662" y="82486"/>
                </a:lnTo>
                <a:lnTo>
                  <a:pt x="702779" y="45720"/>
                </a:lnTo>
                <a:lnTo>
                  <a:pt x="697992" y="38100"/>
                </a:lnTo>
                <a:lnTo>
                  <a:pt x="714756" y="27432"/>
                </a:lnTo>
                <a:lnTo>
                  <a:pt x="678180" y="4572"/>
                </a:lnTo>
                <a:lnTo>
                  <a:pt x="656082" y="60388"/>
                </a:lnTo>
                <a:lnTo>
                  <a:pt x="624840" y="112776"/>
                </a:lnTo>
                <a:lnTo>
                  <a:pt x="589407" y="158877"/>
                </a:lnTo>
                <a:lnTo>
                  <a:pt x="551688" y="193548"/>
                </a:lnTo>
                <a:lnTo>
                  <a:pt x="556260" y="199644"/>
                </a:lnTo>
                <a:lnTo>
                  <a:pt x="593979" y="170688"/>
                </a:lnTo>
                <a:lnTo>
                  <a:pt x="629412" y="137160"/>
                </a:lnTo>
                <a:lnTo>
                  <a:pt x="662559" y="97155"/>
                </a:lnTo>
                <a:lnTo>
                  <a:pt x="693420" y="45720"/>
                </a:lnTo>
                <a:lnTo>
                  <a:pt x="716559" y="89522"/>
                </a:lnTo>
                <a:lnTo>
                  <a:pt x="744855" y="127444"/>
                </a:lnTo>
                <a:lnTo>
                  <a:pt x="778281" y="159956"/>
                </a:lnTo>
                <a:lnTo>
                  <a:pt x="816864" y="187452"/>
                </a:lnTo>
                <a:lnTo>
                  <a:pt x="821436" y="179412"/>
                </a:lnTo>
                <a:lnTo>
                  <a:pt x="828294" y="173355"/>
                </a:lnTo>
                <a:lnTo>
                  <a:pt x="837438" y="169024"/>
                </a:lnTo>
                <a:lnTo>
                  <a:pt x="848868" y="166116"/>
                </a:lnTo>
                <a:lnTo>
                  <a:pt x="848868" y="16154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3" name="object 103"/>
          <p:cNvSpPr/>
          <p:nvPr/>
        </p:nvSpPr>
        <p:spPr>
          <a:xfrm>
            <a:off x="8793480" y="4828032"/>
            <a:ext cx="356870" cy="401320"/>
          </a:xfrm>
          <a:custGeom>
            <a:avLst/>
            <a:gdLst/>
            <a:ahLst/>
            <a:cxnLst/>
            <a:rect l="l" t="t" r="r" b="b"/>
            <a:pathLst>
              <a:path w="356870" h="401320">
                <a:moveTo>
                  <a:pt x="54864" y="89916"/>
                </a:moveTo>
                <a:lnTo>
                  <a:pt x="44196" y="89916"/>
                </a:lnTo>
                <a:lnTo>
                  <a:pt x="51554" y="62150"/>
                </a:lnTo>
                <a:lnTo>
                  <a:pt x="57340" y="38100"/>
                </a:lnTo>
                <a:lnTo>
                  <a:pt x="61126" y="17478"/>
                </a:lnTo>
                <a:lnTo>
                  <a:pt x="62484" y="0"/>
                </a:lnTo>
                <a:lnTo>
                  <a:pt x="100584" y="21336"/>
                </a:lnTo>
                <a:lnTo>
                  <a:pt x="91725" y="28194"/>
                </a:lnTo>
                <a:lnTo>
                  <a:pt x="81153" y="41910"/>
                </a:lnTo>
                <a:lnTo>
                  <a:pt x="68865" y="62484"/>
                </a:lnTo>
                <a:lnTo>
                  <a:pt x="54864" y="89916"/>
                </a:lnTo>
                <a:close/>
              </a:path>
              <a:path w="356870" h="401320">
                <a:moveTo>
                  <a:pt x="147828" y="190500"/>
                </a:moveTo>
                <a:lnTo>
                  <a:pt x="143256" y="187452"/>
                </a:lnTo>
                <a:lnTo>
                  <a:pt x="160377" y="160615"/>
                </a:lnTo>
                <a:lnTo>
                  <a:pt x="175069" y="135064"/>
                </a:lnTo>
                <a:lnTo>
                  <a:pt x="196596" y="88392"/>
                </a:lnTo>
                <a:lnTo>
                  <a:pt x="211836" y="44958"/>
                </a:lnTo>
                <a:lnTo>
                  <a:pt x="222503" y="1524"/>
                </a:lnTo>
                <a:lnTo>
                  <a:pt x="260603" y="24384"/>
                </a:lnTo>
                <a:lnTo>
                  <a:pt x="252864" y="32146"/>
                </a:lnTo>
                <a:lnTo>
                  <a:pt x="243268" y="46482"/>
                </a:lnTo>
                <a:lnTo>
                  <a:pt x="231671" y="67675"/>
                </a:lnTo>
                <a:lnTo>
                  <a:pt x="217932" y="96012"/>
                </a:lnTo>
                <a:lnTo>
                  <a:pt x="350520" y="96012"/>
                </a:lnTo>
                <a:lnTo>
                  <a:pt x="356616" y="102108"/>
                </a:lnTo>
                <a:lnTo>
                  <a:pt x="352806" y="105156"/>
                </a:lnTo>
                <a:lnTo>
                  <a:pt x="214884" y="105156"/>
                </a:lnTo>
                <a:lnTo>
                  <a:pt x="198834" y="129420"/>
                </a:lnTo>
                <a:lnTo>
                  <a:pt x="182499" y="151828"/>
                </a:lnTo>
                <a:lnTo>
                  <a:pt x="165592" y="172235"/>
                </a:lnTo>
                <a:lnTo>
                  <a:pt x="147828" y="190500"/>
                </a:lnTo>
                <a:close/>
              </a:path>
              <a:path w="356870" h="401320">
                <a:moveTo>
                  <a:pt x="146304" y="89916"/>
                </a:moveTo>
                <a:lnTo>
                  <a:pt x="111252" y="89916"/>
                </a:lnTo>
                <a:lnTo>
                  <a:pt x="129540" y="73152"/>
                </a:lnTo>
                <a:lnTo>
                  <a:pt x="146304" y="89916"/>
                </a:lnTo>
                <a:close/>
              </a:path>
              <a:path w="356870" h="401320">
                <a:moveTo>
                  <a:pt x="0" y="397764"/>
                </a:moveTo>
                <a:lnTo>
                  <a:pt x="820" y="359664"/>
                </a:lnTo>
                <a:lnTo>
                  <a:pt x="917" y="353568"/>
                </a:lnTo>
                <a:lnTo>
                  <a:pt x="1333" y="316230"/>
                </a:lnTo>
                <a:lnTo>
                  <a:pt x="1425" y="176784"/>
                </a:lnTo>
                <a:lnTo>
                  <a:pt x="1301" y="151828"/>
                </a:lnTo>
                <a:lnTo>
                  <a:pt x="881" y="114681"/>
                </a:lnTo>
                <a:lnTo>
                  <a:pt x="0" y="74676"/>
                </a:lnTo>
                <a:lnTo>
                  <a:pt x="25908" y="89916"/>
                </a:lnTo>
                <a:lnTo>
                  <a:pt x="146304" y="89916"/>
                </a:lnTo>
                <a:lnTo>
                  <a:pt x="155448" y="99060"/>
                </a:lnTo>
                <a:lnTo>
                  <a:pt x="153162" y="100584"/>
                </a:lnTo>
                <a:lnTo>
                  <a:pt x="24384" y="100584"/>
                </a:lnTo>
                <a:lnTo>
                  <a:pt x="24384" y="211836"/>
                </a:lnTo>
                <a:lnTo>
                  <a:pt x="137509" y="211836"/>
                </a:lnTo>
                <a:lnTo>
                  <a:pt x="137586" y="222504"/>
                </a:lnTo>
                <a:lnTo>
                  <a:pt x="24384" y="222504"/>
                </a:lnTo>
                <a:lnTo>
                  <a:pt x="24384" y="344424"/>
                </a:lnTo>
                <a:lnTo>
                  <a:pt x="139273" y="344424"/>
                </a:lnTo>
                <a:lnTo>
                  <a:pt x="139528" y="353568"/>
                </a:lnTo>
                <a:lnTo>
                  <a:pt x="24384" y="353568"/>
                </a:lnTo>
                <a:lnTo>
                  <a:pt x="24384" y="384048"/>
                </a:lnTo>
                <a:lnTo>
                  <a:pt x="0" y="397764"/>
                </a:lnTo>
                <a:close/>
              </a:path>
              <a:path w="356870" h="401320">
                <a:moveTo>
                  <a:pt x="350520" y="96012"/>
                </a:moveTo>
                <a:lnTo>
                  <a:pt x="310896" y="96012"/>
                </a:lnTo>
                <a:lnTo>
                  <a:pt x="330708" y="76200"/>
                </a:lnTo>
                <a:lnTo>
                  <a:pt x="350520" y="96012"/>
                </a:lnTo>
                <a:close/>
              </a:path>
              <a:path w="356870" h="401320">
                <a:moveTo>
                  <a:pt x="137509" y="211836"/>
                </a:moveTo>
                <a:lnTo>
                  <a:pt x="115824" y="211836"/>
                </a:lnTo>
                <a:lnTo>
                  <a:pt x="115824" y="100584"/>
                </a:lnTo>
                <a:lnTo>
                  <a:pt x="153162" y="100584"/>
                </a:lnTo>
                <a:lnTo>
                  <a:pt x="137160" y="111252"/>
                </a:lnTo>
                <a:lnTo>
                  <a:pt x="137271" y="160615"/>
                </a:lnTo>
                <a:lnTo>
                  <a:pt x="137386" y="194691"/>
                </a:lnTo>
                <a:lnTo>
                  <a:pt x="137509" y="211836"/>
                </a:lnTo>
                <a:close/>
              </a:path>
              <a:path w="356870" h="401320">
                <a:moveTo>
                  <a:pt x="327433" y="359664"/>
                </a:moveTo>
                <a:lnTo>
                  <a:pt x="283464" y="359664"/>
                </a:lnTo>
                <a:lnTo>
                  <a:pt x="292631" y="357687"/>
                </a:lnTo>
                <a:lnTo>
                  <a:pt x="299656" y="351853"/>
                </a:lnTo>
                <a:lnTo>
                  <a:pt x="309274" y="304373"/>
                </a:lnTo>
                <a:lnTo>
                  <a:pt x="311086" y="259461"/>
                </a:lnTo>
                <a:lnTo>
                  <a:pt x="313148" y="194691"/>
                </a:lnTo>
                <a:lnTo>
                  <a:pt x="315467" y="105156"/>
                </a:lnTo>
                <a:lnTo>
                  <a:pt x="352806" y="105156"/>
                </a:lnTo>
                <a:lnTo>
                  <a:pt x="341376" y="114300"/>
                </a:lnTo>
                <a:lnTo>
                  <a:pt x="339488" y="190500"/>
                </a:lnTo>
                <a:lnTo>
                  <a:pt x="337718" y="248631"/>
                </a:lnTo>
                <a:lnTo>
                  <a:pt x="335889" y="294583"/>
                </a:lnTo>
                <a:lnTo>
                  <a:pt x="334060" y="326489"/>
                </a:lnTo>
                <a:lnTo>
                  <a:pt x="332232" y="344424"/>
                </a:lnTo>
                <a:lnTo>
                  <a:pt x="328517" y="357020"/>
                </a:lnTo>
                <a:lnTo>
                  <a:pt x="327433" y="359664"/>
                </a:lnTo>
                <a:close/>
              </a:path>
              <a:path w="356870" h="401320">
                <a:moveTo>
                  <a:pt x="231648" y="269748"/>
                </a:moveTo>
                <a:lnTo>
                  <a:pt x="230124" y="269748"/>
                </a:lnTo>
                <a:lnTo>
                  <a:pt x="226956" y="268081"/>
                </a:lnTo>
                <a:lnTo>
                  <a:pt x="224218" y="263271"/>
                </a:lnTo>
                <a:lnTo>
                  <a:pt x="221765" y="255603"/>
                </a:lnTo>
                <a:lnTo>
                  <a:pt x="219456" y="245364"/>
                </a:lnTo>
                <a:lnTo>
                  <a:pt x="214907" y="227576"/>
                </a:lnTo>
                <a:lnTo>
                  <a:pt x="208216" y="210502"/>
                </a:lnTo>
                <a:lnTo>
                  <a:pt x="199524" y="193714"/>
                </a:lnTo>
                <a:lnTo>
                  <a:pt x="188976" y="176784"/>
                </a:lnTo>
                <a:lnTo>
                  <a:pt x="192024" y="172212"/>
                </a:lnTo>
                <a:lnTo>
                  <a:pt x="224980" y="198501"/>
                </a:lnTo>
                <a:lnTo>
                  <a:pt x="246888" y="234696"/>
                </a:lnTo>
                <a:lnTo>
                  <a:pt x="246888" y="246888"/>
                </a:lnTo>
                <a:lnTo>
                  <a:pt x="245364" y="254508"/>
                </a:lnTo>
                <a:lnTo>
                  <a:pt x="236220" y="266700"/>
                </a:lnTo>
                <a:lnTo>
                  <a:pt x="231648" y="269748"/>
                </a:lnTo>
                <a:close/>
              </a:path>
              <a:path w="356870" h="401320">
                <a:moveTo>
                  <a:pt x="139273" y="344424"/>
                </a:moveTo>
                <a:lnTo>
                  <a:pt x="115824" y="344424"/>
                </a:lnTo>
                <a:lnTo>
                  <a:pt x="115824" y="222504"/>
                </a:lnTo>
                <a:lnTo>
                  <a:pt x="137586" y="222504"/>
                </a:lnTo>
                <a:lnTo>
                  <a:pt x="137793" y="251338"/>
                </a:lnTo>
                <a:lnTo>
                  <a:pt x="138487" y="304895"/>
                </a:lnTo>
                <a:lnTo>
                  <a:pt x="139273" y="344424"/>
                </a:lnTo>
                <a:close/>
              </a:path>
              <a:path w="356870" h="401320">
                <a:moveTo>
                  <a:pt x="278891" y="400812"/>
                </a:moveTo>
                <a:lnTo>
                  <a:pt x="271772" y="387953"/>
                </a:lnTo>
                <a:lnTo>
                  <a:pt x="259651" y="376809"/>
                </a:lnTo>
                <a:lnTo>
                  <a:pt x="242673" y="367379"/>
                </a:lnTo>
                <a:lnTo>
                  <a:pt x="220979" y="359664"/>
                </a:lnTo>
                <a:lnTo>
                  <a:pt x="220979" y="350520"/>
                </a:lnTo>
                <a:lnTo>
                  <a:pt x="241244" y="354520"/>
                </a:lnTo>
                <a:lnTo>
                  <a:pt x="258508" y="357378"/>
                </a:lnTo>
                <a:lnTo>
                  <a:pt x="272629" y="359092"/>
                </a:lnTo>
                <a:lnTo>
                  <a:pt x="283464" y="359664"/>
                </a:lnTo>
                <a:lnTo>
                  <a:pt x="327433" y="359664"/>
                </a:lnTo>
                <a:lnTo>
                  <a:pt x="324231" y="367474"/>
                </a:lnTo>
                <a:lnTo>
                  <a:pt x="289726" y="396240"/>
                </a:lnTo>
                <a:lnTo>
                  <a:pt x="278891" y="400812"/>
                </a:lnTo>
                <a:close/>
              </a:path>
              <a:path w="356870" h="401320">
                <a:moveTo>
                  <a:pt x="115824" y="390144"/>
                </a:moveTo>
                <a:lnTo>
                  <a:pt x="115824" y="353568"/>
                </a:lnTo>
                <a:lnTo>
                  <a:pt x="139528" y="353568"/>
                </a:lnTo>
                <a:lnTo>
                  <a:pt x="140208" y="376428"/>
                </a:lnTo>
                <a:lnTo>
                  <a:pt x="115824" y="39014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4" name="object 104"/>
          <p:cNvSpPr/>
          <p:nvPr/>
        </p:nvSpPr>
        <p:spPr>
          <a:xfrm>
            <a:off x="9212580" y="4834128"/>
            <a:ext cx="396240" cy="394970"/>
          </a:xfrm>
          <a:custGeom>
            <a:avLst/>
            <a:gdLst/>
            <a:ahLst/>
            <a:cxnLst/>
            <a:rect l="l" t="t" r="r" b="b"/>
            <a:pathLst>
              <a:path w="396240" h="394970">
                <a:moveTo>
                  <a:pt x="18288" y="42672"/>
                </a:moveTo>
                <a:lnTo>
                  <a:pt x="3048" y="25908"/>
                </a:lnTo>
                <a:lnTo>
                  <a:pt x="333756" y="25908"/>
                </a:lnTo>
                <a:lnTo>
                  <a:pt x="359664" y="0"/>
                </a:lnTo>
                <a:lnTo>
                  <a:pt x="396240" y="36576"/>
                </a:lnTo>
                <a:lnTo>
                  <a:pt x="60960" y="36576"/>
                </a:lnTo>
                <a:lnTo>
                  <a:pt x="49791" y="36885"/>
                </a:lnTo>
                <a:lnTo>
                  <a:pt x="39052" y="37909"/>
                </a:lnTo>
                <a:lnTo>
                  <a:pt x="28598" y="39790"/>
                </a:lnTo>
                <a:lnTo>
                  <a:pt x="18288" y="42672"/>
                </a:lnTo>
                <a:close/>
              </a:path>
              <a:path w="396240" h="394970">
                <a:moveTo>
                  <a:pt x="3048" y="297179"/>
                </a:moveTo>
                <a:lnTo>
                  <a:pt x="0" y="291084"/>
                </a:lnTo>
                <a:lnTo>
                  <a:pt x="28289" y="269081"/>
                </a:lnTo>
                <a:lnTo>
                  <a:pt x="56007" y="244221"/>
                </a:lnTo>
                <a:lnTo>
                  <a:pt x="83153" y="216503"/>
                </a:lnTo>
                <a:lnTo>
                  <a:pt x="109728" y="185928"/>
                </a:lnTo>
                <a:lnTo>
                  <a:pt x="135516" y="152733"/>
                </a:lnTo>
                <a:lnTo>
                  <a:pt x="158305" y="116967"/>
                </a:lnTo>
                <a:lnTo>
                  <a:pt x="178522" y="78343"/>
                </a:lnTo>
                <a:lnTo>
                  <a:pt x="196596" y="36576"/>
                </a:lnTo>
                <a:lnTo>
                  <a:pt x="231648" y="36576"/>
                </a:lnTo>
                <a:lnTo>
                  <a:pt x="223385" y="52030"/>
                </a:lnTo>
                <a:lnTo>
                  <a:pt x="214693" y="68770"/>
                </a:lnTo>
                <a:lnTo>
                  <a:pt x="205716" y="86939"/>
                </a:lnTo>
                <a:lnTo>
                  <a:pt x="196596" y="106680"/>
                </a:lnTo>
                <a:lnTo>
                  <a:pt x="225552" y="123444"/>
                </a:lnTo>
                <a:lnTo>
                  <a:pt x="219837" y="128016"/>
                </a:lnTo>
                <a:lnTo>
                  <a:pt x="184404" y="128016"/>
                </a:lnTo>
                <a:lnTo>
                  <a:pt x="154570" y="168432"/>
                </a:lnTo>
                <a:lnTo>
                  <a:pt x="121663" y="205557"/>
                </a:lnTo>
                <a:lnTo>
                  <a:pt x="85539" y="239389"/>
                </a:lnTo>
                <a:lnTo>
                  <a:pt x="46049" y="269930"/>
                </a:lnTo>
                <a:lnTo>
                  <a:pt x="3048" y="297179"/>
                </a:lnTo>
                <a:close/>
              </a:path>
              <a:path w="396240" h="394970">
                <a:moveTo>
                  <a:pt x="182880" y="394716"/>
                </a:moveTo>
                <a:lnTo>
                  <a:pt x="183118" y="362712"/>
                </a:lnTo>
                <a:lnTo>
                  <a:pt x="183739" y="327874"/>
                </a:lnTo>
                <a:lnTo>
                  <a:pt x="184165" y="305562"/>
                </a:lnTo>
                <a:lnTo>
                  <a:pt x="184302" y="291084"/>
                </a:lnTo>
                <a:lnTo>
                  <a:pt x="184404" y="128016"/>
                </a:lnTo>
                <a:lnTo>
                  <a:pt x="219837" y="128016"/>
                </a:lnTo>
                <a:lnTo>
                  <a:pt x="210312" y="135636"/>
                </a:lnTo>
                <a:lnTo>
                  <a:pt x="210375" y="332994"/>
                </a:lnTo>
                <a:lnTo>
                  <a:pt x="210502" y="349186"/>
                </a:lnTo>
                <a:lnTo>
                  <a:pt x="210954" y="367355"/>
                </a:lnTo>
                <a:lnTo>
                  <a:pt x="211836" y="382524"/>
                </a:lnTo>
                <a:lnTo>
                  <a:pt x="182880" y="394716"/>
                </a:lnTo>
                <a:close/>
              </a:path>
              <a:path w="396240" h="394970">
                <a:moveTo>
                  <a:pt x="374904" y="280416"/>
                </a:moveTo>
                <a:lnTo>
                  <a:pt x="371856" y="280416"/>
                </a:lnTo>
                <a:lnTo>
                  <a:pt x="367879" y="278701"/>
                </a:lnTo>
                <a:lnTo>
                  <a:pt x="362902" y="273558"/>
                </a:lnTo>
                <a:lnTo>
                  <a:pt x="357068" y="264985"/>
                </a:lnTo>
                <a:lnTo>
                  <a:pt x="350520" y="252984"/>
                </a:lnTo>
                <a:lnTo>
                  <a:pt x="336256" y="232171"/>
                </a:lnTo>
                <a:lnTo>
                  <a:pt x="314134" y="206502"/>
                </a:lnTo>
                <a:lnTo>
                  <a:pt x="284297" y="176260"/>
                </a:lnTo>
                <a:lnTo>
                  <a:pt x="246888" y="141732"/>
                </a:lnTo>
                <a:lnTo>
                  <a:pt x="251460" y="135636"/>
                </a:lnTo>
                <a:lnTo>
                  <a:pt x="301180" y="168783"/>
                </a:lnTo>
                <a:lnTo>
                  <a:pt x="338328" y="195072"/>
                </a:lnTo>
                <a:lnTo>
                  <a:pt x="374904" y="227076"/>
                </a:lnTo>
                <a:lnTo>
                  <a:pt x="385572" y="254508"/>
                </a:lnTo>
                <a:lnTo>
                  <a:pt x="385572" y="259080"/>
                </a:lnTo>
                <a:lnTo>
                  <a:pt x="384048" y="265176"/>
                </a:lnTo>
                <a:lnTo>
                  <a:pt x="381000" y="271272"/>
                </a:lnTo>
                <a:lnTo>
                  <a:pt x="376428" y="277368"/>
                </a:lnTo>
                <a:lnTo>
                  <a:pt x="374904" y="28041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5" name="object 105"/>
          <p:cNvSpPr/>
          <p:nvPr/>
        </p:nvSpPr>
        <p:spPr>
          <a:xfrm>
            <a:off x="2167127" y="5375147"/>
            <a:ext cx="344805" cy="391795"/>
          </a:xfrm>
          <a:custGeom>
            <a:avLst/>
            <a:gdLst/>
            <a:ahLst/>
            <a:cxnLst/>
            <a:rect l="l" t="t" r="r" b="b"/>
            <a:pathLst>
              <a:path w="344805" h="391795">
                <a:moveTo>
                  <a:pt x="0" y="391668"/>
                </a:moveTo>
                <a:lnTo>
                  <a:pt x="2095" y="339471"/>
                </a:lnTo>
                <a:lnTo>
                  <a:pt x="2786" y="317515"/>
                </a:lnTo>
                <a:lnTo>
                  <a:pt x="3048" y="298704"/>
                </a:lnTo>
                <a:lnTo>
                  <a:pt x="3024" y="60436"/>
                </a:lnTo>
                <a:lnTo>
                  <a:pt x="2857" y="40767"/>
                </a:lnTo>
                <a:lnTo>
                  <a:pt x="2405" y="20526"/>
                </a:lnTo>
                <a:lnTo>
                  <a:pt x="1524" y="0"/>
                </a:lnTo>
                <a:lnTo>
                  <a:pt x="27432" y="16764"/>
                </a:lnTo>
                <a:lnTo>
                  <a:pt x="337108" y="16764"/>
                </a:lnTo>
                <a:lnTo>
                  <a:pt x="344424" y="22860"/>
                </a:lnTo>
                <a:lnTo>
                  <a:pt x="338545" y="27432"/>
                </a:lnTo>
                <a:lnTo>
                  <a:pt x="27432" y="27432"/>
                </a:lnTo>
                <a:lnTo>
                  <a:pt x="27432" y="381000"/>
                </a:lnTo>
                <a:lnTo>
                  <a:pt x="0" y="391668"/>
                </a:lnTo>
                <a:close/>
              </a:path>
              <a:path w="344805" h="391795">
                <a:moveTo>
                  <a:pt x="337108" y="16764"/>
                </a:moveTo>
                <a:lnTo>
                  <a:pt x="304800" y="16764"/>
                </a:lnTo>
                <a:lnTo>
                  <a:pt x="316992" y="0"/>
                </a:lnTo>
                <a:lnTo>
                  <a:pt x="337108" y="16764"/>
                </a:lnTo>
                <a:close/>
              </a:path>
              <a:path w="344805" h="391795">
                <a:moveTo>
                  <a:pt x="328639" y="348996"/>
                </a:moveTo>
                <a:lnTo>
                  <a:pt x="286512" y="348996"/>
                </a:lnTo>
                <a:lnTo>
                  <a:pt x="294751" y="347519"/>
                </a:lnTo>
                <a:lnTo>
                  <a:pt x="300990" y="342900"/>
                </a:lnTo>
                <a:lnTo>
                  <a:pt x="304942" y="334851"/>
                </a:lnTo>
                <a:lnTo>
                  <a:pt x="306323" y="323088"/>
                </a:lnTo>
                <a:lnTo>
                  <a:pt x="306323" y="27432"/>
                </a:lnTo>
                <a:lnTo>
                  <a:pt x="338545" y="27432"/>
                </a:lnTo>
                <a:lnTo>
                  <a:pt x="330708" y="33528"/>
                </a:lnTo>
                <a:lnTo>
                  <a:pt x="330708" y="333756"/>
                </a:lnTo>
                <a:lnTo>
                  <a:pt x="328639" y="348996"/>
                </a:lnTo>
                <a:close/>
              </a:path>
              <a:path w="344805" h="391795">
                <a:moveTo>
                  <a:pt x="70104" y="108204"/>
                </a:moveTo>
                <a:lnTo>
                  <a:pt x="53340" y="91440"/>
                </a:lnTo>
                <a:lnTo>
                  <a:pt x="222504" y="91440"/>
                </a:lnTo>
                <a:lnTo>
                  <a:pt x="245364" y="68580"/>
                </a:lnTo>
                <a:lnTo>
                  <a:pt x="278892" y="102108"/>
                </a:lnTo>
                <a:lnTo>
                  <a:pt x="103632" y="102108"/>
                </a:lnTo>
                <a:lnTo>
                  <a:pt x="94535" y="102417"/>
                </a:lnTo>
                <a:lnTo>
                  <a:pt x="85725" y="103441"/>
                </a:lnTo>
                <a:lnTo>
                  <a:pt x="77485" y="105322"/>
                </a:lnTo>
                <a:lnTo>
                  <a:pt x="70104" y="108204"/>
                </a:lnTo>
                <a:close/>
              </a:path>
              <a:path w="344805" h="391795">
                <a:moveTo>
                  <a:pt x="250589" y="160020"/>
                </a:moveTo>
                <a:lnTo>
                  <a:pt x="214883" y="160020"/>
                </a:lnTo>
                <a:lnTo>
                  <a:pt x="227076" y="141732"/>
                </a:lnTo>
                <a:lnTo>
                  <a:pt x="250589" y="160020"/>
                </a:lnTo>
                <a:close/>
              </a:path>
              <a:path w="344805" h="391795">
                <a:moveTo>
                  <a:pt x="86868" y="298704"/>
                </a:moveTo>
                <a:lnTo>
                  <a:pt x="87749" y="283011"/>
                </a:lnTo>
                <a:lnTo>
                  <a:pt x="88201" y="265747"/>
                </a:lnTo>
                <a:lnTo>
                  <a:pt x="88315" y="252983"/>
                </a:lnTo>
                <a:lnTo>
                  <a:pt x="88368" y="205668"/>
                </a:lnTo>
                <a:lnTo>
                  <a:pt x="88201" y="184975"/>
                </a:lnTo>
                <a:lnTo>
                  <a:pt x="87749" y="165139"/>
                </a:lnTo>
                <a:lnTo>
                  <a:pt x="86868" y="146304"/>
                </a:lnTo>
                <a:lnTo>
                  <a:pt x="111252" y="160020"/>
                </a:lnTo>
                <a:lnTo>
                  <a:pt x="250589" y="160020"/>
                </a:lnTo>
                <a:lnTo>
                  <a:pt x="254508" y="163068"/>
                </a:lnTo>
                <a:lnTo>
                  <a:pt x="244983" y="170688"/>
                </a:lnTo>
                <a:lnTo>
                  <a:pt x="111252" y="170688"/>
                </a:lnTo>
                <a:lnTo>
                  <a:pt x="111252" y="252983"/>
                </a:lnTo>
                <a:lnTo>
                  <a:pt x="239668" y="252983"/>
                </a:lnTo>
                <a:lnTo>
                  <a:pt x="240220" y="262128"/>
                </a:lnTo>
                <a:lnTo>
                  <a:pt x="240350" y="263652"/>
                </a:lnTo>
                <a:lnTo>
                  <a:pt x="111252" y="263652"/>
                </a:lnTo>
                <a:lnTo>
                  <a:pt x="111252" y="289559"/>
                </a:lnTo>
                <a:lnTo>
                  <a:pt x="86868" y="298704"/>
                </a:lnTo>
                <a:close/>
              </a:path>
              <a:path w="344805" h="391795">
                <a:moveTo>
                  <a:pt x="239668" y="252983"/>
                </a:moveTo>
                <a:lnTo>
                  <a:pt x="217932" y="252983"/>
                </a:lnTo>
                <a:lnTo>
                  <a:pt x="217932" y="170688"/>
                </a:lnTo>
                <a:lnTo>
                  <a:pt x="244983" y="170688"/>
                </a:lnTo>
                <a:lnTo>
                  <a:pt x="239268" y="175260"/>
                </a:lnTo>
                <a:lnTo>
                  <a:pt x="239268" y="239268"/>
                </a:lnTo>
                <a:lnTo>
                  <a:pt x="239529" y="250698"/>
                </a:lnTo>
                <a:lnTo>
                  <a:pt x="239668" y="252983"/>
                </a:lnTo>
                <a:close/>
              </a:path>
              <a:path w="344805" h="391795">
                <a:moveTo>
                  <a:pt x="217932" y="294132"/>
                </a:moveTo>
                <a:lnTo>
                  <a:pt x="217932" y="263652"/>
                </a:lnTo>
                <a:lnTo>
                  <a:pt x="240350" y="263652"/>
                </a:lnTo>
                <a:lnTo>
                  <a:pt x="241196" y="273558"/>
                </a:lnTo>
                <a:lnTo>
                  <a:pt x="242316" y="284988"/>
                </a:lnTo>
                <a:lnTo>
                  <a:pt x="217932" y="294132"/>
                </a:lnTo>
                <a:close/>
              </a:path>
              <a:path w="344805" h="391795">
                <a:moveTo>
                  <a:pt x="288035" y="391668"/>
                </a:moveTo>
                <a:lnTo>
                  <a:pt x="284345" y="380523"/>
                </a:lnTo>
                <a:lnTo>
                  <a:pt x="273367" y="369951"/>
                </a:lnTo>
                <a:lnTo>
                  <a:pt x="255246" y="359949"/>
                </a:lnTo>
                <a:lnTo>
                  <a:pt x="230123" y="350520"/>
                </a:lnTo>
                <a:lnTo>
                  <a:pt x="230123" y="342900"/>
                </a:lnTo>
                <a:lnTo>
                  <a:pt x="247292" y="344924"/>
                </a:lnTo>
                <a:lnTo>
                  <a:pt x="286512" y="348996"/>
                </a:lnTo>
                <a:lnTo>
                  <a:pt x="328639" y="348996"/>
                </a:lnTo>
                <a:lnTo>
                  <a:pt x="328112" y="352877"/>
                </a:lnTo>
                <a:lnTo>
                  <a:pt x="320230" y="368998"/>
                </a:lnTo>
                <a:lnTo>
                  <a:pt x="306919" y="381976"/>
                </a:lnTo>
                <a:lnTo>
                  <a:pt x="288035" y="39166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6" name="object 106"/>
          <p:cNvSpPr/>
          <p:nvPr/>
        </p:nvSpPr>
        <p:spPr>
          <a:xfrm>
            <a:off x="2574023" y="5361432"/>
            <a:ext cx="831215" cy="408940"/>
          </a:xfrm>
          <a:custGeom>
            <a:avLst/>
            <a:gdLst/>
            <a:ahLst/>
            <a:cxnLst/>
            <a:rect l="l" t="t" r="r" b="b"/>
            <a:pathLst>
              <a:path w="831214" h="408939">
                <a:moveTo>
                  <a:pt x="41148" y="155257"/>
                </a:moveTo>
                <a:lnTo>
                  <a:pt x="40055" y="136525"/>
                </a:lnTo>
                <a:lnTo>
                  <a:pt x="38100" y="112776"/>
                </a:lnTo>
                <a:lnTo>
                  <a:pt x="30480" y="112776"/>
                </a:lnTo>
                <a:lnTo>
                  <a:pt x="28486" y="131064"/>
                </a:lnTo>
                <a:lnTo>
                  <a:pt x="24765" y="147066"/>
                </a:lnTo>
                <a:lnTo>
                  <a:pt x="19342" y="160782"/>
                </a:lnTo>
                <a:lnTo>
                  <a:pt x="12192" y="172212"/>
                </a:lnTo>
                <a:lnTo>
                  <a:pt x="3048" y="181356"/>
                </a:lnTo>
                <a:lnTo>
                  <a:pt x="0" y="187452"/>
                </a:lnTo>
                <a:lnTo>
                  <a:pt x="0" y="193548"/>
                </a:lnTo>
                <a:lnTo>
                  <a:pt x="1524" y="195072"/>
                </a:lnTo>
                <a:lnTo>
                  <a:pt x="6096" y="196596"/>
                </a:lnTo>
                <a:lnTo>
                  <a:pt x="9144" y="198120"/>
                </a:lnTo>
                <a:lnTo>
                  <a:pt x="13716" y="199644"/>
                </a:lnTo>
                <a:lnTo>
                  <a:pt x="18288" y="199644"/>
                </a:lnTo>
                <a:lnTo>
                  <a:pt x="41109" y="169151"/>
                </a:lnTo>
                <a:lnTo>
                  <a:pt x="41148" y="155257"/>
                </a:lnTo>
                <a:close/>
              </a:path>
              <a:path w="831214" h="408939">
                <a:moveTo>
                  <a:pt x="138684" y="121920"/>
                </a:moveTo>
                <a:lnTo>
                  <a:pt x="134112" y="114300"/>
                </a:lnTo>
                <a:lnTo>
                  <a:pt x="126492" y="109728"/>
                </a:lnTo>
                <a:lnTo>
                  <a:pt x="119659" y="105143"/>
                </a:lnTo>
                <a:lnTo>
                  <a:pt x="110680" y="100393"/>
                </a:lnTo>
                <a:lnTo>
                  <a:pt x="107772" y="99060"/>
                </a:lnTo>
                <a:lnTo>
                  <a:pt x="99707" y="95377"/>
                </a:lnTo>
                <a:lnTo>
                  <a:pt x="86868" y="89916"/>
                </a:lnTo>
                <a:lnTo>
                  <a:pt x="86868" y="30480"/>
                </a:lnTo>
                <a:lnTo>
                  <a:pt x="102108" y="18288"/>
                </a:lnTo>
                <a:lnTo>
                  <a:pt x="60960" y="0"/>
                </a:lnTo>
                <a:lnTo>
                  <a:pt x="61188" y="18288"/>
                </a:lnTo>
                <a:lnTo>
                  <a:pt x="61290" y="22860"/>
                </a:lnTo>
                <a:lnTo>
                  <a:pt x="61633" y="35052"/>
                </a:lnTo>
                <a:lnTo>
                  <a:pt x="62255" y="55943"/>
                </a:lnTo>
                <a:lnTo>
                  <a:pt x="62369" y="64008"/>
                </a:lnTo>
                <a:lnTo>
                  <a:pt x="62255" y="336613"/>
                </a:lnTo>
                <a:lnTo>
                  <a:pt x="61201" y="382333"/>
                </a:lnTo>
                <a:lnTo>
                  <a:pt x="60960" y="406908"/>
                </a:lnTo>
                <a:lnTo>
                  <a:pt x="88392" y="394716"/>
                </a:lnTo>
                <a:lnTo>
                  <a:pt x="87515" y="377647"/>
                </a:lnTo>
                <a:lnTo>
                  <a:pt x="87109" y="362712"/>
                </a:lnTo>
                <a:lnTo>
                  <a:pt x="87045" y="358902"/>
                </a:lnTo>
                <a:lnTo>
                  <a:pt x="86893" y="345211"/>
                </a:lnTo>
                <a:lnTo>
                  <a:pt x="86868" y="99060"/>
                </a:lnTo>
                <a:lnTo>
                  <a:pt x="95440" y="108445"/>
                </a:lnTo>
                <a:lnTo>
                  <a:pt x="102870" y="118110"/>
                </a:lnTo>
                <a:lnTo>
                  <a:pt x="109156" y="127787"/>
                </a:lnTo>
                <a:lnTo>
                  <a:pt x="114300" y="137160"/>
                </a:lnTo>
                <a:lnTo>
                  <a:pt x="118872" y="149352"/>
                </a:lnTo>
                <a:lnTo>
                  <a:pt x="123444" y="153924"/>
                </a:lnTo>
                <a:lnTo>
                  <a:pt x="132588" y="147828"/>
                </a:lnTo>
                <a:lnTo>
                  <a:pt x="135636" y="141732"/>
                </a:lnTo>
                <a:lnTo>
                  <a:pt x="137160" y="131064"/>
                </a:lnTo>
                <a:lnTo>
                  <a:pt x="138684" y="121920"/>
                </a:lnTo>
                <a:close/>
              </a:path>
              <a:path w="831214" h="408939">
                <a:moveTo>
                  <a:pt x="405384" y="373380"/>
                </a:moveTo>
                <a:lnTo>
                  <a:pt x="370332" y="338328"/>
                </a:lnTo>
                <a:lnTo>
                  <a:pt x="345948" y="362712"/>
                </a:lnTo>
                <a:lnTo>
                  <a:pt x="277368" y="362712"/>
                </a:lnTo>
                <a:lnTo>
                  <a:pt x="277368" y="240792"/>
                </a:lnTo>
                <a:lnTo>
                  <a:pt x="379476" y="240792"/>
                </a:lnTo>
                <a:lnTo>
                  <a:pt x="345948" y="208788"/>
                </a:lnTo>
                <a:lnTo>
                  <a:pt x="323088" y="231648"/>
                </a:lnTo>
                <a:lnTo>
                  <a:pt x="277368" y="231648"/>
                </a:lnTo>
                <a:lnTo>
                  <a:pt x="277368" y="135636"/>
                </a:lnTo>
                <a:lnTo>
                  <a:pt x="387096" y="135636"/>
                </a:lnTo>
                <a:lnTo>
                  <a:pt x="376428" y="124968"/>
                </a:lnTo>
                <a:lnTo>
                  <a:pt x="352044" y="100584"/>
                </a:lnTo>
                <a:lnTo>
                  <a:pt x="327660" y="124968"/>
                </a:lnTo>
                <a:lnTo>
                  <a:pt x="277368" y="124968"/>
                </a:lnTo>
                <a:lnTo>
                  <a:pt x="277368" y="35052"/>
                </a:lnTo>
                <a:lnTo>
                  <a:pt x="295656" y="22860"/>
                </a:lnTo>
                <a:lnTo>
                  <a:pt x="251460" y="3048"/>
                </a:lnTo>
                <a:lnTo>
                  <a:pt x="252742" y="44196"/>
                </a:lnTo>
                <a:lnTo>
                  <a:pt x="252984" y="124968"/>
                </a:lnTo>
                <a:lnTo>
                  <a:pt x="185928" y="124968"/>
                </a:lnTo>
                <a:lnTo>
                  <a:pt x="202692" y="74676"/>
                </a:lnTo>
                <a:lnTo>
                  <a:pt x="219456" y="64008"/>
                </a:lnTo>
                <a:lnTo>
                  <a:pt x="178308" y="44196"/>
                </a:lnTo>
                <a:lnTo>
                  <a:pt x="172821" y="82130"/>
                </a:lnTo>
                <a:lnTo>
                  <a:pt x="161544" y="129540"/>
                </a:lnTo>
                <a:lnTo>
                  <a:pt x="145732" y="178308"/>
                </a:lnTo>
                <a:lnTo>
                  <a:pt x="126492" y="222504"/>
                </a:lnTo>
                <a:lnTo>
                  <a:pt x="131064" y="225552"/>
                </a:lnTo>
                <a:lnTo>
                  <a:pt x="145376" y="207010"/>
                </a:lnTo>
                <a:lnTo>
                  <a:pt x="158686" y="185737"/>
                </a:lnTo>
                <a:lnTo>
                  <a:pt x="171145" y="161912"/>
                </a:lnTo>
                <a:lnTo>
                  <a:pt x="182880" y="135636"/>
                </a:lnTo>
                <a:lnTo>
                  <a:pt x="252984" y="135636"/>
                </a:lnTo>
                <a:lnTo>
                  <a:pt x="252984" y="231648"/>
                </a:lnTo>
                <a:lnTo>
                  <a:pt x="160020" y="231648"/>
                </a:lnTo>
                <a:lnTo>
                  <a:pt x="175260" y="246888"/>
                </a:lnTo>
                <a:lnTo>
                  <a:pt x="184912" y="244017"/>
                </a:lnTo>
                <a:lnTo>
                  <a:pt x="195262" y="242125"/>
                </a:lnTo>
                <a:lnTo>
                  <a:pt x="205917" y="241109"/>
                </a:lnTo>
                <a:lnTo>
                  <a:pt x="216408" y="240792"/>
                </a:lnTo>
                <a:lnTo>
                  <a:pt x="252984" y="240792"/>
                </a:lnTo>
                <a:lnTo>
                  <a:pt x="252984" y="362712"/>
                </a:lnTo>
                <a:lnTo>
                  <a:pt x="118872" y="362712"/>
                </a:lnTo>
                <a:lnTo>
                  <a:pt x="135636" y="379476"/>
                </a:lnTo>
                <a:lnTo>
                  <a:pt x="145072" y="376605"/>
                </a:lnTo>
                <a:lnTo>
                  <a:pt x="155067" y="374713"/>
                </a:lnTo>
                <a:lnTo>
                  <a:pt x="165646" y="373697"/>
                </a:lnTo>
                <a:lnTo>
                  <a:pt x="176784" y="373380"/>
                </a:lnTo>
                <a:lnTo>
                  <a:pt x="405384" y="373380"/>
                </a:lnTo>
                <a:close/>
              </a:path>
              <a:path w="831214" h="408939">
                <a:moveTo>
                  <a:pt x="662952" y="38100"/>
                </a:moveTo>
                <a:lnTo>
                  <a:pt x="655637" y="32004"/>
                </a:lnTo>
                <a:lnTo>
                  <a:pt x="635520" y="15240"/>
                </a:lnTo>
                <a:lnTo>
                  <a:pt x="624852" y="28282"/>
                </a:lnTo>
                <a:lnTo>
                  <a:pt x="624852" y="42672"/>
                </a:lnTo>
                <a:lnTo>
                  <a:pt x="624852" y="128016"/>
                </a:lnTo>
                <a:lnTo>
                  <a:pt x="518172" y="128016"/>
                </a:lnTo>
                <a:lnTo>
                  <a:pt x="518172" y="42672"/>
                </a:lnTo>
                <a:lnTo>
                  <a:pt x="624852" y="42672"/>
                </a:lnTo>
                <a:lnTo>
                  <a:pt x="624852" y="28282"/>
                </a:lnTo>
                <a:lnTo>
                  <a:pt x="621804" y="32004"/>
                </a:lnTo>
                <a:lnTo>
                  <a:pt x="521220" y="32004"/>
                </a:lnTo>
                <a:lnTo>
                  <a:pt x="490740" y="18288"/>
                </a:lnTo>
                <a:lnTo>
                  <a:pt x="491858" y="37465"/>
                </a:lnTo>
                <a:lnTo>
                  <a:pt x="492836" y="56197"/>
                </a:lnTo>
                <a:lnTo>
                  <a:pt x="493522" y="74663"/>
                </a:lnTo>
                <a:lnTo>
                  <a:pt x="493788" y="92964"/>
                </a:lnTo>
                <a:lnTo>
                  <a:pt x="493522" y="110375"/>
                </a:lnTo>
                <a:lnTo>
                  <a:pt x="492836" y="128016"/>
                </a:lnTo>
                <a:lnTo>
                  <a:pt x="491858" y="146304"/>
                </a:lnTo>
                <a:lnTo>
                  <a:pt x="490740" y="164592"/>
                </a:lnTo>
                <a:lnTo>
                  <a:pt x="518172" y="155448"/>
                </a:lnTo>
                <a:lnTo>
                  <a:pt x="518172" y="138684"/>
                </a:lnTo>
                <a:lnTo>
                  <a:pt x="624852" y="138684"/>
                </a:lnTo>
                <a:lnTo>
                  <a:pt x="624852" y="160020"/>
                </a:lnTo>
                <a:lnTo>
                  <a:pt x="649236" y="150876"/>
                </a:lnTo>
                <a:lnTo>
                  <a:pt x="648995" y="141452"/>
                </a:lnTo>
                <a:lnTo>
                  <a:pt x="648843" y="138684"/>
                </a:lnTo>
                <a:lnTo>
                  <a:pt x="648296" y="128016"/>
                </a:lnTo>
                <a:lnTo>
                  <a:pt x="647941" y="120878"/>
                </a:lnTo>
                <a:lnTo>
                  <a:pt x="647725" y="110375"/>
                </a:lnTo>
                <a:lnTo>
                  <a:pt x="647712" y="50292"/>
                </a:lnTo>
                <a:lnTo>
                  <a:pt x="657237" y="42672"/>
                </a:lnTo>
                <a:lnTo>
                  <a:pt x="662952" y="38100"/>
                </a:lnTo>
                <a:close/>
              </a:path>
              <a:path w="831214" h="408939">
                <a:moveTo>
                  <a:pt x="681240" y="225552"/>
                </a:moveTo>
                <a:lnTo>
                  <a:pt x="655332" y="202692"/>
                </a:lnTo>
                <a:lnTo>
                  <a:pt x="638568" y="220980"/>
                </a:lnTo>
                <a:lnTo>
                  <a:pt x="569988" y="220980"/>
                </a:lnTo>
                <a:lnTo>
                  <a:pt x="570890" y="208673"/>
                </a:lnTo>
                <a:lnTo>
                  <a:pt x="572122" y="185356"/>
                </a:lnTo>
                <a:lnTo>
                  <a:pt x="573036" y="173736"/>
                </a:lnTo>
                <a:lnTo>
                  <a:pt x="585228" y="163068"/>
                </a:lnTo>
                <a:lnTo>
                  <a:pt x="545604" y="146304"/>
                </a:lnTo>
                <a:lnTo>
                  <a:pt x="546455" y="166331"/>
                </a:lnTo>
                <a:lnTo>
                  <a:pt x="546735" y="185191"/>
                </a:lnTo>
                <a:lnTo>
                  <a:pt x="546455" y="203530"/>
                </a:lnTo>
                <a:lnTo>
                  <a:pt x="545604" y="220980"/>
                </a:lnTo>
                <a:lnTo>
                  <a:pt x="451116" y="220980"/>
                </a:lnTo>
                <a:lnTo>
                  <a:pt x="464832" y="234696"/>
                </a:lnTo>
                <a:lnTo>
                  <a:pt x="484644" y="231648"/>
                </a:lnTo>
                <a:lnTo>
                  <a:pt x="545604" y="231648"/>
                </a:lnTo>
                <a:lnTo>
                  <a:pt x="535889" y="278320"/>
                </a:lnTo>
                <a:lnTo>
                  <a:pt x="518172" y="321564"/>
                </a:lnTo>
                <a:lnTo>
                  <a:pt x="488454" y="361378"/>
                </a:lnTo>
                <a:lnTo>
                  <a:pt x="445020" y="397764"/>
                </a:lnTo>
                <a:lnTo>
                  <a:pt x="448068" y="402336"/>
                </a:lnTo>
                <a:lnTo>
                  <a:pt x="500837" y="369379"/>
                </a:lnTo>
                <a:lnTo>
                  <a:pt x="536460" y="330708"/>
                </a:lnTo>
                <a:lnTo>
                  <a:pt x="557796" y="285178"/>
                </a:lnTo>
                <a:lnTo>
                  <a:pt x="569988" y="231648"/>
                </a:lnTo>
                <a:lnTo>
                  <a:pt x="641616" y="231648"/>
                </a:lnTo>
                <a:lnTo>
                  <a:pt x="636181" y="283349"/>
                </a:lnTo>
                <a:lnTo>
                  <a:pt x="631342" y="321564"/>
                </a:lnTo>
                <a:lnTo>
                  <a:pt x="618756" y="364236"/>
                </a:lnTo>
                <a:lnTo>
                  <a:pt x="614184" y="367284"/>
                </a:lnTo>
                <a:lnTo>
                  <a:pt x="608088" y="367284"/>
                </a:lnTo>
                <a:lnTo>
                  <a:pt x="602081" y="366737"/>
                </a:lnTo>
                <a:lnTo>
                  <a:pt x="593229" y="365188"/>
                </a:lnTo>
                <a:lnTo>
                  <a:pt x="566940" y="359664"/>
                </a:lnTo>
                <a:lnTo>
                  <a:pt x="563892" y="367284"/>
                </a:lnTo>
                <a:lnTo>
                  <a:pt x="581291" y="374700"/>
                </a:lnTo>
                <a:lnTo>
                  <a:pt x="594563" y="383095"/>
                </a:lnTo>
                <a:lnTo>
                  <a:pt x="603529" y="392366"/>
                </a:lnTo>
                <a:lnTo>
                  <a:pt x="608088" y="402336"/>
                </a:lnTo>
                <a:lnTo>
                  <a:pt x="620014" y="397840"/>
                </a:lnTo>
                <a:lnTo>
                  <a:pt x="630377" y="391477"/>
                </a:lnTo>
                <a:lnTo>
                  <a:pt x="638733" y="383692"/>
                </a:lnTo>
                <a:lnTo>
                  <a:pt x="644664" y="374904"/>
                </a:lnTo>
                <a:lnTo>
                  <a:pt x="647319" y="367284"/>
                </a:lnTo>
                <a:lnTo>
                  <a:pt x="650354" y="358622"/>
                </a:lnTo>
                <a:lnTo>
                  <a:pt x="655904" y="330327"/>
                </a:lnTo>
                <a:lnTo>
                  <a:pt x="661162" y="290042"/>
                </a:lnTo>
                <a:lnTo>
                  <a:pt x="666000" y="237744"/>
                </a:lnTo>
                <a:lnTo>
                  <a:pt x="673620" y="231648"/>
                </a:lnTo>
                <a:lnTo>
                  <a:pt x="681240" y="225552"/>
                </a:lnTo>
                <a:close/>
              </a:path>
              <a:path w="831214" h="408939">
                <a:moveTo>
                  <a:pt x="742200" y="88392"/>
                </a:moveTo>
                <a:lnTo>
                  <a:pt x="704100" y="71628"/>
                </a:lnTo>
                <a:lnTo>
                  <a:pt x="704977" y="96774"/>
                </a:lnTo>
                <a:lnTo>
                  <a:pt x="705434" y="124206"/>
                </a:lnTo>
                <a:lnTo>
                  <a:pt x="705599" y="153924"/>
                </a:lnTo>
                <a:lnTo>
                  <a:pt x="705624" y="185928"/>
                </a:lnTo>
                <a:lnTo>
                  <a:pt x="705383" y="219646"/>
                </a:lnTo>
                <a:lnTo>
                  <a:pt x="704329" y="283654"/>
                </a:lnTo>
                <a:lnTo>
                  <a:pt x="704100" y="313944"/>
                </a:lnTo>
                <a:lnTo>
                  <a:pt x="731532" y="298704"/>
                </a:lnTo>
                <a:lnTo>
                  <a:pt x="730643" y="284416"/>
                </a:lnTo>
                <a:lnTo>
                  <a:pt x="730199" y="271272"/>
                </a:lnTo>
                <a:lnTo>
                  <a:pt x="730021" y="259270"/>
                </a:lnTo>
                <a:lnTo>
                  <a:pt x="730008" y="100584"/>
                </a:lnTo>
                <a:lnTo>
                  <a:pt x="742200" y="88392"/>
                </a:lnTo>
                <a:close/>
              </a:path>
              <a:path w="831214" h="408939">
                <a:moveTo>
                  <a:pt x="830592" y="24384"/>
                </a:moveTo>
                <a:lnTo>
                  <a:pt x="790968" y="6096"/>
                </a:lnTo>
                <a:lnTo>
                  <a:pt x="791845" y="23241"/>
                </a:lnTo>
                <a:lnTo>
                  <a:pt x="792302" y="38100"/>
                </a:lnTo>
                <a:lnTo>
                  <a:pt x="792467" y="50673"/>
                </a:lnTo>
                <a:lnTo>
                  <a:pt x="792492" y="358140"/>
                </a:lnTo>
                <a:lnTo>
                  <a:pt x="790968" y="362712"/>
                </a:lnTo>
                <a:lnTo>
                  <a:pt x="789444" y="364236"/>
                </a:lnTo>
                <a:lnTo>
                  <a:pt x="786396" y="365760"/>
                </a:lnTo>
                <a:lnTo>
                  <a:pt x="781824" y="367284"/>
                </a:lnTo>
                <a:lnTo>
                  <a:pt x="777252" y="367284"/>
                </a:lnTo>
                <a:lnTo>
                  <a:pt x="766076" y="366763"/>
                </a:lnTo>
                <a:lnTo>
                  <a:pt x="753059" y="365379"/>
                </a:lnTo>
                <a:lnTo>
                  <a:pt x="720864" y="361188"/>
                </a:lnTo>
                <a:lnTo>
                  <a:pt x="720864" y="370332"/>
                </a:lnTo>
                <a:lnTo>
                  <a:pt x="740841" y="376288"/>
                </a:lnTo>
                <a:lnTo>
                  <a:pt x="757250" y="384810"/>
                </a:lnTo>
                <a:lnTo>
                  <a:pt x="769937" y="395630"/>
                </a:lnTo>
                <a:lnTo>
                  <a:pt x="778776" y="408432"/>
                </a:lnTo>
                <a:lnTo>
                  <a:pt x="796505" y="398983"/>
                </a:lnTo>
                <a:lnTo>
                  <a:pt x="808685" y="386524"/>
                </a:lnTo>
                <a:lnTo>
                  <a:pt x="815416" y="370928"/>
                </a:lnTo>
                <a:lnTo>
                  <a:pt x="815695" y="367284"/>
                </a:lnTo>
                <a:lnTo>
                  <a:pt x="816876" y="352044"/>
                </a:lnTo>
                <a:lnTo>
                  <a:pt x="816876" y="38100"/>
                </a:lnTo>
                <a:lnTo>
                  <a:pt x="830592" y="2438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7" name="object 107"/>
          <p:cNvSpPr/>
          <p:nvPr/>
        </p:nvSpPr>
        <p:spPr>
          <a:xfrm>
            <a:off x="3494532" y="5362955"/>
            <a:ext cx="356870" cy="401320"/>
          </a:xfrm>
          <a:custGeom>
            <a:avLst/>
            <a:gdLst/>
            <a:ahLst/>
            <a:cxnLst/>
            <a:rect l="l" t="t" r="r" b="b"/>
            <a:pathLst>
              <a:path w="356870" h="401320">
                <a:moveTo>
                  <a:pt x="54864" y="89916"/>
                </a:moveTo>
                <a:lnTo>
                  <a:pt x="44196" y="89916"/>
                </a:lnTo>
                <a:lnTo>
                  <a:pt x="51339" y="62150"/>
                </a:lnTo>
                <a:lnTo>
                  <a:pt x="56769" y="38100"/>
                </a:lnTo>
                <a:lnTo>
                  <a:pt x="60483" y="17478"/>
                </a:lnTo>
                <a:lnTo>
                  <a:pt x="62484" y="0"/>
                </a:lnTo>
                <a:lnTo>
                  <a:pt x="100584" y="21336"/>
                </a:lnTo>
                <a:lnTo>
                  <a:pt x="91725" y="28408"/>
                </a:lnTo>
                <a:lnTo>
                  <a:pt x="81153" y="42481"/>
                </a:lnTo>
                <a:lnTo>
                  <a:pt x="68865" y="63126"/>
                </a:lnTo>
                <a:lnTo>
                  <a:pt x="54864" y="89916"/>
                </a:lnTo>
                <a:close/>
              </a:path>
              <a:path w="356870" h="401320">
                <a:moveTo>
                  <a:pt x="147828" y="190500"/>
                </a:moveTo>
                <a:lnTo>
                  <a:pt x="143256" y="187452"/>
                </a:lnTo>
                <a:lnTo>
                  <a:pt x="160162" y="160615"/>
                </a:lnTo>
                <a:lnTo>
                  <a:pt x="174498" y="135064"/>
                </a:lnTo>
                <a:lnTo>
                  <a:pt x="196596" y="88392"/>
                </a:lnTo>
                <a:lnTo>
                  <a:pt x="211836" y="44958"/>
                </a:lnTo>
                <a:lnTo>
                  <a:pt x="222503" y="1524"/>
                </a:lnTo>
                <a:lnTo>
                  <a:pt x="260603" y="24384"/>
                </a:lnTo>
                <a:lnTo>
                  <a:pt x="252864" y="32146"/>
                </a:lnTo>
                <a:lnTo>
                  <a:pt x="243268" y="46482"/>
                </a:lnTo>
                <a:lnTo>
                  <a:pt x="231671" y="67675"/>
                </a:lnTo>
                <a:lnTo>
                  <a:pt x="217932" y="96012"/>
                </a:lnTo>
                <a:lnTo>
                  <a:pt x="350520" y="96012"/>
                </a:lnTo>
                <a:lnTo>
                  <a:pt x="356616" y="102108"/>
                </a:lnTo>
                <a:lnTo>
                  <a:pt x="352806" y="105156"/>
                </a:lnTo>
                <a:lnTo>
                  <a:pt x="214884" y="105156"/>
                </a:lnTo>
                <a:lnTo>
                  <a:pt x="198620" y="130063"/>
                </a:lnTo>
                <a:lnTo>
                  <a:pt x="181927" y="152400"/>
                </a:lnTo>
                <a:lnTo>
                  <a:pt x="164949" y="172450"/>
                </a:lnTo>
                <a:lnTo>
                  <a:pt x="147828" y="190500"/>
                </a:lnTo>
                <a:close/>
              </a:path>
              <a:path w="356870" h="401320">
                <a:moveTo>
                  <a:pt x="146304" y="89916"/>
                </a:moveTo>
                <a:lnTo>
                  <a:pt x="111252" y="89916"/>
                </a:lnTo>
                <a:lnTo>
                  <a:pt x="129540" y="73152"/>
                </a:lnTo>
                <a:lnTo>
                  <a:pt x="146304" y="89916"/>
                </a:lnTo>
                <a:close/>
              </a:path>
              <a:path w="356870" h="401320">
                <a:moveTo>
                  <a:pt x="0" y="397764"/>
                </a:moveTo>
                <a:lnTo>
                  <a:pt x="820" y="359664"/>
                </a:lnTo>
                <a:lnTo>
                  <a:pt x="907" y="354520"/>
                </a:lnTo>
                <a:lnTo>
                  <a:pt x="1333" y="316230"/>
                </a:lnTo>
                <a:lnTo>
                  <a:pt x="1425" y="176784"/>
                </a:lnTo>
                <a:lnTo>
                  <a:pt x="1307" y="152400"/>
                </a:lnTo>
                <a:lnTo>
                  <a:pt x="881" y="114681"/>
                </a:lnTo>
                <a:lnTo>
                  <a:pt x="0" y="74676"/>
                </a:lnTo>
                <a:lnTo>
                  <a:pt x="25908" y="89916"/>
                </a:lnTo>
                <a:lnTo>
                  <a:pt x="146304" y="89916"/>
                </a:lnTo>
                <a:lnTo>
                  <a:pt x="155448" y="99060"/>
                </a:lnTo>
                <a:lnTo>
                  <a:pt x="153162" y="100584"/>
                </a:lnTo>
                <a:lnTo>
                  <a:pt x="24384" y="100584"/>
                </a:lnTo>
                <a:lnTo>
                  <a:pt x="24384" y="211836"/>
                </a:lnTo>
                <a:lnTo>
                  <a:pt x="137464" y="211836"/>
                </a:lnTo>
                <a:lnTo>
                  <a:pt x="137526" y="222504"/>
                </a:lnTo>
                <a:lnTo>
                  <a:pt x="24384" y="222504"/>
                </a:lnTo>
                <a:lnTo>
                  <a:pt x="24384" y="344424"/>
                </a:lnTo>
                <a:lnTo>
                  <a:pt x="138504" y="344424"/>
                </a:lnTo>
                <a:lnTo>
                  <a:pt x="138567" y="355092"/>
                </a:lnTo>
                <a:lnTo>
                  <a:pt x="24384" y="355092"/>
                </a:lnTo>
                <a:lnTo>
                  <a:pt x="24384" y="384048"/>
                </a:lnTo>
                <a:lnTo>
                  <a:pt x="0" y="397764"/>
                </a:lnTo>
                <a:close/>
              </a:path>
              <a:path w="356870" h="401320">
                <a:moveTo>
                  <a:pt x="350520" y="96012"/>
                </a:moveTo>
                <a:lnTo>
                  <a:pt x="310896" y="96012"/>
                </a:lnTo>
                <a:lnTo>
                  <a:pt x="330708" y="76200"/>
                </a:lnTo>
                <a:lnTo>
                  <a:pt x="350520" y="96012"/>
                </a:lnTo>
                <a:close/>
              </a:path>
              <a:path w="356870" h="401320">
                <a:moveTo>
                  <a:pt x="137464" y="211836"/>
                </a:moveTo>
                <a:lnTo>
                  <a:pt x="114300" y="211836"/>
                </a:lnTo>
                <a:lnTo>
                  <a:pt x="114300" y="100584"/>
                </a:lnTo>
                <a:lnTo>
                  <a:pt x="153162" y="100584"/>
                </a:lnTo>
                <a:lnTo>
                  <a:pt x="137160" y="111252"/>
                </a:lnTo>
                <a:lnTo>
                  <a:pt x="137263" y="160615"/>
                </a:lnTo>
                <a:lnTo>
                  <a:pt x="137363" y="194691"/>
                </a:lnTo>
                <a:lnTo>
                  <a:pt x="137464" y="211836"/>
                </a:lnTo>
                <a:close/>
              </a:path>
              <a:path w="356870" h="401320">
                <a:moveTo>
                  <a:pt x="327433" y="359664"/>
                </a:moveTo>
                <a:lnTo>
                  <a:pt x="283464" y="359664"/>
                </a:lnTo>
                <a:lnTo>
                  <a:pt x="292631" y="357925"/>
                </a:lnTo>
                <a:lnTo>
                  <a:pt x="299656" y="352615"/>
                </a:lnTo>
                <a:lnTo>
                  <a:pt x="309252" y="305538"/>
                </a:lnTo>
                <a:lnTo>
                  <a:pt x="311086" y="259651"/>
                </a:lnTo>
                <a:lnTo>
                  <a:pt x="313149" y="194691"/>
                </a:lnTo>
                <a:lnTo>
                  <a:pt x="315467" y="105156"/>
                </a:lnTo>
                <a:lnTo>
                  <a:pt x="352806" y="105156"/>
                </a:lnTo>
                <a:lnTo>
                  <a:pt x="341376" y="114300"/>
                </a:lnTo>
                <a:lnTo>
                  <a:pt x="339492" y="190500"/>
                </a:lnTo>
                <a:lnTo>
                  <a:pt x="337718" y="249070"/>
                </a:lnTo>
                <a:lnTo>
                  <a:pt x="335889" y="295241"/>
                </a:lnTo>
                <a:lnTo>
                  <a:pt x="334060" y="327074"/>
                </a:lnTo>
                <a:lnTo>
                  <a:pt x="332232" y="344424"/>
                </a:lnTo>
                <a:lnTo>
                  <a:pt x="328517" y="357020"/>
                </a:lnTo>
                <a:lnTo>
                  <a:pt x="327433" y="359664"/>
                </a:lnTo>
                <a:close/>
              </a:path>
              <a:path w="356870" h="401320">
                <a:moveTo>
                  <a:pt x="231648" y="269748"/>
                </a:moveTo>
                <a:lnTo>
                  <a:pt x="230124" y="269748"/>
                </a:lnTo>
                <a:lnTo>
                  <a:pt x="226956" y="268081"/>
                </a:lnTo>
                <a:lnTo>
                  <a:pt x="224218" y="263271"/>
                </a:lnTo>
                <a:lnTo>
                  <a:pt x="221765" y="255603"/>
                </a:lnTo>
                <a:lnTo>
                  <a:pt x="219456" y="245364"/>
                </a:lnTo>
                <a:lnTo>
                  <a:pt x="214884" y="228219"/>
                </a:lnTo>
                <a:lnTo>
                  <a:pt x="208026" y="211074"/>
                </a:lnTo>
                <a:lnTo>
                  <a:pt x="198882" y="193929"/>
                </a:lnTo>
                <a:lnTo>
                  <a:pt x="187452" y="176784"/>
                </a:lnTo>
                <a:lnTo>
                  <a:pt x="192024" y="172212"/>
                </a:lnTo>
                <a:lnTo>
                  <a:pt x="224980" y="199644"/>
                </a:lnTo>
                <a:lnTo>
                  <a:pt x="246888" y="234696"/>
                </a:lnTo>
                <a:lnTo>
                  <a:pt x="246888" y="248412"/>
                </a:lnTo>
                <a:lnTo>
                  <a:pt x="245364" y="254508"/>
                </a:lnTo>
                <a:lnTo>
                  <a:pt x="236220" y="266700"/>
                </a:lnTo>
                <a:lnTo>
                  <a:pt x="231648" y="269748"/>
                </a:lnTo>
                <a:close/>
              </a:path>
              <a:path w="356870" h="401320">
                <a:moveTo>
                  <a:pt x="138504" y="344424"/>
                </a:moveTo>
                <a:lnTo>
                  <a:pt x="114300" y="344424"/>
                </a:lnTo>
                <a:lnTo>
                  <a:pt x="114300" y="222504"/>
                </a:lnTo>
                <a:lnTo>
                  <a:pt x="137526" y="222504"/>
                </a:lnTo>
                <a:lnTo>
                  <a:pt x="137723" y="254508"/>
                </a:lnTo>
                <a:lnTo>
                  <a:pt x="138504" y="344424"/>
                </a:lnTo>
                <a:close/>
              </a:path>
              <a:path w="356870" h="401320">
                <a:moveTo>
                  <a:pt x="278891" y="400812"/>
                </a:moveTo>
                <a:lnTo>
                  <a:pt x="271772" y="387953"/>
                </a:lnTo>
                <a:lnTo>
                  <a:pt x="259651" y="376809"/>
                </a:lnTo>
                <a:lnTo>
                  <a:pt x="242673" y="367379"/>
                </a:lnTo>
                <a:lnTo>
                  <a:pt x="220979" y="359664"/>
                </a:lnTo>
                <a:lnTo>
                  <a:pt x="220979" y="350520"/>
                </a:lnTo>
                <a:lnTo>
                  <a:pt x="241244" y="354520"/>
                </a:lnTo>
                <a:lnTo>
                  <a:pt x="258508" y="357378"/>
                </a:lnTo>
                <a:lnTo>
                  <a:pt x="272629" y="359092"/>
                </a:lnTo>
                <a:lnTo>
                  <a:pt x="283464" y="359664"/>
                </a:lnTo>
                <a:lnTo>
                  <a:pt x="327433" y="359664"/>
                </a:lnTo>
                <a:lnTo>
                  <a:pt x="324231" y="367474"/>
                </a:lnTo>
                <a:lnTo>
                  <a:pt x="289726" y="397097"/>
                </a:lnTo>
                <a:lnTo>
                  <a:pt x="278891" y="400812"/>
                </a:lnTo>
                <a:close/>
              </a:path>
              <a:path w="356870" h="401320">
                <a:moveTo>
                  <a:pt x="114300" y="391668"/>
                </a:moveTo>
                <a:lnTo>
                  <a:pt x="114300" y="355092"/>
                </a:lnTo>
                <a:lnTo>
                  <a:pt x="138567" y="355092"/>
                </a:lnTo>
                <a:lnTo>
                  <a:pt x="138684" y="377952"/>
                </a:lnTo>
                <a:lnTo>
                  <a:pt x="114300" y="39166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8" name="object 108"/>
          <p:cNvSpPr/>
          <p:nvPr/>
        </p:nvSpPr>
        <p:spPr>
          <a:xfrm>
            <a:off x="3925823" y="5376671"/>
            <a:ext cx="373380" cy="381000"/>
          </a:xfrm>
          <a:custGeom>
            <a:avLst/>
            <a:gdLst/>
            <a:ahLst/>
            <a:cxnLst/>
            <a:rect l="l" t="t" r="r" b="b"/>
            <a:pathLst>
              <a:path w="373379" h="381000">
                <a:moveTo>
                  <a:pt x="24383" y="380999"/>
                </a:moveTo>
                <a:lnTo>
                  <a:pt x="0" y="358140"/>
                </a:lnTo>
                <a:lnTo>
                  <a:pt x="10667" y="347472"/>
                </a:lnTo>
                <a:lnTo>
                  <a:pt x="10667" y="106680"/>
                </a:lnTo>
                <a:lnTo>
                  <a:pt x="10429" y="82677"/>
                </a:lnTo>
                <a:lnTo>
                  <a:pt x="9382" y="34671"/>
                </a:lnTo>
                <a:lnTo>
                  <a:pt x="9143" y="10668"/>
                </a:lnTo>
                <a:lnTo>
                  <a:pt x="35051" y="24384"/>
                </a:lnTo>
                <a:lnTo>
                  <a:pt x="303275" y="24384"/>
                </a:lnTo>
                <a:lnTo>
                  <a:pt x="329183" y="0"/>
                </a:lnTo>
                <a:lnTo>
                  <a:pt x="359663" y="35052"/>
                </a:lnTo>
                <a:lnTo>
                  <a:pt x="239267" y="35052"/>
                </a:lnTo>
                <a:lnTo>
                  <a:pt x="239267" y="243840"/>
                </a:lnTo>
                <a:lnTo>
                  <a:pt x="240649" y="257841"/>
                </a:lnTo>
                <a:lnTo>
                  <a:pt x="244601" y="267842"/>
                </a:lnTo>
                <a:lnTo>
                  <a:pt x="250840" y="273843"/>
                </a:lnTo>
                <a:lnTo>
                  <a:pt x="259079" y="275844"/>
                </a:lnTo>
                <a:lnTo>
                  <a:pt x="306324" y="275844"/>
                </a:lnTo>
                <a:lnTo>
                  <a:pt x="329183" y="195072"/>
                </a:lnTo>
                <a:lnTo>
                  <a:pt x="336804" y="195072"/>
                </a:lnTo>
                <a:lnTo>
                  <a:pt x="339852" y="243840"/>
                </a:lnTo>
                <a:lnTo>
                  <a:pt x="361187" y="271272"/>
                </a:lnTo>
                <a:lnTo>
                  <a:pt x="353139" y="282368"/>
                </a:lnTo>
                <a:lnTo>
                  <a:pt x="342519" y="290322"/>
                </a:lnTo>
                <a:lnTo>
                  <a:pt x="329041" y="294846"/>
                </a:lnTo>
                <a:lnTo>
                  <a:pt x="312419" y="295656"/>
                </a:lnTo>
                <a:lnTo>
                  <a:pt x="248411" y="295656"/>
                </a:lnTo>
                <a:lnTo>
                  <a:pt x="234434" y="292488"/>
                </a:lnTo>
                <a:lnTo>
                  <a:pt x="224599" y="285178"/>
                </a:lnTo>
                <a:lnTo>
                  <a:pt x="219051" y="273581"/>
                </a:lnTo>
                <a:lnTo>
                  <a:pt x="217931" y="257556"/>
                </a:lnTo>
                <a:lnTo>
                  <a:pt x="217931" y="35052"/>
                </a:lnTo>
                <a:lnTo>
                  <a:pt x="144779" y="35052"/>
                </a:lnTo>
                <a:lnTo>
                  <a:pt x="143636" y="87820"/>
                </a:lnTo>
                <a:lnTo>
                  <a:pt x="140207" y="137160"/>
                </a:lnTo>
                <a:lnTo>
                  <a:pt x="133540" y="182689"/>
                </a:lnTo>
                <a:lnTo>
                  <a:pt x="118871" y="227076"/>
                </a:lnTo>
                <a:lnTo>
                  <a:pt x="93725" y="272986"/>
                </a:lnTo>
                <a:lnTo>
                  <a:pt x="54863" y="320040"/>
                </a:lnTo>
                <a:lnTo>
                  <a:pt x="50291" y="315468"/>
                </a:lnTo>
                <a:lnTo>
                  <a:pt x="66270" y="291131"/>
                </a:lnTo>
                <a:lnTo>
                  <a:pt x="79819" y="268224"/>
                </a:lnTo>
                <a:lnTo>
                  <a:pt x="99059" y="225552"/>
                </a:lnTo>
                <a:lnTo>
                  <a:pt x="110299" y="184594"/>
                </a:lnTo>
                <a:lnTo>
                  <a:pt x="117824" y="116490"/>
                </a:lnTo>
                <a:lnTo>
                  <a:pt x="120110" y="63912"/>
                </a:lnTo>
                <a:lnTo>
                  <a:pt x="120395" y="35052"/>
                </a:lnTo>
                <a:lnTo>
                  <a:pt x="35051" y="35052"/>
                </a:lnTo>
                <a:lnTo>
                  <a:pt x="35051" y="355092"/>
                </a:lnTo>
                <a:lnTo>
                  <a:pt x="310895" y="355092"/>
                </a:lnTo>
                <a:lnTo>
                  <a:pt x="336804" y="329184"/>
                </a:lnTo>
                <a:lnTo>
                  <a:pt x="373380" y="365760"/>
                </a:lnTo>
                <a:lnTo>
                  <a:pt x="36575" y="365760"/>
                </a:lnTo>
                <a:lnTo>
                  <a:pt x="24383" y="38099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9" name="object 109"/>
          <p:cNvSpPr/>
          <p:nvPr/>
        </p:nvSpPr>
        <p:spPr>
          <a:xfrm>
            <a:off x="4347971" y="5379720"/>
            <a:ext cx="408940" cy="382905"/>
          </a:xfrm>
          <a:custGeom>
            <a:avLst/>
            <a:gdLst/>
            <a:ahLst/>
            <a:cxnLst/>
            <a:rect l="l" t="t" r="r" b="b"/>
            <a:pathLst>
              <a:path w="408939" h="382904">
                <a:moveTo>
                  <a:pt x="242316" y="36576"/>
                </a:moveTo>
                <a:lnTo>
                  <a:pt x="225552" y="21336"/>
                </a:lnTo>
                <a:lnTo>
                  <a:pt x="347472" y="21336"/>
                </a:lnTo>
                <a:lnTo>
                  <a:pt x="359664" y="6096"/>
                </a:lnTo>
                <a:lnTo>
                  <a:pt x="385572" y="25908"/>
                </a:lnTo>
                <a:lnTo>
                  <a:pt x="378605" y="32004"/>
                </a:lnTo>
                <a:lnTo>
                  <a:pt x="283464" y="32004"/>
                </a:lnTo>
                <a:lnTo>
                  <a:pt x="272319" y="32289"/>
                </a:lnTo>
                <a:lnTo>
                  <a:pt x="261747" y="33147"/>
                </a:lnTo>
                <a:lnTo>
                  <a:pt x="251745" y="34575"/>
                </a:lnTo>
                <a:lnTo>
                  <a:pt x="242316" y="36576"/>
                </a:lnTo>
                <a:close/>
              </a:path>
              <a:path w="408939" h="382904">
                <a:moveTo>
                  <a:pt x="375318" y="146304"/>
                </a:moveTo>
                <a:lnTo>
                  <a:pt x="352044" y="146304"/>
                </a:lnTo>
                <a:lnTo>
                  <a:pt x="352044" y="32004"/>
                </a:lnTo>
                <a:lnTo>
                  <a:pt x="378605" y="32004"/>
                </a:lnTo>
                <a:lnTo>
                  <a:pt x="373380" y="36576"/>
                </a:lnTo>
                <a:lnTo>
                  <a:pt x="373641" y="79176"/>
                </a:lnTo>
                <a:lnTo>
                  <a:pt x="374332" y="115633"/>
                </a:lnTo>
                <a:lnTo>
                  <a:pt x="375318" y="146304"/>
                </a:lnTo>
                <a:close/>
              </a:path>
              <a:path w="408939" h="382904">
                <a:moveTo>
                  <a:pt x="368808" y="365760"/>
                </a:moveTo>
                <a:lnTo>
                  <a:pt x="278892" y="365760"/>
                </a:lnTo>
                <a:lnTo>
                  <a:pt x="258913" y="364045"/>
                </a:lnTo>
                <a:lnTo>
                  <a:pt x="244792" y="356616"/>
                </a:lnTo>
                <a:lnTo>
                  <a:pt x="236672" y="343471"/>
                </a:lnTo>
                <a:lnTo>
                  <a:pt x="234696" y="324612"/>
                </a:lnTo>
                <a:lnTo>
                  <a:pt x="234672" y="254936"/>
                </a:lnTo>
                <a:lnTo>
                  <a:pt x="234505" y="199263"/>
                </a:lnTo>
                <a:lnTo>
                  <a:pt x="234053" y="157876"/>
                </a:lnTo>
                <a:lnTo>
                  <a:pt x="233172" y="131064"/>
                </a:lnTo>
                <a:lnTo>
                  <a:pt x="257556" y="146304"/>
                </a:lnTo>
                <a:lnTo>
                  <a:pt x="375318" y="146304"/>
                </a:lnTo>
                <a:lnTo>
                  <a:pt x="375803" y="156972"/>
                </a:lnTo>
                <a:lnTo>
                  <a:pt x="257556" y="156972"/>
                </a:lnTo>
                <a:lnTo>
                  <a:pt x="257556" y="316992"/>
                </a:lnTo>
                <a:lnTo>
                  <a:pt x="259270" y="330731"/>
                </a:lnTo>
                <a:lnTo>
                  <a:pt x="264414" y="340042"/>
                </a:lnTo>
                <a:lnTo>
                  <a:pt x="272986" y="345066"/>
                </a:lnTo>
                <a:lnTo>
                  <a:pt x="284988" y="345948"/>
                </a:lnTo>
                <a:lnTo>
                  <a:pt x="405616" y="345948"/>
                </a:lnTo>
                <a:lnTo>
                  <a:pt x="401597" y="352472"/>
                </a:lnTo>
                <a:lnTo>
                  <a:pt x="392620" y="360426"/>
                </a:lnTo>
                <a:lnTo>
                  <a:pt x="381642" y="364950"/>
                </a:lnTo>
                <a:lnTo>
                  <a:pt x="368808" y="365760"/>
                </a:lnTo>
                <a:close/>
              </a:path>
              <a:path w="408939" h="382904">
                <a:moveTo>
                  <a:pt x="352044" y="181356"/>
                </a:moveTo>
                <a:lnTo>
                  <a:pt x="352044" y="156972"/>
                </a:lnTo>
                <a:lnTo>
                  <a:pt x="375803" y="156972"/>
                </a:lnTo>
                <a:lnTo>
                  <a:pt x="376428" y="170688"/>
                </a:lnTo>
                <a:lnTo>
                  <a:pt x="352044" y="181356"/>
                </a:lnTo>
                <a:close/>
              </a:path>
              <a:path w="408939" h="382904">
                <a:moveTo>
                  <a:pt x="405616" y="345948"/>
                </a:moveTo>
                <a:lnTo>
                  <a:pt x="364236" y="345948"/>
                </a:lnTo>
                <a:lnTo>
                  <a:pt x="370332" y="341376"/>
                </a:lnTo>
                <a:lnTo>
                  <a:pt x="371856" y="329184"/>
                </a:lnTo>
                <a:lnTo>
                  <a:pt x="373880" y="318301"/>
                </a:lnTo>
                <a:lnTo>
                  <a:pt x="375475" y="303847"/>
                </a:lnTo>
                <a:lnTo>
                  <a:pt x="376785" y="285678"/>
                </a:lnTo>
                <a:lnTo>
                  <a:pt x="377952" y="263652"/>
                </a:lnTo>
                <a:lnTo>
                  <a:pt x="385572" y="263652"/>
                </a:lnTo>
                <a:lnTo>
                  <a:pt x="388143" y="308229"/>
                </a:lnTo>
                <a:lnTo>
                  <a:pt x="408432" y="341376"/>
                </a:lnTo>
                <a:lnTo>
                  <a:pt x="405616" y="345948"/>
                </a:lnTo>
                <a:close/>
              </a:path>
              <a:path w="408939" h="382904">
                <a:moveTo>
                  <a:pt x="15240" y="36576"/>
                </a:moveTo>
                <a:lnTo>
                  <a:pt x="0" y="21336"/>
                </a:lnTo>
                <a:lnTo>
                  <a:pt x="175260" y="21336"/>
                </a:lnTo>
                <a:lnTo>
                  <a:pt x="196596" y="0"/>
                </a:lnTo>
                <a:lnTo>
                  <a:pt x="224028" y="32004"/>
                </a:lnTo>
                <a:lnTo>
                  <a:pt x="57912" y="32004"/>
                </a:lnTo>
                <a:lnTo>
                  <a:pt x="46743" y="32289"/>
                </a:lnTo>
                <a:lnTo>
                  <a:pt x="36004" y="33147"/>
                </a:lnTo>
                <a:lnTo>
                  <a:pt x="25550" y="34575"/>
                </a:lnTo>
                <a:lnTo>
                  <a:pt x="15240" y="36576"/>
                </a:lnTo>
                <a:close/>
              </a:path>
              <a:path w="408939" h="382904">
                <a:moveTo>
                  <a:pt x="100584" y="86868"/>
                </a:moveTo>
                <a:lnTo>
                  <a:pt x="80772" y="86868"/>
                </a:lnTo>
                <a:lnTo>
                  <a:pt x="80772" y="32004"/>
                </a:lnTo>
                <a:lnTo>
                  <a:pt x="100584" y="32004"/>
                </a:lnTo>
                <a:lnTo>
                  <a:pt x="100584" y="86868"/>
                </a:lnTo>
                <a:close/>
              </a:path>
              <a:path w="408939" h="382904">
                <a:moveTo>
                  <a:pt x="146304" y="86868"/>
                </a:moveTo>
                <a:lnTo>
                  <a:pt x="124968" y="86868"/>
                </a:lnTo>
                <a:lnTo>
                  <a:pt x="124968" y="32004"/>
                </a:lnTo>
                <a:lnTo>
                  <a:pt x="146304" y="32004"/>
                </a:lnTo>
                <a:lnTo>
                  <a:pt x="146304" y="86868"/>
                </a:lnTo>
                <a:close/>
              </a:path>
              <a:path w="408939" h="382904">
                <a:moveTo>
                  <a:pt x="203345" y="86868"/>
                </a:moveTo>
                <a:lnTo>
                  <a:pt x="173736" y="86868"/>
                </a:lnTo>
                <a:lnTo>
                  <a:pt x="185928" y="71628"/>
                </a:lnTo>
                <a:lnTo>
                  <a:pt x="203345" y="86868"/>
                </a:lnTo>
                <a:close/>
              </a:path>
              <a:path w="408939" h="382904">
                <a:moveTo>
                  <a:pt x="25908" y="382524"/>
                </a:moveTo>
                <a:lnTo>
                  <a:pt x="26789" y="353139"/>
                </a:lnTo>
                <a:lnTo>
                  <a:pt x="27241" y="317754"/>
                </a:lnTo>
                <a:lnTo>
                  <a:pt x="27353" y="169545"/>
                </a:lnTo>
                <a:lnTo>
                  <a:pt x="27241" y="141351"/>
                </a:lnTo>
                <a:lnTo>
                  <a:pt x="26789" y="104536"/>
                </a:lnTo>
                <a:lnTo>
                  <a:pt x="25908" y="73152"/>
                </a:lnTo>
                <a:lnTo>
                  <a:pt x="50292" y="86868"/>
                </a:lnTo>
                <a:lnTo>
                  <a:pt x="203345" y="86868"/>
                </a:lnTo>
                <a:lnTo>
                  <a:pt x="210312" y="92964"/>
                </a:lnTo>
                <a:lnTo>
                  <a:pt x="205086" y="97536"/>
                </a:lnTo>
                <a:lnTo>
                  <a:pt x="50292" y="97536"/>
                </a:lnTo>
                <a:lnTo>
                  <a:pt x="50292" y="216407"/>
                </a:lnTo>
                <a:lnTo>
                  <a:pt x="60983" y="216407"/>
                </a:lnTo>
                <a:lnTo>
                  <a:pt x="50292" y="227076"/>
                </a:lnTo>
                <a:lnTo>
                  <a:pt x="50292" y="251459"/>
                </a:lnTo>
                <a:lnTo>
                  <a:pt x="198690" y="251459"/>
                </a:lnTo>
                <a:lnTo>
                  <a:pt x="198767" y="260604"/>
                </a:lnTo>
                <a:lnTo>
                  <a:pt x="50292" y="260604"/>
                </a:lnTo>
                <a:lnTo>
                  <a:pt x="50292" y="327660"/>
                </a:lnTo>
                <a:lnTo>
                  <a:pt x="199358" y="327660"/>
                </a:lnTo>
                <a:lnTo>
                  <a:pt x="199458" y="338328"/>
                </a:lnTo>
                <a:lnTo>
                  <a:pt x="50292" y="338328"/>
                </a:lnTo>
                <a:lnTo>
                  <a:pt x="50292" y="374904"/>
                </a:lnTo>
                <a:lnTo>
                  <a:pt x="25908" y="382524"/>
                </a:lnTo>
                <a:close/>
              </a:path>
              <a:path w="408939" h="382904">
                <a:moveTo>
                  <a:pt x="60983" y="216407"/>
                </a:moveTo>
                <a:lnTo>
                  <a:pt x="50292" y="216407"/>
                </a:lnTo>
                <a:lnTo>
                  <a:pt x="63412" y="196119"/>
                </a:lnTo>
                <a:lnTo>
                  <a:pt x="72961" y="169545"/>
                </a:lnTo>
                <a:lnTo>
                  <a:pt x="78795" y="136683"/>
                </a:lnTo>
                <a:lnTo>
                  <a:pt x="80772" y="97536"/>
                </a:lnTo>
                <a:lnTo>
                  <a:pt x="100584" y="97536"/>
                </a:lnTo>
                <a:lnTo>
                  <a:pt x="97440" y="140065"/>
                </a:lnTo>
                <a:lnTo>
                  <a:pt x="88011" y="176022"/>
                </a:lnTo>
                <a:lnTo>
                  <a:pt x="72294" y="205120"/>
                </a:lnTo>
                <a:lnTo>
                  <a:pt x="60983" y="216407"/>
                </a:lnTo>
                <a:close/>
              </a:path>
              <a:path w="408939" h="382904">
                <a:moveTo>
                  <a:pt x="198690" y="251459"/>
                </a:moveTo>
                <a:lnTo>
                  <a:pt x="175260" y="251459"/>
                </a:lnTo>
                <a:lnTo>
                  <a:pt x="175260" y="213359"/>
                </a:lnTo>
                <a:lnTo>
                  <a:pt x="150876" y="213359"/>
                </a:lnTo>
                <a:lnTo>
                  <a:pt x="138898" y="211645"/>
                </a:lnTo>
                <a:lnTo>
                  <a:pt x="130492" y="206502"/>
                </a:lnTo>
                <a:lnTo>
                  <a:pt x="125801" y="197929"/>
                </a:lnTo>
                <a:lnTo>
                  <a:pt x="124968" y="185928"/>
                </a:lnTo>
                <a:lnTo>
                  <a:pt x="124968" y="97536"/>
                </a:lnTo>
                <a:lnTo>
                  <a:pt x="146304" y="97536"/>
                </a:lnTo>
                <a:lnTo>
                  <a:pt x="146304" y="188976"/>
                </a:lnTo>
                <a:lnTo>
                  <a:pt x="150876" y="193548"/>
                </a:lnTo>
                <a:lnTo>
                  <a:pt x="198346" y="193548"/>
                </a:lnTo>
                <a:lnTo>
                  <a:pt x="198690" y="251459"/>
                </a:lnTo>
                <a:close/>
              </a:path>
              <a:path w="408939" h="382904">
                <a:moveTo>
                  <a:pt x="198346" y="193548"/>
                </a:moveTo>
                <a:lnTo>
                  <a:pt x="175260" y="193548"/>
                </a:lnTo>
                <a:lnTo>
                  <a:pt x="175260" y="97536"/>
                </a:lnTo>
                <a:lnTo>
                  <a:pt x="205086" y="97536"/>
                </a:lnTo>
                <a:lnTo>
                  <a:pt x="198120" y="103632"/>
                </a:lnTo>
                <a:lnTo>
                  <a:pt x="198320" y="188976"/>
                </a:lnTo>
                <a:lnTo>
                  <a:pt x="198346" y="193548"/>
                </a:lnTo>
                <a:close/>
              </a:path>
              <a:path w="408939" h="382904">
                <a:moveTo>
                  <a:pt x="199358" y="327660"/>
                </a:moveTo>
                <a:lnTo>
                  <a:pt x="175260" y="327660"/>
                </a:lnTo>
                <a:lnTo>
                  <a:pt x="175260" y="260604"/>
                </a:lnTo>
                <a:lnTo>
                  <a:pt x="198767" y="260604"/>
                </a:lnTo>
                <a:lnTo>
                  <a:pt x="199358" y="327660"/>
                </a:lnTo>
                <a:close/>
              </a:path>
              <a:path w="408939" h="382904">
                <a:moveTo>
                  <a:pt x="175260" y="381000"/>
                </a:moveTo>
                <a:lnTo>
                  <a:pt x="175260" y="338328"/>
                </a:lnTo>
                <a:lnTo>
                  <a:pt x="199458" y="338328"/>
                </a:lnTo>
                <a:lnTo>
                  <a:pt x="199644" y="368808"/>
                </a:lnTo>
                <a:lnTo>
                  <a:pt x="175260" y="38100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0" name="object 110"/>
          <p:cNvSpPr/>
          <p:nvPr/>
        </p:nvSpPr>
        <p:spPr>
          <a:xfrm>
            <a:off x="4843272" y="5366004"/>
            <a:ext cx="325120" cy="398145"/>
          </a:xfrm>
          <a:custGeom>
            <a:avLst/>
            <a:gdLst/>
            <a:ahLst/>
            <a:cxnLst/>
            <a:rect l="l" t="t" r="r" b="b"/>
            <a:pathLst>
              <a:path w="325120" h="398145">
                <a:moveTo>
                  <a:pt x="76200" y="85344"/>
                </a:moveTo>
                <a:lnTo>
                  <a:pt x="68580" y="85344"/>
                </a:lnTo>
                <a:lnTo>
                  <a:pt x="65532" y="80772"/>
                </a:lnTo>
                <a:lnTo>
                  <a:pt x="62484" y="70104"/>
                </a:lnTo>
                <a:lnTo>
                  <a:pt x="57007" y="55768"/>
                </a:lnTo>
                <a:lnTo>
                  <a:pt x="49530" y="40005"/>
                </a:lnTo>
                <a:lnTo>
                  <a:pt x="39766" y="22526"/>
                </a:lnTo>
                <a:lnTo>
                  <a:pt x="27432" y="3048"/>
                </a:lnTo>
                <a:lnTo>
                  <a:pt x="33528" y="0"/>
                </a:lnTo>
                <a:lnTo>
                  <a:pt x="72104" y="25503"/>
                </a:lnTo>
                <a:lnTo>
                  <a:pt x="89916" y="48768"/>
                </a:lnTo>
                <a:lnTo>
                  <a:pt x="89916" y="59436"/>
                </a:lnTo>
                <a:lnTo>
                  <a:pt x="88392" y="67056"/>
                </a:lnTo>
                <a:lnTo>
                  <a:pt x="79248" y="82296"/>
                </a:lnTo>
                <a:lnTo>
                  <a:pt x="76200" y="85344"/>
                </a:lnTo>
                <a:close/>
              </a:path>
              <a:path w="325120" h="398145">
                <a:moveTo>
                  <a:pt x="146304" y="60960"/>
                </a:moveTo>
                <a:lnTo>
                  <a:pt x="131064" y="45720"/>
                </a:lnTo>
                <a:lnTo>
                  <a:pt x="281940" y="45720"/>
                </a:lnTo>
                <a:lnTo>
                  <a:pt x="295656" y="24384"/>
                </a:lnTo>
                <a:lnTo>
                  <a:pt x="324612" y="48768"/>
                </a:lnTo>
                <a:lnTo>
                  <a:pt x="316145" y="56388"/>
                </a:lnTo>
                <a:lnTo>
                  <a:pt x="187452" y="56388"/>
                </a:lnTo>
                <a:lnTo>
                  <a:pt x="176307" y="56673"/>
                </a:lnTo>
                <a:lnTo>
                  <a:pt x="165735" y="57531"/>
                </a:lnTo>
                <a:lnTo>
                  <a:pt x="155733" y="58959"/>
                </a:lnTo>
                <a:lnTo>
                  <a:pt x="146304" y="60960"/>
                </a:lnTo>
                <a:close/>
              </a:path>
              <a:path w="325120" h="398145">
                <a:moveTo>
                  <a:pt x="308469" y="355092"/>
                </a:moveTo>
                <a:lnTo>
                  <a:pt x="277368" y="355092"/>
                </a:lnTo>
                <a:lnTo>
                  <a:pt x="283464" y="350520"/>
                </a:lnTo>
                <a:lnTo>
                  <a:pt x="283464" y="56388"/>
                </a:lnTo>
                <a:lnTo>
                  <a:pt x="316145" y="56388"/>
                </a:lnTo>
                <a:lnTo>
                  <a:pt x="309372" y="62484"/>
                </a:lnTo>
                <a:lnTo>
                  <a:pt x="309372" y="344424"/>
                </a:lnTo>
                <a:lnTo>
                  <a:pt x="308469" y="355092"/>
                </a:lnTo>
                <a:close/>
              </a:path>
              <a:path w="325120" h="398145">
                <a:moveTo>
                  <a:pt x="0" y="397763"/>
                </a:moveTo>
                <a:lnTo>
                  <a:pt x="813" y="362188"/>
                </a:lnTo>
                <a:lnTo>
                  <a:pt x="925" y="355092"/>
                </a:lnTo>
                <a:lnTo>
                  <a:pt x="1333" y="316801"/>
                </a:lnTo>
                <a:lnTo>
                  <a:pt x="1451" y="161544"/>
                </a:lnTo>
                <a:lnTo>
                  <a:pt x="1328" y="132588"/>
                </a:lnTo>
                <a:lnTo>
                  <a:pt x="881" y="100107"/>
                </a:lnTo>
                <a:lnTo>
                  <a:pt x="0" y="74676"/>
                </a:lnTo>
                <a:lnTo>
                  <a:pt x="44196" y="99060"/>
                </a:lnTo>
                <a:lnTo>
                  <a:pt x="27432" y="109728"/>
                </a:lnTo>
                <a:lnTo>
                  <a:pt x="27432" y="387096"/>
                </a:lnTo>
                <a:lnTo>
                  <a:pt x="0" y="397763"/>
                </a:lnTo>
                <a:close/>
              </a:path>
              <a:path w="325120" h="398145">
                <a:moveTo>
                  <a:pt x="238179" y="150876"/>
                </a:moveTo>
                <a:lnTo>
                  <a:pt x="201168" y="150876"/>
                </a:lnTo>
                <a:lnTo>
                  <a:pt x="213360" y="132588"/>
                </a:lnTo>
                <a:lnTo>
                  <a:pt x="238179" y="150876"/>
                </a:lnTo>
                <a:close/>
              </a:path>
              <a:path w="325120" h="398145">
                <a:moveTo>
                  <a:pt x="82296" y="307848"/>
                </a:moveTo>
                <a:lnTo>
                  <a:pt x="82534" y="282392"/>
                </a:lnTo>
                <a:lnTo>
                  <a:pt x="83138" y="255079"/>
                </a:lnTo>
                <a:lnTo>
                  <a:pt x="83581" y="236053"/>
                </a:lnTo>
                <a:lnTo>
                  <a:pt x="83751" y="220980"/>
                </a:lnTo>
                <a:lnTo>
                  <a:pt x="83796" y="194548"/>
                </a:lnTo>
                <a:lnTo>
                  <a:pt x="83629" y="174498"/>
                </a:lnTo>
                <a:lnTo>
                  <a:pt x="83154" y="153924"/>
                </a:lnTo>
                <a:lnTo>
                  <a:pt x="82296" y="134112"/>
                </a:lnTo>
                <a:lnTo>
                  <a:pt x="108204" y="150876"/>
                </a:lnTo>
                <a:lnTo>
                  <a:pt x="238179" y="150876"/>
                </a:lnTo>
                <a:lnTo>
                  <a:pt x="242316" y="153924"/>
                </a:lnTo>
                <a:lnTo>
                  <a:pt x="233743" y="161544"/>
                </a:lnTo>
                <a:lnTo>
                  <a:pt x="108204" y="161544"/>
                </a:lnTo>
                <a:lnTo>
                  <a:pt x="108204" y="265176"/>
                </a:lnTo>
                <a:lnTo>
                  <a:pt x="228778" y="265176"/>
                </a:lnTo>
                <a:lnTo>
                  <a:pt x="228790" y="265938"/>
                </a:lnTo>
                <a:lnTo>
                  <a:pt x="229106" y="274319"/>
                </a:lnTo>
                <a:lnTo>
                  <a:pt x="108204" y="274319"/>
                </a:lnTo>
                <a:lnTo>
                  <a:pt x="108204" y="297180"/>
                </a:lnTo>
                <a:lnTo>
                  <a:pt x="82296" y="307848"/>
                </a:lnTo>
                <a:close/>
              </a:path>
              <a:path w="325120" h="398145">
                <a:moveTo>
                  <a:pt x="228778" y="265176"/>
                </a:moveTo>
                <a:lnTo>
                  <a:pt x="204216" y="265176"/>
                </a:lnTo>
                <a:lnTo>
                  <a:pt x="204216" y="161544"/>
                </a:lnTo>
                <a:lnTo>
                  <a:pt x="233743" y="161544"/>
                </a:lnTo>
                <a:lnTo>
                  <a:pt x="228600" y="166116"/>
                </a:lnTo>
                <a:lnTo>
                  <a:pt x="228676" y="258508"/>
                </a:lnTo>
                <a:lnTo>
                  <a:pt x="228778" y="265176"/>
                </a:lnTo>
                <a:close/>
              </a:path>
              <a:path w="325120" h="398145">
                <a:moveTo>
                  <a:pt x="204216" y="301752"/>
                </a:moveTo>
                <a:lnTo>
                  <a:pt x="204216" y="274319"/>
                </a:lnTo>
                <a:lnTo>
                  <a:pt x="229106" y="274319"/>
                </a:lnTo>
                <a:lnTo>
                  <a:pt x="229242" y="277939"/>
                </a:lnTo>
                <a:lnTo>
                  <a:pt x="230124" y="291083"/>
                </a:lnTo>
                <a:lnTo>
                  <a:pt x="204216" y="301752"/>
                </a:lnTo>
                <a:close/>
              </a:path>
              <a:path w="325120" h="398145">
                <a:moveTo>
                  <a:pt x="266700" y="397763"/>
                </a:moveTo>
                <a:lnTo>
                  <a:pt x="262985" y="383809"/>
                </a:lnTo>
                <a:lnTo>
                  <a:pt x="251841" y="371856"/>
                </a:lnTo>
                <a:lnTo>
                  <a:pt x="233267" y="362188"/>
                </a:lnTo>
                <a:lnTo>
                  <a:pt x="207264" y="355092"/>
                </a:lnTo>
                <a:lnTo>
                  <a:pt x="207264" y="347472"/>
                </a:lnTo>
                <a:lnTo>
                  <a:pt x="265176" y="353568"/>
                </a:lnTo>
                <a:lnTo>
                  <a:pt x="277368" y="355092"/>
                </a:lnTo>
                <a:lnTo>
                  <a:pt x="308469" y="355092"/>
                </a:lnTo>
                <a:lnTo>
                  <a:pt x="307633" y="364974"/>
                </a:lnTo>
                <a:lnTo>
                  <a:pt x="300037" y="380809"/>
                </a:lnTo>
                <a:lnTo>
                  <a:pt x="286440" y="391787"/>
                </a:lnTo>
                <a:lnTo>
                  <a:pt x="266700" y="39776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1" name="object 111"/>
          <p:cNvSpPr/>
          <p:nvPr/>
        </p:nvSpPr>
        <p:spPr>
          <a:xfrm>
            <a:off x="5237987" y="5373623"/>
            <a:ext cx="405765" cy="393700"/>
          </a:xfrm>
          <a:custGeom>
            <a:avLst/>
            <a:gdLst/>
            <a:ahLst/>
            <a:cxnLst/>
            <a:rect l="l" t="t" r="r" b="b"/>
            <a:pathLst>
              <a:path w="405764" h="393700">
                <a:moveTo>
                  <a:pt x="217932" y="36576"/>
                </a:moveTo>
                <a:lnTo>
                  <a:pt x="201168" y="19812"/>
                </a:lnTo>
                <a:lnTo>
                  <a:pt x="353568" y="19812"/>
                </a:lnTo>
                <a:lnTo>
                  <a:pt x="373380" y="0"/>
                </a:lnTo>
                <a:lnTo>
                  <a:pt x="402336" y="30480"/>
                </a:lnTo>
                <a:lnTo>
                  <a:pt x="259080" y="30480"/>
                </a:lnTo>
                <a:lnTo>
                  <a:pt x="247935" y="30789"/>
                </a:lnTo>
                <a:lnTo>
                  <a:pt x="237363" y="31813"/>
                </a:lnTo>
                <a:lnTo>
                  <a:pt x="227361" y="33694"/>
                </a:lnTo>
                <a:lnTo>
                  <a:pt x="217932" y="36576"/>
                </a:lnTo>
                <a:close/>
              </a:path>
              <a:path w="405764" h="393700">
                <a:moveTo>
                  <a:pt x="187669" y="18288"/>
                </a:moveTo>
                <a:lnTo>
                  <a:pt x="153924" y="18288"/>
                </a:lnTo>
                <a:lnTo>
                  <a:pt x="166116" y="1524"/>
                </a:lnTo>
                <a:lnTo>
                  <a:pt x="187669" y="18288"/>
                </a:lnTo>
                <a:close/>
              </a:path>
              <a:path w="405764" h="393700">
                <a:moveTo>
                  <a:pt x="51816" y="167640"/>
                </a:moveTo>
                <a:lnTo>
                  <a:pt x="52697" y="147923"/>
                </a:lnTo>
                <a:lnTo>
                  <a:pt x="53149" y="127635"/>
                </a:lnTo>
                <a:lnTo>
                  <a:pt x="53249" y="55626"/>
                </a:lnTo>
                <a:lnTo>
                  <a:pt x="53149" y="43243"/>
                </a:lnTo>
                <a:lnTo>
                  <a:pt x="52697" y="23407"/>
                </a:lnTo>
                <a:lnTo>
                  <a:pt x="51816" y="4572"/>
                </a:lnTo>
                <a:lnTo>
                  <a:pt x="76200" y="18288"/>
                </a:lnTo>
                <a:lnTo>
                  <a:pt x="187669" y="18288"/>
                </a:lnTo>
                <a:lnTo>
                  <a:pt x="193548" y="22860"/>
                </a:lnTo>
                <a:lnTo>
                  <a:pt x="185420" y="28956"/>
                </a:lnTo>
                <a:lnTo>
                  <a:pt x="76200" y="28956"/>
                </a:lnTo>
                <a:lnTo>
                  <a:pt x="76200" y="79248"/>
                </a:lnTo>
                <a:lnTo>
                  <a:pt x="181428" y="79248"/>
                </a:lnTo>
                <a:lnTo>
                  <a:pt x="181482" y="89916"/>
                </a:lnTo>
                <a:lnTo>
                  <a:pt x="76200" y="89916"/>
                </a:lnTo>
                <a:lnTo>
                  <a:pt x="76200" y="138684"/>
                </a:lnTo>
                <a:lnTo>
                  <a:pt x="182336" y="138684"/>
                </a:lnTo>
                <a:lnTo>
                  <a:pt x="182759" y="149352"/>
                </a:lnTo>
                <a:lnTo>
                  <a:pt x="76200" y="149352"/>
                </a:lnTo>
                <a:lnTo>
                  <a:pt x="76200" y="160020"/>
                </a:lnTo>
                <a:lnTo>
                  <a:pt x="51816" y="167640"/>
                </a:lnTo>
                <a:close/>
              </a:path>
              <a:path w="405764" h="393700">
                <a:moveTo>
                  <a:pt x="181428" y="79248"/>
                </a:moveTo>
                <a:lnTo>
                  <a:pt x="158496" y="79248"/>
                </a:lnTo>
                <a:lnTo>
                  <a:pt x="158496" y="28956"/>
                </a:lnTo>
                <a:lnTo>
                  <a:pt x="185420" y="28956"/>
                </a:lnTo>
                <a:lnTo>
                  <a:pt x="181356" y="32004"/>
                </a:lnTo>
                <a:lnTo>
                  <a:pt x="181428" y="79248"/>
                </a:lnTo>
                <a:close/>
              </a:path>
              <a:path w="405764" h="393700">
                <a:moveTo>
                  <a:pt x="280416" y="80772"/>
                </a:moveTo>
                <a:lnTo>
                  <a:pt x="271272" y="80772"/>
                </a:lnTo>
                <a:lnTo>
                  <a:pt x="274415" y="68199"/>
                </a:lnTo>
                <a:lnTo>
                  <a:pt x="276987" y="55626"/>
                </a:lnTo>
                <a:lnTo>
                  <a:pt x="278987" y="43053"/>
                </a:lnTo>
                <a:lnTo>
                  <a:pt x="280416" y="30480"/>
                </a:lnTo>
                <a:lnTo>
                  <a:pt x="309372" y="30480"/>
                </a:lnTo>
                <a:lnTo>
                  <a:pt x="305061" y="37909"/>
                </a:lnTo>
                <a:lnTo>
                  <a:pt x="298894" y="48768"/>
                </a:lnTo>
                <a:lnTo>
                  <a:pt x="290726" y="63055"/>
                </a:lnTo>
                <a:lnTo>
                  <a:pt x="280416" y="80772"/>
                </a:lnTo>
                <a:close/>
              </a:path>
              <a:path w="405764" h="393700">
                <a:moveTo>
                  <a:pt x="378069" y="80772"/>
                </a:moveTo>
                <a:lnTo>
                  <a:pt x="345948" y="80772"/>
                </a:lnTo>
                <a:lnTo>
                  <a:pt x="358140" y="65532"/>
                </a:lnTo>
                <a:lnTo>
                  <a:pt x="378069" y="80772"/>
                </a:lnTo>
                <a:close/>
              </a:path>
              <a:path w="405764" h="393700">
                <a:moveTo>
                  <a:pt x="224028" y="249936"/>
                </a:moveTo>
                <a:lnTo>
                  <a:pt x="224909" y="230743"/>
                </a:lnTo>
                <a:lnTo>
                  <a:pt x="225324" y="211264"/>
                </a:lnTo>
                <a:lnTo>
                  <a:pt x="225410" y="202692"/>
                </a:lnTo>
                <a:lnTo>
                  <a:pt x="225532" y="138684"/>
                </a:lnTo>
                <a:lnTo>
                  <a:pt x="225408" y="117348"/>
                </a:lnTo>
                <a:lnTo>
                  <a:pt x="225282" y="106775"/>
                </a:lnTo>
                <a:lnTo>
                  <a:pt x="224909" y="88225"/>
                </a:lnTo>
                <a:lnTo>
                  <a:pt x="224028" y="67056"/>
                </a:lnTo>
                <a:lnTo>
                  <a:pt x="248412" y="80772"/>
                </a:lnTo>
                <a:lnTo>
                  <a:pt x="378069" y="80772"/>
                </a:lnTo>
                <a:lnTo>
                  <a:pt x="384048" y="85344"/>
                </a:lnTo>
                <a:lnTo>
                  <a:pt x="375920" y="91440"/>
                </a:lnTo>
                <a:lnTo>
                  <a:pt x="248412" y="91440"/>
                </a:lnTo>
                <a:lnTo>
                  <a:pt x="248412" y="236220"/>
                </a:lnTo>
                <a:lnTo>
                  <a:pt x="224028" y="249936"/>
                </a:lnTo>
                <a:close/>
              </a:path>
              <a:path w="405764" h="393700">
                <a:moveTo>
                  <a:pt x="182336" y="138684"/>
                </a:moveTo>
                <a:lnTo>
                  <a:pt x="158496" y="138684"/>
                </a:lnTo>
                <a:lnTo>
                  <a:pt x="158496" y="89916"/>
                </a:lnTo>
                <a:lnTo>
                  <a:pt x="181482" y="89916"/>
                </a:lnTo>
                <a:lnTo>
                  <a:pt x="181546" y="102489"/>
                </a:lnTo>
                <a:lnTo>
                  <a:pt x="181998" y="130159"/>
                </a:lnTo>
                <a:lnTo>
                  <a:pt x="182336" y="138684"/>
                </a:lnTo>
                <a:close/>
              </a:path>
              <a:path w="405764" h="393700">
                <a:moveTo>
                  <a:pt x="348996" y="245363"/>
                </a:moveTo>
                <a:lnTo>
                  <a:pt x="348996" y="91440"/>
                </a:lnTo>
                <a:lnTo>
                  <a:pt x="375920" y="91440"/>
                </a:lnTo>
                <a:lnTo>
                  <a:pt x="371856" y="94488"/>
                </a:lnTo>
                <a:lnTo>
                  <a:pt x="371856" y="178308"/>
                </a:lnTo>
                <a:lnTo>
                  <a:pt x="372094" y="186880"/>
                </a:lnTo>
                <a:lnTo>
                  <a:pt x="372584" y="198120"/>
                </a:lnTo>
                <a:lnTo>
                  <a:pt x="373149" y="214884"/>
                </a:lnTo>
                <a:lnTo>
                  <a:pt x="373380" y="233172"/>
                </a:lnTo>
                <a:lnTo>
                  <a:pt x="348996" y="245363"/>
                </a:lnTo>
                <a:close/>
              </a:path>
              <a:path w="405764" h="393700">
                <a:moveTo>
                  <a:pt x="190500" y="345948"/>
                </a:moveTo>
                <a:lnTo>
                  <a:pt x="187452" y="339852"/>
                </a:lnTo>
                <a:lnTo>
                  <a:pt x="211740" y="326112"/>
                </a:lnTo>
                <a:lnTo>
                  <a:pt x="232029" y="312229"/>
                </a:lnTo>
                <a:lnTo>
                  <a:pt x="260604" y="283463"/>
                </a:lnTo>
                <a:lnTo>
                  <a:pt x="279677" y="231171"/>
                </a:lnTo>
                <a:lnTo>
                  <a:pt x="283678" y="188928"/>
                </a:lnTo>
                <a:lnTo>
                  <a:pt x="284367" y="167640"/>
                </a:lnTo>
                <a:lnTo>
                  <a:pt x="284297" y="142160"/>
                </a:lnTo>
                <a:lnTo>
                  <a:pt x="283464" y="117348"/>
                </a:lnTo>
                <a:lnTo>
                  <a:pt x="321564" y="137160"/>
                </a:lnTo>
                <a:lnTo>
                  <a:pt x="307848" y="149352"/>
                </a:lnTo>
                <a:lnTo>
                  <a:pt x="307276" y="183094"/>
                </a:lnTo>
                <a:lnTo>
                  <a:pt x="305562" y="211264"/>
                </a:lnTo>
                <a:lnTo>
                  <a:pt x="298704" y="251460"/>
                </a:lnTo>
                <a:lnTo>
                  <a:pt x="276629" y="291322"/>
                </a:lnTo>
                <a:lnTo>
                  <a:pt x="234124" y="326326"/>
                </a:lnTo>
                <a:lnTo>
                  <a:pt x="213955" y="336494"/>
                </a:lnTo>
                <a:lnTo>
                  <a:pt x="190500" y="345948"/>
                </a:lnTo>
                <a:close/>
              </a:path>
              <a:path w="405764" h="393700">
                <a:moveTo>
                  <a:pt x="158496" y="164592"/>
                </a:moveTo>
                <a:lnTo>
                  <a:pt x="158496" y="149352"/>
                </a:lnTo>
                <a:lnTo>
                  <a:pt x="182759" y="149352"/>
                </a:lnTo>
                <a:lnTo>
                  <a:pt x="182880" y="152400"/>
                </a:lnTo>
                <a:lnTo>
                  <a:pt x="158496" y="164592"/>
                </a:lnTo>
                <a:close/>
              </a:path>
              <a:path w="405764" h="393700">
                <a:moveTo>
                  <a:pt x="28956" y="202692"/>
                </a:moveTo>
                <a:lnTo>
                  <a:pt x="13716" y="187451"/>
                </a:lnTo>
                <a:lnTo>
                  <a:pt x="166116" y="187451"/>
                </a:lnTo>
                <a:lnTo>
                  <a:pt x="187452" y="166116"/>
                </a:lnTo>
                <a:lnTo>
                  <a:pt x="214884" y="198120"/>
                </a:lnTo>
                <a:lnTo>
                  <a:pt x="71628" y="198120"/>
                </a:lnTo>
                <a:lnTo>
                  <a:pt x="60459" y="198405"/>
                </a:lnTo>
                <a:lnTo>
                  <a:pt x="49720" y="199263"/>
                </a:lnTo>
                <a:lnTo>
                  <a:pt x="39266" y="200691"/>
                </a:lnTo>
                <a:lnTo>
                  <a:pt x="28956" y="202692"/>
                </a:lnTo>
                <a:close/>
              </a:path>
              <a:path w="405764" h="393700">
                <a:moveTo>
                  <a:pt x="131064" y="330708"/>
                </a:moveTo>
                <a:lnTo>
                  <a:pt x="108204" y="330708"/>
                </a:lnTo>
                <a:lnTo>
                  <a:pt x="108204" y="198120"/>
                </a:lnTo>
                <a:lnTo>
                  <a:pt x="131064" y="198120"/>
                </a:lnTo>
                <a:lnTo>
                  <a:pt x="131064" y="259080"/>
                </a:lnTo>
                <a:lnTo>
                  <a:pt x="199720" y="259080"/>
                </a:lnTo>
                <a:lnTo>
                  <a:pt x="208788" y="269748"/>
                </a:lnTo>
                <a:lnTo>
                  <a:pt x="131064" y="269748"/>
                </a:lnTo>
                <a:lnTo>
                  <a:pt x="131064" y="330708"/>
                </a:lnTo>
                <a:close/>
              </a:path>
              <a:path w="405764" h="393700">
                <a:moveTo>
                  <a:pt x="4572" y="393192"/>
                </a:moveTo>
                <a:lnTo>
                  <a:pt x="0" y="388619"/>
                </a:lnTo>
                <a:lnTo>
                  <a:pt x="9715" y="369712"/>
                </a:lnTo>
                <a:lnTo>
                  <a:pt x="18288" y="349377"/>
                </a:lnTo>
                <a:lnTo>
                  <a:pt x="32004" y="303275"/>
                </a:lnTo>
                <a:lnTo>
                  <a:pt x="41148" y="256222"/>
                </a:lnTo>
                <a:lnTo>
                  <a:pt x="45720" y="214884"/>
                </a:lnTo>
                <a:lnTo>
                  <a:pt x="79248" y="233172"/>
                </a:lnTo>
                <a:lnTo>
                  <a:pt x="72937" y="238291"/>
                </a:lnTo>
                <a:lnTo>
                  <a:pt x="67627" y="248983"/>
                </a:lnTo>
                <a:lnTo>
                  <a:pt x="63170" y="265128"/>
                </a:lnTo>
                <a:lnTo>
                  <a:pt x="59436" y="286512"/>
                </a:lnTo>
                <a:lnTo>
                  <a:pt x="68269" y="297180"/>
                </a:lnTo>
                <a:lnTo>
                  <a:pt x="54864" y="297180"/>
                </a:lnTo>
                <a:lnTo>
                  <a:pt x="44005" y="326326"/>
                </a:lnTo>
                <a:lnTo>
                  <a:pt x="32004" y="352044"/>
                </a:lnTo>
                <a:lnTo>
                  <a:pt x="18859" y="374332"/>
                </a:lnTo>
                <a:lnTo>
                  <a:pt x="4572" y="393192"/>
                </a:lnTo>
                <a:close/>
              </a:path>
              <a:path w="405764" h="393700">
                <a:moveTo>
                  <a:pt x="199720" y="259080"/>
                </a:moveTo>
                <a:lnTo>
                  <a:pt x="163068" y="259080"/>
                </a:lnTo>
                <a:lnTo>
                  <a:pt x="182880" y="239268"/>
                </a:lnTo>
                <a:lnTo>
                  <a:pt x="199720" y="259080"/>
                </a:lnTo>
                <a:close/>
              </a:path>
              <a:path w="405764" h="393700">
                <a:moveTo>
                  <a:pt x="379476" y="333756"/>
                </a:moveTo>
                <a:lnTo>
                  <a:pt x="374904" y="333756"/>
                </a:lnTo>
                <a:lnTo>
                  <a:pt x="370332" y="327660"/>
                </a:lnTo>
                <a:lnTo>
                  <a:pt x="365760" y="315468"/>
                </a:lnTo>
                <a:lnTo>
                  <a:pt x="356663" y="302918"/>
                </a:lnTo>
                <a:lnTo>
                  <a:pt x="343281" y="288226"/>
                </a:lnTo>
                <a:lnTo>
                  <a:pt x="325897" y="271533"/>
                </a:lnTo>
                <a:lnTo>
                  <a:pt x="304800" y="252984"/>
                </a:lnTo>
                <a:lnTo>
                  <a:pt x="307848" y="248412"/>
                </a:lnTo>
                <a:lnTo>
                  <a:pt x="360426" y="274701"/>
                </a:lnTo>
                <a:lnTo>
                  <a:pt x="387006" y="302918"/>
                </a:lnTo>
                <a:lnTo>
                  <a:pt x="387096" y="316992"/>
                </a:lnTo>
                <a:lnTo>
                  <a:pt x="384048" y="324612"/>
                </a:lnTo>
                <a:lnTo>
                  <a:pt x="382524" y="330708"/>
                </a:lnTo>
                <a:lnTo>
                  <a:pt x="379476" y="333756"/>
                </a:lnTo>
                <a:close/>
              </a:path>
              <a:path w="405764" h="393700">
                <a:moveTo>
                  <a:pt x="371856" y="381000"/>
                </a:moveTo>
                <a:lnTo>
                  <a:pt x="304776" y="380666"/>
                </a:lnTo>
                <a:lnTo>
                  <a:pt x="250126" y="379476"/>
                </a:lnTo>
                <a:lnTo>
                  <a:pt x="208335" y="377142"/>
                </a:lnTo>
                <a:lnTo>
                  <a:pt x="159019" y="368522"/>
                </a:lnTo>
                <a:lnTo>
                  <a:pt x="109728" y="350519"/>
                </a:lnTo>
                <a:lnTo>
                  <a:pt x="69222" y="314944"/>
                </a:lnTo>
                <a:lnTo>
                  <a:pt x="54864" y="297180"/>
                </a:lnTo>
                <a:lnTo>
                  <a:pt x="68269" y="297180"/>
                </a:lnTo>
                <a:lnTo>
                  <a:pt x="69413" y="298561"/>
                </a:lnTo>
                <a:lnTo>
                  <a:pt x="80962" y="309753"/>
                </a:lnTo>
                <a:lnTo>
                  <a:pt x="93940" y="320373"/>
                </a:lnTo>
                <a:lnTo>
                  <a:pt x="108204" y="330708"/>
                </a:lnTo>
                <a:lnTo>
                  <a:pt x="131064" y="330708"/>
                </a:lnTo>
                <a:lnTo>
                  <a:pt x="131064" y="336804"/>
                </a:lnTo>
                <a:lnTo>
                  <a:pt x="151352" y="343923"/>
                </a:lnTo>
                <a:lnTo>
                  <a:pt x="177927" y="349186"/>
                </a:lnTo>
                <a:lnTo>
                  <a:pt x="210788" y="352448"/>
                </a:lnTo>
                <a:lnTo>
                  <a:pt x="249936" y="353568"/>
                </a:lnTo>
                <a:lnTo>
                  <a:pt x="402088" y="353568"/>
                </a:lnTo>
                <a:lnTo>
                  <a:pt x="390501" y="358925"/>
                </a:lnTo>
                <a:lnTo>
                  <a:pt x="380047" y="365950"/>
                </a:lnTo>
                <a:lnTo>
                  <a:pt x="373880" y="373260"/>
                </a:lnTo>
                <a:lnTo>
                  <a:pt x="371856" y="381000"/>
                </a:lnTo>
                <a:close/>
              </a:path>
              <a:path w="405764" h="393700">
                <a:moveTo>
                  <a:pt x="402088" y="353568"/>
                </a:moveTo>
                <a:lnTo>
                  <a:pt x="249936" y="353568"/>
                </a:lnTo>
                <a:lnTo>
                  <a:pt x="291369" y="353234"/>
                </a:lnTo>
                <a:lnTo>
                  <a:pt x="331089" y="352043"/>
                </a:lnTo>
                <a:lnTo>
                  <a:pt x="369093" y="349710"/>
                </a:lnTo>
                <a:lnTo>
                  <a:pt x="405384" y="345948"/>
                </a:lnTo>
                <a:lnTo>
                  <a:pt x="405383" y="352044"/>
                </a:lnTo>
                <a:lnTo>
                  <a:pt x="402088" y="35356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2" name="object 112"/>
          <p:cNvSpPr/>
          <p:nvPr/>
        </p:nvSpPr>
        <p:spPr>
          <a:xfrm>
            <a:off x="5722572" y="5570220"/>
            <a:ext cx="59690" cy="195580"/>
          </a:xfrm>
          <a:custGeom>
            <a:avLst/>
            <a:gdLst/>
            <a:ahLst/>
            <a:cxnLst/>
            <a:rect l="l" t="t" r="r" b="b"/>
            <a:pathLst>
              <a:path w="59689" h="195579">
                <a:moveTo>
                  <a:pt x="10715" y="195072"/>
                </a:moveTo>
                <a:lnTo>
                  <a:pt x="7667" y="195072"/>
                </a:lnTo>
                <a:lnTo>
                  <a:pt x="7667" y="193548"/>
                </a:lnTo>
                <a:lnTo>
                  <a:pt x="9191" y="192024"/>
                </a:lnTo>
                <a:lnTo>
                  <a:pt x="12239" y="190500"/>
                </a:lnTo>
                <a:lnTo>
                  <a:pt x="18335" y="185928"/>
                </a:lnTo>
                <a:lnTo>
                  <a:pt x="36623" y="152400"/>
                </a:lnTo>
                <a:lnTo>
                  <a:pt x="21383" y="152400"/>
                </a:lnTo>
                <a:lnTo>
                  <a:pt x="16811" y="149352"/>
                </a:lnTo>
                <a:lnTo>
                  <a:pt x="12239" y="147828"/>
                </a:lnTo>
                <a:lnTo>
                  <a:pt x="7667" y="144780"/>
                </a:lnTo>
                <a:lnTo>
                  <a:pt x="6143" y="140208"/>
                </a:lnTo>
                <a:lnTo>
                  <a:pt x="3095" y="135636"/>
                </a:lnTo>
                <a:lnTo>
                  <a:pt x="1571" y="131064"/>
                </a:lnTo>
                <a:lnTo>
                  <a:pt x="3095" y="124968"/>
                </a:lnTo>
                <a:lnTo>
                  <a:pt x="3095" y="120396"/>
                </a:lnTo>
                <a:lnTo>
                  <a:pt x="4619" y="115824"/>
                </a:lnTo>
                <a:lnTo>
                  <a:pt x="13763" y="106680"/>
                </a:lnTo>
                <a:lnTo>
                  <a:pt x="22907" y="103632"/>
                </a:lnTo>
                <a:lnTo>
                  <a:pt x="25955" y="102108"/>
                </a:lnTo>
                <a:lnTo>
                  <a:pt x="32051" y="102108"/>
                </a:lnTo>
                <a:lnTo>
                  <a:pt x="45767" y="106680"/>
                </a:lnTo>
                <a:lnTo>
                  <a:pt x="50339" y="109728"/>
                </a:lnTo>
                <a:lnTo>
                  <a:pt x="53387" y="117348"/>
                </a:lnTo>
                <a:lnTo>
                  <a:pt x="57959" y="123444"/>
                </a:lnTo>
                <a:lnTo>
                  <a:pt x="59483" y="129540"/>
                </a:lnTo>
                <a:lnTo>
                  <a:pt x="59483" y="140208"/>
                </a:lnTo>
                <a:lnTo>
                  <a:pt x="44196" y="177998"/>
                </a:lnTo>
                <a:lnTo>
                  <a:pt x="22907" y="193548"/>
                </a:lnTo>
                <a:lnTo>
                  <a:pt x="16811" y="193548"/>
                </a:lnTo>
                <a:lnTo>
                  <a:pt x="10715" y="195072"/>
                </a:lnTo>
                <a:close/>
              </a:path>
              <a:path w="59689" h="195579">
                <a:moveTo>
                  <a:pt x="35099" y="57912"/>
                </a:moveTo>
                <a:lnTo>
                  <a:pt x="25955" y="57912"/>
                </a:lnTo>
                <a:lnTo>
                  <a:pt x="18335" y="56388"/>
                </a:lnTo>
                <a:lnTo>
                  <a:pt x="10715" y="51816"/>
                </a:lnTo>
                <a:lnTo>
                  <a:pt x="5619" y="47791"/>
                </a:lnTo>
                <a:lnTo>
                  <a:pt x="1952" y="42481"/>
                </a:lnTo>
                <a:lnTo>
                  <a:pt x="0" y="35742"/>
                </a:lnTo>
                <a:lnTo>
                  <a:pt x="47" y="16764"/>
                </a:lnTo>
                <a:lnTo>
                  <a:pt x="3095" y="9144"/>
                </a:lnTo>
                <a:lnTo>
                  <a:pt x="10715" y="6096"/>
                </a:lnTo>
                <a:lnTo>
                  <a:pt x="18335" y="1524"/>
                </a:lnTo>
                <a:lnTo>
                  <a:pt x="24431" y="0"/>
                </a:lnTo>
                <a:lnTo>
                  <a:pt x="41195" y="0"/>
                </a:lnTo>
                <a:lnTo>
                  <a:pt x="47291" y="3048"/>
                </a:lnTo>
                <a:lnTo>
                  <a:pt x="52411" y="5548"/>
                </a:lnTo>
                <a:lnTo>
                  <a:pt x="56245" y="10477"/>
                </a:lnTo>
                <a:lnTo>
                  <a:pt x="58650" y="17406"/>
                </a:lnTo>
                <a:lnTo>
                  <a:pt x="59483" y="25908"/>
                </a:lnTo>
                <a:lnTo>
                  <a:pt x="59420" y="35742"/>
                </a:lnTo>
                <a:lnTo>
                  <a:pt x="57578" y="42862"/>
                </a:lnTo>
                <a:lnTo>
                  <a:pt x="53911" y="48410"/>
                </a:lnTo>
                <a:lnTo>
                  <a:pt x="48815" y="51816"/>
                </a:lnTo>
                <a:lnTo>
                  <a:pt x="41195" y="56388"/>
                </a:lnTo>
                <a:lnTo>
                  <a:pt x="35099" y="5791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</p:spTree>
  </p:cSld>
  <p:clrMapOvr>
    <a:masterClrMapping/>
  </p:clrMapOvr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object 2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9665207" y="7229856"/>
            <a:ext cx="91390" cy="146304"/>
          </a:xfrm>
          <a:prstGeom prst="rect">
            <a:avLst/>
          </a:prstGeom>
        </p:spPr>
      </p:pic>
      <p:sp>
        <p:nvSpPr>
          <p:cNvPr id="3" name="object 3"/>
          <p:cNvSpPr/>
          <p:nvPr/>
        </p:nvSpPr>
        <p:spPr>
          <a:xfrm>
            <a:off x="1752600" y="1319783"/>
            <a:ext cx="216535" cy="447040"/>
          </a:xfrm>
          <a:custGeom>
            <a:avLst/>
            <a:gdLst/>
            <a:ahLst/>
            <a:cxnLst/>
            <a:rect l="l" t="t" r="r" b="b"/>
            <a:pathLst>
              <a:path w="216535" h="447039">
                <a:moveTo>
                  <a:pt x="216407" y="446532"/>
                </a:moveTo>
                <a:lnTo>
                  <a:pt x="0" y="446532"/>
                </a:lnTo>
                <a:lnTo>
                  <a:pt x="0" y="402336"/>
                </a:lnTo>
                <a:lnTo>
                  <a:pt x="79247" y="402336"/>
                </a:lnTo>
                <a:lnTo>
                  <a:pt x="79247" y="103632"/>
                </a:lnTo>
                <a:lnTo>
                  <a:pt x="0" y="103632"/>
                </a:lnTo>
                <a:lnTo>
                  <a:pt x="0" y="62484"/>
                </a:lnTo>
                <a:lnTo>
                  <a:pt x="21193" y="61650"/>
                </a:lnTo>
                <a:lnTo>
                  <a:pt x="39242" y="59245"/>
                </a:lnTo>
                <a:lnTo>
                  <a:pt x="76438" y="42005"/>
                </a:lnTo>
                <a:lnTo>
                  <a:pt x="91439" y="0"/>
                </a:lnTo>
                <a:lnTo>
                  <a:pt x="137159" y="0"/>
                </a:lnTo>
                <a:lnTo>
                  <a:pt x="137159" y="402336"/>
                </a:lnTo>
                <a:lnTo>
                  <a:pt x="216407" y="402336"/>
                </a:lnTo>
                <a:lnTo>
                  <a:pt x="216407" y="446532"/>
                </a:lnTo>
                <a:close/>
              </a:path>
            </a:pathLst>
          </a:custGeom>
          <a:solidFill>
            <a:srgbClr val="3333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" name="object 4"/>
          <p:cNvSpPr/>
          <p:nvPr/>
        </p:nvSpPr>
        <p:spPr>
          <a:xfrm>
            <a:off x="2075688" y="1682495"/>
            <a:ext cx="71755" cy="85725"/>
          </a:xfrm>
          <a:custGeom>
            <a:avLst/>
            <a:gdLst/>
            <a:ahLst/>
            <a:cxnLst/>
            <a:rect l="l" t="t" r="r" b="b"/>
            <a:pathLst>
              <a:path w="71755" h="85725">
                <a:moveTo>
                  <a:pt x="71628" y="85344"/>
                </a:moveTo>
                <a:lnTo>
                  <a:pt x="0" y="85344"/>
                </a:lnTo>
                <a:lnTo>
                  <a:pt x="0" y="0"/>
                </a:lnTo>
                <a:lnTo>
                  <a:pt x="71628" y="0"/>
                </a:lnTo>
                <a:lnTo>
                  <a:pt x="71628" y="85344"/>
                </a:lnTo>
                <a:close/>
              </a:path>
            </a:pathLst>
          </a:custGeom>
          <a:solidFill>
            <a:srgbClr val="3333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" name="object 5"/>
          <p:cNvSpPr/>
          <p:nvPr/>
        </p:nvSpPr>
        <p:spPr>
          <a:xfrm>
            <a:off x="2272283" y="1319783"/>
            <a:ext cx="216535" cy="447040"/>
          </a:xfrm>
          <a:custGeom>
            <a:avLst/>
            <a:gdLst/>
            <a:ahLst/>
            <a:cxnLst/>
            <a:rect l="l" t="t" r="r" b="b"/>
            <a:pathLst>
              <a:path w="216535" h="447039">
                <a:moveTo>
                  <a:pt x="216407" y="446532"/>
                </a:moveTo>
                <a:lnTo>
                  <a:pt x="0" y="446532"/>
                </a:lnTo>
                <a:lnTo>
                  <a:pt x="0" y="402336"/>
                </a:lnTo>
                <a:lnTo>
                  <a:pt x="80771" y="402336"/>
                </a:lnTo>
                <a:lnTo>
                  <a:pt x="80771" y="103632"/>
                </a:lnTo>
                <a:lnTo>
                  <a:pt x="0" y="103632"/>
                </a:lnTo>
                <a:lnTo>
                  <a:pt x="0" y="62484"/>
                </a:lnTo>
                <a:lnTo>
                  <a:pt x="21193" y="61650"/>
                </a:lnTo>
                <a:lnTo>
                  <a:pt x="39242" y="59245"/>
                </a:lnTo>
                <a:lnTo>
                  <a:pt x="76438" y="42005"/>
                </a:lnTo>
                <a:lnTo>
                  <a:pt x="91439" y="0"/>
                </a:lnTo>
                <a:lnTo>
                  <a:pt x="137159" y="0"/>
                </a:lnTo>
                <a:lnTo>
                  <a:pt x="137159" y="402336"/>
                </a:lnTo>
                <a:lnTo>
                  <a:pt x="216407" y="402336"/>
                </a:lnTo>
                <a:lnTo>
                  <a:pt x="216407" y="446532"/>
                </a:lnTo>
                <a:close/>
              </a:path>
            </a:pathLst>
          </a:custGeom>
          <a:solidFill>
            <a:srgbClr val="3333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" name="object 6"/>
          <p:cNvSpPr/>
          <p:nvPr/>
        </p:nvSpPr>
        <p:spPr>
          <a:xfrm>
            <a:off x="2825496" y="1271016"/>
            <a:ext cx="447040" cy="548640"/>
          </a:xfrm>
          <a:custGeom>
            <a:avLst/>
            <a:gdLst/>
            <a:ahLst/>
            <a:cxnLst/>
            <a:rect l="l" t="t" r="r" b="b"/>
            <a:pathLst>
              <a:path w="447039" h="548639">
                <a:moveTo>
                  <a:pt x="103632" y="117348"/>
                </a:moveTo>
                <a:lnTo>
                  <a:pt x="100584" y="117348"/>
                </a:lnTo>
                <a:lnTo>
                  <a:pt x="95416" y="116157"/>
                </a:lnTo>
                <a:lnTo>
                  <a:pt x="91249" y="112395"/>
                </a:lnTo>
                <a:lnTo>
                  <a:pt x="87939" y="105775"/>
                </a:lnTo>
                <a:lnTo>
                  <a:pt x="85344" y="96012"/>
                </a:lnTo>
                <a:lnTo>
                  <a:pt x="77962" y="77462"/>
                </a:lnTo>
                <a:lnTo>
                  <a:pt x="67437" y="56197"/>
                </a:lnTo>
                <a:lnTo>
                  <a:pt x="54054" y="32361"/>
                </a:lnTo>
                <a:lnTo>
                  <a:pt x="38100" y="6096"/>
                </a:lnTo>
                <a:lnTo>
                  <a:pt x="44196" y="0"/>
                </a:lnTo>
                <a:lnTo>
                  <a:pt x="84201" y="25146"/>
                </a:lnTo>
                <a:lnTo>
                  <a:pt x="115085" y="53673"/>
                </a:lnTo>
                <a:lnTo>
                  <a:pt x="123444" y="74676"/>
                </a:lnTo>
                <a:lnTo>
                  <a:pt x="122872" y="80676"/>
                </a:lnTo>
                <a:lnTo>
                  <a:pt x="121158" y="87249"/>
                </a:lnTo>
                <a:lnTo>
                  <a:pt x="118300" y="94392"/>
                </a:lnTo>
                <a:lnTo>
                  <a:pt x="114300" y="102108"/>
                </a:lnTo>
                <a:lnTo>
                  <a:pt x="108204" y="112776"/>
                </a:lnTo>
                <a:lnTo>
                  <a:pt x="103632" y="117348"/>
                </a:lnTo>
                <a:close/>
              </a:path>
              <a:path w="447039" h="548639">
                <a:moveTo>
                  <a:pt x="201168" y="83820"/>
                </a:moveTo>
                <a:lnTo>
                  <a:pt x="178307" y="62484"/>
                </a:lnTo>
                <a:lnTo>
                  <a:pt x="387096" y="62484"/>
                </a:lnTo>
                <a:lnTo>
                  <a:pt x="406908" y="33528"/>
                </a:lnTo>
                <a:lnTo>
                  <a:pt x="446532" y="67056"/>
                </a:lnTo>
                <a:lnTo>
                  <a:pt x="435043" y="77724"/>
                </a:lnTo>
                <a:lnTo>
                  <a:pt x="257556" y="77724"/>
                </a:lnTo>
                <a:lnTo>
                  <a:pt x="242744" y="78033"/>
                </a:lnTo>
                <a:lnTo>
                  <a:pt x="228219" y="79057"/>
                </a:lnTo>
                <a:lnTo>
                  <a:pt x="214264" y="80938"/>
                </a:lnTo>
                <a:lnTo>
                  <a:pt x="201168" y="83820"/>
                </a:lnTo>
                <a:close/>
              </a:path>
              <a:path w="447039" h="548639">
                <a:moveTo>
                  <a:pt x="423977" y="486156"/>
                </a:moveTo>
                <a:lnTo>
                  <a:pt x="362712" y="486156"/>
                </a:lnTo>
                <a:lnTo>
                  <a:pt x="374713" y="485870"/>
                </a:lnTo>
                <a:lnTo>
                  <a:pt x="383286" y="482727"/>
                </a:lnTo>
                <a:lnTo>
                  <a:pt x="388429" y="476726"/>
                </a:lnTo>
                <a:lnTo>
                  <a:pt x="390144" y="467868"/>
                </a:lnTo>
                <a:lnTo>
                  <a:pt x="390144" y="77724"/>
                </a:lnTo>
                <a:lnTo>
                  <a:pt x="435043" y="77724"/>
                </a:lnTo>
                <a:lnTo>
                  <a:pt x="425196" y="86868"/>
                </a:lnTo>
                <a:lnTo>
                  <a:pt x="425196" y="473964"/>
                </a:lnTo>
                <a:lnTo>
                  <a:pt x="423977" y="486156"/>
                </a:lnTo>
                <a:close/>
              </a:path>
              <a:path w="447039" h="548639">
                <a:moveTo>
                  <a:pt x="0" y="548640"/>
                </a:moveTo>
                <a:lnTo>
                  <a:pt x="743" y="506016"/>
                </a:lnTo>
                <a:lnTo>
                  <a:pt x="1194" y="460394"/>
                </a:lnTo>
                <a:lnTo>
                  <a:pt x="1369" y="423671"/>
                </a:lnTo>
                <a:lnTo>
                  <a:pt x="1450" y="222504"/>
                </a:lnTo>
                <a:lnTo>
                  <a:pt x="1325" y="182880"/>
                </a:lnTo>
                <a:lnTo>
                  <a:pt x="881" y="138493"/>
                </a:lnTo>
                <a:lnTo>
                  <a:pt x="0" y="103632"/>
                </a:lnTo>
                <a:lnTo>
                  <a:pt x="59436" y="137160"/>
                </a:lnTo>
                <a:lnTo>
                  <a:pt x="38100" y="150876"/>
                </a:lnTo>
                <a:lnTo>
                  <a:pt x="38100" y="531876"/>
                </a:lnTo>
                <a:lnTo>
                  <a:pt x="0" y="548640"/>
                </a:lnTo>
                <a:close/>
              </a:path>
              <a:path w="447039" h="548639">
                <a:moveTo>
                  <a:pt x="328221" y="208788"/>
                </a:moveTo>
                <a:lnTo>
                  <a:pt x="277368" y="208788"/>
                </a:lnTo>
                <a:lnTo>
                  <a:pt x="294131" y="182880"/>
                </a:lnTo>
                <a:lnTo>
                  <a:pt x="328221" y="208788"/>
                </a:lnTo>
                <a:close/>
              </a:path>
              <a:path w="447039" h="548639">
                <a:moveTo>
                  <a:pt x="111252" y="423671"/>
                </a:moveTo>
                <a:lnTo>
                  <a:pt x="113347" y="356235"/>
                </a:lnTo>
                <a:lnTo>
                  <a:pt x="114218" y="304800"/>
                </a:lnTo>
                <a:lnTo>
                  <a:pt x="114252" y="268200"/>
                </a:lnTo>
                <a:lnTo>
                  <a:pt x="113919" y="240601"/>
                </a:lnTo>
                <a:lnTo>
                  <a:pt x="113014" y="212717"/>
                </a:lnTo>
                <a:lnTo>
                  <a:pt x="111252" y="184404"/>
                </a:lnTo>
                <a:lnTo>
                  <a:pt x="147828" y="208788"/>
                </a:lnTo>
                <a:lnTo>
                  <a:pt x="328221" y="208788"/>
                </a:lnTo>
                <a:lnTo>
                  <a:pt x="332232" y="211836"/>
                </a:lnTo>
                <a:lnTo>
                  <a:pt x="319624" y="222504"/>
                </a:lnTo>
                <a:lnTo>
                  <a:pt x="147828" y="222504"/>
                </a:lnTo>
                <a:lnTo>
                  <a:pt x="147828" y="364236"/>
                </a:lnTo>
                <a:lnTo>
                  <a:pt x="313309" y="364236"/>
                </a:lnTo>
                <a:lnTo>
                  <a:pt x="313372" y="365569"/>
                </a:lnTo>
                <a:lnTo>
                  <a:pt x="314185" y="379476"/>
                </a:lnTo>
                <a:lnTo>
                  <a:pt x="147828" y="379476"/>
                </a:lnTo>
                <a:lnTo>
                  <a:pt x="147828" y="409956"/>
                </a:lnTo>
                <a:lnTo>
                  <a:pt x="111252" y="423671"/>
                </a:lnTo>
                <a:close/>
              </a:path>
              <a:path w="447039" h="548639">
                <a:moveTo>
                  <a:pt x="313309" y="364236"/>
                </a:moveTo>
                <a:lnTo>
                  <a:pt x="278892" y="364236"/>
                </a:lnTo>
                <a:lnTo>
                  <a:pt x="278892" y="222504"/>
                </a:lnTo>
                <a:lnTo>
                  <a:pt x="319624" y="222504"/>
                </a:lnTo>
                <a:lnTo>
                  <a:pt x="312419" y="228600"/>
                </a:lnTo>
                <a:lnTo>
                  <a:pt x="312419" y="338328"/>
                </a:lnTo>
                <a:lnTo>
                  <a:pt x="312681" y="350877"/>
                </a:lnTo>
                <a:lnTo>
                  <a:pt x="313309" y="364236"/>
                </a:lnTo>
                <a:close/>
              </a:path>
              <a:path w="447039" h="548639">
                <a:moveTo>
                  <a:pt x="278892" y="414528"/>
                </a:moveTo>
                <a:lnTo>
                  <a:pt x="278892" y="379476"/>
                </a:lnTo>
                <a:lnTo>
                  <a:pt x="314185" y="379476"/>
                </a:lnTo>
                <a:lnTo>
                  <a:pt x="315467" y="400812"/>
                </a:lnTo>
                <a:lnTo>
                  <a:pt x="278892" y="414528"/>
                </a:lnTo>
                <a:close/>
              </a:path>
              <a:path w="447039" h="548639">
                <a:moveTo>
                  <a:pt x="365760" y="548640"/>
                </a:moveTo>
                <a:lnTo>
                  <a:pt x="360616" y="528637"/>
                </a:lnTo>
                <a:lnTo>
                  <a:pt x="345186" y="512064"/>
                </a:lnTo>
                <a:lnTo>
                  <a:pt x="319468" y="498919"/>
                </a:lnTo>
                <a:lnTo>
                  <a:pt x="283464" y="489204"/>
                </a:lnTo>
                <a:lnTo>
                  <a:pt x="283464" y="478536"/>
                </a:lnTo>
                <a:lnTo>
                  <a:pt x="308276" y="481441"/>
                </a:lnTo>
                <a:lnTo>
                  <a:pt x="329946" y="483489"/>
                </a:lnTo>
                <a:lnTo>
                  <a:pt x="362712" y="486156"/>
                </a:lnTo>
                <a:lnTo>
                  <a:pt x="423977" y="486156"/>
                </a:lnTo>
                <a:lnTo>
                  <a:pt x="422338" y="502562"/>
                </a:lnTo>
                <a:lnTo>
                  <a:pt x="411480" y="524446"/>
                </a:lnTo>
                <a:lnTo>
                  <a:pt x="392620" y="539757"/>
                </a:lnTo>
                <a:lnTo>
                  <a:pt x="365760" y="548640"/>
                </a:lnTo>
                <a:close/>
              </a:path>
            </a:pathLst>
          </a:custGeom>
          <a:solidFill>
            <a:srgbClr val="3333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" name="object 7"/>
          <p:cNvSpPr/>
          <p:nvPr/>
        </p:nvSpPr>
        <p:spPr>
          <a:xfrm>
            <a:off x="3368040" y="1281683"/>
            <a:ext cx="558165" cy="541020"/>
          </a:xfrm>
          <a:custGeom>
            <a:avLst/>
            <a:gdLst/>
            <a:ahLst/>
            <a:cxnLst/>
            <a:rect l="l" t="t" r="r" b="b"/>
            <a:pathLst>
              <a:path w="558164" h="541019">
                <a:moveTo>
                  <a:pt x="298704" y="50292"/>
                </a:moveTo>
                <a:lnTo>
                  <a:pt x="277368" y="28956"/>
                </a:lnTo>
                <a:lnTo>
                  <a:pt x="486156" y="28956"/>
                </a:lnTo>
                <a:lnTo>
                  <a:pt x="515112" y="0"/>
                </a:lnTo>
                <a:lnTo>
                  <a:pt x="553212" y="42672"/>
                </a:lnTo>
                <a:lnTo>
                  <a:pt x="356616" y="42672"/>
                </a:lnTo>
                <a:lnTo>
                  <a:pt x="341137" y="43219"/>
                </a:lnTo>
                <a:lnTo>
                  <a:pt x="326517" y="44767"/>
                </a:lnTo>
                <a:lnTo>
                  <a:pt x="312467" y="47172"/>
                </a:lnTo>
                <a:lnTo>
                  <a:pt x="298704" y="50292"/>
                </a:lnTo>
                <a:close/>
              </a:path>
              <a:path w="558164" h="541019">
                <a:moveTo>
                  <a:pt x="259641" y="25908"/>
                </a:moveTo>
                <a:lnTo>
                  <a:pt x="213360" y="25908"/>
                </a:lnTo>
                <a:lnTo>
                  <a:pt x="230124" y="1524"/>
                </a:lnTo>
                <a:lnTo>
                  <a:pt x="259641" y="25908"/>
                </a:lnTo>
                <a:close/>
              </a:path>
              <a:path w="558164" h="541019">
                <a:moveTo>
                  <a:pt x="71628" y="231648"/>
                </a:moveTo>
                <a:lnTo>
                  <a:pt x="73723" y="175641"/>
                </a:lnTo>
                <a:lnTo>
                  <a:pt x="74553" y="131064"/>
                </a:lnTo>
                <a:lnTo>
                  <a:pt x="74608" y="109728"/>
                </a:lnTo>
                <a:lnTo>
                  <a:pt x="74391" y="87034"/>
                </a:lnTo>
                <a:lnTo>
                  <a:pt x="73723" y="59436"/>
                </a:lnTo>
                <a:lnTo>
                  <a:pt x="72613" y="28956"/>
                </a:lnTo>
                <a:lnTo>
                  <a:pt x="71628" y="6096"/>
                </a:lnTo>
                <a:lnTo>
                  <a:pt x="105156" y="25908"/>
                </a:lnTo>
                <a:lnTo>
                  <a:pt x="259641" y="25908"/>
                </a:lnTo>
                <a:lnTo>
                  <a:pt x="265175" y="30480"/>
                </a:lnTo>
                <a:lnTo>
                  <a:pt x="255117" y="39624"/>
                </a:lnTo>
                <a:lnTo>
                  <a:pt x="105156" y="39624"/>
                </a:lnTo>
                <a:lnTo>
                  <a:pt x="105156" y="109728"/>
                </a:lnTo>
                <a:lnTo>
                  <a:pt x="248868" y="109728"/>
                </a:lnTo>
                <a:lnTo>
                  <a:pt x="249081" y="123444"/>
                </a:lnTo>
                <a:lnTo>
                  <a:pt x="105156" y="123444"/>
                </a:lnTo>
                <a:lnTo>
                  <a:pt x="105156" y="190500"/>
                </a:lnTo>
                <a:lnTo>
                  <a:pt x="250741" y="190500"/>
                </a:lnTo>
                <a:lnTo>
                  <a:pt x="251294" y="205740"/>
                </a:lnTo>
                <a:lnTo>
                  <a:pt x="105156" y="205740"/>
                </a:lnTo>
                <a:lnTo>
                  <a:pt x="105156" y="219455"/>
                </a:lnTo>
                <a:lnTo>
                  <a:pt x="71628" y="231648"/>
                </a:lnTo>
                <a:close/>
              </a:path>
              <a:path w="558164" h="541019">
                <a:moveTo>
                  <a:pt x="248868" y="109728"/>
                </a:moveTo>
                <a:lnTo>
                  <a:pt x="217932" y="109728"/>
                </a:lnTo>
                <a:lnTo>
                  <a:pt x="217932" y="39624"/>
                </a:lnTo>
                <a:lnTo>
                  <a:pt x="255117" y="39624"/>
                </a:lnTo>
                <a:lnTo>
                  <a:pt x="248412" y="45720"/>
                </a:lnTo>
                <a:lnTo>
                  <a:pt x="248673" y="97155"/>
                </a:lnTo>
                <a:lnTo>
                  <a:pt x="248868" y="109728"/>
                </a:lnTo>
                <a:close/>
              </a:path>
              <a:path w="558164" h="541019">
                <a:moveTo>
                  <a:pt x="385572" y="112776"/>
                </a:moveTo>
                <a:lnTo>
                  <a:pt x="373380" y="112776"/>
                </a:lnTo>
                <a:lnTo>
                  <a:pt x="377642" y="94749"/>
                </a:lnTo>
                <a:lnTo>
                  <a:pt x="381190" y="77152"/>
                </a:lnTo>
                <a:lnTo>
                  <a:pt x="383881" y="59840"/>
                </a:lnTo>
                <a:lnTo>
                  <a:pt x="385572" y="42672"/>
                </a:lnTo>
                <a:lnTo>
                  <a:pt x="425195" y="42672"/>
                </a:lnTo>
                <a:lnTo>
                  <a:pt x="419219" y="52125"/>
                </a:lnTo>
                <a:lnTo>
                  <a:pt x="410527" y="66865"/>
                </a:lnTo>
                <a:lnTo>
                  <a:pt x="399264" y="87034"/>
                </a:lnTo>
                <a:lnTo>
                  <a:pt x="385572" y="112776"/>
                </a:lnTo>
                <a:close/>
              </a:path>
              <a:path w="558164" h="541019">
                <a:moveTo>
                  <a:pt x="522732" y="112776"/>
                </a:moveTo>
                <a:lnTo>
                  <a:pt x="475488" y="112776"/>
                </a:lnTo>
                <a:lnTo>
                  <a:pt x="492252" y="89916"/>
                </a:lnTo>
                <a:lnTo>
                  <a:pt x="522732" y="112776"/>
                </a:lnTo>
                <a:close/>
              </a:path>
              <a:path w="558164" h="541019">
                <a:moveTo>
                  <a:pt x="309372" y="344424"/>
                </a:moveTo>
                <a:lnTo>
                  <a:pt x="310253" y="317849"/>
                </a:lnTo>
                <a:lnTo>
                  <a:pt x="310705" y="288417"/>
                </a:lnTo>
                <a:lnTo>
                  <a:pt x="310822" y="175641"/>
                </a:lnTo>
                <a:lnTo>
                  <a:pt x="310705" y="152400"/>
                </a:lnTo>
                <a:lnTo>
                  <a:pt x="310253" y="121539"/>
                </a:lnTo>
                <a:lnTo>
                  <a:pt x="309372" y="92964"/>
                </a:lnTo>
                <a:lnTo>
                  <a:pt x="342900" y="112776"/>
                </a:lnTo>
                <a:lnTo>
                  <a:pt x="522732" y="112776"/>
                </a:lnTo>
                <a:lnTo>
                  <a:pt x="528828" y="117348"/>
                </a:lnTo>
                <a:lnTo>
                  <a:pt x="517652" y="126492"/>
                </a:lnTo>
                <a:lnTo>
                  <a:pt x="342900" y="126492"/>
                </a:lnTo>
                <a:lnTo>
                  <a:pt x="342900" y="324612"/>
                </a:lnTo>
                <a:lnTo>
                  <a:pt x="309372" y="344424"/>
                </a:lnTo>
                <a:close/>
              </a:path>
              <a:path w="558164" h="541019">
                <a:moveTo>
                  <a:pt x="250741" y="190500"/>
                </a:moveTo>
                <a:lnTo>
                  <a:pt x="217932" y="190500"/>
                </a:lnTo>
                <a:lnTo>
                  <a:pt x="217932" y="123444"/>
                </a:lnTo>
                <a:lnTo>
                  <a:pt x="249081" y="123444"/>
                </a:lnTo>
                <a:lnTo>
                  <a:pt x="249364" y="141732"/>
                </a:lnTo>
                <a:lnTo>
                  <a:pt x="250340" y="179451"/>
                </a:lnTo>
                <a:lnTo>
                  <a:pt x="250741" y="190500"/>
                </a:lnTo>
                <a:close/>
              </a:path>
              <a:path w="558164" h="541019">
                <a:moveTo>
                  <a:pt x="481584" y="336804"/>
                </a:moveTo>
                <a:lnTo>
                  <a:pt x="481584" y="126492"/>
                </a:lnTo>
                <a:lnTo>
                  <a:pt x="517652" y="126492"/>
                </a:lnTo>
                <a:lnTo>
                  <a:pt x="512064" y="131064"/>
                </a:lnTo>
                <a:lnTo>
                  <a:pt x="512174" y="260794"/>
                </a:lnTo>
                <a:lnTo>
                  <a:pt x="512418" y="272796"/>
                </a:lnTo>
                <a:lnTo>
                  <a:pt x="512527" y="276010"/>
                </a:lnTo>
                <a:lnTo>
                  <a:pt x="513349" y="294870"/>
                </a:lnTo>
                <a:lnTo>
                  <a:pt x="515112" y="320040"/>
                </a:lnTo>
                <a:lnTo>
                  <a:pt x="481584" y="336804"/>
                </a:lnTo>
                <a:close/>
              </a:path>
              <a:path w="558164" h="541019">
                <a:moveTo>
                  <a:pt x="263651" y="475487"/>
                </a:moveTo>
                <a:lnTo>
                  <a:pt x="259080" y="467868"/>
                </a:lnTo>
                <a:lnTo>
                  <a:pt x="291917" y="449294"/>
                </a:lnTo>
                <a:lnTo>
                  <a:pt x="319468" y="430149"/>
                </a:lnTo>
                <a:lnTo>
                  <a:pt x="358140" y="390144"/>
                </a:lnTo>
                <a:lnTo>
                  <a:pt x="379666" y="344614"/>
                </a:lnTo>
                <a:lnTo>
                  <a:pt x="388620" y="291084"/>
                </a:lnTo>
                <a:lnTo>
                  <a:pt x="391042" y="231648"/>
                </a:lnTo>
                <a:lnTo>
                  <a:pt x="390977" y="196786"/>
                </a:lnTo>
                <a:lnTo>
                  <a:pt x="390144" y="163068"/>
                </a:lnTo>
                <a:lnTo>
                  <a:pt x="441960" y="188976"/>
                </a:lnTo>
                <a:lnTo>
                  <a:pt x="423672" y="205740"/>
                </a:lnTo>
                <a:lnTo>
                  <a:pt x="422838" y="252079"/>
                </a:lnTo>
                <a:lnTo>
                  <a:pt x="420433" y="290703"/>
                </a:lnTo>
                <a:lnTo>
                  <a:pt x="411480" y="345948"/>
                </a:lnTo>
                <a:lnTo>
                  <a:pt x="394144" y="383667"/>
                </a:lnTo>
                <a:lnTo>
                  <a:pt x="364236" y="419100"/>
                </a:lnTo>
                <a:lnTo>
                  <a:pt x="321945" y="449580"/>
                </a:lnTo>
                <a:lnTo>
                  <a:pt x="294677" y="463296"/>
                </a:lnTo>
                <a:lnTo>
                  <a:pt x="263651" y="475487"/>
                </a:lnTo>
                <a:close/>
              </a:path>
              <a:path w="558164" h="541019">
                <a:moveTo>
                  <a:pt x="217932" y="227076"/>
                </a:moveTo>
                <a:lnTo>
                  <a:pt x="217932" y="205740"/>
                </a:lnTo>
                <a:lnTo>
                  <a:pt x="251294" y="205740"/>
                </a:lnTo>
                <a:lnTo>
                  <a:pt x="251460" y="210312"/>
                </a:lnTo>
                <a:lnTo>
                  <a:pt x="217932" y="227076"/>
                </a:lnTo>
                <a:close/>
              </a:path>
              <a:path w="558164" h="541019">
                <a:moveTo>
                  <a:pt x="41148" y="278892"/>
                </a:moveTo>
                <a:lnTo>
                  <a:pt x="19812" y="257555"/>
                </a:lnTo>
                <a:lnTo>
                  <a:pt x="230124" y="257555"/>
                </a:lnTo>
                <a:lnTo>
                  <a:pt x="259080" y="228600"/>
                </a:lnTo>
                <a:lnTo>
                  <a:pt x="297180" y="272796"/>
                </a:lnTo>
                <a:lnTo>
                  <a:pt x="97536" y="272796"/>
                </a:lnTo>
                <a:lnTo>
                  <a:pt x="82724" y="273105"/>
                </a:lnTo>
                <a:lnTo>
                  <a:pt x="68198" y="274129"/>
                </a:lnTo>
                <a:lnTo>
                  <a:pt x="54244" y="276010"/>
                </a:lnTo>
                <a:lnTo>
                  <a:pt x="41148" y="278892"/>
                </a:lnTo>
                <a:close/>
              </a:path>
              <a:path w="558164" h="541019">
                <a:moveTo>
                  <a:pt x="179832" y="454152"/>
                </a:moveTo>
                <a:lnTo>
                  <a:pt x="147828" y="454152"/>
                </a:lnTo>
                <a:lnTo>
                  <a:pt x="147828" y="272796"/>
                </a:lnTo>
                <a:lnTo>
                  <a:pt x="179832" y="272796"/>
                </a:lnTo>
                <a:lnTo>
                  <a:pt x="179832" y="356616"/>
                </a:lnTo>
                <a:lnTo>
                  <a:pt x="274828" y="356616"/>
                </a:lnTo>
                <a:lnTo>
                  <a:pt x="286512" y="370332"/>
                </a:lnTo>
                <a:lnTo>
                  <a:pt x="179832" y="370332"/>
                </a:lnTo>
                <a:lnTo>
                  <a:pt x="179832" y="454152"/>
                </a:lnTo>
                <a:close/>
              </a:path>
              <a:path w="558164" h="541019">
                <a:moveTo>
                  <a:pt x="7620" y="541020"/>
                </a:moveTo>
                <a:lnTo>
                  <a:pt x="0" y="534924"/>
                </a:lnTo>
                <a:lnTo>
                  <a:pt x="13763" y="508873"/>
                </a:lnTo>
                <a:lnTo>
                  <a:pt x="25527" y="480822"/>
                </a:lnTo>
                <a:lnTo>
                  <a:pt x="44196" y="417576"/>
                </a:lnTo>
                <a:lnTo>
                  <a:pt x="56769" y="352615"/>
                </a:lnTo>
                <a:lnTo>
                  <a:pt x="62484" y="295655"/>
                </a:lnTo>
                <a:lnTo>
                  <a:pt x="109728" y="320040"/>
                </a:lnTo>
                <a:lnTo>
                  <a:pt x="101131" y="327207"/>
                </a:lnTo>
                <a:lnTo>
                  <a:pt x="93535" y="341947"/>
                </a:lnTo>
                <a:lnTo>
                  <a:pt x="86796" y="364402"/>
                </a:lnTo>
                <a:lnTo>
                  <a:pt x="80772" y="394716"/>
                </a:lnTo>
                <a:lnTo>
                  <a:pt x="93469" y="408432"/>
                </a:lnTo>
                <a:lnTo>
                  <a:pt x="76200" y="408432"/>
                </a:lnTo>
                <a:lnTo>
                  <a:pt x="61626" y="449294"/>
                </a:lnTo>
                <a:lnTo>
                  <a:pt x="45339" y="485013"/>
                </a:lnTo>
                <a:lnTo>
                  <a:pt x="27336" y="515588"/>
                </a:lnTo>
                <a:lnTo>
                  <a:pt x="7620" y="541020"/>
                </a:lnTo>
                <a:close/>
              </a:path>
              <a:path w="558164" h="541019">
                <a:moveTo>
                  <a:pt x="274828" y="356616"/>
                </a:moveTo>
                <a:lnTo>
                  <a:pt x="225552" y="356616"/>
                </a:lnTo>
                <a:lnTo>
                  <a:pt x="251460" y="329184"/>
                </a:lnTo>
                <a:lnTo>
                  <a:pt x="274828" y="356616"/>
                </a:lnTo>
                <a:close/>
              </a:path>
              <a:path w="558164" h="541019">
                <a:moveTo>
                  <a:pt x="522732" y="458724"/>
                </a:moveTo>
                <a:lnTo>
                  <a:pt x="519684" y="458724"/>
                </a:lnTo>
                <a:lnTo>
                  <a:pt x="516850" y="457271"/>
                </a:lnTo>
                <a:lnTo>
                  <a:pt x="513016" y="452818"/>
                </a:lnTo>
                <a:lnTo>
                  <a:pt x="508325" y="445222"/>
                </a:lnTo>
                <a:lnTo>
                  <a:pt x="502919" y="434340"/>
                </a:lnTo>
                <a:lnTo>
                  <a:pt x="490037" y="416933"/>
                </a:lnTo>
                <a:lnTo>
                  <a:pt x="471868" y="396811"/>
                </a:lnTo>
                <a:lnTo>
                  <a:pt x="448270" y="374118"/>
                </a:lnTo>
                <a:lnTo>
                  <a:pt x="419100" y="348996"/>
                </a:lnTo>
                <a:lnTo>
                  <a:pt x="423672" y="341376"/>
                </a:lnTo>
                <a:lnTo>
                  <a:pt x="465129" y="361354"/>
                </a:lnTo>
                <a:lnTo>
                  <a:pt x="516040" y="390453"/>
                </a:lnTo>
                <a:lnTo>
                  <a:pt x="533400" y="423672"/>
                </a:lnTo>
                <a:lnTo>
                  <a:pt x="533323" y="430149"/>
                </a:lnTo>
                <a:lnTo>
                  <a:pt x="531876" y="437387"/>
                </a:lnTo>
                <a:lnTo>
                  <a:pt x="528828" y="446532"/>
                </a:lnTo>
                <a:lnTo>
                  <a:pt x="525780" y="454152"/>
                </a:lnTo>
                <a:lnTo>
                  <a:pt x="522732" y="458724"/>
                </a:lnTo>
                <a:close/>
              </a:path>
              <a:path w="558164" h="541019">
                <a:moveTo>
                  <a:pt x="436363" y="524609"/>
                </a:moveTo>
                <a:lnTo>
                  <a:pt x="372075" y="523792"/>
                </a:lnTo>
                <a:lnTo>
                  <a:pt x="319271" y="521732"/>
                </a:lnTo>
                <a:lnTo>
                  <a:pt x="278026" y="518355"/>
                </a:lnTo>
                <a:lnTo>
                  <a:pt x="219241" y="507301"/>
                </a:lnTo>
                <a:lnTo>
                  <a:pt x="170616" y="491299"/>
                </a:lnTo>
                <a:lnTo>
                  <a:pt x="132564" y="469296"/>
                </a:lnTo>
                <a:lnTo>
                  <a:pt x="95369" y="432720"/>
                </a:lnTo>
                <a:lnTo>
                  <a:pt x="76200" y="408432"/>
                </a:lnTo>
                <a:lnTo>
                  <a:pt x="93469" y="408432"/>
                </a:lnTo>
                <a:lnTo>
                  <a:pt x="95321" y="410432"/>
                </a:lnTo>
                <a:lnTo>
                  <a:pt x="111442" y="425577"/>
                </a:lnTo>
                <a:lnTo>
                  <a:pt x="128992" y="440150"/>
                </a:lnTo>
                <a:lnTo>
                  <a:pt x="147828" y="454152"/>
                </a:lnTo>
                <a:lnTo>
                  <a:pt x="179832" y="454152"/>
                </a:lnTo>
                <a:lnTo>
                  <a:pt x="179832" y="463296"/>
                </a:lnTo>
                <a:lnTo>
                  <a:pt x="244221" y="480441"/>
                </a:lnTo>
                <a:lnTo>
                  <a:pt x="289131" y="484727"/>
                </a:lnTo>
                <a:lnTo>
                  <a:pt x="342900" y="486156"/>
                </a:lnTo>
                <a:lnTo>
                  <a:pt x="554363" y="486203"/>
                </a:lnTo>
                <a:lnTo>
                  <a:pt x="537781" y="493823"/>
                </a:lnTo>
                <a:lnTo>
                  <a:pt x="523494" y="503301"/>
                </a:lnTo>
                <a:lnTo>
                  <a:pt x="514921" y="513349"/>
                </a:lnTo>
                <a:lnTo>
                  <a:pt x="512064" y="524256"/>
                </a:lnTo>
                <a:lnTo>
                  <a:pt x="436363" y="524609"/>
                </a:lnTo>
                <a:close/>
              </a:path>
              <a:path w="558164" h="541019">
                <a:moveTo>
                  <a:pt x="554363" y="486203"/>
                </a:moveTo>
                <a:lnTo>
                  <a:pt x="400050" y="486203"/>
                </a:lnTo>
                <a:lnTo>
                  <a:pt x="454914" y="484251"/>
                </a:lnTo>
                <a:lnTo>
                  <a:pt x="507492" y="480583"/>
                </a:lnTo>
                <a:lnTo>
                  <a:pt x="557784" y="475487"/>
                </a:lnTo>
                <a:lnTo>
                  <a:pt x="557784" y="484632"/>
                </a:lnTo>
                <a:lnTo>
                  <a:pt x="554363" y="486203"/>
                </a:lnTo>
                <a:close/>
              </a:path>
            </a:pathLst>
          </a:custGeom>
          <a:solidFill>
            <a:srgbClr val="3333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1751075" y="2552700"/>
            <a:ext cx="155575" cy="155575"/>
          </a:xfrm>
          <a:custGeom>
            <a:avLst/>
            <a:gdLst/>
            <a:ahLst/>
            <a:cxnLst/>
            <a:rect l="l" t="t" r="r" b="b"/>
            <a:pathLst>
              <a:path w="155575" h="155575">
                <a:moveTo>
                  <a:pt x="155448" y="155448"/>
                </a:moveTo>
                <a:lnTo>
                  <a:pt x="0" y="155448"/>
                </a:lnTo>
                <a:lnTo>
                  <a:pt x="0" y="0"/>
                </a:lnTo>
                <a:lnTo>
                  <a:pt x="155448" y="0"/>
                </a:lnTo>
                <a:lnTo>
                  <a:pt x="155448" y="155448"/>
                </a:lnTo>
                <a:close/>
              </a:path>
            </a:pathLst>
          </a:custGeom>
          <a:solidFill>
            <a:srgbClr val="3333C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2122932" y="2360675"/>
            <a:ext cx="843280" cy="413384"/>
          </a:xfrm>
          <a:custGeom>
            <a:avLst/>
            <a:gdLst/>
            <a:ahLst/>
            <a:cxnLst/>
            <a:rect l="l" t="t" r="r" b="b"/>
            <a:pathLst>
              <a:path w="843280" h="413385">
                <a:moveTo>
                  <a:pt x="411480" y="153924"/>
                </a:moveTo>
                <a:lnTo>
                  <a:pt x="379476" y="123444"/>
                </a:lnTo>
                <a:lnTo>
                  <a:pt x="356616" y="144780"/>
                </a:lnTo>
                <a:lnTo>
                  <a:pt x="246888" y="144780"/>
                </a:lnTo>
                <a:lnTo>
                  <a:pt x="301294" y="86868"/>
                </a:lnTo>
                <a:lnTo>
                  <a:pt x="309460" y="78130"/>
                </a:lnTo>
                <a:lnTo>
                  <a:pt x="333756" y="51816"/>
                </a:lnTo>
                <a:lnTo>
                  <a:pt x="348996" y="47244"/>
                </a:lnTo>
                <a:lnTo>
                  <a:pt x="318516" y="21348"/>
                </a:lnTo>
                <a:lnTo>
                  <a:pt x="293370" y="57340"/>
                </a:lnTo>
                <a:lnTo>
                  <a:pt x="272859" y="83896"/>
                </a:lnTo>
                <a:lnTo>
                  <a:pt x="270560" y="81597"/>
                </a:lnTo>
                <a:lnTo>
                  <a:pt x="270560" y="86868"/>
                </a:lnTo>
                <a:lnTo>
                  <a:pt x="268224" y="89916"/>
                </a:lnTo>
                <a:lnTo>
                  <a:pt x="243078" y="119062"/>
                </a:lnTo>
                <a:lnTo>
                  <a:pt x="217932" y="144780"/>
                </a:lnTo>
                <a:lnTo>
                  <a:pt x="196596" y="144780"/>
                </a:lnTo>
                <a:lnTo>
                  <a:pt x="196596" y="86868"/>
                </a:lnTo>
                <a:lnTo>
                  <a:pt x="270560" y="86868"/>
                </a:lnTo>
                <a:lnTo>
                  <a:pt x="270560" y="81597"/>
                </a:lnTo>
                <a:lnTo>
                  <a:pt x="246888" y="57912"/>
                </a:lnTo>
                <a:lnTo>
                  <a:pt x="225552" y="76200"/>
                </a:lnTo>
                <a:lnTo>
                  <a:pt x="196596" y="76200"/>
                </a:lnTo>
                <a:lnTo>
                  <a:pt x="196596" y="33528"/>
                </a:lnTo>
                <a:lnTo>
                  <a:pt x="214884" y="18288"/>
                </a:lnTo>
                <a:lnTo>
                  <a:pt x="170688" y="3048"/>
                </a:lnTo>
                <a:lnTo>
                  <a:pt x="171564" y="14478"/>
                </a:lnTo>
                <a:lnTo>
                  <a:pt x="172021" y="30480"/>
                </a:lnTo>
                <a:lnTo>
                  <a:pt x="172148" y="47244"/>
                </a:lnTo>
                <a:lnTo>
                  <a:pt x="172212" y="76200"/>
                </a:lnTo>
                <a:lnTo>
                  <a:pt x="62484" y="76200"/>
                </a:lnTo>
                <a:lnTo>
                  <a:pt x="79248" y="91440"/>
                </a:lnTo>
                <a:lnTo>
                  <a:pt x="88671" y="89446"/>
                </a:lnTo>
                <a:lnTo>
                  <a:pt x="98679" y="88011"/>
                </a:lnTo>
                <a:lnTo>
                  <a:pt x="109245" y="87160"/>
                </a:lnTo>
                <a:lnTo>
                  <a:pt x="120396" y="86868"/>
                </a:lnTo>
                <a:lnTo>
                  <a:pt x="172212" y="86868"/>
                </a:lnTo>
                <a:lnTo>
                  <a:pt x="172212" y="144780"/>
                </a:lnTo>
                <a:lnTo>
                  <a:pt x="0" y="144780"/>
                </a:lnTo>
                <a:lnTo>
                  <a:pt x="16764" y="160020"/>
                </a:lnTo>
                <a:lnTo>
                  <a:pt x="26187" y="157784"/>
                </a:lnTo>
                <a:lnTo>
                  <a:pt x="36195" y="155829"/>
                </a:lnTo>
                <a:lnTo>
                  <a:pt x="46761" y="154457"/>
                </a:lnTo>
                <a:lnTo>
                  <a:pt x="57912" y="153924"/>
                </a:lnTo>
                <a:lnTo>
                  <a:pt x="207264" y="153924"/>
                </a:lnTo>
                <a:lnTo>
                  <a:pt x="159067" y="197548"/>
                </a:lnTo>
                <a:lnTo>
                  <a:pt x="109728" y="233172"/>
                </a:lnTo>
                <a:lnTo>
                  <a:pt x="61531" y="262890"/>
                </a:lnTo>
                <a:lnTo>
                  <a:pt x="12192" y="288036"/>
                </a:lnTo>
                <a:lnTo>
                  <a:pt x="15240" y="295656"/>
                </a:lnTo>
                <a:lnTo>
                  <a:pt x="55054" y="279654"/>
                </a:lnTo>
                <a:lnTo>
                  <a:pt x="95910" y="259130"/>
                </a:lnTo>
                <a:lnTo>
                  <a:pt x="135826" y="236601"/>
                </a:lnTo>
                <a:lnTo>
                  <a:pt x="172212" y="211836"/>
                </a:lnTo>
                <a:lnTo>
                  <a:pt x="181356" y="225552"/>
                </a:lnTo>
                <a:lnTo>
                  <a:pt x="193548" y="220980"/>
                </a:lnTo>
                <a:lnTo>
                  <a:pt x="190995" y="234111"/>
                </a:lnTo>
                <a:lnTo>
                  <a:pt x="188023" y="245935"/>
                </a:lnTo>
                <a:lnTo>
                  <a:pt x="184759" y="256349"/>
                </a:lnTo>
                <a:lnTo>
                  <a:pt x="181356" y="265176"/>
                </a:lnTo>
                <a:lnTo>
                  <a:pt x="166116" y="277368"/>
                </a:lnTo>
                <a:lnTo>
                  <a:pt x="188976" y="298704"/>
                </a:lnTo>
                <a:lnTo>
                  <a:pt x="201168" y="284988"/>
                </a:lnTo>
                <a:lnTo>
                  <a:pt x="316992" y="284988"/>
                </a:lnTo>
                <a:lnTo>
                  <a:pt x="305371" y="337959"/>
                </a:lnTo>
                <a:lnTo>
                  <a:pt x="288036" y="376047"/>
                </a:lnTo>
                <a:lnTo>
                  <a:pt x="274320" y="379476"/>
                </a:lnTo>
                <a:lnTo>
                  <a:pt x="262902" y="378358"/>
                </a:lnTo>
                <a:lnTo>
                  <a:pt x="244792" y="375094"/>
                </a:lnTo>
                <a:lnTo>
                  <a:pt x="220091" y="369836"/>
                </a:lnTo>
                <a:lnTo>
                  <a:pt x="188976" y="362724"/>
                </a:lnTo>
                <a:lnTo>
                  <a:pt x="185928" y="370344"/>
                </a:lnTo>
                <a:lnTo>
                  <a:pt x="213067" y="379768"/>
                </a:lnTo>
                <a:lnTo>
                  <a:pt x="232791" y="389763"/>
                </a:lnTo>
                <a:lnTo>
                  <a:pt x="245071" y="400342"/>
                </a:lnTo>
                <a:lnTo>
                  <a:pt x="249936" y="411492"/>
                </a:lnTo>
                <a:lnTo>
                  <a:pt x="267881" y="409790"/>
                </a:lnTo>
                <a:lnTo>
                  <a:pt x="308051" y="393890"/>
                </a:lnTo>
                <a:lnTo>
                  <a:pt x="317296" y="379476"/>
                </a:lnTo>
                <a:lnTo>
                  <a:pt x="317754" y="378625"/>
                </a:lnTo>
                <a:lnTo>
                  <a:pt x="329755" y="338912"/>
                </a:lnTo>
                <a:lnTo>
                  <a:pt x="341376" y="289560"/>
                </a:lnTo>
                <a:lnTo>
                  <a:pt x="349605" y="284988"/>
                </a:lnTo>
                <a:lnTo>
                  <a:pt x="355092" y="281940"/>
                </a:lnTo>
                <a:lnTo>
                  <a:pt x="346519" y="274320"/>
                </a:lnTo>
                <a:lnTo>
                  <a:pt x="327660" y="257556"/>
                </a:lnTo>
                <a:lnTo>
                  <a:pt x="313944" y="274320"/>
                </a:lnTo>
                <a:lnTo>
                  <a:pt x="202692" y="274320"/>
                </a:lnTo>
                <a:lnTo>
                  <a:pt x="207467" y="259130"/>
                </a:lnTo>
                <a:lnTo>
                  <a:pt x="212407" y="245364"/>
                </a:lnTo>
                <a:lnTo>
                  <a:pt x="217043" y="232752"/>
                </a:lnTo>
                <a:lnTo>
                  <a:pt x="220980" y="220980"/>
                </a:lnTo>
                <a:lnTo>
                  <a:pt x="373380" y="220980"/>
                </a:lnTo>
                <a:lnTo>
                  <a:pt x="364642" y="211836"/>
                </a:lnTo>
                <a:lnTo>
                  <a:pt x="363194" y="210312"/>
                </a:lnTo>
                <a:lnTo>
                  <a:pt x="341376" y="187452"/>
                </a:lnTo>
                <a:lnTo>
                  <a:pt x="316992" y="210312"/>
                </a:lnTo>
                <a:lnTo>
                  <a:pt x="175260" y="210312"/>
                </a:lnTo>
                <a:lnTo>
                  <a:pt x="191262" y="197218"/>
                </a:lnTo>
                <a:lnTo>
                  <a:pt x="207264" y="183261"/>
                </a:lnTo>
                <a:lnTo>
                  <a:pt x="223266" y="168744"/>
                </a:lnTo>
                <a:lnTo>
                  <a:pt x="239268" y="153924"/>
                </a:lnTo>
                <a:lnTo>
                  <a:pt x="411480" y="153924"/>
                </a:lnTo>
                <a:close/>
              </a:path>
              <a:path w="843280" h="413385">
                <a:moveTo>
                  <a:pt x="566928" y="275844"/>
                </a:moveTo>
                <a:lnTo>
                  <a:pt x="560832" y="275844"/>
                </a:lnTo>
                <a:lnTo>
                  <a:pt x="555371" y="292442"/>
                </a:lnTo>
                <a:lnTo>
                  <a:pt x="550354" y="305752"/>
                </a:lnTo>
                <a:lnTo>
                  <a:pt x="525157" y="338315"/>
                </a:lnTo>
                <a:lnTo>
                  <a:pt x="515112" y="345948"/>
                </a:lnTo>
                <a:lnTo>
                  <a:pt x="513588" y="348996"/>
                </a:lnTo>
                <a:lnTo>
                  <a:pt x="513588" y="353568"/>
                </a:lnTo>
                <a:lnTo>
                  <a:pt x="515112" y="355092"/>
                </a:lnTo>
                <a:lnTo>
                  <a:pt x="519684" y="356616"/>
                </a:lnTo>
                <a:lnTo>
                  <a:pt x="524256" y="359664"/>
                </a:lnTo>
                <a:lnTo>
                  <a:pt x="536448" y="359664"/>
                </a:lnTo>
                <a:lnTo>
                  <a:pt x="541020" y="358140"/>
                </a:lnTo>
                <a:lnTo>
                  <a:pt x="547116" y="356616"/>
                </a:lnTo>
                <a:lnTo>
                  <a:pt x="564451" y="312610"/>
                </a:lnTo>
                <a:lnTo>
                  <a:pt x="565759" y="295871"/>
                </a:lnTo>
                <a:lnTo>
                  <a:pt x="566928" y="275844"/>
                </a:lnTo>
                <a:close/>
              </a:path>
              <a:path w="843280" h="413385">
                <a:moveTo>
                  <a:pt x="711708" y="278892"/>
                </a:moveTo>
                <a:lnTo>
                  <a:pt x="671080" y="247205"/>
                </a:lnTo>
                <a:lnTo>
                  <a:pt x="650748" y="237744"/>
                </a:lnTo>
                <a:lnTo>
                  <a:pt x="647700" y="240792"/>
                </a:lnTo>
                <a:lnTo>
                  <a:pt x="661174" y="256247"/>
                </a:lnTo>
                <a:lnTo>
                  <a:pt x="672084" y="270700"/>
                </a:lnTo>
                <a:lnTo>
                  <a:pt x="680694" y="284302"/>
                </a:lnTo>
                <a:lnTo>
                  <a:pt x="687324" y="297180"/>
                </a:lnTo>
                <a:lnTo>
                  <a:pt x="690372" y="309372"/>
                </a:lnTo>
                <a:lnTo>
                  <a:pt x="694944" y="313944"/>
                </a:lnTo>
                <a:lnTo>
                  <a:pt x="699516" y="313944"/>
                </a:lnTo>
                <a:lnTo>
                  <a:pt x="702564" y="310896"/>
                </a:lnTo>
                <a:lnTo>
                  <a:pt x="707136" y="304800"/>
                </a:lnTo>
                <a:lnTo>
                  <a:pt x="710184" y="297180"/>
                </a:lnTo>
                <a:lnTo>
                  <a:pt x="711708" y="291084"/>
                </a:lnTo>
                <a:lnTo>
                  <a:pt x="711708" y="278892"/>
                </a:lnTo>
                <a:close/>
              </a:path>
              <a:path w="843280" h="413385">
                <a:moveTo>
                  <a:pt x="789432" y="373380"/>
                </a:moveTo>
                <a:lnTo>
                  <a:pt x="769810" y="333565"/>
                </a:lnTo>
                <a:lnTo>
                  <a:pt x="769620" y="313944"/>
                </a:lnTo>
                <a:lnTo>
                  <a:pt x="762000" y="313944"/>
                </a:lnTo>
                <a:lnTo>
                  <a:pt x="757428" y="356616"/>
                </a:lnTo>
                <a:lnTo>
                  <a:pt x="739140" y="374904"/>
                </a:lnTo>
                <a:lnTo>
                  <a:pt x="643128" y="374904"/>
                </a:lnTo>
                <a:lnTo>
                  <a:pt x="631355" y="374599"/>
                </a:lnTo>
                <a:lnTo>
                  <a:pt x="623316" y="371284"/>
                </a:lnTo>
                <a:lnTo>
                  <a:pt x="618693" y="364832"/>
                </a:lnTo>
                <a:lnTo>
                  <a:pt x="617220" y="355092"/>
                </a:lnTo>
                <a:lnTo>
                  <a:pt x="617220" y="295656"/>
                </a:lnTo>
                <a:lnTo>
                  <a:pt x="633984" y="283464"/>
                </a:lnTo>
                <a:lnTo>
                  <a:pt x="592836" y="263652"/>
                </a:lnTo>
                <a:lnTo>
                  <a:pt x="594360" y="365760"/>
                </a:lnTo>
                <a:lnTo>
                  <a:pt x="596379" y="378002"/>
                </a:lnTo>
                <a:lnTo>
                  <a:pt x="602551" y="387096"/>
                </a:lnTo>
                <a:lnTo>
                  <a:pt x="613003" y="392772"/>
                </a:lnTo>
                <a:lnTo>
                  <a:pt x="627888" y="394716"/>
                </a:lnTo>
                <a:lnTo>
                  <a:pt x="752856" y="394716"/>
                </a:lnTo>
                <a:lnTo>
                  <a:pt x="764565" y="393319"/>
                </a:lnTo>
                <a:lnTo>
                  <a:pt x="774573" y="389191"/>
                </a:lnTo>
                <a:lnTo>
                  <a:pt x="782853" y="382511"/>
                </a:lnTo>
                <a:lnTo>
                  <a:pt x="788327" y="374904"/>
                </a:lnTo>
                <a:lnTo>
                  <a:pt x="789432" y="373380"/>
                </a:lnTo>
                <a:close/>
              </a:path>
              <a:path w="843280" h="413385">
                <a:moveTo>
                  <a:pt x="818388" y="213360"/>
                </a:moveTo>
                <a:lnTo>
                  <a:pt x="798830" y="173266"/>
                </a:lnTo>
                <a:lnTo>
                  <a:pt x="798576" y="161544"/>
                </a:lnTo>
                <a:lnTo>
                  <a:pt x="790956" y="161544"/>
                </a:lnTo>
                <a:lnTo>
                  <a:pt x="788708" y="184429"/>
                </a:lnTo>
                <a:lnTo>
                  <a:pt x="784479" y="200596"/>
                </a:lnTo>
                <a:lnTo>
                  <a:pt x="778522" y="210197"/>
                </a:lnTo>
                <a:lnTo>
                  <a:pt x="771144" y="213360"/>
                </a:lnTo>
                <a:lnTo>
                  <a:pt x="673608" y="213360"/>
                </a:lnTo>
                <a:lnTo>
                  <a:pt x="652272" y="181356"/>
                </a:lnTo>
                <a:lnTo>
                  <a:pt x="652272" y="176784"/>
                </a:lnTo>
                <a:lnTo>
                  <a:pt x="761619" y="166116"/>
                </a:lnTo>
                <a:lnTo>
                  <a:pt x="777240" y="164592"/>
                </a:lnTo>
                <a:lnTo>
                  <a:pt x="742188" y="140208"/>
                </a:lnTo>
                <a:lnTo>
                  <a:pt x="723900" y="160020"/>
                </a:lnTo>
                <a:lnTo>
                  <a:pt x="652272" y="166116"/>
                </a:lnTo>
                <a:lnTo>
                  <a:pt x="652272" y="140208"/>
                </a:lnTo>
                <a:lnTo>
                  <a:pt x="667512" y="129540"/>
                </a:lnTo>
                <a:lnTo>
                  <a:pt x="627888" y="111252"/>
                </a:lnTo>
                <a:lnTo>
                  <a:pt x="629386" y="160020"/>
                </a:lnTo>
                <a:lnTo>
                  <a:pt x="629412" y="170688"/>
                </a:lnTo>
                <a:lnTo>
                  <a:pt x="528828" y="178308"/>
                </a:lnTo>
                <a:lnTo>
                  <a:pt x="548640" y="193548"/>
                </a:lnTo>
                <a:lnTo>
                  <a:pt x="566928" y="185928"/>
                </a:lnTo>
                <a:lnTo>
                  <a:pt x="629412" y="181356"/>
                </a:lnTo>
                <a:lnTo>
                  <a:pt x="629412" y="208788"/>
                </a:lnTo>
                <a:lnTo>
                  <a:pt x="631164" y="219671"/>
                </a:lnTo>
                <a:lnTo>
                  <a:pt x="636651" y="227266"/>
                </a:lnTo>
                <a:lnTo>
                  <a:pt x="646125" y="231724"/>
                </a:lnTo>
                <a:lnTo>
                  <a:pt x="659892" y="233172"/>
                </a:lnTo>
                <a:lnTo>
                  <a:pt x="784860" y="233172"/>
                </a:lnTo>
                <a:lnTo>
                  <a:pt x="793737" y="232016"/>
                </a:lnTo>
                <a:lnTo>
                  <a:pt x="802195" y="228409"/>
                </a:lnTo>
                <a:lnTo>
                  <a:pt x="810361" y="222250"/>
                </a:lnTo>
                <a:lnTo>
                  <a:pt x="818388" y="213360"/>
                </a:lnTo>
                <a:close/>
              </a:path>
              <a:path w="843280" h="413385">
                <a:moveTo>
                  <a:pt x="839724" y="114300"/>
                </a:moveTo>
                <a:lnTo>
                  <a:pt x="835558" y="109728"/>
                </a:lnTo>
                <a:lnTo>
                  <a:pt x="825868" y="99060"/>
                </a:lnTo>
                <a:lnTo>
                  <a:pt x="809244" y="80772"/>
                </a:lnTo>
                <a:lnTo>
                  <a:pt x="794004" y="99060"/>
                </a:lnTo>
                <a:lnTo>
                  <a:pt x="653796" y="99060"/>
                </a:lnTo>
                <a:lnTo>
                  <a:pt x="653796" y="64008"/>
                </a:lnTo>
                <a:lnTo>
                  <a:pt x="807720" y="64008"/>
                </a:lnTo>
                <a:lnTo>
                  <a:pt x="796518" y="53340"/>
                </a:lnTo>
                <a:lnTo>
                  <a:pt x="775716" y="33528"/>
                </a:lnTo>
                <a:lnTo>
                  <a:pt x="754380" y="53340"/>
                </a:lnTo>
                <a:lnTo>
                  <a:pt x="653796" y="53340"/>
                </a:lnTo>
                <a:lnTo>
                  <a:pt x="653796" y="30480"/>
                </a:lnTo>
                <a:lnTo>
                  <a:pt x="673608" y="18288"/>
                </a:lnTo>
                <a:lnTo>
                  <a:pt x="629412" y="0"/>
                </a:lnTo>
                <a:lnTo>
                  <a:pt x="630288" y="15481"/>
                </a:lnTo>
                <a:lnTo>
                  <a:pt x="630745" y="36957"/>
                </a:lnTo>
                <a:lnTo>
                  <a:pt x="630834" y="53340"/>
                </a:lnTo>
                <a:lnTo>
                  <a:pt x="630936" y="99060"/>
                </a:lnTo>
                <a:lnTo>
                  <a:pt x="522732" y="99060"/>
                </a:lnTo>
                <a:lnTo>
                  <a:pt x="495300" y="83820"/>
                </a:lnTo>
                <a:lnTo>
                  <a:pt x="496074" y="116852"/>
                </a:lnTo>
                <a:lnTo>
                  <a:pt x="496189" y="124396"/>
                </a:lnTo>
                <a:lnTo>
                  <a:pt x="496404" y="151549"/>
                </a:lnTo>
                <a:lnTo>
                  <a:pt x="496290" y="173266"/>
                </a:lnTo>
                <a:lnTo>
                  <a:pt x="495249" y="222250"/>
                </a:lnTo>
                <a:lnTo>
                  <a:pt x="491299" y="280225"/>
                </a:lnTo>
                <a:lnTo>
                  <a:pt x="481584" y="329184"/>
                </a:lnTo>
                <a:lnTo>
                  <a:pt x="465582" y="370713"/>
                </a:lnTo>
                <a:lnTo>
                  <a:pt x="445008" y="409956"/>
                </a:lnTo>
                <a:lnTo>
                  <a:pt x="451104" y="413004"/>
                </a:lnTo>
                <a:lnTo>
                  <a:pt x="480822" y="371856"/>
                </a:lnTo>
                <a:lnTo>
                  <a:pt x="501396" y="330708"/>
                </a:lnTo>
                <a:lnTo>
                  <a:pt x="515112" y="287274"/>
                </a:lnTo>
                <a:lnTo>
                  <a:pt x="519684" y="243840"/>
                </a:lnTo>
                <a:lnTo>
                  <a:pt x="521779" y="187642"/>
                </a:lnTo>
                <a:lnTo>
                  <a:pt x="522528" y="140208"/>
                </a:lnTo>
                <a:lnTo>
                  <a:pt x="522732" y="109728"/>
                </a:lnTo>
                <a:lnTo>
                  <a:pt x="797052" y="109728"/>
                </a:lnTo>
                <a:lnTo>
                  <a:pt x="772668" y="150876"/>
                </a:lnTo>
                <a:lnTo>
                  <a:pt x="777240" y="153924"/>
                </a:lnTo>
                <a:lnTo>
                  <a:pt x="794715" y="136804"/>
                </a:lnTo>
                <a:lnTo>
                  <a:pt x="810768" y="124396"/>
                </a:lnTo>
                <a:lnTo>
                  <a:pt x="825665" y="116852"/>
                </a:lnTo>
                <a:lnTo>
                  <a:pt x="839724" y="114300"/>
                </a:lnTo>
                <a:close/>
              </a:path>
              <a:path w="843280" h="413385">
                <a:moveTo>
                  <a:pt x="842772" y="326136"/>
                </a:moveTo>
                <a:lnTo>
                  <a:pt x="815340" y="296608"/>
                </a:lnTo>
                <a:lnTo>
                  <a:pt x="778764" y="272796"/>
                </a:lnTo>
                <a:lnTo>
                  <a:pt x="774192" y="275844"/>
                </a:lnTo>
                <a:lnTo>
                  <a:pt x="788517" y="294449"/>
                </a:lnTo>
                <a:lnTo>
                  <a:pt x="799719" y="311467"/>
                </a:lnTo>
                <a:lnTo>
                  <a:pt x="808050" y="327075"/>
                </a:lnTo>
                <a:lnTo>
                  <a:pt x="813816" y="341376"/>
                </a:lnTo>
                <a:lnTo>
                  <a:pt x="816864" y="352044"/>
                </a:lnTo>
                <a:lnTo>
                  <a:pt x="819912" y="358140"/>
                </a:lnTo>
                <a:lnTo>
                  <a:pt x="827532" y="358140"/>
                </a:lnTo>
                <a:lnTo>
                  <a:pt x="830580" y="355092"/>
                </a:lnTo>
                <a:lnTo>
                  <a:pt x="835152" y="347472"/>
                </a:lnTo>
                <a:lnTo>
                  <a:pt x="839724" y="341376"/>
                </a:lnTo>
                <a:lnTo>
                  <a:pt x="842772" y="335280"/>
                </a:lnTo>
                <a:lnTo>
                  <a:pt x="842772" y="32613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0" name="object 10"/>
          <p:cNvGrpSpPr/>
          <p:nvPr/>
        </p:nvGrpSpPr>
        <p:grpSpPr>
          <a:xfrm>
            <a:off x="3025140" y="2360676"/>
            <a:ext cx="645160" cy="411480"/>
            <a:chOff x="3025140" y="2360676"/>
            <a:chExt cx="645160" cy="411480"/>
          </a:xfrm>
        </p:grpSpPr>
        <p:pic>
          <p:nvPicPr>
            <p:cNvPr id="11" name="object 11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3025140" y="2478023"/>
              <a:ext cx="192024" cy="249936"/>
            </a:xfrm>
            <a:prstGeom prst="rect">
              <a:avLst/>
            </a:prstGeom>
          </p:spPr>
        </p:pic>
        <p:sp>
          <p:nvSpPr>
            <p:cNvPr id="12" name="object 12"/>
            <p:cNvSpPr/>
            <p:nvPr/>
          </p:nvSpPr>
          <p:spPr>
            <a:xfrm>
              <a:off x="3261359" y="2360676"/>
              <a:ext cx="408940" cy="411480"/>
            </a:xfrm>
            <a:custGeom>
              <a:avLst/>
              <a:gdLst/>
              <a:ahLst/>
              <a:cxnLst/>
              <a:rect l="l" t="t" r="r" b="b"/>
              <a:pathLst>
                <a:path w="408939" h="411480">
                  <a:moveTo>
                    <a:pt x="1524" y="225552"/>
                  </a:moveTo>
                  <a:lnTo>
                    <a:pt x="0" y="219456"/>
                  </a:lnTo>
                  <a:lnTo>
                    <a:pt x="36004" y="199429"/>
                  </a:lnTo>
                  <a:lnTo>
                    <a:pt x="68580" y="175831"/>
                  </a:lnTo>
                  <a:lnTo>
                    <a:pt x="97726" y="148518"/>
                  </a:lnTo>
                  <a:lnTo>
                    <a:pt x="123444" y="117348"/>
                  </a:lnTo>
                  <a:lnTo>
                    <a:pt x="146565" y="85939"/>
                  </a:lnTo>
                  <a:lnTo>
                    <a:pt x="180236" y="27122"/>
                  </a:lnTo>
                  <a:lnTo>
                    <a:pt x="190500" y="0"/>
                  </a:lnTo>
                  <a:lnTo>
                    <a:pt x="227076" y="21336"/>
                  </a:lnTo>
                  <a:lnTo>
                    <a:pt x="211836" y="30480"/>
                  </a:lnTo>
                  <a:lnTo>
                    <a:pt x="219370" y="41148"/>
                  </a:lnTo>
                  <a:lnTo>
                    <a:pt x="207264" y="41148"/>
                  </a:lnTo>
                  <a:lnTo>
                    <a:pt x="186642" y="74604"/>
                  </a:lnTo>
                  <a:lnTo>
                    <a:pt x="144256" y="130087"/>
                  </a:lnTo>
                  <a:lnTo>
                    <a:pt x="97321" y="173259"/>
                  </a:lnTo>
                  <a:lnTo>
                    <a:pt x="37266" y="209835"/>
                  </a:lnTo>
                  <a:lnTo>
                    <a:pt x="1524" y="225552"/>
                  </a:lnTo>
                  <a:close/>
                </a:path>
                <a:path w="408939" h="411480">
                  <a:moveTo>
                    <a:pt x="368808" y="210312"/>
                  </a:moveTo>
                  <a:lnTo>
                    <a:pt x="320611" y="179832"/>
                  </a:lnTo>
                  <a:lnTo>
                    <a:pt x="280416" y="144780"/>
                  </a:lnTo>
                  <a:lnTo>
                    <a:pt x="243840" y="99250"/>
                  </a:lnTo>
                  <a:lnTo>
                    <a:pt x="207264" y="41148"/>
                  </a:lnTo>
                  <a:lnTo>
                    <a:pt x="219370" y="41148"/>
                  </a:lnTo>
                  <a:lnTo>
                    <a:pt x="235886" y="64531"/>
                  </a:lnTo>
                  <a:lnTo>
                    <a:pt x="260223" y="93726"/>
                  </a:lnTo>
                  <a:lnTo>
                    <a:pt x="310896" y="138684"/>
                  </a:lnTo>
                  <a:lnTo>
                    <a:pt x="360807" y="166306"/>
                  </a:lnTo>
                  <a:lnTo>
                    <a:pt x="408432" y="181356"/>
                  </a:lnTo>
                  <a:lnTo>
                    <a:pt x="408432" y="187452"/>
                  </a:lnTo>
                  <a:lnTo>
                    <a:pt x="395597" y="189738"/>
                  </a:lnTo>
                  <a:lnTo>
                    <a:pt x="384619" y="194310"/>
                  </a:lnTo>
                  <a:lnTo>
                    <a:pt x="375642" y="201168"/>
                  </a:lnTo>
                  <a:lnTo>
                    <a:pt x="368808" y="210312"/>
                  </a:lnTo>
                  <a:close/>
                </a:path>
                <a:path w="408939" h="411480">
                  <a:moveTo>
                    <a:pt x="188976" y="411480"/>
                  </a:moveTo>
                  <a:lnTo>
                    <a:pt x="189857" y="379737"/>
                  </a:lnTo>
                  <a:lnTo>
                    <a:pt x="190309" y="352996"/>
                  </a:lnTo>
                  <a:lnTo>
                    <a:pt x="190354" y="347138"/>
                  </a:lnTo>
                  <a:lnTo>
                    <a:pt x="190446" y="179832"/>
                  </a:lnTo>
                  <a:lnTo>
                    <a:pt x="190320" y="166306"/>
                  </a:lnTo>
                  <a:lnTo>
                    <a:pt x="189919" y="148518"/>
                  </a:lnTo>
                  <a:lnTo>
                    <a:pt x="189811" y="144780"/>
                  </a:lnTo>
                  <a:lnTo>
                    <a:pt x="188976" y="124968"/>
                  </a:lnTo>
                  <a:lnTo>
                    <a:pt x="231648" y="147828"/>
                  </a:lnTo>
                  <a:lnTo>
                    <a:pt x="217932" y="158496"/>
                  </a:lnTo>
                  <a:lnTo>
                    <a:pt x="218020" y="352996"/>
                  </a:lnTo>
                  <a:lnTo>
                    <a:pt x="218122" y="362331"/>
                  </a:lnTo>
                  <a:lnTo>
                    <a:pt x="218574" y="378094"/>
                  </a:lnTo>
                  <a:lnTo>
                    <a:pt x="219456" y="394716"/>
                  </a:lnTo>
                  <a:lnTo>
                    <a:pt x="188976" y="41148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3" name="object 13"/>
          <p:cNvSpPr/>
          <p:nvPr/>
        </p:nvSpPr>
        <p:spPr>
          <a:xfrm>
            <a:off x="3723132" y="2366772"/>
            <a:ext cx="363220" cy="403860"/>
          </a:xfrm>
          <a:custGeom>
            <a:avLst/>
            <a:gdLst/>
            <a:ahLst/>
            <a:cxnLst/>
            <a:rect l="l" t="t" r="r" b="b"/>
            <a:pathLst>
              <a:path w="363220" h="403860">
                <a:moveTo>
                  <a:pt x="329401" y="16763"/>
                </a:moveTo>
                <a:lnTo>
                  <a:pt x="295656" y="16763"/>
                </a:lnTo>
                <a:lnTo>
                  <a:pt x="307848" y="0"/>
                </a:lnTo>
                <a:lnTo>
                  <a:pt x="329401" y="16763"/>
                </a:lnTo>
                <a:close/>
              </a:path>
              <a:path w="363220" h="403860">
                <a:moveTo>
                  <a:pt x="57912" y="201167"/>
                </a:moveTo>
                <a:lnTo>
                  <a:pt x="59674" y="180332"/>
                </a:lnTo>
                <a:lnTo>
                  <a:pt x="60579" y="156781"/>
                </a:lnTo>
                <a:lnTo>
                  <a:pt x="60912" y="130659"/>
                </a:lnTo>
                <a:lnTo>
                  <a:pt x="60936" y="72699"/>
                </a:lnTo>
                <a:lnTo>
                  <a:pt x="60769" y="46291"/>
                </a:lnTo>
                <a:lnTo>
                  <a:pt x="60317" y="23026"/>
                </a:lnTo>
                <a:lnTo>
                  <a:pt x="59436" y="3048"/>
                </a:lnTo>
                <a:lnTo>
                  <a:pt x="83820" y="16763"/>
                </a:lnTo>
                <a:lnTo>
                  <a:pt x="329401" y="16763"/>
                </a:lnTo>
                <a:lnTo>
                  <a:pt x="335280" y="21336"/>
                </a:lnTo>
                <a:lnTo>
                  <a:pt x="329184" y="27431"/>
                </a:lnTo>
                <a:lnTo>
                  <a:pt x="83820" y="27431"/>
                </a:lnTo>
                <a:lnTo>
                  <a:pt x="83820" y="91439"/>
                </a:lnTo>
                <a:lnTo>
                  <a:pt x="323088" y="91439"/>
                </a:lnTo>
                <a:lnTo>
                  <a:pt x="323088" y="102107"/>
                </a:lnTo>
                <a:lnTo>
                  <a:pt x="83820" y="102107"/>
                </a:lnTo>
                <a:lnTo>
                  <a:pt x="83820" y="164591"/>
                </a:lnTo>
                <a:lnTo>
                  <a:pt x="323575" y="164591"/>
                </a:lnTo>
                <a:lnTo>
                  <a:pt x="323730" y="169592"/>
                </a:lnTo>
                <a:lnTo>
                  <a:pt x="324068" y="175259"/>
                </a:lnTo>
                <a:lnTo>
                  <a:pt x="83820" y="175259"/>
                </a:lnTo>
                <a:lnTo>
                  <a:pt x="83820" y="190499"/>
                </a:lnTo>
                <a:lnTo>
                  <a:pt x="57912" y="201167"/>
                </a:lnTo>
                <a:close/>
              </a:path>
              <a:path w="363220" h="403860">
                <a:moveTo>
                  <a:pt x="201168" y="91439"/>
                </a:moveTo>
                <a:lnTo>
                  <a:pt x="178308" y="91439"/>
                </a:lnTo>
                <a:lnTo>
                  <a:pt x="178308" y="27431"/>
                </a:lnTo>
                <a:lnTo>
                  <a:pt x="201168" y="27431"/>
                </a:lnTo>
                <a:lnTo>
                  <a:pt x="201168" y="91439"/>
                </a:lnTo>
                <a:close/>
              </a:path>
              <a:path w="363220" h="403860">
                <a:moveTo>
                  <a:pt x="323088" y="91439"/>
                </a:moveTo>
                <a:lnTo>
                  <a:pt x="298704" y="91439"/>
                </a:lnTo>
                <a:lnTo>
                  <a:pt x="298704" y="27431"/>
                </a:lnTo>
                <a:lnTo>
                  <a:pt x="329184" y="27431"/>
                </a:lnTo>
                <a:lnTo>
                  <a:pt x="323088" y="33527"/>
                </a:lnTo>
                <a:lnTo>
                  <a:pt x="323088" y="91439"/>
                </a:lnTo>
                <a:close/>
              </a:path>
              <a:path w="363220" h="403860">
                <a:moveTo>
                  <a:pt x="201168" y="164591"/>
                </a:moveTo>
                <a:lnTo>
                  <a:pt x="178308" y="164591"/>
                </a:lnTo>
                <a:lnTo>
                  <a:pt x="178308" y="102107"/>
                </a:lnTo>
                <a:lnTo>
                  <a:pt x="201168" y="102107"/>
                </a:lnTo>
                <a:lnTo>
                  <a:pt x="201168" y="164591"/>
                </a:lnTo>
                <a:close/>
              </a:path>
              <a:path w="363220" h="403860">
                <a:moveTo>
                  <a:pt x="323575" y="164591"/>
                </a:moveTo>
                <a:lnTo>
                  <a:pt x="298704" y="164591"/>
                </a:lnTo>
                <a:lnTo>
                  <a:pt x="298704" y="102107"/>
                </a:lnTo>
                <a:lnTo>
                  <a:pt x="323088" y="102107"/>
                </a:lnTo>
                <a:lnTo>
                  <a:pt x="323111" y="141112"/>
                </a:lnTo>
                <a:lnTo>
                  <a:pt x="323278" y="155066"/>
                </a:lnTo>
                <a:lnTo>
                  <a:pt x="323575" y="164591"/>
                </a:lnTo>
                <a:close/>
              </a:path>
              <a:path w="363220" h="403860">
                <a:moveTo>
                  <a:pt x="298704" y="193547"/>
                </a:moveTo>
                <a:lnTo>
                  <a:pt x="298704" y="175259"/>
                </a:lnTo>
                <a:lnTo>
                  <a:pt x="324068" y="175259"/>
                </a:lnTo>
                <a:lnTo>
                  <a:pt x="324612" y="184403"/>
                </a:lnTo>
                <a:lnTo>
                  <a:pt x="298704" y="193547"/>
                </a:lnTo>
                <a:close/>
              </a:path>
              <a:path w="363220" h="403860">
                <a:moveTo>
                  <a:pt x="196596" y="237743"/>
                </a:moveTo>
                <a:lnTo>
                  <a:pt x="172212" y="237743"/>
                </a:lnTo>
                <a:lnTo>
                  <a:pt x="174212" y="218574"/>
                </a:lnTo>
                <a:lnTo>
                  <a:pt x="175641" y="202120"/>
                </a:lnTo>
                <a:lnTo>
                  <a:pt x="176498" y="188237"/>
                </a:lnTo>
                <a:lnTo>
                  <a:pt x="176784" y="176783"/>
                </a:lnTo>
                <a:lnTo>
                  <a:pt x="216408" y="196595"/>
                </a:lnTo>
                <a:lnTo>
                  <a:pt x="204216" y="205739"/>
                </a:lnTo>
                <a:lnTo>
                  <a:pt x="202168" y="212883"/>
                </a:lnTo>
                <a:lnTo>
                  <a:pt x="200406" y="220598"/>
                </a:lnTo>
                <a:lnTo>
                  <a:pt x="198643" y="228885"/>
                </a:lnTo>
                <a:lnTo>
                  <a:pt x="196596" y="237743"/>
                </a:lnTo>
                <a:close/>
              </a:path>
              <a:path w="363220" h="403860">
                <a:moveTo>
                  <a:pt x="36576" y="252983"/>
                </a:moveTo>
                <a:lnTo>
                  <a:pt x="21336" y="237743"/>
                </a:lnTo>
                <a:lnTo>
                  <a:pt x="320040" y="237743"/>
                </a:lnTo>
                <a:lnTo>
                  <a:pt x="335280" y="219455"/>
                </a:lnTo>
                <a:lnTo>
                  <a:pt x="362712" y="243839"/>
                </a:lnTo>
                <a:lnTo>
                  <a:pt x="358357" y="246887"/>
                </a:lnTo>
                <a:lnTo>
                  <a:pt x="79248" y="246887"/>
                </a:lnTo>
                <a:lnTo>
                  <a:pt x="68079" y="247411"/>
                </a:lnTo>
                <a:lnTo>
                  <a:pt x="57340" y="248792"/>
                </a:lnTo>
                <a:lnTo>
                  <a:pt x="46886" y="250745"/>
                </a:lnTo>
                <a:lnTo>
                  <a:pt x="36576" y="252983"/>
                </a:lnTo>
                <a:close/>
              </a:path>
              <a:path w="363220" h="403860">
                <a:moveTo>
                  <a:pt x="3048" y="403860"/>
                </a:moveTo>
                <a:lnTo>
                  <a:pt x="0" y="399287"/>
                </a:lnTo>
                <a:lnTo>
                  <a:pt x="34575" y="387286"/>
                </a:lnTo>
                <a:lnTo>
                  <a:pt x="65151" y="374142"/>
                </a:lnTo>
                <a:lnTo>
                  <a:pt x="114300" y="344424"/>
                </a:lnTo>
                <a:lnTo>
                  <a:pt x="148780" y="304228"/>
                </a:lnTo>
                <a:lnTo>
                  <a:pt x="170688" y="246887"/>
                </a:lnTo>
                <a:lnTo>
                  <a:pt x="195072" y="246887"/>
                </a:lnTo>
                <a:lnTo>
                  <a:pt x="172021" y="310133"/>
                </a:lnTo>
                <a:lnTo>
                  <a:pt x="134112" y="355092"/>
                </a:lnTo>
                <a:lnTo>
                  <a:pt x="78295" y="384619"/>
                </a:lnTo>
                <a:lnTo>
                  <a:pt x="43029" y="395597"/>
                </a:lnTo>
                <a:lnTo>
                  <a:pt x="3048" y="403860"/>
                </a:lnTo>
                <a:close/>
              </a:path>
              <a:path w="363220" h="403860">
                <a:moveTo>
                  <a:pt x="322512" y="362045"/>
                </a:moveTo>
                <a:lnTo>
                  <a:pt x="283464" y="362045"/>
                </a:lnTo>
                <a:lnTo>
                  <a:pt x="292608" y="361188"/>
                </a:lnTo>
                <a:lnTo>
                  <a:pt x="296918" y="356830"/>
                </a:lnTo>
                <a:lnTo>
                  <a:pt x="311300" y="314610"/>
                </a:lnTo>
                <a:lnTo>
                  <a:pt x="318777" y="273462"/>
                </a:lnTo>
                <a:lnTo>
                  <a:pt x="323088" y="246887"/>
                </a:lnTo>
                <a:lnTo>
                  <a:pt x="358357" y="246887"/>
                </a:lnTo>
                <a:lnTo>
                  <a:pt x="347472" y="254507"/>
                </a:lnTo>
                <a:lnTo>
                  <a:pt x="342042" y="285083"/>
                </a:lnTo>
                <a:lnTo>
                  <a:pt x="337185" y="310514"/>
                </a:lnTo>
                <a:lnTo>
                  <a:pt x="332898" y="330803"/>
                </a:lnTo>
                <a:lnTo>
                  <a:pt x="329184" y="345948"/>
                </a:lnTo>
                <a:lnTo>
                  <a:pt x="324588" y="357663"/>
                </a:lnTo>
                <a:lnTo>
                  <a:pt x="322512" y="362045"/>
                </a:lnTo>
                <a:close/>
              </a:path>
              <a:path w="363220" h="403860">
                <a:moveTo>
                  <a:pt x="263652" y="399287"/>
                </a:moveTo>
                <a:lnTo>
                  <a:pt x="261366" y="387000"/>
                </a:lnTo>
                <a:lnTo>
                  <a:pt x="252222" y="375285"/>
                </a:lnTo>
                <a:lnTo>
                  <a:pt x="236220" y="364140"/>
                </a:lnTo>
                <a:lnTo>
                  <a:pt x="213360" y="353568"/>
                </a:lnTo>
                <a:lnTo>
                  <a:pt x="214884" y="347472"/>
                </a:lnTo>
                <a:lnTo>
                  <a:pt x="244602" y="355187"/>
                </a:lnTo>
                <a:lnTo>
                  <a:pt x="267462" y="360045"/>
                </a:lnTo>
                <a:lnTo>
                  <a:pt x="283464" y="362045"/>
                </a:lnTo>
                <a:lnTo>
                  <a:pt x="322512" y="362045"/>
                </a:lnTo>
                <a:lnTo>
                  <a:pt x="319849" y="367665"/>
                </a:lnTo>
                <a:lnTo>
                  <a:pt x="279368" y="395811"/>
                </a:lnTo>
                <a:lnTo>
                  <a:pt x="263652" y="39928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4154423" y="2366772"/>
            <a:ext cx="405765" cy="399415"/>
          </a:xfrm>
          <a:custGeom>
            <a:avLst/>
            <a:gdLst/>
            <a:ahLst/>
            <a:cxnLst/>
            <a:rect l="l" t="t" r="r" b="b"/>
            <a:pathLst>
              <a:path w="405764" h="399414">
                <a:moveTo>
                  <a:pt x="4572" y="399287"/>
                </a:moveTo>
                <a:lnTo>
                  <a:pt x="0" y="393191"/>
                </a:lnTo>
                <a:lnTo>
                  <a:pt x="34528" y="370665"/>
                </a:lnTo>
                <a:lnTo>
                  <a:pt x="64770" y="346710"/>
                </a:lnTo>
                <a:lnTo>
                  <a:pt x="111252" y="295656"/>
                </a:lnTo>
                <a:lnTo>
                  <a:pt x="142113" y="235458"/>
                </a:lnTo>
                <a:lnTo>
                  <a:pt x="161544" y="161543"/>
                </a:lnTo>
                <a:lnTo>
                  <a:pt x="167282" y="121300"/>
                </a:lnTo>
                <a:lnTo>
                  <a:pt x="170878" y="80771"/>
                </a:lnTo>
                <a:lnTo>
                  <a:pt x="172473" y="40243"/>
                </a:lnTo>
                <a:lnTo>
                  <a:pt x="172212" y="0"/>
                </a:lnTo>
                <a:lnTo>
                  <a:pt x="225552" y="22859"/>
                </a:lnTo>
                <a:lnTo>
                  <a:pt x="207264" y="39624"/>
                </a:lnTo>
                <a:lnTo>
                  <a:pt x="213836" y="83629"/>
                </a:lnTo>
                <a:lnTo>
                  <a:pt x="222123" y="124206"/>
                </a:lnTo>
                <a:lnTo>
                  <a:pt x="232124" y="161353"/>
                </a:lnTo>
                <a:lnTo>
                  <a:pt x="257317" y="225932"/>
                </a:lnTo>
                <a:lnTo>
                  <a:pt x="290560" y="280796"/>
                </a:lnTo>
                <a:lnTo>
                  <a:pt x="333160" y="324469"/>
                </a:lnTo>
                <a:lnTo>
                  <a:pt x="380547" y="350662"/>
                </a:lnTo>
                <a:lnTo>
                  <a:pt x="405384" y="356615"/>
                </a:lnTo>
                <a:lnTo>
                  <a:pt x="405384" y="365760"/>
                </a:lnTo>
                <a:lnTo>
                  <a:pt x="389620" y="368069"/>
                </a:lnTo>
                <a:lnTo>
                  <a:pt x="376428" y="372808"/>
                </a:lnTo>
                <a:lnTo>
                  <a:pt x="365521" y="380118"/>
                </a:lnTo>
                <a:lnTo>
                  <a:pt x="356616" y="390143"/>
                </a:lnTo>
                <a:lnTo>
                  <a:pt x="334637" y="373284"/>
                </a:lnTo>
                <a:lnTo>
                  <a:pt x="296394" y="334422"/>
                </a:lnTo>
                <a:lnTo>
                  <a:pt x="265485" y="290155"/>
                </a:lnTo>
                <a:lnTo>
                  <a:pt x="240768" y="242768"/>
                </a:lnTo>
                <a:lnTo>
                  <a:pt x="221551" y="190476"/>
                </a:lnTo>
                <a:lnTo>
                  <a:pt x="207835" y="121277"/>
                </a:lnTo>
                <a:lnTo>
                  <a:pt x="202692" y="79248"/>
                </a:lnTo>
                <a:lnTo>
                  <a:pt x="198453" y="118943"/>
                </a:lnTo>
                <a:lnTo>
                  <a:pt x="185975" y="189190"/>
                </a:lnTo>
                <a:lnTo>
                  <a:pt x="167735" y="246554"/>
                </a:lnTo>
                <a:lnTo>
                  <a:pt x="138017" y="297894"/>
                </a:lnTo>
                <a:lnTo>
                  <a:pt x="96297" y="343566"/>
                </a:lnTo>
                <a:lnTo>
                  <a:pt x="39147" y="382428"/>
                </a:lnTo>
                <a:lnTo>
                  <a:pt x="4572" y="39928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" name="object 15"/>
          <p:cNvSpPr/>
          <p:nvPr/>
        </p:nvSpPr>
        <p:spPr>
          <a:xfrm>
            <a:off x="4632959" y="2363723"/>
            <a:ext cx="356870" cy="402590"/>
          </a:xfrm>
          <a:custGeom>
            <a:avLst/>
            <a:gdLst/>
            <a:ahLst/>
            <a:cxnLst/>
            <a:rect l="l" t="t" r="r" b="b"/>
            <a:pathLst>
              <a:path w="356870" h="402589">
                <a:moveTo>
                  <a:pt x="54864" y="89916"/>
                </a:moveTo>
                <a:lnTo>
                  <a:pt x="44196" y="89916"/>
                </a:lnTo>
                <a:lnTo>
                  <a:pt x="51554" y="62793"/>
                </a:lnTo>
                <a:lnTo>
                  <a:pt x="57340" y="38671"/>
                </a:lnTo>
                <a:lnTo>
                  <a:pt x="61126" y="17692"/>
                </a:lnTo>
                <a:lnTo>
                  <a:pt x="62484" y="0"/>
                </a:lnTo>
                <a:lnTo>
                  <a:pt x="100584" y="21336"/>
                </a:lnTo>
                <a:lnTo>
                  <a:pt x="91725" y="29051"/>
                </a:lnTo>
                <a:lnTo>
                  <a:pt x="81153" y="43053"/>
                </a:lnTo>
                <a:lnTo>
                  <a:pt x="68865" y="63341"/>
                </a:lnTo>
                <a:lnTo>
                  <a:pt x="54864" y="89916"/>
                </a:lnTo>
                <a:close/>
              </a:path>
              <a:path w="356870" h="402589">
                <a:moveTo>
                  <a:pt x="147828" y="192024"/>
                </a:moveTo>
                <a:lnTo>
                  <a:pt x="143256" y="187452"/>
                </a:lnTo>
                <a:lnTo>
                  <a:pt x="160377" y="160615"/>
                </a:lnTo>
                <a:lnTo>
                  <a:pt x="175069" y="135064"/>
                </a:lnTo>
                <a:lnTo>
                  <a:pt x="196596" y="88392"/>
                </a:lnTo>
                <a:lnTo>
                  <a:pt x="212407" y="44958"/>
                </a:lnTo>
                <a:lnTo>
                  <a:pt x="222503" y="1524"/>
                </a:lnTo>
                <a:lnTo>
                  <a:pt x="260603" y="24384"/>
                </a:lnTo>
                <a:lnTo>
                  <a:pt x="252864" y="32361"/>
                </a:lnTo>
                <a:lnTo>
                  <a:pt x="243268" y="47053"/>
                </a:lnTo>
                <a:lnTo>
                  <a:pt x="231671" y="68318"/>
                </a:lnTo>
                <a:lnTo>
                  <a:pt x="217932" y="96012"/>
                </a:lnTo>
                <a:lnTo>
                  <a:pt x="350520" y="96012"/>
                </a:lnTo>
                <a:lnTo>
                  <a:pt x="356616" y="102108"/>
                </a:lnTo>
                <a:lnTo>
                  <a:pt x="350901" y="106680"/>
                </a:lnTo>
                <a:lnTo>
                  <a:pt x="214884" y="106680"/>
                </a:lnTo>
                <a:lnTo>
                  <a:pt x="198834" y="130730"/>
                </a:lnTo>
                <a:lnTo>
                  <a:pt x="182499" y="152781"/>
                </a:lnTo>
                <a:lnTo>
                  <a:pt x="165592" y="173116"/>
                </a:lnTo>
                <a:lnTo>
                  <a:pt x="147828" y="192024"/>
                </a:lnTo>
                <a:close/>
              </a:path>
              <a:path w="356870" h="402589">
                <a:moveTo>
                  <a:pt x="146304" y="89916"/>
                </a:moveTo>
                <a:lnTo>
                  <a:pt x="111252" y="89916"/>
                </a:lnTo>
                <a:lnTo>
                  <a:pt x="129540" y="73152"/>
                </a:lnTo>
                <a:lnTo>
                  <a:pt x="146304" y="89916"/>
                </a:lnTo>
                <a:close/>
              </a:path>
              <a:path w="356870" h="402589">
                <a:moveTo>
                  <a:pt x="0" y="397764"/>
                </a:moveTo>
                <a:lnTo>
                  <a:pt x="834" y="359664"/>
                </a:lnTo>
                <a:lnTo>
                  <a:pt x="935" y="352615"/>
                </a:lnTo>
                <a:lnTo>
                  <a:pt x="1333" y="316992"/>
                </a:lnTo>
                <a:lnTo>
                  <a:pt x="1430" y="178308"/>
                </a:lnTo>
                <a:lnTo>
                  <a:pt x="1309" y="152781"/>
                </a:lnTo>
                <a:lnTo>
                  <a:pt x="881" y="114704"/>
                </a:lnTo>
                <a:lnTo>
                  <a:pt x="0" y="74676"/>
                </a:lnTo>
                <a:lnTo>
                  <a:pt x="25908" y="89916"/>
                </a:lnTo>
                <a:lnTo>
                  <a:pt x="146304" y="89916"/>
                </a:lnTo>
                <a:lnTo>
                  <a:pt x="155448" y="99060"/>
                </a:lnTo>
                <a:lnTo>
                  <a:pt x="153162" y="100584"/>
                </a:lnTo>
                <a:lnTo>
                  <a:pt x="24384" y="100584"/>
                </a:lnTo>
                <a:lnTo>
                  <a:pt x="24384" y="211836"/>
                </a:lnTo>
                <a:lnTo>
                  <a:pt x="137509" y="211836"/>
                </a:lnTo>
                <a:lnTo>
                  <a:pt x="137586" y="222504"/>
                </a:lnTo>
                <a:lnTo>
                  <a:pt x="24384" y="222504"/>
                </a:lnTo>
                <a:lnTo>
                  <a:pt x="24384" y="344424"/>
                </a:lnTo>
                <a:lnTo>
                  <a:pt x="139258" y="344424"/>
                </a:lnTo>
                <a:lnTo>
                  <a:pt x="139305" y="346850"/>
                </a:lnTo>
                <a:lnTo>
                  <a:pt x="139544" y="355092"/>
                </a:lnTo>
                <a:lnTo>
                  <a:pt x="24384" y="355092"/>
                </a:lnTo>
                <a:lnTo>
                  <a:pt x="24384" y="384048"/>
                </a:lnTo>
                <a:lnTo>
                  <a:pt x="0" y="397764"/>
                </a:lnTo>
                <a:close/>
              </a:path>
              <a:path w="356870" h="402589">
                <a:moveTo>
                  <a:pt x="350520" y="96012"/>
                </a:moveTo>
                <a:lnTo>
                  <a:pt x="312420" y="96012"/>
                </a:lnTo>
                <a:lnTo>
                  <a:pt x="330708" y="76200"/>
                </a:lnTo>
                <a:lnTo>
                  <a:pt x="350520" y="96012"/>
                </a:lnTo>
                <a:close/>
              </a:path>
              <a:path w="356870" h="402589">
                <a:moveTo>
                  <a:pt x="137509" y="211836"/>
                </a:moveTo>
                <a:lnTo>
                  <a:pt x="115824" y="211836"/>
                </a:lnTo>
                <a:lnTo>
                  <a:pt x="115824" y="100584"/>
                </a:lnTo>
                <a:lnTo>
                  <a:pt x="153162" y="100584"/>
                </a:lnTo>
                <a:lnTo>
                  <a:pt x="137160" y="111252"/>
                </a:lnTo>
                <a:lnTo>
                  <a:pt x="137271" y="160615"/>
                </a:lnTo>
                <a:lnTo>
                  <a:pt x="137390" y="195333"/>
                </a:lnTo>
                <a:lnTo>
                  <a:pt x="137509" y="211836"/>
                </a:lnTo>
                <a:close/>
              </a:path>
              <a:path w="356870" h="402589">
                <a:moveTo>
                  <a:pt x="327778" y="359664"/>
                </a:moveTo>
                <a:lnTo>
                  <a:pt x="283464" y="359664"/>
                </a:lnTo>
                <a:lnTo>
                  <a:pt x="292631" y="357925"/>
                </a:lnTo>
                <a:lnTo>
                  <a:pt x="299656" y="352615"/>
                </a:lnTo>
                <a:lnTo>
                  <a:pt x="309895" y="305562"/>
                </a:lnTo>
                <a:lnTo>
                  <a:pt x="311658" y="259842"/>
                </a:lnTo>
                <a:lnTo>
                  <a:pt x="313456" y="192024"/>
                </a:lnTo>
                <a:lnTo>
                  <a:pt x="315467" y="106680"/>
                </a:lnTo>
                <a:lnTo>
                  <a:pt x="350901" y="106680"/>
                </a:lnTo>
                <a:lnTo>
                  <a:pt x="341376" y="114300"/>
                </a:lnTo>
                <a:lnTo>
                  <a:pt x="339547" y="188719"/>
                </a:lnTo>
                <a:lnTo>
                  <a:pt x="337718" y="249167"/>
                </a:lnTo>
                <a:lnTo>
                  <a:pt x="335889" y="295570"/>
                </a:lnTo>
                <a:lnTo>
                  <a:pt x="334060" y="327855"/>
                </a:lnTo>
                <a:lnTo>
                  <a:pt x="332232" y="345948"/>
                </a:lnTo>
                <a:lnTo>
                  <a:pt x="328497" y="357925"/>
                </a:lnTo>
                <a:lnTo>
                  <a:pt x="327778" y="359664"/>
                </a:lnTo>
                <a:close/>
              </a:path>
              <a:path w="356870" h="402589">
                <a:moveTo>
                  <a:pt x="233172" y="269748"/>
                </a:moveTo>
                <a:lnTo>
                  <a:pt x="230124" y="269748"/>
                </a:lnTo>
                <a:lnTo>
                  <a:pt x="226956" y="268295"/>
                </a:lnTo>
                <a:lnTo>
                  <a:pt x="224218" y="263842"/>
                </a:lnTo>
                <a:lnTo>
                  <a:pt x="221765" y="256246"/>
                </a:lnTo>
                <a:lnTo>
                  <a:pt x="219456" y="245364"/>
                </a:lnTo>
                <a:lnTo>
                  <a:pt x="214907" y="228242"/>
                </a:lnTo>
                <a:lnTo>
                  <a:pt x="208216" y="211264"/>
                </a:lnTo>
                <a:lnTo>
                  <a:pt x="199524" y="194571"/>
                </a:lnTo>
                <a:lnTo>
                  <a:pt x="188976" y="178308"/>
                </a:lnTo>
                <a:lnTo>
                  <a:pt x="192024" y="172212"/>
                </a:lnTo>
                <a:lnTo>
                  <a:pt x="224980" y="199644"/>
                </a:lnTo>
                <a:lnTo>
                  <a:pt x="246888" y="236220"/>
                </a:lnTo>
                <a:lnTo>
                  <a:pt x="246888" y="248412"/>
                </a:lnTo>
                <a:lnTo>
                  <a:pt x="245364" y="254508"/>
                </a:lnTo>
                <a:lnTo>
                  <a:pt x="236220" y="266700"/>
                </a:lnTo>
                <a:lnTo>
                  <a:pt x="233172" y="269748"/>
                </a:lnTo>
                <a:close/>
              </a:path>
              <a:path w="356870" h="402589">
                <a:moveTo>
                  <a:pt x="139258" y="344424"/>
                </a:moveTo>
                <a:lnTo>
                  <a:pt x="115824" y="344424"/>
                </a:lnTo>
                <a:lnTo>
                  <a:pt x="115824" y="222504"/>
                </a:lnTo>
                <a:lnTo>
                  <a:pt x="137586" y="222504"/>
                </a:lnTo>
                <a:lnTo>
                  <a:pt x="137793" y="251435"/>
                </a:lnTo>
                <a:lnTo>
                  <a:pt x="138493" y="305562"/>
                </a:lnTo>
                <a:lnTo>
                  <a:pt x="139258" y="344424"/>
                </a:lnTo>
                <a:close/>
              </a:path>
              <a:path w="356870" h="402589">
                <a:moveTo>
                  <a:pt x="278891" y="402336"/>
                </a:moveTo>
                <a:lnTo>
                  <a:pt x="271986" y="389453"/>
                </a:lnTo>
                <a:lnTo>
                  <a:pt x="260223" y="378142"/>
                </a:lnTo>
                <a:lnTo>
                  <a:pt x="243254" y="368236"/>
                </a:lnTo>
                <a:lnTo>
                  <a:pt x="220979" y="359664"/>
                </a:lnTo>
                <a:lnTo>
                  <a:pt x="220979" y="352044"/>
                </a:lnTo>
                <a:lnTo>
                  <a:pt x="241244" y="355163"/>
                </a:lnTo>
                <a:lnTo>
                  <a:pt x="258508" y="357568"/>
                </a:lnTo>
                <a:lnTo>
                  <a:pt x="272629" y="359116"/>
                </a:lnTo>
                <a:lnTo>
                  <a:pt x="283464" y="359664"/>
                </a:lnTo>
                <a:lnTo>
                  <a:pt x="327778" y="359664"/>
                </a:lnTo>
                <a:lnTo>
                  <a:pt x="324217" y="368260"/>
                </a:lnTo>
                <a:lnTo>
                  <a:pt x="290310" y="397764"/>
                </a:lnTo>
                <a:lnTo>
                  <a:pt x="278891" y="402336"/>
                </a:lnTo>
                <a:close/>
              </a:path>
              <a:path w="356870" h="402589">
                <a:moveTo>
                  <a:pt x="115824" y="391668"/>
                </a:moveTo>
                <a:lnTo>
                  <a:pt x="115824" y="355092"/>
                </a:lnTo>
                <a:lnTo>
                  <a:pt x="139544" y="355092"/>
                </a:lnTo>
                <a:lnTo>
                  <a:pt x="140208" y="377952"/>
                </a:lnTo>
                <a:lnTo>
                  <a:pt x="115824" y="39166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" name="object 16"/>
          <p:cNvSpPr/>
          <p:nvPr/>
        </p:nvSpPr>
        <p:spPr>
          <a:xfrm>
            <a:off x="5041379" y="2360675"/>
            <a:ext cx="855344" cy="412115"/>
          </a:xfrm>
          <a:custGeom>
            <a:avLst/>
            <a:gdLst/>
            <a:ahLst/>
            <a:cxnLst/>
            <a:rect l="l" t="t" r="r" b="b"/>
            <a:pathLst>
              <a:path w="855345" h="412114">
                <a:moveTo>
                  <a:pt x="240792" y="38100"/>
                </a:moveTo>
                <a:lnTo>
                  <a:pt x="205079" y="10934"/>
                </a:lnTo>
                <a:lnTo>
                  <a:pt x="190500" y="4584"/>
                </a:lnTo>
                <a:lnTo>
                  <a:pt x="187452" y="10668"/>
                </a:lnTo>
                <a:lnTo>
                  <a:pt x="196024" y="20104"/>
                </a:lnTo>
                <a:lnTo>
                  <a:pt x="203454" y="30099"/>
                </a:lnTo>
                <a:lnTo>
                  <a:pt x="209740" y="40678"/>
                </a:lnTo>
                <a:lnTo>
                  <a:pt x="214884" y="51816"/>
                </a:lnTo>
                <a:lnTo>
                  <a:pt x="217932" y="62484"/>
                </a:lnTo>
                <a:lnTo>
                  <a:pt x="222504" y="67056"/>
                </a:lnTo>
                <a:lnTo>
                  <a:pt x="228600" y="67056"/>
                </a:lnTo>
                <a:lnTo>
                  <a:pt x="230124" y="64008"/>
                </a:lnTo>
                <a:lnTo>
                  <a:pt x="234696" y="59436"/>
                </a:lnTo>
                <a:lnTo>
                  <a:pt x="239268" y="53340"/>
                </a:lnTo>
                <a:lnTo>
                  <a:pt x="240792" y="47244"/>
                </a:lnTo>
                <a:lnTo>
                  <a:pt x="240792" y="38100"/>
                </a:lnTo>
                <a:close/>
              </a:path>
              <a:path w="855345" h="412114">
                <a:moveTo>
                  <a:pt x="379476" y="80772"/>
                </a:moveTo>
                <a:lnTo>
                  <a:pt x="370789" y="71628"/>
                </a:lnTo>
                <a:lnTo>
                  <a:pt x="350520" y="50292"/>
                </a:lnTo>
                <a:lnTo>
                  <a:pt x="329184" y="71628"/>
                </a:lnTo>
                <a:lnTo>
                  <a:pt x="205740" y="71628"/>
                </a:lnTo>
                <a:lnTo>
                  <a:pt x="205740" y="80772"/>
                </a:lnTo>
                <a:lnTo>
                  <a:pt x="205740" y="123444"/>
                </a:lnTo>
                <a:lnTo>
                  <a:pt x="205740" y="134112"/>
                </a:lnTo>
                <a:lnTo>
                  <a:pt x="205740" y="172212"/>
                </a:lnTo>
                <a:lnTo>
                  <a:pt x="205740" y="182880"/>
                </a:lnTo>
                <a:lnTo>
                  <a:pt x="205740" y="222504"/>
                </a:lnTo>
                <a:lnTo>
                  <a:pt x="106680" y="222504"/>
                </a:lnTo>
                <a:lnTo>
                  <a:pt x="106680" y="182880"/>
                </a:lnTo>
                <a:lnTo>
                  <a:pt x="205740" y="182880"/>
                </a:lnTo>
                <a:lnTo>
                  <a:pt x="205740" y="172212"/>
                </a:lnTo>
                <a:lnTo>
                  <a:pt x="106680" y="172212"/>
                </a:lnTo>
                <a:lnTo>
                  <a:pt x="106680" y="134112"/>
                </a:lnTo>
                <a:lnTo>
                  <a:pt x="205740" y="134112"/>
                </a:lnTo>
                <a:lnTo>
                  <a:pt x="205740" y="123444"/>
                </a:lnTo>
                <a:lnTo>
                  <a:pt x="106680" y="123444"/>
                </a:lnTo>
                <a:lnTo>
                  <a:pt x="106680" y="105156"/>
                </a:lnTo>
                <a:lnTo>
                  <a:pt x="106680" y="80772"/>
                </a:lnTo>
                <a:lnTo>
                  <a:pt x="205740" y="80772"/>
                </a:lnTo>
                <a:lnTo>
                  <a:pt x="205740" y="71628"/>
                </a:lnTo>
                <a:lnTo>
                  <a:pt x="109728" y="71628"/>
                </a:lnTo>
                <a:lnTo>
                  <a:pt x="137160" y="28956"/>
                </a:lnTo>
                <a:lnTo>
                  <a:pt x="152400" y="24396"/>
                </a:lnTo>
                <a:lnTo>
                  <a:pt x="117348" y="0"/>
                </a:lnTo>
                <a:lnTo>
                  <a:pt x="108470" y="22860"/>
                </a:lnTo>
                <a:lnTo>
                  <a:pt x="97726" y="45720"/>
                </a:lnTo>
                <a:lnTo>
                  <a:pt x="70104" y="91440"/>
                </a:lnTo>
                <a:lnTo>
                  <a:pt x="36766" y="133921"/>
                </a:lnTo>
                <a:lnTo>
                  <a:pt x="0" y="170688"/>
                </a:lnTo>
                <a:lnTo>
                  <a:pt x="4572" y="175260"/>
                </a:lnTo>
                <a:lnTo>
                  <a:pt x="26822" y="158953"/>
                </a:lnTo>
                <a:lnTo>
                  <a:pt x="47625" y="141922"/>
                </a:lnTo>
                <a:lnTo>
                  <a:pt x="66725" y="124040"/>
                </a:lnTo>
                <a:lnTo>
                  <a:pt x="83820" y="105156"/>
                </a:lnTo>
                <a:lnTo>
                  <a:pt x="83705" y="172212"/>
                </a:lnTo>
                <a:lnTo>
                  <a:pt x="83629" y="188785"/>
                </a:lnTo>
                <a:lnTo>
                  <a:pt x="83185" y="226682"/>
                </a:lnTo>
                <a:lnTo>
                  <a:pt x="82296" y="262128"/>
                </a:lnTo>
                <a:lnTo>
                  <a:pt x="106680" y="252984"/>
                </a:lnTo>
                <a:lnTo>
                  <a:pt x="106680" y="233172"/>
                </a:lnTo>
                <a:lnTo>
                  <a:pt x="376428" y="233172"/>
                </a:lnTo>
                <a:lnTo>
                  <a:pt x="366776" y="222504"/>
                </a:lnTo>
                <a:lnTo>
                  <a:pt x="347472" y="201168"/>
                </a:lnTo>
                <a:lnTo>
                  <a:pt x="326136" y="222504"/>
                </a:lnTo>
                <a:lnTo>
                  <a:pt x="228600" y="222504"/>
                </a:lnTo>
                <a:lnTo>
                  <a:pt x="228600" y="182880"/>
                </a:lnTo>
                <a:lnTo>
                  <a:pt x="353568" y="182880"/>
                </a:lnTo>
                <a:lnTo>
                  <a:pt x="343966" y="172212"/>
                </a:lnTo>
                <a:lnTo>
                  <a:pt x="326136" y="152400"/>
                </a:lnTo>
                <a:lnTo>
                  <a:pt x="306324" y="172212"/>
                </a:lnTo>
                <a:lnTo>
                  <a:pt x="228600" y="172212"/>
                </a:lnTo>
                <a:lnTo>
                  <a:pt x="228600" y="134112"/>
                </a:lnTo>
                <a:lnTo>
                  <a:pt x="356616" y="134112"/>
                </a:lnTo>
                <a:lnTo>
                  <a:pt x="347014" y="123444"/>
                </a:lnTo>
                <a:lnTo>
                  <a:pt x="329184" y="103632"/>
                </a:lnTo>
                <a:lnTo>
                  <a:pt x="310896" y="123444"/>
                </a:lnTo>
                <a:lnTo>
                  <a:pt x="228600" y="123444"/>
                </a:lnTo>
                <a:lnTo>
                  <a:pt x="228600" y="80772"/>
                </a:lnTo>
                <a:lnTo>
                  <a:pt x="379476" y="80772"/>
                </a:lnTo>
                <a:close/>
              </a:path>
              <a:path w="855345" h="412114">
                <a:moveTo>
                  <a:pt x="411480" y="371868"/>
                </a:moveTo>
                <a:lnTo>
                  <a:pt x="358711" y="362902"/>
                </a:lnTo>
                <a:lnTo>
                  <a:pt x="313944" y="345960"/>
                </a:lnTo>
                <a:lnTo>
                  <a:pt x="274320" y="320814"/>
                </a:lnTo>
                <a:lnTo>
                  <a:pt x="239268" y="286512"/>
                </a:lnTo>
                <a:lnTo>
                  <a:pt x="409956" y="286512"/>
                </a:lnTo>
                <a:lnTo>
                  <a:pt x="379476" y="256032"/>
                </a:lnTo>
                <a:lnTo>
                  <a:pt x="359664" y="275844"/>
                </a:lnTo>
                <a:lnTo>
                  <a:pt x="219456" y="275844"/>
                </a:lnTo>
                <a:lnTo>
                  <a:pt x="219456" y="260604"/>
                </a:lnTo>
                <a:lnTo>
                  <a:pt x="233172" y="248412"/>
                </a:lnTo>
                <a:lnTo>
                  <a:pt x="195072" y="234696"/>
                </a:lnTo>
                <a:lnTo>
                  <a:pt x="195961" y="243268"/>
                </a:lnTo>
                <a:lnTo>
                  <a:pt x="196405" y="252984"/>
                </a:lnTo>
                <a:lnTo>
                  <a:pt x="196532" y="260604"/>
                </a:lnTo>
                <a:lnTo>
                  <a:pt x="196596" y="275844"/>
                </a:lnTo>
                <a:lnTo>
                  <a:pt x="3048" y="275844"/>
                </a:lnTo>
                <a:lnTo>
                  <a:pt x="18288" y="292620"/>
                </a:lnTo>
                <a:lnTo>
                  <a:pt x="27724" y="289737"/>
                </a:lnTo>
                <a:lnTo>
                  <a:pt x="37719" y="287845"/>
                </a:lnTo>
                <a:lnTo>
                  <a:pt x="48298" y="286829"/>
                </a:lnTo>
                <a:lnTo>
                  <a:pt x="59436" y="286512"/>
                </a:lnTo>
                <a:lnTo>
                  <a:pt x="167640" y="286512"/>
                </a:lnTo>
                <a:lnTo>
                  <a:pt x="128206" y="324446"/>
                </a:lnTo>
                <a:lnTo>
                  <a:pt x="85344" y="355574"/>
                </a:lnTo>
                <a:lnTo>
                  <a:pt x="32766" y="385292"/>
                </a:lnTo>
                <a:lnTo>
                  <a:pt x="3048" y="399288"/>
                </a:lnTo>
                <a:lnTo>
                  <a:pt x="4572" y="406920"/>
                </a:lnTo>
                <a:lnTo>
                  <a:pt x="64008" y="382917"/>
                </a:lnTo>
                <a:lnTo>
                  <a:pt x="114300" y="356628"/>
                </a:lnTo>
                <a:lnTo>
                  <a:pt x="157734" y="325767"/>
                </a:lnTo>
                <a:lnTo>
                  <a:pt x="196596" y="288036"/>
                </a:lnTo>
                <a:lnTo>
                  <a:pt x="196481" y="339864"/>
                </a:lnTo>
                <a:lnTo>
                  <a:pt x="196354" y="356628"/>
                </a:lnTo>
                <a:lnTo>
                  <a:pt x="195961" y="383197"/>
                </a:lnTo>
                <a:lnTo>
                  <a:pt x="195072" y="411492"/>
                </a:lnTo>
                <a:lnTo>
                  <a:pt x="220980" y="397764"/>
                </a:lnTo>
                <a:lnTo>
                  <a:pt x="220751" y="381457"/>
                </a:lnTo>
                <a:lnTo>
                  <a:pt x="220218" y="357568"/>
                </a:lnTo>
                <a:lnTo>
                  <a:pt x="219697" y="325970"/>
                </a:lnTo>
                <a:lnTo>
                  <a:pt x="219468" y="288036"/>
                </a:lnTo>
                <a:lnTo>
                  <a:pt x="219456" y="286512"/>
                </a:lnTo>
                <a:lnTo>
                  <a:pt x="230124" y="286512"/>
                </a:lnTo>
                <a:lnTo>
                  <a:pt x="263271" y="329565"/>
                </a:lnTo>
                <a:lnTo>
                  <a:pt x="298704" y="361188"/>
                </a:lnTo>
                <a:lnTo>
                  <a:pt x="337375" y="383108"/>
                </a:lnTo>
                <a:lnTo>
                  <a:pt x="379476" y="399288"/>
                </a:lnTo>
                <a:lnTo>
                  <a:pt x="383844" y="391858"/>
                </a:lnTo>
                <a:lnTo>
                  <a:pt x="390334" y="385572"/>
                </a:lnTo>
                <a:lnTo>
                  <a:pt x="399415" y="380428"/>
                </a:lnTo>
                <a:lnTo>
                  <a:pt x="411480" y="376440"/>
                </a:lnTo>
                <a:lnTo>
                  <a:pt x="411480" y="371868"/>
                </a:lnTo>
                <a:close/>
              </a:path>
              <a:path w="855345" h="412114">
                <a:moveTo>
                  <a:pt x="763536" y="188976"/>
                </a:moveTo>
                <a:lnTo>
                  <a:pt x="731532" y="156972"/>
                </a:lnTo>
                <a:lnTo>
                  <a:pt x="708672" y="178308"/>
                </a:lnTo>
                <a:lnTo>
                  <a:pt x="534936" y="178308"/>
                </a:lnTo>
                <a:lnTo>
                  <a:pt x="550176" y="195072"/>
                </a:lnTo>
                <a:lnTo>
                  <a:pt x="560197" y="192201"/>
                </a:lnTo>
                <a:lnTo>
                  <a:pt x="569798" y="190309"/>
                </a:lnTo>
                <a:lnTo>
                  <a:pt x="579107" y="189293"/>
                </a:lnTo>
                <a:lnTo>
                  <a:pt x="588276" y="188976"/>
                </a:lnTo>
                <a:lnTo>
                  <a:pt x="763536" y="188976"/>
                </a:lnTo>
                <a:close/>
              </a:path>
              <a:path w="855345" h="412114">
                <a:moveTo>
                  <a:pt x="771156" y="259080"/>
                </a:moveTo>
                <a:lnTo>
                  <a:pt x="763536" y="251460"/>
                </a:lnTo>
                <a:lnTo>
                  <a:pt x="746772" y="234696"/>
                </a:lnTo>
                <a:lnTo>
                  <a:pt x="733056" y="248412"/>
                </a:lnTo>
                <a:lnTo>
                  <a:pt x="733056" y="262128"/>
                </a:lnTo>
                <a:lnTo>
                  <a:pt x="733056" y="359664"/>
                </a:lnTo>
                <a:lnTo>
                  <a:pt x="565416" y="359664"/>
                </a:lnTo>
                <a:lnTo>
                  <a:pt x="565416" y="262128"/>
                </a:lnTo>
                <a:lnTo>
                  <a:pt x="733056" y="262128"/>
                </a:lnTo>
                <a:lnTo>
                  <a:pt x="733056" y="248412"/>
                </a:lnTo>
                <a:lnTo>
                  <a:pt x="730008" y="251460"/>
                </a:lnTo>
                <a:lnTo>
                  <a:pt x="565416" y="251460"/>
                </a:lnTo>
                <a:lnTo>
                  <a:pt x="539508" y="237744"/>
                </a:lnTo>
                <a:lnTo>
                  <a:pt x="540385" y="258318"/>
                </a:lnTo>
                <a:lnTo>
                  <a:pt x="540842" y="278892"/>
                </a:lnTo>
                <a:lnTo>
                  <a:pt x="541007" y="299466"/>
                </a:lnTo>
                <a:lnTo>
                  <a:pt x="541007" y="340004"/>
                </a:lnTo>
                <a:lnTo>
                  <a:pt x="540842" y="360807"/>
                </a:lnTo>
                <a:lnTo>
                  <a:pt x="540385" y="382193"/>
                </a:lnTo>
                <a:lnTo>
                  <a:pt x="539508" y="403860"/>
                </a:lnTo>
                <a:lnTo>
                  <a:pt x="565416" y="393192"/>
                </a:lnTo>
                <a:lnTo>
                  <a:pt x="565416" y="370332"/>
                </a:lnTo>
                <a:lnTo>
                  <a:pt x="733056" y="370332"/>
                </a:lnTo>
                <a:lnTo>
                  <a:pt x="733056" y="399288"/>
                </a:lnTo>
                <a:lnTo>
                  <a:pt x="758964" y="388620"/>
                </a:lnTo>
                <a:lnTo>
                  <a:pt x="758228" y="370332"/>
                </a:lnTo>
                <a:lnTo>
                  <a:pt x="758075" y="366649"/>
                </a:lnTo>
                <a:lnTo>
                  <a:pt x="757961" y="359664"/>
                </a:lnTo>
                <a:lnTo>
                  <a:pt x="757631" y="340004"/>
                </a:lnTo>
                <a:lnTo>
                  <a:pt x="757516" y="320040"/>
                </a:lnTo>
                <a:lnTo>
                  <a:pt x="757440" y="271272"/>
                </a:lnTo>
                <a:lnTo>
                  <a:pt x="767727" y="262128"/>
                </a:lnTo>
                <a:lnTo>
                  <a:pt x="771156" y="259080"/>
                </a:lnTo>
                <a:close/>
              </a:path>
              <a:path w="855345" h="412114">
                <a:moveTo>
                  <a:pt x="854976" y="170688"/>
                </a:moveTo>
                <a:lnTo>
                  <a:pt x="816991" y="159473"/>
                </a:lnTo>
                <a:lnTo>
                  <a:pt x="753605" y="130187"/>
                </a:lnTo>
                <a:lnTo>
                  <a:pt x="707072" y="92087"/>
                </a:lnTo>
                <a:lnTo>
                  <a:pt x="673404" y="54889"/>
                </a:lnTo>
                <a:lnTo>
                  <a:pt x="661428" y="36576"/>
                </a:lnTo>
                <a:lnTo>
                  <a:pt x="676668" y="27432"/>
                </a:lnTo>
                <a:lnTo>
                  <a:pt x="640092" y="3048"/>
                </a:lnTo>
                <a:lnTo>
                  <a:pt x="624319" y="37934"/>
                </a:lnTo>
                <a:lnTo>
                  <a:pt x="586511" y="97993"/>
                </a:lnTo>
                <a:lnTo>
                  <a:pt x="538505" y="145732"/>
                </a:lnTo>
                <a:lnTo>
                  <a:pt x="480301" y="186880"/>
                </a:lnTo>
                <a:lnTo>
                  <a:pt x="448068" y="205740"/>
                </a:lnTo>
                <a:lnTo>
                  <a:pt x="449592" y="211836"/>
                </a:lnTo>
                <a:lnTo>
                  <a:pt x="507885" y="185547"/>
                </a:lnTo>
                <a:lnTo>
                  <a:pt x="559320" y="152400"/>
                </a:lnTo>
                <a:lnTo>
                  <a:pt x="607326" y="107632"/>
                </a:lnTo>
                <a:lnTo>
                  <a:pt x="655332" y="45720"/>
                </a:lnTo>
                <a:lnTo>
                  <a:pt x="662736" y="60325"/>
                </a:lnTo>
                <a:lnTo>
                  <a:pt x="687260" y="95237"/>
                </a:lnTo>
                <a:lnTo>
                  <a:pt x="725601" y="136639"/>
                </a:lnTo>
                <a:lnTo>
                  <a:pt x="782320" y="178841"/>
                </a:lnTo>
                <a:lnTo>
                  <a:pt x="818400" y="199644"/>
                </a:lnTo>
                <a:lnTo>
                  <a:pt x="824115" y="191122"/>
                </a:lnTo>
                <a:lnTo>
                  <a:pt x="832116" y="184023"/>
                </a:lnTo>
                <a:lnTo>
                  <a:pt x="842403" y="178650"/>
                </a:lnTo>
                <a:lnTo>
                  <a:pt x="854976" y="175260"/>
                </a:lnTo>
                <a:lnTo>
                  <a:pt x="854976" y="17068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pic>
        <p:nvPicPr>
          <p:cNvPr id="17" name="object 17"/>
          <p:cNvPicPr/>
          <p:nvPr/>
        </p:nvPicPr>
        <p:blipFill>
          <a:blip r:embed="rId4" cstate="print"/>
          <a:stretch>
            <a:fillRect/>
          </a:stretch>
        </p:blipFill>
        <p:spPr>
          <a:xfrm>
            <a:off x="5971032" y="2569464"/>
            <a:ext cx="64008" cy="164592"/>
          </a:xfrm>
          <a:prstGeom prst="rect">
            <a:avLst/>
          </a:prstGeom>
        </p:spPr>
      </p:pic>
      <p:pic>
        <p:nvPicPr>
          <p:cNvPr id="18" name="object 18"/>
          <p:cNvPicPr/>
          <p:nvPr/>
        </p:nvPicPr>
        <p:blipFill>
          <a:blip r:embed="rId5" cstate="print"/>
          <a:stretch>
            <a:fillRect/>
          </a:stretch>
        </p:blipFill>
        <p:spPr>
          <a:xfrm>
            <a:off x="9631679" y="2625280"/>
            <a:ext cx="70103" cy="119443"/>
          </a:xfrm>
          <a:prstGeom prst="rect">
            <a:avLst/>
          </a:prstGeom>
        </p:spPr>
      </p:pic>
      <p:sp>
        <p:nvSpPr>
          <p:cNvPr id="19" name="object 19"/>
          <p:cNvSpPr/>
          <p:nvPr/>
        </p:nvSpPr>
        <p:spPr>
          <a:xfrm>
            <a:off x="2217419" y="3015995"/>
            <a:ext cx="337185" cy="391795"/>
          </a:xfrm>
          <a:custGeom>
            <a:avLst/>
            <a:gdLst/>
            <a:ahLst/>
            <a:cxnLst/>
            <a:rect l="l" t="t" r="r" b="b"/>
            <a:pathLst>
              <a:path w="337185" h="391795">
                <a:moveTo>
                  <a:pt x="25908" y="391668"/>
                </a:moveTo>
                <a:lnTo>
                  <a:pt x="22860" y="385572"/>
                </a:lnTo>
                <a:lnTo>
                  <a:pt x="46529" y="379571"/>
                </a:lnTo>
                <a:lnTo>
                  <a:pt x="69342" y="372999"/>
                </a:lnTo>
                <a:lnTo>
                  <a:pt x="111252" y="358140"/>
                </a:lnTo>
                <a:lnTo>
                  <a:pt x="150304" y="337185"/>
                </a:lnTo>
                <a:lnTo>
                  <a:pt x="185928" y="309372"/>
                </a:lnTo>
                <a:lnTo>
                  <a:pt x="216408" y="273939"/>
                </a:lnTo>
                <a:lnTo>
                  <a:pt x="237744" y="227076"/>
                </a:lnTo>
                <a:lnTo>
                  <a:pt x="247521" y="165360"/>
                </a:lnTo>
                <a:lnTo>
                  <a:pt x="250004" y="120396"/>
                </a:lnTo>
                <a:lnTo>
                  <a:pt x="250686" y="76461"/>
                </a:lnTo>
                <a:lnTo>
                  <a:pt x="250809" y="61031"/>
                </a:lnTo>
                <a:lnTo>
                  <a:pt x="249935" y="0"/>
                </a:lnTo>
                <a:lnTo>
                  <a:pt x="294132" y="18288"/>
                </a:lnTo>
                <a:lnTo>
                  <a:pt x="280416" y="30480"/>
                </a:lnTo>
                <a:lnTo>
                  <a:pt x="279249" y="76461"/>
                </a:lnTo>
                <a:lnTo>
                  <a:pt x="277939" y="116014"/>
                </a:lnTo>
                <a:lnTo>
                  <a:pt x="274320" y="175260"/>
                </a:lnTo>
                <a:lnTo>
                  <a:pt x="267462" y="220027"/>
                </a:lnTo>
                <a:lnTo>
                  <a:pt x="256032" y="259080"/>
                </a:lnTo>
                <a:lnTo>
                  <a:pt x="266791" y="266700"/>
                </a:lnTo>
                <a:lnTo>
                  <a:pt x="251459" y="266700"/>
                </a:lnTo>
                <a:lnTo>
                  <a:pt x="233767" y="293322"/>
                </a:lnTo>
                <a:lnTo>
                  <a:pt x="212788" y="316230"/>
                </a:lnTo>
                <a:lnTo>
                  <a:pt x="161544" y="352044"/>
                </a:lnTo>
                <a:lnTo>
                  <a:pt x="98298" y="375856"/>
                </a:lnTo>
                <a:lnTo>
                  <a:pt x="63388" y="384833"/>
                </a:lnTo>
                <a:lnTo>
                  <a:pt x="25908" y="391668"/>
                </a:lnTo>
                <a:close/>
              </a:path>
              <a:path w="337185" h="391795">
                <a:moveTo>
                  <a:pt x="25908" y="335280"/>
                </a:moveTo>
                <a:lnTo>
                  <a:pt x="0" y="303276"/>
                </a:lnTo>
                <a:lnTo>
                  <a:pt x="4000" y="297894"/>
                </a:lnTo>
                <a:lnTo>
                  <a:pt x="6858" y="291084"/>
                </a:lnTo>
                <a:lnTo>
                  <a:pt x="8572" y="283130"/>
                </a:lnTo>
                <a:lnTo>
                  <a:pt x="9043" y="275867"/>
                </a:lnTo>
                <a:lnTo>
                  <a:pt x="9073" y="94702"/>
                </a:lnTo>
                <a:lnTo>
                  <a:pt x="8894" y="76461"/>
                </a:lnTo>
                <a:lnTo>
                  <a:pt x="7935" y="36576"/>
                </a:lnTo>
                <a:lnTo>
                  <a:pt x="7818" y="30480"/>
                </a:lnTo>
                <a:lnTo>
                  <a:pt x="7620" y="15240"/>
                </a:lnTo>
                <a:lnTo>
                  <a:pt x="50292" y="36576"/>
                </a:lnTo>
                <a:lnTo>
                  <a:pt x="35052" y="50292"/>
                </a:lnTo>
                <a:lnTo>
                  <a:pt x="35052" y="280416"/>
                </a:lnTo>
                <a:lnTo>
                  <a:pt x="78709" y="280416"/>
                </a:lnTo>
                <a:lnTo>
                  <a:pt x="68580" y="289560"/>
                </a:lnTo>
                <a:lnTo>
                  <a:pt x="55697" y="300990"/>
                </a:lnTo>
                <a:lnTo>
                  <a:pt x="44386" y="312420"/>
                </a:lnTo>
                <a:lnTo>
                  <a:pt x="34504" y="323850"/>
                </a:lnTo>
                <a:lnTo>
                  <a:pt x="25908" y="335280"/>
                </a:lnTo>
                <a:close/>
              </a:path>
              <a:path w="337185" h="391795">
                <a:moveTo>
                  <a:pt x="155448" y="143256"/>
                </a:moveTo>
                <a:lnTo>
                  <a:pt x="152400" y="143256"/>
                </a:lnTo>
                <a:lnTo>
                  <a:pt x="149209" y="141827"/>
                </a:lnTo>
                <a:lnTo>
                  <a:pt x="146304" y="137541"/>
                </a:lnTo>
                <a:lnTo>
                  <a:pt x="143353" y="130254"/>
                </a:lnTo>
                <a:lnTo>
                  <a:pt x="140208" y="120396"/>
                </a:lnTo>
                <a:lnTo>
                  <a:pt x="135064" y="104417"/>
                </a:lnTo>
                <a:lnTo>
                  <a:pt x="126492" y="86296"/>
                </a:lnTo>
                <a:lnTo>
                  <a:pt x="114490" y="66174"/>
                </a:lnTo>
                <a:lnTo>
                  <a:pt x="99060" y="44196"/>
                </a:lnTo>
                <a:lnTo>
                  <a:pt x="103632" y="39624"/>
                </a:lnTo>
                <a:lnTo>
                  <a:pt x="133635" y="61031"/>
                </a:lnTo>
                <a:lnTo>
                  <a:pt x="155067" y="79438"/>
                </a:lnTo>
                <a:lnTo>
                  <a:pt x="167925" y="94702"/>
                </a:lnTo>
                <a:lnTo>
                  <a:pt x="172212" y="106680"/>
                </a:lnTo>
                <a:lnTo>
                  <a:pt x="171664" y="115490"/>
                </a:lnTo>
                <a:lnTo>
                  <a:pt x="170116" y="123444"/>
                </a:lnTo>
                <a:lnTo>
                  <a:pt x="167711" y="130254"/>
                </a:lnTo>
                <a:lnTo>
                  <a:pt x="164592" y="135636"/>
                </a:lnTo>
                <a:lnTo>
                  <a:pt x="158496" y="140208"/>
                </a:lnTo>
                <a:lnTo>
                  <a:pt x="155448" y="143256"/>
                </a:lnTo>
                <a:close/>
              </a:path>
              <a:path w="337185" h="391795">
                <a:moveTo>
                  <a:pt x="78709" y="280416"/>
                </a:moveTo>
                <a:lnTo>
                  <a:pt x="35052" y="280416"/>
                </a:lnTo>
                <a:lnTo>
                  <a:pt x="55602" y="269557"/>
                </a:lnTo>
                <a:lnTo>
                  <a:pt x="82867" y="252984"/>
                </a:lnTo>
                <a:lnTo>
                  <a:pt x="116705" y="230695"/>
                </a:lnTo>
                <a:lnTo>
                  <a:pt x="156972" y="202692"/>
                </a:lnTo>
                <a:lnTo>
                  <a:pt x="161544" y="208788"/>
                </a:lnTo>
                <a:lnTo>
                  <a:pt x="130087" y="235338"/>
                </a:lnTo>
                <a:lnTo>
                  <a:pt x="104203" y="257746"/>
                </a:lnTo>
                <a:lnTo>
                  <a:pt x="83748" y="275867"/>
                </a:lnTo>
                <a:lnTo>
                  <a:pt x="78709" y="280416"/>
                </a:lnTo>
                <a:close/>
              </a:path>
              <a:path w="337185" h="391795">
                <a:moveTo>
                  <a:pt x="324612" y="371856"/>
                </a:moveTo>
                <a:lnTo>
                  <a:pt x="323088" y="371856"/>
                </a:lnTo>
                <a:lnTo>
                  <a:pt x="319635" y="370403"/>
                </a:lnTo>
                <a:lnTo>
                  <a:pt x="316039" y="365950"/>
                </a:lnTo>
                <a:lnTo>
                  <a:pt x="312158" y="358354"/>
                </a:lnTo>
                <a:lnTo>
                  <a:pt x="307847" y="347472"/>
                </a:lnTo>
                <a:lnTo>
                  <a:pt x="300108" y="331208"/>
                </a:lnTo>
                <a:lnTo>
                  <a:pt x="288226" y="312229"/>
                </a:lnTo>
                <a:lnTo>
                  <a:pt x="272057" y="290679"/>
                </a:lnTo>
                <a:lnTo>
                  <a:pt x="251459" y="266700"/>
                </a:lnTo>
                <a:lnTo>
                  <a:pt x="266791" y="266700"/>
                </a:lnTo>
                <a:lnTo>
                  <a:pt x="305323" y="294441"/>
                </a:lnTo>
                <a:lnTo>
                  <a:pt x="335637" y="330708"/>
                </a:lnTo>
                <a:lnTo>
                  <a:pt x="336804" y="339852"/>
                </a:lnTo>
                <a:lnTo>
                  <a:pt x="336804" y="352044"/>
                </a:lnTo>
                <a:lnTo>
                  <a:pt x="335280" y="359664"/>
                </a:lnTo>
                <a:lnTo>
                  <a:pt x="330708" y="364236"/>
                </a:lnTo>
                <a:lnTo>
                  <a:pt x="327660" y="368808"/>
                </a:lnTo>
                <a:lnTo>
                  <a:pt x="324612" y="37185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" name="object 20"/>
          <p:cNvSpPr/>
          <p:nvPr/>
        </p:nvSpPr>
        <p:spPr>
          <a:xfrm>
            <a:off x="2610611" y="3023616"/>
            <a:ext cx="405765" cy="384175"/>
          </a:xfrm>
          <a:custGeom>
            <a:avLst/>
            <a:gdLst/>
            <a:ahLst/>
            <a:cxnLst/>
            <a:rect l="l" t="t" r="r" b="b"/>
            <a:pathLst>
              <a:path w="405764" h="384175">
                <a:moveTo>
                  <a:pt x="73152" y="30480"/>
                </a:moveTo>
                <a:lnTo>
                  <a:pt x="59436" y="16764"/>
                </a:lnTo>
                <a:lnTo>
                  <a:pt x="278892" y="16764"/>
                </a:lnTo>
                <a:lnTo>
                  <a:pt x="295656" y="0"/>
                </a:lnTo>
                <a:lnTo>
                  <a:pt x="324612" y="24384"/>
                </a:lnTo>
                <a:lnTo>
                  <a:pt x="322326" y="25908"/>
                </a:lnTo>
                <a:lnTo>
                  <a:pt x="88392" y="25908"/>
                </a:lnTo>
                <a:lnTo>
                  <a:pt x="73152" y="30480"/>
                </a:lnTo>
                <a:close/>
              </a:path>
              <a:path w="405764" h="384175">
                <a:moveTo>
                  <a:pt x="3048" y="379476"/>
                </a:moveTo>
                <a:lnTo>
                  <a:pt x="0" y="374904"/>
                </a:lnTo>
                <a:lnTo>
                  <a:pt x="25174" y="347638"/>
                </a:lnTo>
                <a:lnTo>
                  <a:pt x="47434" y="321183"/>
                </a:lnTo>
                <a:lnTo>
                  <a:pt x="82296" y="269748"/>
                </a:lnTo>
                <a:lnTo>
                  <a:pt x="108585" y="213550"/>
                </a:lnTo>
                <a:lnTo>
                  <a:pt x="128016" y="149352"/>
                </a:lnTo>
                <a:lnTo>
                  <a:pt x="139446" y="85344"/>
                </a:lnTo>
                <a:lnTo>
                  <a:pt x="146304" y="25908"/>
                </a:lnTo>
                <a:lnTo>
                  <a:pt x="172212" y="25908"/>
                </a:lnTo>
                <a:lnTo>
                  <a:pt x="169926" y="39028"/>
                </a:lnTo>
                <a:lnTo>
                  <a:pt x="167640" y="55435"/>
                </a:lnTo>
                <a:lnTo>
                  <a:pt x="165354" y="74985"/>
                </a:lnTo>
                <a:lnTo>
                  <a:pt x="163068" y="97536"/>
                </a:lnTo>
                <a:lnTo>
                  <a:pt x="166842" y="108204"/>
                </a:lnTo>
                <a:lnTo>
                  <a:pt x="160020" y="108204"/>
                </a:lnTo>
                <a:lnTo>
                  <a:pt x="147256" y="170307"/>
                </a:lnTo>
                <a:lnTo>
                  <a:pt x="121919" y="239268"/>
                </a:lnTo>
                <a:lnTo>
                  <a:pt x="103346" y="274677"/>
                </a:lnTo>
                <a:lnTo>
                  <a:pt x="77342" y="309943"/>
                </a:lnTo>
                <a:lnTo>
                  <a:pt x="43910" y="344924"/>
                </a:lnTo>
                <a:lnTo>
                  <a:pt x="3048" y="379476"/>
                </a:lnTo>
                <a:close/>
              </a:path>
              <a:path w="405764" h="384175">
                <a:moveTo>
                  <a:pt x="257556" y="155448"/>
                </a:moveTo>
                <a:lnTo>
                  <a:pt x="234696" y="132588"/>
                </a:lnTo>
                <a:lnTo>
                  <a:pt x="242173" y="125706"/>
                </a:lnTo>
                <a:lnTo>
                  <a:pt x="248793" y="116395"/>
                </a:lnTo>
                <a:lnTo>
                  <a:pt x="254841" y="104513"/>
                </a:lnTo>
                <a:lnTo>
                  <a:pt x="260604" y="89916"/>
                </a:lnTo>
                <a:lnTo>
                  <a:pt x="265390" y="73914"/>
                </a:lnTo>
                <a:lnTo>
                  <a:pt x="270319" y="57912"/>
                </a:lnTo>
                <a:lnTo>
                  <a:pt x="274962" y="41910"/>
                </a:lnTo>
                <a:lnTo>
                  <a:pt x="278892" y="25908"/>
                </a:lnTo>
                <a:lnTo>
                  <a:pt x="322326" y="25908"/>
                </a:lnTo>
                <a:lnTo>
                  <a:pt x="306324" y="36576"/>
                </a:lnTo>
                <a:lnTo>
                  <a:pt x="269748" y="132588"/>
                </a:lnTo>
                <a:lnTo>
                  <a:pt x="357293" y="132588"/>
                </a:lnTo>
                <a:lnTo>
                  <a:pt x="367368" y="143256"/>
                </a:lnTo>
                <a:lnTo>
                  <a:pt x="269748" y="143256"/>
                </a:lnTo>
                <a:lnTo>
                  <a:pt x="257556" y="155448"/>
                </a:lnTo>
                <a:close/>
              </a:path>
              <a:path w="405764" h="384175">
                <a:moveTo>
                  <a:pt x="54864" y="384048"/>
                </a:moveTo>
                <a:lnTo>
                  <a:pt x="53340" y="377952"/>
                </a:lnTo>
                <a:lnTo>
                  <a:pt x="110442" y="359116"/>
                </a:lnTo>
                <a:lnTo>
                  <a:pt x="160401" y="336994"/>
                </a:lnTo>
                <a:lnTo>
                  <a:pt x="202930" y="311729"/>
                </a:lnTo>
                <a:lnTo>
                  <a:pt x="237744" y="283464"/>
                </a:lnTo>
                <a:lnTo>
                  <a:pt x="210597" y="240863"/>
                </a:lnTo>
                <a:lnTo>
                  <a:pt x="188595" y="197548"/>
                </a:lnTo>
                <a:lnTo>
                  <a:pt x="171735" y="153376"/>
                </a:lnTo>
                <a:lnTo>
                  <a:pt x="160020" y="108204"/>
                </a:lnTo>
                <a:lnTo>
                  <a:pt x="166842" y="108204"/>
                </a:lnTo>
                <a:lnTo>
                  <a:pt x="180760" y="147542"/>
                </a:lnTo>
                <a:lnTo>
                  <a:pt x="201739" y="192405"/>
                </a:lnTo>
                <a:lnTo>
                  <a:pt x="225861" y="232124"/>
                </a:lnTo>
                <a:lnTo>
                  <a:pt x="252984" y="266700"/>
                </a:lnTo>
                <a:lnTo>
                  <a:pt x="281576" y="266700"/>
                </a:lnTo>
                <a:lnTo>
                  <a:pt x="266700" y="283464"/>
                </a:lnTo>
                <a:lnTo>
                  <a:pt x="282106" y="297489"/>
                </a:lnTo>
                <a:lnTo>
                  <a:pt x="285714" y="300228"/>
                </a:lnTo>
                <a:lnTo>
                  <a:pt x="251460" y="300228"/>
                </a:lnTo>
                <a:lnTo>
                  <a:pt x="214312" y="326826"/>
                </a:lnTo>
                <a:lnTo>
                  <a:pt x="169164" y="349567"/>
                </a:lnTo>
                <a:lnTo>
                  <a:pt x="116014" y="368593"/>
                </a:lnTo>
                <a:lnTo>
                  <a:pt x="54864" y="384048"/>
                </a:lnTo>
                <a:close/>
              </a:path>
              <a:path w="405764" h="384175">
                <a:moveTo>
                  <a:pt x="357293" y="132588"/>
                </a:moveTo>
                <a:lnTo>
                  <a:pt x="326136" y="132588"/>
                </a:lnTo>
                <a:lnTo>
                  <a:pt x="342900" y="117348"/>
                </a:lnTo>
                <a:lnTo>
                  <a:pt x="357293" y="132588"/>
                </a:lnTo>
                <a:close/>
              </a:path>
              <a:path w="405764" h="384175">
                <a:moveTo>
                  <a:pt x="281576" y="266700"/>
                </a:moveTo>
                <a:lnTo>
                  <a:pt x="252984" y="266700"/>
                </a:lnTo>
                <a:lnTo>
                  <a:pt x="276439" y="238410"/>
                </a:lnTo>
                <a:lnTo>
                  <a:pt x="296608" y="208407"/>
                </a:lnTo>
                <a:lnTo>
                  <a:pt x="313634" y="176688"/>
                </a:lnTo>
                <a:lnTo>
                  <a:pt x="327660" y="143256"/>
                </a:lnTo>
                <a:lnTo>
                  <a:pt x="367368" y="143256"/>
                </a:lnTo>
                <a:lnTo>
                  <a:pt x="368808" y="144780"/>
                </a:lnTo>
                <a:lnTo>
                  <a:pt x="352044" y="153924"/>
                </a:lnTo>
                <a:lnTo>
                  <a:pt x="331422" y="193667"/>
                </a:lnTo>
                <a:lnTo>
                  <a:pt x="310515" y="228409"/>
                </a:lnTo>
                <a:lnTo>
                  <a:pt x="289036" y="258294"/>
                </a:lnTo>
                <a:lnTo>
                  <a:pt x="281576" y="266700"/>
                </a:lnTo>
                <a:close/>
              </a:path>
              <a:path w="405764" h="384175">
                <a:moveTo>
                  <a:pt x="370332" y="379476"/>
                </a:moveTo>
                <a:lnTo>
                  <a:pt x="333756" y="362378"/>
                </a:lnTo>
                <a:lnTo>
                  <a:pt x="301752" y="343280"/>
                </a:lnTo>
                <a:lnTo>
                  <a:pt x="274320" y="322468"/>
                </a:lnTo>
                <a:lnTo>
                  <a:pt x="251460" y="300228"/>
                </a:lnTo>
                <a:lnTo>
                  <a:pt x="285714" y="300228"/>
                </a:lnTo>
                <a:lnTo>
                  <a:pt x="298513" y="309943"/>
                </a:lnTo>
                <a:lnTo>
                  <a:pt x="315777" y="320968"/>
                </a:lnTo>
                <a:lnTo>
                  <a:pt x="352663" y="337875"/>
                </a:lnTo>
                <a:lnTo>
                  <a:pt x="405384" y="350520"/>
                </a:lnTo>
                <a:lnTo>
                  <a:pt x="405384" y="355092"/>
                </a:lnTo>
                <a:lnTo>
                  <a:pt x="393692" y="358259"/>
                </a:lnTo>
                <a:lnTo>
                  <a:pt x="383857" y="363283"/>
                </a:lnTo>
                <a:lnTo>
                  <a:pt x="376023" y="370308"/>
                </a:lnTo>
                <a:lnTo>
                  <a:pt x="370332" y="37947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21" name="object 21"/>
          <p:cNvGrpSpPr/>
          <p:nvPr/>
        </p:nvGrpSpPr>
        <p:grpSpPr>
          <a:xfrm>
            <a:off x="3069335" y="3003804"/>
            <a:ext cx="645160" cy="411480"/>
            <a:chOff x="3069335" y="3003804"/>
            <a:chExt cx="645160" cy="411480"/>
          </a:xfrm>
        </p:grpSpPr>
        <p:pic>
          <p:nvPicPr>
            <p:cNvPr id="22" name="object 22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3069335" y="3121152"/>
              <a:ext cx="190500" cy="248412"/>
            </a:xfrm>
            <a:prstGeom prst="rect">
              <a:avLst/>
            </a:prstGeom>
          </p:spPr>
        </p:pic>
        <p:sp>
          <p:nvSpPr>
            <p:cNvPr id="23" name="object 23"/>
            <p:cNvSpPr/>
            <p:nvPr/>
          </p:nvSpPr>
          <p:spPr>
            <a:xfrm>
              <a:off x="3304032" y="3003804"/>
              <a:ext cx="410209" cy="411480"/>
            </a:xfrm>
            <a:custGeom>
              <a:avLst/>
              <a:gdLst/>
              <a:ahLst/>
              <a:cxnLst/>
              <a:rect l="l" t="t" r="r" b="b"/>
              <a:pathLst>
                <a:path w="410210" h="411479">
                  <a:moveTo>
                    <a:pt x="3048" y="225552"/>
                  </a:moveTo>
                  <a:lnTo>
                    <a:pt x="0" y="217932"/>
                  </a:lnTo>
                  <a:lnTo>
                    <a:pt x="36028" y="197929"/>
                  </a:lnTo>
                  <a:lnTo>
                    <a:pt x="68770" y="174498"/>
                  </a:lnTo>
                  <a:lnTo>
                    <a:pt x="98369" y="147637"/>
                  </a:lnTo>
                  <a:lnTo>
                    <a:pt x="124968" y="117348"/>
                  </a:lnTo>
                  <a:lnTo>
                    <a:pt x="147875" y="85939"/>
                  </a:lnTo>
                  <a:lnTo>
                    <a:pt x="181117" y="27122"/>
                  </a:lnTo>
                  <a:lnTo>
                    <a:pt x="192024" y="0"/>
                  </a:lnTo>
                  <a:lnTo>
                    <a:pt x="228600" y="19812"/>
                  </a:lnTo>
                  <a:lnTo>
                    <a:pt x="213360" y="30480"/>
                  </a:lnTo>
                  <a:lnTo>
                    <a:pt x="220832" y="41148"/>
                  </a:lnTo>
                  <a:lnTo>
                    <a:pt x="207264" y="41148"/>
                  </a:lnTo>
                  <a:lnTo>
                    <a:pt x="187285" y="73961"/>
                  </a:lnTo>
                  <a:lnTo>
                    <a:pt x="144470" y="129873"/>
                  </a:lnTo>
                  <a:lnTo>
                    <a:pt x="97988" y="172402"/>
                  </a:lnTo>
                  <a:lnTo>
                    <a:pt x="38123" y="208978"/>
                  </a:lnTo>
                  <a:lnTo>
                    <a:pt x="3048" y="225552"/>
                  </a:lnTo>
                  <a:close/>
                </a:path>
                <a:path w="410210" h="411479">
                  <a:moveTo>
                    <a:pt x="368808" y="210312"/>
                  </a:moveTo>
                  <a:lnTo>
                    <a:pt x="321183" y="179641"/>
                  </a:lnTo>
                  <a:lnTo>
                    <a:pt x="280416" y="143256"/>
                  </a:lnTo>
                  <a:lnTo>
                    <a:pt x="243840" y="99060"/>
                  </a:lnTo>
                  <a:lnTo>
                    <a:pt x="207264" y="41148"/>
                  </a:lnTo>
                  <a:lnTo>
                    <a:pt x="220832" y="41148"/>
                  </a:lnTo>
                  <a:lnTo>
                    <a:pt x="236743" y="63865"/>
                  </a:lnTo>
                  <a:lnTo>
                    <a:pt x="260985" y="92964"/>
                  </a:lnTo>
                  <a:lnTo>
                    <a:pt x="310896" y="137160"/>
                  </a:lnTo>
                  <a:lnTo>
                    <a:pt x="361569" y="165925"/>
                  </a:lnTo>
                  <a:lnTo>
                    <a:pt x="409956" y="179832"/>
                  </a:lnTo>
                  <a:lnTo>
                    <a:pt x="409956" y="187452"/>
                  </a:lnTo>
                  <a:lnTo>
                    <a:pt x="396454" y="189738"/>
                  </a:lnTo>
                  <a:lnTo>
                    <a:pt x="385381" y="194310"/>
                  </a:lnTo>
                  <a:lnTo>
                    <a:pt x="376308" y="201168"/>
                  </a:lnTo>
                  <a:lnTo>
                    <a:pt x="368808" y="210312"/>
                  </a:lnTo>
                  <a:close/>
                </a:path>
                <a:path w="410210" h="411479">
                  <a:moveTo>
                    <a:pt x="190500" y="411480"/>
                  </a:moveTo>
                  <a:lnTo>
                    <a:pt x="191381" y="379523"/>
                  </a:lnTo>
                  <a:lnTo>
                    <a:pt x="191833" y="352425"/>
                  </a:lnTo>
                  <a:lnTo>
                    <a:pt x="191922" y="174664"/>
                  </a:lnTo>
                  <a:lnTo>
                    <a:pt x="191840" y="165925"/>
                  </a:lnTo>
                  <a:lnTo>
                    <a:pt x="191381" y="145851"/>
                  </a:lnTo>
                  <a:lnTo>
                    <a:pt x="190500" y="124968"/>
                  </a:lnTo>
                  <a:lnTo>
                    <a:pt x="231648" y="147828"/>
                  </a:lnTo>
                  <a:lnTo>
                    <a:pt x="217932" y="156972"/>
                  </a:lnTo>
                  <a:lnTo>
                    <a:pt x="218020" y="352425"/>
                  </a:lnTo>
                  <a:lnTo>
                    <a:pt x="218122" y="361759"/>
                  </a:lnTo>
                  <a:lnTo>
                    <a:pt x="218574" y="377880"/>
                  </a:lnTo>
                  <a:lnTo>
                    <a:pt x="219456" y="394716"/>
                  </a:lnTo>
                  <a:lnTo>
                    <a:pt x="190500" y="41148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24" name="object 24"/>
          <p:cNvSpPr/>
          <p:nvPr/>
        </p:nvSpPr>
        <p:spPr>
          <a:xfrm>
            <a:off x="3762756" y="3008375"/>
            <a:ext cx="841375" cy="407034"/>
          </a:xfrm>
          <a:custGeom>
            <a:avLst/>
            <a:gdLst/>
            <a:ahLst/>
            <a:cxnLst/>
            <a:rect l="l" t="t" r="r" b="b"/>
            <a:pathLst>
              <a:path w="841375" h="407035">
                <a:moveTo>
                  <a:pt x="394716" y="137160"/>
                </a:moveTo>
                <a:lnTo>
                  <a:pt x="355092" y="99060"/>
                </a:lnTo>
                <a:lnTo>
                  <a:pt x="327660" y="126492"/>
                </a:lnTo>
                <a:lnTo>
                  <a:pt x="271272" y="126492"/>
                </a:lnTo>
                <a:lnTo>
                  <a:pt x="271272" y="137160"/>
                </a:lnTo>
                <a:lnTo>
                  <a:pt x="259003" y="179120"/>
                </a:lnTo>
                <a:lnTo>
                  <a:pt x="245173" y="217932"/>
                </a:lnTo>
                <a:lnTo>
                  <a:pt x="229908" y="253326"/>
                </a:lnTo>
                <a:lnTo>
                  <a:pt x="213360" y="284988"/>
                </a:lnTo>
                <a:lnTo>
                  <a:pt x="196227" y="279844"/>
                </a:lnTo>
                <a:lnTo>
                  <a:pt x="118872" y="257556"/>
                </a:lnTo>
                <a:lnTo>
                  <a:pt x="146494" y="186499"/>
                </a:lnTo>
                <a:lnTo>
                  <a:pt x="157226" y="159194"/>
                </a:lnTo>
                <a:lnTo>
                  <a:pt x="166116" y="137160"/>
                </a:lnTo>
                <a:lnTo>
                  <a:pt x="271272" y="137160"/>
                </a:lnTo>
                <a:lnTo>
                  <a:pt x="271272" y="126492"/>
                </a:lnTo>
                <a:lnTo>
                  <a:pt x="167640" y="126492"/>
                </a:lnTo>
                <a:lnTo>
                  <a:pt x="176758" y="103403"/>
                </a:lnTo>
                <a:lnTo>
                  <a:pt x="185737" y="80010"/>
                </a:lnTo>
                <a:lnTo>
                  <a:pt x="194424" y="56629"/>
                </a:lnTo>
                <a:lnTo>
                  <a:pt x="202692" y="33528"/>
                </a:lnTo>
                <a:lnTo>
                  <a:pt x="217932" y="22860"/>
                </a:lnTo>
                <a:lnTo>
                  <a:pt x="176784" y="0"/>
                </a:lnTo>
                <a:lnTo>
                  <a:pt x="169367" y="31991"/>
                </a:lnTo>
                <a:lnTo>
                  <a:pt x="160972" y="63817"/>
                </a:lnTo>
                <a:lnTo>
                  <a:pt x="151701" y="95377"/>
                </a:lnTo>
                <a:lnTo>
                  <a:pt x="141732" y="126492"/>
                </a:lnTo>
                <a:lnTo>
                  <a:pt x="0" y="126492"/>
                </a:lnTo>
                <a:lnTo>
                  <a:pt x="15240" y="143256"/>
                </a:lnTo>
                <a:lnTo>
                  <a:pt x="24663" y="140385"/>
                </a:lnTo>
                <a:lnTo>
                  <a:pt x="34671" y="138493"/>
                </a:lnTo>
                <a:lnTo>
                  <a:pt x="45237" y="137477"/>
                </a:lnTo>
                <a:lnTo>
                  <a:pt x="56388" y="137160"/>
                </a:lnTo>
                <a:lnTo>
                  <a:pt x="138684" y="137160"/>
                </a:lnTo>
                <a:lnTo>
                  <a:pt x="125488" y="174028"/>
                </a:lnTo>
                <a:lnTo>
                  <a:pt x="113157" y="206883"/>
                </a:lnTo>
                <a:lnTo>
                  <a:pt x="101384" y="235750"/>
                </a:lnTo>
                <a:lnTo>
                  <a:pt x="89916" y="260604"/>
                </a:lnTo>
                <a:lnTo>
                  <a:pt x="115011" y="268300"/>
                </a:lnTo>
                <a:lnTo>
                  <a:pt x="142113" y="277558"/>
                </a:lnTo>
                <a:lnTo>
                  <a:pt x="170916" y="288251"/>
                </a:lnTo>
                <a:lnTo>
                  <a:pt x="201168" y="300228"/>
                </a:lnTo>
                <a:lnTo>
                  <a:pt x="185166" y="315925"/>
                </a:lnTo>
                <a:lnTo>
                  <a:pt x="146304" y="345020"/>
                </a:lnTo>
                <a:lnTo>
                  <a:pt x="97383" y="370128"/>
                </a:lnTo>
                <a:lnTo>
                  <a:pt x="39001" y="390080"/>
                </a:lnTo>
                <a:lnTo>
                  <a:pt x="6096" y="397764"/>
                </a:lnTo>
                <a:lnTo>
                  <a:pt x="9144" y="406908"/>
                </a:lnTo>
                <a:lnTo>
                  <a:pt x="47688" y="398335"/>
                </a:lnTo>
                <a:lnTo>
                  <a:pt x="115646" y="377761"/>
                </a:lnTo>
                <a:lnTo>
                  <a:pt x="170256" y="352044"/>
                </a:lnTo>
                <a:lnTo>
                  <a:pt x="210350" y="324612"/>
                </a:lnTo>
                <a:lnTo>
                  <a:pt x="225552" y="310896"/>
                </a:lnTo>
                <a:lnTo>
                  <a:pt x="256667" y="326885"/>
                </a:lnTo>
                <a:lnTo>
                  <a:pt x="283654" y="342709"/>
                </a:lnTo>
                <a:lnTo>
                  <a:pt x="306336" y="358267"/>
                </a:lnTo>
                <a:lnTo>
                  <a:pt x="324612" y="373380"/>
                </a:lnTo>
                <a:lnTo>
                  <a:pt x="332917" y="380504"/>
                </a:lnTo>
                <a:lnTo>
                  <a:pt x="339661" y="385762"/>
                </a:lnTo>
                <a:lnTo>
                  <a:pt x="344970" y="389026"/>
                </a:lnTo>
                <a:lnTo>
                  <a:pt x="348996" y="390144"/>
                </a:lnTo>
                <a:lnTo>
                  <a:pt x="353568" y="390144"/>
                </a:lnTo>
                <a:lnTo>
                  <a:pt x="356616" y="382524"/>
                </a:lnTo>
                <a:lnTo>
                  <a:pt x="356577" y="370128"/>
                </a:lnTo>
                <a:lnTo>
                  <a:pt x="333756" y="335280"/>
                </a:lnTo>
                <a:lnTo>
                  <a:pt x="298513" y="316992"/>
                </a:lnTo>
                <a:lnTo>
                  <a:pt x="239268" y="294132"/>
                </a:lnTo>
                <a:lnTo>
                  <a:pt x="244030" y="284988"/>
                </a:lnTo>
                <a:lnTo>
                  <a:pt x="256959" y="260184"/>
                </a:lnTo>
                <a:lnTo>
                  <a:pt x="273367" y="222504"/>
                </a:lnTo>
                <a:lnTo>
                  <a:pt x="288340" y="181406"/>
                </a:lnTo>
                <a:lnTo>
                  <a:pt x="301752" y="137160"/>
                </a:lnTo>
                <a:lnTo>
                  <a:pt x="394716" y="137160"/>
                </a:lnTo>
                <a:close/>
              </a:path>
              <a:path w="841375" h="407035">
                <a:moveTo>
                  <a:pt x="841248" y="358140"/>
                </a:moveTo>
                <a:lnTo>
                  <a:pt x="791146" y="340614"/>
                </a:lnTo>
                <a:lnTo>
                  <a:pt x="746760" y="304800"/>
                </a:lnTo>
                <a:lnTo>
                  <a:pt x="707898" y="255841"/>
                </a:lnTo>
                <a:lnTo>
                  <a:pt x="678180" y="196596"/>
                </a:lnTo>
                <a:lnTo>
                  <a:pt x="656653" y="125539"/>
                </a:lnTo>
                <a:lnTo>
                  <a:pt x="648817" y="84518"/>
                </a:lnTo>
                <a:lnTo>
                  <a:pt x="643128" y="39624"/>
                </a:lnTo>
                <a:lnTo>
                  <a:pt x="659892" y="24384"/>
                </a:lnTo>
                <a:lnTo>
                  <a:pt x="608076" y="1524"/>
                </a:lnTo>
                <a:lnTo>
                  <a:pt x="608114" y="41554"/>
                </a:lnTo>
                <a:lnTo>
                  <a:pt x="606171" y="81724"/>
                </a:lnTo>
                <a:lnTo>
                  <a:pt x="602500" y="122186"/>
                </a:lnTo>
                <a:lnTo>
                  <a:pt x="597408" y="163068"/>
                </a:lnTo>
                <a:lnTo>
                  <a:pt x="589089" y="201383"/>
                </a:lnTo>
                <a:lnTo>
                  <a:pt x="563321" y="268300"/>
                </a:lnTo>
                <a:lnTo>
                  <a:pt x="525018" y="322922"/>
                </a:lnTo>
                <a:lnTo>
                  <a:pt x="470154" y="371551"/>
                </a:lnTo>
                <a:lnTo>
                  <a:pt x="435864" y="394716"/>
                </a:lnTo>
                <a:lnTo>
                  <a:pt x="438912" y="399288"/>
                </a:lnTo>
                <a:lnTo>
                  <a:pt x="473506" y="383311"/>
                </a:lnTo>
                <a:lnTo>
                  <a:pt x="531279" y="345071"/>
                </a:lnTo>
                <a:lnTo>
                  <a:pt x="573849" y="299402"/>
                </a:lnTo>
                <a:lnTo>
                  <a:pt x="602945" y="247446"/>
                </a:lnTo>
                <a:lnTo>
                  <a:pt x="620953" y="190055"/>
                </a:lnTo>
                <a:lnTo>
                  <a:pt x="633006" y="119811"/>
                </a:lnTo>
                <a:lnTo>
                  <a:pt x="637032" y="79248"/>
                </a:lnTo>
                <a:lnTo>
                  <a:pt x="642188" y="121526"/>
                </a:lnTo>
                <a:lnTo>
                  <a:pt x="656526" y="191770"/>
                </a:lnTo>
                <a:lnTo>
                  <a:pt x="675957" y="244297"/>
                </a:lnTo>
                <a:lnTo>
                  <a:pt x="700481" y="291680"/>
                </a:lnTo>
                <a:lnTo>
                  <a:pt x="730758" y="335089"/>
                </a:lnTo>
                <a:lnTo>
                  <a:pt x="769620" y="373951"/>
                </a:lnTo>
                <a:lnTo>
                  <a:pt x="792480" y="391668"/>
                </a:lnTo>
                <a:lnTo>
                  <a:pt x="800735" y="381647"/>
                </a:lnTo>
                <a:lnTo>
                  <a:pt x="811720" y="374332"/>
                </a:lnTo>
                <a:lnTo>
                  <a:pt x="825258" y="369595"/>
                </a:lnTo>
                <a:lnTo>
                  <a:pt x="841248" y="367284"/>
                </a:lnTo>
                <a:lnTo>
                  <a:pt x="841248" y="35814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" name="object 25"/>
          <p:cNvSpPr/>
          <p:nvPr/>
        </p:nvSpPr>
        <p:spPr>
          <a:xfrm>
            <a:off x="4677155" y="3006851"/>
            <a:ext cx="356870" cy="401320"/>
          </a:xfrm>
          <a:custGeom>
            <a:avLst/>
            <a:gdLst/>
            <a:ahLst/>
            <a:cxnLst/>
            <a:rect l="l" t="t" r="r" b="b"/>
            <a:pathLst>
              <a:path w="356870" h="401320">
                <a:moveTo>
                  <a:pt x="53340" y="89916"/>
                </a:moveTo>
                <a:lnTo>
                  <a:pt x="42672" y="89916"/>
                </a:lnTo>
                <a:lnTo>
                  <a:pt x="50696" y="62150"/>
                </a:lnTo>
                <a:lnTo>
                  <a:pt x="56578" y="38100"/>
                </a:lnTo>
                <a:lnTo>
                  <a:pt x="60459" y="17478"/>
                </a:lnTo>
                <a:lnTo>
                  <a:pt x="62484" y="0"/>
                </a:lnTo>
                <a:lnTo>
                  <a:pt x="100584" y="21336"/>
                </a:lnTo>
                <a:lnTo>
                  <a:pt x="90844" y="28408"/>
                </a:lnTo>
                <a:lnTo>
                  <a:pt x="79819" y="42481"/>
                </a:lnTo>
                <a:lnTo>
                  <a:pt x="67365" y="63126"/>
                </a:lnTo>
                <a:lnTo>
                  <a:pt x="53340" y="89916"/>
                </a:lnTo>
                <a:close/>
              </a:path>
              <a:path w="356870" h="401320">
                <a:moveTo>
                  <a:pt x="147828" y="190500"/>
                </a:moveTo>
                <a:lnTo>
                  <a:pt x="141732" y="187452"/>
                </a:lnTo>
                <a:lnTo>
                  <a:pt x="158877" y="160615"/>
                </a:lnTo>
                <a:lnTo>
                  <a:pt x="173736" y="135064"/>
                </a:lnTo>
                <a:lnTo>
                  <a:pt x="196596" y="88392"/>
                </a:lnTo>
                <a:lnTo>
                  <a:pt x="211264" y="44958"/>
                </a:lnTo>
                <a:lnTo>
                  <a:pt x="222503" y="1524"/>
                </a:lnTo>
                <a:lnTo>
                  <a:pt x="260603" y="24384"/>
                </a:lnTo>
                <a:lnTo>
                  <a:pt x="252626" y="32146"/>
                </a:lnTo>
                <a:lnTo>
                  <a:pt x="242506" y="46482"/>
                </a:lnTo>
                <a:lnTo>
                  <a:pt x="230385" y="67675"/>
                </a:lnTo>
                <a:lnTo>
                  <a:pt x="216408" y="96012"/>
                </a:lnTo>
                <a:lnTo>
                  <a:pt x="350520" y="96012"/>
                </a:lnTo>
                <a:lnTo>
                  <a:pt x="356616" y="102108"/>
                </a:lnTo>
                <a:lnTo>
                  <a:pt x="352806" y="105156"/>
                </a:lnTo>
                <a:lnTo>
                  <a:pt x="213360" y="105156"/>
                </a:lnTo>
                <a:lnTo>
                  <a:pt x="197977" y="130063"/>
                </a:lnTo>
                <a:lnTo>
                  <a:pt x="181737" y="152400"/>
                </a:lnTo>
                <a:lnTo>
                  <a:pt x="164925" y="172450"/>
                </a:lnTo>
                <a:lnTo>
                  <a:pt x="147828" y="190500"/>
                </a:lnTo>
                <a:close/>
              </a:path>
              <a:path w="356870" h="401320">
                <a:moveTo>
                  <a:pt x="144780" y="89916"/>
                </a:moveTo>
                <a:lnTo>
                  <a:pt x="111252" y="89916"/>
                </a:lnTo>
                <a:lnTo>
                  <a:pt x="128016" y="73152"/>
                </a:lnTo>
                <a:lnTo>
                  <a:pt x="144780" y="89916"/>
                </a:lnTo>
                <a:close/>
              </a:path>
              <a:path w="356870" h="401320">
                <a:moveTo>
                  <a:pt x="0" y="397764"/>
                </a:moveTo>
                <a:lnTo>
                  <a:pt x="821" y="359664"/>
                </a:lnTo>
                <a:lnTo>
                  <a:pt x="907" y="354520"/>
                </a:lnTo>
                <a:lnTo>
                  <a:pt x="1333" y="316420"/>
                </a:lnTo>
                <a:lnTo>
                  <a:pt x="1423" y="176784"/>
                </a:lnTo>
                <a:lnTo>
                  <a:pt x="1305" y="152400"/>
                </a:lnTo>
                <a:lnTo>
                  <a:pt x="881" y="114704"/>
                </a:lnTo>
                <a:lnTo>
                  <a:pt x="0" y="74676"/>
                </a:lnTo>
                <a:lnTo>
                  <a:pt x="25908" y="89916"/>
                </a:lnTo>
                <a:lnTo>
                  <a:pt x="144780" y="89916"/>
                </a:lnTo>
                <a:lnTo>
                  <a:pt x="153924" y="99060"/>
                </a:lnTo>
                <a:lnTo>
                  <a:pt x="151828" y="100584"/>
                </a:lnTo>
                <a:lnTo>
                  <a:pt x="24384" y="100584"/>
                </a:lnTo>
                <a:lnTo>
                  <a:pt x="24384" y="211836"/>
                </a:lnTo>
                <a:lnTo>
                  <a:pt x="137205" y="211836"/>
                </a:lnTo>
                <a:lnTo>
                  <a:pt x="137219" y="222504"/>
                </a:lnTo>
                <a:lnTo>
                  <a:pt x="24384" y="222504"/>
                </a:lnTo>
                <a:lnTo>
                  <a:pt x="24384" y="344424"/>
                </a:lnTo>
                <a:lnTo>
                  <a:pt x="137914" y="344424"/>
                </a:lnTo>
                <a:lnTo>
                  <a:pt x="138028" y="350520"/>
                </a:lnTo>
                <a:lnTo>
                  <a:pt x="138137" y="355092"/>
                </a:lnTo>
                <a:lnTo>
                  <a:pt x="24384" y="355092"/>
                </a:lnTo>
                <a:lnTo>
                  <a:pt x="24384" y="384048"/>
                </a:lnTo>
                <a:lnTo>
                  <a:pt x="0" y="397764"/>
                </a:lnTo>
                <a:close/>
              </a:path>
              <a:path w="356870" h="401320">
                <a:moveTo>
                  <a:pt x="350520" y="96012"/>
                </a:moveTo>
                <a:lnTo>
                  <a:pt x="310896" y="96012"/>
                </a:lnTo>
                <a:lnTo>
                  <a:pt x="330708" y="76200"/>
                </a:lnTo>
                <a:lnTo>
                  <a:pt x="350520" y="96012"/>
                </a:lnTo>
                <a:close/>
              </a:path>
              <a:path w="356870" h="401320">
                <a:moveTo>
                  <a:pt x="137205" y="211836"/>
                </a:moveTo>
                <a:lnTo>
                  <a:pt x="114300" y="211836"/>
                </a:lnTo>
                <a:lnTo>
                  <a:pt x="114300" y="100584"/>
                </a:lnTo>
                <a:lnTo>
                  <a:pt x="151828" y="100584"/>
                </a:lnTo>
                <a:lnTo>
                  <a:pt x="137160" y="111252"/>
                </a:lnTo>
                <a:lnTo>
                  <a:pt x="137205" y="211836"/>
                </a:lnTo>
                <a:close/>
              </a:path>
              <a:path w="356870" h="401320">
                <a:moveTo>
                  <a:pt x="326904" y="359664"/>
                </a:moveTo>
                <a:lnTo>
                  <a:pt x="283464" y="359664"/>
                </a:lnTo>
                <a:lnTo>
                  <a:pt x="291750" y="357925"/>
                </a:lnTo>
                <a:lnTo>
                  <a:pt x="298323" y="352615"/>
                </a:lnTo>
                <a:lnTo>
                  <a:pt x="308586" y="305538"/>
                </a:lnTo>
                <a:lnTo>
                  <a:pt x="310705" y="259651"/>
                </a:lnTo>
                <a:lnTo>
                  <a:pt x="312510" y="193929"/>
                </a:lnTo>
                <a:lnTo>
                  <a:pt x="313944" y="105156"/>
                </a:lnTo>
                <a:lnTo>
                  <a:pt x="352806" y="105156"/>
                </a:lnTo>
                <a:lnTo>
                  <a:pt x="341376" y="114300"/>
                </a:lnTo>
                <a:lnTo>
                  <a:pt x="339478" y="190500"/>
                </a:lnTo>
                <a:lnTo>
                  <a:pt x="337620" y="249070"/>
                </a:lnTo>
                <a:lnTo>
                  <a:pt x="335560" y="295241"/>
                </a:lnTo>
                <a:lnTo>
                  <a:pt x="333280" y="327074"/>
                </a:lnTo>
                <a:lnTo>
                  <a:pt x="330708" y="344424"/>
                </a:lnTo>
                <a:lnTo>
                  <a:pt x="327874" y="357020"/>
                </a:lnTo>
                <a:lnTo>
                  <a:pt x="326904" y="359664"/>
                </a:lnTo>
                <a:close/>
              </a:path>
              <a:path w="356870" h="401320">
                <a:moveTo>
                  <a:pt x="231648" y="269748"/>
                </a:moveTo>
                <a:lnTo>
                  <a:pt x="228600" y="269748"/>
                </a:lnTo>
                <a:lnTo>
                  <a:pt x="225456" y="268081"/>
                </a:lnTo>
                <a:lnTo>
                  <a:pt x="222885" y="263271"/>
                </a:lnTo>
                <a:lnTo>
                  <a:pt x="220884" y="255603"/>
                </a:lnTo>
                <a:lnTo>
                  <a:pt x="219456" y="245364"/>
                </a:lnTo>
                <a:lnTo>
                  <a:pt x="214884" y="228219"/>
                </a:lnTo>
                <a:lnTo>
                  <a:pt x="208026" y="211074"/>
                </a:lnTo>
                <a:lnTo>
                  <a:pt x="198882" y="193929"/>
                </a:lnTo>
                <a:lnTo>
                  <a:pt x="187452" y="176784"/>
                </a:lnTo>
                <a:lnTo>
                  <a:pt x="190500" y="172212"/>
                </a:lnTo>
                <a:lnTo>
                  <a:pt x="224028" y="199644"/>
                </a:lnTo>
                <a:lnTo>
                  <a:pt x="243840" y="228600"/>
                </a:lnTo>
                <a:lnTo>
                  <a:pt x="246888" y="234696"/>
                </a:lnTo>
                <a:lnTo>
                  <a:pt x="246888" y="248412"/>
                </a:lnTo>
                <a:lnTo>
                  <a:pt x="243840" y="254508"/>
                </a:lnTo>
                <a:lnTo>
                  <a:pt x="234696" y="266700"/>
                </a:lnTo>
                <a:lnTo>
                  <a:pt x="231648" y="269748"/>
                </a:lnTo>
                <a:close/>
              </a:path>
              <a:path w="356870" h="401320">
                <a:moveTo>
                  <a:pt x="137914" y="344424"/>
                </a:moveTo>
                <a:lnTo>
                  <a:pt x="114300" y="344424"/>
                </a:lnTo>
                <a:lnTo>
                  <a:pt x="114300" y="222504"/>
                </a:lnTo>
                <a:lnTo>
                  <a:pt x="137219" y="222504"/>
                </a:lnTo>
                <a:lnTo>
                  <a:pt x="137337" y="269748"/>
                </a:lnTo>
                <a:lnTo>
                  <a:pt x="137498" y="305538"/>
                </a:lnTo>
                <a:lnTo>
                  <a:pt x="137914" y="344424"/>
                </a:lnTo>
                <a:close/>
              </a:path>
              <a:path w="356870" h="401320">
                <a:moveTo>
                  <a:pt x="277367" y="400812"/>
                </a:moveTo>
                <a:lnTo>
                  <a:pt x="271129" y="387953"/>
                </a:lnTo>
                <a:lnTo>
                  <a:pt x="259461" y="376809"/>
                </a:lnTo>
                <a:lnTo>
                  <a:pt x="242649" y="367379"/>
                </a:lnTo>
                <a:lnTo>
                  <a:pt x="220979" y="359664"/>
                </a:lnTo>
                <a:lnTo>
                  <a:pt x="220979" y="350520"/>
                </a:lnTo>
                <a:lnTo>
                  <a:pt x="241030" y="354520"/>
                </a:lnTo>
                <a:lnTo>
                  <a:pt x="257937" y="357378"/>
                </a:lnTo>
                <a:lnTo>
                  <a:pt x="271986" y="359092"/>
                </a:lnTo>
                <a:lnTo>
                  <a:pt x="283464" y="359664"/>
                </a:lnTo>
                <a:lnTo>
                  <a:pt x="326904" y="359664"/>
                </a:lnTo>
                <a:lnTo>
                  <a:pt x="324040" y="367474"/>
                </a:lnTo>
                <a:lnTo>
                  <a:pt x="289083" y="397097"/>
                </a:lnTo>
                <a:lnTo>
                  <a:pt x="277367" y="400812"/>
                </a:lnTo>
                <a:close/>
              </a:path>
              <a:path w="356870" h="401320">
                <a:moveTo>
                  <a:pt x="114300" y="391668"/>
                </a:moveTo>
                <a:lnTo>
                  <a:pt x="114300" y="355092"/>
                </a:lnTo>
                <a:lnTo>
                  <a:pt x="138137" y="355092"/>
                </a:lnTo>
                <a:lnTo>
                  <a:pt x="138684" y="377952"/>
                </a:lnTo>
                <a:lnTo>
                  <a:pt x="114300" y="39166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" name="object 26"/>
          <p:cNvSpPr/>
          <p:nvPr/>
        </p:nvSpPr>
        <p:spPr>
          <a:xfrm>
            <a:off x="5088636" y="3003803"/>
            <a:ext cx="853440" cy="411480"/>
          </a:xfrm>
          <a:custGeom>
            <a:avLst/>
            <a:gdLst/>
            <a:ahLst/>
            <a:cxnLst/>
            <a:rect l="l" t="t" r="r" b="b"/>
            <a:pathLst>
              <a:path w="853439" h="411479">
                <a:moveTo>
                  <a:pt x="240792" y="38100"/>
                </a:moveTo>
                <a:lnTo>
                  <a:pt x="204419" y="10274"/>
                </a:lnTo>
                <a:lnTo>
                  <a:pt x="188976" y="4572"/>
                </a:lnTo>
                <a:lnTo>
                  <a:pt x="185928" y="9144"/>
                </a:lnTo>
                <a:lnTo>
                  <a:pt x="195351" y="19456"/>
                </a:lnTo>
                <a:lnTo>
                  <a:pt x="203073" y="29908"/>
                </a:lnTo>
                <a:lnTo>
                  <a:pt x="209067" y="40652"/>
                </a:lnTo>
                <a:lnTo>
                  <a:pt x="213360" y="51816"/>
                </a:lnTo>
                <a:lnTo>
                  <a:pt x="217932" y="62484"/>
                </a:lnTo>
                <a:lnTo>
                  <a:pt x="220980" y="67056"/>
                </a:lnTo>
                <a:lnTo>
                  <a:pt x="227076" y="67056"/>
                </a:lnTo>
                <a:lnTo>
                  <a:pt x="230124" y="64008"/>
                </a:lnTo>
                <a:lnTo>
                  <a:pt x="234696" y="57912"/>
                </a:lnTo>
                <a:lnTo>
                  <a:pt x="237744" y="53340"/>
                </a:lnTo>
                <a:lnTo>
                  <a:pt x="240792" y="47244"/>
                </a:lnTo>
                <a:lnTo>
                  <a:pt x="240792" y="38100"/>
                </a:lnTo>
                <a:close/>
              </a:path>
              <a:path w="853439" h="411479">
                <a:moveTo>
                  <a:pt x="379476" y="80772"/>
                </a:moveTo>
                <a:lnTo>
                  <a:pt x="368808" y="70104"/>
                </a:lnTo>
                <a:lnTo>
                  <a:pt x="348996" y="50292"/>
                </a:lnTo>
                <a:lnTo>
                  <a:pt x="329184" y="70104"/>
                </a:lnTo>
                <a:lnTo>
                  <a:pt x="205740" y="70104"/>
                </a:lnTo>
                <a:lnTo>
                  <a:pt x="205740" y="80772"/>
                </a:lnTo>
                <a:lnTo>
                  <a:pt x="205740" y="123444"/>
                </a:lnTo>
                <a:lnTo>
                  <a:pt x="205740" y="132588"/>
                </a:lnTo>
                <a:lnTo>
                  <a:pt x="205740" y="172212"/>
                </a:lnTo>
                <a:lnTo>
                  <a:pt x="205740" y="181356"/>
                </a:lnTo>
                <a:lnTo>
                  <a:pt x="205740" y="222504"/>
                </a:lnTo>
                <a:lnTo>
                  <a:pt x="106680" y="222504"/>
                </a:lnTo>
                <a:lnTo>
                  <a:pt x="106680" y="181356"/>
                </a:lnTo>
                <a:lnTo>
                  <a:pt x="205740" y="181356"/>
                </a:lnTo>
                <a:lnTo>
                  <a:pt x="205740" y="172212"/>
                </a:lnTo>
                <a:lnTo>
                  <a:pt x="106680" y="172212"/>
                </a:lnTo>
                <a:lnTo>
                  <a:pt x="106680" y="132588"/>
                </a:lnTo>
                <a:lnTo>
                  <a:pt x="205740" y="132588"/>
                </a:lnTo>
                <a:lnTo>
                  <a:pt x="205740" y="123444"/>
                </a:lnTo>
                <a:lnTo>
                  <a:pt x="106680" y="123444"/>
                </a:lnTo>
                <a:lnTo>
                  <a:pt x="106680" y="105156"/>
                </a:lnTo>
                <a:lnTo>
                  <a:pt x="106680" y="80772"/>
                </a:lnTo>
                <a:lnTo>
                  <a:pt x="205740" y="80772"/>
                </a:lnTo>
                <a:lnTo>
                  <a:pt x="205740" y="70104"/>
                </a:lnTo>
                <a:lnTo>
                  <a:pt x="109728" y="70104"/>
                </a:lnTo>
                <a:lnTo>
                  <a:pt x="135636" y="28956"/>
                </a:lnTo>
                <a:lnTo>
                  <a:pt x="150876" y="24384"/>
                </a:lnTo>
                <a:lnTo>
                  <a:pt x="117348" y="0"/>
                </a:lnTo>
                <a:lnTo>
                  <a:pt x="108242" y="21983"/>
                </a:lnTo>
                <a:lnTo>
                  <a:pt x="97155" y="44386"/>
                </a:lnTo>
                <a:lnTo>
                  <a:pt x="70104" y="89916"/>
                </a:lnTo>
                <a:lnTo>
                  <a:pt x="36766" y="133540"/>
                </a:lnTo>
                <a:lnTo>
                  <a:pt x="0" y="169164"/>
                </a:lnTo>
                <a:lnTo>
                  <a:pt x="3048" y="175260"/>
                </a:lnTo>
                <a:lnTo>
                  <a:pt x="25946" y="158953"/>
                </a:lnTo>
                <a:lnTo>
                  <a:pt x="46863" y="141922"/>
                </a:lnTo>
                <a:lnTo>
                  <a:pt x="66052" y="124040"/>
                </a:lnTo>
                <a:lnTo>
                  <a:pt x="83820" y="105156"/>
                </a:lnTo>
                <a:lnTo>
                  <a:pt x="83604" y="141922"/>
                </a:lnTo>
                <a:lnTo>
                  <a:pt x="83515" y="152400"/>
                </a:lnTo>
                <a:lnTo>
                  <a:pt x="82588" y="222504"/>
                </a:lnTo>
                <a:lnTo>
                  <a:pt x="82473" y="234696"/>
                </a:lnTo>
                <a:lnTo>
                  <a:pt x="82296" y="262128"/>
                </a:lnTo>
                <a:lnTo>
                  <a:pt x="106680" y="252984"/>
                </a:lnTo>
                <a:lnTo>
                  <a:pt x="106680" y="233172"/>
                </a:lnTo>
                <a:lnTo>
                  <a:pt x="376428" y="233172"/>
                </a:lnTo>
                <a:lnTo>
                  <a:pt x="366268" y="222504"/>
                </a:lnTo>
                <a:lnTo>
                  <a:pt x="345948" y="201168"/>
                </a:lnTo>
                <a:lnTo>
                  <a:pt x="324612" y="222504"/>
                </a:lnTo>
                <a:lnTo>
                  <a:pt x="228600" y="222504"/>
                </a:lnTo>
                <a:lnTo>
                  <a:pt x="228600" y="181356"/>
                </a:lnTo>
                <a:lnTo>
                  <a:pt x="353568" y="181356"/>
                </a:lnTo>
                <a:lnTo>
                  <a:pt x="344424" y="172212"/>
                </a:lnTo>
                <a:lnTo>
                  <a:pt x="324612" y="152400"/>
                </a:lnTo>
                <a:lnTo>
                  <a:pt x="306324" y="172212"/>
                </a:lnTo>
                <a:lnTo>
                  <a:pt x="228600" y="172212"/>
                </a:lnTo>
                <a:lnTo>
                  <a:pt x="228600" y="132588"/>
                </a:lnTo>
                <a:lnTo>
                  <a:pt x="356616" y="132588"/>
                </a:lnTo>
                <a:lnTo>
                  <a:pt x="347941" y="123444"/>
                </a:lnTo>
                <a:lnTo>
                  <a:pt x="329184" y="103632"/>
                </a:lnTo>
                <a:lnTo>
                  <a:pt x="309372" y="123444"/>
                </a:lnTo>
                <a:lnTo>
                  <a:pt x="228600" y="123444"/>
                </a:lnTo>
                <a:lnTo>
                  <a:pt x="228600" y="80772"/>
                </a:lnTo>
                <a:lnTo>
                  <a:pt x="379476" y="80772"/>
                </a:lnTo>
                <a:close/>
              </a:path>
              <a:path w="853439" h="411479">
                <a:moveTo>
                  <a:pt x="409956" y="371856"/>
                </a:moveTo>
                <a:lnTo>
                  <a:pt x="358330" y="362902"/>
                </a:lnTo>
                <a:lnTo>
                  <a:pt x="312420" y="345948"/>
                </a:lnTo>
                <a:lnTo>
                  <a:pt x="273367" y="320802"/>
                </a:lnTo>
                <a:lnTo>
                  <a:pt x="237744" y="286512"/>
                </a:lnTo>
                <a:lnTo>
                  <a:pt x="408432" y="286512"/>
                </a:lnTo>
                <a:lnTo>
                  <a:pt x="379476" y="254508"/>
                </a:lnTo>
                <a:lnTo>
                  <a:pt x="358140" y="275844"/>
                </a:lnTo>
                <a:lnTo>
                  <a:pt x="219456" y="275844"/>
                </a:lnTo>
                <a:lnTo>
                  <a:pt x="219456" y="260604"/>
                </a:lnTo>
                <a:lnTo>
                  <a:pt x="233172" y="248412"/>
                </a:lnTo>
                <a:lnTo>
                  <a:pt x="195072" y="234696"/>
                </a:lnTo>
                <a:lnTo>
                  <a:pt x="195948" y="242633"/>
                </a:lnTo>
                <a:lnTo>
                  <a:pt x="196405" y="252412"/>
                </a:lnTo>
                <a:lnTo>
                  <a:pt x="196519" y="260604"/>
                </a:lnTo>
                <a:lnTo>
                  <a:pt x="196596" y="275844"/>
                </a:lnTo>
                <a:lnTo>
                  <a:pt x="1524" y="275844"/>
                </a:lnTo>
                <a:lnTo>
                  <a:pt x="16764" y="291084"/>
                </a:lnTo>
                <a:lnTo>
                  <a:pt x="27063" y="289090"/>
                </a:lnTo>
                <a:lnTo>
                  <a:pt x="37528" y="287655"/>
                </a:lnTo>
                <a:lnTo>
                  <a:pt x="48260" y="286804"/>
                </a:lnTo>
                <a:lnTo>
                  <a:pt x="59436" y="286512"/>
                </a:lnTo>
                <a:lnTo>
                  <a:pt x="167640" y="286512"/>
                </a:lnTo>
                <a:lnTo>
                  <a:pt x="128206" y="324446"/>
                </a:lnTo>
                <a:lnTo>
                  <a:pt x="85318" y="355574"/>
                </a:lnTo>
                <a:lnTo>
                  <a:pt x="32118" y="385292"/>
                </a:lnTo>
                <a:lnTo>
                  <a:pt x="1524" y="399288"/>
                </a:lnTo>
                <a:lnTo>
                  <a:pt x="3048" y="406908"/>
                </a:lnTo>
                <a:lnTo>
                  <a:pt x="63817" y="382905"/>
                </a:lnTo>
                <a:lnTo>
                  <a:pt x="114300" y="356616"/>
                </a:lnTo>
                <a:lnTo>
                  <a:pt x="157734" y="325183"/>
                </a:lnTo>
                <a:lnTo>
                  <a:pt x="196596" y="288036"/>
                </a:lnTo>
                <a:lnTo>
                  <a:pt x="196469" y="339852"/>
                </a:lnTo>
                <a:lnTo>
                  <a:pt x="196342" y="356616"/>
                </a:lnTo>
                <a:lnTo>
                  <a:pt x="195948" y="383197"/>
                </a:lnTo>
                <a:lnTo>
                  <a:pt x="195072" y="411480"/>
                </a:lnTo>
                <a:lnTo>
                  <a:pt x="220980" y="397764"/>
                </a:lnTo>
                <a:lnTo>
                  <a:pt x="220091" y="381457"/>
                </a:lnTo>
                <a:lnTo>
                  <a:pt x="219684" y="359664"/>
                </a:lnTo>
                <a:lnTo>
                  <a:pt x="219583" y="345668"/>
                </a:lnTo>
                <a:lnTo>
                  <a:pt x="219456" y="288036"/>
                </a:lnTo>
                <a:lnTo>
                  <a:pt x="219456" y="286512"/>
                </a:lnTo>
                <a:lnTo>
                  <a:pt x="230124" y="286512"/>
                </a:lnTo>
                <a:lnTo>
                  <a:pt x="245529" y="309092"/>
                </a:lnTo>
                <a:lnTo>
                  <a:pt x="261937" y="328803"/>
                </a:lnTo>
                <a:lnTo>
                  <a:pt x="297180" y="359664"/>
                </a:lnTo>
                <a:lnTo>
                  <a:pt x="336042" y="382333"/>
                </a:lnTo>
                <a:lnTo>
                  <a:pt x="379476" y="399288"/>
                </a:lnTo>
                <a:lnTo>
                  <a:pt x="383159" y="391223"/>
                </a:lnTo>
                <a:lnTo>
                  <a:pt x="389572" y="385000"/>
                </a:lnTo>
                <a:lnTo>
                  <a:pt x="398538" y="380225"/>
                </a:lnTo>
                <a:lnTo>
                  <a:pt x="409956" y="376428"/>
                </a:lnTo>
                <a:lnTo>
                  <a:pt x="409956" y="371856"/>
                </a:lnTo>
                <a:close/>
              </a:path>
              <a:path w="853439" h="411479">
                <a:moveTo>
                  <a:pt x="763524" y="188976"/>
                </a:moveTo>
                <a:lnTo>
                  <a:pt x="729996" y="155448"/>
                </a:lnTo>
                <a:lnTo>
                  <a:pt x="708660" y="178308"/>
                </a:lnTo>
                <a:lnTo>
                  <a:pt x="533400" y="178308"/>
                </a:lnTo>
                <a:lnTo>
                  <a:pt x="550164" y="193548"/>
                </a:lnTo>
                <a:lnTo>
                  <a:pt x="559320" y="191554"/>
                </a:lnTo>
                <a:lnTo>
                  <a:pt x="568642" y="190119"/>
                </a:lnTo>
                <a:lnTo>
                  <a:pt x="578231" y="189268"/>
                </a:lnTo>
                <a:lnTo>
                  <a:pt x="588264" y="188976"/>
                </a:lnTo>
                <a:lnTo>
                  <a:pt x="763524" y="188976"/>
                </a:lnTo>
                <a:close/>
              </a:path>
              <a:path w="853439" h="411479">
                <a:moveTo>
                  <a:pt x="771144" y="259080"/>
                </a:moveTo>
                <a:lnTo>
                  <a:pt x="763524" y="251460"/>
                </a:lnTo>
                <a:lnTo>
                  <a:pt x="746760" y="234696"/>
                </a:lnTo>
                <a:lnTo>
                  <a:pt x="733044" y="247269"/>
                </a:lnTo>
                <a:lnTo>
                  <a:pt x="733044" y="262128"/>
                </a:lnTo>
                <a:lnTo>
                  <a:pt x="733044" y="359664"/>
                </a:lnTo>
                <a:lnTo>
                  <a:pt x="565404" y="359664"/>
                </a:lnTo>
                <a:lnTo>
                  <a:pt x="565404" y="262128"/>
                </a:lnTo>
                <a:lnTo>
                  <a:pt x="733044" y="262128"/>
                </a:lnTo>
                <a:lnTo>
                  <a:pt x="733044" y="247269"/>
                </a:lnTo>
                <a:lnTo>
                  <a:pt x="728472" y="251460"/>
                </a:lnTo>
                <a:lnTo>
                  <a:pt x="565404" y="251460"/>
                </a:lnTo>
                <a:lnTo>
                  <a:pt x="539496" y="237744"/>
                </a:lnTo>
                <a:lnTo>
                  <a:pt x="540372" y="258318"/>
                </a:lnTo>
                <a:lnTo>
                  <a:pt x="540829" y="278892"/>
                </a:lnTo>
                <a:lnTo>
                  <a:pt x="540994" y="299466"/>
                </a:lnTo>
                <a:lnTo>
                  <a:pt x="540994" y="339763"/>
                </a:lnTo>
                <a:lnTo>
                  <a:pt x="540829" y="359664"/>
                </a:lnTo>
                <a:lnTo>
                  <a:pt x="540372" y="380911"/>
                </a:lnTo>
                <a:lnTo>
                  <a:pt x="539496" y="402336"/>
                </a:lnTo>
                <a:lnTo>
                  <a:pt x="565404" y="393192"/>
                </a:lnTo>
                <a:lnTo>
                  <a:pt x="565404" y="370332"/>
                </a:lnTo>
                <a:lnTo>
                  <a:pt x="733044" y="370332"/>
                </a:lnTo>
                <a:lnTo>
                  <a:pt x="733044" y="399288"/>
                </a:lnTo>
                <a:lnTo>
                  <a:pt x="758952" y="388620"/>
                </a:lnTo>
                <a:lnTo>
                  <a:pt x="758012" y="370332"/>
                </a:lnTo>
                <a:lnTo>
                  <a:pt x="757821" y="366649"/>
                </a:lnTo>
                <a:lnTo>
                  <a:pt x="757580" y="359664"/>
                </a:lnTo>
                <a:lnTo>
                  <a:pt x="756856" y="339763"/>
                </a:lnTo>
                <a:lnTo>
                  <a:pt x="756158" y="307835"/>
                </a:lnTo>
                <a:lnTo>
                  <a:pt x="755904" y="271272"/>
                </a:lnTo>
                <a:lnTo>
                  <a:pt x="767334" y="262128"/>
                </a:lnTo>
                <a:lnTo>
                  <a:pt x="771144" y="259080"/>
                </a:lnTo>
                <a:close/>
              </a:path>
              <a:path w="853439" h="411479">
                <a:moveTo>
                  <a:pt x="853440" y="169164"/>
                </a:moveTo>
                <a:lnTo>
                  <a:pt x="815695" y="158623"/>
                </a:lnTo>
                <a:lnTo>
                  <a:pt x="753351" y="129527"/>
                </a:lnTo>
                <a:lnTo>
                  <a:pt x="706412" y="92087"/>
                </a:lnTo>
                <a:lnTo>
                  <a:pt x="673176" y="54889"/>
                </a:lnTo>
                <a:lnTo>
                  <a:pt x="661416" y="36576"/>
                </a:lnTo>
                <a:lnTo>
                  <a:pt x="676656" y="27432"/>
                </a:lnTo>
                <a:lnTo>
                  <a:pt x="640080" y="3048"/>
                </a:lnTo>
                <a:lnTo>
                  <a:pt x="624078" y="37934"/>
                </a:lnTo>
                <a:lnTo>
                  <a:pt x="585216" y="97993"/>
                </a:lnTo>
                <a:lnTo>
                  <a:pt x="537184" y="145719"/>
                </a:lnTo>
                <a:lnTo>
                  <a:pt x="479412" y="186245"/>
                </a:lnTo>
                <a:lnTo>
                  <a:pt x="446532" y="204216"/>
                </a:lnTo>
                <a:lnTo>
                  <a:pt x="449580" y="211836"/>
                </a:lnTo>
                <a:lnTo>
                  <a:pt x="507873" y="185547"/>
                </a:lnTo>
                <a:lnTo>
                  <a:pt x="559308" y="152400"/>
                </a:lnTo>
                <a:lnTo>
                  <a:pt x="607123" y="106870"/>
                </a:lnTo>
                <a:lnTo>
                  <a:pt x="653796" y="44196"/>
                </a:lnTo>
                <a:lnTo>
                  <a:pt x="661860" y="59016"/>
                </a:lnTo>
                <a:lnTo>
                  <a:pt x="686574" y="94348"/>
                </a:lnTo>
                <a:lnTo>
                  <a:pt x="724916" y="136004"/>
                </a:lnTo>
                <a:lnTo>
                  <a:pt x="781443" y="178816"/>
                </a:lnTo>
                <a:lnTo>
                  <a:pt x="816864" y="199644"/>
                </a:lnTo>
                <a:lnTo>
                  <a:pt x="823429" y="190487"/>
                </a:lnTo>
                <a:lnTo>
                  <a:pt x="831723" y="183451"/>
                </a:lnTo>
                <a:lnTo>
                  <a:pt x="841717" y="178435"/>
                </a:lnTo>
                <a:lnTo>
                  <a:pt x="853440" y="175260"/>
                </a:lnTo>
                <a:lnTo>
                  <a:pt x="853440" y="16916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pic>
        <p:nvPicPr>
          <p:cNvPr id="27" name="object 27"/>
          <p:cNvPicPr/>
          <p:nvPr/>
        </p:nvPicPr>
        <p:blipFill>
          <a:blip r:embed="rId7" cstate="print"/>
          <a:stretch>
            <a:fillRect/>
          </a:stretch>
        </p:blipFill>
        <p:spPr>
          <a:xfrm>
            <a:off x="6018276" y="3212591"/>
            <a:ext cx="64008" cy="164592"/>
          </a:xfrm>
          <a:prstGeom prst="rect">
            <a:avLst/>
          </a:prstGeom>
        </p:spPr>
      </p:pic>
      <p:pic>
        <p:nvPicPr>
          <p:cNvPr id="28" name="object 28"/>
          <p:cNvPicPr/>
          <p:nvPr/>
        </p:nvPicPr>
        <p:blipFill>
          <a:blip r:embed="rId8" cstate="print"/>
          <a:stretch>
            <a:fillRect/>
          </a:stretch>
        </p:blipFill>
        <p:spPr>
          <a:xfrm>
            <a:off x="9680114" y="3276600"/>
            <a:ext cx="96345" cy="96012"/>
          </a:xfrm>
          <a:prstGeom prst="rect">
            <a:avLst/>
          </a:prstGeom>
        </p:spPr>
      </p:pic>
      <p:sp>
        <p:nvSpPr>
          <p:cNvPr id="29" name="object 29"/>
          <p:cNvSpPr/>
          <p:nvPr/>
        </p:nvSpPr>
        <p:spPr>
          <a:xfrm>
            <a:off x="2025395" y="3645408"/>
            <a:ext cx="405765" cy="414655"/>
          </a:xfrm>
          <a:custGeom>
            <a:avLst/>
            <a:gdLst/>
            <a:ahLst/>
            <a:cxnLst/>
            <a:rect l="l" t="t" r="r" b="b"/>
            <a:pathLst>
              <a:path w="405764" h="414654">
                <a:moveTo>
                  <a:pt x="4572" y="233172"/>
                </a:moveTo>
                <a:lnTo>
                  <a:pt x="0" y="228600"/>
                </a:lnTo>
                <a:lnTo>
                  <a:pt x="17168" y="217741"/>
                </a:lnTo>
                <a:lnTo>
                  <a:pt x="34480" y="205739"/>
                </a:lnTo>
                <a:lnTo>
                  <a:pt x="70104" y="178307"/>
                </a:lnTo>
                <a:lnTo>
                  <a:pt x="105727" y="142684"/>
                </a:lnTo>
                <a:lnTo>
                  <a:pt x="140208" y="99060"/>
                </a:lnTo>
                <a:lnTo>
                  <a:pt x="168973" y="51244"/>
                </a:lnTo>
                <a:lnTo>
                  <a:pt x="192024" y="0"/>
                </a:lnTo>
                <a:lnTo>
                  <a:pt x="230124" y="21336"/>
                </a:lnTo>
                <a:lnTo>
                  <a:pt x="214884" y="30480"/>
                </a:lnTo>
                <a:lnTo>
                  <a:pt x="219302" y="38100"/>
                </a:lnTo>
                <a:lnTo>
                  <a:pt x="210312" y="38100"/>
                </a:lnTo>
                <a:lnTo>
                  <a:pt x="188333" y="73866"/>
                </a:lnTo>
                <a:lnTo>
                  <a:pt x="150090" y="127682"/>
                </a:lnTo>
                <a:lnTo>
                  <a:pt x="118133" y="160591"/>
                </a:lnTo>
                <a:lnTo>
                  <a:pt x="86748" y="185737"/>
                </a:lnTo>
                <a:lnTo>
                  <a:pt x="39814" y="215455"/>
                </a:lnTo>
                <a:lnTo>
                  <a:pt x="22550" y="224670"/>
                </a:lnTo>
                <a:lnTo>
                  <a:pt x="4572" y="233172"/>
                </a:lnTo>
                <a:close/>
              </a:path>
              <a:path w="405764" h="414654">
                <a:moveTo>
                  <a:pt x="368808" y="219456"/>
                </a:moveTo>
                <a:lnTo>
                  <a:pt x="319849" y="188595"/>
                </a:lnTo>
                <a:lnTo>
                  <a:pt x="278892" y="150876"/>
                </a:lnTo>
                <a:lnTo>
                  <a:pt x="242887" y="102489"/>
                </a:lnTo>
                <a:lnTo>
                  <a:pt x="210312" y="38100"/>
                </a:lnTo>
                <a:lnTo>
                  <a:pt x="219302" y="38100"/>
                </a:lnTo>
                <a:lnTo>
                  <a:pt x="233124" y="61936"/>
                </a:lnTo>
                <a:lnTo>
                  <a:pt x="253365" y="90106"/>
                </a:lnTo>
                <a:lnTo>
                  <a:pt x="298704" y="137160"/>
                </a:lnTo>
                <a:lnTo>
                  <a:pt x="349186" y="172021"/>
                </a:lnTo>
                <a:lnTo>
                  <a:pt x="405384" y="192024"/>
                </a:lnTo>
                <a:lnTo>
                  <a:pt x="405384" y="198119"/>
                </a:lnTo>
                <a:lnTo>
                  <a:pt x="391953" y="200382"/>
                </a:lnTo>
                <a:lnTo>
                  <a:pt x="381381" y="204787"/>
                </a:lnTo>
                <a:lnTo>
                  <a:pt x="373665" y="211193"/>
                </a:lnTo>
                <a:lnTo>
                  <a:pt x="368808" y="219456"/>
                </a:lnTo>
                <a:close/>
              </a:path>
              <a:path w="405764" h="414654">
                <a:moveTo>
                  <a:pt x="219717" y="216336"/>
                </a:moveTo>
                <a:lnTo>
                  <a:pt x="215836" y="213931"/>
                </a:lnTo>
                <a:lnTo>
                  <a:pt x="212240" y="207811"/>
                </a:lnTo>
                <a:lnTo>
                  <a:pt x="208788" y="198119"/>
                </a:lnTo>
                <a:lnTo>
                  <a:pt x="203382" y="186404"/>
                </a:lnTo>
                <a:lnTo>
                  <a:pt x="194119" y="171831"/>
                </a:lnTo>
                <a:lnTo>
                  <a:pt x="181141" y="154400"/>
                </a:lnTo>
                <a:lnTo>
                  <a:pt x="164592" y="134112"/>
                </a:lnTo>
                <a:lnTo>
                  <a:pt x="167640" y="129540"/>
                </a:lnTo>
                <a:lnTo>
                  <a:pt x="203263" y="149352"/>
                </a:lnTo>
                <a:lnTo>
                  <a:pt x="234315" y="177165"/>
                </a:lnTo>
                <a:lnTo>
                  <a:pt x="237744" y="187452"/>
                </a:lnTo>
                <a:lnTo>
                  <a:pt x="237744" y="190500"/>
                </a:lnTo>
                <a:lnTo>
                  <a:pt x="236220" y="193548"/>
                </a:lnTo>
                <a:lnTo>
                  <a:pt x="234696" y="199643"/>
                </a:lnTo>
                <a:lnTo>
                  <a:pt x="233172" y="204216"/>
                </a:lnTo>
                <a:lnTo>
                  <a:pt x="230124" y="210312"/>
                </a:lnTo>
                <a:lnTo>
                  <a:pt x="224028" y="214883"/>
                </a:lnTo>
                <a:lnTo>
                  <a:pt x="219717" y="216336"/>
                </a:lnTo>
                <a:close/>
              </a:path>
              <a:path w="405764" h="414654">
                <a:moveTo>
                  <a:pt x="85344" y="245364"/>
                </a:moveTo>
                <a:lnTo>
                  <a:pt x="68580" y="230124"/>
                </a:lnTo>
                <a:lnTo>
                  <a:pt x="283464" y="230124"/>
                </a:lnTo>
                <a:lnTo>
                  <a:pt x="306324" y="207264"/>
                </a:lnTo>
                <a:lnTo>
                  <a:pt x="336936" y="240792"/>
                </a:lnTo>
                <a:lnTo>
                  <a:pt x="126492" y="240792"/>
                </a:lnTo>
                <a:lnTo>
                  <a:pt x="115347" y="241077"/>
                </a:lnTo>
                <a:lnTo>
                  <a:pt x="104775" y="241935"/>
                </a:lnTo>
                <a:lnTo>
                  <a:pt x="94773" y="243363"/>
                </a:lnTo>
                <a:lnTo>
                  <a:pt x="85344" y="245364"/>
                </a:lnTo>
                <a:close/>
              </a:path>
              <a:path w="405764" h="414654">
                <a:moveTo>
                  <a:pt x="223629" y="342900"/>
                </a:moveTo>
                <a:lnTo>
                  <a:pt x="211836" y="342900"/>
                </a:lnTo>
                <a:lnTo>
                  <a:pt x="224099" y="324588"/>
                </a:lnTo>
                <a:lnTo>
                  <a:pt x="240220" y="301561"/>
                </a:lnTo>
                <a:lnTo>
                  <a:pt x="283464" y="240792"/>
                </a:lnTo>
                <a:lnTo>
                  <a:pt x="336936" y="240792"/>
                </a:lnTo>
                <a:lnTo>
                  <a:pt x="338328" y="242316"/>
                </a:lnTo>
                <a:lnTo>
                  <a:pt x="327731" y="244887"/>
                </a:lnTo>
                <a:lnTo>
                  <a:pt x="316420" y="250317"/>
                </a:lnTo>
                <a:lnTo>
                  <a:pt x="276486" y="284011"/>
                </a:lnTo>
                <a:lnTo>
                  <a:pt x="241515" y="322326"/>
                </a:lnTo>
                <a:lnTo>
                  <a:pt x="223629" y="342900"/>
                </a:lnTo>
                <a:close/>
              </a:path>
              <a:path w="405764" h="414654">
                <a:moveTo>
                  <a:pt x="256032" y="414528"/>
                </a:moveTo>
                <a:lnTo>
                  <a:pt x="249936" y="414528"/>
                </a:lnTo>
                <a:lnTo>
                  <a:pt x="245364" y="411480"/>
                </a:lnTo>
                <a:lnTo>
                  <a:pt x="239268" y="403860"/>
                </a:lnTo>
                <a:lnTo>
                  <a:pt x="230076" y="393906"/>
                </a:lnTo>
                <a:lnTo>
                  <a:pt x="167401" y="342566"/>
                </a:lnTo>
                <a:lnTo>
                  <a:pt x="129778" y="318468"/>
                </a:lnTo>
                <a:lnTo>
                  <a:pt x="111252" y="307848"/>
                </a:lnTo>
                <a:lnTo>
                  <a:pt x="112776" y="301752"/>
                </a:lnTo>
                <a:lnTo>
                  <a:pt x="142184" y="312039"/>
                </a:lnTo>
                <a:lnTo>
                  <a:pt x="168592" y="322326"/>
                </a:lnTo>
                <a:lnTo>
                  <a:pt x="191857" y="332613"/>
                </a:lnTo>
                <a:lnTo>
                  <a:pt x="211836" y="342900"/>
                </a:lnTo>
                <a:lnTo>
                  <a:pt x="223629" y="342900"/>
                </a:lnTo>
                <a:lnTo>
                  <a:pt x="220980" y="345948"/>
                </a:lnTo>
                <a:lnTo>
                  <a:pt x="237029" y="355663"/>
                </a:lnTo>
                <a:lnTo>
                  <a:pt x="248793" y="364236"/>
                </a:lnTo>
                <a:lnTo>
                  <a:pt x="256555" y="371665"/>
                </a:lnTo>
                <a:lnTo>
                  <a:pt x="260604" y="377952"/>
                </a:lnTo>
                <a:lnTo>
                  <a:pt x="262128" y="385572"/>
                </a:lnTo>
                <a:lnTo>
                  <a:pt x="263652" y="390144"/>
                </a:lnTo>
                <a:lnTo>
                  <a:pt x="263652" y="396239"/>
                </a:lnTo>
                <a:lnTo>
                  <a:pt x="262128" y="400812"/>
                </a:lnTo>
                <a:lnTo>
                  <a:pt x="260604" y="406908"/>
                </a:lnTo>
                <a:lnTo>
                  <a:pt x="257556" y="411480"/>
                </a:lnTo>
                <a:lnTo>
                  <a:pt x="256032" y="41452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" name="object 30"/>
          <p:cNvSpPr/>
          <p:nvPr/>
        </p:nvSpPr>
        <p:spPr>
          <a:xfrm>
            <a:off x="2484120" y="3689603"/>
            <a:ext cx="277495" cy="323215"/>
          </a:xfrm>
          <a:custGeom>
            <a:avLst/>
            <a:gdLst/>
            <a:ahLst/>
            <a:cxnLst/>
            <a:rect l="l" t="t" r="r" b="b"/>
            <a:pathLst>
              <a:path w="277494" h="323214">
                <a:moveTo>
                  <a:pt x="277368" y="323087"/>
                </a:moveTo>
                <a:lnTo>
                  <a:pt x="233172" y="323087"/>
                </a:lnTo>
                <a:lnTo>
                  <a:pt x="233172" y="44195"/>
                </a:lnTo>
                <a:lnTo>
                  <a:pt x="149352" y="234695"/>
                </a:lnTo>
                <a:lnTo>
                  <a:pt x="123444" y="234695"/>
                </a:lnTo>
                <a:lnTo>
                  <a:pt x="39624" y="44195"/>
                </a:lnTo>
                <a:lnTo>
                  <a:pt x="39624" y="323087"/>
                </a:lnTo>
                <a:lnTo>
                  <a:pt x="0" y="323087"/>
                </a:lnTo>
                <a:lnTo>
                  <a:pt x="0" y="0"/>
                </a:lnTo>
                <a:lnTo>
                  <a:pt x="57912" y="0"/>
                </a:lnTo>
                <a:lnTo>
                  <a:pt x="138684" y="179831"/>
                </a:lnTo>
                <a:lnTo>
                  <a:pt x="216408" y="0"/>
                </a:lnTo>
                <a:lnTo>
                  <a:pt x="277368" y="0"/>
                </a:lnTo>
                <a:lnTo>
                  <a:pt x="277368" y="32308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31" name="object 31"/>
          <p:cNvGrpSpPr/>
          <p:nvPr/>
        </p:nvGrpSpPr>
        <p:grpSpPr>
          <a:xfrm>
            <a:off x="2816352" y="3674364"/>
            <a:ext cx="615950" cy="338455"/>
            <a:chOff x="2816352" y="3674364"/>
            <a:chExt cx="615950" cy="338455"/>
          </a:xfrm>
        </p:grpSpPr>
        <p:pic>
          <p:nvPicPr>
            <p:cNvPr id="32" name="object 32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2816352" y="3674364"/>
              <a:ext cx="195072" cy="201167"/>
            </a:xfrm>
            <a:prstGeom prst="rect">
              <a:avLst/>
            </a:prstGeom>
          </p:spPr>
        </p:pic>
        <p:sp>
          <p:nvSpPr>
            <p:cNvPr id="33" name="object 33"/>
            <p:cNvSpPr/>
            <p:nvPr/>
          </p:nvSpPr>
          <p:spPr>
            <a:xfrm>
              <a:off x="3041904" y="3689604"/>
              <a:ext cx="390525" cy="323215"/>
            </a:xfrm>
            <a:custGeom>
              <a:avLst/>
              <a:gdLst/>
              <a:ahLst/>
              <a:cxnLst/>
              <a:rect l="l" t="t" r="r" b="b"/>
              <a:pathLst>
                <a:path w="390525" h="323214">
                  <a:moveTo>
                    <a:pt x="309371" y="323087"/>
                  </a:moveTo>
                  <a:lnTo>
                    <a:pt x="260603" y="323087"/>
                  </a:lnTo>
                  <a:lnTo>
                    <a:pt x="195071" y="54864"/>
                  </a:lnTo>
                  <a:lnTo>
                    <a:pt x="129539" y="323087"/>
                  </a:lnTo>
                  <a:lnTo>
                    <a:pt x="82295" y="323087"/>
                  </a:lnTo>
                  <a:lnTo>
                    <a:pt x="0" y="0"/>
                  </a:lnTo>
                  <a:lnTo>
                    <a:pt x="44195" y="0"/>
                  </a:lnTo>
                  <a:lnTo>
                    <a:pt x="109727" y="268224"/>
                  </a:lnTo>
                  <a:lnTo>
                    <a:pt x="173736" y="0"/>
                  </a:lnTo>
                  <a:lnTo>
                    <a:pt x="217931" y="0"/>
                  </a:lnTo>
                  <a:lnTo>
                    <a:pt x="283463" y="271272"/>
                  </a:lnTo>
                  <a:lnTo>
                    <a:pt x="347471" y="0"/>
                  </a:lnTo>
                  <a:lnTo>
                    <a:pt x="390143" y="0"/>
                  </a:lnTo>
                  <a:lnTo>
                    <a:pt x="309371" y="32308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34" name="object 34"/>
          <p:cNvSpPr/>
          <p:nvPr/>
        </p:nvSpPr>
        <p:spPr>
          <a:xfrm>
            <a:off x="3596627" y="3646944"/>
            <a:ext cx="2192020" cy="410209"/>
          </a:xfrm>
          <a:custGeom>
            <a:avLst/>
            <a:gdLst/>
            <a:ahLst/>
            <a:cxnLst/>
            <a:rect l="l" t="t" r="r" b="b"/>
            <a:pathLst>
              <a:path w="2192020" h="410210">
                <a:moveTo>
                  <a:pt x="409956" y="356603"/>
                </a:moveTo>
                <a:lnTo>
                  <a:pt x="361950" y="348602"/>
                </a:lnTo>
                <a:lnTo>
                  <a:pt x="323088" y="333743"/>
                </a:lnTo>
                <a:lnTo>
                  <a:pt x="289369" y="311835"/>
                </a:lnTo>
                <a:lnTo>
                  <a:pt x="259080" y="281927"/>
                </a:lnTo>
                <a:lnTo>
                  <a:pt x="317804" y="245071"/>
                </a:lnTo>
                <a:lnTo>
                  <a:pt x="339852" y="231635"/>
                </a:lnTo>
                <a:lnTo>
                  <a:pt x="356616" y="230111"/>
                </a:lnTo>
                <a:lnTo>
                  <a:pt x="327660" y="201155"/>
                </a:lnTo>
                <a:lnTo>
                  <a:pt x="314515" y="218617"/>
                </a:lnTo>
                <a:lnTo>
                  <a:pt x="297942" y="236778"/>
                </a:lnTo>
                <a:lnTo>
                  <a:pt x="277939" y="255816"/>
                </a:lnTo>
                <a:lnTo>
                  <a:pt x="254508" y="275831"/>
                </a:lnTo>
                <a:lnTo>
                  <a:pt x="242277" y="256095"/>
                </a:lnTo>
                <a:lnTo>
                  <a:pt x="230886" y="235635"/>
                </a:lnTo>
                <a:lnTo>
                  <a:pt x="220649" y="214325"/>
                </a:lnTo>
                <a:lnTo>
                  <a:pt x="211836" y="192011"/>
                </a:lnTo>
                <a:lnTo>
                  <a:pt x="403860" y="192011"/>
                </a:lnTo>
                <a:lnTo>
                  <a:pt x="368808" y="155435"/>
                </a:lnTo>
                <a:lnTo>
                  <a:pt x="342900" y="181343"/>
                </a:lnTo>
                <a:lnTo>
                  <a:pt x="213360" y="181343"/>
                </a:lnTo>
                <a:lnTo>
                  <a:pt x="213360" y="131051"/>
                </a:lnTo>
                <a:lnTo>
                  <a:pt x="355092" y="131051"/>
                </a:lnTo>
                <a:lnTo>
                  <a:pt x="324612" y="97523"/>
                </a:lnTo>
                <a:lnTo>
                  <a:pt x="301752" y="120383"/>
                </a:lnTo>
                <a:lnTo>
                  <a:pt x="213360" y="120383"/>
                </a:lnTo>
                <a:lnTo>
                  <a:pt x="213360" y="73139"/>
                </a:lnTo>
                <a:lnTo>
                  <a:pt x="382524" y="73139"/>
                </a:lnTo>
                <a:lnTo>
                  <a:pt x="350520" y="38087"/>
                </a:lnTo>
                <a:lnTo>
                  <a:pt x="326136" y="62471"/>
                </a:lnTo>
                <a:lnTo>
                  <a:pt x="213360" y="62471"/>
                </a:lnTo>
                <a:lnTo>
                  <a:pt x="213360" y="31991"/>
                </a:lnTo>
                <a:lnTo>
                  <a:pt x="227076" y="19799"/>
                </a:lnTo>
                <a:lnTo>
                  <a:pt x="187452" y="3035"/>
                </a:lnTo>
                <a:lnTo>
                  <a:pt x="187693" y="17043"/>
                </a:lnTo>
                <a:lnTo>
                  <a:pt x="188747" y="46761"/>
                </a:lnTo>
                <a:lnTo>
                  <a:pt x="188976" y="62471"/>
                </a:lnTo>
                <a:lnTo>
                  <a:pt x="33528" y="62471"/>
                </a:lnTo>
                <a:lnTo>
                  <a:pt x="48768" y="79235"/>
                </a:lnTo>
                <a:lnTo>
                  <a:pt x="59080" y="76365"/>
                </a:lnTo>
                <a:lnTo>
                  <a:pt x="69532" y="74472"/>
                </a:lnTo>
                <a:lnTo>
                  <a:pt x="80276" y="73456"/>
                </a:lnTo>
                <a:lnTo>
                  <a:pt x="91440" y="73139"/>
                </a:lnTo>
                <a:lnTo>
                  <a:pt x="188976" y="73139"/>
                </a:lnTo>
                <a:lnTo>
                  <a:pt x="188976" y="120383"/>
                </a:lnTo>
                <a:lnTo>
                  <a:pt x="64008" y="120383"/>
                </a:lnTo>
                <a:lnTo>
                  <a:pt x="79248" y="135623"/>
                </a:lnTo>
                <a:lnTo>
                  <a:pt x="88684" y="133629"/>
                </a:lnTo>
                <a:lnTo>
                  <a:pt x="98679" y="132194"/>
                </a:lnTo>
                <a:lnTo>
                  <a:pt x="109258" y="131343"/>
                </a:lnTo>
                <a:lnTo>
                  <a:pt x="120396" y="131051"/>
                </a:lnTo>
                <a:lnTo>
                  <a:pt x="188976" y="131051"/>
                </a:lnTo>
                <a:lnTo>
                  <a:pt x="188976" y="181343"/>
                </a:lnTo>
                <a:lnTo>
                  <a:pt x="7620" y="181343"/>
                </a:lnTo>
                <a:lnTo>
                  <a:pt x="22860" y="196583"/>
                </a:lnTo>
                <a:lnTo>
                  <a:pt x="33172" y="194589"/>
                </a:lnTo>
                <a:lnTo>
                  <a:pt x="43624" y="193154"/>
                </a:lnTo>
                <a:lnTo>
                  <a:pt x="54368" y="192303"/>
                </a:lnTo>
                <a:lnTo>
                  <a:pt x="65532" y="192011"/>
                </a:lnTo>
                <a:lnTo>
                  <a:pt x="178308" y="192011"/>
                </a:lnTo>
                <a:lnTo>
                  <a:pt x="144018" y="233159"/>
                </a:lnTo>
                <a:lnTo>
                  <a:pt x="105156" y="269735"/>
                </a:lnTo>
                <a:lnTo>
                  <a:pt x="58293" y="303263"/>
                </a:lnTo>
                <a:lnTo>
                  <a:pt x="0" y="332219"/>
                </a:lnTo>
                <a:lnTo>
                  <a:pt x="3048" y="339839"/>
                </a:lnTo>
                <a:lnTo>
                  <a:pt x="35293" y="328676"/>
                </a:lnTo>
                <a:lnTo>
                  <a:pt x="65532" y="315645"/>
                </a:lnTo>
                <a:lnTo>
                  <a:pt x="93497" y="300621"/>
                </a:lnTo>
                <a:lnTo>
                  <a:pt x="118872" y="283451"/>
                </a:lnTo>
                <a:lnTo>
                  <a:pt x="118872" y="352031"/>
                </a:lnTo>
                <a:lnTo>
                  <a:pt x="118300" y="361467"/>
                </a:lnTo>
                <a:lnTo>
                  <a:pt x="116586" y="369176"/>
                </a:lnTo>
                <a:lnTo>
                  <a:pt x="113728" y="375183"/>
                </a:lnTo>
                <a:lnTo>
                  <a:pt x="109728" y="379463"/>
                </a:lnTo>
                <a:lnTo>
                  <a:pt x="131064" y="406895"/>
                </a:lnTo>
                <a:lnTo>
                  <a:pt x="149694" y="392950"/>
                </a:lnTo>
                <a:lnTo>
                  <a:pt x="173736" y="376415"/>
                </a:lnTo>
                <a:lnTo>
                  <a:pt x="203504" y="357606"/>
                </a:lnTo>
                <a:lnTo>
                  <a:pt x="239268" y="336791"/>
                </a:lnTo>
                <a:lnTo>
                  <a:pt x="234696" y="329171"/>
                </a:lnTo>
                <a:lnTo>
                  <a:pt x="144780" y="367271"/>
                </a:lnTo>
                <a:lnTo>
                  <a:pt x="144780" y="265163"/>
                </a:lnTo>
                <a:lnTo>
                  <a:pt x="161124" y="249161"/>
                </a:lnTo>
                <a:lnTo>
                  <a:pt x="176022" y="233159"/>
                </a:lnTo>
                <a:lnTo>
                  <a:pt x="189788" y="217157"/>
                </a:lnTo>
                <a:lnTo>
                  <a:pt x="202692" y="201155"/>
                </a:lnTo>
                <a:lnTo>
                  <a:pt x="217538" y="240855"/>
                </a:lnTo>
                <a:lnTo>
                  <a:pt x="234505" y="275259"/>
                </a:lnTo>
                <a:lnTo>
                  <a:pt x="274320" y="327647"/>
                </a:lnTo>
                <a:lnTo>
                  <a:pt x="320421" y="363842"/>
                </a:lnTo>
                <a:lnTo>
                  <a:pt x="368808" y="388607"/>
                </a:lnTo>
                <a:lnTo>
                  <a:pt x="376313" y="379234"/>
                </a:lnTo>
                <a:lnTo>
                  <a:pt x="385381" y="371843"/>
                </a:lnTo>
                <a:lnTo>
                  <a:pt x="396455" y="366750"/>
                </a:lnTo>
                <a:lnTo>
                  <a:pt x="409956" y="364223"/>
                </a:lnTo>
                <a:lnTo>
                  <a:pt x="409956" y="356603"/>
                </a:lnTo>
                <a:close/>
              </a:path>
              <a:path w="2192020" h="410210">
                <a:moveTo>
                  <a:pt x="598932" y="225552"/>
                </a:moveTo>
                <a:lnTo>
                  <a:pt x="560832" y="198120"/>
                </a:lnTo>
                <a:lnTo>
                  <a:pt x="539381" y="243547"/>
                </a:lnTo>
                <a:lnTo>
                  <a:pt x="513778" y="286131"/>
                </a:lnTo>
                <a:lnTo>
                  <a:pt x="483895" y="325843"/>
                </a:lnTo>
                <a:lnTo>
                  <a:pt x="449580" y="362712"/>
                </a:lnTo>
                <a:lnTo>
                  <a:pt x="454152" y="367284"/>
                </a:lnTo>
                <a:lnTo>
                  <a:pt x="489381" y="339864"/>
                </a:lnTo>
                <a:lnTo>
                  <a:pt x="522160" y="308038"/>
                </a:lnTo>
                <a:lnTo>
                  <a:pt x="552958" y="271907"/>
                </a:lnTo>
                <a:lnTo>
                  <a:pt x="582168" y="231648"/>
                </a:lnTo>
                <a:lnTo>
                  <a:pt x="598932" y="225552"/>
                </a:lnTo>
                <a:close/>
              </a:path>
              <a:path w="2192020" h="410210">
                <a:moveTo>
                  <a:pt x="810768" y="50292"/>
                </a:moveTo>
                <a:lnTo>
                  <a:pt x="775716" y="13716"/>
                </a:lnTo>
                <a:lnTo>
                  <a:pt x="749808" y="41148"/>
                </a:lnTo>
                <a:lnTo>
                  <a:pt x="504444" y="41148"/>
                </a:lnTo>
                <a:lnTo>
                  <a:pt x="521208" y="56388"/>
                </a:lnTo>
                <a:lnTo>
                  <a:pt x="530644" y="54140"/>
                </a:lnTo>
                <a:lnTo>
                  <a:pt x="540639" y="52197"/>
                </a:lnTo>
                <a:lnTo>
                  <a:pt x="551218" y="50812"/>
                </a:lnTo>
                <a:lnTo>
                  <a:pt x="562356" y="50292"/>
                </a:lnTo>
                <a:lnTo>
                  <a:pt x="810768" y="50292"/>
                </a:lnTo>
                <a:close/>
              </a:path>
              <a:path w="2192020" h="410210">
                <a:moveTo>
                  <a:pt x="831151" y="326961"/>
                </a:moveTo>
                <a:lnTo>
                  <a:pt x="804672" y="281940"/>
                </a:lnTo>
                <a:lnTo>
                  <a:pt x="769239" y="252222"/>
                </a:lnTo>
                <a:lnTo>
                  <a:pt x="713232" y="208788"/>
                </a:lnTo>
                <a:lnTo>
                  <a:pt x="708660" y="214884"/>
                </a:lnTo>
                <a:lnTo>
                  <a:pt x="726973" y="233095"/>
                </a:lnTo>
                <a:lnTo>
                  <a:pt x="743140" y="250888"/>
                </a:lnTo>
                <a:lnTo>
                  <a:pt x="769620" y="283464"/>
                </a:lnTo>
                <a:lnTo>
                  <a:pt x="797420" y="326847"/>
                </a:lnTo>
                <a:lnTo>
                  <a:pt x="809244" y="350520"/>
                </a:lnTo>
                <a:lnTo>
                  <a:pt x="812292" y="355092"/>
                </a:lnTo>
                <a:lnTo>
                  <a:pt x="818388" y="355092"/>
                </a:lnTo>
                <a:lnTo>
                  <a:pt x="821436" y="352044"/>
                </a:lnTo>
                <a:lnTo>
                  <a:pt x="826008" y="344424"/>
                </a:lnTo>
                <a:lnTo>
                  <a:pt x="828865" y="339318"/>
                </a:lnTo>
                <a:lnTo>
                  <a:pt x="830592" y="333375"/>
                </a:lnTo>
                <a:lnTo>
                  <a:pt x="831151" y="326961"/>
                </a:lnTo>
                <a:close/>
              </a:path>
              <a:path w="2192020" h="410210">
                <a:moveTo>
                  <a:pt x="856488" y="164592"/>
                </a:moveTo>
                <a:lnTo>
                  <a:pt x="821436" y="128016"/>
                </a:lnTo>
                <a:lnTo>
                  <a:pt x="795528" y="153924"/>
                </a:lnTo>
                <a:lnTo>
                  <a:pt x="451104" y="153924"/>
                </a:lnTo>
                <a:lnTo>
                  <a:pt x="466344" y="169164"/>
                </a:lnTo>
                <a:lnTo>
                  <a:pt x="476656" y="167157"/>
                </a:lnTo>
                <a:lnTo>
                  <a:pt x="487108" y="165735"/>
                </a:lnTo>
                <a:lnTo>
                  <a:pt x="497852" y="164871"/>
                </a:lnTo>
                <a:lnTo>
                  <a:pt x="509016" y="164592"/>
                </a:lnTo>
                <a:lnTo>
                  <a:pt x="640080" y="164592"/>
                </a:lnTo>
                <a:lnTo>
                  <a:pt x="640080" y="352044"/>
                </a:lnTo>
                <a:lnTo>
                  <a:pt x="635508" y="359664"/>
                </a:lnTo>
                <a:lnTo>
                  <a:pt x="626364" y="359664"/>
                </a:lnTo>
                <a:lnTo>
                  <a:pt x="616343" y="359371"/>
                </a:lnTo>
                <a:lnTo>
                  <a:pt x="602170" y="358521"/>
                </a:lnTo>
                <a:lnTo>
                  <a:pt x="560832" y="355092"/>
                </a:lnTo>
                <a:lnTo>
                  <a:pt x="560832" y="362712"/>
                </a:lnTo>
                <a:lnTo>
                  <a:pt x="586003" y="371538"/>
                </a:lnTo>
                <a:lnTo>
                  <a:pt x="604456" y="381952"/>
                </a:lnTo>
                <a:lnTo>
                  <a:pt x="616343" y="393776"/>
                </a:lnTo>
                <a:lnTo>
                  <a:pt x="621792" y="406908"/>
                </a:lnTo>
                <a:lnTo>
                  <a:pt x="641794" y="398589"/>
                </a:lnTo>
                <a:lnTo>
                  <a:pt x="656082" y="387286"/>
                </a:lnTo>
                <a:lnTo>
                  <a:pt x="664654" y="372821"/>
                </a:lnTo>
                <a:lnTo>
                  <a:pt x="666788" y="359664"/>
                </a:lnTo>
                <a:lnTo>
                  <a:pt x="667512" y="355092"/>
                </a:lnTo>
                <a:lnTo>
                  <a:pt x="667512" y="164592"/>
                </a:lnTo>
                <a:lnTo>
                  <a:pt x="856488" y="164592"/>
                </a:lnTo>
                <a:close/>
              </a:path>
              <a:path w="2192020" h="410210">
                <a:moveTo>
                  <a:pt x="1095768" y="36576"/>
                </a:moveTo>
                <a:lnTo>
                  <a:pt x="1068336" y="7620"/>
                </a:lnTo>
                <a:lnTo>
                  <a:pt x="1059764" y="14211"/>
                </a:lnTo>
                <a:lnTo>
                  <a:pt x="1050048" y="20383"/>
                </a:lnTo>
                <a:lnTo>
                  <a:pt x="999375" y="41719"/>
                </a:lnTo>
                <a:lnTo>
                  <a:pt x="969276" y="50292"/>
                </a:lnTo>
                <a:lnTo>
                  <a:pt x="941844" y="35052"/>
                </a:lnTo>
                <a:lnTo>
                  <a:pt x="942746" y="56718"/>
                </a:lnTo>
                <a:lnTo>
                  <a:pt x="943368" y="84963"/>
                </a:lnTo>
                <a:lnTo>
                  <a:pt x="944003" y="120396"/>
                </a:lnTo>
                <a:lnTo>
                  <a:pt x="944892" y="160020"/>
                </a:lnTo>
                <a:lnTo>
                  <a:pt x="944321" y="202311"/>
                </a:lnTo>
                <a:lnTo>
                  <a:pt x="939749" y="273177"/>
                </a:lnTo>
                <a:lnTo>
                  <a:pt x="929500" y="328650"/>
                </a:lnTo>
                <a:lnTo>
                  <a:pt x="907884" y="380187"/>
                </a:lnTo>
                <a:lnTo>
                  <a:pt x="893076" y="405384"/>
                </a:lnTo>
                <a:lnTo>
                  <a:pt x="897648" y="409956"/>
                </a:lnTo>
                <a:lnTo>
                  <a:pt x="927671" y="371068"/>
                </a:lnTo>
                <a:lnTo>
                  <a:pt x="949274" y="329755"/>
                </a:lnTo>
                <a:lnTo>
                  <a:pt x="962583" y="285864"/>
                </a:lnTo>
                <a:lnTo>
                  <a:pt x="967752" y="239268"/>
                </a:lnTo>
                <a:lnTo>
                  <a:pt x="1050048" y="239268"/>
                </a:lnTo>
                <a:lnTo>
                  <a:pt x="1050048" y="265176"/>
                </a:lnTo>
                <a:lnTo>
                  <a:pt x="1075956" y="254508"/>
                </a:lnTo>
                <a:lnTo>
                  <a:pt x="1075232" y="239268"/>
                </a:lnTo>
                <a:lnTo>
                  <a:pt x="1075067" y="235902"/>
                </a:lnTo>
                <a:lnTo>
                  <a:pt x="1074928" y="228600"/>
                </a:lnTo>
                <a:lnTo>
                  <a:pt x="1074623" y="212026"/>
                </a:lnTo>
                <a:lnTo>
                  <a:pt x="1074470" y="185331"/>
                </a:lnTo>
                <a:lnTo>
                  <a:pt x="1074432" y="147828"/>
                </a:lnTo>
                <a:lnTo>
                  <a:pt x="1083576" y="141732"/>
                </a:lnTo>
                <a:lnTo>
                  <a:pt x="1088148" y="138684"/>
                </a:lnTo>
                <a:lnTo>
                  <a:pt x="1079512" y="131064"/>
                </a:lnTo>
                <a:lnTo>
                  <a:pt x="1062240" y="115824"/>
                </a:lnTo>
                <a:lnTo>
                  <a:pt x="1050048" y="128016"/>
                </a:lnTo>
                <a:lnTo>
                  <a:pt x="1050048" y="141732"/>
                </a:lnTo>
                <a:lnTo>
                  <a:pt x="1050048" y="228600"/>
                </a:lnTo>
                <a:lnTo>
                  <a:pt x="967752" y="228600"/>
                </a:lnTo>
                <a:lnTo>
                  <a:pt x="969276" y="141732"/>
                </a:lnTo>
                <a:lnTo>
                  <a:pt x="1050048" y="141732"/>
                </a:lnTo>
                <a:lnTo>
                  <a:pt x="1050048" y="128016"/>
                </a:lnTo>
                <a:lnTo>
                  <a:pt x="1047000" y="131064"/>
                </a:lnTo>
                <a:lnTo>
                  <a:pt x="969276" y="131064"/>
                </a:lnTo>
                <a:lnTo>
                  <a:pt x="969276" y="60960"/>
                </a:lnTo>
                <a:lnTo>
                  <a:pt x="1013256" y="50711"/>
                </a:lnTo>
                <a:lnTo>
                  <a:pt x="1015250" y="50292"/>
                </a:lnTo>
                <a:lnTo>
                  <a:pt x="1049096" y="43053"/>
                </a:lnTo>
                <a:lnTo>
                  <a:pt x="1076642" y="38239"/>
                </a:lnTo>
                <a:lnTo>
                  <a:pt x="1095768" y="36576"/>
                </a:lnTo>
                <a:close/>
              </a:path>
              <a:path w="2192020" h="410210">
                <a:moveTo>
                  <a:pt x="1304556" y="161544"/>
                </a:moveTo>
                <a:lnTo>
                  <a:pt x="1295412" y="152400"/>
                </a:lnTo>
                <a:lnTo>
                  <a:pt x="1274076" y="131064"/>
                </a:lnTo>
                <a:lnTo>
                  <a:pt x="1252740" y="152400"/>
                </a:lnTo>
                <a:lnTo>
                  <a:pt x="1139964" y="152400"/>
                </a:lnTo>
                <a:lnTo>
                  <a:pt x="1139964" y="59436"/>
                </a:lnTo>
                <a:lnTo>
                  <a:pt x="1189609" y="50292"/>
                </a:lnTo>
                <a:lnTo>
                  <a:pt x="1197635" y="48806"/>
                </a:lnTo>
                <a:lnTo>
                  <a:pt x="1242453" y="41910"/>
                </a:lnTo>
                <a:lnTo>
                  <a:pt x="1274114" y="38430"/>
                </a:lnTo>
                <a:lnTo>
                  <a:pt x="1292364" y="38100"/>
                </a:lnTo>
                <a:lnTo>
                  <a:pt x="1260360" y="6096"/>
                </a:lnTo>
                <a:lnTo>
                  <a:pt x="1244333" y="16637"/>
                </a:lnTo>
                <a:lnTo>
                  <a:pt x="1219022" y="27622"/>
                </a:lnTo>
                <a:lnTo>
                  <a:pt x="1184275" y="38874"/>
                </a:lnTo>
                <a:lnTo>
                  <a:pt x="1139964" y="50292"/>
                </a:lnTo>
                <a:lnTo>
                  <a:pt x="1112532" y="35052"/>
                </a:lnTo>
                <a:lnTo>
                  <a:pt x="1112812" y="56718"/>
                </a:lnTo>
                <a:lnTo>
                  <a:pt x="1113815" y="97840"/>
                </a:lnTo>
                <a:lnTo>
                  <a:pt x="1114005" y="115824"/>
                </a:lnTo>
                <a:lnTo>
                  <a:pt x="1113929" y="131064"/>
                </a:lnTo>
                <a:lnTo>
                  <a:pt x="1113815" y="141274"/>
                </a:lnTo>
                <a:lnTo>
                  <a:pt x="1112761" y="185331"/>
                </a:lnTo>
                <a:lnTo>
                  <a:pt x="1112532" y="208788"/>
                </a:lnTo>
                <a:lnTo>
                  <a:pt x="1104341" y="258889"/>
                </a:lnTo>
                <a:lnTo>
                  <a:pt x="1083576" y="312420"/>
                </a:lnTo>
                <a:lnTo>
                  <a:pt x="1053668" y="363855"/>
                </a:lnTo>
                <a:lnTo>
                  <a:pt x="1018044" y="403860"/>
                </a:lnTo>
                <a:lnTo>
                  <a:pt x="1022616" y="409956"/>
                </a:lnTo>
                <a:lnTo>
                  <a:pt x="1058926" y="377050"/>
                </a:lnTo>
                <a:lnTo>
                  <a:pt x="1088593" y="340804"/>
                </a:lnTo>
                <a:lnTo>
                  <a:pt x="1111580" y="301180"/>
                </a:lnTo>
                <a:lnTo>
                  <a:pt x="1127823" y="258114"/>
                </a:lnTo>
                <a:lnTo>
                  <a:pt x="1137297" y="211582"/>
                </a:lnTo>
                <a:lnTo>
                  <a:pt x="1139964" y="161544"/>
                </a:lnTo>
                <a:lnTo>
                  <a:pt x="1210068" y="161544"/>
                </a:lnTo>
                <a:lnTo>
                  <a:pt x="1210043" y="312420"/>
                </a:lnTo>
                <a:lnTo>
                  <a:pt x="1209141" y="354711"/>
                </a:lnTo>
                <a:lnTo>
                  <a:pt x="1207020" y="405384"/>
                </a:lnTo>
                <a:lnTo>
                  <a:pt x="1235976" y="391668"/>
                </a:lnTo>
                <a:lnTo>
                  <a:pt x="1235087" y="375107"/>
                </a:lnTo>
                <a:lnTo>
                  <a:pt x="1234643" y="359854"/>
                </a:lnTo>
                <a:lnTo>
                  <a:pt x="1234465" y="346011"/>
                </a:lnTo>
                <a:lnTo>
                  <a:pt x="1234452" y="161544"/>
                </a:lnTo>
                <a:lnTo>
                  <a:pt x="1304556" y="161544"/>
                </a:lnTo>
                <a:close/>
              </a:path>
              <a:path w="2192020" h="410210">
                <a:moveTo>
                  <a:pt x="1743456" y="82296"/>
                </a:moveTo>
                <a:lnTo>
                  <a:pt x="1703832" y="42672"/>
                </a:lnTo>
                <a:lnTo>
                  <a:pt x="1673352" y="71628"/>
                </a:lnTo>
                <a:lnTo>
                  <a:pt x="1525524" y="71628"/>
                </a:lnTo>
                <a:lnTo>
                  <a:pt x="1530362" y="63284"/>
                </a:lnTo>
                <a:lnTo>
                  <a:pt x="1535620" y="54102"/>
                </a:lnTo>
                <a:lnTo>
                  <a:pt x="1541170" y="43764"/>
                </a:lnTo>
                <a:lnTo>
                  <a:pt x="1546860" y="32004"/>
                </a:lnTo>
                <a:lnTo>
                  <a:pt x="1563624" y="24384"/>
                </a:lnTo>
                <a:lnTo>
                  <a:pt x="1520952" y="0"/>
                </a:lnTo>
                <a:lnTo>
                  <a:pt x="1517573" y="15468"/>
                </a:lnTo>
                <a:lnTo>
                  <a:pt x="1512189" y="32385"/>
                </a:lnTo>
                <a:lnTo>
                  <a:pt x="1505102" y="51003"/>
                </a:lnTo>
                <a:lnTo>
                  <a:pt x="1496568" y="71628"/>
                </a:lnTo>
                <a:lnTo>
                  <a:pt x="1339596" y="71628"/>
                </a:lnTo>
                <a:lnTo>
                  <a:pt x="1354836" y="86868"/>
                </a:lnTo>
                <a:lnTo>
                  <a:pt x="1365148" y="84861"/>
                </a:lnTo>
                <a:lnTo>
                  <a:pt x="1375600" y="83439"/>
                </a:lnTo>
                <a:lnTo>
                  <a:pt x="1386344" y="82575"/>
                </a:lnTo>
                <a:lnTo>
                  <a:pt x="1397508" y="82296"/>
                </a:lnTo>
                <a:lnTo>
                  <a:pt x="1493520" y="82296"/>
                </a:lnTo>
                <a:lnTo>
                  <a:pt x="1459230" y="139255"/>
                </a:lnTo>
                <a:lnTo>
                  <a:pt x="1424940" y="185928"/>
                </a:lnTo>
                <a:lnTo>
                  <a:pt x="1385125" y="226123"/>
                </a:lnTo>
                <a:lnTo>
                  <a:pt x="1339596" y="265176"/>
                </a:lnTo>
                <a:lnTo>
                  <a:pt x="1345692" y="269748"/>
                </a:lnTo>
                <a:lnTo>
                  <a:pt x="1373695" y="251460"/>
                </a:lnTo>
                <a:lnTo>
                  <a:pt x="1400556" y="230886"/>
                </a:lnTo>
                <a:lnTo>
                  <a:pt x="1426273" y="208026"/>
                </a:lnTo>
                <a:lnTo>
                  <a:pt x="1450848" y="182880"/>
                </a:lnTo>
                <a:lnTo>
                  <a:pt x="1450771" y="294132"/>
                </a:lnTo>
                <a:lnTo>
                  <a:pt x="1450657" y="338137"/>
                </a:lnTo>
                <a:lnTo>
                  <a:pt x="1450213" y="384543"/>
                </a:lnTo>
                <a:lnTo>
                  <a:pt x="1449324" y="409956"/>
                </a:lnTo>
                <a:lnTo>
                  <a:pt x="1475232" y="393192"/>
                </a:lnTo>
                <a:lnTo>
                  <a:pt x="1475232" y="294132"/>
                </a:lnTo>
                <a:lnTo>
                  <a:pt x="1635252" y="294132"/>
                </a:lnTo>
                <a:lnTo>
                  <a:pt x="1635252" y="365760"/>
                </a:lnTo>
                <a:lnTo>
                  <a:pt x="1630680" y="370332"/>
                </a:lnTo>
                <a:lnTo>
                  <a:pt x="1588300" y="367753"/>
                </a:lnTo>
                <a:lnTo>
                  <a:pt x="1574292" y="365760"/>
                </a:lnTo>
                <a:lnTo>
                  <a:pt x="1574292" y="374904"/>
                </a:lnTo>
                <a:lnTo>
                  <a:pt x="1596034" y="382092"/>
                </a:lnTo>
                <a:lnTo>
                  <a:pt x="1611058" y="390144"/>
                </a:lnTo>
                <a:lnTo>
                  <a:pt x="1619516" y="399326"/>
                </a:lnTo>
                <a:lnTo>
                  <a:pt x="1621536" y="409956"/>
                </a:lnTo>
                <a:lnTo>
                  <a:pt x="1638427" y="401358"/>
                </a:lnTo>
                <a:lnTo>
                  <a:pt x="1650301" y="391477"/>
                </a:lnTo>
                <a:lnTo>
                  <a:pt x="1657337" y="380161"/>
                </a:lnTo>
                <a:lnTo>
                  <a:pt x="1659089" y="370332"/>
                </a:lnTo>
                <a:lnTo>
                  <a:pt x="1659559" y="367753"/>
                </a:lnTo>
                <a:lnTo>
                  <a:pt x="1659636" y="294132"/>
                </a:lnTo>
                <a:lnTo>
                  <a:pt x="1659636" y="283464"/>
                </a:lnTo>
                <a:lnTo>
                  <a:pt x="1659636" y="227076"/>
                </a:lnTo>
                <a:lnTo>
                  <a:pt x="1659636" y="216408"/>
                </a:lnTo>
                <a:lnTo>
                  <a:pt x="1659636" y="161544"/>
                </a:lnTo>
                <a:lnTo>
                  <a:pt x="1668348" y="155448"/>
                </a:lnTo>
                <a:lnTo>
                  <a:pt x="1674876" y="150876"/>
                </a:lnTo>
                <a:lnTo>
                  <a:pt x="1667154" y="144780"/>
                </a:lnTo>
                <a:lnTo>
                  <a:pt x="1645920" y="128016"/>
                </a:lnTo>
                <a:lnTo>
                  <a:pt x="1635252" y="141058"/>
                </a:lnTo>
                <a:lnTo>
                  <a:pt x="1635252" y="155448"/>
                </a:lnTo>
                <a:lnTo>
                  <a:pt x="1635252" y="216408"/>
                </a:lnTo>
                <a:lnTo>
                  <a:pt x="1635252" y="227076"/>
                </a:lnTo>
                <a:lnTo>
                  <a:pt x="1635252" y="283464"/>
                </a:lnTo>
                <a:lnTo>
                  <a:pt x="1475232" y="283464"/>
                </a:lnTo>
                <a:lnTo>
                  <a:pt x="1475232" y="227076"/>
                </a:lnTo>
                <a:lnTo>
                  <a:pt x="1635252" y="227076"/>
                </a:lnTo>
                <a:lnTo>
                  <a:pt x="1635252" y="216408"/>
                </a:lnTo>
                <a:lnTo>
                  <a:pt x="1475232" y="216408"/>
                </a:lnTo>
                <a:lnTo>
                  <a:pt x="1475232" y="182880"/>
                </a:lnTo>
                <a:lnTo>
                  <a:pt x="1475232" y="155448"/>
                </a:lnTo>
                <a:lnTo>
                  <a:pt x="1635252" y="155448"/>
                </a:lnTo>
                <a:lnTo>
                  <a:pt x="1635252" y="141058"/>
                </a:lnTo>
                <a:lnTo>
                  <a:pt x="1632204" y="144780"/>
                </a:lnTo>
                <a:lnTo>
                  <a:pt x="1482852" y="144780"/>
                </a:lnTo>
                <a:lnTo>
                  <a:pt x="1493126" y="130505"/>
                </a:lnTo>
                <a:lnTo>
                  <a:pt x="1503235" y="115252"/>
                </a:lnTo>
                <a:lnTo>
                  <a:pt x="1513078" y="99123"/>
                </a:lnTo>
                <a:lnTo>
                  <a:pt x="1522476" y="82296"/>
                </a:lnTo>
                <a:lnTo>
                  <a:pt x="1743456" y="82296"/>
                </a:lnTo>
                <a:close/>
              </a:path>
              <a:path w="2192020" h="410210">
                <a:moveTo>
                  <a:pt x="2013204" y="134099"/>
                </a:moveTo>
                <a:lnTo>
                  <a:pt x="2007108" y="129527"/>
                </a:lnTo>
                <a:lnTo>
                  <a:pt x="1982724" y="111239"/>
                </a:lnTo>
                <a:lnTo>
                  <a:pt x="1975104" y="126479"/>
                </a:lnTo>
                <a:lnTo>
                  <a:pt x="1975104" y="140195"/>
                </a:lnTo>
                <a:lnTo>
                  <a:pt x="1975104" y="259067"/>
                </a:lnTo>
                <a:lnTo>
                  <a:pt x="1876044" y="259067"/>
                </a:lnTo>
                <a:lnTo>
                  <a:pt x="1876044" y="140195"/>
                </a:lnTo>
                <a:lnTo>
                  <a:pt x="1975104" y="140195"/>
                </a:lnTo>
                <a:lnTo>
                  <a:pt x="1975104" y="126479"/>
                </a:lnTo>
                <a:lnTo>
                  <a:pt x="1973580" y="129527"/>
                </a:lnTo>
                <a:lnTo>
                  <a:pt x="1877568" y="129527"/>
                </a:lnTo>
                <a:lnTo>
                  <a:pt x="1850136" y="115811"/>
                </a:lnTo>
                <a:lnTo>
                  <a:pt x="1850377" y="140677"/>
                </a:lnTo>
                <a:lnTo>
                  <a:pt x="1851431" y="188683"/>
                </a:lnTo>
                <a:lnTo>
                  <a:pt x="1851660" y="211823"/>
                </a:lnTo>
                <a:lnTo>
                  <a:pt x="1851431" y="235788"/>
                </a:lnTo>
                <a:lnTo>
                  <a:pt x="1850377" y="289407"/>
                </a:lnTo>
                <a:lnTo>
                  <a:pt x="1850136" y="318503"/>
                </a:lnTo>
                <a:lnTo>
                  <a:pt x="1876044" y="310883"/>
                </a:lnTo>
                <a:lnTo>
                  <a:pt x="1876044" y="269735"/>
                </a:lnTo>
                <a:lnTo>
                  <a:pt x="1975104" y="269735"/>
                </a:lnTo>
                <a:lnTo>
                  <a:pt x="1975104" y="301739"/>
                </a:lnTo>
                <a:lnTo>
                  <a:pt x="2001012" y="291071"/>
                </a:lnTo>
                <a:lnTo>
                  <a:pt x="2000135" y="271335"/>
                </a:lnTo>
                <a:lnTo>
                  <a:pt x="2000097" y="269735"/>
                </a:lnTo>
                <a:lnTo>
                  <a:pt x="1999830" y="259067"/>
                </a:lnTo>
                <a:lnTo>
                  <a:pt x="1999678" y="253161"/>
                </a:lnTo>
                <a:lnTo>
                  <a:pt x="1999513" y="236423"/>
                </a:lnTo>
                <a:lnTo>
                  <a:pt x="1999488" y="146291"/>
                </a:lnTo>
                <a:lnTo>
                  <a:pt x="2006346" y="140195"/>
                </a:lnTo>
                <a:lnTo>
                  <a:pt x="2013204" y="134099"/>
                </a:lnTo>
                <a:close/>
              </a:path>
              <a:path w="2192020" h="410210">
                <a:moveTo>
                  <a:pt x="2191512" y="57899"/>
                </a:moveTo>
                <a:lnTo>
                  <a:pt x="2154936" y="21323"/>
                </a:lnTo>
                <a:lnTo>
                  <a:pt x="2129028" y="47231"/>
                </a:lnTo>
                <a:lnTo>
                  <a:pt x="1786128" y="47231"/>
                </a:lnTo>
                <a:lnTo>
                  <a:pt x="1802892" y="62471"/>
                </a:lnTo>
                <a:lnTo>
                  <a:pt x="1812328" y="60477"/>
                </a:lnTo>
                <a:lnTo>
                  <a:pt x="1822323" y="59042"/>
                </a:lnTo>
                <a:lnTo>
                  <a:pt x="1832902" y="58191"/>
                </a:lnTo>
                <a:lnTo>
                  <a:pt x="1844040" y="57899"/>
                </a:lnTo>
                <a:lnTo>
                  <a:pt x="2084832" y="57899"/>
                </a:lnTo>
                <a:lnTo>
                  <a:pt x="2084832" y="333743"/>
                </a:lnTo>
                <a:lnTo>
                  <a:pt x="2084260" y="345490"/>
                </a:lnTo>
                <a:lnTo>
                  <a:pt x="2080260" y="353364"/>
                </a:lnTo>
                <a:lnTo>
                  <a:pt x="2072830" y="357543"/>
                </a:lnTo>
                <a:lnTo>
                  <a:pt x="2061972" y="358127"/>
                </a:lnTo>
                <a:lnTo>
                  <a:pt x="2049399" y="357847"/>
                </a:lnTo>
                <a:lnTo>
                  <a:pt x="2036826" y="356984"/>
                </a:lnTo>
                <a:lnTo>
                  <a:pt x="2024253" y="355561"/>
                </a:lnTo>
                <a:lnTo>
                  <a:pt x="2011680" y="353555"/>
                </a:lnTo>
                <a:lnTo>
                  <a:pt x="2011680" y="362699"/>
                </a:lnTo>
                <a:lnTo>
                  <a:pt x="2035949" y="371043"/>
                </a:lnTo>
                <a:lnTo>
                  <a:pt x="2053780" y="380225"/>
                </a:lnTo>
                <a:lnTo>
                  <a:pt x="2065045" y="390563"/>
                </a:lnTo>
                <a:lnTo>
                  <a:pt x="2069592" y="402323"/>
                </a:lnTo>
                <a:lnTo>
                  <a:pt x="2087359" y="392595"/>
                </a:lnTo>
                <a:lnTo>
                  <a:pt x="2099691" y="379272"/>
                </a:lnTo>
                <a:lnTo>
                  <a:pt x="2106892" y="362254"/>
                </a:lnTo>
                <a:lnTo>
                  <a:pt x="2107349" y="358127"/>
                </a:lnTo>
                <a:lnTo>
                  <a:pt x="2109216" y="341363"/>
                </a:lnTo>
                <a:lnTo>
                  <a:pt x="2109216" y="57899"/>
                </a:lnTo>
                <a:lnTo>
                  <a:pt x="2191512" y="5789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" name="object 35"/>
          <p:cNvSpPr/>
          <p:nvPr/>
        </p:nvSpPr>
        <p:spPr>
          <a:xfrm>
            <a:off x="5843015" y="3646932"/>
            <a:ext cx="387350" cy="407034"/>
          </a:xfrm>
          <a:custGeom>
            <a:avLst/>
            <a:gdLst/>
            <a:ahLst/>
            <a:cxnLst/>
            <a:rect l="l" t="t" r="r" b="b"/>
            <a:pathLst>
              <a:path w="387350" h="407035">
                <a:moveTo>
                  <a:pt x="16764" y="138684"/>
                </a:moveTo>
                <a:lnTo>
                  <a:pt x="0" y="105156"/>
                </a:lnTo>
                <a:lnTo>
                  <a:pt x="9096" y="102870"/>
                </a:lnTo>
                <a:lnTo>
                  <a:pt x="20193" y="96012"/>
                </a:lnTo>
                <a:lnTo>
                  <a:pt x="47244" y="68580"/>
                </a:lnTo>
                <a:lnTo>
                  <a:pt x="71818" y="33147"/>
                </a:lnTo>
                <a:lnTo>
                  <a:pt x="88392" y="0"/>
                </a:lnTo>
                <a:lnTo>
                  <a:pt x="118872" y="25908"/>
                </a:lnTo>
                <a:lnTo>
                  <a:pt x="86296" y="47767"/>
                </a:lnTo>
                <a:lnTo>
                  <a:pt x="60007" y="75842"/>
                </a:lnTo>
                <a:lnTo>
                  <a:pt x="48006" y="88582"/>
                </a:lnTo>
                <a:lnTo>
                  <a:pt x="37147" y="99321"/>
                </a:lnTo>
                <a:lnTo>
                  <a:pt x="27432" y="108204"/>
                </a:lnTo>
                <a:lnTo>
                  <a:pt x="192764" y="108204"/>
                </a:lnTo>
                <a:lnTo>
                  <a:pt x="193156" y="111252"/>
                </a:lnTo>
                <a:lnTo>
                  <a:pt x="163068" y="111252"/>
                </a:lnTo>
                <a:lnTo>
                  <a:pt x="147042" y="113538"/>
                </a:lnTo>
                <a:lnTo>
                  <a:pt x="128587" y="115824"/>
                </a:lnTo>
                <a:lnTo>
                  <a:pt x="107561" y="118110"/>
                </a:lnTo>
                <a:lnTo>
                  <a:pt x="83820" y="120396"/>
                </a:lnTo>
                <a:lnTo>
                  <a:pt x="60055" y="123253"/>
                </a:lnTo>
                <a:lnTo>
                  <a:pt x="41148" y="127254"/>
                </a:lnTo>
                <a:lnTo>
                  <a:pt x="26812" y="132397"/>
                </a:lnTo>
                <a:lnTo>
                  <a:pt x="16764" y="138684"/>
                </a:lnTo>
                <a:close/>
              </a:path>
              <a:path w="387350" h="407035">
                <a:moveTo>
                  <a:pt x="192764" y="108204"/>
                </a:moveTo>
                <a:lnTo>
                  <a:pt x="27432" y="108204"/>
                </a:lnTo>
                <a:lnTo>
                  <a:pt x="160020" y="105156"/>
                </a:lnTo>
                <a:lnTo>
                  <a:pt x="152042" y="91154"/>
                </a:lnTo>
                <a:lnTo>
                  <a:pt x="144208" y="78867"/>
                </a:lnTo>
                <a:lnTo>
                  <a:pt x="136659" y="68294"/>
                </a:lnTo>
                <a:lnTo>
                  <a:pt x="129540" y="59436"/>
                </a:lnTo>
                <a:lnTo>
                  <a:pt x="134112" y="54864"/>
                </a:lnTo>
                <a:lnTo>
                  <a:pt x="169687" y="78867"/>
                </a:lnTo>
                <a:lnTo>
                  <a:pt x="192666" y="107442"/>
                </a:lnTo>
                <a:lnTo>
                  <a:pt x="192764" y="108204"/>
                </a:lnTo>
                <a:close/>
              </a:path>
              <a:path w="387350" h="407035">
                <a:moveTo>
                  <a:pt x="178308" y="140208"/>
                </a:moveTo>
                <a:lnTo>
                  <a:pt x="173736" y="140208"/>
                </a:lnTo>
                <a:lnTo>
                  <a:pt x="172212" y="138684"/>
                </a:lnTo>
                <a:lnTo>
                  <a:pt x="172212" y="134112"/>
                </a:lnTo>
                <a:lnTo>
                  <a:pt x="166116" y="121920"/>
                </a:lnTo>
                <a:lnTo>
                  <a:pt x="163068" y="111252"/>
                </a:lnTo>
                <a:lnTo>
                  <a:pt x="193156" y="111252"/>
                </a:lnTo>
                <a:lnTo>
                  <a:pt x="193450" y="113538"/>
                </a:lnTo>
                <a:lnTo>
                  <a:pt x="193548" y="123444"/>
                </a:lnTo>
                <a:lnTo>
                  <a:pt x="190500" y="129540"/>
                </a:lnTo>
                <a:lnTo>
                  <a:pt x="185928" y="134112"/>
                </a:lnTo>
                <a:lnTo>
                  <a:pt x="181356" y="137160"/>
                </a:lnTo>
                <a:lnTo>
                  <a:pt x="178308" y="140208"/>
                </a:lnTo>
                <a:close/>
              </a:path>
              <a:path w="387350" h="407035">
                <a:moveTo>
                  <a:pt x="171602" y="164592"/>
                </a:moveTo>
                <a:lnTo>
                  <a:pt x="137160" y="164592"/>
                </a:lnTo>
                <a:lnTo>
                  <a:pt x="150876" y="146304"/>
                </a:lnTo>
                <a:lnTo>
                  <a:pt x="171602" y="164592"/>
                </a:lnTo>
                <a:close/>
              </a:path>
              <a:path w="387350" h="407035">
                <a:moveTo>
                  <a:pt x="22860" y="406908"/>
                </a:moveTo>
                <a:lnTo>
                  <a:pt x="23066" y="387858"/>
                </a:lnTo>
                <a:lnTo>
                  <a:pt x="23622" y="355473"/>
                </a:lnTo>
                <a:lnTo>
                  <a:pt x="24145" y="318611"/>
                </a:lnTo>
                <a:lnTo>
                  <a:pt x="24384" y="274319"/>
                </a:lnTo>
                <a:lnTo>
                  <a:pt x="24128" y="228600"/>
                </a:lnTo>
                <a:lnTo>
                  <a:pt x="23622" y="194310"/>
                </a:lnTo>
                <a:lnTo>
                  <a:pt x="23120" y="169164"/>
                </a:lnTo>
                <a:lnTo>
                  <a:pt x="22860" y="150876"/>
                </a:lnTo>
                <a:lnTo>
                  <a:pt x="48768" y="164592"/>
                </a:lnTo>
                <a:lnTo>
                  <a:pt x="171602" y="164592"/>
                </a:lnTo>
                <a:lnTo>
                  <a:pt x="176784" y="169164"/>
                </a:lnTo>
                <a:lnTo>
                  <a:pt x="171640" y="173736"/>
                </a:lnTo>
                <a:lnTo>
                  <a:pt x="48768" y="173736"/>
                </a:lnTo>
                <a:lnTo>
                  <a:pt x="48768" y="217931"/>
                </a:lnTo>
                <a:lnTo>
                  <a:pt x="163068" y="217931"/>
                </a:lnTo>
                <a:lnTo>
                  <a:pt x="163068" y="228600"/>
                </a:lnTo>
                <a:lnTo>
                  <a:pt x="48768" y="228600"/>
                </a:lnTo>
                <a:lnTo>
                  <a:pt x="48768" y="278892"/>
                </a:lnTo>
                <a:lnTo>
                  <a:pt x="163068" y="278892"/>
                </a:lnTo>
                <a:lnTo>
                  <a:pt x="163068" y="289560"/>
                </a:lnTo>
                <a:lnTo>
                  <a:pt x="48768" y="289560"/>
                </a:lnTo>
                <a:lnTo>
                  <a:pt x="48768" y="393192"/>
                </a:lnTo>
                <a:lnTo>
                  <a:pt x="22860" y="406908"/>
                </a:lnTo>
                <a:close/>
              </a:path>
              <a:path w="387350" h="407035">
                <a:moveTo>
                  <a:pt x="163068" y="217931"/>
                </a:moveTo>
                <a:lnTo>
                  <a:pt x="140208" y="217931"/>
                </a:lnTo>
                <a:lnTo>
                  <a:pt x="140208" y="173736"/>
                </a:lnTo>
                <a:lnTo>
                  <a:pt x="171640" y="173736"/>
                </a:lnTo>
                <a:lnTo>
                  <a:pt x="163068" y="181356"/>
                </a:lnTo>
                <a:lnTo>
                  <a:pt x="163068" y="217931"/>
                </a:lnTo>
                <a:close/>
              </a:path>
              <a:path w="387350" h="407035">
                <a:moveTo>
                  <a:pt x="163068" y="278892"/>
                </a:moveTo>
                <a:lnTo>
                  <a:pt x="140208" y="278892"/>
                </a:lnTo>
                <a:lnTo>
                  <a:pt x="140208" y="228600"/>
                </a:lnTo>
                <a:lnTo>
                  <a:pt x="163068" y="228600"/>
                </a:lnTo>
                <a:lnTo>
                  <a:pt x="163068" y="278892"/>
                </a:lnTo>
                <a:close/>
              </a:path>
              <a:path w="387350" h="407035">
                <a:moveTo>
                  <a:pt x="162702" y="368808"/>
                </a:moveTo>
                <a:lnTo>
                  <a:pt x="135636" y="368808"/>
                </a:lnTo>
                <a:lnTo>
                  <a:pt x="140208" y="362712"/>
                </a:lnTo>
                <a:lnTo>
                  <a:pt x="140208" y="289560"/>
                </a:lnTo>
                <a:lnTo>
                  <a:pt x="163068" y="289560"/>
                </a:lnTo>
                <a:lnTo>
                  <a:pt x="163068" y="358139"/>
                </a:lnTo>
                <a:lnTo>
                  <a:pt x="162702" y="368808"/>
                </a:lnTo>
                <a:close/>
              </a:path>
              <a:path w="387350" h="407035">
                <a:moveTo>
                  <a:pt x="128016" y="406908"/>
                </a:moveTo>
                <a:lnTo>
                  <a:pt x="124539" y="396954"/>
                </a:lnTo>
                <a:lnTo>
                  <a:pt x="116205" y="387858"/>
                </a:lnTo>
                <a:lnTo>
                  <a:pt x="102727" y="379904"/>
                </a:lnTo>
                <a:lnTo>
                  <a:pt x="83820" y="373380"/>
                </a:lnTo>
                <a:lnTo>
                  <a:pt x="83820" y="365760"/>
                </a:lnTo>
                <a:lnTo>
                  <a:pt x="98655" y="367522"/>
                </a:lnTo>
                <a:lnTo>
                  <a:pt x="111061" y="368427"/>
                </a:lnTo>
                <a:lnTo>
                  <a:pt x="120896" y="368760"/>
                </a:lnTo>
                <a:lnTo>
                  <a:pt x="162702" y="368808"/>
                </a:lnTo>
                <a:lnTo>
                  <a:pt x="162520" y="374118"/>
                </a:lnTo>
                <a:lnTo>
                  <a:pt x="156400" y="387667"/>
                </a:lnTo>
                <a:lnTo>
                  <a:pt x="144851" y="398645"/>
                </a:lnTo>
                <a:lnTo>
                  <a:pt x="128016" y="406908"/>
                </a:lnTo>
                <a:close/>
              </a:path>
              <a:path w="387350" h="407035">
                <a:moveTo>
                  <a:pt x="332232" y="182880"/>
                </a:moveTo>
                <a:lnTo>
                  <a:pt x="259080" y="182880"/>
                </a:lnTo>
                <a:lnTo>
                  <a:pt x="243078" y="181760"/>
                </a:lnTo>
                <a:lnTo>
                  <a:pt x="231648" y="176212"/>
                </a:lnTo>
                <a:lnTo>
                  <a:pt x="224790" y="166377"/>
                </a:lnTo>
                <a:lnTo>
                  <a:pt x="222504" y="152400"/>
                </a:lnTo>
                <a:lnTo>
                  <a:pt x="222286" y="102108"/>
                </a:lnTo>
                <a:lnTo>
                  <a:pt x="222099" y="84248"/>
                </a:lnTo>
                <a:lnTo>
                  <a:pt x="221742" y="55816"/>
                </a:lnTo>
                <a:lnTo>
                  <a:pt x="221218" y="27027"/>
                </a:lnTo>
                <a:lnTo>
                  <a:pt x="220980" y="10668"/>
                </a:lnTo>
                <a:lnTo>
                  <a:pt x="260604" y="28956"/>
                </a:lnTo>
                <a:lnTo>
                  <a:pt x="245364" y="42672"/>
                </a:lnTo>
                <a:lnTo>
                  <a:pt x="245364" y="103632"/>
                </a:lnTo>
                <a:lnTo>
                  <a:pt x="265978" y="103632"/>
                </a:lnTo>
                <a:lnTo>
                  <a:pt x="245364" y="111252"/>
                </a:lnTo>
                <a:lnTo>
                  <a:pt x="245364" y="144780"/>
                </a:lnTo>
                <a:lnTo>
                  <a:pt x="246840" y="153019"/>
                </a:lnTo>
                <a:lnTo>
                  <a:pt x="251460" y="159258"/>
                </a:lnTo>
                <a:lnTo>
                  <a:pt x="259508" y="163210"/>
                </a:lnTo>
                <a:lnTo>
                  <a:pt x="271272" y="164592"/>
                </a:lnTo>
                <a:lnTo>
                  <a:pt x="379127" y="164592"/>
                </a:lnTo>
                <a:lnTo>
                  <a:pt x="375094" y="170021"/>
                </a:lnTo>
                <a:lnTo>
                  <a:pt x="364236" y="177165"/>
                </a:lnTo>
                <a:lnTo>
                  <a:pt x="349948" y="181451"/>
                </a:lnTo>
                <a:lnTo>
                  <a:pt x="332232" y="182880"/>
                </a:lnTo>
                <a:close/>
              </a:path>
              <a:path w="387350" h="407035">
                <a:moveTo>
                  <a:pt x="265978" y="103632"/>
                </a:moveTo>
                <a:lnTo>
                  <a:pt x="245364" y="103632"/>
                </a:lnTo>
                <a:lnTo>
                  <a:pt x="270176" y="89368"/>
                </a:lnTo>
                <a:lnTo>
                  <a:pt x="291846" y="74104"/>
                </a:lnTo>
                <a:lnTo>
                  <a:pt x="310086" y="57983"/>
                </a:lnTo>
                <a:lnTo>
                  <a:pt x="324612" y="41148"/>
                </a:lnTo>
                <a:lnTo>
                  <a:pt x="350520" y="70104"/>
                </a:lnTo>
                <a:lnTo>
                  <a:pt x="335280" y="71628"/>
                </a:lnTo>
                <a:lnTo>
                  <a:pt x="310729" y="84248"/>
                </a:lnTo>
                <a:lnTo>
                  <a:pt x="287464" y="94869"/>
                </a:lnTo>
                <a:lnTo>
                  <a:pt x="265978" y="103632"/>
                </a:lnTo>
                <a:close/>
              </a:path>
              <a:path w="387350" h="407035">
                <a:moveTo>
                  <a:pt x="379127" y="164592"/>
                </a:moveTo>
                <a:lnTo>
                  <a:pt x="330708" y="164592"/>
                </a:lnTo>
                <a:lnTo>
                  <a:pt x="337851" y="162591"/>
                </a:lnTo>
                <a:lnTo>
                  <a:pt x="343281" y="158877"/>
                </a:lnTo>
                <a:lnTo>
                  <a:pt x="350520" y="102108"/>
                </a:lnTo>
                <a:lnTo>
                  <a:pt x="358140" y="102108"/>
                </a:lnTo>
                <a:lnTo>
                  <a:pt x="365593" y="146089"/>
                </a:lnTo>
                <a:lnTo>
                  <a:pt x="382524" y="160019"/>
                </a:lnTo>
                <a:lnTo>
                  <a:pt x="379127" y="164592"/>
                </a:lnTo>
                <a:close/>
              </a:path>
              <a:path w="387350" h="407035">
                <a:moveTo>
                  <a:pt x="335280" y="393192"/>
                </a:moveTo>
                <a:lnTo>
                  <a:pt x="256032" y="393192"/>
                </a:lnTo>
                <a:lnTo>
                  <a:pt x="239768" y="391215"/>
                </a:lnTo>
                <a:lnTo>
                  <a:pt x="227647" y="385381"/>
                </a:lnTo>
                <a:lnTo>
                  <a:pt x="219813" y="375832"/>
                </a:lnTo>
                <a:lnTo>
                  <a:pt x="216408" y="362712"/>
                </a:lnTo>
                <a:lnTo>
                  <a:pt x="216291" y="275796"/>
                </a:lnTo>
                <a:lnTo>
                  <a:pt x="216166" y="251460"/>
                </a:lnTo>
                <a:lnTo>
                  <a:pt x="215765" y="223194"/>
                </a:lnTo>
                <a:lnTo>
                  <a:pt x="214884" y="205740"/>
                </a:lnTo>
                <a:lnTo>
                  <a:pt x="256032" y="225552"/>
                </a:lnTo>
                <a:lnTo>
                  <a:pt x="239268" y="237743"/>
                </a:lnTo>
                <a:lnTo>
                  <a:pt x="239268" y="292607"/>
                </a:lnTo>
                <a:lnTo>
                  <a:pt x="261840" y="292607"/>
                </a:lnTo>
                <a:lnTo>
                  <a:pt x="239268" y="303276"/>
                </a:lnTo>
                <a:lnTo>
                  <a:pt x="239268" y="345948"/>
                </a:lnTo>
                <a:lnTo>
                  <a:pt x="240958" y="358592"/>
                </a:lnTo>
                <a:lnTo>
                  <a:pt x="245935" y="367093"/>
                </a:lnTo>
                <a:lnTo>
                  <a:pt x="254055" y="371879"/>
                </a:lnTo>
                <a:lnTo>
                  <a:pt x="265175" y="373380"/>
                </a:lnTo>
                <a:lnTo>
                  <a:pt x="383480" y="373380"/>
                </a:lnTo>
                <a:lnTo>
                  <a:pt x="380499" y="378404"/>
                </a:lnTo>
                <a:lnTo>
                  <a:pt x="369760" y="386524"/>
                </a:lnTo>
                <a:lnTo>
                  <a:pt x="354734" y="391501"/>
                </a:lnTo>
                <a:lnTo>
                  <a:pt x="335280" y="393192"/>
                </a:lnTo>
                <a:close/>
              </a:path>
              <a:path w="387350" h="407035">
                <a:moveTo>
                  <a:pt x="261840" y="292607"/>
                </a:moveTo>
                <a:lnTo>
                  <a:pt x="239268" y="292607"/>
                </a:lnTo>
                <a:lnTo>
                  <a:pt x="268128" y="275796"/>
                </a:lnTo>
                <a:lnTo>
                  <a:pt x="292989" y="257556"/>
                </a:lnTo>
                <a:lnTo>
                  <a:pt x="313848" y="238172"/>
                </a:lnTo>
                <a:lnTo>
                  <a:pt x="330708" y="217931"/>
                </a:lnTo>
                <a:lnTo>
                  <a:pt x="358140" y="251460"/>
                </a:lnTo>
                <a:lnTo>
                  <a:pt x="342900" y="251460"/>
                </a:lnTo>
                <a:lnTo>
                  <a:pt x="262747" y="292179"/>
                </a:lnTo>
                <a:lnTo>
                  <a:pt x="261840" y="292607"/>
                </a:lnTo>
                <a:close/>
              </a:path>
              <a:path w="387350" h="407035">
                <a:moveTo>
                  <a:pt x="383480" y="373380"/>
                </a:moveTo>
                <a:lnTo>
                  <a:pt x="333756" y="373380"/>
                </a:lnTo>
                <a:lnTo>
                  <a:pt x="342018" y="371070"/>
                </a:lnTo>
                <a:lnTo>
                  <a:pt x="348424" y="366331"/>
                </a:lnTo>
                <a:lnTo>
                  <a:pt x="352829" y="359021"/>
                </a:lnTo>
                <a:lnTo>
                  <a:pt x="355092" y="348996"/>
                </a:lnTo>
                <a:lnTo>
                  <a:pt x="355115" y="337542"/>
                </a:lnTo>
                <a:lnTo>
                  <a:pt x="355282" y="325945"/>
                </a:lnTo>
                <a:lnTo>
                  <a:pt x="355734" y="314063"/>
                </a:lnTo>
                <a:lnTo>
                  <a:pt x="356616" y="301752"/>
                </a:lnTo>
                <a:lnTo>
                  <a:pt x="362712" y="301752"/>
                </a:lnTo>
                <a:lnTo>
                  <a:pt x="363878" y="315753"/>
                </a:lnTo>
                <a:lnTo>
                  <a:pt x="365188" y="328041"/>
                </a:lnTo>
                <a:lnTo>
                  <a:pt x="380809" y="365045"/>
                </a:lnTo>
                <a:lnTo>
                  <a:pt x="387096" y="367284"/>
                </a:lnTo>
                <a:lnTo>
                  <a:pt x="383480" y="37338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" name="object 36"/>
          <p:cNvSpPr/>
          <p:nvPr/>
        </p:nvSpPr>
        <p:spPr>
          <a:xfrm>
            <a:off x="6306311" y="3649979"/>
            <a:ext cx="356870" cy="401320"/>
          </a:xfrm>
          <a:custGeom>
            <a:avLst/>
            <a:gdLst/>
            <a:ahLst/>
            <a:cxnLst/>
            <a:rect l="l" t="t" r="r" b="b"/>
            <a:pathLst>
              <a:path w="356870" h="401320">
                <a:moveTo>
                  <a:pt x="54864" y="89916"/>
                </a:moveTo>
                <a:lnTo>
                  <a:pt x="44196" y="89916"/>
                </a:lnTo>
                <a:lnTo>
                  <a:pt x="52220" y="61936"/>
                </a:lnTo>
                <a:lnTo>
                  <a:pt x="58102" y="37528"/>
                </a:lnTo>
                <a:lnTo>
                  <a:pt x="61983" y="16835"/>
                </a:lnTo>
                <a:lnTo>
                  <a:pt x="64008" y="0"/>
                </a:lnTo>
                <a:lnTo>
                  <a:pt x="102108" y="19812"/>
                </a:lnTo>
                <a:lnTo>
                  <a:pt x="92368" y="27551"/>
                </a:lnTo>
                <a:lnTo>
                  <a:pt x="81343" y="41719"/>
                </a:lnTo>
                <a:lnTo>
                  <a:pt x="68889" y="62460"/>
                </a:lnTo>
                <a:lnTo>
                  <a:pt x="54864" y="89916"/>
                </a:lnTo>
                <a:close/>
              </a:path>
              <a:path w="356870" h="401320">
                <a:moveTo>
                  <a:pt x="147828" y="190500"/>
                </a:moveTo>
                <a:lnTo>
                  <a:pt x="143256" y="187452"/>
                </a:lnTo>
                <a:lnTo>
                  <a:pt x="160377" y="159972"/>
                </a:lnTo>
                <a:lnTo>
                  <a:pt x="175069" y="134493"/>
                </a:lnTo>
                <a:lnTo>
                  <a:pt x="196596" y="88392"/>
                </a:lnTo>
                <a:lnTo>
                  <a:pt x="212598" y="44958"/>
                </a:lnTo>
                <a:lnTo>
                  <a:pt x="224027" y="1524"/>
                </a:lnTo>
                <a:lnTo>
                  <a:pt x="262127" y="22860"/>
                </a:lnTo>
                <a:lnTo>
                  <a:pt x="254150" y="30837"/>
                </a:lnTo>
                <a:lnTo>
                  <a:pt x="244030" y="45529"/>
                </a:lnTo>
                <a:lnTo>
                  <a:pt x="231909" y="66794"/>
                </a:lnTo>
                <a:lnTo>
                  <a:pt x="217932" y="94488"/>
                </a:lnTo>
                <a:lnTo>
                  <a:pt x="348996" y="94488"/>
                </a:lnTo>
                <a:lnTo>
                  <a:pt x="356616" y="102108"/>
                </a:lnTo>
                <a:lnTo>
                  <a:pt x="352806" y="105156"/>
                </a:lnTo>
                <a:lnTo>
                  <a:pt x="214884" y="105156"/>
                </a:lnTo>
                <a:lnTo>
                  <a:pt x="198834" y="129420"/>
                </a:lnTo>
                <a:lnTo>
                  <a:pt x="182499" y="151828"/>
                </a:lnTo>
                <a:lnTo>
                  <a:pt x="165592" y="172235"/>
                </a:lnTo>
                <a:lnTo>
                  <a:pt x="147828" y="190500"/>
                </a:lnTo>
                <a:close/>
              </a:path>
              <a:path w="356870" h="401320">
                <a:moveTo>
                  <a:pt x="146812" y="89916"/>
                </a:moveTo>
                <a:lnTo>
                  <a:pt x="111252" y="89916"/>
                </a:lnTo>
                <a:lnTo>
                  <a:pt x="129540" y="71628"/>
                </a:lnTo>
                <a:lnTo>
                  <a:pt x="146812" y="89916"/>
                </a:lnTo>
                <a:close/>
              </a:path>
              <a:path w="356870" h="401320">
                <a:moveTo>
                  <a:pt x="0" y="397764"/>
                </a:moveTo>
                <a:lnTo>
                  <a:pt x="1468" y="342304"/>
                </a:lnTo>
                <a:lnTo>
                  <a:pt x="2786" y="275605"/>
                </a:lnTo>
                <a:lnTo>
                  <a:pt x="2998" y="227076"/>
                </a:lnTo>
                <a:lnTo>
                  <a:pt x="2809" y="198310"/>
                </a:lnTo>
                <a:lnTo>
                  <a:pt x="2740" y="192024"/>
                </a:lnTo>
                <a:lnTo>
                  <a:pt x="2095" y="154686"/>
                </a:lnTo>
                <a:lnTo>
                  <a:pt x="1119" y="114681"/>
                </a:lnTo>
                <a:lnTo>
                  <a:pt x="0" y="74676"/>
                </a:lnTo>
                <a:lnTo>
                  <a:pt x="27432" y="89916"/>
                </a:lnTo>
                <a:lnTo>
                  <a:pt x="146812" y="89916"/>
                </a:lnTo>
                <a:lnTo>
                  <a:pt x="155448" y="99060"/>
                </a:lnTo>
                <a:lnTo>
                  <a:pt x="153352" y="100584"/>
                </a:lnTo>
                <a:lnTo>
                  <a:pt x="24384" y="100584"/>
                </a:lnTo>
                <a:lnTo>
                  <a:pt x="24384" y="211836"/>
                </a:lnTo>
                <a:lnTo>
                  <a:pt x="138729" y="211836"/>
                </a:lnTo>
                <a:lnTo>
                  <a:pt x="138743" y="222504"/>
                </a:lnTo>
                <a:lnTo>
                  <a:pt x="24384" y="222504"/>
                </a:lnTo>
                <a:lnTo>
                  <a:pt x="24384" y="342900"/>
                </a:lnTo>
                <a:lnTo>
                  <a:pt x="139429" y="342900"/>
                </a:lnTo>
                <a:lnTo>
                  <a:pt x="139464" y="346069"/>
                </a:lnTo>
                <a:lnTo>
                  <a:pt x="139647" y="353568"/>
                </a:lnTo>
                <a:lnTo>
                  <a:pt x="24384" y="353568"/>
                </a:lnTo>
                <a:lnTo>
                  <a:pt x="24384" y="384048"/>
                </a:lnTo>
                <a:lnTo>
                  <a:pt x="0" y="397764"/>
                </a:lnTo>
                <a:close/>
              </a:path>
              <a:path w="356870" h="401320">
                <a:moveTo>
                  <a:pt x="348996" y="94488"/>
                </a:moveTo>
                <a:lnTo>
                  <a:pt x="312420" y="94488"/>
                </a:lnTo>
                <a:lnTo>
                  <a:pt x="330708" y="76200"/>
                </a:lnTo>
                <a:lnTo>
                  <a:pt x="348996" y="94488"/>
                </a:lnTo>
                <a:close/>
              </a:path>
              <a:path w="356870" h="401320">
                <a:moveTo>
                  <a:pt x="138729" y="211836"/>
                </a:moveTo>
                <a:lnTo>
                  <a:pt x="115824" y="211836"/>
                </a:lnTo>
                <a:lnTo>
                  <a:pt x="115824" y="100584"/>
                </a:lnTo>
                <a:lnTo>
                  <a:pt x="153352" y="100584"/>
                </a:lnTo>
                <a:lnTo>
                  <a:pt x="138684" y="111252"/>
                </a:lnTo>
                <a:lnTo>
                  <a:pt x="138729" y="211836"/>
                </a:lnTo>
                <a:close/>
              </a:path>
              <a:path w="356870" h="401320">
                <a:moveTo>
                  <a:pt x="327433" y="359664"/>
                </a:moveTo>
                <a:lnTo>
                  <a:pt x="283464" y="359664"/>
                </a:lnTo>
                <a:lnTo>
                  <a:pt x="292631" y="357687"/>
                </a:lnTo>
                <a:lnTo>
                  <a:pt x="299656" y="351853"/>
                </a:lnTo>
                <a:lnTo>
                  <a:pt x="309895" y="304038"/>
                </a:lnTo>
                <a:lnTo>
                  <a:pt x="311658" y="258318"/>
                </a:lnTo>
                <a:lnTo>
                  <a:pt x="313456" y="190500"/>
                </a:lnTo>
                <a:lnTo>
                  <a:pt x="315467" y="105156"/>
                </a:lnTo>
                <a:lnTo>
                  <a:pt x="352806" y="105156"/>
                </a:lnTo>
                <a:lnTo>
                  <a:pt x="341376" y="114300"/>
                </a:lnTo>
                <a:lnTo>
                  <a:pt x="340322" y="185570"/>
                </a:lnTo>
                <a:lnTo>
                  <a:pt x="340231" y="190500"/>
                </a:lnTo>
                <a:lnTo>
                  <a:pt x="338815" y="248631"/>
                </a:lnTo>
                <a:lnTo>
                  <a:pt x="336986" y="294583"/>
                </a:lnTo>
                <a:lnTo>
                  <a:pt x="332232" y="344424"/>
                </a:lnTo>
                <a:lnTo>
                  <a:pt x="328517" y="357020"/>
                </a:lnTo>
                <a:lnTo>
                  <a:pt x="327433" y="359664"/>
                </a:lnTo>
                <a:close/>
              </a:path>
              <a:path w="356870" h="401320">
                <a:moveTo>
                  <a:pt x="233172" y="268224"/>
                </a:moveTo>
                <a:lnTo>
                  <a:pt x="230124" y="268224"/>
                </a:lnTo>
                <a:lnTo>
                  <a:pt x="226956" y="266771"/>
                </a:lnTo>
                <a:lnTo>
                  <a:pt x="224218" y="262318"/>
                </a:lnTo>
                <a:lnTo>
                  <a:pt x="221765" y="254722"/>
                </a:lnTo>
                <a:lnTo>
                  <a:pt x="219456" y="243840"/>
                </a:lnTo>
                <a:lnTo>
                  <a:pt x="214907" y="226718"/>
                </a:lnTo>
                <a:lnTo>
                  <a:pt x="208216" y="209740"/>
                </a:lnTo>
                <a:lnTo>
                  <a:pt x="199524" y="193047"/>
                </a:lnTo>
                <a:lnTo>
                  <a:pt x="188976" y="176784"/>
                </a:lnTo>
                <a:lnTo>
                  <a:pt x="192024" y="170688"/>
                </a:lnTo>
                <a:lnTo>
                  <a:pt x="224980" y="198310"/>
                </a:lnTo>
                <a:lnTo>
                  <a:pt x="248412" y="234696"/>
                </a:lnTo>
                <a:lnTo>
                  <a:pt x="248412" y="246888"/>
                </a:lnTo>
                <a:lnTo>
                  <a:pt x="245364" y="254508"/>
                </a:lnTo>
                <a:lnTo>
                  <a:pt x="240791" y="260603"/>
                </a:lnTo>
                <a:lnTo>
                  <a:pt x="233172" y="268224"/>
                </a:lnTo>
                <a:close/>
              </a:path>
              <a:path w="356870" h="401320">
                <a:moveTo>
                  <a:pt x="139429" y="342900"/>
                </a:moveTo>
                <a:lnTo>
                  <a:pt x="115824" y="342900"/>
                </a:lnTo>
                <a:lnTo>
                  <a:pt x="115824" y="222504"/>
                </a:lnTo>
                <a:lnTo>
                  <a:pt x="138743" y="222504"/>
                </a:lnTo>
                <a:lnTo>
                  <a:pt x="138855" y="268224"/>
                </a:lnTo>
                <a:lnTo>
                  <a:pt x="139013" y="304373"/>
                </a:lnTo>
                <a:lnTo>
                  <a:pt x="139429" y="342900"/>
                </a:lnTo>
                <a:close/>
              </a:path>
              <a:path w="356870" h="401320">
                <a:moveTo>
                  <a:pt x="278891" y="400812"/>
                </a:moveTo>
                <a:lnTo>
                  <a:pt x="271986" y="387953"/>
                </a:lnTo>
                <a:lnTo>
                  <a:pt x="260223" y="376809"/>
                </a:lnTo>
                <a:lnTo>
                  <a:pt x="243316" y="367379"/>
                </a:lnTo>
                <a:lnTo>
                  <a:pt x="220979" y="359664"/>
                </a:lnTo>
                <a:lnTo>
                  <a:pt x="220979" y="350520"/>
                </a:lnTo>
                <a:lnTo>
                  <a:pt x="241244" y="354520"/>
                </a:lnTo>
                <a:lnTo>
                  <a:pt x="258508" y="357378"/>
                </a:lnTo>
                <a:lnTo>
                  <a:pt x="272629" y="359092"/>
                </a:lnTo>
                <a:lnTo>
                  <a:pt x="283464" y="359664"/>
                </a:lnTo>
                <a:lnTo>
                  <a:pt x="327433" y="359664"/>
                </a:lnTo>
                <a:lnTo>
                  <a:pt x="324231" y="367474"/>
                </a:lnTo>
                <a:lnTo>
                  <a:pt x="290583" y="396240"/>
                </a:lnTo>
                <a:lnTo>
                  <a:pt x="278891" y="400812"/>
                </a:lnTo>
                <a:close/>
              </a:path>
              <a:path w="356870" h="401320">
                <a:moveTo>
                  <a:pt x="115824" y="390144"/>
                </a:moveTo>
                <a:lnTo>
                  <a:pt x="115824" y="353568"/>
                </a:lnTo>
                <a:lnTo>
                  <a:pt x="139647" y="353568"/>
                </a:lnTo>
                <a:lnTo>
                  <a:pt x="140208" y="376428"/>
                </a:lnTo>
                <a:lnTo>
                  <a:pt x="115824" y="39014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" name="object 37"/>
          <p:cNvSpPr/>
          <p:nvPr/>
        </p:nvSpPr>
        <p:spPr>
          <a:xfrm>
            <a:off x="6720840" y="3651503"/>
            <a:ext cx="835660" cy="405765"/>
          </a:xfrm>
          <a:custGeom>
            <a:avLst/>
            <a:gdLst/>
            <a:ahLst/>
            <a:cxnLst/>
            <a:rect l="l" t="t" r="r" b="b"/>
            <a:pathLst>
              <a:path w="835659" h="405764">
                <a:moveTo>
                  <a:pt x="262128" y="176796"/>
                </a:moveTo>
                <a:lnTo>
                  <a:pt x="230124" y="143268"/>
                </a:lnTo>
                <a:lnTo>
                  <a:pt x="207264" y="166128"/>
                </a:lnTo>
                <a:lnTo>
                  <a:pt x="188976" y="166128"/>
                </a:lnTo>
                <a:lnTo>
                  <a:pt x="188976" y="48780"/>
                </a:lnTo>
                <a:lnTo>
                  <a:pt x="257556" y="48780"/>
                </a:lnTo>
                <a:lnTo>
                  <a:pt x="224028" y="15252"/>
                </a:lnTo>
                <a:lnTo>
                  <a:pt x="201168" y="38112"/>
                </a:lnTo>
                <a:lnTo>
                  <a:pt x="167640" y="38112"/>
                </a:lnTo>
                <a:lnTo>
                  <a:pt x="167640" y="48780"/>
                </a:lnTo>
                <a:lnTo>
                  <a:pt x="167640" y="166128"/>
                </a:lnTo>
                <a:lnTo>
                  <a:pt x="102108" y="166128"/>
                </a:lnTo>
                <a:lnTo>
                  <a:pt x="102108" y="48780"/>
                </a:lnTo>
                <a:lnTo>
                  <a:pt x="167640" y="48780"/>
                </a:lnTo>
                <a:lnTo>
                  <a:pt x="167640" y="38112"/>
                </a:lnTo>
                <a:lnTo>
                  <a:pt x="13716" y="38112"/>
                </a:lnTo>
                <a:lnTo>
                  <a:pt x="27432" y="51828"/>
                </a:lnTo>
                <a:lnTo>
                  <a:pt x="48768" y="48780"/>
                </a:lnTo>
                <a:lnTo>
                  <a:pt x="77724" y="48780"/>
                </a:lnTo>
                <a:lnTo>
                  <a:pt x="77724" y="166128"/>
                </a:lnTo>
                <a:lnTo>
                  <a:pt x="1524" y="166128"/>
                </a:lnTo>
                <a:lnTo>
                  <a:pt x="15240" y="179844"/>
                </a:lnTo>
                <a:lnTo>
                  <a:pt x="36576" y="176796"/>
                </a:lnTo>
                <a:lnTo>
                  <a:pt x="77724" y="176796"/>
                </a:lnTo>
                <a:lnTo>
                  <a:pt x="73152" y="229285"/>
                </a:lnTo>
                <a:lnTo>
                  <a:pt x="63093" y="277101"/>
                </a:lnTo>
                <a:lnTo>
                  <a:pt x="47548" y="320319"/>
                </a:lnTo>
                <a:lnTo>
                  <a:pt x="26517" y="358990"/>
                </a:lnTo>
                <a:lnTo>
                  <a:pt x="0" y="393204"/>
                </a:lnTo>
                <a:lnTo>
                  <a:pt x="3048" y="397776"/>
                </a:lnTo>
                <a:lnTo>
                  <a:pt x="37782" y="365569"/>
                </a:lnTo>
                <a:lnTo>
                  <a:pt x="65125" y="327444"/>
                </a:lnTo>
                <a:lnTo>
                  <a:pt x="85013" y="283324"/>
                </a:lnTo>
                <a:lnTo>
                  <a:pt x="97358" y="233133"/>
                </a:lnTo>
                <a:lnTo>
                  <a:pt x="102108" y="176796"/>
                </a:lnTo>
                <a:lnTo>
                  <a:pt x="167640" y="176796"/>
                </a:lnTo>
                <a:lnTo>
                  <a:pt x="167411" y="236042"/>
                </a:lnTo>
                <a:lnTo>
                  <a:pt x="166687" y="304431"/>
                </a:lnTo>
                <a:lnTo>
                  <a:pt x="165709" y="350380"/>
                </a:lnTo>
                <a:lnTo>
                  <a:pt x="164592" y="384060"/>
                </a:lnTo>
                <a:lnTo>
                  <a:pt x="192024" y="368820"/>
                </a:lnTo>
                <a:lnTo>
                  <a:pt x="189928" y="303669"/>
                </a:lnTo>
                <a:lnTo>
                  <a:pt x="189306" y="253466"/>
                </a:lnTo>
                <a:lnTo>
                  <a:pt x="188976" y="176796"/>
                </a:lnTo>
                <a:lnTo>
                  <a:pt x="262128" y="176796"/>
                </a:lnTo>
                <a:close/>
              </a:path>
              <a:path w="835659" h="405764">
                <a:moveTo>
                  <a:pt x="370332" y="36588"/>
                </a:moveTo>
                <a:lnTo>
                  <a:pt x="336804" y="12204"/>
                </a:lnTo>
                <a:lnTo>
                  <a:pt x="327964" y="29362"/>
                </a:lnTo>
                <a:lnTo>
                  <a:pt x="317563" y="46685"/>
                </a:lnTo>
                <a:lnTo>
                  <a:pt x="292608" y="82308"/>
                </a:lnTo>
                <a:lnTo>
                  <a:pt x="265557" y="113931"/>
                </a:lnTo>
                <a:lnTo>
                  <a:pt x="240792" y="138696"/>
                </a:lnTo>
                <a:lnTo>
                  <a:pt x="243840" y="143268"/>
                </a:lnTo>
                <a:lnTo>
                  <a:pt x="265836" y="127850"/>
                </a:lnTo>
                <a:lnTo>
                  <a:pt x="286131" y="111455"/>
                </a:lnTo>
                <a:lnTo>
                  <a:pt x="304698" y="94183"/>
                </a:lnTo>
                <a:lnTo>
                  <a:pt x="321564" y="76212"/>
                </a:lnTo>
                <a:lnTo>
                  <a:pt x="337324" y="60794"/>
                </a:lnTo>
                <a:lnTo>
                  <a:pt x="350520" y="48971"/>
                </a:lnTo>
                <a:lnTo>
                  <a:pt x="361416" y="40843"/>
                </a:lnTo>
                <a:lnTo>
                  <a:pt x="370332" y="36588"/>
                </a:lnTo>
                <a:close/>
              </a:path>
              <a:path w="835659" h="405764">
                <a:moveTo>
                  <a:pt x="384048" y="155460"/>
                </a:moveTo>
                <a:lnTo>
                  <a:pt x="355092" y="128028"/>
                </a:lnTo>
                <a:lnTo>
                  <a:pt x="346824" y="140309"/>
                </a:lnTo>
                <a:lnTo>
                  <a:pt x="335851" y="154317"/>
                </a:lnTo>
                <a:lnTo>
                  <a:pt x="322300" y="170027"/>
                </a:lnTo>
                <a:lnTo>
                  <a:pt x="306324" y="187464"/>
                </a:lnTo>
                <a:lnTo>
                  <a:pt x="288937" y="206629"/>
                </a:lnTo>
                <a:lnTo>
                  <a:pt x="268986" y="225374"/>
                </a:lnTo>
                <a:lnTo>
                  <a:pt x="246735" y="243827"/>
                </a:lnTo>
                <a:lnTo>
                  <a:pt x="222504" y="262140"/>
                </a:lnTo>
                <a:lnTo>
                  <a:pt x="225552" y="266712"/>
                </a:lnTo>
                <a:lnTo>
                  <a:pt x="253238" y="252158"/>
                </a:lnTo>
                <a:lnTo>
                  <a:pt x="279082" y="236042"/>
                </a:lnTo>
                <a:lnTo>
                  <a:pt x="302907" y="218490"/>
                </a:lnTo>
                <a:lnTo>
                  <a:pt x="324612" y="199656"/>
                </a:lnTo>
                <a:lnTo>
                  <a:pt x="345249" y="182460"/>
                </a:lnTo>
                <a:lnTo>
                  <a:pt x="361759" y="169557"/>
                </a:lnTo>
                <a:lnTo>
                  <a:pt x="374535" y="160642"/>
                </a:lnTo>
                <a:lnTo>
                  <a:pt x="384048" y="155460"/>
                </a:lnTo>
                <a:close/>
              </a:path>
              <a:path w="835659" h="405764">
                <a:moveTo>
                  <a:pt x="402336" y="274332"/>
                </a:moveTo>
                <a:lnTo>
                  <a:pt x="370332" y="242328"/>
                </a:lnTo>
                <a:lnTo>
                  <a:pt x="363156" y="253466"/>
                </a:lnTo>
                <a:lnTo>
                  <a:pt x="352996" y="266331"/>
                </a:lnTo>
                <a:lnTo>
                  <a:pt x="339674" y="280898"/>
                </a:lnTo>
                <a:lnTo>
                  <a:pt x="323088" y="297192"/>
                </a:lnTo>
                <a:lnTo>
                  <a:pt x="305650" y="314883"/>
                </a:lnTo>
                <a:lnTo>
                  <a:pt x="269074" y="346265"/>
                </a:lnTo>
                <a:lnTo>
                  <a:pt x="231686" y="372249"/>
                </a:lnTo>
                <a:lnTo>
                  <a:pt x="193548" y="396252"/>
                </a:lnTo>
                <a:lnTo>
                  <a:pt x="196596" y="400824"/>
                </a:lnTo>
                <a:lnTo>
                  <a:pt x="250380" y="377456"/>
                </a:lnTo>
                <a:lnTo>
                  <a:pt x="291553" y="352640"/>
                </a:lnTo>
                <a:lnTo>
                  <a:pt x="330415" y="323545"/>
                </a:lnTo>
                <a:lnTo>
                  <a:pt x="348996" y="307860"/>
                </a:lnTo>
                <a:lnTo>
                  <a:pt x="365899" y="293827"/>
                </a:lnTo>
                <a:lnTo>
                  <a:pt x="380238" y="283667"/>
                </a:lnTo>
                <a:lnTo>
                  <a:pt x="392277" y="277202"/>
                </a:lnTo>
                <a:lnTo>
                  <a:pt x="402336" y="274332"/>
                </a:lnTo>
                <a:close/>
              </a:path>
              <a:path w="835659" h="405764">
                <a:moveTo>
                  <a:pt x="652195" y="344576"/>
                </a:moveTo>
                <a:lnTo>
                  <a:pt x="631888" y="311467"/>
                </a:lnTo>
                <a:lnTo>
                  <a:pt x="598932" y="295656"/>
                </a:lnTo>
                <a:lnTo>
                  <a:pt x="601421" y="288036"/>
                </a:lnTo>
                <a:lnTo>
                  <a:pt x="608952" y="265087"/>
                </a:lnTo>
                <a:lnTo>
                  <a:pt x="618553" y="225933"/>
                </a:lnTo>
                <a:lnTo>
                  <a:pt x="627862" y="178219"/>
                </a:lnTo>
                <a:lnTo>
                  <a:pt x="637032" y="121920"/>
                </a:lnTo>
                <a:lnTo>
                  <a:pt x="642175" y="117348"/>
                </a:lnTo>
                <a:lnTo>
                  <a:pt x="650748" y="109728"/>
                </a:lnTo>
                <a:lnTo>
                  <a:pt x="620268" y="88392"/>
                </a:lnTo>
                <a:lnTo>
                  <a:pt x="612648" y="103632"/>
                </a:lnTo>
                <a:lnTo>
                  <a:pt x="612648" y="117348"/>
                </a:lnTo>
                <a:lnTo>
                  <a:pt x="604354" y="172529"/>
                </a:lnTo>
                <a:lnTo>
                  <a:pt x="595503" y="219265"/>
                </a:lnTo>
                <a:lnTo>
                  <a:pt x="586066" y="257733"/>
                </a:lnTo>
                <a:lnTo>
                  <a:pt x="576072" y="288036"/>
                </a:lnTo>
                <a:lnTo>
                  <a:pt x="552919" y="280898"/>
                </a:lnTo>
                <a:lnTo>
                  <a:pt x="533781" y="275463"/>
                </a:lnTo>
                <a:lnTo>
                  <a:pt x="518629" y="271754"/>
                </a:lnTo>
                <a:lnTo>
                  <a:pt x="507492" y="269748"/>
                </a:lnTo>
                <a:lnTo>
                  <a:pt x="527875" y="182689"/>
                </a:lnTo>
                <a:lnTo>
                  <a:pt x="535990" y="147383"/>
                </a:lnTo>
                <a:lnTo>
                  <a:pt x="542544" y="117348"/>
                </a:lnTo>
                <a:lnTo>
                  <a:pt x="612648" y="117348"/>
                </a:lnTo>
                <a:lnTo>
                  <a:pt x="612648" y="103632"/>
                </a:lnTo>
                <a:lnTo>
                  <a:pt x="611124" y="106680"/>
                </a:lnTo>
                <a:lnTo>
                  <a:pt x="544068" y="106680"/>
                </a:lnTo>
                <a:lnTo>
                  <a:pt x="554355" y="62103"/>
                </a:lnTo>
                <a:lnTo>
                  <a:pt x="577596" y="18288"/>
                </a:lnTo>
                <a:lnTo>
                  <a:pt x="536448" y="0"/>
                </a:lnTo>
                <a:lnTo>
                  <a:pt x="533819" y="22250"/>
                </a:lnTo>
                <a:lnTo>
                  <a:pt x="530352" y="47625"/>
                </a:lnTo>
                <a:lnTo>
                  <a:pt x="525729" y="75869"/>
                </a:lnTo>
                <a:lnTo>
                  <a:pt x="519684" y="106680"/>
                </a:lnTo>
                <a:lnTo>
                  <a:pt x="449580" y="106680"/>
                </a:lnTo>
                <a:lnTo>
                  <a:pt x="464820" y="123444"/>
                </a:lnTo>
                <a:lnTo>
                  <a:pt x="474243" y="120573"/>
                </a:lnTo>
                <a:lnTo>
                  <a:pt x="484251" y="118681"/>
                </a:lnTo>
                <a:lnTo>
                  <a:pt x="494817" y="117665"/>
                </a:lnTo>
                <a:lnTo>
                  <a:pt x="505968" y="117348"/>
                </a:lnTo>
                <a:lnTo>
                  <a:pt x="518160" y="117348"/>
                </a:lnTo>
                <a:lnTo>
                  <a:pt x="508177" y="165671"/>
                </a:lnTo>
                <a:lnTo>
                  <a:pt x="498919" y="207835"/>
                </a:lnTo>
                <a:lnTo>
                  <a:pt x="490512" y="244017"/>
                </a:lnTo>
                <a:lnTo>
                  <a:pt x="483108" y="274320"/>
                </a:lnTo>
                <a:lnTo>
                  <a:pt x="501154" y="278853"/>
                </a:lnTo>
                <a:lnTo>
                  <a:pt x="521208" y="285369"/>
                </a:lnTo>
                <a:lnTo>
                  <a:pt x="543534" y="293611"/>
                </a:lnTo>
                <a:lnTo>
                  <a:pt x="568452" y="303276"/>
                </a:lnTo>
                <a:lnTo>
                  <a:pt x="547255" y="331571"/>
                </a:lnTo>
                <a:lnTo>
                  <a:pt x="520065" y="356997"/>
                </a:lnTo>
                <a:lnTo>
                  <a:pt x="486575" y="379577"/>
                </a:lnTo>
                <a:lnTo>
                  <a:pt x="446532" y="399288"/>
                </a:lnTo>
                <a:lnTo>
                  <a:pt x="451104" y="405384"/>
                </a:lnTo>
                <a:lnTo>
                  <a:pt x="492252" y="390245"/>
                </a:lnTo>
                <a:lnTo>
                  <a:pt x="528828" y="369951"/>
                </a:lnTo>
                <a:lnTo>
                  <a:pt x="560832" y="344525"/>
                </a:lnTo>
                <a:lnTo>
                  <a:pt x="588264" y="313944"/>
                </a:lnTo>
                <a:lnTo>
                  <a:pt x="602234" y="324192"/>
                </a:lnTo>
                <a:lnTo>
                  <a:pt x="614362" y="334137"/>
                </a:lnTo>
                <a:lnTo>
                  <a:pt x="624471" y="343522"/>
                </a:lnTo>
                <a:lnTo>
                  <a:pt x="632460" y="352044"/>
                </a:lnTo>
                <a:lnTo>
                  <a:pt x="641604" y="361188"/>
                </a:lnTo>
                <a:lnTo>
                  <a:pt x="647700" y="361188"/>
                </a:lnTo>
                <a:lnTo>
                  <a:pt x="649224" y="358140"/>
                </a:lnTo>
                <a:lnTo>
                  <a:pt x="650748" y="350520"/>
                </a:lnTo>
                <a:lnTo>
                  <a:pt x="652195" y="344576"/>
                </a:lnTo>
                <a:close/>
              </a:path>
              <a:path w="835659" h="405764">
                <a:moveTo>
                  <a:pt x="835152" y="94488"/>
                </a:moveTo>
                <a:lnTo>
                  <a:pt x="831164" y="91440"/>
                </a:lnTo>
                <a:lnTo>
                  <a:pt x="809244" y="74676"/>
                </a:lnTo>
                <a:lnTo>
                  <a:pt x="798576" y="87718"/>
                </a:lnTo>
                <a:lnTo>
                  <a:pt x="798576" y="102108"/>
                </a:lnTo>
                <a:lnTo>
                  <a:pt x="798576" y="321564"/>
                </a:lnTo>
                <a:lnTo>
                  <a:pt x="699516" y="321564"/>
                </a:lnTo>
                <a:lnTo>
                  <a:pt x="699516" y="102108"/>
                </a:lnTo>
                <a:lnTo>
                  <a:pt x="798576" y="102108"/>
                </a:lnTo>
                <a:lnTo>
                  <a:pt x="798576" y="87718"/>
                </a:lnTo>
                <a:lnTo>
                  <a:pt x="795528" y="91440"/>
                </a:lnTo>
                <a:lnTo>
                  <a:pt x="699516" y="91440"/>
                </a:lnTo>
                <a:lnTo>
                  <a:pt x="675132" y="77724"/>
                </a:lnTo>
                <a:lnTo>
                  <a:pt x="676008" y="93941"/>
                </a:lnTo>
                <a:lnTo>
                  <a:pt x="676465" y="110299"/>
                </a:lnTo>
                <a:lnTo>
                  <a:pt x="676630" y="126377"/>
                </a:lnTo>
                <a:lnTo>
                  <a:pt x="676529" y="332232"/>
                </a:lnTo>
                <a:lnTo>
                  <a:pt x="676465" y="338899"/>
                </a:lnTo>
                <a:lnTo>
                  <a:pt x="676008" y="358508"/>
                </a:lnTo>
                <a:lnTo>
                  <a:pt x="675132" y="382524"/>
                </a:lnTo>
                <a:lnTo>
                  <a:pt x="699516" y="370332"/>
                </a:lnTo>
                <a:lnTo>
                  <a:pt x="699516" y="332232"/>
                </a:lnTo>
                <a:lnTo>
                  <a:pt x="798576" y="332232"/>
                </a:lnTo>
                <a:lnTo>
                  <a:pt x="798576" y="371856"/>
                </a:lnTo>
                <a:lnTo>
                  <a:pt x="822960" y="361188"/>
                </a:lnTo>
                <a:lnTo>
                  <a:pt x="821575" y="321564"/>
                </a:lnTo>
                <a:lnTo>
                  <a:pt x="821436" y="106680"/>
                </a:lnTo>
                <a:lnTo>
                  <a:pt x="826579" y="102108"/>
                </a:lnTo>
                <a:lnTo>
                  <a:pt x="835152" y="9448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" name="object 38"/>
          <p:cNvSpPr/>
          <p:nvPr/>
        </p:nvSpPr>
        <p:spPr>
          <a:xfrm>
            <a:off x="7610855" y="3674364"/>
            <a:ext cx="131445" cy="428625"/>
          </a:xfrm>
          <a:custGeom>
            <a:avLst/>
            <a:gdLst/>
            <a:ahLst/>
            <a:cxnLst/>
            <a:rect l="l" t="t" r="r" b="b"/>
            <a:pathLst>
              <a:path w="131445" h="428625">
                <a:moveTo>
                  <a:pt x="131064" y="428243"/>
                </a:moveTo>
                <a:lnTo>
                  <a:pt x="80772" y="428243"/>
                </a:lnTo>
                <a:lnTo>
                  <a:pt x="63341" y="405098"/>
                </a:lnTo>
                <a:lnTo>
                  <a:pt x="33623" y="357092"/>
                </a:lnTo>
                <a:lnTo>
                  <a:pt x="12215" y="305942"/>
                </a:lnTo>
                <a:lnTo>
                  <a:pt x="1404" y="246506"/>
                </a:lnTo>
                <a:lnTo>
                  <a:pt x="0" y="213360"/>
                </a:lnTo>
                <a:lnTo>
                  <a:pt x="1404" y="181094"/>
                </a:lnTo>
                <a:lnTo>
                  <a:pt x="12215" y="122277"/>
                </a:lnTo>
                <a:lnTo>
                  <a:pt x="32766" y="71151"/>
                </a:lnTo>
                <a:lnTo>
                  <a:pt x="62484" y="23145"/>
                </a:lnTo>
                <a:lnTo>
                  <a:pt x="80772" y="0"/>
                </a:lnTo>
                <a:lnTo>
                  <a:pt x="131064" y="0"/>
                </a:lnTo>
                <a:lnTo>
                  <a:pt x="131064" y="1524"/>
                </a:lnTo>
                <a:lnTo>
                  <a:pt x="122181" y="9834"/>
                </a:lnTo>
                <a:lnTo>
                  <a:pt x="113728" y="18859"/>
                </a:lnTo>
                <a:lnTo>
                  <a:pt x="89558" y="50220"/>
                </a:lnTo>
                <a:lnTo>
                  <a:pt x="67056" y="86867"/>
                </a:lnTo>
                <a:lnTo>
                  <a:pt x="50553" y="130587"/>
                </a:lnTo>
                <a:lnTo>
                  <a:pt x="40195" y="179260"/>
                </a:lnTo>
                <a:lnTo>
                  <a:pt x="38100" y="213360"/>
                </a:lnTo>
                <a:lnTo>
                  <a:pt x="38647" y="232219"/>
                </a:lnTo>
                <a:lnTo>
                  <a:pt x="45720" y="281939"/>
                </a:lnTo>
                <a:lnTo>
                  <a:pt x="60721" y="326731"/>
                </a:lnTo>
                <a:lnTo>
                  <a:pt x="81153" y="366140"/>
                </a:lnTo>
                <a:lnTo>
                  <a:pt x="97536" y="388619"/>
                </a:lnTo>
                <a:lnTo>
                  <a:pt x="105560" y="399478"/>
                </a:lnTo>
                <a:lnTo>
                  <a:pt x="113728" y="409193"/>
                </a:lnTo>
                <a:lnTo>
                  <a:pt x="122181" y="417766"/>
                </a:lnTo>
                <a:lnTo>
                  <a:pt x="131064" y="425195"/>
                </a:lnTo>
                <a:lnTo>
                  <a:pt x="131064" y="42824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" name="object 39"/>
          <p:cNvSpPr/>
          <p:nvPr/>
        </p:nvSpPr>
        <p:spPr>
          <a:xfrm>
            <a:off x="7787627" y="3674364"/>
            <a:ext cx="957580" cy="428625"/>
          </a:xfrm>
          <a:custGeom>
            <a:avLst/>
            <a:gdLst/>
            <a:ahLst/>
            <a:cxnLst/>
            <a:rect l="l" t="t" r="r" b="b"/>
            <a:pathLst>
              <a:path w="957579" h="428625">
                <a:moveTo>
                  <a:pt x="316992" y="178308"/>
                </a:moveTo>
                <a:lnTo>
                  <a:pt x="310896" y="137160"/>
                </a:lnTo>
                <a:lnTo>
                  <a:pt x="290804" y="104546"/>
                </a:lnTo>
                <a:lnTo>
                  <a:pt x="253085" y="88684"/>
                </a:lnTo>
                <a:lnTo>
                  <a:pt x="245364" y="88392"/>
                </a:lnTo>
                <a:lnTo>
                  <a:pt x="235127" y="89204"/>
                </a:lnTo>
                <a:lnTo>
                  <a:pt x="198120" y="105346"/>
                </a:lnTo>
                <a:lnTo>
                  <a:pt x="170688" y="131064"/>
                </a:lnTo>
                <a:lnTo>
                  <a:pt x="165785" y="120497"/>
                </a:lnTo>
                <a:lnTo>
                  <a:pt x="136474" y="94183"/>
                </a:lnTo>
                <a:lnTo>
                  <a:pt x="106680" y="88392"/>
                </a:lnTo>
                <a:lnTo>
                  <a:pt x="97586" y="88963"/>
                </a:lnTo>
                <a:lnTo>
                  <a:pt x="57150" y="108013"/>
                </a:lnTo>
                <a:lnTo>
                  <a:pt x="41148" y="121920"/>
                </a:lnTo>
                <a:lnTo>
                  <a:pt x="41148" y="96012"/>
                </a:lnTo>
                <a:lnTo>
                  <a:pt x="0" y="96012"/>
                </a:lnTo>
                <a:lnTo>
                  <a:pt x="0" y="338328"/>
                </a:lnTo>
                <a:lnTo>
                  <a:pt x="41148" y="338328"/>
                </a:lnTo>
                <a:lnTo>
                  <a:pt x="41148" y="156972"/>
                </a:lnTo>
                <a:lnTo>
                  <a:pt x="48006" y="150647"/>
                </a:lnTo>
                <a:lnTo>
                  <a:pt x="83439" y="130111"/>
                </a:lnTo>
                <a:lnTo>
                  <a:pt x="96012" y="128016"/>
                </a:lnTo>
                <a:lnTo>
                  <a:pt x="105156" y="128016"/>
                </a:lnTo>
                <a:lnTo>
                  <a:pt x="112776" y="129540"/>
                </a:lnTo>
                <a:lnTo>
                  <a:pt x="118872" y="132588"/>
                </a:lnTo>
                <a:lnTo>
                  <a:pt x="123444" y="134112"/>
                </a:lnTo>
                <a:lnTo>
                  <a:pt x="128016" y="138684"/>
                </a:lnTo>
                <a:lnTo>
                  <a:pt x="131064" y="144780"/>
                </a:lnTo>
                <a:lnTo>
                  <a:pt x="134112" y="149352"/>
                </a:lnTo>
                <a:lnTo>
                  <a:pt x="135636" y="156972"/>
                </a:lnTo>
                <a:lnTo>
                  <a:pt x="135636" y="167640"/>
                </a:lnTo>
                <a:lnTo>
                  <a:pt x="136525" y="174764"/>
                </a:lnTo>
                <a:lnTo>
                  <a:pt x="136969" y="182308"/>
                </a:lnTo>
                <a:lnTo>
                  <a:pt x="137147" y="190144"/>
                </a:lnTo>
                <a:lnTo>
                  <a:pt x="137160" y="338328"/>
                </a:lnTo>
                <a:lnTo>
                  <a:pt x="178308" y="338328"/>
                </a:lnTo>
                <a:lnTo>
                  <a:pt x="178308" y="156972"/>
                </a:lnTo>
                <a:lnTo>
                  <a:pt x="185407" y="150431"/>
                </a:lnTo>
                <a:lnTo>
                  <a:pt x="220980" y="129540"/>
                </a:lnTo>
                <a:lnTo>
                  <a:pt x="234696" y="128016"/>
                </a:lnTo>
                <a:lnTo>
                  <a:pt x="243840" y="128016"/>
                </a:lnTo>
                <a:lnTo>
                  <a:pt x="251460" y="129540"/>
                </a:lnTo>
                <a:lnTo>
                  <a:pt x="256032" y="132588"/>
                </a:lnTo>
                <a:lnTo>
                  <a:pt x="262128" y="134112"/>
                </a:lnTo>
                <a:lnTo>
                  <a:pt x="265176" y="138684"/>
                </a:lnTo>
                <a:lnTo>
                  <a:pt x="268224" y="144780"/>
                </a:lnTo>
                <a:lnTo>
                  <a:pt x="271272" y="149352"/>
                </a:lnTo>
                <a:lnTo>
                  <a:pt x="272796" y="156972"/>
                </a:lnTo>
                <a:lnTo>
                  <a:pt x="274320" y="167640"/>
                </a:lnTo>
                <a:lnTo>
                  <a:pt x="274561" y="174764"/>
                </a:lnTo>
                <a:lnTo>
                  <a:pt x="275615" y="190144"/>
                </a:lnTo>
                <a:lnTo>
                  <a:pt x="275844" y="198120"/>
                </a:lnTo>
                <a:lnTo>
                  <a:pt x="275844" y="338328"/>
                </a:lnTo>
                <a:lnTo>
                  <a:pt x="316992" y="338328"/>
                </a:lnTo>
                <a:lnTo>
                  <a:pt x="316992" y="178308"/>
                </a:lnTo>
                <a:close/>
              </a:path>
              <a:path w="957579" h="428625">
                <a:moveTo>
                  <a:pt x="452628" y="275844"/>
                </a:moveTo>
                <a:lnTo>
                  <a:pt x="397764" y="275844"/>
                </a:lnTo>
                <a:lnTo>
                  <a:pt x="359664" y="419112"/>
                </a:lnTo>
                <a:lnTo>
                  <a:pt x="391668" y="419112"/>
                </a:lnTo>
                <a:lnTo>
                  <a:pt x="452628" y="275844"/>
                </a:lnTo>
                <a:close/>
              </a:path>
              <a:path w="957579" h="428625">
                <a:moveTo>
                  <a:pt x="803148" y="96012"/>
                </a:moveTo>
                <a:lnTo>
                  <a:pt x="762000" y="96012"/>
                </a:lnTo>
                <a:lnTo>
                  <a:pt x="720852" y="283464"/>
                </a:lnTo>
                <a:lnTo>
                  <a:pt x="662940" y="96012"/>
                </a:lnTo>
                <a:lnTo>
                  <a:pt x="629412" y="96012"/>
                </a:lnTo>
                <a:lnTo>
                  <a:pt x="571500" y="283464"/>
                </a:lnTo>
                <a:lnTo>
                  <a:pt x="528828" y="96012"/>
                </a:lnTo>
                <a:lnTo>
                  <a:pt x="486156" y="96012"/>
                </a:lnTo>
                <a:lnTo>
                  <a:pt x="547116" y="338328"/>
                </a:lnTo>
                <a:lnTo>
                  <a:pt x="585216" y="338328"/>
                </a:lnTo>
                <a:lnTo>
                  <a:pt x="644652" y="150876"/>
                </a:lnTo>
                <a:lnTo>
                  <a:pt x="704088" y="338328"/>
                </a:lnTo>
                <a:lnTo>
                  <a:pt x="742188" y="338328"/>
                </a:lnTo>
                <a:lnTo>
                  <a:pt x="803148" y="96012"/>
                </a:lnTo>
                <a:close/>
              </a:path>
              <a:path w="957579" h="428625">
                <a:moveTo>
                  <a:pt x="957084" y="213360"/>
                </a:moveTo>
                <a:lnTo>
                  <a:pt x="951560" y="150685"/>
                </a:lnTo>
                <a:lnTo>
                  <a:pt x="935748" y="96012"/>
                </a:lnTo>
                <a:lnTo>
                  <a:pt x="909459" y="46863"/>
                </a:lnTo>
                <a:lnTo>
                  <a:pt x="876312" y="0"/>
                </a:lnTo>
                <a:lnTo>
                  <a:pt x="826020" y="0"/>
                </a:lnTo>
                <a:lnTo>
                  <a:pt x="826020" y="1524"/>
                </a:lnTo>
                <a:lnTo>
                  <a:pt x="834898" y="9817"/>
                </a:lnTo>
                <a:lnTo>
                  <a:pt x="843356" y="18669"/>
                </a:lnTo>
                <a:lnTo>
                  <a:pt x="867524" y="49580"/>
                </a:lnTo>
                <a:lnTo>
                  <a:pt x="890028" y="86868"/>
                </a:lnTo>
                <a:lnTo>
                  <a:pt x="906741" y="130594"/>
                </a:lnTo>
                <a:lnTo>
                  <a:pt x="916889" y="179260"/>
                </a:lnTo>
                <a:lnTo>
                  <a:pt x="918984" y="213360"/>
                </a:lnTo>
                <a:lnTo>
                  <a:pt x="918425" y="231368"/>
                </a:lnTo>
                <a:lnTo>
                  <a:pt x="911364" y="281940"/>
                </a:lnTo>
                <a:lnTo>
                  <a:pt x="896353" y="326517"/>
                </a:lnTo>
                <a:lnTo>
                  <a:pt x="875931" y="366141"/>
                </a:lnTo>
                <a:lnTo>
                  <a:pt x="859548" y="388620"/>
                </a:lnTo>
                <a:lnTo>
                  <a:pt x="851522" y="399478"/>
                </a:lnTo>
                <a:lnTo>
                  <a:pt x="843356" y="409194"/>
                </a:lnTo>
                <a:lnTo>
                  <a:pt x="834898" y="417766"/>
                </a:lnTo>
                <a:lnTo>
                  <a:pt x="826020" y="425196"/>
                </a:lnTo>
                <a:lnTo>
                  <a:pt x="826020" y="428244"/>
                </a:lnTo>
                <a:lnTo>
                  <a:pt x="876312" y="428244"/>
                </a:lnTo>
                <a:lnTo>
                  <a:pt x="894600" y="405104"/>
                </a:lnTo>
                <a:lnTo>
                  <a:pt x="924318" y="357098"/>
                </a:lnTo>
                <a:lnTo>
                  <a:pt x="944867" y="305943"/>
                </a:lnTo>
                <a:lnTo>
                  <a:pt x="955675" y="246507"/>
                </a:lnTo>
                <a:lnTo>
                  <a:pt x="957084" y="21336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" name="object 40"/>
          <p:cNvSpPr/>
          <p:nvPr/>
        </p:nvSpPr>
        <p:spPr>
          <a:xfrm>
            <a:off x="8822435" y="3649979"/>
            <a:ext cx="356870" cy="401320"/>
          </a:xfrm>
          <a:custGeom>
            <a:avLst/>
            <a:gdLst/>
            <a:ahLst/>
            <a:cxnLst/>
            <a:rect l="l" t="t" r="r" b="b"/>
            <a:pathLst>
              <a:path w="356870" h="401320">
                <a:moveTo>
                  <a:pt x="53340" y="89916"/>
                </a:moveTo>
                <a:lnTo>
                  <a:pt x="42672" y="89916"/>
                </a:lnTo>
                <a:lnTo>
                  <a:pt x="50696" y="61936"/>
                </a:lnTo>
                <a:lnTo>
                  <a:pt x="56578" y="37528"/>
                </a:lnTo>
                <a:lnTo>
                  <a:pt x="60459" y="16835"/>
                </a:lnTo>
                <a:lnTo>
                  <a:pt x="62484" y="0"/>
                </a:lnTo>
                <a:lnTo>
                  <a:pt x="100584" y="19812"/>
                </a:lnTo>
                <a:lnTo>
                  <a:pt x="91487" y="27551"/>
                </a:lnTo>
                <a:lnTo>
                  <a:pt x="80391" y="41719"/>
                </a:lnTo>
                <a:lnTo>
                  <a:pt x="67579" y="62460"/>
                </a:lnTo>
                <a:lnTo>
                  <a:pt x="53340" y="89916"/>
                </a:lnTo>
                <a:close/>
              </a:path>
              <a:path w="356870" h="401320">
                <a:moveTo>
                  <a:pt x="147828" y="190500"/>
                </a:moveTo>
                <a:lnTo>
                  <a:pt x="141732" y="187452"/>
                </a:lnTo>
                <a:lnTo>
                  <a:pt x="158877" y="159972"/>
                </a:lnTo>
                <a:lnTo>
                  <a:pt x="173736" y="134493"/>
                </a:lnTo>
                <a:lnTo>
                  <a:pt x="196596" y="88392"/>
                </a:lnTo>
                <a:lnTo>
                  <a:pt x="211264" y="44958"/>
                </a:lnTo>
                <a:lnTo>
                  <a:pt x="222503" y="1524"/>
                </a:lnTo>
                <a:lnTo>
                  <a:pt x="260603" y="22860"/>
                </a:lnTo>
                <a:lnTo>
                  <a:pt x="252864" y="30837"/>
                </a:lnTo>
                <a:lnTo>
                  <a:pt x="243268" y="45529"/>
                </a:lnTo>
                <a:lnTo>
                  <a:pt x="231671" y="66794"/>
                </a:lnTo>
                <a:lnTo>
                  <a:pt x="217932" y="94488"/>
                </a:lnTo>
                <a:lnTo>
                  <a:pt x="348996" y="94488"/>
                </a:lnTo>
                <a:lnTo>
                  <a:pt x="356616" y="102108"/>
                </a:lnTo>
                <a:lnTo>
                  <a:pt x="352806" y="105156"/>
                </a:lnTo>
                <a:lnTo>
                  <a:pt x="213360" y="105156"/>
                </a:lnTo>
                <a:lnTo>
                  <a:pt x="197977" y="129420"/>
                </a:lnTo>
                <a:lnTo>
                  <a:pt x="181737" y="151828"/>
                </a:lnTo>
                <a:lnTo>
                  <a:pt x="164925" y="172235"/>
                </a:lnTo>
                <a:lnTo>
                  <a:pt x="147828" y="190500"/>
                </a:lnTo>
                <a:close/>
              </a:path>
              <a:path w="356870" h="401320">
                <a:moveTo>
                  <a:pt x="145288" y="89916"/>
                </a:moveTo>
                <a:lnTo>
                  <a:pt x="111252" y="89916"/>
                </a:lnTo>
                <a:lnTo>
                  <a:pt x="128016" y="71628"/>
                </a:lnTo>
                <a:lnTo>
                  <a:pt x="145288" y="89916"/>
                </a:lnTo>
                <a:close/>
              </a:path>
              <a:path w="356870" h="401320">
                <a:moveTo>
                  <a:pt x="0" y="397764"/>
                </a:moveTo>
                <a:lnTo>
                  <a:pt x="820" y="359664"/>
                </a:lnTo>
                <a:lnTo>
                  <a:pt x="917" y="353568"/>
                </a:lnTo>
                <a:lnTo>
                  <a:pt x="1333" y="316230"/>
                </a:lnTo>
                <a:lnTo>
                  <a:pt x="1425" y="176784"/>
                </a:lnTo>
                <a:lnTo>
                  <a:pt x="1301" y="151828"/>
                </a:lnTo>
                <a:lnTo>
                  <a:pt x="881" y="114681"/>
                </a:lnTo>
                <a:lnTo>
                  <a:pt x="0" y="74676"/>
                </a:lnTo>
                <a:lnTo>
                  <a:pt x="25908" y="89916"/>
                </a:lnTo>
                <a:lnTo>
                  <a:pt x="145288" y="89916"/>
                </a:lnTo>
                <a:lnTo>
                  <a:pt x="153924" y="99060"/>
                </a:lnTo>
                <a:lnTo>
                  <a:pt x="151828" y="100584"/>
                </a:lnTo>
                <a:lnTo>
                  <a:pt x="24384" y="100584"/>
                </a:lnTo>
                <a:lnTo>
                  <a:pt x="24384" y="211836"/>
                </a:lnTo>
                <a:lnTo>
                  <a:pt x="137205" y="211836"/>
                </a:lnTo>
                <a:lnTo>
                  <a:pt x="137219" y="222504"/>
                </a:lnTo>
                <a:lnTo>
                  <a:pt x="24384" y="222504"/>
                </a:lnTo>
                <a:lnTo>
                  <a:pt x="24384" y="342900"/>
                </a:lnTo>
                <a:lnTo>
                  <a:pt x="137905" y="342900"/>
                </a:lnTo>
                <a:lnTo>
                  <a:pt x="137940" y="346069"/>
                </a:lnTo>
                <a:lnTo>
                  <a:pt x="138123" y="353568"/>
                </a:lnTo>
                <a:lnTo>
                  <a:pt x="24384" y="353568"/>
                </a:lnTo>
                <a:lnTo>
                  <a:pt x="24384" y="384048"/>
                </a:lnTo>
                <a:lnTo>
                  <a:pt x="0" y="397764"/>
                </a:lnTo>
                <a:close/>
              </a:path>
              <a:path w="356870" h="401320">
                <a:moveTo>
                  <a:pt x="348996" y="94488"/>
                </a:moveTo>
                <a:lnTo>
                  <a:pt x="310896" y="94488"/>
                </a:lnTo>
                <a:lnTo>
                  <a:pt x="330708" y="76200"/>
                </a:lnTo>
                <a:lnTo>
                  <a:pt x="348996" y="94488"/>
                </a:lnTo>
                <a:close/>
              </a:path>
              <a:path w="356870" h="401320">
                <a:moveTo>
                  <a:pt x="137205" y="211836"/>
                </a:moveTo>
                <a:lnTo>
                  <a:pt x="114300" y="211836"/>
                </a:lnTo>
                <a:lnTo>
                  <a:pt x="114300" y="100584"/>
                </a:lnTo>
                <a:lnTo>
                  <a:pt x="151828" y="100584"/>
                </a:lnTo>
                <a:lnTo>
                  <a:pt x="137160" y="111252"/>
                </a:lnTo>
                <a:lnTo>
                  <a:pt x="137205" y="211836"/>
                </a:lnTo>
                <a:close/>
              </a:path>
              <a:path w="356870" h="401320">
                <a:moveTo>
                  <a:pt x="326904" y="359664"/>
                </a:moveTo>
                <a:lnTo>
                  <a:pt x="283464" y="359664"/>
                </a:lnTo>
                <a:lnTo>
                  <a:pt x="291750" y="357687"/>
                </a:lnTo>
                <a:lnTo>
                  <a:pt x="298323" y="351853"/>
                </a:lnTo>
                <a:lnTo>
                  <a:pt x="308586" y="304038"/>
                </a:lnTo>
                <a:lnTo>
                  <a:pt x="310705" y="258318"/>
                </a:lnTo>
                <a:lnTo>
                  <a:pt x="312539" y="192024"/>
                </a:lnTo>
                <a:lnTo>
                  <a:pt x="313944" y="105156"/>
                </a:lnTo>
                <a:lnTo>
                  <a:pt x="352806" y="105156"/>
                </a:lnTo>
                <a:lnTo>
                  <a:pt x="341376" y="114300"/>
                </a:lnTo>
                <a:lnTo>
                  <a:pt x="339535" y="188561"/>
                </a:lnTo>
                <a:lnTo>
                  <a:pt x="337620" y="248631"/>
                </a:lnTo>
                <a:lnTo>
                  <a:pt x="335560" y="294583"/>
                </a:lnTo>
                <a:lnTo>
                  <a:pt x="333280" y="326489"/>
                </a:lnTo>
                <a:lnTo>
                  <a:pt x="330708" y="344424"/>
                </a:lnTo>
                <a:lnTo>
                  <a:pt x="327874" y="357020"/>
                </a:lnTo>
                <a:lnTo>
                  <a:pt x="326904" y="359664"/>
                </a:lnTo>
                <a:close/>
              </a:path>
              <a:path w="356870" h="401320">
                <a:moveTo>
                  <a:pt x="231648" y="268224"/>
                </a:moveTo>
                <a:lnTo>
                  <a:pt x="230124" y="268224"/>
                </a:lnTo>
                <a:lnTo>
                  <a:pt x="226742" y="266771"/>
                </a:lnTo>
                <a:lnTo>
                  <a:pt x="223647" y="262318"/>
                </a:lnTo>
                <a:lnTo>
                  <a:pt x="221122" y="254722"/>
                </a:lnTo>
                <a:lnTo>
                  <a:pt x="219456" y="243840"/>
                </a:lnTo>
                <a:lnTo>
                  <a:pt x="214884" y="226718"/>
                </a:lnTo>
                <a:lnTo>
                  <a:pt x="208026" y="209740"/>
                </a:lnTo>
                <a:lnTo>
                  <a:pt x="198882" y="193047"/>
                </a:lnTo>
                <a:lnTo>
                  <a:pt x="187452" y="176784"/>
                </a:lnTo>
                <a:lnTo>
                  <a:pt x="190500" y="170688"/>
                </a:lnTo>
                <a:lnTo>
                  <a:pt x="224028" y="198310"/>
                </a:lnTo>
                <a:lnTo>
                  <a:pt x="246888" y="234696"/>
                </a:lnTo>
                <a:lnTo>
                  <a:pt x="246888" y="246888"/>
                </a:lnTo>
                <a:lnTo>
                  <a:pt x="243840" y="254508"/>
                </a:lnTo>
                <a:lnTo>
                  <a:pt x="239267" y="260603"/>
                </a:lnTo>
                <a:lnTo>
                  <a:pt x="231648" y="268224"/>
                </a:lnTo>
                <a:close/>
              </a:path>
              <a:path w="356870" h="401320">
                <a:moveTo>
                  <a:pt x="137905" y="342900"/>
                </a:moveTo>
                <a:lnTo>
                  <a:pt x="114300" y="342900"/>
                </a:lnTo>
                <a:lnTo>
                  <a:pt x="114300" y="222504"/>
                </a:lnTo>
                <a:lnTo>
                  <a:pt x="137219" y="222504"/>
                </a:lnTo>
                <a:lnTo>
                  <a:pt x="137331" y="268224"/>
                </a:lnTo>
                <a:lnTo>
                  <a:pt x="137489" y="304373"/>
                </a:lnTo>
                <a:lnTo>
                  <a:pt x="137905" y="342900"/>
                </a:lnTo>
                <a:close/>
              </a:path>
              <a:path w="356870" h="401320">
                <a:moveTo>
                  <a:pt x="277367" y="400812"/>
                </a:moveTo>
                <a:lnTo>
                  <a:pt x="271129" y="387953"/>
                </a:lnTo>
                <a:lnTo>
                  <a:pt x="259461" y="376809"/>
                </a:lnTo>
                <a:lnTo>
                  <a:pt x="242649" y="367379"/>
                </a:lnTo>
                <a:lnTo>
                  <a:pt x="220979" y="359664"/>
                </a:lnTo>
                <a:lnTo>
                  <a:pt x="220979" y="350520"/>
                </a:lnTo>
                <a:lnTo>
                  <a:pt x="241030" y="354520"/>
                </a:lnTo>
                <a:lnTo>
                  <a:pt x="257937" y="357378"/>
                </a:lnTo>
                <a:lnTo>
                  <a:pt x="271986" y="359092"/>
                </a:lnTo>
                <a:lnTo>
                  <a:pt x="283464" y="359664"/>
                </a:lnTo>
                <a:lnTo>
                  <a:pt x="326904" y="359664"/>
                </a:lnTo>
                <a:lnTo>
                  <a:pt x="324040" y="367474"/>
                </a:lnTo>
                <a:lnTo>
                  <a:pt x="289083" y="396240"/>
                </a:lnTo>
                <a:lnTo>
                  <a:pt x="277367" y="400812"/>
                </a:lnTo>
                <a:close/>
              </a:path>
              <a:path w="356870" h="401320">
                <a:moveTo>
                  <a:pt x="114300" y="390144"/>
                </a:moveTo>
                <a:lnTo>
                  <a:pt x="114300" y="353568"/>
                </a:lnTo>
                <a:lnTo>
                  <a:pt x="138123" y="353568"/>
                </a:lnTo>
                <a:lnTo>
                  <a:pt x="138684" y="376428"/>
                </a:lnTo>
                <a:lnTo>
                  <a:pt x="114300" y="39014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" name="object 41"/>
          <p:cNvSpPr/>
          <p:nvPr/>
        </p:nvSpPr>
        <p:spPr>
          <a:xfrm>
            <a:off x="9232392" y="3646932"/>
            <a:ext cx="403860" cy="410209"/>
          </a:xfrm>
          <a:custGeom>
            <a:avLst/>
            <a:gdLst/>
            <a:ahLst/>
            <a:cxnLst/>
            <a:rect l="l" t="t" r="r" b="b"/>
            <a:pathLst>
              <a:path w="403859" h="410210">
                <a:moveTo>
                  <a:pt x="185928" y="71628"/>
                </a:moveTo>
                <a:lnTo>
                  <a:pt x="156972" y="71628"/>
                </a:lnTo>
                <a:lnTo>
                  <a:pt x="165496" y="51006"/>
                </a:lnTo>
                <a:lnTo>
                  <a:pt x="172593" y="32385"/>
                </a:lnTo>
                <a:lnTo>
                  <a:pt x="177974" y="15478"/>
                </a:lnTo>
                <a:lnTo>
                  <a:pt x="181356" y="0"/>
                </a:lnTo>
                <a:lnTo>
                  <a:pt x="224028" y="24384"/>
                </a:lnTo>
                <a:lnTo>
                  <a:pt x="207264" y="32004"/>
                </a:lnTo>
                <a:lnTo>
                  <a:pt x="201572" y="43767"/>
                </a:lnTo>
                <a:lnTo>
                  <a:pt x="196024" y="54102"/>
                </a:lnTo>
                <a:lnTo>
                  <a:pt x="190761" y="63293"/>
                </a:lnTo>
                <a:lnTo>
                  <a:pt x="185928" y="71628"/>
                </a:lnTo>
                <a:close/>
              </a:path>
              <a:path w="403859" h="410210">
                <a:moveTo>
                  <a:pt x="15240" y="86868"/>
                </a:moveTo>
                <a:lnTo>
                  <a:pt x="0" y="71628"/>
                </a:lnTo>
                <a:lnTo>
                  <a:pt x="333756" y="71628"/>
                </a:lnTo>
                <a:lnTo>
                  <a:pt x="364236" y="42672"/>
                </a:lnTo>
                <a:lnTo>
                  <a:pt x="403860" y="82296"/>
                </a:lnTo>
                <a:lnTo>
                  <a:pt x="57912" y="82296"/>
                </a:lnTo>
                <a:lnTo>
                  <a:pt x="46743" y="82581"/>
                </a:lnTo>
                <a:lnTo>
                  <a:pt x="36004" y="83439"/>
                </a:lnTo>
                <a:lnTo>
                  <a:pt x="25550" y="84867"/>
                </a:lnTo>
                <a:lnTo>
                  <a:pt x="15240" y="86868"/>
                </a:lnTo>
                <a:close/>
              </a:path>
              <a:path w="403859" h="410210">
                <a:moveTo>
                  <a:pt x="6096" y="269748"/>
                </a:moveTo>
                <a:lnTo>
                  <a:pt x="0" y="265176"/>
                </a:lnTo>
                <a:lnTo>
                  <a:pt x="23407" y="245721"/>
                </a:lnTo>
                <a:lnTo>
                  <a:pt x="45529" y="226123"/>
                </a:lnTo>
                <a:lnTo>
                  <a:pt x="85344" y="185928"/>
                </a:lnTo>
                <a:lnTo>
                  <a:pt x="119634" y="139255"/>
                </a:lnTo>
                <a:lnTo>
                  <a:pt x="153924" y="82296"/>
                </a:lnTo>
                <a:lnTo>
                  <a:pt x="182880" y="82296"/>
                </a:lnTo>
                <a:lnTo>
                  <a:pt x="173474" y="99131"/>
                </a:lnTo>
                <a:lnTo>
                  <a:pt x="163639" y="115252"/>
                </a:lnTo>
                <a:lnTo>
                  <a:pt x="153519" y="130516"/>
                </a:lnTo>
                <a:lnTo>
                  <a:pt x="143256" y="144780"/>
                </a:lnTo>
                <a:lnTo>
                  <a:pt x="327558" y="144780"/>
                </a:lnTo>
                <a:lnTo>
                  <a:pt x="335280" y="150876"/>
                </a:lnTo>
                <a:lnTo>
                  <a:pt x="328748" y="155448"/>
                </a:lnTo>
                <a:lnTo>
                  <a:pt x="135636" y="155448"/>
                </a:lnTo>
                <a:lnTo>
                  <a:pt x="135636" y="182880"/>
                </a:lnTo>
                <a:lnTo>
                  <a:pt x="111252" y="182880"/>
                </a:lnTo>
                <a:lnTo>
                  <a:pt x="86677" y="208026"/>
                </a:lnTo>
                <a:lnTo>
                  <a:pt x="60960" y="230886"/>
                </a:lnTo>
                <a:lnTo>
                  <a:pt x="34099" y="251460"/>
                </a:lnTo>
                <a:lnTo>
                  <a:pt x="6096" y="269748"/>
                </a:lnTo>
                <a:close/>
              </a:path>
              <a:path w="403859" h="410210">
                <a:moveTo>
                  <a:pt x="327558" y="144780"/>
                </a:moveTo>
                <a:lnTo>
                  <a:pt x="292608" y="144780"/>
                </a:lnTo>
                <a:lnTo>
                  <a:pt x="306324" y="128016"/>
                </a:lnTo>
                <a:lnTo>
                  <a:pt x="327558" y="144780"/>
                </a:lnTo>
                <a:close/>
              </a:path>
              <a:path w="403859" h="410210">
                <a:moveTo>
                  <a:pt x="320040" y="216408"/>
                </a:moveTo>
                <a:lnTo>
                  <a:pt x="295655" y="216408"/>
                </a:lnTo>
                <a:lnTo>
                  <a:pt x="295655" y="155448"/>
                </a:lnTo>
                <a:lnTo>
                  <a:pt x="328748" y="155448"/>
                </a:lnTo>
                <a:lnTo>
                  <a:pt x="320040" y="161544"/>
                </a:lnTo>
                <a:lnTo>
                  <a:pt x="320040" y="216408"/>
                </a:lnTo>
                <a:close/>
              </a:path>
              <a:path w="403859" h="410210">
                <a:moveTo>
                  <a:pt x="109728" y="409956"/>
                </a:moveTo>
                <a:lnTo>
                  <a:pt x="110609" y="384548"/>
                </a:lnTo>
                <a:lnTo>
                  <a:pt x="111061" y="338137"/>
                </a:lnTo>
                <a:lnTo>
                  <a:pt x="111170" y="294132"/>
                </a:lnTo>
                <a:lnTo>
                  <a:pt x="111252" y="182880"/>
                </a:lnTo>
                <a:lnTo>
                  <a:pt x="135636" y="182880"/>
                </a:lnTo>
                <a:lnTo>
                  <a:pt x="135636" y="216408"/>
                </a:lnTo>
                <a:lnTo>
                  <a:pt x="320040" y="216408"/>
                </a:lnTo>
                <a:lnTo>
                  <a:pt x="320040" y="227076"/>
                </a:lnTo>
                <a:lnTo>
                  <a:pt x="135636" y="227076"/>
                </a:lnTo>
                <a:lnTo>
                  <a:pt x="135636" y="283464"/>
                </a:lnTo>
                <a:lnTo>
                  <a:pt x="320040" y="283464"/>
                </a:lnTo>
                <a:lnTo>
                  <a:pt x="320040" y="294132"/>
                </a:lnTo>
                <a:lnTo>
                  <a:pt x="135636" y="294132"/>
                </a:lnTo>
                <a:lnTo>
                  <a:pt x="135636" y="393192"/>
                </a:lnTo>
                <a:lnTo>
                  <a:pt x="109728" y="409956"/>
                </a:lnTo>
                <a:close/>
              </a:path>
              <a:path w="403859" h="410210">
                <a:moveTo>
                  <a:pt x="320040" y="283464"/>
                </a:moveTo>
                <a:lnTo>
                  <a:pt x="295655" y="283464"/>
                </a:lnTo>
                <a:lnTo>
                  <a:pt x="295655" y="227076"/>
                </a:lnTo>
                <a:lnTo>
                  <a:pt x="320040" y="227076"/>
                </a:lnTo>
                <a:lnTo>
                  <a:pt x="320040" y="283464"/>
                </a:lnTo>
                <a:close/>
              </a:path>
              <a:path w="403859" h="410210">
                <a:moveTo>
                  <a:pt x="319493" y="370332"/>
                </a:moveTo>
                <a:lnTo>
                  <a:pt x="291084" y="370332"/>
                </a:lnTo>
                <a:lnTo>
                  <a:pt x="295655" y="365760"/>
                </a:lnTo>
                <a:lnTo>
                  <a:pt x="295655" y="294132"/>
                </a:lnTo>
                <a:lnTo>
                  <a:pt x="320040" y="294132"/>
                </a:lnTo>
                <a:lnTo>
                  <a:pt x="319954" y="367760"/>
                </a:lnTo>
                <a:lnTo>
                  <a:pt x="319493" y="370332"/>
                </a:lnTo>
                <a:close/>
              </a:path>
              <a:path w="403859" h="410210">
                <a:moveTo>
                  <a:pt x="281940" y="409956"/>
                </a:moveTo>
                <a:lnTo>
                  <a:pt x="279915" y="399335"/>
                </a:lnTo>
                <a:lnTo>
                  <a:pt x="271462" y="390144"/>
                </a:lnTo>
                <a:lnTo>
                  <a:pt x="256436" y="382095"/>
                </a:lnTo>
                <a:lnTo>
                  <a:pt x="234696" y="374904"/>
                </a:lnTo>
                <a:lnTo>
                  <a:pt x="234696" y="365760"/>
                </a:lnTo>
                <a:lnTo>
                  <a:pt x="248697" y="367760"/>
                </a:lnTo>
                <a:lnTo>
                  <a:pt x="260985" y="369189"/>
                </a:lnTo>
                <a:lnTo>
                  <a:pt x="271557" y="370046"/>
                </a:lnTo>
                <a:lnTo>
                  <a:pt x="280416" y="370332"/>
                </a:lnTo>
                <a:lnTo>
                  <a:pt x="319493" y="370332"/>
                </a:lnTo>
                <a:lnTo>
                  <a:pt x="317730" y="380166"/>
                </a:lnTo>
                <a:lnTo>
                  <a:pt x="310705" y="391477"/>
                </a:lnTo>
                <a:lnTo>
                  <a:pt x="298823" y="401359"/>
                </a:lnTo>
                <a:lnTo>
                  <a:pt x="281940" y="40995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" name="object 42"/>
          <p:cNvSpPr/>
          <p:nvPr/>
        </p:nvSpPr>
        <p:spPr>
          <a:xfrm>
            <a:off x="2121395" y="4184903"/>
            <a:ext cx="855344" cy="405765"/>
          </a:xfrm>
          <a:custGeom>
            <a:avLst/>
            <a:gdLst/>
            <a:ahLst/>
            <a:cxnLst/>
            <a:rect l="l" t="t" r="r" b="b"/>
            <a:pathLst>
              <a:path w="855344" h="405764">
                <a:moveTo>
                  <a:pt x="248412" y="33528"/>
                </a:moveTo>
                <a:lnTo>
                  <a:pt x="207505" y="5461"/>
                </a:lnTo>
                <a:lnTo>
                  <a:pt x="193548" y="0"/>
                </a:lnTo>
                <a:lnTo>
                  <a:pt x="190500" y="6096"/>
                </a:lnTo>
                <a:lnTo>
                  <a:pt x="200152" y="15227"/>
                </a:lnTo>
                <a:lnTo>
                  <a:pt x="208597" y="24574"/>
                </a:lnTo>
                <a:lnTo>
                  <a:pt x="215582" y="34175"/>
                </a:lnTo>
                <a:lnTo>
                  <a:pt x="220980" y="44196"/>
                </a:lnTo>
                <a:lnTo>
                  <a:pt x="225552" y="56388"/>
                </a:lnTo>
                <a:lnTo>
                  <a:pt x="230124" y="60960"/>
                </a:lnTo>
                <a:lnTo>
                  <a:pt x="236220" y="57912"/>
                </a:lnTo>
                <a:lnTo>
                  <a:pt x="240792" y="53340"/>
                </a:lnTo>
                <a:lnTo>
                  <a:pt x="243840" y="48768"/>
                </a:lnTo>
                <a:lnTo>
                  <a:pt x="246888" y="41148"/>
                </a:lnTo>
                <a:lnTo>
                  <a:pt x="248412" y="33528"/>
                </a:lnTo>
                <a:close/>
              </a:path>
              <a:path w="855344" h="405764">
                <a:moveTo>
                  <a:pt x="397764" y="71628"/>
                </a:moveTo>
                <a:lnTo>
                  <a:pt x="387096" y="60960"/>
                </a:lnTo>
                <a:lnTo>
                  <a:pt x="361188" y="35052"/>
                </a:lnTo>
                <a:lnTo>
                  <a:pt x="335280" y="60960"/>
                </a:lnTo>
                <a:lnTo>
                  <a:pt x="230124" y="60960"/>
                </a:lnTo>
                <a:lnTo>
                  <a:pt x="80772" y="60960"/>
                </a:lnTo>
                <a:lnTo>
                  <a:pt x="54864" y="45720"/>
                </a:lnTo>
                <a:lnTo>
                  <a:pt x="55079" y="80568"/>
                </a:lnTo>
                <a:lnTo>
                  <a:pt x="55333" y="104165"/>
                </a:lnTo>
                <a:lnTo>
                  <a:pt x="55460" y="121920"/>
                </a:lnTo>
                <a:lnTo>
                  <a:pt x="54864" y="176784"/>
                </a:lnTo>
                <a:lnTo>
                  <a:pt x="51816" y="234124"/>
                </a:lnTo>
                <a:lnTo>
                  <a:pt x="44196" y="288036"/>
                </a:lnTo>
                <a:lnTo>
                  <a:pt x="28384" y="341376"/>
                </a:lnTo>
                <a:lnTo>
                  <a:pt x="0" y="399288"/>
                </a:lnTo>
                <a:lnTo>
                  <a:pt x="6096" y="403860"/>
                </a:lnTo>
                <a:lnTo>
                  <a:pt x="40576" y="348805"/>
                </a:lnTo>
                <a:lnTo>
                  <a:pt x="62484" y="297180"/>
                </a:lnTo>
                <a:lnTo>
                  <a:pt x="73723" y="244602"/>
                </a:lnTo>
                <a:lnTo>
                  <a:pt x="79248" y="192024"/>
                </a:lnTo>
                <a:lnTo>
                  <a:pt x="79413" y="173736"/>
                </a:lnTo>
                <a:lnTo>
                  <a:pt x="79540" y="162026"/>
                </a:lnTo>
                <a:lnTo>
                  <a:pt x="80543" y="104165"/>
                </a:lnTo>
                <a:lnTo>
                  <a:pt x="80772" y="71628"/>
                </a:lnTo>
                <a:lnTo>
                  <a:pt x="397764" y="71628"/>
                </a:lnTo>
                <a:close/>
              </a:path>
              <a:path w="855344" h="405764">
                <a:moveTo>
                  <a:pt x="403860" y="224028"/>
                </a:moveTo>
                <a:lnTo>
                  <a:pt x="400672" y="220980"/>
                </a:lnTo>
                <a:lnTo>
                  <a:pt x="370332" y="192024"/>
                </a:lnTo>
                <a:lnTo>
                  <a:pt x="355092" y="210312"/>
                </a:lnTo>
                <a:lnTo>
                  <a:pt x="249936" y="210312"/>
                </a:lnTo>
                <a:lnTo>
                  <a:pt x="256032" y="204216"/>
                </a:lnTo>
                <a:lnTo>
                  <a:pt x="260604" y="198120"/>
                </a:lnTo>
                <a:lnTo>
                  <a:pt x="260604" y="193548"/>
                </a:lnTo>
                <a:lnTo>
                  <a:pt x="262128" y="187452"/>
                </a:lnTo>
                <a:lnTo>
                  <a:pt x="260604" y="181356"/>
                </a:lnTo>
                <a:lnTo>
                  <a:pt x="254508" y="173736"/>
                </a:lnTo>
                <a:lnTo>
                  <a:pt x="262204" y="169164"/>
                </a:lnTo>
                <a:lnTo>
                  <a:pt x="307873" y="143738"/>
                </a:lnTo>
                <a:lnTo>
                  <a:pt x="344805" y="128206"/>
                </a:lnTo>
                <a:lnTo>
                  <a:pt x="365760" y="124968"/>
                </a:lnTo>
                <a:lnTo>
                  <a:pt x="358140" y="115824"/>
                </a:lnTo>
                <a:lnTo>
                  <a:pt x="335280" y="88392"/>
                </a:lnTo>
                <a:lnTo>
                  <a:pt x="316992" y="106680"/>
                </a:lnTo>
                <a:lnTo>
                  <a:pt x="117348" y="106680"/>
                </a:lnTo>
                <a:lnTo>
                  <a:pt x="132588" y="121920"/>
                </a:lnTo>
                <a:lnTo>
                  <a:pt x="142024" y="119684"/>
                </a:lnTo>
                <a:lnTo>
                  <a:pt x="152019" y="117729"/>
                </a:lnTo>
                <a:lnTo>
                  <a:pt x="162598" y="116357"/>
                </a:lnTo>
                <a:lnTo>
                  <a:pt x="173736" y="115824"/>
                </a:lnTo>
                <a:lnTo>
                  <a:pt x="315468" y="115824"/>
                </a:lnTo>
                <a:lnTo>
                  <a:pt x="246888" y="169164"/>
                </a:lnTo>
                <a:lnTo>
                  <a:pt x="231457" y="160858"/>
                </a:lnTo>
                <a:lnTo>
                  <a:pt x="217170" y="154114"/>
                </a:lnTo>
                <a:lnTo>
                  <a:pt x="204025" y="148805"/>
                </a:lnTo>
                <a:lnTo>
                  <a:pt x="192024" y="144780"/>
                </a:lnTo>
                <a:lnTo>
                  <a:pt x="187452" y="149352"/>
                </a:lnTo>
                <a:lnTo>
                  <a:pt x="196342" y="156476"/>
                </a:lnTo>
                <a:lnTo>
                  <a:pt x="204787" y="164020"/>
                </a:lnTo>
                <a:lnTo>
                  <a:pt x="232600" y="195643"/>
                </a:lnTo>
                <a:lnTo>
                  <a:pt x="236220" y="210312"/>
                </a:lnTo>
                <a:lnTo>
                  <a:pt x="88392" y="210312"/>
                </a:lnTo>
                <a:lnTo>
                  <a:pt x="105156" y="225552"/>
                </a:lnTo>
                <a:lnTo>
                  <a:pt x="114592" y="223558"/>
                </a:lnTo>
                <a:lnTo>
                  <a:pt x="124587" y="222123"/>
                </a:lnTo>
                <a:lnTo>
                  <a:pt x="135166" y="221272"/>
                </a:lnTo>
                <a:lnTo>
                  <a:pt x="146304" y="220980"/>
                </a:lnTo>
                <a:lnTo>
                  <a:pt x="233172" y="220980"/>
                </a:lnTo>
                <a:lnTo>
                  <a:pt x="233172" y="347472"/>
                </a:lnTo>
                <a:lnTo>
                  <a:pt x="231203" y="356362"/>
                </a:lnTo>
                <a:lnTo>
                  <a:pt x="227647" y="362521"/>
                </a:lnTo>
                <a:lnTo>
                  <a:pt x="222681" y="366128"/>
                </a:lnTo>
                <a:lnTo>
                  <a:pt x="216408" y="367284"/>
                </a:lnTo>
                <a:lnTo>
                  <a:pt x="207556" y="367004"/>
                </a:lnTo>
                <a:lnTo>
                  <a:pt x="196977" y="366141"/>
                </a:lnTo>
                <a:lnTo>
                  <a:pt x="184696" y="364718"/>
                </a:lnTo>
                <a:lnTo>
                  <a:pt x="170688" y="362712"/>
                </a:lnTo>
                <a:lnTo>
                  <a:pt x="170688" y="371856"/>
                </a:lnTo>
                <a:lnTo>
                  <a:pt x="190982" y="378167"/>
                </a:lnTo>
                <a:lnTo>
                  <a:pt x="206121" y="385762"/>
                </a:lnTo>
                <a:lnTo>
                  <a:pt x="216128" y="394792"/>
                </a:lnTo>
                <a:lnTo>
                  <a:pt x="220980" y="405384"/>
                </a:lnTo>
                <a:lnTo>
                  <a:pt x="236105" y="396240"/>
                </a:lnTo>
                <a:lnTo>
                  <a:pt x="247078" y="384810"/>
                </a:lnTo>
                <a:lnTo>
                  <a:pt x="253771" y="371094"/>
                </a:lnTo>
                <a:lnTo>
                  <a:pt x="254317" y="367284"/>
                </a:lnTo>
                <a:lnTo>
                  <a:pt x="256032" y="355092"/>
                </a:lnTo>
                <a:lnTo>
                  <a:pt x="256032" y="220980"/>
                </a:lnTo>
                <a:lnTo>
                  <a:pt x="356616" y="220980"/>
                </a:lnTo>
                <a:lnTo>
                  <a:pt x="332232" y="266700"/>
                </a:lnTo>
                <a:lnTo>
                  <a:pt x="339852" y="269748"/>
                </a:lnTo>
                <a:lnTo>
                  <a:pt x="356717" y="249745"/>
                </a:lnTo>
                <a:lnTo>
                  <a:pt x="372999" y="235458"/>
                </a:lnTo>
                <a:lnTo>
                  <a:pt x="388721" y="226885"/>
                </a:lnTo>
                <a:lnTo>
                  <a:pt x="403860" y="224028"/>
                </a:lnTo>
                <a:close/>
              </a:path>
              <a:path w="855344" h="405764">
                <a:moveTo>
                  <a:pt x="638568" y="74676"/>
                </a:moveTo>
                <a:lnTo>
                  <a:pt x="608088" y="50292"/>
                </a:lnTo>
                <a:lnTo>
                  <a:pt x="594372" y="68580"/>
                </a:lnTo>
                <a:lnTo>
                  <a:pt x="457212" y="68580"/>
                </a:lnTo>
                <a:lnTo>
                  <a:pt x="472452" y="83820"/>
                </a:lnTo>
                <a:lnTo>
                  <a:pt x="482752" y="81584"/>
                </a:lnTo>
                <a:lnTo>
                  <a:pt x="493217" y="79629"/>
                </a:lnTo>
                <a:lnTo>
                  <a:pt x="503948" y="78257"/>
                </a:lnTo>
                <a:lnTo>
                  <a:pt x="515124" y="77724"/>
                </a:lnTo>
                <a:lnTo>
                  <a:pt x="594372" y="77724"/>
                </a:lnTo>
                <a:lnTo>
                  <a:pt x="585228" y="112585"/>
                </a:lnTo>
                <a:lnTo>
                  <a:pt x="576084" y="144018"/>
                </a:lnTo>
                <a:lnTo>
                  <a:pt x="566940" y="172021"/>
                </a:lnTo>
                <a:lnTo>
                  <a:pt x="557796" y="196596"/>
                </a:lnTo>
                <a:lnTo>
                  <a:pt x="539242" y="174904"/>
                </a:lnTo>
                <a:lnTo>
                  <a:pt x="520268" y="153352"/>
                </a:lnTo>
                <a:lnTo>
                  <a:pt x="501103" y="132207"/>
                </a:lnTo>
                <a:lnTo>
                  <a:pt x="481596" y="111252"/>
                </a:lnTo>
                <a:lnTo>
                  <a:pt x="477024" y="115824"/>
                </a:lnTo>
                <a:lnTo>
                  <a:pt x="490169" y="133286"/>
                </a:lnTo>
                <a:lnTo>
                  <a:pt x="506742" y="156019"/>
                </a:lnTo>
                <a:lnTo>
                  <a:pt x="526745" y="184200"/>
                </a:lnTo>
                <a:lnTo>
                  <a:pt x="550176" y="217932"/>
                </a:lnTo>
                <a:lnTo>
                  <a:pt x="541337" y="234505"/>
                </a:lnTo>
                <a:lnTo>
                  <a:pt x="519099" y="271081"/>
                </a:lnTo>
                <a:lnTo>
                  <a:pt x="491096" y="310832"/>
                </a:lnTo>
                <a:lnTo>
                  <a:pt x="460756" y="345744"/>
                </a:lnTo>
                <a:lnTo>
                  <a:pt x="445020" y="361188"/>
                </a:lnTo>
                <a:lnTo>
                  <a:pt x="446544" y="370332"/>
                </a:lnTo>
                <a:lnTo>
                  <a:pt x="486359" y="336232"/>
                </a:lnTo>
                <a:lnTo>
                  <a:pt x="518172" y="303276"/>
                </a:lnTo>
                <a:lnTo>
                  <a:pt x="543318" y="269938"/>
                </a:lnTo>
                <a:lnTo>
                  <a:pt x="563892" y="237744"/>
                </a:lnTo>
                <a:lnTo>
                  <a:pt x="574217" y="262013"/>
                </a:lnTo>
                <a:lnTo>
                  <a:pt x="582561" y="284416"/>
                </a:lnTo>
                <a:lnTo>
                  <a:pt x="589178" y="304825"/>
                </a:lnTo>
                <a:lnTo>
                  <a:pt x="594372" y="323088"/>
                </a:lnTo>
                <a:lnTo>
                  <a:pt x="597560" y="336219"/>
                </a:lnTo>
                <a:lnTo>
                  <a:pt x="600456" y="345744"/>
                </a:lnTo>
                <a:lnTo>
                  <a:pt x="603364" y="351599"/>
                </a:lnTo>
                <a:lnTo>
                  <a:pt x="606564" y="353568"/>
                </a:lnTo>
                <a:lnTo>
                  <a:pt x="608088" y="353568"/>
                </a:lnTo>
                <a:lnTo>
                  <a:pt x="618756" y="342900"/>
                </a:lnTo>
                <a:lnTo>
                  <a:pt x="621804" y="335280"/>
                </a:lnTo>
                <a:lnTo>
                  <a:pt x="621690" y="323088"/>
                </a:lnTo>
                <a:lnTo>
                  <a:pt x="610565" y="276656"/>
                </a:lnTo>
                <a:lnTo>
                  <a:pt x="589991" y="241134"/>
                </a:lnTo>
                <a:lnTo>
                  <a:pt x="587730" y="237744"/>
                </a:lnTo>
                <a:lnTo>
                  <a:pt x="574560" y="217932"/>
                </a:lnTo>
                <a:lnTo>
                  <a:pt x="582853" y="196596"/>
                </a:lnTo>
                <a:lnTo>
                  <a:pt x="585343" y="190195"/>
                </a:lnTo>
                <a:lnTo>
                  <a:pt x="596849" y="159448"/>
                </a:lnTo>
                <a:lnTo>
                  <a:pt x="608634" y="125564"/>
                </a:lnTo>
                <a:lnTo>
                  <a:pt x="620280" y="88392"/>
                </a:lnTo>
                <a:lnTo>
                  <a:pt x="634504" y="77724"/>
                </a:lnTo>
                <a:lnTo>
                  <a:pt x="638568" y="74676"/>
                </a:lnTo>
                <a:close/>
              </a:path>
              <a:path w="855344" h="405764">
                <a:moveTo>
                  <a:pt x="702576" y="237744"/>
                </a:moveTo>
                <a:lnTo>
                  <a:pt x="679792" y="192697"/>
                </a:lnTo>
                <a:lnTo>
                  <a:pt x="650760" y="167640"/>
                </a:lnTo>
                <a:lnTo>
                  <a:pt x="644664" y="170688"/>
                </a:lnTo>
                <a:lnTo>
                  <a:pt x="655802" y="192595"/>
                </a:lnTo>
                <a:lnTo>
                  <a:pt x="664476" y="212979"/>
                </a:lnTo>
                <a:lnTo>
                  <a:pt x="670801" y="231559"/>
                </a:lnTo>
                <a:lnTo>
                  <a:pt x="675144" y="248412"/>
                </a:lnTo>
                <a:lnTo>
                  <a:pt x="675690" y="259295"/>
                </a:lnTo>
                <a:lnTo>
                  <a:pt x="677240" y="266890"/>
                </a:lnTo>
                <a:lnTo>
                  <a:pt x="679640" y="271348"/>
                </a:lnTo>
                <a:lnTo>
                  <a:pt x="682764" y="272796"/>
                </a:lnTo>
                <a:lnTo>
                  <a:pt x="684288" y="272796"/>
                </a:lnTo>
                <a:lnTo>
                  <a:pt x="702005" y="244348"/>
                </a:lnTo>
                <a:lnTo>
                  <a:pt x="702576" y="237744"/>
                </a:lnTo>
                <a:close/>
              </a:path>
              <a:path w="855344" h="405764">
                <a:moveTo>
                  <a:pt x="854976" y="131064"/>
                </a:moveTo>
                <a:lnTo>
                  <a:pt x="822972" y="97536"/>
                </a:lnTo>
                <a:lnTo>
                  <a:pt x="800112" y="120396"/>
                </a:lnTo>
                <a:lnTo>
                  <a:pt x="780300" y="120396"/>
                </a:lnTo>
                <a:lnTo>
                  <a:pt x="780300" y="41148"/>
                </a:lnTo>
                <a:lnTo>
                  <a:pt x="797064" y="27432"/>
                </a:lnTo>
                <a:lnTo>
                  <a:pt x="754392" y="7620"/>
                </a:lnTo>
                <a:lnTo>
                  <a:pt x="755269" y="19392"/>
                </a:lnTo>
                <a:lnTo>
                  <a:pt x="755726" y="32004"/>
                </a:lnTo>
                <a:lnTo>
                  <a:pt x="755827" y="41148"/>
                </a:lnTo>
                <a:lnTo>
                  <a:pt x="755916" y="120396"/>
                </a:lnTo>
                <a:lnTo>
                  <a:pt x="617232" y="120396"/>
                </a:lnTo>
                <a:lnTo>
                  <a:pt x="632472" y="135636"/>
                </a:lnTo>
                <a:lnTo>
                  <a:pt x="642772" y="133642"/>
                </a:lnTo>
                <a:lnTo>
                  <a:pt x="653237" y="132207"/>
                </a:lnTo>
                <a:lnTo>
                  <a:pt x="663968" y="131356"/>
                </a:lnTo>
                <a:lnTo>
                  <a:pt x="675144" y="131064"/>
                </a:lnTo>
                <a:lnTo>
                  <a:pt x="755916" y="131064"/>
                </a:lnTo>
                <a:lnTo>
                  <a:pt x="755916" y="356616"/>
                </a:lnTo>
                <a:lnTo>
                  <a:pt x="752868" y="361188"/>
                </a:lnTo>
                <a:lnTo>
                  <a:pt x="745248" y="361188"/>
                </a:lnTo>
                <a:lnTo>
                  <a:pt x="736930" y="361746"/>
                </a:lnTo>
                <a:lnTo>
                  <a:pt x="723341" y="360997"/>
                </a:lnTo>
                <a:lnTo>
                  <a:pt x="704303" y="358838"/>
                </a:lnTo>
                <a:lnTo>
                  <a:pt x="679716" y="355092"/>
                </a:lnTo>
                <a:lnTo>
                  <a:pt x="679716" y="362712"/>
                </a:lnTo>
                <a:lnTo>
                  <a:pt x="706831" y="373888"/>
                </a:lnTo>
                <a:lnTo>
                  <a:pt x="726389" y="384619"/>
                </a:lnTo>
                <a:lnTo>
                  <a:pt x="738212" y="395084"/>
                </a:lnTo>
                <a:lnTo>
                  <a:pt x="742200" y="405384"/>
                </a:lnTo>
                <a:lnTo>
                  <a:pt x="759079" y="396532"/>
                </a:lnTo>
                <a:lnTo>
                  <a:pt x="770966" y="385953"/>
                </a:lnTo>
                <a:lnTo>
                  <a:pt x="777989" y="373672"/>
                </a:lnTo>
                <a:lnTo>
                  <a:pt x="779957" y="361746"/>
                </a:lnTo>
                <a:lnTo>
                  <a:pt x="780300" y="359664"/>
                </a:lnTo>
                <a:lnTo>
                  <a:pt x="780300" y="131064"/>
                </a:lnTo>
                <a:lnTo>
                  <a:pt x="854976" y="13106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" name="object 43"/>
          <p:cNvSpPr/>
          <p:nvPr/>
        </p:nvSpPr>
        <p:spPr>
          <a:xfrm>
            <a:off x="3049523" y="4184904"/>
            <a:ext cx="356870" cy="402590"/>
          </a:xfrm>
          <a:custGeom>
            <a:avLst/>
            <a:gdLst/>
            <a:ahLst/>
            <a:cxnLst/>
            <a:rect l="l" t="t" r="r" b="b"/>
            <a:pathLst>
              <a:path w="356870" h="402589">
                <a:moveTo>
                  <a:pt x="54864" y="89916"/>
                </a:moveTo>
                <a:lnTo>
                  <a:pt x="44196" y="89916"/>
                </a:lnTo>
                <a:lnTo>
                  <a:pt x="51339" y="62793"/>
                </a:lnTo>
                <a:lnTo>
                  <a:pt x="56769" y="38671"/>
                </a:lnTo>
                <a:lnTo>
                  <a:pt x="60483" y="17692"/>
                </a:lnTo>
                <a:lnTo>
                  <a:pt x="62484" y="0"/>
                </a:lnTo>
                <a:lnTo>
                  <a:pt x="100584" y="21336"/>
                </a:lnTo>
                <a:lnTo>
                  <a:pt x="91725" y="29051"/>
                </a:lnTo>
                <a:lnTo>
                  <a:pt x="81153" y="43053"/>
                </a:lnTo>
                <a:lnTo>
                  <a:pt x="68865" y="63341"/>
                </a:lnTo>
                <a:lnTo>
                  <a:pt x="54864" y="89916"/>
                </a:lnTo>
                <a:close/>
              </a:path>
              <a:path w="356870" h="402589">
                <a:moveTo>
                  <a:pt x="147828" y="192024"/>
                </a:moveTo>
                <a:lnTo>
                  <a:pt x="143256" y="187452"/>
                </a:lnTo>
                <a:lnTo>
                  <a:pt x="160162" y="160615"/>
                </a:lnTo>
                <a:lnTo>
                  <a:pt x="174498" y="135064"/>
                </a:lnTo>
                <a:lnTo>
                  <a:pt x="196596" y="88392"/>
                </a:lnTo>
                <a:lnTo>
                  <a:pt x="211836" y="44958"/>
                </a:lnTo>
                <a:lnTo>
                  <a:pt x="222503" y="1524"/>
                </a:lnTo>
                <a:lnTo>
                  <a:pt x="260603" y="24384"/>
                </a:lnTo>
                <a:lnTo>
                  <a:pt x="252864" y="32146"/>
                </a:lnTo>
                <a:lnTo>
                  <a:pt x="243268" y="46482"/>
                </a:lnTo>
                <a:lnTo>
                  <a:pt x="231671" y="67675"/>
                </a:lnTo>
                <a:lnTo>
                  <a:pt x="217932" y="96012"/>
                </a:lnTo>
                <a:lnTo>
                  <a:pt x="350520" y="96012"/>
                </a:lnTo>
                <a:lnTo>
                  <a:pt x="356616" y="102108"/>
                </a:lnTo>
                <a:lnTo>
                  <a:pt x="350901" y="106680"/>
                </a:lnTo>
                <a:lnTo>
                  <a:pt x="213360" y="106680"/>
                </a:lnTo>
                <a:lnTo>
                  <a:pt x="197977" y="130730"/>
                </a:lnTo>
                <a:lnTo>
                  <a:pt x="181737" y="152781"/>
                </a:lnTo>
                <a:lnTo>
                  <a:pt x="164925" y="173116"/>
                </a:lnTo>
                <a:lnTo>
                  <a:pt x="147828" y="192024"/>
                </a:lnTo>
                <a:close/>
              </a:path>
              <a:path w="356870" h="402589">
                <a:moveTo>
                  <a:pt x="146304" y="89916"/>
                </a:moveTo>
                <a:lnTo>
                  <a:pt x="111252" y="89916"/>
                </a:lnTo>
                <a:lnTo>
                  <a:pt x="129540" y="73152"/>
                </a:lnTo>
                <a:lnTo>
                  <a:pt x="146304" y="89916"/>
                </a:lnTo>
                <a:close/>
              </a:path>
              <a:path w="356870" h="402589">
                <a:moveTo>
                  <a:pt x="0" y="397764"/>
                </a:moveTo>
                <a:lnTo>
                  <a:pt x="834" y="359664"/>
                </a:lnTo>
                <a:lnTo>
                  <a:pt x="914" y="354520"/>
                </a:lnTo>
                <a:lnTo>
                  <a:pt x="1333" y="316992"/>
                </a:lnTo>
                <a:lnTo>
                  <a:pt x="1423" y="176784"/>
                </a:lnTo>
                <a:lnTo>
                  <a:pt x="1309" y="152781"/>
                </a:lnTo>
                <a:lnTo>
                  <a:pt x="881" y="114704"/>
                </a:lnTo>
                <a:lnTo>
                  <a:pt x="0" y="74676"/>
                </a:lnTo>
                <a:lnTo>
                  <a:pt x="25908" y="89916"/>
                </a:lnTo>
                <a:lnTo>
                  <a:pt x="146304" y="89916"/>
                </a:lnTo>
                <a:lnTo>
                  <a:pt x="155448" y="99060"/>
                </a:lnTo>
                <a:lnTo>
                  <a:pt x="153162" y="100584"/>
                </a:lnTo>
                <a:lnTo>
                  <a:pt x="24384" y="100584"/>
                </a:lnTo>
                <a:lnTo>
                  <a:pt x="24384" y="211836"/>
                </a:lnTo>
                <a:lnTo>
                  <a:pt x="137464" y="211836"/>
                </a:lnTo>
                <a:lnTo>
                  <a:pt x="137526" y="222504"/>
                </a:lnTo>
                <a:lnTo>
                  <a:pt x="24384" y="222504"/>
                </a:lnTo>
                <a:lnTo>
                  <a:pt x="24384" y="344424"/>
                </a:lnTo>
                <a:lnTo>
                  <a:pt x="138504" y="344424"/>
                </a:lnTo>
                <a:lnTo>
                  <a:pt x="138567" y="355092"/>
                </a:lnTo>
                <a:lnTo>
                  <a:pt x="24384" y="355092"/>
                </a:lnTo>
                <a:lnTo>
                  <a:pt x="24384" y="384048"/>
                </a:lnTo>
                <a:lnTo>
                  <a:pt x="0" y="397764"/>
                </a:lnTo>
                <a:close/>
              </a:path>
              <a:path w="356870" h="402589">
                <a:moveTo>
                  <a:pt x="350520" y="96012"/>
                </a:moveTo>
                <a:lnTo>
                  <a:pt x="310896" y="96012"/>
                </a:lnTo>
                <a:lnTo>
                  <a:pt x="330708" y="76200"/>
                </a:lnTo>
                <a:lnTo>
                  <a:pt x="350520" y="96012"/>
                </a:lnTo>
                <a:close/>
              </a:path>
              <a:path w="356870" h="402589">
                <a:moveTo>
                  <a:pt x="137464" y="211836"/>
                </a:moveTo>
                <a:lnTo>
                  <a:pt x="114300" y="211836"/>
                </a:lnTo>
                <a:lnTo>
                  <a:pt x="114300" y="100584"/>
                </a:lnTo>
                <a:lnTo>
                  <a:pt x="153162" y="100584"/>
                </a:lnTo>
                <a:lnTo>
                  <a:pt x="137160" y="111252"/>
                </a:lnTo>
                <a:lnTo>
                  <a:pt x="137263" y="160615"/>
                </a:lnTo>
                <a:lnTo>
                  <a:pt x="137367" y="195333"/>
                </a:lnTo>
                <a:lnTo>
                  <a:pt x="137464" y="211836"/>
                </a:lnTo>
                <a:close/>
              </a:path>
              <a:path w="356870" h="402589">
                <a:moveTo>
                  <a:pt x="326904" y="359664"/>
                </a:moveTo>
                <a:lnTo>
                  <a:pt x="283464" y="359664"/>
                </a:lnTo>
                <a:lnTo>
                  <a:pt x="291965" y="357925"/>
                </a:lnTo>
                <a:lnTo>
                  <a:pt x="298894" y="352615"/>
                </a:lnTo>
                <a:lnTo>
                  <a:pt x="308610" y="305562"/>
                </a:lnTo>
                <a:lnTo>
                  <a:pt x="310896" y="259842"/>
                </a:lnTo>
                <a:lnTo>
                  <a:pt x="313222" y="192024"/>
                </a:lnTo>
                <a:lnTo>
                  <a:pt x="315467" y="106680"/>
                </a:lnTo>
                <a:lnTo>
                  <a:pt x="350901" y="106680"/>
                </a:lnTo>
                <a:lnTo>
                  <a:pt x="341376" y="114300"/>
                </a:lnTo>
                <a:lnTo>
                  <a:pt x="339535" y="188707"/>
                </a:lnTo>
                <a:lnTo>
                  <a:pt x="337620" y="249070"/>
                </a:lnTo>
                <a:lnTo>
                  <a:pt x="335560" y="295241"/>
                </a:lnTo>
                <a:lnTo>
                  <a:pt x="333280" y="327074"/>
                </a:lnTo>
                <a:lnTo>
                  <a:pt x="330708" y="344424"/>
                </a:lnTo>
                <a:lnTo>
                  <a:pt x="327874" y="357020"/>
                </a:lnTo>
                <a:lnTo>
                  <a:pt x="326904" y="359664"/>
                </a:lnTo>
                <a:close/>
              </a:path>
              <a:path w="356870" h="402589">
                <a:moveTo>
                  <a:pt x="231648" y="269748"/>
                </a:moveTo>
                <a:lnTo>
                  <a:pt x="230124" y="269748"/>
                </a:lnTo>
                <a:lnTo>
                  <a:pt x="226742" y="268295"/>
                </a:lnTo>
                <a:lnTo>
                  <a:pt x="223647" y="263842"/>
                </a:lnTo>
                <a:lnTo>
                  <a:pt x="221122" y="256246"/>
                </a:lnTo>
                <a:lnTo>
                  <a:pt x="219456" y="245364"/>
                </a:lnTo>
                <a:lnTo>
                  <a:pt x="214884" y="228219"/>
                </a:lnTo>
                <a:lnTo>
                  <a:pt x="208026" y="211074"/>
                </a:lnTo>
                <a:lnTo>
                  <a:pt x="198882" y="193929"/>
                </a:lnTo>
                <a:lnTo>
                  <a:pt x="187452" y="176784"/>
                </a:lnTo>
                <a:lnTo>
                  <a:pt x="192024" y="172212"/>
                </a:lnTo>
                <a:lnTo>
                  <a:pt x="224409" y="199644"/>
                </a:lnTo>
                <a:lnTo>
                  <a:pt x="246888" y="234696"/>
                </a:lnTo>
                <a:lnTo>
                  <a:pt x="246888" y="248412"/>
                </a:lnTo>
                <a:lnTo>
                  <a:pt x="245364" y="254508"/>
                </a:lnTo>
                <a:lnTo>
                  <a:pt x="236220" y="266700"/>
                </a:lnTo>
                <a:lnTo>
                  <a:pt x="231648" y="269748"/>
                </a:lnTo>
                <a:close/>
              </a:path>
              <a:path w="356870" h="402589">
                <a:moveTo>
                  <a:pt x="138504" y="344424"/>
                </a:moveTo>
                <a:lnTo>
                  <a:pt x="114300" y="344424"/>
                </a:lnTo>
                <a:lnTo>
                  <a:pt x="114300" y="222504"/>
                </a:lnTo>
                <a:lnTo>
                  <a:pt x="137526" y="222504"/>
                </a:lnTo>
                <a:lnTo>
                  <a:pt x="137723" y="254508"/>
                </a:lnTo>
                <a:lnTo>
                  <a:pt x="138504" y="344424"/>
                </a:lnTo>
                <a:close/>
              </a:path>
              <a:path w="356870" h="402589">
                <a:moveTo>
                  <a:pt x="278891" y="402336"/>
                </a:moveTo>
                <a:lnTo>
                  <a:pt x="271772" y="388596"/>
                </a:lnTo>
                <a:lnTo>
                  <a:pt x="259651" y="376999"/>
                </a:lnTo>
                <a:lnTo>
                  <a:pt x="242673" y="367403"/>
                </a:lnTo>
                <a:lnTo>
                  <a:pt x="220979" y="359664"/>
                </a:lnTo>
                <a:lnTo>
                  <a:pt x="220979" y="350520"/>
                </a:lnTo>
                <a:lnTo>
                  <a:pt x="241244" y="354520"/>
                </a:lnTo>
                <a:lnTo>
                  <a:pt x="258508" y="357378"/>
                </a:lnTo>
                <a:lnTo>
                  <a:pt x="272629" y="359092"/>
                </a:lnTo>
                <a:lnTo>
                  <a:pt x="283464" y="359664"/>
                </a:lnTo>
                <a:lnTo>
                  <a:pt x="326904" y="359664"/>
                </a:lnTo>
                <a:lnTo>
                  <a:pt x="324040" y="367474"/>
                </a:lnTo>
                <a:lnTo>
                  <a:pt x="289670" y="397764"/>
                </a:lnTo>
                <a:lnTo>
                  <a:pt x="278891" y="402336"/>
                </a:lnTo>
                <a:close/>
              </a:path>
              <a:path w="356870" h="402589">
                <a:moveTo>
                  <a:pt x="114300" y="391668"/>
                </a:moveTo>
                <a:lnTo>
                  <a:pt x="114300" y="355092"/>
                </a:lnTo>
                <a:lnTo>
                  <a:pt x="138567" y="355092"/>
                </a:lnTo>
                <a:lnTo>
                  <a:pt x="138684" y="377952"/>
                </a:lnTo>
                <a:lnTo>
                  <a:pt x="114300" y="39166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" name="object 44"/>
          <p:cNvSpPr/>
          <p:nvPr/>
        </p:nvSpPr>
        <p:spPr>
          <a:xfrm>
            <a:off x="3457943" y="4181855"/>
            <a:ext cx="853440" cy="411480"/>
          </a:xfrm>
          <a:custGeom>
            <a:avLst/>
            <a:gdLst/>
            <a:ahLst/>
            <a:cxnLst/>
            <a:rect l="l" t="t" r="r" b="b"/>
            <a:pathLst>
              <a:path w="853439" h="411479">
                <a:moveTo>
                  <a:pt x="240792" y="38100"/>
                </a:moveTo>
                <a:lnTo>
                  <a:pt x="204431" y="10274"/>
                </a:lnTo>
                <a:lnTo>
                  <a:pt x="188976" y="4572"/>
                </a:lnTo>
                <a:lnTo>
                  <a:pt x="185928" y="10668"/>
                </a:lnTo>
                <a:lnTo>
                  <a:pt x="195364" y="20104"/>
                </a:lnTo>
                <a:lnTo>
                  <a:pt x="203073" y="30099"/>
                </a:lnTo>
                <a:lnTo>
                  <a:pt x="209080" y="40678"/>
                </a:lnTo>
                <a:lnTo>
                  <a:pt x="213360" y="51816"/>
                </a:lnTo>
                <a:lnTo>
                  <a:pt x="217932" y="62484"/>
                </a:lnTo>
                <a:lnTo>
                  <a:pt x="220980" y="67056"/>
                </a:lnTo>
                <a:lnTo>
                  <a:pt x="227076" y="67056"/>
                </a:lnTo>
                <a:lnTo>
                  <a:pt x="234696" y="59436"/>
                </a:lnTo>
                <a:lnTo>
                  <a:pt x="240792" y="47244"/>
                </a:lnTo>
                <a:lnTo>
                  <a:pt x="240792" y="38100"/>
                </a:lnTo>
                <a:close/>
              </a:path>
              <a:path w="853439" h="411479">
                <a:moveTo>
                  <a:pt x="379476" y="80772"/>
                </a:moveTo>
                <a:lnTo>
                  <a:pt x="370332" y="71628"/>
                </a:lnTo>
                <a:lnTo>
                  <a:pt x="348996" y="50292"/>
                </a:lnTo>
                <a:lnTo>
                  <a:pt x="329184" y="71628"/>
                </a:lnTo>
                <a:lnTo>
                  <a:pt x="205740" y="71628"/>
                </a:lnTo>
                <a:lnTo>
                  <a:pt x="205740" y="80772"/>
                </a:lnTo>
                <a:lnTo>
                  <a:pt x="205740" y="123444"/>
                </a:lnTo>
                <a:lnTo>
                  <a:pt x="205740" y="134112"/>
                </a:lnTo>
                <a:lnTo>
                  <a:pt x="205740" y="172212"/>
                </a:lnTo>
                <a:lnTo>
                  <a:pt x="205740" y="182880"/>
                </a:lnTo>
                <a:lnTo>
                  <a:pt x="205740" y="222504"/>
                </a:lnTo>
                <a:lnTo>
                  <a:pt x="106680" y="222504"/>
                </a:lnTo>
                <a:lnTo>
                  <a:pt x="106680" y="182880"/>
                </a:lnTo>
                <a:lnTo>
                  <a:pt x="205740" y="182880"/>
                </a:lnTo>
                <a:lnTo>
                  <a:pt x="205740" y="172212"/>
                </a:lnTo>
                <a:lnTo>
                  <a:pt x="106680" y="172212"/>
                </a:lnTo>
                <a:lnTo>
                  <a:pt x="106680" y="134112"/>
                </a:lnTo>
                <a:lnTo>
                  <a:pt x="205740" y="134112"/>
                </a:lnTo>
                <a:lnTo>
                  <a:pt x="205740" y="123444"/>
                </a:lnTo>
                <a:lnTo>
                  <a:pt x="106680" y="123444"/>
                </a:lnTo>
                <a:lnTo>
                  <a:pt x="106680" y="105156"/>
                </a:lnTo>
                <a:lnTo>
                  <a:pt x="106680" y="80772"/>
                </a:lnTo>
                <a:lnTo>
                  <a:pt x="205740" y="80772"/>
                </a:lnTo>
                <a:lnTo>
                  <a:pt x="205740" y="71628"/>
                </a:lnTo>
                <a:lnTo>
                  <a:pt x="109728" y="71628"/>
                </a:lnTo>
                <a:lnTo>
                  <a:pt x="135636" y="28956"/>
                </a:lnTo>
                <a:lnTo>
                  <a:pt x="150876" y="24384"/>
                </a:lnTo>
                <a:lnTo>
                  <a:pt x="117348" y="0"/>
                </a:lnTo>
                <a:lnTo>
                  <a:pt x="108254" y="22860"/>
                </a:lnTo>
                <a:lnTo>
                  <a:pt x="97155" y="45720"/>
                </a:lnTo>
                <a:lnTo>
                  <a:pt x="70104" y="91440"/>
                </a:lnTo>
                <a:lnTo>
                  <a:pt x="36766" y="133921"/>
                </a:lnTo>
                <a:lnTo>
                  <a:pt x="0" y="170688"/>
                </a:lnTo>
                <a:lnTo>
                  <a:pt x="3048" y="175260"/>
                </a:lnTo>
                <a:lnTo>
                  <a:pt x="26174" y="158953"/>
                </a:lnTo>
                <a:lnTo>
                  <a:pt x="47434" y="141922"/>
                </a:lnTo>
                <a:lnTo>
                  <a:pt x="66700" y="124040"/>
                </a:lnTo>
                <a:lnTo>
                  <a:pt x="83820" y="105156"/>
                </a:lnTo>
                <a:lnTo>
                  <a:pt x="83616" y="141922"/>
                </a:lnTo>
                <a:lnTo>
                  <a:pt x="83515" y="152958"/>
                </a:lnTo>
                <a:lnTo>
                  <a:pt x="82600" y="222504"/>
                </a:lnTo>
                <a:lnTo>
                  <a:pt x="82486" y="234696"/>
                </a:lnTo>
                <a:lnTo>
                  <a:pt x="82296" y="262128"/>
                </a:lnTo>
                <a:lnTo>
                  <a:pt x="106680" y="252984"/>
                </a:lnTo>
                <a:lnTo>
                  <a:pt x="106680" y="233172"/>
                </a:lnTo>
                <a:lnTo>
                  <a:pt x="374904" y="233172"/>
                </a:lnTo>
                <a:lnTo>
                  <a:pt x="365252" y="222504"/>
                </a:lnTo>
                <a:lnTo>
                  <a:pt x="345948" y="201168"/>
                </a:lnTo>
                <a:lnTo>
                  <a:pt x="324612" y="222504"/>
                </a:lnTo>
                <a:lnTo>
                  <a:pt x="228600" y="222504"/>
                </a:lnTo>
                <a:lnTo>
                  <a:pt x="228600" y="182880"/>
                </a:lnTo>
                <a:lnTo>
                  <a:pt x="353568" y="182880"/>
                </a:lnTo>
                <a:lnTo>
                  <a:pt x="343433" y="172212"/>
                </a:lnTo>
                <a:lnTo>
                  <a:pt x="324612" y="152400"/>
                </a:lnTo>
                <a:lnTo>
                  <a:pt x="306324" y="172212"/>
                </a:lnTo>
                <a:lnTo>
                  <a:pt x="228600" y="172212"/>
                </a:lnTo>
                <a:lnTo>
                  <a:pt x="228600" y="134112"/>
                </a:lnTo>
                <a:lnTo>
                  <a:pt x="356616" y="134112"/>
                </a:lnTo>
                <a:lnTo>
                  <a:pt x="347014" y="123444"/>
                </a:lnTo>
                <a:lnTo>
                  <a:pt x="329184" y="103632"/>
                </a:lnTo>
                <a:lnTo>
                  <a:pt x="309372" y="123444"/>
                </a:lnTo>
                <a:lnTo>
                  <a:pt x="228600" y="123444"/>
                </a:lnTo>
                <a:lnTo>
                  <a:pt x="228600" y="80772"/>
                </a:lnTo>
                <a:lnTo>
                  <a:pt x="379476" y="80772"/>
                </a:lnTo>
                <a:close/>
              </a:path>
              <a:path w="853439" h="411479">
                <a:moveTo>
                  <a:pt x="409956" y="371856"/>
                </a:moveTo>
                <a:lnTo>
                  <a:pt x="358330" y="362902"/>
                </a:lnTo>
                <a:lnTo>
                  <a:pt x="312420" y="345948"/>
                </a:lnTo>
                <a:lnTo>
                  <a:pt x="273367" y="320802"/>
                </a:lnTo>
                <a:lnTo>
                  <a:pt x="237744" y="286512"/>
                </a:lnTo>
                <a:lnTo>
                  <a:pt x="408432" y="286512"/>
                </a:lnTo>
                <a:lnTo>
                  <a:pt x="379476" y="254508"/>
                </a:lnTo>
                <a:lnTo>
                  <a:pt x="358140" y="275844"/>
                </a:lnTo>
                <a:lnTo>
                  <a:pt x="219456" y="275844"/>
                </a:lnTo>
                <a:lnTo>
                  <a:pt x="219456" y="260604"/>
                </a:lnTo>
                <a:lnTo>
                  <a:pt x="233172" y="248412"/>
                </a:lnTo>
                <a:lnTo>
                  <a:pt x="195072" y="234696"/>
                </a:lnTo>
                <a:lnTo>
                  <a:pt x="195961" y="243268"/>
                </a:lnTo>
                <a:lnTo>
                  <a:pt x="196405" y="252984"/>
                </a:lnTo>
                <a:lnTo>
                  <a:pt x="196532" y="260604"/>
                </a:lnTo>
                <a:lnTo>
                  <a:pt x="196596" y="275844"/>
                </a:lnTo>
                <a:lnTo>
                  <a:pt x="1524" y="275844"/>
                </a:lnTo>
                <a:lnTo>
                  <a:pt x="18288" y="291084"/>
                </a:lnTo>
                <a:lnTo>
                  <a:pt x="27724" y="289090"/>
                </a:lnTo>
                <a:lnTo>
                  <a:pt x="37719" y="287655"/>
                </a:lnTo>
                <a:lnTo>
                  <a:pt x="48298" y="286804"/>
                </a:lnTo>
                <a:lnTo>
                  <a:pt x="59436" y="286512"/>
                </a:lnTo>
                <a:lnTo>
                  <a:pt x="167640" y="286512"/>
                </a:lnTo>
                <a:lnTo>
                  <a:pt x="128206" y="324446"/>
                </a:lnTo>
                <a:lnTo>
                  <a:pt x="85331" y="355574"/>
                </a:lnTo>
                <a:lnTo>
                  <a:pt x="32131" y="385292"/>
                </a:lnTo>
                <a:lnTo>
                  <a:pt x="1524" y="399288"/>
                </a:lnTo>
                <a:lnTo>
                  <a:pt x="3048" y="406908"/>
                </a:lnTo>
                <a:lnTo>
                  <a:pt x="63817" y="382905"/>
                </a:lnTo>
                <a:lnTo>
                  <a:pt x="114300" y="356616"/>
                </a:lnTo>
                <a:lnTo>
                  <a:pt x="157734" y="325183"/>
                </a:lnTo>
                <a:lnTo>
                  <a:pt x="196596" y="288036"/>
                </a:lnTo>
                <a:lnTo>
                  <a:pt x="196481" y="339852"/>
                </a:lnTo>
                <a:lnTo>
                  <a:pt x="196354" y="356616"/>
                </a:lnTo>
                <a:lnTo>
                  <a:pt x="195961" y="383197"/>
                </a:lnTo>
                <a:lnTo>
                  <a:pt x="195072" y="411480"/>
                </a:lnTo>
                <a:lnTo>
                  <a:pt x="220980" y="397764"/>
                </a:lnTo>
                <a:lnTo>
                  <a:pt x="220103" y="381457"/>
                </a:lnTo>
                <a:lnTo>
                  <a:pt x="219697" y="359664"/>
                </a:lnTo>
                <a:lnTo>
                  <a:pt x="219595" y="345668"/>
                </a:lnTo>
                <a:lnTo>
                  <a:pt x="219468" y="288036"/>
                </a:lnTo>
                <a:lnTo>
                  <a:pt x="219456" y="286512"/>
                </a:lnTo>
                <a:lnTo>
                  <a:pt x="230124" y="286512"/>
                </a:lnTo>
                <a:lnTo>
                  <a:pt x="245541" y="309092"/>
                </a:lnTo>
                <a:lnTo>
                  <a:pt x="261937" y="328803"/>
                </a:lnTo>
                <a:lnTo>
                  <a:pt x="297180" y="359664"/>
                </a:lnTo>
                <a:lnTo>
                  <a:pt x="336042" y="382333"/>
                </a:lnTo>
                <a:lnTo>
                  <a:pt x="379476" y="399288"/>
                </a:lnTo>
                <a:lnTo>
                  <a:pt x="383171" y="391223"/>
                </a:lnTo>
                <a:lnTo>
                  <a:pt x="389572" y="385000"/>
                </a:lnTo>
                <a:lnTo>
                  <a:pt x="398551" y="380225"/>
                </a:lnTo>
                <a:lnTo>
                  <a:pt x="409956" y="376428"/>
                </a:lnTo>
                <a:lnTo>
                  <a:pt x="409956" y="371856"/>
                </a:lnTo>
                <a:close/>
              </a:path>
              <a:path w="853439" h="411479">
                <a:moveTo>
                  <a:pt x="763524" y="188988"/>
                </a:moveTo>
                <a:lnTo>
                  <a:pt x="729996" y="155460"/>
                </a:lnTo>
                <a:lnTo>
                  <a:pt x="707136" y="178320"/>
                </a:lnTo>
                <a:lnTo>
                  <a:pt x="533400" y="178320"/>
                </a:lnTo>
                <a:lnTo>
                  <a:pt x="550164" y="195084"/>
                </a:lnTo>
                <a:lnTo>
                  <a:pt x="559333" y="192201"/>
                </a:lnTo>
                <a:lnTo>
                  <a:pt x="568642" y="190322"/>
                </a:lnTo>
                <a:lnTo>
                  <a:pt x="578243" y="189293"/>
                </a:lnTo>
                <a:lnTo>
                  <a:pt x="588264" y="188988"/>
                </a:lnTo>
                <a:lnTo>
                  <a:pt x="763524" y="188988"/>
                </a:lnTo>
                <a:close/>
              </a:path>
              <a:path w="853439" h="411479">
                <a:moveTo>
                  <a:pt x="769620" y="259092"/>
                </a:moveTo>
                <a:lnTo>
                  <a:pt x="762000" y="251472"/>
                </a:lnTo>
                <a:lnTo>
                  <a:pt x="745236" y="234708"/>
                </a:lnTo>
                <a:lnTo>
                  <a:pt x="731520" y="248424"/>
                </a:lnTo>
                <a:lnTo>
                  <a:pt x="731520" y="262140"/>
                </a:lnTo>
                <a:lnTo>
                  <a:pt x="731520" y="359676"/>
                </a:lnTo>
                <a:lnTo>
                  <a:pt x="565404" y="359676"/>
                </a:lnTo>
                <a:lnTo>
                  <a:pt x="565404" y="262140"/>
                </a:lnTo>
                <a:lnTo>
                  <a:pt x="731520" y="262140"/>
                </a:lnTo>
                <a:lnTo>
                  <a:pt x="731520" y="248424"/>
                </a:lnTo>
                <a:lnTo>
                  <a:pt x="728472" y="251472"/>
                </a:lnTo>
                <a:lnTo>
                  <a:pt x="565404" y="251472"/>
                </a:lnTo>
                <a:lnTo>
                  <a:pt x="539496" y="237756"/>
                </a:lnTo>
                <a:lnTo>
                  <a:pt x="539762" y="259092"/>
                </a:lnTo>
                <a:lnTo>
                  <a:pt x="540791" y="299478"/>
                </a:lnTo>
                <a:lnTo>
                  <a:pt x="541020" y="320052"/>
                </a:lnTo>
                <a:lnTo>
                  <a:pt x="540791" y="339674"/>
                </a:lnTo>
                <a:lnTo>
                  <a:pt x="539737" y="380911"/>
                </a:lnTo>
                <a:lnTo>
                  <a:pt x="539496" y="402348"/>
                </a:lnTo>
                <a:lnTo>
                  <a:pt x="565404" y="393204"/>
                </a:lnTo>
                <a:lnTo>
                  <a:pt x="565404" y="370344"/>
                </a:lnTo>
                <a:lnTo>
                  <a:pt x="731520" y="370344"/>
                </a:lnTo>
                <a:lnTo>
                  <a:pt x="731520" y="399300"/>
                </a:lnTo>
                <a:lnTo>
                  <a:pt x="757428" y="388632"/>
                </a:lnTo>
                <a:lnTo>
                  <a:pt x="757237" y="370344"/>
                </a:lnTo>
                <a:lnTo>
                  <a:pt x="757199" y="366649"/>
                </a:lnTo>
                <a:lnTo>
                  <a:pt x="757059" y="359676"/>
                </a:lnTo>
                <a:lnTo>
                  <a:pt x="756678" y="339763"/>
                </a:lnTo>
                <a:lnTo>
                  <a:pt x="756145" y="307835"/>
                </a:lnTo>
                <a:lnTo>
                  <a:pt x="755904" y="271284"/>
                </a:lnTo>
                <a:lnTo>
                  <a:pt x="766191" y="262140"/>
                </a:lnTo>
                <a:lnTo>
                  <a:pt x="769620" y="259092"/>
                </a:lnTo>
                <a:close/>
              </a:path>
              <a:path w="853439" h="411479">
                <a:moveTo>
                  <a:pt x="853440" y="170700"/>
                </a:moveTo>
                <a:lnTo>
                  <a:pt x="815682" y="159270"/>
                </a:lnTo>
                <a:lnTo>
                  <a:pt x="752716" y="129552"/>
                </a:lnTo>
                <a:lnTo>
                  <a:pt x="705789" y="92087"/>
                </a:lnTo>
                <a:lnTo>
                  <a:pt x="673163" y="54889"/>
                </a:lnTo>
                <a:lnTo>
                  <a:pt x="661416" y="36588"/>
                </a:lnTo>
                <a:lnTo>
                  <a:pt x="676656" y="27444"/>
                </a:lnTo>
                <a:lnTo>
                  <a:pt x="640080" y="3060"/>
                </a:lnTo>
                <a:lnTo>
                  <a:pt x="624078" y="37934"/>
                </a:lnTo>
                <a:lnTo>
                  <a:pt x="585216" y="97993"/>
                </a:lnTo>
                <a:lnTo>
                  <a:pt x="537197" y="145719"/>
                </a:lnTo>
                <a:lnTo>
                  <a:pt x="479425" y="186245"/>
                </a:lnTo>
                <a:lnTo>
                  <a:pt x="446532" y="204228"/>
                </a:lnTo>
                <a:lnTo>
                  <a:pt x="448056" y="211848"/>
                </a:lnTo>
                <a:lnTo>
                  <a:pt x="507682" y="185559"/>
                </a:lnTo>
                <a:lnTo>
                  <a:pt x="559308" y="152412"/>
                </a:lnTo>
                <a:lnTo>
                  <a:pt x="606552" y="107454"/>
                </a:lnTo>
                <a:lnTo>
                  <a:pt x="653796" y="44208"/>
                </a:lnTo>
                <a:lnTo>
                  <a:pt x="661212" y="59677"/>
                </a:lnTo>
                <a:lnTo>
                  <a:pt x="685736" y="95211"/>
                </a:lnTo>
                <a:lnTo>
                  <a:pt x="724281" y="136639"/>
                </a:lnTo>
                <a:lnTo>
                  <a:pt x="781431" y="178841"/>
                </a:lnTo>
                <a:lnTo>
                  <a:pt x="816864" y="199656"/>
                </a:lnTo>
                <a:lnTo>
                  <a:pt x="823442" y="191122"/>
                </a:lnTo>
                <a:lnTo>
                  <a:pt x="831723" y="184035"/>
                </a:lnTo>
                <a:lnTo>
                  <a:pt x="841730" y="178650"/>
                </a:lnTo>
                <a:lnTo>
                  <a:pt x="853440" y="175272"/>
                </a:lnTo>
                <a:lnTo>
                  <a:pt x="853440" y="17070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pic>
        <p:nvPicPr>
          <p:cNvPr id="45" name="object 45"/>
          <p:cNvPicPr/>
          <p:nvPr/>
        </p:nvPicPr>
        <p:blipFill>
          <a:blip r:embed="rId10" cstate="print"/>
          <a:stretch>
            <a:fillRect/>
          </a:stretch>
        </p:blipFill>
        <p:spPr>
          <a:xfrm>
            <a:off x="4384548" y="4446460"/>
            <a:ext cx="70104" cy="117919"/>
          </a:xfrm>
          <a:prstGeom prst="rect">
            <a:avLst/>
          </a:prstGeom>
        </p:spPr>
      </p:pic>
      <p:sp>
        <p:nvSpPr>
          <p:cNvPr id="46" name="object 46"/>
          <p:cNvSpPr/>
          <p:nvPr/>
        </p:nvSpPr>
        <p:spPr>
          <a:xfrm>
            <a:off x="4794503" y="4183379"/>
            <a:ext cx="407034" cy="407034"/>
          </a:xfrm>
          <a:custGeom>
            <a:avLst/>
            <a:gdLst/>
            <a:ahLst/>
            <a:cxnLst/>
            <a:rect l="l" t="t" r="r" b="b"/>
            <a:pathLst>
              <a:path w="407035" h="407035">
                <a:moveTo>
                  <a:pt x="284988" y="67056"/>
                </a:moveTo>
                <a:lnTo>
                  <a:pt x="260604" y="67056"/>
                </a:lnTo>
                <a:lnTo>
                  <a:pt x="260508" y="42672"/>
                </a:lnTo>
                <a:lnTo>
                  <a:pt x="260419" y="33528"/>
                </a:lnTo>
                <a:lnTo>
                  <a:pt x="259961" y="16263"/>
                </a:lnTo>
                <a:lnTo>
                  <a:pt x="259080" y="0"/>
                </a:lnTo>
                <a:lnTo>
                  <a:pt x="298704" y="18288"/>
                </a:lnTo>
                <a:lnTo>
                  <a:pt x="284988" y="33528"/>
                </a:lnTo>
                <a:lnTo>
                  <a:pt x="284988" y="67056"/>
                </a:lnTo>
                <a:close/>
              </a:path>
              <a:path w="407035" h="407035">
                <a:moveTo>
                  <a:pt x="143256" y="67056"/>
                </a:moveTo>
                <a:lnTo>
                  <a:pt x="118872" y="67056"/>
                </a:lnTo>
                <a:lnTo>
                  <a:pt x="118633" y="52744"/>
                </a:lnTo>
                <a:lnTo>
                  <a:pt x="117586" y="20121"/>
                </a:lnTo>
                <a:lnTo>
                  <a:pt x="117348" y="1524"/>
                </a:lnTo>
                <a:lnTo>
                  <a:pt x="156972" y="18288"/>
                </a:lnTo>
                <a:lnTo>
                  <a:pt x="143256" y="28956"/>
                </a:lnTo>
                <a:lnTo>
                  <a:pt x="143256" y="67056"/>
                </a:lnTo>
                <a:close/>
              </a:path>
              <a:path w="407035" h="407035">
                <a:moveTo>
                  <a:pt x="38100" y="83820"/>
                </a:moveTo>
                <a:lnTo>
                  <a:pt x="22860" y="67056"/>
                </a:lnTo>
                <a:lnTo>
                  <a:pt x="327660" y="67056"/>
                </a:lnTo>
                <a:lnTo>
                  <a:pt x="350520" y="42672"/>
                </a:lnTo>
                <a:lnTo>
                  <a:pt x="385572" y="77724"/>
                </a:lnTo>
                <a:lnTo>
                  <a:pt x="80772" y="77724"/>
                </a:lnTo>
                <a:lnTo>
                  <a:pt x="69603" y="78033"/>
                </a:lnTo>
                <a:lnTo>
                  <a:pt x="58864" y="79057"/>
                </a:lnTo>
                <a:lnTo>
                  <a:pt x="48410" y="80938"/>
                </a:lnTo>
                <a:lnTo>
                  <a:pt x="38100" y="83820"/>
                </a:lnTo>
                <a:close/>
              </a:path>
              <a:path w="407035" h="407035">
                <a:moveTo>
                  <a:pt x="143256" y="274320"/>
                </a:moveTo>
                <a:lnTo>
                  <a:pt x="118872" y="274320"/>
                </a:lnTo>
                <a:lnTo>
                  <a:pt x="118872" y="77724"/>
                </a:lnTo>
                <a:lnTo>
                  <a:pt x="143256" y="77724"/>
                </a:lnTo>
                <a:lnTo>
                  <a:pt x="143256" y="134112"/>
                </a:lnTo>
                <a:lnTo>
                  <a:pt x="284988" y="134112"/>
                </a:lnTo>
                <a:lnTo>
                  <a:pt x="284988" y="144780"/>
                </a:lnTo>
                <a:lnTo>
                  <a:pt x="143256" y="144780"/>
                </a:lnTo>
                <a:lnTo>
                  <a:pt x="143256" y="201168"/>
                </a:lnTo>
                <a:lnTo>
                  <a:pt x="284988" y="201168"/>
                </a:lnTo>
                <a:lnTo>
                  <a:pt x="284988" y="211836"/>
                </a:lnTo>
                <a:lnTo>
                  <a:pt x="143256" y="211836"/>
                </a:lnTo>
                <a:lnTo>
                  <a:pt x="143256" y="274320"/>
                </a:lnTo>
                <a:close/>
              </a:path>
              <a:path w="407035" h="407035">
                <a:moveTo>
                  <a:pt x="284988" y="134112"/>
                </a:moveTo>
                <a:lnTo>
                  <a:pt x="260604" y="134112"/>
                </a:lnTo>
                <a:lnTo>
                  <a:pt x="260604" y="77724"/>
                </a:lnTo>
                <a:lnTo>
                  <a:pt x="284988" y="77724"/>
                </a:lnTo>
                <a:lnTo>
                  <a:pt x="284988" y="134112"/>
                </a:lnTo>
                <a:close/>
              </a:path>
              <a:path w="407035" h="407035">
                <a:moveTo>
                  <a:pt x="284988" y="201168"/>
                </a:moveTo>
                <a:lnTo>
                  <a:pt x="260604" y="201168"/>
                </a:lnTo>
                <a:lnTo>
                  <a:pt x="260604" y="144780"/>
                </a:lnTo>
                <a:lnTo>
                  <a:pt x="284988" y="144780"/>
                </a:lnTo>
                <a:lnTo>
                  <a:pt x="284988" y="201168"/>
                </a:lnTo>
                <a:close/>
              </a:path>
              <a:path w="407035" h="407035">
                <a:moveTo>
                  <a:pt x="284988" y="274320"/>
                </a:moveTo>
                <a:lnTo>
                  <a:pt x="260604" y="274320"/>
                </a:lnTo>
                <a:lnTo>
                  <a:pt x="260604" y="211836"/>
                </a:lnTo>
                <a:lnTo>
                  <a:pt x="284988" y="211836"/>
                </a:lnTo>
                <a:lnTo>
                  <a:pt x="284988" y="274320"/>
                </a:lnTo>
                <a:close/>
              </a:path>
              <a:path w="407035" h="407035">
                <a:moveTo>
                  <a:pt x="15240" y="289560"/>
                </a:moveTo>
                <a:lnTo>
                  <a:pt x="0" y="274320"/>
                </a:lnTo>
                <a:lnTo>
                  <a:pt x="336804" y="274320"/>
                </a:lnTo>
                <a:lnTo>
                  <a:pt x="367284" y="245363"/>
                </a:lnTo>
                <a:lnTo>
                  <a:pt x="406908" y="284987"/>
                </a:lnTo>
                <a:lnTo>
                  <a:pt x="57912" y="284987"/>
                </a:lnTo>
                <a:lnTo>
                  <a:pt x="46743" y="285273"/>
                </a:lnTo>
                <a:lnTo>
                  <a:pt x="36004" y="286131"/>
                </a:lnTo>
                <a:lnTo>
                  <a:pt x="25550" y="287559"/>
                </a:lnTo>
                <a:lnTo>
                  <a:pt x="15240" y="289560"/>
                </a:lnTo>
                <a:close/>
              </a:path>
              <a:path w="407035" h="407035">
                <a:moveTo>
                  <a:pt x="13716" y="406908"/>
                </a:moveTo>
                <a:lnTo>
                  <a:pt x="10668" y="400812"/>
                </a:lnTo>
                <a:lnTo>
                  <a:pt x="28360" y="390786"/>
                </a:lnTo>
                <a:lnTo>
                  <a:pt x="47053" y="378904"/>
                </a:lnTo>
                <a:lnTo>
                  <a:pt x="86868" y="348996"/>
                </a:lnTo>
                <a:lnTo>
                  <a:pt x="121920" y="318135"/>
                </a:lnTo>
                <a:lnTo>
                  <a:pt x="143256" y="289560"/>
                </a:lnTo>
                <a:lnTo>
                  <a:pt x="176784" y="320040"/>
                </a:lnTo>
                <a:lnTo>
                  <a:pt x="167949" y="322302"/>
                </a:lnTo>
                <a:lnTo>
                  <a:pt x="155257" y="328993"/>
                </a:lnTo>
                <a:lnTo>
                  <a:pt x="138850" y="339971"/>
                </a:lnTo>
                <a:lnTo>
                  <a:pt x="118872" y="355092"/>
                </a:lnTo>
                <a:lnTo>
                  <a:pt x="94297" y="370260"/>
                </a:lnTo>
                <a:lnTo>
                  <a:pt x="68580" y="383857"/>
                </a:lnTo>
                <a:lnTo>
                  <a:pt x="41719" y="396025"/>
                </a:lnTo>
                <a:lnTo>
                  <a:pt x="13716" y="406908"/>
                </a:lnTo>
                <a:close/>
              </a:path>
              <a:path w="407035" h="407035">
                <a:moveTo>
                  <a:pt x="358140" y="406908"/>
                </a:moveTo>
                <a:lnTo>
                  <a:pt x="352044" y="406908"/>
                </a:lnTo>
                <a:lnTo>
                  <a:pt x="336804" y="391668"/>
                </a:lnTo>
                <a:lnTo>
                  <a:pt x="323969" y="375904"/>
                </a:lnTo>
                <a:lnTo>
                  <a:pt x="303847" y="355854"/>
                </a:lnTo>
                <a:lnTo>
                  <a:pt x="276582" y="331231"/>
                </a:lnTo>
                <a:lnTo>
                  <a:pt x="242316" y="301751"/>
                </a:lnTo>
                <a:lnTo>
                  <a:pt x="246888" y="297180"/>
                </a:lnTo>
                <a:lnTo>
                  <a:pt x="291465" y="318254"/>
                </a:lnTo>
                <a:lnTo>
                  <a:pt x="346329" y="348400"/>
                </a:lnTo>
                <a:lnTo>
                  <a:pt x="367284" y="382524"/>
                </a:lnTo>
                <a:lnTo>
                  <a:pt x="367284" y="387095"/>
                </a:lnTo>
                <a:lnTo>
                  <a:pt x="365760" y="391668"/>
                </a:lnTo>
                <a:lnTo>
                  <a:pt x="362712" y="397764"/>
                </a:lnTo>
                <a:lnTo>
                  <a:pt x="361188" y="403860"/>
                </a:lnTo>
                <a:lnTo>
                  <a:pt x="358140" y="40690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" name="object 47"/>
          <p:cNvSpPr/>
          <p:nvPr/>
        </p:nvSpPr>
        <p:spPr>
          <a:xfrm>
            <a:off x="5279135" y="4183379"/>
            <a:ext cx="338455" cy="408940"/>
          </a:xfrm>
          <a:custGeom>
            <a:avLst/>
            <a:gdLst/>
            <a:ahLst/>
            <a:cxnLst/>
            <a:rect l="l" t="t" r="r" b="b"/>
            <a:pathLst>
              <a:path w="338454" h="408939">
                <a:moveTo>
                  <a:pt x="172212" y="102108"/>
                </a:moveTo>
                <a:lnTo>
                  <a:pt x="146304" y="102108"/>
                </a:lnTo>
                <a:lnTo>
                  <a:pt x="146280" y="70723"/>
                </a:lnTo>
                <a:lnTo>
                  <a:pt x="146113" y="43053"/>
                </a:lnTo>
                <a:lnTo>
                  <a:pt x="145661" y="19383"/>
                </a:lnTo>
                <a:lnTo>
                  <a:pt x="144780" y="0"/>
                </a:lnTo>
                <a:lnTo>
                  <a:pt x="185928" y="18288"/>
                </a:lnTo>
                <a:lnTo>
                  <a:pt x="172212" y="33528"/>
                </a:lnTo>
                <a:lnTo>
                  <a:pt x="172212" y="102108"/>
                </a:lnTo>
                <a:close/>
              </a:path>
              <a:path w="338454" h="408939">
                <a:moveTo>
                  <a:pt x="336150" y="102108"/>
                </a:moveTo>
                <a:lnTo>
                  <a:pt x="294132" y="102108"/>
                </a:lnTo>
                <a:lnTo>
                  <a:pt x="307848" y="82296"/>
                </a:lnTo>
                <a:lnTo>
                  <a:pt x="336150" y="102108"/>
                </a:lnTo>
                <a:close/>
              </a:path>
              <a:path w="338454" h="408939">
                <a:moveTo>
                  <a:pt x="0" y="272795"/>
                </a:moveTo>
                <a:lnTo>
                  <a:pt x="881" y="255317"/>
                </a:lnTo>
                <a:lnTo>
                  <a:pt x="1266" y="237744"/>
                </a:lnTo>
                <a:lnTo>
                  <a:pt x="1373" y="228861"/>
                </a:lnTo>
                <a:lnTo>
                  <a:pt x="1500" y="154590"/>
                </a:lnTo>
                <a:lnTo>
                  <a:pt x="1333" y="129159"/>
                </a:lnTo>
                <a:lnTo>
                  <a:pt x="881" y="106584"/>
                </a:lnTo>
                <a:lnTo>
                  <a:pt x="0" y="86868"/>
                </a:lnTo>
                <a:lnTo>
                  <a:pt x="25908" y="102108"/>
                </a:lnTo>
                <a:lnTo>
                  <a:pt x="336150" y="102108"/>
                </a:lnTo>
                <a:lnTo>
                  <a:pt x="338328" y="103632"/>
                </a:lnTo>
                <a:lnTo>
                  <a:pt x="327152" y="112776"/>
                </a:lnTo>
                <a:lnTo>
                  <a:pt x="25908" y="112776"/>
                </a:lnTo>
                <a:lnTo>
                  <a:pt x="25908" y="227076"/>
                </a:lnTo>
                <a:lnTo>
                  <a:pt x="321756" y="227076"/>
                </a:lnTo>
                <a:lnTo>
                  <a:pt x="321802" y="228861"/>
                </a:lnTo>
                <a:lnTo>
                  <a:pt x="322268" y="237744"/>
                </a:lnTo>
                <a:lnTo>
                  <a:pt x="25908" y="237744"/>
                </a:lnTo>
                <a:lnTo>
                  <a:pt x="25908" y="259080"/>
                </a:lnTo>
                <a:lnTo>
                  <a:pt x="0" y="272795"/>
                </a:lnTo>
                <a:close/>
              </a:path>
              <a:path w="338454" h="408939">
                <a:moveTo>
                  <a:pt x="172212" y="227076"/>
                </a:moveTo>
                <a:lnTo>
                  <a:pt x="146304" y="227076"/>
                </a:lnTo>
                <a:lnTo>
                  <a:pt x="146304" y="112776"/>
                </a:lnTo>
                <a:lnTo>
                  <a:pt x="172212" y="112776"/>
                </a:lnTo>
                <a:lnTo>
                  <a:pt x="172212" y="227076"/>
                </a:lnTo>
                <a:close/>
              </a:path>
              <a:path w="338454" h="408939">
                <a:moveTo>
                  <a:pt x="321756" y="227076"/>
                </a:moveTo>
                <a:lnTo>
                  <a:pt x="297180" y="227076"/>
                </a:lnTo>
                <a:lnTo>
                  <a:pt x="297180" y="112776"/>
                </a:lnTo>
                <a:lnTo>
                  <a:pt x="327152" y="112776"/>
                </a:lnTo>
                <a:lnTo>
                  <a:pt x="321564" y="117348"/>
                </a:lnTo>
                <a:lnTo>
                  <a:pt x="321564" y="219456"/>
                </a:lnTo>
                <a:lnTo>
                  <a:pt x="321756" y="227076"/>
                </a:lnTo>
                <a:close/>
              </a:path>
              <a:path w="338454" h="408939">
                <a:moveTo>
                  <a:pt x="144780" y="408432"/>
                </a:moveTo>
                <a:lnTo>
                  <a:pt x="145661" y="382404"/>
                </a:lnTo>
                <a:lnTo>
                  <a:pt x="146113" y="345376"/>
                </a:lnTo>
                <a:lnTo>
                  <a:pt x="146280" y="297203"/>
                </a:lnTo>
                <a:lnTo>
                  <a:pt x="146304" y="237744"/>
                </a:lnTo>
                <a:lnTo>
                  <a:pt x="172212" y="237744"/>
                </a:lnTo>
                <a:lnTo>
                  <a:pt x="172450" y="297203"/>
                </a:lnTo>
                <a:lnTo>
                  <a:pt x="173014" y="345376"/>
                </a:lnTo>
                <a:lnTo>
                  <a:pt x="173497" y="374904"/>
                </a:lnTo>
                <a:lnTo>
                  <a:pt x="173736" y="393192"/>
                </a:lnTo>
                <a:lnTo>
                  <a:pt x="144780" y="408432"/>
                </a:lnTo>
                <a:close/>
              </a:path>
              <a:path w="338454" h="408939">
                <a:moveTo>
                  <a:pt x="297180" y="269748"/>
                </a:moveTo>
                <a:lnTo>
                  <a:pt x="297180" y="237744"/>
                </a:lnTo>
                <a:lnTo>
                  <a:pt x="322268" y="237744"/>
                </a:lnTo>
                <a:lnTo>
                  <a:pt x="322849" y="248816"/>
                </a:lnTo>
                <a:lnTo>
                  <a:pt x="323088" y="259080"/>
                </a:lnTo>
                <a:lnTo>
                  <a:pt x="297180" y="26974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" name="object 48"/>
          <p:cNvSpPr/>
          <p:nvPr/>
        </p:nvSpPr>
        <p:spPr>
          <a:xfrm>
            <a:off x="7946135" y="4486655"/>
            <a:ext cx="53340" cy="62865"/>
          </a:xfrm>
          <a:custGeom>
            <a:avLst/>
            <a:gdLst/>
            <a:ahLst/>
            <a:cxnLst/>
            <a:rect l="l" t="t" r="r" b="b"/>
            <a:pathLst>
              <a:path w="53340" h="62864">
                <a:moveTo>
                  <a:pt x="53340" y="62483"/>
                </a:moveTo>
                <a:lnTo>
                  <a:pt x="0" y="62483"/>
                </a:lnTo>
                <a:lnTo>
                  <a:pt x="0" y="0"/>
                </a:lnTo>
                <a:lnTo>
                  <a:pt x="53340" y="0"/>
                </a:lnTo>
                <a:lnTo>
                  <a:pt x="53340" y="6248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" name="object 49"/>
          <p:cNvSpPr/>
          <p:nvPr/>
        </p:nvSpPr>
        <p:spPr>
          <a:xfrm>
            <a:off x="8206727" y="4181855"/>
            <a:ext cx="847725" cy="411480"/>
          </a:xfrm>
          <a:custGeom>
            <a:avLst/>
            <a:gdLst/>
            <a:ahLst/>
            <a:cxnLst/>
            <a:rect l="l" t="t" r="r" b="b"/>
            <a:pathLst>
              <a:path w="847725" h="411479">
                <a:moveTo>
                  <a:pt x="396240" y="192024"/>
                </a:moveTo>
                <a:lnTo>
                  <a:pt x="358140" y="153924"/>
                </a:lnTo>
                <a:lnTo>
                  <a:pt x="323088" y="182880"/>
                </a:lnTo>
                <a:lnTo>
                  <a:pt x="0" y="182880"/>
                </a:lnTo>
                <a:lnTo>
                  <a:pt x="16764" y="198120"/>
                </a:lnTo>
                <a:lnTo>
                  <a:pt x="26479" y="195884"/>
                </a:lnTo>
                <a:lnTo>
                  <a:pt x="37338" y="193929"/>
                </a:lnTo>
                <a:lnTo>
                  <a:pt x="49339" y="192557"/>
                </a:lnTo>
                <a:lnTo>
                  <a:pt x="62484" y="192024"/>
                </a:lnTo>
                <a:lnTo>
                  <a:pt x="396240" y="192024"/>
                </a:lnTo>
                <a:close/>
              </a:path>
              <a:path w="847725" h="411479">
                <a:moveTo>
                  <a:pt x="669048" y="147828"/>
                </a:moveTo>
                <a:lnTo>
                  <a:pt x="627900" y="124968"/>
                </a:lnTo>
                <a:lnTo>
                  <a:pt x="628777" y="145859"/>
                </a:lnTo>
                <a:lnTo>
                  <a:pt x="629234" y="165925"/>
                </a:lnTo>
                <a:lnTo>
                  <a:pt x="629323" y="175641"/>
                </a:lnTo>
                <a:lnTo>
                  <a:pt x="629234" y="352425"/>
                </a:lnTo>
                <a:lnTo>
                  <a:pt x="628777" y="379526"/>
                </a:lnTo>
                <a:lnTo>
                  <a:pt x="627900" y="411480"/>
                </a:lnTo>
                <a:lnTo>
                  <a:pt x="656856" y="394716"/>
                </a:lnTo>
                <a:lnTo>
                  <a:pt x="656615" y="378104"/>
                </a:lnTo>
                <a:lnTo>
                  <a:pt x="655561" y="347141"/>
                </a:lnTo>
                <a:lnTo>
                  <a:pt x="655332" y="332232"/>
                </a:lnTo>
                <a:lnTo>
                  <a:pt x="655332" y="158496"/>
                </a:lnTo>
                <a:lnTo>
                  <a:pt x="669048" y="147828"/>
                </a:lnTo>
                <a:close/>
              </a:path>
              <a:path w="847725" h="411479">
                <a:moveTo>
                  <a:pt x="847356" y="179832"/>
                </a:moveTo>
                <a:lnTo>
                  <a:pt x="798969" y="165925"/>
                </a:lnTo>
                <a:lnTo>
                  <a:pt x="748296" y="137160"/>
                </a:lnTo>
                <a:lnTo>
                  <a:pt x="698385" y="92964"/>
                </a:lnTo>
                <a:lnTo>
                  <a:pt x="658228" y="41148"/>
                </a:lnTo>
                <a:lnTo>
                  <a:pt x="650760" y="30480"/>
                </a:lnTo>
                <a:lnTo>
                  <a:pt x="666000" y="19812"/>
                </a:lnTo>
                <a:lnTo>
                  <a:pt x="629424" y="0"/>
                </a:lnTo>
                <a:lnTo>
                  <a:pt x="604469" y="55816"/>
                </a:lnTo>
                <a:lnTo>
                  <a:pt x="562368" y="117348"/>
                </a:lnTo>
                <a:lnTo>
                  <a:pt x="536435" y="148501"/>
                </a:lnTo>
                <a:lnTo>
                  <a:pt x="506933" y="175641"/>
                </a:lnTo>
                <a:lnTo>
                  <a:pt x="474281" y="198793"/>
                </a:lnTo>
                <a:lnTo>
                  <a:pt x="438924" y="217932"/>
                </a:lnTo>
                <a:lnTo>
                  <a:pt x="440448" y="225552"/>
                </a:lnTo>
                <a:lnTo>
                  <a:pt x="476186" y="208978"/>
                </a:lnTo>
                <a:lnTo>
                  <a:pt x="536244" y="172402"/>
                </a:lnTo>
                <a:lnTo>
                  <a:pt x="582510" y="130098"/>
                </a:lnTo>
                <a:lnTo>
                  <a:pt x="624700" y="74612"/>
                </a:lnTo>
                <a:lnTo>
                  <a:pt x="644664" y="41148"/>
                </a:lnTo>
                <a:lnTo>
                  <a:pt x="662952" y="71678"/>
                </a:lnTo>
                <a:lnTo>
                  <a:pt x="699528" y="123024"/>
                </a:lnTo>
                <a:lnTo>
                  <a:pt x="737196" y="162102"/>
                </a:lnTo>
                <a:lnTo>
                  <a:pt x="781672" y="195770"/>
                </a:lnTo>
                <a:lnTo>
                  <a:pt x="806208" y="210312"/>
                </a:lnTo>
                <a:lnTo>
                  <a:pt x="813917" y="201168"/>
                </a:lnTo>
                <a:lnTo>
                  <a:pt x="823353" y="194310"/>
                </a:lnTo>
                <a:lnTo>
                  <a:pt x="834491" y="189738"/>
                </a:lnTo>
                <a:lnTo>
                  <a:pt x="847356" y="187452"/>
                </a:lnTo>
                <a:lnTo>
                  <a:pt x="847356" y="17983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" name="object 50"/>
          <p:cNvSpPr/>
          <p:nvPr/>
        </p:nvSpPr>
        <p:spPr>
          <a:xfrm>
            <a:off x="9113519" y="4198620"/>
            <a:ext cx="373380" cy="381000"/>
          </a:xfrm>
          <a:custGeom>
            <a:avLst/>
            <a:gdLst/>
            <a:ahLst/>
            <a:cxnLst/>
            <a:rect l="l" t="t" r="r" b="b"/>
            <a:pathLst>
              <a:path w="373379" h="381000">
                <a:moveTo>
                  <a:pt x="24384" y="380999"/>
                </a:moveTo>
                <a:lnTo>
                  <a:pt x="0" y="358139"/>
                </a:lnTo>
                <a:lnTo>
                  <a:pt x="10668" y="347472"/>
                </a:lnTo>
                <a:lnTo>
                  <a:pt x="10668" y="106679"/>
                </a:lnTo>
                <a:lnTo>
                  <a:pt x="10406" y="82676"/>
                </a:lnTo>
                <a:lnTo>
                  <a:pt x="9715" y="58673"/>
                </a:lnTo>
                <a:lnTo>
                  <a:pt x="7620" y="10667"/>
                </a:lnTo>
                <a:lnTo>
                  <a:pt x="35052" y="24383"/>
                </a:lnTo>
                <a:lnTo>
                  <a:pt x="301751" y="24383"/>
                </a:lnTo>
                <a:lnTo>
                  <a:pt x="327659" y="0"/>
                </a:lnTo>
                <a:lnTo>
                  <a:pt x="359663" y="35051"/>
                </a:lnTo>
                <a:lnTo>
                  <a:pt x="239268" y="35051"/>
                </a:lnTo>
                <a:lnTo>
                  <a:pt x="239268" y="243839"/>
                </a:lnTo>
                <a:lnTo>
                  <a:pt x="240434" y="258079"/>
                </a:lnTo>
                <a:lnTo>
                  <a:pt x="244030" y="268604"/>
                </a:lnTo>
                <a:lnTo>
                  <a:pt x="250197" y="275129"/>
                </a:lnTo>
                <a:lnTo>
                  <a:pt x="259080" y="277367"/>
                </a:lnTo>
                <a:lnTo>
                  <a:pt x="304799" y="277367"/>
                </a:lnTo>
                <a:lnTo>
                  <a:pt x="325516" y="235577"/>
                </a:lnTo>
                <a:lnTo>
                  <a:pt x="326755" y="208764"/>
                </a:lnTo>
                <a:lnTo>
                  <a:pt x="327659" y="195071"/>
                </a:lnTo>
                <a:lnTo>
                  <a:pt x="336804" y="195071"/>
                </a:lnTo>
                <a:lnTo>
                  <a:pt x="337065" y="207621"/>
                </a:lnTo>
                <a:lnTo>
                  <a:pt x="337756" y="220027"/>
                </a:lnTo>
                <a:lnTo>
                  <a:pt x="346519" y="263271"/>
                </a:lnTo>
                <a:lnTo>
                  <a:pt x="361187" y="271272"/>
                </a:lnTo>
                <a:lnTo>
                  <a:pt x="352925" y="283011"/>
                </a:lnTo>
                <a:lnTo>
                  <a:pt x="341947" y="290893"/>
                </a:lnTo>
                <a:lnTo>
                  <a:pt x="328398" y="295060"/>
                </a:lnTo>
                <a:lnTo>
                  <a:pt x="312420" y="295655"/>
                </a:lnTo>
                <a:lnTo>
                  <a:pt x="248411" y="295655"/>
                </a:lnTo>
                <a:lnTo>
                  <a:pt x="233767" y="292488"/>
                </a:lnTo>
                <a:lnTo>
                  <a:pt x="223837" y="285178"/>
                </a:lnTo>
                <a:lnTo>
                  <a:pt x="218193" y="273581"/>
                </a:lnTo>
                <a:lnTo>
                  <a:pt x="216408" y="257555"/>
                </a:lnTo>
                <a:lnTo>
                  <a:pt x="216408" y="35051"/>
                </a:lnTo>
                <a:lnTo>
                  <a:pt x="143256" y="35051"/>
                </a:lnTo>
                <a:lnTo>
                  <a:pt x="142875" y="88391"/>
                </a:lnTo>
                <a:lnTo>
                  <a:pt x="140208" y="137159"/>
                </a:lnTo>
                <a:lnTo>
                  <a:pt x="133540" y="182879"/>
                </a:lnTo>
                <a:lnTo>
                  <a:pt x="118872" y="228599"/>
                </a:lnTo>
                <a:lnTo>
                  <a:pt x="93726" y="273748"/>
                </a:lnTo>
                <a:lnTo>
                  <a:pt x="54864" y="320039"/>
                </a:lnTo>
                <a:lnTo>
                  <a:pt x="50292" y="315467"/>
                </a:lnTo>
                <a:lnTo>
                  <a:pt x="66270" y="291131"/>
                </a:lnTo>
                <a:lnTo>
                  <a:pt x="79819" y="268223"/>
                </a:lnTo>
                <a:lnTo>
                  <a:pt x="99060" y="225551"/>
                </a:lnTo>
                <a:lnTo>
                  <a:pt x="110299" y="184594"/>
                </a:lnTo>
                <a:lnTo>
                  <a:pt x="115824" y="140207"/>
                </a:lnTo>
                <a:lnTo>
                  <a:pt x="118491" y="91058"/>
                </a:lnTo>
                <a:lnTo>
                  <a:pt x="118872" y="35051"/>
                </a:lnTo>
                <a:lnTo>
                  <a:pt x="35052" y="35051"/>
                </a:lnTo>
                <a:lnTo>
                  <a:pt x="35052" y="355091"/>
                </a:lnTo>
                <a:lnTo>
                  <a:pt x="310896" y="355091"/>
                </a:lnTo>
                <a:lnTo>
                  <a:pt x="336804" y="329184"/>
                </a:lnTo>
                <a:lnTo>
                  <a:pt x="373380" y="365760"/>
                </a:lnTo>
                <a:lnTo>
                  <a:pt x="36576" y="365760"/>
                </a:lnTo>
                <a:lnTo>
                  <a:pt x="24384" y="380999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" name="object 51"/>
          <p:cNvSpPr/>
          <p:nvPr/>
        </p:nvSpPr>
        <p:spPr>
          <a:xfrm>
            <a:off x="9535667" y="4201667"/>
            <a:ext cx="408940" cy="382905"/>
          </a:xfrm>
          <a:custGeom>
            <a:avLst/>
            <a:gdLst/>
            <a:ahLst/>
            <a:cxnLst/>
            <a:rect l="l" t="t" r="r" b="b"/>
            <a:pathLst>
              <a:path w="408940" h="382904">
                <a:moveTo>
                  <a:pt x="240792" y="36576"/>
                </a:moveTo>
                <a:lnTo>
                  <a:pt x="225552" y="21336"/>
                </a:lnTo>
                <a:lnTo>
                  <a:pt x="347472" y="21336"/>
                </a:lnTo>
                <a:lnTo>
                  <a:pt x="359664" y="6096"/>
                </a:lnTo>
                <a:lnTo>
                  <a:pt x="385572" y="27432"/>
                </a:lnTo>
                <a:lnTo>
                  <a:pt x="379476" y="32004"/>
                </a:lnTo>
                <a:lnTo>
                  <a:pt x="283464" y="32004"/>
                </a:lnTo>
                <a:lnTo>
                  <a:pt x="272295" y="32289"/>
                </a:lnTo>
                <a:lnTo>
                  <a:pt x="261556" y="33147"/>
                </a:lnTo>
                <a:lnTo>
                  <a:pt x="251102" y="34575"/>
                </a:lnTo>
                <a:lnTo>
                  <a:pt x="240792" y="36576"/>
                </a:lnTo>
                <a:close/>
              </a:path>
              <a:path w="408940" h="382904">
                <a:moveTo>
                  <a:pt x="374030" y="146304"/>
                </a:moveTo>
                <a:lnTo>
                  <a:pt x="350520" y="146304"/>
                </a:lnTo>
                <a:lnTo>
                  <a:pt x="350520" y="32004"/>
                </a:lnTo>
                <a:lnTo>
                  <a:pt x="379476" y="32004"/>
                </a:lnTo>
                <a:lnTo>
                  <a:pt x="373380" y="36576"/>
                </a:lnTo>
                <a:lnTo>
                  <a:pt x="373403" y="79176"/>
                </a:lnTo>
                <a:lnTo>
                  <a:pt x="373570" y="115633"/>
                </a:lnTo>
                <a:lnTo>
                  <a:pt x="374030" y="146304"/>
                </a:lnTo>
                <a:close/>
              </a:path>
              <a:path w="408940" h="382904">
                <a:moveTo>
                  <a:pt x="368808" y="365760"/>
                </a:moveTo>
                <a:lnTo>
                  <a:pt x="277368" y="365760"/>
                </a:lnTo>
                <a:lnTo>
                  <a:pt x="258270" y="364045"/>
                </a:lnTo>
                <a:lnTo>
                  <a:pt x="244602" y="356616"/>
                </a:lnTo>
                <a:lnTo>
                  <a:pt x="236648" y="343471"/>
                </a:lnTo>
                <a:lnTo>
                  <a:pt x="234696" y="324612"/>
                </a:lnTo>
                <a:lnTo>
                  <a:pt x="234457" y="255150"/>
                </a:lnTo>
                <a:lnTo>
                  <a:pt x="233934" y="199834"/>
                </a:lnTo>
                <a:lnTo>
                  <a:pt x="233410" y="158519"/>
                </a:lnTo>
                <a:lnTo>
                  <a:pt x="233172" y="131064"/>
                </a:lnTo>
                <a:lnTo>
                  <a:pt x="257556" y="146304"/>
                </a:lnTo>
                <a:lnTo>
                  <a:pt x="374030" y="146304"/>
                </a:lnTo>
                <a:lnTo>
                  <a:pt x="374412" y="156972"/>
                </a:lnTo>
                <a:lnTo>
                  <a:pt x="257556" y="156972"/>
                </a:lnTo>
                <a:lnTo>
                  <a:pt x="257556" y="316992"/>
                </a:lnTo>
                <a:lnTo>
                  <a:pt x="259270" y="330731"/>
                </a:lnTo>
                <a:lnTo>
                  <a:pt x="264414" y="340042"/>
                </a:lnTo>
                <a:lnTo>
                  <a:pt x="272986" y="345066"/>
                </a:lnTo>
                <a:lnTo>
                  <a:pt x="284988" y="345948"/>
                </a:lnTo>
                <a:lnTo>
                  <a:pt x="405616" y="345948"/>
                </a:lnTo>
                <a:lnTo>
                  <a:pt x="401597" y="352472"/>
                </a:lnTo>
                <a:lnTo>
                  <a:pt x="392620" y="360426"/>
                </a:lnTo>
                <a:lnTo>
                  <a:pt x="381642" y="364950"/>
                </a:lnTo>
                <a:lnTo>
                  <a:pt x="368808" y="365760"/>
                </a:lnTo>
                <a:close/>
              </a:path>
              <a:path w="408940" h="382904">
                <a:moveTo>
                  <a:pt x="350520" y="181356"/>
                </a:moveTo>
                <a:lnTo>
                  <a:pt x="350520" y="156972"/>
                </a:lnTo>
                <a:lnTo>
                  <a:pt x="374412" y="156972"/>
                </a:lnTo>
                <a:lnTo>
                  <a:pt x="374904" y="170688"/>
                </a:lnTo>
                <a:lnTo>
                  <a:pt x="350520" y="181356"/>
                </a:lnTo>
                <a:close/>
              </a:path>
              <a:path w="408940" h="382904">
                <a:moveTo>
                  <a:pt x="405616" y="345948"/>
                </a:moveTo>
                <a:lnTo>
                  <a:pt x="364236" y="345948"/>
                </a:lnTo>
                <a:lnTo>
                  <a:pt x="368808" y="341376"/>
                </a:lnTo>
                <a:lnTo>
                  <a:pt x="371856" y="329184"/>
                </a:lnTo>
                <a:lnTo>
                  <a:pt x="373213" y="318301"/>
                </a:lnTo>
                <a:lnTo>
                  <a:pt x="374713" y="303847"/>
                </a:lnTo>
                <a:lnTo>
                  <a:pt x="375927" y="285678"/>
                </a:lnTo>
                <a:lnTo>
                  <a:pt x="376428" y="263652"/>
                </a:lnTo>
                <a:lnTo>
                  <a:pt x="385572" y="263652"/>
                </a:lnTo>
                <a:lnTo>
                  <a:pt x="387500" y="308229"/>
                </a:lnTo>
                <a:lnTo>
                  <a:pt x="408432" y="341376"/>
                </a:lnTo>
                <a:lnTo>
                  <a:pt x="405616" y="345948"/>
                </a:lnTo>
                <a:close/>
              </a:path>
              <a:path w="408940" h="382904">
                <a:moveTo>
                  <a:pt x="15240" y="36576"/>
                </a:moveTo>
                <a:lnTo>
                  <a:pt x="0" y="21336"/>
                </a:lnTo>
                <a:lnTo>
                  <a:pt x="175260" y="21336"/>
                </a:lnTo>
                <a:lnTo>
                  <a:pt x="196596" y="0"/>
                </a:lnTo>
                <a:lnTo>
                  <a:pt x="224028" y="32004"/>
                </a:lnTo>
                <a:lnTo>
                  <a:pt x="56388" y="32004"/>
                </a:lnTo>
                <a:lnTo>
                  <a:pt x="46101" y="32289"/>
                </a:lnTo>
                <a:lnTo>
                  <a:pt x="35814" y="33147"/>
                </a:lnTo>
                <a:lnTo>
                  <a:pt x="25527" y="34575"/>
                </a:lnTo>
                <a:lnTo>
                  <a:pt x="15240" y="36576"/>
                </a:lnTo>
                <a:close/>
              </a:path>
              <a:path w="408940" h="382904">
                <a:moveTo>
                  <a:pt x="100584" y="88392"/>
                </a:moveTo>
                <a:lnTo>
                  <a:pt x="79248" y="88392"/>
                </a:lnTo>
                <a:lnTo>
                  <a:pt x="79248" y="32004"/>
                </a:lnTo>
                <a:lnTo>
                  <a:pt x="100584" y="32004"/>
                </a:lnTo>
                <a:lnTo>
                  <a:pt x="100584" y="88392"/>
                </a:lnTo>
                <a:close/>
              </a:path>
              <a:path w="408940" h="382904">
                <a:moveTo>
                  <a:pt x="146304" y="88392"/>
                </a:moveTo>
                <a:lnTo>
                  <a:pt x="124968" y="88392"/>
                </a:lnTo>
                <a:lnTo>
                  <a:pt x="124968" y="32004"/>
                </a:lnTo>
                <a:lnTo>
                  <a:pt x="146304" y="32004"/>
                </a:lnTo>
                <a:lnTo>
                  <a:pt x="146304" y="88392"/>
                </a:lnTo>
                <a:close/>
              </a:path>
              <a:path w="408940" h="382904">
                <a:moveTo>
                  <a:pt x="205086" y="88392"/>
                </a:moveTo>
                <a:lnTo>
                  <a:pt x="173736" y="88392"/>
                </a:lnTo>
                <a:lnTo>
                  <a:pt x="185928" y="71628"/>
                </a:lnTo>
                <a:lnTo>
                  <a:pt x="205086" y="88392"/>
                </a:lnTo>
                <a:close/>
              </a:path>
              <a:path w="408940" h="382904">
                <a:moveTo>
                  <a:pt x="25908" y="382524"/>
                </a:moveTo>
                <a:lnTo>
                  <a:pt x="26789" y="353139"/>
                </a:lnTo>
                <a:lnTo>
                  <a:pt x="27241" y="317754"/>
                </a:lnTo>
                <a:lnTo>
                  <a:pt x="27353" y="169545"/>
                </a:lnTo>
                <a:lnTo>
                  <a:pt x="27241" y="141351"/>
                </a:lnTo>
                <a:lnTo>
                  <a:pt x="26789" y="104536"/>
                </a:lnTo>
                <a:lnTo>
                  <a:pt x="25908" y="73152"/>
                </a:lnTo>
                <a:lnTo>
                  <a:pt x="50292" y="88392"/>
                </a:lnTo>
                <a:lnTo>
                  <a:pt x="205086" y="88392"/>
                </a:lnTo>
                <a:lnTo>
                  <a:pt x="210312" y="92964"/>
                </a:lnTo>
                <a:lnTo>
                  <a:pt x="205086" y="97536"/>
                </a:lnTo>
                <a:lnTo>
                  <a:pt x="50292" y="97536"/>
                </a:lnTo>
                <a:lnTo>
                  <a:pt x="50292" y="216407"/>
                </a:lnTo>
                <a:lnTo>
                  <a:pt x="61088" y="216407"/>
                </a:lnTo>
                <a:lnTo>
                  <a:pt x="50292" y="227076"/>
                </a:lnTo>
                <a:lnTo>
                  <a:pt x="50292" y="251459"/>
                </a:lnTo>
                <a:lnTo>
                  <a:pt x="198232" y="251459"/>
                </a:lnTo>
                <a:lnTo>
                  <a:pt x="198278" y="262128"/>
                </a:lnTo>
                <a:lnTo>
                  <a:pt x="50292" y="262128"/>
                </a:lnTo>
                <a:lnTo>
                  <a:pt x="50292" y="327660"/>
                </a:lnTo>
                <a:lnTo>
                  <a:pt x="198746" y="327660"/>
                </a:lnTo>
                <a:lnTo>
                  <a:pt x="198866" y="338328"/>
                </a:lnTo>
                <a:lnTo>
                  <a:pt x="50292" y="338328"/>
                </a:lnTo>
                <a:lnTo>
                  <a:pt x="50292" y="374904"/>
                </a:lnTo>
                <a:lnTo>
                  <a:pt x="25908" y="382524"/>
                </a:lnTo>
                <a:close/>
              </a:path>
              <a:path w="408940" h="382904">
                <a:moveTo>
                  <a:pt x="61088" y="216407"/>
                </a:moveTo>
                <a:lnTo>
                  <a:pt x="50292" y="216407"/>
                </a:lnTo>
                <a:lnTo>
                  <a:pt x="63174" y="196119"/>
                </a:lnTo>
                <a:lnTo>
                  <a:pt x="72199" y="169545"/>
                </a:lnTo>
                <a:lnTo>
                  <a:pt x="77509" y="136683"/>
                </a:lnTo>
                <a:lnTo>
                  <a:pt x="79248" y="97536"/>
                </a:lnTo>
                <a:lnTo>
                  <a:pt x="100584" y="97536"/>
                </a:lnTo>
                <a:lnTo>
                  <a:pt x="97440" y="140708"/>
                </a:lnTo>
                <a:lnTo>
                  <a:pt x="88011" y="176593"/>
                </a:lnTo>
                <a:lnTo>
                  <a:pt x="72294" y="205335"/>
                </a:lnTo>
                <a:lnTo>
                  <a:pt x="61088" y="216407"/>
                </a:lnTo>
                <a:close/>
              </a:path>
              <a:path w="408940" h="382904">
                <a:moveTo>
                  <a:pt x="198232" y="251459"/>
                </a:moveTo>
                <a:lnTo>
                  <a:pt x="175260" y="251459"/>
                </a:lnTo>
                <a:lnTo>
                  <a:pt x="175260" y="213359"/>
                </a:lnTo>
                <a:lnTo>
                  <a:pt x="150876" y="213359"/>
                </a:lnTo>
                <a:lnTo>
                  <a:pt x="124968" y="97536"/>
                </a:lnTo>
                <a:lnTo>
                  <a:pt x="146304" y="97536"/>
                </a:lnTo>
                <a:lnTo>
                  <a:pt x="146304" y="188976"/>
                </a:lnTo>
                <a:lnTo>
                  <a:pt x="149352" y="193548"/>
                </a:lnTo>
                <a:lnTo>
                  <a:pt x="198146" y="193548"/>
                </a:lnTo>
                <a:lnTo>
                  <a:pt x="198232" y="251459"/>
                </a:lnTo>
                <a:close/>
              </a:path>
              <a:path w="408940" h="382904">
                <a:moveTo>
                  <a:pt x="198146" y="193548"/>
                </a:moveTo>
                <a:lnTo>
                  <a:pt x="175260" y="193548"/>
                </a:lnTo>
                <a:lnTo>
                  <a:pt x="175260" y="97536"/>
                </a:lnTo>
                <a:lnTo>
                  <a:pt x="205086" y="97536"/>
                </a:lnTo>
                <a:lnTo>
                  <a:pt x="198120" y="103632"/>
                </a:lnTo>
                <a:lnTo>
                  <a:pt x="198146" y="193548"/>
                </a:lnTo>
                <a:close/>
              </a:path>
              <a:path w="408940" h="382904">
                <a:moveTo>
                  <a:pt x="198746" y="327660"/>
                </a:moveTo>
                <a:lnTo>
                  <a:pt x="175260" y="327660"/>
                </a:lnTo>
                <a:lnTo>
                  <a:pt x="175260" y="262128"/>
                </a:lnTo>
                <a:lnTo>
                  <a:pt x="198278" y="262128"/>
                </a:lnTo>
                <a:lnTo>
                  <a:pt x="198449" y="301142"/>
                </a:lnTo>
                <a:lnTo>
                  <a:pt x="198746" y="327660"/>
                </a:lnTo>
                <a:close/>
              </a:path>
              <a:path w="408940" h="382904">
                <a:moveTo>
                  <a:pt x="175260" y="381000"/>
                </a:moveTo>
                <a:lnTo>
                  <a:pt x="175260" y="338328"/>
                </a:lnTo>
                <a:lnTo>
                  <a:pt x="198866" y="338328"/>
                </a:lnTo>
                <a:lnTo>
                  <a:pt x="198900" y="341376"/>
                </a:lnTo>
                <a:lnTo>
                  <a:pt x="199644" y="368808"/>
                </a:lnTo>
                <a:lnTo>
                  <a:pt x="175260" y="38100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" name="object 52"/>
          <p:cNvSpPr/>
          <p:nvPr/>
        </p:nvSpPr>
        <p:spPr>
          <a:xfrm>
            <a:off x="2122932" y="4716792"/>
            <a:ext cx="1102360" cy="411480"/>
          </a:xfrm>
          <a:custGeom>
            <a:avLst/>
            <a:gdLst/>
            <a:ahLst/>
            <a:cxnLst/>
            <a:rect l="l" t="t" r="r" b="b"/>
            <a:pathLst>
              <a:path w="1102360" h="411479">
                <a:moveTo>
                  <a:pt x="219456" y="274307"/>
                </a:moveTo>
                <a:lnTo>
                  <a:pt x="211086" y="234873"/>
                </a:lnTo>
                <a:lnTo>
                  <a:pt x="184975" y="205917"/>
                </a:lnTo>
                <a:lnTo>
                  <a:pt x="148945" y="191249"/>
                </a:lnTo>
                <a:lnTo>
                  <a:pt x="113703" y="182105"/>
                </a:lnTo>
                <a:lnTo>
                  <a:pt x="104965" y="179819"/>
                </a:lnTo>
                <a:lnTo>
                  <a:pt x="97078" y="177533"/>
                </a:lnTo>
                <a:lnTo>
                  <a:pt x="89916" y="175247"/>
                </a:lnTo>
                <a:lnTo>
                  <a:pt x="80200" y="172415"/>
                </a:lnTo>
                <a:lnTo>
                  <a:pt x="49720" y="143433"/>
                </a:lnTo>
                <a:lnTo>
                  <a:pt x="47244" y="124955"/>
                </a:lnTo>
                <a:lnTo>
                  <a:pt x="48387" y="114096"/>
                </a:lnTo>
                <a:lnTo>
                  <a:pt x="75501" y="82384"/>
                </a:lnTo>
                <a:lnTo>
                  <a:pt x="114300" y="74663"/>
                </a:lnTo>
                <a:lnTo>
                  <a:pt x="127076" y="75260"/>
                </a:lnTo>
                <a:lnTo>
                  <a:pt x="164592" y="85331"/>
                </a:lnTo>
                <a:lnTo>
                  <a:pt x="204216" y="109715"/>
                </a:lnTo>
                <a:lnTo>
                  <a:pt x="207264" y="109715"/>
                </a:lnTo>
                <a:lnTo>
                  <a:pt x="207264" y="57899"/>
                </a:lnTo>
                <a:lnTo>
                  <a:pt x="196710" y="53378"/>
                </a:lnTo>
                <a:lnTo>
                  <a:pt x="150469" y="40424"/>
                </a:lnTo>
                <a:lnTo>
                  <a:pt x="111252" y="36563"/>
                </a:lnTo>
                <a:lnTo>
                  <a:pt x="88392" y="38277"/>
                </a:lnTo>
                <a:lnTo>
                  <a:pt x="49530" y="51993"/>
                </a:lnTo>
                <a:lnTo>
                  <a:pt x="19761" y="78308"/>
                </a:lnTo>
                <a:lnTo>
                  <a:pt x="3048" y="129527"/>
                </a:lnTo>
                <a:lnTo>
                  <a:pt x="3327" y="138633"/>
                </a:lnTo>
                <a:lnTo>
                  <a:pt x="14668" y="176580"/>
                </a:lnTo>
                <a:lnTo>
                  <a:pt x="47244" y="205727"/>
                </a:lnTo>
                <a:lnTo>
                  <a:pt x="101269" y="222618"/>
                </a:lnTo>
                <a:lnTo>
                  <a:pt x="108204" y="224015"/>
                </a:lnTo>
                <a:lnTo>
                  <a:pt x="114198" y="226072"/>
                </a:lnTo>
                <a:lnTo>
                  <a:pt x="153733" y="239636"/>
                </a:lnTo>
                <a:lnTo>
                  <a:pt x="174688" y="272211"/>
                </a:lnTo>
                <a:lnTo>
                  <a:pt x="175260" y="281927"/>
                </a:lnTo>
                <a:lnTo>
                  <a:pt x="174117" y="293027"/>
                </a:lnTo>
                <a:lnTo>
                  <a:pt x="146697" y="326910"/>
                </a:lnTo>
                <a:lnTo>
                  <a:pt x="103632" y="335267"/>
                </a:lnTo>
                <a:lnTo>
                  <a:pt x="90817" y="334683"/>
                </a:lnTo>
                <a:lnTo>
                  <a:pt x="51816" y="324599"/>
                </a:lnTo>
                <a:lnTo>
                  <a:pt x="13881" y="302958"/>
                </a:lnTo>
                <a:lnTo>
                  <a:pt x="3048" y="294119"/>
                </a:lnTo>
                <a:lnTo>
                  <a:pt x="0" y="294119"/>
                </a:lnTo>
                <a:lnTo>
                  <a:pt x="0" y="347459"/>
                </a:lnTo>
                <a:lnTo>
                  <a:pt x="11430" y="352894"/>
                </a:lnTo>
                <a:lnTo>
                  <a:pt x="58877" y="368630"/>
                </a:lnTo>
                <a:lnTo>
                  <a:pt x="106680" y="371843"/>
                </a:lnTo>
                <a:lnTo>
                  <a:pt x="120726" y="371538"/>
                </a:lnTo>
                <a:lnTo>
                  <a:pt x="165201" y="360895"/>
                </a:lnTo>
                <a:lnTo>
                  <a:pt x="197040" y="336626"/>
                </a:lnTo>
                <a:lnTo>
                  <a:pt x="215595" y="303034"/>
                </a:lnTo>
                <a:lnTo>
                  <a:pt x="219113" y="283692"/>
                </a:lnTo>
                <a:lnTo>
                  <a:pt x="219456" y="274307"/>
                </a:lnTo>
                <a:close/>
              </a:path>
              <a:path w="1102360" h="411479">
                <a:moveTo>
                  <a:pt x="569963" y="30467"/>
                </a:moveTo>
                <a:lnTo>
                  <a:pt x="564095" y="25895"/>
                </a:lnTo>
                <a:lnTo>
                  <a:pt x="542531" y="9131"/>
                </a:lnTo>
                <a:lnTo>
                  <a:pt x="530339" y="21323"/>
                </a:lnTo>
                <a:lnTo>
                  <a:pt x="530339" y="36563"/>
                </a:lnTo>
                <a:lnTo>
                  <a:pt x="530339" y="86855"/>
                </a:lnTo>
                <a:lnTo>
                  <a:pt x="530339" y="97523"/>
                </a:lnTo>
                <a:lnTo>
                  <a:pt x="530339" y="149339"/>
                </a:lnTo>
                <a:lnTo>
                  <a:pt x="377939" y="149339"/>
                </a:lnTo>
                <a:lnTo>
                  <a:pt x="377939" y="97523"/>
                </a:lnTo>
                <a:lnTo>
                  <a:pt x="530339" y="97523"/>
                </a:lnTo>
                <a:lnTo>
                  <a:pt x="530339" y="86855"/>
                </a:lnTo>
                <a:lnTo>
                  <a:pt x="377939" y="86855"/>
                </a:lnTo>
                <a:lnTo>
                  <a:pt x="377939" y="36563"/>
                </a:lnTo>
                <a:lnTo>
                  <a:pt x="530339" y="36563"/>
                </a:lnTo>
                <a:lnTo>
                  <a:pt x="530339" y="21323"/>
                </a:lnTo>
                <a:lnTo>
                  <a:pt x="525767" y="25895"/>
                </a:lnTo>
                <a:lnTo>
                  <a:pt x="380987" y="25895"/>
                </a:lnTo>
                <a:lnTo>
                  <a:pt x="352031" y="10655"/>
                </a:lnTo>
                <a:lnTo>
                  <a:pt x="352920" y="33477"/>
                </a:lnTo>
                <a:lnTo>
                  <a:pt x="353364" y="55994"/>
                </a:lnTo>
                <a:lnTo>
                  <a:pt x="353542" y="77952"/>
                </a:lnTo>
                <a:lnTo>
                  <a:pt x="353517" y="123050"/>
                </a:lnTo>
                <a:lnTo>
                  <a:pt x="353364" y="142481"/>
                </a:lnTo>
                <a:lnTo>
                  <a:pt x="352920" y="164198"/>
                </a:lnTo>
                <a:lnTo>
                  <a:pt x="352031" y="185915"/>
                </a:lnTo>
                <a:lnTo>
                  <a:pt x="377939" y="175247"/>
                </a:lnTo>
                <a:lnTo>
                  <a:pt x="377939" y="160007"/>
                </a:lnTo>
                <a:lnTo>
                  <a:pt x="530339" y="160007"/>
                </a:lnTo>
                <a:lnTo>
                  <a:pt x="530339" y="182867"/>
                </a:lnTo>
                <a:lnTo>
                  <a:pt x="556247" y="169151"/>
                </a:lnTo>
                <a:lnTo>
                  <a:pt x="555828" y="160007"/>
                </a:lnTo>
                <a:lnTo>
                  <a:pt x="555371" y="150253"/>
                </a:lnTo>
                <a:lnTo>
                  <a:pt x="555358" y="149339"/>
                </a:lnTo>
                <a:lnTo>
                  <a:pt x="554913" y="123050"/>
                </a:lnTo>
                <a:lnTo>
                  <a:pt x="554799" y="97523"/>
                </a:lnTo>
                <a:lnTo>
                  <a:pt x="554748" y="86855"/>
                </a:lnTo>
                <a:lnTo>
                  <a:pt x="554723" y="42659"/>
                </a:lnTo>
                <a:lnTo>
                  <a:pt x="562343" y="36563"/>
                </a:lnTo>
                <a:lnTo>
                  <a:pt x="569963" y="30467"/>
                </a:lnTo>
                <a:close/>
              </a:path>
              <a:path w="1102360" h="411479">
                <a:moveTo>
                  <a:pt x="653783" y="361175"/>
                </a:moveTo>
                <a:lnTo>
                  <a:pt x="634098" y="363829"/>
                </a:lnTo>
                <a:lnTo>
                  <a:pt x="611682" y="365175"/>
                </a:lnTo>
                <a:lnTo>
                  <a:pt x="586714" y="365683"/>
                </a:lnTo>
                <a:lnTo>
                  <a:pt x="559295" y="365747"/>
                </a:lnTo>
                <a:lnTo>
                  <a:pt x="531317" y="365175"/>
                </a:lnTo>
                <a:lnTo>
                  <a:pt x="506907" y="363461"/>
                </a:lnTo>
                <a:lnTo>
                  <a:pt x="486219" y="360603"/>
                </a:lnTo>
                <a:lnTo>
                  <a:pt x="469379" y="356603"/>
                </a:lnTo>
                <a:lnTo>
                  <a:pt x="469379" y="348983"/>
                </a:lnTo>
                <a:lnTo>
                  <a:pt x="469379" y="284975"/>
                </a:lnTo>
                <a:lnTo>
                  <a:pt x="615683" y="284975"/>
                </a:lnTo>
                <a:lnTo>
                  <a:pt x="605015" y="274307"/>
                </a:lnTo>
                <a:lnTo>
                  <a:pt x="582155" y="251447"/>
                </a:lnTo>
                <a:lnTo>
                  <a:pt x="559295" y="274307"/>
                </a:lnTo>
                <a:lnTo>
                  <a:pt x="469379" y="274307"/>
                </a:lnTo>
                <a:lnTo>
                  <a:pt x="469379" y="214871"/>
                </a:lnTo>
                <a:lnTo>
                  <a:pt x="644639" y="214871"/>
                </a:lnTo>
                <a:lnTo>
                  <a:pt x="608063" y="178295"/>
                </a:lnTo>
                <a:lnTo>
                  <a:pt x="582155" y="205727"/>
                </a:lnTo>
                <a:lnTo>
                  <a:pt x="260591" y="205727"/>
                </a:lnTo>
                <a:lnTo>
                  <a:pt x="275831" y="220967"/>
                </a:lnTo>
                <a:lnTo>
                  <a:pt x="285483" y="218097"/>
                </a:lnTo>
                <a:lnTo>
                  <a:pt x="295833" y="216204"/>
                </a:lnTo>
                <a:lnTo>
                  <a:pt x="306489" y="215188"/>
                </a:lnTo>
                <a:lnTo>
                  <a:pt x="316979" y="214871"/>
                </a:lnTo>
                <a:lnTo>
                  <a:pt x="444995" y="214871"/>
                </a:lnTo>
                <a:lnTo>
                  <a:pt x="444995" y="348983"/>
                </a:lnTo>
                <a:lnTo>
                  <a:pt x="419265" y="336702"/>
                </a:lnTo>
                <a:lnTo>
                  <a:pt x="396798" y="322694"/>
                </a:lnTo>
                <a:lnTo>
                  <a:pt x="377494" y="306984"/>
                </a:lnTo>
                <a:lnTo>
                  <a:pt x="369735" y="298691"/>
                </a:lnTo>
                <a:lnTo>
                  <a:pt x="361175" y="289547"/>
                </a:lnTo>
                <a:lnTo>
                  <a:pt x="388607" y="246875"/>
                </a:lnTo>
                <a:lnTo>
                  <a:pt x="350507" y="224015"/>
                </a:lnTo>
                <a:lnTo>
                  <a:pt x="337654" y="278599"/>
                </a:lnTo>
                <a:lnTo>
                  <a:pt x="317360" y="325742"/>
                </a:lnTo>
                <a:lnTo>
                  <a:pt x="289648" y="365467"/>
                </a:lnTo>
                <a:lnTo>
                  <a:pt x="254495" y="397751"/>
                </a:lnTo>
                <a:lnTo>
                  <a:pt x="259067" y="403847"/>
                </a:lnTo>
                <a:lnTo>
                  <a:pt x="289102" y="385279"/>
                </a:lnTo>
                <a:lnTo>
                  <a:pt x="315264" y="361556"/>
                </a:lnTo>
                <a:lnTo>
                  <a:pt x="337731" y="332701"/>
                </a:lnTo>
                <a:lnTo>
                  <a:pt x="356603" y="298691"/>
                </a:lnTo>
                <a:lnTo>
                  <a:pt x="367207" y="312102"/>
                </a:lnTo>
                <a:lnTo>
                  <a:pt x="403847" y="347459"/>
                </a:lnTo>
                <a:lnTo>
                  <a:pt x="453364" y="374472"/>
                </a:lnTo>
                <a:lnTo>
                  <a:pt x="498513" y="387261"/>
                </a:lnTo>
                <a:lnTo>
                  <a:pt x="571042" y="395782"/>
                </a:lnTo>
                <a:lnTo>
                  <a:pt x="618731" y="397751"/>
                </a:lnTo>
                <a:lnTo>
                  <a:pt x="621855" y="388327"/>
                </a:lnTo>
                <a:lnTo>
                  <a:pt x="628827" y="380606"/>
                </a:lnTo>
                <a:lnTo>
                  <a:pt x="639521" y="374611"/>
                </a:lnTo>
                <a:lnTo>
                  <a:pt x="653783" y="370319"/>
                </a:lnTo>
                <a:lnTo>
                  <a:pt x="653783" y="365747"/>
                </a:lnTo>
                <a:lnTo>
                  <a:pt x="653783" y="361175"/>
                </a:lnTo>
                <a:close/>
              </a:path>
              <a:path w="1102360" h="411479">
                <a:moveTo>
                  <a:pt x="839711" y="152400"/>
                </a:moveTo>
                <a:lnTo>
                  <a:pt x="812279" y="125158"/>
                </a:lnTo>
                <a:lnTo>
                  <a:pt x="775703" y="103632"/>
                </a:lnTo>
                <a:lnTo>
                  <a:pt x="769607" y="109728"/>
                </a:lnTo>
                <a:lnTo>
                  <a:pt x="783310" y="125679"/>
                </a:lnTo>
                <a:lnTo>
                  <a:pt x="794562" y="141351"/>
                </a:lnTo>
                <a:lnTo>
                  <a:pt x="803262" y="156438"/>
                </a:lnTo>
                <a:lnTo>
                  <a:pt x="809231" y="170688"/>
                </a:lnTo>
                <a:lnTo>
                  <a:pt x="813803" y="182880"/>
                </a:lnTo>
                <a:lnTo>
                  <a:pt x="818375" y="188976"/>
                </a:lnTo>
                <a:lnTo>
                  <a:pt x="824471" y="188976"/>
                </a:lnTo>
                <a:lnTo>
                  <a:pt x="827519" y="185928"/>
                </a:lnTo>
                <a:lnTo>
                  <a:pt x="832091" y="176784"/>
                </a:lnTo>
                <a:lnTo>
                  <a:pt x="836663" y="169164"/>
                </a:lnTo>
                <a:lnTo>
                  <a:pt x="839711" y="163068"/>
                </a:lnTo>
                <a:lnTo>
                  <a:pt x="839711" y="152400"/>
                </a:lnTo>
                <a:close/>
              </a:path>
              <a:path w="1102360" h="411479">
                <a:moveTo>
                  <a:pt x="1101839" y="348996"/>
                </a:moveTo>
                <a:lnTo>
                  <a:pt x="1058316" y="333819"/>
                </a:lnTo>
                <a:lnTo>
                  <a:pt x="1019187" y="312140"/>
                </a:lnTo>
                <a:lnTo>
                  <a:pt x="984440" y="284035"/>
                </a:lnTo>
                <a:lnTo>
                  <a:pt x="954074" y="249555"/>
                </a:lnTo>
                <a:lnTo>
                  <a:pt x="928103" y="208788"/>
                </a:lnTo>
                <a:lnTo>
                  <a:pt x="1100315" y="208788"/>
                </a:lnTo>
                <a:lnTo>
                  <a:pt x="1063739" y="172212"/>
                </a:lnTo>
                <a:lnTo>
                  <a:pt x="1037831" y="198120"/>
                </a:lnTo>
                <a:lnTo>
                  <a:pt x="952487" y="198120"/>
                </a:lnTo>
                <a:lnTo>
                  <a:pt x="968781" y="184404"/>
                </a:lnTo>
                <a:lnTo>
                  <a:pt x="985634" y="168402"/>
                </a:lnTo>
                <a:lnTo>
                  <a:pt x="1003071" y="150114"/>
                </a:lnTo>
                <a:lnTo>
                  <a:pt x="1021067" y="129540"/>
                </a:lnTo>
                <a:lnTo>
                  <a:pt x="1037831" y="124968"/>
                </a:lnTo>
                <a:lnTo>
                  <a:pt x="1001255" y="97536"/>
                </a:lnTo>
                <a:lnTo>
                  <a:pt x="990688" y="122682"/>
                </a:lnTo>
                <a:lnTo>
                  <a:pt x="977252" y="147828"/>
                </a:lnTo>
                <a:lnTo>
                  <a:pt x="960970" y="172974"/>
                </a:lnTo>
                <a:lnTo>
                  <a:pt x="941819" y="198120"/>
                </a:lnTo>
                <a:lnTo>
                  <a:pt x="911339" y="198120"/>
                </a:lnTo>
                <a:lnTo>
                  <a:pt x="911339" y="89916"/>
                </a:lnTo>
                <a:lnTo>
                  <a:pt x="1075931" y="89916"/>
                </a:lnTo>
                <a:lnTo>
                  <a:pt x="1040879" y="54864"/>
                </a:lnTo>
                <a:lnTo>
                  <a:pt x="1016495" y="79248"/>
                </a:lnTo>
                <a:lnTo>
                  <a:pt x="911339" y="79248"/>
                </a:lnTo>
                <a:lnTo>
                  <a:pt x="911339" y="33528"/>
                </a:lnTo>
                <a:lnTo>
                  <a:pt x="928103" y="21336"/>
                </a:lnTo>
                <a:lnTo>
                  <a:pt x="882383" y="0"/>
                </a:lnTo>
                <a:lnTo>
                  <a:pt x="883513" y="20523"/>
                </a:lnTo>
                <a:lnTo>
                  <a:pt x="884478" y="40767"/>
                </a:lnTo>
                <a:lnTo>
                  <a:pt x="885177" y="60426"/>
                </a:lnTo>
                <a:lnTo>
                  <a:pt x="885431" y="79248"/>
                </a:lnTo>
                <a:lnTo>
                  <a:pt x="728459" y="79248"/>
                </a:lnTo>
                <a:lnTo>
                  <a:pt x="743699" y="96012"/>
                </a:lnTo>
                <a:lnTo>
                  <a:pt x="753351" y="93129"/>
                </a:lnTo>
                <a:lnTo>
                  <a:pt x="763701" y="91249"/>
                </a:lnTo>
                <a:lnTo>
                  <a:pt x="774357" y="90220"/>
                </a:lnTo>
                <a:lnTo>
                  <a:pt x="784847" y="89916"/>
                </a:lnTo>
                <a:lnTo>
                  <a:pt x="885431" y="89916"/>
                </a:lnTo>
                <a:lnTo>
                  <a:pt x="885431" y="198120"/>
                </a:lnTo>
                <a:lnTo>
                  <a:pt x="694931" y="198120"/>
                </a:lnTo>
                <a:lnTo>
                  <a:pt x="710171" y="213360"/>
                </a:lnTo>
                <a:lnTo>
                  <a:pt x="720483" y="211353"/>
                </a:lnTo>
                <a:lnTo>
                  <a:pt x="730935" y="209931"/>
                </a:lnTo>
                <a:lnTo>
                  <a:pt x="741680" y="209067"/>
                </a:lnTo>
                <a:lnTo>
                  <a:pt x="752843" y="208788"/>
                </a:lnTo>
                <a:lnTo>
                  <a:pt x="865619" y="208788"/>
                </a:lnTo>
                <a:lnTo>
                  <a:pt x="839266" y="253949"/>
                </a:lnTo>
                <a:lnTo>
                  <a:pt x="809472" y="294373"/>
                </a:lnTo>
                <a:lnTo>
                  <a:pt x="776084" y="330034"/>
                </a:lnTo>
                <a:lnTo>
                  <a:pt x="738974" y="360934"/>
                </a:lnTo>
                <a:lnTo>
                  <a:pt x="697979" y="387096"/>
                </a:lnTo>
                <a:lnTo>
                  <a:pt x="701027" y="394716"/>
                </a:lnTo>
                <a:lnTo>
                  <a:pt x="744931" y="372757"/>
                </a:lnTo>
                <a:lnTo>
                  <a:pt x="785253" y="345236"/>
                </a:lnTo>
                <a:lnTo>
                  <a:pt x="821994" y="312140"/>
                </a:lnTo>
                <a:lnTo>
                  <a:pt x="855433" y="273227"/>
                </a:lnTo>
                <a:lnTo>
                  <a:pt x="885431" y="228600"/>
                </a:lnTo>
                <a:lnTo>
                  <a:pt x="885164" y="284035"/>
                </a:lnTo>
                <a:lnTo>
                  <a:pt x="884478" y="331470"/>
                </a:lnTo>
                <a:lnTo>
                  <a:pt x="883539" y="372757"/>
                </a:lnTo>
                <a:lnTo>
                  <a:pt x="882383" y="411480"/>
                </a:lnTo>
                <a:lnTo>
                  <a:pt x="912863" y="397764"/>
                </a:lnTo>
                <a:lnTo>
                  <a:pt x="911529" y="334137"/>
                </a:lnTo>
                <a:lnTo>
                  <a:pt x="911352" y="228600"/>
                </a:lnTo>
                <a:lnTo>
                  <a:pt x="911339" y="208788"/>
                </a:lnTo>
                <a:lnTo>
                  <a:pt x="918959" y="208788"/>
                </a:lnTo>
                <a:lnTo>
                  <a:pt x="938707" y="252107"/>
                </a:lnTo>
                <a:lnTo>
                  <a:pt x="963129" y="290614"/>
                </a:lnTo>
                <a:lnTo>
                  <a:pt x="992149" y="324218"/>
                </a:lnTo>
                <a:lnTo>
                  <a:pt x="1025715" y="352844"/>
                </a:lnTo>
                <a:lnTo>
                  <a:pt x="1063739" y="376428"/>
                </a:lnTo>
                <a:lnTo>
                  <a:pt x="1068628" y="367538"/>
                </a:lnTo>
                <a:lnTo>
                  <a:pt x="1076502" y="361378"/>
                </a:lnTo>
                <a:lnTo>
                  <a:pt x="1087539" y="357771"/>
                </a:lnTo>
                <a:lnTo>
                  <a:pt x="1101839" y="356616"/>
                </a:lnTo>
                <a:lnTo>
                  <a:pt x="1101839" y="34899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" name="object 53"/>
          <p:cNvSpPr/>
          <p:nvPr/>
        </p:nvSpPr>
        <p:spPr>
          <a:xfrm>
            <a:off x="3334511" y="4719827"/>
            <a:ext cx="280670" cy="407034"/>
          </a:xfrm>
          <a:custGeom>
            <a:avLst/>
            <a:gdLst/>
            <a:ahLst/>
            <a:cxnLst/>
            <a:rect l="l" t="t" r="r" b="b"/>
            <a:pathLst>
              <a:path w="280670" h="407035">
                <a:moveTo>
                  <a:pt x="92964" y="83820"/>
                </a:moveTo>
                <a:lnTo>
                  <a:pt x="80771" y="83820"/>
                </a:lnTo>
                <a:lnTo>
                  <a:pt x="89320" y="62364"/>
                </a:lnTo>
                <a:lnTo>
                  <a:pt x="96583" y="41338"/>
                </a:lnTo>
                <a:lnTo>
                  <a:pt x="102417" y="20597"/>
                </a:lnTo>
                <a:lnTo>
                  <a:pt x="106680" y="0"/>
                </a:lnTo>
                <a:lnTo>
                  <a:pt x="147828" y="19812"/>
                </a:lnTo>
                <a:lnTo>
                  <a:pt x="115824" y="50292"/>
                </a:lnTo>
                <a:lnTo>
                  <a:pt x="96964" y="77295"/>
                </a:lnTo>
                <a:lnTo>
                  <a:pt x="92964" y="83820"/>
                </a:lnTo>
                <a:close/>
              </a:path>
              <a:path w="280670" h="407035">
                <a:moveTo>
                  <a:pt x="276224" y="83820"/>
                </a:moveTo>
                <a:lnTo>
                  <a:pt x="233172" y="83820"/>
                </a:lnTo>
                <a:lnTo>
                  <a:pt x="246888" y="62484"/>
                </a:lnTo>
                <a:lnTo>
                  <a:pt x="276224" y="83820"/>
                </a:lnTo>
                <a:close/>
              </a:path>
              <a:path w="280670" h="407035">
                <a:moveTo>
                  <a:pt x="0" y="406908"/>
                </a:moveTo>
                <a:lnTo>
                  <a:pt x="881" y="385167"/>
                </a:lnTo>
                <a:lnTo>
                  <a:pt x="1333" y="349567"/>
                </a:lnTo>
                <a:lnTo>
                  <a:pt x="1500" y="299966"/>
                </a:lnTo>
                <a:lnTo>
                  <a:pt x="1491" y="170688"/>
                </a:lnTo>
                <a:lnTo>
                  <a:pt x="1333" y="124396"/>
                </a:lnTo>
                <a:lnTo>
                  <a:pt x="881" y="89415"/>
                </a:lnTo>
                <a:lnTo>
                  <a:pt x="0" y="68580"/>
                </a:lnTo>
                <a:lnTo>
                  <a:pt x="27432" y="83820"/>
                </a:lnTo>
                <a:lnTo>
                  <a:pt x="276224" y="83820"/>
                </a:lnTo>
                <a:lnTo>
                  <a:pt x="280416" y="86868"/>
                </a:lnTo>
                <a:lnTo>
                  <a:pt x="270256" y="94488"/>
                </a:lnTo>
                <a:lnTo>
                  <a:pt x="27432" y="94488"/>
                </a:lnTo>
                <a:lnTo>
                  <a:pt x="27432" y="170688"/>
                </a:lnTo>
                <a:lnTo>
                  <a:pt x="262128" y="170688"/>
                </a:lnTo>
                <a:lnTo>
                  <a:pt x="262128" y="181356"/>
                </a:lnTo>
                <a:lnTo>
                  <a:pt x="27432" y="181356"/>
                </a:lnTo>
                <a:lnTo>
                  <a:pt x="27432" y="268224"/>
                </a:lnTo>
                <a:lnTo>
                  <a:pt x="262128" y="268224"/>
                </a:lnTo>
                <a:lnTo>
                  <a:pt x="262128" y="278892"/>
                </a:lnTo>
                <a:lnTo>
                  <a:pt x="27432" y="278892"/>
                </a:lnTo>
                <a:lnTo>
                  <a:pt x="27432" y="359664"/>
                </a:lnTo>
                <a:lnTo>
                  <a:pt x="262128" y="359664"/>
                </a:lnTo>
                <a:lnTo>
                  <a:pt x="262128" y="362712"/>
                </a:lnTo>
                <a:lnTo>
                  <a:pt x="262370" y="370332"/>
                </a:lnTo>
                <a:lnTo>
                  <a:pt x="27432" y="370332"/>
                </a:lnTo>
                <a:lnTo>
                  <a:pt x="27432" y="397764"/>
                </a:lnTo>
                <a:lnTo>
                  <a:pt x="0" y="406908"/>
                </a:lnTo>
                <a:close/>
              </a:path>
              <a:path w="280670" h="407035">
                <a:moveTo>
                  <a:pt x="262128" y="170688"/>
                </a:moveTo>
                <a:lnTo>
                  <a:pt x="236220" y="170688"/>
                </a:lnTo>
                <a:lnTo>
                  <a:pt x="236220" y="94488"/>
                </a:lnTo>
                <a:lnTo>
                  <a:pt x="270256" y="94488"/>
                </a:lnTo>
                <a:lnTo>
                  <a:pt x="262128" y="100584"/>
                </a:lnTo>
                <a:lnTo>
                  <a:pt x="262128" y="170688"/>
                </a:lnTo>
                <a:close/>
              </a:path>
              <a:path w="280670" h="407035">
                <a:moveTo>
                  <a:pt x="262128" y="268224"/>
                </a:moveTo>
                <a:lnTo>
                  <a:pt x="236220" y="268224"/>
                </a:lnTo>
                <a:lnTo>
                  <a:pt x="236220" y="181356"/>
                </a:lnTo>
                <a:lnTo>
                  <a:pt x="262128" y="181356"/>
                </a:lnTo>
                <a:lnTo>
                  <a:pt x="262128" y="268224"/>
                </a:lnTo>
                <a:close/>
              </a:path>
              <a:path w="280670" h="407035">
                <a:moveTo>
                  <a:pt x="262128" y="359664"/>
                </a:moveTo>
                <a:lnTo>
                  <a:pt x="236220" y="359664"/>
                </a:lnTo>
                <a:lnTo>
                  <a:pt x="236220" y="278892"/>
                </a:lnTo>
                <a:lnTo>
                  <a:pt x="262128" y="278892"/>
                </a:lnTo>
                <a:lnTo>
                  <a:pt x="262128" y="359664"/>
                </a:lnTo>
                <a:close/>
              </a:path>
              <a:path w="280670" h="407035">
                <a:moveTo>
                  <a:pt x="236220" y="406908"/>
                </a:moveTo>
                <a:lnTo>
                  <a:pt x="236220" y="370332"/>
                </a:lnTo>
                <a:lnTo>
                  <a:pt x="262370" y="370332"/>
                </a:lnTo>
                <a:lnTo>
                  <a:pt x="262389" y="370951"/>
                </a:lnTo>
                <a:lnTo>
                  <a:pt x="263080" y="379476"/>
                </a:lnTo>
                <a:lnTo>
                  <a:pt x="264056" y="388000"/>
                </a:lnTo>
                <a:lnTo>
                  <a:pt x="265176" y="396240"/>
                </a:lnTo>
                <a:lnTo>
                  <a:pt x="236220" y="40690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" name="object 54"/>
          <p:cNvSpPr/>
          <p:nvPr/>
        </p:nvSpPr>
        <p:spPr>
          <a:xfrm>
            <a:off x="3721608" y="4759452"/>
            <a:ext cx="277495" cy="325120"/>
          </a:xfrm>
          <a:custGeom>
            <a:avLst/>
            <a:gdLst/>
            <a:ahLst/>
            <a:cxnLst/>
            <a:rect l="l" t="t" r="r" b="b"/>
            <a:pathLst>
              <a:path w="277495" h="325120">
                <a:moveTo>
                  <a:pt x="277368" y="324612"/>
                </a:moveTo>
                <a:lnTo>
                  <a:pt x="234696" y="324612"/>
                </a:lnTo>
                <a:lnTo>
                  <a:pt x="234696" y="45720"/>
                </a:lnTo>
                <a:lnTo>
                  <a:pt x="149352" y="234696"/>
                </a:lnTo>
                <a:lnTo>
                  <a:pt x="123444" y="234696"/>
                </a:lnTo>
                <a:lnTo>
                  <a:pt x="39624" y="45720"/>
                </a:lnTo>
                <a:lnTo>
                  <a:pt x="39624" y="324612"/>
                </a:lnTo>
                <a:lnTo>
                  <a:pt x="0" y="324612"/>
                </a:lnTo>
                <a:lnTo>
                  <a:pt x="0" y="0"/>
                </a:lnTo>
                <a:lnTo>
                  <a:pt x="57912" y="0"/>
                </a:lnTo>
                <a:lnTo>
                  <a:pt x="140208" y="179832"/>
                </a:lnTo>
                <a:lnTo>
                  <a:pt x="217932" y="0"/>
                </a:lnTo>
                <a:lnTo>
                  <a:pt x="277368" y="0"/>
                </a:lnTo>
                <a:lnTo>
                  <a:pt x="277368" y="32461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55" name="object 55"/>
          <p:cNvGrpSpPr/>
          <p:nvPr/>
        </p:nvGrpSpPr>
        <p:grpSpPr>
          <a:xfrm>
            <a:off x="4053839" y="4745735"/>
            <a:ext cx="615950" cy="338455"/>
            <a:chOff x="4053839" y="4745735"/>
            <a:chExt cx="615950" cy="338455"/>
          </a:xfrm>
        </p:grpSpPr>
        <p:pic>
          <p:nvPicPr>
            <p:cNvPr id="56" name="object 56"/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4053839" y="4745735"/>
              <a:ext cx="195072" cy="201168"/>
            </a:xfrm>
            <a:prstGeom prst="rect">
              <a:avLst/>
            </a:prstGeom>
          </p:spPr>
        </p:pic>
        <p:sp>
          <p:nvSpPr>
            <p:cNvPr id="57" name="object 57"/>
            <p:cNvSpPr/>
            <p:nvPr/>
          </p:nvSpPr>
          <p:spPr>
            <a:xfrm>
              <a:off x="4279391" y="4759451"/>
              <a:ext cx="390525" cy="325120"/>
            </a:xfrm>
            <a:custGeom>
              <a:avLst/>
              <a:gdLst/>
              <a:ahLst/>
              <a:cxnLst/>
              <a:rect l="l" t="t" r="r" b="b"/>
              <a:pathLst>
                <a:path w="390525" h="325120">
                  <a:moveTo>
                    <a:pt x="309371" y="324612"/>
                  </a:moveTo>
                  <a:lnTo>
                    <a:pt x="260603" y="324612"/>
                  </a:lnTo>
                  <a:lnTo>
                    <a:pt x="195071" y="54864"/>
                  </a:lnTo>
                  <a:lnTo>
                    <a:pt x="131063" y="324612"/>
                  </a:lnTo>
                  <a:lnTo>
                    <a:pt x="83819" y="324612"/>
                  </a:lnTo>
                  <a:lnTo>
                    <a:pt x="0" y="0"/>
                  </a:lnTo>
                  <a:lnTo>
                    <a:pt x="44195" y="0"/>
                  </a:lnTo>
                  <a:lnTo>
                    <a:pt x="109727" y="269748"/>
                  </a:lnTo>
                  <a:lnTo>
                    <a:pt x="175260" y="0"/>
                  </a:lnTo>
                  <a:lnTo>
                    <a:pt x="217931" y="0"/>
                  </a:lnTo>
                  <a:lnTo>
                    <a:pt x="283463" y="272795"/>
                  </a:lnTo>
                  <a:lnTo>
                    <a:pt x="348995" y="0"/>
                  </a:lnTo>
                  <a:lnTo>
                    <a:pt x="390143" y="0"/>
                  </a:lnTo>
                  <a:lnTo>
                    <a:pt x="309371" y="324612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58" name="object 58"/>
          <p:cNvSpPr/>
          <p:nvPr/>
        </p:nvSpPr>
        <p:spPr>
          <a:xfrm>
            <a:off x="4730496" y="4719827"/>
            <a:ext cx="356870" cy="402590"/>
          </a:xfrm>
          <a:custGeom>
            <a:avLst/>
            <a:gdLst/>
            <a:ahLst/>
            <a:cxnLst/>
            <a:rect l="l" t="t" r="r" b="b"/>
            <a:pathLst>
              <a:path w="356870" h="402589">
                <a:moveTo>
                  <a:pt x="53340" y="89916"/>
                </a:moveTo>
                <a:lnTo>
                  <a:pt x="42672" y="89916"/>
                </a:lnTo>
                <a:lnTo>
                  <a:pt x="50696" y="62793"/>
                </a:lnTo>
                <a:lnTo>
                  <a:pt x="56578" y="38671"/>
                </a:lnTo>
                <a:lnTo>
                  <a:pt x="60459" y="17692"/>
                </a:lnTo>
                <a:lnTo>
                  <a:pt x="62484" y="0"/>
                </a:lnTo>
                <a:lnTo>
                  <a:pt x="100584" y="21336"/>
                </a:lnTo>
                <a:lnTo>
                  <a:pt x="90844" y="29051"/>
                </a:lnTo>
                <a:lnTo>
                  <a:pt x="79819" y="43053"/>
                </a:lnTo>
                <a:lnTo>
                  <a:pt x="67365" y="63341"/>
                </a:lnTo>
                <a:lnTo>
                  <a:pt x="53340" y="89916"/>
                </a:lnTo>
                <a:close/>
              </a:path>
              <a:path w="356870" h="402589">
                <a:moveTo>
                  <a:pt x="147828" y="192024"/>
                </a:moveTo>
                <a:lnTo>
                  <a:pt x="141732" y="187452"/>
                </a:lnTo>
                <a:lnTo>
                  <a:pt x="158877" y="160615"/>
                </a:lnTo>
                <a:lnTo>
                  <a:pt x="173736" y="135064"/>
                </a:lnTo>
                <a:lnTo>
                  <a:pt x="196596" y="88392"/>
                </a:lnTo>
                <a:lnTo>
                  <a:pt x="211264" y="44958"/>
                </a:lnTo>
                <a:lnTo>
                  <a:pt x="222503" y="1524"/>
                </a:lnTo>
                <a:lnTo>
                  <a:pt x="260603" y="24384"/>
                </a:lnTo>
                <a:lnTo>
                  <a:pt x="252626" y="32146"/>
                </a:lnTo>
                <a:lnTo>
                  <a:pt x="242506" y="46482"/>
                </a:lnTo>
                <a:lnTo>
                  <a:pt x="230385" y="67675"/>
                </a:lnTo>
                <a:lnTo>
                  <a:pt x="216408" y="96012"/>
                </a:lnTo>
                <a:lnTo>
                  <a:pt x="350161" y="96012"/>
                </a:lnTo>
                <a:lnTo>
                  <a:pt x="356616" y="102108"/>
                </a:lnTo>
                <a:lnTo>
                  <a:pt x="350329" y="106680"/>
                </a:lnTo>
                <a:lnTo>
                  <a:pt x="213360" y="106680"/>
                </a:lnTo>
                <a:lnTo>
                  <a:pt x="197334" y="130730"/>
                </a:lnTo>
                <a:lnTo>
                  <a:pt x="181165" y="152781"/>
                </a:lnTo>
                <a:lnTo>
                  <a:pt x="164711" y="173116"/>
                </a:lnTo>
                <a:lnTo>
                  <a:pt x="147828" y="192024"/>
                </a:lnTo>
                <a:close/>
              </a:path>
              <a:path w="356870" h="402589">
                <a:moveTo>
                  <a:pt x="144780" y="89916"/>
                </a:moveTo>
                <a:lnTo>
                  <a:pt x="111252" y="89916"/>
                </a:lnTo>
                <a:lnTo>
                  <a:pt x="128016" y="73152"/>
                </a:lnTo>
                <a:lnTo>
                  <a:pt x="144780" y="89916"/>
                </a:lnTo>
                <a:close/>
              </a:path>
              <a:path w="356870" h="402589">
                <a:moveTo>
                  <a:pt x="0" y="397764"/>
                </a:moveTo>
                <a:lnTo>
                  <a:pt x="174" y="368236"/>
                </a:lnTo>
                <a:lnTo>
                  <a:pt x="301" y="352615"/>
                </a:lnTo>
                <a:lnTo>
                  <a:pt x="1285" y="276463"/>
                </a:lnTo>
                <a:lnTo>
                  <a:pt x="1360" y="263842"/>
                </a:lnTo>
                <a:lnTo>
                  <a:pt x="1479" y="228600"/>
                </a:lnTo>
                <a:lnTo>
                  <a:pt x="1285" y="195333"/>
                </a:lnTo>
                <a:lnTo>
                  <a:pt x="238" y="114704"/>
                </a:lnTo>
                <a:lnTo>
                  <a:pt x="0" y="74676"/>
                </a:lnTo>
                <a:lnTo>
                  <a:pt x="25908" y="89916"/>
                </a:lnTo>
                <a:lnTo>
                  <a:pt x="144780" y="89916"/>
                </a:lnTo>
                <a:lnTo>
                  <a:pt x="153924" y="99060"/>
                </a:lnTo>
                <a:lnTo>
                  <a:pt x="151828" y="100584"/>
                </a:lnTo>
                <a:lnTo>
                  <a:pt x="24384" y="100584"/>
                </a:lnTo>
                <a:lnTo>
                  <a:pt x="24384" y="211836"/>
                </a:lnTo>
                <a:lnTo>
                  <a:pt x="137205" y="211836"/>
                </a:lnTo>
                <a:lnTo>
                  <a:pt x="137219" y="222504"/>
                </a:lnTo>
                <a:lnTo>
                  <a:pt x="24384" y="222504"/>
                </a:lnTo>
                <a:lnTo>
                  <a:pt x="24384" y="344424"/>
                </a:lnTo>
                <a:lnTo>
                  <a:pt x="137914" y="344424"/>
                </a:lnTo>
                <a:lnTo>
                  <a:pt x="137940" y="346850"/>
                </a:lnTo>
                <a:lnTo>
                  <a:pt x="138137" y="355092"/>
                </a:lnTo>
                <a:lnTo>
                  <a:pt x="24384" y="355092"/>
                </a:lnTo>
                <a:lnTo>
                  <a:pt x="24384" y="384048"/>
                </a:lnTo>
                <a:lnTo>
                  <a:pt x="0" y="397764"/>
                </a:lnTo>
                <a:close/>
              </a:path>
              <a:path w="356870" h="402589">
                <a:moveTo>
                  <a:pt x="350161" y="96012"/>
                </a:moveTo>
                <a:lnTo>
                  <a:pt x="310896" y="96012"/>
                </a:lnTo>
                <a:lnTo>
                  <a:pt x="329184" y="76200"/>
                </a:lnTo>
                <a:lnTo>
                  <a:pt x="350161" y="96012"/>
                </a:lnTo>
                <a:close/>
              </a:path>
              <a:path w="356870" h="402589">
                <a:moveTo>
                  <a:pt x="137205" y="211836"/>
                </a:moveTo>
                <a:lnTo>
                  <a:pt x="114300" y="211836"/>
                </a:lnTo>
                <a:lnTo>
                  <a:pt x="114300" y="100584"/>
                </a:lnTo>
                <a:lnTo>
                  <a:pt x="151828" y="100584"/>
                </a:lnTo>
                <a:lnTo>
                  <a:pt x="137160" y="111252"/>
                </a:lnTo>
                <a:lnTo>
                  <a:pt x="137205" y="211836"/>
                </a:lnTo>
                <a:close/>
              </a:path>
              <a:path w="356870" h="402589">
                <a:moveTo>
                  <a:pt x="326582" y="359664"/>
                </a:moveTo>
                <a:lnTo>
                  <a:pt x="283464" y="359664"/>
                </a:lnTo>
                <a:lnTo>
                  <a:pt x="291750" y="357925"/>
                </a:lnTo>
                <a:lnTo>
                  <a:pt x="298323" y="352615"/>
                </a:lnTo>
                <a:lnTo>
                  <a:pt x="308586" y="305562"/>
                </a:lnTo>
                <a:lnTo>
                  <a:pt x="310705" y="259842"/>
                </a:lnTo>
                <a:lnTo>
                  <a:pt x="312539" y="193548"/>
                </a:lnTo>
                <a:lnTo>
                  <a:pt x="313944" y="106680"/>
                </a:lnTo>
                <a:lnTo>
                  <a:pt x="350329" y="106680"/>
                </a:lnTo>
                <a:lnTo>
                  <a:pt x="339852" y="114300"/>
                </a:lnTo>
                <a:lnTo>
                  <a:pt x="338780" y="186976"/>
                </a:lnTo>
                <a:lnTo>
                  <a:pt x="337291" y="249167"/>
                </a:lnTo>
                <a:lnTo>
                  <a:pt x="335462" y="295570"/>
                </a:lnTo>
                <a:lnTo>
                  <a:pt x="333268" y="327855"/>
                </a:lnTo>
                <a:lnTo>
                  <a:pt x="330708" y="345948"/>
                </a:lnTo>
                <a:lnTo>
                  <a:pt x="327214" y="357925"/>
                </a:lnTo>
                <a:lnTo>
                  <a:pt x="326582" y="359664"/>
                </a:lnTo>
                <a:close/>
              </a:path>
              <a:path w="356870" h="402589">
                <a:moveTo>
                  <a:pt x="231648" y="269748"/>
                </a:moveTo>
                <a:lnTo>
                  <a:pt x="228600" y="269748"/>
                </a:lnTo>
                <a:lnTo>
                  <a:pt x="225432" y="268295"/>
                </a:lnTo>
                <a:lnTo>
                  <a:pt x="222694" y="263842"/>
                </a:lnTo>
                <a:lnTo>
                  <a:pt x="220241" y="256246"/>
                </a:lnTo>
                <a:lnTo>
                  <a:pt x="217932" y="245364"/>
                </a:lnTo>
                <a:lnTo>
                  <a:pt x="213598" y="228242"/>
                </a:lnTo>
                <a:lnTo>
                  <a:pt x="207264" y="211264"/>
                </a:lnTo>
                <a:lnTo>
                  <a:pt x="198643" y="194571"/>
                </a:lnTo>
                <a:lnTo>
                  <a:pt x="187452" y="178308"/>
                </a:lnTo>
                <a:lnTo>
                  <a:pt x="190500" y="172212"/>
                </a:lnTo>
                <a:lnTo>
                  <a:pt x="223456" y="199644"/>
                </a:lnTo>
                <a:lnTo>
                  <a:pt x="246888" y="236220"/>
                </a:lnTo>
                <a:lnTo>
                  <a:pt x="246888" y="248412"/>
                </a:lnTo>
                <a:lnTo>
                  <a:pt x="243840" y="254508"/>
                </a:lnTo>
                <a:lnTo>
                  <a:pt x="234696" y="266700"/>
                </a:lnTo>
                <a:lnTo>
                  <a:pt x="231648" y="269748"/>
                </a:lnTo>
                <a:close/>
              </a:path>
              <a:path w="356870" h="402589">
                <a:moveTo>
                  <a:pt x="137914" y="344424"/>
                </a:moveTo>
                <a:lnTo>
                  <a:pt x="114300" y="344424"/>
                </a:lnTo>
                <a:lnTo>
                  <a:pt x="114300" y="222504"/>
                </a:lnTo>
                <a:lnTo>
                  <a:pt x="137219" y="222504"/>
                </a:lnTo>
                <a:lnTo>
                  <a:pt x="137337" y="269748"/>
                </a:lnTo>
                <a:lnTo>
                  <a:pt x="137498" y="305562"/>
                </a:lnTo>
                <a:lnTo>
                  <a:pt x="137914" y="344424"/>
                </a:lnTo>
                <a:close/>
              </a:path>
              <a:path w="356870" h="402589">
                <a:moveTo>
                  <a:pt x="277367" y="402336"/>
                </a:moveTo>
                <a:lnTo>
                  <a:pt x="270486" y="389239"/>
                </a:lnTo>
                <a:lnTo>
                  <a:pt x="258889" y="377571"/>
                </a:lnTo>
                <a:lnTo>
                  <a:pt x="242435" y="367617"/>
                </a:lnTo>
                <a:lnTo>
                  <a:pt x="220979" y="359664"/>
                </a:lnTo>
                <a:lnTo>
                  <a:pt x="220979" y="352044"/>
                </a:lnTo>
                <a:lnTo>
                  <a:pt x="240387" y="355163"/>
                </a:lnTo>
                <a:lnTo>
                  <a:pt x="257365" y="357568"/>
                </a:lnTo>
                <a:lnTo>
                  <a:pt x="271772" y="359116"/>
                </a:lnTo>
                <a:lnTo>
                  <a:pt x="283464" y="359664"/>
                </a:lnTo>
                <a:lnTo>
                  <a:pt x="326582" y="359664"/>
                </a:lnTo>
                <a:lnTo>
                  <a:pt x="323469" y="368236"/>
                </a:lnTo>
                <a:lnTo>
                  <a:pt x="289023" y="397764"/>
                </a:lnTo>
                <a:lnTo>
                  <a:pt x="277367" y="402336"/>
                </a:lnTo>
                <a:close/>
              </a:path>
              <a:path w="356870" h="402589">
                <a:moveTo>
                  <a:pt x="114300" y="391668"/>
                </a:moveTo>
                <a:lnTo>
                  <a:pt x="114300" y="355092"/>
                </a:lnTo>
                <a:lnTo>
                  <a:pt x="138137" y="355092"/>
                </a:lnTo>
                <a:lnTo>
                  <a:pt x="138684" y="377952"/>
                </a:lnTo>
                <a:lnTo>
                  <a:pt x="114300" y="39166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59" name="object 59"/>
          <p:cNvGrpSpPr/>
          <p:nvPr/>
        </p:nvGrpSpPr>
        <p:grpSpPr>
          <a:xfrm>
            <a:off x="5134355" y="4712208"/>
            <a:ext cx="1315720" cy="421005"/>
            <a:chOff x="5134355" y="4712208"/>
            <a:chExt cx="1315720" cy="421005"/>
          </a:xfrm>
        </p:grpSpPr>
        <p:sp>
          <p:nvSpPr>
            <p:cNvPr id="60" name="object 60"/>
            <p:cNvSpPr/>
            <p:nvPr/>
          </p:nvSpPr>
          <p:spPr>
            <a:xfrm>
              <a:off x="5140451" y="4718303"/>
              <a:ext cx="403860" cy="408940"/>
            </a:xfrm>
            <a:custGeom>
              <a:avLst/>
              <a:gdLst/>
              <a:ahLst/>
              <a:cxnLst/>
              <a:rect l="l" t="t" r="r" b="b"/>
              <a:pathLst>
                <a:path w="403860" h="408939">
                  <a:moveTo>
                    <a:pt x="185928" y="71628"/>
                  </a:moveTo>
                  <a:lnTo>
                    <a:pt x="156972" y="71628"/>
                  </a:lnTo>
                  <a:lnTo>
                    <a:pt x="165282" y="50792"/>
                  </a:lnTo>
                  <a:lnTo>
                    <a:pt x="172021" y="31813"/>
                  </a:lnTo>
                  <a:lnTo>
                    <a:pt x="177331" y="14835"/>
                  </a:lnTo>
                  <a:lnTo>
                    <a:pt x="181356" y="0"/>
                  </a:lnTo>
                  <a:lnTo>
                    <a:pt x="224028" y="24384"/>
                  </a:lnTo>
                  <a:lnTo>
                    <a:pt x="207264" y="32004"/>
                  </a:lnTo>
                  <a:lnTo>
                    <a:pt x="200929" y="43124"/>
                  </a:lnTo>
                  <a:lnTo>
                    <a:pt x="195453" y="53530"/>
                  </a:lnTo>
                  <a:lnTo>
                    <a:pt x="190547" y="63079"/>
                  </a:lnTo>
                  <a:lnTo>
                    <a:pt x="185928" y="71628"/>
                  </a:lnTo>
                  <a:close/>
                </a:path>
                <a:path w="403860" h="408939">
                  <a:moveTo>
                    <a:pt x="15240" y="86868"/>
                  </a:moveTo>
                  <a:lnTo>
                    <a:pt x="0" y="71628"/>
                  </a:lnTo>
                  <a:lnTo>
                    <a:pt x="333756" y="71628"/>
                  </a:lnTo>
                  <a:lnTo>
                    <a:pt x="362712" y="41148"/>
                  </a:lnTo>
                  <a:lnTo>
                    <a:pt x="403860" y="82296"/>
                  </a:lnTo>
                  <a:lnTo>
                    <a:pt x="57912" y="82296"/>
                  </a:lnTo>
                  <a:lnTo>
                    <a:pt x="46743" y="82581"/>
                  </a:lnTo>
                  <a:lnTo>
                    <a:pt x="36004" y="83439"/>
                  </a:lnTo>
                  <a:lnTo>
                    <a:pt x="25550" y="84867"/>
                  </a:lnTo>
                  <a:lnTo>
                    <a:pt x="15240" y="86868"/>
                  </a:lnTo>
                  <a:close/>
                </a:path>
                <a:path w="403860" h="408939">
                  <a:moveTo>
                    <a:pt x="4572" y="269748"/>
                  </a:moveTo>
                  <a:lnTo>
                    <a:pt x="0" y="263652"/>
                  </a:lnTo>
                  <a:lnTo>
                    <a:pt x="23383" y="244863"/>
                  </a:lnTo>
                  <a:lnTo>
                    <a:pt x="45339" y="225361"/>
                  </a:lnTo>
                  <a:lnTo>
                    <a:pt x="83820" y="185928"/>
                  </a:lnTo>
                  <a:lnTo>
                    <a:pt x="119253" y="139255"/>
                  </a:lnTo>
                  <a:lnTo>
                    <a:pt x="152400" y="82296"/>
                  </a:lnTo>
                  <a:lnTo>
                    <a:pt x="182880" y="82296"/>
                  </a:lnTo>
                  <a:lnTo>
                    <a:pt x="172807" y="99131"/>
                  </a:lnTo>
                  <a:lnTo>
                    <a:pt x="162877" y="115252"/>
                  </a:lnTo>
                  <a:lnTo>
                    <a:pt x="152661" y="130516"/>
                  </a:lnTo>
                  <a:lnTo>
                    <a:pt x="141732" y="144780"/>
                  </a:lnTo>
                  <a:lnTo>
                    <a:pt x="329488" y="144780"/>
                  </a:lnTo>
                  <a:lnTo>
                    <a:pt x="335280" y="149352"/>
                  </a:lnTo>
                  <a:lnTo>
                    <a:pt x="327660" y="155448"/>
                  </a:lnTo>
                  <a:lnTo>
                    <a:pt x="135636" y="155448"/>
                  </a:lnTo>
                  <a:lnTo>
                    <a:pt x="135636" y="182880"/>
                  </a:lnTo>
                  <a:lnTo>
                    <a:pt x="111252" y="182880"/>
                  </a:lnTo>
                  <a:lnTo>
                    <a:pt x="86439" y="208026"/>
                  </a:lnTo>
                  <a:lnTo>
                    <a:pt x="60198" y="230886"/>
                  </a:lnTo>
                  <a:lnTo>
                    <a:pt x="32813" y="251460"/>
                  </a:lnTo>
                  <a:lnTo>
                    <a:pt x="4572" y="269748"/>
                  </a:lnTo>
                  <a:close/>
                </a:path>
                <a:path w="403860" h="408939">
                  <a:moveTo>
                    <a:pt x="329488" y="144780"/>
                  </a:moveTo>
                  <a:lnTo>
                    <a:pt x="292608" y="144780"/>
                  </a:lnTo>
                  <a:lnTo>
                    <a:pt x="306324" y="126492"/>
                  </a:lnTo>
                  <a:lnTo>
                    <a:pt x="329488" y="144780"/>
                  </a:lnTo>
                  <a:close/>
                </a:path>
                <a:path w="403860" h="408939">
                  <a:moveTo>
                    <a:pt x="320040" y="214884"/>
                  </a:moveTo>
                  <a:lnTo>
                    <a:pt x="295655" y="214884"/>
                  </a:lnTo>
                  <a:lnTo>
                    <a:pt x="295655" y="155448"/>
                  </a:lnTo>
                  <a:lnTo>
                    <a:pt x="327660" y="155448"/>
                  </a:lnTo>
                  <a:lnTo>
                    <a:pt x="320040" y="161544"/>
                  </a:lnTo>
                  <a:lnTo>
                    <a:pt x="320040" y="214884"/>
                  </a:lnTo>
                  <a:close/>
                </a:path>
                <a:path w="403860" h="408939">
                  <a:moveTo>
                    <a:pt x="109728" y="408432"/>
                  </a:moveTo>
                  <a:lnTo>
                    <a:pt x="109966" y="383262"/>
                  </a:lnTo>
                  <a:lnTo>
                    <a:pt x="110490" y="337375"/>
                  </a:lnTo>
                  <a:lnTo>
                    <a:pt x="111013" y="270629"/>
                  </a:lnTo>
                  <a:lnTo>
                    <a:pt x="111252" y="182880"/>
                  </a:lnTo>
                  <a:lnTo>
                    <a:pt x="135636" y="182880"/>
                  </a:lnTo>
                  <a:lnTo>
                    <a:pt x="135636" y="214884"/>
                  </a:lnTo>
                  <a:lnTo>
                    <a:pt x="320040" y="214884"/>
                  </a:lnTo>
                  <a:lnTo>
                    <a:pt x="320040" y="225552"/>
                  </a:lnTo>
                  <a:lnTo>
                    <a:pt x="135636" y="225552"/>
                  </a:lnTo>
                  <a:lnTo>
                    <a:pt x="135636" y="283464"/>
                  </a:lnTo>
                  <a:lnTo>
                    <a:pt x="320040" y="283464"/>
                  </a:lnTo>
                  <a:lnTo>
                    <a:pt x="320040" y="294132"/>
                  </a:lnTo>
                  <a:lnTo>
                    <a:pt x="135636" y="294132"/>
                  </a:lnTo>
                  <a:lnTo>
                    <a:pt x="135636" y="393192"/>
                  </a:lnTo>
                  <a:lnTo>
                    <a:pt x="109728" y="408432"/>
                  </a:lnTo>
                  <a:close/>
                </a:path>
                <a:path w="403860" h="408939">
                  <a:moveTo>
                    <a:pt x="320040" y="283464"/>
                  </a:moveTo>
                  <a:lnTo>
                    <a:pt x="295655" y="283464"/>
                  </a:lnTo>
                  <a:lnTo>
                    <a:pt x="295655" y="225552"/>
                  </a:lnTo>
                  <a:lnTo>
                    <a:pt x="320040" y="225552"/>
                  </a:lnTo>
                  <a:lnTo>
                    <a:pt x="320040" y="283464"/>
                  </a:lnTo>
                  <a:close/>
                </a:path>
                <a:path w="403860" h="408939">
                  <a:moveTo>
                    <a:pt x="319492" y="370332"/>
                  </a:moveTo>
                  <a:lnTo>
                    <a:pt x="289560" y="370332"/>
                  </a:lnTo>
                  <a:lnTo>
                    <a:pt x="295655" y="365760"/>
                  </a:lnTo>
                  <a:lnTo>
                    <a:pt x="295655" y="294132"/>
                  </a:lnTo>
                  <a:lnTo>
                    <a:pt x="320040" y="294132"/>
                  </a:lnTo>
                  <a:lnTo>
                    <a:pt x="319954" y="367760"/>
                  </a:lnTo>
                  <a:lnTo>
                    <a:pt x="319492" y="370332"/>
                  </a:lnTo>
                  <a:close/>
                </a:path>
                <a:path w="403860" h="408939">
                  <a:moveTo>
                    <a:pt x="281940" y="408432"/>
                  </a:moveTo>
                  <a:lnTo>
                    <a:pt x="279058" y="398454"/>
                  </a:lnTo>
                  <a:lnTo>
                    <a:pt x="270319" y="389191"/>
                  </a:lnTo>
                  <a:lnTo>
                    <a:pt x="255579" y="380785"/>
                  </a:lnTo>
                  <a:lnTo>
                    <a:pt x="234696" y="373380"/>
                  </a:lnTo>
                  <a:lnTo>
                    <a:pt x="234696" y="365760"/>
                  </a:lnTo>
                  <a:lnTo>
                    <a:pt x="248697" y="367760"/>
                  </a:lnTo>
                  <a:lnTo>
                    <a:pt x="260985" y="369189"/>
                  </a:lnTo>
                  <a:lnTo>
                    <a:pt x="271557" y="370046"/>
                  </a:lnTo>
                  <a:lnTo>
                    <a:pt x="280416" y="370332"/>
                  </a:lnTo>
                  <a:lnTo>
                    <a:pt x="319492" y="370332"/>
                  </a:lnTo>
                  <a:lnTo>
                    <a:pt x="317730" y="380142"/>
                  </a:lnTo>
                  <a:lnTo>
                    <a:pt x="310705" y="391287"/>
                  </a:lnTo>
                  <a:lnTo>
                    <a:pt x="298823" y="400716"/>
                  </a:lnTo>
                  <a:lnTo>
                    <a:pt x="281940" y="408432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1" name="object 61"/>
            <p:cNvSpPr/>
            <p:nvPr/>
          </p:nvSpPr>
          <p:spPr>
            <a:xfrm>
              <a:off x="5276087" y="4873751"/>
              <a:ext cx="160020" cy="128270"/>
            </a:xfrm>
            <a:custGeom>
              <a:avLst/>
              <a:gdLst/>
              <a:ahLst/>
              <a:cxnLst/>
              <a:rect l="l" t="t" r="r" b="b"/>
              <a:pathLst>
                <a:path w="160020" h="128270">
                  <a:moveTo>
                    <a:pt x="0" y="0"/>
                  </a:moveTo>
                  <a:lnTo>
                    <a:pt x="0" y="59435"/>
                  </a:lnTo>
                  <a:lnTo>
                    <a:pt x="160019" y="59435"/>
                  </a:lnTo>
                  <a:lnTo>
                    <a:pt x="160019" y="0"/>
                  </a:lnTo>
                  <a:lnTo>
                    <a:pt x="0" y="0"/>
                  </a:lnTo>
                  <a:close/>
                </a:path>
                <a:path w="160020" h="128270">
                  <a:moveTo>
                    <a:pt x="0" y="70103"/>
                  </a:moveTo>
                  <a:lnTo>
                    <a:pt x="0" y="128016"/>
                  </a:lnTo>
                  <a:lnTo>
                    <a:pt x="160019" y="128016"/>
                  </a:lnTo>
                  <a:lnTo>
                    <a:pt x="160019" y="70103"/>
                  </a:lnTo>
                  <a:lnTo>
                    <a:pt x="0" y="70103"/>
                  </a:lnTo>
                  <a:close/>
                </a:path>
              </a:pathLst>
            </a:custGeom>
            <a:ln w="1219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2" name="object 62"/>
            <p:cNvSpPr/>
            <p:nvPr/>
          </p:nvSpPr>
          <p:spPr>
            <a:xfrm>
              <a:off x="5140451" y="4718304"/>
              <a:ext cx="403860" cy="408940"/>
            </a:xfrm>
            <a:custGeom>
              <a:avLst/>
              <a:gdLst/>
              <a:ahLst/>
              <a:cxnLst/>
              <a:rect l="l" t="t" r="r" b="b"/>
              <a:pathLst>
                <a:path w="403860" h="408939">
                  <a:moveTo>
                    <a:pt x="234695" y="365760"/>
                  </a:moveTo>
                  <a:lnTo>
                    <a:pt x="248697" y="367760"/>
                  </a:lnTo>
                  <a:lnTo>
                    <a:pt x="260984" y="369189"/>
                  </a:lnTo>
                  <a:lnTo>
                    <a:pt x="271557" y="370046"/>
                  </a:lnTo>
                  <a:lnTo>
                    <a:pt x="280415" y="370332"/>
                  </a:lnTo>
                  <a:lnTo>
                    <a:pt x="289559" y="370332"/>
                  </a:lnTo>
                  <a:lnTo>
                    <a:pt x="295655" y="365760"/>
                  </a:lnTo>
                  <a:lnTo>
                    <a:pt x="295655" y="355092"/>
                  </a:lnTo>
                  <a:lnTo>
                    <a:pt x="295655" y="294132"/>
                  </a:lnTo>
                  <a:lnTo>
                    <a:pt x="135635" y="294132"/>
                  </a:lnTo>
                  <a:lnTo>
                    <a:pt x="135635" y="393192"/>
                  </a:lnTo>
                  <a:lnTo>
                    <a:pt x="109727" y="408432"/>
                  </a:lnTo>
                  <a:lnTo>
                    <a:pt x="109966" y="383262"/>
                  </a:lnTo>
                  <a:lnTo>
                    <a:pt x="110489" y="337375"/>
                  </a:lnTo>
                  <a:lnTo>
                    <a:pt x="111013" y="270629"/>
                  </a:lnTo>
                  <a:lnTo>
                    <a:pt x="111251" y="182880"/>
                  </a:lnTo>
                  <a:lnTo>
                    <a:pt x="86439" y="208026"/>
                  </a:lnTo>
                  <a:lnTo>
                    <a:pt x="60197" y="230886"/>
                  </a:lnTo>
                  <a:lnTo>
                    <a:pt x="32813" y="251460"/>
                  </a:lnTo>
                  <a:lnTo>
                    <a:pt x="4571" y="269748"/>
                  </a:lnTo>
                  <a:lnTo>
                    <a:pt x="0" y="263652"/>
                  </a:lnTo>
                  <a:lnTo>
                    <a:pt x="23383" y="244863"/>
                  </a:lnTo>
                  <a:lnTo>
                    <a:pt x="45338" y="225361"/>
                  </a:lnTo>
                  <a:lnTo>
                    <a:pt x="83819" y="185928"/>
                  </a:lnTo>
                  <a:lnTo>
                    <a:pt x="119252" y="139255"/>
                  </a:lnTo>
                  <a:lnTo>
                    <a:pt x="152399" y="82296"/>
                  </a:lnTo>
                  <a:lnTo>
                    <a:pt x="57911" y="82296"/>
                  </a:lnTo>
                  <a:lnTo>
                    <a:pt x="46743" y="82581"/>
                  </a:lnTo>
                  <a:lnTo>
                    <a:pt x="36004" y="83439"/>
                  </a:lnTo>
                  <a:lnTo>
                    <a:pt x="25550" y="84867"/>
                  </a:lnTo>
                  <a:lnTo>
                    <a:pt x="15239" y="86868"/>
                  </a:lnTo>
                  <a:lnTo>
                    <a:pt x="0" y="71628"/>
                  </a:lnTo>
                  <a:lnTo>
                    <a:pt x="156971" y="71628"/>
                  </a:lnTo>
                  <a:lnTo>
                    <a:pt x="165282" y="50792"/>
                  </a:lnTo>
                  <a:lnTo>
                    <a:pt x="172021" y="31813"/>
                  </a:lnTo>
                  <a:lnTo>
                    <a:pt x="177331" y="14835"/>
                  </a:lnTo>
                  <a:lnTo>
                    <a:pt x="181355" y="0"/>
                  </a:lnTo>
                  <a:lnTo>
                    <a:pt x="224027" y="24384"/>
                  </a:lnTo>
                  <a:lnTo>
                    <a:pt x="207263" y="32004"/>
                  </a:lnTo>
                  <a:lnTo>
                    <a:pt x="200929" y="43124"/>
                  </a:lnTo>
                  <a:lnTo>
                    <a:pt x="195452" y="53530"/>
                  </a:lnTo>
                  <a:lnTo>
                    <a:pt x="190547" y="63079"/>
                  </a:lnTo>
                  <a:lnTo>
                    <a:pt x="185927" y="71628"/>
                  </a:lnTo>
                  <a:lnTo>
                    <a:pt x="333755" y="71628"/>
                  </a:lnTo>
                  <a:lnTo>
                    <a:pt x="362711" y="41148"/>
                  </a:lnTo>
                  <a:lnTo>
                    <a:pt x="403859" y="82296"/>
                  </a:lnTo>
                  <a:lnTo>
                    <a:pt x="182879" y="82296"/>
                  </a:lnTo>
                  <a:lnTo>
                    <a:pt x="172807" y="99131"/>
                  </a:lnTo>
                  <a:lnTo>
                    <a:pt x="162877" y="115252"/>
                  </a:lnTo>
                  <a:lnTo>
                    <a:pt x="152661" y="130516"/>
                  </a:lnTo>
                  <a:lnTo>
                    <a:pt x="141731" y="144780"/>
                  </a:lnTo>
                  <a:lnTo>
                    <a:pt x="292607" y="144780"/>
                  </a:lnTo>
                  <a:lnTo>
                    <a:pt x="306323" y="126492"/>
                  </a:lnTo>
                  <a:lnTo>
                    <a:pt x="335279" y="149352"/>
                  </a:lnTo>
                  <a:lnTo>
                    <a:pt x="320039" y="161544"/>
                  </a:lnTo>
                  <a:lnTo>
                    <a:pt x="320039" y="367284"/>
                  </a:lnTo>
                  <a:lnTo>
                    <a:pt x="317730" y="380142"/>
                  </a:lnTo>
                  <a:lnTo>
                    <a:pt x="310705" y="391287"/>
                  </a:lnTo>
                  <a:lnTo>
                    <a:pt x="298823" y="400716"/>
                  </a:lnTo>
                  <a:lnTo>
                    <a:pt x="281939" y="408432"/>
                  </a:lnTo>
                  <a:lnTo>
                    <a:pt x="279058" y="398454"/>
                  </a:lnTo>
                  <a:lnTo>
                    <a:pt x="270319" y="389191"/>
                  </a:lnTo>
                  <a:lnTo>
                    <a:pt x="255579" y="380785"/>
                  </a:lnTo>
                  <a:lnTo>
                    <a:pt x="234695" y="373380"/>
                  </a:lnTo>
                  <a:lnTo>
                    <a:pt x="234695" y="365760"/>
                  </a:lnTo>
                  <a:close/>
                </a:path>
              </a:pathLst>
            </a:custGeom>
            <a:ln w="1219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3" name="object 63"/>
            <p:cNvSpPr/>
            <p:nvPr/>
          </p:nvSpPr>
          <p:spPr>
            <a:xfrm>
              <a:off x="5585459" y="4719828"/>
              <a:ext cx="402590" cy="405765"/>
            </a:xfrm>
            <a:custGeom>
              <a:avLst/>
              <a:gdLst/>
              <a:ahLst/>
              <a:cxnLst/>
              <a:rect l="l" t="t" r="r" b="b"/>
              <a:pathLst>
                <a:path w="402589" h="405764">
                  <a:moveTo>
                    <a:pt x="230123" y="60960"/>
                  </a:moveTo>
                  <a:lnTo>
                    <a:pt x="225552" y="56388"/>
                  </a:lnTo>
                  <a:lnTo>
                    <a:pt x="220980" y="44196"/>
                  </a:lnTo>
                  <a:lnTo>
                    <a:pt x="215550" y="34170"/>
                  </a:lnTo>
                  <a:lnTo>
                    <a:pt x="208407" y="24574"/>
                  </a:lnTo>
                  <a:lnTo>
                    <a:pt x="199493" y="15216"/>
                  </a:lnTo>
                  <a:lnTo>
                    <a:pt x="188976" y="6096"/>
                  </a:lnTo>
                  <a:lnTo>
                    <a:pt x="192024" y="0"/>
                  </a:lnTo>
                  <a:lnTo>
                    <a:pt x="229173" y="15263"/>
                  </a:lnTo>
                  <a:lnTo>
                    <a:pt x="246888" y="33528"/>
                  </a:lnTo>
                  <a:lnTo>
                    <a:pt x="243840" y="48768"/>
                  </a:lnTo>
                  <a:lnTo>
                    <a:pt x="240792" y="53340"/>
                  </a:lnTo>
                  <a:lnTo>
                    <a:pt x="234696" y="57912"/>
                  </a:lnTo>
                  <a:lnTo>
                    <a:pt x="230123" y="60960"/>
                  </a:lnTo>
                  <a:close/>
                </a:path>
                <a:path w="402589" h="405764">
                  <a:moveTo>
                    <a:pt x="387096" y="60960"/>
                  </a:moveTo>
                  <a:lnTo>
                    <a:pt x="335280" y="60960"/>
                  </a:lnTo>
                  <a:lnTo>
                    <a:pt x="361188" y="35052"/>
                  </a:lnTo>
                  <a:lnTo>
                    <a:pt x="387096" y="60960"/>
                  </a:lnTo>
                  <a:close/>
                </a:path>
                <a:path w="402589" h="405764">
                  <a:moveTo>
                    <a:pt x="4572" y="403859"/>
                  </a:moveTo>
                  <a:lnTo>
                    <a:pt x="0" y="400812"/>
                  </a:lnTo>
                  <a:lnTo>
                    <a:pt x="15692" y="370546"/>
                  </a:lnTo>
                  <a:lnTo>
                    <a:pt x="28384" y="341566"/>
                  </a:lnTo>
                  <a:lnTo>
                    <a:pt x="44196" y="288036"/>
                  </a:lnTo>
                  <a:lnTo>
                    <a:pt x="51244" y="234696"/>
                  </a:lnTo>
                  <a:lnTo>
                    <a:pt x="54713" y="179832"/>
                  </a:lnTo>
                  <a:lnTo>
                    <a:pt x="54793" y="137160"/>
                  </a:lnTo>
                  <a:lnTo>
                    <a:pt x="54673" y="114109"/>
                  </a:lnTo>
                  <a:lnTo>
                    <a:pt x="54221" y="80557"/>
                  </a:lnTo>
                  <a:lnTo>
                    <a:pt x="53340" y="45720"/>
                  </a:lnTo>
                  <a:lnTo>
                    <a:pt x="79248" y="60960"/>
                  </a:lnTo>
                  <a:lnTo>
                    <a:pt x="387096" y="60960"/>
                  </a:lnTo>
                  <a:lnTo>
                    <a:pt x="397764" y="71628"/>
                  </a:lnTo>
                  <a:lnTo>
                    <a:pt x="79248" y="71628"/>
                  </a:lnTo>
                  <a:lnTo>
                    <a:pt x="79132" y="121920"/>
                  </a:lnTo>
                  <a:lnTo>
                    <a:pt x="78605" y="164853"/>
                  </a:lnTo>
                  <a:lnTo>
                    <a:pt x="75961" y="218313"/>
                  </a:lnTo>
                  <a:lnTo>
                    <a:pt x="67865" y="270891"/>
                  </a:lnTo>
                  <a:lnTo>
                    <a:pt x="52149" y="322849"/>
                  </a:lnTo>
                  <a:lnTo>
                    <a:pt x="23669" y="376475"/>
                  </a:lnTo>
                  <a:lnTo>
                    <a:pt x="4572" y="403859"/>
                  </a:lnTo>
                  <a:close/>
                </a:path>
                <a:path w="402589" h="405764">
                  <a:moveTo>
                    <a:pt x="131064" y="121920"/>
                  </a:moveTo>
                  <a:lnTo>
                    <a:pt x="115824" y="106680"/>
                  </a:lnTo>
                  <a:lnTo>
                    <a:pt x="315468" y="106680"/>
                  </a:lnTo>
                  <a:lnTo>
                    <a:pt x="335280" y="88392"/>
                  </a:lnTo>
                  <a:lnTo>
                    <a:pt x="358203" y="117348"/>
                  </a:lnTo>
                  <a:lnTo>
                    <a:pt x="173736" y="117348"/>
                  </a:lnTo>
                  <a:lnTo>
                    <a:pt x="162567" y="117633"/>
                  </a:lnTo>
                  <a:lnTo>
                    <a:pt x="151828" y="118491"/>
                  </a:lnTo>
                  <a:lnTo>
                    <a:pt x="141374" y="119919"/>
                  </a:lnTo>
                  <a:lnTo>
                    <a:pt x="131064" y="121920"/>
                  </a:lnTo>
                  <a:close/>
                </a:path>
                <a:path w="402589" h="405764">
                  <a:moveTo>
                    <a:pt x="260919" y="169164"/>
                  </a:moveTo>
                  <a:lnTo>
                    <a:pt x="246888" y="169164"/>
                  </a:lnTo>
                  <a:lnTo>
                    <a:pt x="313944" y="117348"/>
                  </a:lnTo>
                  <a:lnTo>
                    <a:pt x="358203" y="117348"/>
                  </a:lnTo>
                  <a:lnTo>
                    <a:pt x="364236" y="124968"/>
                  </a:lnTo>
                  <a:lnTo>
                    <a:pt x="354544" y="125801"/>
                  </a:lnTo>
                  <a:lnTo>
                    <a:pt x="343852" y="128206"/>
                  </a:lnTo>
                  <a:lnTo>
                    <a:pt x="306562" y="143732"/>
                  </a:lnTo>
                  <a:lnTo>
                    <a:pt x="273319" y="162020"/>
                  </a:lnTo>
                  <a:lnTo>
                    <a:pt x="260919" y="169164"/>
                  </a:lnTo>
                  <a:close/>
                </a:path>
                <a:path w="402589" h="405764">
                  <a:moveTo>
                    <a:pt x="249935" y="210312"/>
                  </a:moveTo>
                  <a:lnTo>
                    <a:pt x="236220" y="210312"/>
                  </a:lnTo>
                  <a:lnTo>
                    <a:pt x="235124" y="203406"/>
                  </a:lnTo>
                  <a:lnTo>
                    <a:pt x="232029" y="196215"/>
                  </a:lnTo>
                  <a:lnTo>
                    <a:pt x="204787" y="164020"/>
                  </a:lnTo>
                  <a:lnTo>
                    <a:pt x="187452" y="149352"/>
                  </a:lnTo>
                  <a:lnTo>
                    <a:pt x="190500" y="144780"/>
                  </a:lnTo>
                  <a:lnTo>
                    <a:pt x="203382" y="148804"/>
                  </a:lnTo>
                  <a:lnTo>
                    <a:pt x="216979" y="154114"/>
                  </a:lnTo>
                  <a:lnTo>
                    <a:pt x="231433" y="160853"/>
                  </a:lnTo>
                  <a:lnTo>
                    <a:pt x="246888" y="169164"/>
                  </a:lnTo>
                  <a:lnTo>
                    <a:pt x="260919" y="169164"/>
                  </a:lnTo>
                  <a:lnTo>
                    <a:pt x="252983" y="173736"/>
                  </a:lnTo>
                  <a:lnTo>
                    <a:pt x="259080" y="181356"/>
                  </a:lnTo>
                  <a:lnTo>
                    <a:pt x="262128" y="187452"/>
                  </a:lnTo>
                  <a:lnTo>
                    <a:pt x="259080" y="199644"/>
                  </a:lnTo>
                  <a:lnTo>
                    <a:pt x="256032" y="204215"/>
                  </a:lnTo>
                  <a:lnTo>
                    <a:pt x="249935" y="210312"/>
                  </a:lnTo>
                  <a:close/>
                </a:path>
                <a:path w="402589" h="405764">
                  <a:moveTo>
                    <a:pt x="103632" y="225551"/>
                  </a:moveTo>
                  <a:lnTo>
                    <a:pt x="88392" y="210312"/>
                  </a:lnTo>
                  <a:lnTo>
                    <a:pt x="355092" y="210312"/>
                  </a:lnTo>
                  <a:lnTo>
                    <a:pt x="370332" y="192024"/>
                  </a:lnTo>
                  <a:lnTo>
                    <a:pt x="399288" y="220980"/>
                  </a:lnTo>
                  <a:lnTo>
                    <a:pt x="146304" y="220980"/>
                  </a:lnTo>
                  <a:lnTo>
                    <a:pt x="135135" y="221265"/>
                  </a:lnTo>
                  <a:lnTo>
                    <a:pt x="124396" y="222123"/>
                  </a:lnTo>
                  <a:lnTo>
                    <a:pt x="113942" y="223551"/>
                  </a:lnTo>
                  <a:lnTo>
                    <a:pt x="103632" y="225551"/>
                  </a:lnTo>
                  <a:close/>
                </a:path>
                <a:path w="402589" h="405764">
                  <a:moveTo>
                    <a:pt x="252965" y="367283"/>
                  </a:moveTo>
                  <a:lnTo>
                    <a:pt x="214883" y="367283"/>
                  </a:lnTo>
                  <a:lnTo>
                    <a:pt x="222027" y="366117"/>
                  </a:lnTo>
                  <a:lnTo>
                    <a:pt x="227457" y="362521"/>
                  </a:lnTo>
                  <a:lnTo>
                    <a:pt x="231171" y="356354"/>
                  </a:lnTo>
                  <a:lnTo>
                    <a:pt x="233171" y="347472"/>
                  </a:lnTo>
                  <a:lnTo>
                    <a:pt x="233171" y="220980"/>
                  </a:lnTo>
                  <a:lnTo>
                    <a:pt x="254508" y="220980"/>
                  </a:lnTo>
                  <a:lnTo>
                    <a:pt x="254508" y="355092"/>
                  </a:lnTo>
                  <a:lnTo>
                    <a:pt x="252965" y="367283"/>
                  </a:lnTo>
                  <a:close/>
                </a:path>
                <a:path w="402589" h="405764">
                  <a:moveTo>
                    <a:pt x="338328" y="269748"/>
                  </a:moveTo>
                  <a:lnTo>
                    <a:pt x="332232" y="266700"/>
                  </a:lnTo>
                  <a:lnTo>
                    <a:pt x="356616" y="220980"/>
                  </a:lnTo>
                  <a:lnTo>
                    <a:pt x="399288" y="220980"/>
                  </a:lnTo>
                  <a:lnTo>
                    <a:pt x="402336" y="224027"/>
                  </a:lnTo>
                  <a:lnTo>
                    <a:pt x="388048" y="226885"/>
                  </a:lnTo>
                  <a:lnTo>
                    <a:pt x="372618" y="235458"/>
                  </a:lnTo>
                  <a:lnTo>
                    <a:pt x="356044" y="249745"/>
                  </a:lnTo>
                  <a:lnTo>
                    <a:pt x="338328" y="269748"/>
                  </a:lnTo>
                  <a:close/>
                </a:path>
                <a:path w="402589" h="405764">
                  <a:moveTo>
                    <a:pt x="220980" y="405383"/>
                  </a:moveTo>
                  <a:lnTo>
                    <a:pt x="215265" y="394787"/>
                  </a:lnTo>
                  <a:lnTo>
                    <a:pt x="204978" y="385762"/>
                  </a:lnTo>
                  <a:lnTo>
                    <a:pt x="190119" y="378166"/>
                  </a:lnTo>
                  <a:lnTo>
                    <a:pt x="170688" y="371856"/>
                  </a:lnTo>
                  <a:lnTo>
                    <a:pt x="170688" y="364236"/>
                  </a:lnTo>
                  <a:lnTo>
                    <a:pt x="195643" y="366331"/>
                  </a:lnTo>
                  <a:lnTo>
                    <a:pt x="206049" y="367022"/>
                  </a:lnTo>
                  <a:lnTo>
                    <a:pt x="214883" y="367283"/>
                  </a:lnTo>
                  <a:lnTo>
                    <a:pt x="252965" y="367283"/>
                  </a:lnTo>
                  <a:lnTo>
                    <a:pt x="252483" y="371094"/>
                  </a:lnTo>
                  <a:lnTo>
                    <a:pt x="246316" y="384810"/>
                  </a:lnTo>
                  <a:lnTo>
                    <a:pt x="235862" y="396240"/>
                  </a:lnTo>
                  <a:lnTo>
                    <a:pt x="220980" y="405383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4" name="object 64"/>
            <p:cNvSpPr/>
            <p:nvPr/>
          </p:nvSpPr>
          <p:spPr>
            <a:xfrm>
              <a:off x="5585459" y="4754880"/>
              <a:ext cx="398145" cy="368935"/>
            </a:xfrm>
            <a:custGeom>
              <a:avLst/>
              <a:gdLst/>
              <a:ahLst/>
              <a:cxnLst/>
              <a:rect l="l" t="t" r="r" b="b"/>
              <a:pathLst>
                <a:path w="398145" h="368935">
                  <a:moveTo>
                    <a:pt x="53339" y="10668"/>
                  </a:moveTo>
                  <a:lnTo>
                    <a:pt x="79247" y="25908"/>
                  </a:lnTo>
                  <a:lnTo>
                    <a:pt x="335279" y="25908"/>
                  </a:lnTo>
                  <a:lnTo>
                    <a:pt x="361187" y="0"/>
                  </a:lnTo>
                  <a:lnTo>
                    <a:pt x="397763" y="36576"/>
                  </a:lnTo>
                  <a:lnTo>
                    <a:pt x="79247" y="36576"/>
                  </a:lnTo>
                  <a:lnTo>
                    <a:pt x="79224" y="69746"/>
                  </a:lnTo>
                  <a:lnTo>
                    <a:pt x="79057" y="100774"/>
                  </a:lnTo>
                  <a:lnTo>
                    <a:pt x="77723" y="156972"/>
                  </a:lnTo>
                  <a:lnTo>
                    <a:pt x="72770" y="209550"/>
                  </a:lnTo>
                  <a:lnTo>
                    <a:pt x="60959" y="262128"/>
                  </a:lnTo>
                  <a:lnTo>
                    <a:pt x="39623" y="314324"/>
                  </a:lnTo>
                  <a:lnTo>
                    <a:pt x="4571" y="368807"/>
                  </a:lnTo>
                  <a:lnTo>
                    <a:pt x="0" y="365759"/>
                  </a:lnTo>
                  <a:lnTo>
                    <a:pt x="15692" y="335494"/>
                  </a:lnTo>
                  <a:lnTo>
                    <a:pt x="28384" y="306514"/>
                  </a:lnTo>
                  <a:lnTo>
                    <a:pt x="44195" y="252984"/>
                  </a:lnTo>
                  <a:lnTo>
                    <a:pt x="51244" y="199644"/>
                  </a:lnTo>
                  <a:lnTo>
                    <a:pt x="54863" y="141732"/>
                  </a:lnTo>
                  <a:lnTo>
                    <a:pt x="54840" y="111180"/>
                  </a:lnTo>
                  <a:lnTo>
                    <a:pt x="54673" y="79057"/>
                  </a:lnTo>
                  <a:lnTo>
                    <a:pt x="54221" y="45505"/>
                  </a:lnTo>
                  <a:lnTo>
                    <a:pt x="53339" y="10668"/>
                  </a:lnTo>
                  <a:close/>
                </a:path>
              </a:pathLst>
            </a:custGeom>
            <a:ln w="1219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65" name="object 65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5768339" y="4713731"/>
              <a:ext cx="70104" cy="73151"/>
            </a:xfrm>
            <a:prstGeom prst="rect">
              <a:avLst/>
            </a:prstGeom>
          </p:spPr>
        </p:pic>
        <p:sp>
          <p:nvSpPr>
            <p:cNvPr id="66" name="object 66"/>
            <p:cNvSpPr/>
            <p:nvPr/>
          </p:nvSpPr>
          <p:spPr>
            <a:xfrm>
              <a:off x="5673851" y="4808220"/>
              <a:ext cx="314325" cy="317500"/>
            </a:xfrm>
            <a:custGeom>
              <a:avLst/>
              <a:gdLst/>
              <a:ahLst/>
              <a:cxnLst/>
              <a:rect l="l" t="t" r="r" b="b"/>
              <a:pathLst>
                <a:path w="314325" h="317500">
                  <a:moveTo>
                    <a:pt x="82296" y="275843"/>
                  </a:moveTo>
                  <a:lnTo>
                    <a:pt x="95416" y="276963"/>
                  </a:lnTo>
                  <a:lnTo>
                    <a:pt x="107251" y="277939"/>
                  </a:lnTo>
                  <a:lnTo>
                    <a:pt x="117657" y="278630"/>
                  </a:lnTo>
                  <a:lnTo>
                    <a:pt x="126492" y="278891"/>
                  </a:lnTo>
                  <a:lnTo>
                    <a:pt x="133635" y="277725"/>
                  </a:lnTo>
                  <a:lnTo>
                    <a:pt x="139065" y="274129"/>
                  </a:lnTo>
                  <a:lnTo>
                    <a:pt x="142779" y="267962"/>
                  </a:lnTo>
                  <a:lnTo>
                    <a:pt x="144780" y="259079"/>
                  </a:lnTo>
                  <a:lnTo>
                    <a:pt x="144780" y="132587"/>
                  </a:lnTo>
                  <a:lnTo>
                    <a:pt x="57912" y="132587"/>
                  </a:lnTo>
                  <a:lnTo>
                    <a:pt x="46743" y="132873"/>
                  </a:lnTo>
                  <a:lnTo>
                    <a:pt x="36004" y="133730"/>
                  </a:lnTo>
                  <a:lnTo>
                    <a:pt x="25550" y="135159"/>
                  </a:lnTo>
                  <a:lnTo>
                    <a:pt x="15240" y="137159"/>
                  </a:lnTo>
                  <a:lnTo>
                    <a:pt x="0" y="121919"/>
                  </a:lnTo>
                  <a:lnTo>
                    <a:pt x="147828" y="121919"/>
                  </a:lnTo>
                  <a:lnTo>
                    <a:pt x="146732" y="115014"/>
                  </a:lnTo>
                  <a:lnTo>
                    <a:pt x="124563" y="83462"/>
                  </a:lnTo>
                  <a:lnTo>
                    <a:pt x="99060" y="60960"/>
                  </a:lnTo>
                  <a:lnTo>
                    <a:pt x="102108" y="56387"/>
                  </a:lnTo>
                  <a:lnTo>
                    <a:pt x="114990" y="60412"/>
                  </a:lnTo>
                  <a:lnTo>
                    <a:pt x="128587" y="65722"/>
                  </a:lnTo>
                  <a:lnTo>
                    <a:pt x="143041" y="72461"/>
                  </a:lnTo>
                  <a:lnTo>
                    <a:pt x="158496" y="80771"/>
                  </a:lnTo>
                  <a:lnTo>
                    <a:pt x="225552" y="28955"/>
                  </a:lnTo>
                  <a:lnTo>
                    <a:pt x="85344" y="28955"/>
                  </a:lnTo>
                  <a:lnTo>
                    <a:pt x="74175" y="29241"/>
                  </a:lnTo>
                  <a:lnTo>
                    <a:pt x="63436" y="30098"/>
                  </a:lnTo>
                  <a:lnTo>
                    <a:pt x="52982" y="31527"/>
                  </a:lnTo>
                  <a:lnTo>
                    <a:pt x="42672" y="33527"/>
                  </a:lnTo>
                  <a:lnTo>
                    <a:pt x="27432" y="18287"/>
                  </a:lnTo>
                  <a:lnTo>
                    <a:pt x="227076" y="18287"/>
                  </a:lnTo>
                  <a:lnTo>
                    <a:pt x="246888" y="0"/>
                  </a:lnTo>
                  <a:lnTo>
                    <a:pt x="275844" y="36575"/>
                  </a:lnTo>
                  <a:lnTo>
                    <a:pt x="231648" y="48767"/>
                  </a:lnTo>
                  <a:lnTo>
                    <a:pt x="184927" y="73628"/>
                  </a:lnTo>
                  <a:lnTo>
                    <a:pt x="164592" y="85343"/>
                  </a:lnTo>
                  <a:lnTo>
                    <a:pt x="170688" y="92963"/>
                  </a:lnTo>
                  <a:lnTo>
                    <a:pt x="173736" y="99060"/>
                  </a:lnTo>
                  <a:lnTo>
                    <a:pt x="172212" y="105155"/>
                  </a:lnTo>
                  <a:lnTo>
                    <a:pt x="170688" y="111251"/>
                  </a:lnTo>
                  <a:lnTo>
                    <a:pt x="167640" y="115824"/>
                  </a:lnTo>
                  <a:lnTo>
                    <a:pt x="161544" y="121919"/>
                  </a:lnTo>
                  <a:lnTo>
                    <a:pt x="266700" y="121919"/>
                  </a:lnTo>
                  <a:lnTo>
                    <a:pt x="281939" y="103631"/>
                  </a:lnTo>
                  <a:lnTo>
                    <a:pt x="313944" y="135635"/>
                  </a:lnTo>
                  <a:lnTo>
                    <a:pt x="299656" y="138493"/>
                  </a:lnTo>
                  <a:lnTo>
                    <a:pt x="284226" y="147065"/>
                  </a:lnTo>
                  <a:lnTo>
                    <a:pt x="267652" y="161353"/>
                  </a:lnTo>
                  <a:lnTo>
                    <a:pt x="249936" y="181355"/>
                  </a:lnTo>
                  <a:lnTo>
                    <a:pt x="243839" y="178307"/>
                  </a:lnTo>
                  <a:lnTo>
                    <a:pt x="268224" y="132587"/>
                  </a:lnTo>
                  <a:lnTo>
                    <a:pt x="166116" y="132587"/>
                  </a:lnTo>
                  <a:lnTo>
                    <a:pt x="166116" y="266699"/>
                  </a:lnTo>
                  <a:lnTo>
                    <a:pt x="164091" y="282701"/>
                  </a:lnTo>
                  <a:lnTo>
                    <a:pt x="157924" y="296417"/>
                  </a:lnTo>
                  <a:lnTo>
                    <a:pt x="147470" y="307847"/>
                  </a:lnTo>
                  <a:lnTo>
                    <a:pt x="132588" y="316991"/>
                  </a:lnTo>
                  <a:lnTo>
                    <a:pt x="126873" y="306395"/>
                  </a:lnTo>
                  <a:lnTo>
                    <a:pt x="116586" y="297370"/>
                  </a:lnTo>
                  <a:lnTo>
                    <a:pt x="101727" y="289774"/>
                  </a:lnTo>
                  <a:lnTo>
                    <a:pt x="82296" y="283463"/>
                  </a:lnTo>
                  <a:lnTo>
                    <a:pt x="82296" y="275843"/>
                  </a:lnTo>
                  <a:close/>
                </a:path>
              </a:pathLst>
            </a:custGeom>
            <a:ln w="1219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7" name="object 67"/>
            <p:cNvSpPr/>
            <p:nvPr/>
          </p:nvSpPr>
          <p:spPr>
            <a:xfrm>
              <a:off x="6033515" y="4727448"/>
              <a:ext cx="410209" cy="398145"/>
            </a:xfrm>
            <a:custGeom>
              <a:avLst/>
              <a:gdLst/>
              <a:ahLst/>
              <a:cxnLst/>
              <a:rect l="l" t="t" r="r" b="b"/>
              <a:pathLst>
                <a:path w="410210" h="398145">
                  <a:moveTo>
                    <a:pt x="335279" y="112776"/>
                  </a:moveTo>
                  <a:lnTo>
                    <a:pt x="310896" y="112776"/>
                  </a:lnTo>
                  <a:lnTo>
                    <a:pt x="310834" y="35052"/>
                  </a:lnTo>
                  <a:lnTo>
                    <a:pt x="310705" y="24384"/>
                  </a:lnTo>
                  <a:lnTo>
                    <a:pt x="310253" y="11763"/>
                  </a:lnTo>
                  <a:lnTo>
                    <a:pt x="309372" y="0"/>
                  </a:lnTo>
                  <a:lnTo>
                    <a:pt x="350520" y="19812"/>
                  </a:lnTo>
                  <a:lnTo>
                    <a:pt x="335279" y="35052"/>
                  </a:lnTo>
                  <a:lnTo>
                    <a:pt x="335279" y="112776"/>
                  </a:lnTo>
                  <a:close/>
                </a:path>
                <a:path w="410210" h="398145">
                  <a:moveTo>
                    <a:pt x="27432" y="76200"/>
                  </a:moveTo>
                  <a:lnTo>
                    <a:pt x="12192" y="60960"/>
                  </a:lnTo>
                  <a:lnTo>
                    <a:pt x="149352" y="60960"/>
                  </a:lnTo>
                  <a:lnTo>
                    <a:pt x="163068" y="42672"/>
                  </a:lnTo>
                  <a:lnTo>
                    <a:pt x="193548" y="67056"/>
                  </a:lnTo>
                  <a:lnTo>
                    <a:pt x="189484" y="70104"/>
                  </a:lnTo>
                  <a:lnTo>
                    <a:pt x="68580" y="70104"/>
                  </a:lnTo>
                  <a:lnTo>
                    <a:pt x="58293" y="70627"/>
                  </a:lnTo>
                  <a:lnTo>
                    <a:pt x="48006" y="72009"/>
                  </a:lnTo>
                  <a:lnTo>
                    <a:pt x="37719" y="73961"/>
                  </a:lnTo>
                  <a:lnTo>
                    <a:pt x="27432" y="76200"/>
                  </a:lnTo>
                  <a:close/>
                </a:path>
                <a:path w="410210" h="398145">
                  <a:moveTo>
                    <a:pt x="136825" y="188976"/>
                  </a:moveTo>
                  <a:lnTo>
                    <a:pt x="112776" y="188976"/>
                  </a:lnTo>
                  <a:lnTo>
                    <a:pt x="121920" y="164401"/>
                  </a:lnTo>
                  <a:lnTo>
                    <a:pt x="131064" y="136398"/>
                  </a:lnTo>
                  <a:lnTo>
                    <a:pt x="140208" y="104965"/>
                  </a:lnTo>
                  <a:lnTo>
                    <a:pt x="149352" y="70104"/>
                  </a:lnTo>
                  <a:lnTo>
                    <a:pt x="189484" y="70104"/>
                  </a:lnTo>
                  <a:lnTo>
                    <a:pt x="175260" y="80772"/>
                  </a:lnTo>
                  <a:lnTo>
                    <a:pt x="162948" y="117943"/>
                  </a:lnTo>
                  <a:lnTo>
                    <a:pt x="151066" y="151828"/>
                  </a:lnTo>
                  <a:lnTo>
                    <a:pt x="139469" y="182570"/>
                  </a:lnTo>
                  <a:lnTo>
                    <a:pt x="136825" y="188976"/>
                  </a:lnTo>
                  <a:close/>
                </a:path>
                <a:path w="410210" h="398145">
                  <a:moveTo>
                    <a:pt x="187452" y="128016"/>
                  </a:moveTo>
                  <a:lnTo>
                    <a:pt x="172211" y="112776"/>
                  </a:lnTo>
                  <a:lnTo>
                    <a:pt x="355092" y="112776"/>
                  </a:lnTo>
                  <a:lnTo>
                    <a:pt x="376428" y="89916"/>
                  </a:lnTo>
                  <a:lnTo>
                    <a:pt x="409955" y="123444"/>
                  </a:lnTo>
                  <a:lnTo>
                    <a:pt x="228599" y="123444"/>
                  </a:lnTo>
                  <a:lnTo>
                    <a:pt x="218313" y="123729"/>
                  </a:lnTo>
                  <a:lnTo>
                    <a:pt x="208026" y="124587"/>
                  </a:lnTo>
                  <a:lnTo>
                    <a:pt x="197739" y="126015"/>
                  </a:lnTo>
                  <a:lnTo>
                    <a:pt x="187452" y="128016"/>
                  </a:lnTo>
                  <a:close/>
                </a:path>
                <a:path w="410210" h="398145">
                  <a:moveTo>
                    <a:pt x="1524" y="362712"/>
                  </a:moveTo>
                  <a:lnTo>
                    <a:pt x="0" y="355092"/>
                  </a:lnTo>
                  <a:lnTo>
                    <a:pt x="15716" y="339399"/>
                  </a:lnTo>
                  <a:lnTo>
                    <a:pt x="30861" y="322135"/>
                  </a:lnTo>
                  <a:lnTo>
                    <a:pt x="59436" y="283464"/>
                  </a:lnTo>
                  <a:lnTo>
                    <a:pt x="84963" y="244602"/>
                  </a:lnTo>
                  <a:lnTo>
                    <a:pt x="103632" y="210312"/>
                  </a:lnTo>
                  <a:lnTo>
                    <a:pt x="80200" y="177450"/>
                  </a:lnTo>
                  <a:lnTo>
                    <a:pt x="60198" y="149733"/>
                  </a:lnTo>
                  <a:lnTo>
                    <a:pt x="43624" y="127158"/>
                  </a:lnTo>
                  <a:lnTo>
                    <a:pt x="30480" y="109728"/>
                  </a:lnTo>
                  <a:lnTo>
                    <a:pt x="36576" y="103632"/>
                  </a:lnTo>
                  <a:lnTo>
                    <a:pt x="55232" y="124587"/>
                  </a:lnTo>
                  <a:lnTo>
                    <a:pt x="112776" y="188976"/>
                  </a:lnTo>
                  <a:lnTo>
                    <a:pt x="136825" y="188976"/>
                  </a:lnTo>
                  <a:lnTo>
                    <a:pt x="128016" y="210312"/>
                  </a:lnTo>
                  <a:lnTo>
                    <a:pt x="141277" y="230124"/>
                  </a:lnTo>
                  <a:lnTo>
                    <a:pt x="117348" y="230124"/>
                  </a:lnTo>
                  <a:lnTo>
                    <a:pt x="108513" y="246149"/>
                  </a:lnTo>
                  <a:lnTo>
                    <a:pt x="86272" y="278772"/>
                  </a:lnTo>
                  <a:lnTo>
                    <a:pt x="58316" y="311919"/>
                  </a:lnTo>
                  <a:lnTo>
                    <a:pt x="22359" y="345590"/>
                  </a:lnTo>
                  <a:lnTo>
                    <a:pt x="1524" y="362712"/>
                  </a:lnTo>
                  <a:close/>
                </a:path>
                <a:path w="410210" h="398145">
                  <a:moveTo>
                    <a:pt x="334777" y="355092"/>
                  </a:moveTo>
                  <a:lnTo>
                    <a:pt x="300228" y="355092"/>
                  </a:lnTo>
                  <a:lnTo>
                    <a:pt x="307848" y="353568"/>
                  </a:lnTo>
                  <a:lnTo>
                    <a:pt x="310896" y="348996"/>
                  </a:lnTo>
                  <a:lnTo>
                    <a:pt x="310896" y="123444"/>
                  </a:lnTo>
                  <a:lnTo>
                    <a:pt x="335279" y="123444"/>
                  </a:lnTo>
                  <a:lnTo>
                    <a:pt x="335279" y="352044"/>
                  </a:lnTo>
                  <a:lnTo>
                    <a:pt x="334777" y="355092"/>
                  </a:lnTo>
                  <a:close/>
                </a:path>
                <a:path w="410210" h="398145">
                  <a:moveTo>
                    <a:pt x="239268" y="265176"/>
                  </a:moveTo>
                  <a:lnTo>
                    <a:pt x="237744" y="265176"/>
                  </a:lnTo>
                  <a:lnTo>
                    <a:pt x="234600" y="263723"/>
                  </a:lnTo>
                  <a:lnTo>
                    <a:pt x="232029" y="259270"/>
                  </a:lnTo>
                  <a:lnTo>
                    <a:pt x="230028" y="251674"/>
                  </a:lnTo>
                  <a:lnTo>
                    <a:pt x="228599" y="240791"/>
                  </a:lnTo>
                  <a:lnTo>
                    <a:pt x="225147" y="223932"/>
                  </a:lnTo>
                  <a:lnTo>
                    <a:pt x="219265" y="205359"/>
                  </a:lnTo>
                  <a:lnTo>
                    <a:pt x="210812" y="185070"/>
                  </a:lnTo>
                  <a:lnTo>
                    <a:pt x="199644" y="163068"/>
                  </a:lnTo>
                  <a:lnTo>
                    <a:pt x="205740" y="160020"/>
                  </a:lnTo>
                  <a:lnTo>
                    <a:pt x="234124" y="186118"/>
                  </a:lnTo>
                  <a:lnTo>
                    <a:pt x="255460" y="218884"/>
                  </a:lnTo>
                  <a:lnTo>
                    <a:pt x="257556" y="230124"/>
                  </a:lnTo>
                  <a:lnTo>
                    <a:pt x="256984" y="236720"/>
                  </a:lnTo>
                  <a:lnTo>
                    <a:pt x="255270" y="242887"/>
                  </a:lnTo>
                  <a:lnTo>
                    <a:pt x="252412" y="248769"/>
                  </a:lnTo>
                  <a:lnTo>
                    <a:pt x="248411" y="254508"/>
                  </a:lnTo>
                  <a:lnTo>
                    <a:pt x="242316" y="262128"/>
                  </a:lnTo>
                  <a:lnTo>
                    <a:pt x="239268" y="265176"/>
                  </a:lnTo>
                  <a:close/>
                </a:path>
                <a:path w="410210" h="398145">
                  <a:moveTo>
                    <a:pt x="163068" y="345948"/>
                  </a:moveTo>
                  <a:lnTo>
                    <a:pt x="161544" y="345948"/>
                  </a:lnTo>
                  <a:lnTo>
                    <a:pt x="158138" y="343971"/>
                  </a:lnTo>
                  <a:lnTo>
                    <a:pt x="154876" y="338137"/>
                  </a:lnTo>
                  <a:lnTo>
                    <a:pt x="151899" y="328588"/>
                  </a:lnTo>
                  <a:lnTo>
                    <a:pt x="149352" y="315467"/>
                  </a:lnTo>
                  <a:lnTo>
                    <a:pt x="143922" y="297418"/>
                  </a:lnTo>
                  <a:lnTo>
                    <a:pt x="136779" y="277368"/>
                  </a:lnTo>
                  <a:lnTo>
                    <a:pt x="127920" y="255031"/>
                  </a:lnTo>
                  <a:lnTo>
                    <a:pt x="117348" y="230124"/>
                  </a:lnTo>
                  <a:lnTo>
                    <a:pt x="141277" y="230124"/>
                  </a:lnTo>
                  <a:lnTo>
                    <a:pt x="165306" y="269676"/>
                  </a:lnTo>
                  <a:lnTo>
                    <a:pt x="176474" y="311086"/>
                  </a:lnTo>
                  <a:lnTo>
                    <a:pt x="176784" y="318516"/>
                  </a:lnTo>
                  <a:lnTo>
                    <a:pt x="175260" y="329184"/>
                  </a:lnTo>
                  <a:lnTo>
                    <a:pt x="173735" y="335280"/>
                  </a:lnTo>
                  <a:lnTo>
                    <a:pt x="169164" y="339852"/>
                  </a:lnTo>
                  <a:lnTo>
                    <a:pt x="164592" y="342900"/>
                  </a:lnTo>
                  <a:lnTo>
                    <a:pt x="163068" y="345948"/>
                  </a:lnTo>
                  <a:close/>
                </a:path>
                <a:path w="410210" h="398145">
                  <a:moveTo>
                    <a:pt x="297180" y="397764"/>
                  </a:moveTo>
                  <a:lnTo>
                    <a:pt x="293203" y="387477"/>
                  </a:lnTo>
                  <a:lnTo>
                    <a:pt x="281368" y="377190"/>
                  </a:lnTo>
                  <a:lnTo>
                    <a:pt x="261818" y="366903"/>
                  </a:lnTo>
                  <a:lnTo>
                    <a:pt x="234696" y="356616"/>
                  </a:lnTo>
                  <a:lnTo>
                    <a:pt x="234696" y="347472"/>
                  </a:lnTo>
                  <a:lnTo>
                    <a:pt x="258651" y="351234"/>
                  </a:lnTo>
                  <a:lnTo>
                    <a:pt x="277749" y="353568"/>
                  </a:lnTo>
                  <a:lnTo>
                    <a:pt x="291703" y="354758"/>
                  </a:lnTo>
                  <a:lnTo>
                    <a:pt x="300228" y="355092"/>
                  </a:lnTo>
                  <a:lnTo>
                    <a:pt x="334777" y="355092"/>
                  </a:lnTo>
                  <a:lnTo>
                    <a:pt x="332970" y="366045"/>
                  </a:lnTo>
                  <a:lnTo>
                    <a:pt x="325945" y="378333"/>
                  </a:lnTo>
                  <a:lnTo>
                    <a:pt x="314063" y="388905"/>
                  </a:lnTo>
                  <a:lnTo>
                    <a:pt x="297180" y="397764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8" name="object 68"/>
            <p:cNvSpPr/>
            <p:nvPr/>
          </p:nvSpPr>
          <p:spPr>
            <a:xfrm>
              <a:off x="6033515" y="4770120"/>
              <a:ext cx="193675" cy="320040"/>
            </a:xfrm>
            <a:custGeom>
              <a:avLst/>
              <a:gdLst/>
              <a:ahLst/>
              <a:cxnLst/>
              <a:rect l="l" t="t" r="r" b="b"/>
              <a:pathLst>
                <a:path w="193675" h="320039">
                  <a:moveTo>
                    <a:pt x="12191" y="18287"/>
                  </a:moveTo>
                  <a:lnTo>
                    <a:pt x="149351" y="18287"/>
                  </a:lnTo>
                  <a:lnTo>
                    <a:pt x="163067" y="0"/>
                  </a:lnTo>
                  <a:lnTo>
                    <a:pt x="193548" y="24383"/>
                  </a:lnTo>
                  <a:lnTo>
                    <a:pt x="175260" y="38099"/>
                  </a:lnTo>
                  <a:lnTo>
                    <a:pt x="162948" y="75271"/>
                  </a:lnTo>
                  <a:lnTo>
                    <a:pt x="151066" y="109156"/>
                  </a:lnTo>
                  <a:lnTo>
                    <a:pt x="139469" y="139898"/>
                  </a:lnTo>
                  <a:lnTo>
                    <a:pt x="128015" y="167639"/>
                  </a:lnTo>
                  <a:lnTo>
                    <a:pt x="143684" y="191047"/>
                  </a:lnTo>
                  <a:lnTo>
                    <a:pt x="165306" y="227004"/>
                  </a:lnTo>
                  <a:lnTo>
                    <a:pt x="176474" y="268414"/>
                  </a:lnTo>
                  <a:lnTo>
                    <a:pt x="176784" y="275844"/>
                  </a:lnTo>
                  <a:lnTo>
                    <a:pt x="175260" y="286512"/>
                  </a:lnTo>
                  <a:lnTo>
                    <a:pt x="173735" y="292607"/>
                  </a:lnTo>
                  <a:lnTo>
                    <a:pt x="169163" y="297180"/>
                  </a:lnTo>
                  <a:lnTo>
                    <a:pt x="164591" y="300228"/>
                  </a:lnTo>
                  <a:lnTo>
                    <a:pt x="163067" y="303276"/>
                  </a:lnTo>
                  <a:lnTo>
                    <a:pt x="161543" y="303276"/>
                  </a:lnTo>
                  <a:lnTo>
                    <a:pt x="158138" y="301299"/>
                  </a:lnTo>
                  <a:lnTo>
                    <a:pt x="154876" y="295465"/>
                  </a:lnTo>
                  <a:lnTo>
                    <a:pt x="151899" y="285916"/>
                  </a:lnTo>
                  <a:lnTo>
                    <a:pt x="149351" y="272795"/>
                  </a:lnTo>
                  <a:lnTo>
                    <a:pt x="143922" y="254746"/>
                  </a:lnTo>
                  <a:lnTo>
                    <a:pt x="136778" y="234696"/>
                  </a:lnTo>
                  <a:lnTo>
                    <a:pt x="127920" y="212359"/>
                  </a:lnTo>
                  <a:lnTo>
                    <a:pt x="117347" y="187451"/>
                  </a:lnTo>
                  <a:lnTo>
                    <a:pt x="108513" y="203477"/>
                  </a:lnTo>
                  <a:lnTo>
                    <a:pt x="98107" y="219646"/>
                  </a:lnTo>
                  <a:lnTo>
                    <a:pt x="73151" y="252983"/>
                  </a:lnTo>
                  <a:lnTo>
                    <a:pt x="41338" y="285940"/>
                  </a:lnTo>
                  <a:lnTo>
                    <a:pt x="1523" y="320039"/>
                  </a:lnTo>
                  <a:lnTo>
                    <a:pt x="0" y="312419"/>
                  </a:lnTo>
                  <a:lnTo>
                    <a:pt x="15716" y="296727"/>
                  </a:lnTo>
                  <a:lnTo>
                    <a:pt x="30860" y="279463"/>
                  </a:lnTo>
                  <a:lnTo>
                    <a:pt x="59435" y="240792"/>
                  </a:lnTo>
                  <a:lnTo>
                    <a:pt x="84962" y="201930"/>
                  </a:lnTo>
                  <a:lnTo>
                    <a:pt x="103631" y="167639"/>
                  </a:lnTo>
                  <a:lnTo>
                    <a:pt x="80200" y="134778"/>
                  </a:lnTo>
                  <a:lnTo>
                    <a:pt x="60197" y="107060"/>
                  </a:lnTo>
                  <a:lnTo>
                    <a:pt x="43624" y="84486"/>
                  </a:lnTo>
                  <a:lnTo>
                    <a:pt x="30479" y="67055"/>
                  </a:lnTo>
                  <a:lnTo>
                    <a:pt x="36575" y="60959"/>
                  </a:lnTo>
                  <a:lnTo>
                    <a:pt x="55125" y="81795"/>
                  </a:lnTo>
                  <a:lnTo>
                    <a:pt x="74104" y="103060"/>
                  </a:lnTo>
                  <a:lnTo>
                    <a:pt x="93368" y="124610"/>
                  </a:lnTo>
                  <a:lnTo>
                    <a:pt x="112775" y="146303"/>
                  </a:lnTo>
                  <a:lnTo>
                    <a:pt x="121919" y="121729"/>
                  </a:lnTo>
                  <a:lnTo>
                    <a:pt x="131063" y="93725"/>
                  </a:lnTo>
                  <a:lnTo>
                    <a:pt x="140207" y="62293"/>
                  </a:lnTo>
                  <a:lnTo>
                    <a:pt x="149351" y="27431"/>
                  </a:lnTo>
                  <a:lnTo>
                    <a:pt x="68579" y="27431"/>
                  </a:lnTo>
                  <a:lnTo>
                    <a:pt x="58292" y="27955"/>
                  </a:lnTo>
                  <a:lnTo>
                    <a:pt x="48005" y="29336"/>
                  </a:lnTo>
                  <a:lnTo>
                    <a:pt x="37718" y="31289"/>
                  </a:lnTo>
                  <a:lnTo>
                    <a:pt x="27431" y="33527"/>
                  </a:lnTo>
                  <a:lnTo>
                    <a:pt x="12191" y="18287"/>
                  </a:lnTo>
                  <a:close/>
                </a:path>
              </a:pathLst>
            </a:custGeom>
            <a:ln w="1219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9" name="object 69"/>
            <p:cNvSpPr/>
            <p:nvPr/>
          </p:nvSpPr>
          <p:spPr>
            <a:xfrm>
              <a:off x="6205728" y="4727447"/>
              <a:ext cx="238125" cy="398145"/>
            </a:xfrm>
            <a:custGeom>
              <a:avLst/>
              <a:gdLst/>
              <a:ahLst/>
              <a:cxnLst/>
              <a:rect l="l" t="t" r="r" b="b"/>
              <a:pathLst>
                <a:path w="238125" h="398145">
                  <a:moveTo>
                    <a:pt x="62484" y="347472"/>
                  </a:moveTo>
                  <a:lnTo>
                    <a:pt x="86439" y="351234"/>
                  </a:lnTo>
                  <a:lnTo>
                    <a:pt x="105537" y="353568"/>
                  </a:lnTo>
                  <a:lnTo>
                    <a:pt x="119491" y="354758"/>
                  </a:lnTo>
                  <a:lnTo>
                    <a:pt x="128016" y="355092"/>
                  </a:lnTo>
                  <a:lnTo>
                    <a:pt x="135636" y="353568"/>
                  </a:lnTo>
                  <a:lnTo>
                    <a:pt x="138684" y="348996"/>
                  </a:lnTo>
                  <a:lnTo>
                    <a:pt x="138684" y="339852"/>
                  </a:lnTo>
                  <a:lnTo>
                    <a:pt x="138684" y="123444"/>
                  </a:lnTo>
                  <a:lnTo>
                    <a:pt x="56388" y="123444"/>
                  </a:lnTo>
                  <a:lnTo>
                    <a:pt x="46101" y="123729"/>
                  </a:lnTo>
                  <a:lnTo>
                    <a:pt x="35814" y="124586"/>
                  </a:lnTo>
                  <a:lnTo>
                    <a:pt x="25527" y="126015"/>
                  </a:lnTo>
                  <a:lnTo>
                    <a:pt x="15240" y="128015"/>
                  </a:lnTo>
                  <a:lnTo>
                    <a:pt x="0" y="112776"/>
                  </a:lnTo>
                  <a:lnTo>
                    <a:pt x="138684" y="112776"/>
                  </a:lnTo>
                  <a:lnTo>
                    <a:pt x="138684" y="53340"/>
                  </a:lnTo>
                  <a:lnTo>
                    <a:pt x="138660" y="38147"/>
                  </a:lnTo>
                  <a:lnTo>
                    <a:pt x="138493" y="24384"/>
                  </a:lnTo>
                  <a:lnTo>
                    <a:pt x="138041" y="11763"/>
                  </a:lnTo>
                  <a:lnTo>
                    <a:pt x="137160" y="0"/>
                  </a:lnTo>
                  <a:lnTo>
                    <a:pt x="178308" y="19811"/>
                  </a:lnTo>
                  <a:lnTo>
                    <a:pt x="163068" y="35052"/>
                  </a:lnTo>
                  <a:lnTo>
                    <a:pt x="163068" y="112776"/>
                  </a:lnTo>
                  <a:lnTo>
                    <a:pt x="182880" y="112776"/>
                  </a:lnTo>
                  <a:lnTo>
                    <a:pt x="204216" y="89915"/>
                  </a:lnTo>
                  <a:lnTo>
                    <a:pt x="237744" y="123444"/>
                  </a:lnTo>
                  <a:lnTo>
                    <a:pt x="163068" y="123444"/>
                  </a:lnTo>
                  <a:lnTo>
                    <a:pt x="163068" y="352044"/>
                  </a:lnTo>
                  <a:lnTo>
                    <a:pt x="160758" y="366045"/>
                  </a:lnTo>
                  <a:lnTo>
                    <a:pt x="153733" y="378333"/>
                  </a:lnTo>
                  <a:lnTo>
                    <a:pt x="141851" y="388905"/>
                  </a:lnTo>
                  <a:lnTo>
                    <a:pt x="124968" y="397764"/>
                  </a:lnTo>
                  <a:lnTo>
                    <a:pt x="120991" y="387477"/>
                  </a:lnTo>
                  <a:lnTo>
                    <a:pt x="109156" y="377190"/>
                  </a:lnTo>
                  <a:lnTo>
                    <a:pt x="89606" y="366903"/>
                  </a:lnTo>
                  <a:lnTo>
                    <a:pt x="62484" y="356616"/>
                  </a:lnTo>
                  <a:lnTo>
                    <a:pt x="62484" y="347472"/>
                  </a:lnTo>
                  <a:close/>
                </a:path>
              </a:pathLst>
            </a:custGeom>
            <a:ln w="1219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70" name="object 70"/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6227064" y="4881372"/>
              <a:ext cx="70104" cy="117347"/>
            </a:xfrm>
            <a:prstGeom prst="rect">
              <a:avLst/>
            </a:prstGeom>
          </p:spPr>
        </p:pic>
      </p:grpSp>
      <p:grpSp>
        <p:nvGrpSpPr>
          <p:cNvPr id="71" name="object 71"/>
          <p:cNvGrpSpPr/>
          <p:nvPr/>
        </p:nvGrpSpPr>
        <p:grpSpPr>
          <a:xfrm>
            <a:off x="6513576" y="4713732"/>
            <a:ext cx="368935" cy="414655"/>
            <a:chOff x="6513576" y="4713732"/>
            <a:chExt cx="368935" cy="414655"/>
          </a:xfrm>
        </p:grpSpPr>
        <p:sp>
          <p:nvSpPr>
            <p:cNvPr id="72" name="object 72"/>
            <p:cNvSpPr/>
            <p:nvPr/>
          </p:nvSpPr>
          <p:spPr>
            <a:xfrm>
              <a:off x="6519671" y="4719827"/>
              <a:ext cx="356870" cy="402590"/>
            </a:xfrm>
            <a:custGeom>
              <a:avLst/>
              <a:gdLst/>
              <a:ahLst/>
              <a:cxnLst/>
              <a:rect l="l" t="t" r="r" b="b"/>
              <a:pathLst>
                <a:path w="356870" h="402589">
                  <a:moveTo>
                    <a:pt x="53340" y="89916"/>
                  </a:moveTo>
                  <a:lnTo>
                    <a:pt x="44196" y="89916"/>
                  </a:lnTo>
                  <a:lnTo>
                    <a:pt x="51339" y="62793"/>
                  </a:lnTo>
                  <a:lnTo>
                    <a:pt x="56769" y="38671"/>
                  </a:lnTo>
                  <a:lnTo>
                    <a:pt x="60483" y="17692"/>
                  </a:lnTo>
                  <a:lnTo>
                    <a:pt x="62484" y="0"/>
                  </a:lnTo>
                  <a:lnTo>
                    <a:pt x="100584" y="21336"/>
                  </a:lnTo>
                  <a:lnTo>
                    <a:pt x="91487" y="29051"/>
                  </a:lnTo>
                  <a:lnTo>
                    <a:pt x="80391" y="43053"/>
                  </a:lnTo>
                  <a:lnTo>
                    <a:pt x="67579" y="63341"/>
                  </a:lnTo>
                  <a:lnTo>
                    <a:pt x="53340" y="89916"/>
                  </a:lnTo>
                  <a:close/>
                </a:path>
                <a:path w="356870" h="402589">
                  <a:moveTo>
                    <a:pt x="147828" y="192024"/>
                  </a:moveTo>
                  <a:lnTo>
                    <a:pt x="143256" y="187452"/>
                  </a:lnTo>
                  <a:lnTo>
                    <a:pt x="160162" y="160615"/>
                  </a:lnTo>
                  <a:lnTo>
                    <a:pt x="174498" y="135064"/>
                  </a:lnTo>
                  <a:lnTo>
                    <a:pt x="196596" y="88392"/>
                  </a:lnTo>
                  <a:lnTo>
                    <a:pt x="211836" y="44958"/>
                  </a:lnTo>
                  <a:lnTo>
                    <a:pt x="222503" y="1524"/>
                  </a:lnTo>
                  <a:lnTo>
                    <a:pt x="260603" y="24384"/>
                  </a:lnTo>
                  <a:lnTo>
                    <a:pt x="252864" y="32146"/>
                  </a:lnTo>
                  <a:lnTo>
                    <a:pt x="243268" y="46482"/>
                  </a:lnTo>
                  <a:lnTo>
                    <a:pt x="231671" y="67675"/>
                  </a:lnTo>
                  <a:lnTo>
                    <a:pt x="217932" y="96012"/>
                  </a:lnTo>
                  <a:lnTo>
                    <a:pt x="350520" y="96012"/>
                  </a:lnTo>
                  <a:lnTo>
                    <a:pt x="356616" y="102108"/>
                  </a:lnTo>
                  <a:lnTo>
                    <a:pt x="350901" y="106680"/>
                  </a:lnTo>
                  <a:lnTo>
                    <a:pt x="213360" y="106680"/>
                  </a:lnTo>
                  <a:lnTo>
                    <a:pt x="197977" y="130730"/>
                  </a:lnTo>
                  <a:lnTo>
                    <a:pt x="181737" y="152781"/>
                  </a:lnTo>
                  <a:lnTo>
                    <a:pt x="164925" y="173116"/>
                  </a:lnTo>
                  <a:lnTo>
                    <a:pt x="147828" y="192024"/>
                  </a:lnTo>
                  <a:close/>
                </a:path>
                <a:path w="356870" h="402589">
                  <a:moveTo>
                    <a:pt x="146304" y="89916"/>
                  </a:moveTo>
                  <a:lnTo>
                    <a:pt x="111252" y="89916"/>
                  </a:lnTo>
                  <a:lnTo>
                    <a:pt x="129540" y="73152"/>
                  </a:lnTo>
                  <a:lnTo>
                    <a:pt x="146304" y="89916"/>
                  </a:lnTo>
                  <a:close/>
                </a:path>
                <a:path w="356870" h="402589">
                  <a:moveTo>
                    <a:pt x="0" y="397764"/>
                  </a:moveTo>
                  <a:lnTo>
                    <a:pt x="834" y="359664"/>
                  </a:lnTo>
                  <a:lnTo>
                    <a:pt x="935" y="352615"/>
                  </a:lnTo>
                  <a:lnTo>
                    <a:pt x="1333" y="316992"/>
                  </a:lnTo>
                  <a:lnTo>
                    <a:pt x="1430" y="178308"/>
                  </a:lnTo>
                  <a:lnTo>
                    <a:pt x="1309" y="152781"/>
                  </a:lnTo>
                  <a:lnTo>
                    <a:pt x="881" y="114704"/>
                  </a:lnTo>
                  <a:lnTo>
                    <a:pt x="0" y="74676"/>
                  </a:lnTo>
                  <a:lnTo>
                    <a:pt x="25908" y="89916"/>
                  </a:lnTo>
                  <a:lnTo>
                    <a:pt x="146304" y="89916"/>
                  </a:lnTo>
                  <a:lnTo>
                    <a:pt x="155448" y="99060"/>
                  </a:lnTo>
                  <a:lnTo>
                    <a:pt x="153162" y="100584"/>
                  </a:lnTo>
                  <a:lnTo>
                    <a:pt x="24384" y="100584"/>
                  </a:lnTo>
                  <a:lnTo>
                    <a:pt x="24384" y="211836"/>
                  </a:lnTo>
                  <a:lnTo>
                    <a:pt x="137464" y="211836"/>
                  </a:lnTo>
                  <a:lnTo>
                    <a:pt x="137526" y="222504"/>
                  </a:lnTo>
                  <a:lnTo>
                    <a:pt x="24384" y="222504"/>
                  </a:lnTo>
                  <a:lnTo>
                    <a:pt x="24384" y="344424"/>
                  </a:lnTo>
                  <a:lnTo>
                    <a:pt x="138504" y="344424"/>
                  </a:lnTo>
                  <a:lnTo>
                    <a:pt x="138567" y="355092"/>
                  </a:lnTo>
                  <a:lnTo>
                    <a:pt x="24384" y="355092"/>
                  </a:lnTo>
                  <a:lnTo>
                    <a:pt x="24384" y="384048"/>
                  </a:lnTo>
                  <a:lnTo>
                    <a:pt x="0" y="397764"/>
                  </a:lnTo>
                  <a:close/>
                </a:path>
                <a:path w="356870" h="402589">
                  <a:moveTo>
                    <a:pt x="350520" y="96012"/>
                  </a:moveTo>
                  <a:lnTo>
                    <a:pt x="310896" y="96012"/>
                  </a:lnTo>
                  <a:lnTo>
                    <a:pt x="330708" y="76200"/>
                  </a:lnTo>
                  <a:lnTo>
                    <a:pt x="350520" y="96012"/>
                  </a:lnTo>
                  <a:close/>
                </a:path>
                <a:path w="356870" h="402589">
                  <a:moveTo>
                    <a:pt x="137464" y="211836"/>
                  </a:moveTo>
                  <a:lnTo>
                    <a:pt x="114300" y="211836"/>
                  </a:lnTo>
                  <a:lnTo>
                    <a:pt x="114300" y="100584"/>
                  </a:lnTo>
                  <a:lnTo>
                    <a:pt x="153162" y="100584"/>
                  </a:lnTo>
                  <a:lnTo>
                    <a:pt x="137160" y="111252"/>
                  </a:lnTo>
                  <a:lnTo>
                    <a:pt x="137263" y="160615"/>
                  </a:lnTo>
                  <a:lnTo>
                    <a:pt x="137367" y="195333"/>
                  </a:lnTo>
                  <a:lnTo>
                    <a:pt x="137464" y="211836"/>
                  </a:lnTo>
                  <a:close/>
                </a:path>
                <a:path w="356870" h="402589">
                  <a:moveTo>
                    <a:pt x="327213" y="359664"/>
                  </a:moveTo>
                  <a:lnTo>
                    <a:pt x="283464" y="359664"/>
                  </a:lnTo>
                  <a:lnTo>
                    <a:pt x="291988" y="357925"/>
                  </a:lnTo>
                  <a:lnTo>
                    <a:pt x="299085" y="352615"/>
                  </a:lnTo>
                  <a:lnTo>
                    <a:pt x="309252" y="305562"/>
                  </a:lnTo>
                  <a:lnTo>
                    <a:pt x="311086" y="259842"/>
                  </a:lnTo>
                  <a:lnTo>
                    <a:pt x="313205" y="193548"/>
                  </a:lnTo>
                  <a:lnTo>
                    <a:pt x="315467" y="106680"/>
                  </a:lnTo>
                  <a:lnTo>
                    <a:pt x="350901" y="106680"/>
                  </a:lnTo>
                  <a:lnTo>
                    <a:pt x="341376" y="114300"/>
                  </a:lnTo>
                  <a:lnTo>
                    <a:pt x="339535" y="188719"/>
                  </a:lnTo>
                  <a:lnTo>
                    <a:pt x="337620" y="249167"/>
                  </a:lnTo>
                  <a:lnTo>
                    <a:pt x="335560" y="295570"/>
                  </a:lnTo>
                  <a:lnTo>
                    <a:pt x="333280" y="327855"/>
                  </a:lnTo>
                  <a:lnTo>
                    <a:pt x="330708" y="345948"/>
                  </a:lnTo>
                  <a:lnTo>
                    <a:pt x="327856" y="357925"/>
                  </a:lnTo>
                  <a:lnTo>
                    <a:pt x="327213" y="359664"/>
                  </a:lnTo>
                  <a:close/>
                </a:path>
                <a:path w="356870" h="402589">
                  <a:moveTo>
                    <a:pt x="231648" y="269748"/>
                  </a:moveTo>
                  <a:lnTo>
                    <a:pt x="230124" y="269748"/>
                  </a:lnTo>
                  <a:lnTo>
                    <a:pt x="226742" y="268295"/>
                  </a:lnTo>
                  <a:lnTo>
                    <a:pt x="223647" y="263842"/>
                  </a:lnTo>
                  <a:lnTo>
                    <a:pt x="221122" y="256246"/>
                  </a:lnTo>
                  <a:lnTo>
                    <a:pt x="219456" y="245364"/>
                  </a:lnTo>
                  <a:lnTo>
                    <a:pt x="214884" y="228242"/>
                  </a:lnTo>
                  <a:lnTo>
                    <a:pt x="208026" y="211264"/>
                  </a:lnTo>
                  <a:lnTo>
                    <a:pt x="198882" y="194571"/>
                  </a:lnTo>
                  <a:lnTo>
                    <a:pt x="187452" y="178308"/>
                  </a:lnTo>
                  <a:lnTo>
                    <a:pt x="192024" y="172212"/>
                  </a:lnTo>
                  <a:lnTo>
                    <a:pt x="224409" y="199644"/>
                  </a:lnTo>
                  <a:lnTo>
                    <a:pt x="246888" y="236220"/>
                  </a:lnTo>
                  <a:lnTo>
                    <a:pt x="246888" y="248412"/>
                  </a:lnTo>
                  <a:lnTo>
                    <a:pt x="245364" y="254508"/>
                  </a:lnTo>
                  <a:lnTo>
                    <a:pt x="236220" y="266700"/>
                  </a:lnTo>
                  <a:lnTo>
                    <a:pt x="231648" y="269748"/>
                  </a:lnTo>
                  <a:close/>
                </a:path>
                <a:path w="356870" h="402589">
                  <a:moveTo>
                    <a:pt x="138504" y="344424"/>
                  </a:moveTo>
                  <a:lnTo>
                    <a:pt x="114300" y="344424"/>
                  </a:lnTo>
                  <a:lnTo>
                    <a:pt x="114300" y="222504"/>
                  </a:lnTo>
                  <a:lnTo>
                    <a:pt x="137526" y="222504"/>
                  </a:lnTo>
                  <a:lnTo>
                    <a:pt x="137723" y="254508"/>
                  </a:lnTo>
                  <a:lnTo>
                    <a:pt x="138504" y="344424"/>
                  </a:lnTo>
                  <a:close/>
                </a:path>
                <a:path w="356870" h="402589">
                  <a:moveTo>
                    <a:pt x="278891" y="402336"/>
                  </a:moveTo>
                  <a:lnTo>
                    <a:pt x="271772" y="389239"/>
                  </a:lnTo>
                  <a:lnTo>
                    <a:pt x="259651" y="377571"/>
                  </a:lnTo>
                  <a:lnTo>
                    <a:pt x="242673" y="367617"/>
                  </a:lnTo>
                  <a:lnTo>
                    <a:pt x="220979" y="359664"/>
                  </a:lnTo>
                  <a:lnTo>
                    <a:pt x="220979" y="352044"/>
                  </a:lnTo>
                  <a:lnTo>
                    <a:pt x="241244" y="355163"/>
                  </a:lnTo>
                  <a:lnTo>
                    <a:pt x="258508" y="357568"/>
                  </a:lnTo>
                  <a:lnTo>
                    <a:pt x="272629" y="359116"/>
                  </a:lnTo>
                  <a:lnTo>
                    <a:pt x="283464" y="359664"/>
                  </a:lnTo>
                  <a:lnTo>
                    <a:pt x="327213" y="359664"/>
                  </a:lnTo>
                  <a:lnTo>
                    <a:pt x="324040" y="368236"/>
                  </a:lnTo>
                  <a:lnTo>
                    <a:pt x="289670" y="397764"/>
                  </a:lnTo>
                  <a:lnTo>
                    <a:pt x="278891" y="402336"/>
                  </a:lnTo>
                  <a:close/>
                </a:path>
                <a:path w="356870" h="402589">
                  <a:moveTo>
                    <a:pt x="114300" y="391668"/>
                  </a:moveTo>
                  <a:lnTo>
                    <a:pt x="114300" y="355092"/>
                  </a:lnTo>
                  <a:lnTo>
                    <a:pt x="138567" y="355092"/>
                  </a:lnTo>
                  <a:lnTo>
                    <a:pt x="138684" y="377952"/>
                  </a:lnTo>
                  <a:lnTo>
                    <a:pt x="114300" y="391668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3" name="object 73"/>
            <p:cNvSpPr/>
            <p:nvPr/>
          </p:nvSpPr>
          <p:spPr>
            <a:xfrm>
              <a:off x="6544055" y="4820411"/>
              <a:ext cx="90170" cy="243840"/>
            </a:xfrm>
            <a:custGeom>
              <a:avLst/>
              <a:gdLst/>
              <a:ahLst/>
              <a:cxnLst/>
              <a:rect l="l" t="t" r="r" b="b"/>
              <a:pathLst>
                <a:path w="90170" h="243839">
                  <a:moveTo>
                    <a:pt x="0" y="0"/>
                  </a:moveTo>
                  <a:lnTo>
                    <a:pt x="0" y="111252"/>
                  </a:lnTo>
                  <a:lnTo>
                    <a:pt x="89916" y="111252"/>
                  </a:lnTo>
                  <a:lnTo>
                    <a:pt x="89916" y="0"/>
                  </a:lnTo>
                  <a:lnTo>
                    <a:pt x="0" y="0"/>
                  </a:lnTo>
                  <a:close/>
                </a:path>
                <a:path w="90170" h="243839">
                  <a:moveTo>
                    <a:pt x="0" y="121920"/>
                  </a:moveTo>
                  <a:lnTo>
                    <a:pt x="0" y="243840"/>
                  </a:lnTo>
                  <a:lnTo>
                    <a:pt x="89916" y="243840"/>
                  </a:lnTo>
                  <a:lnTo>
                    <a:pt x="89916" y="121920"/>
                  </a:lnTo>
                  <a:lnTo>
                    <a:pt x="0" y="121920"/>
                  </a:lnTo>
                  <a:close/>
                </a:path>
              </a:pathLst>
            </a:custGeom>
            <a:ln w="1219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4" name="object 74"/>
            <p:cNvSpPr/>
            <p:nvPr/>
          </p:nvSpPr>
          <p:spPr>
            <a:xfrm>
              <a:off x="6519672" y="4719828"/>
              <a:ext cx="155575" cy="398145"/>
            </a:xfrm>
            <a:custGeom>
              <a:avLst/>
              <a:gdLst/>
              <a:ahLst/>
              <a:cxnLst/>
              <a:rect l="l" t="t" r="r" b="b"/>
              <a:pathLst>
                <a:path w="155575" h="398145">
                  <a:moveTo>
                    <a:pt x="137159" y="111251"/>
                  </a:moveTo>
                  <a:lnTo>
                    <a:pt x="137318" y="186976"/>
                  </a:lnTo>
                  <a:lnTo>
                    <a:pt x="137696" y="251435"/>
                  </a:lnTo>
                  <a:lnTo>
                    <a:pt x="138147" y="304702"/>
                  </a:lnTo>
                  <a:lnTo>
                    <a:pt x="138525" y="346850"/>
                  </a:lnTo>
                  <a:lnTo>
                    <a:pt x="138683" y="377951"/>
                  </a:lnTo>
                  <a:lnTo>
                    <a:pt x="114299" y="391668"/>
                  </a:lnTo>
                  <a:lnTo>
                    <a:pt x="114299" y="355091"/>
                  </a:lnTo>
                  <a:lnTo>
                    <a:pt x="24383" y="355091"/>
                  </a:lnTo>
                  <a:lnTo>
                    <a:pt x="24383" y="384047"/>
                  </a:lnTo>
                  <a:lnTo>
                    <a:pt x="0" y="397763"/>
                  </a:lnTo>
                  <a:lnTo>
                    <a:pt x="881" y="357520"/>
                  </a:lnTo>
                  <a:lnTo>
                    <a:pt x="1333" y="316991"/>
                  </a:lnTo>
                  <a:lnTo>
                    <a:pt x="1500" y="276463"/>
                  </a:lnTo>
                  <a:lnTo>
                    <a:pt x="1523" y="236219"/>
                  </a:lnTo>
                  <a:lnTo>
                    <a:pt x="1500" y="195333"/>
                  </a:lnTo>
                  <a:lnTo>
                    <a:pt x="1333" y="154876"/>
                  </a:lnTo>
                  <a:lnTo>
                    <a:pt x="881" y="114704"/>
                  </a:lnTo>
                  <a:lnTo>
                    <a:pt x="0" y="74675"/>
                  </a:lnTo>
                  <a:lnTo>
                    <a:pt x="25907" y="89915"/>
                  </a:lnTo>
                  <a:lnTo>
                    <a:pt x="44195" y="89915"/>
                  </a:lnTo>
                  <a:lnTo>
                    <a:pt x="51339" y="62793"/>
                  </a:lnTo>
                  <a:lnTo>
                    <a:pt x="56768" y="38671"/>
                  </a:lnTo>
                  <a:lnTo>
                    <a:pt x="60483" y="17692"/>
                  </a:lnTo>
                  <a:lnTo>
                    <a:pt x="62483" y="0"/>
                  </a:lnTo>
                  <a:lnTo>
                    <a:pt x="100583" y="21335"/>
                  </a:lnTo>
                  <a:lnTo>
                    <a:pt x="91487" y="29051"/>
                  </a:lnTo>
                  <a:lnTo>
                    <a:pt x="80390" y="43052"/>
                  </a:lnTo>
                  <a:lnTo>
                    <a:pt x="67579" y="63341"/>
                  </a:lnTo>
                  <a:lnTo>
                    <a:pt x="53339" y="89915"/>
                  </a:lnTo>
                  <a:lnTo>
                    <a:pt x="111251" y="89915"/>
                  </a:lnTo>
                  <a:lnTo>
                    <a:pt x="129539" y="73151"/>
                  </a:lnTo>
                  <a:lnTo>
                    <a:pt x="155447" y="99059"/>
                  </a:lnTo>
                  <a:lnTo>
                    <a:pt x="137159" y="111251"/>
                  </a:lnTo>
                  <a:close/>
                </a:path>
              </a:pathLst>
            </a:custGeom>
            <a:ln w="1219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5" name="object 75"/>
            <p:cNvSpPr/>
            <p:nvPr/>
          </p:nvSpPr>
          <p:spPr>
            <a:xfrm>
              <a:off x="6662928" y="4721351"/>
              <a:ext cx="213360" cy="401320"/>
            </a:xfrm>
            <a:custGeom>
              <a:avLst/>
              <a:gdLst/>
              <a:ahLst/>
              <a:cxnLst/>
              <a:rect l="l" t="t" r="r" b="b"/>
              <a:pathLst>
                <a:path w="213359" h="401320">
                  <a:moveTo>
                    <a:pt x="79248" y="0"/>
                  </a:moveTo>
                  <a:lnTo>
                    <a:pt x="117348" y="22859"/>
                  </a:lnTo>
                  <a:lnTo>
                    <a:pt x="109608" y="30622"/>
                  </a:lnTo>
                  <a:lnTo>
                    <a:pt x="100012" y="44958"/>
                  </a:lnTo>
                  <a:lnTo>
                    <a:pt x="88415" y="66151"/>
                  </a:lnTo>
                  <a:lnTo>
                    <a:pt x="74676" y="94488"/>
                  </a:lnTo>
                  <a:lnTo>
                    <a:pt x="167640" y="94488"/>
                  </a:lnTo>
                  <a:lnTo>
                    <a:pt x="187452" y="74676"/>
                  </a:lnTo>
                  <a:lnTo>
                    <a:pt x="213360" y="100584"/>
                  </a:lnTo>
                  <a:lnTo>
                    <a:pt x="198120" y="112775"/>
                  </a:lnTo>
                  <a:lnTo>
                    <a:pt x="196279" y="187195"/>
                  </a:lnTo>
                  <a:lnTo>
                    <a:pt x="194364" y="247643"/>
                  </a:lnTo>
                  <a:lnTo>
                    <a:pt x="192304" y="294046"/>
                  </a:lnTo>
                  <a:lnTo>
                    <a:pt x="187452" y="344423"/>
                  </a:lnTo>
                  <a:lnTo>
                    <a:pt x="170688" y="381000"/>
                  </a:lnTo>
                  <a:lnTo>
                    <a:pt x="135636" y="400812"/>
                  </a:lnTo>
                  <a:lnTo>
                    <a:pt x="128516" y="387715"/>
                  </a:lnTo>
                  <a:lnTo>
                    <a:pt x="116395" y="376047"/>
                  </a:lnTo>
                  <a:lnTo>
                    <a:pt x="99417" y="366093"/>
                  </a:lnTo>
                  <a:lnTo>
                    <a:pt x="77724" y="358139"/>
                  </a:lnTo>
                  <a:lnTo>
                    <a:pt x="77724" y="350519"/>
                  </a:lnTo>
                  <a:lnTo>
                    <a:pt x="97988" y="353639"/>
                  </a:lnTo>
                  <a:lnTo>
                    <a:pt x="115252" y="356044"/>
                  </a:lnTo>
                  <a:lnTo>
                    <a:pt x="129373" y="357592"/>
                  </a:lnTo>
                  <a:lnTo>
                    <a:pt x="140208" y="358139"/>
                  </a:lnTo>
                  <a:lnTo>
                    <a:pt x="148732" y="356401"/>
                  </a:lnTo>
                  <a:lnTo>
                    <a:pt x="165996" y="304038"/>
                  </a:lnTo>
                  <a:lnTo>
                    <a:pt x="167830" y="258317"/>
                  </a:lnTo>
                  <a:lnTo>
                    <a:pt x="169949" y="192023"/>
                  </a:lnTo>
                  <a:lnTo>
                    <a:pt x="172212" y="105155"/>
                  </a:lnTo>
                  <a:lnTo>
                    <a:pt x="70104" y="105155"/>
                  </a:lnTo>
                  <a:lnTo>
                    <a:pt x="54721" y="129206"/>
                  </a:lnTo>
                  <a:lnTo>
                    <a:pt x="38481" y="151257"/>
                  </a:lnTo>
                  <a:lnTo>
                    <a:pt x="21669" y="171592"/>
                  </a:lnTo>
                  <a:lnTo>
                    <a:pt x="4572" y="190500"/>
                  </a:lnTo>
                  <a:lnTo>
                    <a:pt x="0" y="185928"/>
                  </a:lnTo>
                  <a:lnTo>
                    <a:pt x="16906" y="159091"/>
                  </a:lnTo>
                  <a:lnTo>
                    <a:pt x="31242" y="133540"/>
                  </a:lnTo>
                  <a:lnTo>
                    <a:pt x="53340" y="86868"/>
                  </a:lnTo>
                  <a:lnTo>
                    <a:pt x="68580" y="43434"/>
                  </a:lnTo>
                  <a:lnTo>
                    <a:pt x="74342" y="21717"/>
                  </a:lnTo>
                  <a:lnTo>
                    <a:pt x="79248" y="0"/>
                  </a:lnTo>
                  <a:close/>
                </a:path>
              </a:pathLst>
            </a:custGeom>
            <a:ln w="12191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76" name="object 76"/>
            <p:cNvPicPr/>
            <p:nvPr/>
          </p:nvPicPr>
          <p:blipFill>
            <a:blip r:embed="rId14" cstate="print"/>
            <a:stretch>
              <a:fillRect/>
            </a:stretch>
          </p:blipFill>
          <p:spPr>
            <a:xfrm>
              <a:off x="6701028" y="4885943"/>
              <a:ext cx="71628" cy="109727"/>
            </a:xfrm>
            <a:prstGeom prst="rect">
              <a:avLst/>
            </a:prstGeom>
          </p:spPr>
        </p:pic>
      </p:grpSp>
      <p:grpSp>
        <p:nvGrpSpPr>
          <p:cNvPr id="77" name="object 77"/>
          <p:cNvGrpSpPr/>
          <p:nvPr/>
        </p:nvGrpSpPr>
        <p:grpSpPr>
          <a:xfrm>
            <a:off x="6925056" y="4710683"/>
            <a:ext cx="870585" cy="424180"/>
            <a:chOff x="6925056" y="4710683"/>
            <a:chExt cx="870585" cy="424180"/>
          </a:xfrm>
        </p:grpSpPr>
        <p:sp>
          <p:nvSpPr>
            <p:cNvPr id="78" name="object 78"/>
            <p:cNvSpPr/>
            <p:nvPr/>
          </p:nvSpPr>
          <p:spPr>
            <a:xfrm>
              <a:off x="6931152" y="4716780"/>
              <a:ext cx="411480" cy="411480"/>
            </a:xfrm>
            <a:custGeom>
              <a:avLst/>
              <a:gdLst/>
              <a:ahLst/>
              <a:cxnLst/>
              <a:rect l="l" t="t" r="r" b="b"/>
              <a:pathLst>
                <a:path w="411479" h="411479">
                  <a:moveTo>
                    <a:pt x="4572" y="175260"/>
                  </a:moveTo>
                  <a:lnTo>
                    <a:pt x="0" y="170688"/>
                  </a:lnTo>
                  <a:lnTo>
                    <a:pt x="18883" y="152947"/>
                  </a:lnTo>
                  <a:lnTo>
                    <a:pt x="36766" y="133921"/>
                  </a:lnTo>
                  <a:lnTo>
                    <a:pt x="70104" y="91440"/>
                  </a:lnTo>
                  <a:lnTo>
                    <a:pt x="97726" y="45720"/>
                  </a:lnTo>
                  <a:lnTo>
                    <a:pt x="117348" y="0"/>
                  </a:lnTo>
                  <a:lnTo>
                    <a:pt x="152400" y="24384"/>
                  </a:lnTo>
                  <a:lnTo>
                    <a:pt x="135636" y="28956"/>
                  </a:lnTo>
                  <a:lnTo>
                    <a:pt x="109728" y="71628"/>
                  </a:lnTo>
                  <a:lnTo>
                    <a:pt x="370789" y="71628"/>
                  </a:lnTo>
                  <a:lnTo>
                    <a:pt x="379476" y="80772"/>
                  </a:lnTo>
                  <a:lnTo>
                    <a:pt x="106680" y="80772"/>
                  </a:lnTo>
                  <a:lnTo>
                    <a:pt x="106680" y="105156"/>
                  </a:lnTo>
                  <a:lnTo>
                    <a:pt x="83820" y="105156"/>
                  </a:lnTo>
                  <a:lnTo>
                    <a:pt x="66722" y="124039"/>
                  </a:lnTo>
                  <a:lnTo>
                    <a:pt x="47625" y="141922"/>
                  </a:lnTo>
                  <a:lnTo>
                    <a:pt x="26812" y="158948"/>
                  </a:lnTo>
                  <a:lnTo>
                    <a:pt x="4572" y="175260"/>
                  </a:lnTo>
                  <a:close/>
                </a:path>
                <a:path w="411479" h="411479">
                  <a:moveTo>
                    <a:pt x="227076" y="67056"/>
                  </a:moveTo>
                  <a:lnTo>
                    <a:pt x="222504" y="67056"/>
                  </a:lnTo>
                  <a:lnTo>
                    <a:pt x="217932" y="62484"/>
                  </a:lnTo>
                  <a:lnTo>
                    <a:pt x="214884" y="51816"/>
                  </a:lnTo>
                  <a:lnTo>
                    <a:pt x="209716" y="40671"/>
                  </a:lnTo>
                  <a:lnTo>
                    <a:pt x="203263" y="30099"/>
                  </a:lnTo>
                  <a:lnTo>
                    <a:pt x="195381" y="20097"/>
                  </a:lnTo>
                  <a:lnTo>
                    <a:pt x="185928" y="10668"/>
                  </a:lnTo>
                  <a:lnTo>
                    <a:pt x="190500" y="4572"/>
                  </a:lnTo>
                  <a:lnTo>
                    <a:pt x="225647" y="21931"/>
                  </a:lnTo>
                  <a:lnTo>
                    <a:pt x="240792" y="38100"/>
                  </a:lnTo>
                  <a:lnTo>
                    <a:pt x="240792" y="47244"/>
                  </a:lnTo>
                  <a:lnTo>
                    <a:pt x="234696" y="59436"/>
                  </a:lnTo>
                  <a:lnTo>
                    <a:pt x="227076" y="67056"/>
                  </a:lnTo>
                  <a:close/>
                </a:path>
                <a:path w="411479" h="411479">
                  <a:moveTo>
                    <a:pt x="370789" y="71628"/>
                  </a:moveTo>
                  <a:lnTo>
                    <a:pt x="329184" y="71628"/>
                  </a:lnTo>
                  <a:lnTo>
                    <a:pt x="350520" y="50292"/>
                  </a:lnTo>
                  <a:lnTo>
                    <a:pt x="370789" y="71628"/>
                  </a:lnTo>
                  <a:close/>
                </a:path>
                <a:path w="411479" h="411479">
                  <a:moveTo>
                    <a:pt x="228600" y="123444"/>
                  </a:moveTo>
                  <a:lnTo>
                    <a:pt x="205740" y="123444"/>
                  </a:lnTo>
                  <a:lnTo>
                    <a:pt x="205740" y="80772"/>
                  </a:lnTo>
                  <a:lnTo>
                    <a:pt x="228600" y="80772"/>
                  </a:lnTo>
                  <a:lnTo>
                    <a:pt x="228600" y="123444"/>
                  </a:lnTo>
                  <a:close/>
                </a:path>
                <a:path w="411479" h="411479">
                  <a:moveTo>
                    <a:pt x="347014" y="123444"/>
                  </a:moveTo>
                  <a:lnTo>
                    <a:pt x="309372" y="123444"/>
                  </a:lnTo>
                  <a:lnTo>
                    <a:pt x="329184" y="103632"/>
                  </a:lnTo>
                  <a:lnTo>
                    <a:pt x="347014" y="123444"/>
                  </a:lnTo>
                  <a:close/>
                </a:path>
                <a:path w="411479" h="411479">
                  <a:moveTo>
                    <a:pt x="82296" y="262128"/>
                  </a:moveTo>
                  <a:lnTo>
                    <a:pt x="83177" y="226671"/>
                  </a:lnTo>
                  <a:lnTo>
                    <a:pt x="83629" y="188785"/>
                  </a:lnTo>
                  <a:lnTo>
                    <a:pt x="83697" y="172212"/>
                  </a:lnTo>
                  <a:lnTo>
                    <a:pt x="83820" y="105156"/>
                  </a:lnTo>
                  <a:lnTo>
                    <a:pt x="106680" y="105156"/>
                  </a:lnTo>
                  <a:lnTo>
                    <a:pt x="106680" y="123444"/>
                  </a:lnTo>
                  <a:lnTo>
                    <a:pt x="347014" y="123444"/>
                  </a:lnTo>
                  <a:lnTo>
                    <a:pt x="356616" y="134112"/>
                  </a:lnTo>
                  <a:lnTo>
                    <a:pt x="106680" y="134112"/>
                  </a:lnTo>
                  <a:lnTo>
                    <a:pt x="106680" y="172212"/>
                  </a:lnTo>
                  <a:lnTo>
                    <a:pt x="343966" y="172212"/>
                  </a:lnTo>
                  <a:lnTo>
                    <a:pt x="353568" y="182880"/>
                  </a:lnTo>
                  <a:lnTo>
                    <a:pt x="106680" y="182880"/>
                  </a:lnTo>
                  <a:lnTo>
                    <a:pt x="106680" y="222504"/>
                  </a:lnTo>
                  <a:lnTo>
                    <a:pt x="366268" y="222504"/>
                  </a:lnTo>
                  <a:lnTo>
                    <a:pt x="376428" y="233172"/>
                  </a:lnTo>
                  <a:lnTo>
                    <a:pt x="106680" y="233172"/>
                  </a:lnTo>
                  <a:lnTo>
                    <a:pt x="106680" y="252984"/>
                  </a:lnTo>
                  <a:lnTo>
                    <a:pt x="82296" y="262128"/>
                  </a:lnTo>
                  <a:close/>
                </a:path>
                <a:path w="411479" h="411479">
                  <a:moveTo>
                    <a:pt x="228600" y="172212"/>
                  </a:moveTo>
                  <a:lnTo>
                    <a:pt x="205740" y="172212"/>
                  </a:lnTo>
                  <a:lnTo>
                    <a:pt x="205740" y="134112"/>
                  </a:lnTo>
                  <a:lnTo>
                    <a:pt x="228600" y="134112"/>
                  </a:lnTo>
                  <a:lnTo>
                    <a:pt x="228600" y="172212"/>
                  </a:lnTo>
                  <a:close/>
                </a:path>
                <a:path w="411479" h="411479">
                  <a:moveTo>
                    <a:pt x="343966" y="172212"/>
                  </a:moveTo>
                  <a:lnTo>
                    <a:pt x="306323" y="172212"/>
                  </a:lnTo>
                  <a:lnTo>
                    <a:pt x="326136" y="152400"/>
                  </a:lnTo>
                  <a:lnTo>
                    <a:pt x="343966" y="172212"/>
                  </a:lnTo>
                  <a:close/>
                </a:path>
                <a:path w="411479" h="411479">
                  <a:moveTo>
                    <a:pt x="228600" y="222504"/>
                  </a:moveTo>
                  <a:lnTo>
                    <a:pt x="205740" y="222504"/>
                  </a:lnTo>
                  <a:lnTo>
                    <a:pt x="205740" y="182880"/>
                  </a:lnTo>
                  <a:lnTo>
                    <a:pt x="228600" y="182880"/>
                  </a:lnTo>
                  <a:lnTo>
                    <a:pt x="228600" y="222504"/>
                  </a:lnTo>
                  <a:close/>
                </a:path>
                <a:path w="411479" h="411479">
                  <a:moveTo>
                    <a:pt x="366268" y="222504"/>
                  </a:moveTo>
                  <a:lnTo>
                    <a:pt x="326136" y="222504"/>
                  </a:lnTo>
                  <a:lnTo>
                    <a:pt x="345948" y="201168"/>
                  </a:lnTo>
                  <a:lnTo>
                    <a:pt x="366268" y="222504"/>
                  </a:lnTo>
                  <a:close/>
                </a:path>
                <a:path w="411479" h="411479">
                  <a:moveTo>
                    <a:pt x="219456" y="275844"/>
                  </a:moveTo>
                  <a:lnTo>
                    <a:pt x="196596" y="275844"/>
                  </a:lnTo>
                  <a:lnTo>
                    <a:pt x="196522" y="260604"/>
                  </a:lnTo>
                  <a:lnTo>
                    <a:pt x="196405" y="252984"/>
                  </a:lnTo>
                  <a:lnTo>
                    <a:pt x="195953" y="243268"/>
                  </a:lnTo>
                  <a:lnTo>
                    <a:pt x="195072" y="234696"/>
                  </a:lnTo>
                  <a:lnTo>
                    <a:pt x="233172" y="248412"/>
                  </a:lnTo>
                  <a:lnTo>
                    <a:pt x="219456" y="260604"/>
                  </a:lnTo>
                  <a:lnTo>
                    <a:pt x="219456" y="275844"/>
                  </a:lnTo>
                  <a:close/>
                </a:path>
                <a:path w="411479" h="411479">
                  <a:moveTo>
                    <a:pt x="18288" y="292608"/>
                  </a:moveTo>
                  <a:lnTo>
                    <a:pt x="1524" y="275844"/>
                  </a:lnTo>
                  <a:lnTo>
                    <a:pt x="358140" y="275844"/>
                  </a:lnTo>
                  <a:lnTo>
                    <a:pt x="379476" y="256032"/>
                  </a:lnTo>
                  <a:lnTo>
                    <a:pt x="408432" y="286512"/>
                  </a:lnTo>
                  <a:lnTo>
                    <a:pt x="59436" y="286512"/>
                  </a:lnTo>
                  <a:lnTo>
                    <a:pt x="48291" y="286821"/>
                  </a:lnTo>
                  <a:lnTo>
                    <a:pt x="37719" y="287845"/>
                  </a:lnTo>
                  <a:lnTo>
                    <a:pt x="27717" y="289726"/>
                  </a:lnTo>
                  <a:lnTo>
                    <a:pt x="18288" y="292608"/>
                  </a:lnTo>
                  <a:close/>
                </a:path>
                <a:path w="411479" h="411479">
                  <a:moveTo>
                    <a:pt x="4572" y="406908"/>
                  </a:moveTo>
                  <a:lnTo>
                    <a:pt x="1524" y="399288"/>
                  </a:lnTo>
                  <a:lnTo>
                    <a:pt x="32123" y="385286"/>
                  </a:lnTo>
                  <a:lnTo>
                    <a:pt x="60007" y="370713"/>
                  </a:lnTo>
                  <a:lnTo>
                    <a:pt x="108204" y="339852"/>
                  </a:lnTo>
                  <a:lnTo>
                    <a:pt x="144780" y="310324"/>
                  </a:lnTo>
                  <a:lnTo>
                    <a:pt x="167640" y="286512"/>
                  </a:lnTo>
                  <a:lnTo>
                    <a:pt x="219456" y="286512"/>
                  </a:lnTo>
                  <a:lnTo>
                    <a:pt x="219456" y="288036"/>
                  </a:lnTo>
                  <a:lnTo>
                    <a:pt x="196596" y="288036"/>
                  </a:lnTo>
                  <a:lnTo>
                    <a:pt x="177736" y="307752"/>
                  </a:lnTo>
                  <a:lnTo>
                    <a:pt x="136588" y="342042"/>
                  </a:lnTo>
                  <a:lnTo>
                    <a:pt x="90297" y="370046"/>
                  </a:lnTo>
                  <a:lnTo>
                    <a:pt x="35433" y="395192"/>
                  </a:lnTo>
                  <a:lnTo>
                    <a:pt x="4572" y="406908"/>
                  </a:lnTo>
                  <a:close/>
                </a:path>
                <a:path w="411479" h="411479">
                  <a:moveTo>
                    <a:pt x="379476" y="399288"/>
                  </a:moveTo>
                  <a:lnTo>
                    <a:pt x="336042" y="383095"/>
                  </a:lnTo>
                  <a:lnTo>
                    <a:pt x="297180" y="361188"/>
                  </a:lnTo>
                  <a:lnTo>
                    <a:pt x="262509" y="329565"/>
                  </a:lnTo>
                  <a:lnTo>
                    <a:pt x="230124" y="286512"/>
                  </a:lnTo>
                  <a:lnTo>
                    <a:pt x="239268" y="286512"/>
                  </a:lnTo>
                  <a:lnTo>
                    <a:pt x="255865" y="304800"/>
                  </a:lnTo>
                  <a:lnTo>
                    <a:pt x="273748" y="320802"/>
                  </a:lnTo>
                  <a:lnTo>
                    <a:pt x="313944" y="345948"/>
                  </a:lnTo>
                  <a:lnTo>
                    <a:pt x="358711" y="362902"/>
                  </a:lnTo>
                  <a:lnTo>
                    <a:pt x="411480" y="371856"/>
                  </a:lnTo>
                  <a:lnTo>
                    <a:pt x="411480" y="376428"/>
                  </a:lnTo>
                  <a:lnTo>
                    <a:pt x="399192" y="380428"/>
                  </a:lnTo>
                  <a:lnTo>
                    <a:pt x="389763" y="385572"/>
                  </a:lnTo>
                  <a:lnTo>
                    <a:pt x="383190" y="391858"/>
                  </a:lnTo>
                  <a:lnTo>
                    <a:pt x="379476" y="399288"/>
                  </a:lnTo>
                  <a:close/>
                </a:path>
                <a:path w="411479" h="411479">
                  <a:moveTo>
                    <a:pt x="195072" y="411480"/>
                  </a:moveTo>
                  <a:lnTo>
                    <a:pt x="195953" y="383190"/>
                  </a:lnTo>
                  <a:lnTo>
                    <a:pt x="196353" y="356616"/>
                  </a:lnTo>
                  <a:lnTo>
                    <a:pt x="196475" y="339852"/>
                  </a:lnTo>
                  <a:lnTo>
                    <a:pt x="196596" y="288036"/>
                  </a:lnTo>
                  <a:lnTo>
                    <a:pt x="219456" y="288036"/>
                  </a:lnTo>
                  <a:lnTo>
                    <a:pt x="219564" y="342042"/>
                  </a:lnTo>
                  <a:lnTo>
                    <a:pt x="219646" y="357568"/>
                  </a:lnTo>
                  <a:lnTo>
                    <a:pt x="220098" y="381452"/>
                  </a:lnTo>
                  <a:lnTo>
                    <a:pt x="220980" y="397764"/>
                  </a:lnTo>
                  <a:lnTo>
                    <a:pt x="195072" y="41148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9" name="object 79"/>
            <p:cNvSpPr/>
            <p:nvPr/>
          </p:nvSpPr>
          <p:spPr>
            <a:xfrm>
              <a:off x="7037832" y="4899660"/>
              <a:ext cx="99060" cy="40005"/>
            </a:xfrm>
            <a:custGeom>
              <a:avLst/>
              <a:gdLst/>
              <a:ahLst/>
              <a:cxnLst/>
              <a:rect l="l" t="t" r="r" b="b"/>
              <a:pathLst>
                <a:path w="99059" h="40004">
                  <a:moveTo>
                    <a:pt x="0" y="0"/>
                  </a:moveTo>
                  <a:lnTo>
                    <a:pt x="0" y="39623"/>
                  </a:lnTo>
                  <a:lnTo>
                    <a:pt x="99060" y="39623"/>
                  </a:lnTo>
                  <a:lnTo>
                    <a:pt x="99060" y="0"/>
                  </a:lnTo>
                  <a:lnTo>
                    <a:pt x="0" y="0"/>
                  </a:lnTo>
                  <a:close/>
                </a:path>
              </a:pathLst>
            </a:custGeom>
            <a:ln w="1219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0" name="object 80"/>
            <p:cNvSpPr/>
            <p:nvPr/>
          </p:nvSpPr>
          <p:spPr>
            <a:xfrm>
              <a:off x="6931152" y="4716779"/>
              <a:ext cx="379730" cy="262255"/>
            </a:xfrm>
            <a:custGeom>
              <a:avLst/>
              <a:gdLst/>
              <a:ahLst/>
              <a:cxnLst/>
              <a:rect l="l" t="t" r="r" b="b"/>
              <a:pathLst>
                <a:path w="379729" h="262254">
                  <a:moveTo>
                    <a:pt x="82296" y="262127"/>
                  </a:moveTo>
                  <a:lnTo>
                    <a:pt x="83177" y="226671"/>
                  </a:lnTo>
                  <a:lnTo>
                    <a:pt x="83629" y="188785"/>
                  </a:lnTo>
                  <a:lnTo>
                    <a:pt x="83796" y="148328"/>
                  </a:lnTo>
                  <a:lnTo>
                    <a:pt x="83820" y="105155"/>
                  </a:lnTo>
                  <a:lnTo>
                    <a:pt x="66722" y="124039"/>
                  </a:lnTo>
                  <a:lnTo>
                    <a:pt x="47625" y="141922"/>
                  </a:lnTo>
                  <a:lnTo>
                    <a:pt x="26812" y="158948"/>
                  </a:lnTo>
                  <a:lnTo>
                    <a:pt x="4572" y="175259"/>
                  </a:lnTo>
                  <a:lnTo>
                    <a:pt x="0" y="170687"/>
                  </a:lnTo>
                  <a:lnTo>
                    <a:pt x="18883" y="152947"/>
                  </a:lnTo>
                  <a:lnTo>
                    <a:pt x="36766" y="133921"/>
                  </a:lnTo>
                  <a:lnTo>
                    <a:pt x="70104" y="91439"/>
                  </a:lnTo>
                  <a:lnTo>
                    <a:pt x="97726" y="45719"/>
                  </a:lnTo>
                  <a:lnTo>
                    <a:pt x="117348" y="0"/>
                  </a:lnTo>
                  <a:lnTo>
                    <a:pt x="152400" y="24384"/>
                  </a:lnTo>
                  <a:lnTo>
                    <a:pt x="135636" y="28955"/>
                  </a:lnTo>
                  <a:lnTo>
                    <a:pt x="109728" y="71627"/>
                  </a:lnTo>
                  <a:lnTo>
                    <a:pt x="329184" y="71627"/>
                  </a:lnTo>
                  <a:lnTo>
                    <a:pt x="350520" y="50291"/>
                  </a:lnTo>
                  <a:lnTo>
                    <a:pt x="379476" y="80771"/>
                  </a:lnTo>
                  <a:lnTo>
                    <a:pt x="228600" y="80771"/>
                  </a:lnTo>
                  <a:lnTo>
                    <a:pt x="228600" y="123443"/>
                  </a:lnTo>
                  <a:lnTo>
                    <a:pt x="309372" y="123443"/>
                  </a:lnTo>
                  <a:lnTo>
                    <a:pt x="329184" y="103632"/>
                  </a:lnTo>
                  <a:lnTo>
                    <a:pt x="356615" y="134111"/>
                  </a:lnTo>
                  <a:lnTo>
                    <a:pt x="228600" y="134111"/>
                  </a:lnTo>
                  <a:lnTo>
                    <a:pt x="228600" y="172211"/>
                  </a:lnTo>
                  <a:lnTo>
                    <a:pt x="306324" y="172211"/>
                  </a:lnTo>
                  <a:lnTo>
                    <a:pt x="326136" y="152399"/>
                  </a:lnTo>
                  <a:lnTo>
                    <a:pt x="353568" y="182879"/>
                  </a:lnTo>
                  <a:lnTo>
                    <a:pt x="228600" y="182879"/>
                  </a:lnTo>
                  <a:lnTo>
                    <a:pt x="228600" y="222503"/>
                  </a:lnTo>
                  <a:lnTo>
                    <a:pt x="326136" y="222503"/>
                  </a:lnTo>
                  <a:lnTo>
                    <a:pt x="345948" y="201167"/>
                  </a:lnTo>
                  <a:lnTo>
                    <a:pt x="376427" y="233171"/>
                  </a:lnTo>
                  <a:lnTo>
                    <a:pt x="106680" y="233171"/>
                  </a:lnTo>
                  <a:lnTo>
                    <a:pt x="106680" y="252983"/>
                  </a:lnTo>
                  <a:lnTo>
                    <a:pt x="82296" y="262127"/>
                  </a:lnTo>
                  <a:close/>
                </a:path>
              </a:pathLst>
            </a:custGeom>
            <a:ln w="1219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81" name="object 81"/>
            <p:cNvPicPr/>
            <p:nvPr/>
          </p:nvPicPr>
          <p:blipFill>
            <a:blip r:embed="rId15" cstate="print"/>
            <a:stretch>
              <a:fillRect/>
            </a:stretch>
          </p:blipFill>
          <p:spPr>
            <a:xfrm>
              <a:off x="7031736" y="4715255"/>
              <a:ext cx="146303" cy="179832"/>
            </a:xfrm>
            <a:prstGeom prst="rect">
              <a:avLst/>
            </a:prstGeom>
          </p:spPr>
        </p:pic>
        <p:sp>
          <p:nvSpPr>
            <p:cNvPr id="82" name="object 82"/>
            <p:cNvSpPr/>
            <p:nvPr/>
          </p:nvSpPr>
          <p:spPr>
            <a:xfrm>
              <a:off x="6932676" y="4951475"/>
              <a:ext cx="410209" cy="177165"/>
            </a:xfrm>
            <a:custGeom>
              <a:avLst/>
              <a:gdLst/>
              <a:ahLst/>
              <a:cxnLst/>
              <a:rect l="l" t="t" r="r" b="b"/>
              <a:pathLst>
                <a:path w="410209" h="177164">
                  <a:moveTo>
                    <a:pt x="195072" y="41148"/>
                  </a:moveTo>
                  <a:lnTo>
                    <a:pt x="195048" y="29146"/>
                  </a:lnTo>
                  <a:lnTo>
                    <a:pt x="194881" y="18288"/>
                  </a:lnTo>
                  <a:lnTo>
                    <a:pt x="194429" y="8572"/>
                  </a:lnTo>
                  <a:lnTo>
                    <a:pt x="193548" y="0"/>
                  </a:lnTo>
                  <a:lnTo>
                    <a:pt x="231648" y="13716"/>
                  </a:lnTo>
                  <a:lnTo>
                    <a:pt x="217932" y="25908"/>
                  </a:lnTo>
                  <a:lnTo>
                    <a:pt x="217932" y="41148"/>
                  </a:lnTo>
                  <a:lnTo>
                    <a:pt x="356615" y="41148"/>
                  </a:lnTo>
                  <a:lnTo>
                    <a:pt x="377952" y="21336"/>
                  </a:lnTo>
                  <a:lnTo>
                    <a:pt x="406908" y="51816"/>
                  </a:lnTo>
                  <a:lnTo>
                    <a:pt x="237744" y="51816"/>
                  </a:lnTo>
                  <a:lnTo>
                    <a:pt x="254341" y="70104"/>
                  </a:lnTo>
                  <a:lnTo>
                    <a:pt x="291536" y="99822"/>
                  </a:lnTo>
                  <a:lnTo>
                    <a:pt x="333875" y="120657"/>
                  </a:lnTo>
                  <a:lnTo>
                    <a:pt x="382500" y="133754"/>
                  </a:lnTo>
                  <a:lnTo>
                    <a:pt x="409955" y="137160"/>
                  </a:lnTo>
                  <a:lnTo>
                    <a:pt x="409955" y="141732"/>
                  </a:lnTo>
                  <a:lnTo>
                    <a:pt x="397668" y="145732"/>
                  </a:lnTo>
                  <a:lnTo>
                    <a:pt x="388238" y="150876"/>
                  </a:lnTo>
                  <a:lnTo>
                    <a:pt x="381666" y="157162"/>
                  </a:lnTo>
                  <a:lnTo>
                    <a:pt x="377952" y="164592"/>
                  </a:lnTo>
                  <a:lnTo>
                    <a:pt x="355663" y="157138"/>
                  </a:lnTo>
                  <a:lnTo>
                    <a:pt x="314515" y="138231"/>
                  </a:lnTo>
                  <a:lnTo>
                    <a:pt x="277891" y="112252"/>
                  </a:lnTo>
                  <a:lnTo>
                    <a:pt x="244649" y="74628"/>
                  </a:lnTo>
                  <a:lnTo>
                    <a:pt x="228600" y="51816"/>
                  </a:lnTo>
                  <a:lnTo>
                    <a:pt x="217932" y="51816"/>
                  </a:lnTo>
                  <a:lnTo>
                    <a:pt x="217955" y="91273"/>
                  </a:lnTo>
                  <a:lnTo>
                    <a:pt x="218122" y="122872"/>
                  </a:lnTo>
                  <a:lnTo>
                    <a:pt x="218574" y="146756"/>
                  </a:lnTo>
                  <a:lnTo>
                    <a:pt x="219456" y="163068"/>
                  </a:lnTo>
                  <a:lnTo>
                    <a:pt x="193548" y="176784"/>
                  </a:lnTo>
                  <a:lnTo>
                    <a:pt x="194429" y="148494"/>
                  </a:lnTo>
                  <a:lnTo>
                    <a:pt x="194881" y="118491"/>
                  </a:lnTo>
                  <a:lnTo>
                    <a:pt x="195048" y="86772"/>
                  </a:lnTo>
                  <a:lnTo>
                    <a:pt x="195072" y="53340"/>
                  </a:lnTo>
                  <a:lnTo>
                    <a:pt x="176212" y="73056"/>
                  </a:lnTo>
                  <a:lnTo>
                    <a:pt x="156210" y="91059"/>
                  </a:lnTo>
                  <a:lnTo>
                    <a:pt x="112776" y="121920"/>
                  </a:lnTo>
                  <a:lnTo>
                    <a:pt x="62484" y="148209"/>
                  </a:lnTo>
                  <a:lnTo>
                    <a:pt x="3048" y="172212"/>
                  </a:lnTo>
                  <a:lnTo>
                    <a:pt x="0" y="164592"/>
                  </a:lnTo>
                  <a:lnTo>
                    <a:pt x="30599" y="150590"/>
                  </a:lnTo>
                  <a:lnTo>
                    <a:pt x="58483" y="136017"/>
                  </a:lnTo>
                  <a:lnTo>
                    <a:pt x="106680" y="105156"/>
                  </a:lnTo>
                  <a:lnTo>
                    <a:pt x="143256" y="75628"/>
                  </a:lnTo>
                  <a:lnTo>
                    <a:pt x="166116" y="51816"/>
                  </a:lnTo>
                  <a:lnTo>
                    <a:pt x="57912" y="51816"/>
                  </a:lnTo>
                  <a:lnTo>
                    <a:pt x="46767" y="52125"/>
                  </a:lnTo>
                  <a:lnTo>
                    <a:pt x="36194" y="53149"/>
                  </a:lnTo>
                  <a:lnTo>
                    <a:pt x="26193" y="55030"/>
                  </a:lnTo>
                  <a:lnTo>
                    <a:pt x="16764" y="57912"/>
                  </a:lnTo>
                  <a:lnTo>
                    <a:pt x="0" y="41148"/>
                  </a:lnTo>
                  <a:lnTo>
                    <a:pt x="195072" y="41148"/>
                  </a:lnTo>
                  <a:close/>
                </a:path>
              </a:pathLst>
            </a:custGeom>
            <a:ln w="1219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3" name="object 83"/>
            <p:cNvSpPr/>
            <p:nvPr/>
          </p:nvSpPr>
          <p:spPr>
            <a:xfrm>
              <a:off x="7382256" y="4719827"/>
              <a:ext cx="407034" cy="401320"/>
            </a:xfrm>
            <a:custGeom>
              <a:avLst/>
              <a:gdLst/>
              <a:ahLst/>
              <a:cxnLst/>
              <a:rect l="l" t="t" r="r" b="b"/>
              <a:pathLst>
                <a:path w="407034" h="401320">
                  <a:moveTo>
                    <a:pt x="1524" y="208788"/>
                  </a:moveTo>
                  <a:lnTo>
                    <a:pt x="0" y="202691"/>
                  </a:lnTo>
                  <a:lnTo>
                    <a:pt x="32003" y="183832"/>
                  </a:lnTo>
                  <a:lnTo>
                    <a:pt x="61721" y="163830"/>
                  </a:lnTo>
                  <a:lnTo>
                    <a:pt x="114300" y="120396"/>
                  </a:lnTo>
                  <a:lnTo>
                    <a:pt x="157734" y="66484"/>
                  </a:lnTo>
                  <a:lnTo>
                    <a:pt x="192024" y="0"/>
                  </a:lnTo>
                  <a:lnTo>
                    <a:pt x="228600" y="24384"/>
                  </a:lnTo>
                  <a:lnTo>
                    <a:pt x="213360" y="33528"/>
                  </a:lnTo>
                  <a:lnTo>
                    <a:pt x="219341" y="42672"/>
                  </a:lnTo>
                  <a:lnTo>
                    <a:pt x="205740" y="42672"/>
                  </a:lnTo>
                  <a:lnTo>
                    <a:pt x="182618" y="75842"/>
                  </a:lnTo>
                  <a:lnTo>
                    <a:pt x="135231" y="129039"/>
                  </a:lnTo>
                  <a:lnTo>
                    <a:pt x="86391" y="166782"/>
                  </a:lnTo>
                  <a:lnTo>
                    <a:pt x="31527" y="196500"/>
                  </a:lnTo>
                  <a:lnTo>
                    <a:pt x="1524" y="208788"/>
                  </a:lnTo>
                  <a:close/>
                </a:path>
                <a:path w="407034" h="401320">
                  <a:moveTo>
                    <a:pt x="370332" y="196596"/>
                  </a:moveTo>
                  <a:lnTo>
                    <a:pt x="334041" y="175783"/>
                  </a:lnTo>
                  <a:lnTo>
                    <a:pt x="276891" y="133588"/>
                  </a:lnTo>
                  <a:lnTo>
                    <a:pt x="239172" y="92178"/>
                  </a:lnTo>
                  <a:lnTo>
                    <a:pt x="214026" y="57269"/>
                  </a:lnTo>
                  <a:lnTo>
                    <a:pt x="205740" y="42672"/>
                  </a:lnTo>
                  <a:lnTo>
                    <a:pt x="219341" y="42672"/>
                  </a:lnTo>
                  <a:lnTo>
                    <a:pt x="225337" y="51839"/>
                  </a:lnTo>
                  <a:lnTo>
                    <a:pt x="240601" y="70294"/>
                  </a:lnTo>
                  <a:lnTo>
                    <a:pt x="280416" y="108204"/>
                  </a:lnTo>
                  <a:lnTo>
                    <a:pt x="335089" y="143065"/>
                  </a:lnTo>
                  <a:lnTo>
                    <a:pt x="406908" y="167640"/>
                  </a:lnTo>
                  <a:lnTo>
                    <a:pt x="406908" y="172212"/>
                  </a:lnTo>
                  <a:lnTo>
                    <a:pt x="394335" y="175593"/>
                  </a:lnTo>
                  <a:lnTo>
                    <a:pt x="384048" y="180975"/>
                  </a:lnTo>
                  <a:lnTo>
                    <a:pt x="376047" y="188071"/>
                  </a:lnTo>
                  <a:lnTo>
                    <a:pt x="370332" y="196596"/>
                  </a:lnTo>
                  <a:close/>
                </a:path>
                <a:path w="407034" h="401320">
                  <a:moveTo>
                    <a:pt x="102108" y="192024"/>
                  </a:moveTo>
                  <a:lnTo>
                    <a:pt x="86868" y="175260"/>
                  </a:lnTo>
                  <a:lnTo>
                    <a:pt x="260604" y="175260"/>
                  </a:lnTo>
                  <a:lnTo>
                    <a:pt x="283464" y="153924"/>
                  </a:lnTo>
                  <a:lnTo>
                    <a:pt x="315468" y="185927"/>
                  </a:lnTo>
                  <a:lnTo>
                    <a:pt x="140208" y="185927"/>
                  </a:lnTo>
                  <a:lnTo>
                    <a:pt x="130825" y="186237"/>
                  </a:lnTo>
                  <a:lnTo>
                    <a:pt x="121158" y="187261"/>
                  </a:lnTo>
                  <a:lnTo>
                    <a:pt x="111490" y="189142"/>
                  </a:lnTo>
                  <a:lnTo>
                    <a:pt x="102108" y="192024"/>
                  </a:lnTo>
                  <a:close/>
                </a:path>
                <a:path w="407034" h="401320">
                  <a:moveTo>
                    <a:pt x="315468" y="248412"/>
                  </a:moveTo>
                  <a:lnTo>
                    <a:pt x="280416" y="248412"/>
                  </a:lnTo>
                  <a:lnTo>
                    <a:pt x="298704" y="231648"/>
                  </a:lnTo>
                  <a:lnTo>
                    <a:pt x="315468" y="248412"/>
                  </a:lnTo>
                  <a:close/>
                </a:path>
                <a:path w="407034" h="401320">
                  <a:moveTo>
                    <a:pt x="91440" y="400812"/>
                  </a:moveTo>
                  <a:lnTo>
                    <a:pt x="92321" y="379142"/>
                  </a:lnTo>
                  <a:lnTo>
                    <a:pt x="92773" y="357759"/>
                  </a:lnTo>
                  <a:lnTo>
                    <a:pt x="92940" y="336946"/>
                  </a:lnTo>
                  <a:lnTo>
                    <a:pt x="92940" y="296418"/>
                  </a:lnTo>
                  <a:lnTo>
                    <a:pt x="92773" y="275844"/>
                  </a:lnTo>
                  <a:lnTo>
                    <a:pt x="92321" y="255270"/>
                  </a:lnTo>
                  <a:lnTo>
                    <a:pt x="91440" y="234696"/>
                  </a:lnTo>
                  <a:lnTo>
                    <a:pt x="117348" y="248412"/>
                  </a:lnTo>
                  <a:lnTo>
                    <a:pt x="315468" y="248412"/>
                  </a:lnTo>
                  <a:lnTo>
                    <a:pt x="323088" y="256032"/>
                  </a:lnTo>
                  <a:lnTo>
                    <a:pt x="319659" y="259079"/>
                  </a:lnTo>
                  <a:lnTo>
                    <a:pt x="117348" y="259079"/>
                  </a:lnTo>
                  <a:lnTo>
                    <a:pt x="117348" y="356616"/>
                  </a:lnTo>
                  <a:lnTo>
                    <a:pt x="309897" y="356616"/>
                  </a:lnTo>
                  <a:lnTo>
                    <a:pt x="310014" y="363593"/>
                  </a:lnTo>
                  <a:lnTo>
                    <a:pt x="310162" y="367284"/>
                  </a:lnTo>
                  <a:lnTo>
                    <a:pt x="117348" y="367284"/>
                  </a:lnTo>
                  <a:lnTo>
                    <a:pt x="117348" y="390144"/>
                  </a:lnTo>
                  <a:lnTo>
                    <a:pt x="91440" y="400812"/>
                  </a:lnTo>
                  <a:close/>
                </a:path>
                <a:path w="407034" h="401320">
                  <a:moveTo>
                    <a:pt x="309897" y="356616"/>
                  </a:moveTo>
                  <a:lnTo>
                    <a:pt x="284988" y="356616"/>
                  </a:lnTo>
                  <a:lnTo>
                    <a:pt x="284988" y="259079"/>
                  </a:lnTo>
                  <a:lnTo>
                    <a:pt x="319659" y="259079"/>
                  </a:lnTo>
                  <a:lnTo>
                    <a:pt x="309372" y="268224"/>
                  </a:lnTo>
                  <a:lnTo>
                    <a:pt x="309459" y="316991"/>
                  </a:lnTo>
                  <a:lnTo>
                    <a:pt x="309568" y="336946"/>
                  </a:lnTo>
                  <a:lnTo>
                    <a:pt x="309897" y="356616"/>
                  </a:lnTo>
                  <a:close/>
                </a:path>
                <a:path w="407034" h="401320">
                  <a:moveTo>
                    <a:pt x="284988" y="396240"/>
                  </a:moveTo>
                  <a:lnTo>
                    <a:pt x="284988" y="367284"/>
                  </a:lnTo>
                  <a:lnTo>
                    <a:pt x="310162" y="367284"/>
                  </a:lnTo>
                  <a:lnTo>
                    <a:pt x="310896" y="385571"/>
                  </a:lnTo>
                  <a:lnTo>
                    <a:pt x="284988" y="39624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4" name="object 84"/>
            <p:cNvSpPr/>
            <p:nvPr/>
          </p:nvSpPr>
          <p:spPr>
            <a:xfrm>
              <a:off x="7382256" y="4719827"/>
              <a:ext cx="407034" cy="208915"/>
            </a:xfrm>
            <a:custGeom>
              <a:avLst/>
              <a:gdLst/>
              <a:ahLst/>
              <a:cxnLst/>
              <a:rect l="l" t="t" r="r" b="b"/>
              <a:pathLst>
                <a:path w="407034" h="208914">
                  <a:moveTo>
                    <a:pt x="228600" y="24384"/>
                  </a:moveTo>
                  <a:lnTo>
                    <a:pt x="213360" y="33528"/>
                  </a:lnTo>
                  <a:lnTo>
                    <a:pt x="225337" y="51839"/>
                  </a:lnTo>
                  <a:lnTo>
                    <a:pt x="240601" y="70294"/>
                  </a:lnTo>
                  <a:lnTo>
                    <a:pt x="280416" y="108204"/>
                  </a:lnTo>
                  <a:lnTo>
                    <a:pt x="335089" y="143065"/>
                  </a:lnTo>
                  <a:lnTo>
                    <a:pt x="406907" y="167640"/>
                  </a:lnTo>
                  <a:lnTo>
                    <a:pt x="406907" y="172212"/>
                  </a:lnTo>
                  <a:lnTo>
                    <a:pt x="394334" y="175593"/>
                  </a:lnTo>
                  <a:lnTo>
                    <a:pt x="384047" y="180974"/>
                  </a:lnTo>
                  <a:lnTo>
                    <a:pt x="376046" y="188071"/>
                  </a:lnTo>
                  <a:lnTo>
                    <a:pt x="370332" y="196596"/>
                  </a:lnTo>
                  <a:lnTo>
                    <a:pt x="334041" y="175783"/>
                  </a:lnTo>
                  <a:lnTo>
                    <a:pt x="276891" y="133588"/>
                  </a:lnTo>
                  <a:lnTo>
                    <a:pt x="239172" y="92178"/>
                  </a:lnTo>
                  <a:lnTo>
                    <a:pt x="214026" y="57269"/>
                  </a:lnTo>
                  <a:lnTo>
                    <a:pt x="205740" y="42672"/>
                  </a:lnTo>
                  <a:lnTo>
                    <a:pt x="182618" y="75842"/>
                  </a:lnTo>
                  <a:lnTo>
                    <a:pt x="135231" y="129039"/>
                  </a:lnTo>
                  <a:lnTo>
                    <a:pt x="86391" y="166782"/>
                  </a:lnTo>
                  <a:lnTo>
                    <a:pt x="31527" y="196500"/>
                  </a:lnTo>
                  <a:lnTo>
                    <a:pt x="1524" y="208788"/>
                  </a:lnTo>
                  <a:lnTo>
                    <a:pt x="0" y="202691"/>
                  </a:lnTo>
                  <a:lnTo>
                    <a:pt x="32003" y="183832"/>
                  </a:lnTo>
                  <a:lnTo>
                    <a:pt x="61721" y="163829"/>
                  </a:lnTo>
                  <a:lnTo>
                    <a:pt x="114300" y="120396"/>
                  </a:lnTo>
                  <a:lnTo>
                    <a:pt x="157734" y="66484"/>
                  </a:lnTo>
                  <a:lnTo>
                    <a:pt x="192024" y="0"/>
                  </a:lnTo>
                  <a:lnTo>
                    <a:pt x="228600" y="24384"/>
                  </a:lnTo>
                  <a:close/>
                </a:path>
              </a:pathLst>
            </a:custGeom>
            <a:ln w="1219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5" name="object 85"/>
            <p:cNvSpPr/>
            <p:nvPr/>
          </p:nvSpPr>
          <p:spPr>
            <a:xfrm>
              <a:off x="7469124" y="4873751"/>
              <a:ext cx="228600" cy="38100"/>
            </a:xfrm>
            <a:custGeom>
              <a:avLst/>
              <a:gdLst/>
              <a:ahLst/>
              <a:cxnLst/>
              <a:rect l="l" t="t" r="r" b="b"/>
              <a:pathLst>
                <a:path w="228600" h="38100">
                  <a:moveTo>
                    <a:pt x="0" y="21336"/>
                  </a:moveTo>
                  <a:lnTo>
                    <a:pt x="173736" y="21336"/>
                  </a:lnTo>
                  <a:lnTo>
                    <a:pt x="196595" y="0"/>
                  </a:lnTo>
                  <a:lnTo>
                    <a:pt x="228600" y="32004"/>
                  </a:lnTo>
                  <a:lnTo>
                    <a:pt x="53339" y="32004"/>
                  </a:lnTo>
                  <a:lnTo>
                    <a:pt x="43957" y="32313"/>
                  </a:lnTo>
                  <a:lnTo>
                    <a:pt x="34290" y="33337"/>
                  </a:lnTo>
                  <a:lnTo>
                    <a:pt x="24622" y="35218"/>
                  </a:lnTo>
                  <a:lnTo>
                    <a:pt x="15240" y="38100"/>
                  </a:lnTo>
                  <a:lnTo>
                    <a:pt x="0" y="21336"/>
                  </a:lnTo>
                  <a:close/>
                </a:path>
              </a:pathLst>
            </a:custGeom>
            <a:ln w="1219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6" name="object 86"/>
            <p:cNvSpPr/>
            <p:nvPr/>
          </p:nvSpPr>
          <p:spPr>
            <a:xfrm>
              <a:off x="7499604" y="4978907"/>
              <a:ext cx="167640" cy="97790"/>
            </a:xfrm>
            <a:custGeom>
              <a:avLst/>
              <a:gdLst/>
              <a:ahLst/>
              <a:cxnLst/>
              <a:rect l="l" t="t" r="r" b="b"/>
              <a:pathLst>
                <a:path w="167640" h="97789">
                  <a:moveTo>
                    <a:pt x="0" y="0"/>
                  </a:moveTo>
                  <a:lnTo>
                    <a:pt x="0" y="97536"/>
                  </a:lnTo>
                  <a:lnTo>
                    <a:pt x="167640" y="97536"/>
                  </a:lnTo>
                  <a:lnTo>
                    <a:pt x="167640" y="0"/>
                  </a:lnTo>
                  <a:lnTo>
                    <a:pt x="0" y="0"/>
                  </a:lnTo>
                  <a:close/>
                </a:path>
              </a:pathLst>
            </a:custGeom>
            <a:ln w="1219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7" name="object 87"/>
            <p:cNvSpPr/>
            <p:nvPr/>
          </p:nvSpPr>
          <p:spPr>
            <a:xfrm>
              <a:off x="7473696" y="4951475"/>
              <a:ext cx="231775" cy="169545"/>
            </a:xfrm>
            <a:custGeom>
              <a:avLst/>
              <a:gdLst/>
              <a:ahLst/>
              <a:cxnLst/>
              <a:rect l="l" t="t" r="r" b="b"/>
              <a:pathLst>
                <a:path w="231775" h="169545">
                  <a:moveTo>
                    <a:pt x="217931" y="36575"/>
                  </a:moveTo>
                  <a:lnTo>
                    <a:pt x="217955" y="73128"/>
                  </a:lnTo>
                  <a:lnTo>
                    <a:pt x="218122" y="104965"/>
                  </a:lnTo>
                  <a:lnTo>
                    <a:pt x="218574" y="131945"/>
                  </a:lnTo>
                  <a:lnTo>
                    <a:pt x="219455" y="153923"/>
                  </a:lnTo>
                  <a:lnTo>
                    <a:pt x="193547" y="164591"/>
                  </a:lnTo>
                  <a:lnTo>
                    <a:pt x="193547" y="135635"/>
                  </a:lnTo>
                  <a:lnTo>
                    <a:pt x="25907" y="135635"/>
                  </a:lnTo>
                  <a:lnTo>
                    <a:pt x="25907" y="158495"/>
                  </a:lnTo>
                  <a:lnTo>
                    <a:pt x="0" y="169163"/>
                  </a:lnTo>
                  <a:lnTo>
                    <a:pt x="881" y="147494"/>
                  </a:lnTo>
                  <a:lnTo>
                    <a:pt x="1333" y="126110"/>
                  </a:lnTo>
                  <a:lnTo>
                    <a:pt x="1500" y="105298"/>
                  </a:lnTo>
                  <a:lnTo>
                    <a:pt x="1524" y="85343"/>
                  </a:lnTo>
                  <a:lnTo>
                    <a:pt x="1500" y="64769"/>
                  </a:lnTo>
                  <a:lnTo>
                    <a:pt x="1333" y="44195"/>
                  </a:lnTo>
                  <a:lnTo>
                    <a:pt x="881" y="23621"/>
                  </a:lnTo>
                  <a:lnTo>
                    <a:pt x="0" y="3047"/>
                  </a:lnTo>
                  <a:lnTo>
                    <a:pt x="25907" y="16763"/>
                  </a:lnTo>
                  <a:lnTo>
                    <a:pt x="188975" y="16763"/>
                  </a:lnTo>
                  <a:lnTo>
                    <a:pt x="207263" y="0"/>
                  </a:lnTo>
                  <a:lnTo>
                    <a:pt x="231647" y="24383"/>
                  </a:lnTo>
                  <a:lnTo>
                    <a:pt x="217931" y="36575"/>
                  </a:lnTo>
                  <a:close/>
                </a:path>
              </a:pathLst>
            </a:custGeom>
            <a:ln w="1219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pic>
        <p:nvPicPr>
          <p:cNvPr id="88" name="object 88"/>
          <p:cNvPicPr/>
          <p:nvPr/>
        </p:nvPicPr>
        <p:blipFill>
          <a:blip r:embed="rId16" cstate="print"/>
          <a:stretch>
            <a:fillRect/>
          </a:stretch>
        </p:blipFill>
        <p:spPr>
          <a:xfrm>
            <a:off x="7865364" y="4981384"/>
            <a:ext cx="70103" cy="119443"/>
          </a:xfrm>
          <a:prstGeom prst="rect">
            <a:avLst/>
          </a:prstGeom>
        </p:spPr>
      </p:pic>
      <p:sp>
        <p:nvSpPr>
          <p:cNvPr id="89" name="object 89"/>
          <p:cNvSpPr/>
          <p:nvPr/>
        </p:nvSpPr>
        <p:spPr>
          <a:xfrm>
            <a:off x="8284451" y="4718303"/>
            <a:ext cx="1285240" cy="410209"/>
          </a:xfrm>
          <a:custGeom>
            <a:avLst/>
            <a:gdLst/>
            <a:ahLst/>
            <a:cxnLst/>
            <a:rect l="l" t="t" r="r" b="b"/>
            <a:pathLst>
              <a:path w="1285240" h="410210">
                <a:moveTo>
                  <a:pt x="164909" y="65659"/>
                </a:moveTo>
                <a:lnTo>
                  <a:pt x="139827" y="28575"/>
                </a:lnTo>
                <a:lnTo>
                  <a:pt x="106680" y="4572"/>
                </a:lnTo>
                <a:lnTo>
                  <a:pt x="100584" y="10668"/>
                </a:lnTo>
                <a:lnTo>
                  <a:pt x="112928" y="26390"/>
                </a:lnTo>
                <a:lnTo>
                  <a:pt x="122682" y="41529"/>
                </a:lnTo>
                <a:lnTo>
                  <a:pt x="130162" y="56108"/>
                </a:lnTo>
                <a:lnTo>
                  <a:pt x="135636" y="70104"/>
                </a:lnTo>
                <a:lnTo>
                  <a:pt x="138684" y="85344"/>
                </a:lnTo>
                <a:lnTo>
                  <a:pt x="143256" y="91440"/>
                </a:lnTo>
                <a:lnTo>
                  <a:pt x="152400" y="91440"/>
                </a:lnTo>
                <a:lnTo>
                  <a:pt x="156972" y="88392"/>
                </a:lnTo>
                <a:lnTo>
                  <a:pt x="160020" y="86868"/>
                </a:lnTo>
                <a:lnTo>
                  <a:pt x="163068" y="80772"/>
                </a:lnTo>
                <a:lnTo>
                  <a:pt x="164592" y="71628"/>
                </a:lnTo>
                <a:lnTo>
                  <a:pt x="164909" y="65659"/>
                </a:lnTo>
                <a:close/>
              </a:path>
              <a:path w="1285240" h="410210">
                <a:moveTo>
                  <a:pt x="397764" y="239268"/>
                </a:moveTo>
                <a:lnTo>
                  <a:pt x="359664" y="201168"/>
                </a:lnTo>
                <a:lnTo>
                  <a:pt x="332232" y="230124"/>
                </a:lnTo>
                <a:lnTo>
                  <a:pt x="271272" y="230124"/>
                </a:lnTo>
                <a:lnTo>
                  <a:pt x="271272" y="118872"/>
                </a:lnTo>
                <a:lnTo>
                  <a:pt x="379476" y="118872"/>
                </a:lnTo>
                <a:lnTo>
                  <a:pt x="345948" y="85344"/>
                </a:lnTo>
                <a:lnTo>
                  <a:pt x="323088" y="108204"/>
                </a:lnTo>
                <a:lnTo>
                  <a:pt x="246888" y="108204"/>
                </a:lnTo>
                <a:lnTo>
                  <a:pt x="246888" y="118872"/>
                </a:lnTo>
                <a:lnTo>
                  <a:pt x="246888" y="230124"/>
                </a:lnTo>
                <a:lnTo>
                  <a:pt x="150876" y="230124"/>
                </a:lnTo>
                <a:lnTo>
                  <a:pt x="150876" y="118872"/>
                </a:lnTo>
                <a:lnTo>
                  <a:pt x="246888" y="118872"/>
                </a:lnTo>
                <a:lnTo>
                  <a:pt x="246888" y="108204"/>
                </a:lnTo>
                <a:lnTo>
                  <a:pt x="231648" y="108204"/>
                </a:lnTo>
                <a:lnTo>
                  <a:pt x="284988" y="35052"/>
                </a:lnTo>
                <a:lnTo>
                  <a:pt x="300228" y="27432"/>
                </a:lnTo>
                <a:lnTo>
                  <a:pt x="266700" y="3048"/>
                </a:lnTo>
                <a:lnTo>
                  <a:pt x="262369" y="19050"/>
                </a:lnTo>
                <a:lnTo>
                  <a:pt x="253746" y="41910"/>
                </a:lnTo>
                <a:lnTo>
                  <a:pt x="240563" y="71628"/>
                </a:lnTo>
                <a:lnTo>
                  <a:pt x="222504" y="108204"/>
                </a:lnTo>
                <a:lnTo>
                  <a:pt x="28956" y="108204"/>
                </a:lnTo>
                <a:lnTo>
                  <a:pt x="45720" y="123444"/>
                </a:lnTo>
                <a:lnTo>
                  <a:pt x="55156" y="121450"/>
                </a:lnTo>
                <a:lnTo>
                  <a:pt x="65151" y="120015"/>
                </a:lnTo>
                <a:lnTo>
                  <a:pt x="75730" y="119164"/>
                </a:lnTo>
                <a:lnTo>
                  <a:pt x="86868" y="118872"/>
                </a:lnTo>
                <a:lnTo>
                  <a:pt x="126492" y="118872"/>
                </a:lnTo>
                <a:lnTo>
                  <a:pt x="126492" y="230124"/>
                </a:lnTo>
                <a:lnTo>
                  <a:pt x="0" y="230124"/>
                </a:lnTo>
                <a:lnTo>
                  <a:pt x="15240" y="245364"/>
                </a:lnTo>
                <a:lnTo>
                  <a:pt x="25552" y="243128"/>
                </a:lnTo>
                <a:lnTo>
                  <a:pt x="36004" y="241173"/>
                </a:lnTo>
                <a:lnTo>
                  <a:pt x="46748" y="239801"/>
                </a:lnTo>
                <a:lnTo>
                  <a:pt x="57912" y="239268"/>
                </a:lnTo>
                <a:lnTo>
                  <a:pt x="126492" y="239268"/>
                </a:lnTo>
                <a:lnTo>
                  <a:pt x="118618" y="283171"/>
                </a:lnTo>
                <a:lnTo>
                  <a:pt x="102260" y="321665"/>
                </a:lnTo>
                <a:lnTo>
                  <a:pt x="77343" y="354812"/>
                </a:lnTo>
                <a:lnTo>
                  <a:pt x="43789" y="382701"/>
                </a:lnTo>
                <a:lnTo>
                  <a:pt x="1524" y="405384"/>
                </a:lnTo>
                <a:lnTo>
                  <a:pt x="4572" y="409956"/>
                </a:lnTo>
                <a:lnTo>
                  <a:pt x="54317" y="390017"/>
                </a:lnTo>
                <a:lnTo>
                  <a:pt x="93827" y="363042"/>
                </a:lnTo>
                <a:lnTo>
                  <a:pt x="123088" y="328980"/>
                </a:lnTo>
                <a:lnTo>
                  <a:pt x="142100" y="287743"/>
                </a:lnTo>
                <a:lnTo>
                  <a:pt x="150876" y="239268"/>
                </a:lnTo>
                <a:lnTo>
                  <a:pt x="246888" y="239268"/>
                </a:lnTo>
                <a:lnTo>
                  <a:pt x="246773" y="321665"/>
                </a:lnTo>
                <a:lnTo>
                  <a:pt x="246697" y="340995"/>
                </a:lnTo>
                <a:lnTo>
                  <a:pt x="246253" y="379006"/>
                </a:lnTo>
                <a:lnTo>
                  <a:pt x="245364" y="408432"/>
                </a:lnTo>
                <a:lnTo>
                  <a:pt x="272796" y="397764"/>
                </a:lnTo>
                <a:lnTo>
                  <a:pt x="271526" y="340995"/>
                </a:lnTo>
                <a:lnTo>
                  <a:pt x="271310" y="294424"/>
                </a:lnTo>
                <a:lnTo>
                  <a:pt x="271272" y="239268"/>
                </a:lnTo>
                <a:lnTo>
                  <a:pt x="397764" y="239268"/>
                </a:lnTo>
                <a:close/>
              </a:path>
              <a:path w="1285240" h="410210">
                <a:moveTo>
                  <a:pt x="841248" y="381000"/>
                </a:moveTo>
                <a:lnTo>
                  <a:pt x="801624" y="341376"/>
                </a:lnTo>
                <a:lnTo>
                  <a:pt x="772668" y="370332"/>
                </a:lnTo>
                <a:lnTo>
                  <a:pt x="746760" y="370332"/>
                </a:lnTo>
                <a:lnTo>
                  <a:pt x="746760" y="50292"/>
                </a:lnTo>
                <a:lnTo>
                  <a:pt x="751903" y="45720"/>
                </a:lnTo>
                <a:lnTo>
                  <a:pt x="760476" y="38100"/>
                </a:lnTo>
                <a:lnTo>
                  <a:pt x="756208" y="35052"/>
                </a:lnTo>
                <a:lnTo>
                  <a:pt x="728472" y="15240"/>
                </a:lnTo>
                <a:lnTo>
                  <a:pt x="719328" y="30099"/>
                </a:lnTo>
                <a:lnTo>
                  <a:pt x="719328" y="45720"/>
                </a:lnTo>
                <a:lnTo>
                  <a:pt x="719328" y="144780"/>
                </a:lnTo>
                <a:lnTo>
                  <a:pt x="719328" y="155448"/>
                </a:lnTo>
                <a:lnTo>
                  <a:pt x="719328" y="254508"/>
                </a:lnTo>
                <a:lnTo>
                  <a:pt x="719328" y="263652"/>
                </a:lnTo>
                <a:lnTo>
                  <a:pt x="719328" y="370332"/>
                </a:lnTo>
                <a:lnTo>
                  <a:pt x="563880" y="370332"/>
                </a:lnTo>
                <a:lnTo>
                  <a:pt x="563880" y="263652"/>
                </a:lnTo>
                <a:lnTo>
                  <a:pt x="719328" y="263652"/>
                </a:lnTo>
                <a:lnTo>
                  <a:pt x="719328" y="254508"/>
                </a:lnTo>
                <a:lnTo>
                  <a:pt x="563880" y="254508"/>
                </a:lnTo>
                <a:lnTo>
                  <a:pt x="563880" y="155448"/>
                </a:lnTo>
                <a:lnTo>
                  <a:pt x="719328" y="155448"/>
                </a:lnTo>
                <a:lnTo>
                  <a:pt x="719328" y="144780"/>
                </a:lnTo>
                <a:lnTo>
                  <a:pt x="563880" y="144780"/>
                </a:lnTo>
                <a:lnTo>
                  <a:pt x="563880" y="45720"/>
                </a:lnTo>
                <a:lnTo>
                  <a:pt x="719328" y="45720"/>
                </a:lnTo>
                <a:lnTo>
                  <a:pt x="719328" y="30099"/>
                </a:lnTo>
                <a:lnTo>
                  <a:pt x="716280" y="35052"/>
                </a:lnTo>
                <a:lnTo>
                  <a:pt x="563880" y="35052"/>
                </a:lnTo>
                <a:lnTo>
                  <a:pt x="534924" y="16764"/>
                </a:lnTo>
                <a:lnTo>
                  <a:pt x="537019" y="54864"/>
                </a:lnTo>
                <a:lnTo>
                  <a:pt x="537718" y="70345"/>
                </a:lnTo>
                <a:lnTo>
                  <a:pt x="537972" y="83820"/>
                </a:lnTo>
                <a:lnTo>
                  <a:pt x="537972" y="370332"/>
                </a:lnTo>
                <a:lnTo>
                  <a:pt x="434340" y="370332"/>
                </a:lnTo>
                <a:lnTo>
                  <a:pt x="451104" y="385572"/>
                </a:lnTo>
                <a:lnTo>
                  <a:pt x="460540" y="383578"/>
                </a:lnTo>
                <a:lnTo>
                  <a:pt x="470535" y="382143"/>
                </a:lnTo>
                <a:lnTo>
                  <a:pt x="481114" y="381292"/>
                </a:lnTo>
                <a:lnTo>
                  <a:pt x="492252" y="381000"/>
                </a:lnTo>
                <a:lnTo>
                  <a:pt x="841248" y="381000"/>
                </a:lnTo>
                <a:close/>
              </a:path>
              <a:path w="1285240" h="410210">
                <a:moveTo>
                  <a:pt x="1284744" y="82296"/>
                </a:moveTo>
                <a:lnTo>
                  <a:pt x="1245120" y="41148"/>
                </a:lnTo>
                <a:lnTo>
                  <a:pt x="1216164" y="71628"/>
                </a:lnTo>
                <a:lnTo>
                  <a:pt x="1068336" y="71628"/>
                </a:lnTo>
                <a:lnTo>
                  <a:pt x="1072921" y="63080"/>
                </a:lnTo>
                <a:lnTo>
                  <a:pt x="1077671" y="53530"/>
                </a:lnTo>
                <a:lnTo>
                  <a:pt x="1082687" y="43129"/>
                </a:lnTo>
                <a:lnTo>
                  <a:pt x="1088148" y="32004"/>
                </a:lnTo>
                <a:lnTo>
                  <a:pt x="1106436" y="24384"/>
                </a:lnTo>
                <a:lnTo>
                  <a:pt x="1062240" y="0"/>
                </a:lnTo>
                <a:lnTo>
                  <a:pt x="1059065" y="14846"/>
                </a:lnTo>
                <a:lnTo>
                  <a:pt x="1054049" y="31813"/>
                </a:lnTo>
                <a:lnTo>
                  <a:pt x="1047013" y="50800"/>
                </a:lnTo>
                <a:lnTo>
                  <a:pt x="1037856" y="71628"/>
                </a:lnTo>
                <a:lnTo>
                  <a:pt x="882408" y="71628"/>
                </a:lnTo>
                <a:lnTo>
                  <a:pt x="897648" y="86868"/>
                </a:lnTo>
                <a:lnTo>
                  <a:pt x="907072" y="84874"/>
                </a:lnTo>
                <a:lnTo>
                  <a:pt x="917079" y="83439"/>
                </a:lnTo>
                <a:lnTo>
                  <a:pt x="927646" y="82588"/>
                </a:lnTo>
                <a:lnTo>
                  <a:pt x="938796" y="82296"/>
                </a:lnTo>
                <a:lnTo>
                  <a:pt x="1034808" y="82296"/>
                </a:lnTo>
                <a:lnTo>
                  <a:pt x="1001090" y="139255"/>
                </a:lnTo>
                <a:lnTo>
                  <a:pt x="966228" y="185928"/>
                </a:lnTo>
                <a:lnTo>
                  <a:pt x="927176" y="225361"/>
                </a:lnTo>
                <a:lnTo>
                  <a:pt x="882408" y="263652"/>
                </a:lnTo>
                <a:lnTo>
                  <a:pt x="886980" y="269748"/>
                </a:lnTo>
                <a:lnTo>
                  <a:pt x="914996" y="251460"/>
                </a:lnTo>
                <a:lnTo>
                  <a:pt x="942035" y="230886"/>
                </a:lnTo>
                <a:lnTo>
                  <a:pt x="968197" y="208026"/>
                </a:lnTo>
                <a:lnTo>
                  <a:pt x="993660" y="182880"/>
                </a:lnTo>
                <a:lnTo>
                  <a:pt x="993394" y="270637"/>
                </a:lnTo>
                <a:lnTo>
                  <a:pt x="992708" y="337375"/>
                </a:lnTo>
                <a:lnTo>
                  <a:pt x="991730" y="383273"/>
                </a:lnTo>
                <a:lnTo>
                  <a:pt x="990612" y="408432"/>
                </a:lnTo>
                <a:lnTo>
                  <a:pt x="1018044" y="393192"/>
                </a:lnTo>
                <a:lnTo>
                  <a:pt x="1018044" y="294132"/>
                </a:lnTo>
                <a:lnTo>
                  <a:pt x="1178064" y="294132"/>
                </a:lnTo>
                <a:lnTo>
                  <a:pt x="1178064" y="365760"/>
                </a:lnTo>
                <a:lnTo>
                  <a:pt x="1171968" y="370332"/>
                </a:lnTo>
                <a:lnTo>
                  <a:pt x="1130858" y="367766"/>
                </a:lnTo>
                <a:lnTo>
                  <a:pt x="1117104" y="365760"/>
                </a:lnTo>
                <a:lnTo>
                  <a:pt x="1117104" y="373380"/>
                </a:lnTo>
                <a:lnTo>
                  <a:pt x="1137958" y="380796"/>
                </a:lnTo>
                <a:lnTo>
                  <a:pt x="1152537" y="389191"/>
                </a:lnTo>
                <a:lnTo>
                  <a:pt x="1160818" y="398462"/>
                </a:lnTo>
                <a:lnTo>
                  <a:pt x="1162824" y="408432"/>
                </a:lnTo>
                <a:lnTo>
                  <a:pt x="1179944" y="400723"/>
                </a:lnTo>
                <a:lnTo>
                  <a:pt x="1192352" y="391287"/>
                </a:lnTo>
                <a:lnTo>
                  <a:pt x="1199896" y="380149"/>
                </a:lnTo>
                <a:lnTo>
                  <a:pt x="1201839" y="370332"/>
                </a:lnTo>
                <a:lnTo>
                  <a:pt x="1202347" y="367766"/>
                </a:lnTo>
                <a:lnTo>
                  <a:pt x="1202448" y="294132"/>
                </a:lnTo>
                <a:lnTo>
                  <a:pt x="1202448" y="283464"/>
                </a:lnTo>
                <a:lnTo>
                  <a:pt x="1202448" y="225552"/>
                </a:lnTo>
                <a:lnTo>
                  <a:pt x="1202448" y="214884"/>
                </a:lnTo>
                <a:lnTo>
                  <a:pt x="1202448" y="161544"/>
                </a:lnTo>
                <a:lnTo>
                  <a:pt x="1210068" y="155448"/>
                </a:lnTo>
                <a:lnTo>
                  <a:pt x="1217688" y="149352"/>
                </a:lnTo>
                <a:lnTo>
                  <a:pt x="1211592" y="144780"/>
                </a:lnTo>
                <a:lnTo>
                  <a:pt x="1187208" y="126492"/>
                </a:lnTo>
                <a:lnTo>
                  <a:pt x="1178064" y="138684"/>
                </a:lnTo>
                <a:lnTo>
                  <a:pt x="1178064" y="155448"/>
                </a:lnTo>
                <a:lnTo>
                  <a:pt x="1178064" y="214884"/>
                </a:lnTo>
                <a:lnTo>
                  <a:pt x="1178064" y="225552"/>
                </a:lnTo>
                <a:lnTo>
                  <a:pt x="1178064" y="283464"/>
                </a:lnTo>
                <a:lnTo>
                  <a:pt x="1018044" y="283464"/>
                </a:lnTo>
                <a:lnTo>
                  <a:pt x="1018044" y="225552"/>
                </a:lnTo>
                <a:lnTo>
                  <a:pt x="1178064" y="225552"/>
                </a:lnTo>
                <a:lnTo>
                  <a:pt x="1178064" y="214884"/>
                </a:lnTo>
                <a:lnTo>
                  <a:pt x="1018044" y="214884"/>
                </a:lnTo>
                <a:lnTo>
                  <a:pt x="1018044" y="182880"/>
                </a:lnTo>
                <a:lnTo>
                  <a:pt x="1018044" y="155448"/>
                </a:lnTo>
                <a:lnTo>
                  <a:pt x="1178064" y="155448"/>
                </a:lnTo>
                <a:lnTo>
                  <a:pt x="1178064" y="138684"/>
                </a:lnTo>
                <a:lnTo>
                  <a:pt x="1173492" y="144780"/>
                </a:lnTo>
                <a:lnTo>
                  <a:pt x="1024140" y="144780"/>
                </a:lnTo>
                <a:lnTo>
                  <a:pt x="1034402" y="130517"/>
                </a:lnTo>
                <a:lnTo>
                  <a:pt x="1044524" y="115252"/>
                </a:lnTo>
                <a:lnTo>
                  <a:pt x="1054354" y="99136"/>
                </a:lnTo>
                <a:lnTo>
                  <a:pt x="1063764" y="82296"/>
                </a:lnTo>
                <a:lnTo>
                  <a:pt x="1284744" y="8229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0" name="object 90"/>
          <p:cNvSpPr/>
          <p:nvPr/>
        </p:nvSpPr>
        <p:spPr>
          <a:xfrm>
            <a:off x="9616439" y="4721351"/>
            <a:ext cx="388620" cy="405765"/>
          </a:xfrm>
          <a:custGeom>
            <a:avLst/>
            <a:gdLst/>
            <a:ahLst/>
            <a:cxnLst/>
            <a:rect l="l" t="t" r="r" b="b"/>
            <a:pathLst>
              <a:path w="388620" h="405764">
                <a:moveTo>
                  <a:pt x="384918" y="92964"/>
                </a:moveTo>
                <a:lnTo>
                  <a:pt x="347472" y="92964"/>
                </a:lnTo>
                <a:lnTo>
                  <a:pt x="362712" y="74676"/>
                </a:lnTo>
                <a:lnTo>
                  <a:pt x="384918" y="92964"/>
                </a:lnTo>
                <a:close/>
              </a:path>
              <a:path w="388620" h="405764">
                <a:moveTo>
                  <a:pt x="228600" y="382524"/>
                </a:moveTo>
                <a:lnTo>
                  <a:pt x="228838" y="359163"/>
                </a:lnTo>
                <a:lnTo>
                  <a:pt x="229362" y="339661"/>
                </a:lnTo>
                <a:lnTo>
                  <a:pt x="229885" y="324445"/>
                </a:lnTo>
                <a:lnTo>
                  <a:pt x="230124" y="313944"/>
                </a:lnTo>
                <a:lnTo>
                  <a:pt x="230124" y="143256"/>
                </a:lnTo>
                <a:lnTo>
                  <a:pt x="229885" y="127254"/>
                </a:lnTo>
                <a:lnTo>
                  <a:pt x="228863" y="96012"/>
                </a:lnTo>
                <a:lnTo>
                  <a:pt x="228600" y="79247"/>
                </a:lnTo>
                <a:lnTo>
                  <a:pt x="252984" y="92964"/>
                </a:lnTo>
                <a:lnTo>
                  <a:pt x="384918" y="92964"/>
                </a:lnTo>
                <a:lnTo>
                  <a:pt x="388620" y="96012"/>
                </a:lnTo>
                <a:lnTo>
                  <a:pt x="380047" y="103632"/>
                </a:lnTo>
                <a:lnTo>
                  <a:pt x="252984" y="103632"/>
                </a:lnTo>
                <a:lnTo>
                  <a:pt x="252984" y="321564"/>
                </a:lnTo>
                <a:lnTo>
                  <a:pt x="375028" y="321564"/>
                </a:lnTo>
                <a:lnTo>
                  <a:pt x="375094" y="327088"/>
                </a:lnTo>
                <a:lnTo>
                  <a:pt x="375235" y="332232"/>
                </a:lnTo>
                <a:lnTo>
                  <a:pt x="252984" y="332232"/>
                </a:lnTo>
                <a:lnTo>
                  <a:pt x="252984" y="370332"/>
                </a:lnTo>
                <a:lnTo>
                  <a:pt x="228600" y="382524"/>
                </a:lnTo>
                <a:close/>
              </a:path>
              <a:path w="388620" h="405764">
                <a:moveTo>
                  <a:pt x="375028" y="321564"/>
                </a:moveTo>
                <a:lnTo>
                  <a:pt x="352044" y="321564"/>
                </a:lnTo>
                <a:lnTo>
                  <a:pt x="352044" y="103632"/>
                </a:lnTo>
                <a:lnTo>
                  <a:pt x="380047" y="103632"/>
                </a:lnTo>
                <a:lnTo>
                  <a:pt x="374904" y="108204"/>
                </a:lnTo>
                <a:lnTo>
                  <a:pt x="375028" y="321564"/>
                </a:lnTo>
                <a:close/>
              </a:path>
              <a:path w="388620" h="405764">
                <a:moveTo>
                  <a:pt x="352044" y="371856"/>
                </a:moveTo>
                <a:lnTo>
                  <a:pt x="352044" y="332232"/>
                </a:lnTo>
                <a:lnTo>
                  <a:pt x="375235" y="332232"/>
                </a:lnTo>
                <a:lnTo>
                  <a:pt x="375546" y="343542"/>
                </a:lnTo>
                <a:lnTo>
                  <a:pt x="376428" y="362712"/>
                </a:lnTo>
                <a:lnTo>
                  <a:pt x="352044" y="371856"/>
                </a:lnTo>
                <a:close/>
              </a:path>
              <a:path w="388620" h="405764">
                <a:moveTo>
                  <a:pt x="97536" y="108204"/>
                </a:moveTo>
                <a:lnTo>
                  <a:pt x="73152" y="108204"/>
                </a:lnTo>
                <a:lnTo>
                  <a:pt x="78533" y="76723"/>
                </a:lnTo>
                <a:lnTo>
                  <a:pt x="83058" y="48387"/>
                </a:lnTo>
                <a:lnTo>
                  <a:pt x="86439" y="22907"/>
                </a:lnTo>
                <a:lnTo>
                  <a:pt x="88392" y="0"/>
                </a:lnTo>
                <a:lnTo>
                  <a:pt x="131064" y="19812"/>
                </a:lnTo>
                <a:lnTo>
                  <a:pt x="114300" y="30480"/>
                </a:lnTo>
                <a:lnTo>
                  <a:pt x="110823" y="45624"/>
                </a:lnTo>
                <a:lnTo>
                  <a:pt x="102727" y="84486"/>
                </a:lnTo>
                <a:lnTo>
                  <a:pt x="97536" y="108204"/>
                </a:lnTo>
                <a:close/>
              </a:path>
              <a:path w="388620" h="405764">
                <a:moveTo>
                  <a:pt x="18288" y="123444"/>
                </a:moveTo>
                <a:lnTo>
                  <a:pt x="1524" y="108204"/>
                </a:lnTo>
                <a:lnTo>
                  <a:pt x="163068" y="108204"/>
                </a:lnTo>
                <a:lnTo>
                  <a:pt x="173736" y="88392"/>
                </a:lnTo>
                <a:lnTo>
                  <a:pt x="204216" y="109728"/>
                </a:lnTo>
                <a:lnTo>
                  <a:pt x="193929" y="118871"/>
                </a:lnTo>
                <a:lnTo>
                  <a:pt x="59436" y="118871"/>
                </a:lnTo>
                <a:lnTo>
                  <a:pt x="48291" y="119157"/>
                </a:lnTo>
                <a:lnTo>
                  <a:pt x="37719" y="120014"/>
                </a:lnTo>
                <a:lnTo>
                  <a:pt x="27717" y="121443"/>
                </a:lnTo>
                <a:lnTo>
                  <a:pt x="18288" y="123444"/>
                </a:lnTo>
                <a:close/>
              </a:path>
              <a:path w="388620" h="405764">
                <a:moveTo>
                  <a:pt x="3048" y="405384"/>
                </a:moveTo>
                <a:lnTo>
                  <a:pt x="0" y="400812"/>
                </a:lnTo>
                <a:lnTo>
                  <a:pt x="39409" y="381095"/>
                </a:lnTo>
                <a:lnTo>
                  <a:pt x="72961" y="358521"/>
                </a:lnTo>
                <a:lnTo>
                  <a:pt x="100512" y="333089"/>
                </a:lnTo>
                <a:lnTo>
                  <a:pt x="121920" y="304800"/>
                </a:lnTo>
                <a:lnTo>
                  <a:pt x="97012" y="294489"/>
                </a:lnTo>
                <a:lnTo>
                  <a:pt x="74676" y="286321"/>
                </a:lnTo>
                <a:lnTo>
                  <a:pt x="54625" y="280154"/>
                </a:lnTo>
                <a:lnTo>
                  <a:pt x="36576" y="275844"/>
                </a:lnTo>
                <a:lnTo>
                  <a:pt x="43981" y="245530"/>
                </a:lnTo>
                <a:lnTo>
                  <a:pt x="52387" y="209359"/>
                </a:lnTo>
                <a:lnTo>
                  <a:pt x="61650" y="167187"/>
                </a:lnTo>
                <a:lnTo>
                  <a:pt x="71628" y="118871"/>
                </a:lnTo>
                <a:lnTo>
                  <a:pt x="96012" y="118871"/>
                </a:lnTo>
                <a:lnTo>
                  <a:pt x="89463" y="148232"/>
                </a:lnTo>
                <a:lnTo>
                  <a:pt x="81343" y="183451"/>
                </a:lnTo>
                <a:lnTo>
                  <a:pt x="71794" y="224099"/>
                </a:lnTo>
                <a:lnTo>
                  <a:pt x="60960" y="269748"/>
                </a:lnTo>
                <a:lnTo>
                  <a:pt x="71889" y="272629"/>
                </a:lnTo>
                <a:lnTo>
                  <a:pt x="86677" y="276796"/>
                </a:lnTo>
                <a:lnTo>
                  <a:pt x="129540" y="289560"/>
                </a:lnTo>
                <a:lnTo>
                  <a:pt x="153050" y="289560"/>
                </a:lnTo>
                <a:lnTo>
                  <a:pt x="150876" y="295656"/>
                </a:lnTo>
                <a:lnTo>
                  <a:pt x="170068" y="304490"/>
                </a:lnTo>
                <a:lnTo>
                  <a:pt x="184404" y="312610"/>
                </a:lnTo>
                <a:lnTo>
                  <a:pt x="188245" y="315468"/>
                </a:lnTo>
                <a:lnTo>
                  <a:pt x="141732" y="315468"/>
                </a:lnTo>
                <a:lnTo>
                  <a:pt x="114276" y="345805"/>
                </a:lnTo>
                <a:lnTo>
                  <a:pt x="82105" y="370713"/>
                </a:lnTo>
                <a:lnTo>
                  <a:pt x="45077" y="390477"/>
                </a:lnTo>
                <a:lnTo>
                  <a:pt x="3048" y="405384"/>
                </a:lnTo>
                <a:close/>
              </a:path>
              <a:path w="388620" h="405764">
                <a:moveTo>
                  <a:pt x="153050" y="289560"/>
                </a:moveTo>
                <a:lnTo>
                  <a:pt x="129540" y="289560"/>
                </a:lnTo>
                <a:lnTo>
                  <a:pt x="139541" y="259246"/>
                </a:lnTo>
                <a:lnTo>
                  <a:pt x="148971" y="220789"/>
                </a:lnTo>
                <a:lnTo>
                  <a:pt x="157829" y="174045"/>
                </a:lnTo>
                <a:lnTo>
                  <a:pt x="166116" y="118871"/>
                </a:lnTo>
                <a:lnTo>
                  <a:pt x="193929" y="118871"/>
                </a:lnTo>
                <a:lnTo>
                  <a:pt x="190500" y="121920"/>
                </a:lnTo>
                <a:lnTo>
                  <a:pt x="181308" y="178212"/>
                </a:lnTo>
                <a:lnTo>
                  <a:pt x="171831" y="225933"/>
                </a:lnTo>
                <a:lnTo>
                  <a:pt x="161782" y="265080"/>
                </a:lnTo>
                <a:lnTo>
                  <a:pt x="153050" y="289560"/>
                </a:lnTo>
                <a:close/>
              </a:path>
              <a:path w="388620" h="405764">
                <a:moveTo>
                  <a:pt x="201168" y="362712"/>
                </a:moveTo>
                <a:lnTo>
                  <a:pt x="195072" y="362712"/>
                </a:lnTo>
                <a:lnTo>
                  <a:pt x="190500" y="359664"/>
                </a:lnTo>
                <a:lnTo>
                  <a:pt x="185928" y="353568"/>
                </a:lnTo>
                <a:lnTo>
                  <a:pt x="177950" y="344400"/>
                </a:lnTo>
                <a:lnTo>
                  <a:pt x="167830" y="335089"/>
                </a:lnTo>
                <a:lnTo>
                  <a:pt x="155709" y="325493"/>
                </a:lnTo>
                <a:lnTo>
                  <a:pt x="141732" y="315468"/>
                </a:lnTo>
                <a:lnTo>
                  <a:pt x="188245" y="315468"/>
                </a:lnTo>
                <a:lnTo>
                  <a:pt x="204750" y="344400"/>
                </a:lnTo>
                <a:lnTo>
                  <a:pt x="204685" y="345805"/>
                </a:lnTo>
                <a:lnTo>
                  <a:pt x="204216" y="350520"/>
                </a:lnTo>
                <a:lnTo>
                  <a:pt x="202692" y="358140"/>
                </a:lnTo>
                <a:lnTo>
                  <a:pt x="201168" y="36271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1" name="object 91"/>
          <p:cNvSpPr/>
          <p:nvPr/>
        </p:nvSpPr>
        <p:spPr>
          <a:xfrm>
            <a:off x="2138172" y="5274563"/>
            <a:ext cx="384175" cy="387350"/>
          </a:xfrm>
          <a:custGeom>
            <a:avLst/>
            <a:gdLst/>
            <a:ahLst/>
            <a:cxnLst/>
            <a:rect l="l" t="t" r="r" b="b"/>
            <a:pathLst>
              <a:path w="384175" h="387350">
                <a:moveTo>
                  <a:pt x="166116" y="387095"/>
                </a:moveTo>
                <a:lnTo>
                  <a:pt x="166997" y="356758"/>
                </a:lnTo>
                <a:lnTo>
                  <a:pt x="167449" y="331850"/>
                </a:lnTo>
                <a:lnTo>
                  <a:pt x="167640" y="297179"/>
                </a:lnTo>
                <a:lnTo>
                  <a:pt x="167640" y="36575"/>
                </a:lnTo>
                <a:lnTo>
                  <a:pt x="56387" y="36575"/>
                </a:lnTo>
                <a:lnTo>
                  <a:pt x="45243" y="36885"/>
                </a:lnTo>
                <a:lnTo>
                  <a:pt x="34671" y="37909"/>
                </a:lnTo>
                <a:lnTo>
                  <a:pt x="24669" y="39790"/>
                </a:lnTo>
                <a:lnTo>
                  <a:pt x="15240" y="42671"/>
                </a:lnTo>
                <a:lnTo>
                  <a:pt x="0" y="25907"/>
                </a:lnTo>
                <a:lnTo>
                  <a:pt x="321563" y="25907"/>
                </a:lnTo>
                <a:lnTo>
                  <a:pt x="347472" y="0"/>
                </a:lnTo>
                <a:lnTo>
                  <a:pt x="384048" y="36575"/>
                </a:lnTo>
                <a:lnTo>
                  <a:pt x="193548" y="36575"/>
                </a:lnTo>
                <a:lnTo>
                  <a:pt x="193548" y="126491"/>
                </a:lnTo>
                <a:lnTo>
                  <a:pt x="240458" y="141636"/>
                </a:lnTo>
                <a:lnTo>
                  <a:pt x="276224" y="155066"/>
                </a:lnTo>
                <a:lnTo>
                  <a:pt x="315467" y="176783"/>
                </a:lnTo>
                <a:lnTo>
                  <a:pt x="330708" y="208788"/>
                </a:lnTo>
                <a:lnTo>
                  <a:pt x="330708" y="217931"/>
                </a:lnTo>
                <a:lnTo>
                  <a:pt x="324612" y="230124"/>
                </a:lnTo>
                <a:lnTo>
                  <a:pt x="321563" y="233171"/>
                </a:lnTo>
                <a:lnTo>
                  <a:pt x="318515" y="233171"/>
                </a:lnTo>
                <a:lnTo>
                  <a:pt x="315158" y="231743"/>
                </a:lnTo>
                <a:lnTo>
                  <a:pt x="309943" y="227456"/>
                </a:lnTo>
                <a:lnTo>
                  <a:pt x="303299" y="220313"/>
                </a:lnTo>
                <a:lnTo>
                  <a:pt x="295656" y="210312"/>
                </a:lnTo>
                <a:lnTo>
                  <a:pt x="279915" y="193500"/>
                </a:lnTo>
                <a:lnTo>
                  <a:pt x="257746" y="175260"/>
                </a:lnTo>
                <a:lnTo>
                  <a:pt x="229004" y="155876"/>
                </a:lnTo>
                <a:lnTo>
                  <a:pt x="193548" y="135635"/>
                </a:lnTo>
                <a:lnTo>
                  <a:pt x="193548" y="313943"/>
                </a:lnTo>
                <a:lnTo>
                  <a:pt x="193786" y="331398"/>
                </a:lnTo>
                <a:lnTo>
                  <a:pt x="194833" y="361735"/>
                </a:lnTo>
                <a:lnTo>
                  <a:pt x="195072" y="374903"/>
                </a:lnTo>
                <a:lnTo>
                  <a:pt x="166116" y="38709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2" name="object 92"/>
          <p:cNvSpPr/>
          <p:nvPr/>
        </p:nvSpPr>
        <p:spPr>
          <a:xfrm>
            <a:off x="2574023" y="5253227"/>
            <a:ext cx="817244" cy="410209"/>
          </a:xfrm>
          <a:custGeom>
            <a:avLst/>
            <a:gdLst/>
            <a:ahLst/>
            <a:cxnLst/>
            <a:rect l="l" t="t" r="r" b="b"/>
            <a:pathLst>
              <a:path w="817245" h="410210">
                <a:moveTo>
                  <a:pt x="41148" y="156019"/>
                </a:moveTo>
                <a:lnTo>
                  <a:pt x="40055" y="137375"/>
                </a:lnTo>
                <a:lnTo>
                  <a:pt x="38100" y="114300"/>
                </a:lnTo>
                <a:lnTo>
                  <a:pt x="30480" y="114300"/>
                </a:lnTo>
                <a:lnTo>
                  <a:pt x="28486" y="132575"/>
                </a:lnTo>
                <a:lnTo>
                  <a:pt x="24765" y="148399"/>
                </a:lnTo>
                <a:lnTo>
                  <a:pt x="19342" y="161671"/>
                </a:lnTo>
                <a:lnTo>
                  <a:pt x="12192" y="172212"/>
                </a:lnTo>
                <a:lnTo>
                  <a:pt x="3048" y="182880"/>
                </a:lnTo>
                <a:lnTo>
                  <a:pt x="0" y="188976"/>
                </a:lnTo>
                <a:lnTo>
                  <a:pt x="0" y="195072"/>
                </a:lnTo>
                <a:lnTo>
                  <a:pt x="1524" y="196596"/>
                </a:lnTo>
                <a:lnTo>
                  <a:pt x="6096" y="198120"/>
                </a:lnTo>
                <a:lnTo>
                  <a:pt x="9144" y="199644"/>
                </a:lnTo>
                <a:lnTo>
                  <a:pt x="13716" y="201168"/>
                </a:lnTo>
                <a:lnTo>
                  <a:pt x="18288" y="201168"/>
                </a:lnTo>
                <a:lnTo>
                  <a:pt x="41109" y="169811"/>
                </a:lnTo>
                <a:lnTo>
                  <a:pt x="41148" y="156019"/>
                </a:lnTo>
                <a:close/>
              </a:path>
              <a:path w="817245" h="410210">
                <a:moveTo>
                  <a:pt x="137210" y="126022"/>
                </a:moveTo>
                <a:lnTo>
                  <a:pt x="99707" y="96227"/>
                </a:lnTo>
                <a:lnTo>
                  <a:pt x="86868" y="91440"/>
                </a:lnTo>
                <a:lnTo>
                  <a:pt x="86868" y="32004"/>
                </a:lnTo>
                <a:lnTo>
                  <a:pt x="102108" y="19812"/>
                </a:lnTo>
                <a:lnTo>
                  <a:pt x="60960" y="0"/>
                </a:lnTo>
                <a:lnTo>
                  <a:pt x="61201" y="19812"/>
                </a:lnTo>
                <a:lnTo>
                  <a:pt x="61518" y="32004"/>
                </a:lnTo>
                <a:lnTo>
                  <a:pt x="62255" y="56159"/>
                </a:lnTo>
                <a:lnTo>
                  <a:pt x="62369" y="63754"/>
                </a:lnTo>
                <a:lnTo>
                  <a:pt x="62255" y="337934"/>
                </a:lnTo>
                <a:lnTo>
                  <a:pt x="61722" y="359854"/>
                </a:lnTo>
                <a:lnTo>
                  <a:pt x="61201" y="383222"/>
                </a:lnTo>
                <a:lnTo>
                  <a:pt x="60960" y="408432"/>
                </a:lnTo>
                <a:lnTo>
                  <a:pt x="88392" y="396240"/>
                </a:lnTo>
                <a:lnTo>
                  <a:pt x="87515" y="378510"/>
                </a:lnTo>
                <a:lnTo>
                  <a:pt x="87134" y="364236"/>
                </a:lnTo>
                <a:lnTo>
                  <a:pt x="87045" y="359854"/>
                </a:lnTo>
                <a:lnTo>
                  <a:pt x="86893" y="345884"/>
                </a:lnTo>
                <a:lnTo>
                  <a:pt x="86868" y="100584"/>
                </a:lnTo>
                <a:lnTo>
                  <a:pt x="95427" y="109728"/>
                </a:lnTo>
                <a:lnTo>
                  <a:pt x="102870" y="119062"/>
                </a:lnTo>
                <a:lnTo>
                  <a:pt x="109156" y="128663"/>
                </a:lnTo>
                <a:lnTo>
                  <a:pt x="114300" y="138684"/>
                </a:lnTo>
                <a:lnTo>
                  <a:pt x="118872" y="150876"/>
                </a:lnTo>
                <a:lnTo>
                  <a:pt x="123444" y="155448"/>
                </a:lnTo>
                <a:lnTo>
                  <a:pt x="128016" y="152400"/>
                </a:lnTo>
                <a:lnTo>
                  <a:pt x="132588" y="147828"/>
                </a:lnTo>
                <a:lnTo>
                  <a:pt x="135636" y="141732"/>
                </a:lnTo>
                <a:lnTo>
                  <a:pt x="137160" y="132588"/>
                </a:lnTo>
                <a:lnTo>
                  <a:pt x="137210" y="126022"/>
                </a:lnTo>
                <a:close/>
              </a:path>
              <a:path w="817245" h="410210">
                <a:moveTo>
                  <a:pt x="405384" y="374904"/>
                </a:moveTo>
                <a:lnTo>
                  <a:pt x="370332" y="339852"/>
                </a:lnTo>
                <a:lnTo>
                  <a:pt x="345948" y="364236"/>
                </a:lnTo>
                <a:lnTo>
                  <a:pt x="277368" y="364236"/>
                </a:lnTo>
                <a:lnTo>
                  <a:pt x="277368" y="242316"/>
                </a:lnTo>
                <a:lnTo>
                  <a:pt x="379476" y="242316"/>
                </a:lnTo>
                <a:lnTo>
                  <a:pt x="345948" y="208788"/>
                </a:lnTo>
                <a:lnTo>
                  <a:pt x="323088" y="231648"/>
                </a:lnTo>
                <a:lnTo>
                  <a:pt x="277368" y="231648"/>
                </a:lnTo>
                <a:lnTo>
                  <a:pt x="277368" y="135636"/>
                </a:lnTo>
                <a:lnTo>
                  <a:pt x="387096" y="135636"/>
                </a:lnTo>
                <a:lnTo>
                  <a:pt x="377545" y="126492"/>
                </a:lnTo>
                <a:lnTo>
                  <a:pt x="352044" y="102108"/>
                </a:lnTo>
                <a:lnTo>
                  <a:pt x="327660" y="126492"/>
                </a:lnTo>
                <a:lnTo>
                  <a:pt x="277368" y="126492"/>
                </a:lnTo>
                <a:lnTo>
                  <a:pt x="277368" y="35052"/>
                </a:lnTo>
                <a:lnTo>
                  <a:pt x="295656" y="22860"/>
                </a:lnTo>
                <a:lnTo>
                  <a:pt x="251460" y="4572"/>
                </a:lnTo>
                <a:lnTo>
                  <a:pt x="252349" y="22860"/>
                </a:lnTo>
                <a:lnTo>
                  <a:pt x="252742" y="45720"/>
                </a:lnTo>
                <a:lnTo>
                  <a:pt x="252869" y="63754"/>
                </a:lnTo>
                <a:lnTo>
                  <a:pt x="252984" y="126492"/>
                </a:lnTo>
                <a:lnTo>
                  <a:pt x="185928" y="126492"/>
                </a:lnTo>
                <a:lnTo>
                  <a:pt x="202692" y="76200"/>
                </a:lnTo>
                <a:lnTo>
                  <a:pt x="219456" y="65532"/>
                </a:lnTo>
                <a:lnTo>
                  <a:pt x="178308" y="45720"/>
                </a:lnTo>
                <a:lnTo>
                  <a:pt x="172783" y="83629"/>
                </a:lnTo>
                <a:lnTo>
                  <a:pt x="161544" y="129540"/>
                </a:lnTo>
                <a:lnTo>
                  <a:pt x="145732" y="179070"/>
                </a:lnTo>
                <a:lnTo>
                  <a:pt x="126492" y="224028"/>
                </a:lnTo>
                <a:lnTo>
                  <a:pt x="131064" y="227076"/>
                </a:lnTo>
                <a:lnTo>
                  <a:pt x="145376" y="208508"/>
                </a:lnTo>
                <a:lnTo>
                  <a:pt x="158686" y="187071"/>
                </a:lnTo>
                <a:lnTo>
                  <a:pt x="171145" y="162788"/>
                </a:lnTo>
                <a:lnTo>
                  <a:pt x="182880" y="135636"/>
                </a:lnTo>
                <a:lnTo>
                  <a:pt x="252984" y="135636"/>
                </a:lnTo>
                <a:lnTo>
                  <a:pt x="252984" y="231648"/>
                </a:lnTo>
                <a:lnTo>
                  <a:pt x="160020" y="231648"/>
                </a:lnTo>
                <a:lnTo>
                  <a:pt x="175260" y="248412"/>
                </a:lnTo>
                <a:lnTo>
                  <a:pt x="184912" y="245541"/>
                </a:lnTo>
                <a:lnTo>
                  <a:pt x="195262" y="243649"/>
                </a:lnTo>
                <a:lnTo>
                  <a:pt x="205917" y="242633"/>
                </a:lnTo>
                <a:lnTo>
                  <a:pt x="216408" y="242316"/>
                </a:lnTo>
                <a:lnTo>
                  <a:pt x="252984" y="242316"/>
                </a:lnTo>
                <a:lnTo>
                  <a:pt x="252984" y="364236"/>
                </a:lnTo>
                <a:lnTo>
                  <a:pt x="118872" y="364236"/>
                </a:lnTo>
                <a:lnTo>
                  <a:pt x="135636" y="379476"/>
                </a:lnTo>
                <a:lnTo>
                  <a:pt x="145072" y="377482"/>
                </a:lnTo>
                <a:lnTo>
                  <a:pt x="155067" y="376047"/>
                </a:lnTo>
                <a:lnTo>
                  <a:pt x="165646" y="375196"/>
                </a:lnTo>
                <a:lnTo>
                  <a:pt x="176784" y="374904"/>
                </a:lnTo>
                <a:lnTo>
                  <a:pt x="405384" y="374904"/>
                </a:lnTo>
                <a:close/>
              </a:path>
              <a:path w="817245" h="410210">
                <a:moveTo>
                  <a:pt x="694956" y="217932"/>
                </a:moveTo>
                <a:lnTo>
                  <a:pt x="656856" y="199644"/>
                </a:lnTo>
                <a:lnTo>
                  <a:pt x="656615" y="210388"/>
                </a:lnTo>
                <a:lnTo>
                  <a:pt x="656094" y="223266"/>
                </a:lnTo>
                <a:lnTo>
                  <a:pt x="655561" y="236943"/>
                </a:lnTo>
                <a:lnTo>
                  <a:pt x="655332" y="251460"/>
                </a:lnTo>
                <a:lnTo>
                  <a:pt x="653326" y="267208"/>
                </a:lnTo>
                <a:lnTo>
                  <a:pt x="637044" y="312420"/>
                </a:lnTo>
                <a:lnTo>
                  <a:pt x="602322" y="354647"/>
                </a:lnTo>
                <a:lnTo>
                  <a:pt x="565797" y="378142"/>
                </a:lnTo>
                <a:lnTo>
                  <a:pt x="526935" y="396430"/>
                </a:lnTo>
                <a:lnTo>
                  <a:pt x="507504" y="403860"/>
                </a:lnTo>
                <a:lnTo>
                  <a:pt x="509028" y="409956"/>
                </a:lnTo>
                <a:lnTo>
                  <a:pt x="550697" y="397433"/>
                </a:lnTo>
                <a:lnTo>
                  <a:pt x="586371" y="382905"/>
                </a:lnTo>
                <a:lnTo>
                  <a:pt x="638568" y="348996"/>
                </a:lnTo>
                <a:lnTo>
                  <a:pt x="668477" y="299847"/>
                </a:lnTo>
                <a:lnTo>
                  <a:pt x="681240" y="230124"/>
                </a:lnTo>
                <a:lnTo>
                  <a:pt x="694956" y="217932"/>
                </a:lnTo>
                <a:close/>
              </a:path>
              <a:path w="817245" h="410210">
                <a:moveTo>
                  <a:pt x="797064" y="33528"/>
                </a:moveTo>
                <a:lnTo>
                  <a:pt x="768108" y="4572"/>
                </a:lnTo>
                <a:lnTo>
                  <a:pt x="756119" y="10528"/>
                </a:lnTo>
                <a:lnTo>
                  <a:pt x="738581" y="16764"/>
                </a:lnTo>
                <a:lnTo>
                  <a:pt x="654761" y="35534"/>
                </a:lnTo>
                <a:lnTo>
                  <a:pt x="616470" y="41529"/>
                </a:lnTo>
                <a:lnTo>
                  <a:pt x="572465" y="46964"/>
                </a:lnTo>
                <a:lnTo>
                  <a:pt x="522744" y="51816"/>
                </a:lnTo>
                <a:lnTo>
                  <a:pt x="498360" y="35052"/>
                </a:lnTo>
                <a:lnTo>
                  <a:pt x="499224" y="56007"/>
                </a:lnTo>
                <a:lnTo>
                  <a:pt x="499694" y="83439"/>
                </a:lnTo>
                <a:lnTo>
                  <a:pt x="499757" y="98425"/>
                </a:lnTo>
                <a:lnTo>
                  <a:pt x="499643" y="170688"/>
                </a:lnTo>
                <a:lnTo>
                  <a:pt x="498970" y="210388"/>
                </a:lnTo>
                <a:lnTo>
                  <a:pt x="492569" y="260946"/>
                </a:lnTo>
                <a:lnTo>
                  <a:pt x="480682" y="308737"/>
                </a:lnTo>
                <a:lnTo>
                  <a:pt x="463308" y="353809"/>
                </a:lnTo>
                <a:lnTo>
                  <a:pt x="440448" y="396240"/>
                </a:lnTo>
                <a:lnTo>
                  <a:pt x="445020" y="399288"/>
                </a:lnTo>
                <a:lnTo>
                  <a:pt x="474459" y="360337"/>
                </a:lnTo>
                <a:lnTo>
                  <a:pt x="496925" y="318516"/>
                </a:lnTo>
                <a:lnTo>
                  <a:pt x="512495" y="273659"/>
                </a:lnTo>
                <a:lnTo>
                  <a:pt x="521093" y="225920"/>
                </a:lnTo>
                <a:lnTo>
                  <a:pt x="522744" y="175260"/>
                </a:lnTo>
                <a:lnTo>
                  <a:pt x="522744" y="59436"/>
                </a:lnTo>
                <a:lnTo>
                  <a:pt x="620280" y="51816"/>
                </a:lnTo>
                <a:lnTo>
                  <a:pt x="649617" y="49149"/>
                </a:lnTo>
                <a:lnTo>
                  <a:pt x="769340" y="36080"/>
                </a:lnTo>
                <a:lnTo>
                  <a:pt x="797064" y="33528"/>
                </a:lnTo>
                <a:close/>
              </a:path>
              <a:path w="817245" h="410210">
                <a:moveTo>
                  <a:pt x="807732" y="374904"/>
                </a:moveTo>
                <a:lnTo>
                  <a:pt x="778776" y="347472"/>
                </a:lnTo>
                <a:lnTo>
                  <a:pt x="739343" y="333756"/>
                </a:lnTo>
                <a:lnTo>
                  <a:pt x="673620" y="315468"/>
                </a:lnTo>
                <a:lnTo>
                  <a:pt x="672096" y="323088"/>
                </a:lnTo>
                <a:lnTo>
                  <a:pt x="696645" y="334213"/>
                </a:lnTo>
                <a:lnTo>
                  <a:pt x="717626" y="344614"/>
                </a:lnTo>
                <a:lnTo>
                  <a:pt x="760031" y="371602"/>
                </a:lnTo>
                <a:lnTo>
                  <a:pt x="786396" y="396240"/>
                </a:lnTo>
                <a:lnTo>
                  <a:pt x="792492" y="400812"/>
                </a:lnTo>
                <a:lnTo>
                  <a:pt x="797064" y="403860"/>
                </a:lnTo>
                <a:lnTo>
                  <a:pt x="801636" y="403860"/>
                </a:lnTo>
                <a:lnTo>
                  <a:pt x="803160" y="402336"/>
                </a:lnTo>
                <a:lnTo>
                  <a:pt x="804684" y="397764"/>
                </a:lnTo>
                <a:lnTo>
                  <a:pt x="807732" y="394716"/>
                </a:lnTo>
                <a:lnTo>
                  <a:pt x="807732" y="374904"/>
                </a:lnTo>
                <a:close/>
              </a:path>
              <a:path w="817245" h="410210">
                <a:moveTo>
                  <a:pt x="816876" y="121920"/>
                </a:moveTo>
                <a:lnTo>
                  <a:pt x="786396" y="91440"/>
                </a:lnTo>
                <a:lnTo>
                  <a:pt x="765060" y="112776"/>
                </a:lnTo>
                <a:lnTo>
                  <a:pt x="681240" y="112776"/>
                </a:lnTo>
                <a:lnTo>
                  <a:pt x="681240" y="83820"/>
                </a:lnTo>
                <a:lnTo>
                  <a:pt x="693432" y="73152"/>
                </a:lnTo>
                <a:lnTo>
                  <a:pt x="656856" y="57912"/>
                </a:lnTo>
                <a:lnTo>
                  <a:pt x="657733" y="71424"/>
                </a:lnTo>
                <a:lnTo>
                  <a:pt x="658139" y="83439"/>
                </a:lnTo>
                <a:lnTo>
                  <a:pt x="658266" y="91440"/>
                </a:lnTo>
                <a:lnTo>
                  <a:pt x="658380" y="112776"/>
                </a:lnTo>
                <a:lnTo>
                  <a:pt x="531888" y="112776"/>
                </a:lnTo>
                <a:lnTo>
                  <a:pt x="547128" y="128016"/>
                </a:lnTo>
                <a:lnTo>
                  <a:pt x="556501" y="125780"/>
                </a:lnTo>
                <a:lnTo>
                  <a:pt x="566178" y="123825"/>
                </a:lnTo>
                <a:lnTo>
                  <a:pt x="575843" y="122453"/>
                </a:lnTo>
                <a:lnTo>
                  <a:pt x="585228" y="121920"/>
                </a:lnTo>
                <a:lnTo>
                  <a:pt x="658380" y="121920"/>
                </a:lnTo>
                <a:lnTo>
                  <a:pt x="658380" y="170688"/>
                </a:lnTo>
                <a:lnTo>
                  <a:pt x="588276" y="170688"/>
                </a:lnTo>
                <a:lnTo>
                  <a:pt x="563892" y="156972"/>
                </a:lnTo>
                <a:lnTo>
                  <a:pt x="565010" y="174675"/>
                </a:lnTo>
                <a:lnTo>
                  <a:pt x="565988" y="193357"/>
                </a:lnTo>
                <a:lnTo>
                  <a:pt x="566674" y="212915"/>
                </a:lnTo>
                <a:lnTo>
                  <a:pt x="566864" y="227672"/>
                </a:lnTo>
                <a:lnTo>
                  <a:pt x="566889" y="236943"/>
                </a:lnTo>
                <a:lnTo>
                  <a:pt x="566674" y="254342"/>
                </a:lnTo>
                <a:lnTo>
                  <a:pt x="565988" y="276796"/>
                </a:lnTo>
                <a:lnTo>
                  <a:pt x="565137" y="297548"/>
                </a:lnTo>
                <a:lnTo>
                  <a:pt x="563892" y="326136"/>
                </a:lnTo>
                <a:lnTo>
                  <a:pt x="588276" y="315468"/>
                </a:lnTo>
                <a:lnTo>
                  <a:pt x="588276" y="181356"/>
                </a:lnTo>
                <a:lnTo>
                  <a:pt x="755916" y="181356"/>
                </a:lnTo>
                <a:lnTo>
                  <a:pt x="755916" y="318516"/>
                </a:lnTo>
                <a:lnTo>
                  <a:pt x="780300" y="306324"/>
                </a:lnTo>
                <a:lnTo>
                  <a:pt x="779411" y="287540"/>
                </a:lnTo>
                <a:lnTo>
                  <a:pt x="778967" y="261175"/>
                </a:lnTo>
                <a:lnTo>
                  <a:pt x="778840" y="236943"/>
                </a:lnTo>
                <a:lnTo>
                  <a:pt x="778776" y="187452"/>
                </a:lnTo>
                <a:lnTo>
                  <a:pt x="785634" y="181356"/>
                </a:lnTo>
                <a:lnTo>
                  <a:pt x="792492" y="175260"/>
                </a:lnTo>
                <a:lnTo>
                  <a:pt x="786612" y="170688"/>
                </a:lnTo>
                <a:lnTo>
                  <a:pt x="765060" y="153924"/>
                </a:lnTo>
                <a:lnTo>
                  <a:pt x="752868" y="170688"/>
                </a:lnTo>
                <a:lnTo>
                  <a:pt x="681240" y="170688"/>
                </a:lnTo>
                <a:lnTo>
                  <a:pt x="681240" y="121920"/>
                </a:lnTo>
                <a:lnTo>
                  <a:pt x="816876" y="1219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pic>
        <p:nvPicPr>
          <p:cNvPr id="93" name="object 93"/>
          <p:cNvPicPr/>
          <p:nvPr/>
        </p:nvPicPr>
        <p:blipFill>
          <a:blip r:embed="rId17" cstate="print"/>
          <a:stretch>
            <a:fillRect/>
          </a:stretch>
        </p:blipFill>
        <p:spPr>
          <a:xfrm>
            <a:off x="3497532" y="5460492"/>
            <a:ext cx="64055" cy="166116"/>
          </a:xfrm>
          <a:prstGeom prst="rect">
            <a:avLst/>
          </a:prstGeom>
        </p:spPr>
      </p:pic>
      <p:sp>
        <p:nvSpPr>
          <p:cNvPr id="94" name="object 94"/>
          <p:cNvSpPr/>
          <p:nvPr/>
        </p:nvSpPr>
        <p:spPr>
          <a:xfrm>
            <a:off x="3884663" y="5251703"/>
            <a:ext cx="6085840" cy="422275"/>
          </a:xfrm>
          <a:custGeom>
            <a:avLst/>
            <a:gdLst/>
            <a:ahLst/>
            <a:cxnLst/>
            <a:rect l="l" t="t" r="r" b="b"/>
            <a:pathLst>
              <a:path w="6085840" h="422275">
                <a:moveTo>
                  <a:pt x="248424" y="274332"/>
                </a:moveTo>
                <a:lnTo>
                  <a:pt x="206908" y="240487"/>
                </a:lnTo>
                <a:lnTo>
                  <a:pt x="187464" y="231660"/>
                </a:lnTo>
                <a:lnTo>
                  <a:pt x="184416" y="237756"/>
                </a:lnTo>
                <a:lnTo>
                  <a:pt x="197866" y="252564"/>
                </a:lnTo>
                <a:lnTo>
                  <a:pt x="208610" y="267093"/>
                </a:lnTo>
                <a:lnTo>
                  <a:pt x="216776" y="281038"/>
                </a:lnTo>
                <a:lnTo>
                  <a:pt x="222516" y="294144"/>
                </a:lnTo>
                <a:lnTo>
                  <a:pt x="225564" y="306336"/>
                </a:lnTo>
                <a:lnTo>
                  <a:pt x="230136" y="312432"/>
                </a:lnTo>
                <a:lnTo>
                  <a:pt x="236232" y="312432"/>
                </a:lnTo>
                <a:lnTo>
                  <a:pt x="239280" y="307860"/>
                </a:lnTo>
                <a:lnTo>
                  <a:pt x="242328" y="301764"/>
                </a:lnTo>
                <a:lnTo>
                  <a:pt x="246900" y="294144"/>
                </a:lnTo>
                <a:lnTo>
                  <a:pt x="248424" y="288048"/>
                </a:lnTo>
                <a:lnTo>
                  <a:pt x="248424" y="274332"/>
                </a:lnTo>
                <a:close/>
              </a:path>
              <a:path w="6085840" h="422275">
                <a:moveTo>
                  <a:pt x="252996" y="169176"/>
                </a:moveTo>
                <a:lnTo>
                  <a:pt x="220802" y="146697"/>
                </a:lnTo>
                <a:lnTo>
                  <a:pt x="192036" y="134124"/>
                </a:lnTo>
                <a:lnTo>
                  <a:pt x="187464" y="140220"/>
                </a:lnTo>
                <a:lnTo>
                  <a:pt x="201180" y="153670"/>
                </a:lnTo>
                <a:lnTo>
                  <a:pt x="212610" y="166700"/>
                </a:lnTo>
                <a:lnTo>
                  <a:pt x="221754" y="179438"/>
                </a:lnTo>
                <a:lnTo>
                  <a:pt x="228612" y="192036"/>
                </a:lnTo>
                <a:lnTo>
                  <a:pt x="233184" y="202704"/>
                </a:lnTo>
                <a:lnTo>
                  <a:pt x="236232" y="207276"/>
                </a:lnTo>
                <a:lnTo>
                  <a:pt x="240804" y="207276"/>
                </a:lnTo>
                <a:lnTo>
                  <a:pt x="243852" y="204228"/>
                </a:lnTo>
                <a:lnTo>
                  <a:pt x="246900" y="196608"/>
                </a:lnTo>
                <a:lnTo>
                  <a:pt x="252996" y="184416"/>
                </a:lnTo>
                <a:lnTo>
                  <a:pt x="252996" y="169176"/>
                </a:lnTo>
                <a:close/>
              </a:path>
              <a:path w="6085840" h="422275">
                <a:moveTo>
                  <a:pt x="403872" y="67068"/>
                </a:moveTo>
                <a:lnTo>
                  <a:pt x="393204" y="56400"/>
                </a:lnTo>
                <a:lnTo>
                  <a:pt x="367296" y="30492"/>
                </a:lnTo>
                <a:lnTo>
                  <a:pt x="341388" y="56400"/>
                </a:lnTo>
                <a:lnTo>
                  <a:pt x="134124" y="56400"/>
                </a:lnTo>
                <a:lnTo>
                  <a:pt x="138696" y="49771"/>
                </a:lnTo>
                <a:lnTo>
                  <a:pt x="147840" y="37109"/>
                </a:lnTo>
                <a:lnTo>
                  <a:pt x="152412" y="30492"/>
                </a:lnTo>
                <a:lnTo>
                  <a:pt x="167652" y="22872"/>
                </a:lnTo>
                <a:lnTo>
                  <a:pt x="128028" y="12"/>
                </a:lnTo>
                <a:lnTo>
                  <a:pt x="121145" y="20866"/>
                </a:lnTo>
                <a:lnTo>
                  <a:pt x="111836" y="42303"/>
                </a:lnTo>
                <a:lnTo>
                  <a:pt x="85356" y="86880"/>
                </a:lnTo>
                <a:lnTo>
                  <a:pt x="53352" y="128028"/>
                </a:lnTo>
                <a:lnTo>
                  <a:pt x="21348" y="160032"/>
                </a:lnTo>
                <a:lnTo>
                  <a:pt x="24396" y="166128"/>
                </a:lnTo>
                <a:lnTo>
                  <a:pt x="57543" y="143268"/>
                </a:lnTo>
                <a:lnTo>
                  <a:pt x="95237" y="107784"/>
                </a:lnTo>
                <a:lnTo>
                  <a:pt x="128028" y="67068"/>
                </a:lnTo>
                <a:lnTo>
                  <a:pt x="403872" y="67068"/>
                </a:lnTo>
                <a:close/>
              </a:path>
              <a:path w="6085840" h="422275">
                <a:moveTo>
                  <a:pt x="873264" y="181356"/>
                </a:moveTo>
                <a:lnTo>
                  <a:pt x="824877" y="167449"/>
                </a:lnTo>
                <a:lnTo>
                  <a:pt x="774204" y="138684"/>
                </a:lnTo>
                <a:lnTo>
                  <a:pt x="724293" y="93916"/>
                </a:lnTo>
                <a:lnTo>
                  <a:pt x="684187" y="42672"/>
                </a:lnTo>
                <a:lnTo>
                  <a:pt x="676668" y="32004"/>
                </a:lnTo>
                <a:lnTo>
                  <a:pt x="691908" y="21336"/>
                </a:lnTo>
                <a:lnTo>
                  <a:pt x="655332" y="0"/>
                </a:lnTo>
                <a:lnTo>
                  <a:pt x="629805" y="57150"/>
                </a:lnTo>
                <a:lnTo>
                  <a:pt x="588276" y="118872"/>
                </a:lnTo>
                <a:lnTo>
                  <a:pt x="561695" y="149161"/>
                </a:lnTo>
                <a:lnTo>
                  <a:pt x="532269" y="176022"/>
                </a:lnTo>
                <a:lnTo>
                  <a:pt x="499973" y="199453"/>
                </a:lnTo>
                <a:lnTo>
                  <a:pt x="464832" y="219456"/>
                </a:lnTo>
                <a:lnTo>
                  <a:pt x="466356" y="227076"/>
                </a:lnTo>
                <a:lnTo>
                  <a:pt x="501421" y="210502"/>
                </a:lnTo>
                <a:lnTo>
                  <a:pt x="561289" y="173926"/>
                </a:lnTo>
                <a:lnTo>
                  <a:pt x="607771" y="131406"/>
                </a:lnTo>
                <a:lnTo>
                  <a:pt x="650582" y="75488"/>
                </a:lnTo>
                <a:lnTo>
                  <a:pt x="670572" y="42672"/>
                </a:lnTo>
                <a:lnTo>
                  <a:pt x="688860" y="72986"/>
                </a:lnTo>
                <a:lnTo>
                  <a:pt x="725436" y="123901"/>
                </a:lnTo>
                <a:lnTo>
                  <a:pt x="763104" y="163385"/>
                </a:lnTo>
                <a:lnTo>
                  <a:pt x="807580" y="196011"/>
                </a:lnTo>
                <a:lnTo>
                  <a:pt x="832116" y="210312"/>
                </a:lnTo>
                <a:lnTo>
                  <a:pt x="839825" y="201193"/>
                </a:lnTo>
                <a:lnTo>
                  <a:pt x="849261" y="194500"/>
                </a:lnTo>
                <a:lnTo>
                  <a:pt x="860399" y="190385"/>
                </a:lnTo>
                <a:lnTo>
                  <a:pt x="873264" y="188976"/>
                </a:lnTo>
                <a:lnTo>
                  <a:pt x="873264" y="181356"/>
                </a:lnTo>
                <a:close/>
              </a:path>
              <a:path w="6085840" h="422275">
                <a:moveTo>
                  <a:pt x="1202448" y="44196"/>
                </a:moveTo>
                <a:lnTo>
                  <a:pt x="1143012" y="44196"/>
                </a:lnTo>
                <a:lnTo>
                  <a:pt x="1063764" y="224028"/>
                </a:lnTo>
                <a:lnTo>
                  <a:pt x="982992" y="44196"/>
                </a:lnTo>
                <a:lnTo>
                  <a:pt x="925080" y="44196"/>
                </a:lnTo>
                <a:lnTo>
                  <a:pt x="925080" y="367284"/>
                </a:lnTo>
                <a:lnTo>
                  <a:pt x="964704" y="367284"/>
                </a:lnTo>
                <a:lnTo>
                  <a:pt x="964704" y="88392"/>
                </a:lnTo>
                <a:lnTo>
                  <a:pt x="1048524" y="278892"/>
                </a:lnTo>
                <a:lnTo>
                  <a:pt x="1074432" y="278892"/>
                </a:lnTo>
                <a:lnTo>
                  <a:pt x="1159776" y="88392"/>
                </a:lnTo>
                <a:lnTo>
                  <a:pt x="1159776" y="367284"/>
                </a:lnTo>
                <a:lnTo>
                  <a:pt x="1202448" y="367284"/>
                </a:lnTo>
                <a:lnTo>
                  <a:pt x="1202448" y="44196"/>
                </a:lnTo>
                <a:close/>
              </a:path>
              <a:path w="6085840" h="422275">
                <a:moveTo>
                  <a:pt x="1534680" y="239280"/>
                </a:moveTo>
                <a:lnTo>
                  <a:pt x="1511249" y="203085"/>
                </a:lnTo>
                <a:lnTo>
                  <a:pt x="1478292" y="176796"/>
                </a:lnTo>
                <a:lnTo>
                  <a:pt x="1475244" y="181368"/>
                </a:lnTo>
                <a:lnTo>
                  <a:pt x="1485785" y="198297"/>
                </a:lnTo>
                <a:lnTo>
                  <a:pt x="1494485" y="215087"/>
                </a:lnTo>
                <a:lnTo>
                  <a:pt x="1501165" y="232156"/>
                </a:lnTo>
                <a:lnTo>
                  <a:pt x="1505724" y="249948"/>
                </a:lnTo>
                <a:lnTo>
                  <a:pt x="1508023" y="260184"/>
                </a:lnTo>
                <a:lnTo>
                  <a:pt x="1510487" y="267855"/>
                </a:lnTo>
                <a:lnTo>
                  <a:pt x="1513217" y="272656"/>
                </a:lnTo>
                <a:lnTo>
                  <a:pt x="1516392" y="274332"/>
                </a:lnTo>
                <a:lnTo>
                  <a:pt x="1519440" y="274332"/>
                </a:lnTo>
                <a:lnTo>
                  <a:pt x="1522488" y="271284"/>
                </a:lnTo>
                <a:lnTo>
                  <a:pt x="1531632" y="259092"/>
                </a:lnTo>
                <a:lnTo>
                  <a:pt x="1534680" y="251472"/>
                </a:lnTo>
                <a:lnTo>
                  <a:pt x="1534680" y="239280"/>
                </a:lnTo>
                <a:close/>
              </a:path>
              <a:path w="6085840" h="422275">
                <a:moveTo>
                  <a:pt x="2039124" y="60960"/>
                </a:moveTo>
                <a:lnTo>
                  <a:pt x="2036076" y="53340"/>
                </a:lnTo>
                <a:lnTo>
                  <a:pt x="2026932" y="47244"/>
                </a:lnTo>
                <a:lnTo>
                  <a:pt x="2019515" y="40944"/>
                </a:lnTo>
                <a:lnTo>
                  <a:pt x="2008835" y="33337"/>
                </a:lnTo>
                <a:lnTo>
                  <a:pt x="1994992" y="24320"/>
                </a:lnTo>
                <a:lnTo>
                  <a:pt x="1978164" y="13716"/>
                </a:lnTo>
                <a:lnTo>
                  <a:pt x="1973592" y="19812"/>
                </a:lnTo>
                <a:lnTo>
                  <a:pt x="1986991" y="36957"/>
                </a:lnTo>
                <a:lnTo>
                  <a:pt x="1997405" y="51816"/>
                </a:lnTo>
                <a:lnTo>
                  <a:pt x="2004656" y="64389"/>
                </a:lnTo>
                <a:lnTo>
                  <a:pt x="2008644" y="74676"/>
                </a:lnTo>
                <a:lnTo>
                  <a:pt x="2010168" y="85344"/>
                </a:lnTo>
                <a:lnTo>
                  <a:pt x="2014740" y="89916"/>
                </a:lnTo>
                <a:lnTo>
                  <a:pt x="2020836" y="89916"/>
                </a:lnTo>
                <a:lnTo>
                  <a:pt x="2022360" y="88392"/>
                </a:lnTo>
                <a:lnTo>
                  <a:pt x="2026932" y="85344"/>
                </a:lnTo>
                <a:lnTo>
                  <a:pt x="2033028" y="82296"/>
                </a:lnTo>
                <a:lnTo>
                  <a:pt x="2036064" y="76225"/>
                </a:lnTo>
                <a:lnTo>
                  <a:pt x="2039124" y="60960"/>
                </a:lnTo>
                <a:close/>
              </a:path>
              <a:path w="6085840" h="422275">
                <a:moveTo>
                  <a:pt x="2467368" y="28968"/>
                </a:moveTo>
                <a:lnTo>
                  <a:pt x="2461730" y="24396"/>
                </a:lnTo>
                <a:lnTo>
                  <a:pt x="2442984" y="9156"/>
                </a:lnTo>
                <a:lnTo>
                  <a:pt x="2432316" y="22491"/>
                </a:lnTo>
                <a:lnTo>
                  <a:pt x="2432316" y="35064"/>
                </a:lnTo>
                <a:lnTo>
                  <a:pt x="2432316" y="105168"/>
                </a:lnTo>
                <a:lnTo>
                  <a:pt x="2269248" y="105168"/>
                </a:lnTo>
                <a:lnTo>
                  <a:pt x="2269248" y="35064"/>
                </a:lnTo>
                <a:lnTo>
                  <a:pt x="2432316" y="35064"/>
                </a:lnTo>
                <a:lnTo>
                  <a:pt x="2432316" y="22491"/>
                </a:lnTo>
                <a:lnTo>
                  <a:pt x="2430792" y="24396"/>
                </a:lnTo>
                <a:lnTo>
                  <a:pt x="2269248" y="24396"/>
                </a:lnTo>
                <a:lnTo>
                  <a:pt x="2244864" y="12204"/>
                </a:lnTo>
                <a:lnTo>
                  <a:pt x="2245741" y="30149"/>
                </a:lnTo>
                <a:lnTo>
                  <a:pt x="2246198" y="47256"/>
                </a:lnTo>
                <a:lnTo>
                  <a:pt x="2246363" y="63207"/>
                </a:lnTo>
                <a:lnTo>
                  <a:pt x="2246299" y="98209"/>
                </a:lnTo>
                <a:lnTo>
                  <a:pt x="2246198" y="108597"/>
                </a:lnTo>
                <a:lnTo>
                  <a:pt x="2245741" y="124879"/>
                </a:lnTo>
                <a:lnTo>
                  <a:pt x="2244864" y="141744"/>
                </a:lnTo>
                <a:lnTo>
                  <a:pt x="2269248" y="131076"/>
                </a:lnTo>
                <a:lnTo>
                  <a:pt x="2269248" y="115836"/>
                </a:lnTo>
                <a:lnTo>
                  <a:pt x="2432316" y="115836"/>
                </a:lnTo>
                <a:lnTo>
                  <a:pt x="2432316" y="135648"/>
                </a:lnTo>
                <a:lnTo>
                  <a:pt x="2456700" y="126504"/>
                </a:lnTo>
                <a:lnTo>
                  <a:pt x="2455811" y="116497"/>
                </a:lnTo>
                <a:lnTo>
                  <a:pt x="2455786" y="115836"/>
                </a:lnTo>
                <a:lnTo>
                  <a:pt x="2455430" y="108597"/>
                </a:lnTo>
                <a:lnTo>
                  <a:pt x="2455329" y="105168"/>
                </a:lnTo>
                <a:lnTo>
                  <a:pt x="2455189" y="98209"/>
                </a:lnTo>
                <a:lnTo>
                  <a:pt x="2455176" y="38112"/>
                </a:lnTo>
                <a:lnTo>
                  <a:pt x="2459240" y="35064"/>
                </a:lnTo>
                <a:lnTo>
                  <a:pt x="2467368" y="28968"/>
                </a:lnTo>
                <a:close/>
              </a:path>
              <a:path w="6085840" h="422275">
                <a:moveTo>
                  <a:pt x="2496324" y="166128"/>
                </a:moveTo>
                <a:lnTo>
                  <a:pt x="2490838" y="161556"/>
                </a:lnTo>
                <a:lnTo>
                  <a:pt x="2468892" y="143268"/>
                </a:lnTo>
                <a:lnTo>
                  <a:pt x="2455176" y="161556"/>
                </a:lnTo>
                <a:lnTo>
                  <a:pt x="2243340" y="161556"/>
                </a:lnTo>
                <a:lnTo>
                  <a:pt x="2214384" y="147840"/>
                </a:lnTo>
                <a:lnTo>
                  <a:pt x="2215502" y="169265"/>
                </a:lnTo>
                <a:lnTo>
                  <a:pt x="2216480" y="190131"/>
                </a:lnTo>
                <a:lnTo>
                  <a:pt x="2217166" y="210413"/>
                </a:lnTo>
                <a:lnTo>
                  <a:pt x="2217432" y="230136"/>
                </a:lnTo>
                <a:lnTo>
                  <a:pt x="2217166" y="250139"/>
                </a:lnTo>
                <a:lnTo>
                  <a:pt x="2216480" y="271284"/>
                </a:lnTo>
                <a:lnTo>
                  <a:pt x="2215502" y="293573"/>
                </a:lnTo>
                <a:lnTo>
                  <a:pt x="2214384" y="317004"/>
                </a:lnTo>
                <a:lnTo>
                  <a:pt x="2241816" y="306336"/>
                </a:lnTo>
                <a:lnTo>
                  <a:pt x="2241816" y="172224"/>
                </a:lnTo>
                <a:lnTo>
                  <a:pt x="2458224" y="172224"/>
                </a:lnTo>
                <a:lnTo>
                  <a:pt x="2458224" y="309384"/>
                </a:lnTo>
                <a:lnTo>
                  <a:pt x="2484132" y="300240"/>
                </a:lnTo>
                <a:lnTo>
                  <a:pt x="2483891" y="288213"/>
                </a:lnTo>
                <a:lnTo>
                  <a:pt x="2483370" y="277190"/>
                </a:lnTo>
                <a:lnTo>
                  <a:pt x="2482837" y="267017"/>
                </a:lnTo>
                <a:lnTo>
                  <a:pt x="2482634" y="259016"/>
                </a:lnTo>
                <a:lnTo>
                  <a:pt x="2482608" y="178320"/>
                </a:lnTo>
                <a:lnTo>
                  <a:pt x="2489466" y="172224"/>
                </a:lnTo>
                <a:lnTo>
                  <a:pt x="2496324" y="166128"/>
                </a:lnTo>
                <a:close/>
              </a:path>
              <a:path w="6085840" h="422275">
                <a:moveTo>
                  <a:pt x="2505125" y="381698"/>
                </a:moveTo>
                <a:lnTo>
                  <a:pt x="2485606" y="346621"/>
                </a:lnTo>
                <a:lnTo>
                  <a:pt x="2415971" y="321475"/>
                </a:lnTo>
                <a:lnTo>
                  <a:pt x="2359164" y="306336"/>
                </a:lnTo>
                <a:lnTo>
                  <a:pt x="2357640" y="313956"/>
                </a:lnTo>
                <a:lnTo>
                  <a:pt x="2381351" y="325094"/>
                </a:lnTo>
                <a:lnTo>
                  <a:pt x="2402217" y="335673"/>
                </a:lnTo>
                <a:lnTo>
                  <a:pt x="2435364" y="355104"/>
                </a:lnTo>
                <a:lnTo>
                  <a:pt x="2472867" y="383387"/>
                </a:lnTo>
                <a:lnTo>
                  <a:pt x="2488704" y="397776"/>
                </a:lnTo>
                <a:lnTo>
                  <a:pt x="2493276" y="400824"/>
                </a:lnTo>
                <a:lnTo>
                  <a:pt x="2500896" y="400824"/>
                </a:lnTo>
                <a:lnTo>
                  <a:pt x="2502420" y="396252"/>
                </a:lnTo>
                <a:lnTo>
                  <a:pt x="2503932" y="388645"/>
                </a:lnTo>
                <a:lnTo>
                  <a:pt x="2505125" y="381698"/>
                </a:lnTo>
                <a:close/>
              </a:path>
              <a:path w="6085840" h="422275">
                <a:moveTo>
                  <a:pt x="2976372" y="77736"/>
                </a:moveTo>
                <a:lnTo>
                  <a:pt x="2968752" y="70116"/>
                </a:lnTo>
                <a:lnTo>
                  <a:pt x="2951988" y="53352"/>
                </a:lnTo>
                <a:lnTo>
                  <a:pt x="2938272" y="67068"/>
                </a:lnTo>
                <a:lnTo>
                  <a:pt x="2938272" y="80784"/>
                </a:lnTo>
                <a:lnTo>
                  <a:pt x="2938272" y="297192"/>
                </a:lnTo>
                <a:lnTo>
                  <a:pt x="2849880" y="297192"/>
                </a:lnTo>
                <a:lnTo>
                  <a:pt x="2849880" y="80784"/>
                </a:lnTo>
                <a:lnTo>
                  <a:pt x="2938272" y="80784"/>
                </a:lnTo>
                <a:lnTo>
                  <a:pt x="2938272" y="67068"/>
                </a:lnTo>
                <a:lnTo>
                  <a:pt x="2935224" y="70116"/>
                </a:lnTo>
                <a:lnTo>
                  <a:pt x="2849880" y="70116"/>
                </a:lnTo>
                <a:lnTo>
                  <a:pt x="2823972" y="53352"/>
                </a:lnTo>
                <a:lnTo>
                  <a:pt x="2824213" y="83896"/>
                </a:lnTo>
                <a:lnTo>
                  <a:pt x="2824734" y="118313"/>
                </a:lnTo>
                <a:lnTo>
                  <a:pt x="2825267" y="156425"/>
                </a:lnTo>
                <a:lnTo>
                  <a:pt x="2825496" y="198132"/>
                </a:lnTo>
                <a:lnTo>
                  <a:pt x="2825267" y="240753"/>
                </a:lnTo>
                <a:lnTo>
                  <a:pt x="2824213" y="321995"/>
                </a:lnTo>
                <a:lnTo>
                  <a:pt x="2823972" y="361200"/>
                </a:lnTo>
                <a:lnTo>
                  <a:pt x="2849880" y="349008"/>
                </a:lnTo>
                <a:lnTo>
                  <a:pt x="2849880" y="307860"/>
                </a:lnTo>
                <a:lnTo>
                  <a:pt x="2938272" y="307860"/>
                </a:lnTo>
                <a:lnTo>
                  <a:pt x="2938272" y="344436"/>
                </a:lnTo>
                <a:lnTo>
                  <a:pt x="2964180" y="333768"/>
                </a:lnTo>
                <a:lnTo>
                  <a:pt x="2963443" y="307860"/>
                </a:lnTo>
                <a:lnTo>
                  <a:pt x="2963316" y="297192"/>
                </a:lnTo>
                <a:lnTo>
                  <a:pt x="2962986" y="270116"/>
                </a:lnTo>
                <a:lnTo>
                  <a:pt x="2962757" y="220738"/>
                </a:lnTo>
                <a:lnTo>
                  <a:pt x="2962656" y="86880"/>
                </a:lnTo>
                <a:lnTo>
                  <a:pt x="2971800" y="80784"/>
                </a:lnTo>
                <a:lnTo>
                  <a:pt x="2976372" y="77736"/>
                </a:lnTo>
                <a:close/>
              </a:path>
              <a:path w="6085840" h="422275">
                <a:moveTo>
                  <a:pt x="3259848" y="274332"/>
                </a:moveTo>
                <a:lnTo>
                  <a:pt x="3217481" y="240487"/>
                </a:lnTo>
                <a:lnTo>
                  <a:pt x="3198888" y="231660"/>
                </a:lnTo>
                <a:lnTo>
                  <a:pt x="3195840" y="237756"/>
                </a:lnTo>
                <a:lnTo>
                  <a:pt x="3209290" y="252564"/>
                </a:lnTo>
                <a:lnTo>
                  <a:pt x="3220034" y="267093"/>
                </a:lnTo>
                <a:lnTo>
                  <a:pt x="3228200" y="281038"/>
                </a:lnTo>
                <a:lnTo>
                  <a:pt x="3233940" y="294144"/>
                </a:lnTo>
                <a:lnTo>
                  <a:pt x="3236988" y="306336"/>
                </a:lnTo>
                <a:lnTo>
                  <a:pt x="3240036" y="312432"/>
                </a:lnTo>
                <a:lnTo>
                  <a:pt x="3246132" y="312432"/>
                </a:lnTo>
                <a:lnTo>
                  <a:pt x="3249180" y="307860"/>
                </a:lnTo>
                <a:lnTo>
                  <a:pt x="3253752" y="301764"/>
                </a:lnTo>
                <a:lnTo>
                  <a:pt x="3258324" y="294144"/>
                </a:lnTo>
                <a:lnTo>
                  <a:pt x="3259848" y="288048"/>
                </a:lnTo>
                <a:lnTo>
                  <a:pt x="3259848" y="274332"/>
                </a:lnTo>
                <a:close/>
              </a:path>
              <a:path w="6085840" h="422275">
                <a:moveTo>
                  <a:pt x="3262896" y="169176"/>
                </a:moveTo>
                <a:lnTo>
                  <a:pt x="3231464" y="146697"/>
                </a:lnTo>
                <a:lnTo>
                  <a:pt x="3201936" y="134124"/>
                </a:lnTo>
                <a:lnTo>
                  <a:pt x="3198888" y="140220"/>
                </a:lnTo>
                <a:lnTo>
                  <a:pt x="3212579" y="153670"/>
                </a:lnTo>
                <a:lnTo>
                  <a:pt x="3223844" y="166700"/>
                </a:lnTo>
                <a:lnTo>
                  <a:pt x="3232531" y="179438"/>
                </a:lnTo>
                <a:lnTo>
                  <a:pt x="3238512" y="192036"/>
                </a:lnTo>
                <a:lnTo>
                  <a:pt x="3243084" y="202704"/>
                </a:lnTo>
                <a:lnTo>
                  <a:pt x="3247656" y="207276"/>
                </a:lnTo>
                <a:lnTo>
                  <a:pt x="3252228" y="207276"/>
                </a:lnTo>
                <a:lnTo>
                  <a:pt x="3253752" y="204228"/>
                </a:lnTo>
                <a:lnTo>
                  <a:pt x="3258324" y="196608"/>
                </a:lnTo>
                <a:lnTo>
                  <a:pt x="3261372" y="190512"/>
                </a:lnTo>
                <a:lnTo>
                  <a:pt x="3262896" y="184416"/>
                </a:lnTo>
                <a:lnTo>
                  <a:pt x="3262896" y="169176"/>
                </a:lnTo>
                <a:close/>
              </a:path>
              <a:path w="6085840" h="422275">
                <a:moveTo>
                  <a:pt x="3413772" y="67068"/>
                </a:moveTo>
                <a:lnTo>
                  <a:pt x="3403549" y="56400"/>
                </a:lnTo>
                <a:lnTo>
                  <a:pt x="3378720" y="30492"/>
                </a:lnTo>
                <a:lnTo>
                  <a:pt x="3351288" y="56400"/>
                </a:lnTo>
                <a:lnTo>
                  <a:pt x="3145548" y="56400"/>
                </a:lnTo>
                <a:lnTo>
                  <a:pt x="3149473" y="49771"/>
                </a:lnTo>
                <a:lnTo>
                  <a:pt x="3154121" y="43446"/>
                </a:lnTo>
                <a:lnTo>
                  <a:pt x="3159048" y="37109"/>
                </a:lnTo>
                <a:lnTo>
                  <a:pt x="3163836" y="30492"/>
                </a:lnTo>
                <a:lnTo>
                  <a:pt x="3177552" y="22872"/>
                </a:lnTo>
                <a:lnTo>
                  <a:pt x="3139452" y="12"/>
                </a:lnTo>
                <a:lnTo>
                  <a:pt x="3132353" y="20866"/>
                </a:lnTo>
                <a:lnTo>
                  <a:pt x="3122688" y="42303"/>
                </a:lnTo>
                <a:lnTo>
                  <a:pt x="3096780" y="86880"/>
                </a:lnTo>
                <a:lnTo>
                  <a:pt x="3064586" y="128028"/>
                </a:lnTo>
                <a:lnTo>
                  <a:pt x="3031248" y="160032"/>
                </a:lnTo>
                <a:lnTo>
                  <a:pt x="3035820" y="166128"/>
                </a:lnTo>
                <a:lnTo>
                  <a:pt x="3068777" y="143268"/>
                </a:lnTo>
                <a:lnTo>
                  <a:pt x="3105162" y="107784"/>
                </a:lnTo>
                <a:lnTo>
                  <a:pt x="3139452" y="67068"/>
                </a:lnTo>
                <a:lnTo>
                  <a:pt x="3413772" y="67068"/>
                </a:lnTo>
                <a:close/>
              </a:path>
              <a:path w="6085840" h="422275">
                <a:moveTo>
                  <a:pt x="3883164" y="181356"/>
                </a:moveTo>
                <a:lnTo>
                  <a:pt x="3835539" y="167449"/>
                </a:lnTo>
                <a:lnTo>
                  <a:pt x="3785628" y="138684"/>
                </a:lnTo>
                <a:lnTo>
                  <a:pt x="3734955" y="93916"/>
                </a:lnTo>
                <a:lnTo>
                  <a:pt x="3694303" y="42672"/>
                </a:lnTo>
                <a:lnTo>
                  <a:pt x="3686568" y="32004"/>
                </a:lnTo>
                <a:lnTo>
                  <a:pt x="3703332" y="21336"/>
                </a:lnTo>
                <a:lnTo>
                  <a:pt x="3666756" y="0"/>
                </a:lnTo>
                <a:lnTo>
                  <a:pt x="3655631" y="28003"/>
                </a:lnTo>
                <a:lnTo>
                  <a:pt x="3640658" y="57150"/>
                </a:lnTo>
                <a:lnTo>
                  <a:pt x="3599700" y="118872"/>
                </a:lnTo>
                <a:lnTo>
                  <a:pt x="3573094" y="149161"/>
                </a:lnTo>
                <a:lnTo>
                  <a:pt x="3543503" y="176022"/>
                </a:lnTo>
                <a:lnTo>
                  <a:pt x="3510750" y="199453"/>
                </a:lnTo>
                <a:lnTo>
                  <a:pt x="3474732" y="219456"/>
                </a:lnTo>
                <a:lnTo>
                  <a:pt x="3476256" y="227076"/>
                </a:lnTo>
                <a:lnTo>
                  <a:pt x="3511994" y="210502"/>
                </a:lnTo>
                <a:lnTo>
                  <a:pt x="3572052" y="173926"/>
                </a:lnTo>
                <a:lnTo>
                  <a:pt x="3619195" y="131406"/>
                </a:lnTo>
                <a:lnTo>
                  <a:pt x="3662007" y="75488"/>
                </a:lnTo>
                <a:lnTo>
                  <a:pt x="3681996" y="42672"/>
                </a:lnTo>
                <a:lnTo>
                  <a:pt x="3700284" y="72986"/>
                </a:lnTo>
                <a:lnTo>
                  <a:pt x="3736860" y="123901"/>
                </a:lnTo>
                <a:lnTo>
                  <a:pt x="3774313" y="163385"/>
                </a:lnTo>
                <a:lnTo>
                  <a:pt x="3818369" y="196011"/>
                </a:lnTo>
                <a:lnTo>
                  <a:pt x="3843540" y="210312"/>
                </a:lnTo>
                <a:lnTo>
                  <a:pt x="3850373" y="201193"/>
                </a:lnTo>
                <a:lnTo>
                  <a:pt x="3859352" y="194500"/>
                </a:lnTo>
                <a:lnTo>
                  <a:pt x="3870325" y="190385"/>
                </a:lnTo>
                <a:lnTo>
                  <a:pt x="3883164" y="188976"/>
                </a:lnTo>
                <a:lnTo>
                  <a:pt x="3883164" y="181356"/>
                </a:lnTo>
                <a:close/>
              </a:path>
              <a:path w="6085840" h="422275">
                <a:moveTo>
                  <a:pt x="4299216" y="44196"/>
                </a:moveTo>
                <a:lnTo>
                  <a:pt x="4256544" y="44196"/>
                </a:lnTo>
                <a:lnTo>
                  <a:pt x="4192536" y="315468"/>
                </a:lnTo>
                <a:lnTo>
                  <a:pt x="4127004" y="44196"/>
                </a:lnTo>
                <a:lnTo>
                  <a:pt x="4082808" y="44196"/>
                </a:lnTo>
                <a:lnTo>
                  <a:pt x="4018800" y="312420"/>
                </a:lnTo>
                <a:lnTo>
                  <a:pt x="3953268" y="44196"/>
                </a:lnTo>
                <a:lnTo>
                  <a:pt x="3909072" y="44196"/>
                </a:lnTo>
                <a:lnTo>
                  <a:pt x="3991368" y="367284"/>
                </a:lnTo>
                <a:lnTo>
                  <a:pt x="4038612" y="367284"/>
                </a:lnTo>
                <a:lnTo>
                  <a:pt x="4104144" y="99060"/>
                </a:lnTo>
                <a:lnTo>
                  <a:pt x="4169676" y="367284"/>
                </a:lnTo>
                <a:lnTo>
                  <a:pt x="4218444" y="367284"/>
                </a:lnTo>
                <a:lnTo>
                  <a:pt x="4299216" y="44196"/>
                </a:lnTo>
                <a:close/>
              </a:path>
              <a:path w="6085840" h="422275">
                <a:moveTo>
                  <a:pt x="4605540" y="239280"/>
                </a:moveTo>
                <a:lnTo>
                  <a:pt x="4583633" y="203085"/>
                </a:lnTo>
                <a:lnTo>
                  <a:pt x="4550676" y="176796"/>
                </a:lnTo>
                <a:lnTo>
                  <a:pt x="4546104" y="181368"/>
                </a:lnTo>
                <a:lnTo>
                  <a:pt x="4557534" y="198297"/>
                </a:lnTo>
                <a:lnTo>
                  <a:pt x="4566678" y="215087"/>
                </a:lnTo>
                <a:lnTo>
                  <a:pt x="4573536" y="232156"/>
                </a:lnTo>
                <a:lnTo>
                  <a:pt x="4578108" y="249948"/>
                </a:lnTo>
                <a:lnTo>
                  <a:pt x="4580407" y="260184"/>
                </a:lnTo>
                <a:lnTo>
                  <a:pt x="4582871" y="267855"/>
                </a:lnTo>
                <a:lnTo>
                  <a:pt x="4585601" y="272656"/>
                </a:lnTo>
                <a:lnTo>
                  <a:pt x="4588776" y="274332"/>
                </a:lnTo>
                <a:lnTo>
                  <a:pt x="4590300" y="274332"/>
                </a:lnTo>
                <a:lnTo>
                  <a:pt x="4594872" y="271284"/>
                </a:lnTo>
                <a:lnTo>
                  <a:pt x="4604016" y="259092"/>
                </a:lnTo>
                <a:lnTo>
                  <a:pt x="4605540" y="251472"/>
                </a:lnTo>
                <a:lnTo>
                  <a:pt x="4605540" y="239280"/>
                </a:lnTo>
                <a:close/>
              </a:path>
              <a:path w="6085840" h="422275">
                <a:moveTo>
                  <a:pt x="5113032" y="60960"/>
                </a:moveTo>
                <a:lnTo>
                  <a:pt x="5109984" y="53340"/>
                </a:lnTo>
                <a:lnTo>
                  <a:pt x="5102364" y="47244"/>
                </a:lnTo>
                <a:lnTo>
                  <a:pt x="5094948" y="40944"/>
                </a:lnTo>
                <a:lnTo>
                  <a:pt x="5084267" y="33337"/>
                </a:lnTo>
                <a:lnTo>
                  <a:pt x="5070424" y="24320"/>
                </a:lnTo>
                <a:lnTo>
                  <a:pt x="5053596" y="13716"/>
                </a:lnTo>
                <a:lnTo>
                  <a:pt x="5049024" y="19812"/>
                </a:lnTo>
                <a:lnTo>
                  <a:pt x="5062207" y="36957"/>
                </a:lnTo>
                <a:lnTo>
                  <a:pt x="5072265" y="51816"/>
                </a:lnTo>
                <a:lnTo>
                  <a:pt x="5079454" y="64389"/>
                </a:lnTo>
                <a:lnTo>
                  <a:pt x="5084076" y="74676"/>
                </a:lnTo>
                <a:lnTo>
                  <a:pt x="5085600" y="85344"/>
                </a:lnTo>
                <a:lnTo>
                  <a:pt x="5088648" y="89916"/>
                </a:lnTo>
                <a:lnTo>
                  <a:pt x="5094744" y="89916"/>
                </a:lnTo>
                <a:lnTo>
                  <a:pt x="5097792" y="88392"/>
                </a:lnTo>
                <a:lnTo>
                  <a:pt x="5106936" y="82296"/>
                </a:lnTo>
                <a:lnTo>
                  <a:pt x="5109972" y="76225"/>
                </a:lnTo>
                <a:lnTo>
                  <a:pt x="5113032" y="60960"/>
                </a:lnTo>
                <a:close/>
              </a:path>
              <a:path w="6085840" h="422275">
                <a:moveTo>
                  <a:pt x="5542800" y="28968"/>
                </a:moveTo>
                <a:lnTo>
                  <a:pt x="5537162" y="24396"/>
                </a:lnTo>
                <a:lnTo>
                  <a:pt x="5518416" y="9156"/>
                </a:lnTo>
                <a:lnTo>
                  <a:pt x="5507748" y="22491"/>
                </a:lnTo>
                <a:lnTo>
                  <a:pt x="5507748" y="35064"/>
                </a:lnTo>
                <a:lnTo>
                  <a:pt x="5507748" y="105168"/>
                </a:lnTo>
                <a:lnTo>
                  <a:pt x="5344680" y="105168"/>
                </a:lnTo>
                <a:lnTo>
                  <a:pt x="5344680" y="35064"/>
                </a:lnTo>
                <a:lnTo>
                  <a:pt x="5507748" y="35064"/>
                </a:lnTo>
                <a:lnTo>
                  <a:pt x="5507748" y="22491"/>
                </a:lnTo>
                <a:lnTo>
                  <a:pt x="5506224" y="24396"/>
                </a:lnTo>
                <a:lnTo>
                  <a:pt x="5344680" y="24396"/>
                </a:lnTo>
                <a:lnTo>
                  <a:pt x="5320296" y="12204"/>
                </a:lnTo>
                <a:lnTo>
                  <a:pt x="5320525" y="30149"/>
                </a:lnTo>
                <a:lnTo>
                  <a:pt x="5321058" y="47256"/>
                </a:lnTo>
                <a:lnTo>
                  <a:pt x="5321579" y="63207"/>
                </a:lnTo>
                <a:lnTo>
                  <a:pt x="5321820" y="77736"/>
                </a:lnTo>
                <a:lnTo>
                  <a:pt x="5321579" y="92875"/>
                </a:lnTo>
                <a:lnTo>
                  <a:pt x="5320525" y="124879"/>
                </a:lnTo>
                <a:lnTo>
                  <a:pt x="5320296" y="141744"/>
                </a:lnTo>
                <a:lnTo>
                  <a:pt x="5344680" y="131076"/>
                </a:lnTo>
                <a:lnTo>
                  <a:pt x="5344680" y="115836"/>
                </a:lnTo>
                <a:lnTo>
                  <a:pt x="5507748" y="115836"/>
                </a:lnTo>
                <a:lnTo>
                  <a:pt x="5507748" y="135648"/>
                </a:lnTo>
                <a:lnTo>
                  <a:pt x="5532132" y="126504"/>
                </a:lnTo>
                <a:lnTo>
                  <a:pt x="5531243" y="116497"/>
                </a:lnTo>
                <a:lnTo>
                  <a:pt x="5531218" y="115836"/>
                </a:lnTo>
                <a:lnTo>
                  <a:pt x="5530799" y="107073"/>
                </a:lnTo>
                <a:lnTo>
                  <a:pt x="5530761" y="105168"/>
                </a:lnTo>
                <a:lnTo>
                  <a:pt x="5530621" y="98209"/>
                </a:lnTo>
                <a:lnTo>
                  <a:pt x="5530608" y="38112"/>
                </a:lnTo>
                <a:lnTo>
                  <a:pt x="5534672" y="35064"/>
                </a:lnTo>
                <a:lnTo>
                  <a:pt x="5542800" y="28968"/>
                </a:lnTo>
                <a:close/>
              </a:path>
              <a:path w="6085840" h="422275">
                <a:moveTo>
                  <a:pt x="5571756" y="166128"/>
                </a:moveTo>
                <a:lnTo>
                  <a:pt x="5566270" y="161556"/>
                </a:lnTo>
                <a:lnTo>
                  <a:pt x="5544324" y="143268"/>
                </a:lnTo>
                <a:lnTo>
                  <a:pt x="5530608" y="161556"/>
                </a:lnTo>
                <a:lnTo>
                  <a:pt x="5318772" y="161556"/>
                </a:lnTo>
                <a:lnTo>
                  <a:pt x="5289816" y="147840"/>
                </a:lnTo>
                <a:lnTo>
                  <a:pt x="5290693" y="169265"/>
                </a:lnTo>
                <a:lnTo>
                  <a:pt x="5291150" y="190131"/>
                </a:lnTo>
                <a:lnTo>
                  <a:pt x="5291277" y="205752"/>
                </a:lnTo>
                <a:lnTo>
                  <a:pt x="5291175" y="267017"/>
                </a:lnTo>
                <a:lnTo>
                  <a:pt x="5291137" y="271856"/>
                </a:lnTo>
                <a:lnTo>
                  <a:pt x="5290693" y="293573"/>
                </a:lnTo>
                <a:lnTo>
                  <a:pt x="5289816" y="317004"/>
                </a:lnTo>
                <a:lnTo>
                  <a:pt x="5315724" y="306336"/>
                </a:lnTo>
                <a:lnTo>
                  <a:pt x="5315724" y="172224"/>
                </a:lnTo>
                <a:lnTo>
                  <a:pt x="5533656" y="172224"/>
                </a:lnTo>
                <a:lnTo>
                  <a:pt x="5533656" y="309384"/>
                </a:lnTo>
                <a:lnTo>
                  <a:pt x="5559564" y="300240"/>
                </a:lnTo>
                <a:lnTo>
                  <a:pt x="5558675" y="288213"/>
                </a:lnTo>
                <a:lnTo>
                  <a:pt x="5558231" y="277190"/>
                </a:lnTo>
                <a:lnTo>
                  <a:pt x="5558142" y="271856"/>
                </a:lnTo>
                <a:lnTo>
                  <a:pt x="5558040" y="178320"/>
                </a:lnTo>
                <a:lnTo>
                  <a:pt x="5564898" y="172224"/>
                </a:lnTo>
                <a:lnTo>
                  <a:pt x="5571756" y="166128"/>
                </a:lnTo>
                <a:close/>
              </a:path>
              <a:path w="6085840" h="422275">
                <a:moveTo>
                  <a:pt x="5579923" y="381698"/>
                </a:moveTo>
                <a:lnTo>
                  <a:pt x="5561038" y="346621"/>
                </a:lnTo>
                <a:lnTo>
                  <a:pt x="5491404" y="321475"/>
                </a:lnTo>
                <a:lnTo>
                  <a:pt x="5434596" y="306336"/>
                </a:lnTo>
                <a:lnTo>
                  <a:pt x="5433072" y="313956"/>
                </a:lnTo>
                <a:lnTo>
                  <a:pt x="5456783" y="325094"/>
                </a:lnTo>
                <a:lnTo>
                  <a:pt x="5477649" y="335673"/>
                </a:lnTo>
                <a:lnTo>
                  <a:pt x="5510796" y="355104"/>
                </a:lnTo>
                <a:lnTo>
                  <a:pt x="5548084" y="383387"/>
                </a:lnTo>
                <a:lnTo>
                  <a:pt x="5564136" y="397776"/>
                </a:lnTo>
                <a:lnTo>
                  <a:pt x="5568708" y="400824"/>
                </a:lnTo>
                <a:lnTo>
                  <a:pt x="5574804" y="400824"/>
                </a:lnTo>
                <a:lnTo>
                  <a:pt x="5577852" y="396252"/>
                </a:lnTo>
                <a:lnTo>
                  <a:pt x="5579364" y="388645"/>
                </a:lnTo>
                <a:lnTo>
                  <a:pt x="5579923" y="381698"/>
                </a:lnTo>
                <a:close/>
              </a:path>
              <a:path w="6085840" h="422275">
                <a:moveTo>
                  <a:pt x="6065532" y="377952"/>
                </a:moveTo>
                <a:lnTo>
                  <a:pt x="6030480" y="338328"/>
                </a:lnTo>
                <a:lnTo>
                  <a:pt x="6000000" y="367284"/>
                </a:lnTo>
                <a:lnTo>
                  <a:pt x="5878080" y="367284"/>
                </a:lnTo>
                <a:lnTo>
                  <a:pt x="5878080" y="271272"/>
                </a:lnTo>
                <a:lnTo>
                  <a:pt x="6024384" y="271272"/>
                </a:lnTo>
                <a:lnTo>
                  <a:pt x="5989332" y="233172"/>
                </a:lnTo>
                <a:lnTo>
                  <a:pt x="5961900" y="262128"/>
                </a:lnTo>
                <a:lnTo>
                  <a:pt x="5878080" y="262128"/>
                </a:lnTo>
                <a:lnTo>
                  <a:pt x="5878080" y="178308"/>
                </a:lnTo>
                <a:lnTo>
                  <a:pt x="5896940" y="176009"/>
                </a:lnTo>
                <a:lnTo>
                  <a:pt x="5974092" y="167640"/>
                </a:lnTo>
                <a:lnTo>
                  <a:pt x="5996952" y="195072"/>
                </a:lnTo>
                <a:lnTo>
                  <a:pt x="5998476" y="199644"/>
                </a:lnTo>
                <a:lnTo>
                  <a:pt x="6001524" y="202692"/>
                </a:lnTo>
                <a:lnTo>
                  <a:pt x="6006096" y="202692"/>
                </a:lnTo>
                <a:lnTo>
                  <a:pt x="6010668" y="198120"/>
                </a:lnTo>
                <a:lnTo>
                  <a:pt x="6013716" y="188976"/>
                </a:lnTo>
                <a:lnTo>
                  <a:pt x="6015660" y="182384"/>
                </a:lnTo>
                <a:lnTo>
                  <a:pt x="6016764" y="176212"/>
                </a:lnTo>
                <a:lnTo>
                  <a:pt x="6016714" y="170332"/>
                </a:lnTo>
                <a:lnTo>
                  <a:pt x="5979249" y="131025"/>
                </a:lnTo>
                <a:lnTo>
                  <a:pt x="5929579" y="104635"/>
                </a:lnTo>
                <a:lnTo>
                  <a:pt x="5893320" y="86868"/>
                </a:lnTo>
                <a:lnTo>
                  <a:pt x="5890272" y="92964"/>
                </a:lnTo>
                <a:lnTo>
                  <a:pt x="5912866" y="109855"/>
                </a:lnTo>
                <a:lnTo>
                  <a:pt x="5932754" y="126301"/>
                </a:lnTo>
                <a:lnTo>
                  <a:pt x="5950064" y="142481"/>
                </a:lnTo>
                <a:lnTo>
                  <a:pt x="5964948" y="158496"/>
                </a:lnTo>
                <a:lnTo>
                  <a:pt x="5854077" y="165163"/>
                </a:lnTo>
                <a:lnTo>
                  <a:pt x="5799493" y="168148"/>
                </a:lnTo>
                <a:lnTo>
                  <a:pt x="5745492" y="170688"/>
                </a:lnTo>
                <a:lnTo>
                  <a:pt x="5764657" y="155498"/>
                </a:lnTo>
                <a:lnTo>
                  <a:pt x="5781116" y="141732"/>
                </a:lnTo>
                <a:lnTo>
                  <a:pt x="5818136" y="105346"/>
                </a:lnTo>
                <a:lnTo>
                  <a:pt x="5849518" y="71056"/>
                </a:lnTo>
                <a:lnTo>
                  <a:pt x="5868936" y="48768"/>
                </a:lnTo>
                <a:lnTo>
                  <a:pt x="6050292" y="48768"/>
                </a:lnTo>
                <a:lnTo>
                  <a:pt x="6013716" y="12192"/>
                </a:lnTo>
                <a:lnTo>
                  <a:pt x="5986284" y="38100"/>
                </a:lnTo>
                <a:lnTo>
                  <a:pt x="5681484" y="38100"/>
                </a:lnTo>
                <a:lnTo>
                  <a:pt x="5696724" y="54864"/>
                </a:lnTo>
                <a:lnTo>
                  <a:pt x="5707024" y="51993"/>
                </a:lnTo>
                <a:lnTo>
                  <a:pt x="5717489" y="50101"/>
                </a:lnTo>
                <a:lnTo>
                  <a:pt x="5728220" y="49085"/>
                </a:lnTo>
                <a:lnTo>
                  <a:pt x="5739396" y="48768"/>
                </a:lnTo>
                <a:lnTo>
                  <a:pt x="5830836" y="48768"/>
                </a:lnTo>
                <a:lnTo>
                  <a:pt x="5809119" y="84391"/>
                </a:lnTo>
                <a:lnTo>
                  <a:pt x="5785116" y="114300"/>
                </a:lnTo>
                <a:lnTo>
                  <a:pt x="5753176" y="145808"/>
                </a:lnTo>
                <a:lnTo>
                  <a:pt x="5718911" y="164401"/>
                </a:lnTo>
                <a:lnTo>
                  <a:pt x="5708916" y="166116"/>
                </a:lnTo>
                <a:lnTo>
                  <a:pt x="5730252" y="205740"/>
                </a:lnTo>
                <a:lnTo>
                  <a:pt x="5771400" y="192024"/>
                </a:lnTo>
                <a:lnTo>
                  <a:pt x="5827331" y="182384"/>
                </a:lnTo>
                <a:lnTo>
                  <a:pt x="5852172" y="179832"/>
                </a:lnTo>
                <a:lnTo>
                  <a:pt x="5852172" y="262128"/>
                </a:lnTo>
                <a:lnTo>
                  <a:pt x="5707392" y="262128"/>
                </a:lnTo>
                <a:lnTo>
                  <a:pt x="5722632" y="277368"/>
                </a:lnTo>
                <a:lnTo>
                  <a:pt x="5732932" y="275132"/>
                </a:lnTo>
                <a:lnTo>
                  <a:pt x="5743397" y="273177"/>
                </a:lnTo>
                <a:lnTo>
                  <a:pt x="5754128" y="271805"/>
                </a:lnTo>
                <a:lnTo>
                  <a:pt x="5765304" y="271272"/>
                </a:lnTo>
                <a:lnTo>
                  <a:pt x="5852172" y="271272"/>
                </a:lnTo>
                <a:lnTo>
                  <a:pt x="5852172" y="367284"/>
                </a:lnTo>
                <a:lnTo>
                  <a:pt x="5664720" y="367284"/>
                </a:lnTo>
                <a:lnTo>
                  <a:pt x="5679960" y="382524"/>
                </a:lnTo>
                <a:lnTo>
                  <a:pt x="5689384" y="380530"/>
                </a:lnTo>
                <a:lnTo>
                  <a:pt x="5699391" y="379095"/>
                </a:lnTo>
                <a:lnTo>
                  <a:pt x="5709958" y="378244"/>
                </a:lnTo>
                <a:lnTo>
                  <a:pt x="5721108" y="377952"/>
                </a:lnTo>
                <a:lnTo>
                  <a:pt x="6065532" y="377952"/>
                </a:lnTo>
                <a:close/>
              </a:path>
              <a:path w="6085840" h="422275">
                <a:moveTo>
                  <a:pt x="6085344" y="402336"/>
                </a:moveTo>
                <a:lnTo>
                  <a:pt x="5270398" y="402336"/>
                </a:lnTo>
                <a:lnTo>
                  <a:pt x="5273472" y="401675"/>
                </a:lnTo>
                <a:lnTo>
                  <a:pt x="5306580" y="392823"/>
                </a:lnTo>
                <a:lnTo>
                  <a:pt x="5355348" y="373392"/>
                </a:lnTo>
                <a:lnTo>
                  <a:pt x="5387352" y="347675"/>
                </a:lnTo>
                <a:lnTo>
                  <a:pt x="5410212" y="313956"/>
                </a:lnTo>
                <a:lnTo>
                  <a:pt x="5426024" y="271856"/>
                </a:lnTo>
                <a:lnTo>
                  <a:pt x="5436120" y="219468"/>
                </a:lnTo>
                <a:lnTo>
                  <a:pt x="5449836" y="205752"/>
                </a:lnTo>
                <a:lnTo>
                  <a:pt x="5408688" y="185940"/>
                </a:lnTo>
                <a:lnTo>
                  <a:pt x="5407850" y="211632"/>
                </a:lnTo>
                <a:lnTo>
                  <a:pt x="5405450" y="236042"/>
                </a:lnTo>
                <a:lnTo>
                  <a:pt x="5396496" y="280428"/>
                </a:lnTo>
                <a:lnTo>
                  <a:pt x="5379923" y="318147"/>
                </a:lnTo>
                <a:lnTo>
                  <a:pt x="5355348" y="349008"/>
                </a:lnTo>
                <a:lnTo>
                  <a:pt x="5309819" y="375107"/>
                </a:lnTo>
                <a:lnTo>
                  <a:pt x="5233467" y="402336"/>
                </a:lnTo>
                <a:lnTo>
                  <a:pt x="4933251" y="402336"/>
                </a:lnTo>
                <a:lnTo>
                  <a:pt x="4961585" y="388416"/>
                </a:lnTo>
                <a:lnTo>
                  <a:pt x="4991874" y="369379"/>
                </a:lnTo>
                <a:lnTo>
                  <a:pt x="5021021" y="346646"/>
                </a:lnTo>
                <a:lnTo>
                  <a:pt x="5049024" y="320040"/>
                </a:lnTo>
                <a:lnTo>
                  <a:pt x="5069929" y="344665"/>
                </a:lnTo>
                <a:lnTo>
                  <a:pt x="5107737" y="377913"/>
                </a:lnTo>
                <a:lnTo>
                  <a:pt x="5152656" y="396049"/>
                </a:lnTo>
                <a:lnTo>
                  <a:pt x="5170944" y="399288"/>
                </a:lnTo>
                <a:lnTo>
                  <a:pt x="5175516" y="399288"/>
                </a:lnTo>
                <a:lnTo>
                  <a:pt x="5175453" y="396049"/>
                </a:lnTo>
                <a:lnTo>
                  <a:pt x="5173992" y="391668"/>
                </a:lnTo>
                <a:lnTo>
                  <a:pt x="5169992" y="383654"/>
                </a:lnTo>
                <a:lnTo>
                  <a:pt x="5167134" y="375475"/>
                </a:lnTo>
                <a:lnTo>
                  <a:pt x="5165420" y="367030"/>
                </a:lnTo>
                <a:lnTo>
                  <a:pt x="5165039" y="361188"/>
                </a:lnTo>
                <a:lnTo>
                  <a:pt x="5164848" y="358241"/>
                </a:lnTo>
                <a:lnTo>
                  <a:pt x="5165395" y="347624"/>
                </a:lnTo>
                <a:lnTo>
                  <a:pt x="5166931" y="332308"/>
                </a:lnTo>
                <a:lnTo>
                  <a:pt x="5169344" y="312280"/>
                </a:lnTo>
                <a:lnTo>
                  <a:pt x="5172468" y="288036"/>
                </a:lnTo>
                <a:lnTo>
                  <a:pt x="5164848" y="284988"/>
                </a:lnTo>
                <a:lnTo>
                  <a:pt x="5143512" y="361188"/>
                </a:lnTo>
                <a:lnTo>
                  <a:pt x="5124094" y="350596"/>
                </a:lnTo>
                <a:lnTo>
                  <a:pt x="5104841" y="336994"/>
                </a:lnTo>
                <a:lnTo>
                  <a:pt x="5085854" y="320255"/>
                </a:lnTo>
                <a:lnTo>
                  <a:pt x="5085664" y="320040"/>
                </a:lnTo>
                <a:lnTo>
                  <a:pt x="5067312" y="300228"/>
                </a:lnTo>
                <a:lnTo>
                  <a:pt x="5082933" y="275844"/>
                </a:lnTo>
                <a:lnTo>
                  <a:pt x="5083048" y="275678"/>
                </a:lnTo>
                <a:lnTo>
                  <a:pt x="5098364" y="247840"/>
                </a:lnTo>
                <a:lnTo>
                  <a:pt x="5113388" y="216865"/>
                </a:lnTo>
                <a:lnTo>
                  <a:pt x="5128272" y="182880"/>
                </a:lnTo>
                <a:lnTo>
                  <a:pt x="5143512" y="173736"/>
                </a:lnTo>
                <a:lnTo>
                  <a:pt x="5106936" y="146304"/>
                </a:lnTo>
                <a:lnTo>
                  <a:pt x="5100078" y="166547"/>
                </a:lnTo>
                <a:lnTo>
                  <a:pt x="5093220" y="185928"/>
                </a:lnTo>
                <a:lnTo>
                  <a:pt x="5072646" y="237274"/>
                </a:lnTo>
                <a:lnTo>
                  <a:pt x="5052072" y="275844"/>
                </a:lnTo>
                <a:lnTo>
                  <a:pt x="5040363" y="247840"/>
                </a:lnTo>
                <a:lnTo>
                  <a:pt x="5035308" y="229565"/>
                </a:lnTo>
                <a:lnTo>
                  <a:pt x="5035308" y="301752"/>
                </a:lnTo>
                <a:lnTo>
                  <a:pt x="5014773" y="326618"/>
                </a:lnTo>
                <a:lnTo>
                  <a:pt x="4989969" y="350901"/>
                </a:lnTo>
                <a:lnTo>
                  <a:pt x="4961153" y="374624"/>
                </a:lnTo>
                <a:lnTo>
                  <a:pt x="4928628" y="397764"/>
                </a:lnTo>
                <a:lnTo>
                  <a:pt x="4929771" y="402336"/>
                </a:lnTo>
                <a:lnTo>
                  <a:pt x="4784179" y="402336"/>
                </a:lnTo>
                <a:lnTo>
                  <a:pt x="4807178" y="375081"/>
                </a:lnTo>
                <a:lnTo>
                  <a:pt x="4829187" y="329755"/>
                </a:lnTo>
                <a:lnTo>
                  <a:pt x="4843754" y="273875"/>
                </a:lnTo>
                <a:lnTo>
                  <a:pt x="4850904" y="207264"/>
                </a:lnTo>
                <a:lnTo>
                  <a:pt x="4931676" y="207264"/>
                </a:lnTo>
                <a:lnTo>
                  <a:pt x="4930292" y="245516"/>
                </a:lnTo>
                <a:lnTo>
                  <a:pt x="4926952" y="296849"/>
                </a:lnTo>
                <a:lnTo>
                  <a:pt x="4917960" y="324612"/>
                </a:lnTo>
                <a:lnTo>
                  <a:pt x="4908816" y="324612"/>
                </a:lnTo>
                <a:lnTo>
                  <a:pt x="4877955" y="319265"/>
                </a:lnTo>
                <a:lnTo>
                  <a:pt x="4863096" y="316992"/>
                </a:lnTo>
                <a:lnTo>
                  <a:pt x="4863096" y="324612"/>
                </a:lnTo>
                <a:lnTo>
                  <a:pt x="4881384" y="332308"/>
                </a:lnTo>
                <a:lnTo>
                  <a:pt x="4895100" y="341566"/>
                </a:lnTo>
                <a:lnTo>
                  <a:pt x="4904244" y="352259"/>
                </a:lnTo>
                <a:lnTo>
                  <a:pt x="4908816" y="364236"/>
                </a:lnTo>
                <a:lnTo>
                  <a:pt x="4920259" y="358241"/>
                </a:lnTo>
                <a:lnTo>
                  <a:pt x="4946167" y="324612"/>
                </a:lnTo>
                <a:lnTo>
                  <a:pt x="4953482" y="262661"/>
                </a:lnTo>
                <a:lnTo>
                  <a:pt x="4956060" y="216408"/>
                </a:lnTo>
                <a:lnTo>
                  <a:pt x="4967490" y="207264"/>
                </a:lnTo>
                <a:lnTo>
                  <a:pt x="4971300" y="204216"/>
                </a:lnTo>
                <a:lnTo>
                  <a:pt x="4963198" y="196596"/>
                </a:lnTo>
                <a:lnTo>
                  <a:pt x="4945392" y="179832"/>
                </a:lnTo>
                <a:lnTo>
                  <a:pt x="4930152" y="196596"/>
                </a:lnTo>
                <a:lnTo>
                  <a:pt x="4850904" y="196596"/>
                </a:lnTo>
                <a:lnTo>
                  <a:pt x="4852428" y="114300"/>
                </a:lnTo>
                <a:lnTo>
                  <a:pt x="4989588" y="114300"/>
                </a:lnTo>
                <a:lnTo>
                  <a:pt x="4995875" y="172313"/>
                </a:lnTo>
                <a:lnTo>
                  <a:pt x="5005590" y="222885"/>
                </a:lnTo>
                <a:lnTo>
                  <a:pt x="5018735" y="266039"/>
                </a:lnTo>
                <a:lnTo>
                  <a:pt x="5035308" y="301752"/>
                </a:lnTo>
                <a:lnTo>
                  <a:pt x="5035308" y="229565"/>
                </a:lnTo>
                <a:lnTo>
                  <a:pt x="5030355" y="211645"/>
                </a:lnTo>
                <a:lnTo>
                  <a:pt x="5022062" y="167195"/>
                </a:lnTo>
                <a:lnTo>
                  <a:pt x="5015496" y="114300"/>
                </a:lnTo>
                <a:lnTo>
                  <a:pt x="5170944" y="114300"/>
                </a:lnTo>
                <a:lnTo>
                  <a:pt x="5160276" y="103632"/>
                </a:lnTo>
                <a:lnTo>
                  <a:pt x="5135892" y="79248"/>
                </a:lnTo>
                <a:lnTo>
                  <a:pt x="5111508" y="103632"/>
                </a:lnTo>
                <a:lnTo>
                  <a:pt x="5015496" y="103632"/>
                </a:lnTo>
                <a:lnTo>
                  <a:pt x="5012487" y="55206"/>
                </a:lnTo>
                <a:lnTo>
                  <a:pt x="5012448" y="41148"/>
                </a:lnTo>
                <a:lnTo>
                  <a:pt x="5024640" y="25908"/>
                </a:lnTo>
                <a:lnTo>
                  <a:pt x="4978920" y="9144"/>
                </a:lnTo>
                <a:lnTo>
                  <a:pt x="4980991" y="28841"/>
                </a:lnTo>
                <a:lnTo>
                  <a:pt x="4982921" y="51244"/>
                </a:lnTo>
                <a:lnTo>
                  <a:pt x="4985131" y="76200"/>
                </a:lnTo>
                <a:lnTo>
                  <a:pt x="4988064" y="103632"/>
                </a:lnTo>
                <a:lnTo>
                  <a:pt x="4853952" y="103632"/>
                </a:lnTo>
                <a:lnTo>
                  <a:pt x="4821948" y="86868"/>
                </a:lnTo>
                <a:lnTo>
                  <a:pt x="4822825" y="102069"/>
                </a:lnTo>
                <a:lnTo>
                  <a:pt x="4823282" y="118110"/>
                </a:lnTo>
                <a:lnTo>
                  <a:pt x="4823447" y="135305"/>
                </a:lnTo>
                <a:lnTo>
                  <a:pt x="4823371" y="185928"/>
                </a:lnTo>
                <a:lnTo>
                  <a:pt x="4822825" y="230873"/>
                </a:lnTo>
                <a:lnTo>
                  <a:pt x="4817961" y="302069"/>
                </a:lnTo>
                <a:lnTo>
                  <a:pt x="4793437" y="371271"/>
                </a:lnTo>
                <a:lnTo>
                  <a:pt x="4774120" y="402336"/>
                </a:lnTo>
                <a:lnTo>
                  <a:pt x="4644783" y="402336"/>
                </a:lnTo>
                <a:lnTo>
                  <a:pt x="4648378" y="400824"/>
                </a:lnTo>
                <a:lnTo>
                  <a:pt x="4657928" y="396252"/>
                </a:lnTo>
                <a:lnTo>
                  <a:pt x="4686084" y="364248"/>
                </a:lnTo>
                <a:lnTo>
                  <a:pt x="4694542" y="299161"/>
                </a:lnTo>
                <a:lnTo>
                  <a:pt x="4696371" y="253212"/>
                </a:lnTo>
                <a:lnTo>
                  <a:pt x="4698136" y="195084"/>
                </a:lnTo>
                <a:lnTo>
                  <a:pt x="4700016" y="118884"/>
                </a:lnTo>
                <a:lnTo>
                  <a:pt x="4711458" y="109740"/>
                </a:lnTo>
                <a:lnTo>
                  <a:pt x="4715268" y="106692"/>
                </a:lnTo>
                <a:lnTo>
                  <a:pt x="4707648" y="99072"/>
                </a:lnTo>
                <a:lnTo>
                  <a:pt x="4689360" y="80784"/>
                </a:lnTo>
                <a:lnTo>
                  <a:pt x="4669548" y="99072"/>
                </a:lnTo>
                <a:lnTo>
                  <a:pt x="4576584" y="99072"/>
                </a:lnTo>
                <a:lnTo>
                  <a:pt x="4590313" y="71399"/>
                </a:lnTo>
                <a:lnTo>
                  <a:pt x="4601921" y="50304"/>
                </a:lnTo>
                <a:lnTo>
                  <a:pt x="4611509" y="36055"/>
                </a:lnTo>
                <a:lnTo>
                  <a:pt x="4619244" y="28968"/>
                </a:lnTo>
                <a:lnTo>
                  <a:pt x="4581144" y="6108"/>
                </a:lnTo>
                <a:lnTo>
                  <a:pt x="4570488" y="49542"/>
                </a:lnTo>
                <a:lnTo>
                  <a:pt x="4555248" y="92976"/>
                </a:lnTo>
                <a:lnTo>
                  <a:pt x="4533150" y="139649"/>
                </a:lnTo>
                <a:lnTo>
                  <a:pt x="4501908" y="192036"/>
                </a:lnTo>
                <a:lnTo>
                  <a:pt x="4506480" y="195084"/>
                </a:lnTo>
                <a:lnTo>
                  <a:pt x="4523600" y="176809"/>
                </a:lnTo>
                <a:lnTo>
                  <a:pt x="4540580" y="156413"/>
                </a:lnTo>
                <a:lnTo>
                  <a:pt x="4557268" y="133997"/>
                </a:lnTo>
                <a:lnTo>
                  <a:pt x="4573536" y="109740"/>
                </a:lnTo>
                <a:lnTo>
                  <a:pt x="4674108" y="109740"/>
                </a:lnTo>
                <a:lnTo>
                  <a:pt x="4671898" y="195084"/>
                </a:lnTo>
                <a:lnTo>
                  <a:pt x="4669739" y="263474"/>
                </a:lnTo>
                <a:lnTo>
                  <a:pt x="4667910" y="308952"/>
                </a:lnTo>
                <a:lnTo>
                  <a:pt x="4663325" y="346887"/>
                </a:lnTo>
                <a:lnTo>
                  <a:pt x="4642116" y="364248"/>
                </a:lnTo>
                <a:lnTo>
                  <a:pt x="4631271" y="363677"/>
                </a:lnTo>
                <a:lnTo>
                  <a:pt x="4617161" y="361962"/>
                </a:lnTo>
                <a:lnTo>
                  <a:pt x="4599889" y="359105"/>
                </a:lnTo>
                <a:lnTo>
                  <a:pt x="4579620" y="355104"/>
                </a:lnTo>
                <a:lnTo>
                  <a:pt x="4579620" y="364248"/>
                </a:lnTo>
                <a:lnTo>
                  <a:pt x="4601324" y="371957"/>
                </a:lnTo>
                <a:lnTo>
                  <a:pt x="4618304" y="381393"/>
                </a:lnTo>
                <a:lnTo>
                  <a:pt x="4630420" y="392531"/>
                </a:lnTo>
                <a:lnTo>
                  <a:pt x="4635830" y="402336"/>
                </a:lnTo>
                <a:lnTo>
                  <a:pt x="4358652" y="402336"/>
                </a:lnTo>
                <a:lnTo>
                  <a:pt x="4383036" y="388632"/>
                </a:lnTo>
                <a:lnTo>
                  <a:pt x="4383036" y="358152"/>
                </a:lnTo>
                <a:lnTo>
                  <a:pt x="4472952" y="358152"/>
                </a:lnTo>
                <a:lnTo>
                  <a:pt x="4472952" y="394728"/>
                </a:lnTo>
                <a:lnTo>
                  <a:pt x="4497336" y="381012"/>
                </a:lnTo>
                <a:lnTo>
                  <a:pt x="4497209" y="358152"/>
                </a:lnTo>
                <a:lnTo>
                  <a:pt x="4497159" y="349008"/>
                </a:lnTo>
                <a:lnTo>
                  <a:pt x="4496371" y="259092"/>
                </a:lnTo>
                <a:lnTo>
                  <a:pt x="4496105" y="216420"/>
                </a:lnTo>
                <a:lnTo>
                  <a:pt x="4495914" y="165188"/>
                </a:lnTo>
                <a:lnTo>
                  <a:pt x="4495812" y="115836"/>
                </a:lnTo>
                <a:lnTo>
                  <a:pt x="4511814" y="105168"/>
                </a:lnTo>
                <a:lnTo>
                  <a:pt x="4514100" y="103644"/>
                </a:lnTo>
                <a:lnTo>
                  <a:pt x="4504956" y="94500"/>
                </a:lnTo>
                <a:lnTo>
                  <a:pt x="4488192" y="77736"/>
                </a:lnTo>
                <a:lnTo>
                  <a:pt x="4472952" y="91706"/>
                </a:lnTo>
                <a:lnTo>
                  <a:pt x="4472952" y="105168"/>
                </a:lnTo>
                <a:lnTo>
                  <a:pt x="4472952" y="216420"/>
                </a:lnTo>
                <a:lnTo>
                  <a:pt x="4472952" y="227088"/>
                </a:lnTo>
                <a:lnTo>
                  <a:pt x="4472952" y="349008"/>
                </a:lnTo>
                <a:lnTo>
                  <a:pt x="4383036" y="349008"/>
                </a:lnTo>
                <a:lnTo>
                  <a:pt x="4383036" y="227088"/>
                </a:lnTo>
                <a:lnTo>
                  <a:pt x="4472952" y="227088"/>
                </a:lnTo>
                <a:lnTo>
                  <a:pt x="4472952" y="216420"/>
                </a:lnTo>
                <a:lnTo>
                  <a:pt x="4383036" y="216420"/>
                </a:lnTo>
                <a:lnTo>
                  <a:pt x="4383036" y="105168"/>
                </a:lnTo>
                <a:lnTo>
                  <a:pt x="4472952" y="105168"/>
                </a:lnTo>
                <a:lnTo>
                  <a:pt x="4472952" y="91706"/>
                </a:lnTo>
                <a:lnTo>
                  <a:pt x="4469904" y="94500"/>
                </a:lnTo>
                <a:lnTo>
                  <a:pt x="4413516" y="94500"/>
                </a:lnTo>
                <a:lnTo>
                  <a:pt x="4426864" y="67043"/>
                </a:lnTo>
                <a:lnTo>
                  <a:pt x="4439234" y="46304"/>
                </a:lnTo>
                <a:lnTo>
                  <a:pt x="4450156" y="32131"/>
                </a:lnTo>
                <a:lnTo>
                  <a:pt x="4459236" y="24396"/>
                </a:lnTo>
                <a:lnTo>
                  <a:pt x="4421136" y="4584"/>
                </a:lnTo>
                <a:lnTo>
                  <a:pt x="4419130" y="21412"/>
                </a:lnTo>
                <a:lnTo>
                  <a:pt x="4415421" y="42113"/>
                </a:lnTo>
                <a:lnTo>
                  <a:pt x="4409986" y="66509"/>
                </a:lnTo>
                <a:lnTo>
                  <a:pt x="4402848" y="94500"/>
                </a:lnTo>
                <a:lnTo>
                  <a:pt x="4384560" y="94500"/>
                </a:lnTo>
                <a:lnTo>
                  <a:pt x="4358640" y="79260"/>
                </a:lnTo>
                <a:lnTo>
                  <a:pt x="4359529" y="119265"/>
                </a:lnTo>
                <a:lnTo>
                  <a:pt x="4359948" y="156413"/>
                </a:lnTo>
                <a:lnTo>
                  <a:pt x="4360075" y="181368"/>
                </a:lnTo>
                <a:lnTo>
                  <a:pt x="4359973" y="320814"/>
                </a:lnTo>
                <a:lnTo>
                  <a:pt x="4359567" y="358152"/>
                </a:lnTo>
                <a:lnTo>
                  <a:pt x="4359465" y="364248"/>
                </a:lnTo>
                <a:lnTo>
                  <a:pt x="4358640" y="402336"/>
                </a:lnTo>
                <a:lnTo>
                  <a:pt x="3682123" y="402336"/>
                </a:lnTo>
                <a:lnTo>
                  <a:pt x="3694188" y="394716"/>
                </a:lnTo>
                <a:lnTo>
                  <a:pt x="3693299" y="378739"/>
                </a:lnTo>
                <a:lnTo>
                  <a:pt x="3692855" y="362902"/>
                </a:lnTo>
                <a:lnTo>
                  <a:pt x="3692741" y="353377"/>
                </a:lnTo>
                <a:lnTo>
                  <a:pt x="3692664" y="158496"/>
                </a:lnTo>
                <a:lnTo>
                  <a:pt x="3706380" y="147828"/>
                </a:lnTo>
                <a:lnTo>
                  <a:pt x="3665232" y="126492"/>
                </a:lnTo>
                <a:lnTo>
                  <a:pt x="3665474" y="147828"/>
                </a:lnTo>
                <a:lnTo>
                  <a:pt x="3666515" y="184581"/>
                </a:lnTo>
                <a:lnTo>
                  <a:pt x="3666629" y="192786"/>
                </a:lnTo>
                <a:lnTo>
                  <a:pt x="3666515" y="331787"/>
                </a:lnTo>
                <a:lnTo>
                  <a:pt x="3665994" y="353377"/>
                </a:lnTo>
                <a:lnTo>
                  <a:pt x="3665461" y="380415"/>
                </a:lnTo>
                <a:lnTo>
                  <a:pt x="3665296" y="402336"/>
                </a:lnTo>
                <a:lnTo>
                  <a:pt x="3323717" y="402336"/>
                </a:lnTo>
                <a:lnTo>
                  <a:pt x="3331565" y="396290"/>
                </a:lnTo>
                <a:lnTo>
                  <a:pt x="3337572" y="388632"/>
                </a:lnTo>
                <a:lnTo>
                  <a:pt x="3341827" y="378294"/>
                </a:lnTo>
                <a:lnTo>
                  <a:pt x="3342335" y="376440"/>
                </a:lnTo>
                <a:lnTo>
                  <a:pt x="3345383" y="365391"/>
                </a:lnTo>
                <a:lnTo>
                  <a:pt x="3348063" y="349618"/>
                </a:lnTo>
                <a:lnTo>
                  <a:pt x="3349764" y="330720"/>
                </a:lnTo>
                <a:lnTo>
                  <a:pt x="3430536" y="330720"/>
                </a:lnTo>
                <a:lnTo>
                  <a:pt x="3419868" y="320052"/>
                </a:lnTo>
                <a:lnTo>
                  <a:pt x="3395484" y="295668"/>
                </a:lnTo>
                <a:lnTo>
                  <a:pt x="3371100" y="320052"/>
                </a:lnTo>
                <a:lnTo>
                  <a:pt x="3351288" y="320052"/>
                </a:lnTo>
                <a:lnTo>
                  <a:pt x="3357384" y="222516"/>
                </a:lnTo>
                <a:lnTo>
                  <a:pt x="3438156" y="222516"/>
                </a:lnTo>
                <a:lnTo>
                  <a:pt x="3404628" y="188988"/>
                </a:lnTo>
                <a:lnTo>
                  <a:pt x="3380244" y="213372"/>
                </a:lnTo>
                <a:lnTo>
                  <a:pt x="3357384" y="213372"/>
                </a:lnTo>
                <a:lnTo>
                  <a:pt x="3360432" y="132600"/>
                </a:lnTo>
                <a:lnTo>
                  <a:pt x="3366147" y="128028"/>
                </a:lnTo>
                <a:lnTo>
                  <a:pt x="3375672" y="120408"/>
                </a:lnTo>
                <a:lnTo>
                  <a:pt x="3371812" y="117360"/>
                </a:lnTo>
                <a:lnTo>
                  <a:pt x="3346716" y="97548"/>
                </a:lnTo>
                <a:lnTo>
                  <a:pt x="3336048" y="112966"/>
                </a:lnTo>
                <a:lnTo>
                  <a:pt x="3336048" y="128028"/>
                </a:lnTo>
                <a:lnTo>
                  <a:pt x="3333000" y="213372"/>
                </a:lnTo>
                <a:lnTo>
                  <a:pt x="3331476" y="213372"/>
                </a:lnTo>
                <a:lnTo>
                  <a:pt x="3331476" y="222516"/>
                </a:lnTo>
                <a:lnTo>
                  <a:pt x="3325380" y="320052"/>
                </a:lnTo>
                <a:lnTo>
                  <a:pt x="3127260" y="320052"/>
                </a:lnTo>
                <a:lnTo>
                  <a:pt x="3139452" y="222516"/>
                </a:lnTo>
                <a:lnTo>
                  <a:pt x="3331476" y="222516"/>
                </a:lnTo>
                <a:lnTo>
                  <a:pt x="3331476" y="213372"/>
                </a:lnTo>
                <a:lnTo>
                  <a:pt x="3140976" y="213372"/>
                </a:lnTo>
                <a:lnTo>
                  <a:pt x="3150120" y="128028"/>
                </a:lnTo>
                <a:lnTo>
                  <a:pt x="3336048" y="128028"/>
                </a:lnTo>
                <a:lnTo>
                  <a:pt x="3336048" y="112966"/>
                </a:lnTo>
                <a:lnTo>
                  <a:pt x="3333000" y="117360"/>
                </a:lnTo>
                <a:lnTo>
                  <a:pt x="3151644" y="117360"/>
                </a:lnTo>
                <a:lnTo>
                  <a:pt x="3127260" y="102120"/>
                </a:lnTo>
                <a:lnTo>
                  <a:pt x="3116592" y="213372"/>
                </a:lnTo>
                <a:lnTo>
                  <a:pt x="3029724" y="213372"/>
                </a:lnTo>
                <a:lnTo>
                  <a:pt x="3043440" y="227088"/>
                </a:lnTo>
                <a:lnTo>
                  <a:pt x="3070872" y="222516"/>
                </a:lnTo>
                <a:lnTo>
                  <a:pt x="3115068" y="222516"/>
                </a:lnTo>
                <a:lnTo>
                  <a:pt x="3102876" y="313956"/>
                </a:lnTo>
                <a:lnTo>
                  <a:pt x="3089160" y="324624"/>
                </a:lnTo>
                <a:lnTo>
                  <a:pt x="3113544" y="345948"/>
                </a:lnTo>
                <a:lnTo>
                  <a:pt x="3127260" y="330720"/>
                </a:lnTo>
                <a:lnTo>
                  <a:pt x="3323856" y="330720"/>
                </a:lnTo>
                <a:lnTo>
                  <a:pt x="3321875" y="350723"/>
                </a:lnTo>
                <a:lnTo>
                  <a:pt x="3318332" y="365010"/>
                </a:lnTo>
                <a:lnTo>
                  <a:pt x="3313353" y="373583"/>
                </a:lnTo>
                <a:lnTo>
                  <a:pt x="3307092" y="376440"/>
                </a:lnTo>
                <a:lnTo>
                  <a:pt x="3299129" y="375843"/>
                </a:lnTo>
                <a:lnTo>
                  <a:pt x="3286899" y="373964"/>
                </a:lnTo>
                <a:lnTo>
                  <a:pt x="3270656" y="370649"/>
                </a:lnTo>
                <a:lnTo>
                  <a:pt x="3250704" y="365772"/>
                </a:lnTo>
                <a:lnTo>
                  <a:pt x="3250704" y="374916"/>
                </a:lnTo>
                <a:lnTo>
                  <a:pt x="3271558" y="383438"/>
                </a:lnTo>
                <a:lnTo>
                  <a:pt x="3286137" y="392823"/>
                </a:lnTo>
                <a:lnTo>
                  <a:pt x="3294049" y="402336"/>
                </a:lnTo>
                <a:lnTo>
                  <a:pt x="2705125" y="402336"/>
                </a:lnTo>
                <a:lnTo>
                  <a:pt x="2726436" y="391680"/>
                </a:lnTo>
                <a:lnTo>
                  <a:pt x="2725559" y="365671"/>
                </a:lnTo>
                <a:lnTo>
                  <a:pt x="2725166" y="329196"/>
                </a:lnTo>
                <a:lnTo>
                  <a:pt x="2725039" y="301193"/>
                </a:lnTo>
                <a:lnTo>
                  <a:pt x="2724912" y="195084"/>
                </a:lnTo>
                <a:lnTo>
                  <a:pt x="2744736" y="212128"/>
                </a:lnTo>
                <a:lnTo>
                  <a:pt x="2760916" y="227088"/>
                </a:lnTo>
                <a:lnTo>
                  <a:pt x="2772714" y="239661"/>
                </a:lnTo>
                <a:lnTo>
                  <a:pt x="2779776" y="249948"/>
                </a:lnTo>
                <a:lnTo>
                  <a:pt x="2784335" y="257543"/>
                </a:lnTo>
                <a:lnTo>
                  <a:pt x="2788920" y="262140"/>
                </a:lnTo>
                <a:lnTo>
                  <a:pt x="2793492" y="262140"/>
                </a:lnTo>
                <a:lnTo>
                  <a:pt x="2795016" y="259092"/>
                </a:lnTo>
                <a:lnTo>
                  <a:pt x="2798064" y="256044"/>
                </a:lnTo>
                <a:lnTo>
                  <a:pt x="2801112" y="246900"/>
                </a:lnTo>
                <a:lnTo>
                  <a:pt x="2801112" y="236232"/>
                </a:lnTo>
                <a:lnTo>
                  <a:pt x="2775394" y="205752"/>
                </a:lnTo>
                <a:lnTo>
                  <a:pt x="2750032" y="195084"/>
                </a:lnTo>
                <a:lnTo>
                  <a:pt x="2724912" y="185940"/>
                </a:lnTo>
                <a:lnTo>
                  <a:pt x="2724912" y="147840"/>
                </a:lnTo>
                <a:lnTo>
                  <a:pt x="2813304" y="147840"/>
                </a:lnTo>
                <a:lnTo>
                  <a:pt x="2785872" y="118884"/>
                </a:lnTo>
                <a:lnTo>
                  <a:pt x="2766060" y="137172"/>
                </a:lnTo>
                <a:lnTo>
                  <a:pt x="2724912" y="137172"/>
                </a:lnTo>
                <a:lnTo>
                  <a:pt x="2724912" y="59448"/>
                </a:lnTo>
                <a:lnTo>
                  <a:pt x="2725026" y="56375"/>
                </a:lnTo>
                <a:lnTo>
                  <a:pt x="2739796" y="52984"/>
                </a:lnTo>
                <a:lnTo>
                  <a:pt x="2757106" y="49733"/>
                </a:lnTo>
                <a:lnTo>
                  <a:pt x="2776994" y="46748"/>
                </a:lnTo>
                <a:lnTo>
                  <a:pt x="2799588" y="44208"/>
                </a:lnTo>
                <a:lnTo>
                  <a:pt x="2775204" y="12204"/>
                </a:lnTo>
                <a:lnTo>
                  <a:pt x="2726994" y="35128"/>
                </a:lnTo>
                <a:lnTo>
                  <a:pt x="2688196" y="46609"/>
                </a:lnTo>
                <a:lnTo>
                  <a:pt x="2639149" y="56375"/>
                </a:lnTo>
                <a:lnTo>
                  <a:pt x="2610612" y="60972"/>
                </a:lnTo>
                <a:lnTo>
                  <a:pt x="2610612" y="68592"/>
                </a:lnTo>
                <a:lnTo>
                  <a:pt x="2640952" y="66306"/>
                </a:lnTo>
                <a:lnTo>
                  <a:pt x="2665857" y="64020"/>
                </a:lnTo>
                <a:lnTo>
                  <a:pt x="2685631" y="61734"/>
                </a:lnTo>
                <a:lnTo>
                  <a:pt x="2700528" y="59448"/>
                </a:lnTo>
                <a:lnTo>
                  <a:pt x="2700528" y="137172"/>
                </a:lnTo>
                <a:lnTo>
                  <a:pt x="2602992" y="137172"/>
                </a:lnTo>
                <a:lnTo>
                  <a:pt x="2616708" y="152412"/>
                </a:lnTo>
                <a:lnTo>
                  <a:pt x="2631948" y="147840"/>
                </a:lnTo>
                <a:lnTo>
                  <a:pt x="2691384" y="147840"/>
                </a:lnTo>
                <a:lnTo>
                  <a:pt x="2675763" y="190131"/>
                </a:lnTo>
                <a:lnTo>
                  <a:pt x="2653284" y="234708"/>
                </a:lnTo>
                <a:lnTo>
                  <a:pt x="2623185" y="280238"/>
                </a:lnTo>
                <a:lnTo>
                  <a:pt x="2586228" y="324624"/>
                </a:lnTo>
                <a:lnTo>
                  <a:pt x="2590800" y="329196"/>
                </a:lnTo>
                <a:lnTo>
                  <a:pt x="2622423" y="301193"/>
                </a:lnTo>
                <a:lnTo>
                  <a:pt x="2651760" y="269760"/>
                </a:lnTo>
                <a:lnTo>
                  <a:pt x="2677858" y="234137"/>
                </a:lnTo>
                <a:lnTo>
                  <a:pt x="2700528" y="195084"/>
                </a:lnTo>
                <a:lnTo>
                  <a:pt x="2700274" y="269760"/>
                </a:lnTo>
                <a:lnTo>
                  <a:pt x="2699740" y="329196"/>
                </a:lnTo>
                <a:lnTo>
                  <a:pt x="2699245" y="372529"/>
                </a:lnTo>
                <a:lnTo>
                  <a:pt x="2699016" y="402336"/>
                </a:lnTo>
                <a:lnTo>
                  <a:pt x="2194966" y="402336"/>
                </a:lnTo>
                <a:lnTo>
                  <a:pt x="2198039" y="401675"/>
                </a:lnTo>
                <a:lnTo>
                  <a:pt x="2231148" y="392823"/>
                </a:lnTo>
                <a:lnTo>
                  <a:pt x="2279916" y="373392"/>
                </a:lnTo>
                <a:lnTo>
                  <a:pt x="2311920" y="347675"/>
                </a:lnTo>
                <a:lnTo>
                  <a:pt x="2334780" y="313956"/>
                </a:lnTo>
                <a:lnTo>
                  <a:pt x="2351163" y="271856"/>
                </a:lnTo>
                <a:lnTo>
                  <a:pt x="2360688" y="219468"/>
                </a:lnTo>
                <a:lnTo>
                  <a:pt x="2374404" y="205752"/>
                </a:lnTo>
                <a:lnTo>
                  <a:pt x="2333256" y="185940"/>
                </a:lnTo>
                <a:lnTo>
                  <a:pt x="2332418" y="211632"/>
                </a:lnTo>
                <a:lnTo>
                  <a:pt x="2330018" y="236042"/>
                </a:lnTo>
                <a:lnTo>
                  <a:pt x="2321064" y="280428"/>
                </a:lnTo>
                <a:lnTo>
                  <a:pt x="2305062" y="318147"/>
                </a:lnTo>
                <a:lnTo>
                  <a:pt x="2279916" y="349008"/>
                </a:lnTo>
                <a:lnTo>
                  <a:pt x="2234387" y="375107"/>
                </a:lnTo>
                <a:lnTo>
                  <a:pt x="2158034" y="402336"/>
                </a:lnTo>
                <a:lnTo>
                  <a:pt x="1857895" y="402336"/>
                </a:lnTo>
                <a:lnTo>
                  <a:pt x="1887004" y="388416"/>
                </a:lnTo>
                <a:lnTo>
                  <a:pt x="1917585" y="369379"/>
                </a:lnTo>
                <a:lnTo>
                  <a:pt x="1946440" y="346646"/>
                </a:lnTo>
                <a:lnTo>
                  <a:pt x="1973592" y="320040"/>
                </a:lnTo>
                <a:lnTo>
                  <a:pt x="1994712" y="344665"/>
                </a:lnTo>
                <a:lnTo>
                  <a:pt x="2032952" y="377913"/>
                </a:lnTo>
                <a:lnTo>
                  <a:pt x="2078367" y="396049"/>
                </a:lnTo>
                <a:lnTo>
                  <a:pt x="2095512" y="399288"/>
                </a:lnTo>
                <a:lnTo>
                  <a:pt x="2100084" y="399288"/>
                </a:lnTo>
                <a:lnTo>
                  <a:pt x="2101608" y="396240"/>
                </a:lnTo>
                <a:lnTo>
                  <a:pt x="2098560" y="391668"/>
                </a:lnTo>
                <a:lnTo>
                  <a:pt x="2094788" y="383654"/>
                </a:lnTo>
                <a:lnTo>
                  <a:pt x="2092464" y="375475"/>
                </a:lnTo>
                <a:lnTo>
                  <a:pt x="2091270" y="367030"/>
                </a:lnTo>
                <a:lnTo>
                  <a:pt x="2091055" y="361188"/>
                </a:lnTo>
                <a:lnTo>
                  <a:pt x="2090940" y="358140"/>
                </a:lnTo>
                <a:lnTo>
                  <a:pt x="2091245" y="347624"/>
                </a:lnTo>
                <a:lnTo>
                  <a:pt x="2092261" y="332308"/>
                </a:lnTo>
                <a:lnTo>
                  <a:pt x="2094153" y="312280"/>
                </a:lnTo>
                <a:lnTo>
                  <a:pt x="2097036" y="288036"/>
                </a:lnTo>
                <a:lnTo>
                  <a:pt x="2090940" y="284988"/>
                </a:lnTo>
                <a:lnTo>
                  <a:pt x="2069604" y="361188"/>
                </a:lnTo>
                <a:lnTo>
                  <a:pt x="2049551" y="350596"/>
                </a:lnTo>
                <a:lnTo>
                  <a:pt x="2030361" y="336994"/>
                </a:lnTo>
                <a:lnTo>
                  <a:pt x="2011730" y="320255"/>
                </a:lnTo>
                <a:lnTo>
                  <a:pt x="2011540" y="320040"/>
                </a:lnTo>
                <a:lnTo>
                  <a:pt x="1993404" y="300228"/>
                </a:lnTo>
                <a:lnTo>
                  <a:pt x="2008390" y="275844"/>
                </a:lnTo>
                <a:lnTo>
                  <a:pt x="2023884" y="247840"/>
                </a:lnTo>
                <a:lnTo>
                  <a:pt x="2039264" y="216865"/>
                </a:lnTo>
                <a:lnTo>
                  <a:pt x="2054364" y="182880"/>
                </a:lnTo>
                <a:lnTo>
                  <a:pt x="2069604" y="173736"/>
                </a:lnTo>
                <a:lnTo>
                  <a:pt x="2033028" y="146304"/>
                </a:lnTo>
                <a:lnTo>
                  <a:pt x="2026170" y="166547"/>
                </a:lnTo>
                <a:lnTo>
                  <a:pt x="2019312" y="185928"/>
                </a:lnTo>
                <a:lnTo>
                  <a:pt x="1997849" y="237274"/>
                </a:lnTo>
                <a:lnTo>
                  <a:pt x="1976640" y="275844"/>
                </a:lnTo>
                <a:lnTo>
                  <a:pt x="1964931" y="247840"/>
                </a:lnTo>
                <a:lnTo>
                  <a:pt x="1959876" y="229565"/>
                </a:lnTo>
                <a:lnTo>
                  <a:pt x="1959876" y="301752"/>
                </a:lnTo>
                <a:lnTo>
                  <a:pt x="1939556" y="326618"/>
                </a:lnTo>
                <a:lnTo>
                  <a:pt x="1915109" y="350901"/>
                </a:lnTo>
                <a:lnTo>
                  <a:pt x="1886356" y="374624"/>
                </a:lnTo>
                <a:lnTo>
                  <a:pt x="1853196" y="397764"/>
                </a:lnTo>
                <a:lnTo>
                  <a:pt x="1854339" y="402336"/>
                </a:lnTo>
                <a:lnTo>
                  <a:pt x="1708937" y="402336"/>
                </a:lnTo>
                <a:lnTo>
                  <a:pt x="1732610" y="375081"/>
                </a:lnTo>
                <a:lnTo>
                  <a:pt x="1754898" y="329755"/>
                </a:lnTo>
                <a:lnTo>
                  <a:pt x="1769186" y="273875"/>
                </a:lnTo>
                <a:lnTo>
                  <a:pt x="1775472" y="207264"/>
                </a:lnTo>
                <a:lnTo>
                  <a:pt x="1857768" y="207264"/>
                </a:lnTo>
                <a:lnTo>
                  <a:pt x="1855711" y="245516"/>
                </a:lnTo>
                <a:lnTo>
                  <a:pt x="1852193" y="296849"/>
                </a:lnTo>
                <a:lnTo>
                  <a:pt x="1842528" y="324612"/>
                </a:lnTo>
                <a:lnTo>
                  <a:pt x="1833384" y="324612"/>
                </a:lnTo>
                <a:lnTo>
                  <a:pt x="1802523" y="319265"/>
                </a:lnTo>
                <a:lnTo>
                  <a:pt x="1787664" y="316992"/>
                </a:lnTo>
                <a:lnTo>
                  <a:pt x="1787664" y="324612"/>
                </a:lnTo>
                <a:lnTo>
                  <a:pt x="1805965" y="332308"/>
                </a:lnTo>
                <a:lnTo>
                  <a:pt x="1819859" y="341566"/>
                </a:lnTo>
                <a:lnTo>
                  <a:pt x="1829447" y="352259"/>
                </a:lnTo>
                <a:lnTo>
                  <a:pt x="1834908" y="364236"/>
                </a:lnTo>
                <a:lnTo>
                  <a:pt x="1845691" y="358241"/>
                </a:lnTo>
                <a:lnTo>
                  <a:pt x="1854911" y="351663"/>
                </a:lnTo>
                <a:lnTo>
                  <a:pt x="1862124" y="344525"/>
                </a:lnTo>
                <a:lnTo>
                  <a:pt x="1866912" y="336804"/>
                </a:lnTo>
                <a:lnTo>
                  <a:pt x="1870748" y="324612"/>
                </a:lnTo>
                <a:lnTo>
                  <a:pt x="1871218" y="323138"/>
                </a:lnTo>
                <a:lnTo>
                  <a:pt x="1875104" y="298323"/>
                </a:lnTo>
                <a:lnTo>
                  <a:pt x="1878698" y="262661"/>
                </a:lnTo>
                <a:lnTo>
                  <a:pt x="1882152" y="216408"/>
                </a:lnTo>
                <a:lnTo>
                  <a:pt x="1893582" y="207264"/>
                </a:lnTo>
                <a:lnTo>
                  <a:pt x="1897392" y="204216"/>
                </a:lnTo>
                <a:lnTo>
                  <a:pt x="1889290" y="196596"/>
                </a:lnTo>
                <a:lnTo>
                  <a:pt x="1871484" y="179832"/>
                </a:lnTo>
                <a:lnTo>
                  <a:pt x="1854720" y="196596"/>
                </a:lnTo>
                <a:lnTo>
                  <a:pt x="1775472" y="196596"/>
                </a:lnTo>
                <a:lnTo>
                  <a:pt x="1776996" y="114300"/>
                </a:lnTo>
                <a:lnTo>
                  <a:pt x="1914156" y="114300"/>
                </a:lnTo>
                <a:lnTo>
                  <a:pt x="1921294" y="172313"/>
                </a:lnTo>
                <a:lnTo>
                  <a:pt x="1931301" y="222885"/>
                </a:lnTo>
                <a:lnTo>
                  <a:pt x="1944154" y="266039"/>
                </a:lnTo>
                <a:lnTo>
                  <a:pt x="1959876" y="301752"/>
                </a:lnTo>
                <a:lnTo>
                  <a:pt x="1959876" y="229565"/>
                </a:lnTo>
                <a:lnTo>
                  <a:pt x="1954923" y="211645"/>
                </a:lnTo>
                <a:lnTo>
                  <a:pt x="1946630" y="167195"/>
                </a:lnTo>
                <a:lnTo>
                  <a:pt x="1940064" y="114300"/>
                </a:lnTo>
                <a:lnTo>
                  <a:pt x="2095512" y="114300"/>
                </a:lnTo>
                <a:lnTo>
                  <a:pt x="2084844" y="103632"/>
                </a:lnTo>
                <a:lnTo>
                  <a:pt x="2060460" y="79248"/>
                </a:lnTo>
                <a:lnTo>
                  <a:pt x="2036076" y="103632"/>
                </a:lnTo>
                <a:lnTo>
                  <a:pt x="1940064" y="103632"/>
                </a:lnTo>
                <a:lnTo>
                  <a:pt x="1939175" y="89916"/>
                </a:lnTo>
                <a:lnTo>
                  <a:pt x="1937969" y="70104"/>
                </a:lnTo>
                <a:lnTo>
                  <a:pt x="1937270" y="55206"/>
                </a:lnTo>
                <a:lnTo>
                  <a:pt x="1937016" y="41148"/>
                </a:lnTo>
                <a:lnTo>
                  <a:pt x="1949208" y="25908"/>
                </a:lnTo>
                <a:lnTo>
                  <a:pt x="1903488" y="9144"/>
                </a:lnTo>
                <a:lnTo>
                  <a:pt x="1905774" y="28841"/>
                </a:lnTo>
                <a:lnTo>
                  <a:pt x="1908060" y="51244"/>
                </a:lnTo>
                <a:lnTo>
                  <a:pt x="1910334" y="76200"/>
                </a:lnTo>
                <a:lnTo>
                  <a:pt x="1912632" y="103632"/>
                </a:lnTo>
                <a:lnTo>
                  <a:pt x="1778520" y="103632"/>
                </a:lnTo>
                <a:lnTo>
                  <a:pt x="1748040" y="86868"/>
                </a:lnTo>
                <a:lnTo>
                  <a:pt x="1748269" y="102069"/>
                </a:lnTo>
                <a:lnTo>
                  <a:pt x="1749323" y="135305"/>
                </a:lnTo>
                <a:lnTo>
                  <a:pt x="1749463" y="146304"/>
                </a:lnTo>
                <a:lnTo>
                  <a:pt x="1749336" y="172313"/>
                </a:lnTo>
                <a:lnTo>
                  <a:pt x="1746516" y="265176"/>
                </a:lnTo>
                <a:lnTo>
                  <a:pt x="1733181" y="337375"/>
                </a:lnTo>
                <a:lnTo>
                  <a:pt x="1700174" y="402336"/>
                </a:lnTo>
                <a:lnTo>
                  <a:pt x="1572971" y="402336"/>
                </a:lnTo>
                <a:lnTo>
                  <a:pt x="1576844" y="400824"/>
                </a:lnTo>
                <a:lnTo>
                  <a:pt x="1586687" y="396252"/>
                </a:lnTo>
                <a:lnTo>
                  <a:pt x="1613700" y="364248"/>
                </a:lnTo>
                <a:lnTo>
                  <a:pt x="1623250" y="299161"/>
                </a:lnTo>
                <a:lnTo>
                  <a:pt x="1625079" y="253212"/>
                </a:lnTo>
                <a:lnTo>
                  <a:pt x="1626577" y="190792"/>
                </a:lnTo>
                <a:lnTo>
                  <a:pt x="1627644" y="118884"/>
                </a:lnTo>
                <a:lnTo>
                  <a:pt x="1639074" y="109740"/>
                </a:lnTo>
                <a:lnTo>
                  <a:pt x="1642884" y="106692"/>
                </a:lnTo>
                <a:lnTo>
                  <a:pt x="1635264" y="99072"/>
                </a:lnTo>
                <a:lnTo>
                  <a:pt x="1616976" y="80784"/>
                </a:lnTo>
                <a:lnTo>
                  <a:pt x="1598688" y="99072"/>
                </a:lnTo>
                <a:lnTo>
                  <a:pt x="1504200" y="99072"/>
                </a:lnTo>
                <a:lnTo>
                  <a:pt x="1518170" y="71399"/>
                </a:lnTo>
                <a:lnTo>
                  <a:pt x="1530299" y="50304"/>
                </a:lnTo>
                <a:lnTo>
                  <a:pt x="1540408" y="36055"/>
                </a:lnTo>
                <a:lnTo>
                  <a:pt x="1548396" y="28968"/>
                </a:lnTo>
                <a:lnTo>
                  <a:pt x="1510296" y="6108"/>
                </a:lnTo>
                <a:lnTo>
                  <a:pt x="1498866" y="49542"/>
                </a:lnTo>
                <a:lnTo>
                  <a:pt x="1482864" y="92976"/>
                </a:lnTo>
                <a:lnTo>
                  <a:pt x="1461338" y="139649"/>
                </a:lnTo>
                <a:lnTo>
                  <a:pt x="1429524" y="192036"/>
                </a:lnTo>
                <a:lnTo>
                  <a:pt x="1434096" y="195084"/>
                </a:lnTo>
                <a:lnTo>
                  <a:pt x="1451851" y="176809"/>
                </a:lnTo>
                <a:lnTo>
                  <a:pt x="1468767" y="156413"/>
                </a:lnTo>
                <a:lnTo>
                  <a:pt x="1485099" y="133997"/>
                </a:lnTo>
                <a:lnTo>
                  <a:pt x="1501152" y="109740"/>
                </a:lnTo>
                <a:lnTo>
                  <a:pt x="1601736" y="109740"/>
                </a:lnTo>
                <a:lnTo>
                  <a:pt x="1599819" y="190792"/>
                </a:lnTo>
                <a:lnTo>
                  <a:pt x="1597926" y="263474"/>
                </a:lnTo>
                <a:lnTo>
                  <a:pt x="1596161" y="309257"/>
                </a:lnTo>
                <a:lnTo>
                  <a:pt x="1586115" y="356438"/>
                </a:lnTo>
                <a:lnTo>
                  <a:pt x="1571256" y="364248"/>
                </a:lnTo>
                <a:lnTo>
                  <a:pt x="1559534" y="363677"/>
                </a:lnTo>
                <a:lnTo>
                  <a:pt x="1544967" y="361962"/>
                </a:lnTo>
                <a:lnTo>
                  <a:pt x="1527530" y="359105"/>
                </a:lnTo>
                <a:lnTo>
                  <a:pt x="1507248" y="355104"/>
                </a:lnTo>
                <a:lnTo>
                  <a:pt x="1507248" y="364248"/>
                </a:lnTo>
                <a:lnTo>
                  <a:pt x="1529575" y="371957"/>
                </a:lnTo>
                <a:lnTo>
                  <a:pt x="1546491" y="381393"/>
                </a:lnTo>
                <a:lnTo>
                  <a:pt x="1558251" y="392531"/>
                </a:lnTo>
                <a:lnTo>
                  <a:pt x="1563509" y="402336"/>
                </a:lnTo>
                <a:lnTo>
                  <a:pt x="1286281" y="402336"/>
                </a:lnTo>
                <a:lnTo>
                  <a:pt x="1310652" y="388632"/>
                </a:lnTo>
                <a:lnTo>
                  <a:pt x="1310652" y="358152"/>
                </a:lnTo>
                <a:lnTo>
                  <a:pt x="1402092" y="358152"/>
                </a:lnTo>
                <a:lnTo>
                  <a:pt x="1402092" y="394728"/>
                </a:lnTo>
                <a:lnTo>
                  <a:pt x="1426476" y="381012"/>
                </a:lnTo>
                <a:lnTo>
                  <a:pt x="1425282" y="309257"/>
                </a:lnTo>
                <a:lnTo>
                  <a:pt x="1425003" y="227088"/>
                </a:lnTo>
                <a:lnTo>
                  <a:pt x="1424952" y="115836"/>
                </a:lnTo>
                <a:lnTo>
                  <a:pt x="1439621" y="105168"/>
                </a:lnTo>
                <a:lnTo>
                  <a:pt x="1441716" y="103644"/>
                </a:lnTo>
                <a:lnTo>
                  <a:pt x="1432572" y="94500"/>
                </a:lnTo>
                <a:lnTo>
                  <a:pt x="1415808" y="77736"/>
                </a:lnTo>
                <a:lnTo>
                  <a:pt x="1402092" y="91452"/>
                </a:lnTo>
                <a:lnTo>
                  <a:pt x="1402092" y="105168"/>
                </a:lnTo>
                <a:lnTo>
                  <a:pt x="1402092" y="216420"/>
                </a:lnTo>
                <a:lnTo>
                  <a:pt x="1402092" y="227088"/>
                </a:lnTo>
                <a:lnTo>
                  <a:pt x="1402092" y="349008"/>
                </a:lnTo>
                <a:lnTo>
                  <a:pt x="1310652" y="349008"/>
                </a:lnTo>
                <a:lnTo>
                  <a:pt x="1310652" y="227088"/>
                </a:lnTo>
                <a:lnTo>
                  <a:pt x="1402092" y="227088"/>
                </a:lnTo>
                <a:lnTo>
                  <a:pt x="1402092" y="216420"/>
                </a:lnTo>
                <a:lnTo>
                  <a:pt x="1310652" y="216420"/>
                </a:lnTo>
                <a:lnTo>
                  <a:pt x="1310652" y="105168"/>
                </a:lnTo>
                <a:lnTo>
                  <a:pt x="1402092" y="105168"/>
                </a:lnTo>
                <a:lnTo>
                  <a:pt x="1402092" y="91452"/>
                </a:lnTo>
                <a:lnTo>
                  <a:pt x="1399044" y="94500"/>
                </a:lnTo>
                <a:lnTo>
                  <a:pt x="1341132" y="94500"/>
                </a:lnTo>
                <a:lnTo>
                  <a:pt x="1355153" y="67043"/>
                </a:lnTo>
                <a:lnTo>
                  <a:pt x="1367612" y="46304"/>
                </a:lnTo>
                <a:lnTo>
                  <a:pt x="1378635" y="32131"/>
                </a:lnTo>
                <a:lnTo>
                  <a:pt x="1388376" y="24396"/>
                </a:lnTo>
                <a:lnTo>
                  <a:pt x="1350276" y="4584"/>
                </a:lnTo>
                <a:lnTo>
                  <a:pt x="1348244" y="21412"/>
                </a:lnTo>
                <a:lnTo>
                  <a:pt x="1344371" y="42113"/>
                </a:lnTo>
                <a:lnTo>
                  <a:pt x="1338478" y="66509"/>
                </a:lnTo>
                <a:lnTo>
                  <a:pt x="1330464" y="94500"/>
                </a:lnTo>
                <a:lnTo>
                  <a:pt x="1313700" y="94500"/>
                </a:lnTo>
                <a:lnTo>
                  <a:pt x="1286268" y="79260"/>
                </a:lnTo>
                <a:lnTo>
                  <a:pt x="1287272" y="115519"/>
                </a:lnTo>
                <a:lnTo>
                  <a:pt x="1288364" y="159270"/>
                </a:lnTo>
                <a:lnTo>
                  <a:pt x="1289011" y="196811"/>
                </a:lnTo>
                <a:lnTo>
                  <a:pt x="1289075" y="203085"/>
                </a:lnTo>
                <a:lnTo>
                  <a:pt x="1289265" y="232156"/>
                </a:lnTo>
                <a:lnTo>
                  <a:pt x="1289151" y="263474"/>
                </a:lnTo>
                <a:lnTo>
                  <a:pt x="1289050" y="280187"/>
                </a:lnTo>
                <a:lnTo>
                  <a:pt x="1288364" y="320814"/>
                </a:lnTo>
                <a:lnTo>
                  <a:pt x="1287729" y="346887"/>
                </a:lnTo>
                <a:lnTo>
                  <a:pt x="1286268" y="402336"/>
                </a:lnTo>
                <a:lnTo>
                  <a:pt x="670699" y="402336"/>
                </a:lnTo>
                <a:lnTo>
                  <a:pt x="682764" y="394716"/>
                </a:lnTo>
                <a:lnTo>
                  <a:pt x="682523" y="378739"/>
                </a:lnTo>
                <a:lnTo>
                  <a:pt x="681469" y="347357"/>
                </a:lnTo>
                <a:lnTo>
                  <a:pt x="681240" y="332232"/>
                </a:lnTo>
                <a:lnTo>
                  <a:pt x="681240" y="158496"/>
                </a:lnTo>
                <a:lnTo>
                  <a:pt x="694956" y="147828"/>
                </a:lnTo>
                <a:lnTo>
                  <a:pt x="653808" y="126492"/>
                </a:lnTo>
                <a:lnTo>
                  <a:pt x="654697" y="147828"/>
                </a:lnTo>
                <a:lnTo>
                  <a:pt x="655142" y="167449"/>
                </a:lnTo>
                <a:lnTo>
                  <a:pt x="655269" y="180403"/>
                </a:lnTo>
                <a:lnTo>
                  <a:pt x="655180" y="347357"/>
                </a:lnTo>
                <a:lnTo>
                  <a:pt x="655142" y="353377"/>
                </a:lnTo>
                <a:lnTo>
                  <a:pt x="654685" y="380415"/>
                </a:lnTo>
                <a:lnTo>
                  <a:pt x="654088" y="402336"/>
                </a:lnTo>
                <a:lnTo>
                  <a:pt x="313639" y="402336"/>
                </a:lnTo>
                <a:lnTo>
                  <a:pt x="321640" y="396290"/>
                </a:lnTo>
                <a:lnTo>
                  <a:pt x="327672" y="388632"/>
                </a:lnTo>
                <a:lnTo>
                  <a:pt x="337312" y="349618"/>
                </a:lnTo>
                <a:lnTo>
                  <a:pt x="339864" y="330720"/>
                </a:lnTo>
                <a:lnTo>
                  <a:pt x="419112" y="330720"/>
                </a:lnTo>
                <a:lnTo>
                  <a:pt x="408444" y="320052"/>
                </a:lnTo>
                <a:lnTo>
                  <a:pt x="384060" y="295668"/>
                </a:lnTo>
                <a:lnTo>
                  <a:pt x="359676" y="320052"/>
                </a:lnTo>
                <a:lnTo>
                  <a:pt x="341388" y="320052"/>
                </a:lnTo>
                <a:lnTo>
                  <a:pt x="345960" y="222516"/>
                </a:lnTo>
                <a:lnTo>
                  <a:pt x="428256" y="222516"/>
                </a:lnTo>
                <a:lnTo>
                  <a:pt x="393204" y="188988"/>
                </a:lnTo>
                <a:lnTo>
                  <a:pt x="368820" y="213372"/>
                </a:lnTo>
                <a:lnTo>
                  <a:pt x="345960" y="213372"/>
                </a:lnTo>
                <a:lnTo>
                  <a:pt x="349008" y="132600"/>
                </a:lnTo>
                <a:lnTo>
                  <a:pt x="355295" y="128028"/>
                </a:lnTo>
                <a:lnTo>
                  <a:pt x="365772" y="120408"/>
                </a:lnTo>
                <a:lnTo>
                  <a:pt x="361708" y="117360"/>
                </a:lnTo>
                <a:lnTo>
                  <a:pt x="335292" y="97548"/>
                </a:lnTo>
                <a:lnTo>
                  <a:pt x="324624" y="112966"/>
                </a:lnTo>
                <a:lnTo>
                  <a:pt x="324624" y="128028"/>
                </a:lnTo>
                <a:lnTo>
                  <a:pt x="321576" y="213372"/>
                </a:lnTo>
                <a:lnTo>
                  <a:pt x="320052" y="213372"/>
                </a:lnTo>
                <a:lnTo>
                  <a:pt x="320052" y="222516"/>
                </a:lnTo>
                <a:lnTo>
                  <a:pt x="315480" y="320052"/>
                </a:lnTo>
                <a:lnTo>
                  <a:pt x="115836" y="320052"/>
                </a:lnTo>
                <a:lnTo>
                  <a:pt x="128028" y="222516"/>
                </a:lnTo>
                <a:lnTo>
                  <a:pt x="320052" y="222516"/>
                </a:lnTo>
                <a:lnTo>
                  <a:pt x="320052" y="213372"/>
                </a:lnTo>
                <a:lnTo>
                  <a:pt x="131076" y="213372"/>
                </a:lnTo>
                <a:lnTo>
                  <a:pt x="138696" y="128028"/>
                </a:lnTo>
                <a:lnTo>
                  <a:pt x="324624" y="128028"/>
                </a:lnTo>
                <a:lnTo>
                  <a:pt x="324624" y="112966"/>
                </a:lnTo>
                <a:lnTo>
                  <a:pt x="321576" y="117360"/>
                </a:lnTo>
                <a:lnTo>
                  <a:pt x="140220" y="117360"/>
                </a:lnTo>
                <a:lnTo>
                  <a:pt x="115836" y="102120"/>
                </a:lnTo>
                <a:lnTo>
                  <a:pt x="106692" y="213372"/>
                </a:lnTo>
                <a:lnTo>
                  <a:pt x="19824" y="213372"/>
                </a:lnTo>
                <a:lnTo>
                  <a:pt x="33540" y="227088"/>
                </a:lnTo>
                <a:lnTo>
                  <a:pt x="59448" y="222516"/>
                </a:lnTo>
                <a:lnTo>
                  <a:pt x="105168" y="222516"/>
                </a:lnTo>
                <a:lnTo>
                  <a:pt x="92976" y="313956"/>
                </a:lnTo>
                <a:lnTo>
                  <a:pt x="77736" y="324624"/>
                </a:lnTo>
                <a:lnTo>
                  <a:pt x="102120" y="345948"/>
                </a:lnTo>
                <a:lnTo>
                  <a:pt x="115836" y="330720"/>
                </a:lnTo>
                <a:lnTo>
                  <a:pt x="312432" y="330720"/>
                </a:lnTo>
                <a:lnTo>
                  <a:pt x="310476" y="350723"/>
                </a:lnTo>
                <a:lnTo>
                  <a:pt x="307098" y="365010"/>
                </a:lnTo>
                <a:lnTo>
                  <a:pt x="302564" y="373583"/>
                </a:lnTo>
                <a:lnTo>
                  <a:pt x="297192" y="376440"/>
                </a:lnTo>
                <a:lnTo>
                  <a:pt x="288378" y="375843"/>
                </a:lnTo>
                <a:lnTo>
                  <a:pt x="275856" y="373964"/>
                </a:lnTo>
                <a:lnTo>
                  <a:pt x="259892" y="370649"/>
                </a:lnTo>
                <a:lnTo>
                  <a:pt x="240804" y="365772"/>
                </a:lnTo>
                <a:lnTo>
                  <a:pt x="240804" y="374916"/>
                </a:lnTo>
                <a:lnTo>
                  <a:pt x="260781" y="383438"/>
                </a:lnTo>
                <a:lnTo>
                  <a:pt x="274904" y="392823"/>
                </a:lnTo>
                <a:lnTo>
                  <a:pt x="282663" y="402336"/>
                </a:lnTo>
                <a:lnTo>
                  <a:pt x="0" y="402336"/>
                </a:lnTo>
                <a:lnTo>
                  <a:pt x="0" y="422148"/>
                </a:lnTo>
                <a:lnTo>
                  <a:pt x="6085344" y="422148"/>
                </a:lnTo>
                <a:lnTo>
                  <a:pt x="6085344" y="40233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5" name="object 95"/>
          <p:cNvSpPr/>
          <p:nvPr/>
        </p:nvSpPr>
        <p:spPr>
          <a:xfrm>
            <a:off x="2144267" y="5791200"/>
            <a:ext cx="365760" cy="405765"/>
          </a:xfrm>
          <a:custGeom>
            <a:avLst/>
            <a:gdLst/>
            <a:ahLst/>
            <a:cxnLst/>
            <a:rect l="l" t="t" r="r" b="b"/>
            <a:pathLst>
              <a:path w="365760" h="405764">
                <a:moveTo>
                  <a:pt x="15240" y="141732"/>
                </a:moveTo>
                <a:lnTo>
                  <a:pt x="12192" y="134112"/>
                </a:lnTo>
                <a:lnTo>
                  <a:pt x="44767" y="117586"/>
                </a:lnTo>
                <a:lnTo>
                  <a:pt x="73914" y="100203"/>
                </a:lnTo>
                <a:lnTo>
                  <a:pt x="121920" y="64008"/>
                </a:lnTo>
                <a:lnTo>
                  <a:pt x="158496" y="29718"/>
                </a:lnTo>
                <a:lnTo>
                  <a:pt x="181356" y="0"/>
                </a:lnTo>
                <a:lnTo>
                  <a:pt x="210312" y="25908"/>
                </a:lnTo>
                <a:lnTo>
                  <a:pt x="195072" y="32004"/>
                </a:lnTo>
                <a:lnTo>
                  <a:pt x="161544" y="59436"/>
                </a:lnTo>
                <a:lnTo>
                  <a:pt x="333756" y="59436"/>
                </a:lnTo>
                <a:lnTo>
                  <a:pt x="344424" y="70104"/>
                </a:lnTo>
                <a:lnTo>
                  <a:pt x="152400" y="70104"/>
                </a:lnTo>
                <a:lnTo>
                  <a:pt x="132588" y="82296"/>
                </a:lnTo>
                <a:lnTo>
                  <a:pt x="137839" y="85344"/>
                </a:lnTo>
                <a:lnTo>
                  <a:pt x="126492" y="85344"/>
                </a:lnTo>
                <a:lnTo>
                  <a:pt x="90916" y="105918"/>
                </a:lnTo>
                <a:lnTo>
                  <a:pt x="48768" y="126682"/>
                </a:lnTo>
                <a:lnTo>
                  <a:pt x="32718" y="133992"/>
                </a:lnTo>
                <a:lnTo>
                  <a:pt x="15240" y="141732"/>
                </a:lnTo>
                <a:close/>
              </a:path>
              <a:path w="365760" h="405764">
                <a:moveTo>
                  <a:pt x="333756" y="59436"/>
                </a:moveTo>
                <a:lnTo>
                  <a:pt x="295656" y="59436"/>
                </a:lnTo>
                <a:lnTo>
                  <a:pt x="313943" y="39624"/>
                </a:lnTo>
                <a:lnTo>
                  <a:pt x="333756" y="59436"/>
                </a:lnTo>
                <a:close/>
              </a:path>
              <a:path w="365760" h="405764">
                <a:moveTo>
                  <a:pt x="3048" y="224028"/>
                </a:moveTo>
                <a:lnTo>
                  <a:pt x="1524" y="217932"/>
                </a:lnTo>
                <a:lnTo>
                  <a:pt x="43219" y="208811"/>
                </a:lnTo>
                <a:lnTo>
                  <a:pt x="83629" y="197548"/>
                </a:lnTo>
                <a:lnTo>
                  <a:pt x="122610" y="184284"/>
                </a:lnTo>
                <a:lnTo>
                  <a:pt x="160020" y="169164"/>
                </a:lnTo>
                <a:lnTo>
                  <a:pt x="196000" y="150256"/>
                </a:lnTo>
                <a:lnTo>
                  <a:pt x="230695" y="127635"/>
                </a:lnTo>
                <a:lnTo>
                  <a:pt x="263961" y="101012"/>
                </a:lnTo>
                <a:lnTo>
                  <a:pt x="295656" y="70104"/>
                </a:lnTo>
                <a:lnTo>
                  <a:pt x="344424" y="70104"/>
                </a:lnTo>
                <a:lnTo>
                  <a:pt x="345948" y="71628"/>
                </a:lnTo>
                <a:lnTo>
                  <a:pt x="326136" y="79248"/>
                </a:lnTo>
                <a:lnTo>
                  <a:pt x="299799" y="101822"/>
                </a:lnTo>
                <a:lnTo>
                  <a:pt x="239125" y="145256"/>
                </a:lnTo>
                <a:lnTo>
                  <a:pt x="204216" y="166116"/>
                </a:lnTo>
                <a:lnTo>
                  <a:pt x="165068" y="185237"/>
                </a:lnTo>
                <a:lnTo>
                  <a:pt x="118491" y="201358"/>
                </a:lnTo>
                <a:lnTo>
                  <a:pt x="64484" y="214336"/>
                </a:lnTo>
                <a:lnTo>
                  <a:pt x="3048" y="224028"/>
                </a:lnTo>
                <a:close/>
              </a:path>
              <a:path w="365760" h="405764">
                <a:moveTo>
                  <a:pt x="164592" y="150876"/>
                </a:moveTo>
                <a:lnTo>
                  <a:pt x="160020" y="150876"/>
                </a:lnTo>
                <a:lnTo>
                  <a:pt x="156972" y="146304"/>
                </a:lnTo>
                <a:lnTo>
                  <a:pt x="155448" y="137160"/>
                </a:lnTo>
                <a:lnTo>
                  <a:pt x="151137" y="127134"/>
                </a:lnTo>
                <a:lnTo>
                  <a:pt x="144970" y="115252"/>
                </a:lnTo>
                <a:lnTo>
                  <a:pt x="136802" y="101369"/>
                </a:lnTo>
                <a:lnTo>
                  <a:pt x="126492" y="85344"/>
                </a:lnTo>
                <a:lnTo>
                  <a:pt x="137839" y="85344"/>
                </a:lnTo>
                <a:lnTo>
                  <a:pt x="173736" y="111252"/>
                </a:lnTo>
                <a:lnTo>
                  <a:pt x="176784" y="117348"/>
                </a:lnTo>
                <a:lnTo>
                  <a:pt x="179832" y="121920"/>
                </a:lnTo>
                <a:lnTo>
                  <a:pt x="179832" y="132588"/>
                </a:lnTo>
                <a:lnTo>
                  <a:pt x="176784" y="138684"/>
                </a:lnTo>
                <a:lnTo>
                  <a:pt x="172212" y="143256"/>
                </a:lnTo>
                <a:lnTo>
                  <a:pt x="167640" y="149352"/>
                </a:lnTo>
                <a:lnTo>
                  <a:pt x="164592" y="150876"/>
                </a:lnTo>
                <a:close/>
              </a:path>
              <a:path w="365760" h="405764">
                <a:moveTo>
                  <a:pt x="28956" y="312420"/>
                </a:moveTo>
                <a:lnTo>
                  <a:pt x="25908" y="306323"/>
                </a:lnTo>
                <a:lnTo>
                  <a:pt x="51601" y="293227"/>
                </a:lnTo>
                <a:lnTo>
                  <a:pt x="76009" y="279273"/>
                </a:lnTo>
                <a:lnTo>
                  <a:pt x="120396" y="249935"/>
                </a:lnTo>
                <a:lnTo>
                  <a:pt x="161544" y="215646"/>
                </a:lnTo>
                <a:lnTo>
                  <a:pt x="198120" y="172212"/>
                </a:lnTo>
                <a:lnTo>
                  <a:pt x="227076" y="199644"/>
                </a:lnTo>
                <a:lnTo>
                  <a:pt x="210312" y="205740"/>
                </a:lnTo>
                <a:lnTo>
                  <a:pt x="206883" y="208883"/>
                </a:lnTo>
                <a:lnTo>
                  <a:pt x="201168" y="213741"/>
                </a:lnTo>
                <a:lnTo>
                  <a:pt x="193167" y="220313"/>
                </a:lnTo>
                <a:lnTo>
                  <a:pt x="182880" y="228599"/>
                </a:lnTo>
                <a:lnTo>
                  <a:pt x="353568" y="228599"/>
                </a:lnTo>
                <a:lnTo>
                  <a:pt x="362712" y="237744"/>
                </a:lnTo>
                <a:lnTo>
                  <a:pt x="173736" y="237744"/>
                </a:lnTo>
                <a:lnTo>
                  <a:pt x="142327" y="259699"/>
                </a:lnTo>
                <a:lnTo>
                  <a:pt x="107632" y="279654"/>
                </a:lnTo>
                <a:lnTo>
                  <a:pt x="69794" y="297322"/>
                </a:lnTo>
                <a:lnTo>
                  <a:pt x="28956" y="312420"/>
                </a:lnTo>
                <a:close/>
              </a:path>
              <a:path w="365760" h="405764">
                <a:moveTo>
                  <a:pt x="353568" y="228599"/>
                </a:moveTo>
                <a:lnTo>
                  <a:pt x="318516" y="228599"/>
                </a:lnTo>
                <a:lnTo>
                  <a:pt x="335280" y="210312"/>
                </a:lnTo>
                <a:lnTo>
                  <a:pt x="353568" y="228599"/>
                </a:lnTo>
                <a:close/>
              </a:path>
              <a:path w="365760" h="405764">
                <a:moveTo>
                  <a:pt x="0" y="405384"/>
                </a:moveTo>
                <a:lnTo>
                  <a:pt x="0" y="397764"/>
                </a:lnTo>
                <a:lnTo>
                  <a:pt x="47767" y="389715"/>
                </a:lnTo>
                <a:lnTo>
                  <a:pt x="92964" y="379095"/>
                </a:lnTo>
                <a:lnTo>
                  <a:pt x="135874" y="365617"/>
                </a:lnTo>
                <a:lnTo>
                  <a:pt x="176784" y="348996"/>
                </a:lnTo>
                <a:lnTo>
                  <a:pt x="214788" y="329255"/>
                </a:lnTo>
                <a:lnTo>
                  <a:pt x="251079" y="304228"/>
                </a:lnTo>
                <a:lnTo>
                  <a:pt x="285654" y="273772"/>
                </a:lnTo>
                <a:lnTo>
                  <a:pt x="318516" y="237744"/>
                </a:lnTo>
                <a:lnTo>
                  <a:pt x="362712" y="237744"/>
                </a:lnTo>
                <a:lnTo>
                  <a:pt x="365760" y="240792"/>
                </a:lnTo>
                <a:lnTo>
                  <a:pt x="345948" y="248411"/>
                </a:lnTo>
                <a:lnTo>
                  <a:pt x="302537" y="290155"/>
                </a:lnTo>
                <a:lnTo>
                  <a:pt x="259270" y="324040"/>
                </a:lnTo>
                <a:lnTo>
                  <a:pt x="216288" y="350210"/>
                </a:lnTo>
                <a:lnTo>
                  <a:pt x="173736" y="368808"/>
                </a:lnTo>
                <a:lnTo>
                  <a:pt x="131159" y="382238"/>
                </a:lnTo>
                <a:lnTo>
                  <a:pt x="88011" y="392811"/>
                </a:lnTo>
                <a:lnTo>
                  <a:pt x="44291" y="400526"/>
                </a:lnTo>
                <a:lnTo>
                  <a:pt x="0" y="405384"/>
                </a:lnTo>
                <a:close/>
              </a:path>
              <a:path w="365760" h="405764">
                <a:moveTo>
                  <a:pt x="169164" y="339852"/>
                </a:moveTo>
                <a:lnTo>
                  <a:pt x="163068" y="339852"/>
                </a:lnTo>
                <a:lnTo>
                  <a:pt x="160020" y="333756"/>
                </a:lnTo>
                <a:lnTo>
                  <a:pt x="158496" y="323088"/>
                </a:lnTo>
                <a:lnTo>
                  <a:pt x="155614" y="310848"/>
                </a:lnTo>
                <a:lnTo>
                  <a:pt x="151447" y="297179"/>
                </a:lnTo>
                <a:lnTo>
                  <a:pt x="145829" y="282321"/>
                </a:lnTo>
                <a:lnTo>
                  <a:pt x="138684" y="266699"/>
                </a:lnTo>
                <a:lnTo>
                  <a:pt x="144780" y="260604"/>
                </a:lnTo>
                <a:lnTo>
                  <a:pt x="176498" y="290607"/>
                </a:lnTo>
                <a:lnTo>
                  <a:pt x="185928" y="309372"/>
                </a:lnTo>
                <a:lnTo>
                  <a:pt x="185928" y="320040"/>
                </a:lnTo>
                <a:lnTo>
                  <a:pt x="182880" y="326136"/>
                </a:lnTo>
                <a:lnTo>
                  <a:pt x="178308" y="330708"/>
                </a:lnTo>
                <a:lnTo>
                  <a:pt x="173736" y="336804"/>
                </a:lnTo>
                <a:lnTo>
                  <a:pt x="169164" y="33985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6" name="object 96"/>
          <p:cNvSpPr/>
          <p:nvPr/>
        </p:nvSpPr>
        <p:spPr>
          <a:xfrm>
            <a:off x="2606039" y="5798820"/>
            <a:ext cx="335280" cy="393700"/>
          </a:xfrm>
          <a:custGeom>
            <a:avLst/>
            <a:gdLst/>
            <a:ahLst/>
            <a:cxnLst/>
            <a:rect l="l" t="t" r="r" b="b"/>
            <a:pathLst>
              <a:path w="335280" h="393700">
                <a:moveTo>
                  <a:pt x="297180" y="393191"/>
                </a:moveTo>
                <a:lnTo>
                  <a:pt x="297180" y="364236"/>
                </a:lnTo>
                <a:lnTo>
                  <a:pt x="36575" y="364236"/>
                </a:lnTo>
                <a:lnTo>
                  <a:pt x="24383" y="376428"/>
                </a:lnTo>
                <a:lnTo>
                  <a:pt x="0" y="358140"/>
                </a:lnTo>
                <a:lnTo>
                  <a:pt x="12192" y="345948"/>
                </a:lnTo>
                <a:lnTo>
                  <a:pt x="12168" y="264271"/>
                </a:lnTo>
                <a:lnTo>
                  <a:pt x="12001" y="250316"/>
                </a:lnTo>
                <a:lnTo>
                  <a:pt x="11549" y="235791"/>
                </a:lnTo>
                <a:lnTo>
                  <a:pt x="10668" y="220980"/>
                </a:lnTo>
                <a:lnTo>
                  <a:pt x="50292" y="240791"/>
                </a:lnTo>
                <a:lnTo>
                  <a:pt x="36575" y="252984"/>
                </a:lnTo>
                <a:lnTo>
                  <a:pt x="36575" y="353567"/>
                </a:lnTo>
                <a:lnTo>
                  <a:pt x="153924" y="353567"/>
                </a:lnTo>
                <a:lnTo>
                  <a:pt x="153924" y="185928"/>
                </a:lnTo>
                <a:lnTo>
                  <a:pt x="53340" y="185928"/>
                </a:lnTo>
                <a:lnTo>
                  <a:pt x="38100" y="198120"/>
                </a:lnTo>
                <a:lnTo>
                  <a:pt x="15240" y="178308"/>
                </a:lnTo>
                <a:lnTo>
                  <a:pt x="27431" y="167640"/>
                </a:lnTo>
                <a:lnTo>
                  <a:pt x="27431" y="97536"/>
                </a:lnTo>
                <a:lnTo>
                  <a:pt x="27170" y="86963"/>
                </a:lnTo>
                <a:lnTo>
                  <a:pt x="26479" y="75819"/>
                </a:lnTo>
                <a:lnTo>
                  <a:pt x="24383" y="51816"/>
                </a:lnTo>
                <a:lnTo>
                  <a:pt x="67056" y="73152"/>
                </a:lnTo>
                <a:lnTo>
                  <a:pt x="50292" y="83820"/>
                </a:lnTo>
                <a:lnTo>
                  <a:pt x="50292" y="175260"/>
                </a:lnTo>
                <a:lnTo>
                  <a:pt x="153924" y="175260"/>
                </a:lnTo>
                <a:lnTo>
                  <a:pt x="153924" y="60960"/>
                </a:lnTo>
                <a:lnTo>
                  <a:pt x="153685" y="45219"/>
                </a:lnTo>
                <a:lnTo>
                  <a:pt x="152638" y="14882"/>
                </a:lnTo>
                <a:lnTo>
                  <a:pt x="152400" y="0"/>
                </a:lnTo>
                <a:lnTo>
                  <a:pt x="192024" y="18288"/>
                </a:lnTo>
                <a:lnTo>
                  <a:pt x="178308" y="35052"/>
                </a:lnTo>
                <a:lnTo>
                  <a:pt x="178308" y="175260"/>
                </a:lnTo>
                <a:lnTo>
                  <a:pt x="280416" y="175260"/>
                </a:lnTo>
                <a:lnTo>
                  <a:pt x="280392" y="86701"/>
                </a:lnTo>
                <a:lnTo>
                  <a:pt x="280225" y="74866"/>
                </a:lnTo>
                <a:lnTo>
                  <a:pt x="279773" y="62174"/>
                </a:lnTo>
                <a:lnTo>
                  <a:pt x="278892" y="48768"/>
                </a:lnTo>
                <a:lnTo>
                  <a:pt x="318516" y="67056"/>
                </a:lnTo>
                <a:lnTo>
                  <a:pt x="304800" y="79248"/>
                </a:lnTo>
                <a:lnTo>
                  <a:pt x="304800" y="147828"/>
                </a:lnTo>
                <a:lnTo>
                  <a:pt x="305061" y="156948"/>
                </a:lnTo>
                <a:lnTo>
                  <a:pt x="307848" y="196596"/>
                </a:lnTo>
                <a:lnTo>
                  <a:pt x="280416" y="205740"/>
                </a:lnTo>
                <a:lnTo>
                  <a:pt x="280416" y="185928"/>
                </a:lnTo>
                <a:lnTo>
                  <a:pt x="178308" y="185928"/>
                </a:lnTo>
                <a:lnTo>
                  <a:pt x="178308" y="353567"/>
                </a:lnTo>
                <a:lnTo>
                  <a:pt x="297180" y="353567"/>
                </a:lnTo>
                <a:lnTo>
                  <a:pt x="297156" y="265390"/>
                </a:lnTo>
                <a:lnTo>
                  <a:pt x="296989" y="252412"/>
                </a:lnTo>
                <a:lnTo>
                  <a:pt x="296537" y="238577"/>
                </a:lnTo>
                <a:lnTo>
                  <a:pt x="295656" y="224028"/>
                </a:lnTo>
                <a:lnTo>
                  <a:pt x="335280" y="246888"/>
                </a:lnTo>
                <a:lnTo>
                  <a:pt x="321564" y="257555"/>
                </a:lnTo>
                <a:lnTo>
                  <a:pt x="321564" y="321564"/>
                </a:lnTo>
                <a:lnTo>
                  <a:pt x="321825" y="336684"/>
                </a:lnTo>
                <a:lnTo>
                  <a:pt x="322516" y="352234"/>
                </a:lnTo>
                <a:lnTo>
                  <a:pt x="324612" y="384048"/>
                </a:lnTo>
                <a:lnTo>
                  <a:pt x="297180" y="39319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7" name="object 97"/>
          <p:cNvSpPr/>
          <p:nvPr/>
        </p:nvSpPr>
        <p:spPr>
          <a:xfrm>
            <a:off x="2106155" y="5788152"/>
            <a:ext cx="5140960" cy="421005"/>
          </a:xfrm>
          <a:custGeom>
            <a:avLst/>
            <a:gdLst/>
            <a:ahLst/>
            <a:cxnLst/>
            <a:rect l="l" t="t" r="r" b="b"/>
            <a:pathLst>
              <a:path w="5140959" h="421004">
                <a:moveTo>
                  <a:pt x="1068336" y="60960"/>
                </a:moveTo>
                <a:lnTo>
                  <a:pt x="1040904" y="28956"/>
                </a:lnTo>
                <a:lnTo>
                  <a:pt x="1018044" y="50292"/>
                </a:lnTo>
                <a:lnTo>
                  <a:pt x="911364" y="50292"/>
                </a:lnTo>
                <a:lnTo>
                  <a:pt x="926604" y="65532"/>
                </a:lnTo>
                <a:lnTo>
                  <a:pt x="936028" y="63538"/>
                </a:lnTo>
                <a:lnTo>
                  <a:pt x="946035" y="62103"/>
                </a:lnTo>
                <a:lnTo>
                  <a:pt x="956602" y="61252"/>
                </a:lnTo>
                <a:lnTo>
                  <a:pt x="967752" y="60960"/>
                </a:lnTo>
                <a:lnTo>
                  <a:pt x="975372" y="60960"/>
                </a:lnTo>
                <a:lnTo>
                  <a:pt x="975372" y="170688"/>
                </a:lnTo>
                <a:lnTo>
                  <a:pt x="917460" y="170688"/>
                </a:lnTo>
                <a:lnTo>
                  <a:pt x="932700" y="185928"/>
                </a:lnTo>
                <a:lnTo>
                  <a:pt x="943000" y="183934"/>
                </a:lnTo>
                <a:lnTo>
                  <a:pt x="953465" y="182499"/>
                </a:lnTo>
                <a:lnTo>
                  <a:pt x="964196" y="181648"/>
                </a:lnTo>
                <a:lnTo>
                  <a:pt x="975372" y="181356"/>
                </a:lnTo>
                <a:lnTo>
                  <a:pt x="975372" y="304800"/>
                </a:lnTo>
                <a:lnTo>
                  <a:pt x="945654" y="314706"/>
                </a:lnTo>
                <a:lnTo>
                  <a:pt x="929081" y="319811"/>
                </a:lnTo>
                <a:lnTo>
                  <a:pt x="911364" y="324612"/>
                </a:lnTo>
                <a:lnTo>
                  <a:pt x="931176" y="358140"/>
                </a:lnTo>
                <a:lnTo>
                  <a:pt x="947191" y="343852"/>
                </a:lnTo>
                <a:lnTo>
                  <a:pt x="974801" y="326136"/>
                </a:lnTo>
                <a:lnTo>
                  <a:pt x="1014107" y="304990"/>
                </a:lnTo>
                <a:lnTo>
                  <a:pt x="1030376" y="297180"/>
                </a:lnTo>
                <a:lnTo>
                  <a:pt x="1065288" y="280416"/>
                </a:lnTo>
                <a:lnTo>
                  <a:pt x="1063764" y="272796"/>
                </a:lnTo>
                <a:lnTo>
                  <a:pt x="998232" y="297180"/>
                </a:lnTo>
                <a:lnTo>
                  <a:pt x="998232" y="181356"/>
                </a:lnTo>
                <a:lnTo>
                  <a:pt x="1065288" y="181356"/>
                </a:lnTo>
                <a:lnTo>
                  <a:pt x="1037856" y="150876"/>
                </a:lnTo>
                <a:lnTo>
                  <a:pt x="1018044" y="170688"/>
                </a:lnTo>
                <a:lnTo>
                  <a:pt x="998232" y="170688"/>
                </a:lnTo>
                <a:lnTo>
                  <a:pt x="998232" y="60960"/>
                </a:lnTo>
                <a:lnTo>
                  <a:pt x="1068336" y="60960"/>
                </a:lnTo>
                <a:close/>
              </a:path>
              <a:path w="5140959" h="421004">
                <a:moveTo>
                  <a:pt x="1275600" y="39624"/>
                </a:moveTo>
                <a:lnTo>
                  <a:pt x="1271892" y="36576"/>
                </a:lnTo>
                <a:lnTo>
                  <a:pt x="1249692" y="18288"/>
                </a:lnTo>
                <a:lnTo>
                  <a:pt x="1237500" y="36576"/>
                </a:lnTo>
                <a:lnTo>
                  <a:pt x="1109484" y="36576"/>
                </a:lnTo>
                <a:lnTo>
                  <a:pt x="1085100" y="21336"/>
                </a:lnTo>
                <a:lnTo>
                  <a:pt x="1085316" y="39624"/>
                </a:lnTo>
                <a:lnTo>
                  <a:pt x="1085862" y="69532"/>
                </a:lnTo>
                <a:lnTo>
                  <a:pt x="1086383" y="105994"/>
                </a:lnTo>
                <a:lnTo>
                  <a:pt x="1086497" y="127139"/>
                </a:lnTo>
                <a:lnTo>
                  <a:pt x="1086383" y="194868"/>
                </a:lnTo>
                <a:lnTo>
                  <a:pt x="1085862" y="230695"/>
                </a:lnTo>
                <a:lnTo>
                  <a:pt x="1085329" y="258254"/>
                </a:lnTo>
                <a:lnTo>
                  <a:pt x="1085100" y="277368"/>
                </a:lnTo>
                <a:lnTo>
                  <a:pt x="1109484" y="268224"/>
                </a:lnTo>
                <a:lnTo>
                  <a:pt x="1109484" y="47244"/>
                </a:lnTo>
                <a:lnTo>
                  <a:pt x="1240548" y="47244"/>
                </a:lnTo>
                <a:lnTo>
                  <a:pt x="1240548" y="262128"/>
                </a:lnTo>
                <a:lnTo>
                  <a:pt x="1264932" y="249936"/>
                </a:lnTo>
                <a:lnTo>
                  <a:pt x="1264043" y="227101"/>
                </a:lnTo>
                <a:lnTo>
                  <a:pt x="1263611" y="188391"/>
                </a:lnTo>
                <a:lnTo>
                  <a:pt x="1263523" y="162191"/>
                </a:lnTo>
                <a:lnTo>
                  <a:pt x="1263408" y="50292"/>
                </a:lnTo>
                <a:lnTo>
                  <a:pt x="1266888" y="47244"/>
                </a:lnTo>
                <a:lnTo>
                  <a:pt x="1275600" y="39624"/>
                </a:lnTo>
                <a:close/>
              </a:path>
              <a:path w="5140959" h="421004">
                <a:moveTo>
                  <a:pt x="1316748" y="373380"/>
                </a:moveTo>
                <a:lnTo>
                  <a:pt x="1298460" y="339852"/>
                </a:lnTo>
                <a:lnTo>
                  <a:pt x="1296936" y="288036"/>
                </a:lnTo>
                <a:lnTo>
                  <a:pt x="1289316" y="288036"/>
                </a:lnTo>
                <a:lnTo>
                  <a:pt x="1287932" y="307467"/>
                </a:lnTo>
                <a:lnTo>
                  <a:pt x="1286268" y="324612"/>
                </a:lnTo>
                <a:lnTo>
                  <a:pt x="1284592" y="339471"/>
                </a:lnTo>
                <a:lnTo>
                  <a:pt x="1283220" y="352044"/>
                </a:lnTo>
                <a:lnTo>
                  <a:pt x="1280617" y="362051"/>
                </a:lnTo>
                <a:lnTo>
                  <a:pt x="1277315" y="369189"/>
                </a:lnTo>
                <a:lnTo>
                  <a:pt x="1273136" y="373481"/>
                </a:lnTo>
                <a:lnTo>
                  <a:pt x="1267980" y="374904"/>
                </a:lnTo>
                <a:lnTo>
                  <a:pt x="1228356" y="374904"/>
                </a:lnTo>
                <a:lnTo>
                  <a:pt x="1220355" y="374383"/>
                </a:lnTo>
                <a:lnTo>
                  <a:pt x="1214640" y="370713"/>
                </a:lnTo>
                <a:lnTo>
                  <a:pt x="1211211" y="364197"/>
                </a:lnTo>
                <a:lnTo>
                  <a:pt x="1210068" y="355092"/>
                </a:lnTo>
                <a:lnTo>
                  <a:pt x="1210068" y="252984"/>
                </a:lnTo>
                <a:lnTo>
                  <a:pt x="1222260" y="240792"/>
                </a:lnTo>
                <a:lnTo>
                  <a:pt x="1187208" y="224028"/>
                </a:lnTo>
                <a:lnTo>
                  <a:pt x="1187208" y="362712"/>
                </a:lnTo>
                <a:lnTo>
                  <a:pt x="1189799" y="377596"/>
                </a:lnTo>
                <a:lnTo>
                  <a:pt x="1195400" y="388048"/>
                </a:lnTo>
                <a:lnTo>
                  <a:pt x="1204137" y="394220"/>
                </a:lnTo>
                <a:lnTo>
                  <a:pt x="1216164" y="396240"/>
                </a:lnTo>
                <a:lnTo>
                  <a:pt x="1280172" y="396240"/>
                </a:lnTo>
                <a:lnTo>
                  <a:pt x="1291031" y="395668"/>
                </a:lnTo>
                <a:lnTo>
                  <a:pt x="1300746" y="391668"/>
                </a:lnTo>
                <a:lnTo>
                  <a:pt x="1309319" y="384238"/>
                </a:lnTo>
                <a:lnTo>
                  <a:pt x="1315694" y="374904"/>
                </a:lnTo>
                <a:lnTo>
                  <a:pt x="1316748" y="373380"/>
                </a:lnTo>
                <a:close/>
              </a:path>
              <a:path w="5140959" h="421004">
                <a:moveTo>
                  <a:pt x="1755660" y="364248"/>
                </a:moveTo>
                <a:lnTo>
                  <a:pt x="1720608" y="330720"/>
                </a:lnTo>
                <a:lnTo>
                  <a:pt x="1696224" y="355104"/>
                </a:lnTo>
                <a:lnTo>
                  <a:pt x="1609356" y="355104"/>
                </a:lnTo>
                <a:lnTo>
                  <a:pt x="1609356" y="214896"/>
                </a:lnTo>
                <a:lnTo>
                  <a:pt x="1731276" y="214896"/>
                </a:lnTo>
                <a:lnTo>
                  <a:pt x="1697748" y="182892"/>
                </a:lnTo>
                <a:lnTo>
                  <a:pt x="1674888" y="204228"/>
                </a:lnTo>
                <a:lnTo>
                  <a:pt x="1609356" y="204228"/>
                </a:lnTo>
                <a:lnTo>
                  <a:pt x="1609356" y="134124"/>
                </a:lnTo>
                <a:lnTo>
                  <a:pt x="1623072" y="121932"/>
                </a:lnTo>
                <a:lnTo>
                  <a:pt x="1583448" y="103644"/>
                </a:lnTo>
                <a:lnTo>
                  <a:pt x="1584325" y="118478"/>
                </a:lnTo>
                <a:lnTo>
                  <a:pt x="1584782" y="130886"/>
                </a:lnTo>
                <a:lnTo>
                  <a:pt x="1584947" y="140716"/>
                </a:lnTo>
                <a:lnTo>
                  <a:pt x="1584972" y="204228"/>
                </a:lnTo>
                <a:lnTo>
                  <a:pt x="1484388" y="204228"/>
                </a:lnTo>
                <a:lnTo>
                  <a:pt x="1499628" y="220992"/>
                </a:lnTo>
                <a:lnTo>
                  <a:pt x="1509915" y="218109"/>
                </a:lnTo>
                <a:lnTo>
                  <a:pt x="1520202" y="216230"/>
                </a:lnTo>
                <a:lnTo>
                  <a:pt x="1530489" y="215201"/>
                </a:lnTo>
                <a:lnTo>
                  <a:pt x="1540776" y="214896"/>
                </a:lnTo>
                <a:lnTo>
                  <a:pt x="1584972" y="214896"/>
                </a:lnTo>
                <a:lnTo>
                  <a:pt x="1584972" y="355104"/>
                </a:lnTo>
                <a:lnTo>
                  <a:pt x="1461528" y="355104"/>
                </a:lnTo>
                <a:lnTo>
                  <a:pt x="1476768" y="370344"/>
                </a:lnTo>
                <a:lnTo>
                  <a:pt x="1487068" y="368096"/>
                </a:lnTo>
                <a:lnTo>
                  <a:pt x="1497533" y="366153"/>
                </a:lnTo>
                <a:lnTo>
                  <a:pt x="1508264" y="364769"/>
                </a:lnTo>
                <a:lnTo>
                  <a:pt x="1519440" y="364248"/>
                </a:lnTo>
                <a:lnTo>
                  <a:pt x="1755660" y="364248"/>
                </a:lnTo>
                <a:close/>
              </a:path>
              <a:path w="5140959" h="421004">
                <a:moveTo>
                  <a:pt x="2017776" y="274320"/>
                </a:moveTo>
                <a:lnTo>
                  <a:pt x="2008136" y="234886"/>
                </a:lnTo>
                <a:lnTo>
                  <a:pt x="1981771" y="205930"/>
                </a:lnTo>
                <a:lnTo>
                  <a:pt x="1945754" y="191262"/>
                </a:lnTo>
                <a:lnTo>
                  <a:pt x="1910511" y="182118"/>
                </a:lnTo>
                <a:lnTo>
                  <a:pt x="1901761" y="179832"/>
                </a:lnTo>
                <a:lnTo>
                  <a:pt x="1893887" y="177546"/>
                </a:lnTo>
                <a:lnTo>
                  <a:pt x="1886712" y="175260"/>
                </a:lnTo>
                <a:lnTo>
                  <a:pt x="1876996" y="172427"/>
                </a:lnTo>
                <a:lnTo>
                  <a:pt x="1846516" y="143446"/>
                </a:lnTo>
                <a:lnTo>
                  <a:pt x="1844040" y="124968"/>
                </a:lnTo>
                <a:lnTo>
                  <a:pt x="1845183" y="114109"/>
                </a:lnTo>
                <a:lnTo>
                  <a:pt x="1872310" y="82397"/>
                </a:lnTo>
                <a:lnTo>
                  <a:pt x="1911096" y="74676"/>
                </a:lnTo>
                <a:lnTo>
                  <a:pt x="1924532" y="75272"/>
                </a:lnTo>
                <a:lnTo>
                  <a:pt x="1973160" y="90449"/>
                </a:lnTo>
                <a:lnTo>
                  <a:pt x="2001012" y="109728"/>
                </a:lnTo>
                <a:lnTo>
                  <a:pt x="2004060" y="109728"/>
                </a:lnTo>
                <a:lnTo>
                  <a:pt x="2004060" y="57912"/>
                </a:lnTo>
                <a:lnTo>
                  <a:pt x="1993519" y="53390"/>
                </a:lnTo>
                <a:lnTo>
                  <a:pt x="1947278" y="40436"/>
                </a:lnTo>
                <a:lnTo>
                  <a:pt x="1908048" y="36576"/>
                </a:lnTo>
                <a:lnTo>
                  <a:pt x="1885188" y="38290"/>
                </a:lnTo>
                <a:lnTo>
                  <a:pt x="1846326" y="52006"/>
                </a:lnTo>
                <a:lnTo>
                  <a:pt x="1816569" y="78320"/>
                </a:lnTo>
                <a:lnTo>
                  <a:pt x="1799844" y="129540"/>
                </a:lnTo>
                <a:lnTo>
                  <a:pt x="1800136" y="138645"/>
                </a:lnTo>
                <a:lnTo>
                  <a:pt x="1811655" y="176593"/>
                </a:lnTo>
                <a:lnTo>
                  <a:pt x="1844040" y="205740"/>
                </a:lnTo>
                <a:lnTo>
                  <a:pt x="1891474" y="220789"/>
                </a:lnTo>
                <a:lnTo>
                  <a:pt x="1905000" y="224028"/>
                </a:lnTo>
                <a:lnTo>
                  <a:pt x="1911007" y="226085"/>
                </a:lnTo>
                <a:lnTo>
                  <a:pt x="1950529" y="239649"/>
                </a:lnTo>
                <a:lnTo>
                  <a:pt x="1971484" y="272224"/>
                </a:lnTo>
                <a:lnTo>
                  <a:pt x="1972056" y="281940"/>
                </a:lnTo>
                <a:lnTo>
                  <a:pt x="1970913" y="293039"/>
                </a:lnTo>
                <a:lnTo>
                  <a:pt x="1943506" y="326923"/>
                </a:lnTo>
                <a:lnTo>
                  <a:pt x="1900428" y="335280"/>
                </a:lnTo>
                <a:lnTo>
                  <a:pt x="1887842" y="334695"/>
                </a:lnTo>
                <a:lnTo>
                  <a:pt x="1848612" y="324612"/>
                </a:lnTo>
                <a:lnTo>
                  <a:pt x="1810689" y="302971"/>
                </a:lnTo>
                <a:lnTo>
                  <a:pt x="1799844" y="294132"/>
                </a:lnTo>
                <a:lnTo>
                  <a:pt x="1796796" y="294132"/>
                </a:lnTo>
                <a:lnTo>
                  <a:pt x="1796796" y="347472"/>
                </a:lnTo>
                <a:lnTo>
                  <a:pt x="1808251" y="352691"/>
                </a:lnTo>
                <a:lnTo>
                  <a:pt x="1856333" y="368642"/>
                </a:lnTo>
                <a:lnTo>
                  <a:pt x="1903476" y="371856"/>
                </a:lnTo>
                <a:lnTo>
                  <a:pt x="1917750" y="371525"/>
                </a:lnTo>
                <a:lnTo>
                  <a:pt x="1962010" y="360260"/>
                </a:lnTo>
                <a:lnTo>
                  <a:pt x="1993849" y="336638"/>
                </a:lnTo>
                <a:lnTo>
                  <a:pt x="2012632" y="303047"/>
                </a:lnTo>
                <a:lnTo>
                  <a:pt x="2017204" y="283705"/>
                </a:lnTo>
                <a:lnTo>
                  <a:pt x="2017776" y="274320"/>
                </a:lnTo>
                <a:close/>
              </a:path>
              <a:path w="5140959" h="421004">
                <a:moveTo>
                  <a:pt x="2235708" y="102108"/>
                </a:moveTo>
                <a:lnTo>
                  <a:pt x="2228088" y="94488"/>
                </a:lnTo>
                <a:lnTo>
                  <a:pt x="2209800" y="76200"/>
                </a:lnTo>
                <a:lnTo>
                  <a:pt x="2196084" y="91173"/>
                </a:lnTo>
                <a:lnTo>
                  <a:pt x="2196084" y="103632"/>
                </a:lnTo>
                <a:lnTo>
                  <a:pt x="2196084" y="214884"/>
                </a:lnTo>
                <a:lnTo>
                  <a:pt x="2196084" y="225552"/>
                </a:lnTo>
                <a:lnTo>
                  <a:pt x="2196084" y="347472"/>
                </a:lnTo>
                <a:lnTo>
                  <a:pt x="2106168" y="347472"/>
                </a:lnTo>
                <a:lnTo>
                  <a:pt x="2106168" y="225552"/>
                </a:lnTo>
                <a:lnTo>
                  <a:pt x="2196084" y="225552"/>
                </a:lnTo>
                <a:lnTo>
                  <a:pt x="2196084" y="214884"/>
                </a:lnTo>
                <a:lnTo>
                  <a:pt x="2106168" y="214884"/>
                </a:lnTo>
                <a:lnTo>
                  <a:pt x="2106168" y="103632"/>
                </a:lnTo>
                <a:lnTo>
                  <a:pt x="2196084" y="103632"/>
                </a:lnTo>
                <a:lnTo>
                  <a:pt x="2196084" y="91173"/>
                </a:lnTo>
                <a:lnTo>
                  <a:pt x="2193036" y="94488"/>
                </a:lnTo>
                <a:lnTo>
                  <a:pt x="2135124" y="94488"/>
                </a:lnTo>
                <a:lnTo>
                  <a:pt x="2149373" y="67043"/>
                </a:lnTo>
                <a:lnTo>
                  <a:pt x="2162175" y="46291"/>
                </a:lnTo>
                <a:lnTo>
                  <a:pt x="2173274" y="32131"/>
                </a:lnTo>
                <a:lnTo>
                  <a:pt x="2182368" y="24384"/>
                </a:lnTo>
                <a:lnTo>
                  <a:pt x="2144268" y="3048"/>
                </a:lnTo>
                <a:lnTo>
                  <a:pt x="2142248" y="20764"/>
                </a:lnTo>
                <a:lnTo>
                  <a:pt x="2138362" y="41910"/>
                </a:lnTo>
                <a:lnTo>
                  <a:pt x="2132482" y="66484"/>
                </a:lnTo>
                <a:lnTo>
                  <a:pt x="2124456" y="94488"/>
                </a:lnTo>
                <a:lnTo>
                  <a:pt x="2107692" y="94488"/>
                </a:lnTo>
                <a:lnTo>
                  <a:pt x="2081784" y="77724"/>
                </a:lnTo>
                <a:lnTo>
                  <a:pt x="2082673" y="117754"/>
                </a:lnTo>
                <a:lnTo>
                  <a:pt x="2083104" y="155829"/>
                </a:lnTo>
                <a:lnTo>
                  <a:pt x="2083219" y="181356"/>
                </a:lnTo>
                <a:lnTo>
                  <a:pt x="2083117" y="320040"/>
                </a:lnTo>
                <a:lnTo>
                  <a:pt x="2082723" y="355663"/>
                </a:lnTo>
                <a:lnTo>
                  <a:pt x="2082622" y="362712"/>
                </a:lnTo>
                <a:lnTo>
                  <a:pt x="2081784" y="400812"/>
                </a:lnTo>
                <a:lnTo>
                  <a:pt x="2106168" y="387096"/>
                </a:lnTo>
                <a:lnTo>
                  <a:pt x="2106168" y="358140"/>
                </a:lnTo>
                <a:lnTo>
                  <a:pt x="2196084" y="358140"/>
                </a:lnTo>
                <a:lnTo>
                  <a:pt x="2196084" y="394716"/>
                </a:lnTo>
                <a:lnTo>
                  <a:pt x="2220468" y="381000"/>
                </a:lnTo>
                <a:lnTo>
                  <a:pt x="2219922" y="358140"/>
                </a:lnTo>
                <a:lnTo>
                  <a:pt x="2219731" y="349910"/>
                </a:lnTo>
                <a:lnTo>
                  <a:pt x="2219706" y="347472"/>
                </a:lnTo>
                <a:lnTo>
                  <a:pt x="2219287" y="308610"/>
                </a:lnTo>
                <a:lnTo>
                  <a:pt x="2219121" y="272796"/>
                </a:lnTo>
                <a:lnTo>
                  <a:pt x="2219007" y="225552"/>
                </a:lnTo>
                <a:lnTo>
                  <a:pt x="2218994" y="214884"/>
                </a:lnTo>
                <a:lnTo>
                  <a:pt x="2218944" y="114300"/>
                </a:lnTo>
                <a:lnTo>
                  <a:pt x="2233612" y="103632"/>
                </a:lnTo>
                <a:lnTo>
                  <a:pt x="2235708" y="102108"/>
                </a:lnTo>
                <a:close/>
              </a:path>
              <a:path w="5140959" h="421004">
                <a:moveTo>
                  <a:pt x="2328672" y="239268"/>
                </a:moveTo>
                <a:lnTo>
                  <a:pt x="2305812" y="202692"/>
                </a:lnTo>
                <a:lnTo>
                  <a:pt x="2272284" y="175260"/>
                </a:lnTo>
                <a:lnTo>
                  <a:pt x="2269236" y="181356"/>
                </a:lnTo>
                <a:lnTo>
                  <a:pt x="2280666" y="197624"/>
                </a:lnTo>
                <a:lnTo>
                  <a:pt x="2289810" y="214312"/>
                </a:lnTo>
                <a:lnTo>
                  <a:pt x="2296668" y="231292"/>
                </a:lnTo>
                <a:lnTo>
                  <a:pt x="2301240" y="248412"/>
                </a:lnTo>
                <a:lnTo>
                  <a:pt x="2302675" y="259295"/>
                </a:lnTo>
                <a:lnTo>
                  <a:pt x="2304669" y="266890"/>
                </a:lnTo>
                <a:lnTo>
                  <a:pt x="2307247" y="271348"/>
                </a:lnTo>
                <a:lnTo>
                  <a:pt x="2310384" y="272796"/>
                </a:lnTo>
                <a:lnTo>
                  <a:pt x="2313432" y="272796"/>
                </a:lnTo>
                <a:lnTo>
                  <a:pt x="2316480" y="269748"/>
                </a:lnTo>
                <a:lnTo>
                  <a:pt x="2325624" y="257556"/>
                </a:lnTo>
                <a:lnTo>
                  <a:pt x="2328672" y="251460"/>
                </a:lnTo>
                <a:lnTo>
                  <a:pt x="2328672" y="239268"/>
                </a:lnTo>
                <a:close/>
              </a:path>
              <a:path w="5140959" h="421004">
                <a:moveTo>
                  <a:pt x="2894088" y="193548"/>
                </a:moveTo>
                <a:lnTo>
                  <a:pt x="2854464" y="153924"/>
                </a:lnTo>
                <a:lnTo>
                  <a:pt x="2820936" y="182880"/>
                </a:lnTo>
                <a:lnTo>
                  <a:pt x="2496324" y="182880"/>
                </a:lnTo>
                <a:lnTo>
                  <a:pt x="2513088" y="198120"/>
                </a:lnTo>
                <a:lnTo>
                  <a:pt x="2522817" y="196126"/>
                </a:lnTo>
                <a:lnTo>
                  <a:pt x="2533853" y="194691"/>
                </a:lnTo>
                <a:lnTo>
                  <a:pt x="2546299" y="193840"/>
                </a:lnTo>
                <a:lnTo>
                  <a:pt x="2560332" y="193548"/>
                </a:lnTo>
                <a:lnTo>
                  <a:pt x="2894088" y="193548"/>
                </a:lnTo>
                <a:close/>
              </a:path>
              <a:path w="5140959" h="421004">
                <a:moveTo>
                  <a:pt x="3343656" y="181356"/>
                </a:moveTo>
                <a:lnTo>
                  <a:pt x="3295269" y="166306"/>
                </a:lnTo>
                <a:lnTo>
                  <a:pt x="3244596" y="138684"/>
                </a:lnTo>
                <a:lnTo>
                  <a:pt x="3195256" y="93726"/>
                </a:lnTo>
                <a:lnTo>
                  <a:pt x="3154591" y="41148"/>
                </a:lnTo>
                <a:lnTo>
                  <a:pt x="3147060" y="30480"/>
                </a:lnTo>
                <a:lnTo>
                  <a:pt x="3162300" y="21336"/>
                </a:lnTo>
                <a:lnTo>
                  <a:pt x="3125724" y="0"/>
                </a:lnTo>
                <a:lnTo>
                  <a:pt x="3115462" y="27774"/>
                </a:lnTo>
                <a:lnTo>
                  <a:pt x="3100768" y="56388"/>
                </a:lnTo>
                <a:lnTo>
                  <a:pt x="3058668" y="117348"/>
                </a:lnTo>
                <a:lnTo>
                  <a:pt x="3032950" y="148526"/>
                </a:lnTo>
                <a:lnTo>
                  <a:pt x="3003804" y="175831"/>
                </a:lnTo>
                <a:lnTo>
                  <a:pt x="2971228" y="199440"/>
                </a:lnTo>
                <a:lnTo>
                  <a:pt x="2935224" y="219456"/>
                </a:lnTo>
                <a:lnTo>
                  <a:pt x="2936748" y="225552"/>
                </a:lnTo>
                <a:lnTo>
                  <a:pt x="2972498" y="209194"/>
                </a:lnTo>
                <a:lnTo>
                  <a:pt x="3032556" y="173050"/>
                </a:lnTo>
                <a:lnTo>
                  <a:pt x="3079483" y="130098"/>
                </a:lnTo>
                <a:lnTo>
                  <a:pt x="3121876" y="74612"/>
                </a:lnTo>
                <a:lnTo>
                  <a:pt x="3142488" y="41148"/>
                </a:lnTo>
                <a:lnTo>
                  <a:pt x="3160763" y="71704"/>
                </a:lnTo>
                <a:lnTo>
                  <a:pt x="3196717" y="123659"/>
                </a:lnTo>
                <a:lnTo>
                  <a:pt x="3233534" y="162737"/>
                </a:lnTo>
                <a:lnTo>
                  <a:pt x="3278632" y="195795"/>
                </a:lnTo>
                <a:lnTo>
                  <a:pt x="3304032" y="210312"/>
                </a:lnTo>
                <a:lnTo>
                  <a:pt x="3310877" y="201168"/>
                </a:lnTo>
                <a:lnTo>
                  <a:pt x="3319843" y="194310"/>
                </a:lnTo>
                <a:lnTo>
                  <a:pt x="3330829" y="189738"/>
                </a:lnTo>
                <a:lnTo>
                  <a:pt x="3343656" y="187452"/>
                </a:lnTo>
                <a:lnTo>
                  <a:pt x="3343656" y="181356"/>
                </a:lnTo>
                <a:close/>
              </a:path>
              <a:path w="5140959" h="421004">
                <a:moveTo>
                  <a:pt x="4070604" y="36576"/>
                </a:moveTo>
                <a:lnTo>
                  <a:pt x="4030370" y="8509"/>
                </a:lnTo>
                <a:lnTo>
                  <a:pt x="4015740" y="3048"/>
                </a:lnTo>
                <a:lnTo>
                  <a:pt x="4012692" y="9144"/>
                </a:lnTo>
                <a:lnTo>
                  <a:pt x="4023195" y="18275"/>
                </a:lnTo>
                <a:lnTo>
                  <a:pt x="4031932" y="27622"/>
                </a:lnTo>
                <a:lnTo>
                  <a:pt x="4038625" y="37223"/>
                </a:lnTo>
                <a:lnTo>
                  <a:pt x="4043172" y="47244"/>
                </a:lnTo>
                <a:lnTo>
                  <a:pt x="4047744" y="59436"/>
                </a:lnTo>
                <a:lnTo>
                  <a:pt x="4053840" y="64008"/>
                </a:lnTo>
                <a:lnTo>
                  <a:pt x="4058412" y="60960"/>
                </a:lnTo>
                <a:lnTo>
                  <a:pt x="4064508" y="57912"/>
                </a:lnTo>
                <a:lnTo>
                  <a:pt x="4067556" y="51816"/>
                </a:lnTo>
                <a:lnTo>
                  <a:pt x="4070604" y="36576"/>
                </a:lnTo>
                <a:close/>
              </a:path>
              <a:path w="5140959" h="421004">
                <a:moveTo>
                  <a:pt x="4460748" y="77736"/>
                </a:moveTo>
                <a:lnTo>
                  <a:pt x="4431792" y="53352"/>
                </a:lnTo>
                <a:lnTo>
                  <a:pt x="4418076" y="71640"/>
                </a:lnTo>
                <a:lnTo>
                  <a:pt x="4280916" y="71640"/>
                </a:lnTo>
                <a:lnTo>
                  <a:pt x="4296156" y="86880"/>
                </a:lnTo>
                <a:lnTo>
                  <a:pt x="4305592" y="84874"/>
                </a:lnTo>
                <a:lnTo>
                  <a:pt x="4315587" y="83451"/>
                </a:lnTo>
                <a:lnTo>
                  <a:pt x="4326166" y="82588"/>
                </a:lnTo>
                <a:lnTo>
                  <a:pt x="4337304" y="82308"/>
                </a:lnTo>
                <a:lnTo>
                  <a:pt x="4418076" y="82308"/>
                </a:lnTo>
                <a:lnTo>
                  <a:pt x="4408081" y="116281"/>
                </a:lnTo>
                <a:lnTo>
                  <a:pt x="4398645" y="147269"/>
                </a:lnTo>
                <a:lnTo>
                  <a:pt x="4389793" y="175094"/>
                </a:lnTo>
                <a:lnTo>
                  <a:pt x="4381500" y="199656"/>
                </a:lnTo>
                <a:lnTo>
                  <a:pt x="4342638" y="156413"/>
                </a:lnTo>
                <a:lnTo>
                  <a:pt x="4323321" y="135267"/>
                </a:lnTo>
                <a:lnTo>
                  <a:pt x="4303776" y="114312"/>
                </a:lnTo>
                <a:lnTo>
                  <a:pt x="4299204" y="120408"/>
                </a:lnTo>
                <a:lnTo>
                  <a:pt x="4312348" y="137833"/>
                </a:lnTo>
                <a:lnTo>
                  <a:pt x="4328922" y="160413"/>
                </a:lnTo>
                <a:lnTo>
                  <a:pt x="4348924" y="188125"/>
                </a:lnTo>
                <a:lnTo>
                  <a:pt x="4372356" y="220992"/>
                </a:lnTo>
                <a:lnTo>
                  <a:pt x="4363529" y="237566"/>
                </a:lnTo>
                <a:lnTo>
                  <a:pt x="4341292" y="274142"/>
                </a:lnTo>
                <a:lnTo>
                  <a:pt x="4313301" y="314096"/>
                </a:lnTo>
                <a:lnTo>
                  <a:pt x="4283583" y="349427"/>
                </a:lnTo>
                <a:lnTo>
                  <a:pt x="4268724" y="364248"/>
                </a:lnTo>
                <a:lnTo>
                  <a:pt x="4270248" y="373392"/>
                </a:lnTo>
                <a:lnTo>
                  <a:pt x="4309300" y="339293"/>
                </a:lnTo>
                <a:lnTo>
                  <a:pt x="4340352" y="306336"/>
                </a:lnTo>
                <a:lnTo>
                  <a:pt x="4366641" y="272999"/>
                </a:lnTo>
                <a:lnTo>
                  <a:pt x="4386072" y="240804"/>
                </a:lnTo>
                <a:lnTo>
                  <a:pt x="4396651" y="265709"/>
                </a:lnTo>
                <a:lnTo>
                  <a:pt x="4405503" y="288048"/>
                </a:lnTo>
                <a:lnTo>
                  <a:pt x="4412653" y="308089"/>
                </a:lnTo>
                <a:lnTo>
                  <a:pt x="4418076" y="326148"/>
                </a:lnTo>
                <a:lnTo>
                  <a:pt x="4420628" y="339267"/>
                </a:lnTo>
                <a:lnTo>
                  <a:pt x="4423600" y="348818"/>
                </a:lnTo>
                <a:lnTo>
                  <a:pt x="4426864" y="354647"/>
                </a:lnTo>
                <a:lnTo>
                  <a:pt x="4430268" y="356628"/>
                </a:lnTo>
                <a:lnTo>
                  <a:pt x="4433316" y="353580"/>
                </a:lnTo>
                <a:lnTo>
                  <a:pt x="4437888" y="350532"/>
                </a:lnTo>
                <a:lnTo>
                  <a:pt x="4440936" y="345960"/>
                </a:lnTo>
                <a:lnTo>
                  <a:pt x="4443984" y="338340"/>
                </a:lnTo>
                <a:lnTo>
                  <a:pt x="4443984" y="329196"/>
                </a:lnTo>
                <a:lnTo>
                  <a:pt x="4444327" y="321767"/>
                </a:lnTo>
                <a:lnTo>
                  <a:pt x="4432744" y="280352"/>
                </a:lnTo>
                <a:lnTo>
                  <a:pt x="4412170" y="244398"/>
                </a:lnTo>
                <a:lnTo>
                  <a:pt x="4396740" y="220992"/>
                </a:lnTo>
                <a:lnTo>
                  <a:pt x="4405554" y="199656"/>
                </a:lnTo>
                <a:lnTo>
                  <a:pt x="4408195" y="193243"/>
                </a:lnTo>
                <a:lnTo>
                  <a:pt x="4419790" y="162509"/>
                </a:lnTo>
                <a:lnTo>
                  <a:pt x="4431677" y="128612"/>
                </a:lnTo>
                <a:lnTo>
                  <a:pt x="4443984" y="91452"/>
                </a:lnTo>
                <a:lnTo>
                  <a:pt x="4455160" y="82308"/>
                </a:lnTo>
                <a:lnTo>
                  <a:pt x="4460748" y="77736"/>
                </a:lnTo>
                <a:close/>
              </a:path>
              <a:path w="5140959" h="421004">
                <a:moveTo>
                  <a:pt x="4524756" y="240804"/>
                </a:moveTo>
                <a:lnTo>
                  <a:pt x="4502467" y="196227"/>
                </a:lnTo>
                <a:lnTo>
                  <a:pt x="4472940" y="170700"/>
                </a:lnTo>
                <a:lnTo>
                  <a:pt x="4468368" y="173748"/>
                </a:lnTo>
                <a:lnTo>
                  <a:pt x="4478896" y="195745"/>
                </a:lnTo>
                <a:lnTo>
                  <a:pt x="4487418" y="216039"/>
                </a:lnTo>
                <a:lnTo>
                  <a:pt x="4493666" y="234607"/>
                </a:lnTo>
                <a:lnTo>
                  <a:pt x="4497324" y="251472"/>
                </a:lnTo>
                <a:lnTo>
                  <a:pt x="4498759" y="262343"/>
                </a:lnTo>
                <a:lnTo>
                  <a:pt x="4500753" y="269951"/>
                </a:lnTo>
                <a:lnTo>
                  <a:pt x="4503331" y="274396"/>
                </a:lnTo>
                <a:lnTo>
                  <a:pt x="4506468" y="275856"/>
                </a:lnTo>
                <a:lnTo>
                  <a:pt x="4507992" y="275856"/>
                </a:lnTo>
                <a:lnTo>
                  <a:pt x="4524210" y="247396"/>
                </a:lnTo>
                <a:lnTo>
                  <a:pt x="4524756" y="240804"/>
                </a:lnTo>
                <a:close/>
              </a:path>
              <a:path w="5140959" h="421004">
                <a:moveTo>
                  <a:pt x="5140452" y="400824"/>
                </a:moveTo>
                <a:lnTo>
                  <a:pt x="4918532" y="400824"/>
                </a:lnTo>
                <a:lnTo>
                  <a:pt x="4930140" y="394716"/>
                </a:lnTo>
                <a:lnTo>
                  <a:pt x="4929263" y="376428"/>
                </a:lnTo>
                <a:lnTo>
                  <a:pt x="4928806" y="344424"/>
                </a:lnTo>
                <a:lnTo>
                  <a:pt x="4928641" y="298945"/>
                </a:lnTo>
                <a:lnTo>
                  <a:pt x="4928616" y="239268"/>
                </a:lnTo>
                <a:lnTo>
                  <a:pt x="5053584" y="239268"/>
                </a:lnTo>
                <a:lnTo>
                  <a:pt x="5053584" y="271272"/>
                </a:lnTo>
                <a:lnTo>
                  <a:pt x="5079492" y="260604"/>
                </a:lnTo>
                <a:lnTo>
                  <a:pt x="5078615" y="250342"/>
                </a:lnTo>
                <a:lnTo>
                  <a:pt x="5078158" y="240220"/>
                </a:lnTo>
                <a:lnTo>
                  <a:pt x="5078146" y="239268"/>
                </a:lnTo>
                <a:lnTo>
                  <a:pt x="5077993" y="228600"/>
                </a:lnTo>
                <a:lnTo>
                  <a:pt x="5077968" y="120396"/>
                </a:lnTo>
                <a:lnTo>
                  <a:pt x="5084064" y="114300"/>
                </a:lnTo>
                <a:lnTo>
                  <a:pt x="5093208" y="105156"/>
                </a:lnTo>
                <a:lnTo>
                  <a:pt x="5091150" y="103632"/>
                </a:lnTo>
                <a:lnTo>
                  <a:pt x="5064252" y="83820"/>
                </a:lnTo>
                <a:lnTo>
                  <a:pt x="5053584" y="99237"/>
                </a:lnTo>
                <a:lnTo>
                  <a:pt x="5053584" y="114300"/>
                </a:lnTo>
                <a:lnTo>
                  <a:pt x="5053584" y="228600"/>
                </a:lnTo>
                <a:lnTo>
                  <a:pt x="4928616" y="228600"/>
                </a:lnTo>
                <a:lnTo>
                  <a:pt x="4928616" y="114300"/>
                </a:lnTo>
                <a:lnTo>
                  <a:pt x="5053584" y="114300"/>
                </a:lnTo>
                <a:lnTo>
                  <a:pt x="5053584" y="99237"/>
                </a:lnTo>
                <a:lnTo>
                  <a:pt x="5050536" y="103632"/>
                </a:lnTo>
                <a:lnTo>
                  <a:pt x="4928616" y="103632"/>
                </a:lnTo>
                <a:lnTo>
                  <a:pt x="4928616" y="35052"/>
                </a:lnTo>
                <a:lnTo>
                  <a:pt x="4942332" y="21336"/>
                </a:lnTo>
                <a:lnTo>
                  <a:pt x="4901184" y="1524"/>
                </a:lnTo>
                <a:lnTo>
                  <a:pt x="4901425" y="20916"/>
                </a:lnTo>
                <a:lnTo>
                  <a:pt x="4901946" y="44577"/>
                </a:lnTo>
                <a:lnTo>
                  <a:pt x="4902479" y="72250"/>
                </a:lnTo>
                <a:lnTo>
                  <a:pt x="4902708" y="103632"/>
                </a:lnTo>
                <a:lnTo>
                  <a:pt x="4902708" y="114300"/>
                </a:lnTo>
                <a:lnTo>
                  <a:pt x="4902708" y="228600"/>
                </a:lnTo>
                <a:lnTo>
                  <a:pt x="4782312" y="228600"/>
                </a:lnTo>
                <a:lnTo>
                  <a:pt x="4782312" y="114300"/>
                </a:lnTo>
                <a:lnTo>
                  <a:pt x="4902708" y="114300"/>
                </a:lnTo>
                <a:lnTo>
                  <a:pt x="4902708" y="103632"/>
                </a:lnTo>
                <a:lnTo>
                  <a:pt x="4782312" y="103632"/>
                </a:lnTo>
                <a:lnTo>
                  <a:pt x="4756404" y="88392"/>
                </a:lnTo>
                <a:lnTo>
                  <a:pt x="4757293" y="108115"/>
                </a:lnTo>
                <a:lnTo>
                  <a:pt x="4757737" y="130683"/>
                </a:lnTo>
                <a:lnTo>
                  <a:pt x="4757915" y="156121"/>
                </a:lnTo>
                <a:lnTo>
                  <a:pt x="4757788" y="230390"/>
                </a:lnTo>
                <a:lnTo>
                  <a:pt x="4757674" y="239268"/>
                </a:lnTo>
                <a:lnTo>
                  <a:pt x="4757293" y="256844"/>
                </a:lnTo>
                <a:lnTo>
                  <a:pt x="4756404" y="274320"/>
                </a:lnTo>
                <a:lnTo>
                  <a:pt x="4782312" y="260604"/>
                </a:lnTo>
                <a:lnTo>
                  <a:pt x="4782312" y="239268"/>
                </a:lnTo>
                <a:lnTo>
                  <a:pt x="4902708" y="239268"/>
                </a:lnTo>
                <a:lnTo>
                  <a:pt x="4902479" y="298945"/>
                </a:lnTo>
                <a:lnTo>
                  <a:pt x="4901984" y="344424"/>
                </a:lnTo>
                <a:lnTo>
                  <a:pt x="4901425" y="384581"/>
                </a:lnTo>
                <a:lnTo>
                  <a:pt x="4901260" y="400824"/>
                </a:lnTo>
                <a:lnTo>
                  <a:pt x="4579861" y="400824"/>
                </a:lnTo>
                <a:lnTo>
                  <a:pt x="4582147" y="399580"/>
                </a:lnTo>
                <a:lnTo>
                  <a:pt x="4594098" y="389013"/>
                </a:lnTo>
                <a:lnTo>
                  <a:pt x="4601489" y="376720"/>
                </a:lnTo>
                <a:lnTo>
                  <a:pt x="4603635" y="364794"/>
                </a:lnTo>
                <a:lnTo>
                  <a:pt x="4604004" y="362724"/>
                </a:lnTo>
                <a:lnTo>
                  <a:pt x="4604004" y="134124"/>
                </a:lnTo>
                <a:lnTo>
                  <a:pt x="4678680" y="134124"/>
                </a:lnTo>
                <a:lnTo>
                  <a:pt x="4645164" y="100596"/>
                </a:lnTo>
                <a:lnTo>
                  <a:pt x="4622292" y="123456"/>
                </a:lnTo>
                <a:lnTo>
                  <a:pt x="4604004" y="123456"/>
                </a:lnTo>
                <a:lnTo>
                  <a:pt x="4604004" y="45732"/>
                </a:lnTo>
                <a:lnTo>
                  <a:pt x="4619244" y="30492"/>
                </a:lnTo>
                <a:lnTo>
                  <a:pt x="4578096" y="10680"/>
                </a:lnTo>
                <a:lnTo>
                  <a:pt x="4578337" y="22440"/>
                </a:lnTo>
                <a:lnTo>
                  <a:pt x="4578858" y="35064"/>
                </a:lnTo>
                <a:lnTo>
                  <a:pt x="4579391" y="48818"/>
                </a:lnTo>
                <a:lnTo>
                  <a:pt x="4579620" y="64020"/>
                </a:lnTo>
                <a:lnTo>
                  <a:pt x="4579620" y="123456"/>
                </a:lnTo>
                <a:lnTo>
                  <a:pt x="4439412" y="123456"/>
                </a:lnTo>
                <a:lnTo>
                  <a:pt x="4456176" y="138696"/>
                </a:lnTo>
                <a:lnTo>
                  <a:pt x="4465612" y="136690"/>
                </a:lnTo>
                <a:lnTo>
                  <a:pt x="4475607" y="135267"/>
                </a:lnTo>
                <a:lnTo>
                  <a:pt x="4486186" y="134404"/>
                </a:lnTo>
                <a:lnTo>
                  <a:pt x="4497324" y="134124"/>
                </a:lnTo>
                <a:lnTo>
                  <a:pt x="4579620" y="134124"/>
                </a:lnTo>
                <a:lnTo>
                  <a:pt x="4579620" y="359676"/>
                </a:lnTo>
                <a:lnTo>
                  <a:pt x="4575048" y="364248"/>
                </a:lnTo>
                <a:lnTo>
                  <a:pt x="4567428" y="364248"/>
                </a:lnTo>
                <a:lnTo>
                  <a:pt x="4559122" y="364794"/>
                </a:lnTo>
                <a:lnTo>
                  <a:pt x="4545520" y="364058"/>
                </a:lnTo>
                <a:lnTo>
                  <a:pt x="4526496" y="361886"/>
                </a:lnTo>
                <a:lnTo>
                  <a:pt x="4501896" y="358152"/>
                </a:lnTo>
                <a:lnTo>
                  <a:pt x="4501896" y="367296"/>
                </a:lnTo>
                <a:lnTo>
                  <a:pt x="4529899" y="377583"/>
                </a:lnTo>
                <a:lnTo>
                  <a:pt x="4549902" y="387870"/>
                </a:lnTo>
                <a:lnTo>
                  <a:pt x="4561903" y="398157"/>
                </a:lnTo>
                <a:lnTo>
                  <a:pt x="4562932" y="400824"/>
                </a:lnTo>
                <a:lnTo>
                  <a:pt x="4056291" y="400824"/>
                </a:lnTo>
                <a:lnTo>
                  <a:pt x="4058945" y="399288"/>
                </a:lnTo>
                <a:lnTo>
                  <a:pt x="4069842" y="387858"/>
                </a:lnTo>
                <a:lnTo>
                  <a:pt x="4076179" y="374142"/>
                </a:lnTo>
                <a:lnTo>
                  <a:pt x="4076674" y="370332"/>
                </a:lnTo>
                <a:lnTo>
                  <a:pt x="4078224" y="358140"/>
                </a:lnTo>
                <a:lnTo>
                  <a:pt x="4078224" y="224028"/>
                </a:lnTo>
                <a:lnTo>
                  <a:pt x="4178808" y="224028"/>
                </a:lnTo>
                <a:lnTo>
                  <a:pt x="4154424" y="269748"/>
                </a:lnTo>
                <a:lnTo>
                  <a:pt x="4162044" y="272796"/>
                </a:lnTo>
                <a:lnTo>
                  <a:pt x="4178909" y="252793"/>
                </a:lnTo>
                <a:lnTo>
                  <a:pt x="4195191" y="238506"/>
                </a:lnTo>
                <a:lnTo>
                  <a:pt x="4210913" y="229933"/>
                </a:lnTo>
                <a:lnTo>
                  <a:pt x="4226052" y="227076"/>
                </a:lnTo>
                <a:lnTo>
                  <a:pt x="4223004" y="224028"/>
                </a:lnTo>
                <a:lnTo>
                  <a:pt x="4194048" y="195072"/>
                </a:lnTo>
                <a:lnTo>
                  <a:pt x="4177284" y="213360"/>
                </a:lnTo>
                <a:lnTo>
                  <a:pt x="4073652" y="213360"/>
                </a:lnTo>
                <a:lnTo>
                  <a:pt x="4079748" y="207264"/>
                </a:lnTo>
                <a:lnTo>
                  <a:pt x="4082796" y="202692"/>
                </a:lnTo>
                <a:lnTo>
                  <a:pt x="4084320" y="196596"/>
                </a:lnTo>
                <a:lnTo>
                  <a:pt x="4084320" y="190500"/>
                </a:lnTo>
                <a:lnTo>
                  <a:pt x="4082796" y="184404"/>
                </a:lnTo>
                <a:lnTo>
                  <a:pt x="4076700" y="176784"/>
                </a:lnTo>
                <a:lnTo>
                  <a:pt x="4084396" y="172212"/>
                </a:lnTo>
                <a:lnTo>
                  <a:pt x="4130065" y="146786"/>
                </a:lnTo>
                <a:lnTo>
                  <a:pt x="4167568" y="131254"/>
                </a:lnTo>
                <a:lnTo>
                  <a:pt x="4187952" y="128016"/>
                </a:lnTo>
                <a:lnTo>
                  <a:pt x="4181919" y="120396"/>
                </a:lnTo>
                <a:lnTo>
                  <a:pt x="4158996" y="91440"/>
                </a:lnTo>
                <a:lnTo>
                  <a:pt x="4139184" y="109728"/>
                </a:lnTo>
                <a:lnTo>
                  <a:pt x="3939540" y="109728"/>
                </a:lnTo>
                <a:lnTo>
                  <a:pt x="3954780" y="124968"/>
                </a:lnTo>
                <a:lnTo>
                  <a:pt x="3965092" y="122974"/>
                </a:lnTo>
                <a:lnTo>
                  <a:pt x="3975544" y="121539"/>
                </a:lnTo>
                <a:lnTo>
                  <a:pt x="3986288" y="120688"/>
                </a:lnTo>
                <a:lnTo>
                  <a:pt x="3997452" y="120396"/>
                </a:lnTo>
                <a:lnTo>
                  <a:pt x="4137660" y="120396"/>
                </a:lnTo>
                <a:lnTo>
                  <a:pt x="4070604" y="172212"/>
                </a:lnTo>
                <a:lnTo>
                  <a:pt x="4055160" y="163906"/>
                </a:lnTo>
                <a:lnTo>
                  <a:pt x="4040695" y="157162"/>
                </a:lnTo>
                <a:lnTo>
                  <a:pt x="4027106" y="151853"/>
                </a:lnTo>
                <a:lnTo>
                  <a:pt x="4014216" y="147828"/>
                </a:lnTo>
                <a:lnTo>
                  <a:pt x="4011168" y="152400"/>
                </a:lnTo>
                <a:lnTo>
                  <a:pt x="4019385" y="159524"/>
                </a:lnTo>
                <a:lnTo>
                  <a:pt x="4027741" y="167068"/>
                </a:lnTo>
                <a:lnTo>
                  <a:pt x="4055554" y="199263"/>
                </a:lnTo>
                <a:lnTo>
                  <a:pt x="4059936" y="213360"/>
                </a:lnTo>
                <a:lnTo>
                  <a:pt x="3912108" y="213360"/>
                </a:lnTo>
                <a:lnTo>
                  <a:pt x="3927348" y="228600"/>
                </a:lnTo>
                <a:lnTo>
                  <a:pt x="3937000" y="226606"/>
                </a:lnTo>
                <a:lnTo>
                  <a:pt x="3947350" y="225171"/>
                </a:lnTo>
                <a:lnTo>
                  <a:pt x="3958005" y="224320"/>
                </a:lnTo>
                <a:lnTo>
                  <a:pt x="3968496" y="224028"/>
                </a:lnTo>
                <a:lnTo>
                  <a:pt x="4055364" y="224028"/>
                </a:lnTo>
                <a:lnTo>
                  <a:pt x="4055364" y="350520"/>
                </a:lnTo>
                <a:lnTo>
                  <a:pt x="4054246" y="359410"/>
                </a:lnTo>
                <a:lnTo>
                  <a:pt x="4050982" y="365569"/>
                </a:lnTo>
                <a:lnTo>
                  <a:pt x="4045724" y="369176"/>
                </a:lnTo>
                <a:lnTo>
                  <a:pt x="4038600" y="370332"/>
                </a:lnTo>
                <a:lnTo>
                  <a:pt x="4029748" y="370078"/>
                </a:lnTo>
                <a:lnTo>
                  <a:pt x="4019169" y="369379"/>
                </a:lnTo>
                <a:lnTo>
                  <a:pt x="3992880" y="367284"/>
                </a:lnTo>
                <a:lnTo>
                  <a:pt x="3992880" y="374904"/>
                </a:lnTo>
                <a:lnTo>
                  <a:pt x="4013174" y="381215"/>
                </a:lnTo>
                <a:lnTo>
                  <a:pt x="4028313" y="388810"/>
                </a:lnTo>
                <a:lnTo>
                  <a:pt x="4038320" y="397840"/>
                </a:lnTo>
                <a:lnTo>
                  <a:pt x="4039679" y="400824"/>
                </a:lnTo>
                <a:lnTo>
                  <a:pt x="3832428" y="400824"/>
                </a:lnTo>
                <a:lnTo>
                  <a:pt x="3847388" y="378891"/>
                </a:lnTo>
                <a:lnTo>
                  <a:pt x="3863340" y="351853"/>
                </a:lnTo>
                <a:lnTo>
                  <a:pt x="3884676" y="300228"/>
                </a:lnTo>
                <a:lnTo>
                  <a:pt x="3896487" y="247650"/>
                </a:lnTo>
                <a:lnTo>
                  <a:pt x="3901440" y="195072"/>
                </a:lnTo>
                <a:lnTo>
                  <a:pt x="3902760" y="140208"/>
                </a:lnTo>
                <a:lnTo>
                  <a:pt x="3902964" y="74676"/>
                </a:lnTo>
                <a:lnTo>
                  <a:pt x="4221480" y="74676"/>
                </a:lnTo>
                <a:lnTo>
                  <a:pt x="4210812" y="64008"/>
                </a:lnTo>
                <a:lnTo>
                  <a:pt x="4184904" y="38100"/>
                </a:lnTo>
                <a:lnTo>
                  <a:pt x="4158996" y="64008"/>
                </a:lnTo>
                <a:lnTo>
                  <a:pt x="4053840" y="64008"/>
                </a:lnTo>
                <a:lnTo>
                  <a:pt x="3902964" y="64008"/>
                </a:lnTo>
                <a:lnTo>
                  <a:pt x="3877056" y="48768"/>
                </a:lnTo>
                <a:lnTo>
                  <a:pt x="3877945" y="83616"/>
                </a:lnTo>
                <a:lnTo>
                  <a:pt x="3878389" y="117157"/>
                </a:lnTo>
                <a:lnTo>
                  <a:pt x="3878516" y="140208"/>
                </a:lnTo>
                <a:lnTo>
                  <a:pt x="3878440" y="182880"/>
                </a:lnTo>
                <a:lnTo>
                  <a:pt x="3874960" y="237744"/>
                </a:lnTo>
                <a:lnTo>
                  <a:pt x="3867912" y="291084"/>
                </a:lnTo>
                <a:lnTo>
                  <a:pt x="3851529" y="344614"/>
                </a:lnTo>
                <a:lnTo>
                  <a:pt x="3825265" y="400824"/>
                </a:lnTo>
                <a:lnTo>
                  <a:pt x="3681730" y="400824"/>
                </a:lnTo>
                <a:lnTo>
                  <a:pt x="3691902" y="392811"/>
                </a:lnTo>
                <a:lnTo>
                  <a:pt x="3699281" y="381673"/>
                </a:lnTo>
                <a:lnTo>
                  <a:pt x="3701199" y="371856"/>
                </a:lnTo>
                <a:lnTo>
                  <a:pt x="3701707" y="369290"/>
                </a:lnTo>
                <a:lnTo>
                  <a:pt x="3701808" y="295656"/>
                </a:lnTo>
                <a:lnTo>
                  <a:pt x="3701808" y="284988"/>
                </a:lnTo>
                <a:lnTo>
                  <a:pt x="3701808" y="227076"/>
                </a:lnTo>
                <a:lnTo>
                  <a:pt x="3701808" y="216408"/>
                </a:lnTo>
                <a:lnTo>
                  <a:pt x="3701808" y="163068"/>
                </a:lnTo>
                <a:lnTo>
                  <a:pt x="3709428" y="156972"/>
                </a:lnTo>
                <a:lnTo>
                  <a:pt x="3717048" y="150876"/>
                </a:lnTo>
                <a:lnTo>
                  <a:pt x="3711257" y="146304"/>
                </a:lnTo>
                <a:lnTo>
                  <a:pt x="3688092" y="128016"/>
                </a:lnTo>
                <a:lnTo>
                  <a:pt x="3677424" y="142240"/>
                </a:lnTo>
                <a:lnTo>
                  <a:pt x="3677424" y="156972"/>
                </a:lnTo>
                <a:lnTo>
                  <a:pt x="3677424" y="216408"/>
                </a:lnTo>
                <a:lnTo>
                  <a:pt x="3677424" y="227076"/>
                </a:lnTo>
                <a:lnTo>
                  <a:pt x="3677424" y="284988"/>
                </a:lnTo>
                <a:lnTo>
                  <a:pt x="3677424" y="295656"/>
                </a:lnTo>
                <a:lnTo>
                  <a:pt x="3677424" y="367284"/>
                </a:lnTo>
                <a:lnTo>
                  <a:pt x="3671328" y="371856"/>
                </a:lnTo>
                <a:lnTo>
                  <a:pt x="3662184" y="371856"/>
                </a:lnTo>
                <a:lnTo>
                  <a:pt x="3653320" y="371576"/>
                </a:lnTo>
                <a:lnTo>
                  <a:pt x="3642753" y="370713"/>
                </a:lnTo>
                <a:lnTo>
                  <a:pt x="3630460" y="369290"/>
                </a:lnTo>
                <a:lnTo>
                  <a:pt x="3616464" y="367284"/>
                </a:lnTo>
                <a:lnTo>
                  <a:pt x="3616464" y="374904"/>
                </a:lnTo>
                <a:lnTo>
                  <a:pt x="3637343" y="382320"/>
                </a:lnTo>
                <a:lnTo>
                  <a:pt x="3652088" y="390715"/>
                </a:lnTo>
                <a:lnTo>
                  <a:pt x="3660825" y="399986"/>
                </a:lnTo>
                <a:lnTo>
                  <a:pt x="3661067" y="400824"/>
                </a:lnTo>
                <a:lnTo>
                  <a:pt x="3507016" y="400824"/>
                </a:lnTo>
                <a:lnTo>
                  <a:pt x="3517404" y="394716"/>
                </a:lnTo>
                <a:lnTo>
                  <a:pt x="3517404" y="295656"/>
                </a:lnTo>
                <a:lnTo>
                  <a:pt x="3677424" y="295656"/>
                </a:lnTo>
                <a:lnTo>
                  <a:pt x="3677424" y="284988"/>
                </a:lnTo>
                <a:lnTo>
                  <a:pt x="3517404" y="284988"/>
                </a:lnTo>
                <a:lnTo>
                  <a:pt x="3517404" y="227076"/>
                </a:lnTo>
                <a:lnTo>
                  <a:pt x="3677424" y="227076"/>
                </a:lnTo>
                <a:lnTo>
                  <a:pt x="3677424" y="216408"/>
                </a:lnTo>
                <a:lnTo>
                  <a:pt x="3517404" y="216408"/>
                </a:lnTo>
                <a:lnTo>
                  <a:pt x="3517404" y="184404"/>
                </a:lnTo>
                <a:lnTo>
                  <a:pt x="3517404" y="156972"/>
                </a:lnTo>
                <a:lnTo>
                  <a:pt x="3677424" y="156972"/>
                </a:lnTo>
                <a:lnTo>
                  <a:pt x="3677424" y="142240"/>
                </a:lnTo>
                <a:lnTo>
                  <a:pt x="3674376" y="146304"/>
                </a:lnTo>
                <a:lnTo>
                  <a:pt x="3523500" y="146304"/>
                </a:lnTo>
                <a:lnTo>
                  <a:pt x="3534422" y="132041"/>
                </a:lnTo>
                <a:lnTo>
                  <a:pt x="3544646" y="116776"/>
                </a:lnTo>
                <a:lnTo>
                  <a:pt x="3554565" y="100660"/>
                </a:lnTo>
                <a:lnTo>
                  <a:pt x="3564648" y="83820"/>
                </a:lnTo>
                <a:lnTo>
                  <a:pt x="3785628" y="83820"/>
                </a:lnTo>
                <a:lnTo>
                  <a:pt x="3744480" y="42672"/>
                </a:lnTo>
                <a:lnTo>
                  <a:pt x="3715524" y="73152"/>
                </a:lnTo>
                <a:lnTo>
                  <a:pt x="3567696" y="73152"/>
                </a:lnTo>
                <a:lnTo>
                  <a:pt x="3572306" y="64604"/>
                </a:lnTo>
                <a:lnTo>
                  <a:pt x="3577221" y="55054"/>
                </a:lnTo>
                <a:lnTo>
                  <a:pt x="3582695" y="44653"/>
                </a:lnTo>
                <a:lnTo>
                  <a:pt x="3589032" y="33528"/>
                </a:lnTo>
                <a:lnTo>
                  <a:pt x="3605796" y="25908"/>
                </a:lnTo>
                <a:lnTo>
                  <a:pt x="3563124" y="1524"/>
                </a:lnTo>
                <a:lnTo>
                  <a:pt x="3559098" y="16370"/>
                </a:lnTo>
                <a:lnTo>
                  <a:pt x="3553790" y="33337"/>
                </a:lnTo>
                <a:lnTo>
                  <a:pt x="3547046" y="52324"/>
                </a:lnTo>
                <a:lnTo>
                  <a:pt x="3538740" y="73152"/>
                </a:lnTo>
                <a:lnTo>
                  <a:pt x="3381768" y="73152"/>
                </a:lnTo>
                <a:lnTo>
                  <a:pt x="3397008" y="88392"/>
                </a:lnTo>
                <a:lnTo>
                  <a:pt x="3407308" y="86398"/>
                </a:lnTo>
                <a:lnTo>
                  <a:pt x="3417773" y="84963"/>
                </a:lnTo>
                <a:lnTo>
                  <a:pt x="3428504" y="84112"/>
                </a:lnTo>
                <a:lnTo>
                  <a:pt x="3439680" y="83820"/>
                </a:lnTo>
                <a:lnTo>
                  <a:pt x="3534168" y="83820"/>
                </a:lnTo>
                <a:lnTo>
                  <a:pt x="3501021" y="140779"/>
                </a:lnTo>
                <a:lnTo>
                  <a:pt x="3465588" y="187452"/>
                </a:lnTo>
                <a:lnTo>
                  <a:pt x="3427107" y="226885"/>
                </a:lnTo>
                <a:lnTo>
                  <a:pt x="3381768" y="265176"/>
                </a:lnTo>
                <a:lnTo>
                  <a:pt x="3386340" y="271272"/>
                </a:lnTo>
                <a:lnTo>
                  <a:pt x="3414572" y="252984"/>
                </a:lnTo>
                <a:lnTo>
                  <a:pt x="3441966" y="232410"/>
                </a:lnTo>
                <a:lnTo>
                  <a:pt x="3468205" y="209550"/>
                </a:lnTo>
                <a:lnTo>
                  <a:pt x="3493020" y="184404"/>
                </a:lnTo>
                <a:lnTo>
                  <a:pt x="3492931" y="295656"/>
                </a:lnTo>
                <a:lnTo>
                  <a:pt x="3492830" y="338899"/>
                </a:lnTo>
                <a:lnTo>
                  <a:pt x="3492373" y="384797"/>
                </a:lnTo>
                <a:lnTo>
                  <a:pt x="3491814" y="400824"/>
                </a:lnTo>
                <a:lnTo>
                  <a:pt x="3143567" y="400824"/>
                </a:lnTo>
                <a:lnTo>
                  <a:pt x="3154680" y="394716"/>
                </a:lnTo>
                <a:lnTo>
                  <a:pt x="3153676" y="379742"/>
                </a:lnTo>
                <a:lnTo>
                  <a:pt x="3152584" y="362331"/>
                </a:lnTo>
                <a:lnTo>
                  <a:pt x="3151898" y="347141"/>
                </a:lnTo>
                <a:lnTo>
                  <a:pt x="3151632" y="332232"/>
                </a:lnTo>
                <a:lnTo>
                  <a:pt x="3151632" y="158496"/>
                </a:lnTo>
                <a:lnTo>
                  <a:pt x="3166872" y="147828"/>
                </a:lnTo>
                <a:lnTo>
                  <a:pt x="3124200" y="124968"/>
                </a:lnTo>
                <a:lnTo>
                  <a:pt x="3125038" y="144780"/>
                </a:lnTo>
                <a:lnTo>
                  <a:pt x="3125152" y="148526"/>
                </a:lnTo>
                <a:lnTo>
                  <a:pt x="3125546" y="166306"/>
                </a:lnTo>
                <a:lnTo>
                  <a:pt x="3125673" y="179832"/>
                </a:lnTo>
                <a:lnTo>
                  <a:pt x="3125584" y="347141"/>
                </a:lnTo>
                <a:lnTo>
                  <a:pt x="3125533" y="352996"/>
                </a:lnTo>
                <a:lnTo>
                  <a:pt x="3125089" y="379742"/>
                </a:lnTo>
                <a:lnTo>
                  <a:pt x="3124492" y="400824"/>
                </a:lnTo>
                <a:lnTo>
                  <a:pt x="2370772" y="400824"/>
                </a:lnTo>
                <a:lnTo>
                  <a:pt x="2380869" y="396049"/>
                </a:lnTo>
                <a:lnTo>
                  <a:pt x="2408999" y="362712"/>
                </a:lnTo>
                <a:lnTo>
                  <a:pt x="2409647" y="360984"/>
                </a:lnTo>
                <a:lnTo>
                  <a:pt x="2417254" y="298627"/>
                </a:lnTo>
                <a:lnTo>
                  <a:pt x="2419083" y="252222"/>
                </a:lnTo>
                <a:lnTo>
                  <a:pt x="2420569" y="190030"/>
                </a:lnTo>
                <a:lnTo>
                  <a:pt x="2421636" y="117348"/>
                </a:lnTo>
                <a:lnTo>
                  <a:pt x="2432113" y="109728"/>
                </a:lnTo>
                <a:lnTo>
                  <a:pt x="2438400" y="105156"/>
                </a:lnTo>
                <a:lnTo>
                  <a:pt x="2432304" y="99060"/>
                </a:lnTo>
                <a:lnTo>
                  <a:pt x="2412492" y="79248"/>
                </a:lnTo>
                <a:lnTo>
                  <a:pt x="2392680" y="99060"/>
                </a:lnTo>
                <a:lnTo>
                  <a:pt x="2298192" y="99060"/>
                </a:lnTo>
                <a:lnTo>
                  <a:pt x="2312174" y="71374"/>
                </a:lnTo>
                <a:lnTo>
                  <a:pt x="2324290" y="50101"/>
                </a:lnTo>
                <a:lnTo>
                  <a:pt x="2334412" y="35420"/>
                </a:lnTo>
                <a:lnTo>
                  <a:pt x="2342388" y="27432"/>
                </a:lnTo>
                <a:lnTo>
                  <a:pt x="2304288" y="4572"/>
                </a:lnTo>
                <a:lnTo>
                  <a:pt x="2293048" y="48006"/>
                </a:lnTo>
                <a:lnTo>
                  <a:pt x="2278380" y="91440"/>
                </a:lnTo>
                <a:lnTo>
                  <a:pt x="2255520" y="138112"/>
                </a:lnTo>
                <a:lnTo>
                  <a:pt x="2223516" y="190500"/>
                </a:lnTo>
                <a:lnTo>
                  <a:pt x="2229612" y="195072"/>
                </a:lnTo>
                <a:lnTo>
                  <a:pt x="2246719" y="176174"/>
                </a:lnTo>
                <a:lnTo>
                  <a:pt x="2263521" y="155829"/>
                </a:lnTo>
                <a:lnTo>
                  <a:pt x="2279764" y="133781"/>
                </a:lnTo>
                <a:lnTo>
                  <a:pt x="2295144" y="109728"/>
                </a:lnTo>
                <a:lnTo>
                  <a:pt x="2395728" y="109728"/>
                </a:lnTo>
                <a:lnTo>
                  <a:pt x="2394331" y="196596"/>
                </a:lnTo>
                <a:lnTo>
                  <a:pt x="2392489" y="262890"/>
                </a:lnTo>
                <a:lnTo>
                  <a:pt x="2390381" y="308610"/>
                </a:lnTo>
                <a:lnTo>
                  <a:pt x="2384971" y="346646"/>
                </a:lnTo>
                <a:lnTo>
                  <a:pt x="2365248" y="362712"/>
                </a:lnTo>
                <a:lnTo>
                  <a:pt x="2353780" y="362165"/>
                </a:lnTo>
                <a:lnTo>
                  <a:pt x="2339721" y="360616"/>
                </a:lnTo>
                <a:lnTo>
                  <a:pt x="2322817" y="358216"/>
                </a:lnTo>
                <a:lnTo>
                  <a:pt x="2302764" y="355092"/>
                </a:lnTo>
                <a:lnTo>
                  <a:pt x="2302764" y="362712"/>
                </a:lnTo>
                <a:lnTo>
                  <a:pt x="2324443" y="370674"/>
                </a:lnTo>
                <a:lnTo>
                  <a:pt x="2341245" y="380619"/>
                </a:lnTo>
                <a:lnTo>
                  <a:pt x="2352916" y="392290"/>
                </a:lnTo>
                <a:lnTo>
                  <a:pt x="2356980" y="400824"/>
                </a:lnTo>
                <a:lnTo>
                  <a:pt x="1437982" y="400824"/>
                </a:lnTo>
                <a:lnTo>
                  <a:pt x="1452384" y="393204"/>
                </a:lnTo>
                <a:lnTo>
                  <a:pt x="1452384" y="224040"/>
                </a:lnTo>
                <a:lnTo>
                  <a:pt x="1452384" y="199656"/>
                </a:lnTo>
                <a:lnTo>
                  <a:pt x="1467980" y="181368"/>
                </a:lnTo>
                <a:lnTo>
                  <a:pt x="1470672" y="178219"/>
                </a:lnTo>
                <a:lnTo>
                  <a:pt x="1488960" y="152793"/>
                </a:lnTo>
                <a:lnTo>
                  <a:pt x="1507248" y="123355"/>
                </a:lnTo>
                <a:lnTo>
                  <a:pt x="1525536" y="89928"/>
                </a:lnTo>
                <a:lnTo>
                  <a:pt x="1744992" y="89928"/>
                </a:lnTo>
                <a:lnTo>
                  <a:pt x="1708416" y="53352"/>
                </a:lnTo>
                <a:lnTo>
                  <a:pt x="1682508" y="79260"/>
                </a:lnTo>
                <a:lnTo>
                  <a:pt x="1528584" y="79260"/>
                </a:lnTo>
                <a:lnTo>
                  <a:pt x="1535988" y="65036"/>
                </a:lnTo>
                <a:lnTo>
                  <a:pt x="1542110" y="52400"/>
                </a:lnTo>
                <a:lnTo>
                  <a:pt x="1546796" y="41744"/>
                </a:lnTo>
                <a:lnTo>
                  <a:pt x="1549920" y="33540"/>
                </a:lnTo>
                <a:lnTo>
                  <a:pt x="1568208" y="22872"/>
                </a:lnTo>
                <a:lnTo>
                  <a:pt x="1527060" y="1536"/>
                </a:lnTo>
                <a:lnTo>
                  <a:pt x="1523885" y="18389"/>
                </a:lnTo>
                <a:lnTo>
                  <a:pt x="1518869" y="36969"/>
                </a:lnTo>
                <a:lnTo>
                  <a:pt x="1511833" y="57251"/>
                </a:lnTo>
                <a:lnTo>
                  <a:pt x="1502676" y="79260"/>
                </a:lnTo>
                <a:lnTo>
                  <a:pt x="1365516" y="79260"/>
                </a:lnTo>
                <a:lnTo>
                  <a:pt x="1382280" y="96024"/>
                </a:lnTo>
                <a:lnTo>
                  <a:pt x="1391704" y="93141"/>
                </a:lnTo>
                <a:lnTo>
                  <a:pt x="1401711" y="91262"/>
                </a:lnTo>
                <a:lnTo>
                  <a:pt x="1412278" y="90233"/>
                </a:lnTo>
                <a:lnTo>
                  <a:pt x="1423428" y="89928"/>
                </a:lnTo>
                <a:lnTo>
                  <a:pt x="1499628" y="89928"/>
                </a:lnTo>
                <a:lnTo>
                  <a:pt x="1485646" y="116217"/>
                </a:lnTo>
                <a:lnTo>
                  <a:pt x="1471244" y="140220"/>
                </a:lnTo>
                <a:lnTo>
                  <a:pt x="1456550" y="161937"/>
                </a:lnTo>
                <a:lnTo>
                  <a:pt x="1441716" y="181368"/>
                </a:lnTo>
                <a:lnTo>
                  <a:pt x="1424952" y="173748"/>
                </a:lnTo>
                <a:lnTo>
                  <a:pt x="1425803" y="182892"/>
                </a:lnTo>
                <a:lnTo>
                  <a:pt x="1426286" y="190703"/>
                </a:lnTo>
                <a:lnTo>
                  <a:pt x="1426451" y="196240"/>
                </a:lnTo>
                <a:lnTo>
                  <a:pt x="1426476" y="199656"/>
                </a:lnTo>
                <a:lnTo>
                  <a:pt x="1413065" y="216484"/>
                </a:lnTo>
                <a:lnTo>
                  <a:pt x="1395806" y="234899"/>
                </a:lnTo>
                <a:lnTo>
                  <a:pt x="1374825" y="254723"/>
                </a:lnTo>
                <a:lnTo>
                  <a:pt x="1350276" y="275856"/>
                </a:lnTo>
                <a:lnTo>
                  <a:pt x="1353324" y="281952"/>
                </a:lnTo>
                <a:lnTo>
                  <a:pt x="1371625" y="270535"/>
                </a:lnTo>
                <a:lnTo>
                  <a:pt x="1390091" y="256997"/>
                </a:lnTo>
                <a:lnTo>
                  <a:pt x="1408823" y="241439"/>
                </a:lnTo>
                <a:lnTo>
                  <a:pt x="1428000" y="224040"/>
                </a:lnTo>
                <a:lnTo>
                  <a:pt x="1427937" y="370344"/>
                </a:lnTo>
                <a:lnTo>
                  <a:pt x="1427810" y="380631"/>
                </a:lnTo>
                <a:lnTo>
                  <a:pt x="1427365" y="393204"/>
                </a:lnTo>
                <a:lnTo>
                  <a:pt x="1426870" y="400824"/>
                </a:lnTo>
                <a:lnTo>
                  <a:pt x="1028319" y="400824"/>
                </a:lnTo>
                <a:lnTo>
                  <a:pt x="1054519" y="389407"/>
                </a:lnTo>
                <a:lnTo>
                  <a:pt x="1093101" y="366712"/>
                </a:lnTo>
                <a:lnTo>
                  <a:pt x="1123099" y="342023"/>
                </a:lnTo>
                <a:lnTo>
                  <a:pt x="1160792" y="283781"/>
                </a:lnTo>
                <a:lnTo>
                  <a:pt x="1172921" y="241363"/>
                </a:lnTo>
                <a:lnTo>
                  <a:pt x="1180744" y="188391"/>
                </a:lnTo>
                <a:lnTo>
                  <a:pt x="1184160" y="124968"/>
                </a:lnTo>
                <a:lnTo>
                  <a:pt x="1199400" y="111252"/>
                </a:lnTo>
                <a:lnTo>
                  <a:pt x="1156728" y="94488"/>
                </a:lnTo>
                <a:lnTo>
                  <a:pt x="1155865" y="162191"/>
                </a:lnTo>
                <a:lnTo>
                  <a:pt x="1151013" y="218884"/>
                </a:lnTo>
                <a:lnTo>
                  <a:pt x="1142149" y="264439"/>
                </a:lnTo>
                <a:lnTo>
                  <a:pt x="1109548" y="326097"/>
                </a:lnTo>
                <a:lnTo>
                  <a:pt x="1082243" y="353187"/>
                </a:lnTo>
                <a:lnTo>
                  <a:pt x="1047203" y="379717"/>
                </a:lnTo>
                <a:lnTo>
                  <a:pt x="1011936" y="400824"/>
                </a:lnTo>
                <a:lnTo>
                  <a:pt x="0" y="400824"/>
                </a:lnTo>
                <a:lnTo>
                  <a:pt x="0" y="420636"/>
                </a:lnTo>
                <a:lnTo>
                  <a:pt x="5140452" y="420636"/>
                </a:lnTo>
                <a:lnTo>
                  <a:pt x="5140452" y="40082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pic>
        <p:nvPicPr>
          <p:cNvPr id="98" name="object 98"/>
          <p:cNvPicPr/>
          <p:nvPr/>
        </p:nvPicPr>
        <p:blipFill>
          <a:blip r:embed="rId18" cstate="print"/>
          <a:stretch>
            <a:fillRect/>
          </a:stretch>
        </p:blipFill>
        <p:spPr>
          <a:xfrm>
            <a:off x="7310628" y="6060947"/>
            <a:ext cx="97536" cy="96012"/>
          </a:xfrm>
          <a:prstGeom prst="rect">
            <a:avLst/>
          </a:prstGeom>
        </p:spPr>
      </p:pic>
      <p:sp>
        <p:nvSpPr>
          <p:cNvPr id="99" name="object 99"/>
          <p:cNvSpPr/>
          <p:nvPr/>
        </p:nvSpPr>
        <p:spPr>
          <a:xfrm>
            <a:off x="9232392" y="2389632"/>
            <a:ext cx="102235" cy="335280"/>
          </a:xfrm>
          <a:custGeom>
            <a:avLst/>
            <a:gdLst/>
            <a:ahLst/>
            <a:cxnLst/>
            <a:rect l="l" t="t" r="r" b="b"/>
            <a:pathLst>
              <a:path w="102234" h="335280">
                <a:moveTo>
                  <a:pt x="0" y="335280"/>
                </a:moveTo>
                <a:lnTo>
                  <a:pt x="0" y="329183"/>
                </a:lnTo>
                <a:lnTo>
                  <a:pt x="9715" y="326350"/>
                </a:lnTo>
                <a:lnTo>
                  <a:pt x="18288" y="322516"/>
                </a:lnTo>
                <a:lnTo>
                  <a:pt x="41148" y="288036"/>
                </a:lnTo>
                <a:lnTo>
                  <a:pt x="40862" y="282011"/>
                </a:lnTo>
                <a:lnTo>
                  <a:pt x="40005" y="275272"/>
                </a:lnTo>
                <a:lnTo>
                  <a:pt x="38576" y="267676"/>
                </a:lnTo>
                <a:lnTo>
                  <a:pt x="36576" y="259079"/>
                </a:lnTo>
                <a:lnTo>
                  <a:pt x="34480" y="243459"/>
                </a:lnTo>
                <a:lnTo>
                  <a:pt x="33789" y="236362"/>
                </a:lnTo>
                <a:lnTo>
                  <a:pt x="33528" y="230124"/>
                </a:lnTo>
                <a:lnTo>
                  <a:pt x="34385" y="221003"/>
                </a:lnTo>
                <a:lnTo>
                  <a:pt x="54721" y="186499"/>
                </a:lnTo>
                <a:lnTo>
                  <a:pt x="86868" y="167639"/>
                </a:lnTo>
                <a:lnTo>
                  <a:pt x="74890" y="162496"/>
                </a:lnTo>
                <a:lnTo>
                  <a:pt x="41243" y="131945"/>
                </a:lnTo>
                <a:lnTo>
                  <a:pt x="33528" y="105156"/>
                </a:lnTo>
                <a:lnTo>
                  <a:pt x="33789" y="98893"/>
                </a:lnTo>
                <a:lnTo>
                  <a:pt x="34480" y="91630"/>
                </a:lnTo>
                <a:lnTo>
                  <a:pt x="36576" y="74676"/>
                </a:lnTo>
                <a:lnTo>
                  <a:pt x="38576" y="66960"/>
                </a:lnTo>
                <a:lnTo>
                  <a:pt x="40005" y="59817"/>
                </a:lnTo>
                <a:lnTo>
                  <a:pt x="40862" y="53244"/>
                </a:lnTo>
                <a:lnTo>
                  <a:pt x="41148" y="47244"/>
                </a:lnTo>
                <a:lnTo>
                  <a:pt x="40576" y="40647"/>
                </a:lnTo>
                <a:lnTo>
                  <a:pt x="9715" y="8929"/>
                </a:lnTo>
                <a:lnTo>
                  <a:pt x="0" y="6096"/>
                </a:lnTo>
                <a:lnTo>
                  <a:pt x="0" y="0"/>
                </a:lnTo>
                <a:lnTo>
                  <a:pt x="39433" y="14358"/>
                </a:lnTo>
                <a:lnTo>
                  <a:pt x="64008" y="44577"/>
                </a:lnTo>
                <a:lnTo>
                  <a:pt x="68580" y="68580"/>
                </a:lnTo>
                <a:lnTo>
                  <a:pt x="68294" y="75485"/>
                </a:lnTo>
                <a:lnTo>
                  <a:pt x="67437" y="82677"/>
                </a:lnTo>
                <a:lnTo>
                  <a:pt x="66008" y="90439"/>
                </a:lnTo>
                <a:lnTo>
                  <a:pt x="64008" y="99060"/>
                </a:lnTo>
                <a:lnTo>
                  <a:pt x="61912" y="113728"/>
                </a:lnTo>
                <a:lnTo>
                  <a:pt x="61221" y="119848"/>
                </a:lnTo>
                <a:lnTo>
                  <a:pt x="60960" y="124968"/>
                </a:lnTo>
                <a:lnTo>
                  <a:pt x="61555" y="131564"/>
                </a:lnTo>
                <a:lnTo>
                  <a:pt x="92630" y="161996"/>
                </a:lnTo>
                <a:lnTo>
                  <a:pt x="102108" y="164591"/>
                </a:lnTo>
                <a:lnTo>
                  <a:pt x="102108" y="170688"/>
                </a:lnTo>
                <a:lnTo>
                  <a:pt x="66746" y="190357"/>
                </a:lnTo>
                <a:lnTo>
                  <a:pt x="60960" y="208788"/>
                </a:lnTo>
                <a:lnTo>
                  <a:pt x="61221" y="214574"/>
                </a:lnTo>
                <a:lnTo>
                  <a:pt x="64008" y="236220"/>
                </a:lnTo>
                <a:lnTo>
                  <a:pt x="66008" y="244840"/>
                </a:lnTo>
                <a:lnTo>
                  <a:pt x="67437" y="252603"/>
                </a:lnTo>
                <a:lnTo>
                  <a:pt x="68294" y="259794"/>
                </a:lnTo>
                <a:lnTo>
                  <a:pt x="68580" y="266700"/>
                </a:lnTo>
                <a:lnTo>
                  <a:pt x="67437" y="278749"/>
                </a:lnTo>
                <a:lnTo>
                  <a:pt x="39433" y="320278"/>
                </a:lnTo>
                <a:lnTo>
                  <a:pt x="14287" y="332755"/>
                </a:lnTo>
                <a:lnTo>
                  <a:pt x="0" y="33528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0" name="object 100"/>
          <p:cNvSpPr/>
          <p:nvPr/>
        </p:nvSpPr>
        <p:spPr>
          <a:xfrm>
            <a:off x="8680703" y="2609088"/>
            <a:ext cx="55244" cy="99060"/>
          </a:xfrm>
          <a:custGeom>
            <a:avLst/>
            <a:gdLst/>
            <a:ahLst/>
            <a:cxnLst/>
            <a:rect l="l" t="t" r="r" b="b"/>
            <a:pathLst>
              <a:path w="55245" h="99060">
                <a:moveTo>
                  <a:pt x="24384" y="41148"/>
                </a:moveTo>
                <a:lnTo>
                  <a:pt x="13716" y="41148"/>
                </a:lnTo>
                <a:lnTo>
                  <a:pt x="9144" y="39624"/>
                </a:lnTo>
                <a:lnTo>
                  <a:pt x="4572" y="36576"/>
                </a:lnTo>
                <a:lnTo>
                  <a:pt x="1524" y="33528"/>
                </a:lnTo>
                <a:lnTo>
                  <a:pt x="0" y="28956"/>
                </a:lnTo>
                <a:lnTo>
                  <a:pt x="23" y="16668"/>
                </a:lnTo>
                <a:lnTo>
                  <a:pt x="1524" y="10668"/>
                </a:lnTo>
                <a:lnTo>
                  <a:pt x="6096" y="7620"/>
                </a:lnTo>
                <a:lnTo>
                  <a:pt x="10668" y="3048"/>
                </a:lnTo>
                <a:lnTo>
                  <a:pt x="16764" y="0"/>
                </a:lnTo>
                <a:lnTo>
                  <a:pt x="32004" y="0"/>
                </a:lnTo>
                <a:lnTo>
                  <a:pt x="54704" y="36576"/>
                </a:lnTo>
                <a:lnTo>
                  <a:pt x="33528" y="36576"/>
                </a:lnTo>
                <a:lnTo>
                  <a:pt x="30480" y="38100"/>
                </a:lnTo>
                <a:lnTo>
                  <a:pt x="25908" y="39624"/>
                </a:lnTo>
                <a:lnTo>
                  <a:pt x="24384" y="41148"/>
                </a:lnTo>
                <a:close/>
              </a:path>
              <a:path w="55245" h="99060">
                <a:moveTo>
                  <a:pt x="0" y="99060"/>
                </a:moveTo>
                <a:lnTo>
                  <a:pt x="0" y="89916"/>
                </a:lnTo>
                <a:lnTo>
                  <a:pt x="8596" y="86844"/>
                </a:lnTo>
                <a:lnTo>
                  <a:pt x="16192" y="82486"/>
                </a:lnTo>
                <a:lnTo>
                  <a:pt x="38814" y="51054"/>
                </a:lnTo>
                <a:lnTo>
                  <a:pt x="39624" y="44196"/>
                </a:lnTo>
                <a:lnTo>
                  <a:pt x="39624" y="41148"/>
                </a:lnTo>
                <a:lnTo>
                  <a:pt x="38100" y="39624"/>
                </a:lnTo>
                <a:lnTo>
                  <a:pt x="38100" y="38100"/>
                </a:lnTo>
                <a:lnTo>
                  <a:pt x="36576" y="36576"/>
                </a:lnTo>
                <a:lnTo>
                  <a:pt x="54704" y="36576"/>
                </a:lnTo>
                <a:lnTo>
                  <a:pt x="54864" y="38100"/>
                </a:lnTo>
                <a:lnTo>
                  <a:pt x="54006" y="47220"/>
                </a:lnTo>
                <a:lnTo>
                  <a:pt x="33432" y="80629"/>
                </a:lnTo>
                <a:lnTo>
                  <a:pt x="12858" y="93297"/>
                </a:lnTo>
                <a:lnTo>
                  <a:pt x="0" y="9906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1" name="object 101"/>
          <p:cNvSpPr/>
          <p:nvPr/>
        </p:nvSpPr>
        <p:spPr>
          <a:xfrm>
            <a:off x="8189976" y="2609088"/>
            <a:ext cx="53340" cy="99060"/>
          </a:xfrm>
          <a:custGeom>
            <a:avLst/>
            <a:gdLst/>
            <a:ahLst/>
            <a:cxnLst/>
            <a:rect l="l" t="t" r="r" b="b"/>
            <a:pathLst>
              <a:path w="53340" h="99060">
                <a:moveTo>
                  <a:pt x="0" y="99060"/>
                </a:moveTo>
                <a:lnTo>
                  <a:pt x="0" y="89916"/>
                </a:lnTo>
                <a:lnTo>
                  <a:pt x="8596" y="86844"/>
                </a:lnTo>
                <a:lnTo>
                  <a:pt x="16192" y="82486"/>
                </a:lnTo>
                <a:lnTo>
                  <a:pt x="38100" y="44196"/>
                </a:lnTo>
                <a:lnTo>
                  <a:pt x="38100" y="39624"/>
                </a:lnTo>
                <a:lnTo>
                  <a:pt x="36576" y="38100"/>
                </a:lnTo>
                <a:lnTo>
                  <a:pt x="36576" y="36576"/>
                </a:lnTo>
                <a:lnTo>
                  <a:pt x="33528" y="36576"/>
                </a:lnTo>
                <a:lnTo>
                  <a:pt x="30480" y="38100"/>
                </a:lnTo>
                <a:lnTo>
                  <a:pt x="25908" y="39624"/>
                </a:lnTo>
                <a:lnTo>
                  <a:pt x="24384" y="41148"/>
                </a:lnTo>
                <a:lnTo>
                  <a:pt x="13716" y="41148"/>
                </a:lnTo>
                <a:lnTo>
                  <a:pt x="7620" y="39624"/>
                </a:lnTo>
                <a:lnTo>
                  <a:pt x="1524" y="33528"/>
                </a:lnTo>
                <a:lnTo>
                  <a:pt x="0" y="28956"/>
                </a:lnTo>
                <a:lnTo>
                  <a:pt x="0" y="16764"/>
                </a:lnTo>
                <a:lnTo>
                  <a:pt x="1524" y="10668"/>
                </a:lnTo>
                <a:lnTo>
                  <a:pt x="6096" y="7620"/>
                </a:lnTo>
                <a:lnTo>
                  <a:pt x="10668" y="3048"/>
                </a:lnTo>
                <a:lnTo>
                  <a:pt x="16764" y="0"/>
                </a:lnTo>
                <a:lnTo>
                  <a:pt x="30480" y="0"/>
                </a:lnTo>
                <a:lnTo>
                  <a:pt x="53339" y="38100"/>
                </a:lnTo>
                <a:lnTo>
                  <a:pt x="52506" y="47220"/>
                </a:lnTo>
                <a:lnTo>
                  <a:pt x="33432" y="80629"/>
                </a:lnTo>
                <a:lnTo>
                  <a:pt x="12858" y="93297"/>
                </a:lnTo>
                <a:lnTo>
                  <a:pt x="0" y="9906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2" name="object 102"/>
          <p:cNvSpPr/>
          <p:nvPr/>
        </p:nvSpPr>
        <p:spPr>
          <a:xfrm>
            <a:off x="7635240" y="2609088"/>
            <a:ext cx="55244" cy="99060"/>
          </a:xfrm>
          <a:custGeom>
            <a:avLst/>
            <a:gdLst/>
            <a:ahLst/>
            <a:cxnLst/>
            <a:rect l="l" t="t" r="r" b="b"/>
            <a:pathLst>
              <a:path w="55245" h="99060">
                <a:moveTo>
                  <a:pt x="24384" y="41148"/>
                </a:moveTo>
                <a:lnTo>
                  <a:pt x="13716" y="41148"/>
                </a:lnTo>
                <a:lnTo>
                  <a:pt x="9144" y="39624"/>
                </a:lnTo>
                <a:lnTo>
                  <a:pt x="4572" y="36576"/>
                </a:lnTo>
                <a:lnTo>
                  <a:pt x="1524" y="33528"/>
                </a:lnTo>
                <a:lnTo>
                  <a:pt x="0" y="28956"/>
                </a:lnTo>
                <a:lnTo>
                  <a:pt x="23" y="16668"/>
                </a:lnTo>
                <a:lnTo>
                  <a:pt x="1524" y="10668"/>
                </a:lnTo>
                <a:lnTo>
                  <a:pt x="6096" y="7620"/>
                </a:lnTo>
                <a:lnTo>
                  <a:pt x="10668" y="3048"/>
                </a:lnTo>
                <a:lnTo>
                  <a:pt x="16764" y="0"/>
                </a:lnTo>
                <a:lnTo>
                  <a:pt x="32004" y="0"/>
                </a:lnTo>
                <a:lnTo>
                  <a:pt x="54751" y="36576"/>
                </a:lnTo>
                <a:lnTo>
                  <a:pt x="33528" y="36576"/>
                </a:lnTo>
                <a:lnTo>
                  <a:pt x="30480" y="38100"/>
                </a:lnTo>
                <a:lnTo>
                  <a:pt x="25908" y="39624"/>
                </a:lnTo>
                <a:lnTo>
                  <a:pt x="24384" y="41148"/>
                </a:lnTo>
                <a:close/>
              </a:path>
              <a:path w="55245" h="99060">
                <a:moveTo>
                  <a:pt x="0" y="99060"/>
                </a:moveTo>
                <a:lnTo>
                  <a:pt x="0" y="89916"/>
                </a:lnTo>
                <a:lnTo>
                  <a:pt x="8810" y="86844"/>
                </a:lnTo>
                <a:lnTo>
                  <a:pt x="16764" y="82486"/>
                </a:lnTo>
                <a:lnTo>
                  <a:pt x="39028" y="51054"/>
                </a:lnTo>
                <a:lnTo>
                  <a:pt x="39624" y="44196"/>
                </a:lnTo>
                <a:lnTo>
                  <a:pt x="39624" y="39624"/>
                </a:lnTo>
                <a:lnTo>
                  <a:pt x="36576" y="36576"/>
                </a:lnTo>
                <a:lnTo>
                  <a:pt x="54751" y="36576"/>
                </a:lnTo>
                <a:lnTo>
                  <a:pt x="41148" y="73152"/>
                </a:lnTo>
                <a:lnTo>
                  <a:pt x="12858" y="93297"/>
                </a:lnTo>
                <a:lnTo>
                  <a:pt x="0" y="9906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3" name="object 103"/>
          <p:cNvSpPr/>
          <p:nvPr/>
        </p:nvSpPr>
        <p:spPr>
          <a:xfrm>
            <a:off x="7124700" y="2389632"/>
            <a:ext cx="102235" cy="335280"/>
          </a:xfrm>
          <a:custGeom>
            <a:avLst/>
            <a:gdLst/>
            <a:ahLst/>
            <a:cxnLst/>
            <a:rect l="l" t="t" r="r" b="b"/>
            <a:pathLst>
              <a:path w="102234" h="335280">
                <a:moveTo>
                  <a:pt x="102107" y="335280"/>
                </a:moveTo>
                <a:lnTo>
                  <a:pt x="62674" y="320278"/>
                </a:lnTo>
                <a:lnTo>
                  <a:pt x="38099" y="290512"/>
                </a:lnTo>
                <a:lnTo>
                  <a:pt x="33527" y="266700"/>
                </a:lnTo>
                <a:lnTo>
                  <a:pt x="33813" y="259794"/>
                </a:lnTo>
                <a:lnTo>
                  <a:pt x="34670" y="252603"/>
                </a:lnTo>
                <a:lnTo>
                  <a:pt x="36099" y="244840"/>
                </a:lnTo>
                <a:lnTo>
                  <a:pt x="38099" y="236220"/>
                </a:lnTo>
                <a:lnTo>
                  <a:pt x="40195" y="220789"/>
                </a:lnTo>
                <a:lnTo>
                  <a:pt x="40886" y="214574"/>
                </a:lnTo>
                <a:lnTo>
                  <a:pt x="41147" y="208788"/>
                </a:lnTo>
                <a:lnTo>
                  <a:pt x="40552" y="202834"/>
                </a:lnTo>
                <a:lnTo>
                  <a:pt x="9477" y="172616"/>
                </a:lnTo>
                <a:lnTo>
                  <a:pt x="0" y="170688"/>
                </a:lnTo>
                <a:lnTo>
                  <a:pt x="0" y="164591"/>
                </a:lnTo>
                <a:lnTo>
                  <a:pt x="35361" y="144256"/>
                </a:lnTo>
                <a:lnTo>
                  <a:pt x="41147" y="124967"/>
                </a:lnTo>
                <a:lnTo>
                  <a:pt x="40886" y="119848"/>
                </a:lnTo>
                <a:lnTo>
                  <a:pt x="38099" y="99060"/>
                </a:lnTo>
                <a:lnTo>
                  <a:pt x="36099" y="90439"/>
                </a:lnTo>
                <a:lnTo>
                  <a:pt x="34670" y="82677"/>
                </a:lnTo>
                <a:lnTo>
                  <a:pt x="33813" y="75485"/>
                </a:lnTo>
                <a:lnTo>
                  <a:pt x="33527" y="68579"/>
                </a:lnTo>
                <a:lnTo>
                  <a:pt x="34670" y="56316"/>
                </a:lnTo>
                <a:lnTo>
                  <a:pt x="62674" y="15001"/>
                </a:lnTo>
                <a:lnTo>
                  <a:pt x="102107" y="0"/>
                </a:lnTo>
                <a:lnTo>
                  <a:pt x="102107" y="6096"/>
                </a:lnTo>
                <a:lnTo>
                  <a:pt x="92392" y="8715"/>
                </a:lnTo>
                <a:lnTo>
                  <a:pt x="83819" y="12192"/>
                </a:lnTo>
                <a:lnTo>
                  <a:pt x="60959" y="47244"/>
                </a:lnTo>
                <a:lnTo>
                  <a:pt x="61245" y="53244"/>
                </a:lnTo>
                <a:lnTo>
                  <a:pt x="62102" y="59817"/>
                </a:lnTo>
                <a:lnTo>
                  <a:pt x="63531" y="66960"/>
                </a:lnTo>
                <a:lnTo>
                  <a:pt x="65531" y="74676"/>
                </a:lnTo>
                <a:lnTo>
                  <a:pt x="67627" y="91630"/>
                </a:lnTo>
                <a:lnTo>
                  <a:pt x="68318" y="98893"/>
                </a:lnTo>
                <a:lnTo>
                  <a:pt x="68579" y="105156"/>
                </a:lnTo>
                <a:lnTo>
                  <a:pt x="67722" y="114276"/>
                </a:lnTo>
                <a:lnTo>
                  <a:pt x="47386" y="148566"/>
                </a:lnTo>
                <a:lnTo>
                  <a:pt x="15239" y="167640"/>
                </a:lnTo>
                <a:lnTo>
                  <a:pt x="27217" y="172759"/>
                </a:lnTo>
                <a:lnTo>
                  <a:pt x="60864" y="202692"/>
                </a:lnTo>
                <a:lnTo>
                  <a:pt x="68579" y="230124"/>
                </a:lnTo>
                <a:lnTo>
                  <a:pt x="68318" y="236362"/>
                </a:lnTo>
                <a:lnTo>
                  <a:pt x="67627" y="243459"/>
                </a:lnTo>
                <a:lnTo>
                  <a:pt x="65531" y="259080"/>
                </a:lnTo>
                <a:lnTo>
                  <a:pt x="63531" y="267676"/>
                </a:lnTo>
                <a:lnTo>
                  <a:pt x="62102" y="275272"/>
                </a:lnTo>
                <a:lnTo>
                  <a:pt x="61245" y="282011"/>
                </a:lnTo>
                <a:lnTo>
                  <a:pt x="60959" y="288036"/>
                </a:lnTo>
                <a:lnTo>
                  <a:pt x="61531" y="294632"/>
                </a:lnTo>
                <a:lnTo>
                  <a:pt x="92392" y="326350"/>
                </a:lnTo>
                <a:lnTo>
                  <a:pt x="102107" y="329184"/>
                </a:lnTo>
                <a:lnTo>
                  <a:pt x="102107" y="33528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pic>
        <p:nvPicPr>
          <p:cNvPr id="104" name="object 104"/>
          <p:cNvPicPr/>
          <p:nvPr/>
        </p:nvPicPr>
        <p:blipFill>
          <a:blip r:embed="rId19" cstate="print"/>
          <a:stretch>
            <a:fillRect/>
          </a:stretch>
        </p:blipFill>
        <p:spPr>
          <a:xfrm>
            <a:off x="8028432" y="2592324"/>
            <a:ext cx="96011" cy="146304"/>
          </a:xfrm>
          <a:prstGeom prst="rect">
            <a:avLst/>
          </a:prstGeom>
        </p:spPr>
      </p:pic>
      <p:sp>
        <p:nvSpPr>
          <p:cNvPr id="105" name="object 105"/>
          <p:cNvSpPr/>
          <p:nvPr/>
        </p:nvSpPr>
        <p:spPr>
          <a:xfrm>
            <a:off x="7511796" y="2592323"/>
            <a:ext cx="56515" cy="146685"/>
          </a:xfrm>
          <a:custGeom>
            <a:avLst/>
            <a:gdLst/>
            <a:ahLst/>
            <a:cxnLst/>
            <a:rect l="l" t="t" r="r" b="b"/>
            <a:pathLst>
              <a:path w="56515" h="146685">
                <a:moveTo>
                  <a:pt x="56387" y="146303"/>
                </a:moveTo>
                <a:lnTo>
                  <a:pt x="3048" y="146303"/>
                </a:lnTo>
                <a:lnTo>
                  <a:pt x="3048" y="143255"/>
                </a:lnTo>
                <a:lnTo>
                  <a:pt x="9144" y="141731"/>
                </a:lnTo>
                <a:lnTo>
                  <a:pt x="13716" y="141731"/>
                </a:lnTo>
                <a:lnTo>
                  <a:pt x="15240" y="140208"/>
                </a:lnTo>
                <a:lnTo>
                  <a:pt x="18288" y="140208"/>
                </a:lnTo>
                <a:lnTo>
                  <a:pt x="19812" y="138683"/>
                </a:lnTo>
                <a:lnTo>
                  <a:pt x="19812" y="137159"/>
                </a:lnTo>
                <a:lnTo>
                  <a:pt x="21336" y="135635"/>
                </a:lnTo>
                <a:lnTo>
                  <a:pt x="21336" y="27431"/>
                </a:lnTo>
                <a:lnTo>
                  <a:pt x="19812" y="24383"/>
                </a:lnTo>
                <a:lnTo>
                  <a:pt x="19812" y="21335"/>
                </a:lnTo>
                <a:lnTo>
                  <a:pt x="18288" y="19811"/>
                </a:lnTo>
                <a:lnTo>
                  <a:pt x="16764" y="19811"/>
                </a:lnTo>
                <a:lnTo>
                  <a:pt x="15240" y="18287"/>
                </a:lnTo>
                <a:lnTo>
                  <a:pt x="6096" y="18287"/>
                </a:lnTo>
                <a:lnTo>
                  <a:pt x="1524" y="21335"/>
                </a:lnTo>
                <a:lnTo>
                  <a:pt x="0" y="18287"/>
                </a:lnTo>
                <a:lnTo>
                  <a:pt x="35052" y="0"/>
                </a:lnTo>
                <a:lnTo>
                  <a:pt x="38100" y="0"/>
                </a:lnTo>
                <a:lnTo>
                  <a:pt x="38100" y="129539"/>
                </a:lnTo>
                <a:lnTo>
                  <a:pt x="39624" y="134111"/>
                </a:lnTo>
                <a:lnTo>
                  <a:pt x="39624" y="138683"/>
                </a:lnTo>
                <a:lnTo>
                  <a:pt x="41148" y="140208"/>
                </a:lnTo>
                <a:lnTo>
                  <a:pt x="44195" y="140208"/>
                </a:lnTo>
                <a:lnTo>
                  <a:pt x="45719" y="141731"/>
                </a:lnTo>
                <a:lnTo>
                  <a:pt x="50292" y="141731"/>
                </a:lnTo>
                <a:lnTo>
                  <a:pt x="56387" y="143255"/>
                </a:lnTo>
                <a:lnTo>
                  <a:pt x="56387" y="14630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06" name="object 106"/>
          <p:cNvGrpSpPr/>
          <p:nvPr/>
        </p:nvGrpSpPr>
        <p:grpSpPr>
          <a:xfrm>
            <a:off x="8807195" y="2482596"/>
            <a:ext cx="363220" cy="259079"/>
            <a:chOff x="8807195" y="2482596"/>
            <a:chExt cx="363220" cy="259079"/>
          </a:xfrm>
        </p:grpSpPr>
        <p:pic>
          <p:nvPicPr>
            <p:cNvPr id="107" name="object 107"/>
            <p:cNvPicPr/>
            <p:nvPr/>
          </p:nvPicPr>
          <p:blipFill>
            <a:blip r:embed="rId20" cstate="print"/>
            <a:stretch>
              <a:fillRect/>
            </a:stretch>
          </p:blipFill>
          <p:spPr>
            <a:xfrm>
              <a:off x="9073895" y="2642616"/>
              <a:ext cx="96012" cy="99060"/>
            </a:xfrm>
            <a:prstGeom prst="rect">
              <a:avLst/>
            </a:prstGeom>
          </p:spPr>
        </p:pic>
        <p:pic>
          <p:nvPicPr>
            <p:cNvPr id="108" name="object 108"/>
            <p:cNvPicPr/>
            <p:nvPr/>
          </p:nvPicPr>
          <p:blipFill>
            <a:blip r:embed="rId21" cstate="print"/>
            <a:stretch>
              <a:fillRect/>
            </a:stretch>
          </p:blipFill>
          <p:spPr>
            <a:xfrm>
              <a:off x="8807195" y="2482596"/>
              <a:ext cx="246888" cy="167640"/>
            </a:xfrm>
            <a:prstGeom prst="rect">
              <a:avLst/>
            </a:prstGeom>
          </p:spPr>
        </p:pic>
      </p:grpSp>
      <p:pic>
        <p:nvPicPr>
          <p:cNvPr id="109" name="object 109"/>
          <p:cNvPicPr/>
          <p:nvPr/>
        </p:nvPicPr>
        <p:blipFill>
          <a:blip r:embed="rId22" cstate="print"/>
          <a:stretch>
            <a:fillRect/>
          </a:stretch>
        </p:blipFill>
        <p:spPr>
          <a:xfrm>
            <a:off x="7761731" y="2482596"/>
            <a:ext cx="246887" cy="167639"/>
          </a:xfrm>
          <a:prstGeom prst="rect">
            <a:avLst/>
          </a:prstGeom>
        </p:spPr>
      </p:pic>
      <p:sp>
        <p:nvSpPr>
          <p:cNvPr id="110" name="object 110"/>
          <p:cNvSpPr/>
          <p:nvPr/>
        </p:nvSpPr>
        <p:spPr>
          <a:xfrm>
            <a:off x="7248144" y="2482596"/>
            <a:ext cx="248920" cy="167640"/>
          </a:xfrm>
          <a:custGeom>
            <a:avLst/>
            <a:gdLst/>
            <a:ahLst/>
            <a:cxnLst/>
            <a:rect l="l" t="t" r="r" b="b"/>
            <a:pathLst>
              <a:path w="248920" h="167639">
                <a:moveTo>
                  <a:pt x="201168" y="167640"/>
                </a:moveTo>
                <a:lnTo>
                  <a:pt x="193548" y="167640"/>
                </a:lnTo>
                <a:lnTo>
                  <a:pt x="188976" y="166116"/>
                </a:lnTo>
                <a:lnTo>
                  <a:pt x="182879" y="160019"/>
                </a:lnTo>
                <a:lnTo>
                  <a:pt x="182879" y="152400"/>
                </a:lnTo>
                <a:lnTo>
                  <a:pt x="205740" y="59436"/>
                </a:lnTo>
                <a:lnTo>
                  <a:pt x="210312" y="45719"/>
                </a:lnTo>
                <a:lnTo>
                  <a:pt x="211836" y="39624"/>
                </a:lnTo>
                <a:lnTo>
                  <a:pt x="211836" y="38100"/>
                </a:lnTo>
                <a:lnTo>
                  <a:pt x="213360" y="35052"/>
                </a:lnTo>
                <a:lnTo>
                  <a:pt x="213360" y="27432"/>
                </a:lnTo>
                <a:lnTo>
                  <a:pt x="210312" y="24384"/>
                </a:lnTo>
                <a:lnTo>
                  <a:pt x="208787" y="21336"/>
                </a:lnTo>
                <a:lnTo>
                  <a:pt x="201168" y="21336"/>
                </a:lnTo>
                <a:lnTo>
                  <a:pt x="164782" y="56388"/>
                </a:lnTo>
                <a:lnTo>
                  <a:pt x="141732" y="92964"/>
                </a:lnTo>
                <a:lnTo>
                  <a:pt x="121800" y="142470"/>
                </a:lnTo>
                <a:lnTo>
                  <a:pt x="115824" y="163068"/>
                </a:lnTo>
                <a:lnTo>
                  <a:pt x="88392" y="163068"/>
                </a:lnTo>
                <a:lnTo>
                  <a:pt x="121920" y="42672"/>
                </a:lnTo>
                <a:lnTo>
                  <a:pt x="124968" y="33528"/>
                </a:lnTo>
                <a:lnTo>
                  <a:pt x="124968" y="27432"/>
                </a:lnTo>
                <a:lnTo>
                  <a:pt x="123443" y="24384"/>
                </a:lnTo>
                <a:lnTo>
                  <a:pt x="120396" y="21336"/>
                </a:lnTo>
                <a:lnTo>
                  <a:pt x="109728" y="21336"/>
                </a:lnTo>
                <a:lnTo>
                  <a:pt x="76200" y="54864"/>
                </a:lnTo>
                <a:lnTo>
                  <a:pt x="48768" y="99060"/>
                </a:lnTo>
                <a:lnTo>
                  <a:pt x="46505" y="107132"/>
                </a:lnTo>
                <a:lnTo>
                  <a:pt x="27432" y="163068"/>
                </a:lnTo>
                <a:lnTo>
                  <a:pt x="0" y="163068"/>
                </a:lnTo>
                <a:lnTo>
                  <a:pt x="39624" y="30480"/>
                </a:lnTo>
                <a:lnTo>
                  <a:pt x="39624" y="21336"/>
                </a:lnTo>
                <a:lnTo>
                  <a:pt x="36576" y="18288"/>
                </a:lnTo>
                <a:lnTo>
                  <a:pt x="30480" y="15240"/>
                </a:lnTo>
                <a:lnTo>
                  <a:pt x="25908" y="15240"/>
                </a:lnTo>
                <a:lnTo>
                  <a:pt x="21335" y="16764"/>
                </a:lnTo>
                <a:lnTo>
                  <a:pt x="13716" y="18288"/>
                </a:lnTo>
                <a:lnTo>
                  <a:pt x="12192" y="10668"/>
                </a:lnTo>
                <a:lnTo>
                  <a:pt x="76200" y="0"/>
                </a:lnTo>
                <a:lnTo>
                  <a:pt x="51816" y="80772"/>
                </a:lnTo>
                <a:lnTo>
                  <a:pt x="59531" y="67675"/>
                </a:lnTo>
                <a:lnTo>
                  <a:pt x="87487" y="27527"/>
                </a:lnTo>
                <a:lnTo>
                  <a:pt x="112775" y="6096"/>
                </a:lnTo>
                <a:lnTo>
                  <a:pt x="118872" y="1524"/>
                </a:lnTo>
                <a:lnTo>
                  <a:pt x="124968" y="0"/>
                </a:lnTo>
                <a:lnTo>
                  <a:pt x="138684" y="0"/>
                </a:lnTo>
                <a:lnTo>
                  <a:pt x="143256" y="1524"/>
                </a:lnTo>
                <a:lnTo>
                  <a:pt x="147828" y="6096"/>
                </a:lnTo>
                <a:lnTo>
                  <a:pt x="152400" y="9144"/>
                </a:lnTo>
                <a:lnTo>
                  <a:pt x="153924" y="13716"/>
                </a:lnTo>
                <a:lnTo>
                  <a:pt x="153924" y="25908"/>
                </a:lnTo>
                <a:lnTo>
                  <a:pt x="152400" y="33528"/>
                </a:lnTo>
                <a:lnTo>
                  <a:pt x="149352" y="42672"/>
                </a:lnTo>
                <a:lnTo>
                  <a:pt x="137160" y="89916"/>
                </a:lnTo>
                <a:lnTo>
                  <a:pt x="165925" y="43052"/>
                </a:lnTo>
                <a:lnTo>
                  <a:pt x="193548" y="12192"/>
                </a:lnTo>
                <a:lnTo>
                  <a:pt x="222504" y="0"/>
                </a:lnTo>
                <a:lnTo>
                  <a:pt x="228600" y="0"/>
                </a:lnTo>
                <a:lnTo>
                  <a:pt x="233172" y="1524"/>
                </a:lnTo>
                <a:lnTo>
                  <a:pt x="236219" y="6096"/>
                </a:lnTo>
                <a:lnTo>
                  <a:pt x="239268" y="9144"/>
                </a:lnTo>
                <a:lnTo>
                  <a:pt x="242316" y="15240"/>
                </a:lnTo>
                <a:lnTo>
                  <a:pt x="242316" y="30480"/>
                </a:lnTo>
                <a:lnTo>
                  <a:pt x="240792" y="38100"/>
                </a:lnTo>
                <a:lnTo>
                  <a:pt x="237743" y="45719"/>
                </a:lnTo>
                <a:lnTo>
                  <a:pt x="215050" y="125872"/>
                </a:lnTo>
                <a:lnTo>
                  <a:pt x="213169" y="133350"/>
                </a:lnTo>
                <a:lnTo>
                  <a:pt x="212145" y="138541"/>
                </a:lnTo>
                <a:lnTo>
                  <a:pt x="211836" y="141732"/>
                </a:lnTo>
                <a:lnTo>
                  <a:pt x="211836" y="144779"/>
                </a:lnTo>
                <a:lnTo>
                  <a:pt x="213360" y="144779"/>
                </a:lnTo>
                <a:lnTo>
                  <a:pt x="213360" y="146304"/>
                </a:lnTo>
                <a:lnTo>
                  <a:pt x="217932" y="146304"/>
                </a:lnTo>
                <a:lnTo>
                  <a:pt x="219456" y="144779"/>
                </a:lnTo>
                <a:lnTo>
                  <a:pt x="222504" y="143256"/>
                </a:lnTo>
                <a:lnTo>
                  <a:pt x="227957" y="138636"/>
                </a:lnTo>
                <a:lnTo>
                  <a:pt x="232981" y="133731"/>
                </a:lnTo>
                <a:lnTo>
                  <a:pt x="237720" y="128254"/>
                </a:lnTo>
                <a:lnTo>
                  <a:pt x="242316" y="121920"/>
                </a:lnTo>
                <a:lnTo>
                  <a:pt x="248411" y="126491"/>
                </a:lnTo>
                <a:lnTo>
                  <a:pt x="221170" y="156400"/>
                </a:lnTo>
                <a:lnTo>
                  <a:pt x="211836" y="163068"/>
                </a:lnTo>
                <a:lnTo>
                  <a:pt x="207264" y="166116"/>
                </a:lnTo>
                <a:lnTo>
                  <a:pt x="201168" y="16764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1" name="object 111"/>
          <p:cNvSpPr/>
          <p:nvPr/>
        </p:nvSpPr>
        <p:spPr>
          <a:xfrm>
            <a:off x="6347459" y="2400300"/>
            <a:ext cx="356870" cy="245745"/>
          </a:xfrm>
          <a:custGeom>
            <a:avLst/>
            <a:gdLst/>
            <a:ahLst/>
            <a:cxnLst/>
            <a:rect l="l" t="t" r="r" b="b"/>
            <a:pathLst>
              <a:path w="356870" h="245744">
                <a:moveTo>
                  <a:pt x="292608" y="245364"/>
                </a:moveTo>
                <a:lnTo>
                  <a:pt x="187451" y="245364"/>
                </a:lnTo>
                <a:lnTo>
                  <a:pt x="188975" y="239268"/>
                </a:lnTo>
                <a:lnTo>
                  <a:pt x="204215" y="239268"/>
                </a:lnTo>
                <a:lnTo>
                  <a:pt x="210311" y="237743"/>
                </a:lnTo>
                <a:lnTo>
                  <a:pt x="214883" y="234695"/>
                </a:lnTo>
                <a:lnTo>
                  <a:pt x="219455" y="233172"/>
                </a:lnTo>
                <a:lnTo>
                  <a:pt x="225551" y="224028"/>
                </a:lnTo>
                <a:lnTo>
                  <a:pt x="228099" y="218551"/>
                </a:lnTo>
                <a:lnTo>
                  <a:pt x="231076" y="211073"/>
                </a:lnTo>
                <a:lnTo>
                  <a:pt x="234338" y="201310"/>
                </a:lnTo>
                <a:lnTo>
                  <a:pt x="237743" y="188976"/>
                </a:lnTo>
                <a:lnTo>
                  <a:pt x="278891" y="45719"/>
                </a:lnTo>
                <a:lnTo>
                  <a:pt x="134111" y="245364"/>
                </a:lnTo>
                <a:lnTo>
                  <a:pt x="128015" y="245364"/>
                </a:lnTo>
                <a:lnTo>
                  <a:pt x="103631" y="45719"/>
                </a:lnTo>
                <a:lnTo>
                  <a:pt x="59435" y="198119"/>
                </a:lnTo>
                <a:lnTo>
                  <a:pt x="57435" y="206668"/>
                </a:lnTo>
                <a:lnTo>
                  <a:pt x="56006" y="213931"/>
                </a:lnTo>
                <a:lnTo>
                  <a:pt x="55149" y="219765"/>
                </a:lnTo>
                <a:lnTo>
                  <a:pt x="54863" y="224028"/>
                </a:lnTo>
                <a:lnTo>
                  <a:pt x="54863" y="228600"/>
                </a:lnTo>
                <a:lnTo>
                  <a:pt x="83819" y="239268"/>
                </a:lnTo>
                <a:lnTo>
                  <a:pt x="80771" y="245364"/>
                </a:lnTo>
                <a:lnTo>
                  <a:pt x="0" y="245364"/>
                </a:lnTo>
                <a:lnTo>
                  <a:pt x="1523" y="239268"/>
                </a:lnTo>
                <a:lnTo>
                  <a:pt x="6095" y="239268"/>
                </a:lnTo>
                <a:lnTo>
                  <a:pt x="14644" y="238696"/>
                </a:lnTo>
                <a:lnTo>
                  <a:pt x="41648" y="211478"/>
                </a:lnTo>
                <a:lnTo>
                  <a:pt x="44195" y="201168"/>
                </a:lnTo>
                <a:lnTo>
                  <a:pt x="99059" y="18288"/>
                </a:lnTo>
                <a:lnTo>
                  <a:pt x="94487" y="15240"/>
                </a:lnTo>
                <a:lnTo>
                  <a:pt x="91439" y="12192"/>
                </a:lnTo>
                <a:lnTo>
                  <a:pt x="86867" y="10668"/>
                </a:lnTo>
                <a:lnTo>
                  <a:pt x="83819" y="9144"/>
                </a:lnTo>
                <a:lnTo>
                  <a:pt x="76199" y="7620"/>
                </a:lnTo>
                <a:lnTo>
                  <a:pt x="67055" y="7620"/>
                </a:lnTo>
                <a:lnTo>
                  <a:pt x="68579" y="0"/>
                </a:lnTo>
                <a:lnTo>
                  <a:pt x="129539" y="0"/>
                </a:lnTo>
                <a:lnTo>
                  <a:pt x="152399" y="198119"/>
                </a:lnTo>
                <a:lnTo>
                  <a:pt x="297179" y="0"/>
                </a:lnTo>
                <a:lnTo>
                  <a:pt x="356615" y="0"/>
                </a:lnTo>
                <a:lnTo>
                  <a:pt x="356615" y="7620"/>
                </a:lnTo>
                <a:lnTo>
                  <a:pt x="344423" y="7620"/>
                </a:lnTo>
                <a:lnTo>
                  <a:pt x="336803" y="9144"/>
                </a:lnTo>
                <a:lnTo>
                  <a:pt x="333756" y="9144"/>
                </a:lnTo>
                <a:lnTo>
                  <a:pt x="330708" y="10668"/>
                </a:lnTo>
                <a:lnTo>
                  <a:pt x="326135" y="13716"/>
                </a:lnTo>
                <a:lnTo>
                  <a:pt x="323087" y="19812"/>
                </a:lnTo>
                <a:lnTo>
                  <a:pt x="320563" y="24074"/>
                </a:lnTo>
                <a:lnTo>
                  <a:pt x="317754" y="29908"/>
                </a:lnTo>
                <a:lnTo>
                  <a:pt x="314944" y="37171"/>
                </a:lnTo>
                <a:lnTo>
                  <a:pt x="266699" y="201168"/>
                </a:lnTo>
                <a:lnTo>
                  <a:pt x="263651" y="210311"/>
                </a:lnTo>
                <a:lnTo>
                  <a:pt x="262127" y="217931"/>
                </a:lnTo>
                <a:lnTo>
                  <a:pt x="262127" y="227076"/>
                </a:lnTo>
                <a:lnTo>
                  <a:pt x="263651" y="231648"/>
                </a:lnTo>
                <a:lnTo>
                  <a:pt x="266699" y="233172"/>
                </a:lnTo>
                <a:lnTo>
                  <a:pt x="271271" y="237743"/>
                </a:lnTo>
                <a:lnTo>
                  <a:pt x="278891" y="239268"/>
                </a:lnTo>
                <a:lnTo>
                  <a:pt x="294132" y="239268"/>
                </a:lnTo>
                <a:lnTo>
                  <a:pt x="292608" y="24536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2" name="object 112"/>
          <p:cNvSpPr/>
          <p:nvPr/>
        </p:nvSpPr>
        <p:spPr>
          <a:xfrm>
            <a:off x="8316467" y="2610611"/>
            <a:ext cx="291465" cy="41275"/>
          </a:xfrm>
          <a:custGeom>
            <a:avLst/>
            <a:gdLst/>
            <a:ahLst/>
            <a:cxnLst/>
            <a:rect l="l" t="t" r="r" b="b"/>
            <a:pathLst>
              <a:path w="291465" h="41275">
                <a:moveTo>
                  <a:pt x="25908" y="41148"/>
                </a:moveTo>
                <a:lnTo>
                  <a:pt x="15240" y="41148"/>
                </a:lnTo>
                <a:lnTo>
                  <a:pt x="10668" y="39624"/>
                </a:lnTo>
                <a:lnTo>
                  <a:pt x="1524" y="30480"/>
                </a:lnTo>
                <a:lnTo>
                  <a:pt x="0" y="25908"/>
                </a:lnTo>
                <a:lnTo>
                  <a:pt x="0" y="15240"/>
                </a:lnTo>
                <a:lnTo>
                  <a:pt x="1524" y="10668"/>
                </a:lnTo>
                <a:lnTo>
                  <a:pt x="10668" y="1524"/>
                </a:lnTo>
                <a:lnTo>
                  <a:pt x="15240" y="0"/>
                </a:lnTo>
                <a:lnTo>
                  <a:pt x="25908" y="0"/>
                </a:lnTo>
                <a:lnTo>
                  <a:pt x="32004" y="1524"/>
                </a:lnTo>
                <a:lnTo>
                  <a:pt x="35052" y="6096"/>
                </a:lnTo>
                <a:lnTo>
                  <a:pt x="39624" y="9144"/>
                </a:lnTo>
                <a:lnTo>
                  <a:pt x="41148" y="15240"/>
                </a:lnTo>
                <a:lnTo>
                  <a:pt x="41148" y="25908"/>
                </a:lnTo>
                <a:lnTo>
                  <a:pt x="39624" y="30480"/>
                </a:lnTo>
                <a:lnTo>
                  <a:pt x="35052" y="35052"/>
                </a:lnTo>
                <a:lnTo>
                  <a:pt x="32004" y="39624"/>
                </a:lnTo>
                <a:lnTo>
                  <a:pt x="25908" y="41148"/>
                </a:lnTo>
                <a:close/>
              </a:path>
              <a:path w="291465" h="41275">
                <a:moveTo>
                  <a:pt x="150876" y="41148"/>
                </a:moveTo>
                <a:lnTo>
                  <a:pt x="140208" y="41148"/>
                </a:lnTo>
                <a:lnTo>
                  <a:pt x="134112" y="39624"/>
                </a:lnTo>
                <a:lnTo>
                  <a:pt x="131064" y="35052"/>
                </a:lnTo>
                <a:lnTo>
                  <a:pt x="126492" y="30480"/>
                </a:lnTo>
                <a:lnTo>
                  <a:pt x="124968" y="25908"/>
                </a:lnTo>
                <a:lnTo>
                  <a:pt x="124968" y="15240"/>
                </a:lnTo>
                <a:lnTo>
                  <a:pt x="126492" y="10668"/>
                </a:lnTo>
                <a:lnTo>
                  <a:pt x="131064" y="6096"/>
                </a:lnTo>
                <a:lnTo>
                  <a:pt x="134112" y="1524"/>
                </a:lnTo>
                <a:lnTo>
                  <a:pt x="140208" y="0"/>
                </a:lnTo>
                <a:lnTo>
                  <a:pt x="150876" y="0"/>
                </a:lnTo>
                <a:lnTo>
                  <a:pt x="155448" y="1524"/>
                </a:lnTo>
                <a:lnTo>
                  <a:pt x="160020" y="6096"/>
                </a:lnTo>
                <a:lnTo>
                  <a:pt x="164592" y="9144"/>
                </a:lnTo>
                <a:lnTo>
                  <a:pt x="166116" y="15240"/>
                </a:lnTo>
                <a:lnTo>
                  <a:pt x="166116" y="25908"/>
                </a:lnTo>
                <a:lnTo>
                  <a:pt x="164592" y="30480"/>
                </a:lnTo>
                <a:lnTo>
                  <a:pt x="155448" y="39624"/>
                </a:lnTo>
                <a:lnTo>
                  <a:pt x="150876" y="41148"/>
                </a:lnTo>
                <a:close/>
              </a:path>
              <a:path w="291465" h="41275">
                <a:moveTo>
                  <a:pt x="275843" y="41148"/>
                </a:moveTo>
                <a:lnTo>
                  <a:pt x="263652" y="41148"/>
                </a:lnTo>
                <a:lnTo>
                  <a:pt x="259079" y="39624"/>
                </a:lnTo>
                <a:lnTo>
                  <a:pt x="254508" y="35052"/>
                </a:lnTo>
                <a:lnTo>
                  <a:pt x="248412" y="25908"/>
                </a:lnTo>
                <a:lnTo>
                  <a:pt x="248412" y="15240"/>
                </a:lnTo>
                <a:lnTo>
                  <a:pt x="254508" y="6096"/>
                </a:lnTo>
                <a:lnTo>
                  <a:pt x="259079" y="1524"/>
                </a:lnTo>
                <a:lnTo>
                  <a:pt x="263652" y="0"/>
                </a:lnTo>
                <a:lnTo>
                  <a:pt x="275843" y="0"/>
                </a:lnTo>
                <a:lnTo>
                  <a:pt x="280416" y="1524"/>
                </a:lnTo>
                <a:lnTo>
                  <a:pt x="288036" y="9144"/>
                </a:lnTo>
                <a:lnTo>
                  <a:pt x="291084" y="15240"/>
                </a:lnTo>
                <a:lnTo>
                  <a:pt x="291084" y="25908"/>
                </a:lnTo>
                <a:lnTo>
                  <a:pt x="284988" y="35052"/>
                </a:lnTo>
                <a:lnTo>
                  <a:pt x="280416" y="39624"/>
                </a:lnTo>
                <a:lnTo>
                  <a:pt x="275843" y="4114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3" name="object 113"/>
          <p:cNvSpPr/>
          <p:nvPr/>
        </p:nvSpPr>
        <p:spPr>
          <a:xfrm>
            <a:off x="6822947" y="2508503"/>
            <a:ext cx="192405" cy="18415"/>
          </a:xfrm>
          <a:custGeom>
            <a:avLst/>
            <a:gdLst/>
            <a:ahLst/>
            <a:cxnLst/>
            <a:rect l="l" t="t" r="r" b="b"/>
            <a:pathLst>
              <a:path w="192404" h="18414">
                <a:moveTo>
                  <a:pt x="192024" y="18288"/>
                </a:moveTo>
                <a:lnTo>
                  <a:pt x="0" y="18288"/>
                </a:lnTo>
                <a:lnTo>
                  <a:pt x="0" y="0"/>
                </a:lnTo>
                <a:lnTo>
                  <a:pt x="192024" y="0"/>
                </a:lnTo>
                <a:lnTo>
                  <a:pt x="192024" y="1828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4" name="object 114"/>
          <p:cNvSpPr/>
          <p:nvPr/>
        </p:nvSpPr>
        <p:spPr>
          <a:xfrm>
            <a:off x="6822947" y="2575559"/>
            <a:ext cx="192405" cy="18415"/>
          </a:xfrm>
          <a:custGeom>
            <a:avLst/>
            <a:gdLst/>
            <a:ahLst/>
            <a:cxnLst/>
            <a:rect l="l" t="t" r="r" b="b"/>
            <a:pathLst>
              <a:path w="192404" h="18414">
                <a:moveTo>
                  <a:pt x="192024" y="18288"/>
                </a:moveTo>
                <a:lnTo>
                  <a:pt x="0" y="18288"/>
                </a:lnTo>
                <a:lnTo>
                  <a:pt x="0" y="0"/>
                </a:lnTo>
                <a:lnTo>
                  <a:pt x="192024" y="0"/>
                </a:lnTo>
                <a:lnTo>
                  <a:pt x="192024" y="1828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5" name="object 115"/>
          <p:cNvSpPr/>
          <p:nvPr/>
        </p:nvSpPr>
        <p:spPr>
          <a:xfrm>
            <a:off x="9249155" y="3140963"/>
            <a:ext cx="102235" cy="337185"/>
          </a:xfrm>
          <a:custGeom>
            <a:avLst/>
            <a:gdLst/>
            <a:ahLst/>
            <a:cxnLst/>
            <a:rect l="l" t="t" r="r" b="b"/>
            <a:pathLst>
              <a:path w="102234" h="337185">
                <a:moveTo>
                  <a:pt x="0" y="336804"/>
                </a:moveTo>
                <a:lnTo>
                  <a:pt x="0" y="330707"/>
                </a:lnTo>
                <a:lnTo>
                  <a:pt x="9691" y="327874"/>
                </a:lnTo>
                <a:lnTo>
                  <a:pt x="18097" y="324040"/>
                </a:lnTo>
                <a:lnTo>
                  <a:pt x="41148" y="289560"/>
                </a:lnTo>
                <a:lnTo>
                  <a:pt x="40862" y="283535"/>
                </a:lnTo>
                <a:lnTo>
                  <a:pt x="40005" y="276796"/>
                </a:lnTo>
                <a:lnTo>
                  <a:pt x="38576" y="269200"/>
                </a:lnTo>
                <a:lnTo>
                  <a:pt x="34575" y="252650"/>
                </a:lnTo>
                <a:lnTo>
                  <a:pt x="33147" y="244983"/>
                </a:lnTo>
                <a:lnTo>
                  <a:pt x="32289" y="237886"/>
                </a:lnTo>
                <a:lnTo>
                  <a:pt x="32004" y="231648"/>
                </a:lnTo>
                <a:lnTo>
                  <a:pt x="32861" y="222527"/>
                </a:lnTo>
                <a:lnTo>
                  <a:pt x="53435" y="188023"/>
                </a:lnTo>
                <a:lnTo>
                  <a:pt x="86868" y="169163"/>
                </a:lnTo>
                <a:lnTo>
                  <a:pt x="74009" y="164020"/>
                </a:lnTo>
                <a:lnTo>
                  <a:pt x="39719" y="133469"/>
                </a:lnTo>
                <a:lnTo>
                  <a:pt x="32004" y="106680"/>
                </a:lnTo>
                <a:lnTo>
                  <a:pt x="32289" y="100417"/>
                </a:lnTo>
                <a:lnTo>
                  <a:pt x="33147" y="93154"/>
                </a:lnTo>
                <a:lnTo>
                  <a:pt x="34575" y="85034"/>
                </a:lnTo>
                <a:lnTo>
                  <a:pt x="36576" y="76200"/>
                </a:lnTo>
                <a:lnTo>
                  <a:pt x="38576" y="68484"/>
                </a:lnTo>
                <a:lnTo>
                  <a:pt x="40005" y="61341"/>
                </a:lnTo>
                <a:lnTo>
                  <a:pt x="40862" y="54768"/>
                </a:lnTo>
                <a:lnTo>
                  <a:pt x="41148" y="48768"/>
                </a:lnTo>
                <a:lnTo>
                  <a:pt x="40552" y="41933"/>
                </a:lnTo>
                <a:lnTo>
                  <a:pt x="9691" y="10215"/>
                </a:lnTo>
                <a:lnTo>
                  <a:pt x="0" y="7620"/>
                </a:lnTo>
                <a:lnTo>
                  <a:pt x="0" y="0"/>
                </a:lnTo>
                <a:lnTo>
                  <a:pt x="38790" y="15216"/>
                </a:lnTo>
                <a:lnTo>
                  <a:pt x="63817" y="46101"/>
                </a:lnTo>
                <a:lnTo>
                  <a:pt x="68580" y="70104"/>
                </a:lnTo>
                <a:lnTo>
                  <a:pt x="68294" y="77009"/>
                </a:lnTo>
                <a:lnTo>
                  <a:pt x="67437" y="84201"/>
                </a:lnTo>
                <a:lnTo>
                  <a:pt x="66008" y="91963"/>
                </a:lnTo>
                <a:lnTo>
                  <a:pt x="64008" y="100584"/>
                </a:lnTo>
                <a:lnTo>
                  <a:pt x="62007" y="108275"/>
                </a:lnTo>
                <a:lnTo>
                  <a:pt x="60579" y="115252"/>
                </a:lnTo>
                <a:lnTo>
                  <a:pt x="59721" y="121372"/>
                </a:lnTo>
                <a:lnTo>
                  <a:pt x="59436" y="126492"/>
                </a:lnTo>
                <a:lnTo>
                  <a:pt x="60245" y="133088"/>
                </a:lnTo>
                <a:lnTo>
                  <a:pt x="92392" y="162877"/>
                </a:lnTo>
                <a:lnTo>
                  <a:pt x="102108" y="164592"/>
                </a:lnTo>
                <a:lnTo>
                  <a:pt x="102108" y="172212"/>
                </a:lnTo>
                <a:lnTo>
                  <a:pt x="65865" y="191881"/>
                </a:lnTo>
                <a:lnTo>
                  <a:pt x="59436" y="210312"/>
                </a:lnTo>
                <a:lnTo>
                  <a:pt x="59721" y="215455"/>
                </a:lnTo>
                <a:lnTo>
                  <a:pt x="60578" y="221741"/>
                </a:lnTo>
                <a:lnTo>
                  <a:pt x="62007" y="229171"/>
                </a:lnTo>
                <a:lnTo>
                  <a:pt x="66008" y="245721"/>
                </a:lnTo>
                <a:lnTo>
                  <a:pt x="67437" y="253555"/>
                </a:lnTo>
                <a:lnTo>
                  <a:pt x="68294" y="261104"/>
                </a:lnTo>
                <a:lnTo>
                  <a:pt x="68580" y="268224"/>
                </a:lnTo>
                <a:lnTo>
                  <a:pt x="67413" y="279630"/>
                </a:lnTo>
                <a:lnTo>
                  <a:pt x="38790" y="321802"/>
                </a:lnTo>
                <a:lnTo>
                  <a:pt x="14263" y="334279"/>
                </a:lnTo>
                <a:lnTo>
                  <a:pt x="0" y="33680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6" name="object 116"/>
          <p:cNvSpPr/>
          <p:nvPr/>
        </p:nvSpPr>
        <p:spPr>
          <a:xfrm>
            <a:off x="8720328" y="3361944"/>
            <a:ext cx="55244" cy="97790"/>
          </a:xfrm>
          <a:custGeom>
            <a:avLst/>
            <a:gdLst/>
            <a:ahLst/>
            <a:cxnLst/>
            <a:rect l="l" t="t" r="r" b="b"/>
            <a:pathLst>
              <a:path w="55245" h="97789">
                <a:moveTo>
                  <a:pt x="24384" y="41148"/>
                </a:moveTo>
                <a:lnTo>
                  <a:pt x="13716" y="41148"/>
                </a:lnTo>
                <a:lnTo>
                  <a:pt x="9144" y="39624"/>
                </a:lnTo>
                <a:lnTo>
                  <a:pt x="6096" y="36576"/>
                </a:lnTo>
                <a:lnTo>
                  <a:pt x="1524" y="33528"/>
                </a:lnTo>
                <a:lnTo>
                  <a:pt x="0" y="27432"/>
                </a:lnTo>
                <a:lnTo>
                  <a:pt x="47" y="16668"/>
                </a:lnTo>
                <a:lnTo>
                  <a:pt x="3048" y="10668"/>
                </a:lnTo>
                <a:lnTo>
                  <a:pt x="7620" y="6096"/>
                </a:lnTo>
                <a:lnTo>
                  <a:pt x="16764" y="0"/>
                </a:lnTo>
                <a:lnTo>
                  <a:pt x="32004" y="0"/>
                </a:lnTo>
                <a:lnTo>
                  <a:pt x="54751" y="36576"/>
                </a:lnTo>
                <a:lnTo>
                  <a:pt x="35052" y="36576"/>
                </a:lnTo>
                <a:lnTo>
                  <a:pt x="32004" y="38100"/>
                </a:lnTo>
                <a:lnTo>
                  <a:pt x="27432" y="39624"/>
                </a:lnTo>
                <a:lnTo>
                  <a:pt x="24384" y="41148"/>
                </a:lnTo>
                <a:close/>
              </a:path>
              <a:path w="55245" h="97789">
                <a:moveTo>
                  <a:pt x="0" y="97536"/>
                </a:moveTo>
                <a:lnTo>
                  <a:pt x="0" y="89916"/>
                </a:lnTo>
                <a:lnTo>
                  <a:pt x="8810" y="86844"/>
                </a:lnTo>
                <a:lnTo>
                  <a:pt x="16764" y="82486"/>
                </a:lnTo>
                <a:lnTo>
                  <a:pt x="39028" y="51054"/>
                </a:lnTo>
                <a:lnTo>
                  <a:pt x="39624" y="44196"/>
                </a:lnTo>
                <a:lnTo>
                  <a:pt x="39624" y="39624"/>
                </a:lnTo>
                <a:lnTo>
                  <a:pt x="38100" y="38100"/>
                </a:lnTo>
                <a:lnTo>
                  <a:pt x="38100" y="36576"/>
                </a:lnTo>
                <a:lnTo>
                  <a:pt x="54751" y="36576"/>
                </a:lnTo>
                <a:lnTo>
                  <a:pt x="54864" y="38100"/>
                </a:lnTo>
                <a:lnTo>
                  <a:pt x="34290" y="80605"/>
                </a:lnTo>
                <a:lnTo>
                  <a:pt x="13716" y="92654"/>
                </a:lnTo>
                <a:lnTo>
                  <a:pt x="0" y="9753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7" name="object 117"/>
          <p:cNvSpPr/>
          <p:nvPr/>
        </p:nvSpPr>
        <p:spPr>
          <a:xfrm>
            <a:off x="8229600" y="3361944"/>
            <a:ext cx="55244" cy="97790"/>
          </a:xfrm>
          <a:custGeom>
            <a:avLst/>
            <a:gdLst/>
            <a:ahLst/>
            <a:cxnLst/>
            <a:rect l="l" t="t" r="r" b="b"/>
            <a:pathLst>
              <a:path w="55245" h="97789">
                <a:moveTo>
                  <a:pt x="24384" y="41148"/>
                </a:moveTo>
                <a:lnTo>
                  <a:pt x="13716" y="41148"/>
                </a:lnTo>
                <a:lnTo>
                  <a:pt x="9144" y="39624"/>
                </a:lnTo>
                <a:lnTo>
                  <a:pt x="6096" y="36576"/>
                </a:lnTo>
                <a:lnTo>
                  <a:pt x="1524" y="33528"/>
                </a:lnTo>
                <a:lnTo>
                  <a:pt x="0" y="27432"/>
                </a:lnTo>
                <a:lnTo>
                  <a:pt x="47" y="16668"/>
                </a:lnTo>
                <a:lnTo>
                  <a:pt x="3048" y="10668"/>
                </a:lnTo>
                <a:lnTo>
                  <a:pt x="7620" y="6096"/>
                </a:lnTo>
                <a:lnTo>
                  <a:pt x="16764" y="0"/>
                </a:lnTo>
                <a:lnTo>
                  <a:pt x="32004" y="0"/>
                </a:lnTo>
                <a:lnTo>
                  <a:pt x="54751" y="36576"/>
                </a:lnTo>
                <a:lnTo>
                  <a:pt x="33528" y="36576"/>
                </a:lnTo>
                <a:lnTo>
                  <a:pt x="30480" y="38100"/>
                </a:lnTo>
                <a:lnTo>
                  <a:pt x="25908" y="39624"/>
                </a:lnTo>
                <a:lnTo>
                  <a:pt x="24384" y="41148"/>
                </a:lnTo>
                <a:close/>
              </a:path>
              <a:path w="55245" h="97789">
                <a:moveTo>
                  <a:pt x="0" y="97536"/>
                </a:moveTo>
                <a:lnTo>
                  <a:pt x="0" y="89916"/>
                </a:lnTo>
                <a:lnTo>
                  <a:pt x="8810" y="86844"/>
                </a:lnTo>
                <a:lnTo>
                  <a:pt x="16764" y="82486"/>
                </a:lnTo>
                <a:lnTo>
                  <a:pt x="39028" y="51054"/>
                </a:lnTo>
                <a:lnTo>
                  <a:pt x="39624" y="44196"/>
                </a:lnTo>
                <a:lnTo>
                  <a:pt x="39624" y="39624"/>
                </a:lnTo>
                <a:lnTo>
                  <a:pt x="36576" y="36576"/>
                </a:lnTo>
                <a:lnTo>
                  <a:pt x="54751" y="36576"/>
                </a:lnTo>
                <a:lnTo>
                  <a:pt x="41148" y="73152"/>
                </a:lnTo>
                <a:lnTo>
                  <a:pt x="13716" y="92654"/>
                </a:lnTo>
                <a:lnTo>
                  <a:pt x="0" y="9753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8" name="object 118"/>
          <p:cNvSpPr/>
          <p:nvPr/>
        </p:nvSpPr>
        <p:spPr>
          <a:xfrm>
            <a:off x="7700771" y="3361944"/>
            <a:ext cx="55244" cy="97790"/>
          </a:xfrm>
          <a:custGeom>
            <a:avLst/>
            <a:gdLst/>
            <a:ahLst/>
            <a:cxnLst/>
            <a:rect l="l" t="t" r="r" b="b"/>
            <a:pathLst>
              <a:path w="55245" h="97789">
                <a:moveTo>
                  <a:pt x="24384" y="41148"/>
                </a:moveTo>
                <a:lnTo>
                  <a:pt x="13716" y="41148"/>
                </a:lnTo>
                <a:lnTo>
                  <a:pt x="9144" y="39624"/>
                </a:lnTo>
                <a:lnTo>
                  <a:pt x="4572" y="36576"/>
                </a:lnTo>
                <a:lnTo>
                  <a:pt x="1524" y="33528"/>
                </a:lnTo>
                <a:lnTo>
                  <a:pt x="0" y="27432"/>
                </a:lnTo>
                <a:lnTo>
                  <a:pt x="23" y="16668"/>
                </a:lnTo>
                <a:lnTo>
                  <a:pt x="1524" y="10668"/>
                </a:lnTo>
                <a:lnTo>
                  <a:pt x="6096" y="6096"/>
                </a:lnTo>
                <a:lnTo>
                  <a:pt x="10668" y="3048"/>
                </a:lnTo>
                <a:lnTo>
                  <a:pt x="16764" y="0"/>
                </a:lnTo>
                <a:lnTo>
                  <a:pt x="32004" y="0"/>
                </a:lnTo>
                <a:lnTo>
                  <a:pt x="54746" y="36576"/>
                </a:lnTo>
                <a:lnTo>
                  <a:pt x="33528" y="36576"/>
                </a:lnTo>
                <a:lnTo>
                  <a:pt x="30480" y="38100"/>
                </a:lnTo>
                <a:lnTo>
                  <a:pt x="25908" y="39624"/>
                </a:lnTo>
                <a:lnTo>
                  <a:pt x="24384" y="41148"/>
                </a:lnTo>
                <a:close/>
              </a:path>
              <a:path w="55245" h="97789">
                <a:moveTo>
                  <a:pt x="0" y="97536"/>
                </a:moveTo>
                <a:lnTo>
                  <a:pt x="0" y="89916"/>
                </a:lnTo>
                <a:lnTo>
                  <a:pt x="8596" y="86844"/>
                </a:lnTo>
                <a:lnTo>
                  <a:pt x="16192" y="82486"/>
                </a:lnTo>
                <a:lnTo>
                  <a:pt x="39028" y="51054"/>
                </a:lnTo>
                <a:lnTo>
                  <a:pt x="39624" y="44196"/>
                </a:lnTo>
                <a:lnTo>
                  <a:pt x="39624" y="41148"/>
                </a:lnTo>
                <a:lnTo>
                  <a:pt x="38100" y="39624"/>
                </a:lnTo>
                <a:lnTo>
                  <a:pt x="38100" y="38100"/>
                </a:lnTo>
                <a:lnTo>
                  <a:pt x="36576" y="36576"/>
                </a:lnTo>
                <a:lnTo>
                  <a:pt x="54746" y="36576"/>
                </a:lnTo>
                <a:lnTo>
                  <a:pt x="54864" y="38100"/>
                </a:lnTo>
                <a:lnTo>
                  <a:pt x="54006" y="47220"/>
                </a:lnTo>
                <a:lnTo>
                  <a:pt x="33432" y="80605"/>
                </a:lnTo>
                <a:lnTo>
                  <a:pt x="12858" y="92654"/>
                </a:lnTo>
                <a:lnTo>
                  <a:pt x="0" y="9753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9" name="object 119"/>
          <p:cNvSpPr/>
          <p:nvPr/>
        </p:nvSpPr>
        <p:spPr>
          <a:xfrm>
            <a:off x="7214615" y="3140964"/>
            <a:ext cx="102235" cy="337185"/>
          </a:xfrm>
          <a:custGeom>
            <a:avLst/>
            <a:gdLst/>
            <a:ahLst/>
            <a:cxnLst/>
            <a:rect l="l" t="t" r="r" b="b"/>
            <a:pathLst>
              <a:path w="102234" h="337185">
                <a:moveTo>
                  <a:pt x="102107" y="336804"/>
                </a:moveTo>
                <a:lnTo>
                  <a:pt x="62460" y="321802"/>
                </a:lnTo>
                <a:lnTo>
                  <a:pt x="38099" y="291465"/>
                </a:lnTo>
                <a:lnTo>
                  <a:pt x="33527" y="268224"/>
                </a:lnTo>
                <a:lnTo>
                  <a:pt x="33575" y="261104"/>
                </a:lnTo>
                <a:lnTo>
                  <a:pt x="33908" y="253555"/>
                </a:lnTo>
                <a:lnTo>
                  <a:pt x="34813" y="245721"/>
                </a:lnTo>
                <a:lnTo>
                  <a:pt x="38576" y="229171"/>
                </a:lnTo>
                <a:lnTo>
                  <a:pt x="40004" y="221742"/>
                </a:lnTo>
                <a:lnTo>
                  <a:pt x="40862" y="215455"/>
                </a:lnTo>
                <a:lnTo>
                  <a:pt x="41147" y="210312"/>
                </a:lnTo>
                <a:lnTo>
                  <a:pt x="40552" y="204358"/>
                </a:lnTo>
                <a:lnTo>
                  <a:pt x="8834" y="173926"/>
                </a:lnTo>
                <a:lnTo>
                  <a:pt x="0" y="172212"/>
                </a:lnTo>
                <a:lnTo>
                  <a:pt x="0" y="164591"/>
                </a:lnTo>
                <a:lnTo>
                  <a:pt x="35361" y="145780"/>
                </a:lnTo>
                <a:lnTo>
                  <a:pt x="41147" y="126491"/>
                </a:lnTo>
                <a:lnTo>
                  <a:pt x="40862" y="121372"/>
                </a:lnTo>
                <a:lnTo>
                  <a:pt x="40004" y="115252"/>
                </a:lnTo>
                <a:lnTo>
                  <a:pt x="38576" y="108275"/>
                </a:lnTo>
                <a:lnTo>
                  <a:pt x="36575" y="100584"/>
                </a:lnTo>
                <a:lnTo>
                  <a:pt x="34480" y="84201"/>
                </a:lnTo>
                <a:lnTo>
                  <a:pt x="33789" y="77009"/>
                </a:lnTo>
                <a:lnTo>
                  <a:pt x="33527" y="70103"/>
                </a:lnTo>
                <a:lnTo>
                  <a:pt x="34670" y="57816"/>
                </a:lnTo>
                <a:lnTo>
                  <a:pt x="61817" y="15859"/>
                </a:lnTo>
                <a:lnTo>
                  <a:pt x="102107" y="0"/>
                </a:lnTo>
                <a:lnTo>
                  <a:pt x="102107" y="7620"/>
                </a:lnTo>
                <a:lnTo>
                  <a:pt x="91535" y="10215"/>
                </a:lnTo>
                <a:lnTo>
                  <a:pt x="82676" y="13525"/>
                </a:lnTo>
                <a:lnTo>
                  <a:pt x="60959" y="48768"/>
                </a:lnTo>
                <a:lnTo>
                  <a:pt x="61007" y="54768"/>
                </a:lnTo>
                <a:lnTo>
                  <a:pt x="61340" y="61341"/>
                </a:lnTo>
                <a:lnTo>
                  <a:pt x="62245" y="68484"/>
                </a:lnTo>
                <a:lnTo>
                  <a:pt x="66008" y="84820"/>
                </a:lnTo>
                <a:lnTo>
                  <a:pt x="67436" y="92583"/>
                </a:lnTo>
                <a:lnTo>
                  <a:pt x="68294" y="99774"/>
                </a:lnTo>
                <a:lnTo>
                  <a:pt x="68579" y="106680"/>
                </a:lnTo>
                <a:lnTo>
                  <a:pt x="67722" y="115800"/>
                </a:lnTo>
                <a:lnTo>
                  <a:pt x="47172" y="150090"/>
                </a:lnTo>
                <a:lnTo>
                  <a:pt x="15239" y="169164"/>
                </a:lnTo>
                <a:lnTo>
                  <a:pt x="27217" y="174283"/>
                </a:lnTo>
                <a:lnTo>
                  <a:pt x="60864" y="204216"/>
                </a:lnTo>
                <a:lnTo>
                  <a:pt x="68579" y="231648"/>
                </a:lnTo>
                <a:lnTo>
                  <a:pt x="68294" y="237886"/>
                </a:lnTo>
                <a:lnTo>
                  <a:pt x="67436" y="244983"/>
                </a:lnTo>
                <a:lnTo>
                  <a:pt x="66008" y="252650"/>
                </a:lnTo>
                <a:lnTo>
                  <a:pt x="64007" y="260604"/>
                </a:lnTo>
                <a:lnTo>
                  <a:pt x="62245" y="269200"/>
                </a:lnTo>
                <a:lnTo>
                  <a:pt x="61340" y="276796"/>
                </a:lnTo>
                <a:lnTo>
                  <a:pt x="61007" y="283535"/>
                </a:lnTo>
                <a:lnTo>
                  <a:pt x="60959" y="289560"/>
                </a:lnTo>
                <a:lnTo>
                  <a:pt x="61531" y="296156"/>
                </a:lnTo>
                <a:lnTo>
                  <a:pt x="91535" y="327874"/>
                </a:lnTo>
                <a:lnTo>
                  <a:pt x="102107" y="330708"/>
                </a:lnTo>
                <a:lnTo>
                  <a:pt x="102107" y="33680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0" name="object 120"/>
          <p:cNvSpPr/>
          <p:nvPr/>
        </p:nvSpPr>
        <p:spPr>
          <a:xfrm>
            <a:off x="8069580" y="3345179"/>
            <a:ext cx="96520" cy="146685"/>
          </a:xfrm>
          <a:custGeom>
            <a:avLst/>
            <a:gdLst/>
            <a:ahLst/>
            <a:cxnLst/>
            <a:rect l="l" t="t" r="r" b="b"/>
            <a:pathLst>
              <a:path w="96520" h="146685">
                <a:moveTo>
                  <a:pt x="85343" y="146304"/>
                </a:moveTo>
                <a:lnTo>
                  <a:pt x="0" y="146304"/>
                </a:lnTo>
                <a:lnTo>
                  <a:pt x="0" y="141732"/>
                </a:lnTo>
                <a:lnTo>
                  <a:pt x="17764" y="126087"/>
                </a:lnTo>
                <a:lnTo>
                  <a:pt x="32384" y="111442"/>
                </a:lnTo>
                <a:lnTo>
                  <a:pt x="60221" y="76604"/>
                </a:lnTo>
                <a:lnTo>
                  <a:pt x="68579" y="47244"/>
                </a:lnTo>
                <a:lnTo>
                  <a:pt x="68579" y="38100"/>
                </a:lnTo>
                <a:lnTo>
                  <a:pt x="65531" y="30480"/>
                </a:lnTo>
                <a:lnTo>
                  <a:pt x="59435" y="25908"/>
                </a:lnTo>
                <a:lnTo>
                  <a:pt x="54863" y="19812"/>
                </a:lnTo>
                <a:lnTo>
                  <a:pt x="47243" y="16764"/>
                </a:lnTo>
                <a:lnTo>
                  <a:pt x="33527" y="16764"/>
                </a:lnTo>
                <a:lnTo>
                  <a:pt x="25907" y="18288"/>
                </a:lnTo>
                <a:lnTo>
                  <a:pt x="21335" y="22860"/>
                </a:lnTo>
                <a:lnTo>
                  <a:pt x="15239" y="27432"/>
                </a:lnTo>
                <a:lnTo>
                  <a:pt x="10667" y="33528"/>
                </a:lnTo>
                <a:lnTo>
                  <a:pt x="7619" y="41148"/>
                </a:lnTo>
                <a:lnTo>
                  <a:pt x="4571" y="41148"/>
                </a:lnTo>
                <a:lnTo>
                  <a:pt x="24288" y="6429"/>
                </a:lnTo>
                <a:lnTo>
                  <a:pt x="45719" y="0"/>
                </a:lnTo>
                <a:lnTo>
                  <a:pt x="54316" y="833"/>
                </a:lnTo>
                <a:lnTo>
                  <a:pt x="86034" y="30408"/>
                </a:lnTo>
                <a:lnTo>
                  <a:pt x="86867" y="38100"/>
                </a:lnTo>
                <a:lnTo>
                  <a:pt x="86867" y="45720"/>
                </a:lnTo>
                <a:lnTo>
                  <a:pt x="85343" y="51816"/>
                </a:lnTo>
                <a:lnTo>
                  <a:pt x="80771" y="59436"/>
                </a:lnTo>
                <a:lnTo>
                  <a:pt x="76533" y="68365"/>
                </a:lnTo>
                <a:lnTo>
                  <a:pt x="70865" y="77152"/>
                </a:lnTo>
                <a:lnTo>
                  <a:pt x="64055" y="86225"/>
                </a:lnTo>
                <a:lnTo>
                  <a:pt x="56387" y="96012"/>
                </a:lnTo>
                <a:lnTo>
                  <a:pt x="44076" y="108561"/>
                </a:lnTo>
                <a:lnTo>
                  <a:pt x="22859" y="131064"/>
                </a:lnTo>
                <a:lnTo>
                  <a:pt x="68579" y="131064"/>
                </a:lnTo>
                <a:lnTo>
                  <a:pt x="73151" y="129540"/>
                </a:lnTo>
                <a:lnTo>
                  <a:pt x="79247" y="129540"/>
                </a:lnTo>
                <a:lnTo>
                  <a:pt x="85343" y="126492"/>
                </a:lnTo>
                <a:lnTo>
                  <a:pt x="89915" y="121920"/>
                </a:lnTo>
                <a:lnTo>
                  <a:pt x="91439" y="118872"/>
                </a:lnTo>
                <a:lnTo>
                  <a:pt x="96011" y="118872"/>
                </a:lnTo>
                <a:lnTo>
                  <a:pt x="85343" y="14630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1" name="object 121"/>
          <p:cNvSpPr/>
          <p:nvPr/>
        </p:nvSpPr>
        <p:spPr>
          <a:xfrm>
            <a:off x="7577328" y="3345179"/>
            <a:ext cx="56515" cy="146685"/>
          </a:xfrm>
          <a:custGeom>
            <a:avLst/>
            <a:gdLst/>
            <a:ahLst/>
            <a:cxnLst/>
            <a:rect l="l" t="t" r="r" b="b"/>
            <a:pathLst>
              <a:path w="56515" h="146685">
                <a:moveTo>
                  <a:pt x="56387" y="146303"/>
                </a:moveTo>
                <a:lnTo>
                  <a:pt x="3048" y="146303"/>
                </a:lnTo>
                <a:lnTo>
                  <a:pt x="3048" y="141731"/>
                </a:lnTo>
                <a:lnTo>
                  <a:pt x="13716" y="141731"/>
                </a:lnTo>
                <a:lnTo>
                  <a:pt x="15240" y="140207"/>
                </a:lnTo>
                <a:lnTo>
                  <a:pt x="18288" y="140207"/>
                </a:lnTo>
                <a:lnTo>
                  <a:pt x="18288" y="138683"/>
                </a:lnTo>
                <a:lnTo>
                  <a:pt x="19812" y="137159"/>
                </a:lnTo>
                <a:lnTo>
                  <a:pt x="19812" y="134111"/>
                </a:lnTo>
                <a:lnTo>
                  <a:pt x="21336" y="129539"/>
                </a:lnTo>
                <a:lnTo>
                  <a:pt x="21336" y="27431"/>
                </a:lnTo>
                <a:lnTo>
                  <a:pt x="19812" y="24383"/>
                </a:lnTo>
                <a:lnTo>
                  <a:pt x="19812" y="21335"/>
                </a:lnTo>
                <a:lnTo>
                  <a:pt x="16764" y="18287"/>
                </a:lnTo>
                <a:lnTo>
                  <a:pt x="15240" y="18287"/>
                </a:lnTo>
                <a:lnTo>
                  <a:pt x="13716" y="16763"/>
                </a:lnTo>
                <a:lnTo>
                  <a:pt x="9144" y="16763"/>
                </a:lnTo>
                <a:lnTo>
                  <a:pt x="6096" y="18287"/>
                </a:lnTo>
                <a:lnTo>
                  <a:pt x="1524" y="21335"/>
                </a:lnTo>
                <a:lnTo>
                  <a:pt x="0" y="16763"/>
                </a:lnTo>
                <a:lnTo>
                  <a:pt x="35052" y="0"/>
                </a:lnTo>
                <a:lnTo>
                  <a:pt x="38100" y="0"/>
                </a:lnTo>
                <a:lnTo>
                  <a:pt x="38100" y="134111"/>
                </a:lnTo>
                <a:lnTo>
                  <a:pt x="39624" y="135635"/>
                </a:lnTo>
                <a:lnTo>
                  <a:pt x="39624" y="138683"/>
                </a:lnTo>
                <a:lnTo>
                  <a:pt x="41148" y="140207"/>
                </a:lnTo>
                <a:lnTo>
                  <a:pt x="44195" y="140207"/>
                </a:lnTo>
                <a:lnTo>
                  <a:pt x="45719" y="141731"/>
                </a:lnTo>
                <a:lnTo>
                  <a:pt x="56387" y="141731"/>
                </a:lnTo>
                <a:lnTo>
                  <a:pt x="56387" y="14630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pic>
        <p:nvPicPr>
          <p:cNvPr id="122" name="object 122"/>
          <p:cNvPicPr/>
          <p:nvPr/>
        </p:nvPicPr>
        <p:blipFill>
          <a:blip r:embed="rId23" cstate="print"/>
          <a:stretch>
            <a:fillRect/>
          </a:stretch>
        </p:blipFill>
        <p:spPr>
          <a:xfrm>
            <a:off x="8852916" y="3235451"/>
            <a:ext cx="332231" cy="259080"/>
          </a:xfrm>
          <a:prstGeom prst="rect">
            <a:avLst/>
          </a:prstGeom>
        </p:spPr>
      </p:pic>
      <p:sp>
        <p:nvSpPr>
          <p:cNvPr id="123" name="object 123"/>
          <p:cNvSpPr/>
          <p:nvPr/>
        </p:nvSpPr>
        <p:spPr>
          <a:xfrm>
            <a:off x="7831835" y="3235451"/>
            <a:ext cx="242570" cy="167640"/>
          </a:xfrm>
          <a:custGeom>
            <a:avLst/>
            <a:gdLst/>
            <a:ahLst/>
            <a:cxnLst/>
            <a:rect l="l" t="t" r="r" b="b"/>
            <a:pathLst>
              <a:path w="242570" h="167639">
                <a:moveTo>
                  <a:pt x="146303" y="167640"/>
                </a:moveTo>
                <a:lnTo>
                  <a:pt x="140207" y="167640"/>
                </a:lnTo>
                <a:lnTo>
                  <a:pt x="128015" y="42672"/>
                </a:lnTo>
                <a:lnTo>
                  <a:pt x="53339" y="167640"/>
                </a:lnTo>
                <a:lnTo>
                  <a:pt x="44195" y="167640"/>
                </a:lnTo>
                <a:lnTo>
                  <a:pt x="43648" y="130802"/>
                </a:lnTo>
                <a:lnTo>
                  <a:pt x="42100" y="98107"/>
                </a:lnTo>
                <a:lnTo>
                  <a:pt x="36575" y="45719"/>
                </a:lnTo>
                <a:lnTo>
                  <a:pt x="19811" y="16764"/>
                </a:lnTo>
                <a:lnTo>
                  <a:pt x="6095" y="16764"/>
                </a:lnTo>
                <a:lnTo>
                  <a:pt x="0" y="18288"/>
                </a:lnTo>
                <a:lnTo>
                  <a:pt x="0" y="12192"/>
                </a:lnTo>
                <a:lnTo>
                  <a:pt x="53339" y="0"/>
                </a:lnTo>
                <a:lnTo>
                  <a:pt x="62483" y="37909"/>
                </a:lnTo>
                <a:lnTo>
                  <a:pt x="67055" y="92964"/>
                </a:lnTo>
                <a:lnTo>
                  <a:pt x="67937" y="103274"/>
                </a:lnTo>
                <a:lnTo>
                  <a:pt x="68389" y="111442"/>
                </a:lnTo>
                <a:lnTo>
                  <a:pt x="68579" y="121920"/>
                </a:lnTo>
                <a:lnTo>
                  <a:pt x="144779" y="0"/>
                </a:lnTo>
                <a:lnTo>
                  <a:pt x="150875" y="0"/>
                </a:lnTo>
                <a:lnTo>
                  <a:pt x="163067" y="135636"/>
                </a:lnTo>
                <a:lnTo>
                  <a:pt x="178236" y="116752"/>
                </a:lnTo>
                <a:lnTo>
                  <a:pt x="204001" y="81843"/>
                </a:lnTo>
                <a:lnTo>
                  <a:pt x="224742" y="43243"/>
                </a:lnTo>
                <a:lnTo>
                  <a:pt x="225551" y="38100"/>
                </a:lnTo>
                <a:lnTo>
                  <a:pt x="225551" y="35052"/>
                </a:lnTo>
                <a:lnTo>
                  <a:pt x="224027" y="33528"/>
                </a:lnTo>
                <a:lnTo>
                  <a:pt x="224027" y="32004"/>
                </a:lnTo>
                <a:lnTo>
                  <a:pt x="217931" y="25908"/>
                </a:lnTo>
                <a:lnTo>
                  <a:pt x="211835" y="22859"/>
                </a:lnTo>
                <a:lnTo>
                  <a:pt x="210311" y="19812"/>
                </a:lnTo>
                <a:lnTo>
                  <a:pt x="219455" y="0"/>
                </a:lnTo>
                <a:lnTo>
                  <a:pt x="228599" y="0"/>
                </a:lnTo>
                <a:lnTo>
                  <a:pt x="233171" y="1524"/>
                </a:lnTo>
                <a:lnTo>
                  <a:pt x="236219" y="4572"/>
                </a:lnTo>
                <a:lnTo>
                  <a:pt x="242315" y="13716"/>
                </a:lnTo>
                <a:lnTo>
                  <a:pt x="242315" y="25908"/>
                </a:lnTo>
                <a:lnTo>
                  <a:pt x="225123" y="65722"/>
                </a:lnTo>
                <a:lnTo>
                  <a:pt x="178307" y="132588"/>
                </a:lnTo>
                <a:lnTo>
                  <a:pt x="160019" y="153542"/>
                </a:lnTo>
                <a:lnTo>
                  <a:pt x="146303" y="16764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4" name="object 124"/>
          <p:cNvSpPr/>
          <p:nvPr/>
        </p:nvSpPr>
        <p:spPr>
          <a:xfrm>
            <a:off x="7344155" y="3235451"/>
            <a:ext cx="241300" cy="167640"/>
          </a:xfrm>
          <a:custGeom>
            <a:avLst/>
            <a:gdLst/>
            <a:ahLst/>
            <a:cxnLst/>
            <a:rect l="l" t="t" r="r" b="b"/>
            <a:pathLst>
              <a:path w="241300" h="167639">
                <a:moveTo>
                  <a:pt x="146303" y="167640"/>
                </a:moveTo>
                <a:lnTo>
                  <a:pt x="138683" y="167640"/>
                </a:lnTo>
                <a:lnTo>
                  <a:pt x="128015" y="42672"/>
                </a:lnTo>
                <a:lnTo>
                  <a:pt x="51815" y="167640"/>
                </a:lnTo>
                <a:lnTo>
                  <a:pt x="44195" y="167640"/>
                </a:lnTo>
                <a:lnTo>
                  <a:pt x="43005" y="130802"/>
                </a:lnTo>
                <a:lnTo>
                  <a:pt x="41528" y="98107"/>
                </a:lnTo>
                <a:lnTo>
                  <a:pt x="36575" y="45719"/>
                </a:lnTo>
                <a:lnTo>
                  <a:pt x="19811" y="16764"/>
                </a:lnTo>
                <a:lnTo>
                  <a:pt x="4571" y="16764"/>
                </a:lnTo>
                <a:lnTo>
                  <a:pt x="0" y="18288"/>
                </a:lnTo>
                <a:lnTo>
                  <a:pt x="0" y="12192"/>
                </a:lnTo>
                <a:lnTo>
                  <a:pt x="51815" y="0"/>
                </a:lnTo>
                <a:lnTo>
                  <a:pt x="60959" y="37909"/>
                </a:lnTo>
                <a:lnTo>
                  <a:pt x="65531" y="92964"/>
                </a:lnTo>
                <a:lnTo>
                  <a:pt x="67675" y="117609"/>
                </a:lnTo>
                <a:lnTo>
                  <a:pt x="68579" y="121920"/>
                </a:lnTo>
                <a:lnTo>
                  <a:pt x="143255" y="0"/>
                </a:lnTo>
                <a:lnTo>
                  <a:pt x="149351" y="0"/>
                </a:lnTo>
                <a:lnTo>
                  <a:pt x="163067" y="135636"/>
                </a:lnTo>
                <a:lnTo>
                  <a:pt x="191071" y="98869"/>
                </a:lnTo>
                <a:lnTo>
                  <a:pt x="203144" y="81843"/>
                </a:lnTo>
                <a:lnTo>
                  <a:pt x="223432" y="43243"/>
                </a:lnTo>
                <a:lnTo>
                  <a:pt x="224027" y="38100"/>
                </a:lnTo>
                <a:lnTo>
                  <a:pt x="224027" y="33528"/>
                </a:lnTo>
                <a:lnTo>
                  <a:pt x="222503" y="32004"/>
                </a:lnTo>
                <a:lnTo>
                  <a:pt x="222503" y="30480"/>
                </a:lnTo>
                <a:lnTo>
                  <a:pt x="219455" y="28956"/>
                </a:lnTo>
                <a:lnTo>
                  <a:pt x="216407" y="25908"/>
                </a:lnTo>
                <a:lnTo>
                  <a:pt x="210311" y="22859"/>
                </a:lnTo>
                <a:lnTo>
                  <a:pt x="210311" y="19812"/>
                </a:lnTo>
                <a:lnTo>
                  <a:pt x="208787" y="18288"/>
                </a:lnTo>
                <a:lnTo>
                  <a:pt x="207263" y="15240"/>
                </a:lnTo>
                <a:lnTo>
                  <a:pt x="207263" y="9144"/>
                </a:lnTo>
                <a:lnTo>
                  <a:pt x="208787" y="6096"/>
                </a:lnTo>
                <a:lnTo>
                  <a:pt x="211835" y="3048"/>
                </a:lnTo>
                <a:lnTo>
                  <a:pt x="217931" y="0"/>
                </a:lnTo>
                <a:lnTo>
                  <a:pt x="227075" y="0"/>
                </a:lnTo>
                <a:lnTo>
                  <a:pt x="231647" y="1524"/>
                </a:lnTo>
                <a:lnTo>
                  <a:pt x="239267" y="9144"/>
                </a:lnTo>
                <a:lnTo>
                  <a:pt x="240791" y="13716"/>
                </a:lnTo>
                <a:lnTo>
                  <a:pt x="240791" y="25908"/>
                </a:lnTo>
                <a:lnTo>
                  <a:pt x="223813" y="65722"/>
                </a:lnTo>
                <a:lnTo>
                  <a:pt x="197167" y="106299"/>
                </a:lnTo>
                <a:lnTo>
                  <a:pt x="167092" y="144065"/>
                </a:lnTo>
                <a:lnTo>
                  <a:pt x="151709" y="161305"/>
                </a:lnTo>
                <a:lnTo>
                  <a:pt x="146303" y="16764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5" name="object 125"/>
          <p:cNvSpPr/>
          <p:nvPr/>
        </p:nvSpPr>
        <p:spPr>
          <a:xfrm>
            <a:off x="6501383" y="3153155"/>
            <a:ext cx="307975" cy="251460"/>
          </a:xfrm>
          <a:custGeom>
            <a:avLst/>
            <a:gdLst/>
            <a:ahLst/>
            <a:cxnLst/>
            <a:rect l="l" t="t" r="r" b="b"/>
            <a:pathLst>
              <a:path w="307975" h="251460">
                <a:moveTo>
                  <a:pt x="121920" y="251460"/>
                </a:moveTo>
                <a:lnTo>
                  <a:pt x="115824" y="251460"/>
                </a:lnTo>
                <a:lnTo>
                  <a:pt x="135636" y="60960"/>
                </a:lnTo>
                <a:lnTo>
                  <a:pt x="10668" y="251460"/>
                </a:lnTo>
                <a:lnTo>
                  <a:pt x="4572" y="251460"/>
                </a:lnTo>
                <a:lnTo>
                  <a:pt x="25908" y="47243"/>
                </a:lnTo>
                <a:lnTo>
                  <a:pt x="27432" y="39624"/>
                </a:lnTo>
                <a:lnTo>
                  <a:pt x="27432" y="21336"/>
                </a:lnTo>
                <a:lnTo>
                  <a:pt x="25908" y="16764"/>
                </a:lnTo>
                <a:lnTo>
                  <a:pt x="18288" y="9143"/>
                </a:lnTo>
                <a:lnTo>
                  <a:pt x="10668" y="7620"/>
                </a:lnTo>
                <a:lnTo>
                  <a:pt x="0" y="7620"/>
                </a:lnTo>
                <a:lnTo>
                  <a:pt x="1524" y="0"/>
                </a:lnTo>
                <a:lnTo>
                  <a:pt x="94488" y="0"/>
                </a:lnTo>
                <a:lnTo>
                  <a:pt x="92964" y="7620"/>
                </a:lnTo>
                <a:lnTo>
                  <a:pt x="84415" y="7929"/>
                </a:lnTo>
                <a:lnTo>
                  <a:pt x="77152" y="8953"/>
                </a:lnTo>
                <a:lnTo>
                  <a:pt x="57912" y="47243"/>
                </a:lnTo>
                <a:lnTo>
                  <a:pt x="44196" y="178308"/>
                </a:lnTo>
                <a:lnTo>
                  <a:pt x="138684" y="35052"/>
                </a:lnTo>
                <a:lnTo>
                  <a:pt x="138684" y="22860"/>
                </a:lnTo>
                <a:lnTo>
                  <a:pt x="135636" y="16764"/>
                </a:lnTo>
                <a:lnTo>
                  <a:pt x="106680" y="7620"/>
                </a:lnTo>
                <a:lnTo>
                  <a:pt x="108204" y="0"/>
                </a:lnTo>
                <a:lnTo>
                  <a:pt x="208788" y="0"/>
                </a:lnTo>
                <a:lnTo>
                  <a:pt x="205740" y="7620"/>
                </a:lnTo>
                <a:lnTo>
                  <a:pt x="187452" y="7620"/>
                </a:lnTo>
                <a:lnTo>
                  <a:pt x="182879" y="10667"/>
                </a:lnTo>
                <a:lnTo>
                  <a:pt x="179832" y="10667"/>
                </a:lnTo>
                <a:lnTo>
                  <a:pt x="176784" y="13716"/>
                </a:lnTo>
                <a:lnTo>
                  <a:pt x="173736" y="19812"/>
                </a:lnTo>
                <a:lnTo>
                  <a:pt x="172212" y="24384"/>
                </a:lnTo>
                <a:lnTo>
                  <a:pt x="170688" y="32003"/>
                </a:lnTo>
                <a:lnTo>
                  <a:pt x="157972" y="146875"/>
                </a:lnTo>
                <a:lnTo>
                  <a:pt x="153924" y="178308"/>
                </a:lnTo>
                <a:lnTo>
                  <a:pt x="233172" y="60960"/>
                </a:lnTo>
                <a:lnTo>
                  <a:pt x="243078" y="44957"/>
                </a:lnTo>
                <a:lnTo>
                  <a:pt x="246459" y="38671"/>
                </a:lnTo>
                <a:lnTo>
                  <a:pt x="248412" y="33528"/>
                </a:lnTo>
                <a:lnTo>
                  <a:pt x="251460" y="28955"/>
                </a:lnTo>
                <a:lnTo>
                  <a:pt x="251460" y="18288"/>
                </a:lnTo>
                <a:lnTo>
                  <a:pt x="249936" y="15240"/>
                </a:lnTo>
                <a:lnTo>
                  <a:pt x="246888" y="12191"/>
                </a:lnTo>
                <a:lnTo>
                  <a:pt x="245364" y="9143"/>
                </a:lnTo>
                <a:lnTo>
                  <a:pt x="239267" y="7620"/>
                </a:lnTo>
                <a:lnTo>
                  <a:pt x="233172" y="7620"/>
                </a:lnTo>
                <a:lnTo>
                  <a:pt x="234696" y="0"/>
                </a:lnTo>
                <a:lnTo>
                  <a:pt x="307848" y="0"/>
                </a:lnTo>
                <a:lnTo>
                  <a:pt x="306324" y="7620"/>
                </a:lnTo>
                <a:lnTo>
                  <a:pt x="298703" y="7620"/>
                </a:lnTo>
                <a:lnTo>
                  <a:pt x="294132" y="9143"/>
                </a:lnTo>
                <a:lnTo>
                  <a:pt x="288036" y="12191"/>
                </a:lnTo>
                <a:lnTo>
                  <a:pt x="283464" y="13716"/>
                </a:lnTo>
                <a:lnTo>
                  <a:pt x="277367" y="19812"/>
                </a:lnTo>
                <a:lnTo>
                  <a:pt x="271272" y="27432"/>
                </a:lnTo>
                <a:lnTo>
                  <a:pt x="267247" y="32027"/>
                </a:lnTo>
                <a:lnTo>
                  <a:pt x="261937" y="39052"/>
                </a:lnTo>
                <a:lnTo>
                  <a:pt x="255198" y="48648"/>
                </a:lnTo>
                <a:lnTo>
                  <a:pt x="246888" y="60960"/>
                </a:lnTo>
                <a:lnTo>
                  <a:pt x="121920" y="25146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6" name="object 126"/>
          <p:cNvSpPr/>
          <p:nvPr/>
        </p:nvSpPr>
        <p:spPr>
          <a:xfrm>
            <a:off x="8357616" y="3363467"/>
            <a:ext cx="291465" cy="41275"/>
          </a:xfrm>
          <a:custGeom>
            <a:avLst/>
            <a:gdLst/>
            <a:ahLst/>
            <a:cxnLst/>
            <a:rect l="l" t="t" r="r" b="b"/>
            <a:pathLst>
              <a:path w="291465" h="41275">
                <a:moveTo>
                  <a:pt x="25908" y="41148"/>
                </a:moveTo>
                <a:lnTo>
                  <a:pt x="15240" y="41148"/>
                </a:lnTo>
                <a:lnTo>
                  <a:pt x="10668" y="39624"/>
                </a:lnTo>
                <a:lnTo>
                  <a:pt x="1524" y="30480"/>
                </a:lnTo>
                <a:lnTo>
                  <a:pt x="0" y="25908"/>
                </a:lnTo>
                <a:lnTo>
                  <a:pt x="0" y="15240"/>
                </a:lnTo>
                <a:lnTo>
                  <a:pt x="1524" y="9144"/>
                </a:lnTo>
                <a:lnTo>
                  <a:pt x="6096" y="6096"/>
                </a:lnTo>
                <a:lnTo>
                  <a:pt x="10668" y="1524"/>
                </a:lnTo>
                <a:lnTo>
                  <a:pt x="15240" y="0"/>
                </a:lnTo>
                <a:lnTo>
                  <a:pt x="25908" y="0"/>
                </a:lnTo>
                <a:lnTo>
                  <a:pt x="32004" y="1524"/>
                </a:lnTo>
                <a:lnTo>
                  <a:pt x="35052" y="6096"/>
                </a:lnTo>
                <a:lnTo>
                  <a:pt x="39624" y="9144"/>
                </a:lnTo>
                <a:lnTo>
                  <a:pt x="41148" y="15240"/>
                </a:lnTo>
                <a:lnTo>
                  <a:pt x="41148" y="25908"/>
                </a:lnTo>
                <a:lnTo>
                  <a:pt x="39624" y="30480"/>
                </a:lnTo>
                <a:lnTo>
                  <a:pt x="35052" y="35052"/>
                </a:lnTo>
                <a:lnTo>
                  <a:pt x="32004" y="39624"/>
                </a:lnTo>
                <a:lnTo>
                  <a:pt x="25908" y="41148"/>
                </a:lnTo>
                <a:close/>
              </a:path>
              <a:path w="291465" h="41275">
                <a:moveTo>
                  <a:pt x="150876" y="41148"/>
                </a:moveTo>
                <a:lnTo>
                  <a:pt x="140208" y="41148"/>
                </a:lnTo>
                <a:lnTo>
                  <a:pt x="134112" y="39624"/>
                </a:lnTo>
                <a:lnTo>
                  <a:pt x="131064" y="35052"/>
                </a:lnTo>
                <a:lnTo>
                  <a:pt x="126492" y="30480"/>
                </a:lnTo>
                <a:lnTo>
                  <a:pt x="124968" y="25908"/>
                </a:lnTo>
                <a:lnTo>
                  <a:pt x="124968" y="15240"/>
                </a:lnTo>
                <a:lnTo>
                  <a:pt x="126492" y="9144"/>
                </a:lnTo>
                <a:lnTo>
                  <a:pt x="131064" y="6096"/>
                </a:lnTo>
                <a:lnTo>
                  <a:pt x="134112" y="1524"/>
                </a:lnTo>
                <a:lnTo>
                  <a:pt x="140208" y="0"/>
                </a:lnTo>
                <a:lnTo>
                  <a:pt x="150876" y="0"/>
                </a:lnTo>
                <a:lnTo>
                  <a:pt x="155448" y="1524"/>
                </a:lnTo>
                <a:lnTo>
                  <a:pt x="160020" y="6096"/>
                </a:lnTo>
                <a:lnTo>
                  <a:pt x="164592" y="9144"/>
                </a:lnTo>
                <a:lnTo>
                  <a:pt x="166116" y="15240"/>
                </a:lnTo>
                <a:lnTo>
                  <a:pt x="166116" y="25908"/>
                </a:lnTo>
                <a:lnTo>
                  <a:pt x="164592" y="30480"/>
                </a:lnTo>
                <a:lnTo>
                  <a:pt x="155448" y="39624"/>
                </a:lnTo>
                <a:lnTo>
                  <a:pt x="150876" y="41148"/>
                </a:lnTo>
                <a:close/>
              </a:path>
              <a:path w="291465" h="41275">
                <a:moveTo>
                  <a:pt x="275843" y="41148"/>
                </a:moveTo>
                <a:lnTo>
                  <a:pt x="263652" y="41148"/>
                </a:lnTo>
                <a:lnTo>
                  <a:pt x="259079" y="39624"/>
                </a:lnTo>
                <a:lnTo>
                  <a:pt x="254508" y="35052"/>
                </a:lnTo>
                <a:lnTo>
                  <a:pt x="248412" y="25908"/>
                </a:lnTo>
                <a:lnTo>
                  <a:pt x="248412" y="15240"/>
                </a:lnTo>
                <a:lnTo>
                  <a:pt x="251460" y="9144"/>
                </a:lnTo>
                <a:lnTo>
                  <a:pt x="259079" y="1524"/>
                </a:lnTo>
                <a:lnTo>
                  <a:pt x="263652" y="0"/>
                </a:lnTo>
                <a:lnTo>
                  <a:pt x="275843" y="0"/>
                </a:lnTo>
                <a:lnTo>
                  <a:pt x="280416" y="1524"/>
                </a:lnTo>
                <a:lnTo>
                  <a:pt x="288036" y="9144"/>
                </a:lnTo>
                <a:lnTo>
                  <a:pt x="291084" y="15240"/>
                </a:lnTo>
                <a:lnTo>
                  <a:pt x="291084" y="25908"/>
                </a:lnTo>
                <a:lnTo>
                  <a:pt x="284988" y="35052"/>
                </a:lnTo>
                <a:lnTo>
                  <a:pt x="280416" y="39624"/>
                </a:lnTo>
                <a:lnTo>
                  <a:pt x="275843" y="4114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7" name="object 127"/>
          <p:cNvSpPr/>
          <p:nvPr/>
        </p:nvSpPr>
        <p:spPr>
          <a:xfrm>
            <a:off x="6912864" y="3261359"/>
            <a:ext cx="190500" cy="18415"/>
          </a:xfrm>
          <a:custGeom>
            <a:avLst/>
            <a:gdLst/>
            <a:ahLst/>
            <a:cxnLst/>
            <a:rect l="l" t="t" r="r" b="b"/>
            <a:pathLst>
              <a:path w="190500" h="18414">
                <a:moveTo>
                  <a:pt x="190500" y="18288"/>
                </a:moveTo>
                <a:lnTo>
                  <a:pt x="0" y="18288"/>
                </a:lnTo>
                <a:lnTo>
                  <a:pt x="0" y="0"/>
                </a:lnTo>
                <a:lnTo>
                  <a:pt x="190500" y="0"/>
                </a:lnTo>
                <a:lnTo>
                  <a:pt x="190500" y="1828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8" name="object 128"/>
          <p:cNvSpPr/>
          <p:nvPr/>
        </p:nvSpPr>
        <p:spPr>
          <a:xfrm>
            <a:off x="6912864" y="3328415"/>
            <a:ext cx="190500" cy="18415"/>
          </a:xfrm>
          <a:custGeom>
            <a:avLst/>
            <a:gdLst/>
            <a:ahLst/>
            <a:cxnLst/>
            <a:rect l="l" t="t" r="r" b="b"/>
            <a:pathLst>
              <a:path w="190500" h="18414">
                <a:moveTo>
                  <a:pt x="190500" y="18288"/>
                </a:moveTo>
                <a:lnTo>
                  <a:pt x="0" y="18288"/>
                </a:lnTo>
                <a:lnTo>
                  <a:pt x="0" y="0"/>
                </a:lnTo>
                <a:lnTo>
                  <a:pt x="190500" y="0"/>
                </a:lnTo>
                <a:lnTo>
                  <a:pt x="190500" y="1828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9" name="object 129"/>
          <p:cNvSpPr/>
          <p:nvPr/>
        </p:nvSpPr>
        <p:spPr>
          <a:xfrm>
            <a:off x="7680959" y="4218432"/>
            <a:ext cx="335280" cy="273050"/>
          </a:xfrm>
          <a:custGeom>
            <a:avLst/>
            <a:gdLst/>
            <a:ahLst/>
            <a:cxnLst/>
            <a:rect l="l" t="t" r="r" b="b"/>
            <a:pathLst>
              <a:path w="335279" h="273050">
                <a:moveTo>
                  <a:pt x="132588" y="272795"/>
                </a:moveTo>
                <a:lnTo>
                  <a:pt x="124968" y="272795"/>
                </a:lnTo>
                <a:lnTo>
                  <a:pt x="147828" y="65531"/>
                </a:lnTo>
                <a:lnTo>
                  <a:pt x="12192" y="272795"/>
                </a:lnTo>
                <a:lnTo>
                  <a:pt x="4572" y="272795"/>
                </a:lnTo>
                <a:lnTo>
                  <a:pt x="28956" y="50291"/>
                </a:lnTo>
                <a:lnTo>
                  <a:pt x="28956" y="22859"/>
                </a:lnTo>
                <a:lnTo>
                  <a:pt x="27432" y="16763"/>
                </a:lnTo>
                <a:lnTo>
                  <a:pt x="22860" y="13715"/>
                </a:lnTo>
                <a:lnTo>
                  <a:pt x="18288" y="9143"/>
                </a:lnTo>
                <a:lnTo>
                  <a:pt x="10668" y="7619"/>
                </a:lnTo>
                <a:lnTo>
                  <a:pt x="0" y="6095"/>
                </a:lnTo>
                <a:lnTo>
                  <a:pt x="1524" y="0"/>
                </a:lnTo>
                <a:lnTo>
                  <a:pt x="102108" y="0"/>
                </a:lnTo>
                <a:lnTo>
                  <a:pt x="100584" y="6095"/>
                </a:lnTo>
                <a:lnTo>
                  <a:pt x="91154" y="6643"/>
                </a:lnTo>
                <a:lnTo>
                  <a:pt x="83439" y="8191"/>
                </a:lnTo>
                <a:lnTo>
                  <a:pt x="47244" y="193547"/>
                </a:lnTo>
                <a:lnTo>
                  <a:pt x="150876" y="38099"/>
                </a:lnTo>
                <a:lnTo>
                  <a:pt x="150876" y="24383"/>
                </a:lnTo>
                <a:lnTo>
                  <a:pt x="147828" y="18287"/>
                </a:lnTo>
                <a:lnTo>
                  <a:pt x="115824" y="6095"/>
                </a:lnTo>
                <a:lnTo>
                  <a:pt x="117348" y="0"/>
                </a:lnTo>
                <a:lnTo>
                  <a:pt x="227076" y="0"/>
                </a:lnTo>
                <a:lnTo>
                  <a:pt x="224028" y="6095"/>
                </a:lnTo>
                <a:lnTo>
                  <a:pt x="208216" y="7810"/>
                </a:lnTo>
                <a:lnTo>
                  <a:pt x="202382" y="8882"/>
                </a:lnTo>
                <a:lnTo>
                  <a:pt x="198120" y="10667"/>
                </a:lnTo>
                <a:lnTo>
                  <a:pt x="195072" y="10667"/>
                </a:lnTo>
                <a:lnTo>
                  <a:pt x="193548" y="13715"/>
                </a:lnTo>
                <a:lnTo>
                  <a:pt x="190500" y="16763"/>
                </a:lnTo>
                <a:lnTo>
                  <a:pt x="188976" y="19811"/>
                </a:lnTo>
                <a:lnTo>
                  <a:pt x="187452" y="25907"/>
                </a:lnTo>
                <a:lnTo>
                  <a:pt x="185928" y="33527"/>
                </a:lnTo>
                <a:lnTo>
                  <a:pt x="184761" y="37242"/>
                </a:lnTo>
                <a:lnTo>
                  <a:pt x="183451" y="46100"/>
                </a:lnTo>
                <a:lnTo>
                  <a:pt x="179832" y="79247"/>
                </a:lnTo>
                <a:lnTo>
                  <a:pt x="178141" y="101822"/>
                </a:lnTo>
                <a:lnTo>
                  <a:pt x="175450" y="128396"/>
                </a:lnTo>
                <a:lnTo>
                  <a:pt x="171902" y="158972"/>
                </a:lnTo>
                <a:lnTo>
                  <a:pt x="167640" y="193547"/>
                </a:lnTo>
                <a:lnTo>
                  <a:pt x="264414" y="48196"/>
                </a:lnTo>
                <a:lnTo>
                  <a:pt x="268414" y="41743"/>
                </a:lnTo>
                <a:lnTo>
                  <a:pt x="271272" y="36575"/>
                </a:lnTo>
                <a:lnTo>
                  <a:pt x="272796" y="30479"/>
                </a:lnTo>
                <a:lnTo>
                  <a:pt x="274320" y="25907"/>
                </a:lnTo>
                <a:lnTo>
                  <a:pt x="274320" y="18287"/>
                </a:lnTo>
                <a:lnTo>
                  <a:pt x="272796" y="15239"/>
                </a:lnTo>
                <a:lnTo>
                  <a:pt x="266700" y="9143"/>
                </a:lnTo>
                <a:lnTo>
                  <a:pt x="260603" y="7619"/>
                </a:lnTo>
                <a:lnTo>
                  <a:pt x="252984" y="6095"/>
                </a:lnTo>
                <a:lnTo>
                  <a:pt x="254508" y="0"/>
                </a:lnTo>
                <a:lnTo>
                  <a:pt x="335280" y="0"/>
                </a:lnTo>
                <a:lnTo>
                  <a:pt x="332232" y="6095"/>
                </a:lnTo>
                <a:lnTo>
                  <a:pt x="320039" y="9143"/>
                </a:lnTo>
                <a:lnTo>
                  <a:pt x="313944" y="12191"/>
                </a:lnTo>
                <a:lnTo>
                  <a:pt x="268224" y="65531"/>
                </a:lnTo>
                <a:lnTo>
                  <a:pt x="132588" y="27279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0" name="object 130"/>
          <p:cNvSpPr/>
          <p:nvPr/>
        </p:nvSpPr>
        <p:spPr>
          <a:xfrm>
            <a:off x="7014971" y="4306823"/>
            <a:ext cx="264160" cy="182880"/>
          </a:xfrm>
          <a:custGeom>
            <a:avLst/>
            <a:gdLst/>
            <a:ahLst/>
            <a:cxnLst/>
            <a:rect l="l" t="t" r="r" b="b"/>
            <a:pathLst>
              <a:path w="264159" h="182879">
                <a:moveTo>
                  <a:pt x="160020" y="182880"/>
                </a:moveTo>
                <a:lnTo>
                  <a:pt x="152400" y="182880"/>
                </a:lnTo>
                <a:lnTo>
                  <a:pt x="140208" y="47244"/>
                </a:lnTo>
                <a:lnTo>
                  <a:pt x="57912" y="182880"/>
                </a:lnTo>
                <a:lnTo>
                  <a:pt x="48768" y="182880"/>
                </a:lnTo>
                <a:lnTo>
                  <a:pt x="47339" y="142875"/>
                </a:lnTo>
                <a:lnTo>
                  <a:pt x="45339" y="107442"/>
                </a:lnTo>
                <a:lnTo>
                  <a:pt x="39624" y="50292"/>
                </a:lnTo>
                <a:lnTo>
                  <a:pt x="21336" y="18288"/>
                </a:lnTo>
                <a:lnTo>
                  <a:pt x="10668" y="18288"/>
                </a:lnTo>
                <a:lnTo>
                  <a:pt x="6096" y="19812"/>
                </a:lnTo>
                <a:lnTo>
                  <a:pt x="0" y="19812"/>
                </a:lnTo>
                <a:lnTo>
                  <a:pt x="0" y="13716"/>
                </a:lnTo>
                <a:lnTo>
                  <a:pt x="57912" y="0"/>
                </a:lnTo>
                <a:lnTo>
                  <a:pt x="67246" y="41148"/>
                </a:lnTo>
                <a:lnTo>
                  <a:pt x="73152" y="100584"/>
                </a:lnTo>
                <a:lnTo>
                  <a:pt x="73390" y="112014"/>
                </a:lnTo>
                <a:lnTo>
                  <a:pt x="74676" y="132588"/>
                </a:lnTo>
                <a:lnTo>
                  <a:pt x="156972" y="0"/>
                </a:lnTo>
                <a:lnTo>
                  <a:pt x="164592" y="0"/>
                </a:lnTo>
                <a:lnTo>
                  <a:pt x="178308" y="147828"/>
                </a:lnTo>
                <a:lnTo>
                  <a:pt x="194595" y="127777"/>
                </a:lnTo>
                <a:lnTo>
                  <a:pt x="222027" y="89963"/>
                </a:lnTo>
                <a:lnTo>
                  <a:pt x="242125" y="54292"/>
                </a:lnTo>
                <a:lnTo>
                  <a:pt x="245364" y="42672"/>
                </a:lnTo>
                <a:lnTo>
                  <a:pt x="245364" y="36576"/>
                </a:lnTo>
                <a:lnTo>
                  <a:pt x="237744" y="28956"/>
                </a:lnTo>
                <a:lnTo>
                  <a:pt x="233172" y="27432"/>
                </a:lnTo>
                <a:lnTo>
                  <a:pt x="231648" y="24384"/>
                </a:lnTo>
                <a:lnTo>
                  <a:pt x="239268" y="0"/>
                </a:lnTo>
                <a:lnTo>
                  <a:pt x="248412" y="0"/>
                </a:lnTo>
                <a:lnTo>
                  <a:pt x="252984" y="1524"/>
                </a:lnTo>
                <a:lnTo>
                  <a:pt x="260604" y="9144"/>
                </a:lnTo>
                <a:lnTo>
                  <a:pt x="263652" y="15240"/>
                </a:lnTo>
                <a:lnTo>
                  <a:pt x="263652" y="28956"/>
                </a:lnTo>
                <a:lnTo>
                  <a:pt x="244530" y="72223"/>
                </a:lnTo>
                <a:lnTo>
                  <a:pt x="215455" y="116204"/>
                </a:lnTo>
                <a:lnTo>
                  <a:pt x="182951" y="157376"/>
                </a:lnTo>
                <a:lnTo>
                  <a:pt x="166330" y="176283"/>
                </a:lnTo>
                <a:lnTo>
                  <a:pt x="160020" y="18288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1" name="object 131"/>
          <p:cNvSpPr/>
          <p:nvPr/>
        </p:nvSpPr>
        <p:spPr>
          <a:xfrm>
            <a:off x="6429755" y="4218432"/>
            <a:ext cx="390525" cy="266700"/>
          </a:xfrm>
          <a:custGeom>
            <a:avLst/>
            <a:gdLst/>
            <a:ahLst/>
            <a:cxnLst/>
            <a:rect l="l" t="t" r="r" b="b"/>
            <a:pathLst>
              <a:path w="390525" h="266700">
                <a:moveTo>
                  <a:pt x="318515" y="266700"/>
                </a:moveTo>
                <a:lnTo>
                  <a:pt x="205739" y="266700"/>
                </a:lnTo>
                <a:lnTo>
                  <a:pt x="207263" y="259080"/>
                </a:lnTo>
                <a:lnTo>
                  <a:pt x="222503" y="259080"/>
                </a:lnTo>
                <a:lnTo>
                  <a:pt x="230123" y="257556"/>
                </a:lnTo>
                <a:lnTo>
                  <a:pt x="256317" y="217884"/>
                </a:lnTo>
                <a:lnTo>
                  <a:pt x="304799" y="48768"/>
                </a:lnTo>
                <a:lnTo>
                  <a:pt x="147827" y="266700"/>
                </a:lnTo>
                <a:lnTo>
                  <a:pt x="140207" y="266700"/>
                </a:lnTo>
                <a:lnTo>
                  <a:pt x="114299" y="48768"/>
                </a:lnTo>
                <a:lnTo>
                  <a:pt x="65531" y="214883"/>
                </a:lnTo>
                <a:lnTo>
                  <a:pt x="59959" y="238029"/>
                </a:lnTo>
                <a:lnTo>
                  <a:pt x="59435" y="242316"/>
                </a:lnTo>
                <a:lnTo>
                  <a:pt x="59435" y="246888"/>
                </a:lnTo>
                <a:lnTo>
                  <a:pt x="91439" y="259080"/>
                </a:lnTo>
                <a:lnTo>
                  <a:pt x="88391" y="266700"/>
                </a:lnTo>
                <a:lnTo>
                  <a:pt x="0" y="266700"/>
                </a:lnTo>
                <a:lnTo>
                  <a:pt x="1523" y="259080"/>
                </a:lnTo>
                <a:lnTo>
                  <a:pt x="7619" y="259080"/>
                </a:lnTo>
                <a:lnTo>
                  <a:pt x="17073" y="258508"/>
                </a:lnTo>
                <a:lnTo>
                  <a:pt x="45362" y="229147"/>
                </a:lnTo>
                <a:lnTo>
                  <a:pt x="108203" y="19812"/>
                </a:lnTo>
                <a:lnTo>
                  <a:pt x="103631" y="15240"/>
                </a:lnTo>
                <a:lnTo>
                  <a:pt x="73151" y="6096"/>
                </a:lnTo>
                <a:lnTo>
                  <a:pt x="76199" y="0"/>
                </a:lnTo>
                <a:lnTo>
                  <a:pt x="143255" y="0"/>
                </a:lnTo>
                <a:lnTo>
                  <a:pt x="167639" y="214883"/>
                </a:lnTo>
                <a:lnTo>
                  <a:pt x="324612" y="0"/>
                </a:lnTo>
                <a:lnTo>
                  <a:pt x="390143" y="0"/>
                </a:lnTo>
                <a:lnTo>
                  <a:pt x="390143" y="6096"/>
                </a:lnTo>
                <a:lnTo>
                  <a:pt x="367641" y="8882"/>
                </a:lnTo>
                <a:lnTo>
                  <a:pt x="364236" y="9144"/>
                </a:lnTo>
                <a:lnTo>
                  <a:pt x="361187" y="10668"/>
                </a:lnTo>
                <a:lnTo>
                  <a:pt x="341375" y="48768"/>
                </a:lnTo>
                <a:lnTo>
                  <a:pt x="291083" y="217931"/>
                </a:lnTo>
                <a:lnTo>
                  <a:pt x="286511" y="236219"/>
                </a:lnTo>
                <a:lnTo>
                  <a:pt x="286511" y="246888"/>
                </a:lnTo>
                <a:lnTo>
                  <a:pt x="288035" y="251459"/>
                </a:lnTo>
                <a:lnTo>
                  <a:pt x="292607" y="252983"/>
                </a:lnTo>
                <a:lnTo>
                  <a:pt x="297179" y="257556"/>
                </a:lnTo>
                <a:lnTo>
                  <a:pt x="304799" y="259080"/>
                </a:lnTo>
                <a:lnTo>
                  <a:pt x="320039" y="259080"/>
                </a:lnTo>
                <a:lnTo>
                  <a:pt x="318515" y="26670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2" name="object 132"/>
          <p:cNvSpPr/>
          <p:nvPr/>
        </p:nvSpPr>
        <p:spPr>
          <a:xfrm>
            <a:off x="5750052" y="4306823"/>
            <a:ext cx="269875" cy="182880"/>
          </a:xfrm>
          <a:custGeom>
            <a:avLst/>
            <a:gdLst/>
            <a:ahLst/>
            <a:cxnLst/>
            <a:rect l="l" t="t" r="r" b="b"/>
            <a:pathLst>
              <a:path w="269875" h="182879">
                <a:moveTo>
                  <a:pt x="15240" y="19812"/>
                </a:moveTo>
                <a:lnTo>
                  <a:pt x="13716" y="12192"/>
                </a:lnTo>
                <a:lnTo>
                  <a:pt x="82296" y="0"/>
                </a:lnTo>
                <a:lnTo>
                  <a:pt x="77382" y="16764"/>
                </a:lnTo>
                <a:lnTo>
                  <a:pt x="27432" y="16764"/>
                </a:lnTo>
                <a:lnTo>
                  <a:pt x="22860" y="18288"/>
                </a:lnTo>
                <a:lnTo>
                  <a:pt x="15240" y="19812"/>
                </a:lnTo>
                <a:close/>
              </a:path>
              <a:path w="269875" h="182879">
                <a:moveTo>
                  <a:pt x="64221" y="88392"/>
                </a:moveTo>
                <a:lnTo>
                  <a:pt x="56388" y="88392"/>
                </a:lnTo>
                <a:lnTo>
                  <a:pt x="64341" y="73509"/>
                </a:lnTo>
                <a:lnTo>
                  <a:pt x="85344" y="41148"/>
                </a:lnTo>
                <a:lnTo>
                  <a:pt x="113418" y="12644"/>
                </a:lnTo>
                <a:lnTo>
                  <a:pt x="137160" y="0"/>
                </a:lnTo>
                <a:lnTo>
                  <a:pt x="150876" y="0"/>
                </a:lnTo>
                <a:lnTo>
                  <a:pt x="156972" y="1524"/>
                </a:lnTo>
                <a:lnTo>
                  <a:pt x="166116" y="10668"/>
                </a:lnTo>
                <a:lnTo>
                  <a:pt x="167640" y="15240"/>
                </a:lnTo>
                <a:lnTo>
                  <a:pt x="167640" y="22860"/>
                </a:lnTo>
                <a:lnTo>
                  <a:pt x="123444" y="22860"/>
                </a:lnTo>
                <a:lnTo>
                  <a:pt x="118872" y="24384"/>
                </a:lnTo>
                <a:lnTo>
                  <a:pt x="82296" y="60960"/>
                </a:lnTo>
                <a:lnTo>
                  <a:pt x="66103" y="85153"/>
                </a:lnTo>
                <a:lnTo>
                  <a:pt x="64221" y="88392"/>
                </a:lnTo>
                <a:close/>
              </a:path>
              <a:path w="269875" h="182879">
                <a:moveTo>
                  <a:pt x="157949" y="97536"/>
                </a:moveTo>
                <a:lnTo>
                  <a:pt x="149352" y="97536"/>
                </a:lnTo>
                <a:lnTo>
                  <a:pt x="165092" y="69865"/>
                </a:lnTo>
                <a:lnTo>
                  <a:pt x="195429" y="27670"/>
                </a:lnTo>
                <a:lnTo>
                  <a:pt x="226314" y="3429"/>
                </a:lnTo>
                <a:lnTo>
                  <a:pt x="242315" y="0"/>
                </a:lnTo>
                <a:lnTo>
                  <a:pt x="248412" y="0"/>
                </a:lnTo>
                <a:lnTo>
                  <a:pt x="252984" y="1524"/>
                </a:lnTo>
                <a:lnTo>
                  <a:pt x="257556" y="6096"/>
                </a:lnTo>
                <a:lnTo>
                  <a:pt x="260603" y="10668"/>
                </a:lnTo>
                <a:lnTo>
                  <a:pt x="263652" y="16764"/>
                </a:lnTo>
                <a:lnTo>
                  <a:pt x="263652" y="22860"/>
                </a:lnTo>
                <a:lnTo>
                  <a:pt x="217932" y="22860"/>
                </a:lnTo>
                <a:lnTo>
                  <a:pt x="213360" y="25908"/>
                </a:lnTo>
                <a:lnTo>
                  <a:pt x="207264" y="32004"/>
                </a:lnTo>
                <a:lnTo>
                  <a:pt x="192952" y="45743"/>
                </a:lnTo>
                <a:lnTo>
                  <a:pt x="179641" y="61912"/>
                </a:lnTo>
                <a:lnTo>
                  <a:pt x="167187" y="80652"/>
                </a:lnTo>
                <a:lnTo>
                  <a:pt x="157949" y="97536"/>
                </a:lnTo>
                <a:close/>
              </a:path>
              <a:path w="269875" h="182879">
                <a:moveTo>
                  <a:pt x="30480" y="178307"/>
                </a:moveTo>
                <a:lnTo>
                  <a:pt x="0" y="178307"/>
                </a:lnTo>
                <a:lnTo>
                  <a:pt x="38171" y="50030"/>
                </a:lnTo>
                <a:lnTo>
                  <a:pt x="42672" y="33528"/>
                </a:lnTo>
                <a:lnTo>
                  <a:pt x="42672" y="32004"/>
                </a:lnTo>
                <a:lnTo>
                  <a:pt x="44196" y="28956"/>
                </a:lnTo>
                <a:lnTo>
                  <a:pt x="44196" y="25908"/>
                </a:lnTo>
                <a:lnTo>
                  <a:pt x="42672" y="22860"/>
                </a:lnTo>
                <a:lnTo>
                  <a:pt x="39624" y="21336"/>
                </a:lnTo>
                <a:lnTo>
                  <a:pt x="36576" y="18288"/>
                </a:lnTo>
                <a:lnTo>
                  <a:pt x="33528" y="16764"/>
                </a:lnTo>
                <a:lnTo>
                  <a:pt x="77382" y="16764"/>
                </a:lnTo>
                <a:lnTo>
                  <a:pt x="56388" y="88392"/>
                </a:lnTo>
                <a:lnTo>
                  <a:pt x="64221" y="88392"/>
                </a:lnTo>
                <a:lnTo>
                  <a:pt x="45339" y="131254"/>
                </a:lnTo>
                <a:lnTo>
                  <a:pt x="38766" y="151709"/>
                </a:lnTo>
                <a:lnTo>
                  <a:pt x="30480" y="178307"/>
                </a:lnTo>
                <a:close/>
              </a:path>
              <a:path w="269875" h="182879">
                <a:moveTo>
                  <a:pt x="124968" y="178307"/>
                </a:moveTo>
                <a:lnTo>
                  <a:pt x="96012" y="178307"/>
                </a:lnTo>
                <a:lnTo>
                  <a:pt x="129540" y="59436"/>
                </a:lnTo>
                <a:lnTo>
                  <a:pt x="131836" y="50030"/>
                </a:lnTo>
                <a:lnTo>
                  <a:pt x="133731" y="43053"/>
                </a:lnTo>
                <a:lnTo>
                  <a:pt x="135112" y="37576"/>
                </a:lnTo>
                <a:lnTo>
                  <a:pt x="135636" y="33528"/>
                </a:lnTo>
                <a:lnTo>
                  <a:pt x="135636" y="28956"/>
                </a:lnTo>
                <a:lnTo>
                  <a:pt x="132588" y="25908"/>
                </a:lnTo>
                <a:lnTo>
                  <a:pt x="131064" y="22860"/>
                </a:lnTo>
                <a:lnTo>
                  <a:pt x="167640" y="22860"/>
                </a:lnTo>
                <a:lnTo>
                  <a:pt x="167640" y="28956"/>
                </a:lnTo>
                <a:lnTo>
                  <a:pt x="166116" y="36576"/>
                </a:lnTo>
                <a:lnTo>
                  <a:pt x="163068" y="47244"/>
                </a:lnTo>
                <a:lnTo>
                  <a:pt x="149352" y="97536"/>
                </a:lnTo>
                <a:lnTo>
                  <a:pt x="157949" y="97536"/>
                </a:lnTo>
                <a:lnTo>
                  <a:pt x="155448" y="102108"/>
                </a:lnTo>
                <a:lnTo>
                  <a:pt x="147470" y="117871"/>
                </a:lnTo>
                <a:lnTo>
                  <a:pt x="139636" y="135636"/>
                </a:lnTo>
                <a:lnTo>
                  <a:pt x="132087" y="155686"/>
                </a:lnTo>
                <a:lnTo>
                  <a:pt x="124968" y="178307"/>
                </a:lnTo>
                <a:close/>
              </a:path>
              <a:path w="269875" h="182879">
                <a:moveTo>
                  <a:pt x="219456" y="182880"/>
                </a:moveTo>
                <a:lnTo>
                  <a:pt x="210312" y="182880"/>
                </a:lnTo>
                <a:lnTo>
                  <a:pt x="205740" y="181356"/>
                </a:lnTo>
                <a:lnTo>
                  <a:pt x="199644" y="175260"/>
                </a:lnTo>
                <a:lnTo>
                  <a:pt x="198120" y="170688"/>
                </a:lnTo>
                <a:lnTo>
                  <a:pt x="198120" y="166116"/>
                </a:lnTo>
                <a:lnTo>
                  <a:pt x="198691" y="160377"/>
                </a:lnTo>
                <a:lnTo>
                  <a:pt x="200406" y="152209"/>
                </a:lnTo>
                <a:lnTo>
                  <a:pt x="203263" y="141470"/>
                </a:lnTo>
                <a:lnTo>
                  <a:pt x="207264" y="128016"/>
                </a:lnTo>
                <a:lnTo>
                  <a:pt x="224028" y="65532"/>
                </a:lnTo>
                <a:lnTo>
                  <a:pt x="227147" y="55506"/>
                </a:lnTo>
                <a:lnTo>
                  <a:pt x="231100" y="43457"/>
                </a:lnTo>
                <a:lnTo>
                  <a:pt x="231648" y="41148"/>
                </a:lnTo>
                <a:lnTo>
                  <a:pt x="231648" y="27432"/>
                </a:lnTo>
                <a:lnTo>
                  <a:pt x="228600" y="24384"/>
                </a:lnTo>
                <a:lnTo>
                  <a:pt x="225552" y="22860"/>
                </a:lnTo>
                <a:lnTo>
                  <a:pt x="263652" y="22860"/>
                </a:lnTo>
                <a:lnTo>
                  <a:pt x="263652" y="33528"/>
                </a:lnTo>
                <a:lnTo>
                  <a:pt x="262127" y="41148"/>
                </a:lnTo>
                <a:lnTo>
                  <a:pt x="259079" y="48768"/>
                </a:lnTo>
                <a:lnTo>
                  <a:pt x="237744" y="126492"/>
                </a:lnTo>
                <a:lnTo>
                  <a:pt x="234624" y="137636"/>
                </a:lnTo>
                <a:lnTo>
                  <a:pt x="232002" y="146685"/>
                </a:lnTo>
                <a:lnTo>
                  <a:pt x="230671" y="151352"/>
                </a:lnTo>
                <a:lnTo>
                  <a:pt x="230124" y="153924"/>
                </a:lnTo>
                <a:lnTo>
                  <a:pt x="230124" y="155448"/>
                </a:lnTo>
                <a:lnTo>
                  <a:pt x="233172" y="158495"/>
                </a:lnTo>
                <a:lnTo>
                  <a:pt x="233172" y="160019"/>
                </a:lnTo>
                <a:lnTo>
                  <a:pt x="251454" y="160019"/>
                </a:lnTo>
                <a:lnTo>
                  <a:pt x="246649" y="164806"/>
                </a:lnTo>
                <a:lnTo>
                  <a:pt x="241173" y="170116"/>
                </a:lnTo>
                <a:lnTo>
                  <a:pt x="236267" y="174569"/>
                </a:lnTo>
                <a:lnTo>
                  <a:pt x="231648" y="178307"/>
                </a:lnTo>
                <a:lnTo>
                  <a:pt x="225552" y="181356"/>
                </a:lnTo>
                <a:lnTo>
                  <a:pt x="219456" y="182880"/>
                </a:lnTo>
                <a:close/>
              </a:path>
              <a:path w="269875" h="182879">
                <a:moveTo>
                  <a:pt x="251454" y="160019"/>
                </a:moveTo>
                <a:lnTo>
                  <a:pt x="236220" y="160019"/>
                </a:lnTo>
                <a:lnTo>
                  <a:pt x="239268" y="158495"/>
                </a:lnTo>
                <a:lnTo>
                  <a:pt x="242315" y="155448"/>
                </a:lnTo>
                <a:lnTo>
                  <a:pt x="248007" y="151447"/>
                </a:lnTo>
                <a:lnTo>
                  <a:pt x="253555" y="146304"/>
                </a:lnTo>
                <a:lnTo>
                  <a:pt x="258818" y="140017"/>
                </a:lnTo>
                <a:lnTo>
                  <a:pt x="263652" y="132588"/>
                </a:lnTo>
                <a:lnTo>
                  <a:pt x="269748" y="137160"/>
                </a:lnTo>
                <a:lnTo>
                  <a:pt x="266914" y="141779"/>
                </a:lnTo>
                <a:lnTo>
                  <a:pt x="263080" y="146685"/>
                </a:lnTo>
                <a:lnTo>
                  <a:pt x="252984" y="158495"/>
                </a:lnTo>
                <a:lnTo>
                  <a:pt x="251454" y="16001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pic>
        <p:nvPicPr>
          <p:cNvPr id="133" name="object 133"/>
          <p:cNvPicPr/>
          <p:nvPr/>
        </p:nvPicPr>
        <p:blipFill>
          <a:blip r:embed="rId24" cstate="print"/>
          <a:stretch>
            <a:fillRect/>
          </a:stretch>
        </p:blipFill>
        <p:spPr>
          <a:xfrm>
            <a:off x="7374635" y="4303776"/>
            <a:ext cx="185927" cy="181356"/>
          </a:xfrm>
          <a:prstGeom prst="rect">
            <a:avLst/>
          </a:prstGeom>
        </p:spPr>
      </p:pic>
      <p:pic>
        <p:nvPicPr>
          <p:cNvPr id="134" name="object 134"/>
          <p:cNvPicPr/>
          <p:nvPr/>
        </p:nvPicPr>
        <p:blipFill>
          <a:blip r:embed="rId25" cstate="print"/>
          <a:stretch>
            <a:fillRect/>
          </a:stretch>
        </p:blipFill>
        <p:spPr>
          <a:xfrm>
            <a:off x="6143243" y="4303776"/>
            <a:ext cx="185927" cy="181356"/>
          </a:xfrm>
          <a:prstGeom prst="rect">
            <a:avLst/>
          </a:prstGeom>
        </p:spPr>
      </p:pic>
      <p:sp>
        <p:nvSpPr>
          <p:cNvPr id="135" name="object 135"/>
          <p:cNvSpPr/>
          <p:nvPr/>
        </p:nvSpPr>
        <p:spPr>
          <a:xfrm>
            <a:off x="6870192" y="4445508"/>
            <a:ext cx="59690" cy="106680"/>
          </a:xfrm>
          <a:custGeom>
            <a:avLst/>
            <a:gdLst/>
            <a:ahLst/>
            <a:cxnLst/>
            <a:rect l="l" t="t" r="r" b="b"/>
            <a:pathLst>
              <a:path w="59690" h="106679">
                <a:moveTo>
                  <a:pt x="25908" y="44196"/>
                </a:moveTo>
                <a:lnTo>
                  <a:pt x="13716" y="44196"/>
                </a:lnTo>
                <a:lnTo>
                  <a:pt x="9144" y="42672"/>
                </a:lnTo>
                <a:lnTo>
                  <a:pt x="4572" y="39624"/>
                </a:lnTo>
                <a:lnTo>
                  <a:pt x="1524" y="35052"/>
                </a:lnTo>
                <a:lnTo>
                  <a:pt x="0" y="30480"/>
                </a:lnTo>
                <a:lnTo>
                  <a:pt x="0" y="16764"/>
                </a:lnTo>
                <a:lnTo>
                  <a:pt x="1524" y="12192"/>
                </a:lnTo>
                <a:lnTo>
                  <a:pt x="12192" y="1524"/>
                </a:lnTo>
                <a:lnTo>
                  <a:pt x="18288" y="0"/>
                </a:lnTo>
                <a:lnTo>
                  <a:pt x="33528" y="0"/>
                </a:lnTo>
                <a:lnTo>
                  <a:pt x="58626" y="32313"/>
                </a:lnTo>
                <a:lnTo>
                  <a:pt x="59296" y="39624"/>
                </a:lnTo>
                <a:lnTo>
                  <a:pt x="33528" y="39624"/>
                </a:lnTo>
                <a:lnTo>
                  <a:pt x="28956" y="42672"/>
                </a:lnTo>
                <a:lnTo>
                  <a:pt x="25908" y="44196"/>
                </a:lnTo>
                <a:close/>
              </a:path>
              <a:path w="59690" h="106679">
                <a:moveTo>
                  <a:pt x="0" y="106680"/>
                </a:moveTo>
                <a:lnTo>
                  <a:pt x="0" y="97536"/>
                </a:lnTo>
                <a:lnTo>
                  <a:pt x="9691" y="93797"/>
                </a:lnTo>
                <a:lnTo>
                  <a:pt x="18097" y="89344"/>
                </a:lnTo>
                <a:lnTo>
                  <a:pt x="41838" y="55006"/>
                </a:lnTo>
                <a:lnTo>
                  <a:pt x="42672" y="47244"/>
                </a:lnTo>
                <a:lnTo>
                  <a:pt x="42672" y="44196"/>
                </a:lnTo>
                <a:lnTo>
                  <a:pt x="41148" y="42672"/>
                </a:lnTo>
                <a:lnTo>
                  <a:pt x="41148" y="41148"/>
                </a:lnTo>
                <a:lnTo>
                  <a:pt x="39624" y="39624"/>
                </a:lnTo>
                <a:lnTo>
                  <a:pt x="59296" y="39624"/>
                </a:lnTo>
                <a:lnTo>
                  <a:pt x="59436" y="41148"/>
                </a:lnTo>
                <a:lnTo>
                  <a:pt x="58554" y="51173"/>
                </a:lnTo>
                <a:lnTo>
                  <a:pt x="36218" y="86963"/>
                </a:lnTo>
                <a:lnTo>
                  <a:pt x="13977" y="100679"/>
                </a:lnTo>
                <a:lnTo>
                  <a:pt x="0" y="10668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</p:spTree>
  </p:cSld>
  <p:clrMapOvr>
    <a:masterClrMapping/>
  </p:clrMapOvr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9572244" y="7229855"/>
            <a:ext cx="184785" cy="146685"/>
            <a:chOff x="9572244" y="7229855"/>
            <a:chExt cx="184785" cy="146685"/>
          </a:xfrm>
        </p:grpSpPr>
        <p:pic>
          <p:nvPicPr>
            <p:cNvPr id="3" name="object 3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9572244" y="7231380"/>
              <a:ext cx="70103" cy="141732"/>
            </a:xfrm>
            <a:prstGeom prst="rect">
              <a:avLst/>
            </a:prstGeom>
          </p:spPr>
        </p:pic>
        <p:pic>
          <p:nvPicPr>
            <p:cNvPr id="4" name="object 4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9666731" y="7229855"/>
              <a:ext cx="89916" cy="146304"/>
            </a:xfrm>
            <a:prstGeom prst="rect">
              <a:avLst/>
            </a:prstGeom>
          </p:spPr>
        </p:pic>
      </p:grpSp>
      <p:sp>
        <p:nvSpPr>
          <p:cNvPr id="5" name="object 5"/>
          <p:cNvSpPr/>
          <p:nvPr/>
        </p:nvSpPr>
        <p:spPr>
          <a:xfrm>
            <a:off x="1760219" y="1328927"/>
            <a:ext cx="218440" cy="447040"/>
          </a:xfrm>
          <a:custGeom>
            <a:avLst/>
            <a:gdLst/>
            <a:ahLst/>
            <a:cxnLst/>
            <a:rect l="l" t="t" r="r" b="b"/>
            <a:pathLst>
              <a:path w="218439" h="447039">
                <a:moveTo>
                  <a:pt x="217931" y="446532"/>
                </a:moveTo>
                <a:lnTo>
                  <a:pt x="0" y="446532"/>
                </a:lnTo>
                <a:lnTo>
                  <a:pt x="0" y="400812"/>
                </a:lnTo>
                <a:lnTo>
                  <a:pt x="80771" y="400812"/>
                </a:lnTo>
                <a:lnTo>
                  <a:pt x="80771" y="102108"/>
                </a:lnTo>
                <a:lnTo>
                  <a:pt x="0" y="102108"/>
                </a:lnTo>
                <a:lnTo>
                  <a:pt x="0" y="62484"/>
                </a:lnTo>
                <a:lnTo>
                  <a:pt x="21407" y="61626"/>
                </a:lnTo>
                <a:lnTo>
                  <a:pt x="39814" y="59055"/>
                </a:lnTo>
                <a:lnTo>
                  <a:pt x="77081" y="41362"/>
                </a:lnTo>
                <a:lnTo>
                  <a:pt x="91439" y="0"/>
                </a:lnTo>
                <a:lnTo>
                  <a:pt x="138683" y="0"/>
                </a:lnTo>
                <a:lnTo>
                  <a:pt x="138683" y="400812"/>
                </a:lnTo>
                <a:lnTo>
                  <a:pt x="217931" y="400812"/>
                </a:lnTo>
                <a:lnTo>
                  <a:pt x="217931" y="446532"/>
                </a:lnTo>
                <a:close/>
              </a:path>
            </a:pathLst>
          </a:custGeom>
          <a:solidFill>
            <a:srgbClr val="3333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" name="object 6"/>
          <p:cNvSpPr/>
          <p:nvPr/>
        </p:nvSpPr>
        <p:spPr>
          <a:xfrm>
            <a:off x="2084832" y="1690116"/>
            <a:ext cx="71755" cy="85725"/>
          </a:xfrm>
          <a:custGeom>
            <a:avLst/>
            <a:gdLst/>
            <a:ahLst/>
            <a:cxnLst/>
            <a:rect l="l" t="t" r="r" b="b"/>
            <a:pathLst>
              <a:path w="71755" h="85725">
                <a:moveTo>
                  <a:pt x="71627" y="85343"/>
                </a:moveTo>
                <a:lnTo>
                  <a:pt x="0" y="85343"/>
                </a:lnTo>
                <a:lnTo>
                  <a:pt x="0" y="0"/>
                </a:lnTo>
                <a:lnTo>
                  <a:pt x="71627" y="0"/>
                </a:lnTo>
                <a:lnTo>
                  <a:pt x="71627" y="85343"/>
                </a:lnTo>
                <a:close/>
              </a:path>
            </a:pathLst>
          </a:custGeom>
          <a:solidFill>
            <a:srgbClr val="3333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" name="object 7"/>
          <p:cNvSpPr/>
          <p:nvPr/>
        </p:nvSpPr>
        <p:spPr>
          <a:xfrm>
            <a:off x="2279903" y="1328927"/>
            <a:ext cx="218440" cy="447040"/>
          </a:xfrm>
          <a:custGeom>
            <a:avLst/>
            <a:gdLst/>
            <a:ahLst/>
            <a:cxnLst/>
            <a:rect l="l" t="t" r="r" b="b"/>
            <a:pathLst>
              <a:path w="218439" h="447039">
                <a:moveTo>
                  <a:pt x="217931" y="446532"/>
                </a:moveTo>
                <a:lnTo>
                  <a:pt x="0" y="446532"/>
                </a:lnTo>
                <a:lnTo>
                  <a:pt x="0" y="400812"/>
                </a:lnTo>
                <a:lnTo>
                  <a:pt x="80771" y="400812"/>
                </a:lnTo>
                <a:lnTo>
                  <a:pt x="80771" y="102108"/>
                </a:lnTo>
                <a:lnTo>
                  <a:pt x="0" y="102108"/>
                </a:lnTo>
                <a:lnTo>
                  <a:pt x="0" y="62484"/>
                </a:lnTo>
                <a:lnTo>
                  <a:pt x="21431" y="61626"/>
                </a:lnTo>
                <a:lnTo>
                  <a:pt x="40004" y="59055"/>
                </a:lnTo>
                <a:lnTo>
                  <a:pt x="77962" y="41362"/>
                </a:lnTo>
                <a:lnTo>
                  <a:pt x="92963" y="0"/>
                </a:lnTo>
                <a:lnTo>
                  <a:pt x="138683" y="0"/>
                </a:lnTo>
                <a:lnTo>
                  <a:pt x="138683" y="400812"/>
                </a:lnTo>
                <a:lnTo>
                  <a:pt x="217931" y="400812"/>
                </a:lnTo>
                <a:lnTo>
                  <a:pt x="217931" y="446532"/>
                </a:lnTo>
                <a:close/>
              </a:path>
            </a:pathLst>
          </a:custGeom>
          <a:solidFill>
            <a:srgbClr val="3333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2833116" y="1280160"/>
            <a:ext cx="448309" cy="548640"/>
          </a:xfrm>
          <a:custGeom>
            <a:avLst/>
            <a:gdLst/>
            <a:ahLst/>
            <a:cxnLst/>
            <a:rect l="l" t="t" r="r" b="b"/>
            <a:pathLst>
              <a:path w="448310" h="548639">
                <a:moveTo>
                  <a:pt x="103632" y="117348"/>
                </a:moveTo>
                <a:lnTo>
                  <a:pt x="94488" y="117348"/>
                </a:lnTo>
                <a:lnTo>
                  <a:pt x="89916" y="109728"/>
                </a:lnTo>
                <a:lnTo>
                  <a:pt x="86868" y="96012"/>
                </a:lnTo>
                <a:lnTo>
                  <a:pt x="79462" y="76581"/>
                </a:lnTo>
                <a:lnTo>
                  <a:pt x="68770" y="54864"/>
                </a:lnTo>
                <a:lnTo>
                  <a:pt x="54935" y="30861"/>
                </a:lnTo>
                <a:lnTo>
                  <a:pt x="38100" y="4572"/>
                </a:lnTo>
                <a:lnTo>
                  <a:pt x="45720" y="0"/>
                </a:lnTo>
                <a:lnTo>
                  <a:pt x="85725" y="24384"/>
                </a:lnTo>
                <a:lnTo>
                  <a:pt x="116609" y="53030"/>
                </a:lnTo>
                <a:lnTo>
                  <a:pt x="124968" y="74676"/>
                </a:lnTo>
                <a:lnTo>
                  <a:pt x="124390" y="80700"/>
                </a:lnTo>
                <a:lnTo>
                  <a:pt x="122682" y="87249"/>
                </a:lnTo>
                <a:lnTo>
                  <a:pt x="119824" y="94392"/>
                </a:lnTo>
                <a:lnTo>
                  <a:pt x="115824" y="102108"/>
                </a:lnTo>
                <a:lnTo>
                  <a:pt x="109728" y="112776"/>
                </a:lnTo>
                <a:lnTo>
                  <a:pt x="103632" y="117348"/>
                </a:lnTo>
                <a:close/>
              </a:path>
              <a:path w="448310" h="548639">
                <a:moveTo>
                  <a:pt x="201168" y="83820"/>
                </a:moveTo>
                <a:lnTo>
                  <a:pt x="179831" y="62484"/>
                </a:lnTo>
                <a:lnTo>
                  <a:pt x="388620" y="62484"/>
                </a:lnTo>
                <a:lnTo>
                  <a:pt x="406908" y="33528"/>
                </a:lnTo>
                <a:lnTo>
                  <a:pt x="448056" y="67056"/>
                </a:lnTo>
                <a:lnTo>
                  <a:pt x="438208" y="76200"/>
                </a:lnTo>
                <a:lnTo>
                  <a:pt x="259080" y="76200"/>
                </a:lnTo>
                <a:lnTo>
                  <a:pt x="243601" y="76747"/>
                </a:lnTo>
                <a:lnTo>
                  <a:pt x="228981" y="78295"/>
                </a:lnTo>
                <a:lnTo>
                  <a:pt x="214931" y="80700"/>
                </a:lnTo>
                <a:lnTo>
                  <a:pt x="201168" y="83820"/>
                </a:lnTo>
                <a:close/>
              </a:path>
              <a:path w="448310" h="548639">
                <a:moveTo>
                  <a:pt x="425464" y="486156"/>
                </a:moveTo>
                <a:lnTo>
                  <a:pt x="364236" y="486156"/>
                </a:lnTo>
                <a:lnTo>
                  <a:pt x="375356" y="485846"/>
                </a:lnTo>
                <a:lnTo>
                  <a:pt x="383476" y="482536"/>
                </a:lnTo>
                <a:lnTo>
                  <a:pt x="388453" y="476083"/>
                </a:lnTo>
                <a:lnTo>
                  <a:pt x="390144" y="466344"/>
                </a:lnTo>
                <a:lnTo>
                  <a:pt x="390144" y="76200"/>
                </a:lnTo>
                <a:lnTo>
                  <a:pt x="438208" y="76200"/>
                </a:lnTo>
                <a:lnTo>
                  <a:pt x="426720" y="86868"/>
                </a:lnTo>
                <a:lnTo>
                  <a:pt x="426720" y="473964"/>
                </a:lnTo>
                <a:lnTo>
                  <a:pt x="425464" y="486156"/>
                </a:lnTo>
                <a:close/>
              </a:path>
              <a:path w="448310" h="548639">
                <a:moveTo>
                  <a:pt x="0" y="548640"/>
                </a:moveTo>
                <a:lnTo>
                  <a:pt x="1039" y="498276"/>
                </a:lnTo>
                <a:lnTo>
                  <a:pt x="1731" y="459955"/>
                </a:lnTo>
                <a:lnTo>
                  <a:pt x="2414" y="411041"/>
                </a:lnTo>
                <a:lnTo>
                  <a:pt x="2822" y="365379"/>
                </a:lnTo>
                <a:lnTo>
                  <a:pt x="3011" y="295656"/>
                </a:lnTo>
                <a:lnTo>
                  <a:pt x="2786" y="239077"/>
                </a:lnTo>
                <a:lnTo>
                  <a:pt x="2104" y="184404"/>
                </a:lnTo>
                <a:lnTo>
                  <a:pt x="1119" y="138493"/>
                </a:lnTo>
                <a:lnTo>
                  <a:pt x="0" y="103632"/>
                </a:lnTo>
                <a:lnTo>
                  <a:pt x="60960" y="137160"/>
                </a:lnTo>
                <a:lnTo>
                  <a:pt x="38100" y="150876"/>
                </a:lnTo>
                <a:lnTo>
                  <a:pt x="38100" y="531876"/>
                </a:lnTo>
                <a:lnTo>
                  <a:pt x="0" y="548640"/>
                </a:lnTo>
                <a:close/>
              </a:path>
              <a:path w="448310" h="548639">
                <a:moveTo>
                  <a:pt x="331670" y="208788"/>
                </a:moveTo>
                <a:lnTo>
                  <a:pt x="277368" y="208788"/>
                </a:lnTo>
                <a:lnTo>
                  <a:pt x="294131" y="181356"/>
                </a:lnTo>
                <a:lnTo>
                  <a:pt x="331670" y="208788"/>
                </a:lnTo>
                <a:close/>
              </a:path>
              <a:path w="448310" h="548639">
                <a:moveTo>
                  <a:pt x="112776" y="423671"/>
                </a:moveTo>
                <a:lnTo>
                  <a:pt x="113895" y="389096"/>
                </a:lnTo>
                <a:lnTo>
                  <a:pt x="114871" y="356235"/>
                </a:lnTo>
                <a:lnTo>
                  <a:pt x="115562" y="325088"/>
                </a:lnTo>
                <a:lnTo>
                  <a:pt x="115824" y="295656"/>
                </a:lnTo>
                <a:lnTo>
                  <a:pt x="115562" y="267985"/>
                </a:lnTo>
                <a:lnTo>
                  <a:pt x="114838" y="239077"/>
                </a:lnTo>
                <a:lnTo>
                  <a:pt x="113762" y="208788"/>
                </a:lnTo>
                <a:lnTo>
                  <a:pt x="112776" y="184404"/>
                </a:lnTo>
                <a:lnTo>
                  <a:pt x="149352" y="208788"/>
                </a:lnTo>
                <a:lnTo>
                  <a:pt x="331670" y="208788"/>
                </a:lnTo>
                <a:lnTo>
                  <a:pt x="333756" y="210312"/>
                </a:lnTo>
                <a:lnTo>
                  <a:pt x="319347" y="222504"/>
                </a:lnTo>
                <a:lnTo>
                  <a:pt x="149352" y="222504"/>
                </a:lnTo>
                <a:lnTo>
                  <a:pt x="149352" y="364236"/>
                </a:lnTo>
                <a:lnTo>
                  <a:pt x="314298" y="364236"/>
                </a:lnTo>
                <a:lnTo>
                  <a:pt x="314324" y="365379"/>
                </a:lnTo>
                <a:lnTo>
                  <a:pt x="315025" y="377952"/>
                </a:lnTo>
                <a:lnTo>
                  <a:pt x="149352" y="377952"/>
                </a:lnTo>
                <a:lnTo>
                  <a:pt x="149352" y="409956"/>
                </a:lnTo>
                <a:lnTo>
                  <a:pt x="112776" y="423671"/>
                </a:lnTo>
                <a:close/>
              </a:path>
              <a:path w="448310" h="548639">
                <a:moveTo>
                  <a:pt x="314298" y="364236"/>
                </a:moveTo>
                <a:lnTo>
                  <a:pt x="280416" y="364236"/>
                </a:lnTo>
                <a:lnTo>
                  <a:pt x="280416" y="222504"/>
                </a:lnTo>
                <a:lnTo>
                  <a:pt x="319347" y="222504"/>
                </a:lnTo>
                <a:lnTo>
                  <a:pt x="313943" y="227076"/>
                </a:lnTo>
                <a:lnTo>
                  <a:pt x="313991" y="350853"/>
                </a:lnTo>
                <a:lnTo>
                  <a:pt x="314298" y="364236"/>
                </a:lnTo>
                <a:close/>
              </a:path>
              <a:path w="448310" h="548639">
                <a:moveTo>
                  <a:pt x="280416" y="414528"/>
                </a:moveTo>
                <a:lnTo>
                  <a:pt x="280416" y="377952"/>
                </a:lnTo>
                <a:lnTo>
                  <a:pt x="315025" y="377952"/>
                </a:lnTo>
                <a:lnTo>
                  <a:pt x="315229" y="381619"/>
                </a:lnTo>
                <a:lnTo>
                  <a:pt x="316991" y="399288"/>
                </a:lnTo>
                <a:lnTo>
                  <a:pt x="280416" y="414528"/>
                </a:lnTo>
                <a:close/>
              </a:path>
              <a:path w="448310" h="548639">
                <a:moveTo>
                  <a:pt x="367284" y="548640"/>
                </a:moveTo>
                <a:lnTo>
                  <a:pt x="362140" y="528613"/>
                </a:lnTo>
                <a:lnTo>
                  <a:pt x="346710" y="511873"/>
                </a:lnTo>
                <a:lnTo>
                  <a:pt x="320992" y="498276"/>
                </a:lnTo>
                <a:lnTo>
                  <a:pt x="284988" y="487680"/>
                </a:lnTo>
                <a:lnTo>
                  <a:pt x="284988" y="478536"/>
                </a:lnTo>
                <a:lnTo>
                  <a:pt x="364236" y="486156"/>
                </a:lnTo>
                <a:lnTo>
                  <a:pt x="425464" y="486156"/>
                </a:lnTo>
                <a:lnTo>
                  <a:pt x="423862" y="501705"/>
                </a:lnTo>
                <a:lnTo>
                  <a:pt x="413004" y="523303"/>
                </a:lnTo>
                <a:lnTo>
                  <a:pt x="394144" y="538900"/>
                </a:lnTo>
                <a:lnTo>
                  <a:pt x="367284" y="548640"/>
                </a:lnTo>
                <a:close/>
              </a:path>
            </a:pathLst>
          </a:custGeom>
          <a:solidFill>
            <a:srgbClr val="3333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3377184" y="1289303"/>
            <a:ext cx="558165" cy="541020"/>
          </a:xfrm>
          <a:custGeom>
            <a:avLst/>
            <a:gdLst/>
            <a:ahLst/>
            <a:cxnLst/>
            <a:rect l="l" t="t" r="r" b="b"/>
            <a:pathLst>
              <a:path w="558164" h="541019">
                <a:moveTo>
                  <a:pt x="298704" y="50292"/>
                </a:moveTo>
                <a:lnTo>
                  <a:pt x="277368" y="28956"/>
                </a:lnTo>
                <a:lnTo>
                  <a:pt x="484632" y="28956"/>
                </a:lnTo>
                <a:lnTo>
                  <a:pt x="513588" y="0"/>
                </a:lnTo>
                <a:lnTo>
                  <a:pt x="551688" y="44196"/>
                </a:lnTo>
                <a:lnTo>
                  <a:pt x="356616" y="44196"/>
                </a:lnTo>
                <a:lnTo>
                  <a:pt x="341137" y="44505"/>
                </a:lnTo>
                <a:lnTo>
                  <a:pt x="326517" y="45529"/>
                </a:lnTo>
                <a:lnTo>
                  <a:pt x="312467" y="47410"/>
                </a:lnTo>
                <a:lnTo>
                  <a:pt x="298704" y="50292"/>
                </a:lnTo>
                <a:close/>
              </a:path>
              <a:path w="558164" h="541019">
                <a:moveTo>
                  <a:pt x="259400" y="27432"/>
                </a:moveTo>
                <a:lnTo>
                  <a:pt x="211836" y="27432"/>
                </a:lnTo>
                <a:lnTo>
                  <a:pt x="228600" y="3048"/>
                </a:lnTo>
                <a:lnTo>
                  <a:pt x="259400" y="27432"/>
                </a:lnTo>
                <a:close/>
              </a:path>
              <a:path w="558164" h="541019">
                <a:moveTo>
                  <a:pt x="71628" y="233172"/>
                </a:moveTo>
                <a:lnTo>
                  <a:pt x="72509" y="205430"/>
                </a:lnTo>
                <a:lnTo>
                  <a:pt x="72961" y="176974"/>
                </a:lnTo>
                <a:lnTo>
                  <a:pt x="73066" y="77914"/>
                </a:lnTo>
                <a:lnTo>
                  <a:pt x="72964" y="60698"/>
                </a:lnTo>
                <a:lnTo>
                  <a:pt x="72509" y="33337"/>
                </a:lnTo>
                <a:lnTo>
                  <a:pt x="71628" y="7620"/>
                </a:lnTo>
                <a:lnTo>
                  <a:pt x="105156" y="27432"/>
                </a:lnTo>
                <a:lnTo>
                  <a:pt x="259400" y="27432"/>
                </a:lnTo>
                <a:lnTo>
                  <a:pt x="265175" y="32004"/>
                </a:lnTo>
                <a:lnTo>
                  <a:pt x="254000" y="41148"/>
                </a:lnTo>
                <a:lnTo>
                  <a:pt x="105156" y="41148"/>
                </a:lnTo>
                <a:lnTo>
                  <a:pt x="105156" y="111252"/>
                </a:lnTo>
                <a:lnTo>
                  <a:pt x="248564" y="111252"/>
                </a:lnTo>
                <a:lnTo>
                  <a:pt x="248666" y="124968"/>
                </a:lnTo>
                <a:lnTo>
                  <a:pt x="105156" y="124968"/>
                </a:lnTo>
                <a:lnTo>
                  <a:pt x="105156" y="192024"/>
                </a:lnTo>
                <a:lnTo>
                  <a:pt x="250360" y="192024"/>
                </a:lnTo>
                <a:lnTo>
                  <a:pt x="251121" y="205740"/>
                </a:lnTo>
                <a:lnTo>
                  <a:pt x="105156" y="205740"/>
                </a:lnTo>
                <a:lnTo>
                  <a:pt x="105156" y="220979"/>
                </a:lnTo>
                <a:lnTo>
                  <a:pt x="71628" y="233172"/>
                </a:lnTo>
                <a:close/>
              </a:path>
              <a:path w="558164" h="541019">
                <a:moveTo>
                  <a:pt x="248564" y="111252"/>
                </a:moveTo>
                <a:lnTo>
                  <a:pt x="217932" y="111252"/>
                </a:lnTo>
                <a:lnTo>
                  <a:pt x="217932" y="41148"/>
                </a:lnTo>
                <a:lnTo>
                  <a:pt x="254000" y="41148"/>
                </a:lnTo>
                <a:lnTo>
                  <a:pt x="248412" y="45720"/>
                </a:lnTo>
                <a:lnTo>
                  <a:pt x="248459" y="97178"/>
                </a:lnTo>
                <a:lnTo>
                  <a:pt x="248564" y="111252"/>
                </a:lnTo>
                <a:close/>
              </a:path>
              <a:path w="558164" h="541019">
                <a:moveTo>
                  <a:pt x="384048" y="112776"/>
                </a:moveTo>
                <a:lnTo>
                  <a:pt x="373380" y="112776"/>
                </a:lnTo>
                <a:lnTo>
                  <a:pt x="377404" y="95416"/>
                </a:lnTo>
                <a:lnTo>
                  <a:pt x="380428" y="77914"/>
                </a:lnTo>
                <a:lnTo>
                  <a:pt x="382595" y="60698"/>
                </a:lnTo>
                <a:lnTo>
                  <a:pt x="384048" y="44196"/>
                </a:lnTo>
                <a:lnTo>
                  <a:pt x="425195" y="44196"/>
                </a:lnTo>
                <a:lnTo>
                  <a:pt x="419195" y="53625"/>
                </a:lnTo>
                <a:lnTo>
                  <a:pt x="410337" y="68199"/>
                </a:lnTo>
                <a:lnTo>
                  <a:pt x="398621" y="87915"/>
                </a:lnTo>
                <a:lnTo>
                  <a:pt x="384048" y="112776"/>
                </a:lnTo>
                <a:close/>
              </a:path>
              <a:path w="558164" h="541019">
                <a:moveTo>
                  <a:pt x="522373" y="112776"/>
                </a:moveTo>
                <a:lnTo>
                  <a:pt x="475488" y="112776"/>
                </a:lnTo>
                <a:lnTo>
                  <a:pt x="492252" y="91440"/>
                </a:lnTo>
                <a:lnTo>
                  <a:pt x="522373" y="112776"/>
                </a:lnTo>
                <a:close/>
              </a:path>
              <a:path w="558164" h="541019">
                <a:moveTo>
                  <a:pt x="307848" y="345948"/>
                </a:moveTo>
                <a:lnTo>
                  <a:pt x="309943" y="289941"/>
                </a:lnTo>
                <a:lnTo>
                  <a:pt x="310714" y="246888"/>
                </a:lnTo>
                <a:lnTo>
                  <a:pt x="310817" y="211836"/>
                </a:lnTo>
                <a:lnTo>
                  <a:pt x="310634" y="187071"/>
                </a:lnTo>
                <a:lnTo>
                  <a:pt x="309943" y="153924"/>
                </a:lnTo>
                <a:lnTo>
                  <a:pt x="308967" y="123063"/>
                </a:lnTo>
                <a:lnTo>
                  <a:pt x="307848" y="94488"/>
                </a:lnTo>
                <a:lnTo>
                  <a:pt x="341376" y="112776"/>
                </a:lnTo>
                <a:lnTo>
                  <a:pt x="522373" y="112776"/>
                </a:lnTo>
                <a:lnTo>
                  <a:pt x="528828" y="117348"/>
                </a:lnTo>
                <a:lnTo>
                  <a:pt x="517093" y="128016"/>
                </a:lnTo>
                <a:lnTo>
                  <a:pt x="341376" y="128016"/>
                </a:lnTo>
                <a:lnTo>
                  <a:pt x="341376" y="326136"/>
                </a:lnTo>
                <a:lnTo>
                  <a:pt x="307848" y="345948"/>
                </a:lnTo>
                <a:close/>
              </a:path>
              <a:path w="558164" h="541019">
                <a:moveTo>
                  <a:pt x="250360" y="192024"/>
                </a:moveTo>
                <a:lnTo>
                  <a:pt x="217932" y="192024"/>
                </a:lnTo>
                <a:lnTo>
                  <a:pt x="217932" y="124968"/>
                </a:lnTo>
                <a:lnTo>
                  <a:pt x="248666" y="124968"/>
                </a:lnTo>
                <a:lnTo>
                  <a:pt x="248793" y="141922"/>
                </a:lnTo>
                <a:lnTo>
                  <a:pt x="249697" y="180093"/>
                </a:lnTo>
                <a:lnTo>
                  <a:pt x="250360" y="192024"/>
                </a:lnTo>
                <a:close/>
              </a:path>
              <a:path w="558164" h="541019">
                <a:moveTo>
                  <a:pt x="480060" y="338328"/>
                </a:moveTo>
                <a:lnTo>
                  <a:pt x="480060" y="128016"/>
                </a:lnTo>
                <a:lnTo>
                  <a:pt x="517093" y="128016"/>
                </a:lnTo>
                <a:lnTo>
                  <a:pt x="512064" y="132588"/>
                </a:lnTo>
                <a:lnTo>
                  <a:pt x="512119" y="261651"/>
                </a:lnTo>
                <a:lnTo>
                  <a:pt x="512236" y="273343"/>
                </a:lnTo>
                <a:lnTo>
                  <a:pt x="512706" y="296179"/>
                </a:lnTo>
                <a:lnTo>
                  <a:pt x="513588" y="321564"/>
                </a:lnTo>
                <a:lnTo>
                  <a:pt x="480060" y="338328"/>
                </a:lnTo>
                <a:close/>
              </a:path>
              <a:path w="558164" h="541019">
                <a:moveTo>
                  <a:pt x="262128" y="477011"/>
                </a:moveTo>
                <a:lnTo>
                  <a:pt x="257556" y="469392"/>
                </a:lnTo>
                <a:lnTo>
                  <a:pt x="291036" y="449937"/>
                </a:lnTo>
                <a:lnTo>
                  <a:pt x="318516" y="430339"/>
                </a:lnTo>
                <a:lnTo>
                  <a:pt x="356616" y="390144"/>
                </a:lnTo>
                <a:lnTo>
                  <a:pt x="378333" y="345757"/>
                </a:lnTo>
                <a:lnTo>
                  <a:pt x="388595" y="291274"/>
                </a:lnTo>
                <a:lnTo>
                  <a:pt x="390455" y="233172"/>
                </a:lnTo>
                <a:lnTo>
                  <a:pt x="390662" y="192024"/>
                </a:lnTo>
                <a:lnTo>
                  <a:pt x="390144" y="163068"/>
                </a:lnTo>
                <a:lnTo>
                  <a:pt x="441960" y="188976"/>
                </a:lnTo>
                <a:lnTo>
                  <a:pt x="423672" y="205740"/>
                </a:lnTo>
                <a:lnTo>
                  <a:pt x="422838" y="252293"/>
                </a:lnTo>
                <a:lnTo>
                  <a:pt x="420433" y="291274"/>
                </a:lnTo>
                <a:lnTo>
                  <a:pt x="411480" y="345948"/>
                </a:lnTo>
                <a:lnTo>
                  <a:pt x="393573" y="384238"/>
                </a:lnTo>
                <a:lnTo>
                  <a:pt x="364236" y="419100"/>
                </a:lnTo>
                <a:lnTo>
                  <a:pt x="321754" y="450342"/>
                </a:lnTo>
                <a:lnTo>
                  <a:pt x="294155" y="464105"/>
                </a:lnTo>
                <a:lnTo>
                  <a:pt x="262128" y="477011"/>
                </a:lnTo>
                <a:close/>
              </a:path>
              <a:path w="558164" h="541019">
                <a:moveTo>
                  <a:pt x="217932" y="228600"/>
                </a:moveTo>
                <a:lnTo>
                  <a:pt x="217932" y="205740"/>
                </a:lnTo>
                <a:lnTo>
                  <a:pt x="251121" y="205740"/>
                </a:lnTo>
                <a:lnTo>
                  <a:pt x="251460" y="211836"/>
                </a:lnTo>
                <a:lnTo>
                  <a:pt x="217932" y="228600"/>
                </a:lnTo>
                <a:close/>
              </a:path>
              <a:path w="558164" h="541019">
                <a:moveTo>
                  <a:pt x="39624" y="280416"/>
                </a:moveTo>
                <a:lnTo>
                  <a:pt x="18288" y="259079"/>
                </a:lnTo>
                <a:lnTo>
                  <a:pt x="228600" y="259079"/>
                </a:lnTo>
                <a:lnTo>
                  <a:pt x="257556" y="230124"/>
                </a:lnTo>
                <a:lnTo>
                  <a:pt x="295656" y="272796"/>
                </a:lnTo>
                <a:lnTo>
                  <a:pt x="97536" y="272796"/>
                </a:lnTo>
                <a:lnTo>
                  <a:pt x="82700" y="273343"/>
                </a:lnTo>
                <a:lnTo>
                  <a:pt x="68008" y="274891"/>
                </a:lnTo>
                <a:lnTo>
                  <a:pt x="53601" y="277296"/>
                </a:lnTo>
                <a:lnTo>
                  <a:pt x="39624" y="280416"/>
                </a:lnTo>
                <a:close/>
              </a:path>
              <a:path w="558164" h="541019">
                <a:moveTo>
                  <a:pt x="178308" y="455676"/>
                </a:moveTo>
                <a:lnTo>
                  <a:pt x="147828" y="455676"/>
                </a:lnTo>
                <a:lnTo>
                  <a:pt x="147828" y="272796"/>
                </a:lnTo>
                <a:lnTo>
                  <a:pt x="178308" y="272796"/>
                </a:lnTo>
                <a:lnTo>
                  <a:pt x="178308" y="356616"/>
                </a:lnTo>
                <a:lnTo>
                  <a:pt x="273529" y="356616"/>
                </a:lnTo>
                <a:lnTo>
                  <a:pt x="286512" y="371856"/>
                </a:lnTo>
                <a:lnTo>
                  <a:pt x="178308" y="371856"/>
                </a:lnTo>
                <a:lnTo>
                  <a:pt x="178308" y="455676"/>
                </a:lnTo>
                <a:close/>
              </a:path>
              <a:path w="558164" h="541019">
                <a:moveTo>
                  <a:pt x="6096" y="541020"/>
                </a:moveTo>
                <a:lnTo>
                  <a:pt x="0" y="536448"/>
                </a:lnTo>
                <a:lnTo>
                  <a:pt x="13120" y="510159"/>
                </a:lnTo>
                <a:lnTo>
                  <a:pt x="24955" y="481584"/>
                </a:lnTo>
                <a:lnTo>
                  <a:pt x="44196" y="417576"/>
                </a:lnTo>
                <a:lnTo>
                  <a:pt x="56197" y="353949"/>
                </a:lnTo>
                <a:lnTo>
                  <a:pt x="62484" y="297179"/>
                </a:lnTo>
                <a:lnTo>
                  <a:pt x="109728" y="321564"/>
                </a:lnTo>
                <a:lnTo>
                  <a:pt x="100917" y="328707"/>
                </a:lnTo>
                <a:lnTo>
                  <a:pt x="92964" y="343281"/>
                </a:lnTo>
                <a:lnTo>
                  <a:pt x="86153" y="365283"/>
                </a:lnTo>
                <a:lnTo>
                  <a:pt x="80772" y="394716"/>
                </a:lnTo>
                <a:lnTo>
                  <a:pt x="93934" y="409956"/>
                </a:lnTo>
                <a:lnTo>
                  <a:pt x="76200" y="409956"/>
                </a:lnTo>
                <a:lnTo>
                  <a:pt x="60677" y="450723"/>
                </a:lnTo>
                <a:lnTo>
                  <a:pt x="44005" y="485775"/>
                </a:lnTo>
                <a:lnTo>
                  <a:pt x="25836" y="515826"/>
                </a:lnTo>
                <a:lnTo>
                  <a:pt x="6096" y="541020"/>
                </a:lnTo>
                <a:close/>
              </a:path>
              <a:path w="558164" h="541019">
                <a:moveTo>
                  <a:pt x="273529" y="356616"/>
                </a:moveTo>
                <a:lnTo>
                  <a:pt x="224028" y="356616"/>
                </a:lnTo>
                <a:lnTo>
                  <a:pt x="251460" y="330708"/>
                </a:lnTo>
                <a:lnTo>
                  <a:pt x="273529" y="356616"/>
                </a:lnTo>
                <a:close/>
              </a:path>
              <a:path w="558164" h="541019">
                <a:moveTo>
                  <a:pt x="522732" y="460248"/>
                </a:moveTo>
                <a:lnTo>
                  <a:pt x="518160" y="460248"/>
                </a:lnTo>
                <a:lnTo>
                  <a:pt x="515540" y="458795"/>
                </a:lnTo>
                <a:lnTo>
                  <a:pt x="512064" y="454342"/>
                </a:lnTo>
                <a:lnTo>
                  <a:pt x="507444" y="446746"/>
                </a:lnTo>
                <a:lnTo>
                  <a:pt x="501395" y="435864"/>
                </a:lnTo>
                <a:lnTo>
                  <a:pt x="489370" y="418457"/>
                </a:lnTo>
                <a:lnTo>
                  <a:pt x="471487" y="398335"/>
                </a:lnTo>
                <a:lnTo>
                  <a:pt x="447603" y="375642"/>
                </a:lnTo>
                <a:lnTo>
                  <a:pt x="417576" y="350520"/>
                </a:lnTo>
                <a:lnTo>
                  <a:pt x="423672" y="342900"/>
                </a:lnTo>
                <a:lnTo>
                  <a:pt x="464462" y="362664"/>
                </a:lnTo>
                <a:lnTo>
                  <a:pt x="515183" y="391334"/>
                </a:lnTo>
                <a:lnTo>
                  <a:pt x="533400" y="417576"/>
                </a:lnTo>
                <a:lnTo>
                  <a:pt x="533285" y="430339"/>
                </a:lnTo>
                <a:lnTo>
                  <a:pt x="531876" y="437387"/>
                </a:lnTo>
                <a:lnTo>
                  <a:pt x="525780" y="455676"/>
                </a:lnTo>
                <a:lnTo>
                  <a:pt x="522732" y="460248"/>
                </a:lnTo>
                <a:close/>
              </a:path>
              <a:path w="558164" h="541019">
                <a:moveTo>
                  <a:pt x="436351" y="524621"/>
                </a:moveTo>
                <a:lnTo>
                  <a:pt x="371977" y="523890"/>
                </a:lnTo>
                <a:lnTo>
                  <a:pt x="318942" y="522061"/>
                </a:lnTo>
                <a:lnTo>
                  <a:pt x="277246" y="519135"/>
                </a:lnTo>
                <a:lnTo>
                  <a:pt x="218384" y="508825"/>
                </a:lnTo>
                <a:lnTo>
                  <a:pt x="169949" y="492823"/>
                </a:lnTo>
                <a:lnTo>
                  <a:pt x="132564" y="470820"/>
                </a:lnTo>
                <a:lnTo>
                  <a:pt x="95369" y="434244"/>
                </a:lnTo>
                <a:lnTo>
                  <a:pt x="76200" y="409956"/>
                </a:lnTo>
                <a:lnTo>
                  <a:pt x="93934" y="409956"/>
                </a:lnTo>
                <a:lnTo>
                  <a:pt x="95107" y="411313"/>
                </a:lnTo>
                <a:lnTo>
                  <a:pt x="110871" y="426910"/>
                </a:lnTo>
                <a:lnTo>
                  <a:pt x="128349" y="441650"/>
                </a:lnTo>
                <a:lnTo>
                  <a:pt x="147828" y="455676"/>
                </a:lnTo>
                <a:lnTo>
                  <a:pt x="178308" y="455676"/>
                </a:lnTo>
                <a:lnTo>
                  <a:pt x="178308" y="464820"/>
                </a:lnTo>
                <a:lnTo>
                  <a:pt x="206597" y="473964"/>
                </a:lnTo>
                <a:lnTo>
                  <a:pt x="243459" y="480822"/>
                </a:lnTo>
                <a:lnTo>
                  <a:pt x="288893" y="485394"/>
                </a:lnTo>
                <a:lnTo>
                  <a:pt x="342900" y="487680"/>
                </a:lnTo>
                <a:lnTo>
                  <a:pt x="554208" y="487680"/>
                </a:lnTo>
                <a:lnTo>
                  <a:pt x="537781" y="494680"/>
                </a:lnTo>
                <a:lnTo>
                  <a:pt x="523494" y="504063"/>
                </a:lnTo>
                <a:lnTo>
                  <a:pt x="514921" y="514016"/>
                </a:lnTo>
                <a:lnTo>
                  <a:pt x="512064" y="524256"/>
                </a:lnTo>
                <a:lnTo>
                  <a:pt x="436351" y="524621"/>
                </a:lnTo>
                <a:close/>
              </a:path>
              <a:path w="558164" h="541019">
                <a:moveTo>
                  <a:pt x="554208" y="487680"/>
                </a:moveTo>
                <a:lnTo>
                  <a:pt x="342900" y="487680"/>
                </a:lnTo>
                <a:lnTo>
                  <a:pt x="400050" y="487084"/>
                </a:lnTo>
                <a:lnTo>
                  <a:pt x="454914" y="485203"/>
                </a:lnTo>
                <a:lnTo>
                  <a:pt x="507492" y="481893"/>
                </a:lnTo>
                <a:lnTo>
                  <a:pt x="557784" y="477011"/>
                </a:lnTo>
                <a:lnTo>
                  <a:pt x="557784" y="486156"/>
                </a:lnTo>
                <a:lnTo>
                  <a:pt x="554208" y="487680"/>
                </a:lnTo>
                <a:close/>
              </a:path>
            </a:pathLst>
          </a:custGeom>
          <a:solidFill>
            <a:srgbClr val="3333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1751075" y="2488692"/>
            <a:ext cx="155575" cy="155575"/>
          </a:xfrm>
          <a:custGeom>
            <a:avLst/>
            <a:gdLst/>
            <a:ahLst/>
            <a:cxnLst/>
            <a:rect l="l" t="t" r="r" b="b"/>
            <a:pathLst>
              <a:path w="155575" h="155575">
                <a:moveTo>
                  <a:pt x="155448" y="155448"/>
                </a:moveTo>
                <a:lnTo>
                  <a:pt x="0" y="155448"/>
                </a:lnTo>
                <a:lnTo>
                  <a:pt x="0" y="0"/>
                </a:lnTo>
                <a:lnTo>
                  <a:pt x="155448" y="0"/>
                </a:lnTo>
                <a:lnTo>
                  <a:pt x="155448" y="155448"/>
                </a:lnTo>
                <a:close/>
              </a:path>
            </a:pathLst>
          </a:custGeom>
          <a:solidFill>
            <a:srgbClr val="3333CC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1" name="object 11"/>
          <p:cNvGrpSpPr/>
          <p:nvPr/>
        </p:nvGrpSpPr>
        <p:grpSpPr>
          <a:xfrm>
            <a:off x="2130551" y="2296668"/>
            <a:ext cx="1732914" cy="413384"/>
            <a:chOff x="2130551" y="2296668"/>
            <a:chExt cx="1732914" cy="413384"/>
          </a:xfrm>
        </p:grpSpPr>
        <p:sp>
          <p:nvSpPr>
            <p:cNvPr id="12" name="object 12"/>
            <p:cNvSpPr/>
            <p:nvPr/>
          </p:nvSpPr>
          <p:spPr>
            <a:xfrm>
              <a:off x="2130539" y="2296667"/>
              <a:ext cx="847725" cy="413384"/>
            </a:xfrm>
            <a:custGeom>
              <a:avLst/>
              <a:gdLst/>
              <a:ahLst/>
              <a:cxnLst/>
              <a:rect l="l" t="t" r="r" b="b"/>
              <a:pathLst>
                <a:path w="847725" h="413385">
                  <a:moveTo>
                    <a:pt x="396240" y="193548"/>
                  </a:moveTo>
                  <a:lnTo>
                    <a:pt x="358140" y="155448"/>
                  </a:lnTo>
                  <a:lnTo>
                    <a:pt x="323088" y="182880"/>
                  </a:lnTo>
                  <a:lnTo>
                    <a:pt x="0" y="182880"/>
                  </a:lnTo>
                  <a:lnTo>
                    <a:pt x="15240" y="198120"/>
                  </a:lnTo>
                  <a:lnTo>
                    <a:pt x="25844" y="196126"/>
                  </a:lnTo>
                  <a:lnTo>
                    <a:pt x="37147" y="194691"/>
                  </a:lnTo>
                  <a:lnTo>
                    <a:pt x="49326" y="193840"/>
                  </a:lnTo>
                  <a:lnTo>
                    <a:pt x="62484" y="193548"/>
                  </a:lnTo>
                  <a:lnTo>
                    <a:pt x="396240" y="193548"/>
                  </a:lnTo>
                  <a:close/>
                </a:path>
                <a:path w="847725" h="413385">
                  <a:moveTo>
                    <a:pt x="669048" y="147840"/>
                  </a:moveTo>
                  <a:lnTo>
                    <a:pt x="627900" y="124980"/>
                  </a:lnTo>
                  <a:lnTo>
                    <a:pt x="628129" y="146075"/>
                  </a:lnTo>
                  <a:lnTo>
                    <a:pt x="629183" y="183692"/>
                  </a:lnTo>
                  <a:lnTo>
                    <a:pt x="629361" y="196011"/>
                  </a:lnTo>
                  <a:lnTo>
                    <a:pt x="629424" y="315480"/>
                  </a:lnTo>
                  <a:lnTo>
                    <a:pt x="629183" y="331787"/>
                  </a:lnTo>
                  <a:lnTo>
                    <a:pt x="628662" y="353390"/>
                  </a:lnTo>
                  <a:lnTo>
                    <a:pt x="628129" y="380415"/>
                  </a:lnTo>
                  <a:lnTo>
                    <a:pt x="627900" y="413016"/>
                  </a:lnTo>
                  <a:lnTo>
                    <a:pt x="656856" y="394728"/>
                  </a:lnTo>
                  <a:lnTo>
                    <a:pt x="655967" y="378739"/>
                  </a:lnTo>
                  <a:lnTo>
                    <a:pt x="655523" y="362915"/>
                  </a:lnTo>
                  <a:lnTo>
                    <a:pt x="655408" y="353390"/>
                  </a:lnTo>
                  <a:lnTo>
                    <a:pt x="655332" y="158508"/>
                  </a:lnTo>
                  <a:lnTo>
                    <a:pt x="669048" y="147840"/>
                  </a:lnTo>
                  <a:close/>
                </a:path>
                <a:path w="847725" h="413385">
                  <a:moveTo>
                    <a:pt x="847356" y="181368"/>
                  </a:moveTo>
                  <a:lnTo>
                    <a:pt x="798398" y="166890"/>
                  </a:lnTo>
                  <a:lnTo>
                    <a:pt x="748296" y="138696"/>
                  </a:lnTo>
                  <a:lnTo>
                    <a:pt x="698385" y="93929"/>
                  </a:lnTo>
                  <a:lnTo>
                    <a:pt x="658279" y="42672"/>
                  </a:lnTo>
                  <a:lnTo>
                    <a:pt x="650760" y="32016"/>
                  </a:lnTo>
                  <a:lnTo>
                    <a:pt x="666000" y="21348"/>
                  </a:lnTo>
                  <a:lnTo>
                    <a:pt x="629424" y="0"/>
                  </a:lnTo>
                  <a:lnTo>
                    <a:pt x="618515" y="28003"/>
                  </a:lnTo>
                  <a:lnTo>
                    <a:pt x="603897" y="57162"/>
                  </a:lnTo>
                  <a:lnTo>
                    <a:pt x="562368" y="118884"/>
                  </a:lnTo>
                  <a:lnTo>
                    <a:pt x="535762" y="149174"/>
                  </a:lnTo>
                  <a:lnTo>
                    <a:pt x="506222" y="175983"/>
                  </a:lnTo>
                  <a:lnTo>
                    <a:pt x="473417" y="199466"/>
                  </a:lnTo>
                  <a:lnTo>
                    <a:pt x="437400" y="219468"/>
                  </a:lnTo>
                  <a:lnTo>
                    <a:pt x="438924" y="225564"/>
                  </a:lnTo>
                  <a:lnTo>
                    <a:pt x="474662" y="209867"/>
                  </a:lnTo>
                  <a:lnTo>
                    <a:pt x="534720" y="173913"/>
                  </a:lnTo>
                  <a:lnTo>
                    <a:pt x="581863" y="130759"/>
                  </a:lnTo>
                  <a:lnTo>
                    <a:pt x="624674" y="75272"/>
                  </a:lnTo>
                  <a:lnTo>
                    <a:pt x="644664" y="42672"/>
                  </a:lnTo>
                  <a:lnTo>
                    <a:pt x="662952" y="72986"/>
                  </a:lnTo>
                  <a:lnTo>
                    <a:pt x="699528" y="123901"/>
                  </a:lnTo>
                  <a:lnTo>
                    <a:pt x="736981" y="163385"/>
                  </a:lnTo>
                  <a:lnTo>
                    <a:pt x="781037" y="196011"/>
                  </a:lnTo>
                  <a:lnTo>
                    <a:pt x="806208" y="210324"/>
                  </a:lnTo>
                  <a:lnTo>
                    <a:pt x="813701" y="201180"/>
                  </a:lnTo>
                  <a:lnTo>
                    <a:pt x="822782" y="194322"/>
                  </a:lnTo>
                  <a:lnTo>
                    <a:pt x="833843" y="189750"/>
                  </a:lnTo>
                  <a:lnTo>
                    <a:pt x="847356" y="187464"/>
                  </a:lnTo>
                  <a:lnTo>
                    <a:pt x="847356" y="181368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" name="object 13"/>
            <p:cNvSpPr/>
            <p:nvPr/>
          </p:nvSpPr>
          <p:spPr>
            <a:xfrm>
              <a:off x="3017507" y="2298191"/>
              <a:ext cx="846455" cy="412115"/>
            </a:xfrm>
            <a:custGeom>
              <a:avLst/>
              <a:gdLst/>
              <a:ahLst/>
              <a:cxnLst/>
              <a:rect l="l" t="t" r="r" b="b"/>
              <a:pathLst>
                <a:path w="846454" h="412114">
                  <a:moveTo>
                    <a:pt x="312420" y="155460"/>
                  </a:moveTo>
                  <a:lnTo>
                    <a:pt x="281940" y="123456"/>
                  </a:lnTo>
                  <a:lnTo>
                    <a:pt x="260604" y="144792"/>
                  </a:lnTo>
                  <a:lnTo>
                    <a:pt x="65532" y="144792"/>
                  </a:lnTo>
                  <a:lnTo>
                    <a:pt x="80772" y="160032"/>
                  </a:lnTo>
                  <a:lnTo>
                    <a:pt x="89344" y="158026"/>
                  </a:lnTo>
                  <a:lnTo>
                    <a:pt x="99060" y="156603"/>
                  </a:lnTo>
                  <a:lnTo>
                    <a:pt x="109918" y="155740"/>
                  </a:lnTo>
                  <a:lnTo>
                    <a:pt x="121920" y="155460"/>
                  </a:lnTo>
                  <a:lnTo>
                    <a:pt x="312420" y="155460"/>
                  </a:lnTo>
                  <a:close/>
                </a:path>
                <a:path w="846454" h="412114">
                  <a:moveTo>
                    <a:pt x="390144" y="88404"/>
                  </a:moveTo>
                  <a:lnTo>
                    <a:pt x="388543" y="86880"/>
                  </a:lnTo>
                  <a:lnTo>
                    <a:pt x="377317" y="76212"/>
                  </a:lnTo>
                  <a:lnTo>
                    <a:pt x="359664" y="59448"/>
                  </a:lnTo>
                  <a:lnTo>
                    <a:pt x="345948" y="76212"/>
                  </a:lnTo>
                  <a:lnTo>
                    <a:pt x="207264" y="76212"/>
                  </a:lnTo>
                  <a:lnTo>
                    <a:pt x="210312" y="73164"/>
                  </a:lnTo>
                  <a:lnTo>
                    <a:pt x="214884" y="67068"/>
                  </a:lnTo>
                  <a:lnTo>
                    <a:pt x="219456" y="59448"/>
                  </a:lnTo>
                  <a:lnTo>
                    <a:pt x="222504" y="53352"/>
                  </a:lnTo>
                  <a:lnTo>
                    <a:pt x="222504" y="41160"/>
                  </a:lnTo>
                  <a:lnTo>
                    <a:pt x="219456" y="35064"/>
                  </a:lnTo>
                  <a:lnTo>
                    <a:pt x="211836" y="28968"/>
                  </a:lnTo>
                  <a:lnTo>
                    <a:pt x="205219" y="23228"/>
                  </a:lnTo>
                  <a:lnTo>
                    <a:pt x="196596" y="17348"/>
                  </a:lnTo>
                  <a:lnTo>
                    <a:pt x="185699" y="11176"/>
                  </a:lnTo>
                  <a:lnTo>
                    <a:pt x="172212" y="4584"/>
                  </a:lnTo>
                  <a:lnTo>
                    <a:pt x="167640" y="7632"/>
                  </a:lnTo>
                  <a:lnTo>
                    <a:pt x="177952" y="21082"/>
                  </a:lnTo>
                  <a:lnTo>
                    <a:pt x="186118" y="34112"/>
                  </a:lnTo>
                  <a:lnTo>
                    <a:pt x="192290" y="46850"/>
                  </a:lnTo>
                  <a:lnTo>
                    <a:pt x="196596" y="59448"/>
                  </a:lnTo>
                  <a:lnTo>
                    <a:pt x="198120" y="71640"/>
                  </a:lnTo>
                  <a:lnTo>
                    <a:pt x="201168" y="76212"/>
                  </a:lnTo>
                  <a:lnTo>
                    <a:pt x="60960" y="76212"/>
                  </a:lnTo>
                  <a:lnTo>
                    <a:pt x="59436" y="56400"/>
                  </a:lnTo>
                  <a:lnTo>
                    <a:pt x="50292" y="56400"/>
                  </a:lnTo>
                  <a:lnTo>
                    <a:pt x="41148" y="94500"/>
                  </a:lnTo>
                  <a:lnTo>
                    <a:pt x="22860" y="123456"/>
                  </a:lnTo>
                  <a:lnTo>
                    <a:pt x="22860" y="131076"/>
                  </a:lnTo>
                  <a:lnTo>
                    <a:pt x="25908" y="132600"/>
                  </a:lnTo>
                  <a:lnTo>
                    <a:pt x="35052" y="134124"/>
                  </a:lnTo>
                  <a:lnTo>
                    <a:pt x="42672" y="135648"/>
                  </a:lnTo>
                  <a:lnTo>
                    <a:pt x="48768" y="132600"/>
                  </a:lnTo>
                  <a:lnTo>
                    <a:pt x="60960" y="120408"/>
                  </a:lnTo>
                  <a:lnTo>
                    <a:pt x="64008" y="112788"/>
                  </a:lnTo>
                  <a:lnTo>
                    <a:pt x="64008" y="103644"/>
                  </a:lnTo>
                  <a:lnTo>
                    <a:pt x="62484" y="96024"/>
                  </a:lnTo>
                  <a:lnTo>
                    <a:pt x="60960" y="86880"/>
                  </a:lnTo>
                  <a:lnTo>
                    <a:pt x="348996" y="86880"/>
                  </a:lnTo>
                  <a:lnTo>
                    <a:pt x="332232" y="129552"/>
                  </a:lnTo>
                  <a:lnTo>
                    <a:pt x="336804" y="132600"/>
                  </a:lnTo>
                  <a:lnTo>
                    <a:pt x="350507" y="114541"/>
                  </a:lnTo>
                  <a:lnTo>
                    <a:pt x="364045" y="101358"/>
                  </a:lnTo>
                  <a:lnTo>
                    <a:pt x="377317" y="92735"/>
                  </a:lnTo>
                  <a:lnTo>
                    <a:pt x="390144" y="88404"/>
                  </a:lnTo>
                  <a:close/>
                </a:path>
                <a:path w="846454" h="412114">
                  <a:moveTo>
                    <a:pt x="400812" y="367296"/>
                  </a:moveTo>
                  <a:lnTo>
                    <a:pt x="378333" y="326618"/>
                  </a:lnTo>
                  <a:lnTo>
                    <a:pt x="374904" y="288048"/>
                  </a:lnTo>
                  <a:lnTo>
                    <a:pt x="368808" y="288048"/>
                  </a:lnTo>
                  <a:lnTo>
                    <a:pt x="367652" y="311162"/>
                  </a:lnTo>
                  <a:lnTo>
                    <a:pt x="366331" y="330149"/>
                  </a:lnTo>
                  <a:lnTo>
                    <a:pt x="364744" y="344830"/>
                  </a:lnTo>
                  <a:lnTo>
                    <a:pt x="362712" y="355104"/>
                  </a:lnTo>
                  <a:lnTo>
                    <a:pt x="361188" y="364248"/>
                  </a:lnTo>
                  <a:lnTo>
                    <a:pt x="353568" y="370344"/>
                  </a:lnTo>
                  <a:lnTo>
                    <a:pt x="277368" y="370344"/>
                  </a:lnTo>
                  <a:lnTo>
                    <a:pt x="246938" y="344830"/>
                  </a:lnTo>
                  <a:lnTo>
                    <a:pt x="246888" y="228612"/>
                  </a:lnTo>
                  <a:lnTo>
                    <a:pt x="379476" y="228612"/>
                  </a:lnTo>
                  <a:lnTo>
                    <a:pt x="342900" y="192036"/>
                  </a:lnTo>
                  <a:lnTo>
                    <a:pt x="315468" y="217944"/>
                  </a:lnTo>
                  <a:lnTo>
                    <a:pt x="19812" y="217944"/>
                  </a:lnTo>
                  <a:lnTo>
                    <a:pt x="35052" y="231660"/>
                  </a:lnTo>
                  <a:lnTo>
                    <a:pt x="59436" y="228612"/>
                  </a:lnTo>
                  <a:lnTo>
                    <a:pt x="134112" y="228612"/>
                  </a:lnTo>
                  <a:lnTo>
                    <a:pt x="123634" y="291287"/>
                  </a:lnTo>
                  <a:lnTo>
                    <a:pt x="105156" y="336816"/>
                  </a:lnTo>
                  <a:lnTo>
                    <a:pt x="67437" y="371487"/>
                  </a:lnTo>
                  <a:lnTo>
                    <a:pt x="0" y="403872"/>
                  </a:lnTo>
                  <a:lnTo>
                    <a:pt x="1524" y="411492"/>
                  </a:lnTo>
                  <a:lnTo>
                    <a:pt x="62103" y="389585"/>
                  </a:lnTo>
                  <a:lnTo>
                    <a:pt x="102108" y="368820"/>
                  </a:lnTo>
                  <a:lnTo>
                    <a:pt x="136398" y="328739"/>
                  </a:lnTo>
                  <a:lnTo>
                    <a:pt x="152781" y="273380"/>
                  </a:lnTo>
                  <a:lnTo>
                    <a:pt x="160020" y="228612"/>
                  </a:lnTo>
                  <a:lnTo>
                    <a:pt x="222504" y="228612"/>
                  </a:lnTo>
                  <a:lnTo>
                    <a:pt x="222504" y="353580"/>
                  </a:lnTo>
                  <a:lnTo>
                    <a:pt x="225386" y="371309"/>
                  </a:lnTo>
                  <a:lnTo>
                    <a:pt x="234124" y="383489"/>
                  </a:lnTo>
                  <a:lnTo>
                    <a:pt x="248869" y="390220"/>
                  </a:lnTo>
                  <a:lnTo>
                    <a:pt x="269748" y="391680"/>
                  </a:lnTo>
                  <a:lnTo>
                    <a:pt x="348996" y="391680"/>
                  </a:lnTo>
                  <a:lnTo>
                    <a:pt x="366737" y="390867"/>
                  </a:lnTo>
                  <a:lnTo>
                    <a:pt x="381190" y="386346"/>
                  </a:lnTo>
                  <a:lnTo>
                    <a:pt x="392506" y="378383"/>
                  </a:lnTo>
                  <a:lnTo>
                    <a:pt x="398538" y="370344"/>
                  </a:lnTo>
                  <a:lnTo>
                    <a:pt x="400812" y="367296"/>
                  </a:lnTo>
                  <a:close/>
                </a:path>
                <a:path w="846454" h="412114">
                  <a:moveTo>
                    <a:pt x="841260" y="207264"/>
                  </a:moveTo>
                  <a:lnTo>
                    <a:pt x="807732" y="172212"/>
                  </a:lnTo>
                  <a:lnTo>
                    <a:pt x="781824" y="196596"/>
                  </a:lnTo>
                  <a:lnTo>
                    <a:pt x="653808" y="196596"/>
                  </a:lnTo>
                  <a:lnTo>
                    <a:pt x="653808" y="147828"/>
                  </a:lnTo>
                  <a:lnTo>
                    <a:pt x="792492" y="147828"/>
                  </a:lnTo>
                  <a:lnTo>
                    <a:pt x="762012" y="115824"/>
                  </a:lnTo>
                  <a:lnTo>
                    <a:pt x="737628" y="137160"/>
                  </a:lnTo>
                  <a:lnTo>
                    <a:pt x="653808" y="137160"/>
                  </a:lnTo>
                  <a:lnTo>
                    <a:pt x="653808" y="85344"/>
                  </a:lnTo>
                  <a:lnTo>
                    <a:pt x="813828" y="85344"/>
                  </a:lnTo>
                  <a:lnTo>
                    <a:pt x="781824" y="53340"/>
                  </a:lnTo>
                  <a:lnTo>
                    <a:pt x="754392" y="74676"/>
                  </a:lnTo>
                  <a:lnTo>
                    <a:pt x="678192" y="74676"/>
                  </a:lnTo>
                  <a:lnTo>
                    <a:pt x="688479" y="63487"/>
                  </a:lnTo>
                  <a:lnTo>
                    <a:pt x="709053" y="41681"/>
                  </a:lnTo>
                  <a:lnTo>
                    <a:pt x="719340" y="30480"/>
                  </a:lnTo>
                  <a:lnTo>
                    <a:pt x="737628" y="24384"/>
                  </a:lnTo>
                  <a:lnTo>
                    <a:pt x="701052" y="0"/>
                  </a:lnTo>
                  <a:lnTo>
                    <a:pt x="693051" y="20891"/>
                  </a:lnTo>
                  <a:lnTo>
                    <a:pt x="685050" y="40195"/>
                  </a:lnTo>
                  <a:lnTo>
                    <a:pt x="677049" y="58089"/>
                  </a:lnTo>
                  <a:lnTo>
                    <a:pt x="669048" y="74676"/>
                  </a:lnTo>
                  <a:lnTo>
                    <a:pt x="597420" y="74676"/>
                  </a:lnTo>
                  <a:lnTo>
                    <a:pt x="602297" y="68059"/>
                  </a:lnTo>
                  <a:lnTo>
                    <a:pt x="605612" y="61722"/>
                  </a:lnTo>
                  <a:lnTo>
                    <a:pt x="607491" y="55397"/>
                  </a:lnTo>
                  <a:lnTo>
                    <a:pt x="608088" y="48768"/>
                  </a:lnTo>
                  <a:lnTo>
                    <a:pt x="608088" y="45720"/>
                  </a:lnTo>
                  <a:lnTo>
                    <a:pt x="576313" y="17081"/>
                  </a:lnTo>
                  <a:lnTo>
                    <a:pt x="556272" y="7620"/>
                  </a:lnTo>
                  <a:lnTo>
                    <a:pt x="550176" y="12192"/>
                  </a:lnTo>
                  <a:lnTo>
                    <a:pt x="563575" y="29895"/>
                  </a:lnTo>
                  <a:lnTo>
                    <a:pt x="573989" y="46291"/>
                  </a:lnTo>
                  <a:lnTo>
                    <a:pt x="581240" y="61277"/>
                  </a:lnTo>
                  <a:lnTo>
                    <a:pt x="585228" y="74676"/>
                  </a:lnTo>
                  <a:lnTo>
                    <a:pt x="470928" y="74676"/>
                  </a:lnTo>
                  <a:lnTo>
                    <a:pt x="486168" y="91440"/>
                  </a:lnTo>
                  <a:lnTo>
                    <a:pt x="496468" y="88569"/>
                  </a:lnTo>
                  <a:lnTo>
                    <a:pt x="506933" y="86677"/>
                  </a:lnTo>
                  <a:lnTo>
                    <a:pt x="517664" y="85661"/>
                  </a:lnTo>
                  <a:lnTo>
                    <a:pt x="528840" y="85344"/>
                  </a:lnTo>
                  <a:lnTo>
                    <a:pt x="629424" y="85344"/>
                  </a:lnTo>
                  <a:lnTo>
                    <a:pt x="629424" y="137160"/>
                  </a:lnTo>
                  <a:lnTo>
                    <a:pt x="493788" y="137160"/>
                  </a:lnTo>
                  <a:lnTo>
                    <a:pt x="509028" y="153924"/>
                  </a:lnTo>
                  <a:lnTo>
                    <a:pt x="519315" y="151053"/>
                  </a:lnTo>
                  <a:lnTo>
                    <a:pt x="529602" y="149161"/>
                  </a:lnTo>
                  <a:lnTo>
                    <a:pt x="539889" y="148145"/>
                  </a:lnTo>
                  <a:lnTo>
                    <a:pt x="550176" y="147828"/>
                  </a:lnTo>
                  <a:lnTo>
                    <a:pt x="629424" y="147828"/>
                  </a:lnTo>
                  <a:lnTo>
                    <a:pt x="629424" y="196596"/>
                  </a:lnTo>
                  <a:lnTo>
                    <a:pt x="445020" y="196596"/>
                  </a:lnTo>
                  <a:lnTo>
                    <a:pt x="460260" y="213360"/>
                  </a:lnTo>
                  <a:lnTo>
                    <a:pt x="470560" y="210489"/>
                  </a:lnTo>
                  <a:lnTo>
                    <a:pt x="481025" y="208597"/>
                  </a:lnTo>
                  <a:lnTo>
                    <a:pt x="491756" y="207581"/>
                  </a:lnTo>
                  <a:lnTo>
                    <a:pt x="502932" y="207264"/>
                  </a:lnTo>
                  <a:lnTo>
                    <a:pt x="841260" y="207264"/>
                  </a:lnTo>
                  <a:close/>
                </a:path>
                <a:path w="846454" h="412114">
                  <a:moveTo>
                    <a:pt x="845832" y="370332"/>
                  </a:moveTo>
                  <a:lnTo>
                    <a:pt x="778395" y="359854"/>
                  </a:lnTo>
                  <a:lnTo>
                    <a:pt x="726960" y="336804"/>
                  </a:lnTo>
                  <a:lnTo>
                    <a:pt x="689241" y="306324"/>
                  </a:lnTo>
                  <a:lnTo>
                    <a:pt x="658380" y="271272"/>
                  </a:lnTo>
                  <a:lnTo>
                    <a:pt x="813828" y="271272"/>
                  </a:lnTo>
                  <a:lnTo>
                    <a:pt x="781824" y="239268"/>
                  </a:lnTo>
                  <a:lnTo>
                    <a:pt x="757440" y="260604"/>
                  </a:lnTo>
                  <a:lnTo>
                    <a:pt x="646188" y="260604"/>
                  </a:lnTo>
                  <a:lnTo>
                    <a:pt x="649236" y="254508"/>
                  </a:lnTo>
                  <a:lnTo>
                    <a:pt x="650760" y="246888"/>
                  </a:lnTo>
                  <a:lnTo>
                    <a:pt x="653808" y="240792"/>
                  </a:lnTo>
                  <a:lnTo>
                    <a:pt x="669048" y="228600"/>
                  </a:lnTo>
                  <a:lnTo>
                    <a:pt x="629424" y="208788"/>
                  </a:lnTo>
                  <a:lnTo>
                    <a:pt x="627138" y="222250"/>
                  </a:lnTo>
                  <a:lnTo>
                    <a:pt x="624852" y="235267"/>
                  </a:lnTo>
                  <a:lnTo>
                    <a:pt x="620280" y="260604"/>
                  </a:lnTo>
                  <a:lnTo>
                    <a:pt x="461784" y="260604"/>
                  </a:lnTo>
                  <a:lnTo>
                    <a:pt x="478548" y="277368"/>
                  </a:lnTo>
                  <a:lnTo>
                    <a:pt x="487972" y="274497"/>
                  </a:lnTo>
                  <a:lnTo>
                    <a:pt x="497979" y="272605"/>
                  </a:lnTo>
                  <a:lnTo>
                    <a:pt x="508546" y="271589"/>
                  </a:lnTo>
                  <a:lnTo>
                    <a:pt x="519696" y="271272"/>
                  </a:lnTo>
                  <a:lnTo>
                    <a:pt x="617232" y="271272"/>
                  </a:lnTo>
                  <a:lnTo>
                    <a:pt x="585228" y="329946"/>
                  </a:lnTo>
                  <a:lnTo>
                    <a:pt x="544080" y="365760"/>
                  </a:lnTo>
                  <a:lnTo>
                    <a:pt x="498170" y="387667"/>
                  </a:lnTo>
                  <a:lnTo>
                    <a:pt x="446544" y="403860"/>
                  </a:lnTo>
                  <a:lnTo>
                    <a:pt x="448068" y="408432"/>
                  </a:lnTo>
                  <a:lnTo>
                    <a:pt x="512457" y="394906"/>
                  </a:lnTo>
                  <a:lnTo>
                    <a:pt x="565416" y="373380"/>
                  </a:lnTo>
                  <a:lnTo>
                    <a:pt x="608850" y="335470"/>
                  </a:lnTo>
                  <a:lnTo>
                    <a:pt x="643140" y="271272"/>
                  </a:lnTo>
                  <a:lnTo>
                    <a:pt x="650760" y="271272"/>
                  </a:lnTo>
                  <a:lnTo>
                    <a:pt x="675716" y="312610"/>
                  </a:lnTo>
                  <a:lnTo>
                    <a:pt x="708672" y="350520"/>
                  </a:lnTo>
                  <a:lnTo>
                    <a:pt x="754202" y="381381"/>
                  </a:lnTo>
                  <a:lnTo>
                    <a:pt x="812304" y="405384"/>
                  </a:lnTo>
                  <a:lnTo>
                    <a:pt x="817968" y="394246"/>
                  </a:lnTo>
                  <a:lnTo>
                    <a:pt x="825639" y="385953"/>
                  </a:lnTo>
                  <a:lnTo>
                    <a:pt x="835012" y="380530"/>
                  </a:lnTo>
                  <a:lnTo>
                    <a:pt x="845832" y="377952"/>
                  </a:lnTo>
                  <a:lnTo>
                    <a:pt x="845832" y="370332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4" name="object 14"/>
          <p:cNvSpPr/>
          <p:nvPr/>
        </p:nvSpPr>
        <p:spPr>
          <a:xfrm>
            <a:off x="3928872" y="2314955"/>
            <a:ext cx="373380" cy="379730"/>
          </a:xfrm>
          <a:custGeom>
            <a:avLst/>
            <a:gdLst/>
            <a:ahLst/>
            <a:cxnLst/>
            <a:rect l="l" t="t" r="r" b="b"/>
            <a:pathLst>
              <a:path w="373379" h="379730">
                <a:moveTo>
                  <a:pt x="24383" y="379475"/>
                </a:moveTo>
                <a:lnTo>
                  <a:pt x="0" y="358139"/>
                </a:lnTo>
                <a:lnTo>
                  <a:pt x="10667" y="347472"/>
                </a:lnTo>
                <a:lnTo>
                  <a:pt x="10667" y="105155"/>
                </a:lnTo>
                <a:lnTo>
                  <a:pt x="10477" y="58292"/>
                </a:lnTo>
                <a:lnTo>
                  <a:pt x="10025" y="34004"/>
                </a:lnTo>
                <a:lnTo>
                  <a:pt x="9143" y="9143"/>
                </a:lnTo>
                <a:lnTo>
                  <a:pt x="35051" y="24383"/>
                </a:lnTo>
                <a:lnTo>
                  <a:pt x="303275" y="24383"/>
                </a:lnTo>
                <a:lnTo>
                  <a:pt x="329183" y="0"/>
                </a:lnTo>
                <a:lnTo>
                  <a:pt x="359663" y="33527"/>
                </a:lnTo>
                <a:lnTo>
                  <a:pt x="240791" y="33527"/>
                </a:lnTo>
                <a:lnTo>
                  <a:pt x="240791" y="242315"/>
                </a:lnTo>
                <a:lnTo>
                  <a:pt x="241934" y="257198"/>
                </a:lnTo>
                <a:lnTo>
                  <a:pt x="245363" y="267652"/>
                </a:lnTo>
                <a:lnTo>
                  <a:pt x="251078" y="273819"/>
                </a:lnTo>
                <a:lnTo>
                  <a:pt x="259079" y="275843"/>
                </a:lnTo>
                <a:lnTo>
                  <a:pt x="306324" y="275843"/>
                </a:lnTo>
                <a:lnTo>
                  <a:pt x="329183" y="193547"/>
                </a:lnTo>
                <a:lnTo>
                  <a:pt x="336804" y="193547"/>
                </a:lnTo>
                <a:lnTo>
                  <a:pt x="338732" y="232124"/>
                </a:lnTo>
                <a:lnTo>
                  <a:pt x="352925" y="267843"/>
                </a:lnTo>
                <a:lnTo>
                  <a:pt x="361187" y="271272"/>
                </a:lnTo>
                <a:lnTo>
                  <a:pt x="353139" y="282154"/>
                </a:lnTo>
                <a:lnTo>
                  <a:pt x="342519" y="289750"/>
                </a:lnTo>
                <a:lnTo>
                  <a:pt x="329041" y="294203"/>
                </a:lnTo>
                <a:lnTo>
                  <a:pt x="312419" y="295655"/>
                </a:lnTo>
                <a:lnTo>
                  <a:pt x="248411" y="295655"/>
                </a:lnTo>
                <a:lnTo>
                  <a:pt x="234434" y="292250"/>
                </a:lnTo>
                <a:lnTo>
                  <a:pt x="224599" y="284416"/>
                </a:lnTo>
                <a:lnTo>
                  <a:pt x="219051" y="272295"/>
                </a:lnTo>
                <a:lnTo>
                  <a:pt x="217931" y="256031"/>
                </a:lnTo>
                <a:lnTo>
                  <a:pt x="217931" y="33527"/>
                </a:lnTo>
                <a:lnTo>
                  <a:pt x="144779" y="33527"/>
                </a:lnTo>
                <a:lnTo>
                  <a:pt x="143636" y="87439"/>
                </a:lnTo>
                <a:lnTo>
                  <a:pt x="140207" y="135635"/>
                </a:lnTo>
                <a:lnTo>
                  <a:pt x="133540" y="181355"/>
                </a:lnTo>
                <a:lnTo>
                  <a:pt x="118871" y="227075"/>
                </a:lnTo>
                <a:lnTo>
                  <a:pt x="93916" y="272986"/>
                </a:lnTo>
                <a:lnTo>
                  <a:pt x="56387" y="320039"/>
                </a:lnTo>
                <a:lnTo>
                  <a:pt x="50291" y="313943"/>
                </a:lnTo>
                <a:lnTo>
                  <a:pt x="66270" y="290274"/>
                </a:lnTo>
                <a:lnTo>
                  <a:pt x="79819" y="267461"/>
                </a:lnTo>
                <a:lnTo>
                  <a:pt x="99059" y="225551"/>
                </a:lnTo>
                <a:lnTo>
                  <a:pt x="110489" y="183832"/>
                </a:lnTo>
                <a:lnTo>
                  <a:pt x="117347" y="138683"/>
                </a:lnTo>
                <a:lnTo>
                  <a:pt x="119443" y="89534"/>
                </a:lnTo>
                <a:lnTo>
                  <a:pt x="120395" y="33527"/>
                </a:lnTo>
                <a:lnTo>
                  <a:pt x="35051" y="33527"/>
                </a:lnTo>
                <a:lnTo>
                  <a:pt x="35051" y="353567"/>
                </a:lnTo>
                <a:lnTo>
                  <a:pt x="310895" y="353567"/>
                </a:lnTo>
                <a:lnTo>
                  <a:pt x="336804" y="327660"/>
                </a:lnTo>
                <a:lnTo>
                  <a:pt x="373380" y="364236"/>
                </a:lnTo>
                <a:lnTo>
                  <a:pt x="36575" y="364236"/>
                </a:lnTo>
                <a:lnTo>
                  <a:pt x="24383" y="379475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5" name="object 15"/>
          <p:cNvGrpSpPr/>
          <p:nvPr/>
        </p:nvGrpSpPr>
        <p:grpSpPr>
          <a:xfrm>
            <a:off x="4351020" y="2318004"/>
            <a:ext cx="666115" cy="382905"/>
            <a:chOff x="4351020" y="2318004"/>
            <a:chExt cx="666115" cy="382905"/>
          </a:xfrm>
        </p:grpSpPr>
        <p:sp>
          <p:nvSpPr>
            <p:cNvPr id="16" name="object 16"/>
            <p:cNvSpPr/>
            <p:nvPr/>
          </p:nvSpPr>
          <p:spPr>
            <a:xfrm>
              <a:off x="4351020" y="2318004"/>
              <a:ext cx="410209" cy="382905"/>
            </a:xfrm>
            <a:custGeom>
              <a:avLst/>
              <a:gdLst/>
              <a:ahLst/>
              <a:cxnLst/>
              <a:rect l="l" t="t" r="r" b="b"/>
              <a:pathLst>
                <a:path w="410210" h="382905">
                  <a:moveTo>
                    <a:pt x="242316" y="36576"/>
                  </a:moveTo>
                  <a:lnTo>
                    <a:pt x="227076" y="21336"/>
                  </a:lnTo>
                  <a:lnTo>
                    <a:pt x="348996" y="21336"/>
                  </a:lnTo>
                  <a:lnTo>
                    <a:pt x="361188" y="4572"/>
                  </a:lnTo>
                  <a:lnTo>
                    <a:pt x="387096" y="25908"/>
                  </a:lnTo>
                  <a:lnTo>
                    <a:pt x="381870" y="30480"/>
                  </a:lnTo>
                  <a:lnTo>
                    <a:pt x="283464" y="30480"/>
                  </a:lnTo>
                  <a:lnTo>
                    <a:pt x="272962" y="31003"/>
                  </a:lnTo>
                  <a:lnTo>
                    <a:pt x="262318" y="32385"/>
                  </a:lnTo>
                  <a:lnTo>
                    <a:pt x="251960" y="34337"/>
                  </a:lnTo>
                  <a:lnTo>
                    <a:pt x="242316" y="36576"/>
                  </a:lnTo>
                  <a:close/>
                </a:path>
                <a:path w="410210" h="382905">
                  <a:moveTo>
                    <a:pt x="375562" y="146304"/>
                  </a:moveTo>
                  <a:lnTo>
                    <a:pt x="352044" y="146304"/>
                  </a:lnTo>
                  <a:lnTo>
                    <a:pt x="352044" y="30480"/>
                  </a:lnTo>
                  <a:lnTo>
                    <a:pt x="381870" y="30480"/>
                  </a:lnTo>
                  <a:lnTo>
                    <a:pt x="374904" y="36576"/>
                  </a:lnTo>
                  <a:lnTo>
                    <a:pt x="374927" y="78533"/>
                  </a:lnTo>
                  <a:lnTo>
                    <a:pt x="375094" y="115062"/>
                  </a:lnTo>
                  <a:lnTo>
                    <a:pt x="375562" y="146304"/>
                  </a:lnTo>
                  <a:close/>
                </a:path>
                <a:path w="410210" h="382905">
                  <a:moveTo>
                    <a:pt x="368808" y="364236"/>
                  </a:moveTo>
                  <a:lnTo>
                    <a:pt x="278892" y="364236"/>
                  </a:lnTo>
                  <a:lnTo>
                    <a:pt x="259127" y="363378"/>
                  </a:lnTo>
                  <a:lnTo>
                    <a:pt x="245364" y="356235"/>
                  </a:lnTo>
                  <a:lnTo>
                    <a:pt x="237315" y="342804"/>
                  </a:lnTo>
                  <a:lnTo>
                    <a:pt x="234696" y="323088"/>
                  </a:lnTo>
                  <a:lnTo>
                    <a:pt x="234672" y="253626"/>
                  </a:lnTo>
                  <a:lnTo>
                    <a:pt x="234505" y="198310"/>
                  </a:lnTo>
                  <a:lnTo>
                    <a:pt x="234052" y="156972"/>
                  </a:lnTo>
                  <a:lnTo>
                    <a:pt x="233172" y="129540"/>
                  </a:lnTo>
                  <a:lnTo>
                    <a:pt x="257556" y="146304"/>
                  </a:lnTo>
                  <a:lnTo>
                    <a:pt x="375562" y="146304"/>
                  </a:lnTo>
                  <a:lnTo>
                    <a:pt x="375940" y="156972"/>
                  </a:lnTo>
                  <a:lnTo>
                    <a:pt x="257556" y="156972"/>
                  </a:lnTo>
                  <a:lnTo>
                    <a:pt x="257556" y="316992"/>
                  </a:lnTo>
                  <a:lnTo>
                    <a:pt x="259294" y="330088"/>
                  </a:lnTo>
                  <a:lnTo>
                    <a:pt x="264604" y="339471"/>
                  </a:lnTo>
                  <a:lnTo>
                    <a:pt x="273629" y="344852"/>
                  </a:lnTo>
                  <a:lnTo>
                    <a:pt x="286512" y="345948"/>
                  </a:lnTo>
                  <a:lnTo>
                    <a:pt x="406707" y="345948"/>
                  </a:lnTo>
                  <a:lnTo>
                    <a:pt x="402240" y="352234"/>
                  </a:lnTo>
                  <a:lnTo>
                    <a:pt x="392811" y="359664"/>
                  </a:lnTo>
                  <a:lnTo>
                    <a:pt x="381666" y="363664"/>
                  </a:lnTo>
                  <a:lnTo>
                    <a:pt x="368808" y="364236"/>
                  </a:lnTo>
                  <a:close/>
                </a:path>
                <a:path w="410210" h="382905">
                  <a:moveTo>
                    <a:pt x="352044" y="181356"/>
                  </a:moveTo>
                  <a:lnTo>
                    <a:pt x="352044" y="156972"/>
                  </a:lnTo>
                  <a:lnTo>
                    <a:pt x="375940" y="156972"/>
                  </a:lnTo>
                  <a:lnTo>
                    <a:pt x="376428" y="170688"/>
                  </a:lnTo>
                  <a:lnTo>
                    <a:pt x="352044" y="181356"/>
                  </a:lnTo>
                  <a:close/>
                </a:path>
                <a:path w="410210" h="382905">
                  <a:moveTo>
                    <a:pt x="406707" y="345948"/>
                  </a:moveTo>
                  <a:lnTo>
                    <a:pt x="364236" y="345948"/>
                  </a:lnTo>
                  <a:lnTo>
                    <a:pt x="370332" y="339852"/>
                  </a:lnTo>
                  <a:lnTo>
                    <a:pt x="373380" y="329184"/>
                  </a:lnTo>
                  <a:lnTo>
                    <a:pt x="374523" y="318063"/>
                  </a:lnTo>
                  <a:lnTo>
                    <a:pt x="375666" y="303085"/>
                  </a:lnTo>
                  <a:lnTo>
                    <a:pt x="376809" y="284392"/>
                  </a:lnTo>
                  <a:lnTo>
                    <a:pt x="377952" y="262128"/>
                  </a:lnTo>
                  <a:lnTo>
                    <a:pt x="387096" y="262128"/>
                  </a:lnTo>
                  <a:lnTo>
                    <a:pt x="388381" y="307347"/>
                  </a:lnTo>
                  <a:lnTo>
                    <a:pt x="409956" y="341376"/>
                  </a:lnTo>
                  <a:lnTo>
                    <a:pt x="406707" y="345948"/>
                  </a:lnTo>
                  <a:close/>
                </a:path>
                <a:path w="410210" h="382905">
                  <a:moveTo>
                    <a:pt x="16764" y="36576"/>
                  </a:moveTo>
                  <a:lnTo>
                    <a:pt x="0" y="21336"/>
                  </a:lnTo>
                  <a:lnTo>
                    <a:pt x="176784" y="21336"/>
                  </a:lnTo>
                  <a:lnTo>
                    <a:pt x="196596" y="0"/>
                  </a:lnTo>
                  <a:lnTo>
                    <a:pt x="225552" y="30480"/>
                  </a:lnTo>
                  <a:lnTo>
                    <a:pt x="57912" y="30480"/>
                  </a:lnTo>
                  <a:lnTo>
                    <a:pt x="46767" y="31003"/>
                  </a:lnTo>
                  <a:lnTo>
                    <a:pt x="36195" y="32385"/>
                  </a:lnTo>
                  <a:lnTo>
                    <a:pt x="26193" y="34337"/>
                  </a:lnTo>
                  <a:lnTo>
                    <a:pt x="16764" y="36576"/>
                  </a:lnTo>
                  <a:close/>
                </a:path>
                <a:path w="410210" h="382905">
                  <a:moveTo>
                    <a:pt x="102108" y="86868"/>
                  </a:moveTo>
                  <a:lnTo>
                    <a:pt x="80772" y="86868"/>
                  </a:lnTo>
                  <a:lnTo>
                    <a:pt x="80772" y="30480"/>
                  </a:lnTo>
                  <a:lnTo>
                    <a:pt x="102108" y="30480"/>
                  </a:lnTo>
                  <a:lnTo>
                    <a:pt x="102108" y="86868"/>
                  </a:lnTo>
                  <a:close/>
                </a:path>
                <a:path w="410210" h="382905">
                  <a:moveTo>
                    <a:pt x="146304" y="86868"/>
                  </a:moveTo>
                  <a:lnTo>
                    <a:pt x="126492" y="86868"/>
                  </a:lnTo>
                  <a:lnTo>
                    <a:pt x="126492" y="30480"/>
                  </a:lnTo>
                  <a:lnTo>
                    <a:pt x="146304" y="30480"/>
                  </a:lnTo>
                  <a:lnTo>
                    <a:pt x="146304" y="86868"/>
                  </a:lnTo>
                  <a:close/>
                </a:path>
                <a:path w="410210" h="382905">
                  <a:moveTo>
                    <a:pt x="204684" y="86868"/>
                  </a:moveTo>
                  <a:lnTo>
                    <a:pt x="173736" y="86868"/>
                  </a:lnTo>
                  <a:lnTo>
                    <a:pt x="185928" y="71628"/>
                  </a:lnTo>
                  <a:lnTo>
                    <a:pt x="204684" y="86868"/>
                  </a:lnTo>
                  <a:close/>
                </a:path>
                <a:path w="410210" h="382905">
                  <a:moveTo>
                    <a:pt x="25908" y="382524"/>
                  </a:moveTo>
                  <a:lnTo>
                    <a:pt x="28003" y="316992"/>
                  </a:lnTo>
                  <a:lnTo>
                    <a:pt x="28694" y="275796"/>
                  </a:lnTo>
                  <a:lnTo>
                    <a:pt x="28938" y="225552"/>
                  </a:lnTo>
                  <a:lnTo>
                    <a:pt x="28694" y="182022"/>
                  </a:lnTo>
                  <a:lnTo>
                    <a:pt x="27983" y="139827"/>
                  </a:lnTo>
                  <a:lnTo>
                    <a:pt x="27027" y="104298"/>
                  </a:lnTo>
                  <a:lnTo>
                    <a:pt x="25908" y="73152"/>
                  </a:lnTo>
                  <a:lnTo>
                    <a:pt x="50291" y="86868"/>
                  </a:lnTo>
                  <a:lnTo>
                    <a:pt x="204684" y="86868"/>
                  </a:lnTo>
                  <a:lnTo>
                    <a:pt x="210312" y="91440"/>
                  </a:lnTo>
                  <a:lnTo>
                    <a:pt x="203345" y="97536"/>
                  </a:lnTo>
                  <a:lnTo>
                    <a:pt x="50291" y="97536"/>
                  </a:lnTo>
                  <a:lnTo>
                    <a:pt x="50291" y="214883"/>
                  </a:lnTo>
                  <a:lnTo>
                    <a:pt x="61533" y="214883"/>
                  </a:lnTo>
                  <a:lnTo>
                    <a:pt x="50291" y="225552"/>
                  </a:lnTo>
                  <a:lnTo>
                    <a:pt x="50291" y="249936"/>
                  </a:lnTo>
                  <a:lnTo>
                    <a:pt x="198795" y="249936"/>
                  </a:lnTo>
                  <a:lnTo>
                    <a:pt x="198932" y="260604"/>
                  </a:lnTo>
                  <a:lnTo>
                    <a:pt x="50291" y="260604"/>
                  </a:lnTo>
                  <a:lnTo>
                    <a:pt x="50291" y="326136"/>
                  </a:lnTo>
                  <a:lnTo>
                    <a:pt x="199970" y="326136"/>
                  </a:lnTo>
                  <a:lnTo>
                    <a:pt x="200187" y="336804"/>
                  </a:lnTo>
                  <a:lnTo>
                    <a:pt x="50291" y="336804"/>
                  </a:lnTo>
                  <a:lnTo>
                    <a:pt x="50291" y="373380"/>
                  </a:lnTo>
                  <a:lnTo>
                    <a:pt x="25908" y="382524"/>
                  </a:lnTo>
                  <a:close/>
                </a:path>
                <a:path w="410210" h="382905">
                  <a:moveTo>
                    <a:pt x="61533" y="214883"/>
                  </a:moveTo>
                  <a:lnTo>
                    <a:pt x="50291" y="214883"/>
                  </a:lnTo>
                  <a:lnTo>
                    <a:pt x="63412" y="194619"/>
                  </a:lnTo>
                  <a:lnTo>
                    <a:pt x="72961" y="168211"/>
                  </a:lnTo>
                  <a:lnTo>
                    <a:pt x="78795" y="135802"/>
                  </a:lnTo>
                  <a:lnTo>
                    <a:pt x="80772" y="97536"/>
                  </a:lnTo>
                  <a:lnTo>
                    <a:pt x="102108" y="97536"/>
                  </a:lnTo>
                  <a:lnTo>
                    <a:pt x="98940" y="139827"/>
                  </a:lnTo>
                  <a:lnTo>
                    <a:pt x="89344" y="175260"/>
                  </a:lnTo>
                  <a:lnTo>
                    <a:pt x="73175" y="203835"/>
                  </a:lnTo>
                  <a:lnTo>
                    <a:pt x="61533" y="214883"/>
                  </a:lnTo>
                  <a:close/>
                </a:path>
                <a:path w="410210" h="382905">
                  <a:moveTo>
                    <a:pt x="198795" y="249936"/>
                  </a:moveTo>
                  <a:lnTo>
                    <a:pt x="176784" y="249936"/>
                  </a:lnTo>
                  <a:lnTo>
                    <a:pt x="176784" y="211836"/>
                  </a:lnTo>
                  <a:lnTo>
                    <a:pt x="152400" y="211836"/>
                  </a:lnTo>
                  <a:lnTo>
                    <a:pt x="126492" y="97536"/>
                  </a:lnTo>
                  <a:lnTo>
                    <a:pt x="146304" y="97536"/>
                  </a:lnTo>
                  <a:lnTo>
                    <a:pt x="146304" y="187452"/>
                  </a:lnTo>
                  <a:lnTo>
                    <a:pt x="150876" y="193548"/>
                  </a:lnTo>
                  <a:lnTo>
                    <a:pt x="198380" y="193548"/>
                  </a:lnTo>
                  <a:lnTo>
                    <a:pt x="198754" y="246680"/>
                  </a:lnTo>
                  <a:lnTo>
                    <a:pt x="198795" y="249936"/>
                  </a:lnTo>
                  <a:close/>
                </a:path>
                <a:path w="410210" h="382905">
                  <a:moveTo>
                    <a:pt x="198380" y="193548"/>
                  </a:moveTo>
                  <a:lnTo>
                    <a:pt x="176784" y="193548"/>
                  </a:lnTo>
                  <a:lnTo>
                    <a:pt x="176784" y="97536"/>
                  </a:lnTo>
                  <a:lnTo>
                    <a:pt x="203345" y="97536"/>
                  </a:lnTo>
                  <a:lnTo>
                    <a:pt x="198120" y="102108"/>
                  </a:lnTo>
                  <a:lnTo>
                    <a:pt x="198327" y="185928"/>
                  </a:lnTo>
                  <a:lnTo>
                    <a:pt x="198380" y="193548"/>
                  </a:lnTo>
                  <a:close/>
                </a:path>
                <a:path w="410210" h="382905">
                  <a:moveTo>
                    <a:pt x="199970" y="326136"/>
                  </a:moveTo>
                  <a:lnTo>
                    <a:pt x="176784" y="326136"/>
                  </a:lnTo>
                  <a:lnTo>
                    <a:pt x="176784" y="260604"/>
                  </a:lnTo>
                  <a:lnTo>
                    <a:pt x="198932" y="260604"/>
                  </a:lnTo>
                  <a:lnTo>
                    <a:pt x="199436" y="299947"/>
                  </a:lnTo>
                  <a:lnTo>
                    <a:pt x="199970" y="326136"/>
                  </a:lnTo>
                  <a:close/>
                </a:path>
                <a:path w="410210" h="382905">
                  <a:moveTo>
                    <a:pt x="176784" y="381000"/>
                  </a:moveTo>
                  <a:lnTo>
                    <a:pt x="176784" y="336804"/>
                  </a:lnTo>
                  <a:lnTo>
                    <a:pt x="200187" y="336804"/>
                  </a:lnTo>
                  <a:lnTo>
                    <a:pt x="200265" y="340632"/>
                  </a:lnTo>
                  <a:lnTo>
                    <a:pt x="201168" y="368808"/>
                  </a:lnTo>
                  <a:lnTo>
                    <a:pt x="176784" y="381000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" name="object 17"/>
            <p:cNvSpPr/>
            <p:nvPr/>
          </p:nvSpPr>
          <p:spPr>
            <a:xfrm>
              <a:off x="4796027" y="2334768"/>
              <a:ext cx="220979" cy="335280"/>
            </a:xfrm>
            <a:custGeom>
              <a:avLst/>
              <a:gdLst/>
              <a:ahLst/>
              <a:cxnLst/>
              <a:rect l="l" t="t" r="r" b="b"/>
              <a:pathLst>
                <a:path w="220979" h="335280">
                  <a:moveTo>
                    <a:pt x="106679" y="335280"/>
                  </a:moveTo>
                  <a:lnTo>
                    <a:pt x="60388" y="330779"/>
                  </a:lnTo>
                  <a:lnTo>
                    <a:pt x="23050" y="319659"/>
                  </a:lnTo>
                  <a:lnTo>
                    <a:pt x="0" y="309372"/>
                  </a:lnTo>
                  <a:lnTo>
                    <a:pt x="0" y="256032"/>
                  </a:lnTo>
                  <a:lnTo>
                    <a:pt x="3047" y="256032"/>
                  </a:lnTo>
                  <a:lnTo>
                    <a:pt x="14525" y="265509"/>
                  </a:lnTo>
                  <a:lnTo>
                    <a:pt x="26288" y="273558"/>
                  </a:lnTo>
                  <a:lnTo>
                    <a:pt x="65270" y="291393"/>
                  </a:lnTo>
                  <a:lnTo>
                    <a:pt x="103631" y="297180"/>
                  </a:lnTo>
                  <a:lnTo>
                    <a:pt x="120776" y="296322"/>
                  </a:lnTo>
                  <a:lnTo>
                    <a:pt x="158495" y="283464"/>
                  </a:lnTo>
                  <a:lnTo>
                    <a:pt x="176783" y="243840"/>
                  </a:lnTo>
                  <a:lnTo>
                    <a:pt x="175974" y="234338"/>
                  </a:lnTo>
                  <a:lnTo>
                    <a:pt x="153733" y="201549"/>
                  </a:lnTo>
                  <a:lnTo>
                    <a:pt x="108203" y="187452"/>
                  </a:lnTo>
                  <a:lnTo>
                    <a:pt x="101941" y="185404"/>
                  </a:lnTo>
                  <a:lnTo>
                    <a:pt x="94678" y="183642"/>
                  </a:lnTo>
                  <a:lnTo>
                    <a:pt x="77723" y="179832"/>
                  </a:lnTo>
                  <a:lnTo>
                    <a:pt x="69746" y="177284"/>
                  </a:lnTo>
                  <a:lnTo>
                    <a:pt x="34670" y="160401"/>
                  </a:lnTo>
                  <a:lnTo>
                    <a:pt x="9143" y="124968"/>
                  </a:lnTo>
                  <a:lnTo>
                    <a:pt x="6262" y="117800"/>
                  </a:lnTo>
                  <a:lnTo>
                    <a:pt x="4381" y="109918"/>
                  </a:lnTo>
                  <a:lnTo>
                    <a:pt x="3357" y="101179"/>
                  </a:lnTo>
                  <a:lnTo>
                    <a:pt x="3047" y="91440"/>
                  </a:lnTo>
                  <a:lnTo>
                    <a:pt x="5024" y="72842"/>
                  </a:lnTo>
                  <a:lnTo>
                    <a:pt x="33527" y="25908"/>
                  </a:lnTo>
                  <a:lnTo>
                    <a:pt x="68389" y="6667"/>
                  </a:lnTo>
                  <a:lnTo>
                    <a:pt x="111251" y="0"/>
                  </a:lnTo>
                  <a:lnTo>
                    <a:pt x="124920" y="285"/>
                  </a:lnTo>
                  <a:lnTo>
                    <a:pt x="163067" y="4571"/>
                  </a:lnTo>
                  <a:lnTo>
                    <a:pt x="208787" y="19812"/>
                  </a:lnTo>
                  <a:lnTo>
                    <a:pt x="208787" y="71628"/>
                  </a:lnTo>
                  <a:lnTo>
                    <a:pt x="204215" y="71628"/>
                  </a:lnTo>
                  <a:lnTo>
                    <a:pt x="196548" y="65031"/>
                  </a:lnTo>
                  <a:lnTo>
                    <a:pt x="187451" y="58864"/>
                  </a:lnTo>
                  <a:lnTo>
                    <a:pt x="140779" y="39052"/>
                  </a:lnTo>
                  <a:lnTo>
                    <a:pt x="114299" y="36576"/>
                  </a:lnTo>
                  <a:lnTo>
                    <a:pt x="100250" y="37433"/>
                  </a:lnTo>
                  <a:lnTo>
                    <a:pt x="57530" y="57721"/>
                  </a:lnTo>
                  <a:lnTo>
                    <a:pt x="47243" y="86868"/>
                  </a:lnTo>
                  <a:lnTo>
                    <a:pt x="48053" y="96821"/>
                  </a:lnTo>
                  <a:lnTo>
                    <a:pt x="71627" y="130683"/>
                  </a:lnTo>
                  <a:lnTo>
                    <a:pt x="97083" y="140088"/>
                  </a:lnTo>
                  <a:lnTo>
                    <a:pt x="133183" y="148590"/>
                  </a:lnTo>
                  <a:lnTo>
                    <a:pt x="172092" y="160853"/>
                  </a:lnTo>
                  <a:lnTo>
                    <a:pt x="205739" y="185928"/>
                  </a:lnTo>
                  <a:lnTo>
                    <a:pt x="219884" y="221932"/>
                  </a:lnTo>
                  <a:lnTo>
                    <a:pt x="220979" y="236220"/>
                  </a:lnTo>
                  <a:lnTo>
                    <a:pt x="220432" y="246245"/>
                  </a:lnTo>
                  <a:lnTo>
                    <a:pt x="208740" y="283178"/>
                  </a:lnTo>
                  <a:lnTo>
                    <a:pt x="183737" y="312658"/>
                  </a:lnTo>
                  <a:lnTo>
                    <a:pt x="145470" y="330779"/>
                  </a:lnTo>
                  <a:lnTo>
                    <a:pt x="120943" y="334732"/>
                  </a:lnTo>
                  <a:lnTo>
                    <a:pt x="106679" y="33528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pic>
        <p:nvPicPr>
          <p:cNvPr id="18" name="object 18"/>
          <p:cNvPicPr/>
          <p:nvPr/>
        </p:nvPicPr>
        <p:blipFill>
          <a:blip r:embed="rId4" cstate="print"/>
          <a:stretch>
            <a:fillRect/>
          </a:stretch>
        </p:blipFill>
        <p:spPr>
          <a:xfrm>
            <a:off x="5073395" y="2362200"/>
            <a:ext cx="65532" cy="112775"/>
          </a:xfrm>
          <a:prstGeom prst="rect">
            <a:avLst/>
          </a:prstGeom>
        </p:spPr>
      </p:pic>
      <p:sp>
        <p:nvSpPr>
          <p:cNvPr id="19" name="object 19"/>
          <p:cNvSpPr/>
          <p:nvPr/>
        </p:nvSpPr>
        <p:spPr>
          <a:xfrm>
            <a:off x="5205984" y="2305811"/>
            <a:ext cx="398145" cy="394970"/>
          </a:xfrm>
          <a:custGeom>
            <a:avLst/>
            <a:gdLst/>
            <a:ahLst/>
            <a:cxnLst/>
            <a:rect l="l" t="t" r="r" b="b"/>
            <a:pathLst>
              <a:path w="398145" h="394969">
                <a:moveTo>
                  <a:pt x="306628" y="16764"/>
                </a:moveTo>
                <a:lnTo>
                  <a:pt x="271272" y="16764"/>
                </a:lnTo>
                <a:lnTo>
                  <a:pt x="286512" y="0"/>
                </a:lnTo>
                <a:lnTo>
                  <a:pt x="306628" y="16764"/>
                </a:lnTo>
                <a:close/>
              </a:path>
              <a:path w="398145" h="394969">
                <a:moveTo>
                  <a:pt x="97536" y="176784"/>
                </a:moveTo>
                <a:lnTo>
                  <a:pt x="97774" y="155090"/>
                </a:lnTo>
                <a:lnTo>
                  <a:pt x="98821" y="112275"/>
                </a:lnTo>
                <a:lnTo>
                  <a:pt x="99060" y="91440"/>
                </a:lnTo>
                <a:lnTo>
                  <a:pt x="98821" y="69675"/>
                </a:lnTo>
                <a:lnTo>
                  <a:pt x="97774" y="25003"/>
                </a:lnTo>
                <a:lnTo>
                  <a:pt x="97536" y="1524"/>
                </a:lnTo>
                <a:lnTo>
                  <a:pt x="124968" y="16764"/>
                </a:lnTo>
                <a:lnTo>
                  <a:pt x="306628" y="16764"/>
                </a:lnTo>
                <a:lnTo>
                  <a:pt x="313944" y="22860"/>
                </a:lnTo>
                <a:lnTo>
                  <a:pt x="308229" y="27432"/>
                </a:lnTo>
                <a:lnTo>
                  <a:pt x="123444" y="27432"/>
                </a:lnTo>
                <a:lnTo>
                  <a:pt x="123444" y="77724"/>
                </a:lnTo>
                <a:lnTo>
                  <a:pt x="298727" y="77724"/>
                </a:lnTo>
                <a:lnTo>
                  <a:pt x="298771" y="88392"/>
                </a:lnTo>
                <a:lnTo>
                  <a:pt x="123444" y="88392"/>
                </a:lnTo>
                <a:lnTo>
                  <a:pt x="123444" y="140208"/>
                </a:lnTo>
                <a:lnTo>
                  <a:pt x="299320" y="140208"/>
                </a:lnTo>
                <a:lnTo>
                  <a:pt x="299346" y="141779"/>
                </a:lnTo>
                <a:lnTo>
                  <a:pt x="299786" y="150876"/>
                </a:lnTo>
                <a:lnTo>
                  <a:pt x="123444" y="150876"/>
                </a:lnTo>
                <a:lnTo>
                  <a:pt x="123444" y="166116"/>
                </a:lnTo>
                <a:lnTo>
                  <a:pt x="97536" y="176784"/>
                </a:lnTo>
                <a:close/>
              </a:path>
              <a:path w="398145" h="394969">
                <a:moveTo>
                  <a:pt x="298727" y="77724"/>
                </a:moveTo>
                <a:lnTo>
                  <a:pt x="274320" y="77724"/>
                </a:lnTo>
                <a:lnTo>
                  <a:pt x="274320" y="27432"/>
                </a:lnTo>
                <a:lnTo>
                  <a:pt x="308229" y="27432"/>
                </a:lnTo>
                <a:lnTo>
                  <a:pt x="298704" y="35052"/>
                </a:lnTo>
                <a:lnTo>
                  <a:pt x="298727" y="77724"/>
                </a:lnTo>
                <a:close/>
              </a:path>
              <a:path w="398145" h="394969">
                <a:moveTo>
                  <a:pt x="299320" y="140208"/>
                </a:moveTo>
                <a:lnTo>
                  <a:pt x="274320" y="140208"/>
                </a:lnTo>
                <a:lnTo>
                  <a:pt x="274320" y="88392"/>
                </a:lnTo>
                <a:lnTo>
                  <a:pt x="298771" y="88392"/>
                </a:lnTo>
                <a:lnTo>
                  <a:pt x="298894" y="114681"/>
                </a:lnTo>
                <a:lnTo>
                  <a:pt x="299320" y="140208"/>
                </a:lnTo>
                <a:close/>
              </a:path>
              <a:path w="398145" h="394969">
                <a:moveTo>
                  <a:pt x="274320" y="173736"/>
                </a:moveTo>
                <a:lnTo>
                  <a:pt x="274320" y="150876"/>
                </a:lnTo>
                <a:lnTo>
                  <a:pt x="299786" y="150876"/>
                </a:lnTo>
                <a:lnTo>
                  <a:pt x="300227" y="160020"/>
                </a:lnTo>
                <a:lnTo>
                  <a:pt x="274320" y="173736"/>
                </a:lnTo>
                <a:close/>
              </a:path>
              <a:path w="398145" h="394969">
                <a:moveTo>
                  <a:pt x="19812" y="211836"/>
                </a:moveTo>
                <a:lnTo>
                  <a:pt x="4572" y="196596"/>
                </a:lnTo>
                <a:lnTo>
                  <a:pt x="326136" y="196596"/>
                </a:lnTo>
                <a:lnTo>
                  <a:pt x="352044" y="170688"/>
                </a:lnTo>
                <a:lnTo>
                  <a:pt x="388620" y="207264"/>
                </a:lnTo>
                <a:lnTo>
                  <a:pt x="62484" y="207264"/>
                </a:lnTo>
                <a:lnTo>
                  <a:pt x="51315" y="207549"/>
                </a:lnTo>
                <a:lnTo>
                  <a:pt x="40576" y="208407"/>
                </a:lnTo>
                <a:lnTo>
                  <a:pt x="30122" y="209835"/>
                </a:lnTo>
                <a:lnTo>
                  <a:pt x="19812" y="211836"/>
                </a:lnTo>
                <a:close/>
              </a:path>
              <a:path w="398145" h="394969">
                <a:moveTo>
                  <a:pt x="213360" y="341376"/>
                </a:moveTo>
                <a:lnTo>
                  <a:pt x="188976" y="341376"/>
                </a:lnTo>
                <a:lnTo>
                  <a:pt x="188976" y="207264"/>
                </a:lnTo>
                <a:lnTo>
                  <a:pt x="213360" y="207264"/>
                </a:lnTo>
                <a:lnTo>
                  <a:pt x="213360" y="265175"/>
                </a:lnTo>
                <a:lnTo>
                  <a:pt x="348487" y="265175"/>
                </a:lnTo>
                <a:lnTo>
                  <a:pt x="359664" y="275844"/>
                </a:lnTo>
                <a:lnTo>
                  <a:pt x="213360" y="275844"/>
                </a:lnTo>
                <a:lnTo>
                  <a:pt x="213360" y="341376"/>
                </a:lnTo>
                <a:close/>
              </a:path>
              <a:path w="398145" h="394969">
                <a:moveTo>
                  <a:pt x="3048" y="394716"/>
                </a:moveTo>
                <a:lnTo>
                  <a:pt x="0" y="388620"/>
                </a:lnTo>
                <a:lnTo>
                  <a:pt x="34290" y="356330"/>
                </a:lnTo>
                <a:lnTo>
                  <a:pt x="61722" y="316611"/>
                </a:lnTo>
                <a:lnTo>
                  <a:pt x="82296" y="269462"/>
                </a:lnTo>
                <a:lnTo>
                  <a:pt x="96012" y="214884"/>
                </a:lnTo>
                <a:lnTo>
                  <a:pt x="134112" y="237744"/>
                </a:lnTo>
                <a:lnTo>
                  <a:pt x="126492" y="242316"/>
                </a:lnTo>
                <a:lnTo>
                  <a:pt x="121920" y="248411"/>
                </a:lnTo>
                <a:lnTo>
                  <a:pt x="117348" y="252984"/>
                </a:lnTo>
                <a:lnTo>
                  <a:pt x="114800" y="258151"/>
                </a:lnTo>
                <a:lnTo>
                  <a:pt x="111823" y="264604"/>
                </a:lnTo>
                <a:lnTo>
                  <a:pt x="108561" y="272486"/>
                </a:lnTo>
                <a:lnTo>
                  <a:pt x="105156" y="281940"/>
                </a:lnTo>
                <a:lnTo>
                  <a:pt x="112380" y="289560"/>
                </a:lnTo>
                <a:lnTo>
                  <a:pt x="100584" y="289560"/>
                </a:lnTo>
                <a:lnTo>
                  <a:pt x="82343" y="323564"/>
                </a:lnTo>
                <a:lnTo>
                  <a:pt x="59817" y="352425"/>
                </a:lnTo>
                <a:lnTo>
                  <a:pt x="33289" y="376142"/>
                </a:lnTo>
                <a:lnTo>
                  <a:pt x="3048" y="394716"/>
                </a:lnTo>
                <a:close/>
              </a:path>
              <a:path w="398145" h="394969">
                <a:moveTo>
                  <a:pt x="348487" y="265175"/>
                </a:moveTo>
                <a:lnTo>
                  <a:pt x="304800" y="265175"/>
                </a:lnTo>
                <a:lnTo>
                  <a:pt x="326136" y="243840"/>
                </a:lnTo>
                <a:lnTo>
                  <a:pt x="348487" y="265175"/>
                </a:lnTo>
                <a:close/>
              </a:path>
              <a:path w="398145" h="394969">
                <a:moveTo>
                  <a:pt x="362712" y="388620"/>
                </a:moveTo>
                <a:lnTo>
                  <a:pt x="315229" y="386667"/>
                </a:lnTo>
                <a:lnTo>
                  <a:pt x="275463" y="383286"/>
                </a:lnTo>
                <a:lnTo>
                  <a:pt x="217932" y="373380"/>
                </a:lnTo>
                <a:lnTo>
                  <a:pt x="178879" y="358140"/>
                </a:lnTo>
                <a:lnTo>
                  <a:pt x="135302" y="327707"/>
                </a:lnTo>
                <a:lnTo>
                  <a:pt x="100584" y="289560"/>
                </a:lnTo>
                <a:lnTo>
                  <a:pt x="112380" y="289560"/>
                </a:lnTo>
                <a:lnTo>
                  <a:pt x="121681" y="299370"/>
                </a:lnTo>
                <a:lnTo>
                  <a:pt x="141351" y="315087"/>
                </a:lnTo>
                <a:lnTo>
                  <a:pt x="163877" y="329088"/>
                </a:lnTo>
                <a:lnTo>
                  <a:pt x="188976" y="341376"/>
                </a:lnTo>
                <a:lnTo>
                  <a:pt x="213360" y="341376"/>
                </a:lnTo>
                <a:lnTo>
                  <a:pt x="213360" y="347472"/>
                </a:lnTo>
                <a:lnTo>
                  <a:pt x="230838" y="351472"/>
                </a:lnTo>
                <a:lnTo>
                  <a:pt x="251460" y="354330"/>
                </a:lnTo>
                <a:lnTo>
                  <a:pt x="275510" y="356044"/>
                </a:lnTo>
                <a:lnTo>
                  <a:pt x="330684" y="357211"/>
                </a:lnTo>
                <a:lnTo>
                  <a:pt x="397764" y="357211"/>
                </a:lnTo>
                <a:lnTo>
                  <a:pt x="397764" y="361188"/>
                </a:lnTo>
                <a:lnTo>
                  <a:pt x="383714" y="365474"/>
                </a:lnTo>
                <a:lnTo>
                  <a:pt x="373380" y="371475"/>
                </a:lnTo>
                <a:lnTo>
                  <a:pt x="366474" y="379190"/>
                </a:lnTo>
                <a:lnTo>
                  <a:pt x="362712" y="388620"/>
                </a:lnTo>
                <a:close/>
              </a:path>
              <a:path w="398145" h="394969">
                <a:moveTo>
                  <a:pt x="397764" y="357211"/>
                </a:moveTo>
                <a:lnTo>
                  <a:pt x="330684" y="357211"/>
                </a:lnTo>
                <a:lnTo>
                  <a:pt x="355663" y="356806"/>
                </a:lnTo>
                <a:lnTo>
                  <a:pt x="378071" y="355544"/>
                </a:lnTo>
                <a:lnTo>
                  <a:pt x="397764" y="353568"/>
                </a:lnTo>
                <a:lnTo>
                  <a:pt x="397764" y="35721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" name="object 20"/>
          <p:cNvSpPr/>
          <p:nvPr/>
        </p:nvSpPr>
        <p:spPr>
          <a:xfrm>
            <a:off x="5652503" y="2298191"/>
            <a:ext cx="841375" cy="408940"/>
          </a:xfrm>
          <a:custGeom>
            <a:avLst/>
            <a:gdLst/>
            <a:ahLst/>
            <a:cxnLst/>
            <a:rect l="l" t="t" r="r" b="b"/>
            <a:pathLst>
              <a:path w="841375" h="408939">
                <a:moveTo>
                  <a:pt x="160020" y="327660"/>
                </a:moveTo>
                <a:lnTo>
                  <a:pt x="131064" y="297180"/>
                </a:lnTo>
                <a:lnTo>
                  <a:pt x="122834" y="308635"/>
                </a:lnTo>
                <a:lnTo>
                  <a:pt x="112014" y="320230"/>
                </a:lnTo>
                <a:lnTo>
                  <a:pt x="66662" y="358165"/>
                </a:lnTo>
                <a:lnTo>
                  <a:pt x="24892" y="386219"/>
                </a:lnTo>
                <a:lnTo>
                  <a:pt x="0" y="400812"/>
                </a:lnTo>
                <a:lnTo>
                  <a:pt x="1524" y="406908"/>
                </a:lnTo>
                <a:lnTo>
                  <a:pt x="36106" y="393509"/>
                </a:lnTo>
                <a:lnTo>
                  <a:pt x="71247" y="376237"/>
                </a:lnTo>
                <a:lnTo>
                  <a:pt x="106972" y="355269"/>
                </a:lnTo>
                <a:lnTo>
                  <a:pt x="143256" y="330708"/>
                </a:lnTo>
                <a:lnTo>
                  <a:pt x="160020" y="327660"/>
                </a:lnTo>
                <a:close/>
              </a:path>
              <a:path w="841375" h="408939">
                <a:moveTo>
                  <a:pt x="367284" y="384048"/>
                </a:moveTo>
                <a:lnTo>
                  <a:pt x="335280" y="347472"/>
                </a:lnTo>
                <a:lnTo>
                  <a:pt x="297942" y="328231"/>
                </a:lnTo>
                <a:lnTo>
                  <a:pt x="246888" y="307848"/>
                </a:lnTo>
                <a:lnTo>
                  <a:pt x="245364" y="315468"/>
                </a:lnTo>
                <a:lnTo>
                  <a:pt x="273964" y="332600"/>
                </a:lnTo>
                <a:lnTo>
                  <a:pt x="298132" y="349567"/>
                </a:lnTo>
                <a:lnTo>
                  <a:pt x="318020" y="366268"/>
                </a:lnTo>
                <a:lnTo>
                  <a:pt x="333756" y="382524"/>
                </a:lnTo>
                <a:lnTo>
                  <a:pt x="342950" y="393407"/>
                </a:lnTo>
                <a:lnTo>
                  <a:pt x="350139" y="401002"/>
                </a:lnTo>
                <a:lnTo>
                  <a:pt x="355625" y="405460"/>
                </a:lnTo>
                <a:lnTo>
                  <a:pt x="359664" y="406908"/>
                </a:lnTo>
                <a:lnTo>
                  <a:pt x="361188" y="406908"/>
                </a:lnTo>
                <a:lnTo>
                  <a:pt x="362712" y="403860"/>
                </a:lnTo>
                <a:lnTo>
                  <a:pt x="364236" y="399288"/>
                </a:lnTo>
                <a:lnTo>
                  <a:pt x="365760" y="393192"/>
                </a:lnTo>
                <a:lnTo>
                  <a:pt x="367284" y="388620"/>
                </a:lnTo>
                <a:lnTo>
                  <a:pt x="367284" y="384048"/>
                </a:lnTo>
                <a:close/>
              </a:path>
              <a:path w="841375" h="408939">
                <a:moveTo>
                  <a:pt x="394716" y="291084"/>
                </a:moveTo>
                <a:lnTo>
                  <a:pt x="356616" y="252984"/>
                </a:lnTo>
                <a:lnTo>
                  <a:pt x="329184" y="280416"/>
                </a:lnTo>
                <a:lnTo>
                  <a:pt x="301752" y="280416"/>
                </a:lnTo>
                <a:lnTo>
                  <a:pt x="301752" y="44196"/>
                </a:lnTo>
                <a:lnTo>
                  <a:pt x="311277" y="36576"/>
                </a:lnTo>
                <a:lnTo>
                  <a:pt x="316992" y="32004"/>
                </a:lnTo>
                <a:lnTo>
                  <a:pt x="309600" y="25908"/>
                </a:lnTo>
                <a:lnTo>
                  <a:pt x="291084" y="10668"/>
                </a:lnTo>
                <a:lnTo>
                  <a:pt x="278892" y="24218"/>
                </a:lnTo>
                <a:lnTo>
                  <a:pt x="278892" y="36576"/>
                </a:lnTo>
                <a:lnTo>
                  <a:pt x="278892" y="85344"/>
                </a:lnTo>
                <a:lnTo>
                  <a:pt x="278892" y="280416"/>
                </a:lnTo>
                <a:lnTo>
                  <a:pt x="121920" y="280416"/>
                </a:lnTo>
                <a:lnTo>
                  <a:pt x="121920" y="227076"/>
                </a:lnTo>
                <a:lnTo>
                  <a:pt x="278892" y="227076"/>
                </a:lnTo>
                <a:lnTo>
                  <a:pt x="278892" y="216408"/>
                </a:lnTo>
                <a:lnTo>
                  <a:pt x="121920" y="216408"/>
                </a:lnTo>
                <a:lnTo>
                  <a:pt x="121920" y="160020"/>
                </a:lnTo>
                <a:lnTo>
                  <a:pt x="278892" y="160020"/>
                </a:lnTo>
                <a:lnTo>
                  <a:pt x="278892" y="149352"/>
                </a:lnTo>
                <a:lnTo>
                  <a:pt x="121920" y="149352"/>
                </a:lnTo>
                <a:lnTo>
                  <a:pt x="121920" y="96012"/>
                </a:lnTo>
                <a:lnTo>
                  <a:pt x="278892" y="96012"/>
                </a:lnTo>
                <a:lnTo>
                  <a:pt x="278892" y="85344"/>
                </a:lnTo>
                <a:lnTo>
                  <a:pt x="121920" y="85344"/>
                </a:lnTo>
                <a:lnTo>
                  <a:pt x="121920" y="36576"/>
                </a:lnTo>
                <a:lnTo>
                  <a:pt x="278892" y="36576"/>
                </a:lnTo>
                <a:lnTo>
                  <a:pt x="278892" y="24218"/>
                </a:lnTo>
                <a:lnTo>
                  <a:pt x="277368" y="25908"/>
                </a:lnTo>
                <a:lnTo>
                  <a:pt x="121920" y="25908"/>
                </a:lnTo>
                <a:lnTo>
                  <a:pt x="97536" y="9144"/>
                </a:lnTo>
                <a:lnTo>
                  <a:pt x="98425" y="34861"/>
                </a:lnTo>
                <a:lnTo>
                  <a:pt x="98869" y="57150"/>
                </a:lnTo>
                <a:lnTo>
                  <a:pt x="99047" y="76009"/>
                </a:lnTo>
                <a:lnTo>
                  <a:pt x="99060" y="280416"/>
                </a:lnTo>
                <a:lnTo>
                  <a:pt x="0" y="280416"/>
                </a:lnTo>
                <a:lnTo>
                  <a:pt x="15240" y="295656"/>
                </a:lnTo>
                <a:lnTo>
                  <a:pt x="25552" y="293662"/>
                </a:lnTo>
                <a:lnTo>
                  <a:pt x="36004" y="292227"/>
                </a:lnTo>
                <a:lnTo>
                  <a:pt x="46748" y="291376"/>
                </a:lnTo>
                <a:lnTo>
                  <a:pt x="57912" y="291084"/>
                </a:lnTo>
                <a:lnTo>
                  <a:pt x="394716" y="291084"/>
                </a:lnTo>
                <a:close/>
              </a:path>
              <a:path w="841375" h="408939">
                <a:moveTo>
                  <a:pt x="841260" y="82296"/>
                </a:moveTo>
                <a:lnTo>
                  <a:pt x="801636" y="42672"/>
                </a:lnTo>
                <a:lnTo>
                  <a:pt x="772680" y="71628"/>
                </a:lnTo>
                <a:lnTo>
                  <a:pt x="624852" y="71628"/>
                </a:lnTo>
                <a:lnTo>
                  <a:pt x="629437" y="63080"/>
                </a:lnTo>
                <a:lnTo>
                  <a:pt x="634187" y="53530"/>
                </a:lnTo>
                <a:lnTo>
                  <a:pt x="639203" y="43129"/>
                </a:lnTo>
                <a:lnTo>
                  <a:pt x="644664" y="32004"/>
                </a:lnTo>
                <a:lnTo>
                  <a:pt x="662952" y="24384"/>
                </a:lnTo>
                <a:lnTo>
                  <a:pt x="618756" y="0"/>
                </a:lnTo>
                <a:lnTo>
                  <a:pt x="615581" y="14846"/>
                </a:lnTo>
                <a:lnTo>
                  <a:pt x="610565" y="31813"/>
                </a:lnTo>
                <a:lnTo>
                  <a:pt x="603529" y="50800"/>
                </a:lnTo>
                <a:lnTo>
                  <a:pt x="594372" y="71628"/>
                </a:lnTo>
                <a:lnTo>
                  <a:pt x="438924" y="71628"/>
                </a:lnTo>
                <a:lnTo>
                  <a:pt x="454164" y="86868"/>
                </a:lnTo>
                <a:lnTo>
                  <a:pt x="463588" y="84874"/>
                </a:lnTo>
                <a:lnTo>
                  <a:pt x="473595" y="83439"/>
                </a:lnTo>
                <a:lnTo>
                  <a:pt x="484162" y="82588"/>
                </a:lnTo>
                <a:lnTo>
                  <a:pt x="495312" y="82296"/>
                </a:lnTo>
                <a:lnTo>
                  <a:pt x="591324" y="82296"/>
                </a:lnTo>
                <a:lnTo>
                  <a:pt x="558177" y="139255"/>
                </a:lnTo>
                <a:lnTo>
                  <a:pt x="522744" y="185928"/>
                </a:lnTo>
                <a:lnTo>
                  <a:pt x="483692" y="226123"/>
                </a:lnTo>
                <a:lnTo>
                  <a:pt x="438924" y="265176"/>
                </a:lnTo>
                <a:lnTo>
                  <a:pt x="443496" y="269748"/>
                </a:lnTo>
                <a:lnTo>
                  <a:pt x="471512" y="251460"/>
                </a:lnTo>
                <a:lnTo>
                  <a:pt x="498551" y="230886"/>
                </a:lnTo>
                <a:lnTo>
                  <a:pt x="524713" y="208026"/>
                </a:lnTo>
                <a:lnTo>
                  <a:pt x="550176" y="182880"/>
                </a:lnTo>
                <a:lnTo>
                  <a:pt x="549935" y="270852"/>
                </a:lnTo>
                <a:lnTo>
                  <a:pt x="549414" y="337947"/>
                </a:lnTo>
                <a:lnTo>
                  <a:pt x="549097" y="365760"/>
                </a:lnTo>
                <a:lnTo>
                  <a:pt x="548652" y="408432"/>
                </a:lnTo>
                <a:lnTo>
                  <a:pt x="574560" y="393192"/>
                </a:lnTo>
                <a:lnTo>
                  <a:pt x="574560" y="294132"/>
                </a:lnTo>
                <a:lnTo>
                  <a:pt x="734580" y="294132"/>
                </a:lnTo>
                <a:lnTo>
                  <a:pt x="734580" y="365760"/>
                </a:lnTo>
                <a:lnTo>
                  <a:pt x="728484" y="370332"/>
                </a:lnTo>
                <a:lnTo>
                  <a:pt x="717816" y="370332"/>
                </a:lnTo>
                <a:lnTo>
                  <a:pt x="709828" y="370052"/>
                </a:lnTo>
                <a:lnTo>
                  <a:pt x="699719" y="369189"/>
                </a:lnTo>
                <a:lnTo>
                  <a:pt x="687590" y="367766"/>
                </a:lnTo>
                <a:lnTo>
                  <a:pt x="673620" y="365760"/>
                </a:lnTo>
                <a:lnTo>
                  <a:pt x="673620" y="374904"/>
                </a:lnTo>
                <a:lnTo>
                  <a:pt x="694499" y="382079"/>
                </a:lnTo>
                <a:lnTo>
                  <a:pt x="709244" y="389953"/>
                </a:lnTo>
                <a:lnTo>
                  <a:pt x="717981" y="398703"/>
                </a:lnTo>
                <a:lnTo>
                  <a:pt x="720864" y="408432"/>
                </a:lnTo>
                <a:lnTo>
                  <a:pt x="737095" y="400723"/>
                </a:lnTo>
                <a:lnTo>
                  <a:pt x="749058" y="391287"/>
                </a:lnTo>
                <a:lnTo>
                  <a:pt x="756437" y="380149"/>
                </a:lnTo>
                <a:lnTo>
                  <a:pt x="758355" y="370332"/>
                </a:lnTo>
                <a:lnTo>
                  <a:pt x="758863" y="367766"/>
                </a:lnTo>
                <a:lnTo>
                  <a:pt x="758964" y="294132"/>
                </a:lnTo>
                <a:lnTo>
                  <a:pt x="758964" y="283464"/>
                </a:lnTo>
                <a:lnTo>
                  <a:pt x="758964" y="227076"/>
                </a:lnTo>
                <a:lnTo>
                  <a:pt x="758964" y="216408"/>
                </a:lnTo>
                <a:lnTo>
                  <a:pt x="758964" y="161544"/>
                </a:lnTo>
                <a:lnTo>
                  <a:pt x="766584" y="155448"/>
                </a:lnTo>
                <a:lnTo>
                  <a:pt x="774204" y="149352"/>
                </a:lnTo>
                <a:lnTo>
                  <a:pt x="767994" y="144780"/>
                </a:lnTo>
                <a:lnTo>
                  <a:pt x="745248" y="128016"/>
                </a:lnTo>
                <a:lnTo>
                  <a:pt x="734580" y="139750"/>
                </a:lnTo>
                <a:lnTo>
                  <a:pt x="734580" y="155448"/>
                </a:lnTo>
                <a:lnTo>
                  <a:pt x="734580" y="216408"/>
                </a:lnTo>
                <a:lnTo>
                  <a:pt x="734580" y="227076"/>
                </a:lnTo>
                <a:lnTo>
                  <a:pt x="734580" y="283464"/>
                </a:lnTo>
                <a:lnTo>
                  <a:pt x="574560" y="283464"/>
                </a:lnTo>
                <a:lnTo>
                  <a:pt x="574560" y="227076"/>
                </a:lnTo>
                <a:lnTo>
                  <a:pt x="734580" y="227076"/>
                </a:lnTo>
                <a:lnTo>
                  <a:pt x="734580" y="216408"/>
                </a:lnTo>
                <a:lnTo>
                  <a:pt x="574560" y="216408"/>
                </a:lnTo>
                <a:lnTo>
                  <a:pt x="574560" y="182880"/>
                </a:lnTo>
                <a:lnTo>
                  <a:pt x="574560" y="155448"/>
                </a:lnTo>
                <a:lnTo>
                  <a:pt x="734580" y="155448"/>
                </a:lnTo>
                <a:lnTo>
                  <a:pt x="734580" y="139750"/>
                </a:lnTo>
                <a:lnTo>
                  <a:pt x="730008" y="144780"/>
                </a:lnTo>
                <a:lnTo>
                  <a:pt x="580656" y="144780"/>
                </a:lnTo>
                <a:lnTo>
                  <a:pt x="590943" y="130517"/>
                </a:lnTo>
                <a:lnTo>
                  <a:pt x="601230" y="115252"/>
                </a:lnTo>
                <a:lnTo>
                  <a:pt x="611517" y="99136"/>
                </a:lnTo>
                <a:lnTo>
                  <a:pt x="621804" y="82296"/>
                </a:lnTo>
                <a:lnTo>
                  <a:pt x="841260" y="8229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" name="object 21"/>
          <p:cNvSpPr/>
          <p:nvPr/>
        </p:nvSpPr>
        <p:spPr>
          <a:xfrm>
            <a:off x="6541008" y="2302763"/>
            <a:ext cx="388620" cy="403860"/>
          </a:xfrm>
          <a:custGeom>
            <a:avLst/>
            <a:gdLst/>
            <a:ahLst/>
            <a:cxnLst/>
            <a:rect l="l" t="t" r="r" b="b"/>
            <a:pathLst>
              <a:path w="388620" h="403860">
                <a:moveTo>
                  <a:pt x="384634" y="91440"/>
                </a:moveTo>
                <a:lnTo>
                  <a:pt x="348996" y="91440"/>
                </a:lnTo>
                <a:lnTo>
                  <a:pt x="362712" y="74676"/>
                </a:lnTo>
                <a:lnTo>
                  <a:pt x="384634" y="91440"/>
                </a:lnTo>
                <a:close/>
              </a:path>
              <a:path w="388620" h="403860">
                <a:moveTo>
                  <a:pt x="228600" y="382524"/>
                </a:moveTo>
                <a:lnTo>
                  <a:pt x="228838" y="358497"/>
                </a:lnTo>
                <a:lnTo>
                  <a:pt x="229362" y="338899"/>
                </a:lnTo>
                <a:lnTo>
                  <a:pt x="229818" y="325564"/>
                </a:lnTo>
                <a:lnTo>
                  <a:pt x="229929" y="321564"/>
                </a:lnTo>
                <a:lnTo>
                  <a:pt x="230124" y="312420"/>
                </a:lnTo>
                <a:lnTo>
                  <a:pt x="230100" y="125730"/>
                </a:lnTo>
                <a:lnTo>
                  <a:pt x="229933" y="109728"/>
                </a:lnTo>
                <a:lnTo>
                  <a:pt x="229481" y="93725"/>
                </a:lnTo>
                <a:lnTo>
                  <a:pt x="228600" y="77723"/>
                </a:lnTo>
                <a:lnTo>
                  <a:pt x="252984" y="91440"/>
                </a:lnTo>
                <a:lnTo>
                  <a:pt x="384634" y="91440"/>
                </a:lnTo>
                <a:lnTo>
                  <a:pt x="388620" y="94488"/>
                </a:lnTo>
                <a:lnTo>
                  <a:pt x="380047" y="102108"/>
                </a:lnTo>
                <a:lnTo>
                  <a:pt x="252984" y="102108"/>
                </a:lnTo>
                <a:lnTo>
                  <a:pt x="252984" y="321564"/>
                </a:lnTo>
                <a:lnTo>
                  <a:pt x="375046" y="321564"/>
                </a:lnTo>
                <a:lnTo>
                  <a:pt x="375094" y="325564"/>
                </a:lnTo>
                <a:lnTo>
                  <a:pt x="375277" y="332232"/>
                </a:lnTo>
                <a:lnTo>
                  <a:pt x="252984" y="332232"/>
                </a:lnTo>
                <a:lnTo>
                  <a:pt x="252984" y="370332"/>
                </a:lnTo>
                <a:lnTo>
                  <a:pt x="228600" y="382524"/>
                </a:lnTo>
                <a:close/>
              </a:path>
              <a:path w="388620" h="403860">
                <a:moveTo>
                  <a:pt x="375046" y="321564"/>
                </a:moveTo>
                <a:lnTo>
                  <a:pt x="352044" y="321564"/>
                </a:lnTo>
                <a:lnTo>
                  <a:pt x="352044" y="102108"/>
                </a:lnTo>
                <a:lnTo>
                  <a:pt x="380047" y="102108"/>
                </a:lnTo>
                <a:lnTo>
                  <a:pt x="374904" y="106680"/>
                </a:lnTo>
                <a:lnTo>
                  <a:pt x="374936" y="312420"/>
                </a:lnTo>
                <a:lnTo>
                  <a:pt x="375046" y="321564"/>
                </a:lnTo>
                <a:close/>
              </a:path>
              <a:path w="388620" h="403860">
                <a:moveTo>
                  <a:pt x="352044" y="371856"/>
                </a:moveTo>
                <a:lnTo>
                  <a:pt x="352044" y="332232"/>
                </a:lnTo>
                <a:lnTo>
                  <a:pt x="375277" y="332232"/>
                </a:lnTo>
                <a:lnTo>
                  <a:pt x="375546" y="342018"/>
                </a:lnTo>
                <a:lnTo>
                  <a:pt x="376428" y="361188"/>
                </a:lnTo>
                <a:lnTo>
                  <a:pt x="352044" y="371856"/>
                </a:lnTo>
                <a:close/>
              </a:path>
              <a:path w="388620" h="403860">
                <a:moveTo>
                  <a:pt x="97536" y="106680"/>
                </a:moveTo>
                <a:lnTo>
                  <a:pt x="73152" y="106680"/>
                </a:lnTo>
                <a:lnTo>
                  <a:pt x="78533" y="75223"/>
                </a:lnTo>
                <a:lnTo>
                  <a:pt x="83058" y="47053"/>
                </a:lnTo>
                <a:lnTo>
                  <a:pt x="86439" y="22026"/>
                </a:lnTo>
                <a:lnTo>
                  <a:pt x="88392" y="0"/>
                </a:lnTo>
                <a:lnTo>
                  <a:pt x="131064" y="18288"/>
                </a:lnTo>
                <a:lnTo>
                  <a:pt x="115824" y="28956"/>
                </a:lnTo>
                <a:lnTo>
                  <a:pt x="112109" y="44100"/>
                </a:lnTo>
                <a:lnTo>
                  <a:pt x="107823" y="62103"/>
                </a:lnTo>
                <a:lnTo>
                  <a:pt x="102965" y="82962"/>
                </a:lnTo>
                <a:lnTo>
                  <a:pt x="97536" y="106680"/>
                </a:lnTo>
                <a:close/>
              </a:path>
              <a:path w="388620" h="403860">
                <a:moveTo>
                  <a:pt x="18288" y="123444"/>
                </a:moveTo>
                <a:lnTo>
                  <a:pt x="1524" y="106680"/>
                </a:lnTo>
                <a:lnTo>
                  <a:pt x="164592" y="106680"/>
                </a:lnTo>
                <a:lnTo>
                  <a:pt x="173736" y="88392"/>
                </a:lnTo>
                <a:lnTo>
                  <a:pt x="204216" y="108204"/>
                </a:lnTo>
                <a:lnTo>
                  <a:pt x="193929" y="117347"/>
                </a:lnTo>
                <a:lnTo>
                  <a:pt x="59436" y="117347"/>
                </a:lnTo>
                <a:lnTo>
                  <a:pt x="48291" y="117657"/>
                </a:lnTo>
                <a:lnTo>
                  <a:pt x="37719" y="118681"/>
                </a:lnTo>
                <a:lnTo>
                  <a:pt x="27717" y="120562"/>
                </a:lnTo>
                <a:lnTo>
                  <a:pt x="18288" y="123444"/>
                </a:lnTo>
                <a:close/>
              </a:path>
              <a:path w="388620" h="403860">
                <a:moveTo>
                  <a:pt x="4572" y="403860"/>
                </a:moveTo>
                <a:lnTo>
                  <a:pt x="0" y="399288"/>
                </a:lnTo>
                <a:lnTo>
                  <a:pt x="39409" y="379571"/>
                </a:lnTo>
                <a:lnTo>
                  <a:pt x="72961" y="356997"/>
                </a:lnTo>
                <a:lnTo>
                  <a:pt x="100512" y="331565"/>
                </a:lnTo>
                <a:lnTo>
                  <a:pt x="121920" y="303276"/>
                </a:lnTo>
                <a:lnTo>
                  <a:pt x="97012" y="292965"/>
                </a:lnTo>
                <a:lnTo>
                  <a:pt x="74676" y="284797"/>
                </a:lnTo>
                <a:lnTo>
                  <a:pt x="54625" y="278630"/>
                </a:lnTo>
                <a:lnTo>
                  <a:pt x="36576" y="274320"/>
                </a:lnTo>
                <a:lnTo>
                  <a:pt x="43981" y="244006"/>
                </a:lnTo>
                <a:lnTo>
                  <a:pt x="52387" y="207835"/>
                </a:lnTo>
                <a:lnTo>
                  <a:pt x="61650" y="165663"/>
                </a:lnTo>
                <a:lnTo>
                  <a:pt x="71628" y="117347"/>
                </a:lnTo>
                <a:lnTo>
                  <a:pt x="96012" y="117347"/>
                </a:lnTo>
                <a:lnTo>
                  <a:pt x="89463" y="147351"/>
                </a:lnTo>
                <a:lnTo>
                  <a:pt x="81343" y="182499"/>
                </a:lnTo>
                <a:lnTo>
                  <a:pt x="71794" y="222789"/>
                </a:lnTo>
                <a:lnTo>
                  <a:pt x="60960" y="268224"/>
                </a:lnTo>
                <a:lnTo>
                  <a:pt x="72104" y="271105"/>
                </a:lnTo>
                <a:lnTo>
                  <a:pt x="87249" y="275272"/>
                </a:lnTo>
                <a:lnTo>
                  <a:pt x="106394" y="280868"/>
                </a:lnTo>
                <a:lnTo>
                  <a:pt x="129540" y="288036"/>
                </a:lnTo>
                <a:lnTo>
                  <a:pt x="154896" y="288036"/>
                </a:lnTo>
                <a:lnTo>
                  <a:pt x="152400" y="295656"/>
                </a:lnTo>
                <a:lnTo>
                  <a:pt x="170711" y="303633"/>
                </a:lnTo>
                <a:lnTo>
                  <a:pt x="184594" y="311467"/>
                </a:lnTo>
                <a:lnTo>
                  <a:pt x="187742" y="313944"/>
                </a:lnTo>
                <a:lnTo>
                  <a:pt x="141732" y="313944"/>
                </a:lnTo>
                <a:lnTo>
                  <a:pt x="114300" y="344495"/>
                </a:lnTo>
                <a:lnTo>
                  <a:pt x="82296" y="369760"/>
                </a:lnTo>
                <a:lnTo>
                  <a:pt x="45720" y="389596"/>
                </a:lnTo>
                <a:lnTo>
                  <a:pt x="4572" y="403860"/>
                </a:lnTo>
                <a:close/>
              </a:path>
              <a:path w="388620" h="403860">
                <a:moveTo>
                  <a:pt x="154896" y="288036"/>
                </a:moveTo>
                <a:lnTo>
                  <a:pt x="129540" y="288036"/>
                </a:lnTo>
                <a:lnTo>
                  <a:pt x="139541" y="257722"/>
                </a:lnTo>
                <a:lnTo>
                  <a:pt x="148971" y="219265"/>
                </a:lnTo>
                <a:lnTo>
                  <a:pt x="157829" y="172521"/>
                </a:lnTo>
                <a:lnTo>
                  <a:pt x="166116" y="117347"/>
                </a:lnTo>
                <a:lnTo>
                  <a:pt x="193929" y="117347"/>
                </a:lnTo>
                <a:lnTo>
                  <a:pt x="190500" y="120396"/>
                </a:lnTo>
                <a:lnTo>
                  <a:pt x="181332" y="177569"/>
                </a:lnTo>
                <a:lnTo>
                  <a:pt x="172021" y="225742"/>
                </a:lnTo>
                <a:lnTo>
                  <a:pt x="162425" y="265056"/>
                </a:lnTo>
                <a:lnTo>
                  <a:pt x="154896" y="288036"/>
                </a:lnTo>
                <a:close/>
              </a:path>
              <a:path w="388620" h="403860">
                <a:moveTo>
                  <a:pt x="201168" y="361188"/>
                </a:moveTo>
                <a:lnTo>
                  <a:pt x="195072" y="361188"/>
                </a:lnTo>
                <a:lnTo>
                  <a:pt x="190500" y="358140"/>
                </a:lnTo>
                <a:lnTo>
                  <a:pt x="185928" y="352044"/>
                </a:lnTo>
                <a:lnTo>
                  <a:pt x="177950" y="343519"/>
                </a:lnTo>
                <a:lnTo>
                  <a:pt x="167830" y="334137"/>
                </a:lnTo>
                <a:lnTo>
                  <a:pt x="155709" y="324183"/>
                </a:lnTo>
                <a:lnTo>
                  <a:pt x="141732" y="313944"/>
                </a:lnTo>
                <a:lnTo>
                  <a:pt x="187742" y="313944"/>
                </a:lnTo>
                <a:lnTo>
                  <a:pt x="204787" y="344566"/>
                </a:lnTo>
                <a:lnTo>
                  <a:pt x="204216" y="350520"/>
                </a:lnTo>
                <a:lnTo>
                  <a:pt x="202692" y="356616"/>
                </a:lnTo>
                <a:lnTo>
                  <a:pt x="201168" y="36118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" name="object 22"/>
          <p:cNvSpPr/>
          <p:nvPr/>
        </p:nvSpPr>
        <p:spPr>
          <a:xfrm>
            <a:off x="6995159" y="2319527"/>
            <a:ext cx="384175" cy="386080"/>
          </a:xfrm>
          <a:custGeom>
            <a:avLst/>
            <a:gdLst/>
            <a:ahLst/>
            <a:cxnLst/>
            <a:rect l="l" t="t" r="r" b="b"/>
            <a:pathLst>
              <a:path w="384175" h="386080">
                <a:moveTo>
                  <a:pt x="167640" y="385571"/>
                </a:moveTo>
                <a:lnTo>
                  <a:pt x="167878" y="356115"/>
                </a:lnTo>
                <a:lnTo>
                  <a:pt x="169164" y="297180"/>
                </a:lnTo>
                <a:lnTo>
                  <a:pt x="169164" y="36576"/>
                </a:lnTo>
                <a:lnTo>
                  <a:pt x="57912" y="36576"/>
                </a:lnTo>
                <a:lnTo>
                  <a:pt x="46743" y="36861"/>
                </a:lnTo>
                <a:lnTo>
                  <a:pt x="36004" y="37719"/>
                </a:lnTo>
                <a:lnTo>
                  <a:pt x="25550" y="39147"/>
                </a:lnTo>
                <a:lnTo>
                  <a:pt x="15240" y="41148"/>
                </a:lnTo>
                <a:lnTo>
                  <a:pt x="0" y="25908"/>
                </a:lnTo>
                <a:lnTo>
                  <a:pt x="321563" y="25908"/>
                </a:lnTo>
                <a:lnTo>
                  <a:pt x="347472" y="0"/>
                </a:lnTo>
                <a:lnTo>
                  <a:pt x="384048" y="36576"/>
                </a:lnTo>
                <a:lnTo>
                  <a:pt x="195072" y="36576"/>
                </a:lnTo>
                <a:lnTo>
                  <a:pt x="195072" y="126492"/>
                </a:lnTo>
                <a:lnTo>
                  <a:pt x="241958" y="141636"/>
                </a:lnTo>
                <a:lnTo>
                  <a:pt x="277558" y="155067"/>
                </a:lnTo>
                <a:lnTo>
                  <a:pt x="315467" y="176784"/>
                </a:lnTo>
                <a:lnTo>
                  <a:pt x="332232" y="208788"/>
                </a:lnTo>
                <a:lnTo>
                  <a:pt x="332232" y="211836"/>
                </a:lnTo>
                <a:lnTo>
                  <a:pt x="330708" y="216408"/>
                </a:lnTo>
                <a:lnTo>
                  <a:pt x="327660" y="224027"/>
                </a:lnTo>
                <a:lnTo>
                  <a:pt x="323087" y="233172"/>
                </a:lnTo>
                <a:lnTo>
                  <a:pt x="320039" y="233172"/>
                </a:lnTo>
                <a:lnTo>
                  <a:pt x="316015" y="231743"/>
                </a:lnTo>
                <a:lnTo>
                  <a:pt x="310705" y="227456"/>
                </a:lnTo>
                <a:lnTo>
                  <a:pt x="303966" y="220313"/>
                </a:lnTo>
                <a:lnTo>
                  <a:pt x="295656" y="210312"/>
                </a:lnTo>
                <a:lnTo>
                  <a:pt x="280582" y="193500"/>
                </a:lnTo>
                <a:lnTo>
                  <a:pt x="258508" y="175260"/>
                </a:lnTo>
                <a:lnTo>
                  <a:pt x="229862" y="155876"/>
                </a:lnTo>
                <a:lnTo>
                  <a:pt x="195072" y="135636"/>
                </a:lnTo>
                <a:lnTo>
                  <a:pt x="195095" y="330088"/>
                </a:lnTo>
                <a:lnTo>
                  <a:pt x="195262" y="346329"/>
                </a:lnTo>
                <a:lnTo>
                  <a:pt x="195714" y="360854"/>
                </a:lnTo>
                <a:lnTo>
                  <a:pt x="196595" y="373380"/>
                </a:lnTo>
                <a:lnTo>
                  <a:pt x="167640" y="38557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" name="object 23"/>
          <p:cNvSpPr/>
          <p:nvPr/>
        </p:nvSpPr>
        <p:spPr>
          <a:xfrm>
            <a:off x="7432548" y="2298191"/>
            <a:ext cx="817244" cy="408940"/>
          </a:xfrm>
          <a:custGeom>
            <a:avLst/>
            <a:gdLst/>
            <a:ahLst/>
            <a:cxnLst/>
            <a:rect l="l" t="t" r="r" b="b"/>
            <a:pathLst>
              <a:path w="817245" h="408939">
                <a:moveTo>
                  <a:pt x="40576" y="155829"/>
                </a:moveTo>
                <a:lnTo>
                  <a:pt x="39827" y="136740"/>
                </a:lnTo>
                <a:lnTo>
                  <a:pt x="38100" y="112776"/>
                </a:lnTo>
                <a:lnTo>
                  <a:pt x="30480" y="112776"/>
                </a:lnTo>
                <a:lnTo>
                  <a:pt x="28257" y="131927"/>
                </a:lnTo>
                <a:lnTo>
                  <a:pt x="24193" y="148209"/>
                </a:lnTo>
                <a:lnTo>
                  <a:pt x="18681" y="161645"/>
                </a:lnTo>
                <a:lnTo>
                  <a:pt x="12192" y="172212"/>
                </a:lnTo>
                <a:lnTo>
                  <a:pt x="3048" y="181356"/>
                </a:lnTo>
                <a:lnTo>
                  <a:pt x="0" y="188976"/>
                </a:lnTo>
                <a:lnTo>
                  <a:pt x="0" y="195072"/>
                </a:lnTo>
                <a:lnTo>
                  <a:pt x="1524" y="196596"/>
                </a:lnTo>
                <a:lnTo>
                  <a:pt x="6096" y="198120"/>
                </a:lnTo>
                <a:lnTo>
                  <a:pt x="12192" y="201168"/>
                </a:lnTo>
                <a:lnTo>
                  <a:pt x="18288" y="201168"/>
                </a:lnTo>
                <a:lnTo>
                  <a:pt x="22860" y="199644"/>
                </a:lnTo>
                <a:lnTo>
                  <a:pt x="27432" y="196596"/>
                </a:lnTo>
                <a:lnTo>
                  <a:pt x="33528" y="193548"/>
                </a:lnTo>
                <a:lnTo>
                  <a:pt x="36576" y="187452"/>
                </a:lnTo>
                <a:lnTo>
                  <a:pt x="39624" y="178308"/>
                </a:lnTo>
                <a:lnTo>
                  <a:pt x="40449" y="169786"/>
                </a:lnTo>
                <a:lnTo>
                  <a:pt x="40576" y="155829"/>
                </a:lnTo>
                <a:close/>
              </a:path>
              <a:path w="817245" h="408939">
                <a:moveTo>
                  <a:pt x="137198" y="126022"/>
                </a:moveTo>
                <a:lnTo>
                  <a:pt x="107010" y="99060"/>
                </a:lnTo>
                <a:lnTo>
                  <a:pt x="99695" y="96012"/>
                </a:lnTo>
                <a:lnTo>
                  <a:pt x="86868" y="91440"/>
                </a:lnTo>
                <a:lnTo>
                  <a:pt x="86868" y="32004"/>
                </a:lnTo>
                <a:lnTo>
                  <a:pt x="102108" y="19812"/>
                </a:lnTo>
                <a:lnTo>
                  <a:pt x="60960" y="0"/>
                </a:lnTo>
                <a:lnTo>
                  <a:pt x="61188" y="19812"/>
                </a:lnTo>
                <a:lnTo>
                  <a:pt x="61506" y="32004"/>
                </a:lnTo>
                <a:lnTo>
                  <a:pt x="62242" y="56159"/>
                </a:lnTo>
                <a:lnTo>
                  <a:pt x="62357" y="64008"/>
                </a:lnTo>
                <a:lnTo>
                  <a:pt x="62242" y="337908"/>
                </a:lnTo>
                <a:lnTo>
                  <a:pt x="61722" y="359664"/>
                </a:lnTo>
                <a:lnTo>
                  <a:pt x="61188" y="382574"/>
                </a:lnTo>
                <a:lnTo>
                  <a:pt x="60960" y="406908"/>
                </a:lnTo>
                <a:lnTo>
                  <a:pt x="88392" y="394716"/>
                </a:lnTo>
                <a:lnTo>
                  <a:pt x="87503" y="377863"/>
                </a:lnTo>
                <a:lnTo>
                  <a:pt x="87122" y="364236"/>
                </a:lnTo>
                <a:lnTo>
                  <a:pt x="87033" y="359664"/>
                </a:lnTo>
                <a:lnTo>
                  <a:pt x="86880" y="345859"/>
                </a:lnTo>
                <a:lnTo>
                  <a:pt x="86868" y="99060"/>
                </a:lnTo>
                <a:lnTo>
                  <a:pt x="95440" y="109093"/>
                </a:lnTo>
                <a:lnTo>
                  <a:pt x="102870" y="118681"/>
                </a:lnTo>
                <a:lnTo>
                  <a:pt x="109156" y="128003"/>
                </a:lnTo>
                <a:lnTo>
                  <a:pt x="114300" y="137160"/>
                </a:lnTo>
                <a:lnTo>
                  <a:pt x="118872" y="150876"/>
                </a:lnTo>
                <a:lnTo>
                  <a:pt x="123444" y="155448"/>
                </a:lnTo>
                <a:lnTo>
                  <a:pt x="128016" y="152400"/>
                </a:lnTo>
                <a:lnTo>
                  <a:pt x="132588" y="147828"/>
                </a:lnTo>
                <a:lnTo>
                  <a:pt x="135636" y="141732"/>
                </a:lnTo>
                <a:lnTo>
                  <a:pt x="137160" y="132588"/>
                </a:lnTo>
                <a:lnTo>
                  <a:pt x="137198" y="126022"/>
                </a:lnTo>
                <a:close/>
              </a:path>
              <a:path w="817245" h="408939">
                <a:moveTo>
                  <a:pt x="403860" y="374904"/>
                </a:moveTo>
                <a:lnTo>
                  <a:pt x="370332" y="339852"/>
                </a:lnTo>
                <a:lnTo>
                  <a:pt x="345948" y="364236"/>
                </a:lnTo>
                <a:lnTo>
                  <a:pt x="277368" y="364236"/>
                </a:lnTo>
                <a:lnTo>
                  <a:pt x="277368" y="242316"/>
                </a:lnTo>
                <a:lnTo>
                  <a:pt x="377952" y="242316"/>
                </a:lnTo>
                <a:lnTo>
                  <a:pt x="345948" y="208788"/>
                </a:lnTo>
                <a:lnTo>
                  <a:pt x="323088" y="231648"/>
                </a:lnTo>
                <a:lnTo>
                  <a:pt x="277368" y="231648"/>
                </a:lnTo>
                <a:lnTo>
                  <a:pt x="277368" y="135636"/>
                </a:lnTo>
                <a:lnTo>
                  <a:pt x="387096" y="135636"/>
                </a:lnTo>
                <a:lnTo>
                  <a:pt x="376428" y="124968"/>
                </a:lnTo>
                <a:lnTo>
                  <a:pt x="352044" y="100584"/>
                </a:lnTo>
                <a:lnTo>
                  <a:pt x="327660" y="124968"/>
                </a:lnTo>
                <a:lnTo>
                  <a:pt x="277368" y="124968"/>
                </a:lnTo>
                <a:lnTo>
                  <a:pt x="277368" y="35052"/>
                </a:lnTo>
                <a:lnTo>
                  <a:pt x="295656" y="22860"/>
                </a:lnTo>
                <a:lnTo>
                  <a:pt x="251460" y="4572"/>
                </a:lnTo>
                <a:lnTo>
                  <a:pt x="252336" y="22313"/>
                </a:lnTo>
                <a:lnTo>
                  <a:pt x="252742" y="45720"/>
                </a:lnTo>
                <a:lnTo>
                  <a:pt x="252869" y="64008"/>
                </a:lnTo>
                <a:lnTo>
                  <a:pt x="252984" y="124968"/>
                </a:lnTo>
                <a:lnTo>
                  <a:pt x="185928" y="124968"/>
                </a:lnTo>
                <a:lnTo>
                  <a:pt x="202692" y="74676"/>
                </a:lnTo>
                <a:lnTo>
                  <a:pt x="217932" y="64008"/>
                </a:lnTo>
                <a:lnTo>
                  <a:pt x="178308" y="45720"/>
                </a:lnTo>
                <a:lnTo>
                  <a:pt x="167830" y="105156"/>
                </a:lnTo>
                <a:lnTo>
                  <a:pt x="154127" y="155003"/>
                </a:lnTo>
                <a:lnTo>
                  <a:pt x="136461" y="201345"/>
                </a:lnTo>
                <a:lnTo>
                  <a:pt x="126492" y="222504"/>
                </a:lnTo>
                <a:lnTo>
                  <a:pt x="131064" y="227076"/>
                </a:lnTo>
                <a:lnTo>
                  <a:pt x="145351" y="207860"/>
                </a:lnTo>
                <a:lnTo>
                  <a:pt x="158496" y="186499"/>
                </a:lnTo>
                <a:lnTo>
                  <a:pt x="170497" y="162572"/>
                </a:lnTo>
                <a:lnTo>
                  <a:pt x="181356" y="135636"/>
                </a:lnTo>
                <a:lnTo>
                  <a:pt x="252984" y="135636"/>
                </a:lnTo>
                <a:lnTo>
                  <a:pt x="252984" y="231648"/>
                </a:lnTo>
                <a:lnTo>
                  <a:pt x="160020" y="231648"/>
                </a:lnTo>
                <a:lnTo>
                  <a:pt x="175260" y="246888"/>
                </a:lnTo>
                <a:lnTo>
                  <a:pt x="184683" y="244894"/>
                </a:lnTo>
                <a:lnTo>
                  <a:pt x="194691" y="243459"/>
                </a:lnTo>
                <a:lnTo>
                  <a:pt x="205257" y="242608"/>
                </a:lnTo>
                <a:lnTo>
                  <a:pt x="216408" y="242316"/>
                </a:lnTo>
                <a:lnTo>
                  <a:pt x="252984" y="242316"/>
                </a:lnTo>
                <a:lnTo>
                  <a:pt x="252984" y="364236"/>
                </a:lnTo>
                <a:lnTo>
                  <a:pt x="118872" y="364236"/>
                </a:lnTo>
                <a:lnTo>
                  <a:pt x="135636" y="379476"/>
                </a:lnTo>
                <a:lnTo>
                  <a:pt x="145059" y="377482"/>
                </a:lnTo>
                <a:lnTo>
                  <a:pt x="155067" y="376047"/>
                </a:lnTo>
                <a:lnTo>
                  <a:pt x="165633" y="375196"/>
                </a:lnTo>
                <a:lnTo>
                  <a:pt x="176784" y="374904"/>
                </a:lnTo>
                <a:lnTo>
                  <a:pt x="403860" y="374904"/>
                </a:lnTo>
                <a:close/>
              </a:path>
              <a:path w="817245" h="408939">
                <a:moveTo>
                  <a:pt x="694931" y="217932"/>
                </a:moveTo>
                <a:lnTo>
                  <a:pt x="656831" y="198120"/>
                </a:lnTo>
                <a:lnTo>
                  <a:pt x="656717" y="217932"/>
                </a:lnTo>
                <a:lnTo>
                  <a:pt x="656640" y="223075"/>
                </a:lnTo>
                <a:lnTo>
                  <a:pt x="653313" y="267208"/>
                </a:lnTo>
                <a:lnTo>
                  <a:pt x="637019" y="312420"/>
                </a:lnTo>
                <a:lnTo>
                  <a:pt x="602310" y="354431"/>
                </a:lnTo>
                <a:lnTo>
                  <a:pt x="565772" y="378142"/>
                </a:lnTo>
                <a:lnTo>
                  <a:pt x="526910" y="396430"/>
                </a:lnTo>
                <a:lnTo>
                  <a:pt x="507479" y="403860"/>
                </a:lnTo>
                <a:lnTo>
                  <a:pt x="509003" y="408432"/>
                </a:lnTo>
                <a:lnTo>
                  <a:pt x="551319" y="396798"/>
                </a:lnTo>
                <a:lnTo>
                  <a:pt x="586917" y="382714"/>
                </a:lnTo>
                <a:lnTo>
                  <a:pt x="638543" y="348996"/>
                </a:lnTo>
                <a:lnTo>
                  <a:pt x="668451" y="299847"/>
                </a:lnTo>
                <a:lnTo>
                  <a:pt x="681215" y="230124"/>
                </a:lnTo>
                <a:lnTo>
                  <a:pt x="694931" y="217932"/>
                </a:lnTo>
                <a:close/>
              </a:path>
              <a:path w="817245" h="408939">
                <a:moveTo>
                  <a:pt x="797039" y="33528"/>
                </a:moveTo>
                <a:lnTo>
                  <a:pt x="768096" y="4572"/>
                </a:lnTo>
                <a:lnTo>
                  <a:pt x="756132" y="10312"/>
                </a:lnTo>
                <a:lnTo>
                  <a:pt x="738746" y="16192"/>
                </a:lnTo>
                <a:lnTo>
                  <a:pt x="688835" y="28956"/>
                </a:lnTo>
                <a:lnTo>
                  <a:pt x="616635" y="41338"/>
                </a:lnTo>
                <a:lnTo>
                  <a:pt x="572465" y="46316"/>
                </a:lnTo>
                <a:lnTo>
                  <a:pt x="522719" y="50292"/>
                </a:lnTo>
                <a:lnTo>
                  <a:pt x="498335" y="35052"/>
                </a:lnTo>
                <a:lnTo>
                  <a:pt x="499224" y="55613"/>
                </a:lnTo>
                <a:lnTo>
                  <a:pt x="499668" y="82867"/>
                </a:lnTo>
                <a:lnTo>
                  <a:pt x="499745" y="97561"/>
                </a:lnTo>
                <a:lnTo>
                  <a:pt x="499630" y="170688"/>
                </a:lnTo>
                <a:lnTo>
                  <a:pt x="498944" y="210375"/>
                </a:lnTo>
                <a:lnTo>
                  <a:pt x="492544" y="260858"/>
                </a:lnTo>
                <a:lnTo>
                  <a:pt x="480656" y="308406"/>
                </a:lnTo>
                <a:lnTo>
                  <a:pt x="463321" y="352958"/>
                </a:lnTo>
                <a:lnTo>
                  <a:pt x="440423" y="394716"/>
                </a:lnTo>
                <a:lnTo>
                  <a:pt x="444995" y="399288"/>
                </a:lnTo>
                <a:lnTo>
                  <a:pt x="474446" y="360324"/>
                </a:lnTo>
                <a:lnTo>
                  <a:pt x="496938" y="318363"/>
                </a:lnTo>
                <a:lnTo>
                  <a:pt x="512483" y="273329"/>
                </a:lnTo>
                <a:lnTo>
                  <a:pt x="521081" y="225145"/>
                </a:lnTo>
                <a:lnTo>
                  <a:pt x="522693" y="174675"/>
                </a:lnTo>
                <a:lnTo>
                  <a:pt x="522719" y="59436"/>
                </a:lnTo>
                <a:lnTo>
                  <a:pt x="569582" y="56007"/>
                </a:lnTo>
                <a:lnTo>
                  <a:pt x="637032" y="50292"/>
                </a:lnTo>
                <a:lnTo>
                  <a:pt x="649592" y="49149"/>
                </a:lnTo>
                <a:lnTo>
                  <a:pt x="769327" y="36080"/>
                </a:lnTo>
                <a:lnTo>
                  <a:pt x="797039" y="33528"/>
                </a:lnTo>
                <a:close/>
              </a:path>
              <a:path w="817245" h="408939">
                <a:moveTo>
                  <a:pt x="807720" y="374904"/>
                </a:moveTo>
                <a:lnTo>
                  <a:pt x="778751" y="347472"/>
                </a:lnTo>
                <a:lnTo>
                  <a:pt x="739317" y="333756"/>
                </a:lnTo>
                <a:lnTo>
                  <a:pt x="673595" y="315468"/>
                </a:lnTo>
                <a:lnTo>
                  <a:pt x="672071" y="321564"/>
                </a:lnTo>
                <a:lnTo>
                  <a:pt x="696633" y="333565"/>
                </a:lnTo>
                <a:lnTo>
                  <a:pt x="717600" y="344424"/>
                </a:lnTo>
                <a:lnTo>
                  <a:pt x="760260" y="371360"/>
                </a:lnTo>
                <a:lnTo>
                  <a:pt x="792467" y="400812"/>
                </a:lnTo>
                <a:lnTo>
                  <a:pt x="797039" y="403860"/>
                </a:lnTo>
                <a:lnTo>
                  <a:pt x="801611" y="403860"/>
                </a:lnTo>
                <a:lnTo>
                  <a:pt x="803148" y="402336"/>
                </a:lnTo>
                <a:lnTo>
                  <a:pt x="806196" y="397764"/>
                </a:lnTo>
                <a:lnTo>
                  <a:pt x="807720" y="393192"/>
                </a:lnTo>
                <a:lnTo>
                  <a:pt x="807720" y="374904"/>
                </a:lnTo>
                <a:close/>
              </a:path>
              <a:path w="817245" h="408939">
                <a:moveTo>
                  <a:pt x="816851" y="121920"/>
                </a:moveTo>
                <a:lnTo>
                  <a:pt x="787895" y="91440"/>
                </a:lnTo>
                <a:lnTo>
                  <a:pt x="765048" y="111252"/>
                </a:lnTo>
                <a:lnTo>
                  <a:pt x="681215" y="111252"/>
                </a:lnTo>
                <a:lnTo>
                  <a:pt x="681215" y="83820"/>
                </a:lnTo>
                <a:lnTo>
                  <a:pt x="693407" y="73152"/>
                </a:lnTo>
                <a:lnTo>
                  <a:pt x="656831" y="57912"/>
                </a:lnTo>
                <a:lnTo>
                  <a:pt x="657720" y="70751"/>
                </a:lnTo>
                <a:lnTo>
                  <a:pt x="658164" y="84010"/>
                </a:lnTo>
                <a:lnTo>
                  <a:pt x="658266" y="91440"/>
                </a:lnTo>
                <a:lnTo>
                  <a:pt x="658355" y="111252"/>
                </a:lnTo>
                <a:lnTo>
                  <a:pt x="531863" y="111252"/>
                </a:lnTo>
                <a:lnTo>
                  <a:pt x="547103" y="128016"/>
                </a:lnTo>
                <a:lnTo>
                  <a:pt x="556488" y="125145"/>
                </a:lnTo>
                <a:lnTo>
                  <a:pt x="566153" y="123253"/>
                </a:lnTo>
                <a:lnTo>
                  <a:pt x="575830" y="122237"/>
                </a:lnTo>
                <a:lnTo>
                  <a:pt x="585203" y="121920"/>
                </a:lnTo>
                <a:lnTo>
                  <a:pt x="658355" y="121920"/>
                </a:lnTo>
                <a:lnTo>
                  <a:pt x="658355" y="170688"/>
                </a:lnTo>
                <a:lnTo>
                  <a:pt x="588251" y="170688"/>
                </a:lnTo>
                <a:lnTo>
                  <a:pt x="563867" y="156972"/>
                </a:lnTo>
                <a:lnTo>
                  <a:pt x="564934" y="173736"/>
                </a:lnTo>
                <a:lnTo>
                  <a:pt x="565962" y="193357"/>
                </a:lnTo>
                <a:lnTo>
                  <a:pt x="566661" y="212915"/>
                </a:lnTo>
                <a:lnTo>
                  <a:pt x="566839" y="226822"/>
                </a:lnTo>
                <a:lnTo>
                  <a:pt x="566877" y="236918"/>
                </a:lnTo>
                <a:lnTo>
                  <a:pt x="566661" y="254342"/>
                </a:lnTo>
                <a:lnTo>
                  <a:pt x="565962" y="276796"/>
                </a:lnTo>
                <a:lnTo>
                  <a:pt x="565124" y="297548"/>
                </a:lnTo>
                <a:lnTo>
                  <a:pt x="563867" y="326136"/>
                </a:lnTo>
                <a:lnTo>
                  <a:pt x="588251" y="315468"/>
                </a:lnTo>
                <a:lnTo>
                  <a:pt x="588251" y="181356"/>
                </a:lnTo>
                <a:lnTo>
                  <a:pt x="755891" y="181356"/>
                </a:lnTo>
                <a:lnTo>
                  <a:pt x="755891" y="318516"/>
                </a:lnTo>
                <a:lnTo>
                  <a:pt x="780275" y="306324"/>
                </a:lnTo>
                <a:lnTo>
                  <a:pt x="779399" y="286880"/>
                </a:lnTo>
                <a:lnTo>
                  <a:pt x="778954" y="260858"/>
                </a:lnTo>
                <a:lnTo>
                  <a:pt x="778827" y="236918"/>
                </a:lnTo>
                <a:lnTo>
                  <a:pt x="778751" y="185928"/>
                </a:lnTo>
                <a:lnTo>
                  <a:pt x="783894" y="181356"/>
                </a:lnTo>
                <a:lnTo>
                  <a:pt x="792467" y="173736"/>
                </a:lnTo>
                <a:lnTo>
                  <a:pt x="788250" y="170688"/>
                </a:lnTo>
                <a:lnTo>
                  <a:pt x="765048" y="153924"/>
                </a:lnTo>
                <a:lnTo>
                  <a:pt x="752843" y="170688"/>
                </a:lnTo>
                <a:lnTo>
                  <a:pt x="681215" y="170688"/>
                </a:lnTo>
                <a:lnTo>
                  <a:pt x="681215" y="121920"/>
                </a:lnTo>
                <a:lnTo>
                  <a:pt x="816851" y="1219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" name="object 24"/>
          <p:cNvSpPr/>
          <p:nvPr/>
        </p:nvSpPr>
        <p:spPr>
          <a:xfrm>
            <a:off x="8356092" y="2299716"/>
            <a:ext cx="356870" cy="402590"/>
          </a:xfrm>
          <a:custGeom>
            <a:avLst/>
            <a:gdLst/>
            <a:ahLst/>
            <a:cxnLst/>
            <a:rect l="l" t="t" r="r" b="b"/>
            <a:pathLst>
              <a:path w="356870" h="402589">
                <a:moveTo>
                  <a:pt x="53340" y="91440"/>
                </a:moveTo>
                <a:lnTo>
                  <a:pt x="42672" y="91440"/>
                </a:lnTo>
                <a:lnTo>
                  <a:pt x="50696" y="63436"/>
                </a:lnTo>
                <a:lnTo>
                  <a:pt x="56578" y="38862"/>
                </a:lnTo>
                <a:lnTo>
                  <a:pt x="60459" y="17716"/>
                </a:lnTo>
                <a:lnTo>
                  <a:pt x="62484" y="0"/>
                </a:lnTo>
                <a:lnTo>
                  <a:pt x="100584" y="21336"/>
                </a:lnTo>
                <a:lnTo>
                  <a:pt x="90844" y="29075"/>
                </a:lnTo>
                <a:lnTo>
                  <a:pt x="79819" y="43243"/>
                </a:lnTo>
                <a:lnTo>
                  <a:pt x="67365" y="63984"/>
                </a:lnTo>
                <a:lnTo>
                  <a:pt x="53340" y="91440"/>
                </a:lnTo>
                <a:close/>
              </a:path>
              <a:path w="356870" h="402589">
                <a:moveTo>
                  <a:pt x="147828" y="192024"/>
                </a:moveTo>
                <a:lnTo>
                  <a:pt x="141732" y="188976"/>
                </a:lnTo>
                <a:lnTo>
                  <a:pt x="158877" y="161496"/>
                </a:lnTo>
                <a:lnTo>
                  <a:pt x="173736" y="136017"/>
                </a:lnTo>
                <a:lnTo>
                  <a:pt x="196596" y="89916"/>
                </a:lnTo>
                <a:lnTo>
                  <a:pt x="211264" y="46482"/>
                </a:lnTo>
                <a:lnTo>
                  <a:pt x="222503" y="3048"/>
                </a:lnTo>
                <a:lnTo>
                  <a:pt x="260603" y="24384"/>
                </a:lnTo>
                <a:lnTo>
                  <a:pt x="252626" y="32361"/>
                </a:lnTo>
                <a:lnTo>
                  <a:pt x="242506" y="47053"/>
                </a:lnTo>
                <a:lnTo>
                  <a:pt x="230385" y="68318"/>
                </a:lnTo>
                <a:lnTo>
                  <a:pt x="216408" y="96012"/>
                </a:lnTo>
                <a:lnTo>
                  <a:pt x="348547" y="96012"/>
                </a:lnTo>
                <a:lnTo>
                  <a:pt x="356616" y="103632"/>
                </a:lnTo>
                <a:lnTo>
                  <a:pt x="352425" y="106680"/>
                </a:lnTo>
                <a:lnTo>
                  <a:pt x="213360" y="106680"/>
                </a:lnTo>
                <a:lnTo>
                  <a:pt x="197334" y="130944"/>
                </a:lnTo>
                <a:lnTo>
                  <a:pt x="181165" y="153352"/>
                </a:lnTo>
                <a:lnTo>
                  <a:pt x="164711" y="173759"/>
                </a:lnTo>
                <a:lnTo>
                  <a:pt x="147828" y="192024"/>
                </a:lnTo>
                <a:close/>
              </a:path>
              <a:path w="356870" h="402589">
                <a:moveTo>
                  <a:pt x="146304" y="91440"/>
                </a:moveTo>
                <a:lnTo>
                  <a:pt x="111252" y="91440"/>
                </a:lnTo>
                <a:lnTo>
                  <a:pt x="128016" y="73152"/>
                </a:lnTo>
                <a:lnTo>
                  <a:pt x="146304" y="91440"/>
                </a:lnTo>
                <a:close/>
              </a:path>
              <a:path w="356870" h="402589">
                <a:moveTo>
                  <a:pt x="0" y="399288"/>
                </a:moveTo>
                <a:lnTo>
                  <a:pt x="175" y="368903"/>
                </a:lnTo>
                <a:lnTo>
                  <a:pt x="299" y="353377"/>
                </a:lnTo>
                <a:lnTo>
                  <a:pt x="1285" y="276486"/>
                </a:lnTo>
                <a:lnTo>
                  <a:pt x="1360" y="263842"/>
                </a:lnTo>
                <a:lnTo>
                  <a:pt x="1478" y="228600"/>
                </a:lnTo>
                <a:lnTo>
                  <a:pt x="1285" y="196191"/>
                </a:lnTo>
                <a:lnTo>
                  <a:pt x="241" y="115824"/>
                </a:lnTo>
                <a:lnTo>
                  <a:pt x="0" y="74676"/>
                </a:lnTo>
                <a:lnTo>
                  <a:pt x="25908" y="91440"/>
                </a:lnTo>
                <a:lnTo>
                  <a:pt x="146304" y="91440"/>
                </a:lnTo>
                <a:lnTo>
                  <a:pt x="153924" y="99060"/>
                </a:lnTo>
                <a:lnTo>
                  <a:pt x="149733" y="102108"/>
                </a:lnTo>
                <a:lnTo>
                  <a:pt x="24384" y="102108"/>
                </a:lnTo>
                <a:lnTo>
                  <a:pt x="24384" y="213360"/>
                </a:lnTo>
                <a:lnTo>
                  <a:pt x="137206" y="213360"/>
                </a:lnTo>
                <a:lnTo>
                  <a:pt x="137218" y="222504"/>
                </a:lnTo>
                <a:lnTo>
                  <a:pt x="24384" y="222504"/>
                </a:lnTo>
                <a:lnTo>
                  <a:pt x="24384" y="344424"/>
                </a:lnTo>
                <a:lnTo>
                  <a:pt x="137908" y="344424"/>
                </a:lnTo>
                <a:lnTo>
                  <a:pt x="137940" y="347435"/>
                </a:lnTo>
                <a:lnTo>
                  <a:pt x="138126" y="355092"/>
                </a:lnTo>
                <a:lnTo>
                  <a:pt x="24384" y="355092"/>
                </a:lnTo>
                <a:lnTo>
                  <a:pt x="24384" y="385572"/>
                </a:lnTo>
                <a:lnTo>
                  <a:pt x="0" y="399288"/>
                </a:lnTo>
                <a:close/>
              </a:path>
              <a:path w="356870" h="402589">
                <a:moveTo>
                  <a:pt x="348547" y="96012"/>
                </a:moveTo>
                <a:lnTo>
                  <a:pt x="310896" y="96012"/>
                </a:lnTo>
                <a:lnTo>
                  <a:pt x="329184" y="77724"/>
                </a:lnTo>
                <a:lnTo>
                  <a:pt x="348547" y="96012"/>
                </a:lnTo>
                <a:close/>
              </a:path>
              <a:path w="356870" h="402589">
                <a:moveTo>
                  <a:pt x="137206" y="213360"/>
                </a:moveTo>
                <a:lnTo>
                  <a:pt x="114300" y="213360"/>
                </a:lnTo>
                <a:lnTo>
                  <a:pt x="114300" y="102108"/>
                </a:lnTo>
                <a:lnTo>
                  <a:pt x="149733" y="102108"/>
                </a:lnTo>
                <a:lnTo>
                  <a:pt x="137160" y="111252"/>
                </a:lnTo>
                <a:lnTo>
                  <a:pt x="137206" y="213360"/>
                </a:lnTo>
                <a:close/>
              </a:path>
              <a:path w="356870" h="402589">
                <a:moveTo>
                  <a:pt x="326255" y="361188"/>
                </a:moveTo>
                <a:lnTo>
                  <a:pt x="283464" y="361188"/>
                </a:lnTo>
                <a:lnTo>
                  <a:pt x="291750" y="359211"/>
                </a:lnTo>
                <a:lnTo>
                  <a:pt x="298323" y="353377"/>
                </a:lnTo>
                <a:lnTo>
                  <a:pt x="308595" y="305360"/>
                </a:lnTo>
                <a:lnTo>
                  <a:pt x="310705" y="259842"/>
                </a:lnTo>
                <a:lnTo>
                  <a:pt x="312539" y="193548"/>
                </a:lnTo>
                <a:lnTo>
                  <a:pt x="313944" y="106680"/>
                </a:lnTo>
                <a:lnTo>
                  <a:pt x="352425" y="106680"/>
                </a:lnTo>
                <a:lnTo>
                  <a:pt x="339852" y="115824"/>
                </a:lnTo>
                <a:lnTo>
                  <a:pt x="338798" y="187094"/>
                </a:lnTo>
                <a:lnTo>
                  <a:pt x="338707" y="192024"/>
                </a:lnTo>
                <a:lnTo>
                  <a:pt x="337291" y="250155"/>
                </a:lnTo>
                <a:lnTo>
                  <a:pt x="335462" y="296107"/>
                </a:lnTo>
                <a:lnTo>
                  <a:pt x="330708" y="345948"/>
                </a:lnTo>
                <a:lnTo>
                  <a:pt x="327231" y="358521"/>
                </a:lnTo>
                <a:lnTo>
                  <a:pt x="326255" y="361188"/>
                </a:lnTo>
                <a:close/>
              </a:path>
              <a:path w="356870" h="402589">
                <a:moveTo>
                  <a:pt x="231648" y="269748"/>
                </a:moveTo>
                <a:lnTo>
                  <a:pt x="228600" y="269748"/>
                </a:lnTo>
                <a:lnTo>
                  <a:pt x="225432" y="268295"/>
                </a:lnTo>
                <a:lnTo>
                  <a:pt x="222694" y="263842"/>
                </a:lnTo>
                <a:lnTo>
                  <a:pt x="220241" y="256246"/>
                </a:lnTo>
                <a:lnTo>
                  <a:pt x="217932" y="245364"/>
                </a:lnTo>
                <a:lnTo>
                  <a:pt x="213598" y="228242"/>
                </a:lnTo>
                <a:lnTo>
                  <a:pt x="207264" y="211264"/>
                </a:lnTo>
                <a:lnTo>
                  <a:pt x="198643" y="194571"/>
                </a:lnTo>
                <a:lnTo>
                  <a:pt x="187452" y="178308"/>
                </a:lnTo>
                <a:lnTo>
                  <a:pt x="190500" y="172212"/>
                </a:lnTo>
                <a:lnTo>
                  <a:pt x="223456" y="199834"/>
                </a:lnTo>
                <a:lnTo>
                  <a:pt x="246888" y="236220"/>
                </a:lnTo>
                <a:lnTo>
                  <a:pt x="246888" y="248412"/>
                </a:lnTo>
                <a:lnTo>
                  <a:pt x="243840" y="256032"/>
                </a:lnTo>
                <a:lnTo>
                  <a:pt x="239267" y="262127"/>
                </a:lnTo>
                <a:lnTo>
                  <a:pt x="231648" y="269748"/>
                </a:lnTo>
                <a:close/>
              </a:path>
              <a:path w="356870" h="402589">
                <a:moveTo>
                  <a:pt x="137908" y="344424"/>
                </a:moveTo>
                <a:lnTo>
                  <a:pt x="114300" y="344424"/>
                </a:lnTo>
                <a:lnTo>
                  <a:pt x="114300" y="222504"/>
                </a:lnTo>
                <a:lnTo>
                  <a:pt x="137218" y="222504"/>
                </a:lnTo>
                <a:lnTo>
                  <a:pt x="137334" y="269748"/>
                </a:lnTo>
                <a:lnTo>
                  <a:pt x="137491" y="305562"/>
                </a:lnTo>
                <a:lnTo>
                  <a:pt x="137908" y="344424"/>
                </a:lnTo>
                <a:close/>
              </a:path>
              <a:path w="356870" h="402589">
                <a:moveTo>
                  <a:pt x="277367" y="402336"/>
                </a:moveTo>
                <a:lnTo>
                  <a:pt x="270486" y="389477"/>
                </a:lnTo>
                <a:lnTo>
                  <a:pt x="258889" y="378333"/>
                </a:lnTo>
                <a:lnTo>
                  <a:pt x="242435" y="368903"/>
                </a:lnTo>
                <a:lnTo>
                  <a:pt x="220979" y="361188"/>
                </a:lnTo>
                <a:lnTo>
                  <a:pt x="220979" y="352044"/>
                </a:lnTo>
                <a:lnTo>
                  <a:pt x="241030" y="356044"/>
                </a:lnTo>
                <a:lnTo>
                  <a:pt x="257937" y="358902"/>
                </a:lnTo>
                <a:lnTo>
                  <a:pt x="271986" y="360616"/>
                </a:lnTo>
                <a:lnTo>
                  <a:pt x="283464" y="361188"/>
                </a:lnTo>
                <a:lnTo>
                  <a:pt x="326255" y="361188"/>
                </a:lnTo>
                <a:lnTo>
                  <a:pt x="323469" y="368808"/>
                </a:lnTo>
                <a:lnTo>
                  <a:pt x="289083" y="397740"/>
                </a:lnTo>
                <a:lnTo>
                  <a:pt x="277367" y="402336"/>
                </a:lnTo>
                <a:close/>
              </a:path>
              <a:path w="356870" h="402589">
                <a:moveTo>
                  <a:pt x="114300" y="391668"/>
                </a:moveTo>
                <a:lnTo>
                  <a:pt x="114300" y="355092"/>
                </a:lnTo>
                <a:lnTo>
                  <a:pt x="138126" y="355092"/>
                </a:lnTo>
                <a:lnTo>
                  <a:pt x="138684" y="377952"/>
                </a:lnTo>
                <a:lnTo>
                  <a:pt x="114300" y="39166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" name="object 25"/>
          <p:cNvSpPr/>
          <p:nvPr/>
        </p:nvSpPr>
        <p:spPr>
          <a:xfrm>
            <a:off x="8787384" y="2314955"/>
            <a:ext cx="373380" cy="379730"/>
          </a:xfrm>
          <a:custGeom>
            <a:avLst/>
            <a:gdLst/>
            <a:ahLst/>
            <a:cxnLst/>
            <a:rect l="l" t="t" r="r" b="b"/>
            <a:pathLst>
              <a:path w="373379" h="379730">
                <a:moveTo>
                  <a:pt x="24384" y="379475"/>
                </a:moveTo>
                <a:lnTo>
                  <a:pt x="0" y="358139"/>
                </a:lnTo>
                <a:lnTo>
                  <a:pt x="9144" y="347472"/>
                </a:lnTo>
                <a:lnTo>
                  <a:pt x="9144" y="105155"/>
                </a:lnTo>
                <a:lnTo>
                  <a:pt x="8953" y="58292"/>
                </a:lnTo>
                <a:lnTo>
                  <a:pt x="8501" y="34004"/>
                </a:lnTo>
                <a:lnTo>
                  <a:pt x="7620" y="9143"/>
                </a:lnTo>
                <a:lnTo>
                  <a:pt x="33528" y="24383"/>
                </a:lnTo>
                <a:lnTo>
                  <a:pt x="301751" y="24383"/>
                </a:lnTo>
                <a:lnTo>
                  <a:pt x="327659" y="0"/>
                </a:lnTo>
                <a:lnTo>
                  <a:pt x="359663" y="33527"/>
                </a:lnTo>
                <a:lnTo>
                  <a:pt x="239268" y="33527"/>
                </a:lnTo>
                <a:lnTo>
                  <a:pt x="239268" y="242315"/>
                </a:lnTo>
                <a:lnTo>
                  <a:pt x="240434" y="257198"/>
                </a:lnTo>
                <a:lnTo>
                  <a:pt x="244030" y="267652"/>
                </a:lnTo>
                <a:lnTo>
                  <a:pt x="250197" y="273819"/>
                </a:lnTo>
                <a:lnTo>
                  <a:pt x="259080" y="275843"/>
                </a:lnTo>
                <a:lnTo>
                  <a:pt x="304800" y="275843"/>
                </a:lnTo>
                <a:lnTo>
                  <a:pt x="326707" y="221360"/>
                </a:lnTo>
                <a:lnTo>
                  <a:pt x="327659" y="193547"/>
                </a:lnTo>
                <a:lnTo>
                  <a:pt x="336804" y="193547"/>
                </a:lnTo>
                <a:lnTo>
                  <a:pt x="338732" y="232124"/>
                </a:lnTo>
                <a:lnTo>
                  <a:pt x="352925" y="267843"/>
                </a:lnTo>
                <a:lnTo>
                  <a:pt x="361187" y="271272"/>
                </a:lnTo>
                <a:lnTo>
                  <a:pt x="352925" y="282154"/>
                </a:lnTo>
                <a:lnTo>
                  <a:pt x="341947" y="289750"/>
                </a:lnTo>
                <a:lnTo>
                  <a:pt x="328398" y="294203"/>
                </a:lnTo>
                <a:lnTo>
                  <a:pt x="312420" y="295655"/>
                </a:lnTo>
                <a:lnTo>
                  <a:pt x="248412" y="295655"/>
                </a:lnTo>
                <a:lnTo>
                  <a:pt x="233767" y="292250"/>
                </a:lnTo>
                <a:lnTo>
                  <a:pt x="223837" y="284416"/>
                </a:lnTo>
                <a:lnTo>
                  <a:pt x="218193" y="272295"/>
                </a:lnTo>
                <a:lnTo>
                  <a:pt x="216408" y="256031"/>
                </a:lnTo>
                <a:lnTo>
                  <a:pt x="216408" y="33527"/>
                </a:lnTo>
                <a:lnTo>
                  <a:pt x="143256" y="33527"/>
                </a:lnTo>
                <a:lnTo>
                  <a:pt x="142875" y="87439"/>
                </a:lnTo>
                <a:lnTo>
                  <a:pt x="140208" y="135635"/>
                </a:lnTo>
                <a:lnTo>
                  <a:pt x="133540" y="181355"/>
                </a:lnTo>
                <a:lnTo>
                  <a:pt x="118872" y="227075"/>
                </a:lnTo>
                <a:lnTo>
                  <a:pt x="93726" y="272986"/>
                </a:lnTo>
                <a:lnTo>
                  <a:pt x="54864" y="320039"/>
                </a:lnTo>
                <a:lnTo>
                  <a:pt x="50292" y="313943"/>
                </a:lnTo>
                <a:lnTo>
                  <a:pt x="66270" y="290274"/>
                </a:lnTo>
                <a:lnTo>
                  <a:pt x="79819" y="267461"/>
                </a:lnTo>
                <a:lnTo>
                  <a:pt x="99060" y="225551"/>
                </a:lnTo>
                <a:lnTo>
                  <a:pt x="110299" y="183832"/>
                </a:lnTo>
                <a:lnTo>
                  <a:pt x="115824" y="138683"/>
                </a:lnTo>
                <a:lnTo>
                  <a:pt x="118491" y="89534"/>
                </a:lnTo>
                <a:lnTo>
                  <a:pt x="118872" y="33527"/>
                </a:lnTo>
                <a:lnTo>
                  <a:pt x="33528" y="33527"/>
                </a:lnTo>
                <a:lnTo>
                  <a:pt x="33528" y="353567"/>
                </a:lnTo>
                <a:lnTo>
                  <a:pt x="310896" y="353567"/>
                </a:lnTo>
                <a:lnTo>
                  <a:pt x="336804" y="327660"/>
                </a:lnTo>
                <a:lnTo>
                  <a:pt x="373380" y="364236"/>
                </a:lnTo>
                <a:lnTo>
                  <a:pt x="36576" y="364236"/>
                </a:lnTo>
                <a:lnTo>
                  <a:pt x="24384" y="37947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" name="object 26"/>
          <p:cNvSpPr/>
          <p:nvPr/>
        </p:nvSpPr>
        <p:spPr>
          <a:xfrm>
            <a:off x="9209532" y="2318004"/>
            <a:ext cx="408940" cy="382905"/>
          </a:xfrm>
          <a:custGeom>
            <a:avLst/>
            <a:gdLst/>
            <a:ahLst/>
            <a:cxnLst/>
            <a:rect l="l" t="t" r="r" b="b"/>
            <a:pathLst>
              <a:path w="408940" h="382905">
                <a:moveTo>
                  <a:pt x="242316" y="36576"/>
                </a:moveTo>
                <a:lnTo>
                  <a:pt x="225552" y="21336"/>
                </a:lnTo>
                <a:lnTo>
                  <a:pt x="347472" y="21336"/>
                </a:lnTo>
                <a:lnTo>
                  <a:pt x="359664" y="4572"/>
                </a:lnTo>
                <a:lnTo>
                  <a:pt x="385572" y="25908"/>
                </a:lnTo>
                <a:lnTo>
                  <a:pt x="380346" y="30480"/>
                </a:lnTo>
                <a:lnTo>
                  <a:pt x="283464" y="30480"/>
                </a:lnTo>
                <a:lnTo>
                  <a:pt x="272319" y="31003"/>
                </a:lnTo>
                <a:lnTo>
                  <a:pt x="261747" y="32385"/>
                </a:lnTo>
                <a:lnTo>
                  <a:pt x="251745" y="34337"/>
                </a:lnTo>
                <a:lnTo>
                  <a:pt x="242316" y="36576"/>
                </a:lnTo>
                <a:close/>
              </a:path>
              <a:path w="408940" h="382905">
                <a:moveTo>
                  <a:pt x="374670" y="146304"/>
                </a:moveTo>
                <a:lnTo>
                  <a:pt x="350520" y="146304"/>
                </a:lnTo>
                <a:lnTo>
                  <a:pt x="350520" y="30480"/>
                </a:lnTo>
                <a:lnTo>
                  <a:pt x="380346" y="30480"/>
                </a:lnTo>
                <a:lnTo>
                  <a:pt x="373380" y="36576"/>
                </a:lnTo>
                <a:lnTo>
                  <a:pt x="373618" y="78533"/>
                </a:lnTo>
                <a:lnTo>
                  <a:pt x="374142" y="115062"/>
                </a:lnTo>
                <a:lnTo>
                  <a:pt x="374670" y="146304"/>
                </a:lnTo>
                <a:close/>
              </a:path>
              <a:path w="408940" h="382905">
                <a:moveTo>
                  <a:pt x="368808" y="364236"/>
                </a:moveTo>
                <a:lnTo>
                  <a:pt x="278892" y="364236"/>
                </a:lnTo>
                <a:lnTo>
                  <a:pt x="258913" y="363378"/>
                </a:lnTo>
                <a:lnTo>
                  <a:pt x="244792" y="356235"/>
                </a:lnTo>
                <a:lnTo>
                  <a:pt x="236672" y="342804"/>
                </a:lnTo>
                <a:lnTo>
                  <a:pt x="234696" y="323088"/>
                </a:lnTo>
                <a:lnTo>
                  <a:pt x="234672" y="253626"/>
                </a:lnTo>
                <a:lnTo>
                  <a:pt x="234505" y="198310"/>
                </a:lnTo>
                <a:lnTo>
                  <a:pt x="234052" y="156972"/>
                </a:lnTo>
                <a:lnTo>
                  <a:pt x="233172" y="129540"/>
                </a:lnTo>
                <a:lnTo>
                  <a:pt x="257556" y="146304"/>
                </a:lnTo>
                <a:lnTo>
                  <a:pt x="374670" y="146304"/>
                </a:lnTo>
                <a:lnTo>
                  <a:pt x="374772" y="156972"/>
                </a:lnTo>
                <a:lnTo>
                  <a:pt x="257556" y="156972"/>
                </a:lnTo>
                <a:lnTo>
                  <a:pt x="257556" y="316992"/>
                </a:lnTo>
                <a:lnTo>
                  <a:pt x="259270" y="330088"/>
                </a:lnTo>
                <a:lnTo>
                  <a:pt x="264414" y="339471"/>
                </a:lnTo>
                <a:lnTo>
                  <a:pt x="272986" y="344852"/>
                </a:lnTo>
                <a:lnTo>
                  <a:pt x="284988" y="345948"/>
                </a:lnTo>
                <a:lnTo>
                  <a:pt x="405554" y="345948"/>
                </a:lnTo>
                <a:lnTo>
                  <a:pt x="401597" y="352234"/>
                </a:lnTo>
                <a:lnTo>
                  <a:pt x="392620" y="359664"/>
                </a:lnTo>
                <a:lnTo>
                  <a:pt x="381642" y="363664"/>
                </a:lnTo>
                <a:lnTo>
                  <a:pt x="368808" y="364236"/>
                </a:lnTo>
                <a:close/>
              </a:path>
              <a:path w="408940" h="382905">
                <a:moveTo>
                  <a:pt x="350520" y="181356"/>
                </a:moveTo>
                <a:lnTo>
                  <a:pt x="350520" y="156972"/>
                </a:lnTo>
                <a:lnTo>
                  <a:pt x="374772" y="156972"/>
                </a:lnTo>
                <a:lnTo>
                  <a:pt x="374904" y="170688"/>
                </a:lnTo>
                <a:lnTo>
                  <a:pt x="350520" y="181356"/>
                </a:lnTo>
                <a:close/>
              </a:path>
              <a:path w="408940" h="382905">
                <a:moveTo>
                  <a:pt x="405554" y="345948"/>
                </a:moveTo>
                <a:lnTo>
                  <a:pt x="364236" y="345948"/>
                </a:lnTo>
                <a:lnTo>
                  <a:pt x="370332" y="339852"/>
                </a:lnTo>
                <a:lnTo>
                  <a:pt x="371856" y="329184"/>
                </a:lnTo>
                <a:lnTo>
                  <a:pt x="373880" y="318063"/>
                </a:lnTo>
                <a:lnTo>
                  <a:pt x="375475" y="303085"/>
                </a:lnTo>
                <a:lnTo>
                  <a:pt x="376785" y="284392"/>
                </a:lnTo>
                <a:lnTo>
                  <a:pt x="377952" y="262128"/>
                </a:lnTo>
                <a:lnTo>
                  <a:pt x="385572" y="262128"/>
                </a:lnTo>
                <a:lnTo>
                  <a:pt x="388143" y="307347"/>
                </a:lnTo>
                <a:lnTo>
                  <a:pt x="408432" y="341376"/>
                </a:lnTo>
                <a:lnTo>
                  <a:pt x="405554" y="345948"/>
                </a:lnTo>
                <a:close/>
              </a:path>
              <a:path w="408940" h="382905">
                <a:moveTo>
                  <a:pt x="15240" y="36576"/>
                </a:moveTo>
                <a:lnTo>
                  <a:pt x="0" y="21336"/>
                </a:lnTo>
                <a:lnTo>
                  <a:pt x="175260" y="21336"/>
                </a:lnTo>
                <a:lnTo>
                  <a:pt x="196596" y="0"/>
                </a:lnTo>
                <a:lnTo>
                  <a:pt x="224028" y="30480"/>
                </a:lnTo>
                <a:lnTo>
                  <a:pt x="57912" y="30480"/>
                </a:lnTo>
                <a:lnTo>
                  <a:pt x="46743" y="31003"/>
                </a:lnTo>
                <a:lnTo>
                  <a:pt x="36004" y="32385"/>
                </a:lnTo>
                <a:lnTo>
                  <a:pt x="25550" y="34337"/>
                </a:lnTo>
                <a:lnTo>
                  <a:pt x="15240" y="36576"/>
                </a:lnTo>
                <a:close/>
              </a:path>
              <a:path w="408940" h="382905">
                <a:moveTo>
                  <a:pt x="100584" y="86868"/>
                </a:moveTo>
                <a:lnTo>
                  <a:pt x="79248" y="86868"/>
                </a:lnTo>
                <a:lnTo>
                  <a:pt x="79248" y="30480"/>
                </a:lnTo>
                <a:lnTo>
                  <a:pt x="100584" y="30480"/>
                </a:lnTo>
                <a:lnTo>
                  <a:pt x="100584" y="86868"/>
                </a:lnTo>
                <a:close/>
              </a:path>
              <a:path w="408940" h="382905">
                <a:moveTo>
                  <a:pt x="146304" y="86868"/>
                </a:moveTo>
                <a:lnTo>
                  <a:pt x="124968" y="86868"/>
                </a:lnTo>
                <a:lnTo>
                  <a:pt x="124968" y="30480"/>
                </a:lnTo>
                <a:lnTo>
                  <a:pt x="146304" y="30480"/>
                </a:lnTo>
                <a:lnTo>
                  <a:pt x="146304" y="86868"/>
                </a:lnTo>
                <a:close/>
              </a:path>
              <a:path w="408940" h="382905">
                <a:moveTo>
                  <a:pt x="204684" y="86868"/>
                </a:moveTo>
                <a:lnTo>
                  <a:pt x="173736" y="86868"/>
                </a:lnTo>
                <a:lnTo>
                  <a:pt x="185928" y="71628"/>
                </a:lnTo>
                <a:lnTo>
                  <a:pt x="204684" y="86868"/>
                </a:lnTo>
                <a:close/>
              </a:path>
              <a:path w="408940" h="382905">
                <a:moveTo>
                  <a:pt x="25908" y="382524"/>
                </a:moveTo>
                <a:lnTo>
                  <a:pt x="26789" y="352472"/>
                </a:lnTo>
                <a:lnTo>
                  <a:pt x="27241" y="316992"/>
                </a:lnTo>
                <a:lnTo>
                  <a:pt x="27352" y="168211"/>
                </a:lnTo>
                <a:lnTo>
                  <a:pt x="27241" y="140589"/>
                </a:lnTo>
                <a:lnTo>
                  <a:pt x="26789" y="104298"/>
                </a:lnTo>
                <a:lnTo>
                  <a:pt x="25908" y="73152"/>
                </a:lnTo>
                <a:lnTo>
                  <a:pt x="50292" y="86868"/>
                </a:lnTo>
                <a:lnTo>
                  <a:pt x="204684" y="86868"/>
                </a:lnTo>
                <a:lnTo>
                  <a:pt x="210312" y="91440"/>
                </a:lnTo>
                <a:lnTo>
                  <a:pt x="203345" y="97536"/>
                </a:lnTo>
                <a:lnTo>
                  <a:pt x="50292" y="97536"/>
                </a:lnTo>
                <a:lnTo>
                  <a:pt x="50292" y="214883"/>
                </a:lnTo>
                <a:lnTo>
                  <a:pt x="61100" y="214883"/>
                </a:lnTo>
                <a:lnTo>
                  <a:pt x="50292" y="225552"/>
                </a:lnTo>
                <a:lnTo>
                  <a:pt x="50292" y="249936"/>
                </a:lnTo>
                <a:lnTo>
                  <a:pt x="198231" y="249936"/>
                </a:lnTo>
                <a:lnTo>
                  <a:pt x="198278" y="260604"/>
                </a:lnTo>
                <a:lnTo>
                  <a:pt x="50292" y="260604"/>
                </a:lnTo>
                <a:lnTo>
                  <a:pt x="50292" y="326136"/>
                </a:lnTo>
                <a:lnTo>
                  <a:pt x="198739" y="326136"/>
                </a:lnTo>
                <a:lnTo>
                  <a:pt x="198857" y="336804"/>
                </a:lnTo>
                <a:lnTo>
                  <a:pt x="50292" y="336804"/>
                </a:lnTo>
                <a:lnTo>
                  <a:pt x="50292" y="373380"/>
                </a:lnTo>
                <a:lnTo>
                  <a:pt x="25908" y="382524"/>
                </a:lnTo>
                <a:close/>
              </a:path>
              <a:path w="408940" h="382905">
                <a:moveTo>
                  <a:pt x="61100" y="214883"/>
                </a:moveTo>
                <a:lnTo>
                  <a:pt x="50292" y="214883"/>
                </a:lnTo>
                <a:lnTo>
                  <a:pt x="63174" y="194619"/>
                </a:lnTo>
                <a:lnTo>
                  <a:pt x="72199" y="168211"/>
                </a:lnTo>
                <a:lnTo>
                  <a:pt x="77509" y="135802"/>
                </a:lnTo>
                <a:lnTo>
                  <a:pt x="79248" y="97536"/>
                </a:lnTo>
                <a:lnTo>
                  <a:pt x="100584" y="97536"/>
                </a:lnTo>
                <a:lnTo>
                  <a:pt x="97440" y="139827"/>
                </a:lnTo>
                <a:lnTo>
                  <a:pt x="88011" y="175260"/>
                </a:lnTo>
                <a:lnTo>
                  <a:pt x="72294" y="203835"/>
                </a:lnTo>
                <a:lnTo>
                  <a:pt x="61100" y="214883"/>
                </a:lnTo>
                <a:close/>
              </a:path>
              <a:path w="408940" h="382905">
                <a:moveTo>
                  <a:pt x="198231" y="249936"/>
                </a:moveTo>
                <a:lnTo>
                  <a:pt x="175260" y="249936"/>
                </a:lnTo>
                <a:lnTo>
                  <a:pt x="175260" y="211836"/>
                </a:lnTo>
                <a:lnTo>
                  <a:pt x="150876" y="211836"/>
                </a:lnTo>
                <a:lnTo>
                  <a:pt x="124968" y="97536"/>
                </a:lnTo>
                <a:lnTo>
                  <a:pt x="146304" y="97536"/>
                </a:lnTo>
                <a:lnTo>
                  <a:pt x="146304" y="187452"/>
                </a:lnTo>
                <a:lnTo>
                  <a:pt x="149352" y="193548"/>
                </a:lnTo>
                <a:lnTo>
                  <a:pt x="198148" y="193548"/>
                </a:lnTo>
                <a:lnTo>
                  <a:pt x="198231" y="249936"/>
                </a:lnTo>
                <a:close/>
              </a:path>
              <a:path w="408940" h="382905">
                <a:moveTo>
                  <a:pt x="198148" y="193548"/>
                </a:moveTo>
                <a:lnTo>
                  <a:pt x="175260" y="193548"/>
                </a:lnTo>
                <a:lnTo>
                  <a:pt x="175260" y="97536"/>
                </a:lnTo>
                <a:lnTo>
                  <a:pt x="203345" y="97536"/>
                </a:lnTo>
                <a:lnTo>
                  <a:pt x="198120" y="102108"/>
                </a:lnTo>
                <a:lnTo>
                  <a:pt x="198148" y="193548"/>
                </a:lnTo>
                <a:close/>
              </a:path>
              <a:path w="408940" h="382905">
                <a:moveTo>
                  <a:pt x="198739" y="326136"/>
                </a:moveTo>
                <a:lnTo>
                  <a:pt x="175260" y="326136"/>
                </a:lnTo>
                <a:lnTo>
                  <a:pt x="175260" y="260604"/>
                </a:lnTo>
                <a:lnTo>
                  <a:pt x="198278" y="260604"/>
                </a:lnTo>
                <a:lnTo>
                  <a:pt x="198449" y="299947"/>
                </a:lnTo>
                <a:lnTo>
                  <a:pt x="198739" y="326136"/>
                </a:lnTo>
                <a:close/>
              </a:path>
              <a:path w="408940" h="382905">
                <a:moveTo>
                  <a:pt x="175260" y="381000"/>
                </a:moveTo>
                <a:lnTo>
                  <a:pt x="175260" y="336804"/>
                </a:lnTo>
                <a:lnTo>
                  <a:pt x="198857" y="336804"/>
                </a:lnTo>
                <a:lnTo>
                  <a:pt x="198900" y="340632"/>
                </a:lnTo>
                <a:lnTo>
                  <a:pt x="199644" y="368808"/>
                </a:lnTo>
                <a:lnTo>
                  <a:pt x="175260" y="38100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" name="object 27"/>
          <p:cNvSpPr/>
          <p:nvPr/>
        </p:nvSpPr>
        <p:spPr>
          <a:xfrm>
            <a:off x="9694116" y="2505455"/>
            <a:ext cx="62865" cy="166370"/>
          </a:xfrm>
          <a:custGeom>
            <a:avLst/>
            <a:gdLst/>
            <a:ahLst/>
            <a:cxnLst/>
            <a:rect l="l" t="t" r="r" b="b"/>
            <a:pathLst>
              <a:path w="62865" h="166369">
                <a:moveTo>
                  <a:pt x="33575" y="166116"/>
                </a:moveTo>
                <a:lnTo>
                  <a:pt x="25955" y="166116"/>
                </a:lnTo>
                <a:lnTo>
                  <a:pt x="21383" y="163068"/>
                </a:lnTo>
                <a:lnTo>
                  <a:pt x="12239" y="158496"/>
                </a:lnTo>
                <a:lnTo>
                  <a:pt x="0" y="125825"/>
                </a:lnTo>
                <a:lnTo>
                  <a:pt x="1952" y="119253"/>
                </a:lnTo>
                <a:lnTo>
                  <a:pt x="5619" y="114395"/>
                </a:lnTo>
                <a:lnTo>
                  <a:pt x="10715" y="111252"/>
                </a:lnTo>
                <a:lnTo>
                  <a:pt x="18335" y="106680"/>
                </a:lnTo>
                <a:lnTo>
                  <a:pt x="24431" y="105156"/>
                </a:lnTo>
                <a:lnTo>
                  <a:pt x="36623" y="105156"/>
                </a:lnTo>
                <a:lnTo>
                  <a:pt x="61007" y="135636"/>
                </a:lnTo>
                <a:lnTo>
                  <a:pt x="59507" y="143065"/>
                </a:lnTo>
                <a:lnTo>
                  <a:pt x="57007" y="149352"/>
                </a:lnTo>
                <a:lnTo>
                  <a:pt x="53078" y="154495"/>
                </a:lnTo>
                <a:lnTo>
                  <a:pt x="47291" y="158496"/>
                </a:lnTo>
                <a:lnTo>
                  <a:pt x="39671" y="163068"/>
                </a:lnTo>
                <a:lnTo>
                  <a:pt x="33575" y="166116"/>
                </a:lnTo>
                <a:close/>
              </a:path>
              <a:path w="62865" h="166369">
                <a:moveTo>
                  <a:pt x="33575" y="60960"/>
                </a:moveTo>
                <a:lnTo>
                  <a:pt x="24431" y="60960"/>
                </a:lnTo>
                <a:lnTo>
                  <a:pt x="18335" y="57912"/>
                </a:lnTo>
                <a:lnTo>
                  <a:pt x="10715" y="53340"/>
                </a:lnTo>
                <a:lnTo>
                  <a:pt x="5619" y="48458"/>
                </a:lnTo>
                <a:lnTo>
                  <a:pt x="1952" y="42862"/>
                </a:lnTo>
                <a:lnTo>
                  <a:pt x="0" y="36409"/>
                </a:lnTo>
                <a:lnTo>
                  <a:pt x="47" y="28956"/>
                </a:lnTo>
                <a:lnTo>
                  <a:pt x="27479" y="0"/>
                </a:lnTo>
                <a:lnTo>
                  <a:pt x="36623" y="0"/>
                </a:lnTo>
                <a:lnTo>
                  <a:pt x="62531" y="30480"/>
                </a:lnTo>
                <a:lnTo>
                  <a:pt x="61674" y="38790"/>
                </a:lnTo>
                <a:lnTo>
                  <a:pt x="33575" y="6096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" name="object 28"/>
          <p:cNvSpPr/>
          <p:nvPr/>
        </p:nvSpPr>
        <p:spPr>
          <a:xfrm>
            <a:off x="2106155" y="2787408"/>
            <a:ext cx="7863840" cy="424180"/>
          </a:xfrm>
          <a:custGeom>
            <a:avLst/>
            <a:gdLst/>
            <a:ahLst/>
            <a:cxnLst/>
            <a:rect l="l" t="t" r="r" b="b"/>
            <a:pathLst>
              <a:path w="7863840" h="424180">
                <a:moveTo>
                  <a:pt x="309384" y="45707"/>
                </a:moveTo>
                <a:lnTo>
                  <a:pt x="249948" y="45707"/>
                </a:lnTo>
                <a:lnTo>
                  <a:pt x="172224" y="225539"/>
                </a:lnTo>
                <a:lnTo>
                  <a:pt x="91452" y="45707"/>
                </a:lnTo>
                <a:lnTo>
                  <a:pt x="32016" y="45707"/>
                </a:lnTo>
                <a:lnTo>
                  <a:pt x="32016" y="368795"/>
                </a:lnTo>
                <a:lnTo>
                  <a:pt x="73164" y="368795"/>
                </a:lnTo>
                <a:lnTo>
                  <a:pt x="73164" y="89903"/>
                </a:lnTo>
                <a:lnTo>
                  <a:pt x="156984" y="278879"/>
                </a:lnTo>
                <a:lnTo>
                  <a:pt x="182892" y="278879"/>
                </a:lnTo>
                <a:lnTo>
                  <a:pt x="266712" y="89903"/>
                </a:lnTo>
                <a:lnTo>
                  <a:pt x="266712" y="368795"/>
                </a:lnTo>
                <a:lnTo>
                  <a:pt x="309384" y="368795"/>
                </a:lnTo>
                <a:lnTo>
                  <a:pt x="309384" y="45707"/>
                </a:lnTo>
                <a:close/>
              </a:path>
              <a:path w="7863840" h="424180">
                <a:moveTo>
                  <a:pt x="550164" y="105143"/>
                </a:moveTo>
                <a:lnTo>
                  <a:pt x="541528" y="95999"/>
                </a:lnTo>
                <a:lnTo>
                  <a:pt x="524256" y="77711"/>
                </a:lnTo>
                <a:lnTo>
                  <a:pt x="509016" y="92951"/>
                </a:lnTo>
                <a:lnTo>
                  <a:pt x="509016" y="106667"/>
                </a:lnTo>
                <a:lnTo>
                  <a:pt x="509016" y="217919"/>
                </a:lnTo>
                <a:lnTo>
                  <a:pt x="509016" y="228587"/>
                </a:lnTo>
                <a:lnTo>
                  <a:pt x="509016" y="348983"/>
                </a:lnTo>
                <a:lnTo>
                  <a:pt x="419100" y="348983"/>
                </a:lnTo>
                <a:lnTo>
                  <a:pt x="419100" y="228587"/>
                </a:lnTo>
                <a:lnTo>
                  <a:pt x="509016" y="228587"/>
                </a:lnTo>
                <a:lnTo>
                  <a:pt x="509016" y="217919"/>
                </a:lnTo>
                <a:lnTo>
                  <a:pt x="419100" y="217919"/>
                </a:lnTo>
                <a:lnTo>
                  <a:pt x="419100" y="106667"/>
                </a:lnTo>
                <a:lnTo>
                  <a:pt x="509016" y="106667"/>
                </a:lnTo>
                <a:lnTo>
                  <a:pt x="509016" y="92951"/>
                </a:lnTo>
                <a:lnTo>
                  <a:pt x="505968" y="95999"/>
                </a:lnTo>
                <a:lnTo>
                  <a:pt x="449580" y="95999"/>
                </a:lnTo>
                <a:lnTo>
                  <a:pt x="463588" y="68554"/>
                </a:lnTo>
                <a:lnTo>
                  <a:pt x="475869" y="47802"/>
                </a:lnTo>
                <a:lnTo>
                  <a:pt x="486448" y="33642"/>
                </a:lnTo>
                <a:lnTo>
                  <a:pt x="495300" y="25895"/>
                </a:lnTo>
                <a:lnTo>
                  <a:pt x="457200" y="6083"/>
                </a:lnTo>
                <a:lnTo>
                  <a:pt x="455206" y="22923"/>
                </a:lnTo>
                <a:lnTo>
                  <a:pt x="451485" y="43611"/>
                </a:lnTo>
                <a:lnTo>
                  <a:pt x="446062" y="68021"/>
                </a:lnTo>
                <a:lnTo>
                  <a:pt x="438912" y="95999"/>
                </a:lnTo>
                <a:lnTo>
                  <a:pt x="420624" y="95999"/>
                </a:lnTo>
                <a:lnTo>
                  <a:pt x="394716" y="80759"/>
                </a:lnTo>
                <a:lnTo>
                  <a:pt x="395605" y="120764"/>
                </a:lnTo>
                <a:lnTo>
                  <a:pt x="396024" y="157911"/>
                </a:lnTo>
                <a:lnTo>
                  <a:pt x="396151" y="182867"/>
                </a:lnTo>
                <a:lnTo>
                  <a:pt x="396049" y="321741"/>
                </a:lnTo>
                <a:lnTo>
                  <a:pt x="395643" y="359651"/>
                </a:lnTo>
                <a:lnTo>
                  <a:pt x="395541" y="365747"/>
                </a:lnTo>
                <a:lnTo>
                  <a:pt x="394716" y="403847"/>
                </a:lnTo>
                <a:lnTo>
                  <a:pt x="419100" y="390131"/>
                </a:lnTo>
                <a:lnTo>
                  <a:pt x="419100" y="359651"/>
                </a:lnTo>
                <a:lnTo>
                  <a:pt x="509016" y="359651"/>
                </a:lnTo>
                <a:lnTo>
                  <a:pt x="509016" y="396227"/>
                </a:lnTo>
                <a:lnTo>
                  <a:pt x="533400" y="382511"/>
                </a:lnTo>
                <a:lnTo>
                  <a:pt x="533285" y="359651"/>
                </a:lnTo>
                <a:lnTo>
                  <a:pt x="533222" y="348983"/>
                </a:lnTo>
                <a:lnTo>
                  <a:pt x="532384" y="249923"/>
                </a:lnTo>
                <a:lnTo>
                  <a:pt x="532257" y="228587"/>
                </a:lnTo>
                <a:lnTo>
                  <a:pt x="532193" y="217919"/>
                </a:lnTo>
                <a:lnTo>
                  <a:pt x="532104" y="204393"/>
                </a:lnTo>
                <a:lnTo>
                  <a:pt x="532003" y="176771"/>
                </a:lnTo>
                <a:lnTo>
                  <a:pt x="531876" y="117335"/>
                </a:lnTo>
                <a:lnTo>
                  <a:pt x="547878" y="106667"/>
                </a:lnTo>
                <a:lnTo>
                  <a:pt x="550164" y="105143"/>
                </a:lnTo>
                <a:close/>
              </a:path>
              <a:path w="7863840" h="424180">
                <a:moveTo>
                  <a:pt x="641604" y="240779"/>
                </a:moveTo>
                <a:lnTo>
                  <a:pt x="619696" y="204393"/>
                </a:lnTo>
                <a:lnTo>
                  <a:pt x="586740" y="176771"/>
                </a:lnTo>
                <a:lnTo>
                  <a:pt x="582168" y="182867"/>
                </a:lnTo>
                <a:lnTo>
                  <a:pt x="593598" y="199136"/>
                </a:lnTo>
                <a:lnTo>
                  <a:pt x="602742" y="215823"/>
                </a:lnTo>
                <a:lnTo>
                  <a:pt x="609600" y="232803"/>
                </a:lnTo>
                <a:lnTo>
                  <a:pt x="614172" y="249923"/>
                </a:lnTo>
                <a:lnTo>
                  <a:pt x="615848" y="260807"/>
                </a:lnTo>
                <a:lnTo>
                  <a:pt x="618363" y="268401"/>
                </a:lnTo>
                <a:lnTo>
                  <a:pt x="621461" y="272859"/>
                </a:lnTo>
                <a:lnTo>
                  <a:pt x="624840" y="274307"/>
                </a:lnTo>
                <a:lnTo>
                  <a:pt x="626364" y="274307"/>
                </a:lnTo>
                <a:lnTo>
                  <a:pt x="630936" y="271259"/>
                </a:lnTo>
                <a:lnTo>
                  <a:pt x="635508" y="266687"/>
                </a:lnTo>
                <a:lnTo>
                  <a:pt x="640080" y="260591"/>
                </a:lnTo>
                <a:lnTo>
                  <a:pt x="641604" y="252971"/>
                </a:lnTo>
                <a:lnTo>
                  <a:pt x="641604" y="240779"/>
                </a:lnTo>
                <a:close/>
              </a:path>
              <a:path w="7863840" h="424180">
                <a:moveTo>
                  <a:pt x="1033272" y="275844"/>
                </a:moveTo>
                <a:lnTo>
                  <a:pt x="990917" y="241973"/>
                </a:lnTo>
                <a:lnTo>
                  <a:pt x="972312" y="233172"/>
                </a:lnTo>
                <a:lnTo>
                  <a:pt x="969264" y="237744"/>
                </a:lnTo>
                <a:lnTo>
                  <a:pt x="982726" y="253428"/>
                </a:lnTo>
                <a:lnTo>
                  <a:pt x="993457" y="268414"/>
                </a:lnTo>
                <a:lnTo>
                  <a:pt x="1001636" y="282524"/>
                </a:lnTo>
                <a:lnTo>
                  <a:pt x="1007364" y="295656"/>
                </a:lnTo>
                <a:lnTo>
                  <a:pt x="1010412" y="307848"/>
                </a:lnTo>
                <a:lnTo>
                  <a:pt x="1013460" y="312420"/>
                </a:lnTo>
                <a:lnTo>
                  <a:pt x="1019556" y="312420"/>
                </a:lnTo>
                <a:lnTo>
                  <a:pt x="1022604" y="309372"/>
                </a:lnTo>
                <a:lnTo>
                  <a:pt x="1027176" y="303276"/>
                </a:lnTo>
                <a:lnTo>
                  <a:pt x="1031748" y="295656"/>
                </a:lnTo>
                <a:lnTo>
                  <a:pt x="1033272" y="288036"/>
                </a:lnTo>
                <a:lnTo>
                  <a:pt x="1033272" y="275844"/>
                </a:lnTo>
                <a:close/>
              </a:path>
              <a:path w="7863840" h="424180">
                <a:moveTo>
                  <a:pt x="1036320" y="170688"/>
                </a:moveTo>
                <a:lnTo>
                  <a:pt x="1004887" y="148209"/>
                </a:lnTo>
                <a:lnTo>
                  <a:pt x="975360" y="135636"/>
                </a:lnTo>
                <a:lnTo>
                  <a:pt x="972312" y="141732"/>
                </a:lnTo>
                <a:lnTo>
                  <a:pt x="986015" y="155181"/>
                </a:lnTo>
                <a:lnTo>
                  <a:pt x="997267" y="168211"/>
                </a:lnTo>
                <a:lnTo>
                  <a:pt x="1005967" y="180949"/>
                </a:lnTo>
                <a:lnTo>
                  <a:pt x="1011936" y="193548"/>
                </a:lnTo>
                <a:lnTo>
                  <a:pt x="1016508" y="204216"/>
                </a:lnTo>
                <a:lnTo>
                  <a:pt x="1021080" y="208788"/>
                </a:lnTo>
                <a:lnTo>
                  <a:pt x="1025652" y="208788"/>
                </a:lnTo>
                <a:lnTo>
                  <a:pt x="1028700" y="205740"/>
                </a:lnTo>
                <a:lnTo>
                  <a:pt x="1031748" y="198120"/>
                </a:lnTo>
                <a:lnTo>
                  <a:pt x="1034796" y="192024"/>
                </a:lnTo>
                <a:lnTo>
                  <a:pt x="1036320" y="184404"/>
                </a:lnTo>
                <a:lnTo>
                  <a:pt x="1036320" y="170688"/>
                </a:lnTo>
                <a:close/>
              </a:path>
              <a:path w="7863840" h="424180">
                <a:moveTo>
                  <a:pt x="1187196" y="68580"/>
                </a:moveTo>
                <a:lnTo>
                  <a:pt x="1176528" y="57912"/>
                </a:lnTo>
                <a:lnTo>
                  <a:pt x="1150620" y="32004"/>
                </a:lnTo>
                <a:lnTo>
                  <a:pt x="1124712" y="57912"/>
                </a:lnTo>
                <a:lnTo>
                  <a:pt x="918972" y="57912"/>
                </a:lnTo>
                <a:lnTo>
                  <a:pt x="923544" y="51282"/>
                </a:lnTo>
                <a:lnTo>
                  <a:pt x="932688" y="38620"/>
                </a:lnTo>
                <a:lnTo>
                  <a:pt x="937260" y="32004"/>
                </a:lnTo>
                <a:lnTo>
                  <a:pt x="950976" y="24384"/>
                </a:lnTo>
                <a:lnTo>
                  <a:pt x="912876" y="1524"/>
                </a:lnTo>
                <a:lnTo>
                  <a:pt x="905789" y="22377"/>
                </a:lnTo>
                <a:lnTo>
                  <a:pt x="896112" y="43815"/>
                </a:lnTo>
                <a:lnTo>
                  <a:pt x="870204" y="88392"/>
                </a:lnTo>
                <a:lnTo>
                  <a:pt x="838200" y="129540"/>
                </a:lnTo>
                <a:lnTo>
                  <a:pt x="806196" y="161544"/>
                </a:lnTo>
                <a:lnTo>
                  <a:pt x="809244" y="167640"/>
                </a:lnTo>
                <a:lnTo>
                  <a:pt x="842391" y="144589"/>
                </a:lnTo>
                <a:lnTo>
                  <a:pt x="879881" y="108648"/>
                </a:lnTo>
                <a:lnTo>
                  <a:pt x="912876" y="68580"/>
                </a:lnTo>
                <a:lnTo>
                  <a:pt x="1187196" y="68580"/>
                </a:lnTo>
                <a:close/>
              </a:path>
              <a:path w="7863840" h="424180">
                <a:moveTo>
                  <a:pt x="1658124" y="182867"/>
                </a:moveTo>
                <a:lnTo>
                  <a:pt x="1609737" y="168389"/>
                </a:lnTo>
                <a:lnTo>
                  <a:pt x="1559064" y="140195"/>
                </a:lnTo>
                <a:lnTo>
                  <a:pt x="1509153" y="95427"/>
                </a:lnTo>
                <a:lnTo>
                  <a:pt x="1469047" y="44183"/>
                </a:lnTo>
                <a:lnTo>
                  <a:pt x="1461528" y="33515"/>
                </a:lnTo>
                <a:lnTo>
                  <a:pt x="1476768" y="22847"/>
                </a:lnTo>
                <a:lnTo>
                  <a:pt x="1440192" y="1511"/>
                </a:lnTo>
                <a:lnTo>
                  <a:pt x="1414665" y="58661"/>
                </a:lnTo>
                <a:lnTo>
                  <a:pt x="1373136" y="120383"/>
                </a:lnTo>
                <a:lnTo>
                  <a:pt x="1346555" y="150672"/>
                </a:lnTo>
                <a:lnTo>
                  <a:pt x="1317180" y="177495"/>
                </a:lnTo>
                <a:lnTo>
                  <a:pt x="1284833" y="200964"/>
                </a:lnTo>
                <a:lnTo>
                  <a:pt x="1249692" y="220967"/>
                </a:lnTo>
                <a:lnTo>
                  <a:pt x="1251216" y="228587"/>
                </a:lnTo>
                <a:lnTo>
                  <a:pt x="1286281" y="212013"/>
                </a:lnTo>
                <a:lnTo>
                  <a:pt x="1346149" y="175437"/>
                </a:lnTo>
                <a:lnTo>
                  <a:pt x="1392631" y="132270"/>
                </a:lnTo>
                <a:lnTo>
                  <a:pt x="1435442" y="76784"/>
                </a:lnTo>
                <a:lnTo>
                  <a:pt x="1455432" y="44183"/>
                </a:lnTo>
                <a:lnTo>
                  <a:pt x="1473720" y="74498"/>
                </a:lnTo>
                <a:lnTo>
                  <a:pt x="1510296" y="125412"/>
                </a:lnTo>
                <a:lnTo>
                  <a:pt x="1547964" y="164896"/>
                </a:lnTo>
                <a:lnTo>
                  <a:pt x="1592440" y="197523"/>
                </a:lnTo>
                <a:lnTo>
                  <a:pt x="1616976" y="211823"/>
                </a:lnTo>
                <a:lnTo>
                  <a:pt x="1624469" y="202679"/>
                </a:lnTo>
                <a:lnTo>
                  <a:pt x="1633550" y="195821"/>
                </a:lnTo>
                <a:lnTo>
                  <a:pt x="1644611" y="191249"/>
                </a:lnTo>
                <a:lnTo>
                  <a:pt x="1658124" y="188963"/>
                </a:lnTo>
                <a:lnTo>
                  <a:pt x="1658124" y="182867"/>
                </a:lnTo>
                <a:close/>
              </a:path>
              <a:path w="7863840" h="424180">
                <a:moveTo>
                  <a:pt x="2036356" y="64376"/>
                </a:moveTo>
                <a:lnTo>
                  <a:pt x="2008251" y="34086"/>
                </a:lnTo>
                <a:lnTo>
                  <a:pt x="1978152" y="15227"/>
                </a:lnTo>
                <a:lnTo>
                  <a:pt x="1972056" y="21323"/>
                </a:lnTo>
                <a:lnTo>
                  <a:pt x="1985467" y="38468"/>
                </a:lnTo>
                <a:lnTo>
                  <a:pt x="1995868" y="53327"/>
                </a:lnTo>
                <a:lnTo>
                  <a:pt x="2003132" y="65900"/>
                </a:lnTo>
                <a:lnTo>
                  <a:pt x="2007108" y="76187"/>
                </a:lnTo>
                <a:lnTo>
                  <a:pt x="2010156" y="85331"/>
                </a:lnTo>
                <a:lnTo>
                  <a:pt x="2013204" y="89903"/>
                </a:lnTo>
                <a:lnTo>
                  <a:pt x="2019300" y="89903"/>
                </a:lnTo>
                <a:lnTo>
                  <a:pt x="2022348" y="88379"/>
                </a:lnTo>
                <a:lnTo>
                  <a:pt x="2026920" y="86855"/>
                </a:lnTo>
                <a:lnTo>
                  <a:pt x="2031492" y="83807"/>
                </a:lnTo>
                <a:lnTo>
                  <a:pt x="2034540" y="77711"/>
                </a:lnTo>
                <a:lnTo>
                  <a:pt x="2036064" y="70091"/>
                </a:lnTo>
                <a:lnTo>
                  <a:pt x="2036356" y="64376"/>
                </a:lnTo>
                <a:close/>
              </a:path>
              <a:path w="7863840" h="424180">
                <a:moveTo>
                  <a:pt x="2465844" y="30467"/>
                </a:moveTo>
                <a:lnTo>
                  <a:pt x="2460206" y="25895"/>
                </a:lnTo>
                <a:lnTo>
                  <a:pt x="2441460" y="10655"/>
                </a:lnTo>
                <a:lnTo>
                  <a:pt x="2430792" y="23990"/>
                </a:lnTo>
                <a:lnTo>
                  <a:pt x="2430792" y="36563"/>
                </a:lnTo>
                <a:lnTo>
                  <a:pt x="2430792" y="106667"/>
                </a:lnTo>
                <a:lnTo>
                  <a:pt x="2267724" y="106667"/>
                </a:lnTo>
                <a:lnTo>
                  <a:pt x="2267724" y="36563"/>
                </a:lnTo>
                <a:lnTo>
                  <a:pt x="2430792" y="36563"/>
                </a:lnTo>
                <a:lnTo>
                  <a:pt x="2430792" y="23990"/>
                </a:lnTo>
                <a:lnTo>
                  <a:pt x="2429268" y="25895"/>
                </a:lnTo>
                <a:lnTo>
                  <a:pt x="2267724" y="25895"/>
                </a:lnTo>
                <a:lnTo>
                  <a:pt x="2243340" y="13703"/>
                </a:lnTo>
                <a:lnTo>
                  <a:pt x="2244217" y="31445"/>
                </a:lnTo>
                <a:lnTo>
                  <a:pt x="2244674" y="48183"/>
                </a:lnTo>
                <a:lnTo>
                  <a:pt x="2244839" y="64071"/>
                </a:lnTo>
                <a:lnTo>
                  <a:pt x="2244775" y="99047"/>
                </a:lnTo>
                <a:lnTo>
                  <a:pt x="2244674" y="109524"/>
                </a:lnTo>
                <a:lnTo>
                  <a:pt x="2244217" y="125742"/>
                </a:lnTo>
                <a:lnTo>
                  <a:pt x="2243340" y="143243"/>
                </a:lnTo>
                <a:lnTo>
                  <a:pt x="2267724" y="132575"/>
                </a:lnTo>
                <a:lnTo>
                  <a:pt x="2267724" y="117335"/>
                </a:lnTo>
                <a:lnTo>
                  <a:pt x="2430792" y="117335"/>
                </a:lnTo>
                <a:lnTo>
                  <a:pt x="2430792" y="137147"/>
                </a:lnTo>
                <a:lnTo>
                  <a:pt x="2455176" y="126479"/>
                </a:lnTo>
                <a:lnTo>
                  <a:pt x="2454935" y="117335"/>
                </a:lnTo>
                <a:lnTo>
                  <a:pt x="2454325" y="106667"/>
                </a:lnTo>
                <a:lnTo>
                  <a:pt x="2453881" y="99047"/>
                </a:lnTo>
                <a:lnTo>
                  <a:pt x="2453754" y="94170"/>
                </a:lnTo>
                <a:lnTo>
                  <a:pt x="2453652" y="39611"/>
                </a:lnTo>
                <a:lnTo>
                  <a:pt x="2457716" y="36563"/>
                </a:lnTo>
                <a:lnTo>
                  <a:pt x="2465844" y="30467"/>
                </a:lnTo>
                <a:close/>
              </a:path>
              <a:path w="7863840" h="424180">
                <a:moveTo>
                  <a:pt x="2496324" y="167627"/>
                </a:moveTo>
                <a:lnTo>
                  <a:pt x="2490533" y="163055"/>
                </a:lnTo>
                <a:lnTo>
                  <a:pt x="2467368" y="144767"/>
                </a:lnTo>
                <a:lnTo>
                  <a:pt x="2453652" y="163055"/>
                </a:lnTo>
                <a:lnTo>
                  <a:pt x="2241816" y="163055"/>
                </a:lnTo>
                <a:lnTo>
                  <a:pt x="2214384" y="149339"/>
                </a:lnTo>
                <a:lnTo>
                  <a:pt x="2215261" y="170776"/>
                </a:lnTo>
                <a:lnTo>
                  <a:pt x="2215718" y="191630"/>
                </a:lnTo>
                <a:lnTo>
                  <a:pt x="2215845" y="207251"/>
                </a:lnTo>
                <a:lnTo>
                  <a:pt x="2215743" y="268503"/>
                </a:lnTo>
                <a:lnTo>
                  <a:pt x="2215705" y="273354"/>
                </a:lnTo>
                <a:lnTo>
                  <a:pt x="2215261" y="295071"/>
                </a:lnTo>
                <a:lnTo>
                  <a:pt x="2214384" y="318503"/>
                </a:lnTo>
                <a:lnTo>
                  <a:pt x="2240292" y="307835"/>
                </a:lnTo>
                <a:lnTo>
                  <a:pt x="2240292" y="173723"/>
                </a:lnTo>
                <a:lnTo>
                  <a:pt x="2458224" y="173723"/>
                </a:lnTo>
                <a:lnTo>
                  <a:pt x="2458224" y="310883"/>
                </a:lnTo>
                <a:lnTo>
                  <a:pt x="2484132" y="300215"/>
                </a:lnTo>
                <a:lnTo>
                  <a:pt x="2483243" y="289077"/>
                </a:lnTo>
                <a:lnTo>
                  <a:pt x="2482799" y="278498"/>
                </a:lnTo>
                <a:lnTo>
                  <a:pt x="2482710" y="273354"/>
                </a:lnTo>
                <a:lnTo>
                  <a:pt x="2482608" y="179819"/>
                </a:lnTo>
                <a:lnTo>
                  <a:pt x="2489466" y="173723"/>
                </a:lnTo>
                <a:lnTo>
                  <a:pt x="2496324" y="167627"/>
                </a:lnTo>
                <a:close/>
              </a:path>
              <a:path w="7863840" h="424180">
                <a:moveTo>
                  <a:pt x="2504249" y="382993"/>
                </a:moveTo>
                <a:lnTo>
                  <a:pt x="2484323" y="348132"/>
                </a:lnTo>
                <a:lnTo>
                  <a:pt x="2415743" y="322986"/>
                </a:lnTo>
                <a:lnTo>
                  <a:pt x="2359164" y="307835"/>
                </a:lnTo>
                <a:lnTo>
                  <a:pt x="2356116" y="315455"/>
                </a:lnTo>
                <a:lnTo>
                  <a:pt x="2380704" y="325958"/>
                </a:lnTo>
                <a:lnTo>
                  <a:pt x="2402027" y="336600"/>
                </a:lnTo>
                <a:lnTo>
                  <a:pt x="2435364" y="356603"/>
                </a:lnTo>
                <a:lnTo>
                  <a:pt x="2472004" y="384035"/>
                </a:lnTo>
                <a:lnTo>
                  <a:pt x="2487180" y="399275"/>
                </a:lnTo>
                <a:lnTo>
                  <a:pt x="2491752" y="402323"/>
                </a:lnTo>
                <a:lnTo>
                  <a:pt x="2499372" y="402323"/>
                </a:lnTo>
                <a:lnTo>
                  <a:pt x="2502420" y="397751"/>
                </a:lnTo>
                <a:lnTo>
                  <a:pt x="2503944" y="390131"/>
                </a:lnTo>
                <a:lnTo>
                  <a:pt x="2504249" y="382993"/>
                </a:lnTo>
                <a:close/>
              </a:path>
              <a:path w="7863840" h="424180">
                <a:moveTo>
                  <a:pt x="2976384" y="77711"/>
                </a:moveTo>
                <a:lnTo>
                  <a:pt x="2970288" y="71615"/>
                </a:lnTo>
                <a:lnTo>
                  <a:pt x="2952000" y="53327"/>
                </a:lnTo>
                <a:lnTo>
                  <a:pt x="2938284" y="67043"/>
                </a:lnTo>
                <a:lnTo>
                  <a:pt x="2938284" y="82283"/>
                </a:lnTo>
                <a:lnTo>
                  <a:pt x="2938284" y="298691"/>
                </a:lnTo>
                <a:lnTo>
                  <a:pt x="2848368" y="298691"/>
                </a:lnTo>
                <a:lnTo>
                  <a:pt x="2848368" y="82283"/>
                </a:lnTo>
                <a:lnTo>
                  <a:pt x="2938284" y="82283"/>
                </a:lnTo>
                <a:lnTo>
                  <a:pt x="2938284" y="67043"/>
                </a:lnTo>
                <a:lnTo>
                  <a:pt x="2933712" y="71615"/>
                </a:lnTo>
                <a:lnTo>
                  <a:pt x="2848368" y="71615"/>
                </a:lnTo>
                <a:lnTo>
                  <a:pt x="2822460" y="53327"/>
                </a:lnTo>
                <a:lnTo>
                  <a:pt x="2823260" y="82283"/>
                </a:lnTo>
                <a:lnTo>
                  <a:pt x="2823387" y="88379"/>
                </a:lnTo>
                <a:lnTo>
                  <a:pt x="2823794" y="119621"/>
                </a:lnTo>
                <a:lnTo>
                  <a:pt x="2823959" y="157911"/>
                </a:lnTo>
                <a:lnTo>
                  <a:pt x="2823832" y="271627"/>
                </a:lnTo>
                <a:lnTo>
                  <a:pt x="2823794" y="282689"/>
                </a:lnTo>
                <a:lnTo>
                  <a:pt x="2823337" y="322656"/>
                </a:lnTo>
                <a:lnTo>
                  <a:pt x="2822460" y="361175"/>
                </a:lnTo>
                <a:lnTo>
                  <a:pt x="2848368" y="348983"/>
                </a:lnTo>
                <a:lnTo>
                  <a:pt x="2848368" y="309359"/>
                </a:lnTo>
                <a:lnTo>
                  <a:pt x="2938284" y="309359"/>
                </a:lnTo>
                <a:lnTo>
                  <a:pt x="2938284" y="345935"/>
                </a:lnTo>
                <a:lnTo>
                  <a:pt x="2964192" y="335267"/>
                </a:lnTo>
                <a:lnTo>
                  <a:pt x="2962452" y="271627"/>
                </a:lnTo>
                <a:lnTo>
                  <a:pt x="2961767" y="222250"/>
                </a:lnTo>
                <a:lnTo>
                  <a:pt x="2961309" y="161175"/>
                </a:lnTo>
                <a:lnTo>
                  <a:pt x="2961144" y="88379"/>
                </a:lnTo>
                <a:lnTo>
                  <a:pt x="2969844" y="82283"/>
                </a:lnTo>
                <a:lnTo>
                  <a:pt x="2976384" y="77711"/>
                </a:lnTo>
                <a:close/>
              </a:path>
              <a:path w="7863840" h="424180">
                <a:moveTo>
                  <a:pt x="3407676" y="45707"/>
                </a:moveTo>
                <a:lnTo>
                  <a:pt x="3365004" y="45707"/>
                </a:lnTo>
                <a:lnTo>
                  <a:pt x="3300996" y="316979"/>
                </a:lnTo>
                <a:lnTo>
                  <a:pt x="3235464" y="45707"/>
                </a:lnTo>
                <a:lnTo>
                  <a:pt x="3191268" y="45707"/>
                </a:lnTo>
                <a:lnTo>
                  <a:pt x="3127260" y="313931"/>
                </a:lnTo>
                <a:lnTo>
                  <a:pt x="3061728" y="45707"/>
                </a:lnTo>
                <a:lnTo>
                  <a:pt x="3017532" y="45707"/>
                </a:lnTo>
                <a:lnTo>
                  <a:pt x="3099828" y="368795"/>
                </a:lnTo>
                <a:lnTo>
                  <a:pt x="3147072" y="368795"/>
                </a:lnTo>
                <a:lnTo>
                  <a:pt x="3211080" y="100571"/>
                </a:lnTo>
                <a:lnTo>
                  <a:pt x="3278136" y="368795"/>
                </a:lnTo>
                <a:lnTo>
                  <a:pt x="3325380" y="368795"/>
                </a:lnTo>
                <a:lnTo>
                  <a:pt x="3407676" y="45707"/>
                </a:lnTo>
                <a:close/>
              </a:path>
              <a:path w="7863840" h="424180">
                <a:moveTo>
                  <a:pt x="3621024" y="105143"/>
                </a:moveTo>
                <a:lnTo>
                  <a:pt x="3612388" y="95999"/>
                </a:lnTo>
                <a:lnTo>
                  <a:pt x="3595116" y="77711"/>
                </a:lnTo>
                <a:lnTo>
                  <a:pt x="3581400" y="92684"/>
                </a:lnTo>
                <a:lnTo>
                  <a:pt x="3581400" y="106667"/>
                </a:lnTo>
                <a:lnTo>
                  <a:pt x="3581400" y="217919"/>
                </a:lnTo>
                <a:lnTo>
                  <a:pt x="3581400" y="228587"/>
                </a:lnTo>
                <a:lnTo>
                  <a:pt x="3581400" y="348983"/>
                </a:lnTo>
                <a:lnTo>
                  <a:pt x="3491484" y="348983"/>
                </a:lnTo>
                <a:lnTo>
                  <a:pt x="3491484" y="228587"/>
                </a:lnTo>
                <a:lnTo>
                  <a:pt x="3581400" y="228587"/>
                </a:lnTo>
                <a:lnTo>
                  <a:pt x="3581400" y="217919"/>
                </a:lnTo>
                <a:lnTo>
                  <a:pt x="3491484" y="217919"/>
                </a:lnTo>
                <a:lnTo>
                  <a:pt x="3491484" y="106667"/>
                </a:lnTo>
                <a:lnTo>
                  <a:pt x="3581400" y="106667"/>
                </a:lnTo>
                <a:lnTo>
                  <a:pt x="3581400" y="92684"/>
                </a:lnTo>
                <a:lnTo>
                  <a:pt x="3578352" y="95999"/>
                </a:lnTo>
                <a:lnTo>
                  <a:pt x="3520440" y="95999"/>
                </a:lnTo>
                <a:lnTo>
                  <a:pt x="3534473" y="68554"/>
                </a:lnTo>
                <a:lnTo>
                  <a:pt x="3546919" y="47802"/>
                </a:lnTo>
                <a:lnTo>
                  <a:pt x="3557955" y="33642"/>
                </a:lnTo>
                <a:lnTo>
                  <a:pt x="3567684" y="25895"/>
                </a:lnTo>
                <a:lnTo>
                  <a:pt x="3529584" y="6083"/>
                </a:lnTo>
                <a:lnTo>
                  <a:pt x="3527564" y="22923"/>
                </a:lnTo>
                <a:lnTo>
                  <a:pt x="3523678" y="43611"/>
                </a:lnTo>
                <a:lnTo>
                  <a:pt x="3517798" y="68021"/>
                </a:lnTo>
                <a:lnTo>
                  <a:pt x="3509772" y="95999"/>
                </a:lnTo>
                <a:lnTo>
                  <a:pt x="3493008" y="95999"/>
                </a:lnTo>
                <a:lnTo>
                  <a:pt x="3467100" y="80759"/>
                </a:lnTo>
                <a:lnTo>
                  <a:pt x="3467989" y="120764"/>
                </a:lnTo>
                <a:lnTo>
                  <a:pt x="3468408" y="157911"/>
                </a:lnTo>
                <a:lnTo>
                  <a:pt x="3468535" y="182867"/>
                </a:lnTo>
                <a:lnTo>
                  <a:pt x="3468433" y="321741"/>
                </a:lnTo>
                <a:lnTo>
                  <a:pt x="3468027" y="359651"/>
                </a:lnTo>
                <a:lnTo>
                  <a:pt x="3467925" y="365747"/>
                </a:lnTo>
                <a:lnTo>
                  <a:pt x="3467100" y="403847"/>
                </a:lnTo>
                <a:lnTo>
                  <a:pt x="3491484" y="390131"/>
                </a:lnTo>
                <a:lnTo>
                  <a:pt x="3491484" y="359651"/>
                </a:lnTo>
                <a:lnTo>
                  <a:pt x="3581400" y="359651"/>
                </a:lnTo>
                <a:lnTo>
                  <a:pt x="3581400" y="396227"/>
                </a:lnTo>
                <a:lnTo>
                  <a:pt x="3605784" y="382511"/>
                </a:lnTo>
                <a:lnTo>
                  <a:pt x="3605238" y="359651"/>
                </a:lnTo>
                <a:lnTo>
                  <a:pt x="3605047" y="352018"/>
                </a:lnTo>
                <a:lnTo>
                  <a:pt x="3605009" y="348983"/>
                </a:lnTo>
                <a:lnTo>
                  <a:pt x="3604603" y="310121"/>
                </a:lnTo>
                <a:lnTo>
                  <a:pt x="3604323" y="228587"/>
                </a:lnTo>
                <a:lnTo>
                  <a:pt x="3604260" y="117335"/>
                </a:lnTo>
                <a:lnTo>
                  <a:pt x="3618928" y="106667"/>
                </a:lnTo>
                <a:lnTo>
                  <a:pt x="3621024" y="105143"/>
                </a:lnTo>
                <a:close/>
              </a:path>
              <a:path w="7863840" h="424180">
                <a:moveTo>
                  <a:pt x="3713988" y="240779"/>
                </a:moveTo>
                <a:lnTo>
                  <a:pt x="3691128" y="204393"/>
                </a:lnTo>
                <a:lnTo>
                  <a:pt x="3657600" y="176771"/>
                </a:lnTo>
                <a:lnTo>
                  <a:pt x="3654552" y="182867"/>
                </a:lnTo>
                <a:lnTo>
                  <a:pt x="3665982" y="199136"/>
                </a:lnTo>
                <a:lnTo>
                  <a:pt x="3675126" y="215823"/>
                </a:lnTo>
                <a:lnTo>
                  <a:pt x="3681984" y="232803"/>
                </a:lnTo>
                <a:lnTo>
                  <a:pt x="3686556" y="249923"/>
                </a:lnTo>
                <a:lnTo>
                  <a:pt x="3687991" y="260807"/>
                </a:lnTo>
                <a:lnTo>
                  <a:pt x="3689985" y="268401"/>
                </a:lnTo>
                <a:lnTo>
                  <a:pt x="3692563" y="272859"/>
                </a:lnTo>
                <a:lnTo>
                  <a:pt x="3695700" y="274307"/>
                </a:lnTo>
                <a:lnTo>
                  <a:pt x="3698748" y="274307"/>
                </a:lnTo>
                <a:lnTo>
                  <a:pt x="3706368" y="266687"/>
                </a:lnTo>
                <a:lnTo>
                  <a:pt x="3710940" y="260591"/>
                </a:lnTo>
                <a:lnTo>
                  <a:pt x="3713988" y="252971"/>
                </a:lnTo>
                <a:lnTo>
                  <a:pt x="3713988" y="240779"/>
                </a:lnTo>
                <a:close/>
              </a:path>
              <a:path w="7863840" h="424180">
                <a:moveTo>
                  <a:pt x="4104144" y="275844"/>
                </a:moveTo>
                <a:lnTo>
                  <a:pt x="4062628" y="241973"/>
                </a:lnTo>
                <a:lnTo>
                  <a:pt x="4043184" y="233172"/>
                </a:lnTo>
                <a:lnTo>
                  <a:pt x="4040136" y="237744"/>
                </a:lnTo>
                <a:lnTo>
                  <a:pt x="4053586" y="253428"/>
                </a:lnTo>
                <a:lnTo>
                  <a:pt x="4064330" y="268414"/>
                </a:lnTo>
                <a:lnTo>
                  <a:pt x="4072496" y="282524"/>
                </a:lnTo>
                <a:lnTo>
                  <a:pt x="4078236" y="295656"/>
                </a:lnTo>
                <a:lnTo>
                  <a:pt x="4082808" y="307848"/>
                </a:lnTo>
                <a:lnTo>
                  <a:pt x="4085856" y="312420"/>
                </a:lnTo>
                <a:lnTo>
                  <a:pt x="4091952" y="312420"/>
                </a:lnTo>
                <a:lnTo>
                  <a:pt x="4095000" y="309372"/>
                </a:lnTo>
                <a:lnTo>
                  <a:pt x="4098048" y="303276"/>
                </a:lnTo>
                <a:lnTo>
                  <a:pt x="4102620" y="295656"/>
                </a:lnTo>
                <a:lnTo>
                  <a:pt x="4104144" y="288036"/>
                </a:lnTo>
                <a:lnTo>
                  <a:pt x="4104144" y="275844"/>
                </a:lnTo>
                <a:close/>
              </a:path>
              <a:path w="7863840" h="424180">
                <a:moveTo>
                  <a:pt x="4108716" y="170688"/>
                </a:moveTo>
                <a:lnTo>
                  <a:pt x="4076522" y="148209"/>
                </a:lnTo>
                <a:lnTo>
                  <a:pt x="4047756" y="135636"/>
                </a:lnTo>
                <a:lnTo>
                  <a:pt x="4043184" y="141732"/>
                </a:lnTo>
                <a:lnTo>
                  <a:pt x="4056900" y="155181"/>
                </a:lnTo>
                <a:lnTo>
                  <a:pt x="4068330" y="168211"/>
                </a:lnTo>
                <a:lnTo>
                  <a:pt x="4077474" y="180949"/>
                </a:lnTo>
                <a:lnTo>
                  <a:pt x="4084332" y="193548"/>
                </a:lnTo>
                <a:lnTo>
                  <a:pt x="4088904" y="204216"/>
                </a:lnTo>
                <a:lnTo>
                  <a:pt x="4091952" y="208788"/>
                </a:lnTo>
                <a:lnTo>
                  <a:pt x="4096524" y="208788"/>
                </a:lnTo>
                <a:lnTo>
                  <a:pt x="4099572" y="205740"/>
                </a:lnTo>
                <a:lnTo>
                  <a:pt x="4102620" y="198120"/>
                </a:lnTo>
                <a:lnTo>
                  <a:pt x="4107192" y="192024"/>
                </a:lnTo>
                <a:lnTo>
                  <a:pt x="4108716" y="184404"/>
                </a:lnTo>
                <a:lnTo>
                  <a:pt x="4108716" y="170688"/>
                </a:lnTo>
                <a:close/>
              </a:path>
              <a:path w="7863840" h="424180">
                <a:moveTo>
                  <a:pt x="4259592" y="68580"/>
                </a:moveTo>
                <a:lnTo>
                  <a:pt x="4248924" y="57912"/>
                </a:lnTo>
                <a:lnTo>
                  <a:pt x="4223016" y="32004"/>
                </a:lnTo>
                <a:lnTo>
                  <a:pt x="4197108" y="57912"/>
                </a:lnTo>
                <a:lnTo>
                  <a:pt x="3989844" y="57912"/>
                </a:lnTo>
                <a:lnTo>
                  <a:pt x="3994429" y="51282"/>
                </a:lnTo>
                <a:lnTo>
                  <a:pt x="3999179" y="44958"/>
                </a:lnTo>
                <a:lnTo>
                  <a:pt x="4004195" y="38620"/>
                </a:lnTo>
                <a:lnTo>
                  <a:pt x="4009656" y="32004"/>
                </a:lnTo>
                <a:lnTo>
                  <a:pt x="4023372" y="24384"/>
                </a:lnTo>
                <a:lnTo>
                  <a:pt x="3985272" y="1524"/>
                </a:lnTo>
                <a:lnTo>
                  <a:pt x="3967746" y="43815"/>
                </a:lnTo>
                <a:lnTo>
                  <a:pt x="3941076" y="88392"/>
                </a:lnTo>
                <a:lnTo>
                  <a:pt x="3909072" y="129540"/>
                </a:lnTo>
                <a:lnTo>
                  <a:pt x="3877068" y="161544"/>
                </a:lnTo>
                <a:lnTo>
                  <a:pt x="3880116" y="167640"/>
                </a:lnTo>
                <a:lnTo>
                  <a:pt x="3913263" y="144589"/>
                </a:lnTo>
                <a:lnTo>
                  <a:pt x="3950982" y="108648"/>
                </a:lnTo>
                <a:lnTo>
                  <a:pt x="3985272" y="68580"/>
                </a:lnTo>
                <a:lnTo>
                  <a:pt x="4259592" y="68580"/>
                </a:lnTo>
                <a:close/>
              </a:path>
              <a:path w="7863840" h="424180">
                <a:moveTo>
                  <a:pt x="4728972" y="182867"/>
                </a:moveTo>
                <a:lnTo>
                  <a:pt x="4680585" y="168389"/>
                </a:lnTo>
                <a:lnTo>
                  <a:pt x="4629912" y="140195"/>
                </a:lnTo>
                <a:lnTo>
                  <a:pt x="4580001" y="95427"/>
                </a:lnTo>
                <a:lnTo>
                  <a:pt x="4539907" y="44183"/>
                </a:lnTo>
                <a:lnTo>
                  <a:pt x="4532376" y="33515"/>
                </a:lnTo>
                <a:lnTo>
                  <a:pt x="4547616" y="22847"/>
                </a:lnTo>
                <a:lnTo>
                  <a:pt x="4511040" y="1511"/>
                </a:lnTo>
                <a:lnTo>
                  <a:pt x="4500778" y="29514"/>
                </a:lnTo>
                <a:lnTo>
                  <a:pt x="4486084" y="58661"/>
                </a:lnTo>
                <a:lnTo>
                  <a:pt x="4443984" y="120383"/>
                </a:lnTo>
                <a:lnTo>
                  <a:pt x="4418063" y="150672"/>
                </a:lnTo>
                <a:lnTo>
                  <a:pt x="4388612" y="177495"/>
                </a:lnTo>
                <a:lnTo>
                  <a:pt x="4355909" y="200964"/>
                </a:lnTo>
                <a:lnTo>
                  <a:pt x="4320540" y="220967"/>
                </a:lnTo>
                <a:lnTo>
                  <a:pt x="4322064" y="228587"/>
                </a:lnTo>
                <a:lnTo>
                  <a:pt x="4357814" y="212013"/>
                </a:lnTo>
                <a:lnTo>
                  <a:pt x="4417873" y="175437"/>
                </a:lnTo>
                <a:lnTo>
                  <a:pt x="4464139" y="132270"/>
                </a:lnTo>
                <a:lnTo>
                  <a:pt x="4506328" y="76784"/>
                </a:lnTo>
                <a:lnTo>
                  <a:pt x="4526280" y="44183"/>
                </a:lnTo>
                <a:lnTo>
                  <a:pt x="4544568" y="74498"/>
                </a:lnTo>
                <a:lnTo>
                  <a:pt x="4581144" y="125412"/>
                </a:lnTo>
                <a:lnTo>
                  <a:pt x="4618850" y="164896"/>
                </a:lnTo>
                <a:lnTo>
                  <a:pt x="4663948" y="197523"/>
                </a:lnTo>
                <a:lnTo>
                  <a:pt x="4689348" y="211823"/>
                </a:lnTo>
                <a:lnTo>
                  <a:pt x="4696193" y="202679"/>
                </a:lnTo>
                <a:lnTo>
                  <a:pt x="4705159" y="195821"/>
                </a:lnTo>
                <a:lnTo>
                  <a:pt x="4716145" y="191249"/>
                </a:lnTo>
                <a:lnTo>
                  <a:pt x="4728972" y="188963"/>
                </a:lnTo>
                <a:lnTo>
                  <a:pt x="4728972" y="182867"/>
                </a:lnTo>
                <a:close/>
              </a:path>
              <a:path w="7863840" h="424180">
                <a:moveTo>
                  <a:pt x="5107216" y="64376"/>
                </a:moveTo>
                <a:lnTo>
                  <a:pt x="5079123" y="34086"/>
                </a:lnTo>
                <a:lnTo>
                  <a:pt x="5049024" y="15227"/>
                </a:lnTo>
                <a:lnTo>
                  <a:pt x="5042928" y="21323"/>
                </a:lnTo>
                <a:lnTo>
                  <a:pt x="5056327" y="38468"/>
                </a:lnTo>
                <a:lnTo>
                  <a:pt x="5066741" y="53327"/>
                </a:lnTo>
                <a:lnTo>
                  <a:pt x="5073993" y="65900"/>
                </a:lnTo>
                <a:lnTo>
                  <a:pt x="5077980" y="76187"/>
                </a:lnTo>
                <a:lnTo>
                  <a:pt x="5081028" y="85331"/>
                </a:lnTo>
                <a:lnTo>
                  <a:pt x="5084076" y="89903"/>
                </a:lnTo>
                <a:lnTo>
                  <a:pt x="5090172" y="89903"/>
                </a:lnTo>
                <a:lnTo>
                  <a:pt x="5093220" y="88379"/>
                </a:lnTo>
                <a:lnTo>
                  <a:pt x="5097792" y="86855"/>
                </a:lnTo>
                <a:lnTo>
                  <a:pt x="5102364" y="83807"/>
                </a:lnTo>
                <a:lnTo>
                  <a:pt x="5105412" y="77711"/>
                </a:lnTo>
                <a:lnTo>
                  <a:pt x="5106936" y="70091"/>
                </a:lnTo>
                <a:lnTo>
                  <a:pt x="5107216" y="64376"/>
                </a:lnTo>
                <a:close/>
              </a:path>
              <a:path w="7863840" h="424180">
                <a:moveTo>
                  <a:pt x="5538216" y="30467"/>
                </a:moveTo>
                <a:lnTo>
                  <a:pt x="5532590" y="25895"/>
                </a:lnTo>
                <a:lnTo>
                  <a:pt x="5513844" y="10655"/>
                </a:lnTo>
                <a:lnTo>
                  <a:pt x="5503164" y="24003"/>
                </a:lnTo>
                <a:lnTo>
                  <a:pt x="5503164" y="36563"/>
                </a:lnTo>
                <a:lnTo>
                  <a:pt x="5503164" y="106667"/>
                </a:lnTo>
                <a:lnTo>
                  <a:pt x="5340108" y="106667"/>
                </a:lnTo>
                <a:lnTo>
                  <a:pt x="5340108" y="36563"/>
                </a:lnTo>
                <a:lnTo>
                  <a:pt x="5503164" y="36563"/>
                </a:lnTo>
                <a:lnTo>
                  <a:pt x="5503164" y="24003"/>
                </a:lnTo>
                <a:lnTo>
                  <a:pt x="5501640" y="25895"/>
                </a:lnTo>
                <a:lnTo>
                  <a:pt x="5340108" y="25895"/>
                </a:lnTo>
                <a:lnTo>
                  <a:pt x="5315724" y="13703"/>
                </a:lnTo>
                <a:lnTo>
                  <a:pt x="5315953" y="31445"/>
                </a:lnTo>
                <a:lnTo>
                  <a:pt x="5317007" y="64071"/>
                </a:lnTo>
                <a:lnTo>
                  <a:pt x="5317248" y="79235"/>
                </a:lnTo>
                <a:lnTo>
                  <a:pt x="5317007" y="94170"/>
                </a:lnTo>
                <a:lnTo>
                  <a:pt x="5315953" y="125742"/>
                </a:lnTo>
                <a:lnTo>
                  <a:pt x="5315724" y="143243"/>
                </a:lnTo>
                <a:lnTo>
                  <a:pt x="5340108" y="132575"/>
                </a:lnTo>
                <a:lnTo>
                  <a:pt x="5340108" y="117335"/>
                </a:lnTo>
                <a:lnTo>
                  <a:pt x="5503164" y="117335"/>
                </a:lnTo>
                <a:lnTo>
                  <a:pt x="5503164" y="137147"/>
                </a:lnTo>
                <a:lnTo>
                  <a:pt x="5527560" y="126479"/>
                </a:lnTo>
                <a:lnTo>
                  <a:pt x="5526671" y="117335"/>
                </a:lnTo>
                <a:lnTo>
                  <a:pt x="5526290" y="109524"/>
                </a:lnTo>
                <a:lnTo>
                  <a:pt x="5526189" y="106667"/>
                </a:lnTo>
                <a:lnTo>
                  <a:pt x="5526049" y="99047"/>
                </a:lnTo>
                <a:lnTo>
                  <a:pt x="5526036" y="39611"/>
                </a:lnTo>
                <a:lnTo>
                  <a:pt x="5530100" y="36563"/>
                </a:lnTo>
                <a:lnTo>
                  <a:pt x="5538216" y="30467"/>
                </a:lnTo>
                <a:close/>
              </a:path>
              <a:path w="7863840" h="424180">
                <a:moveTo>
                  <a:pt x="5567184" y="167627"/>
                </a:moveTo>
                <a:lnTo>
                  <a:pt x="5561698" y="163055"/>
                </a:lnTo>
                <a:lnTo>
                  <a:pt x="5539740" y="144767"/>
                </a:lnTo>
                <a:lnTo>
                  <a:pt x="5526036" y="163055"/>
                </a:lnTo>
                <a:lnTo>
                  <a:pt x="5314200" y="163055"/>
                </a:lnTo>
                <a:lnTo>
                  <a:pt x="5285244" y="149339"/>
                </a:lnTo>
                <a:lnTo>
                  <a:pt x="5286121" y="170776"/>
                </a:lnTo>
                <a:lnTo>
                  <a:pt x="5286578" y="191630"/>
                </a:lnTo>
                <a:lnTo>
                  <a:pt x="5286705" y="207251"/>
                </a:lnTo>
                <a:lnTo>
                  <a:pt x="5286603" y="268503"/>
                </a:lnTo>
                <a:lnTo>
                  <a:pt x="5286565" y="273354"/>
                </a:lnTo>
                <a:lnTo>
                  <a:pt x="5286121" y="295071"/>
                </a:lnTo>
                <a:lnTo>
                  <a:pt x="5285244" y="318503"/>
                </a:lnTo>
                <a:lnTo>
                  <a:pt x="5311152" y="307835"/>
                </a:lnTo>
                <a:lnTo>
                  <a:pt x="5311152" y="173723"/>
                </a:lnTo>
                <a:lnTo>
                  <a:pt x="5529084" y="173723"/>
                </a:lnTo>
                <a:lnTo>
                  <a:pt x="5529084" y="310883"/>
                </a:lnTo>
                <a:lnTo>
                  <a:pt x="5554992" y="300215"/>
                </a:lnTo>
                <a:lnTo>
                  <a:pt x="5554103" y="289077"/>
                </a:lnTo>
                <a:lnTo>
                  <a:pt x="5553659" y="278498"/>
                </a:lnTo>
                <a:lnTo>
                  <a:pt x="5553570" y="273354"/>
                </a:lnTo>
                <a:lnTo>
                  <a:pt x="5553468" y="179819"/>
                </a:lnTo>
                <a:lnTo>
                  <a:pt x="5560326" y="173723"/>
                </a:lnTo>
                <a:lnTo>
                  <a:pt x="5567184" y="167627"/>
                </a:lnTo>
                <a:close/>
              </a:path>
              <a:path w="7863840" h="424180">
                <a:moveTo>
                  <a:pt x="5575351" y="382993"/>
                </a:moveTo>
                <a:lnTo>
                  <a:pt x="5555818" y="348132"/>
                </a:lnTo>
                <a:lnTo>
                  <a:pt x="5486616" y="322986"/>
                </a:lnTo>
                <a:lnTo>
                  <a:pt x="5430024" y="307835"/>
                </a:lnTo>
                <a:lnTo>
                  <a:pt x="5428500" y="315455"/>
                </a:lnTo>
                <a:lnTo>
                  <a:pt x="5452211" y="325958"/>
                </a:lnTo>
                <a:lnTo>
                  <a:pt x="5473077" y="336600"/>
                </a:lnTo>
                <a:lnTo>
                  <a:pt x="5506224" y="356603"/>
                </a:lnTo>
                <a:lnTo>
                  <a:pt x="5543512" y="384035"/>
                </a:lnTo>
                <a:lnTo>
                  <a:pt x="5559552" y="399275"/>
                </a:lnTo>
                <a:lnTo>
                  <a:pt x="5564136" y="402323"/>
                </a:lnTo>
                <a:lnTo>
                  <a:pt x="5570232" y="402323"/>
                </a:lnTo>
                <a:lnTo>
                  <a:pt x="5573280" y="397751"/>
                </a:lnTo>
                <a:lnTo>
                  <a:pt x="5574804" y="390131"/>
                </a:lnTo>
                <a:lnTo>
                  <a:pt x="5575351" y="382993"/>
                </a:lnTo>
                <a:close/>
              </a:path>
              <a:path w="7863840" h="424180">
                <a:moveTo>
                  <a:pt x="5698820" y="175590"/>
                </a:moveTo>
                <a:lnTo>
                  <a:pt x="5698248" y="160401"/>
                </a:lnTo>
                <a:lnTo>
                  <a:pt x="5696534" y="140055"/>
                </a:lnTo>
                <a:lnTo>
                  <a:pt x="5693676" y="114300"/>
                </a:lnTo>
                <a:lnTo>
                  <a:pt x="5687580" y="114300"/>
                </a:lnTo>
                <a:lnTo>
                  <a:pt x="5683834" y="136588"/>
                </a:lnTo>
                <a:lnTo>
                  <a:pt x="5679389" y="155448"/>
                </a:lnTo>
                <a:lnTo>
                  <a:pt x="5674068" y="170878"/>
                </a:lnTo>
                <a:lnTo>
                  <a:pt x="5667768" y="182880"/>
                </a:lnTo>
                <a:lnTo>
                  <a:pt x="5661672" y="190500"/>
                </a:lnTo>
                <a:lnTo>
                  <a:pt x="5658624" y="196596"/>
                </a:lnTo>
                <a:lnTo>
                  <a:pt x="5658624" y="204216"/>
                </a:lnTo>
                <a:lnTo>
                  <a:pt x="5661672" y="205740"/>
                </a:lnTo>
                <a:lnTo>
                  <a:pt x="5666244" y="207264"/>
                </a:lnTo>
                <a:lnTo>
                  <a:pt x="5670816" y="210312"/>
                </a:lnTo>
                <a:lnTo>
                  <a:pt x="5698248" y="185928"/>
                </a:lnTo>
                <a:lnTo>
                  <a:pt x="5698820" y="175590"/>
                </a:lnTo>
                <a:close/>
              </a:path>
              <a:path w="7863840" h="424180">
                <a:moveTo>
                  <a:pt x="5990856" y="187452"/>
                </a:moveTo>
                <a:lnTo>
                  <a:pt x="5961900" y="158496"/>
                </a:lnTo>
                <a:lnTo>
                  <a:pt x="5942088" y="176784"/>
                </a:lnTo>
                <a:lnTo>
                  <a:pt x="5824740" y="176784"/>
                </a:lnTo>
                <a:lnTo>
                  <a:pt x="5839980" y="193548"/>
                </a:lnTo>
                <a:lnTo>
                  <a:pt x="5848883" y="190665"/>
                </a:lnTo>
                <a:lnTo>
                  <a:pt x="5857506" y="188785"/>
                </a:lnTo>
                <a:lnTo>
                  <a:pt x="5866117" y="187756"/>
                </a:lnTo>
                <a:lnTo>
                  <a:pt x="5875032" y="187452"/>
                </a:lnTo>
                <a:lnTo>
                  <a:pt x="5990856" y="187452"/>
                </a:lnTo>
                <a:close/>
              </a:path>
              <a:path w="7863840" h="424180">
                <a:moveTo>
                  <a:pt x="6064008" y="175260"/>
                </a:moveTo>
                <a:lnTo>
                  <a:pt x="6014288" y="153606"/>
                </a:lnTo>
                <a:lnTo>
                  <a:pt x="5975108" y="122504"/>
                </a:lnTo>
                <a:lnTo>
                  <a:pt x="5935624" y="70548"/>
                </a:lnTo>
                <a:lnTo>
                  <a:pt x="5916180" y="36576"/>
                </a:lnTo>
                <a:lnTo>
                  <a:pt x="5931420" y="22860"/>
                </a:lnTo>
                <a:lnTo>
                  <a:pt x="5893320" y="0"/>
                </a:lnTo>
                <a:lnTo>
                  <a:pt x="5877699" y="46482"/>
                </a:lnTo>
                <a:lnTo>
                  <a:pt x="5850648" y="102108"/>
                </a:lnTo>
                <a:lnTo>
                  <a:pt x="5811596" y="160401"/>
                </a:lnTo>
                <a:lnTo>
                  <a:pt x="5762256" y="216408"/>
                </a:lnTo>
                <a:lnTo>
                  <a:pt x="5766828" y="219456"/>
                </a:lnTo>
                <a:lnTo>
                  <a:pt x="5797537" y="195668"/>
                </a:lnTo>
                <a:lnTo>
                  <a:pt x="5827446" y="166319"/>
                </a:lnTo>
                <a:lnTo>
                  <a:pt x="5856465" y="131343"/>
                </a:lnTo>
                <a:lnTo>
                  <a:pt x="5884545" y="90652"/>
                </a:lnTo>
                <a:lnTo>
                  <a:pt x="5911608" y="44196"/>
                </a:lnTo>
                <a:lnTo>
                  <a:pt x="5930150" y="91909"/>
                </a:lnTo>
                <a:lnTo>
                  <a:pt x="5955995" y="134493"/>
                </a:lnTo>
                <a:lnTo>
                  <a:pt x="5988964" y="171919"/>
                </a:lnTo>
                <a:lnTo>
                  <a:pt x="6028956" y="204216"/>
                </a:lnTo>
                <a:lnTo>
                  <a:pt x="6034646" y="195300"/>
                </a:lnTo>
                <a:lnTo>
                  <a:pt x="6042482" y="188976"/>
                </a:lnTo>
                <a:lnTo>
                  <a:pt x="6052312" y="184924"/>
                </a:lnTo>
                <a:lnTo>
                  <a:pt x="6064008" y="182880"/>
                </a:lnTo>
                <a:lnTo>
                  <a:pt x="6064008" y="175260"/>
                </a:lnTo>
                <a:close/>
              </a:path>
              <a:path w="7863840" h="424180">
                <a:moveTo>
                  <a:pt x="7156717" y="62471"/>
                </a:moveTo>
                <a:lnTo>
                  <a:pt x="7127761" y="31991"/>
                </a:lnTo>
                <a:lnTo>
                  <a:pt x="7106425" y="51803"/>
                </a:lnTo>
                <a:lnTo>
                  <a:pt x="6998221" y="51803"/>
                </a:lnTo>
                <a:lnTo>
                  <a:pt x="7013461" y="68567"/>
                </a:lnTo>
                <a:lnTo>
                  <a:pt x="7023760" y="65697"/>
                </a:lnTo>
                <a:lnTo>
                  <a:pt x="7034225" y="63804"/>
                </a:lnTo>
                <a:lnTo>
                  <a:pt x="7044957" y="62788"/>
                </a:lnTo>
                <a:lnTo>
                  <a:pt x="7056133" y="62471"/>
                </a:lnTo>
                <a:lnTo>
                  <a:pt x="7062229" y="62471"/>
                </a:lnTo>
                <a:lnTo>
                  <a:pt x="7062229" y="172199"/>
                </a:lnTo>
                <a:lnTo>
                  <a:pt x="7004317" y="172199"/>
                </a:lnTo>
                <a:lnTo>
                  <a:pt x="7021081" y="187439"/>
                </a:lnTo>
                <a:lnTo>
                  <a:pt x="7030504" y="185445"/>
                </a:lnTo>
                <a:lnTo>
                  <a:pt x="7040512" y="184010"/>
                </a:lnTo>
                <a:lnTo>
                  <a:pt x="7051078" y="183159"/>
                </a:lnTo>
                <a:lnTo>
                  <a:pt x="7062229" y="182867"/>
                </a:lnTo>
                <a:lnTo>
                  <a:pt x="7062229" y="306311"/>
                </a:lnTo>
                <a:lnTo>
                  <a:pt x="7048792" y="311150"/>
                </a:lnTo>
                <a:lnTo>
                  <a:pt x="7033654" y="316407"/>
                </a:lnTo>
                <a:lnTo>
                  <a:pt x="7016788" y="321957"/>
                </a:lnTo>
                <a:lnTo>
                  <a:pt x="6998221" y="327647"/>
                </a:lnTo>
                <a:lnTo>
                  <a:pt x="7019557" y="359651"/>
                </a:lnTo>
                <a:lnTo>
                  <a:pt x="7061809" y="328244"/>
                </a:lnTo>
                <a:lnTo>
                  <a:pt x="7100989" y="306717"/>
                </a:lnTo>
                <a:lnTo>
                  <a:pt x="7152145" y="281927"/>
                </a:lnTo>
                <a:lnTo>
                  <a:pt x="7150621" y="274307"/>
                </a:lnTo>
                <a:lnTo>
                  <a:pt x="7085089" y="298691"/>
                </a:lnTo>
                <a:lnTo>
                  <a:pt x="7085089" y="182867"/>
                </a:lnTo>
                <a:lnTo>
                  <a:pt x="7152145" y="182867"/>
                </a:lnTo>
                <a:lnTo>
                  <a:pt x="7124713" y="152387"/>
                </a:lnTo>
                <a:lnTo>
                  <a:pt x="7106425" y="172199"/>
                </a:lnTo>
                <a:lnTo>
                  <a:pt x="7085089" y="172199"/>
                </a:lnTo>
                <a:lnTo>
                  <a:pt x="7085089" y="62471"/>
                </a:lnTo>
                <a:lnTo>
                  <a:pt x="7156717" y="62471"/>
                </a:lnTo>
                <a:close/>
              </a:path>
              <a:path w="7863840" h="424180">
                <a:moveTo>
                  <a:pt x="7362457" y="41135"/>
                </a:moveTo>
                <a:lnTo>
                  <a:pt x="7358469" y="38087"/>
                </a:lnTo>
                <a:lnTo>
                  <a:pt x="7336549" y="21323"/>
                </a:lnTo>
                <a:lnTo>
                  <a:pt x="7324357" y="38087"/>
                </a:lnTo>
                <a:lnTo>
                  <a:pt x="7196341" y="38087"/>
                </a:lnTo>
                <a:lnTo>
                  <a:pt x="7171957" y="22847"/>
                </a:lnTo>
                <a:lnTo>
                  <a:pt x="7172833" y="43091"/>
                </a:lnTo>
                <a:lnTo>
                  <a:pt x="7173290" y="71615"/>
                </a:lnTo>
                <a:lnTo>
                  <a:pt x="7173392" y="95999"/>
                </a:lnTo>
                <a:lnTo>
                  <a:pt x="7173290" y="232397"/>
                </a:lnTo>
                <a:lnTo>
                  <a:pt x="7172833" y="260400"/>
                </a:lnTo>
                <a:lnTo>
                  <a:pt x="7171957" y="280403"/>
                </a:lnTo>
                <a:lnTo>
                  <a:pt x="7196341" y="269735"/>
                </a:lnTo>
                <a:lnTo>
                  <a:pt x="7196341" y="48755"/>
                </a:lnTo>
                <a:lnTo>
                  <a:pt x="7328929" y="48755"/>
                </a:lnTo>
                <a:lnTo>
                  <a:pt x="7328929" y="263639"/>
                </a:lnTo>
                <a:lnTo>
                  <a:pt x="7353313" y="251447"/>
                </a:lnTo>
                <a:lnTo>
                  <a:pt x="7351255" y="189915"/>
                </a:lnTo>
                <a:lnTo>
                  <a:pt x="7350519" y="129298"/>
                </a:lnTo>
                <a:lnTo>
                  <a:pt x="7350265" y="51803"/>
                </a:lnTo>
                <a:lnTo>
                  <a:pt x="7353744" y="48755"/>
                </a:lnTo>
                <a:lnTo>
                  <a:pt x="7362457" y="41135"/>
                </a:lnTo>
                <a:close/>
              </a:path>
              <a:path w="7863840" h="424180">
                <a:moveTo>
                  <a:pt x="7405129" y="374891"/>
                </a:moveTo>
                <a:lnTo>
                  <a:pt x="7384428" y="328371"/>
                </a:lnTo>
                <a:lnTo>
                  <a:pt x="7383793" y="291071"/>
                </a:lnTo>
                <a:lnTo>
                  <a:pt x="7376173" y="291071"/>
                </a:lnTo>
                <a:lnTo>
                  <a:pt x="7374788" y="309626"/>
                </a:lnTo>
                <a:lnTo>
                  <a:pt x="7373125" y="326313"/>
                </a:lnTo>
                <a:lnTo>
                  <a:pt x="7371448" y="341007"/>
                </a:lnTo>
                <a:lnTo>
                  <a:pt x="7370077" y="353555"/>
                </a:lnTo>
                <a:lnTo>
                  <a:pt x="7367498" y="363804"/>
                </a:lnTo>
                <a:lnTo>
                  <a:pt x="7364362" y="371462"/>
                </a:lnTo>
                <a:lnTo>
                  <a:pt x="7360640" y="376275"/>
                </a:lnTo>
                <a:lnTo>
                  <a:pt x="7356361" y="377939"/>
                </a:lnTo>
                <a:lnTo>
                  <a:pt x="7316737" y="377939"/>
                </a:lnTo>
                <a:lnTo>
                  <a:pt x="7307847" y="376758"/>
                </a:lnTo>
                <a:lnTo>
                  <a:pt x="7301687" y="372986"/>
                </a:lnTo>
                <a:lnTo>
                  <a:pt x="7298080" y="366369"/>
                </a:lnTo>
                <a:lnTo>
                  <a:pt x="7296925" y="356603"/>
                </a:lnTo>
                <a:lnTo>
                  <a:pt x="7296925" y="256019"/>
                </a:lnTo>
                <a:lnTo>
                  <a:pt x="7309117" y="243827"/>
                </a:lnTo>
                <a:lnTo>
                  <a:pt x="7274065" y="225539"/>
                </a:lnTo>
                <a:lnTo>
                  <a:pt x="7274179" y="366369"/>
                </a:lnTo>
                <a:lnTo>
                  <a:pt x="7304545" y="397751"/>
                </a:lnTo>
                <a:lnTo>
                  <a:pt x="7368553" y="397751"/>
                </a:lnTo>
                <a:lnTo>
                  <a:pt x="7379411" y="397179"/>
                </a:lnTo>
                <a:lnTo>
                  <a:pt x="7389127" y="393179"/>
                </a:lnTo>
                <a:lnTo>
                  <a:pt x="7397699" y="385749"/>
                </a:lnTo>
                <a:lnTo>
                  <a:pt x="7403033" y="377939"/>
                </a:lnTo>
                <a:lnTo>
                  <a:pt x="7405129" y="374891"/>
                </a:lnTo>
                <a:close/>
              </a:path>
              <a:path w="7863840" h="424180">
                <a:moveTo>
                  <a:pt x="7842517" y="367284"/>
                </a:moveTo>
                <a:lnTo>
                  <a:pt x="7807465" y="332232"/>
                </a:lnTo>
                <a:lnTo>
                  <a:pt x="7783081" y="356616"/>
                </a:lnTo>
                <a:lnTo>
                  <a:pt x="7696213" y="356616"/>
                </a:lnTo>
                <a:lnTo>
                  <a:pt x="7696213" y="217932"/>
                </a:lnTo>
                <a:lnTo>
                  <a:pt x="7818133" y="217932"/>
                </a:lnTo>
                <a:lnTo>
                  <a:pt x="7784605" y="184404"/>
                </a:lnTo>
                <a:lnTo>
                  <a:pt x="7763269" y="207264"/>
                </a:lnTo>
                <a:lnTo>
                  <a:pt x="7696213" y="207264"/>
                </a:lnTo>
                <a:lnTo>
                  <a:pt x="7696213" y="135636"/>
                </a:lnTo>
                <a:lnTo>
                  <a:pt x="7709929" y="123444"/>
                </a:lnTo>
                <a:lnTo>
                  <a:pt x="7670305" y="106680"/>
                </a:lnTo>
                <a:lnTo>
                  <a:pt x="7671181" y="120624"/>
                </a:lnTo>
                <a:lnTo>
                  <a:pt x="7671638" y="132588"/>
                </a:lnTo>
                <a:lnTo>
                  <a:pt x="7671803" y="142252"/>
                </a:lnTo>
                <a:lnTo>
                  <a:pt x="7671829" y="207264"/>
                </a:lnTo>
                <a:lnTo>
                  <a:pt x="7571245" y="207264"/>
                </a:lnTo>
                <a:lnTo>
                  <a:pt x="7586485" y="222504"/>
                </a:lnTo>
                <a:lnTo>
                  <a:pt x="7596784" y="220497"/>
                </a:lnTo>
                <a:lnTo>
                  <a:pt x="7607249" y="219075"/>
                </a:lnTo>
                <a:lnTo>
                  <a:pt x="7617981" y="218211"/>
                </a:lnTo>
                <a:lnTo>
                  <a:pt x="7629157" y="217932"/>
                </a:lnTo>
                <a:lnTo>
                  <a:pt x="7671829" y="217932"/>
                </a:lnTo>
                <a:lnTo>
                  <a:pt x="7671829" y="356616"/>
                </a:lnTo>
                <a:lnTo>
                  <a:pt x="7548385" y="356616"/>
                </a:lnTo>
                <a:lnTo>
                  <a:pt x="7565149" y="371856"/>
                </a:lnTo>
                <a:lnTo>
                  <a:pt x="7574572" y="369849"/>
                </a:lnTo>
                <a:lnTo>
                  <a:pt x="7584580" y="368427"/>
                </a:lnTo>
                <a:lnTo>
                  <a:pt x="7595146" y="367563"/>
                </a:lnTo>
                <a:lnTo>
                  <a:pt x="7606297" y="367284"/>
                </a:lnTo>
                <a:lnTo>
                  <a:pt x="7842517" y="367284"/>
                </a:lnTo>
                <a:close/>
              </a:path>
              <a:path w="7863840" h="424180">
                <a:moveTo>
                  <a:pt x="7863840" y="403847"/>
                </a:moveTo>
                <a:lnTo>
                  <a:pt x="7523505" y="403847"/>
                </a:lnTo>
                <a:lnTo>
                  <a:pt x="7540765" y="394716"/>
                </a:lnTo>
                <a:lnTo>
                  <a:pt x="7540765" y="225552"/>
                </a:lnTo>
                <a:lnTo>
                  <a:pt x="7540765" y="201168"/>
                </a:lnTo>
                <a:lnTo>
                  <a:pt x="7557033" y="182880"/>
                </a:lnTo>
                <a:lnTo>
                  <a:pt x="7559053" y="180606"/>
                </a:lnTo>
                <a:lnTo>
                  <a:pt x="7577341" y="155638"/>
                </a:lnTo>
                <a:lnTo>
                  <a:pt x="7595629" y="126365"/>
                </a:lnTo>
                <a:lnTo>
                  <a:pt x="7613917" y="92964"/>
                </a:lnTo>
                <a:lnTo>
                  <a:pt x="7831849" y="92964"/>
                </a:lnTo>
                <a:lnTo>
                  <a:pt x="7795273" y="56388"/>
                </a:lnTo>
                <a:lnTo>
                  <a:pt x="7769365" y="82296"/>
                </a:lnTo>
                <a:lnTo>
                  <a:pt x="7616965" y="82296"/>
                </a:lnTo>
                <a:lnTo>
                  <a:pt x="7624153" y="67411"/>
                </a:lnTo>
                <a:lnTo>
                  <a:pt x="7629919" y="54673"/>
                </a:lnTo>
                <a:lnTo>
                  <a:pt x="7634529" y="43929"/>
                </a:lnTo>
                <a:lnTo>
                  <a:pt x="7638301" y="35039"/>
                </a:lnTo>
                <a:lnTo>
                  <a:pt x="7655065" y="24384"/>
                </a:lnTo>
                <a:lnTo>
                  <a:pt x="7615441" y="3048"/>
                </a:lnTo>
                <a:lnTo>
                  <a:pt x="7611415" y="19926"/>
                </a:lnTo>
                <a:lnTo>
                  <a:pt x="7606106" y="38671"/>
                </a:lnTo>
                <a:lnTo>
                  <a:pt x="7599362" y="59410"/>
                </a:lnTo>
                <a:lnTo>
                  <a:pt x="7591057" y="82296"/>
                </a:lnTo>
                <a:lnTo>
                  <a:pt x="7453897" y="82296"/>
                </a:lnTo>
                <a:lnTo>
                  <a:pt x="7469137" y="97536"/>
                </a:lnTo>
                <a:lnTo>
                  <a:pt x="7478560" y="95529"/>
                </a:lnTo>
                <a:lnTo>
                  <a:pt x="7488568" y="94107"/>
                </a:lnTo>
                <a:lnTo>
                  <a:pt x="7499134" y="93243"/>
                </a:lnTo>
                <a:lnTo>
                  <a:pt x="7510285" y="92964"/>
                </a:lnTo>
                <a:lnTo>
                  <a:pt x="7586485" y="92964"/>
                </a:lnTo>
                <a:lnTo>
                  <a:pt x="7572743" y="118364"/>
                </a:lnTo>
                <a:lnTo>
                  <a:pt x="7558862" y="141922"/>
                </a:lnTo>
                <a:lnTo>
                  <a:pt x="7544689" y="163461"/>
                </a:lnTo>
                <a:lnTo>
                  <a:pt x="7530097" y="182880"/>
                </a:lnTo>
                <a:lnTo>
                  <a:pt x="7511809" y="175260"/>
                </a:lnTo>
                <a:lnTo>
                  <a:pt x="7512888" y="184404"/>
                </a:lnTo>
                <a:lnTo>
                  <a:pt x="7513904" y="192214"/>
                </a:lnTo>
                <a:lnTo>
                  <a:pt x="7514590" y="197751"/>
                </a:lnTo>
                <a:lnTo>
                  <a:pt x="7514857" y="201168"/>
                </a:lnTo>
                <a:lnTo>
                  <a:pt x="7500645" y="217932"/>
                </a:lnTo>
                <a:lnTo>
                  <a:pt x="7482853" y="236601"/>
                </a:lnTo>
                <a:lnTo>
                  <a:pt x="7461707" y="256882"/>
                </a:lnTo>
                <a:lnTo>
                  <a:pt x="7437133" y="278892"/>
                </a:lnTo>
                <a:lnTo>
                  <a:pt x="7441705" y="283464"/>
                </a:lnTo>
                <a:lnTo>
                  <a:pt x="7459154" y="272046"/>
                </a:lnTo>
                <a:lnTo>
                  <a:pt x="7477328" y="258508"/>
                </a:lnTo>
                <a:lnTo>
                  <a:pt x="7496353" y="242951"/>
                </a:lnTo>
                <a:lnTo>
                  <a:pt x="7516381" y="225552"/>
                </a:lnTo>
                <a:lnTo>
                  <a:pt x="7516381" y="358140"/>
                </a:lnTo>
                <a:lnTo>
                  <a:pt x="7516139" y="369849"/>
                </a:lnTo>
                <a:lnTo>
                  <a:pt x="7515098" y="394716"/>
                </a:lnTo>
                <a:lnTo>
                  <a:pt x="7514933" y="403847"/>
                </a:lnTo>
                <a:lnTo>
                  <a:pt x="7112940" y="403847"/>
                </a:lnTo>
                <a:lnTo>
                  <a:pt x="7142048" y="390944"/>
                </a:lnTo>
                <a:lnTo>
                  <a:pt x="7180339" y="368414"/>
                </a:lnTo>
                <a:lnTo>
                  <a:pt x="7210628" y="344182"/>
                </a:lnTo>
                <a:lnTo>
                  <a:pt x="7248931" y="285927"/>
                </a:lnTo>
                <a:lnTo>
                  <a:pt x="7260539" y="243065"/>
                </a:lnTo>
                <a:lnTo>
                  <a:pt x="7267842" y="189915"/>
                </a:lnTo>
                <a:lnTo>
                  <a:pt x="7271017" y="126479"/>
                </a:lnTo>
                <a:lnTo>
                  <a:pt x="7286257" y="112763"/>
                </a:lnTo>
                <a:lnTo>
                  <a:pt x="7245109" y="95999"/>
                </a:lnTo>
                <a:lnTo>
                  <a:pt x="7244004" y="163703"/>
                </a:lnTo>
                <a:lnTo>
                  <a:pt x="7238632" y="220395"/>
                </a:lnTo>
                <a:lnTo>
                  <a:pt x="7229246" y="265950"/>
                </a:lnTo>
                <a:lnTo>
                  <a:pt x="7197280" y="328218"/>
                </a:lnTo>
                <a:lnTo>
                  <a:pt x="7170242" y="355269"/>
                </a:lnTo>
                <a:lnTo>
                  <a:pt x="7134923" y="381444"/>
                </a:lnTo>
                <a:lnTo>
                  <a:pt x="7096417" y="403847"/>
                </a:lnTo>
                <a:lnTo>
                  <a:pt x="6889763" y="403847"/>
                </a:lnTo>
                <a:lnTo>
                  <a:pt x="6911353" y="396227"/>
                </a:lnTo>
                <a:lnTo>
                  <a:pt x="6910464" y="380466"/>
                </a:lnTo>
                <a:lnTo>
                  <a:pt x="6910019" y="364985"/>
                </a:lnTo>
                <a:lnTo>
                  <a:pt x="6909841" y="349516"/>
                </a:lnTo>
                <a:lnTo>
                  <a:pt x="6909829" y="269735"/>
                </a:lnTo>
                <a:lnTo>
                  <a:pt x="6923545" y="259067"/>
                </a:lnTo>
                <a:lnTo>
                  <a:pt x="6883921" y="236207"/>
                </a:lnTo>
                <a:lnTo>
                  <a:pt x="6884149" y="250786"/>
                </a:lnTo>
                <a:lnTo>
                  <a:pt x="6885203" y="278218"/>
                </a:lnTo>
                <a:lnTo>
                  <a:pt x="6885445" y="291071"/>
                </a:lnTo>
                <a:lnTo>
                  <a:pt x="6885445" y="367271"/>
                </a:lnTo>
                <a:lnTo>
                  <a:pt x="6765049" y="367271"/>
                </a:lnTo>
                <a:lnTo>
                  <a:pt x="6765049" y="198107"/>
                </a:lnTo>
                <a:lnTo>
                  <a:pt x="6867157" y="198107"/>
                </a:lnTo>
                <a:lnTo>
                  <a:pt x="6867157" y="219443"/>
                </a:lnTo>
                <a:lnTo>
                  <a:pt x="6896113" y="208775"/>
                </a:lnTo>
                <a:lnTo>
                  <a:pt x="6894106" y="193878"/>
                </a:lnTo>
                <a:lnTo>
                  <a:pt x="6892684" y="180962"/>
                </a:lnTo>
                <a:lnTo>
                  <a:pt x="6891820" y="169773"/>
                </a:lnTo>
                <a:lnTo>
                  <a:pt x="6891541" y="160007"/>
                </a:lnTo>
                <a:lnTo>
                  <a:pt x="6891541" y="92951"/>
                </a:lnTo>
                <a:lnTo>
                  <a:pt x="6905257" y="80759"/>
                </a:lnTo>
                <a:lnTo>
                  <a:pt x="6865633" y="60947"/>
                </a:lnTo>
                <a:lnTo>
                  <a:pt x="6866509" y="74358"/>
                </a:lnTo>
                <a:lnTo>
                  <a:pt x="6866966" y="87045"/>
                </a:lnTo>
                <a:lnTo>
                  <a:pt x="6867131" y="98882"/>
                </a:lnTo>
                <a:lnTo>
                  <a:pt x="6867157" y="187439"/>
                </a:lnTo>
                <a:lnTo>
                  <a:pt x="6765049" y="187439"/>
                </a:lnTo>
                <a:lnTo>
                  <a:pt x="6765049" y="47231"/>
                </a:lnTo>
                <a:lnTo>
                  <a:pt x="6778765" y="31991"/>
                </a:lnTo>
                <a:lnTo>
                  <a:pt x="6739141" y="12179"/>
                </a:lnTo>
                <a:lnTo>
                  <a:pt x="6740017" y="27063"/>
                </a:lnTo>
                <a:lnTo>
                  <a:pt x="6740474" y="42087"/>
                </a:lnTo>
                <a:lnTo>
                  <a:pt x="6740639" y="57404"/>
                </a:lnTo>
                <a:lnTo>
                  <a:pt x="6740665" y="187439"/>
                </a:lnTo>
                <a:lnTo>
                  <a:pt x="6638557" y="187439"/>
                </a:lnTo>
                <a:lnTo>
                  <a:pt x="6638557" y="95999"/>
                </a:lnTo>
                <a:lnTo>
                  <a:pt x="6653797" y="85331"/>
                </a:lnTo>
                <a:lnTo>
                  <a:pt x="6612649" y="63995"/>
                </a:lnTo>
                <a:lnTo>
                  <a:pt x="6613525" y="76288"/>
                </a:lnTo>
                <a:lnTo>
                  <a:pt x="6613982" y="87998"/>
                </a:lnTo>
                <a:lnTo>
                  <a:pt x="6614147" y="99148"/>
                </a:lnTo>
                <a:lnTo>
                  <a:pt x="6614173" y="181343"/>
                </a:lnTo>
                <a:lnTo>
                  <a:pt x="6601981" y="192011"/>
                </a:lnTo>
                <a:lnTo>
                  <a:pt x="6626365" y="210299"/>
                </a:lnTo>
                <a:lnTo>
                  <a:pt x="6640081" y="198107"/>
                </a:lnTo>
                <a:lnTo>
                  <a:pt x="6740665" y="198107"/>
                </a:lnTo>
                <a:lnTo>
                  <a:pt x="6740665" y="367271"/>
                </a:lnTo>
                <a:lnTo>
                  <a:pt x="6624841" y="367271"/>
                </a:lnTo>
                <a:lnTo>
                  <a:pt x="6624841" y="266687"/>
                </a:lnTo>
                <a:lnTo>
                  <a:pt x="6638557" y="254495"/>
                </a:lnTo>
                <a:lnTo>
                  <a:pt x="6598933" y="233159"/>
                </a:lnTo>
                <a:lnTo>
                  <a:pt x="6599161" y="248640"/>
                </a:lnTo>
                <a:lnTo>
                  <a:pt x="6600215" y="277317"/>
                </a:lnTo>
                <a:lnTo>
                  <a:pt x="6600457" y="291071"/>
                </a:lnTo>
                <a:lnTo>
                  <a:pt x="6600457" y="358127"/>
                </a:lnTo>
                <a:lnTo>
                  <a:pt x="6588265" y="370319"/>
                </a:lnTo>
                <a:lnTo>
                  <a:pt x="6612649" y="390131"/>
                </a:lnTo>
                <a:lnTo>
                  <a:pt x="6624841" y="377939"/>
                </a:lnTo>
                <a:lnTo>
                  <a:pt x="6885445" y="377939"/>
                </a:lnTo>
                <a:lnTo>
                  <a:pt x="6885445" y="403847"/>
                </a:lnTo>
                <a:lnTo>
                  <a:pt x="6378016" y="403847"/>
                </a:lnTo>
                <a:lnTo>
                  <a:pt x="6389560" y="392430"/>
                </a:lnTo>
                <a:lnTo>
                  <a:pt x="6396304" y="378091"/>
                </a:lnTo>
                <a:lnTo>
                  <a:pt x="6396660" y="373926"/>
                </a:lnTo>
                <a:lnTo>
                  <a:pt x="6397752" y="361188"/>
                </a:lnTo>
                <a:lnTo>
                  <a:pt x="6397752" y="217932"/>
                </a:lnTo>
                <a:lnTo>
                  <a:pt x="6510528" y="217932"/>
                </a:lnTo>
                <a:lnTo>
                  <a:pt x="6478524" y="184404"/>
                </a:lnTo>
                <a:lnTo>
                  <a:pt x="6455664" y="207264"/>
                </a:lnTo>
                <a:lnTo>
                  <a:pt x="6397752" y="207264"/>
                </a:lnTo>
                <a:lnTo>
                  <a:pt x="6397752" y="152400"/>
                </a:lnTo>
                <a:lnTo>
                  <a:pt x="6411468" y="141732"/>
                </a:lnTo>
                <a:lnTo>
                  <a:pt x="6399276" y="134112"/>
                </a:lnTo>
                <a:lnTo>
                  <a:pt x="6401790" y="131064"/>
                </a:lnTo>
                <a:lnTo>
                  <a:pt x="6409588" y="121602"/>
                </a:lnTo>
                <a:lnTo>
                  <a:pt x="6420040" y="109537"/>
                </a:lnTo>
                <a:lnTo>
                  <a:pt x="6452235" y="79222"/>
                </a:lnTo>
                <a:lnTo>
                  <a:pt x="6483096" y="64008"/>
                </a:lnTo>
                <a:lnTo>
                  <a:pt x="6479743" y="60960"/>
                </a:lnTo>
                <a:lnTo>
                  <a:pt x="6449568" y="33528"/>
                </a:lnTo>
                <a:lnTo>
                  <a:pt x="6434328" y="50292"/>
                </a:lnTo>
                <a:lnTo>
                  <a:pt x="6286500" y="50292"/>
                </a:lnTo>
                <a:lnTo>
                  <a:pt x="6301740" y="65532"/>
                </a:lnTo>
                <a:lnTo>
                  <a:pt x="6324600" y="60960"/>
                </a:lnTo>
                <a:lnTo>
                  <a:pt x="6434328" y="60960"/>
                </a:lnTo>
                <a:lnTo>
                  <a:pt x="6393180" y="131064"/>
                </a:lnTo>
                <a:lnTo>
                  <a:pt x="6371844" y="118872"/>
                </a:lnTo>
                <a:lnTo>
                  <a:pt x="6372733" y="139103"/>
                </a:lnTo>
                <a:lnTo>
                  <a:pt x="6373177" y="160782"/>
                </a:lnTo>
                <a:lnTo>
                  <a:pt x="6373266" y="171919"/>
                </a:lnTo>
                <a:lnTo>
                  <a:pt x="6373368" y="207264"/>
                </a:lnTo>
                <a:lnTo>
                  <a:pt x="6263640" y="207264"/>
                </a:lnTo>
                <a:lnTo>
                  <a:pt x="6277356" y="220980"/>
                </a:lnTo>
                <a:lnTo>
                  <a:pt x="6294120" y="217932"/>
                </a:lnTo>
                <a:lnTo>
                  <a:pt x="6373368" y="217932"/>
                </a:lnTo>
                <a:lnTo>
                  <a:pt x="6373368" y="355092"/>
                </a:lnTo>
                <a:lnTo>
                  <a:pt x="6371844" y="365760"/>
                </a:lnTo>
                <a:lnTo>
                  <a:pt x="6368796" y="371856"/>
                </a:lnTo>
                <a:lnTo>
                  <a:pt x="6361176" y="373380"/>
                </a:lnTo>
                <a:lnTo>
                  <a:pt x="6354038" y="373926"/>
                </a:lnTo>
                <a:lnTo>
                  <a:pt x="6341745" y="373189"/>
                </a:lnTo>
                <a:lnTo>
                  <a:pt x="6324320" y="371017"/>
                </a:lnTo>
                <a:lnTo>
                  <a:pt x="6301740" y="367284"/>
                </a:lnTo>
                <a:lnTo>
                  <a:pt x="6301740" y="374904"/>
                </a:lnTo>
                <a:lnTo>
                  <a:pt x="6326873" y="384086"/>
                </a:lnTo>
                <a:lnTo>
                  <a:pt x="6344983" y="393573"/>
                </a:lnTo>
                <a:lnTo>
                  <a:pt x="6355969" y="403618"/>
                </a:lnTo>
                <a:lnTo>
                  <a:pt x="6356045" y="403847"/>
                </a:lnTo>
                <a:lnTo>
                  <a:pt x="6112103" y="403847"/>
                </a:lnTo>
                <a:lnTo>
                  <a:pt x="6142723" y="386638"/>
                </a:lnTo>
                <a:lnTo>
                  <a:pt x="6173343" y="364807"/>
                </a:lnTo>
                <a:lnTo>
                  <a:pt x="6198832" y="341541"/>
                </a:lnTo>
                <a:lnTo>
                  <a:pt x="6219444" y="316992"/>
                </a:lnTo>
                <a:lnTo>
                  <a:pt x="6230594" y="325272"/>
                </a:lnTo>
                <a:lnTo>
                  <a:pt x="6241161" y="334137"/>
                </a:lnTo>
                <a:lnTo>
                  <a:pt x="6251168" y="343560"/>
                </a:lnTo>
                <a:lnTo>
                  <a:pt x="6260592" y="353568"/>
                </a:lnTo>
                <a:lnTo>
                  <a:pt x="6266688" y="359664"/>
                </a:lnTo>
                <a:lnTo>
                  <a:pt x="6271260" y="362712"/>
                </a:lnTo>
                <a:lnTo>
                  <a:pt x="6280404" y="362712"/>
                </a:lnTo>
                <a:lnTo>
                  <a:pt x="6281928" y="359664"/>
                </a:lnTo>
                <a:lnTo>
                  <a:pt x="6284976" y="350520"/>
                </a:lnTo>
                <a:lnTo>
                  <a:pt x="6286144" y="343916"/>
                </a:lnTo>
                <a:lnTo>
                  <a:pt x="6285166" y="337756"/>
                </a:lnTo>
                <a:lnTo>
                  <a:pt x="6244780" y="306412"/>
                </a:lnTo>
                <a:lnTo>
                  <a:pt x="6227064" y="298704"/>
                </a:lnTo>
                <a:lnTo>
                  <a:pt x="6229985" y="291084"/>
                </a:lnTo>
                <a:lnTo>
                  <a:pt x="6239954" y="264985"/>
                </a:lnTo>
                <a:lnTo>
                  <a:pt x="6251257" y="225552"/>
                </a:lnTo>
                <a:lnTo>
                  <a:pt x="6261151" y="180403"/>
                </a:lnTo>
                <a:lnTo>
                  <a:pt x="6269736" y="129540"/>
                </a:lnTo>
                <a:lnTo>
                  <a:pt x="6279540" y="121920"/>
                </a:lnTo>
                <a:lnTo>
                  <a:pt x="6283452" y="118872"/>
                </a:lnTo>
                <a:lnTo>
                  <a:pt x="6257544" y="96012"/>
                </a:lnTo>
                <a:lnTo>
                  <a:pt x="6246876" y="109347"/>
                </a:lnTo>
                <a:lnTo>
                  <a:pt x="6246876" y="121920"/>
                </a:lnTo>
                <a:lnTo>
                  <a:pt x="6238329" y="171919"/>
                </a:lnTo>
                <a:lnTo>
                  <a:pt x="6228778" y="216789"/>
                </a:lnTo>
                <a:lnTo>
                  <a:pt x="6218377" y="256501"/>
                </a:lnTo>
                <a:lnTo>
                  <a:pt x="6207252" y="291084"/>
                </a:lnTo>
                <a:lnTo>
                  <a:pt x="6163322" y="277787"/>
                </a:lnTo>
                <a:lnTo>
                  <a:pt x="6152388" y="274320"/>
                </a:lnTo>
                <a:lnTo>
                  <a:pt x="6162472" y="239788"/>
                </a:lnTo>
                <a:lnTo>
                  <a:pt x="6172390" y="202692"/>
                </a:lnTo>
                <a:lnTo>
                  <a:pt x="6182588" y="163372"/>
                </a:lnTo>
                <a:lnTo>
                  <a:pt x="6193536" y="121920"/>
                </a:lnTo>
                <a:lnTo>
                  <a:pt x="6246876" y="121920"/>
                </a:lnTo>
                <a:lnTo>
                  <a:pt x="6246876" y="109347"/>
                </a:lnTo>
                <a:lnTo>
                  <a:pt x="6245352" y="111252"/>
                </a:lnTo>
                <a:lnTo>
                  <a:pt x="6195060" y="111252"/>
                </a:lnTo>
                <a:lnTo>
                  <a:pt x="6199378" y="90385"/>
                </a:lnTo>
                <a:lnTo>
                  <a:pt x="6203251" y="71247"/>
                </a:lnTo>
                <a:lnTo>
                  <a:pt x="6206858" y="53809"/>
                </a:lnTo>
                <a:lnTo>
                  <a:pt x="6210300" y="38100"/>
                </a:lnTo>
                <a:lnTo>
                  <a:pt x="6224016" y="27432"/>
                </a:lnTo>
                <a:lnTo>
                  <a:pt x="6185916" y="9144"/>
                </a:lnTo>
                <a:lnTo>
                  <a:pt x="6183325" y="29159"/>
                </a:lnTo>
                <a:lnTo>
                  <a:pt x="6180010" y="52768"/>
                </a:lnTo>
                <a:lnTo>
                  <a:pt x="6175845" y="80073"/>
                </a:lnTo>
                <a:lnTo>
                  <a:pt x="6170676" y="111252"/>
                </a:lnTo>
                <a:lnTo>
                  <a:pt x="6102096" y="111252"/>
                </a:lnTo>
                <a:lnTo>
                  <a:pt x="6115812" y="124968"/>
                </a:lnTo>
                <a:lnTo>
                  <a:pt x="6134100" y="121920"/>
                </a:lnTo>
                <a:lnTo>
                  <a:pt x="6169152" y="121920"/>
                </a:lnTo>
                <a:lnTo>
                  <a:pt x="6160630" y="163296"/>
                </a:lnTo>
                <a:lnTo>
                  <a:pt x="6151054" y="203263"/>
                </a:lnTo>
                <a:lnTo>
                  <a:pt x="6140653" y="241719"/>
                </a:lnTo>
                <a:lnTo>
                  <a:pt x="6129528" y="278892"/>
                </a:lnTo>
                <a:lnTo>
                  <a:pt x="6142634" y="283171"/>
                </a:lnTo>
                <a:lnTo>
                  <a:pt x="6158865" y="289179"/>
                </a:lnTo>
                <a:lnTo>
                  <a:pt x="6177966" y="296887"/>
                </a:lnTo>
                <a:lnTo>
                  <a:pt x="6199632" y="306324"/>
                </a:lnTo>
                <a:lnTo>
                  <a:pt x="6182233" y="332041"/>
                </a:lnTo>
                <a:lnTo>
                  <a:pt x="6159817" y="356616"/>
                </a:lnTo>
                <a:lnTo>
                  <a:pt x="6132563" y="380047"/>
                </a:lnTo>
                <a:lnTo>
                  <a:pt x="6100572" y="402336"/>
                </a:lnTo>
                <a:lnTo>
                  <a:pt x="6102578" y="403847"/>
                </a:lnTo>
                <a:lnTo>
                  <a:pt x="5974880" y="403847"/>
                </a:lnTo>
                <a:lnTo>
                  <a:pt x="5995428" y="394716"/>
                </a:lnTo>
                <a:lnTo>
                  <a:pt x="5994273" y="377952"/>
                </a:lnTo>
                <a:lnTo>
                  <a:pt x="5993638" y="367284"/>
                </a:lnTo>
                <a:lnTo>
                  <a:pt x="5993333" y="362140"/>
                </a:lnTo>
                <a:lnTo>
                  <a:pt x="5992634" y="346062"/>
                </a:lnTo>
                <a:lnTo>
                  <a:pt x="5992380" y="330962"/>
                </a:lnTo>
                <a:lnTo>
                  <a:pt x="5992380" y="262128"/>
                </a:lnTo>
                <a:lnTo>
                  <a:pt x="5998908" y="257556"/>
                </a:lnTo>
                <a:lnTo>
                  <a:pt x="6007620" y="251460"/>
                </a:lnTo>
                <a:lnTo>
                  <a:pt x="6001410" y="246888"/>
                </a:lnTo>
                <a:lnTo>
                  <a:pt x="5978664" y="230124"/>
                </a:lnTo>
                <a:lnTo>
                  <a:pt x="5967996" y="243166"/>
                </a:lnTo>
                <a:lnTo>
                  <a:pt x="5967996" y="257556"/>
                </a:lnTo>
                <a:lnTo>
                  <a:pt x="5967996" y="367284"/>
                </a:lnTo>
                <a:lnTo>
                  <a:pt x="5967996" y="377952"/>
                </a:lnTo>
                <a:lnTo>
                  <a:pt x="5967996" y="403847"/>
                </a:lnTo>
                <a:lnTo>
                  <a:pt x="5826722" y="403847"/>
                </a:lnTo>
                <a:lnTo>
                  <a:pt x="5841504" y="397764"/>
                </a:lnTo>
                <a:lnTo>
                  <a:pt x="5841504" y="377952"/>
                </a:lnTo>
                <a:lnTo>
                  <a:pt x="5967996" y="377952"/>
                </a:lnTo>
                <a:lnTo>
                  <a:pt x="5967996" y="367284"/>
                </a:lnTo>
                <a:lnTo>
                  <a:pt x="5841504" y="367284"/>
                </a:lnTo>
                <a:lnTo>
                  <a:pt x="5841504" y="257556"/>
                </a:lnTo>
                <a:lnTo>
                  <a:pt x="5967996" y="257556"/>
                </a:lnTo>
                <a:lnTo>
                  <a:pt x="5967996" y="243166"/>
                </a:lnTo>
                <a:lnTo>
                  <a:pt x="5964948" y="246888"/>
                </a:lnTo>
                <a:lnTo>
                  <a:pt x="5841504" y="246888"/>
                </a:lnTo>
                <a:lnTo>
                  <a:pt x="5815596" y="231648"/>
                </a:lnTo>
                <a:lnTo>
                  <a:pt x="5816473" y="253365"/>
                </a:lnTo>
                <a:lnTo>
                  <a:pt x="5816930" y="275082"/>
                </a:lnTo>
                <a:lnTo>
                  <a:pt x="5817095" y="296799"/>
                </a:lnTo>
                <a:lnTo>
                  <a:pt x="5816968" y="356806"/>
                </a:lnTo>
                <a:lnTo>
                  <a:pt x="5816841" y="367284"/>
                </a:lnTo>
                <a:lnTo>
                  <a:pt x="5816485" y="385203"/>
                </a:lnTo>
                <a:lnTo>
                  <a:pt x="5815762" y="403847"/>
                </a:lnTo>
                <a:lnTo>
                  <a:pt x="5740654" y="403847"/>
                </a:lnTo>
                <a:lnTo>
                  <a:pt x="5748540" y="399288"/>
                </a:lnTo>
                <a:lnTo>
                  <a:pt x="5747448" y="385800"/>
                </a:lnTo>
                <a:lnTo>
                  <a:pt x="5746445" y="368808"/>
                </a:lnTo>
                <a:lnTo>
                  <a:pt x="5745746" y="349986"/>
                </a:lnTo>
                <a:lnTo>
                  <a:pt x="5745505" y="330962"/>
                </a:lnTo>
                <a:lnTo>
                  <a:pt x="5745492" y="100584"/>
                </a:lnTo>
                <a:lnTo>
                  <a:pt x="5756059" y="112585"/>
                </a:lnTo>
                <a:lnTo>
                  <a:pt x="5764923" y="123444"/>
                </a:lnTo>
                <a:lnTo>
                  <a:pt x="5772061" y="133159"/>
                </a:lnTo>
                <a:lnTo>
                  <a:pt x="5777496" y="141732"/>
                </a:lnTo>
                <a:lnTo>
                  <a:pt x="5783592" y="152400"/>
                </a:lnTo>
                <a:lnTo>
                  <a:pt x="5788164" y="156972"/>
                </a:lnTo>
                <a:lnTo>
                  <a:pt x="5795784" y="149352"/>
                </a:lnTo>
                <a:lnTo>
                  <a:pt x="5798832" y="144780"/>
                </a:lnTo>
                <a:lnTo>
                  <a:pt x="5800356" y="137160"/>
                </a:lnTo>
                <a:lnTo>
                  <a:pt x="5801880" y="131064"/>
                </a:lnTo>
                <a:lnTo>
                  <a:pt x="5766155" y="100584"/>
                </a:lnTo>
                <a:lnTo>
                  <a:pt x="5763819" y="99555"/>
                </a:lnTo>
                <a:lnTo>
                  <a:pt x="5745492" y="92964"/>
                </a:lnTo>
                <a:lnTo>
                  <a:pt x="5745492" y="38100"/>
                </a:lnTo>
                <a:lnTo>
                  <a:pt x="5760732" y="24384"/>
                </a:lnTo>
                <a:lnTo>
                  <a:pt x="5719584" y="6096"/>
                </a:lnTo>
                <a:lnTo>
                  <a:pt x="5720702" y="26111"/>
                </a:lnTo>
                <a:lnTo>
                  <a:pt x="5721680" y="49720"/>
                </a:lnTo>
                <a:lnTo>
                  <a:pt x="5722366" y="77025"/>
                </a:lnTo>
                <a:lnTo>
                  <a:pt x="5722607" y="105727"/>
                </a:lnTo>
                <a:lnTo>
                  <a:pt x="5722505" y="318516"/>
                </a:lnTo>
                <a:lnTo>
                  <a:pt x="5722366" y="330962"/>
                </a:lnTo>
                <a:lnTo>
                  <a:pt x="5721680" y="356806"/>
                </a:lnTo>
                <a:lnTo>
                  <a:pt x="5720004" y="403847"/>
                </a:lnTo>
                <a:lnTo>
                  <a:pt x="5258714" y="403847"/>
                </a:lnTo>
                <a:lnTo>
                  <a:pt x="5268874" y="401662"/>
                </a:lnTo>
                <a:lnTo>
                  <a:pt x="5301818" y="392798"/>
                </a:lnTo>
                <a:lnTo>
                  <a:pt x="5349252" y="373367"/>
                </a:lnTo>
                <a:lnTo>
                  <a:pt x="5382018" y="348411"/>
                </a:lnTo>
                <a:lnTo>
                  <a:pt x="5405640" y="315455"/>
                </a:lnTo>
                <a:lnTo>
                  <a:pt x="5421452" y="273354"/>
                </a:lnTo>
                <a:lnTo>
                  <a:pt x="5431548" y="220967"/>
                </a:lnTo>
                <a:lnTo>
                  <a:pt x="5445252" y="207251"/>
                </a:lnTo>
                <a:lnTo>
                  <a:pt x="5404116" y="187439"/>
                </a:lnTo>
                <a:lnTo>
                  <a:pt x="5403278" y="213144"/>
                </a:lnTo>
                <a:lnTo>
                  <a:pt x="5400878" y="237540"/>
                </a:lnTo>
                <a:lnTo>
                  <a:pt x="5391924" y="281927"/>
                </a:lnTo>
                <a:lnTo>
                  <a:pt x="5374589" y="319455"/>
                </a:lnTo>
                <a:lnTo>
                  <a:pt x="5349252" y="348983"/>
                </a:lnTo>
                <a:lnTo>
                  <a:pt x="5304485" y="376415"/>
                </a:lnTo>
                <a:lnTo>
                  <a:pt x="5228844" y="403847"/>
                </a:lnTo>
                <a:lnTo>
                  <a:pt x="4928628" y="403847"/>
                </a:lnTo>
                <a:lnTo>
                  <a:pt x="4956988" y="389712"/>
                </a:lnTo>
                <a:lnTo>
                  <a:pt x="4987112" y="370319"/>
                </a:lnTo>
                <a:lnTo>
                  <a:pt x="5015801" y="347510"/>
                </a:lnTo>
                <a:lnTo>
                  <a:pt x="5042928" y="321551"/>
                </a:lnTo>
                <a:lnTo>
                  <a:pt x="5064049" y="346151"/>
                </a:lnTo>
                <a:lnTo>
                  <a:pt x="5102288" y="378777"/>
                </a:lnTo>
                <a:lnTo>
                  <a:pt x="5147703" y="396608"/>
                </a:lnTo>
                <a:lnTo>
                  <a:pt x="5164848" y="399275"/>
                </a:lnTo>
                <a:lnTo>
                  <a:pt x="5169420" y="399275"/>
                </a:lnTo>
                <a:lnTo>
                  <a:pt x="5170944" y="397751"/>
                </a:lnTo>
                <a:lnTo>
                  <a:pt x="5167896" y="393179"/>
                </a:lnTo>
                <a:lnTo>
                  <a:pt x="5164125" y="385165"/>
                </a:lnTo>
                <a:lnTo>
                  <a:pt x="5161800" y="376986"/>
                </a:lnTo>
                <a:lnTo>
                  <a:pt x="5160607" y="368541"/>
                </a:lnTo>
                <a:lnTo>
                  <a:pt x="5160327" y="361175"/>
                </a:lnTo>
                <a:lnTo>
                  <a:pt x="5160276" y="359651"/>
                </a:lnTo>
                <a:lnTo>
                  <a:pt x="5160581" y="349110"/>
                </a:lnTo>
                <a:lnTo>
                  <a:pt x="5161610" y="333552"/>
                </a:lnTo>
                <a:lnTo>
                  <a:pt x="5163490" y="313156"/>
                </a:lnTo>
                <a:lnTo>
                  <a:pt x="5166372" y="288023"/>
                </a:lnTo>
                <a:lnTo>
                  <a:pt x="5160276" y="286499"/>
                </a:lnTo>
                <a:lnTo>
                  <a:pt x="5138940" y="361175"/>
                </a:lnTo>
                <a:lnTo>
                  <a:pt x="5118887" y="351231"/>
                </a:lnTo>
                <a:lnTo>
                  <a:pt x="5099697" y="337553"/>
                </a:lnTo>
                <a:lnTo>
                  <a:pt x="5082260" y="321551"/>
                </a:lnTo>
                <a:lnTo>
                  <a:pt x="5081067" y="320459"/>
                </a:lnTo>
                <a:lnTo>
                  <a:pt x="5062740" y="300215"/>
                </a:lnTo>
                <a:lnTo>
                  <a:pt x="5077828" y="276555"/>
                </a:lnTo>
                <a:lnTo>
                  <a:pt x="5078234" y="275831"/>
                </a:lnTo>
                <a:lnTo>
                  <a:pt x="5093220" y="249161"/>
                </a:lnTo>
                <a:lnTo>
                  <a:pt x="5108600" y="218351"/>
                </a:lnTo>
                <a:lnTo>
                  <a:pt x="5123700" y="184391"/>
                </a:lnTo>
                <a:lnTo>
                  <a:pt x="5138940" y="175247"/>
                </a:lnTo>
                <a:lnTo>
                  <a:pt x="5102364" y="147815"/>
                </a:lnTo>
                <a:lnTo>
                  <a:pt x="5095506" y="168033"/>
                </a:lnTo>
                <a:lnTo>
                  <a:pt x="5088648" y="187439"/>
                </a:lnTo>
                <a:lnTo>
                  <a:pt x="5068049" y="238544"/>
                </a:lnTo>
                <a:lnTo>
                  <a:pt x="5045976" y="275831"/>
                </a:lnTo>
                <a:lnTo>
                  <a:pt x="5034280" y="248666"/>
                </a:lnTo>
                <a:lnTo>
                  <a:pt x="5029212" y="230174"/>
                </a:lnTo>
                <a:lnTo>
                  <a:pt x="5029212" y="303263"/>
                </a:lnTo>
                <a:lnTo>
                  <a:pt x="5008892" y="328104"/>
                </a:lnTo>
                <a:lnTo>
                  <a:pt x="4984445" y="352221"/>
                </a:lnTo>
                <a:lnTo>
                  <a:pt x="4955692" y="375488"/>
                </a:lnTo>
                <a:lnTo>
                  <a:pt x="4922532" y="397751"/>
                </a:lnTo>
                <a:lnTo>
                  <a:pt x="4924971" y="403847"/>
                </a:lnTo>
                <a:lnTo>
                  <a:pt x="4777079" y="403847"/>
                </a:lnTo>
                <a:lnTo>
                  <a:pt x="4801946" y="375945"/>
                </a:lnTo>
                <a:lnTo>
                  <a:pt x="4824234" y="331076"/>
                </a:lnTo>
                <a:lnTo>
                  <a:pt x="4838522" y="275361"/>
                </a:lnTo>
                <a:lnTo>
                  <a:pt x="4844808" y="208775"/>
                </a:lnTo>
                <a:lnTo>
                  <a:pt x="4927104" y="208775"/>
                </a:lnTo>
                <a:lnTo>
                  <a:pt x="4925047" y="246811"/>
                </a:lnTo>
                <a:lnTo>
                  <a:pt x="4923282" y="276555"/>
                </a:lnTo>
                <a:lnTo>
                  <a:pt x="4921529" y="297726"/>
                </a:lnTo>
                <a:lnTo>
                  <a:pt x="4919484" y="310883"/>
                </a:lnTo>
                <a:lnTo>
                  <a:pt x="4917960" y="321551"/>
                </a:lnTo>
                <a:lnTo>
                  <a:pt x="4911864" y="326123"/>
                </a:lnTo>
                <a:lnTo>
                  <a:pt x="4902720" y="324599"/>
                </a:lnTo>
                <a:lnTo>
                  <a:pt x="4895570" y="324078"/>
                </a:lnTo>
                <a:lnTo>
                  <a:pt x="4857000" y="318503"/>
                </a:lnTo>
                <a:lnTo>
                  <a:pt x="4857102" y="324650"/>
                </a:lnTo>
                <a:lnTo>
                  <a:pt x="4875517" y="333171"/>
                </a:lnTo>
                <a:lnTo>
                  <a:pt x="4889766" y="342887"/>
                </a:lnTo>
                <a:lnTo>
                  <a:pt x="4899431" y="353745"/>
                </a:lnTo>
                <a:lnTo>
                  <a:pt x="4904244" y="365747"/>
                </a:lnTo>
                <a:lnTo>
                  <a:pt x="4915687" y="359752"/>
                </a:lnTo>
                <a:lnTo>
                  <a:pt x="4925009" y="353174"/>
                </a:lnTo>
                <a:lnTo>
                  <a:pt x="4932311" y="346036"/>
                </a:lnTo>
                <a:lnTo>
                  <a:pt x="4937772" y="338315"/>
                </a:lnTo>
                <a:lnTo>
                  <a:pt x="4940820" y="326123"/>
                </a:lnTo>
                <a:lnTo>
                  <a:pt x="4941201" y="324650"/>
                </a:lnTo>
                <a:lnTo>
                  <a:pt x="4944630" y="299834"/>
                </a:lnTo>
                <a:lnTo>
                  <a:pt x="4948059" y="264172"/>
                </a:lnTo>
                <a:lnTo>
                  <a:pt x="4951488" y="217919"/>
                </a:lnTo>
                <a:lnTo>
                  <a:pt x="4962918" y="208775"/>
                </a:lnTo>
                <a:lnTo>
                  <a:pt x="4966728" y="205727"/>
                </a:lnTo>
                <a:lnTo>
                  <a:pt x="4958626" y="198107"/>
                </a:lnTo>
                <a:lnTo>
                  <a:pt x="4940820" y="181343"/>
                </a:lnTo>
                <a:lnTo>
                  <a:pt x="4925580" y="198107"/>
                </a:lnTo>
                <a:lnTo>
                  <a:pt x="4844808" y="198107"/>
                </a:lnTo>
                <a:lnTo>
                  <a:pt x="4846332" y="114287"/>
                </a:lnTo>
                <a:lnTo>
                  <a:pt x="4983492" y="114287"/>
                </a:lnTo>
                <a:lnTo>
                  <a:pt x="4990630" y="172326"/>
                </a:lnTo>
                <a:lnTo>
                  <a:pt x="5000637" y="223062"/>
                </a:lnTo>
                <a:lnTo>
                  <a:pt x="5013490" y="266674"/>
                </a:lnTo>
                <a:lnTo>
                  <a:pt x="5029212" y="303263"/>
                </a:lnTo>
                <a:lnTo>
                  <a:pt x="5029212" y="230174"/>
                </a:lnTo>
                <a:lnTo>
                  <a:pt x="5024450" y="212775"/>
                </a:lnTo>
                <a:lnTo>
                  <a:pt x="5016614" y="168059"/>
                </a:lnTo>
                <a:lnTo>
                  <a:pt x="5010924" y="114287"/>
                </a:lnTo>
                <a:lnTo>
                  <a:pt x="5164848" y="114287"/>
                </a:lnTo>
                <a:lnTo>
                  <a:pt x="5155285" y="105143"/>
                </a:lnTo>
                <a:lnTo>
                  <a:pt x="5129796" y="80759"/>
                </a:lnTo>
                <a:lnTo>
                  <a:pt x="5105412" y="105143"/>
                </a:lnTo>
                <a:lnTo>
                  <a:pt x="5010924" y="105143"/>
                </a:lnTo>
                <a:lnTo>
                  <a:pt x="5008918" y="87642"/>
                </a:lnTo>
                <a:lnTo>
                  <a:pt x="5007495" y="71424"/>
                </a:lnTo>
                <a:lnTo>
                  <a:pt x="5006632" y="56070"/>
                </a:lnTo>
                <a:lnTo>
                  <a:pt x="5006352" y="41135"/>
                </a:lnTo>
                <a:lnTo>
                  <a:pt x="5018544" y="27419"/>
                </a:lnTo>
                <a:lnTo>
                  <a:pt x="4974348" y="10655"/>
                </a:lnTo>
                <a:lnTo>
                  <a:pt x="4975745" y="30137"/>
                </a:lnTo>
                <a:lnTo>
                  <a:pt x="4977587" y="52184"/>
                </a:lnTo>
                <a:lnTo>
                  <a:pt x="4979619" y="76187"/>
                </a:lnTo>
                <a:lnTo>
                  <a:pt x="4981968" y="105143"/>
                </a:lnTo>
                <a:lnTo>
                  <a:pt x="4847856" y="105143"/>
                </a:lnTo>
                <a:lnTo>
                  <a:pt x="4817376" y="88379"/>
                </a:lnTo>
                <a:lnTo>
                  <a:pt x="4818253" y="102933"/>
                </a:lnTo>
                <a:lnTo>
                  <a:pt x="4818710" y="119049"/>
                </a:lnTo>
                <a:lnTo>
                  <a:pt x="4818875" y="136601"/>
                </a:lnTo>
                <a:lnTo>
                  <a:pt x="4818786" y="181343"/>
                </a:lnTo>
                <a:lnTo>
                  <a:pt x="4817605" y="232168"/>
                </a:lnTo>
                <a:lnTo>
                  <a:pt x="4812106" y="303580"/>
                </a:lnTo>
                <a:lnTo>
                  <a:pt x="4788624" y="372783"/>
                </a:lnTo>
                <a:lnTo>
                  <a:pt x="4769536" y="403847"/>
                </a:lnTo>
                <a:lnTo>
                  <a:pt x="4526407" y="403847"/>
                </a:lnTo>
                <a:lnTo>
                  <a:pt x="4538472" y="396227"/>
                </a:lnTo>
                <a:lnTo>
                  <a:pt x="4538243" y="380250"/>
                </a:lnTo>
                <a:lnTo>
                  <a:pt x="4537189" y="348869"/>
                </a:lnTo>
                <a:lnTo>
                  <a:pt x="4536948" y="333743"/>
                </a:lnTo>
                <a:lnTo>
                  <a:pt x="4536948" y="160007"/>
                </a:lnTo>
                <a:lnTo>
                  <a:pt x="4550664" y="149339"/>
                </a:lnTo>
                <a:lnTo>
                  <a:pt x="4509516" y="126479"/>
                </a:lnTo>
                <a:lnTo>
                  <a:pt x="4510354" y="146291"/>
                </a:lnTo>
                <a:lnTo>
                  <a:pt x="4510468" y="150672"/>
                </a:lnTo>
                <a:lnTo>
                  <a:pt x="4510862" y="168389"/>
                </a:lnTo>
                <a:lnTo>
                  <a:pt x="4510989" y="181914"/>
                </a:lnTo>
                <a:lnTo>
                  <a:pt x="4510900" y="348869"/>
                </a:lnTo>
                <a:lnTo>
                  <a:pt x="4510849" y="354888"/>
                </a:lnTo>
                <a:lnTo>
                  <a:pt x="4510405" y="381927"/>
                </a:lnTo>
                <a:lnTo>
                  <a:pt x="4509795" y="403847"/>
                </a:lnTo>
                <a:lnTo>
                  <a:pt x="4168622" y="403847"/>
                </a:lnTo>
                <a:lnTo>
                  <a:pt x="4177360" y="397586"/>
                </a:lnTo>
                <a:lnTo>
                  <a:pt x="4183392" y="390144"/>
                </a:lnTo>
                <a:lnTo>
                  <a:pt x="4187431" y="379590"/>
                </a:lnTo>
                <a:lnTo>
                  <a:pt x="4187825" y="377952"/>
                </a:lnTo>
                <a:lnTo>
                  <a:pt x="4190631" y="366331"/>
                </a:lnTo>
                <a:lnTo>
                  <a:pt x="4193248" y="350494"/>
                </a:lnTo>
                <a:lnTo>
                  <a:pt x="4195584" y="332232"/>
                </a:lnTo>
                <a:lnTo>
                  <a:pt x="4274832" y="332232"/>
                </a:lnTo>
                <a:lnTo>
                  <a:pt x="4264164" y="321564"/>
                </a:lnTo>
                <a:lnTo>
                  <a:pt x="4239780" y="297180"/>
                </a:lnTo>
                <a:lnTo>
                  <a:pt x="4215396" y="321564"/>
                </a:lnTo>
                <a:lnTo>
                  <a:pt x="4197108" y="321564"/>
                </a:lnTo>
                <a:lnTo>
                  <a:pt x="4201680" y="224028"/>
                </a:lnTo>
                <a:lnTo>
                  <a:pt x="4283976" y="224028"/>
                </a:lnTo>
                <a:lnTo>
                  <a:pt x="4248924" y="188976"/>
                </a:lnTo>
                <a:lnTo>
                  <a:pt x="4224540" y="213360"/>
                </a:lnTo>
                <a:lnTo>
                  <a:pt x="4201680" y="213360"/>
                </a:lnTo>
                <a:lnTo>
                  <a:pt x="4206252" y="134112"/>
                </a:lnTo>
                <a:lnTo>
                  <a:pt x="4211967" y="129540"/>
                </a:lnTo>
                <a:lnTo>
                  <a:pt x="4221492" y="121920"/>
                </a:lnTo>
                <a:lnTo>
                  <a:pt x="4217428" y="118872"/>
                </a:lnTo>
                <a:lnTo>
                  <a:pt x="4191012" y="99060"/>
                </a:lnTo>
                <a:lnTo>
                  <a:pt x="4181868" y="112268"/>
                </a:lnTo>
                <a:lnTo>
                  <a:pt x="4181868" y="129540"/>
                </a:lnTo>
                <a:lnTo>
                  <a:pt x="4177296" y="213360"/>
                </a:lnTo>
                <a:lnTo>
                  <a:pt x="4175772" y="213360"/>
                </a:lnTo>
                <a:lnTo>
                  <a:pt x="4175772" y="224028"/>
                </a:lnTo>
                <a:lnTo>
                  <a:pt x="4171200" y="321564"/>
                </a:lnTo>
                <a:lnTo>
                  <a:pt x="3973080" y="321564"/>
                </a:lnTo>
                <a:lnTo>
                  <a:pt x="3985272" y="224028"/>
                </a:lnTo>
                <a:lnTo>
                  <a:pt x="4175772" y="224028"/>
                </a:lnTo>
                <a:lnTo>
                  <a:pt x="4175772" y="213360"/>
                </a:lnTo>
                <a:lnTo>
                  <a:pt x="3986796" y="213360"/>
                </a:lnTo>
                <a:lnTo>
                  <a:pt x="3995940" y="129540"/>
                </a:lnTo>
                <a:lnTo>
                  <a:pt x="4181868" y="129540"/>
                </a:lnTo>
                <a:lnTo>
                  <a:pt x="4181868" y="112268"/>
                </a:lnTo>
                <a:lnTo>
                  <a:pt x="4177296" y="118872"/>
                </a:lnTo>
                <a:lnTo>
                  <a:pt x="3997464" y="118872"/>
                </a:lnTo>
                <a:lnTo>
                  <a:pt x="3973080" y="102108"/>
                </a:lnTo>
                <a:lnTo>
                  <a:pt x="3962412" y="213360"/>
                </a:lnTo>
                <a:lnTo>
                  <a:pt x="3875544" y="213360"/>
                </a:lnTo>
                <a:lnTo>
                  <a:pt x="3889260" y="228600"/>
                </a:lnTo>
                <a:lnTo>
                  <a:pt x="3915168" y="224028"/>
                </a:lnTo>
                <a:lnTo>
                  <a:pt x="3960888" y="224028"/>
                </a:lnTo>
                <a:lnTo>
                  <a:pt x="3948696" y="315468"/>
                </a:lnTo>
                <a:lnTo>
                  <a:pt x="3934980" y="324612"/>
                </a:lnTo>
                <a:lnTo>
                  <a:pt x="3959364" y="347472"/>
                </a:lnTo>
                <a:lnTo>
                  <a:pt x="3973080" y="332232"/>
                </a:lnTo>
                <a:lnTo>
                  <a:pt x="4169676" y="332232"/>
                </a:lnTo>
                <a:lnTo>
                  <a:pt x="4166832" y="352234"/>
                </a:lnTo>
                <a:lnTo>
                  <a:pt x="4163009" y="366522"/>
                </a:lnTo>
                <a:lnTo>
                  <a:pt x="4158310" y="375094"/>
                </a:lnTo>
                <a:lnTo>
                  <a:pt x="4152912" y="377952"/>
                </a:lnTo>
                <a:lnTo>
                  <a:pt x="4144314" y="377139"/>
                </a:lnTo>
                <a:lnTo>
                  <a:pt x="4132148" y="374904"/>
                </a:lnTo>
                <a:lnTo>
                  <a:pt x="4096524" y="367284"/>
                </a:lnTo>
                <a:lnTo>
                  <a:pt x="4096524" y="374904"/>
                </a:lnTo>
                <a:lnTo>
                  <a:pt x="4116501" y="384086"/>
                </a:lnTo>
                <a:lnTo>
                  <a:pt x="4130624" y="393573"/>
                </a:lnTo>
                <a:lnTo>
                  <a:pt x="4138739" y="403618"/>
                </a:lnTo>
                <a:lnTo>
                  <a:pt x="4138777" y="403847"/>
                </a:lnTo>
                <a:lnTo>
                  <a:pt x="3752253" y="403847"/>
                </a:lnTo>
                <a:lnTo>
                  <a:pt x="3756190" y="402310"/>
                </a:lnTo>
                <a:lnTo>
                  <a:pt x="3766185" y="397560"/>
                </a:lnTo>
                <a:lnTo>
                  <a:pt x="3793363" y="365747"/>
                </a:lnTo>
                <a:lnTo>
                  <a:pt x="3794341" y="363080"/>
                </a:lnTo>
                <a:lnTo>
                  <a:pt x="3802570" y="300672"/>
                </a:lnTo>
                <a:lnTo>
                  <a:pt x="3804399" y="254723"/>
                </a:lnTo>
                <a:lnTo>
                  <a:pt x="3805809" y="196583"/>
                </a:lnTo>
                <a:lnTo>
                  <a:pt x="3806952" y="120383"/>
                </a:lnTo>
                <a:lnTo>
                  <a:pt x="3819525" y="111239"/>
                </a:lnTo>
                <a:lnTo>
                  <a:pt x="3823716" y="108191"/>
                </a:lnTo>
                <a:lnTo>
                  <a:pt x="3816096" y="100571"/>
                </a:lnTo>
                <a:lnTo>
                  <a:pt x="3797808" y="82283"/>
                </a:lnTo>
                <a:lnTo>
                  <a:pt x="3777996" y="100571"/>
                </a:lnTo>
                <a:lnTo>
                  <a:pt x="3683508" y="100571"/>
                </a:lnTo>
                <a:lnTo>
                  <a:pt x="3697490" y="72910"/>
                </a:lnTo>
                <a:lnTo>
                  <a:pt x="3709606" y="51803"/>
                </a:lnTo>
                <a:lnTo>
                  <a:pt x="3719728" y="37566"/>
                </a:lnTo>
                <a:lnTo>
                  <a:pt x="3727704" y="30467"/>
                </a:lnTo>
                <a:lnTo>
                  <a:pt x="3689604" y="7607"/>
                </a:lnTo>
                <a:lnTo>
                  <a:pt x="3678364" y="51041"/>
                </a:lnTo>
                <a:lnTo>
                  <a:pt x="3663696" y="94475"/>
                </a:lnTo>
                <a:lnTo>
                  <a:pt x="3640836" y="140576"/>
                </a:lnTo>
                <a:lnTo>
                  <a:pt x="3608832" y="193535"/>
                </a:lnTo>
                <a:lnTo>
                  <a:pt x="3614928" y="196583"/>
                </a:lnTo>
                <a:lnTo>
                  <a:pt x="3631819" y="178320"/>
                </a:lnTo>
                <a:lnTo>
                  <a:pt x="3648265" y="157911"/>
                </a:lnTo>
                <a:lnTo>
                  <a:pt x="3664445" y="135509"/>
                </a:lnTo>
                <a:lnTo>
                  <a:pt x="3680460" y="111239"/>
                </a:lnTo>
                <a:lnTo>
                  <a:pt x="3781044" y="111239"/>
                </a:lnTo>
                <a:lnTo>
                  <a:pt x="3779647" y="198107"/>
                </a:lnTo>
                <a:lnTo>
                  <a:pt x="3777805" y="264401"/>
                </a:lnTo>
                <a:lnTo>
                  <a:pt x="3775697" y="310019"/>
                </a:lnTo>
                <a:lnTo>
                  <a:pt x="3770287" y="348399"/>
                </a:lnTo>
                <a:lnTo>
                  <a:pt x="3750564" y="365747"/>
                </a:lnTo>
                <a:lnTo>
                  <a:pt x="3739096" y="365175"/>
                </a:lnTo>
                <a:lnTo>
                  <a:pt x="3725037" y="363461"/>
                </a:lnTo>
                <a:lnTo>
                  <a:pt x="3708133" y="360603"/>
                </a:lnTo>
                <a:lnTo>
                  <a:pt x="3688080" y="356603"/>
                </a:lnTo>
                <a:lnTo>
                  <a:pt x="3688080" y="365747"/>
                </a:lnTo>
                <a:lnTo>
                  <a:pt x="3709759" y="373468"/>
                </a:lnTo>
                <a:lnTo>
                  <a:pt x="3726561" y="382892"/>
                </a:lnTo>
                <a:lnTo>
                  <a:pt x="3738232" y="394042"/>
                </a:lnTo>
                <a:lnTo>
                  <a:pt x="3742982" y="403847"/>
                </a:lnTo>
                <a:lnTo>
                  <a:pt x="3467100" y="403847"/>
                </a:lnTo>
                <a:lnTo>
                  <a:pt x="2703588" y="403847"/>
                </a:lnTo>
                <a:lnTo>
                  <a:pt x="2724924" y="393179"/>
                </a:lnTo>
                <a:lnTo>
                  <a:pt x="2724683" y="367182"/>
                </a:lnTo>
                <a:lnTo>
                  <a:pt x="2724213" y="330695"/>
                </a:lnTo>
                <a:lnTo>
                  <a:pt x="2723642" y="269735"/>
                </a:lnTo>
                <a:lnTo>
                  <a:pt x="2723400" y="196583"/>
                </a:lnTo>
                <a:lnTo>
                  <a:pt x="2743911" y="213639"/>
                </a:lnTo>
                <a:lnTo>
                  <a:pt x="2760167" y="228396"/>
                </a:lnTo>
                <a:lnTo>
                  <a:pt x="2772041" y="240525"/>
                </a:lnTo>
                <a:lnTo>
                  <a:pt x="2779788" y="249923"/>
                </a:lnTo>
                <a:lnTo>
                  <a:pt x="2784360" y="259067"/>
                </a:lnTo>
                <a:lnTo>
                  <a:pt x="2787408" y="262115"/>
                </a:lnTo>
                <a:lnTo>
                  <a:pt x="2793504" y="262115"/>
                </a:lnTo>
                <a:lnTo>
                  <a:pt x="2795028" y="260591"/>
                </a:lnTo>
                <a:lnTo>
                  <a:pt x="2796552" y="256019"/>
                </a:lnTo>
                <a:lnTo>
                  <a:pt x="2799600" y="252971"/>
                </a:lnTo>
                <a:lnTo>
                  <a:pt x="2799600" y="237731"/>
                </a:lnTo>
                <a:lnTo>
                  <a:pt x="2798076" y="230111"/>
                </a:lnTo>
                <a:lnTo>
                  <a:pt x="2752801" y="197421"/>
                </a:lnTo>
                <a:lnTo>
                  <a:pt x="2723400" y="187439"/>
                </a:lnTo>
                <a:lnTo>
                  <a:pt x="2723400" y="149339"/>
                </a:lnTo>
                <a:lnTo>
                  <a:pt x="2811792" y="149339"/>
                </a:lnTo>
                <a:lnTo>
                  <a:pt x="2784360" y="120383"/>
                </a:lnTo>
                <a:lnTo>
                  <a:pt x="2766072" y="138671"/>
                </a:lnTo>
                <a:lnTo>
                  <a:pt x="2723400" y="138671"/>
                </a:lnTo>
                <a:lnTo>
                  <a:pt x="2723400" y="60947"/>
                </a:lnTo>
                <a:lnTo>
                  <a:pt x="2723502" y="57886"/>
                </a:lnTo>
                <a:lnTo>
                  <a:pt x="2738488" y="54495"/>
                </a:lnTo>
                <a:lnTo>
                  <a:pt x="2756166" y="51231"/>
                </a:lnTo>
                <a:lnTo>
                  <a:pt x="2776118" y="48260"/>
                </a:lnTo>
                <a:lnTo>
                  <a:pt x="2798076" y="45707"/>
                </a:lnTo>
                <a:lnTo>
                  <a:pt x="2773692" y="13703"/>
                </a:lnTo>
                <a:lnTo>
                  <a:pt x="2726753" y="36639"/>
                </a:lnTo>
                <a:lnTo>
                  <a:pt x="2687561" y="48120"/>
                </a:lnTo>
                <a:lnTo>
                  <a:pt x="2638933" y="57886"/>
                </a:lnTo>
                <a:lnTo>
                  <a:pt x="2610624" y="62471"/>
                </a:lnTo>
                <a:lnTo>
                  <a:pt x="2610624" y="70091"/>
                </a:lnTo>
                <a:lnTo>
                  <a:pt x="2684767" y="63030"/>
                </a:lnTo>
                <a:lnTo>
                  <a:pt x="2699016" y="60947"/>
                </a:lnTo>
                <a:lnTo>
                  <a:pt x="2699016" y="138671"/>
                </a:lnTo>
                <a:lnTo>
                  <a:pt x="2601480" y="138671"/>
                </a:lnTo>
                <a:lnTo>
                  <a:pt x="2616720" y="152387"/>
                </a:lnTo>
                <a:lnTo>
                  <a:pt x="2631960" y="149339"/>
                </a:lnTo>
                <a:lnTo>
                  <a:pt x="2691396" y="149339"/>
                </a:lnTo>
                <a:lnTo>
                  <a:pt x="2675204" y="191630"/>
                </a:lnTo>
                <a:lnTo>
                  <a:pt x="2653296" y="236207"/>
                </a:lnTo>
                <a:lnTo>
                  <a:pt x="2623197" y="280974"/>
                </a:lnTo>
                <a:lnTo>
                  <a:pt x="2586240" y="324599"/>
                </a:lnTo>
                <a:lnTo>
                  <a:pt x="2589288" y="330695"/>
                </a:lnTo>
                <a:lnTo>
                  <a:pt x="2621483" y="301929"/>
                </a:lnTo>
                <a:lnTo>
                  <a:pt x="2650248" y="269735"/>
                </a:lnTo>
                <a:lnTo>
                  <a:pt x="2676918" y="234873"/>
                </a:lnTo>
                <a:lnTo>
                  <a:pt x="2699016" y="196583"/>
                </a:lnTo>
                <a:lnTo>
                  <a:pt x="2698889" y="302869"/>
                </a:lnTo>
                <a:lnTo>
                  <a:pt x="2698788" y="330695"/>
                </a:lnTo>
                <a:lnTo>
                  <a:pt x="2698369" y="374040"/>
                </a:lnTo>
                <a:lnTo>
                  <a:pt x="2697569" y="403847"/>
                </a:lnTo>
                <a:lnTo>
                  <a:pt x="2186825" y="403847"/>
                </a:lnTo>
                <a:lnTo>
                  <a:pt x="2197163" y="401662"/>
                </a:lnTo>
                <a:lnTo>
                  <a:pt x="2230196" y="392798"/>
                </a:lnTo>
                <a:lnTo>
                  <a:pt x="2278392" y="373367"/>
                </a:lnTo>
                <a:lnTo>
                  <a:pt x="2310587" y="348411"/>
                </a:lnTo>
                <a:lnTo>
                  <a:pt x="2334780" y="315455"/>
                </a:lnTo>
                <a:lnTo>
                  <a:pt x="2350592" y="273354"/>
                </a:lnTo>
                <a:lnTo>
                  <a:pt x="2360688" y="220967"/>
                </a:lnTo>
                <a:lnTo>
                  <a:pt x="2374404" y="207251"/>
                </a:lnTo>
                <a:lnTo>
                  <a:pt x="2331732" y="187439"/>
                </a:lnTo>
                <a:lnTo>
                  <a:pt x="2331110" y="213144"/>
                </a:lnTo>
                <a:lnTo>
                  <a:pt x="2329065" y="237540"/>
                </a:lnTo>
                <a:lnTo>
                  <a:pt x="2319540" y="281927"/>
                </a:lnTo>
                <a:lnTo>
                  <a:pt x="2303538" y="319455"/>
                </a:lnTo>
                <a:lnTo>
                  <a:pt x="2278392" y="348983"/>
                </a:lnTo>
                <a:lnTo>
                  <a:pt x="2233434" y="376415"/>
                </a:lnTo>
                <a:lnTo>
                  <a:pt x="2156472" y="403847"/>
                </a:lnTo>
                <a:lnTo>
                  <a:pt x="1857756" y="403847"/>
                </a:lnTo>
                <a:lnTo>
                  <a:pt x="1886127" y="389712"/>
                </a:lnTo>
                <a:lnTo>
                  <a:pt x="1916239" y="370319"/>
                </a:lnTo>
                <a:lnTo>
                  <a:pt x="1944941" y="347510"/>
                </a:lnTo>
                <a:lnTo>
                  <a:pt x="1972056" y="321551"/>
                </a:lnTo>
                <a:lnTo>
                  <a:pt x="1993188" y="346151"/>
                </a:lnTo>
                <a:lnTo>
                  <a:pt x="2031428" y="378777"/>
                </a:lnTo>
                <a:lnTo>
                  <a:pt x="2076831" y="396608"/>
                </a:lnTo>
                <a:lnTo>
                  <a:pt x="2093976" y="399275"/>
                </a:lnTo>
                <a:lnTo>
                  <a:pt x="2098548" y="399275"/>
                </a:lnTo>
                <a:lnTo>
                  <a:pt x="2100072" y="397751"/>
                </a:lnTo>
                <a:lnTo>
                  <a:pt x="2097024" y="393179"/>
                </a:lnTo>
                <a:lnTo>
                  <a:pt x="2093264" y="385165"/>
                </a:lnTo>
                <a:lnTo>
                  <a:pt x="2090928" y="376986"/>
                </a:lnTo>
                <a:lnTo>
                  <a:pt x="2089746" y="368541"/>
                </a:lnTo>
                <a:lnTo>
                  <a:pt x="2089467" y="361175"/>
                </a:lnTo>
                <a:lnTo>
                  <a:pt x="2089404" y="359651"/>
                </a:lnTo>
                <a:lnTo>
                  <a:pt x="2089721" y="349110"/>
                </a:lnTo>
                <a:lnTo>
                  <a:pt x="2090737" y="333552"/>
                </a:lnTo>
                <a:lnTo>
                  <a:pt x="2092629" y="313156"/>
                </a:lnTo>
                <a:lnTo>
                  <a:pt x="2095500" y="288023"/>
                </a:lnTo>
                <a:lnTo>
                  <a:pt x="2089404" y="286499"/>
                </a:lnTo>
                <a:lnTo>
                  <a:pt x="2068068" y="361175"/>
                </a:lnTo>
                <a:lnTo>
                  <a:pt x="2048027" y="351231"/>
                </a:lnTo>
                <a:lnTo>
                  <a:pt x="2028825" y="337553"/>
                </a:lnTo>
                <a:lnTo>
                  <a:pt x="2011400" y="321551"/>
                </a:lnTo>
                <a:lnTo>
                  <a:pt x="2010206" y="320459"/>
                </a:lnTo>
                <a:lnTo>
                  <a:pt x="1991868" y="300215"/>
                </a:lnTo>
                <a:lnTo>
                  <a:pt x="2006968" y="276555"/>
                </a:lnTo>
                <a:lnTo>
                  <a:pt x="2007374" y="275831"/>
                </a:lnTo>
                <a:lnTo>
                  <a:pt x="2022348" y="249161"/>
                </a:lnTo>
                <a:lnTo>
                  <a:pt x="2037740" y="218351"/>
                </a:lnTo>
                <a:lnTo>
                  <a:pt x="2052828" y="184391"/>
                </a:lnTo>
                <a:lnTo>
                  <a:pt x="2068068" y="175247"/>
                </a:lnTo>
                <a:lnTo>
                  <a:pt x="2031492" y="147815"/>
                </a:lnTo>
                <a:lnTo>
                  <a:pt x="2024646" y="168033"/>
                </a:lnTo>
                <a:lnTo>
                  <a:pt x="2017776" y="187439"/>
                </a:lnTo>
                <a:lnTo>
                  <a:pt x="1997189" y="238544"/>
                </a:lnTo>
                <a:lnTo>
                  <a:pt x="1975104" y="275831"/>
                </a:lnTo>
                <a:lnTo>
                  <a:pt x="1963420" y="248666"/>
                </a:lnTo>
                <a:lnTo>
                  <a:pt x="1958340" y="230149"/>
                </a:lnTo>
                <a:lnTo>
                  <a:pt x="1958340" y="303263"/>
                </a:lnTo>
                <a:lnTo>
                  <a:pt x="1938058" y="328104"/>
                </a:lnTo>
                <a:lnTo>
                  <a:pt x="1913763" y="352221"/>
                </a:lnTo>
                <a:lnTo>
                  <a:pt x="1885480" y="375488"/>
                </a:lnTo>
                <a:lnTo>
                  <a:pt x="1853184" y="397751"/>
                </a:lnTo>
                <a:lnTo>
                  <a:pt x="1854403" y="403847"/>
                </a:lnTo>
                <a:lnTo>
                  <a:pt x="1706206" y="403847"/>
                </a:lnTo>
                <a:lnTo>
                  <a:pt x="1731073" y="375945"/>
                </a:lnTo>
                <a:lnTo>
                  <a:pt x="1753362" y="331076"/>
                </a:lnTo>
                <a:lnTo>
                  <a:pt x="1767649" y="275361"/>
                </a:lnTo>
                <a:lnTo>
                  <a:pt x="1773936" y="208775"/>
                </a:lnTo>
                <a:lnTo>
                  <a:pt x="1856232" y="208775"/>
                </a:lnTo>
                <a:lnTo>
                  <a:pt x="1854187" y="246811"/>
                </a:lnTo>
                <a:lnTo>
                  <a:pt x="1852422" y="276555"/>
                </a:lnTo>
                <a:lnTo>
                  <a:pt x="1850669" y="297726"/>
                </a:lnTo>
                <a:lnTo>
                  <a:pt x="1848612" y="310883"/>
                </a:lnTo>
                <a:lnTo>
                  <a:pt x="1847088" y="321551"/>
                </a:lnTo>
                <a:lnTo>
                  <a:pt x="1840992" y="326123"/>
                </a:lnTo>
                <a:lnTo>
                  <a:pt x="1831848" y="324599"/>
                </a:lnTo>
                <a:lnTo>
                  <a:pt x="1824710" y="324078"/>
                </a:lnTo>
                <a:lnTo>
                  <a:pt x="1786128" y="318503"/>
                </a:lnTo>
                <a:lnTo>
                  <a:pt x="1786242" y="324650"/>
                </a:lnTo>
                <a:lnTo>
                  <a:pt x="1804657" y="333171"/>
                </a:lnTo>
                <a:lnTo>
                  <a:pt x="1818894" y="342887"/>
                </a:lnTo>
                <a:lnTo>
                  <a:pt x="1828571" y="353745"/>
                </a:lnTo>
                <a:lnTo>
                  <a:pt x="1833372" y="365747"/>
                </a:lnTo>
                <a:lnTo>
                  <a:pt x="1844827" y="359752"/>
                </a:lnTo>
                <a:lnTo>
                  <a:pt x="1869960" y="326123"/>
                </a:lnTo>
                <a:lnTo>
                  <a:pt x="1877187" y="264172"/>
                </a:lnTo>
                <a:lnTo>
                  <a:pt x="1880616" y="217919"/>
                </a:lnTo>
                <a:lnTo>
                  <a:pt x="1892046" y="208775"/>
                </a:lnTo>
                <a:lnTo>
                  <a:pt x="1895856" y="205727"/>
                </a:lnTo>
                <a:lnTo>
                  <a:pt x="1887766" y="198107"/>
                </a:lnTo>
                <a:lnTo>
                  <a:pt x="1869948" y="181343"/>
                </a:lnTo>
                <a:lnTo>
                  <a:pt x="1854708" y="198107"/>
                </a:lnTo>
                <a:lnTo>
                  <a:pt x="1773936" y="198107"/>
                </a:lnTo>
                <a:lnTo>
                  <a:pt x="1775460" y="114287"/>
                </a:lnTo>
                <a:lnTo>
                  <a:pt x="1912620" y="114287"/>
                </a:lnTo>
                <a:lnTo>
                  <a:pt x="1919770" y="172326"/>
                </a:lnTo>
                <a:lnTo>
                  <a:pt x="1929765" y="223062"/>
                </a:lnTo>
                <a:lnTo>
                  <a:pt x="1942630" y="266674"/>
                </a:lnTo>
                <a:lnTo>
                  <a:pt x="1958340" y="303263"/>
                </a:lnTo>
                <a:lnTo>
                  <a:pt x="1958340" y="230149"/>
                </a:lnTo>
                <a:lnTo>
                  <a:pt x="1953577" y="212775"/>
                </a:lnTo>
                <a:lnTo>
                  <a:pt x="1945754" y="168059"/>
                </a:lnTo>
                <a:lnTo>
                  <a:pt x="1940052" y="114287"/>
                </a:lnTo>
                <a:lnTo>
                  <a:pt x="2093976" y="114287"/>
                </a:lnTo>
                <a:lnTo>
                  <a:pt x="2084425" y="105143"/>
                </a:lnTo>
                <a:lnTo>
                  <a:pt x="2058924" y="80759"/>
                </a:lnTo>
                <a:lnTo>
                  <a:pt x="2034540" y="105143"/>
                </a:lnTo>
                <a:lnTo>
                  <a:pt x="1940052" y="105143"/>
                </a:lnTo>
                <a:lnTo>
                  <a:pt x="1938058" y="87642"/>
                </a:lnTo>
                <a:lnTo>
                  <a:pt x="1936623" y="71424"/>
                </a:lnTo>
                <a:lnTo>
                  <a:pt x="1935772" y="56070"/>
                </a:lnTo>
                <a:lnTo>
                  <a:pt x="1935480" y="41135"/>
                </a:lnTo>
                <a:lnTo>
                  <a:pt x="1947672" y="27419"/>
                </a:lnTo>
                <a:lnTo>
                  <a:pt x="1903476" y="10655"/>
                </a:lnTo>
                <a:lnTo>
                  <a:pt x="1904885" y="30137"/>
                </a:lnTo>
                <a:lnTo>
                  <a:pt x="1906714" y="52184"/>
                </a:lnTo>
                <a:lnTo>
                  <a:pt x="1908759" y="76187"/>
                </a:lnTo>
                <a:lnTo>
                  <a:pt x="1911096" y="105143"/>
                </a:lnTo>
                <a:lnTo>
                  <a:pt x="1776984" y="105143"/>
                </a:lnTo>
                <a:lnTo>
                  <a:pt x="1746504" y="88379"/>
                </a:lnTo>
                <a:lnTo>
                  <a:pt x="1747393" y="102933"/>
                </a:lnTo>
                <a:lnTo>
                  <a:pt x="1747837" y="119049"/>
                </a:lnTo>
                <a:lnTo>
                  <a:pt x="1748015" y="136601"/>
                </a:lnTo>
                <a:lnTo>
                  <a:pt x="1747926" y="181343"/>
                </a:lnTo>
                <a:lnTo>
                  <a:pt x="1746745" y="232168"/>
                </a:lnTo>
                <a:lnTo>
                  <a:pt x="1741246" y="303580"/>
                </a:lnTo>
                <a:lnTo>
                  <a:pt x="1717763" y="372783"/>
                </a:lnTo>
                <a:lnTo>
                  <a:pt x="1698663" y="403847"/>
                </a:lnTo>
                <a:lnTo>
                  <a:pt x="1455559" y="403847"/>
                </a:lnTo>
                <a:lnTo>
                  <a:pt x="1467624" y="396227"/>
                </a:lnTo>
                <a:lnTo>
                  <a:pt x="1466735" y="380250"/>
                </a:lnTo>
                <a:lnTo>
                  <a:pt x="1466291" y="364413"/>
                </a:lnTo>
                <a:lnTo>
                  <a:pt x="1466176" y="354888"/>
                </a:lnTo>
                <a:lnTo>
                  <a:pt x="1466100" y="160007"/>
                </a:lnTo>
                <a:lnTo>
                  <a:pt x="1479816" y="149339"/>
                </a:lnTo>
                <a:lnTo>
                  <a:pt x="1438668" y="126479"/>
                </a:lnTo>
                <a:lnTo>
                  <a:pt x="1439494" y="146291"/>
                </a:lnTo>
                <a:lnTo>
                  <a:pt x="1439608" y="150672"/>
                </a:lnTo>
                <a:lnTo>
                  <a:pt x="1440002" y="168389"/>
                </a:lnTo>
                <a:lnTo>
                  <a:pt x="1440129" y="181914"/>
                </a:lnTo>
                <a:lnTo>
                  <a:pt x="1440040" y="348869"/>
                </a:lnTo>
                <a:lnTo>
                  <a:pt x="1440002" y="354888"/>
                </a:lnTo>
                <a:lnTo>
                  <a:pt x="1439545" y="381927"/>
                </a:lnTo>
                <a:lnTo>
                  <a:pt x="1438948" y="403847"/>
                </a:lnTo>
                <a:lnTo>
                  <a:pt x="1096403" y="403847"/>
                </a:lnTo>
                <a:lnTo>
                  <a:pt x="1105001" y="397586"/>
                </a:lnTo>
                <a:lnTo>
                  <a:pt x="1110996" y="390144"/>
                </a:lnTo>
                <a:lnTo>
                  <a:pt x="1121498" y="350494"/>
                </a:lnTo>
                <a:lnTo>
                  <a:pt x="1123188" y="332232"/>
                </a:lnTo>
                <a:lnTo>
                  <a:pt x="1203960" y="332232"/>
                </a:lnTo>
                <a:lnTo>
                  <a:pt x="1193292" y="321564"/>
                </a:lnTo>
                <a:lnTo>
                  <a:pt x="1168908" y="297180"/>
                </a:lnTo>
                <a:lnTo>
                  <a:pt x="1144524" y="321564"/>
                </a:lnTo>
                <a:lnTo>
                  <a:pt x="1124712" y="321564"/>
                </a:lnTo>
                <a:lnTo>
                  <a:pt x="1130808" y="224028"/>
                </a:lnTo>
                <a:lnTo>
                  <a:pt x="1211580" y="224028"/>
                </a:lnTo>
                <a:lnTo>
                  <a:pt x="1178052" y="188976"/>
                </a:lnTo>
                <a:lnTo>
                  <a:pt x="1153668" y="213360"/>
                </a:lnTo>
                <a:lnTo>
                  <a:pt x="1130808" y="213360"/>
                </a:lnTo>
                <a:lnTo>
                  <a:pt x="1133856" y="134112"/>
                </a:lnTo>
                <a:lnTo>
                  <a:pt x="1139571" y="129540"/>
                </a:lnTo>
                <a:lnTo>
                  <a:pt x="1149096" y="121920"/>
                </a:lnTo>
                <a:lnTo>
                  <a:pt x="1145235" y="118872"/>
                </a:lnTo>
                <a:lnTo>
                  <a:pt x="1120140" y="99060"/>
                </a:lnTo>
                <a:lnTo>
                  <a:pt x="1109472" y="114477"/>
                </a:lnTo>
                <a:lnTo>
                  <a:pt x="1109472" y="129540"/>
                </a:lnTo>
                <a:lnTo>
                  <a:pt x="1106424" y="213360"/>
                </a:lnTo>
                <a:lnTo>
                  <a:pt x="1104900" y="213360"/>
                </a:lnTo>
                <a:lnTo>
                  <a:pt x="1104900" y="224028"/>
                </a:lnTo>
                <a:lnTo>
                  <a:pt x="1098804" y="321564"/>
                </a:lnTo>
                <a:lnTo>
                  <a:pt x="900684" y="321564"/>
                </a:lnTo>
                <a:lnTo>
                  <a:pt x="912876" y="224028"/>
                </a:lnTo>
                <a:lnTo>
                  <a:pt x="1104900" y="224028"/>
                </a:lnTo>
                <a:lnTo>
                  <a:pt x="1104900" y="213360"/>
                </a:lnTo>
                <a:lnTo>
                  <a:pt x="914400" y="213360"/>
                </a:lnTo>
                <a:lnTo>
                  <a:pt x="923544" y="129540"/>
                </a:lnTo>
                <a:lnTo>
                  <a:pt x="1109472" y="129540"/>
                </a:lnTo>
                <a:lnTo>
                  <a:pt x="1109472" y="114477"/>
                </a:lnTo>
                <a:lnTo>
                  <a:pt x="1106424" y="118872"/>
                </a:lnTo>
                <a:lnTo>
                  <a:pt x="925068" y="118872"/>
                </a:lnTo>
                <a:lnTo>
                  <a:pt x="900684" y="102108"/>
                </a:lnTo>
                <a:lnTo>
                  <a:pt x="890016" y="213360"/>
                </a:lnTo>
                <a:lnTo>
                  <a:pt x="803148" y="213360"/>
                </a:lnTo>
                <a:lnTo>
                  <a:pt x="818388" y="228600"/>
                </a:lnTo>
                <a:lnTo>
                  <a:pt x="844296" y="224028"/>
                </a:lnTo>
                <a:lnTo>
                  <a:pt x="888492" y="224028"/>
                </a:lnTo>
                <a:lnTo>
                  <a:pt x="876300" y="315468"/>
                </a:lnTo>
                <a:lnTo>
                  <a:pt x="862584" y="324612"/>
                </a:lnTo>
                <a:lnTo>
                  <a:pt x="886968" y="347472"/>
                </a:lnTo>
                <a:lnTo>
                  <a:pt x="900684" y="332232"/>
                </a:lnTo>
                <a:lnTo>
                  <a:pt x="1097280" y="332232"/>
                </a:lnTo>
                <a:lnTo>
                  <a:pt x="1095311" y="352234"/>
                </a:lnTo>
                <a:lnTo>
                  <a:pt x="1091755" y="366522"/>
                </a:lnTo>
                <a:lnTo>
                  <a:pt x="1086789" y="375094"/>
                </a:lnTo>
                <a:lnTo>
                  <a:pt x="1080516" y="377952"/>
                </a:lnTo>
                <a:lnTo>
                  <a:pt x="1072565" y="377139"/>
                </a:lnTo>
                <a:lnTo>
                  <a:pt x="1060323" y="374904"/>
                </a:lnTo>
                <a:lnTo>
                  <a:pt x="1024128" y="367284"/>
                </a:lnTo>
                <a:lnTo>
                  <a:pt x="1024128" y="374904"/>
                </a:lnTo>
                <a:lnTo>
                  <a:pt x="1044994" y="384086"/>
                </a:lnTo>
                <a:lnTo>
                  <a:pt x="1059561" y="393573"/>
                </a:lnTo>
                <a:lnTo>
                  <a:pt x="1067854" y="403618"/>
                </a:lnTo>
                <a:lnTo>
                  <a:pt x="1067892" y="403847"/>
                </a:lnTo>
                <a:lnTo>
                  <a:pt x="680808" y="403847"/>
                </a:lnTo>
                <a:lnTo>
                  <a:pt x="684453" y="402310"/>
                </a:lnTo>
                <a:lnTo>
                  <a:pt x="693991" y="397560"/>
                </a:lnTo>
                <a:lnTo>
                  <a:pt x="721601" y="365747"/>
                </a:lnTo>
                <a:lnTo>
                  <a:pt x="730288" y="300672"/>
                </a:lnTo>
                <a:lnTo>
                  <a:pt x="732345" y="254723"/>
                </a:lnTo>
                <a:lnTo>
                  <a:pt x="734263" y="194652"/>
                </a:lnTo>
                <a:lnTo>
                  <a:pt x="736092" y="120383"/>
                </a:lnTo>
                <a:lnTo>
                  <a:pt x="747522" y="111239"/>
                </a:lnTo>
                <a:lnTo>
                  <a:pt x="751332" y="108191"/>
                </a:lnTo>
                <a:lnTo>
                  <a:pt x="743712" y="100571"/>
                </a:lnTo>
                <a:lnTo>
                  <a:pt x="725424" y="82283"/>
                </a:lnTo>
                <a:lnTo>
                  <a:pt x="705612" y="100571"/>
                </a:lnTo>
                <a:lnTo>
                  <a:pt x="612648" y="100571"/>
                </a:lnTo>
                <a:lnTo>
                  <a:pt x="626389" y="72910"/>
                </a:lnTo>
                <a:lnTo>
                  <a:pt x="637984" y="51803"/>
                </a:lnTo>
                <a:lnTo>
                  <a:pt x="647585" y="37566"/>
                </a:lnTo>
                <a:lnTo>
                  <a:pt x="655320" y="30467"/>
                </a:lnTo>
                <a:lnTo>
                  <a:pt x="617220" y="7607"/>
                </a:lnTo>
                <a:lnTo>
                  <a:pt x="606552" y="51041"/>
                </a:lnTo>
                <a:lnTo>
                  <a:pt x="591312" y="94475"/>
                </a:lnTo>
                <a:lnTo>
                  <a:pt x="569214" y="140576"/>
                </a:lnTo>
                <a:lnTo>
                  <a:pt x="537972" y="193535"/>
                </a:lnTo>
                <a:lnTo>
                  <a:pt x="542544" y="196583"/>
                </a:lnTo>
                <a:lnTo>
                  <a:pt x="559650" y="178320"/>
                </a:lnTo>
                <a:lnTo>
                  <a:pt x="576453" y="157911"/>
                </a:lnTo>
                <a:lnTo>
                  <a:pt x="592696" y="135509"/>
                </a:lnTo>
                <a:lnTo>
                  <a:pt x="608076" y="111239"/>
                </a:lnTo>
                <a:lnTo>
                  <a:pt x="710184" y="111239"/>
                </a:lnTo>
                <a:lnTo>
                  <a:pt x="707872" y="199136"/>
                </a:lnTo>
                <a:lnTo>
                  <a:pt x="705612" y="264401"/>
                </a:lnTo>
                <a:lnTo>
                  <a:pt x="703326" y="310121"/>
                </a:lnTo>
                <a:lnTo>
                  <a:pt x="698550" y="348399"/>
                </a:lnTo>
                <a:lnTo>
                  <a:pt x="678180" y="365747"/>
                </a:lnTo>
                <a:lnTo>
                  <a:pt x="667346" y="365175"/>
                </a:lnTo>
                <a:lnTo>
                  <a:pt x="653224" y="363461"/>
                </a:lnTo>
                <a:lnTo>
                  <a:pt x="635965" y="360603"/>
                </a:lnTo>
                <a:lnTo>
                  <a:pt x="615696" y="356603"/>
                </a:lnTo>
                <a:lnTo>
                  <a:pt x="615696" y="365747"/>
                </a:lnTo>
                <a:lnTo>
                  <a:pt x="637400" y="373468"/>
                </a:lnTo>
                <a:lnTo>
                  <a:pt x="654367" y="382892"/>
                </a:lnTo>
                <a:lnTo>
                  <a:pt x="666496" y="394042"/>
                </a:lnTo>
                <a:lnTo>
                  <a:pt x="671918" y="403847"/>
                </a:lnTo>
                <a:lnTo>
                  <a:pt x="394716" y="403847"/>
                </a:lnTo>
                <a:lnTo>
                  <a:pt x="0" y="403847"/>
                </a:lnTo>
                <a:lnTo>
                  <a:pt x="0" y="423659"/>
                </a:lnTo>
                <a:lnTo>
                  <a:pt x="7863840" y="423659"/>
                </a:lnTo>
                <a:lnTo>
                  <a:pt x="7863840" y="40384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29" name="object 29"/>
          <p:cNvGrpSpPr/>
          <p:nvPr/>
        </p:nvGrpSpPr>
        <p:grpSpPr>
          <a:xfrm>
            <a:off x="2106167" y="3261360"/>
            <a:ext cx="3063240" cy="422275"/>
            <a:chOff x="2106167" y="3261360"/>
            <a:chExt cx="3063240" cy="422275"/>
          </a:xfrm>
        </p:grpSpPr>
        <p:sp>
          <p:nvSpPr>
            <p:cNvPr id="30" name="object 30"/>
            <p:cNvSpPr/>
            <p:nvPr/>
          </p:nvSpPr>
          <p:spPr>
            <a:xfrm>
              <a:off x="2106155" y="3297936"/>
              <a:ext cx="3063240" cy="386080"/>
            </a:xfrm>
            <a:custGeom>
              <a:avLst/>
              <a:gdLst/>
              <a:ahLst/>
              <a:cxnLst/>
              <a:rect l="l" t="t" r="r" b="b"/>
              <a:pathLst>
                <a:path w="3063240" h="386079">
                  <a:moveTo>
                    <a:pt x="236232" y="237744"/>
                  </a:moveTo>
                  <a:lnTo>
                    <a:pt x="227863" y="198310"/>
                  </a:lnTo>
                  <a:lnTo>
                    <a:pt x="201180" y="169354"/>
                  </a:lnTo>
                  <a:lnTo>
                    <a:pt x="157365" y="152400"/>
                  </a:lnTo>
                  <a:lnTo>
                    <a:pt x="130479" y="145542"/>
                  </a:lnTo>
                  <a:lnTo>
                    <a:pt x="121742" y="143256"/>
                  </a:lnTo>
                  <a:lnTo>
                    <a:pt x="113855" y="140970"/>
                  </a:lnTo>
                  <a:lnTo>
                    <a:pt x="106692" y="138684"/>
                  </a:lnTo>
                  <a:lnTo>
                    <a:pt x="96977" y="135851"/>
                  </a:lnTo>
                  <a:lnTo>
                    <a:pt x="66497" y="106870"/>
                  </a:lnTo>
                  <a:lnTo>
                    <a:pt x="64020" y="88392"/>
                  </a:lnTo>
                  <a:lnTo>
                    <a:pt x="65163" y="77533"/>
                  </a:lnTo>
                  <a:lnTo>
                    <a:pt x="92278" y="45821"/>
                  </a:lnTo>
                  <a:lnTo>
                    <a:pt x="131076" y="38100"/>
                  </a:lnTo>
                  <a:lnTo>
                    <a:pt x="143649" y="38696"/>
                  </a:lnTo>
                  <a:lnTo>
                    <a:pt x="181368" y="48768"/>
                  </a:lnTo>
                  <a:lnTo>
                    <a:pt x="220992" y="73152"/>
                  </a:lnTo>
                  <a:lnTo>
                    <a:pt x="224040" y="73152"/>
                  </a:lnTo>
                  <a:lnTo>
                    <a:pt x="224040" y="21336"/>
                  </a:lnTo>
                  <a:lnTo>
                    <a:pt x="213487" y="16814"/>
                  </a:lnTo>
                  <a:lnTo>
                    <a:pt x="167246" y="3860"/>
                  </a:lnTo>
                  <a:lnTo>
                    <a:pt x="128028" y="0"/>
                  </a:lnTo>
                  <a:lnTo>
                    <a:pt x="105168" y="1714"/>
                  </a:lnTo>
                  <a:lnTo>
                    <a:pt x="66306" y="15430"/>
                  </a:lnTo>
                  <a:lnTo>
                    <a:pt x="36537" y="41744"/>
                  </a:lnTo>
                  <a:lnTo>
                    <a:pt x="19824" y="92964"/>
                  </a:lnTo>
                  <a:lnTo>
                    <a:pt x="20104" y="102069"/>
                  </a:lnTo>
                  <a:lnTo>
                    <a:pt x="31445" y="140017"/>
                  </a:lnTo>
                  <a:lnTo>
                    <a:pt x="64020" y="169164"/>
                  </a:lnTo>
                  <a:lnTo>
                    <a:pt x="92976" y="179832"/>
                  </a:lnTo>
                  <a:lnTo>
                    <a:pt x="102476" y="182740"/>
                  </a:lnTo>
                  <a:lnTo>
                    <a:pt x="110693" y="184785"/>
                  </a:lnTo>
                  <a:lnTo>
                    <a:pt x="118046" y="186270"/>
                  </a:lnTo>
                  <a:lnTo>
                    <a:pt x="124980" y="187452"/>
                  </a:lnTo>
                  <a:lnTo>
                    <a:pt x="130975" y="189509"/>
                  </a:lnTo>
                  <a:lnTo>
                    <a:pt x="170510" y="203073"/>
                  </a:lnTo>
                  <a:lnTo>
                    <a:pt x="191465" y="235648"/>
                  </a:lnTo>
                  <a:lnTo>
                    <a:pt x="192036" y="245364"/>
                  </a:lnTo>
                  <a:lnTo>
                    <a:pt x="190893" y="256463"/>
                  </a:lnTo>
                  <a:lnTo>
                    <a:pt x="163474" y="290347"/>
                  </a:lnTo>
                  <a:lnTo>
                    <a:pt x="120408" y="298704"/>
                  </a:lnTo>
                  <a:lnTo>
                    <a:pt x="107594" y="298119"/>
                  </a:lnTo>
                  <a:lnTo>
                    <a:pt x="68592" y="288036"/>
                  </a:lnTo>
                  <a:lnTo>
                    <a:pt x="30657" y="266395"/>
                  </a:lnTo>
                  <a:lnTo>
                    <a:pt x="19824" y="257556"/>
                  </a:lnTo>
                  <a:lnTo>
                    <a:pt x="16776" y="257556"/>
                  </a:lnTo>
                  <a:lnTo>
                    <a:pt x="16776" y="310896"/>
                  </a:lnTo>
                  <a:lnTo>
                    <a:pt x="27559" y="316331"/>
                  </a:lnTo>
                  <a:lnTo>
                    <a:pt x="75653" y="332066"/>
                  </a:lnTo>
                  <a:lnTo>
                    <a:pt x="123456" y="335280"/>
                  </a:lnTo>
                  <a:lnTo>
                    <a:pt x="137502" y="334949"/>
                  </a:lnTo>
                  <a:lnTo>
                    <a:pt x="181978" y="323684"/>
                  </a:lnTo>
                  <a:lnTo>
                    <a:pt x="213817" y="300062"/>
                  </a:lnTo>
                  <a:lnTo>
                    <a:pt x="232371" y="266471"/>
                  </a:lnTo>
                  <a:lnTo>
                    <a:pt x="235889" y="247129"/>
                  </a:lnTo>
                  <a:lnTo>
                    <a:pt x="236232" y="237744"/>
                  </a:lnTo>
                  <a:close/>
                </a:path>
                <a:path w="3063240" h="386079">
                  <a:moveTo>
                    <a:pt x="3063240" y="365772"/>
                  </a:moveTo>
                  <a:lnTo>
                    <a:pt x="0" y="365772"/>
                  </a:lnTo>
                  <a:lnTo>
                    <a:pt x="0" y="385572"/>
                  </a:lnTo>
                  <a:lnTo>
                    <a:pt x="3063240" y="385572"/>
                  </a:lnTo>
                  <a:lnTo>
                    <a:pt x="3063240" y="365772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31" name="object 31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2395727" y="3326892"/>
              <a:ext cx="65531" cy="112775"/>
            </a:xfrm>
            <a:prstGeom prst="rect">
              <a:avLst/>
            </a:prstGeom>
          </p:spPr>
        </p:pic>
        <p:sp>
          <p:nvSpPr>
            <p:cNvPr id="32" name="object 32"/>
            <p:cNvSpPr/>
            <p:nvPr/>
          </p:nvSpPr>
          <p:spPr>
            <a:xfrm>
              <a:off x="2554224" y="3261360"/>
              <a:ext cx="2152015" cy="411480"/>
            </a:xfrm>
            <a:custGeom>
              <a:avLst/>
              <a:gdLst/>
              <a:ahLst/>
              <a:cxnLst/>
              <a:rect l="l" t="t" r="r" b="b"/>
              <a:pathLst>
                <a:path w="2152015" h="411479">
                  <a:moveTo>
                    <a:pt x="155448" y="102108"/>
                  </a:moveTo>
                  <a:lnTo>
                    <a:pt x="147828" y="94488"/>
                  </a:lnTo>
                  <a:lnTo>
                    <a:pt x="129540" y="76200"/>
                  </a:lnTo>
                  <a:lnTo>
                    <a:pt x="115824" y="89916"/>
                  </a:lnTo>
                  <a:lnTo>
                    <a:pt x="115824" y="103632"/>
                  </a:lnTo>
                  <a:lnTo>
                    <a:pt x="115824" y="214884"/>
                  </a:lnTo>
                  <a:lnTo>
                    <a:pt x="115824" y="225552"/>
                  </a:lnTo>
                  <a:lnTo>
                    <a:pt x="115824" y="347472"/>
                  </a:lnTo>
                  <a:lnTo>
                    <a:pt x="24384" y="347472"/>
                  </a:lnTo>
                  <a:lnTo>
                    <a:pt x="24384" y="225552"/>
                  </a:lnTo>
                  <a:lnTo>
                    <a:pt x="115824" y="225552"/>
                  </a:lnTo>
                  <a:lnTo>
                    <a:pt x="115824" y="214884"/>
                  </a:lnTo>
                  <a:lnTo>
                    <a:pt x="24384" y="214884"/>
                  </a:lnTo>
                  <a:lnTo>
                    <a:pt x="24384" y="103632"/>
                  </a:lnTo>
                  <a:lnTo>
                    <a:pt x="115824" y="103632"/>
                  </a:lnTo>
                  <a:lnTo>
                    <a:pt x="115824" y="89916"/>
                  </a:lnTo>
                  <a:lnTo>
                    <a:pt x="111252" y="94488"/>
                  </a:lnTo>
                  <a:lnTo>
                    <a:pt x="54864" y="94488"/>
                  </a:lnTo>
                  <a:lnTo>
                    <a:pt x="68859" y="67043"/>
                  </a:lnTo>
                  <a:lnTo>
                    <a:pt x="81153" y="46291"/>
                  </a:lnTo>
                  <a:lnTo>
                    <a:pt x="91719" y="32131"/>
                  </a:lnTo>
                  <a:lnTo>
                    <a:pt x="100584" y="24384"/>
                  </a:lnTo>
                  <a:lnTo>
                    <a:pt x="62484" y="3048"/>
                  </a:lnTo>
                  <a:lnTo>
                    <a:pt x="61125" y="20764"/>
                  </a:lnTo>
                  <a:lnTo>
                    <a:pt x="57340" y="41910"/>
                  </a:lnTo>
                  <a:lnTo>
                    <a:pt x="51549" y="66484"/>
                  </a:lnTo>
                  <a:lnTo>
                    <a:pt x="44196" y="94488"/>
                  </a:lnTo>
                  <a:lnTo>
                    <a:pt x="25908" y="94488"/>
                  </a:lnTo>
                  <a:lnTo>
                    <a:pt x="0" y="77724"/>
                  </a:lnTo>
                  <a:lnTo>
                    <a:pt x="889" y="118872"/>
                  </a:lnTo>
                  <a:lnTo>
                    <a:pt x="1308" y="155829"/>
                  </a:lnTo>
                  <a:lnTo>
                    <a:pt x="1422" y="181356"/>
                  </a:lnTo>
                  <a:lnTo>
                    <a:pt x="1333" y="320040"/>
                  </a:lnTo>
                  <a:lnTo>
                    <a:pt x="927" y="355663"/>
                  </a:lnTo>
                  <a:lnTo>
                    <a:pt x="825" y="362712"/>
                  </a:lnTo>
                  <a:lnTo>
                    <a:pt x="0" y="400812"/>
                  </a:lnTo>
                  <a:lnTo>
                    <a:pt x="24384" y="387096"/>
                  </a:lnTo>
                  <a:lnTo>
                    <a:pt x="24384" y="358140"/>
                  </a:lnTo>
                  <a:lnTo>
                    <a:pt x="115824" y="358140"/>
                  </a:lnTo>
                  <a:lnTo>
                    <a:pt x="115824" y="394716"/>
                  </a:lnTo>
                  <a:lnTo>
                    <a:pt x="140208" y="381000"/>
                  </a:lnTo>
                  <a:lnTo>
                    <a:pt x="139534" y="358140"/>
                  </a:lnTo>
                  <a:lnTo>
                    <a:pt x="139293" y="349910"/>
                  </a:lnTo>
                  <a:lnTo>
                    <a:pt x="139255" y="347472"/>
                  </a:lnTo>
                  <a:lnTo>
                    <a:pt x="138493" y="308610"/>
                  </a:lnTo>
                  <a:lnTo>
                    <a:pt x="137782" y="254495"/>
                  </a:lnTo>
                  <a:lnTo>
                    <a:pt x="137579" y="225552"/>
                  </a:lnTo>
                  <a:lnTo>
                    <a:pt x="137502" y="214884"/>
                  </a:lnTo>
                  <a:lnTo>
                    <a:pt x="137388" y="198386"/>
                  </a:lnTo>
                  <a:lnTo>
                    <a:pt x="137261" y="163664"/>
                  </a:lnTo>
                  <a:lnTo>
                    <a:pt x="137160" y="114300"/>
                  </a:lnTo>
                  <a:lnTo>
                    <a:pt x="153162" y="103632"/>
                  </a:lnTo>
                  <a:lnTo>
                    <a:pt x="155448" y="102108"/>
                  </a:lnTo>
                  <a:close/>
                </a:path>
                <a:path w="2152015" h="411479">
                  <a:moveTo>
                    <a:pt x="246888" y="239268"/>
                  </a:moveTo>
                  <a:lnTo>
                    <a:pt x="224980" y="202692"/>
                  </a:lnTo>
                  <a:lnTo>
                    <a:pt x="192024" y="175260"/>
                  </a:lnTo>
                  <a:lnTo>
                    <a:pt x="187452" y="181356"/>
                  </a:lnTo>
                  <a:lnTo>
                    <a:pt x="198882" y="197624"/>
                  </a:lnTo>
                  <a:lnTo>
                    <a:pt x="208026" y="214312"/>
                  </a:lnTo>
                  <a:lnTo>
                    <a:pt x="214884" y="231292"/>
                  </a:lnTo>
                  <a:lnTo>
                    <a:pt x="219456" y="248412"/>
                  </a:lnTo>
                  <a:lnTo>
                    <a:pt x="221754" y="259295"/>
                  </a:lnTo>
                  <a:lnTo>
                    <a:pt x="224218" y="266890"/>
                  </a:lnTo>
                  <a:lnTo>
                    <a:pt x="226949" y="271348"/>
                  </a:lnTo>
                  <a:lnTo>
                    <a:pt x="230124" y="272796"/>
                  </a:lnTo>
                  <a:lnTo>
                    <a:pt x="231648" y="272796"/>
                  </a:lnTo>
                  <a:lnTo>
                    <a:pt x="236220" y="269748"/>
                  </a:lnTo>
                  <a:lnTo>
                    <a:pt x="245364" y="257556"/>
                  </a:lnTo>
                  <a:lnTo>
                    <a:pt x="246888" y="251460"/>
                  </a:lnTo>
                  <a:lnTo>
                    <a:pt x="246888" y="239268"/>
                  </a:lnTo>
                  <a:close/>
                </a:path>
                <a:path w="2152015" h="411479">
                  <a:moveTo>
                    <a:pt x="356616" y="106680"/>
                  </a:moveTo>
                  <a:lnTo>
                    <a:pt x="349415" y="99060"/>
                  </a:lnTo>
                  <a:lnTo>
                    <a:pt x="330708" y="79248"/>
                  </a:lnTo>
                  <a:lnTo>
                    <a:pt x="310896" y="99060"/>
                  </a:lnTo>
                  <a:lnTo>
                    <a:pt x="217932" y="99060"/>
                  </a:lnTo>
                  <a:lnTo>
                    <a:pt x="231660" y="71374"/>
                  </a:lnTo>
                  <a:lnTo>
                    <a:pt x="243268" y="50101"/>
                  </a:lnTo>
                  <a:lnTo>
                    <a:pt x="252857" y="35420"/>
                  </a:lnTo>
                  <a:lnTo>
                    <a:pt x="260604" y="27432"/>
                  </a:lnTo>
                  <a:lnTo>
                    <a:pt x="222504" y="4572"/>
                  </a:lnTo>
                  <a:lnTo>
                    <a:pt x="211836" y="48006"/>
                  </a:lnTo>
                  <a:lnTo>
                    <a:pt x="196596" y="91440"/>
                  </a:lnTo>
                  <a:lnTo>
                    <a:pt x="175069" y="138112"/>
                  </a:lnTo>
                  <a:lnTo>
                    <a:pt x="143256" y="190500"/>
                  </a:lnTo>
                  <a:lnTo>
                    <a:pt x="147828" y="195072"/>
                  </a:lnTo>
                  <a:lnTo>
                    <a:pt x="165582" y="176174"/>
                  </a:lnTo>
                  <a:lnTo>
                    <a:pt x="182499" y="155829"/>
                  </a:lnTo>
                  <a:lnTo>
                    <a:pt x="198831" y="133781"/>
                  </a:lnTo>
                  <a:lnTo>
                    <a:pt x="214884" y="109728"/>
                  </a:lnTo>
                  <a:lnTo>
                    <a:pt x="315468" y="109728"/>
                  </a:lnTo>
                  <a:lnTo>
                    <a:pt x="313194" y="196596"/>
                  </a:lnTo>
                  <a:lnTo>
                    <a:pt x="311086" y="262890"/>
                  </a:lnTo>
                  <a:lnTo>
                    <a:pt x="309245" y="308610"/>
                  </a:lnTo>
                  <a:lnTo>
                    <a:pt x="304673" y="346646"/>
                  </a:lnTo>
                  <a:lnTo>
                    <a:pt x="283464" y="362712"/>
                  </a:lnTo>
                  <a:lnTo>
                    <a:pt x="272618" y="362165"/>
                  </a:lnTo>
                  <a:lnTo>
                    <a:pt x="258508" y="360616"/>
                  </a:lnTo>
                  <a:lnTo>
                    <a:pt x="241236" y="358216"/>
                  </a:lnTo>
                  <a:lnTo>
                    <a:pt x="220980" y="355092"/>
                  </a:lnTo>
                  <a:lnTo>
                    <a:pt x="220980" y="362712"/>
                  </a:lnTo>
                  <a:lnTo>
                    <a:pt x="242671" y="370674"/>
                  </a:lnTo>
                  <a:lnTo>
                    <a:pt x="259651" y="380619"/>
                  </a:lnTo>
                  <a:lnTo>
                    <a:pt x="271767" y="392290"/>
                  </a:lnTo>
                  <a:lnTo>
                    <a:pt x="278892" y="405384"/>
                  </a:lnTo>
                  <a:lnTo>
                    <a:pt x="289661" y="400812"/>
                  </a:lnTo>
                  <a:lnTo>
                    <a:pt x="324231" y="371284"/>
                  </a:lnTo>
                  <a:lnTo>
                    <a:pt x="334060" y="330923"/>
                  </a:lnTo>
                  <a:lnTo>
                    <a:pt x="337718" y="252552"/>
                  </a:lnTo>
                  <a:lnTo>
                    <a:pt x="339547" y="192557"/>
                  </a:lnTo>
                  <a:lnTo>
                    <a:pt x="341376" y="118872"/>
                  </a:lnTo>
                  <a:lnTo>
                    <a:pt x="352806" y="109728"/>
                  </a:lnTo>
                  <a:lnTo>
                    <a:pt x="356616" y="106680"/>
                  </a:lnTo>
                  <a:close/>
                </a:path>
                <a:path w="2152015" h="411479">
                  <a:moveTo>
                    <a:pt x="812279" y="193548"/>
                  </a:moveTo>
                  <a:lnTo>
                    <a:pt x="774179" y="153924"/>
                  </a:lnTo>
                  <a:lnTo>
                    <a:pt x="739127" y="182880"/>
                  </a:lnTo>
                  <a:lnTo>
                    <a:pt x="416039" y="182880"/>
                  </a:lnTo>
                  <a:lnTo>
                    <a:pt x="431279" y="198120"/>
                  </a:lnTo>
                  <a:lnTo>
                    <a:pt x="441883" y="196126"/>
                  </a:lnTo>
                  <a:lnTo>
                    <a:pt x="453186" y="194691"/>
                  </a:lnTo>
                  <a:lnTo>
                    <a:pt x="465366" y="193840"/>
                  </a:lnTo>
                  <a:lnTo>
                    <a:pt x="478523" y="193548"/>
                  </a:lnTo>
                  <a:lnTo>
                    <a:pt x="812279" y="193548"/>
                  </a:lnTo>
                  <a:close/>
                </a:path>
                <a:path w="2152015" h="411479">
                  <a:moveTo>
                    <a:pt x="1085088" y="147828"/>
                  </a:moveTo>
                  <a:lnTo>
                    <a:pt x="1043940" y="124968"/>
                  </a:lnTo>
                  <a:lnTo>
                    <a:pt x="1044765" y="144780"/>
                  </a:lnTo>
                  <a:lnTo>
                    <a:pt x="1044892" y="149161"/>
                  </a:lnTo>
                  <a:lnTo>
                    <a:pt x="1045286" y="166878"/>
                  </a:lnTo>
                  <a:lnTo>
                    <a:pt x="1045400" y="179832"/>
                  </a:lnTo>
                  <a:lnTo>
                    <a:pt x="1045311" y="347141"/>
                  </a:lnTo>
                  <a:lnTo>
                    <a:pt x="1045273" y="352996"/>
                  </a:lnTo>
                  <a:lnTo>
                    <a:pt x="1044816" y="379742"/>
                  </a:lnTo>
                  <a:lnTo>
                    <a:pt x="1043940" y="411480"/>
                  </a:lnTo>
                  <a:lnTo>
                    <a:pt x="1072896" y="394716"/>
                  </a:lnTo>
                  <a:lnTo>
                    <a:pt x="1072654" y="378104"/>
                  </a:lnTo>
                  <a:lnTo>
                    <a:pt x="1071600" y="347141"/>
                  </a:lnTo>
                  <a:lnTo>
                    <a:pt x="1071372" y="332232"/>
                  </a:lnTo>
                  <a:lnTo>
                    <a:pt x="1071372" y="158496"/>
                  </a:lnTo>
                  <a:lnTo>
                    <a:pt x="1085088" y="147828"/>
                  </a:lnTo>
                  <a:close/>
                </a:path>
                <a:path w="2152015" h="411479">
                  <a:moveTo>
                    <a:pt x="1263396" y="181356"/>
                  </a:moveTo>
                  <a:lnTo>
                    <a:pt x="1215009" y="166878"/>
                  </a:lnTo>
                  <a:lnTo>
                    <a:pt x="1164336" y="138684"/>
                  </a:lnTo>
                  <a:lnTo>
                    <a:pt x="1114425" y="93726"/>
                  </a:lnTo>
                  <a:lnTo>
                    <a:pt x="1074115" y="41148"/>
                  </a:lnTo>
                  <a:lnTo>
                    <a:pt x="1066800" y="30480"/>
                  </a:lnTo>
                  <a:lnTo>
                    <a:pt x="1082040" y="21336"/>
                  </a:lnTo>
                  <a:lnTo>
                    <a:pt x="1045464" y="0"/>
                  </a:lnTo>
                  <a:lnTo>
                    <a:pt x="1020508" y="56578"/>
                  </a:lnTo>
                  <a:lnTo>
                    <a:pt x="978408" y="118872"/>
                  </a:lnTo>
                  <a:lnTo>
                    <a:pt x="952474" y="149161"/>
                  </a:lnTo>
                  <a:lnTo>
                    <a:pt x="923023" y="175983"/>
                  </a:lnTo>
                  <a:lnTo>
                    <a:pt x="890320" y="199453"/>
                  </a:lnTo>
                  <a:lnTo>
                    <a:pt x="854964" y="219456"/>
                  </a:lnTo>
                  <a:lnTo>
                    <a:pt x="856488" y="225552"/>
                  </a:lnTo>
                  <a:lnTo>
                    <a:pt x="892225" y="209842"/>
                  </a:lnTo>
                  <a:lnTo>
                    <a:pt x="952284" y="173266"/>
                  </a:lnTo>
                  <a:lnTo>
                    <a:pt x="998550" y="130098"/>
                  </a:lnTo>
                  <a:lnTo>
                    <a:pt x="1040739" y="74612"/>
                  </a:lnTo>
                  <a:lnTo>
                    <a:pt x="1060704" y="41148"/>
                  </a:lnTo>
                  <a:lnTo>
                    <a:pt x="1078992" y="71704"/>
                  </a:lnTo>
                  <a:lnTo>
                    <a:pt x="1115568" y="123659"/>
                  </a:lnTo>
                  <a:lnTo>
                    <a:pt x="1153236" y="162737"/>
                  </a:lnTo>
                  <a:lnTo>
                    <a:pt x="1197711" y="195795"/>
                  </a:lnTo>
                  <a:lnTo>
                    <a:pt x="1222248" y="210312"/>
                  </a:lnTo>
                  <a:lnTo>
                    <a:pt x="1229956" y="201168"/>
                  </a:lnTo>
                  <a:lnTo>
                    <a:pt x="1239393" y="194310"/>
                  </a:lnTo>
                  <a:lnTo>
                    <a:pt x="1250530" y="189738"/>
                  </a:lnTo>
                  <a:lnTo>
                    <a:pt x="1263396" y="187452"/>
                  </a:lnTo>
                  <a:lnTo>
                    <a:pt x="1263396" y="181356"/>
                  </a:lnTo>
                  <a:close/>
                </a:path>
                <a:path w="2152015" h="411479">
                  <a:moveTo>
                    <a:pt x="1479791" y="50292"/>
                  </a:moveTo>
                  <a:lnTo>
                    <a:pt x="1470647" y="41148"/>
                  </a:lnTo>
                  <a:lnTo>
                    <a:pt x="1453883" y="24384"/>
                  </a:lnTo>
                  <a:lnTo>
                    <a:pt x="1437119" y="41148"/>
                  </a:lnTo>
                  <a:lnTo>
                    <a:pt x="1360919" y="41148"/>
                  </a:lnTo>
                  <a:lnTo>
                    <a:pt x="1336535" y="25908"/>
                  </a:lnTo>
                  <a:lnTo>
                    <a:pt x="1337424" y="46748"/>
                  </a:lnTo>
                  <a:lnTo>
                    <a:pt x="1337843" y="79375"/>
                  </a:lnTo>
                  <a:lnTo>
                    <a:pt x="1337957" y="105346"/>
                  </a:lnTo>
                  <a:lnTo>
                    <a:pt x="1337843" y="249174"/>
                  </a:lnTo>
                  <a:lnTo>
                    <a:pt x="1337754" y="261962"/>
                  </a:lnTo>
                  <a:lnTo>
                    <a:pt x="1337106" y="314706"/>
                  </a:lnTo>
                  <a:lnTo>
                    <a:pt x="1336141" y="363283"/>
                  </a:lnTo>
                  <a:lnTo>
                    <a:pt x="1335011" y="403860"/>
                  </a:lnTo>
                  <a:lnTo>
                    <a:pt x="1360919" y="391668"/>
                  </a:lnTo>
                  <a:lnTo>
                    <a:pt x="1360919" y="51816"/>
                  </a:lnTo>
                  <a:lnTo>
                    <a:pt x="1438643" y="51816"/>
                  </a:lnTo>
                  <a:lnTo>
                    <a:pt x="1397495" y="170688"/>
                  </a:lnTo>
                  <a:lnTo>
                    <a:pt x="1417497" y="192976"/>
                  </a:lnTo>
                  <a:lnTo>
                    <a:pt x="1431785" y="214122"/>
                  </a:lnTo>
                  <a:lnTo>
                    <a:pt x="1440357" y="234124"/>
                  </a:lnTo>
                  <a:lnTo>
                    <a:pt x="1443215" y="252984"/>
                  </a:lnTo>
                  <a:lnTo>
                    <a:pt x="1442631" y="269278"/>
                  </a:lnTo>
                  <a:lnTo>
                    <a:pt x="1440738" y="281559"/>
                  </a:lnTo>
                  <a:lnTo>
                    <a:pt x="1437436" y="289852"/>
                  </a:lnTo>
                  <a:lnTo>
                    <a:pt x="1432547" y="294132"/>
                  </a:lnTo>
                  <a:lnTo>
                    <a:pt x="1424927" y="295656"/>
                  </a:lnTo>
                  <a:lnTo>
                    <a:pt x="1418831" y="297180"/>
                  </a:lnTo>
                  <a:lnTo>
                    <a:pt x="1412735" y="297180"/>
                  </a:lnTo>
                  <a:lnTo>
                    <a:pt x="1403883" y="296633"/>
                  </a:lnTo>
                  <a:lnTo>
                    <a:pt x="1393304" y="295084"/>
                  </a:lnTo>
                  <a:lnTo>
                    <a:pt x="1381023" y="292684"/>
                  </a:lnTo>
                  <a:lnTo>
                    <a:pt x="1367015" y="289560"/>
                  </a:lnTo>
                  <a:lnTo>
                    <a:pt x="1367015" y="297180"/>
                  </a:lnTo>
                  <a:lnTo>
                    <a:pt x="1383576" y="304025"/>
                  </a:lnTo>
                  <a:lnTo>
                    <a:pt x="1396542" y="312991"/>
                  </a:lnTo>
                  <a:lnTo>
                    <a:pt x="1405813" y="323977"/>
                  </a:lnTo>
                  <a:lnTo>
                    <a:pt x="1411211" y="336804"/>
                  </a:lnTo>
                  <a:lnTo>
                    <a:pt x="1427200" y="330288"/>
                  </a:lnTo>
                  <a:lnTo>
                    <a:pt x="1459979" y="303276"/>
                  </a:lnTo>
                  <a:lnTo>
                    <a:pt x="1470787" y="269278"/>
                  </a:lnTo>
                  <a:lnTo>
                    <a:pt x="1470774" y="261962"/>
                  </a:lnTo>
                  <a:lnTo>
                    <a:pt x="1456080" y="218744"/>
                  </a:lnTo>
                  <a:lnTo>
                    <a:pt x="1427975" y="185928"/>
                  </a:lnTo>
                  <a:lnTo>
                    <a:pt x="1408163" y="169164"/>
                  </a:lnTo>
                  <a:lnTo>
                    <a:pt x="1426057" y="132803"/>
                  </a:lnTo>
                  <a:lnTo>
                    <a:pt x="1441310" y="102679"/>
                  </a:lnTo>
                  <a:lnTo>
                    <a:pt x="1453603" y="79375"/>
                  </a:lnTo>
                  <a:lnTo>
                    <a:pt x="1463027" y="62484"/>
                  </a:lnTo>
                  <a:lnTo>
                    <a:pt x="1477695" y="51816"/>
                  </a:lnTo>
                  <a:lnTo>
                    <a:pt x="1479791" y="50292"/>
                  </a:lnTo>
                  <a:close/>
                </a:path>
                <a:path w="2152015" h="411479">
                  <a:moveTo>
                    <a:pt x="1702295" y="370332"/>
                  </a:moveTo>
                  <a:lnTo>
                    <a:pt x="1661337" y="340233"/>
                  </a:lnTo>
                  <a:lnTo>
                    <a:pt x="1630667" y="298704"/>
                  </a:lnTo>
                  <a:lnTo>
                    <a:pt x="1609140" y="253174"/>
                  </a:lnTo>
                  <a:lnTo>
                    <a:pt x="1595615" y="208788"/>
                  </a:lnTo>
                  <a:lnTo>
                    <a:pt x="1586090" y="166687"/>
                  </a:lnTo>
                  <a:lnTo>
                    <a:pt x="1578851" y="123444"/>
                  </a:lnTo>
                  <a:lnTo>
                    <a:pt x="1574088" y="80200"/>
                  </a:lnTo>
                  <a:lnTo>
                    <a:pt x="1572755" y="38100"/>
                  </a:lnTo>
                  <a:lnTo>
                    <a:pt x="1586471" y="27432"/>
                  </a:lnTo>
                  <a:lnTo>
                    <a:pt x="1545323" y="9144"/>
                  </a:lnTo>
                  <a:lnTo>
                    <a:pt x="1544980" y="58940"/>
                  </a:lnTo>
                  <a:lnTo>
                    <a:pt x="1543608" y="105346"/>
                  </a:lnTo>
                  <a:lnTo>
                    <a:pt x="1540827" y="146951"/>
                  </a:lnTo>
                  <a:lnTo>
                    <a:pt x="1529588" y="217792"/>
                  </a:lnTo>
                  <a:lnTo>
                    <a:pt x="1510677" y="278282"/>
                  </a:lnTo>
                  <a:lnTo>
                    <a:pt x="1482674" y="329374"/>
                  </a:lnTo>
                  <a:lnTo>
                    <a:pt x="1435290" y="375094"/>
                  </a:lnTo>
                  <a:lnTo>
                    <a:pt x="1403591" y="396240"/>
                  </a:lnTo>
                  <a:lnTo>
                    <a:pt x="1408163" y="403860"/>
                  </a:lnTo>
                  <a:lnTo>
                    <a:pt x="1461503" y="371665"/>
                  </a:lnTo>
                  <a:lnTo>
                    <a:pt x="1501127" y="333756"/>
                  </a:lnTo>
                  <a:lnTo>
                    <a:pt x="1528749" y="288988"/>
                  </a:lnTo>
                  <a:lnTo>
                    <a:pt x="1548371" y="231648"/>
                  </a:lnTo>
                  <a:lnTo>
                    <a:pt x="1562087" y="166497"/>
                  </a:lnTo>
                  <a:lnTo>
                    <a:pt x="1566659" y="99060"/>
                  </a:lnTo>
                  <a:lnTo>
                    <a:pt x="1570075" y="132575"/>
                  </a:lnTo>
                  <a:lnTo>
                    <a:pt x="1576946" y="190576"/>
                  </a:lnTo>
                  <a:lnTo>
                    <a:pt x="1584667" y="236867"/>
                  </a:lnTo>
                  <a:lnTo>
                    <a:pt x="1598383" y="281965"/>
                  </a:lnTo>
                  <a:lnTo>
                    <a:pt x="1618335" y="326517"/>
                  </a:lnTo>
                  <a:lnTo>
                    <a:pt x="1646821" y="369951"/>
                  </a:lnTo>
                  <a:lnTo>
                    <a:pt x="1664195" y="391668"/>
                  </a:lnTo>
                  <a:lnTo>
                    <a:pt x="1671866" y="384556"/>
                  </a:lnTo>
                  <a:lnTo>
                    <a:pt x="1680959" y="379285"/>
                  </a:lnTo>
                  <a:lnTo>
                    <a:pt x="1691208" y="376034"/>
                  </a:lnTo>
                  <a:lnTo>
                    <a:pt x="1702295" y="374904"/>
                  </a:lnTo>
                  <a:lnTo>
                    <a:pt x="1702295" y="370332"/>
                  </a:lnTo>
                  <a:close/>
                </a:path>
                <a:path w="2152015" h="411479">
                  <a:moveTo>
                    <a:pt x="2151888" y="391668"/>
                  </a:moveTo>
                  <a:lnTo>
                    <a:pt x="2116836" y="352044"/>
                  </a:lnTo>
                  <a:lnTo>
                    <a:pt x="2089404" y="381000"/>
                  </a:lnTo>
                  <a:lnTo>
                    <a:pt x="1958340" y="381000"/>
                  </a:lnTo>
                  <a:lnTo>
                    <a:pt x="1958340" y="300228"/>
                  </a:lnTo>
                  <a:lnTo>
                    <a:pt x="2113788" y="300228"/>
                  </a:lnTo>
                  <a:lnTo>
                    <a:pt x="2080260" y="263652"/>
                  </a:lnTo>
                  <a:lnTo>
                    <a:pt x="2052828" y="289560"/>
                  </a:lnTo>
                  <a:lnTo>
                    <a:pt x="1958340" y="289560"/>
                  </a:lnTo>
                  <a:lnTo>
                    <a:pt x="1958340" y="217932"/>
                  </a:lnTo>
                  <a:lnTo>
                    <a:pt x="2052828" y="217932"/>
                  </a:lnTo>
                  <a:lnTo>
                    <a:pt x="2052828" y="239268"/>
                  </a:lnTo>
                  <a:lnTo>
                    <a:pt x="2077212" y="228600"/>
                  </a:lnTo>
                  <a:lnTo>
                    <a:pt x="2076869" y="217932"/>
                  </a:lnTo>
                  <a:lnTo>
                    <a:pt x="2076538" y="207264"/>
                  </a:lnTo>
                  <a:lnTo>
                    <a:pt x="2076323" y="200596"/>
                  </a:lnTo>
                  <a:lnTo>
                    <a:pt x="2075878" y="162306"/>
                  </a:lnTo>
                  <a:lnTo>
                    <a:pt x="2075764" y="132588"/>
                  </a:lnTo>
                  <a:lnTo>
                    <a:pt x="2075738" y="121920"/>
                  </a:lnTo>
                  <a:lnTo>
                    <a:pt x="2075688" y="54864"/>
                  </a:lnTo>
                  <a:lnTo>
                    <a:pt x="2083308" y="48768"/>
                  </a:lnTo>
                  <a:lnTo>
                    <a:pt x="2090928" y="42672"/>
                  </a:lnTo>
                  <a:lnTo>
                    <a:pt x="2084717" y="38100"/>
                  </a:lnTo>
                  <a:lnTo>
                    <a:pt x="2061972" y="21336"/>
                  </a:lnTo>
                  <a:lnTo>
                    <a:pt x="2052828" y="33909"/>
                  </a:lnTo>
                  <a:lnTo>
                    <a:pt x="2052828" y="48768"/>
                  </a:lnTo>
                  <a:lnTo>
                    <a:pt x="2052828" y="121920"/>
                  </a:lnTo>
                  <a:lnTo>
                    <a:pt x="2052828" y="132588"/>
                  </a:lnTo>
                  <a:lnTo>
                    <a:pt x="2052828" y="207264"/>
                  </a:lnTo>
                  <a:lnTo>
                    <a:pt x="1958340" y="207264"/>
                  </a:lnTo>
                  <a:lnTo>
                    <a:pt x="1958340" y="132588"/>
                  </a:lnTo>
                  <a:lnTo>
                    <a:pt x="2052828" y="132588"/>
                  </a:lnTo>
                  <a:lnTo>
                    <a:pt x="2052828" y="121920"/>
                  </a:lnTo>
                  <a:lnTo>
                    <a:pt x="1958340" y="121920"/>
                  </a:lnTo>
                  <a:lnTo>
                    <a:pt x="1958340" y="48768"/>
                  </a:lnTo>
                  <a:lnTo>
                    <a:pt x="2052828" y="48768"/>
                  </a:lnTo>
                  <a:lnTo>
                    <a:pt x="2052828" y="33909"/>
                  </a:lnTo>
                  <a:lnTo>
                    <a:pt x="2049780" y="38100"/>
                  </a:lnTo>
                  <a:lnTo>
                    <a:pt x="1935480" y="38100"/>
                  </a:lnTo>
                  <a:lnTo>
                    <a:pt x="1935480" y="48768"/>
                  </a:lnTo>
                  <a:lnTo>
                    <a:pt x="1935480" y="121920"/>
                  </a:lnTo>
                  <a:lnTo>
                    <a:pt x="1935480" y="132588"/>
                  </a:lnTo>
                  <a:lnTo>
                    <a:pt x="1935480" y="207264"/>
                  </a:lnTo>
                  <a:lnTo>
                    <a:pt x="1845564" y="207264"/>
                  </a:lnTo>
                  <a:lnTo>
                    <a:pt x="1845564" y="132588"/>
                  </a:lnTo>
                  <a:lnTo>
                    <a:pt x="1935480" y="132588"/>
                  </a:lnTo>
                  <a:lnTo>
                    <a:pt x="1935480" y="121920"/>
                  </a:lnTo>
                  <a:lnTo>
                    <a:pt x="1845564" y="121920"/>
                  </a:lnTo>
                  <a:lnTo>
                    <a:pt x="1845564" y="48768"/>
                  </a:lnTo>
                  <a:lnTo>
                    <a:pt x="1935480" y="48768"/>
                  </a:lnTo>
                  <a:lnTo>
                    <a:pt x="1935480" y="38100"/>
                  </a:lnTo>
                  <a:lnTo>
                    <a:pt x="1845564" y="38100"/>
                  </a:lnTo>
                  <a:lnTo>
                    <a:pt x="1821180" y="22860"/>
                  </a:lnTo>
                  <a:lnTo>
                    <a:pt x="1822030" y="48768"/>
                  </a:lnTo>
                  <a:lnTo>
                    <a:pt x="1822513" y="76581"/>
                  </a:lnTo>
                  <a:lnTo>
                    <a:pt x="1822678" y="104305"/>
                  </a:lnTo>
                  <a:lnTo>
                    <a:pt x="1822678" y="162306"/>
                  </a:lnTo>
                  <a:lnTo>
                    <a:pt x="1822513" y="190881"/>
                  </a:lnTo>
                  <a:lnTo>
                    <a:pt x="1822056" y="219176"/>
                  </a:lnTo>
                  <a:lnTo>
                    <a:pt x="1821180" y="246888"/>
                  </a:lnTo>
                  <a:lnTo>
                    <a:pt x="1845564" y="236220"/>
                  </a:lnTo>
                  <a:lnTo>
                    <a:pt x="1845564" y="217932"/>
                  </a:lnTo>
                  <a:lnTo>
                    <a:pt x="1935480" y="217932"/>
                  </a:lnTo>
                  <a:lnTo>
                    <a:pt x="1935480" y="289560"/>
                  </a:lnTo>
                  <a:lnTo>
                    <a:pt x="1790700" y="289560"/>
                  </a:lnTo>
                  <a:lnTo>
                    <a:pt x="1805940" y="306324"/>
                  </a:lnTo>
                  <a:lnTo>
                    <a:pt x="1815363" y="303453"/>
                  </a:lnTo>
                  <a:lnTo>
                    <a:pt x="1825371" y="301561"/>
                  </a:lnTo>
                  <a:lnTo>
                    <a:pt x="1835937" y="300545"/>
                  </a:lnTo>
                  <a:lnTo>
                    <a:pt x="1847088" y="300228"/>
                  </a:lnTo>
                  <a:lnTo>
                    <a:pt x="1935480" y="300228"/>
                  </a:lnTo>
                  <a:lnTo>
                    <a:pt x="1935480" y="381000"/>
                  </a:lnTo>
                  <a:lnTo>
                    <a:pt x="1749552" y="381000"/>
                  </a:lnTo>
                  <a:lnTo>
                    <a:pt x="1766316" y="396240"/>
                  </a:lnTo>
                  <a:lnTo>
                    <a:pt x="1775739" y="394246"/>
                  </a:lnTo>
                  <a:lnTo>
                    <a:pt x="1785747" y="392811"/>
                  </a:lnTo>
                  <a:lnTo>
                    <a:pt x="1796313" y="391960"/>
                  </a:lnTo>
                  <a:lnTo>
                    <a:pt x="1807464" y="391668"/>
                  </a:lnTo>
                  <a:lnTo>
                    <a:pt x="2151888" y="391668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33" name="object 33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4788407" y="3534156"/>
              <a:ext cx="97536" cy="96012"/>
            </a:xfrm>
            <a:prstGeom prst="rect">
              <a:avLst/>
            </a:prstGeom>
          </p:spPr>
        </p:pic>
      </p:grpSp>
      <p:sp>
        <p:nvSpPr>
          <p:cNvPr id="34" name="object 34"/>
          <p:cNvSpPr/>
          <p:nvPr/>
        </p:nvSpPr>
        <p:spPr>
          <a:xfrm>
            <a:off x="1751075" y="4052315"/>
            <a:ext cx="155575" cy="155575"/>
          </a:xfrm>
          <a:custGeom>
            <a:avLst/>
            <a:gdLst/>
            <a:ahLst/>
            <a:cxnLst/>
            <a:rect l="l" t="t" r="r" b="b"/>
            <a:pathLst>
              <a:path w="155575" h="155575">
                <a:moveTo>
                  <a:pt x="155448" y="155448"/>
                </a:moveTo>
                <a:lnTo>
                  <a:pt x="0" y="155448"/>
                </a:lnTo>
                <a:lnTo>
                  <a:pt x="0" y="0"/>
                </a:lnTo>
                <a:lnTo>
                  <a:pt x="155448" y="0"/>
                </a:lnTo>
                <a:lnTo>
                  <a:pt x="155448" y="155448"/>
                </a:lnTo>
                <a:close/>
              </a:path>
            </a:pathLst>
          </a:custGeom>
          <a:solidFill>
            <a:srgbClr val="3333C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" name="object 35"/>
          <p:cNvSpPr/>
          <p:nvPr/>
        </p:nvSpPr>
        <p:spPr>
          <a:xfrm>
            <a:off x="2121395" y="3863339"/>
            <a:ext cx="850900" cy="408940"/>
          </a:xfrm>
          <a:custGeom>
            <a:avLst/>
            <a:gdLst/>
            <a:ahLst/>
            <a:cxnLst/>
            <a:rect l="l" t="t" r="r" b="b"/>
            <a:pathLst>
              <a:path w="850900" h="408939">
                <a:moveTo>
                  <a:pt x="143256" y="22860"/>
                </a:moveTo>
                <a:lnTo>
                  <a:pt x="106680" y="0"/>
                </a:lnTo>
                <a:lnTo>
                  <a:pt x="97828" y="27749"/>
                </a:lnTo>
                <a:lnTo>
                  <a:pt x="87249" y="56197"/>
                </a:lnTo>
                <a:lnTo>
                  <a:pt x="60960" y="115824"/>
                </a:lnTo>
                <a:lnTo>
                  <a:pt x="29908" y="172021"/>
                </a:lnTo>
                <a:lnTo>
                  <a:pt x="0" y="217932"/>
                </a:lnTo>
                <a:lnTo>
                  <a:pt x="6096" y="222504"/>
                </a:lnTo>
                <a:lnTo>
                  <a:pt x="21526" y="205930"/>
                </a:lnTo>
                <a:lnTo>
                  <a:pt x="38100" y="185928"/>
                </a:lnTo>
                <a:lnTo>
                  <a:pt x="55816" y="162496"/>
                </a:lnTo>
                <a:lnTo>
                  <a:pt x="74676" y="135636"/>
                </a:lnTo>
                <a:lnTo>
                  <a:pt x="74574" y="350139"/>
                </a:lnTo>
                <a:lnTo>
                  <a:pt x="74460" y="360807"/>
                </a:lnTo>
                <a:lnTo>
                  <a:pt x="74041" y="381381"/>
                </a:lnTo>
                <a:lnTo>
                  <a:pt x="73152" y="405384"/>
                </a:lnTo>
                <a:lnTo>
                  <a:pt x="100584" y="391668"/>
                </a:lnTo>
                <a:lnTo>
                  <a:pt x="100355" y="371436"/>
                </a:lnTo>
                <a:lnTo>
                  <a:pt x="99783" y="353148"/>
                </a:lnTo>
                <a:lnTo>
                  <a:pt x="99301" y="340664"/>
                </a:lnTo>
                <a:lnTo>
                  <a:pt x="99060" y="330708"/>
                </a:lnTo>
                <a:lnTo>
                  <a:pt x="99060" y="146304"/>
                </a:lnTo>
                <a:lnTo>
                  <a:pt x="109728" y="135636"/>
                </a:lnTo>
                <a:lnTo>
                  <a:pt x="112776" y="132588"/>
                </a:lnTo>
                <a:lnTo>
                  <a:pt x="83820" y="115824"/>
                </a:lnTo>
                <a:lnTo>
                  <a:pt x="102755" y="79870"/>
                </a:lnTo>
                <a:lnTo>
                  <a:pt x="118681" y="52197"/>
                </a:lnTo>
                <a:lnTo>
                  <a:pt x="132041" y="33108"/>
                </a:lnTo>
                <a:lnTo>
                  <a:pt x="143256" y="22860"/>
                </a:lnTo>
                <a:close/>
              </a:path>
              <a:path w="850900" h="408939">
                <a:moveTo>
                  <a:pt x="356616" y="70104"/>
                </a:moveTo>
                <a:lnTo>
                  <a:pt x="311111" y="34988"/>
                </a:lnTo>
                <a:lnTo>
                  <a:pt x="281940" y="24384"/>
                </a:lnTo>
                <a:lnTo>
                  <a:pt x="278892" y="28956"/>
                </a:lnTo>
                <a:lnTo>
                  <a:pt x="296633" y="44411"/>
                </a:lnTo>
                <a:lnTo>
                  <a:pt x="311086" y="58864"/>
                </a:lnTo>
                <a:lnTo>
                  <a:pt x="322402" y="72466"/>
                </a:lnTo>
                <a:lnTo>
                  <a:pt x="330708" y="85344"/>
                </a:lnTo>
                <a:lnTo>
                  <a:pt x="335280" y="96012"/>
                </a:lnTo>
                <a:lnTo>
                  <a:pt x="339852" y="100584"/>
                </a:lnTo>
                <a:lnTo>
                  <a:pt x="347472" y="100584"/>
                </a:lnTo>
                <a:lnTo>
                  <a:pt x="352044" y="91440"/>
                </a:lnTo>
                <a:lnTo>
                  <a:pt x="355092" y="86868"/>
                </a:lnTo>
                <a:lnTo>
                  <a:pt x="356616" y="80772"/>
                </a:lnTo>
                <a:lnTo>
                  <a:pt x="356616" y="70104"/>
                </a:lnTo>
                <a:close/>
              </a:path>
              <a:path w="850900" h="408939">
                <a:moveTo>
                  <a:pt x="411480" y="364236"/>
                </a:moveTo>
                <a:lnTo>
                  <a:pt x="391439" y="325094"/>
                </a:lnTo>
                <a:lnTo>
                  <a:pt x="390144" y="286512"/>
                </a:lnTo>
                <a:lnTo>
                  <a:pt x="381000" y="286512"/>
                </a:lnTo>
                <a:lnTo>
                  <a:pt x="379082" y="327025"/>
                </a:lnTo>
                <a:lnTo>
                  <a:pt x="367880" y="363855"/>
                </a:lnTo>
                <a:lnTo>
                  <a:pt x="362712" y="367284"/>
                </a:lnTo>
                <a:lnTo>
                  <a:pt x="309372" y="367284"/>
                </a:lnTo>
                <a:lnTo>
                  <a:pt x="299135" y="365620"/>
                </a:lnTo>
                <a:lnTo>
                  <a:pt x="291465" y="360807"/>
                </a:lnTo>
                <a:lnTo>
                  <a:pt x="286664" y="353148"/>
                </a:lnTo>
                <a:lnTo>
                  <a:pt x="284988" y="342900"/>
                </a:lnTo>
                <a:lnTo>
                  <a:pt x="284988" y="143256"/>
                </a:lnTo>
                <a:lnTo>
                  <a:pt x="390144" y="143256"/>
                </a:lnTo>
                <a:lnTo>
                  <a:pt x="356616" y="109728"/>
                </a:lnTo>
                <a:lnTo>
                  <a:pt x="333756" y="132588"/>
                </a:lnTo>
                <a:lnTo>
                  <a:pt x="236220" y="132588"/>
                </a:lnTo>
                <a:lnTo>
                  <a:pt x="236220" y="36576"/>
                </a:lnTo>
                <a:lnTo>
                  <a:pt x="252984" y="22860"/>
                </a:lnTo>
                <a:lnTo>
                  <a:pt x="210312" y="3048"/>
                </a:lnTo>
                <a:lnTo>
                  <a:pt x="211201" y="20218"/>
                </a:lnTo>
                <a:lnTo>
                  <a:pt x="211645" y="37528"/>
                </a:lnTo>
                <a:lnTo>
                  <a:pt x="211721" y="44411"/>
                </a:lnTo>
                <a:lnTo>
                  <a:pt x="211836" y="132588"/>
                </a:lnTo>
                <a:lnTo>
                  <a:pt x="117348" y="132588"/>
                </a:lnTo>
                <a:lnTo>
                  <a:pt x="132588" y="147828"/>
                </a:lnTo>
                <a:lnTo>
                  <a:pt x="142240" y="145834"/>
                </a:lnTo>
                <a:lnTo>
                  <a:pt x="152590" y="144399"/>
                </a:lnTo>
                <a:lnTo>
                  <a:pt x="163245" y="143548"/>
                </a:lnTo>
                <a:lnTo>
                  <a:pt x="173736" y="143256"/>
                </a:lnTo>
                <a:lnTo>
                  <a:pt x="211836" y="143256"/>
                </a:lnTo>
                <a:lnTo>
                  <a:pt x="208407" y="198882"/>
                </a:lnTo>
                <a:lnTo>
                  <a:pt x="198120" y="249936"/>
                </a:lnTo>
                <a:lnTo>
                  <a:pt x="183261" y="296227"/>
                </a:lnTo>
                <a:lnTo>
                  <a:pt x="161544" y="336804"/>
                </a:lnTo>
                <a:lnTo>
                  <a:pt x="134493" y="372046"/>
                </a:lnTo>
                <a:lnTo>
                  <a:pt x="100584" y="403860"/>
                </a:lnTo>
                <a:lnTo>
                  <a:pt x="106680" y="408432"/>
                </a:lnTo>
                <a:lnTo>
                  <a:pt x="149923" y="374523"/>
                </a:lnTo>
                <a:lnTo>
                  <a:pt x="182880" y="338328"/>
                </a:lnTo>
                <a:lnTo>
                  <a:pt x="206692" y="298513"/>
                </a:lnTo>
                <a:lnTo>
                  <a:pt x="222504" y="252984"/>
                </a:lnTo>
                <a:lnTo>
                  <a:pt x="232791" y="201549"/>
                </a:lnTo>
                <a:lnTo>
                  <a:pt x="236220" y="143256"/>
                </a:lnTo>
                <a:lnTo>
                  <a:pt x="263652" y="143256"/>
                </a:lnTo>
                <a:lnTo>
                  <a:pt x="263652" y="355092"/>
                </a:lnTo>
                <a:lnTo>
                  <a:pt x="265988" y="369951"/>
                </a:lnTo>
                <a:lnTo>
                  <a:pt x="273177" y="380238"/>
                </a:lnTo>
                <a:lnTo>
                  <a:pt x="285521" y="385953"/>
                </a:lnTo>
                <a:lnTo>
                  <a:pt x="303276" y="387096"/>
                </a:lnTo>
                <a:lnTo>
                  <a:pt x="371856" y="387096"/>
                </a:lnTo>
                <a:lnTo>
                  <a:pt x="383844" y="385673"/>
                </a:lnTo>
                <a:lnTo>
                  <a:pt x="394525" y="381381"/>
                </a:lnTo>
                <a:lnTo>
                  <a:pt x="403796" y="374243"/>
                </a:lnTo>
                <a:lnTo>
                  <a:pt x="409143" y="367284"/>
                </a:lnTo>
                <a:lnTo>
                  <a:pt x="411480" y="364236"/>
                </a:lnTo>
                <a:close/>
              </a:path>
              <a:path w="850900" h="408939">
                <a:moveTo>
                  <a:pt x="850404" y="364236"/>
                </a:moveTo>
                <a:lnTo>
                  <a:pt x="827938" y="323570"/>
                </a:lnTo>
                <a:lnTo>
                  <a:pt x="826020" y="284988"/>
                </a:lnTo>
                <a:lnTo>
                  <a:pt x="816876" y="284988"/>
                </a:lnTo>
                <a:lnTo>
                  <a:pt x="814946" y="336423"/>
                </a:lnTo>
                <a:lnTo>
                  <a:pt x="798588" y="370332"/>
                </a:lnTo>
                <a:lnTo>
                  <a:pt x="737628" y="370332"/>
                </a:lnTo>
                <a:lnTo>
                  <a:pt x="721004" y="368668"/>
                </a:lnTo>
                <a:lnTo>
                  <a:pt x="709815" y="361569"/>
                </a:lnTo>
                <a:lnTo>
                  <a:pt x="703757" y="349338"/>
                </a:lnTo>
                <a:lnTo>
                  <a:pt x="702576" y="332232"/>
                </a:lnTo>
                <a:lnTo>
                  <a:pt x="702576" y="213360"/>
                </a:lnTo>
                <a:lnTo>
                  <a:pt x="845832" y="213360"/>
                </a:lnTo>
                <a:lnTo>
                  <a:pt x="810780" y="179832"/>
                </a:lnTo>
                <a:lnTo>
                  <a:pt x="786396" y="204216"/>
                </a:lnTo>
                <a:lnTo>
                  <a:pt x="664476" y="204216"/>
                </a:lnTo>
                <a:lnTo>
                  <a:pt x="664476" y="109728"/>
                </a:lnTo>
                <a:lnTo>
                  <a:pt x="803160" y="109728"/>
                </a:lnTo>
                <a:lnTo>
                  <a:pt x="768108" y="74676"/>
                </a:lnTo>
                <a:lnTo>
                  <a:pt x="743724" y="99060"/>
                </a:lnTo>
                <a:lnTo>
                  <a:pt x="664476" y="99060"/>
                </a:lnTo>
                <a:lnTo>
                  <a:pt x="664476" y="32004"/>
                </a:lnTo>
                <a:lnTo>
                  <a:pt x="678192" y="16764"/>
                </a:lnTo>
                <a:lnTo>
                  <a:pt x="638568" y="0"/>
                </a:lnTo>
                <a:lnTo>
                  <a:pt x="639445" y="15938"/>
                </a:lnTo>
                <a:lnTo>
                  <a:pt x="639902" y="38290"/>
                </a:lnTo>
                <a:lnTo>
                  <a:pt x="640092" y="100584"/>
                </a:lnTo>
                <a:lnTo>
                  <a:pt x="550176" y="100584"/>
                </a:lnTo>
                <a:lnTo>
                  <a:pt x="559320" y="80200"/>
                </a:lnTo>
                <a:lnTo>
                  <a:pt x="568464" y="60960"/>
                </a:lnTo>
                <a:lnTo>
                  <a:pt x="582180" y="53340"/>
                </a:lnTo>
                <a:lnTo>
                  <a:pt x="544080" y="32004"/>
                </a:lnTo>
                <a:lnTo>
                  <a:pt x="534098" y="73152"/>
                </a:lnTo>
                <a:lnTo>
                  <a:pt x="520268" y="112014"/>
                </a:lnTo>
                <a:lnTo>
                  <a:pt x="502716" y="148590"/>
                </a:lnTo>
                <a:lnTo>
                  <a:pt x="481596" y="182880"/>
                </a:lnTo>
                <a:lnTo>
                  <a:pt x="487692" y="185928"/>
                </a:lnTo>
                <a:lnTo>
                  <a:pt x="503377" y="169125"/>
                </a:lnTo>
                <a:lnTo>
                  <a:pt x="518363" y="150876"/>
                </a:lnTo>
                <a:lnTo>
                  <a:pt x="532472" y="131495"/>
                </a:lnTo>
                <a:lnTo>
                  <a:pt x="545604" y="111252"/>
                </a:lnTo>
                <a:lnTo>
                  <a:pt x="640092" y="111252"/>
                </a:lnTo>
                <a:lnTo>
                  <a:pt x="640092" y="204216"/>
                </a:lnTo>
                <a:lnTo>
                  <a:pt x="455688" y="204216"/>
                </a:lnTo>
                <a:lnTo>
                  <a:pt x="470928" y="219456"/>
                </a:lnTo>
                <a:lnTo>
                  <a:pt x="481228" y="217220"/>
                </a:lnTo>
                <a:lnTo>
                  <a:pt x="491693" y="215265"/>
                </a:lnTo>
                <a:lnTo>
                  <a:pt x="502424" y="213893"/>
                </a:lnTo>
                <a:lnTo>
                  <a:pt x="513600" y="213360"/>
                </a:lnTo>
                <a:lnTo>
                  <a:pt x="589800" y="213360"/>
                </a:lnTo>
                <a:lnTo>
                  <a:pt x="580085" y="272986"/>
                </a:lnTo>
                <a:lnTo>
                  <a:pt x="562368" y="320040"/>
                </a:lnTo>
                <a:lnTo>
                  <a:pt x="524459" y="361950"/>
                </a:lnTo>
                <a:lnTo>
                  <a:pt x="455688" y="403860"/>
                </a:lnTo>
                <a:lnTo>
                  <a:pt x="457212" y="408432"/>
                </a:lnTo>
                <a:lnTo>
                  <a:pt x="499859" y="392696"/>
                </a:lnTo>
                <a:lnTo>
                  <a:pt x="534365" y="375094"/>
                </a:lnTo>
                <a:lnTo>
                  <a:pt x="580656" y="333756"/>
                </a:lnTo>
                <a:lnTo>
                  <a:pt x="604469" y="279844"/>
                </a:lnTo>
                <a:lnTo>
                  <a:pt x="615708" y="213360"/>
                </a:lnTo>
                <a:lnTo>
                  <a:pt x="678192" y="213360"/>
                </a:lnTo>
                <a:lnTo>
                  <a:pt x="678192" y="345948"/>
                </a:lnTo>
                <a:lnTo>
                  <a:pt x="679881" y="365099"/>
                </a:lnTo>
                <a:lnTo>
                  <a:pt x="687146" y="379095"/>
                </a:lnTo>
                <a:lnTo>
                  <a:pt x="699833" y="387959"/>
                </a:lnTo>
                <a:lnTo>
                  <a:pt x="717816" y="391668"/>
                </a:lnTo>
                <a:lnTo>
                  <a:pt x="801636" y="391668"/>
                </a:lnTo>
                <a:lnTo>
                  <a:pt x="819327" y="389953"/>
                </a:lnTo>
                <a:lnTo>
                  <a:pt x="833450" y="384810"/>
                </a:lnTo>
                <a:lnTo>
                  <a:pt x="843851" y="376237"/>
                </a:lnTo>
                <a:lnTo>
                  <a:pt x="850404" y="364236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" name="object 36"/>
          <p:cNvSpPr/>
          <p:nvPr/>
        </p:nvSpPr>
        <p:spPr>
          <a:xfrm>
            <a:off x="3049523" y="3863340"/>
            <a:ext cx="356870" cy="402590"/>
          </a:xfrm>
          <a:custGeom>
            <a:avLst/>
            <a:gdLst/>
            <a:ahLst/>
            <a:cxnLst/>
            <a:rect l="l" t="t" r="r" b="b"/>
            <a:pathLst>
              <a:path w="356870" h="402589">
                <a:moveTo>
                  <a:pt x="54864" y="89916"/>
                </a:moveTo>
                <a:lnTo>
                  <a:pt x="44196" y="89916"/>
                </a:lnTo>
                <a:lnTo>
                  <a:pt x="51554" y="62793"/>
                </a:lnTo>
                <a:lnTo>
                  <a:pt x="57340" y="38671"/>
                </a:lnTo>
                <a:lnTo>
                  <a:pt x="61126" y="17692"/>
                </a:lnTo>
                <a:lnTo>
                  <a:pt x="62484" y="0"/>
                </a:lnTo>
                <a:lnTo>
                  <a:pt x="102108" y="21336"/>
                </a:lnTo>
                <a:lnTo>
                  <a:pt x="92368" y="28408"/>
                </a:lnTo>
                <a:lnTo>
                  <a:pt x="81343" y="42481"/>
                </a:lnTo>
                <a:lnTo>
                  <a:pt x="68889" y="63126"/>
                </a:lnTo>
                <a:lnTo>
                  <a:pt x="54864" y="89916"/>
                </a:lnTo>
                <a:close/>
              </a:path>
              <a:path w="356870" h="402589">
                <a:moveTo>
                  <a:pt x="147828" y="192024"/>
                </a:moveTo>
                <a:lnTo>
                  <a:pt x="143256" y="187452"/>
                </a:lnTo>
                <a:lnTo>
                  <a:pt x="160377" y="160615"/>
                </a:lnTo>
                <a:lnTo>
                  <a:pt x="175069" y="135064"/>
                </a:lnTo>
                <a:lnTo>
                  <a:pt x="196596" y="88392"/>
                </a:lnTo>
                <a:lnTo>
                  <a:pt x="212407" y="44958"/>
                </a:lnTo>
                <a:lnTo>
                  <a:pt x="222503" y="1524"/>
                </a:lnTo>
                <a:lnTo>
                  <a:pt x="262127" y="24384"/>
                </a:lnTo>
                <a:lnTo>
                  <a:pt x="254150" y="32146"/>
                </a:lnTo>
                <a:lnTo>
                  <a:pt x="244030" y="46482"/>
                </a:lnTo>
                <a:lnTo>
                  <a:pt x="231909" y="67675"/>
                </a:lnTo>
                <a:lnTo>
                  <a:pt x="217932" y="96012"/>
                </a:lnTo>
                <a:lnTo>
                  <a:pt x="350520" y="96012"/>
                </a:lnTo>
                <a:lnTo>
                  <a:pt x="356616" y="102108"/>
                </a:lnTo>
                <a:lnTo>
                  <a:pt x="350901" y="106680"/>
                </a:lnTo>
                <a:lnTo>
                  <a:pt x="214884" y="106680"/>
                </a:lnTo>
                <a:lnTo>
                  <a:pt x="198834" y="130730"/>
                </a:lnTo>
                <a:lnTo>
                  <a:pt x="182499" y="152781"/>
                </a:lnTo>
                <a:lnTo>
                  <a:pt x="165592" y="173116"/>
                </a:lnTo>
                <a:lnTo>
                  <a:pt x="147828" y="192024"/>
                </a:lnTo>
                <a:close/>
              </a:path>
              <a:path w="356870" h="402589">
                <a:moveTo>
                  <a:pt x="146304" y="89916"/>
                </a:moveTo>
                <a:lnTo>
                  <a:pt x="111252" y="89916"/>
                </a:lnTo>
                <a:lnTo>
                  <a:pt x="129540" y="73152"/>
                </a:lnTo>
                <a:lnTo>
                  <a:pt x="146304" y="89916"/>
                </a:lnTo>
                <a:close/>
              </a:path>
              <a:path w="356870" h="402589">
                <a:moveTo>
                  <a:pt x="0" y="397764"/>
                </a:moveTo>
                <a:lnTo>
                  <a:pt x="1251" y="352044"/>
                </a:lnTo>
                <a:lnTo>
                  <a:pt x="2786" y="276463"/>
                </a:lnTo>
                <a:lnTo>
                  <a:pt x="2999" y="228600"/>
                </a:lnTo>
                <a:lnTo>
                  <a:pt x="2762" y="193929"/>
                </a:lnTo>
                <a:lnTo>
                  <a:pt x="2095" y="154876"/>
                </a:lnTo>
                <a:lnTo>
                  <a:pt x="1013" y="110942"/>
                </a:lnTo>
                <a:lnTo>
                  <a:pt x="0" y="74676"/>
                </a:lnTo>
                <a:lnTo>
                  <a:pt x="27432" y="89916"/>
                </a:lnTo>
                <a:lnTo>
                  <a:pt x="146304" y="89916"/>
                </a:lnTo>
                <a:lnTo>
                  <a:pt x="155448" y="99060"/>
                </a:lnTo>
                <a:lnTo>
                  <a:pt x="153352" y="100584"/>
                </a:lnTo>
                <a:lnTo>
                  <a:pt x="24384" y="100584"/>
                </a:lnTo>
                <a:lnTo>
                  <a:pt x="24384" y="211836"/>
                </a:lnTo>
                <a:lnTo>
                  <a:pt x="138729" y="211836"/>
                </a:lnTo>
                <a:lnTo>
                  <a:pt x="138743" y="222504"/>
                </a:lnTo>
                <a:lnTo>
                  <a:pt x="24384" y="222504"/>
                </a:lnTo>
                <a:lnTo>
                  <a:pt x="24384" y="344424"/>
                </a:lnTo>
                <a:lnTo>
                  <a:pt x="139438" y="344424"/>
                </a:lnTo>
                <a:lnTo>
                  <a:pt x="139464" y="346850"/>
                </a:lnTo>
                <a:lnTo>
                  <a:pt x="139661" y="355092"/>
                </a:lnTo>
                <a:lnTo>
                  <a:pt x="24384" y="355092"/>
                </a:lnTo>
                <a:lnTo>
                  <a:pt x="24384" y="384048"/>
                </a:lnTo>
                <a:lnTo>
                  <a:pt x="0" y="397764"/>
                </a:lnTo>
                <a:close/>
              </a:path>
              <a:path w="356870" h="402589">
                <a:moveTo>
                  <a:pt x="350520" y="96012"/>
                </a:moveTo>
                <a:lnTo>
                  <a:pt x="312420" y="96012"/>
                </a:lnTo>
                <a:lnTo>
                  <a:pt x="330708" y="76200"/>
                </a:lnTo>
                <a:lnTo>
                  <a:pt x="350520" y="96012"/>
                </a:lnTo>
                <a:close/>
              </a:path>
              <a:path w="356870" h="402589">
                <a:moveTo>
                  <a:pt x="138729" y="211836"/>
                </a:moveTo>
                <a:lnTo>
                  <a:pt x="115824" y="211836"/>
                </a:lnTo>
                <a:lnTo>
                  <a:pt x="115824" y="100584"/>
                </a:lnTo>
                <a:lnTo>
                  <a:pt x="153352" y="100584"/>
                </a:lnTo>
                <a:lnTo>
                  <a:pt x="138684" y="111252"/>
                </a:lnTo>
                <a:lnTo>
                  <a:pt x="138729" y="211836"/>
                </a:lnTo>
                <a:close/>
              </a:path>
              <a:path w="356870" h="402589">
                <a:moveTo>
                  <a:pt x="327778" y="359664"/>
                </a:moveTo>
                <a:lnTo>
                  <a:pt x="283464" y="359664"/>
                </a:lnTo>
                <a:lnTo>
                  <a:pt x="292631" y="357925"/>
                </a:lnTo>
                <a:lnTo>
                  <a:pt x="299656" y="352615"/>
                </a:lnTo>
                <a:lnTo>
                  <a:pt x="309895" y="305562"/>
                </a:lnTo>
                <a:lnTo>
                  <a:pt x="311658" y="259842"/>
                </a:lnTo>
                <a:lnTo>
                  <a:pt x="313456" y="192024"/>
                </a:lnTo>
                <a:lnTo>
                  <a:pt x="315467" y="106680"/>
                </a:lnTo>
                <a:lnTo>
                  <a:pt x="350901" y="106680"/>
                </a:lnTo>
                <a:lnTo>
                  <a:pt x="341376" y="114300"/>
                </a:lnTo>
                <a:lnTo>
                  <a:pt x="340304" y="186976"/>
                </a:lnTo>
                <a:lnTo>
                  <a:pt x="338815" y="249167"/>
                </a:lnTo>
                <a:lnTo>
                  <a:pt x="336986" y="295570"/>
                </a:lnTo>
                <a:lnTo>
                  <a:pt x="334792" y="327855"/>
                </a:lnTo>
                <a:lnTo>
                  <a:pt x="332232" y="345948"/>
                </a:lnTo>
                <a:lnTo>
                  <a:pt x="328497" y="357925"/>
                </a:lnTo>
                <a:lnTo>
                  <a:pt x="327778" y="359664"/>
                </a:lnTo>
                <a:close/>
              </a:path>
              <a:path w="356870" h="402589">
                <a:moveTo>
                  <a:pt x="233172" y="269748"/>
                </a:moveTo>
                <a:lnTo>
                  <a:pt x="230124" y="269748"/>
                </a:lnTo>
                <a:lnTo>
                  <a:pt x="226956" y="268295"/>
                </a:lnTo>
                <a:lnTo>
                  <a:pt x="224218" y="263842"/>
                </a:lnTo>
                <a:lnTo>
                  <a:pt x="221765" y="256246"/>
                </a:lnTo>
                <a:lnTo>
                  <a:pt x="219456" y="245364"/>
                </a:lnTo>
                <a:lnTo>
                  <a:pt x="214907" y="228219"/>
                </a:lnTo>
                <a:lnTo>
                  <a:pt x="208216" y="211074"/>
                </a:lnTo>
                <a:lnTo>
                  <a:pt x="199524" y="193929"/>
                </a:lnTo>
                <a:lnTo>
                  <a:pt x="188976" y="176784"/>
                </a:lnTo>
                <a:lnTo>
                  <a:pt x="192024" y="172212"/>
                </a:lnTo>
                <a:lnTo>
                  <a:pt x="224980" y="199644"/>
                </a:lnTo>
                <a:lnTo>
                  <a:pt x="246888" y="234696"/>
                </a:lnTo>
                <a:lnTo>
                  <a:pt x="246888" y="248412"/>
                </a:lnTo>
                <a:lnTo>
                  <a:pt x="245364" y="254508"/>
                </a:lnTo>
                <a:lnTo>
                  <a:pt x="236220" y="266700"/>
                </a:lnTo>
                <a:lnTo>
                  <a:pt x="233172" y="269748"/>
                </a:lnTo>
                <a:close/>
              </a:path>
              <a:path w="356870" h="402589">
                <a:moveTo>
                  <a:pt x="139438" y="344424"/>
                </a:moveTo>
                <a:lnTo>
                  <a:pt x="115824" y="344424"/>
                </a:lnTo>
                <a:lnTo>
                  <a:pt x="115824" y="222504"/>
                </a:lnTo>
                <a:lnTo>
                  <a:pt x="138743" y="222504"/>
                </a:lnTo>
                <a:lnTo>
                  <a:pt x="138861" y="269748"/>
                </a:lnTo>
                <a:lnTo>
                  <a:pt x="139022" y="305562"/>
                </a:lnTo>
                <a:lnTo>
                  <a:pt x="139438" y="344424"/>
                </a:lnTo>
                <a:close/>
              </a:path>
              <a:path w="356870" h="402589">
                <a:moveTo>
                  <a:pt x="278891" y="402336"/>
                </a:moveTo>
                <a:lnTo>
                  <a:pt x="271986" y="388596"/>
                </a:lnTo>
                <a:lnTo>
                  <a:pt x="260223" y="376999"/>
                </a:lnTo>
                <a:lnTo>
                  <a:pt x="243316" y="367403"/>
                </a:lnTo>
                <a:lnTo>
                  <a:pt x="220979" y="359664"/>
                </a:lnTo>
                <a:lnTo>
                  <a:pt x="220979" y="352044"/>
                </a:lnTo>
                <a:lnTo>
                  <a:pt x="241244" y="355163"/>
                </a:lnTo>
                <a:lnTo>
                  <a:pt x="258508" y="357568"/>
                </a:lnTo>
                <a:lnTo>
                  <a:pt x="272629" y="359116"/>
                </a:lnTo>
                <a:lnTo>
                  <a:pt x="283464" y="359664"/>
                </a:lnTo>
                <a:lnTo>
                  <a:pt x="327778" y="359664"/>
                </a:lnTo>
                <a:lnTo>
                  <a:pt x="324231" y="368236"/>
                </a:lnTo>
                <a:lnTo>
                  <a:pt x="290310" y="397764"/>
                </a:lnTo>
                <a:lnTo>
                  <a:pt x="278891" y="402336"/>
                </a:lnTo>
                <a:close/>
              </a:path>
              <a:path w="356870" h="402589">
                <a:moveTo>
                  <a:pt x="115824" y="391668"/>
                </a:moveTo>
                <a:lnTo>
                  <a:pt x="115824" y="355092"/>
                </a:lnTo>
                <a:lnTo>
                  <a:pt x="139661" y="355092"/>
                </a:lnTo>
                <a:lnTo>
                  <a:pt x="140208" y="377952"/>
                </a:lnTo>
                <a:lnTo>
                  <a:pt x="115824" y="39166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" name="object 37"/>
          <p:cNvSpPr/>
          <p:nvPr/>
        </p:nvSpPr>
        <p:spPr>
          <a:xfrm>
            <a:off x="3457943" y="3860291"/>
            <a:ext cx="854075" cy="411480"/>
          </a:xfrm>
          <a:custGeom>
            <a:avLst/>
            <a:gdLst/>
            <a:ahLst/>
            <a:cxnLst/>
            <a:rect l="l" t="t" r="r" b="b"/>
            <a:pathLst>
              <a:path w="854075" h="411479">
                <a:moveTo>
                  <a:pt x="144780" y="117348"/>
                </a:moveTo>
                <a:lnTo>
                  <a:pt x="117348" y="89916"/>
                </a:lnTo>
                <a:lnTo>
                  <a:pt x="99060" y="106680"/>
                </a:lnTo>
                <a:lnTo>
                  <a:pt x="91440" y="106680"/>
                </a:lnTo>
                <a:lnTo>
                  <a:pt x="91440" y="28956"/>
                </a:lnTo>
                <a:lnTo>
                  <a:pt x="105156" y="18288"/>
                </a:lnTo>
                <a:lnTo>
                  <a:pt x="68580" y="0"/>
                </a:lnTo>
                <a:lnTo>
                  <a:pt x="69837" y="51816"/>
                </a:lnTo>
                <a:lnTo>
                  <a:pt x="70104" y="106680"/>
                </a:lnTo>
                <a:lnTo>
                  <a:pt x="7620" y="106680"/>
                </a:lnTo>
                <a:lnTo>
                  <a:pt x="21336" y="121920"/>
                </a:lnTo>
                <a:lnTo>
                  <a:pt x="36576" y="117348"/>
                </a:lnTo>
                <a:lnTo>
                  <a:pt x="68580" y="117348"/>
                </a:lnTo>
                <a:lnTo>
                  <a:pt x="56007" y="173355"/>
                </a:lnTo>
                <a:lnTo>
                  <a:pt x="41148" y="222504"/>
                </a:lnTo>
                <a:lnTo>
                  <a:pt x="21717" y="267652"/>
                </a:lnTo>
                <a:lnTo>
                  <a:pt x="0" y="309372"/>
                </a:lnTo>
                <a:lnTo>
                  <a:pt x="4572" y="313944"/>
                </a:lnTo>
                <a:lnTo>
                  <a:pt x="24892" y="287083"/>
                </a:lnTo>
                <a:lnTo>
                  <a:pt x="42481" y="259080"/>
                </a:lnTo>
                <a:lnTo>
                  <a:pt x="57518" y="229933"/>
                </a:lnTo>
                <a:lnTo>
                  <a:pt x="70104" y="199644"/>
                </a:lnTo>
                <a:lnTo>
                  <a:pt x="69989" y="285559"/>
                </a:lnTo>
                <a:lnTo>
                  <a:pt x="69862" y="312420"/>
                </a:lnTo>
                <a:lnTo>
                  <a:pt x="69418" y="361188"/>
                </a:lnTo>
                <a:lnTo>
                  <a:pt x="68580" y="409956"/>
                </a:lnTo>
                <a:lnTo>
                  <a:pt x="92964" y="397764"/>
                </a:lnTo>
                <a:lnTo>
                  <a:pt x="92049" y="367284"/>
                </a:lnTo>
                <a:lnTo>
                  <a:pt x="91630" y="345948"/>
                </a:lnTo>
                <a:lnTo>
                  <a:pt x="91528" y="333756"/>
                </a:lnTo>
                <a:lnTo>
                  <a:pt x="91440" y="199644"/>
                </a:lnTo>
                <a:lnTo>
                  <a:pt x="91440" y="167640"/>
                </a:lnTo>
                <a:lnTo>
                  <a:pt x="116522" y="201295"/>
                </a:lnTo>
                <a:lnTo>
                  <a:pt x="126492" y="225552"/>
                </a:lnTo>
                <a:lnTo>
                  <a:pt x="131064" y="230124"/>
                </a:lnTo>
                <a:lnTo>
                  <a:pt x="135636" y="230124"/>
                </a:lnTo>
                <a:lnTo>
                  <a:pt x="140208" y="220980"/>
                </a:lnTo>
                <a:lnTo>
                  <a:pt x="143256" y="213360"/>
                </a:lnTo>
                <a:lnTo>
                  <a:pt x="144780" y="207264"/>
                </a:lnTo>
                <a:lnTo>
                  <a:pt x="144780" y="196596"/>
                </a:lnTo>
                <a:lnTo>
                  <a:pt x="141732" y="188976"/>
                </a:lnTo>
                <a:lnTo>
                  <a:pt x="134112" y="182880"/>
                </a:lnTo>
                <a:lnTo>
                  <a:pt x="127876" y="177152"/>
                </a:lnTo>
                <a:lnTo>
                  <a:pt x="118491" y="171259"/>
                </a:lnTo>
                <a:lnTo>
                  <a:pt x="111315" y="167640"/>
                </a:lnTo>
                <a:lnTo>
                  <a:pt x="106260" y="165100"/>
                </a:lnTo>
                <a:lnTo>
                  <a:pt x="91440" y="158496"/>
                </a:lnTo>
                <a:lnTo>
                  <a:pt x="91440" y="117348"/>
                </a:lnTo>
                <a:lnTo>
                  <a:pt x="144780" y="117348"/>
                </a:lnTo>
                <a:close/>
              </a:path>
              <a:path w="854075" h="411479">
                <a:moveTo>
                  <a:pt x="252984" y="51816"/>
                </a:moveTo>
                <a:lnTo>
                  <a:pt x="243840" y="42672"/>
                </a:lnTo>
                <a:lnTo>
                  <a:pt x="230124" y="28956"/>
                </a:lnTo>
                <a:lnTo>
                  <a:pt x="217932" y="41148"/>
                </a:lnTo>
                <a:lnTo>
                  <a:pt x="217932" y="53340"/>
                </a:lnTo>
                <a:lnTo>
                  <a:pt x="217932" y="126492"/>
                </a:lnTo>
                <a:lnTo>
                  <a:pt x="217932" y="137160"/>
                </a:lnTo>
                <a:lnTo>
                  <a:pt x="217932" y="207264"/>
                </a:lnTo>
                <a:lnTo>
                  <a:pt x="170688" y="207264"/>
                </a:lnTo>
                <a:lnTo>
                  <a:pt x="170688" y="137160"/>
                </a:lnTo>
                <a:lnTo>
                  <a:pt x="217932" y="137160"/>
                </a:lnTo>
                <a:lnTo>
                  <a:pt x="217932" y="126492"/>
                </a:lnTo>
                <a:lnTo>
                  <a:pt x="170688" y="126492"/>
                </a:lnTo>
                <a:lnTo>
                  <a:pt x="170688" y="53340"/>
                </a:lnTo>
                <a:lnTo>
                  <a:pt x="217932" y="53340"/>
                </a:lnTo>
                <a:lnTo>
                  <a:pt x="217932" y="41148"/>
                </a:lnTo>
                <a:lnTo>
                  <a:pt x="216408" y="42672"/>
                </a:lnTo>
                <a:lnTo>
                  <a:pt x="170688" y="42672"/>
                </a:lnTo>
                <a:lnTo>
                  <a:pt x="147828" y="30480"/>
                </a:lnTo>
                <a:lnTo>
                  <a:pt x="149860" y="82296"/>
                </a:lnTo>
                <a:lnTo>
                  <a:pt x="150622" y="106133"/>
                </a:lnTo>
                <a:lnTo>
                  <a:pt x="150774" y="117348"/>
                </a:lnTo>
                <a:lnTo>
                  <a:pt x="150736" y="303276"/>
                </a:lnTo>
                <a:lnTo>
                  <a:pt x="150355" y="310832"/>
                </a:lnTo>
                <a:lnTo>
                  <a:pt x="148971" y="319849"/>
                </a:lnTo>
                <a:lnTo>
                  <a:pt x="147027" y="327456"/>
                </a:lnTo>
                <a:lnTo>
                  <a:pt x="144780" y="333756"/>
                </a:lnTo>
                <a:lnTo>
                  <a:pt x="163068" y="356616"/>
                </a:lnTo>
                <a:lnTo>
                  <a:pt x="189166" y="323659"/>
                </a:lnTo>
                <a:lnTo>
                  <a:pt x="225552" y="289560"/>
                </a:lnTo>
                <a:lnTo>
                  <a:pt x="227838" y="296405"/>
                </a:lnTo>
                <a:lnTo>
                  <a:pt x="230124" y="303085"/>
                </a:lnTo>
                <a:lnTo>
                  <a:pt x="232371" y="309372"/>
                </a:lnTo>
                <a:lnTo>
                  <a:pt x="234696" y="315468"/>
                </a:lnTo>
                <a:lnTo>
                  <a:pt x="236220" y="320040"/>
                </a:lnTo>
                <a:lnTo>
                  <a:pt x="237744" y="323088"/>
                </a:lnTo>
                <a:lnTo>
                  <a:pt x="242316" y="323088"/>
                </a:lnTo>
                <a:lnTo>
                  <a:pt x="246888" y="313944"/>
                </a:lnTo>
                <a:lnTo>
                  <a:pt x="251460" y="307848"/>
                </a:lnTo>
                <a:lnTo>
                  <a:pt x="252984" y="303276"/>
                </a:lnTo>
                <a:lnTo>
                  <a:pt x="252882" y="296405"/>
                </a:lnTo>
                <a:lnTo>
                  <a:pt x="252158" y="291452"/>
                </a:lnTo>
                <a:lnTo>
                  <a:pt x="223647" y="258127"/>
                </a:lnTo>
                <a:lnTo>
                  <a:pt x="195072" y="237744"/>
                </a:lnTo>
                <a:lnTo>
                  <a:pt x="193548" y="242316"/>
                </a:lnTo>
                <a:lnTo>
                  <a:pt x="203835" y="255828"/>
                </a:lnTo>
                <a:lnTo>
                  <a:pt x="211836" y="266890"/>
                </a:lnTo>
                <a:lnTo>
                  <a:pt x="217551" y="275971"/>
                </a:lnTo>
                <a:lnTo>
                  <a:pt x="220980" y="283464"/>
                </a:lnTo>
                <a:lnTo>
                  <a:pt x="170688" y="315468"/>
                </a:lnTo>
                <a:lnTo>
                  <a:pt x="170688" y="216408"/>
                </a:lnTo>
                <a:lnTo>
                  <a:pt x="217932" y="216408"/>
                </a:lnTo>
                <a:lnTo>
                  <a:pt x="217932" y="228600"/>
                </a:lnTo>
                <a:lnTo>
                  <a:pt x="239268" y="216408"/>
                </a:lnTo>
                <a:lnTo>
                  <a:pt x="238975" y="207264"/>
                </a:lnTo>
                <a:lnTo>
                  <a:pt x="238404" y="189928"/>
                </a:lnTo>
                <a:lnTo>
                  <a:pt x="237985" y="158496"/>
                </a:lnTo>
                <a:lnTo>
                  <a:pt x="237871" y="137160"/>
                </a:lnTo>
                <a:lnTo>
                  <a:pt x="237832" y="126492"/>
                </a:lnTo>
                <a:lnTo>
                  <a:pt x="237744" y="60960"/>
                </a:lnTo>
                <a:lnTo>
                  <a:pt x="250444" y="53340"/>
                </a:lnTo>
                <a:lnTo>
                  <a:pt x="252984" y="51816"/>
                </a:lnTo>
                <a:close/>
              </a:path>
              <a:path w="854075" h="411479">
                <a:moveTo>
                  <a:pt x="411480" y="371856"/>
                </a:moveTo>
                <a:lnTo>
                  <a:pt x="394335" y="332232"/>
                </a:lnTo>
                <a:lnTo>
                  <a:pt x="393192" y="309372"/>
                </a:lnTo>
                <a:lnTo>
                  <a:pt x="385572" y="309372"/>
                </a:lnTo>
                <a:lnTo>
                  <a:pt x="385343" y="321665"/>
                </a:lnTo>
                <a:lnTo>
                  <a:pt x="384378" y="342734"/>
                </a:lnTo>
                <a:lnTo>
                  <a:pt x="384263" y="345948"/>
                </a:lnTo>
                <a:lnTo>
                  <a:pt x="367284" y="374904"/>
                </a:lnTo>
                <a:lnTo>
                  <a:pt x="347472" y="374904"/>
                </a:lnTo>
                <a:lnTo>
                  <a:pt x="342900" y="370332"/>
                </a:lnTo>
                <a:lnTo>
                  <a:pt x="342900" y="249936"/>
                </a:lnTo>
                <a:lnTo>
                  <a:pt x="353568" y="239268"/>
                </a:lnTo>
                <a:lnTo>
                  <a:pt x="355092" y="237744"/>
                </a:lnTo>
                <a:lnTo>
                  <a:pt x="327660" y="222504"/>
                </a:lnTo>
                <a:lnTo>
                  <a:pt x="332232" y="199644"/>
                </a:lnTo>
                <a:lnTo>
                  <a:pt x="406908" y="199644"/>
                </a:lnTo>
                <a:lnTo>
                  <a:pt x="396240" y="188976"/>
                </a:lnTo>
                <a:lnTo>
                  <a:pt x="377952" y="170688"/>
                </a:lnTo>
                <a:lnTo>
                  <a:pt x="358140" y="188976"/>
                </a:lnTo>
                <a:lnTo>
                  <a:pt x="333756" y="188976"/>
                </a:lnTo>
                <a:lnTo>
                  <a:pt x="336042" y="166077"/>
                </a:lnTo>
                <a:lnTo>
                  <a:pt x="338328" y="136017"/>
                </a:lnTo>
                <a:lnTo>
                  <a:pt x="340614" y="98539"/>
                </a:lnTo>
                <a:lnTo>
                  <a:pt x="342900" y="53340"/>
                </a:lnTo>
                <a:lnTo>
                  <a:pt x="403860" y="53340"/>
                </a:lnTo>
                <a:lnTo>
                  <a:pt x="376428" y="25908"/>
                </a:lnTo>
                <a:lnTo>
                  <a:pt x="358140" y="42672"/>
                </a:lnTo>
                <a:lnTo>
                  <a:pt x="262128" y="42672"/>
                </a:lnTo>
                <a:lnTo>
                  <a:pt x="275844" y="56388"/>
                </a:lnTo>
                <a:lnTo>
                  <a:pt x="291084" y="53340"/>
                </a:lnTo>
                <a:lnTo>
                  <a:pt x="320040" y="53340"/>
                </a:lnTo>
                <a:lnTo>
                  <a:pt x="318643" y="98539"/>
                </a:lnTo>
                <a:lnTo>
                  <a:pt x="316801" y="136017"/>
                </a:lnTo>
                <a:lnTo>
                  <a:pt x="314693" y="166077"/>
                </a:lnTo>
                <a:lnTo>
                  <a:pt x="312420" y="188976"/>
                </a:lnTo>
                <a:lnTo>
                  <a:pt x="275844" y="188976"/>
                </a:lnTo>
                <a:lnTo>
                  <a:pt x="284734" y="146215"/>
                </a:lnTo>
                <a:lnTo>
                  <a:pt x="294132" y="106680"/>
                </a:lnTo>
                <a:lnTo>
                  <a:pt x="303276" y="99060"/>
                </a:lnTo>
                <a:lnTo>
                  <a:pt x="277368" y="82296"/>
                </a:lnTo>
                <a:lnTo>
                  <a:pt x="269176" y="128016"/>
                </a:lnTo>
                <a:lnTo>
                  <a:pt x="258660" y="170548"/>
                </a:lnTo>
                <a:lnTo>
                  <a:pt x="245364" y="188976"/>
                </a:lnTo>
                <a:lnTo>
                  <a:pt x="265176" y="210312"/>
                </a:lnTo>
                <a:lnTo>
                  <a:pt x="277368" y="199644"/>
                </a:lnTo>
                <a:lnTo>
                  <a:pt x="310896" y="199644"/>
                </a:lnTo>
                <a:lnTo>
                  <a:pt x="295554" y="253390"/>
                </a:lnTo>
                <a:lnTo>
                  <a:pt x="273329" y="301142"/>
                </a:lnTo>
                <a:lnTo>
                  <a:pt x="244297" y="342734"/>
                </a:lnTo>
                <a:lnTo>
                  <a:pt x="208534" y="378040"/>
                </a:lnTo>
                <a:lnTo>
                  <a:pt x="166116" y="406908"/>
                </a:lnTo>
                <a:lnTo>
                  <a:pt x="167640" y="411480"/>
                </a:lnTo>
                <a:lnTo>
                  <a:pt x="211886" y="388454"/>
                </a:lnTo>
                <a:lnTo>
                  <a:pt x="249478" y="359651"/>
                </a:lnTo>
                <a:lnTo>
                  <a:pt x="280339" y="325132"/>
                </a:lnTo>
                <a:lnTo>
                  <a:pt x="304393" y="284988"/>
                </a:lnTo>
                <a:lnTo>
                  <a:pt x="321564" y="239268"/>
                </a:lnTo>
                <a:lnTo>
                  <a:pt x="321564" y="367284"/>
                </a:lnTo>
                <a:lnTo>
                  <a:pt x="323240" y="379285"/>
                </a:lnTo>
                <a:lnTo>
                  <a:pt x="328041" y="387858"/>
                </a:lnTo>
                <a:lnTo>
                  <a:pt x="335711" y="393001"/>
                </a:lnTo>
                <a:lnTo>
                  <a:pt x="345948" y="394716"/>
                </a:lnTo>
                <a:lnTo>
                  <a:pt x="384048" y="394716"/>
                </a:lnTo>
                <a:lnTo>
                  <a:pt x="391668" y="393192"/>
                </a:lnTo>
                <a:lnTo>
                  <a:pt x="397764" y="388620"/>
                </a:lnTo>
                <a:lnTo>
                  <a:pt x="402336" y="385572"/>
                </a:lnTo>
                <a:lnTo>
                  <a:pt x="406908" y="379476"/>
                </a:lnTo>
                <a:lnTo>
                  <a:pt x="409651" y="374904"/>
                </a:lnTo>
                <a:lnTo>
                  <a:pt x="411480" y="371856"/>
                </a:lnTo>
                <a:close/>
              </a:path>
              <a:path w="854075" h="411479">
                <a:moveTo>
                  <a:pt x="520179" y="299427"/>
                </a:moveTo>
                <a:lnTo>
                  <a:pt x="519696" y="278892"/>
                </a:lnTo>
                <a:lnTo>
                  <a:pt x="513600" y="277368"/>
                </a:lnTo>
                <a:lnTo>
                  <a:pt x="507542" y="297141"/>
                </a:lnTo>
                <a:lnTo>
                  <a:pt x="500646" y="313182"/>
                </a:lnTo>
                <a:lnTo>
                  <a:pt x="492594" y="325805"/>
                </a:lnTo>
                <a:lnTo>
                  <a:pt x="483120" y="335280"/>
                </a:lnTo>
                <a:lnTo>
                  <a:pt x="473976" y="342900"/>
                </a:lnTo>
                <a:lnTo>
                  <a:pt x="467880" y="350520"/>
                </a:lnTo>
                <a:lnTo>
                  <a:pt x="467880" y="356616"/>
                </a:lnTo>
                <a:lnTo>
                  <a:pt x="469404" y="359664"/>
                </a:lnTo>
                <a:lnTo>
                  <a:pt x="473976" y="362712"/>
                </a:lnTo>
                <a:lnTo>
                  <a:pt x="477024" y="365760"/>
                </a:lnTo>
                <a:lnTo>
                  <a:pt x="483120" y="365760"/>
                </a:lnTo>
                <a:lnTo>
                  <a:pt x="492264" y="362712"/>
                </a:lnTo>
                <a:lnTo>
                  <a:pt x="498805" y="360718"/>
                </a:lnTo>
                <a:lnTo>
                  <a:pt x="519506" y="320802"/>
                </a:lnTo>
                <a:lnTo>
                  <a:pt x="520065" y="306324"/>
                </a:lnTo>
                <a:lnTo>
                  <a:pt x="520179" y="299427"/>
                </a:lnTo>
                <a:close/>
              </a:path>
              <a:path w="854075" h="411479">
                <a:moveTo>
                  <a:pt x="666013" y="287274"/>
                </a:moveTo>
                <a:lnTo>
                  <a:pt x="635330" y="250698"/>
                </a:lnTo>
                <a:lnTo>
                  <a:pt x="611136" y="234696"/>
                </a:lnTo>
                <a:lnTo>
                  <a:pt x="605040" y="237744"/>
                </a:lnTo>
                <a:lnTo>
                  <a:pt x="615581" y="252349"/>
                </a:lnTo>
                <a:lnTo>
                  <a:pt x="624281" y="266509"/>
                </a:lnTo>
                <a:lnTo>
                  <a:pt x="630961" y="280403"/>
                </a:lnTo>
                <a:lnTo>
                  <a:pt x="635520" y="294132"/>
                </a:lnTo>
                <a:lnTo>
                  <a:pt x="638568" y="307848"/>
                </a:lnTo>
                <a:lnTo>
                  <a:pt x="643140" y="313944"/>
                </a:lnTo>
                <a:lnTo>
                  <a:pt x="649236" y="313944"/>
                </a:lnTo>
                <a:lnTo>
                  <a:pt x="652284" y="312420"/>
                </a:lnTo>
                <a:lnTo>
                  <a:pt x="661428" y="306324"/>
                </a:lnTo>
                <a:lnTo>
                  <a:pt x="664476" y="301752"/>
                </a:lnTo>
                <a:lnTo>
                  <a:pt x="666000" y="294132"/>
                </a:lnTo>
                <a:lnTo>
                  <a:pt x="666013" y="287274"/>
                </a:lnTo>
                <a:close/>
              </a:path>
              <a:path w="854075" h="411479">
                <a:moveTo>
                  <a:pt x="672096" y="138684"/>
                </a:moveTo>
                <a:lnTo>
                  <a:pt x="644664" y="103441"/>
                </a:lnTo>
                <a:lnTo>
                  <a:pt x="624852" y="89916"/>
                </a:lnTo>
                <a:lnTo>
                  <a:pt x="618756" y="92964"/>
                </a:lnTo>
                <a:lnTo>
                  <a:pt x="627037" y="106400"/>
                </a:lnTo>
                <a:lnTo>
                  <a:pt x="633615" y="119253"/>
                </a:lnTo>
                <a:lnTo>
                  <a:pt x="638467" y="131546"/>
                </a:lnTo>
                <a:lnTo>
                  <a:pt x="641616" y="143256"/>
                </a:lnTo>
                <a:lnTo>
                  <a:pt x="644664" y="156972"/>
                </a:lnTo>
                <a:lnTo>
                  <a:pt x="647712" y="163068"/>
                </a:lnTo>
                <a:lnTo>
                  <a:pt x="655332" y="163068"/>
                </a:lnTo>
                <a:lnTo>
                  <a:pt x="661428" y="160020"/>
                </a:lnTo>
                <a:lnTo>
                  <a:pt x="667524" y="153924"/>
                </a:lnTo>
                <a:lnTo>
                  <a:pt x="670572" y="144780"/>
                </a:lnTo>
                <a:lnTo>
                  <a:pt x="672096" y="141732"/>
                </a:lnTo>
                <a:lnTo>
                  <a:pt x="672096" y="138684"/>
                </a:lnTo>
                <a:close/>
              </a:path>
              <a:path w="854075" h="411479">
                <a:moveTo>
                  <a:pt x="760488" y="190500"/>
                </a:moveTo>
                <a:lnTo>
                  <a:pt x="758799" y="188976"/>
                </a:lnTo>
                <a:lnTo>
                  <a:pt x="728484" y="161544"/>
                </a:lnTo>
                <a:lnTo>
                  <a:pt x="713244" y="178308"/>
                </a:lnTo>
                <a:lnTo>
                  <a:pt x="530364" y="178308"/>
                </a:lnTo>
                <a:lnTo>
                  <a:pt x="545604" y="195072"/>
                </a:lnTo>
                <a:lnTo>
                  <a:pt x="555904" y="192201"/>
                </a:lnTo>
                <a:lnTo>
                  <a:pt x="566369" y="190309"/>
                </a:lnTo>
                <a:lnTo>
                  <a:pt x="577100" y="189293"/>
                </a:lnTo>
                <a:lnTo>
                  <a:pt x="588276" y="188976"/>
                </a:lnTo>
                <a:lnTo>
                  <a:pt x="713244" y="188976"/>
                </a:lnTo>
                <a:lnTo>
                  <a:pt x="700100" y="210693"/>
                </a:lnTo>
                <a:lnTo>
                  <a:pt x="688098" y="230124"/>
                </a:lnTo>
                <a:lnTo>
                  <a:pt x="677240" y="247269"/>
                </a:lnTo>
                <a:lnTo>
                  <a:pt x="667524" y="262128"/>
                </a:lnTo>
                <a:lnTo>
                  <a:pt x="696480" y="266700"/>
                </a:lnTo>
                <a:lnTo>
                  <a:pt x="716864" y="231457"/>
                </a:lnTo>
                <a:lnTo>
                  <a:pt x="744296" y="196215"/>
                </a:lnTo>
                <a:lnTo>
                  <a:pt x="751890" y="192506"/>
                </a:lnTo>
                <a:lnTo>
                  <a:pt x="760488" y="190500"/>
                </a:lnTo>
                <a:close/>
              </a:path>
              <a:path w="854075" h="411479">
                <a:moveTo>
                  <a:pt x="769632" y="367284"/>
                </a:moveTo>
                <a:lnTo>
                  <a:pt x="743915" y="328993"/>
                </a:lnTo>
                <a:lnTo>
                  <a:pt x="740676" y="303276"/>
                </a:lnTo>
                <a:lnTo>
                  <a:pt x="733056" y="303276"/>
                </a:lnTo>
                <a:lnTo>
                  <a:pt x="730008" y="352044"/>
                </a:lnTo>
                <a:lnTo>
                  <a:pt x="708672" y="374904"/>
                </a:lnTo>
                <a:lnTo>
                  <a:pt x="609612" y="374904"/>
                </a:lnTo>
                <a:lnTo>
                  <a:pt x="597014" y="372935"/>
                </a:lnTo>
                <a:lnTo>
                  <a:pt x="588848" y="367093"/>
                </a:lnTo>
                <a:lnTo>
                  <a:pt x="584962" y="357555"/>
                </a:lnTo>
                <a:lnTo>
                  <a:pt x="585101" y="350520"/>
                </a:lnTo>
                <a:lnTo>
                  <a:pt x="585228" y="288036"/>
                </a:lnTo>
                <a:lnTo>
                  <a:pt x="601992" y="272796"/>
                </a:lnTo>
                <a:lnTo>
                  <a:pt x="557796" y="252984"/>
                </a:lnTo>
                <a:lnTo>
                  <a:pt x="558901" y="272796"/>
                </a:lnTo>
                <a:lnTo>
                  <a:pt x="559904" y="297141"/>
                </a:lnTo>
                <a:lnTo>
                  <a:pt x="560501" y="320802"/>
                </a:lnTo>
                <a:lnTo>
                  <a:pt x="560616" y="328993"/>
                </a:lnTo>
                <a:lnTo>
                  <a:pt x="560844" y="355092"/>
                </a:lnTo>
                <a:lnTo>
                  <a:pt x="561365" y="373951"/>
                </a:lnTo>
                <a:lnTo>
                  <a:pt x="567321" y="387096"/>
                </a:lnTo>
                <a:lnTo>
                  <a:pt x="578408" y="394525"/>
                </a:lnTo>
                <a:lnTo>
                  <a:pt x="594372" y="396240"/>
                </a:lnTo>
                <a:lnTo>
                  <a:pt x="722388" y="396240"/>
                </a:lnTo>
                <a:lnTo>
                  <a:pt x="737476" y="394296"/>
                </a:lnTo>
                <a:lnTo>
                  <a:pt x="750582" y="388620"/>
                </a:lnTo>
                <a:lnTo>
                  <a:pt x="761390" y="379526"/>
                </a:lnTo>
                <a:lnTo>
                  <a:pt x="764501" y="374904"/>
                </a:lnTo>
                <a:lnTo>
                  <a:pt x="769632" y="367284"/>
                </a:lnTo>
                <a:close/>
              </a:path>
              <a:path w="854075" h="411479">
                <a:moveTo>
                  <a:pt x="829068" y="338328"/>
                </a:moveTo>
                <a:lnTo>
                  <a:pt x="807351" y="304990"/>
                </a:lnTo>
                <a:lnTo>
                  <a:pt x="769632" y="275844"/>
                </a:lnTo>
                <a:lnTo>
                  <a:pt x="763536" y="281940"/>
                </a:lnTo>
                <a:lnTo>
                  <a:pt x="776084" y="299427"/>
                </a:lnTo>
                <a:lnTo>
                  <a:pt x="786206" y="315468"/>
                </a:lnTo>
                <a:lnTo>
                  <a:pt x="793750" y="330377"/>
                </a:lnTo>
                <a:lnTo>
                  <a:pt x="798588" y="344424"/>
                </a:lnTo>
                <a:lnTo>
                  <a:pt x="801636" y="356616"/>
                </a:lnTo>
                <a:lnTo>
                  <a:pt x="806208" y="362712"/>
                </a:lnTo>
                <a:lnTo>
                  <a:pt x="813828" y="362712"/>
                </a:lnTo>
                <a:lnTo>
                  <a:pt x="816876" y="361188"/>
                </a:lnTo>
                <a:lnTo>
                  <a:pt x="826020" y="352044"/>
                </a:lnTo>
                <a:lnTo>
                  <a:pt x="829068" y="345948"/>
                </a:lnTo>
                <a:lnTo>
                  <a:pt x="829068" y="338328"/>
                </a:lnTo>
                <a:close/>
              </a:path>
              <a:path w="854075" h="411479">
                <a:moveTo>
                  <a:pt x="853452" y="138684"/>
                </a:moveTo>
                <a:lnTo>
                  <a:pt x="800303" y="128828"/>
                </a:lnTo>
                <a:lnTo>
                  <a:pt x="760247" y="114211"/>
                </a:lnTo>
                <a:lnTo>
                  <a:pt x="722426" y="93637"/>
                </a:lnTo>
                <a:lnTo>
                  <a:pt x="688111" y="67652"/>
                </a:lnTo>
                <a:lnTo>
                  <a:pt x="659599" y="41148"/>
                </a:lnTo>
                <a:lnTo>
                  <a:pt x="655332" y="36576"/>
                </a:lnTo>
                <a:lnTo>
                  <a:pt x="672096" y="25908"/>
                </a:lnTo>
                <a:lnTo>
                  <a:pt x="635520" y="1524"/>
                </a:lnTo>
                <a:lnTo>
                  <a:pt x="610565" y="42672"/>
                </a:lnTo>
                <a:lnTo>
                  <a:pt x="568464" y="92964"/>
                </a:lnTo>
                <a:lnTo>
                  <a:pt x="512267" y="143637"/>
                </a:lnTo>
                <a:lnTo>
                  <a:pt x="479513" y="166268"/>
                </a:lnTo>
                <a:lnTo>
                  <a:pt x="443496" y="187452"/>
                </a:lnTo>
                <a:lnTo>
                  <a:pt x="446544" y="192024"/>
                </a:lnTo>
                <a:lnTo>
                  <a:pt x="490435" y="172821"/>
                </a:lnTo>
                <a:lnTo>
                  <a:pt x="532587" y="148132"/>
                </a:lnTo>
                <a:lnTo>
                  <a:pt x="573049" y="117957"/>
                </a:lnTo>
                <a:lnTo>
                  <a:pt x="611911" y="82296"/>
                </a:lnTo>
                <a:lnTo>
                  <a:pt x="649236" y="41148"/>
                </a:lnTo>
                <a:lnTo>
                  <a:pt x="682739" y="80924"/>
                </a:lnTo>
                <a:lnTo>
                  <a:pt x="721817" y="115824"/>
                </a:lnTo>
                <a:lnTo>
                  <a:pt x="766889" y="146164"/>
                </a:lnTo>
                <a:lnTo>
                  <a:pt x="818400" y="172212"/>
                </a:lnTo>
                <a:lnTo>
                  <a:pt x="821512" y="163029"/>
                </a:lnTo>
                <a:lnTo>
                  <a:pt x="828497" y="155829"/>
                </a:lnTo>
                <a:lnTo>
                  <a:pt x="839177" y="150355"/>
                </a:lnTo>
                <a:lnTo>
                  <a:pt x="853452" y="146304"/>
                </a:lnTo>
                <a:lnTo>
                  <a:pt x="853452" y="13868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" name="object 38"/>
          <p:cNvSpPr/>
          <p:nvPr/>
        </p:nvSpPr>
        <p:spPr>
          <a:xfrm>
            <a:off x="4384548" y="3983735"/>
            <a:ext cx="52069" cy="62865"/>
          </a:xfrm>
          <a:custGeom>
            <a:avLst/>
            <a:gdLst/>
            <a:ahLst/>
            <a:cxnLst/>
            <a:rect l="l" t="t" r="r" b="b"/>
            <a:pathLst>
              <a:path w="52070" h="62864">
                <a:moveTo>
                  <a:pt x="51816" y="62484"/>
                </a:moveTo>
                <a:lnTo>
                  <a:pt x="0" y="62484"/>
                </a:lnTo>
                <a:lnTo>
                  <a:pt x="0" y="0"/>
                </a:lnTo>
                <a:lnTo>
                  <a:pt x="51816" y="0"/>
                </a:lnTo>
                <a:lnTo>
                  <a:pt x="51816" y="6248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" name="object 39"/>
          <p:cNvSpPr/>
          <p:nvPr/>
        </p:nvSpPr>
        <p:spPr>
          <a:xfrm>
            <a:off x="4384548" y="4165091"/>
            <a:ext cx="52069" cy="62865"/>
          </a:xfrm>
          <a:custGeom>
            <a:avLst/>
            <a:gdLst/>
            <a:ahLst/>
            <a:cxnLst/>
            <a:rect l="l" t="t" r="r" b="b"/>
            <a:pathLst>
              <a:path w="52070" h="62864">
                <a:moveTo>
                  <a:pt x="51816" y="62484"/>
                </a:moveTo>
                <a:lnTo>
                  <a:pt x="0" y="62484"/>
                </a:lnTo>
                <a:lnTo>
                  <a:pt x="0" y="0"/>
                </a:lnTo>
                <a:lnTo>
                  <a:pt x="51816" y="0"/>
                </a:lnTo>
                <a:lnTo>
                  <a:pt x="51816" y="6248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" name="object 40"/>
          <p:cNvSpPr/>
          <p:nvPr/>
        </p:nvSpPr>
        <p:spPr>
          <a:xfrm>
            <a:off x="4652759" y="3860291"/>
            <a:ext cx="855344" cy="412115"/>
          </a:xfrm>
          <a:custGeom>
            <a:avLst/>
            <a:gdLst/>
            <a:ahLst/>
            <a:cxnLst/>
            <a:rect l="l" t="t" r="r" b="b"/>
            <a:pathLst>
              <a:path w="855345" h="412114">
                <a:moveTo>
                  <a:pt x="230136" y="274320"/>
                </a:moveTo>
                <a:lnTo>
                  <a:pt x="202514" y="247650"/>
                </a:lnTo>
                <a:lnTo>
                  <a:pt x="169176" y="230124"/>
                </a:lnTo>
                <a:lnTo>
                  <a:pt x="166128" y="236220"/>
                </a:lnTo>
                <a:lnTo>
                  <a:pt x="179578" y="251701"/>
                </a:lnTo>
                <a:lnTo>
                  <a:pt x="190322" y="266319"/>
                </a:lnTo>
                <a:lnTo>
                  <a:pt x="198488" y="280377"/>
                </a:lnTo>
                <a:lnTo>
                  <a:pt x="204228" y="294132"/>
                </a:lnTo>
                <a:lnTo>
                  <a:pt x="207276" y="304800"/>
                </a:lnTo>
                <a:lnTo>
                  <a:pt x="210324" y="310896"/>
                </a:lnTo>
                <a:lnTo>
                  <a:pt x="216420" y="310896"/>
                </a:lnTo>
                <a:lnTo>
                  <a:pt x="219468" y="307848"/>
                </a:lnTo>
                <a:lnTo>
                  <a:pt x="224040" y="300228"/>
                </a:lnTo>
                <a:lnTo>
                  <a:pt x="228612" y="294132"/>
                </a:lnTo>
                <a:lnTo>
                  <a:pt x="230136" y="286512"/>
                </a:lnTo>
                <a:lnTo>
                  <a:pt x="230136" y="274320"/>
                </a:lnTo>
                <a:close/>
              </a:path>
              <a:path w="855345" h="412114">
                <a:moveTo>
                  <a:pt x="233184" y="169164"/>
                </a:moveTo>
                <a:lnTo>
                  <a:pt x="201752" y="146494"/>
                </a:lnTo>
                <a:lnTo>
                  <a:pt x="172224" y="134112"/>
                </a:lnTo>
                <a:lnTo>
                  <a:pt x="169176" y="138684"/>
                </a:lnTo>
                <a:lnTo>
                  <a:pt x="182867" y="152361"/>
                </a:lnTo>
                <a:lnTo>
                  <a:pt x="194132" y="165735"/>
                </a:lnTo>
                <a:lnTo>
                  <a:pt x="202819" y="178549"/>
                </a:lnTo>
                <a:lnTo>
                  <a:pt x="208800" y="190500"/>
                </a:lnTo>
                <a:lnTo>
                  <a:pt x="213372" y="201168"/>
                </a:lnTo>
                <a:lnTo>
                  <a:pt x="217944" y="207264"/>
                </a:lnTo>
                <a:lnTo>
                  <a:pt x="222516" y="207264"/>
                </a:lnTo>
                <a:lnTo>
                  <a:pt x="224040" y="202692"/>
                </a:lnTo>
                <a:lnTo>
                  <a:pt x="228612" y="196596"/>
                </a:lnTo>
                <a:lnTo>
                  <a:pt x="231660" y="188976"/>
                </a:lnTo>
                <a:lnTo>
                  <a:pt x="233184" y="182880"/>
                </a:lnTo>
                <a:lnTo>
                  <a:pt x="233184" y="169164"/>
                </a:lnTo>
                <a:close/>
              </a:path>
              <a:path w="855345" h="412114">
                <a:moveTo>
                  <a:pt x="384048" y="65532"/>
                </a:moveTo>
                <a:lnTo>
                  <a:pt x="373837" y="54864"/>
                </a:lnTo>
                <a:lnTo>
                  <a:pt x="349008" y="28956"/>
                </a:lnTo>
                <a:lnTo>
                  <a:pt x="321576" y="54864"/>
                </a:lnTo>
                <a:lnTo>
                  <a:pt x="115824" y="54864"/>
                </a:lnTo>
                <a:lnTo>
                  <a:pt x="119761" y="48895"/>
                </a:lnTo>
                <a:lnTo>
                  <a:pt x="124396" y="42481"/>
                </a:lnTo>
                <a:lnTo>
                  <a:pt x="129336" y="35801"/>
                </a:lnTo>
                <a:lnTo>
                  <a:pt x="134112" y="28956"/>
                </a:lnTo>
                <a:lnTo>
                  <a:pt x="147840" y="22860"/>
                </a:lnTo>
                <a:lnTo>
                  <a:pt x="109728" y="0"/>
                </a:lnTo>
                <a:lnTo>
                  <a:pt x="102641" y="19989"/>
                </a:lnTo>
                <a:lnTo>
                  <a:pt x="92964" y="40957"/>
                </a:lnTo>
                <a:lnTo>
                  <a:pt x="67056" y="85344"/>
                </a:lnTo>
                <a:lnTo>
                  <a:pt x="34861" y="127254"/>
                </a:lnTo>
                <a:lnTo>
                  <a:pt x="1524" y="160020"/>
                </a:lnTo>
                <a:lnTo>
                  <a:pt x="6096" y="164592"/>
                </a:lnTo>
                <a:lnTo>
                  <a:pt x="39052" y="141732"/>
                </a:lnTo>
                <a:lnTo>
                  <a:pt x="75438" y="106895"/>
                </a:lnTo>
                <a:lnTo>
                  <a:pt x="109728" y="65532"/>
                </a:lnTo>
                <a:lnTo>
                  <a:pt x="384048" y="65532"/>
                </a:lnTo>
                <a:close/>
              </a:path>
              <a:path w="855345" h="412114">
                <a:moveTo>
                  <a:pt x="408444" y="222504"/>
                </a:moveTo>
                <a:lnTo>
                  <a:pt x="374916" y="187452"/>
                </a:lnTo>
                <a:lnTo>
                  <a:pt x="350532" y="211836"/>
                </a:lnTo>
                <a:lnTo>
                  <a:pt x="327660" y="211836"/>
                </a:lnTo>
                <a:lnTo>
                  <a:pt x="330720" y="131064"/>
                </a:lnTo>
                <a:lnTo>
                  <a:pt x="336435" y="126492"/>
                </a:lnTo>
                <a:lnTo>
                  <a:pt x="345948" y="118872"/>
                </a:lnTo>
                <a:lnTo>
                  <a:pt x="341820" y="115824"/>
                </a:lnTo>
                <a:lnTo>
                  <a:pt x="317004" y="97536"/>
                </a:lnTo>
                <a:lnTo>
                  <a:pt x="306324" y="111785"/>
                </a:lnTo>
                <a:lnTo>
                  <a:pt x="306324" y="126492"/>
                </a:lnTo>
                <a:lnTo>
                  <a:pt x="303288" y="211836"/>
                </a:lnTo>
                <a:lnTo>
                  <a:pt x="301764" y="211836"/>
                </a:lnTo>
                <a:lnTo>
                  <a:pt x="301764" y="222504"/>
                </a:lnTo>
                <a:lnTo>
                  <a:pt x="295668" y="320040"/>
                </a:lnTo>
                <a:lnTo>
                  <a:pt x="97536" y="320040"/>
                </a:lnTo>
                <a:lnTo>
                  <a:pt x="109728" y="222504"/>
                </a:lnTo>
                <a:lnTo>
                  <a:pt x="301764" y="222504"/>
                </a:lnTo>
                <a:lnTo>
                  <a:pt x="301764" y="211836"/>
                </a:lnTo>
                <a:lnTo>
                  <a:pt x="111252" y="211836"/>
                </a:lnTo>
                <a:lnTo>
                  <a:pt x="120396" y="126492"/>
                </a:lnTo>
                <a:lnTo>
                  <a:pt x="306324" y="126492"/>
                </a:lnTo>
                <a:lnTo>
                  <a:pt x="306324" y="111785"/>
                </a:lnTo>
                <a:lnTo>
                  <a:pt x="303288" y="115824"/>
                </a:lnTo>
                <a:lnTo>
                  <a:pt x="121920" y="115824"/>
                </a:lnTo>
                <a:lnTo>
                  <a:pt x="97536" y="100584"/>
                </a:lnTo>
                <a:lnTo>
                  <a:pt x="86868" y="211836"/>
                </a:lnTo>
                <a:lnTo>
                  <a:pt x="0" y="211836"/>
                </a:lnTo>
                <a:lnTo>
                  <a:pt x="13716" y="225552"/>
                </a:lnTo>
                <a:lnTo>
                  <a:pt x="41148" y="222504"/>
                </a:lnTo>
                <a:lnTo>
                  <a:pt x="85344" y="222504"/>
                </a:lnTo>
                <a:lnTo>
                  <a:pt x="73152" y="312420"/>
                </a:lnTo>
                <a:lnTo>
                  <a:pt x="59436" y="323088"/>
                </a:lnTo>
                <a:lnTo>
                  <a:pt x="83820" y="345948"/>
                </a:lnTo>
                <a:lnTo>
                  <a:pt x="97536" y="330708"/>
                </a:lnTo>
                <a:lnTo>
                  <a:pt x="294144" y="330708"/>
                </a:lnTo>
                <a:lnTo>
                  <a:pt x="292163" y="349834"/>
                </a:lnTo>
                <a:lnTo>
                  <a:pt x="288620" y="363664"/>
                </a:lnTo>
                <a:lnTo>
                  <a:pt x="283641" y="372071"/>
                </a:lnTo>
                <a:lnTo>
                  <a:pt x="277380" y="374904"/>
                </a:lnTo>
                <a:lnTo>
                  <a:pt x="269417" y="374319"/>
                </a:lnTo>
                <a:lnTo>
                  <a:pt x="257187" y="372427"/>
                </a:lnTo>
                <a:lnTo>
                  <a:pt x="240944" y="369125"/>
                </a:lnTo>
                <a:lnTo>
                  <a:pt x="220992" y="364236"/>
                </a:lnTo>
                <a:lnTo>
                  <a:pt x="220992" y="373380"/>
                </a:lnTo>
                <a:lnTo>
                  <a:pt x="241846" y="382549"/>
                </a:lnTo>
                <a:lnTo>
                  <a:pt x="256425" y="391858"/>
                </a:lnTo>
                <a:lnTo>
                  <a:pt x="264706" y="401459"/>
                </a:lnTo>
                <a:lnTo>
                  <a:pt x="266712" y="411480"/>
                </a:lnTo>
                <a:lnTo>
                  <a:pt x="281279" y="407466"/>
                </a:lnTo>
                <a:lnTo>
                  <a:pt x="312115" y="377431"/>
                </a:lnTo>
                <a:lnTo>
                  <a:pt x="312813" y="374904"/>
                </a:lnTo>
                <a:lnTo>
                  <a:pt x="315671" y="364617"/>
                </a:lnTo>
                <a:lnTo>
                  <a:pt x="318350" y="348957"/>
                </a:lnTo>
                <a:lnTo>
                  <a:pt x="320052" y="330708"/>
                </a:lnTo>
                <a:lnTo>
                  <a:pt x="400812" y="330708"/>
                </a:lnTo>
                <a:lnTo>
                  <a:pt x="390156" y="320040"/>
                </a:lnTo>
                <a:lnTo>
                  <a:pt x="365760" y="295656"/>
                </a:lnTo>
                <a:lnTo>
                  <a:pt x="341388" y="320040"/>
                </a:lnTo>
                <a:lnTo>
                  <a:pt x="321576" y="320040"/>
                </a:lnTo>
                <a:lnTo>
                  <a:pt x="327660" y="222504"/>
                </a:lnTo>
                <a:lnTo>
                  <a:pt x="408444" y="222504"/>
                </a:lnTo>
                <a:close/>
              </a:path>
              <a:path w="855345" h="412114">
                <a:moveTo>
                  <a:pt x="676668" y="147840"/>
                </a:moveTo>
                <a:lnTo>
                  <a:pt x="635520" y="124980"/>
                </a:lnTo>
                <a:lnTo>
                  <a:pt x="636397" y="145859"/>
                </a:lnTo>
                <a:lnTo>
                  <a:pt x="636854" y="165938"/>
                </a:lnTo>
                <a:lnTo>
                  <a:pt x="636943" y="175272"/>
                </a:lnTo>
                <a:lnTo>
                  <a:pt x="636854" y="352437"/>
                </a:lnTo>
                <a:lnTo>
                  <a:pt x="636397" y="379526"/>
                </a:lnTo>
                <a:lnTo>
                  <a:pt x="635520" y="411492"/>
                </a:lnTo>
                <a:lnTo>
                  <a:pt x="664476" y="394728"/>
                </a:lnTo>
                <a:lnTo>
                  <a:pt x="663587" y="378104"/>
                </a:lnTo>
                <a:lnTo>
                  <a:pt x="663143" y="362343"/>
                </a:lnTo>
                <a:lnTo>
                  <a:pt x="663028" y="352437"/>
                </a:lnTo>
                <a:lnTo>
                  <a:pt x="662952" y="158508"/>
                </a:lnTo>
                <a:lnTo>
                  <a:pt x="676668" y="147840"/>
                </a:lnTo>
                <a:close/>
              </a:path>
              <a:path w="855345" h="412114">
                <a:moveTo>
                  <a:pt x="854976" y="179844"/>
                </a:moveTo>
                <a:lnTo>
                  <a:pt x="806589" y="165938"/>
                </a:lnTo>
                <a:lnTo>
                  <a:pt x="755916" y="137172"/>
                </a:lnTo>
                <a:lnTo>
                  <a:pt x="706005" y="92976"/>
                </a:lnTo>
                <a:lnTo>
                  <a:pt x="665848" y="41148"/>
                </a:lnTo>
                <a:lnTo>
                  <a:pt x="658380" y="30492"/>
                </a:lnTo>
                <a:lnTo>
                  <a:pt x="673620" y="19824"/>
                </a:lnTo>
                <a:lnTo>
                  <a:pt x="637044" y="0"/>
                </a:lnTo>
                <a:lnTo>
                  <a:pt x="626135" y="27127"/>
                </a:lnTo>
                <a:lnTo>
                  <a:pt x="611517" y="55829"/>
                </a:lnTo>
                <a:lnTo>
                  <a:pt x="569988" y="117360"/>
                </a:lnTo>
                <a:lnTo>
                  <a:pt x="543420" y="147840"/>
                </a:lnTo>
                <a:lnTo>
                  <a:pt x="513791" y="175272"/>
                </a:lnTo>
                <a:lnTo>
                  <a:pt x="481037" y="199224"/>
                </a:lnTo>
                <a:lnTo>
                  <a:pt x="445020" y="219468"/>
                </a:lnTo>
                <a:lnTo>
                  <a:pt x="448068" y="225564"/>
                </a:lnTo>
                <a:lnTo>
                  <a:pt x="483133" y="208991"/>
                </a:lnTo>
                <a:lnTo>
                  <a:pt x="543001" y="172415"/>
                </a:lnTo>
                <a:lnTo>
                  <a:pt x="589483" y="129882"/>
                </a:lnTo>
                <a:lnTo>
                  <a:pt x="632294" y="73964"/>
                </a:lnTo>
                <a:lnTo>
                  <a:pt x="652284" y="41148"/>
                </a:lnTo>
                <a:lnTo>
                  <a:pt x="670572" y="71678"/>
                </a:lnTo>
                <a:lnTo>
                  <a:pt x="707148" y="123024"/>
                </a:lnTo>
                <a:lnTo>
                  <a:pt x="744816" y="162102"/>
                </a:lnTo>
                <a:lnTo>
                  <a:pt x="789292" y="195770"/>
                </a:lnTo>
                <a:lnTo>
                  <a:pt x="813828" y="210324"/>
                </a:lnTo>
                <a:lnTo>
                  <a:pt x="821321" y="201180"/>
                </a:lnTo>
                <a:lnTo>
                  <a:pt x="830402" y="194322"/>
                </a:lnTo>
                <a:lnTo>
                  <a:pt x="841463" y="189750"/>
                </a:lnTo>
                <a:lnTo>
                  <a:pt x="854976" y="187464"/>
                </a:lnTo>
                <a:lnTo>
                  <a:pt x="854976" y="17984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" name="object 41"/>
          <p:cNvSpPr/>
          <p:nvPr/>
        </p:nvSpPr>
        <p:spPr>
          <a:xfrm>
            <a:off x="5561075" y="3866388"/>
            <a:ext cx="361315" cy="403860"/>
          </a:xfrm>
          <a:custGeom>
            <a:avLst/>
            <a:gdLst/>
            <a:ahLst/>
            <a:cxnLst/>
            <a:rect l="l" t="t" r="r" b="b"/>
            <a:pathLst>
              <a:path w="361314" h="403860">
                <a:moveTo>
                  <a:pt x="328204" y="16763"/>
                </a:moveTo>
                <a:lnTo>
                  <a:pt x="295656" y="16763"/>
                </a:lnTo>
                <a:lnTo>
                  <a:pt x="307848" y="0"/>
                </a:lnTo>
                <a:lnTo>
                  <a:pt x="328204" y="16763"/>
                </a:lnTo>
                <a:close/>
              </a:path>
              <a:path w="361314" h="403860">
                <a:moveTo>
                  <a:pt x="57912" y="201167"/>
                </a:moveTo>
                <a:lnTo>
                  <a:pt x="59031" y="180308"/>
                </a:lnTo>
                <a:lnTo>
                  <a:pt x="60007" y="156590"/>
                </a:lnTo>
                <a:lnTo>
                  <a:pt x="60698" y="130016"/>
                </a:lnTo>
                <a:lnTo>
                  <a:pt x="60960" y="100583"/>
                </a:lnTo>
                <a:lnTo>
                  <a:pt x="60936" y="72032"/>
                </a:lnTo>
                <a:lnTo>
                  <a:pt x="60769" y="45910"/>
                </a:lnTo>
                <a:lnTo>
                  <a:pt x="60385" y="25907"/>
                </a:lnTo>
                <a:lnTo>
                  <a:pt x="60273" y="21336"/>
                </a:lnTo>
                <a:lnTo>
                  <a:pt x="59436" y="1524"/>
                </a:lnTo>
                <a:lnTo>
                  <a:pt x="83820" y="16763"/>
                </a:lnTo>
                <a:lnTo>
                  <a:pt x="328204" y="16763"/>
                </a:lnTo>
                <a:lnTo>
                  <a:pt x="333756" y="21336"/>
                </a:lnTo>
                <a:lnTo>
                  <a:pt x="329184" y="25907"/>
                </a:lnTo>
                <a:lnTo>
                  <a:pt x="83820" y="25907"/>
                </a:lnTo>
                <a:lnTo>
                  <a:pt x="83820" y="91439"/>
                </a:lnTo>
                <a:lnTo>
                  <a:pt x="321564" y="91439"/>
                </a:lnTo>
                <a:lnTo>
                  <a:pt x="321564" y="100583"/>
                </a:lnTo>
                <a:lnTo>
                  <a:pt x="83820" y="100583"/>
                </a:lnTo>
                <a:lnTo>
                  <a:pt x="83820" y="164591"/>
                </a:lnTo>
                <a:lnTo>
                  <a:pt x="322051" y="164591"/>
                </a:lnTo>
                <a:lnTo>
                  <a:pt x="322206" y="169592"/>
                </a:lnTo>
                <a:lnTo>
                  <a:pt x="322453" y="173735"/>
                </a:lnTo>
                <a:lnTo>
                  <a:pt x="83820" y="173735"/>
                </a:lnTo>
                <a:lnTo>
                  <a:pt x="83820" y="190499"/>
                </a:lnTo>
                <a:lnTo>
                  <a:pt x="57912" y="201167"/>
                </a:lnTo>
                <a:close/>
              </a:path>
              <a:path w="361314" h="403860">
                <a:moveTo>
                  <a:pt x="199644" y="91439"/>
                </a:moveTo>
                <a:lnTo>
                  <a:pt x="176784" y="91439"/>
                </a:lnTo>
                <a:lnTo>
                  <a:pt x="176784" y="25907"/>
                </a:lnTo>
                <a:lnTo>
                  <a:pt x="199644" y="25907"/>
                </a:lnTo>
                <a:lnTo>
                  <a:pt x="199644" y="91439"/>
                </a:lnTo>
                <a:close/>
              </a:path>
              <a:path w="361314" h="403860">
                <a:moveTo>
                  <a:pt x="321564" y="91439"/>
                </a:moveTo>
                <a:lnTo>
                  <a:pt x="297180" y="91439"/>
                </a:lnTo>
                <a:lnTo>
                  <a:pt x="297180" y="25907"/>
                </a:lnTo>
                <a:lnTo>
                  <a:pt x="329184" y="25907"/>
                </a:lnTo>
                <a:lnTo>
                  <a:pt x="321564" y="33527"/>
                </a:lnTo>
                <a:lnTo>
                  <a:pt x="321564" y="91439"/>
                </a:lnTo>
                <a:close/>
              </a:path>
              <a:path w="361314" h="403860">
                <a:moveTo>
                  <a:pt x="199644" y="164591"/>
                </a:moveTo>
                <a:lnTo>
                  <a:pt x="176784" y="164591"/>
                </a:lnTo>
                <a:lnTo>
                  <a:pt x="176784" y="100583"/>
                </a:lnTo>
                <a:lnTo>
                  <a:pt x="199644" y="100583"/>
                </a:lnTo>
                <a:lnTo>
                  <a:pt x="199644" y="164591"/>
                </a:lnTo>
                <a:close/>
              </a:path>
              <a:path w="361314" h="403860">
                <a:moveTo>
                  <a:pt x="322051" y="164591"/>
                </a:moveTo>
                <a:lnTo>
                  <a:pt x="297180" y="164591"/>
                </a:lnTo>
                <a:lnTo>
                  <a:pt x="297180" y="100583"/>
                </a:lnTo>
                <a:lnTo>
                  <a:pt x="321564" y="100583"/>
                </a:lnTo>
                <a:lnTo>
                  <a:pt x="321587" y="141112"/>
                </a:lnTo>
                <a:lnTo>
                  <a:pt x="321754" y="155066"/>
                </a:lnTo>
                <a:lnTo>
                  <a:pt x="322051" y="164591"/>
                </a:lnTo>
                <a:close/>
              </a:path>
              <a:path w="361314" h="403860">
                <a:moveTo>
                  <a:pt x="297180" y="193547"/>
                </a:moveTo>
                <a:lnTo>
                  <a:pt x="297180" y="173735"/>
                </a:lnTo>
                <a:lnTo>
                  <a:pt x="322453" y="173735"/>
                </a:lnTo>
                <a:lnTo>
                  <a:pt x="323088" y="184403"/>
                </a:lnTo>
                <a:lnTo>
                  <a:pt x="297180" y="193547"/>
                </a:lnTo>
                <a:close/>
              </a:path>
              <a:path w="361314" h="403860">
                <a:moveTo>
                  <a:pt x="196596" y="236219"/>
                </a:moveTo>
                <a:lnTo>
                  <a:pt x="172212" y="236219"/>
                </a:lnTo>
                <a:lnTo>
                  <a:pt x="174345" y="201167"/>
                </a:lnTo>
                <a:lnTo>
                  <a:pt x="174998" y="188213"/>
                </a:lnTo>
                <a:lnTo>
                  <a:pt x="175260" y="176783"/>
                </a:lnTo>
                <a:lnTo>
                  <a:pt x="214884" y="196595"/>
                </a:lnTo>
                <a:lnTo>
                  <a:pt x="204216" y="205739"/>
                </a:lnTo>
                <a:lnTo>
                  <a:pt x="202168" y="212859"/>
                </a:lnTo>
                <a:lnTo>
                  <a:pt x="200406" y="220408"/>
                </a:lnTo>
                <a:lnTo>
                  <a:pt x="198643" y="228242"/>
                </a:lnTo>
                <a:lnTo>
                  <a:pt x="196596" y="236219"/>
                </a:lnTo>
                <a:close/>
              </a:path>
              <a:path w="361314" h="403860">
                <a:moveTo>
                  <a:pt x="36576" y="252983"/>
                </a:moveTo>
                <a:lnTo>
                  <a:pt x="21336" y="236219"/>
                </a:lnTo>
                <a:lnTo>
                  <a:pt x="320040" y="236219"/>
                </a:lnTo>
                <a:lnTo>
                  <a:pt x="333756" y="219455"/>
                </a:lnTo>
                <a:lnTo>
                  <a:pt x="361188" y="243839"/>
                </a:lnTo>
                <a:lnTo>
                  <a:pt x="356833" y="246887"/>
                </a:lnTo>
                <a:lnTo>
                  <a:pt x="77724" y="246887"/>
                </a:lnTo>
                <a:lnTo>
                  <a:pt x="66579" y="247197"/>
                </a:lnTo>
                <a:lnTo>
                  <a:pt x="56007" y="248221"/>
                </a:lnTo>
                <a:lnTo>
                  <a:pt x="46005" y="250102"/>
                </a:lnTo>
                <a:lnTo>
                  <a:pt x="36576" y="252983"/>
                </a:lnTo>
                <a:close/>
              </a:path>
              <a:path w="361314" h="403860">
                <a:moveTo>
                  <a:pt x="1524" y="403860"/>
                </a:moveTo>
                <a:lnTo>
                  <a:pt x="0" y="399288"/>
                </a:lnTo>
                <a:lnTo>
                  <a:pt x="34575" y="387286"/>
                </a:lnTo>
                <a:lnTo>
                  <a:pt x="65151" y="374142"/>
                </a:lnTo>
                <a:lnTo>
                  <a:pt x="114300" y="344424"/>
                </a:lnTo>
                <a:lnTo>
                  <a:pt x="148780" y="304228"/>
                </a:lnTo>
                <a:lnTo>
                  <a:pt x="170688" y="246887"/>
                </a:lnTo>
                <a:lnTo>
                  <a:pt x="195072" y="246887"/>
                </a:lnTo>
                <a:lnTo>
                  <a:pt x="171259" y="310133"/>
                </a:lnTo>
                <a:lnTo>
                  <a:pt x="132588" y="355092"/>
                </a:lnTo>
                <a:lnTo>
                  <a:pt x="76771" y="384619"/>
                </a:lnTo>
                <a:lnTo>
                  <a:pt x="41505" y="395597"/>
                </a:lnTo>
                <a:lnTo>
                  <a:pt x="1524" y="403860"/>
                </a:lnTo>
                <a:close/>
              </a:path>
              <a:path w="361314" h="403860">
                <a:moveTo>
                  <a:pt x="322077" y="362021"/>
                </a:moveTo>
                <a:lnTo>
                  <a:pt x="282797" y="362021"/>
                </a:lnTo>
                <a:lnTo>
                  <a:pt x="291084" y="361188"/>
                </a:lnTo>
                <a:lnTo>
                  <a:pt x="295632" y="356616"/>
                </a:lnTo>
                <a:lnTo>
                  <a:pt x="311277" y="314610"/>
                </a:lnTo>
                <a:lnTo>
                  <a:pt x="318135" y="273462"/>
                </a:lnTo>
                <a:lnTo>
                  <a:pt x="321564" y="246887"/>
                </a:lnTo>
                <a:lnTo>
                  <a:pt x="356833" y="246887"/>
                </a:lnTo>
                <a:lnTo>
                  <a:pt x="345948" y="254507"/>
                </a:lnTo>
                <a:lnTo>
                  <a:pt x="341376" y="285083"/>
                </a:lnTo>
                <a:lnTo>
                  <a:pt x="336804" y="310514"/>
                </a:lnTo>
                <a:lnTo>
                  <a:pt x="332232" y="330803"/>
                </a:lnTo>
                <a:lnTo>
                  <a:pt x="327660" y="345948"/>
                </a:lnTo>
                <a:lnTo>
                  <a:pt x="323945" y="357663"/>
                </a:lnTo>
                <a:lnTo>
                  <a:pt x="322077" y="362021"/>
                </a:lnTo>
                <a:close/>
              </a:path>
              <a:path w="361314" h="403860">
                <a:moveTo>
                  <a:pt x="262128" y="399288"/>
                </a:moveTo>
                <a:lnTo>
                  <a:pt x="260699" y="387000"/>
                </a:lnTo>
                <a:lnTo>
                  <a:pt x="251841" y="375285"/>
                </a:lnTo>
                <a:lnTo>
                  <a:pt x="235553" y="364140"/>
                </a:lnTo>
                <a:lnTo>
                  <a:pt x="211836" y="353568"/>
                </a:lnTo>
                <a:lnTo>
                  <a:pt x="213360" y="345948"/>
                </a:lnTo>
                <a:lnTo>
                  <a:pt x="243935" y="354544"/>
                </a:lnTo>
                <a:lnTo>
                  <a:pt x="267081" y="359854"/>
                </a:lnTo>
                <a:lnTo>
                  <a:pt x="282797" y="362021"/>
                </a:lnTo>
                <a:lnTo>
                  <a:pt x="322077" y="362021"/>
                </a:lnTo>
                <a:lnTo>
                  <a:pt x="319659" y="367665"/>
                </a:lnTo>
                <a:lnTo>
                  <a:pt x="278725" y="395811"/>
                </a:lnTo>
                <a:lnTo>
                  <a:pt x="262128" y="39928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" name="object 42"/>
          <p:cNvSpPr/>
          <p:nvPr/>
        </p:nvSpPr>
        <p:spPr>
          <a:xfrm>
            <a:off x="5992367" y="3866388"/>
            <a:ext cx="405765" cy="399415"/>
          </a:xfrm>
          <a:custGeom>
            <a:avLst/>
            <a:gdLst/>
            <a:ahLst/>
            <a:cxnLst/>
            <a:rect l="l" t="t" r="r" b="b"/>
            <a:pathLst>
              <a:path w="405764" h="399414">
                <a:moveTo>
                  <a:pt x="3048" y="399287"/>
                </a:moveTo>
                <a:lnTo>
                  <a:pt x="0" y="393191"/>
                </a:lnTo>
                <a:lnTo>
                  <a:pt x="34290" y="370022"/>
                </a:lnTo>
                <a:lnTo>
                  <a:pt x="64008" y="346138"/>
                </a:lnTo>
                <a:lnTo>
                  <a:pt x="109728" y="295656"/>
                </a:lnTo>
                <a:lnTo>
                  <a:pt x="141922" y="235458"/>
                </a:lnTo>
                <a:lnTo>
                  <a:pt x="161544" y="161543"/>
                </a:lnTo>
                <a:lnTo>
                  <a:pt x="166639" y="120657"/>
                </a:lnTo>
                <a:lnTo>
                  <a:pt x="170307" y="80200"/>
                </a:lnTo>
                <a:lnTo>
                  <a:pt x="172259" y="40028"/>
                </a:lnTo>
                <a:lnTo>
                  <a:pt x="172212" y="0"/>
                </a:lnTo>
                <a:lnTo>
                  <a:pt x="224028" y="22859"/>
                </a:lnTo>
                <a:lnTo>
                  <a:pt x="207264" y="38100"/>
                </a:lnTo>
                <a:lnTo>
                  <a:pt x="212955" y="82986"/>
                </a:lnTo>
                <a:lnTo>
                  <a:pt x="220789" y="124015"/>
                </a:lnTo>
                <a:lnTo>
                  <a:pt x="230624" y="161329"/>
                </a:lnTo>
                <a:lnTo>
                  <a:pt x="256032" y="225909"/>
                </a:lnTo>
                <a:lnTo>
                  <a:pt x="290322" y="280154"/>
                </a:lnTo>
                <a:lnTo>
                  <a:pt x="332303" y="323611"/>
                </a:lnTo>
                <a:lnTo>
                  <a:pt x="379690" y="349996"/>
                </a:lnTo>
                <a:lnTo>
                  <a:pt x="405384" y="356615"/>
                </a:lnTo>
                <a:lnTo>
                  <a:pt x="405384" y="365760"/>
                </a:lnTo>
                <a:lnTo>
                  <a:pt x="389405" y="368069"/>
                </a:lnTo>
                <a:lnTo>
                  <a:pt x="375856" y="372808"/>
                </a:lnTo>
                <a:lnTo>
                  <a:pt x="364878" y="380118"/>
                </a:lnTo>
                <a:lnTo>
                  <a:pt x="356616" y="390143"/>
                </a:lnTo>
                <a:lnTo>
                  <a:pt x="333970" y="373284"/>
                </a:lnTo>
                <a:lnTo>
                  <a:pt x="295536" y="334422"/>
                </a:lnTo>
                <a:lnTo>
                  <a:pt x="264628" y="290155"/>
                </a:lnTo>
                <a:lnTo>
                  <a:pt x="240101" y="242768"/>
                </a:lnTo>
                <a:lnTo>
                  <a:pt x="220670" y="190261"/>
                </a:lnTo>
                <a:lnTo>
                  <a:pt x="206335" y="120634"/>
                </a:lnTo>
                <a:lnTo>
                  <a:pt x="201168" y="79248"/>
                </a:lnTo>
                <a:lnTo>
                  <a:pt x="197143" y="118943"/>
                </a:lnTo>
                <a:lnTo>
                  <a:pt x="185094" y="189190"/>
                </a:lnTo>
                <a:lnTo>
                  <a:pt x="167092" y="246554"/>
                </a:lnTo>
                <a:lnTo>
                  <a:pt x="137993" y="297894"/>
                </a:lnTo>
                <a:lnTo>
                  <a:pt x="95416" y="343566"/>
                </a:lnTo>
                <a:lnTo>
                  <a:pt x="37647" y="382428"/>
                </a:lnTo>
                <a:lnTo>
                  <a:pt x="3048" y="39928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" name="object 43"/>
          <p:cNvSpPr/>
          <p:nvPr/>
        </p:nvSpPr>
        <p:spPr>
          <a:xfrm>
            <a:off x="7549883" y="3861815"/>
            <a:ext cx="1297305" cy="408940"/>
          </a:xfrm>
          <a:custGeom>
            <a:avLst/>
            <a:gdLst/>
            <a:ahLst/>
            <a:cxnLst/>
            <a:rect l="l" t="t" r="r" b="b"/>
            <a:pathLst>
              <a:path w="1297304" h="408939">
                <a:moveTo>
                  <a:pt x="192024" y="76212"/>
                </a:moveTo>
                <a:lnTo>
                  <a:pt x="163068" y="51828"/>
                </a:lnTo>
                <a:lnTo>
                  <a:pt x="149352" y="68592"/>
                </a:lnTo>
                <a:lnTo>
                  <a:pt x="12192" y="68592"/>
                </a:lnTo>
                <a:lnTo>
                  <a:pt x="27432" y="85356"/>
                </a:lnTo>
                <a:lnTo>
                  <a:pt x="36868" y="82473"/>
                </a:lnTo>
                <a:lnTo>
                  <a:pt x="46863" y="80594"/>
                </a:lnTo>
                <a:lnTo>
                  <a:pt x="57442" y="79565"/>
                </a:lnTo>
                <a:lnTo>
                  <a:pt x="68580" y="79260"/>
                </a:lnTo>
                <a:lnTo>
                  <a:pt x="149352" y="79260"/>
                </a:lnTo>
                <a:lnTo>
                  <a:pt x="139357" y="114122"/>
                </a:lnTo>
                <a:lnTo>
                  <a:pt x="129921" y="145554"/>
                </a:lnTo>
                <a:lnTo>
                  <a:pt x="121069" y="173558"/>
                </a:lnTo>
                <a:lnTo>
                  <a:pt x="112776" y="198132"/>
                </a:lnTo>
                <a:lnTo>
                  <a:pt x="55232" y="133743"/>
                </a:lnTo>
                <a:lnTo>
                  <a:pt x="36576" y="112788"/>
                </a:lnTo>
                <a:lnTo>
                  <a:pt x="30480" y="117360"/>
                </a:lnTo>
                <a:lnTo>
                  <a:pt x="43624" y="134810"/>
                </a:lnTo>
                <a:lnTo>
                  <a:pt x="60198" y="157556"/>
                </a:lnTo>
                <a:lnTo>
                  <a:pt x="80200" y="185724"/>
                </a:lnTo>
                <a:lnTo>
                  <a:pt x="103632" y="219468"/>
                </a:lnTo>
                <a:lnTo>
                  <a:pt x="95021" y="236042"/>
                </a:lnTo>
                <a:lnTo>
                  <a:pt x="73202" y="272618"/>
                </a:lnTo>
                <a:lnTo>
                  <a:pt x="44577" y="312356"/>
                </a:lnTo>
                <a:lnTo>
                  <a:pt x="14859" y="347268"/>
                </a:lnTo>
                <a:lnTo>
                  <a:pt x="0" y="362724"/>
                </a:lnTo>
                <a:lnTo>
                  <a:pt x="1524" y="371868"/>
                </a:lnTo>
                <a:lnTo>
                  <a:pt x="40767" y="337769"/>
                </a:lnTo>
                <a:lnTo>
                  <a:pt x="73152" y="304812"/>
                </a:lnTo>
                <a:lnTo>
                  <a:pt x="98107" y="271475"/>
                </a:lnTo>
                <a:lnTo>
                  <a:pt x="117348" y="239280"/>
                </a:lnTo>
                <a:lnTo>
                  <a:pt x="127927" y="263537"/>
                </a:lnTo>
                <a:lnTo>
                  <a:pt x="136779" y="285953"/>
                </a:lnTo>
                <a:lnTo>
                  <a:pt x="143929" y="306349"/>
                </a:lnTo>
                <a:lnTo>
                  <a:pt x="149352" y="324624"/>
                </a:lnTo>
                <a:lnTo>
                  <a:pt x="151904" y="337743"/>
                </a:lnTo>
                <a:lnTo>
                  <a:pt x="154876" y="347268"/>
                </a:lnTo>
                <a:lnTo>
                  <a:pt x="158140" y="353123"/>
                </a:lnTo>
                <a:lnTo>
                  <a:pt x="161544" y="355104"/>
                </a:lnTo>
                <a:lnTo>
                  <a:pt x="163068" y="355104"/>
                </a:lnTo>
                <a:lnTo>
                  <a:pt x="164592" y="352056"/>
                </a:lnTo>
                <a:lnTo>
                  <a:pt x="169164" y="349008"/>
                </a:lnTo>
                <a:lnTo>
                  <a:pt x="173736" y="344436"/>
                </a:lnTo>
                <a:lnTo>
                  <a:pt x="175260" y="336816"/>
                </a:lnTo>
                <a:lnTo>
                  <a:pt x="175387" y="324624"/>
                </a:lnTo>
                <a:lnTo>
                  <a:pt x="175602" y="319379"/>
                </a:lnTo>
                <a:lnTo>
                  <a:pt x="164020" y="278180"/>
                </a:lnTo>
                <a:lnTo>
                  <a:pt x="143446" y="242658"/>
                </a:lnTo>
                <a:lnTo>
                  <a:pt x="141198" y="239280"/>
                </a:lnTo>
                <a:lnTo>
                  <a:pt x="128016" y="219468"/>
                </a:lnTo>
                <a:lnTo>
                  <a:pt x="151066" y="160985"/>
                </a:lnTo>
                <a:lnTo>
                  <a:pt x="175260" y="89928"/>
                </a:lnTo>
                <a:lnTo>
                  <a:pt x="188302" y="79260"/>
                </a:lnTo>
                <a:lnTo>
                  <a:pt x="192024" y="76212"/>
                </a:lnTo>
                <a:close/>
              </a:path>
              <a:path w="1297304" h="408939">
                <a:moveTo>
                  <a:pt x="257556" y="239280"/>
                </a:moveTo>
                <a:lnTo>
                  <a:pt x="233743" y="194132"/>
                </a:lnTo>
                <a:lnTo>
                  <a:pt x="204216" y="169176"/>
                </a:lnTo>
                <a:lnTo>
                  <a:pt x="199644" y="172224"/>
                </a:lnTo>
                <a:lnTo>
                  <a:pt x="210769" y="194132"/>
                </a:lnTo>
                <a:lnTo>
                  <a:pt x="219265" y="214515"/>
                </a:lnTo>
                <a:lnTo>
                  <a:pt x="225158" y="233083"/>
                </a:lnTo>
                <a:lnTo>
                  <a:pt x="228600" y="249948"/>
                </a:lnTo>
                <a:lnTo>
                  <a:pt x="230035" y="260819"/>
                </a:lnTo>
                <a:lnTo>
                  <a:pt x="232029" y="268427"/>
                </a:lnTo>
                <a:lnTo>
                  <a:pt x="234607" y="272872"/>
                </a:lnTo>
                <a:lnTo>
                  <a:pt x="237744" y="274332"/>
                </a:lnTo>
                <a:lnTo>
                  <a:pt x="239268" y="274332"/>
                </a:lnTo>
                <a:lnTo>
                  <a:pt x="256984" y="245872"/>
                </a:lnTo>
                <a:lnTo>
                  <a:pt x="257556" y="239280"/>
                </a:lnTo>
                <a:close/>
              </a:path>
              <a:path w="1297304" h="408939">
                <a:moveTo>
                  <a:pt x="409956" y="132600"/>
                </a:moveTo>
                <a:lnTo>
                  <a:pt x="376428" y="99072"/>
                </a:lnTo>
                <a:lnTo>
                  <a:pt x="353568" y="121932"/>
                </a:lnTo>
                <a:lnTo>
                  <a:pt x="335280" y="121932"/>
                </a:lnTo>
                <a:lnTo>
                  <a:pt x="335280" y="42684"/>
                </a:lnTo>
                <a:lnTo>
                  <a:pt x="350520" y="28968"/>
                </a:lnTo>
                <a:lnTo>
                  <a:pt x="309372" y="9156"/>
                </a:lnTo>
                <a:lnTo>
                  <a:pt x="310261" y="20269"/>
                </a:lnTo>
                <a:lnTo>
                  <a:pt x="310705" y="32969"/>
                </a:lnTo>
                <a:lnTo>
                  <a:pt x="310832" y="42684"/>
                </a:lnTo>
                <a:lnTo>
                  <a:pt x="310896" y="121932"/>
                </a:lnTo>
                <a:lnTo>
                  <a:pt x="172212" y="121932"/>
                </a:lnTo>
                <a:lnTo>
                  <a:pt x="187452" y="137172"/>
                </a:lnTo>
                <a:lnTo>
                  <a:pt x="196888" y="135166"/>
                </a:lnTo>
                <a:lnTo>
                  <a:pt x="206883" y="133743"/>
                </a:lnTo>
                <a:lnTo>
                  <a:pt x="217462" y="132880"/>
                </a:lnTo>
                <a:lnTo>
                  <a:pt x="228600" y="132600"/>
                </a:lnTo>
                <a:lnTo>
                  <a:pt x="310896" y="132600"/>
                </a:lnTo>
                <a:lnTo>
                  <a:pt x="310896" y="358152"/>
                </a:lnTo>
                <a:lnTo>
                  <a:pt x="306324" y="362724"/>
                </a:lnTo>
                <a:lnTo>
                  <a:pt x="298704" y="362724"/>
                </a:lnTo>
                <a:lnTo>
                  <a:pt x="290423" y="363270"/>
                </a:lnTo>
                <a:lnTo>
                  <a:pt x="276987" y="362534"/>
                </a:lnTo>
                <a:lnTo>
                  <a:pt x="258419" y="360362"/>
                </a:lnTo>
                <a:lnTo>
                  <a:pt x="234696" y="356628"/>
                </a:lnTo>
                <a:lnTo>
                  <a:pt x="234696" y="365772"/>
                </a:lnTo>
                <a:lnTo>
                  <a:pt x="261823" y="376059"/>
                </a:lnTo>
                <a:lnTo>
                  <a:pt x="281368" y="386346"/>
                </a:lnTo>
                <a:lnTo>
                  <a:pt x="293204" y="396633"/>
                </a:lnTo>
                <a:lnTo>
                  <a:pt x="297180" y="406920"/>
                </a:lnTo>
                <a:lnTo>
                  <a:pt x="314071" y="398056"/>
                </a:lnTo>
                <a:lnTo>
                  <a:pt x="325945" y="387489"/>
                </a:lnTo>
                <a:lnTo>
                  <a:pt x="332981" y="375196"/>
                </a:lnTo>
                <a:lnTo>
                  <a:pt x="334949" y="363270"/>
                </a:lnTo>
                <a:lnTo>
                  <a:pt x="335280" y="361200"/>
                </a:lnTo>
                <a:lnTo>
                  <a:pt x="335280" y="132600"/>
                </a:lnTo>
                <a:lnTo>
                  <a:pt x="409956" y="132600"/>
                </a:lnTo>
                <a:close/>
              </a:path>
              <a:path w="1297304" h="408939">
                <a:moveTo>
                  <a:pt x="649224" y="36576"/>
                </a:moveTo>
                <a:lnTo>
                  <a:pt x="621792" y="6096"/>
                </a:lnTo>
                <a:lnTo>
                  <a:pt x="613219" y="13550"/>
                </a:lnTo>
                <a:lnTo>
                  <a:pt x="603504" y="20015"/>
                </a:lnTo>
                <a:lnTo>
                  <a:pt x="566889" y="35941"/>
                </a:lnTo>
                <a:lnTo>
                  <a:pt x="522732" y="50304"/>
                </a:lnTo>
                <a:lnTo>
                  <a:pt x="495300" y="35052"/>
                </a:lnTo>
                <a:lnTo>
                  <a:pt x="496214" y="56515"/>
                </a:lnTo>
                <a:lnTo>
                  <a:pt x="496824" y="84404"/>
                </a:lnTo>
                <a:lnTo>
                  <a:pt x="497484" y="120408"/>
                </a:lnTo>
                <a:lnTo>
                  <a:pt x="498348" y="160032"/>
                </a:lnTo>
                <a:lnTo>
                  <a:pt x="497776" y="202323"/>
                </a:lnTo>
                <a:lnTo>
                  <a:pt x="493204" y="273189"/>
                </a:lnTo>
                <a:lnTo>
                  <a:pt x="482968" y="328028"/>
                </a:lnTo>
                <a:lnTo>
                  <a:pt x="461352" y="379984"/>
                </a:lnTo>
                <a:lnTo>
                  <a:pt x="446532" y="405396"/>
                </a:lnTo>
                <a:lnTo>
                  <a:pt x="451104" y="408444"/>
                </a:lnTo>
                <a:lnTo>
                  <a:pt x="481139" y="369557"/>
                </a:lnTo>
                <a:lnTo>
                  <a:pt x="502729" y="328244"/>
                </a:lnTo>
                <a:lnTo>
                  <a:pt x="516051" y="284353"/>
                </a:lnTo>
                <a:lnTo>
                  <a:pt x="521208" y="237756"/>
                </a:lnTo>
                <a:lnTo>
                  <a:pt x="603504" y="237756"/>
                </a:lnTo>
                <a:lnTo>
                  <a:pt x="603504" y="263664"/>
                </a:lnTo>
                <a:lnTo>
                  <a:pt x="629412" y="252996"/>
                </a:lnTo>
                <a:lnTo>
                  <a:pt x="628662" y="237756"/>
                </a:lnTo>
                <a:lnTo>
                  <a:pt x="628535" y="235280"/>
                </a:lnTo>
                <a:lnTo>
                  <a:pt x="628383" y="227088"/>
                </a:lnTo>
                <a:lnTo>
                  <a:pt x="628078" y="211848"/>
                </a:lnTo>
                <a:lnTo>
                  <a:pt x="627926" y="183845"/>
                </a:lnTo>
                <a:lnTo>
                  <a:pt x="627888" y="147840"/>
                </a:lnTo>
                <a:lnTo>
                  <a:pt x="637692" y="140220"/>
                </a:lnTo>
                <a:lnTo>
                  <a:pt x="641604" y="137172"/>
                </a:lnTo>
                <a:lnTo>
                  <a:pt x="632968" y="129552"/>
                </a:lnTo>
                <a:lnTo>
                  <a:pt x="615696" y="114300"/>
                </a:lnTo>
                <a:lnTo>
                  <a:pt x="603504" y="126504"/>
                </a:lnTo>
                <a:lnTo>
                  <a:pt x="603504" y="140220"/>
                </a:lnTo>
                <a:lnTo>
                  <a:pt x="603504" y="227088"/>
                </a:lnTo>
                <a:lnTo>
                  <a:pt x="521208" y="227088"/>
                </a:lnTo>
                <a:lnTo>
                  <a:pt x="522732" y="140220"/>
                </a:lnTo>
                <a:lnTo>
                  <a:pt x="603504" y="140220"/>
                </a:lnTo>
                <a:lnTo>
                  <a:pt x="603504" y="126504"/>
                </a:lnTo>
                <a:lnTo>
                  <a:pt x="600456" y="129552"/>
                </a:lnTo>
                <a:lnTo>
                  <a:pt x="522732" y="129552"/>
                </a:lnTo>
                <a:lnTo>
                  <a:pt x="522732" y="60972"/>
                </a:lnTo>
                <a:lnTo>
                  <a:pt x="565848" y="50304"/>
                </a:lnTo>
                <a:lnTo>
                  <a:pt x="566724" y="50088"/>
                </a:lnTo>
                <a:lnTo>
                  <a:pt x="602551" y="42494"/>
                </a:lnTo>
                <a:lnTo>
                  <a:pt x="630110" y="38036"/>
                </a:lnTo>
                <a:lnTo>
                  <a:pt x="649224" y="36576"/>
                </a:lnTo>
                <a:close/>
              </a:path>
              <a:path w="1297304" h="408939">
                <a:moveTo>
                  <a:pt x="858012" y="161556"/>
                </a:moveTo>
                <a:lnTo>
                  <a:pt x="847852" y="150888"/>
                </a:lnTo>
                <a:lnTo>
                  <a:pt x="827532" y="129552"/>
                </a:lnTo>
                <a:lnTo>
                  <a:pt x="806196" y="150888"/>
                </a:lnTo>
                <a:lnTo>
                  <a:pt x="693420" y="150888"/>
                </a:lnTo>
                <a:lnTo>
                  <a:pt x="693420" y="59448"/>
                </a:lnTo>
                <a:lnTo>
                  <a:pt x="742099" y="50304"/>
                </a:lnTo>
                <a:lnTo>
                  <a:pt x="751103" y="48602"/>
                </a:lnTo>
                <a:lnTo>
                  <a:pt x="795909" y="41351"/>
                </a:lnTo>
                <a:lnTo>
                  <a:pt x="827582" y="37795"/>
                </a:lnTo>
                <a:lnTo>
                  <a:pt x="845820" y="38100"/>
                </a:lnTo>
                <a:lnTo>
                  <a:pt x="845527" y="37795"/>
                </a:lnTo>
                <a:lnTo>
                  <a:pt x="813816" y="4572"/>
                </a:lnTo>
                <a:lnTo>
                  <a:pt x="797801" y="15151"/>
                </a:lnTo>
                <a:lnTo>
                  <a:pt x="772477" y="26301"/>
                </a:lnTo>
                <a:lnTo>
                  <a:pt x="737743" y="38011"/>
                </a:lnTo>
                <a:lnTo>
                  <a:pt x="693420" y="50304"/>
                </a:lnTo>
                <a:lnTo>
                  <a:pt x="665988" y="35052"/>
                </a:lnTo>
                <a:lnTo>
                  <a:pt x="666877" y="54178"/>
                </a:lnTo>
                <a:lnTo>
                  <a:pt x="667321" y="74879"/>
                </a:lnTo>
                <a:lnTo>
                  <a:pt x="667397" y="84404"/>
                </a:lnTo>
                <a:lnTo>
                  <a:pt x="667283" y="140411"/>
                </a:lnTo>
                <a:lnTo>
                  <a:pt x="666229" y="183845"/>
                </a:lnTo>
                <a:lnTo>
                  <a:pt x="665988" y="207276"/>
                </a:lnTo>
                <a:lnTo>
                  <a:pt x="657796" y="257568"/>
                </a:lnTo>
                <a:lnTo>
                  <a:pt x="637032" y="312432"/>
                </a:lnTo>
                <a:lnTo>
                  <a:pt x="607123" y="362724"/>
                </a:lnTo>
                <a:lnTo>
                  <a:pt x="571500" y="403872"/>
                </a:lnTo>
                <a:lnTo>
                  <a:pt x="577596" y="408444"/>
                </a:lnTo>
                <a:lnTo>
                  <a:pt x="613270" y="376186"/>
                </a:lnTo>
                <a:lnTo>
                  <a:pt x="642518" y="340372"/>
                </a:lnTo>
                <a:lnTo>
                  <a:pt x="665226" y="301002"/>
                </a:lnTo>
                <a:lnTo>
                  <a:pt x="681342" y="258076"/>
                </a:lnTo>
                <a:lnTo>
                  <a:pt x="690778" y="211594"/>
                </a:lnTo>
                <a:lnTo>
                  <a:pt x="693420" y="161556"/>
                </a:lnTo>
                <a:lnTo>
                  <a:pt x="763524" y="161556"/>
                </a:lnTo>
                <a:lnTo>
                  <a:pt x="763498" y="312432"/>
                </a:lnTo>
                <a:lnTo>
                  <a:pt x="762609" y="354152"/>
                </a:lnTo>
                <a:lnTo>
                  <a:pt x="760476" y="405396"/>
                </a:lnTo>
                <a:lnTo>
                  <a:pt x="789432" y="391680"/>
                </a:lnTo>
                <a:lnTo>
                  <a:pt x="788555" y="374484"/>
                </a:lnTo>
                <a:lnTo>
                  <a:pt x="788098" y="359295"/>
                </a:lnTo>
                <a:lnTo>
                  <a:pt x="788035" y="354152"/>
                </a:lnTo>
                <a:lnTo>
                  <a:pt x="787908" y="161556"/>
                </a:lnTo>
                <a:lnTo>
                  <a:pt x="858012" y="161556"/>
                </a:lnTo>
                <a:close/>
              </a:path>
              <a:path w="1297304" h="408939">
                <a:moveTo>
                  <a:pt x="1296936" y="80772"/>
                </a:moveTo>
                <a:lnTo>
                  <a:pt x="1257312" y="41148"/>
                </a:lnTo>
                <a:lnTo>
                  <a:pt x="1226832" y="71628"/>
                </a:lnTo>
                <a:lnTo>
                  <a:pt x="1079004" y="71628"/>
                </a:lnTo>
                <a:lnTo>
                  <a:pt x="1083830" y="63055"/>
                </a:lnTo>
                <a:lnTo>
                  <a:pt x="1089101" y="53340"/>
                </a:lnTo>
                <a:lnTo>
                  <a:pt x="1094638" y="42481"/>
                </a:lnTo>
                <a:lnTo>
                  <a:pt x="1100340" y="30480"/>
                </a:lnTo>
                <a:lnTo>
                  <a:pt x="1117104" y="24384"/>
                </a:lnTo>
                <a:lnTo>
                  <a:pt x="1074432" y="0"/>
                </a:lnTo>
                <a:lnTo>
                  <a:pt x="1071041" y="14846"/>
                </a:lnTo>
                <a:lnTo>
                  <a:pt x="1065669" y="31813"/>
                </a:lnTo>
                <a:lnTo>
                  <a:pt x="1058570" y="50800"/>
                </a:lnTo>
                <a:lnTo>
                  <a:pt x="1050048" y="71628"/>
                </a:lnTo>
                <a:lnTo>
                  <a:pt x="893076" y="71628"/>
                </a:lnTo>
                <a:lnTo>
                  <a:pt x="908316" y="86868"/>
                </a:lnTo>
                <a:lnTo>
                  <a:pt x="918616" y="84632"/>
                </a:lnTo>
                <a:lnTo>
                  <a:pt x="929081" y="82677"/>
                </a:lnTo>
                <a:lnTo>
                  <a:pt x="939812" y="81305"/>
                </a:lnTo>
                <a:lnTo>
                  <a:pt x="950988" y="80772"/>
                </a:lnTo>
                <a:lnTo>
                  <a:pt x="1047000" y="80772"/>
                </a:lnTo>
                <a:lnTo>
                  <a:pt x="1012710" y="138874"/>
                </a:lnTo>
                <a:lnTo>
                  <a:pt x="978420" y="184404"/>
                </a:lnTo>
                <a:lnTo>
                  <a:pt x="938606" y="225171"/>
                </a:lnTo>
                <a:lnTo>
                  <a:pt x="893076" y="263652"/>
                </a:lnTo>
                <a:lnTo>
                  <a:pt x="899172" y="269748"/>
                </a:lnTo>
                <a:lnTo>
                  <a:pt x="927176" y="250825"/>
                </a:lnTo>
                <a:lnTo>
                  <a:pt x="954036" y="230314"/>
                </a:lnTo>
                <a:lnTo>
                  <a:pt x="979754" y="207822"/>
                </a:lnTo>
                <a:lnTo>
                  <a:pt x="1004328" y="182880"/>
                </a:lnTo>
                <a:lnTo>
                  <a:pt x="1004239" y="294132"/>
                </a:lnTo>
                <a:lnTo>
                  <a:pt x="1004138" y="337375"/>
                </a:lnTo>
                <a:lnTo>
                  <a:pt x="1003681" y="383273"/>
                </a:lnTo>
                <a:lnTo>
                  <a:pt x="1002804" y="408432"/>
                </a:lnTo>
                <a:lnTo>
                  <a:pt x="1028712" y="393192"/>
                </a:lnTo>
                <a:lnTo>
                  <a:pt x="1028712" y="294132"/>
                </a:lnTo>
                <a:lnTo>
                  <a:pt x="1188732" y="294132"/>
                </a:lnTo>
                <a:lnTo>
                  <a:pt x="1188732" y="365760"/>
                </a:lnTo>
                <a:lnTo>
                  <a:pt x="1184160" y="370332"/>
                </a:lnTo>
                <a:lnTo>
                  <a:pt x="1141768" y="367766"/>
                </a:lnTo>
                <a:lnTo>
                  <a:pt x="1127772" y="365760"/>
                </a:lnTo>
                <a:lnTo>
                  <a:pt x="1127772" y="373380"/>
                </a:lnTo>
                <a:lnTo>
                  <a:pt x="1149502" y="380796"/>
                </a:lnTo>
                <a:lnTo>
                  <a:pt x="1164539" y="389191"/>
                </a:lnTo>
                <a:lnTo>
                  <a:pt x="1172984" y="398462"/>
                </a:lnTo>
                <a:lnTo>
                  <a:pt x="1175016" y="408432"/>
                </a:lnTo>
                <a:lnTo>
                  <a:pt x="1191895" y="400723"/>
                </a:lnTo>
                <a:lnTo>
                  <a:pt x="1203782" y="391287"/>
                </a:lnTo>
                <a:lnTo>
                  <a:pt x="1210805" y="380149"/>
                </a:lnTo>
                <a:lnTo>
                  <a:pt x="1212557" y="370332"/>
                </a:lnTo>
                <a:lnTo>
                  <a:pt x="1213027" y="367766"/>
                </a:lnTo>
                <a:lnTo>
                  <a:pt x="1213116" y="294132"/>
                </a:lnTo>
                <a:lnTo>
                  <a:pt x="1213116" y="283464"/>
                </a:lnTo>
                <a:lnTo>
                  <a:pt x="1213116" y="225552"/>
                </a:lnTo>
                <a:lnTo>
                  <a:pt x="1213116" y="214884"/>
                </a:lnTo>
                <a:lnTo>
                  <a:pt x="1213116" y="161544"/>
                </a:lnTo>
                <a:lnTo>
                  <a:pt x="1222641" y="153924"/>
                </a:lnTo>
                <a:lnTo>
                  <a:pt x="1228356" y="149352"/>
                </a:lnTo>
                <a:lnTo>
                  <a:pt x="1222565" y="144780"/>
                </a:lnTo>
                <a:lnTo>
                  <a:pt x="1199400" y="126492"/>
                </a:lnTo>
                <a:lnTo>
                  <a:pt x="1188732" y="140716"/>
                </a:lnTo>
                <a:lnTo>
                  <a:pt x="1188732" y="153924"/>
                </a:lnTo>
                <a:lnTo>
                  <a:pt x="1188732" y="214884"/>
                </a:lnTo>
                <a:lnTo>
                  <a:pt x="1188732" y="225552"/>
                </a:lnTo>
                <a:lnTo>
                  <a:pt x="1188732" y="283464"/>
                </a:lnTo>
                <a:lnTo>
                  <a:pt x="1028712" y="283464"/>
                </a:lnTo>
                <a:lnTo>
                  <a:pt x="1028712" y="225552"/>
                </a:lnTo>
                <a:lnTo>
                  <a:pt x="1188732" y="225552"/>
                </a:lnTo>
                <a:lnTo>
                  <a:pt x="1188732" y="214884"/>
                </a:lnTo>
                <a:lnTo>
                  <a:pt x="1028712" y="214884"/>
                </a:lnTo>
                <a:lnTo>
                  <a:pt x="1028712" y="182880"/>
                </a:lnTo>
                <a:lnTo>
                  <a:pt x="1028712" y="153924"/>
                </a:lnTo>
                <a:lnTo>
                  <a:pt x="1188732" y="153924"/>
                </a:lnTo>
                <a:lnTo>
                  <a:pt x="1188732" y="140716"/>
                </a:lnTo>
                <a:lnTo>
                  <a:pt x="1185684" y="144780"/>
                </a:lnTo>
                <a:lnTo>
                  <a:pt x="1036332" y="144780"/>
                </a:lnTo>
                <a:lnTo>
                  <a:pt x="1046594" y="129857"/>
                </a:lnTo>
                <a:lnTo>
                  <a:pt x="1056716" y="114490"/>
                </a:lnTo>
                <a:lnTo>
                  <a:pt x="1066546" y="98285"/>
                </a:lnTo>
                <a:lnTo>
                  <a:pt x="1075956" y="80772"/>
                </a:lnTo>
                <a:lnTo>
                  <a:pt x="1296936" y="8077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" name="object 44"/>
          <p:cNvSpPr/>
          <p:nvPr/>
        </p:nvSpPr>
        <p:spPr>
          <a:xfrm>
            <a:off x="8923019" y="3863340"/>
            <a:ext cx="356870" cy="402590"/>
          </a:xfrm>
          <a:custGeom>
            <a:avLst/>
            <a:gdLst/>
            <a:ahLst/>
            <a:cxnLst/>
            <a:rect l="l" t="t" r="r" b="b"/>
            <a:pathLst>
              <a:path w="356870" h="402589">
                <a:moveTo>
                  <a:pt x="54864" y="89916"/>
                </a:moveTo>
                <a:lnTo>
                  <a:pt x="44196" y="89916"/>
                </a:lnTo>
                <a:lnTo>
                  <a:pt x="51339" y="62793"/>
                </a:lnTo>
                <a:lnTo>
                  <a:pt x="56769" y="38671"/>
                </a:lnTo>
                <a:lnTo>
                  <a:pt x="60483" y="17692"/>
                </a:lnTo>
                <a:lnTo>
                  <a:pt x="62484" y="0"/>
                </a:lnTo>
                <a:lnTo>
                  <a:pt x="100584" y="21336"/>
                </a:lnTo>
                <a:lnTo>
                  <a:pt x="91725" y="28408"/>
                </a:lnTo>
                <a:lnTo>
                  <a:pt x="81153" y="42481"/>
                </a:lnTo>
                <a:lnTo>
                  <a:pt x="68865" y="63126"/>
                </a:lnTo>
                <a:lnTo>
                  <a:pt x="54864" y="89916"/>
                </a:lnTo>
                <a:close/>
              </a:path>
              <a:path w="356870" h="402589">
                <a:moveTo>
                  <a:pt x="147828" y="192024"/>
                </a:moveTo>
                <a:lnTo>
                  <a:pt x="143256" y="187452"/>
                </a:lnTo>
                <a:lnTo>
                  <a:pt x="160377" y="160615"/>
                </a:lnTo>
                <a:lnTo>
                  <a:pt x="175069" y="135064"/>
                </a:lnTo>
                <a:lnTo>
                  <a:pt x="196596" y="88392"/>
                </a:lnTo>
                <a:lnTo>
                  <a:pt x="211836" y="44958"/>
                </a:lnTo>
                <a:lnTo>
                  <a:pt x="222503" y="1524"/>
                </a:lnTo>
                <a:lnTo>
                  <a:pt x="260603" y="24384"/>
                </a:lnTo>
                <a:lnTo>
                  <a:pt x="252864" y="32146"/>
                </a:lnTo>
                <a:lnTo>
                  <a:pt x="243268" y="46482"/>
                </a:lnTo>
                <a:lnTo>
                  <a:pt x="231671" y="67675"/>
                </a:lnTo>
                <a:lnTo>
                  <a:pt x="217932" y="96012"/>
                </a:lnTo>
                <a:lnTo>
                  <a:pt x="350520" y="96012"/>
                </a:lnTo>
                <a:lnTo>
                  <a:pt x="356616" y="102108"/>
                </a:lnTo>
                <a:lnTo>
                  <a:pt x="350901" y="106680"/>
                </a:lnTo>
                <a:lnTo>
                  <a:pt x="214884" y="106680"/>
                </a:lnTo>
                <a:lnTo>
                  <a:pt x="198620" y="130730"/>
                </a:lnTo>
                <a:lnTo>
                  <a:pt x="181927" y="152781"/>
                </a:lnTo>
                <a:lnTo>
                  <a:pt x="164949" y="173116"/>
                </a:lnTo>
                <a:lnTo>
                  <a:pt x="147828" y="192024"/>
                </a:lnTo>
                <a:close/>
              </a:path>
              <a:path w="356870" h="402589">
                <a:moveTo>
                  <a:pt x="146304" y="89916"/>
                </a:moveTo>
                <a:lnTo>
                  <a:pt x="111252" y="89916"/>
                </a:lnTo>
                <a:lnTo>
                  <a:pt x="129540" y="73152"/>
                </a:lnTo>
                <a:lnTo>
                  <a:pt x="146304" y="89916"/>
                </a:lnTo>
                <a:close/>
              </a:path>
              <a:path w="356870" h="402589">
                <a:moveTo>
                  <a:pt x="0" y="397764"/>
                </a:moveTo>
                <a:lnTo>
                  <a:pt x="834" y="359664"/>
                </a:lnTo>
                <a:lnTo>
                  <a:pt x="935" y="352615"/>
                </a:lnTo>
                <a:lnTo>
                  <a:pt x="1333" y="316992"/>
                </a:lnTo>
                <a:lnTo>
                  <a:pt x="1423" y="176784"/>
                </a:lnTo>
                <a:lnTo>
                  <a:pt x="1309" y="152781"/>
                </a:lnTo>
                <a:lnTo>
                  <a:pt x="881" y="114704"/>
                </a:lnTo>
                <a:lnTo>
                  <a:pt x="0" y="74676"/>
                </a:lnTo>
                <a:lnTo>
                  <a:pt x="25908" y="89916"/>
                </a:lnTo>
                <a:lnTo>
                  <a:pt x="146304" y="89916"/>
                </a:lnTo>
                <a:lnTo>
                  <a:pt x="155448" y="99060"/>
                </a:lnTo>
                <a:lnTo>
                  <a:pt x="153162" y="100584"/>
                </a:lnTo>
                <a:lnTo>
                  <a:pt x="24384" y="100584"/>
                </a:lnTo>
                <a:lnTo>
                  <a:pt x="24384" y="211836"/>
                </a:lnTo>
                <a:lnTo>
                  <a:pt x="137464" y="211836"/>
                </a:lnTo>
                <a:lnTo>
                  <a:pt x="137526" y="222504"/>
                </a:lnTo>
                <a:lnTo>
                  <a:pt x="24384" y="222504"/>
                </a:lnTo>
                <a:lnTo>
                  <a:pt x="24384" y="344424"/>
                </a:lnTo>
                <a:lnTo>
                  <a:pt x="138504" y="344424"/>
                </a:lnTo>
                <a:lnTo>
                  <a:pt x="138567" y="355092"/>
                </a:lnTo>
                <a:lnTo>
                  <a:pt x="24384" y="355092"/>
                </a:lnTo>
                <a:lnTo>
                  <a:pt x="24384" y="384048"/>
                </a:lnTo>
                <a:lnTo>
                  <a:pt x="0" y="397764"/>
                </a:lnTo>
                <a:close/>
              </a:path>
              <a:path w="356870" h="402589">
                <a:moveTo>
                  <a:pt x="350520" y="96012"/>
                </a:moveTo>
                <a:lnTo>
                  <a:pt x="310896" y="96012"/>
                </a:lnTo>
                <a:lnTo>
                  <a:pt x="330708" y="76200"/>
                </a:lnTo>
                <a:lnTo>
                  <a:pt x="350520" y="96012"/>
                </a:lnTo>
                <a:close/>
              </a:path>
              <a:path w="356870" h="402589">
                <a:moveTo>
                  <a:pt x="137464" y="211836"/>
                </a:moveTo>
                <a:lnTo>
                  <a:pt x="115824" y="211836"/>
                </a:lnTo>
                <a:lnTo>
                  <a:pt x="115824" y="100584"/>
                </a:lnTo>
                <a:lnTo>
                  <a:pt x="153162" y="100584"/>
                </a:lnTo>
                <a:lnTo>
                  <a:pt x="137160" y="111252"/>
                </a:lnTo>
                <a:lnTo>
                  <a:pt x="137263" y="160615"/>
                </a:lnTo>
                <a:lnTo>
                  <a:pt x="137367" y="195333"/>
                </a:lnTo>
                <a:lnTo>
                  <a:pt x="137464" y="211836"/>
                </a:lnTo>
                <a:close/>
              </a:path>
              <a:path w="356870" h="402589">
                <a:moveTo>
                  <a:pt x="327778" y="359664"/>
                </a:moveTo>
                <a:lnTo>
                  <a:pt x="283464" y="359664"/>
                </a:lnTo>
                <a:lnTo>
                  <a:pt x="292631" y="357925"/>
                </a:lnTo>
                <a:lnTo>
                  <a:pt x="299656" y="352615"/>
                </a:lnTo>
                <a:lnTo>
                  <a:pt x="309252" y="305562"/>
                </a:lnTo>
                <a:lnTo>
                  <a:pt x="311086" y="259842"/>
                </a:lnTo>
                <a:lnTo>
                  <a:pt x="313205" y="193548"/>
                </a:lnTo>
                <a:lnTo>
                  <a:pt x="315467" y="106680"/>
                </a:lnTo>
                <a:lnTo>
                  <a:pt x="350901" y="106680"/>
                </a:lnTo>
                <a:lnTo>
                  <a:pt x="341376" y="114300"/>
                </a:lnTo>
                <a:lnTo>
                  <a:pt x="339547" y="188719"/>
                </a:lnTo>
                <a:lnTo>
                  <a:pt x="337718" y="249167"/>
                </a:lnTo>
                <a:lnTo>
                  <a:pt x="335889" y="295570"/>
                </a:lnTo>
                <a:lnTo>
                  <a:pt x="334060" y="327855"/>
                </a:lnTo>
                <a:lnTo>
                  <a:pt x="332232" y="345948"/>
                </a:lnTo>
                <a:lnTo>
                  <a:pt x="328497" y="357925"/>
                </a:lnTo>
                <a:lnTo>
                  <a:pt x="327778" y="359664"/>
                </a:lnTo>
                <a:close/>
              </a:path>
              <a:path w="356870" h="402589">
                <a:moveTo>
                  <a:pt x="231648" y="269748"/>
                </a:moveTo>
                <a:lnTo>
                  <a:pt x="230124" y="269748"/>
                </a:lnTo>
                <a:lnTo>
                  <a:pt x="226956" y="268295"/>
                </a:lnTo>
                <a:lnTo>
                  <a:pt x="224218" y="263842"/>
                </a:lnTo>
                <a:lnTo>
                  <a:pt x="221765" y="256246"/>
                </a:lnTo>
                <a:lnTo>
                  <a:pt x="219456" y="245364"/>
                </a:lnTo>
                <a:lnTo>
                  <a:pt x="214884" y="228219"/>
                </a:lnTo>
                <a:lnTo>
                  <a:pt x="208026" y="211074"/>
                </a:lnTo>
                <a:lnTo>
                  <a:pt x="198882" y="193929"/>
                </a:lnTo>
                <a:lnTo>
                  <a:pt x="187452" y="176784"/>
                </a:lnTo>
                <a:lnTo>
                  <a:pt x="192024" y="172212"/>
                </a:lnTo>
                <a:lnTo>
                  <a:pt x="224980" y="199644"/>
                </a:lnTo>
                <a:lnTo>
                  <a:pt x="246888" y="234696"/>
                </a:lnTo>
                <a:lnTo>
                  <a:pt x="246888" y="248412"/>
                </a:lnTo>
                <a:lnTo>
                  <a:pt x="245364" y="254508"/>
                </a:lnTo>
                <a:lnTo>
                  <a:pt x="236220" y="266700"/>
                </a:lnTo>
                <a:lnTo>
                  <a:pt x="231648" y="269748"/>
                </a:lnTo>
                <a:close/>
              </a:path>
              <a:path w="356870" h="402589">
                <a:moveTo>
                  <a:pt x="138504" y="344424"/>
                </a:moveTo>
                <a:lnTo>
                  <a:pt x="115824" y="344424"/>
                </a:lnTo>
                <a:lnTo>
                  <a:pt x="115824" y="222504"/>
                </a:lnTo>
                <a:lnTo>
                  <a:pt x="137526" y="222504"/>
                </a:lnTo>
                <a:lnTo>
                  <a:pt x="137723" y="254508"/>
                </a:lnTo>
                <a:lnTo>
                  <a:pt x="138504" y="344424"/>
                </a:lnTo>
                <a:close/>
              </a:path>
              <a:path w="356870" h="402589">
                <a:moveTo>
                  <a:pt x="278891" y="402336"/>
                </a:moveTo>
                <a:lnTo>
                  <a:pt x="271772" y="388596"/>
                </a:lnTo>
                <a:lnTo>
                  <a:pt x="259651" y="376999"/>
                </a:lnTo>
                <a:lnTo>
                  <a:pt x="242673" y="367403"/>
                </a:lnTo>
                <a:lnTo>
                  <a:pt x="220979" y="359664"/>
                </a:lnTo>
                <a:lnTo>
                  <a:pt x="220979" y="352044"/>
                </a:lnTo>
                <a:lnTo>
                  <a:pt x="241244" y="355163"/>
                </a:lnTo>
                <a:lnTo>
                  <a:pt x="258508" y="357568"/>
                </a:lnTo>
                <a:lnTo>
                  <a:pt x="272629" y="359116"/>
                </a:lnTo>
                <a:lnTo>
                  <a:pt x="283464" y="359664"/>
                </a:lnTo>
                <a:lnTo>
                  <a:pt x="327778" y="359664"/>
                </a:lnTo>
                <a:lnTo>
                  <a:pt x="324231" y="368236"/>
                </a:lnTo>
                <a:lnTo>
                  <a:pt x="289670" y="397764"/>
                </a:lnTo>
                <a:lnTo>
                  <a:pt x="278891" y="402336"/>
                </a:lnTo>
                <a:close/>
              </a:path>
              <a:path w="356870" h="402589">
                <a:moveTo>
                  <a:pt x="115824" y="391668"/>
                </a:moveTo>
                <a:lnTo>
                  <a:pt x="115824" y="355092"/>
                </a:lnTo>
                <a:lnTo>
                  <a:pt x="138567" y="355092"/>
                </a:lnTo>
                <a:lnTo>
                  <a:pt x="138684" y="377952"/>
                </a:lnTo>
                <a:lnTo>
                  <a:pt x="115824" y="39166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" name="object 45"/>
          <p:cNvSpPr/>
          <p:nvPr/>
        </p:nvSpPr>
        <p:spPr>
          <a:xfrm>
            <a:off x="9343643" y="3864864"/>
            <a:ext cx="394970" cy="407034"/>
          </a:xfrm>
          <a:custGeom>
            <a:avLst/>
            <a:gdLst/>
            <a:ahLst/>
            <a:cxnLst/>
            <a:rect l="l" t="t" r="r" b="b"/>
            <a:pathLst>
              <a:path w="394970" h="407035">
                <a:moveTo>
                  <a:pt x="169164" y="126492"/>
                </a:moveTo>
                <a:lnTo>
                  <a:pt x="143256" y="126492"/>
                </a:lnTo>
                <a:lnTo>
                  <a:pt x="153233" y="95369"/>
                </a:lnTo>
                <a:lnTo>
                  <a:pt x="162496" y="63817"/>
                </a:lnTo>
                <a:lnTo>
                  <a:pt x="170902" y="31980"/>
                </a:lnTo>
                <a:lnTo>
                  <a:pt x="178308" y="0"/>
                </a:lnTo>
                <a:lnTo>
                  <a:pt x="219456" y="22860"/>
                </a:lnTo>
                <a:lnTo>
                  <a:pt x="204216" y="33528"/>
                </a:lnTo>
                <a:lnTo>
                  <a:pt x="195310" y="56626"/>
                </a:lnTo>
                <a:lnTo>
                  <a:pt x="178069" y="103393"/>
                </a:lnTo>
                <a:lnTo>
                  <a:pt x="169164" y="126492"/>
                </a:lnTo>
                <a:close/>
              </a:path>
              <a:path w="394970" h="407035">
                <a:moveTo>
                  <a:pt x="16764" y="143256"/>
                </a:moveTo>
                <a:lnTo>
                  <a:pt x="0" y="126492"/>
                </a:lnTo>
                <a:lnTo>
                  <a:pt x="329184" y="126492"/>
                </a:lnTo>
                <a:lnTo>
                  <a:pt x="356616" y="99060"/>
                </a:lnTo>
                <a:lnTo>
                  <a:pt x="394716" y="137160"/>
                </a:lnTo>
                <a:lnTo>
                  <a:pt x="57912" y="137160"/>
                </a:lnTo>
                <a:lnTo>
                  <a:pt x="46767" y="137469"/>
                </a:lnTo>
                <a:lnTo>
                  <a:pt x="36195" y="138493"/>
                </a:lnTo>
                <a:lnTo>
                  <a:pt x="26193" y="140374"/>
                </a:lnTo>
                <a:lnTo>
                  <a:pt x="16764" y="143256"/>
                </a:lnTo>
                <a:close/>
              </a:path>
              <a:path w="394970" h="407035">
                <a:moveTo>
                  <a:pt x="10668" y="406908"/>
                </a:moveTo>
                <a:lnTo>
                  <a:pt x="7620" y="397764"/>
                </a:lnTo>
                <a:lnTo>
                  <a:pt x="40505" y="390072"/>
                </a:lnTo>
                <a:lnTo>
                  <a:pt x="70675" y="380809"/>
                </a:lnTo>
                <a:lnTo>
                  <a:pt x="123444" y="358140"/>
                </a:lnTo>
                <a:lnTo>
                  <a:pt x="168211" y="331089"/>
                </a:lnTo>
                <a:lnTo>
                  <a:pt x="202692" y="301752"/>
                </a:lnTo>
                <a:lnTo>
                  <a:pt x="171807" y="288893"/>
                </a:lnTo>
                <a:lnTo>
                  <a:pt x="143065" y="277749"/>
                </a:lnTo>
                <a:lnTo>
                  <a:pt x="116324" y="268319"/>
                </a:lnTo>
                <a:lnTo>
                  <a:pt x="91440" y="260604"/>
                </a:lnTo>
                <a:lnTo>
                  <a:pt x="102917" y="235743"/>
                </a:lnTo>
                <a:lnTo>
                  <a:pt x="114681" y="206883"/>
                </a:lnTo>
                <a:lnTo>
                  <a:pt x="127015" y="174021"/>
                </a:lnTo>
                <a:lnTo>
                  <a:pt x="140208" y="137160"/>
                </a:lnTo>
                <a:lnTo>
                  <a:pt x="167640" y="137160"/>
                </a:lnTo>
                <a:lnTo>
                  <a:pt x="158757" y="159186"/>
                </a:lnTo>
                <a:lnTo>
                  <a:pt x="148018" y="186499"/>
                </a:lnTo>
                <a:lnTo>
                  <a:pt x="120396" y="257556"/>
                </a:lnTo>
                <a:lnTo>
                  <a:pt x="197762" y="279844"/>
                </a:lnTo>
                <a:lnTo>
                  <a:pt x="214884" y="284988"/>
                </a:lnTo>
                <a:lnTo>
                  <a:pt x="245586" y="284988"/>
                </a:lnTo>
                <a:lnTo>
                  <a:pt x="240792" y="294132"/>
                </a:lnTo>
                <a:lnTo>
                  <a:pt x="273343" y="306347"/>
                </a:lnTo>
                <a:lnTo>
                  <a:pt x="284168" y="310896"/>
                </a:lnTo>
                <a:lnTo>
                  <a:pt x="227076" y="310896"/>
                </a:lnTo>
                <a:lnTo>
                  <a:pt x="211883" y="325254"/>
                </a:lnTo>
                <a:lnTo>
                  <a:pt x="171783" y="352258"/>
                </a:lnTo>
                <a:lnTo>
                  <a:pt x="117181" y="377761"/>
                </a:lnTo>
                <a:lnTo>
                  <a:pt x="49220" y="398335"/>
                </a:lnTo>
                <a:lnTo>
                  <a:pt x="10668" y="406908"/>
                </a:lnTo>
                <a:close/>
              </a:path>
              <a:path w="394970" h="407035">
                <a:moveTo>
                  <a:pt x="245586" y="284988"/>
                </a:moveTo>
                <a:lnTo>
                  <a:pt x="214884" y="284988"/>
                </a:lnTo>
                <a:lnTo>
                  <a:pt x="231195" y="253317"/>
                </a:lnTo>
                <a:lnTo>
                  <a:pt x="245935" y="217932"/>
                </a:lnTo>
                <a:lnTo>
                  <a:pt x="259246" y="179117"/>
                </a:lnTo>
                <a:lnTo>
                  <a:pt x="271272" y="137160"/>
                </a:lnTo>
                <a:lnTo>
                  <a:pt x="303276" y="137160"/>
                </a:lnTo>
                <a:lnTo>
                  <a:pt x="289869" y="182046"/>
                </a:lnTo>
                <a:lnTo>
                  <a:pt x="274891" y="223075"/>
                </a:lnTo>
                <a:lnTo>
                  <a:pt x="258484" y="260389"/>
                </a:lnTo>
                <a:lnTo>
                  <a:pt x="245586" y="284988"/>
                </a:lnTo>
                <a:close/>
              </a:path>
              <a:path w="394970" h="407035">
                <a:moveTo>
                  <a:pt x="355092" y="390144"/>
                </a:moveTo>
                <a:lnTo>
                  <a:pt x="350520" y="390144"/>
                </a:lnTo>
                <a:lnTo>
                  <a:pt x="346281" y="389048"/>
                </a:lnTo>
                <a:lnTo>
                  <a:pt x="340614" y="385953"/>
                </a:lnTo>
                <a:lnTo>
                  <a:pt x="333803" y="381142"/>
                </a:lnTo>
                <a:lnTo>
                  <a:pt x="326136" y="374904"/>
                </a:lnTo>
                <a:lnTo>
                  <a:pt x="307228" y="358902"/>
                </a:lnTo>
                <a:lnTo>
                  <a:pt x="284607" y="342900"/>
                </a:lnTo>
                <a:lnTo>
                  <a:pt x="257984" y="326898"/>
                </a:lnTo>
                <a:lnTo>
                  <a:pt x="227076" y="310896"/>
                </a:lnTo>
                <a:lnTo>
                  <a:pt x="284168" y="310896"/>
                </a:lnTo>
                <a:lnTo>
                  <a:pt x="320730" y="327350"/>
                </a:lnTo>
                <a:lnTo>
                  <a:pt x="352436" y="352258"/>
                </a:lnTo>
                <a:lnTo>
                  <a:pt x="358140" y="384048"/>
                </a:lnTo>
                <a:lnTo>
                  <a:pt x="355092" y="39014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" name="object 46"/>
          <p:cNvSpPr/>
          <p:nvPr/>
        </p:nvSpPr>
        <p:spPr>
          <a:xfrm>
            <a:off x="2127504" y="4334255"/>
            <a:ext cx="1256030" cy="403860"/>
          </a:xfrm>
          <a:custGeom>
            <a:avLst/>
            <a:gdLst/>
            <a:ahLst/>
            <a:cxnLst/>
            <a:rect l="l" t="t" r="r" b="b"/>
            <a:pathLst>
              <a:path w="1256029" h="403860">
                <a:moveTo>
                  <a:pt x="403860" y="361188"/>
                </a:moveTo>
                <a:lnTo>
                  <a:pt x="354901" y="343662"/>
                </a:lnTo>
                <a:lnTo>
                  <a:pt x="309372" y="307848"/>
                </a:lnTo>
                <a:lnTo>
                  <a:pt x="271843" y="258889"/>
                </a:lnTo>
                <a:lnTo>
                  <a:pt x="242316" y="199644"/>
                </a:lnTo>
                <a:lnTo>
                  <a:pt x="220599" y="128587"/>
                </a:lnTo>
                <a:lnTo>
                  <a:pt x="212305" y="87566"/>
                </a:lnTo>
                <a:lnTo>
                  <a:pt x="205740" y="42672"/>
                </a:lnTo>
                <a:lnTo>
                  <a:pt x="224028" y="27432"/>
                </a:lnTo>
                <a:lnTo>
                  <a:pt x="172212" y="4572"/>
                </a:lnTo>
                <a:lnTo>
                  <a:pt x="171589" y="44602"/>
                </a:lnTo>
                <a:lnTo>
                  <a:pt x="169545" y="84772"/>
                </a:lnTo>
                <a:lnTo>
                  <a:pt x="165773" y="125234"/>
                </a:lnTo>
                <a:lnTo>
                  <a:pt x="160020" y="166116"/>
                </a:lnTo>
                <a:lnTo>
                  <a:pt x="151726" y="204406"/>
                </a:lnTo>
                <a:lnTo>
                  <a:pt x="126580" y="270700"/>
                </a:lnTo>
                <a:lnTo>
                  <a:pt x="89154" y="325335"/>
                </a:lnTo>
                <a:lnTo>
                  <a:pt x="34290" y="374573"/>
                </a:lnTo>
                <a:lnTo>
                  <a:pt x="0" y="397764"/>
                </a:lnTo>
                <a:lnTo>
                  <a:pt x="3048" y="402336"/>
                </a:lnTo>
                <a:lnTo>
                  <a:pt x="68199" y="368236"/>
                </a:lnTo>
                <a:lnTo>
                  <a:pt x="117348" y="326136"/>
                </a:lnTo>
                <a:lnTo>
                  <a:pt x="152781" y="276606"/>
                </a:lnTo>
                <a:lnTo>
                  <a:pt x="176784" y="222504"/>
                </a:lnTo>
                <a:lnTo>
                  <a:pt x="191833" y="159829"/>
                </a:lnTo>
                <a:lnTo>
                  <a:pt x="201168" y="82296"/>
                </a:lnTo>
                <a:lnTo>
                  <a:pt x="206311" y="124574"/>
                </a:lnTo>
                <a:lnTo>
                  <a:pt x="220027" y="194818"/>
                </a:lnTo>
                <a:lnTo>
                  <a:pt x="239242" y="247129"/>
                </a:lnTo>
                <a:lnTo>
                  <a:pt x="263956" y="294093"/>
                </a:lnTo>
                <a:lnTo>
                  <a:pt x="294868" y="338137"/>
                </a:lnTo>
                <a:lnTo>
                  <a:pt x="333108" y="376999"/>
                </a:lnTo>
                <a:lnTo>
                  <a:pt x="355092" y="394716"/>
                </a:lnTo>
                <a:lnTo>
                  <a:pt x="363994" y="384479"/>
                </a:lnTo>
                <a:lnTo>
                  <a:pt x="374904" y="376809"/>
                </a:lnTo>
                <a:lnTo>
                  <a:pt x="388086" y="372008"/>
                </a:lnTo>
                <a:lnTo>
                  <a:pt x="403860" y="370332"/>
                </a:lnTo>
                <a:lnTo>
                  <a:pt x="403860" y="361188"/>
                </a:lnTo>
                <a:close/>
              </a:path>
              <a:path w="1256029" h="403860">
                <a:moveTo>
                  <a:pt x="597408" y="114300"/>
                </a:moveTo>
                <a:lnTo>
                  <a:pt x="569976" y="86868"/>
                </a:lnTo>
                <a:lnTo>
                  <a:pt x="551688" y="103632"/>
                </a:lnTo>
                <a:lnTo>
                  <a:pt x="537972" y="103632"/>
                </a:lnTo>
                <a:lnTo>
                  <a:pt x="537972" y="28956"/>
                </a:lnTo>
                <a:lnTo>
                  <a:pt x="553212" y="18288"/>
                </a:lnTo>
                <a:lnTo>
                  <a:pt x="513588" y="0"/>
                </a:lnTo>
                <a:lnTo>
                  <a:pt x="514464" y="18554"/>
                </a:lnTo>
                <a:lnTo>
                  <a:pt x="514921" y="42100"/>
                </a:lnTo>
                <a:lnTo>
                  <a:pt x="515035" y="61747"/>
                </a:lnTo>
                <a:lnTo>
                  <a:pt x="515112" y="103632"/>
                </a:lnTo>
                <a:lnTo>
                  <a:pt x="441960" y="103632"/>
                </a:lnTo>
                <a:lnTo>
                  <a:pt x="457200" y="117348"/>
                </a:lnTo>
                <a:lnTo>
                  <a:pt x="473964" y="114300"/>
                </a:lnTo>
                <a:lnTo>
                  <a:pt x="515112" y="114300"/>
                </a:lnTo>
                <a:lnTo>
                  <a:pt x="515112" y="193548"/>
                </a:lnTo>
                <a:lnTo>
                  <a:pt x="489940" y="204724"/>
                </a:lnTo>
                <a:lnTo>
                  <a:pt x="469201" y="213169"/>
                </a:lnTo>
                <a:lnTo>
                  <a:pt x="452742" y="219062"/>
                </a:lnTo>
                <a:lnTo>
                  <a:pt x="440436" y="222504"/>
                </a:lnTo>
                <a:lnTo>
                  <a:pt x="461772" y="254508"/>
                </a:lnTo>
                <a:lnTo>
                  <a:pt x="468604" y="247040"/>
                </a:lnTo>
                <a:lnTo>
                  <a:pt x="479869" y="238125"/>
                </a:lnTo>
                <a:lnTo>
                  <a:pt x="495414" y="227507"/>
                </a:lnTo>
                <a:lnTo>
                  <a:pt x="515112" y="214884"/>
                </a:lnTo>
                <a:lnTo>
                  <a:pt x="515112" y="358140"/>
                </a:lnTo>
                <a:lnTo>
                  <a:pt x="510540" y="364236"/>
                </a:lnTo>
                <a:lnTo>
                  <a:pt x="502920" y="364236"/>
                </a:lnTo>
                <a:lnTo>
                  <a:pt x="494919" y="363956"/>
                </a:lnTo>
                <a:lnTo>
                  <a:pt x="484632" y="363093"/>
                </a:lnTo>
                <a:lnTo>
                  <a:pt x="472059" y="361670"/>
                </a:lnTo>
                <a:lnTo>
                  <a:pt x="457200" y="359664"/>
                </a:lnTo>
                <a:lnTo>
                  <a:pt x="457200" y="365760"/>
                </a:lnTo>
                <a:lnTo>
                  <a:pt x="477177" y="374904"/>
                </a:lnTo>
                <a:lnTo>
                  <a:pt x="491299" y="384048"/>
                </a:lnTo>
                <a:lnTo>
                  <a:pt x="499414" y="393192"/>
                </a:lnTo>
                <a:lnTo>
                  <a:pt x="501396" y="402336"/>
                </a:lnTo>
                <a:lnTo>
                  <a:pt x="518248" y="393179"/>
                </a:lnTo>
                <a:lnTo>
                  <a:pt x="529971" y="381571"/>
                </a:lnTo>
                <a:lnTo>
                  <a:pt x="536536" y="367411"/>
                </a:lnTo>
                <a:lnTo>
                  <a:pt x="536803" y="364236"/>
                </a:lnTo>
                <a:lnTo>
                  <a:pt x="537895" y="351282"/>
                </a:lnTo>
                <a:lnTo>
                  <a:pt x="537972" y="214884"/>
                </a:lnTo>
                <a:lnTo>
                  <a:pt x="537972" y="202692"/>
                </a:lnTo>
                <a:lnTo>
                  <a:pt x="564515" y="185928"/>
                </a:lnTo>
                <a:lnTo>
                  <a:pt x="595884" y="166116"/>
                </a:lnTo>
                <a:lnTo>
                  <a:pt x="592836" y="161544"/>
                </a:lnTo>
                <a:lnTo>
                  <a:pt x="537972" y="185928"/>
                </a:lnTo>
                <a:lnTo>
                  <a:pt x="537972" y="114300"/>
                </a:lnTo>
                <a:lnTo>
                  <a:pt x="597408" y="114300"/>
                </a:lnTo>
                <a:close/>
              </a:path>
              <a:path w="1256029" h="403860">
                <a:moveTo>
                  <a:pt x="699516" y="22860"/>
                </a:moveTo>
                <a:lnTo>
                  <a:pt x="659892" y="1524"/>
                </a:lnTo>
                <a:lnTo>
                  <a:pt x="660768" y="16649"/>
                </a:lnTo>
                <a:lnTo>
                  <a:pt x="661174" y="35052"/>
                </a:lnTo>
                <a:lnTo>
                  <a:pt x="661250" y="42100"/>
                </a:lnTo>
                <a:lnTo>
                  <a:pt x="661390" y="61747"/>
                </a:lnTo>
                <a:lnTo>
                  <a:pt x="661416" y="91440"/>
                </a:lnTo>
                <a:lnTo>
                  <a:pt x="585216" y="91440"/>
                </a:lnTo>
                <a:lnTo>
                  <a:pt x="598932" y="105156"/>
                </a:lnTo>
                <a:lnTo>
                  <a:pt x="615696" y="102108"/>
                </a:lnTo>
                <a:lnTo>
                  <a:pt x="661416" y="102108"/>
                </a:lnTo>
                <a:lnTo>
                  <a:pt x="661416" y="179832"/>
                </a:lnTo>
                <a:lnTo>
                  <a:pt x="595884" y="179832"/>
                </a:lnTo>
                <a:lnTo>
                  <a:pt x="609600" y="193548"/>
                </a:lnTo>
                <a:lnTo>
                  <a:pt x="624840" y="190500"/>
                </a:lnTo>
                <a:lnTo>
                  <a:pt x="661416" y="190500"/>
                </a:lnTo>
                <a:lnTo>
                  <a:pt x="661416" y="271272"/>
                </a:lnTo>
                <a:lnTo>
                  <a:pt x="568452" y="271272"/>
                </a:lnTo>
                <a:lnTo>
                  <a:pt x="582168" y="284988"/>
                </a:lnTo>
                <a:lnTo>
                  <a:pt x="597408" y="280416"/>
                </a:lnTo>
                <a:lnTo>
                  <a:pt x="661416" y="280416"/>
                </a:lnTo>
                <a:lnTo>
                  <a:pt x="661390" y="318135"/>
                </a:lnTo>
                <a:lnTo>
                  <a:pt x="661225" y="350520"/>
                </a:lnTo>
                <a:lnTo>
                  <a:pt x="660768" y="379857"/>
                </a:lnTo>
                <a:lnTo>
                  <a:pt x="659892" y="403860"/>
                </a:lnTo>
                <a:lnTo>
                  <a:pt x="684276" y="391668"/>
                </a:lnTo>
                <a:lnTo>
                  <a:pt x="684276" y="280416"/>
                </a:lnTo>
                <a:lnTo>
                  <a:pt x="684276" y="190500"/>
                </a:lnTo>
                <a:lnTo>
                  <a:pt x="684276" y="102108"/>
                </a:lnTo>
                <a:lnTo>
                  <a:pt x="684276" y="35052"/>
                </a:lnTo>
                <a:lnTo>
                  <a:pt x="699516" y="22860"/>
                </a:lnTo>
                <a:close/>
              </a:path>
              <a:path w="1256029" h="403860">
                <a:moveTo>
                  <a:pt x="850392" y="283464"/>
                </a:moveTo>
                <a:lnTo>
                  <a:pt x="840257" y="272796"/>
                </a:lnTo>
                <a:lnTo>
                  <a:pt x="821436" y="252984"/>
                </a:lnTo>
                <a:lnTo>
                  <a:pt x="803148" y="272796"/>
                </a:lnTo>
                <a:lnTo>
                  <a:pt x="751332" y="272796"/>
                </a:lnTo>
                <a:lnTo>
                  <a:pt x="751332" y="192024"/>
                </a:lnTo>
                <a:lnTo>
                  <a:pt x="842772" y="192024"/>
                </a:lnTo>
                <a:lnTo>
                  <a:pt x="831507" y="181356"/>
                </a:lnTo>
                <a:lnTo>
                  <a:pt x="813816" y="164592"/>
                </a:lnTo>
                <a:lnTo>
                  <a:pt x="797052" y="181356"/>
                </a:lnTo>
                <a:lnTo>
                  <a:pt x="751332" y="181356"/>
                </a:lnTo>
                <a:lnTo>
                  <a:pt x="751332" y="103632"/>
                </a:lnTo>
                <a:lnTo>
                  <a:pt x="847344" y="103632"/>
                </a:lnTo>
                <a:lnTo>
                  <a:pt x="836676" y="92964"/>
                </a:lnTo>
                <a:lnTo>
                  <a:pt x="819912" y="76200"/>
                </a:lnTo>
                <a:lnTo>
                  <a:pt x="803148" y="92964"/>
                </a:lnTo>
                <a:lnTo>
                  <a:pt x="751332" y="92964"/>
                </a:lnTo>
                <a:lnTo>
                  <a:pt x="751332" y="35052"/>
                </a:lnTo>
                <a:lnTo>
                  <a:pt x="769620" y="22860"/>
                </a:lnTo>
                <a:lnTo>
                  <a:pt x="726948" y="3048"/>
                </a:lnTo>
                <a:lnTo>
                  <a:pt x="729729" y="59423"/>
                </a:lnTo>
                <a:lnTo>
                  <a:pt x="729996" y="403860"/>
                </a:lnTo>
                <a:lnTo>
                  <a:pt x="754380" y="391668"/>
                </a:lnTo>
                <a:lnTo>
                  <a:pt x="753249" y="369404"/>
                </a:lnTo>
                <a:lnTo>
                  <a:pt x="752284" y="343852"/>
                </a:lnTo>
                <a:lnTo>
                  <a:pt x="751586" y="315163"/>
                </a:lnTo>
                <a:lnTo>
                  <a:pt x="751332" y="283464"/>
                </a:lnTo>
                <a:lnTo>
                  <a:pt x="850392" y="283464"/>
                </a:lnTo>
                <a:close/>
              </a:path>
              <a:path w="1256029" h="403860">
                <a:moveTo>
                  <a:pt x="1255776" y="249936"/>
                </a:moveTo>
                <a:lnTo>
                  <a:pt x="1250276" y="245364"/>
                </a:lnTo>
                <a:lnTo>
                  <a:pt x="1228344" y="227076"/>
                </a:lnTo>
                <a:lnTo>
                  <a:pt x="1217663" y="241312"/>
                </a:lnTo>
                <a:lnTo>
                  <a:pt x="1217663" y="254508"/>
                </a:lnTo>
                <a:lnTo>
                  <a:pt x="1217663" y="359664"/>
                </a:lnTo>
                <a:lnTo>
                  <a:pt x="1043927" y="359664"/>
                </a:lnTo>
                <a:lnTo>
                  <a:pt x="1043927" y="266700"/>
                </a:lnTo>
                <a:lnTo>
                  <a:pt x="1043927" y="254508"/>
                </a:lnTo>
                <a:lnTo>
                  <a:pt x="1217663" y="254508"/>
                </a:lnTo>
                <a:lnTo>
                  <a:pt x="1217663" y="241312"/>
                </a:lnTo>
                <a:lnTo>
                  <a:pt x="1214615" y="245364"/>
                </a:lnTo>
                <a:lnTo>
                  <a:pt x="1059167" y="245364"/>
                </a:lnTo>
                <a:lnTo>
                  <a:pt x="1100315" y="215646"/>
                </a:lnTo>
                <a:lnTo>
                  <a:pt x="1141463" y="181356"/>
                </a:lnTo>
                <a:lnTo>
                  <a:pt x="1183944" y="139255"/>
                </a:lnTo>
                <a:lnTo>
                  <a:pt x="1225296" y="86868"/>
                </a:lnTo>
                <a:lnTo>
                  <a:pt x="1238351" y="79248"/>
                </a:lnTo>
                <a:lnTo>
                  <a:pt x="1243584" y="76200"/>
                </a:lnTo>
                <a:lnTo>
                  <a:pt x="1233716" y="68580"/>
                </a:lnTo>
                <a:lnTo>
                  <a:pt x="1210043" y="50292"/>
                </a:lnTo>
                <a:lnTo>
                  <a:pt x="1194803" y="68580"/>
                </a:lnTo>
                <a:lnTo>
                  <a:pt x="1048512" y="68580"/>
                </a:lnTo>
                <a:lnTo>
                  <a:pt x="1053363" y="62293"/>
                </a:lnTo>
                <a:lnTo>
                  <a:pt x="1058786" y="54864"/>
                </a:lnTo>
                <a:lnTo>
                  <a:pt x="1064793" y="46291"/>
                </a:lnTo>
                <a:lnTo>
                  <a:pt x="1071359" y="36576"/>
                </a:lnTo>
                <a:lnTo>
                  <a:pt x="1091171" y="28956"/>
                </a:lnTo>
                <a:lnTo>
                  <a:pt x="1053071" y="1524"/>
                </a:lnTo>
                <a:lnTo>
                  <a:pt x="1042784" y="27800"/>
                </a:lnTo>
                <a:lnTo>
                  <a:pt x="1030211" y="53911"/>
                </a:lnTo>
                <a:lnTo>
                  <a:pt x="998207" y="105156"/>
                </a:lnTo>
                <a:lnTo>
                  <a:pt x="959916" y="150685"/>
                </a:lnTo>
                <a:lnTo>
                  <a:pt x="920483" y="185928"/>
                </a:lnTo>
                <a:lnTo>
                  <a:pt x="925055" y="190500"/>
                </a:lnTo>
                <a:lnTo>
                  <a:pt x="956487" y="169913"/>
                </a:lnTo>
                <a:lnTo>
                  <a:pt x="986777" y="144589"/>
                </a:lnTo>
                <a:lnTo>
                  <a:pt x="1004252" y="126517"/>
                </a:lnTo>
                <a:lnTo>
                  <a:pt x="1018235" y="141236"/>
                </a:lnTo>
                <a:lnTo>
                  <a:pt x="1030401" y="155638"/>
                </a:lnTo>
                <a:lnTo>
                  <a:pt x="1039431" y="168046"/>
                </a:lnTo>
                <a:lnTo>
                  <a:pt x="1045464" y="178308"/>
                </a:lnTo>
                <a:lnTo>
                  <a:pt x="1048512" y="187452"/>
                </a:lnTo>
                <a:lnTo>
                  <a:pt x="1051547" y="190500"/>
                </a:lnTo>
                <a:lnTo>
                  <a:pt x="1057643" y="190500"/>
                </a:lnTo>
                <a:lnTo>
                  <a:pt x="1062215" y="187452"/>
                </a:lnTo>
                <a:lnTo>
                  <a:pt x="1065276" y="181356"/>
                </a:lnTo>
                <a:lnTo>
                  <a:pt x="1069835" y="176784"/>
                </a:lnTo>
                <a:lnTo>
                  <a:pt x="1069835" y="167640"/>
                </a:lnTo>
                <a:lnTo>
                  <a:pt x="1068311" y="158496"/>
                </a:lnTo>
                <a:lnTo>
                  <a:pt x="1062863" y="150812"/>
                </a:lnTo>
                <a:lnTo>
                  <a:pt x="1050988" y="141541"/>
                </a:lnTo>
                <a:lnTo>
                  <a:pt x="1032522" y="130860"/>
                </a:lnTo>
                <a:lnTo>
                  <a:pt x="1010285" y="120269"/>
                </a:lnTo>
                <a:lnTo>
                  <a:pt x="1011631" y="118872"/>
                </a:lnTo>
                <a:lnTo>
                  <a:pt x="1015923" y="114427"/>
                </a:lnTo>
                <a:lnTo>
                  <a:pt x="1043927" y="79248"/>
                </a:lnTo>
                <a:lnTo>
                  <a:pt x="1194803" y="79248"/>
                </a:lnTo>
                <a:lnTo>
                  <a:pt x="1161656" y="123825"/>
                </a:lnTo>
                <a:lnTo>
                  <a:pt x="1121651" y="166116"/>
                </a:lnTo>
                <a:lnTo>
                  <a:pt x="1079360" y="203835"/>
                </a:lnTo>
                <a:lnTo>
                  <a:pt x="1039355" y="234696"/>
                </a:lnTo>
                <a:lnTo>
                  <a:pt x="1019543" y="227076"/>
                </a:lnTo>
                <a:lnTo>
                  <a:pt x="1019543" y="245364"/>
                </a:lnTo>
                <a:lnTo>
                  <a:pt x="990968" y="263321"/>
                </a:lnTo>
                <a:lnTo>
                  <a:pt x="960107" y="280416"/>
                </a:lnTo>
                <a:lnTo>
                  <a:pt x="926960" y="296379"/>
                </a:lnTo>
                <a:lnTo>
                  <a:pt x="891527" y="310896"/>
                </a:lnTo>
                <a:lnTo>
                  <a:pt x="893051" y="315468"/>
                </a:lnTo>
                <a:lnTo>
                  <a:pt x="925677" y="306565"/>
                </a:lnTo>
                <a:lnTo>
                  <a:pt x="957440" y="295656"/>
                </a:lnTo>
                <a:lnTo>
                  <a:pt x="988644" y="282473"/>
                </a:lnTo>
                <a:lnTo>
                  <a:pt x="1019543" y="266700"/>
                </a:lnTo>
                <a:lnTo>
                  <a:pt x="1019467" y="339877"/>
                </a:lnTo>
                <a:lnTo>
                  <a:pt x="1019352" y="350901"/>
                </a:lnTo>
                <a:lnTo>
                  <a:pt x="1018908" y="373430"/>
                </a:lnTo>
                <a:lnTo>
                  <a:pt x="1018019" y="400812"/>
                </a:lnTo>
                <a:lnTo>
                  <a:pt x="1043927" y="390144"/>
                </a:lnTo>
                <a:lnTo>
                  <a:pt x="1043927" y="370332"/>
                </a:lnTo>
                <a:lnTo>
                  <a:pt x="1217663" y="370332"/>
                </a:lnTo>
                <a:lnTo>
                  <a:pt x="1217663" y="396240"/>
                </a:lnTo>
                <a:lnTo>
                  <a:pt x="1243584" y="382524"/>
                </a:lnTo>
                <a:lnTo>
                  <a:pt x="1242847" y="370332"/>
                </a:lnTo>
                <a:lnTo>
                  <a:pt x="1242695" y="367931"/>
                </a:lnTo>
                <a:lnTo>
                  <a:pt x="1242428" y="359664"/>
                </a:lnTo>
                <a:lnTo>
                  <a:pt x="1242250" y="353758"/>
                </a:lnTo>
                <a:lnTo>
                  <a:pt x="1242072" y="339877"/>
                </a:lnTo>
                <a:lnTo>
                  <a:pt x="1242060" y="260604"/>
                </a:lnTo>
                <a:lnTo>
                  <a:pt x="1249895" y="254508"/>
                </a:lnTo>
                <a:lnTo>
                  <a:pt x="1255776" y="24993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pic>
        <p:nvPicPr>
          <p:cNvPr id="47" name="object 47"/>
          <p:cNvPicPr/>
          <p:nvPr/>
        </p:nvPicPr>
        <p:blipFill>
          <a:blip r:embed="rId7" cstate="print"/>
          <a:stretch>
            <a:fillRect/>
          </a:stretch>
        </p:blipFill>
        <p:spPr>
          <a:xfrm>
            <a:off x="3494532" y="4596479"/>
            <a:ext cx="70104" cy="118776"/>
          </a:xfrm>
          <a:prstGeom prst="rect">
            <a:avLst/>
          </a:prstGeom>
        </p:spPr>
      </p:pic>
      <p:sp>
        <p:nvSpPr>
          <p:cNvPr id="48" name="object 48"/>
          <p:cNvSpPr/>
          <p:nvPr/>
        </p:nvSpPr>
        <p:spPr>
          <a:xfrm>
            <a:off x="3910584" y="4337303"/>
            <a:ext cx="387350" cy="405765"/>
          </a:xfrm>
          <a:custGeom>
            <a:avLst/>
            <a:gdLst/>
            <a:ahLst/>
            <a:cxnLst/>
            <a:rect l="l" t="t" r="r" b="b"/>
            <a:pathLst>
              <a:path w="387350" h="405764">
                <a:moveTo>
                  <a:pt x="381544" y="91440"/>
                </a:moveTo>
                <a:lnTo>
                  <a:pt x="347472" y="91440"/>
                </a:lnTo>
                <a:lnTo>
                  <a:pt x="361188" y="74676"/>
                </a:lnTo>
                <a:lnTo>
                  <a:pt x="381544" y="91440"/>
                </a:lnTo>
                <a:close/>
              </a:path>
              <a:path w="387350" h="405764">
                <a:moveTo>
                  <a:pt x="227076" y="382524"/>
                </a:moveTo>
                <a:lnTo>
                  <a:pt x="227957" y="358497"/>
                </a:lnTo>
                <a:lnTo>
                  <a:pt x="228409" y="338899"/>
                </a:lnTo>
                <a:lnTo>
                  <a:pt x="228482" y="332232"/>
                </a:lnTo>
                <a:lnTo>
                  <a:pt x="228576" y="127230"/>
                </a:lnTo>
                <a:lnTo>
                  <a:pt x="228409" y="111061"/>
                </a:lnTo>
                <a:lnTo>
                  <a:pt x="227957" y="94607"/>
                </a:lnTo>
                <a:lnTo>
                  <a:pt x="227076" y="77723"/>
                </a:lnTo>
                <a:lnTo>
                  <a:pt x="251460" y="91440"/>
                </a:lnTo>
                <a:lnTo>
                  <a:pt x="381544" y="91440"/>
                </a:lnTo>
                <a:lnTo>
                  <a:pt x="387096" y="96011"/>
                </a:lnTo>
                <a:lnTo>
                  <a:pt x="380238" y="102108"/>
                </a:lnTo>
                <a:lnTo>
                  <a:pt x="251460" y="102108"/>
                </a:lnTo>
                <a:lnTo>
                  <a:pt x="251460" y="321564"/>
                </a:lnTo>
                <a:lnTo>
                  <a:pt x="373517" y="321564"/>
                </a:lnTo>
                <a:lnTo>
                  <a:pt x="373570" y="326136"/>
                </a:lnTo>
                <a:lnTo>
                  <a:pt x="373737" y="332232"/>
                </a:lnTo>
                <a:lnTo>
                  <a:pt x="251460" y="332232"/>
                </a:lnTo>
                <a:lnTo>
                  <a:pt x="251460" y="370332"/>
                </a:lnTo>
                <a:lnTo>
                  <a:pt x="227076" y="382524"/>
                </a:lnTo>
                <a:close/>
              </a:path>
              <a:path w="387350" h="405764">
                <a:moveTo>
                  <a:pt x="373517" y="321564"/>
                </a:moveTo>
                <a:lnTo>
                  <a:pt x="350520" y="321564"/>
                </a:lnTo>
                <a:lnTo>
                  <a:pt x="350520" y="102108"/>
                </a:lnTo>
                <a:lnTo>
                  <a:pt x="380238" y="102108"/>
                </a:lnTo>
                <a:lnTo>
                  <a:pt x="373380" y="108204"/>
                </a:lnTo>
                <a:lnTo>
                  <a:pt x="373409" y="312420"/>
                </a:lnTo>
                <a:lnTo>
                  <a:pt x="373517" y="321564"/>
                </a:lnTo>
                <a:close/>
              </a:path>
              <a:path w="387350" h="405764">
                <a:moveTo>
                  <a:pt x="350520" y="371856"/>
                </a:moveTo>
                <a:lnTo>
                  <a:pt x="350520" y="332232"/>
                </a:lnTo>
                <a:lnTo>
                  <a:pt x="373737" y="332232"/>
                </a:lnTo>
                <a:lnTo>
                  <a:pt x="374022" y="342661"/>
                </a:lnTo>
                <a:lnTo>
                  <a:pt x="374904" y="361188"/>
                </a:lnTo>
                <a:lnTo>
                  <a:pt x="350520" y="371856"/>
                </a:lnTo>
                <a:close/>
              </a:path>
              <a:path w="387350" h="405764">
                <a:moveTo>
                  <a:pt x="97536" y="108204"/>
                </a:moveTo>
                <a:lnTo>
                  <a:pt x="73152" y="108204"/>
                </a:lnTo>
                <a:lnTo>
                  <a:pt x="78319" y="76509"/>
                </a:lnTo>
                <a:lnTo>
                  <a:pt x="82486" y="47815"/>
                </a:lnTo>
                <a:lnTo>
                  <a:pt x="85796" y="22264"/>
                </a:lnTo>
                <a:lnTo>
                  <a:pt x="88392" y="0"/>
                </a:lnTo>
                <a:lnTo>
                  <a:pt x="129540" y="19811"/>
                </a:lnTo>
                <a:lnTo>
                  <a:pt x="114300" y="28956"/>
                </a:lnTo>
                <a:lnTo>
                  <a:pt x="110609" y="44981"/>
                </a:lnTo>
                <a:lnTo>
                  <a:pt x="106489" y="63436"/>
                </a:lnTo>
                <a:lnTo>
                  <a:pt x="102084" y="84462"/>
                </a:lnTo>
                <a:lnTo>
                  <a:pt x="97536" y="108204"/>
                </a:lnTo>
                <a:close/>
              </a:path>
              <a:path w="387350" h="405764">
                <a:moveTo>
                  <a:pt x="16764" y="123444"/>
                </a:moveTo>
                <a:lnTo>
                  <a:pt x="1524" y="108204"/>
                </a:lnTo>
                <a:lnTo>
                  <a:pt x="163068" y="108204"/>
                </a:lnTo>
                <a:lnTo>
                  <a:pt x="173736" y="88392"/>
                </a:lnTo>
                <a:lnTo>
                  <a:pt x="202692" y="109728"/>
                </a:lnTo>
                <a:lnTo>
                  <a:pt x="192405" y="118871"/>
                </a:lnTo>
                <a:lnTo>
                  <a:pt x="57912" y="118871"/>
                </a:lnTo>
                <a:lnTo>
                  <a:pt x="47410" y="119157"/>
                </a:lnTo>
                <a:lnTo>
                  <a:pt x="36766" y="120015"/>
                </a:lnTo>
                <a:lnTo>
                  <a:pt x="26408" y="121443"/>
                </a:lnTo>
                <a:lnTo>
                  <a:pt x="16764" y="123444"/>
                </a:lnTo>
                <a:close/>
              </a:path>
              <a:path w="387350" h="405764">
                <a:moveTo>
                  <a:pt x="3048" y="405384"/>
                </a:moveTo>
                <a:lnTo>
                  <a:pt x="0" y="399288"/>
                </a:lnTo>
                <a:lnTo>
                  <a:pt x="39409" y="379595"/>
                </a:lnTo>
                <a:lnTo>
                  <a:pt x="72961" y="357187"/>
                </a:lnTo>
                <a:lnTo>
                  <a:pt x="100512" y="332208"/>
                </a:lnTo>
                <a:lnTo>
                  <a:pt x="121920" y="304800"/>
                </a:lnTo>
                <a:lnTo>
                  <a:pt x="96797" y="294251"/>
                </a:lnTo>
                <a:lnTo>
                  <a:pt x="74104" y="285559"/>
                </a:lnTo>
                <a:lnTo>
                  <a:pt x="53982" y="278868"/>
                </a:lnTo>
                <a:lnTo>
                  <a:pt x="36576" y="274320"/>
                </a:lnTo>
                <a:lnTo>
                  <a:pt x="43743" y="244673"/>
                </a:lnTo>
                <a:lnTo>
                  <a:pt x="51625" y="208597"/>
                </a:lnTo>
                <a:lnTo>
                  <a:pt x="60364" y="166520"/>
                </a:lnTo>
                <a:lnTo>
                  <a:pt x="70104" y="118871"/>
                </a:lnTo>
                <a:lnTo>
                  <a:pt x="94488" y="118871"/>
                </a:lnTo>
                <a:lnTo>
                  <a:pt x="87963" y="148018"/>
                </a:lnTo>
                <a:lnTo>
                  <a:pt x="80010" y="182880"/>
                </a:lnTo>
                <a:lnTo>
                  <a:pt x="70913" y="223456"/>
                </a:lnTo>
                <a:lnTo>
                  <a:pt x="60960" y="269748"/>
                </a:lnTo>
                <a:lnTo>
                  <a:pt x="71223" y="271748"/>
                </a:lnTo>
                <a:lnTo>
                  <a:pt x="85915" y="275463"/>
                </a:lnTo>
                <a:lnTo>
                  <a:pt x="104894" y="280892"/>
                </a:lnTo>
                <a:lnTo>
                  <a:pt x="128016" y="288036"/>
                </a:lnTo>
                <a:lnTo>
                  <a:pt x="153374" y="288036"/>
                </a:lnTo>
                <a:lnTo>
                  <a:pt x="150876" y="295656"/>
                </a:lnTo>
                <a:lnTo>
                  <a:pt x="169425" y="303633"/>
                </a:lnTo>
                <a:lnTo>
                  <a:pt x="183832" y="311467"/>
                </a:lnTo>
                <a:lnTo>
                  <a:pt x="187152" y="313944"/>
                </a:lnTo>
                <a:lnTo>
                  <a:pt x="140208" y="313944"/>
                </a:lnTo>
                <a:lnTo>
                  <a:pt x="112776" y="344519"/>
                </a:lnTo>
                <a:lnTo>
                  <a:pt x="80772" y="369951"/>
                </a:lnTo>
                <a:lnTo>
                  <a:pt x="44196" y="390239"/>
                </a:lnTo>
                <a:lnTo>
                  <a:pt x="3048" y="405384"/>
                </a:lnTo>
                <a:close/>
              </a:path>
              <a:path w="387350" h="405764">
                <a:moveTo>
                  <a:pt x="153374" y="288036"/>
                </a:moveTo>
                <a:lnTo>
                  <a:pt x="128016" y="288036"/>
                </a:lnTo>
                <a:lnTo>
                  <a:pt x="138017" y="258389"/>
                </a:lnTo>
                <a:lnTo>
                  <a:pt x="147447" y="220027"/>
                </a:lnTo>
                <a:lnTo>
                  <a:pt x="156305" y="173378"/>
                </a:lnTo>
                <a:lnTo>
                  <a:pt x="164592" y="118871"/>
                </a:lnTo>
                <a:lnTo>
                  <a:pt x="192405" y="118871"/>
                </a:lnTo>
                <a:lnTo>
                  <a:pt x="188976" y="121920"/>
                </a:lnTo>
                <a:lnTo>
                  <a:pt x="179808" y="178212"/>
                </a:lnTo>
                <a:lnTo>
                  <a:pt x="170497" y="225933"/>
                </a:lnTo>
                <a:lnTo>
                  <a:pt x="160901" y="265080"/>
                </a:lnTo>
                <a:lnTo>
                  <a:pt x="153374" y="288036"/>
                </a:lnTo>
                <a:close/>
              </a:path>
              <a:path w="387350" h="405764">
                <a:moveTo>
                  <a:pt x="199644" y="361188"/>
                </a:moveTo>
                <a:lnTo>
                  <a:pt x="193548" y="361188"/>
                </a:lnTo>
                <a:lnTo>
                  <a:pt x="185928" y="353568"/>
                </a:lnTo>
                <a:lnTo>
                  <a:pt x="177927" y="344376"/>
                </a:lnTo>
                <a:lnTo>
                  <a:pt x="167640" y="334899"/>
                </a:lnTo>
                <a:lnTo>
                  <a:pt x="155067" y="324850"/>
                </a:lnTo>
                <a:lnTo>
                  <a:pt x="140208" y="313944"/>
                </a:lnTo>
                <a:lnTo>
                  <a:pt x="187152" y="313944"/>
                </a:lnTo>
                <a:lnTo>
                  <a:pt x="204787" y="344781"/>
                </a:lnTo>
                <a:lnTo>
                  <a:pt x="204216" y="350520"/>
                </a:lnTo>
                <a:lnTo>
                  <a:pt x="202692" y="358140"/>
                </a:lnTo>
                <a:lnTo>
                  <a:pt x="199644" y="36118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" name="object 49"/>
          <p:cNvSpPr/>
          <p:nvPr/>
        </p:nvSpPr>
        <p:spPr>
          <a:xfrm>
            <a:off x="4357116" y="4344923"/>
            <a:ext cx="391795" cy="398145"/>
          </a:xfrm>
          <a:custGeom>
            <a:avLst/>
            <a:gdLst/>
            <a:ahLst/>
            <a:cxnLst/>
            <a:rect l="l" t="t" r="r" b="b"/>
            <a:pathLst>
              <a:path w="391795" h="398145">
                <a:moveTo>
                  <a:pt x="331660" y="15240"/>
                </a:moveTo>
                <a:lnTo>
                  <a:pt x="300228" y="15240"/>
                </a:lnTo>
                <a:lnTo>
                  <a:pt x="315468" y="0"/>
                </a:lnTo>
                <a:lnTo>
                  <a:pt x="331660" y="15240"/>
                </a:lnTo>
                <a:close/>
              </a:path>
              <a:path w="391795" h="398145">
                <a:moveTo>
                  <a:pt x="67056" y="193548"/>
                </a:moveTo>
                <a:lnTo>
                  <a:pt x="67937" y="169521"/>
                </a:lnTo>
                <a:lnTo>
                  <a:pt x="68389" y="145351"/>
                </a:lnTo>
                <a:lnTo>
                  <a:pt x="68485" y="131254"/>
                </a:lnTo>
                <a:lnTo>
                  <a:pt x="68556" y="72032"/>
                </a:lnTo>
                <a:lnTo>
                  <a:pt x="68389" y="48196"/>
                </a:lnTo>
                <a:lnTo>
                  <a:pt x="67927" y="24384"/>
                </a:lnTo>
                <a:lnTo>
                  <a:pt x="67056" y="1524"/>
                </a:lnTo>
                <a:lnTo>
                  <a:pt x="92964" y="15240"/>
                </a:lnTo>
                <a:lnTo>
                  <a:pt x="331660" y="15240"/>
                </a:lnTo>
                <a:lnTo>
                  <a:pt x="341376" y="24384"/>
                </a:lnTo>
                <a:lnTo>
                  <a:pt x="338836" y="25908"/>
                </a:lnTo>
                <a:lnTo>
                  <a:pt x="92964" y="25908"/>
                </a:lnTo>
                <a:lnTo>
                  <a:pt x="92964" y="83820"/>
                </a:lnTo>
                <a:lnTo>
                  <a:pt x="326157" y="83820"/>
                </a:lnTo>
                <a:lnTo>
                  <a:pt x="326182" y="94488"/>
                </a:lnTo>
                <a:lnTo>
                  <a:pt x="92964" y="94488"/>
                </a:lnTo>
                <a:lnTo>
                  <a:pt x="92964" y="156972"/>
                </a:lnTo>
                <a:lnTo>
                  <a:pt x="326711" y="156972"/>
                </a:lnTo>
                <a:lnTo>
                  <a:pt x="326778" y="161472"/>
                </a:lnTo>
                <a:lnTo>
                  <a:pt x="327074" y="167640"/>
                </a:lnTo>
                <a:lnTo>
                  <a:pt x="92964" y="167640"/>
                </a:lnTo>
                <a:lnTo>
                  <a:pt x="92964" y="182880"/>
                </a:lnTo>
                <a:lnTo>
                  <a:pt x="67056" y="193548"/>
                </a:lnTo>
                <a:close/>
              </a:path>
              <a:path w="391795" h="398145">
                <a:moveTo>
                  <a:pt x="210312" y="83820"/>
                </a:moveTo>
                <a:lnTo>
                  <a:pt x="184404" y="83820"/>
                </a:lnTo>
                <a:lnTo>
                  <a:pt x="184404" y="25908"/>
                </a:lnTo>
                <a:lnTo>
                  <a:pt x="210312" y="25908"/>
                </a:lnTo>
                <a:lnTo>
                  <a:pt x="210312" y="83820"/>
                </a:lnTo>
                <a:close/>
              </a:path>
              <a:path w="391795" h="398145">
                <a:moveTo>
                  <a:pt x="326157" y="83820"/>
                </a:moveTo>
                <a:lnTo>
                  <a:pt x="301752" y="83820"/>
                </a:lnTo>
                <a:lnTo>
                  <a:pt x="301752" y="25908"/>
                </a:lnTo>
                <a:lnTo>
                  <a:pt x="338836" y="25908"/>
                </a:lnTo>
                <a:lnTo>
                  <a:pt x="326136" y="33528"/>
                </a:lnTo>
                <a:lnTo>
                  <a:pt x="326157" y="83820"/>
                </a:lnTo>
                <a:close/>
              </a:path>
              <a:path w="391795" h="398145">
                <a:moveTo>
                  <a:pt x="210312" y="156972"/>
                </a:moveTo>
                <a:lnTo>
                  <a:pt x="184404" y="156972"/>
                </a:lnTo>
                <a:lnTo>
                  <a:pt x="184404" y="94488"/>
                </a:lnTo>
                <a:lnTo>
                  <a:pt x="210312" y="94488"/>
                </a:lnTo>
                <a:lnTo>
                  <a:pt x="210312" y="156972"/>
                </a:lnTo>
                <a:close/>
              </a:path>
              <a:path w="391795" h="398145">
                <a:moveTo>
                  <a:pt x="326711" y="156972"/>
                </a:moveTo>
                <a:lnTo>
                  <a:pt x="301752" y="156972"/>
                </a:lnTo>
                <a:lnTo>
                  <a:pt x="301752" y="94488"/>
                </a:lnTo>
                <a:lnTo>
                  <a:pt x="326182" y="94488"/>
                </a:lnTo>
                <a:lnTo>
                  <a:pt x="326326" y="131254"/>
                </a:lnTo>
                <a:lnTo>
                  <a:pt x="326711" y="156972"/>
                </a:lnTo>
                <a:close/>
              </a:path>
              <a:path w="391795" h="398145">
                <a:moveTo>
                  <a:pt x="210312" y="217932"/>
                </a:moveTo>
                <a:lnTo>
                  <a:pt x="184404" y="217932"/>
                </a:lnTo>
                <a:lnTo>
                  <a:pt x="184404" y="167640"/>
                </a:lnTo>
                <a:lnTo>
                  <a:pt x="210312" y="167640"/>
                </a:lnTo>
                <a:lnTo>
                  <a:pt x="210312" y="217932"/>
                </a:lnTo>
                <a:close/>
              </a:path>
              <a:path w="391795" h="398145">
                <a:moveTo>
                  <a:pt x="301752" y="192024"/>
                </a:moveTo>
                <a:lnTo>
                  <a:pt x="301752" y="167640"/>
                </a:lnTo>
                <a:lnTo>
                  <a:pt x="327074" y="167640"/>
                </a:lnTo>
                <a:lnTo>
                  <a:pt x="327660" y="179832"/>
                </a:lnTo>
                <a:lnTo>
                  <a:pt x="301752" y="192024"/>
                </a:lnTo>
                <a:close/>
              </a:path>
              <a:path w="391795" h="398145">
                <a:moveTo>
                  <a:pt x="22860" y="234696"/>
                </a:moveTo>
                <a:lnTo>
                  <a:pt x="6096" y="217932"/>
                </a:lnTo>
                <a:lnTo>
                  <a:pt x="327660" y="217932"/>
                </a:lnTo>
                <a:lnTo>
                  <a:pt x="353568" y="192024"/>
                </a:lnTo>
                <a:lnTo>
                  <a:pt x="390144" y="228600"/>
                </a:lnTo>
                <a:lnTo>
                  <a:pt x="64008" y="228600"/>
                </a:lnTo>
                <a:lnTo>
                  <a:pt x="52863" y="228909"/>
                </a:lnTo>
                <a:lnTo>
                  <a:pt x="42291" y="229933"/>
                </a:lnTo>
                <a:lnTo>
                  <a:pt x="32289" y="231814"/>
                </a:lnTo>
                <a:lnTo>
                  <a:pt x="22860" y="234696"/>
                </a:lnTo>
                <a:close/>
              </a:path>
              <a:path w="391795" h="398145">
                <a:moveTo>
                  <a:pt x="1524" y="379476"/>
                </a:moveTo>
                <a:lnTo>
                  <a:pt x="0" y="373380"/>
                </a:lnTo>
                <a:lnTo>
                  <a:pt x="48601" y="342828"/>
                </a:lnTo>
                <a:lnTo>
                  <a:pt x="91630" y="308419"/>
                </a:lnTo>
                <a:lnTo>
                  <a:pt x="129230" y="270295"/>
                </a:lnTo>
                <a:lnTo>
                  <a:pt x="161544" y="228600"/>
                </a:lnTo>
                <a:lnTo>
                  <a:pt x="213360" y="228600"/>
                </a:lnTo>
                <a:lnTo>
                  <a:pt x="220264" y="236220"/>
                </a:lnTo>
                <a:lnTo>
                  <a:pt x="210312" y="236220"/>
                </a:lnTo>
                <a:lnTo>
                  <a:pt x="210313" y="239268"/>
                </a:lnTo>
                <a:lnTo>
                  <a:pt x="184404" y="239268"/>
                </a:lnTo>
                <a:lnTo>
                  <a:pt x="156606" y="274185"/>
                </a:lnTo>
                <a:lnTo>
                  <a:pt x="124419" y="305738"/>
                </a:lnTo>
                <a:lnTo>
                  <a:pt x="87843" y="333853"/>
                </a:lnTo>
                <a:lnTo>
                  <a:pt x="46878" y="358456"/>
                </a:lnTo>
                <a:lnTo>
                  <a:pt x="1524" y="379476"/>
                </a:lnTo>
                <a:close/>
              </a:path>
              <a:path w="391795" h="398145">
                <a:moveTo>
                  <a:pt x="352044" y="374904"/>
                </a:moveTo>
                <a:lnTo>
                  <a:pt x="304395" y="344662"/>
                </a:lnTo>
                <a:lnTo>
                  <a:pt x="264604" y="311277"/>
                </a:lnTo>
                <a:lnTo>
                  <a:pt x="233100" y="275034"/>
                </a:lnTo>
                <a:lnTo>
                  <a:pt x="210312" y="236220"/>
                </a:lnTo>
                <a:lnTo>
                  <a:pt x="220264" y="236220"/>
                </a:lnTo>
                <a:lnTo>
                  <a:pt x="251936" y="271176"/>
                </a:lnTo>
                <a:lnTo>
                  <a:pt x="294513" y="305181"/>
                </a:lnTo>
                <a:lnTo>
                  <a:pt x="341090" y="330612"/>
                </a:lnTo>
                <a:lnTo>
                  <a:pt x="391668" y="347471"/>
                </a:lnTo>
                <a:lnTo>
                  <a:pt x="391668" y="353568"/>
                </a:lnTo>
                <a:lnTo>
                  <a:pt x="377118" y="355615"/>
                </a:lnTo>
                <a:lnTo>
                  <a:pt x="365569" y="359664"/>
                </a:lnTo>
                <a:lnTo>
                  <a:pt x="357163" y="365998"/>
                </a:lnTo>
                <a:lnTo>
                  <a:pt x="352044" y="374904"/>
                </a:lnTo>
                <a:close/>
              </a:path>
              <a:path w="391795" h="398145">
                <a:moveTo>
                  <a:pt x="181356" y="397764"/>
                </a:moveTo>
                <a:lnTo>
                  <a:pt x="182475" y="362069"/>
                </a:lnTo>
                <a:lnTo>
                  <a:pt x="183451" y="323659"/>
                </a:lnTo>
                <a:lnTo>
                  <a:pt x="184142" y="282678"/>
                </a:lnTo>
                <a:lnTo>
                  <a:pt x="184404" y="239268"/>
                </a:lnTo>
                <a:lnTo>
                  <a:pt x="210313" y="239268"/>
                </a:lnTo>
                <a:lnTo>
                  <a:pt x="210415" y="311277"/>
                </a:lnTo>
                <a:lnTo>
                  <a:pt x="210918" y="362069"/>
                </a:lnTo>
                <a:lnTo>
                  <a:pt x="211836" y="384047"/>
                </a:lnTo>
                <a:lnTo>
                  <a:pt x="181356" y="39776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" name="object 50"/>
          <p:cNvSpPr/>
          <p:nvPr/>
        </p:nvSpPr>
        <p:spPr>
          <a:xfrm>
            <a:off x="4806696" y="4450079"/>
            <a:ext cx="315595" cy="248920"/>
          </a:xfrm>
          <a:custGeom>
            <a:avLst/>
            <a:gdLst/>
            <a:ahLst/>
            <a:cxnLst/>
            <a:rect l="l" t="t" r="r" b="b"/>
            <a:pathLst>
              <a:path w="315595" h="248920">
                <a:moveTo>
                  <a:pt x="315467" y="248412"/>
                </a:moveTo>
                <a:lnTo>
                  <a:pt x="274319" y="248412"/>
                </a:lnTo>
                <a:lnTo>
                  <a:pt x="274319" y="77724"/>
                </a:lnTo>
                <a:lnTo>
                  <a:pt x="272795" y="68580"/>
                </a:lnTo>
                <a:lnTo>
                  <a:pt x="243839" y="38100"/>
                </a:lnTo>
                <a:lnTo>
                  <a:pt x="234695" y="38100"/>
                </a:lnTo>
                <a:lnTo>
                  <a:pt x="192595" y="54864"/>
                </a:lnTo>
                <a:lnTo>
                  <a:pt x="176783" y="68580"/>
                </a:lnTo>
                <a:lnTo>
                  <a:pt x="176783" y="73152"/>
                </a:lnTo>
                <a:lnTo>
                  <a:pt x="178307" y="77724"/>
                </a:lnTo>
                <a:lnTo>
                  <a:pt x="178307" y="248412"/>
                </a:lnTo>
                <a:lnTo>
                  <a:pt x="137159" y="248412"/>
                </a:lnTo>
                <a:lnTo>
                  <a:pt x="137136" y="100226"/>
                </a:lnTo>
                <a:lnTo>
                  <a:pt x="136969" y="92392"/>
                </a:lnTo>
                <a:lnTo>
                  <a:pt x="136517" y="84843"/>
                </a:lnTo>
                <a:lnTo>
                  <a:pt x="135635" y="77724"/>
                </a:lnTo>
                <a:lnTo>
                  <a:pt x="135635" y="68580"/>
                </a:lnTo>
                <a:lnTo>
                  <a:pt x="132587" y="60960"/>
                </a:lnTo>
                <a:lnTo>
                  <a:pt x="131063" y="54864"/>
                </a:lnTo>
                <a:lnTo>
                  <a:pt x="128015" y="48768"/>
                </a:lnTo>
                <a:lnTo>
                  <a:pt x="123443" y="45719"/>
                </a:lnTo>
                <a:lnTo>
                  <a:pt x="117347" y="42671"/>
                </a:lnTo>
                <a:lnTo>
                  <a:pt x="112775" y="39624"/>
                </a:lnTo>
                <a:lnTo>
                  <a:pt x="105155" y="38100"/>
                </a:lnTo>
                <a:lnTo>
                  <a:pt x="96011" y="38100"/>
                </a:lnTo>
                <a:lnTo>
                  <a:pt x="54101" y="55816"/>
                </a:lnTo>
                <a:lnTo>
                  <a:pt x="39623" y="67055"/>
                </a:lnTo>
                <a:lnTo>
                  <a:pt x="39623" y="248412"/>
                </a:lnTo>
                <a:lnTo>
                  <a:pt x="0" y="248412"/>
                </a:lnTo>
                <a:lnTo>
                  <a:pt x="0" y="6095"/>
                </a:lnTo>
                <a:lnTo>
                  <a:pt x="39623" y="6095"/>
                </a:lnTo>
                <a:lnTo>
                  <a:pt x="39623" y="33528"/>
                </a:lnTo>
                <a:lnTo>
                  <a:pt x="47624" y="25836"/>
                </a:lnTo>
                <a:lnTo>
                  <a:pt x="79890" y="3857"/>
                </a:lnTo>
                <a:lnTo>
                  <a:pt x="106679" y="0"/>
                </a:lnTo>
                <a:lnTo>
                  <a:pt x="116919" y="571"/>
                </a:lnTo>
                <a:lnTo>
                  <a:pt x="152471" y="14573"/>
                </a:lnTo>
                <a:lnTo>
                  <a:pt x="170687" y="41148"/>
                </a:lnTo>
                <a:lnTo>
                  <a:pt x="179808" y="31456"/>
                </a:lnTo>
                <a:lnTo>
                  <a:pt x="214907" y="5786"/>
                </a:lnTo>
                <a:lnTo>
                  <a:pt x="243839" y="0"/>
                </a:lnTo>
                <a:lnTo>
                  <a:pt x="251579" y="285"/>
                </a:lnTo>
                <a:lnTo>
                  <a:pt x="290798" y="14644"/>
                </a:lnTo>
                <a:lnTo>
                  <a:pt x="310895" y="47243"/>
                </a:lnTo>
                <a:lnTo>
                  <a:pt x="315467" y="88392"/>
                </a:lnTo>
                <a:lnTo>
                  <a:pt x="315467" y="24841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" name="object 51"/>
          <p:cNvSpPr/>
          <p:nvPr/>
        </p:nvSpPr>
        <p:spPr>
          <a:xfrm>
            <a:off x="5170919" y="4332732"/>
            <a:ext cx="748665" cy="410209"/>
          </a:xfrm>
          <a:custGeom>
            <a:avLst/>
            <a:gdLst/>
            <a:ahLst/>
            <a:cxnLst/>
            <a:rect l="l" t="t" r="r" b="b"/>
            <a:pathLst>
              <a:path w="748664" h="410210">
                <a:moveTo>
                  <a:pt x="156972" y="329184"/>
                </a:moveTo>
                <a:lnTo>
                  <a:pt x="155448" y="321564"/>
                </a:lnTo>
                <a:lnTo>
                  <a:pt x="99783" y="335572"/>
                </a:lnTo>
                <a:lnTo>
                  <a:pt x="56388" y="345567"/>
                </a:lnTo>
                <a:lnTo>
                  <a:pt x="25577" y="351574"/>
                </a:lnTo>
                <a:lnTo>
                  <a:pt x="7620" y="353568"/>
                </a:lnTo>
                <a:lnTo>
                  <a:pt x="25908" y="388620"/>
                </a:lnTo>
                <a:lnTo>
                  <a:pt x="38468" y="378904"/>
                </a:lnTo>
                <a:lnTo>
                  <a:pt x="64579" y="365760"/>
                </a:lnTo>
                <a:lnTo>
                  <a:pt x="104140" y="349186"/>
                </a:lnTo>
                <a:lnTo>
                  <a:pt x="156972" y="329184"/>
                </a:lnTo>
                <a:close/>
              </a:path>
              <a:path w="748664" h="410210">
                <a:moveTo>
                  <a:pt x="166116" y="114300"/>
                </a:moveTo>
                <a:lnTo>
                  <a:pt x="135636" y="91440"/>
                </a:lnTo>
                <a:lnTo>
                  <a:pt x="127622" y="108546"/>
                </a:lnTo>
                <a:lnTo>
                  <a:pt x="119443" y="125349"/>
                </a:lnTo>
                <a:lnTo>
                  <a:pt x="110998" y="141592"/>
                </a:lnTo>
                <a:lnTo>
                  <a:pt x="102108" y="156972"/>
                </a:lnTo>
                <a:lnTo>
                  <a:pt x="24384" y="161544"/>
                </a:lnTo>
                <a:lnTo>
                  <a:pt x="42392" y="135280"/>
                </a:lnTo>
                <a:lnTo>
                  <a:pt x="59817" y="106870"/>
                </a:lnTo>
                <a:lnTo>
                  <a:pt x="76682" y="76466"/>
                </a:lnTo>
                <a:lnTo>
                  <a:pt x="92964" y="44196"/>
                </a:lnTo>
                <a:lnTo>
                  <a:pt x="108204" y="33528"/>
                </a:lnTo>
                <a:lnTo>
                  <a:pt x="74676" y="12192"/>
                </a:lnTo>
                <a:lnTo>
                  <a:pt x="68135" y="36220"/>
                </a:lnTo>
                <a:lnTo>
                  <a:pt x="60007" y="60388"/>
                </a:lnTo>
                <a:lnTo>
                  <a:pt x="39624" y="109728"/>
                </a:lnTo>
                <a:lnTo>
                  <a:pt x="16954" y="146685"/>
                </a:lnTo>
                <a:lnTo>
                  <a:pt x="0" y="158496"/>
                </a:lnTo>
                <a:lnTo>
                  <a:pt x="15240" y="190500"/>
                </a:lnTo>
                <a:lnTo>
                  <a:pt x="28054" y="183934"/>
                </a:lnTo>
                <a:lnTo>
                  <a:pt x="45720" y="177927"/>
                </a:lnTo>
                <a:lnTo>
                  <a:pt x="67970" y="172504"/>
                </a:lnTo>
                <a:lnTo>
                  <a:pt x="94488" y="167640"/>
                </a:lnTo>
                <a:lnTo>
                  <a:pt x="75615" y="194767"/>
                </a:lnTo>
                <a:lnTo>
                  <a:pt x="60007" y="216598"/>
                </a:lnTo>
                <a:lnTo>
                  <a:pt x="47561" y="233006"/>
                </a:lnTo>
                <a:lnTo>
                  <a:pt x="38100" y="243840"/>
                </a:lnTo>
                <a:lnTo>
                  <a:pt x="31267" y="251866"/>
                </a:lnTo>
                <a:lnTo>
                  <a:pt x="24574" y="257746"/>
                </a:lnTo>
                <a:lnTo>
                  <a:pt x="18173" y="261632"/>
                </a:lnTo>
                <a:lnTo>
                  <a:pt x="12192" y="263652"/>
                </a:lnTo>
                <a:lnTo>
                  <a:pt x="28956" y="298704"/>
                </a:lnTo>
                <a:lnTo>
                  <a:pt x="66675" y="280060"/>
                </a:lnTo>
                <a:lnTo>
                  <a:pt x="119062" y="264985"/>
                </a:lnTo>
                <a:lnTo>
                  <a:pt x="150876" y="259080"/>
                </a:lnTo>
                <a:lnTo>
                  <a:pt x="150876" y="251460"/>
                </a:lnTo>
                <a:lnTo>
                  <a:pt x="39624" y="263652"/>
                </a:lnTo>
                <a:lnTo>
                  <a:pt x="70510" y="228244"/>
                </a:lnTo>
                <a:lnTo>
                  <a:pt x="99250" y="192976"/>
                </a:lnTo>
                <a:lnTo>
                  <a:pt x="118630" y="167640"/>
                </a:lnTo>
                <a:lnTo>
                  <a:pt x="123291" y="161544"/>
                </a:lnTo>
                <a:lnTo>
                  <a:pt x="125996" y="158000"/>
                </a:lnTo>
                <a:lnTo>
                  <a:pt x="150876" y="123444"/>
                </a:lnTo>
                <a:lnTo>
                  <a:pt x="166116" y="114300"/>
                </a:lnTo>
                <a:close/>
              </a:path>
              <a:path w="748664" h="410210">
                <a:moveTo>
                  <a:pt x="335280" y="188976"/>
                </a:moveTo>
                <a:lnTo>
                  <a:pt x="306324" y="156972"/>
                </a:lnTo>
                <a:lnTo>
                  <a:pt x="289560" y="178308"/>
                </a:lnTo>
                <a:lnTo>
                  <a:pt x="181356" y="178308"/>
                </a:lnTo>
                <a:lnTo>
                  <a:pt x="198120" y="193548"/>
                </a:lnTo>
                <a:lnTo>
                  <a:pt x="206984" y="191554"/>
                </a:lnTo>
                <a:lnTo>
                  <a:pt x="215265" y="190119"/>
                </a:lnTo>
                <a:lnTo>
                  <a:pt x="222986" y="189268"/>
                </a:lnTo>
                <a:lnTo>
                  <a:pt x="230124" y="188976"/>
                </a:lnTo>
                <a:lnTo>
                  <a:pt x="335280" y="188976"/>
                </a:lnTo>
                <a:close/>
              </a:path>
              <a:path w="748664" h="410210">
                <a:moveTo>
                  <a:pt x="353568" y="256032"/>
                </a:moveTo>
                <a:lnTo>
                  <a:pt x="347472" y="249936"/>
                </a:lnTo>
                <a:lnTo>
                  <a:pt x="329184" y="231648"/>
                </a:lnTo>
                <a:lnTo>
                  <a:pt x="315468" y="246621"/>
                </a:lnTo>
                <a:lnTo>
                  <a:pt x="315468" y="260604"/>
                </a:lnTo>
                <a:lnTo>
                  <a:pt x="315468" y="359664"/>
                </a:lnTo>
                <a:lnTo>
                  <a:pt x="195072" y="359664"/>
                </a:lnTo>
                <a:lnTo>
                  <a:pt x="195072" y="260604"/>
                </a:lnTo>
                <a:lnTo>
                  <a:pt x="315468" y="260604"/>
                </a:lnTo>
                <a:lnTo>
                  <a:pt x="315468" y="246621"/>
                </a:lnTo>
                <a:lnTo>
                  <a:pt x="312420" y="249936"/>
                </a:lnTo>
                <a:lnTo>
                  <a:pt x="195072" y="249936"/>
                </a:lnTo>
                <a:lnTo>
                  <a:pt x="172212" y="236220"/>
                </a:lnTo>
                <a:lnTo>
                  <a:pt x="172402" y="251866"/>
                </a:lnTo>
                <a:lnTo>
                  <a:pt x="172504" y="259080"/>
                </a:lnTo>
                <a:lnTo>
                  <a:pt x="173507" y="300520"/>
                </a:lnTo>
                <a:lnTo>
                  <a:pt x="173723" y="321564"/>
                </a:lnTo>
                <a:lnTo>
                  <a:pt x="173609" y="335572"/>
                </a:lnTo>
                <a:lnTo>
                  <a:pt x="173507" y="345567"/>
                </a:lnTo>
                <a:lnTo>
                  <a:pt x="172453" y="388454"/>
                </a:lnTo>
                <a:lnTo>
                  <a:pt x="172212" y="409956"/>
                </a:lnTo>
                <a:lnTo>
                  <a:pt x="195072" y="399288"/>
                </a:lnTo>
                <a:lnTo>
                  <a:pt x="195072" y="368808"/>
                </a:lnTo>
                <a:lnTo>
                  <a:pt x="315468" y="368808"/>
                </a:lnTo>
                <a:lnTo>
                  <a:pt x="315468" y="405384"/>
                </a:lnTo>
                <a:lnTo>
                  <a:pt x="339852" y="393192"/>
                </a:lnTo>
                <a:lnTo>
                  <a:pt x="338975" y="382079"/>
                </a:lnTo>
                <a:lnTo>
                  <a:pt x="338518" y="371665"/>
                </a:lnTo>
                <a:lnTo>
                  <a:pt x="338480" y="368808"/>
                </a:lnTo>
                <a:lnTo>
                  <a:pt x="338353" y="359664"/>
                </a:lnTo>
                <a:lnTo>
                  <a:pt x="338328" y="266700"/>
                </a:lnTo>
                <a:lnTo>
                  <a:pt x="347040" y="260604"/>
                </a:lnTo>
                <a:lnTo>
                  <a:pt x="353568" y="256032"/>
                </a:lnTo>
                <a:close/>
              </a:path>
              <a:path w="748664" h="410210">
                <a:moveTo>
                  <a:pt x="408432" y="164592"/>
                </a:moveTo>
                <a:lnTo>
                  <a:pt x="360616" y="142875"/>
                </a:lnTo>
                <a:lnTo>
                  <a:pt x="323088" y="114300"/>
                </a:lnTo>
                <a:lnTo>
                  <a:pt x="289941" y="77914"/>
                </a:lnTo>
                <a:lnTo>
                  <a:pt x="265303" y="39624"/>
                </a:lnTo>
                <a:lnTo>
                  <a:pt x="259080" y="28956"/>
                </a:lnTo>
                <a:lnTo>
                  <a:pt x="274320" y="18288"/>
                </a:lnTo>
                <a:lnTo>
                  <a:pt x="236220" y="0"/>
                </a:lnTo>
                <a:lnTo>
                  <a:pt x="227342" y="32270"/>
                </a:lnTo>
                <a:lnTo>
                  <a:pt x="216598" y="62674"/>
                </a:lnTo>
                <a:lnTo>
                  <a:pt x="188976" y="117348"/>
                </a:lnTo>
                <a:lnTo>
                  <a:pt x="157924" y="164020"/>
                </a:lnTo>
                <a:lnTo>
                  <a:pt x="123444" y="202692"/>
                </a:lnTo>
                <a:lnTo>
                  <a:pt x="126492" y="207264"/>
                </a:lnTo>
                <a:lnTo>
                  <a:pt x="165163" y="174498"/>
                </a:lnTo>
                <a:lnTo>
                  <a:pt x="198120" y="137160"/>
                </a:lnTo>
                <a:lnTo>
                  <a:pt x="227266" y="92392"/>
                </a:lnTo>
                <a:lnTo>
                  <a:pt x="252984" y="39624"/>
                </a:lnTo>
                <a:lnTo>
                  <a:pt x="263588" y="61683"/>
                </a:lnTo>
                <a:lnTo>
                  <a:pt x="287070" y="101777"/>
                </a:lnTo>
                <a:lnTo>
                  <a:pt x="315950" y="138379"/>
                </a:lnTo>
                <a:lnTo>
                  <a:pt x="352526" y="172046"/>
                </a:lnTo>
                <a:lnTo>
                  <a:pt x="373380" y="187452"/>
                </a:lnTo>
                <a:lnTo>
                  <a:pt x="379082" y="179451"/>
                </a:lnTo>
                <a:lnTo>
                  <a:pt x="386905" y="173736"/>
                </a:lnTo>
                <a:lnTo>
                  <a:pt x="396748" y="170307"/>
                </a:lnTo>
                <a:lnTo>
                  <a:pt x="408432" y="169164"/>
                </a:lnTo>
                <a:lnTo>
                  <a:pt x="408432" y="164592"/>
                </a:lnTo>
                <a:close/>
              </a:path>
              <a:path w="748664" h="410210">
                <a:moveTo>
                  <a:pt x="748296" y="123444"/>
                </a:moveTo>
                <a:lnTo>
                  <a:pt x="707148" y="123444"/>
                </a:lnTo>
                <a:lnTo>
                  <a:pt x="667524" y="310896"/>
                </a:lnTo>
                <a:lnTo>
                  <a:pt x="608088" y="123444"/>
                </a:lnTo>
                <a:lnTo>
                  <a:pt x="574560" y="123444"/>
                </a:lnTo>
                <a:lnTo>
                  <a:pt x="516648" y="310896"/>
                </a:lnTo>
                <a:lnTo>
                  <a:pt x="473976" y="123444"/>
                </a:lnTo>
                <a:lnTo>
                  <a:pt x="431304" y="123444"/>
                </a:lnTo>
                <a:lnTo>
                  <a:pt x="493788" y="365760"/>
                </a:lnTo>
                <a:lnTo>
                  <a:pt x="531888" y="365760"/>
                </a:lnTo>
                <a:lnTo>
                  <a:pt x="589800" y="178308"/>
                </a:lnTo>
                <a:lnTo>
                  <a:pt x="649236" y="365760"/>
                </a:lnTo>
                <a:lnTo>
                  <a:pt x="687336" y="365760"/>
                </a:lnTo>
                <a:lnTo>
                  <a:pt x="748296" y="12344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" name="object 52"/>
          <p:cNvSpPr/>
          <p:nvPr/>
        </p:nvSpPr>
        <p:spPr>
          <a:xfrm>
            <a:off x="5981700" y="4335779"/>
            <a:ext cx="356870" cy="401320"/>
          </a:xfrm>
          <a:custGeom>
            <a:avLst/>
            <a:gdLst/>
            <a:ahLst/>
            <a:cxnLst/>
            <a:rect l="l" t="t" r="r" b="b"/>
            <a:pathLst>
              <a:path w="356870" h="401320">
                <a:moveTo>
                  <a:pt x="53340" y="89916"/>
                </a:moveTo>
                <a:lnTo>
                  <a:pt x="42672" y="89916"/>
                </a:lnTo>
                <a:lnTo>
                  <a:pt x="50696" y="62150"/>
                </a:lnTo>
                <a:lnTo>
                  <a:pt x="56578" y="38100"/>
                </a:lnTo>
                <a:lnTo>
                  <a:pt x="60459" y="17478"/>
                </a:lnTo>
                <a:lnTo>
                  <a:pt x="62484" y="0"/>
                </a:lnTo>
                <a:lnTo>
                  <a:pt x="100584" y="21336"/>
                </a:lnTo>
                <a:lnTo>
                  <a:pt x="90844" y="28408"/>
                </a:lnTo>
                <a:lnTo>
                  <a:pt x="79819" y="42481"/>
                </a:lnTo>
                <a:lnTo>
                  <a:pt x="67365" y="63126"/>
                </a:lnTo>
                <a:lnTo>
                  <a:pt x="53340" y="89916"/>
                </a:lnTo>
                <a:close/>
              </a:path>
              <a:path w="356870" h="401320">
                <a:moveTo>
                  <a:pt x="147828" y="190500"/>
                </a:moveTo>
                <a:lnTo>
                  <a:pt x="141732" y="187452"/>
                </a:lnTo>
                <a:lnTo>
                  <a:pt x="158877" y="160615"/>
                </a:lnTo>
                <a:lnTo>
                  <a:pt x="173736" y="135064"/>
                </a:lnTo>
                <a:lnTo>
                  <a:pt x="196596" y="88392"/>
                </a:lnTo>
                <a:lnTo>
                  <a:pt x="211264" y="44958"/>
                </a:lnTo>
                <a:lnTo>
                  <a:pt x="222503" y="1524"/>
                </a:lnTo>
                <a:lnTo>
                  <a:pt x="260603" y="24384"/>
                </a:lnTo>
                <a:lnTo>
                  <a:pt x="252626" y="32146"/>
                </a:lnTo>
                <a:lnTo>
                  <a:pt x="242506" y="46482"/>
                </a:lnTo>
                <a:lnTo>
                  <a:pt x="230385" y="67675"/>
                </a:lnTo>
                <a:lnTo>
                  <a:pt x="216408" y="96012"/>
                </a:lnTo>
                <a:lnTo>
                  <a:pt x="350520" y="96012"/>
                </a:lnTo>
                <a:lnTo>
                  <a:pt x="356616" y="102108"/>
                </a:lnTo>
                <a:lnTo>
                  <a:pt x="352425" y="105156"/>
                </a:lnTo>
                <a:lnTo>
                  <a:pt x="213360" y="105156"/>
                </a:lnTo>
                <a:lnTo>
                  <a:pt x="197334" y="129420"/>
                </a:lnTo>
                <a:lnTo>
                  <a:pt x="181165" y="151828"/>
                </a:lnTo>
                <a:lnTo>
                  <a:pt x="164711" y="172235"/>
                </a:lnTo>
                <a:lnTo>
                  <a:pt x="147828" y="190500"/>
                </a:lnTo>
                <a:close/>
              </a:path>
              <a:path w="356870" h="401320">
                <a:moveTo>
                  <a:pt x="144780" y="89916"/>
                </a:moveTo>
                <a:lnTo>
                  <a:pt x="111252" y="89916"/>
                </a:lnTo>
                <a:lnTo>
                  <a:pt x="128016" y="73152"/>
                </a:lnTo>
                <a:lnTo>
                  <a:pt x="144780" y="89916"/>
                </a:lnTo>
                <a:close/>
              </a:path>
              <a:path w="356870" h="401320">
                <a:moveTo>
                  <a:pt x="0" y="397764"/>
                </a:moveTo>
                <a:lnTo>
                  <a:pt x="820" y="359664"/>
                </a:lnTo>
                <a:lnTo>
                  <a:pt x="907" y="354520"/>
                </a:lnTo>
                <a:lnTo>
                  <a:pt x="1333" y="316230"/>
                </a:lnTo>
                <a:lnTo>
                  <a:pt x="1425" y="176784"/>
                </a:lnTo>
                <a:lnTo>
                  <a:pt x="1301" y="151828"/>
                </a:lnTo>
                <a:lnTo>
                  <a:pt x="881" y="114681"/>
                </a:lnTo>
                <a:lnTo>
                  <a:pt x="0" y="74676"/>
                </a:lnTo>
                <a:lnTo>
                  <a:pt x="25908" y="89916"/>
                </a:lnTo>
                <a:lnTo>
                  <a:pt x="144780" y="89916"/>
                </a:lnTo>
                <a:lnTo>
                  <a:pt x="153924" y="99060"/>
                </a:lnTo>
                <a:lnTo>
                  <a:pt x="151828" y="100584"/>
                </a:lnTo>
                <a:lnTo>
                  <a:pt x="24384" y="100584"/>
                </a:lnTo>
                <a:lnTo>
                  <a:pt x="24384" y="211836"/>
                </a:lnTo>
                <a:lnTo>
                  <a:pt x="137205" y="211836"/>
                </a:lnTo>
                <a:lnTo>
                  <a:pt x="137219" y="222504"/>
                </a:lnTo>
                <a:lnTo>
                  <a:pt x="24384" y="222504"/>
                </a:lnTo>
                <a:lnTo>
                  <a:pt x="24384" y="344424"/>
                </a:lnTo>
                <a:lnTo>
                  <a:pt x="137922" y="344424"/>
                </a:lnTo>
                <a:lnTo>
                  <a:pt x="138161" y="355092"/>
                </a:lnTo>
                <a:lnTo>
                  <a:pt x="24384" y="355092"/>
                </a:lnTo>
                <a:lnTo>
                  <a:pt x="24384" y="384048"/>
                </a:lnTo>
                <a:lnTo>
                  <a:pt x="0" y="397764"/>
                </a:lnTo>
                <a:close/>
              </a:path>
              <a:path w="356870" h="401320">
                <a:moveTo>
                  <a:pt x="350520" y="96012"/>
                </a:moveTo>
                <a:lnTo>
                  <a:pt x="310896" y="96012"/>
                </a:lnTo>
                <a:lnTo>
                  <a:pt x="330708" y="76200"/>
                </a:lnTo>
                <a:lnTo>
                  <a:pt x="350520" y="96012"/>
                </a:lnTo>
                <a:close/>
              </a:path>
              <a:path w="356870" h="401320">
                <a:moveTo>
                  <a:pt x="137205" y="211836"/>
                </a:moveTo>
                <a:lnTo>
                  <a:pt x="114300" y="211836"/>
                </a:lnTo>
                <a:lnTo>
                  <a:pt x="114300" y="100584"/>
                </a:lnTo>
                <a:lnTo>
                  <a:pt x="151828" y="100584"/>
                </a:lnTo>
                <a:lnTo>
                  <a:pt x="137160" y="111252"/>
                </a:lnTo>
                <a:lnTo>
                  <a:pt x="137205" y="211836"/>
                </a:lnTo>
                <a:close/>
              </a:path>
              <a:path w="356870" h="401320">
                <a:moveTo>
                  <a:pt x="326280" y="359664"/>
                </a:moveTo>
                <a:lnTo>
                  <a:pt x="283464" y="359664"/>
                </a:lnTo>
                <a:lnTo>
                  <a:pt x="291750" y="357925"/>
                </a:lnTo>
                <a:lnTo>
                  <a:pt x="298323" y="352615"/>
                </a:lnTo>
                <a:lnTo>
                  <a:pt x="308586" y="305538"/>
                </a:lnTo>
                <a:lnTo>
                  <a:pt x="310705" y="259651"/>
                </a:lnTo>
                <a:lnTo>
                  <a:pt x="312539" y="192905"/>
                </a:lnTo>
                <a:lnTo>
                  <a:pt x="313944" y="105156"/>
                </a:lnTo>
                <a:lnTo>
                  <a:pt x="352425" y="105156"/>
                </a:lnTo>
                <a:lnTo>
                  <a:pt x="339852" y="114300"/>
                </a:lnTo>
                <a:lnTo>
                  <a:pt x="338789" y="186213"/>
                </a:lnTo>
                <a:lnTo>
                  <a:pt x="337291" y="248631"/>
                </a:lnTo>
                <a:lnTo>
                  <a:pt x="335462" y="294583"/>
                </a:lnTo>
                <a:lnTo>
                  <a:pt x="333268" y="326489"/>
                </a:lnTo>
                <a:lnTo>
                  <a:pt x="330708" y="344424"/>
                </a:lnTo>
                <a:lnTo>
                  <a:pt x="327231" y="357020"/>
                </a:lnTo>
                <a:lnTo>
                  <a:pt x="326280" y="359664"/>
                </a:lnTo>
                <a:close/>
              </a:path>
              <a:path w="356870" h="401320">
                <a:moveTo>
                  <a:pt x="231648" y="269748"/>
                </a:moveTo>
                <a:lnTo>
                  <a:pt x="228600" y="269748"/>
                </a:lnTo>
                <a:lnTo>
                  <a:pt x="225456" y="268081"/>
                </a:lnTo>
                <a:lnTo>
                  <a:pt x="222885" y="263271"/>
                </a:lnTo>
                <a:lnTo>
                  <a:pt x="220884" y="255603"/>
                </a:lnTo>
                <a:lnTo>
                  <a:pt x="219456" y="245364"/>
                </a:lnTo>
                <a:lnTo>
                  <a:pt x="214884" y="227576"/>
                </a:lnTo>
                <a:lnTo>
                  <a:pt x="208026" y="210502"/>
                </a:lnTo>
                <a:lnTo>
                  <a:pt x="198882" y="193714"/>
                </a:lnTo>
                <a:lnTo>
                  <a:pt x="187452" y="176784"/>
                </a:lnTo>
                <a:lnTo>
                  <a:pt x="190500" y="172212"/>
                </a:lnTo>
                <a:lnTo>
                  <a:pt x="224028" y="198501"/>
                </a:lnTo>
                <a:lnTo>
                  <a:pt x="246888" y="234696"/>
                </a:lnTo>
                <a:lnTo>
                  <a:pt x="246778" y="248631"/>
                </a:lnTo>
                <a:lnTo>
                  <a:pt x="243840" y="254508"/>
                </a:lnTo>
                <a:lnTo>
                  <a:pt x="234696" y="266700"/>
                </a:lnTo>
                <a:lnTo>
                  <a:pt x="231648" y="269748"/>
                </a:lnTo>
                <a:close/>
              </a:path>
              <a:path w="356870" h="401320">
                <a:moveTo>
                  <a:pt x="137922" y="344424"/>
                </a:moveTo>
                <a:lnTo>
                  <a:pt x="114300" y="344424"/>
                </a:lnTo>
                <a:lnTo>
                  <a:pt x="114300" y="222504"/>
                </a:lnTo>
                <a:lnTo>
                  <a:pt x="137219" y="222504"/>
                </a:lnTo>
                <a:lnTo>
                  <a:pt x="137337" y="269748"/>
                </a:lnTo>
                <a:lnTo>
                  <a:pt x="137501" y="305538"/>
                </a:lnTo>
                <a:lnTo>
                  <a:pt x="137922" y="344424"/>
                </a:lnTo>
                <a:close/>
              </a:path>
              <a:path w="356870" h="401320">
                <a:moveTo>
                  <a:pt x="277367" y="400812"/>
                </a:moveTo>
                <a:lnTo>
                  <a:pt x="271129" y="387953"/>
                </a:lnTo>
                <a:lnTo>
                  <a:pt x="259461" y="376809"/>
                </a:lnTo>
                <a:lnTo>
                  <a:pt x="242649" y="367379"/>
                </a:lnTo>
                <a:lnTo>
                  <a:pt x="220979" y="359664"/>
                </a:lnTo>
                <a:lnTo>
                  <a:pt x="220979" y="350520"/>
                </a:lnTo>
                <a:lnTo>
                  <a:pt x="241030" y="354520"/>
                </a:lnTo>
                <a:lnTo>
                  <a:pt x="257937" y="357378"/>
                </a:lnTo>
                <a:lnTo>
                  <a:pt x="271986" y="359092"/>
                </a:lnTo>
                <a:lnTo>
                  <a:pt x="283464" y="359664"/>
                </a:lnTo>
                <a:lnTo>
                  <a:pt x="326280" y="359664"/>
                </a:lnTo>
                <a:lnTo>
                  <a:pt x="323469" y="367474"/>
                </a:lnTo>
                <a:lnTo>
                  <a:pt x="289083" y="396240"/>
                </a:lnTo>
                <a:lnTo>
                  <a:pt x="277367" y="400812"/>
                </a:lnTo>
                <a:close/>
              </a:path>
              <a:path w="356870" h="401320">
                <a:moveTo>
                  <a:pt x="114300" y="390144"/>
                </a:moveTo>
                <a:lnTo>
                  <a:pt x="114300" y="355092"/>
                </a:lnTo>
                <a:lnTo>
                  <a:pt x="138161" y="355092"/>
                </a:lnTo>
                <a:lnTo>
                  <a:pt x="138684" y="376428"/>
                </a:lnTo>
                <a:lnTo>
                  <a:pt x="114300" y="39014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" name="object 53"/>
          <p:cNvSpPr/>
          <p:nvPr/>
        </p:nvSpPr>
        <p:spPr>
          <a:xfrm>
            <a:off x="6390119" y="4334255"/>
            <a:ext cx="815340" cy="403860"/>
          </a:xfrm>
          <a:custGeom>
            <a:avLst/>
            <a:gdLst/>
            <a:ahLst/>
            <a:cxnLst/>
            <a:rect l="l" t="t" r="r" b="b"/>
            <a:pathLst>
              <a:path w="815340" h="403860">
                <a:moveTo>
                  <a:pt x="155448" y="114300"/>
                </a:moveTo>
                <a:lnTo>
                  <a:pt x="128016" y="86868"/>
                </a:lnTo>
                <a:lnTo>
                  <a:pt x="111252" y="103632"/>
                </a:lnTo>
                <a:lnTo>
                  <a:pt x="97536" y="103632"/>
                </a:lnTo>
                <a:lnTo>
                  <a:pt x="97536" y="28956"/>
                </a:lnTo>
                <a:lnTo>
                  <a:pt x="112776" y="18288"/>
                </a:lnTo>
                <a:lnTo>
                  <a:pt x="73152" y="0"/>
                </a:lnTo>
                <a:lnTo>
                  <a:pt x="74041" y="18554"/>
                </a:lnTo>
                <a:lnTo>
                  <a:pt x="74485" y="42100"/>
                </a:lnTo>
                <a:lnTo>
                  <a:pt x="74612" y="61747"/>
                </a:lnTo>
                <a:lnTo>
                  <a:pt x="74676" y="103632"/>
                </a:lnTo>
                <a:lnTo>
                  <a:pt x="1524" y="103632"/>
                </a:lnTo>
                <a:lnTo>
                  <a:pt x="15240" y="117348"/>
                </a:lnTo>
                <a:lnTo>
                  <a:pt x="32004" y="114300"/>
                </a:lnTo>
                <a:lnTo>
                  <a:pt x="74676" y="114300"/>
                </a:lnTo>
                <a:lnTo>
                  <a:pt x="74676" y="193548"/>
                </a:lnTo>
                <a:lnTo>
                  <a:pt x="48653" y="204724"/>
                </a:lnTo>
                <a:lnTo>
                  <a:pt x="27622" y="213169"/>
                </a:lnTo>
                <a:lnTo>
                  <a:pt x="11455" y="219062"/>
                </a:lnTo>
                <a:lnTo>
                  <a:pt x="0" y="222504"/>
                </a:lnTo>
                <a:lnTo>
                  <a:pt x="21336" y="254508"/>
                </a:lnTo>
                <a:lnTo>
                  <a:pt x="27317" y="247040"/>
                </a:lnTo>
                <a:lnTo>
                  <a:pt x="38290" y="238125"/>
                </a:lnTo>
                <a:lnTo>
                  <a:pt x="54127" y="227507"/>
                </a:lnTo>
                <a:lnTo>
                  <a:pt x="74676" y="214884"/>
                </a:lnTo>
                <a:lnTo>
                  <a:pt x="74676" y="358140"/>
                </a:lnTo>
                <a:lnTo>
                  <a:pt x="70104" y="364236"/>
                </a:lnTo>
                <a:lnTo>
                  <a:pt x="60960" y="364236"/>
                </a:lnTo>
                <a:lnTo>
                  <a:pt x="53606" y="363956"/>
                </a:lnTo>
                <a:lnTo>
                  <a:pt x="43243" y="363093"/>
                </a:lnTo>
                <a:lnTo>
                  <a:pt x="30314" y="361670"/>
                </a:lnTo>
                <a:lnTo>
                  <a:pt x="15240" y="359664"/>
                </a:lnTo>
                <a:lnTo>
                  <a:pt x="15240" y="365760"/>
                </a:lnTo>
                <a:lnTo>
                  <a:pt x="35890" y="374904"/>
                </a:lnTo>
                <a:lnTo>
                  <a:pt x="50101" y="384048"/>
                </a:lnTo>
                <a:lnTo>
                  <a:pt x="58318" y="393192"/>
                </a:lnTo>
                <a:lnTo>
                  <a:pt x="60960" y="402336"/>
                </a:lnTo>
                <a:lnTo>
                  <a:pt x="76962" y="393179"/>
                </a:lnTo>
                <a:lnTo>
                  <a:pt x="97434" y="351282"/>
                </a:lnTo>
                <a:lnTo>
                  <a:pt x="97536" y="214884"/>
                </a:lnTo>
                <a:lnTo>
                  <a:pt x="97536" y="202692"/>
                </a:lnTo>
                <a:lnTo>
                  <a:pt x="123380" y="185928"/>
                </a:lnTo>
                <a:lnTo>
                  <a:pt x="153924" y="166116"/>
                </a:lnTo>
                <a:lnTo>
                  <a:pt x="150876" y="161544"/>
                </a:lnTo>
                <a:lnTo>
                  <a:pt x="97536" y="185928"/>
                </a:lnTo>
                <a:lnTo>
                  <a:pt x="97536" y="114300"/>
                </a:lnTo>
                <a:lnTo>
                  <a:pt x="155448" y="114300"/>
                </a:lnTo>
                <a:close/>
              </a:path>
              <a:path w="815340" h="403860">
                <a:moveTo>
                  <a:pt x="259080" y="22860"/>
                </a:moveTo>
                <a:lnTo>
                  <a:pt x="219456" y="1524"/>
                </a:lnTo>
                <a:lnTo>
                  <a:pt x="219697" y="16649"/>
                </a:lnTo>
                <a:lnTo>
                  <a:pt x="220179" y="35052"/>
                </a:lnTo>
                <a:lnTo>
                  <a:pt x="220751" y="61747"/>
                </a:lnTo>
                <a:lnTo>
                  <a:pt x="220980" y="91440"/>
                </a:lnTo>
                <a:lnTo>
                  <a:pt x="143256" y="91440"/>
                </a:lnTo>
                <a:lnTo>
                  <a:pt x="158496" y="105156"/>
                </a:lnTo>
                <a:lnTo>
                  <a:pt x="175260" y="102108"/>
                </a:lnTo>
                <a:lnTo>
                  <a:pt x="220980" y="102108"/>
                </a:lnTo>
                <a:lnTo>
                  <a:pt x="220980" y="179832"/>
                </a:lnTo>
                <a:lnTo>
                  <a:pt x="153924" y="179832"/>
                </a:lnTo>
                <a:lnTo>
                  <a:pt x="167640" y="193548"/>
                </a:lnTo>
                <a:lnTo>
                  <a:pt x="184404" y="190500"/>
                </a:lnTo>
                <a:lnTo>
                  <a:pt x="220980" y="190500"/>
                </a:lnTo>
                <a:lnTo>
                  <a:pt x="220980" y="271272"/>
                </a:lnTo>
                <a:lnTo>
                  <a:pt x="126492" y="271272"/>
                </a:lnTo>
                <a:lnTo>
                  <a:pt x="140208" y="284988"/>
                </a:lnTo>
                <a:lnTo>
                  <a:pt x="155448" y="280416"/>
                </a:lnTo>
                <a:lnTo>
                  <a:pt x="220980" y="280416"/>
                </a:lnTo>
                <a:lnTo>
                  <a:pt x="220751" y="318135"/>
                </a:lnTo>
                <a:lnTo>
                  <a:pt x="220230" y="350520"/>
                </a:lnTo>
                <a:lnTo>
                  <a:pt x="219684" y="381571"/>
                </a:lnTo>
                <a:lnTo>
                  <a:pt x="219456" y="403860"/>
                </a:lnTo>
                <a:lnTo>
                  <a:pt x="242316" y="391668"/>
                </a:lnTo>
                <a:lnTo>
                  <a:pt x="242316" y="280416"/>
                </a:lnTo>
                <a:lnTo>
                  <a:pt x="242316" y="190500"/>
                </a:lnTo>
                <a:lnTo>
                  <a:pt x="242316" y="102108"/>
                </a:lnTo>
                <a:lnTo>
                  <a:pt x="242316" y="35052"/>
                </a:lnTo>
                <a:lnTo>
                  <a:pt x="259080" y="22860"/>
                </a:lnTo>
                <a:close/>
              </a:path>
              <a:path w="815340" h="403860">
                <a:moveTo>
                  <a:pt x="409956" y="283464"/>
                </a:moveTo>
                <a:lnTo>
                  <a:pt x="399821" y="272796"/>
                </a:lnTo>
                <a:lnTo>
                  <a:pt x="381000" y="252984"/>
                </a:lnTo>
                <a:lnTo>
                  <a:pt x="361188" y="272796"/>
                </a:lnTo>
                <a:lnTo>
                  <a:pt x="310896" y="272796"/>
                </a:lnTo>
                <a:lnTo>
                  <a:pt x="310896" y="192024"/>
                </a:lnTo>
                <a:lnTo>
                  <a:pt x="400812" y="192024"/>
                </a:lnTo>
                <a:lnTo>
                  <a:pt x="390144" y="181356"/>
                </a:lnTo>
                <a:lnTo>
                  <a:pt x="373380" y="164592"/>
                </a:lnTo>
                <a:lnTo>
                  <a:pt x="356616" y="181356"/>
                </a:lnTo>
                <a:lnTo>
                  <a:pt x="310896" y="181356"/>
                </a:lnTo>
                <a:lnTo>
                  <a:pt x="310896" y="103632"/>
                </a:lnTo>
                <a:lnTo>
                  <a:pt x="406908" y="103632"/>
                </a:lnTo>
                <a:lnTo>
                  <a:pt x="395655" y="92964"/>
                </a:lnTo>
                <a:lnTo>
                  <a:pt x="377952" y="76200"/>
                </a:lnTo>
                <a:lnTo>
                  <a:pt x="361188" y="92964"/>
                </a:lnTo>
                <a:lnTo>
                  <a:pt x="310896" y="92964"/>
                </a:lnTo>
                <a:lnTo>
                  <a:pt x="310896" y="35052"/>
                </a:lnTo>
                <a:lnTo>
                  <a:pt x="327660" y="22860"/>
                </a:lnTo>
                <a:lnTo>
                  <a:pt x="286512" y="3048"/>
                </a:lnTo>
                <a:lnTo>
                  <a:pt x="287401" y="19939"/>
                </a:lnTo>
                <a:lnTo>
                  <a:pt x="287845" y="38671"/>
                </a:lnTo>
                <a:lnTo>
                  <a:pt x="288023" y="59423"/>
                </a:lnTo>
                <a:lnTo>
                  <a:pt x="288036" y="403860"/>
                </a:lnTo>
                <a:lnTo>
                  <a:pt x="312420" y="391668"/>
                </a:lnTo>
                <a:lnTo>
                  <a:pt x="311543" y="369404"/>
                </a:lnTo>
                <a:lnTo>
                  <a:pt x="311086" y="343852"/>
                </a:lnTo>
                <a:lnTo>
                  <a:pt x="310921" y="315163"/>
                </a:lnTo>
                <a:lnTo>
                  <a:pt x="310896" y="283464"/>
                </a:lnTo>
                <a:lnTo>
                  <a:pt x="409956" y="283464"/>
                </a:lnTo>
                <a:close/>
              </a:path>
              <a:path w="815340" h="403860">
                <a:moveTo>
                  <a:pt x="815340" y="249936"/>
                </a:moveTo>
                <a:lnTo>
                  <a:pt x="809548" y="245364"/>
                </a:lnTo>
                <a:lnTo>
                  <a:pt x="786384" y="227076"/>
                </a:lnTo>
                <a:lnTo>
                  <a:pt x="777240" y="239268"/>
                </a:lnTo>
                <a:lnTo>
                  <a:pt x="777240" y="254508"/>
                </a:lnTo>
                <a:lnTo>
                  <a:pt x="777240" y="359664"/>
                </a:lnTo>
                <a:lnTo>
                  <a:pt x="603504" y="359664"/>
                </a:lnTo>
                <a:lnTo>
                  <a:pt x="603504" y="266700"/>
                </a:lnTo>
                <a:lnTo>
                  <a:pt x="603504" y="254508"/>
                </a:lnTo>
                <a:lnTo>
                  <a:pt x="777240" y="254508"/>
                </a:lnTo>
                <a:lnTo>
                  <a:pt x="777240" y="239268"/>
                </a:lnTo>
                <a:lnTo>
                  <a:pt x="772668" y="245364"/>
                </a:lnTo>
                <a:lnTo>
                  <a:pt x="618744" y="245364"/>
                </a:lnTo>
                <a:lnTo>
                  <a:pt x="658749" y="215646"/>
                </a:lnTo>
                <a:lnTo>
                  <a:pt x="701040" y="181356"/>
                </a:lnTo>
                <a:lnTo>
                  <a:pt x="743331" y="139255"/>
                </a:lnTo>
                <a:lnTo>
                  <a:pt x="783336" y="86868"/>
                </a:lnTo>
                <a:lnTo>
                  <a:pt x="797496" y="79248"/>
                </a:lnTo>
                <a:lnTo>
                  <a:pt x="803148" y="76200"/>
                </a:lnTo>
                <a:lnTo>
                  <a:pt x="793292" y="68580"/>
                </a:lnTo>
                <a:lnTo>
                  <a:pt x="769620" y="50292"/>
                </a:lnTo>
                <a:lnTo>
                  <a:pt x="754380" y="68580"/>
                </a:lnTo>
                <a:lnTo>
                  <a:pt x="608076" y="68580"/>
                </a:lnTo>
                <a:lnTo>
                  <a:pt x="612940" y="62293"/>
                </a:lnTo>
                <a:lnTo>
                  <a:pt x="618363" y="54864"/>
                </a:lnTo>
                <a:lnTo>
                  <a:pt x="624370" y="46291"/>
                </a:lnTo>
                <a:lnTo>
                  <a:pt x="630936" y="36576"/>
                </a:lnTo>
                <a:lnTo>
                  <a:pt x="649224" y="28956"/>
                </a:lnTo>
                <a:lnTo>
                  <a:pt x="611124" y="1524"/>
                </a:lnTo>
                <a:lnTo>
                  <a:pt x="601700" y="27800"/>
                </a:lnTo>
                <a:lnTo>
                  <a:pt x="589407" y="53911"/>
                </a:lnTo>
                <a:lnTo>
                  <a:pt x="556260" y="105156"/>
                </a:lnTo>
                <a:lnTo>
                  <a:pt x="518731" y="150685"/>
                </a:lnTo>
                <a:lnTo>
                  <a:pt x="480060" y="185928"/>
                </a:lnTo>
                <a:lnTo>
                  <a:pt x="484632" y="190500"/>
                </a:lnTo>
                <a:lnTo>
                  <a:pt x="515213" y="169913"/>
                </a:lnTo>
                <a:lnTo>
                  <a:pt x="545211" y="144589"/>
                </a:lnTo>
                <a:lnTo>
                  <a:pt x="562584" y="126784"/>
                </a:lnTo>
                <a:lnTo>
                  <a:pt x="576529" y="141236"/>
                </a:lnTo>
                <a:lnTo>
                  <a:pt x="589216" y="155638"/>
                </a:lnTo>
                <a:lnTo>
                  <a:pt x="598766" y="168046"/>
                </a:lnTo>
                <a:lnTo>
                  <a:pt x="605028" y="178308"/>
                </a:lnTo>
                <a:lnTo>
                  <a:pt x="606552" y="187452"/>
                </a:lnTo>
                <a:lnTo>
                  <a:pt x="609600" y="190500"/>
                </a:lnTo>
                <a:lnTo>
                  <a:pt x="617220" y="190500"/>
                </a:lnTo>
                <a:lnTo>
                  <a:pt x="620268" y="187452"/>
                </a:lnTo>
                <a:lnTo>
                  <a:pt x="624840" y="181356"/>
                </a:lnTo>
                <a:lnTo>
                  <a:pt x="627888" y="176784"/>
                </a:lnTo>
                <a:lnTo>
                  <a:pt x="629412" y="167640"/>
                </a:lnTo>
                <a:lnTo>
                  <a:pt x="626364" y="158496"/>
                </a:lnTo>
                <a:lnTo>
                  <a:pt x="621792" y="150812"/>
                </a:lnTo>
                <a:lnTo>
                  <a:pt x="610362" y="141541"/>
                </a:lnTo>
                <a:lnTo>
                  <a:pt x="592074" y="130860"/>
                </a:lnTo>
                <a:lnTo>
                  <a:pt x="569239" y="119976"/>
                </a:lnTo>
                <a:lnTo>
                  <a:pt x="570306" y="118872"/>
                </a:lnTo>
                <a:lnTo>
                  <a:pt x="574649" y="114427"/>
                </a:lnTo>
                <a:lnTo>
                  <a:pt x="603504" y="79248"/>
                </a:lnTo>
                <a:lnTo>
                  <a:pt x="754380" y="79248"/>
                </a:lnTo>
                <a:lnTo>
                  <a:pt x="721233" y="123825"/>
                </a:lnTo>
                <a:lnTo>
                  <a:pt x="681228" y="166116"/>
                </a:lnTo>
                <a:lnTo>
                  <a:pt x="638746" y="203835"/>
                </a:lnTo>
                <a:lnTo>
                  <a:pt x="597408" y="234696"/>
                </a:lnTo>
                <a:lnTo>
                  <a:pt x="579120" y="227076"/>
                </a:lnTo>
                <a:lnTo>
                  <a:pt x="579120" y="245364"/>
                </a:lnTo>
                <a:lnTo>
                  <a:pt x="550532" y="263321"/>
                </a:lnTo>
                <a:lnTo>
                  <a:pt x="519493" y="280416"/>
                </a:lnTo>
                <a:lnTo>
                  <a:pt x="485902" y="296379"/>
                </a:lnTo>
                <a:lnTo>
                  <a:pt x="449580" y="310896"/>
                </a:lnTo>
                <a:lnTo>
                  <a:pt x="451104" y="315468"/>
                </a:lnTo>
                <a:lnTo>
                  <a:pt x="483971" y="306565"/>
                </a:lnTo>
                <a:lnTo>
                  <a:pt x="516255" y="295656"/>
                </a:lnTo>
                <a:lnTo>
                  <a:pt x="547979" y="282473"/>
                </a:lnTo>
                <a:lnTo>
                  <a:pt x="579120" y="266700"/>
                </a:lnTo>
                <a:lnTo>
                  <a:pt x="579031" y="326136"/>
                </a:lnTo>
                <a:lnTo>
                  <a:pt x="578866" y="333527"/>
                </a:lnTo>
                <a:lnTo>
                  <a:pt x="578167" y="350901"/>
                </a:lnTo>
                <a:lnTo>
                  <a:pt x="577430" y="367931"/>
                </a:lnTo>
                <a:lnTo>
                  <a:pt x="576072" y="400812"/>
                </a:lnTo>
                <a:lnTo>
                  <a:pt x="603504" y="390144"/>
                </a:lnTo>
                <a:lnTo>
                  <a:pt x="603504" y="370332"/>
                </a:lnTo>
                <a:lnTo>
                  <a:pt x="777240" y="370332"/>
                </a:lnTo>
                <a:lnTo>
                  <a:pt x="777240" y="396240"/>
                </a:lnTo>
                <a:lnTo>
                  <a:pt x="803148" y="382524"/>
                </a:lnTo>
                <a:lnTo>
                  <a:pt x="802424" y="370332"/>
                </a:lnTo>
                <a:lnTo>
                  <a:pt x="802271" y="367931"/>
                </a:lnTo>
                <a:lnTo>
                  <a:pt x="802005" y="359664"/>
                </a:lnTo>
                <a:lnTo>
                  <a:pt x="801814" y="353758"/>
                </a:lnTo>
                <a:lnTo>
                  <a:pt x="801649" y="339877"/>
                </a:lnTo>
                <a:lnTo>
                  <a:pt x="801624" y="260604"/>
                </a:lnTo>
                <a:lnTo>
                  <a:pt x="809472" y="254508"/>
                </a:lnTo>
                <a:lnTo>
                  <a:pt x="815340" y="24993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" name="object 54"/>
          <p:cNvSpPr/>
          <p:nvPr/>
        </p:nvSpPr>
        <p:spPr>
          <a:xfrm>
            <a:off x="7292327" y="4332732"/>
            <a:ext cx="1184275" cy="411480"/>
          </a:xfrm>
          <a:custGeom>
            <a:avLst/>
            <a:gdLst/>
            <a:ahLst/>
            <a:cxnLst/>
            <a:rect l="l" t="t" r="r" b="b"/>
            <a:pathLst>
              <a:path w="1184275" h="411479">
                <a:moveTo>
                  <a:pt x="204216" y="36576"/>
                </a:moveTo>
                <a:lnTo>
                  <a:pt x="202692" y="28956"/>
                </a:lnTo>
                <a:lnTo>
                  <a:pt x="199644" y="22860"/>
                </a:lnTo>
                <a:lnTo>
                  <a:pt x="192024" y="18288"/>
                </a:lnTo>
                <a:lnTo>
                  <a:pt x="186080" y="13716"/>
                </a:lnTo>
                <a:lnTo>
                  <a:pt x="177546" y="9144"/>
                </a:lnTo>
                <a:lnTo>
                  <a:pt x="166738" y="4572"/>
                </a:lnTo>
                <a:lnTo>
                  <a:pt x="153924" y="0"/>
                </a:lnTo>
                <a:lnTo>
                  <a:pt x="152400" y="4572"/>
                </a:lnTo>
                <a:lnTo>
                  <a:pt x="161836" y="14846"/>
                </a:lnTo>
                <a:lnTo>
                  <a:pt x="169545" y="24955"/>
                </a:lnTo>
                <a:lnTo>
                  <a:pt x="175552" y="34798"/>
                </a:lnTo>
                <a:lnTo>
                  <a:pt x="179832" y="44196"/>
                </a:lnTo>
                <a:lnTo>
                  <a:pt x="184404" y="53340"/>
                </a:lnTo>
                <a:lnTo>
                  <a:pt x="187452" y="57912"/>
                </a:lnTo>
                <a:lnTo>
                  <a:pt x="192024" y="57912"/>
                </a:lnTo>
                <a:lnTo>
                  <a:pt x="195072" y="56388"/>
                </a:lnTo>
                <a:lnTo>
                  <a:pt x="198120" y="51816"/>
                </a:lnTo>
                <a:lnTo>
                  <a:pt x="202692" y="48768"/>
                </a:lnTo>
                <a:lnTo>
                  <a:pt x="204216" y="42672"/>
                </a:lnTo>
                <a:lnTo>
                  <a:pt x="204216" y="36576"/>
                </a:lnTo>
                <a:close/>
              </a:path>
              <a:path w="1184275" h="411479">
                <a:moveTo>
                  <a:pt x="275844" y="263652"/>
                </a:moveTo>
                <a:lnTo>
                  <a:pt x="268224" y="256032"/>
                </a:lnTo>
                <a:lnTo>
                  <a:pt x="252984" y="240792"/>
                </a:lnTo>
                <a:lnTo>
                  <a:pt x="240792" y="252984"/>
                </a:lnTo>
                <a:lnTo>
                  <a:pt x="240792" y="266700"/>
                </a:lnTo>
                <a:lnTo>
                  <a:pt x="240792" y="324612"/>
                </a:lnTo>
                <a:lnTo>
                  <a:pt x="137160" y="324612"/>
                </a:lnTo>
                <a:lnTo>
                  <a:pt x="137160" y="266700"/>
                </a:lnTo>
                <a:lnTo>
                  <a:pt x="240792" y="266700"/>
                </a:lnTo>
                <a:lnTo>
                  <a:pt x="240792" y="252984"/>
                </a:lnTo>
                <a:lnTo>
                  <a:pt x="237744" y="256032"/>
                </a:lnTo>
                <a:lnTo>
                  <a:pt x="137160" y="256032"/>
                </a:lnTo>
                <a:lnTo>
                  <a:pt x="112776" y="243840"/>
                </a:lnTo>
                <a:lnTo>
                  <a:pt x="113665" y="258699"/>
                </a:lnTo>
                <a:lnTo>
                  <a:pt x="114109" y="273558"/>
                </a:lnTo>
                <a:lnTo>
                  <a:pt x="114287" y="288417"/>
                </a:lnTo>
                <a:lnTo>
                  <a:pt x="114160" y="328663"/>
                </a:lnTo>
                <a:lnTo>
                  <a:pt x="114046" y="335280"/>
                </a:lnTo>
                <a:lnTo>
                  <a:pt x="113665" y="347853"/>
                </a:lnTo>
                <a:lnTo>
                  <a:pt x="112776" y="362712"/>
                </a:lnTo>
                <a:lnTo>
                  <a:pt x="137160" y="350520"/>
                </a:lnTo>
                <a:lnTo>
                  <a:pt x="137160" y="335280"/>
                </a:lnTo>
                <a:lnTo>
                  <a:pt x="240792" y="335280"/>
                </a:lnTo>
                <a:lnTo>
                  <a:pt x="240792" y="359664"/>
                </a:lnTo>
                <a:lnTo>
                  <a:pt x="265176" y="348996"/>
                </a:lnTo>
                <a:lnTo>
                  <a:pt x="264490" y="335280"/>
                </a:lnTo>
                <a:lnTo>
                  <a:pt x="264299" y="331546"/>
                </a:lnTo>
                <a:lnTo>
                  <a:pt x="264134" y="324612"/>
                </a:lnTo>
                <a:lnTo>
                  <a:pt x="263842" y="313372"/>
                </a:lnTo>
                <a:lnTo>
                  <a:pt x="263766" y="303276"/>
                </a:lnTo>
                <a:lnTo>
                  <a:pt x="263652" y="274320"/>
                </a:lnTo>
                <a:lnTo>
                  <a:pt x="272364" y="266700"/>
                </a:lnTo>
                <a:lnTo>
                  <a:pt x="275844" y="263652"/>
                </a:lnTo>
                <a:close/>
              </a:path>
              <a:path w="1184275" h="411479">
                <a:moveTo>
                  <a:pt x="300228" y="112776"/>
                </a:moveTo>
                <a:lnTo>
                  <a:pt x="292608" y="105156"/>
                </a:lnTo>
                <a:lnTo>
                  <a:pt x="277368" y="89916"/>
                </a:lnTo>
                <a:lnTo>
                  <a:pt x="265176" y="102108"/>
                </a:lnTo>
                <a:lnTo>
                  <a:pt x="265176" y="115824"/>
                </a:lnTo>
                <a:lnTo>
                  <a:pt x="265176" y="164592"/>
                </a:lnTo>
                <a:lnTo>
                  <a:pt x="114300" y="164592"/>
                </a:lnTo>
                <a:lnTo>
                  <a:pt x="114300" y="115824"/>
                </a:lnTo>
                <a:lnTo>
                  <a:pt x="265176" y="115824"/>
                </a:lnTo>
                <a:lnTo>
                  <a:pt x="265176" y="102108"/>
                </a:lnTo>
                <a:lnTo>
                  <a:pt x="262128" y="105156"/>
                </a:lnTo>
                <a:lnTo>
                  <a:pt x="115824" y="105156"/>
                </a:lnTo>
                <a:lnTo>
                  <a:pt x="88392" y="91440"/>
                </a:lnTo>
                <a:lnTo>
                  <a:pt x="89281" y="104254"/>
                </a:lnTo>
                <a:lnTo>
                  <a:pt x="89674" y="115824"/>
                </a:lnTo>
                <a:lnTo>
                  <a:pt x="89776" y="120396"/>
                </a:lnTo>
                <a:lnTo>
                  <a:pt x="89903" y="130454"/>
                </a:lnTo>
                <a:lnTo>
                  <a:pt x="89801" y="164592"/>
                </a:lnTo>
                <a:lnTo>
                  <a:pt x="89725" y="170116"/>
                </a:lnTo>
                <a:lnTo>
                  <a:pt x="89281" y="183769"/>
                </a:lnTo>
                <a:lnTo>
                  <a:pt x="88392" y="198120"/>
                </a:lnTo>
                <a:lnTo>
                  <a:pt x="114300" y="187452"/>
                </a:lnTo>
                <a:lnTo>
                  <a:pt x="114300" y="175260"/>
                </a:lnTo>
                <a:lnTo>
                  <a:pt x="265176" y="175260"/>
                </a:lnTo>
                <a:lnTo>
                  <a:pt x="265176" y="193548"/>
                </a:lnTo>
                <a:lnTo>
                  <a:pt x="289560" y="185928"/>
                </a:lnTo>
                <a:lnTo>
                  <a:pt x="288823" y="175260"/>
                </a:lnTo>
                <a:lnTo>
                  <a:pt x="288683" y="173342"/>
                </a:lnTo>
                <a:lnTo>
                  <a:pt x="288417" y="164592"/>
                </a:lnTo>
                <a:lnTo>
                  <a:pt x="288226" y="158305"/>
                </a:lnTo>
                <a:lnTo>
                  <a:pt x="288086" y="143256"/>
                </a:lnTo>
                <a:lnTo>
                  <a:pt x="288036" y="120396"/>
                </a:lnTo>
                <a:lnTo>
                  <a:pt x="295351" y="115824"/>
                </a:lnTo>
                <a:lnTo>
                  <a:pt x="300228" y="112776"/>
                </a:lnTo>
                <a:close/>
              </a:path>
              <a:path w="1184275" h="411479">
                <a:moveTo>
                  <a:pt x="371856" y="222504"/>
                </a:moveTo>
                <a:lnTo>
                  <a:pt x="364236" y="214884"/>
                </a:lnTo>
                <a:lnTo>
                  <a:pt x="347472" y="198120"/>
                </a:lnTo>
                <a:lnTo>
                  <a:pt x="329184" y="214884"/>
                </a:lnTo>
                <a:lnTo>
                  <a:pt x="54864" y="214884"/>
                </a:lnTo>
                <a:lnTo>
                  <a:pt x="30480" y="199644"/>
                </a:lnTo>
                <a:lnTo>
                  <a:pt x="31369" y="225704"/>
                </a:lnTo>
                <a:lnTo>
                  <a:pt x="31813" y="251460"/>
                </a:lnTo>
                <a:lnTo>
                  <a:pt x="31915" y="266700"/>
                </a:lnTo>
                <a:lnTo>
                  <a:pt x="31813" y="354330"/>
                </a:lnTo>
                <a:lnTo>
                  <a:pt x="31369" y="380009"/>
                </a:lnTo>
                <a:lnTo>
                  <a:pt x="30480" y="405384"/>
                </a:lnTo>
                <a:lnTo>
                  <a:pt x="54864" y="393192"/>
                </a:lnTo>
                <a:lnTo>
                  <a:pt x="54864" y="225552"/>
                </a:lnTo>
                <a:lnTo>
                  <a:pt x="330708" y="225552"/>
                </a:lnTo>
                <a:lnTo>
                  <a:pt x="330708" y="370332"/>
                </a:lnTo>
                <a:lnTo>
                  <a:pt x="327660" y="374904"/>
                </a:lnTo>
                <a:lnTo>
                  <a:pt x="321564" y="373380"/>
                </a:lnTo>
                <a:lnTo>
                  <a:pt x="313855" y="373075"/>
                </a:lnTo>
                <a:lnTo>
                  <a:pt x="302133" y="372046"/>
                </a:lnTo>
                <a:lnTo>
                  <a:pt x="286423" y="370166"/>
                </a:lnTo>
                <a:lnTo>
                  <a:pt x="266700" y="367284"/>
                </a:lnTo>
                <a:lnTo>
                  <a:pt x="266700" y="374904"/>
                </a:lnTo>
                <a:lnTo>
                  <a:pt x="290131" y="381482"/>
                </a:lnTo>
                <a:lnTo>
                  <a:pt x="307848" y="389763"/>
                </a:lnTo>
                <a:lnTo>
                  <a:pt x="319849" y="399770"/>
                </a:lnTo>
                <a:lnTo>
                  <a:pt x="326136" y="411480"/>
                </a:lnTo>
                <a:lnTo>
                  <a:pt x="334670" y="407797"/>
                </a:lnTo>
                <a:lnTo>
                  <a:pt x="354838" y="374904"/>
                </a:lnTo>
                <a:lnTo>
                  <a:pt x="354990" y="370332"/>
                </a:lnTo>
                <a:lnTo>
                  <a:pt x="355092" y="231648"/>
                </a:lnTo>
                <a:lnTo>
                  <a:pt x="366268" y="225552"/>
                </a:lnTo>
                <a:lnTo>
                  <a:pt x="371856" y="222504"/>
                </a:lnTo>
                <a:close/>
              </a:path>
              <a:path w="1184275" h="411479">
                <a:moveTo>
                  <a:pt x="396240" y="71628"/>
                </a:moveTo>
                <a:lnTo>
                  <a:pt x="365760" y="41148"/>
                </a:lnTo>
                <a:lnTo>
                  <a:pt x="345948" y="62484"/>
                </a:lnTo>
                <a:lnTo>
                  <a:pt x="0" y="62484"/>
                </a:lnTo>
                <a:lnTo>
                  <a:pt x="15240" y="77724"/>
                </a:lnTo>
                <a:lnTo>
                  <a:pt x="24676" y="75488"/>
                </a:lnTo>
                <a:lnTo>
                  <a:pt x="34671" y="73533"/>
                </a:lnTo>
                <a:lnTo>
                  <a:pt x="45250" y="72161"/>
                </a:lnTo>
                <a:lnTo>
                  <a:pt x="56388" y="71628"/>
                </a:lnTo>
                <a:lnTo>
                  <a:pt x="396240" y="71628"/>
                </a:lnTo>
                <a:close/>
              </a:path>
              <a:path w="1184275" h="411479">
                <a:moveTo>
                  <a:pt x="833640" y="182880"/>
                </a:moveTo>
                <a:lnTo>
                  <a:pt x="795540" y="144780"/>
                </a:lnTo>
                <a:lnTo>
                  <a:pt x="768108" y="173736"/>
                </a:lnTo>
                <a:lnTo>
                  <a:pt x="649236" y="173736"/>
                </a:lnTo>
                <a:lnTo>
                  <a:pt x="649236" y="51816"/>
                </a:lnTo>
                <a:lnTo>
                  <a:pt x="784872" y="51816"/>
                </a:lnTo>
                <a:lnTo>
                  <a:pt x="749820" y="16764"/>
                </a:lnTo>
                <a:lnTo>
                  <a:pt x="725436" y="41148"/>
                </a:lnTo>
                <a:lnTo>
                  <a:pt x="493788" y="41148"/>
                </a:lnTo>
                <a:lnTo>
                  <a:pt x="509028" y="56388"/>
                </a:lnTo>
                <a:lnTo>
                  <a:pt x="518452" y="54394"/>
                </a:lnTo>
                <a:lnTo>
                  <a:pt x="528459" y="52959"/>
                </a:lnTo>
                <a:lnTo>
                  <a:pt x="539026" y="52108"/>
                </a:lnTo>
                <a:lnTo>
                  <a:pt x="550176" y="51816"/>
                </a:lnTo>
                <a:lnTo>
                  <a:pt x="623328" y="51816"/>
                </a:lnTo>
                <a:lnTo>
                  <a:pt x="623328" y="173736"/>
                </a:lnTo>
                <a:lnTo>
                  <a:pt x="438924" y="173736"/>
                </a:lnTo>
                <a:lnTo>
                  <a:pt x="454164" y="188976"/>
                </a:lnTo>
                <a:lnTo>
                  <a:pt x="464464" y="186740"/>
                </a:lnTo>
                <a:lnTo>
                  <a:pt x="474929" y="184785"/>
                </a:lnTo>
                <a:lnTo>
                  <a:pt x="485660" y="183413"/>
                </a:lnTo>
                <a:lnTo>
                  <a:pt x="496836" y="182880"/>
                </a:lnTo>
                <a:lnTo>
                  <a:pt x="623328" y="182880"/>
                </a:lnTo>
                <a:lnTo>
                  <a:pt x="623328" y="336804"/>
                </a:lnTo>
                <a:lnTo>
                  <a:pt x="622198" y="346811"/>
                </a:lnTo>
                <a:lnTo>
                  <a:pt x="618947" y="353949"/>
                </a:lnTo>
                <a:lnTo>
                  <a:pt x="613676" y="358241"/>
                </a:lnTo>
                <a:lnTo>
                  <a:pt x="606564" y="359664"/>
                </a:lnTo>
                <a:lnTo>
                  <a:pt x="596011" y="359117"/>
                </a:lnTo>
                <a:lnTo>
                  <a:pt x="582752" y="357568"/>
                </a:lnTo>
                <a:lnTo>
                  <a:pt x="566915" y="355168"/>
                </a:lnTo>
                <a:lnTo>
                  <a:pt x="548652" y="352044"/>
                </a:lnTo>
                <a:lnTo>
                  <a:pt x="548652" y="361188"/>
                </a:lnTo>
                <a:lnTo>
                  <a:pt x="574649" y="369760"/>
                </a:lnTo>
                <a:lnTo>
                  <a:pt x="593229" y="379476"/>
                </a:lnTo>
                <a:lnTo>
                  <a:pt x="604367" y="390334"/>
                </a:lnTo>
                <a:lnTo>
                  <a:pt x="608088" y="402336"/>
                </a:lnTo>
                <a:lnTo>
                  <a:pt x="626948" y="394030"/>
                </a:lnTo>
                <a:lnTo>
                  <a:pt x="640092" y="382714"/>
                </a:lnTo>
                <a:lnTo>
                  <a:pt x="647522" y="368261"/>
                </a:lnTo>
                <a:lnTo>
                  <a:pt x="649236" y="350520"/>
                </a:lnTo>
                <a:lnTo>
                  <a:pt x="649236" y="182880"/>
                </a:lnTo>
                <a:lnTo>
                  <a:pt x="833640" y="182880"/>
                </a:lnTo>
                <a:close/>
              </a:path>
              <a:path w="1184275" h="411479">
                <a:moveTo>
                  <a:pt x="1184148" y="123444"/>
                </a:moveTo>
                <a:lnTo>
                  <a:pt x="1143000" y="123444"/>
                </a:lnTo>
                <a:lnTo>
                  <a:pt x="1103376" y="310896"/>
                </a:lnTo>
                <a:lnTo>
                  <a:pt x="1043940" y="123444"/>
                </a:lnTo>
                <a:lnTo>
                  <a:pt x="1010412" y="123444"/>
                </a:lnTo>
                <a:lnTo>
                  <a:pt x="952500" y="310896"/>
                </a:lnTo>
                <a:lnTo>
                  <a:pt x="909828" y="123444"/>
                </a:lnTo>
                <a:lnTo>
                  <a:pt x="867156" y="123444"/>
                </a:lnTo>
                <a:lnTo>
                  <a:pt x="929640" y="365760"/>
                </a:lnTo>
                <a:lnTo>
                  <a:pt x="966216" y="365760"/>
                </a:lnTo>
                <a:lnTo>
                  <a:pt x="1025652" y="178308"/>
                </a:lnTo>
                <a:lnTo>
                  <a:pt x="1085088" y="365760"/>
                </a:lnTo>
                <a:lnTo>
                  <a:pt x="1123188" y="365760"/>
                </a:lnTo>
                <a:lnTo>
                  <a:pt x="1184148" y="12344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pic>
        <p:nvPicPr>
          <p:cNvPr id="55" name="object 55"/>
          <p:cNvPicPr/>
          <p:nvPr/>
        </p:nvPicPr>
        <p:blipFill>
          <a:blip r:embed="rId8" cstate="print"/>
          <a:stretch>
            <a:fillRect/>
          </a:stretch>
        </p:blipFill>
        <p:spPr>
          <a:xfrm>
            <a:off x="8525255" y="4396740"/>
            <a:ext cx="67056" cy="112775"/>
          </a:xfrm>
          <a:prstGeom prst="rect">
            <a:avLst/>
          </a:prstGeom>
        </p:spPr>
      </p:pic>
      <p:sp>
        <p:nvSpPr>
          <p:cNvPr id="56" name="object 56"/>
          <p:cNvSpPr/>
          <p:nvPr/>
        </p:nvSpPr>
        <p:spPr>
          <a:xfrm>
            <a:off x="8647176" y="4334255"/>
            <a:ext cx="539750" cy="445134"/>
          </a:xfrm>
          <a:custGeom>
            <a:avLst/>
            <a:gdLst/>
            <a:ahLst/>
            <a:cxnLst/>
            <a:rect l="l" t="t" r="r" b="b"/>
            <a:pathLst>
              <a:path w="539750" h="445135">
                <a:moveTo>
                  <a:pt x="92951" y="303276"/>
                </a:moveTo>
                <a:lnTo>
                  <a:pt x="38100" y="303276"/>
                </a:lnTo>
                <a:lnTo>
                  <a:pt x="0" y="445020"/>
                </a:lnTo>
                <a:lnTo>
                  <a:pt x="32004" y="445020"/>
                </a:lnTo>
                <a:lnTo>
                  <a:pt x="92951" y="303276"/>
                </a:lnTo>
                <a:close/>
              </a:path>
              <a:path w="539750" h="445135">
                <a:moveTo>
                  <a:pt x="310883" y="42672"/>
                </a:moveTo>
                <a:lnTo>
                  <a:pt x="288023" y="12192"/>
                </a:lnTo>
                <a:lnTo>
                  <a:pt x="273481" y="20154"/>
                </a:lnTo>
                <a:lnTo>
                  <a:pt x="257352" y="27813"/>
                </a:lnTo>
                <a:lnTo>
                  <a:pt x="220967" y="41148"/>
                </a:lnTo>
                <a:lnTo>
                  <a:pt x="181914" y="52197"/>
                </a:lnTo>
                <a:lnTo>
                  <a:pt x="141719" y="60960"/>
                </a:lnTo>
                <a:lnTo>
                  <a:pt x="141719" y="67056"/>
                </a:lnTo>
                <a:lnTo>
                  <a:pt x="162039" y="65633"/>
                </a:lnTo>
                <a:lnTo>
                  <a:pt x="181914" y="63627"/>
                </a:lnTo>
                <a:lnTo>
                  <a:pt x="201523" y="61061"/>
                </a:lnTo>
                <a:lnTo>
                  <a:pt x="220967" y="57912"/>
                </a:lnTo>
                <a:lnTo>
                  <a:pt x="220967" y="135636"/>
                </a:lnTo>
                <a:lnTo>
                  <a:pt x="137147" y="135636"/>
                </a:lnTo>
                <a:lnTo>
                  <a:pt x="152387" y="150876"/>
                </a:lnTo>
                <a:lnTo>
                  <a:pt x="162674" y="148882"/>
                </a:lnTo>
                <a:lnTo>
                  <a:pt x="172961" y="147447"/>
                </a:lnTo>
                <a:lnTo>
                  <a:pt x="183248" y="146596"/>
                </a:lnTo>
                <a:lnTo>
                  <a:pt x="193535" y="146304"/>
                </a:lnTo>
                <a:lnTo>
                  <a:pt x="216395" y="146304"/>
                </a:lnTo>
                <a:lnTo>
                  <a:pt x="201726" y="190119"/>
                </a:lnTo>
                <a:lnTo>
                  <a:pt x="181343" y="236220"/>
                </a:lnTo>
                <a:lnTo>
                  <a:pt x="158864" y="279463"/>
                </a:lnTo>
                <a:lnTo>
                  <a:pt x="134099" y="316992"/>
                </a:lnTo>
                <a:lnTo>
                  <a:pt x="137147" y="323088"/>
                </a:lnTo>
                <a:lnTo>
                  <a:pt x="161175" y="298513"/>
                </a:lnTo>
                <a:lnTo>
                  <a:pt x="183057" y="270510"/>
                </a:lnTo>
                <a:lnTo>
                  <a:pt x="202946" y="239077"/>
                </a:lnTo>
                <a:lnTo>
                  <a:pt x="220967" y="204216"/>
                </a:lnTo>
                <a:lnTo>
                  <a:pt x="220751" y="262826"/>
                </a:lnTo>
                <a:lnTo>
                  <a:pt x="220624" y="279463"/>
                </a:lnTo>
                <a:lnTo>
                  <a:pt x="220014" y="328612"/>
                </a:lnTo>
                <a:lnTo>
                  <a:pt x="219011" y="373380"/>
                </a:lnTo>
                <a:lnTo>
                  <a:pt x="217919" y="403860"/>
                </a:lnTo>
                <a:lnTo>
                  <a:pt x="245351" y="394716"/>
                </a:lnTo>
                <a:lnTo>
                  <a:pt x="243255" y="317182"/>
                </a:lnTo>
                <a:lnTo>
                  <a:pt x="242620" y="262826"/>
                </a:lnTo>
                <a:lnTo>
                  <a:pt x="242379" y="204216"/>
                </a:lnTo>
                <a:lnTo>
                  <a:pt x="242303" y="185928"/>
                </a:lnTo>
                <a:lnTo>
                  <a:pt x="272313" y="222580"/>
                </a:lnTo>
                <a:lnTo>
                  <a:pt x="283451" y="251460"/>
                </a:lnTo>
                <a:lnTo>
                  <a:pt x="288023" y="259080"/>
                </a:lnTo>
                <a:lnTo>
                  <a:pt x="294119" y="259080"/>
                </a:lnTo>
                <a:lnTo>
                  <a:pt x="297167" y="256032"/>
                </a:lnTo>
                <a:lnTo>
                  <a:pt x="300215" y="248412"/>
                </a:lnTo>
                <a:lnTo>
                  <a:pt x="303263" y="242316"/>
                </a:lnTo>
                <a:lnTo>
                  <a:pt x="304787" y="237744"/>
                </a:lnTo>
                <a:lnTo>
                  <a:pt x="304787" y="234696"/>
                </a:lnTo>
                <a:lnTo>
                  <a:pt x="279819" y="200152"/>
                </a:lnTo>
                <a:lnTo>
                  <a:pt x="242303" y="176784"/>
                </a:lnTo>
                <a:lnTo>
                  <a:pt x="242303" y="146304"/>
                </a:lnTo>
                <a:lnTo>
                  <a:pt x="309359" y="146304"/>
                </a:lnTo>
                <a:lnTo>
                  <a:pt x="278879" y="114300"/>
                </a:lnTo>
                <a:lnTo>
                  <a:pt x="259067" y="135636"/>
                </a:lnTo>
                <a:lnTo>
                  <a:pt x="242303" y="135636"/>
                </a:lnTo>
                <a:lnTo>
                  <a:pt x="242303" y="57912"/>
                </a:lnTo>
                <a:lnTo>
                  <a:pt x="242303" y="54864"/>
                </a:lnTo>
                <a:lnTo>
                  <a:pt x="265455" y="49745"/>
                </a:lnTo>
                <a:lnTo>
                  <a:pt x="284594" y="45910"/>
                </a:lnTo>
                <a:lnTo>
                  <a:pt x="299745" y="43510"/>
                </a:lnTo>
                <a:lnTo>
                  <a:pt x="310883" y="42672"/>
                </a:lnTo>
                <a:close/>
              </a:path>
              <a:path w="539750" h="445135">
                <a:moveTo>
                  <a:pt x="387083" y="208788"/>
                </a:moveTo>
                <a:lnTo>
                  <a:pt x="352031" y="187452"/>
                </a:lnTo>
                <a:lnTo>
                  <a:pt x="348869" y="202298"/>
                </a:lnTo>
                <a:lnTo>
                  <a:pt x="343839" y="219265"/>
                </a:lnTo>
                <a:lnTo>
                  <a:pt x="329095" y="255828"/>
                </a:lnTo>
                <a:lnTo>
                  <a:pt x="305930" y="303085"/>
                </a:lnTo>
                <a:lnTo>
                  <a:pt x="277355" y="345948"/>
                </a:lnTo>
                <a:lnTo>
                  <a:pt x="280403" y="350520"/>
                </a:lnTo>
                <a:lnTo>
                  <a:pt x="305866" y="325945"/>
                </a:lnTo>
                <a:lnTo>
                  <a:pt x="329742" y="295656"/>
                </a:lnTo>
                <a:lnTo>
                  <a:pt x="352209" y="259651"/>
                </a:lnTo>
                <a:lnTo>
                  <a:pt x="373367" y="217932"/>
                </a:lnTo>
                <a:lnTo>
                  <a:pt x="387083" y="208788"/>
                </a:lnTo>
                <a:close/>
              </a:path>
              <a:path w="539750" h="445135">
                <a:moveTo>
                  <a:pt x="440423" y="141732"/>
                </a:moveTo>
                <a:lnTo>
                  <a:pt x="402323" y="123444"/>
                </a:lnTo>
                <a:lnTo>
                  <a:pt x="403072" y="145034"/>
                </a:lnTo>
                <a:lnTo>
                  <a:pt x="403504" y="176784"/>
                </a:lnTo>
                <a:lnTo>
                  <a:pt x="403733" y="220980"/>
                </a:lnTo>
                <a:lnTo>
                  <a:pt x="403847" y="358140"/>
                </a:lnTo>
                <a:lnTo>
                  <a:pt x="402323" y="362712"/>
                </a:lnTo>
                <a:lnTo>
                  <a:pt x="400799" y="364236"/>
                </a:lnTo>
                <a:lnTo>
                  <a:pt x="395351" y="365429"/>
                </a:lnTo>
                <a:lnTo>
                  <a:pt x="383463" y="364617"/>
                </a:lnTo>
                <a:lnTo>
                  <a:pt x="365010" y="362102"/>
                </a:lnTo>
                <a:lnTo>
                  <a:pt x="339839" y="358140"/>
                </a:lnTo>
                <a:lnTo>
                  <a:pt x="338315" y="364236"/>
                </a:lnTo>
                <a:lnTo>
                  <a:pt x="373367" y="382524"/>
                </a:lnTo>
                <a:lnTo>
                  <a:pt x="391655" y="403860"/>
                </a:lnTo>
                <a:lnTo>
                  <a:pt x="401967" y="399288"/>
                </a:lnTo>
                <a:lnTo>
                  <a:pt x="426707" y="365429"/>
                </a:lnTo>
                <a:lnTo>
                  <a:pt x="426707" y="153924"/>
                </a:lnTo>
                <a:lnTo>
                  <a:pt x="440423" y="141732"/>
                </a:lnTo>
                <a:close/>
              </a:path>
              <a:path w="539750" h="445135">
                <a:moveTo>
                  <a:pt x="531863" y="315468"/>
                </a:moveTo>
                <a:lnTo>
                  <a:pt x="518147" y="277368"/>
                </a:lnTo>
                <a:lnTo>
                  <a:pt x="492239" y="244411"/>
                </a:lnTo>
                <a:lnTo>
                  <a:pt x="448043" y="196596"/>
                </a:lnTo>
                <a:lnTo>
                  <a:pt x="444995" y="201168"/>
                </a:lnTo>
                <a:lnTo>
                  <a:pt x="456984" y="220916"/>
                </a:lnTo>
                <a:lnTo>
                  <a:pt x="467664" y="239077"/>
                </a:lnTo>
                <a:lnTo>
                  <a:pt x="491172" y="285584"/>
                </a:lnTo>
                <a:lnTo>
                  <a:pt x="505955" y="323088"/>
                </a:lnTo>
                <a:lnTo>
                  <a:pt x="507479" y="333756"/>
                </a:lnTo>
                <a:lnTo>
                  <a:pt x="510527" y="338328"/>
                </a:lnTo>
                <a:lnTo>
                  <a:pt x="516623" y="338328"/>
                </a:lnTo>
                <a:lnTo>
                  <a:pt x="519671" y="336804"/>
                </a:lnTo>
                <a:lnTo>
                  <a:pt x="524243" y="333756"/>
                </a:lnTo>
                <a:lnTo>
                  <a:pt x="530339" y="324612"/>
                </a:lnTo>
                <a:lnTo>
                  <a:pt x="531863" y="315468"/>
                </a:lnTo>
                <a:close/>
              </a:path>
              <a:path w="539750" h="445135">
                <a:moveTo>
                  <a:pt x="539483" y="103632"/>
                </a:moveTo>
                <a:lnTo>
                  <a:pt x="536854" y="100584"/>
                </a:lnTo>
                <a:lnTo>
                  <a:pt x="527646" y="89916"/>
                </a:lnTo>
                <a:lnTo>
                  <a:pt x="510527" y="70104"/>
                </a:lnTo>
                <a:lnTo>
                  <a:pt x="490715" y="89916"/>
                </a:lnTo>
                <a:lnTo>
                  <a:pt x="368795" y="89916"/>
                </a:lnTo>
                <a:lnTo>
                  <a:pt x="381419" y="62255"/>
                </a:lnTo>
                <a:lnTo>
                  <a:pt x="392036" y="41148"/>
                </a:lnTo>
                <a:lnTo>
                  <a:pt x="400951" y="26911"/>
                </a:lnTo>
                <a:lnTo>
                  <a:pt x="408419" y="19812"/>
                </a:lnTo>
                <a:lnTo>
                  <a:pt x="371843" y="0"/>
                </a:lnTo>
                <a:lnTo>
                  <a:pt x="360603" y="38671"/>
                </a:lnTo>
                <a:lnTo>
                  <a:pt x="345935" y="85344"/>
                </a:lnTo>
                <a:lnTo>
                  <a:pt x="324408" y="136017"/>
                </a:lnTo>
                <a:lnTo>
                  <a:pt x="297167" y="184404"/>
                </a:lnTo>
                <a:lnTo>
                  <a:pt x="300215" y="188976"/>
                </a:lnTo>
                <a:lnTo>
                  <a:pt x="317080" y="171526"/>
                </a:lnTo>
                <a:lnTo>
                  <a:pt x="333362" y="151066"/>
                </a:lnTo>
                <a:lnTo>
                  <a:pt x="349084" y="127469"/>
                </a:lnTo>
                <a:lnTo>
                  <a:pt x="364223" y="100584"/>
                </a:lnTo>
                <a:lnTo>
                  <a:pt x="493763" y="100584"/>
                </a:lnTo>
                <a:lnTo>
                  <a:pt x="469379" y="155448"/>
                </a:lnTo>
                <a:lnTo>
                  <a:pt x="473951" y="160020"/>
                </a:lnTo>
                <a:lnTo>
                  <a:pt x="484835" y="146075"/>
                </a:lnTo>
                <a:lnTo>
                  <a:pt x="494715" y="134112"/>
                </a:lnTo>
                <a:lnTo>
                  <a:pt x="503745" y="124447"/>
                </a:lnTo>
                <a:lnTo>
                  <a:pt x="512051" y="117348"/>
                </a:lnTo>
                <a:lnTo>
                  <a:pt x="518909" y="111353"/>
                </a:lnTo>
                <a:lnTo>
                  <a:pt x="525767" y="107061"/>
                </a:lnTo>
                <a:lnTo>
                  <a:pt x="532625" y="104495"/>
                </a:lnTo>
                <a:lnTo>
                  <a:pt x="539483" y="10363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" name="object 57"/>
          <p:cNvSpPr/>
          <p:nvPr/>
        </p:nvSpPr>
        <p:spPr>
          <a:xfrm>
            <a:off x="9396984" y="4450079"/>
            <a:ext cx="317500" cy="248920"/>
          </a:xfrm>
          <a:custGeom>
            <a:avLst/>
            <a:gdLst/>
            <a:ahLst/>
            <a:cxnLst/>
            <a:rect l="l" t="t" r="r" b="b"/>
            <a:pathLst>
              <a:path w="317500" h="248920">
                <a:moveTo>
                  <a:pt x="316991" y="248412"/>
                </a:moveTo>
                <a:lnTo>
                  <a:pt x="275843" y="248412"/>
                </a:lnTo>
                <a:lnTo>
                  <a:pt x="275820" y="100226"/>
                </a:lnTo>
                <a:lnTo>
                  <a:pt x="275653" y="92392"/>
                </a:lnTo>
                <a:lnTo>
                  <a:pt x="268223" y="54864"/>
                </a:lnTo>
                <a:lnTo>
                  <a:pt x="266699" y="48768"/>
                </a:lnTo>
                <a:lnTo>
                  <a:pt x="262127" y="45719"/>
                </a:lnTo>
                <a:lnTo>
                  <a:pt x="256031" y="42671"/>
                </a:lnTo>
                <a:lnTo>
                  <a:pt x="251459" y="39624"/>
                </a:lnTo>
                <a:lnTo>
                  <a:pt x="243839" y="38100"/>
                </a:lnTo>
                <a:lnTo>
                  <a:pt x="234695" y="38100"/>
                </a:lnTo>
                <a:lnTo>
                  <a:pt x="192785" y="54864"/>
                </a:lnTo>
                <a:lnTo>
                  <a:pt x="178307" y="68580"/>
                </a:lnTo>
                <a:lnTo>
                  <a:pt x="178307" y="248412"/>
                </a:lnTo>
                <a:lnTo>
                  <a:pt x="137159" y="248412"/>
                </a:lnTo>
                <a:lnTo>
                  <a:pt x="137159" y="77724"/>
                </a:lnTo>
                <a:lnTo>
                  <a:pt x="135635" y="68580"/>
                </a:lnTo>
                <a:lnTo>
                  <a:pt x="106679" y="38100"/>
                </a:lnTo>
                <a:lnTo>
                  <a:pt x="97536" y="38100"/>
                </a:lnTo>
                <a:lnTo>
                  <a:pt x="54863" y="55816"/>
                </a:lnTo>
                <a:lnTo>
                  <a:pt x="41148" y="67055"/>
                </a:lnTo>
                <a:lnTo>
                  <a:pt x="41148" y="248412"/>
                </a:lnTo>
                <a:lnTo>
                  <a:pt x="0" y="248412"/>
                </a:lnTo>
                <a:lnTo>
                  <a:pt x="0" y="6095"/>
                </a:lnTo>
                <a:lnTo>
                  <a:pt x="41148" y="6095"/>
                </a:lnTo>
                <a:lnTo>
                  <a:pt x="41148" y="33528"/>
                </a:lnTo>
                <a:lnTo>
                  <a:pt x="49148" y="25836"/>
                </a:lnTo>
                <a:lnTo>
                  <a:pt x="81176" y="3857"/>
                </a:lnTo>
                <a:lnTo>
                  <a:pt x="106679" y="0"/>
                </a:lnTo>
                <a:lnTo>
                  <a:pt x="117562" y="571"/>
                </a:lnTo>
                <a:lnTo>
                  <a:pt x="153114" y="14573"/>
                </a:lnTo>
                <a:lnTo>
                  <a:pt x="170687" y="41148"/>
                </a:lnTo>
                <a:lnTo>
                  <a:pt x="179831" y="31456"/>
                </a:lnTo>
                <a:lnTo>
                  <a:pt x="215788" y="5786"/>
                </a:lnTo>
                <a:lnTo>
                  <a:pt x="245363" y="0"/>
                </a:lnTo>
                <a:lnTo>
                  <a:pt x="253103" y="285"/>
                </a:lnTo>
                <a:lnTo>
                  <a:pt x="290822" y="14644"/>
                </a:lnTo>
                <a:lnTo>
                  <a:pt x="310895" y="47243"/>
                </a:lnTo>
                <a:lnTo>
                  <a:pt x="316991" y="88392"/>
                </a:lnTo>
                <a:lnTo>
                  <a:pt x="316991" y="24841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" name="object 58"/>
          <p:cNvSpPr/>
          <p:nvPr/>
        </p:nvSpPr>
        <p:spPr>
          <a:xfrm>
            <a:off x="2122932" y="4815839"/>
            <a:ext cx="403860" cy="410209"/>
          </a:xfrm>
          <a:custGeom>
            <a:avLst/>
            <a:gdLst/>
            <a:ahLst/>
            <a:cxnLst/>
            <a:rect l="l" t="t" r="r" b="b"/>
            <a:pathLst>
              <a:path w="403860" h="410210">
                <a:moveTo>
                  <a:pt x="269748" y="65532"/>
                </a:moveTo>
                <a:lnTo>
                  <a:pt x="265176" y="65532"/>
                </a:lnTo>
                <a:lnTo>
                  <a:pt x="262128" y="60960"/>
                </a:lnTo>
                <a:lnTo>
                  <a:pt x="259080" y="51816"/>
                </a:lnTo>
                <a:lnTo>
                  <a:pt x="254769" y="41243"/>
                </a:lnTo>
                <a:lnTo>
                  <a:pt x="248602" y="30099"/>
                </a:lnTo>
                <a:lnTo>
                  <a:pt x="240434" y="18383"/>
                </a:lnTo>
                <a:lnTo>
                  <a:pt x="230124" y="6096"/>
                </a:lnTo>
                <a:lnTo>
                  <a:pt x="233172" y="0"/>
                </a:lnTo>
                <a:lnTo>
                  <a:pt x="270462" y="22288"/>
                </a:lnTo>
                <a:lnTo>
                  <a:pt x="283464" y="38100"/>
                </a:lnTo>
                <a:lnTo>
                  <a:pt x="283464" y="45720"/>
                </a:lnTo>
                <a:lnTo>
                  <a:pt x="281940" y="51816"/>
                </a:lnTo>
                <a:lnTo>
                  <a:pt x="272796" y="64008"/>
                </a:lnTo>
                <a:lnTo>
                  <a:pt x="269748" y="65532"/>
                </a:lnTo>
                <a:close/>
              </a:path>
              <a:path w="403860" h="410210">
                <a:moveTo>
                  <a:pt x="6096" y="231648"/>
                </a:moveTo>
                <a:lnTo>
                  <a:pt x="0" y="227076"/>
                </a:lnTo>
                <a:lnTo>
                  <a:pt x="20574" y="197691"/>
                </a:lnTo>
                <a:lnTo>
                  <a:pt x="38862" y="166878"/>
                </a:lnTo>
                <a:lnTo>
                  <a:pt x="68580" y="102108"/>
                </a:lnTo>
                <a:lnTo>
                  <a:pt x="91440" y="45148"/>
                </a:lnTo>
                <a:lnTo>
                  <a:pt x="105156" y="3048"/>
                </a:lnTo>
                <a:lnTo>
                  <a:pt x="140208" y="25908"/>
                </a:lnTo>
                <a:lnTo>
                  <a:pt x="133397" y="29337"/>
                </a:lnTo>
                <a:lnTo>
                  <a:pt x="126873" y="35052"/>
                </a:lnTo>
                <a:lnTo>
                  <a:pt x="120919" y="43053"/>
                </a:lnTo>
                <a:lnTo>
                  <a:pt x="115824" y="53340"/>
                </a:lnTo>
                <a:lnTo>
                  <a:pt x="109420" y="65532"/>
                </a:lnTo>
                <a:lnTo>
                  <a:pt x="102108" y="80391"/>
                </a:lnTo>
                <a:lnTo>
                  <a:pt x="93535" y="98345"/>
                </a:lnTo>
                <a:lnTo>
                  <a:pt x="83820" y="118872"/>
                </a:lnTo>
                <a:lnTo>
                  <a:pt x="105156" y="131064"/>
                </a:lnTo>
                <a:lnTo>
                  <a:pt x="91440" y="144780"/>
                </a:lnTo>
                <a:lnTo>
                  <a:pt x="91440" y="150876"/>
                </a:lnTo>
                <a:lnTo>
                  <a:pt x="68580" y="150876"/>
                </a:lnTo>
                <a:lnTo>
                  <a:pt x="51958" y="174855"/>
                </a:lnTo>
                <a:lnTo>
                  <a:pt x="36195" y="196405"/>
                </a:lnTo>
                <a:lnTo>
                  <a:pt x="21002" y="215384"/>
                </a:lnTo>
                <a:lnTo>
                  <a:pt x="6096" y="231648"/>
                </a:lnTo>
                <a:close/>
              </a:path>
              <a:path w="403860" h="410210">
                <a:moveTo>
                  <a:pt x="106680" y="384048"/>
                </a:moveTo>
                <a:lnTo>
                  <a:pt x="102108" y="381000"/>
                </a:lnTo>
                <a:lnTo>
                  <a:pt x="110966" y="365545"/>
                </a:lnTo>
                <a:lnTo>
                  <a:pt x="119253" y="348805"/>
                </a:lnTo>
                <a:lnTo>
                  <a:pt x="134112" y="310895"/>
                </a:lnTo>
                <a:lnTo>
                  <a:pt x="146494" y="268795"/>
                </a:lnTo>
                <a:lnTo>
                  <a:pt x="155448" y="220980"/>
                </a:lnTo>
                <a:lnTo>
                  <a:pt x="159829" y="153924"/>
                </a:lnTo>
                <a:lnTo>
                  <a:pt x="159834" y="102108"/>
                </a:lnTo>
                <a:lnTo>
                  <a:pt x="158496" y="50292"/>
                </a:lnTo>
                <a:lnTo>
                  <a:pt x="182880" y="65532"/>
                </a:lnTo>
                <a:lnTo>
                  <a:pt x="372364" y="65532"/>
                </a:lnTo>
                <a:lnTo>
                  <a:pt x="381000" y="73152"/>
                </a:lnTo>
                <a:lnTo>
                  <a:pt x="376936" y="76200"/>
                </a:lnTo>
                <a:lnTo>
                  <a:pt x="182880" y="76200"/>
                </a:lnTo>
                <a:lnTo>
                  <a:pt x="182880" y="128016"/>
                </a:lnTo>
                <a:lnTo>
                  <a:pt x="368849" y="128016"/>
                </a:lnTo>
                <a:lnTo>
                  <a:pt x="369036" y="134921"/>
                </a:lnTo>
                <a:lnTo>
                  <a:pt x="369269" y="138684"/>
                </a:lnTo>
                <a:lnTo>
                  <a:pt x="182880" y="138684"/>
                </a:lnTo>
                <a:lnTo>
                  <a:pt x="181451" y="183284"/>
                </a:lnTo>
                <a:lnTo>
                  <a:pt x="177165" y="223456"/>
                </a:lnTo>
                <a:lnTo>
                  <a:pt x="160020" y="291083"/>
                </a:lnTo>
                <a:lnTo>
                  <a:pt x="135636" y="342709"/>
                </a:lnTo>
                <a:lnTo>
                  <a:pt x="121872" y="364593"/>
                </a:lnTo>
                <a:lnTo>
                  <a:pt x="106680" y="384048"/>
                </a:lnTo>
                <a:close/>
              </a:path>
              <a:path w="403860" h="410210">
                <a:moveTo>
                  <a:pt x="372364" y="65532"/>
                </a:moveTo>
                <a:lnTo>
                  <a:pt x="342900" y="65532"/>
                </a:lnTo>
                <a:lnTo>
                  <a:pt x="355092" y="50292"/>
                </a:lnTo>
                <a:lnTo>
                  <a:pt x="372364" y="65532"/>
                </a:lnTo>
                <a:close/>
              </a:path>
              <a:path w="403860" h="410210">
                <a:moveTo>
                  <a:pt x="368849" y="128016"/>
                </a:moveTo>
                <a:lnTo>
                  <a:pt x="345948" y="128016"/>
                </a:lnTo>
                <a:lnTo>
                  <a:pt x="345948" y="76200"/>
                </a:lnTo>
                <a:lnTo>
                  <a:pt x="376936" y="76200"/>
                </a:lnTo>
                <a:lnTo>
                  <a:pt x="368808" y="82296"/>
                </a:lnTo>
                <a:lnTo>
                  <a:pt x="368849" y="128016"/>
                </a:lnTo>
                <a:close/>
              </a:path>
              <a:path w="403860" h="410210">
                <a:moveTo>
                  <a:pt x="345948" y="158496"/>
                </a:moveTo>
                <a:lnTo>
                  <a:pt x="345948" y="138684"/>
                </a:lnTo>
                <a:lnTo>
                  <a:pt x="369269" y="138684"/>
                </a:lnTo>
                <a:lnTo>
                  <a:pt x="369450" y="141612"/>
                </a:lnTo>
                <a:lnTo>
                  <a:pt x="370332" y="149352"/>
                </a:lnTo>
                <a:lnTo>
                  <a:pt x="345948" y="158496"/>
                </a:lnTo>
                <a:close/>
              </a:path>
              <a:path w="403860" h="410210">
                <a:moveTo>
                  <a:pt x="67056" y="409956"/>
                </a:moveTo>
                <a:lnTo>
                  <a:pt x="67272" y="377475"/>
                </a:lnTo>
                <a:lnTo>
                  <a:pt x="67391" y="368808"/>
                </a:lnTo>
                <a:lnTo>
                  <a:pt x="67800" y="345948"/>
                </a:lnTo>
                <a:lnTo>
                  <a:pt x="68341" y="322302"/>
                </a:lnTo>
                <a:lnTo>
                  <a:pt x="68501" y="311610"/>
                </a:lnTo>
                <a:lnTo>
                  <a:pt x="68580" y="150876"/>
                </a:lnTo>
                <a:lnTo>
                  <a:pt x="91440" y="150876"/>
                </a:lnTo>
                <a:lnTo>
                  <a:pt x="91542" y="322302"/>
                </a:lnTo>
                <a:lnTo>
                  <a:pt x="91630" y="334137"/>
                </a:lnTo>
                <a:lnTo>
                  <a:pt x="92082" y="362950"/>
                </a:lnTo>
                <a:lnTo>
                  <a:pt x="92964" y="397763"/>
                </a:lnTo>
                <a:lnTo>
                  <a:pt x="67056" y="409956"/>
                </a:lnTo>
                <a:close/>
              </a:path>
              <a:path w="403860" h="410210">
                <a:moveTo>
                  <a:pt x="188976" y="396239"/>
                </a:moveTo>
                <a:lnTo>
                  <a:pt x="189212" y="377475"/>
                </a:lnTo>
                <a:lnTo>
                  <a:pt x="189771" y="361188"/>
                </a:lnTo>
                <a:lnTo>
                  <a:pt x="190236" y="350520"/>
                </a:lnTo>
                <a:lnTo>
                  <a:pt x="190293" y="348805"/>
                </a:lnTo>
                <a:lnTo>
                  <a:pt x="190402" y="227076"/>
                </a:lnTo>
                <a:lnTo>
                  <a:pt x="190261" y="220479"/>
                </a:lnTo>
                <a:lnTo>
                  <a:pt x="189738" y="207454"/>
                </a:lnTo>
                <a:lnTo>
                  <a:pt x="189214" y="192428"/>
                </a:lnTo>
                <a:lnTo>
                  <a:pt x="188976" y="175260"/>
                </a:lnTo>
                <a:lnTo>
                  <a:pt x="211836" y="192024"/>
                </a:lnTo>
                <a:lnTo>
                  <a:pt x="396544" y="192024"/>
                </a:lnTo>
                <a:lnTo>
                  <a:pt x="403860" y="198120"/>
                </a:lnTo>
                <a:lnTo>
                  <a:pt x="399505" y="201168"/>
                </a:lnTo>
                <a:lnTo>
                  <a:pt x="211836" y="201168"/>
                </a:lnTo>
                <a:lnTo>
                  <a:pt x="211836" y="272795"/>
                </a:lnTo>
                <a:lnTo>
                  <a:pt x="388620" y="272795"/>
                </a:lnTo>
                <a:lnTo>
                  <a:pt x="388620" y="283464"/>
                </a:lnTo>
                <a:lnTo>
                  <a:pt x="211836" y="283464"/>
                </a:lnTo>
                <a:lnTo>
                  <a:pt x="211836" y="385572"/>
                </a:lnTo>
                <a:lnTo>
                  <a:pt x="188976" y="396239"/>
                </a:lnTo>
                <a:close/>
              </a:path>
              <a:path w="403860" h="410210">
                <a:moveTo>
                  <a:pt x="396544" y="192024"/>
                </a:moveTo>
                <a:lnTo>
                  <a:pt x="362712" y="192024"/>
                </a:lnTo>
                <a:lnTo>
                  <a:pt x="376428" y="175260"/>
                </a:lnTo>
                <a:lnTo>
                  <a:pt x="396544" y="192024"/>
                </a:lnTo>
                <a:close/>
              </a:path>
              <a:path w="403860" h="410210">
                <a:moveTo>
                  <a:pt x="269748" y="272795"/>
                </a:moveTo>
                <a:lnTo>
                  <a:pt x="246888" y="272795"/>
                </a:lnTo>
                <a:lnTo>
                  <a:pt x="246888" y="201168"/>
                </a:lnTo>
                <a:lnTo>
                  <a:pt x="269748" y="201168"/>
                </a:lnTo>
                <a:lnTo>
                  <a:pt x="269748" y="272795"/>
                </a:lnTo>
                <a:close/>
              </a:path>
              <a:path w="403860" h="410210">
                <a:moveTo>
                  <a:pt x="330708" y="272795"/>
                </a:moveTo>
                <a:lnTo>
                  <a:pt x="307848" y="272795"/>
                </a:lnTo>
                <a:lnTo>
                  <a:pt x="307848" y="201168"/>
                </a:lnTo>
                <a:lnTo>
                  <a:pt x="330708" y="201168"/>
                </a:lnTo>
                <a:lnTo>
                  <a:pt x="330708" y="272795"/>
                </a:lnTo>
                <a:close/>
              </a:path>
              <a:path w="403860" h="410210">
                <a:moveTo>
                  <a:pt x="388620" y="272795"/>
                </a:moveTo>
                <a:lnTo>
                  <a:pt x="365760" y="272795"/>
                </a:lnTo>
                <a:lnTo>
                  <a:pt x="365760" y="201168"/>
                </a:lnTo>
                <a:lnTo>
                  <a:pt x="399505" y="201168"/>
                </a:lnTo>
                <a:lnTo>
                  <a:pt x="388620" y="208788"/>
                </a:lnTo>
                <a:lnTo>
                  <a:pt x="388620" y="272795"/>
                </a:lnTo>
                <a:close/>
              </a:path>
              <a:path w="403860" h="410210">
                <a:moveTo>
                  <a:pt x="246888" y="368808"/>
                </a:moveTo>
                <a:lnTo>
                  <a:pt x="246888" y="283464"/>
                </a:lnTo>
                <a:lnTo>
                  <a:pt x="269748" y="283464"/>
                </a:lnTo>
                <a:lnTo>
                  <a:pt x="269748" y="361188"/>
                </a:lnTo>
                <a:lnTo>
                  <a:pt x="246888" y="368808"/>
                </a:lnTo>
                <a:close/>
              </a:path>
              <a:path w="403860" h="410210">
                <a:moveTo>
                  <a:pt x="307848" y="355092"/>
                </a:moveTo>
                <a:lnTo>
                  <a:pt x="307848" y="283464"/>
                </a:lnTo>
                <a:lnTo>
                  <a:pt x="330708" y="283464"/>
                </a:lnTo>
                <a:lnTo>
                  <a:pt x="330708" y="345948"/>
                </a:lnTo>
                <a:lnTo>
                  <a:pt x="307848" y="355092"/>
                </a:lnTo>
                <a:close/>
              </a:path>
              <a:path w="403860" h="410210">
                <a:moveTo>
                  <a:pt x="388335" y="367284"/>
                </a:moveTo>
                <a:lnTo>
                  <a:pt x="362712" y="367284"/>
                </a:lnTo>
                <a:lnTo>
                  <a:pt x="367284" y="361188"/>
                </a:lnTo>
                <a:lnTo>
                  <a:pt x="365760" y="350520"/>
                </a:lnTo>
                <a:lnTo>
                  <a:pt x="365760" y="283464"/>
                </a:lnTo>
                <a:lnTo>
                  <a:pt x="388620" y="283464"/>
                </a:lnTo>
                <a:lnTo>
                  <a:pt x="388549" y="366141"/>
                </a:lnTo>
                <a:lnTo>
                  <a:pt x="388335" y="367284"/>
                </a:lnTo>
                <a:close/>
              </a:path>
              <a:path w="403860" h="410210">
                <a:moveTo>
                  <a:pt x="355092" y="402336"/>
                </a:moveTo>
                <a:lnTo>
                  <a:pt x="351639" y="393477"/>
                </a:lnTo>
                <a:lnTo>
                  <a:pt x="343471" y="385191"/>
                </a:lnTo>
                <a:lnTo>
                  <a:pt x="330446" y="377475"/>
                </a:lnTo>
                <a:lnTo>
                  <a:pt x="312420" y="370332"/>
                </a:lnTo>
                <a:lnTo>
                  <a:pt x="312420" y="362712"/>
                </a:lnTo>
                <a:lnTo>
                  <a:pt x="325493" y="364712"/>
                </a:lnTo>
                <a:lnTo>
                  <a:pt x="336994" y="366141"/>
                </a:lnTo>
                <a:lnTo>
                  <a:pt x="346495" y="366998"/>
                </a:lnTo>
                <a:lnTo>
                  <a:pt x="353568" y="367284"/>
                </a:lnTo>
                <a:lnTo>
                  <a:pt x="388335" y="367284"/>
                </a:lnTo>
                <a:lnTo>
                  <a:pt x="386595" y="376618"/>
                </a:lnTo>
                <a:lnTo>
                  <a:pt x="380428" y="386334"/>
                </a:lnTo>
                <a:lnTo>
                  <a:pt x="369974" y="394906"/>
                </a:lnTo>
                <a:lnTo>
                  <a:pt x="355092" y="40233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" name="object 59"/>
          <p:cNvSpPr/>
          <p:nvPr/>
        </p:nvSpPr>
        <p:spPr>
          <a:xfrm>
            <a:off x="2581643" y="4815840"/>
            <a:ext cx="1960245" cy="407034"/>
          </a:xfrm>
          <a:custGeom>
            <a:avLst/>
            <a:gdLst/>
            <a:ahLst/>
            <a:cxnLst/>
            <a:rect l="l" t="t" r="r" b="b"/>
            <a:pathLst>
              <a:path w="1960245" h="407035">
                <a:moveTo>
                  <a:pt x="132588" y="109728"/>
                </a:moveTo>
                <a:lnTo>
                  <a:pt x="132499" y="98920"/>
                </a:lnTo>
                <a:lnTo>
                  <a:pt x="129540" y="94488"/>
                </a:lnTo>
                <a:lnTo>
                  <a:pt x="124968" y="86868"/>
                </a:lnTo>
                <a:lnTo>
                  <a:pt x="119595" y="81495"/>
                </a:lnTo>
                <a:lnTo>
                  <a:pt x="110490" y="74676"/>
                </a:lnTo>
                <a:lnTo>
                  <a:pt x="97967" y="66725"/>
                </a:lnTo>
                <a:lnTo>
                  <a:pt x="82296" y="57912"/>
                </a:lnTo>
                <a:lnTo>
                  <a:pt x="79248" y="62484"/>
                </a:lnTo>
                <a:lnTo>
                  <a:pt x="88684" y="74828"/>
                </a:lnTo>
                <a:lnTo>
                  <a:pt x="96393" y="86868"/>
                </a:lnTo>
                <a:lnTo>
                  <a:pt x="102400" y="98920"/>
                </a:lnTo>
                <a:lnTo>
                  <a:pt x="106680" y="111252"/>
                </a:lnTo>
                <a:lnTo>
                  <a:pt x="109728" y="121920"/>
                </a:lnTo>
                <a:lnTo>
                  <a:pt x="114300" y="126492"/>
                </a:lnTo>
                <a:lnTo>
                  <a:pt x="118872" y="126492"/>
                </a:lnTo>
                <a:lnTo>
                  <a:pt x="121920" y="124968"/>
                </a:lnTo>
                <a:lnTo>
                  <a:pt x="126479" y="118897"/>
                </a:lnTo>
                <a:lnTo>
                  <a:pt x="131064" y="114300"/>
                </a:lnTo>
                <a:lnTo>
                  <a:pt x="132588" y="109728"/>
                </a:lnTo>
                <a:close/>
              </a:path>
              <a:path w="1960245" h="407035">
                <a:moveTo>
                  <a:pt x="220980" y="92964"/>
                </a:moveTo>
                <a:lnTo>
                  <a:pt x="188976" y="60439"/>
                </a:lnTo>
                <a:lnTo>
                  <a:pt x="170688" y="48768"/>
                </a:lnTo>
                <a:lnTo>
                  <a:pt x="167640" y="51816"/>
                </a:lnTo>
                <a:lnTo>
                  <a:pt x="177952" y="66395"/>
                </a:lnTo>
                <a:lnTo>
                  <a:pt x="186118" y="80391"/>
                </a:lnTo>
                <a:lnTo>
                  <a:pt x="192290" y="93827"/>
                </a:lnTo>
                <a:lnTo>
                  <a:pt x="196596" y="106680"/>
                </a:lnTo>
                <a:lnTo>
                  <a:pt x="199644" y="117348"/>
                </a:lnTo>
                <a:lnTo>
                  <a:pt x="202692" y="123444"/>
                </a:lnTo>
                <a:lnTo>
                  <a:pt x="207264" y="123444"/>
                </a:lnTo>
                <a:lnTo>
                  <a:pt x="219456" y="111252"/>
                </a:lnTo>
                <a:lnTo>
                  <a:pt x="220941" y="105346"/>
                </a:lnTo>
                <a:lnTo>
                  <a:pt x="220980" y="92964"/>
                </a:lnTo>
                <a:close/>
              </a:path>
              <a:path w="1960245" h="407035">
                <a:moveTo>
                  <a:pt x="332232" y="60960"/>
                </a:moveTo>
                <a:lnTo>
                  <a:pt x="300228" y="38100"/>
                </a:lnTo>
                <a:lnTo>
                  <a:pt x="295643" y="51244"/>
                </a:lnTo>
                <a:lnTo>
                  <a:pt x="290893" y="63246"/>
                </a:lnTo>
                <a:lnTo>
                  <a:pt x="285877" y="74104"/>
                </a:lnTo>
                <a:lnTo>
                  <a:pt x="280416" y="83820"/>
                </a:lnTo>
                <a:lnTo>
                  <a:pt x="274688" y="94107"/>
                </a:lnTo>
                <a:lnTo>
                  <a:pt x="268795" y="104394"/>
                </a:lnTo>
                <a:lnTo>
                  <a:pt x="262636" y="114681"/>
                </a:lnTo>
                <a:lnTo>
                  <a:pt x="256032" y="124968"/>
                </a:lnTo>
                <a:lnTo>
                  <a:pt x="260604" y="128016"/>
                </a:lnTo>
                <a:lnTo>
                  <a:pt x="272897" y="118897"/>
                </a:lnTo>
                <a:lnTo>
                  <a:pt x="286893" y="105346"/>
                </a:lnTo>
                <a:lnTo>
                  <a:pt x="302615" y="87515"/>
                </a:lnTo>
                <a:lnTo>
                  <a:pt x="320040" y="65532"/>
                </a:lnTo>
                <a:lnTo>
                  <a:pt x="332232" y="60960"/>
                </a:lnTo>
                <a:close/>
              </a:path>
              <a:path w="1960245" h="407035">
                <a:moveTo>
                  <a:pt x="359664" y="32004"/>
                </a:moveTo>
                <a:lnTo>
                  <a:pt x="333756" y="0"/>
                </a:lnTo>
                <a:lnTo>
                  <a:pt x="315709" y="7721"/>
                </a:lnTo>
                <a:lnTo>
                  <a:pt x="291084" y="14859"/>
                </a:lnTo>
                <a:lnTo>
                  <a:pt x="220980" y="27432"/>
                </a:lnTo>
                <a:lnTo>
                  <a:pt x="178460" y="33515"/>
                </a:lnTo>
                <a:lnTo>
                  <a:pt x="133350" y="38290"/>
                </a:lnTo>
                <a:lnTo>
                  <a:pt x="85966" y="42227"/>
                </a:lnTo>
                <a:lnTo>
                  <a:pt x="36576" y="45720"/>
                </a:lnTo>
                <a:lnTo>
                  <a:pt x="36576" y="51816"/>
                </a:lnTo>
                <a:lnTo>
                  <a:pt x="90855" y="50126"/>
                </a:lnTo>
                <a:lnTo>
                  <a:pt x="141541" y="47434"/>
                </a:lnTo>
                <a:lnTo>
                  <a:pt x="188531" y="43891"/>
                </a:lnTo>
                <a:lnTo>
                  <a:pt x="231648" y="39624"/>
                </a:lnTo>
                <a:lnTo>
                  <a:pt x="305943" y="34099"/>
                </a:lnTo>
                <a:lnTo>
                  <a:pt x="335381" y="32562"/>
                </a:lnTo>
                <a:lnTo>
                  <a:pt x="359664" y="32004"/>
                </a:lnTo>
                <a:close/>
              </a:path>
              <a:path w="1960245" h="407035">
                <a:moveTo>
                  <a:pt x="384048" y="144780"/>
                </a:moveTo>
                <a:lnTo>
                  <a:pt x="373913" y="134112"/>
                </a:lnTo>
                <a:lnTo>
                  <a:pt x="355092" y="114300"/>
                </a:lnTo>
                <a:lnTo>
                  <a:pt x="336804" y="134112"/>
                </a:lnTo>
                <a:lnTo>
                  <a:pt x="45720" y="134112"/>
                </a:lnTo>
                <a:lnTo>
                  <a:pt x="45720" y="114300"/>
                </a:lnTo>
                <a:lnTo>
                  <a:pt x="39624" y="114300"/>
                </a:lnTo>
                <a:lnTo>
                  <a:pt x="22694" y="159092"/>
                </a:lnTo>
                <a:lnTo>
                  <a:pt x="4572" y="175260"/>
                </a:lnTo>
                <a:lnTo>
                  <a:pt x="0" y="181356"/>
                </a:lnTo>
                <a:lnTo>
                  <a:pt x="0" y="185928"/>
                </a:lnTo>
                <a:lnTo>
                  <a:pt x="6096" y="188976"/>
                </a:lnTo>
                <a:lnTo>
                  <a:pt x="9144" y="192024"/>
                </a:lnTo>
                <a:lnTo>
                  <a:pt x="13716" y="193548"/>
                </a:lnTo>
                <a:lnTo>
                  <a:pt x="21336" y="193548"/>
                </a:lnTo>
                <a:lnTo>
                  <a:pt x="45135" y="161315"/>
                </a:lnTo>
                <a:lnTo>
                  <a:pt x="45720" y="144780"/>
                </a:lnTo>
                <a:lnTo>
                  <a:pt x="339852" y="144780"/>
                </a:lnTo>
                <a:lnTo>
                  <a:pt x="321564" y="185928"/>
                </a:lnTo>
                <a:lnTo>
                  <a:pt x="327660" y="187452"/>
                </a:lnTo>
                <a:lnTo>
                  <a:pt x="335572" y="176974"/>
                </a:lnTo>
                <a:lnTo>
                  <a:pt x="343471" y="168021"/>
                </a:lnTo>
                <a:lnTo>
                  <a:pt x="378079" y="145592"/>
                </a:lnTo>
                <a:lnTo>
                  <a:pt x="384048" y="144780"/>
                </a:lnTo>
                <a:close/>
              </a:path>
              <a:path w="1960245" h="407035">
                <a:moveTo>
                  <a:pt x="391668" y="371856"/>
                </a:moveTo>
                <a:lnTo>
                  <a:pt x="346862" y="369239"/>
                </a:lnTo>
                <a:lnTo>
                  <a:pt x="306324" y="363474"/>
                </a:lnTo>
                <a:lnTo>
                  <a:pt x="270370" y="354291"/>
                </a:lnTo>
                <a:lnTo>
                  <a:pt x="268655" y="353568"/>
                </a:lnTo>
                <a:lnTo>
                  <a:pt x="239268" y="341376"/>
                </a:lnTo>
                <a:lnTo>
                  <a:pt x="253657" y="329184"/>
                </a:lnTo>
                <a:lnTo>
                  <a:pt x="254444" y="328523"/>
                </a:lnTo>
                <a:lnTo>
                  <a:pt x="270319" y="312801"/>
                </a:lnTo>
                <a:lnTo>
                  <a:pt x="287070" y="294233"/>
                </a:lnTo>
                <a:lnTo>
                  <a:pt x="304800" y="272796"/>
                </a:lnTo>
                <a:lnTo>
                  <a:pt x="320040" y="263652"/>
                </a:lnTo>
                <a:lnTo>
                  <a:pt x="318516" y="262128"/>
                </a:lnTo>
                <a:lnTo>
                  <a:pt x="310896" y="254508"/>
                </a:lnTo>
                <a:lnTo>
                  <a:pt x="294132" y="237744"/>
                </a:lnTo>
                <a:lnTo>
                  <a:pt x="278892" y="254508"/>
                </a:lnTo>
                <a:lnTo>
                  <a:pt x="278892" y="263652"/>
                </a:lnTo>
                <a:lnTo>
                  <a:pt x="265988" y="281609"/>
                </a:lnTo>
                <a:lnTo>
                  <a:pt x="252222" y="298704"/>
                </a:lnTo>
                <a:lnTo>
                  <a:pt x="237324" y="314667"/>
                </a:lnTo>
                <a:lnTo>
                  <a:pt x="220980" y="329184"/>
                </a:lnTo>
                <a:lnTo>
                  <a:pt x="213842" y="324027"/>
                </a:lnTo>
                <a:lnTo>
                  <a:pt x="179527" y="290233"/>
                </a:lnTo>
                <a:lnTo>
                  <a:pt x="160020" y="263652"/>
                </a:lnTo>
                <a:lnTo>
                  <a:pt x="278892" y="263652"/>
                </a:lnTo>
                <a:lnTo>
                  <a:pt x="278892" y="254508"/>
                </a:lnTo>
                <a:lnTo>
                  <a:pt x="153924" y="254508"/>
                </a:lnTo>
                <a:lnTo>
                  <a:pt x="157124" y="244513"/>
                </a:lnTo>
                <a:lnTo>
                  <a:pt x="160020" y="235077"/>
                </a:lnTo>
                <a:lnTo>
                  <a:pt x="162928" y="226225"/>
                </a:lnTo>
                <a:lnTo>
                  <a:pt x="166116" y="217932"/>
                </a:lnTo>
                <a:lnTo>
                  <a:pt x="345948" y="217932"/>
                </a:lnTo>
                <a:lnTo>
                  <a:pt x="316992" y="185928"/>
                </a:lnTo>
                <a:lnTo>
                  <a:pt x="295656" y="207264"/>
                </a:lnTo>
                <a:lnTo>
                  <a:pt x="167640" y="207264"/>
                </a:lnTo>
                <a:lnTo>
                  <a:pt x="172212" y="181356"/>
                </a:lnTo>
                <a:lnTo>
                  <a:pt x="184404" y="170688"/>
                </a:lnTo>
                <a:lnTo>
                  <a:pt x="146304" y="152400"/>
                </a:lnTo>
                <a:lnTo>
                  <a:pt x="146024" y="164198"/>
                </a:lnTo>
                <a:lnTo>
                  <a:pt x="145161" y="176974"/>
                </a:lnTo>
                <a:lnTo>
                  <a:pt x="143738" y="191198"/>
                </a:lnTo>
                <a:lnTo>
                  <a:pt x="141732" y="207264"/>
                </a:lnTo>
                <a:lnTo>
                  <a:pt x="33528" y="207264"/>
                </a:lnTo>
                <a:lnTo>
                  <a:pt x="48768" y="222504"/>
                </a:lnTo>
                <a:lnTo>
                  <a:pt x="59080" y="220510"/>
                </a:lnTo>
                <a:lnTo>
                  <a:pt x="69532" y="219075"/>
                </a:lnTo>
                <a:lnTo>
                  <a:pt x="80276" y="218224"/>
                </a:lnTo>
                <a:lnTo>
                  <a:pt x="91440" y="217932"/>
                </a:lnTo>
                <a:lnTo>
                  <a:pt x="140208" y="217932"/>
                </a:lnTo>
                <a:lnTo>
                  <a:pt x="124231" y="265658"/>
                </a:lnTo>
                <a:lnTo>
                  <a:pt x="96964" y="310515"/>
                </a:lnTo>
                <a:lnTo>
                  <a:pt x="58559" y="352526"/>
                </a:lnTo>
                <a:lnTo>
                  <a:pt x="9144" y="391668"/>
                </a:lnTo>
                <a:lnTo>
                  <a:pt x="10668" y="397764"/>
                </a:lnTo>
                <a:lnTo>
                  <a:pt x="58089" y="369506"/>
                </a:lnTo>
                <a:lnTo>
                  <a:pt x="97345" y="337375"/>
                </a:lnTo>
                <a:lnTo>
                  <a:pt x="128333" y="301548"/>
                </a:lnTo>
                <a:lnTo>
                  <a:pt x="150876" y="262128"/>
                </a:lnTo>
                <a:lnTo>
                  <a:pt x="161188" y="283298"/>
                </a:lnTo>
                <a:lnTo>
                  <a:pt x="173926" y="303466"/>
                </a:lnTo>
                <a:lnTo>
                  <a:pt x="189242" y="322783"/>
                </a:lnTo>
                <a:lnTo>
                  <a:pt x="207264" y="341376"/>
                </a:lnTo>
                <a:lnTo>
                  <a:pt x="178168" y="358787"/>
                </a:lnTo>
                <a:lnTo>
                  <a:pt x="143637" y="374332"/>
                </a:lnTo>
                <a:lnTo>
                  <a:pt x="103974" y="387883"/>
                </a:lnTo>
                <a:lnTo>
                  <a:pt x="59436" y="399288"/>
                </a:lnTo>
                <a:lnTo>
                  <a:pt x="59436" y="406908"/>
                </a:lnTo>
                <a:lnTo>
                  <a:pt x="109778" y="398360"/>
                </a:lnTo>
                <a:lnTo>
                  <a:pt x="153543" y="386524"/>
                </a:lnTo>
                <a:lnTo>
                  <a:pt x="191033" y="371551"/>
                </a:lnTo>
                <a:lnTo>
                  <a:pt x="222504" y="353568"/>
                </a:lnTo>
                <a:lnTo>
                  <a:pt x="249135" y="367842"/>
                </a:lnTo>
                <a:lnTo>
                  <a:pt x="281178" y="380809"/>
                </a:lnTo>
                <a:lnTo>
                  <a:pt x="318947" y="392366"/>
                </a:lnTo>
                <a:lnTo>
                  <a:pt x="362712" y="402336"/>
                </a:lnTo>
                <a:lnTo>
                  <a:pt x="368096" y="392099"/>
                </a:lnTo>
                <a:lnTo>
                  <a:pt x="374904" y="384429"/>
                </a:lnTo>
                <a:lnTo>
                  <a:pt x="382866" y="379628"/>
                </a:lnTo>
                <a:lnTo>
                  <a:pt x="391668" y="377952"/>
                </a:lnTo>
                <a:lnTo>
                  <a:pt x="391668" y="371856"/>
                </a:lnTo>
                <a:close/>
              </a:path>
              <a:path w="1960245" h="407035">
                <a:moveTo>
                  <a:pt x="737628" y="121932"/>
                </a:moveTo>
                <a:lnTo>
                  <a:pt x="696480" y="121932"/>
                </a:lnTo>
                <a:lnTo>
                  <a:pt x="656856" y="310908"/>
                </a:lnTo>
                <a:lnTo>
                  <a:pt x="597420" y="121932"/>
                </a:lnTo>
                <a:lnTo>
                  <a:pt x="563892" y="121932"/>
                </a:lnTo>
                <a:lnTo>
                  <a:pt x="505980" y="310908"/>
                </a:lnTo>
                <a:lnTo>
                  <a:pt x="463308" y="121932"/>
                </a:lnTo>
                <a:lnTo>
                  <a:pt x="420636" y="121932"/>
                </a:lnTo>
                <a:lnTo>
                  <a:pt x="483120" y="365772"/>
                </a:lnTo>
                <a:lnTo>
                  <a:pt x="521220" y="365772"/>
                </a:lnTo>
                <a:lnTo>
                  <a:pt x="579132" y="178320"/>
                </a:lnTo>
                <a:lnTo>
                  <a:pt x="638568" y="365772"/>
                </a:lnTo>
                <a:lnTo>
                  <a:pt x="676668" y="365772"/>
                </a:lnTo>
                <a:lnTo>
                  <a:pt x="737628" y="121932"/>
                </a:lnTo>
                <a:close/>
              </a:path>
              <a:path w="1960245" h="407035">
                <a:moveTo>
                  <a:pt x="1150632" y="220980"/>
                </a:moveTo>
                <a:lnTo>
                  <a:pt x="1143012" y="213360"/>
                </a:lnTo>
                <a:lnTo>
                  <a:pt x="1124724" y="195072"/>
                </a:lnTo>
                <a:lnTo>
                  <a:pt x="1111008" y="210045"/>
                </a:lnTo>
                <a:lnTo>
                  <a:pt x="1111008" y="224028"/>
                </a:lnTo>
                <a:lnTo>
                  <a:pt x="1111008" y="309372"/>
                </a:lnTo>
                <a:lnTo>
                  <a:pt x="1010424" y="309372"/>
                </a:lnTo>
                <a:lnTo>
                  <a:pt x="1010424" y="224028"/>
                </a:lnTo>
                <a:lnTo>
                  <a:pt x="1111008" y="224028"/>
                </a:lnTo>
                <a:lnTo>
                  <a:pt x="1111008" y="210045"/>
                </a:lnTo>
                <a:lnTo>
                  <a:pt x="1107960" y="213360"/>
                </a:lnTo>
                <a:lnTo>
                  <a:pt x="1011948" y="213360"/>
                </a:lnTo>
                <a:lnTo>
                  <a:pt x="984516" y="196596"/>
                </a:lnTo>
                <a:lnTo>
                  <a:pt x="984745" y="214007"/>
                </a:lnTo>
                <a:lnTo>
                  <a:pt x="985799" y="249936"/>
                </a:lnTo>
                <a:lnTo>
                  <a:pt x="986002" y="265633"/>
                </a:lnTo>
                <a:lnTo>
                  <a:pt x="985888" y="280568"/>
                </a:lnTo>
                <a:lnTo>
                  <a:pt x="985799" y="288277"/>
                </a:lnTo>
                <a:lnTo>
                  <a:pt x="985393" y="304800"/>
                </a:lnTo>
                <a:lnTo>
                  <a:pt x="984732" y="335280"/>
                </a:lnTo>
                <a:lnTo>
                  <a:pt x="984516" y="358140"/>
                </a:lnTo>
                <a:lnTo>
                  <a:pt x="1010424" y="344424"/>
                </a:lnTo>
                <a:lnTo>
                  <a:pt x="1010424" y="320040"/>
                </a:lnTo>
                <a:lnTo>
                  <a:pt x="1111008" y="320040"/>
                </a:lnTo>
                <a:lnTo>
                  <a:pt x="1111008" y="345948"/>
                </a:lnTo>
                <a:lnTo>
                  <a:pt x="1135392" y="335280"/>
                </a:lnTo>
                <a:lnTo>
                  <a:pt x="1134630" y="320040"/>
                </a:lnTo>
                <a:lnTo>
                  <a:pt x="1134503" y="317588"/>
                </a:lnTo>
                <a:lnTo>
                  <a:pt x="1134351" y="309372"/>
                </a:lnTo>
                <a:lnTo>
                  <a:pt x="1134059" y="294322"/>
                </a:lnTo>
                <a:lnTo>
                  <a:pt x="1133970" y="280568"/>
                </a:lnTo>
                <a:lnTo>
                  <a:pt x="1133868" y="231648"/>
                </a:lnTo>
                <a:lnTo>
                  <a:pt x="1145832" y="224028"/>
                </a:lnTo>
                <a:lnTo>
                  <a:pt x="1150632" y="220980"/>
                </a:lnTo>
                <a:close/>
              </a:path>
              <a:path w="1960245" h="407035">
                <a:moveTo>
                  <a:pt x="1158252" y="48768"/>
                </a:moveTo>
                <a:lnTo>
                  <a:pt x="1135392" y="25908"/>
                </a:lnTo>
                <a:lnTo>
                  <a:pt x="1120152" y="44196"/>
                </a:lnTo>
                <a:lnTo>
                  <a:pt x="963180" y="44196"/>
                </a:lnTo>
                <a:lnTo>
                  <a:pt x="978420" y="59436"/>
                </a:lnTo>
                <a:lnTo>
                  <a:pt x="988720" y="57200"/>
                </a:lnTo>
                <a:lnTo>
                  <a:pt x="999185" y="55245"/>
                </a:lnTo>
                <a:lnTo>
                  <a:pt x="1009916" y="53873"/>
                </a:lnTo>
                <a:lnTo>
                  <a:pt x="1021092" y="53340"/>
                </a:lnTo>
                <a:lnTo>
                  <a:pt x="1015377" y="97637"/>
                </a:lnTo>
                <a:lnTo>
                  <a:pt x="1000518" y="136779"/>
                </a:lnTo>
                <a:lnTo>
                  <a:pt x="976515" y="170789"/>
                </a:lnTo>
                <a:lnTo>
                  <a:pt x="943368" y="199644"/>
                </a:lnTo>
                <a:lnTo>
                  <a:pt x="947940" y="207264"/>
                </a:lnTo>
                <a:lnTo>
                  <a:pt x="990231" y="178930"/>
                </a:lnTo>
                <a:lnTo>
                  <a:pt x="1021092" y="144018"/>
                </a:lnTo>
                <a:lnTo>
                  <a:pt x="1040523" y="102260"/>
                </a:lnTo>
                <a:lnTo>
                  <a:pt x="1048524" y="53340"/>
                </a:lnTo>
                <a:lnTo>
                  <a:pt x="1121676" y="53340"/>
                </a:lnTo>
                <a:lnTo>
                  <a:pt x="1119644" y="77393"/>
                </a:lnTo>
                <a:lnTo>
                  <a:pt x="1118387" y="92964"/>
                </a:lnTo>
                <a:lnTo>
                  <a:pt x="1116736" y="112928"/>
                </a:lnTo>
                <a:lnTo>
                  <a:pt x="1115580" y="124968"/>
                </a:lnTo>
                <a:lnTo>
                  <a:pt x="1114056" y="138684"/>
                </a:lnTo>
                <a:lnTo>
                  <a:pt x="1111008" y="146304"/>
                </a:lnTo>
                <a:lnTo>
                  <a:pt x="1101864" y="149352"/>
                </a:lnTo>
                <a:lnTo>
                  <a:pt x="1095768" y="149352"/>
                </a:lnTo>
                <a:lnTo>
                  <a:pt x="1089456" y="149098"/>
                </a:lnTo>
                <a:lnTo>
                  <a:pt x="1081862" y="148399"/>
                </a:lnTo>
                <a:lnTo>
                  <a:pt x="1062240" y="146304"/>
                </a:lnTo>
                <a:lnTo>
                  <a:pt x="1062240" y="152400"/>
                </a:lnTo>
                <a:lnTo>
                  <a:pt x="1076566" y="158686"/>
                </a:lnTo>
                <a:lnTo>
                  <a:pt x="1087767" y="166116"/>
                </a:lnTo>
                <a:lnTo>
                  <a:pt x="1096098" y="174688"/>
                </a:lnTo>
                <a:lnTo>
                  <a:pt x="1101864" y="184404"/>
                </a:lnTo>
                <a:lnTo>
                  <a:pt x="1111046" y="179819"/>
                </a:lnTo>
                <a:lnTo>
                  <a:pt x="1135100" y="149352"/>
                </a:lnTo>
                <a:lnTo>
                  <a:pt x="1136764" y="143814"/>
                </a:lnTo>
                <a:lnTo>
                  <a:pt x="1138440" y="134112"/>
                </a:lnTo>
                <a:lnTo>
                  <a:pt x="1140485" y="121589"/>
                </a:lnTo>
                <a:lnTo>
                  <a:pt x="1142250" y="104775"/>
                </a:lnTo>
                <a:lnTo>
                  <a:pt x="1146060" y="59436"/>
                </a:lnTo>
                <a:lnTo>
                  <a:pt x="1153020" y="53340"/>
                </a:lnTo>
                <a:lnTo>
                  <a:pt x="1158252" y="48768"/>
                </a:lnTo>
                <a:close/>
              </a:path>
              <a:path w="1960245" h="407035">
                <a:moveTo>
                  <a:pt x="1171968" y="371856"/>
                </a:moveTo>
                <a:lnTo>
                  <a:pt x="1155052" y="372745"/>
                </a:lnTo>
                <a:lnTo>
                  <a:pt x="1136154" y="373189"/>
                </a:lnTo>
                <a:lnTo>
                  <a:pt x="1112393" y="373291"/>
                </a:lnTo>
                <a:lnTo>
                  <a:pt x="1045667" y="373189"/>
                </a:lnTo>
                <a:lnTo>
                  <a:pt x="992136" y="371856"/>
                </a:lnTo>
                <a:lnTo>
                  <a:pt x="935939" y="364807"/>
                </a:lnTo>
                <a:lnTo>
                  <a:pt x="885456" y="347472"/>
                </a:lnTo>
                <a:lnTo>
                  <a:pt x="885456" y="335280"/>
                </a:lnTo>
                <a:lnTo>
                  <a:pt x="885456" y="260604"/>
                </a:lnTo>
                <a:lnTo>
                  <a:pt x="969276" y="260604"/>
                </a:lnTo>
                <a:lnTo>
                  <a:pt x="959167" y="249936"/>
                </a:lnTo>
                <a:lnTo>
                  <a:pt x="941844" y="231648"/>
                </a:lnTo>
                <a:lnTo>
                  <a:pt x="922032" y="249936"/>
                </a:lnTo>
                <a:lnTo>
                  <a:pt x="885456" y="249936"/>
                </a:lnTo>
                <a:lnTo>
                  <a:pt x="885456" y="175260"/>
                </a:lnTo>
                <a:lnTo>
                  <a:pt x="964704" y="175260"/>
                </a:lnTo>
                <a:lnTo>
                  <a:pt x="935748" y="144780"/>
                </a:lnTo>
                <a:lnTo>
                  <a:pt x="914412" y="164592"/>
                </a:lnTo>
                <a:lnTo>
                  <a:pt x="880884" y="164592"/>
                </a:lnTo>
                <a:lnTo>
                  <a:pt x="880884" y="92964"/>
                </a:lnTo>
                <a:lnTo>
                  <a:pt x="960132" y="92964"/>
                </a:lnTo>
                <a:lnTo>
                  <a:pt x="931176" y="62484"/>
                </a:lnTo>
                <a:lnTo>
                  <a:pt x="912888" y="82296"/>
                </a:lnTo>
                <a:lnTo>
                  <a:pt x="880884" y="82296"/>
                </a:lnTo>
                <a:lnTo>
                  <a:pt x="880884" y="35052"/>
                </a:lnTo>
                <a:lnTo>
                  <a:pt x="899172" y="21336"/>
                </a:lnTo>
                <a:lnTo>
                  <a:pt x="856500" y="1524"/>
                </a:lnTo>
                <a:lnTo>
                  <a:pt x="857377" y="16941"/>
                </a:lnTo>
                <a:lnTo>
                  <a:pt x="857808" y="35052"/>
                </a:lnTo>
                <a:lnTo>
                  <a:pt x="857923" y="48768"/>
                </a:lnTo>
                <a:lnTo>
                  <a:pt x="858024" y="82296"/>
                </a:lnTo>
                <a:lnTo>
                  <a:pt x="780300" y="82296"/>
                </a:lnTo>
                <a:lnTo>
                  <a:pt x="795540" y="97536"/>
                </a:lnTo>
                <a:lnTo>
                  <a:pt x="805840" y="95542"/>
                </a:lnTo>
                <a:lnTo>
                  <a:pt x="816305" y="94107"/>
                </a:lnTo>
                <a:lnTo>
                  <a:pt x="827036" y="93256"/>
                </a:lnTo>
                <a:lnTo>
                  <a:pt x="838212" y="92964"/>
                </a:lnTo>
                <a:lnTo>
                  <a:pt x="858024" y="92964"/>
                </a:lnTo>
                <a:lnTo>
                  <a:pt x="858024" y="164592"/>
                </a:lnTo>
                <a:lnTo>
                  <a:pt x="766584" y="164592"/>
                </a:lnTo>
                <a:lnTo>
                  <a:pt x="781824" y="181356"/>
                </a:lnTo>
                <a:lnTo>
                  <a:pt x="792124" y="178485"/>
                </a:lnTo>
                <a:lnTo>
                  <a:pt x="802589" y="176593"/>
                </a:lnTo>
                <a:lnTo>
                  <a:pt x="813320" y="175577"/>
                </a:lnTo>
                <a:lnTo>
                  <a:pt x="824496" y="175260"/>
                </a:lnTo>
                <a:lnTo>
                  <a:pt x="862596" y="175260"/>
                </a:lnTo>
                <a:lnTo>
                  <a:pt x="862596" y="335280"/>
                </a:lnTo>
                <a:lnTo>
                  <a:pt x="850544" y="325907"/>
                </a:lnTo>
                <a:lnTo>
                  <a:pt x="839355" y="316230"/>
                </a:lnTo>
                <a:lnTo>
                  <a:pt x="828459" y="306324"/>
                </a:lnTo>
                <a:lnTo>
                  <a:pt x="818400" y="297180"/>
                </a:lnTo>
                <a:lnTo>
                  <a:pt x="820686" y="285496"/>
                </a:lnTo>
                <a:lnTo>
                  <a:pt x="822972" y="271081"/>
                </a:lnTo>
                <a:lnTo>
                  <a:pt x="825258" y="254114"/>
                </a:lnTo>
                <a:lnTo>
                  <a:pt x="827544" y="234696"/>
                </a:lnTo>
                <a:lnTo>
                  <a:pt x="841260" y="224028"/>
                </a:lnTo>
                <a:lnTo>
                  <a:pt x="803160" y="207264"/>
                </a:lnTo>
                <a:lnTo>
                  <a:pt x="802601" y="231508"/>
                </a:lnTo>
                <a:lnTo>
                  <a:pt x="801065" y="256032"/>
                </a:lnTo>
                <a:lnTo>
                  <a:pt x="795540" y="304800"/>
                </a:lnTo>
                <a:lnTo>
                  <a:pt x="782777" y="354330"/>
                </a:lnTo>
                <a:lnTo>
                  <a:pt x="762012" y="403860"/>
                </a:lnTo>
                <a:lnTo>
                  <a:pt x="766584" y="406908"/>
                </a:lnTo>
                <a:lnTo>
                  <a:pt x="784275" y="382651"/>
                </a:lnTo>
                <a:lnTo>
                  <a:pt x="798588" y="357759"/>
                </a:lnTo>
                <a:lnTo>
                  <a:pt x="809447" y="332333"/>
                </a:lnTo>
                <a:lnTo>
                  <a:pt x="816876" y="306324"/>
                </a:lnTo>
                <a:lnTo>
                  <a:pt x="833424" y="326593"/>
                </a:lnTo>
                <a:lnTo>
                  <a:pt x="869378" y="357974"/>
                </a:lnTo>
                <a:lnTo>
                  <a:pt x="910501" y="378244"/>
                </a:lnTo>
                <a:lnTo>
                  <a:pt x="963079" y="391960"/>
                </a:lnTo>
                <a:lnTo>
                  <a:pt x="1062812" y="400621"/>
                </a:lnTo>
                <a:lnTo>
                  <a:pt x="1139964" y="403860"/>
                </a:lnTo>
                <a:lnTo>
                  <a:pt x="1143673" y="394703"/>
                </a:lnTo>
                <a:lnTo>
                  <a:pt x="1150251" y="387667"/>
                </a:lnTo>
                <a:lnTo>
                  <a:pt x="1159675" y="382651"/>
                </a:lnTo>
                <a:lnTo>
                  <a:pt x="1171968" y="379476"/>
                </a:lnTo>
                <a:lnTo>
                  <a:pt x="1171968" y="373380"/>
                </a:lnTo>
                <a:lnTo>
                  <a:pt x="1171968" y="371856"/>
                </a:lnTo>
                <a:close/>
              </a:path>
              <a:path w="1960245" h="407035">
                <a:moveTo>
                  <a:pt x="1307617" y="67830"/>
                </a:moveTo>
                <a:lnTo>
                  <a:pt x="1277112" y="34112"/>
                </a:lnTo>
                <a:lnTo>
                  <a:pt x="1249680" y="19824"/>
                </a:lnTo>
                <a:lnTo>
                  <a:pt x="1246632" y="24396"/>
                </a:lnTo>
                <a:lnTo>
                  <a:pt x="1257211" y="36982"/>
                </a:lnTo>
                <a:lnTo>
                  <a:pt x="1266063" y="49733"/>
                </a:lnTo>
                <a:lnTo>
                  <a:pt x="1273213" y="62750"/>
                </a:lnTo>
                <a:lnTo>
                  <a:pt x="1278636" y="76212"/>
                </a:lnTo>
                <a:lnTo>
                  <a:pt x="1283208" y="89928"/>
                </a:lnTo>
                <a:lnTo>
                  <a:pt x="1287780" y="97548"/>
                </a:lnTo>
                <a:lnTo>
                  <a:pt x="1293876" y="97548"/>
                </a:lnTo>
                <a:lnTo>
                  <a:pt x="1296924" y="96024"/>
                </a:lnTo>
                <a:lnTo>
                  <a:pt x="1301496" y="92976"/>
                </a:lnTo>
                <a:lnTo>
                  <a:pt x="1306068" y="88404"/>
                </a:lnTo>
                <a:lnTo>
                  <a:pt x="1307592" y="82308"/>
                </a:lnTo>
                <a:lnTo>
                  <a:pt x="1307617" y="67830"/>
                </a:lnTo>
                <a:close/>
              </a:path>
              <a:path w="1960245" h="407035">
                <a:moveTo>
                  <a:pt x="1434084" y="207276"/>
                </a:moveTo>
                <a:lnTo>
                  <a:pt x="1410563" y="169748"/>
                </a:lnTo>
                <a:lnTo>
                  <a:pt x="1368552" y="137172"/>
                </a:lnTo>
                <a:lnTo>
                  <a:pt x="1365504" y="143268"/>
                </a:lnTo>
                <a:lnTo>
                  <a:pt x="1378013" y="160032"/>
                </a:lnTo>
                <a:lnTo>
                  <a:pt x="1388554" y="176606"/>
                </a:lnTo>
                <a:lnTo>
                  <a:pt x="1397012" y="192773"/>
                </a:lnTo>
                <a:lnTo>
                  <a:pt x="1403604" y="208800"/>
                </a:lnTo>
                <a:lnTo>
                  <a:pt x="1407033" y="218795"/>
                </a:lnTo>
                <a:lnTo>
                  <a:pt x="1410462" y="225945"/>
                </a:lnTo>
                <a:lnTo>
                  <a:pt x="1413891" y="230225"/>
                </a:lnTo>
                <a:lnTo>
                  <a:pt x="1417320" y="231660"/>
                </a:lnTo>
                <a:lnTo>
                  <a:pt x="1418844" y="231660"/>
                </a:lnTo>
                <a:lnTo>
                  <a:pt x="1421892" y="228612"/>
                </a:lnTo>
                <a:lnTo>
                  <a:pt x="1426464" y="225564"/>
                </a:lnTo>
                <a:lnTo>
                  <a:pt x="1431036" y="220992"/>
                </a:lnTo>
                <a:lnTo>
                  <a:pt x="1432560" y="214896"/>
                </a:lnTo>
                <a:lnTo>
                  <a:pt x="1434084" y="207276"/>
                </a:lnTo>
                <a:close/>
              </a:path>
              <a:path w="1960245" h="407035">
                <a:moveTo>
                  <a:pt x="1613916" y="112788"/>
                </a:moveTo>
                <a:lnTo>
                  <a:pt x="1581912" y="80784"/>
                </a:lnTo>
                <a:lnTo>
                  <a:pt x="1559052" y="102120"/>
                </a:lnTo>
                <a:lnTo>
                  <a:pt x="1520952" y="102120"/>
                </a:lnTo>
                <a:lnTo>
                  <a:pt x="1520952" y="33540"/>
                </a:lnTo>
                <a:lnTo>
                  <a:pt x="1534668" y="19824"/>
                </a:lnTo>
                <a:lnTo>
                  <a:pt x="1495044" y="12"/>
                </a:lnTo>
                <a:lnTo>
                  <a:pt x="1496402" y="41033"/>
                </a:lnTo>
                <a:lnTo>
                  <a:pt x="1496568" y="102120"/>
                </a:lnTo>
                <a:lnTo>
                  <a:pt x="1328928" y="102120"/>
                </a:lnTo>
                <a:lnTo>
                  <a:pt x="1344168" y="118884"/>
                </a:lnTo>
                <a:lnTo>
                  <a:pt x="1353058" y="116001"/>
                </a:lnTo>
                <a:lnTo>
                  <a:pt x="1361503" y="114122"/>
                </a:lnTo>
                <a:lnTo>
                  <a:pt x="1369682" y="113093"/>
                </a:lnTo>
                <a:lnTo>
                  <a:pt x="1377696" y="112788"/>
                </a:lnTo>
                <a:lnTo>
                  <a:pt x="1496568" y="112788"/>
                </a:lnTo>
                <a:lnTo>
                  <a:pt x="1496568" y="301764"/>
                </a:lnTo>
                <a:lnTo>
                  <a:pt x="1493520" y="306336"/>
                </a:lnTo>
                <a:lnTo>
                  <a:pt x="1485900" y="306336"/>
                </a:lnTo>
                <a:lnTo>
                  <a:pt x="1478813" y="306019"/>
                </a:lnTo>
                <a:lnTo>
                  <a:pt x="1466850" y="305003"/>
                </a:lnTo>
                <a:lnTo>
                  <a:pt x="1450327" y="303110"/>
                </a:lnTo>
                <a:lnTo>
                  <a:pt x="1429512" y="300240"/>
                </a:lnTo>
                <a:lnTo>
                  <a:pt x="1429512" y="307860"/>
                </a:lnTo>
                <a:lnTo>
                  <a:pt x="1451216" y="314693"/>
                </a:lnTo>
                <a:lnTo>
                  <a:pt x="1468183" y="323672"/>
                </a:lnTo>
                <a:lnTo>
                  <a:pt x="1480312" y="334645"/>
                </a:lnTo>
                <a:lnTo>
                  <a:pt x="1487424" y="347484"/>
                </a:lnTo>
                <a:lnTo>
                  <a:pt x="1495983" y="343789"/>
                </a:lnTo>
                <a:lnTo>
                  <a:pt x="1520405" y="309714"/>
                </a:lnTo>
                <a:lnTo>
                  <a:pt x="1520952" y="112788"/>
                </a:lnTo>
                <a:lnTo>
                  <a:pt x="1613916" y="112788"/>
                </a:lnTo>
                <a:close/>
              </a:path>
              <a:path w="1960245" h="407035">
                <a:moveTo>
                  <a:pt x="1618488" y="356628"/>
                </a:moveTo>
                <a:lnTo>
                  <a:pt x="1598510" y="357974"/>
                </a:lnTo>
                <a:lnTo>
                  <a:pt x="1562557" y="360692"/>
                </a:lnTo>
                <a:lnTo>
                  <a:pt x="1546860" y="361200"/>
                </a:lnTo>
                <a:lnTo>
                  <a:pt x="1531429" y="362077"/>
                </a:lnTo>
                <a:lnTo>
                  <a:pt x="1517142" y="362534"/>
                </a:lnTo>
                <a:lnTo>
                  <a:pt x="1503997" y="362699"/>
                </a:lnTo>
                <a:lnTo>
                  <a:pt x="1491996" y="362724"/>
                </a:lnTo>
                <a:lnTo>
                  <a:pt x="1456372" y="362534"/>
                </a:lnTo>
                <a:lnTo>
                  <a:pt x="1417320" y="361200"/>
                </a:lnTo>
                <a:lnTo>
                  <a:pt x="1379220" y="355866"/>
                </a:lnTo>
                <a:lnTo>
                  <a:pt x="1338008" y="339712"/>
                </a:lnTo>
                <a:lnTo>
                  <a:pt x="1306068" y="317004"/>
                </a:lnTo>
                <a:lnTo>
                  <a:pt x="1306068" y="181368"/>
                </a:lnTo>
                <a:lnTo>
                  <a:pt x="1314640" y="173748"/>
                </a:lnTo>
                <a:lnTo>
                  <a:pt x="1319784" y="169176"/>
                </a:lnTo>
                <a:lnTo>
                  <a:pt x="1295400" y="144792"/>
                </a:lnTo>
                <a:lnTo>
                  <a:pt x="1275588" y="163080"/>
                </a:lnTo>
                <a:lnTo>
                  <a:pt x="1210056" y="163080"/>
                </a:lnTo>
                <a:lnTo>
                  <a:pt x="1225296" y="179844"/>
                </a:lnTo>
                <a:lnTo>
                  <a:pt x="1235608" y="176961"/>
                </a:lnTo>
                <a:lnTo>
                  <a:pt x="1246060" y="175082"/>
                </a:lnTo>
                <a:lnTo>
                  <a:pt x="1256804" y="174053"/>
                </a:lnTo>
                <a:lnTo>
                  <a:pt x="1267968" y="173748"/>
                </a:lnTo>
                <a:lnTo>
                  <a:pt x="1281684" y="173748"/>
                </a:lnTo>
                <a:lnTo>
                  <a:pt x="1281684" y="317004"/>
                </a:lnTo>
                <a:lnTo>
                  <a:pt x="1263688" y="329552"/>
                </a:lnTo>
                <a:lnTo>
                  <a:pt x="1249464" y="339674"/>
                </a:lnTo>
                <a:lnTo>
                  <a:pt x="1213104" y="365772"/>
                </a:lnTo>
                <a:lnTo>
                  <a:pt x="1237488" y="390156"/>
                </a:lnTo>
                <a:lnTo>
                  <a:pt x="1244638" y="377888"/>
                </a:lnTo>
                <a:lnTo>
                  <a:pt x="1252347" y="366344"/>
                </a:lnTo>
                <a:lnTo>
                  <a:pt x="1283970" y="331482"/>
                </a:lnTo>
                <a:lnTo>
                  <a:pt x="1293876" y="326148"/>
                </a:lnTo>
                <a:lnTo>
                  <a:pt x="1299044" y="327520"/>
                </a:lnTo>
                <a:lnTo>
                  <a:pt x="1305496" y="331482"/>
                </a:lnTo>
                <a:lnTo>
                  <a:pt x="1313383" y="337718"/>
                </a:lnTo>
                <a:lnTo>
                  <a:pt x="1322832" y="345960"/>
                </a:lnTo>
                <a:lnTo>
                  <a:pt x="1333690" y="354761"/>
                </a:lnTo>
                <a:lnTo>
                  <a:pt x="1373124" y="374916"/>
                </a:lnTo>
                <a:lnTo>
                  <a:pt x="1429918" y="385406"/>
                </a:lnTo>
                <a:lnTo>
                  <a:pt x="1583436" y="391680"/>
                </a:lnTo>
                <a:lnTo>
                  <a:pt x="1585709" y="382003"/>
                </a:lnTo>
                <a:lnTo>
                  <a:pt x="1592389" y="373773"/>
                </a:lnTo>
                <a:lnTo>
                  <a:pt x="1603375" y="367245"/>
                </a:lnTo>
                <a:lnTo>
                  <a:pt x="1618488" y="362724"/>
                </a:lnTo>
                <a:lnTo>
                  <a:pt x="1618488" y="356628"/>
                </a:lnTo>
                <a:close/>
              </a:path>
              <a:path w="1960245" h="407035">
                <a:moveTo>
                  <a:pt x="1959864" y="121932"/>
                </a:moveTo>
                <a:lnTo>
                  <a:pt x="1918716" y="121932"/>
                </a:lnTo>
                <a:lnTo>
                  <a:pt x="1877568" y="310908"/>
                </a:lnTo>
                <a:lnTo>
                  <a:pt x="1819656" y="121932"/>
                </a:lnTo>
                <a:lnTo>
                  <a:pt x="1786128" y="121932"/>
                </a:lnTo>
                <a:lnTo>
                  <a:pt x="1728216" y="310908"/>
                </a:lnTo>
                <a:lnTo>
                  <a:pt x="1685544" y="121932"/>
                </a:lnTo>
                <a:lnTo>
                  <a:pt x="1642872" y="121932"/>
                </a:lnTo>
                <a:lnTo>
                  <a:pt x="1705356" y="365772"/>
                </a:lnTo>
                <a:lnTo>
                  <a:pt x="1741932" y="365772"/>
                </a:lnTo>
                <a:lnTo>
                  <a:pt x="1801368" y="178320"/>
                </a:lnTo>
                <a:lnTo>
                  <a:pt x="1860804" y="365772"/>
                </a:lnTo>
                <a:lnTo>
                  <a:pt x="1898904" y="365772"/>
                </a:lnTo>
                <a:lnTo>
                  <a:pt x="1959864" y="12193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pic>
        <p:nvPicPr>
          <p:cNvPr id="60" name="object 60"/>
          <p:cNvPicPr/>
          <p:nvPr/>
        </p:nvPicPr>
        <p:blipFill>
          <a:blip r:embed="rId9" cstate="print"/>
          <a:stretch>
            <a:fillRect/>
          </a:stretch>
        </p:blipFill>
        <p:spPr>
          <a:xfrm>
            <a:off x="4590288" y="4879847"/>
            <a:ext cx="67055" cy="112775"/>
          </a:xfrm>
          <a:prstGeom prst="rect">
            <a:avLst/>
          </a:prstGeom>
        </p:spPr>
      </p:pic>
      <p:sp>
        <p:nvSpPr>
          <p:cNvPr id="61" name="object 61"/>
          <p:cNvSpPr/>
          <p:nvPr/>
        </p:nvSpPr>
        <p:spPr>
          <a:xfrm>
            <a:off x="4736591" y="5119115"/>
            <a:ext cx="53340" cy="62865"/>
          </a:xfrm>
          <a:custGeom>
            <a:avLst/>
            <a:gdLst/>
            <a:ahLst/>
            <a:cxnLst/>
            <a:rect l="l" t="t" r="r" b="b"/>
            <a:pathLst>
              <a:path w="53339" h="62864">
                <a:moveTo>
                  <a:pt x="53340" y="62483"/>
                </a:moveTo>
                <a:lnTo>
                  <a:pt x="0" y="62483"/>
                </a:lnTo>
                <a:lnTo>
                  <a:pt x="0" y="0"/>
                </a:lnTo>
                <a:lnTo>
                  <a:pt x="53340" y="0"/>
                </a:lnTo>
                <a:lnTo>
                  <a:pt x="53340" y="6248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" name="object 62"/>
          <p:cNvSpPr/>
          <p:nvPr/>
        </p:nvSpPr>
        <p:spPr>
          <a:xfrm>
            <a:off x="1751075" y="5605271"/>
            <a:ext cx="155575" cy="155575"/>
          </a:xfrm>
          <a:custGeom>
            <a:avLst/>
            <a:gdLst/>
            <a:ahLst/>
            <a:cxnLst/>
            <a:rect l="l" t="t" r="r" b="b"/>
            <a:pathLst>
              <a:path w="155575" h="155575">
                <a:moveTo>
                  <a:pt x="155448" y="155448"/>
                </a:moveTo>
                <a:lnTo>
                  <a:pt x="0" y="155448"/>
                </a:lnTo>
                <a:lnTo>
                  <a:pt x="0" y="0"/>
                </a:lnTo>
                <a:lnTo>
                  <a:pt x="155448" y="0"/>
                </a:lnTo>
                <a:lnTo>
                  <a:pt x="155448" y="155448"/>
                </a:lnTo>
                <a:close/>
              </a:path>
            </a:pathLst>
          </a:custGeom>
          <a:solidFill>
            <a:srgbClr val="3333C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" name="object 63"/>
          <p:cNvSpPr/>
          <p:nvPr/>
        </p:nvSpPr>
        <p:spPr>
          <a:xfrm>
            <a:off x="2130551" y="5430012"/>
            <a:ext cx="394970" cy="386080"/>
          </a:xfrm>
          <a:custGeom>
            <a:avLst/>
            <a:gdLst/>
            <a:ahLst/>
            <a:cxnLst/>
            <a:rect l="l" t="t" r="r" b="b"/>
            <a:pathLst>
              <a:path w="394969" h="386079">
                <a:moveTo>
                  <a:pt x="169163" y="385572"/>
                </a:moveTo>
                <a:lnTo>
                  <a:pt x="165449" y="373570"/>
                </a:lnTo>
                <a:lnTo>
                  <a:pt x="154304" y="362712"/>
                </a:lnTo>
                <a:lnTo>
                  <a:pt x="135731" y="352996"/>
                </a:lnTo>
                <a:lnTo>
                  <a:pt x="109727" y="344424"/>
                </a:lnTo>
                <a:lnTo>
                  <a:pt x="109727" y="335280"/>
                </a:lnTo>
                <a:lnTo>
                  <a:pt x="127992" y="338399"/>
                </a:lnTo>
                <a:lnTo>
                  <a:pt x="143827" y="340804"/>
                </a:lnTo>
                <a:lnTo>
                  <a:pt x="157091" y="342352"/>
                </a:lnTo>
                <a:lnTo>
                  <a:pt x="167639" y="342900"/>
                </a:lnTo>
                <a:lnTo>
                  <a:pt x="174759" y="341471"/>
                </a:lnTo>
                <a:lnTo>
                  <a:pt x="180022" y="337185"/>
                </a:lnTo>
                <a:lnTo>
                  <a:pt x="183284" y="330041"/>
                </a:lnTo>
                <a:lnTo>
                  <a:pt x="184403" y="320040"/>
                </a:lnTo>
                <a:lnTo>
                  <a:pt x="184403" y="167640"/>
                </a:lnTo>
                <a:lnTo>
                  <a:pt x="57911" y="167640"/>
                </a:lnTo>
                <a:lnTo>
                  <a:pt x="46743" y="167925"/>
                </a:lnTo>
                <a:lnTo>
                  <a:pt x="36004" y="168783"/>
                </a:lnTo>
                <a:lnTo>
                  <a:pt x="25550" y="170211"/>
                </a:lnTo>
                <a:lnTo>
                  <a:pt x="15239" y="172212"/>
                </a:lnTo>
                <a:lnTo>
                  <a:pt x="0" y="156972"/>
                </a:lnTo>
                <a:lnTo>
                  <a:pt x="184403" y="156972"/>
                </a:lnTo>
                <a:lnTo>
                  <a:pt x="184403" y="35052"/>
                </a:lnTo>
                <a:lnTo>
                  <a:pt x="111251" y="35052"/>
                </a:lnTo>
                <a:lnTo>
                  <a:pt x="100107" y="35337"/>
                </a:lnTo>
                <a:lnTo>
                  <a:pt x="89534" y="36195"/>
                </a:lnTo>
                <a:lnTo>
                  <a:pt x="79533" y="37623"/>
                </a:lnTo>
                <a:lnTo>
                  <a:pt x="70103" y="39624"/>
                </a:lnTo>
                <a:lnTo>
                  <a:pt x="53339" y="24384"/>
                </a:lnTo>
                <a:lnTo>
                  <a:pt x="286511" y="24384"/>
                </a:lnTo>
                <a:lnTo>
                  <a:pt x="310896" y="0"/>
                </a:lnTo>
                <a:lnTo>
                  <a:pt x="345947" y="35052"/>
                </a:lnTo>
                <a:lnTo>
                  <a:pt x="210311" y="35052"/>
                </a:lnTo>
                <a:lnTo>
                  <a:pt x="210311" y="156972"/>
                </a:lnTo>
                <a:lnTo>
                  <a:pt x="329184" y="156972"/>
                </a:lnTo>
                <a:lnTo>
                  <a:pt x="356615" y="129540"/>
                </a:lnTo>
                <a:lnTo>
                  <a:pt x="394715" y="167640"/>
                </a:lnTo>
                <a:lnTo>
                  <a:pt x="210311" y="167640"/>
                </a:lnTo>
                <a:lnTo>
                  <a:pt x="210311" y="333756"/>
                </a:lnTo>
                <a:lnTo>
                  <a:pt x="208597" y="351496"/>
                </a:lnTo>
                <a:lnTo>
                  <a:pt x="201167" y="365950"/>
                </a:lnTo>
                <a:lnTo>
                  <a:pt x="188023" y="377261"/>
                </a:lnTo>
                <a:lnTo>
                  <a:pt x="169163" y="38557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" name="object 64"/>
          <p:cNvSpPr/>
          <p:nvPr/>
        </p:nvSpPr>
        <p:spPr>
          <a:xfrm>
            <a:off x="2575547" y="5413247"/>
            <a:ext cx="1290955" cy="412115"/>
          </a:xfrm>
          <a:custGeom>
            <a:avLst/>
            <a:gdLst/>
            <a:ahLst/>
            <a:cxnLst/>
            <a:rect l="l" t="t" r="r" b="b"/>
            <a:pathLst>
              <a:path w="1290954" h="412114">
                <a:moveTo>
                  <a:pt x="313944" y="30480"/>
                </a:moveTo>
                <a:lnTo>
                  <a:pt x="308457" y="25908"/>
                </a:lnTo>
                <a:lnTo>
                  <a:pt x="286512" y="7620"/>
                </a:lnTo>
                <a:lnTo>
                  <a:pt x="274320" y="22250"/>
                </a:lnTo>
                <a:lnTo>
                  <a:pt x="274320" y="36576"/>
                </a:lnTo>
                <a:lnTo>
                  <a:pt x="274320" y="86868"/>
                </a:lnTo>
                <a:lnTo>
                  <a:pt x="274320" y="97536"/>
                </a:lnTo>
                <a:lnTo>
                  <a:pt x="274320" y="149352"/>
                </a:lnTo>
                <a:lnTo>
                  <a:pt x="123444" y="149352"/>
                </a:lnTo>
                <a:lnTo>
                  <a:pt x="123444" y="97536"/>
                </a:lnTo>
                <a:lnTo>
                  <a:pt x="274320" y="97536"/>
                </a:lnTo>
                <a:lnTo>
                  <a:pt x="274320" y="86868"/>
                </a:lnTo>
                <a:lnTo>
                  <a:pt x="123444" y="86868"/>
                </a:lnTo>
                <a:lnTo>
                  <a:pt x="123444" y="36576"/>
                </a:lnTo>
                <a:lnTo>
                  <a:pt x="274320" y="36576"/>
                </a:lnTo>
                <a:lnTo>
                  <a:pt x="274320" y="22250"/>
                </a:lnTo>
                <a:lnTo>
                  <a:pt x="271272" y="25908"/>
                </a:lnTo>
                <a:lnTo>
                  <a:pt x="124968" y="25908"/>
                </a:lnTo>
                <a:lnTo>
                  <a:pt x="97536" y="10668"/>
                </a:lnTo>
                <a:lnTo>
                  <a:pt x="98425" y="33489"/>
                </a:lnTo>
                <a:lnTo>
                  <a:pt x="98869" y="56007"/>
                </a:lnTo>
                <a:lnTo>
                  <a:pt x="99047" y="77965"/>
                </a:lnTo>
                <a:lnTo>
                  <a:pt x="99021" y="122872"/>
                </a:lnTo>
                <a:lnTo>
                  <a:pt x="98869" y="142494"/>
                </a:lnTo>
                <a:lnTo>
                  <a:pt x="98425" y="164211"/>
                </a:lnTo>
                <a:lnTo>
                  <a:pt x="97536" y="185928"/>
                </a:lnTo>
                <a:lnTo>
                  <a:pt x="123444" y="175260"/>
                </a:lnTo>
                <a:lnTo>
                  <a:pt x="123444" y="160020"/>
                </a:lnTo>
                <a:lnTo>
                  <a:pt x="274320" y="160020"/>
                </a:lnTo>
                <a:lnTo>
                  <a:pt x="274320" y="182880"/>
                </a:lnTo>
                <a:lnTo>
                  <a:pt x="300228" y="167640"/>
                </a:lnTo>
                <a:lnTo>
                  <a:pt x="300139" y="160020"/>
                </a:lnTo>
                <a:lnTo>
                  <a:pt x="299986" y="149352"/>
                </a:lnTo>
                <a:lnTo>
                  <a:pt x="299466" y="122872"/>
                </a:lnTo>
                <a:lnTo>
                  <a:pt x="299097" y="97536"/>
                </a:lnTo>
                <a:lnTo>
                  <a:pt x="298945" y="86868"/>
                </a:lnTo>
                <a:lnTo>
                  <a:pt x="298704" y="42672"/>
                </a:lnTo>
                <a:lnTo>
                  <a:pt x="306324" y="36576"/>
                </a:lnTo>
                <a:lnTo>
                  <a:pt x="313944" y="30480"/>
                </a:lnTo>
                <a:close/>
              </a:path>
              <a:path w="1290954" h="412114">
                <a:moveTo>
                  <a:pt x="397764" y="361188"/>
                </a:moveTo>
                <a:lnTo>
                  <a:pt x="378079" y="363194"/>
                </a:lnTo>
                <a:lnTo>
                  <a:pt x="355663" y="364617"/>
                </a:lnTo>
                <a:lnTo>
                  <a:pt x="330695" y="365480"/>
                </a:lnTo>
                <a:lnTo>
                  <a:pt x="303276" y="365760"/>
                </a:lnTo>
                <a:lnTo>
                  <a:pt x="275513" y="364985"/>
                </a:lnTo>
                <a:lnTo>
                  <a:pt x="251460" y="362902"/>
                </a:lnTo>
                <a:lnTo>
                  <a:pt x="230847" y="359981"/>
                </a:lnTo>
                <a:lnTo>
                  <a:pt x="213360" y="356616"/>
                </a:lnTo>
                <a:lnTo>
                  <a:pt x="213360" y="348996"/>
                </a:lnTo>
                <a:lnTo>
                  <a:pt x="213360" y="284988"/>
                </a:lnTo>
                <a:lnTo>
                  <a:pt x="359664" y="284988"/>
                </a:lnTo>
                <a:lnTo>
                  <a:pt x="348996" y="274320"/>
                </a:lnTo>
                <a:lnTo>
                  <a:pt x="326136" y="251460"/>
                </a:lnTo>
                <a:lnTo>
                  <a:pt x="304800" y="274320"/>
                </a:lnTo>
                <a:lnTo>
                  <a:pt x="213360" y="274320"/>
                </a:lnTo>
                <a:lnTo>
                  <a:pt x="213360" y="214884"/>
                </a:lnTo>
                <a:lnTo>
                  <a:pt x="390144" y="214884"/>
                </a:lnTo>
                <a:lnTo>
                  <a:pt x="353568" y="178308"/>
                </a:lnTo>
                <a:lnTo>
                  <a:pt x="326136" y="204216"/>
                </a:lnTo>
                <a:lnTo>
                  <a:pt x="4572" y="204216"/>
                </a:lnTo>
                <a:lnTo>
                  <a:pt x="21336" y="220980"/>
                </a:lnTo>
                <a:lnTo>
                  <a:pt x="30772" y="218109"/>
                </a:lnTo>
                <a:lnTo>
                  <a:pt x="40767" y="216217"/>
                </a:lnTo>
                <a:lnTo>
                  <a:pt x="51346" y="215201"/>
                </a:lnTo>
                <a:lnTo>
                  <a:pt x="62484" y="214884"/>
                </a:lnTo>
                <a:lnTo>
                  <a:pt x="188976" y="214884"/>
                </a:lnTo>
                <a:lnTo>
                  <a:pt x="188976" y="348996"/>
                </a:lnTo>
                <a:lnTo>
                  <a:pt x="163880" y="336715"/>
                </a:lnTo>
                <a:lnTo>
                  <a:pt x="141351" y="322707"/>
                </a:lnTo>
                <a:lnTo>
                  <a:pt x="121691" y="306997"/>
                </a:lnTo>
                <a:lnTo>
                  <a:pt x="113830" y="298704"/>
                </a:lnTo>
                <a:lnTo>
                  <a:pt x="105156" y="289560"/>
                </a:lnTo>
                <a:lnTo>
                  <a:pt x="109207" y="280987"/>
                </a:lnTo>
                <a:lnTo>
                  <a:pt x="112395" y="273558"/>
                </a:lnTo>
                <a:lnTo>
                  <a:pt x="115023" y="267271"/>
                </a:lnTo>
                <a:lnTo>
                  <a:pt x="117348" y="262128"/>
                </a:lnTo>
                <a:lnTo>
                  <a:pt x="121920" y="256032"/>
                </a:lnTo>
                <a:lnTo>
                  <a:pt x="126492" y="251460"/>
                </a:lnTo>
                <a:lnTo>
                  <a:pt x="134112" y="246888"/>
                </a:lnTo>
                <a:lnTo>
                  <a:pt x="96012" y="224028"/>
                </a:lnTo>
                <a:lnTo>
                  <a:pt x="82296" y="278612"/>
                </a:lnTo>
                <a:lnTo>
                  <a:pt x="61722" y="325755"/>
                </a:lnTo>
                <a:lnTo>
                  <a:pt x="34290" y="365480"/>
                </a:lnTo>
                <a:lnTo>
                  <a:pt x="0" y="397764"/>
                </a:lnTo>
                <a:lnTo>
                  <a:pt x="3048" y="402336"/>
                </a:lnTo>
                <a:lnTo>
                  <a:pt x="33299" y="384644"/>
                </a:lnTo>
                <a:lnTo>
                  <a:pt x="59817" y="361378"/>
                </a:lnTo>
                <a:lnTo>
                  <a:pt x="82346" y="332689"/>
                </a:lnTo>
                <a:lnTo>
                  <a:pt x="100584" y="298704"/>
                </a:lnTo>
                <a:lnTo>
                  <a:pt x="111404" y="312115"/>
                </a:lnTo>
                <a:lnTo>
                  <a:pt x="147828" y="347472"/>
                </a:lnTo>
                <a:lnTo>
                  <a:pt x="197345" y="373837"/>
                </a:lnTo>
                <a:lnTo>
                  <a:pt x="243344" y="387273"/>
                </a:lnTo>
                <a:lnTo>
                  <a:pt x="315874" y="395795"/>
                </a:lnTo>
                <a:lnTo>
                  <a:pt x="362712" y="397764"/>
                </a:lnTo>
                <a:lnTo>
                  <a:pt x="366699" y="388340"/>
                </a:lnTo>
                <a:lnTo>
                  <a:pt x="373951" y="380619"/>
                </a:lnTo>
                <a:lnTo>
                  <a:pt x="384365" y="374624"/>
                </a:lnTo>
                <a:lnTo>
                  <a:pt x="397764" y="370332"/>
                </a:lnTo>
                <a:lnTo>
                  <a:pt x="397764" y="365760"/>
                </a:lnTo>
                <a:lnTo>
                  <a:pt x="397764" y="361188"/>
                </a:lnTo>
                <a:close/>
              </a:path>
              <a:path w="1290954" h="412114">
                <a:moveTo>
                  <a:pt x="667512" y="274320"/>
                </a:moveTo>
                <a:lnTo>
                  <a:pt x="639889" y="247650"/>
                </a:lnTo>
                <a:lnTo>
                  <a:pt x="606552" y="230124"/>
                </a:lnTo>
                <a:lnTo>
                  <a:pt x="603504" y="236220"/>
                </a:lnTo>
                <a:lnTo>
                  <a:pt x="616966" y="251701"/>
                </a:lnTo>
                <a:lnTo>
                  <a:pt x="627697" y="266319"/>
                </a:lnTo>
                <a:lnTo>
                  <a:pt x="635876" y="280377"/>
                </a:lnTo>
                <a:lnTo>
                  <a:pt x="641604" y="294132"/>
                </a:lnTo>
                <a:lnTo>
                  <a:pt x="644652" y="304800"/>
                </a:lnTo>
                <a:lnTo>
                  <a:pt x="647700" y="310896"/>
                </a:lnTo>
                <a:lnTo>
                  <a:pt x="653796" y="310896"/>
                </a:lnTo>
                <a:lnTo>
                  <a:pt x="656844" y="307848"/>
                </a:lnTo>
                <a:lnTo>
                  <a:pt x="661416" y="300228"/>
                </a:lnTo>
                <a:lnTo>
                  <a:pt x="665988" y="294132"/>
                </a:lnTo>
                <a:lnTo>
                  <a:pt x="667512" y="286512"/>
                </a:lnTo>
                <a:lnTo>
                  <a:pt x="667512" y="274320"/>
                </a:lnTo>
                <a:close/>
              </a:path>
              <a:path w="1290954" h="412114">
                <a:moveTo>
                  <a:pt x="670560" y="169164"/>
                </a:moveTo>
                <a:lnTo>
                  <a:pt x="639127" y="146494"/>
                </a:lnTo>
                <a:lnTo>
                  <a:pt x="609600" y="134112"/>
                </a:lnTo>
                <a:lnTo>
                  <a:pt x="606552" y="138684"/>
                </a:lnTo>
                <a:lnTo>
                  <a:pt x="620255" y="152361"/>
                </a:lnTo>
                <a:lnTo>
                  <a:pt x="631507" y="165735"/>
                </a:lnTo>
                <a:lnTo>
                  <a:pt x="640207" y="178549"/>
                </a:lnTo>
                <a:lnTo>
                  <a:pt x="646176" y="190500"/>
                </a:lnTo>
                <a:lnTo>
                  <a:pt x="650748" y="201168"/>
                </a:lnTo>
                <a:lnTo>
                  <a:pt x="655320" y="207264"/>
                </a:lnTo>
                <a:lnTo>
                  <a:pt x="659892" y="207264"/>
                </a:lnTo>
                <a:lnTo>
                  <a:pt x="661416" y="202692"/>
                </a:lnTo>
                <a:lnTo>
                  <a:pt x="665988" y="196596"/>
                </a:lnTo>
                <a:lnTo>
                  <a:pt x="669036" y="188976"/>
                </a:lnTo>
                <a:lnTo>
                  <a:pt x="670560" y="182880"/>
                </a:lnTo>
                <a:lnTo>
                  <a:pt x="670560" y="169164"/>
                </a:lnTo>
                <a:close/>
              </a:path>
              <a:path w="1290954" h="412114">
                <a:moveTo>
                  <a:pt x="821436" y="65532"/>
                </a:moveTo>
                <a:lnTo>
                  <a:pt x="810768" y="54864"/>
                </a:lnTo>
                <a:lnTo>
                  <a:pt x="784860" y="28956"/>
                </a:lnTo>
                <a:lnTo>
                  <a:pt x="758952" y="54864"/>
                </a:lnTo>
                <a:lnTo>
                  <a:pt x="553212" y="54864"/>
                </a:lnTo>
                <a:lnTo>
                  <a:pt x="557149" y="48895"/>
                </a:lnTo>
                <a:lnTo>
                  <a:pt x="561784" y="42481"/>
                </a:lnTo>
                <a:lnTo>
                  <a:pt x="566724" y="35801"/>
                </a:lnTo>
                <a:lnTo>
                  <a:pt x="571500" y="28956"/>
                </a:lnTo>
                <a:lnTo>
                  <a:pt x="585216" y="22860"/>
                </a:lnTo>
                <a:lnTo>
                  <a:pt x="547116" y="0"/>
                </a:lnTo>
                <a:lnTo>
                  <a:pt x="540029" y="19989"/>
                </a:lnTo>
                <a:lnTo>
                  <a:pt x="530352" y="40957"/>
                </a:lnTo>
                <a:lnTo>
                  <a:pt x="504444" y="85344"/>
                </a:lnTo>
                <a:lnTo>
                  <a:pt x="472249" y="127254"/>
                </a:lnTo>
                <a:lnTo>
                  <a:pt x="438912" y="160020"/>
                </a:lnTo>
                <a:lnTo>
                  <a:pt x="443484" y="164592"/>
                </a:lnTo>
                <a:lnTo>
                  <a:pt x="476440" y="141732"/>
                </a:lnTo>
                <a:lnTo>
                  <a:pt x="512826" y="106895"/>
                </a:lnTo>
                <a:lnTo>
                  <a:pt x="547116" y="65532"/>
                </a:lnTo>
                <a:lnTo>
                  <a:pt x="821436" y="65532"/>
                </a:lnTo>
                <a:close/>
              </a:path>
              <a:path w="1290954" h="412114">
                <a:moveTo>
                  <a:pt x="845820" y="222504"/>
                </a:moveTo>
                <a:lnTo>
                  <a:pt x="812292" y="187452"/>
                </a:lnTo>
                <a:lnTo>
                  <a:pt x="787908" y="211836"/>
                </a:lnTo>
                <a:lnTo>
                  <a:pt x="765048" y="211836"/>
                </a:lnTo>
                <a:lnTo>
                  <a:pt x="768096" y="131064"/>
                </a:lnTo>
                <a:lnTo>
                  <a:pt x="773811" y="126492"/>
                </a:lnTo>
                <a:lnTo>
                  <a:pt x="783336" y="118872"/>
                </a:lnTo>
                <a:lnTo>
                  <a:pt x="779208" y="115824"/>
                </a:lnTo>
                <a:lnTo>
                  <a:pt x="754380" y="97536"/>
                </a:lnTo>
                <a:lnTo>
                  <a:pt x="743712" y="111760"/>
                </a:lnTo>
                <a:lnTo>
                  <a:pt x="743712" y="126492"/>
                </a:lnTo>
                <a:lnTo>
                  <a:pt x="740664" y="211836"/>
                </a:lnTo>
                <a:lnTo>
                  <a:pt x="739140" y="211836"/>
                </a:lnTo>
                <a:lnTo>
                  <a:pt x="739140" y="222504"/>
                </a:lnTo>
                <a:lnTo>
                  <a:pt x="733044" y="320040"/>
                </a:lnTo>
                <a:lnTo>
                  <a:pt x="534924" y="320040"/>
                </a:lnTo>
                <a:lnTo>
                  <a:pt x="547116" y="222504"/>
                </a:lnTo>
                <a:lnTo>
                  <a:pt x="739140" y="222504"/>
                </a:lnTo>
                <a:lnTo>
                  <a:pt x="739140" y="211836"/>
                </a:lnTo>
                <a:lnTo>
                  <a:pt x="548640" y="211836"/>
                </a:lnTo>
                <a:lnTo>
                  <a:pt x="557784" y="126492"/>
                </a:lnTo>
                <a:lnTo>
                  <a:pt x="743712" y="126492"/>
                </a:lnTo>
                <a:lnTo>
                  <a:pt x="743712" y="111760"/>
                </a:lnTo>
                <a:lnTo>
                  <a:pt x="740664" y="115824"/>
                </a:lnTo>
                <a:lnTo>
                  <a:pt x="559308" y="115824"/>
                </a:lnTo>
                <a:lnTo>
                  <a:pt x="534924" y="100584"/>
                </a:lnTo>
                <a:lnTo>
                  <a:pt x="524256" y="211836"/>
                </a:lnTo>
                <a:lnTo>
                  <a:pt x="437388" y="211836"/>
                </a:lnTo>
                <a:lnTo>
                  <a:pt x="451104" y="225552"/>
                </a:lnTo>
                <a:lnTo>
                  <a:pt x="478536" y="222504"/>
                </a:lnTo>
                <a:lnTo>
                  <a:pt x="522732" y="222504"/>
                </a:lnTo>
                <a:lnTo>
                  <a:pt x="510540" y="312420"/>
                </a:lnTo>
                <a:lnTo>
                  <a:pt x="496824" y="323088"/>
                </a:lnTo>
                <a:lnTo>
                  <a:pt x="521208" y="345948"/>
                </a:lnTo>
                <a:lnTo>
                  <a:pt x="534924" y="330708"/>
                </a:lnTo>
                <a:lnTo>
                  <a:pt x="731520" y="330708"/>
                </a:lnTo>
                <a:lnTo>
                  <a:pt x="729551" y="349834"/>
                </a:lnTo>
                <a:lnTo>
                  <a:pt x="725995" y="363664"/>
                </a:lnTo>
                <a:lnTo>
                  <a:pt x="721029" y="372071"/>
                </a:lnTo>
                <a:lnTo>
                  <a:pt x="714756" y="374904"/>
                </a:lnTo>
                <a:lnTo>
                  <a:pt x="706805" y="374319"/>
                </a:lnTo>
                <a:lnTo>
                  <a:pt x="694563" y="372427"/>
                </a:lnTo>
                <a:lnTo>
                  <a:pt x="678332" y="369125"/>
                </a:lnTo>
                <a:lnTo>
                  <a:pt x="658368" y="364236"/>
                </a:lnTo>
                <a:lnTo>
                  <a:pt x="658368" y="373380"/>
                </a:lnTo>
                <a:lnTo>
                  <a:pt x="679234" y="382549"/>
                </a:lnTo>
                <a:lnTo>
                  <a:pt x="693801" y="391858"/>
                </a:lnTo>
                <a:lnTo>
                  <a:pt x="702094" y="401459"/>
                </a:lnTo>
                <a:lnTo>
                  <a:pt x="704088" y="411480"/>
                </a:lnTo>
                <a:lnTo>
                  <a:pt x="718667" y="407466"/>
                </a:lnTo>
                <a:lnTo>
                  <a:pt x="749503" y="377431"/>
                </a:lnTo>
                <a:lnTo>
                  <a:pt x="750201" y="374904"/>
                </a:lnTo>
                <a:lnTo>
                  <a:pt x="753046" y="364617"/>
                </a:lnTo>
                <a:lnTo>
                  <a:pt x="755738" y="348957"/>
                </a:lnTo>
                <a:lnTo>
                  <a:pt x="757428" y="330708"/>
                </a:lnTo>
                <a:lnTo>
                  <a:pt x="838200" y="330708"/>
                </a:lnTo>
                <a:lnTo>
                  <a:pt x="827532" y="320040"/>
                </a:lnTo>
                <a:lnTo>
                  <a:pt x="803148" y="295656"/>
                </a:lnTo>
                <a:lnTo>
                  <a:pt x="778764" y="320040"/>
                </a:lnTo>
                <a:lnTo>
                  <a:pt x="758952" y="320040"/>
                </a:lnTo>
                <a:lnTo>
                  <a:pt x="765048" y="222504"/>
                </a:lnTo>
                <a:lnTo>
                  <a:pt x="845820" y="222504"/>
                </a:lnTo>
                <a:close/>
              </a:path>
              <a:path w="1290954" h="412114">
                <a:moveTo>
                  <a:pt x="1114056" y="147840"/>
                </a:moveTo>
                <a:lnTo>
                  <a:pt x="1072908" y="124980"/>
                </a:lnTo>
                <a:lnTo>
                  <a:pt x="1073137" y="145859"/>
                </a:lnTo>
                <a:lnTo>
                  <a:pt x="1074191" y="183057"/>
                </a:lnTo>
                <a:lnTo>
                  <a:pt x="1074305" y="191274"/>
                </a:lnTo>
                <a:lnTo>
                  <a:pt x="1074191" y="330479"/>
                </a:lnTo>
                <a:lnTo>
                  <a:pt x="1073670" y="352437"/>
                </a:lnTo>
                <a:lnTo>
                  <a:pt x="1073137" y="379526"/>
                </a:lnTo>
                <a:lnTo>
                  <a:pt x="1072908" y="411492"/>
                </a:lnTo>
                <a:lnTo>
                  <a:pt x="1101864" y="394728"/>
                </a:lnTo>
                <a:lnTo>
                  <a:pt x="1100975" y="378104"/>
                </a:lnTo>
                <a:lnTo>
                  <a:pt x="1100531" y="362343"/>
                </a:lnTo>
                <a:lnTo>
                  <a:pt x="1100416" y="352437"/>
                </a:lnTo>
                <a:lnTo>
                  <a:pt x="1100340" y="158508"/>
                </a:lnTo>
                <a:lnTo>
                  <a:pt x="1114056" y="147840"/>
                </a:lnTo>
                <a:close/>
              </a:path>
              <a:path w="1290954" h="412114">
                <a:moveTo>
                  <a:pt x="1290840" y="179844"/>
                </a:moveTo>
                <a:lnTo>
                  <a:pt x="1243215" y="165938"/>
                </a:lnTo>
                <a:lnTo>
                  <a:pt x="1193304" y="137172"/>
                </a:lnTo>
                <a:lnTo>
                  <a:pt x="1142631" y="92976"/>
                </a:lnTo>
                <a:lnTo>
                  <a:pt x="1101928" y="41160"/>
                </a:lnTo>
                <a:lnTo>
                  <a:pt x="1094244" y="30492"/>
                </a:lnTo>
                <a:lnTo>
                  <a:pt x="1111008" y="19824"/>
                </a:lnTo>
                <a:lnTo>
                  <a:pt x="1074432" y="12"/>
                </a:lnTo>
                <a:lnTo>
                  <a:pt x="1048334" y="55829"/>
                </a:lnTo>
                <a:lnTo>
                  <a:pt x="1007376" y="117360"/>
                </a:lnTo>
                <a:lnTo>
                  <a:pt x="980795" y="147840"/>
                </a:lnTo>
                <a:lnTo>
                  <a:pt x="951179" y="175082"/>
                </a:lnTo>
                <a:lnTo>
                  <a:pt x="918425" y="198577"/>
                </a:lnTo>
                <a:lnTo>
                  <a:pt x="882408" y="217944"/>
                </a:lnTo>
                <a:lnTo>
                  <a:pt x="883932" y="225564"/>
                </a:lnTo>
                <a:lnTo>
                  <a:pt x="919670" y="208991"/>
                </a:lnTo>
                <a:lnTo>
                  <a:pt x="979728" y="172415"/>
                </a:lnTo>
                <a:lnTo>
                  <a:pt x="1026871" y="129882"/>
                </a:lnTo>
                <a:lnTo>
                  <a:pt x="1069682" y="73964"/>
                </a:lnTo>
                <a:lnTo>
                  <a:pt x="1089672" y="41160"/>
                </a:lnTo>
                <a:lnTo>
                  <a:pt x="1107960" y="71678"/>
                </a:lnTo>
                <a:lnTo>
                  <a:pt x="1144536" y="123024"/>
                </a:lnTo>
                <a:lnTo>
                  <a:pt x="1181989" y="162102"/>
                </a:lnTo>
                <a:lnTo>
                  <a:pt x="1226045" y="195770"/>
                </a:lnTo>
                <a:lnTo>
                  <a:pt x="1251216" y="210324"/>
                </a:lnTo>
                <a:lnTo>
                  <a:pt x="1258049" y="201180"/>
                </a:lnTo>
                <a:lnTo>
                  <a:pt x="1267028" y="194322"/>
                </a:lnTo>
                <a:lnTo>
                  <a:pt x="1278001" y="189750"/>
                </a:lnTo>
                <a:lnTo>
                  <a:pt x="1290840" y="187464"/>
                </a:lnTo>
                <a:lnTo>
                  <a:pt x="1290840" y="17984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" name="object 65"/>
          <p:cNvSpPr/>
          <p:nvPr/>
        </p:nvSpPr>
        <p:spPr>
          <a:xfrm>
            <a:off x="3921252" y="5419344"/>
            <a:ext cx="361315" cy="403860"/>
          </a:xfrm>
          <a:custGeom>
            <a:avLst/>
            <a:gdLst/>
            <a:ahLst/>
            <a:cxnLst/>
            <a:rect l="l" t="t" r="r" b="b"/>
            <a:pathLst>
              <a:path w="361314" h="403860">
                <a:moveTo>
                  <a:pt x="328204" y="16763"/>
                </a:moveTo>
                <a:lnTo>
                  <a:pt x="295656" y="16763"/>
                </a:lnTo>
                <a:lnTo>
                  <a:pt x="307848" y="0"/>
                </a:lnTo>
                <a:lnTo>
                  <a:pt x="328204" y="16763"/>
                </a:lnTo>
                <a:close/>
              </a:path>
              <a:path w="361314" h="403860">
                <a:moveTo>
                  <a:pt x="56388" y="201167"/>
                </a:moveTo>
                <a:lnTo>
                  <a:pt x="58150" y="180308"/>
                </a:lnTo>
                <a:lnTo>
                  <a:pt x="59055" y="156590"/>
                </a:lnTo>
                <a:lnTo>
                  <a:pt x="59388" y="130016"/>
                </a:lnTo>
                <a:lnTo>
                  <a:pt x="59412" y="72032"/>
                </a:lnTo>
                <a:lnTo>
                  <a:pt x="59245" y="45910"/>
                </a:lnTo>
                <a:lnTo>
                  <a:pt x="58861" y="25907"/>
                </a:lnTo>
                <a:lnTo>
                  <a:pt x="58749" y="21336"/>
                </a:lnTo>
                <a:lnTo>
                  <a:pt x="57912" y="1524"/>
                </a:lnTo>
                <a:lnTo>
                  <a:pt x="82296" y="16763"/>
                </a:lnTo>
                <a:lnTo>
                  <a:pt x="328204" y="16763"/>
                </a:lnTo>
                <a:lnTo>
                  <a:pt x="333756" y="21336"/>
                </a:lnTo>
                <a:lnTo>
                  <a:pt x="329184" y="25907"/>
                </a:lnTo>
                <a:lnTo>
                  <a:pt x="82296" y="25907"/>
                </a:lnTo>
                <a:lnTo>
                  <a:pt x="82296" y="91439"/>
                </a:lnTo>
                <a:lnTo>
                  <a:pt x="321564" y="91439"/>
                </a:lnTo>
                <a:lnTo>
                  <a:pt x="321564" y="100583"/>
                </a:lnTo>
                <a:lnTo>
                  <a:pt x="82296" y="100583"/>
                </a:lnTo>
                <a:lnTo>
                  <a:pt x="82296" y="164591"/>
                </a:lnTo>
                <a:lnTo>
                  <a:pt x="322051" y="164591"/>
                </a:lnTo>
                <a:lnTo>
                  <a:pt x="322206" y="169592"/>
                </a:lnTo>
                <a:lnTo>
                  <a:pt x="322453" y="173735"/>
                </a:lnTo>
                <a:lnTo>
                  <a:pt x="82296" y="173735"/>
                </a:lnTo>
                <a:lnTo>
                  <a:pt x="82296" y="190499"/>
                </a:lnTo>
                <a:lnTo>
                  <a:pt x="56388" y="201167"/>
                </a:lnTo>
                <a:close/>
              </a:path>
              <a:path w="361314" h="403860">
                <a:moveTo>
                  <a:pt x="199644" y="91439"/>
                </a:moveTo>
                <a:lnTo>
                  <a:pt x="176784" y="91439"/>
                </a:lnTo>
                <a:lnTo>
                  <a:pt x="176784" y="25907"/>
                </a:lnTo>
                <a:lnTo>
                  <a:pt x="199644" y="25907"/>
                </a:lnTo>
                <a:lnTo>
                  <a:pt x="199644" y="91439"/>
                </a:lnTo>
                <a:close/>
              </a:path>
              <a:path w="361314" h="403860">
                <a:moveTo>
                  <a:pt x="321564" y="91439"/>
                </a:moveTo>
                <a:lnTo>
                  <a:pt x="297180" y="91439"/>
                </a:lnTo>
                <a:lnTo>
                  <a:pt x="297180" y="25907"/>
                </a:lnTo>
                <a:lnTo>
                  <a:pt x="329184" y="25907"/>
                </a:lnTo>
                <a:lnTo>
                  <a:pt x="321564" y="33527"/>
                </a:lnTo>
                <a:lnTo>
                  <a:pt x="321564" y="91439"/>
                </a:lnTo>
                <a:close/>
              </a:path>
              <a:path w="361314" h="403860">
                <a:moveTo>
                  <a:pt x="199644" y="164591"/>
                </a:moveTo>
                <a:lnTo>
                  <a:pt x="176784" y="164591"/>
                </a:lnTo>
                <a:lnTo>
                  <a:pt x="176784" y="100583"/>
                </a:lnTo>
                <a:lnTo>
                  <a:pt x="199644" y="100583"/>
                </a:lnTo>
                <a:lnTo>
                  <a:pt x="199644" y="164591"/>
                </a:lnTo>
                <a:close/>
              </a:path>
              <a:path w="361314" h="403860">
                <a:moveTo>
                  <a:pt x="322051" y="164591"/>
                </a:moveTo>
                <a:lnTo>
                  <a:pt x="297180" y="164591"/>
                </a:lnTo>
                <a:lnTo>
                  <a:pt x="297180" y="100583"/>
                </a:lnTo>
                <a:lnTo>
                  <a:pt x="321564" y="100583"/>
                </a:lnTo>
                <a:lnTo>
                  <a:pt x="321587" y="141112"/>
                </a:lnTo>
                <a:lnTo>
                  <a:pt x="321754" y="155066"/>
                </a:lnTo>
                <a:lnTo>
                  <a:pt x="322051" y="164591"/>
                </a:lnTo>
                <a:close/>
              </a:path>
              <a:path w="361314" h="403860">
                <a:moveTo>
                  <a:pt x="297180" y="193547"/>
                </a:moveTo>
                <a:lnTo>
                  <a:pt x="297180" y="173735"/>
                </a:lnTo>
                <a:lnTo>
                  <a:pt x="322453" y="173735"/>
                </a:lnTo>
                <a:lnTo>
                  <a:pt x="323088" y="184403"/>
                </a:lnTo>
                <a:lnTo>
                  <a:pt x="297180" y="193547"/>
                </a:lnTo>
                <a:close/>
              </a:path>
              <a:path w="361314" h="403860">
                <a:moveTo>
                  <a:pt x="195072" y="236219"/>
                </a:moveTo>
                <a:lnTo>
                  <a:pt x="172212" y="236219"/>
                </a:lnTo>
                <a:lnTo>
                  <a:pt x="174345" y="201167"/>
                </a:lnTo>
                <a:lnTo>
                  <a:pt x="174998" y="188213"/>
                </a:lnTo>
                <a:lnTo>
                  <a:pt x="175260" y="176783"/>
                </a:lnTo>
                <a:lnTo>
                  <a:pt x="214884" y="196595"/>
                </a:lnTo>
                <a:lnTo>
                  <a:pt x="202692" y="205739"/>
                </a:lnTo>
                <a:lnTo>
                  <a:pt x="201287" y="212859"/>
                </a:lnTo>
                <a:lnTo>
                  <a:pt x="199453" y="220408"/>
                </a:lnTo>
                <a:lnTo>
                  <a:pt x="197334" y="228242"/>
                </a:lnTo>
                <a:lnTo>
                  <a:pt x="195072" y="236219"/>
                </a:lnTo>
                <a:close/>
              </a:path>
              <a:path w="361314" h="403860">
                <a:moveTo>
                  <a:pt x="36576" y="252983"/>
                </a:moveTo>
                <a:lnTo>
                  <a:pt x="19812" y="236219"/>
                </a:lnTo>
                <a:lnTo>
                  <a:pt x="320040" y="236219"/>
                </a:lnTo>
                <a:lnTo>
                  <a:pt x="333756" y="219455"/>
                </a:lnTo>
                <a:lnTo>
                  <a:pt x="361188" y="243839"/>
                </a:lnTo>
                <a:lnTo>
                  <a:pt x="356833" y="246887"/>
                </a:lnTo>
                <a:lnTo>
                  <a:pt x="77724" y="246887"/>
                </a:lnTo>
                <a:lnTo>
                  <a:pt x="66579" y="247197"/>
                </a:lnTo>
                <a:lnTo>
                  <a:pt x="56007" y="248221"/>
                </a:lnTo>
                <a:lnTo>
                  <a:pt x="46005" y="250102"/>
                </a:lnTo>
                <a:lnTo>
                  <a:pt x="36576" y="252983"/>
                </a:lnTo>
                <a:close/>
              </a:path>
              <a:path w="361314" h="403860">
                <a:moveTo>
                  <a:pt x="1524" y="403860"/>
                </a:moveTo>
                <a:lnTo>
                  <a:pt x="0" y="399288"/>
                </a:lnTo>
                <a:lnTo>
                  <a:pt x="33694" y="387286"/>
                </a:lnTo>
                <a:lnTo>
                  <a:pt x="63817" y="374142"/>
                </a:lnTo>
                <a:lnTo>
                  <a:pt x="112776" y="344424"/>
                </a:lnTo>
                <a:lnTo>
                  <a:pt x="147828" y="303656"/>
                </a:lnTo>
                <a:lnTo>
                  <a:pt x="169164" y="246887"/>
                </a:lnTo>
                <a:lnTo>
                  <a:pt x="193548" y="246887"/>
                </a:lnTo>
                <a:lnTo>
                  <a:pt x="171069" y="309562"/>
                </a:lnTo>
                <a:lnTo>
                  <a:pt x="132588" y="355092"/>
                </a:lnTo>
                <a:lnTo>
                  <a:pt x="76771" y="384619"/>
                </a:lnTo>
                <a:lnTo>
                  <a:pt x="41505" y="395597"/>
                </a:lnTo>
                <a:lnTo>
                  <a:pt x="1524" y="403860"/>
                </a:lnTo>
                <a:close/>
              </a:path>
              <a:path w="361314" h="403860">
                <a:moveTo>
                  <a:pt x="320999" y="362021"/>
                </a:moveTo>
                <a:lnTo>
                  <a:pt x="282154" y="362021"/>
                </a:lnTo>
                <a:lnTo>
                  <a:pt x="291084" y="361188"/>
                </a:lnTo>
                <a:lnTo>
                  <a:pt x="295417" y="356616"/>
                </a:lnTo>
                <a:lnTo>
                  <a:pt x="311277" y="314610"/>
                </a:lnTo>
                <a:lnTo>
                  <a:pt x="318135" y="273462"/>
                </a:lnTo>
                <a:lnTo>
                  <a:pt x="321564" y="246887"/>
                </a:lnTo>
                <a:lnTo>
                  <a:pt x="356833" y="246887"/>
                </a:lnTo>
                <a:lnTo>
                  <a:pt x="345948" y="254507"/>
                </a:lnTo>
                <a:lnTo>
                  <a:pt x="340518" y="285083"/>
                </a:lnTo>
                <a:lnTo>
                  <a:pt x="335661" y="310514"/>
                </a:lnTo>
                <a:lnTo>
                  <a:pt x="331374" y="330803"/>
                </a:lnTo>
                <a:lnTo>
                  <a:pt x="327660" y="345948"/>
                </a:lnTo>
                <a:lnTo>
                  <a:pt x="323064" y="357663"/>
                </a:lnTo>
                <a:lnTo>
                  <a:pt x="320999" y="362021"/>
                </a:lnTo>
                <a:close/>
              </a:path>
              <a:path w="361314" h="403860">
                <a:moveTo>
                  <a:pt x="262128" y="399288"/>
                </a:moveTo>
                <a:lnTo>
                  <a:pt x="259842" y="387000"/>
                </a:lnTo>
                <a:lnTo>
                  <a:pt x="250698" y="375285"/>
                </a:lnTo>
                <a:lnTo>
                  <a:pt x="234696" y="364140"/>
                </a:lnTo>
                <a:lnTo>
                  <a:pt x="211836" y="353568"/>
                </a:lnTo>
                <a:lnTo>
                  <a:pt x="213360" y="345948"/>
                </a:lnTo>
                <a:lnTo>
                  <a:pt x="243720" y="354544"/>
                </a:lnTo>
                <a:lnTo>
                  <a:pt x="266509" y="359854"/>
                </a:lnTo>
                <a:lnTo>
                  <a:pt x="282154" y="362021"/>
                </a:lnTo>
                <a:lnTo>
                  <a:pt x="320999" y="362021"/>
                </a:lnTo>
                <a:lnTo>
                  <a:pt x="318325" y="367665"/>
                </a:lnTo>
                <a:lnTo>
                  <a:pt x="277844" y="395811"/>
                </a:lnTo>
                <a:lnTo>
                  <a:pt x="262128" y="39928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" name="object 66"/>
          <p:cNvSpPr/>
          <p:nvPr/>
        </p:nvSpPr>
        <p:spPr>
          <a:xfrm>
            <a:off x="4351020" y="5419356"/>
            <a:ext cx="850900" cy="402590"/>
          </a:xfrm>
          <a:custGeom>
            <a:avLst/>
            <a:gdLst/>
            <a:ahLst/>
            <a:cxnLst/>
            <a:rect l="l" t="t" r="r" b="b"/>
            <a:pathLst>
              <a:path w="850900" h="402589">
                <a:moveTo>
                  <a:pt x="405384" y="356616"/>
                </a:moveTo>
                <a:lnTo>
                  <a:pt x="355854" y="339090"/>
                </a:lnTo>
                <a:lnTo>
                  <a:pt x="310896" y="303276"/>
                </a:lnTo>
                <a:lnTo>
                  <a:pt x="272796" y="254317"/>
                </a:lnTo>
                <a:lnTo>
                  <a:pt x="243840" y="195072"/>
                </a:lnTo>
                <a:lnTo>
                  <a:pt x="221551" y="124015"/>
                </a:lnTo>
                <a:lnTo>
                  <a:pt x="213614" y="82981"/>
                </a:lnTo>
                <a:lnTo>
                  <a:pt x="207264" y="38100"/>
                </a:lnTo>
                <a:lnTo>
                  <a:pt x="225552" y="22860"/>
                </a:lnTo>
                <a:lnTo>
                  <a:pt x="172212" y="0"/>
                </a:lnTo>
                <a:lnTo>
                  <a:pt x="172466" y="40017"/>
                </a:lnTo>
                <a:lnTo>
                  <a:pt x="170878" y="80200"/>
                </a:lnTo>
                <a:lnTo>
                  <a:pt x="167271" y="120650"/>
                </a:lnTo>
                <a:lnTo>
                  <a:pt x="161544" y="161544"/>
                </a:lnTo>
                <a:lnTo>
                  <a:pt x="153250" y="200063"/>
                </a:lnTo>
                <a:lnTo>
                  <a:pt x="128104" y="267411"/>
                </a:lnTo>
                <a:lnTo>
                  <a:pt x="89789" y="321386"/>
                </a:lnTo>
                <a:lnTo>
                  <a:pt x="34302" y="370014"/>
                </a:lnTo>
                <a:lnTo>
                  <a:pt x="0" y="393192"/>
                </a:lnTo>
                <a:lnTo>
                  <a:pt x="4572" y="399288"/>
                </a:lnTo>
                <a:lnTo>
                  <a:pt x="39141" y="382422"/>
                </a:lnTo>
                <a:lnTo>
                  <a:pt x="96291" y="343560"/>
                </a:lnTo>
                <a:lnTo>
                  <a:pt x="138010" y="297865"/>
                </a:lnTo>
                <a:lnTo>
                  <a:pt x="167728" y="245910"/>
                </a:lnTo>
                <a:lnTo>
                  <a:pt x="185966" y="188544"/>
                </a:lnTo>
                <a:lnTo>
                  <a:pt x="198450" y="118910"/>
                </a:lnTo>
                <a:lnTo>
                  <a:pt x="202692" y="79248"/>
                </a:lnTo>
                <a:lnTo>
                  <a:pt x="207835" y="120624"/>
                </a:lnTo>
                <a:lnTo>
                  <a:pt x="221551" y="190258"/>
                </a:lnTo>
                <a:lnTo>
                  <a:pt x="240118" y="242760"/>
                </a:lnTo>
                <a:lnTo>
                  <a:pt x="265264" y="290144"/>
                </a:lnTo>
                <a:lnTo>
                  <a:pt x="296392" y="334200"/>
                </a:lnTo>
                <a:lnTo>
                  <a:pt x="334632" y="372630"/>
                </a:lnTo>
                <a:lnTo>
                  <a:pt x="356616" y="390144"/>
                </a:lnTo>
                <a:lnTo>
                  <a:pt x="364871" y="380111"/>
                </a:lnTo>
                <a:lnTo>
                  <a:pt x="375856" y="372808"/>
                </a:lnTo>
                <a:lnTo>
                  <a:pt x="389394" y="368058"/>
                </a:lnTo>
                <a:lnTo>
                  <a:pt x="405384" y="365760"/>
                </a:lnTo>
                <a:lnTo>
                  <a:pt x="405384" y="356616"/>
                </a:lnTo>
                <a:close/>
              </a:path>
              <a:path w="850900" h="402589">
                <a:moveTo>
                  <a:pt x="633984" y="71615"/>
                </a:moveTo>
                <a:lnTo>
                  <a:pt x="603504" y="47231"/>
                </a:lnTo>
                <a:lnTo>
                  <a:pt x="589788" y="63995"/>
                </a:lnTo>
                <a:lnTo>
                  <a:pt x="452628" y="63995"/>
                </a:lnTo>
                <a:lnTo>
                  <a:pt x="467868" y="80759"/>
                </a:lnTo>
                <a:lnTo>
                  <a:pt x="478167" y="77889"/>
                </a:lnTo>
                <a:lnTo>
                  <a:pt x="488632" y="75996"/>
                </a:lnTo>
                <a:lnTo>
                  <a:pt x="499364" y="74980"/>
                </a:lnTo>
                <a:lnTo>
                  <a:pt x="510540" y="74663"/>
                </a:lnTo>
                <a:lnTo>
                  <a:pt x="589788" y="74663"/>
                </a:lnTo>
                <a:lnTo>
                  <a:pt x="580644" y="109524"/>
                </a:lnTo>
                <a:lnTo>
                  <a:pt x="571500" y="140957"/>
                </a:lnTo>
                <a:lnTo>
                  <a:pt x="562356" y="168960"/>
                </a:lnTo>
                <a:lnTo>
                  <a:pt x="553212" y="193535"/>
                </a:lnTo>
                <a:lnTo>
                  <a:pt x="515112" y="150291"/>
                </a:lnTo>
                <a:lnTo>
                  <a:pt x="496303" y="129146"/>
                </a:lnTo>
                <a:lnTo>
                  <a:pt x="477012" y="108191"/>
                </a:lnTo>
                <a:lnTo>
                  <a:pt x="470916" y="112763"/>
                </a:lnTo>
                <a:lnTo>
                  <a:pt x="484060" y="130225"/>
                </a:lnTo>
                <a:lnTo>
                  <a:pt x="500634" y="152958"/>
                </a:lnTo>
                <a:lnTo>
                  <a:pt x="520636" y="181140"/>
                </a:lnTo>
                <a:lnTo>
                  <a:pt x="544068" y="214871"/>
                </a:lnTo>
                <a:lnTo>
                  <a:pt x="535444" y="231444"/>
                </a:lnTo>
                <a:lnTo>
                  <a:pt x="513626" y="268020"/>
                </a:lnTo>
                <a:lnTo>
                  <a:pt x="485863" y="307771"/>
                </a:lnTo>
                <a:lnTo>
                  <a:pt x="456145" y="342684"/>
                </a:lnTo>
                <a:lnTo>
                  <a:pt x="440436" y="358127"/>
                </a:lnTo>
                <a:lnTo>
                  <a:pt x="441960" y="367271"/>
                </a:lnTo>
                <a:lnTo>
                  <a:pt x="481774" y="333171"/>
                </a:lnTo>
                <a:lnTo>
                  <a:pt x="513588" y="300215"/>
                </a:lnTo>
                <a:lnTo>
                  <a:pt x="538543" y="266877"/>
                </a:lnTo>
                <a:lnTo>
                  <a:pt x="557784" y="234683"/>
                </a:lnTo>
                <a:lnTo>
                  <a:pt x="568350" y="258953"/>
                </a:lnTo>
                <a:lnTo>
                  <a:pt x="577215" y="281355"/>
                </a:lnTo>
                <a:lnTo>
                  <a:pt x="584352" y="301764"/>
                </a:lnTo>
                <a:lnTo>
                  <a:pt x="589788" y="320027"/>
                </a:lnTo>
                <a:lnTo>
                  <a:pt x="592328" y="333159"/>
                </a:lnTo>
                <a:lnTo>
                  <a:pt x="595299" y="342684"/>
                </a:lnTo>
                <a:lnTo>
                  <a:pt x="598563" y="348538"/>
                </a:lnTo>
                <a:lnTo>
                  <a:pt x="601980" y="350507"/>
                </a:lnTo>
                <a:lnTo>
                  <a:pt x="603504" y="350507"/>
                </a:lnTo>
                <a:lnTo>
                  <a:pt x="605028" y="347459"/>
                </a:lnTo>
                <a:lnTo>
                  <a:pt x="609600" y="344411"/>
                </a:lnTo>
                <a:lnTo>
                  <a:pt x="614172" y="339839"/>
                </a:lnTo>
                <a:lnTo>
                  <a:pt x="615696" y="332219"/>
                </a:lnTo>
                <a:lnTo>
                  <a:pt x="617220" y="323075"/>
                </a:lnTo>
                <a:lnTo>
                  <a:pt x="616902" y="314794"/>
                </a:lnTo>
                <a:lnTo>
                  <a:pt x="605739" y="273596"/>
                </a:lnTo>
                <a:lnTo>
                  <a:pt x="584111" y="238074"/>
                </a:lnTo>
                <a:lnTo>
                  <a:pt x="568452" y="214871"/>
                </a:lnTo>
                <a:lnTo>
                  <a:pt x="577253" y="193535"/>
                </a:lnTo>
                <a:lnTo>
                  <a:pt x="579894" y="187134"/>
                </a:lnTo>
                <a:lnTo>
                  <a:pt x="591502" y="156387"/>
                </a:lnTo>
                <a:lnTo>
                  <a:pt x="603377" y="122504"/>
                </a:lnTo>
                <a:lnTo>
                  <a:pt x="615696" y="85331"/>
                </a:lnTo>
                <a:lnTo>
                  <a:pt x="629920" y="74663"/>
                </a:lnTo>
                <a:lnTo>
                  <a:pt x="633984" y="71615"/>
                </a:lnTo>
                <a:close/>
              </a:path>
              <a:path w="850900" h="402589">
                <a:moveTo>
                  <a:pt x="697992" y="234683"/>
                </a:moveTo>
                <a:lnTo>
                  <a:pt x="674636" y="189636"/>
                </a:lnTo>
                <a:lnTo>
                  <a:pt x="646176" y="164579"/>
                </a:lnTo>
                <a:lnTo>
                  <a:pt x="640080" y="167627"/>
                </a:lnTo>
                <a:lnTo>
                  <a:pt x="651192" y="189534"/>
                </a:lnTo>
                <a:lnTo>
                  <a:pt x="659701" y="209918"/>
                </a:lnTo>
                <a:lnTo>
                  <a:pt x="665581" y="228498"/>
                </a:lnTo>
                <a:lnTo>
                  <a:pt x="669036" y="245351"/>
                </a:lnTo>
                <a:lnTo>
                  <a:pt x="670458" y="256235"/>
                </a:lnTo>
                <a:lnTo>
                  <a:pt x="672465" y="263829"/>
                </a:lnTo>
                <a:lnTo>
                  <a:pt x="675030" y="268287"/>
                </a:lnTo>
                <a:lnTo>
                  <a:pt x="678180" y="269735"/>
                </a:lnTo>
                <a:lnTo>
                  <a:pt x="679704" y="269735"/>
                </a:lnTo>
                <a:lnTo>
                  <a:pt x="697420" y="241287"/>
                </a:lnTo>
                <a:lnTo>
                  <a:pt x="697992" y="234683"/>
                </a:lnTo>
                <a:close/>
              </a:path>
              <a:path w="850900" h="402589">
                <a:moveTo>
                  <a:pt x="850392" y="128003"/>
                </a:moveTo>
                <a:lnTo>
                  <a:pt x="816864" y="94475"/>
                </a:lnTo>
                <a:lnTo>
                  <a:pt x="795528" y="117335"/>
                </a:lnTo>
                <a:lnTo>
                  <a:pt x="775716" y="117335"/>
                </a:lnTo>
                <a:lnTo>
                  <a:pt x="775716" y="38087"/>
                </a:lnTo>
                <a:lnTo>
                  <a:pt x="790956" y="24371"/>
                </a:lnTo>
                <a:lnTo>
                  <a:pt x="749808" y="4559"/>
                </a:lnTo>
                <a:lnTo>
                  <a:pt x="750684" y="15684"/>
                </a:lnTo>
                <a:lnTo>
                  <a:pt x="751141" y="28371"/>
                </a:lnTo>
                <a:lnTo>
                  <a:pt x="751255" y="38087"/>
                </a:lnTo>
                <a:lnTo>
                  <a:pt x="751332" y="117335"/>
                </a:lnTo>
                <a:lnTo>
                  <a:pt x="612648" y="117335"/>
                </a:lnTo>
                <a:lnTo>
                  <a:pt x="627888" y="132575"/>
                </a:lnTo>
                <a:lnTo>
                  <a:pt x="638175" y="130581"/>
                </a:lnTo>
                <a:lnTo>
                  <a:pt x="648462" y="129146"/>
                </a:lnTo>
                <a:lnTo>
                  <a:pt x="658749" y="128295"/>
                </a:lnTo>
                <a:lnTo>
                  <a:pt x="669036" y="128003"/>
                </a:lnTo>
                <a:lnTo>
                  <a:pt x="751332" y="128003"/>
                </a:lnTo>
                <a:lnTo>
                  <a:pt x="751332" y="353555"/>
                </a:lnTo>
                <a:lnTo>
                  <a:pt x="748284" y="358127"/>
                </a:lnTo>
                <a:lnTo>
                  <a:pt x="740664" y="358127"/>
                </a:lnTo>
                <a:lnTo>
                  <a:pt x="732129" y="358686"/>
                </a:lnTo>
                <a:lnTo>
                  <a:pt x="718185" y="357936"/>
                </a:lnTo>
                <a:lnTo>
                  <a:pt x="699084" y="355777"/>
                </a:lnTo>
                <a:lnTo>
                  <a:pt x="675132" y="352031"/>
                </a:lnTo>
                <a:lnTo>
                  <a:pt x="675132" y="361175"/>
                </a:lnTo>
                <a:lnTo>
                  <a:pt x="702246" y="371462"/>
                </a:lnTo>
                <a:lnTo>
                  <a:pt x="721804" y="381749"/>
                </a:lnTo>
                <a:lnTo>
                  <a:pt x="733628" y="392036"/>
                </a:lnTo>
                <a:lnTo>
                  <a:pt x="737616" y="402323"/>
                </a:lnTo>
                <a:lnTo>
                  <a:pt x="754494" y="393471"/>
                </a:lnTo>
                <a:lnTo>
                  <a:pt x="766381" y="382892"/>
                </a:lnTo>
                <a:lnTo>
                  <a:pt x="773404" y="370611"/>
                </a:lnTo>
                <a:lnTo>
                  <a:pt x="775373" y="358686"/>
                </a:lnTo>
                <a:lnTo>
                  <a:pt x="775716" y="356603"/>
                </a:lnTo>
                <a:lnTo>
                  <a:pt x="775716" y="128003"/>
                </a:lnTo>
                <a:lnTo>
                  <a:pt x="850392" y="12800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" name="object 67"/>
          <p:cNvSpPr/>
          <p:nvPr/>
        </p:nvSpPr>
        <p:spPr>
          <a:xfrm>
            <a:off x="5250180" y="5414784"/>
            <a:ext cx="1283335" cy="410209"/>
          </a:xfrm>
          <a:custGeom>
            <a:avLst/>
            <a:gdLst/>
            <a:ahLst/>
            <a:cxnLst/>
            <a:rect l="l" t="t" r="r" b="b"/>
            <a:pathLst>
              <a:path w="1283334" h="410210">
                <a:moveTo>
                  <a:pt x="394716" y="140208"/>
                </a:moveTo>
                <a:lnTo>
                  <a:pt x="356616" y="102108"/>
                </a:lnTo>
                <a:lnTo>
                  <a:pt x="329184" y="129540"/>
                </a:lnTo>
                <a:lnTo>
                  <a:pt x="271272" y="129540"/>
                </a:lnTo>
                <a:lnTo>
                  <a:pt x="271272" y="140208"/>
                </a:lnTo>
                <a:lnTo>
                  <a:pt x="259003" y="182156"/>
                </a:lnTo>
                <a:lnTo>
                  <a:pt x="245173" y="220980"/>
                </a:lnTo>
                <a:lnTo>
                  <a:pt x="229908" y="256362"/>
                </a:lnTo>
                <a:lnTo>
                  <a:pt x="213360" y="288036"/>
                </a:lnTo>
                <a:lnTo>
                  <a:pt x="196469" y="282892"/>
                </a:lnTo>
                <a:lnTo>
                  <a:pt x="120396" y="260604"/>
                </a:lnTo>
                <a:lnTo>
                  <a:pt x="134607" y="222288"/>
                </a:lnTo>
                <a:lnTo>
                  <a:pt x="147256" y="189547"/>
                </a:lnTo>
                <a:lnTo>
                  <a:pt x="157899" y="162229"/>
                </a:lnTo>
                <a:lnTo>
                  <a:pt x="166116" y="140208"/>
                </a:lnTo>
                <a:lnTo>
                  <a:pt x="271272" y="140208"/>
                </a:lnTo>
                <a:lnTo>
                  <a:pt x="271272" y="129540"/>
                </a:lnTo>
                <a:lnTo>
                  <a:pt x="169164" y="129540"/>
                </a:lnTo>
                <a:lnTo>
                  <a:pt x="177393" y="106438"/>
                </a:lnTo>
                <a:lnTo>
                  <a:pt x="194449" y="59664"/>
                </a:lnTo>
                <a:lnTo>
                  <a:pt x="202692" y="36576"/>
                </a:lnTo>
                <a:lnTo>
                  <a:pt x="219456" y="25908"/>
                </a:lnTo>
                <a:lnTo>
                  <a:pt x="176784" y="3048"/>
                </a:lnTo>
                <a:lnTo>
                  <a:pt x="169583" y="35026"/>
                </a:lnTo>
                <a:lnTo>
                  <a:pt x="161544" y="66865"/>
                </a:lnTo>
                <a:lnTo>
                  <a:pt x="152349" y="98412"/>
                </a:lnTo>
                <a:lnTo>
                  <a:pt x="141732" y="129540"/>
                </a:lnTo>
                <a:lnTo>
                  <a:pt x="0" y="129540"/>
                </a:lnTo>
                <a:lnTo>
                  <a:pt x="15240" y="146304"/>
                </a:lnTo>
                <a:lnTo>
                  <a:pt x="25539" y="143421"/>
                </a:lnTo>
                <a:lnTo>
                  <a:pt x="36004" y="141541"/>
                </a:lnTo>
                <a:lnTo>
                  <a:pt x="46736" y="140512"/>
                </a:lnTo>
                <a:lnTo>
                  <a:pt x="57912" y="140208"/>
                </a:lnTo>
                <a:lnTo>
                  <a:pt x="138684" y="140208"/>
                </a:lnTo>
                <a:lnTo>
                  <a:pt x="126123" y="177063"/>
                </a:lnTo>
                <a:lnTo>
                  <a:pt x="113728" y="209931"/>
                </a:lnTo>
                <a:lnTo>
                  <a:pt x="101600" y="238785"/>
                </a:lnTo>
                <a:lnTo>
                  <a:pt x="89916" y="263652"/>
                </a:lnTo>
                <a:lnTo>
                  <a:pt x="115646" y="271360"/>
                </a:lnTo>
                <a:lnTo>
                  <a:pt x="142684" y="280797"/>
                </a:lnTo>
                <a:lnTo>
                  <a:pt x="171132" y="291934"/>
                </a:lnTo>
                <a:lnTo>
                  <a:pt x="201168" y="304800"/>
                </a:lnTo>
                <a:lnTo>
                  <a:pt x="185166" y="319608"/>
                </a:lnTo>
                <a:lnTo>
                  <a:pt x="146304" y="348081"/>
                </a:lnTo>
                <a:lnTo>
                  <a:pt x="98031" y="373164"/>
                </a:lnTo>
                <a:lnTo>
                  <a:pt x="39217" y="393115"/>
                </a:lnTo>
                <a:lnTo>
                  <a:pt x="6096" y="400812"/>
                </a:lnTo>
                <a:lnTo>
                  <a:pt x="10668" y="409956"/>
                </a:lnTo>
                <a:lnTo>
                  <a:pt x="48971" y="401383"/>
                </a:lnTo>
                <a:lnTo>
                  <a:pt x="115887" y="380809"/>
                </a:lnTo>
                <a:lnTo>
                  <a:pt x="170472" y="355295"/>
                </a:lnTo>
                <a:lnTo>
                  <a:pt x="210997" y="328295"/>
                </a:lnTo>
                <a:lnTo>
                  <a:pt x="225552" y="313944"/>
                </a:lnTo>
                <a:lnTo>
                  <a:pt x="256667" y="329920"/>
                </a:lnTo>
                <a:lnTo>
                  <a:pt x="283654" y="345757"/>
                </a:lnTo>
                <a:lnTo>
                  <a:pt x="306336" y="361302"/>
                </a:lnTo>
                <a:lnTo>
                  <a:pt x="324612" y="376428"/>
                </a:lnTo>
                <a:lnTo>
                  <a:pt x="332917" y="383540"/>
                </a:lnTo>
                <a:lnTo>
                  <a:pt x="339661" y="388810"/>
                </a:lnTo>
                <a:lnTo>
                  <a:pt x="344970" y="392061"/>
                </a:lnTo>
                <a:lnTo>
                  <a:pt x="348996" y="393192"/>
                </a:lnTo>
                <a:lnTo>
                  <a:pt x="353568" y="393192"/>
                </a:lnTo>
                <a:lnTo>
                  <a:pt x="356616" y="387096"/>
                </a:lnTo>
                <a:lnTo>
                  <a:pt x="356590" y="373164"/>
                </a:lnTo>
                <a:lnTo>
                  <a:pt x="335280" y="338328"/>
                </a:lnTo>
                <a:lnTo>
                  <a:pt x="299275" y="320611"/>
                </a:lnTo>
                <a:lnTo>
                  <a:pt x="283349" y="313944"/>
                </a:lnTo>
                <a:lnTo>
                  <a:pt x="272478" y="309384"/>
                </a:lnTo>
                <a:lnTo>
                  <a:pt x="239268" y="297180"/>
                </a:lnTo>
                <a:lnTo>
                  <a:pt x="244055" y="288036"/>
                </a:lnTo>
                <a:lnTo>
                  <a:pt x="256959" y="263436"/>
                </a:lnTo>
                <a:lnTo>
                  <a:pt x="273367" y="226123"/>
                </a:lnTo>
                <a:lnTo>
                  <a:pt x="288340" y="185089"/>
                </a:lnTo>
                <a:lnTo>
                  <a:pt x="301752" y="140208"/>
                </a:lnTo>
                <a:lnTo>
                  <a:pt x="394716" y="140208"/>
                </a:lnTo>
                <a:close/>
              </a:path>
              <a:path w="1283334" h="410210">
                <a:moveTo>
                  <a:pt x="841235" y="361188"/>
                </a:moveTo>
                <a:lnTo>
                  <a:pt x="791133" y="343662"/>
                </a:lnTo>
                <a:lnTo>
                  <a:pt x="746747" y="307848"/>
                </a:lnTo>
                <a:lnTo>
                  <a:pt x="707885" y="258889"/>
                </a:lnTo>
                <a:lnTo>
                  <a:pt x="678167" y="199644"/>
                </a:lnTo>
                <a:lnTo>
                  <a:pt x="657212" y="128587"/>
                </a:lnTo>
                <a:lnTo>
                  <a:pt x="649452" y="87553"/>
                </a:lnTo>
                <a:lnTo>
                  <a:pt x="643115" y="42672"/>
                </a:lnTo>
                <a:lnTo>
                  <a:pt x="659879" y="27432"/>
                </a:lnTo>
                <a:lnTo>
                  <a:pt x="608063" y="4572"/>
                </a:lnTo>
                <a:lnTo>
                  <a:pt x="608114" y="44589"/>
                </a:lnTo>
                <a:lnTo>
                  <a:pt x="606158" y="84772"/>
                </a:lnTo>
                <a:lnTo>
                  <a:pt x="602500" y="125222"/>
                </a:lnTo>
                <a:lnTo>
                  <a:pt x="597395" y="166116"/>
                </a:lnTo>
                <a:lnTo>
                  <a:pt x="589114" y="204635"/>
                </a:lnTo>
                <a:lnTo>
                  <a:pt x="563968" y="271983"/>
                </a:lnTo>
                <a:lnTo>
                  <a:pt x="525653" y="325958"/>
                </a:lnTo>
                <a:lnTo>
                  <a:pt x="470166" y="374586"/>
                </a:lnTo>
                <a:lnTo>
                  <a:pt x="435851" y="397764"/>
                </a:lnTo>
                <a:lnTo>
                  <a:pt x="438899" y="403860"/>
                </a:lnTo>
                <a:lnTo>
                  <a:pt x="473506" y="386994"/>
                </a:lnTo>
                <a:lnTo>
                  <a:pt x="531279" y="348132"/>
                </a:lnTo>
                <a:lnTo>
                  <a:pt x="573874" y="302437"/>
                </a:lnTo>
                <a:lnTo>
                  <a:pt x="603592" y="250482"/>
                </a:lnTo>
                <a:lnTo>
                  <a:pt x="621830" y="193116"/>
                </a:lnTo>
                <a:lnTo>
                  <a:pt x="634314" y="123482"/>
                </a:lnTo>
                <a:lnTo>
                  <a:pt x="638543" y="83820"/>
                </a:lnTo>
                <a:lnTo>
                  <a:pt x="642835" y="125196"/>
                </a:lnTo>
                <a:lnTo>
                  <a:pt x="656551" y="194830"/>
                </a:lnTo>
                <a:lnTo>
                  <a:pt x="675957" y="247332"/>
                </a:lnTo>
                <a:lnTo>
                  <a:pt x="700481" y="294716"/>
                </a:lnTo>
                <a:lnTo>
                  <a:pt x="731608" y="338772"/>
                </a:lnTo>
                <a:lnTo>
                  <a:pt x="770470" y="377202"/>
                </a:lnTo>
                <a:lnTo>
                  <a:pt x="792467" y="394716"/>
                </a:lnTo>
                <a:lnTo>
                  <a:pt x="800735" y="384683"/>
                </a:lnTo>
                <a:lnTo>
                  <a:pt x="811707" y="377380"/>
                </a:lnTo>
                <a:lnTo>
                  <a:pt x="825258" y="372630"/>
                </a:lnTo>
                <a:lnTo>
                  <a:pt x="841235" y="370332"/>
                </a:lnTo>
                <a:lnTo>
                  <a:pt x="841235" y="361188"/>
                </a:lnTo>
                <a:close/>
              </a:path>
              <a:path w="1283334" h="410210">
                <a:moveTo>
                  <a:pt x="1283208" y="80772"/>
                </a:moveTo>
                <a:lnTo>
                  <a:pt x="1242060" y="41148"/>
                </a:lnTo>
                <a:lnTo>
                  <a:pt x="1213104" y="71628"/>
                </a:lnTo>
                <a:lnTo>
                  <a:pt x="1065276" y="71628"/>
                </a:lnTo>
                <a:lnTo>
                  <a:pt x="1069886" y="63055"/>
                </a:lnTo>
                <a:lnTo>
                  <a:pt x="1080274" y="42481"/>
                </a:lnTo>
                <a:lnTo>
                  <a:pt x="1086612" y="30480"/>
                </a:lnTo>
                <a:lnTo>
                  <a:pt x="1103376" y="24384"/>
                </a:lnTo>
                <a:lnTo>
                  <a:pt x="1060704" y="0"/>
                </a:lnTo>
                <a:lnTo>
                  <a:pt x="1056678" y="14833"/>
                </a:lnTo>
                <a:lnTo>
                  <a:pt x="1051369" y="31813"/>
                </a:lnTo>
                <a:lnTo>
                  <a:pt x="1044625" y="50787"/>
                </a:lnTo>
                <a:lnTo>
                  <a:pt x="1036320" y="71628"/>
                </a:lnTo>
                <a:lnTo>
                  <a:pt x="879348" y="71628"/>
                </a:lnTo>
                <a:lnTo>
                  <a:pt x="894588" y="86868"/>
                </a:lnTo>
                <a:lnTo>
                  <a:pt x="904887" y="84620"/>
                </a:lnTo>
                <a:lnTo>
                  <a:pt x="915352" y="82677"/>
                </a:lnTo>
                <a:lnTo>
                  <a:pt x="926084" y="81292"/>
                </a:lnTo>
                <a:lnTo>
                  <a:pt x="937260" y="80772"/>
                </a:lnTo>
                <a:lnTo>
                  <a:pt x="1031748" y="80772"/>
                </a:lnTo>
                <a:lnTo>
                  <a:pt x="998601" y="138874"/>
                </a:lnTo>
                <a:lnTo>
                  <a:pt x="963168" y="184404"/>
                </a:lnTo>
                <a:lnTo>
                  <a:pt x="924687" y="225171"/>
                </a:lnTo>
                <a:lnTo>
                  <a:pt x="879348" y="263652"/>
                </a:lnTo>
                <a:lnTo>
                  <a:pt x="883920" y="269748"/>
                </a:lnTo>
                <a:lnTo>
                  <a:pt x="912152" y="250596"/>
                </a:lnTo>
                <a:lnTo>
                  <a:pt x="939546" y="229743"/>
                </a:lnTo>
                <a:lnTo>
                  <a:pt x="965784" y="207162"/>
                </a:lnTo>
                <a:lnTo>
                  <a:pt x="990600" y="182880"/>
                </a:lnTo>
                <a:lnTo>
                  <a:pt x="990511" y="294132"/>
                </a:lnTo>
                <a:lnTo>
                  <a:pt x="990409" y="337375"/>
                </a:lnTo>
                <a:lnTo>
                  <a:pt x="989952" y="383260"/>
                </a:lnTo>
                <a:lnTo>
                  <a:pt x="989076" y="408432"/>
                </a:lnTo>
                <a:lnTo>
                  <a:pt x="1014984" y="393192"/>
                </a:lnTo>
                <a:lnTo>
                  <a:pt x="1014984" y="294132"/>
                </a:lnTo>
                <a:lnTo>
                  <a:pt x="1175004" y="294132"/>
                </a:lnTo>
                <a:lnTo>
                  <a:pt x="1175004" y="365760"/>
                </a:lnTo>
                <a:lnTo>
                  <a:pt x="1170432" y="370332"/>
                </a:lnTo>
                <a:lnTo>
                  <a:pt x="1128039" y="367753"/>
                </a:lnTo>
                <a:lnTo>
                  <a:pt x="1114044" y="365760"/>
                </a:lnTo>
                <a:lnTo>
                  <a:pt x="1114044" y="373380"/>
                </a:lnTo>
                <a:lnTo>
                  <a:pt x="1135138" y="380784"/>
                </a:lnTo>
                <a:lnTo>
                  <a:pt x="1150239" y="389191"/>
                </a:lnTo>
                <a:lnTo>
                  <a:pt x="1159040" y="398449"/>
                </a:lnTo>
                <a:lnTo>
                  <a:pt x="1161288" y="408432"/>
                </a:lnTo>
                <a:lnTo>
                  <a:pt x="1178166" y="400710"/>
                </a:lnTo>
                <a:lnTo>
                  <a:pt x="1190053" y="391287"/>
                </a:lnTo>
                <a:lnTo>
                  <a:pt x="1197076" y="380136"/>
                </a:lnTo>
                <a:lnTo>
                  <a:pt x="1198829" y="370332"/>
                </a:lnTo>
                <a:lnTo>
                  <a:pt x="1199299" y="367753"/>
                </a:lnTo>
                <a:lnTo>
                  <a:pt x="1199388" y="294132"/>
                </a:lnTo>
                <a:lnTo>
                  <a:pt x="1199388" y="283464"/>
                </a:lnTo>
                <a:lnTo>
                  <a:pt x="1199388" y="225552"/>
                </a:lnTo>
                <a:lnTo>
                  <a:pt x="1199388" y="214884"/>
                </a:lnTo>
                <a:lnTo>
                  <a:pt x="1199388" y="161544"/>
                </a:lnTo>
                <a:lnTo>
                  <a:pt x="1208913" y="153924"/>
                </a:lnTo>
                <a:lnTo>
                  <a:pt x="1214628" y="149352"/>
                </a:lnTo>
                <a:lnTo>
                  <a:pt x="1208836" y="144780"/>
                </a:lnTo>
                <a:lnTo>
                  <a:pt x="1185672" y="126492"/>
                </a:lnTo>
                <a:lnTo>
                  <a:pt x="1175004" y="140716"/>
                </a:lnTo>
                <a:lnTo>
                  <a:pt x="1175004" y="153924"/>
                </a:lnTo>
                <a:lnTo>
                  <a:pt x="1175004" y="214884"/>
                </a:lnTo>
                <a:lnTo>
                  <a:pt x="1175004" y="225552"/>
                </a:lnTo>
                <a:lnTo>
                  <a:pt x="1175004" y="283464"/>
                </a:lnTo>
                <a:lnTo>
                  <a:pt x="1014984" y="283464"/>
                </a:lnTo>
                <a:lnTo>
                  <a:pt x="1014984" y="225552"/>
                </a:lnTo>
                <a:lnTo>
                  <a:pt x="1175004" y="225552"/>
                </a:lnTo>
                <a:lnTo>
                  <a:pt x="1175004" y="214884"/>
                </a:lnTo>
                <a:lnTo>
                  <a:pt x="1014984" y="214884"/>
                </a:lnTo>
                <a:lnTo>
                  <a:pt x="1014984" y="182880"/>
                </a:lnTo>
                <a:lnTo>
                  <a:pt x="1014984" y="153924"/>
                </a:lnTo>
                <a:lnTo>
                  <a:pt x="1175004" y="153924"/>
                </a:lnTo>
                <a:lnTo>
                  <a:pt x="1175004" y="140716"/>
                </a:lnTo>
                <a:lnTo>
                  <a:pt x="1171956" y="144780"/>
                </a:lnTo>
                <a:lnTo>
                  <a:pt x="1022604" y="144780"/>
                </a:lnTo>
                <a:lnTo>
                  <a:pt x="1032649" y="129844"/>
                </a:lnTo>
                <a:lnTo>
                  <a:pt x="1042416" y="114490"/>
                </a:lnTo>
                <a:lnTo>
                  <a:pt x="1052169" y="98272"/>
                </a:lnTo>
                <a:lnTo>
                  <a:pt x="1062228" y="80772"/>
                </a:lnTo>
                <a:lnTo>
                  <a:pt x="1283208" y="8077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" name="object 68"/>
          <p:cNvSpPr/>
          <p:nvPr/>
        </p:nvSpPr>
        <p:spPr>
          <a:xfrm>
            <a:off x="6579095" y="5413260"/>
            <a:ext cx="1699895" cy="411480"/>
          </a:xfrm>
          <a:custGeom>
            <a:avLst/>
            <a:gdLst/>
            <a:ahLst/>
            <a:cxnLst/>
            <a:rect l="l" t="t" r="r" b="b"/>
            <a:pathLst>
              <a:path w="1699895" h="411479">
                <a:moveTo>
                  <a:pt x="396240" y="192024"/>
                </a:moveTo>
                <a:lnTo>
                  <a:pt x="358140" y="153924"/>
                </a:lnTo>
                <a:lnTo>
                  <a:pt x="324612" y="182880"/>
                </a:lnTo>
                <a:lnTo>
                  <a:pt x="0" y="182880"/>
                </a:lnTo>
                <a:lnTo>
                  <a:pt x="16764" y="198120"/>
                </a:lnTo>
                <a:lnTo>
                  <a:pt x="26479" y="195872"/>
                </a:lnTo>
                <a:lnTo>
                  <a:pt x="37338" y="193929"/>
                </a:lnTo>
                <a:lnTo>
                  <a:pt x="49339" y="192544"/>
                </a:lnTo>
                <a:lnTo>
                  <a:pt x="62484" y="192024"/>
                </a:lnTo>
                <a:lnTo>
                  <a:pt x="396240" y="192024"/>
                </a:lnTo>
                <a:close/>
              </a:path>
              <a:path w="1699895" h="411479">
                <a:moveTo>
                  <a:pt x="669048" y="147828"/>
                </a:moveTo>
                <a:lnTo>
                  <a:pt x="627900" y="124968"/>
                </a:lnTo>
                <a:lnTo>
                  <a:pt x="628777" y="145846"/>
                </a:lnTo>
                <a:lnTo>
                  <a:pt x="629234" y="165925"/>
                </a:lnTo>
                <a:lnTo>
                  <a:pt x="629323" y="175069"/>
                </a:lnTo>
                <a:lnTo>
                  <a:pt x="629234" y="352425"/>
                </a:lnTo>
                <a:lnTo>
                  <a:pt x="628777" y="379514"/>
                </a:lnTo>
                <a:lnTo>
                  <a:pt x="627900" y="411480"/>
                </a:lnTo>
                <a:lnTo>
                  <a:pt x="656856" y="394716"/>
                </a:lnTo>
                <a:lnTo>
                  <a:pt x="656615" y="378091"/>
                </a:lnTo>
                <a:lnTo>
                  <a:pt x="655561" y="347129"/>
                </a:lnTo>
                <a:lnTo>
                  <a:pt x="655332" y="332232"/>
                </a:lnTo>
                <a:lnTo>
                  <a:pt x="655332" y="158496"/>
                </a:lnTo>
                <a:lnTo>
                  <a:pt x="669048" y="147828"/>
                </a:lnTo>
                <a:close/>
              </a:path>
              <a:path w="1699895" h="411479">
                <a:moveTo>
                  <a:pt x="847356" y="179832"/>
                </a:moveTo>
                <a:lnTo>
                  <a:pt x="798969" y="165925"/>
                </a:lnTo>
                <a:lnTo>
                  <a:pt x="748296" y="137160"/>
                </a:lnTo>
                <a:lnTo>
                  <a:pt x="698385" y="92964"/>
                </a:lnTo>
                <a:lnTo>
                  <a:pt x="658228" y="41148"/>
                </a:lnTo>
                <a:lnTo>
                  <a:pt x="650760" y="30480"/>
                </a:lnTo>
                <a:lnTo>
                  <a:pt x="666000" y="19812"/>
                </a:lnTo>
                <a:lnTo>
                  <a:pt x="629424" y="0"/>
                </a:lnTo>
                <a:lnTo>
                  <a:pt x="604469" y="55816"/>
                </a:lnTo>
                <a:lnTo>
                  <a:pt x="562368" y="117348"/>
                </a:lnTo>
                <a:lnTo>
                  <a:pt x="536448" y="147828"/>
                </a:lnTo>
                <a:lnTo>
                  <a:pt x="506933" y="175069"/>
                </a:lnTo>
                <a:lnTo>
                  <a:pt x="474281" y="198564"/>
                </a:lnTo>
                <a:lnTo>
                  <a:pt x="438924" y="217932"/>
                </a:lnTo>
                <a:lnTo>
                  <a:pt x="440448" y="225552"/>
                </a:lnTo>
                <a:lnTo>
                  <a:pt x="476186" y="208978"/>
                </a:lnTo>
                <a:lnTo>
                  <a:pt x="536244" y="172402"/>
                </a:lnTo>
                <a:lnTo>
                  <a:pt x="582510" y="129870"/>
                </a:lnTo>
                <a:lnTo>
                  <a:pt x="624700" y="73952"/>
                </a:lnTo>
                <a:lnTo>
                  <a:pt x="644664" y="41148"/>
                </a:lnTo>
                <a:lnTo>
                  <a:pt x="662952" y="71666"/>
                </a:lnTo>
                <a:lnTo>
                  <a:pt x="699528" y="123012"/>
                </a:lnTo>
                <a:lnTo>
                  <a:pt x="737222" y="162090"/>
                </a:lnTo>
                <a:lnTo>
                  <a:pt x="782320" y="195757"/>
                </a:lnTo>
                <a:lnTo>
                  <a:pt x="807732" y="210312"/>
                </a:lnTo>
                <a:lnTo>
                  <a:pt x="814565" y="201168"/>
                </a:lnTo>
                <a:lnTo>
                  <a:pt x="823544" y="194310"/>
                </a:lnTo>
                <a:lnTo>
                  <a:pt x="834517" y="189738"/>
                </a:lnTo>
                <a:lnTo>
                  <a:pt x="847356" y="187452"/>
                </a:lnTo>
                <a:lnTo>
                  <a:pt x="847356" y="179832"/>
                </a:lnTo>
                <a:close/>
              </a:path>
              <a:path w="1699895" h="411479">
                <a:moveTo>
                  <a:pt x="1039380" y="115811"/>
                </a:moveTo>
                <a:lnTo>
                  <a:pt x="1011948" y="88379"/>
                </a:lnTo>
                <a:lnTo>
                  <a:pt x="995184" y="105143"/>
                </a:lnTo>
                <a:lnTo>
                  <a:pt x="981468" y="105143"/>
                </a:lnTo>
                <a:lnTo>
                  <a:pt x="981468" y="30467"/>
                </a:lnTo>
                <a:lnTo>
                  <a:pt x="996708" y="19799"/>
                </a:lnTo>
                <a:lnTo>
                  <a:pt x="957084" y="1511"/>
                </a:lnTo>
                <a:lnTo>
                  <a:pt x="957287" y="18161"/>
                </a:lnTo>
                <a:lnTo>
                  <a:pt x="957414" y="24371"/>
                </a:lnTo>
                <a:lnTo>
                  <a:pt x="957846" y="43611"/>
                </a:lnTo>
                <a:lnTo>
                  <a:pt x="958367" y="72021"/>
                </a:lnTo>
                <a:lnTo>
                  <a:pt x="958608" y="105143"/>
                </a:lnTo>
                <a:lnTo>
                  <a:pt x="885456" y="105143"/>
                </a:lnTo>
                <a:lnTo>
                  <a:pt x="899172" y="118859"/>
                </a:lnTo>
                <a:lnTo>
                  <a:pt x="915936" y="115811"/>
                </a:lnTo>
                <a:lnTo>
                  <a:pt x="958608" y="115811"/>
                </a:lnTo>
                <a:lnTo>
                  <a:pt x="958608" y="196583"/>
                </a:lnTo>
                <a:lnTo>
                  <a:pt x="932573" y="206870"/>
                </a:lnTo>
                <a:lnTo>
                  <a:pt x="911555" y="214871"/>
                </a:lnTo>
                <a:lnTo>
                  <a:pt x="895375" y="220586"/>
                </a:lnTo>
                <a:lnTo>
                  <a:pt x="883932" y="224015"/>
                </a:lnTo>
                <a:lnTo>
                  <a:pt x="903744" y="257543"/>
                </a:lnTo>
                <a:lnTo>
                  <a:pt x="910602" y="249186"/>
                </a:lnTo>
                <a:lnTo>
                  <a:pt x="922032" y="239826"/>
                </a:lnTo>
                <a:lnTo>
                  <a:pt x="938034" y="229044"/>
                </a:lnTo>
                <a:lnTo>
                  <a:pt x="958608" y="216395"/>
                </a:lnTo>
                <a:lnTo>
                  <a:pt x="958608" y="359651"/>
                </a:lnTo>
                <a:lnTo>
                  <a:pt x="954036" y="367271"/>
                </a:lnTo>
                <a:lnTo>
                  <a:pt x="944892" y="367271"/>
                </a:lnTo>
                <a:lnTo>
                  <a:pt x="936891" y="366750"/>
                </a:lnTo>
                <a:lnTo>
                  <a:pt x="926604" y="365366"/>
                </a:lnTo>
                <a:lnTo>
                  <a:pt x="899172" y="361175"/>
                </a:lnTo>
                <a:lnTo>
                  <a:pt x="899172" y="368795"/>
                </a:lnTo>
                <a:lnTo>
                  <a:pt x="919175" y="377088"/>
                </a:lnTo>
                <a:lnTo>
                  <a:pt x="933462" y="385940"/>
                </a:lnTo>
                <a:lnTo>
                  <a:pt x="942035" y="395376"/>
                </a:lnTo>
                <a:lnTo>
                  <a:pt x="944892" y="405371"/>
                </a:lnTo>
                <a:lnTo>
                  <a:pt x="960894" y="395973"/>
                </a:lnTo>
                <a:lnTo>
                  <a:pt x="972324" y="383844"/>
                </a:lnTo>
                <a:lnTo>
                  <a:pt x="979182" y="369163"/>
                </a:lnTo>
                <a:lnTo>
                  <a:pt x="979424" y="367271"/>
                </a:lnTo>
                <a:lnTo>
                  <a:pt x="981468" y="352031"/>
                </a:lnTo>
                <a:lnTo>
                  <a:pt x="981468" y="216395"/>
                </a:lnTo>
                <a:lnTo>
                  <a:pt x="981468" y="204203"/>
                </a:lnTo>
                <a:lnTo>
                  <a:pt x="1007313" y="187439"/>
                </a:lnTo>
                <a:lnTo>
                  <a:pt x="1037856" y="167627"/>
                </a:lnTo>
                <a:lnTo>
                  <a:pt x="1034808" y="163055"/>
                </a:lnTo>
                <a:lnTo>
                  <a:pt x="981468" y="187439"/>
                </a:lnTo>
                <a:lnTo>
                  <a:pt x="981468" y="115811"/>
                </a:lnTo>
                <a:lnTo>
                  <a:pt x="1039380" y="115811"/>
                </a:lnTo>
                <a:close/>
              </a:path>
              <a:path w="1699895" h="411479">
                <a:moveTo>
                  <a:pt x="1143012" y="24371"/>
                </a:moveTo>
                <a:lnTo>
                  <a:pt x="1101864" y="3035"/>
                </a:lnTo>
                <a:lnTo>
                  <a:pt x="1102982" y="18161"/>
                </a:lnTo>
                <a:lnTo>
                  <a:pt x="1103960" y="38277"/>
                </a:lnTo>
                <a:lnTo>
                  <a:pt x="1104646" y="63258"/>
                </a:lnTo>
                <a:lnTo>
                  <a:pt x="1104912" y="92951"/>
                </a:lnTo>
                <a:lnTo>
                  <a:pt x="1027188" y="92951"/>
                </a:lnTo>
                <a:lnTo>
                  <a:pt x="1040904" y="106667"/>
                </a:lnTo>
                <a:lnTo>
                  <a:pt x="1059192" y="103619"/>
                </a:lnTo>
                <a:lnTo>
                  <a:pt x="1104912" y="103619"/>
                </a:lnTo>
                <a:lnTo>
                  <a:pt x="1104912" y="182867"/>
                </a:lnTo>
                <a:lnTo>
                  <a:pt x="1037856" y="182867"/>
                </a:lnTo>
                <a:lnTo>
                  <a:pt x="1051572" y="196583"/>
                </a:lnTo>
                <a:lnTo>
                  <a:pt x="1068336" y="192011"/>
                </a:lnTo>
                <a:lnTo>
                  <a:pt x="1104912" y="192011"/>
                </a:lnTo>
                <a:lnTo>
                  <a:pt x="1104912" y="272783"/>
                </a:lnTo>
                <a:lnTo>
                  <a:pt x="1010424" y="272783"/>
                </a:lnTo>
                <a:lnTo>
                  <a:pt x="1024140" y="286499"/>
                </a:lnTo>
                <a:lnTo>
                  <a:pt x="1039380" y="283451"/>
                </a:lnTo>
                <a:lnTo>
                  <a:pt x="1104912" y="283451"/>
                </a:lnTo>
                <a:lnTo>
                  <a:pt x="1104646" y="320319"/>
                </a:lnTo>
                <a:lnTo>
                  <a:pt x="1103960" y="353174"/>
                </a:lnTo>
                <a:lnTo>
                  <a:pt x="1102982" y="382041"/>
                </a:lnTo>
                <a:lnTo>
                  <a:pt x="1101864" y="406895"/>
                </a:lnTo>
                <a:lnTo>
                  <a:pt x="1126248" y="394703"/>
                </a:lnTo>
                <a:lnTo>
                  <a:pt x="1126248" y="283451"/>
                </a:lnTo>
                <a:lnTo>
                  <a:pt x="1126248" y="192011"/>
                </a:lnTo>
                <a:lnTo>
                  <a:pt x="1126248" y="103619"/>
                </a:lnTo>
                <a:lnTo>
                  <a:pt x="1126248" y="36563"/>
                </a:lnTo>
                <a:lnTo>
                  <a:pt x="1143012" y="24371"/>
                </a:lnTo>
                <a:close/>
              </a:path>
              <a:path w="1699895" h="411479">
                <a:moveTo>
                  <a:pt x="1293888" y="284975"/>
                </a:moveTo>
                <a:lnTo>
                  <a:pt x="1283754" y="274307"/>
                </a:lnTo>
                <a:lnTo>
                  <a:pt x="1264932" y="254495"/>
                </a:lnTo>
                <a:lnTo>
                  <a:pt x="1245120" y="274307"/>
                </a:lnTo>
                <a:lnTo>
                  <a:pt x="1194828" y="274307"/>
                </a:lnTo>
                <a:lnTo>
                  <a:pt x="1194828" y="195059"/>
                </a:lnTo>
                <a:lnTo>
                  <a:pt x="1284744" y="195059"/>
                </a:lnTo>
                <a:lnTo>
                  <a:pt x="1274635" y="184391"/>
                </a:lnTo>
                <a:lnTo>
                  <a:pt x="1257312" y="166103"/>
                </a:lnTo>
                <a:lnTo>
                  <a:pt x="1240548" y="184391"/>
                </a:lnTo>
                <a:lnTo>
                  <a:pt x="1194828" y="184391"/>
                </a:lnTo>
                <a:lnTo>
                  <a:pt x="1194828" y="105143"/>
                </a:lnTo>
                <a:lnTo>
                  <a:pt x="1290840" y="105143"/>
                </a:lnTo>
                <a:lnTo>
                  <a:pt x="1279575" y="94475"/>
                </a:lnTo>
                <a:lnTo>
                  <a:pt x="1261884" y="77711"/>
                </a:lnTo>
                <a:lnTo>
                  <a:pt x="1245120" y="94475"/>
                </a:lnTo>
                <a:lnTo>
                  <a:pt x="1194828" y="94475"/>
                </a:lnTo>
                <a:lnTo>
                  <a:pt x="1194828" y="36563"/>
                </a:lnTo>
                <a:lnTo>
                  <a:pt x="1211592" y="24371"/>
                </a:lnTo>
                <a:lnTo>
                  <a:pt x="1170444" y="4559"/>
                </a:lnTo>
                <a:lnTo>
                  <a:pt x="1171321" y="21475"/>
                </a:lnTo>
                <a:lnTo>
                  <a:pt x="1171778" y="40373"/>
                </a:lnTo>
                <a:lnTo>
                  <a:pt x="1171943" y="61569"/>
                </a:lnTo>
                <a:lnTo>
                  <a:pt x="1171968" y="406895"/>
                </a:lnTo>
                <a:lnTo>
                  <a:pt x="1196352" y="394703"/>
                </a:lnTo>
                <a:lnTo>
                  <a:pt x="1195463" y="372414"/>
                </a:lnTo>
                <a:lnTo>
                  <a:pt x="1195019" y="346697"/>
                </a:lnTo>
                <a:lnTo>
                  <a:pt x="1194841" y="317550"/>
                </a:lnTo>
                <a:lnTo>
                  <a:pt x="1194828" y="284975"/>
                </a:lnTo>
                <a:lnTo>
                  <a:pt x="1293888" y="284975"/>
                </a:lnTo>
                <a:close/>
              </a:path>
              <a:path w="1699895" h="411479">
                <a:moveTo>
                  <a:pt x="1699272" y="251447"/>
                </a:moveTo>
                <a:lnTo>
                  <a:pt x="1693481" y="246875"/>
                </a:lnTo>
                <a:lnTo>
                  <a:pt x="1670316" y="228587"/>
                </a:lnTo>
                <a:lnTo>
                  <a:pt x="1661172" y="240779"/>
                </a:lnTo>
                <a:lnTo>
                  <a:pt x="1661172" y="257543"/>
                </a:lnTo>
                <a:lnTo>
                  <a:pt x="1661172" y="361175"/>
                </a:lnTo>
                <a:lnTo>
                  <a:pt x="1485912" y="361175"/>
                </a:lnTo>
                <a:lnTo>
                  <a:pt x="1485912" y="269735"/>
                </a:lnTo>
                <a:lnTo>
                  <a:pt x="1485912" y="257543"/>
                </a:lnTo>
                <a:lnTo>
                  <a:pt x="1661172" y="257543"/>
                </a:lnTo>
                <a:lnTo>
                  <a:pt x="1661172" y="240779"/>
                </a:lnTo>
                <a:lnTo>
                  <a:pt x="1656600" y="246875"/>
                </a:lnTo>
                <a:lnTo>
                  <a:pt x="1502676" y="246875"/>
                </a:lnTo>
                <a:lnTo>
                  <a:pt x="1542681" y="217157"/>
                </a:lnTo>
                <a:lnTo>
                  <a:pt x="1584972" y="182867"/>
                </a:lnTo>
                <a:lnTo>
                  <a:pt x="1627263" y="140766"/>
                </a:lnTo>
                <a:lnTo>
                  <a:pt x="1667268" y="88379"/>
                </a:lnTo>
                <a:lnTo>
                  <a:pt x="1681416" y="80759"/>
                </a:lnTo>
                <a:lnTo>
                  <a:pt x="1687080" y="77711"/>
                </a:lnTo>
                <a:lnTo>
                  <a:pt x="1677212" y="70091"/>
                </a:lnTo>
                <a:lnTo>
                  <a:pt x="1653552" y="51803"/>
                </a:lnTo>
                <a:lnTo>
                  <a:pt x="1638312" y="70091"/>
                </a:lnTo>
                <a:lnTo>
                  <a:pt x="1492008" y="70091"/>
                </a:lnTo>
                <a:lnTo>
                  <a:pt x="1496860" y="63804"/>
                </a:lnTo>
                <a:lnTo>
                  <a:pt x="1502295" y="56375"/>
                </a:lnTo>
                <a:lnTo>
                  <a:pt x="1508290" y="47802"/>
                </a:lnTo>
                <a:lnTo>
                  <a:pt x="1514868" y="38087"/>
                </a:lnTo>
                <a:lnTo>
                  <a:pt x="1533156" y="30467"/>
                </a:lnTo>
                <a:lnTo>
                  <a:pt x="1495056" y="3035"/>
                </a:lnTo>
                <a:lnTo>
                  <a:pt x="1484769" y="29946"/>
                </a:lnTo>
                <a:lnTo>
                  <a:pt x="1472196" y="55994"/>
                </a:lnTo>
                <a:lnTo>
                  <a:pt x="1440192" y="106667"/>
                </a:lnTo>
                <a:lnTo>
                  <a:pt x="1402473" y="152768"/>
                </a:lnTo>
                <a:lnTo>
                  <a:pt x="1362468" y="187439"/>
                </a:lnTo>
                <a:lnTo>
                  <a:pt x="1368564" y="192011"/>
                </a:lnTo>
                <a:lnTo>
                  <a:pt x="1399108" y="171424"/>
                </a:lnTo>
                <a:lnTo>
                  <a:pt x="1428953" y="146100"/>
                </a:lnTo>
                <a:lnTo>
                  <a:pt x="1446276" y="128066"/>
                </a:lnTo>
                <a:lnTo>
                  <a:pt x="1460449" y="142748"/>
                </a:lnTo>
                <a:lnTo>
                  <a:pt x="1473149" y="157149"/>
                </a:lnTo>
                <a:lnTo>
                  <a:pt x="1482686" y="169557"/>
                </a:lnTo>
                <a:lnTo>
                  <a:pt x="1488960" y="179819"/>
                </a:lnTo>
                <a:lnTo>
                  <a:pt x="1490484" y="188963"/>
                </a:lnTo>
                <a:lnTo>
                  <a:pt x="1493532" y="192011"/>
                </a:lnTo>
                <a:lnTo>
                  <a:pt x="1501152" y="192011"/>
                </a:lnTo>
                <a:lnTo>
                  <a:pt x="1508772" y="184391"/>
                </a:lnTo>
                <a:lnTo>
                  <a:pt x="1510715" y="179514"/>
                </a:lnTo>
                <a:lnTo>
                  <a:pt x="1511820" y="173913"/>
                </a:lnTo>
                <a:lnTo>
                  <a:pt x="1511769" y="167462"/>
                </a:lnTo>
                <a:lnTo>
                  <a:pt x="1475359" y="133007"/>
                </a:lnTo>
                <a:lnTo>
                  <a:pt x="1451356" y="122770"/>
                </a:lnTo>
                <a:lnTo>
                  <a:pt x="1452181" y="121907"/>
                </a:lnTo>
                <a:lnTo>
                  <a:pt x="1457921" y="115938"/>
                </a:lnTo>
                <a:lnTo>
                  <a:pt x="1485912" y="80759"/>
                </a:lnTo>
                <a:lnTo>
                  <a:pt x="1638312" y="80759"/>
                </a:lnTo>
                <a:lnTo>
                  <a:pt x="1605165" y="125336"/>
                </a:lnTo>
                <a:lnTo>
                  <a:pt x="1565160" y="167627"/>
                </a:lnTo>
                <a:lnTo>
                  <a:pt x="1522107" y="205346"/>
                </a:lnTo>
                <a:lnTo>
                  <a:pt x="1481340" y="236207"/>
                </a:lnTo>
                <a:lnTo>
                  <a:pt x="1461528" y="228587"/>
                </a:lnTo>
                <a:lnTo>
                  <a:pt x="1461528" y="246875"/>
                </a:lnTo>
                <a:lnTo>
                  <a:pt x="1433804" y="265480"/>
                </a:lnTo>
                <a:lnTo>
                  <a:pt x="1403235" y="282498"/>
                </a:lnTo>
                <a:lnTo>
                  <a:pt x="1369796" y="298107"/>
                </a:lnTo>
                <a:lnTo>
                  <a:pt x="1333512" y="312407"/>
                </a:lnTo>
                <a:lnTo>
                  <a:pt x="1335036" y="318503"/>
                </a:lnTo>
                <a:lnTo>
                  <a:pt x="1367866" y="309384"/>
                </a:lnTo>
                <a:lnTo>
                  <a:pt x="1399997" y="298119"/>
                </a:lnTo>
                <a:lnTo>
                  <a:pt x="1431251" y="284861"/>
                </a:lnTo>
                <a:lnTo>
                  <a:pt x="1461528" y="269735"/>
                </a:lnTo>
                <a:lnTo>
                  <a:pt x="1461439" y="341388"/>
                </a:lnTo>
                <a:lnTo>
                  <a:pt x="1461338" y="352412"/>
                </a:lnTo>
                <a:lnTo>
                  <a:pt x="1460881" y="374942"/>
                </a:lnTo>
                <a:lnTo>
                  <a:pt x="1460004" y="402323"/>
                </a:lnTo>
                <a:lnTo>
                  <a:pt x="1485912" y="393179"/>
                </a:lnTo>
                <a:lnTo>
                  <a:pt x="1485912" y="371843"/>
                </a:lnTo>
                <a:lnTo>
                  <a:pt x="1661172" y="371843"/>
                </a:lnTo>
                <a:lnTo>
                  <a:pt x="1661172" y="397751"/>
                </a:lnTo>
                <a:lnTo>
                  <a:pt x="1687080" y="384035"/>
                </a:lnTo>
                <a:lnTo>
                  <a:pt x="1686140" y="371843"/>
                </a:lnTo>
                <a:lnTo>
                  <a:pt x="1685950" y="369443"/>
                </a:lnTo>
                <a:lnTo>
                  <a:pt x="1685391" y="361175"/>
                </a:lnTo>
                <a:lnTo>
                  <a:pt x="1684985" y="355269"/>
                </a:lnTo>
                <a:lnTo>
                  <a:pt x="1684286" y="341388"/>
                </a:lnTo>
                <a:lnTo>
                  <a:pt x="1684032" y="327647"/>
                </a:lnTo>
                <a:lnTo>
                  <a:pt x="1684032" y="262115"/>
                </a:lnTo>
                <a:lnTo>
                  <a:pt x="1690560" y="257543"/>
                </a:lnTo>
                <a:lnTo>
                  <a:pt x="1699272" y="25144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" name="object 69"/>
          <p:cNvSpPr/>
          <p:nvPr/>
        </p:nvSpPr>
        <p:spPr>
          <a:xfrm>
            <a:off x="8356092" y="5618988"/>
            <a:ext cx="123825" cy="40005"/>
          </a:xfrm>
          <a:custGeom>
            <a:avLst/>
            <a:gdLst/>
            <a:ahLst/>
            <a:cxnLst/>
            <a:rect l="l" t="t" r="r" b="b"/>
            <a:pathLst>
              <a:path w="123825" h="40004">
                <a:moveTo>
                  <a:pt x="123443" y="39624"/>
                </a:moveTo>
                <a:lnTo>
                  <a:pt x="0" y="39624"/>
                </a:lnTo>
                <a:lnTo>
                  <a:pt x="0" y="0"/>
                </a:lnTo>
                <a:lnTo>
                  <a:pt x="123443" y="0"/>
                </a:lnTo>
                <a:lnTo>
                  <a:pt x="123443" y="3962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pic>
        <p:nvPicPr>
          <p:cNvPr id="70" name="object 70"/>
          <p:cNvPicPr/>
          <p:nvPr/>
        </p:nvPicPr>
        <p:blipFill>
          <a:blip r:embed="rId10" cstate="print"/>
          <a:stretch>
            <a:fillRect/>
          </a:stretch>
        </p:blipFill>
        <p:spPr>
          <a:xfrm>
            <a:off x="8543543" y="5513832"/>
            <a:ext cx="234695" cy="248412"/>
          </a:xfrm>
          <a:prstGeom prst="rect">
            <a:avLst/>
          </a:prstGeom>
        </p:spPr>
      </p:pic>
      <p:grpSp>
        <p:nvGrpSpPr>
          <p:cNvPr id="71" name="object 71"/>
          <p:cNvGrpSpPr/>
          <p:nvPr/>
        </p:nvGrpSpPr>
        <p:grpSpPr>
          <a:xfrm>
            <a:off x="8831580" y="5410200"/>
            <a:ext cx="866140" cy="421005"/>
            <a:chOff x="8831580" y="5410200"/>
            <a:chExt cx="866140" cy="421005"/>
          </a:xfrm>
        </p:grpSpPr>
        <p:sp>
          <p:nvSpPr>
            <p:cNvPr id="72" name="object 72"/>
            <p:cNvSpPr/>
            <p:nvPr/>
          </p:nvSpPr>
          <p:spPr>
            <a:xfrm>
              <a:off x="8837676" y="5416295"/>
              <a:ext cx="410209" cy="408940"/>
            </a:xfrm>
            <a:custGeom>
              <a:avLst/>
              <a:gdLst/>
              <a:ahLst/>
              <a:cxnLst/>
              <a:rect l="l" t="t" r="r" b="b"/>
              <a:pathLst>
                <a:path w="410209" h="408939">
                  <a:moveTo>
                    <a:pt x="4572" y="222504"/>
                  </a:moveTo>
                  <a:lnTo>
                    <a:pt x="0" y="217932"/>
                  </a:lnTo>
                  <a:lnTo>
                    <a:pt x="14859" y="196191"/>
                  </a:lnTo>
                  <a:lnTo>
                    <a:pt x="29718" y="172021"/>
                  </a:lnTo>
                  <a:lnTo>
                    <a:pt x="59436" y="115824"/>
                  </a:lnTo>
                  <a:lnTo>
                    <a:pt x="87058" y="56197"/>
                  </a:lnTo>
                  <a:lnTo>
                    <a:pt x="106680" y="0"/>
                  </a:lnTo>
                  <a:lnTo>
                    <a:pt x="141732" y="22860"/>
                  </a:lnTo>
                  <a:lnTo>
                    <a:pt x="131183" y="33099"/>
                  </a:lnTo>
                  <a:lnTo>
                    <a:pt x="117919" y="52197"/>
                  </a:lnTo>
                  <a:lnTo>
                    <a:pt x="102084" y="79867"/>
                  </a:lnTo>
                  <a:lnTo>
                    <a:pt x="83820" y="115824"/>
                  </a:lnTo>
                  <a:lnTo>
                    <a:pt x="112776" y="132588"/>
                  </a:lnTo>
                  <a:lnTo>
                    <a:pt x="109728" y="135636"/>
                  </a:lnTo>
                  <a:lnTo>
                    <a:pt x="74676" y="135636"/>
                  </a:lnTo>
                  <a:lnTo>
                    <a:pt x="54935" y="162496"/>
                  </a:lnTo>
                  <a:lnTo>
                    <a:pt x="36766" y="185928"/>
                  </a:lnTo>
                  <a:lnTo>
                    <a:pt x="20026" y="205930"/>
                  </a:lnTo>
                  <a:lnTo>
                    <a:pt x="4572" y="222504"/>
                  </a:lnTo>
                  <a:close/>
                </a:path>
                <a:path w="410209" h="408939">
                  <a:moveTo>
                    <a:pt x="236220" y="132588"/>
                  </a:moveTo>
                  <a:lnTo>
                    <a:pt x="211836" y="132588"/>
                  </a:lnTo>
                  <a:lnTo>
                    <a:pt x="211710" y="44410"/>
                  </a:lnTo>
                  <a:lnTo>
                    <a:pt x="211645" y="37528"/>
                  </a:lnTo>
                  <a:lnTo>
                    <a:pt x="211193" y="20216"/>
                  </a:lnTo>
                  <a:lnTo>
                    <a:pt x="210312" y="3047"/>
                  </a:lnTo>
                  <a:lnTo>
                    <a:pt x="251459" y="22860"/>
                  </a:lnTo>
                  <a:lnTo>
                    <a:pt x="236220" y="36576"/>
                  </a:lnTo>
                  <a:lnTo>
                    <a:pt x="236220" y="132588"/>
                  </a:lnTo>
                  <a:close/>
                </a:path>
                <a:path w="410209" h="408939">
                  <a:moveTo>
                    <a:pt x="345948" y="100584"/>
                  </a:moveTo>
                  <a:lnTo>
                    <a:pt x="339852" y="100584"/>
                  </a:lnTo>
                  <a:lnTo>
                    <a:pt x="335280" y="96012"/>
                  </a:lnTo>
                  <a:lnTo>
                    <a:pt x="330708" y="85344"/>
                  </a:lnTo>
                  <a:lnTo>
                    <a:pt x="322159" y="72461"/>
                  </a:lnTo>
                  <a:lnTo>
                    <a:pt x="310324" y="58864"/>
                  </a:lnTo>
                  <a:lnTo>
                    <a:pt x="295346" y="44410"/>
                  </a:lnTo>
                  <a:lnTo>
                    <a:pt x="277368" y="28956"/>
                  </a:lnTo>
                  <a:lnTo>
                    <a:pt x="281940" y="24384"/>
                  </a:lnTo>
                  <a:lnTo>
                    <a:pt x="332422" y="44005"/>
                  </a:lnTo>
                  <a:lnTo>
                    <a:pt x="356616" y="70104"/>
                  </a:lnTo>
                  <a:lnTo>
                    <a:pt x="356616" y="80771"/>
                  </a:lnTo>
                  <a:lnTo>
                    <a:pt x="355092" y="86868"/>
                  </a:lnTo>
                  <a:lnTo>
                    <a:pt x="352044" y="91440"/>
                  </a:lnTo>
                  <a:lnTo>
                    <a:pt x="348996" y="97536"/>
                  </a:lnTo>
                  <a:lnTo>
                    <a:pt x="345948" y="100584"/>
                  </a:lnTo>
                  <a:close/>
                </a:path>
                <a:path w="410209" h="408939">
                  <a:moveTo>
                    <a:pt x="132588" y="147828"/>
                  </a:moveTo>
                  <a:lnTo>
                    <a:pt x="115824" y="132588"/>
                  </a:lnTo>
                  <a:lnTo>
                    <a:pt x="333756" y="132588"/>
                  </a:lnTo>
                  <a:lnTo>
                    <a:pt x="356616" y="109728"/>
                  </a:lnTo>
                  <a:lnTo>
                    <a:pt x="390144" y="143256"/>
                  </a:lnTo>
                  <a:lnTo>
                    <a:pt x="173736" y="143256"/>
                  </a:lnTo>
                  <a:lnTo>
                    <a:pt x="162591" y="143541"/>
                  </a:lnTo>
                  <a:lnTo>
                    <a:pt x="152019" y="144399"/>
                  </a:lnTo>
                  <a:lnTo>
                    <a:pt x="142017" y="145827"/>
                  </a:lnTo>
                  <a:lnTo>
                    <a:pt x="132588" y="147828"/>
                  </a:lnTo>
                  <a:close/>
                </a:path>
                <a:path w="410209" h="408939">
                  <a:moveTo>
                    <a:pt x="73152" y="405384"/>
                  </a:moveTo>
                  <a:lnTo>
                    <a:pt x="74032" y="381381"/>
                  </a:lnTo>
                  <a:lnTo>
                    <a:pt x="74457" y="360807"/>
                  </a:lnTo>
                  <a:lnTo>
                    <a:pt x="74563" y="350139"/>
                  </a:lnTo>
                  <a:lnTo>
                    <a:pt x="74676" y="135636"/>
                  </a:lnTo>
                  <a:lnTo>
                    <a:pt x="109728" y="135636"/>
                  </a:lnTo>
                  <a:lnTo>
                    <a:pt x="99060" y="146304"/>
                  </a:lnTo>
                  <a:lnTo>
                    <a:pt x="99162" y="347091"/>
                  </a:lnTo>
                  <a:lnTo>
                    <a:pt x="99270" y="355092"/>
                  </a:lnTo>
                  <a:lnTo>
                    <a:pt x="99702" y="371427"/>
                  </a:lnTo>
                  <a:lnTo>
                    <a:pt x="100584" y="391668"/>
                  </a:lnTo>
                  <a:lnTo>
                    <a:pt x="73152" y="405384"/>
                  </a:lnTo>
                  <a:close/>
                </a:path>
                <a:path w="410209" h="408939">
                  <a:moveTo>
                    <a:pt x="106680" y="408432"/>
                  </a:moveTo>
                  <a:lnTo>
                    <a:pt x="100584" y="403860"/>
                  </a:lnTo>
                  <a:lnTo>
                    <a:pt x="118038" y="388453"/>
                  </a:lnTo>
                  <a:lnTo>
                    <a:pt x="133921" y="372046"/>
                  </a:lnTo>
                  <a:lnTo>
                    <a:pt x="161544" y="336804"/>
                  </a:lnTo>
                  <a:lnTo>
                    <a:pt x="183261" y="296227"/>
                  </a:lnTo>
                  <a:lnTo>
                    <a:pt x="198120" y="249936"/>
                  </a:lnTo>
                  <a:lnTo>
                    <a:pt x="207264" y="198882"/>
                  </a:lnTo>
                  <a:lnTo>
                    <a:pt x="211836" y="143256"/>
                  </a:lnTo>
                  <a:lnTo>
                    <a:pt x="236220" y="143256"/>
                  </a:lnTo>
                  <a:lnTo>
                    <a:pt x="231648" y="201549"/>
                  </a:lnTo>
                  <a:lnTo>
                    <a:pt x="222504" y="252984"/>
                  </a:lnTo>
                  <a:lnTo>
                    <a:pt x="206692" y="298513"/>
                  </a:lnTo>
                  <a:lnTo>
                    <a:pt x="182880" y="338328"/>
                  </a:lnTo>
                  <a:lnTo>
                    <a:pt x="149923" y="374523"/>
                  </a:lnTo>
                  <a:lnTo>
                    <a:pt x="129516" y="391906"/>
                  </a:lnTo>
                  <a:lnTo>
                    <a:pt x="106680" y="408432"/>
                  </a:lnTo>
                  <a:close/>
                </a:path>
                <a:path w="410209" h="408939">
                  <a:moveTo>
                    <a:pt x="371856" y="387096"/>
                  </a:moveTo>
                  <a:lnTo>
                    <a:pt x="301752" y="387096"/>
                  </a:lnTo>
                  <a:lnTo>
                    <a:pt x="284630" y="385953"/>
                  </a:lnTo>
                  <a:lnTo>
                    <a:pt x="272224" y="380238"/>
                  </a:lnTo>
                  <a:lnTo>
                    <a:pt x="264675" y="369951"/>
                  </a:lnTo>
                  <a:lnTo>
                    <a:pt x="262128" y="355092"/>
                  </a:lnTo>
                  <a:lnTo>
                    <a:pt x="262128" y="143256"/>
                  </a:lnTo>
                  <a:lnTo>
                    <a:pt x="284988" y="143256"/>
                  </a:lnTo>
                  <a:lnTo>
                    <a:pt x="284988" y="342900"/>
                  </a:lnTo>
                  <a:lnTo>
                    <a:pt x="286440" y="353139"/>
                  </a:lnTo>
                  <a:lnTo>
                    <a:pt x="290893" y="360807"/>
                  </a:lnTo>
                  <a:lnTo>
                    <a:pt x="298489" y="365617"/>
                  </a:lnTo>
                  <a:lnTo>
                    <a:pt x="309371" y="367284"/>
                  </a:lnTo>
                  <a:lnTo>
                    <a:pt x="407684" y="367284"/>
                  </a:lnTo>
                  <a:lnTo>
                    <a:pt x="402502" y="374237"/>
                  </a:lnTo>
                  <a:lnTo>
                    <a:pt x="393763" y="381381"/>
                  </a:lnTo>
                  <a:lnTo>
                    <a:pt x="383595" y="385667"/>
                  </a:lnTo>
                  <a:lnTo>
                    <a:pt x="371856" y="387096"/>
                  </a:lnTo>
                  <a:close/>
                </a:path>
                <a:path w="410209" h="408939">
                  <a:moveTo>
                    <a:pt x="407684" y="367284"/>
                  </a:moveTo>
                  <a:lnTo>
                    <a:pt x="361188" y="367284"/>
                  </a:lnTo>
                  <a:lnTo>
                    <a:pt x="367236" y="363855"/>
                  </a:lnTo>
                  <a:lnTo>
                    <a:pt x="371856" y="358140"/>
                  </a:lnTo>
                  <a:lnTo>
                    <a:pt x="380047" y="313753"/>
                  </a:lnTo>
                  <a:lnTo>
                    <a:pt x="381000" y="286512"/>
                  </a:lnTo>
                  <a:lnTo>
                    <a:pt x="390144" y="286512"/>
                  </a:lnTo>
                  <a:lnTo>
                    <a:pt x="390786" y="325088"/>
                  </a:lnTo>
                  <a:lnTo>
                    <a:pt x="409956" y="364236"/>
                  </a:lnTo>
                  <a:lnTo>
                    <a:pt x="407684" y="367284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3" name="object 73"/>
            <p:cNvSpPr/>
            <p:nvPr/>
          </p:nvSpPr>
          <p:spPr>
            <a:xfrm>
              <a:off x="8837676" y="5416295"/>
              <a:ext cx="142240" cy="405765"/>
            </a:xfrm>
            <a:custGeom>
              <a:avLst/>
              <a:gdLst/>
              <a:ahLst/>
              <a:cxnLst/>
              <a:rect l="l" t="t" r="r" b="b"/>
              <a:pathLst>
                <a:path w="142240" h="405764">
                  <a:moveTo>
                    <a:pt x="73151" y="405384"/>
                  </a:moveTo>
                  <a:lnTo>
                    <a:pt x="74033" y="381357"/>
                  </a:lnTo>
                  <a:lnTo>
                    <a:pt x="74485" y="359473"/>
                  </a:lnTo>
                  <a:lnTo>
                    <a:pt x="74652" y="339590"/>
                  </a:lnTo>
                  <a:lnTo>
                    <a:pt x="74675" y="321564"/>
                  </a:lnTo>
                  <a:lnTo>
                    <a:pt x="74675" y="135636"/>
                  </a:lnTo>
                  <a:lnTo>
                    <a:pt x="54935" y="162496"/>
                  </a:lnTo>
                  <a:lnTo>
                    <a:pt x="36766" y="185928"/>
                  </a:lnTo>
                  <a:lnTo>
                    <a:pt x="20026" y="205930"/>
                  </a:lnTo>
                  <a:lnTo>
                    <a:pt x="4571" y="222503"/>
                  </a:lnTo>
                  <a:lnTo>
                    <a:pt x="0" y="217932"/>
                  </a:lnTo>
                  <a:lnTo>
                    <a:pt x="14858" y="196191"/>
                  </a:lnTo>
                  <a:lnTo>
                    <a:pt x="29717" y="172021"/>
                  </a:lnTo>
                  <a:lnTo>
                    <a:pt x="59435" y="115824"/>
                  </a:lnTo>
                  <a:lnTo>
                    <a:pt x="87058" y="56197"/>
                  </a:lnTo>
                  <a:lnTo>
                    <a:pt x="106679" y="0"/>
                  </a:lnTo>
                  <a:lnTo>
                    <a:pt x="141731" y="22860"/>
                  </a:lnTo>
                  <a:lnTo>
                    <a:pt x="131183" y="33099"/>
                  </a:lnTo>
                  <a:lnTo>
                    <a:pt x="117919" y="52197"/>
                  </a:lnTo>
                  <a:lnTo>
                    <a:pt x="102084" y="79867"/>
                  </a:lnTo>
                  <a:lnTo>
                    <a:pt x="83819" y="115824"/>
                  </a:lnTo>
                  <a:lnTo>
                    <a:pt x="112775" y="132588"/>
                  </a:lnTo>
                  <a:lnTo>
                    <a:pt x="99059" y="146303"/>
                  </a:lnTo>
                  <a:lnTo>
                    <a:pt x="99059" y="330708"/>
                  </a:lnTo>
                  <a:lnTo>
                    <a:pt x="99083" y="340661"/>
                  </a:lnTo>
                  <a:lnTo>
                    <a:pt x="99250" y="354330"/>
                  </a:lnTo>
                  <a:lnTo>
                    <a:pt x="99702" y="371427"/>
                  </a:lnTo>
                  <a:lnTo>
                    <a:pt x="100583" y="391668"/>
                  </a:lnTo>
                  <a:lnTo>
                    <a:pt x="73151" y="405384"/>
                  </a:lnTo>
                  <a:close/>
                </a:path>
              </a:pathLst>
            </a:custGeom>
            <a:ln w="1219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74" name="object 74"/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9108948" y="5434584"/>
              <a:ext cx="91440" cy="88391"/>
            </a:xfrm>
            <a:prstGeom prst="rect">
              <a:avLst/>
            </a:prstGeom>
          </p:spPr>
        </p:pic>
        <p:sp>
          <p:nvSpPr>
            <p:cNvPr id="75" name="object 75"/>
            <p:cNvSpPr/>
            <p:nvPr/>
          </p:nvSpPr>
          <p:spPr>
            <a:xfrm>
              <a:off x="8938260" y="5419343"/>
              <a:ext cx="309880" cy="405765"/>
            </a:xfrm>
            <a:custGeom>
              <a:avLst/>
              <a:gdLst/>
              <a:ahLst/>
              <a:cxnLst/>
              <a:rect l="l" t="t" r="r" b="b"/>
              <a:pathLst>
                <a:path w="309879" h="405764">
                  <a:moveTo>
                    <a:pt x="111251" y="129539"/>
                  </a:moveTo>
                  <a:lnTo>
                    <a:pt x="111251" y="70103"/>
                  </a:lnTo>
                  <a:lnTo>
                    <a:pt x="111228" y="52077"/>
                  </a:lnTo>
                  <a:lnTo>
                    <a:pt x="111061" y="34480"/>
                  </a:lnTo>
                  <a:lnTo>
                    <a:pt x="110609" y="17168"/>
                  </a:lnTo>
                  <a:lnTo>
                    <a:pt x="109727" y="0"/>
                  </a:lnTo>
                  <a:lnTo>
                    <a:pt x="150875" y="19811"/>
                  </a:lnTo>
                  <a:lnTo>
                    <a:pt x="135635" y="33527"/>
                  </a:lnTo>
                  <a:lnTo>
                    <a:pt x="135635" y="129539"/>
                  </a:lnTo>
                  <a:lnTo>
                    <a:pt x="233171" y="129539"/>
                  </a:lnTo>
                  <a:lnTo>
                    <a:pt x="256031" y="106679"/>
                  </a:lnTo>
                  <a:lnTo>
                    <a:pt x="289559" y="140207"/>
                  </a:lnTo>
                  <a:lnTo>
                    <a:pt x="184403" y="140207"/>
                  </a:lnTo>
                  <a:lnTo>
                    <a:pt x="184403" y="339851"/>
                  </a:lnTo>
                  <a:lnTo>
                    <a:pt x="185856" y="350091"/>
                  </a:lnTo>
                  <a:lnTo>
                    <a:pt x="190309" y="357758"/>
                  </a:lnTo>
                  <a:lnTo>
                    <a:pt x="197905" y="362569"/>
                  </a:lnTo>
                  <a:lnTo>
                    <a:pt x="208787" y="364235"/>
                  </a:lnTo>
                  <a:lnTo>
                    <a:pt x="260603" y="364235"/>
                  </a:lnTo>
                  <a:lnTo>
                    <a:pt x="278487" y="323969"/>
                  </a:lnTo>
                  <a:lnTo>
                    <a:pt x="280415" y="283463"/>
                  </a:lnTo>
                  <a:lnTo>
                    <a:pt x="289559" y="283463"/>
                  </a:lnTo>
                  <a:lnTo>
                    <a:pt x="290202" y="322040"/>
                  </a:lnTo>
                  <a:lnTo>
                    <a:pt x="309371" y="361187"/>
                  </a:lnTo>
                  <a:lnTo>
                    <a:pt x="301918" y="371189"/>
                  </a:lnTo>
                  <a:lnTo>
                    <a:pt x="293179" y="378332"/>
                  </a:lnTo>
                  <a:lnTo>
                    <a:pt x="283011" y="382619"/>
                  </a:lnTo>
                  <a:lnTo>
                    <a:pt x="271271" y="384047"/>
                  </a:lnTo>
                  <a:lnTo>
                    <a:pt x="201167" y="384047"/>
                  </a:lnTo>
                  <a:lnTo>
                    <a:pt x="184046" y="382904"/>
                  </a:lnTo>
                  <a:lnTo>
                    <a:pt x="171640" y="377189"/>
                  </a:lnTo>
                  <a:lnTo>
                    <a:pt x="164091" y="366903"/>
                  </a:lnTo>
                  <a:lnTo>
                    <a:pt x="161543" y="352044"/>
                  </a:lnTo>
                  <a:lnTo>
                    <a:pt x="161543" y="140207"/>
                  </a:lnTo>
                  <a:lnTo>
                    <a:pt x="135635" y="140207"/>
                  </a:lnTo>
                  <a:lnTo>
                    <a:pt x="131063" y="198500"/>
                  </a:lnTo>
                  <a:lnTo>
                    <a:pt x="121919" y="249935"/>
                  </a:lnTo>
                  <a:lnTo>
                    <a:pt x="106108" y="295465"/>
                  </a:lnTo>
                  <a:lnTo>
                    <a:pt x="82295" y="335279"/>
                  </a:lnTo>
                  <a:lnTo>
                    <a:pt x="49339" y="371474"/>
                  </a:lnTo>
                  <a:lnTo>
                    <a:pt x="6095" y="405383"/>
                  </a:lnTo>
                  <a:lnTo>
                    <a:pt x="0" y="400811"/>
                  </a:lnTo>
                  <a:lnTo>
                    <a:pt x="17454" y="385405"/>
                  </a:lnTo>
                  <a:lnTo>
                    <a:pt x="33337" y="368998"/>
                  </a:lnTo>
                  <a:lnTo>
                    <a:pt x="60959" y="333756"/>
                  </a:lnTo>
                  <a:lnTo>
                    <a:pt x="82676" y="293179"/>
                  </a:lnTo>
                  <a:lnTo>
                    <a:pt x="97535" y="246887"/>
                  </a:lnTo>
                  <a:lnTo>
                    <a:pt x="106679" y="195833"/>
                  </a:lnTo>
                  <a:lnTo>
                    <a:pt x="111251" y="140207"/>
                  </a:lnTo>
                  <a:lnTo>
                    <a:pt x="73151" y="140207"/>
                  </a:lnTo>
                  <a:lnTo>
                    <a:pt x="62007" y="140493"/>
                  </a:lnTo>
                  <a:lnTo>
                    <a:pt x="51434" y="141350"/>
                  </a:lnTo>
                  <a:lnTo>
                    <a:pt x="41433" y="142779"/>
                  </a:lnTo>
                  <a:lnTo>
                    <a:pt x="32003" y="144779"/>
                  </a:lnTo>
                  <a:lnTo>
                    <a:pt x="15239" y="129539"/>
                  </a:lnTo>
                  <a:lnTo>
                    <a:pt x="111251" y="129539"/>
                  </a:lnTo>
                  <a:close/>
                </a:path>
              </a:pathLst>
            </a:custGeom>
            <a:ln w="1219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6" name="object 76"/>
            <p:cNvSpPr/>
            <p:nvPr/>
          </p:nvSpPr>
          <p:spPr>
            <a:xfrm>
              <a:off x="9296399" y="5416296"/>
              <a:ext cx="394970" cy="408940"/>
            </a:xfrm>
            <a:custGeom>
              <a:avLst/>
              <a:gdLst/>
              <a:ahLst/>
              <a:cxnLst/>
              <a:rect l="l" t="t" r="r" b="b"/>
              <a:pathLst>
                <a:path w="394970" h="408939">
                  <a:moveTo>
                    <a:pt x="1524" y="408432"/>
                  </a:moveTo>
                  <a:lnTo>
                    <a:pt x="0" y="403860"/>
                  </a:lnTo>
                  <a:lnTo>
                    <a:pt x="38314" y="382404"/>
                  </a:lnTo>
                  <a:lnTo>
                    <a:pt x="68770" y="361378"/>
                  </a:lnTo>
                  <a:lnTo>
                    <a:pt x="106680" y="320040"/>
                  </a:lnTo>
                  <a:lnTo>
                    <a:pt x="124968" y="272986"/>
                  </a:lnTo>
                  <a:lnTo>
                    <a:pt x="134112" y="213360"/>
                  </a:lnTo>
                  <a:lnTo>
                    <a:pt x="57912" y="213360"/>
                  </a:lnTo>
                  <a:lnTo>
                    <a:pt x="46743" y="213669"/>
                  </a:lnTo>
                  <a:lnTo>
                    <a:pt x="36004" y="214693"/>
                  </a:lnTo>
                  <a:lnTo>
                    <a:pt x="25550" y="216574"/>
                  </a:lnTo>
                  <a:lnTo>
                    <a:pt x="15240" y="219456"/>
                  </a:lnTo>
                  <a:lnTo>
                    <a:pt x="0" y="204216"/>
                  </a:lnTo>
                  <a:lnTo>
                    <a:pt x="184404" y="204216"/>
                  </a:lnTo>
                  <a:lnTo>
                    <a:pt x="184404" y="111252"/>
                  </a:lnTo>
                  <a:lnTo>
                    <a:pt x="89916" y="111252"/>
                  </a:lnTo>
                  <a:lnTo>
                    <a:pt x="76795" y="131492"/>
                  </a:lnTo>
                  <a:lnTo>
                    <a:pt x="62674" y="150876"/>
                  </a:lnTo>
                  <a:lnTo>
                    <a:pt x="47696" y="169116"/>
                  </a:lnTo>
                  <a:lnTo>
                    <a:pt x="32004" y="185928"/>
                  </a:lnTo>
                  <a:lnTo>
                    <a:pt x="25908" y="182880"/>
                  </a:lnTo>
                  <a:lnTo>
                    <a:pt x="47029" y="148590"/>
                  </a:lnTo>
                  <a:lnTo>
                    <a:pt x="64579" y="112014"/>
                  </a:lnTo>
                  <a:lnTo>
                    <a:pt x="78414" y="73152"/>
                  </a:lnTo>
                  <a:lnTo>
                    <a:pt x="88392" y="32004"/>
                  </a:lnTo>
                  <a:lnTo>
                    <a:pt x="126492" y="53340"/>
                  </a:lnTo>
                  <a:lnTo>
                    <a:pt x="112776" y="60960"/>
                  </a:lnTo>
                  <a:lnTo>
                    <a:pt x="103632" y="80200"/>
                  </a:lnTo>
                  <a:lnTo>
                    <a:pt x="94488" y="100584"/>
                  </a:lnTo>
                  <a:lnTo>
                    <a:pt x="184404" y="100584"/>
                  </a:lnTo>
                  <a:lnTo>
                    <a:pt x="184213" y="38290"/>
                  </a:lnTo>
                  <a:lnTo>
                    <a:pt x="183761" y="15930"/>
                  </a:lnTo>
                  <a:lnTo>
                    <a:pt x="182880" y="0"/>
                  </a:lnTo>
                  <a:lnTo>
                    <a:pt x="222504" y="16764"/>
                  </a:lnTo>
                  <a:lnTo>
                    <a:pt x="208788" y="32004"/>
                  </a:lnTo>
                  <a:lnTo>
                    <a:pt x="208788" y="99060"/>
                  </a:lnTo>
                  <a:lnTo>
                    <a:pt x="289560" y="99060"/>
                  </a:lnTo>
                  <a:lnTo>
                    <a:pt x="313944" y="74676"/>
                  </a:lnTo>
                  <a:lnTo>
                    <a:pt x="347472" y="109728"/>
                  </a:lnTo>
                  <a:lnTo>
                    <a:pt x="208788" y="109728"/>
                  </a:lnTo>
                  <a:lnTo>
                    <a:pt x="208788" y="204216"/>
                  </a:lnTo>
                  <a:lnTo>
                    <a:pt x="330708" y="204216"/>
                  </a:lnTo>
                  <a:lnTo>
                    <a:pt x="355092" y="179832"/>
                  </a:lnTo>
                  <a:lnTo>
                    <a:pt x="390144" y="213360"/>
                  </a:lnTo>
                  <a:lnTo>
                    <a:pt x="246888" y="213360"/>
                  </a:lnTo>
                  <a:lnTo>
                    <a:pt x="246888" y="332232"/>
                  </a:lnTo>
                  <a:lnTo>
                    <a:pt x="248078" y="349329"/>
                  </a:lnTo>
                  <a:lnTo>
                    <a:pt x="254127" y="361569"/>
                  </a:lnTo>
                  <a:lnTo>
                    <a:pt x="265318" y="368665"/>
                  </a:lnTo>
                  <a:lnTo>
                    <a:pt x="281940" y="370332"/>
                  </a:lnTo>
                  <a:lnTo>
                    <a:pt x="342900" y="370332"/>
                  </a:lnTo>
                  <a:lnTo>
                    <a:pt x="360235" y="321564"/>
                  </a:lnTo>
                  <a:lnTo>
                    <a:pt x="361188" y="284988"/>
                  </a:lnTo>
                  <a:lnTo>
                    <a:pt x="370332" y="284988"/>
                  </a:lnTo>
                  <a:lnTo>
                    <a:pt x="372260" y="323564"/>
                  </a:lnTo>
                  <a:lnTo>
                    <a:pt x="386453" y="359068"/>
                  </a:lnTo>
                  <a:lnTo>
                    <a:pt x="394716" y="364236"/>
                  </a:lnTo>
                  <a:lnTo>
                    <a:pt x="388167" y="376237"/>
                  </a:lnTo>
                  <a:lnTo>
                    <a:pt x="377761" y="384809"/>
                  </a:lnTo>
                  <a:lnTo>
                    <a:pt x="363640" y="389953"/>
                  </a:lnTo>
                  <a:lnTo>
                    <a:pt x="345948" y="391667"/>
                  </a:lnTo>
                  <a:lnTo>
                    <a:pt x="262128" y="391667"/>
                  </a:lnTo>
                  <a:lnTo>
                    <a:pt x="244149" y="387953"/>
                  </a:lnTo>
                  <a:lnTo>
                    <a:pt x="231457" y="379094"/>
                  </a:lnTo>
                  <a:lnTo>
                    <a:pt x="224194" y="365093"/>
                  </a:lnTo>
                  <a:lnTo>
                    <a:pt x="222504" y="345948"/>
                  </a:lnTo>
                  <a:lnTo>
                    <a:pt x="222504" y="213360"/>
                  </a:lnTo>
                  <a:lnTo>
                    <a:pt x="160020" y="213360"/>
                  </a:lnTo>
                  <a:lnTo>
                    <a:pt x="148780" y="279844"/>
                  </a:lnTo>
                  <a:lnTo>
                    <a:pt x="124968" y="333756"/>
                  </a:lnTo>
                  <a:lnTo>
                    <a:pt x="78676" y="375094"/>
                  </a:lnTo>
                  <a:lnTo>
                    <a:pt x="44172" y="392691"/>
                  </a:lnTo>
                  <a:lnTo>
                    <a:pt x="1524" y="408432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7" name="object 77"/>
            <p:cNvSpPr/>
            <p:nvPr/>
          </p:nvSpPr>
          <p:spPr>
            <a:xfrm>
              <a:off x="9296399" y="5416296"/>
              <a:ext cx="394970" cy="408940"/>
            </a:xfrm>
            <a:custGeom>
              <a:avLst/>
              <a:gdLst/>
              <a:ahLst/>
              <a:cxnLst/>
              <a:rect l="l" t="t" r="r" b="b"/>
              <a:pathLst>
                <a:path w="394970" h="408939">
                  <a:moveTo>
                    <a:pt x="184404" y="100584"/>
                  </a:moveTo>
                  <a:lnTo>
                    <a:pt x="184380" y="66651"/>
                  </a:lnTo>
                  <a:lnTo>
                    <a:pt x="184213" y="38290"/>
                  </a:lnTo>
                  <a:lnTo>
                    <a:pt x="183761" y="15930"/>
                  </a:lnTo>
                  <a:lnTo>
                    <a:pt x="182880" y="0"/>
                  </a:lnTo>
                  <a:lnTo>
                    <a:pt x="222504" y="16764"/>
                  </a:lnTo>
                  <a:lnTo>
                    <a:pt x="208788" y="32004"/>
                  </a:lnTo>
                  <a:lnTo>
                    <a:pt x="208788" y="99060"/>
                  </a:lnTo>
                  <a:lnTo>
                    <a:pt x="289560" y="99060"/>
                  </a:lnTo>
                  <a:lnTo>
                    <a:pt x="313944" y="74676"/>
                  </a:lnTo>
                  <a:lnTo>
                    <a:pt x="347472" y="109728"/>
                  </a:lnTo>
                  <a:lnTo>
                    <a:pt x="208788" y="109728"/>
                  </a:lnTo>
                  <a:lnTo>
                    <a:pt x="208788" y="204216"/>
                  </a:lnTo>
                  <a:lnTo>
                    <a:pt x="330708" y="204216"/>
                  </a:lnTo>
                  <a:lnTo>
                    <a:pt x="355092" y="179832"/>
                  </a:lnTo>
                  <a:lnTo>
                    <a:pt x="390144" y="213360"/>
                  </a:lnTo>
                  <a:lnTo>
                    <a:pt x="246888" y="213360"/>
                  </a:lnTo>
                  <a:lnTo>
                    <a:pt x="246888" y="332232"/>
                  </a:lnTo>
                  <a:lnTo>
                    <a:pt x="248078" y="349329"/>
                  </a:lnTo>
                  <a:lnTo>
                    <a:pt x="254127" y="361569"/>
                  </a:lnTo>
                  <a:lnTo>
                    <a:pt x="265318" y="368665"/>
                  </a:lnTo>
                  <a:lnTo>
                    <a:pt x="281940" y="370332"/>
                  </a:lnTo>
                  <a:lnTo>
                    <a:pt x="342900" y="370332"/>
                  </a:lnTo>
                  <a:lnTo>
                    <a:pt x="360235" y="321564"/>
                  </a:lnTo>
                  <a:lnTo>
                    <a:pt x="361188" y="284988"/>
                  </a:lnTo>
                  <a:lnTo>
                    <a:pt x="370332" y="284988"/>
                  </a:lnTo>
                  <a:lnTo>
                    <a:pt x="372260" y="323564"/>
                  </a:lnTo>
                  <a:lnTo>
                    <a:pt x="386453" y="359068"/>
                  </a:lnTo>
                  <a:lnTo>
                    <a:pt x="394716" y="364236"/>
                  </a:lnTo>
                  <a:lnTo>
                    <a:pt x="388167" y="376237"/>
                  </a:lnTo>
                  <a:lnTo>
                    <a:pt x="377761" y="384809"/>
                  </a:lnTo>
                  <a:lnTo>
                    <a:pt x="363640" y="389953"/>
                  </a:lnTo>
                  <a:lnTo>
                    <a:pt x="345948" y="391667"/>
                  </a:lnTo>
                  <a:lnTo>
                    <a:pt x="262128" y="391667"/>
                  </a:lnTo>
                  <a:lnTo>
                    <a:pt x="244149" y="387953"/>
                  </a:lnTo>
                  <a:lnTo>
                    <a:pt x="231457" y="379094"/>
                  </a:lnTo>
                  <a:lnTo>
                    <a:pt x="224194" y="365093"/>
                  </a:lnTo>
                  <a:lnTo>
                    <a:pt x="222504" y="345948"/>
                  </a:lnTo>
                  <a:lnTo>
                    <a:pt x="222504" y="213360"/>
                  </a:lnTo>
                  <a:lnTo>
                    <a:pt x="160020" y="213360"/>
                  </a:lnTo>
                  <a:lnTo>
                    <a:pt x="148780" y="279844"/>
                  </a:lnTo>
                  <a:lnTo>
                    <a:pt x="124968" y="333756"/>
                  </a:lnTo>
                  <a:lnTo>
                    <a:pt x="78676" y="375094"/>
                  </a:lnTo>
                  <a:lnTo>
                    <a:pt x="44172" y="392691"/>
                  </a:lnTo>
                  <a:lnTo>
                    <a:pt x="1524" y="408432"/>
                  </a:lnTo>
                  <a:lnTo>
                    <a:pt x="0" y="403860"/>
                  </a:lnTo>
                  <a:lnTo>
                    <a:pt x="38314" y="382404"/>
                  </a:lnTo>
                  <a:lnTo>
                    <a:pt x="68770" y="361378"/>
                  </a:lnTo>
                  <a:lnTo>
                    <a:pt x="106680" y="320040"/>
                  </a:lnTo>
                  <a:lnTo>
                    <a:pt x="124968" y="272986"/>
                  </a:lnTo>
                  <a:lnTo>
                    <a:pt x="134112" y="213360"/>
                  </a:lnTo>
                  <a:lnTo>
                    <a:pt x="57912" y="213360"/>
                  </a:lnTo>
                  <a:lnTo>
                    <a:pt x="46743" y="213669"/>
                  </a:lnTo>
                  <a:lnTo>
                    <a:pt x="36004" y="214693"/>
                  </a:lnTo>
                  <a:lnTo>
                    <a:pt x="25550" y="216574"/>
                  </a:lnTo>
                  <a:lnTo>
                    <a:pt x="15240" y="219456"/>
                  </a:lnTo>
                  <a:lnTo>
                    <a:pt x="0" y="204216"/>
                  </a:lnTo>
                  <a:lnTo>
                    <a:pt x="184404" y="204216"/>
                  </a:lnTo>
                  <a:lnTo>
                    <a:pt x="184404" y="111252"/>
                  </a:lnTo>
                  <a:lnTo>
                    <a:pt x="89916" y="111252"/>
                  </a:lnTo>
                  <a:lnTo>
                    <a:pt x="76795" y="131492"/>
                  </a:lnTo>
                  <a:lnTo>
                    <a:pt x="62674" y="150876"/>
                  </a:lnTo>
                  <a:lnTo>
                    <a:pt x="47696" y="169116"/>
                  </a:lnTo>
                  <a:lnTo>
                    <a:pt x="32004" y="185928"/>
                  </a:lnTo>
                  <a:lnTo>
                    <a:pt x="25908" y="182880"/>
                  </a:lnTo>
                  <a:lnTo>
                    <a:pt x="47029" y="148590"/>
                  </a:lnTo>
                  <a:lnTo>
                    <a:pt x="64579" y="112014"/>
                  </a:lnTo>
                  <a:lnTo>
                    <a:pt x="78414" y="73152"/>
                  </a:lnTo>
                  <a:lnTo>
                    <a:pt x="88392" y="32004"/>
                  </a:lnTo>
                  <a:lnTo>
                    <a:pt x="126492" y="53340"/>
                  </a:lnTo>
                  <a:lnTo>
                    <a:pt x="99060" y="90320"/>
                  </a:lnTo>
                  <a:lnTo>
                    <a:pt x="94488" y="100584"/>
                  </a:lnTo>
                  <a:lnTo>
                    <a:pt x="184404" y="100584"/>
                  </a:lnTo>
                  <a:close/>
                </a:path>
              </a:pathLst>
            </a:custGeom>
            <a:ln w="1219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78" name="object 78"/>
          <p:cNvGrpSpPr/>
          <p:nvPr/>
        </p:nvGrpSpPr>
        <p:grpSpPr>
          <a:xfrm>
            <a:off x="2115311" y="5891783"/>
            <a:ext cx="421005" cy="417830"/>
            <a:chOff x="2115311" y="5891783"/>
            <a:chExt cx="421005" cy="417830"/>
          </a:xfrm>
        </p:grpSpPr>
        <p:sp>
          <p:nvSpPr>
            <p:cNvPr id="79" name="object 79"/>
            <p:cNvSpPr/>
            <p:nvPr/>
          </p:nvSpPr>
          <p:spPr>
            <a:xfrm>
              <a:off x="2121407" y="5897879"/>
              <a:ext cx="408940" cy="405765"/>
            </a:xfrm>
            <a:custGeom>
              <a:avLst/>
              <a:gdLst/>
              <a:ahLst/>
              <a:cxnLst/>
              <a:rect l="l" t="t" r="r" b="b"/>
              <a:pathLst>
                <a:path w="408939" h="405764">
                  <a:moveTo>
                    <a:pt x="131064" y="405384"/>
                  </a:moveTo>
                  <a:lnTo>
                    <a:pt x="109728" y="377952"/>
                  </a:lnTo>
                  <a:lnTo>
                    <a:pt x="113728" y="373665"/>
                  </a:lnTo>
                  <a:lnTo>
                    <a:pt x="116586" y="367665"/>
                  </a:lnTo>
                  <a:lnTo>
                    <a:pt x="118300" y="359949"/>
                  </a:lnTo>
                  <a:lnTo>
                    <a:pt x="118872" y="350520"/>
                  </a:lnTo>
                  <a:lnTo>
                    <a:pt x="118872" y="281940"/>
                  </a:lnTo>
                  <a:lnTo>
                    <a:pt x="93464" y="298465"/>
                  </a:lnTo>
                  <a:lnTo>
                    <a:pt x="65341" y="313563"/>
                  </a:lnTo>
                  <a:lnTo>
                    <a:pt x="34647" y="326945"/>
                  </a:lnTo>
                  <a:lnTo>
                    <a:pt x="1524" y="338328"/>
                  </a:lnTo>
                  <a:lnTo>
                    <a:pt x="0" y="330708"/>
                  </a:lnTo>
                  <a:lnTo>
                    <a:pt x="30360" y="316444"/>
                  </a:lnTo>
                  <a:lnTo>
                    <a:pt x="57721" y="301180"/>
                  </a:lnTo>
                  <a:lnTo>
                    <a:pt x="105156" y="268224"/>
                  </a:lnTo>
                  <a:lnTo>
                    <a:pt x="144018" y="231648"/>
                  </a:lnTo>
                  <a:lnTo>
                    <a:pt x="178308" y="190500"/>
                  </a:lnTo>
                  <a:lnTo>
                    <a:pt x="64008" y="190500"/>
                  </a:lnTo>
                  <a:lnTo>
                    <a:pt x="53506" y="190785"/>
                  </a:lnTo>
                  <a:lnTo>
                    <a:pt x="42862" y="191643"/>
                  </a:lnTo>
                  <a:lnTo>
                    <a:pt x="32504" y="193071"/>
                  </a:lnTo>
                  <a:lnTo>
                    <a:pt x="22860" y="195072"/>
                  </a:lnTo>
                  <a:lnTo>
                    <a:pt x="7620" y="179832"/>
                  </a:lnTo>
                  <a:lnTo>
                    <a:pt x="187452" y="179832"/>
                  </a:lnTo>
                  <a:lnTo>
                    <a:pt x="187452" y="129540"/>
                  </a:lnTo>
                  <a:lnTo>
                    <a:pt x="120396" y="129540"/>
                  </a:lnTo>
                  <a:lnTo>
                    <a:pt x="109251" y="129825"/>
                  </a:lnTo>
                  <a:lnTo>
                    <a:pt x="98679" y="130683"/>
                  </a:lnTo>
                  <a:lnTo>
                    <a:pt x="88677" y="132111"/>
                  </a:lnTo>
                  <a:lnTo>
                    <a:pt x="79248" y="134112"/>
                  </a:lnTo>
                  <a:lnTo>
                    <a:pt x="62484" y="118872"/>
                  </a:lnTo>
                  <a:lnTo>
                    <a:pt x="187452" y="118872"/>
                  </a:lnTo>
                  <a:lnTo>
                    <a:pt x="187452" y="71628"/>
                  </a:lnTo>
                  <a:lnTo>
                    <a:pt x="91440" y="71628"/>
                  </a:lnTo>
                  <a:lnTo>
                    <a:pt x="80271" y="71913"/>
                  </a:lnTo>
                  <a:lnTo>
                    <a:pt x="69532" y="72771"/>
                  </a:lnTo>
                  <a:lnTo>
                    <a:pt x="59078" y="74199"/>
                  </a:lnTo>
                  <a:lnTo>
                    <a:pt x="48768" y="76200"/>
                  </a:lnTo>
                  <a:lnTo>
                    <a:pt x="33528" y="60960"/>
                  </a:lnTo>
                  <a:lnTo>
                    <a:pt x="187452" y="60960"/>
                  </a:lnTo>
                  <a:lnTo>
                    <a:pt x="187261" y="29337"/>
                  </a:lnTo>
                  <a:lnTo>
                    <a:pt x="186809" y="14239"/>
                  </a:lnTo>
                  <a:lnTo>
                    <a:pt x="185928" y="0"/>
                  </a:lnTo>
                  <a:lnTo>
                    <a:pt x="227076" y="18288"/>
                  </a:lnTo>
                  <a:lnTo>
                    <a:pt x="211836" y="30480"/>
                  </a:lnTo>
                  <a:lnTo>
                    <a:pt x="211836" y="60960"/>
                  </a:lnTo>
                  <a:lnTo>
                    <a:pt x="326136" y="60960"/>
                  </a:lnTo>
                  <a:lnTo>
                    <a:pt x="350520" y="36576"/>
                  </a:lnTo>
                  <a:lnTo>
                    <a:pt x="382523" y="71628"/>
                  </a:lnTo>
                  <a:lnTo>
                    <a:pt x="211836" y="71628"/>
                  </a:lnTo>
                  <a:lnTo>
                    <a:pt x="211836" y="118872"/>
                  </a:lnTo>
                  <a:lnTo>
                    <a:pt x="301752" y="118872"/>
                  </a:lnTo>
                  <a:lnTo>
                    <a:pt x="324611" y="96012"/>
                  </a:lnTo>
                  <a:lnTo>
                    <a:pt x="355092" y="129540"/>
                  </a:lnTo>
                  <a:lnTo>
                    <a:pt x="211836" y="129540"/>
                  </a:lnTo>
                  <a:lnTo>
                    <a:pt x="211836" y="179832"/>
                  </a:lnTo>
                  <a:lnTo>
                    <a:pt x="342899" y="179832"/>
                  </a:lnTo>
                  <a:lnTo>
                    <a:pt x="368808" y="153924"/>
                  </a:lnTo>
                  <a:lnTo>
                    <a:pt x="403860" y="190500"/>
                  </a:lnTo>
                  <a:lnTo>
                    <a:pt x="210312" y="190500"/>
                  </a:lnTo>
                  <a:lnTo>
                    <a:pt x="219789" y="212145"/>
                  </a:lnTo>
                  <a:lnTo>
                    <a:pt x="230124" y="233362"/>
                  </a:lnTo>
                  <a:lnTo>
                    <a:pt x="241601" y="253722"/>
                  </a:lnTo>
                  <a:lnTo>
                    <a:pt x="254508" y="272796"/>
                  </a:lnTo>
                  <a:lnTo>
                    <a:pt x="277939" y="253626"/>
                  </a:lnTo>
                  <a:lnTo>
                    <a:pt x="297942" y="234886"/>
                  </a:lnTo>
                  <a:lnTo>
                    <a:pt x="314515" y="216431"/>
                  </a:lnTo>
                  <a:lnTo>
                    <a:pt x="327660" y="198120"/>
                  </a:lnTo>
                  <a:lnTo>
                    <a:pt x="356616" y="228600"/>
                  </a:lnTo>
                  <a:lnTo>
                    <a:pt x="339852" y="230124"/>
                  </a:lnTo>
                  <a:lnTo>
                    <a:pt x="317801" y="243554"/>
                  </a:lnTo>
                  <a:lnTo>
                    <a:pt x="259080" y="280416"/>
                  </a:lnTo>
                  <a:lnTo>
                    <a:pt x="273343" y="295798"/>
                  </a:lnTo>
                  <a:lnTo>
                    <a:pt x="304728" y="321992"/>
                  </a:lnTo>
                  <a:lnTo>
                    <a:pt x="340709" y="340518"/>
                  </a:lnTo>
                  <a:lnTo>
                    <a:pt x="384143" y="351948"/>
                  </a:lnTo>
                  <a:lnTo>
                    <a:pt x="408432" y="355092"/>
                  </a:lnTo>
                  <a:lnTo>
                    <a:pt x="408432" y="362712"/>
                  </a:lnTo>
                  <a:lnTo>
                    <a:pt x="395811" y="365236"/>
                  </a:lnTo>
                  <a:lnTo>
                    <a:pt x="385191" y="370332"/>
                  </a:lnTo>
                  <a:lnTo>
                    <a:pt x="376285" y="377713"/>
                  </a:lnTo>
                  <a:lnTo>
                    <a:pt x="368808" y="387096"/>
                  </a:lnTo>
                  <a:lnTo>
                    <a:pt x="343971" y="375642"/>
                  </a:lnTo>
                  <a:lnTo>
                    <a:pt x="296584" y="345305"/>
                  </a:lnTo>
                  <a:lnTo>
                    <a:pt x="253484" y="302061"/>
                  </a:lnTo>
                  <a:lnTo>
                    <a:pt x="217527" y="238482"/>
                  </a:lnTo>
                  <a:lnTo>
                    <a:pt x="202692" y="198120"/>
                  </a:lnTo>
                  <a:lnTo>
                    <a:pt x="189571" y="215003"/>
                  </a:lnTo>
                  <a:lnTo>
                    <a:pt x="175450" y="231457"/>
                  </a:lnTo>
                  <a:lnTo>
                    <a:pt x="160472" y="247626"/>
                  </a:lnTo>
                  <a:lnTo>
                    <a:pt x="144780" y="263652"/>
                  </a:lnTo>
                  <a:lnTo>
                    <a:pt x="144780" y="365760"/>
                  </a:lnTo>
                  <a:lnTo>
                    <a:pt x="234696" y="327660"/>
                  </a:lnTo>
                  <a:lnTo>
                    <a:pt x="239268" y="333756"/>
                  </a:lnTo>
                  <a:lnTo>
                    <a:pt x="203501" y="355449"/>
                  </a:lnTo>
                  <a:lnTo>
                    <a:pt x="173736" y="374713"/>
                  </a:lnTo>
                  <a:lnTo>
                    <a:pt x="149685" y="391406"/>
                  </a:lnTo>
                  <a:lnTo>
                    <a:pt x="131064" y="405384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0" name="object 80"/>
            <p:cNvSpPr/>
            <p:nvPr/>
          </p:nvSpPr>
          <p:spPr>
            <a:xfrm>
              <a:off x="2121407" y="5897879"/>
              <a:ext cx="408940" cy="405765"/>
            </a:xfrm>
            <a:custGeom>
              <a:avLst/>
              <a:gdLst/>
              <a:ahLst/>
              <a:cxnLst/>
              <a:rect l="l" t="t" r="r" b="b"/>
              <a:pathLst>
                <a:path w="408939" h="405764">
                  <a:moveTo>
                    <a:pt x="144780" y="365760"/>
                  </a:moveTo>
                  <a:lnTo>
                    <a:pt x="234696" y="327660"/>
                  </a:lnTo>
                  <a:lnTo>
                    <a:pt x="239268" y="333756"/>
                  </a:lnTo>
                  <a:lnTo>
                    <a:pt x="203501" y="355449"/>
                  </a:lnTo>
                  <a:lnTo>
                    <a:pt x="173736" y="374713"/>
                  </a:lnTo>
                  <a:lnTo>
                    <a:pt x="149685" y="391406"/>
                  </a:lnTo>
                  <a:lnTo>
                    <a:pt x="131064" y="405384"/>
                  </a:lnTo>
                  <a:lnTo>
                    <a:pt x="109728" y="377952"/>
                  </a:lnTo>
                  <a:lnTo>
                    <a:pt x="113728" y="373665"/>
                  </a:lnTo>
                  <a:lnTo>
                    <a:pt x="116586" y="367665"/>
                  </a:lnTo>
                  <a:lnTo>
                    <a:pt x="118300" y="359949"/>
                  </a:lnTo>
                  <a:lnTo>
                    <a:pt x="118872" y="350520"/>
                  </a:lnTo>
                  <a:lnTo>
                    <a:pt x="118872" y="281940"/>
                  </a:lnTo>
                  <a:lnTo>
                    <a:pt x="93464" y="298465"/>
                  </a:lnTo>
                  <a:lnTo>
                    <a:pt x="65341" y="313563"/>
                  </a:lnTo>
                  <a:lnTo>
                    <a:pt x="34647" y="326945"/>
                  </a:lnTo>
                  <a:lnTo>
                    <a:pt x="1524" y="338328"/>
                  </a:lnTo>
                  <a:lnTo>
                    <a:pt x="0" y="330708"/>
                  </a:lnTo>
                  <a:lnTo>
                    <a:pt x="30360" y="316444"/>
                  </a:lnTo>
                  <a:lnTo>
                    <a:pt x="57721" y="301180"/>
                  </a:lnTo>
                  <a:lnTo>
                    <a:pt x="105156" y="268224"/>
                  </a:lnTo>
                  <a:lnTo>
                    <a:pt x="144018" y="231648"/>
                  </a:lnTo>
                  <a:lnTo>
                    <a:pt x="178308" y="190500"/>
                  </a:lnTo>
                  <a:lnTo>
                    <a:pt x="64008" y="190500"/>
                  </a:lnTo>
                  <a:lnTo>
                    <a:pt x="53506" y="190785"/>
                  </a:lnTo>
                  <a:lnTo>
                    <a:pt x="42862" y="191643"/>
                  </a:lnTo>
                  <a:lnTo>
                    <a:pt x="32504" y="193071"/>
                  </a:lnTo>
                  <a:lnTo>
                    <a:pt x="22860" y="195072"/>
                  </a:lnTo>
                  <a:lnTo>
                    <a:pt x="7620" y="179832"/>
                  </a:lnTo>
                  <a:lnTo>
                    <a:pt x="187452" y="179832"/>
                  </a:lnTo>
                  <a:lnTo>
                    <a:pt x="187452" y="129540"/>
                  </a:lnTo>
                  <a:lnTo>
                    <a:pt x="120396" y="129540"/>
                  </a:lnTo>
                  <a:lnTo>
                    <a:pt x="109251" y="129825"/>
                  </a:lnTo>
                  <a:lnTo>
                    <a:pt x="98679" y="130683"/>
                  </a:lnTo>
                  <a:lnTo>
                    <a:pt x="88677" y="132111"/>
                  </a:lnTo>
                  <a:lnTo>
                    <a:pt x="79248" y="134112"/>
                  </a:lnTo>
                  <a:lnTo>
                    <a:pt x="62484" y="118872"/>
                  </a:lnTo>
                  <a:lnTo>
                    <a:pt x="187452" y="118872"/>
                  </a:lnTo>
                  <a:lnTo>
                    <a:pt x="187452" y="71628"/>
                  </a:lnTo>
                  <a:lnTo>
                    <a:pt x="91440" y="71628"/>
                  </a:lnTo>
                  <a:lnTo>
                    <a:pt x="80271" y="71913"/>
                  </a:lnTo>
                  <a:lnTo>
                    <a:pt x="69532" y="72771"/>
                  </a:lnTo>
                  <a:lnTo>
                    <a:pt x="59078" y="74199"/>
                  </a:lnTo>
                  <a:lnTo>
                    <a:pt x="48768" y="76200"/>
                  </a:lnTo>
                  <a:lnTo>
                    <a:pt x="33528" y="60960"/>
                  </a:lnTo>
                  <a:lnTo>
                    <a:pt x="187452" y="60960"/>
                  </a:lnTo>
                  <a:lnTo>
                    <a:pt x="187428" y="45005"/>
                  </a:lnTo>
                  <a:lnTo>
                    <a:pt x="187261" y="29337"/>
                  </a:lnTo>
                  <a:lnTo>
                    <a:pt x="186809" y="14239"/>
                  </a:lnTo>
                  <a:lnTo>
                    <a:pt x="185928" y="0"/>
                  </a:lnTo>
                  <a:lnTo>
                    <a:pt x="227076" y="18288"/>
                  </a:lnTo>
                  <a:lnTo>
                    <a:pt x="211836" y="30480"/>
                  </a:lnTo>
                  <a:lnTo>
                    <a:pt x="211836" y="60960"/>
                  </a:lnTo>
                  <a:lnTo>
                    <a:pt x="326136" y="60960"/>
                  </a:lnTo>
                  <a:lnTo>
                    <a:pt x="350520" y="36576"/>
                  </a:lnTo>
                  <a:lnTo>
                    <a:pt x="382523" y="71628"/>
                  </a:lnTo>
                  <a:lnTo>
                    <a:pt x="211836" y="71628"/>
                  </a:lnTo>
                  <a:lnTo>
                    <a:pt x="211836" y="118872"/>
                  </a:lnTo>
                  <a:lnTo>
                    <a:pt x="301752" y="118872"/>
                  </a:lnTo>
                  <a:lnTo>
                    <a:pt x="324611" y="96012"/>
                  </a:lnTo>
                  <a:lnTo>
                    <a:pt x="355092" y="129540"/>
                  </a:lnTo>
                  <a:lnTo>
                    <a:pt x="211836" y="129540"/>
                  </a:lnTo>
                  <a:lnTo>
                    <a:pt x="211836" y="179832"/>
                  </a:lnTo>
                  <a:lnTo>
                    <a:pt x="342899" y="179832"/>
                  </a:lnTo>
                  <a:lnTo>
                    <a:pt x="368808" y="153924"/>
                  </a:lnTo>
                  <a:lnTo>
                    <a:pt x="403860" y="190500"/>
                  </a:lnTo>
                  <a:lnTo>
                    <a:pt x="210312" y="190500"/>
                  </a:lnTo>
                  <a:lnTo>
                    <a:pt x="219789" y="212145"/>
                  </a:lnTo>
                  <a:lnTo>
                    <a:pt x="230124" y="233362"/>
                  </a:lnTo>
                  <a:lnTo>
                    <a:pt x="241601" y="253722"/>
                  </a:lnTo>
                  <a:lnTo>
                    <a:pt x="254508" y="272796"/>
                  </a:lnTo>
                  <a:lnTo>
                    <a:pt x="277939" y="253626"/>
                  </a:lnTo>
                  <a:lnTo>
                    <a:pt x="297942" y="234886"/>
                  </a:lnTo>
                  <a:lnTo>
                    <a:pt x="314515" y="216431"/>
                  </a:lnTo>
                  <a:lnTo>
                    <a:pt x="327660" y="198120"/>
                  </a:lnTo>
                  <a:lnTo>
                    <a:pt x="356616" y="228600"/>
                  </a:lnTo>
                  <a:lnTo>
                    <a:pt x="339852" y="230124"/>
                  </a:lnTo>
                  <a:lnTo>
                    <a:pt x="317801" y="243554"/>
                  </a:lnTo>
                  <a:lnTo>
                    <a:pt x="297180" y="256413"/>
                  </a:lnTo>
                  <a:lnTo>
                    <a:pt x="277701" y="268700"/>
                  </a:lnTo>
                  <a:lnTo>
                    <a:pt x="259080" y="280416"/>
                  </a:lnTo>
                  <a:lnTo>
                    <a:pt x="288607" y="309753"/>
                  </a:lnTo>
                  <a:lnTo>
                    <a:pt x="321563" y="332232"/>
                  </a:lnTo>
                  <a:lnTo>
                    <a:pt x="361569" y="347091"/>
                  </a:lnTo>
                  <a:lnTo>
                    <a:pt x="408432" y="355092"/>
                  </a:lnTo>
                  <a:lnTo>
                    <a:pt x="408432" y="362712"/>
                  </a:lnTo>
                  <a:lnTo>
                    <a:pt x="395811" y="365236"/>
                  </a:lnTo>
                  <a:lnTo>
                    <a:pt x="385191" y="370332"/>
                  </a:lnTo>
                  <a:lnTo>
                    <a:pt x="376285" y="377713"/>
                  </a:lnTo>
                  <a:lnTo>
                    <a:pt x="368808" y="387096"/>
                  </a:lnTo>
                  <a:lnTo>
                    <a:pt x="343971" y="375642"/>
                  </a:lnTo>
                  <a:lnTo>
                    <a:pt x="296584" y="345305"/>
                  </a:lnTo>
                  <a:lnTo>
                    <a:pt x="253484" y="302061"/>
                  </a:lnTo>
                  <a:lnTo>
                    <a:pt x="217527" y="238482"/>
                  </a:lnTo>
                  <a:lnTo>
                    <a:pt x="202692" y="198120"/>
                  </a:lnTo>
                  <a:lnTo>
                    <a:pt x="189571" y="215003"/>
                  </a:lnTo>
                  <a:lnTo>
                    <a:pt x="175450" y="231457"/>
                  </a:lnTo>
                  <a:lnTo>
                    <a:pt x="160472" y="247626"/>
                  </a:lnTo>
                  <a:lnTo>
                    <a:pt x="144780" y="263652"/>
                  </a:lnTo>
                  <a:lnTo>
                    <a:pt x="144780" y="365760"/>
                  </a:lnTo>
                  <a:close/>
                </a:path>
              </a:pathLst>
            </a:custGeom>
            <a:ln w="1219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81" name="object 81"/>
          <p:cNvSpPr/>
          <p:nvPr/>
        </p:nvSpPr>
        <p:spPr>
          <a:xfrm>
            <a:off x="2610611" y="6105144"/>
            <a:ext cx="60960" cy="196850"/>
          </a:xfrm>
          <a:custGeom>
            <a:avLst/>
            <a:gdLst/>
            <a:ahLst/>
            <a:cxnLst/>
            <a:rect l="l" t="t" r="r" b="b"/>
            <a:pathLst>
              <a:path w="60960" h="196850">
                <a:moveTo>
                  <a:pt x="10668" y="196596"/>
                </a:moveTo>
                <a:lnTo>
                  <a:pt x="7620" y="196596"/>
                </a:lnTo>
                <a:lnTo>
                  <a:pt x="7620" y="193548"/>
                </a:lnTo>
                <a:lnTo>
                  <a:pt x="9144" y="192024"/>
                </a:lnTo>
                <a:lnTo>
                  <a:pt x="13716" y="192024"/>
                </a:lnTo>
                <a:lnTo>
                  <a:pt x="19812" y="187452"/>
                </a:lnTo>
                <a:lnTo>
                  <a:pt x="24384" y="181356"/>
                </a:lnTo>
                <a:lnTo>
                  <a:pt x="27432" y="176784"/>
                </a:lnTo>
                <a:lnTo>
                  <a:pt x="32004" y="172212"/>
                </a:lnTo>
                <a:lnTo>
                  <a:pt x="38100" y="153924"/>
                </a:lnTo>
                <a:lnTo>
                  <a:pt x="28956" y="153924"/>
                </a:lnTo>
                <a:lnTo>
                  <a:pt x="22860" y="152400"/>
                </a:lnTo>
                <a:lnTo>
                  <a:pt x="18288" y="150876"/>
                </a:lnTo>
                <a:lnTo>
                  <a:pt x="12192" y="149352"/>
                </a:lnTo>
                <a:lnTo>
                  <a:pt x="9144" y="146304"/>
                </a:lnTo>
                <a:lnTo>
                  <a:pt x="6096" y="141732"/>
                </a:lnTo>
                <a:lnTo>
                  <a:pt x="4572" y="137160"/>
                </a:lnTo>
                <a:lnTo>
                  <a:pt x="3048" y="131064"/>
                </a:lnTo>
                <a:lnTo>
                  <a:pt x="3048" y="126492"/>
                </a:lnTo>
                <a:lnTo>
                  <a:pt x="19812" y="105156"/>
                </a:lnTo>
                <a:lnTo>
                  <a:pt x="25908" y="102108"/>
                </a:lnTo>
                <a:lnTo>
                  <a:pt x="32004" y="102108"/>
                </a:lnTo>
                <a:lnTo>
                  <a:pt x="36576" y="103632"/>
                </a:lnTo>
                <a:lnTo>
                  <a:pt x="42672" y="105156"/>
                </a:lnTo>
                <a:lnTo>
                  <a:pt x="47244" y="106680"/>
                </a:lnTo>
                <a:lnTo>
                  <a:pt x="51816" y="111252"/>
                </a:lnTo>
                <a:lnTo>
                  <a:pt x="60960" y="129540"/>
                </a:lnTo>
                <a:lnTo>
                  <a:pt x="60960" y="141732"/>
                </a:lnTo>
                <a:lnTo>
                  <a:pt x="45029" y="178022"/>
                </a:lnTo>
                <a:lnTo>
                  <a:pt x="39624" y="182880"/>
                </a:lnTo>
                <a:lnTo>
                  <a:pt x="32004" y="190500"/>
                </a:lnTo>
                <a:lnTo>
                  <a:pt x="24384" y="193548"/>
                </a:lnTo>
                <a:lnTo>
                  <a:pt x="18288" y="195072"/>
                </a:lnTo>
                <a:lnTo>
                  <a:pt x="10668" y="196596"/>
                </a:lnTo>
                <a:close/>
              </a:path>
              <a:path w="60960" h="196850">
                <a:moveTo>
                  <a:pt x="35052" y="59436"/>
                </a:moveTo>
                <a:lnTo>
                  <a:pt x="25908" y="59436"/>
                </a:lnTo>
                <a:lnTo>
                  <a:pt x="19812" y="56388"/>
                </a:lnTo>
                <a:lnTo>
                  <a:pt x="0" y="28956"/>
                </a:lnTo>
                <a:lnTo>
                  <a:pt x="1476" y="21526"/>
                </a:lnTo>
                <a:lnTo>
                  <a:pt x="24384" y="0"/>
                </a:lnTo>
                <a:lnTo>
                  <a:pt x="35052" y="0"/>
                </a:lnTo>
                <a:lnTo>
                  <a:pt x="41148" y="1524"/>
                </a:lnTo>
                <a:lnTo>
                  <a:pt x="48768" y="3048"/>
                </a:lnTo>
                <a:lnTo>
                  <a:pt x="53887" y="6215"/>
                </a:lnTo>
                <a:lnTo>
                  <a:pt x="57721" y="11239"/>
                </a:lnTo>
                <a:lnTo>
                  <a:pt x="60126" y="18264"/>
                </a:lnTo>
                <a:lnTo>
                  <a:pt x="60960" y="27432"/>
                </a:lnTo>
                <a:lnTo>
                  <a:pt x="60364" y="35980"/>
                </a:lnTo>
                <a:lnTo>
                  <a:pt x="58483" y="43243"/>
                </a:lnTo>
                <a:lnTo>
                  <a:pt x="55173" y="49077"/>
                </a:lnTo>
                <a:lnTo>
                  <a:pt x="50292" y="53340"/>
                </a:lnTo>
                <a:lnTo>
                  <a:pt x="41148" y="57912"/>
                </a:lnTo>
                <a:lnTo>
                  <a:pt x="35052" y="5943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2" name="object 82"/>
          <p:cNvSpPr/>
          <p:nvPr/>
        </p:nvSpPr>
        <p:spPr>
          <a:xfrm>
            <a:off x="3017507" y="5897879"/>
            <a:ext cx="852169" cy="408940"/>
          </a:xfrm>
          <a:custGeom>
            <a:avLst/>
            <a:gdLst/>
            <a:ahLst/>
            <a:cxnLst/>
            <a:rect l="l" t="t" r="r" b="b"/>
            <a:pathLst>
              <a:path w="852170" h="408939">
                <a:moveTo>
                  <a:pt x="149352" y="59817"/>
                </a:moveTo>
                <a:lnTo>
                  <a:pt x="113919" y="30289"/>
                </a:lnTo>
                <a:lnTo>
                  <a:pt x="80772" y="16764"/>
                </a:lnTo>
                <a:lnTo>
                  <a:pt x="77724" y="21336"/>
                </a:lnTo>
                <a:lnTo>
                  <a:pt x="93230" y="35890"/>
                </a:lnTo>
                <a:lnTo>
                  <a:pt x="105727" y="49720"/>
                </a:lnTo>
                <a:lnTo>
                  <a:pt x="115658" y="62699"/>
                </a:lnTo>
                <a:lnTo>
                  <a:pt x="123444" y="74676"/>
                </a:lnTo>
                <a:lnTo>
                  <a:pt x="128016" y="86868"/>
                </a:lnTo>
                <a:lnTo>
                  <a:pt x="131064" y="92964"/>
                </a:lnTo>
                <a:lnTo>
                  <a:pt x="137160" y="92964"/>
                </a:lnTo>
                <a:lnTo>
                  <a:pt x="140208" y="89916"/>
                </a:lnTo>
                <a:lnTo>
                  <a:pt x="143256" y="85344"/>
                </a:lnTo>
                <a:lnTo>
                  <a:pt x="147828" y="79248"/>
                </a:lnTo>
                <a:lnTo>
                  <a:pt x="149352" y="73152"/>
                </a:lnTo>
                <a:lnTo>
                  <a:pt x="149352" y="59817"/>
                </a:lnTo>
                <a:close/>
              </a:path>
              <a:path w="852170" h="408939">
                <a:moveTo>
                  <a:pt x="405384" y="112776"/>
                </a:moveTo>
                <a:lnTo>
                  <a:pt x="373380" y="80772"/>
                </a:lnTo>
                <a:lnTo>
                  <a:pt x="348996" y="103632"/>
                </a:lnTo>
                <a:lnTo>
                  <a:pt x="263652" y="103632"/>
                </a:lnTo>
                <a:lnTo>
                  <a:pt x="302514" y="67246"/>
                </a:lnTo>
                <a:lnTo>
                  <a:pt x="347472" y="41148"/>
                </a:lnTo>
                <a:lnTo>
                  <a:pt x="312420" y="10668"/>
                </a:lnTo>
                <a:lnTo>
                  <a:pt x="301853" y="30988"/>
                </a:lnTo>
                <a:lnTo>
                  <a:pt x="288417" y="53149"/>
                </a:lnTo>
                <a:lnTo>
                  <a:pt x="272135" y="77330"/>
                </a:lnTo>
                <a:lnTo>
                  <a:pt x="252984" y="103632"/>
                </a:lnTo>
                <a:lnTo>
                  <a:pt x="220980" y="103632"/>
                </a:lnTo>
                <a:lnTo>
                  <a:pt x="220980" y="32004"/>
                </a:lnTo>
                <a:lnTo>
                  <a:pt x="239268" y="18288"/>
                </a:lnTo>
                <a:lnTo>
                  <a:pt x="193548" y="0"/>
                </a:lnTo>
                <a:lnTo>
                  <a:pt x="194678" y="7747"/>
                </a:lnTo>
                <a:lnTo>
                  <a:pt x="195643" y="15049"/>
                </a:lnTo>
                <a:lnTo>
                  <a:pt x="196342" y="22085"/>
                </a:lnTo>
                <a:lnTo>
                  <a:pt x="196596" y="28956"/>
                </a:lnTo>
                <a:lnTo>
                  <a:pt x="196596" y="103632"/>
                </a:lnTo>
                <a:lnTo>
                  <a:pt x="12192" y="103632"/>
                </a:lnTo>
                <a:lnTo>
                  <a:pt x="27432" y="118872"/>
                </a:lnTo>
                <a:lnTo>
                  <a:pt x="36868" y="116636"/>
                </a:lnTo>
                <a:lnTo>
                  <a:pt x="46863" y="114681"/>
                </a:lnTo>
                <a:lnTo>
                  <a:pt x="57442" y="113309"/>
                </a:lnTo>
                <a:lnTo>
                  <a:pt x="68580" y="112776"/>
                </a:lnTo>
                <a:lnTo>
                  <a:pt x="167640" y="112776"/>
                </a:lnTo>
                <a:lnTo>
                  <a:pt x="141351" y="144970"/>
                </a:lnTo>
                <a:lnTo>
                  <a:pt x="108204" y="173736"/>
                </a:lnTo>
                <a:lnTo>
                  <a:pt x="64770" y="202501"/>
                </a:lnTo>
                <a:lnTo>
                  <a:pt x="7620" y="230124"/>
                </a:lnTo>
                <a:lnTo>
                  <a:pt x="10668" y="234696"/>
                </a:lnTo>
                <a:lnTo>
                  <a:pt x="74485" y="211836"/>
                </a:lnTo>
                <a:lnTo>
                  <a:pt x="123444" y="184404"/>
                </a:lnTo>
                <a:lnTo>
                  <a:pt x="162306" y="152400"/>
                </a:lnTo>
                <a:lnTo>
                  <a:pt x="196596" y="115824"/>
                </a:lnTo>
                <a:lnTo>
                  <a:pt x="196354" y="144970"/>
                </a:lnTo>
                <a:lnTo>
                  <a:pt x="196265" y="149885"/>
                </a:lnTo>
                <a:lnTo>
                  <a:pt x="195643" y="172974"/>
                </a:lnTo>
                <a:lnTo>
                  <a:pt x="194678" y="192976"/>
                </a:lnTo>
                <a:lnTo>
                  <a:pt x="193548" y="207264"/>
                </a:lnTo>
                <a:lnTo>
                  <a:pt x="222504" y="196596"/>
                </a:lnTo>
                <a:lnTo>
                  <a:pt x="221627" y="188074"/>
                </a:lnTo>
                <a:lnTo>
                  <a:pt x="221170" y="174117"/>
                </a:lnTo>
                <a:lnTo>
                  <a:pt x="221107" y="166116"/>
                </a:lnTo>
                <a:lnTo>
                  <a:pt x="220980" y="131064"/>
                </a:lnTo>
                <a:lnTo>
                  <a:pt x="263563" y="149885"/>
                </a:lnTo>
                <a:lnTo>
                  <a:pt x="297561" y="167259"/>
                </a:lnTo>
                <a:lnTo>
                  <a:pt x="322999" y="182930"/>
                </a:lnTo>
                <a:lnTo>
                  <a:pt x="339852" y="196596"/>
                </a:lnTo>
                <a:lnTo>
                  <a:pt x="349313" y="205727"/>
                </a:lnTo>
                <a:lnTo>
                  <a:pt x="357187" y="212407"/>
                </a:lnTo>
                <a:lnTo>
                  <a:pt x="363651" y="216535"/>
                </a:lnTo>
                <a:lnTo>
                  <a:pt x="368808" y="217932"/>
                </a:lnTo>
                <a:lnTo>
                  <a:pt x="370332" y="216408"/>
                </a:lnTo>
                <a:lnTo>
                  <a:pt x="371856" y="213360"/>
                </a:lnTo>
                <a:lnTo>
                  <a:pt x="374904" y="208788"/>
                </a:lnTo>
                <a:lnTo>
                  <a:pt x="374904" y="192024"/>
                </a:lnTo>
                <a:lnTo>
                  <a:pt x="373380" y="185928"/>
                </a:lnTo>
                <a:lnTo>
                  <a:pt x="334784" y="158381"/>
                </a:lnTo>
                <a:lnTo>
                  <a:pt x="270154" y="137185"/>
                </a:lnTo>
                <a:lnTo>
                  <a:pt x="220980" y="123444"/>
                </a:lnTo>
                <a:lnTo>
                  <a:pt x="220980" y="115824"/>
                </a:lnTo>
                <a:lnTo>
                  <a:pt x="220980" y="112776"/>
                </a:lnTo>
                <a:lnTo>
                  <a:pt x="405384" y="112776"/>
                </a:lnTo>
                <a:close/>
              </a:path>
              <a:path w="852170" h="408939">
                <a:moveTo>
                  <a:pt x="408432" y="370332"/>
                </a:moveTo>
                <a:lnTo>
                  <a:pt x="347853" y="358902"/>
                </a:lnTo>
                <a:lnTo>
                  <a:pt x="298704" y="338328"/>
                </a:lnTo>
                <a:lnTo>
                  <a:pt x="258699" y="307467"/>
                </a:lnTo>
                <a:lnTo>
                  <a:pt x="225552" y="269748"/>
                </a:lnTo>
                <a:lnTo>
                  <a:pt x="406908" y="269748"/>
                </a:lnTo>
                <a:lnTo>
                  <a:pt x="374904" y="234696"/>
                </a:lnTo>
                <a:lnTo>
                  <a:pt x="350520" y="259080"/>
                </a:lnTo>
                <a:lnTo>
                  <a:pt x="201168" y="259080"/>
                </a:lnTo>
                <a:lnTo>
                  <a:pt x="204216" y="252984"/>
                </a:lnTo>
                <a:lnTo>
                  <a:pt x="205740" y="246888"/>
                </a:lnTo>
                <a:lnTo>
                  <a:pt x="208788" y="240792"/>
                </a:lnTo>
                <a:lnTo>
                  <a:pt x="224028" y="230124"/>
                </a:lnTo>
                <a:lnTo>
                  <a:pt x="179832" y="208788"/>
                </a:lnTo>
                <a:lnTo>
                  <a:pt x="179336" y="222224"/>
                </a:lnTo>
                <a:lnTo>
                  <a:pt x="178155" y="234696"/>
                </a:lnTo>
                <a:lnTo>
                  <a:pt x="176682" y="246888"/>
                </a:lnTo>
                <a:lnTo>
                  <a:pt x="175260" y="259080"/>
                </a:lnTo>
                <a:lnTo>
                  <a:pt x="0" y="259080"/>
                </a:lnTo>
                <a:lnTo>
                  <a:pt x="15240" y="275844"/>
                </a:lnTo>
                <a:lnTo>
                  <a:pt x="24676" y="272973"/>
                </a:lnTo>
                <a:lnTo>
                  <a:pt x="34671" y="271081"/>
                </a:lnTo>
                <a:lnTo>
                  <a:pt x="45250" y="270065"/>
                </a:lnTo>
                <a:lnTo>
                  <a:pt x="56388" y="269748"/>
                </a:lnTo>
                <a:lnTo>
                  <a:pt x="173736" y="269748"/>
                </a:lnTo>
                <a:lnTo>
                  <a:pt x="147447" y="322707"/>
                </a:lnTo>
                <a:lnTo>
                  <a:pt x="109728" y="359664"/>
                </a:lnTo>
                <a:lnTo>
                  <a:pt x="59626" y="385191"/>
                </a:lnTo>
                <a:lnTo>
                  <a:pt x="1524" y="403860"/>
                </a:lnTo>
                <a:lnTo>
                  <a:pt x="3048" y="408432"/>
                </a:lnTo>
                <a:lnTo>
                  <a:pt x="43040" y="400723"/>
                </a:lnTo>
                <a:lnTo>
                  <a:pt x="108712" y="380149"/>
                </a:lnTo>
                <a:lnTo>
                  <a:pt x="154647" y="350126"/>
                </a:lnTo>
                <a:lnTo>
                  <a:pt x="187693" y="301498"/>
                </a:lnTo>
                <a:lnTo>
                  <a:pt x="199644" y="269748"/>
                </a:lnTo>
                <a:lnTo>
                  <a:pt x="216408" y="269748"/>
                </a:lnTo>
                <a:lnTo>
                  <a:pt x="236791" y="304419"/>
                </a:lnTo>
                <a:lnTo>
                  <a:pt x="269748" y="341376"/>
                </a:lnTo>
                <a:lnTo>
                  <a:pt x="313182" y="375856"/>
                </a:lnTo>
                <a:lnTo>
                  <a:pt x="365760" y="402336"/>
                </a:lnTo>
                <a:lnTo>
                  <a:pt x="371792" y="392315"/>
                </a:lnTo>
                <a:lnTo>
                  <a:pt x="380809" y="385000"/>
                </a:lnTo>
                <a:lnTo>
                  <a:pt x="392988" y="380263"/>
                </a:lnTo>
                <a:lnTo>
                  <a:pt x="408432" y="377952"/>
                </a:lnTo>
                <a:lnTo>
                  <a:pt x="408432" y="370332"/>
                </a:lnTo>
                <a:close/>
              </a:path>
              <a:path w="852170" h="408939">
                <a:moveTo>
                  <a:pt x="579132" y="21336"/>
                </a:moveTo>
                <a:lnTo>
                  <a:pt x="541032" y="0"/>
                </a:lnTo>
                <a:lnTo>
                  <a:pt x="529856" y="32918"/>
                </a:lnTo>
                <a:lnTo>
                  <a:pt x="519125" y="63246"/>
                </a:lnTo>
                <a:lnTo>
                  <a:pt x="498360" y="117348"/>
                </a:lnTo>
                <a:lnTo>
                  <a:pt x="474357" y="166497"/>
                </a:lnTo>
                <a:lnTo>
                  <a:pt x="443496" y="217932"/>
                </a:lnTo>
                <a:lnTo>
                  <a:pt x="448068" y="220980"/>
                </a:lnTo>
                <a:lnTo>
                  <a:pt x="466013" y="200964"/>
                </a:lnTo>
                <a:lnTo>
                  <a:pt x="483120" y="179641"/>
                </a:lnTo>
                <a:lnTo>
                  <a:pt x="499071" y="156908"/>
                </a:lnTo>
                <a:lnTo>
                  <a:pt x="513600" y="132588"/>
                </a:lnTo>
                <a:lnTo>
                  <a:pt x="513575" y="346049"/>
                </a:lnTo>
                <a:lnTo>
                  <a:pt x="513410" y="362331"/>
                </a:lnTo>
                <a:lnTo>
                  <a:pt x="512953" y="382625"/>
                </a:lnTo>
                <a:lnTo>
                  <a:pt x="512076" y="406908"/>
                </a:lnTo>
                <a:lnTo>
                  <a:pt x="537984" y="394716"/>
                </a:lnTo>
                <a:lnTo>
                  <a:pt x="537984" y="143256"/>
                </a:lnTo>
                <a:lnTo>
                  <a:pt x="551319" y="132588"/>
                </a:lnTo>
                <a:lnTo>
                  <a:pt x="553224" y="131064"/>
                </a:lnTo>
                <a:lnTo>
                  <a:pt x="522744" y="112776"/>
                </a:lnTo>
                <a:lnTo>
                  <a:pt x="529602" y="98806"/>
                </a:lnTo>
                <a:lnTo>
                  <a:pt x="536460" y="84391"/>
                </a:lnTo>
                <a:lnTo>
                  <a:pt x="543318" y="69710"/>
                </a:lnTo>
                <a:lnTo>
                  <a:pt x="550176" y="54864"/>
                </a:lnTo>
                <a:lnTo>
                  <a:pt x="557911" y="41490"/>
                </a:lnTo>
                <a:lnTo>
                  <a:pt x="565226" y="31242"/>
                </a:lnTo>
                <a:lnTo>
                  <a:pt x="572249" y="24434"/>
                </a:lnTo>
                <a:lnTo>
                  <a:pt x="579132" y="21336"/>
                </a:lnTo>
                <a:close/>
              </a:path>
              <a:path w="852170" h="408939">
                <a:moveTo>
                  <a:pt x="713244" y="252984"/>
                </a:moveTo>
                <a:lnTo>
                  <a:pt x="708672" y="245364"/>
                </a:lnTo>
                <a:lnTo>
                  <a:pt x="686663" y="258876"/>
                </a:lnTo>
                <a:lnTo>
                  <a:pt x="640943" y="285877"/>
                </a:lnTo>
                <a:lnTo>
                  <a:pt x="617232" y="300228"/>
                </a:lnTo>
                <a:lnTo>
                  <a:pt x="617232" y="92964"/>
                </a:lnTo>
                <a:lnTo>
                  <a:pt x="630948" y="80772"/>
                </a:lnTo>
                <a:lnTo>
                  <a:pt x="592848" y="60960"/>
                </a:lnTo>
                <a:lnTo>
                  <a:pt x="594347" y="110680"/>
                </a:lnTo>
                <a:lnTo>
                  <a:pt x="594360" y="295732"/>
                </a:lnTo>
                <a:lnTo>
                  <a:pt x="593826" y="304990"/>
                </a:lnTo>
                <a:lnTo>
                  <a:pt x="592277" y="312610"/>
                </a:lnTo>
                <a:lnTo>
                  <a:pt x="589864" y="318160"/>
                </a:lnTo>
                <a:lnTo>
                  <a:pt x="586752" y="321564"/>
                </a:lnTo>
                <a:lnTo>
                  <a:pt x="609612" y="344424"/>
                </a:lnTo>
                <a:lnTo>
                  <a:pt x="622160" y="329285"/>
                </a:lnTo>
                <a:lnTo>
                  <a:pt x="643712" y="308991"/>
                </a:lnTo>
                <a:lnTo>
                  <a:pt x="654189" y="300228"/>
                </a:lnTo>
                <a:lnTo>
                  <a:pt x="674116" y="283565"/>
                </a:lnTo>
                <a:lnTo>
                  <a:pt x="713244" y="252984"/>
                </a:lnTo>
                <a:close/>
              </a:path>
              <a:path w="852170" h="408939">
                <a:moveTo>
                  <a:pt x="719340" y="131064"/>
                </a:moveTo>
                <a:lnTo>
                  <a:pt x="686041" y="84137"/>
                </a:lnTo>
                <a:lnTo>
                  <a:pt x="666000" y="65532"/>
                </a:lnTo>
                <a:lnTo>
                  <a:pt x="659904" y="68580"/>
                </a:lnTo>
                <a:lnTo>
                  <a:pt x="672185" y="90563"/>
                </a:lnTo>
                <a:lnTo>
                  <a:pt x="681621" y="110680"/>
                </a:lnTo>
                <a:lnTo>
                  <a:pt x="688187" y="128803"/>
                </a:lnTo>
                <a:lnTo>
                  <a:pt x="691908" y="144780"/>
                </a:lnTo>
                <a:lnTo>
                  <a:pt x="693432" y="158496"/>
                </a:lnTo>
                <a:lnTo>
                  <a:pt x="696480" y="166116"/>
                </a:lnTo>
                <a:lnTo>
                  <a:pt x="702576" y="166116"/>
                </a:lnTo>
                <a:lnTo>
                  <a:pt x="707148" y="163068"/>
                </a:lnTo>
                <a:lnTo>
                  <a:pt x="716292" y="150876"/>
                </a:lnTo>
                <a:lnTo>
                  <a:pt x="719340" y="144780"/>
                </a:lnTo>
                <a:lnTo>
                  <a:pt x="719340" y="131064"/>
                </a:lnTo>
                <a:close/>
              </a:path>
              <a:path w="852170" h="408939">
                <a:moveTo>
                  <a:pt x="851928" y="358140"/>
                </a:moveTo>
                <a:lnTo>
                  <a:pt x="830592" y="320040"/>
                </a:lnTo>
                <a:lnTo>
                  <a:pt x="791578" y="288328"/>
                </a:lnTo>
                <a:lnTo>
                  <a:pt x="777252" y="278892"/>
                </a:lnTo>
                <a:lnTo>
                  <a:pt x="784415" y="258013"/>
                </a:lnTo>
                <a:lnTo>
                  <a:pt x="794181" y="213956"/>
                </a:lnTo>
                <a:lnTo>
                  <a:pt x="799960" y="163931"/>
                </a:lnTo>
                <a:lnTo>
                  <a:pt x="803490" y="95351"/>
                </a:lnTo>
                <a:lnTo>
                  <a:pt x="804684" y="53340"/>
                </a:lnTo>
                <a:lnTo>
                  <a:pt x="819924" y="38100"/>
                </a:lnTo>
                <a:lnTo>
                  <a:pt x="777252" y="19812"/>
                </a:lnTo>
                <a:lnTo>
                  <a:pt x="777862" y="43776"/>
                </a:lnTo>
                <a:lnTo>
                  <a:pt x="777633" y="69723"/>
                </a:lnTo>
                <a:lnTo>
                  <a:pt x="775728" y="126492"/>
                </a:lnTo>
                <a:lnTo>
                  <a:pt x="770204" y="184785"/>
                </a:lnTo>
                <a:lnTo>
                  <a:pt x="758964" y="240792"/>
                </a:lnTo>
                <a:lnTo>
                  <a:pt x="738009" y="292417"/>
                </a:lnTo>
                <a:lnTo>
                  <a:pt x="701052" y="338328"/>
                </a:lnTo>
                <a:lnTo>
                  <a:pt x="649808" y="374713"/>
                </a:lnTo>
                <a:lnTo>
                  <a:pt x="583704" y="400812"/>
                </a:lnTo>
                <a:lnTo>
                  <a:pt x="586752" y="406908"/>
                </a:lnTo>
                <a:lnTo>
                  <a:pt x="646379" y="388429"/>
                </a:lnTo>
                <a:lnTo>
                  <a:pt x="698004" y="364236"/>
                </a:lnTo>
                <a:lnTo>
                  <a:pt x="740676" y="331279"/>
                </a:lnTo>
                <a:lnTo>
                  <a:pt x="774204" y="288036"/>
                </a:lnTo>
                <a:lnTo>
                  <a:pt x="781011" y="295656"/>
                </a:lnTo>
                <a:lnTo>
                  <a:pt x="803160" y="327660"/>
                </a:lnTo>
                <a:lnTo>
                  <a:pt x="822223" y="363664"/>
                </a:lnTo>
                <a:lnTo>
                  <a:pt x="827544" y="381000"/>
                </a:lnTo>
                <a:lnTo>
                  <a:pt x="830592" y="384048"/>
                </a:lnTo>
                <a:lnTo>
                  <a:pt x="836688" y="384048"/>
                </a:lnTo>
                <a:lnTo>
                  <a:pt x="839736" y="382524"/>
                </a:lnTo>
                <a:lnTo>
                  <a:pt x="844308" y="379476"/>
                </a:lnTo>
                <a:lnTo>
                  <a:pt x="847356" y="376428"/>
                </a:lnTo>
                <a:lnTo>
                  <a:pt x="850404" y="368808"/>
                </a:lnTo>
                <a:lnTo>
                  <a:pt x="851928" y="35814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3" name="object 83"/>
          <p:cNvSpPr/>
          <p:nvPr/>
        </p:nvSpPr>
        <p:spPr>
          <a:xfrm>
            <a:off x="3944111" y="5897879"/>
            <a:ext cx="356870" cy="402590"/>
          </a:xfrm>
          <a:custGeom>
            <a:avLst/>
            <a:gdLst/>
            <a:ahLst/>
            <a:cxnLst/>
            <a:rect l="l" t="t" r="r" b="b"/>
            <a:pathLst>
              <a:path w="356870" h="402589">
                <a:moveTo>
                  <a:pt x="53340" y="91440"/>
                </a:moveTo>
                <a:lnTo>
                  <a:pt x="42672" y="91440"/>
                </a:lnTo>
                <a:lnTo>
                  <a:pt x="50696" y="63436"/>
                </a:lnTo>
                <a:lnTo>
                  <a:pt x="56578" y="38862"/>
                </a:lnTo>
                <a:lnTo>
                  <a:pt x="60459" y="17716"/>
                </a:lnTo>
                <a:lnTo>
                  <a:pt x="62484" y="0"/>
                </a:lnTo>
                <a:lnTo>
                  <a:pt x="100584" y="21336"/>
                </a:lnTo>
                <a:lnTo>
                  <a:pt x="91487" y="29075"/>
                </a:lnTo>
                <a:lnTo>
                  <a:pt x="80391" y="43243"/>
                </a:lnTo>
                <a:lnTo>
                  <a:pt x="67579" y="63984"/>
                </a:lnTo>
                <a:lnTo>
                  <a:pt x="53340" y="91440"/>
                </a:lnTo>
                <a:close/>
              </a:path>
              <a:path w="356870" h="402589">
                <a:moveTo>
                  <a:pt x="147828" y="192024"/>
                </a:moveTo>
                <a:lnTo>
                  <a:pt x="143256" y="188976"/>
                </a:lnTo>
                <a:lnTo>
                  <a:pt x="160162" y="161472"/>
                </a:lnTo>
                <a:lnTo>
                  <a:pt x="174498" y="135826"/>
                </a:lnTo>
                <a:lnTo>
                  <a:pt x="196596" y="88392"/>
                </a:lnTo>
                <a:lnTo>
                  <a:pt x="211264" y="45529"/>
                </a:lnTo>
                <a:lnTo>
                  <a:pt x="222503" y="1524"/>
                </a:lnTo>
                <a:lnTo>
                  <a:pt x="260603" y="24384"/>
                </a:lnTo>
                <a:lnTo>
                  <a:pt x="252864" y="32361"/>
                </a:lnTo>
                <a:lnTo>
                  <a:pt x="243268" y="47053"/>
                </a:lnTo>
                <a:lnTo>
                  <a:pt x="231671" y="68318"/>
                </a:lnTo>
                <a:lnTo>
                  <a:pt x="217932" y="96012"/>
                </a:lnTo>
                <a:lnTo>
                  <a:pt x="349419" y="96012"/>
                </a:lnTo>
                <a:lnTo>
                  <a:pt x="356616" y="103632"/>
                </a:lnTo>
                <a:lnTo>
                  <a:pt x="352806" y="106680"/>
                </a:lnTo>
                <a:lnTo>
                  <a:pt x="213360" y="106680"/>
                </a:lnTo>
                <a:lnTo>
                  <a:pt x="197977" y="130944"/>
                </a:lnTo>
                <a:lnTo>
                  <a:pt x="181737" y="153352"/>
                </a:lnTo>
                <a:lnTo>
                  <a:pt x="164925" y="173759"/>
                </a:lnTo>
                <a:lnTo>
                  <a:pt x="147828" y="192024"/>
                </a:lnTo>
                <a:close/>
              </a:path>
              <a:path w="356870" h="402589">
                <a:moveTo>
                  <a:pt x="147379" y="91440"/>
                </a:moveTo>
                <a:lnTo>
                  <a:pt x="111252" y="91440"/>
                </a:lnTo>
                <a:lnTo>
                  <a:pt x="128016" y="73152"/>
                </a:lnTo>
                <a:lnTo>
                  <a:pt x="147379" y="91440"/>
                </a:lnTo>
                <a:close/>
              </a:path>
              <a:path w="356870" h="402589">
                <a:moveTo>
                  <a:pt x="0" y="399288"/>
                </a:moveTo>
                <a:lnTo>
                  <a:pt x="816" y="361188"/>
                </a:lnTo>
                <a:lnTo>
                  <a:pt x="914" y="355092"/>
                </a:lnTo>
                <a:lnTo>
                  <a:pt x="1333" y="317182"/>
                </a:lnTo>
                <a:lnTo>
                  <a:pt x="1427" y="178308"/>
                </a:lnTo>
                <a:lnTo>
                  <a:pt x="1310" y="153352"/>
                </a:lnTo>
                <a:lnTo>
                  <a:pt x="891" y="115824"/>
                </a:lnTo>
                <a:lnTo>
                  <a:pt x="0" y="74676"/>
                </a:lnTo>
                <a:lnTo>
                  <a:pt x="25908" y="91440"/>
                </a:lnTo>
                <a:lnTo>
                  <a:pt x="147379" y="91440"/>
                </a:lnTo>
                <a:lnTo>
                  <a:pt x="155448" y="99060"/>
                </a:lnTo>
                <a:lnTo>
                  <a:pt x="153162" y="100584"/>
                </a:lnTo>
                <a:lnTo>
                  <a:pt x="24384" y="100584"/>
                </a:lnTo>
                <a:lnTo>
                  <a:pt x="24384" y="213360"/>
                </a:lnTo>
                <a:lnTo>
                  <a:pt x="137206" y="213360"/>
                </a:lnTo>
                <a:lnTo>
                  <a:pt x="137218" y="222504"/>
                </a:lnTo>
                <a:lnTo>
                  <a:pt x="24384" y="222504"/>
                </a:lnTo>
                <a:lnTo>
                  <a:pt x="24384" y="344424"/>
                </a:lnTo>
                <a:lnTo>
                  <a:pt x="137908" y="344424"/>
                </a:lnTo>
                <a:lnTo>
                  <a:pt x="137940" y="347435"/>
                </a:lnTo>
                <a:lnTo>
                  <a:pt x="138126" y="355092"/>
                </a:lnTo>
                <a:lnTo>
                  <a:pt x="24384" y="355092"/>
                </a:lnTo>
                <a:lnTo>
                  <a:pt x="24384" y="384048"/>
                </a:lnTo>
                <a:lnTo>
                  <a:pt x="0" y="399288"/>
                </a:lnTo>
                <a:close/>
              </a:path>
              <a:path w="356870" h="402589">
                <a:moveTo>
                  <a:pt x="349419" y="96012"/>
                </a:moveTo>
                <a:lnTo>
                  <a:pt x="310896" y="96012"/>
                </a:lnTo>
                <a:lnTo>
                  <a:pt x="330708" y="76200"/>
                </a:lnTo>
                <a:lnTo>
                  <a:pt x="349419" y="96012"/>
                </a:lnTo>
                <a:close/>
              </a:path>
              <a:path w="356870" h="402589">
                <a:moveTo>
                  <a:pt x="137206" y="213360"/>
                </a:moveTo>
                <a:lnTo>
                  <a:pt x="114300" y="213360"/>
                </a:lnTo>
                <a:lnTo>
                  <a:pt x="114300" y="100584"/>
                </a:lnTo>
                <a:lnTo>
                  <a:pt x="153162" y="100584"/>
                </a:lnTo>
                <a:lnTo>
                  <a:pt x="137160" y="111252"/>
                </a:lnTo>
                <a:lnTo>
                  <a:pt x="137206" y="213360"/>
                </a:lnTo>
                <a:close/>
              </a:path>
              <a:path w="356870" h="402589">
                <a:moveTo>
                  <a:pt x="326880" y="361188"/>
                </a:moveTo>
                <a:lnTo>
                  <a:pt x="283464" y="361188"/>
                </a:lnTo>
                <a:lnTo>
                  <a:pt x="291750" y="359211"/>
                </a:lnTo>
                <a:lnTo>
                  <a:pt x="298323" y="353377"/>
                </a:lnTo>
                <a:lnTo>
                  <a:pt x="308620" y="305360"/>
                </a:lnTo>
                <a:lnTo>
                  <a:pt x="310896" y="259842"/>
                </a:lnTo>
                <a:lnTo>
                  <a:pt x="313146" y="194571"/>
                </a:lnTo>
                <a:lnTo>
                  <a:pt x="315467" y="106680"/>
                </a:lnTo>
                <a:lnTo>
                  <a:pt x="352806" y="106680"/>
                </a:lnTo>
                <a:lnTo>
                  <a:pt x="341376" y="115824"/>
                </a:lnTo>
                <a:lnTo>
                  <a:pt x="339535" y="190085"/>
                </a:lnTo>
                <a:lnTo>
                  <a:pt x="337620" y="250155"/>
                </a:lnTo>
                <a:lnTo>
                  <a:pt x="335560" y="296107"/>
                </a:lnTo>
                <a:lnTo>
                  <a:pt x="333280" y="328013"/>
                </a:lnTo>
                <a:lnTo>
                  <a:pt x="330708" y="345948"/>
                </a:lnTo>
                <a:lnTo>
                  <a:pt x="327874" y="358521"/>
                </a:lnTo>
                <a:lnTo>
                  <a:pt x="326880" y="361188"/>
                </a:lnTo>
                <a:close/>
              </a:path>
              <a:path w="356870" h="402589">
                <a:moveTo>
                  <a:pt x="231648" y="269748"/>
                </a:moveTo>
                <a:lnTo>
                  <a:pt x="230124" y="269748"/>
                </a:lnTo>
                <a:lnTo>
                  <a:pt x="226742" y="268295"/>
                </a:lnTo>
                <a:lnTo>
                  <a:pt x="223647" y="263842"/>
                </a:lnTo>
                <a:lnTo>
                  <a:pt x="221122" y="256246"/>
                </a:lnTo>
                <a:lnTo>
                  <a:pt x="219456" y="245364"/>
                </a:lnTo>
                <a:lnTo>
                  <a:pt x="214884" y="228242"/>
                </a:lnTo>
                <a:lnTo>
                  <a:pt x="208026" y="211264"/>
                </a:lnTo>
                <a:lnTo>
                  <a:pt x="198882" y="194571"/>
                </a:lnTo>
                <a:lnTo>
                  <a:pt x="187452" y="178308"/>
                </a:lnTo>
                <a:lnTo>
                  <a:pt x="190500" y="172212"/>
                </a:lnTo>
                <a:lnTo>
                  <a:pt x="224028" y="199834"/>
                </a:lnTo>
                <a:lnTo>
                  <a:pt x="246888" y="236220"/>
                </a:lnTo>
                <a:lnTo>
                  <a:pt x="246888" y="248412"/>
                </a:lnTo>
                <a:lnTo>
                  <a:pt x="243840" y="256032"/>
                </a:lnTo>
                <a:lnTo>
                  <a:pt x="239267" y="260603"/>
                </a:lnTo>
                <a:lnTo>
                  <a:pt x="234696" y="266700"/>
                </a:lnTo>
                <a:lnTo>
                  <a:pt x="231648" y="269748"/>
                </a:lnTo>
                <a:close/>
              </a:path>
              <a:path w="356870" h="402589">
                <a:moveTo>
                  <a:pt x="137908" y="344424"/>
                </a:moveTo>
                <a:lnTo>
                  <a:pt x="114300" y="344424"/>
                </a:lnTo>
                <a:lnTo>
                  <a:pt x="114300" y="222504"/>
                </a:lnTo>
                <a:lnTo>
                  <a:pt x="137218" y="222504"/>
                </a:lnTo>
                <a:lnTo>
                  <a:pt x="137334" y="269748"/>
                </a:lnTo>
                <a:lnTo>
                  <a:pt x="137491" y="305562"/>
                </a:lnTo>
                <a:lnTo>
                  <a:pt x="137908" y="344424"/>
                </a:lnTo>
                <a:close/>
              </a:path>
              <a:path w="356870" h="402589">
                <a:moveTo>
                  <a:pt x="278891" y="402336"/>
                </a:moveTo>
                <a:lnTo>
                  <a:pt x="271772" y="389477"/>
                </a:lnTo>
                <a:lnTo>
                  <a:pt x="259651" y="378333"/>
                </a:lnTo>
                <a:lnTo>
                  <a:pt x="242673" y="368903"/>
                </a:lnTo>
                <a:lnTo>
                  <a:pt x="220979" y="361188"/>
                </a:lnTo>
                <a:lnTo>
                  <a:pt x="220979" y="352044"/>
                </a:lnTo>
                <a:lnTo>
                  <a:pt x="241244" y="356044"/>
                </a:lnTo>
                <a:lnTo>
                  <a:pt x="258508" y="358902"/>
                </a:lnTo>
                <a:lnTo>
                  <a:pt x="272629" y="360616"/>
                </a:lnTo>
                <a:lnTo>
                  <a:pt x="283464" y="361188"/>
                </a:lnTo>
                <a:lnTo>
                  <a:pt x="326880" y="361188"/>
                </a:lnTo>
                <a:lnTo>
                  <a:pt x="324040" y="368808"/>
                </a:lnTo>
                <a:lnTo>
                  <a:pt x="289726" y="397740"/>
                </a:lnTo>
                <a:lnTo>
                  <a:pt x="278891" y="402336"/>
                </a:lnTo>
                <a:close/>
              </a:path>
              <a:path w="356870" h="402589">
                <a:moveTo>
                  <a:pt x="114300" y="391668"/>
                </a:moveTo>
                <a:lnTo>
                  <a:pt x="114300" y="355092"/>
                </a:lnTo>
                <a:lnTo>
                  <a:pt x="138126" y="355092"/>
                </a:lnTo>
                <a:lnTo>
                  <a:pt x="138684" y="377952"/>
                </a:lnTo>
                <a:lnTo>
                  <a:pt x="114300" y="39166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4" name="object 84"/>
          <p:cNvSpPr/>
          <p:nvPr/>
        </p:nvSpPr>
        <p:spPr>
          <a:xfrm>
            <a:off x="4352544" y="5894844"/>
            <a:ext cx="853440" cy="411480"/>
          </a:xfrm>
          <a:custGeom>
            <a:avLst/>
            <a:gdLst/>
            <a:ahLst/>
            <a:cxnLst/>
            <a:rect l="l" t="t" r="r" b="b"/>
            <a:pathLst>
              <a:path w="853439" h="411479">
                <a:moveTo>
                  <a:pt x="230124" y="274320"/>
                </a:moveTo>
                <a:lnTo>
                  <a:pt x="187731" y="240449"/>
                </a:lnTo>
                <a:lnTo>
                  <a:pt x="169164" y="231648"/>
                </a:lnTo>
                <a:lnTo>
                  <a:pt x="166116" y="236220"/>
                </a:lnTo>
                <a:lnTo>
                  <a:pt x="179565" y="251688"/>
                </a:lnTo>
                <a:lnTo>
                  <a:pt x="190309" y="266319"/>
                </a:lnTo>
                <a:lnTo>
                  <a:pt x="198475" y="280365"/>
                </a:lnTo>
                <a:lnTo>
                  <a:pt x="204216" y="294132"/>
                </a:lnTo>
                <a:lnTo>
                  <a:pt x="207264" y="306324"/>
                </a:lnTo>
                <a:lnTo>
                  <a:pt x="210312" y="310896"/>
                </a:lnTo>
                <a:lnTo>
                  <a:pt x="216408" y="310896"/>
                </a:lnTo>
                <a:lnTo>
                  <a:pt x="219456" y="307848"/>
                </a:lnTo>
                <a:lnTo>
                  <a:pt x="224028" y="300228"/>
                </a:lnTo>
                <a:lnTo>
                  <a:pt x="227076" y="294132"/>
                </a:lnTo>
                <a:lnTo>
                  <a:pt x="230124" y="286512"/>
                </a:lnTo>
                <a:lnTo>
                  <a:pt x="230124" y="274320"/>
                </a:lnTo>
                <a:close/>
              </a:path>
              <a:path w="853439" h="411479">
                <a:moveTo>
                  <a:pt x="233172" y="169164"/>
                </a:moveTo>
                <a:lnTo>
                  <a:pt x="228600" y="161544"/>
                </a:lnTo>
                <a:lnTo>
                  <a:pt x="219456" y="156972"/>
                </a:lnTo>
                <a:lnTo>
                  <a:pt x="212064" y="152107"/>
                </a:lnTo>
                <a:lnTo>
                  <a:pt x="201549" y="146685"/>
                </a:lnTo>
                <a:lnTo>
                  <a:pt x="188163" y="140677"/>
                </a:lnTo>
                <a:lnTo>
                  <a:pt x="172212" y="134112"/>
                </a:lnTo>
                <a:lnTo>
                  <a:pt x="169164" y="138684"/>
                </a:lnTo>
                <a:lnTo>
                  <a:pt x="182854" y="152374"/>
                </a:lnTo>
                <a:lnTo>
                  <a:pt x="194119" y="165925"/>
                </a:lnTo>
                <a:lnTo>
                  <a:pt x="202806" y="179184"/>
                </a:lnTo>
                <a:lnTo>
                  <a:pt x="208788" y="192024"/>
                </a:lnTo>
                <a:lnTo>
                  <a:pt x="213360" y="201168"/>
                </a:lnTo>
                <a:lnTo>
                  <a:pt x="217932" y="207264"/>
                </a:lnTo>
                <a:lnTo>
                  <a:pt x="222504" y="207264"/>
                </a:lnTo>
                <a:lnTo>
                  <a:pt x="224028" y="204216"/>
                </a:lnTo>
                <a:lnTo>
                  <a:pt x="228600" y="196596"/>
                </a:lnTo>
                <a:lnTo>
                  <a:pt x="231648" y="188976"/>
                </a:lnTo>
                <a:lnTo>
                  <a:pt x="233172" y="182880"/>
                </a:lnTo>
                <a:lnTo>
                  <a:pt x="233172" y="169164"/>
                </a:lnTo>
                <a:close/>
              </a:path>
              <a:path w="853439" h="411479">
                <a:moveTo>
                  <a:pt x="384048" y="65532"/>
                </a:moveTo>
                <a:lnTo>
                  <a:pt x="374904" y="56388"/>
                </a:lnTo>
                <a:lnTo>
                  <a:pt x="347472" y="28956"/>
                </a:lnTo>
                <a:lnTo>
                  <a:pt x="321564" y="56388"/>
                </a:lnTo>
                <a:lnTo>
                  <a:pt x="114300" y="56388"/>
                </a:lnTo>
                <a:lnTo>
                  <a:pt x="118884" y="49530"/>
                </a:lnTo>
                <a:lnTo>
                  <a:pt x="123634" y="42672"/>
                </a:lnTo>
                <a:lnTo>
                  <a:pt x="128651" y="35814"/>
                </a:lnTo>
                <a:lnTo>
                  <a:pt x="134112" y="28956"/>
                </a:lnTo>
                <a:lnTo>
                  <a:pt x="147828" y="22860"/>
                </a:lnTo>
                <a:lnTo>
                  <a:pt x="109728" y="0"/>
                </a:lnTo>
                <a:lnTo>
                  <a:pt x="92773" y="41529"/>
                </a:lnTo>
                <a:lnTo>
                  <a:pt x="65532" y="85344"/>
                </a:lnTo>
                <a:lnTo>
                  <a:pt x="34671" y="127825"/>
                </a:lnTo>
                <a:lnTo>
                  <a:pt x="1524" y="160020"/>
                </a:lnTo>
                <a:lnTo>
                  <a:pt x="6096" y="164592"/>
                </a:lnTo>
                <a:lnTo>
                  <a:pt x="39052" y="141732"/>
                </a:lnTo>
                <a:lnTo>
                  <a:pt x="75438" y="106883"/>
                </a:lnTo>
                <a:lnTo>
                  <a:pt x="109728" y="65532"/>
                </a:lnTo>
                <a:lnTo>
                  <a:pt x="384048" y="65532"/>
                </a:lnTo>
                <a:close/>
              </a:path>
              <a:path w="853439" h="411479">
                <a:moveTo>
                  <a:pt x="408432" y="222504"/>
                </a:moveTo>
                <a:lnTo>
                  <a:pt x="373380" y="187452"/>
                </a:lnTo>
                <a:lnTo>
                  <a:pt x="350520" y="211836"/>
                </a:lnTo>
                <a:lnTo>
                  <a:pt x="327660" y="211836"/>
                </a:lnTo>
                <a:lnTo>
                  <a:pt x="330708" y="132588"/>
                </a:lnTo>
                <a:lnTo>
                  <a:pt x="338328" y="126492"/>
                </a:lnTo>
                <a:lnTo>
                  <a:pt x="345948" y="120396"/>
                </a:lnTo>
                <a:lnTo>
                  <a:pt x="340156" y="115824"/>
                </a:lnTo>
                <a:lnTo>
                  <a:pt x="316992" y="97536"/>
                </a:lnTo>
                <a:lnTo>
                  <a:pt x="306324" y="111760"/>
                </a:lnTo>
                <a:lnTo>
                  <a:pt x="306324" y="126492"/>
                </a:lnTo>
                <a:lnTo>
                  <a:pt x="303276" y="211836"/>
                </a:lnTo>
                <a:lnTo>
                  <a:pt x="301752" y="211836"/>
                </a:lnTo>
                <a:lnTo>
                  <a:pt x="301752" y="222504"/>
                </a:lnTo>
                <a:lnTo>
                  <a:pt x="295656" y="320040"/>
                </a:lnTo>
                <a:lnTo>
                  <a:pt x="97536" y="320040"/>
                </a:lnTo>
                <a:lnTo>
                  <a:pt x="109728" y="222504"/>
                </a:lnTo>
                <a:lnTo>
                  <a:pt x="301752" y="222504"/>
                </a:lnTo>
                <a:lnTo>
                  <a:pt x="301752" y="211836"/>
                </a:lnTo>
                <a:lnTo>
                  <a:pt x="111252" y="211836"/>
                </a:lnTo>
                <a:lnTo>
                  <a:pt x="120396" y="126492"/>
                </a:lnTo>
                <a:lnTo>
                  <a:pt x="306324" y="126492"/>
                </a:lnTo>
                <a:lnTo>
                  <a:pt x="306324" y="111760"/>
                </a:lnTo>
                <a:lnTo>
                  <a:pt x="303276" y="115824"/>
                </a:lnTo>
                <a:lnTo>
                  <a:pt x="121920" y="115824"/>
                </a:lnTo>
                <a:lnTo>
                  <a:pt x="97536" y="100584"/>
                </a:lnTo>
                <a:lnTo>
                  <a:pt x="86868" y="211836"/>
                </a:lnTo>
                <a:lnTo>
                  <a:pt x="0" y="211836"/>
                </a:lnTo>
                <a:lnTo>
                  <a:pt x="13716" y="225552"/>
                </a:lnTo>
                <a:lnTo>
                  <a:pt x="39624" y="222504"/>
                </a:lnTo>
                <a:lnTo>
                  <a:pt x="85344" y="222504"/>
                </a:lnTo>
                <a:lnTo>
                  <a:pt x="73152" y="312420"/>
                </a:lnTo>
                <a:lnTo>
                  <a:pt x="59436" y="323088"/>
                </a:lnTo>
                <a:lnTo>
                  <a:pt x="83820" y="345948"/>
                </a:lnTo>
                <a:lnTo>
                  <a:pt x="97536" y="330708"/>
                </a:lnTo>
                <a:lnTo>
                  <a:pt x="294132" y="330708"/>
                </a:lnTo>
                <a:lnTo>
                  <a:pt x="291503" y="350710"/>
                </a:lnTo>
                <a:lnTo>
                  <a:pt x="288036" y="364998"/>
                </a:lnTo>
                <a:lnTo>
                  <a:pt x="283413" y="373570"/>
                </a:lnTo>
                <a:lnTo>
                  <a:pt x="277368" y="376428"/>
                </a:lnTo>
                <a:lnTo>
                  <a:pt x="268770" y="375615"/>
                </a:lnTo>
                <a:lnTo>
                  <a:pt x="256603" y="373380"/>
                </a:lnTo>
                <a:lnTo>
                  <a:pt x="220980" y="365760"/>
                </a:lnTo>
                <a:lnTo>
                  <a:pt x="220980" y="373380"/>
                </a:lnTo>
                <a:lnTo>
                  <a:pt x="241617" y="382536"/>
                </a:lnTo>
                <a:lnTo>
                  <a:pt x="255841" y="391858"/>
                </a:lnTo>
                <a:lnTo>
                  <a:pt x="264045" y="401447"/>
                </a:lnTo>
                <a:lnTo>
                  <a:pt x="266700" y="411480"/>
                </a:lnTo>
                <a:lnTo>
                  <a:pt x="281266" y="407454"/>
                </a:lnTo>
                <a:lnTo>
                  <a:pt x="312102" y="377418"/>
                </a:lnTo>
                <a:lnTo>
                  <a:pt x="320040" y="330708"/>
                </a:lnTo>
                <a:lnTo>
                  <a:pt x="400812" y="330708"/>
                </a:lnTo>
                <a:lnTo>
                  <a:pt x="390144" y="320040"/>
                </a:lnTo>
                <a:lnTo>
                  <a:pt x="365760" y="295656"/>
                </a:lnTo>
                <a:lnTo>
                  <a:pt x="341376" y="320040"/>
                </a:lnTo>
                <a:lnTo>
                  <a:pt x="321564" y="320040"/>
                </a:lnTo>
                <a:lnTo>
                  <a:pt x="327660" y="222504"/>
                </a:lnTo>
                <a:lnTo>
                  <a:pt x="408432" y="222504"/>
                </a:lnTo>
                <a:close/>
              </a:path>
              <a:path w="853439" h="411479">
                <a:moveTo>
                  <a:pt x="676643" y="147828"/>
                </a:moveTo>
                <a:lnTo>
                  <a:pt x="635495" y="124968"/>
                </a:lnTo>
                <a:lnTo>
                  <a:pt x="635736" y="146062"/>
                </a:lnTo>
                <a:lnTo>
                  <a:pt x="636790" y="183680"/>
                </a:lnTo>
                <a:lnTo>
                  <a:pt x="636968" y="195783"/>
                </a:lnTo>
                <a:lnTo>
                  <a:pt x="637019" y="315468"/>
                </a:lnTo>
                <a:lnTo>
                  <a:pt x="636790" y="331749"/>
                </a:lnTo>
                <a:lnTo>
                  <a:pt x="636257" y="353187"/>
                </a:lnTo>
                <a:lnTo>
                  <a:pt x="635762" y="378726"/>
                </a:lnTo>
                <a:lnTo>
                  <a:pt x="635495" y="411480"/>
                </a:lnTo>
                <a:lnTo>
                  <a:pt x="664451" y="394716"/>
                </a:lnTo>
                <a:lnTo>
                  <a:pt x="663575" y="378726"/>
                </a:lnTo>
                <a:lnTo>
                  <a:pt x="663117" y="362902"/>
                </a:lnTo>
                <a:lnTo>
                  <a:pt x="663016" y="353187"/>
                </a:lnTo>
                <a:lnTo>
                  <a:pt x="662927" y="158496"/>
                </a:lnTo>
                <a:lnTo>
                  <a:pt x="676643" y="147828"/>
                </a:lnTo>
                <a:close/>
              </a:path>
              <a:path w="853439" h="411479">
                <a:moveTo>
                  <a:pt x="853427" y="181356"/>
                </a:moveTo>
                <a:lnTo>
                  <a:pt x="805802" y="166878"/>
                </a:lnTo>
                <a:lnTo>
                  <a:pt x="755891" y="138684"/>
                </a:lnTo>
                <a:lnTo>
                  <a:pt x="705980" y="93916"/>
                </a:lnTo>
                <a:lnTo>
                  <a:pt x="664806" y="41148"/>
                </a:lnTo>
                <a:lnTo>
                  <a:pt x="658355" y="32004"/>
                </a:lnTo>
                <a:lnTo>
                  <a:pt x="673595" y="21336"/>
                </a:lnTo>
                <a:lnTo>
                  <a:pt x="637019" y="0"/>
                </a:lnTo>
                <a:lnTo>
                  <a:pt x="626122" y="27787"/>
                </a:lnTo>
                <a:lnTo>
                  <a:pt x="611492" y="56578"/>
                </a:lnTo>
                <a:lnTo>
                  <a:pt x="569963" y="118872"/>
                </a:lnTo>
                <a:lnTo>
                  <a:pt x="543369" y="149161"/>
                </a:lnTo>
                <a:lnTo>
                  <a:pt x="513829" y="175971"/>
                </a:lnTo>
                <a:lnTo>
                  <a:pt x="481025" y="199453"/>
                </a:lnTo>
                <a:lnTo>
                  <a:pt x="444995" y="219456"/>
                </a:lnTo>
                <a:lnTo>
                  <a:pt x="446519" y="225552"/>
                </a:lnTo>
                <a:lnTo>
                  <a:pt x="482269" y="209829"/>
                </a:lnTo>
                <a:lnTo>
                  <a:pt x="542328" y="173253"/>
                </a:lnTo>
                <a:lnTo>
                  <a:pt x="589470" y="130086"/>
                </a:lnTo>
                <a:lnTo>
                  <a:pt x="632282" y="74599"/>
                </a:lnTo>
                <a:lnTo>
                  <a:pt x="652259" y="41148"/>
                </a:lnTo>
                <a:lnTo>
                  <a:pt x="670547" y="72339"/>
                </a:lnTo>
                <a:lnTo>
                  <a:pt x="707123" y="123863"/>
                </a:lnTo>
                <a:lnTo>
                  <a:pt x="744588" y="162725"/>
                </a:lnTo>
                <a:lnTo>
                  <a:pt x="788644" y="195783"/>
                </a:lnTo>
                <a:lnTo>
                  <a:pt x="813803" y="210312"/>
                </a:lnTo>
                <a:lnTo>
                  <a:pt x="821283" y="201168"/>
                </a:lnTo>
                <a:lnTo>
                  <a:pt x="830186" y="194310"/>
                </a:lnTo>
                <a:lnTo>
                  <a:pt x="840816" y="189738"/>
                </a:lnTo>
                <a:lnTo>
                  <a:pt x="853427" y="187452"/>
                </a:lnTo>
                <a:lnTo>
                  <a:pt x="853427" y="18135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5" name="object 85"/>
          <p:cNvSpPr/>
          <p:nvPr/>
        </p:nvSpPr>
        <p:spPr>
          <a:xfrm>
            <a:off x="5254752" y="5899403"/>
            <a:ext cx="1280160" cy="407034"/>
          </a:xfrm>
          <a:custGeom>
            <a:avLst/>
            <a:gdLst/>
            <a:ahLst/>
            <a:cxnLst/>
            <a:rect l="l" t="t" r="r" b="b"/>
            <a:pathLst>
              <a:path w="1280159" h="407035">
                <a:moveTo>
                  <a:pt x="394716" y="138684"/>
                </a:moveTo>
                <a:lnTo>
                  <a:pt x="356616" y="99060"/>
                </a:lnTo>
                <a:lnTo>
                  <a:pt x="329184" y="128016"/>
                </a:lnTo>
                <a:lnTo>
                  <a:pt x="271272" y="128016"/>
                </a:lnTo>
                <a:lnTo>
                  <a:pt x="271272" y="138684"/>
                </a:lnTo>
                <a:lnTo>
                  <a:pt x="259880" y="180428"/>
                </a:lnTo>
                <a:lnTo>
                  <a:pt x="246507" y="218884"/>
                </a:lnTo>
                <a:lnTo>
                  <a:pt x="231406" y="254203"/>
                </a:lnTo>
                <a:lnTo>
                  <a:pt x="214884" y="286512"/>
                </a:lnTo>
                <a:lnTo>
                  <a:pt x="150368" y="267017"/>
                </a:lnTo>
                <a:lnTo>
                  <a:pt x="120396" y="257556"/>
                </a:lnTo>
                <a:lnTo>
                  <a:pt x="135267" y="219913"/>
                </a:lnTo>
                <a:lnTo>
                  <a:pt x="148018" y="187261"/>
                </a:lnTo>
                <a:lnTo>
                  <a:pt x="158750" y="160045"/>
                </a:lnTo>
                <a:lnTo>
                  <a:pt x="167640" y="138684"/>
                </a:lnTo>
                <a:lnTo>
                  <a:pt x="271272" y="138684"/>
                </a:lnTo>
                <a:lnTo>
                  <a:pt x="271272" y="128016"/>
                </a:lnTo>
                <a:lnTo>
                  <a:pt x="169164" y="128016"/>
                </a:lnTo>
                <a:lnTo>
                  <a:pt x="178066" y="104254"/>
                </a:lnTo>
                <a:lnTo>
                  <a:pt x="195300" y="57302"/>
                </a:lnTo>
                <a:lnTo>
                  <a:pt x="204216" y="33528"/>
                </a:lnTo>
                <a:lnTo>
                  <a:pt x="219456" y="22860"/>
                </a:lnTo>
                <a:lnTo>
                  <a:pt x="178308" y="0"/>
                </a:lnTo>
                <a:lnTo>
                  <a:pt x="170891" y="32651"/>
                </a:lnTo>
                <a:lnTo>
                  <a:pt x="162496" y="64579"/>
                </a:lnTo>
                <a:lnTo>
                  <a:pt x="153225" y="96227"/>
                </a:lnTo>
                <a:lnTo>
                  <a:pt x="143256" y="128016"/>
                </a:lnTo>
                <a:lnTo>
                  <a:pt x="0" y="128016"/>
                </a:lnTo>
                <a:lnTo>
                  <a:pt x="16764" y="143256"/>
                </a:lnTo>
                <a:lnTo>
                  <a:pt x="26187" y="141262"/>
                </a:lnTo>
                <a:lnTo>
                  <a:pt x="36195" y="139827"/>
                </a:lnTo>
                <a:lnTo>
                  <a:pt x="46761" y="138976"/>
                </a:lnTo>
                <a:lnTo>
                  <a:pt x="57912" y="138684"/>
                </a:lnTo>
                <a:lnTo>
                  <a:pt x="140208" y="138684"/>
                </a:lnTo>
                <a:lnTo>
                  <a:pt x="127012" y="174688"/>
                </a:lnTo>
                <a:lnTo>
                  <a:pt x="114681" y="207264"/>
                </a:lnTo>
                <a:lnTo>
                  <a:pt x="102908" y="236410"/>
                </a:lnTo>
                <a:lnTo>
                  <a:pt x="91440" y="262128"/>
                </a:lnTo>
                <a:lnTo>
                  <a:pt x="116319" y="269608"/>
                </a:lnTo>
                <a:lnTo>
                  <a:pt x="143065" y="278511"/>
                </a:lnTo>
                <a:lnTo>
                  <a:pt x="171805" y="289140"/>
                </a:lnTo>
                <a:lnTo>
                  <a:pt x="202692" y="301752"/>
                </a:lnTo>
                <a:lnTo>
                  <a:pt x="186664" y="317207"/>
                </a:lnTo>
                <a:lnTo>
                  <a:pt x="147180" y="345262"/>
                </a:lnTo>
                <a:lnTo>
                  <a:pt x="98272" y="370141"/>
                </a:lnTo>
                <a:lnTo>
                  <a:pt x="40500" y="390715"/>
                </a:lnTo>
                <a:lnTo>
                  <a:pt x="7620" y="399288"/>
                </a:lnTo>
                <a:lnTo>
                  <a:pt x="10668" y="406908"/>
                </a:lnTo>
                <a:lnTo>
                  <a:pt x="49212" y="398983"/>
                </a:lnTo>
                <a:lnTo>
                  <a:pt x="117170" y="377977"/>
                </a:lnTo>
                <a:lnTo>
                  <a:pt x="171780" y="352933"/>
                </a:lnTo>
                <a:lnTo>
                  <a:pt x="211874" y="326123"/>
                </a:lnTo>
                <a:lnTo>
                  <a:pt x="227076" y="312420"/>
                </a:lnTo>
                <a:lnTo>
                  <a:pt x="257975" y="327545"/>
                </a:lnTo>
                <a:lnTo>
                  <a:pt x="284607" y="343090"/>
                </a:lnTo>
                <a:lnTo>
                  <a:pt x="307225" y="358927"/>
                </a:lnTo>
                <a:lnTo>
                  <a:pt x="326136" y="374904"/>
                </a:lnTo>
                <a:lnTo>
                  <a:pt x="333794" y="381787"/>
                </a:lnTo>
                <a:lnTo>
                  <a:pt x="340614" y="386524"/>
                </a:lnTo>
                <a:lnTo>
                  <a:pt x="346278" y="389267"/>
                </a:lnTo>
                <a:lnTo>
                  <a:pt x="350520" y="390144"/>
                </a:lnTo>
                <a:lnTo>
                  <a:pt x="355092" y="390144"/>
                </a:lnTo>
                <a:lnTo>
                  <a:pt x="358140" y="384048"/>
                </a:lnTo>
                <a:lnTo>
                  <a:pt x="358140" y="371856"/>
                </a:lnTo>
                <a:lnTo>
                  <a:pt x="335280" y="336804"/>
                </a:lnTo>
                <a:lnTo>
                  <a:pt x="300037" y="318325"/>
                </a:lnTo>
                <a:lnTo>
                  <a:pt x="240792" y="294132"/>
                </a:lnTo>
                <a:lnTo>
                  <a:pt x="244779" y="286512"/>
                </a:lnTo>
                <a:lnTo>
                  <a:pt x="258483" y="260413"/>
                </a:lnTo>
                <a:lnTo>
                  <a:pt x="274891" y="223266"/>
                </a:lnTo>
                <a:lnTo>
                  <a:pt x="289864" y="182689"/>
                </a:lnTo>
                <a:lnTo>
                  <a:pt x="303276" y="138684"/>
                </a:lnTo>
                <a:lnTo>
                  <a:pt x="394716" y="138684"/>
                </a:lnTo>
                <a:close/>
              </a:path>
              <a:path w="1280159" h="407035">
                <a:moveTo>
                  <a:pt x="842759" y="359664"/>
                </a:moveTo>
                <a:lnTo>
                  <a:pt x="792657" y="341566"/>
                </a:lnTo>
                <a:lnTo>
                  <a:pt x="748271" y="306324"/>
                </a:lnTo>
                <a:lnTo>
                  <a:pt x="709409" y="256032"/>
                </a:lnTo>
                <a:lnTo>
                  <a:pt x="679691" y="196596"/>
                </a:lnTo>
                <a:lnTo>
                  <a:pt x="658164" y="125730"/>
                </a:lnTo>
                <a:lnTo>
                  <a:pt x="650341" y="85153"/>
                </a:lnTo>
                <a:lnTo>
                  <a:pt x="644639" y="41148"/>
                </a:lnTo>
                <a:lnTo>
                  <a:pt x="661403" y="24384"/>
                </a:lnTo>
                <a:lnTo>
                  <a:pt x="609587" y="3048"/>
                </a:lnTo>
                <a:lnTo>
                  <a:pt x="609612" y="43053"/>
                </a:lnTo>
                <a:lnTo>
                  <a:pt x="607491" y="83058"/>
                </a:lnTo>
                <a:lnTo>
                  <a:pt x="603377" y="123063"/>
                </a:lnTo>
                <a:lnTo>
                  <a:pt x="597395" y="163068"/>
                </a:lnTo>
                <a:lnTo>
                  <a:pt x="589965" y="202247"/>
                </a:lnTo>
                <a:lnTo>
                  <a:pt x="564819" y="269163"/>
                </a:lnTo>
                <a:lnTo>
                  <a:pt x="526529" y="323138"/>
                </a:lnTo>
                <a:lnTo>
                  <a:pt x="471665" y="372198"/>
                </a:lnTo>
                <a:lnTo>
                  <a:pt x="437375" y="394716"/>
                </a:lnTo>
                <a:lnTo>
                  <a:pt x="440423" y="400812"/>
                </a:lnTo>
                <a:lnTo>
                  <a:pt x="475005" y="383959"/>
                </a:lnTo>
                <a:lnTo>
                  <a:pt x="532155" y="345097"/>
                </a:lnTo>
                <a:lnTo>
                  <a:pt x="574725" y="299427"/>
                </a:lnTo>
                <a:lnTo>
                  <a:pt x="604443" y="248081"/>
                </a:lnTo>
                <a:lnTo>
                  <a:pt x="622477" y="190715"/>
                </a:lnTo>
                <a:lnTo>
                  <a:pt x="634530" y="120472"/>
                </a:lnTo>
                <a:lnTo>
                  <a:pt x="638543" y="80772"/>
                </a:lnTo>
                <a:lnTo>
                  <a:pt x="643712" y="122809"/>
                </a:lnTo>
                <a:lnTo>
                  <a:pt x="658050" y="192011"/>
                </a:lnTo>
                <a:lnTo>
                  <a:pt x="677481" y="244297"/>
                </a:lnTo>
                <a:lnTo>
                  <a:pt x="702005" y="291680"/>
                </a:lnTo>
                <a:lnTo>
                  <a:pt x="732269" y="335953"/>
                </a:lnTo>
                <a:lnTo>
                  <a:pt x="771131" y="374815"/>
                </a:lnTo>
                <a:lnTo>
                  <a:pt x="793991" y="391668"/>
                </a:lnTo>
                <a:lnTo>
                  <a:pt x="802259" y="381647"/>
                </a:lnTo>
                <a:lnTo>
                  <a:pt x="813231" y="374332"/>
                </a:lnTo>
                <a:lnTo>
                  <a:pt x="826782" y="369595"/>
                </a:lnTo>
                <a:lnTo>
                  <a:pt x="842759" y="367284"/>
                </a:lnTo>
                <a:lnTo>
                  <a:pt x="842759" y="359664"/>
                </a:lnTo>
                <a:close/>
              </a:path>
              <a:path w="1280159" h="407035">
                <a:moveTo>
                  <a:pt x="1280147" y="356628"/>
                </a:moveTo>
                <a:lnTo>
                  <a:pt x="1256906" y="311670"/>
                </a:lnTo>
                <a:lnTo>
                  <a:pt x="1255763" y="268236"/>
                </a:lnTo>
                <a:lnTo>
                  <a:pt x="1248143" y="268236"/>
                </a:lnTo>
                <a:lnTo>
                  <a:pt x="1243380" y="321767"/>
                </a:lnTo>
                <a:lnTo>
                  <a:pt x="1226807" y="362724"/>
                </a:lnTo>
                <a:lnTo>
                  <a:pt x="1014971" y="362724"/>
                </a:lnTo>
                <a:lnTo>
                  <a:pt x="1001217" y="361645"/>
                </a:lnTo>
                <a:lnTo>
                  <a:pt x="991730" y="356438"/>
                </a:lnTo>
                <a:lnTo>
                  <a:pt x="986256" y="347497"/>
                </a:lnTo>
                <a:lnTo>
                  <a:pt x="984491" y="335292"/>
                </a:lnTo>
                <a:lnTo>
                  <a:pt x="984491" y="176796"/>
                </a:lnTo>
                <a:lnTo>
                  <a:pt x="1071359" y="146316"/>
                </a:lnTo>
                <a:lnTo>
                  <a:pt x="1071359" y="263664"/>
                </a:lnTo>
                <a:lnTo>
                  <a:pt x="1071168" y="288048"/>
                </a:lnTo>
                <a:lnTo>
                  <a:pt x="1070724" y="301802"/>
                </a:lnTo>
                <a:lnTo>
                  <a:pt x="1069835" y="317004"/>
                </a:lnTo>
                <a:lnTo>
                  <a:pt x="1098791" y="303288"/>
                </a:lnTo>
                <a:lnTo>
                  <a:pt x="1096695" y="280428"/>
                </a:lnTo>
                <a:lnTo>
                  <a:pt x="1096010" y="268998"/>
                </a:lnTo>
                <a:lnTo>
                  <a:pt x="1095743" y="257568"/>
                </a:lnTo>
                <a:lnTo>
                  <a:pt x="1095743" y="140220"/>
                </a:lnTo>
                <a:lnTo>
                  <a:pt x="1202423" y="102120"/>
                </a:lnTo>
                <a:lnTo>
                  <a:pt x="1199857" y="154076"/>
                </a:lnTo>
                <a:lnTo>
                  <a:pt x="1196708" y="193179"/>
                </a:lnTo>
                <a:lnTo>
                  <a:pt x="1188707" y="231660"/>
                </a:lnTo>
                <a:lnTo>
                  <a:pt x="1117079" y="239280"/>
                </a:lnTo>
                <a:lnTo>
                  <a:pt x="1117079" y="245376"/>
                </a:lnTo>
                <a:lnTo>
                  <a:pt x="1138186" y="252780"/>
                </a:lnTo>
                <a:lnTo>
                  <a:pt x="1153274" y="261188"/>
                </a:lnTo>
                <a:lnTo>
                  <a:pt x="1162088" y="270446"/>
                </a:lnTo>
                <a:lnTo>
                  <a:pt x="1164323" y="280428"/>
                </a:lnTo>
                <a:lnTo>
                  <a:pt x="1183779" y="274116"/>
                </a:lnTo>
                <a:lnTo>
                  <a:pt x="1216139" y="233184"/>
                </a:lnTo>
                <a:lnTo>
                  <a:pt x="1222044" y="180416"/>
                </a:lnTo>
                <a:lnTo>
                  <a:pt x="1226807" y="99072"/>
                </a:lnTo>
                <a:lnTo>
                  <a:pt x="1240523" y="85356"/>
                </a:lnTo>
                <a:lnTo>
                  <a:pt x="1210043" y="67068"/>
                </a:lnTo>
                <a:lnTo>
                  <a:pt x="1199375" y="89928"/>
                </a:lnTo>
                <a:lnTo>
                  <a:pt x="1095743" y="128028"/>
                </a:lnTo>
                <a:lnTo>
                  <a:pt x="1095743" y="30492"/>
                </a:lnTo>
                <a:lnTo>
                  <a:pt x="1110983" y="18300"/>
                </a:lnTo>
                <a:lnTo>
                  <a:pt x="1069835" y="12"/>
                </a:lnTo>
                <a:lnTo>
                  <a:pt x="1070724" y="21170"/>
                </a:lnTo>
                <a:lnTo>
                  <a:pt x="1071168" y="50495"/>
                </a:lnTo>
                <a:lnTo>
                  <a:pt x="1071359" y="134124"/>
                </a:lnTo>
                <a:lnTo>
                  <a:pt x="984491" y="164604"/>
                </a:lnTo>
                <a:lnTo>
                  <a:pt x="984491" y="82308"/>
                </a:lnTo>
                <a:lnTo>
                  <a:pt x="998207" y="71640"/>
                </a:lnTo>
                <a:lnTo>
                  <a:pt x="958583" y="53352"/>
                </a:lnTo>
                <a:lnTo>
                  <a:pt x="959472" y="77038"/>
                </a:lnTo>
                <a:lnTo>
                  <a:pt x="959916" y="104597"/>
                </a:lnTo>
                <a:lnTo>
                  <a:pt x="960107" y="170700"/>
                </a:lnTo>
                <a:lnTo>
                  <a:pt x="886955" y="195084"/>
                </a:lnTo>
                <a:lnTo>
                  <a:pt x="906767" y="205752"/>
                </a:lnTo>
                <a:lnTo>
                  <a:pt x="918959" y="196608"/>
                </a:lnTo>
                <a:lnTo>
                  <a:pt x="960107" y="182892"/>
                </a:lnTo>
                <a:lnTo>
                  <a:pt x="960107" y="349008"/>
                </a:lnTo>
                <a:lnTo>
                  <a:pt x="962634" y="363880"/>
                </a:lnTo>
                <a:lnTo>
                  <a:pt x="970013" y="374345"/>
                </a:lnTo>
                <a:lnTo>
                  <a:pt x="981976" y="380504"/>
                </a:lnTo>
                <a:lnTo>
                  <a:pt x="998207" y="382536"/>
                </a:lnTo>
                <a:lnTo>
                  <a:pt x="1238999" y="382536"/>
                </a:lnTo>
                <a:lnTo>
                  <a:pt x="1251864" y="381050"/>
                </a:lnTo>
                <a:lnTo>
                  <a:pt x="1263002" y="376440"/>
                </a:lnTo>
                <a:lnTo>
                  <a:pt x="1272438" y="368388"/>
                </a:lnTo>
                <a:lnTo>
                  <a:pt x="1280147" y="35662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6" name="object 86"/>
          <p:cNvSpPr/>
          <p:nvPr/>
        </p:nvSpPr>
        <p:spPr>
          <a:xfrm>
            <a:off x="6580631" y="5896355"/>
            <a:ext cx="403860" cy="408940"/>
          </a:xfrm>
          <a:custGeom>
            <a:avLst/>
            <a:gdLst/>
            <a:ahLst/>
            <a:cxnLst/>
            <a:rect l="l" t="t" r="r" b="b"/>
            <a:pathLst>
              <a:path w="403859" h="408939">
                <a:moveTo>
                  <a:pt x="185928" y="71628"/>
                </a:moveTo>
                <a:lnTo>
                  <a:pt x="156972" y="71628"/>
                </a:lnTo>
                <a:lnTo>
                  <a:pt x="165282" y="50792"/>
                </a:lnTo>
                <a:lnTo>
                  <a:pt x="172021" y="31813"/>
                </a:lnTo>
                <a:lnTo>
                  <a:pt x="177331" y="14835"/>
                </a:lnTo>
                <a:lnTo>
                  <a:pt x="181356" y="0"/>
                </a:lnTo>
                <a:lnTo>
                  <a:pt x="224028" y="24384"/>
                </a:lnTo>
                <a:lnTo>
                  <a:pt x="207264" y="32004"/>
                </a:lnTo>
                <a:lnTo>
                  <a:pt x="201572" y="43124"/>
                </a:lnTo>
                <a:lnTo>
                  <a:pt x="196024" y="53530"/>
                </a:lnTo>
                <a:lnTo>
                  <a:pt x="190761" y="63079"/>
                </a:lnTo>
                <a:lnTo>
                  <a:pt x="185928" y="71628"/>
                </a:lnTo>
                <a:close/>
              </a:path>
              <a:path w="403859" h="408939">
                <a:moveTo>
                  <a:pt x="15240" y="86868"/>
                </a:moveTo>
                <a:lnTo>
                  <a:pt x="0" y="71628"/>
                </a:lnTo>
                <a:lnTo>
                  <a:pt x="333756" y="71628"/>
                </a:lnTo>
                <a:lnTo>
                  <a:pt x="364236" y="42672"/>
                </a:lnTo>
                <a:lnTo>
                  <a:pt x="403860" y="82296"/>
                </a:lnTo>
                <a:lnTo>
                  <a:pt x="57912" y="82296"/>
                </a:lnTo>
                <a:lnTo>
                  <a:pt x="46743" y="82581"/>
                </a:lnTo>
                <a:lnTo>
                  <a:pt x="36004" y="83439"/>
                </a:lnTo>
                <a:lnTo>
                  <a:pt x="25550" y="84867"/>
                </a:lnTo>
                <a:lnTo>
                  <a:pt x="15240" y="86868"/>
                </a:lnTo>
                <a:close/>
              </a:path>
              <a:path w="403859" h="408939">
                <a:moveTo>
                  <a:pt x="4572" y="269748"/>
                </a:moveTo>
                <a:lnTo>
                  <a:pt x="0" y="265176"/>
                </a:lnTo>
                <a:lnTo>
                  <a:pt x="23383" y="245721"/>
                </a:lnTo>
                <a:lnTo>
                  <a:pt x="45339" y="226123"/>
                </a:lnTo>
                <a:lnTo>
                  <a:pt x="83820" y="185928"/>
                </a:lnTo>
                <a:lnTo>
                  <a:pt x="119253" y="139255"/>
                </a:lnTo>
                <a:lnTo>
                  <a:pt x="152400" y="82296"/>
                </a:lnTo>
                <a:lnTo>
                  <a:pt x="182880" y="82296"/>
                </a:lnTo>
                <a:lnTo>
                  <a:pt x="173474" y="99131"/>
                </a:lnTo>
                <a:lnTo>
                  <a:pt x="163639" y="115252"/>
                </a:lnTo>
                <a:lnTo>
                  <a:pt x="153519" y="130516"/>
                </a:lnTo>
                <a:lnTo>
                  <a:pt x="143256" y="144780"/>
                </a:lnTo>
                <a:lnTo>
                  <a:pt x="329488" y="144780"/>
                </a:lnTo>
                <a:lnTo>
                  <a:pt x="335280" y="149352"/>
                </a:lnTo>
                <a:lnTo>
                  <a:pt x="327660" y="155448"/>
                </a:lnTo>
                <a:lnTo>
                  <a:pt x="135636" y="155448"/>
                </a:lnTo>
                <a:lnTo>
                  <a:pt x="135636" y="182880"/>
                </a:lnTo>
                <a:lnTo>
                  <a:pt x="111252" y="182880"/>
                </a:lnTo>
                <a:lnTo>
                  <a:pt x="86653" y="208026"/>
                </a:lnTo>
                <a:lnTo>
                  <a:pt x="60769" y="230886"/>
                </a:lnTo>
                <a:lnTo>
                  <a:pt x="33456" y="251460"/>
                </a:lnTo>
                <a:lnTo>
                  <a:pt x="4572" y="269748"/>
                </a:lnTo>
                <a:close/>
              </a:path>
              <a:path w="403859" h="408939">
                <a:moveTo>
                  <a:pt x="329488" y="144780"/>
                </a:moveTo>
                <a:lnTo>
                  <a:pt x="292608" y="144780"/>
                </a:lnTo>
                <a:lnTo>
                  <a:pt x="306324" y="126492"/>
                </a:lnTo>
                <a:lnTo>
                  <a:pt x="329488" y="144780"/>
                </a:lnTo>
                <a:close/>
              </a:path>
              <a:path w="403859" h="408939">
                <a:moveTo>
                  <a:pt x="320040" y="216408"/>
                </a:moveTo>
                <a:lnTo>
                  <a:pt x="295655" y="216408"/>
                </a:lnTo>
                <a:lnTo>
                  <a:pt x="295655" y="155448"/>
                </a:lnTo>
                <a:lnTo>
                  <a:pt x="327660" y="155448"/>
                </a:lnTo>
                <a:lnTo>
                  <a:pt x="320040" y="161544"/>
                </a:lnTo>
                <a:lnTo>
                  <a:pt x="320040" y="216408"/>
                </a:lnTo>
                <a:close/>
              </a:path>
              <a:path w="403859" h="408939">
                <a:moveTo>
                  <a:pt x="109728" y="408432"/>
                </a:moveTo>
                <a:lnTo>
                  <a:pt x="110609" y="383262"/>
                </a:lnTo>
                <a:lnTo>
                  <a:pt x="111061" y="337375"/>
                </a:lnTo>
                <a:lnTo>
                  <a:pt x="111169" y="294132"/>
                </a:lnTo>
                <a:lnTo>
                  <a:pt x="111252" y="182880"/>
                </a:lnTo>
                <a:lnTo>
                  <a:pt x="135636" y="182880"/>
                </a:lnTo>
                <a:lnTo>
                  <a:pt x="135636" y="216408"/>
                </a:lnTo>
                <a:lnTo>
                  <a:pt x="320040" y="216408"/>
                </a:lnTo>
                <a:lnTo>
                  <a:pt x="320040" y="225552"/>
                </a:lnTo>
                <a:lnTo>
                  <a:pt x="135636" y="225552"/>
                </a:lnTo>
                <a:lnTo>
                  <a:pt x="135636" y="283464"/>
                </a:lnTo>
                <a:lnTo>
                  <a:pt x="320040" y="283464"/>
                </a:lnTo>
                <a:lnTo>
                  <a:pt x="320040" y="294132"/>
                </a:lnTo>
                <a:lnTo>
                  <a:pt x="135636" y="294132"/>
                </a:lnTo>
                <a:lnTo>
                  <a:pt x="135636" y="393192"/>
                </a:lnTo>
                <a:lnTo>
                  <a:pt x="109728" y="408432"/>
                </a:lnTo>
                <a:close/>
              </a:path>
              <a:path w="403859" h="408939">
                <a:moveTo>
                  <a:pt x="320040" y="283464"/>
                </a:moveTo>
                <a:lnTo>
                  <a:pt x="295655" y="283464"/>
                </a:lnTo>
                <a:lnTo>
                  <a:pt x="295655" y="225552"/>
                </a:lnTo>
                <a:lnTo>
                  <a:pt x="320040" y="225552"/>
                </a:lnTo>
                <a:lnTo>
                  <a:pt x="320040" y="283464"/>
                </a:lnTo>
                <a:close/>
              </a:path>
              <a:path w="403859" h="408939">
                <a:moveTo>
                  <a:pt x="319492" y="370332"/>
                </a:moveTo>
                <a:lnTo>
                  <a:pt x="291084" y="370332"/>
                </a:lnTo>
                <a:lnTo>
                  <a:pt x="295655" y="365760"/>
                </a:lnTo>
                <a:lnTo>
                  <a:pt x="295655" y="294132"/>
                </a:lnTo>
                <a:lnTo>
                  <a:pt x="320040" y="294132"/>
                </a:lnTo>
                <a:lnTo>
                  <a:pt x="319954" y="367760"/>
                </a:lnTo>
                <a:lnTo>
                  <a:pt x="319492" y="370332"/>
                </a:lnTo>
                <a:close/>
              </a:path>
              <a:path w="403859" h="408939">
                <a:moveTo>
                  <a:pt x="281940" y="408432"/>
                </a:moveTo>
                <a:lnTo>
                  <a:pt x="279701" y="398692"/>
                </a:lnTo>
                <a:lnTo>
                  <a:pt x="270891" y="389953"/>
                </a:lnTo>
                <a:lnTo>
                  <a:pt x="255793" y="382071"/>
                </a:lnTo>
                <a:lnTo>
                  <a:pt x="234696" y="374904"/>
                </a:lnTo>
                <a:lnTo>
                  <a:pt x="234696" y="365760"/>
                </a:lnTo>
                <a:lnTo>
                  <a:pt x="248697" y="367760"/>
                </a:lnTo>
                <a:lnTo>
                  <a:pt x="260985" y="369189"/>
                </a:lnTo>
                <a:lnTo>
                  <a:pt x="271557" y="370046"/>
                </a:lnTo>
                <a:lnTo>
                  <a:pt x="280416" y="370332"/>
                </a:lnTo>
                <a:lnTo>
                  <a:pt x="319492" y="370332"/>
                </a:lnTo>
                <a:lnTo>
                  <a:pt x="317730" y="380142"/>
                </a:lnTo>
                <a:lnTo>
                  <a:pt x="310705" y="391287"/>
                </a:lnTo>
                <a:lnTo>
                  <a:pt x="298823" y="400716"/>
                </a:lnTo>
                <a:lnTo>
                  <a:pt x="281940" y="40843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7" name="object 87"/>
          <p:cNvSpPr/>
          <p:nvPr/>
        </p:nvSpPr>
        <p:spPr>
          <a:xfrm>
            <a:off x="7031723" y="5894844"/>
            <a:ext cx="2181225" cy="411480"/>
          </a:xfrm>
          <a:custGeom>
            <a:avLst/>
            <a:gdLst/>
            <a:ahLst/>
            <a:cxnLst/>
            <a:rect l="l" t="t" r="r" b="b"/>
            <a:pathLst>
              <a:path w="2181225" h="411479">
                <a:moveTo>
                  <a:pt x="396240" y="193548"/>
                </a:moveTo>
                <a:lnTo>
                  <a:pt x="358140" y="155448"/>
                </a:lnTo>
                <a:lnTo>
                  <a:pt x="323088" y="182880"/>
                </a:lnTo>
                <a:lnTo>
                  <a:pt x="0" y="182880"/>
                </a:lnTo>
                <a:lnTo>
                  <a:pt x="15240" y="198120"/>
                </a:lnTo>
                <a:lnTo>
                  <a:pt x="25196" y="196113"/>
                </a:lnTo>
                <a:lnTo>
                  <a:pt x="36576" y="194691"/>
                </a:lnTo>
                <a:lnTo>
                  <a:pt x="49110" y="193827"/>
                </a:lnTo>
                <a:lnTo>
                  <a:pt x="62484" y="193548"/>
                </a:lnTo>
                <a:lnTo>
                  <a:pt x="396240" y="193548"/>
                </a:lnTo>
                <a:close/>
              </a:path>
              <a:path w="2181225" h="411479">
                <a:moveTo>
                  <a:pt x="669036" y="147828"/>
                </a:moveTo>
                <a:lnTo>
                  <a:pt x="627888" y="124968"/>
                </a:lnTo>
                <a:lnTo>
                  <a:pt x="628129" y="146062"/>
                </a:lnTo>
                <a:lnTo>
                  <a:pt x="629183" y="183680"/>
                </a:lnTo>
                <a:lnTo>
                  <a:pt x="629361" y="195783"/>
                </a:lnTo>
                <a:lnTo>
                  <a:pt x="629412" y="315468"/>
                </a:lnTo>
                <a:lnTo>
                  <a:pt x="629183" y="331749"/>
                </a:lnTo>
                <a:lnTo>
                  <a:pt x="628650" y="353187"/>
                </a:lnTo>
                <a:lnTo>
                  <a:pt x="628154" y="378726"/>
                </a:lnTo>
                <a:lnTo>
                  <a:pt x="627888" y="411480"/>
                </a:lnTo>
                <a:lnTo>
                  <a:pt x="656844" y="394716"/>
                </a:lnTo>
                <a:lnTo>
                  <a:pt x="655967" y="378726"/>
                </a:lnTo>
                <a:lnTo>
                  <a:pt x="655510" y="362902"/>
                </a:lnTo>
                <a:lnTo>
                  <a:pt x="655408" y="353187"/>
                </a:lnTo>
                <a:lnTo>
                  <a:pt x="655320" y="158496"/>
                </a:lnTo>
                <a:lnTo>
                  <a:pt x="669036" y="147828"/>
                </a:lnTo>
                <a:close/>
              </a:path>
              <a:path w="2181225" h="411479">
                <a:moveTo>
                  <a:pt x="845820" y="181356"/>
                </a:moveTo>
                <a:lnTo>
                  <a:pt x="798195" y="166878"/>
                </a:lnTo>
                <a:lnTo>
                  <a:pt x="748284" y="138684"/>
                </a:lnTo>
                <a:lnTo>
                  <a:pt x="697611" y="93916"/>
                </a:lnTo>
                <a:lnTo>
                  <a:pt x="655866" y="41148"/>
                </a:lnTo>
                <a:lnTo>
                  <a:pt x="649224" y="32004"/>
                </a:lnTo>
                <a:lnTo>
                  <a:pt x="665988" y="21336"/>
                </a:lnTo>
                <a:lnTo>
                  <a:pt x="629412" y="0"/>
                </a:lnTo>
                <a:lnTo>
                  <a:pt x="618299" y="27787"/>
                </a:lnTo>
                <a:lnTo>
                  <a:pt x="603313" y="56578"/>
                </a:lnTo>
                <a:lnTo>
                  <a:pt x="562356" y="118872"/>
                </a:lnTo>
                <a:lnTo>
                  <a:pt x="535762" y="149161"/>
                </a:lnTo>
                <a:lnTo>
                  <a:pt x="506222" y="175971"/>
                </a:lnTo>
                <a:lnTo>
                  <a:pt x="473417" y="199453"/>
                </a:lnTo>
                <a:lnTo>
                  <a:pt x="437388" y="219456"/>
                </a:lnTo>
                <a:lnTo>
                  <a:pt x="438912" y="225552"/>
                </a:lnTo>
                <a:lnTo>
                  <a:pt x="474662" y="209829"/>
                </a:lnTo>
                <a:lnTo>
                  <a:pt x="534720" y="173253"/>
                </a:lnTo>
                <a:lnTo>
                  <a:pt x="581863" y="130086"/>
                </a:lnTo>
                <a:lnTo>
                  <a:pt x="624674" y="74599"/>
                </a:lnTo>
                <a:lnTo>
                  <a:pt x="644652" y="41148"/>
                </a:lnTo>
                <a:lnTo>
                  <a:pt x="662940" y="72339"/>
                </a:lnTo>
                <a:lnTo>
                  <a:pt x="699516" y="123863"/>
                </a:lnTo>
                <a:lnTo>
                  <a:pt x="736981" y="162725"/>
                </a:lnTo>
                <a:lnTo>
                  <a:pt x="781037" y="195783"/>
                </a:lnTo>
                <a:lnTo>
                  <a:pt x="806196" y="210312"/>
                </a:lnTo>
                <a:lnTo>
                  <a:pt x="813676" y="201168"/>
                </a:lnTo>
                <a:lnTo>
                  <a:pt x="822579" y="194310"/>
                </a:lnTo>
                <a:lnTo>
                  <a:pt x="833208" y="189738"/>
                </a:lnTo>
                <a:lnTo>
                  <a:pt x="845820" y="187452"/>
                </a:lnTo>
                <a:lnTo>
                  <a:pt x="845820" y="181356"/>
                </a:lnTo>
                <a:close/>
              </a:path>
              <a:path w="2181225" h="411479">
                <a:moveTo>
                  <a:pt x="1024140" y="25895"/>
                </a:moveTo>
                <a:lnTo>
                  <a:pt x="987564" y="3035"/>
                </a:lnTo>
                <a:lnTo>
                  <a:pt x="978700" y="30784"/>
                </a:lnTo>
                <a:lnTo>
                  <a:pt x="968133" y="59232"/>
                </a:lnTo>
                <a:lnTo>
                  <a:pt x="941844" y="118859"/>
                </a:lnTo>
                <a:lnTo>
                  <a:pt x="910793" y="175069"/>
                </a:lnTo>
                <a:lnTo>
                  <a:pt x="880884" y="220980"/>
                </a:lnTo>
                <a:lnTo>
                  <a:pt x="886980" y="225539"/>
                </a:lnTo>
                <a:lnTo>
                  <a:pt x="902411" y="208965"/>
                </a:lnTo>
                <a:lnTo>
                  <a:pt x="918984" y="188963"/>
                </a:lnTo>
                <a:lnTo>
                  <a:pt x="936701" y="165531"/>
                </a:lnTo>
                <a:lnTo>
                  <a:pt x="955560" y="138671"/>
                </a:lnTo>
                <a:lnTo>
                  <a:pt x="955433" y="354037"/>
                </a:lnTo>
                <a:lnTo>
                  <a:pt x="955319" y="364426"/>
                </a:lnTo>
                <a:lnTo>
                  <a:pt x="954887" y="385191"/>
                </a:lnTo>
                <a:lnTo>
                  <a:pt x="954036" y="408432"/>
                </a:lnTo>
                <a:lnTo>
                  <a:pt x="981468" y="394716"/>
                </a:lnTo>
                <a:lnTo>
                  <a:pt x="981265" y="378142"/>
                </a:lnTo>
                <a:lnTo>
                  <a:pt x="981176" y="373011"/>
                </a:lnTo>
                <a:lnTo>
                  <a:pt x="980655" y="356819"/>
                </a:lnTo>
                <a:lnTo>
                  <a:pt x="980173" y="344347"/>
                </a:lnTo>
                <a:lnTo>
                  <a:pt x="979944" y="333756"/>
                </a:lnTo>
                <a:lnTo>
                  <a:pt x="979944" y="149339"/>
                </a:lnTo>
                <a:lnTo>
                  <a:pt x="990612" y="138671"/>
                </a:lnTo>
                <a:lnTo>
                  <a:pt x="993660" y="135636"/>
                </a:lnTo>
                <a:lnTo>
                  <a:pt x="964704" y="120383"/>
                </a:lnTo>
                <a:lnTo>
                  <a:pt x="983627" y="83553"/>
                </a:lnTo>
                <a:lnTo>
                  <a:pt x="999566" y="55422"/>
                </a:lnTo>
                <a:lnTo>
                  <a:pt x="1012913" y="36169"/>
                </a:lnTo>
                <a:lnTo>
                  <a:pt x="1024140" y="25895"/>
                </a:lnTo>
                <a:close/>
              </a:path>
              <a:path w="2181225" h="411479">
                <a:moveTo>
                  <a:pt x="1237500" y="73139"/>
                </a:moveTo>
                <a:lnTo>
                  <a:pt x="1191983" y="38023"/>
                </a:lnTo>
                <a:lnTo>
                  <a:pt x="1162824" y="27419"/>
                </a:lnTo>
                <a:lnTo>
                  <a:pt x="1159776" y="33515"/>
                </a:lnTo>
                <a:lnTo>
                  <a:pt x="1177505" y="48310"/>
                </a:lnTo>
                <a:lnTo>
                  <a:pt x="1191971" y="62661"/>
                </a:lnTo>
                <a:lnTo>
                  <a:pt x="1203274" y="76174"/>
                </a:lnTo>
                <a:lnTo>
                  <a:pt x="1211592" y="88392"/>
                </a:lnTo>
                <a:lnTo>
                  <a:pt x="1216164" y="99047"/>
                </a:lnTo>
                <a:lnTo>
                  <a:pt x="1220736" y="103619"/>
                </a:lnTo>
                <a:lnTo>
                  <a:pt x="1228356" y="103619"/>
                </a:lnTo>
                <a:lnTo>
                  <a:pt x="1229880" y="102095"/>
                </a:lnTo>
                <a:lnTo>
                  <a:pt x="1235976" y="89916"/>
                </a:lnTo>
                <a:lnTo>
                  <a:pt x="1237500" y="83807"/>
                </a:lnTo>
                <a:lnTo>
                  <a:pt x="1237500" y="73139"/>
                </a:lnTo>
                <a:close/>
              </a:path>
              <a:path w="2181225" h="411479">
                <a:moveTo>
                  <a:pt x="1292364" y="367284"/>
                </a:moveTo>
                <a:lnTo>
                  <a:pt x="1272311" y="328155"/>
                </a:lnTo>
                <a:lnTo>
                  <a:pt x="1271028" y="291084"/>
                </a:lnTo>
                <a:lnTo>
                  <a:pt x="1261884" y="291084"/>
                </a:lnTo>
                <a:lnTo>
                  <a:pt x="1259954" y="330301"/>
                </a:lnTo>
                <a:lnTo>
                  <a:pt x="1248752" y="367753"/>
                </a:lnTo>
                <a:lnTo>
                  <a:pt x="1243596" y="370332"/>
                </a:lnTo>
                <a:lnTo>
                  <a:pt x="1190256" y="370332"/>
                </a:lnTo>
                <a:lnTo>
                  <a:pt x="1180007" y="368871"/>
                </a:lnTo>
                <a:lnTo>
                  <a:pt x="1172349" y="364426"/>
                </a:lnTo>
                <a:lnTo>
                  <a:pt x="1167536" y="356819"/>
                </a:lnTo>
                <a:lnTo>
                  <a:pt x="1165872" y="345948"/>
                </a:lnTo>
                <a:lnTo>
                  <a:pt x="1165872" y="146291"/>
                </a:lnTo>
                <a:lnTo>
                  <a:pt x="1271028" y="146291"/>
                </a:lnTo>
                <a:lnTo>
                  <a:pt x="1237500" y="112763"/>
                </a:lnTo>
                <a:lnTo>
                  <a:pt x="1214640" y="135636"/>
                </a:lnTo>
                <a:lnTo>
                  <a:pt x="1117104" y="135636"/>
                </a:lnTo>
                <a:lnTo>
                  <a:pt x="1117104" y="39611"/>
                </a:lnTo>
                <a:lnTo>
                  <a:pt x="1133868" y="25895"/>
                </a:lnTo>
                <a:lnTo>
                  <a:pt x="1091196" y="7607"/>
                </a:lnTo>
                <a:lnTo>
                  <a:pt x="1092073" y="23901"/>
                </a:lnTo>
                <a:lnTo>
                  <a:pt x="1092530" y="40754"/>
                </a:lnTo>
                <a:lnTo>
                  <a:pt x="1092593" y="48310"/>
                </a:lnTo>
                <a:lnTo>
                  <a:pt x="1092720" y="135636"/>
                </a:lnTo>
                <a:lnTo>
                  <a:pt x="998232" y="135636"/>
                </a:lnTo>
                <a:lnTo>
                  <a:pt x="1013472" y="150863"/>
                </a:lnTo>
                <a:lnTo>
                  <a:pt x="1023112" y="148869"/>
                </a:lnTo>
                <a:lnTo>
                  <a:pt x="1033475" y="147434"/>
                </a:lnTo>
                <a:lnTo>
                  <a:pt x="1044117" y="146583"/>
                </a:lnTo>
                <a:lnTo>
                  <a:pt x="1054620" y="146291"/>
                </a:lnTo>
                <a:lnTo>
                  <a:pt x="1092720" y="146291"/>
                </a:lnTo>
                <a:lnTo>
                  <a:pt x="1089291" y="202679"/>
                </a:lnTo>
                <a:lnTo>
                  <a:pt x="1079004" y="254508"/>
                </a:lnTo>
                <a:lnTo>
                  <a:pt x="1064145" y="300037"/>
                </a:lnTo>
                <a:lnTo>
                  <a:pt x="1042428" y="339852"/>
                </a:lnTo>
                <a:lnTo>
                  <a:pt x="1015377" y="375666"/>
                </a:lnTo>
                <a:lnTo>
                  <a:pt x="981468" y="406908"/>
                </a:lnTo>
                <a:lnTo>
                  <a:pt x="987564" y="411480"/>
                </a:lnTo>
                <a:lnTo>
                  <a:pt x="1030808" y="378142"/>
                </a:lnTo>
                <a:lnTo>
                  <a:pt x="1063764" y="341376"/>
                </a:lnTo>
                <a:lnTo>
                  <a:pt x="1087577" y="301561"/>
                </a:lnTo>
                <a:lnTo>
                  <a:pt x="1103388" y="256032"/>
                </a:lnTo>
                <a:lnTo>
                  <a:pt x="1113675" y="204584"/>
                </a:lnTo>
                <a:lnTo>
                  <a:pt x="1117104" y="146291"/>
                </a:lnTo>
                <a:lnTo>
                  <a:pt x="1144536" y="146291"/>
                </a:lnTo>
                <a:lnTo>
                  <a:pt x="1144587" y="358470"/>
                </a:lnTo>
                <a:lnTo>
                  <a:pt x="1184160" y="391668"/>
                </a:lnTo>
                <a:lnTo>
                  <a:pt x="1252740" y="391668"/>
                </a:lnTo>
                <a:lnTo>
                  <a:pt x="1264500" y="389991"/>
                </a:lnTo>
                <a:lnTo>
                  <a:pt x="1274838" y="385191"/>
                </a:lnTo>
                <a:lnTo>
                  <a:pt x="1284020" y="377520"/>
                </a:lnTo>
                <a:lnTo>
                  <a:pt x="1289875" y="370332"/>
                </a:lnTo>
                <a:lnTo>
                  <a:pt x="1292364" y="367284"/>
                </a:lnTo>
                <a:close/>
              </a:path>
              <a:path w="2181225" h="411479">
                <a:moveTo>
                  <a:pt x="1731264" y="367284"/>
                </a:moveTo>
                <a:lnTo>
                  <a:pt x="1707832" y="314896"/>
                </a:lnTo>
                <a:lnTo>
                  <a:pt x="1706880" y="288036"/>
                </a:lnTo>
                <a:lnTo>
                  <a:pt x="1699260" y="288036"/>
                </a:lnTo>
                <a:lnTo>
                  <a:pt x="1695831" y="340321"/>
                </a:lnTo>
                <a:lnTo>
                  <a:pt x="1679448" y="373380"/>
                </a:lnTo>
                <a:lnTo>
                  <a:pt x="1618488" y="373380"/>
                </a:lnTo>
                <a:lnTo>
                  <a:pt x="1601876" y="371919"/>
                </a:lnTo>
                <a:lnTo>
                  <a:pt x="1590675" y="365188"/>
                </a:lnTo>
                <a:lnTo>
                  <a:pt x="1584629" y="353009"/>
                </a:lnTo>
                <a:lnTo>
                  <a:pt x="1583436" y="335280"/>
                </a:lnTo>
                <a:lnTo>
                  <a:pt x="1583436" y="217932"/>
                </a:lnTo>
                <a:lnTo>
                  <a:pt x="1726692" y="217932"/>
                </a:lnTo>
                <a:lnTo>
                  <a:pt x="1691640" y="182880"/>
                </a:lnTo>
                <a:lnTo>
                  <a:pt x="1667256" y="207264"/>
                </a:lnTo>
                <a:lnTo>
                  <a:pt x="1545336" y="207264"/>
                </a:lnTo>
                <a:lnTo>
                  <a:pt x="1545336" y="112776"/>
                </a:lnTo>
                <a:lnTo>
                  <a:pt x="1684020" y="112776"/>
                </a:lnTo>
                <a:lnTo>
                  <a:pt x="1650492" y="77724"/>
                </a:lnTo>
                <a:lnTo>
                  <a:pt x="1626108" y="102108"/>
                </a:lnTo>
                <a:lnTo>
                  <a:pt x="1545336" y="102108"/>
                </a:lnTo>
                <a:lnTo>
                  <a:pt x="1545336" y="35052"/>
                </a:lnTo>
                <a:lnTo>
                  <a:pt x="1559052" y="21336"/>
                </a:lnTo>
                <a:lnTo>
                  <a:pt x="1519428" y="3048"/>
                </a:lnTo>
                <a:lnTo>
                  <a:pt x="1520317" y="19621"/>
                </a:lnTo>
                <a:lnTo>
                  <a:pt x="1520761" y="41910"/>
                </a:lnTo>
                <a:lnTo>
                  <a:pt x="1520952" y="103632"/>
                </a:lnTo>
                <a:lnTo>
                  <a:pt x="1431036" y="103632"/>
                </a:lnTo>
                <a:lnTo>
                  <a:pt x="1435823" y="93573"/>
                </a:lnTo>
                <a:lnTo>
                  <a:pt x="1440751" y="83820"/>
                </a:lnTo>
                <a:lnTo>
                  <a:pt x="1445399" y="74053"/>
                </a:lnTo>
                <a:lnTo>
                  <a:pt x="1449324" y="64008"/>
                </a:lnTo>
                <a:lnTo>
                  <a:pt x="1464564" y="57912"/>
                </a:lnTo>
                <a:lnTo>
                  <a:pt x="1424940" y="35052"/>
                </a:lnTo>
                <a:lnTo>
                  <a:pt x="1414970" y="76200"/>
                </a:lnTo>
                <a:lnTo>
                  <a:pt x="1401127" y="115062"/>
                </a:lnTo>
                <a:lnTo>
                  <a:pt x="1383588" y="151638"/>
                </a:lnTo>
                <a:lnTo>
                  <a:pt x="1362456" y="185928"/>
                </a:lnTo>
                <a:lnTo>
                  <a:pt x="1368552" y="188976"/>
                </a:lnTo>
                <a:lnTo>
                  <a:pt x="1384274" y="172377"/>
                </a:lnTo>
                <a:lnTo>
                  <a:pt x="1399413" y="154495"/>
                </a:lnTo>
                <a:lnTo>
                  <a:pt x="1413992" y="135178"/>
                </a:lnTo>
                <a:lnTo>
                  <a:pt x="1427988" y="114300"/>
                </a:lnTo>
                <a:lnTo>
                  <a:pt x="1520952" y="114300"/>
                </a:lnTo>
                <a:lnTo>
                  <a:pt x="1520952" y="207264"/>
                </a:lnTo>
                <a:lnTo>
                  <a:pt x="1336548" y="207264"/>
                </a:lnTo>
                <a:lnTo>
                  <a:pt x="1351788" y="222504"/>
                </a:lnTo>
                <a:lnTo>
                  <a:pt x="1362100" y="220497"/>
                </a:lnTo>
                <a:lnTo>
                  <a:pt x="1372552" y="219075"/>
                </a:lnTo>
                <a:lnTo>
                  <a:pt x="1383296" y="218211"/>
                </a:lnTo>
                <a:lnTo>
                  <a:pt x="1394460" y="217932"/>
                </a:lnTo>
                <a:lnTo>
                  <a:pt x="1470660" y="217932"/>
                </a:lnTo>
                <a:lnTo>
                  <a:pt x="1461516" y="276225"/>
                </a:lnTo>
                <a:lnTo>
                  <a:pt x="1443228" y="323088"/>
                </a:lnTo>
                <a:lnTo>
                  <a:pt x="1405318" y="365569"/>
                </a:lnTo>
                <a:lnTo>
                  <a:pt x="1336548" y="406908"/>
                </a:lnTo>
                <a:lnTo>
                  <a:pt x="1338072" y="411480"/>
                </a:lnTo>
                <a:lnTo>
                  <a:pt x="1380934" y="395732"/>
                </a:lnTo>
                <a:lnTo>
                  <a:pt x="1415796" y="378142"/>
                </a:lnTo>
                <a:lnTo>
                  <a:pt x="1461516" y="336804"/>
                </a:lnTo>
                <a:lnTo>
                  <a:pt x="1485328" y="284226"/>
                </a:lnTo>
                <a:lnTo>
                  <a:pt x="1496568" y="217932"/>
                </a:lnTo>
                <a:lnTo>
                  <a:pt x="1559052" y="217932"/>
                </a:lnTo>
                <a:lnTo>
                  <a:pt x="1559052" y="348996"/>
                </a:lnTo>
                <a:lnTo>
                  <a:pt x="1561414" y="368134"/>
                </a:lnTo>
                <a:lnTo>
                  <a:pt x="1568767" y="382143"/>
                </a:lnTo>
                <a:lnTo>
                  <a:pt x="1581556" y="390994"/>
                </a:lnTo>
                <a:lnTo>
                  <a:pt x="1600200" y="394703"/>
                </a:lnTo>
                <a:lnTo>
                  <a:pt x="1682496" y="394703"/>
                </a:lnTo>
                <a:lnTo>
                  <a:pt x="1700199" y="392988"/>
                </a:lnTo>
                <a:lnTo>
                  <a:pt x="1714309" y="387858"/>
                </a:lnTo>
                <a:lnTo>
                  <a:pt x="1724723" y="379285"/>
                </a:lnTo>
                <a:lnTo>
                  <a:pt x="1731264" y="367284"/>
                </a:lnTo>
                <a:close/>
              </a:path>
              <a:path w="2181225" h="411479">
                <a:moveTo>
                  <a:pt x="2180844" y="358127"/>
                </a:moveTo>
                <a:lnTo>
                  <a:pt x="2132838" y="350126"/>
                </a:lnTo>
                <a:lnTo>
                  <a:pt x="2093976" y="335267"/>
                </a:lnTo>
                <a:lnTo>
                  <a:pt x="2060448" y="312788"/>
                </a:lnTo>
                <a:lnTo>
                  <a:pt x="2031492" y="283451"/>
                </a:lnTo>
                <a:lnTo>
                  <a:pt x="2049233" y="271741"/>
                </a:lnTo>
                <a:lnTo>
                  <a:pt x="2068258" y="259448"/>
                </a:lnTo>
                <a:lnTo>
                  <a:pt x="2088718" y="246595"/>
                </a:lnTo>
                <a:lnTo>
                  <a:pt x="2110740" y="233159"/>
                </a:lnTo>
                <a:lnTo>
                  <a:pt x="2127504" y="231635"/>
                </a:lnTo>
                <a:lnTo>
                  <a:pt x="2098548" y="201155"/>
                </a:lnTo>
                <a:lnTo>
                  <a:pt x="2085403" y="219468"/>
                </a:lnTo>
                <a:lnTo>
                  <a:pt x="2068830" y="237921"/>
                </a:lnTo>
                <a:lnTo>
                  <a:pt x="2048827" y="256667"/>
                </a:lnTo>
                <a:lnTo>
                  <a:pt x="2025396" y="275831"/>
                </a:lnTo>
                <a:lnTo>
                  <a:pt x="2013165" y="256768"/>
                </a:lnTo>
                <a:lnTo>
                  <a:pt x="2001774" y="236397"/>
                </a:lnTo>
                <a:lnTo>
                  <a:pt x="1991537" y="215188"/>
                </a:lnTo>
                <a:lnTo>
                  <a:pt x="1982724" y="193535"/>
                </a:lnTo>
                <a:lnTo>
                  <a:pt x="2174748" y="193535"/>
                </a:lnTo>
                <a:lnTo>
                  <a:pt x="2139696" y="156959"/>
                </a:lnTo>
                <a:lnTo>
                  <a:pt x="2113788" y="182867"/>
                </a:lnTo>
                <a:lnTo>
                  <a:pt x="1984248" y="182867"/>
                </a:lnTo>
                <a:lnTo>
                  <a:pt x="1984248" y="132575"/>
                </a:lnTo>
                <a:lnTo>
                  <a:pt x="2125980" y="132575"/>
                </a:lnTo>
                <a:lnTo>
                  <a:pt x="2095500" y="99047"/>
                </a:lnTo>
                <a:lnTo>
                  <a:pt x="2072640" y="121907"/>
                </a:lnTo>
                <a:lnTo>
                  <a:pt x="1984248" y="121907"/>
                </a:lnTo>
                <a:lnTo>
                  <a:pt x="1984248" y="74663"/>
                </a:lnTo>
                <a:lnTo>
                  <a:pt x="2154936" y="74663"/>
                </a:lnTo>
                <a:lnTo>
                  <a:pt x="2121408" y="39611"/>
                </a:lnTo>
                <a:lnTo>
                  <a:pt x="2097024" y="63995"/>
                </a:lnTo>
                <a:lnTo>
                  <a:pt x="1984248" y="63995"/>
                </a:lnTo>
                <a:lnTo>
                  <a:pt x="1984248" y="33515"/>
                </a:lnTo>
                <a:lnTo>
                  <a:pt x="1997964" y="21323"/>
                </a:lnTo>
                <a:lnTo>
                  <a:pt x="1958340" y="3035"/>
                </a:lnTo>
                <a:lnTo>
                  <a:pt x="1958581" y="17284"/>
                </a:lnTo>
                <a:lnTo>
                  <a:pt x="1959635" y="48044"/>
                </a:lnTo>
                <a:lnTo>
                  <a:pt x="1959864" y="63995"/>
                </a:lnTo>
                <a:lnTo>
                  <a:pt x="1804416" y="63995"/>
                </a:lnTo>
                <a:lnTo>
                  <a:pt x="1819656" y="79235"/>
                </a:lnTo>
                <a:lnTo>
                  <a:pt x="1829968" y="77241"/>
                </a:lnTo>
                <a:lnTo>
                  <a:pt x="1840420" y="75806"/>
                </a:lnTo>
                <a:lnTo>
                  <a:pt x="1851164" y="74955"/>
                </a:lnTo>
                <a:lnTo>
                  <a:pt x="1862328" y="74663"/>
                </a:lnTo>
                <a:lnTo>
                  <a:pt x="1959864" y="74663"/>
                </a:lnTo>
                <a:lnTo>
                  <a:pt x="1959864" y="121907"/>
                </a:lnTo>
                <a:lnTo>
                  <a:pt x="1834896" y="121907"/>
                </a:lnTo>
                <a:lnTo>
                  <a:pt x="1850136" y="137147"/>
                </a:lnTo>
                <a:lnTo>
                  <a:pt x="1859572" y="135153"/>
                </a:lnTo>
                <a:lnTo>
                  <a:pt x="1869567" y="133718"/>
                </a:lnTo>
                <a:lnTo>
                  <a:pt x="1880146" y="132867"/>
                </a:lnTo>
                <a:lnTo>
                  <a:pt x="1891284" y="132575"/>
                </a:lnTo>
                <a:lnTo>
                  <a:pt x="1959864" y="132575"/>
                </a:lnTo>
                <a:lnTo>
                  <a:pt x="1959864" y="182867"/>
                </a:lnTo>
                <a:lnTo>
                  <a:pt x="1778508" y="182867"/>
                </a:lnTo>
                <a:lnTo>
                  <a:pt x="1793748" y="198107"/>
                </a:lnTo>
                <a:lnTo>
                  <a:pt x="1804060" y="196113"/>
                </a:lnTo>
                <a:lnTo>
                  <a:pt x="1814512" y="194678"/>
                </a:lnTo>
                <a:lnTo>
                  <a:pt x="1825256" y="193827"/>
                </a:lnTo>
                <a:lnTo>
                  <a:pt x="1836420" y="193535"/>
                </a:lnTo>
                <a:lnTo>
                  <a:pt x="1949196" y="193535"/>
                </a:lnTo>
                <a:lnTo>
                  <a:pt x="1914906" y="234683"/>
                </a:lnTo>
                <a:lnTo>
                  <a:pt x="1876044" y="271259"/>
                </a:lnTo>
                <a:lnTo>
                  <a:pt x="1829371" y="304215"/>
                </a:lnTo>
                <a:lnTo>
                  <a:pt x="1772412" y="333743"/>
                </a:lnTo>
                <a:lnTo>
                  <a:pt x="1773936" y="341363"/>
                </a:lnTo>
                <a:lnTo>
                  <a:pt x="1806181" y="329984"/>
                </a:lnTo>
                <a:lnTo>
                  <a:pt x="1836420" y="316598"/>
                </a:lnTo>
                <a:lnTo>
                  <a:pt x="1864385" y="301510"/>
                </a:lnTo>
                <a:lnTo>
                  <a:pt x="1889760" y="284975"/>
                </a:lnTo>
                <a:lnTo>
                  <a:pt x="1889760" y="353555"/>
                </a:lnTo>
                <a:lnTo>
                  <a:pt x="1889188" y="362991"/>
                </a:lnTo>
                <a:lnTo>
                  <a:pt x="1887474" y="370700"/>
                </a:lnTo>
                <a:lnTo>
                  <a:pt x="1884616" y="376707"/>
                </a:lnTo>
                <a:lnTo>
                  <a:pt x="1880616" y="380987"/>
                </a:lnTo>
                <a:lnTo>
                  <a:pt x="1901952" y="408419"/>
                </a:lnTo>
                <a:lnTo>
                  <a:pt x="1920582" y="394449"/>
                </a:lnTo>
                <a:lnTo>
                  <a:pt x="1944624" y="377748"/>
                </a:lnTo>
                <a:lnTo>
                  <a:pt x="1974392" y="358495"/>
                </a:lnTo>
                <a:lnTo>
                  <a:pt x="2010156" y="336791"/>
                </a:lnTo>
                <a:lnTo>
                  <a:pt x="2007108" y="330695"/>
                </a:lnTo>
                <a:lnTo>
                  <a:pt x="1915668" y="368795"/>
                </a:lnTo>
                <a:lnTo>
                  <a:pt x="1915668" y="266687"/>
                </a:lnTo>
                <a:lnTo>
                  <a:pt x="1932012" y="250672"/>
                </a:lnTo>
                <a:lnTo>
                  <a:pt x="1946910" y="234492"/>
                </a:lnTo>
                <a:lnTo>
                  <a:pt x="1960676" y="218046"/>
                </a:lnTo>
                <a:lnTo>
                  <a:pt x="1973580" y="201155"/>
                </a:lnTo>
                <a:lnTo>
                  <a:pt x="1988426" y="241528"/>
                </a:lnTo>
                <a:lnTo>
                  <a:pt x="2005393" y="276021"/>
                </a:lnTo>
                <a:lnTo>
                  <a:pt x="2045208" y="329171"/>
                </a:lnTo>
                <a:lnTo>
                  <a:pt x="2091309" y="364794"/>
                </a:lnTo>
                <a:lnTo>
                  <a:pt x="2139696" y="390131"/>
                </a:lnTo>
                <a:lnTo>
                  <a:pt x="2147417" y="380758"/>
                </a:lnTo>
                <a:lnTo>
                  <a:pt x="2156841" y="373367"/>
                </a:lnTo>
                <a:lnTo>
                  <a:pt x="2167991" y="368274"/>
                </a:lnTo>
                <a:lnTo>
                  <a:pt x="2180844" y="365747"/>
                </a:lnTo>
                <a:lnTo>
                  <a:pt x="2180844" y="35812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pic>
        <p:nvPicPr>
          <p:cNvPr id="88" name="object 88"/>
          <p:cNvPicPr/>
          <p:nvPr/>
        </p:nvPicPr>
        <p:blipFill>
          <a:blip r:embed="rId12" cstate="print"/>
          <a:stretch>
            <a:fillRect/>
          </a:stretch>
        </p:blipFill>
        <p:spPr>
          <a:xfrm>
            <a:off x="9294876" y="6167627"/>
            <a:ext cx="96012" cy="96012"/>
          </a:xfrm>
          <a:prstGeom prst="rect">
            <a:avLst/>
          </a:prstGeom>
        </p:spPr>
      </p:pic>
      <p:sp>
        <p:nvSpPr>
          <p:cNvPr id="89" name="object 89"/>
          <p:cNvSpPr/>
          <p:nvPr/>
        </p:nvSpPr>
        <p:spPr>
          <a:xfrm>
            <a:off x="7082028" y="3893820"/>
            <a:ext cx="419100" cy="289560"/>
          </a:xfrm>
          <a:custGeom>
            <a:avLst/>
            <a:gdLst/>
            <a:ahLst/>
            <a:cxnLst/>
            <a:rect l="l" t="t" r="r" b="b"/>
            <a:pathLst>
              <a:path w="419100" h="289560">
                <a:moveTo>
                  <a:pt x="342900" y="289559"/>
                </a:moveTo>
                <a:lnTo>
                  <a:pt x="220979" y="289559"/>
                </a:lnTo>
                <a:lnTo>
                  <a:pt x="222504" y="281940"/>
                </a:lnTo>
                <a:lnTo>
                  <a:pt x="239268" y="281940"/>
                </a:lnTo>
                <a:lnTo>
                  <a:pt x="246887" y="280416"/>
                </a:lnTo>
                <a:lnTo>
                  <a:pt x="252984" y="277368"/>
                </a:lnTo>
                <a:lnTo>
                  <a:pt x="257556" y="275843"/>
                </a:lnTo>
                <a:lnTo>
                  <a:pt x="262128" y="271272"/>
                </a:lnTo>
                <a:lnTo>
                  <a:pt x="265176" y="265176"/>
                </a:lnTo>
                <a:lnTo>
                  <a:pt x="280416" y="222504"/>
                </a:lnTo>
                <a:lnTo>
                  <a:pt x="327659" y="53339"/>
                </a:lnTo>
                <a:lnTo>
                  <a:pt x="158496" y="289559"/>
                </a:lnTo>
                <a:lnTo>
                  <a:pt x="149352" y="289559"/>
                </a:lnTo>
                <a:lnTo>
                  <a:pt x="121920" y="53339"/>
                </a:lnTo>
                <a:lnTo>
                  <a:pt x="70104" y="233172"/>
                </a:lnTo>
                <a:lnTo>
                  <a:pt x="67222" y="243744"/>
                </a:lnTo>
                <a:lnTo>
                  <a:pt x="65341" y="252603"/>
                </a:lnTo>
                <a:lnTo>
                  <a:pt x="64317" y="259746"/>
                </a:lnTo>
                <a:lnTo>
                  <a:pt x="64008" y="265176"/>
                </a:lnTo>
                <a:lnTo>
                  <a:pt x="64008" y="269748"/>
                </a:lnTo>
                <a:lnTo>
                  <a:pt x="97536" y="281940"/>
                </a:lnTo>
                <a:lnTo>
                  <a:pt x="96012" y="289559"/>
                </a:lnTo>
                <a:lnTo>
                  <a:pt x="0" y="289559"/>
                </a:lnTo>
                <a:lnTo>
                  <a:pt x="1524" y="281940"/>
                </a:lnTo>
                <a:lnTo>
                  <a:pt x="7620" y="281940"/>
                </a:lnTo>
                <a:lnTo>
                  <a:pt x="17311" y="281344"/>
                </a:lnTo>
                <a:lnTo>
                  <a:pt x="49029" y="250055"/>
                </a:lnTo>
                <a:lnTo>
                  <a:pt x="115824" y="21336"/>
                </a:lnTo>
                <a:lnTo>
                  <a:pt x="111252" y="16764"/>
                </a:lnTo>
                <a:lnTo>
                  <a:pt x="106680" y="13716"/>
                </a:lnTo>
                <a:lnTo>
                  <a:pt x="102107" y="12192"/>
                </a:lnTo>
                <a:lnTo>
                  <a:pt x="97536" y="9144"/>
                </a:lnTo>
                <a:lnTo>
                  <a:pt x="89916" y="9144"/>
                </a:lnTo>
                <a:lnTo>
                  <a:pt x="79248" y="7620"/>
                </a:lnTo>
                <a:lnTo>
                  <a:pt x="80772" y="0"/>
                </a:lnTo>
                <a:lnTo>
                  <a:pt x="152400" y="0"/>
                </a:lnTo>
                <a:lnTo>
                  <a:pt x="179832" y="233172"/>
                </a:lnTo>
                <a:lnTo>
                  <a:pt x="348995" y="0"/>
                </a:lnTo>
                <a:lnTo>
                  <a:pt x="419100" y="0"/>
                </a:lnTo>
                <a:lnTo>
                  <a:pt x="419100" y="7620"/>
                </a:lnTo>
                <a:lnTo>
                  <a:pt x="400812" y="9144"/>
                </a:lnTo>
                <a:lnTo>
                  <a:pt x="395097" y="9763"/>
                </a:lnTo>
                <a:lnTo>
                  <a:pt x="391668" y="10668"/>
                </a:lnTo>
                <a:lnTo>
                  <a:pt x="387095" y="12192"/>
                </a:lnTo>
                <a:lnTo>
                  <a:pt x="384048" y="16764"/>
                </a:lnTo>
                <a:lnTo>
                  <a:pt x="379476" y="21336"/>
                </a:lnTo>
                <a:lnTo>
                  <a:pt x="312419" y="237743"/>
                </a:lnTo>
                <a:lnTo>
                  <a:pt x="307848" y="263652"/>
                </a:lnTo>
                <a:lnTo>
                  <a:pt x="307848" y="269748"/>
                </a:lnTo>
                <a:lnTo>
                  <a:pt x="339852" y="281940"/>
                </a:lnTo>
                <a:lnTo>
                  <a:pt x="344424" y="281940"/>
                </a:lnTo>
                <a:lnTo>
                  <a:pt x="342900" y="28955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0" name="object 90"/>
          <p:cNvSpPr/>
          <p:nvPr/>
        </p:nvSpPr>
        <p:spPr>
          <a:xfrm>
            <a:off x="6341363" y="3989832"/>
            <a:ext cx="291465" cy="200025"/>
          </a:xfrm>
          <a:custGeom>
            <a:avLst/>
            <a:gdLst/>
            <a:ahLst/>
            <a:cxnLst/>
            <a:rect l="l" t="t" r="r" b="b"/>
            <a:pathLst>
              <a:path w="291465" h="200025">
                <a:moveTo>
                  <a:pt x="15240" y="21336"/>
                </a:moveTo>
                <a:lnTo>
                  <a:pt x="13716" y="13716"/>
                </a:lnTo>
                <a:lnTo>
                  <a:pt x="88392" y="0"/>
                </a:lnTo>
                <a:lnTo>
                  <a:pt x="82510" y="19812"/>
                </a:lnTo>
                <a:lnTo>
                  <a:pt x="24384" y="19812"/>
                </a:lnTo>
                <a:lnTo>
                  <a:pt x="15240" y="21336"/>
                </a:lnTo>
                <a:close/>
              </a:path>
              <a:path w="291465" h="200025">
                <a:moveTo>
                  <a:pt x="68386" y="97536"/>
                </a:moveTo>
                <a:lnTo>
                  <a:pt x="59436" y="97536"/>
                </a:lnTo>
                <a:lnTo>
                  <a:pt x="68937" y="81295"/>
                </a:lnTo>
                <a:lnTo>
                  <a:pt x="77152" y="67056"/>
                </a:lnTo>
                <a:lnTo>
                  <a:pt x="101703" y="33123"/>
                </a:lnTo>
                <a:lnTo>
                  <a:pt x="131064" y="7620"/>
                </a:lnTo>
                <a:lnTo>
                  <a:pt x="155448" y="0"/>
                </a:lnTo>
                <a:lnTo>
                  <a:pt x="161544" y="0"/>
                </a:lnTo>
                <a:lnTo>
                  <a:pt x="167640" y="3048"/>
                </a:lnTo>
                <a:lnTo>
                  <a:pt x="173736" y="7620"/>
                </a:lnTo>
                <a:lnTo>
                  <a:pt x="178308" y="12192"/>
                </a:lnTo>
                <a:lnTo>
                  <a:pt x="179832" y="16764"/>
                </a:lnTo>
                <a:lnTo>
                  <a:pt x="179832" y="24384"/>
                </a:lnTo>
                <a:lnTo>
                  <a:pt x="132588" y="24384"/>
                </a:lnTo>
                <a:lnTo>
                  <a:pt x="128016" y="27432"/>
                </a:lnTo>
                <a:lnTo>
                  <a:pt x="98131" y="52982"/>
                </a:lnTo>
                <a:lnTo>
                  <a:pt x="70866" y="92773"/>
                </a:lnTo>
                <a:lnTo>
                  <a:pt x="68386" y="97536"/>
                </a:lnTo>
                <a:close/>
              </a:path>
              <a:path w="291465" h="200025">
                <a:moveTo>
                  <a:pt x="168791" y="106680"/>
                </a:moveTo>
                <a:lnTo>
                  <a:pt x="160020" y="106680"/>
                </a:lnTo>
                <a:lnTo>
                  <a:pt x="177117" y="76104"/>
                </a:lnTo>
                <a:lnTo>
                  <a:pt x="210169" y="30384"/>
                </a:lnTo>
                <a:lnTo>
                  <a:pt x="243078" y="3619"/>
                </a:lnTo>
                <a:lnTo>
                  <a:pt x="260604" y="0"/>
                </a:lnTo>
                <a:lnTo>
                  <a:pt x="266699" y="0"/>
                </a:lnTo>
                <a:lnTo>
                  <a:pt x="272796" y="3048"/>
                </a:lnTo>
                <a:lnTo>
                  <a:pt x="277368" y="7620"/>
                </a:lnTo>
                <a:lnTo>
                  <a:pt x="280416" y="12192"/>
                </a:lnTo>
                <a:lnTo>
                  <a:pt x="283464" y="18288"/>
                </a:lnTo>
                <a:lnTo>
                  <a:pt x="283464" y="25908"/>
                </a:lnTo>
                <a:lnTo>
                  <a:pt x="234696" y="25908"/>
                </a:lnTo>
                <a:lnTo>
                  <a:pt x="228600" y="28956"/>
                </a:lnTo>
                <a:lnTo>
                  <a:pt x="222504" y="35052"/>
                </a:lnTo>
                <a:lnTo>
                  <a:pt x="207906" y="49958"/>
                </a:lnTo>
                <a:lnTo>
                  <a:pt x="193738" y="67437"/>
                </a:lnTo>
                <a:lnTo>
                  <a:pt x="179855" y="87772"/>
                </a:lnTo>
                <a:lnTo>
                  <a:pt x="168791" y="106680"/>
                </a:lnTo>
                <a:close/>
              </a:path>
              <a:path w="291465" h="200025">
                <a:moveTo>
                  <a:pt x="32004" y="193548"/>
                </a:moveTo>
                <a:lnTo>
                  <a:pt x="0" y="193548"/>
                </a:lnTo>
                <a:lnTo>
                  <a:pt x="39624" y="54864"/>
                </a:lnTo>
                <a:lnTo>
                  <a:pt x="45593" y="36957"/>
                </a:lnTo>
                <a:lnTo>
                  <a:pt x="45720" y="35052"/>
                </a:lnTo>
                <a:lnTo>
                  <a:pt x="47244" y="32004"/>
                </a:lnTo>
                <a:lnTo>
                  <a:pt x="47244" y="27432"/>
                </a:lnTo>
                <a:lnTo>
                  <a:pt x="39624" y="19812"/>
                </a:lnTo>
                <a:lnTo>
                  <a:pt x="82510" y="19812"/>
                </a:lnTo>
                <a:lnTo>
                  <a:pt x="59436" y="97536"/>
                </a:lnTo>
                <a:lnTo>
                  <a:pt x="68386" y="97536"/>
                </a:lnTo>
                <a:lnTo>
                  <a:pt x="63960" y="106037"/>
                </a:lnTo>
                <a:lnTo>
                  <a:pt x="57912" y="118872"/>
                </a:lnTo>
                <a:lnTo>
                  <a:pt x="53863" y="127754"/>
                </a:lnTo>
                <a:lnTo>
                  <a:pt x="48387" y="143065"/>
                </a:lnTo>
                <a:lnTo>
                  <a:pt x="40698" y="166497"/>
                </a:lnTo>
                <a:lnTo>
                  <a:pt x="32004" y="193548"/>
                </a:lnTo>
                <a:close/>
              </a:path>
              <a:path w="291465" h="200025">
                <a:moveTo>
                  <a:pt x="134112" y="193548"/>
                </a:moveTo>
                <a:lnTo>
                  <a:pt x="102108" y="193548"/>
                </a:lnTo>
                <a:lnTo>
                  <a:pt x="138684" y="64008"/>
                </a:lnTo>
                <a:lnTo>
                  <a:pt x="141565" y="54578"/>
                </a:lnTo>
                <a:lnTo>
                  <a:pt x="143446" y="46863"/>
                </a:lnTo>
                <a:lnTo>
                  <a:pt x="144470" y="40862"/>
                </a:lnTo>
                <a:lnTo>
                  <a:pt x="144752" y="36957"/>
                </a:lnTo>
                <a:lnTo>
                  <a:pt x="144732" y="30384"/>
                </a:lnTo>
                <a:lnTo>
                  <a:pt x="143256" y="27432"/>
                </a:lnTo>
                <a:lnTo>
                  <a:pt x="141732" y="25908"/>
                </a:lnTo>
                <a:lnTo>
                  <a:pt x="138684" y="24384"/>
                </a:lnTo>
                <a:lnTo>
                  <a:pt x="179832" y="24384"/>
                </a:lnTo>
                <a:lnTo>
                  <a:pt x="160020" y="106680"/>
                </a:lnTo>
                <a:lnTo>
                  <a:pt x="168791" y="106680"/>
                </a:lnTo>
                <a:lnTo>
                  <a:pt x="166116" y="111252"/>
                </a:lnTo>
                <a:lnTo>
                  <a:pt x="158115" y="128397"/>
                </a:lnTo>
                <a:lnTo>
                  <a:pt x="150114" y="147828"/>
                </a:lnTo>
                <a:lnTo>
                  <a:pt x="142113" y="169545"/>
                </a:lnTo>
                <a:lnTo>
                  <a:pt x="134112" y="193548"/>
                </a:lnTo>
                <a:close/>
              </a:path>
              <a:path w="291465" h="200025">
                <a:moveTo>
                  <a:pt x="236220" y="199643"/>
                </a:moveTo>
                <a:lnTo>
                  <a:pt x="225552" y="199643"/>
                </a:lnTo>
                <a:lnTo>
                  <a:pt x="220980" y="198119"/>
                </a:lnTo>
                <a:lnTo>
                  <a:pt x="217932" y="193548"/>
                </a:lnTo>
                <a:lnTo>
                  <a:pt x="214884" y="190500"/>
                </a:lnTo>
                <a:lnTo>
                  <a:pt x="213360" y="185928"/>
                </a:lnTo>
                <a:lnTo>
                  <a:pt x="213464" y="180260"/>
                </a:lnTo>
                <a:lnTo>
                  <a:pt x="213949" y="175260"/>
                </a:lnTo>
                <a:lnTo>
                  <a:pt x="215698" y="166282"/>
                </a:lnTo>
                <a:lnTo>
                  <a:pt x="218503" y="154781"/>
                </a:lnTo>
                <a:lnTo>
                  <a:pt x="222504" y="140208"/>
                </a:lnTo>
                <a:lnTo>
                  <a:pt x="240792" y="71628"/>
                </a:lnTo>
                <a:lnTo>
                  <a:pt x="243911" y="60721"/>
                </a:lnTo>
                <a:lnTo>
                  <a:pt x="246316" y="52959"/>
                </a:lnTo>
                <a:lnTo>
                  <a:pt x="247864" y="48053"/>
                </a:lnTo>
                <a:lnTo>
                  <a:pt x="248411" y="45720"/>
                </a:lnTo>
                <a:lnTo>
                  <a:pt x="248316" y="30384"/>
                </a:lnTo>
                <a:lnTo>
                  <a:pt x="245364" y="27432"/>
                </a:lnTo>
                <a:lnTo>
                  <a:pt x="242316" y="25908"/>
                </a:lnTo>
                <a:lnTo>
                  <a:pt x="283464" y="25908"/>
                </a:lnTo>
                <a:lnTo>
                  <a:pt x="256032" y="137160"/>
                </a:lnTo>
                <a:lnTo>
                  <a:pt x="252269" y="149423"/>
                </a:lnTo>
                <a:lnTo>
                  <a:pt x="249935" y="158686"/>
                </a:lnTo>
                <a:lnTo>
                  <a:pt x="248745" y="164806"/>
                </a:lnTo>
                <a:lnTo>
                  <a:pt x="248411" y="167640"/>
                </a:lnTo>
                <a:lnTo>
                  <a:pt x="248411" y="172212"/>
                </a:lnTo>
                <a:lnTo>
                  <a:pt x="251460" y="175260"/>
                </a:lnTo>
                <a:lnTo>
                  <a:pt x="269736" y="175260"/>
                </a:lnTo>
                <a:lnTo>
                  <a:pt x="264699" y="180260"/>
                </a:lnTo>
                <a:lnTo>
                  <a:pt x="258699" y="185928"/>
                </a:lnTo>
                <a:lnTo>
                  <a:pt x="253195" y="190500"/>
                </a:lnTo>
                <a:lnTo>
                  <a:pt x="248411" y="193548"/>
                </a:lnTo>
                <a:lnTo>
                  <a:pt x="242316" y="198119"/>
                </a:lnTo>
                <a:lnTo>
                  <a:pt x="236220" y="199643"/>
                </a:lnTo>
                <a:close/>
              </a:path>
              <a:path w="291465" h="200025">
                <a:moveTo>
                  <a:pt x="269736" y="175260"/>
                </a:moveTo>
                <a:lnTo>
                  <a:pt x="254508" y="175260"/>
                </a:lnTo>
                <a:lnTo>
                  <a:pt x="257556" y="173736"/>
                </a:lnTo>
                <a:lnTo>
                  <a:pt x="260604" y="170688"/>
                </a:lnTo>
                <a:lnTo>
                  <a:pt x="266319" y="165592"/>
                </a:lnTo>
                <a:lnTo>
                  <a:pt x="272034" y="159639"/>
                </a:lnTo>
                <a:lnTo>
                  <a:pt x="277749" y="153114"/>
                </a:lnTo>
                <a:lnTo>
                  <a:pt x="283464" y="146304"/>
                </a:lnTo>
                <a:lnTo>
                  <a:pt x="291084" y="149352"/>
                </a:lnTo>
                <a:lnTo>
                  <a:pt x="287345" y="154233"/>
                </a:lnTo>
                <a:lnTo>
                  <a:pt x="282892" y="159829"/>
                </a:lnTo>
                <a:lnTo>
                  <a:pt x="277582" y="166282"/>
                </a:lnTo>
                <a:lnTo>
                  <a:pt x="271272" y="173736"/>
                </a:lnTo>
                <a:lnTo>
                  <a:pt x="269736" y="17526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pic>
        <p:nvPicPr>
          <p:cNvPr id="91" name="object 91"/>
          <p:cNvPicPr/>
          <p:nvPr/>
        </p:nvPicPr>
        <p:blipFill>
          <a:blip r:embed="rId13" cstate="print"/>
          <a:stretch>
            <a:fillRect/>
          </a:stretch>
        </p:blipFill>
        <p:spPr>
          <a:xfrm>
            <a:off x="6769607" y="3988308"/>
            <a:ext cx="199643" cy="195072"/>
          </a:xfrm>
          <a:prstGeom prst="rect">
            <a:avLst/>
          </a:prstGeom>
        </p:spPr>
      </p:pic>
    </p:spTree>
  </p:cSld>
  <p:clrMapOvr>
    <a:masterClrMapping/>
  </p:clrMapOvr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9572244" y="7231380"/>
            <a:ext cx="177165" cy="142240"/>
            <a:chOff x="9572244" y="7231380"/>
            <a:chExt cx="177165" cy="142240"/>
          </a:xfrm>
        </p:grpSpPr>
        <p:pic>
          <p:nvPicPr>
            <p:cNvPr id="3" name="object 3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9572244" y="7231380"/>
              <a:ext cx="70103" cy="141732"/>
            </a:xfrm>
            <a:prstGeom prst="rect">
              <a:avLst/>
            </a:prstGeom>
          </p:spPr>
        </p:pic>
        <p:pic>
          <p:nvPicPr>
            <p:cNvPr id="4" name="object 4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9680448" y="7231380"/>
              <a:ext cx="68579" cy="141732"/>
            </a:xfrm>
            <a:prstGeom prst="rect">
              <a:avLst/>
            </a:prstGeom>
          </p:spPr>
        </p:pic>
      </p:grpSp>
      <p:sp>
        <p:nvSpPr>
          <p:cNvPr id="5" name="object 5"/>
          <p:cNvSpPr/>
          <p:nvPr/>
        </p:nvSpPr>
        <p:spPr>
          <a:xfrm>
            <a:off x="1760219" y="1328927"/>
            <a:ext cx="218440" cy="447040"/>
          </a:xfrm>
          <a:custGeom>
            <a:avLst/>
            <a:gdLst/>
            <a:ahLst/>
            <a:cxnLst/>
            <a:rect l="l" t="t" r="r" b="b"/>
            <a:pathLst>
              <a:path w="218439" h="447039">
                <a:moveTo>
                  <a:pt x="217931" y="446532"/>
                </a:moveTo>
                <a:lnTo>
                  <a:pt x="0" y="446532"/>
                </a:lnTo>
                <a:lnTo>
                  <a:pt x="0" y="400812"/>
                </a:lnTo>
                <a:lnTo>
                  <a:pt x="80771" y="400812"/>
                </a:lnTo>
                <a:lnTo>
                  <a:pt x="80771" y="102108"/>
                </a:lnTo>
                <a:lnTo>
                  <a:pt x="0" y="102108"/>
                </a:lnTo>
                <a:lnTo>
                  <a:pt x="0" y="62484"/>
                </a:lnTo>
                <a:lnTo>
                  <a:pt x="21407" y="61626"/>
                </a:lnTo>
                <a:lnTo>
                  <a:pt x="39814" y="59055"/>
                </a:lnTo>
                <a:lnTo>
                  <a:pt x="77081" y="41362"/>
                </a:lnTo>
                <a:lnTo>
                  <a:pt x="91439" y="0"/>
                </a:lnTo>
                <a:lnTo>
                  <a:pt x="138683" y="0"/>
                </a:lnTo>
                <a:lnTo>
                  <a:pt x="138683" y="400812"/>
                </a:lnTo>
                <a:lnTo>
                  <a:pt x="217931" y="400812"/>
                </a:lnTo>
                <a:lnTo>
                  <a:pt x="217931" y="446532"/>
                </a:lnTo>
                <a:close/>
              </a:path>
            </a:pathLst>
          </a:custGeom>
          <a:solidFill>
            <a:srgbClr val="3333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" name="object 6"/>
          <p:cNvSpPr/>
          <p:nvPr/>
        </p:nvSpPr>
        <p:spPr>
          <a:xfrm>
            <a:off x="2084832" y="1690116"/>
            <a:ext cx="71755" cy="85725"/>
          </a:xfrm>
          <a:custGeom>
            <a:avLst/>
            <a:gdLst/>
            <a:ahLst/>
            <a:cxnLst/>
            <a:rect l="l" t="t" r="r" b="b"/>
            <a:pathLst>
              <a:path w="71755" h="85725">
                <a:moveTo>
                  <a:pt x="71627" y="85343"/>
                </a:moveTo>
                <a:lnTo>
                  <a:pt x="0" y="85343"/>
                </a:lnTo>
                <a:lnTo>
                  <a:pt x="0" y="0"/>
                </a:lnTo>
                <a:lnTo>
                  <a:pt x="71627" y="0"/>
                </a:lnTo>
                <a:lnTo>
                  <a:pt x="71627" y="85343"/>
                </a:lnTo>
                <a:close/>
              </a:path>
            </a:pathLst>
          </a:custGeom>
          <a:solidFill>
            <a:srgbClr val="3333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" name="object 7"/>
          <p:cNvSpPr/>
          <p:nvPr/>
        </p:nvSpPr>
        <p:spPr>
          <a:xfrm>
            <a:off x="2279903" y="1328927"/>
            <a:ext cx="218440" cy="447040"/>
          </a:xfrm>
          <a:custGeom>
            <a:avLst/>
            <a:gdLst/>
            <a:ahLst/>
            <a:cxnLst/>
            <a:rect l="l" t="t" r="r" b="b"/>
            <a:pathLst>
              <a:path w="218439" h="447039">
                <a:moveTo>
                  <a:pt x="217931" y="446532"/>
                </a:moveTo>
                <a:lnTo>
                  <a:pt x="0" y="446532"/>
                </a:lnTo>
                <a:lnTo>
                  <a:pt x="0" y="400812"/>
                </a:lnTo>
                <a:lnTo>
                  <a:pt x="80771" y="400812"/>
                </a:lnTo>
                <a:lnTo>
                  <a:pt x="80771" y="102108"/>
                </a:lnTo>
                <a:lnTo>
                  <a:pt x="0" y="102108"/>
                </a:lnTo>
                <a:lnTo>
                  <a:pt x="0" y="62484"/>
                </a:lnTo>
                <a:lnTo>
                  <a:pt x="21431" y="61626"/>
                </a:lnTo>
                <a:lnTo>
                  <a:pt x="40004" y="59055"/>
                </a:lnTo>
                <a:lnTo>
                  <a:pt x="77962" y="41362"/>
                </a:lnTo>
                <a:lnTo>
                  <a:pt x="92963" y="0"/>
                </a:lnTo>
                <a:lnTo>
                  <a:pt x="138683" y="0"/>
                </a:lnTo>
                <a:lnTo>
                  <a:pt x="138683" y="400812"/>
                </a:lnTo>
                <a:lnTo>
                  <a:pt x="217931" y="400812"/>
                </a:lnTo>
                <a:lnTo>
                  <a:pt x="217931" y="446532"/>
                </a:lnTo>
                <a:close/>
              </a:path>
            </a:pathLst>
          </a:custGeom>
          <a:solidFill>
            <a:srgbClr val="3333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2833116" y="1280160"/>
            <a:ext cx="448309" cy="548640"/>
          </a:xfrm>
          <a:custGeom>
            <a:avLst/>
            <a:gdLst/>
            <a:ahLst/>
            <a:cxnLst/>
            <a:rect l="l" t="t" r="r" b="b"/>
            <a:pathLst>
              <a:path w="448310" h="548639">
                <a:moveTo>
                  <a:pt x="103632" y="117348"/>
                </a:moveTo>
                <a:lnTo>
                  <a:pt x="94488" y="117348"/>
                </a:lnTo>
                <a:lnTo>
                  <a:pt x="89916" y="109728"/>
                </a:lnTo>
                <a:lnTo>
                  <a:pt x="86868" y="96012"/>
                </a:lnTo>
                <a:lnTo>
                  <a:pt x="79462" y="76581"/>
                </a:lnTo>
                <a:lnTo>
                  <a:pt x="68770" y="54864"/>
                </a:lnTo>
                <a:lnTo>
                  <a:pt x="54935" y="30861"/>
                </a:lnTo>
                <a:lnTo>
                  <a:pt x="38100" y="4572"/>
                </a:lnTo>
                <a:lnTo>
                  <a:pt x="45720" y="0"/>
                </a:lnTo>
                <a:lnTo>
                  <a:pt x="85725" y="24384"/>
                </a:lnTo>
                <a:lnTo>
                  <a:pt x="116609" y="53030"/>
                </a:lnTo>
                <a:lnTo>
                  <a:pt x="124968" y="74676"/>
                </a:lnTo>
                <a:lnTo>
                  <a:pt x="124390" y="80700"/>
                </a:lnTo>
                <a:lnTo>
                  <a:pt x="122682" y="87249"/>
                </a:lnTo>
                <a:lnTo>
                  <a:pt x="119824" y="94392"/>
                </a:lnTo>
                <a:lnTo>
                  <a:pt x="115824" y="102108"/>
                </a:lnTo>
                <a:lnTo>
                  <a:pt x="109728" y="112776"/>
                </a:lnTo>
                <a:lnTo>
                  <a:pt x="103632" y="117348"/>
                </a:lnTo>
                <a:close/>
              </a:path>
              <a:path w="448310" h="548639">
                <a:moveTo>
                  <a:pt x="201168" y="83820"/>
                </a:moveTo>
                <a:lnTo>
                  <a:pt x="179831" y="62484"/>
                </a:lnTo>
                <a:lnTo>
                  <a:pt x="388620" y="62484"/>
                </a:lnTo>
                <a:lnTo>
                  <a:pt x="406908" y="33528"/>
                </a:lnTo>
                <a:lnTo>
                  <a:pt x="448056" y="67056"/>
                </a:lnTo>
                <a:lnTo>
                  <a:pt x="438208" y="76200"/>
                </a:lnTo>
                <a:lnTo>
                  <a:pt x="259080" y="76200"/>
                </a:lnTo>
                <a:lnTo>
                  <a:pt x="243601" y="76747"/>
                </a:lnTo>
                <a:lnTo>
                  <a:pt x="228981" y="78295"/>
                </a:lnTo>
                <a:lnTo>
                  <a:pt x="214931" y="80700"/>
                </a:lnTo>
                <a:lnTo>
                  <a:pt x="201168" y="83820"/>
                </a:lnTo>
                <a:close/>
              </a:path>
              <a:path w="448310" h="548639">
                <a:moveTo>
                  <a:pt x="425464" y="486156"/>
                </a:moveTo>
                <a:lnTo>
                  <a:pt x="364236" y="486156"/>
                </a:lnTo>
                <a:lnTo>
                  <a:pt x="375356" y="485846"/>
                </a:lnTo>
                <a:lnTo>
                  <a:pt x="383476" y="482536"/>
                </a:lnTo>
                <a:lnTo>
                  <a:pt x="388453" y="476083"/>
                </a:lnTo>
                <a:lnTo>
                  <a:pt x="390144" y="466344"/>
                </a:lnTo>
                <a:lnTo>
                  <a:pt x="390144" y="76200"/>
                </a:lnTo>
                <a:lnTo>
                  <a:pt x="438208" y="76200"/>
                </a:lnTo>
                <a:lnTo>
                  <a:pt x="426720" y="86868"/>
                </a:lnTo>
                <a:lnTo>
                  <a:pt x="426720" y="473964"/>
                </a:lnTo>
                <a:lnTo>
                  <a:pt x="425464" y="486156"/>
                </a:lnTo>
                <a:close/>
              </a:path>
              <a:path w="448310" h="548639">
                <a:moveTo>
                  <a:pt x="0" y="548640"/>
                </a:moveTo>
                <a:lnTo>
                  <a:pt x="1039" y="498276"/>
                </a:lnTo>
                <a:lnTo>
                  <a:pt x="1731" y="459955"/>
                </a:lnTo>
                <a:lnTo>
                  <a:pt x="2414" y="411041"/>
                </a:lnTo>
                <a:lnTo>
                  <a:pt x="2822" y="365379"/>
                </a:lnTo>
                <a:lnTo>
                  <a:pt x="3011" y="295656"/>
                </a:lnTo>
                <a:lnTo>
                  <a:pt x="2786" y="239077"/>
                </a:lnTo>
                <a:lnTo>
                  <a:pt x="2104" y="184404"/>
                </a:lnTo>
                <a:lnTo>
                  <a:pt x="1119" y="138493"/>
                </a:lnTo>
                <a:lnTo>
                  <a:pt x="0" y="103632"/>
                </a:lnTo>
                <a:lnTo>
                  <a:pt x="60960" y="137160"/>
                </a:lnTo>
                <a:lnTo>
                  <a:pt x="38100" y="150876"/>
                </a:lnTo>
                <a:lnTo>
                  <a:pt x="38100" y="531876"/>
                </a:lnTo>
                <a:lnTo>
                  <a:pt x="0" y="548640"/>
                </a:lnTo>
                <a:close/>
              </a:path>
              <a:path w="448310" h="548639">
                <a:moveTo>
                  <a:pt x="331670" y="208788"/>
                </a:moveTo>
                <a:lnTo>
                  <a:pt x="277368" y="208788"/>
                </a:lnTo>
                <a:lnTo>
                  <a:pt x="294131" y="181356"/>
                </a:lnTo>
                <a:lnTo>
                  <a:pt x="331670" y="208788"/>
                </a:lnTo>
                <a:close/>
              </a:path>
              <a:path w="448310" h="548639">
                <a:moveTo>
                  <a:pt x="112776" y="423671"/>
                </a:moveTo>
                <a:lnTo>
                  <a:pt x="113895" y="389096"/>
                </a:lnTo>
                <a:lnTo>
                  <a:pt x="114871" y="356235"/>
                </a:lnTo>
                <a:lnTo>
                  <a:pt x="115562" y="325088"/>
                </a:lnTo>
                <a:lnTo>
                  <a:pt x="115824" y="295656"/>
                </a:lnTo>
                <a:lnTo>
                  <a:pt x="115562" y="267985"/>
                </a:lnTo>
                <a:lnTo>
                  <a:pt x="114838" y="239077"/>
                </a:lnTo>
                <a:lnTo>
                  <a:pt x="113762" y="208788"/>
                </a:lnTo>
                <a:lnTo>
                  <a:pt x="112776" y="184404"/>
                </a:lnTo>
                <a:lnTo>
                  <a:pt x="149352" y="208788"/>
                </a:lnTo>
                <a:lnTo>
                  <a:pt x="331670" y="208788"/>
                </a:lnTo>
                <a:lnTo>
                  <a:pt x="333756" y="210312"/>
                </a:lnTo>
                <a:lnTo>
                  <a:pt x="319347" y="222504"/>
                </a:lnTo>
                <a:lnTo>
                  <a:pt x="149352" y="222504"/>
                </a:lnTo>
                <a:lnTo>
                  <a:pt x="149352" y="364236"/>
                </a:lnTo>
                <a:lnTo>
                  <a:pt x="314298" y="364236"/>
                </a:lnTo>
                <a:lnTo>
                  <a:pt x="314324" y="365379"/>
                </a:lnTo>
                <a:lnTo>
                  <a:pt x="315025" y="377952"/>
                </a:lnTo>
                <a:lnTo>
                  <a:pt x="149352" y="377952"/>
                </a:lnTo>
                <a:lnTo>
                  <a:pt x="149352" y="409956"/>
                </a:lnTo>
                <a:lnTo>
                  <a:pt x="112776" y="423671"/>
                </a:lnTo>
                <a:close/>
              </a:path>
              <a:path w="448310" h="548639">
                <a:moveTo>
                  <a:pt x="314298" y="364236"/>
                </a:moveTo>
                <a:lnTo>
                  <a:pt x="280416" y="364236"/>
                </a:lnTo>
                <a:lnTo>
                  <a:pt x="280416" y="222504"/>
                </a:lnTo>
                <a:lnTo>
                  <a:pt x="319347" y="222504"/>
                </a:lnTo>
                <a:lnTo>
                  <a:pt x="313943" y="227076"/>
                </a:lnTo>
                <a:lnTo>
                  <a:pt x="313991" y="350853"/>
                </a:lnTo>
                <a:lnTo>
                  <a:pt x="314298" y="364236"/>
                </a:lnTo>
                <a:close/>
              </a:path>
              <a:path w="448310" h="548639">
                <a:moveTo>
                  <a:pt x="280416" y="414528"/>
                </a:moveTo>
                <a:lnTo>
                  <a:pt x="280416" y="377952"/>
                </a:lnTo>
                <a:lnTo>
                  <a:pt x="315025" y="377952"/>
                </a:lnTo>
                <a:lnTo>
                  <a:pt x="315229" y="381619"/>
                </a:lnTo>
                <a:lnTo>
                  <a:pt x="316991" y="399288"/>
                </a:lnTo>
                <a:lnTo>
                  <a:pt x="280416" y="414528"/>
                </a:lnTo>
                <a:close/>
              </a:path>
              <a:path w="448310" h="548639">
                <a:moveTo>
                  <a:pt x="367284" y="548640"/>
                </a:moveTo>
                <a:lnTo>
                  <a:pt x="362140" y="528613"/>
                </a:lnTo>
                <a:lnTo>
                  <a:pt x="346710" y="511873"/>
                </a:lnTo>
                <a:lnTo>
                  <a:pt x="320992" y="498276"/>
                </a:lnTo>
                <a:lnTo>
                  <a:pt x="284988" y="487680"/>
                </a:lnTo>
                <a:lnTo>
                  <a:pt x="284988" y="478536"/>
                </a:lnTo>
                <a:lnTo>
                  <a:pt x="364236" y="486156"/>
                </a:lnTo>
                <a:lnTo>
                  <a:pt x="425464" y="486156"/>
                </a:lnTo>
                <a:lnTo>
                  <a:pt x="423862" y="501705"/>
                </a:lnTo>
                <a:lnTo>
                  <a:pt x="413004" y="523303"/>
                </a:lnTo>
                <a:lnTo>
                  <a:pt x="394144" y="538900"/>
                </a:lnTo>
                <a:lnTo>
                  <a:pt x="367284" y="548640"/>
                </a:lnTo>
                <a:close/>
              </a:path>
            </a:pathLst>
          </a:custGeom>
          <a:solidFill>
            <a:srgbClr val="3333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3377184" y="1289303"/>
            <a:ext cx="558165" cy="541020"/>
          </a:xfrm>
          <a:custGeom>
            <a:avLst/>
            <a:gdLst/>
            <a:ahLst/>
            <a:cxnLst/>
            <a:rect l="l" t="t" r="r" b="b"/>
            <a:pathLst>
              <a:path w="558164" h="541019">
                <a:moveTo>
                  <a:pt x="298704" y="50292"/>
                </a:moveTo>
                <a:lnTo>
                  <a:pt x="277368" y="28956"/>
                </a:lnTo>
                <a:lnTo>
                  <a:pt x="484632" y="28956"/>
                </a:lnTo>
                <a:lnTo>
                  <a:pt x="513588" y="0"/>
                </a:lnTo>
                <a:lnTo>
                  <a:pt x="551688" y="44196"/>
                </a:lnTo>
                <a:lnTo>
                  <a:pt x="356616" y="44196"/>
                </a:lnTo>
                <a:lnTo>
                  <a:pt x="341137" y="44505"/>
                </a:lnTo>
                <a:lnTo>
                  <a:pt x="326517" y="45529"/>
                </a:lnTo>
                <a:lnTo>
                  <a:pt x="312467" y="47410"/>
                </a:lnTo>
                <a:lnTo>
                  <a:pt x="298704" y="50292"/>
                </a:lnTo>
                <a:close/>
              </a:path>
              <a:path w="558164" h="541019">
                <a:moveTo>
                  <a:pt x="259400" y="27432"/>
                </a:moveTo>
                <a:lnTo>
                  <a:pt x="211836" y="27432"/>
                </a:lnTo>
                <a:lnTo>
                  <a:pt x="228600" y="3048"/>
                </a:lnTo>
                <a:lnTo>
                  <a:pt x="259400" y="27432"/>
                </a:lnTo>
                <a:close/>
              </a:path>
              <a:path w="558164" h="541019">
                <a:moveTo>
                  <a:pt x="71628" y="233172"/>
                </a:moveTo>
                <a:lnTo>
                  <a:pt x="72509" y="205430"/>
                </a:lnTo>
                <a:lnTo>
                  <a:pt x="72961" y="176974"/>
                </a:lnTo>
                <a:lnTo>
                  <a:pt x="73066" y="77914"/>
                </a:lnTo>
                <a:lnTo>
                  <a:pt x="72964" y="60698"/>
                </a:lnTo>
                <a:lnTo>
                  <a:pt x="72509" y="33337"/>
                </a:lnTo>
                <a:lnTo>
                  <a:pt x="71628" y="7620"/>
                </a:lnTo>
                <a:lnTo>
                  <a:pt x="105156" y="27432"/>
                </a:lnTo>
                <a:lnTo>
                  <a:pt x="259400" y="27432"/>
                </a:lnTo>
                <a:lnTo>
                  <a:pt x="265175" y="32004"/>
                </a:lnTo>
                <a:lnTo>
                  <a:pt x="254000" y="41148"/>
                </a:lnTo>
                <a:lnTo>
                  <a:pt x="105156" y="41148"/>
                </a:lnTo>
                <a:lnTo>
                  <a:pt x="105156" y="111252"/>
                </a:lnTo>
                <a:lnTo>
                  <a:pt x="248564" y="111252"/>
                </a:lnTo>
                <a:lnTo>
                  <a:pt x="248666" y="124968"/>
                </a:lnTo>
                <a:lnTo>
                  <a:pt x="105156" y="124968"/>
                </a:lnTo>
                <a:lnTo>
                  <a:pt x="105156" y="192024"/>
                </a:lnTo>
                <a:lnTo>
                  <a:pt x="250360" y="192024"/>
                </a:lnTo>
                <a:lnTo>
                  <a:pt x="251121" y="205740"/>
                </a:lnTo>
                <a:lnTo>
                  <a:pt x="105156" y="205740"/>
                </a:lnTo>
                <a:lnTo>
                  <a:pt x="105156" y="220979"/>
                </a:lnTo>
                <a:lnTo>
                  <a:pt x="71628" y="233172"/>
                </a:lnTo>
                <a:close/>
              </a:path>
              <a:path w="558164" h="541019">
                <a:moveTo>
                  <a:pt x="248564" y="111252"/>
                </a:moveTo>
                <a:lnTo>
                  <a:pt x="217932" y="111252"/>
                </a:lnTo>
                <a:lnTo>
                  <a:pt x="217932" y="41148"/>
                </a:lnTo>
                <a:lnTo>
                  <a:pt x="254000" y="41148"/>
                </a:lnTo>
                <a:lnTo>
                  <a:pt x="248412" y="45720"/>
                </a:lnTo>
                <a:lnTo>
                  <a:pt x="248459" y="97178"/>
                </a:lnTo>
                <a:lnTo>
                  <a:pt x="248564" y="111252"/>
                </a:lnTo>
                <a:close/>
              </a:path>
              <a:path w="558164" h="541019">
                <a:moveTo>
                  <a:pt x="384048" y="112776"/>
                </a:moveTo>
                <a:lnTo>
                  <a:pt x="373380" y="112776"/>
                </a:lnTo>
                <a:lnTo>
                  <a:pt x="377404" y="95416"/>
                </a:lnTo>
                <a:lnTo>
                  <a:pt x="380428" y="77914"/>
                </a:lnTo>
                <a:lnTo>
                  <a:pt x="382595" y="60698"/>
                </a:lnTo>
                <a:lnTo>
                  <a:pt x="384048" y="44196"/>
                </a:lnTo>
                <a:lnTo>
                  <a:pt x="425195" y="44196"/>
                </a:lnTo>
                <a:lnTo>
                  <a:pt x="419195" y="53625"/>
                </a:lnTo>
                <a:lnTo>
                  <a:pt x="410337" y="68199"/>
                </a:lnTo>
                <a:lnTo>
                  <a:pt x="398621" y="87915"/>
                </a:lnTo>
                <a:lnTo>
                  <a:pt x="384048" y="112776"/>
                </a:lnTo>
                <a:close/>
              </a:path>
              <a:path w="558164" h="541019">
                <a:moveTo>
                  <a:pt x="522373" y="112776"/>
                </a:moveTo>
                <a:lnTo>
                  <a:pt x="475488" y="112776"/>
                </a:lnTo>
                <a:lnTo>
                  <a:pt x="492252" y="91440"/>
                </a:lnTo>
                <a:lnTo>
                  <a:pt x="522373" y="112776"/>
                </a:lnTo>
                <a:close/>
              </a:path>
              <a:path w="558164" h="541019">
                <a:moveTo>
                  <a:pt x="307848" y="345948"/>
                </a:moveTo>
                <a:lnTo>
                  <a:pt x="309943" y="289941"/>
                </a:lnTo>
                <a:lnTo>
                  <a:pt x="310714" y="246888"/>
                </a:lnTo>
                <a:lnTo>
                  <a:pt x="310817" y="211836"/>
                </a:lnTo>
                <a:lnTo>
                  <a:pt x="310634" y="187071"/>
                </a:lnTo>
                <a:lnTo>
                  <a:pt x="309943" y="153924"/>
                </a:lnTo>
                <a:lnTo>
                  <a:pt x="308967" y="123063"/>
                </a:lnTo>
                <a:lnTo>
                  <a:pt x="307848" y="94488"/>
                </a:lnTo>
                <a:lnTo>
                  <a:pt x="341376" y="112776"/>
                </a:lnTo>
                <a:lnTo>
                  <a:pt x="522373" y="112776"/>
                </a:lnTo>
                <a:lnTo>
                  <a:pt x="528828" y="117348"/>
                </a:lnTo>
                <a:lnTo>
                  <a:pt x="517093" y="128016"/>
                </a:lnTo>
                <a:lnTo>
                  <a:pt x="341376" y="128016"/>
                </a:lnTo>
                <a:lnTo>
                  <a:pt x="341376" y="326136"/>
                </a:lnTo>
                <a:lnTo>
                  <a:pt x="307848" y="345948"/>
                </a:lnTo>
                <a:close/>
              </a:path>
              <a:path w="558164" h="541019">
                <a:moveTo>
                  <a:pt x="250360" y="192024"/>
                </a:moveTo>
                <a:lnTo>
                  <a:pt x="217932" y="192024"/>
                </a:lnTo>
                <a:lnTo>
                  <a:pt x="217932" y="124968"/>
                </a:lnTo>
                <a:lnTo>
                  <a:pt x="248666" y="124968"/>
                </a:lnTo>
                <a:lnTo>
                  <a:pt x="248793" y="141922"/>
                </a:lnTo>
                <a:lnTo>
                  <a:pt x="249697" y="180093"/>
                </a:lnTo>
                <a:lnTo>
                  <a:pt x="250360" y="192024"/>
                </a:lnTo>
                <a:close/>
              </a:path>
              <a:path w="558164" h="541019">
                <a:moveTo>
                  <a:pt x="480060" y="338328"/>
                </a:moveTo>
                <a:lnTo>
                  <a:pt x="480060" y="128016"/>
                </a:lnTo>
                <a:lnTo>
                  <a:pt x="517093" y="128016"/>
                </a:lnTo>
                <a:lnTo>
                  <a:pt x="512064" y="132588"/>
                </a:lnTo>
                <a:lnTo>
                  <a:pt x="512119" y="261651"/>
                </a:lnTo>
                <a:lnTo>
                  <a:pt x="512236" y="273343"/>
                </a:lnTo>
                <a:lnTo>
                  <a:pt x="512706" y="296179"/>
                </a:lnTo>
                <a:lnTo>
                  <a:pt x="513588" y="321564"/>
                </a:lnTo>
                <a:lnTo>
                  <a:pt x="480060" y="338328"/>
                </a:lnTo>
                <a:close/>
              </a:path>
              <a:path w="558164" h="541019">
                <a:moveTo>
                  <a:pt x="262128" y="477011"/>
                </a:moveTo>
                <a:lnTo>
                  <a:pt x="257556" y="469392"/>
                </a:lnTo>
                <a:lnTo>
                  <a:pt x="291036" y="449937"/>
                </a:lnTo>
                <a:lnTo>
                  <a:pt x="318516" y="430339"/>
                </a:lnTo>
                <a:lnTo>
                  <a:pt x="356616" y="390144"/>
                </a:lnTo>
                <a:lnTo>
                  <a:pt x="378333" y="345757"/>
                </a:lnTo>
                <a:lnTo>
                  <a:pt x="388595" y="291274"/>
                </a:lnTo>
                <a:lnTo>
                  <a:pt x="390455" y="233172"/>
                </a:lnTo>
                <a:lnTo>
                  <a:pt x="390662" y="192024"/>
                </a:lnTo>
                <a:lnTo>
                  <a:pt x="390144" y="163068"/>
                </a:lnTo>
                <a:lnTo>
                  <a:pt x="441960" y="188976"/>
                </a:lnTo>
                <a:lnTo>
                  <a:pt x="423672" y="205740"/>
                </a:lnTo>
                <a:lnTo>
                  <a:pt x="422838" y="252293"/>
                </a:lnTo>
                <a:lnTo>
                  <a:pt x="420433" y="291274"/>
                </a:lnTo>
                <a:lnTo>
                  <a:pt x="411480" y="345948"/>
                </a:lnTo>
                <a:lnTo>
                  <a:pt x="393573" y="384238"/>
                </a:lnTo>
                <a:lnTo>
                  <a:pt x="364236" y="419100"/>
                </a:lnTo>
                <a:lnTo>
                  <a:pt x="321754" y="450342"/>
                </a:lnTo>
                <a:lnTo>
                  <a:pt x="294155" y="464105"/>
                </a:lnTo>
                <a:lnTo>
                  <a:pt x="262128" y="477011"/>
                </a:lnTo>
                <a:close/>
              </a:path>
              <a:path w="558164" h="541019">
                <a:moveTo>
                  <a:pt x="217932" y="228600"/>
                </a:moveTo>
                <a:lnTo>
                  <a:pt x="217932" y="205740"/>
                </a:lnTo>
                <a:lnTo>
                  <a:pt x="251121" y="205740"/>
                </a:lnTo>
                <a:lnTo>
                  <a:pt x="251460" y="211836"/>
                </a:lnTo>
                <a:lnTo>
                  <a:pt x="217932" y="228600"/>
                </a:lnTo>
                <a:close/>
              </a:path>
              <a:path w="558164" h="541019">
                <a:moveTo>
                  <a:pt x="39624" y="280416"/>
                </a:moveTo>
                <a:lnTo>
                  <a:pt x="18288" y="259079"/>
                </a:lnTo>
                <a:lnTo>
                  <a:pt x="228600" y="259079"/>
                </a:lnTo>
                <a:lnTo>
                  <a:pt x="257556" y="230124"/>
                </a:lnTo>
                <a:lnTo>
                  <a:pt x="295656" y="272796"/>
                </a:lnTo>
                <a:lnTo>
                  <a:pt x="97536" y="272796"/>
                </a:lnTo>
                <a:lnTo>
                  <a:pt x="82700" y="273343"/>
                </a:lnTo>
                <a:lnTo>
                  <a:pt x="68008" y="274891"/>
                </a:lnTo>
                <a:lnTo>
                  <a:pt x="53601" y="277296"/>
                </a:lnTo>
                <a:lnTo>
                  <a:pt x="39624" y="280416"/>
                </a:lnTo>
                <a:close/>
              </a:path>
              <a:path w="558164" h="541019">
                <a:moveTo>
                  <a:pt x="178308" y="455676"/>
                </a:moveTo>
                <a:lnTo>
                  <a:pt x="147828" y="455676"/>
                </a:lnTo>
                <a:lnTo>
                  <a:pt x="147828" y="272796"/>
                </a:lnTo>
                <a:lnTo>
                  <a:pt x="178308" y="272796"/>
                </a:lnTo>
                <a:lnTo>
                  <a:pt x="178308" y="356616"/>
                </a:lnTo>
                <a:lnTo>
                  <a:pt x="273529" y="356616"/>
                </a:lnTo>
                <a:lnTo>
                  <a:pt x="286512" y="371856"/>
                </a:lnTo>
                <a:lnTo>
                  <a:pt x="178308" y="371856"/>
                </a:lnTo>
                <a:lnTo>
                  <a:pt x="178308" y="455676"/>
                </a:lnTo>
                <a:close/>
              </a:path>
              <a:path w="558164" h="541019">
                <a:moveTo>
                  <a:pt x="6096" y="541020"/>
                </a:moveTo>
                <a:lnTo>
                  <a:pt x="0" y="536448"/>
                </a:lnTo>
                <a:lnTo>
                  <a:pt x="13120" y="510159"/>
                </a:lnTo>
                <a:lnTo>
                  <a:pt x="24955" y="481584"/>
                </a:lnTo>
                <a:lnTo>
                  <a:pt x="44196" y="417576"/>
                </a:lnTo>
                <a:lnTo>
                  <a:pt x="56197" y="353949"/>
                </a:lnTo>
                <a:lnTo>
                  <a:pt x="62484" y="297179"/>
                </a:lnTo>
                <a:lnTo>
                  <a:pt x="109728" y="321564"/>
                </a:lnTo>
                <a:lnTo>
                  <a:pt x="100917" y="328707"/>
                </a:lnTo>
                <a:lnTo>
                  <a:pt x="92964" y="343281"/>
                </a:lnTo>
                <a:lnTo>
                  <a:pt x="86153" y="365283"/>
                </a:lnTo>
                <a:lnTo>
                  <a:pt x="80772" y="394716"/>
                </a:lnTo>
                <a:lnTo>
                  <a:pt x="93934" y="409956"/>
                </a:lnTo>
                <a:lnTo>
                  <a:pt x="76200" y="409956"/>
                </a:lnTo>
                <a:lnTo>
                  <a:pt x="60677" y="450723"/>
                </a:lnTo>
                <a:lnTo>
                  <a:pt x="44005" y="485775"/>
                </a:lnTo>
                <a:lnTo>
                  <a:pt x="25836" y="515826"/>
                </a:lnTo>
                <a:lnTo>
                  <a:pt x="6096" y="541020"/>
                </a:lnTo>
                <a:close/>
              </a:path>
              <a:path w="558164" h="541019">
                <a:moveTo>
                  <a:pt x="273529" y="356616"/>
                </a:moveTo>
                <a:lnTo>
                  <a:pt x="224028" y="356616"/>
                </a:lnTo>
                <a:lnTo>
                  <a:pt x="251460" y="330708"/>
                </a:lnTo>
                <a:lnTo>
                  <a:pt x="273529" y="356616"/>
                </a:lnTo>
                <a:close/>
              </a:path>
              <a:path w="558164" h="541019">
                <a:moveTo>
                  <a:pt x="522732" y="460248"/>
                </a:moveTo>
                <a:lnTo>
                  <a:pt x="518160" y="460248"/>
                </a:lnTo>
                <a:lnTo>
                  <a:pt x="515540" y="458795"/>
                </a:lnTo>
                <a:lnTo>
                  <a:pt x="512064" y="454342"/>
                </a:lnTo>
                <a:lnTo>
                  <a:pt x="507444" y="446746"/>
                </a:lnTo>
                <a:lnTo>
                  <a:pt x="501395" y="435864"/>
                </a:lnTo>
                <a:lnTo>
                  <a:pt x="489370" y="418457"/>
                </a:lnTo>
                <a:lnTo>
                  <a:pt x="471487" y="398335"/>
                </a:lnTo>
                <a:lnTo>
                  <a:pt x="447603" y="375642"/>
                </a:lnTo>
                <a:lnTo>
                  <a:pt x="417576" y="350520"/>
                </a:lnTo>
                <a:lnTo>
                  <a:pt x="423672" y="342900"/>
                </a:lnTo>
                <a:lnTo>
                  <a:pt x="464462" y="362664"/>
                </a:lnTo>
                <a:lnTo>
                  <a:pt x="515183" y="391334"/>
                </a:lnTo>
                <a:lnTo>
                  <a:pt x="533400" y="417576"/>
                </a:lnTo>
                <a:lnTo>
                  <a:pt x="533285" y="430339"/>
                </a:lnTo>
                <a:lnTo>
                  <a:pt x="531876" y="437387"/>
                </a:lnTo>
                <a:lnTo>
                  <a:pt x="525780" y="455676"/>
                </a:lnTo>
                <a:lnTo>
                  <a:pt x="522732" y="460248"/>
                </a:lnTo>
                <a:close/>
              </a:path>
              <a:path w="558164" h="541019">
                <a:moveTo>
                  <a:pt x="436351" y="524621"/>
                </a:moveTo>
                <a:lnTo>
                  <a:pt x="371977" y="523890"/>
                </a:lnTo>
                <a:lnTo>
                  <a:pt x="318942" y="522061"/>
                </a:lnTo>
                <a:lnTo>
                  <a:pt x="277246" y="519135"/>
                </a:lnTo>
                <a:lnTo>
                  <a:pt x="218384" y="508825"/>
                </a:lnTo>
                <a:lnTo>
                  <a:pt x="169949" y="492823"/>
                </a:lnTo>
                <a:lnTo>
                  <a:pt x="132564" y="470820"/>
                </a:lnTo>
                <a:lnTo>
                  <a:pt x="95369" y="434244"/>
                </a:lnTo>
                <a:lnTo>
                  <a:pt x="76200" y="409956"/>
                </a:lnTo>
                <a:lnTo>
                  <a:pt x="93934" y="409956"/>
                </a:lnTo>
                <a:lnTo>
                  <a:pt x="95107" y="411313"/>
                </a:lnTo>
                <a:lnTo>
                  <a:pt x="110871" y="426910"/>
                </a:lnTo>
                <a:lnTo>
                  <a:pt x="128349" y="441650"/>
                </a:lnTo>
                <a:lnTo>
                  <a:pt x="147828" y="455676"/>
                </a:lnTo>
                <a:lnTo>
                  <a:pt x="178308" y="455676"/>
                </a:lnTo>
                <a:lnTo>
                  <a:pt x="178308" y="464820"/>
                </a:lnTo>
                <a:lnTo>
                  <a:pt x="206597" y="473964"/>
                </a:lnTo>
                <a:lnTo>
                  <a:pt x="243459" y="480822"/>
                </a:lnTo>
                <a:lnTo>
                  <a:pt x="288893" y="485394"/>
                </a:lnTo>
                <a:lnTo>
                  <a:pt x="342900" y="487680"/>
                </a:lnTo>
                <a:lnTo>
                  <a:pt x="554208" y="487680"/>
                </a:lnTo>
                <a:lnTo>
                  <a:pt x="537781" y="494680"/>
                </a:lnTo>
                <a:lnTo>
                  <a:pt x="523494" y="504063"/>
                </a:lnTo>
                <a:lnTo>
                  <a:pt x="514921" y="514016"/>
                </a:lnTo>
                <a:lnTo>
                  <a:pt x="512064" y="524256"/>
                </a:lnTo>
                <a:lnTo>
                  <a:pt x="436351" y="524621"/>
                </a:lnTo>
                <a:close/>
              </a:path>
              <a:path w="558164" h="541019">
                <a:moveTo>
                  <a:pt x="554208" y="487680"/>
                </a:moveTo>
                <a:lnTo>
                  <a:pt x="342900" y="487680"/>
                </a:lnTo>
                <a:lnTo>
                  <a:pt x="400050" y="487084"/>
                </a:lnTo>
                <a:lnTo>
                  <a:pt x="454914" y="485203"/>
                </a:lnTo>
                <a:lnTo>
                  <a:pt x="507492" y="481893"/>
                </a:lnTo>
                <a:lnTo>
                  <a:pt x="557784" y="477011"/>
                </a:lnTo>
                <a:lnTo>
                  <a:pt x="557784" y="486156"/>
                </a:lnTo>
                <a:lnTo>
                  <a:pt x="554208" y="487680"/>
                </a:lnTo>
                <a:close/>
              </a:path>
            </a:pathLst>
          </a:custGeom>
          <a:solidFill>
            <a:srgbClr val="3333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1751075" y="2569464"/>
            <a:ext cx="155575" cy="155575"/>
          </a:xfrm>
          <a:custGeom>
            <a:avLst/>
            <a:gdLst/>
            <a:ahLst/>
            <a:cxnLst/>
            <a:rect l="l" t="t" r="r" b="b"/>
            <a:pathLst>
              <a:path w="155575" h="155575">
                <a:moveTo>
                  <a:pt x="155448" y="155447"/>
                </a:moveTo>
                <a:lnTo>
                  <a:pt x="0" y="155447"/>
                </a:lnTo>
                <a:lnTo>
                  <a:pt x="0" y="0"/>
                </a:lnTo>
                <a:lnTo>
                  <a:pt x="155448" y="0"/>
                </a:lnTo>
                <a:lnTo>
                  <a:pt x="155448" y="155447"/>
                </a:lnTo>
                <a:close/>
              </a:path>
            </a:pathLst>
          </a:custGeom>
          <a:solidFill>
            <a:srgbClr val="3333C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2130539" y="2377439"/>
            <a:ext cx="1736089" cy="411480"/>
          </a:xfrm>
          <a:custGeom>
            <a:avLst/>
            <a:gdLst/>
            <a:ahLst/>
            <a:cxnLst/>
            <a:rect l="l" t="t" r="r" b="b"/>
            <a:pathLst>
              <a:path w="1736089" h="411480">
                <a:moveTo>
                  <a:pt x="396240" y="192024"/>
                </a:moveTo>
                <a:lnTo>
                  <a:pt x="358140" y="153924"/>
                </a:lnTo>
                <a:lnTo>
                  <a:pt x="323088" y="182880"/>
                </a:lnTo>
                <a:lnTo>
                  <a:pt x="0" y="182880"/>
                </a:lnTo>
                <a:lnTo>
                  <a:pt x="15240" y="198120"/>
                </a:lnTo>
                <a:lnTo>
                  <a:pt x="25844" y="195884"/>
                </a:lnTo>
                <a:lnTo>
                  <a:pt x="37147" y="193929"/>
                </a:lnTo>
                <a:lnTo>
                  <a:pt x="49326" y="192557"/>
                </a:lnTo>
                <a:lnTo>
                  <a:pt x="62484" y="192024"/>
                </a:lnTo>
                <a:lnTo>
                  <a:pt x="396240" y="192024"/>
                </a:lnTo>
                <a:close/>
              </a:path>
              <a:path w="1736089" h="411480">
                <a:moveTo>
                  <a:pt x="669048" y="147828"/>
                </a:moveTo>
                <a:lnTo>
                  <a:pt x="627900" y="124968"/>
                </a:lnTo>
                <a:lnTo>
                  <a:pt x="628129" y="145859"/>
                </a:lnTo>
                <a:lnTo>
                  <a:pt x="629183" y="183057"/>
                </a:lnTo>
                <a:lnTo>
                  <a:pt x="629310" y="191833"/>
                </a:lnTo>
                <a:lnTo>
                  <a:pt x="629183" y="331114"/>
                </a:lnTo>
                <a:lnTo>
                  <a:pt x="628662" y="352996"/>
                </a:lnTo>
                <a:lnTo>
                  <a:pt x="628129" y="379742"/>
                </a:lnTo>
                <a:lnTo>
                  <a:pt x="627900" y="411480"/>
                </a:lnTo>
                <a:lnTo>
                  <a:pt x="656856" y="394716"/>
                </a:lnTo>
                <a:lnTo>
                  <a:pt x="655967" y="378104"/>
                </a:lnTo>
                <a:lnTo>
                  <a:pt x="655523" y="362331"/>
                </a:lnTo>
                <a:lnTo>
                  <a:pt x="655408" y="352996"/>
                </a:lnTo>
                <a:lnTo>
                  <a:pt x="655332" y="158496"/>
                </a:lnTo>
                <a:lnTo>
                  <a:pt x="669048" y="147828"/>
                </a:lnTo>
                <a:close/>
              </a:path>
              <a:path w="1736089" h="411480">
                <a:moveTo>
                  <a:pt x="847356" y="181356"/>
                </a:moveTo>
                <a:lnTo>
                  <a:pt x="798398" y="166306"/>
                </a:lnTo>
                <a:lnTo>
                  <a:pt x="748296" y="138684"/>
                </a:lnTo>
                <a:lnTo>
                  <a:pt x="698385" y="93726"/>
                </a:lnTo>
                <a:lnTo>
                  <a:pt x="658075" y="41148"/>
                </a:lnTo>
                <a:lnTo>
                  <a:pt x="650760" y="30480"/>
                </a:lnTo>
                <a:lnTo>
                  <a:pt x="666000" y="21336"/>
                </a:lnTo>
                <a:lnTo>
                  <a:pt x="629424" y="0"/>
                </a:lnTo>
                <a:lnTo>
                  <a:pt x="603897" y="55816"/>
                </a:lnTo>
                <a:lnTo>
                  <a:pt x="562368" y="117348"/>
                </a:lnTo>
                <a:lnTo>
                  <a:pt x="535762" y="148526"/>
                </a:lnTo>
                <a:lnTo>
                  <a:pt x="506171" y="175831"/>
                </a:lnTo>
                <a:lnTo>
                  <a:pt x="473417" y="199440"/>
                </a:lnTo>
                <a:lnTo>
                  <a:pt x="437400" y="219456"/>
                </a:lnTo>
                <a:lnTo>
                  <a:pt x="438924" y="225552"/>
                </a:lnTo>
                <a:lnTo>
                  <a:pt x="474662" y="209194"/>
                </a:lnTo>
                <a:lnTo>
                  <a:pt x="534720" y="173050"/>
                </a:lnTo>
                <a:lnTo>
                  <a:pt x="581863" y="130098"/>
                </a:lnTo>
                <a:lnTo>
                  <a:pt x="624674" y="74612"/>
                </a:lnTo>
                <a:lnTo>
                  <a:pt x="644664" y="41148"/>
                </a:lnTo>
                <a:lnTo>
                  <a:pt x="662952" y="71704"/>
                </a:lnTo>
                <a:lnTo>
                  <a:pt x="699528" y="123659"/>
                </a:lnTo>
                <a:lnTo>
                  <a:pt x="736981" y="162737"/>
                </a:lnTo>
                <a:lnTo>
                  <a:pt x="781037" y="195795"/>
                </a:lnTo>
                <a:lnTo>
                  <a:pt x="806208" y="210312"/>
                </a:lnTo>
                <a:lnTo>
                  <a:pt x="813701" y="201168"/>
                </a:lnTo>
                <a:lnTo>
                  <a:pt x="822782" y="194310"/>
                </a:lnTo>
                <a:lnTo>
                  <a:pt x="833843" y="189738"/>
                </a:lnTo>
                <a:lnTo>
                  <a:pt x="847356" y="187452"/>
                </a:lnTo>
                <a:lnTo>
                  <a:pt x="847356" y="181356"/>
                </a:lnTo>
                <a:close/>
              </a:path>
              <a:path w="1736089" h="411480">
                <a:moveTo>
                  <a:pt x="1051560" y="329184"/>
                </a:moveTo>
                <a:lnTo>
                  <a:pt x="1022604" y="298704"/>
                </a:lnTo>
                <a:lnTo>
                  <a:pt x="1013726" y="309524"/>
                </a:lnTo>
                <a:lnTo>
                  <a:pt x="1002982" y="321183"/>
                </a:lnTo>
                <a:lnTo>
                  <a:pt x="958202" y="359029"/>
                </a:lnTo>
                <a:lnTo>
                  <a:pt x="916432" y="386892"/>
                </a:lnTo>
                <a:lnTo>
                  <a:pt x="891540" y="400812"/>
                </a:lnTo>
                <a:lnTo>
                  <a:pt x="893064" y="408432"/>
                </a:lnTo>
                <a:lnTo>
                  <a:pt x="927646" y="394385"/>
                </a:lnTo>
                <a:lnTo>
                  <a:pt x="962787" y="377190"/>
                </a:lnTo>
                <a:lnTo>
                  <a:pt x="998512" y="356577"/>
                </a:lnTo>
                <a:lnTo>
                  <a:pt x="1034796" y="332232"/>
                </a:lnTo>
                <a:lnTo>
                  <a:pt x="1051560" y="329184"/>
                </a:lnTo>
                <a:close/>
              </a:path>
              <a:path w="1736089" h="411480">
                <a:moveTo>
                  <a:pt x="1258824" y="385572"/>
                </a:moveTo>
                <a:lnTo>
                  <a:pt x="1226820" y="348996"/>
                </a:lnTo>
                <a:lnTo>
                  <a:pt x="1189482" y="329755"/>
                </a:lnTo>
                <a:lnTo>
                  <a:pt x="1138428" y="309372"/>
                </a:lnTo>
                <a:lnTo>
                  <a:pt x="1136904" y="316992"/>
                </a:lnTo>
                <a:lnTo>
                  <a:pt x="1165504" y="334124"/>
                </a:lnTo>
                <a:lnTo>
                  <a:pt x="1189672" y="351091"/>
                </a:lnTo>
                <a:lnTo>
                  <a:pt x="1209560" y="367792"/>
                </a:lnTo>
                <a:lnTo>
                  <a:pt x="1225296" y="384048"/>
                </a:lnTo>
                <a:lnTo>
                  <a:pt x="1233855" y="394931"/>
                </a:lnTo>
                <a:lnTo>
                  <a:pt x="1241107" y="402526"/>
                </a:lnTo>
                <a:lnTo>
                  <a:pt x="1246949" y="406984"/>
                </a:lnTo>
                <a:lnTo>
                  <a:pt x="1251204" y="408432"/>
                </a:lnTo>
                <a:lnTo>
                  <a:pt x="1252728" y="408432"/>
                </a:lnTo>
                <a:lnTo>
                  <a:pt x="1254252" y="405384"/>
                </a:lnTo>
                <a:lnTo>
                  <a:pt x="1257300" y="393192"/>
                </a:lnTo>
                <a:lnTo>
                  <a:pt x="1258824" y="388620"/>
                </a:lnTo>
                <a:lnTo>
                  <a:pt x="1258824" y="385572"/>
                </a:lnTo>
                <a:close/>
              </a:path>
              <a:path w="1736089" h="411480">
                <a:moveTo>
                  <a:pt x="1286256" y="292608"/>
                </a:moveTo>
                <a:lnTo>
                  <a:pt x="1248156" y="252984"/>
                </a:lnTo>
                <a:lnTo>
                  <a:pt x="1220724" y="281940"/>
                </a:lnTo>
                <a:lnTo>
                  <a:pt x="1191768" y="281940"/>
                </a:lnTo>
                <a:lnTo>
                  <a:pt x="1191768" y="44196"/>
                </a:lnTo>
                <a:lnTo>
                  <a:pt x="1200150" y="38100"/>
                </a:lnTo>
                <a:lnTo>
                  <a:pt x="1208532" y="32004"/>
                </a:lnTo>
                <a:lnTo>
                  <a:pt x="1202563" y="27432"/>
                </a:lnTo>
                <a:lnTo>
                  <a:pt x="1182624" y="12192"/>
                </a:lnTo>
                <a:lnTo>
                  <a:pt x="1170432" y="24384"/>
                </a:lnTo>
                <a:lnTo>
                  <a:pt x="1170432" y="38100"/>
                </a:lnTo>
                <a:lnTo>
                  <a:pt x="1170432" y="86868"/>
                </a:lnTo>
                <a:lnTo>
                  <a:pt x="1170432" y="281940"/>
                </a:lnTo>
                <a:lnTo>
                  <a:pt x="1013460" y="281940"/>
                </a:lnTo>
                <a:lnTo>
                  <a:pt x="1013460" y="227076"/>
                </a:lnTo>
                <a:lnTo>
                  <a:pt x="1170432" y="227076"/>
                </a:lnTo>
                <a:lnTo>
                  <a:pt x="1170432" y="216408"/>
                </a:lnTo>
                <a:lnTo>
                  <a:pt x="1013460" y="216408"/>
                </a:lnTo>
                <a:lnTo>
                  <a:pt x="1013460" y="161544"/>
                </a:lnTo>
                <a:lnTo>
                  <a:pt x="1170432" y="161544"/>
                </a:lnTo>
                <a:lnTo>
                  <a:pt x="1170432" y="150876"/>
                </a:lnTo>
                <a:lnTo>
                  <a:pt x="1013460" y="150876"/>
                </a:lnTo>
                <a:lnTo>
                  <a:pt x="1013460" y="97536"/>
                </a:lnTo>
                <a:lnTo>
                  <a:pt x="1170432" y="97536"/>
                </a:lnTo>
                <a:lnTo>
                  <a:pt x="1170432" y="86868"/>
                </a:lnTo>
                <a:lnTo>
                  <a:pt x="1013460" y="86868"/>
                </a:lnTo>
                <a:lnTo>
                  <a:pt x="1013460" y="38100"/>
                </a:lnTo>
                <a:lnTo>
                  <a:pt x="1170432" y="38100"/>
                </a:lnTo>
                <a:lnTo>
                  <a:pt x="1170432" y="24384"/>
                </a:lnTo>
                <a:lnTo>
                  <a:pt x="1167384" y="27432"/>
                </a:lnTo>
                <a:lnTo>
                  <a:pt x="1013460" y="27432"/>
                </a:lnTo>
                <a:lnTo>
                  <a:pt x="989076" y="10668"/>
                </a:lnTo>
                <a:lnTo>
                  <a:pt x="989965" y="36372"/>
                </a:lnTo>
                <a:lnTo>
                  <a:pt x="990409" y="58483"/>
                </a:lnTo>
                <a:lnTo>
                  <a:pt x="990587" y="76898"/>
                </a:lnTo>
                <a:lnTo>
                  <a:pt x="990600" y="281940"/>
                </a:lnTo>
                <a:lnTo>
                  <a:pt x="891540" y="281940"/>
                </a:lnTo>
                <a:lnTo>
                  <a:pt x="906780" y="297180"/>
                </a:lnTo>
                <a:lnTo>
                  <a:pt x="917092" y="295186"/>
                </a:lnTo>
                <a:lnTo>
                  <a:pt x="927544" y="293751"/>
                </a:lnTo>
                <a:lnTo>
                  <a:pt x="938288" y="292900"/>
                </a:lnTo>
                <a:lnTo>
                  <a:pt x="949452" y="292608"/>
                </a:lnTo>
                <a:lnTo>
                  <a:pt x="1286256" y="292608"/>
                </a:lnTo>
                <a:close/>
              </a:path>
              <a:path w="1736089" h="411480">
                <a:moveTo>
                  <a:pt x="1466088" y="27444"/>
                </a:moveTo>
                <a:lnTo>
                  <a:pt x="1431036" y="3048"/>
                </a:lnTo>
                <a:lnTo>
                  <a:pt x="1426425" y="19608"/>
                </a:lnTo>
                <a:lnTo>
                  <a:pt x="1419225" y="41732"/>
                </a:lnTo>
                <a:lnTo>
                  <a:pt x="1395984" y="102120"/>
                </a:lnTo>
                <a:lnTo>
                  <a:pt x="1365123" y="166890"/>
                </a:lnTo>
                <a:lnTo>
                  <a:pt x="1327404" y="222516"/>
                </a:lnTo>
                <a:lnTo>
                  <a:pt x="1333500" y="227088"/>
                </a:lnTo>
                <a:lnTo>
                  <a:pt x="1352346" y="207098"/>
                </a:lnTo>
                <a:lnTo>
                  <a:pt x="1369885" y="186131"/>
                </a:lnTo>
                <a:lnTo>
                  <a:pt x="1386014" y="164287"/>
                </a:lnTo>
                <a:lnTo>
                  <a:pt x="1400556" y="141744"/>
                </a:lnTo>
                <a:lnTo>
                  <a:pt x="1400492" y="343903"/>
                </a:lnTo>
                <a:lnTo>
                  <a:pt x="1400365" y="359295"/>
                </a:lnTo>
                <a:lnTo>
                  <a:pt x="1399921" y="382435"/>
                </a:lnTo>
                <a:lnTo>
                  <a:pt x="1399032" y="408444"/>
                </a:lnTo>
                <a:lnTo>
                  <a:pt x="1423416" y="394728"/>
                </a:lnTo>
                <a:lnTo>
                  <a:pt x="1423416" y="152412"/>
                </a:lnTo>
                <a:lnTo>
                  <a:pt x="1435417" y="141744"/>
                </a:lnTo>
                <a:lnTo>
                  <a:pt x="1437132" y="140220"/>
                </a:lnTo>
                <a:lnTo>
                  <a:pt x="1409700" y="124980"/>
                </a:lnTo>
                <a:lnTo>
                  <a:pt x="1418297" y="107276"/>
                </a:lnTo>
                <a:lnTo>
                  <a:pt x="1439494" y="62179"/>
                </a:lnTo>
                <a:lnTo>
                  <a:pt x="1452372" y="35052"/>
                </a:lnTo>
                <a:lnTo>
                  <a:pt x="1466088" y="27444"/>
                </a:lnTo>
                <a:close/>
              </a:path>
              <a:path w="1736089" h="411480">
                <a:moveTo>
                  <a:pt x="1735848" y="289572"/>
                </a:moveTo>
                <a:lnTo>
                  <a:pt x="1688693" y="255282"/>
                </a:lnTo>
                <a:lnTo>
                  <a:pt x="1654378" y="211010"/>
                </a:lnTo>
                <a:lnTo>
                  <a:pt x="1624037" y="152196"/>
                </a:lnTo>
                <a:lnTo>
                  <a:pt x="1610868" y="117360"/>
                </a:lnTo>
                <a:lnTo>
                  <a:pt x="1729752" y="117360"/>
                </a:lnTo>
                <a:lnTo>
                  <a:pt x="1696212" y="85356"/>
                </a:lnTo>
                <a:lnTo>
                  <a:pt x="1673352" y="108216"/>
                </a:lnTo>
                <a:lnTo>
                  <a:pt x="1595628" y="108216"/>
                </a:lnTo>
                <a:lnTo>
                  <a:pt x="1595628" y="36576"/>
                </a:lnTo>
                <a:lnTo>
                  <a:pt x="1610868" y="24396"/>
                </a:lnTo>
                <a:lnTo>
                  <a:pt x="1569720" y="4572"/>
                </a:lnTo>
                <a:lnTo>
                  <a:pt x="1570609" y="20574"/>
                </a:lnTo>
                <a:lnTo>
                  <a:pt x="1571053" y="34290"/>
                </a:lnTo>
                <a:lnTo>
                  <a:pt x="1571167" y="41732"/>
                </a:lnTo>
                <a:lnTo>
                  <a:pt x="1571244" y="108216"/>
                </a:lnTo>
                <a:lnTo>
                  <a:pt x="1452372" y="108216"/>
                </a:lnTo>
                <a:lnTo>
                  <a:pt x="1469136" y="123456"/>
                </a:lnTo>
                <a:lnTo>
                  <a:pt x="1478572" y="121208"/>
                </a:lnTo>
                <a:lnTo>
                  <a:pt x="1488567" y="119265"/>
                </a:lnTo>
                <a:lnTo>
                  <a:pt x="1499146" y="117881"/>
                </a:lnTo>
                <a:lnTo>
                  <a:pt x="1510284" y="117360"/>
                </a:lnTo>
                <a:lnTo>
                  <a:pt x="1548384" y="117360"/>
                </a:lnTo>
                <a:lnTo>
                  <a:pt x="1526476" y="171081"/>
                </a:lnTo>
                <a:lnTo>
                  <a:pt x="1496568" y="227088"/>
                </a:lnTo>
                <a:lnTo>
                  <a:pt x="1463802" y="278333"/>
                </a:lnTo>
                <a:lnTo>
                  <a:pt x="1431036" y="317004"/>
                </a:lnTo>
                <a:lnTo>
                  <a:pt x="1435608" y="321576"/>
                </a:lnTo>
                <a:lnTo>
                  <a:pt x="1474089" y="286143"/>
                </a:lnTo>
                <a:lnTo>
                  <a:pt x="1510284" y="243852"/>
                </a:lnTo>
                <a:lnTo>
                  <a:pt x="1543050" y="192227"/>
                </a:lnTo>
                <a:lnTo>
                  <a:pt x="1571244" y="132600"/>
                </a:lnTo>
                <a:lnTo>
                  <a:pt x="1571244" y="298716"/>
                </a:lnTo>
                <a:lnTo>
                  <a:pt x="1485900" y="298716"/>
                </a:lnTo>
                <a:lnTo>
                  <a:pt x="1501140" y="313956"/>
                </a:lnTo>
                <a:lnTo>
                  <a:pt x="1511452" y="311950"/>
                </a:lnTo>
                <a:lnTo>
                  <a:pt x="1521904" y="310527"/>
                </a:lnTo>
                <a:lnTo>
                  <a:pt x="1532648" y="309664"/>
                </a:lnTo>
                <a:lnTo>
                  <a:pt x="1543812" y="309384"/>
                </a:lnTo>
                <a:lnTo>
                  <a:pt x="1571244" y="309384"/>
                </a:lnTo>
                <a:lnTo>
                  <a:pt x="1571231" y="343903"/>
                </a:lnTo>
                <a:lnTo>
                  <a:pt x="1571053" y="360438"/>
                </a:lnTo>
                <a:lnTo>
                  <a:pt x="1570570" y="382435"/>
                </a:lnTo>
                <a:lnTo>
                  <a:pt x="1569720" y="406920"/>
                </a:lnTo>
                <a:lnTo>
                  <a:pt x="1597152" y="394728"/>
                </a:lnTo>
                <a:lnTo>
                  <a:pt x="1596275" y="377583"/>
                </a:lnTo>
                <a:lnTo>
                  <a:pt x="1595818" y="360438"/>
                </a:lnTo>
                <a:lnTo>
                  <a:pt x="1595666" y="343903"/>
                </a:lnTo>
                <a:lnTo>
                  <a:pt x="1595628" y="309384"/>
                </a:lnTo>
                <a:lnTo>
                  <a:pt x="1682496" y="309384"/>
                </a:lnTo>
                <a:lnTo>
                  <a:pt x="1650492" y="277380"/>
                </a:lnTo>
                <a:lnTo>
                  <a:pt x="1630680" y="298716"/>
                </a:lnTo>
                <a:lnTo>
                  <a:pt x="1595628" y="298716"/>
                </a:lnTo>
                <a:lnTo>
                  <a:pt x="1595628" y="132600"/>
                </a:lnTo>
                <a:lnTo>
                  <a:pt x="1595628" y="117360"/>
                </a:lnTo>
                <a:lnTo>
                  <a:pt x="1603248" y="117360"/>
                </a:lnTo>
                <a:lnTo>
                  <a:pt x="1611236" y="149669"/>
                </a:lnTo>
                <a:lnTo>
                  <a:pt x="1621345" y="180416"/>
                </a:lnTo>
                <a:lnTo>
                  <a:pt x="1647444" y="237756"/>
                </a:lnTo>
                <a:lnTo>
                  <a:pt x="1674495" y="284810"/>
                </a:lnTo>
                <a:lnTo>
                  <a:pt x="1699260" y="312432"/>
                </a:lnTo>
                <a:lnTo>
                  <a:pt x="1704975" y="305549"/>
                </a:lnTo>
                <a:lnTo>
                  <a:pt x="1712976" y="300812"/>
                </a:lnTo>
                <a:lnTo>
                  <a:pt x="1723263" y="298069"/>
                </a:lnTo>
                <a:lnTo>
                  <a:pt x="1735848" y="297192"/>
                </a:lnTo>
                <a:lnTo>
                  <a:pt x="1735848" y="28957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3939540" y="2380488"/>
            <a:ext cx="356870" cy="402590"/>
          </a:xfrm>
          <a:custGeom>
            <a:avLst/>
            <a:gdLst/>
            <a:ahLst/>
            <a:cxnLst/>
            <a:rect l="l" t="t" r="r" b="b"/>
            <a:pathLst>
              <a:path w="356870" h="402589">
                <a:moveTo>
                  <a:pt x="53340" y="89916"/>
                </a:moveTo>
                <a:lnTo>
                  <a:pt x="44196" y="89916"/>
                </a:lnTo>
                <a:lnTo>
                  <a:pt x="51339" y="62793"/>
                </a:lnTo>
                <a:lnTo>
                  <a:pt x="56769" y="38671"/>
                </a:lnTo>
                <a:lnTo>
                  <a:pt x="60483" y="17692"/>
                </a:lnTo>
                <a:lnTo>
                  <a:pt x="62484" y="0"/>
                </a:lnTo>
                <a:lnTo>
                  <a:pt x="100584" y="21336"/>
                </a:lnTo>
                <a:lnTo>
                  <a:pt x="91487" y="29051"/>
                </a:lnTo>
                <a:lnTo>
                  <a:pt x="80391" y="43053"/>
                </a:lnTo>
                <a:lnTo>
                  <a:pt x="67579" y="63341"/>
                </a:lnTo>
                <a:lnTo>
                  <a:pt x="53340" y="89916"/>
                </a:lnTo>
                <a:close/>
              </a:path>
              <a:path w="356870" h="402589">
                <a:moveTo>
                  <a:pt x="147828" y="192024"/>
                </a:moveTo>
                <a:lnTo>
                  <a:pt x="143256" y="187452"/>
                </a:lnTo>
                <a:lnTo>
                  <a:pt x="160162" y="160615"/>
                </a:lnTo>
                <a:lnTo>
                  <a:pt x="174498" y="135064"/>
                </a:lnTo>
                <a:lnTo>
                  <a:pt x="196596" y="88392"/>
                </a:lnTo>
                <a:lnTo>
                  <a:pt x="211836" y="44958"/>
                </a:lnTo>
                <a:lnTo>
                  <a:pt x="222503" y="1524"/>
                </a:lnTo>
                <a:lnTo>
                  <a:pt x="260603" y="24384"/>
                </a:lnTo>
                <a:lnTo>
                  <a:pt x="252864" y="32146"/>
                </a:lnTo>
                <a:lnTo>
                  <a:pt x="243268" y="46482"/>
                </a:lnTo>
                <a:lnTo>
                  <a:pt x="231671" y="67675"/>
                </a:lnTo>
                <a:lnTo>
                  <a:pt x="217932" y="96012"/>
                </a:lnTo>
                <a:lnTo>
                  <a:pt x="350520" y="96012"/>
                </a:lnTo>
                <a:lnTo>
                  <a:pt x="356616" y="102108"/>
                </a:lnTo>
                <a:lnTo>
                  <a:pt x="350901" y="106680"/>
                </a:lnTo>
                <a:lnTo>
                  <a:pt x="213360" y="106680"/>
                </a:lnTo>
                <a:lnTo>
                  <a:pt x="197977" y="130730"/>
                </a:lnTo>
                <a:lnTo>
                  <a:pt x="181737" y="152781"/>
                </a:lnTo>
                <a:lnTo>
                  <a:pt x="164925" y="173116"/>
                </a:lnTo>
                <a:lnTo>
                  <a:pt x="147828" y="192024"/>
                </a:lnTo>
                <a:close/>
              </a:path>
              <a:path w="356870" h="402589">
                <a:moveTo>
                  <a:pt x="146304" y="89916"/>
                </a:moveTo>
                <a:lnTo>
                  <a:pt x="111252" y="89916"/>
                </a:lnTo>
                <a:lnTo>
                  <a:pt x="129540" y="73152"/>
                </a:lnTo>
                <a:lnTo>
                  <a:pt x="146304" y="89916"/>
                </a:lnTo>
                <a:close/>
              </a:path>
              <a:path w="356870" h="402589">
                <a:moveTo>
                  <a:pt x="0" y="397764"/>
                </a:moveTo>
                <a:lnTo>
                  <a:pt x="834" y="359664"/>
                </a:lnTo>
                <a:lnTo>
                  <a:pt x="935" y="352615"/>
                </a:lnTo>
                <a:lnTo>
                  <a:pt x="1333" y="316992"/>
                </a:lnTo>
                <a:lnTo>
                  <a:pt x="1430" y="178308"/>
                </a:lnTo>
                <a:lnTo>
                  <a:pt x="1309" y="152781"/>
                </a:lnTo>
                <a:lnTo>
                  <a:pt x="881" y="114704"/>
                </a:lnTo>
                <a:lnTo>
                  <a:pt x="0" y="74676"/>
                </a:lnTo>
                <a:lnTo>
                  <a:pt x="25908" y="89916"/>
                </a:lnTo>
                <a:lnTo>
                  <a:pt x="146304" y="89916"/>
                </a:lnTo>
                <a:lnTo>
                  <a:pt x="155448" y="99060"/>
                </a:lnTo>
                <a:lnTo>
                  <a:pt x="153162" y="100584"/>
                </a:lnTo>
                <a:lnTo>
                  <a:pt x="24384" y="100584"/>
                </a:lnTo>
                <a:lnTo>
                  <a:pt x="24384" y="211836"/>
                </a:lnTo>
                <a:lnTo>
                  <a:pt x="137464" y="211836"/>
                </a:lnTo>
                <a:lnTo>
                  <a:pt x="137526" y="222504"/>
                </a:lnTo>
                <a:lnTo>
                  <a:pt x="24384" y="222504"/>
                </a:lnTo>
                <a:lnTo>
                  <a:pt x="24384" y="344424"/>
                </a:lnTo>
                <a:lnTo>
                  <a:pt x="138504" y="344424"/>
                </a:lnTo>
                <a:lnTo>
                  <a:pt x="138567" y="355092"/>
                </a:lnTo>
                <a:lnTo>
                  <a:pt x="24384" y="355092"/>
                </a:lnTo>
                <a:lnTo>
                  <a:pt x="24384" y="384048"/>
                </a:lnTo>
                <a:lnTo>
                  <a:pt x="0" y="397764"/>
                </a:lnTo>
                <a:close/>
              </a:path>
              <a:path w="356870" h="402589">
                <a:moveTo>
                  <a:pt x="350520" y="96012"/>
                </a:moveTo>
                <a:lnTo>
                  <a:pt x="310896" y="96012"/>
                </a:lnTo>
                <a:lnTo>
                  <a:pt x="330708" y="76200"/>
                </a:lnTo>
                <a:lnTo>
                  <a:pt x="350520" y="96012"/>
                </a:lnTo>
                <a:close/>
              </a:path>
              <a:path w="356870" h="402589">
                <a:moveTo>
                  <a:pt x="137464" y="211836"/>
                </a:moveTo>
                <a:lnTo>
                  <a:pt x="114300" y="211836"/>
                </a:lnTo>
                <a:lnTo>
                  <a:pt x="114300" y="100584"/>
                </a:lnTo>
                <a:lnTo>
                  <a:pt x="153162" y="100584"/>
                </a:lnTo>
                <a:lnTo>
                  <a:pt x="137160" y="111252"/>
                </a:lnTo>
                <a:lnTo>
                  <a:pt x="137263" y="160615"/>
                </a:lnTo>
                <a:lnTo>
                  <a:pt x="137367" y="195333"/>
                </a:lnTo>
                <a:lnTo>
                  <a:pt x="137464" y="211836"/>
                </a:lnTo>
                <a:close/>
              </a:path>
              <a:path w="356870" h="402589">
                <a:moveTo>
                  <a:pt x="327213" y="359664"/>
                </a:moveTo>
                <a:lnTo>
                  <a:pt x="283464" y="359664"/>
                </a:lnTo>
                <a:lnTo>
                  <a:pt x="291988" y="357925"/>
                </a:lnTo>
                <a:lnTo>
                  <a:pt x="299085" y="352615"/>
                </a:lnTo>
                <a:lnTo>
                  <a:pt x="309252" y="305562"/>
                </a:lnTo>
                <a:lnTo>
                  <a:pt x="311086" y="259842"/>
                </a:lnTo>
                <a:lnTo>
                  <a:pt x="313205" y="193548"/>
                </a:lnTo>
                <a:lnTo>
                  <a:pt x="315467" y="106680"/>
                </a:lnTo>
                <a:lnTo>
                  <a:pt x="350901" y="106680"/>
                </a:lnTo>
                <a:lnTo>
                  <a:pt x="341376" y="114300"/>
                </a:lnTo>
                <a:lnTo>
                  <a:pt x="339535" y="188719"/>
                </a:lnTo>
                <a:lnTo>
                  <a:pt x="337620" y="249167"/>
                </a:lnTo>
                <a:lnTo>
                  <a:pt x="335560" y="295570"/>
                </a:lnTo>
                <a:lnTo>
                  <a:pt x="333280" y="327855"/>
                </a:lnTo>
                <a:lnTo>
                  <a:pt x="330708" y="345948"/>
                </a:lnTo>
                <a:lnTo>
                  <a:pt x="327856" y="357925"/>
                </a:lnTo>
                <a:lnTo>
                  <a:pt x="327213" y="359664"/>
                </a:lnTo>
                <a:close/>
              </a:path>
              <a:path w="356870" h="402589">
                <a:moveTo>
                  <a:pt x="231648" y="269748"/>
                </a:moveTo>
                <a:lnTo>
                  <a:pt x="230124" y="269748"/>
                </a:lnTo>
                <a:lnTo>
                  <a:pt x="226742" y="268295"/>
                </a:lnTo>
                <a:lnTo>
                  <a:pt x="223647" y="263842"/>
                </a:lnTo>
                <a:lnTo>
                  <a:pt x="221122" y="256246"/>
                </a:lnTo>
                <a:lnTo>
                  <a:pt x="219456" y="245364"/>
                </a:lnTo>
                <a:lnTo>
                  <a:pt x="214884" y="228242"/>
                </a:lnTo>
                <a:lnTo>
                  <a:pt x="208026" y="211264"/>
                </a:lnTo>
                <a:lnTo>
                  <a:pt x="198882" y="194571"/>
                </a:lnTo>
                <a:lnTo>
                  <a:pt x="187452" y="178308"/>
                </a:lnTo>
                <a:lnTo>
                  <a:pt x="192024" y="172212"/>
                </a:lnTo>
                <a:lnTo>
                  <a:pt x="224980" y="199644"/>
                </a:lnTo>
                <a:lnTo>
                  <a:pt x="246888" y="236220"/>
                </a:lnTo>
                <a:lnTo>
                  <a:pt x="246888" y="248412"/>
                </a:lnTo>
                <a:lnTo>
                  <a:pt x="245364" y="254508"/>
                </a:lnTo>
                <a:lnTo>
                  <a:pt x="236220" y="266700"/>
                </a:lnTo>
                <a:lnTo>
                  <a:pt x="231648" y="269748"/>
                </a:lnTo>
                <a:close/>
              </a:path>
              <a:path w="356870" h="402589">
                <a:moveTo>
                  <a:pt x="138504" y="344424"/>
                </a:moveTo>
                <a:lnTo>
                  <a:pt x="114300" y="344424"/>
                </a:lnTo>
                <a:lnTo>
                  <a:pt x="114300" y="222504"/>
                </a:lnTo>
                <a:lnTo>
                  <a:pt x="137526" y="222504"/>
                </a:lnTo>
                <a:lnTo>
                  <a:pt x="137723" y="254508"/>
                </a:lnTo>
                <a:lnTo>
                  <a:pt x="138504" y="344424"/>
                </a:lnTo>
                <a:close/>
              </a:path>
              <a:path w="356870" h="402589">
                <a:moveTo>
                  <a:pt x="278891" y="402336"/>
                </a:moveTo>
                <a:lnTo>
                  <a:pt x="271772" y="389239"/>
                </a:lnTo>
                <a:lnTo>
                  <a:pt x="259651" y="377571"/>
                </a:lnTo>
                <a:lnTo>
                  <a:pt x="242673" y="367617"/>
                </a:lnTo>
                <a:lnTo>
                  <a:pt x="220979" y="359664"/>
                </a:lnTo>
                <a:lnTo>
                  <a:pt x="220979" y="352044"/>
                </a:lnTo>
                <a:lnTo>
                  <a:pt x="241244" y="355163"/>
                </a:lnTo>
                <a:lnTo>
                  <a:pt x="258508" y="357568"/>
                </a:lnTo>
                <a:lnTo>
                  <a:pt x="272629" y="359116"/>
                </a:lnTo>
                <a:lnTo>
                  <a:pt x="283464" y="359664"/>
                </a:lnTo>
                <a:lnTo>
                  <a:pt x="327213" y="359664"/>
                </a:lnTo>
                <a:lnTo>
                  <a:pt x="324040" y="368236"/>
                </a:lnTo>
                <a:lnTo>
                  <a:pt x="289670" y="397764"/>
                </a:lnTo>
                <a:lnTo>
                  <a:pt x="278891" y="402336"/>
                </a:lnTo>
                <a:close/>
              </a:path>
              <a:path w="356870" h="402589">
                <a:moveTo>
                  <a:pt x="114300" y="391668"/>
                </a:moveTo>
                <a:lnTo>
                  <a:pt x="114300" y="355092"/>
                </a:lnTo>
                <a:lnTo>
                  <a:pt x="138567" y="355092"/>
                </a:lnTo>
                <a:lnTo>
                  <a:pt x="138684" y="377952"/>
                </a:lnTo>
                <a:lnTo>
                  <a:pt x="114300" y="39166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4346447" y="2380488"/>
            <a:ext cx="410209" cy="408940"/>
          </a:xfrm>
          <a:custGeom>
            <a:avLst/>
            <a:gdLst/>
            <a:ahLst/>
            <a:cxnLst/>
            <a:rect l="l" t="t" r="r" b="b"/>
            <a:pathLst>
              <a:path w="410210" h="408939">
                <a:moveTo>
                  <a:pt x="4572" y="222504"/>
                </a:moveTo>
                <a:lnTo>
                  <a:pt x="0" y="217932"/>
                </a:lnTo>
                <a:lnTo>
                  <a:pt x="14859" y="196191"/>
                </a:lnTo>
                <a:lnTo>
                  <a:pt x="29718" y="172021"/>
                </a:lnTo>
                <a:lnTo>
                  <a:pt x="59436" y="115824"/>
                </a:lnTo>
                <a:lnTo>
                  <a:pt x="87058" y="56197"/>
                </a:lnTo>
                <a:lnTo>
                  <a:pt x="106680" y="0"/>
                </a:lnTo>
                <a:lnTo>
                  <a:pt x="141732" y="22860"/>
                </a:lnTo>
                <a:lnTo>
                  <a:pt x="131183" y="33123"/>
                </a:lnTo>
                <a:lnTo>
                  <a:pt x="117919" y="52387"/>
                </a:lnTo>
                <a:lnTo>
                  <a:pt x="102084" y="80510"/>
                </a:lnTo>
                <a:lnTo>
                  <a:pt x="83820" y="117348"/>
                </a:lnTo>
                <a:lnTo>
                  <a:pt x="112776" y="132588"/>
                </a:lnTo>
                <a:lnTo>
                  <a:pt x="109728" y="135636"/>
                </a:lnTo>
                <a:lnTo>
                  <a:pt x="74676" y="135636"/>
                </a:lnTo>
                <a:lnTo>
                  <a:pt x="55578" y="162496"/>
                </a:lnTo>
                <a:lnTo>
                  <a:pt x="37338" y="185928"/>
                </a:lnTo>
                <a:lnTo>
                  <a:pt x="20240" y="205930"/>
                </a:lnTo>
                <a:lnTo>
                  <a:pt x="4572" y="222504"/>
                </a:lnTo>
                <a:close/>
              </a:path>
              <a:path w="410210" h="408939">
                <a:moveTo>
                  <a:pt x="236220" y="132588"/>
                </a:moveTo>
                <a:lnTo>
                  <a:pt x="211836" y="132588"/>
                </a:lnTo>
                <a:lnTo>
                  <a:pt x="211710" y="44410"/>
                </a:lnTo>
                <a:lnTo>
                  <a:pt x="211645" y="37528"/>
                </a:lnTo>
                <a:lnTo>
                  <a:pt x="211193" y="20216"/>
                </a:lnTo>
                <a:lnTo>
                  <a:pt x="210312" y="3047"/>
                </a:lnTo>
                <a:lnTo>
                  <a:pt x="251459" y="22860"/>
                </a:lnTo>
                <a:lnTo>
                  <a:pt x="236220" y="36576"/>
                </a:lnTo>
                <a:lnTo>
                  <a:pt x="236220" y="132588"/>
                </a:lnTo>
                <a:close/>
              </a:path>
              <a:path w="410210" h="408939">
                <a:moveTo>
                  <a:pt x="345948" y="100584"/>
                </a:moveTo>
                <a:lnTo>
                  <a:pt x="339852" y="100584"/>
                </a:lnTo>
                <a:lnTo>
                  <a:pt x="335280" y="96012"/>
                </a:lnTo>
                <a:lnTo>
                  <a:pt x="330708" y="85344"/>
                </a:lnTo>
                <a:lnTo>
                  <a:pt x="322183" y="72461"/>
                </a:lnTo>
                <a:lnTo>
                  <a:pt x="310515" y="58864"/>
                </a:lnTo>
                <a:lnTo>
                  <a:pt x="295989" y="44410"/>
                </a:lnTo>
                <a:lnTo>
                  <a:pt x="278892" y="28956"/>
                </a:lnTo>
                <a:lnTo>
                  <a:pt x="281940" y="24384"/>
                </a:lnTo>
                <a:lnTo>
                  <a:pt x="332422" y="44005"/>
                </a:lnTo>
                <a:lnTo>
                  <a:pt x="356616" y="70104"/>
                </a:lnTo>
                <a:lnTo>
                  <a:pt x="356616" y="80771"/>
                </a:lnTo>
                <a:lnTo>
                  <a:pt x="355092" y="86868"/>
                </a:lnTo>
                <a:lnTo>
                  <a:pt x="352044" y="92964"/>
                </a:lnTo>
                <a:lnTo>
                  <a:pt x="348996" y="97536"/>
                </a:lnTo>
                <a:lnTo>
                  <a:pt x="345948" y="100584"/>
                </a:lnTo>
                <a:close/>
              </a:path>
              <a:path w="410210" h="408939">
                <a:moveTo>
                  <a:pt x="132588" y="147828"/>
                </a:moveTo>
                <a:lnTo>
                  <a:pt x="115824" y="132588"/>
                </a:lnTo>
                <a:lnTo>
                  <a:pt x="333756" y="132588"/>
                </a:lnTo>
                <a:lnTo>
                  <a:pt x="356616" y="109728"/>
                </a:lnTo>
                <a:lnTo>
                  <a:pt x="390144" y="143256"/>
                </a:lnTo>
                <a:lnTo>
                  <a:pt x="173736" y="143256"/>
                </a:lnTo>
                <a:lnTo>
                  <a:pt x="162591" y="143541"/>
                </a:lnTo>
                <a:lnTo>
                  <a:pt x="152019" y="144399"/>
                </a:lnTo>
                <a:lnTo>
                  <a:pt x="142017" y="145827"/>
                </a:lnTo>
                <a:lnTo>
                  <a:pt x="132588" y="147828"/>
                </a:lnTo>
                <a:close/>
              </a:path>
              <a:path w="410210" h="408939">
                <a:moveTo>
                  <a:pt x="73152" y="405384"/>
                </a:moveTo>
                <a:lnTo>
                  <a:pt x="74004" y="382143"/>
                </a:lnTo>
                <a:lnTo>
                  <a:pt x="74446" y="361378"/>
                </a:lnTo>
                <a:lnTo>
                  <a:pt x="74563" y="350139"/>
                </a:lnTo>
                <a:lnTo>
                  <a:pt x="74676" y="135636"/>
                </a:lnTo>
                <a:lnTo>
                  <a:pt x="109728" y="135636"/>
                </a:lnTo>
                <a:lnTo>
                  <a:pt x="99060" y="146304"/>
                </a:lnTo>
                <a:lnTo>
                  <a:pt x="99154" y="347091"/>
                </a:lnTo>
                <a:lnTo>
                  <a:pt x="99255" y="355092"/>
                </a:lnTo>
                <a:lnTo>
                  <a:pt x="99702" y="371641"/>
                </a:lnTo>
                <a:lnTo>
                  <a:pt x="100584" y="391668"/>
                </a:lnTo>
                <a:lnTo>
                  <a:pt x="73152" y="405384"/>
                </a:lnTo>
                <a:close/>
              </a:path>
              <a:path w="410210" h="408939">
                <a:moveTo>
                  <a:pt x="106680" y="408432"/>
                </a:moveTo>
                <a:lnTo>
                  <a:pt x="100584" y="403860"/>
                </a:lnTo>
                <a:lnTo>
                  <a:pt x="118038" y="388453"/>
                </a:lnTo>
                <a:lnTo>
                  <a:pt x="133921" y="372046"/>
                </a:lnTo>
                <a:lnTo>
                  <a:pt x="161544" y="336804"/>
                </a:lnTo>
                <a:lnTo>
                  <a:pt x="183261" y="296799"/>
                </a:lnTo>
                <a:lnTo>
                  <a:pt x="198120" y="249936"/>
                </a:lnTo>
                <a:lnTo>
                  <a:pt x="207264" y="199453"/>
                </a:lnTo>
                <a:lnTo>
                  <a:pt x="211836" y="143256"/>
                </a:lnTo>
                <a:lnTo>
                  <a:pt x="236220" y="143256"/>
                </a:lnTo>
                <a:lnTo>
                  <a:pt x="231648" y="201549"/>
                </a:lnTo>
                <a:lnTo>
                  <a:pt x="222504" y="252984"/>
                </a:lnTo>
                <a:lnTo>
                  <a:pt x="206692" y="298513"/>
                </a:lnTo>
                <a:lnTo>
                  <a:pt x="182880" y="338328"/>
                </a:lnTo>
                <a:lnTo>
                  <a:pt x="149923" y="374523"/>
                </a:lnTo>
                <a:lnTo>
                  <a:pt x="129516" y="391906"/>
                </a:lnTo>
                <a:lnTo>
                  <a:pt x="106680" y="408432"/>
                </a:lnTo>
                <a:close/>
              </a:path>
              <a:path w="410210" h="408939">
                <a:moveTo>
                  <a:pt x="371856" y="388620"/>
                </a:moveTo>
                <a:lnTo>
                  <a:pt x="301752" y="388620"/>
                </a:lnTo>
                <a:lnTo>
                  <a:pt x="284630" y="386595"/>
                </a:lnTo>
                <a:lnTo>
                  <a:pt x="272224" y="380428"/>
                </a:lnTo>
                <a:lnTo>
                  <a:pt x="264675" y="369974"/>
                </a:lnTo>
                <a:lnTo>
                  <a:pt x="262128" y="355092"/>
                </a:lnTo>
                <a:lnTo>
                  <a:pt x="262128" y="143256"/>
                </a:lnTo>
                <a:lnTo>
                  <a:pt x="284988" y="143256"/>
                </a:lnTo>
                <a:lnTo>
                  <a:pt x="284988" y="342900"/>
                </a:lnTo>
                <a:lnTo>
                  <a:pt x="286440" y="353782"/>
                </a:lnTo>
                <a:lnTo>
                  <a:pt x="290893" y="361378"/>
                </a:lnTo>
                <a:lnTo>
                  <a:pt x="298489" y="365831"/>
                </a:lnTo>
                <a:lnTo>
                  <a:pt x="309371" y="367284"/>
                </a:lnTo>
                <a:lnTo>
                  <a:pt x="407737" y="367284"/>
                </a:lnTo>
                <a:lnTo>
                  <a:pt x="402502" y="374475"/>
                </a:lnTo>
                <a:lnTo>
                  <a:pt x="393763" y="382143"/>
                </a:lnTo>
                <a:lnTo>
                  <a:pt x="383595" y="386953"/>
                </a:lnTo>
                <a:lnTo>
                  <a:pt x="371856" y="388620"/>
                </a:lnTo>
                <a:close/>
              </a:path>
              <a:path w="410210" h="408939">
                <a:moveTo>
                  <a:pt x="407737" y="367284"/>
                </a:moveTo>
                <a:lnTo>
                  <a:pt x="361188" y="367284"/>
                </a:lnTo>
                <a:lnTo>
                  <a:pt x="367236" y="363855"/>
                </a:lnTo>
                <a:lnTo>
                  <a:pt x="371856" y="358140"/>
                </a:lnTo>
                <a:lnTo>
                  <a:pt x="380047" y="314325"/>
                </a:lnTo>
                <a:lnTo>
                  <a:pt x="381000" y="286512"/>
                </a:lnTo>
                <a:lnTo>
                  <a:pt x="390144" y="286512"/>
                </a:lnTo>
                <a:lnTo>
                  <a:pt x="390786" y="325088"/>
                </a:lnTo>
                <a:lnTo>
                  <a:pt x="409956" y="364236"/>
                </a:lnTo>
                <a:lnTo>
                  <a:pt x="407737" y="36728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4802124" y="2380487"/>
            <a:ext cx="1272540" cy="408940"/>
          </a:xfrm>
          <a:custGeom>
            <a:avLst/>
            <a:gdLst/>
            <a:ahLst/>
            <a:cxnLst/>
            <a:rect l="l" t="t" r="r" b="b"/>
            <a:pathLst>
              <a:path w="1272539" h="408939">
                <a:moveTo>
                  <a:pt x="394716" y="364248"/>
                </a:moveTo>
                <a:lnTo>
                  <a:pt x="370967" y="323570"/>
                </a:lnTo>
                <a:lnTo>
                  <a:pt x="370332" y="285000"/>
                </a:lnTo>
                <a:lnTo>
                  <a:pt x="361188" y="285000"/>
                </a:lnTo>
                <a:lnTo>
                  <a:pt x="358902" y="322148"/>
                </a:lnTo>
                <a:lnTo>
                  <a:pt x="356616" y="349008"/>
                </a:lnTo>
                <a:lnTo>
                  <a:pt x="355092" y="362724"/>
                </a:lnTo>
                <a:lnTo>
                  <a:pt x="350520" y="370344"/>
                </a:lnTo>
                <a:lnTo>
                  <a:pt x="281940" y="370344"/>
                </a:lnTo>
                <a:lnTo>
                  <a:pt x="265099" y="368884"/>
                </a:lnTo>
                <a:lnTo>
                  <a:pt x="253555" y="362153"/>
                </a:lnTo>
                <a:lnTo>
                  <a:pt x="247434" y="349973"/>
                </a:lnTo>
                <a:lnTo>
                  <a:pt x="246888" y="332244"/>
                </a:lnTo>
                <a:lnTo>
                  <a:pt x="246888" y="213372"/>
                </a:lnTo>
                <a:lnTo>
                  <a:pt x="388620" y="213372"/>
                </a:lnTo>
                <a:lnTo>
                  <a:pt x="355092" y="179844"/>
                </a:lnTo>
                <a:lnTo>
                  <a:pt x="330708" y="204228"/>
                </a:lnTo>
                <a:lnTo>
                  <a:pt x="208788" y="204228"/>
                </a:lnTo>
                <a:lnTo>
                  <a:pt x="208788" y="109740"/>
                </a:lnTo>
                <a:lnTo>
                  <a:pt x="347472" y="109740"/>
                </a:lnTo>
                <a:lnTo>
                  <a:pt x="312420" y="74688"/>
                </a:lnTo>
                <a:lnTo>
                  <a:pt x="288036" y="99072"/>
                </a:lnTo>
                <a:lnTo>
                  <a:pt x="208788" y="99072"/>
                </a:lnTo>
                <a:lnTo>
                  <a:pt x="208788" y="32016"/>
                </a:lnTo>
                <a:lnTo>
                  <a:pt x="222504" y="18300"/>
                </a:lnTo>
                <a:lnTo>
                  <a:pt x="182880" y="12"/>
                </a:lnTo>
                <a:lnTo>
                  <a:pt x="184162" y="66878"/>
                </a:lnTo>
                <a:lnTo>
                  <a:pt x="184404" y="100596"/>
                </a:lnTo>
                <a:lnTo>
                  <a:pt x="92964" y="100596"/>
                </a:lnTo>
                <a:lnTo>
                  <a:pt x="98412" y="90322"/>
                </a:lnTo>
                <a:lnTo>
                  <a:pt x="112776" y="60972"/>
                </a:lnTo>
                <a:lnTo>
                  <a:pt x="126492" y="53352"/>
                </a:lnTo>
                <a:lnTo>
                  <a:pt x="88392" y="32016"/>
                </a:lnTo>
                <a:lnTo>
                  <a:pt x="77762" y="73164"/>
                </a:lnTo>
                <a:lnTo>
                  <a:pt x="64008" y="112026"/>
                </a:lnTo>
                <a:lnTo>
                  <a:pt x="46812" y="148602"/>
                </a:lnTo>
                <a:lnTo>
                  <a:pt x="25908" y="182892"/>
                </a:lnTo>
                <a:lnTo>
                  <a:pt x="30480" y="185940"/>
                </a:lnTo>
                <a:lnTo>
                  <a:pt x="47053" y="169125"/>
                </a:lnTo>
                <a:lnTo>
                  <a:pt x="62484" y="150888"/>
                </a:lnTo>
                <a:lnTo>
                  <a:pt x="76771" y="131495"/>
                </a:lnTo>
                <a:lnTo>
                  <a:pt x="89916" y="111264"/>
                </a:lnTo>
                <a:lnTo>
                  <a:pt x="184404" y="111264"/>
                </a:lnTo>
                <a:lnTo>
                  <a:pt x="184404" y="204228"/>
                </a:lnTo>
                <a:lnTo>
                  <a:pt x="0" y="204228"/>
                </a:lnTo>
                <a:lnTo>
                  <a:pt x="15240" y="219468"/>
                </a:lnTo>
                <a:lnTo>
                  <a:pt x="24879" y="217220"/>
                </a:lnTo>
                <a:lnTo>
                  <a:pt x="35242" y="215277"/>
                </a:lnTo>
                <a:lnTo>
                  <a:pt x="45885" y="213893"/>
                </a:lnTo>
                <a:lnTo>
                  <a:pt x="56388" y="213372"/>
                </a:lnTo>
                <a:lnTo>
                  <a:pt x="134112" y="213372"/>
                </a:lnTo>
                <a:lnTo>
                  <a:pt x="123634" y="272999"/>
                </a:lnTo>
                <a:lnTo>
                  <a:pt x="105156" y="320052"/>
                </a:lnTo>
                <a:lnTo>
                  <a:pt x="67437" y="361962"/>
                </a:lnTo>
                <a:lnTo>
                  <a:pt x="0" y="403872"/>
                </a:lnTo>
                <a:lnTo>
                  <a:pt x="1524" y="408444"/>
                </a:lnTo>
                <a:lnTo>
                  <a:pt x="43497" y="392696"/>
                </a:lnTo>
                <a:lnTo>
                  <a:pt x="77914" y="375107"/>
                </a:lnTo>
                <a:lnTo>
                  <a:pt x="123444" y="333768"/>
                </a:lnTo>
                <a:lnTo>
                  <a:pt x="148018" y="279857"/>
                </a:lnTo>
                <a:lnTo>
                  <a:pt x="160020" y="213372"/>
                </a:lnTo>
                <a:lnTo>
                  <a:pt x="222504" y="213372"/>
                </a:lnTo>
                <a:lnTo>
                  <a:pt x="222504" y="345960"/>
                </a:lnTo>
                <a:lnTo>
                  <a:pt x="224193" y="365099"/>
                </a:lnTo>
                <a:lnTo>
                  <a:pt x="231457" y="379107"/>
                </a:lnTo>
                <a:lnTo>
                  <a:pt x="244144" y="387959"/>
                </a:lnTo>
                <a:lnTo>
                  <a:pt x="262128" y="391680"/>
                </a:lnTo>
                <a:lnTo>
                  <a:pt x="345948" y="391680"/>
                </a:lnTo>
                <a:lnTo>
                  <a:pt x="363423" y="389966"/>
                </a:lnTo>
                <a:lnTo>
                  <a:pt x="377190" y="384822"/>
                </a:lnTo>
                <a:lnTo>
                  <a:pt x="387515" y="376250"/>
                </a:lnTo>
                <a:lnTo>
                  <a:pt x="394716" y="364248"/>
                </a:lnTo>
                <a:close/>
              </a:path>
              <a:path w="1272539" h="408939">
                <a:moveTo>
                  <a:pt x="842772" y="355092"/>
                </a:moveTo>
                <a:lnTo>
                  <a:pt x="794766" y="346519"/>
                </a:lnTo>
                <a:lnTo>
                  <a:pt x="755904" y="332232"/>
                </a:lnTo>
                <a:lnTo>
                  <a:pt x="722947" y="309753"/>
                </a:lnTo>
                <a:lnTo>
                  <a:pt x="693420" y="280416"/>
                </a:lnTo>
                <a:lnTo>
                  <a:pt x="711365" y="268706"/>
                </a:lnTo>
                <a:lnTo>
                  <a:pt x="772668" y="230124"/>
                </a:lnTo>
                <a:lnTo>
                  <a:pt x="790956" y="228600"/>
                </a:lnTo>
                <a:lnTo>
                  <a:pt x="760476" y="198120"/>
                </a:lnTo>
                <a:lnTo>
                  <a:pt x="747331" y="215798"/>
                </a:lnTo>
                <a:lnTo>
                  <a:pt x="730758" y="234315"/>
                </a:lnTo>
                <a:lnTo>
                  <a:pt x="710755" y="253415"/>
                </a:lnTo>
                <a:lnTo>
                  <a:pt x="687324" y="272796"/>
                </a:lnTo>
                <a:lnTo>
                  <a:pt x="675081" y="253707"/>
                </a:lnTo>
                <a:lnTo>
                  <a:pt x="663702" y="233172"/>
                </a:lnTo>
                <a:lnTo>
                  <a:pt x="653453" y="211505"/>
                </a:lnTo>
                <a:lnTo>
                  <a:pt x="644652" y="188976"/>
                </a:lnTo>
                <a:lnTo>
                  <a:pt x="838200" y="188976"/>
                </a:lnTo>
                <a:lnTo>
                  <a:pt x="803148" y="153924"/>
                </a:lnTo>
                <a:lnTo>
                  <a:pt x="777240" y="179832"/>
                </a:lnTo>
                <a:lnTo>
                  <a:pt x="646176" y="179832"/>
                </a:lnTo>
                <a:lnTo>
                  <a:pt x="646176" y="129540"/>
                </a:lnTo>
                <a:lnTo>
                  <a:pt x="789432" y="129540"/>
                </a:lnTo>
                <a:lnTo>
                  <a:pt x="757428" y="96012"/>
                </a:lnTo>
                <a:lnTo>
                  <a:pt x="734568" y="118872"/>
                </a:lnTo>
                <a:lnTo>
                  <a:pt x="646176" y="118872"/>
                </a:lnTo>
                <a:lnTo>
                  <a:pt x="646176" y="71628"/>
                </a:lnTo>
                <a:lnTo>
                  <a:pt x="816864" y="71628"/>
                </a:lnTo>
                <a:lnTo>
                  <a:pt x="783336" y="36576"/>
                </a:lnTo>
                <a:lnTo>
                  <a:pt x="758952" y="60960"/>
                </a:lnTo>
                <a:lnTo>
                  <a:pt x="646176" y="60960"/>
                </a:lnTo>
                <a:lnTo>
                  <a:pt x="646176" y="28956"/>
                </a:lnTo>
                <a:lnTo>
                  <a:pt x="659892" y="18288"/>
                </a:lnTo>
                <a:lnTo>
                  <a:pt x="620268" y="0"/>
                </a:lnTo>
                <a:lnTo>
                  <a:pt x="621144" y="14249"/>
                </a:lnTo>
                <a:lnTo>
                  <a:pt x="621601" y="29337"/>
                </a:lnTo>
                <a:lnTo>
                  <a:pt x="621792" y="60960"/>
                </a:lnTo>
                <a:lnTo>
                  <a:pt x="466344" y="60960"/>
                </a:lnTo>
                <a:lnTo>
                  <a:pt x="483108" y="76200"/>
                </a:lnTo>
                <a:lnTo>
                  <a:pt x="492531" y="74206"/>
                </a:lnTo>
                <a:lnTo>
                  <a:pt x="502539" y="72771"/>
                </a:lnTo>
                <a:lnTo>
                  <a:pt x="513105" y="71920"/>
                </a:lnTo>
                <a:lnTo>
                  <a:pt x="524256" y="71628"/>
                </a:lnTo>
                <a:lnTo>
                  <a:pt x="621792" y="71628"/>
                </a:lnTo>
                <a:lnTo>
                  <a:pt x="621792" y="118872"/>
                </a:lnTo>
                <a:lnTo>
                  <a:pt x="496824" y="118872"/>
                </a:lnTo>
                <a:lnTo>
                  <a:pt x="512064" y="134112"/>
                </a:lnTo>
                <a:lnTo>
                  <a:pt x="522363" y="132118"/>
                </a:lnTo>
                <a:lnTo>
                  <a:pt x="532828" y="130683"/>
                </a:lnTo>
                <a:lnTo>
                  <a:pt x="543560" y="129832"/>
                </a:lnTo>
                <a:lnTo>
                  <a:pt x="554736" y="129540"/>
                </a:lnTo>
                <a:lnTo>
                  <a:pt x="621792" y="129540"/>
                </a:lnTo>
                <a:lnTo>
                  <a:pt x="621792" y="179832"/>
                </a:lnTo>
                <a:lnTo>
                  <a:pt x="440436" y="179832"/>
                </a:lnTo>
                <a:lnTo>
                  <a:pt x="457200" y="195072"/>
                </a:lnTo>
                <a:lnTo>
                  <a:pt x="466623" y="192836"/>
                </a:lnTo>
                <a:lnTo>
                  <a:pt x="476631" y="190881"/>
                </a:lnTo>
                <a:lnTo>
                  <a:pt x="487197" y="189509"/>
                </a:lnTo>
                <a:lnTo>
                  <a:pt x="498348" y="188976"/>
                </a:lnTo>
                <a:lnTo>
                  <a:pt x="611124" y="188976"/>
                </a:lnTo>
                <a:lnTo>
                  <a:pt x="577405" y="231457"/>
                </a:lnTo>
                <a:lnTo>
                  <a:pt x="537972" y="268224"/>
                </a:lnTo>
                <a:lnTo>
                  <a:pt x="491299" y="301180"/>
                </a:lnTo>
                <a:lnTo>
                  <a:pt x="434340" y="330708"/>
                </a:lnTo>
                <a:lnTo>
                  <a:pt x="435864" y="338328"/>
                </a:lnTo>
                <a:lnTo>
                  <a:pt x="468744" y="326313"/>
                </a:lnTo>
                <a:lnTo>
                  <a:pt x="498919" y="312991"/>
                </a:lnTo>
                <a:lnTo>
                  <a:pt x="526516" y="298259"/>
                </a:lnTo>
                <a:lnTo>
                  <a:pt x="551688" y="281940"/>
                </a:lnTo>
                <a:lnTo>
                  <a:pt x="551688" y="348996"/>
                </a:lnTo>
                <a:lnTo>
                  <a:pt x="551129" y="359308"/>
                </a:lnTo>
                <a:lnTo>
                  <a:pt x="549592" y="367474"/>
                </a:lnTo>
                <a:lnTo>
                  <a:pt x="547179" y="373646"/>
                </a:lnTo>
                <a:lnTo>
                  <a:pt x="544068" y="377952"/>
                </a:lnTo>
                <a:lnTo>
                  <a:pt x="563880" y="405384"/>
                </a:lnTo>
                <a:lnTo>
                  <a:pt x="582714" y="391414"/>
                </a:lnTo>
                <a:lnTo>
                  <a:pt x="607123" y="374713"/>
                </a:lnTo>
                <a:lnTo>
                  <a:pt x="636955" y="355460"/>
                </a:lnTo>
                <a:lnTo>
                  <a:pt x="672084" y="333756"/>
                </a:lnTo>
                <a:lnTo>
                  <a:pt x="669036" y="327660"/>
                </a:lnTo>
                <a:lnTo>
                  <a:pt x="579120" y="365760"/>
                </a:lnTo>
                <a:lnTo>
                  <a:pt x="579120" y="262128"/>
                </a:lnTo>
                <a:lnTo>
                  <a:pt x="594779" y="246989"/>
                </a:lnTo>
                <a:lnTo>
                  <a:pt x="609600" y="231267"/>
                </a:lnTo>
                <a:lnTo>
                  <a:pt x="623265" y="214985"/>
                </a:lnTo>
                <a:lnTo>
                  <a:pt x="635508" y="198120"/>
                </a:lnTo>
                <a:lnTo>
                  <a:pt x="650367" y="238493"/>
                </a:lnTo>
                <a:lnTo>
                  <a:pt x="667512" y="272986"/>
                </a:lnTo>
                <a:lnTo>
                  <a:pt x="708660" y="326136"/>
                </a:lnTo>
                <a:lnTo>
                  <a:pt x="754189" y="361569"/>
                </a:lnTo>
                <a:lnTo>
                  <a:pt x="803148" y="385572"/>
                </a:lnTo>
                <a:lnTo>
                  <a:pt x="809980" y="376415"/>
                </a:lnTo>
                <a:lnTo>
                  <a:pt x="818959" y="369379"/>
                </a:lnTo>
                <a:lnTo>
                  <a:pt x="829932" y="364363"/>
                </a:lnTo>
                <a:lnTo>
                  <a:pt x="842772" y="361188"/>
                </a:lnTo>
                <a:lnTo>
                  <a:pt x="842772" y="355092"/>
                </a:lnTo>
                <a:close/>
              </a:path>
              <a:path w="1272539" h="408939">
                <a:moveTo>
                  <a:pt x="1004316" y="22860"/>
                </a:moveTo>
                <a:lnTo>
                  <a:pt x="966216" y="1524"/>
                </a:lnTo>
                <a:lnTo>
                  <a:pt x="961072" y="24053"/>
                </a:lnTo>
                <a:lnTo>
                  <a:pt x="954786" y="48006"/>
                </a:lnTo>
                <a:lnTo>
                  <a:pt x="938784" y="99060"/>
                </a:lnTo>
                <a:lnTo>
                  <a:pt x="914400" y="156210"/>
                </a:lnTo>
                <a:lnTo>
                  <a:pt x="880872" y="217932"/>
                </a:lnTo>
                <a:lnTo>
                  <a:pt x="885444" y="220980"/>
                </a:lnTo>
                <a:lnTo>
                  <a:pt x="896823" y="207581"/>
                </a:lnTo>
                <a:lnTo>
                  <a:pt x="910209" y="190309"/>
                </a:lnTo>
                <a:lnTo>
                  <a:pt x="925296" y="169341"/>
                </a:lnTo>
                <a:lnTo>
                  <a:pt x="941832" y="144780"/>
                </a:lnTo>
                <a:lnTo>
                  <a:pt x="941755" y="327660"/>
                </a:lnTo>
                <a:lnTo>
                  <a:pt x="941590" y="337667"/>
                </a:lnTo>
                <a:lnTo>
                  <a:pt x="941070" y="356044"/>
                </a:lnTo>
                <a:lnTo>
                  <a:pt x="940612" y="375462"/>
                </a:lnTo>
                <a:lnTo>
                  <a:pt x="940511" y="381952"/>
                </a:lnTo>
                <a:lnTo>
                  <a:pt x="940308" y="405384"/>
                </a:lnTo>
                <a:lnTo>
                  <a:pt x="966216" y="393192"/>
                </a:lnTo>
                <a:lnTo>
                  <a:pt x="965327" y="375462"/>
                </a:lnTo>
                <a:lnTo>
                  <a:pt x="964882" y="359092"/>
                </a:lnTo>
                <a:lnTo>
                  <a:pt x="964742" y="345948"/>
                </a:lnTo>
                <a:lnTo>
                  <a:pt x="964692" y="144780"/>
                </a:lnTo>
                <a:lnTo>
                  <a:pt x="964692" y="141732"/>
                </a:lnTo>
                <a:lnTo>
                  <a:pt x="978408" y="129540"/>
                </a:lnTo>
                <a:lnTo>
                  <a:pt x="954024" y="118872"/>
                </a:lnTo>
                <a:lnTo>
                  <a:pt x="959739" y="105727"/>
                </a:lnTo>
                <a:lnTo>
                  <a:pt x="967740" y="86868"/>
                </a:lnTo>
                <a:lnTo>
                  <a:pt x="978027" y="62293"/>
                </a:lnTo>
                <a:lnTo>
                  <a:pt x="990600" y="32004"/>
                </a:lnTo>
                <a:lnTo>
                  <a:pt x="1004316" y="22860"/>
                </a:lnTo>
                <a:close/>
              </a:path>
              <a:path w="1272539" h="408939">
                <a:moveTo>
                  <a:pt x="1162812" y="68580"/>
                </a:moveTo>
                <a:lnTo>
                  <a:pt x="1132332" y="38100"/>
                </a:lnTo>
                <a:lnTo>
                  <a:pt x="1114044" y="57912"/>
                </a:lnTo>
                <a:lnTo>
                  <a:pt x="990600" y="57912"/>
                </a:lnTo>
                <a:lnTo>
                  <a:pt x="1005840" y="71628"/>
                </a:lnTo>
                <a:lnTo>
                  <a:pt x="1025652" y="68580"/>
                </a:lnTo>
                <a:lnTo>
                  <a:pt x="1050036" y="68580"/>
                </a:lnTo>
                <a:lnTo>
                  <a:pt x="1035519" y="127063"/>
                </a:lnTo>
                <a:lnTo>
                  <a:pt x="1017435" y="181356"/>
                </a:lnTo>
                <a:lnTo>
                  <a:pt x="993952" y="229362"/>
                </a:lnTo>
                <a:lnTo>
                  <a:pt x="979932" y="249936"/>
                </a:lnTo>
                <a:lnTo>
                  <a:pt x="984504" y="256032"/>
                </a:lnTo>
                <a:lnTo>
                  <a:pt x="997381" y="242087"/>
                </a:lnTo>
                <a:lnTo>
                  <a:pt x="1008697" y="227838"/>
                </a:lnTo>
                <a:lnTo>
                  <a:pt x="1018578" y="213601"/>
                </a:lnTo>
                <a:lnTo>
                  <a:pt x="1027176" y="199644"/>
                </a:lnTo>
                <a:lnTo>
                  <a:pt x="1034338" y="210197"/>
                </a:lnTo>
                <a:lnTo>
                  <a:pt x="1039939" y="221170"/>
                </a:lnTo>
                <a:lnTo>
                  <a:pt x="1044105" y="232435"/>
                </a:lnTo>
                <a:lnTo>
                  <a:pt x="1050036" y="256032"/>
                </a:lnTo>
                <a:lnTo>
                  <a:pt x="1053084" y="260604"/>
                </a:lnTo>
                <a:lnTo>
                  <a:pt x="1057656" y="260604"/>
                </a:lnTo>
                <a:lnTo>
                  <a:pt x="1060704" y="259080"/>
                </a:lnTo>
                <a:lnTo>
                  <a:pt x="1063752" y="252984"/>
                </a:lnTo>
                <a:lnTo>
                  <a:pt x="1068324" y="248412"/>
                </a:lnTo>
                <a:lnTo>
                  <a:pt x="1069848" y="242316"/>
                </a:lnTo>
                <a:lnTo>
                  <a:pt x="1069848" y="233172"/>
                </a:lnTo>
                <a:lnTo>
                  <a:pt x="1041882" y="201269"/>
                </a:lnTo>
                <a:lnTo>
                  <a:pt x="1030224" y="193548"/>
                </a:lnTo>
                <a:lnTo>
                  <a:pt x="1035697" y="183222"/>
                </a:lnTo>
                <a:lnTo>
                  <a:pt x="1040892" y="172593"/>
                </a:lnTo>
                <a:lnTo>
                  <a:pt x="1046073" y="161404"/>
                </a:lnTo>
                <a:lnTo>
                  <a:pt x="1051560" y="149352"/>
                </a:lnTo>
                <a:lnTo>
                  <a:pt x="1110996" y="149352"/>
                </a:lnTo>
                <a:lnTo>
                  <a:pt x="1095756" y="205359"/>
                </a:lnTo>
                <a:lnTo>
                  <a:pt x="1080516" y="249936"/>
                </a:lnTo>
                <a:lnTo>
                  <a:pt x="1061085" y="288798"/>
                </a:lnTo>
                <a:lnTo>
                  <a:pt x="1039368" y="323088"/>
                </a:lnTo>
                <a:lnTo>
                  <a:pt x="1010412" y="356044"/>
                </a:lnTo>
                <a:lnTo>
                  <a:pt x="972312" y="385572"/>
                </a:lnTo>
                <a:lnTo>
                  <a:pt x="976884" y="391668"/>
                </a:lnTo>
                <a:lnTo>
                  <a:pt x="1010031" y="371094"/>
                </a:lnTo>
                <a:lnTo>
                  <a:pt x="1040892" y="345948"/>
                </a:lnTo>
                <a:lnTo>
                  <a:pt x="1068514" y="315087"/>
                </a:lnTo>
                <a:lnTo>
                  <a:pt x="1092708" y="277368"/>
                </a:lnTo>
                <a:lnTo>
                  <a:pt x="1114425" y="225552"/>
                </a:lnTo>
                <a:lnTo>
                  <a:pt x="1133856" y="155448"/>
                </a:lnTo>
                <a:lnTo>
                  <a:pt x="1144295" y="149352"/>
                </a:lnTo>
                <a:lnTo>
                  <a:pt x="1152144" y="144780"/>
                </a:lnTo>
                <a:lnTo>
                  <a:pt x="1144016" y="138684"/>
                </a:lnTo>
                <a:lnTo>
                  <a:pt x="1121664" y="121920"/>
                </a:lnTo>
                <a:lnTo>
                  <a:pt x="1107948" y="138684"/>
                </a:lnTo>
                <a:lnTo>
                  <a:pt x="1054608" y="138684"/>
                </a:lnTo>
                <a:lnTo>
                  <a:pt x="1062888" y="115303"/>
                </a:lnTo>
                <a:lnTo>
                  <a:pt x="1069467" y="95631"/>
                </a:lnTo>
                <a:lnTo>
                  <a:pt x="1074318" y="79971"/>
                </a:lnTo>
                <a:lnTo>
                  <a:pt x="1077468" y="68580"/>
                </a:lnTo>
                <a:lnTo>
                  <a:pt x="1162812" y="68580"/>
                </a:lnTo>
                <a:close/>
              </a:path>
              <a:path w="1272539" h="408939">
                <a:moveTo>
                  <a:pt x="1205484" y="97536"/>
                </a:moveTo>
                <a:lnTo>
                  <a:pt x="1167384" y="80772"/>
                </a:lnTo>
                <a:lnTo>
                  <a:pt x="1168260" y="92760"/>
                </a:lnTo>
                <a:lnTo>
                  <a:pt x="1168717" y="105727"/>
                </a:lnTo>
                <a:lnTo>
                  <a:pt x="1168781" y="111252"/>
                </a:lnTo>
                <a:lnTo>
                  <a:pt x="1168717" y="260032"/>
                </a:lnTo>
                <a:lnTo>
                  <a:pt x="1168260" y="281584"/>
                </a:lnTo>
                <a:lnTo>
                  <a:pt x="1167384" y="307848"/>
                </a:lnTo>
                <a:lnTo>
                  <a:pt x="1193292" y="295656"/>
                </a:lnTo>
                <a:lnTo>
                  <a:pt x="1192403" y="271399"/>
                </a:lnTo>
                <a:lnTo>
                  <a:pt x="1191958" y="251269"/>
                </a:lnTo>
                <a:lnTo>
                  <a:pt x="1191869" y="243344"/>
                </a:lnTo>
                <a:lnTo>
                  <a:pt x="1191768" y="111252"/>
                </a:lnTo>
                <a:lnTo>
                  <a:pt x="1205484" y="97536"/>
                </a:lnTo>
                <a:close/>
              </a:path>
              <a:path w="1272539" h="408939">
                <a:moveTo>
                  <a:pt x="1272540" y="25908"/>
                </a:moveTo>
                <a:lnTo>
                  <a:pt x="1234440" y="7620"/>
                </a:lnTo>
                <a:lnTo>
                  <a:pt x="1234668" y="31610"/>
                </a:lnTo>
                <a:lnTo>
                  <a:pt x="1235202" y="53149"/>
                </a:lnTo>
                <a:lnTo>
                  <a:pt x="1235722" y="72136"/>
                </a:lnTo>
                <a:lnTo>
                  <a:pt x="1235849" y="80772"/>
                </a:lnTo>
                <a:lnTo>
                  <a:pt x="1235964" y="359664"/>
                </a:lnTo>
                <a:lnTo>
                  <a:pt x="1231392" y="365760"/>
                </a:lnTo>
                <a:lnTo>
                  <a:pt x="1225296" y="367284"/>
                </a:lnTo>
                <a:lnTo>
                  <a:pt x="1217574" y="368744"/>
                </a:lnTo>
                <a:lnTo>
                  <a:pt x="1205865" y="368617"/>
                </a:lnTo>
                <a:lnTo>
                  <a:pt x="1190142" y="367080"/>
                </a:lnTo>
                <a:lnTo>
                  <a:pt x="1170432" y="364236"/>
                </a:lnTo>
                <a:lnTo>
                  <a:pt x="1168908" y="371856"/>
                </a:lnTo>
                <a:lnTo>
                  <a:pt x="1192047" y="378167"/>
                </a:lnTo>
                <a:lnTo>
                  <a:pt x="1208913" y="385762"/>
                </a:lnTo>
                <a:lnTo>
                  <a:pt x="1219479" y="394792"/>
                </a:lnTo>
                <a:lnTo>
                  <a:pt x="1223772" y="405384"/>
                </a:lnTo>
                <a:lnTo>
                  <a:pt x="1239532" y="398551"/>
                </a:lnTo>
                <a:lnTo>
                  <a:pt x="1250442" y="389572"/>
                </a:lnTo>
                <a:lnTo>
                  <a:pt x="1256766" y="378599"/>
                </a:lnTo>
                <a:lnTo>
                  <a:pt x="1258341" y="368744"/>
                </a:lnTo>
                <a:lnTo>
                  <a:pt x="1258824" y="365760"/>
                </a:lnTo>
                <a:lnTo>
                  <a:pt x="1258824" y="36576"/>
                </a:lnTo>
                <a:lnTo>
                  <a:pt x="1272540" y="2590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" name="object 15"/>
          <p:cNvSpPr/>
          <p:nvPr/>
        </p:nvSpPr>
        <p:spPr>
          <a:xfrm>
            <a:off x="6129528" y="2391155"/>
            <a:ext cx="405765" cy="396240"/>
          </a:xfrm>
          <a:custGeom>
            <a:avLst/>
            <a:gdLst/>
            <a:ahLst/>
            <a:cxnLst/>
            <a:rect l="l" t="t" r="r" b="b"/>
            <a:pathLst>
              <a:path w="405765" h="396239">
                <a:moveTo>
                  <a:pt x="173735" y="396240"/>
                </a:moveTo>
                <a:lnTo>
                  <a:pt x="170259" y="384238"/>
                </a:lnTo>
                <a:lnTo>
                  <a:pt x="159638" y="373379"/>
                </a:lnTo>
                <a:lnTo>
                  <a:pt x="141589" y="363664"/>
                </a:lnTo>
                <a:lnTo>
                  <a:pt x="115823" y="355092"/>
                </a:lnTo>
                <a:lnTo>
                  <a:pt x="115823" y="345948"/>
                </a:lnTo>
                <a:lnTo>
                  <a:pt x="137802" y="347948"/>
                </a:lnTo>
                <a:lnTo>
                  <a:pt x="155638" y="349377"/>
                </a:lnTo>
                <a:lnTo>
                  <a:pt x="169187" y="350234"/>
                </a:lnTo>
                <a:lnTo>
                  <a:pt x="178307" y="350520"/>
                </a:lnTo>
                <a:lnTo>
                  <a:pt x="185189" y="349091"/>
                </a:lnTo>
                <a:lnTo>
                  <a:pt x="189928" y="344804"/>
                </a:lnTo>
                <a:lnTo>
                  <a:pt x="192666" y="337661"/>
                </a:lnTo>
                <a:lnTo>
                  <a:pt x="193547" y="327660"/>
                </a:lnTo>
                <a:lnTo>
                  <a:pt x="193547" y="181355"/>
                </a:lnTo>
                <a:lnTo>
                  <a:pt x="57911" y="181355"/>
                </a:lnTo>
                <a:lnTo>
                  <a:pt x="46743" y="181641"/>
                </a:lnTo>
                <a:lnTo>
                  <a:pt x="36004" y="182498"/>
                </a:lnTo>
                <a:lnTo>
                  <a:pt x="25550" y="183927"/>
                </a:lnTo>
                <a:lnTo>
                  <a:pt x="15239" y="185928"/>
                </a:lnTo>
                <a:lnTo>
                  <a:pt x="0" y="170688"/>
                </a:lnTo>
                <a:lnTo>
                  <a:pt x="193547" y="170688"/>
                </a:lnTo>
                <a:lnTo>
                  <a:pt x="193286" y="151518"/>
                </a:lnTo>
                <a:lnTo>
                  <a:pt x="192595" y="132778"/>
                </a:lnTo>
                <a:lnTo>
                  <a:pt x="190499" y="96012"/>
                </a:lnTo>
                <a:lnTo>
                  <a:pt x="214883" y="111252"/>
                </a:lnTo>
                <a:lnTo>
                  <a:pt x="310895" y="30480"/>
                </a:lnTo>
                <a:lnTo>
                  <a:pt x="112775" y="30480"/>
                </a:lnTo>
                <a:lnTo>
                  <a:pt x="101631" y="31003"/>
                </a:lnTo>
                <a:lnTo>
                  <a:pt x="91058" y="32385"/>
                </a:lnTo>
                <a:lnTo>
                  <a:pt x="81057" y="34337"/>
                </a:lnTo>
                <a:lnTo>
                  <a:pt x="71627" y="36576"/>
                </a:lnTo>
                <a:lnTo>
                  <a:pt x="54863" y="21336"/>
                </a:lnTo>
                <a:lnTo>
                  <a:pt x="310895" y="21336"/>
                </a:lnTo>
                <a:lnTo>
                  <a:pt x="333756" y="0"/>
                </a:lnTo>
                <a:lnTo>
                  <a:pt x="367283" y="38100"/>
                </a:lnTo>
                <a:lnTo>
                  <a:pt x="329350" y="48387"/>
                </a:lnTo>
                <a:lnTo>
                  <a:pt x="275081" y="80391"/>
                </a:lnTo>
                <a:lnTo>
                  <a:pt x="222503" y="115824"/>
                </a:lnTo>
                <a:lnTo>
                  <a:pt x="237744" y="126492"/>
                </a:lnTo>
                <a:lnTo>
                  <a:pt x="219456" y="137160"/>
                </a:lnTo>
                <a:lnTo>
                  <a:pt x="219456" y="170688"/>
                </a:lnTo>
                <a:lnTo>
                  <a:pt x="338327" y="170688"/>
                </a:lnTo>
                <a:lnTo>
                  <a:pt x="367283" y="143256"/>
                </a:lnTo>
                <a:lnTo>
                  <a:pt x="405383" y="181355"/>
                </a:lnTo>
                <a:lnTo>
                  <a:pt x="219456" y="181355"/>
                </a:lnTo>
                <a:lnTo>
                  <a:pt x="219456" y="347472"/>
                </a:lnTo>
                <a:lnTo>
                  <a:pt x="216598" y="363235"/>
                </a:lnTo>
                <a:lnTo>
                  <a:pt x="208026" y="376428"/>
                </a:lnTo>
                <a:lnTo>
                  <a:pt x="193738" y="387334"/>
                </a:lnTo>
                <a:lnTo>
                  <a:pt x="173735" y="39624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pic>
        <p:nvPicPr>
          <p:cNvPr id="16" name="object 16"/>
          <p:cNvPicPr/>
          <p:nvPr/>
        </p:nvPicPr>
        <p:blipFill>
          <a:blip r:embed="rId4" cstate="print"/>
          <a:stretch>
            <a:fillRect/>
          </a:stretch>
        </p:blipFill>
        <p:spPr>
          <a:xfrm>
            <a:off x="6611111" y="2586228"/>
            <a:ext cx="64008" cy="164592"/>
          </a:xfrm>
          <a:prstGeom prst="rect">
            <a:avLst/>
          </a:prstGeom>
        </p:spPr>
      </p:pic>
      <p:sp>
        <p:nvSpPr>
          <p:cNvPr id="17" name="object 17"/>
          <p:cNvSpPr/>
          <p:nvPr/>
        </p:nvSpPr>
        <p:spPr>
          <a:xfrm>
            <a:off x="2139695" y="2939795"/>
            <a:ext cx="277495" cy="323215"/>
          </a:xfrm>
          <a:custGeom>
            <a:avLst/>
            <a:gdLst/>
            <a:ahLst/>
            <a:cxnLst/>
            <a:rect l="l" t="t" r="r" b="b"/>
            <a:pathLst>
              <a:path w="277494" h="323214">
                <a:moveTo>
                  <a:pt x="277368" y="323087"/>
                </a:moveTo>
                <a:lnTo>
                  <a:pt x="233172" y="323087"/>
                </a:lnTo>
                <a:lnTo>
                  <a:pt x="233172" y="44195"/>
                </a:lnTo>
                <a:lnTo>
                  <a:pt x="149352" y="234695"/>
                </a:lnTo>
                <a:lnTo>
                  <a:pt x="123444" y="234695"/>
                </a:lnTo>
                <a:lnTo>
                  <a:pt x="39624" y="44195"/>
                </a:lnTo>
                <a:lnTo>
                  <a:pt x="39624" y="323087"/>
                </a:lnTo>
                <a:lnTo>
                  <a:pt x="0" y="323087"/>
                </a:lnTo>
                <a:lnTo>
                  <a:pt x="0" y="0"/>
                </a:lnTo>
                <a:lnTo>
                  <a:pt x="57912" y="0"/>
                </a:lnTo>
                <a:lnTo>
                  <a:pt x="138684" y="179831"/>
                </a:lnTo>
                <a:lnTo>
                  <a:pt x="216408" y="0"/>
                </a:lnTo>
                <a:lnTo>
                  <a:pt x="277368" y="0"/>
                </a:lnTo>
                <a:lnTo>
                  <a:pt x="277368" y="32308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" name="object 18"/>
          <p:cNvSpPr/>
          <p:nvPr/>
        </p:nvSpPr>
        <p:spPr>
          <a:xfrm>
            <a:off x="2488691" y="3058667"/>
            <a:ext cx="241300" cy="35560"/>
          </a:xfrm>
          <a:custGeom>
            <a:avLst/>
            <a:gdLst/>
            <a:ahLst/>
            <a:cxnLst/>
            <a:rect l="l" t="t" r="r" b="b"/>
            <a:pathLst>
              <a:path w="241300" h="35560">
                <a:moveTo>
                  <a:pt x="240792" y="35052"/>
                </a:moveTo>
                <a:lnTo>
                  <a:pt x="0" y="35052"/>
                </a:lnTo>
                <a:lnTo>
                  <a:pt x="0" y="0"/>
                </a:lnTo>
                <a:lnTo>
                  <a:pt x="240792" y="0"/>
                </a:lnTo>
                <a:lnTo>
                  <a:pt x="240792" y="3505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" name="object 19"/>
          <p:cNvSpPr/>
          <p:nvPr/>
        </p:nvSpPr>
        <p:spPr>
          <a:xfrm>
            <a:off x="2488691" y="3150107"/>
            <a:ext cx="241300" cy="33655"/>
          </a:xfrm>
          <a:custGeom>
            <a:avLst/>
            <a:gdLst/>
            <a:ahLst/>
            <a:cxnLst/>
            <a:rect l="l" t="t" r="r" b="b"/>
            <a:pathLst>
              <a:path w="241300" h="33655">
                <a:moveTo>
                  <a:pt x="240792" y="33528"/>
                </a:moveTo>
                <a:lnTo>
                  <a:pt x="0" y="33528"/>
                </a:lnTo>
                <a:lnTo>
                  <a:pt x="0" y="0"/>
                </a:lnTo>
                <a:lnTo>
                  <a:pt x="240792" y="0"/>
                </a:lnTo>
                <a:lnTo>
                  <a:pt x="240792" y="3352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20" name="object 20"/>
          <p:cNvGrpSpPr/>
          <p:nvPr/>
        </p:nvGrpSpPr>
        <p:grpSpPr>
          <a:xfrm>
            <a:off x="2784348" y="2924555"/>
            <a:ext cx="1905000" cy="424180"/>
            <a:chOff x="2784348" y="2924555"/>
            <a:chExt cx="1905000" cy="424180"/>
          </a:xfrm>
        </p:grpSpPr>
        <p:sp>
          <p:nvSpPr>
            <p:cNvPr id="21" name="object 21"/>
            <p:cNvSpPr/>
            <p:nvPr/>
          </p:nvSpPr>
          <p:spPr>
            <a:xfrm>
              <a:off x="2784348" y="2924555"/>
              <a:ext cx="658495" cy="424180"/>
            </a:xfrm>
            <a:custGeom>
              <a:avLst/>
              <a:gdLst/>
              <a:ahLst/>
              <a:cxnLst/>
              <a:rect l="l" t="t" r="r" b="b"/>
              <a:pathLst>
                <a:path w="658495" h="424179">
                  <a:moveTo>
                    <a:pt x="179832" y="0"/>
                  </a:moveTo>
                  <a:lnTo>
                    <a:pt x="153924" y="0"/>
                  </a:lnTo>
                  <a:lnTo>
                    <a:pt x="135610" y="1409"/>
                  </a:lnTo>
                  <a:lnTo>
                    <a:pt x="92964" y="21336"/>
                  </a:lnTo>
                  <a:lnTo>
                    <a:pt x="73025" y="64630"/>
                  </a:lnTo>
                  <a:lnTo>
                    <a:pt x="71628" y="83820"/>
                  </a:lnTo>
                  <a:lnTo>
                    <a:pt x="71628" y="117348"/>
                  </a:lnTo>
                  <a:lnTo>
                    <a:pt x="71361" y="124447"/>
                  </a:lnTo>
                  <a:lnTo>
                    <a:pt x="61290" y="167741"/>
                  </a:lnTo>
                  <a:lnTo>
                    <a:pt x="29425" y="191858"/>
                  </a:lnTo>
                  <a:lnTo>
                    <a:pt x="4572" y="195072"/>
                  </a:lnTo>
                  <a:lnTo>
                    <a:pt x="0" y="195072"/>
                  </a:lnTo>
                  <a:lnTo>
                    <a:pt x="0" y="228600"/>
                  </a:lnTo>
                  <a:lnTo>
                    <a:pt x="4572" y="228600"/>
                  </a:lnTo>
                  <a:lnTo>
                    <a:pt x="13423" y="228917"/>
                  </a:lnTo>
                  <a:lnTo>
                    <a:pt x="53289" y="246062"/>
                  </a:lnTo>
                  <a:lnTo>
                    <a:pt x="69697" y="284492"/>
                  </a:lnTo>
                  <a:lnTo>
                    <a:pt x="71628" y="307848"/>
                  </a:lnTo>
                  <a:lnTo>
                    <a:pt x="71628" y="339852"/>
                  </a:lnTo>
                  <a:lnTo>
                    <a:pt x="73025" y="359270"/>
                  </a:lnTo>
                  <a:lnTo>
                    <a:pt x="92964" y="402336"/>
                  </a:lnTo>
                  <a:lnTo>
                    <a:pt x="135610" y="422275"/>
                  </a:lnTo>
                  <a:lnTo>
                    <a:pt x="153924" y="423672"/>
                  </a:lnTo>
                  <a:lnTo>
                    <a:pt x="179832" y="423672"/>
                  </a:lnTo>
                  <a:lnTo>
                    <a:pt x="179832" y="393192"/>
                  </a:lnTo>
                  <a:lnTo>
                    <a:pt x="146304" y="393192"/>
                  </a:lnTo>
                  <a:lnTo>
                    <a:pt x="134112" y="390144"/>
                  </a:lnTo>
                  <a:lnTo>
                    <a:pt x="128016" y="387096"/>
                  </a:lnTo>
                  <a:lnTo>
                    <a:pt x="118872" y="377952"/>
                  </a:lnTo>
                  <a:lnTo>
                    <a:pt x="115824" y="371856"/>
                  </a:lnTo>
                  <a:lnTo>
                    <a:pt x="114300" y="364236"/>
                  </a:lnTo>
                  <a:lnTo>
                    <a:pt x="112293" y="358216"/>
                  </a:lnTo>
                  <a:lnTo>
                    <a:pt x="110871" y="351472"/>
                  </a:lnTo>
                  <a:lnTo>
                    <a:pt x="110007" y="343877"/>
                  </a:lnTo>
                  <a:lnTo>
                    <a:pt x="109728" y="335280"/>
                  </a:lnTo>
                  <a:lnTo>
                    <a:pt x="109728" y="297180"/>
                  </a:lnTo>
                  <a:lnTo>
                    <a:pt x="109461" y="289229"/>
                  </a:lnTo>
                  <a:lnTo>
                    <a:pt x="97891" y="250228"/>
                  </a:lnTo>
                  <a:lnTo>
                    <a:pt x="63246" y="220408"/>
                  </a:lnTo>
                  <a:lnTo>
                    <a:pt x="51816" y="214884"/>
                  </a:lnTo>
                  <a:lnTo>
                    <a:pt x="51816" y="208788"/>
                  </a:lnTo>
                  <a:lnTo>
                    <a:pt x="85153" y="188023"/>
                  </a:lnTo>
                  <a:lnTo>
                    <a:pt x="106680" y="155448"/>
                  </a:lnTo>
                  <a:lnTo>
                    <a:pt x="109728" y="126492"/>
                  </a:lnTo>
                  <a:lnTo>
                    <a:pt x="109728" y="88392"/>
                  </a:lnTo>
                  <a:lnTo>
                    <a:pt x="110007" y="79806"/>
                  </a:lnTo>
                  <a:lnTo>
                    <a:pt x="110871" y="72199"/>
                  </a:lnTo>
                  <a:lnTo>
                    <a:pt x="112293" y="65468"/>
                  </a:lnTo>
                  <a:lnTo>
                    <a:pt x="114300" y="59436"/>
                  </a:lnTo>
                  <a:lnTo>
                    <a:pt x="115824" y="51816"/>
                  </a:lnTo>
                  <a:lnTo>
                    <a:pt x="140208" y="33528"/>
                  </a:lnTo>
                  <a:lnTo>
                    <a:pt x="146304" y="30480"/>
                  </a:lnTo>
                  <a:lnTo>
                    <a:pt x="179832" y="30480"/>
                  </a:lnTo>
                  <a:lnTo>
                    <a:pt x="179832" y="0"/>
                  </a:lnTo>
                  <a:close/>
                </a:path>
                <a:path w="658495" h="424179">
                  <a:moveTo>
                    <a:pt x="457200" y="15240"/>
                  </a:moveTo>
                  <a:lnTo>
                    <a:pt x="409956" y="15240"/>
                  </a:lnTo>
                  <a:lnTo>
                    <a:pt x="332232" y="141732"/>
                  </a:lnTo>
                  <a:lnTo>
                    <a:pt x="254508" y="15240"/>
                  </a:lnTo>
                  <a:lnTo>
                    <a:pt x="205740" y="15240"/>
                  </a:lnTo>
                  <a:lnTo>
                    <a:pt x="304800" y="176784"/>
                  </a:lnTo>
                  <a:lnTo>
                    <a:pt x="202692" y="338328"/>
                  </a:lnTo>
                  <a:lnTo>
                    <a:pt x="248412" y="338328"/>
                  </a:lnTo>
                  <a:lnTo>
                    <a:pt x="329184" y="208788"/>
                  </a:lnTo>
                  <a:lnTo>
                    <a:pt x="408432" y="338328"/>
                  </a:lnTo>
                  <a:lnTo>
                    <a:pt x="457200" y="338328"/>
                  </a:lnTo>
                  <a:lnTo>
                    <a:pt x="356616" y="173736"/>
                  </a:lnTo>
                  <a:lnTo>
                    <a:pt x="457200" y="15240"/>
                  </a:lnTo>
                  <a:close/>
                </a:path>
                <a:path w="658495" h="424179">
                  <a:moveTo>
                    <a:pt x="658355" y="172212"/>
                  </a:moveTo>
                  <a:lnTo>
                    <a:pt x="652259" y="134112"/>
                  </a:lnTo>
                  <a:lnTo>
                    <a:pt x="625309" y="103060"/>
                  </a:lnTo>
                  <a:lnTo>
                    <a:pt x="600443" y="94488"/>
                  </a:lnTo>
                  <a:lnTo>
                    <a:pt x="591870" y="92494"/>
                  </a:lnTo>
                  <a:lnTo>
                    <a:pt x="582155" y="91059"/>
                  </a:lnTo>
                  <a:lnTo>
                    <a:pt x="571296" y="90208"/>
                  </a:lnTo>
                  <a:lnTo>
                    <a:pt x="559295" y="89916"/>
                  </a:lnTo>
                  <a:lnTo>
                    <a:pt x="548779" y="90208"/>
                  </a:lnTo>
                  <a:lnTo>
                    <a:pt x="537959" y="91059"/>
                  </a:lnTo>
                  <a:lnTo>
                    <a:pt x="527151" y="92494"/>
                  </a:lnTo>
                  <a:lnTo>
                    <a:pt x="516623" y="94488"/>
                  </a:lnTo>
                  <a:lnTo>
                    <a:pt x="506907" y="95872"/>
                  </a:lnTo>
                  <a:lnTo>
                    <a:pt x="498335" y="97536"/>
                  </a:lnTo>
                  <a:lnTo>
                    <a:pt x="484619" y="100584"/>
                  </a:lnTo>
                  <a:lnTo>
                    <a:pt x="484619" y="141732"/>
                  </a:lnTo>
                  <a:lnTo>
                    <a:pt x="487667" y="141732"/>
                  </a:lnTo>
                  <a:lnTo>
                    <a:pt x="496836" y="138328"/>
                  </a:lnTo>
                  <a:lnTo>
                    <a:pt x="506145" y="135064"/>
                  </a:lnTo>
                  <a:lnTo>
                    <a:pt x="551281" y="126758"/>
                  </a:lnTo>
                  <a:lnTo>
                    <a:pt x="559295" y="126492"/>
                  </a:lnTo>
                  <a:lnTo>
                    <a:pt x="574535" y="126492"/>
                  </a:lnTo>
                  <a:lnTo>
                    <a:pt x="582155" y="128016"/>
                  </a:lnTo>
                  <a:lnTo>
                    <a:pt x="589775" y="128016"/>
                  </a:lnTo>
                  <a:lnTo>
                    <a:pt x="595871" y="131064"/>
                  </a:lnTo>
                  <a:lnTo>
                    <a:pt x="600443" y="134112"/>
                  </a:lnTo>
                  <a:lnTo>
                    <a:pt x="606539" y="137160"/>
                  </a:lnTo>
                  <a:lnTo>
                    <a:pt x="609587" y="141732"/>
                  </a:lnTo>
                  <a:lnTo>
                    <a:pt x="615683" y="153924"/>
                  </a:lnTo>
                  <a:lnTo>
                    <a:pt x="617169" y="161340"/>
                  </a:lnTo>
                  <a:lnTo>
                    <a:pt x="617207" y="178308"/>
                  </a:lnTo>
                  <a:lnTo>
                    <a:pt x="617207" y="211836"/>
                  </a:lnTo>
                  <a:lnTo>
                    <a:pt x="617207" y="278892"/>
                  </a:lnTo>
                  <a:lnTo>
                    <a:pt x="579996" y="302704"/>
                  </a:lnTo>
                  <a:lnTo>
                    <a:pt x="553199" y="307848"/>
                  </a:lnTo>
                  <a:lnTo>
                    <a:pt x="542582" y="307263"/>
                  </a:lnTo>
                  <a:lnTo>
                    <a:pt x="509955" y="283464"/>
                  </a:lnTo>
                  <a:lnTo>
                    <a:pt x="507479" y="265176"/>
                  </a:lnTo>
                  <a:lnTo>
                    <a:pt x="508076" y="256590"/>
                  </a:lnTo>
                  <a:lnTo>
                    <a:pt x="536371" y="223799"/>
                  </a:lnTo>
                  <a:lnTo>
                    <a:pt x="601205" y="212788"/>
                  </a:lnTo>
                  <a:lnTo>
                    <a:pt x="617207" y="211836"/>
                  </a:lnTo>
                  <a:lnTo>
                    <a:pt x="617207" y="178308"/>
                  </a:lnTo>
                  <a:lnTo>
                    <a:pt x="601497" y="179476"/>
                  </a:lnTo>
                  <a:lnTo>
                    <a:pt x="586346" y="180784"/>
                  </a:lnTo>
                  <a:lnTo>
                    <a:pt x="571779" y="182384"/>
                  </a:lnTo>
                  <a:lnTo>
                    <a:pt x="557771" y="184404"/>
                  </a:lnTo>
                  <a:lnTo>
                    <a:pt x="544372" y="186105"/>
                  </a:lnTo>
                  <a:lnTo>
                    <a:pt x="498411" y="202628"/>
                  </a:lnTo>
                  <a:lnTo>
                    <a:pt x="470598" y="235013"/>
                  </a:lnTo>
                  <a:lnTo>
                    <a:pt x="464807" y="268224"/>
                  </a:lnTo>
                  <a:lnTo>
                    <a:pt x="465124" y="276212"/>
                  </a:lnTo>
                  <a:lnTo>
                    <a:pt x="466140" y="284035"/>
                  </a:lnTo>
                  <a:lnTo>
                    <a:pt x="468033" y="291592"/>
                  </a:lnTo>
                  <a:lnTo>
                    <a:pt x="470903" y="298704"/>
                  </a:lnTo>
                  <a:lnTo>
                    <a:pt x="473722" y="306158"/>
                  </a:lnTo>
                  <a:lnTo>
                    <a:pt x="503936" y="336384"/>
                  </a:lnTo>
                  <a:lnTo>
                    <a:pt x="537959" y="345948"/>
                  </a:lnTo>
                  <a:lnTo>
                    <a:pt x="546773" y="345694"/>
                  </a:lnTo>
                  <a:lnTo>
                    <a:pt x="554723" y="344995"/>
                  </a:lnTo>
                  <a:lnTo>
                    <a:pt x="561543" y="344030"/>
                  </a:lnTo>
                  <a:lnTo>
                    <a:pt x="566915" y="342900"/>
                  </a:lnTo>
                  <a:lnTo>
                    <a:pt x="573011" y="339852"/>
                  </a:lnTo>
                  <a:lnTo>
                    <a:pt x="588251" y="333756"/>
                  </a:lnTo>
                  <a:lnTo>
                    <a:pt x="592823" y="330708"/>
                  </a:lnTo>
                  <a:lnTo>
                    <a:pt x="598919" y="327660"/>
                  </a:lnTo>
                  <a:lnTo>
                    <a:pt x="603491" y="323088"/>
                  </a:lnTo>
                  <a:lnTo>
                    <a:pt x="609587" y="318516"/>
                  </a:lnTo>
                  <a:lnTo>
                    <a:pt x="614159" y="315468"/>
                  </a:lnTo>
                  <a:lnTo>
                    <a:pt x="617207" y="312420"/>
                  </a:lnTo>
                  <a:lnTo>
                    <a:pt x="617207" y="338328"/>
                  </a:lnTo>
                  <a:lnTo>
                    <a:pt x="658355" y="338328"/>
                  </a:lnTo>
                  <a:lnTo>
                    <a:pt x="658355" y="312420"/>
                  </a:lnTo>
                  <a:lnTo>
                    <a:pt x="658355" y="307848"/>
                  </a:lnTo>
                  <a:lnTo>
                    <a:pt x="658355" y="211836"/>
                  </a:lnTo>
                  <a:lnTo>
                    <a:pt x="658355" y="172212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2" name="object 22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3468624" y="3020568"/>
              <a:ext cx="219456" cy="242316"/>
            </a:xfrm>
            <a:prstGeom prst="rect">
              <a:avLst/>
            </a:prstGeom>
          </p:spPr>
        </p:pic>
        <p:sp>
          <p:nvSpPr>
            <p:cNvPr id="23" name="object 23"/>
            <p:cNvSpPr/>
            <p:nvPr/>
          </p:nvSpPr>
          <p:spPr>
            <a:xfrm>
              <a:off x="3717036" y="2936747"/>
              <a:ext cx="294640" cy="332740"/>
            </a:xfrm>
            <a:custGeom>
              <a:avLst/>
              <a:gdLst/>
              <a:ahLst/>
              <a:cxnLst/>
              <a:rect l="l" t="t" r="r" b="b"/>
              <a:pathLst>
                <a:path w="294639" h="332739">
                  <a:moveTo>
                    <a:pt x="42672" y="83820"/>
                  </a:moveTo>
                  <a:lnTo>
                    <a:pt x="3048" y="83820"/>
                  </a:lnTo>
                  <a:lnTo>
                    <a:pt x="3048" y="326136"/>
                  </a:lnTo>
                  <a:lnTo>
                    <a:pt x="42672" y="326136"/>
                  </a:lnTo>
                  <a:lnTo>
                    <a:pt x="42672" y="83820"/>
                  </a:lnTo>
                  <a:close/>
                </a:path>
                <a:path w="294639" h="332739">
                  <a:moveTo>
                    <a:pt x="45720" y="0"/>
                  </a:moveTo>
                  <a:lnTo>
                    <a:pt x="0" y="0"/>
                  </a:lnTo>
                  <a:lnTo>
                    <a:pt x="0" y="42672"/>
                  </a:lnTo>
                  <a:lnTo>
                    <a:pt x="45720" y="42672"/>
                  </a:lnTo>
                  <a:lnTo>
                    <a:pt x="45720" y="0"/>
                  </a:lnTo>
                  <a:close/>
                </a:path>
                <a:path w="294639" h="332739">
                  <a:moveTo>
                    <a:pt x="294119" y="187464"/>
                  </a:moveTo>
                  <a:lnTo>
                    <a:pt x="289623" y="148031"/>
                  </a:lnTo>
                  <a:lnTo>
                    <a:pt x="272999" y="111023"/>
                  </a:lnTo>
                  <a:lnTo>
                    <a:pt x="254495" y="92951"/>
                  </a:lnTo>
                  <a:lnTo>
                    <a:pt x="254495" y="178320"/>
                  </a:lnTo>
                  <a:lnTo>
                    <a:pt x="124955" y="178320"/>
                  </a:lnTo>
                  <a:lnTo>
                    <a:pt x="138099" y="139649"/>
                  </a:lnTo>
                  <a:lnTo>
                    <a:pt x="172110" y="113588"/>
                  </a:lnTo>
                  <a:lnTo>
                    <a:pt x="193535" y="109740"/>
                  </a:lnTo>
                  <a:lnTo>
                    <a:pt x="202133" y="110261"/>
                  </a:lnTo>
                  <a:lnTo>
                    <a:pt x="240779" y="129552"/>
                  </a:lnTo>
                  <a:lnTo>
                    <a:pt x="249923" y="149364"/>
                  </a:lnTo>
                  <a:lnTo>
                    <a:pt x="251929" y="155384"/>
                  </a:lnTo>
                  <a:lnTo>
                    <a:pt x="253352" y="162128"/>
                  </a:lnTo>
                  <a:lnTo>
                    <a:pt x="254215" y="169722"/>
                  </a:lnTo>
                  <a:lnTo>
                    <a:pt x="254495" y="178320"/>
                  </a:lnTo>
                  <a:lnTo>
                    <a:pt x="254495" y="92951"/>
                  </a:lnTo>
                  <a:lnTo>
                    <a:pt x="218109" y="78308"/>
                  </a:lnTo>
                  <a:lnTo>
                    <a:pt x="196583" y="76212"/>
                  </a:lnTo>
                  <a:lnTo>
                    <a:pt x="172605" y="78473"/>
                  </a:lnTo>
                  <a:lnTo>
                    <a:pt x="132080" y="96139"/>
                  </a:lnTo>
                  <a:lnTo>
                    <a:pt x="101815" y="130733"/>
                  </a:lnTo>
                  <a:lnTo>
                    <a:pt x="85813" y="177698"/>
                  </a:lnTo>
                  <a:lnTo>
                    <a:pt x="83807" y="205752"/>
                  </a:lnTo>
                  <a:lnTo>
                    <a:pt x="85813" y="234632"/>
                  </a:lnTo>
                  <a:lnTo>
                    <a:pt x="101815" y="280974"/>
                  </a:lnTo>
                  <a:lnTo>
                    <a:pt x="133515" y="313588"/>
                  </a:lnTo>
                  <a:lnTo>
                    <a:pt x="178612" y="330212"/>
                  </a:lnTo>
                  <a:lnTo>
                    <a:pt x="205727" y="332244"/>
                  </a:lnTo>
                  <a:lnTo>
                    <a:pt x="216395" y="332244"/>
                  </a:lnTo>
                  <a:lnTo>
                    <a:pt x="224015" y="330720"/>
                  </a:lnTo>
                  <a:lnTo>
                    <a:pt x="230111" y="330720"/>
                  </a:lnTo>
                  <a:lnTo>
                    <a:pt x="237731" y="329196"/>
                  </a:lnTo>
                  <a:lnTo>
                    <a:pt x="243827" y="327672"/>
                  </a:lnTo>
                  <a:lnTo>
                    <a:pt x="257543" y="323100"/>
                  </a:lnTo>
                  <a:lnTo>
                    <a:pt x="263639" y="321576"/>
                  </a:lnTo>
                  <a:lnTo>
                    <a:pt x="278879" y="315480"/>
                  </a:lnTo>
                  <a:lnTo>
                    <a:pt x="284975" y="313956"/>
                  </a:lnTo>
                  <a:lnTo>
                    <a:pt x="289547" y="310908"/>
                  </a:lnTo>
                  <a:lnTo>
                    <a:pt x="289547" y="295668"/>
                  </a:lnTo>
                  <a:lnTo>
                    <a:pt x="289547" y="266712"/>
                  </a:lnTo>
                  <a:lnTo>
                    <a:pt x="286499" y="266712"/>
                  </a:lnTo>
                  <a:lnTo>
                    <a:pt x="250291" y="287261"/>
                  </a:lnTo>
                  <a:lnTo>
                    <a:pt x="231635" y="292620"/>
                  </a:lnTo>
                  <a:lnTo>
                    <a:pt x="225666" y="294373"/>
                  </a:lnTo>
                  <a:lnTo>
                    <a:pt x="219252" y="295287"/>
                  </a:lnTo>
                  <a:lnTo>
                    <a:pt x="212572" y="295617"/>
                  </a:lnTo>
                  <a:lnTo>
                    <a:pt x="205727" y="295668"/>
                  </a:lnTo>
                  <a:lnTo>
                    <a:pt x="188302" y="294474"/>
                  </a:lnTo>
                  <a:lnTo>
                    <a:pt x="146291" y="274332"/>
                  </a:lnTo>
                  <a:lnTo>
                    <a:pt x="126365" y="229108"/>
                  </a:lnTo>
                  <a:lnTo>
                    <a:pt x="124955" y="208800"/>
                  </a:lnTo>
                  <a:lnTo>
                    <a:pt x="294119" y="208800"/>
                  </a:lnTo>
                  <a:lnTo>
                    <a:pt x="294119" y="187464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4" name="object 24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4052316" y="3020568"/>
              <a:ext cx="178307" cy="323087"/>
            </a:xfrm>
            <a:prstGeom prst="rect">
              <a:avLst/>
            </a:prstGeom>
          </p:spPr>
        </p:pic>
        <p:sp>
          <p:nvSpPr>
            <p:cNvPr id="25" name="object 25"/>
            <p:cNvSpPr/>
            <p:nvPr/>
          </p:nvSpPr>
          <p:spPr>
            <a:xfrm>
              <a:off x="4254995" y="2939808"/>
              <a:ext cx="434975" cy="330835"/>
            </a:xfrm>
            <a:custGeom>
              <a:avLst/>
              <a:gdLst/>
              <a:ahLst/>
              <a:cxnLst/>
              <a:rect l="l" t="t" r="r" b="b"/>
              <a:pathLst>
                <a:path w="434975" h="330835">
                  <a:moveTo>
                    <a:pt x="262128" y="0"/>
                  </a:moveTo>
                  <a:lnTo>
                    <a:pt x="216408" y="0"/>
                  </a:lnTo>
                  <a:lnTo>
                    <a:pt x="131064" y="141732"/>
                  </a:lnTo>
                  <a:lnTo>
                    <a:pt x="47244" y="0"/>
                  </a:lnTo>
                  <a:lnTo>
                    <a:pt x="0" y="0"/>
                  </a:lnTo>
                  <a:lnTo>
                    <a:pt x="109728" y="184404"/>
                  </a:lnTo>
                  <a:lnTo>
                    <a:pt x="109728" y="323088"/>
                  </a:lnTo>
                  <a:lnTo>
                    <a:pt x="152400" y="323088"/>
                  </a:lnTo>
                  <a:lnTo>
                    <a:pt x="152400" y="179832"/>
                  </a:lnTo>
                  <a:lnTo>
                    <a:pt x="262128" y="0"/>
                  </a:lnTo>
                  <a:close/>
                </a:path>
                <a:path w="434975" h="330835">
                  <a:moveTo>
                    <a:pt x="434352" y="156959"/>
                  </a:moveTo>
                  <a:lnTo>
                    <a:pt x="428256" y="118859"/>
                  </a:lnTo>
                  <a:lnTo>
                    <a:pt x="401320" y="87807"/>
                  </a:lnTo>
                  <a:lnTo>
                    <a:pt x="358330" y="75806"/>
                  </a:lnTo>
                  <a:lnTo>
                    <a:pt x="335280" y="74663"/>
                  </a:lnTo>
                  <a:lnTo>
                    <a:pt x="324993" y="74955"/>
                  </a:lnTo>
                  <a:lnTo>
                    <a:pt x="314706" y="75806"/>
                  </a:lnTo>
                  <a:lnTo>
                    <a:pt x="304419" y="77241"/>
                  </a:lnTo>
                  <a:lnTo>
                    <a:pt x="294132" y="79235"/>
                  </a:lnTo>
                  <a:lnTo>
                    <a:pt x="283540" y="80619"/>
                  </a:lnTo>
                  <a:lnTo>
                    <a:pt x="274510" y="82283"/>
                  </a:lnTo>
                  <a:lnTo>
                    <a:pt x="260604" y="85331"/>
                  </a:lnTo>
                  <a:lnTo>
                    <a:pt x="260604" y="126479"/>
                  </a:lnTo>
                  <a:lnTo>
                    <a:pt x="263652" y="126479"/>
                  </a:lnTo>
                  <a:lnTo>
                    <a:pt x="273037" y="123075"/>
                  </a:lnTo>
                  <a:lnTo>
                    <a:pt x="282702" y="119811"/>
                  </a:lnTo>
                  <a:lnTo>
                    <a:pt x="327901" y="111506"/>
                  </a:lnTo>
                  <a:lnTo>
                    <a:pt x="335280" y="111239"/>
                  </a:lnTo>
                  <a:lnTo>
                    <a:pt x="350520" y="111239"/>
                  </a:lnTo>
                  <a:lnTo>
                    <a:pt x="358140" y="112763"/>
                  </a:lnTo>
                  <a:lnTo>
                    <a:pt x="365760" y="112763"/>
                  </a:lnTo>
                  <a:lnTo>
                    <a:pt x="377952" y="118859"/>
                  </a:lnTo>
                  <a:lnTo>
                    <a:pt x="382524" y="121907"/>
                  </a:lnTo>
                  <a:lnTo>
                    <a:pt x="387096" y="126479"/>
                  </a:lnTo>
                  <a:lnTo>
                    <a:pt x="393204" y="138671"/>
                  </a:lnTo>
                  <a:lnTo>
                    <a:pt x="393204" y="163055"/>
                  </a:lnTo>
                  <a:lnTo>
                    <a:pt x="393204" y="196583"/>
                  </a:lnTo>
                  <a:lnTo>
                    <a:pt x="393204" y="263639"/>
                  </a:lnTo>
                  <a:lnTo>
                    <a:pt x="386956" y="269316"/>
                  </a:lnTo>
                  <a:lnTo>
                    <a:pt x="347853" y="290309"/>
                  </a:lnTo>
                  <a:lnTo>
                    <a:pt x="329184" y="292595"/>
                  </a:lnTo>
                  <a:lnTo>
                    <a:pt x="318592" y="292011"/>
                  </a:lnTo>
                  <a:lnTo>
                    <a:pt x="286702" y="268211"/>
                  </a:lnTo>
                  <a:lnTo>
                    <a:pt x="283464" y="249923"/>
                  </a:lnTo>
                  <a:lnTo>
                    <a:pt x="284060" y="241338"/>
                  </a:lnTo>
                  <a:lnTo>
                    <a:pt x="313855" y="208546"/>
                  </a:lnTo>
                  <a:lnTo>
                    <a:pt x="356616" y="199631"/>
                  </a:lnTo>
                  <a:lnTo>
                    <a:pt x="393204" y="196583"/>
                  </a:lnTo>
                  <a:lnTo>
                    <a:pt x="393204" y="163055"/>
                  </a:lnTo>
                  <a:lnTo>
                    <a:pt x="377482" y="164223"/>
                  </a:lnTo>
                  <a:lnTo>
                    <a:pt x="362331" y="165531"/>
                  </a:lnTo>
                  <a:lnTo>
                    <a:pt x="347764" y="167132"/>
                  </a:lnTo>
                  <a:lnTo>
                    <a:pt x="333756" y="169151"/>
                  </a:lnTo>
                  <a:lnTo>
                    <a:pt x="320357" y="170853"/>
                  </a:lnTo>
                  <a:lnTo>
                    <a:pt x="274396" y="187375"/>
                  </a:lnTo>
                  <a:lnTo>
                    <a:pt x="247230" y="219760"/>
                  </a:lnTo>
                  <a:lnTo>
                    <a:pt x="240792" y="252971"/>
                  </a:lnTo>
                  <a:lnTo>
                    <a:pt x="241325" y="260959"/>
                  </a:lnTo>
                  <a:lnTo>
                    <a:pt x="253936" y="297357"/>
                  </a:lnTo>
                  <a:lnTo>
                    <a:pt x="286512" y="324599"/>
                  </a:lnTo>
                  <a:lnTo>
                    <a:pt x="315468" y="330695"/>
                  </a:lnTo>
                  <a:lnTo>
                    <a:pt x="324040" y="330441"/>
                  </a:lnTo>
                  <a:lnTo>
                    <a:pt x="356616" y="321551"/>
                  </a:lnTo>
                  <a:lnTo>
                    <a:pt x="364236" y="318503"/>
                  </a:lnTo>
                  <a:lnTo>
                    <a:pt x="370332" y="315455"/>
                  </a:lnTo>
                  <a:lnTo>
                    <a:pt x="374904" y="312407"/>
                  </a:lnTo>
                  <a:lnTo>
                    <a:pt x="381000" y="307835"/>
                  </a:lnTo>
                  <a:lnTo>
                    <a:pt x="385572" y="303263"/>
                  </a:lnTo>
                  <a:lnTo>
                    <a:pt x="390144" y="300215"/>
                  </a:lnTo>
                  <a:lnTo>
                    <a:pt x="393204" y="297167"/>
                  </a:lnTo>
                  <a:lnTo>
                    <a:pt x="393204" y="323075"/>
                  </a:lnTo>
                  <a:lnTo>
                    <a:pt x="434352" y="323075"/>
                  </a:lnTo>
                  <a:lnTo>
                    <a:pt x="434352" y="297167"/>
                  </a:lnTo>
                  <a:lnTo>
                    <a:pt x="434352" y="292595"/>
                  </a:lnTo>
                  <a:lnTo>
                    <a:pt x="434352" y="196583"/>
                  </a:lnTo>
                  <a:lnTo>
                    <a:pt x="434352" y="156959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26" name="object 26"/>
          <p:cNvGrpSpPr/>
          <p:nvPr/>
        </p:nvGrpSpPr>
        <p:grpSpPr>
          <a:xfrm>
            <a:off x="4747260" y="2924556"/>
            <a:ext cx="2228215" cy="428625"/>
            <a:chOff x="4747260" y="2924556"/>
            <a:chExt cx="2228215" cy="428625"/>
          </a:xfrm>
        </p:grpSpPr>
        <p:pic>
          <p:nvPicPr>
            <p:cNvPr id="27" name="object 27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4747260" y="3012948"/>
              <a:ext cx="190500" cy="249936"/>
            </a:xfrm>
            <a:prstGeom prst="rect">
              <a:avLst/>
            </a:prstGeom>
          </p:spPr>
        </p:pic>
        <p:sp>
          <p:nvSpPr>
            <p:cNvPr id="28" name="object 28"/>
            <p:cNvSpPr/>
            <p:nvPr/>
          </p:nvSpPr>
          <p:spPr>
            <a:xfrm>
              <a:off x="4978895" y="2939795"/>
              <a:ext cx="1202690" cy="413384"/>
            </a:xfrm>
            <a:custGeom>
              <a:avLst/>
              <a:gdLst/>
              <a:ahLst/>
              <a:cxnLst/>
              <a:rect l="l" t="t" r="r" b="b"/>
              <a:pathLst>
                <a:path w="1202689" h="413385">
                  <a:moveTo>
                    <a:pt x="184404" y="92976"/>
                  </a:moveTo>
                  <a:lnTo>
                    <a:pt x="142354" y="77901"/>
                  </a:lnTo>
                  <a:lnTo>
                    <a:pt x="112776" y="74688"/>
                  </a:lnTo>
                  <a:lnTo>
                    <a:pt x="100495" y="75260"/>
                  </a:lnTo>
                  <a:lnTo>
                    <a:pt x="57086" y="88061"/>
                  </a:lnTo>
                  <a:lnTo>
                    <a:pt x="24574" y="116522"/>
                  </a:lnTo>
                  <a:lnTo>
                    <a:pt x="5143" y="159194"/>
                  </a:lnTo>
                  <a:lnTo>
                    <a:pt x="0" y="202704"/>
                  </a:lnTo>
                  <a:lnTo>
                    <a:pt x="558" y="218135"/>
                  </a:lnTo>
                  <a:lnTo>
                    <a:pt x="7620" y="257568"/>
                  </a:lnTo>
                  <a:lnTo>
                    <a:pt x="32004" y="297192"/>
                  </a:lnTo>
                  <a:lnTo>
                    <a:pt x="67056" y="321576"/>
                  </a:lnTo>
                  <a:lnTo>
                    <a:pt x="112776" y="329196"/>
                  </a:lnTo>
                  <a:lnTo>
                    <a:pt x="121920" y="329196"/>
                  </a:lnTo>
                  <a:lnTo>
                    <a:pt x="129540" y="327672"/>
                  </a:lnTo>
                  <a:lnTo>
                    <a:pt x="134112" y="327672"/>
                  </a:lnTo>
                  <a:lnTo>
                    <a:pt x="158496" y="321576"/>
                  </a:lnTo>
                  <a:lnTo>
                    <a:pt x="163068" y="318528"/>
                  </a:lnTo>
                  <a:lnTo>
                    <a:pt x="169164" y="317004"/>
                  </a:lnTo>
                  <a:lnTo>
                    <a:pt x="184404" y="309384"/>
                  </a:lnTo>
                  <a:lnTo>
                    <a:pt x="184404" y="263664"/>
                  </a:lnTo>
                  <a:lnTo>
                    <a:pt x="182880" y="263664"/>
                  </a:lnTo>
                  <a:lnTo>
                    <a:pt x="175742" y="269989"/>
                  </a:lnTo>
                  <a:lnTo>
                    <a:pt x="168021" y="275475"/>
                  </a:lnTo>
                  <a:lnTo>
                    <a:pt x="131826" y="291096"/>
                  </a:lnTo>
                  <a:lnTo>
                    <a:pt x="112776" y="292620"/>
                  </a:lnTo>
                  <a:lnTo>
                    <a:pt x="96761" y="291185"/>
                  </a:lnTo>
                  <a:lnTo>
                    <a:pt x="60960" y="269760"/>
                  </a:lnTo>
                  <a:lnTo>
                    <a:pt x="43815" y="223037"/>
                  </a:lnTo>
                  <a:lnTo>
                    <a:pt x="42672" y="202704"/>
                  </a:lnTo>
                  <a:lnTo>
                    <a:pt x="43815" y="181483"/>
                  </a:lnTo>
                  <a:lnTo>
                    <a:pt x="60960" y="134124"/>
                  </a:lnTo>
                  <a:lnTo>
                    <a:pt x="97612" y="111404"/>
                  </a:lnTo>
                  <a:lnTo>
                    <a:pt x="112776" y="109740"/>
                  </a:lnTo>
                  <a:lnTo>
                    <a:pt x="118872" y="109740"/>
                  </a:lnTo>
                  <a:lnTo>
                    <a:pt x="134112" y="112788"/>
                  </a:lnTo>
                  <a:lnTo>
                    <a:pt x="149352" y="118884"/>
                  </a:lnTo>
                  <a:lnTo>
                    <a:pt x="153924" y="120408"/>
                  </a:lnTo>
                  <a:lnTo>
                    <a:pt x="161544" y="124980"/>
                  </a:lnTo>
                  <a:lnTo>
                    <a:pt x="179832" y="137172"/>
                  </a:lnTo>
                  <a:lnTo>
                    <a:pt x="182880" y="138696"/>
                  </a:lnTo>
                  <a:lnTo>
                    <a:pt x="184404" y="138696"/>
                  </a:lnTo>
                  <a:lnTo>
                    <a:pt x="184404" y="92976"/>
                  </a:lnTo>
                  <a:close/>
                </a:path>
                <a:path w="1202689" h="413385">
                  <a:moveTo>
                    <a:pt x="413016" y="184416"/>
                  </a:moveTo>
                  <a:lnTo>
                    <a:pt x="412813" y="175272"/>
                  </a:lnTo>
                  <a:lnTo>
                    <a:pt x="412699" y="170129"/>
                  </a:lnTo>
                  <a:lnTo>
                    <a:pt x="411683" y="156984"/>
                  </a:lnTo>
                  <a:lnTo>
                    <a:pt x="397395" y="116217"/>
                  </a:lnTo>
                  <a:lnTo>
                    <a:pt x="390804" y="106692"/>
                  </a:lnTo>
                  <a:lnTo>
                    <a:pt x="385584" y="100596"/>
                  </a:lnTo>
                  <a:lnTo>
                    <a:pt x="379310" y="94068"/>
                  </a:lnTo>
                  <a:lnTo>
                    <a:pt x="373392" y="89458"/>
                  </a:lnTo>
                  <a:lnTo>
                    <a:pt x="373392" y="175272"/>
                  </a:lnTo>
                  <a:lnTo>
                    <a:pt x="245376" y="175272"/>
                  </a:lnTo>
                  <a:lnTo>
                    <a:pt x="259092" y="132600"/>
                  </a:lnTo>
                  <a:lnTo>
                    <a:pt x="291020" y="110540"/>
                  </a:lnTo>
                  <a:lnTo>
                    <a:pt x="313956" y="106692"/>
                  </a:lnTo>
                  <a:lnTo>
                    <a:pt x="321665" y="107213"/>
                  </a:lnTo>
                  <a:lnTo>
                    <a:pt x="359676" y="126504"/>
                  </a:lnTo>
                  <a:lnTo>
                    <a:pt x="364248" y="131076"/>
                  </a:lnTo>
                  <a:lnTo>
                    <a:pt x="367296" y="138696"/>
                  </a:lnTo>
                  <a:lnTo>
                    <a:pt x="368820" y="146316"/>
                  </a:lnTo>
                  <a:lnTo>
                    <a:pt x="370814" y="152336"/>
                  </a:lnTo>
                  <a:lnTo>
                    <a:pt x="372249" y="159080"/>
                  </a:lnTo>
                  <a:lnTo>
                    <a:pt x="373100" y="166674"/>
                  </a:lnTo>
                  <a:lnTo>
                    <a:pt x="373392" y="175272"/>
                  </a:lnTo>
                  <a:lnTo>
                    <a:pt x="373392" y="89458"/>
                  </a:lnTo>
                  <a:lnTo>
                    <a:pt x="372059" y="88404"/>
                  </a:lnTo>
                  <a:lnTo>
                    <a:pt x="363931" y="83870"/>
                  </a:lnTo>
                  <a:lnTo>
                    <a:pt x="355104" y="80784"/>
                  </a:lnTo>
                  <a:lnTo>
                    <a:pt x="346544" y="77660"/>
                  </a:lnTo>
                  <a:lnTo>
                    <a:pt x="337007" y="75260"/>
                  </a:lnTo>
                  <a:lnTo>
                    <a:pt x="326593" y="73710"/>
                  </a:lnTo>
                  <a:lnTo>
                    <a:pt x="315480" y="73164"/>
                  </a:lnTo>
                  <a:lnTo>
                    <a:pt x="291490" y="75425"/>
                  </a:lnTo>
                  <a:lnTo>
                    <a:pt x="250964" y="93091"/>
                  </a:lnTo>
                  <a:lnTo>
                    <a:pt x="220700" y="127685"/>
                  </a:lnTo>
                  <a:lnTo>
                    <a:pt x="204698" y="174650"/>
                  </a:lnTo>
                  <a:lnTo>
                    <a:pt x="202704" y="202704"/>
                  </a:lnTo>
                  <a:lnTo>
                    <a:pt x="204698" y="231584"/>
                  </a:lnTo>
                  <a:lnTo>
                    <a:pt x="220700" y="277926"/>
                  </a:lnTo>
                  <a:lnTo>
                    <a:pt x="253060" y="310540"/>
                  </a:lnTo>
                  <a:lnTo>
                    <a:pt x="298348" y="327164"/>
                  </a:lnTo>
                  <a:lnTo>
                    <a:pt x="326148" y="329196"/>
                  </a:lnTo>
                  <a:lnTo>
                    <a:pt x="335292" y="329196"/>
                  </a:lnTo>
                  <a:lnTo>
                    <a:pt x="342912" y="327672"/>
                  </a:lnTo>
                  <a:lnTo>
                    <a:pt x="350532" y="327672"/>
                  </a:lnTo>
                  <a:lnTo>
                    <a:pt x="356628" y="326148"/>
                  </a:lnTo>
                  <a:lnTo>
                    <a:pt x="364248" y="324624"/>
                  </a:lnTo>
                  <a:lnTo>
                    <a:pt x="371868" y="321576"/>
                  </a:lnTo>
                  <a:lnTo>
                    <a:pt x="384060" y="318528"/>
                  </a:lnTo>
                  <a:lnTo>
                    <a:pt x="390156" y="315480"/>
                  </a:lnTo>
                  <a:lnTo>
                    <a:pt x="397776" y="312432"/>
                  </a:lnTo>
                  <a:lnTo>
                    <a:pt x="403872" y="310908"/>
                  </a:lnTo>
                  <a:lnTo>
                    <a:pt x="408444" y="307860"/>
                  </a:lnTo>
                  <a:lnTo>
                    <a:pt x="408444" y="292620"/>
                  </a:lnTo>
                  <a:lnTo>
                    <a:pt x="408444" y="263664"/>
                  </a:lnTo>
                  <a:lnTo>
                    <a:pt x="406920" y="263664"/>
                  </a:lnTo>
                  <a:lnTo>
                    <a:pt x="402348" y="266712"/>
                  </a:lnTo>
                  <a:lnTo>
                    <a:pt x="399300" y="269760"/>
                  </a:lnTo>
                  <a:lnTo>
                    <a:pt x="393204" y="272808"/>
                  </a:lnTo>
                  <a:lnTo>
                    <a:pt x="388632" y="275856"/>
                  </a:lnTo>
                  <a:lnTo>
                    <a:pt x="382536" y="278904"/>
                  </a:lnTo>
                  <a:lnTo>
                    <a:pt x="359676" y="288048"/>
                  </a:lnTo>
                  <a:lnTo>
                    <a:pt x="352056" y="289572"/>
                  </a:lnTo>
                  <a:lnTo>
                    <a:pt x="345198" y="291325"/>
                  </a:lnTo>
                  <a:lnTo>
                    <a:pt x="338340" y="292239"/>
                  </a:lnTo>
                  <a:lnTo>
                    <a:pt x="331482" y="292569"/>
                  </a:lnTo>
                  <a:lnTo>
                    <a:pt x="324624" y="292620"/>
                  </a:lnTo>
                  <a:lnTo>
                    <a:pt x="307213" y="291426"/>
                  </a:lnTo>
                  <a:lnTo>
                    <a:pt x="266712" y="271284"/>
                  </a:lnTo>
                  <a:lnTo>
                    <a:pt x="246557" y="226060"/>
                  </a:lnTo>
                  <a:lnTo>
                    <a:pt x="245376" y="205752"/>
                  </a:lnTo>
                  <a:lnTo>
                    <a:pt x="413016" y="205752"/>
                  </a:lnTo>
                  <a:lnTo>
                    <a:pt x="413016" y="184416"/>
                  </a:lnTo>
                  <a:close/>
                </a:path>
                <a:path w="1202689" h="413385">
                  <a:moveTo>
                    <a:pt x="644664" y="80772"/>
                  </a:moveTo>
                  <a:lnTo>
                    <a:pt x="601992" y="80772"/>
                  </a:lnTo>
                  <a:lnTo>
                    <a:pt x="536460" y="260604"/>
                  </a:lnTo>
                  <a:lnTo>
                    <a:pt x="469404" y="80772"/>
                  </a:lnTo>
                  <a:lnTo>
                    <a:pt x="426732" y="80772"/>
                  </a:lnTo>
                  <a:lnTo>
                    <a:pt x="513600" y="310896"/>
                  </a:lnTo>
                  <a:lnTo>
                    <a:pt x="470928" y="413004"/>
                  </a:lnTo>
                  <a:lnTo>
                    <a:pt x="515124" y="413004"/>
                  </a:lnTo>
                  <a:lnTo>
                    <a:pt x="644664" y="80772"/>
                  </a:lnTo>
                  <a:close/>
                </a:path>
                <a:path w="1202689" h="413385">
                  <a:moveTo>
                    <a:pt x="717816" y="260604"/>
                  </a:moveTo>
                  <a:lnTo>
                    <a:pt x="662952" y="260604"/>
                  </a:lnTo>
                  <a:lnTo>
                    <a:pt x="624852" y="403860"/>
                  </a:lnTo>
                  <a:lnTo>
                    <a:pt x="656844" y="403860"/>
                  </a:lnTo>
                  <a:lnTo>
                    <a:pt x="717816" y="260604"/>
                  </a:lnTo>
                  <a:close/>
                </a:path>
                <a:path w="1202689" h="413385">
                  <a:moveTo>
                    <a:pt x="984516" y="284988"/>
                  </a:moveTo>
                  <a:lnTo>
                    <a:pt x="804684" y="284988"/>
                  </a:lnTo>
                  <a:lnTo>
                    <a:pt x="979944" y="38100"/>
                  </a:lnTo>
                  <a:lnTo>
                    <a:pt x="979944" y="0"/>
                  </a:lnTo>
                  <a:lnTo>
                    <a:pt x="766584" y="0"/>
                  </a:lnTo>
                  <a:lnTo>
                    <a:pt x="766584" y="38100"/>
                  </a:lnTo>
                  <a:lnTo>
                    <a:pt x="931176" y="38100"/>
                  </a:lnTo>
                  <a:lnTo>
                    <a:pt x="758964" y="283464"/>
                  </a:lnTo>
                  <a:lnTo>
                    <a:pt x="758964" y="323088"/>
                  </a:lnTo>
                  <a:lnTo>
                    <a:pt x="984516" y="323088"/>
                  </a:lnTo>
                  <a:lnTo>
                    <a:pt x="984516" y="284988"/>
                  </a:lnTo>
                  <a:close/>
                </a:path>
                <a:path w="1202689" h="413385">
                  <a:moveTo>
                    <a:pt x="1202436" y="184416"/>
                  </a:moveTo>
                  <a:lnTo>
                    <a:pt x="1197940" y="144983"/>
                  </a:lnTo>
                  <a:lnTo>
                    <a:pt x="1181315" y="107975"/>
                  </a:lnTo>
                  <a:lnTo>
                    <a:pt x="1162812" y="89903"/>
                  </a:lnTo>
                  <a:lnTo>
                    <a:pt x="1162812" y="175272"/>
                  </a:lnTo>
                  <a:lnTo>
                    <a:pt x="1033272" y="175272"/>
                  </a:lnTo>
                  <a:lnTo>
                    <a:pt x="1046988" y="132600"/>
                  </a:lnTo>
                  <a:lnTo>
                    <a:pt x="1080427" y="110540"/>
                  </a:lnTo>
                  <a:lnTo>
                    <a:pt x="1101852" y="106692"/>
                  </a:lnTo>
                  <a:lnTo>
                    <a:pt x="1110424" y="107213"/>
                  </a:lnTo>
                  <a:lnTo>
                    <a:pt x="1117854" y="108597"/>
                  </a:lnTo>
                  <a:lnTo>
                    <a:pt x="1124140" y="110540"/>
                  </a:lnTo>
                  <a:lnTo>
                    <a:pt x="1129284" y="112788"/>
                  </a:lnTo>
                  <a:lnTo>
                    <a:pt x="1136904" y="115836"/>
                  </a:lnTo>
                  <a:lnTo>
                    <a:pt x="1158240" y="146316"/>
                  </a:lnTo>
                  <a:lnTo>
                    <a:pt x="1160246" y="152336"/>
                  </a:lnTo>
                  <a:lnTo>
                    <a:pt x="1161669" y="159080"/>
                  </a:lnTo>
                  <a:lnTo>
                    <a:pt x="1162532" y="166674"/>
                  </a:lnTo>
                  <a:lnTo>
                    <a:pt x="1162812" y="175272"/>
                  </a:lnTo>
                  <a:lnTo>
                    <a:pt x="1162812" y="89903"/>
                  </a:lnTo>
                  <a:lnTo>
                    <a:pt x="1125855" y="75260"/>
                  </a:lnTo>
                  <a:lnTo>
                    <a:pt x="1104900" y="73164"/>
                  </a:lnTo>
                  <a:lnTo>
                    <a:pt x="1080922" y="75425"/>
                  </a:lnTo>
                  <a:lnTo>
                    <a:pt x="1040396" y="93091"/>
                  </a:lnTo>
                  <a:lnTo>
                    <a:pt x="1010132" y="127685"/>
                  </a:lnTo>
                  <a:lnTo>
                    <a:pt x="994130" y="174650"/>
                  </a:lnTo>
                  <a:lnTo>
                    <a:pt x="992124" y="202704"/>
                  </a:lnTo>
                  <a:lnTo>
                    <a:pt x="994130" y="231584"/>
                  </a:lnTo>
                  <a:lnTo>
                    <a:pt x="1010132" y="277926"/>
                  </a:lnTo>
                  <a:lnTo>
                    <a:pt x="1041831" y="310540"/>
                  </a:lnTo>
                  <a:lnTo>
                    <a:pt x="1086929" y="327164"/>
                  </a:lnTo>
                  <a:lnTo>
                    <a:pt x="1114044" y="329196"/>
                  </a:lnTo>
                  <a:lnTo>
                    <a:pt x="1124712" y="329196"/>
                  </a:lnTo>
                  <a:lnTo>
                    <a:pt x="1132332" y="327672"/>
                  </a:lnTo>
                  <a:lnTo>
                    <a:pt x="1138428" y="327672"/>
                  </a:lnTo>
                  <a:lnTo>
                    <a:pt x="1146048" y="326148"/>
                  </a:lnTo>
                  <a:lnTo>
                    <a:pt x="1152144" y="324624"/>
                  </a:lnTo>
                  <a:lnTo>
                    <a:pt x="1165860" y="320052"/>
                  </a:lnTo>
                  <a:lnTo>
                    <a:pt x="1171956" y="318528"/>
                  </a:lnTo>
                  <a:lnTo>
                    <a:pt x="1187196" y="312432"/>
                  </a:lnTo>
                  <a:lnTo>
                    <a:pt x="1193292" y="310908"/>
                  </a:lnTo>
                  <a:lnTo>
                    <a:pt x="1197864" y="307860"/>
                  </a:lnTo>
                  <a:lnTo>
                    <a:pt x="1197864" y="292620"/>
                  </a:lnTo>
                  <a:lnTo>
                    <a:pt x="1197864" y="263664"/>
                  </a:lnTo>
                  <a:lnTo>
                    <a:pt x="1194816" y="263664"/>
                  </a:lnTo>
                  <a:lnTo>
                    <a:pt x="1158608" y="284213"/>
                  </a:lnTo>
                  <a:lnTo>
                    <a:pt x="1139952" y="289572"/>
                  </a:lnTo>
                  <a:lnTo>
                    <a:pt x="1133983" y="291325"/>
                  </a:lnTo>
                  <a:lnTo>
                    <a:pt x="1127569" y="292239"/>
                  </a:lnTo>
                  <a:lnTo>
                    <a:pt x="1120889" y="292569"/>
                  </a:lnTo>
                  <a:lnTo>
                    <a:pt x="1114044" y="292620"/>
                  </a:lnTo>
                  <a:lnTo>
                    <a:pt x="1096619" y="291426"/>
                  </a:lnTo>
                  <a:lnTo>
                    <a:pt x="1054608" y="271284"/>
                  </a:lnTo>
                  <a:lnTo>
                    <a:pt x="1034681" y="226060"/>
                  </a:lnTo>
                  <a:lnTo>
                    <a:pt x="1033272" y="205752"/>
                  </a:lnTo>
                  <a:lnTo>
                    <a:pt x="1202436" y="205752"/>
                  </a:lnTo>
                  <a:lnTo>
                    <a:pt x="1202436" y="184416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9" name="object 29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6222491" y="3020568"/>
              <a:ext cx="192024" cy="249936"/>
            </a:xfrm>
            <a:prstGeom prst="rect">
              <a:avLst/>
            </a:prstGeom>
          </p:spPr>
        </p:pic>
        <p:sp>
          <p:nvSpPr>
            <p:cNvPr id="30" name="object 30"/>
            <p:cNvSpPr/>
            <p:nvPr/>
          </p:nvSpPr>
          <p:spPr>
            <a:xfrm>
              <a:off x="6458699" y="2924555"/>
              <a:ext cx="516890" cy="424180"/>
            </a:xfrm>
            <a:custGeom>
              <a:avLst/>
              <a:gdLst/>
              <a:ahLst/>
              <a:cxnLst/>
              <a:rect l="l" t="t" r="r" b="b"/>
              <a:pathLst>
                <a:path w="516890" h="424179">
                  <a:moveTo>
                    <a:pt x="175260" y="268236"/>
                  </a:moveTo>
                  <a:lnTo>
                    <a:pt x="161544" y="225564"/>
                  </a:lnTo>
                  <a:lnTo>
                    <a:pt x="120396" y="204228"/>
                  </a:lnTo>
                  <a:lnTo>
                    <a:pt x="112776" y="201180"/>
                  </a:lnTo>
                  <a:lnTo>
                    <a:pt x="69151" y="191008"/>
                  </a:lnTo>
                  <a:lnTo>
                    <a:pt x="42672" y="169176"/>
                  </a:lnTo>
                  <a:lnTo>
                    <a:pt x="42672" y="158508"/>
                  </a:lnTo>
                  <a:lnTo>
                    <a:pt x="71437" y="126504"/>
                  </a:lnTo>
                  <a:lnTo>
                    <a:pt x="89916" y="124980"/>
                  </a:lnTo>
                  <a:lnTo>
                    <a:pt x="99974" y="125285"/>
                  </a:lnTo>
                  <a:lnTo>
                    <a:pt x="138671" y="135026"/>
                  </a:lnTo>
                  <a:lnTo>
                    <a:pt x="164592" y="150888"/>
                  </a:lnTo>
                  <a:lnTo>
                    <a:pt x="166116" y="150888"/>
                  </a:lnTo>
                  <a:lnTo>
                    <a:pt x="166116" y="106692"/>
                  </a:lnTo>
                  <a:lnTo>
                    <a:pt x="158737" y="103276"/>
                  </a:lnTo>
                  <a:lnTo>
                    <a:pt x="112014" y="91071"/>
                  </a:lnTo>
                  <a:lnTo>
                    <a:pt x="91440" y="89928"/>
                  </a:lnTo>
                  <a:lnTo>
                    <a:pt x="71996" y="91300"/>
                  </a:lnTo>
                  <a:lnTo>
                    <a:pt x="25908" y="109740"/>
                  </a:lnTo>
                  <a:lnTo>
                    <a:pt x="1701" y="148526"/>
                  </a:lnTo>
                  <a:lnTo>
                    <a:pt x="0" y="164604"/>
                  </a:lnTo>
                  <a:lnTo>
                    <a:pt x="863" y="175717"/>
                  </a:lnTo>
                  <a:lnTo>
                    <a:pt x="20561" y="212559"/>
                  </a:lnTo>
                  <a:lnTo>
                    <a:pt x="76200" y="234708"/>
                  </a:lnTo>
                  <a:lnTo>
                    <a:pt x="85344" y="237756"/>
                  </a:lnTo>
                  <a:lnTo>
                    <a:pt x="91440" y="239280"/>
                  </a:lnTo>
                  <a:lnTo>
                    <a:pt x="97536" y="239280"/>
                  </a:lnTo>
                  <a:lnTo>
                    <a:pt x="106972" y="242493"/>
                  </a:lnTo>
                  <a:lnTo>
                    <a:pt x="114681" y="245567"/>
                  </a:lnTo>
                  <a:lnTo>
                    <a:pt x="120688" y="248920"/>
                  </a:lnTo>
                  <a:lnTo>
                    <a:pt x="124968" y="252996"/>
                  </a:lnTo>
                  <a:lnTo>
                    <a:pt x="131064" y="257568"/>
                  </a:lnTo>
                  <a:lnTo>
                    <a:pt x="134112" y="265188"/>
                  </a:lnTo>
                  <a:lnTo>
                    <a:pt x="134112" y="281952"/>
                  </a:lnTo>
                  <a:lnTo>
                    <a:pt x="132588" y="288048"/>
                  </a:lnTo>
                  <a:lnTo>
                    <a:pt x="129540" y="291096"/>
                  </a:lnTo>
                  <a:lnTo>
                    <a:pt x="128016" y="295668"/>
                  </a:lnTo>
                  <a:lnTo>
                    <a:pt x="118872" y="301764"/>
                  </a:lnTo>
                  <a:lnTo>
                    <a:pt x="115824" y="304812"/>
                  </a:lnTo>
                  <a:lnTo>
                    <a:pt x="109728" y="306336"/>
                  </a:lnTo>
                  <a:lnTo>
                    <a:pt x="94488" y="309384"/>
                  </a:lnTo>
                  <a:lnTo>
                    <a:pt x="82296" y="309384"/>
                  </a:lnTo>
                  <a:lnTo>
                    <a:pt x="39624" y="300240"/>
                  </a:lnTo>
                  <a:lnTo>
                    <a:pt x="33528" y="297192"/>
                  </a:lnTo>
                  <a:lnTo>
                    <a:pt x="24384" y="294144"/>
                  </a:lnTo>
                  <a:lnTo>
                    <a:pt x="18288" y="291096"/>
                  </a:lnTo>
                  <a:lnTo>
                    <a:pt x="13716" y="286524"/>
                  </a:lnTo>
                  <a:lnTo>
                    <a:pt x="4572" y="280428"/>
                  </a:lnTo>
                  <a:lnTo>
                    <a:pt x="1524" y="277380"/>
                  </a:lnTo>
                  <a:lnTo>
                    <a:pt x="0" y="277380"/>
                  </a:lnTo>
                  <a:lnTo>
                    <a:pt x="0" y="324624"/>
                  </a:lnTo>
                  <a:lnTo>
                    <a:pt x="45631" y="341210"/>
                  </a:lnTo>
                  <a:lnTo>
                    <a:pt x="80772" y="344436"/>
                  </a:lnTo>
                  <a:lnTo>
                    <a:pt x="92138" y="344119"/>
                  </a:lnTo>
                  <a:lnTo>
                    <a:pt x="129667" y="335495"/>
                  </a:lnTo>
                  <a:lnTo>
                    <a:pt x="161163" y="311289"/>
                  </a:lnTo>
                  <a:lnTo>
                    <a:pt x="174955" y="276212"/>
                  </a:lnTo>
                  <a:lnTo>
                    <a:pt x="175260" y="268236"/>
                  </a:lnTo>
                  <a:close/>
                </a:path>
                <a:path w="516890" h="424179">
                  <a:moveTo>
                    <a:pt x="382524" y="195072"/>
                  </a:moveTo>
                  <a:lnTo>
                    <a:pt x="377952" y="195072"/>
                  </a:lnTo>
                  <a:lnTo>
                    <a:pt x="368236" y="194767"/>
                  </a:lnTo>
                  <a:lnTo>
                    <a:pt x="328599" y="178269"/>
                  </a:lnTo>
                  <a:lnTo>
                    <a:pt x="311848" y="131826"/>
                  </a:lnTo>
                  <a:lnTo>
                    <a:pt x="310896" y="117348"/>
                  </a:lnTo>
                  <a:lnTo>
                    <a:pt x="310896" y="83820"/>
                  </a:lnTo>
                  <a:lnTo>
                    <a:pt x="309499" y="64630"/>
                  </a:lnTo>
                  <a:lnTo>
                    <a:pt x="289560" y="21336"/>
                  </a:lnTo>
                  <a:lnTo>
                    <a:pt x="246278" y="1409"/>
                  </a:lnTo>
                  <a:lnTo>
                    <a:pt x="228600" y="0"/>
                  </a:lnTo>
                  <a:lnTo>
                    <a:pt x="202692" y="0"/>
                  </a:lnTo>
                  <a:lnTo>
                    <a:pt x="202692" y="30492"/>
                  </a:lnTo>
                  <a:lnTo>
                    <a:pt x="236220" y="30492"/>
                  </a:lnTo>
                  <a:lnTo>
                    <a:pt x="242316" y="33528"/>
                  </a:lnTo>
                  <a:lnTo>
                    <a:pt x="248412" y="35052"/>
                  </a:lnTo>
                  <a:lnTo>
                    <a:pt x="254508" y="38100"/>
                  </a:lnTo>
                  <a:lnTo>
                    <a:pt x="257556" y="41148"/>
                  </a:lnTo>
                  <a:lnTo>
                    <a:pt x="263652" y="45720"/>
                  </a:lnTo>
                  <a:lnTo>
                    <a:pt x="266700" y="51828"/>
                  </a:lnTo>
                  <a:lnTo>
                    <a:pt x="268224" y="59436"/>
                  </a:lnTo>
                  <a:lnTo>
                    <a:pt x="269989" y="65684"/>
                  </a:lnTo>
                  <a:lnTo>
                    <a:pt x="270891" y="72783"/>
                  </a:lnTo>
                  <a:lnTo>
                    <a:pt x="271233" y="80441"/>
                  </a:lnTo>
                  <a:lnTo>
                    <a:pt x="271272" y="126492"/>
                  </a:lnTo>
                  <a:lnTo>
                    <a:pt x="271564" y="135089"/>
                  </a:lnTo>
                  <a:lnTo>
                    <a:pt x="284632" y="173456"/>
                  </a:lnTo>
                  <a:lnTo>
                    <a:pt x="312280" y="200012"/>
                  </a:lnTo>
                  <a:lnTo>
                    <a:pt x="330708" y="208788"/>
                  </a:lnTo>
                  <a:lnTo>
                    <a:pt x="330708" y="214884"/>
                  </a:lnTo>
                  <a:lnTo>
                    <a:pt x="296037" y="236220"/>
                  </a:lnTo>
                  <a:lnTo>
                    <a:pt x="273850" y="274472"/>
                  </a:lnTo>
                  <a:lnTo>
                    <a:pt x="271233" y="343877"/>
                  </a:lnTo>
                  <a:lnTo>
                    <a:pt x="270891" y="351472"/>
                  </a:lnTo>
                  <a:lnTo>
                    <a:pt x="269989" y="358216"/>
                  </a:lnTo>
                  <a:lnTo>
                    <a:pt x="268224" y="364236"/>
                  </a:lnTo>
                  <a:lnTo>
                    <a:pt x="266700" y="371856"/>
                  </a:lnTo>
                  <a:lnTo>
                    <a:pt x="262128" y="377952"/>
                  </a:lnTo>
                  <a:lnTo>
                    <a:pt x="252984" y="387096"/>
                  </a:lnTo>
                  <a:lnTo>
                    <a:pt x="248412" y="390144"/>
                  </a:lnTo>
                  <a:lnTo>
                    <a:pt x="236220" y="393204"/>
                  </a:lnTo>
                  <a:lnTo>
                    <a:pt x="202692" y="393204"/>
                  </a:lnTo>
                  <a:lnTo>
                    <a:pt x="202692" y="423672"/>
                  </a:lnTo>
                  <a:lnTo>
                    <a:pt x="228600" y="423672"/>
                  </a:lnTo>
                  <a:lnTo>
                    <a:pt x="246913" y="422275"/>
                  </a:lnTo>
                  <a:lnTo>
                    <a:pt x="289560" y="402336"/>
                  </a:lnTo>
                  <a:lnTo>
                    <a:pt x="309499" y="359270"/>
                  </a:lnTo>
                  <a:lnTo>
                    <a:pt x="310896" y="339852"/>
                  </a:lnTo>
                  <a:lnTo>
                    <a:pt x="310896" y="307848"/>
                  </a:lnTo>
                  <a:lnTo>
                    <a:pt x="311162" y="299872"/>
                  </a:lnTo>
                  <a:lnTo>
                    <a:pt x="320598" y="256590"/>
                  </a:lnTo>
                  <a:lnTo>
                    <a:pt x="352234" y="231825"/>
                  </a:lnTo>
                  <a:lnTo>
                    <a:pt x="377952" y="228600"/>
                  </a:lnTo>
                  <a:lnTo>
                    <a:pt x="382524" y="228600"/>
                  </a:lnTo>
                  <a:lnTo>
                    <a:pt x="382524" y="195072"/>
                  </a:lnTo>
                  <a:close/>
                </a:path>
                <a:path w="516890" h="424179">
                  <a:moveTo>
                    <a:pt x="502932" y="96012"/>
                  </a:moveTo>
                  <a:lnTo>
                    <a:pt x="451116" y="96012"/>
                  </a:lnTo>
                  <a:lnTo>
                    <a:pt x="451116" y="156972"/>
                  </a:lnTo>
                  <a:lnTo>
                    <a:pt x="502932" y="156972"/>
                  </a:lnTo>
                  <a:lnTo>
                    <a:pt x="502932" y="96012"/>
                  </a:lnTo>
                  <a:close/>
                </a:path>
                <a:path w="516890" h="424179">
                  <a:moveTo>
                    <a:pt x="516648" y="275844"/>
                  </a:moveTo>
                  <a:lnTo>
                    <a:pt x="463308" y="275844"/>
                  </a:lnTo>
                  <a:lnTo>
                    <a:pt x="425208" y="419100"/>
                  </a:lnTo>
                  <a:lnTo>
                    <a:pt x="455688" y="419100"/>
                  </a:lnTo>
                  <a:lnTo>
                    <a:pt x="516648" y="275844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31" name="object 31"/>
          <p:cNvSpPr/>
          <p:nvPr/>
        </p:nvSpPr>
        <p:spPr>
          <a:xfrm>
            <a:off x="2151888" y="3582923"/>
            <a:ext cx="390525" cy="323215"/>
          </a:xfrm>
          <a:custGeom>
            <a:avLst/>
            <a:gdLst/>
            <a:ahLst/>
            <a:cxnLst/>
            <a:rect l="l" t="t" r="r" b="b"/>
            <a:pathLst>
              <a:path w="390525" h="323214">
                <a:moveTo>
                  <a:pt x="309371" y="323087"/>
                </a:moveTo>
                <a:lnTo>
                  <a:pt x="260603" y="323087"/>
                </a:lnTo>
                <a:lnTo>
                  <a:pt x="195071" y="54864"/>
                </a:lnTo>
                <a:lnTo>
                  <a:pt x="129539" y="323087"/>
                </a:lnTo>
                <a:lnTo>
                  <a:pt x="82295" y="323087"/>
                </a:lnTo>
                <a:lnTo>
                  <a:pt x="0" y="0"/>
                </a:lnTo>
                <a:lnTo>
                  <a:pt x="44195" y="0"/>
                </a:lnTo>
                <a:lnTo>
                  <a:pt x="109727" y="268224"/>
                </a:lnTo>
                <a:lnTo>
                  <a:pt x="173736" y="0"/>
                </a:lnTo>
                <a:lnTo>
                  <a:pt x="217931" y="0"/>
                </a:lnTo>
                <a:lnTo>
                  <a:pt x="283463" y="271272"/>
                </a:lnTo>
                <a:lnTo>
                  <a:pt x="347471" y="0"/>
                </a:lnTo>
                <a:lnTo>
                  <a:pt x="390143" y="0"/>
                </a:lnTo>
                <a:lnTo>
                  <a:pt x="309371" y="32308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" name="object 32"/>
          <p:cNvSpPr/>
          <p:nvPr/>
        </p:nvSpPr>
        <p:spPr>
          <a:xfrm>
            <a:off x="2589275" y="3701796"/>
            <a:ext cx="241300" cy="33655"/>
          </a:xfrm>
          <a:custGeom>
            <a:avLst/>
            <a:gdLst/>
            <a:ahLst/>
            <a:cxnLst/>
            <a:rect l="l" t="t" r="r" b="b"/>
            <a:pathLst>
              <a:path w="241300" h="33654">
                <a:moveTo>
                  <a:pt x="240792" y="33528"/>
                </a:moveTo>
                <a:lnTo>
                  <a:pt x="0" y="33528"/>
                </a:lnTo>
                <a:lnTo>
                  <a:pt x="0" y="0"/>
                </a:lnTo>
                <a:lnTo>
                  <a:pt x="240792" y="0"/>
                </a:lnTo>
                <a:lnTo>
                  <a:pt x="240792" y="3352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" name="object 33"/>
          <p:cNvSpPr/>
          <p:nvPr/>
        </p:nvSpPr>
        <p:spPr>
          <a:xfrm>
            <a:off x="2589275" y="3791711"/>
            <a:ext cx="241300" cy="35560"/>
          </a:xfrm>
          <a:custGeom>
            <a:avLst/>
            <a:gdLst/>
            <a:ahLst/>
            <a:cxnLst/>
            <a:rect l="l" t="t" r="r" b="b"/>
            <a:pathLst>
              <a:path w="241300" h="35560">
                <a:moveTo>
                  <a:pt x="240792" y="35052"/>
                </a:moveTo>
                <a:lnTo>
                  <a:pt x="0" y="35052"/>
                </a:lnTo>
                <a:lnTo>
                  <a:pt x="0" y="0"/>
                </a:lnTo>
                <a:lnTo>
                  <a:pt x="240792" y="0"/>
                </a:lnTo>
                <a:lnTo>
                  <a:pt x="240792" y="3505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34" name="object 34"/>
          <p:cNvGrpSpPr/>
          <p:nvPr/>
        </p:nvGrpSpPr>
        <p:grpSpPr>
          <a:xfrm>
            <a:off x="2884932" y="3567684"/>
            <a:ext cx="1289685" cy="428625"/>
            <a:chOff x="2884932" y="3567684"/>
            <a:chExt cx="1289685" cy="428625"/>
          </a:xfrm>
        </p:grpSpPr>
        <p:sp>
          <p:nvSpPr>
            <p:cNvPr id="35" name="object 35"/>
            <p:cNvSpPr/>
            <p:nvPr/>
          </p:nvSpPr>
          <p:spPr>
            <a:xfrm>
              <a:off x="2884932" y="3567683"/>
              <a:ext cx="469900" cy="424180"/>
            </a:xfrm>
            <a:custGeom>
              <a:avLst/>
              <a:gdLst/>
              <a:ahLst/>
              <a:cxnLst/>
              <a:rect l="l" t="t" r="r" b="b"/>
              <a:pathLst>
                <a:path w="469900" h="424179">
                  <a:moveTo>
                    <a:pt x="178308" y="0"/>
                  </a:moveTo>
                  <a:lnTo>
                    <a:pt x="153924" y="0"/>
                  </a:lnTo>
                  <a:lnTo>
                    <a:pt x="135610" y="1409"/>
                  </a:lnTo>
                  <a:lnTo>
                    <a:pt x="92964" y="21336"/>
                  </a:lnTo>
                  <a:lnTo>
                    <a:pt x="71526" y="64414"/>
                  </a:lnTo>
                  <a:lnTo>
                    <a:pt x="70104" y="83820"/>
                  </a:lnTo>
                  <a:lnTo>
                    <a:pt x="70104" y="115824"/>
                  </a:lnTo>
                  <a:lnTo>
                    <a:pt x="69913" y="131635"/>
                  </a:lnTo>
                  <a:lnTo>
                    <a:pt x="56388" y="172212"/>
                  </a:lnTo>
                  <a:lnTo>
                    <a:pt x="52425" y="177622"/>
                  </a:lnTo>
                  <a:lnTo>
                    <a:pt x="13423" y="194551"/>
                  </a:lnTo>
                  <a:lnTo>
                    <a:pt x="4572" y="195072"/>
                  </a:lnTo>
                  <a:lnTo>
                    <a:pt x="0" y="195072"/>
                  </a:lnTo>
                  <a:lnTo>
                    <a:pt x="0" y="228600"/>
                  </a:lnTo>
                  <a:lnTo>
                    <a:pt x="4572" y="228600"/>
                  </a:lnTo>
                  <a:lnTo>
                    <a:pt x="13423" y="228917"/>
                  </a:lnTo>
                  <a:lnTo>
                    <a:pt x="51816" y="243852"/>
                  </a:lnTo>
                  <a:lnTo>
                    <a:pt x="69456" y="283832"/>
                  </a:lnTo>
                  <a:lnTo>
                    <a:pt x="70104" y="338328"/>
                  </a:lnTo>
                  <a:lnTo>
                    <a:pt x="71526" y="358406"/>
                  </a:lnTo>
                  <a:lnTo>
                    <a:pt x="92964" y="402336"/>
                  </a:lnTo>
                  <a:lnTo>
                    <a:pt x="135610" y="422275"/>
                  </a:lnTo>
                  <a:lnTo>
                    <a:pt x="153924" y="423672"/>
                  </a:lnTo>
                  <a:lnTo>
                    <a:pt x="178308" y="423672"/>
                  </a:lnTo>
                  <a:lnTo>
                    <a:pt x="178308" y="393192"/>
                  </a:lnTo>
                  <a:lnTo>
                    <a:pt x="152400" y="393192"/>
                  </a:lnTo>
                  <a:lnTo>
                    <a:pt x="146304" y="391668"/>
                  </a:lnTo>
                  <a:lnTo>
                    <a:pt x="138684" y="390144"/>
                  </a:lnTo>
                  <a:lnTo>
                    <a:pt x="132588" y="388620"/>
                  </a:lnTo>
                  <a:lnTo>
                    <a:pt x="128016" y="385572"/>
                  </a:lnTo>
                  <a:lnTo>
                    <a:pt x="123444" y="381000"/>
                  </a:lnTo>
                  <a:lnTo>
                    <a:pt x="118872" y="377952"/>
                  </a:lnTo>
                  <a:lnTo>
                    <a:pt x="109728" y="335280"/>
                  </a:lnTo>
                  <a:lnTo>
                    <a:pt x="109728" y="297180"/>
                  </a:lnTo>
                  <a:lnTo>
                    <a:pt x="109435" y="288569"/>
                  </a:lnTo>
                  <a:lnTo>
                    <a:pt x="97002" y="249555"/>
                  </a:lnTo>
                  <a:lnTo>
                    <a:pt x="68935" y="223672"/>
                  </a:lnTo>
                  <a:lnTo>
                    <a:pt x="50292" y="214884"/>
                  </a:lnTo>
                  <a:lnTo>
                    <a:pt x="50292" y="208800"/>
                  </a:lnTo>
                  <a:lnTo>
                    <a:pt x="84963" y="187452"/>
                  </a:lnTo>
                  <a:lnTo>
                    <a:pt x="107149" y="149212"/>
                  </a:lnTo>
                  <a:lnTo>
                    <a:pt x="109728" y="126492"/>
                  </a:lnTo>
                  <a:lnTo>
                    <a:pt x="109728" y="88392"/>
                  </a:lnTo>
                  <a:lnTo>
                    <a:pt x="109982" y="79806"/>
                  </a:lnTo>
                  <a:lnTo>
                    <a:pt x="128016" y="36588"/>
                  </a:lnTo>
                  <a:lnTo>
                    <a:pt x="140208" y="32016"/>
                  </a:lnTo>
                  <a:lnTo>
                    <a:pt x="146304" y="30492"/>
                  </a:lnTo>
                  <a:lnTo>
                    <a:pt x="178308" y="30492"/>
                  </a:lnTo>
                  <a:lnTo>
                    <a:pt x="178308" y="0"/>
                  </a:lnTo>
                  <a:close/>
                </a:path>
                <a:path w="469900" h="424179">
                  <a:moveTo>
                    <a:pt x="469379" y="338328"/>
                  </a:moveTo>
                  <a:lnTo>
                    <a:pt x="438327" y="246888"/>
                  </a:lnTo>
                  <a:lnTo>
                    <a:pt x="425907" y="210312"/>
                  </a:lnTo>
                  <a:lnTo>
                    <a:pt x="382511" y="82524"/>
                  </a:lnTo>
                  <a:lnTo>
                    <a:pt x="382511" y="210312"/>
                  </a:lnTo>
                  <a:lnTo>
                    <a:pt x="281927" y="210312"/>
                  </a:lnTo>
                  <a:lnTo>
                    <a:pt x="332219" y="57912"/>
                  </a:lnTo>
                  <a:lnTo>
                    <a:pt x="382511" y="210312"/>
                  </a:lnTo>
                  <a:lnTo>
                    <a:pt x="382511" y="82524"/>
                  </a:lnTo>
                  <a:lnTo>
                    <a:pt x="374154" y="57912"/>
                  </a:lnTo>
                  <a:lnTo>
                    <a:pt x="359651" y="15240"/>
                  </a:lnTo>
                  <a:lnTo>
                    <a:pt x="306311" y="15240"/>
                  </a:lnTo>
                  <a:lnTo>
                    <a:pt x="198107" y="338328"/>
                  </a:lnTo>
                  <a:lnTo>
                    <a:pt x="240779" y="338328"/>
                  </a:lnTo>
                  <a:lnTo>
                    <a:pt x="271259" y="246888"/>
                  </a:lnTo>
                  <a:lnTo>
                    <a:pt x="394703" y="246888"/>
                  </a:lnTo>
                  <a:lnTo>
                    <a:pt x="423659" y="338328"/>
                  </a:lnTo>
                  <a:lnTo>
                    <a:pt x="469379" y="338328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36" name="object 36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3383280" y="3663696"/>
              <a:ext cx="128015" cy="242315"/>
            </a:xfrm>
            <a:prstGeom prst="rect">
              <a:avLst/>
            </a:prstGeom>
          </p:spPr>
        </p:pic>
        <p:sp>
          <p:nvSpPr>
            <p:cNvPr id="37" name="object 37"/>
            <p:cNvSpPr/>
            <p:nvPr/>
          </p:nvSpPr>
          <p:spPr>
            <a:xfrm>
              <a:off x="3543287" y="3656075"/>
              <a:ext cx="631190" cy="340360"/>
            </a:xfrm>
            <a:custGeom>
              <a:avLst/>
              <a:gdLst/>
              <a:ahLst/>
              <a:cxnLst/>
              <a:rect l="l" t="t" r="r" b="b"/>
              <a:pathLst>
                <a:path w="631189" h="340360">
                  <a:moveTo>
                    <a:pt x="315468" y="89916"/>
                  </a:moveTo>
                  <a:lnTo>
                    <a:pt x="310896" y="48768"/>
                  </a:lnTo>
                  <a:lnTo>
                    <a:pt x="290804" y="15938"/>
                  </a:lnTo>
                  <a:lnTo>
                    <a:pt x="252437" y="292"/>
                  </a:lnTo>
                  <a:lnTo>
                    <a:pt x="245364" y="0"/>
                  </a:lnTo>
                  <a:lnTo>
                    <a:pt x="235127" y="596"/>
                  </a:lnTo>
                  <a:lnTo>
                    <a:pt x="198120" y="16954"/>
                  </a:lnTo>
                  <a:lnTo>
                    <a:pt x="170688" y="42672"/>
                  </a:lnTo>
                  <a:lnTo>
                    <a:pt x="165785" y="32105"/>
                  </a:lnTo>
                  <a:lnTo>
                    <a:pt x="136474" y="5791"/>
                  </a:lnTo>
                  <a:lnTo>
                    <a:pt x="106680" y="0"/>
                  </a:lnTo>
                  <a:lnTo>
                    <a:pt x="97561" y="571"/>
                  </a:lnTo>
                  <a:lnTo>
                    <a:pt x="56959" y="19621"/>
                  </a:lnTo>
                  <a:lnTo>
                    <a:pt x="41148" y="33528"/>
                  </a:lnTo>
                  <a:lnTo>
                    <a:pt x="41148" y="7620"/>
                  </a:lnTo>
                  <a:lnTo>
                    <a:pt x="0" y="7620"/>
                  </a:lnTo>
                  <a:lnTo>
                    <a:pt x="0" y="249936"/>
                  </a:lnTo>
                  <a:lnTo>
                    <a:pt x="41148" y="249936"/>
                  </a:lnTo>
                  <a:lnTo>
                    <a:pt x="41148" y="68580"/>
                  </a:lnTo>
                  <a:lnTo>
                    <a:pt x="48006" y="62255"/>
                  </a:lnTo>
                  <a:lnTo>
                    <a:pt x="83439" y="41148"/>
                  </a:lnTo>
                  <a:lnTo>
                    <a:pt x="96012" y="39624"/>
                  </a:lnTo>
                  <a:lnTo>
                    <a:pt x="105156" y="39624"/>
                  </a:lnTo>
                  <a:lnTo>
                    <a:pt x="131064" y="56388"/>
                  </a:lnTo>
                  <a:lnTo>
                    <a:pt x="134112" y="60960"/>
                  </a:lnTo>
                  <a:lnTo>
                    <a:pt x="135636" y="68580"/>
                  </a:lnTo>
                  <a:lnTo>
                    <a:pt x="135636" y="77724"/>
                  </a:lnTo>
                  <a:lnTo>
                    <a:pt x="136525" y="85521"/>
                  </a:lnTo>
                  <a:lnTo>
                    <a:pt x="136969" y="93154"/>
                  </a:lnTo>
                  <a:lnTo>
                    <a:pt x="137147" y="101092"/>
                  </a:lnTo>
                  <a:lnTo>
                    <a:pt x="137160" y="249936"/>
                  </a:lnTo>
                  <a:lnTo>
                    <a:pt x="178308" y="249936"/>
                  </a:lnTo>
                  <a:lnTo>
                    <a:pt x="178308" y="74676"/>
                  </a:lnTo>
                  <a:lnTo>
                    <a:pt x="176784" y="71628"/>
                  </a:lnTo>
                  <a:lnTo>
                    <a:pt x="176784" y="68580"/>
                  </a:lnTo>
                  <a:lnTo>
                    <a:pt x="214122" y="43484"/>
                  </a:lnTo>
                  <a:lnTo>
                    <a:pt x="234696" y="39624"/>
                  </a:lnTo>
                  <a:lnTo>
                    <a:pt x="243840" y="39624"/>
                  </a:lnTo>
                  <a:lnTo>
                    <a:pt x="268224" y="56388"/>
                  </a:lnTo>
                  <a:lnTo>
                    <a:pt x="271272" y="60960"/>
                  </a:lnTo>
                  <a:lnTo>
                    <a:pt x="272796" y="68580"/>
                  </a:lnTo>
                  <a:lnTo>
                    <a:pt x="274320" y="77724"/>
                  </a:lnTo>
                  <a:lnTo>
                    <a:pt x="274561" y="85521"/>
                  </a:lnTo>
                  <a:lnTo>
                    <a:pt x="275615" y="101092"/>
                  </a:lnTo>
                  <a:lnTo>
                    <a:pt x="275844" y="109728"/>
                  </a:lnTo>
                  <a:lnTo>
                    <a:pt x="275844" y="249936"/>
                  </a:lnTo>
                  <a:lnTo>
                    <a:pt x="315468" y="249936"/>
                  </a:lnTo>
                  <a:lnTo>
                    <a:pt x="315468" y="89916"/>
                  </a:lnTo>
                  <a:close/>
                </a:path>
                <a:path w="631189" h="340360">
                  <a:moveTo>
                    <a:pt x="562368" y="7632"/>
                  </a:moveTo>
                  <a:lnTo>
                    <a:pt x="519696" y="7632"/>
                  </a:lnTo>
                  <a:lnTo>
                    <a:pt x="452640" y="185940"/>
                  </a:lnTo>
                  <a:lnTo>
                    <a:pt x="387108" y="7632"/>
                  </a:lnTo>
                  <a:lnTo>
                    <a:pt x="342912" y="7632"/>
                  </a:lnTo>
                  <a:lnTo>
                    <a:pt x="431304" y="237756"/>
                  </a:lnTo>
                  <a:lnTo>
                    <a:pt x="387108" y="339864"/>
                  </a:lnTo>
                  <a:lnTo>
                    <a:pt x="431304" y="339864"/>
                  </a:lnTo>
                  <a:lnTo>
                    <a:pt x="562368" y="7632"/>
                  </a:lnTo>
                  <a:close/>
                </a:path>
                <a:path w="631189" h="340360">
                  <a:moveTo>
                    <a:pt x="630936" y="187452"/>
                  </a:moveTo>
                  <a:lnTo>
                    <a:pt x="576084" y="187452"/>
                  </a:lnTo>
                  <a:lnTo>
                    <a:pt x="537984" y="330708"/>
                  </a:lnTo>
                  <a:lnTo>
                    <a:pt x="569976" y="330708"/>
                  </a:lnTo>
                  <a:lnTo>
                    <a:pt x="630936" y="187452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38" name="object 38"/>
          <p:cNvGrpSpPr/>
          <p:nvPr/>
        </p:nvGrpSpPr>
        <p:grpSpPr>
          <a:xfrm>
            <a:off x="4233671" y="3567683"/>
            <a:ext cx="1960245" cy="419100"/>
            <a:chOff x="4233671" y="3567683"/>
            <a:chExt cx="1960245" cy="419100"/>
          </a:xfrm>
        </p:grpSpPr>
        <p:sp>
          <p:nvSpPr>
            <p:cNvPr id="39" name="object 39"/>
            <p:cNvSpPr/>
            <p:nvPr/>
          </p:nvSpPr>
          <p:spPr>
            <a:xfrm>
              <a:off x="4233659" y="3582923"/>
              <a:ext cx="451484" cy="327660"/>
            </a:xfrm>
            <a:custGeom>
              <a:avLst/>
              <a:gdLst/>
              <a:ahLst/>
              <a:cxnLst/>
              <a:rect l="l" t="t" r="r" b="b"/>
              <a:pathLst>
                <a:path w="451485" h="327660">
                  <a:moveTo>
                    <a:pt x="219456" y="224028"/>
                  </a:moveTo>
                  <a:lnTo>
                    <a:pt x="209816" y="183095"/>
                  </a:lnTo>
                  <a:lnTo>
                    <a:pt x="184023" y="154305"/>
                  </a:lnTo>
                  <a:lnTo>
                    <a:pt x="173736" y="148615"/>
                  </a:lnTo>
                  <a:lnTo>
                    <a:pt x="173736" y="225552"/>
                  </a:lnTo>
                  <a:lnTo>
                    <a:pt x="173456" y="233273"/>
                  </a:lnTo>
                  <a:lnTo>
                    <a:pt x="156311" y="268211"/>
                  </a:lnTo>
                  <a:lnTo>
                    <a:pt x="113093" y="284594"/>
                  </a:lnTo>
                  <a:lnTo>
                    <a:pt x="77724" y="286512"/>
                  </a:lnTo>
                  <a:lnTo>
                    <a:pt x="42672" y="286512"/>
                  </a:lnTo>
                  <a:lnTo>
                    <a:pt x="42672" y="166116"/>
                  </a:lnTo>
                  <a:lnTo>
                    <a:pt x="91440" y="166116"/>
                  </a:lnTo>
                  <a:lnTo>
                    <a:pt x="102044" y="166357"/>
                  </a:lnTo>
                  <a:lnTo>
                    <a:pt x="111061" y="166878"/>
                  </a:lnTo>
                  <a:lnTo>
                    <a:pt x="118668" y="167411"/>
                  </a:lnTo>
                  <a:lnTo>
                    <a:pt x="124968" y="167640"/>
                  </a:lnTo>
                  <a:lnTo>
                    <a:pt x="134112" y="169164"/>
                  </a:lnTo>
                  <a:lnTo>
                    <a:pt x="141732" y="170688"/>
                  </a:lnTo>
                  <a:lnTo>
                    <a:pt x="147828" y="175260"/>
                  </a:lnTo>
                  <a:lnTo>
                    <a:pt x="155244" y="179222"/>
                  </a:lnTo>
                  <a:lnTo>
                    <a:pt x="173456" y="216725"/>
                  </a:lnTo>
                  <a:lnTo>
                    <a:pt x="173736" y="225552"/>
                  </a:lnTo>
                  <a:lnTo>
                    <a:pt x="173736" y="148615"/>
                  </a:lnTo>
                  <a:lnTo>
                    <a:pt x="172262" y="147789"/>
                  </a:lnTo>
                  <a:lnTo>
                    <a:pt x="158496" y="143256"/>
                  </a:lnTo>
                  <a:lnTo>
                    <a:pt x="158496" y="141732"/>
                  </a:lnTo>
                  <a:lnTo>
                    <a:pt x="192024" y="112776"/>
                  </a:lnTo>
                  <a:lnTo>
                    <a:pt x="204216" y="71628"/>
                  </a:lnTo>
                  <a:lnTo>
                    <a:pt x="203644" y="61874"/>
                  </a:lnTo>
                  <a:lnTo>
                    <a:pt x="185166" y="22669"/>
                  </a:lnTo>
                  <a:lnTo>
                    <a:pt x="158496" y="6629"/>
                  </a:lnTo>
                  <a:lnTo>
                    <a:pt x="158496" y="70104"/>
                  </a:lnTo>
                  <a:lnTo>
                    <a:pt x="158496" y="77724"/>
                  </a:lnTo>
                  <a:lnTo>
                    <a:pt x="147828" y="115824"/>
                  </a:lnTo>
                  <a:lnTo>
                    <a:pt x="140208" y="120396"/>
                  </a:lnTo>
                  <a:lnTo>
                    <a:pt x="134112" y="124968"/>
                  </a:lnTo>
                  <a:lnTo>
                    <a:pt x="128016" y="128016"/>
                  </a:lnTo>
                  <a:lnTo>
                    <a:pt x="121920" y="128016"/>
                  </a:lnTo>
                  <a:lnTo>
                    <a:pt x="115874" y="129146"/>
                  </a:lnTo>
                  <a:lnTo>
                    <a:pt x="108966" y="130111"/>
                  </a:lnTo>
                  <a:lnTo>
                    <a:pt x="100926" y="130810"/>
                  </a:lnTo>
                  <a:lnTo>
                    <a:pt x="91440" y="131064"/>
                  </a:lnTo>
                  <a:lnTo>
                    <a:pt x="42672" y="131064"/>
                  </a:lnTo>
                  <a:lnTo>
                    <a:pt x="42672" y="36576"/>
                  </a:lnTo>
                  <a:lnTo>
                    <a:pt x="118872" y="36576"/>
                  </a:lnTo>
                  <a:lnTo>
                    <a:pt x="155448" y="57912"/>
                  </a:lnTo>
                  <a:lnTo>
                    <a:pt x="158496" y="70104"/>
                  </a:lnTo>
                  <a:lnTo>
                    <a:pt x="158496" y="6629"/>
                  </a:lnTo>
                  <a:lnTo>
                    <a:pt x="115252" y="190"/>
                  </a:lnTo>
                  <a:lnTo>
                    <a:pt x="85344" y="0"/>
                  </a:lnTo>
                  <a:lnTo>
                    <a:pt x="0" y="0"/>
                  </a:lnTo>
                  <a:lnTo>
                    <a:pt x="0" y="323088"/>
                  </a:lnTo>
                  <a:lnTo>
                    <a:pt x="92964" y="323088"/>
                  </a:lnTo>
                  <a:lnTo>
                    <a:pt x="135191" y="319239"/>
                  </a:lnTo>
                  <a:lnTo>
                    <a:pt x="176530" y="303491"/>
                  </a:lnTo>
                  <a:lnTo>
                    <a:pt x="205219" y="275323"/>
                  </a:lnTo>
                  <a:lnTo>
                    <a:pt x="218884" y="235204"/>
                  </a:lnTo>
                  <a:lnTo>
                    <a:pt x="219456" y="224028"/>
                  </a:lnTo>
                  <a:close/>
                </a:path>
                <a:path w="451485" h="327660">
                  <a:moveTo>
                    <a:pt x="451116" y="182880"/>
                  </a:moveTo>
                  <a:lnTo>
                    <a:pt x="445020" y="134112"/>
                  </a:lnTo>
                  <a:lnTo>
                    <a:pt x="423684" y="100584"/>
                  </a:lnTo>
                  <a:lnTo>
                    <a:pt x="411492" y="89281"/>
                  </a:lnTo>
                  <a:lnTo>
                    <a:pt x="411492" y="173736"/>
                  </a:lnTo>
                  <a:lnTo>
                    <a:pt x="283476" y="173736"/>
                  </a:lnTo>
                  <a:lnTo>
                    <a:pt x="297192" y="132588"/>
                  </a:lnTo>
                  <a:lnTo>
                    <a:pt x="329336" y="109258"/>
                  </a:lnTo>
                  <a:lnTo>
                    <a:pt x="352056" y="106680"/>
                  </a:lnTo>
                  <a:lnTo>
                    <a:pt x="359765" y="106972"/>
                  </a:lnTo>
                  <a:lnTo>
                    <a:pt x="366915" y="107823"/>
                  </a:lnTo>
                  <a:lnTo>
                    <a:pt x="373481" y="109258"/>
                  </a:lnTo>
                  <a:lnTo>
                    <a:pt x="379488" y="111252"/>
                  </a:lnTo>
                  <a:lnTo>
                    <a:pt x="387108" y="115824"/>
                  </a:lnTo>
                  <a:lnTo>
                    <a:pt x="393204" y="118872"/>
                  </a:lnTo>
                  <a:lnTo>
                    <a:pt x="402348" y="131064"/>
                  </a:lnTo>
                  <a:lnTo>
                    <a:pt x="405396" y="138684"/>
                  </a:lnTo>
                  <a:lnTo>
                    <a:pt x="406920" y="146304"/>
                  </a:lnTo>
                  <a:lnTo>
                    <a:pt x="408914" y="152311"/>
                  </a:lnTo>
                  <a:lnTo>
                    <a:pt x="410349" y="158877"/>
                  </a:lnTo>
                  <a:lnTo>
                    <a:pt x="411200" y="166027"/>
                  </a:lnTo>
                  <a:lnTo>
                    <a:pt x="411492" y="173736"/>
                  </a:lnTo>
                  <a:lnTo>
                    <a:pt x="411492" y="89281"/>
                  </a:lnTo>
                  <a:lnTo>
                    <a:pt x="375107" y="75057"/>
                  </a:lnTo>
                  <a:lnTo>
                    <a:pt x="353580" y="73152"/>
                  </a:lnTo>
                  <a:lnTo>
                    <a:pt x="329590" y="75425"/>
                  </a:lnTo>
                  <a:lnTo>
                    <a:pt x="289064" y="93091"/>
                  </a:lnTo>
                  <a:lnTo>
                    <a:pt x="259041" y="127685"/>
                  </a:lnTo>
                  <a:lnTo>
                    <a:pt x="244081" y="174650"/>
                  </a:lnTo>
                  <a:lnTo>
                    <a:pt x="242328" y="202692"/>
                  </a:lnTo>
                  <a:lnTo>
                    <a:pt x="244322" y="230936"/>
                  </a:lnTo>
                  <a:lnTo>
                    <a:pt x="260324" y="277710"/>
                  </a:lnTo>
                  <a:lnTo>
                    <a:pt x="291807" y="309664"/>
                  </a:lnTo>
                  <a:lnTo>
                    <a:pt x="336473" y="325666"/>
                  </a:lnTo>
                  <a:lnTo>
                    <a:pt x="364248" y="327660"/>
                  </a:lnTo>
                  <a:lnTo>
                    <a:pt x="381012" y="327660"/>
                  </a:lnTo>
                  <a:lnTo>
                    <a:pt x="388632" y="326136"/>
                  </a:lnTo>
                  <a:lnTo>
                    <a:pt x="394728" y="326136"/>
                  </a:lnTo>
                  <a:lnTo>
                    <a:pt x="402348" y="323088"/>
                  </a:lnTo>
                  <a:lnTo>
                    <a:pt x="409968" y="321564"/>
                  </a:lnTo>
                  <a:lnTo>
                    <a:pt x="422160" y="318516"/>
                  </a:lnTo>
                  <a:lnTo>
                    <a:pt x="428256" y="315468"/>
                  </a:lnTo>
                  <a:lnTo>
                    <a:pt x="435876" y="312420"/>
                  </a:lnTo>
                  <a:lnTo>
                    <a:pt x="441972" y="309372"/>
                  </a:lnTo>
                  <a:lnTo>
                    <a:pt x="446544" y="307848"/>
                  </a:lnTo>
                  <a:lnTo>
                    <a:pt x="446544" y="292608"/>
                  </a:lnTo>
                  <a:lnTo>
                    <a:pt x="446544" y="263652"/>
                  </a:lnTo>
                  <a:lnTo>
                    <a:pt x="445020" y="263652"/>
                  </a:lnTo>
                  <a:lnTo>
                    <a:pt x="440448" y="266700"/>
                  </a:lnTo>
                  <a:lnTo>
                    <a:pt x="437400" y="269748"/>
                  </a:lnTo>
                  <a:lnTo>
                    <a:pt x="431304" y="272796"/>
                  </a:lnTo>
                  <a:lnTo>
                    <a:pt x="390156" y="289560"/>
                  </a:lnTo>
                  <a:lnTo>
                    <a:pt x="362724" y="292608"/>
                  </a:lnTo>
                  <a:lnTo>
                    <a:pt x="345313" y="291185"/>
                  </a:lnTo>
                  <a:lnTo>
                    <a:pt x="304812" y="269748"/>
                  </a:lnTo>
                  <a:lnTo>
                    <a:pt x="284657" y="225386"/>
                  </a:lnTo>
                  <a:lnTo>
                    <a:pt x="283476" y="205740"/>
                  </a:lnTo>
                  <a:lnTo>
                    <a:pt x="451116" y="205740"/>
                  </a:lnTo>
                  <a:lnTo>
                    <a:pt x="451116" y="18288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40" name="object 40"/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4727448" y="3663695"/>
              <a:ext cx="128015" cy="242315"/>
            </a:xfrm>
            <a:prstGeom prst="rect">
              <a:avLst/>
            </a:prstGeom>
          </p:spPr>
        </p:pic>
        <p:sp>
          <p:nvSpPr>
            <p:cNvPr id="41" name="object 41"/>
            <p:cNvSpPr/>
            <p:nvPr/>
          </p:nvSpPr>
          <p:spPr>
            <a:xfrm>
              <a:off x="4861547" y="3567683"/>
              <a:ext cx="1332230" cy="419100"/>
            </a:xfrm>
            <a:custGeom>
              <a:avLst/>
              <a:gdLst/>
              <a:ahLst/>
              <a:cxnLst/>
              <a:rect l="l" t="t" r="r" b="b"/>
              <a:pathLst>
                <a:path w="1332229" h="419100">
                  <a:moveTo>
                    <a:pt x="144780" y="96012"/>
                  </a:moveTo>
                  <a:lnTo>
                    <a:pt x="68580" y="96012"/>
                  </a:lnTo>
                  <a:lnTo>
                    <a:pt x="68580" y="25908"/>
                  </a:lnTo>
                  <a:lnTo>
                    <a:pt x="27432" y="25908"/>
                  </a:lnTo>
                  <a:lnTo>
                    <a:pt x="27432" y="96012"/>
                  </a:lnTo>
                  <a:lnTo>
                    <a:pt x="0" y="96012"/>
                  </a:lnTo>
                  <a:lnTo>
                    <a:pt x="0" y="129540"/>
                  </a:lnTo>
                  <a:lnTo>
                    <a:pt x="27432" y="129540"/>
                  </a:lnTo>
                  <a:lnTo>
                    <a:pt x="27432" y="263652"/>
                  </a:lnTo>
                  <a:lnTo>
                    <a:pt x="28816" y="282803"/>
                  </a:lnTo>
                  <a:lnTo>
                    <a:pt x="47244" y="323088"/>
                  </a:lnTo>
                  <a:lnTo>
                    <a:pt x="83045" y="341744"/>
                  </a:lnTo>
                  <a:lnTo>
                    <a:pt x="99060" y="342900"/>
                  </a:lnTo>
                  <a:lnTo>
                    <a:pt x="105156" y="342900"/>
                  </a:lnTo>
                  <a:lnTo>
                    <a:pt x="112776" y="341376"/>
                  </a:lnTo>
                  <a:lnTo>
                    <a:pt x="120396" y="341376"/>
                  </a:lnTo>
                  <a:lnTo>
                    <a:pt x="128016" y="339852"/>
                  </a:lnTo>
                  <a:lnTo>
                    <a:pt x="137160" y="338328"/>
                  </a:lnTo>
                  <a:lnTo>
                    <a:pt x="144780" y="335280"/>
                  </a:lnTo>
                  <a:lnTo>
                    <a:pt x="144780" y="298704"/>
                  </a:lnTo>
                  <a:lnTo>
                    <a:pt x="141732" y="298704"/>
                  </a:lnTo>
                  <a:lnTo>
                    <a:pt x="138684" y="300228"/>
                  </a:lnTo>
                  <a:lnTo>
                    <a:pt x="134112" y="301752"/>
                  </a:lnTo>
                  <a:lnTo>
                    <a:pt x="128016" y="303276"/>
                  </a:lnTo>
                  <a:lnTo>
                    <a:pt x="121920" y="306324"/>
                  </a:lnTo>
                  <a:lnTo>
                    <a:pt x="91440" y="306324"/>
                  </a:lnTo>
                  <a:lnTo>
                    <a:pt x="86868" y="303276"/>
                  </a:lnTo>
                  <a:lnTo>
                    <a:pt x="80772" y="300228"/>
                  </a:lnTo>
                  <a:lnTo>
                    <a:pt x="77724" y="297180"/>
                  </a:lnTo>
                  <a:lnTo>
                    <a:pt x="74676" y="291084"/>
                  </a:lnTo>
                  <a:lnTo>
                    <a:pt x="71628" y="286512"/>
                  </a:lnTo>
                  <a:lnTo>
                    <a:pt x="70104" y="280416"/>
                  </a:lnTo>
                  <a:lnTo>
                    <a:pt x="70104" y="272796"/>
                  </a:lnTo>
                  <a:lnTo>
                    <a:pt x="69227" y="267639"/>
                  </a:lnTo>
                  <a:lnTo>
                    <a:pt x="68770" y="261175"/>
                  </a:lnTo>
                  <a:lnTo>
                    <a:pt x="68605" y="253301"/>
                  </a:lnTo>
                  <a:lnTo>
                    <a:pt x="68580" y="129540"/>
                  </a:lnTo>
                  <a:lnTo>
                    <a:pt x="144780" y="129540"/>
                  </a:lnTo>
                  <a:lnTo>
                    <a:pt x="144780" y="96012"/>
                  </a:lnTo>
                  <a:close/>
                </a:path>
                <a:path w="1332229" h="419100">
                  <a:moveTo>
                    <a:pt x="364248" y="179832"/>
                  </a:moveTo>
                  <a:lnTo>
                    <a:pt x="359486" y="141160"/>
                  </a:lnTo>
                  <a:lnTo>
                    <a:pt x="333260" y="101904"/>
                  </a:lnTo>
                  <a:lnTo>
                    <a:pt x="288048" y="88392"/>
                  </a:lnTo>
                  <a:lnTo>
                    <a:pt x="278688" y="88963"/>
                  </a:lnTo>
                  <a:lnTo>
                    <a:pt x="242328" y="102425"/>
                  </a:lnTo>
                  <a:lnTo>
                    <a:pt x="214896" y="121920"/>
                  </a:lnTo>
                  <a:lnTo>
                    <a:pt x="214896" y="0"/>
                  </a:lnTo>
                  <a:lnTo>
                    <a:pt x="173748" y="0"/>
                  </a:lnTo>
                  <a:lnTo>
                    <a:pt x="173748" y="338328"/>
                  </a:lnTo>
                  <a:lnTo>
                    <a:pt x="214896" y="338328"/>
                  </a:lnTo>
                  <a:lnTo>
                    <a:pt x="214896" y="156972"/>
                  </a:lnTo>
                  <a:lnTo>
                    <a:pt x="222897" y="150647"/>
                  </a:lnTo>
                  <a:lnTo>
                    <a:pt x="262712" y="129540"/>
                  </a:lnTo>
                  <a:lnTo>
                    <a:pt x="277380" y="128016"/>
                  </a:lnTo>
                  <a:lnTo>
                    <a:pt x="288048" y="128016"/>
                  </a:lnTo>
                  <a:lnTo>
                    <a:pt x="297192" y="129540"/>
                  </a:lnTo>
                  <a:lnTo>
                    <a:pt x="301764" y="132588"/>
                  </a:lnTo>
                  <a:lnTo>
                    <a:pt x="307860" y="135636"/>
                  </a:lnTo>
                  <a:lnTo>
                    <a:pt x="323329" y="176288"/>
                  </a:lnTo>
                  <a:lnTo>
                    <a:pt x="324383" y="191668"/>
                  </a:lnTo>
                  <a:lnTo>
                    <a:pt x="324624" y="199644"/>
                  </a:lnTo>
                  <a:lnTo>
                    <a:pt x="324624" y="338328"/>
                  </a:lnTo>
                  <a:lnTo>
                    <a:pt x="364248" y="338328"/>
                  </a:lnTo>
                  <a:lnTo>
                    <a:pt x="364248" y="179832"/>
                  </a:lnTo>
                  <a:close/>
                </a:path>
                <a:path w="1332229" h="419100">
                  <a:moveTo>
                    <a:pt x="597408" y="172212"/>
                  </a:moveTo>
                  <a:lnTo>
                    <a:pt x="589788" y="134112"/>
                  </a:lnTo>
                  <a:lnTo>
                    <a:pt x="563079" y="103047"/>
                  </a:lnTo>
                  <a:lnTo>
                    <a:pt x="520446" y="90868"/>
                  </a:lnTo>
                  <a:lnTo>
                    <a:pt x="496824" y="89916"/>
                  </a:lnTo>
                  <a:lnTo>
                    <a:pt x="486537" y="90182"/>
                  </a:lnTo>
                  <a:lnTo>
                    <a:pt x="445960" y="95237"/>
                  </a:lnTo>
                  <a:lnTo>
                    <a:pt x="429958" y="99187"/>
                  </a:lnTo>
                  <a:lnTo>
                    <a:pt x="423672" y="100584"/>
                  </a:lnTo>
                  <a:lnTo>
                    <a:pt x="423672" y="141732"/>
                  </a:lnTo>
                  <a:lnTo>
                    <a:pt x="425196" y="141732"/>
                  </a:lnTo>
                  <a:lnTo>
                    <a:pt x="444817" y="135064"/>
                  </a:lnTo>
                  <a:lnTo>
                    <a:pt x="454139" y="132092"/>
                  </a:lnTo>
                  <a:lnTo>
                    <a:pt x="496824" y="124968"/>
                  </a:lnTo>
                  <a:lnTo>
                    <a:pt x="505968" y="124968"/>
                  </a:lnTo>
                  <a:lnTo>
                    <a:pt x="513588" y="126492"/>
                  </a:lnTo>
                  <a:lnTo>
                    <a:pt x="521208" y="126492"/>
                  </a:lnTo>
                  <a:lnTo>
                    <a:pt x="528828" y="128016"/>
                  </a:lnTo>
                  <a:lnTo>
                    <a:pt x="534924" y="131064"/>
                  </a:lnTo>
                  <a:lnTo>
                    <a:pt x="539496" y="134112"/>
                  </a:lnTo>
                  <a:lnTo>
                    <a:pt x="545592" y="137160"/>
                  </a:lnTo>
                  <a:lnTo>
                    <a:pt x="548640" y="141732"/>
                  </a:lnTo>
                  <a:lnTo>
                    <a:pt x="554736" y="153924"/>
                  </a:lnTo>
                  <a:lnTo>
                    <a:pt x="556183" y="161124"/>
                  </a:lnTo>
                  <a:lnTo>
                    <a:pt x="556260" y="178308"/>
                  </a:lnTo>
                  <a:lnTo>
                    <a:pt x="556260" y="210312"/>
                  </a:lnTo>
                  <a:lnTo>
                    <a:pt x="556260" y="278892"/>
                  </a:lnTo>
                  <a:lnTo>
                    <a:pt x="519049" y="302704"/>
                  </a:lnTo>
                  <a:lnTo>
                    <a:pt x="492252" y="307848"/>
                  </a:lnTo>
                  <a:lnTo>
                    <a:pt x="481418" y="307047"/>
                  </a:lnTo>
                  <a:lnTo>
                    <a:pt x="449008" y="283464"/>
                  </a:lnTo>
                  <a:lnTo>
                    <a:pt x="446532" y="265176"/>
                  </a:lnTo>
                  <a:lnTo>
                    <a:pt x="447128" y="256374"/>
                  </a:lnTo>
                  <a:lnTo>
                    <a:pt x="475424" y="223583"/>
                  </a:lnTo>
                  <a:lnTo>
                    <a:pt x="530542" y="213741"/>
                  </a:lnTo>
                  <a:lnTo>
                    <a:pt x="540258" y="212598"/>
                  </a:lnTo>
                  <a:lnTo>
                    <a:pt x="548830" y="211455"/>
                  </a:lnTo>
                  <a:lnTo>
                    <a:pt x="556260" y="210312"/>
                  </a:lnTo>
                  <a:lnTo>
                    <a:pt x="556260" y="178308"/>
                  </a:lnTo>
                  <a:lnTo>
                    <a:pt x="540550" y="179476"/>
                  </a:lnTo>
                  <a:lnTo>
                    <a:pt x="525399" y="180784"/>
                  </a:lnTo>
                  <a:lnTo>
                    <a:pt x="510832" y="182384"/>
                  </a:lnTo>
                  <a:lnTo>
                    <a:pt x="496824" y="184404"/>
                  </a:lnTo>
                  <a:lnTo>
                    <a:pt x="482777" y="186105"/>
                  </a:lnTo>
                  <a:lnTo>
                    <a:pt x="437248" y="202603"/>
                  </a:lnTo>
                  <a:lnTo>
                    <a:pt x="409651" y="233730"/>
                  </a:lnTo>
                  <a:lnTo>
                    <a:pt x="403860" y="268224"/>
                  </a:lnTo>
                  <a:lnTo>
                    <a:pt x="404177" y="275996"/>
                  </a:lnTo>
                  <a:lnTo>
                    <a:pt x="420674" y="317995"/>
                  </a:lnTo>
                  <a:lnTo>
                    <a:pt x="449580" y="338328"/>
                  </a:lnTo>
                  <a:lnTo>
                    <a:pt x="455803" y="341210"/>
                  </a:lnTo>
                  <a:lnTo>
                    <a:pt x="462724" y="343090"/>
                  </a:lnTo>
                  <a:lnTo>
                    <a:pt x="469950" y="344119"/>
                  </a:lnTo>
                  <a:lnTo>
                    <a:pt x="477012" y="344424"/>
                  </a:lnTo>
                  <a:lnTo>
                    <a:pt x="485609" y="344170"/>
                  </a:lnTo>
                  <a:lnTo>
                    <a:pt x="527304" y="333756"/>
                  </a:lnTo>
                  <a:lnTo>
                    <a:pt x="537972" y="326136"/>
                  </a:lnTo>
                  <a:lnTo>
                    <a:pt x="542544" y="323088"/>
                  </a:lnTo>
                  <a:lnTo>
                    <a:pt x="548640" y="318516"/>
                  </a:lnTo>
                  <a:lnTo>
                    <a:pt x="553212" y="313944"/>
                  </a:lnTo>
                  <a:lnTo>
                    <a:pt x="556260" y="312420"/>
                  </a:lnTo>
                  <a:lnTo>
                    <a:pt x="556260" y="338328"/>
                  </a:lnTo>
                  <a:lnTo>
                    <a:pt x="597408" y="338328"/>
                  </a:lnTo>
                  <a:lnTo>
                    <a:pt x="597408" y="312420"/>
                  </a:lnTo>
                  <a:lnTo>
                    <a:pt x="597408" y="307848"/>
                  </a:lnTo>
                  <a:lnTo>
                    <a:pt x="597408" y="210312"/>
                  </a:lnTo>
                  <a:lnTo>
                    <a:pt x="597408" y="172212"/>
                  </a:lnTo>
                  <a:close/>
                </a:path>
                <a:path w="1332229" h="419100">
                  <a:moveTo>
                    <a:pt x="733044" y="275844"/>
                  </a:moveTo>
                  <a:lnTo>
                    <a:pt x="679716" y="275844"/>
                  </a:lnTo>
                  <a:lnTo>
                    <a:pt x="640080" y="419100"/>
                  </a:lnTo>
                  <a:lnTo>
                    <a:pt x="672096" y="419100"/>
                  </a:lnTo>
                  <a:lnTo>
                    <a:pt x="733044" y="275844"/>
                  </a:lnTo>
                  <a:close/>
                </a:path>
                <a:path w="1332229" h="419100">
                  <a:moveTo>
                    <a:pt x="1019568" y="36576"/>
                  </a:moveTo>
                  <a:lnTo>
                    <a:pt x="1011948" y="32004"/>
                  </a:lnTo>
                  <a:lnTo>
                    <a:pt x="1004328" y="28956"/>
                  </a:lnTo>
                  <a:lnTo>
                    <a:pt x="998232" y="25908"/>
                  </a:lnTo>
                  <a:lnTo>
                    <a:pt x="990612" y="21336"/>
                  </a:lnTo>
                  <a:lnTo>
                    <a:pt x="982992" y="19812"/>
                  </a:lnTo>
                  <a:lnTo>
                    <a:pt x="976896" y="16764"/>
                  </a:lnTo>
                  <a:lnTo>
                    <a:pt x="970038" y="15392"/>
                  </a:lnTo>
                  <a:lnTo>
                    <a:pt x="956322" y="12052"/>
                  </a:lnTo>
                  <a:lnTo>
                    <a:pt x="949464" y="10668"/>
                  </a:lnTo>
                  <a:lnTo>
                    <a:pt x="942340" y="9791"/>
                  </a:lnTo>
                  <a:lnTo>
                    <a:pt x="934796" y="9334"/>
                  </a:lnTo>
                  <a:lnTo>
                    <a:pt x="918984" y="9144"/>
                  </a:lnTo>
                  <a:lnTo>
                    <a:pt x="903262" y="9740"/>
                  </a:lnTo>
                  <a:lnTo>
                    <a:pt x="859548" y="19812"/>
                  </a:lnTo>
                  <a:lnTo>
                    <a:pt x="824395" y="42748"/>
                  </a:lnTo>
                  <a:lnTo>
                    <a:pt x="797064" y="77533"/>
                  </a:lnTo>
                  <a:lnTo>
                    <a:pt x="779983" y="121500"/>
                  </a:lnTo>
                  <a:lnTo>
                    <a:pt x="774204" y="176784"/>
                  </a:lnTo>
                  <a:lnTo>
                    <a:pt x="774788" y="196773"/>
                  </a:lnTo>
                  <a:lnTo>
                    <a:pt x="784872" y="248412"/>
                  </a:lnTo>
                  <a:lnTo>
                    <a:pt x="805014" y="290639"/>
                  </a:lnTo>
                  <a:lnTo>
                    <a:pt x="835736" y="320040"/>
                  </a:lnTo>
                  <a:lnTo>
                    <a:pt x="874191" y="337997"/>
                  </a:lnTo>
                  <a:lnTo>
                    <a:pt x="918984" y="344424"/>
                  </a:lnTo>
                  <a:lnTo>
                    <a:pt x="927811" y="344170"/>
                  </a:lnTo>
                  <a:lnTo>
                    <a:pt x="969391" y="337312"/>
                  </a:lnTo>
                  <a:lnTo>
                    <a:pt x="992136" y="329184"/>
                  </a:lnTo>
                  <a:lnTo>
                    <a:pt x="999756" y="326136"/>
                  </a:lnTo>
                  <a:lnTo>
                    <a:pt x="1011948" y="320040"/>
                  </a:lnTo>
                  <a:lnTo>
                    <a:pt x="1019568" y="315468"/>
                  </a:lnTo>
                  <a:lnTo>
                    <a:pt x="1019568" y="265176"/>
                  </a:lnTo>
                  <a:lnTo>
                    <a:pt x="1016520" y="265176"/>
                  </a:lnTo>
                  <a:lnTo>
                    <a:pt x="1011948" y="268224"/>
                  </a:lnTo>
                  <a:lnTo>
                    <a:pt x="1002804" y="277368"/>
                  </a:lnTo>
                  <a:lnTo>
                    <a:pt x="996708" y="281940"/>
                  </a:lnTo>
                  <a:lnTo>
                    <a:pt x="961745" y="299453"/>
                  </a:lnTo>
                  <a:lnTo>
                    <a:pt x="918984" y="306324"/>
                  </a:lnTo>
                  <a:lnTo>
                    <a:pt x="908951" y="305777"/>
                  </a:lnTo>
                  <a:lnTo>
                    <a:pt x="872020" y="293827"/>
                  </a:lnTo>
                  <a:lnTo>
                    <a:pt x="842302" y="265747"/>
                  </a:lnTo>
                  <a:lnTo>
                    <a:pt x="822896" y="220941"/>
                  </a:lnTo>
                  <a:lnTo>
                    <a:pt x="818400" y="176784"/>
                  </a:lnTo>
                  <a:lnTo>
                    <a:pt x="818946" y="161340"/>
                  </a:lnTo>
                  <a:lnTo>
                    <a:pt x="826020" y="120396"/>
                  </a:lnTo>
                  <a:lnTo>
                    <a:pt x="847356" y="79248"/>
                  </a:lnTo>
                  <a:lnTo>
                    <a:pt x="879360" y="53340"/>
                  </a:lnTo>
                  <a:lnTo>
                    <a:pt x="918984" y="45720"/>
                  </a:lnTo>
                  <a:lnTo>
                    <a:pt x="928077" y="46012"/>
                  </a:lnTo>
                  <a:lnTo>
                    <a:pt x="966228" y="55054"/>
                  </a:lnTo>
                  <a:lnTo>
                    <a:pt x="1001280" y="74676"/>
                  </a:lnTo>
                  <a:lnTo>
                    <a:pt x="1007376" y="80772"/>
                  </a:lnTo>
                  <a:lnTo>
                    <a:pt x="1011948" y="83820"/>
                  </a:lnTo>
                  <a:lnTo>
                    <a:pt x="1016520" y="88392"/>
                  </a:lnTo>
                  <a:lnTo>
                    <a:pt x="1019568" y="88392"/>
                  </a:lnTo>
                  <a:lnTo>
                    <a:pt x="1019568" y="36576"/>
                  </a:lnTo>
                  <a:close/>
                </a:path>
                <a:path w="1332229" h="419100">
                  <a:moveTo>
                    <a:pt x="1098816" y="0"/>
                  </a:moveTo>
                  <a:lnTo>
                    <a:pt x="1057668" y="0"/>
                  </a:lnTo>
                  <a:lnTo>
                    <a:pt x="1057668" y="338328"/>
                  </a:lnTo>
                  <a:lnTo>
                    <a:pt x="1098816" y="338328"/>
                  </a:lnTo>
                  <a:lnTo>
                    <a:pt x="1098816" y="0"/>
                  </a:lnTo>
                  <a:close/>
                </a:path>
                <a:path w="1332229" h="419100">
                  <a:moveTo>
                    <a:pt x="1331988" y="172212"/>
                  </a:moveTo>
                  <a:lnTo>
                    <a:pt x="1325892" y="134112"/>
                  </a:lnTo>
                  <a:lnTo>
                    <a:pt x="1298956" y="103047"/>
                  </a:lnTo>
                  <a:lnTo>
                    <a:pt x="1255979" y="90868"/>
                  </a:lnTo>
                  <a:lnTo>
                    <a:pt x="1232928" y="89916"/>
                  </a:lnTo>
                  <a:lnTo>
                    <a:pt x="1222641" y="90182"/>
                  </a:lnTo>
                  <a:lnTo>
                    <a:pt x="1182065" y="95237"/>
                  </a:lnTo>
                  <a:lnTo>
                    <a:pt x="1166063" y="99187"/>
                  </a:lnTo>
                  <a:lnTo>
                    <a:pt x="1159776" y="100584"/>
                  </a:lnTo>
                  <a:lnTo>
                    <a:pt x="1159776" y="141732"/>
                  </a:lnTo>
                  <a:lnTo>
                    <a:pt x="1161300" y="141732"/>
                  </a:lnTo>
                  <a:lnTo>
                    <a:pt x="1180922" y="135064"/>
                  </a:lnTo>
                  <a:lnTo>
                    <a:pt x="1190231" y="132092"/>
                  </a:lnTo>
                  <a:lnTo>
                    <a:pt x="1232928" y="124968"/>
                  </a:lnTo>
                  <a:lnTo>
                    <a:pt x="1240548" y="124968"/>
                  </a:lnTo>
                  <a:lnTo>
                    <a:pt x="1249692" y="126492"/>
                  </a:lnTo>
                  <a:lnTo>
                    <a:pt x="1255788" y="126492"/>
                  </a:lnTo>
                  <a:lnTo>
                    <a:pt x="1290840" y="153924"/>
                  </a:lnTo>
                  <a:lnTo>
                    <a:pt x="1292364" y="178308"/>
                  </a:lnTo>
                  <a:lnTo>
                    <a:pt x="1292364" y="210312"/>
                  </a:lnTo>
                  <a:lnTo>
                    <a:pt x="1292364" y="278892"/>
                  </a:lnTo>
                  <a:lnTo>
                    <a:pt x="1255141" y="302704"/>
                  </a:lnTo>
                  <a:lnTo>
                    <a:pt x="1228356" y="307848"/>
                  </a:lnTo>
                  <a:lnTo>
                    <a:pt x="1217510" y="307047"/>
                  </a:lnTo>
                  <a:lnTo>
                    <a:pt x="1184351" y="283464"/>
                  </a:lnTo>
                  <a:lnTo>
                    <a:pt x="1181112" y="265176"/>
                  </a:lnTo>
                  <a:lnTo>
                    <a:pt x="1181912" y="256374"/>
                  </a:lnTo>
                  <a:lnTo>
                    <a:pt x="1211491" y="223583"/>
                  </a:lnTo>
                  <a:lnTo>
                    <a:pt x="1255788" y="214884"/>
                  </a:lnTo>
                  <a:lnTo>
                    <a:pt x="1275219" y="212598"/>
                  </a:lnTo>
                  <a:lnTo>
                    <a:pt x="1292364" y="210312"/>
                  </a:lnTo>
                  <a:lnTo>
                    <a:pt x="1292364" y="178308"/>
                  </a:lnTo>
                  <a:lnTo>
                    <a:pt x="1246276" y="182384"/>
                  </a:lnTo>
                  <a:lnTo>
                    <a:pt x="1206068" y="188785"/>
                  </a:lnTo>
                  <a:lnTo>
                    <a:pt x="1163967" y="209169"/>
                  </a:lnTo>
                  <a:lnTo>
                    <a:pt x="1142441" y="244411"/>
                  </a:lnTo>
                  <a:lnTo>
                    <a:pt x="1139964" y="268224"/>
                  </a:lnTo>
                  <a:lnTo>
                    <a:pt x="1140269" y="275996"/>
                  </a:lnTo>
                  <a:lnTo>
                    <a:pt x="1156766" y="317995"/>
                  </a:lnTo>
                  <a:lnTo>
                    <a:pt x="1191031" y="341210"/>
                  </a:lnTo>
                  <a:lnTo>
                    <a:pt x="1213116" y="344424"/>
                  </a:lnTo>
                  <a:lnTo>
                    <a:pt x="1221701" y="344170"/>
                  </a:lnTo>
                  <a:lnTo>
                    <a:pt x="1267980" y="330708"/>
                  </a:lnTo>
                  <a:lnTo>
                    <a:pt x="1272552" y="326136"/>
                  </a:lnTo>
                  <a:lnTo>
                    <a:pt x="1278648" y="323088"/>
                  </a:lnTo>
                  <a:lnTo>
                    <a:pt x="1284744" y="318516"/>
                  </a:lnTo>
                  <a:lnTo>
                    <a:pt x="1289316" y="313944"/>
                  </a:lnTo>
                  <a:lnTo>
                    <a:pt x="1292364" y="312420"/>
                  </a:lnTo>
                  <a:lnTo>
                    <a:pt x="1292364" y="338328"/>
                  </a:lnTo>
                  <a:lnTo>
                    <a:pt x="1331988" y="338328"/>
                  </a:lnTo>
                  <a:lnTo>
                    <a:pt x="1331988" y="312420"/>
                  </a:lnTo>
                  <a:lnTo>
                    <a:pt x="1331988" y="307848"/>
                  </a:lnTo>
                  <a:lnTo>
                    <a:pt x="1331988" y="210312"/>
                  </a:lnTo>
                  <a:lnTo>
                    <a:pt x="1331988" y="172212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42" name="object 42"/>
          <p:cNvGrpSpPr/>
          <p:nvPr/>
        </p:nvGrpSpPr>
        <p:grpSpPr>
          <a:xfrm>
            <a:off x="6251447" y="3567684"/>
            <a:ext cx="563880" cy="424180"/>
            <a:chOff x="6251447" y="3567684"/>
            <a:chExt cx="563880" cy="424180"/>
          </a:xfrm>
        </p:grpSpPr>
        <p:pic>
          <p:nvPicPr>
            <p:cNvPr id="43" name="object 43"/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6251447" y="3663696"/>
              <a:ext cx="129539" cy="242315"/>
            </a:xfrm>
            <a:prstGeom prst="rect">
              <a:avLst/>
            </a:prstGeom>
          </p:spPr>
        </p:pic>
        <p:sp>
          <p:nvSpPr>
            <p:cNvPr id="44" name="object 44"/>
            <p:cNvSpPr/>
            <p:nvPr/>
          </p:nvSpPr>
          <p:spPr>
            <a:xfrm>
              <a:off x="6393167" y="3567684"/>
              <a:ext cx="422275" cy="424180"/>
            </a:xfrm>
            <a:custGeom>
              <a:avLst/>
              <a:gdLst/>
              <a:ahLst/>
              <a:cxnLst/>
              <a:rect l="l" t="t" r="r" b="b"/>
              <a:pathLst>
                <a:path w="422275" h="424179">
                  <a:moveTo>
                    <a:pt x="208800" y="198120"/>
                  </a:moveTo>
                  <a:lnTo>
                    <a:pt x="202704" y="149352"/>
                  </a:lnTo>
                  <a:lnTo>
                    <a:pt x="182892" y="115824"/>
                  </a:lnTo>
                  <a:lnTo>
                    <a:pt x="169176" y="104190"/>
                  </a:lnTo>
                  <a:lnTo>
                    <a:pt x="169176" y="188976"/>
                  </a:lnTo>
                  <a:lnTo>
                    <a:pt x="41148" y="188976"/>
                  </a:lnTo>
                  <a:lnTo>
                    <a:pt x="54864" y="147828"/>
                  </a:lnTo>
                  <a:lnTo>
                    <a:pt x="88303" y="124498"/>
                  </a:lnTo>
                  <a:lnTo>
                    <a:pt x="109728" y="121920"/>
                  </a:lnTo>
                  <a:lnTo>
                    <a:pt x="117449" y="122212"/>
                  </a:lnTo>
                  <a:lnTo>
                    <a:pt x="124599" y="123063"/>
                  </a:lnTo>
                  <a:lnTo>
                    <a:pt x="131165" y="124498"/>
                  </a:lnTo>
                  <a:lnTo>
                    <a:pt x="137172" y="126492"/>
                  </a:lnTo>
                  <a:lnTo>
                    <a:pt x="144792" y="131064"/>
                  </a:lnTo>
                  <a:lnTo>
                    <a:pt x="150888" y="134112"/>
                  </a:lnTo>
                  <a:lnTo>
                    <a:pt x="168224" y="174117"/>
                  </a:lnTo>
                  <a:lnTo>
                    <a:pt x="169176" y="188976"/>
                  </a:lnTo>
                  <a:lnTo>
                    <a:pt x="169176" y="104190"/>
                  </a:lnTo>
                  <a:lnTo>
                    <a:pt x="132981" y="90297"/>
                  </a:lnTo>
                  <a:lnTo>
                    <a:pt x="111252" y="88392"/>
                  </a:lnTo>
                  <a:lnTo>
                    <a:pt x="88138" y="90665"/>
                  </a:lnTo>
                  <a:lnTo>
                    <a:pt x="47612" y="108331"/>
                  </a:lnTo>
                  <a:lnTo>
                    <a:pt x="17360" y="142925"/>
                  </a:lnTo>
                  <a:lnTo>
                    <a:pt x="1981" y="189890"/>
                  </a:lnTo>
                  <a:lnTo>
                    <a:pt x="0" y="217932"/>
                  </a:lnTo>
                  <a:lnTo>
                    <a:pt x="2006" y="246176"/>
                  </a:lnTo>
                  <a:lnTo>
                    <a:pt x="18008" y="292950"/>
                  </a:lnTo>
                  <a:lnTo>
                    <a:pt x="49707" y="324904"/>
                  </a:lnTo>
                  <a:lnTo>
                    <a:pt x="94805" y="340906"/>
                  </a:lnTo>
                  <a:lnTo>
                    <a:pt x="121932" y="342900"/>
                  </a:lnTo>
                  <a:lnTo>
                    <a:pt x="140220" y="342900"/>
                  </a:lnTo>
                  <a:lnTo>
                    <a:pt x="146316" y="341376"/>
                  </a:lnTo>
                  <a:lnTo>
                    <a:pt x="152412" y="341376"/>
                  </a:lnTo>
                  <a:lnTo>
                    <a:pt x="160032" y="338328"/>
                  </a:lnTo>
                  <a:lnTo>
                    <a:pt x="167652" y="336804"/>
                  </a:lnTo>
                  <a:lnTo>
                    <a:pt x="179844" y="333756"/>
                  </a:lnTo>
                  <a:lnTo>
                    <a:pt x="187464" y="330708"/>
                  </a:lnTo>
                  <a:lnTo>
                    <a:pt x="199656" y="324612"/>
                  </a:lnTo>
                  <a:lnTo>
                    <a:pt x="204228" y="323088"/>
                  </a:lnTo>
                  <a:lnTo>
                    <a:pt x="204228" y="307848"/>
                  </a:lnTo>
                  <a:lnTo>
                    <a:pt x="204228" y="278892"/>
                  </a:lnTo>
                  <a:lnTo>
                    <a:pt x="202704" y="278892"/>
                  </a:lnTo>
                  <a:lnTo>
                    <a:pt x="199656" y="281940"/>
                  </a:lnTo>
                  <a:lnTo>
                    <a:pt x="190512" y="288036"/>
                  </a:lnTo>
                  <a:lnTo>
                    <a:pt x="178320" y="294132"/>
                  </a:lnTo>
                  <a:lnTo>
                    <a:pt x="170700" y="297180"/>
                  </a:lnTo>
                  <a:lnTo>
                    <a:pt x="164604" y="300228"/>
                  </a:lnTo>
                  <a:lnTo>
                    <a:pt x="121932" y="307848"/>
                  </a:lnTo>
                  <a:lnTo>
                    <a:pt x="103632" y="306425"/>
                  </a:lnTo>
                  <a:lnTo>
                    <a:pt x="62484" y="284988"/>
                  </a:lnTo>
                  <a:lnTo>
                    <a:pt x="42557" y="240626"/>
                  </a:lnTo>
                  <a:lnTo>
                    <a:pt x="41148" y="220980"/>
                  </a:lnTo>
                  <a:lnTo>
                    <a:pt x="208800" y="220980"/>
                  </a:lnTo>
                  <a:lnTo>
                    <a:pt x="208800" y="198120"/>
                  </a:lnTo>
                  <a:close/>
                </a:path>
                <a:path w="422275" h="424179">
                  <a:moveTo>
                    <a:pt x="422160" y="195072"/>
                  </a:moveTo>
                  <a:lnTo>
                    <a:pt x="417588" y="195072"/>
                  </a:lnTo>
                  <a:lnTo>
                    <a:pt x="407873" y="194551"/>
                  </a:lnTo>
                  <a:lnTo>
                    <a:pt x="368223" y="177622"/>
                  </a:lnTo>
                  <a:lnTo>
                    <a:pt x="364248" y="172212"/>
                  </a:lnTo>
                  <a:lnTo>
                    <a:pt x="360222" y="167093"/>
                  </a:lnTo>
                  <a:lnTo>
                    <a:pt x="357200" y="160972"/>
                  </a:lnTo>
                  <a:lnTo>
                    <a:pt x="355028" y="154000"/>
                  </a:lnTo>
                  <a:lnTo>
                    <a:pt x="353580" y="146304"/>
                  </a:lnTo>
                  <a:lnTo>
                    <a:pt x="351815" y="138544"/>
                  </a:lnTo>
                  <a:lnTo>
                    <a:pt x="350913" y="131064"/>
                  </a:lnTo>
                  <a:lnTo>
                    <a:pt x="350570" y="123596"/>
                  </a:lnTo>
                  <a:lnTo>
                    <a:pt x="350532" y="83820"/>
                  </a:lnTo>
                  <a:lnTo>
                    <a:pt x="349097" y="64414"/>
                  </a:lnTo>
                  <a:lnTo>
                    <a:pt x="327672" y="21336"/>
                  </a:lnTo>
                  <a:lnTo>
                    <a:pt x="285229" y="1409"/>
                  </a:lnTo>
                  <a:lnTo>
                    <a:pt x="266712" y="0"/>
                  </a:lnTo>
                  <a:lnTo>
                    <a:pt x="242328" y="0"/>
                  </a:lnTo>
                  <a:lnTo>
                    <a:pt x="242328" y="30480"/>
                  </a:lnTo>
                  <a:lnTo>
                    <a:pt x="275856" y="30480"/>
                  </a:lnTo>
                  <a:lnTo>
                    <a:pt x="288048" y="33528"/>
                  </a:lnTo>
                  <a:lnTo>
                    <a:pt x="292620" y="36576"/>
                  </a:lnTo>
                  <a:lnTo>
                    <a:pt x="301764" y="45720"/>
                  </a:lnTo>
                  <a:lnTo>
                    <a:pt x="306336" y="51816"/>
                  </a:lnTo>
                  <a:lnTo>
                    <a:pt x="307860" y="59436"/>
                  </a:lnTo>
                  <a:lnTo>
                    <a:pt x="309613" y="65468"/>
                  </a:lnTo>
                  <a:lnTo>
                    <a:pt x="310527" y="72199"/>
                  </a:lnTo>
                  <a:lnTo>
                    <a:pt x="310857" y="79806"/>
                  </a:lnTo>
                  <a:lnTo>
                    <a:pt x="310908" y="126492"/>
                  </a:lnTo>
                  <a:lnTo>
                    <a:pt x="311188" y="134454"/>
                  </a:lnTo>
                  <a:lnTo>
                    <a:pt x="324256" y="173456"/>
                  </a:lnTo>
                  <a:lnTo>
                    <a:pt x="351904" y="200012"/>
                  </a:lnTo>
                  <a:lnTo>
                    <a:pt x="370344" y="208788"/>
                  </a:lnTo>
                  <a:lnTo>
                    <a:pt x="370344" y="214884"/>
                  </a:lnTo>
                  <a:lnTo>
                    <a:pt x="338340" y="233172"/>
                  </a:lnTo>
                  <a:lnTo>
                    <a:pt x="332244" y="237744"/>
                  </a:lnTo>
                  <a:lnTo>
                    <a:pt x="313474" y="273608"/>
                  </a:lnTo>
                  <a:lnTo>
                    <a:pt x="310857" y="343242"/>
                  </a:lnTo>
                  <a:lnTo>
                    <a:pt x="310527" y="350901"/>
                  </a:lnTo>
                  <a:lnTo>
                    <a:pt x="309613" y="358000"/>
                  </a:lnTo>
                  <a:lnTo>
                    <a:pt x="307860" y="364236"/>
                  </a:lnTo>
                  <a:lnTo>
                    <a:pt x="306336" y="371856"/>
                  </a:lnTo>
                  <a:lnTo>
                    <a:pt x="301764" y="377952"/>
                  </a:lnTo>
                  <a:lnTo>
                    <a:pt x="297192" y="381000"/>
                  </a:lnTo>
                  <a:lnTo>
                    <a:pt x="292620" y="385572"/>
                  </a:lnTo>
                  <a:lnTo>
                    <a:pt x="288048" y="388620"/>
                  </a:lnTo>
                  <a:lnTo>
                    <a:pt x="275856" y="391668"/>
                  </a:lnTo>
                  <a:lnTo>
                    <a:pt x="268236" y="393192"/>
                  </a:lnTo>
                  <a:lnTo>
                    <a:pt x="242328" y="393192"/>
                  </a:lnTo>
                  <a:lnTo>
                    <a:pt x="242328" y="423672"/>
                  </a:lnTo>
                  <a:lnTo>
                    <a:pt x="266712" y="423672"/>
                  </a:lnTo>
                  <a:lnTo>
                    <a:pt x="285229" y="422275"/>
                  </a:lnTo>
                  <a:lnTo>
                    <a:pt x="327672" y="402336"/>
                  </a:lnTo>
                  <a:lnTo>
                    <a:pt x="349097" y="358406"/>
                  </a:lnTo>
                  <a:lnTo>
                    <a:pt x="350532" y="338328"/>
                  </a:lnTo>
                  <a:lnTo>
                    <a:pt x="350532" y="306324"/>
                  </a:lnTo>
                  <a:lnTo>
                    <a:pt x="350786" y="299212"/>
                  </a:lnTo>
                  <a:lnTo>
                    <a:pt x="360222" y="255917"/>
                  </a:lnTo>
                  <a:lnTo>
                    <a:pt x="391871" y="231825"/>
                  </a:lnTo>
                  <a:lnTo>
                    <a:pt x="417588" y="228600"/>
                  </a:lnTo>
                  <a:lnTo>
                    <a:pt x="422160" y="228600"/>
                  </a:lnTo>
                  <a:lnTo>
                    <a:pt x="422160" y="195072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pic>
        <p:nvPicPr>
          <p:cNvPr id="45" name="object 45"/>
          <p:cNvPicPr/>
          <p:nvPr/>
        </p:nvPicPr>
        <p:blipFill>
          <a:blip r:embed="rId12" cstate="print"/>
          <a:stretch>
            <a:fillRect/>
          </a:stretch>
        </p:blipFill>
        <p:spPr>
          <a:xfrm>
            <a:off x="677418" y="4696205"/>
            <a:ext cx="4361687" cy="1827276"/>
          </a:xfrm>
          <a:prstGeom prst="rect">
            <a:avLst/>
          </a:prstGeom>
        </p:spPr>
      </p:pic>
      <p:grpSp>
        <p:nvGrpSpPr>
          <p:cNvPr id="46" name="object 46"/>
          <p:cNvGrpSpPr/>
          <p:nvPr/>
        </p:nvGrpSpPr>
        <p:grpSpPr>
          <a:xfrm>
            <a:off x="1723644" y="6650735"/>
            <a:ext cx="498475" cy="158750"/>
            <a:chOff x="1723644" y="6650735"/>
            <a:chExt cx="498475" cy="158750"/>
          </a:xfrm>
        </p:grpSpPr>
        <p:pic>
          <p:nvPicPr>
            <p:cNvPr id="47" name="object 47"/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1723644" y="6655307"/>
              <a:ext cx="367284" cy="153923"/>
            </a:xfrm>
            <a:prstGeom prst="rect">
              <a:avLst/>
            </a:prstGeom>
          </p:spPr>
        </p:pic>
        <p:pic>
          <p:nvPicPr>
            <p:cNvPr id="48" name="object 48"/>
            <p:cNvPicPr/>
            <p:nvPr/>
          </p:nvPicPr>
          <p:blipFill>
            <a:blip r:embed="rId14" cstate="print"/>
            <a:stretch>
              <a:fillRect/>
            </a:stretch>
          </p:blipFill>
          <p:spPr>
            <a:xfrm>
              <a:off x="2112264" y="6650735"/>
              <a:ext cx="109727" cy="155448"/>
            </a:xfrm>
            <a:prstGeom prst="rect">
              <a:avLst/>
            </a:prstGeom>
          </p:spPr>
        </p:pic>
      </p:grpSp>
      <p:pic>
        <p:nvPicPr>
          <p:cNvPr id="49" name="object 49"/>
          <p:cNvPicPr/>
          <p:nvPr/>
        </p:nvPicPr>
        <p:blipFill>
          <a:blip r:embed="rId15" cstate="print"/>
          <a:stretch>
            <a:fillRect/>
          </a:stretch>
        </p:blipFill>
        <p:spPr>
          <a:xfrm>
            <a:off x="2290572" y="6649211"/>
            <a:ext cx="998220" cy="166116"/>
          </a:xfrm>
          <a:prstGeom prst="rect">
            <a:avLst/>
          </a:prstGeom>
        </p:spPr>
      </p:pic>
      <p:grpSp>
        <p:nvGrpSpPr>
          <p:cNvPr id="50" name="object 50"/>
          <p:cNvGrpSpPr/>
          <p:nvPr/>
        </p:nvGrpSpPr>
        <p:grpSpPr>
          <a:xfrm>
            <a:off x="3366516" y="6647688"/>
            <a:ext cx="594360" cy="167640"/>
            <a:chOff x="3366516" y="6647688"/>
            <a:chExt cx="594360" cy="167640"/>
          </a:xfrm>
        </p:grpSpPr>
        <p:pic>
          <p:nvPicPr>
            <p:cNvPr id="51" name="object 51"/>
            <p:cNvPicPr/>
            <p:nvPr/>
          </p:nvPicPr>
          <p:blipFill>
            <a:blip r:embed="rId16" cstate="print"/>
            <a:stretch>
              <a:fillRect/>
            </a:stretch>
          </p:blipFill>
          <p:spPr>
            <a:xfrm>
              <a:off x="3366516" y="6652260"/>
              <a:ext cx="281940" cy="155447"/>
            </a:xfrm>
            <a:prstGeom prst="rect">
              <a:avLst/>
            </a:prstGeom>
          </p:spPr>
        </p:pic>
        <p:pic>
          <p:nvPicPr>
            <p:cNvPr id="52" name="object 52"/>
            <p:cNvPicPr/>
            <p:nvPr/>
          </p:nvPicPr>
          <p:blipFill>
            <a:blip r:embed="rId17" cstate="print"/>
            <a:stretch>
              <a:fillRect/>
            </a:stretch>
          </p:blipFill>
          <p:spPr>
            <a:xfrm>
              <a:off x="3672840" y="6647688"/>
              <a:ext cx="288035" cy="167640"/>
            </a:xfrm>
            <a:prstGeom prst="rect">
              <a:avLst/>
            </a:prstGeom>
          </p:spPr>
        </p:pic>
      </p:grpSp>
      <p:grpSp>
        <p:nvGrpSpPr>
          <p:cNvPr id="53" name="object 53"/>
          <p:cNvGrpSpPr/>
          <p:nvPr/>
        </p:nvGrpSpPr>
        <p:grpSpPr>
          <a:xfrm>
            <a:off x="2045208" y="4189476"/>
            <a:ext cx="626745" cy="144780"/>
            <a:chOff x="2045208" y="4189476"/>
            <a:chExt cx="626745" cy="144780"/>
          </a:xfrm>
        </p:grpSpPr>
        <p:pic>
          <p:nvPicPr>
            <p:cNvPr id="54" name="object 54"/>
            <p:cNvPicPr/>
            <p:nvPr/>
          </p:nvPicPr>
          <p:blipFill>
            <a:blip r:embed="rId18" cstate="print"/>
            <a:stretch>
              <a:fillRect/>
            </a:stretch>
          </p:blipFill>
          <p:spPr>
            <a:xfrm>
              <a:off x="2045208" y="4189476"/>
              <a:ext cx="323087" cy="144780"/>
            </a:xfrm>
            <a:prstGeom prst="rect">
              <a:avLst/>
            </a:prstGeom>
          </p:spPr>
        </p:pic>
        <p:pic>
          <p:nvPicPr>
            <p:cNvPr id="55" name="object 55"/>
            <p:cNvPicPr/>
            <p:nvPr/>
          </p:nvPicPr>
          <p:blipFill>
            <a:blip r:embed="rId19" cstate="print"/>
            <a:stretch>
              <a:fillRect/>
            </a:stretch>
          </p:blipFill>
          <p:spPr>
            <a:xfrm>
              <a:off x="2388108" y="4235195"/>
              <a:ext cx="64007" cy="91440"/>
            </a:xfrm>
            <a:prstGeom prst="rect">
              <a:avLst/>
            </a:prstGeom>
          </p:spPr>
        </p:pic>
        <p:pic>
          <p:nvPicPr>
            <p:cNvPr id="56" name="object 56"/>
            <p:cNvPicPr/>
            <p:nvPr/>
          </p:nvPicPr>
          <p:blipFill>
            <a:blip r:embed="rId20" cstate="print"/>
            <a:stretch>
              <a:fillRect/>
            </a:stretch>
          </p:blipFill>
          <p:spPr>
            <a:xfrm>
              <a:off x="2471927" y="4198620"/>
              <a:ext cx="199644" cy="128015"/>
            </a:xfrm>
            <a:prstGeom prst="rect">
              <a:avLst/>
            </a:prstGeom>
          </p:spPr>
        </p:pic>
      </p:grpSp>
      <p:pic>
        <p:nvPicPr>
          <p:cNvPr id="57" name="object 57"/>
          <p:cNvPicPr/>
          <p:nvPr/>
        </p:nvPicPr>
        <p:blipFill>
          <a:blip r:embed="rId21" cstate="print"/>
          <a:stretch>
            <a:fillRect/>
          </a:stretch>
        </p:blipFill>
        <p:spPr>
          <a:xfrm>
            <a:off x="4108703" y="4189476"/>
            <a:ext cx="1053084" cy="144780"/>
          </a:xfrm>
          <a:prstGeom prst="rect">
            <a:avLst/>
          </a:prstGeom>
        </p:spPr>
      </p:pic>
      <p:pic>
        <p:nvPicPr>
          <p:cNvPr id="58" name="object 58"/>
          <p:cNvPicPr/>
          <p:nvPr/>
        </p:nvPicPr>
        <p:blipFill>
          <a:blip r:embed="rId22" cstate="print"/>
          <a:stretch>
            <a:fillRect/>
          </a:stretch>
        </p:blipFill>
        <p:spPr>
          <a:xfrm>
            <a:off x="5526785" y="4696205"/>
            <a:ext cx="4363212" cy="1827276"/>
          </a:xfrm>
          <a:prstGeom prst="rect">
            <a:avLst/>
          </a:prstGeom>
        </p:spPr>
      </p:pic>
      <p:pic>
        <p:nvPicPr>
          <p:cNvPr id="59" name="object 59"/>
          <p:cNvPicPr/>
          <p:nvPr/>
        </p:nvPicPr>
        <p:blipFill>
          <a:blip r:embed="rId23" cstate="print"/>
          <a:stretch>
            <a:fillRect/>
          </a:stretch>
        </p:blipFill>
        <p:spPr>
          <a:xfrm>
            <a:off x="6454139" y="6650735"/>
            <a:ext cx="758952" cy="161543"/>
          </a:xfrm>
          <a:prstGeom prst="rect">
            <a:avLst/>
          </a:prstGeom>
        </p:spPr>
      </p:pic>
      <p:pic>
        <p:nvPicPr>
          <p:cNvPr id="60" name="object 60"/>
          <p:cNvPicPr/>
          <p:nvPr/>
        </p:nvPicPr>
        <p:blipFill>
          <a:blip r:embed="rId24" cstate="print"/>
          <a:stretch>
            <a:fillRect/>
          </a:stretch>
        </p:blipFill>
        <p:spPr>
          <a:xfrm>
            <a:off x="7283195" y="6649211"/>
            <a:ext cx="998220" cy="166115"/>
          </a:xfrm>
          <a:prstGeom prst="rect">
            <a:avLst/>
          </a:prstGeom>
        </p:spPr>
      </p:pic>
      <p:grpSp>
        <p:nvGrpSpPr>
          <p:cNvPr id="61" name="object 61"/>
          <p:cNvGrpSpPr/>
          <p:nvPr/>
        </p:nvGrpSpPr>
        <p:grpSpPr>
          <a:xfrm>
            <a:off x="8359140" y="6647688"/>
            <a:ext cx="593090" cy="167640"/>
            <a:chOff x="8359140" y="6647688"/>
            <a:chExt cx="593090" cy="167640"/>
          </a:xfrm>
        </p:grpSpPr>
        <p:pic>
          <p:nvPicPr>
            <p:cNvPr id="62" name="object 62"/>
            <p:cNvPicPr/>
            <p:nvPr/>
          </p:nvPicPr>
          <p:blipFill>
            <a:blip r:embed="rId25" cstate="print"/>
            <a:stretch>
              <a:fillRect/>
            </a:stretch>
          </p:blipFill>
          <p:spPr>
            <a:xfrm>
              <a:off x="8359140" y="6652260"/>
              <a:ext cx="280415" cy="155447"/>
            </a:xfrm>
            <a:prstGeom prst="rect">
              <a:avLst/>
            </a:prstGeom>
          </p:spPr>
        </p:pic>
        <p:pic>
          <p:nvPicPr>
            <p:cNvPr id="63" name="object 63"/>
            <p:cNvPicPr/>
            <p:nvPr/>
          </p:nvPicPr>
          <p:blipFill>
            <a:blip r:embed="rId26" cstate="print"/>
            <a:stretch>
              <a:fillRect/>
            </a:stretch>
          </p:blipFill>
          <p:spPr>
            <a:xfrm>
              <a:off x="8665463" y="6647688"/>
              <a:ext cx="286512" cy="167640"/>
            </a:xfrm>
            <a:prstGeom prst="rect">
              <a:avLst/>
            </a:prstGeom>
          </p:spPr>
        </p:pic>
      </p:grpSp>
      <p:grpSp>
        <p:nvGrpSpPr>
          <p:cNvPr id="64" name="object 64"/>
          <p:cNvGrpSpPr/>
          <p:nvPr/>
        </p:nvGrpSpPr>
        <p:grpSpPr>
          <a:xfrm>
            <a:off x="6897623" y="4189476"/>
            <a:ext cx="626745" cy="144780"/>
            <a:chOff x="6897623" y="4189476"/>
            <a:chExt cx="626745" cy="144780"/>
          </a:xfrm>
        </p:grpSpPr>
        <p:pic>
          <p:nvPicPr>
            <p:cNvPr id="65" name="object 65"/>
            <p:cNvPicPr/>
            <p:nvPr/>
          </p:nvPicPr>
          <p:blipFill>
            <a:blip r:embed="rId27" cstate="print"/>
            <a:stretch>
              <a:fillRect/>
            </a:stretch>
          </p:blipFill>
          <p:spPr>
            <a:xfrm>
              <a:off x="6897623" y="4189476"/>
              <a:ext cx="323087" cy="144780"/>
            </a:xfrm>
            <a:prstGeom prst="rect">
              <a:avLst/>
            </a:prstGeom>
          </p:spPr>
        </p:pic>
        <p:sp>
          <p:nvSpPr>
            <p:cNvPr id="66" name="object 66"/>
            <p:cNvSpPr/>
            <p:nvPr/>
          </p:nvSpPr>
          <p:spPr>
            <a:xfrm>
              <a:off x="7240523" y="4235195"/>
              <a:ext cx="62865" cy="91440"/>
            </a:xfrm>
            <a:custGeom>
              <a:avLst/>
              <a:gdLst/>
              <a:ahLst/>
              <a:cxnLst/>
              <a:rect l="l" t="t" r="r" b="b"/>
              <a:pathLst>
                <a:path w="62865" h="91439">
                  <a:moveTo>
                    <a:pt x="12191" y="91440"/>
                  </a:moveTo>
                  <a:lnTo>
                    <a:pt x="1523" y="91440"/>
                  </a:lnTo>
                  <a:lnTo>
                    <a:pt x="0" y="88392"/>
                  </a:lnTo>
                  <a:lnTo>
                    <a:pt x="0" y="4572"/>
                  </a:lnTo>
                  <a:lnTo>
                    <a:pt x="3047" y="1524"/>
                  </a:lnTo>
                  <a:lnTo>
                    <a:pt x="12191" y="1524"/>
                  </a:lnTo>
                  <a:lnTo>
                    <a:pt x="15239" y="6096"/>
                  </a:lnTo>
                  <a:lnTo>
                    <a:pt x="15239" y="15240"/>
                  </a:lnTo>
                  <a:lnTo>
                    <a:pt x="23288" y="8358"/>
                  </a:lnTo>
                  <a:lnTo>
                    <a:pt x="31622" y="3619"/>
                  </a:lnTo>
                  <a:lnTo>
                    <a:pt x="40528" y="881"/>
                  </a:lnTo>
                  <a:lnTo>
                    <a:pt x="50291" y="0"/>
                  </a:lnTo>
                  <a:lnTo>
                    <a:pt x="54863" y="0"/>
                  </a:lnTo>
                  <a:lnTo>
                    <a:pt x="57911" y="1524"/>
                  </a:lnTo>
                  <a:lnTo>
                    <a:pt x="59435" y="4572"/>
                  </a:lnTo>
                  <a:lnTo>
                    <a:pt x="62483" y="7620"/>
                  </a:lnTo>
                  <a:lnTo>
                    <a:pt x="62483" y="25908"/>
                  </a:lnTo>
                  <a:lnTo>
                    <a:pt x="62483" y="32004"/>
                  </a:lnTo>
                  <a:lnTo>
                    <a:pt x="59435" y="35052"/>
                  </a:lnTo>
                  <a:lnTo>
                    <a:pt x="50291" y="35052"/>
                  </a:lnTo>
                  <a:lnTo>
                    <a:pt x="47243" y="32004"/>
                  </a:lnTo>
                  <a:lnTo>
                    <a:pt x="47243" y="15240"/>
                  </a:lnTo>
                  <a:lnTo>
                    <a:pt x="38099" y="15240"/>
                  </a:lnTo>
                  <a:lnTo>
                    <a:pt x="15239" y="38100"/>
                  </a:lnTo>
                  <a:lnTo>
                    <a:pt x="15239" y="88392"/>
                  </a:lnTo>
                  <a:lnTo>
                    <a:pt x="12191" y="9144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67" name="object 67"/>
            <p:cNvPicPr/>
            <p:nvPr/>
          </p:nvPicPr>
          <p:blipFill>
            <a:blip r:embed="rId28" cstate="print"/>
            <a:stretch>
              <a:fillRect/>
            </a:stretch>
          </p:blipFill>
          <p:spPr>
            <a:xfrm>
              <a:off x="7324343" y="4198620"/>
              <a:ext cx="199643" cy="128015"/>
            </a:xfrm>
            <a:prstGeom prst="rect">
              <a:avLst/>
            </a:prstGeom>
          </p:spPr>
        </p:pic>
      </p:grpSp>
      <p:pic>
        <p:nvPicPr>
          <p:cNvPr id="68" name="object 68"/>
          <p:cNvPicPr/>
          <p:nvPr/>
        </p:nvPicPr>
        <p:blipFill>
          <a:blip r:embed="rId29" cstate="print"/>
          <a:stretch>
            <a:fillRect/>
          </a:stretch>
        </p:blipFill>
        <p:spPr>
          <a:xfrm>
            <a:off x="8959595" y="4189476"/>
            <a:ext cx="1053083" cy="144780"/>
          </a:xfrm>
          <a:prstGeom prst="rect">
            <a:avLst/>
          </a:prstGeom>
        </p:spPr>
      </p:pic>
      <p:sp>
        <p:nvSpPr>
          <p:cNvPr id="69" name="object 69"/>
          <p:cNvSpPr/>
          <p:nvPr/>
        </p:nvSpPr>
        <p:spPr>
          <a:xfrm>
            <a:off x="9250680" y="4427220"/>
            <a:ext cx="56515" cy="167640"/>
          </a:xfrm>
          <a:custGeom>
            <a:avLst/>
            <a:gdLst/>
            <a:ahLst/>
            <a:cxnLst/>
            <a:rect l="l" t="t" r="r" b="b"/>
            <a:pathLst>
              <a:path w="56515" h="167639">
                <a:moveTo>
                  <a:pt x="35052" y="126492"/>
                </a:moveTo>
                <a:lnTo>
                  <a:pt x="21336" y="126492"/>
                </a:lnTo>
                <a:lnTo>
                  <a:pt x="21336" y="0"/>
                </a:lnTo>
                <a:lnTo>
                  <a:pt x="35052" y="0"/>
                </a:lnTo>
                <a:lnTo>
                  <a:pt x="35052" y="126492"/>
                </a:lnTo>
                <a:close/>
              </a:path>
              <a:path w="56515" h="167639">
                <a:moveTo>
                  <a:pt x="28956" y="167640"/>
                </a:moveTo>
                <a:lnTo>
                  <a:pt x="0" y="111252"/>
                </a:lnTo>
                <a:lnTo>
                  <a:pt x="21336" y="111252"/>
                </a:lnTo>
                <a:lnTo>
                  <a:pt x="21336" y="126492"/>
                </a:lnTo>
                <a:lnTo>
                  <a:pt x="48973" y="126492"/>
                </a:lnTo>
                <a:lnTo>
                  <a:pt x="28956" y="167640"/>
                </a:lnTo>
                <a:close/>
              </a:path>
              <a:path w="56515" h="167639">
                <a:moveTo>
                  <a:pt x="48973" y="126492"/>
                </a:moveTo>
                <a:lnTo>
                  <a:pt x="35052" y="126492"/>
                </a:lnTo>
                <a:lnTo>
                  <a:pt x="35052" y="111252"/>
                </a:lnTo>
                <a:lnTo>
                  <a:pt x="56388" y="111252"/>
                </a:lnTo>
                <a:lnTo>
                  <a:pt x="48973" y="12649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" name="object 70"/>
          <p:cNvSpPr/>
          <p:nvPr/>
        </p:nvSpPr>
        <p:spPr>
          <a:xfrm>
            <a:off x="7161276" y="4413503"/>
            <a:ext cx="55244" cy="167640"/>
          </a:xfrm>
          <a:custGeom>
            <a:avLst/>
            <a:gdLst/>
            <a:ahLst/>
            <a:cxnLst/>
            <a:rect l="l" t="t" r="r" b="b"/>
            <a:pathLst>
              <a:path w="55245" h="167639">
                <a:moveTo>
                  <a:pt x="33528" y="126492"/>
                </a:moveTo>
                <a:lnTo>
                  <a:pt x="19812" y="126492"/>
                </a:lnTo>
                <a:lnTo>
                  <a:pt x="19812" y="0"/>
                </a:lnTo>
                <a:lnTo>
                  <a:pt x="33528" y="0"/>
                </a:lnTo>
                <a:lnTo>
                  <a:pt x="33528" y="126492"/>
                </a:lnTo>
                <a:close/>
              </a:path>
              <a:path w="55245" h="167639">
                <a:moveTo>
                  <a:pt x="27432" y="167640"/>
                </a:moveTo>
                <a:lnTo>
                  <a:pt x="0" y="112776"/>
                </a:lnTo>
                <a:lnTo>
                  <a:pt x="19812" y="112776"/>
                </a:lnTo>
                <a:lnTo>
                  <a:pt x="19812" y="126492"/>
                </a:lnTo>
                <a:lnTo>
                  <a:pt x="48006" y="126492"/>
                </a:lnTo>
                <a:lnTo>
                  <a:pt x="27432" y="167640"/>
                </a:lnTo>
                <a:close/>
              </a:path>
              <a:path w="55245" h="167639">
                <a:moveTo>
                  <a:pt x="48006" y="126492"/>
                </a:moveTo>
                <a:lnTo>
                  <a:pt x="33528" y="126492"/>
                </a:lnTo>
                <a:lnTo>
                  <a:pt x="33528" y="112776"/>
                </a:lnTo>
                <a:lnTo>
                  <a:pt x="54864" y="112776"/>
                </a:lnTo>
                <a:lnTo>
                  <a:pt x="48006" y="12649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" name="object 71"/>
          <p:cNvSpPr/>
          <p:nvPr/>
        </p:nvSpPr>
        <p:spPr>
          <a:xfrm>
            <a:off x="4567428" y="4413503"/>
            <a:ext cx="56515" cy="167640"/>
          </a:xfrm>
          <a:custGeom>
            <a:avLst/>
            <a:gdLst/>
            <a:ahLst/>
            <a:cxnLst/>
            <a:rect l="l" t="t" r="r" b="b"/>
            <a:pathLst>
              <a:path w="56514" h="167639">
                <a:moveTo>
                  <a:pt x="35052" y="126492"/>
                </a:moveTo>
                <a:lnTo>
                  <a:pt x="21336" y="126492"/>
                </a:lnTo>
                <a:lnTo>
                  <a:pt x="21336" y="0"/>
                </a:lnTo>
                <a:lnTo>
                  <a:pt x="35052" y="0"/>
                </a:lnTo>
                <a:lnTo>
                  <a:pt x="35052" y="126492"/>
                </a:lnTo>
                <a:close/>
              </a:path>
              <a:path w="56514" h="167639">
                <a:moveTo>
                  <a:pt x="28956" y="167640"/>
                </a:moveTo>
                <a:lnTo>
                  <a:pt x="0" y="112776"/>
                </a:lnTo>
                <a:lnTo>
                  <a:pt x="21336" y="112776"/>
                </a:lnTo>
                <a:lnTo>
                  <a:pt x="21336" y="126492"/>
                </a:lnTo>
                <a:lnTo>
                  <a:pt x="49530" y="126492"/>
                </a:lnTo>
                <a:lnTo>
                  <a:pt x="28956" y="167640"/>
                </a:lnTo>
                <a:close/>
              </a:path>
              <a:path w="56514" h="167639">
                <a:moveTo>
                  <a:pt x="49530" y="126492"/>
                </a:moveTo>
                <a:lnTo>
                  <a:pt x="35052" y="126492"/>
                </a:lnTo>
                <a:lnTo>
                  <a:pt x="35052" y="112776"/>
                </a:lnTo>
                <a:lnTo>
                  <a:pt x="56388" y="112776"/>
                </a:lnTo>
                <a:lnTo>
                  <a:pt x="49530" y="12649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" name="object 72"/>
          <p:cNvSpPr/>
          <p:nvPr/>
        </p:nvSpPr>
        <p:spPr>
          <a:xfrm>
            <a:off x="2310383" y="4413503"/>
            <a:ext cx="55244" cy="167640"/>
          </a:xfrm>
          <a:custGeom>
            <a:avLst/>
            <a:gdLst/>
            <a:ahLst/>
            <a:cxnLst/>
            <a:rect l="l" t="t" r="r" b="b"/>
            <a:pathLst>
              <a:path w="55244" h="167639">
                <a:moveTo>
                  <a:pt x="35052" y="126492"/>
                </a:moveTo>
                <a:lnTo>
                  <a:pt x="19812" y="126492"/>
                </a:lnTo>
                <a:lnTo>
                  <a:pt x="19812" y="0"/>
                </a:lnTo>
                <a:lnTo>
                  <a:pt x="35052" y="0"/>
                </a:lnTo>
                <a:lnTo>
                  <a:pt x="35052" y="126492"/>
                </a:lnTo>
                <a:close/>
              </a:path>
              <a:path w="55244" h="167639">
                <a:moveTo>
                  <a:pt x="27432" y="167640"/>
                </a:moveTo>
                <a:lnTo>
                  <a:pt x="0" y="112776"/>
                </a:lnTo>
                <a:lnTo>
                  <a:pt x="19812" y="112776"/>
                </a:lnTo>
                <a:lnTo>
                  <a:pt x="19812" y="126492"/>
                </a:lnTo>
                <a:lnTo>
                  <a:pt x="48006" y="126492"/>
                </a:lnTo>
                <a:lnTo>
                  <a:pt x="27432" y="167640"/>
                </a:lnTo>
                <a:close/>
              </a:path>
              <a:path w="55244" h="167639">
                <a:moveTo>
                  <a:pt x="48006" y="126492"/>
                </a:moveTo>
                <a:lnTo>
                  <a:pt x="35052" y="126492"/>
                </a:lnTo>
                <a:lnTo>
                  <a:pt x="35052" y="112776"/>
                </a:lnTo>
                <a:lnTo>
                  <a:pt x="54864" y="112776"/>
                </a:lnTo>
                <a:lnTo>
                  <a:pt x="48006" y="12649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</p:spTree>
  </p:cSld>
  <p:clrMapOvr>
    <a:masterClrMapping/>
  </p:clrMapOvr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9572244" y="7229856"/>
            <a:ext cx="184785" cy="143510"/>
            <a:chOff x="9572244" y="7229856"/>
            <a:chExt cx="184785" cy="143510"/>
          </a:xfrm>
        </p:grpSpPr>
        <p:pic>
          <p:nvPicPr>
            <p:cNvPr id="3" name="object 3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9572244" y="7231380"/>
              <a:ext cx="70103" cy="141732"/>
            </a:xfrm>
            <a:prstGeom prst="rect">
              <a:avLst/>
            </a:prstGeom>
          </p:spPr>
        </p:pic>
        <p:pic>
          <p:nvPicPr>
            <p:cNvPr id="4" name="object 4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9668255" y="7229856"/>
              <a:ext cx="88392" cy="143256"/>
            </a:xfrm>
            <a:prstGeom prst="rect">
              <a:avLst/>
            </a:prstGeom>
          </p:spPr>
        </p:pic>
      </p:grpSp>
      <p:sp>
        <p:nvSpPr>
          <p:cNvPr id="5" name="object 5"/>
          <p:cNvSpPr/>
          <p:nvPr/>
        </p:nvSpPr>
        <p:spPr>
          <a:xfrm>
            <a:off x="1760219" y="1328927"/>
            <a:ext cx="218440" cy="447040"/>
          </a:xfrm>
          <a:custGeom>
            <a:avLst/>
            <a:gdLst/>
            <a:ahLst/>
            <a:cxnLst/>
            <a:rect l="l" t="t" r="r" b="b"/>
            <a:pathLst>
              <a:path w="218439" h="447039">
                <a:moveTo>
                  <a:pt x="217931" y="446532"/>
                </a:moveTo>
                <a:lnTo>
                  <a:pt x="0" y="446532"/>
                </a:lnTo>
                <a:lnTo>
                  <a:pt x="0" y="400812"/>
                </a:lnTo>
                <a:lnTo>
                  <a:pt x="80771" y="400812"/>
                </a:lnTo>
                <a:lnTo>
                  <a:pt x="80771" y="102108"/>
                </a:lnTo>
                <a:lnTo>
                  <a:pt x="0" y="102108"/>
                </a:lnTo>
                <a:lnTo>
                  <a:pt x="0" y="62484"/>
                </a:lnTo>
                <a:lnTo>
                  <a:pt x="21407" y="61626"/>
                </a:lnTo>
                <a:lnTo>
                  <a:pt x="39814" y="59055"/>
                </a:lnTo>
                <a:lnTo>
                  <a:pt x="77081" y="41362"/>
                </a:lnTo>
                <a:lnTo>
                  <a:pt x="91439" y="0"/>
                </a:lnTo>
                <a:lnTo>
                  <a:pt x="138683" y="0"/>
                </a:lnTo>
                <a:lnTo>
                  <a:pt x="138683" y="400812"/>
                </a:lnTo>
                <a:lnTo>
                  <a:pt x="217931" y="400812"/>
                </a:lnTo>
                <a:lnTo>
                  <a:pt x="217931" y="446532"/>
                </a:lnTo>
                <a:close/>
              </a:path>
            </a:pathLst>
          </a:custGeom>
          <a:solidFill>
            <a:srgbClr val="3333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" name="object 6"/>
          <p:cNvSpPr/>
          <p:nvPr/>
        </p:nvSpPr>
        <p:spPr>
          <a:xfrm>
            <a:off x="2084832" y="1690116"/>
            <a:ext cx="71755" cy="85725"/>
          </a:xfrm>
          <a:custGeom>
            <a:avLst/>
            <a:gdLst/>
            <a:ahLst/>
            <a:cxnLst/>
            <a:rect l="l" t="t" r="r" b="b"/>
            <a:pathLst>
              <a:path w="71755" h="85725">
                <a:moveTo>
                  <a:pt x="71627" y="85343"/>
                </a:moveTo>
                <a:lnTo>
                  <a:pt x="0" y="85343"/>
                </a:lnTo>
                <a:lnTo>
                  <a:pt x="0" y="0"/>
                </a:lnTo>
                <a:lnTo>
                  <a:pt x="71627" y="0"/>
                </a:lnTo>
                <a:lnTo>
                  <a:pt x="71627" y="85343"/>
                </a:lnTo>
                <a:close/>
              </a:path>
            </a:pathLst>
          </a:custGeom>
          <a:solidFill>
            <a:srgbClr val="3333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" name="object 7"/>
          <p:cNvSpPr/>
          <p:nvPr/>
        </p:nvSpPr>
        <p:spPr>
          <a:xfrm>
            <a:off x="2279903" y="1328927"/>
            <a:ext cx="218440" cy="447040"/>
          </a:xfrm>
          <a:custGeom>
            <a:avLst/>
            <a:gdLst/>
            <a:ahLst/>
            <a:cxnLst/>
            <a:rect l="l" t="t" r="r" b="b"/>
            <a:pathLst>
              <a:path w="218439" h="447039">
                <a:moveTo>
                  <a:pt x="217931" y="446532"/>
                </a:moveTo>
                <a:lnTo>
                  <a:pt x="0" y="446532"/>
                </a:lnTo>
                <a:lnTo>
                  <a:pt x="0" y="400812"/>
                </a:lnTo>
                <a:lnTo>
                  <a:pt x="80771" y="400812"/>
                </a:lnTo>
                <a:lnTo>
                  <a:pt x="80771" y="102108"/>
                </a:lnTo>
                <a:lnTo>
                  <a:pt x="0" y="102108"/>
                </a:lnTo>
                <a:lnTo>
                  <a:pt x="0" y="62484"/>
                </a:lnTo>
                <a:lnTo>
                  <a:pt x="21431" y="61626"/>
                </a:lnTo>
                <a:lnTo>
                  <a:pt x="40004" y="59055"/>
                </a:lnTo>
                <a:lnTo>
                  <a:pt x="77962" y="41362"/>
                </a:lnTo>
                <a:lnTo>
                  <a:pt x="92963" y="0"/>
                </a:lnTo>
                <a:lnTo>
                  <a:pt x="138683" y="0"/>
                </a:lnTo>
                <a:lnTo>
                  <a:pt x="138683" y="400812"/>
                </a:lnTo>
                <a:lnTo>
                  <a:pt x="217931" y="400812"/>
                </a:lnTo>
                <a:lnTo>
                  <a:pt x="217931" y="446532"/>
                </a:lnTo>
                <a:close/>
              </a:path>
            </a:pathLst>
          </a:custGeom>
          <a:solidFill>
            <a:srgbClr val="3333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2833116" y="1280160"/>
            <a:ext cx="448309" cy="548640"/>
          </a:xfrm>
          <a:custGeom>
            <a:avLst/>
            <a:gdLst/>
            <a:ahLst/>
            <a:cxnLst/>
            <a:rect l="l" t="t" r="r" b="b"/>
            <a:pathLst>
              <a:path w="448310" h="548639">
                <a:moveTo>
                  <a:pt x="103632" y="117348"/>
                </a:moveTo>
                <a:lnTo>
                  <a:pt x="94488" y="117348"/>
                </a:lnTo>
                <a:lnTo>
                  <a:pt x="89916" y="109728"/>
                </a:lnTo>
                <a:lnTo>
                  <a:pt x="86868" y="96012"/>
                </a:lnTo>
                <a:lnTo>
                  <a:pt x="79462" y="76581"/>
                </a:lnTo>
                <a:lnTo>
                  <a:pt x="68770" y="54864"/>
                </a:lnTo>
                <a:lnTo>
                  <a:pt x="54935" y="30861"/>
                </a:lnTo>
                <a:lnTo>
                  <a:pt x="38100" y="4572"/>
                </a:lnTo>
                <a:lnTo>
                  <a:pt x="45720" y="0"/>
                </a:lnTo>
                <a:lnTo>
                  <a:pt x="85725" y="24384"/>
                </a:lnTo>
                <a:lnTo>
                  <a:pt x="116609" y="53030"/>
                </a:lnTo>
                <a:lnTo>
                  <a:pt x="124968" y="74676"/>
                </a:lnTo>
                <a:lnTo>
                  <a:pt x="124390" y="80700"/>
                </a:lnTo>
                <a:lnTo>
                  <a:pt x="122682" y="87249"/>
                </a:lnTo>
                <a:lnTo>
                  <a:pt x="119824" y="94392"/>
                </a:lnTo>
                <a:lnTo>
                  <a:pt x="115824" y="102108"/>
                </a:lnTo>
                <a:lnTo>
                  <a:pt x="109728" y="112776"/>
                </a:lnTo>
                <a:lnTo>
                  <a:pt x="103632" y="117348"/>
                </a:lnTo>
                <a:close/>
              </a:path>
              <a:path w="448310" h="548639">
                <a:moveTo>
                  <a:pt x="201168" y="83820"/>
                </a:moveTo>
                <a:lnTo>
                  <a:pt x="179831" y="62484"/>
                </a:lnTo>
                <a:lnTo>
                  <a:pt x="388620" y="62484"/>
                </a:lnTo>
                <a:lnTo>
                  <a:pt x="406908" y="33528"/>
                </a:lnTo>
                <a:lnTo>
                  <a:pt x="448056" y="67056"/>
                </a:lnTo>
                <a:lnTo>
                  <a:pt x="438208" y="76200"/>
                </a:lnTo>
                <a:lnTo>
                  <a:pt x="259080" y="76200"/>
                </a:lnTo>
                <a:lnTo>
                  <a:pt x="243601" y="76747"/>
                </a:lnTo>
                <a:lnTo>
                  <a:pt x="228981" y="78295"/>
                </a:lnTo>
                <a:lnTo>
                  <a:pt x="214931" y="80700"/>
                </a:lnTo>
                <a:lnTo>
                  <a:pt x="201168" y="83820"/>
                </a:lnTo>
                <a:close/>
              </a:path>
              <a:path w="448310" h="548639">
                <a:moveTo>
                  <a:pt x="425464" y="486156"/>
                </a:moveTo>
                <a:lnTo>
                  <a:pt x="364236" y="486156"/>
                </a:lnTo>
                <a:lnTo>
                  <a:pt x="375356" y="485846"/>
                </a:lnTo>
                <a:lnTo>
                  <a:pt x="383476" y="482536"/>
                </a:lnTo>
                <a:lnTo>
                  <a:pt x="388453" y="476083"/>
                </a:lnTo>
                <a:lnTo>
                  <a:pt x="390144" y="466344"/>
                </a:lnTo>
                <a:lnTo>
                  <a:pt x="390144" y="76200"/>
                </a:lnTo>
                <a:lnTo>
                  <a:pt x="438208" y="76200"/>
                </a:lnTo>
                <a:lnTo>
                  <a:pt x="426720" y="86868"/>
                </a:lnTo>
                <a:lnTo>
                  <a:pt x="426720" y="473964"/>
                </a:lnTo>
                <a:lnTo>
                  <a:pt x="425464" y="486156"/>
                </a:lnTo>
                <a:close/>
              </a:path>
              <a:path w="448310" h="548639">
                <a:moveTo>
                  <a:pt x="0" y="548640"/>
                </a:moveTo>
                <a:lnTo>
                  <a:pt x="1039" y="498276"/>
                </a:lnTo>
                <a:lnTo>
                  <a:pt x="1731" y="459955"/>
                </a:lnTo>
                <a:lnTo>
                  <a:pt x="2414" y="411041"/>
                </a:lnTo>
                <a:lnTo>
                  <a:pt x="2822" y="365379"/>
                </a:lnTo>
                <a:lnTo>
                  <a:pt x="3011" y="295656"/>
                </a:lnTo>
                <a:lnTo>
                  <a:pt x="2786" y="239077"/>
                </a:lnTo>
                <a:lnTo>
                  <a:pt x="2104" y="184404"/>
                </a:lnTo>
                <a:lnTo>
                  <a:pt x="1119" y="138493"/>
                </a:lnTo>
                <a:lnTo>
                  <a:pt x="0" y="103632"/>
                </a:lnTo>
                <a:lnTo>
                  <a:pt x="60960" y="137160"/>
                </a:lnTo>
                <a:lnTo>
                  <a:pt x="38100" y="150876"/>
                </a:lnTo>
                <a:lnTo>
                  <a:pt x="38100" y="531876"/>
                </a:lnTo>
                <a:lnTo>
                  <a:pt x="0" y="548640"/>
                </a:lnTo>
                <a:close/>
              </a:path>
              <a:path w="448310" h="548639">
                <a:moveTo>
                  <a:pt x="331670" y="208788"/>
                </a:moveTo>
                <a:lnTo>
                  <a:pt x="277368" y="208788"/>
                </a:lnTo>
                <a:lnTo>
                  <a:pt x="294131" y="181356"/>
                </a:lnTo>
                <a:lnTo>
                  <a:pt x="331670" y="208788"/>
                </a:lnTo>
                <a:close/>
              </a:path>
              <a:path w="448310" h="548639">
                <a:moveTo>
                  <a:pt x="112776" y="423671"/>
                </a:moveTo>
                <a:lnTo>
                  <a:pt x="113895" y="389096"/>
                </a:lnTo>
                <a:lnTo>
                  <a:pt x="114871" y="356235"/>
                </a:lnTo>
                <a:lnTo>
                  <a:pt x="115562" y="325088"/>
                </a:lnTo>
                <a:lnTo>
                  <a:pt x="115824" y="295656"/>
                </a:lnTo>
                <a:lnTo>
                  <a:pt x="115562" y="267985"/>
                </a:lnTo>
                <a:lnTo>
                  <a:pt x="114838" y="239077"/>
                </a:lnTo>
                <a:lnTo>
                  <a:pt x="113762" y="208788"/>
                </a:lnTo>
                <a:lnTo>
                  <a:pt x="112776" y="184404"/>
                </a:lnTo>
                <a:lnTo>
                  <a:pt x="149352" y="208788"/>
                </a:lnTo>
                <a:lnTo>
                  <a:pt x="331670" y="208788"/>
                </a:lnTo>
                <a:lnTo>
                  <a:pt x="333756" y="210312"/>
                </a:lnTo>
                <a:lnTo>
                  <a:pt x="319347" y="222504"/>
                </a:lnTo>
                <a:lnTo>
                  <a:pt x="149352" y="222504"/>
                </a:lnTo>
                <a:lnTo>
                  <a:pt x="149352" y="364236"/>
                </a:lnTo>
                <a:lnTo>
                  <a:pt x="314298" y="364236"/>
                </a:lnTo>
                <a:lnTo>
                  <a:pt x="314324" y="365379"/>
                </a:lnTo>
                <a:lnTo>
                  <a:pt x="315025" y="377952"/>
                </a:lnTo>
                <a:lnTo>
                  <a:pt x="149352" y="377952"/>
                </a:lnTo>
                <a:lnTo>
                  <a:pt x="149352" y="409956"/>
                </a:lnTo>
                <a:lnTo>
                  <a:pt x="112776" y="423671"/>
                </a:lnTo>
                <a:close/>
              </a:path>
              <a:path w="448310" h="548639">
                <a:moveTo>
                  <a:pt x="314298" y="364236"/>
                </a:moveTo>
                <a:lnTo>
                  <a:pt x="280416" y="364236"/>
                </a:lnTo>
                <a:lnTo>
                  <a:pt x="280416" y="222504"/>
                </a:lnTo>
                <a:lnTo>
                  <a:pt x="319347" y="222504"/>
                </a:lnTo>
                <a:lnTo>
                  <a:pt x="313943" y="227076"/>
                </a:lnTo>
                <a:lnTo>
                  <a:pt x="313991" y="350853"/>
                </a:lnTo>
                <a:lnTo>
                  <a:pt x="314298" y="364236"/>
                </a:lnTo>
                <a:close/>
              </a:path>
              <a:path w="448310" h="548639">
                <a:moveTo>
                  <a:pt x="280416" y="414528"/>
                </a:moveTo>
                <a:lnTo>
                  <a:pt x="280416" y="377952"/>
                </a:lnTo>
                <a:lnTo>
                  <a:pt x="315025" y="377952"/>
                </a:lnTo>
                <a:lnTo>
                  <a:pt x="315229" y="381619"/>
                </a:lnTo>
                <a:lnTo>
                  <a:pt x="316991" y="399288"/>
                </a:lnTo>
                <a:lnTo>
                  <a:pt x="280416" y="414528"/>
                </a:lnTo>
                <a:close/>
              </a:path>
              <a:path w="448310" h="548639">
                <a:moveTo>
                  <a:pt x="367284" y="548640"/>
                </a:moveTo>
                <a:lnTo>
                  <a:pt x="362140" y="528613"/>
                </a:lnTo>
                <a:lnTo>
                  <a:pt x="346710" y="511873"/>
                </a:lnTo>
                <a:lnTo>
                  <a:pt x="320992" y="498276"/>
                </a:lnTo>
                <a:lnTo>
                  <a:pt x="284988" y="487680"/>
                </a:lnTo>
                <a:lnTo>
                  <a:pt x="284988" y="478536"/>
                </a:lnTo>
                <a:lnTo>
                  <a:pt x="364236" y="486156"/>
                </a:lnTo>
                <a:lnTo>
                  <a:pt x="425464" y="486156"/>
                </a:lnTo>
                <a:lnTo>
                  <a:pt x="423862" y="501705"/>
                </a:lnTo>
                <a:lnTo>
                  <a:pt x="413004" y="523303"/>
                </a:lnTo>
                <a:lnTo>
                  <a:pt x="394144" y="538900"/>
                </a:lnTo>
                <a:lnTo>
                  <a:pt x="367284" y="548640"/>
                </a:lnTo>
                <a:close/>
              </a:path>
            </a:pathLst>
          </a:custGeom>
          <a:solidFill>
            <a:srgbClr val="3333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3377184" y="1289303"/>
            <a:ext cx="558165" cy="541020"/>
          </a:xfrm>
          <a:custGeom>
            <a:avLst/>
            <a:gdLst/>
            <a:ahLst/>
            <a:cxnLst/>
            <a:rect l="l" t="t" r="r" b="b"/>
            <a:pathLst>
              <a:path w="558164" h="541019">
                <a:moveTo>
                  <a:pt x="298704" y="50292"/>
                </a:moveTo>
                <a:lnTo>
                  <a:pt x="277368" y="28956"/>
                </a:lnTo>
                <a:lnTo>
                  <a:pt x="484632" y="28956"/>
                </a:lnTo>
                <a:lnTo>
                  <a:pt x="513588" y="0"/>
                </a:lnTo>
                <a:lnTo>
                  <a:pt x="551688" y="44196"/>
                </a:lnTo>
                <a:lnTo>
                  <a:pt x="356616" y="44196"/>
                </a:lnTo>
                <a:lnTo>
                  <a:pt x="341137" y="44505"/>
                </a:lnTo>
                <a:lnTo>
                  <a:pt x="326517" y="45529"/>
                </a:lnTo>
                <a:lnTo>
                  <a:pt x="312467" y="47410"/>
                </a:lnTo>
                <a:lnTo>
                  <a:pt x="298704" y="50292"/>
                </a:lnTo>
                <a:close/>
              </a:path>
              <a:path w="558164" h="541019">
                <a:moveTo>
                  <a:pt x="259400" y="27432"/>
                </a:moveTo>
                <a:lnTo>
                  <a:pt x="211836" y="27432"/>
                </a:lnTo>
                <a:lnTo>
                  <a:pt x="228600" y="3048"/>
                </a:lnTo>
                <a:lnTo>
                  <a:pt x="259400" y="27432"/>
                </a:lnTo>
                <a:close/>
              </a:path>
              <a:path w="558164" h="541019">
                <a:moveTo>
                  <a:pt x="71628" y="233172"/>
                </a:moveTo>
                <a:lnTo>
                  <a:pt x="72509" y="205430"/>
                </a:lnTo>
                <a:lnTo>
                  <a:pt x="72961" y="176974"/>
                </a:lnTo>
                <a:lnTo>
                  <a:pt x="73066" y="77914"/>
                </a:lnTo>
                <a:lnTo>
                  <a:pt x="72964" y="60698"/>
                </a:lnTo>
                <a:lnTo>
                  <a:pt x="72509" y="33337"/>
                </a:lnTo>
                <a:lnTo>
                  <a:pt x="71628" y="7620"/>
                </a:lnTo>
                <a:lnTo>
                  <a:pt x="105156" y="27432"/>
                </a:lnTo>
                <a:lnTo>
                  <a:pt x="259400" y="27432"/>
                </a:lnTo>
                <a:lnTo>
                  <a:pt x="265175" y="32004"/>
                </a:lnTo>
                <a:lnTo>
                  <a:pt x="254000" y="41148"/>
                </a:lnTo>
                <a:lnTo>
                  <a:pt x="105156" y="41148"/>
                </a:lnTo>
                <a:lnTo>
                  <a:pt x="105156" y="111252"/>
                </a:lnTo>
                <a:lnTo>
                  <a:pt x="248564" y="111252"/>
                </a:lnTo>
                <a:lnTo>
                  <a:pt x="248666" y="124968"/>
                </a:lnTo>
                <a:lnTo>
                  <a:pt x="105156" y="124968"/>
                </a:lnTo>
                <a:lnTo>
                  <a:pt x="105156" y="192024"/>
                </a:lnTo>
                <a:lnTo>
                  <a:pt x="250360" y="192024"/>
                </a:lnTo>
                <a:lnTo>
                  <a:pt x="251121" y="205740"/>
                </a:lnTo>
                <a:lnTo>
                  <a:pt x="105156" y="205740"/>
                </a:lnTo>
                <a:lnTo>
                  <a:pt x="105156" y="220979"/>
                </a:lnTo>
                <a:lnTo>
                  <a:pt x="71628" y="233172"/>
                </a:lnTo>
                <a:close/>
              </a:path>
              <a:path w="558164" h="541019">
                <a:moveTo>
                  <a:pt x="248564" y="111252"/>
                </a:moveTo>
                <a:lnTo>
                  <a:pt x="217932" y="111252"/>
                </a:lnTo>
                <a:lnTo>
                  <a:pt x="217932" y="41148"/>
                </a:lnTo>
                <a:lnTo>
                  <a:pt x="254000" y="41148"/>
                </a:lnTo>
                <a:lnTo>
                  <a:pt x="248412" y="45720"/>
                </a:lnTo>
                <a:lnTo>
                  <a:pt x="248459" y="97178"/>
                </a:lnTo>
                <a:lnTo>
                  <a:pt x="248564" y="111252"/>
                </a:lnTo>
                <a:close/>
              </a:path>
              <a:path w="558164" h="541019">
                <a:moveTo>
                  <a:pt x="384048" y="112776"/>
                </a:moveTo>
                <a:lnTo>
                  <a:pt x="373380" y="112776"/>
                </a:lnTo>
                <a:lnTo>
                  <a:pt x="377404" y="95416"/>
                </a:lnTo>
                <a:lnTo>
                  <a:pt x="380428" y="77914"/>
                </a:lnTo>
                <a:lnTo>
                  <a:pt x="382595" y="60698"/>
                </a:lnTo>
                <a:lnTo>
                  <a:pt x="384048" y="44196"/>
                </a:lnTo>
                <a:lnTo>
                  <a:pt x="425195" y="44196"/>
                </a:lnTo>
                <a:lnTo>
                  <a:pt x="419195" y="53625"/>
                </a:lnTo>
                <a:lnTo>
                  <a:pt x="410337" y="68199"/>
                </a:lnTo>
                <a:lnTo>
                  <a:pt x="398621" y="87915"/>
                </a:lnTo>
                <a:lnTo>
                  <a:pt x="384048" y="112776"/>
                </a:lnTo>
                <a:close/>
              </a:path>
              <a:path w="558164" h="541019">
                <a:moveTo>
                  <a:pt x="522373" y="112776"/>
                </a:moveTo>
                <a:lnTo>
                  <a:pt x="475488" y="112776"/>
                </a:lnTo>
                <a:lnTo>
                  <a:pt x="492252" y="91440"/>
                </a:lnTo>
                <a:lnTo>
                  <a:pt x="522373" y="112776"/>
                </a:lnTo>
                <a:close/>
              </a:path>
              <a:path w="558164" h="541019">
                <a:moveTo>
                  <a:pt x="307848" y="345948"/>
                </a:moveTo>
                <a:lnTo>
                  <a:pt x="309943" y="289941"/>
                </a:lnTo>
                <a:lnTo>
                  <a:pt x="310714" y="246888"/>
                </a:lnTo>
                <a:lnTo>
                  <a:pt x="310817" y="211836"/>
                </a:lnTo>
                <a:lnTo>
                  <a:pt x="310634" y="187071"/>
                </a:lnTo>
                <a:lnTo>
                  <a:pt x="309943" y="153924"/>
                </a:lnTo>
                <a:lnTo>
                  <a:pt x="308967" y="123063"/>
                </a:lnTo>
                <a:lnTo>
                  <a:pt x="307848" y="94488"/>
                </a:lnTo>
                <a:lnTo>
                  <a:pt x="341376" y="112776"/>
                </a:lnTo>
                <a:lnTo>
                  <a:pt x="522373" y="112776"/>
                </a:lnTo>
                <a:lnTo>
                  <a:pt x="528828" y="117348"/>
                </a:lnTo>
                <a:lnTo>
                  <a:pt x="517093" y="128016"/>
                </a:lnTo>
                <a:lnTo>
                  <a:pt x="341376" y="128016"/>
                </a:lnTo>
                <a:lnTo>
                  <a:pt x="341376" y="326136"/>
                </a:lnTo>
                <a:lnTo>
                  <a:pt x="307848" y="345948"/>
                </a:lnTo>
                <a:close/>
              </a:path>
              <a:path w="558164" h="541019">
                <a:moveTo>
                  <a:pt x="250360" y="192024"/>
                </a:moveTo>
                <a:lnTo>
                  <a:pt x="217932" y="192024"/>
                </a:lnTo>
                <a:lnTo>
                  <a:pt x="217932" y="124968"/>
                </a:lnTo>
                <a:lnTo>
                  <a:pt x="248666" y="124968"/>
                </a:lnTo>
                <a:lnTo>
                  <a:pt x="248793" y="141922"/>
                </a:lnTo>
                <a:lnTo>
                  <a:pt x="249697" y="180093"/>
                </a:lnTo>
                <a:lnTo>
                  <a:pt x="250360" y="192024"/>
                </a:lnTo>
                <a:close/>
              </a:path>
              <a:path w="558164" h="541019">
                <a:moveTo>
                  <a:pt x="480060" y="338328"/>
                </a:moveTo>
                <a:lnTo>
                  <a:pt x="480060" y="128016"/>
                </a:lnTo>
                <a:lnTo>
                  <a:pt x="517093" y="128016"/>
                </a:lnTo>
                <a:lnTo>
                  <a:pt x="512064" y="132588"/>
                </a:lnTo>
                <a:lnTo>
                  <a:pt x="512119" y="261651"/>
                </a:lnTo>
                <a:lnTo>
                  <a:pt x="512236" y="273343"/>
                </a:lnTo>
                <a:lnTo>
                  <a:pt x="512706" y="296179"/>
                </a:lnTo>
                <a:lnTo>
                  <a:pt x="513588" y="321564"/>
                </a:lnTo>
                <a:lnTo>
                  <a:pt x="480060" y="338328"/>
                </a:lnTo>
                <a:close/>
              </a:path>
              <a:path w="558164" h="541019">
                <a:moveTo>
                  <a:pt x="262128" y="477011"/>
                </a:moveTo>
                <a:lnTo>
                  <a:pt x="257556" y="469392"/>
                </a:lnTo>
                <a:lnTo>
                  <a:pt x="291036" y="449937"/>
                </a:lnTo>
                <a:lnTo>
                  <a:pt x="318516" y="430339"/>
                </a:lnTo>
                <a:lnTo>
                  <a:pt x="356616" y="390144"/>
                </a:lnTo>
                <a:lnTo>
                  <a:pt x="378333" y="345757"/>
                </a:lnTo>
                <a:lnTo>
                  <a:pt x="388595" y="291274"/>
                </a:lnTo>
                <a:lnTo>
                  <a:pt x="390455" y="233172"/>
                </a:lnTo>
                <a:lnTo>
                  <a:pt x="390662" y="192024"/>
                </a:lnTo>
                <a:lnTo>
                  <a:pt x="390144" y="163068"/>
                </a:lnTo>
                <a:lnTo>
                  <a:pt x="441960" y="188976"/>
                </a:lnTo>
                <a:lnTo>
                  <a:pt x="423672" y="205740"/>
                </a:lnTo>
                <a:lnTo>
                  <a:pt x="422838" y="252293"/>
                </a:lnTo>
                <a:lnTo>
                  <a:pt x="420433" y="291274"/>
                </a:lnTo>
                <a:lnTo>
                  <a:pt x="411480" y="345948"/>
                </a:lnTo>
                <a:lnTo>
                  <a:pt x="393573" y="384238"/>
                </a:lnTo>
                <a:lnTo>
                  <a:pt x="364236" y="419100"/>
                </a:lnTo>
                <a:lnTo>
                  <a:pt x="321754" y="450342"/>
                </a:lnTo>
                <a:lnTo>
                  <a:pt x="294155" y="464105"/>
                </a:lnTo>
                <a:lnTo>
                  <a:pt x="262128" y="477011"/>
                </a:lnTo>
                <a:close/>
              </a:path>
              <a:path w="558164" h="541019">
                <a:moveTo>
                  <a:pt x="217932" y="228600"/>
                </a:moveTo>
                <a:lnTo>
                  <a:pt x="217932" y="205740"/>
                </a:lnTo>
                <a:lnTo>
                  <a:pt x="251121" y="205740"/>
                </a:lnTo>
                <a:lnTo>
                  <a:pt x="251460" y="211836"/>
                </a:lnTo>
                <a:lnTo>
                  <a:pt x="217932" y="228600"/>
                </a:lnTo>
                <a:close/>
              </a:path>
              <a:path w="558164" h="541019">
                <a:moveTo>
                  <a:pt x="39624" y="280416"/>
                </a:moveTo>
                <a:lnTo>
                  <a:pt x="18288" y="259079"/>
                </a:lnTo>
                <a:lnTo>
                  <a:pt x="228600" y="259079"/>
                </a:lnTo>
                <a:lnTo>
                  <a:pt x="257556" y="230124"/>
                </a:lnTo>
                <a:lnTo>
                  <a:pt x="295656" y="272796"/>
                </a:lnTo>
                <a:lnTo>
                  <a:pt x="97536" y="272796"/>
                </a:lnTo>
                <a:lnTo>
                  <a:pt x="82700" y="273343"/>
                </a:lnTo>
                <a:lnTo>
                  <a:pt x="68008" y="274891"/>
                </a:lnTo>
                <a:lnTo>
                  <a:pt x="53601" y="277296"/>
                </a:lnTo>
                <a:lnTo>
                  <a:pt x="39624" y="280416"/>
                </a:lnTo>
                <a:close/>
              </a:path>
              <a:path w="558164" h="541019">
                <a:moveTo>
                  <a:pt x="178308" y="455676"/>
                </a:moveTo>
                <a:lnTo>
                  <a:pt x="147828" y="455676"/>
                </a:lnTo>
                <a:lnTo>
                  <a:pt x="147828" y="272796"/>
                </a:lnTo>
                <a:lnTo>
                  <a:pt x="178308" y="272796"/>
                </a:lnTo>
                <a:lnTo>
                  <a:pt x="178308" y="356616"/>
                </a:lnTo>
                <a:lnTo>
                  <a:pt x="273529" y="356616"/>
                </a:lnTo>
                <a:lnTo>
                  <a:pt x="286512" y="371856"/>
                </a:lnTo>
                <a:lnTo>
                  <a:pt x="178308" y="371856"/>
                </a:lnTo>
                <a:lnTo>
                  <a:pt x="178308" y="455676"/>
                </a:lnTo>
                <a:close/>
              </a:path>
              <a:path w="558164" h="541019">
                <a:moveTo>
                  <a:pt x="6096" y="541020"/>
                </a:moveTo>
                <a:lnTo>
                  <a:pt x="0" y="536448"/>
                </a:lnTo>
                <a:lnTo>
                  <a:pt x="13120" y="510159"/>
                </a:lnTo>
                <a:lnTo>
                  <a:pt x="24955" y="481584"/>
                </a:lnTo>
                <a:lnTo>
                  <a:pt x="44196" y="417576"/>
                </a:lnTo>
                <a:lnTo>
                  <a:pt x="56197" y="353949"/>
                </a:lnTo>
                <a:lnTo>
                  <a:pt x="62484" y="297179"/>
                </a:lnTo>
                <a:lnTo>
                  <a:pt x="109728" y="321564"/>
                </a:lnTo>
                <a:lnTo>
                  <a:pt x="100917" y="328707"/>
                </a:lnTo>
                <a:lnTo>
                  <a:pt x="92964" y="343281"/>
                </a:lnTo>
                <a:lnTo>
                  <a:pt x="86153" y="365283"/>
                </a:lnTo>
                <a:lnTo>
                  <a:pt x="80772" y="394716"/>
                </a:lnTo>
                <a:lnTo>
                  <a:pt x="93934" y="409956"/>
                </a:lnTo>
                <a:lnTo>
                  <a:pt x="76200" y="409956"/>
                </a:lnTo>
                <a:lnTo>
                  <a:pt x="60677" y="450723"/>
                </a:lnTo>
                <a:lnTo>
                  <a:pt x="44005" y="485775"/>
                </a:lnTo>
                <a:lnTo>
                  <a:pt x="25836" y="515826"/>
                </a:lnTo>
                <a:lnTo>
                  <a:pt x="6096" y="541020"/>
                </a:lnTo>
                <a:close/>
              </a:path>
              <a:path w="558164" h="541019">
                <a:moveTo>
                  <a:pt x="273529" y="356616"/>
                </a:moveTo>
                <a:lnTo>
                  <a:pt x="224028" y="356616"/>
                </a:lnTo>
                <a:lnTo>
                  <a:pt x="251460" y="330708"/>
                </a:lnTo>
                <a:lnTo>
                  <a:pt x="273529" y="356616"/>
                </a:lnTo>
                <a:close/>
              </a:path>
              <a:path w="558164" h="541019">
                <a:moveTo>
                  <a:pt x="522732" y="460248"/>
                </a:moveTo>
                <a:lnTo>
                  <a:pt x="518160" y="460248"/>
                </a:lnTo>
                <a:lnTo>
                  <a:pt x="515540" y="458795"/>
                </a:lnTo>
                <a:lnTo>
                  <a:pt x="512064" y="454342"/>
                </a:lnTo>
                <a:lnTo>
                  <a:pt x="507444" y="446746"/>
                </a:lnTo>
                <a:lnTo>
                  <a:pt x="501395" y="435864"/>
                </a:lnTo>
                <a:lnTo>
                  <a:pt x="489370" y="418457"/>
                </a:lnTo>
                <a:lnTo>
                  <a:pt x="471487" y="398335"/>
                </a:lnTo>
                <a:lnTo>
                  <a:pt x="447603" y="375642"/>
                </a:lnTo>
                <a:lnTo>
                  <a:pt x="417576" y="350520"/>
                </a:lnTo>
                <a:lnTo>
                  <a:pt x="423672" y="342900"/>
                </a:lnTo>
                <a:lnTo>
                  <a:pt x="464462" y="362664"/>
                </a:lnTo>
                <a:lnTo>
                  <a:pt x="515183" y="391334"/>
                </a:lnTo>
                <a:lnTo>
                  <a:pt x="533400" y="417576"/>
                </a:lnTo>
                <a:lnTo>
                  <a:pt x="533285" y="430339"/>
                </a:lnTo>
                <a:lnTo>
                  <a:pt x="531876" y="437387"/>
                </a:lnTo>
                <a:lnTo>
                  <a:pt x="525780" y="455676"/>
                </a:lnTo>
                <a:lnTo>
                  <a:pt x="522732" y="460248"/>
                </a:lnTo>
                <a:close/>
              </a:path>
              <a:path w="558164" h="541019">
                <a:moveTo>
                  <a:pt x="436351" y="524621"/>
                </a:moveTo>
                <a:lnTo>
                  <a:pt x="371977" y="523890"/>
                </a:lnTo>
                <a:lnTo>
                  <a:pt x="318942" y="522061"/>
                </a:lnTo>
                <a:lnTo>
                  <a:pt x="277246" y="519135"/>
                </a:lnTo>
                <a:lnTo>
                  <a:pt x="218384" y="508825"/>
                </a:lnTo>
                <a:lnTo>
                  <a:pt x="169949" y="492823"/>
                </a:lnTo>
                <a:lnTo>
                  <a:pt x="132564" y="470820"/>
                </a:lnTo>
                <a:lnTo>
                  <a:pt x="95369" y="434244"/>
                </a:lnTo>
                <a:lnTo>
                  <a:pt x="76200" y="409956"/>
                </a:lnTo>
                <a:lnTo>
                  <a:pt x="93934" y="409956"/>
                </a:lnTo>
                <a:lnTo>
                  <a:pt x="95107" y="411313"/>
                </a:lnTo>
                <a:lnTo>
                  <a:pt x="110871" y="426910"/>
                </a:lnTo>
                <a:lnTo>
                  <a:pt x="128349" y="441650"/>
                </a:lnTo>
                <a:lnTo>
                  <a:pt x="147828" y="455676"/>
                </a:lnTo>
                <a:lnTo>
                  <a:pt x="178308" y="455676"/>
                </a:lnTo>
                <a:lnTo>
                  <a:pt x="178308" y="464820"/>
                </a:lnTo>
                <a:lnTo>
                  <a:pt x="206597" y="473964"/>
                </a:lnTo>
                <a:lnTo>
                  <a:pt x="243459" y="480822"/>
                </a:lnTo>
                <a:lnTo>
                  <a:pt x="288893" y="485394"/>
                </a:lnTo>
                <a:lnTo>
                  <a:pt x="342900" y="487680"/>
                </a:lnTo>
                <a:lnTo>
                  <a:pt x="554208" y="487680"/>
                </a:lnTo>
                <a:lnTo>
                  <a:pt x="537781" y="494680"/>
                </a:lnTo>
                <a:lnTo>
                  <a:pt x="523494" y="504063"/>
                </a:lnTo>
                <a:lnTo>
                  <a:pt x="514921" y="514016"/>
                </a:lnTo>
                <a:lnTo>
                  <a:pt x="512064" y="524256"/>
                </a:lnTo>
                <a:lnTo>
                  <a:pt x="436351" y="524621"/>
                </a:lnTo>
                <a:close/>
              </a:path>
              <a:path w="558164" h="541019">
                <a:moveTo>
                  <a:pt x="554208" y="487680"/>
                </a:moveTo>
                <a:lnTo>
                  <a:pt x="342900" y="487680"/>
                </a:lnTo>
                <a:lnTo>
                  <a:pt x="400050" y="487084"/>
                </a:lnTo>
                <a:lnTo>
                  <a:pt x="454914" y="485203"/>
                </a:lnTo>
                <a:lnTo>
                  <a:pt x="507492" y="481893"/>
                </a:lnTo>
                <a:lnTo>
                  <a:pt x="557784" y="477011"/>
                </a:lnTo>
                <a:lnTo>
                  <a:pt x="557784" y="486156"/>
                </a:lnTo>
                <a:lnTo>
                  <a:pt x="554208" y="487680"/>
                </a:lnTo>
                <a:close/>
              </a:path>
            </a:pathLst>
          </a:custGeom>
          <a:solidFill>
            <a:srgbClr val="3333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1751075" y="2499360"/>
            <a:ext cx="155575" cy="155575"/>
          </a:xfrm>
          <a:custGeom>
            <a:avLst/>
            <a:gdLst/>
            <a:ahLst/>
            <a:cxnLst/>
            <a:rect l="l" t="t" r="r" b="b"/>
            <a:pathLst>
              <a:path w="155575" h="155575">
                <a:moveTo>
                  <a:pt x="155448" y="155448"/>
                </a:moveTo>
                <a:lnTo>
                  <a:pt x="0" y="155448"/>
                </a:lnTo>
                <a:lnTo>
                  <a:pt x="0" y="0"/>
                </a:lnTo>
                <a:lnTo>
                  <a:pt x="155448" y="0"/>
                </a:lnTo>
                <a:lnTo>
                  <a:pt x="155448" y="155448"/>
                </a:lnTo>
                <a:close/>
              </a:path>
            </a:pathLst>
          </a:custGeom>
          <a:solidFill>
            <a:srgbClr val="3333C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2125980" y="2313432"/>
            <a:ext cx="401320" cy="405765"/>
          </a:xfrm>
          <a:custGeom>
            <a:avLst/>
            <a:gdLst/>
            <a:ahLst/>
            <a:cxnLst/>
            <a:rect l="l" t="t" r="r" b="b"/>
            <a:pathLst>
              <a:path w="401319" h="405764">
                <a:moveTo>
                  <a:pt x="173736" y="118872"/>
                </a:moveTo>
                <a:lnTo>
                  <a:pt x="167639" y="115824"/>
                </a:lnTo>
                <a:lnTo>
                  <a:pt x="177665" y="103822"/>
                </a:lnTo>
                <a:lnTo>
                  <a:pt x="187261" y="90678"/>
                </a:lnTo>
                <a:lnTo>
                  <a:pt x="215193" y="45005"/>
                </a:lnTo>
                <a:lnTo>
                  <a:pt x="234696" y="0"/>
                </a:lnTo>
                <a:lnTo>
                  <a:pt x="266700" y="21336"/>
                </a:lnTo>
                <a:lnTo>
                  <a:pt x="258651" y="25074"/>
                </a:lnTo>
                <a:lnTo>
                  <a:pt x="250317" y="31813"/>
                </a:lnTo>
                <a:lnTo>
                  <a:pt x="241411" y="41695"/>
                </a:lnTo>
                <a:lnTo>
                  <a:pt x="231648" y="54864"/>
                </a:lnTo>
                <a:lnTo>
                  <a:pt x="334831" y="54864"/>
                </a:lnTo>
                <a:lnTo>
                  <a:pt x="342900" y="62484"/>
                </a:lnTo>
                <a:lnTo>
                  <a:pt x="336928" y="65532"/>
                </a:lnTo>
                <a:lnTo>
                  <a:pt x="227075" y="65532"/>
                </a:lnTo>
                <a:lnTo>
                  <a:pt x="214241" y="80081"/>
                </a:lnTo>
                <a:lnTo>
                  <a:pt x="200977" y="93916"/>
                </a:lnTo>
                <a:lnTo>
                  <a:pt x="187428" y="106894"/>
                </a:lnTo>
                <a:lnTo>
                  <a:pt x="173736" y="118872"/>
                </a:lnTo>
                <a:close/>
              </a:path>
              <a:path w="401319" h="405764">
                <a:moveTo>
                  <a:pt x="12192" y="59436"/>
                </a:moveTo>
                <a:lnTo>
                  <a:pt x="9144" y="53340"/>
                </a:lnTo>
                <a:lnTo>
                  <a:pt x="27193" y="49625"/>
                </a:lnTo>
                <a:lnTo>
                  <a:pt x="44958" y="45339"/>
                </a:lnTo>
                <a:lnTo>
                  <a:pt x="98202" y="29694"/>
                </a:lnTo>
                <a:lnTo>
                  <a:pt x="140208" y="7620"/>
                </a:lnTo>
                <a:lnTo>
                  <a:pt x="166116" y="35052"/>
                </a:lnTo>
                <a:lnTo>
                  <a:pt x="154686" y="36504"/>
                </a:lnTo>
                <a:lnTo>
                  <a:pt x="140970" y="38671"/>
                </a:lnTo>
                <a:lnTo>
                  <a:pt x="124968" y="41695"/>
                </a:lnTo>
                <a:lnTo>
                  <a:pt x="106680" y="45720"/>
                </a:lnTo>
                <a:lnTo>
                  <a:pt x="106680" y="48768"/>
                </a:lnTo>
                <a:lnTo>
                  <a:pt x="83820" y="48768"/>
                </a:lnTo>
                <a:lnTo>
                  <a:pt x="65555" y="51935"/>
                </a:lnTo>
                <a:lnTo>
                  <a:pt x="47434" y="54673"/>
                </a:lnTo>
                <a:lnTo>
                  <a:pt x="12192" y="59436"/>
                </a:lnTo>
                <a:close/>
              </a:path>
              <a:path w="401319" h="405764">
                <a:moveTo>
                  <a:pt x="334831" y="54864"/>
                </a:moveTo>
                <a:lnTo>
                  <a:pt x="300227" y="54864"/>
                </a:lnTo>
                <a:lnTo>
                  <a:pt x="315468" y="36576"/>
                </a:lnTo>
                <a:lnTo>
                  <a:pt x="334831" y="54864"/>
                </a:lnTo>
                <a:close/>
              </a:path>
              <a:path w="401319" h="405764">
                <a:moveTo>
                  <a:pt x="106680" y="128016"/>
                </a:moveTo>
                <a:lnTo>
                  <a:pt x="83820" y="128016"/>
                </a:lnTo>
                <a:lnTo>
                  <a:pt x="83820" y="48768"/>
                </a:lnTo>
                <a:lnTo>
                  <a:pt x="106680" y="48768"/>
                </a:lnTo>
                <a:lnTo>
                  <a:pt x="106680" y="128016"/>
                </a:lnTo>
                <a:close/>
              </a:path>
              <a:path w="401319" h="405764">
                <a:moveTo>
                  <a:pt x="278892" y="124968"/>
                </a:moveTo>
                <a:lnTo>
                  <a:pt x="268224" y="124968"/>
                </a:lnTo>
                <a:lnTo>
                  <a:pt x="301751" y="65532"/>
                </a:lnTo>
                <a:lnTo>
                  <a:pt x="336928" y="65532"/>
                </a:lnTo>
                <a:lnTo>
                  <a:pt x="336042" y="65984"/>
                </a:lnTo>
                <a:lnTo>
                  <a:pt x="329184" y="69913"/>
                </a:lnTo>
                <a:lnTo>
                  <a:pt x="300609" y="97726"/>
                </a:lnTo>
                <a:lnTo>
                  <a:pt x="290607" y="110132"/>
                </a:lnTo>
                <a:lnTo>
                  <a:pt x="278892" y="124968"/>
                </a:lnTo>
                <a:close/>
              </a:path>
              <a:path w="401319" h="405764">
                <a:moveTo>
                  <a:pt x="18288" y="143256"/>
                </a:moveTo>
                <a:lnTo>
                  <a:pt x="3048" y="128016"/>
                </a:lnTo>
                <a:lnTo>
                  <a:pt x="120396" y="128016"/>
                </a:lnTo>
                <a:lnTo>
                  <a:pt x="141732" y="106680"/>
                </a:lnTo>
                <a:lnTo>
                  <a:pt x="172212" y="137160"/>
                </a:lnTo>
                <a:lnTo>
                  <a:pt x="59436" y="137160"/>
                </a:lnTo>
                <a:lnTo>
                  <a:pt x="48934" y="137683"/>
                </a:lnTo>
                <a:lnTo>
                  <a:pt x="38290" y="139065"/>
                </a:lnTo>
                <a:lnTo>
                  <a:pt x="27932" y="141017"/>
                </a:lnTo>
                <a:lnTo>
                  <a:pt x="18288" y="143256"/>
                </a:lnTo>
                <a:close/>
              </a:path>
              <a:path w="401319" h="405764">
                <a:moveTo>
                  <a:pt x="188975" y="141732"/>
                </a:moveTo>
                <a:lnTo>
                  <a:pt x="173736" y="124968"/>
                </a:lnTo>
                <a:lnTo>
                  <a:pt x="342900" y="124968"/>
                </a:lnTo>
                <a:lnTo>
                  <a:pt x="355092" y="108204"/>
                </a:lnTo>
                <a:lnTo>
                  <a:pt x="384048" y="129540"/>
                </a:lnTo>
                <a:lnTo>
                  <a:pt x="377190" y="135636"/>
                </a:lnTo>
                <a:lnTo>
                  <a:pt x="230124" y="135636"/>
                </a:lnTo>
                <a:lnTo>
                  <a:pt x="218979" y="135945"/>
                </a:lnTo>
                <a:lnTo>
                  <a:pt x="208407" y="136969"/>
                </a:lnTo>
                <a:lnTo>
                  <a:pt x="198405" y="138850"/>
                </a:lnTo>
                <a:lnTo>
                  <a:pt x="188975" y="141732"/>
                </a:lnTo>
                <a:close/>
              </a:path>
              <a:path w="401319" h="405764">
                <a:moveTo>
                  <a:pt x="205739" y="193548"/>
                </a:moveTo>
                <a:lnTo>
                  <a:pt x="190500" y="178308"/>
                </a:lnTo>
                <a:lnTo>
                  <a:pt x="347472" y="178308"/>
                </a:lnTo>
                <a:lnTo>
                  <a:pt x="347472" y="135636"/>
                </a:lnTo>
                <a:lnTo>
                  <a:pt x="377190" y="135636"/>
                </a:lnTo>
                <a:lnTo>
                  <a:pt x="370331" y="141732"/>
                </a:lnTo>
                <a:lnTo>
                  <a:pt x="370393" y="188976"/>
                </a:lnTo>
                <a:lnTo>
                  <a:pt x="248412" y="188976"/>
                </a:lnTo>
                <a:lnTo>
                  <a:pt x="237243" y="189261"/>
                </a:lnTo>
                <a:lnTo>
                  <a:pt x="226504" y="190119"/>
                </a:lnTo>
                <a:lnTo>
                  <a:pt x="216050" y="191547"/>
                </a:lnTo>
                <a:lnTo>
                  <a:pt x="205739" y="193548"/>
                </a:lnTo>
                <a:close/>
              </a:path>
              <a:path w="401319" h="405764">
                <a:moveTo>
                  <a:pt x="4572" y="324612"/>
                </a:moveTo>
                <a:lnTo>
                  <a:pt x="0" y="320040"/>
                </a:lnTo>
                <a:lnTo>
                  <a:pt x="15382" y="296941"/>
                </a:lnTo>
                <a:lnTo>
                  <a:pt x="29337" y="273558"/>
                </a:lnTo>
                <a:lnTo>
                  <a:pt x="51816" y="227076"/>
                </a:lnTo>
                <a:lnTo>
                  <a:pt x="69913" y="180975"/>
                </a:lnTo>
                <a:lnTo>
                  <a:pt x="82296" y="137160"/>
                </a:lnTo>
                <a:lnTo>
                  <a:pt x="106680" y="137160"/>
                </a:lnTo>
                <a:lnTo>
                  <a:pt x="106680" y="172212"/>
                </a:lnTo>
                <a:lnTo>
                  <a:pt x="117776" y="177950"/>
                </a:lnTo>
                <a:lnTo>
                  <a:pt x="126357" y="182880"/>
                </a:lnTo>
                <a:lnTo>
                  <a:pt x="106680" y="182880"/>
                </a:lnTo>
                <a:lnTo>
                  <a:pt x="106750" y="205740"/>
                </a:lnTo>
                <a:lnTo>
                  <a:pt x="83820" y="205740"/>
                </a:lnTo>
                <a:lnTo>
                  <a:pt x="68437" y="238672"/>
                </a:lnTo>
                <a:lnTo>
                  <a:pt x="49911" y="269176"/>
                </a:lnTo>
                <a:lnTo>
                  <a:pt x="28527" y="297680"/>
                </a:lnTo>
                <a:lnTo>
                  <a:pt x="4572" y="324612"/>
                </a:lnTo>
                <a:close/>
              </a:path>
              <a:path w="401319" h="405764">
                <a:moveTo>
                  <a:pt x="150876" y="248412"/>
                </a:moveTo>
                <a:lnTo>
                  <a:pt x="144780" y="248412"/>
                </a:lnTo>
                <a:lnTo>
                  <a:pt x="141732" y="243840"/>
                </a:lnTo>
                <a:lnTo>
                  <a:pt x="137160" y="231647"/>
                </a:lnTo>
                <a:lnTo>
                  <a:pt x="131111" y="218241"/>
                </a:lnTo>
                <a:lnTo>
                  <a:pt x="124206" y="205549"/>
                </a:lnTo>
                <a:lnTo>
                  <a:pt x="116157" y="193714"/>
                </a:lnTo>
                <a:lnTo>
                  <a:pt x="106680" y="182880"/>
                </a:lnTo>
                <a:lnTo>
                  <a:pt x="126357" y="182880"/>
                </a:lnTo>
                <a:lnTo>
                  <a:pt x="128016" y="183832"/>
                </a:lnTo>
                <a:lnTo>
                  <a:pt x="137112" y="189999"/>
                </a:lnTo>
                <a:lnTo>
                  <a:pt x="144780" y="196596"/>
                </a:lnTo>
                <a:lnTo>
                  <a:pt x="151899" y="202549"/>
                </a:lnTo>
                <a:lnTo>
                  <a:pt x="157162" y="208788"/>
                </a:lnTo>
                <a:lnTo>
                  <a:pt x="160424" y="215026"/>
                </a:lnTo>
                <a:lnTo>
                  <a:pt x="161544" y="220980"/>
                </a:lnTo>
                <a:lnTo>
                  <a:pt x="161544" y="227076"/>
                </a:lnTo>
                <a:lnTo>
                  <a:pt x="160020" y="233171"/>
                </a:lnTo>
                <a:lnTo>
                  <a:pt x="153924" y="245364"/>
                </a:lnTo>
                <a:lnTo>
                  <a:pt x="150876" y="248412"/>
                </a:lnTo>
                <a:close/>
              </a:path>
              <a:path w="401319" h="405764">
                <a:moveTo>
                  <a:pt x="188975" y="243840"/>
                </a:moveTo>
                <a:lnTo>
                  <a:pt x="173736" y="228600"/>
                </a:lnTo>
                <a:lnTo>
                  <a:pt x="347472" y="228600"/>
                </a:lnTo>
                <a:lnTo>
                  <a:pt x="347472" y="188976"/>
                </a:lnTo>
                <a:lnTo>
                  <a:pt x="370393" y="188976"/>
                </a:lnTo>
                <a:lnTo>
                  <a:pt x="370499" y="208788"/>
                </a:lnTo>
                <a:lnTo>
                  <a:pt x="370621" y="218241"/>
                </a:lnTo>
                <a:lnTo>
                  <a:pt x="370974" y="236243"/>
                </a:lnTo>
                <a:lnTo>
                  <a:pt x="371150" y="239268"/>
                </a:lnTo>
                <a:lnTo>
                  <a:pt x="230124" y="239268"/>
                </a:lnTo>
                <a:lnTo>
                  <a:pt x="218979" y="239553"/>
                </a:lnTo>
                <a:lnTo>
                  <a:pt x="208407" y="240411"/>
                </a:lnTo>
                <a:lnTo>
                  <a:pt x="198405" y="241839"/>
                </a:lnTo>
                <a:lnTo>
                  <a:pt x="188975" y="243840"/>
                </a:lnTo>
                <a:close/>
              </a:path>
              <a:path w="401319" h="405764">
                <a:moveTo>
                  <a:pt x="82296" y="405384"/>
                </a:moveTo>
                <a:lnTo>
                  <a:pt x="83177" y="369689"/>
                </a:lnTo>
                <a:lnTo>
                  <a:pt x="83583" y="328993"/>
                </a:lnTo>
                <a:lnTo>
                  <a:pt x="83693" y="303276"/>
                </a:lnTo>
                <a:lnTo>
                  <a:pt x="83820" y="205740"/>
                </a:lnTo>
                <a:lnTo>
                  <a:pt x="106750" y="205740"/>
                </a:lnTo>
                <a:lnTo>
                  <a:pt x="106872" y="245364"/>
                </a:lnTo>
                <a:lnTo>
                  <a:pt x="106994" y="269176"/>
                </a:lnTo>
                <a:lnTo>
                  <a:pt x="107442" y="320992"/>
                </a:lnTo>
                <a:lnTo>
                  <a:pt x="108008" y="369689"/>
                </a:lnTo>
                <a:lnTo>
                  <a:pt x="108204" y="391668"/>
                </a:lnTo>
                <a:lnTo>
                  <a:pt x="82296" y="405384"/>
                </a:lnTo>
                <a:close/>
              </a:path>
              <a:path w="401319" h="405764">
                <a:moveTo>
                  <a:pt x="347472" y="260604"/>
                </a:moveTo>
                <a:lnTo>
                  <a:pt x="347472" y="239268"/>
                </a:lnTo>
                <a:lnTo>
                  <a:pt x="371150" y="239268"/>
                </a:lnTo>
                <a:lnTo>
                  <a:pt x="371856" y="251459"/>
                </a:lnTo>
                <a:lnTo>
                  <a:pt x="347472" y="260604"/>
                </a:lnTo>
                <a:close/>
              </a:path>
              <a:path w="401319" h="405764">
                <a:moveTo>
                  <a:pt x="280416" y="316992"/>
                </a:moveTo>
                <a:lnTo>
                  <a:pt x="275844" y="316992"/>
                </a:lnTo>
                <a:lnTo>
                  <a:pt x="272796" y="312420"/>
                </a:lnTo>
                <a:lnTo>
                  <a:pt x="271272" y="303276"/>
                </a:lnTo>
                <a:lnTo>
                  <a:pt x="266747" y="292417"/>
                </a:lnTo>
                <a:lnTo>
                  <a:pt x="260223" y="280416"/>
                </a:lnTo>
                <a:lnTo>
                  <a:pt x="251983" y="267271"/>
                </a:lnTo>
                <a:lnTo>
                  <a:pt x="242316" y="252983"/>
                </a:lnTo>
                <a:lnTo>
                  <a:pt x="246887" y="248412"/>
                </a:lnTo>
                <a:lnTo>
                  <a:pt x="283749" y="274986"/>
                </a:lnTo>
                <a:lnTo>
                  <a:pt x="292608" y="289559"/>
                </a:lnTo>
                <a:lnTo>
                  <a:pt x="292608" y="297180"/>
                </a:lnTo>
                <a:lnTo>
                  <a:pt x="291084" y="301752"/>
                </a:lnTo>
                <a:lnTo>
                  <a:pt x="286512" y="307847"/>
                </a:lnTo>
                <a:lnTo>
                  <a:pt x="283463" y="313944"/>
                </a:lnTo>
                <a:lnTo>
                  <a:pt x="280416" y="316992"/>
                </a:lnTo>
                <a:close/>
              </a:path>
              <a:path w="401319" h="405764">
                <a:moveTo>
                  <a:pt x="312420" y="387096"/>
                </a:moveTo>
                <a:lnTo>
                  <a:pt x="237744" y="387096"/>
                </a:lnTo>
                <a:lnTo>
                  <a:pt x="224623" y="384262"/>
                </a:lnTo>
                <a:lnTo>
                  <a:pt x="215074" y="378142"/>
                </a:lnTo>
                <a:lnTo>
                  <a:pt x="209240" y="368879"/>
                </a:lnTo>
                <a:lnTo>
                  <a:pt x="207263" y="356616"/>
                </a:lnTo>
                <a:lnTo>
                  <a:pt x="207200" y="330708"/>
                </a:lnTo>
                <a:lnTo>
                  <a:pt x="207087" y="317206"/>
                </a:lnTo>
                <a:lnTo>
                  <a:pt x="206621" y="296608"/>
                </a:lnTo>
                <a:lnTo>
                  <a:pt x="205739" y="278892"/>
                </a:lnTo>
                <a:lnTo>
                  <a:pt x="242316" y="294132"/>
                </a:lnTo>
                <a:lnTo>
                  <a:pt x="230124" y="304800"/>
                </a:lnTo>
                <a:lnTo>
                  <a:pt x="230124" y="345948"/>
                </a:lnTo>
                <a:lnTo>
                  <a:pt x="231814" y="355925"/>
                </a:lnTo>
                <a:lnTo>
                  <a:pt x="236791" y="362902"/>
                </a:lnTo>
                <a:lnTo>
                  <a:pt x="244911" y="366736"/>
                </a:lnTo>
                <a:lnTo>
                  <a:pt x="256032" y="367284"/>
                </a:lnTo>
                <a:lnTo>
                  <a:pt x="351883" y="367284"/>
                </a:lnTo>
                <a:lnTo>
                  <a:pt x="347567" y="375094"/>
                </a:lnTo>
                <a:lnTo>
                  <a:pt x="338709" y="382524"/>
                </a:lnTo>
                <a:lnTo>
                  <a:pt x="326993" y="386524"/>
                </a:lnTo>
                <a:lnTo>
                  <a:pt x="312420" y="387096"/>
                </a:lnTo>
                <a:close/>
              </a:path>
              <a:path w="401319" h="405764">
                <a:moveTo>
                  <a:pt x="388620" y="367284"/>
                </a:moveTo>
                <a:lnTo>
                  <a:pt x="385572" y="367284"/>
                </a:lnTo>
                <a:lnTo>
                  <a:pt x="382524" y="364236"/>
                </a:lnTo>
                <a:lnTo>
                  <a:pt x="379476" y="358140"/>
                </a:lnTo>
                <a:lnTo>
                  <a:pt x="377142" y="351282"/>
                </a:lnTo>
                <a:lnTo>
                  <a:pt x="374523" y="344424"/>
                </a:lnTo>
                <a:lnTo>
                  <a:pt x="371332" y="337566"/>
                </a:lnTo>
                <a:lnTo>
                  <a:pt x="367283" y="330708"/>
                </a:lnTo>
                <a:lnTo>
                  <a:pt x="363259" y="323278"/>
                </a:lnTo>
                <a:lnTo>
                  <a:pt x="357949" y="314706"/>
                </a:lnTo>
                <a:lnTo>
                  <a:pt x="351210" y="304990"/>
                </a:lnTo>
                <a:lnTo>
                  <a:pt x="342900" y="294132"/>
                </a:lnTo>
                <a:lnTo>
                  <a:pt x="347472" y="291083"/>
                </a:lnTo>
                <a:lnTo>
                  <a:pt x="385572" y="315468"/>
                </a:lnTo>
                <a:lnTo>
                  <a:pt x="400812" y="341376"/>
                </a:lnTo>
                <a:lnTo>
                  <a:pt x="400812" y="345948"/>
                </a:lnTo>
                <a:lnTo>
                  <a:pt x="399288" y="352044"/>
                </a:lnTo>
                <a:lnTo>
                  <a:pt x="394716" y="358140"/>
                </a:lnTo>
                <a:lnTo>
                  <a:pt x="391668" y="364236"/>
                </a:lnTo>
                <a:lnTo>
                  <a:pt x="388620" y="367284"/>
                </a:lnTo>
                <a:close/>
              </a:path>
              <a:path w="401319" h="405764">
                <a:moveTo>
                  <a:pt x="156972" y="367284"/>
                </a:moveTo>
                <a:lnTo>
                  <a:pt x="140208" y="367284"/>
                </a:lnTo>
                <a:lnTo>
                  <a:pt x="138684" y="365760"/>
                </a:lnTo>
                <a:lnTo>
                  <a:pt x="135636" y="364236"/>
                </a:lnTo>
                <a:lnTo>
                  <a:pt x="135636" y="356616"/>
                </a:lnTo>
                <a:lnTo>
                  <a:pt x="138684" y="352044"/>
                </a:lnTo>
                <a:lnTo>
                  <a:pt x="144780" y="344424"/>
                </a:lnTo>
                <a:lnTo>
                  <a:pt x="151365" y="336113"/>
                </a:lnTo>
                <a:lnTo>
                  <a:pt x="157353" y="324993"/>
                </a:lnTo>
                <a:lnTo>
                  <a:pt x="162782" y="310991"/>
                </a:lnTo>
                <a:lnTo>
                  <a:pt x="167639" y="294132"/>
                </a:lnTo>
                <a:lnTo>
                  <a:pt x="175260" y="294132"/>
                </a:lnTo>
                <a:lnTo>
                  <a:pt x="175839" y="310991"/>
                </a:lnTo>
                <a:lnTo>
                  <a:pt x="175719" y="322302"/>
                </a:lnTo>
                <a:lnTo>
                  <a:pt x="175641" y="327279"/>
                </a:lnTo>
                <a:lnTo>
                  <a:pt x="161544" y="365760"/>
                </a:lnTo>
                <a:lnTo>
                  <a:pt x="156972" y="367284"/>
                </a:lnTo>
                <a:close/>
              </a:path>
              <a:path w="401319" h="405764">
                <a:moveTo>
                  <a:pt x="351883" y="367284"/>
                </a:moveTo>
                <a:lnTo>
                  <a:pt x="304800" y="367284"/>
                </a:lnTo>
                <a:lnTo>
                  <a:pt x="311943" y="364998"/>
                </a:lnTo>
                <a:lnTo>
                  <a:pt x="317373" y="360426"/>
                </a:lnTo>
                <a:lnTo>
                  <a:pt x="327227" y="310991"/>
                </a:lnTo>
                <a:lnTo>
                  <a:pt x="327660" y="306323"/>
                </a:lnTo>
                <a:lnTo>
                  <a:pt x="335280" y="306323"/>
                </a:lnTo>
                <a:lnTo>
                  <a:pt x="335406" y="323278"/>
                </a:lnTo>
                <a:lnTo>
                  <a:pt x="335480" y="327279"/>
                </a:lnTo>
                <a:lnTo>
                  <a:pt x="353568" y="364236"/>
                </a:lnTo>
                <a:lnTo>
                  <a:pt x="351883" y="36728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2578607" y="2311907"/>
            <a:ext cx="388620" cy="405765"/>
          </a:xfrm>
          <a:custGeom>
            <a:avLst/>
            <a:gdLst/>
            <a:ahLst/>
            <a:cxnLst/>
            <a:rect l="l" t="t" r="r" b="b"/>
            <a:pathLst>
              <a:path w="388619" h="405764">
                <a:moveTo>
                  <a:pt x="199644" y="71627"/>
                </a:moveTo>
                <a:lnTo>
                  <a:pt x="193548" y="71627"/>
                </a:lnTo>
                <a:lnTo>
                  <a:pt x="190500" y="67055"/>
                </a:lnTo>
                <a:lnTo>
                  <a:pt x="190500" y="56387"/>
                </a:lnTo>
                <a:lnTo>
                  <a:pt x="186189" y="44410"/>
                </a:lnTo>
                <a:lnTo>
                  <a:pt x="180022" y="31432"/>
                </a:lnTo>
                <a:lnTo>
                  <a:pt x="171854" y="17597"/>
                </a:lnTo>
                <a:lnTo>
                  <a:pt x="161544" y="3048"/>
                </a:lnTo>
                <a:lnTo>
                  <a:pt x="166116" y="0"/>
                </a:lnTo>
                <a:lnTo>
                  <a:pt x="201263" y="22288"/>
                </a:lnTo>
                <a:lnTo>
                  <a:pt x="216408" y="39624"/>
                </a:lnTo>
                <a:lnTo>
                  <a:pt x="216408" y="51815"/>
                </a:lnTo>
                <a:lnTo>
                  <a:pt x="213360" y="56387"/>
                </a:lnTo>
                <a:lnTo>
                  <a:pt x="208788" y="62483"/>
                </a:lnTo>
                <a:lnTo>
                  <a:pt x="199644" y="71627"/>
                </a:lnTo>
                <a:close/>
              </a:path>
              <a:path w="388619" h="405764">
                <a:moveTo>
                  <a:pt x="36576" y="138683"/>
                </a:moveTo>
                <a:lnTo>
                  <a:pt x="24384" y="138683"/>
                </a:lnTo>
                <a:lnTo>
                  <a:pt x="19812" y="135635"/>
                </a:lnTo>
                <a:lnTo>
                  <a:pt x="13716" y="129539"/>
                </a:lnTo>
                <a:lnTo>
                  <a:pt x="13716" y="124967"/>
                </a:lnTo>
                <a:lnTo>
                  <a:pt x="18288" y="117347"/>
                </a:lnTo>
                <a:lnTo>
                  <a:pt x="27432" y="109727"/>
                </a:lnTo>
                <a:lnTo>
                  <a:pt x="35742" y="100298"/>
                </a:lnTo>
                <a:lnTo>
                  <a:pt x="42481" y="88010"/>
                </a:lnTo>
                <a:lnTo>
                  <a:pt x="47791" y="72866"/>
                </a:lnTo>
                <a:lnTo>
                  <a:pt x="51816" y="54863"/>
                </a:lnTo>
                <a:lnTo>
                  <a:pt x="59436" y="54863"/>
                </a:lnTo>
                <a:lnTo>
                  <a:pt x="59436" y="76200"/>
                </a:lnTo>
                <a:lnTo>
                  <a:pt x="367151" y="76200"/>
                </a:lnTo>
                <a:lnTo>
                  <a:pt x="375964" y="86867"/>
                </a:lnTo>
                <a:lnTo>
                  <a:pt x="59436" y="86867"/>
                </a:lnTo>
                <a:lnTo>
                  <a:pt x="59721" y="105155"/>
                </a:lnTo>
                <a:lnTo>
                  <a:pt x="58293" y="118871"/>
                </a:lnTo>
                <a:lnTo>
                  <a:pt x="55149" y="128015"/>
                </a:lnTo>
                <a:lnTo>
                  <a:pt x="50292" y="132587"/>
                </a:lnTo>
                <a:lnTo>
                  <a:pt x="42672" y="137159"/>
                </a:lnTo>
                <a:lnTo>
                  <a:pt x="36576" y="138683"/>
                </a:lnTo>
                <a:close/>
              </a:path>
              <a:path w="388619" h="405764">
                <a:moveTo>
                  <a:pt x="367151" y="76200"/>
                </a:moveTo>
                <a:lnTo>
                  <a:pt x="332232" y="76200"/>
                </a:lnTo>
                <a:lnTo>
                  <a:pt x="352044" y="57912"/>
                </a:lnTo>
                <a:lnTo>
                  <a:pt x="367151" y="76200"/>
                </a:lnTo>
                <a:close/>
              </a:path>
              <a:path w="388619" h="405764">
                <a:moveTo>
                  <a:pt x="318516" y="134111"/>
                </a:moveTo>
                <a:lnTo>
                  <a:pt x="313944" y="131063"/>
                </a:lnTo>
                <a:lnTo>
                  <a:pt x="335280" y="86867"/>
                </a:lnTo>
                <a:lnTo>
                  <a:pt x="375964" y="86867"/>
                </a:lnTo>
                <a:lnTo>
                  <a:pt x="381000" y="92963"/>
                </a:lnTo>
                <a:lnTo>
                  <a:pt x="367807" y="95535"/>
                </a:lnTo>
                <a:lnTo>
                  <a:pt x="353187" y="103250"/>
                </a:lnTo>
                <a:lnTo>
                  <a:pt x="336851" y="116109"/>
                </a:lnTo>
                <a:lnTo>
                  <a:pt x="318516" y="134111"/>
                </a:lnTo>
                <a:close/>
              </a:path>
              <a:path w="388619" h="405764">
                <a:moveTo>
                  <a:pt x="44196" y="175259"/>
                </a:moveTo>
                <a:lnTo>
                  <a:pt x="27432" y="160019"/>
                </a:lnTo>
                <a:lnTo>
                  <a:pt x="298704" y="160019"/>
                </a:lnTo>
                <a:lnTo>
                  <a:pt x="323088" y="135635"/>
                </a:lnTo>
                <a:lnTo>
                  <a:pt x="358140" y="170687"/>
                </a:lnTo>
                <a:lnTo>
                  <a:pt x="85344" y="170687"/>
                </a:lnTo>
                <a:lnTo>
                  <a:pt x="74199" y="170973"/>
                </a:lnTo>
                <a:lnTo>
                  <a:pt x="63627" y="171830"/>
                </a:lnTo>
                <a:lnTo>
                  <a:pt x="53625" y="173259"/>
                </a:lnTo>
                <a:lnTo>
                  <a:pt x="44196" y="175259"/>
                </a:lnTo>
                <a:close/>
              </a:path>
              <a:path w="388619" h="405764">
                <a:moveTo>
                  <a:pt x="207264" y="350520"/>
                </a:moveTo>
                <a:lnTo>
                  <a:pt x="182880" y="350520"/>
                </a:lnTo>
                <a:lnTo>
                  <a:pt x="182880" y="170687"/>
                </a:lnTo>
                <a:lnTo>
                  <a:pt x="207264" y="170687"/>
                </a:lnTo>
                <a:lnTo>
                  <a:pt x="207264" y="256031"/>
                </a:lnTo>
                <a:lnTo>
                  <a:pt x="330708" y="256031"/>
                </a:lnTo>
                <a:lnTo>
                  <a:pt x="341376" y="266699"/>
                </a:lnTo>
                <a:lnTo>
                  <a:pt x="207264" y="266699"/>
                </a:lnTo>
                <a:lnTo>
                  <a:pt x="207264" y="350520"/>
                </a:lnTo>
                <a:close/>
              </a:path>
              <a:path w="388619" h="405764">
                <a:moveTo>
                  <a:pt x="3048" y="405384"/>
                </a:moveTo>
                <a:lnTo>
                  <a:pt x="0" y="400812"/>
                </a:lnTo>
                <a:lnTo>
                  <a:pt x="16002" y="384786"/>
                </a:lnTo>
                <a:lnTo>
                  <a:pt x="29718" y="368617"/>
                </a:lnTo>
                <a:lnTo>
                  <a:pt x="50292" y="335280"/>
                </a:lnTo>
                <a:lnTo>
                  <a:pt x="70651" y="287273"/>
                </a:lnTo>
                <a:lnTo>
                  <a:pt x="79142" y="237743"/>
                </a:lnTo>
                <a:lnTo>
                  <a:pt x="82296" y="205739"/>
                </a:lnTo>
                <a:lnTo>
                  <a:pt x="123444" y="227075"/>
                </a:lnTo>
                <a:lnTo>
                  <a:pt x="109728" y="237743"/>
                </a:lnTo>
                <a:lnTo>
                  <a:pt x="106560" y="248888"/>
                </a:lnTo>
                <a:lnTo>
                  <a:pt x="103822" y="259460"/>
                </a:lnTo>
                <a:lnTo>
                  <a:pt x="99060" y="278891"/>
                </a:lnTo>
                <a:lnTo>
                  <a:pt x="106693" y="289559"/>
                </a:lnTo>
                <a:lnTo>
                  <a:pt x="96012" y="289559"/>
                </a:lnTo>
                <a:lnTo>
                  <a:pt x="79629" y="324993"/>
                </a:lnTo>
                <a:lnTo>
                  <a:pt x="50411" y="366379"/>
                </a:lnTo>
                <a:lnTo>
                  <a:pt x="21312" y="392572"/>
                </a:lnTo>
                <a:lnTo>
                  <a:pt x="3048" y="405384"/>
                </a:lnTo>
                <a:close/>
              </a:path>
              <a:path w="388619" h="405764">
                <a:moveTo>
                  <a:pt x="330708" y="256031"/>
                </a:moveTo>
                <a:lnTo>
                  <a:pt x="284988" y="256031"/>
                </a:lnTo>
                <a:lnTo>
                  <a:pt x="307847" y="233171"/>
                </a:lnTo>
                <a:lnTo>
                  <a:pt x="330708" y="256031"/>
                </a:lnTo>
                <a:close/>
              </a:path>
              <a:path w="388619" h="405764">
                <a:moveTo>
                  <a:pt x="352044" y="394716"/>
                </a:moveTo>
                <a:lnTo>
                  <a:pt x="309419" y="393263"/>
                </a:lnTo>
                <a:lnTo>
                  <a:pt x="241887" y="388072"/>
                </a:lnTo>
                <a:lnTo>
                  <a:pt x="195572" y="378380"/>
                </a:lnTo>
                <a:lnTo>
                  <a:pt x="159615" y="361330"/>
                </a:lnTo>
                <a:lnTo>
                  <a:pt x="119824" y="323469"/>
                </a:lnTo>
                <a:lnTo>
                  <a:pt x="96012" y="289559"/>
                </a:lnTo>
                <a:lnTo>
                  <a:pt x="106693" y="289559"/>
                </a:lnTo>
                <a:lnTo>
                  <a:pt x="108465" y="292036"/>
                </a:lnTo>
                <a:lnTo>
                  <a:pt x="118300" y="304037"/>
                </a:lnTo>
                <a:lnTo>
                  <a:pt x="150090" y="332946"/>
                </a:lnTo>
                <a:lnTo>
                  <a:pt x="182880" y="350520"/>
                </a:lnTo>
                <a:lnTo>
                  <a:pt x="207264" y="350520"/>
                </a:lnTo>
                <a:lnTo>
                  <a:pt x="207264" y="356616"/>
                </a:lnTo>
                <a:lnTo>
                  <a:pt x="231267" y="360592"/>
                </a:lnTo>
                <a:lnTo>
                  <a:pt x="255270" y="363283"/>
                </a:lnTo>
                <a:lnTo>
                  <a:pt x="279273" y="364545"/>
                </a:lnTo>
                <a:lnTo>
                  <a:pt x="388620" y="364545"/>
                </a:lnTo>
                <a:lnTo>
                  <a:pt x="388620" y="367284"/>
                </a:lnTo>
                <a:lnTo>
                  <a:pt x="375189" y="370713"/>
                </a:lnTo>
                <a:lnTo>
                  <a:pt x="364617" y="376428"/>
                </a:lnTo>
                <a:lnTo>
                  <a:pt x="356901" y="384429"/>
                </a:lnTo>
                <a:lnTo>
                  <a:pt x="352044" y="394716"/>
                </a:lnTo>
                <a:close/>
              </a:path>
              <a:path w="388619" h="405764">
                <a:moveTo>
                  <a:pt x="388620" y="364545"/>
                </a:moveTo>
                <a:lnTo>
                  <a:pt x="279273" y="364545"/>
                </a:lnTo>
                <a:lnTo>
                  <a:pt x="325826" y="363950"/>
                </a:lnTo>
                <a:lnTo>
                  <a:pt x="347662" y="363093"/>
                </a:lnTo>
                <a:lnTo>
                  <a:pt x="368641" y="361664"/>
                </a:lnTo>
                <a:lnTo>
                  <a:pt x="388620" y="359664"/>
                </a:lnTo>
                <a:lnTo>
                  <a:pt x="388620" y="36454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3035807" y="2324100"/>
            <a:ext cx="373380" cy="381000"/>
          </a:xfrm>
          <a:custGeom>
            <a:avLst/>
            <a:gdLst/>
            <a:ahLst/>
            <a:cxnLst/>
            <a:rect l="l" t="t" r="r" b="b"/>
            <a:pathLst>
              <a:path w="373379" h="381000">
                <a:moveTo>
                  <a:pt x="24384" y="380999"/>
                </a:moveTo>
                <a:lnTo>
                  <a:pt x="0" y="358139"/>
                </a:lnTo>
                <a:lnTo>
                  <a:pt x="10668" y="347472"/>
                </a:lnTo>
                <a:lnTo>
                  <a:pt x="10668" y="106679"/>
                </a:lnTo>
                <a:lnTo>
                  <a:pt x="10477" y="58673"/>
                </a:lnTo>
                <a:lnTo>
                  <a:pt x="10025" y="34670"/>
                </a:lnTo>
                <a:lnTo>
                  <a:pt x="9144" y="10667"/>
                </a:lnTo>
                <a:lnTo>
                  <a:pt x="35052" y="24383"/>
                </a:lnTo>
                <a:lnTo>
                  <a:pt x="303275" y="24383"/>
                </a:lnTo>
                <a:lnTo>
                  <a:pt x="329183" y="0"/>
                </a:lnTo>
                <a:lnTo>
                  <a:pt x="359663" y="35051"/>
                </a:lnTo>
                <a:lnTo>
                  <a:pt x="240792" y="35051"/>
                </a:lnTo>
                <a:lnTo>
                  <a:pt x="240792" y="243839"/>
                </a:lnTo>
                <a:lnTo>
                  <a:pt x="241934" y="258079"/>
                </a:lnTo>
                <a:lnTo>
                  <a:pt x="245363" y="268604"/>
                </a:lnTo>
                <a:lnTo>
                  <a:pt x="251078" y="275129"/>
                </a:lnTo>
                <a:lnTo>
                  <a:pt x="259080" y="277367"/>
                </a:lnTo>
                <a:lnTo>
                  <a:pt x="306324" y="277367"/>
                </a:lnTo>
                <a:lnTo>
                  <a:pt x="314325" y="273915"/>
                </a:lnTo>
                <a:lnTo>
                  <a:pt x="320039" y="268033"/>
                </a:lnTo>
                <a:lnTo>
                  <a:pt x="323468" y="259580"/>
                </a:lnTo>
                <a:lnTo>
                  <a:pt x="329183" y="195071"/>
                </a:lnTo>
                <a:lnTo>
                  <a:pt x="336804" y="195071"/>
                </a:lnTo>
                <a:lnTo>
                  <a:pt x="339852" y="243839"/>
                </a:lnTo>
                <a:lnTo>
                  <a:pt x="361187" y="271272"/>
                </a:lnTo>
                <a:lnTo>
                  <a:pt x="353163" y="283011"/>
                </a:lnTo>
                <a:lnTo>
                  <a:pt x="342709" y="290893"/>
                </a:lnTo>
                <a:lnTo>
                  <a:pt x="329684" y="295060"/>
                </a:lnTo>
                <a:lnTo>
                  <a:pt x="313944" y="295655"/>
                </a:lnTo>
                <a:lnTo>
                  <a:pt x="248411" y="295655"/>
                </a:lnTo>
                <a:lnTo>
                  <a:pt x="234434" y="292488"/>
                </a:lnTo>
                <a:lnTo>
                  <a:pt x="224599" y="285178"/>
                </a:lnTo>
                <a:lnTo>
                  <a:pt x="219051" y="273581"/>
                </a:lnTo>
                <a:lnTo>
                  <a:pt x="217932" y="257555"/>
                </a:lnTo>
                <a:lnTo>
                  <a:pt x="217932" y="35051"/>
                </a:lnTo>
                <a:lnTo>
                  <a:pt x="144780" y="35051"/>
                </a:lnTo>
                <a:lnTo>
                  <a:pt x="143827" y="88391"/>
                </a:lnTo>
                <a:lnTo>
                  <a:pt x="141732" y="137159"/>
                </a:lnTo>
                <a:lnTo>
                  <a:pt x="133731" y="182879"/>
                </a:lnTo>
                <a:lnTo>
                  <a:pt x="118872" y="228599"/>
                </a:lnTo>
                <a:lnTo>
                  <a:pt x="93916" y="273748"/>
                </a:lnTo>
                <a:lnTo>
                  <a:pt x="56388" y="320039"/>
                </a:lnTo>
                <a:lnTo>
                  <a:pt x="50292" y="315467"/>
                </a:lnTo>
                <a:lnTo>
                  <a:pt x="66270" y="291131"/>
                </a:lnTo>
                <a:lnTo>
                  <a:pt x="79819" y="268223"/>
                </a:lnTo>
                <a:lnTo>
                  <a:pt x="99060" y="225551"/>
                </a:lnTo>
                <a:lnTo>
                  <a:pt x="110490" y="184594"/>
                </a:lnTo>
                <a:lnTo>
                  <a:pt x="117348" y="140207"/>
                </a:lnTo>
                <a:lnTo>
                  <a:pt x="119443" y="91058"/>
                </a:lnTo>
                <a:lnTo>
                  <a:pt x="120396" y="35051"/>
                </a:lnTo>
                <a:lnTo>
                  <a:pt x="35052" y="35051"/>
                </a:lnTo>
                <a:lnTo>
                  <a:pt x="35052" y="355091"/>
                </a:lnTo>
                <a:lnTo>
                  <a:pt x="310896" y="355091"/>
                </a:lnTo>
                <a:lnTo>
                  <a:pt x="336804" y="329184"/>
                </a:lnTo>
                <a:lnTo>
                  <a:pt x="373380" y="365760"/>
                </a:lnTo>
                <a:lnTo>
                  <a:pt x="36576" y="365760"/>
                </a:lnTo>
                <a:lnTo>
                  <a:pt x="24384" y="38099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3457955" y="2327148"/>
            <a:ext cx="408940" cy="382905"/>
          </a:xfrm>
          <a:custGeom>
            <a:avLst/>
            <a:gdLst/>
            <a:ahLst/>
            <a:cxnLst/>
            <a:rect l="l" t="t" r="r" b="b"/>
            <a:pathLst>
              <a:path w="408939" h="382905">
                <a:moveTo>
                  <a:pt x="242316" y="36576"/>
                </a:moveTo>
                <a:lnTo>
                  <a:pt x="227076" y="21336"/>
                </a:lnTo>
                <a:lnTo>
                  <a:pt x="347472" y="21336"/>
                </a:lnTo>
                <a:lnTo>
                  <a:pt x="359664" y="6096"/>
                </a:lnTo>
                <a:lnTo>
                  <a:pt x="387096" y="27432"/>
                </a:lnTo>
                <a:lnTo>
                  <a:pt x="381000" y="32004"/>
                </a:lnTo>
                <a:lnTo>
                  <a:pt x="283464" y="32004"/>
                </a:lnTo>
                <a:lnTo>
                  <a:pt x="272319" y="32289"/>
                </a:lnTo>
                <a:lnTo>
                  <a:pt x="261747" y="33147"/>
                </a:lnTo>
                <a:lnTo>
                  <a:pt x="251745" y="34575"/>
                </a:lnTo>
                <a:lnTo>
                  <a:pt x="242316" y="36576"/>
                </a:lnTo>
                <a:close/>
              </a:path>
              <a:path w="408939" h="382905">
                <a:moveTo>
                  <a:pt x="375554" y="146304"/>
                </a:moveTo>
                <a:lnTo>
                  <a:pt x="352044" y="146304"/>
                </a:lnTo>
                <a:lnTo>
                  <a:pt x="352044" y="32004"/>
                </a:lnTo>
                <a:lnTo>
                  <a:pt x="381000" y="32004"/>
                </a:lnTo>
                <a:lnTo>
                  <a:pt x="374904" y="36576"/>
                </a:lnTo>
                <a:lnTo>
                  <a:pt x="374927" y="79176"/>
                </a:lnTo>
                <a:lnTo>
                  <a:pt x="375094" y="115633"/>
                </a:lnTo>
                <a:lnTo>
                  <a:pt x="375554" y="146304"/>
                </a:lnTo>
                <a:close/>
              </a:path>
              <a:path w="408939" h="382905">
                <a:moveTo>
                  <a:pt x="368808" y="365760"/>
                </a:moveTo>
                <a:lnTo>
                  <a:pt x="278892" y="365760"/>
                </a:lnTo>
                <a:lnTo>
                  <a:pt x="258913" y="364902"/>
                </a:lnTo>
                <a:lnTo>
                  <a:pt x="244792" y="357759"/>
                </a:lnTo>
                <a:lnTo>
                  <a:pt x="236672" y="344328"/>
                </a:lnTo>
                <a:lnTo>
                  <a:pt x="234696" y="324612"/>
                </a:lnTo>
                <a:lnTo>
                  <a:pt x="234672" y="255150"/>
                </a:lnTo>
                <a:lnTo>
                  <a:pt x="234505" y="199834"/>
                </a:lnTo>
                <a:lnTo>
                  <a:pt x="234053" y="158519"/>
                </a:lnTo>
                <a:lnTo>
                  <a:pt x="233172" y="131064"/>
                </a:lnTo>
                <a:lnTo>
                  <a:pt x="257556" y="146304"/>
                </a:lnTo>
                <a:lnTo>
                  <a:pt x="375554" y="146304"/>
                </a:lnTo>
                <a:lnTo>
                  <a:pt x="375936" y="156972"/>
                </a:lnTo>
                <a:lnTo>
                  <a:pt x="257556" y="156972"/>
                </a:lnTo>
                <a:lnTo>
                  <a:pt x="257556" y="316992"/>
                </a:lnTo>
                <a:lnTo>
                  <a:pt x="259270" y="330755"/>
                </a:lnTo>
                <a:lnTo>
                  <a:pt x="264414" y="340233"/>
                </a:lnTo>
                <a:lnTo>
                  <a:pt x="272986" y="345709"/>
                </a:lnTo>
                <a:lnTo>
                  <a:pt x="284988" y="347472"/>
                </a:lnTo>
                <a:lnTo>
                  <a:pt x="404883" y="347472"/>
                </a:lnTo>
                <a:lnTo>
                  <a:pt x="401597" y="353115"/>
                </a:lnTo>
                <a:lnTo>
                  <a:pt x="392620" y="360997"/>
                </a:lnTo>
                <a:lnTo>
                  <a:pt x="381642" y="365164"/>
                </a:lnTo>
                <a:lnTo>
                  <a:pt x="368808" y="365760"/>
                </a:lnTo>
                <a:close/>
              </a:path>
              <a:path w="408939" h="382905">
                <a:moveTo>
                  <a:pt x="352044" y="181356"/>
                </a:moveTo>
                <a:lnTo>
                  <a:pt x="352044" y="156972"/>
                </a:lnTo>
                <a:lnTo>
                  <a:pt x="375936" y="156972"/>
                </a:lnTo>
                <a:lnTo>
                  <a:pt x="376428" y="170688"/>
                </a:lnTo>
                <a:lnTo>
                  <a:pt x="352044" y="181356"/>
                </a:lnTo>
                <a:close/>
              </a:path>
              <a:path w="408939" h="382905">
                <a:moveTo>
                  <a:pt x="404883" y="347472"/>
                </a:moveTo>
                <a:lnTo>
                  <a:pt x="364236" y="347472"/>
                </a:lnTo>
                <a:lnTo>
                  <a:pt x="370332" y="341376"/>
                </a:lnTo>
                <a:lnTo>
                  <a:pt x="371856" y="329184"/>
                </a:lnTo>
                <a:lnTo>
                  <a:pt x="373880" y="318944"/>
                </a:lnTo>
                <a:lnTo>
                  <a:pt x="375475" y="304419"/>
                </a:lnTo>
                <a:lnTo>
                  <a:pt x="376785" y="285892"/>
                </a:lnTo>
                <a:lnTo>
                  <a:pt x="377952" y="263652"/>
                </a:lnTo>
                <a:lnTo>
                  <a:pt x="387096" y="263652"/>
                </a:lnTo>
                <a:lnTo>
                  <a:pt x="388381" y="308229"/>
                </a:lnTo>
                <a:lnTo>
                  <a:pt x="408432" y="341376"/>
                </a:lnTo>
                <a:lnTo>
                  <a:pt x="404883" y="347472"/>
                </a:lnTo>
                <a:close/>
              </a:path>
              <a:path w="408939" h="382905">
                <a:moveTo>
                  <a:pt x="15240" y="36576"/>
                </a:moveTo>
                <a:lnTo>
                  <a:pt x="0" y="21336"/>
                </a:lnTo>
                <a:lnTo>
                  <a:pt x="175260" y="21336"/>
                </a:lnTo>
                <a:lnTo>
                  <a:pt x="196596" y="0"/>
                </a:lnTo>
                <a:lnTo>
                  <a:pt x="224028" y="32004"/>
                </a:lnTo>
                <a:lnTo>
                  <a:pt x="57912" y="32004"/>
                </a:lnTo>
                <a:lnTo>
                  <a:pt x="46743" y="32289"/>
                </a:lnTo>
                <a:lnTo>
                  <a:pt x="36004" y="33147"/>
                </a:lnTo>
                <a:lnTo>
                  <a:pt x="25550" y="34575"/>
                </a:lnTo>
                <a:lnTo>
                  <a:pt x="15240" y="36576"/>
                </a:lnTo>
                <a:close/>
              </a:path>
              <a:path w="408939" h="382905">
                <a:moveTo>
                  <a:pt x="100584" y="86868"/>
                </a:moveTo>
                <a:lnTo>
                  <a:pt x="80772" y="86868"/>
                </a:lnTo>
                <a:lnTo>
                  <a:pt x="80772" y="32004"/>
                </a:lnTo>
                <a:lnTo>
                  <a:pt x="100584" y="32004"/>
                </a:lnTo>
                <a:lnTo>
                  <a:pt x="100584" y="86868"/>
                </a:lnTo>
                <a:close/>
              </a:path>
              <a:path w="408939" h="382905">
                <a:moveTo>
                  <a:pt x="146304" y="86868"/>
                </a:moveTo>
                <a:lnTo>
                  <a:pt x="124968" y="86868"/>
                </a:lnTo>
                <a:lnTo>
                  <a:pt x="124968" y="32004"/>
                </a:lnTo>
                <a:lnTo>
                  <a:pt x="146304" y="32004"/>
                </a:lnTo>
                <a:lnTo>
                  <a:pt x="146304" y="86868"/>
                </a:lnTo>
                <a:close/>
              </a:path>
              <a:path w="408939" h="382905">
                <a:moveTo>
                  <a:pt x="203345" y="86868"/>
                </a:moveTo>
                <a:lnTo>
                  <a:pt x="173736" y="86868"/>
                </a:lnTo>
                <a:lnTo>
                  <a:pt x="185928" y="71628"/>
                </a:lnTo>
                <a:lnTo>
                  <a:pt x="203345" y="86868"/>
                </a:lnTo>
                <a:close/>
              </a:path>
              <a:path w="408939" h="382905">
                <a:moveTo>
                  <a:pt x="25908" y="382524"/>
                </a:moveTo>
                <a:lnTo>
                  <a:pt x="26789" y="353139"/>
                </a:lnTo>
                <a:lnTo>
                  <a:pt x="27241" y="317754"/>
                </a:lnTo>
                <a:lnTo>
                  <a:pt x="27353" y="169545"/>
                </a:lnTo>
                <a:lnTo>
                  <a:pt x="27241" y="141351"/>
                </a:lnTo>
                <a:lnTo>
                  <a:pt x="26789" y="104536"/>
                </a:lnTo>
                <a:lnTo>
                  <a:pt x="25908" y="73152"/>
                </a:lnTo>
                <a:lnTo>
                  <a:pt x="50291" y="86868"/>
                </a:lnTo>
                <a:lnTo>
                  <a:pt x="203345" y="86868"/>
                </a:lnTo>
                <a:lnTo>
                  <a:pt x="210312" y="92964"/>
                </a:lnTo>
                <a:lnTo>
                  <a:pt x="205086" y="97536"/>
                </a:lnTo>
                <a:lnTo>
                  <a:pt x="50291" y="97536"/>
                </a:lnTo>
                <a:lnTo>
                  <a:pt x="50291" y="216407"/>
                </a:lnTo>
                <a:lnTo>
                  <a:pt x="61088" y="216407"/>
                </a:lnTo>
                <a:lnTo>
                  <a:pt x="50291" y="227076"/>
                </a:lnTo>
                <a:lnTo>
                  <a:pt x="50291" y="251459"/>
                </a:lnTo>
                <a:lnTo>
                  <a:pt x="198684" y="251459"/>
                </a:lnTo>
                <a:lnTo>
                  <a:pt x="198775" y="262128"/>
                </a:lnTo>
                <a:lnTo>
                  <a:pt x="50291" y="262128"/>
                </a:lnTo>
                <a:lnTo>
                  <a:pt x="50291" y="327660"/>
                </a:lnTo>
                <a:lnTo>
                  <a:pt x="199356" y="327660"/>
                </a:lnTo>
                <a:lnTo>
                  <a:pt x="199456" y="338328"/>
                </a:lnTo>
                <a:lnTo>
                  <a:pt x="50291" y="338328"/>
                </a:lnTo>
                <a:lnTo>
                  <a:pt x="50291" y="374904"/>
                </a:lnTo>
                <a:lnTo>
                  <a:pt x="25908" y="382524"/>
                </a:lnTo>
                <a:close/>
              </a:path>
              <a:path w="408939" h="382905">
                <a:moveTo>
                  <a:pt x="61088" y="216407"/>
                </a:moveTo>
                <a:lnTo>
                  <a:pt x="50291" y="216407"/>
                </a:lnTo>
                <a:lnTo>
                  <a:pt x="63412" y="196119"/>
                </a:lnTo>
                <a:lnTo>
                  <a:pt x="72961" y="169545"/>
                </a:lnTo>
                <a:lnTo>
                  <a:pt x="78795" y="136683"/>
                </a:lnTo>
                <a:lnTo>
                  <a:pt x="80772" y="97536"/>
                </a:lnTo>
                <a:lnTo>
                  <a:pt x="100584" y="97536"/>
                </a:lnTo>
                <a:lnTo>
                  <a:pt x="97440" y="140708"/>
                </a:lnTo>
                <a:lnTo>
                  <a:pt x="88011" y="176593"/>
                </a:lnTo>
                <a:lnTo>
                  <a:pt x="72294" y="205335"/>
                </a:lnTo>
                <a:lnTo>
                  <a:pt x="61088" y="216407"/>
                </a:lnTo>
                <a:close/>
              </a:path>
              <a:path w="408939" h="382905">
                <a:moveTo>
                  <a:pt x="198684" y="251459"/>
                </a:moveTo>
                <a:lnTo>
                  <a:pt x="175260" y="251459"/>
                </a:lnTo>
                <a:lnTo>
                  <a:pt x="175260" y="213359"/>
                </a:lnTo>
                <a:lnTo>
                  <a:pt x="150876" y="213359"/>
                </a:lnTo>
                <a:lnTo>
                  <a:pt x="139112" y="211669"/>
                </a:lnTo>
                <a:lnTo>
                  <a:pt x="131064" y="206692"/>
                </a:lnTo>
                <a:lnTo>
                  <a:pt x="126444" y="198572"/>
                </a:lnTo>
                <a:lnTo>
                  <a:pt x="124968" y="187452"/>
                </a:lnTo>
                <a:lnTo>
                  <a:pt x="124968" y="97536"/>
                </a:lnTo>
                <a:lnTo>
                  <a:pt x="146304" y="97536"/>
                </a:lnTo>
                <a:lnTo>
                  <a:pt x="146304" y="188976"/>
                </a:lnTo>
                <a:lnTo>
                  <a:pt x="150876" y="193548"/>
                </a:lnTo>
                <a:lnTo>
                  <a:pt x="198343" y="193548"/>
                </a:lnTo>
                <a:lnTo>
                  <a:pt x="198684" y="251459"/>
                </a:lnTo>
                <a:close/>
              </a:path>
              <a:path w="408939" h="382905">
                <a:moveTo>
                  <a:pt x="198343" y="193548"/>
                </a:moveTo>
                <a:lnTo>
                  <a:pt x="175260" y="193548"/>
                </a:lnTo>
                <a:lnTo>
                  <a:pt x="175260" y="97536"/>
                </a:lnTo>
                <a:lnTo>
                  <a:pt x="205086" y="97536"/>
                </a:lnTo>
                <a:lnTo>
                  <a:pt x="198120" y="103632"/>
                </a:lnTo>
                <a:lnTo>
                  <a:pt x="198317" y="188976"/>
                </a:lnTo>
                <a:lnTo>
                  <a:pt x="198343" y="193548"/>
                </a:lnTo>
                <a:close/>
              </a:path>
              <a:path w="408939" h="382905">
                <a:moveTo>
                  <a:pt x="199356" y="327660"/>
                </a:moveTo>
                <a:lnTo>
                  <a:pt x="175260" y="327660"/>
                </a:lnTo>
                <a:lnTo>
                  <a:pt x="175260" y="262128"/>
                </a:lnTo>
                <a:lnTo>
                  <a:pt x="198775" y="262128"/>
                </a:lnTo>
                <a:lnTo>
                  <a:pt x="199356" y="327660"/>
                </a:lnTo>
                <a:close/>
              </a:path>
              <a:path w="408939" h="382905">
                <a:moveTo>
                  <a:pt x="175260" y="381000"/>
                </a:moveTo>
                <a:lnTo>
                  <a:pt x="175260" y="338328"/>
                </a:lnTo>
                <a:lnTo>
                  <a:pt x="199456" y="338328"/>
                </a:lnTo>
                <a:lnTo>
                  <a:pt x="199644" y="368808"/>
                </a:lnTo>
                <a:lnTo>
                  <a:pt x="175260" y="38100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" name="object 15"/>
          <p:cNvSpPr/>
          <p:nvPr/>
        </p:nvSpPr>
        <p:spPr>
          <a:xfrm>
            <a:off x="1751075" y="3089148"/>
            <a:ext cx="155575" cy="155575"/>
          </a:xfrm>
          <a:custGeom>
            <a:avLst/>
            <a:gdLst/>
            <a:ahLst/>
            <a:cxnLst/>
            <a:rect l="l" t="t" r="r" b="b"/>
            <a:pathLst>
              <a:path w="155575" h="155575">
                <a:moveTo>
                  <a:pt x="155448" y="155448"/>
                </a:moveTo>
                <a:lnTo>
                  <a:pt x="0" y="155448"/>
                </a:lnTo>
                <a:lnTo>
                  <a:pt x="0" y="0"/>
                </a:lnTo>
                <a:lnTo>
                  <a:pt x="155448" y="0"/>
                </a:lnTo>
                <a:lnTo>
                  <a:pt x="155448" y="155448"/>
                </a:lnTo>
                <a:close/>
              </a:path>
            </a:pathLst>
          </a:custGeom>
          <a:solidFill>
            <a:srgbClr val="3333C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" name="object 16"/>
          <p:cNvSpPr/>
          <p:nvPr/>
        </p:nvSpPr>
        <p:spPr>
          <a:xfrm>
            <a:off x="2130539" y="2903219"/>
            <a:ext cx="841375" cy="405765"/>
          </a:xfrm>
          <a:custGeom>
            <a:avLst/>
            <a:gdLst/>
            <a:ahLst/>
            <a:cxnLst/>
            <a:rect l="l" t="t" r="r" b="b"/>
            <a:pathLst>
              <a:path w="841375" h="405764">
                <a:moveTo>
                  <a:pt x="385572" y="257556"/>
                </a:moveTo>
                <a:lnTo>
                  <a:pt x="362902" y="217551"/>
                </a:lnTo>
                <a:lnTo>
                  <a:pt x="301180" y="171831"/>
                </a:lnTo>
                <a:lnTo>
                  <a:pt x="251460" y="138684"/>
                </a:lnTo>
                <a:lnTo>
                  <a:pt x="246888" y="144780"/>
                </a:lnTo>
                <a:lnTo>
                  <a:pt x="284949" y="179311"/>
                </a:lnTo>
                <a:lnTo>
                  <a:pt x="314706" y="209550"/>
                </a:lnTo>
                <a:lnTo>
                  <a:pt x="336473" y="235229"/>
                </a:lnTo>
                <a:lnTo>
                  <a:pt x="350520" y="256032"/>
                </a:lnTo>
                <a:lnTo>
                  <a:pt x="357720" y="268033"/>
                </a:lnTo>
                <a:lnTo>
                  <a:pt x="363474" y="276606"/>
                </a:lnTo>
                <a:lnTo>
                  <a:pt x="368096" y="281749"/>
                </a:lnTo>
                <a:lnTo>
                  <a:pt x="371856" y="283464"/>
                </a:lnTo>
                <a:lnTo>
                  <a:pt x="374904" y="283464"/>
                </a:lnTo>
                <a:lnTo>
                  <a:pt x="377952" y="280416"/>
                </a:lnTo>
                <a:lnTo>
                  <a:pt x="381000" y="274320"/>
                </a:lnTo>
                <a:lnTo>
                  <a:pt x="384048" y="266700"/>
                </a:lnTo>
                <a:lnTo>
                  <a:pt x="385572" y="262128"/>
                </a:lnTo>
                <a:lnTo>
                  <a:pt x="385572" y="257556"/>
                </a:lnTo>
                <a:close/>
              </a:path>
              <a:path w="841375" h="405764">
                <a:moveTo>
                  <a:pt x="396240" y="39624"/>
                </a:moveTo>
                <a:lnTo>
                  <a:pt x="359664" y="3048"/>
                </a:lnTo>
                <a:lnTo>
                  <a:pt x="333756" y="28956"/>
                </a:lnTo>
                <a:lnTo>
                  <a:pt x="3048" y="28956"/>
                </a:lnTo>
                <a:lnTo>
                  <a:pt x="19812" y="45720"/>
                </a:lnTo>
                <a:lnTo>
                  <a:pt x="29248" y="42849"/>
                </a:lnTo>
                <a:lnTo>
                  <a:pt x="39243" y="40957"/>
                </a:lnTo>
                <a:lnTo>
                  <a:pt x="49822" y="39941"/>
                </a:lnTo>
                <a:lnTo>
                  <a:pt x="60960" y="39624"/>
                </a:lnTo>
                <a:lnTo>
                  <a:pt x="196596" y="39624"/>
                </a:lnTo>
                <a:lnTo>
                  <a:pt x="178523" y="80759"/>
                </a:lnTo>
                <a:lnTo>
                  <a:pt x="158305" y="119443"/>
                </a:lnTo>
                <a:lnTo>
                  <a:pt x="135521" y="155575"/>
                </a:lnTo>
                <a:lnTo>
                  <a:pt x="109728" y="188976"/>
                </a:lnTo>
                <a:lnTo>
                  <a:pt x="83159" y="219557"/>
                </a:lnTo>
                <a:lnTo>
                  <a:pt x="56007" y="247269"/>
                </a:lnTo>
                <a:lnTo>
                  <a:pt x="0" y="294132"/>
                </a:lnTo>
                <a:lnTo>
                  <a:pt x="3048" y="300228"/>
                </a:lnTo>
                <a:lnTo>
                  <a:pt x="46202" y="272973"/>
                </a:lnTo>
                <a:lnTo>
                  <a:pt x="85979" y="242341"/>
                </a:lnTo>
                <a:lnTo>
                  <a:pt x="122326" y="208280"/>
                </a:lnTo>
                <a:lnTo>
                  <a:pt x="155155" y="170700"/>
                </a:lnTo>
                <a:lnTo>
                  <a:pt x="184404" y="129540"/>
                </a:lnTo>
                <a:lnTo>
                  <a:pt x="184315" y="294132"/>
                </a:lnTo>
                <a:lnTo>
                  <a:pt x="184175" y="308610"/>
                </a:lnTo>
                <a:lnTo>
                  <a:pt x="183743" y="330923"/>
                </a:lnTo>
                <a:lnTo>
                  <a:pt x="183121" y="365760"/>
                </a:lnTo>
                <a:lnTo>
                  <a:pt x="182880" y="397764"/>
                </a:lnTo>
                <a:lnTo>
                  <a:pt x="211836" y="385572"/>
                </a:lnTo>
                <a:lnTo>
                  <a:pt x="210959" y="370408"/>
                </a:lnTo>
                <a:lnTo>
                  <a:pt x="210502" y="352234"/>
                </a:lnTo>
                <a:lnTo>
                  <a:pt x="210388" y="336042"/>
                </a:lnTo>
                <a:lnTo>
                  <a:pt x="210312" y="138684"/>
                </a:lnTo>
                <a:lnTo>
                  <a:pt x="221742" y="129540"/>
                </a:lnTo>
                <a:lnTo>
                  <a:pt x="225552" y="126492"/>
                </a:lnTo>
                <a:lnTo>
                  <a:pt x="196596" y="109728"/>
                </a:lnTo>
                <a:lnTo>
                  <a:pt x="205727" y="89992"/>
                </a:lnTo>
                <a:lnTo>
                  <a:pt x="214693" y="71818"/>
                </a:lnTo>
                <a:lnTo>
                  <a:pt x="223393" y="55079"/>
                </a:lnTo>
                <a:lnTo>
                  <a:pt x="231648" y="39624"/>
                </a:lnTo>
                <a:lnTo>
                  <a:pt x="396240" y="39624"/>
                </a:lnTo>
                <a:close/>
              </a:path>
              <a:path w="841375" h="405764">
                <a:moveTo>
                  <a:pt x="611136" y="137160"/>
                </a:moveTo>
                <a:lnTo>
                  <a:pt x="582180" y="106680"/>
                </a:lnTo>
                <a:lnTo>
                  <a:pt x="560844" y="126492"/>
                </a:lnTo>
                <a:lnTo>
                  <a:pt x="547128" y="126492"/>
                </a:lnTo>
                <a:lnTo>
                  <a:pt x="547128" y="48768"/>
                </a:lnTo>
                <a:lnTo>
                  <a:pt x="547128" y="45720"/>
                </a:lnTo>
                <a:lnTo>
                  <a:pt x="565416" y="41490"/>
                </a:lnTo>
                <a:lnTo>
                  <a:pt x="581418" y="38100"/>
                </a:lnTo>
                <a:lnTo>
                  <a:pt x="595134" y="35864"/>
                </a:lnTo>
                <a:lnTo>
                  <a:pt x="606564" y="35052"/>
                </a:lnTo>
                <a:lnTo>
                  <a:pt x="580656" y="6096"/>
                </a:lnTo>
                <a:lnTo>
                  <a:pt x="538645" y="29032"/>
                </a:lnTo>
                <a:lnTo>
                  <a:pt x="484835" y="44005"/>
                </a:lnTo>
                <a:lnTo>
                  <a:pt x="449592" y="51816"/>
                </a:lnTo>
                <a:lnTo>
                  <a:pt x="451116" y="59436"/>
                </a:lnTo>
                <a:lnTo>
                  <a:pt x="469404" y="56273"/>
                </a:lnTo>
                <a:lnTo>
                  <a:pt x="487692" y="53530"/>
                </a:lnTo>
                <a:lnTo>
                  <a:pt x="524268" y="48768"/>
                </a:lnTo>
                <a:lnTo>
                  <a:pt x="524268" y="126492"/>
                </a:lnTo>
                <a:lnTo>
                  <a:pt x="443496" y="126492"/>
                </a:lnTo>
                <a:lnTo>
                  <a:pt x="458736" y="141732"/>
                </a:lnTo>
                <a:lnTo>
                  <a:pt x="468376" y="139738"/>
                </a:lnTo>
                <a:lnTo>
                  <a:pt x="478739" y="138303"/>
                </a:lnTo>
                <a:lnTo>
                  <a:pt x="489381" y="137452"/>
                </a:lnTo>
                <a:lnTo>
                  <a:pt x="499884" y="137160"/>
                </a:lnTo>
                <a:lnTo>
                  <a:pt x="522744" y="137160"/>
                </a:lnTo>
                <a:lnTo>
                  <a:pt x="510362" y="180213"/>
                </a:lnTo>
                <a:lnTo>
                  <a:pt x="492264" y="225552"/>
                </a:lnTo>
                <a:lnTo>
                  <a:pt x="469023" y="272796"/>
                </a:lnTo>
                <a:lnTo>
                  <a:pt x="438924" y="320040"/>
                </a:lnTo>
                <a:lnTo>
                  <a:pt x="445020" y="323088"/>
                </a:lnTo>
                <a:lnTo>
                  <a:pt x="468757" y="296824"/>
                </a:lnTo>
                <a:lnTo>
                  <a:pt x="489788" y="268414"/>
                </a:lnTo>
                <a:lnTo>
                  <a:pt x="508203" y="238061"/>
                </a:lnTo>
                <a:lnTo>
                  <a:pt x="524268" y="205740"/>
                </a:lnTo>
                <a:lnTo>
                  <a:pt x="524141" y="302514"/>
                </a:lnTo>
                <a:lnTo>
                  <a:pt x="524027" y="328422"/>
                </a:lnTo>
                <a:lnTo>
                  <a:pt x="523621" y="369049"/>
                </a:lnTo>
                <a:lnTo>
                  <a:pt x="522744" y="405384"/>
                </a:lnTo>
                <a:lnTo>
                  <a:pt x="548652" y="391668"/>
                </a:lnTo>
                <a:lnTo>
                  <a:pt x="548424" y="367284"/>
                </a:lnTo>
                <a:lnTo>
                  <a:pt x="547903" y="322097"/>
                </a:lnTo>
                <a:lnTo>
                  <a:pt x="547446" y="269519"/>
                </a:lnTo>
                <a:lnTo>
                  <a:pt x="547319" y="245364"/>
                </a:lnTo>
                <a:lnTo>
                  <a:pt x="547192" y="205740"/>
                </a:lnTo>
                <a:lnTo>
                  <a:pt x="547128" y="182880"/>
                </a:lnTo>
                <a:lnTo>
                  <a:pt x="556602" y="193725"/>
                </a:lnTo>
                <a:lnTo>
                  <a:pt x="564654" y="205549"/>
                </a:lnTo>
                <a:lnTo>
                  <a:pt x="571550" y="218249"/>
                </a:lnTo>
                <a:lnTo>
                  <a:pt x="577608" y="231648"/>
                </a:lnTo>
                <a:lnTo>
                  <a:pt x="582180" y="242316"/>
                </a:lnTo>
                <a:lnTo>
                  <a:pt x="585228" y="248412"/>
                </a:lnTo>
                <a:lnTo>
                  <a:pt x="591324" y="248412"/>
                </a:lnTo>
                <a:lnTo>
                  <a:pt x="594372" y="245364"/>
                </a:lnTo>
                <a:lnTo>
                  <a:pt x="600468" y="233172"/>
                </a:lnTo>
                <a:lnTo>
                  <a:pt x="601992" y="227076"/>
                </a:lnTo>
                <a:lnTo>
                  <a:pt x="601992" y="220980"/>
                </a:lnTo>
                <a:lnTo>
                  <a:pt x="576910" y="189153"/>
                </a:lnTo>
                <a:lnTo>
                  <a:pt x="567563" y="182880"/>
                </a:lnTo>
                <a:lnTo>
                  <a:pt x="557999" y="177292"/>
                </a:lnTo>
                <a:lnTo>
                  <a:pt x="547128" y="172212"/>
                </a:lnTo>
                <a:lnTo>
                  <a:pt x="547128" y="137160"/>
                </a:lnTo>
                <a:lnTo>
                  <a:pt x="611136" y="137160"/>
                </a:lnTo>
                <a:close/>
              </a:path>
              <a:path w="841375" h="405764">
                <a:moveTo>
                  <a:pt x="615708" y="294132"/>
                </a:moveTo>
                <a:lnTo>
                  <a:pt x="608088" y="294132"/>
                </a:lnTo>
                <a:lnTo>
                  <a:pt x="603224" y="310997"/>
                </a:lnTo>
                <a:lnTo>
                  <a:pt x="597801" y="324993"/>
                </a:lnTo>
                <a:lnTo>
                  <a:pt x="591807" y="336118"/>
                </a:lnTo>
                <a:lnTo>
                  <a:pt x="585228" y="344424"/>
                </a:lnTo>
                <a:lnTo>
                  <a:pt x="579132" y="350520"/>
                </a:lnTo>
                <a:lnTo>
                  <a:pt x="574560" y="356616"/>
                </a:lnTo>
                <a:lnTo>
                  <a:pt x="574560" y="362712"/>
                </a:lnTo>
                <a:lnTo>
                  <a:pt x="576084" y="364236"/>
                </a:lnTo>
                <a:lnTo>
                  <a:pt x="579132" y="365760"/>
                </a:lnTo>
                <a:lnTo>
                  <a:pt x="580656" y="365760"/>
                </a:lnTo>
                <a:lnTo>
                  <a:pt x="585228" y="367284"/>
                </a:lnTo>
                <a:lnTo>
                  <a:pt x="592848" y="367284"/>
                </a:lnTo>
                <a:lnTo>
                  <a:pt x="597420" y="365760"/>
                </a:lnTo>
                <a:lnTo>
                  <a:pt x="601992" y="365760"/>
                </a:lnTo>
                <a:lnTo>
                  <a:pt x="615467" y="327088"/>
                </a:lnTo>
                <a:lnTo>
                  <a:pt x="615581" y="320040"/>
                </a:lnTo>
                <a:lnTo>
                  <a:pt x="615708" y="294132"/>
                </a:lnTo>
                <a:close/>
              </a:path>
              <a:path w="841375" h="405764">
                <a:moveTo>
                  <a:pt x="733056" y="289560"/>
                </a:moveTo>
                <a:lnTo>
                  <a:pt x="702970" y="258991"/>
                </a:lnTo>
                <a:lnTo>
                  <a:pt x="687336" y="248412"/>
                </a:lnTo>
                <a:lnTo>
                  <a:pt x="682764" y="251460"/>
                </a:lnTo>
                <a:lnTo>
                  <a:pt x="692188" y="265747"/>
                </a:lnTo>
                <a:lnTo>
                  <a:pt x="699909" y="278892"/>
                </a:lnTo>
                <a:lnTo>
                  <a:pt x="705904" y="290893"/>
                </a:lnTo>
                <a:lnTo>
                  <a:pt x="710196" y="301752"/>
                </a:lnTo>
                <a:lnTo>
                  <a:pt x="713244" y="312420"/>
                </a:lnTo>
                <a:lnTo>
                  <a:pt x="716292" y="316992"/>
                </a:lnTo>
                <a:lnTo>
                  <a:pt x="720864" y="316992"/>
                </a:lnTo>
                <a:lnTo>
                  <a:pt x="723912" y="313944"/>
                </a:lnTo>
                <a:lnTo>
                  <a:pt x="726960" y="307848"/>
                </a:lnTo>
                <a:lnTo>
                  <a:pt x="731532" y="301752"/>
                </a:lnTo>
                <a:lnTo>
                  <a:pt x="733056" y="297180"/>
                </a:lnTo>
                <a:lnTo>
                  <a:pt x="733056" y="289560"/>
                </a:lnTo>
                <a:close/>
              </a:path>
              <a:path w="841375" h="405764">
                <a:moveTo>
                  <a:pt x="794016" y="362712"/>
                </a:moveTo>
                <a:lnTo>
                  <a:pt x="775919" y="327088"/>
                </a:lnTo>
                <a:lnTo>
                  <a:pt x="775728" y="306324"/>
                </a:lnTo>
                <a:lnTo>
                  <a:pt x="768108" y="306324"/>
                </a:lnTo>
                <a:lnTo>
                  <a:pt x="763536" y="344424"/>
                </a:lnTo>
                <a:lnTo>
                  <a:pt x="745248" y="367284"/>
                </a:lnTo>
                <a:lnTo>
                  <a:pt x="696480" y="367284"/>
                </a:lnTo>
                <a:lnTo>
                  <a:pt x="685355" y="366102"/>
                </a:lnTo>
                <a:lnTo>
                  <a:pt x="677240" y="362331"/>
                </a:lnTo>
                <a:lnTo>
                  <a:pt x="672261" y="355714"/>
                </a:lnTo>
                <a:lnTo>
                  <a:pt x="670572" y="345948"/>
                </a:lnTo>
                <a:lnTo>
                  <a:pt x="670572" y="304800"/>
                </a:lnTo>
                <a:lnTo>
                  <a:pt x="682764" y="294132"/>
                </a:lnTo>
                <a:lnTo>
                  <a:pt x="646188" y="278892"/>
                </a:lnTo>
                <a:lnTo>
                  <a:pt x="647065" y="296608"/>
                </a:lnTo>
                <a:lnTo>
                  <a:pt x="647534" y="317207"/>
                </a:lnTo>
                <a:lnTo>
                  <a:pt x="647649" y="330708"/>
                </a:lnTo>
                <a:lnTo>
                  <a:pt x="647712" y="356616"/>
                </a:lnTo>
                <a:lnTo>
                  <a:pt x="649681" y="368858"/>
                </a:lnTo>
                <a:lnTo>
                  <a:pt x="655523" y="377952"/>
                </a:lnTo>
                <a:lnTo>
                  <a:pt x="665060" y="383628"/>
                </a:lnTo>
                <a:lnTo>
                  <a:pt x="678192" y="385572"/>
                </a:lnTo>
                <a:lnTo>
                  <a:pt x="752868" y="385572"/>
                </a:lnTo>
                <a:lnTo>
                  <a:pt x="767435" y="385864"/>
                </a:lnTo>
                <a:lnTo>
                  <a:pt x="779157" y="382143"/>
                </a:lnTo>
                <a:lnTo>
                  <a:pt x="788009" y="374434"/>
                </a:lnTo>
                <a:lnTo>
                  <a:pt x="791667" y="367284"/>
                </a:lnTo>
                <a:lnTo>
                  <a:pt x="794016" y="362712"/>
                </a:lnTo>
                <a:close/>
              </a:path>
              <a:path w="841375" h="405764">
                <a:moveTo>
                  <a:pt x="824496" y="128016"/>
                </a:moveTo>
                <a:lnTo>
                  <a:pt x="795540" y="108204"/>
                </a:lnTo>
                <a:lnTo>
                  <a:pt x="783348" y="124968"/>
                </a:lnTo>
                <a:lnTo>
                  <a:pt x="719340" y="124968"/>
                </a:lnTo>
                <a:lnTo>
                  <a:pt x="749338" y="87249"/>
                </a:lnTo>
                <a:lnTo>
                  <a:pt x="779653" y="64008"/>
                </a:lnTo>
                <a:lnTo>
                  <a:pt x="783348" y="62484"/>
                </a:lnTo>
                <a:lnTo>
                  <a:pt x="773658" y="53340"/>
                </a:lnTo>
                <a:lnTo>
                  <a:pt x="755916" y="36576"/>
                </a:lnTo>
                <a:lnTo>
                  <a:pt x="740676" y="53340"/>
                </a:lnTo>
                <a:lnTo>
                  <a:pt x="672096" y="53340"/>
                </a:lnTo>
                <a:lnTo>
                  <a:pt x="681850" y="41059"/>
                </a:lnTo>
                <a:lnTo>
                  <a:pt x="690765" y="31623"/>
                </a:lnTo>
                <a:lnTo>
                  <a:pt x="699096" y="25057"/>
                </a:lnTo>
                <a:lnTo>
                  <a:pt x="707148" y="21336"/>
                </a:lnTo>
                <a:lnTo>
                  <a:pt x="675144" y="0"/>
                </a:lnTo>
                <a:lnTo>
                  <a:pt x="669975" y="14008"/>
                </a:lnTo>
                <a:lnTo>
                  <a:pt x="663524" y="28575"/>
                </a:lnTo>
                <a:lnTo>
                  <a:pt x="655637" y="43726"/>
                </a:lnTo>
                <a:lnTo>
                  <a:pt x="646188" y="59436"/>
                </a:lnTo>
                <a:lnTo>
                  <a:pt x="637019" y="74866"/>
                </a:lnTo>
                <a:lnTo>
                  <a:pt x="627710" y="89154"/>
                </a:lnTo>
                <a:lnTo>
                  <a:pt x="618109" y="102298"/>
                </a:lnTo>
                <a:lnTo>
                  <a:pt x="608088" y="114300"/>
                </a:lnTo>
                <a:lnTo>
                  <a:pt x="614184" y="118872"/>
                </a:lnTo>
                <a:lnTo>
                  <a:pt x="627875" y="106870"/>
                </a:lnTo>
                <a:lnTo>
                  <a:pt x="641426" y="93726"/>
                </a:lnTo>
                <a:lnTo>
                  <a:pt x="654685" y="79438"/>
                </a:lnTo>
                <a:lnTo>
                  <a:pt x="667524" y="64008"/>
                </a:lnTo>
                <a:lnTo>
                  <a:pt x="742200" y="64008"/>
                </a:lnTo>
                <a:lnTo>
                  <a:pt x="708672" y="124968"/>
                </a:lnTo>
                <a:lnTo>
                  <a:pt x="614184" y="124968"/>
                </a:lnTo>
                <a:lnTo>
                  <a:pt x="629424" y="140208"/>
                </a:lnTo>
                <a:lnTo>
                  <a:pt x="638848" y="138214"/>
                </a:lnTo>
                <a:lnTo>
                  <a:pt x="648855" y="136779"/>
                </a:lnTo>
                <a:lnTo>
                  <a:pt x="659422" y="135928"/>
                </a:lnTo>
                <a:lnTo>
                  <a:pt x="670572" y="135636"/>
                </a:lnTo>
                <a:lnTo>
                  <a:pt x="787920" y="135636"/>
                </a:lnTo>
                <a:lnTo>
                  <a:pt x="787920" y="176784"/>
                </a:lnTo>
                <a:lnTo>
                  <a:pt x="630948" y="176784"/>
                </a:lnTo>
                <a:lnTo>
                  <a:pt x="646188" y="193548"/>
                </a:lnTo>
                <a:lnTo>
                  <a:pt x="656488" y="190677"/>
                </a:lnTo>
                <a:lnTo>
                  <a:pt x="666953" y="188785"/>
                </a:lnTo>
                <a:lnTo>
                  <a:pt x="677684" y="187769"/>
                </a:lnTo>
                <a:lnTo>
                  <a:pt x="688860" y="187452"/>
                </a:lnTo>
                <a:lnTo>
                  <a:pt x="787920" y="187452"/>
                </a:lnTo>
                <a:lnTo>
                  <a:pt x="787920" y="227076"/>
                </a:lnTo>
                <a:lnTo>
                  <a:pt x="614184" y="227076"/>
                </a:lnTo>
                <a:lnTo>
                  <a:pt x="629424" y="243840"/>
                </a:lnTo>
                <a:lnTo>
                  <a:pt x="638848" y="240969"/>
                </a:lnTo>
                <a:lnTo>
                  <a:pt x="648855" y="239077"/>
                </a:lnTo>
                <a:lnTo>
                  <a:pt x="659422" y="238061"/>
                </a:lnTo>
                <a:lnTo>
                  <a:pt x="670572" y="237744"/>
                </a:lnTo>
                <a:lnTo>
                  <a:pt x="787920" y="237744"/>
                </a:lnTo>
                <a:lnTo>
                  <a:pt x="787920" y="260604"/>
                </a:lnTo>
                <a:lnTo>
                  <a:pt x="812304" y="249936"/>
                </a:lnTo>
                <a:lnTo>
                  <a:pt x="810945" y="208026"/>
                </a:lnTo>
                <a:lnTo>
                  <a:pt x="810780" y="140208"/>
                </a:lnTo>
                <a:lnTo>
                  <a:pt x="815924" y="135636"/>
                </a:lnTo>
                <a:lnTo>
                  <a:pt x="824496" y="128016"/>
                </a:lnTo>
                <a:close/>
              </a:path>
              <a:path w="841375" h="405764">
                <a:moveTo>
                  <a:pt x="841260" y="341376"/>
                </a:moveTo>
                <a:lnTo>
                  <a:pt x="818349" y="308851"/>
                </a:lnTo>
                <a:lnTo>
                  <a:pt x="787920" y="289560"/>
                </a:lnTo>
                <a:lnTo>
                  <a:pt x="783348" y="294132"/>
                </a:lnTo>
                <a:lnTo>
                  <a:pt x="791654" y="304990"/>
                </a:lnTo>
                <a:lnTo>
                  <a:pt x="798398" y="314706"/>
                </a:lnTo>
                <a:lnTo>
                  <a:pt x="817372" y="351282"/>
                </a:lnTo>
                <a:lnTo>
                  <a:pt x="819924" y="358140"/>
                </a:lnTo>
                <a:lnTo>
                  <a:pt x="824496" y="367284"/>
                </a:lnTo>
                <a:lnTo>
                  <a:pt x="829068" y="367284"/>
                </a:lnTo>
                <a:lnTo>
                  <a:pt x="830592" y="364236"/>
                </a:lnTo>
                <a:lnTo>
                  <a:pt x="835164" y="356616"/>
                </a:lnTo>
                <a:lnTo>
                  <a:pt x="839736" y="350520"/>
                </a:lnTo>
                <a:lnTo>
                  <a:pt x="841260" y="345948"/>
                </a:lnTo>
                <a:lnTo>
                  <a:pt x="841260" y="341376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" name="object 17"/>
          <p:cNvSpPr/>
          <p:nvPr/>
        </p:nvSpPr>
        <p:spPr>
          <a:xfrm>
            <a:off x="3023615" y="2901696"/>
            <a:ext cx="388620" cy="405765"/>
          </a:xfrm>
          <a:custGeom>
            <a:avLst/>
            <a:gdLst/>
            <a:ahLst/>
            <a:cxnLst/>
            <a:rect l="l" t="t" r="r" b="b"/>
            <a:pathLst>
              <a:path w="388620" h="405764">
                <a:moveTo>
                  <a:pt x="199644" y="71627"/>
                </a:moveTo>
                <a:lnTo>
                  <a:pt x="193548" y="71627"/>
                </a:lnTo>
                <a:lnTo>
                  <a:pt x="190500" y="65531"/>
                </a:lnTo>
                <a:lnTo>
                  <a:pt x="188976" y="54863"/>
                </a:lnTo>
                <a:lnTo>
                  <a:pt x="185547" y="43124"/>
                </a:lnTo>
                <a:lnTo>
                  <a:pt x="179832" y="30670"/>
                </a:lnTo>
                <a:lnTo>
                  <a:pt x="171831" y="17359"/>
                </a:lnTo>
                <a:lnTo>
                  <a:pt x="161544" y="3048"/>
                </a:lnTo>
                <a:lnTo>
                  <a:pt x="166116" y="0"/>
                </a:lnTo>
                <a:lnTo>
                  <a:pt x="201263" y="20788"/>
                </a:lnTo>
                <a:lnTo>
                  <a:pt x="216408" y="39624"/>
                </a:lnTo>
                <a:lnTo>
                  <a:pt x="216408" y="50291"/>
                </a:lnTo>
                <a:lnTo>
                  <a:pt x="213360" y="56387"/>
                </a:lnTo>
                <a:lnTo>
                  <a:pt x="207264" y="62483"/>
                </a:lnTo>
                <a:lnTo>
                  <a:pt x="202692" y="68579"/>
                </a:lnTo>
                <a:lnTo>
                  <a:pt x="199644" y="71627"/>
                </a:lnTo>
                <a:close/>
              </a:path>
              <a:path w="388620" h="405764">
                <a:moveTo>
                  <a:pt x="36576" y="138683"/>
                </a:moveTo>
                <a:lnTo>
                  <a:pt x="28956" y="138683"/>
                </a:lnTo>
                <a:lnTo>
                  <a:pt x="24384" y="137159"/>
                </a:lnTo>
                <a:lnTo>
                  <a:pt x="19812" y="134111"/>
                </a:lnTo>
                <a:lnTo>
                  <a:pt x="16764" y="131063"/>
                </a:lnTo>
                <a:lnTo>
                  <a:pt x="13716" y="129539"/>
                </a:lnTo>
                <a:lnTo>
                  <a:pt x="13716" y="123443"/>
                </a:lnTo>
                <a:lnTo>
                  <a:pt x="18288" y="117347"/>
                </a:lnTo>
                <a:lnTo>
                  <a:pt x="27432" y="109727"/>
                </a:lnTo>
                <a:lnTo>
                  <a:pt x="35742" y="100274"/>
                </a:lnTo>
                <a:lnTo>
                  <a:pt x="42481" y="87820"/>
                </a:lnTo>
                <a:lnTo>
                  <a:pt x="47791" y="72223"/>
                </a:lnTo>
                <a:lnTo>
                  <a:pt x="51816" y="53339"/>
                </a:lnTo>
                <a:lnTo>
                  <a:pt x="59436" y="53339"/>
                </a:lnTo>
                <a:lnTo>
                  <a:pt x="59436" y="76200"/>
                </a:lnTo>
                <a:lnTo>
                  <a:pt x="368410" y="76200"/>
                </a:lnTo>
                <a:lnTo>
                  <a:pt x="377223" y="86867"/>
                </a:lnTo>
                <a:lnTo>
                  <a:pt x="59436" y="86867"/>
                </a:lnTo>
                <a:lnTo>
                  <a:pt x="59721" y="104298"/>
                </a:lnTo>
                <a:lnTo>
                  <a:pt x="58293" y="117728"/>
                </a:lnTo>
                <a:lnTo>
                  <a:pt x="55149" y="127158"/>
                </a:lnTo>
                <a:lnTo>
                  <a:pt x="50292" y="132587"/>
                </a:lnTo>
                <a:lnTo>
                  <a:pt x="42672" y="137159"/>
                </a:lnTo>
                <a:lnTo>
                  <a:pt x="36576" y="138683"/>
                </a:lnTo>
                <a:close/>
              </a:path>
              <a:path w="388620" h="405764">
                <a:moveTo>
                  <a:pt x="368410" y="76200"/>
                </a:moveTo>
                <a:lnTo>
                  <a:pt x="332232" y="76200"/>
                </a:lnTo>
                <a:lnTo>
                  <a:pt x="352044" y="56387"/>
                </a:lnTo>
                <a:lnTo>
                  <a:pt x="368410" y="76200"/>
                </a:lnTo>
                <a:close/>
              </a:path>
              <a:path w="388620" h="405764">
                <a:moveTo>
                  <a:pt x="318516" y="134111"/>
                </a:moveTo>
                <a:lnTo>
                  <a:pt x="313944" y="129539"/>
                </a:lnTo>
                <a:lnTo>
                  <a:pt x="335280" y="86867"/>
                </a:lnTo>
                <a:lnTo>
                  <a:pt x="377223" y="86867"/>
                </a:lnTo>
                <a:lnTo>
                  <a:pt x="381000" y="91439"/>
                </a:lnTo>
                <a:lnTo>
                  <a:pt x="367807" y="94035"/>
                </a:lnTo>
                <a:lnTo>
                  <a:pt x="353187" y="101917"/>
                </a:lnTo>
                <a:lnTo>
                  <a:pt x="336851" y="115228"/>
                </a:lnTo>
                <a:lnTo>
                  <a:pt x="318516" y="134111"/>
                </a:lnTo>
                <a:close/>
              </a:path>
              <a:path w="388620" h="405764">
                <a:moveTo>
                  <a:pt x="44196" y="175259"/>
                </a:moveTo>
                <a:lnTo>
                  <a:pt x="27432" y="160019"/>
                </a:lnTo>
                <a:lnTo>
                  <a:pt x="298704" y="160019"/>
                </a:lnTo>
                <a:lnTo>
                  <a:pt x="323088" y="135635"/>
                </a:lnTo>
                <a:lnTo>
                  <a:pt x="358140" y="170687"/>
                </a:lnTo>
                <a:lnTo>
                  <a:pt x="85344" y="170687"/>
                </a:lnTo>
                <a:lnTo>
                  <a:pt x="74199" y="170973"/>
                </a:lnTo>
                <a:lnTo>
                  <a:pt x="63627" y="171830"/>
                </a:lnTo>
                <a:lnTo>
                  <a:pt x="53625" y="173259"/>
                </a:lnTo>
                <a:lnTo>
                  <a:pt x="44196" y="175259"/>
                </a:lnTo>
                <a:close/>
              </a:path>
              <a:path w="388620" h="405764">
                <a:moveTo>
                  <a:pt x="207264" y="348996"/>
                </a:moveTo>
                <a:lnTo>
                  <a:pt x="182880" y="348996"/>
                </a:lnTo>
                <a:lnTo>
                  <a:pt x="182880" y="170687"/>
                </a:lnTo>
                <a:lnTo>
                  <a:pt x="207264" y="170687"/>
                </a:lnTo>
                <a:lnTo>
                  <a:pt x="207264" y="256031"/>
                </a:lnTo>
                <a:lnTo>
                  <a:pt x="331796" y="256031"/>
                </a:lnTo>
                <a:lnTo>
                  <a:pt x="341376" y="265175"/>
                </a:lnTo>
                <a:lnTo>
                  <a:pt x="207264" y="265175"/>
                </a:lnTo>
                <a:lnTo>
                  <a:pt x="207264" y="348996"/>
                </a:lnTo>
                <a:close/>
              </a:path>
              <a:path w="388620" h="405764">
                <a:moveTo>
                  <a:pt x="3048" y="405384"/>
                </a:moveTo>
                <a:lnTo>
                  <a:pt x="0" y="399287"/>
                </a:lnTo>
                <a:lnTo>
                  <a:pt x="16002" y="384143"/>
                </a:lnTo>
                <a:lnTo>
                  <a:pt x="29718" y="368427"/>
                </a:lnTo>
                <a:lnTo>
                  <a:pt x="50292" y="335280"/>
                </a:lnTo>
                <a:lnTo>
                  <a:pt x="70651" y="285988"/>
                </a:lnTo>
                <a:lnTo>
                  <a:pt x="79057" y="237553"/>
                </a:lnTo>
                <a:lnTo>
                  <a:pt x="82296" y="204215"/>
                </a:lnTo>
                <a:lnTo>
                  <a:pt x="123444" y="225551"/>
                </a:lnTo>
                <a:lnTo>
                  <a:pt x="109728" y="237743"/>
                </a:lnTo>
                <a:lnTo>
                  <a:pt x="106560" y="248864"/>
                </a:lnTo>
                <a:lnTo>
                  <a:pt x="103822" y="259270"/>
                </a:lnTo>
                <a:lnTo>
                  <a:pt x="101369" y="268819"/>
                </a:lnTo>
                <a:lnTo>
                  <a:pt x="99060" y="277367"/>
                </a:lnTo>
                <a:lnTo>
                  <a:pt x="106387" y="288035"/>
                </a:lnTo>
                <a:lnTo>
                  <a:pt x="96012" y="288035"/>
                </a:lnTo>
                <a:lnTo>
                  <a:pt x="87749" y="307490"/>
                </a:lnTo>
                <a:lnTo>
                  <a:pt x="60960" y="353568"/>
                </a:lnTo>
                <a:lnTo>
                  <a:pt x="21312" y="391929"/>
                </a:lnTo>
                <a:lnTo>
                  <a:pt x="3048" y="405384"/>
                </a:lnTo>
                <a:close/>
              </a:path>
              <a:path w="388620" h="405764">
                <a:moveTo>
                  <a:pt x="331796" y="256031"/>
                </a:moveTo>
                <a:lnTo>
                  <a:pt x="284988" y="256031"/>
                </a:lnTo>
                <a:lnTo>
                  <a:pt x="307847" y="233171"/>
                </a:lnTo>
                <a:lnTo>
                  <a:pt x="331796" y="256031"/>
                </a:lnTo>
                <a:close/>
              </a:path>
              <a:path w="388620" h="405764">
                <a:moveTo>
                  <a:pt x="352044" y="394716"/>
                </a:moveTo>
                <a:lnTo>
                  <a:pt x="309419" y="393239"/>
                </a:lnTo>
                <a:lnTo>
                  <a:pt x="241887" y="387429"/>
                </a:lnTo>
                <a:lnTo>
                  <a:pt x="195572" y="377094"/>
                </a:lnTo>
                <a:lnTo>
                  <a:pt x="159615" y="361092"/>
                </a:lnTo>
                <a:lnTo>
                  <a:pt x="119824" y="322707"/>
                </a:lnTo>
                <a:lnTo>
                  <a:pt x="96012" y="288035"/>
                </a:lnTo>
                <a:lnTo>
                  <a:pt x="106387" y="288035"/>
                </a:lnTo>
                <a:lnTo>
                  <a:pt x="108251" y="290750"/>
                </a:lnTo>
                <a:lnTo>
                  <a:pt x="117729" y="303275"/>
                </a:lnTo>
                <a:lnTo>
                  <a:pt x="150090" y="332922"/>
                </a:lnTo>
                <a:lnTo>
                  <a:pt x="182880" y="348996"/>
                </a:lnTo>
                <a:lnTo>
                  <a:pt x="207264" y="348996"/>
                </a:lnTo>
                <a:lnTo>
                  <a:pt x="207264" y="356616"/>
                </a:lnTo>
                <a:lnTo>
                  <a:pt x="231267" y="359735"/>
                </a:lnTo>
                <a:lnTo>
                  <a:pt x="255270" y="362140"/>
                </a:lnTo>
                <a:lnTo>
                  <a:pt x="279273" y="363688"/>
                </a:lnTo>
                <a:lnTo>
                  <a:pt x="303276" y="364236"/>
                </a:lnTo>
                <a:lnTo>
                  <a:pt x="388620" y="364236"/>
                </a:lnTo>
                <a:lnTo>
                  <a:pt x="388620" y="367284"/>
                </a:lnTo>
                <a:lnTo>
                  <a:pt x="375189" y="370713"/>
                </a:lnTo>
                <a:lnTo>
                  <a:pt x="364617" y="376428"/>
                </a:lnTo>
                <a:lnTo>
                  <a:pt x="356901" y="384429"/>
                </a:lnTo>
                <a:lnTo>
                  <a:pt x="352044" y="394716"/>
                </a:lnTo>
                <a:close/>
              </a:path>
              <a:path w="388620" h="405764">
                <a:moveTo>
                  <a:pt x="388620" y="364236"/>
                </a:moveTo>
                <a:lnTo>
                  <a:pt x="303276" y="364236"/>
                </a:lnTo>
                <a:lnTo>
                  <a:pt x="347662" y="362521"/>
                </a:lnTo>
                <a:lnTo>
                  <a:pt x="368641" y="361449"/>
                </a:lnTo>
                <a:lnTo>
                  <a:pt x="388620" y="359664"/>
                </a:lnTo>
                <a:lnTo>
                  <a:pt x="388620" y="364236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" name="object 18"/>
          <p:cNvSpPr/>
          <p:nvPr/>
        </p:nvSpPr>
        <p:spPr>
          <a:xfrm>
            <a:off x="3493008" y="2912363"/>
            <a:ext cx="347980" cy="388620"/>
          </a:xfrm>
          <a:custGeom>
            <a:avLst/>
            <a:gdLst/>
            <a:ahLst/>
            <a:cxnLst/>
            <a:rect l="l" t="t" r="r" b="b"/>
            <a:pathLst>
              <a:path w="347979" h="388620">
                <a:moveTo>
                  <a:pt x="341920" y="16764"/>
                </a:moveTo>
                <a:lnTo>
                  <a:pt x="307848" y="16764"/>
                </a:lnTo>
                <a:lnTo>
                  <a:pt x="321564" y="0"/>
                </a:lnTo>
                <a:lnTo>
                  <a:pt x="341920" y="16764"/>
                </a:lnTo>
                <a:close/>
              </a:path>
              <a:path w="347979" h="388620">
                <a:moveTo>
                  <a:pt x="0" y="388620"/>
                </a:moveTo>
                <a:lnTo>
                  <a:pt x="881" y="371736"/>
                </a:lnTo>
                <a:lnTo>
                  <a:pt x="1333" y="355282"/>
                </a:lnTo>
                <a:lnTo>
                  <a:pt x="1414" y="347472"/>
                </a:lnTo>
                <a:lnTo>
                  <a:pt x="1500" y="54887"/>
                </a:lnTo>
                <a:lnTo>
                  <a:pt x="1333" y="39052"/>
                </a:lnTo>
                <a:lnTo>
                  <a:pt x="881" y="21216"/>
                </a:lnTo>
                <a:lnTo>
                  <a:pt x="0" y="1524"/>
                </a:lnTo>
                <a:lnTo>
                  <a:pt x="25908" y="16764"/>
                </a:lnTo>
                <a:lnTo>
                  <a:pt x="341920" y="16764"/>
                </a:lnTo>
                <a:lnTo>
                  <a:pt x="347472" y="21336"/>
                </a:lnTo>
                <a:lnTo>
                  <a:pt x="340505" y="27432"/>
                </a:lnTo>
                <a:lnTo>
                  <a:pt x="25908" y="27432"/>
                </a:lnTo>
                <a:lnTo>
                  <a:pt x="25908" y="347472"/>
                </a:lnTo>
                <a:lnTo>
                  <a:pt x="336078" y="347472"/>
                </a:lnTo>
                <a:lnTo>
                  <a:pt x="336482" y="358140"/>
                </a:lnTo>
                <a:lnTo>
                  <a:pt x="25908" y="358140"/>
                </a:lnTo>
                <a:lnTo>
                  <a:pt x="25908" y="377952"/>
                </a:lnTo>
                <a:lnTo>
                  <a:pt x="0" y="388620"/>
                </a:lnTo>
                <a:close/>
              </a:path>
              <a:path w="347979" h="388620">
                <a:moveTo>
                  <a:pt x="336078" y="347472"/>
                </a:moveTo>
                <a:lnTo>
                  <a:pt x="310895" y="347472"/>
                </a:lnTo>
                <a:lnTo>
                  <a:pt x="310895" y="27432"/>
                </a:lnTo>
                <a:lnTo>
                  <a:pt x="340505" y="27432"/>
                </a:lnTo>
                <a:lnTo>
                  <a:pt x="335280" y="32004"/>
                </a:lnTo>
                <a:lnTo>
                  <a:pt x="335310" y="323088"/>
                </a:lnTo>
                <a:lnTo>
                  <a:pt x="335518" y="333541"/>
                </a:lnTo>
                <a:lnTo>
                  <a:pt x="336078" y="347472"/>
                </a:lnTo>
                <a:close/>
              </a:path>
              <a:path w="347979" h="388620">
                <a:moveTo>
                  <a:pt x="176784" y="132588"/>
                </a:moveTo>
                <a:lnTo>
                  <a:pt x="152400" y="132588"/>
                </a:lnTo>
                <a:lnTo>
                  <a:pt x="152314" y="76200"/>
                </a:lnTo>
                <a:lnTo>
                  <a:pt x="152202" y="68580"/>
                </a:lnTo>
                <a:lnTo>
                  <a:pt x="151757" y="56078"/>
                </a:lnTo>
                <a:lnTo>
                  <a:pt x="150876" y="42672"/>
                </a:lnTo>
                <a:lnTo>
                  <a:pt x="193548" y="62484"/>
                </a:lnTo>
                <a:lnTo>
                  <a:pt x="176784" y="76200"/>
                </a:lnTo>
                <a:lnTo>
                  <a:pt x="176784" y="132588"/>
                </a:lnTo>
                <a:close/>
              </a:path>
              <a:path w="347979" h="388620">
                <a:moveTo>
                  <a:pt x="60960" y="149352"/>
                </a:moveTo>
                <a:lnTo>
                  <a:pt x="45720" y="132588"/>
                </a:lnTo>
                <a:lnTo>
                  <a:pt x="237744" y="132588"/>
                </a:lnTo>
                <a:lnTo>
                  <a:pt x="260604" y="111252"/>
                </a:lnTo>
                <a:lnTo>
                  <a:pt x="294132" y="143256"/>
                </a:lnTo>
                <a:lnTo>
                  <a:pt x="102108" y="143256"/>
                </a:lnTo>
                <a:lnTo>
                  <a:pt x="91606" y="143565"/>
                </a:lnTo>
                <a:lnTo>
                  <a:pt x="80962" y="144589"/>
                </a:lnTo>
                <a:lnTo>
                  <a:pt x="70604" y="146470"/>
                </a:lnTo>
                <a:lnTo>
                  <a:pt x="60960" y="149352"/>
                </a:lnTo>
                <a:close/>
              </a:path>
              <a:path w="347979" h="388620">
                <a:moveTo>
                  <a:pt x="50292" y="323088"/>
                </a:moveTo>
                <a:lnTo>
                  <a:pt x="47244" y="316992"/>
                </a:lnTo>
                <a:lnTo>
                  <a:pt x="69199" y="303323"/>
                </a:lnTo>
                <a:lnTo>
                  <a:pt x="89154" y="287655"/>
                </a:lnTo>
                <a:lnTo>
                  <a:pt x="121920" y="251459"/>
                </a:lnTo>
                <a:lnTo>
                  <a:pt x="143446" y="203644"/>
                </a:lnTo>
                <a:lnTo>
                  <a:pt x="152400" y="143256"/>
                </a:lnTo>
                <a:lnTo>
                  <a:pt x="176784" y="143256"/>
                </a:lnTo>
                <a:lnTo>
                  <a:pt x="176522" y="154424"/>
                </a:lnTo>
                <a:lnTo>
                  <a:pt x="175831" y="165163"/>
                </a:lnTo>
                <a:lnTo>
                  <a:pt x="174855" y="175617"/>
                </a:lnTo>
                <a:lnTo>
                  <a:pt x="173736" y="185928"/>
                </a:lnTo>
                <a:lnTo>
                  <a:pt x="186015" y="193548"/>
                </a:lnTo>
                <a:lnTo>
                  <a:pt x="172212" y="193548"/>
                </a:lnTo>
                <a:lnTo>
                  <a:pt x="165592" y="214455"/>
                </a:lnTo>
                <a:lnTo>
                  <a:pt x="156972" y="233934"/>
                </a:lnTo>
                <a:lnTo>
                  <a:pt x="132588" y="269747"/>
                </a:lnTo>
                <a:lnTo>
                  <a:pt x="97155" y="299275"/>
                </a:lnTo>
                <a:lnTo>
                  <a:pt x="75152" y="311967"/>
                </a:lnTo>
                <a:lnTo>
                  <a:pt x="50292" y="323088"/>
                </a:lnTo>
                <a:close/>
              </a:path>
              <a:path w="347979" h="388620">
                <a:moveTo>
                  <a:pt x="257556" y="307847"/>
                </a:moveTo>
                <a:lnTo>
                  <a:pt x="256032" y="307847"/>
                </a:lnTo>
                <a:lnTo>
                  <a:pt x="252317" y="306133"/>
                </a:lnTo>
                <a:lnTo>
                  <a:pt x="248031" y="300990"/>
                </a:lnTo>
                <a:lnTo>
                  <a:pt x="243173" y="292417"/>
                </a:lnTo>
                <a:lnTo>
                  <a:pt x="237744" y="280416"/>
                </a:lnTo>
                <a:lnTo>
                  <a:pt x="228576" y="262985"/>
                </a:lnTo>
                <a:lnTo>
                  <a:pt x="214693" y="242697"/>
                </a:lnTo>
                <a:lnTo>
                  <a:pt x="195953" y="219551"/>
                </a:lnTo>
                <a:lnTo>
                  <a:pt x="172212" y="193548"/>
                </a:lnTo>
                <a:lnTo>
                  <a:pt x="186015" y="193548"/>
                </a:lnTo>
                <a:lnTo>
                  <a:pt x="233100" y="226647"/>
                </a:lnTo>
                <a:lnTo>
                  <a:pt x="262699" y="257175"/>
                </a:lnTo>
                <a:lnTo>
                  <a:pt x="270319" y="282630"/>
                </a:lnTo>
                <a:lnTo>
                  <a:pt x="269748" y="289369"/>
                </a:lnTo>
                <a:lnTo>
                  <a:pt x="268033" y="294679"/>
                </a:lnTo>
                <a:lnTo>
                  <a:pt x="265176" y="298704"/>
                </a:lnTo>
                <a:lnTo>
                  <a:pt x="260604" y="304800"/>
                </a:lnTo>
                <a:lnTo>
                  <a:pt x="257556" y="307847"/>
                </a:lnTo>
                <a:close/>
              </a:path>
              <a:path w="347979" h="388620">
                <a:moveTo>
                  <a:pt x="310895" y="387096"/>
                </a:moveTo>
                <a:lnTo>
                  <a:pt x="310895" y="358140"/>
                </a:lnTo>
                <a:lnTo>
                  <a:pt x="336482" y="358140"/>
                </a:lnTo>
                <a:lnTo>
                  <a:pt x="336565" y="360354"/>
                </a:lnTo>
                <a:lnTo>
                  <a:pt x="336804" y="374904"/>
                </a:lnTo>
                <a:lnTo>
                  <a:pt x="310895" y="387096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" name="object 19"/>
          <p:cNvSpPr/>
          <p:nvPr/>
        </p:nvSpPr>
        <p:spPr>
          <a:xfrm>
            <a:off x="3909059" y="2897123"/>
            <a:ext cx="401320" cy="411480"/>
          </a:xfrm>
          <a:custGeom>
            <a:avLst/>
            <a:gdLst/>
            <a:ahLst/>
            <a:cxnLst/>
            <a:rect l="l" t="t" r="r" b="b"/>
            <a:pathLst>
              <a:path w="401320" h="411479">
                <a:moveTo>
                  <a:pt x="211836" y="47244"/>
                </a:moveTo>
                <a:lnTo>
                  <a:pt x="187452" y="47244"/>
                </a:lnTo>
                <a:lnTo>
                  <a:pt x="187213" y="33218"/>
                </a:lnTo>
                <a:lnTo>
                  <a:pt x="186690" y="20764"/>
                </a:lnTo>
                <a:lnTo>
                  <a:pt x="186166" y="9739"/>
                </a:lnTo>
                <a:lnTo>
                  <a:pt x="185928" y="0"/>
                </a:lnTo>
                <a:lnTo>
                  <a:pt x="227076" y="16764"/>
                </a:lnTo>
                <a:lnTo>
                  <a:pt x="211836" y="27432"/>
                </a:lnTo>
                <a:lnTo>
                  <a:pt x="211836" y="47244"/>
                </a:lnTo>
                <a:close/>
              </a:path>
              <a:path w="401320" h="411479">
                <a:moveTo>
                  <a:pt x="51816" y="64008"/>
                </a:moveTo>
                <a:lnTo>
                  <a:pt x="36576" y="47244"/>
                </a:lnTo>
                <a:lnTo>
                  <a:pt x="315467" y="47244"/>
                </a:lnTo>
                <a:lnTo>
                  <a:pt x="338328" y="27432"/>
                </a:lnTo>
                <a:lnTo>
                  <a:pt x="370332" y="57912"/>
                </a:lnTo>
                <a:lnTo>
                  <a:pt x="92964" y="57912"/>
                </a:lnTo>
                <a:lnTo>
                  <a:pt x="81819" y="58221"/>
                </a:lnTo>
                <a:lnTo>
                  <a:pt x="71247" y="59245"/>
                </a:lnTo>
                <a:lnTo>
                  <a:pt x="61245" y="61126"/>
                </a:lnTo>
                <a:lnTo>
                  <a:pt x="51816" y="64008"/>
                </a:lnTo>
                <a:close/>
              </a:path>
              <a:path w="401320" h="411479">
                <a:moveTo>
                  <a:pt x="211836" y="96012"/>
                </a:moveTo>
                <a:lnTo>
                  <a:pt x="187452" y="96012"/>
                </a:lnTo>
                <a:lnTo>
                  <a:pt x="187452" y="57912"/>
                </a:lnTo>
                <a:lnTo>
                  <a:pt x="211836" y="57912"/>
                </a:lnTo>
                <a:lnTo>
                  <a:pt x="211836" y="96012"/>
                </a:lnTo>
                <a:close/>
              </a:path>
              <a:path w="401320" h="411479">
                <a:moveTo>
                  <a:pt x="82296" y="112776"/>
                </a:moveTo>
                <a:lnTo>
                  <a:pt x="67056" y="96012"/>
                </a:lnTo>
                <a:lnTo>
                  <a:pt x="284988" y="96012"/>
                </a:lnTo>
                <a:lnTo>
                  <a:pt x="309372" y="77724"/>
                </a:lnTo>
                <a:lnTo>
                  <a:pt x="336804" y="106680"/>
                </a:lnTo>
                <a:lnTo>
                  <a:pt x="124968" y="106680"/>
                </a:lnTo>
                <a:lnTo>
                  <a:pt x="113799" y="106989"/>
                </a:lnTo>
                <a:lnTo>
                  <a:pt x="103060" y="108013"/>
                </a:lnTo>
                <a:lnTo>
                  <a:pt x="92606" y="109894"/>
                </a:lnTo>
                <a:lnTo>
                  <a:pt x="82296" y="112776"/>
                </a:lnTo>
                <a:close/>
              </a:path>
              <a:path w="401320" h="411479">
                <a:moveTo>
                  <a:pt x="211836" y="144780"/>
                </a:moveTo>
                <a:lnTo>
                  <a:pt x="187452" y="144780"/>
                </a:lnTo>
                <a:lnTo>
                  <a:pt x="187452" y="106680"/>
                </a:lnTo>
                <a:lnTo>
                  <a:pt x="211836" y="106680"/>
                </a:lnTo>
                <a:lnTo>
                  <a:pt x="211836" y="144780"/>
                </a:lnTo>
                <a:close/>
              </a:path>
              <a:path w="401320" h="411479">
                <a:moveTo>
                  <a:pt x="15240" y="160020"/>
                </a:moveTo>
                <a:lnTo>
                  <a:pt x="0" y="144780"/>
                </a:lnTo>
                <a:lnTo>
                  <a:pt x="345948" y="144780"/>
                </a:lnTo>
                <a:lnTo>
                  <a:pt x="371856" y="124968"/>
                </a:lnTo>
                <a:lnTo>
                  <a:pt x="400812" y="155448"/>
                </a:lnTo>
                <a:lnTo>
                  <a:pt x="56388" y="155448"/>
                </a:lnTo>
                <a:lnTo>
                  <a:pt x="45243" y="155733"/>
                </a:lnTo>
                <a:lnTo>
                  <a:pt x="34671" y="156591"/>
                </a:lnTo>
                <a:lnTo>
                  <a:pt x="24669" y="158019"/>
                </a:lnTo>
                <a:lnTo>
                  <a:pt x="15240" y="160020"/>
                </a:lnTo>
                <a:close/>
              </a:path>
              <a:path w="401320" h="411479">
                <a:moveTo>
                  <a:pt x="88392" y="236220"/>
                </a:moveTo>
                <a:lnTo>
                  <a:pt x="70104" y="204216"/>
                </a:lnTo>
                <a:lnTo>
                  <a:pt x="80391" y="202239"/>
                </a:lnTo>
                <a:lnTo>
                  <a:pt x="90678" y="198691"/>
                </a:lnTo>
                <a:lnTo>
                  <a:pt x="132969" y="172593"/>
                </a:lnTo>
                <a:lnTo>
                  <a:pt x="152400" y="155448"/>
                </a:lnTo>
                <a:lnTo>
                  <a:pt x="166116" y="155448"/>
                </a:lnTo>
                <a:lnTo>
                  <a:pt x="187452" y="167640"/>
                </a:lnTo>
                <a:lnTo>
                  <a:pt x="179784" y="170235"/>
                </a:lnTo>
                <a:lnTo>
                  <a:pt x="170688" y="173545"/>
                </a:lnTo>
                <a:lnTo>
                  <a:pt x="160448" y="177712"/>
                </a:lnTo>
                <a:lnTo>
                  <a:pt x="149352" y="182880"/>
                </a:lnTo>
                <a:lnTo>
                  <a:pt x="135874" y="189476"/>
                </a:lnTo>
                <a:lnTo>
                  <a:pt x="122682" y="195643"/>
                </a:lnTo>
                <a:lnTo>
                  <a:pt x="109489" y="201525"/>
                </a:lnTo>
                <a:lnTo>
                  <a:pt x="96012" y="207264"/>
                </a:lnTo>
                <a:lnTo>
                  <a:pt x="248487" y="207264"/>
                </a:lnTo>
                <a:lnTo>
                  <a:pt x="240067" y="211836"/>
                </a:lnTo>
                <a:lnTo>
                  <a:pt x="210312" y="211836"/>
                </a:lnTo>
                <a:lnTo>
                  <a:pt x="189666" y="213240"/>
                </a:lnTo>
                <a:lnTo>
                  <a:pt x="137160" y="219456"/>
                </a:lnTo>
                <a:lnTo>
                  <a:pt x="98369" y="231028"/>
                </a:lnTo>
                <a:lnTo>
                  <a:pt x="88392" y="236220"/>
                </a:lnTo>
                <a:close/>
              </a:path>
              <a:path w="401320" h="411479">
                <a:moveTo>
                  <a:pt x="248487" y="207264"/>
                </a:moveTo>
                <a:lnTo>
                  <a:pt x="96012" y="207264"/>
                </a:lnTo>
                <a:lnTo>
                  <a:pt x="217932" y="202692"/>
                </a:lnTo>
                <a:lnTo>
                  <a:pt x="227695" y="194429"/>
                </a:lnTo>
                <a:lnTo>
                  <a:pt x="236601" y="185737"/>
                </a:lnTo>
                <a:lnTo>
                  <a:pt x="244935" y="176760"/>
                </a:lnTo>
                <a:lnTo>
                  <a:pt x="252984" y="167640"/>
                </a:lnTo>
                <a:lnTo>
                  <a:pt x="283464" y="192024"/>
                </a:lnTo>
                <a:lnTo>
                  <a:pt x="274296" y="195191"/>
                </a:lnTo>
                <a:lnTo>
                  <a:pt x="262699" y="200215"/>
                </a:lnTo>
                <a:lnTo>
                  <a:pt x="248487" y="207264"/>
                </a:lnTo>
                <a:close/>
              </a:path>
              <a:path w="401320" h="411479">
                <a:moveTo>
                  <a:pt x="76200" y="312420"/>
                </a:moveTo>
                <a:lnTo>
                  <a:pt x="57912" y="278892"/>
                </a:lnTo>
                <a:lnTo>
                  <a:pt x="68841" y="276915"/>
                </a:lnTo>
                <a:lnTo>
                  <a:pt x="81343" y="273367"/>
                </a:lnTo>
                <a:lnTo>
                  <a:pt x="131659" y="253841"/>
                </a:lnTo>
                <a:lnTo>
                  <a:pt x="180284" y="228695"/>
                </a:lnTo>
                <a:lnTo>
                  <a:pt x="210312" y="211836"/>
                </a:lnTo>
                <a:lnTo>
                  <a:pt x="240067" y="211836"/>
                </a:lnTo>
                <a:lnTo>
                  <a:pt x="231648" y="216408"/>
                </a:lnTo>
                <a:lnTo>
                  <a:pt x="210788" y="228719"/>
                </a:lnTo>
                <a:lnTo>
                  <a:pt x="184785" y="242887"/>
                </a:lnTo>
                <a:lnTo>
                  <a:pt x="153638" y="259056"/>
                </a:lnTo>
                <a:lnTo>
                  <a:pt x="117348" y="277368"/>
                </a:lnTo>
                <a:lnTo>
                  <a:pt x="272796" y="277368"/>
                </a:lnTo>
                <a:lnTo>
                  <a:pt x="211836" y="284988"/>
                </a:lnTo>
                <a:lnTo>
                  <a:pt x="211836" y="286512"/>
                </a:lnTo>
                <a:lnTo>
                  <a:pt x="187452" y="286512"/>
                </a:lnTo>
                <a:lnTo>
                  <a:pt x="136851" y="293393"/>
                </a:lnTo>
                <a:lnTo>
                  <a:pt x="99345" y="302775"/>
                </a:lnTo>
                <a:lnTo>
                  <a:pt x="83343" y="309014"/>
                </a:lnTo>
                <a:lnTo>
                  <a:pt x="76200" y="312420"/>
                </a:lnTo>
                <a:close/>
              </a:path>
              <a:path w="401320" h="411479">
                <a:moveTo>
                  <a:pt x="272796" y="277368"/>
                </a:moveTo>
                <a:lnTo>
                  <a:pt x="117348" y="277368"/>
                </a:lnTo>
                <a:lnTo>
                  <a:pt x="289560" y="265176"/>
                </a:lnTo>
                <a:lnTo>
                  <a:pt x="281273" y="256032"/>
                </a:lnTo>
                <a:lnTo>
                  <a:pt x="272415" y="246888"/>
                </a:lnTo>
                <a:lnTo>
                  <a:pt x="262985" y="237744"/>
                </a:lnTo>
                <a:lnTo>
                  <a:pt x="252984" y="228600"/>
                </a:lnTo>
                <a:lnTo>
                  <a:pt x="256032" y="224028"/>
                </a:lnTo>
                <a:lnTo>
                  <a:pt x="291465" y="241173"/>
                </a:lnTo>
                <a:lnTo>
                  <a:pt x="324326" y="262913"/>
                </a:lnTo>
                <a:lnTo>
                  <a:pt x="332210" y="274320"/>
                </a:lnTo>
                <a:lnTo>
                  <a:pt x="297179" y="274320"/>
                </a:lnTo>
                <a:lnTo>
                  <a:pt x="272796" y="277368"/>
                </a:lnTo>
                <a:close/>
              </a:path>
              <a:path w="401320" h="411479">
                <a:moveTo>
                  <a:pt x="324612" y="307848"/>
                </a:moveTo>
                <a:lnTo>
                  <a:pt x="320040" y="307848"/>
                </a:lnTo>
                <a:lnTo>
                  <a:pt x="316991" y="306324"/>
                </a:lnTo>
                <a:lnTo>
                  <a:pt x="313943" y="300228"/>
                </a:lnTo>
                <a:lnTo>
                  <a:pt x="309595" y="293370"/>
                </a:lnTo>
                <a:lnTo>
                  <a:pt x="305441" y="286512"/>
                </a:lnTo>
                <a:lnTo>
                  <a:pt x="301513" y="280296"/>
                </a:lnTo>
                <a:lnTo>
                  <a:pt x="297179" y="274320"/>
                </a:lnTo>
                <a:lnTo>
                  <a:pt x="332210" y="274320"/>
                </a:lnTo>
                <a:lnTo>
                  <a:pt x="333470" y="277248"/>
                </a:lnTo>
                <a:lnTo>
                  <a:pt x="333756" y="284988"/>
                </a:lnTo>
                <a:lnTo>
                  <a:pt x="333756" y="294132"/>
                </a:lnTo>
                <a:lnTo>
                  <a:pt x="332232" y="300228"/>
                </a:lnTo>
                <a:lnTo>
                  <a:pt x="324612" y="307848"/>
                </a:lnTo>
                <a:close/>
              </a:path>
              <a:path w="401320" h="411479">
                <a:moveTo>
                  <a:pt x="211348" y="371856"/>
                </a:moveTo>
                <a:lnTo>
                  <a:pt x="182880" y="371856"/>
                </a:lnTo>
                <a:lnTo>
                  <a:pt x="187452" y="367284"/>
                </a:lnTo>
                <a:lnTo>
                  <a:pt x="187452" y="286512"/>
                </a:lnTo>
                <a:lnTo>
                  <a:pt x="211836" y="286512"/>
                </a:lnTo>
                <a:lnTo>
                  <a:pt x="211729" y="369474"/>
                </a:lnTo>
                <a:lnTo>
                  <a:pt x="211348" y="371856"/>
                </a:lnTo>
                <a:close/>
              </a:path>
              <a:path w="401320" h="411479">
                <a:moveTo>
                  <a:pt x="12192" y="402336"/>
                </a:moveTo>
                <a:lnTo>
                  <a:pt x="7620" y="397764"/>
                </a:lnTo>
                <a:lnTo>
                  <a:pt x="26217" y="387191"/>
                </a:lnTo>
                <a:lnTo>
                  <a:pt x="43243" y="376047"/>
                </a:lnTo>
                <a:lnTo>
                  <a:pt x="73152" y="352044"/>
                </a:lnTo>
                <a:lnTo>
                  <a:pt x="108513" y="316253"/>
                </a:lnTo>
                <a:lnTo>
                  <a:pt x="117348" y="304800"/>
                </a:lnTo>
                <a:lnTo>
                  <a:pt x="147828" y="332232"/>
                </a:lnTo>
                <a:lnTo>
                  <a:pt x="137255" y="335065"/>
                </a:lnTo>
                <a:lnTo>
                  <a:pt x="123825" y="341185"/>
                </a:lnTo>
                <a:lnTo>
                  <a:pt x="107537" y="350448"/>
                </a:lnTo>
                <a:lnTo>
                  <a:pt x="88392" y="362712"/>
                </a:lnTo>
                <a:lnTo>
                  <a:pt x="67484" y="375546"/>
                </a:lnTo>
                <a:lnTo>
                  <a:pt x="48006" y="386524"/>
                </a:lnTo>
                <a:lnTo>
                  <a:pt x="29670" y="395501"/>
                </a:lnTo>
                <a:lnTo>
                  <a:pt x="12192" y="402336"/>
                </a:lnTo>
                <a:close/>
              </a:path>
              <a:path w="401320" h="411479">
                <a:moveTo>
                  <a:pt x="356616" y="400812"/>
                </a:moveTo>
                <a:lnTo>
                  <a:pt x="355092" y="400812"/>
                </a:lnTo>
                <a:lnTo>
                  <a:pt x="351139" y="399692"/>
                </a:lnTo>
                <a:lnTo>
                  <a:pt x="346329" y="396430"/>
                </a:lnTo>
                <a:lnTo>
                  <a:pt x="340947" y="391167"/>
                </a:lnTo>
                <a:lnTo>
                  <a:pt x="335280" y="384048"/>
                </a:lnTo>
                <a:lnTo>
                  <a:pt x="321897" y="369474"/>
                </a:lnTo>
                <a:lnTo>
                  <a:pt x="302514" y="353187"/>
                </a:lnTo>
                <a:lnTo>
                  <a:pt x="277415" y="335184"/>
                </a:lnTo>
                <a:lnTo>
                  <a:pt x="246888" y="315468"/>
                </a:lnTo>
                <a:lnTo>
                  <a:pt x="249936" y="310896"/>
                </a:lnTo>
                <a:lnTo>
                  <a:pt x="305181" y="331470"/>
                </a:lnTo>
                <a:lnTo>
                  <a:pt x="339852" y="347472"/>
                </a:lnTo>
                <a:lnTo>
                  <a:pt x="365760" y="381000"/>
                </a:lnTo>
                <a:lnTo>
                  <a:pt x="364236" y="387096"/>
                </a:lnTo>
                <a:lnTo>
                  <a:pt x="361188" y="393192"/>
                </a:lnTo>
                <a:lnTo>
                  <a:pt x="359664" y="397764"/>
                </a:lnTo>
                <a:lnTo>
                  <a:pt x="356616" y="400812"/>
                </a:lnTo>
                <a:close/>
              </a:path>
              <a:path w="401320" h="411479">
                <a:moveTo>
                  <a:pt x="172212" y="411480"/>
                </a:moveTo>
                <a:lnTo>
                  <a:pt x="167925" y="398907"/>
                </a:lnTo>
                <a:lnTo>
                  <a:pt x="157353" y="388620"/>
                </a:lnTo>
                <a:lnTo>
                  <a:pt x="140493" y="380619"/>
                </a:lnTo>
                <a:lnTo>
                  <a:pt x="117348" y="374904"/>
                </a:lnTo>
                <a:lnTo>
                  <a:pt x="117348" y="367284"/>
                </a:lnTo>
                <a:lnTo>
                  <a:pt x="155448" y="370713"/>
                </a:lnTo>
                <a:lnTo>
                  <a:pt x="167497" y="371570"/>
                </a:lnTo>
                <a:lnTo>
                  <a:pt x="175260" y="371856"/>
                </a:lnTo>
                <a:lnTo>
                  <a:pt x="211348" y="371856"/>
                </a:lnTo>
                <a:lnTo>
                  <a:pt x="209502" y="383405"/>
                </a:lnTo>
                <a:lnTo>
                  <a:pt x="202311" y="395287"/>
                </a:lnTo>
                <a:lnTo>
                  <a:pt x="189976" y="404598"/>
                </a:lnTo>
                <a:lnTo>
                  <a:pt x="172212" y="41148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" name="object 20"/>
          <p:cNvSpPr/>
          <p:nvPr/>
        </p:nvSpPr>
        <p:spPr>
          <a:xfrm>
            <a:off x="1751075" y="3677411"/>
            <a:ext cx="155575" cy="155575"/>
          </a:xfrm>
          <a:custGeom>
            <a:avLst/>
            <a:gdLst/>
            <a:ahLst/>
            <a:cxnLst/>
            <a:rect l="l" t="t" r="r" b="b"/>
            <a:pathLst>
              <a:path w="155575" h="155575">
                <a:moveTo>
                  <a:pt x="155448" y="155448"/>
                </a:moveTo>
                <a:lnTo>
                  <a:pt x="0" y="155448"/>
                </a:lnTo>
                <a:lnTo>
                  <a:pt x="0" y="0"/>
                </a:lnTo>
                <a:lnTo>
                  <a:pt x="155448" y="0"/>
                </a:lnTo>
                <a:lnTo>
                  <a:pt x="155448" y="155448"/>
                </a:lnTo>
                <a:close/>
              </a:path>
            </a:pathLst>
          </a:custGeom>
          <a:solidFill>
            <a:srgbClr val="3333C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" name="object 21"/>
          <p:cNvSpPr/>
          <p:nvPr/>
        </p:nvSpPr>
        <p:spPr>
          <a:xfrm>
            <a:off x="2125980" y="3485388"/>
            <a:ext cx="840105" cy="410209"/>
          </a:xfrm>
          <a:custGeom>
            <a:avLst/>
            <a:gdLst/>
            <a:ahLst/>
            <a:cxnLst/>
            <a:rect l="l" t="t" r="r" b="b"/>
            <a:pathLst>
              <a:path w="840105" h="410210">
                <a:moveTo>
                  <a:pt x="156959" y="330708"/>
                </a:moveTo>
                <a:lnTo>
                  <a:pt x="155435" y="321564"/>
                </a:lnTo>
                <a:lnTo>
                  <a:pt x="55803" y="346329"/>
                </a:lnTo>
                <a:lnTo>
                  <a:pt x="25349" y="352856"/>
                </a:lnTo>
                <a:lnTo>
                  <a:pt x="7607" y="355092"/>
                </a:lnTo>
                <a:lnTo>
                  <a:pt x="25895" y="388620"/>
                </a:lnTo>
                <a:lnTo>
                  <a:pt x="38455" y="379793"/>
                </a:lnTo>
                <a:lnTo>
                  <a:pt x="64566" y="367093"/>
                </a:lnTo>
                <a:lnTo>
                  <a:pt x="104127" y="350697"/>
                </a:lnTo>
                <a:lnTo>
                  <a:pt x="156959" y="330708"/>
                </a:lnTo>
                <a:close/>
              </a:path>
              <a:path w="840105" h="410210">
                <a:moveTo>
                  <a:pt x="166103" y="114300"/>
                </a:moveTo>
                <a:lnTo>
                  <a:pt x="134099" y="91440"/>
                </a:lnTo>
                <a:lnTo>
                  <a:pt x="126961" y="109207"/>
                </a:lnTo>
                <a:lnTo>
                  <a:pt x="119240" y="126111"/>
                </a:lnTo>
                <a:lnTo>
                  <a:pt x="110959" y="142455"/>
                </a:lnTo>
                <a:lnTo>
                  <a:pt x="102095" y="158496"/>
                </a:lnTo>
                <a:lnTo>
                  <a:pt x="22847" y="161544"/>
                </a:lnTo>
                <a:lnTo>
                  <a:pt x="41097" y="135521"/>
                </a:lnTo>
                <a:lnTo>
                  <a:pt x="59042" y="107632"/>
                </a:lnTo>
                <a:lnTo>
                  <a:pt x="76428" y="77749"/>
                </a:lnTo>
                <a:lnTo>
                  <a:pt x="92951" y="45720"/>
                </a:lnTo>
                <a:lnTo>
                  <a:pt x="108191" y="35052"/>
                </a:lnTo>
                <a:lnTo>
                  <a:pt x="74676" y="12192"/>
                </a:lnTo>
                <a:lnTo>
                  <a:pt x="68122" y="36436"/>
                </a:lnTo>
                <a:lnTo>
                  <a:pt x="59994" y="60960"/>
                </a:lnTo>
                <a:lnTo>
                  <a:pt x="39624" y="109728"/>
                </a:lnTo>
                <a:lnTo>
                  <a:pt x="16941" y="147447"/>
                </a:lnTo>
                <a:lnTo>
                  <a:pt x="0" y="160020"/>
                </a:lnTo>
                <a:lnTo>
                  <a:pt x="15227" y="190500"/>
                </a:lnTo>
                <a:lnTo>
                  <a:pt x="27825" y="183959"/>
                </a:lnTo>
                <a:lnTo>
                  <a:pt x="45135" y="178117"/>
                </a:lnTo>
                <a:lnTo>
                  <a:pt x="67310" y="173151"/>
                </a:lnTo>
                <a:lnTo>
                  <a:pt x="94488" y="169164"/>
                </a:lnTo>
                <a:lnTo>
                  <a:pt x="75603" y="196075"/>
                </a:lnTo>
                <a:lnTo>
                  <a:pt x="47548" y="233895"/>
                </a:lnTo>
                <a:lnTo>
                  <a:pt x="17513" y="262305"/>
                </a:lnTo>
                <a:lnTo>
                  <a:pt x="10655" y="263652"/>
                </a:lnTo>
                <a:lnTo>
                  <a:pt x="28943" y="298704"/>
                </a:lnTo>
                <a:lnTo>
                  <a:pt x="66662" y="281559"/>
                </a:lnTo>
                <a:lnTo>
                  <a:pt x="119049" y="265747"/>
                </a:lnTo>
                <a:lnTo>
                  <a:pt x="150863" y="259080"/>
                </a:lnTo>
                <a:lnTo>
                  <a:pt x="150863" y="251460"/>
                </a:lnTo>
                <a:lnTo>
                  <a:pt x="39624" y="263652"/>
                </a:lnTo>
                <a:lnTo>
                  <a:pt x="70497" y="228244"/>
                </a:lnTo>
                <a:lnTo>
                  <a:pt x="99237" y="192976"/>
                </a:lnTo>
                <a:lnTo>
                  <a:pt x="117449" y="169164"/>
                </a:lnTo>
                <a:lnTo>
                  <a:pt x="123278" y="161544"/>
                </a:lnTo>
                <a:lnTo>
                  <a:pt x="125984" y="158000"/>
                </a:lnTo>
                <a:lnTo>
                  <a:pt x="150863" y="123444"/>
                </a:lnTo>
                <a:lnTo>
                  <a:pt x="166103" y="114300"/>
                </a:lnTo>
                <a:close/>
              </a:path>
              <a:path w="840105" h="410210">
                <a:moveTo>
                  <a:pt x="335280" y="188976"/>
                </a:moveTo>
                <a:lnTo>
                  <a:pt x="306324" y="158496"/>
                </a:lnTo>
                <a:lnTo>
                  <a:pt x="289560" y="178308"/>
                </a:lnTo>
                <a:lnTo>
                  <a:pt x="181343" y="178308"/>
                </a:lnTo>
                <a:lnTo>
                  <a:pt x="198107" y="195072"/>
                </a:lnTo>
                <a:lnTo>
                  <a:pt x="206971" y="192201"/>
                </a:lnTo>
                <a:lnTo>
                  <a:pt x="215252" y="190309"/>
                </a:lnTo>
                <a:lnTo>
                  <a:pt x="222973" y="189293"/>
                </a:lnTo>
                <a:lnTo>
                  <a:pt x="230111" y="188976"/>
                </a:lnTo>
                <a:lnTo>
                  <a:pt x="335280" y="188976"/>
                </a:lnTo>
                <a:close/>
              </a:path>
              <a:path w="840105" h="410210">
                <a:moveTo>
                  <a:pt x="353568" y="257556"/>
                </a:moveTo>
                <a:lnTo>
                  <a:pt x="345948" y="249936"/>
                </a:lnTo>
                <a:lnTo>
                  <a:pt x="329184" y="233172"/>
                </a:lnTo>
                <a:lnTo>
                  <a:pt x="315468" y="246888"/>
                </a:lnTo>
                <a:lnTo>
                  <a:pt x="315468" y="260604"/>
                </a:lnTo>
                <a:lnTo>
                  <a:pt x="315468" y="359664"/>
                </a:lnTo>
                <a:lnTo>
                  <a:pt x="195059" y="359664"/>
                </a:lnTo>
                <a:lnTo>
                  <a:pt x="195059" y="260604"/>
                </a:lnTo>
                <a:lnTo>
                  <a:pt x="315468" y="260604"/>
                </a:lnTo>
                <a:lnTo>
                  <a:pt x="315468" y="246888"/>
                </a:lnTo>
                <a:lnTo>
                  <a:pt x="312420" y="249936"/>
                </a:lnTo>
                <a:lnTo>
                  <a:pt x="195059" y="249936"/>
                </a:lnTo>
                <a:lnTo>
                  <a:pt x="170675" y="236220"/>
                </a:lnTo>
                <a:lnTo>
                  <a:pt x="171805" y="257086"/>
                </a:lnTo>
                <a:lnTo>
                  <a:pt x="172770" y="278511"/>
                </a:lnTo>
                <a:lnTo>
                  <a:pt x="173469" y="300520"/>
                </a:lnTo>
                <a:lnTo>
                  <a:pt x="173710" y="321564"/>
                </a:lnTo>
                <a:lnTo>
                  <a:pt x="173647" y="330708"/>
                </a:lnTo>
                <a:lnTo>
                  <a:pt x="173469" y="345668"/>
                </a:lnTo>
                <a:lnTo>
                  <a:pt x="172796" y="367093"/>
                </a:lnTo>
                <a:lnTo>
                  <a:pt x="171818" y="388620"/>
                </a:lnTo>
                <a:lnTo>
                  <a:pt x="170675" y="409956"/>
                </a:lnTo>
                <a:lnTo>
                  <a:pt x="195059" y="399288"/>
                </a:lnTo>
                <a:lnTo>
                  <a:pt x="195059" y="370332"/>
                </a:lnTo>
                <a:lnTo>
                  <a:pt x="315468" y="370332"/>
                </a:lnTo>
                <a:lnTo>
                  <a:pt x="315468" y="406908"/>
                </a:lnTo>
                <a:lnTo>
                  <a:pt x="339852" y="394716"/>
                </a:lnTo>
                <a:lnTo>
                  <a:pt x="338328" y="268224"/>
                </a:lnTo>
                <a:lnTo>
                  <a:pt x="349211" y="260604"/>
                </a:lnTo>
                <a:lnTo>
                  <a:pt x="353568" y="257556"/>
                </a:lnTo>
                <a:close/>
              </a:path>
              <a:path w="840105" h="410210">
                <a:moveTo>
                  <a:pt x="408432" y="164592"/>
                </a:moveTo>
                <a:lnTo>
                  <a:pt x="360616" y="143065"/>
                </a:lnTo>
                <a:lnTo>
                  <a:pt x="323088" y="115824"/>
                </a:lnTo>
                <a:lnTo>
                  <a:pt x="289750" y="79248"/>
                </a:lnTo>
                <a:lnTo>
                  <a:pt x="263918" y="39624"/>
                </a:lnTo>
                <a:lnTo>
                  <a:pt x="257543" y="28956"/>
                </a:lnTo>
                <a:lnTo>
                  <a:pt x="274320" y="19812"/>
                </a:lnTo>
                <a:lnTo>
                  <a:pt x="236207" y="0"/>
                </a:lnTo>
                <a:lnTo>
                  <a:pt x="227330" y="33147"/>
                </a:lnTo>
                <a:lnTo>
                  <a:pt x="216585" y="64008"/>
                </a:lnTo>
                <a:lnTo>
                  <a:pt x="188963" y="118872"/>
                </a:lnTo>
                <a:lnTo>
                  <a:pt x="157149" y="164782"/>
                </a:lnTo>
                <a:lnTo>
                  <a:pt x="121907" y="202692"/>
                </a:lnTo>
                <a:lnTo>
                  <a:pt x="126479" y="208788"/>
                </a:lnTo>
                <a:lnTo>
                  <a:pt x="165150" y="175260"/>
                </a:lnTo>
                <a:lnTo>
                  <a:pt x="198107" y="137160"/>
                </a:lnTo>
                <a:lnTo>
                  <a:pt x="226682" y="92964"/>
                </a:lnTo>
                <a:lnTo>
                  <a:pt x="252971" y="39624"/>
                </a:lnTo>
                <a:lnTo>
                  <a:pt x="262928" y="61912"/>
                </a:lnTo>
                <a:lnTo>
                  <a:pt x="286842" y="103060"/>
                </a:lnTo>
                <a:lnTo>
                  <a:pt x="315937" y="139661"/>
                </a:lnTo>
                <a:lnTo>
                  <a:pt x="352513" y="172288"/>
                </a:lnTo>
                <a:lnTo>
                  <a:pt x="373380" y="187452"/>
                </a:lnTo>
                <a:lnTo>
                  <a:pt x="379069" y="180340"/>
                </a:lnTo>
                <a:lnTo>
                  <a:pt x="386905" y="175069"/>
                </a:lnTo>
                <a:lnTo>
                  <a:pt x="396735" y="171818"/>
                </a:lnTo>
                <a:lnTo>
                  <a:pt x="408432" y="170688"/>
                </a:lnTo>
                <a:lnTo>
                  <a:pt x="408432" y="164592"/>
                </a:lnTo>
                <a:close/>
              </a:path>
              <a:path w="840105" h="410210">
                <a:moveTo>
                  <a:pt x="669023" y="44196"/>
                </a:moveTo>
                <a:lnTo>
                  <a:pt x="632663" y="13144"/>
                </a:lnTo>
                <a:lnTo>
                  <a:pt x="617207" y="4572"/>
                </a:lnTo>
                <a:lnTo>
                  <a:pt x="614159" y="9144"/>
                </a:lnTo>
                <a:lnTo>
                  <a:pt x="624446" y="23456"/>
                </a:lnTo>
                <a:lnTo>
                  <a:pt x="632447" y="36766"/>
                </a:lnTo>
                <a:lnTo>
                  <a:pt x="638162" y="49225"/>
                </a:lnTo>
                <a:lnTo>
                  <a:pt x="641591" y="60960"/>
                </a:lnTo>
                <a:lnTo>
                  <a:pt x="643115" y="71628"/>
                </a:lnTo>
                <a:lnTo>
                  <a:pt x="646163" y="76200"/>
                </a:lnTo>
                <a:lnTo>
                  <a:pt x="652259" y="76200"/>
                </a:lnTo>
                <a:lnTo>
                  <a:pt x="665975" y="62484"/>
                </a:lnTo>
                <a:lnTo>
                  <a:pt x="669023" y="56388"/>
                </a:lnTo>
                <a:lnTo>
                  <a:pt x="669023" y="44196"/>
                </a:lnTo>
                <a:close/>
              </a:path>
              <a:path w="840105" h="410210">
                <a:moveTo>
                  <a:pt x="833615" y="97536"/>
                </a:moveTo>
                <a:lnTo>
                  <a:pt x="828586" y="91440"/>
                </a:lnTo>
                <a:lnTo>
                  <a:pt x="821029" y="82296"/>
                </a:lnTo>
                <a:lnTo>
                  <a:pt x="804659" y="62484"/>
                </a:lnTo>
                <a:lnTo>
                  <a:pt x="784847" y="82296"/>
                </a:lnTo>
                <a:lnTo>
                  <a:pt x="512051" y="82296"/>
                </a:lnTo>
                <a:lnTo>
                  <a:pt x="512051" y="59436"/>
                </a:lnTo>
                <a:lnTo>
                  <a:pt x="504431" y="59436"/>
                </a:lnTo>
                <a:lnTo>
                  <a:pt x="488365" y="104876"/>
                </a:lnTo>
                <a:lnTo>
                  <a:pt x="470903" y="123444"/>
                </a:lnTo>
                <a:lnTo>
                  <a:pt x="466331" y="129540"/>
                </a:lnTo>
                <a:lnTo>
                  <a:pt x="466331" y="135636"/>
                </a:lnTo>
                <a:lnTo>
                  <a:pt x="469379" y="137160"/>
                </a:lnTo>
                <a:lnTo>
                  <a:pt x="472427" y="140208"/>
                </a:lnTo>
                <a:lnTo>
                  <a:pt x="476999" y="143256"/>
                </a:lnTo>
                <a:lnTo>
                  <a:pt x="481571" y="144780"/>
                </a:lnTo>
                <a:lnTo>
                  <a:pt x="489191" y="144780"/>
                </a:lnTo>
                <a:lnTo>
                  <a:pt x="495287" y="141732"/>
                </a:lnTo>
                <a:lnTo>
                  <a:pt x="502907" y="138684"/>
                </a:lnTo>
                <a:lnTo>
                  <a:pt x="507771" y="133235"/>
                </a:lnTo>
                <a:lnTo>
                  <a:pt x="510908" y="123634"/>
                </a:lnTo>
                <a:lnTo>
                  <a:pt x="512343" y="109753"/>
                </a:lnTo>
                <a:lnTo>
                  <a:pt x="512051" y="91440"/>
                </a:lnTo>
                <a:lnTo>
                  <a:pt x="787895" y="91440"/>
                </a:lnTo>
                <a:lnTo>
                  <a:pt x="765035" y="135636"/>
                </a:lnTo>
                <a:lnTo>
                  <a:pt x="771131" y="138684"/>
                </a:lnTo>
                <a:lnTo>
                  <a:pt x="789470" y="120688"/>
                </a:lnTo>
                <a:lnTo>
                  <a:pt x="805802" y="107823"/>
                </a:lnTo>
                <a:lnTo>
                  <a:pt x="820432" y="100114"/>
                </a:lnTo>
                <a:lnTo>
                  <a:pt x="833615" y="97536"/>
                </a:lnTo>
                <a:close/>
              </a:path>
              <a:path w="840105" h="410210">
                <a:moveTo>
                  <a:pt x="839711" y="365760"/>
                </a:moveTo>
                <a:lnTo>
                  <a:pt x="820623" y="366890"/>
                </a:lnTo>
                <a:lnTo>
                  <a:pt x="800087" y="367855"/>
                </a:lnTo>
                <a:lnTo>
                  <a:pt x="778421" y="368554"/>
                </a:lnTo>
                <a:lnTo>
                  <a:pt x="731888" y="369125"/>
                </a:lnTo>
                <a:lnTo>
                  <a:pt x="707885" y="367855"/>
                </a:lnTo>
                <a:lnTo>
                  <a:pt x="683882" y="365175"/>
                </a:lnTo>
                <a:lnTo>
                  <a:pt x="659879" y="361188"/>
                </a:lnTo>
                <a:lnTo>
                  <a:pt x="659879" y="355092"/>
                </a:lnTo>
                <a:lnTo>
                  <a:pt x="659879" y="271272"/>
                </a:lnTo>
                <a:lnTo>
                  <a:pt x="793991" y="271272"/>
                </a:lnTo>
                <a:lnTo>
                  <a:pt x="783323" y="260604"/>
                </a:lnTo>
                <a:lnTo>
                  <a:pt x="760463" y="237744"/>
                </a:lnTo>
                <a:lnTo>
                  <a:pt x="737603" y="260604"/>
                </a:lnTo>
                <a:lnTo>
                  <a:pt x="659879" y="260604"/>
                </a:lnTo>
                <a:lnTo>
                  <a:pt x="659879" y="175260"/>
                </a:lnTo>
                <a:lnTo>
                  <a:pt x="810755" y="175260"/>
                </a:lnTo>
                <a:lnTo>
                  <a:pt x="775703" y="140208"/>
                </a:lnTo>
                <a:lnTo>
                  <a:pt x="751319" y="164592"/>
                </a:lnTo>
                <a:lnTo>
                  <a:pt x="480047" y="164592"/>
                </a:lnTo>
                <a:lnTo>
                  <a:pt x="496811" y="181356"/>
                </a:lnTo>
                <a:lnTo>
                  <a:pt x="506247" y="178485"/>
                </a:lnTo>
                <a:lnTo>
                  <a:pt x="516242" y="176593"/>
                </a:lnTo>
                <a:lnTo>
                  <a:pt x="526821" y="175577"/>
                </a:lnTo>
                <a:lnTo>
                  <a:pt x="537959" y="175260"/>
                </a:lnTo>
                <a:lnTo>
                  <a:pt x="635495" y="175260"/>
                </a:lnTo>
                <a:lnTo>
                  <a:pt x="635495" y="355092"/>
                </a:lnTo>
                <a:lnTo>
                  <a:pt x="624954" y="350837"/>
                </a:lnTo>
                <a:lnTo>
                  <a:pt x="591299" y="329184"/>
                </a:lnTo>
                <a:lnTo>
                  <a:pt x="560870" y="296608"/>
                </a:lnTo>
                <a:lnTo>
                  <a:pt x="559142" y="294132"/>
                </a:lnTo>
                <a:lnTo>
                  <a:pt x="551675" y="283464"/>
                </a:lnTo>
                <a:lnTo>
                  <a:pt x="562343" y="243840"/>
                </a:lnTo>
                <a:lnTo>
                  <a:pt x="576059" y="231648"/>
                </a:lnTo>
                <a:lnTo>
                  <a:pt x="534911" y="210312"/>
                </a:lnTo>
                <a:lnTo>
                  <a:pt x="529564" y="259613"/>
                </a:lnTo>
                <a:lnTo>
                  <a:pt x="517956" y="308038"/>
                </a:lnTo>
                <a:lnTo>
                  <a:pt x="493763" y="357378"/>
                </a:lnTo>
                <a:lnTo>
                  <a:pt x="468617" y="389382"/>
                </a:lnTo>
                <a:lnTo>
                  <a:pt x="452615" y="405384"/>
                </a:lnTo>
                <a:lnTo>
                  <a:pt x="455663" y="409956"/>
                </a:lnTo>
                <a:lnTo>
                  <a:pt x="489762" y="384810"/>
                </a:lnTo>
                <a:lnTo>
                  <a:pt x="522706" y="345363"/>
                </a:lnTo>
                <a:lnTo>
                  <a:pt x="548627" y="294132"/>
                </a:lnTo>
                <a:lnTo>
                  <a:pt x="560324" y="312445"/>
                </a:lnTo>
                <a:lnTo>
                  <a:pt x="584847" y="342785"/>
                </a:lnTo>
                <a:lnTo>
                  <a:pt x="629208" y="375856"/>
                </a:lnTo>
                <a:lnTo>
                  <a:pt x="669023" y="388620"/>
                </a:lnTo>
                <a:lnTo>
                  <a:pt x="725411" y="396240"/>
                </a:lnTo>
                <a:lnTo>
                  <a:pt x="804659" y="399288"/>
                </a:lnTo>
                <a:lnTo>
                  <a:pt x="809498" y="389001"/>
                </a:lnTo>
                <a:lnTo>
                  <a:pt x="817041" y="381000"/>
                </a:lnTo>
                <a:lnTo>
                  <a:pt x="827163" y="375285"/>
                </a:lnTo>
                <a:lnTo>
                  <a:pt x="839711" y="371856"/>
                </a:lnTo>
                <a:lnTo>
                  <a:pt x="839711" y="369125"/>
                </a:lnTo>
                <a:lnTo>
                  <a:pt x="839711" y="36576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" name="object 22"/>
          <p:cNvSpPr/>
          <p:nvPr/>
        </p:nvSpPr>
        <p:spPr>
          <a:xfrm>
            <a:off x="3020555" y="3485388"/>
            <a:ext cx="1732914" cy="411480"/>
          </a:xfrm>
          <a:custGeom>
            <a:avLst/>
            <a:gdLst/>
            <a:ahLst/>
            <a:cxnLst/>
            <a:rect l="l" t="t" r="r" b="b"/>
            <a:pathLst>
              <a:path w="1732914" h="411479">
                <a:moveTo>
                  <a:pt x="396240" y="193548"/>
                </a:moveTo>
                <a:lnTo>
                  <a:pt x="358140" y="155448"/>
                </a:lnTo>
                <a:lnTo>
                  <a:pt x="323088" y="182880"/>
                </a:lnTo>
                <a:lnTo>
                  <a:pt x="0" y="182880"/>
                </a:lnTo>
                <a:lnTo>
                  <a:pt x="15240" y="198120"/>
                </a:lnTo>
                <a:lnTo>
                  <a:pt x="25196" y="196126"/>
                </a:lnTo>
                <a:lnTo>
                  <a:pt x="36576" y="194691"/>
                </a:lnTo>
                <a:lnTo>
                  <a:pt x="49110" y="193840"/>
                </a:lnTo>
                <a:lnTo>
                  <a:pt x="62484" y="193548"/>
                </a:lnTo>
                <a:lnTo>
                  <a:pt x="396240" y="193548"/>
                </a:lnTo>
                <a:close/>
              </a:path>
              <a:path w="1732914" h="411479">
                <a:moveTo>
                  <a:pt x="669048" y="147828"/>
                </a:moveTo>
                <a:lnTo>
                  <a:pt x="626376" y="124968"/>
                </a:lnTo>
                <a:lnTo>
                  <a:pt x="627430" y="144780"/>
                </a:lnTo>
                <a:lnTo>
                  <a:pt x="628472" y="165163"/>
                </a:lnTo>
                <a:lnTo>
                  <a:pt x="629158" y="183057"/>
                </a:lnTo>
                <a:lnTo>
                  <a:pt x="629361" y="195795"/>
                </a:lnTo>
                <a:lnTo>
                  <a:pt x="629424" y="313944"/>
                </a:lnTo>
                <a:lnTo>
                  <a:pt x="629158" y="331114"/>
                </a:lnTo>
                <a:lnTo>
                  <a:pt x="628472" y="352996"/>
                </a:lnTo>
                <a:lnTo>
                  <a:pt x="627545" y="378104"/>
                </a:lnTo>
                <a:lnTo>
                  <a:pt x="626376" y="411480"/>
                </a:lnTo>
                <a:lnTo>
                  <a:pt x="656856" y="394716"/>
                </a:lnTo>
                <a:lnTo>
                  <a:pt x="655967" y="378104"/>
                </a:lnTo>
                <a:lnTo>
                  <a:pt x="655523" y="362331"/>
                </a:lnTo>
                <a:lnTo>
                  <a:pt x="655408" y="352996"/>
                </a:lnTo>
                <a:lnTo>
                  <a:pt x="655332" y="158496"/>
                </a:lnTo>
                <a:lnTo>
                  <a:pt x="669048" y="147828"/>
                </a:lnTo>
                <a:close/>
              </a:path>
              <a:path w="1732914" h="411479">
                <a:moveTo>
                  <a:pt x="845832" y="181356"/>
                </a:moveTo>
                <a:lnTo>
                  <a:pt x="798207" y="166878"/>
                </a:lnTo>
                <a:lnTo>
                  <a:pt x="748296" y="138684"/>
                </a:lnTo>
                <a:lnTo>
                  <a:pt x="697623" y="93916"/>
                </a:lnTo>
                <a:lnTo>
                  <a:pt x="655866" y="41148"/>
                </a:lnTo>
                <a:lnTo>
                  <a:pt x="649236" y="32004"/>
                </a:lnTo>
                <a:lnTo>
                  <a:pt x="666000" y="21336"/>
                </a:lnTo>
                <a:lnTo>
                  <a:pt x="629424" y="0"/>
                </a:lnTo>
                <a:lnTo>
                  <a:pt x="618299" y="27800"/>
                </a:lnTo>
                <a:lnTo>
                  <a:pt x="603326" y="56578"/>
                </a:lnTo>
                <a:lnTo>
                  <a:pt x="562368" y="118872"/>
                </a:lnTo>
                <a:lnTo>
                  <a:pt x="535762" y="149161"/>
                </a:lnTo>
                <a:lnTo>
                  <a:pt x="506222" y="175983"/>
                </a:lnTo>
                <a:lnTo>
                  <a:pt x="473417" y="199453"/>
                </a:lnTo>
                <a:lnTo>
                  <a:pt x="437400" y="219456"/>
                </a:lnTo>
                <a:lnTo>
                  <a:pt x="438924" y="225552"/>
                </a:lnTo>
                <a:lnTo>
                  <a:pt x="474662" y="209842"/>
                </a:lnTo>
                <a:lnTo>
                  <a:pt x="534720" y="173266"/>
                </a:lnTo>
                <a:lnTo>
                  <a:pt x="581647" y="130098"/>
                </a:lnTo>
                <a:lnTo>
                  <a:pt x="624039" y="74612"/>
                </a:lnTo>
                <a:lnTo>
                  <a:pt x="644664" y="41148"/>
                </a:lnTo>
                <a:lnTo>
                  <a:pt x="662952" y="72351"/>
                </a:lnTo>
                <a:lnTo>
                  <a:pt x="699528" y="123875"/>
                </a:lnTo>
                <a:lnTo>
                  <a:pt x="736981" y="162737"/>
                </a:lnTo>
                <a:lnTo>
                  <a:pt x="781037" y="195795"/>
                </a:lnTo>
                <a:lnTo>
                  <a:pt x="806208" y="210312"/>
                </a:lnTo>
                <a:lnTo>
                  <a:pt x="813041" y="201168"/>
                </a:lnTo>
                <a:lnTo>
                  <a:pt x="822020" y="194310"/>
                </a:lnTo>
                <a:lnTo>
                  <a:pt x="832993" y="189738"/>
                </a:lnTo>
                <a:lnTo>
                  <a:pt x="845832" y="187452"/>
                </a:lnTo>
                <a:lnTo>
                  <a:pt x="845832" y="181356"/>
                </a:lnTo>
                <a:close/>
              </a:path>
              <a:path w="1732914" h="411479">
                <a:moveTo>
                  <a:pt x="1199388" y="156972"/>
                </a:moveTo>
                <a:lnTo>
                  <a:pt x="1167384" y="124968"/>
                </a:lnTo>
                <a:lnTo>
                  <a:pt x="1146048" y="146304"/>
                </a:lnTo>
                <a:lnTo>
                  <a:pt x="952500" y="146304"/>
                </a:lnTo>
                <a:lnTo>
                  <a:pt x="967740" y="161544"/>
                </a:lnTo>
                <a:lnTo>
                  <a:pt x="976299" y="159550"/>
                </a:lnTo>
                <a:lnTo>
                  <a:pt x="985837" y="158115"/>
                </a:lnTo>
                <a:lnTo>
                  <a:pt x="996251" y="157264"/>
                </a:lnTo>
                <a:lnTo>
                  <a:pt x="1007364" y="156972"/>
                </a:lnTo>
                <a:lnTo>
                  <a:pt x="1199388" y="156972"/>
                </a:lnTo>
                <a:close/>
              </a:path>
              <a:path w="1732914" h="411479">
                <a:moveTo>
                  <a:pt x="1277112" y="89916"/>
                </a:moveTo>
                <a:lnTo>
                  <a:pt x="1275435" y="88392"/>
                </a:lnTo>
                <a:lnTo>
                  <a:pt x="1263637" y="77724"/>
                </a:lnTo>
                <a:lnTo>
                  <a:pt x="1245108" y="60960"/>
                </a:lnTo>
                <a:lnTo>
                  <a:pt x="1231392" y="77724"/>
                </a:lnTo>
                <a:lnTo>
                  <a:pt x="1094232" y="77724"/>
                </a:lnTo>
                <a:lnTo>
                  <a:pt x="1097280" y="74676"/>
                </a:lnTo>
                <a:lnTo>
                  <a:pt x="1101852" y="68580"/>
                </a:lnTo>
                <a:lnTo>
                  <a:pt x="1106424" y="60960"/>
                </a:lnTo>
                <a:lnTo>
                  <a:pt x="1107948" y="54864"/>
                </a:lnTo>
                <a:lnTo>
                  <a:pt x="1107948" y="42672"/>
                </a:lnTo>
                <a:lnTo>
                  <a:pt x="1071372" y="12026"/>
                </a:lnTo>
                <a:lnTo>
                  <a:pt x="1057656" y="4572"/>
                </a:lnTo>
                <a:lnTo>
                  <a:pt x="1054608" y="9144"/>
                </a:lnTo>
                <a:lnTo>
                  <a:pt x="1064044" y="22606"/>
                </a:lnTo>
                <a:lnTo>
                  <a:pt x="1071753" y="35623"/>
                </a:lnTo>
                <a:lnTo>
                  <a:pt x="1077760" y="48374"/>
                </a:lnTo>
                <a:lnTo>
                  <a:pt x="1082040" y="60960"/>
                </a:lnTo>
                <a:lnTo>
                  <a:pt x="1085088" y="73152"/>
                </a:lnTo>
                <a:lnTo>
                  <a:pt x="1088136" y="77724"/>
                </a:lnTo>
                <a:lnTo>
                  <a:pt x="946404" y="77724"/>
                </a:lnTo>
                <a:lnTo>
                  <a:pt x="944880" y="57912"/>
                </a:lnTo>
                <a:lnTo>
                  <a:pt x="935736" y="57912"/>
                </a:lnTo>
                <a:lnTo>
                  <a:pt x="926592" y="96012"/>
                </a:lnTo>
                <a:lnTo>
                  <a:pt x="909828" y="123444"/>
                </a:lnTo>
                <a:lnTo>
                  <a:pt x="908304" y="126492"/>
                </a:lnTo>
                <a:lnTo>
                  <a:pt x="908304" y="132588"/>
                </a:lnTo>
                <a:lnTo>
                  <a:pt x="912876" y="134112"/>
                </a:lnTo>
                <a:lnTo>
                  <a:pt x="920496" y="135636"/>
                </a:lnTo>
                <a:lnTo>
                  <a:pt x="929640" y="137160"/>
                </a:lnTo>
                <a:lnTo>
                  <a:pt x="935736" y="134112"/>
                </a:lnTo>
                <a:lnTo>
                  <a:pt x="947928" y="121920"/>
                </a:lnTo>
                <a:lnTo>
                  <a:pt x="950976" y="114300"/>
                </a:lnTo>
                <a:lnTo>
                  <a:pt x="950950" y="103492"/>
                </a:lnTo>
                <a:lnTo>
                  <a:pt x="949452" y="97536"/>
                </a:lnTo>
                <a:lnTo>
                  <a:pt x="946404" y="88392"/>
                </a:lnTo>
                <a:lnTo>
                  <a:pt x="1235964" y="88392"/>
                </a:lnTo>
                <a:lnTo>
                  <a:pt x="1217676" y="131064"/>
                </a:lnTo>
                <a:lnTo>
                  <a:pt x="1223772" y="134112"/>
                </a:lnTo>
                <a:lnTo>
                  <a:pt x="1237475" y="116065"/>
                </a:lnTo>
                <a:lnTo>
                  <a:pt x="1251013" y="102870"/>
                </a:lnTo>
                <a:lnTo>
                  <a:pt x="1264285" y="94259"/>
                </a:lnTo>
                <a:lnTo>
                  <a:pt x="1277112" y="89916"/>
                </a:lnTo>
                <a:close/>
              </a:path>
              <a:path w="1732914" h="411479">
                <a:moveTo>
                  <a:pt x="1287780" y="368808"/>
                </a:moveTo>
                <a:lnTo>
                  <a:pt x="1264450" y="327266"/>
                </a:lnTo>
                <a:lnTo>
                  <a:pt x="1261872" y="288036"/>
                </a:lnTo>
                <a:lnTo>
                  <a:pt x="1254252" y="288036"/>
                </a:lnTo>
                <a:lnTo>
                  <a:pt x="1251966" y="331279"/>
                </a:lnTo>
                <a:lnTo>
                  <a:pt x="1236395" y="370103"/>
                </a:lnTo>
                <a:lnTo>
                  <a:pt x="1228344" y="371856"/>
                </a:lnTo>
                <a:lnTo>
                  <a:pt x="1164336" y="371856"/>
                </a:lnTo>
                <a:lnTo>
                  <a:pt x="1149692" y="370166"/>
                </a:lnTo>
                <a:lnTo>
                  <a:pt x="1139761" y="365188"/>
                </a:lnTo>
                <a:lnTo>
                  <a:pt x="1134122" y="357073"/>
                </a:lnTo>
                <a:lnTo>
                  <a:pt x="1132332" y="345948"/>
                </a:lnTo>
                <a:lnTo>
                  <a:pt x="1132332" y="230124"/>
                </a:lnTo>
                <a:lnTo>
                  <a:pt x="1264920" y="230124"/>
                </a:lnTo>
                <a:lnTo>
                  <a:pt x="1228344" y="193548"/>
                </a:lnTo>
                <a:lnTo>
                  <a:pt x="1202436" y="219456"/>
                </a:lnTo>
                <a:lnTo>
                  <a:pt x="906780" y="219456"/>
                </a:lnTo>
                <a:lnTo>
                  <a:pt x="920496" y="233172"/>
                </a:lnTo>
                <a:lnTo>
                  <a:pt x="944880" y="230124"/>
                </a:lnTo>
                <a:lnTo>
                  <a:pt x="1019556" y="230124"/>
                </a:lnTo>
                <a:lnTo>
                  <a:pt x="1010412" y="292036"/>
                </a:lnTo>
                <a:lnTo>
                  <a:pt x="992124" y="336804"/>
                </a:lnTo>
                <a:lnTo>
                  <a:pt x="954214" y="372237"/>
                </a:lnTo>
                <a:lnTo>
                  <a:pt x="885444" y="405384"/>
                </a:lnTo>
                <a:lnTo>
                  <a:pt x="888492" y="411480"/>
                </a:lnTo>
                <a:lnTo>
                  <a:pt x="949071" y="390715"/>
                </a:lnTo>
                <a:lnTo>
                  <a:pt x="989076" y="368808"/>
                </a:lnTo>
                <a:lnTo>
                  <a:pt x="1022731" y="328955"/>
                </a:lnTo>
                <a:lnTo>
                  <a:pt x="1038796" y="274701"/>
                </a:lnTo>
                <a:lnTo>
                  <a:pt x="1045464" y="230124"/>
                </a:lnTo>
                <a:lnTo>
                  <a:pt x="1107948" y="230124"/>
                </a:lnTo>
                <a:lnTo>
                  <a:pt x="1107948" y="355092"/>
                </a:lnTo>
                <a:lnTo>
                  <a:pt x="1111046" y="371983"/>
                </a:lnTo>
                <a:lnTo>
                  <a:pt x="1120140" y="383857"/>
                </a:lnTo>
                <a:lnTo>
                  <a:pt x="1134960" y="390893"/>
                </a:lnTo>
                <a:lnTo>
                  <a:pt x="1155192" y="393192"/>
                </a:lnTo>
                <a:lnTo>
                  <a:pt x="1235964" y="393192"/>
                </a:lnTo>
                <a:lnTo>
                  <a:pt x="1253070" y="392391"/>
                </a:lnTo>
                <a:lnTo>
                  <a:pt x="1267587" y="387858"/>
                </a:lnTo>
                <a:lnTo>
                  <a:pt x="1279258" y="379907"/>
                </a:lnTo>
                <a:lnTo>
                  <a:pt x="1285443" y="371856"/>
                </a:lnTo>
                <a:lnTo>
                  <a:pt x="1287780" y="368808"/>
                </a:lnTo>
                <a:close/>
              </a:path>
              <a:path w="1732914" h="411479">
                <a:moveTo>
                  <a:pt x="1726704" y="208788"/>
                </a:moveTo>
                <a:lnTo>
                  <a:pt x="1694700" y="173736"/>
                </a:lnTo>
                <a:lnTo>
                  <a:pt x="1668792" y="198120"/>
                </a:lnTo>
                <a:lnTo>
                  <a:pt x="1539252" y="198120"/>
                </a:lnTo>
                <a:lnTo>
                  <a:pt x="1539252" y="149352"/>
                </a:lnTo>
                <a:lnTo>
                  <a:pt x="1677936" y="149352"/>
                </a:lnTo>
                <a:lnTo>
                  <a:pt x="1647456" y="115824"/>
                </a:lnTo>
                <a:lnTo>
                  <a:pt x="1623072" y="138684"/>
                </a:lnTo>
                <a:lnTo>
                  <a:pt x="1539252" y="138684"/>
                </a:lnTo>
                <a:lnTo>
                  <a:pt x="1539252" y="86868"/>
                </a:lnTo>
                <a:lnTo>
                  <a:pt x="1699272" y="86868"/>
                </a:lnTo>
                <a:lnTo>
                  <a:pt x="1668792" y="53340"/>
                </a:lnTo>
                <a:lnTo>
                  <a:pt x="1639836" y="76200"/>
                </a:lnTo>
                <a:lnTo>
                  <a:pt x="1563636" y="76200"/>
                </a:lnTo>
                <a:lnTo>
                  <a:pt x="1595018" y="42672"/>
                </a:lnTo>
                <a:lnTo>
                  <a:pt x="1623072" y="25908"/>
                </a:lnTo>
                <a:lnTo>
                  <a:pt x="1586496" y="1524"/>
                </a:lnTo>
                <a:lnTo>
                  <a:pt x="1578495" y="21767"/>
                </a:lnTo>
                <a:lnTo>
                  <a:pt x="1570494" y="41148"/>
                </a:lnTo>
                <a:lnTo>
                  <a:pt x="1562493" y="59397"/>
                </a:lnTo>
                <a:lnTo>
                  <a:pt x="1554492" y="76200"/>
                </a:lnTo>
                <a:lnTo>
                  <a:pt x="1484388" y="76200"/>
                </a:lnTo>
                <a:lnTo>
                  <a:pt x="1488617" y="69367"/>
                </a:lnTo>
                <a:lnTo>
                  <a:pt x="1492008" y="62674"/>
                </a:lnTo>
                <a:lnTo>
                  <a:pt x="1494243" y="56273"/>
                </a:lnTo>
                <a:lnTo>
                  <a:pt x="1495056" y="50292"/>
                </a:lnTo>
                <a:lnTo>
                  <a:pt x="1495056" y="47244"/>
                </a:lnTo>
                <a:lnTo>
                  <a:pt x="1461973" y="18605"/>
                </a:lnTo>
                <a:lnTo>
                  <a:pt x="1441716" y="9144"/>
                </a:lnTo>
                <a:lnTo>
                  <a:pt x="1437144" y="13716"/>
                </a:lnTo>
                <a:lnTo>
                  <a:pt x="1450327" y="31419"/>
                </a:lnTo>
                <a:lnTo>
                  <a:pt x="1460385" y="47815"/>
                </a:lnTo>
                <a:lnTo>
                  <a:pt x="1467573" y="62801"/>
                </a:lnTo>
                <a:lnTo>
                  <a:pt x="1472196" y="76200"/>
                </a:lnTo>
                <a:lnTo>
                  <a:pt x="1356360" y="76200"/>
                </a:lnTo>
                <a:lnTo>
                  <a:pt x="1373124" y="91440"/>
                </a:lnTo>
                <a:lnTo>
                  <a:pt x="1382560" y="89446"/>
                </a:lnTo>
                <a:lnTo>
                  <a:pt x="1392567" y="88011"/>
                </a:lnTo>
                <a:lnTo>
                  <a:pt x="1403134" y="87160"/>
                </a:lnTo>
                <a:lnTo>
                  <a:pt x="1414284" y="86868"/>
                </a:lnTo>
                <a:lnTo>
                  <a:pt x="1514868" y="86868"/>
                </a:lnTo>
                <a:lnTo>
                  <a:pt x="1514868" y="138684"/>
                </a:lnTo>
                <a:lnTo>
                  <a:pt x="1379232" y="138684"/>
                </a:lnTo>
                <a:lnTo>
                  <a:pt x="1395996" y="155448"/>
                </a:lnTo>
                <a:lnTo>
                  <a:pt x="1405420" y="152577"/>
                </a:lnTo>
                <a:lnTo>
                  <a:pt x="1415427" y="150685"/>
                </a:lnTo>
                <a:lnTo>
                  <a:pt x="1425994" y="149669"/>
                </a:lnTo>
                <a:lnTo>
                  <a:pt x="1437144" y="149352"/>
                </a:lnTo>
                <a:lnTo>
                  <a:pt x="1514868" y="149352"/>
                </a:lnTo>
                <a:lnTo>
                  <a:pt x="1514868" y="198120"/>
                </a:lnTo>
                <a:lnTo>
                  <a:pt x="1330464" y="198120"/>
                </a:lnTo>
                <a:lnTo>
                  <a:pt x="1347228" y="213360"/>
                </a:lnTo>
                <a:lnTo>
                  <a:pt x="1356652" y="211366"/>
                </a:lnTo>
                <a:lnTo>
                  <a:pt x="1366659" y="209931"/>
                </a:lnTo>
                <a:lnTo>
                  <a:pt x="1377226" y="209080"/>
                </a:lnTo>
                <a:lnTo>
                  <a:pt x="1388376" y="208788"/>
                </a:lnTo>
                <a:lnTo>
                  <a:pt x="1726704" y="208788"/>
                </a:lnTo>
                <a:close/>
              </a:path>
              <a:path w="1732914" h="411479">
                <a:moveTo>
                  <a:pt x="1732800" y="371856"/>
                </a:moveTo>
                <a:lnTo>
                  <a:pt x="1664220" y="360807"/>
                </a:lnTo>
                <a:lnTo>
                  <a:pt x="1613928" y="338328"/>
                </a:lnTo>
                <a:lnTo>
                  <a:pt x="1575066" y="307276"/>
                </a:lnTo>
                <a:lnTo>
                  <a:pt x="1545348" y="272796"/>
                </a:lnTo>
                <a:lnTo>
                  <a:pt x="1699272" y="272796"/>
                </a:lnTo>
                <a:lnTo>
                  <a:pt x="1668792" y="239268"/>
                </a:lnTo>
                <a:lnTo>
                  <a:pt x="1644408" y="262128"/>
                </a:lnTo>
                <a:lnTo>
                  <a:pt x="1533156" y="262128"/>
                </a:lnTo>
                <a:lnTo>
                  <a:pt x="1534680" y="256032"/>
                </a:lnTo>
                <a:lnTo>
                  <a:pt x="1537728" y="248412"/>
                </a:lnTo>
                <a:lnTo>
                  <a:pt x="1539252" y="242316"/>
                </a:lnTo>
                <a:lnTo>
                  <a:pt x="1554492" y="230124"/>
                </a:lnTo>
                <a:lnTo>
                  <a:pt x="1514868" y="210312"/>
                </a:lnTo>
                <a:lnTo>
                  <a:pt x="1513459" y="223126"/>
                </a:lnTo>
                <a:lnTo>
                  <a:pt x="1511630" y="236220"/>
                </a:lnTo>
                <a:lnTo>
                  <a:pt x="1509509" y="249326"/>
                </a:lnTo>
                <a:lnTo>
                  <a:pt x="1507248" y="262128"/>
                </a:lnTo>
                <a:lnTo>
                  <a:pt x="1348752" y="262128"/>
                </a:lnTo>
                <a:lnTo>
                  <a:pt x="1363992" y="278892"/>
                </a:lnTo>
                <a:lnTo>
                  <a:pt x="1373632" y="276021"/>
                </a:lnTo>
                <a:lnTo>
                  <a:pt x="1383995" y="274129"/>
                </a:lnTo>
                <a:lnTo>
                  <a:pt x="1394637" y="273113"/>
                </a:lnTo>
                <a:lnTo>
                  <a:pt x="1405140" y="272796"/>
                </a:lnTo>
                <a:lnTo>
                  <a:pt x="1502676" y="272796"/>
                </a:lnTo>
                <a:lnTo>
                  <a:pt x="1470863" y="331470"/>
                </a:lnTo>
                <a:lnTo>
                  <a:pt x="1431048" y="367284"/>
                </a:lnTo>
                <a:lnTo>
                  <a:pt x="1384376" y="388620"/>
                </a:lnTo>
                <a:lnTo>
                  <a:pt x="1331988" y="405384"/>
                </a:lnTo>
                <a:lnTo>
                  <a:pt x="1335024" y="409956"/>
                </a:lnTo>
                <a:lnTo>
                  <a:pt x="1398854" y="396430"/>
                </a:lnTo>
                <a:lnTo>
                  <a:pt x="1452384" y="374904"/>
                </a:lnTo>
                <a:lnTo>
                  <a:pt x="1495056" y="336994"/>
                </a:lnTo>
                <a:lnTo>
                  <a:pt x="1528584" y="272796"/>
                </a:lnTo>
                <a:lnTo>
                  <a:pt x="1536204" y="272796"/>
                </a:lnTo>
                <a:lnTo>
                  <a:pt x="1561350" y="313944"/>
                </a:lnTo>
                <a:lnTo>
                  <a:pt x="1595640" y="350520"/>
                </a:lnTo>
                <a:lnTo>
                  <a:pt x="1639836" y="382714"/>
                </a:lnTo>
                <a:lnTo>
                  <a:pt x="1697748" y="406908"/>
                </a:lnTo>
                <a:lnTo>
                  <a:pt x="1704073" y="394906"/>
                </a:lnTo>
                <a:lnTo>
                  <a:pt x="1711845" y="386334"/>
                </a:lnTo>
                <a:lnTo>
                  <a:pt x="1721319" y="381190"/>
                </a:lnTo>
                <a:lnTo>
                  <a:pt x="1732800" y="379476"/>
                </a:lnTo>
                <a:lnTo>
                  <a:pt x="1732800" y="37185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" name="object 23"/>
          <p:cNvSpPr/>
          <p:nvPr/>
        </p:nvSpPr>
        <p:spPr>
          <a:xfrm>
            <a:off x="4815840" y="3502152"/>
            <a:ext cx="373380" cy="381000"/>
          </a:xfrm>
          <a:custGeom>
            <a:avLst/>
            <a:gdLst/>
            <a:ahLst/>
            <a:cxnLst/>
            <a:rect l="l" t="t" r="r" b="b"/>
            <a:pathLst>
              <a:path w="373379" h="381000">
                <a:moveTo>
                  <a:pt x="24383" y="380999"/>
                </a:moveTo>
                <a:lnTo>
                  <a:pt x="0" y="358139"/>
                </a:lnTo>
                <a:lnTo>
                  <a:pt x="10667" y="348996"/>
                </a:lnTo>
                <a:lnTo>
                  <a:pt x="10667" y="106679"/>
                </a:lnTo>
                <a:lnTo>
                  <a:pt x="10429" y="82891"/>
                </a:lnTo>
                <a:lnTo>
                  <a:pt x="9382" y="35313"/>
                </a:lnTo>
                <a:lnTo>
                  <a:pt x="9143" y="10667"/>
                </a:lnTo>
                <a:lnTo>
                  <a:pt x="35051" y="24383"/>
                </a:lnTo>
                <a:lnTo>
                  <a:pt x="301751" y="24383"/>
                </a:lnTo>
                <a:lnTo>
                  <a:pt x="327659" y="0"/>
                </a:lnTo>
                <a:lnTo>
                  <a:pt x="359663" y="35051"/>
                </a:lnTo>
                <a:lnTo>
                  <a:pt x="239267" y="35051"/>
                </a:lnTo>
                <a:lnTo>
                  <a:pt x="239267" y="243839"/>
                </a:lnTo>
                <a:lnTo>
                  <a:pt x="240434" y="258079"/>
                </a:lnTo>
                <a:lnTo>
                  <a:pt x="244030" y="268604"/>
                </a:lnTo>
                <a:lnTo>
                  <a:pt x="250197" y="275129"/>
                </a:lnTo>
                <a:lnTo>
                  <a:pt x="259079" y="277367"/>
                </a:lnTo>
                <a:lnTo>
                  <a:pt x="306324" y="277367"/>
                </a:lnTo>
                <a:lnTo>
                  <a:pt x="326707" y="222313"/>
                </a:lnTo>
                <a:lnTo>
                  <a:pt x="327659" y="195071"/>
                </a:lnTo>
                <a:lnTo>
                  <a:pt x="336804" y="195071"/>
                </a:lnTo>
                <a:lnTo>
                  <a:pt x="339852" y="245363"/>
                </a:lnTo>
                <a:lnTo>
                  <a:pt x="361187" y="271272"/>
                </a:lnTo>
                <a:lnTo>
                  <a:pt x="352925" y="283011"/>
                </a:lnTo>
                <a:lnTo>
                  <a:pt x="341947" y="290893"/>
                </a:lnTo>
                <a:lnTo>
                  <a:pt x="328398" y="295060"/>
                </a:lnTo>
                <a:lnTo>
                  <a:pt x="312419" y="295655"/>
                </a:lnTo>
                <a:lnTo>
                  <a:pt x="248411" y="295655"/>
                </a:lnTo>
                <a:lnTo>
                  <a:pt x="233767" y="293131"/>
                </a:lnTo>
                <a:lnTo>
                  <a:pt x="223837" y="285749"/>
                </a:lnTo>
                <a:lnTo>
                  <a:pt x="218193" y="273796"/>
                </a:lnTo>
                <a:lnTo>
                  <a:pt x="216407" y="257555"/>
                </a:lnTo>
                <a:lnTo>
                  <a:pt x="216407" y="35051"/>
                </a:lnTo>
                <a:lnTo>
                  <a:pt x="143255" y="35051"/>
                </a:lnTo>
                <a:lnTo>
                  <a:pt x="142874" y="88963"/>
                </a:lnTo>
                <a:lnTo>
                  <a:pt x="140207" y="137159"/>
                </a:lnTo>
                <a:lnTo>
                  <a:pt x="133540" y="182879"/>
                </a:lnTo>
                <a:lnTo>
                  <a:pt x="118871" y="228599"/>
                </a:lnTo>
                <a:lnTo>
                  <a:pt x="93725" y="274320"/>
                </a:lnTo>
                <a:lnTo>
                  <a:pt x="54863" y="320039"/>
                </a:lnTo>
                <a:lnTo>
                  <a:pt x="50291" y="315467"/>
                </a:lnTo>
                <a:lnTo>
                  <a:pt x="66270" y="291798"/>
                </a:lnTo>
                <a:lnTo>
                  <a:pt x="79819" y="268985"/>
                </a:lnTo>
                <a:lnTo>
                  <a:pt x="99059" y="227075"/>
                </a:lnTo>
                <a:lnTo>
                  <a:pt x="110299" y="184784"/>
                </a:lnTo>
                <a:lnTo>
                  <a:pt x="115823" y="140207"/>
                </a:lnTo>
                <a:lnTo>
                  <a:pt x="118490" y="91058"/>
                </a:lnTo>
                <a:lnTo>
                  <a:pt x="118871" y="35051"/>
                </a:lnTo>
                <a:lnTo>
                  <a:pt x="35051" y="35051"/>
                </a:lnTo>
                <a:lnTo>
                  <a:pt x="35051" y="355091"/>
                </a:lnTo>
                <a:lnTo>
                  <a:pt x="310895" y="355091"/>
                </a:lnTo>
                <a:lnTo>
                  <a:pt x="336804" y="329184"/>
                </a:lnTo>
                <a:lnTo>
                  <a:pt x="373380" y="365760"/>
                </a:lnTo>
                <a:lnTo>
                  <a:pt x="36575" y="365760"/>
                </a:lnTo>
                <a:lnTo>
                  <a:pt x="24383" y="38099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" name="object 24"/>
          <p:cNvSpPr/>
          <p:nvPr/>
        </p:nvSpPr>
        <p:spPr>
          <a:xfrm>
            <a:off x="5237975" y="3506723"/>
            <a:ext cx="782320" cy="425450"/>
          </a:xfrm>
          <a:custGeom>
            <a:avLst/>
            <a:gdLst/>
            <a:ahLst/>
            <a:cxnLst/>
            <a:rect l="l" t="t" r="r" b="b"/>
            <a:pathLst>
              <a:path w="782320" h="425450">
                <a:moveTo>
                  <a:pt x="224028" y="30480"/>
                </a:moveTo>
                <a:lnTo>
                  <a:pt x="196596" y="0"/>
                </a:lnTo>
                <a:lnTo>
                  <a:pt x="175260" y="19812"/>
                </a:lnTo>
                <a:lnTo>
                  <a:pt x="124968" y="19812"/>
                </a:lnTo>
                <a:lnTo>
                  <a:pt x="124968" y="30480"/>
                </a:lnTo>
                <a:lnTo>
                  <a:pt x="124968" y="86868"/>
                </a:lnTo>
                <a:lnTo>
                  <a:pt x="100584" y="86868"/>
                </a:lnTo>
                <a:lnTo>
                  <a:pt x="100584" y="30480"/>
                </a:lnTo>
                <a:lnTo>
                  <a:pt x="124968" y="30480"/>
                </a:lnTo>
                <a:lnTo>
                  <a:pt x="124968" y="19812"/>
                </a:lnTo>
                <a:lnTo>
                  <a:pt x="0" y="19812"/>
                </a:lnTo>
                <a:lnTo>
                  <a:pt x="15240" y="36576"/>
                </a:lnTo>
                <a:lnTo>
                  <a:pt x="25552" y="33705"/>
                </a:lnTo>
                <a:lnTo>
                  <a:pt x="36004" y="31813"/>
                </a:lnTo>
                <a:lnTo>
                  <a:pt x="46748" y="30797"/>
                </a:lnTo>
                <a:lnTo>
                  <a:pt x="57912" y="30480"/>
                </a:lnTo>
                <a:lnTo>
                  <a:pt x="79248" y="30480"/>
                </a:lnTo>
                <a:lnTo>
                  <a:pt x="79248" y="86868"/>
                </a:lnTo>
                <a:lnTo>
                  <a:pt x="79248" y="97536"/>
                </a:lnTo>
                <a:lnTo>
                  <a:pt x="77520" y="135813"/>
                </a:lnTo>
                <a:lnTo>
                  <a:pt x="72199" y="168211"/>
                </a:lnTo>
                <a:lnTo>
                  <a:pt x="63182" y="194627"/>
                </a:lnTo>
                <a:lnTo>
                  <a:pt x="50292" y="214884"/>
                </a:lnTo>
                <a:lnTo>
                  <a:pt x="50292" y="97536"/>
                </a:lnTo>
                <a:lnTo>
                  <a:pt x="79248" y="97536"/>
                </a:lnTo>
                <a:lnTo>
                  <a:pt x="79248" y="86868"/>
                </a:lnTo>
                <a:lnTo>
                  <a:pt x="50292" y="86868"/>
                </a:lnTo>
                <a:lnTo>
                  <a:pt x="25908" y="73152"/>
                </a:lnTo>
                <a:lnTo>
                  <a:pt x="26797" y="104305"/>
                </a:lnTo>
                <a:lnTo>
                  <a:pt x="27241" y="140589"/>
                </a:lnTo>
                <a:lnTo>
                  <a:pt x="27355" y="168211"/>
                </a:lnTo>
                <a:lnTo>
                  <a:pt x="27241" y="316992"/>
                </a:lnTo>
                <a:lnTo>
                  <a:pt x="26797" y="352475"/>
                </a:lnTo>
                <a:lnTo>
                  <a:pt x="25908" y="382524"/>
                </a:lnTo>
                <a:lnTo>
                  <a:pt x="50292" y="373380"/>
                </a:lnTo>
                <a:lnTo>
                  <a:pt x="50292" y="336804"/>
                </a:lnTo>
                <a:lnTo>
                  <a:pt x="175260" y="336804"/>
                </a:lnTo>
                <a:lnTo>
                  <a:pt x="175260" y="379476"/>
                </a:lnTo>
                <a:lnTo>
                  <a:pt x="199644" y="367284"/>
                </a:lnTo>
                <a:lnTo>
                  <a:pt x="198907" y="339852"/>
                </a:lnTo>
                <a:lnTo>
                  <a:pt x="198869" y="336804"/>
                </a:lnTo>
                <a:lnTo>
                  <a:pt x="198755" y="326136"/>
                </a:lnTo>
                <a:lnTo>
                  <a:pt x="198450" y="299618"/>
                </a:lnTo>
                <a:lnTo>
                  <a:pt x="198285" y="260604"/>
                </a:lnTo>
                <a:lnTo>
                  <a:pt x="198234" y="249936"/>
                </a:lnTo>
                <a:lnTo>
                  <a:pt x="198158" y="192024"/>
                </a:lnTo>
                <a:lnTo>
                  <a:pt x="198120" y="102108"/>
                </a:lnTo>
                <a:lnTo>
                  <a:pt x="203352" y="97536"/>
                </a:lnTo>
                <a:lnTo>
                  <a:pt x="210312" y="91440"/>
                </a:lnTo>
                <a:lnTo>
                  <a:pt x="205092" y="86868"/>
                </a:lnTo>
                <a:lnTo>
                  <a:pt x="185928" y="70104"/>
                </a:lnTo>
                <a:lnTo>
                  <a:pt x="175260" y="84772"/>
                </a:lnTo>
                <a:lnTo>
                  <a:pt x="175260" y="97536"/>
                </a:lnTo>
                <a:lnTo>
                  <a:pt x="175260" y="192024"/>
                </a:lnTo>
                <a:lnTo>
                  <a:pt x="175260" y="211836"/>
                </a:lnTo>
                <a:lnTo>
                  <a:pt x="175260" y="249936"/>
                </a:lnTo>
                <a:lnTo>
                  <a:pt x="175260" y="260604"/>
                </a:lnTo>
                <a:lnTo>
                  <a:pt x="175260" y="326136"/>
                </a:lnTo>
                <a:lnTo>
                  <a:pt x="50292" y="326136"/>
                </a:lnTo>
                <a:lnTo>
                  <a:pt x="50292" y="260604"/>
                </a:lnTo>
                <a:lnTo>
                  <a:pt x="175260" y="260604"/>
                </a:lnTo>
                <a:lnTo>
                  <a:pt x="175260" y="249936"/>
                </a:lnTo>
                <a:lnTo>
                  <a:pt x="50292" y="249936"/>
                </a:lnTo>
                <a:lnTo>
                  <a:pt x="50292" y="225552"/>
                </a:lnTo>
                <a:lnTo>
                  <a:pt x="61112" y="214884"/>
                </a:lnTo>
                <a:lnTo>
                  <a:pt x="72301" y="203835"/>
                </a:lnTo>
                <a:lnTo>
                  <a:pt x="88011" y="175260"/>
                </a:lnTo>
                <a:lnTo>
                  <a:pt x="97447" y="139827"/>
                </a:lnTo>
                <a:lnTo>
                  <a:pt x="100584" y="97536"/>
                </a:lnTo>
                <a:lnTo>
                  <a:pt x="124968" y="97536"/>
                </a:lnTo>
                <a:lnTo>
                  <a:pt x="125082" y="187452"/>
                </a:lnTo>
                <a:lnTo>
                  <a:pt x="150876" y="211836"/>
                </a:lnTo>
                <a:lnTo>
                  <a:pt x="175260" y="211836"/>
                </a:lnTo>
                <a:lnTo>
                  <a:pt x="175260" y="192024"/>
                </a:lnTo>
                <a:lnTo>
                  <a:pt x="149352" y="192024"/>
                </a:lnTo>
                <a:lnTo>
                  <a:pt x="146304" y="187452"/>
                </a:lnTo>
                <a:lnTo>
                  <a:pt x="146304" y="97536"/>
                </a:lnTo>
                <a:lnTo>
                  <a:pt x="175260" y="97536"/>
                </a:lnTo>
                <a:lnTo>
                  <a:pt x="175260" y="84772"/>
                </a:lnTo>
                <a:lnTo>
                  <a:pt x="173736" y="86868"/>
                </a:lnTo>
                <a:lnTo>
                  <a:pt x="146304" y="86868"/>
                </a:lnTo>
                <a:lnTo>
                  <a:pt x="146304" y="30480"/>
                </a:lnTo>
                <a:lnTo>
                  <a:pt x="224028" y="30480"/>
                </a:lnTo>
                <a:close/>
              </a:path>
              <a:path w="782320" h="425450">
                <a:moveTo>
                  <a:pt x="408432" y="339852"/>
                </a:moveTo>
                <a:lnTo>
                  <a:pt x="387502" y="306705"/>
                </a:lnTo>
                <a:lnTo>
                  <a:pt x="385572" y="262128"/>
                </a:lnTo>
                <a:lnTo>
                  <a:pt x="376428" y="262128"/>
                </a:lnTo>
                <a:lnTo>
                  <a:pt x="374713" y="302895"/>
                </a:lnTo>
                <a:lnTo>
                  <a:pt x="364236" y="345948"/>
                </a:lnTo>
                <a:lnTo>
                  <a:pt x="284988" y="345948"/>
                </a:lnTo>
                <a:lnTo>
                  <a:pt x="272986" y="344195"/>
                </a:lnTo>
                <a:lnTo>
                  <a:pt x="264414" y="338709"/>
                </a:lnTo>
                <a:lnTo>
                  <a:pt x="259270" y="329234"/>
                </a:lnTo>
                <a:lnTo>
                  <a:pt x="257556" y="315468"/>
                </a:lnTo>
                <a:lnTo>
                  <a:pt x="257556" y="155448"/>
                </a:lnTo>
                <a:lnTo>
                  <a:pt x="350520" y="155448"/>
                </a:lnTo>
                <a:lnTo>
                  <a:pt x="350520" y="179832"/>
                </a:lnTo>
                <a:lnTo>
                  <a:pt x="374904" y="169164"/>
                </a:lnTo>
                <a:lnTo>
                  <a:pt x="374421" y="155448"/>
                </a:lnTo>
                <a:lnTo>
                  <a:pt x="374091" y="146304"/>
                </a:lnTo>
                <a:lnTo>
                  <a:pt x="374027" y="144589"/>
                </a:lnTo>
                <a:lnTo>
                  <a:pt x="373570" y="114300"/>
                </a:lnTo>
                <a:lnTo>
                  <a:pt x="373405" y="78295"/>
                </a:lnTo>
                <a:lnTo>
                  <a:pt x="373380" y="36576"/>
                </a:lnTo>
                <a:lnTo>
                  <a:pt x="380352" y="30480"/>
                </a:lnTo>
                <a:lnTo>
                  <a:pt x="385572" y="25908"/>
                </a:lnTo>
                <a:lnTo>
                  <a:pt x="359664" y="4572"/>
                </a:lnTo>
                <a:lnTo>
                  <a:pt x="347472" y="19812"/>
                </a:lnTo>
                <a:lnTo>
                  <a:pt x="225552" y="19812"/>
                </a:lnTo>
                <a:lnTo>
                  <a:pt x="240792" y="36576"/>
                </a:lnTo>
                <a:lnTo>
                  <a:pt x="251104" y="33705"/>
                </a:lnTo>
                <a:lnTo>
                  <a:pt x="261556" y="31813"/>
                </a:lnTo>
                <a:lnTo>
                  <a:pt x="272300" y="30797"/>
                </a:lnTo>
                <a:lnTo>
                  <a:pt x="283464" y="30480"/>
                </a:lnTo>
                <a:lnTo>
                  <a:pt x="350520" y="30480"/>
                </a:lnTo>
                <a:lnTo>
                  <a:pt x="350520" y="146304"/>
                </a:lnTo>
                <a:lnTo>
                  <a:pt x="257556" y="146304"/>
                </a:lnTo>
                <a:lnTo>
                  <a:pt x="233172" y="129540"/>
                </a:lnTo>
                <a:lnTo>
                  <a:pt x="234061" y="156997"/>
                </a:lnTo>
                <a:lnTo>
                  <a:pt x="234505" y="198310"/>
                </a:lnTo>
                <a:lnTo>
                  <a:pt x="234683" y="253631"/>
                </a:lnTo>
                <a:lnTo>
                  <a:pt x="234696" y="323088"/>
                </a:lnTo>
                <a:lnTo>
                  <a:pt x="236651" y="342811"/>
                </a:lnTo>
                <a:lnTo>
                  <a:pt x="244602" y="356235"/>
                </a:lnTo>
                <a:lnTo>
                  <a:pt x="258279" y="363385"/>
                </a:lnTo>
                <a:lnTo>
                  <a:pt x="277368" y="364236"/>
                </a:lnTo>
                <a:lnTo>
                  <a:pt x="368808" y="364236"/>
                </a:lnTo>
                <a:lnTo>
                  <a:pt x="381647" y="363651"/>
                </a:lnTo>
                <a:lnTo>
                  <a:pt x="392620" y="359473"/>
                </a:lnTo>
                <a:lnTo>
                  <a:pt x="401599" y="351599"/>
                </a:lnTo>
                <a:lnTo>
                  <a:pt x="404888" y="345948"/>
                </a:lnTo>
                <a:lnTo>
                  <a:pt x="408432" y="339852"/>
                </a:lnTo>
                <a:close/>
              </a:path>
              <a:path w="782320" h="425450">
                <a:moveTo>
                  <a:pt x="664476" y="252984"/>
                </a:moveTo>
                <a:lnTo>
                  <a:pt x="656107" y="213550"/>
                </a:lnTo>
                <a:lnTo>
                  <a:pt x="629996" y="184594"/>
                </a:lnTo>
                <a:lnTo>
                  <a:pt x="593966" y="169926"/>
                </a:lnTo>
                <a:lnTo>
                  <a:pt x="542099" y="156857"/>
                </a:lnTo>
                <a:lnTo>
                  <a:pt x="534936" y="155448"/>
                </a:lnTo>
                <a:lnTo>
                  <a:pt x="525221" y="151739"/>
                </a:lnTo>
                <a:lnTo>
                  <a:pt x="494741" y="122110"/>
                </a:lnTo>
                <a:lnTo>
                  <a:pt x="492264" y="103632"/>
                </a:lnTo>
                <a:lnTo>
                  <a:pt x="493407" y="92773"/>
                </a:lnTo>
                <a:lnTo>
                  <a:pt x="520522" y="61061"/>
                </a:lnTo>
                <a:lnTo>
                  <a:pt x="559320" y="53340"/>
                </a:lnTo>
                <a:lnTo>
                  <a:pt x="572744" y="53936"/>
                </a:lnTo>
                <a:lnTo>
                  <a:pt x="621372" y="69113"/>
                </a:lnTo>
                <a:lnTo>
                  <a:pt x="649236" y="88392"/>
                </a:lnTo>
                <a:lnTo>
                  <a:pt x="652284" y="88392"/>
                </a:lnTo>
                <a:lnTo>
                  <a:pt x="652284" y="36576"/>
                </a:lnTo>
                <a:lnTo>
                  <a:pt x="641731" y="32054"/>
                </a:lnTo>
                <a:lnTo>
                  <a:pt x="595490" y="19342"/>
                </a:lnTo>
                <a:lnTo>
                  <a:pt x="556272" y="16764"/>
                </a:lnTo>
                <a:lnTo>
                  <a:pt x="533412" y="18249"/>
                </a:lnTo>
                <a:lnTo>
                  <a:pt x="494550" y="30911"/>
                </a:lnTo>
                <a:lnTo>
                  <a:pt x="464781" y="56984"/>
                </a:lnTo>
                <a:lnTo>
                  <a:pt x="448068" y="108204"/>
                </a:lnTo>
                <a:lnTo>
                  <a:pt x="448348" y="117944"/>
                </a:lnTo>
                <a:lnTo>
                  <a:pt x="459689" y="155829"/>
                </a:lnTo>
                <a:lnTo>
                  <a:pt x="492264" y="184404"/>
                </a:lnTo>
                <a:lnTo>
                  <a:pt x="522744" y="195072"/>
                </a:lnTo>
                <a:lnTo>
                  <a:pt x="531355" y="197980"/>
                </a:lnTo>
                <a:lnTo>
                  <a:pt x="539127" y="200025"/>
                </a:lnTo>
                <a:lnTo>
                  <a:pt x="546315" y="201510"/>
                </a:lnTo>
                <a:lnTo>
                  <a:pt x="553224" y="202692"/>
                </a:lnTo>
                <a:lnTo>
                  <a:pt x="559219" y="204749"/>
                </a:lnTo>
                <a:lnTo>
                  <a:pt x="598754" y="218313"/>
                </a:lnTo>
                <a:lnTo>
                  <a:pt x="619709" y="250888"/>
                </a:lnTo>
                <a:lnTo>
                  <a:pt x="620280" y="260604"/>
                </a:lnTo>
                <a:lnTo>
                  <a:pt x="619137" y="271703"/>
                </a:lnTo>
                <a:lnTo>
                  <a:pt x="591718" y="305587"/>
                </a:lnTo>
                <a:lnTo>
                  <a:pt x="548652" y="313944"/>
                </a:lnTo>
                <a:lnTo>
                  <a:pt x="535838" y="313359"/>
                </a:lnTo>
                <a:lnTo>
                  <a:pt x="496836" y="303276"/>
                </a:lnTo>
                <a:lnTo>
                  <a:pt x="458901" y="281635"/>
                </a:lnTo>
                <a:lnTo>
                  <a:pt x="448068" y="272796"/>
                </a:lnTo>
                <a:lnTo>
                  <a:pt x="445020" y="272796"/>
                </a:lnTo>
                <a:lnTo>
                  <a:pt x="445020" y="326136"/>
                </a:lnTo>
                <a:lnTo>
                  <a:pt x="456463" y="331571"/>
                </a:lnTo>
                <a:lnTo>
                  <a:pt x="504545" y="347548"/>
                </a:lnTo>
                <a:lnTo>
                  <a:pt x="551700" y="352044"/>
                </a:lnTo>
                <a:lnTo>
                  <a:pt x="565962" y="351497"/>
                </a:lnTo>
                <a:lnTo>
                  <a:pt x="610222" y="339572"/>
                </a:lnTo>
                <a:lnTo>
                  <a:pt x="642061" y="315302"/>
                </a:lnTo>
                <a:lnTo>
                  <a:pt x="660615" y="281711"/>
                </a:lnTo>
                <a:lnTo>
                  <a:pt x="664133" y="262369"/>
                </a:lnTo>
                <a:lnTo>
                  <a:pt x="664476" y="252984"/>
                </a:lnTo>
                <a:close/>
              </a:path>
              <a:path w="782320" h="425450">
                <a:moveTo>
                  <a:pt x="781824" y="283476"/>
                </a:moveTo>
                <a:lnTo>
                  <a:pt x="726948" y="283476"/>
                </a:lnTo>
                <a:lnTo>
                  <a:pt x="688848" y="425196"/>
                </a:lnTo>
                <a:lnTo>
                  <a:pt x="720852" y="425196"/>
                </a:lnTo>
                <a:lnTo>
                  <a:pt x="781824" y="28347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" name="object 25"/>
          <p:cNvSpPr/>
          <p:nvPr/>
        </p:nvSpPr>
        <p:spPr>
          <a:xfrm>
            <a:off x="6210287" y="3486911"/>
            <a:ext cx="666115" cy="405765"/>
          </a:xfrm>
          <a:custGeom>
            <a:avLst/>
            <a:gdLst/>
            <a:ahLst/>
            <a:cxnLst/>
            <a:rect l="l" t="t" r="r" b="b"/>
            <a:pathLst>
              <a:path w="666115" h="405764">
                <a:moveTo>
                  <a:pt x="394716" y="88392"/>
                </a:moveTo>
                <a:lnTo>
                  <a:pt x="358140" y="51816"/>
                </a:lnTo>
                <a:lnTo>
                  <a:pt x="332232" y="77724"/>
                </a:lnTo>
                <a:lnTo>
                  <a:pt x="179832" y="77724"/>
                </a:lnTo>
                <a:lnTo>
                  <a:pt x="187007" y="63728"/>
                </a:lnTo>
                <a:lnTo>
                  <a:pt x="192595" y="51435"/>
                </a:lnTo>
                <a:lnTo>
                  <a:pt x="196773" y="40868"/>
                </a:lnTo>
                <a:lnTo>
                  <a:pt x="199644" y="32004"/>
                </a:lnTo>
                <a:lnTo>
                  <a:pt x="217932" y="21336"/>
                </a:lnTo>
                <a:lnTo>
                  <a:pt x="178308" y="0"/>
                </a:lnTo>
                <a:lnTo>
                  <a:pt x="174294" y="16865"/>
                </a:lnTo>
                <a:lnTo>
                  <a:pt x="168973" y="35433"/>
                </a:lnTo>
                <a:lnTo>
                  <a:pt x="162242" y="55727"/>
                </a:lnTo>
                <a:lnTo>
                  <a:pt x="153924" y="77724"/>
                </a:lnTo>
                <a:lnTo>
                  <a:pt x="16764" y="77724"/>
                </a:lnTo>
                <a:lnTo>
                  <a:pt x="32004" y="94488"/>
                </a:lnTo>
                <a:lnTo>
                  <a:pt x="41440" y="91617"/>
                </a:lnTo>
                <a:lnTo>
                  <a:pt x="51435" y="89725"/>
                </a:lnTo>
                <a:lnTo>
                  <a:pt x="62014" y="88709"/>
                </a:lnTo>
                <a:lnTo>
                  <a:pt x="73152" y="88392"/>
                </a:lnTo>
                <a:lnTo>
                  <a:pt x="149352" y="88392"/>
                </a:lnTo>
                <a:lnTo>
                  <a:pt x="135623" y="114681"/>
                </a:lnTo>
                <a:lnTo>
                  <a:pt x="121729" y="138684"/>
                </a:lnTo>
                <a:lnTo>
                  <a:pt x="107569" y="160401"/>
                </a:lnTo>
                <a:lnTo>
                  <a:pt x="92964" y="179832"/>
                </a:lnTo>
                <a:lnTo>
                  <a:pt x="74676" y="172212"/>
                </a:lnTo>
                <a:lnTo>
                  <a:pt x="75768" y="181356"/>
                </a:lnTo>
                <a:lnTo>
                  <a:pt x="76771" y="189166"/>
                </a:lnTo>
                <a:lnTo>
                  <a:pt x="77470" y="194716"/>
                </a:lnTo>
                <a:lnTo>
                  <a:pt x="77724" y="198120"/>
                </a:lnTo>
                <a:lnTo>
                  <a:pt x="63436" y="214960"/>
                </a:lnTo>
                <a:lnTo>
                  <a:pt x="45720" y="233362"/>
                </a:lnTo>
                <a:lnTo>
                  <a:pt x="24574" y="253199"/>
                </a:lnTo>
                <a:lnTo>
                  <a:pt x="0" y="274320"/>
                </a:lnTo>
                <a:lnTo>
                  <a:pt x="4572" y="280416"/>
                </a:lnTo>
                <a:lnTo>
                  <a:pt x="22034" y="269011"/>
                </a:lnTo>
                <a:lnTo>
                  <a:pt x="40195" y="255460"/>
                </a:lnTo>
                <a:lnTo>
                  <a:pt x="59232" y="239915"/>
                </a:lnTo>
                <a:lnTo>
                  <a:pt x="79248" y="222504"/>
                </a:lnTo>
                <a:lnTo>
                  <a:pt x="79248" y="355092"/>
                </a:lnTo>
                <a:lnTo>
                  <a:pt x="79019" y="366814"/>
                </a:lnTo>
                <a:lnTo>
                  <a:pt x="77978" y="391668"/>
                </a:lnTo>
                <a:lnTo>
                  <a:pt x="77724" y="405384"/>
                </a:lnTo>
                <a:lnTo>
                  <a:pt x="103632" y="391668"/>
                </a:lnTo>
                <a:lnTo>
                  <a:pt x="103632" y="222504"/>
                </a:lnTo>
                <a:lnTo>
                  <a:pt x="103632" y="198120"/>
                </a:lnTo>
                <a:lnTo>
                  <a:pt x="119240" y="179832"/>
                </a:lnTo>
                <a:lnTo>
                  <a:pt x="121920" y="176695"/>
                </a:lnTo>
                <a:lnTo>
                  <a:pt x="140208" y="151257"/>
                </a:lnTo>
                <a:lnTo>
                  <a:pt x="158496" y="121831"/>
                </a:lnTo>
                <a:lnTo>
                  <a:pt x="176784" y="88392"/>
                </a:lnTo>
                <a:lnTo>
                  <a:pt x="394716" y="88392"/>
                </a:lnTo>
                <a:close/>
              </a:path>
              <a:path w="666115" h="405764">
                <a:moveTo>
                  <a:pt x="405384" y="364236"/>
                </a:moveTo>
                <a:lnTo>
                  <a:pt x="370332" y="329184"/>
                </a:lnTo>
                <a:lnTo>
                  <a:pt x="345948" y="353568"/>
                </a:lnTo>
                <a:lnTo>
                  <a:pt x="259080" y="353568"/>
                </a:lnTo>
                <a:lnTo>
                  <a:pt x="259080" y="213360"/>
                </a:lnTo>
                <a:lnTo>
                  <a:pt x="381000" y="213360"/>
                </a:lnTo>
                <a:lnTo>
                  <a:pt x="347472" y="181356"/>
                </a:lnTo>
                <a:lnTo>
                  <a:pt x="326136" y="204216"/>
                </a:lnTo>
                <a:lnTo>
                  <a:pt x="259080" y="204216"/>
                </a:lnTo>
                <a:lnTo>
                  <a:pt x="259080" y="132588"/>
                </a:lnTo>
                <a:lnTo>
                  <a:pt x="272796" y="120396"/>
                </a:lnTo>
                <a:lnTo>
                  <a:pt x="233172" y="102108"/>
                </a:lnTo>
                <a:lnTo>
                  <a:pt x="234061" y="116954"/>
                </a:lnTo>
                <a:lnTo>
                  <a:pt x="234505" y="129349"/>
                </a:lnTo>
                <a:lnTo>
                  <a:pt x="234683" y="139192"/>
                </a:lnTo>
                <a:lnTo>
                  <a:pt x="234696" y="204216"/>
                </a:lnTo>
                <a:lnTo>
                  <a:pt x="134112" y="204216"/>
                </a:lnTo>
                <a:lnTo>
                  <a:pt x="149352" y="219456"/>
                </a:lnTo>
                <a:lnTo>
                  <a:pt x="159664" y="217220"/>
                </a:lnTo>
                <a:lnTo>
                  <a:pt x="170116" y="215265"/>
                </a:lnTo>
                <a:lnTo>
                  <a:pt x="180860" y="213893"/>
                </a:lnTo>
                <a:lnTo>
                  <a:pt x="192024" y="213360"/>
                </a:lnTo>
                <a:lnTo>
                  <a:pt x="234696" y="213360"/>
                </a:lnTo>
                <a:lnTo>
                  <a:pt x="234696" y="353568"/>
                </a:lnTo>
                <a:lnTo>
                  <a:pt x="111252" y="353568"/>
                </a:lnTo>
                <a:lnTo>
                  <a:pt x="128016" y="368808"/>
                </a:lnTo>
                <a:lnTo>
                  <a:pt x="137452" y="366814"/>
                </a:lnTo>
                <a:lnTo>
                  <a:pt x="147447" y="365379"/>
                </a:lnTo>
                <a:lnTo>
                  <a:pt x="158026" y="364528"/>
                </a:lnTo>
                <a:lnTo>
                  <a:pt x="169164" y="364236"/>
                </a:lnTo>
                <a:lnTo>
                  <a:pt x="405384" y="364236"/>
                </a:lnTo>
                <a:close/>
              </a:path>
              <a:path w="666115" h="405764">
                <a:moveTo>
                  <a:pt x="666000" y="272796"/>
                </a:moveTo>
                <a:lnTo>
                  <a:pt x="657631" y="233362"/>
                </a:lnTo>
                <a:lnTo>
                  <a:pt x="631520" y="204406"/>
                </a:lnTo>
                <a:lnTo>
                  <a:pt x="587133" y="187452"/>
                </a:lnTo>
                <a:lnTo>
                  <a:pt x="543623" y="176669"/>
                </a:lnTo>
                <a:lnTo>
                  <a:pt x="536460" y="175260"/>
                </a:lnTo>
                <a:lnTo>
                  <a:pt x="526745" y="171551"/>
                </a:lnTo>
                <a:lnTo>
                  <a:pt x="496265" y="141922"/>
                </a:lnTo>
                <a:lnTo>
                  <a:pt x="493788" y="123444"/>
                </a:lnTo>
                <a:lnTo>
                  <a:pt x="494931" y="112585"/>
                </a:lnTo>
                <a:lnTo>
                  <a:pt x="522046" y="80873"/>
                </a:lnTo>
                <a:lnTo>
                  <a:pt x="560844" y="73152"/>
                </a:lnTo>
                <a:lnTo>
                  <a:pt x="573417" y="73748"/>
                </a:lnTo>
                <a:lnTo>
                  <a:pt x="611136" y="83820"/>
                </a:lnTo>
                <a:lnTo>
                  <a:pt x="650760" y="108204"/>
                </a:lnTo>
                <a:lnTo>
                  <a:pt x="653808" y="108204"/>
                </a:lnTo>
                <a:lnTo>
                  <a:pt x="653808" y="56388"/>
                </a:lnTo>
                <a:lnTo>
                  <a:pt x="643255" y="51866"/>
                </a:lnTo>
                <a:lnTo>
                  <a:pt x="597014" y="39154"/>
                </a:lnTo>
                <a:lnTo>
                  <a:pt x="557796" y="36576"/>
                </a:lnTo>
                <a:lnTo>
                  <a:pt x="534936" y="38061"/>
                </a:lnTo>
                <a:lnTo>
                  <a:pt x="496074" y="50723"/>
                </a:lnTo>
                <a:lnTo>
                  <a:pt x="466305" y="76796"/>
                </a:lnTo>
                <a:lnTo>
                  <a:pt x="449592" y="128016"/>
                </a:lnTo>
                <a:lnTo>
                  <a:pt x="449872" y="137756"/>
                </a:lnTo>
                <a:lnTo>
                  <a:pt x="461213" y="175641"/>
                </a:lnTo>
                <a:lnTo>
                  <a:pt x="493788" y="204216"/>
                </a:lnTo>
                <a:lnTo>
                  <a:pt x="522744" y="214884"/>
                </a:lnTo>
                <a:lnTo>
                  <a:pt x="532244" y="217792"/>
                </a:lnTo>
                <a:lnTo>
                  <a:pt x="540461" y="219837"/>
                </a:lnTo>
                <a:lnTo>
                  <a:pt x="547814" y="221322"/>
                </a:lnTo>
                <a:lnTo>
                  <a:pt x="554748" y="222504"/>
                </a:lnTo>
                <a:lnTo>
                  <a:pt x="560743" y="224561"/>
                </a:lnTo>
                <a:lnTo>
                  <a:pt x="600278" y="238125"/>
                </a:lnTo>
                <a:lnTo>
                  <a:pt x="621233" y="270700"/>
                </a:lnTo>
                <a:lnTo>
                  <a:pt x="621804" y="280416"/>
                </a:lnTo>
                <a:lnTo>
                  <a:pt x="620661" y="291515"/>
                </a:lnTo>
                <a:lnTo>
                  <a:pt x="593242" y="325399"/>
                </a:lnTo>
                <a:lnTo>
                  <a:pt x="550176" y="333756"/>
                </a:lnTo>
                <a:lnTo>
                  <a:pt x="537362" y="333171"/>
                </a:lnTo>
                <a:lnTo>
                  <a:pt x="498360" y="323088"/>
                </a:lnTo>
                <a:lnTo>
                  <a:pt x="460425" y="301447"/>
                </a:lnTo>
                <a:lnTo>
                  <a:pt x="449592" y="292608"/>
                </a:lnTo>
                <a:lnTo>
                  <a:pt x="446544" y="292608"/>
                </a:lnTo>
                <a:lnTo>
                  <a:pt x="446544" y="345948"/>
                </a:lnTo>
                <a:lnTo>
                  <a:pt x="457974" y="351383"/>
                </a:lnTo>
                <a:lnTo>
                  <a:pt x="505421" y="367360"/>
                </a:lnTo>
                <a:lnTo>
                  <a:pt x="553224" y="371856"/>
                </a:lnTo>
                <a:lnTo>
                  <a:pt x="567270" y="371309"/>
                </a:lnTo>
                <a:lnTo>
                  <a:pt x="611746" y="359384"/>
                </a:lnTo>
                <a:lnTo>
                  <a:pt x="643585" y="335114"/>
                </a:lnTo>
                <a:lnTo>
                  <a:pt x="662139" y="301523"/>
                </a:lnTo>
                <a:lnTo>
                  <a:pt x="665657" y="282181"/>
                </a:lnTo>
                <a:lnTo>
                  <a:pt x="666000" y="27279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" name="object 26"/>
          <p:cNvSpPr/>
          <p:nvPr/>
        </p:nvSpPr>
        <p:spPr>
          <a:xfrm>
            <a:off x="6946391" y="3486911"/>
            <a:ext cx="338455" cy="408940"/>
          </a:xfrm>
          <a:custGeom>
            <a:avLst/>
            <a:gdLst/>
            <a:ahLst/>
            <a:cxnLst/>
            <a:rect l="l" t="t" r="r" b="b"/>
            <a:pathLst>
              <a:path w="338454" h="408939">
                <a:moveTo>
                  <a:pt x="172212" y="102108"/>
                </a:moveTo>
                <a:lnTo>
                  <a:pt x="146304" y="102108"/>
                </a:lnTo>
                <a:lnTo>
                  <a:pt x="146280" y="70723"/>
                </a:lnTo>
                <a:lnTo>
                  <a:pt x="146113" y="43053"/>
                </a:lnTo>
                <a:lnTo>
                  <a:pt x="145661" y="19383"/>
                </a:lnTo>
                <a:lnTo>
                  <a:pt x="144780" y="0"/>
                </a:lnTo>
                <a:lnTo>
                  <a:pt x="187452" y="19812"/>
                </a:lnTo>
                <a:lnTo>
                  <a:pt x="172212" y="33528"/>
                </a:lnTo>
                <a:lnTo>
                  <a:pt x="172212" y="102108"/>
                </a:lnTo>
                <a:close/>
              </a:path>
              <a:path w="338454" h="408939">
                <a:moveTo>
                  <a:pt x="334264" y="102108"/>
                </a:moveTo>
                <a:lnTo>
                  <a:pt x="294132" y="102108"/>
                </a:lnTo>
                <a:lnTo>
                  <a:pt x="307848" y="82296"/>
                </a:lnTo>
                <a:lnTo>
                  <a:pt x="334264" y="102108"/>
                </a:lnTo>
                <a:close/>
              </a:path>
              <a:path w="338454" h="408939">
                <a:moveTo>
                  <a:pt x="0" y="272795"/>
                </a:moveTo>
                <a:lnTo>
                  <a:pt x="1119" y="255960"/>
                </a:lnTo>
                <a:lnTo>
                  <a:pt x="2095" y="235267"/>
                </a:lnTo>
                <a:lnTo>
                  <a:pt x="2786" y="210859"/>
                </a:lnTo>
                <a:lnTo>
                  <a:pt x="3048" y="182880"/>
                </a:lnTo>
                <a:lnTo>
                  <a:pt x="2786" y="154590"/>
                </a:lnTo>
                <a:lnTo>
                  <a:pt x="2095" y="129159"/>
                </a:lnTo>
                <a:lnTo>
                  <a:pt x="1119" y="106584"/>
                </a:lnTo>
                <a:lnTo>
                  <a:pt x="0" y="86868"/>
                </a:lnTo>
                <a:lnTo>
                  <a:pt x="27432" y="102108"/>
                </a:lnTo>
                <a:lnTo>
                  <a:pt x="334264" y="102108"/>
                </a:lnTo>
                <a:lnTo>
                  <a:pt x="338328" y="105156"/>
                </a:lnTo>
                <a:lnTo>
                  <a:pt x="329014" y="112776"/>
                </a:lnTo>
                <a:lnTo>
                  <a:pt x="27432" y="112776"/>
                </a:lnTo>
                <a:lnTo>
                  <a:pt x="27432" y="228600"/>
                </a:lnTo>
                <a:lnTo>
                  <a:pt x="321818" y="228600"/>
                </a:lnTo>
                <a:lnTo>
                  <a:pt x="322449" y="237744"/>
                </a:lnTo>
                <a:lnTo>
                  <a:pt x="27432" y="237744"/>
                </a:lnTo>
                <a:lnTo>
                  <a:pt x="27432" y="259080"/>
                </a:lnTo>
                <a:lnTo>
                  <a:pt x="0" y="272795"/>
                </a:lnTo>
                <a:close/>
              </a:path>
              <a:path w="338454" h="408939">
                <a:moveTo>
                  <a:pt x="172212" y="228600"/>
                </a:moveTo>
                <a:lnTo>
                  <a:pt x="146304" y="228600"/>
                </a:lnTo>
                <a:lnTo>
                  <a:pt x="146304" y="112776"/>
                </a:lnTo>
                <a:lnTo>
                  <a:pt x="172212" y="112776"/>
                </a:lnTo>
                <a:lnTo>
                  <a:pt x="172212" y="228600"/>
                </a:lnTo>
                <a:close/>
              </a:path>
              <a:path w="338454" h="408939">
                <a:moveTo>
                  <a:pt x="321818" y="228600"/>
                </a:moveTo>
                <a:lnTo>
                  <a:pt x="297180" y="228600"/>
                </a:lnTo>
                <a:lnTo>
                  <a:pt x="297180" y="112776"/>
                </a:lnTo>
                <a:lnTo>
                  <a:pt x="329014" y="112776"/>
                </a:lnTo>
                <a:lnTo>
                  <a:pt x="321564" y="118872"/>
                </a:lnTo>
                <a:lnTo>
                  <a:pt x="321564" y="219456"/>
                </a:lnTo>
                <a:lnTo>
                  <a:pt x="321818" y="228600"/>
                </a:lnTo>
                <a:close/>
              </a:path>
              <a:path w="338454" h="408939">
                <a:moveTo>
                  <a:pt x="144780" y="408432"/>
                </a:moveTo>
                <a:lnTo>
                  <a:pt x="145661" y="383047"/>
                </a:lnTo>
                <a:lnTo>
                  <a:pt x="146113" y="345948"/>
                </a:lnTo>
                <a:lnTo>
                  <a:pt x="146280" y="297418"/>
                </a:lnTo>
                <a:lnTo>
                  <a:pt x="146304" y="237744"/>
                </a:lnTo>
                <a:lnTo>
                  <a:pt x="172212" y="237744"/>
                </a:lnTo>
                <a:lnTo>
                  <a:pt x="172477" y="297418"/>
                </a:lnTo>
                <a:lnTo>
                  <a:pt x="173164" y="342900"/>
                </a:lnTo>
                <a:lnTo>
                  <a:pt x="174140" y="374904"/>
                </a:lnTo>
                <a:lnTo>
                  <a:pt x="175260" y="393192"/>
                </a:lnTo>
                <a:lnTo>
                  <a:pt x="144780" y="408432"/>
                </a:lnTo>
                <a:close/>
              </a:path>
              <a:path w="338454" h="408939">
                <a:moveTo>
                  <a:pt x="297180" y="269748"/>
                </a:moveTo>
                <a:lnTo>
                  <a:pt x="297180" y="237744"/>
                </a:lnTo>
                <a:lnTo>
                  <a:pt x="322449" y="237744"/>
                </a:lnTo>
                <a:lnTo>
                  <a:pt x="322516" y="238696"/>
                </a:lnTo>
                <a:lnTo>
                  <a:pt x="323492" y="248816"/>
                </a:lnTo>
                <a:lnTo>
                  <a:pt x="324612" y="259080"/>
                </a:lnTo>
                <a:lnTo>
                  <a:pt x="297180" y="26974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" name="object 27"/>
          <p:cNvSpPr/>
          <p:nvPr/>
        </p:nvSpPr>
        <p:spPr>
          <a:xfrm>
            <a:off x="7348728" y="3485388"/>
            <a:ext cx="2190115" cy="412115"/>
          </a:xfrm>
          <a:custGeom>
            <a:avLst/>
            <a:gdLst/>
            <a:ahLst/>
            <a:cxnLst/>
            <a:rect l="l" t="t" r="r" b="b"/>
            <a:pathLst>
              <a:path w="2190115" h="412114">
                <a:moveTo>
                  <a:pt x="397764" y="71640"/>
                </a:moveTo>
                <a:lnTo>
                  <a:pt x="361188" y="35064"/>
                </a:lnTo>
                <a:lnTo>
                  <a:pt x="335280" y="60972"/>
                </a:lnTo>
                <a:lnTo>
                  <a:pt x="188976" y="60972"/>
                </a:lnTo>
                <a:lnTo>
                  <a:pt x="193548" y="53352"/>
                </a:lnTo>
                <a:lnTo>
                  <a:pt x="196596" y="45732"/>
                </a:lnTo>
                <a:lnTo>
                  <a:pt x="199644" y="39636"/>
                </a:lnTo>
                <a:lnTo>
                  <a:pt x="202730" y="34442"/>
                </a:lnTo>
                <a:lnTo>
                  <a:pt x="207264" y="30111"/>
                </a:lnTo>
                <a:lnTo>
                  <a:pt x="212928" y="26339"/>
                </a:lnTo>
                <a:lnTo>
                  <a:pt x="219456" y="22872"/>
                </a:lnTo>
                <a:lnTo>
                  <a:pt x="176784" y="1536"/>
                </a:lnTo>
                <a:lnTo>
                  <a:pt x="174802" y="15532"/>
                </a:lnTo>
                <a:lnTo>
                  <a:pt x="171259" y="30111"/>
                </a:lnTo>
                <a:lnTo>
                  <a:pt x="166281" y="45250"/>
                </a:lnTo>
                <a:lnTo>
                  <a:pt x="160020" y="60972"/>
                </a:lnTo>
                <a:lnTo>
                  <a:pt x="15240" y="60972"/>
                </a:lnTo>
                <a:lnTo>
                  <a:pt x="28956" y="74688"/>
                </a:lnTo>
                <a:lnTo>
                  <a:pt x="54864" y="71640"/>
                </a:lnTo>
                <a:lnTo>
                  <a:pt x="156972" y="71640"/>
                </a:lnTo>
                <a:lnTo>
                  <a:pt x="145770" y="93903"/>
                </a:lnTo>
                <a:lnTo>
                  <a:pt x="134874" y="114884"/>
                </a:lnTo>
                <a:lnTo>
                  <a:pt x="123964" y="134429"/>
                </a:lnTo>
                <a:lnTo>
                  <a:pt x="112776" y="152412"/>
                </a:lnTo>
                <a:lnTo>
                  <a:pt x="96012" y="144792"/>
                </a:lnTo>
                <a:lnTo>
                  <a:pt x="96240" y="151904"/>
                </a:lnTo>
                <a:lnTo>
                  <a:pt x="97294" y="167284"/>
                </a:lnTo>
                <a:lnTo>
                  <a:pt x="97536" y="175272"/>
                </a:lnTo>
                <a:lnTo>
                  <a:pt x="75857" y="205270"/>
                </a:lnTo>
                <a:lnTo>
                  <a:pt x="52197" y="233565"/>
                </a:lnTo>
                <a:lnTo>
                  <a:pt x="26809" y="260134"/>
                </a:lnTo>
                <a:lnTo>
                  <a:pt x="0" y="285000"/>
                </a:lnTo>
                <a:lnTo>
                  <a:pt x="4572" y="289572"/>
                </a:lnTo>
                <a:lnTo>
                  <a:pt x="32588" y="269875"/>
                </a:lnTo>
                <a:lnTo>
                  <a:pt x="57340" y="249758"/>
                </a:lnTo>
                <a:lnTo>
                  <a:pt x="78930" y="229349"/>
                </a:lnTo>
                <a:lnTo>
                  <a:pt x="97536" y="208800"/>
                </a:lnTo>
                <a:lnTo>
                  <a:pt x="97320" y="269875"/>
                </a:lnTo>
                <a:lnTo>
                  <a:pt x="97205" y="289572"/>
                </a:lnTo>
                <a:lnTo>
                  <a:pt x="96774" y="337578"/>
                </a:lnTo>
                <a:lnTo>
                  <a:pt x="96240" y="382320"/>
                </a:lnTo>
                <a:lnTo>
                  <a:pt x="96012" y="411492"/>
                </a:lnTo>
                <a:lnTo>
                  <a:pt x="123444" y="394728"/>
                </a:lnTo>
                <a:lnTo>
                  <a:pt x="122732" y="370344"/>
                </a:lnTo>
                <a:lnTo>
                  <a:pt x="122542" y="362724"/>
                </a:lnTo>
                <a:lnTo>
                  <a:pt x="122110" y="317766"/>
                </a:lnTo>
                <a:lnTo>
                  <a:pt x="122034" y="289572"/>
                </a:lnTo>
                <a:lnTo>
                  <a:pt x="121920" y="208800"/>
                </a:lnTo>
                <a:lnTo>
                  <a:pt x="121920" y="176796"/>
                </a:lnTo>
                <a:lnTo>
                  <a:pt x="138760" y="152412"/>
                </a:lnTo>
                <a:lnTo>
                  <a:pt x="139636" y="151142"/>
                </a:lnTo>
                <a:lnTo>
                  <a:pt x="156210" y="124790"/>
                </a:lnTo>
                <a:lnTo>
                  <a:pt x="171640" y="98132"/>
                </a:lnTo>
                <a:lnTo>
                  <a:pt x="185928" y="71640"/>
                </a:lnTo>
                <a:lnTo>
                  <a:pt x="397764" y="71640"/>
                </a:lnTo>
                <a:close/>
              </a:path>
              <a:path w="2190115" h="412114">
                <a:moveTo>
                  <a:pt x="409956" y="263664"/>
                </a:moveTo>
                <a:lnTo>
                  <a:pt x="376428" y="231660"/>
                </a:lnTo>
                <a:lnTo>
                  <a:pt x="355092" y="254520"/>
                </a:lnTo>
                <a:lnTo>
                  <a:pt x="281940" y="254520"/>
                </a:lnTo>
                <a:lnTo>
                  <a:pt x="281940" y="214896"/>
                </a:lnTo>
                <a:lnTo>
                  <a:pt x="295656" y="205752"/>
                </a:lnTo>
                <a:lnTo>
                  <a:pt x="281940" y="196608"/>
                </a:lnTo>
                <a:lnTo>
                  <a:pt x="289636" y="190512"/>
                </a:lnTo>
                <a:lnTo>
                  <a:pt x="293128" y="187744"/>
                </a:lnTo>
                <a:lnTo>
                  <a:pt x="304038" y="179463"/>
                </a:lnTo>
                <a:lnTo>
                  <a:pt x="314934" y="171742"/>
                </a:lnTo>
                <a:lnTo>
                  <a:pt x="326136" y="164604"/>
                </a:lnTo>
                <a:lnTo>
                  <a:pt x="336702" y="157454"/>
                </a:lnTo>
                <a:lnTo>
                  <a:pt x="347853" y="152031"/>
                </a:lnTo>
                <a:lnTo>
                  <a:pt x="359562" y="148310"/>
                </a:lnTo>
                <a:lnTo>
                  <a:pt x="371856" y="146316"/>
                </a:lnTo>
                <a:lnTo>
                  <a:pt x="366585" y="140220"/>
                </a:lnTo>
                <a:lnTo>
                  <a:pt x="342900" y="112788"/>
                </a:lnTo>
                <a:lnTo>
                  <a:pt x="324612" y="131076"/>
                </a:lnTo>
                <a:lnTo>
                  <a:pt x="160020" y="131076"/>
                </a:lnTo>
                <a:lnTo>
                  <a:pt x="173736" y="144792"/>
                </a:lnTo>
                <a:lnTo>
                  <a:pt x="198120" y="140220"/>
                </a:lnTo>
                <a:lnTo>
                  <a:pt x="323088" y="140220"/>
                </a:lnTo>
                <a:lnTo>
                  <a:pt x="274320" y="190512"/>
                </a:lnTo>
                <a:lnTo>
                  <a:pt x="256032" y="181368"/>
                </a:lnTo>
                <a:lnTo>
                  <a:pt x="256273" y="196608"/>
                </a:lnTo>
                <a:lnTo>
                  <a:pt x="256794" y="213372"/>
                </a:lnTo>
                <a:lnTo>
                  <a:pt x="257314" y="233565"/>
                </a:lnTo>
                <a:lnTo>
                  <a:pt x="257556" y="254520"/>
                </a:lnTo>
                <a:lnTo>
                  <a:pt x="140208" y="254520"/>
                </a:lnTo>
                <a:lnTo>
                  <a:pt x="153924" y="268236"/>
                </a:lnTo>
                <a:lnTo>
                  <a:pt x="181356" y="263664"/>
                </a:lnTo>
                <a:lnTo>
                  <a:pt x="257556" y="263664"/>
                </a:lnTo>
                <a:lnTo>
                  <a:pt x="257556" y="362724"/>
                </a:lnTo>
                <a:lnTo>
                  <a:pt x="252984" y="370344"/>
                </a:lnTo>
                <a:lnTo>
                  <a:pt x="243840" y="370344"/>
                </a:lnTo>
                <a:lnTo>
                  <a:pt x="235813" y="370078"/>
                </a:lnTo>
                <a:lnTo>
                  <a:pt x="196596" y="367296"/>
                </a:lnTo>
                <a:lnTo>
                  <a:pt x="196596" y="374916"/>
                </a:lnTo>
                <a:lnTo>
                  <a:pt x="216852" y="382320"/>
                </a:lnTo>
                <a:lnTo>
                  <a:pt x="231838" y="390728"/>
                </a:lnTo>
                <a:lnTo>
                  <a:pt x="241376" y="399986"/>
                </a:lnTo>
                <a:lnTo>
                  <a:pt x="245364" y="409968"/>
                </a:lnTo>
                <a:lnTo>
                  <a:pt x="261366" y="401624"/>
                </a:lnTo>
                <a:lnTo>
                  <a:pt x="272796" y="392442"/>
                </a:lnTo>
                <a:lnTo>
                  <a:pt x="279654" y="382104"/>
                </a:lnTo>
                <a:lnTo>
                  <a:pt x="281940" y="370344"/>
                </a:lnTo>
                <a:lnTo>
                  <a:pt x="281940" y="263664"/>
                </a:lnTo>
                <a:lnTo>
                  <a:pt x="409956" y="263664"/>
                </a:lnTo>
                <a:close/>
              </a:path>
              <a:path w="2190115" h="412114">
                <a:moveTo>
                  <a:pt x="839711" y="89916"/>
                </a:moveTo>
                <a:lnTo>
                  <a:pt x="803135" y="53340"/>
                </a:lnTo>
                <a:lnTo>
                  <a:pt x="777227" y="79248"/>
                </a:lnTo>
                <a:lnTo>
                  <a:pt x="623303" y="79248"/>
                </a:lnTo>
                <a:lnTo>
                  <a:pt x="630720" y="65252"/>
                </a:lnTo>
                <a:lnTo>
                  <a:pt x="636828" y="52959"/>
                </a:lnTo>
                <a:lnTo>
                  <a:pt x="641527" y="42392"/>
                </a:lnTo>
                <a:lnTo>
                  <a:pt x="644639" y="33528"/>
                </a:lnTo>
                <a:lnTo>
                  <a:pt x="661403" y="22860"/>
                </a:lnTo>
                <a:lnTo>
                  <a:pt x="621779" y="1524"/>
                </a:lnTo>
                <a:lnTo>
                  <a:pt x="618617" y="18389"/>
                </a:lnTo>
                <a:lnTo>
                  <a:pt x="613587" y="36957"/>
                </a:lnTo>
                <a:lnTo>
                  <a:pt x="606564" y="57251"/>
                </a:lnTo>
                <a:lnTo>
                  <a:pt x="597395" y="79248"/>
                </a:lnTo>
                <a:lnTo>
                  <a:pt x="460235" y="79248"/>
                </a:lnTo>
                <a:lnTo>
                  <a:pt x="475475" y="96012"/>
                </a:lnTo>
                <a:lnTo>
                  <a:pt x="485787" y="93141"/>
                </a:lnTo>
                <a:lnTo>
                  <a:pt x="496239" y="91249"/>
                </a:lnTo>
                <a:lnTo>
                  <a:pt x="506984" y="90233"/>
                </a:lnTo>
                <a:lnTo>
                  <a:pt x="518147" y="89916"/>
                </a:lnTo>
                <a:lnTo>
                  <a:pt x="594347" y="89916"/>
                </a:lnTo>
                <a:lnTo>
                  <a:pt x="580377" y="116205"/>
                </a:lnTo>
                <a:lnTo>
                  <a:pt x="565962" y="140208"/>
                </a:lnTo>
                <a:lnTo>
                  <a:pt x="551281" y="161925"/>
                </a:lnTo>
                <a:lnTo>
                  <a:pt x="536435" y="181356"/>
                </a:lnTo>
                <a:lnTo>
                  <a:pt x="519671" y="173736"/>
                </a:lnTo>
                <a:lnTo>
                  <a:pt x="520534" y="182880"/>
                </a:lnTo>
                <a:lnTo>
                  <a:pt x="521004" y="190690"/>
                </a:lnTo>
                <a:lnTo>
                  <a:pt x="521182" y="196240"/>
                </a:lnTo>
                <a:lnTo>
                  <a:pt x="521195" y="199644"/>
                </a:lnTo>
                <a:lnTo>
                  <a:pt x="507149" y="216484"/>
                </a:lnTo>
                <a:lnTo>
                  <a:pt x="489953" y="234886"/>
                </a:lnTo>
                <a:lnTo>
                  <a:pt x="469341" y="254723"/>
                </a:lnTo>
                <a:lnTo>
                  <a:pt x="444995" y="275844"/>
                </a:lnTo>
                <a:lnTo>
                  <a:pt x="448043" y="281940"/>
                </a:lnTo>
                <a:lnTo>
                  <a:pt x="465721" y="270535"/>
                </a:lnTo>
                <a:lnTo>
                  <a:pt x="484238" y="256984"/>
                </a:lnTo>
                <a:lnTo>
                  <a:pt x="503339" y="241439"/>
                </a:lnTo>
                <a:lnTo>
                  <a:pt x="522719" y="224028"/>
                </a:lnTo>
                <a:lnTo>
                  <a:pt x="522668" y="370332"/>
                </a:lnTo>
                <a:lnTo>
                  <a:pt x="522528" y="380619"/>
                </a:lnTo>
                <a:lnTo>
                  <a:pt x="522097" y="393192"/>
                </a:lnTo>
                <a:lnTo>
                  <a:pt x="521195" y="406908"/>
                </a:lnTo>
                <a:lnTo>
                  <a:pt x="547103" y="393192"/>
                </a:lnTo>
                <a:lnTo>
                  <a:pt x="547103" y="224028"/>
                </a:lnTo>
                <a:lnTo>
                  <a:pt x="547103" y="199644"/>
                </a:lnTo>
                <a:lnTo>
                  <a:pt x="562711" y="181356"/>
                </a:lnTo>
                <a:lnTo>
                  <a:pt x="565391" y="178219"/>
                </a:lnTo>
                <a:lnTo>
                  <a:pt x="583679" y="152781"/>
                </a:lnTo>
                <a:lnTo>
                  <a:pt x="601967" y="123355"/>
                </a:lnTo>
                <a:lnTo>
                  <a:pt x="620255" y="89916"/>
                </a:lnTo>
                <a:lnTo>
                  <a:pt x="839711" y="89916"/>
                </a:lnTo>
                <a:close/>
              </a:path>
              <a:path w="2190115" h="412114">
                <a:moveTo>
                  <a:pt x="850379" y="365760"/>
                </a:moveTo>
                <a:lnTo>
                  <a:pt x="815327" y="330708"/>
                </a:lnTo>
                <a:lnTo>
                  <a:pt x="790943" y="355092"/>
                </a:lnTo>
                <a:lnTo>
                  <a:pt x="704075" y="355092"/>
                </a:lnTo>
                <a:lnTo>
                  <a:pt x="704075" y="214884"/>
                </a:lnTo>
                <a:lnTo>
                  <a:pt x="825995" y="214884"/>
                </a:lnTo>
                <a:lnTo>
                  <a:pt x="792467" y="182880"/>
                </a:lnTo>
                <a:lnTo>
                  <a:pt x="769607" y="205740"/>
                </a:lnTo>
                <a:lnTo>
                  <a:pt x="704075" y="205740"/>
                </a:lnTo>
                <a:lnTo>
                  <a:pt x="704075" y="134112"/>
                </a:lnTo>
                <a:lnTo>
                  <a:pt x="717791" y="121920"/>
                </a:lnTo>
                <a:lnTo>
                  <a:pt x="678167" y="103632"/>
                </a:lnTo>
                <a:lnTo>
                  <a:pt x="678408" y="118478"/>
                </a:lnTo>
                <a:lnTo>
                  <a:pt x="678929" y="130873"/>
                </a:lnTo>
                <a:lnTo>
                  <a:pt x="679437" y="140208"/>
                </a:lnTo>
                <a:lnTo>
                  <a:pt x="679691" y="147828"/>
                </a:lnTo>
                <a:lnTo>
                  <a:pt x="679691" y="205740"/>
                </a:lnTo>
                <a:lnTo>
                  <a:pt x="579107" y="205740"/>
                </a:lnTo>
                <a:lnTo>
                  <a:pt x="594347" y="220980"/>
                </a:lnTo>
                <a:lnTo>
                  <a:pt x="603783" y="218744"/>
                </a:lnTo>
                <a:lnTo>
                  <a:pt x="613778" y="216789"/>
                </a:lnTo>
                <a:lnTo>
                  <a:pt x="624357" y="215417"/>
                </a:lnTo>
                <a:lnTo>
                  <a:pt x="635495" y="214884"/>
                </a:lnTo>
                <a:lnTo>
                  <a:pt x="679691" y="214884"/>
                </a:lnTo>
                <a:lnTo>
                  <a:pt x="679691" y="355092"/>
                </a:lnTo>
                <a:lnTo>
                  <a:pt x="556247" y="355092"/>
                </a:lnTo>
                <a:lnTo>
                  <a:pt x="571487" y="370332"/>
                </a:lnTo>
                <a:lnTo>
                  <a:pt x="581774" y="368338"/>
                </a:lnTo>
                <a:lnTo>
                  <a:pt x="592061" y="366903"/>
                </a:lnTo>
                <a:lnTo>
                  <a:pt x="602348" y="366052"/>
                </a:lnTo>
                <a:lnTo>
                  <a:pt x="612635" y="365760"/>
                </a:lnTo>
                <a:lnTo>
                  <a:pt x="850379" y="365760"/>
                </a:lnTo>
                <a:close/>
              </a:path>
              <a:path w="2190115" h="412114">
                <a:moveTo>
                  <a:pt x="1298448" y="51816"/>
                </a:moveTo>
                <a:lnTo>
                  <a:pt x="1261872" y="15240"/>
                </a:lnTo>
                <a:lnTo>
                  <a:pt x="1235964" y="41148"/>
                </a:lnTo>
                <a:lnTo>
                  <a:pt x="1129284" y="41148"/>
                </a:lnTo>
                <a:lnTo>
                  <a:pt x="1129284" y="51816"/>
                </a:lnTo>
                <a:lnTo>
                  <a:pt x="1129284" y="134112"/>
                </a:lnTo>
                <a:lnTo>
                  <a:pt x="1053084" y="134112"/>
                </a:lnTo>
                <a:lnTo>
                  <a:pt x="1053084" y="51816"/>
                </a:lnTo>
                <a:lnTo>
                  <a:pt x="1129284" y="51816"/>
                </a:lnTo>
                <a:lnTo>
                  <a:pt x="1129284" y="41148"/>
                </a:lnTo>
                <a:lnTo>
                  <a:pt x="893051" y="41148"/>
                </a:lnTo>
                <a:lnTo>
                  <a:pt x="908291" y="57912"/>
                </a:lnTo>
                <a:lnTo>
                  <a:pt x="918603" y="55041"/>
                </a:lnTo>
                <a:lnTo>
                  <a:pt x="929055" y="53149"/>
                </a:lnTo>
                <a:lnTo>
                  <a:pt x="939800" y="52133"/>
                </a:lnTo>
                <a:lnTo>
                  <a:pt x="950963" y="51816"/>
                </a:lnTo>
                <a:lnTo>
                  <a:pt x="1028700" y="51816"/>
                </a:lnTo>
                <a:lnTo>
                  <a:pt x="1028700" y="134112"/>
                </a:lnTo>
                <a:lnTo>
                  <a:pt x="957072" y="134112"/>
                </a:lnTo>
                <a:lnTo>
                  <a:pt x="931151" y="120396"/>
                </a:lnTo>
                <a:lnTo>
                  <a:pt x="932040" y="140068"/>
                </a:lnTo>
                <a:lnTo>
                  <a:pt x="932497" y="169545"/>
                </a:lnTo>
                <a:lnTo>
                  <a:pt x="932611" y="197650"/>
                </a:lnTo>
                <a:lnTo>
                  <a:pt x="932484" y="344233"/>
                </a:lnTo>
                <a:lnTo>
                  <a:pt x="932040" y="380314"/>
                </a:lnTo>
                <a:lnTo>
                  <a:pt x="931151" y="409956"/>
                </a:lnTo>
                <a:lnTo>
                  <a:pt x="957072" y="396240"/>
                </a:lnTo>
                <a:lnTo>
                  <a:pt x="957072" y="144780"/>
                </a:lnTo>
                <a:lnTo>
                  <a:pt x="1028700" y="144780"/>
                </a:lnTo>
                <a:lnTo>
                  <a:pt x="1023810" y="194195"/>
                </a:lnTo>
                <a:lnTo>
                  <a:pt x="1011364" y="239458"/>
                </a:lnTo>
                <a:lnTo>
                  <a:pt x="991184" y="280441"/>
                </a:lnTo>
                <a:lnTo>
                  <a:pt x="963168" y="316992"/>
                </a:lnTo>
                <a:lnTo>
                  <a:pt x="966216" y="321564"/>
                </a:lnTo>
                <a:lnTo>
                  <a:pt x="993381" y="297256"/>
                </a:lnTo>
                <a:lnTo>
                  <a:pt x="1015555" y="269938"/>
                </a:lnTo>
                <a:lnTo>
                  <a:pt x="1032865" y="239483"/>
                </a:lnTo>
                <a:lnTo>
                  <a:pt x="1045464" y="205740"/>
                </a:lnTo>
                <a:lnTo>
                  <a:pt x="1052893" y="215201"/>
                </a:lnTo>
                <a:lnTo>
                  <a:pt x="1059180" y="225361"/>
                </a:lnTo>
                <a:lnTo>
                  <a:pt x="1064323" y="236397"/>
                </a:lnTo>
                <a:lnTo>
                  <a:pt x="1068260" y="248221"/>
                </a:lnTo>
                <a:lnTo>
                  <a:pt x="1072896" y="260604"/>
                </a:lnTo>
                <a:lnTo>
                  <a:pt x="1075944" y="266700"/>
                </a:lnTo>
                <a:lnTo>
                  <a:pt x="1082040" y="266700"/>
                </a:lnTo>
                <a:lnTo>
                  <a:pt x="1085088" y="263652"/>
                </a:lnTo>
                <a:lnTo>
                  <a:pt x="1088136" y="257556"/>
                </a:lnTo>
                <a:lnTo>
                  <a:pt x="1092708" y="252984"/>
                </a:lnTo>
                <a:lnTo>
                  <a:pt x="1065885" y="208368"/>
                </a:lnTo>
                <a:lnTo>
                  <a:pt x="1048512" y="196596"/>
                </a:lnTo>
                <a:lnTo>
                  <a:pt x="1050798" y="169545"/>
                </a:lnTo>
                <a:lnTo>
                  <a:pt x="1051941" y="156743"/>
                </a:lnTo>
                <a:lnTo>
                  <a:pt x="1053084" y="144780"/>
                </a:lnTo>
                <a:lnTo>
                  <a:pt x="1129284" y="144780"/>
                </a:lnTo>
                <a:lnTo>
                  <a:pt x="1126134" y="197650"/>
                </a:lnTo>
                <a:lnTo>
                  <a:pt x="1112139" y="246507"/>
                </a:lnTo>
                <a:lnTo>
                  <a:pt x="1087272" y="291376"/>
                </a:lnTo>
                <a:lnTo>
                  <a:pt x="1051560" y="332232"/>
                </a:lnTo>
                <a:lnTo>
                  <a:pt x="1054608" y="336804"/>
                </a:lnTo>
                <a:lnTo>
                  <a:pt x="1086015" y="312254"/>
                </a:lnTo>
                <a:lnTo>
                  <a:pt x="1111567" y="284416"/>
                </a:lnTo>
                <a:lnTo>
                  <a:pt x="1131112" y="253441"/>
                </a:lnTo>
                <a:lnTo>
                  <a:pt x="1144524" y="219456"/>
                </a:lnTo>
                <a:lnTo>
                  <a:pt x="1160233" y="234061"/>
                </a:lnTo>
                <a:lnTo>
                  <a:pt x="1173099" y="248221"/>
                </a:lnTo>
                <a:lnTo>
                  <a:pt x="1183093" y="262115"/>
                </a:lnTo>
                <a:lnTo>
                  <a:pt x="1190244" y="275844"/>
                </a:lnTo>
                <a:lnTo>
                  <a:pt x="1194803" y="289560"/>
                </a:lnTo>
                <a:lnTo>
                  <a:pt x="1199388" y="295656"/>
                </a:lnTo>
                <a:lnTo>
                  <a:pt x="1203960" y="295656"/>
                </a:lnTo>
                <a:lnTo>
                  <a:pt x="1205484" y="292608"/>
                </a:lnTo>
                <a:lnTo>
                  <a:pt x="1210043" y="286512"/>
                </a:lnTo>
                <a:lnTo>
                  <a:pt x="1213091" y="278892"/>
                </a:lnTo>
                <a:lnTo>
                  <a:pt x="1214628" y="272796"/>
                </a:lnTo>
                <a:lnTo>
                  <a:pt x="1214628" y="263652"/>
                </a:lnTo>
                <a:lnTo>
                  <a:pt x="1172972" y="224015"/>
                </a:lnTo>
                <a:lnTo>
                  <a:pt x="1147572" y="210312"/>
                </a:lnTo>
                <a:lnTo>
                  <a:pt x="1149591" y="196646"/>
                </a:lnTo>
                <a:lnTo>
                  <a:pt x="1151191" y="180975"/>
                </a:lnTo>
                <a:lnTo>
                  <a:pt x="1152499" y="163601"/>
                </a:lnTo>
                <a:lnTo>
                  <a:pt x="1153655" y="144780"/>
                </a:lnTo>
                <a:lnTo>
                  <a:pt x="1229855" y="144780"/>
                </a:lnTo>
                <a:lnTo>
                  <a:pt x="1229855" y="341376"/>
                </a:lnTo>
                <a:lnTo>
                  <a:pt x="1228979" y="351624"/>
                </a:lnTo>
                <a:lnTo>
                  <a:pt x="1226248" y="359283"/>
                </a:lnTo>
                <a:lnTo>
                  <a:pt x="1221498" y="364096"/>
                </a:lnTo>
                <a:lnTo>
                  <a:pt x="1214628" y="365760"/>
                </a:lnTo>
                <a:lnTo>
                  <a:pt x="1205141" y="366102"/>
                </a:lnTo>
                <a:lnTo>
                  <a:pt x="1192530" y="364998"/>
                </a:lnTo>
                <a:lnTo>
                  <a:pt x="1176477" y="362762"/>
                </a:lnTo>
                <a:lnTo>
                  <a:pt x="1156703" y="359664"/>
                </a:lnTo>
                <a:lnTo>
                  <a:pt x="1156703" y="368808"/>
                </a:lnTo>
                <a:lnTo>
                  <a:pt x="1181862" y="376262"/>
                </a:lnTo>
                <a:lnTo>
                  <a:pt x="1200150" y="385000"/>
                </a:lnTo>
                <a:lnTo>
                  <a:pt x="1211580" y="395173"/>
                </a:lnTo>
                <a:lnTo>
                  <a:pt x="1216152" y="406908"/>
                </a:lnTo>
                <a:lnTo>
                  <a:pt x="1233030" y="397789"/>
                </a:lnTo>
                <a:lnTo>
                  <a:pt x="1244917" y="386524"/>
                </a:lnTo>
                <a:lnTo>
                  <a:pt x="1251940" y="373265"/>
                </a:lnTo>
                <a:lnTo>
                  <a:pt x="1253032" y="366102"/>
                </a:lnTo>
                <a:lnTo>
                  <a:pt x="1254252" y="358140"/>
                </a:lnTo>
                <a:lnTo>
                  <a:pt x="1254252" y="149352"/>
                </a:lnTo>
                <a:lnTo>
                  <a:pt x="1261427" y="144780"/>
                </a:lnTo>
                <a:lnTo>
                  <a:pt x="1271003" y="138684"/>
                </a:lnTo>
                <a:lnTo>
                  <a:pt x="1264920" y="134112"/>
                </a:lnTo>
                <a:lnTo>
                  <a:pt x="1240536" y="115824"/>
                </a:lnTo>
                <a:lnTo>
                  <a:pt x="1226820" y="134112"/>
                </a:lnTo>
                <a:lnTo>
                  <a:pt x="1153655" y="134112"/>
                </a:lnTo>
                <a:lnTo>
                  <a:pt x="1153655" y="51816"/>
                </a:lnTo>
                <a:lnTo>
                  <a:pt x="1298448" y="51816"/>
                </a:lnTo>
                <a:close/>
              </a:path>
              <a:path w="2190115" h="412114">
                <a:moveTo>
                  <a:pt x="1568183" y="147828"/>
                </a:moveTo>
                <a:lnTo>
                  <a:pt x="1525511" y="124968"/>
                </a:lnTo>
                <a:lnTo>
                  <a:pt x="1526349" y="144780"/>
                </a:lnTo>
                <a:lnTo>
                  <a:pt x="1526476" y="149161"/>
                </a:lnTo>
                <a:lnTo>
                  <a:pt x="1526870" y="166878"/>
                </a:lnTo>
                <a:lnTo>
                  <a:pt x="1526984" y="179832"/>
                </a:lnTo>
                <a:lnTo>
                  <a:pt x="1526895" y="347141"/>
                </a:lnTo>
                <a:lnTo>
                  <a:pt x="1526844" y="352996"/>
                </a:lnTo>
                <a:lnTo>
                  <a:pt x="1526400" y="379742"/>
                </a:lnTo>
                <a:lnTo>
                  <a:pt x="1525511" y="411480"/>
                </a:lnTo>
                <a:lnTo>
                  <a:pt x="1555991" y="394716"/>
                </a:lnTo>
                <a:lnTo>
                  <a:pt x="1554988" y="379742"/>
                </a:lnTo>
                <a:lnTo>
                  <a:pt x="1553895" y="362331"/>
                </a:lnTo>
                <a:lnTo>
                  <a:pt x="1553210" y="347141"/>
                </a:lnTo>
                <a:lnTo>
                  <a:pt x="1552943" y="332232"/>
                </a:lnTo>
                <a:lnTo>
                  <a:pt x="1552943" y="158496"/>
                </a:lnTo>
                <a:lnTo>
                  <a:pt x="1568183" y="147828"/>
                </a:lnTo>
                <a:close/>
              </a:path>
              <a:path w="2190115" h="412114">
                <a:moveTo>
                  <a:pt x="1744967" y="181356"/>
                </a:moveTo>
                <a:lnTo>
                  <a:pt x="1696580" y="166878"/>
                </a:lnTo>
                <a:lnTo>
                  <a:pt x="1645907" y="138684"/>
                </a:lnTo>
                <a:lnTo>
                  <a:pt x="1596567" y="93916"/>
                </a:lnTo>
                <a:lnTo>
                  <a:pt x="1555000" y="41148"/>
                </a:lnTo>
                <a:lnTo>
                  <a:pt x="1548371" y="32004"/>
                </a:lnTo>
                <a:lnTo>
                  <a:pt x="1563611" y="21336"/>
                </a:lnTo>
                <a:lnTo>
                  <a:pt x="1527035" y="0"/>
                </a:lnTo>
                <a:lnTo>
                  <a:pt x="1516773" y="27800"/>
                </a:lnTo>
                <a:lnTo>
                  <a:pt x="1502079" y="56578"/>
                </a:lnTo>
                <a:lnTo>
                  <a:pt x="1459979" y="118872"/>
                </a:lnTo>
                <a:lnTo>
                  <a:pt x="1434261" y="149161"/>
                </a:lnTo>
                <a:lnTo>
                  <a:pt x="1405178" y="175983"/>
                </a:lnTo>
                <a:lnTo>
                  <a:pt x="1372539" y="199453"/>
                </a:lnTo>
                <a:lnTo>
                  <a:pt x="1336535" y="219456"/>
                </a:lnTo>
                <a:lnTo>
                  <a:pt x="1338059" y="225552"/>
                </a:lnTo>
                <a:lnTo>
                  <a:pt x="1373809" y="209842"/>
                </a:lnTo>
                <a:lnTo>
                  <a:pt x="1433868" y="173266"/>
                </a:lnTo>
                <a:lnTo>
                  <a:pt x="1480794" y="130098"/>
                </a:lnTo>
                <a:lnTo>
                  <a:pt x="1523187" y="74612"/>
                </a:lnTo>
                <a:lnTo>
                  <a:pt x="1543799" y="41148"/>
                </a:lnTo>
                <a:lnTo>
                  <a:pt x="1562074" y="72351"/>
                </a:lnTo>
                <a:lnTo>
                  <a:pt x="1598028" y="123875"/>
                </a:lnTo>
                <a:lnTo>
                  <a:pt x="1634845" y="162737"/>
                </a:lnTo>
                <a:lnTo>
                  <a:pt x="1679943" y="195795"/>
                </a:lnTo>
                <a:lnTo>
                  <a:pt x="1705343" y="210312"/>
                </a:lnTo>
                <a:lnTo>
                  <a:pt x="1712188" y="201168"/>
                </a:lnTo>
                <a:lnTo>
                  <a:pt x="1721154" y="194310"/>
                </a:lnTo>
                <a:lnTo>
                  <a:pt x="1732140" y="189738"/>
                </a:lnTo>
                <a:lnTo>
                  <a:pt x="1744967" y="187452"/>
                </a:lnTo>
                <a:lnTo>
                  <a:pt x="1744967" y="181356"/>
                </a:lnTo>
                <a:close/>
              </a:path>
              <a:path w="2190115" h="412114">
                <a:moveTo>
                  <a:pt x="1972043" y="77724"/>
                </a:moveTo>
                <a:lnTo>
                  <a:pt x="1943087" y="53340"/>
                </a:lnTo>
                <a:lnTo>
                  <a:pt x="1929371" y="71628"/>
                </a:lnTo>
                <a:lnTo>
                  <a:pt x="1792211" y="71628"/>
                </a:lnTo>
                <a:lnTo>
                  <a:pt x="1807451" y="86868"/>
                </a:lnTo>
                <a:lnTo>
                  <a:pt x="1816887" y="84874"/>
                </a:lnTo>
                <a:lnTo>
                  <a:pt x="1826882" y="83439"/>
                </a:lnTo>
                <a:lnTo>
                  <a:pt x="1837461" y="82588"/>
                </a:lnTo>
                <a:lnTo>
                  <a:pt x="1848599" y="82296"/>
                </a:lnTo>
                <a:lnTo>
                  <a:pt x="1929371" y="82296"/>
                </a:lnTo>
                <a:lnTo>
                  <a:pt x="1919376" y="116928"/>
                </a:lnTo>
                <a:lnTo>
                  <a:pt x="1909940" y="147828"/>
                </a:lnTo>
                <a:lnTo>
                  <a:pt x="1901088" y="175310"/>
                </a:lnTo>
                <a:lnTo>
                  <a:pt x="1892795" y="199644"/>
                </a:lnTo>
                <a:lnTo>
                  <a:pt x="1854123" y="156972"/>
                </a:lnTo>
                <a:lnTo>
                  <a:pt x="1835150" y="135788"/>
                </a:lnTo>
                <a:lnTo>
                  <a:pt x="1816595" y="114300"/>
                </a:lnTo>
                <a:lnTo>
                  <a:pt x="1810499" y="120396"/>
                </a:lnTo>
                <a:lnTo>
                  <a:pt x="1823643" y="137833"/>
                </a:lnTo>
                <a:lnTo>
                  <a:pt x="1840217" y="160401"/>
                </a:lnTo>
                <a:lnTo>
                  <a:pt x="1860219" y="188125"/>
                </a:lnTo>
                <a:lnTo>
                  <a:pt x="1883651" y="220980"/>
                </a:lnTo>
                <a:lnTo>
                  <a:pt x="1875040" y="237769"/>
                </a:lnTo>
                <a:lnTo>
                  <a:pt x="1853222" y="274777"/>
                </a:lnTo>
                <a:lnTo>
                  <a:pt x="1824596" y="314121"/>
                </a:lnTo>
                <a:lnTo>
                  <a:pt x="1794878" y="350075"/>
                </a:lnTo>
                <a:lnTo>
                  <a:pt x="1780019" y="365760"/>
                </a:lnTo>
                <a:lnTo>
                  <a:pt x="1781543" y="373380"/>
                </a:lnTo>
                <a:lnTo>
                  <a:pt x="1820786" y="339280"/>
                </a:lnTo>
                <a:lnTo>
                  <a:pt x="1853171" y="306324"/>
                </a:lnTo>
                <a:lnTo>
                  <a:pt x="1878126" y="273177"/>
                </a:lnTo>
                <a:lnTo>
                  <a:pt x="1897367" y="242316"/>
                </a:lnTo>
                <a:lnTo>
                  <a:pt x="1907946" y="266344"/>
                </a:lnTo>
                <a:lnTo>
                  <a:pt x="1916798" y="288226"/>
                </a:lnTo>
                <a:lnTo>
                  <a:pt x="1923948" y="308114"/>
                </a:lnTo>
                <a:lnTo>
                  <a:pt x="1929371" y="326136"/>
                </a:lnTo>
                <a:lnTo>
                  <a:pt x="1931924" y="339267"/>
                </a:lnTo>
                <a:lnTo>
                  <a:pt x="1934895" y="348805"/>
                </a:lnTo>
                <a:lnTo>
                  <a:pt x="1938159" y="354647"/>
                </a:lnTo>
                <a:lnTo>
                  <a:pt x="1941563" y="356616"/>
                </a:lnTo>
                <a:lnTo>
                  <a:pt x="1943087" y="356616"/>
                </a:lnTo>
                <a:lnTo>
                  <a:pt x="1944611" y="353568"/>
                </a:lnTo>
                <a:lnTo>
                  <a:pt x="1949183" y="350520"/>
                </a:lnTo>
                <a:lnTo>
                  <a:pt x="1953755" y="345948"/>
                </a:lnTo>
                <a:lnTo>
                  <a:pt x="1955279" y="339852"/>
                </a:lnTo>
                <a:lnTo>
                  <a:pt x="1955279" y="329184"/>
                </a:lnTo>
                <a:lnTo>
                  <a:pt x="1955622" y="321754"/>
                </a:lnTo>
                <a:lnTo>
                  <a:pt x="1944039" y="280352"/>
                </a:lnTo>
                <a:lnTo>
                  <a:pt x="1923465" y="244398"/>
                </a:lnTo>
                <a:lnTo>
                  <a:pt x="1908035" y="220980"/>
                </a:lnTo>
                <a:lnTo>
                  <a:pt x="1916849" y="199644"/>
                </a:lnTo>
                <a:lnTo>
                  <a:pt x="1919490" y="193243"/>
                </a:lnTo>
                <a:lnTo>
                  <a:pt x="1931085" y="162496"/>
                </a:lnTo>
                <a:lnTo>
                  <a:pt x="1942973" y="128612"/>
                </a:lnTo>
                <a:lnTo>
                  <a:pt x="1955279" y="91440"/>
                </a:lnTo>
                <a:lnTo>
                  <a:pt x="1966455" y="82296"/>
                </a:lnTo>
                <a:lnTo>
                  <a:pt x="1972043" y="77724"/>
                </a:lnTo>
                <a:close/>
              </a:path>
              <a:path w="2190115" h="412114">
                <a:moveTo>
                  <a:pt x="2036051" y="242316"/>
                </a:moveTo>
                <a:lnTo>
                  <a:pt x="2013762" y="196786"/>
                </a:lnTo>
                <a:lnTo>
                  <a:pt x="1984235" y="170688"/>
                </a:lnTo>
                <a:lnTo>
                  <a:pt x="1979663" y="173736"/>
                </a:lnTo>
                <a:lnTo>
                  <a:pt x="1990191" y="195745"/>
                </a:lnTo>
                <a:lnTo>
                  <a:pt x="1998713" y="216027"/>
                </a:lnTo>
                <a:lnTo>
                  <a:pt x="2004961" y="234607"/>
                </a:lnTo>
                <a:lnTo>
                  <a:pt x="2008619" y="251460"/>
                </a:lnTo>
                <a:lnTo>
                  <a:pt x="2010054" y="262343"/>
                </a:lnTo>
                <a:lnTo>
                  <a:pt x="2012048" y="269938"/>
                </a:lnTo>
                <a:lnTo>
                  <a:pt x="2014626" y="274396"/>
                </a:lnTo>
                <a:lnTo>
                  <a:pt x="2017763" y="275844"/>
                </a:lnTo>
                <a:lnTo>
                  <a:pt x="2019287" y="275844"/>
                </a:lnTo>
                <a:lnTo>
                  <a:pt x="2022335" y="272796"/>
                </a:lnTo>
                <a:lnTo>
                  <a:pt x="2034527" y="257556"/>
                </a:lnTo>
                <a:lnTo>
                  <a:pt x="2036051" y="249936"/>
                </a:lnTo>
                <a:lnTo>
                  <a:pt x="2036051" y="242316"/>
                </a:lnTo>
                <a:close/>
              </a:path>
              <a:path w="2190115" h="412114">
                <a:moveTo>
                  <a:pt x="2189975" y="134112"/>
                </a:moveTo>
                <a:lnTo>
                  <a:pt x="2156447" y="100584"/>
                </a:lnTo>
                <a:lnTo>
                  <a:pt x="2133587" y="123444"/>
                </a:lnTo>
                <a:lnTo>
                  <a:pt x="2115299" y="123444"/>
                </a:lnTo>
                <a:lnTo>
                  <a:pt x="2115299" y="45720"/>
                </a:lnTo>
                <a:lnTo>
                  <a:pt x="2130539" y="32004"/>
                </a:lnTo>
                <a:lnTo>
                  <a:pt x="2089391" y="10668"/>
                </a:lnTo>
                <a:lnTo>
                  <a:pt x="2089632" y="22656"/>
                </a:lnTo>
                <a:lnTo>
                  <a:pt x="2090153" y="35623"/>
                </a:lnTo>
                <a:lnTo>
                  <a:pt x="2090686" y="49466"/>
                </a:lnTo>
                <a:lnTo>
                  <a:pt x="2090915" y="64008"/>
                </a:lnTo>
                <a:lnTo>
                  <a:pt x="2090915" y="123444"/>
                </a:lnTo>
                <a:lnTo>
                  <a:pt x="1952231" y="123444"/>
                </a:lnTo>
                <a:lnTo>
                  <a:pt x="1967471" y="138684"/>
                </a:lnTo>
                <a:lnTo>
                  <a:pt x="1976907" y="136690"/>
                </a:lnTo>
                <a:lnTo>
                  <a:pt x="1986902" y="135255"/>
                </a:lnTo>
                <a:lnTo>
                  <a:pt x="1997481" y="134404"/>
                </a:lnTo>
                <a:lnTo>
                  <a:pt x="2008619" y="134112"/>
                </a:lnTo>
                <a:lnTo>
                  <a:pt x="2090915" y="134112"/>
                </a:lnTo>
                <a:lnTo>
                  <a:pt x="2090915" y="359664"/>
                </a:lnTo>
                <a:lnTo>
                  <a:pt x="2086343" y="364236"/>
                </a:lnTo>
                <a:lnTo>
                  <a:pt x="2078723" y="365760"/>
                </a:lnTo>
                <a:lnTo>
                  <a:pt x="2070442" y="365429"/>
                </a:lnTo>
                <a:lnTo>
                  <a:pt x="2057006" y="364236"/>
                </a:lnTo>
                <a:lnTo>
                  <a:pt x="2038438" y="361911"/>
                </a:lnTo>
                <a:lnTo>
                  <a:pt x="2014715" y="358140"/>
                </a:lnTo>
                <a:lnTo>
                  <a:pt x="2014715" y="367284"/>
                </a:lnTo>
                <a:lnTo>
                  <a:pt x="2041842" y="377571"/>
                </a:lnTo>
                <a:lnTo>
                  <a:pt x="2061387" y="387858"/>
                </a:lnTo>
                <a:lnTo>
                  <a:pt x="2073224" y="398145"/>
                </a:lnTo>
                <a:lnTo>
                  <a:pt x="2077199" y="408432"/>
                </a:lnTo>
                <a:lnTo>
                  <a:pt x="2093442" y="399580"/>
                </a:lnTo>
                <a:lnTo>
                  <a:pt x="2105393" y="389001"/>
                </a:lnTo>
                <a:lnTo>
                  <a:pt x="2112784" y="376720"/>
                </a:lnTo>
                <a:lnTo>
                  <a:pt x="2114753" y="365760"/>
                </a:lnTo>
                <a:lnTo>
                  <a:pt x="2115299" y="362712"/>
                </a:lnTo>
                <a:lnTo>
                  <a:pt x="2115299" y="134112"/>
                </a:lnTo>
                <a:lnTo>
                  <a:pt x="2189975" y="13411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" name="object 28"/>
          <p:cNvSpPr/>
          <p:nvPr/>
        </p:nvSpPr>
        <p:spPr>
          <a:xfrm>
            <a:off x="2129027" y="3985259"/>
            <a:ext cx="131445" cy="428625"/>
          </a:xfrm>
          <a:custGeom>
            <a:avLst/>
            <a:gdLst/>
            <a:ahLst/>
            <a:cxnLst/>
            <a:rect l="l" t="t" r="r" b="b"/>
            <a:pathLst>
              <a:path w="131444" h="428625">
                <a:moveTo>
                  <a:pt x="131063" y="428243"/>
                </a:moveTo>
                <a:lnTo>
                  <a:pt x="82295" y="428243"/>
                </a:lnTo>
                <a:lnTo>
                  <a:pt x="64007" y="405098"/>
                </a:lnTo>
                <a:lnTo>
                  <a:pt x="34289" y="357092"/>
                </a:lnTo>
                <a:lnTo>
                  <a:pt x="12858" y="306181"/>
                </a:lnTo>
                <a:lnTo>
                  <a:pt x="1428" y="247792"/>
                </a:lnTo>
                <a:lnTo>
                  <a:pt x="0" y="214883"/>
                </a:lnTo>
                <a:lnTo>
                  <a:pt x="1404" y="181951"/>
                </a:lnTo>
                <a:lnTo>
                  <a:pt x="12215" y="122943"/>
                </a:lnTo>
                <a:lnTo>
                  <a:pt x="33647" y="71151"/>
                </a:lnTo>
                <a:lnTo>
                  <a:pt x="63984" y="23145"/>
                </a:lnTo>
                <a:lnTo>
                  <a:pt x="82295" y="0"/>
                </a:lnTo>
                <a:lnTo>
                  <a:pt x="131063" y="0"/>
                </a:lnTo>
                <a:lnTo>
                  <a:pt x="131063" y="3047"/>
                </a:lnTo>
                <a:lnTo>
                  <a:pt x="122824" y="11334"/>
                </a:lnTo>
                <a:lnTo>
                  <a:pt x="114299" y="20192"/>
                </a:lnTo>
                <a:lnTo>
                  <a:pt x="89796" y="50220"/>
                </a:lnTo>
                <a:lnTo>
                  <a:pt x="68579" y="86867"/>
                </a:lnTo>
                <a:lnTo>
                  <a:pt x="51220" y="130587"/>
                </a:lnTo>
                <a:lnTo>
                  <a:pt x="40385" y="179450"/>
                </a:lnTo>
                <a:lnTo>
                  <a:pt x="38099" y="214883"/>
                </a:lnTo>
                <a:lnTo>
                  <a:pt x="38671" y="232862"/>
                </a:lnTo>
                <a:lnTo>
                  <a:pt x="51220" y="297656"/>
                </a:lnTo>
                <a:lnTo>
                  <a:pt x="68579" y="341375"/>
                </a:lnTo>
                <a:lnTo>
                  <a:pt x="89582" y="377809"/>
                </a:lnTo>
                <a:lnTo>
                  <a:pt x="114871" y="409384"/>
                </a:lnTo>
                <a:lnTo>
                  <a:pt x="131063" y="426719"/>
                </a:lnTo>
                <a:lnTo>
                  <a:pt x="131063" y="42824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" name="object 29"/>
          <p:cNvSpPr/>
          <p:nvPr/>
        </p:nvSpPr>
        <p:spPr>
          <a:xfrm>
            <a:off x="2305812" y="3968495"/>
            <a:ext cx="1390015" cy="445134"/>
          </a:xfrm>
          <a:custGeom>
            <a:avLst/>
            <a:gdLst/>
            <a:ahLst/>
            <a:cxnLst/>
            <a:rect l="l" t="t" r="r" b="b"/>
            <a:pathLst>
              <a:path w="1390014" h="445135">
                <a:moveTo>
                  <a:pt x="316992" y="195084"/>
                </a:moveTo>
                <a:lnTo>
                  <a:pt x="312420" y="153936"/>
                </a:lnTo>
                <a:lnTo>
                  <a:pt x="291465" y="121335"/>
                </a:lnTo>
                <a:lnTo>
                  <a:pt x="253098" y="105473"/>
                </a:lnTo>
                <a:lnTo>
                  <a:pt x="245364" y="105168"/>
                </a:lnTo>
                <a:lnTo>
                  <a:pt x="235331" y="105968"/>
                </a:lnTo>
                <a:lnTo>
                  <a:pt x="198323" y="122123"/>
                </a:lnTo>
                <a:lnTo>
                  <a:pt x="170688" y="147840"/>
                </a:lnTo>
                <a:lnTo>
                  <a:pt x="166446" y="137261"/>
                </a:lnTo>
                <a:lnTo>
                  <a:pt x="137769" y="111594"/>
                </a:lnTo>
                <a:lnTo>
                  <a:pt x="108204" y="105168"/>
                </a:lnTo>
                <a:lnTo>
                  <a:pt x="99072" y="105740"/>
                </a:lnTo>
                <a:lnTo>
                  <a:pt x="57150" y="125552"/>
                </a:lnTo>
                <a:lnTo>
                  <a:pt x="41148" y="140220"/>
                </a:lnTo>
                <a:lnTo>
                  <a:pt x="41148" y="112788"/>
                </a:lnTo>
                <a:lnTo>
                  <a:pt x="0" y="112788"/>
                </a:lnTo>
                <a:lnTo>
                  <a:pt x="0" y="355104"/>
                </a:lnTo>
                <a:lnTo>
                  <a:pt x="41148" y="355104"/>
                </a:lnTo>
                <a:lnTo>
                  <a:pt x="41148" y="173748"/>
                </a:lnTo>
                <a:lnTo>
                  <a:pt x="48018" y="168046"/>
                </a:lnTo>
                <a:lnTo>
                  <a:pt x="83820" y="146888"/>
                </a:lnTo>
                <a:lnTo>
                  <a:pt x="97536" y="144792"/>
                </a:lnTo>
                <a:lnTo>
                  <a:pt x="106680" y="144792"/>
                </a:lnTo>
                <a:lnTo>
                  <a:pt x="114300" y="146316"/>
                </a:lnTo>
                <a:lnTo>
                  <a:pt x="118872" y="149364"/>
                </a:lnTo>
                <a:lnTo>
                  <a:pt x="124968" y="152412"/>
                </a:lnTo>
                <a:lnTo>
                  <a:pt x="137388" y="191528"/>
                </a:lnTo>
                <a:lnTo>
                  <a:pt x="138442" y="206908"/>
                </a:lnTo>
                <a:lnTo>
                  <a:pt x="138684" y="214896"/>
                </a:lnTo>
                <a:lnTo>
                  <a:pt x="138684" y="355104"/>
                </a:lnTo>
                <a:lnTo>
                  <a:pt x="179832" y="355104"/>
                </a:lnTo>
                <a:lnTo>
                  <a:pt x="179832" y="187464"/>
                </a:lnTo>
                <a:lnTo>
                  <a:pt x="178308" y="182892"/>
                </a:lnTo>
                <a:lnTo>
                  <a:pt x="178308" y="175272"/>
                </a:lnTo>
                <a:lnTo>
                  <a:pt x="208788" y="152412"/>
                </a:lnTo>
                <a:lnTo>
                  <a:pt x="234696" y="144792"/>
                </a:lnTo>
                <a:lnTo>
                  <a:pt x="243840" y="144792"/>
                </a:lnTo>
                <a:lnTo>
                  <a:pt x="274320" y="173748"/>
                </a:lnTo>
                <a:lnTo>
                  <a:pt x="274320" y="184416"/>
                </a:lnTo>
                <a:lnTo>
                  <a:pt x="275196" y="191528"/>
                </a:lnTo>
                <a:lnTo>
                  <a:pt x="275653" y="199085"/>
                </a:lnTo>
                <a:lnTo>
                  <a:pt x="275818" y="206908"/>
                </a:lnTo>
                <a:lnTo>
                  <a:pt x="275844" y="355104"/>
                </a:lnTo>
                <a:lnTo>
                  <a:pt x="316992" y="355104"/>
                </a:lnTo>
                <a:lnTo>
                  <a:pt x="316992" y="195084"/>
                </a:lnTo>
                <a:close/>
              </a:path>
              <a:path w="1390014" h="445135">
                <a:moveTo>
                  <a:pt x="454152" y="294132"/>
                </a:moveTo>
                <a:lnTo>
                  <a:pt x="399288" y="294132"/>
                </a:lnTo>
                <a:lnTo>
                  <a:pt x="361188" y="435864"/>
                </a:lnTo>
                <a:lnTo>
                  <a:pt x="393179" y="435864"/>
                </a:lnTo>
                <a:lnTo>
                  <a:pt x="454152" y="294132"/>
                </a:lnTo>
                <a:close/>
              </a:path>
              <a:path w="1390014" h="445135">
                <a:moveTo>
                  <a:pt x="803135" y="112788"/>
                </a:moveTo>
                <a:lnTo>
                  <a:pt x="761987" y="112788"/>
                </a:lnTo>
                <a:lnTo>
                  <a:pt x="722363" y="300240"/>
                </a:lnTo>
                <a:lnTo>
                  <a:pt x="662927" y="112788"/>
                </a:lnTo>
                <a:lnTo>
                  <a:pt x="629399" y="112788"/>
                </a:lnTo>
                <a:lnTo>
                  <a:pt x="571487" y="300240"/>
                </a:lnTo>
                <a:lnTo>
                  <a:pt x="528815" y="112788"/>
                </a:lnTo>
                <a:lnTo>
                  <a:pt x="486143" y="112788"/>
                </a:lnTo>
                <a:lnTo>
                  <a:pt x="548627" y="355104"/>
                </a:lnTo>
                <a:lnTo>
                  <a:pt x="586727" y="355104"/>
                </a:lnTo>
                <a:lnTo>
                  <a:pt x="644639" y="167652"/>
                </a:lnTo>
                <a:lnTo>
                  <a:pt x="704075" y="355104"/>
                </a:lnTo>
                <a:lnTo>
                  <a:pt x="742175" y="355104"/>
                </a:lnTo>
                <a:lnTo>
                  <a:pt x="803135" y="112788"/>
                </a:lnTo>
                <a:close/>
              </a:path>
              <a:path w="1390014" h="445135">
                <a:moveTo>
                  <a:pt x="957059" y="231648"/>
                </a:moveTo>
                <a:lnTo>
                  <a:pt x="951534" y="167640"/>
                </a:lnTo>
                <a:lnTo>
                  <a:pt x="935723" y="112776"/>
                </a:lnTo>
                <a:lnTo>
                  <a:pt x="909434" y="63627"/>
                </a:lnTo>
                <a:lnTo>
                  <a:pt x="876287" y="16764"/>
                </a:lnTo>
                <a:lnTo>
                  <a:pt x="825995" y="16764"/>
                </a:lnTo>
                <a:lnTo>
                  <a:pt x="825995" y="19812"/>
                </a:lnTo>
                <a:lnTo>
                  <a:pt x="834237" y="27241"/>
                </a:lnTo>
                <a:lnTo>
                  <a:pt x="842759" y="35814"/>
                </a:lnTo>
                <a:lnTo>
                  <a:pt x="867511" y="67208"/>
                </a:lnTo>
                <a:lnTo>
                  <a:pt x="890003" y="103632"/>
                </a:lnTo>
                <a:lnTo>
                  <a:pt x="906729" y="147358"/>
                </a:lnTo>
                <a:lnTo>
                  <a:pt x="916863" y="196215"/>
                </a:lnTo>
                <a:lnTo>
                  <a:pt x="918959" y="231648"/>
                </a:lnTo>
                <a:lnTo>
                  <a:pt x="918413" y="248780"/>
                </a:lnTo>
                <a:lnTo>
                  <a:pt x="911339" y="298704"/>
                </a:lnTo>
                <a:lnTo>
                  <a:pt x="896340" y="343496"/>
                </a:lnTo>
                <a:lnTo>
                  <a:pt x="875906" y="382905"/>
                </a:lnTo>
                <a:lnTo>
                  <a:pt x="859523" y="405384"/>
                </a:lnTo>
                <a:lnTo>
                  <a:pt x="851293" y="416267"/>
                </a:lnTo>
                <a:lnTo>
                  <a:pt x="842759" y="426148"/>
                </a:lnTo>
                <a:lnTo>
                  <a:pt x="834237" y="435178"/>
                </a:lnTo>
                <a:lnTo>
                  <a:pt x="825995" y="443484"/>
                </a:lnTo>
                <a:lnTo>
                  <a:pt x="825995" y="445008"/>
                </a:lnTo>
                <a:lnTo>
                  <a:pt x="876287" y="445008"/>
                </a:lnTo>
                <a:lnTo>
                  <a:pt x="894575" y="421868"/>
                </a:lnTo>
                <a:lnTo>
                  <a:pt x="924293" y="373862"/>
                </a:lnTo>
                <a:lnTo>
                  <a:pt x="944854" y="322732"/>
                </a:lnTo>
                <a:lnTo>
                  <a:pt x="955662" y="263918"/>
                </a:lnTo>
                <a:lnTo>
                  <a:pt x="957059" y="231648"/>
                </a:lnTo>
                <a:close/>
              </a:path>
              <a:path w="1390014" h="445135">
                <a:moveTo>
                  <a:pt x="1226820" y="135636"/>
                </a:moveTo>
                <a:lnTo>
                  <a:pt x="1199388" y="106680"/>
                </a:lnTo>
                <a:lnTo>
                  <a:pt x="1179576" y="126492"/>
                </a:lnTo>
                <a:lnTo>
                  <a:pt x="1138428" y="126492"/>
                </a:lnTo>
                <a:lnTo>
                  <a:pt x="1138428" y="47244"/>
                </a:lnTo>
                <a:lnTo>
                  <a:pt x="1138428" y="44196"/>
                </a:lnTo>
                <a:lnTo>
                  <a:pt x="1153299" y="40792"/>
                </a:lnTo>
                <a:lnTo>
                  <a:pt x="1170622" y="37528"/>
                </a:lnTo>
                <a:lnTo>
                  <a:pt x="1190498" y="34556"/>
                </a:lnTo>
                <a:lnTo>
                  <a:pt x="1213104" y="32004"/>
                </a:lnTo>
                <a:lnTo>
                  <a:pt x="1188720" y="0"/>
                </a:lnTo>
                <a:lnTo>
                  <a:pt x="1140498" y="22936"/>
                </a:lnTo>
                <a:lnTo>
                  <a:pt x="1101725" y="34632"/>
                </a:lnTo>
                <a:lnTo>
                  <a:pt x="1053287" y="44818"/>
                </a:lnTo>
                <a:lnTo>
                  <a:pt x="1025652" y="48768"/>
                </a:lnTo>
                <a:lnTo>
                  <a:pt x="1025652" y="56388"/>
                </a:lnTo>
                <a:lnTo>
                  <a:pt x="1055103" y="54102"/>
                </a:lnTo>
                <a:lnTo>
                  <a:pt x="1079563" y="51816"/>
                </a:lnTo>
                <a:lnTo>
                  <a:pt x="1099159" y="49530"/>
                </a:lnTo>
                <a:lnTo>
                  <a:pt x="1114044" y="47244"/>
                </a:lnTo>
                <a:lnTo>
                  <a:pt x="1114044" y="126492"/>
                </a:lnTo>
                <a:lnTo>
                  <a:pt x="1016508" y="126492"/>
                </a:lnTo>
                <a:lnTo>
                  <a:pt x="1030224" y="140208"/>
                </a:lnTo>
                <a:lnTo>
                  <a:pt x="1045464" y="135636"/>
                </a:lnTo>
                <a:lnTo>
                  <a:pt x="1104900" y="135636"/>
                </a:lnTo>
                <a:lnTo>
                  <a:pt x="1089279" y="177927"/>
                </a:lnTo>
                <a:lnTo>
                  <a:pt x="1066800" y="222504"/>
                </a:lnTo>
                <a:lnTo>
                  <a:pt x="1036891" y="268033"/>
                </a:lnTo>
                <a:lnTo>
                  <a:pt x="1001268" y="312420"/>
                </a:lnTo>
                <a:lnTo>
                  <a:pt x="1004316" y="316992"/>
                </a:lnTo>
                <a:lnTo>
                  <a:pt x="1035939" y="289560"/>
                </a:lnTo>
                <a:lnTo>
                  <a:pt x="1065276" y="257556"/>
                </a:lnTo>
                <a:lnTo>
                  <a:pt x="1091374" y="221932"/>
                </a:lnTo>
                <a:lnTo>
                  <a:pt x="1114044" y="182880"/>
                </a:lnTo>
                <a:lnTo>
                  <a:pt x="1113777" y="257556"/>
                </a:lnTo>
                <a:lnTo>
                  <a:pt x="1113243" y="316992"/>
                </a:lnTo>
                <a:lnTo>
                  <a:pt x="1112748" y="360337"/>
                </a:lnTo>
                <a:lnTo>
                  <a:pt x="1112520" y="393192"/>
                </a:lnTo>
                <a:lnTo>
                  <a:pt x="1139952" y="379476"/>
                </a:lnTo>
                <a:lnTo>
                  <a:pt x="1139063" y="353479"/>
                </a:lnTo>
                <a:lnTo>
                  <a:pt x="1138669" y="316992"/>
                </a:lnTo>
                <a:lnTo>
                  <a:pt x="1138542" y="289560"/>
                </a:lnTo>
                <a:lnTo>
                  <a:pt x="1138428" y="182880"/>
                </a:lnTo>
                <a:lnTo>
                  <a:pt x="1158887" y="199936"/>
                </a:lnTo>
                <a:lnTo>
                  <a:pt x="1175004" y="214884"/>
                </a:lnTo>
                <a:lnTo>
                  <a:pt x="1186434" y="227457"/>
                </a:lnTo>
                <a:lnTo>
                  <a:pt x="1193292" y="237744"/>
                </a:lnTo>
                <a:lnTo>
                  <a:pt x="1197838" y="245351"/>
                </a:lnTo>
                <a:lnTo>
                  <a:pt x="1202436" y="249936"/>
                </a:lnTo>
                <a:lnTo>
                  <a:pt x="1207008" y="249936"/>
                </a:lnTo>
                <a:lnTo>
                  <a:pt x="1208532" y="246888"/>
                </a:lnTo>
                <a:lnTo>
                  <a:pt x="1211580" y="243840"/>
                </a:lnTo>
                <a:lnTo>
                  <a:pt x="1214628" y="234696"/>
                </a:lnTo>
                <a:lnTo>
                  <a:pt x="1214628" y="224028"/>
                </a:lnTo>
                <a:lnTo>
                  <a:pt x="1188910" y="193548"/>
                </a:lnTo>
                <a:lnTo>
                  <a:pt x="1138428" y="173736"/>
                </a:lnTo>
                <a:lnTo>
                  <a:pt x="1138428" y="135636"/>
                </a:lnTo>
                <a:lnTo>
                  <a:pt x="1226820" y="135636"/>
                </a:lnTo>
                <a:close/>
              </a:path>
              <a:path w="1390014" h="445135">
                <a:moveTo>
                  <a:pt x="1389888" y="65532"/>
                </a:moveTo>
                <a:lnTo>
                  <a:pt x="1382268" y="57912"/>
                </a:lnTo>
                <a:lnTo>
                  <a:pt x="1365504" y="41148"/>
                </a:lnTo>
                <a:lnTo>
                  <a:pt x="1351788" y="54864"/>
                </a:lnTo>
                <a:lnTo>
                  <a:pt x="1351788" y="68580"/>
                </a:lnTo>
                <a:lnTo>
                  <a:pt x="1351788" y="286512"/>
                </a:lnTo>
                <a:lnTo>
                  <a:pt x="1263396" y="286512"/>
                </a:lnTo>
                <a:lnTo>
                  <a:pt x="1263396" y="68580"/>
                </a:lnTo>
                <a:lnTo>
                  <a:pt x="1351788" y="68580"/>
                </a:lnTo>
                <a:lnTo>
                  <a:pt x="1351788" y="54864"/>
                </a:lnTo>
                <a:lnTo>
                  <a:pt x="1348740" y="57912"/>
                </a:lnTo>
                <a:lnTo>
                  <a:pt x="1263396" y="57912"/>
                </a:lnTo>
                <a:lnTo>
                  <a:pt x="1237488" y="41148"/>
                </a:lnTo>
                <a:lnTo>
                  <a:pt x="1238364" y="71704"/>
                </a:lnTo>
                <a:lnTo>
                  <a:pt x="1238821" y="106108"/>
                </a:lnTo>
                <a:lnTo>
                  <a:pt x="1238986" y="144233"/>
                </a:lnTo>
                <a:lnTo>
                  <a:pt x="1238885" y="208546"/>
                </a:lnTo>
                <a:lnTo>
                  <a:pt x="1238770" y="228561"/>
                </a:lnTo>
                <a:lnTo>
                  <a:pt x="1237716" y="309803"/>
                </a:lnTo>
                <a:lnTo>
                  <a:pt x="1237488" y="348996"/>
                </a:lnTo>
                <a:lnTo>
                  <a:pt x="1263396" y="336804"/>
                </a:lnTo>
                <a:lnTo>
                  <a:pt x="1263396" y="295656"/>
                </a:lnTo>
                <a:lnTo>
                  <a:pt x="1351788" y="295656"/>
                </a:lnTo>
                <a:lnTo>
                  <a:pt x="1351788" y="332232"/>
                </a:lnTo>
                <a:lnTo>
                  <a:pt x="1377696" y="321564"/>
                </a:lnTo>
                <a:lnTo>
                  <a:pt x="1376946" y="295656"/>
                </a:lnTo>
                <a:lnTo>
                  <a:pt x="1376832" y="286512"/>
                </a:lnTo>
                <a:lnTo>
                  <a:pt x="1376489" y="257924"/>
                </a:lnTo>
                <a:lnTo>
                  <a:pt x="1376260" y="208546"/>
                </a:lnTo>
                <a:lnTo>
                  <a:pt x="1376172" y="74676"/>
                </a:lnTo>
                <a:lnTo>
                  <a:pt x="1385316" y="68580"/>
                </a:lnTo>
                <a:lnTo>
                  <a:pt x="1389888" y="6553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" name="object 30"/>
          <p:cNvSpPr/>
          <p:nvPr/>
        </p:nvSpPr>
        <p:spPr>
          <a:xfrm>
            <a:off x="3756659" y="3985259"/>
            <a:ext cx="129539" cy="428625"/>
          </a:xfrm>
          <a:custGeom>
            <a:avLst/>
            <a:gdLst/>
            <a:ahLst/>
            <a:cxnLst/>
            <a:rect l="l" t="t" r="r" b="b"/>
            <a:pathLst>
              <a:path w="129539" h="428625">
                <a:moveTo>
                  <a:pt x="129539" y="428243"/>
                </a:moveTo>
                <a:lnTo>
                  <a:pt x="80771" y="428243"/>
                </a:lnTo>
                <a:lnTo>
                  <a:pt x="62483" y="405098"/>
                </a:lnTo>
                <a:lnTo>
                  <a:pt x="32765" y="357092"/>
                </a:lnTo>
                <a:lnTo>
                  <a:pt x="11572" y="306181"/>
                </a:lnTo>
                <a:lnTo>
                  <a:pt x="1190" y="247792"/>
                </a:lnTo>
                <a:lnTo>
                  <a:pt x="0" y="214883"/>
                </a:lnTo>
                <a:lnTo>
                  <a:pt x="1190" y="181951"/>
                </a:lnTo>
                <a:lnTo>
                  <a:pt x="11572" y="122943"/>
                </a:lnTo>
                <a:lnTo>
                  <a:pt x="32765" y="71151"/>
                </a:lnTo>
                <a:lnTo>
                  <a:pt x="62483" y="23145"/>
                </a:lnTo>
                <a:lnTo>
                  <a:pt x="80771" y="0"/>
                </a:lnTo>
                <a:lnTo>
                  <a:pt x="129539" y="0"/>
                </a:lnTo>
                <a:lnTo>
                  <a:pt x="129539" y="3047"/>
                </a:lnTo>
                <a:lnTo>
                  <a:pt x="121300" y="11334"/>
                </a:lnTo>
                <a:lnTo>
                  <a:pt x="112775" y="20192"/>
                </a:lnTo>
                <a:lnTo>
                  <a:pt x="88272" y="50220"/>
                </a:lnTo>
                <a:lnTo>
                  <a:pt x="67055" y="86867"/>
                </a:lnTo>
                <a:lnTo>
                  <a:pt x="50339" y="130587"/>
                </a:lnTo>
                <a:lnTo>
                  <a:pt x="39623" y="179450"/>
                </a:lnTo>
                <a:lnTo>
                  <a:pt x="38099" y="214883"/>
                </a:lnTo>
                <a:lnTo>
                  <a:pt x="38433" y="232862"/>
                </a:lnTo>
                <a:lnTo>
                  <a:pt x="49696" y="297656"/>
                </a:lnTo>
                <a:lnTo>
                  <a:pt x="67055" y="341375"/>
                </a:lnTo>
                <a:lnTo>
                  <a:pt x="88915" y="377809"/>
                </a:lnTo>
                <a:lnTo>
                  <a:pt x="97535" y="388619"/>
                </a:lnTo>
                <a:lnTo>
                  <a:pt x="105536" y="399502"/>
                </a:lnTo>
                <a:lnTo>
                  <a:pt x="113537" y="409384"/>
                </a:lnTo>
                <a:lnTo>
                  <a:pt x="121538" y="418409"/>
                </a:lnTo>
                <a:lnTo>
                  <a:pt x="129539" y="426719"/>
                </a:lnTo>
                <a:lnTo>
                  <a:pt x="129539" y="42824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" name="object 31"/>
          <p:cNvSpPr/>
          <p:nvPr/>
        </p:nvSpPr>
        <p:spPr>
          <a:xfrm>
            <a:off x="3933444" y="4073652"/>
            <a:ext cx="315595" cy="250190"/>
          </a:xfrm>
          <a:custGeom>
            <a:avLst/>
            <a:gdLst/>
            <a:ahLst/>
            <a:cxnLst/>
            <a:rect l="l" t="t" r="r" b="b"/>
            <a:pathLst>
              <a:path w="315595" h="250189">
                <a:moveTo>
                  <a:pt x="315467" y="249936"/>
                </a:moveTo>
                <a:lnTo>
                  <a:pt x="274319" y="249936"/>
                </a:lnTo>
                <a:lnTo>
                  <a:pt x="274319" y="79248"/>
                </a:lnTo>
                <a:lnTo>
                  <a:pt x="272795" y="68579"/>
                </a:lnTo>
                <a:lnTo>
                  <a:pt x="243839" y="39624"/>
                </a:lnTo>
                <a:lnTo>
                  <a:pt x="234695" y="39624"/>
                </a:lnTo>
                <a:lnTo>
                  <a:pt x="192595" y="56388"/>
                </a:lnTo>
                <a:lnTo>
                  <a:pt x="176783" y="70104"/>
                </a:lnTo>
                <a:lnTo>
                  <a:pt x="176783" y="74676"/>
                </a:lnTo>
                <a:lnTo>
                  <a:pt x="178307" y="77724"/>
                </a:lnTo>
                <a:lnTo>
                  <a:pt x="178307" y="249936"/>
                </a:lnTo>
                <a:lnTo>
                  <a:pt x="137159" y="249936"/>
                </a:lnTo>
                <a:lnTo>
                  <a:pt x="137136" y="101750"/>
                </a:lnTo>
                <a:lnTo>
                  <a:pt x="136969" y="93916"/>
                </a:lnTo>
                <a:lnTo>
                  <a:pt x="136517" y="86367"/>
                </a:lnTo>
                <a:lnTo>
                  <a:pt x="135635" y="79248"/>
                </a:lnTo>
                <a:lnTo>
                  <a:pt x="135635" y="68579"/>
                </a:lnTo>
                <a:lnTo>
                  <a:pt x="132587" y="62484"/>
                </a:lnTo>
                <a:lnTo>
                  <a:pt x="131063" y="56388"/>
                </a:lnTo>
                <a:lnTo>
                  <a:pt x="128015" y="50292"/>
                </a:lnTo>
                <a:lnTo>
                  <a:pt x="123443" y="47243"/>
                </a:lnTo>
                <a:lnTo>
                  <a:pt x="117347" y="44196"/>
                </a:lnTo>
                <a:lnTo>
                  <a:pt x="112775" y="41148"/>
                </a:lnTo>
                <a:lnTo>
                  <a:pt x="105155" y="39624"/>
                </a:lnTo>
                <a:lnTo>
                  <a:pt x="96011" y="39624"/>
                </a:lnTo>
                <a:lnTo>
                  <a:pt x="54101" y="57340"/>
                </a:lnTo>
                <a:lnTo>
                  <a:pt x="39623" y="68579"/>
                </a:lnTo>
                <a:lnTo>
                  <a:pt x="39623" y="249936"/>
                </a:lnTo>
                <a:lnTo>
                  <a:pt x="0" y="249936"/>
                </a:lnTo>
                <a:lnTo>
                  <a:pt x="0" y="7619"/>
                </a:lnTo>
                <a:lnTo>
                  <a:pt x="39623" y="7619"/>
                </a:lnTo>
                <a:lnTo>
                  <a:pt x="39623" y="35052"/>
                </a:lnTo>
                <a:lnTo>
                  <a:pt x="47624" y="27360"/>
                </a:lnTo>
                <a:lnTo>
                  <a:pt x="79890" y="5143"/>
                </a:lnTo>
                <a:lnTo>
                  <a:pt x="106679" y="0"/>
                </a:lnTo>
                <a:lnTo>
                  <a:pt x="116919" y="809"/>
                </a:lnTo>
                <a:lnTo>
                  <a:pt x="152471" y="16097"/>
                </a:lnTo>
                <a:lnTo>
                  <a:pt x="170687" y="42672"/>
                </a:lnTo>
                <a:lnTo>
                  <a:pt x="179808" y="32956"/>
                </a:lnTo>
                <a:lnTo>
                  <a:pt x="214907" y="6429"/>
                </a:lnTo>
                <a:lnTo>
                  <a:pt x="243839" y="0"/>
                </a:lnTo>
                <a:lnTo>
                  <a:pt x="251793" y="309"/>
                </a:lnTo>
                <a:lnTo>
                  <a:pt x="259460" y="1333"/>
                </a:lnTo>
                <a:lnTo>
                  <a:pt x="266557" y="3214"/>
                </a:lnTo>
                <a:lnTo>
                  <a:pt x="272795" y="6096"/>
                </a:lnTo>
                <a:lnTo>
                  <a:pt x="279368" y="8691"/>
                </a:lnTo>
                <a:lnTo>
                  <a:pt x="307443" y="41052"/>
                </a:lnTo>
                <a:lnTo>
                  <a:pt x="315467" y="89916"/>
                </a:lnTo>
                <a:lnTo>
                  <a:pt x="315467" y="24993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pic>
        <p:nvPicPr>
          <p:cNvPr id="32" name="object 32"/>
          <p:cNvPicPr/>
          <p:nvPr/>
        </p:nvPicPr>
        <p:blipFill>
          <a:blip r:embed="rId4" cstate="print"/>
          <a:stretch>
            <a:fillRect/>
          </a:stretch>
        </p:blipFill>
        <p:spPr>
          <a:xfrm>
            <a:off x="4320540" y="4021835"/>
            <a:ext cx="65532" cy="112775"/>
          </a:xfrm>
          <a:prstGeom prst="rect">
            <a:avLst/>
          </a:prstGeom>
        </p:spPr>
      </p:pic>
      <p:sp>
        <p:nvSpPr>
          <p:cNvPr id="33" name="object 33"/>
          <p:cNvSpPr/>
          <p:nvPr/>
        </p:nvSpPr>
        <p:spPr>
          <a:xfrm>
            <a:off x="4440923" y="4081284"/>
            <a:ext cx="442595" cy="323215"/>
          </a:xfrm>
          <a:custGeom>
            <a:avLst/>
            <a:gdLst/>
            <a:ahLst/>
            <a:cxnLst/>
            <a:rect l="l" t="t" r="r" b="b"/>
            <a:pathLst>
              <a:path w="442595" h="323214">
                <a:moveTo>
                  <a:pt x="92976" y="181343"/>
                </a:moveTo>
                <a:lnTo>
                  <a:pt x="38100" y="181343"/>
                </a:lnTo>
                <a:lnTo>
                  <a:pt x="0" y="323075"/>
                </a:lnTo>
                <a:lnTo>
                  <a:pt x="32016" y="323075"/>
                </a:lnTo>
                <a:lnTo>
                  <a:pt x="92976" y="181343"/>
                </a:lnTo>
                <a:close/>
              </a:path>
              <a:path w="442595" h="323214">
                <a:moveTo>
                  <a:pt x="441972" y="0"/>
                </a:moveTo>
                <a:lnTo>
                  <a:pt x="400824" y="0"/>
                </a:lnTo>
                <a:lnTo>
                  <a:pt x="359676" y="187452"/>
                </a:lnTo>
                <a:lnTo>
                  <a:pt x="301764" y="0"/>
                </a:lnTo>
                <a:lnTo>
                  <a:pt x="268236" y="0"/>
                </a:lnTo>
                <a:lnTo>
                  <a:pt x="210324" y="187452"/>
                </a:lnTo>
                <a:lnTo>
                  <a:pt x="167652" y="0"/>
                </a:lnTo>
                <a:lnTo>
                  <a:pt x="124980" y="0"/>
                </a:lnTo>
                <a:lnTo>
                  <a:pt x="185940" y="242316"/>
                </a:lnTo>
                <a:lnTo>
                  <a:pt x="224040" y="242316"/>
                </a:lnTo>
                <a:lnTo>
                  <a:pt x="283476" y="54864"/>
                </a:lnTo>
                <a:lnTo>
                  <a:pt x="342912" y="242316"/>
                </a:lnTo>
                <a:lnTo>
                  <a:pt x="381012" y="242316"/>
                </a:lnTo>
                <a:lnTo>
                  <a:pt x="44197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pic>
        <p:nvPicPr>
          <p:cNvPr id="34" name="object 34"/>
          <p:cNvPicPr/>
          <p:nvPr/>
        </p:nvPicPr>
        <p:blipFill>
          <a:blip r:embed="rId5" cstate="print"/>
          <a:stretch>
            <a:fillRect/>
          </a:stretch>
        </p:blipFill>
        <p:spPr>
          <a:xfrm>
            <a:off x="4931664" y="4021835"/>
            <a:ext cx="67055" cy="112775"/>
          </a:xfrm>
          <a:prstGeom prst="rect">
            <a:avLst/>
          </a:prstGeom>
        </p:spPr>
      </p:pic>
      <p:sp>
        <p:nvSpPr>
          <p:cNvPr id="35" name="object 35"/>
          <p:cNvSpPr/>
          <p:nvPr/>
        </p:nvSpPr>
        <p:spPr>
          <a:xfrm>
            <a:off x="5053584" y="3985259"/>
            <a:ext cx="264160" cy="428625"/>
          </a:xfrm>
          <a:custGeom>
            <a:avLst/>
            <a:gdLst/>
            <a:ahLst/>
            <a:cxnLst/>
            <a:rect l="l" t="t" r="r" b="b"/>
            <a:pathLst>
              <a:path w="264160" h="428625">
                <a:moveTo>
                  <a:pt x="131064" y="214884"/>
                </a:moveTo>
                <a:lnTo>
                  <a:pt x="125539" y="150876"/>
                </a:lnTo>
                <a:lnTo>
                  <a:pt x="109728" y="96012"/>
                </a:lnTo>
                <a:lnTo>
                  <a:pt x="83439" y="46863"/>
                </a:lnTo>
                <a:lnTo>
                  <a:pt x="50292" y="0"/>
                </a:lnTo>
                <a:lnTo>
                  <a:pt x="0" y="0"/>
                </a:lnTo>
                <a:lnTo>
                  <a:pt x="0" y="3048"/>
                </a:lnTo>
                <a:lnTo>
                  <a:pt x="8229" y="10477"/>
                </a:lnTo>
                <a:lnTo>
                  <a:pt x="16764" y="19050"/>
                </a:lnTo>
                <a:lnTo>
                  <a:pt x="41478" y="50444"/>
                </a:lnTo>
                <a:lnTo>
                  <a:pt x="62484" y="86868"/>
                </a:lnTo>
                <a:lnTo>
                  <a:pt x="79832" y="130594"/>
                </a:lnTo>
                <a:lnTo>
                  <a:pt x="90678" y="179451"/>
                </a:lnTo>
                <a:lnTo>
                  <a:pt x="92964" y="214884"/>
                </a:lnTo>
                <a:lnTo>
                  <a:pt x="92405" y="232016"/>
                </a:lnTo>
                <a:lnTo>
                  <a:pt x="85344" y="281940"/>
                </a:lnTo>
                <a:lnTo>
                  <a:pt x="69049" y="326732"/>
                </a:lnTo>
                <a:lnTo>
                  <a:pt x="49720" y="366141"/>
                </a:lnTo>
                <a:lnTo>
                  <a:pt x="33528" y="388620"/>
                </a:lnTo>
                <a:lnTo>
                  <a:pt x="25285" y="399503"/>
                </a:lnTo>
                <a:lnTo>
                  <a:pt x="16764" y="409384"/>
                </a:lnTo>
                <a:lnTo>
                  <a:pt x="8229" y="418414"/>
                </a:lnTo>
                <a:lnTo>
                  <a:pt x="0" y="426720"/>
                </a:lnTo>
                <a:lnTo>
                  <a:pt x="0" y="428244"/>
                </a:lnTo>
                <a:lnTo>
                  <a:pt x="50292" y="428244"/>
                </a:lnTo>
                <a:lnTo>
                  <a:pt x="67716" y="405104"/>
                </a:lnTo>
                <a:lnTo>
                  <a:pt x="97434" y="357098"/>
                </a:lnTo>
                <a:lnTo>
                  <a:pt x="118846" y="305968"/>
                </a:lnTo>
                <a:lnTo>
                  <a:pt x="129654" y="247154"/>
                </a:lnTo>
                <a:lnTo>
                  <a:pt x="131064" y="214884"/>
                </a:lnTo>
                <a:close/>
              </a:path>
              <a:path w="264160" h="428625">
                <a:moveTo>
                  <a:pt x="263639" y="277368"/>
                </a:moveTo>
                <a:lnTo>
                  <a:pt x="208775" y="277368"/>
                </a:lnTo>
                <a:lnTo>
                  <a:pt x="170675" y="419100"/>
                </a:lnTo>
                <a:lnTo>
                  <a:pt x="202692" y="419100"/>
                </a:lnTo>
                <a:lnTo>
                  <a:pt x="263639" y="27736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" name="object 36"/>
          <p:cNvSpPr/>
          <p:nvPr/>
        </p:nvSpPr>
        <p:spPr>
          <a:xfrm>
            <a:off x="5513832" y="3962400"/>
            <a:ext cx="387350" cy="405765"/>
          </a:xfrm>
          <a:custGeom>
            <a:avLst/>
            <a:gdLst/>
            <a:ahLst/>
            <a:cxnLst/>
            <a:rect l="l" t="t" r="r" b="b"/>
            <a:pathLst>
              <a:path w="387350" h="405764">
                <a:moveTo>
                  <a:pt x="381544" y="91440"/>
                </a:moveTo>
                <a:lnTo>
                  <a:pt x="347472" y="91440"/>
                </a:lnTo>
                <a:lnTo>
                  <a:pt x="361188" y="74676"/>
                </a:lnTo>
                <a:lnTo>
                  <a:pt x="381544" y="91440"/>
                </a:lnTo>
                <a:close/>
              </a:path>
              <a:path w="387350" h="405764">
                <a:moveTo>
                  <a:pt x="227076" y="382524"/>
                </a:moveTo>
                <a:lnTo>
                  <a:pt x="227957" y="358497"/>
                </a:lnTo>
                <a:lnTo>
                  <a:pt x="228409" y="338899"/>
                </a:lnTo>
                <a:lnTo>
                  <a:pt x="228482" y="332232"/>
                </a:lnTo>
                <a:lnTo>
                  <a:pt x="228576" y="126587"/>
                </a:lnTo>
                <a:lnTo>
                  <a:pt x="228409" y="110871"/>
                </a:lnTo>
                <a:lnTo>
                  <a:pt x="227957" y="94583"/>
                </a:lnTo>
                <a:lnTo>
                  <a:pt x="227076" y="77723"/>
                </a:lnTo>
                <a:lnTo>
                  <a:pt x="251460" y="91440"/>
                </a:lnTo>
                <a:lnTo>
                  <a:pt x="381544" y="91440"/>
                </a:lnTo>
                <a:lnTo>
                  <a:pt x="387096" y="96011"/>
                </a:lnTo>
                <a:lnTo>
                  <a:pt x="380238" y="102108"/>
                </a:lnTo>
                <a:lnTo>
                  <a:pt x="251460" y="102108"/>
                </a:lnTo>
                <a:lnTo>
                  <a:pt x="251460" y="321564"/>
                </a:lnTo>
                <a:lnTo>
                  <a:pt x="373517" y="321564"/>
                </a:lnTo>
                <a:lnTo>
                  <a:pt x="373570" y="326136"/>
                </a:lnTo>
                <a:lnTo>
                  <a:pt x="373737" y="332232"/>
                </a:lnTo>
                <a:lnTo>
                  <a:pt x="251460" y="332232"/>
                </a:lnTo>
                <a:lnTo>
                  <a:pt x="251460" y="370332"/>
                </a:lnTo>
                <a:lnTo>
                  <a:pt x="227076" y="382524"/>
                </a:lnTo>
                <a:close/>
              </a:path>
              <a:path w="387350" h="405764">
                <a:moveTo>
                  <a:pt x="373517" y="321564"/>
                </a:moveTo>
                <a:lnTo>
                  <a:pt x="350520" y="321564"/>
                </a:lnTo>
                <a:lnTo>
                  <a:pt x="350520" y="102108"/>
                </a:lnTo>
                <a:lnTo>
                  <a:pt x="380238" y="102108"/>
                </a:lnTo>
                <a:lnTo>
                  <a:pt x="373380" y="108204"/>
                </a:lnTo>
                <a:lnTo>
                  <a:pt x="373409" y="312420"/>
                </a:lnTo>
                <a:lnTo>
                  <a:pt x="373517" y="321564"/>
                </a:lnTo>
                <a:close/>
              </a:path>
              <a:path w="387350" h="405764">
                <a:moveTo>
                  <a:pt x="350520" y="371856"/>
                </a:moveTo>
                <a:lnTo>
                  <a:pt x="350520" y="332232"/>
                </a:lnTo>
                <a:lnTo>
                  <a:pt x="373737" y="332232"/>
                </a:lnTo>
                <a:lnTo>
                  <a:pt x="374022" y="342661"/>
                </a:lnTo>
                <a:lnTo>
                  <a:pt x="374904" y="361188"/>
                </a:lnTo>
                <a:lnTo>
                  <a:pt x="350520" y="371856"/>
                </a:lnTo>
                <a:close/>
              </a:path>
              <a:path w="387350" h="405764">
                <a:moveTo>
                  <a:pt x="97536" y="108204"/>
                </a:moveTo>
                <a:lnTo>
                  <a:pt x="73152" y="108204"/>
                </a:lnTo>
                <a:lnTo>
                  <a:pt x="78319" y="76509"/>
                </a:lnTo>
                <a:lnTo>
                  <a:pt x="82486" y="47815"/>
                </a:lnTo>
                <a:lnTo>
                  <a:pt x="85796" y="22264"/>
                </a:lnTo>
                <a:lnTo>
                  <a:pt x="88392" y="0"/>
                </a:lnTo>
                <a:lnTo>
                  <a:pt x="129540" y="18288"/>
                </a:lnTo>
                <a:lnTo>
                  <a:pt x="114300" y="28956"/>
                </a:lnTo>
                <a:lnTo>
                  <a:pt x="110609" y="44124"/>
                </a:lnTo>
                <a:lnTo>
                  <a:pt x="106489" y="62293"/>
                </a:lnTo>
                <a:lnTo>
                  <a:pt x="102084" y="83605"/>
                </a:lnTo>
                <a:lnTo>
                  <a:pt x="97536" y="108204"/>
                </a:lnTo>
                <a:close/>
              </a:path>
              <a:path w="387350" h="405764">
                <a:moveTo>
                  <a:pt x="16764" y="123444"/>
                </a:moveTo>
                <a:lnTo>
                  <a:pt x="1524" y="108204"/>
                </a:lnTo>
                <a:lnTo>
                  <a:pt x="163068" y="108204"/>
                </a:lnTo>
                <a:lnTo>
                  <a:pt x="173736" y="88392"/>
                </a:lnTo>
                <a:lnTo>
                  <a:pt x="202692" y="109728"/>
                </a:lnTo>
                <a:lnTo>
                  <a:pt x="194119" y="117347"/>
                </a:lnTo>
                <a:lnTo>
                  <a:pt x="59436" y="117347"/>
                </a:lnTo>
                <a:lnTo>
                  <a:pt x="48267" y="117871"/>
                </a:lnTo>
                <a:lnTo>
                  <a:pt x="37528" y="119253"/>
                </a:lnTo>
                <a:lnTo>
                  <a:pt x="27074" y="121205"/>
                </a:lnTo>
                <a:lnTo>
                  <a:pt x="16764" y="123444"/>
                </a:lnTo>
                <a:close/>
              </a:path>
              <a:path w="387350" h="405764">
                <a:moveTo>
                  <a:pt x="3048" y="405384"/>
                </a:moveTo>
                <a:lnTo>
                  <a:pt x="0" y="399288"/>
                </a:lnTo>
                <a:lnTo>
                  <a:pt x="39409" y="379595"/>
                </a:lnTo>
                <a:lnTo>
                  <a:pt x="72961" y="357187"/>
                </a:lnTo>
                <a:lnTo>
                  <a:pt x="100512" y="332208"/>
                </a:lnTo>
                <a:lnTo>
                  <a:pt x="121920" y="304800"/>
                </a:lnTo>
                <a:lnTo>
                  <a:pt x="96797" y="294251"/>
                </a:lnTo>
                <a:lnTo>
                  <a:pt x="74104" y="285559"/>
                </a:lnTo>
                <a:lnTo>
                  <a:pt x="53982" y="278868"/>
                </a:lnTo>
                <a:lnTo>
                  <a:pt x="36576" y="274320"/>
                </a:lnTo>
                <a:lnTo>
                  <a:pt x="43767" y="244649"/>
                </a:lnTo>
                <a:lnTo>
                  <a:pt x="51816" y="208407"/>
                </a:lnTo>
                <a:lnTo>
                  <a:pt x="61007" y="165877"/>
                </a:lnTo>
                <a:lnTo>
                  <a:pt x="71628" y="117347"/>
                </a:lnTo>
                <a:lnTo>
                  <a:pt x="96012" y="117347"/>
                </a:lnTo>
                <a:lnTo>
                  <a:pt x="88820" y="147375"/>
                </a:lnTo>
                <a:lnTo>
                  <a:pt x="80772" y="182689"/>
                </a:lnTo>
                <a:lnTo>
                  <a:pt x="71580" y="223432"/>
                </a:lnTo>
                <a:lnTo>
                  <a:pt x="60960" y="269748"/>
                </a:lnTo>
                <a:lnTo>
                  <a:pt x="71223" y="271748"/>
                </a:lnTo>
                <a:lnTo>
                  <a:pt x="85915" y="275463"/>
                </a:lnTo>
                <a:lnTo>
                  <a:pt x="104894" y="280892"/>
                </a:lnTo>
                <a:lnTo>
                  <a:pt x="128016" y="288036"/>
                </a:lnTo>
                <a:lnTo>
                  <a:pt x="153427" y="288036"/>
                </a:lnTo>
                <a:lnTo>
                  <a:pt x="150876" y="295656"/>
                </a:lnTo>
                <a:lnTo>
                  <a:pt x="169425" y="303633"/>
                </a:lnTo>
                <a:lnTo>
                  <a:pt x="183832" y="311467"/>
                </a:lnTo>
                <a:lnTo>
                  <a:pt x="187152" y="313944"/>
                </a:lnTo>
                <a:lnTo>
                  <a:pt x="140208" y="313944"/>
                </a:lnTo>
                <a:lnTo>
                  <a:pt x="112776" y="344519"/>
                </a:lnTo>
                <a:lnTo>
                  <a:pt x="80772" y="369951"/>
                </a:lnTo>
                <a:lnTo>
                  <a:pt x="44196" y="390239"/>
                </a:lnTo>
                <a:lnTo>
                  <a:pt x="3048" y="405384"/>
                </a:lnTo>
                <a:close/>
              </a:path>
              <a:path w="387350" h="405764">
                <a:moveTo>
                  <a:pt x="153427" y="288036"/>
                </a:moveTo>
                <a:lnTo>
                  <a:pt x="128016" y="288036"/>
                </a:lnTo>
                <a:lnTo>
                  <a:pt x="138017" y="257722"/>
                </a:lnTo>
                <a:lnTo>
                  <a:pt x="147447" y="219265"/>
                </a:lnTo>
                <a:lnTo>
                  <a:pt x="156305" y="172521"/>
                </a:lnTo>
                <a:lnTo>
                  <a:pt x="164592" y="117347"/>
                </a:lnTo>
                <a:lnTo>
                  <a:pt x="194119" y="117347"/>
                </a:lnTo>
                <a:lnTo>
                  <a:pt x="188976" y="121920"/>
                </a:lnTo>
                <a:lnTo>
                  <a:pt x="180451" y="178212"/>
                </a:lnTo>
                <a:lnTo>
                  <a:pt x="171069" y="225933"/>
                </a:lnTo>
                <a:lnTo>
                  <a:pt x="161115" y="265080"/>
                </a:lnTo>
                <a:lnTo>
                  <a:pt x="153427" y="288036"/>
                </a:lnTo>
                <a:close/>
              </a:path>
              <a:path w="387350" h="405764">
                <a:moveTo>
                  <a:pt x="199644" y="361188"/>
                </a:moveTo>
                <a:lnTo>
                  <a:pt x="195072" y="361188"/>
                </a:lnTo>
                <a:lnTo>
                  <a:pt x="190500" y="358140"/>
                </a:lnTo>
                <a:lnTo>
                  <a:pt x="185928" y="352044"/>
                </a:lnTo>
                <a:lnTo>
                  <a:pt x="177927" y="343519"/>
                </a:lnTo>
                <a:lnTo>
                  <a:pt x="167640" y="334137"/>
                </a:lnTo>
                <a:lnTo>
                  <a:pt x="155067" y="324183"/>
                </a:lnTo>
                <a:lnTo>
                  <a:pt x="140208" y="313944"/>
                </a:lnTo>
                <a:lnTo>
                  <a:pt x="187152" y="313944"/>
                </a:lnTo>
                <a:lnTo>
                  <a:pt x="204787" y="344566"/>
                </a:lnTo>
                <a:lnTo>
                  <a:pt x="204216" y="350520"/>
                </a:lnTo>
                <a:lnTo>
                  <a:pt x="202692" y="358140"/>
                </a:lnTo>
                <a:lnTo>
                  <a:pt x="199644" y="36118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" name="object 37"/>
          <p:cNvSpPr/>
          <p:nvPr/>
        </p:nvSpPr>
        <p:spPr>
          <a:xfrm>
            <a:off x="5960364" y="3968495"/>
            <a:ext cx="393700" cy="399415"/>
          </a:xfrm>
          <a:custGeom>
            <a:avLst/>
            <a:gdLst/>
            <a:ahLst/>
            <a:cxnLst/>
            <a:rect l="l" t="t" r="r" b="b"/>
            <a:pathLst>
              <a:path w="393700" h="399414">
                <a:moveTo>
                  <a:pt x="334803" y="16764"/>
                </a:moveTo>
                <a:lnTo>
                  <a:pt x="300228" y="16764"/>
                </a:lnTo>
                <a:lnTo>
                  <a:pt x="316992" y="0"/>
                </a:lnTo>
                <a:lnTo>
                  <a:pt x="334803" y="16764"/>
                </a:lnTo>
                <a:close/>
              </a:path>
              <a:path w="393700" h="399414">
                <a:moveTo>
                  <a:pt x="68580" y="195072"/>
                </a:moveTo>
                <a:lnTo>
                  <a:pt x="68818" y="171045"/>
                </a:lnTo>
                <a:lnTo>
                  <a:pt x="69865" y="122420"/>
                </a:lnTo>
                <a:lnTo>
                  <a:pt x="69983" y="85344"/>
                </a:lnTo>
                <a:lnTo>
                  <a:pt x="69865" y="73533"/>
                </a:lnTo>
                <a:lnTo>
                  <a:pt x="68826" y="25908"/>
                </a:lnTo>
                <a:lnTo>
                  <a:pt x="68580" y="1524"/>
                </a:lnTo>
                <a:lnTo>
                  <a:pt x="94488" y="16764"/>
                </a:lnTo>
                <a:lnTo>
                  <a:pt x="334803" y="16764"/>
                </a:lnTo>
                <a:lnTo>
                  <a:pt x="342900" y="24384"/>
                </a:lnTo>
                <a:lnTo>
                  <a:pt x="340722" y="25908"/>
                </a:lnTo>
                <a:lnTo>
                  <a:pt x="94488" y="25908"/>
                </a:lnTo>
                <a:lnTo>
                  <a:pt x="94488" y="85344"/>
                </a:lnTo>
                <a:lnTo>
                  <a:pt x="327681" y="85344"/>
                </a:lnTo>
                <a:lnTo>
                  <a:pt x="327708" y="96012"/>
                </a:lnTo>
                <a:lnTo>
                  <a:pt x="94488" y="96012"/>
                </a:lnTo>
                <a:lnTo>
                  <a:pt x="94488" y="158496"/>
                </a:lnTo>
                <a:lnTo>
                  <a:pt x="328239" y="158496"/>
                </a:lnTo>
                <a:lnTo>
                  <a:pt x="328302" y="162782"/>
                </a:lnTo>
                <a:lnTo>
                  <a:pt x="328605" y="169164"/>
                </a:lnTo>
                <a:lnTo>
                  <a:pt x="94488" y="169164"/>
                </a:lnTo>
                <a:lnTo>
                  <a:pt x="94488" y="184403"/>
                </a:lnTo>
                <a:lnTo>
                  <a:pt x="68580" y="195072"/>
                </a:lnTo>
                <a:close/>
              </a:path>
              <a:path w="393700" h="399414">
                <a:moveTo>
                  <a:pt x="210312" y="85344"/>
                </a:moveTo>
                <a:lnTo>
                  <a:pt x="184404" y="85344"/>
                </a:lnTo>
                <a:lnTo>
                  <a:pt x="184404" y="25908"/>
                </a:lnTo>
                <a:lnTo>
                  <a:pt x="210312" y="25908"/>
                </a:lnTo>
                <a:lnTo>
                  <a:pt x="210312" y="85344"/>
                </a:lnTo>
                <a:close/>
              </a:path>
              <a:path w="393700" h="399414">
                <a:moveTo>
                  <a:pt x="327681" y="85344"/>
                </a:moveTo>
                <a:lnTo>
                  <a:pt x="303276" y="85344"/>
                </a:lnTo>
                <a:lnTo>
                  <a:pt x="303276" y="25908"/>
                </a:lnTo>
                <a:lnTo>
                  <a:pt x="340722" y="25908"/>
                </a:lnTo>
                <a:lnTo>
                  <a:pt x="327660" y="35052"/>
                </a:lnTo>
                <a:lnTo>
                  <a:pt x="327681" y="85344"/>
                </a:lnTo>
                <a:close/>
              </a:path>
              <a:path w="393700" h="399414">
                <a:moveTo>
                  <a:pt x="210312" y="158496"/>
                </a:moveTo>
                <a:lnTo>
                  <a:pt x="184404" y="158496"/>
                </a:lnTo>
                <a:lnTo>
                  <a:pt x="184404" y="96012"/>
                </a:lnTo>
                <a:lnTo>
                  <a:pt x="210312" y="96012"/>
                </a:lnTo>
                <a:lnTo>
                  <a:pt x="210312" y="158496"/>
                </a:lnTo>
                <a:close/>
              </a:path>
              <a:path w="393700" h="399414">
                <a:moveTo>
                  <a:pt x="328239" y="158496"/>
                </a:moveTo>
                <a:lnTo>
                  <a:pt x="303276" y="158496"/>
                </a:lnTo>
                <a:lnTo>
                  <a:pt x="303276" y="96012"/>
                </a:lnTo>
                <a:lnTo>
                  <a:pt x="327708" y="96012"/>
                </a:lnTo>
                <a:lnTo>
                  <a:pt x="327850" y="132207"/>
                </a:lnTo>
                <a:lnTo>
                  <a:pt x="328239" y="158496"/>
                </a:lnTo>
                <a:close/>
              </a:path>
              <a:path w="393700" h="399414">
                <a:moveTo>
                  <a:pt x="210312" y="219456"/>
                </a:moveTo>
                <a:lnTo>
                  <a:pt x="184404" y="219456"/>
                </a:lnTo>
                <a:lnTo>
                  <a:pt x="184404" y="169164"/>
                </a:lnTo>
                <a:lnTo>
                  <a:pt x="210312" y="169164"/>
                </a:lnTo>
                <a:lnTo>
                  <a:pt x="210312" y="219456"/>
                </a:lnTo>
                <a:close/>
              </a:path>
              <a:path w="393700" h="399414">
                <a:moveTo>
                  <a:pt x="303276" y="193548"/>
                </a:moveTo>
                <a:lnTo>
                  <a:pt x="303276" y="169164"/>
                </a:lnTo>
                <a:lnTo>
                  <a:pt x="328605" y="169164"/>
                </a:lnTo>
                <a:lnTo>
                  <a:pt x="329184" y="181356"/>
                </a:lnTo>
                <a:lnTo>
                  <a:pt x="303276" y="193548"/>
                </a:lnTo>
                <a:close/>
              </a:path>
              <a:path w="393700" h="399414">
                <a:moveTo>
                  <a:pt x="22860" y="234696"/>
                </a:moveTo>
                <a:lnTo>
                  <a:pt x="7620" y="219456"/>
                </a:lnTo>
                <a:lnTo>
                  <a:pt x="329184" y="219456"/>
                </a:lnTo>
                <a:lnTo>
                  <a:pt x="355092" y="193548"/>
                </a:lnTo>
                <a:lnTo>
                  <a:pt x="391668" y="230124"/>
                </a:lnTo>
                <a:lnTo>
                  <a:pt x="64008" y="230124"/>
                </a:lnTo>
                <a:lnTo>
                  <a:pt x="52863" y="230409"/>
                </a:lnTo>
                <a:lnTo>
                  <a:pt x="42291" y="231267"/>
                </a:lnTo>
                <a:lnTo>
                  <a:pt x="32289" y="232695"/>
                </a:lnTo>
                <a:lnTo>
                  <a:pt x="22860" y="234696"/>
                </a:lnTo>
                <a:close/>
              </a:path>
              <a:path w="393700" h="399414">
                <a:moveTo>
                  <a:pt x="1524" y="381000"/>
                </a:moveTo>
                <a:lnTo>
                  <a:pt x="0" y="374904"/>
                </a:lnTo>
                <a:lnTo>
                  <a:pt x="48601" y="344352"/>
                </a:lnTo>
                <a:lnTo>
                  <a:pt x="91630" y="309943"/>
                </a:lnTo>
                <a:lnTo>
                  <a:pt x="129230" y="271819"/>
                </a:lnTo>
                <a:lnTo>
                  <a:pt x="161544" y="230124"/>
                </a:lnTo>
                <a:lnTo>
                  <a:pt x="213360" y="230124"/>
                </a:lnTo>
                <a:lnTo>
                  <a:pt x="220306" y="237744"/>
                </a:lnTo>
                <a:lnTo>
                  <a:pt x="210312" y="237744"/>
                </a:lnTo>
                <a:lnTo>
                  <a:pt x="210313" y="240791"/>
                </a:lnTo>
                <a:lnTo>
                  <a:pt x="184404" y="240791"/>
                </a:lnTo>
                <a:lnTo>
                  <a:pt x="156606" y="275709"/>
                </a:lnTo>
                <a:lnTo>
                  <a:pt x="124419" y="307262"/>
                </a:lnTo>
                <a:lnTo>
                  <a:pt x="87843" y="335377"/>
                </a:lnTo>
                <a:lnTo>
                  <a:pt x="46878" y="359980"/>
                </a:lnTo>
                <a:lnTo>
                  <a:pt x="1524" y="381000"/>
                </a:lnTo>
                <a:close/>
              </a:path>
              <a:path w="393700" h="399414">
                <a:moveTo>
                  <a:pt x="353568" y="376428"/>
                </a:moveTo>
                <a:lnTo>
                  <a:pt x="305252" y="346186"/>
                </a:lnTo>
                <a:lnTo>
                  <a:pt x="265366" y="312801"/>
                </a:lnTo>
                <a:lnTo>
                  <a:pt x="233767" y="276558"/>
                </a:lnTo>
                <a:lnTo>
                  <a:pt x="210312" y="237744"/>
                </a:lnTo>
                <a:lnTo>
                  <a:pt x="220306" y="237744"/>
                </a:lnTo>
                <a:lnTo>
                  <a:pt x="252174" y="272700"/>
                </a:lnTo>
                <a:lnTo>
                  <a:pt x="295275" y="306705"/>
                </a:lnTo>
                <a:lnTo>
                  <a:pt x="342376" y="332136"/>
                </a:lnTo>
                <a:lnTo>
                  <a:pt x="393192" y="348995"/>
                </a:lnTo>
                <a:lnTo>
                  <a:pt x="393192" y="355092"/>
                </a:lnTo>
                <a:lnTo>
                  <a:pt x="378642" y="357139"/>
                </a:lnTo>
                <a:lnTo>
                  <a:pt x="367093" y="361188"/>
                </a:lnTo>
                <a:lnTo>
                  <a:pt x="358687" y="367522"/>
                </a:lnTo>
                <a:lnTo>
                  <a:pt x="353568" y="376428"/>
                </a:lnTo>
                <a:close/>
              </a:path>
              <a:path w="393700" h="399414">
                <a:moveTo>
                  <a:pt x="182880" y="399288"/>
                </a:moveTo>
                <a:lnTo>
                  <a:pt x="183761" y="363593"/>
                </a:lnTo>
                <a:lnTo>
                  <a:pt x="184213" y="325183"/>
                </a:lnTo>
                <a:lnTo>
                  <a:pt x="184286" y="307262"/>
                </a:lnTo>
                <a:lnTo>
                  <a:pt x="184404" y="240791"/>
                </a:lnTo>
                <a:lnTo>
                  <a:pt x="210313" y="240791"/>
                </a:lnTo>
                <a:lnTo>
                  <a:pt x="210415" y="312801"/>
                </a:lnTo>
                <a:lnTo>
                  <a:pt x="210918" y="363593"/>
                </a:lnTo>
                <a:lnTo>
                  <a:pt x="211836" y="385571"/>
                </a:lnTo>
                <a:lnTo>
                  <a:pt x="182880" y="39928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" name="object 38"/>
          <p:cNvSpPr/>
          <p:nvPr/>
        </p:nvSpPr>
        <p:spPr>
          <a:xfrm>
            <a:off x="6408420" y="4073652"/>
            <a:ext cx="317500" cy="250190"/>
          </a:xfrm>
          <a:custGeom>
            <a:avLst/>
            <a:gdLst/>
            <a:ahLst/>
            <a:cxnLst/>
            <a:rect l="l" t="t" r="r" b="b"/>
            <a:pathLst>
              <a:path w="317500" h="250189">
                <a:moveTo>
                  <a:pt x="316991" y="249936"/>
                </a:moveTo>
                <a:lnTo>
                  <a:pt x="275843" y="249936"/>
                </a:lnTo>
                <a:lnTo>
                  <a:pt x="275820" y="101750"/>
                </a:lnTo>
                <a:lnTo>
                  <a:pt x="275653" y="93916"/>
                </a:lnTo>
                <a:lnTo>
                  <a:pt x="275201" y="86367"/>
                </a:lnTo>
                <a:lnTo>
                  <a:pt x="274319" y="79248"/>
                </a:lnTo>
                <a:lnTo>
                  <a:pt x="274319" y="68579"/>
                </a:lnTo>
                <a:lnTo>
                  <a:pt x="243839" y="39624"/>
                </a:lnTo>
                <a:lnTo>
                  <a:pt x="234695" y="39624"/>
                </a:lnTo>
                <a:lnTo>
                  <a:pt x="193547" y="56388"/>
                </a:lnTo>
                <a:lnTo>
                  <a:pt x="178307" y="70104"/>
                </a:lnTo>
                <a:lnTo>
                  <a:pt x="178307" y="249936"/>
                </a:lnTo>
                <a:lnTo>
                  <a:pt x="138683" y="249936"/>
                </a:lnTo>
                <a:lnTo>
                  <a:pt x="138683" y="109728"/>
                </a:lnTo>
                <a:lnTo>
                  <a:pt x="138445" y="101750"/>
                </a:lnTo>
                <a:lnTo>
                  <a:pt x="137398" y="86367"/>
                </a:lnTo>
                <a:lnTo>
                  <a:pt x="137159" y="79248"/>
                </a:lnTo>
                <a:lnTo>
                  <a:pt x="118871" y="44196"/>
                </a:lnTo>
                <a:lnTo>
                  <a:pt x="114300" y="41148"/>
                </a:lnTo>
                <a:lnTo>
                  <a:pt x="106679" y="39624"/>
                </a:lnTo>
                <a:lnTo>
                  <a:pt x="97536" y="39624"/>
                </a:lnTo>
                <a:lnTo>
                  <a:pt x="55054" y="57340"/>
                </a:lnTo>
                <a:lnTo>
                  <a:pt x="41148" y="68579"/>
                </a:lnTo>
                <a:lnTo>
                  <a:pt x="41148" y="249936"/>
                </a:lnTo>
                <a:lnTo>
                  <a:pt x="0" y="249936"/>
                </a:lnTo>
                <a:lnTo>
                  <a:pt x="0" y="7619"/>
                </a:lnTo>
                <a:lnTo>
                  <a:pt x="41148" y="7619"/>
                </a:lnTo>
                <a:lnTo>
                  <a:pt x="41148" y="35052"/>
                </a:lnTo>
                <a:lnTo>
                  <a:pt x="49148" y="27360"/>
                </a:lnTo>
                <a:lnTo>
                  <a:pt x="81200" y="5143"/>
                </a:lnTo>
                <a:lnTo>
                  <a:pt x="108203" y="0"/>
                </a:lnTo>
                <a:lnTo>
                  <a:pt x="118229" y="809"/>
                </a:lnTo>
                <a:lnTo>
                  <a:pt x="153757" y="16097"/>
                </a:lnTo>
                <a:lnTo>
                  <a:pt x="170687" y="42672"/>
                </a:lnTo>
                <a:lnTo>
                  <a:pt x="179831" y="32956"/>
                </a:lnTo>
                <a:lnTo>
                  <a:pt x="216431" y="6429"/>
                </a:lnTo>
                <a:lnTo>
                  <a:pt x="245363" y="0"/>
                </a:lnTo>
                <a:lnTo>
                  <a:pt x="253103" y="309"/>
                </a:lnTo>
                <a:lnTo>
                  <a:pt x="291464" y="16168"/>
                </a:lnTo>
                <a:lnTo>
                  <a:pt x="313777" y="57340"/>
                </a:lnTo>
                <a:lnTo>
                  <a:pt x="316991" y="89916"/>
                </a:lnTo>
                <a:lnTo>
                  <a:pt x="316991" y="24993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" name="object 39"/>
          <p:cNvSpPr/>
          <p:nvPr/>
        </p:nvSpPr>
        <p:spPr>
          <a:xfrm>
            <a:off x="6775704" y="3959351"/>
            <a:ext cx="844550" cy="410209"/>
          </a:xfrm>
          <a:custGeom>
            <a:avLst/>
            <a:gdLst/>
            <a:ahLst/>
            <a:cxnLst/>
            <a:rect l="l" t="t" r="r" b="b"/>
            <a:pathLst>
              <a:path w="844550" h="410210">
                <a:moveTo>
                  <a:pt x="402336" y="364236"/>
                </a:moveTo>
                <a:lnTo>
                  <a:pt x="385495" y="366001"/>
                </a:lnTo>
                <a:lnTo>
                  <a:pt x="369379" y="366903"/>
                </a:lnTo>
                <a:lnTo>
                  <a:pt x="354114" y="367245"/>
                </a:lnTo>
                <a:lnTo>
                  <a:pt x="339852" y="367296"/>
                </a:lnTo>
                <a:lnTo>
                  <a:pt x="323037" y="366979"/>
                </a:lnTo>
                <a:lnTo>
                  <a:pt x="265176" y="361188"/>
                </a:lnTo>
                <a:lnTo>
                  <a:pt x="223266" y="350139"/>
                </a:lnTo>
                <a:lnTo>
                  <a:pt x="204685" y="341376"/>
                </a:lnTo>
                <a:lnTo>
                  <a:pt x="202158" y="340194"/>
                </a:lnTo>
                <a:lnTo>
                  <a:pt x="181356" y="327660"/>
                </a:lnTo>
                <a:lnTo>
                  <a:pt x="189941" y="313944"/>
                </a:lnTo>
                <a:lnTo>
                  <a:pt x="191897" y="310832"/>
                </a:lnTo>
                <a:lnTo>
                  <a:pt x="200596" y="290131"/>
                </a:lnTo>
                <a:lnTo>
                  <a:pt x="207276" y="265734"/>
                </a:lnTo>
                <a:lnTo>
                  <a:pt x="211836" y="237744"/>
                </a:lnTo>
                <a:lnTo>
                  <a:pt x="310896" y="237744"/>
                </a:lnTo>
                <a:lnTo>
                  <a:pt x="310896" y="256032"/>
                </a:lnTo>
                <a:lnTo>
                  <a:pt x="336804" y="243840"/>
                </a:lnTo>
                <a:lnTo>
                  <a:pt x="336524" y="237744"/>
                </a:lnTo>
                <a:lnTo>
                  <a:pt x="336042" y="227076"/>
                </a:lnTo>
                <a:lnTo>
                  <a:pt x="335343" y="169164"/>
                </a:lnTo>
                <a:lnTo>
                  <a:pt x="335280" y="112776"/>
                </a:lnTo>
                <a:lnTo>
                  <a:pt x="346163" y="105156"/>
                </a:lnTo>
                <a:lnTo>
                  <a:pt x="350520" y="102120"/>
                </a:lnTo>
                <a:lnTo>
                  <a:pt x="342417" y="94488"/>
                </a:lnTo>
                <a:lnTo>
                  <a:pt x="324612" y="77724"/>
                </a:lnTo>
                <a:lnTo>
                  <a:pt x="310896" y="90297"/>
                </a:lnTo>
                <a:lnTo>
                  <a:pt x="310896" y="105156"/>
                </a:lnTo>
                <a:lnTo>
                  <a:pt x="310896" y="160020"/>
                </a:lnTo>
                <a:lnTo>
                  <a:pt x="310896" y="169164"/>
                </a:lnTo>
                <a:lnTo>
                  <a:pt x="310896" y="227076"/>
                </a:lnTo>
                <a:lnTo>
                  <a:pt x="213360" y="227076"/>
                </a:lnTo>
                <a:lnTo>
                  <a:pt x="213588" y="211391"/>
                </a:lnTo>
                <a:lnTo>
                  <a:pt x="214109" y="196532"/>
                </a:lnTo>
                <a:lnTo>
                  <a:pt x="214642" y="182295"/>
                </a:lnTo>
                <a:lnTo>
                  <a:pt x="214884" y="169164"/>
                </a:lnTo>
                <a:lnTo>
                  <a:pt x="310896" y="169164"/>
                </a:lnTo>
                <a:lnTo>
                  <a:pt x="310896" y="160020"/>
                </a:lnTo>
                <a:lnTo>
                  <a:pt x="214884" y="160020"/>
                </a:lnTo>
                <a:lnTo>
                  <a:pt x="214884" y="105156"/>
                </a:lnTo>
                <a:lnTo>
                  <a:pt x="310896" y="105156"/>
                </a:lnTo>
                <a:lnTo>
                  <a:pt x="310896" y="90297"/>
                </a:lnTo>
                <a:lnTo>
                  <a:pt x="306324" y="94488"/>
                </a:lnTo>
                <a:lnTo>
                  <a:pt x="214884" y="94488"/>
                </a:lnTo>
                <a:lnTo>
                  <a:pt x="214884" y="44196"/>
                </a:lnTo>
                <a:lnTo>
                  <a:pt x="391668" y="44196"/>
                </a:lnTo>
                <a:lnTo>
                  <a:pt x="356616" y="9144"/>
                </a:lnTo>
                <a:lnTo>
                  <a:pt x="332232" y="33528"/>
                </a:lnTo>
                <a:lnTo>
                  <a:pt x="7620" y="33528"/>
                </a:lnTo>
                <a:lnTo>
                  <a:pt x="22860" y="50292"/>
                </a:lnTo>
                <a:lnTo>
                  <a:pt x="33159" y="47421"/>
                </a:lnTo>
                <a:lnTo>
                  <a:pt x="43624" y="45529"/>
                </a:lnTo>
                <a:lnTo>
                  <a:pt x="54356" y="44513"/>
                </a:lnTo>
                <a:lnTo>
                  <a:pt x="65532" y="44196"/>
                </a:lnTo>
                <a:lnTo>
                  <a:pt x="190500" y="44196"/>
                </a:lnTo>
                <a:lnTo>
                  <a:pt x="190500" y="94488"/>
                </a:lnTo>
                <a:lnTo>
                  <a:pt x="190500" y="105156"/>
                </a:lnTo>
                <a:lnTo>
                  <a:pt x="190500" y="160020"/>
                </a:lnTo>
                <a:lnTo>
                  <a:pt x="190500" y="169164"/>
                </a:lnTo>
                <a:lnTo>
                  <a:pt x="190258" y="180365"/>
                </a:lnTo>
                <a:lnTo>
                  <a:pt x="189738" y="193548"/>
                </a:lnTo>
                <a:lnTo>
                  <a:pt x="189204" y="209029"/>
                </a:lnTo>
                <a:lnTo>
                  <a:pt x="188976" y="227076"/>
                </a:lnTo>
                <a:lnTo>
                  <a:pt x="89916" y="227076"/>
                </a:lnTo>
                <a:lnTo>
                  <a:pt x="89916" y="169164"/>
                </a:lnTo>
                <a:lnTo>
                  <a:pt x="190500" y="169164"/>
                </a:lnTo>
                <a:lnTo>
                  <a:pt x="190500" y="160020"/>
                </a:lnTo>
                <a:lnTo>
                  <a:pt x="89916" y="160020"/>
                </a:lnTo>
                <a:lnTo>
                  <a:pt x="89916" y="105156"/>
                </a:lnTo>
                <a:lnTo>
                  <a:pt x="190500" y="105156"/>
                </a:lnTo>
                <a:lnTo>
                  <a:pt x="190500" y="94488"/>
                </a:lnTo>
                <a:lnTo>
                  <a:pt x="91440" y="94488"/>
                </a:lnTo>
                <a:lnTo>
                  <a:pt x="64008" y="79248"/>
                </a:lnTo>
                <a:lnTo>
                  <a:pt x="64262" y="102120"/>
                </a:lnTo>
                <a:lnTo>
                  <a:pt x="65290" y="147624"/>
                </a:lnTo>
                <a:lnTo>
                  <a:pt x="65405" y="160020"/>
                </a:lnTo>
                <a:lnTo>
                  <a:pt x="65290" y="196532"/>
                </a:lnTo>
                <a:lnTo>
                  <a:pt x="64312" y="237744"/>
                </a:lnTo>
                <a:lnTo>
                  <a:pt x="64198" y="243840"/>
                </a:lnTo>
                <a:lnTo>
                  <a:pt x="64008" y="260604"/>
                </a:lnTo>
                <a:lnTo>
                  <a:pt x="89789" y="249986"/>
                </a:lnTo>
                <a:lnTo>
                  <a:pt x="89916" y="237744"/>
                </a:lnTo>
                <a:lnTo>
                  <a:pt x="187452" y="237744"/>
                </a:lnTo>
                <a:lnTo>
                  <a:pt x="178308" y="280416"/>
                </a:lnTo>
                <a:lnTo>
                  <a:pt x="164592" y="313944"/>
                </a:lnTo>
                <a:lnTo>
                  <a:pt x="152590" y="303657"/>
                </a:lnTo>
                <a:lnTo>
                  <a:pt x="139446" y="291084"/>
                </a:lnTo>
                <a:lnTo>
                  <a:pt x="125158" y="276225"/>
                </a:lnTo>
                <a:lnTo>
                  <a:pt x="109728" y="259080"/>
                </a:lnTo>
                <a:lnTo>
                  <a:pt x="105156" y="262128"/>
                </a:lnTo>
                <a:lnTo>
                  <a:pt x="118554" y="283514"/>
                </a:lnTo>
                <a:lnTo>
                  <a:pt x="131254" y="301752"/>
                </a:lnTo>
                <a:lnTo>
                  <a:pt x="143078" y="316572"/>
                </a:lnTo>
                <a:lnTo>
                  <a:pt x="153924" y="327660"/>
                </a:lnTo>
                <a:lnTo>
                  <a:pt x="144513" y="337693"/>
                </a:lnTo>
                <a:lnTo>
                  <a:pt x="100584" y="365760"/>
                </a:lnTo>
                <a:lnTo>
                  <a:pt x="56007" y="384251"/>
                </a:lnTo>
                <a:lnTo>
                  <a:pt x="0" y="399300"/>
                </a:lnTo>
                <a:lnTo>
                  <a:pt x="3048" y="406920"/>
                </a:lnTo>
                <a:lnTo>
                  <a:pt x="56578" y="395871"/>
                </a:lnTo>
                <a:lnTo>
                  <a:pt x="102108" y="382536"/>
                </a:lnTo>
                <a:lnTo>
                  <a:pt x="140779" y="364236"/>
                </a:lnTo>
                <a:lnTo>
                  <a:pt x="169164" y="341376"/>
                </a:lnTo>
                <a:lnTo>
                  <a:pt x="189141" y="355981"/>
                </a:lnTo>
                <a:lnTo>
                  <a:pt x="231952" y="377177"/>
                </a:lnTo>
                <a:lnTo>
                  <a:pt x="279692" y="389204"/>
                </a:lnTo>
                <a:lnTo>
                  <a:pt x="338086" y="396062"/>
                </a:lnTo>
                <a:lnTo>
                  <a:pt x="371856" y="397776"/>
                </a:lnTo>
                <a:lnTo>
                  <a:pt x="373824" y="388340"/>
                </a:lnTo>
                <a:lnTo>
                  <a:pt x="379666" y="380631"/>
                </a:lnTo>
                <a:lnTo>
                  <a:pt x="389204" y="374624"/>
                </a:lnTo>
                <a:lnTo>
                  <a:pt x="402336" y="370344"/>
                </a:lnTo>
                <a:lnTo>
                  <a:pt x="402336" y="367296"/>
                </a:lnTo>
                <a:lnTo>
                  <a:pt x="402336" y="364236"/>
                </a:lnTo>
                <a:close/>
              </a:path>
              <a:path w="844550" h="410210">
                <a:moveTo>
                  <a:pt x="580631" y="25908"/>
                </a:moveTo>
                <a:lnTo>
                  <a:pt x="545579" y="3048"/>
                </a:lnTo>
                <a:lnTo>
                  <a:pt x="539864" y="21323"/>
                </a:lnTo>
                <a:lnTo>
                  <a:pt x="531863" y="44005"/>
                </a:lnTo>
                <a:lnTo>
                  <a:pt x="509003" y="102108"/>
                </a:lnTo>
                <a:lnTo>
                  <a:pt x="478142" y="166306"/>
                </a:lnTo>
                <a:lnTo>
                  <a:pt x="440423" y="227076"/>
                </a:lnTo>
                <a:lnTo>
                  <a:pt x="446519" y="230124"/>
                </a:lnTo>
                <a:lnTo>
                  <a:pt x="461429" y="214109"/>
                </a:lnTo>
                <a:lnTo>
                  <a:pt x="476618" y="195643"/>
                </a:lnTo>
                <a:lnTo>
                  <a:pt x="492391" y="174625"/>
                </a:lnTo>
                <a:lnTo>
                  <a:pt x="509003" y="150876"/>
                </a:lnTo>
                <a:lnTo>
                  <a:pt x="508914" y="311404"/>
                </a:lnTo>
                <a:lnTo>
                  <a:pt x="508774" y="321665"/>
                </a:lnTo>
                <a:lnTo>
                  <a:pt x="508241" y="344805"/>
                </a:lnTo>
                <a:lnTo>
                  <a:pt x="507720" y="374243"/>
                </a:lnTo>
                <a:lnTo>
                  <a:pt x="507479" y="409956"/>
                </a:lnTo>
                <a:lnTo>
                  <a:pt x="533387" y="397764"/>
                </a:lnTo>
                <a:lnTo>
                  <a:pt x="532498" y="361188"/>
                </a:lnTo>
                <a:lnTo>
                  <a:pt x="532053" y="333565"/>
                </a:lnTo>
                <a:lnTo>
                  <a:pt x="531964" y="321665"/>
                </a:lnTo>
                <a:lnTo>
                  <a:pt x="531863" y="150876"/>
                </a:lnTo>
                <a:lnTo>
                  <a:pt x="531863" y="143256"/>
                </a:lnTo>
                <a:lnTo>
                  <a:pt x="545579" y="129540"/>
                </a:lnTo>
                <a:lnTo>
                  <a:pt x="524243" y="117348"/>
                </a:lnTo>
                <a:lnTo>
                  <a:pt x="542531" y="79438"/>
                </a:lnTo>
                <a:lnTo>
                  <a:pt x="561136" y="42418"/>
                </a:lnTo>
                <a:lnTo>
                  <a:pt x="573151" y="29337"/>
                </a:lnTo>
                <a:lnTo>
                  <a:pt x="580631" y="25908"/>
                </a:lnTo>
                <a:close/>
              </a:path>
              <a:path w="844550" h="410210">
                <a:moveTo>
                  <a:pt x="821423" y="71628"/>
                </a:moveTo>
                <a:lnTo>
                  <a:pt x="814031" y="65532"/>
                </a:lnTo>
                <a:lnTo>
                  <a:pt x="795515" y="50292"/>
                </a:lnTo>
                <a:lnTo>
                  <a:pt x="786371" y="61722"/>
                </a:lnTo>
                <a:lnTo>
                  <a:pt x="786371" y="76200"/>
                </a:lnTo>
                <a:lnTo>
                  <a:pt x="786371" y="128016"/>
                </a:lnTo>
                <a:lnTo>
                  <a:pt x="623303" y="128016"/>
                </a:lnTo>
                <a:lnTo>
                  <a:pt x="623303" y="76200"/>
                </a:lnTo>
                <a:lnTo>
                  <a:pt x="786371" y="76200"/>
                </a:lnTo>
                <a:lnTo>
                  <a:pt x="786371" y="61722"/>
                </a:lnTo>
                <a:lnTo>
                  <a:pt x="783323" y="65532"/>
                </a:lnTo>
                <a:lnTo>
                  <a:pt x="710171" y="65532"/>
                </a:lnTo>
                <a:lnTo>
                  <a:pt x="713219" y="62484"/>
                </a:lnTo>
                <a:lnTo>
                  <a:pt x="722363" y="50292"/>
                </a:lnTo>
                <a:lnTo>
                  <a:pt x="723887" y="45720"/>
                </a:lnTo>
                <a:lnTo>
                  <a:pt x="723887" y="38100"/>
                </a:lnTo>
                <a:lnTo>
                  <a:pt x="689267" y="8572"/>
                </a:lnTo>
                <a:lnTo>
                  <a:pt x="673595" y="0"/>
                </a:lnTo>
                <a:lnTo>
                  <a:pt x="670547" y="4572"/>
                </a:lnTo>
                <a:lnTo>
                  <a:pt x="680859" y="17106"/>
                </a:lnTo>
                <a:lnTo>
                  <a:pt x="689013" y="29324"/>
                </a:lnTo>
                <a:lnTo>
                  <a:pt x="695198" y="41008"/>
                </a:lnTo>
                <a:lnTo>
                  <a:pt x="699503" y="51816"/>
                </a:lnTo>
                <a:lnTo>
                  <a:pt x="702551" y="60960"/>
                </a:lnTo>
                <a:lnTo>
                  <a:pt x="705599" y="65532"/>
                </a:lnTo>
                <a:lnTo>
                  <a:pt x="623303" y="65532"/>
                </a:lnTo>
                <a:lnTo>
                  <a:pt x="598919" y="50292"/>
                </a:lnTo>
                <a:lnTo>
                  <a:pt x="600265" y="102108"/>
                </a:lnTo>
                <a:lnTo>
                  <a:pt x="600252" y="153352"/>
                </a:lnTo>
                <a:lnTo>
                  <a:pt x="598716" y="191528"/>
                </a:lnTo>
                <a:lnTo>
                  <a:pt x="591896" y="245325"/>
                </a:lnTo>
                <a:lnTo>
                  <a:pt x="581088" y="289991"/>
                </a:lnTo>
                <a:lnTo>
                  <a:pt x="567372" y="329971"/>
                </a:lnTo>
                <a:lnTo>
                  <a:pt x="550748" y="364693"/>
                </a:lnTo>
                <a:lnTo>
                  <a:pt x="541007" y="379476"/>
                </a:lnTo>
                <a:lnTo>
                  <a:pt x="547103" y="384048"/>
                </a:lnTo>
                <a:lnTo>
                  <a:pt x="576059" y="341947"/>
                </a:lnTo>
                <a:lnTo>
                  <a:pt x="600443" y="289560"/>
                </a:lnTo>
                <a:lnTo>
                  <a:pt x="617588" y="223266"/>
                </a:lnTo>
                <a:lnTo>
                  <a:pt x="621880" y="183261"/>
                </a:lnTo>
                <a:lnTo>
                  <a:pt x="623303" y="138684"/>
                </a:lnTo>
                <a:lnTo>
                  <a:pt x="786371" y="138684"/>
                </a:lnTo>
                <a:lnTo>
                  <a:pt x="786371" y="156972"/>
                </a:lnTo>
                <a:lnTo>
                  <a:pt x="810755" y="149352"/>
                </a:lnTo>
                <a:lnTo>
                  <a:pt x="810526" y="141376"/>
                </a:lnTo>
                <a:lnTo>
                  <a:pt x="810336" y="138684"/>
                </a:lnTo>
                <a:lnTo>
                  <a:pt x="809612" y="128016"/>
                </a:lnTo>
                <a:lnTo>
                  <a:pt x="809472" y="125996"/>
                </a:lnTo>
                <a:lnTo>
                  <a:pt x="809231" y="118872"/>
                </a:lnTo>
                <a:lnTo>
                  <a:pt x="809231" y="80772"/>
                </a:lnTo>
                <a:lnTo>
                  <a:pt x="815327" y="76200"/>
                </a:lnTo>
                <a:lnTo>
                  <a:pt x="821423" y="71628"/>
                </a:lnTo>
                <a:close/>
              </a:path>
              <a:path w="844550" h="410210">
                <a:moveTo>
                  <a:pt x="844283" y="198120"/>
                </a:moveTo>
                <a:lnTo>
                  <a:pt x="835139" y="190500"/>
                </a:lnTo>
                <a:lnTo>
                  <a:pt x="816851" y="175260"/>
                </a:lnTo>
                <a:lnTo>
                  <a:pt x="806183" y="187121"/>
                </a:lnTo>
                <a:lnTo>
                  <a:pt x="806183" y="201168"/>
                </a:lnTo>
                <a:lnTo>
                  <a:pt x="806183" y="272796"/>
                </a:lnTo>
                <a:lnTo>
                  <a:pt x="771131" y="272796"/>
                </a:lnTo>
                <a:lnTo>
                  <a:pt x="771131" y="201168"/>
                </a:lnTo>
                <a:lnTo>
                  <a:pt x="806183" y="201168"/>
                </a:lnTo>
                <a:lnTo>
                  <a:pt x="806183" y="187121"/>
                </a:lnTo>
                <a:lnTo>
                  <a:pt x="803135" y="190500"/>
                </a:lnTo>
                <a:lnTo>
                  <a:pt x="748271" y="190500"/>
                </a:lnTo>
                <a:lnTo>
                  <a:pt x="748271" y="201168"/>
                </a:lnTo>
                <a:lnTo>
                  <a:pt x="748271" y="272796"/>
                </a:lnTo>
                <a:lnTo>
                  <a:pt x="710171" y="272796"/>
                </a:lnTo>
                <a:lnTo>
                  <a:pt x="710171" y="201168"/>
                </a:lnTo>
                <a:lnTo>
                  <a:pt x="748271" y="201168"/>
                </a:lnTo>
                <a:lnTo>
                  <a:pt x="748271" y="190500"/>
                </a:lnTo>
                <a:lnTo>
                  <a:pt x="687311" y="190500"/>
                </a:lnTo>
                <a:lnTo>
                  <a:pt x="687311" y="201168"/>
                </a:lnTo>
                <a:lnTo>
                  <a:pt x="687311" y="272796"/>
                </a:lnTo>
                <a:lnTo>
                  <a:pt x="652259" y="272796"/>
                </a:lnTo>
                <a:lnTo>
                  <a:pt x="652259" y="201168"/>
                </a:lnTo>
                <a:lnTo>
                  <a:pt x="687311" y="201168"/>
                </a:lnTo>
                <a:lnTo>
                  <a:pt x="687311" y="190500"/>
                </a:lnTo>
                <a:lnTo>
                  <a:pt x="652259" y="190500"/>
                </a:lnTo>
                <a:lnTo>
                  <a:pt x="627875" y="175260"/>
                </a:lnTo>
                <a:lnTo>
                  <a:pt x="629970" y="207264"/>
                </a:lnTo>
                <a:lnTo>
                  <a:pt x="630669" y="219837"/>
                </a:lnTo>
                <a:lnTo>
                  <a:pt x="630847" y="227076"/>
                </a:lnTo>
                <a:lnTo>
                  <a:pt x="630745" y="345948"/>
                </a:lnTo>
                <a:lnTo>
                  <a:pt x="630669" y="348449"/>
                </a:lnTo>
                <a:lnTo>
                  <a:pt x="629970" y="360616"/>
                </a:lnTo>
                <a:lnTo>
                  <a:pt x="629145" y="374243"/>
                </a:lnTo>
                <a:lnTo>
                  <a:pt x="627875" y="396240"/>
                </a:lnTo>
                <a:lnTo>
                  <a:pt x="652259" y="385572"/>
                </a:lnTo>
                <a:lnTo>
                  <a:pt x="652259" y="283464"/>
                </a:lnTo>
                <a:lnTo>
                  <a:pt x="687311" y="283464"/>
                </a:lnTo>
                <a:lnTo>
                  <a:pt x="687311" y="367284"/>
                </a:lnTo>
                <a:lnTo>
                  <a:pt x="710171" y="361188"/>
                </a:lnTo>
                <a:lnTo>
                  <a:pt x="710171" y="283464"/>
                </a:lnTo>
                <a:lnTo>
                  <a:pt x="748271" y="283464"/>
                </a:lnTo>
                <a:lnTo>
                  <a:pt x="748271" y="353568"/>
                </a:lnTo>
                <a:lnTo>
                  <a:pt x="771131" y="345948"/>
                </a:lnTo>
                <a:lnTo>
                  <a:pt x="771131" y="283464"/>
                </a:lnTo>
                <a:lnTo>
                  <a:pt x="806183" y="283464"/>
                </a:lnTo>
                <a:lnTo>
                  <a:pt x="806183" y="350520"/>
                </a:lnTo>
                <a:lnTo>
                  <a:pt x="807707" y="361188"/>
                </a:lnTo>
                <a:lnTo>
                  <a:pt x="803148" y="365747"/>
                </a:lnTo>
                <a:lnTo>
                  <a:pt x="786904" y="365721"/>
                </a:lnTo>
                <a:lnTo>
                  <a:pt x="777227" y="365379"/>
                </a:lnTo>
                <a:lnTo>
                  <a:pt x="765276" y="364477"/>
                </a:lnTo>
                <a:lnTo>
                  <a:pt x="751319" y="362712"/>
                </a:lnTo>
                <a:lnTo>
                  <a:pt x="751319" y="370332"/>
                </a:lnTo>
                <a:lnTo>
                  <a:pt x="770229" y="377456"/>
                </a:lnTo>
                <a:lnTo>
                  <a:pt x="783704" y="385000"/>
                </a:lnTo>
                <a:lnTo>
                  <a:pt x="792048" y="392836"/>
                </a:lnTo>
                <a:lnTo>
                  <a:pt x="795515" y="400812"/>
                </a:lnTo>
                <a:lnTo>
                  <a:pt x="810399" y="394246"/>
                </a:lnTo>
                <a:lnTo>
                  <a:pt x="829043" y="283464"/>
                </a:lnTo>
                <a:lnTo>
                  <a:pt x="829043" y="272796"/>
                </a:lnTo>
                <a:lnTo>
                  <a:pt x="829043" y="207264"/>
                </a:lnTo>
                <a:lnTo>
                  <a:pt x="839203" y="201168"/>
                </a:lnTo>
                <a:lnTo>
                  <a:pt x="844283" y="1981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" name="object 40"/>
          <p:cNvSpPr/>
          <p:nvPr/>
        </p:nvSpPr>
        <p:spPr>
          <a:xfrm>
            <a:off x="7676388" y="3959351"/>
            <a:ext cx="736600" cy="407034"/>
          </a:xfrm>
          <a:custGeom>
            <a:avLst/>
            <a:gdLst/>
            <a:ahLst/>
            <a:cxnLst/>
            <a:rect l="l" t="t" r="r" b="b"/>
            <a:pathLst>
              <a:path w="736600" h="407035">
                <a:moveTo>
                  <a:pt x="131064" y="108204"/>
                </a:moveTo>
                <a:lnTo>
                  <a:pt x="130962" y="98704"/>
                </a:lnTo>
                <a:lnTo>
                  <a:pt x="129540" y="92964"/>
                </a:lnTo>
                <a:lnTo>
                  <a:pt x="123444" y="86868"/>
                </a:lnTo>
                <a:lnTo>
                  <a:pt x="118059" y="80822"/>
                </a:lnTo>
                <a:lnTo>
                  <a:pt x="108966" y="73914"/>
                </a:lnTo>
                <a:lnTo>
                  <a:pt x="96431" y="65874"/>
                </a:lnTo>
                <a:lnTo>
                  <a:pt x="80772" y="56388"/>
                </a:lnTo>
                <a:lnTo>
                  <a:pt x="77724" y="62484"/>
                </a:lnTo>
                <a:lnTo>
                  <a:pt x="87147" y="74180"/>
                </a:lnTo>
                <a:lnTo>
                  <a:pt x="94869" y="86296"/>
                </a:lnTo>
                <a:lnTo>
                  <a:pt x="100863" y="98704"/>
                </a:lnTo>
                <a:lnTo>
                  <a:pt x="105156" y="111252"/>
                </a:lnTo>
                <a:lnTo>
                  <a:pt x="108204" y="120396"/>
                </a:lnTo>
                <a:lnTo>
                  <a:pt x="112776" y="126492"/>
                </a:lnTo>
                <a:lnTo>
                  <a:pt x="118872" y="126492"/>
                </a:lnTo>
                <a:lnTo>
                  <a:pt x="121920" y="123444"/>
                </a:lnTo>
                <a:lnTo>
                  <a:pt x="124968" y="118872"/>
                </a:lnTo>
                <a:lnTo>
                  <a:pt x="129540" y="112776"/>
                </a:lnTo>
                <a:lnTo>
                  <a:pt x="131064" y="108204"/>
                </a:lnTo>
                <a:close/>
              </a:path>
              <a:path w="736600" h="407035">
                <a:moveTo>
                  <a:pt x="219456" y="91440"/>
                </a:moveTo>
                <a:lnTo>
                  <a:pt x="188328" y="59588"/>
                </a:lnTo>
                <a:lnTo>
                  <a:pt x="169164" y="47244"/>
                </a:lnTo>
                <a:lnTo>
                  <a:pt x="166116" y="51816"/>
                </a:lnTo>
                <a:lnTo>
                  <a:pt x="176415" y="66154"/>
                </a:lnTo>
                <a:lnTo>
                  <a:pt x="184594" y="79629"/>
                </a:lnTo>
                <a:lnTo>
                  <a:pt x="190754" y="92544"/>
                </a:lnTo>
                <a:lnTo>
                  <a:pt x="195072" y="105156"/>
                </a:lnTo>
                <a:lnTo>
                  <a:pt x="198120" y="117348"/>
                </a:lnTo>
                <a:lnTo>
                  <a:pt x="201168" y="123444"/>
                </a:lnTo>
                <a:lnTo>
                  <a:pt x="205740" y="123444"/>
                </a:lnTo>
                <a:lnTo>
                  <a:pt x="208788" y="120396"/>
                </a:lnTo>
                <a:lnTo>
                  <a:pt x="213360" y="114300"/>
                </a:lnTo>
                <a:lnTo>
                  <a:pt x="217932" y="109728"/>
                </a:lnTo>
                <a:lnTo>
                  <a:pt x="219456" y="103632"/>
                </a:lnTo>
                <a:lnTo>
                  <a:pt x="219456" y="91440"/>
                </a:lnTo>
                <a:close/>
              </a:path>
              <a:path w="736600" h="407035">
                <a:moveTo>
                  <a:pt x="330708" y="59436"/>
                </a:moveTo>
                <a:lnTo>
                  <a:pt x="298704" y="38100"/>
                </a:lnTo>
                <a:lnTo>
                  <a:pt x="294106" y="50393"/>
                </a:lnTo>
                <a:lnTo>
                  <a:pt x="289369" y="62103"/>
                </a:lnTo>
                <a:lnTo>
                  <a:pt x="284340" y="73253"/>
                </a:lnTo>
                <a:lnTo>
                  <a:pt x="278892" y="83820"/>
                </a:lnTo>
                <a:lnTo>
                  <a:pt x="273786" y="94107"/>
                </a:lnTo>
                <a:lnTo>
                  <a:pt x="267944" y="104203"/>
                </a:lnTo>
                <a:lnTo>
                  <a:pt x="261315" y="114681"/>
                </a:lnTo>
                <a:lnTo>
                  <a:pt x="254508" y="124968"/>
                </a:lnTo>
                <a:lnTo>
                  <a:pt x="260604" y="128016"/>
                </a:lnTo>
                <a:lnTo>
                  <a:pt x="272008" y="118046"/>
                </a:lnTo>
                <a:lnTo>
                  <a:pt x="285559" y="104203"/>
                </a:lnTo>
                <a:lnTo>
                  <a:pt x="301104" y="86664"/>
                </a:lnTo>
                <a:lnTo>
                  <a:pt x="318516" y="65532"/>
                </a:lnTo>
                <a:lnTo>
                  <a:pt x="330708" y="59436"/>
                </a:lnTo>
                <a:close/>
              </a:path>
              <a:path w="736600" h="407035">
                <a:moveTo>
                  <a:pt x="359664" y="30480"/>
                </a:moveTo>
                <a:lnTo>
                  <a:pt x="333756" y="0"/>
                </a:lnTo>
                <a:lnTo>
                  <a:pt x="315468" y="6858"/>
                </a:lnTo>
                <a:lnTo>
                  <a:pt x="290322" y="13716"/>
                </a:lnTo>
                <a:lnTo>
                  <a:pt x="219456" y="27432"/>
                </a:lnTo>
                <a:lnTo>
                  <a:pt x="177139" y="32842"/>
                </a:lnTo>
                <a:lnTo>
                  <a:pt x="132397" y="37528"/>
                </a:lnTo>
                <a:lnTo>
                  <a:pt x="85077" y="41363"/>
                </a:lnTo>
                <a:lnTo>
                  <a:pt x="35052" y="44196"/>
                </a:lnTo>
                <a:lnTo>
                  <a:pt x="35052" y="51816"/>
                </a:lnTo>
                <a:lnTo>
                  <a:pt x="140017" y="46863"/>
                </a:lnTo>
                <a:lnTo>
                  <a:pt x="186994" y="43675"/>
                </a:lnTo>
                <a:lnTo>
                  <a:pt x="230124" y="39624"/>
                </a:lnTo>
                <a:lnTo>
                  <a:pt x="334492" y="31915"/>
                </a:lnTo>
                <a:lnTo>
                  <a:pt x="359664" y="30480"/>
                </a:lnTo>
                <a:close/>
              </a:path>
              <a:path w="736600" h="407035">
                <a:moveTo>
                  <a:pt x="384048" y="143256"/>
                </a:moveTo>
                <a:lnTo>
                  <a:pt x="372808" y="132588"/>
                </a:lnTo>
                <a:lnTo>
                  <a:pt x="353568" y="114300"/>
                </a:lnTo>
                <a:lnTo>
                  <a:pt x="335280" y="132588"/>
                </a:lnTo>
                <a:lnTo>
                  <a:pt x="44196" y="132588"/>
                </a:lnTo>
                <a:lnTo>
                  <a:pt x="44196" y="114300"/>
                </a:lnTo>
                <a:lnTo>
                  <a:pt x="38100" y="114300"/>
                </a:lnTo>
                <a:lnTo>
                  <a:pt x="21374" y="157810"/>
                </a:lnTo>
                <a:lnTo>
                  <a:pt x="3048" y="173736"/>
                </a:lnTo>
                <a:lnTo>
                  <a:pt x="0" y="179832"/>
                </a:lnTo>
                <a:lnTo>
                  <a:pt x="0" y="184404"/>
                </a:lnTo>
                <a:lnTo>
                  <a:pt x="4572" y="188976"/>
                </a:lnTo>
                <a:lnTo>
                  <a:pt x="7620" y="190500"/>
                </a:lnTo>
                <a:lnTo>
                  <a:pt x="12192" y="192024"/>
                </a:lnTo>
                <a:lnTo>
                  <a:pt x="19812" y="192024"/>
                </a:lnTo>
                <a:lnTo>
                  <a:pt x="43599" y="160451"/>
                </a:lnTo>
                <a:lnTo>
                  <a:pt x="44196" y="143256"/>
                </a:lnTo>
                <a:lnTo>
                  <a:pt x="338328" y="143256"/>
                </a:lnTo>
                <a:lnTo>
                  <a:pt x="321564" y="185928"/>
                </a:lnTo>
                <a:lnTo>
                  <a:pt x="326136" y="187452"/>
                </a:lnTo>
                <a:lnTo>
                  <a:pt x="334987" y="176885"/>
                </a:lnTo>
                <a:lnTo>
                  <a:pt x="343281" y="168021"/>
                </a:lnTo>
                <a:lnTo>
                  <a:pt x="377418" y="144741"/>
                </a:lnTo>
                <a:lnTo>
                  <a:pt x="384048" y="143256"/>
                </a:lnTo>
                <a:close/>
              </a:path>
              <a:path w="736600" h="407035">
                <a:moveTo>
                  <a:pt x="390144" y="371856"/>
                </a:moveTo>
                <a:lnTo>
                  <a:pt x="345541" y="368998"/>
                </a:lnTo>
                <a:lnTo>
                  <a:pt x="305371" y="362712"/>
                </a:lnTo>
                <a:lnTo>
                  <a:pt x="269481" y="352996"/>
                </a:lnTo>
                <a:lnTo>
                  <a:pt x="267182" y="352044"/>
                </a:lnTo>
                <a:lnTo>
                  <a:pt x="237744" y="339852"/>
                </a:lnTo>
                <a:lnTo>
                  <a:pt x="252145" y="327660"/>
                </a:lnTo>
                <a:lnTo>
                  <a:pt x="252907" y="327025"/>
                </a:lnTo>
                <a:lnTo>
                  <a:pt x="268795" y="311467"/>
                </a:lnTo>
                <a:lnTo>
                  <a:pt x="285534" y="293357"/>
                </a:lnTo>
                <a:lnTo>
                  <a:pt x="303276" y="272796"/>
                </a:lnTo>
                <a:lnTo>
                  <a:pt x="318516" y="263652"/>
                </a:lnTo>
                <a:lnTo>
                  <a:pt x="316992" y="262128"/>
                </a:lnTo>
                <a:lnTo>
                  <a:pt x="307848" y="252984"/>
                </a:lnTo>
                <a:lnTo>
                  <a:pt x="292608" y="237744"/>
                </a:lnTo>
                <a:lnTo>
                  <a:pt x="277368" y="252984"/>
                </a:lnTo>
                <a:lnTo>
                  <a:pt x="277368" y="263652"/>
                </a:lnTo>
                <a:lnTo>
                  <a:pt x="264452" y="281368"/>
                </a:lnTo>
                <a:lnTo>
                  <a:pt x="250698" y="297942"/>
                </a:lnTo>
                <a:lnTo>
                  <a:pt x="235788" y="313372"/>
                </a:lnTo>
                <a:lnTo>
                  <a:pt x="219456" y="327660"/>
                </a:lnTo>
                <a:lnTo>
                  <a:pt x="212305" y="322503"/>
                </a:lnTo>
                <a:lnTo>
                  <a:pt x="204597" y="316039"/>
                </a:lnTo>
                <a:lnTo>
                  <a:pt x="196303" y="308165"/>
                </a:lnTo>
                <a:lnTo>
                  <a:pt x="187452" y="298704"/>
                </a:lnTo>
                <a:lnTo>
                  <a:pt x="177990" y="289585"/>
                </a:lnTo>
                <a:lnTo>
                  <a:pt x="170116" y="280606"/>
                </a:lnTo>
                <a:lnTo>
                  <a:pt x="163652" y="271919"/>
                </a:lnTo>
                <a:lnTo>
                  <a:pt x="158496" y="263652"/>
                </a:lnTo>
                <a:lnTo>
                  <a:pt x="277368" y="263652"/>
                </a:lnTo>
                <a:lnTo>
                  <a:pt x="277368" y="252984"/>
                </a:lnTo>
                <a:lnTo>
                  <a:pt x="152400" y="252984"/>
                </a:lnTo>
                <a:lnTo>
                  <a:pt x="155803" y="243840"/>
                </a:lnTo>
                <a:lnTo>
                  <a:pt x="159067" y="234696"/>
                </a:lnTo>
                <a:lnTo>
                  <a:pt x="162039" y="225552"/>
                </a:lnTo>
                <a:lnTo>
                  <a:pt x="164592" y="216408"/>
                </a:lnTo>
                <a:lnTo>
                  <a:pt x="345948" y="216408"/>
                </a:lnTo>
                <a:lnTo>
                  <a:pt x="315468" y="185928"/>
                </a:lnTo>
                <a:lnTo>
                  <a:pt x="295656" y="205740"/>
                </a:lnTo>
                <a:lnTo>
                  <a:pt x="166116" y="205740"/>
                </a:lnTo>
                <a:lnTo>
                  <a:pt x="170688" y="179832"/>
                </a:lnTo>
                <a:lnTo>
                  <a:pt x="182880" y="169164"/>
                </a:lnTo>
                <a:lnTo>
                  <a:pt x="144780" y="152400"/>
                </a:lnTo>
                <a:lnTo>
                  <a:pt x="144487" y="163525"/>
                </a:lnTo>
                <a:lnTo>
                  <a:pt x="143637" y="176212"/>
                </a:lnTo>
                <a:lnTo>
                  <a:pt x="142201" y="190334"/>
                </a:lnTo>
                <a:lnTo>
                  <a:pt x="140208" y="205740"/>
                </a:lnTo>
                <a:lnTo>
                  <a:pt x="32004" y="205740"/>
                </a:lnTo>
                <a:lnTo>
                  <a:pt x="47244" y="222504"/>
                </a:lnTo>
                <a:lnTo>
                  <a:pt x="57543" y="219633"/>
                </a:lnTo>
                <a:lnTo>
                  <a:pt x="68008" y="217741"/>
                </a:lnTo>
                <a:lnTo>
                  <a:pt x="78740" y="216725"/>
                </a:lnTo>
                <a:lnTo>
                  <a:pt x="89916" y="216408"/>
                </a:lnTo>
                <a:lnTo>
                  <a:pt x="138684" y="216408"/>
                </a:lnTo>
                <a:lnTo>
                  <a:pt x="126796" y="255549"/>
                </a:lnTo>
                <a:lnTo>
                  <a:pt x="107683" y="292493"/>
                </a:lnTo>
                <a:lnTo>
                  <a:pt x="81394" y="327240"/>
                </a:lnTo>
                <a:lnTo>
                  <a:pt x="48018" y="359791"/>
                </a:lnTo>
                <a:lnTo>
                  <a:pt x="7620" y="390144"/>
                </a:lnTo>
                <a:lnTo>
                  <a:pt x="9144" y="397764"/>
                </a:lnTo>
                <a:lnTo>
                  <a:pt x="56553" y="368858"/>
                </a:lnTo>
                <a:lnTo>
                  <a:pt x="95821" y="336804"/>
                </a:lnTo>
                <a:lnTo>
                  <a:pt x="126796" y="301332"/>
                </a:lnTo>
                <a:lnTo>
                  <a:pt x="149352" y="262128"/>
                </a:lnTo>
                <a:lnTo>
                  <a:pt x="159867" y="283273"/>
                </a:lnTo>
                <a:lnTo>
                  <a:pt x="172974" y="303276"/>
                </a:lnTo>
                <a:lnTo>
                  <a:pt x="188353" y="322135"/>
                </a:lnTo>
                <a:lnTo>
                  <a:pt x="205740" y="339852"/>
                </a:lnTo>
                <a:lnTo>
                  <a:pt x="176631" y="358140"/>
                </a:lnTo>
                <a:lnTo>
                  <a:pt x="142113" y="374142"/>
                </a:lnTo>
                <a:lnTo>
                  <a:pt x="102438" y="387858"/>
                </a:lnTo>
                <a:lnTo>
                  <a:pt x="57912" y="399288"/>
                </a:lnTo>
                <a:lnTo>
                  <a:pt x="57912" y="406908"/>
                </a:lnTo>
                <a:lnTo>
                  <a:pt x="108267" y="397700"/>
                </a:lnTo>
                <a:lnTo>
                  <a:pt x="152209" y="385762"/>
                </a:lnTo>
                <a:lnTo>
                  <a:pt x="190131" y="370700"/>
                </a:lnTo>
                <a:lnTo>
                  <a:pt x="222504" y="352044"/>
                </a:lnTo>
                <a:lnTo>
                  <a:pt x="248450" y="367169"/>
                </a:lnTo>
                <a:lnTo>
                  <a:pt x="280416" y="380428"/>
                </a:lnTo>
                <a:lnTo>
                  <a:pt x="318084" y="391693"/>
                </a:lnTo>
                <a:lnTo>
                  <a:pt x="361188" y="400812"/>
                </a:lnTo>
                <a:lnTo>
                  <a:pt x="366560" y="390791"/>
                </a:lnTo>
                <a:lnTo>
                  <a:pt x="373380" y="383476"/>
                </a:lnTo>
                <a:lnTo>
                  <a:pt x="381330" y="378739"/>
                </a:lnTo>
                <a:lnTo>
                  <a:pt x="390144" y="376428"/>
                </a:lnTo>
                <a:lnTo>
                  <a:pt x="390144" y="371856"/>
                </a:lnTo>
                <a:close/>
              </a:path>
              <a:path w="736600" h="407035">
                <a:moveTo>
                  <a:pt x="736092" y="121932"/>
                </a:moveTo>
                <a:lnTo>
                  <a:pt x="696468" y="121932"/>
                </a:lnTo>
                <a:lnTo>
                  <a:pt x="655320" y="309384"/>
                </a:lnTo>
                <a:lnTo>
                  <a:pt x="595884" y="121932"/>
                </a:lnTo>
                <a:lnTo>
                  <a:pt x="562356" y="121932"/>
                </a:lnTo>
                <a:lnTo>
                  <a:pt x="504444" y="309384"/>
                </a:lnTo>
                <a:lnTo>
                  <a:pt x="461772" y="121932"/>
                </a:lnTo>
                <a:lnTo>
                  <a:pt x="419100" y="121932"/>
                </a:lnTo>
                <a:lnTo>
                  <a:pt x="481584" y="364248"/>
                </a:lnTo>
                <a:lnTo>
                  <a:pt x="519684" y="364248"/>
                </a:lnTo>
                <a:lnTo>
                  <a:pt x="577596" y="176796"/>
                </a:lnTo>
                <a:lnTo>
                  <a:pt x="637032" y="364248"/>
                </a:lnTo>
                <a:lnTo>
                  <a:pt x="675132" y="364248"/>
                </a:lnTo>
                <a:lnTo>
                  <a:pt x="736092" y="12193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pic>
        <p:nvPicPr>
          <p:cNvPr id="41" name="object 41"/>
          <p:cNvPicPr/>
          <p:nvPr/>
        </p:nvPicPr>
        <p:blipFill>
          <a:blip r:embed="rId6" cstate="print"/>
          <a:stretch>
            <a:fillRect/>
          </a:stretch>
        </p:blipFill>
        <p:spPr>
          <a:xfrm>
            <a:off x="8462771" y="4021835"/>
            <a:ext cx="65532" cy="112775"/>
          </a:xfrm>
          <a:prstGeom prst="rect">
            <a:avLst/>
          </a:prstGeom>
        </p:spPr>
      </p:pic>
      <p:sp>
        <p:nvSpPr>
          <p:cNvPr id="42" name="object 42"/>
          <p:cNvSpPr/>
          <p:nvPr/>
        </p:nvSpPr>
        <p:spPr>
          <a:xfrm>
            <a:off x="8586215" y="3976115"/>
            <a:ext cx="403860" cy="386080"/>
          </a:xfrm>
          <a:custGeom>
            <a:avLst/>
            <a:gdLst/>
            <a:ahLst/>
            <a:cxnLst/>
            <a:rect l="l" t="t" r="r" b="b"/>
            <a:pathLst>
              <a:path w="403859" h="386079">
                <a:moveTo>
                  <a:pt x="318516" y="385572"/>
                </a:moveTo>
                <a:lnTo>
                  <a:pt x="311943" y="374713"/>
                </a:lnTo>
                <a:lnTo>
                  <a:pt x="301371" y="364998"/>
                </a:lnTo>
                <a:lnTo>
                  <a:pt x="286797" y="356425"/>
                </a:lnTo>
                <a:lnTo>
                  <a:pt x="268224" y="348996"/>
                </a:lnTo>
                <a:lnTo>
                  <a:pt x="268224" y="342900"/>
                </a:lnTo>
                <a:lnTo>
                  <a:pt x="306705" y="347281"/>
                </a:lnTo>
                <a:lnTo>
                  <a:pt x="330708" y="338328"/>
                </a:lnTo>
                <a:lnTo>
                  <a:pt x="330708" y="124968"/>
                </a:lnTo>
                <a:lnTo>
                  <a:pt x="256032" y="124968"/>
                </a:lnTo>
                <a:lnTo>
                  <a:pt x="256032" y="348996"/>
                </a:lnTo>
                <a:lnTo>
                  <a:pt x="233172" y="358140"/>
                </a:lnTo>
                <a:lnTo>
                  <a:pt x="233172" y="124968"/>
                </a:lnTo>
                <a:lnTo>
                  <a:pt x="166116" y="124968"/>
                </a:lnTo>
                <a:lnTo>
                  <a:pt x="166116" y="350520"/>
                </a:lnTo>
                <a:lnTo>
                  <a:pt x="143256" y="361188"/>
                </a:lnTo>
                <a:lnTo>
                  <a:pt x="143256" y="124968"/>
                </a:lnTo>
                <a:lnTo>
                  <a:pt x="74676" y="124968"/>
                </a:lnTo>
                <a:lnTo>
                  <a:pt x="74676" y="362712"/>
                </a:lnTo>
                <a:lnTo>
                  <a:pt x="48767" y="381000"/>
                </a:lnTo>
                <a:lnTo>
                  <a:pt x="49649" y="343542"/>
                </a:lnTo>
                <a:lnTo>
                  <a:pt x="50101" y="304228"/>
                </a:lnTo>
                <a:lnTo>
                  <a:pt x="50268" y="178569"/>
                </a:lnTo>
                <a:lnTo>
                  <a:pt x="50101" y="144970"/>
                </a:lnTo>
                <a:lnTo>
                  <a:pt x="49649" y="118514"/>
                </a:lnTo>
                <a:lnTo>
                  <a:pt x="48767" y="99059"/>
                </a:lnTo>
                <a:lnTo>
                  <a:pt x="74676" y="114300"/>
                </a:lnTo>
                <a:lnTo>
                  <a:pt x="161544" y="114300"/>
                </a:lnTo>
                <a:lnTo>
                  <a:pt x="184404" y="35051"/>
                </a:lnTo>
                <a:lnTo>
                  <a:pt x="57912" y="35051"/>
                </a:lnTo>
                <a:lnTo>
                  <a:pt x="46767" y="35337"/>
                </a:lnTo>
                <a:lnTo>
                  <a:pt x="36194" y="36195"/>
                </a:lnTo>
                <a:lnTo>
                  <a:pt x="26193" y="37623"/>
                </a:lnTo>
                <a:lnTo>
                  <a:pt x="16764" y="39624"/>
                </a:lnTo>
                <a:lnTo>
                  <a:pt x="0" y="24384"/>
                </a:lnTo>
                <a:lnTo>
                  <a:pt x="341376" y="24384"/>
                </a:lnTo>
                <a:lnTo>
                  <a:pt x="368808" y="0"/>
                </a:lnTo>
                <a:lnTo>
                  <a:pt x="403860" y="35051"/>
                </a:lnTo>
                <a:lnTo>
                  <a:pt x="220980" y="35051"/>
                </a:lnTo>
                <a:lnTo>
                  <a:pt x="212693" y="46148"/>
                </a:lnTo>
                <a:lnTo>
                  <a:pt x="201549" y="63245"/>
                </a:lnTo>
                <a:lnTo>
                  <a:pt x="187547" y="86058"/>
                </a:lnTo>
                <a:lnTo>
                  <a:pt x="170688" y="114300"/>
                </a:lnTo>
                <a:lnTo>
                  <a:pt x="329184" y="114300"/>
                </a:lnTo>
                <a:lnTo>
                  <a:pt x="342900" y="97536"/>
                </a:lnTo>
                <a:lnTo>
                  <a:pt x="374904" y="123443"/>
                </a:lnTo>
                <a:lnTo>
                  <a:pt x="355092" y="135636"/>
                </a:lnTo>
                <a:lnTo>
                  <a:pt x="355092" y="336804"/>
                </a:lnTo>
                <a:lnTo>
                  <a:pt x="354782" y="346495"/>
                </a:lnTo>
                <a:lnTo>
                  <a:pt x="329064" y="381000"/>
                </a:lnTo>
                <a:lnTo>
                  <a:pt x="318516" y="38557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" name="object 43"/>
          <p:cNvSpPr/>
          <p:nvPr/>
        </p:nvSpPr>
        <p:spPr>
          <a:xfrm>
            <a:off x="9037319" y="3966972"/>
            <a:ext cx="396240" cy="394970"/>
          </a:xfrm>
          <a:custGeom>
            <a:avLst/>
            <a:gdLst/>
            <a:ahLst/>
            <a:cxnLst/>
            <a:rect l="l" t="t" r="r" b="b"/>
            <a:pathLst>
              <a:path w="396240" h="394970">
                <a:moveTo>
                  <a:pt x="18288" y="42672"/>
                </a:moveTo>
                <a:lnTo>
                  <a:pt x="3048" y="25908"/>
                </a:lnTo>
                <a:lnTo>
                  <a:pt x="333756" y="25908"/>
                </a:lnTo>
                <a:lnTo>
                  <a:pt x="359664" y="0"/>
                </a:lnTo>
                <a:lnTo>
                  <a:pt x="396240" y="36576"/>
                </a:lnTo>
                <a:lnTo>
                  <a:pt x="60960" y="36576"/>
                </a:lnTo>
                <a:lnTo>
                  <a:pt x="49791" y="36885"/>
                </a:lnTo>
                <a:lnTo>
                  <a:pt x="39052" y="37909"/>
                </a:lnTo>
                <a:lnTo>
                  <a:pt x="28598" y="39790"/>
                </a:lnTo>
                <a:lnTo>
                  <a:pt x="18288" y="42672"/>
                </a:lnTo>
                <a:close/>
              </a:path>
              <a:path w="396240" h="394970">
                <a:moveTo>
                  <a:pt x="3048" y="297179"/>
                </a:moveTo>
                <a:lnTo>
                  <a:pt x="0" y="291084"/>
                </a:lnTo>
                <a:lnTo>
                  <a:pt x="28289" y="269081"/>
                </a:lnTo>
                <a:lnTo>
                  <a:pt x="56007" y="244221"/>
                </a:lnTo>
                <a:lnTo>
                  <a:pt x="83153" y="216503"/>
                </a:lnTo>
                <a:lnTo>
                  <a:pt x="109728" y="185928"/>
                </a:lnTo>
                <a:lnTo>
                  <a:pt x="135516" y="152519"/>
                </a:lnTo>
                <a:lnTo>
                  <a:pt x="158305" y="116395"/>
                </a:lnTo>
                <a:lnTo>
                  <a:pt x="178522" y="77700"/>
                </a:lnTo>
                <a:lnTo>
                  <a:pt x="196596" y="36576"/>
                </a:lnTo>
                <a:lnTo>
                  <a:pt x="231648" y="36576"/>
                </a:lnTo>
                <a:lnTo>
                  <a:pt x="223385" y="52030"/>
                </a:lnTo>
                <a:lnTo>
                  <a:pt x="214693" y="68770"/>
                </a:lnTo>
                <a:lnTo>
                  <a:pt x="205716" y="86939"/>
                </a:lnTo>
                <a:lnTo>
                  <a:pt x="196596" y="106680"/>
                </a:lnTo>
                <a:lnTo>
                  <a:pt x="225552" y="123444"/>
                </a:lnTo>
                <a:lnTo>
                  <a:pt x="219837" y="128016"/>
                </a:lnTo>
                <a:lnTo>
                  <a:pt x="184404" y="128016"/>
                </a:lnTo>
                <a:lnTo>
                  <a:pt x="155155" y="168432"/>
                </a:lnTo>
                <a:lnTo>
                  <a:pt x="122322" y="205557"/>
                </a:lnTo>
                <a:lnTo>
                  <a:pt x="85977" y="239389"/>
                </a:lnTo>
                <a:lnTo>
                  <a:pt x="46195" y="269930"/>
                </a:lnTo>
                <a:lnTo>
                  <a:pt x="3048" y="297179"/>
                </a:lnTo>
                <a:close/>
              </a:path>
              <a:path w="396240" h="394970">
                <a:moveTo>
                  <a:pt x="182880" y="394716"/>
                </a:moveTo>
                <a:lnTo>
                  <a:pt x="183118" y="362712"/>
                </a:lnTo>
                <a:lnTo>
                  <a:pt x="183739" y="327874"/>
                </a:lnTo>
                <a:lnTo>
                  <a:pt x="184165" y="305562"/>
                </a:lnTo>
                <a:lnTo>
                  <a:pt x="184302" y="291084"/>
                </a:lnTo>
                <a:lnTo>
                  <a:pt x="184404" y="128016"/>
                </a:lnTo>
                <a:lnTo>
                  <a:pt x="219837" y="128016"/>
                </a:lnTo>
                <a:lnTo>
                  <a:pt x="210312" y="135636"/>
                </a:lnTo>
                <a:lnTo>
                  <a:pt x="210375" y="332994"/>
                </a:lnTo>
                <a:lnTo>
                  <a:pt x="210502" y="349186"/>
                </a:lnTo>
                <a:lnTo>
                  <a:pt x="210954" y="367355"/>
                </a:lnTo>
                <a:lnTo>
                  <a:pt x="211836" y="382524"/>
                </a:lnTo>
                <a:lnTo>
                  <a:pt x="182880" y="394716"/>
                </a:lnTo>
                <a:close/>
              </a:path>
              <a:path w="396240" h="394970">
                <a:moveTo>
                  <a:pt x="374904" y="280416"/>
                </a:moveTo>
                <a:lnTo>
                  <a:pt x="371856" y="280416"/>
                </a:lnTo>
                <a:lnTo>
                  <a:pt x="368093" y="278701"/>
                </a:lnTo>
                <a:lnTo>
                  <a:pt x="363474" y="273558"/>
                </a:lnTo>
                <a:lnTo>
                  <a:pt x="357711" y="264985"/>
                </a:lnTo>
                <a:lnTo>
                  <a:pt x="350520" y="252984"/>
                </a:lnTo>
                <a:lnTo>
                  <a:pt x="336470" y="232171"/>
                </a:lnTo>
                <a:lnTo>
                  <a:pt x="314706" y="206502"/>
                </a:lnTo>
                <a:lnTo>
                  <a:pt x="284940" y="176260"/>
                </a:lnTo>
                <a:lnTo>
                  <a:pt x="246888" y="141732"/>
                </a:lnTo>
                <a:lnTo>
                  <a:pt x="251460" y="135636"/>
                </a:lnTo>
                <a:lnTo>
                  <a:pt x="301180" y="168783"/>
                </a:lnTo>
                <a:lnTo>
                  <a:pt x="338328" y="195072"/>
                </a:lnTo>
                <a:lnTo>
                  <a:pt x="374904" y="227076"/>
                </a:lnTo>
                <a:lnTo>
                  <a:pt x="385572" y="254508"/>
                </a:lnTo>
                <a:lnTo>
                  <a:pt x="385572" y="259080"/>
                </a:lnTo>
                <a:lnTo>
                  <a:pt x="384048" y="263652"/>
                </a:lnTo>
                <a:lnTo>
                  <a:pt x="381000" y="271272"/>
                </a:lnTo>
                <a:lnTo>
                  <a:pt x="377952" y="277368"/>
                </a:lnTo>
                <a:lnTo>
                  <a:pt x="374904" y="28041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" name="object 44"/>
          <p:cNvSpPr/>
          <p:nvPr/>
        </p:nvSpPr>
        <p:spPr>
          <a:xfrm>
            <a:off x="9489947" y="3959351"/>
            <a:ext cx="390525" cy="407034"/>
          </a:xfrm>
          <a:custGeom>
            <a:avLst/>
            <a:gdLst/>
            <a:ahLst/>
            <a:cxnLst/>
            <a:rect l="l" t="t" r="r" b="b"/>
            <a:pathLst>
              <a:path w="390525" h="407035">
                <a:moveTo>
                  <a:pt x="36576" y="51816"/>
                </a:moveTo>
                <a:lnTo>
                  <a:pt x="36576" y="44196"/>
                </a:lnTo>
                <a:lnTo>
                  <a:pt x="85748" y="41362"/>
                </a:lnTo>
                <a:lnTo>
                  <a:pt x="132778" y="37528"/>
                </a:lnTo>
                <a:lnTo>
                  <a:pt x="177807" y="32837"/>
                </a:lnTo>
                <a:lnTo>
                  <a:pt x="220980" y="27432"/>
                </a:lnTo>
                <a:lnTo>
                  <a:pt x="258960" y="20574"/>
                </a:lnTo>
                <a:lnTo>
                  <a:pt x="315491" y="6858"/>
                </a:lnTo>
                <a:lnTo>
                  <a:pt x="333756" y="0"/>
                </a:lnTo>
                <a:lnTo>
                  <a:pt x="359664" y="30480"/>
                </a:lnTo>
                <a:lnTo>
                  <a:pt x="334494" y="31908"/>
                </a:lnTo>
                <a:lnTo>
                  <a:pt x="230124" y="39624"/>
                </a:lnTo>
                <a:lnTo>
                  <a:pt x="187023" y="43672"/>
                </a:lnTo>
                <a:lnTo>
                  <a:pt x="140208" y="46863"/>
                </a:lnTo>
                <a:lnTo>
                  <a:pt x="36576" y="51816"/>
                </a:lnTo>
                <a:close/>
              </a:path>
              <a:path w="390525" h="407035">
                <a:moveTo>
                  <a:pt x="260604" y="128016"/>
                </a:moveTo>
                <a:lnTo>
                  <a:pt x="254508" y="124968"/>
                </a:lnTo>
                <a:lnTo>
                  <a:pt x="261318" y="114681"/>
                </a:lnTo>
                <a:lnTo>
                  <a:pt x="267953" y="104203"/>
                </a:lnTo>
                <a:lnTo>
                  <a:pt x="273796" y="94107"/>
                </a:lnTo>
                <a:lnTo>
                  <a:pt x="278892" y="83820"/>
                </a:lnTo>
                <a:lnTo>
                  <a:pt x="284345" y="73247"/>
                </a:lnTo>
                <a:lnTo>
                  <a:pt x="289369" y="62103"/>
                </a:lnTo>
                <a:lnTo>
                  <a:pt x="294108" y="50387"/>
                </a:lnTo>
                <a:lnTo>
                  <a:pt x="298704" y="38100"/>
                </a:lnTo>
                <a:lnTo>
                  <a:pt x="332232" y="59436"/>
                </a:lnTo>
                <a:lnTo>
                  <a:pt x="320040" y="65532"/>
                </a:lnTo>
                <a:lnTo>
                  <a:pt x="301752" y="86653"/>
                </a:lnTo>
                <a:lnTo>
                  <a:pt x="285750" y="104203"/>
                </a:lnTo>
                <a:lnTo>
                  <a:pt x="272034" y="118038"/>
                </a:lnTo>
                <a:lnTo>
                  <a:pt x="260604" y="128016"/>
                </a:lnTo>
                <a:close/>
              </a:path>
              <a:path w="390525" h="407035">
                <a:moveTo>
                  <a:pt x="205740" y="123444"/>
                </a:moveTo>
                <a:lnTo>
                  <a:pt x="201168" y="123444"/>
                </a:lnTo>
                <a:lnTo>
                  <a:pt x="198120" y="117348"/>
                </a:lnTo>
                <a:lnTo>
                  <a:pt x="196596" y="105156"/>
                </a:lnTo>
                <a:lnTo>
                  <a:pt x="192047" y="92535"/>
                </a:lnTo>
                <a:lnTo>
                  <a:pt x="185356" y="79629"/>
                </a:lnTo>
                <a:lnTo>
                  <a:pt x="176664" y="66151"/>
                </a:lnTo>
                <a:lnTo>
                  <a:pt x="166116" y="51816"/>
                </a:lnTo>
                <a:lnTo>
                  <a:pt x="169164" y="47244"/>
                </a:lnTo>
                <a:lnTo>
                  <a:pt x="202501" y="69342"/>
                </a:lnTo>
                <a:lnTo>
                  <a:pt x="220980" y="91440"/>
                </a:lnTo>
                <a:lnTo>
                  <a:pt x="220980" y="103632"/>
                </a:lnTo>
                <a:lnTo>
                  <a:pt x="217932" y="109728"/>
                </a:lnTo>
                <a:lnTo>
                  <a:pt x="213360" y="114300"/>
                </a:lnTo>
                <a:lnTo>
                  <a:pt x="208788" y="120396"/>
                </a:lnTo>
                <a:lnTo>
                  <a:pt x="205740" y="123444"/>
                </a:lnTo>
                <a:close/>
              </a:path>
              <a:path w="390525" h="407035">
                <a:moveTo>
                  <a:pt x="118872" y="126492"/>
                </a:moveTo>
                <a:lnTo>
                  <a:pt x="112776" y="126492"/>
                </a:lnTo>
                <a:lnTo>
                  <a:pt x="105156" y="111252"/>
                </a:lnTo>
                <a:lnTo>
                  <a:pt x="100869" y="98702"/>
                </a:lnTo>
                <a:lnTo>
                  <a:pt x="94869" y="86296"/>
                </a:lnTo>
                <a:lnTo>
                  <a:pt x="87153" y="74175"/>
                </a:lnTo>
                <a:lnTo>
                  <a:pt x="77724" y="62484"/>
                </a:lnTo>
                <a:lnTo>
                  <a:pt x="80772" y="56388"/>
                </a:lnTo>
                <a:lnTo>
                  <a:pt x="96440" y="65865"/>
                </a:lnTo>
                <a:lnTo>
                  <a:pt x="108966" y="73914"/>
                </a:lnTo>
                <a:lnTo>
                  <a:pt x="118062" y="80819"/>
                </a:lnTo>
                <a:lnTo>
                  <a:pt x="123444" y="86868"/>
                </a:lnTo>
                <a:lnTo>
                  <a:pt x="129540" y="92964"/>
                </a:lnTo>
                <a:lnTo>
                  <a:pt x="130974" y="98702"/>
                </a:lnTo>
                <a:lnTo>
                  <a:pt x="131064" y="108204"/>
                </a:lnTo>
                <a:lnTo>
                  <a:pt x="129540" y="112776"/>
                </a:lnTo>
                <a:lnTo>
                  <a:pt x="124968" y="118872"/>
                </a:lnTo>
                <a:lnTo>
                  <a:pt x="121920" y="123444"/>
                </a:lnTo>
                <a:lnTo>
                  <a:pt x="118872" y="126492"/>
                </a:lnTo>
                <a:close/>
              </a:path>
              <a:path w="390525" h="407035">
                <a:moveTo>
                  <a:pt x="19812" y="192024"/>
                </a:moveTo>
                <a:lnTo>
                  <a:pt x="12192" y="192024"/>
                </a:lnTo>
                <a:lnTo>
                  <a:pt x="7620" y="190500"/>
                </a:lnTo>
                <a:lnTo>
                  <a:pt x="4572" y="188976"/>
                </a:lnTo>
                <a:lnTo>
                  <a:pt x="0" y="184404"/>
                </a:lnTo>
                <a:lnTo>
                  <a:pt x="0" y="179832"/>
                </a:lnTo>
                <a:lnTo>
                  <a:pt x="4572" y="173736"/>
                </a:lnTo>
                <a:lnTo>
                  <a:pt x="13716" y="166116"/>
                </a:lnTo>
                <a:lnTo>
                  <a:pt x="21383" y="157805"/>
                </a:lnTo>
                <a:lnTo>
                  <a:pt x="28194" y="146494"/>
                </a:lnTo>
                <a:lnTo>
                  <a:pt x="33861" y="132040"/>
                </a:lnTo>
                <a:lnTo>
                  <a:pt x="38100" y="114300"/>
                </a:lnTo>
                <a:lnTo>
                  <a:pt x="44196" y="114300"/>
                </a:lnTo>
                <a:lnTo>
                  <a:pt x="44196" y="132588"/>
                </a:lnTo>
                <a:lnTo>
                  <a:pt x="372818" y="132588"/>
                </a:lnTo>
                <a:lnTo>
                  <a:pt x="384048" y="143256"/>
                </a:lnTo>
                <a:lnTo>
                  <a:pt x="44196" y="143256"/>
                </a:lnTo>
                <a:lnTo>
                  <a:pt x="43600" y="160448"/>
                </a:lnTo>
                <a:lnTo>
                  <a:pt x="41719" y="173355"/>
                </a:lnTo>
                <a:lnTo>
                  <a:pt x="38409" y="182260"/>
                </a:lnTo>
                <a:lnTo>
                  <a:pt x="33528" y="187452"/>
                </a:lnTo>
                <a:lnTo>
                  <a:pt x="25908" y="190500"/>
                </a:lnTo>
                <a:lnTo>
                  <a:pt x="19812" y="192024"/>
                </a:lnTo>
                <a:close/>
              </a:path>
              <a:path w="390525" h="407035">
                <a:moveTo>
                  <a:pt x="372818" y="132588"/>
                </a:moveTo>
                <a:lnTo>
                  <a:pt x="335280" y="132588"/>
                </a:lnTo>
                <a:lnTo>
                  <a:pt x="353568" y="114300"/>
                </a:lnTo>
                <a:lnTo>
                  <a:pt x="372818" y="132588"/>
                </a:lnTo>
                <a:close/>
              </a:path>
              <a:path w="390525" h="407035">
                <a:moveTo>
                  <a:pt x="326136" y="187452"/>
                </a:moveTo>
                <a:lnTo>
                  <a:pt x="321564" y="185928"/>
                </a:lnTo>
                <a:lnTo>
                  <a:pt x="338328" y="143256"/>
                </a:lnTo>
                <a:lnTo>
                  <a:pt x="384048" y="143256"/>
                </a:lnTo>
                <a:lnTo>
                  <a:pt x="378071" y="144732"/>
                </a:lnTo>
                <a:lnTo>
                  <a:pt x="371665" y="147066"/>
                </a:lnTo>
                <a:lnTo>
                  <a:pt x="334994" y="176879"/>
                </a:lnTo>
                <a:lnTo>
                  <a:pt x="326136" y="187452"/>
                </a:lnTo>
                <a:close/>
              </a:path>
              <a:path w="390525" h="407035">
                <a:moveTo>
                  <a:pt x="166116" y="205740"/>
                </a:moveTo>
                <a:lnTo>
                  <a:pt x="140208" y="205740"/>
                </a:lnTo>
                <a:lnTo>
                  <a:pt x="142446" y="190333"/>
                </a:lnTo>
                <a:lnTo>
                  <a:pt x="144399" y="176212"/>
                </a:lnTo>
                <a:lnTo>
                  <a:pt x="145780" y="163520"/>
                </a:lnTo>
                <a:lnTo>
                  <a:pt x="146304" y="152400"/>
                </a:lnTo>
                <a:lnTo>
                  <a:pt x="184404" y="169164"/>
                </a:lnTo>
                <a:lnTo>
                  <a:pt x="172212" y="179832"/>
                </a:lnTo>
                <a:lnTo>
                  <a:pt x="166116" y="205740"/>
                </a:lnTo>
                <a:close/>
              </a:path>
              <a:path w="390525" h="407035">
                <a:moveTo>
                  <a:pt x="48768" y="222504"/>
                </a:moveTo>
                <a:lnTo>
                  <a:pt x="32004" y="205740"/>
                </a:lnTo>
                <a:lnTo>
                  <a:pt x="295656" y="205740"/>
                </a:lnTo>
                <a:lnTo>
                  <a:pt x="315468" y="185928"/>
                </a:lnTo>
                <a:lnTo>
                  <a:pt x="345948" y="216408"/>
                </a:lnTo>
                <a:lnTo>
                  <a:pt x="89916" y="216408"/>
                </a:lnTo>
                <a:lnTo>
                  <a:pt x="78771" y="216717"/>
                </a:lnTo>
                <a:lnTo>
                  <a:pt x="68199" y="217741"/>
                </a:lnTo>
                <a:lnTo>
                  <a:pt x="58197" y="219622"/>
                </a:lnTo>
                <a:lnTo>
                  <a:pt x="48768" y="222504"/>
                </a:lnTo>
                <a:close/>
              </a:path>
              <a:path w="390525" h="407035">
                <a:moveTo>
                  <a:pt x="9144" y="397764"/>
                </a:moveTo>
                <a:lnTo>
                  <a:pt x="7620" y="390144"/>
                </a:lnTo>
                <a:lnTo>
                  <a:pt x="48024" y="359785"/>
                </a:lnTo>
                <a:lnTo>
                  <a:pt x="81405" y="327233"/>
                </a:lnTo>
                <a:lnTo>
                  <a:pt x="107691" y="292486"/>
                </a:lnTo>
                <a:lnTo>
                  <a:pt x="126809" y="255544"/>
                </a:lnTo>
                <a:lnTo>
                  <a:pt x="138684" y="216408"/>
                </a:lnTo>
                <a:lnTo>
                  <a:pt x="164592" y="216408"/>
                </a:lnTo>
                <a:lnTo>
                  <a:pt x="162044" y="225552"/>
                </a:lnTo>
                <a:lnTo>
                  <a:pt x="159067" y="234696"/>
                </a:lnTo>
                <a:lnTo>
                  <a:pt x="155805" y="243840"/>
                </a:lnTo>
                <a:lnTo>
                  <a:pt x="152400" y="252984"/>
                </a:lnTo>
                <a:lnTo>
                  <a:pt x="309372" y="252984"/>
                </a:lnTo>
                <a:lnTo>
                  <a:pt x="318516" y="262128"/>
                </a:lnTo>
                <a:lnTo>
                  <a:pt x="149352" y="262128"/>
                </a:lnTo>
                <a:lnTo>
                  <a:pt x="126801" y="301323"/>
                </a:lnTo>
                <a:lnTo>
                  <a:pt x="95821" y="336804"/>
                </a:lnTo>
                <a:lnTo>
                  <a:pt x="56554" y="368855"/>
                </a:lnTo>
                <a:lnTo>
                  <a:pt x="9144" y="397764"/>
                </a:lnTo>
                <a:close/>
              </a:path>
              <a:path w="390525" h="407035">
                <a:moveTo>
                  <a:pt x="309372" y="252984"/>
                </a:moveTo>
                <a:lnTo>
                  <a:pt x="277368" y="252984"/>
                </a:lnTo>
                <a:lnTo>
                  <a:pt x="294132" y="237744"/>
                </a:lnTo>
                <a:lnTo>
                  <a:pt x="309372" y="252984"/>
                </a:lnTo>
                <a:close/>
              </a:path>
              <a:path w="390525" h="407035">
                <a:moveTo>
                  <a:pt x="57912" y="406908"/>
                </a:moveTo>
                <a:lnTo>
                  <a:pt x="57912" y="399288"/>
                </a:lnTo>
                <a:lnTo>
                  <a:pt x="103084" y="387858"/>
                </a:lnTo>
                <a:lnTo>
                  <a:pt x="142684" y="374142"/>
                </a:lnTo>
                <a:lnTo>
                  <a:pt x="176855" y="358140"/>
                </a:lnTo>
                <a:lnTo>
                  <a:pt x="205740" y="339852"/>
                </a:lnTo>
                <a:lnTo>
                  <a:pt x="188356" y="322135"/>
                </a:lnTo>
                <a:lnTo>
                  <a:pt x="172974" y="303276"/>
                </a:lnTo>
                <a:lnTo>
                  <a:pt x="159877" y="283273"/>
                </a:lnTo>
                <a:lnTo>
                  <a:pt x="149352" y="262128"/>
                </a:lnTo>
                <a:lnTo>
                  <a:pt x="318516" y="262128"/>
                </a:lnTo>
                <a:lnTo>
                  <a:pt x="320040" y="263652"/>
                </a:lnTo>
                <a:lnTo>
                  <a:pt x="160020" y="263652"/>
                </a:lnTo>
                <a:lnTo>
                  <a:pt x="164306" y="271914"/>
                </a:lnTo>
                <a:lnTo>
                  <a:pt x="170307" y="280606"/>
                </a:lnTo>
                <a:lnTo>
                  <a:pt x="178022" y="289583"/>
                </a:lnTo>
                <a:lnTo>
                  <a:pt x="187452" y="298704"/>
                </a:lnTo>
                <a:lnTo>
                  <a:pt x="196334" y="308157"/>
                </a:lnTo>
                <a:lnTo>
                  <a:pt x="204787" y="316039"/>
                </a:lnTo>
                <a:lnTo>
                  <a:pt x="212955" y="322492"/>
                </a:lnTo>
                <a:lnTo>
                  <a:pt x="220980" y="327660"/>
                </a:lnTo>
                <a:lnTo>
                  <a:pt x="252152" y="327660"/>
                </a:lnTo>
                <a:lnTo>
                  <a:pt x="237744" y="339852"/>
                </a:lnTo>
                <a:lnTo>
                  <a:pt x="267185" y="352044"/>
                </a:lnTo>
                <a:lnTo>
                  <a:pt x="222504" y="352044"/>
                </a:lnTo>
                <a:lnTo>
                  <a:pt x="190785" y="370689"/>
                </a:lnTo>
                <a:lnTo>
                  <a:pt x="152781" y="385762"/>
                </a:lnTo>
                <a:lnTo>
                  <a:pt x="108489" y="397692"/>
                </a:lnTo>
                <a:lnTo>
                  <a:pt x="57912" y="406908"/>
                </a:lnTo>
                <a:close/>
              </a:path>
              <a:path w="390525" h="407035">
                <a:moveTo>
                  <a:pt x="252152" y="327660"/>
                </a:moveTo>
                <a:lnTo>
                  <a:pt x="220980" y="327660"/>
                </a:lnTo>
                <a:lnTo>
                  <a:pt x="236648" y="313372"/>
                </a:lnTo>
                <a:lnTo>
                  <a:pt x="251460" y="297942"/>
                </a:lnTo>
                <a:lnTo>
                  <a:pt x="265128" y="281368"/>
                </a:lnTo>
                <a:lnTo>
                  <a:pt x="277368" y="263652"/>
                </a:lnTo>
                <a:lnTo>
                  <a:pt x="320040" y="263652"/>
                </a:lnTo>
                <a:lnTo>
                  <a:pt x="303276" y="272796"/>
                </a:lnTo>
                <a:lnTo>
                  <a:pt x="285535" y="293346"/>
                </a:lnTo>
                <a:lnTo>
                  <a:pt x="268795" y="311467"/>
                </a:lnTo>
                <a:lnTo>
                  <a:pt x="252912" y="327017"/>
                </a:lnTo>
                <a:lnTo>
                  <a:pt x="252152" y="327660"/>
                </a:lnTo>
                <a:close/>
              </a:path>
              <a:path w="390525" h="407035">
                <a:moveTo>
                  <a:pt x="361188" y="400812"/>
                </a:moveTo>
                <a:lnTo>
                  <a:pt x="318087" y="391691"/>
                </a:lnTo>
                <a:lnTo>
                  <a:pt x="280416" y="380428"/>
                </a:lnTo>
                <a:lnTo>
                  <a:pt x="248459" y="367164"/>
                </a:lnTo>
                <a:lnTo>
                  <a:pt x="222504" y="352044"/>
                </a:lnTo>
                <a:lnTo>
                  <a:pt x="267185" y="352044"/>
                </a:lnTo>
                <a:lnTo>
                  <a:pt x="269486" y="352996"/>
                </a:lnTo>
                <a:lnTo>
                  <a:pt x="305371" y="362712"/>
                </a:lnTo>
                <a:lnTo>
                  <a:pt x="345543" y="368998"/>
                </a:lnTo>
                <a:lnTo>
                  <a:pt x="390144" y="371856"/>
                </a:lnTo>
                <a:lnTo>
                  <a:pt x="390144" y="376428"/>
                </a:lnTo>
                <a:lnTo>
                  <a:pt x="381547" y="378737"/>
                </a:lnTo>
                <a:lnTo>
                  <a:pt x="373951" y="383476"/>
                </a:lnTo>
                <a:lnTo>
                  <a:pt x="367212" y="390786"/>
                </a:lnTo>
                <a:lnTo>
                  <a:pt x="361188" y="40081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" name="object 45"/>
          <p:cNvSpPr/>
          <p:nvPr/>
        </p:nvSpPr>
        <p:spPr>
          <a:xfrm>
            <a:off x="2112251" y="4562855"/>
            <a:ext cx="421005" cy="323215"/>
          </a:xfrm>
          <a:custGeom>
            <a:avLst/>
            <a:gdLst/>
            <a:ahLst/>
            <a:cxnLst/>
            <a:rect l="l" t="t" r="r" b="b"/>
            <a:pathLst>
              <a:path w="421005" h="323214">
                <a:moveTo>
                  <a:pt x="318516" y="0"/>
                </a:moveTo>
                <a:lnTo>
                  <a:pt x="277368" y="0"/>
                </a:lnTo>
                <a:lnTo>
                  <a:pt x="236220" y="188976"/>
                </a:lnTo>
                <a:lnTo>
                  <a:pt x="176784" y="0"/>
                </a:lnTo>
                <a:lnTo>
                  <a:pt x="143256" y="0"/>
                </a:lnTo>
                <a:lnTo>
                  <a:pt x="85344" y="188976"/>
                </a:lnTo>
                <a:lnTo>
                  <a:pt x="42672" y="0"/>
                </a:lnTo>
                <a:lnTo>
                  <a:pt x="0" y="0"/>
                </a:lnTo>
                <a:lnTo>
                  <a:pt x="62484" y="242328"/>
                </a:lnTo>
                <a:lnTo>
                  <a:pt x="100584" y="242328"/>
                </a:lnTo>
                <a:lnTo>
                  <a:pt x="158496" y="56388"/>
                </a:lnTo>
                <a:lnTo>
                  <a:pt x="217932" y="242328"/>
                </a:lnTo>
                <a:lnTo>
                  <a:pt x="256032" y="242328"/>
                </a:lnTo>
                <a:lnTo>
                  <a:pt x="318516" y="0"/>
                </a:lnTo>
                <a:close/>
              </a:path>
              <a:path w="421005" h="323214">
                <a:moveTo>
                  <a:pt x="420636" y="181356"/>
                </a:moveTo>
                <a:lnTo>
                  <a:pt x="365772" y="181356"/>
                </a:lnTo>
                <a:lnTo>
                  <a:pt x="327672" y="323100"/>
                </a:lnTo>
                <a:lnTo>
                  <a:pt x="359664" y="323100"/>
                </a:lnTo>
                <a:lnTo>
                  <a:pt x="420636" y="18135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" name="object 46"/>
          <p:cNvSpPr/>
          <p:nvPr/>
        </p:nvSpPr>
        <p:spPr>
          <a:xfrm>
            <a:off x="2697480" y="4456176"/>
            <a:ext cx="1214755" cy="405765"/>
          </a:xfrm>
          <a:custGeom>
            <a:avLst/>
            <a:gdLst/>
            <a:ahLst/>
            <a:cxnLst/>
            <a:rect l="l" t="t" r="r" b="b"/>
            <a:pathLst>
              <a:path w="1214754" h="405764">
                <a:moveTo>
                  <a:pt x="870191" y="365760"/>
                </a:moveTo>
                <a:lnTo>
                  <a:pt x="830567" y="324612"/>
                </a:lnTo>
                <a:lnTo>
                  <a:pt x="800087" y="355092"/>
                </a:lnTo>
                <a:lnTo>
                  <a:pt x="774179" y="355092"/>
                </a:lnTo>
                <a:lnTo>
                  <a:pt x="774179" y="35052"/>
                </a:lnTo>
                <a:lnTo>
                  <a:pt x="781037" y="28956"/>
                </a:lnTo>
                <a:lnTo>
                  <a:pt x="787895" y="22860"/>
                </a:lnTo>
                <a:lnTo>
                  <a:pt x="783831" y="19812"/>
                </a:lnTo>
                <a:lnTo>
                  <a:pt x="757415" y="0"/>
                </a:lnTo>
                <a:lnTo>
                  <a:pt x="748271" y="14859"/>
                </a:lnTo>
                <a:lnTo>
                  <a:pt x="748271" y="28956"/>
                </a:lnTo>
                <a:lnTo>
                  <a:pt x="748271" y="129540"/>
                </a:lnTo>
                <a:lnTo>
                  <a:pt x="748271" y="138684"/>
                </a:lnTo>
                <a:lnTo>
                  <a:pt x="748271" y="237744"/>
                </a:lnTo>
                <a:lnTo>
                  <a:pt x="748271" y="248412"/>
                </a:lnTo>
                <a:lnTo>
                  <a:pt x="748271" y="355092"/>
                </a:lnTo>
                <a:lnTo>
                  <a:pt x="591299" y="355092"/>
                </a:lnTo>
                <a:lnTo>
                  <a:pt x="591299" y="248412"/>
                </a:lnTo>
                <a:lnTo>
                  <a:pt x="748271" y="248412"/>
                </a:lnTo>
                <a:lnTo>
                  <a:pt x="748271" y="237744"/>
                </a:lnTo>
                <a:lnTo>
                  <a:pt x="591299" y="237744"/>
                </a:lnTo>
                <a:lnTo>
                  <a:pt x="591299" y="138684"/>
                </a:lnTo>
                <a:lnTo>
                  <a:pt x="748271" y="138684"/>
                </a:lnTo>
                <a:lnTo>
                  <a:pt x="748271" y="129540"/>
                </a:lnTo>
                <a:lnTo>
                  <a:pt x="591299" y="129540"/>
                </a:lnTo>
                <a:lnTo>
                  <a:pt x="591299" y="28956"/>
                </a:lnTo>
                <a:lnTo>
                  <a:pt x="748271" y="28956"/>
                </a:lnTo>
                <a:lnTo>
                  <a:pt x="748271" y="14859"/>
                </a:lnTo>
                <a:lnTo>
                  <a:pt x="745223" y="19812"/>
                </a:lnTo>
                <a:lnTo>
                  <a:pt x="591299" y="19812"/>
                </a:lnTo>
                <a:lnTo>
                  <a:pt x="563867" y="1524"/>
                </a:lnTo>
                <a:lnTo>
                  <a:pt x="564692" y="19812"/>
                </a:lnTo>
                <a:lnTo>
                  <a:pt x="564794" y="22860"/>
                </a:lnTo>
                <a:lnTo>
                  <a:pt x="565200" y="39052"/>
                </a:lnTo>
                <a:lnTo>
                  <a:pt x="565378" y="54889"/>
                </a:lnTo>
                <a:lnTo>
                  <a:pt x="565391" y="355092"/>
                </a:lnTo>
                <a:lnTo>
                  <a:pt x="463283" y="355092"/>
                </a:lnTo>
                <a:lnTo>
                  <a:pt x="478523" y="370332"/>
                </a:lnTo>
                <a:lnTo>
                  <a:pt x="488835" y="368338"/>
                </a:lnTo>
                <a:lnTo>
                  <a:pt x="499287" y="366903"/>
                </a:lnTo>
                <a:lnTo>
                  <a:pt x="510032" y="366052"/>
                </a:lnTo>
                <a:lnTo>
                  <a:pt x="521195" y="365760"/>
                </a:lnTo>
                <a:lnTo>
                  <a:pt x="870191" y="365760"/>
                </a:lnTo>
                <a:close/>
              </a:path>
              <a:path w="1214754" h="405764">
                <a:moveTo>
                  <a:pt x="890016" y="384048"/>
                </a:moveTo>
                <a:lnTo>
                  <a:pt x="346964" y="384048"/>
                </a:lnTo>
                <a:lnTo>
                  <a:pt x="348627" y="383171"/>
                </a:lnTo>
                <a:lnTo>
                  <a:pt x="356806" y="378142"/>
                </a:lnTo>
                <a:lnTo>
                  <a:pt x="374904" y="339852"/>
                </a:lnTo>
                <a:lnTo>
                  <a:pt x="374904" y="137160"/>
                </a:lnTo>
                <a:lnTo>
                  <a:pt x="394716" y="124968"/>
                </a:lnTo>
                <a:lnTo>
                  <a:pt x="362712" y="99060"/>
                </a:lnTo>
                <a:lnTo>
                  <a:pt x="348996" y="117348"/>
                </a:lnTo>
                <a:lnTo>
                  <a:pt x="190500" y="117348"/>
                </a:lnTo>
                <a:lnTo>
                  <a:pt x="207352" y="88442"/>
                </a:lnTo>
                <a:lnTo>
                  <a:pt x="221361" y="65532"/>
                </a:lnTo>
                <a:lnTo>
                  <a:pt x="232498" y="48348"/>
                </a:lnTo>
                <a:lnTo>
                  <a:pt x="240792" y="36576"/>
                </a:lnTo>
                <a:lnTo>
                  <a:pt x="423672" y="36576"/>
                </a:lnTo>
                <a:lnTo>
                  <a:pt x="388620" y="1524"/>
                </a:lnTo>
                <a:lnTo>
                  <a:pt x="361188" y="25908"/>
                </a:lnTo>
                <a:lnTo>
                  <a:pt x="19812" y="25908"/>
                </a:lnTo>
                <a:lnTo>
                  <a:pt x="35052" y="41148"/>
                </a:lnTo>
                <a:lnTo>
                  <a:pt x="45351" y="39154"/>
                </a:lnTo>
                <a:lnTo>
                  <a:pt x="55816" y="37719"/>
                </a:lnTo>
                <a:lnTo>
                  <a:pt x="66548" y="36868"/>
                </a:lnTo>
                <a:lnTo>
                  <a:pt x="77724" y="36576"/>
                </a:lnTo>
                <a:lnTo>
                  <a:pt x="204216" y="36576"/>
                </a:lnTo>
                <a:lnTo>
                  <a:pt x="181356" y="117348"/>
                </a:lnTo>
                <a:lnTo>
                  <a:pt x="94488" y="117348"/>
                </a:lnTo>
                <a:lnTo>
                  <a:pt x="68580" y="100584"/>
                </a:lnTo>
                <a:lnTo>
                  <a:pt x="69456" y="120040"/>
                </a:lnTo>
                <a:lnTo>
                  <a:pt x="69913" y="146494"/>
                </a:lnTo>
                <a:lnTo>
                  <a:pt x="70078" y="180098"/>
                </a:lnTo>
                <a:lnTo>
                  <a:pt x="69913" y="305752"/>
                </a:lnTo>
                <a:lnTo>
                  <a:pt x="69456" y="345071"/>
                </a:lnTo>
                <a:lnTo>
                  <a:pt x="68580" y="382524"/>
                </a:lnTo>
                <a:lnTo>
                  <a:pt x="94488" y="365760"/>
                </a:lnTo>
                <a:lnTo>
                  <a:pt x="94488" y="126492"/>
                </a:lnTo>
                <a:lnTo>
                  <a:pt x="163068" y="126492"/>
                </a:lnTo>
                <a:lnTo>
                  <a:pt x="163068" y="364236"/>
                </a:lnTo>
                <a:lnTo>
                  <a:pt x="185928" y="353568"/>
                </a:lnTo>
                <a:lnTo>
                  <a:pt x="185928" y="126492"/>
                </a:lnTo>
                <a:lnTo>
                  <a:pt x="252984" y="126492"/>
                </a:lnTo>
                <a:lnTo>
                  <a:pt x="252984" y="359664"/>
                </a:lnTo>
                <a:lnTo>
                  <a:pt x="275844" y="352044"/>
                </a:lnTo>
                <a:lnTo>
                  <a:pt x="275844" y="126492"/>
                </a:lnTo>
                <a:lnTo>
                  <a:pt x="350520" y="126492"/>
                </a:lnTo>
                <a:lnTo>
                  <a:pt x="350520" y="339852"/>
                </a:lnTo>
                <a:lnTo>
                  <a:pt x="347472" y="345948"/>
                </a:lnTo>
                <a:lnTo>
                  <a:pt x="288036" y="344424"/>
                </a:lnTo>
                <a:lnTo>
                  <a:pt x="288036" y="352044"/>
                </a:lnTo>
                <a:lnTo>
                  <a:pt x="306603" y="359473"/>
                </a:lnTo>
                <a:lnTo>
                  <a:pt x="321183" y="368046"/>
                </a:lnTo>
                <a:lnTo>
                  <a:pt x="331749" y="377761"/>
                </a:lnTo>
                <a:lnTo>
                  <a:pt x="335546" y="384048"/>
                </a:lnTo>
                <a:lnTo>
                  <a:pt x="0" y="384048"/>
                </a:lnTo>
                <a:lnTo>
                  <a:pt x="0" y="405384"/>
                </a:lnTo>
                <a:lnTo>
                  <a:pt x="890016" y="405384"/>
                </a:lnTo>
                <a:lnTo>
                  <a:pt x="890016" y="384048"/>
                </a:lnTo>
                <a:close/>
              </a:path>
              <a:path w="1214754" h="405764">
                <a:moveTo>
                  <a:pt x="1214628" y="106680"/>
                </a:moveTo>
                <a:lnTo>
                  <a:pt x="1173480" y="106680"/>
                </a:lnTo>
                <a:lnTo>
                  <a:pt x="1133856" y="295656"/>
                </a:lnTo>
                <a:lnTo>
                  <a:pt x="1074420" y="106680"/>
                </a:lnTo>
                <a:lnTo>
                  <a:pt x="1040892" y="106680"/>
                </a:lnTo>
                <a:lnTo>
                  <a:pt x="982980" y="295656"/>
                </a:lnTo>
                <a:lnTo>
                  <a:pt x="940308" y="106680"/>
                </a:lnTo>
                <a:lnTo>
                  <a:pt x="897636" y="106680"/>
                </a:lnTo>
                <a:lnTo>
                  <a:pt x="960120" y="349008"/>
                </a:lnTo>
                <a:lnTo>
                  <a:pt x="996696" y="349008"/>
                </a:lnTo>
                <a:lnTo>
                  <a:pt x="1056132" y="163068"/>
                </a:lnTo>
                <a:lnTo>
                  <a:pt x="1115568" y="349008"/>
                </a:lnTo>
                <a:lnTo>
                  <a:pt x="1153668" y="349008"/>
                </a:lnTo>
                <a:lnTo>
                  <a:pt x="1214628" y="10668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pic>
        <p:nvPicPr>
          <p:cNvPr id="47" name="object 47"/>
          <p:cNvPicPr/>
          <p:nvPr/>
        </p:nvPicPr>
        <p:blipFill>
          <a:blip r:embed="rId7" cstate="print"/>
          <a:stretch>
            <a:fillRect/>
          </a:stretch>
        </p:blipFill>
        <p:spPr>
          <a:xfrm>
            <a:off x="3962400" y="4504944"/>
            <a:ext cx="65532" cy="111251"/>
          </a:xfrm>
          <a:prstGeom prst="rect">
            <a:avLst/>
          </a:prstGeom>
        </p:spPr>
      </p:pic>
      <p:sp>
        <p:nvSpPr>
          <p:cNvPr id="48" name="object 48"/>
          <p:cNvSpPr/>
          <p:nvPr/>
        </p:nvSpPr>
        <p:spPr>
          <a:xfrm>
            <a:off x="4090403" y="4440935"/>
            <a:ext cx="843280" cy="410209"/>
          </a:xfrm>
          <a:custGeom>
            <a:avLst/>
            <a:gdLst/>
            <a:ahLst/>
            <a:cxnLst/>
            <a:rect l="l" t="t" r="r" b="b"/>
            <a:pathLst>
              <a:path w="843279" h="410210">
                <a:moveTo>
                  <a:pt x="400824" y="364236"/>
                </a:moveTo>
                <a:lnTo>
                  <a:pt x="383984" y="366242"/>
                </a:lnTo>
                <a:lnTo>
                  <a:pt x="367868" y="367665"/>
                </a:lnTo>
                <a:lnTo>
                  <a:pt x="352602" y="368528"/>
                </a:lnTo>
                <a:lnTo>
                  <a:pt x="338328" y="368808"/>
                </a:lnTo>
                <a:lnTo>
                  <a:pt x="321525" y="368287"/>
                </a:lnTo>
                <a:lnTo>
                  <a:pt x="263664" y="362712"/>
                </a:lnTo>
                <a:lnTo>
                  <a:pt x="221754" y="350901"/>
                </a:lnTo>
                <a:lnTo>
                  <a:pt x="204952" y="342900"/>
                </a:lnTo>
                <a:lnTo>
                  <a:pt x="200647" y="340855"/>
                </a:lnTo>
                <a:lnTo>
                  <a:pt x="179844" y="327660"/>
                </a:lnTo>
                <a:lnTo>
                  <a:pt x="188429" y="313944"/>
                </a:lnTo>
                <a:lnTo>
                  <a:pt x="190385" y="310832"/>
                </a:lnTo>
                <a:lnTo>
                  <a:pt x="199072" y="290156"/>
                </a:lnTo>
                <a:lnTo>
                  <a:pt x="205765" y="265734"/>
                </a:lnTo>
                <a:lnTo>
                  <a:pt x="210324" y="237744"/>
                </a:lnTo>
                <a:lnTo>
                  <a:pt x="309384" y="237744"/>
                </a:lnTo>
                <a:lnTo>
                  <a:pt x="309384" y="257556"/>
                </a:lnTo>
                <a:lnTo>
                  <a:pt x="335280" y="245364"/>
                </a:lnTo>
                <a:lnTo>
                  <a:pt x="334949" y="237744"/>
                </a:lnTo>
                <a:lnTo>
                  <a:pt x="334492" y="227076"/>
                </a:lnTo>
                <a:lnTo>
                  <a:pt x="334403" y="225082"/>
                </a:lnTo>
                <a:lnTo>
                  <a:pt x="333959" y="196596"/>
                </a:lnTo>
                <a:lnTo>
                  <a:pt x="333844" y="170688"/>
                </a:lnTo>
                <a:lnTo>
                  <a:pt x="333794" y="160020"/>
                </a:lnTo>
                <a:lnTo>
                  <a:pt x="333768" y="112776"/>
                </a:lnTo>
                <a:lnTo>
                  <a:pt x="344652" y="105156"/>
                </a:lnTo>
                <a:lnTo>
                  <a:pt x="349008" y="102108"/>
                </a:lnTo>
                <a:lnTo>
                  <a:pt x="342519" y="96012"/>
                </a:lnTo>
                <a:lnTo>
                  <a:pt x="323100" y="77724"/>
                </a:lnTo>
                <a:lnTo>
                  <a:pt x="309384" y="91440"/>
                </a:lnTo>
                <a:lnTo>
                  <a:pt x="309384" y="105156"/>
                </a:lnTo>
                <a:lnTo>
                  <a:pt x="309384" y="160020"/>
                </a:lnTo>
                <a:lnTo>
                  <a:pt x="309384" y="170688"/>
                </a:lnTo>
                <a:lnTo>
                  <a:pt x="309384" y="227076"/>
                </a:lnTo>
                <a:lnTo>
                  <a:pt x="211848" y="227076"/>
                </a:lnTo>
                <a:lnTo>
                  <a:pt x="212725" y="211416"/>
                </a:lnTo>
                <a:lnTo>
                  <a:pt x="213182" y="196596"/>
                </a:lnTo>
                <a:lnTo>
                  <a:pt x="213347" y="182930"/>
                </a:lnTo>
                <a:lnTo>
                  <a:pt x="213372" y="170688"/>
                </a:lnTo>
                <a:lnTo>
                  <a:pt x="309384" y="170688"/>
                </a:lnTo>
                <a:lnTo>
                  <a:pt x="309384" y="160020"/>
                </a:lnTo>
                <a:lnTo>
                  <a:pt x="213372" y="160020"/>
                </a:lnTo>
                <a:lnTo>
                  <a:pt x="213372" y="105156"/>
                </a:lnTo>
                <a:lnTo>
                  <a:pt x="309384" y="105156"/>
                </a:lnTo>
                <a:lnTo>
                  <a:pt x="309384" y="91440"/>
                </a:lnTo>
                <a:lnTo>
                  <a:pt x="304812" y="96012"/>
                </a:lnTo>
                <a:lnTo>
                  <a:pt x="213372" y="96012"/>
                </a:lnTo>
                <a:lnTo>
                  <a:pt x="213372" y="44196"/>
                </a:lnTo>
                <a:lnTo>
                  <a:pt x="390156" y="44196"/>
                </a:lnTo>
                <a:lnTo>
                  <a:pt x="355092" y="10668"/>
                </a:lnTo>
                <a:lnTo>
                  <a:pt x="332244" y="35052"/>
                </a:lnTo>
                <a:lnTo>
                  <a:pt x="6096" y="35052"/>
                </a:lnTo>
                <a:lnTo>
                  <a:pt x="21336" y="50292"/>
                </a:lnTo>
                <a:lnTo>
                  <a:pt x="31648" y="48056"/>
                </a:lnTo>
                <a:lnTo>
                  <a:pt x="42100" y="46101"/>
                </a:lnTo>
                <a:lnTo>
                  <a:pt x="52844" y="44729"/>
                </a:lnTo>
                <a:lnTo>
                  <a:pt x="64020" y="44196"/>
                </a:lnTo>
                <a:lnTo>
                  <a:pt x="188988" y="44196"/>
                </a:lnTo>
                <a:lnTo>
                  <a:pt x="188988" y="96012"/>
                </a:lnTo>
                <a:lnTo>
                  <a:pt x="188988" y="105156"/>
                </a:lnTo>
                <a:lnTo>
                  <a:pt x="188988" y="160020"/>
                </a:lnTo>
                <a:lnTo>
                  <a:pt x="188988" y="170688"/>
                </a:lnTo>
                <a:lnTo>
                  <a:pt x="188937" y="182930"/>
                </a:lnTo>
                <a:lnTo>
                  <a:pt x="188798" y="194310"/>
                </a:lnTo>
                <a:lnTo>
                  <a:pt x="188341" y="209702"/>
                </a:lnTo>
                <a:lnTo>
                  <a:pt x="187464" y="227076"/>
                </a:lnTo>
                <a:lnTo>
                  <a:pt x="88404" y="227076"/>
                </a:lnTo>
                <a:lnTo>
                  <a:pt x="88404" y="170688"/>
                </a:lnTo>
                <a:lnTo>
                  <a:pt x="188988" y="170688"/>
                </a:lnTo>
                <a:lnTo>
                  <a:pt x="188988" y="160020"/>
                </a:lnTo>
                <a:lnTo>
                  <a:pt x="88404" y="160020"/>
                </a:lnTo>
                <a:lnTo>
                  <a:pt x="88404" y="105156"/>
                </a:lnTo>
                <a:lnTo>
                  <a:pt x="188988" y="105156"/>
                </a:lnTo>
                <a:lnTo>
                  <a:pt x="188988" y="96012"/>
                </a:lnTo>
                <a:lnTo>
                  <a:pt x="89928" y="96012"/>
                </a:lnTo>
                <a:lnTo>
                  <a:pt x="62496" y="79248"/>
                </a:lnTo>
                <a:lnTo>
                  <a:pt x="62738" y="102108"/>
                </a:lnTo>
                <a:lnTo>
                  <a:pt x="63779" y="148259"/>
                </a:lnTo>
                <a:lnTo>
                  <a:pt x="63893" y="160020"/>
                </a:lnTo>
                <a:lnTo>
                  <a:pt x="63779" y="196596"/>
                </a:lnTo>
                <a:lnTo>
                  <a:pt x="62801" y="237744"/>
                </a:lnTo>
                <a:lnTo>
                  <a:pt x="62674" y="245364"/>
                </a:lnTo>
                <a:lnTo>
                  <a:pt x="62496" y="260604"/>
                </a:lnTo>
                <a:lnTo>
                  <a:pt x="88404" y="249936"/>
                </a:lnTo>
                <a:lnTo>
                  <a:pt x="88404" y="237744"/>
                </a:lnTo>
                <a:lnTo>
                  <a:pt x="185940" y="237744"/>
                </a:lnTo>
                <a:lnTo>
                  <a:pt x="176796" y="281940"/>
                </a:lnTo>
                <a:lnTo>
                  <a:pt x="163080" y="313944"/>
                </a:lnTo>
                <a:lnTo>
                  <a:pt x="151079" y="304520"/>
                </a:lnTo>
                <a:lnTo>
                  <a:pt x="137934" y="292227"/>
                </a:lnTo>
                <a:lnTo>
                  <a:pt x="123647" y="277088"/>
                </a:lnTo>
                <a:lnTo>
                  <a:pt x="108216" y="259080"/>
                </a:lnTo>
                <a:lnTo>
                  <a:pt x="103644" y="262128"/>
                </a:lnTo>
                <a:lnTo>
                  <a:pt x="117043" y="284162"/>
                </a:lnTo>
                <a:lnTo>
                  <a:pt x="129743" y="302323"/>
                </a:lnTo>
                <a:lnTo>
                  <a:pt x="141566" y="316788"/>
                </a:lnTo>
                <a:lnTo>
                  <a:pt x="152412" y="327660"/>
                </a:lnTo>
                <a:lnTo>
                  <a:pt x="143002" y="337718"/>
                </a:lnTo>
                <a:lnTo>
                  <a:pt x="99072" y="367284"/>
                </a:lnTo>
                <a:lnTo>
                  <a:pt x="54673" y="384429"/>
                </a:lnTo>
                <a:lnTo>
                  <a:pt x="0" y="399288"/>
                </a:lnTo>
                <a:lnTo>
                  <a:pt x="1524" y="406908"/>
                </a:lnTo>
                <a:lnTo>
                  <a:pt x="55054" y="396430"/>
                </a:lnTo>
                <a:lnTo>
                  <a:pt x="100596" y="382524"/>
                </a:lnTo>
                <a:lnTo>
                  <a:pt x="139268" y="364426"/>
                </a:lnTo>
                <a:lnTo>
                  <a:pt x="167652" y="342900"/>
                </a:lnTo>
                <a:lnTo>
                  <a:pt x="187629" y="356857"/>
                </a:lnTo>
                <a:lnTo>
                  <a:pt x="230441" y="378485"/>
                </a:lnTo>
                <a:lnTo>
                  <a:pt x="278180" y="390486"/>
                </a:lnTo>
                <a:lnTo>
                  <a:pt x="336575" y="396290"/>
                </a:lnTo>
                <a:lnTo>
                  <a:pt x="370344" y="397764"/>
                </a:lnTo>
                <a:lnTo>
                  <a:pt x="372313" y="389191"/>
                </a:lnTo>
                <a:lnTo>
                  <a:pt x="378155" y="381762"/>
                </a:lnTo>
                <a:lnTo>
                  <a:pt x="387692" y="375475"/>
                </a:lnTo>
                <a:lnTo>
                  <a:pt x="400824" y="370332"/>
                </a:lnTo>
                <a:lnTo>
                  <a:pt x="400824" y="368808"/>
                </a:lnTo>
                <a:lnTo>
                  <a:pt x="400824" y="364236"/>
                </a:lnTo>
                <a:close/>
              </a:path>
              <a:path w="843279" h="410210">
                <a:moveTo>
                  <a:pt x="577608" y="25908"/>
                </a:moveTo>
                <a:lnTo>
                  <a:pt x="544080" y="3048"/>
                </a:lnTo>
                <a:lnTo>
                  <a:pt x="538365" y="21958"/>
                </a:lnTo>
                <a:lnTo>
                  <a:pt x="530364" y="44577"/>
                </a:lnTo>
                <a:lnTo>
                  <a:pt x="507504" y="102108"/>
                </a:lnTo>
                <a:lnTo>
                  <a:pt x="476643" y="166306"/>
                </a:lnTo>
                <a:lnTo>
                  <a:pt x="438912" y="227076"/>
                </a:lnTo>
                <a:lnTo>
                  <a:pt x="443496" y="231648"/>
                </a:lnTo>
                <a:lnTo>
                  <a:pt x="458635" y="215392"/>
                </a:lnTo>
                <a:lnTo>
                  <a:pt x="474357" y="196405"/>
                </a:lnTo>
                <a:lnTo>
                  <a:pt x="490639" y="174866"/>
                </a:lnTo>
                <a:lnTo>
                  <a:pt x="507504" y="150876"/>
                </a:lnTo>
                <a:lnTo>
                  <a:pt x="507415" y="311619"/>
                </a:lnTo>
                <a:lnTo>
                  <a:pt x="507238" y="322313"/>
                </a:lnTo>
                <a:lnTo>
                  <a:pt x="504456" y="409956"/>
                </a:lnTo>
                <a:lnTo>
                  <a:pt x="531888" y="397764"/>
                </a:lnTo>
                <a:lnTo>
                  <a:pt x="529793" y="334137"/>
                </a:lnTo>
                <a:lnTo>
                  <a:pt x="529094" y="311619"/>
                </a:lnTo>
                <a:lnTo>
                  <a:pt x="528840" y="295656"/>
                </a:lnTo>
                <a:lnTo>
                  <a:pt x="528840" y="150876"/>
                </a:lnTo>
                <a:lnTo>
                  <a:pt x="528840" y="144780"/>
                </a:lnTo>
                <a:lnTo>
                  <a:pt x="544080" y="129540"/>
                </a:lnTo>
                <a:lnTo>
                  <a:pt x="522744" y="117348"/>
                </a:lnTo>
                <a:lnTo>
                  <a:pt x="532434" y="97066"/>
                </a:lnTo>
                <a:lnTo>
                  <a:pt x="540842" y="79629"/>
                </a:lnTo>
                <a:lnTo>
                  <a:pt x="547814" y="65062"/>
                </a:lnTo>
                <a:lnTo>
                  <a:pt x="553224" y="53340"/>
                </a:lnTo>
                <a:lnTo>
                  <a:pt x="558952" y="43053"/>
                </a:lnTo>
                <a:lnTo>
                  <a:pt x="564845" y="35052"/>
                </a:lnTo>
                <a:lnTo>
                  <a:pt x="571004" y="29337"/>
                </a:lnTo>
                <a:lnTo>
                  <a:pt x="577608" y="25908"/>
                </a:lnTo>
                <a:close/>
              </a:path>
              <a:path w="843279" h="410210">
                <a:moveTo>
                  <a:pt x="819924" y="73152"/>
                </a:moveTo>
                <a:lnTo>
                  <a:pt x="811288" y="65532"/>
                </a:lnTo>
                <a:lnTo>
                  <a:pt x="794016" y="50292"/>
                </a:lnTo>
                <a:lnTo>
                  <a:pt x="784872" y="61722"/>
                </a:lnTo>
                <a:lnTo>
                  <a:pt x="784872" y="76200"/>
                </a:lnTo>
                <a:lnTo>
                  <a:pt x="784872" y="128016"/>
                </a:lnTo>
                <a:lnTo>
                  <a:pt x="621804" y="128016"/>
                </a:lnTo>
                <a:lnTo>
                  <a:pt x="621804" y="76200"/>
                </a:lnTo>
                <a:lnTo>
                  <a:pt x="784872" y="76200"/>
                </a:lnTo>
                <a:lnTo>
                  <a:pt x="784872" y="61722"/>
                </a:lnTo>
                <a:lnTo>
                  <a:pt x="781824" y="65532"/>
                </a:lnTo>
                <a:lnTo>
                  <a:pt x="708672" y="65532"/>
                </a:lnTo>
                <a:lnTo>
                  <a:pt x="711720" y="62484"/>
                </a:lnTo>
                <a:lnTo>
                  <a:pt x="716292" y="56388"/>
                </a:lnTo>
                <a:lnTo>
                  <a:pt x="720864" y="51816"/>
                </a:lnTo>
                <a:lnTo>
                  <a:pt x="722388" y="45720"/>
                </a:lnTo>
                <a:lnTo>
                  <a:pt x="722388" y="38100"/>
                </a:lnTo>
                <a:lnTo>
                  <a:pt x="687755" y="8572"/>
                </a:lnTo>
                <a:lnTo>
                  <a:pt x="672096" y="0"/>
                </a:lnTo>
                <a:lnTo>
                  <a:pt x="669048" y="4572"/>
                </a:lnTo>
                <a:lnTo>
                  <a:pt x="679348" y="17741"/>
                </a:lnTo>
                <a:lnTo>
                  <a:pt x="687527" y="29908"/>
                </a:lnTo>
                <a:lnTo>
                  <a:pt x="693686" y="41224"/>
                </a:lnTo>
                <a:lnTo>
                  <a:pt x="698004" y="51816"/>
                </a:lnTo>
                <a:lnTo>
                  <a:pt x="701052" y="60960"/>
                </a:lnTo>
                <a:lnTo>
                  <a:pt x="704100" y="65532"/>
                </a:lnTo>
                <a:lnTo>
                  <a:pt x="621804" y="65532"/>
                </a:lnTo>
                <a:lnTo>
                  <a:pt x="597420" y="50292"/>
                </a:lnTo>
                <a:lnTo>
                  <a:pt x="598157" y="102108"/>
                </a:lnTo>
                <a:lnTo>
                  <a:pt x="598030" y="158496"/>
                </a:lnTo>
                <a:lnTo>
                  <a:pt x="594372" y="220980"/>
                </a:lnTo>
                <a:lnTo>
                  <a:pt x="585419" y="268795"/>
                </a:lnTo>
                <a:lnTo>
                  <a:pt x="573036" y="310896"/>
                </a:lnTo>
                <a:lnTo>
                  <a:pt x="557987" y="348805"/>
                </a:lnTo>
                <a:lnTo>
                  <a:pt x="539508" y="381000"/>
                </a:lnTo>
                <a:lnTo>
                  <a:pt x="545604" y="384048"/>
                </a:lnTo>
                <a:lnTo>
                  <a:pt x="573989" y="341947"/>
                </a:lnTo>
                <a:lnTo>
                  <a:pt x="598944" y="289560"/>
                </a:lnTo>
                <a:lnTo>
                  <a:pt x="616089" y="223266"/>
                </a:lnTo>
                <a:lnTo>
                  <a:pt x="620369" y="183261"/>
                </a:lnTo>
                <a:lnTo>
                  <a:pt x="621804" y="138684"/>
                </a:lnTo>
                <a:lnTo>
                  <a:pt x="784872" y="138684"/>
                </a:lnTo>
                <a:lnTo>
                  <a:pt x="784872" y="158496"/>
                </a:lnTo>
                <a:lnTo>
                  <a:pt x="809256" y="149352"/>
                </a:lnTo>
                <a:lnTo>
                  <a:pt x="808367" y="141617"/>
                </a:lnTo>
                <a:lnTo>
                  <a:pt x="808189" y="138684"/>
                </a:lnTo>
                <a:lnTo>
                  <a:pt x="807923" y="134302"/>
                </a:lnTo>
                <a:lnTo>
                  <a:pt x="807770" y="128016"/>
                </a:lnTo>
                <a:lnTo>
                  <a:pt x="807732" y="80772"/>
                </a:lnTo>
                <a:lnTo>
                  <a:pt x="815047" y="76200"/>
                </a:lnTo>
                <a:lnTo>
                  <a:pt x="819924" y="73152"/>
                </a:lnTo>
                <a:close/>
              </a:path>
              <a:path w="843279" h="410210">
                <a:moveTo>
                  <a:pt x="842784" y="198120"/>
                </a:moveTo>
                <a:lnTo>
                  <a:pt x="833640" y="190500"/>
                </a:lnTo>
                <a:lnTo>
                  <a:pt x="815352" y="175260"/>
                </a:lnTo>
                <a:lnTo>
                  <a:pt x="804684" y="185928"/>
                </a:lnTo>
                <a:lnTo>
                  <a:pt x="804684" y="201168"/>
                </a:lnTo>
                <a:lnTo>
                  <a:pt x="804684" y="272796"/>
                </a:lnTo>
                <a:lnTo>
                  <a:pt x="769632" y="272796"/>
                </a:lnTo>
                <a:lnTo>
                  <a:pt x="769632" y="201168"/>
                </a:lnTo>
                <a:lnTo>
                  <a:pt x="804684" y="201168"/>
                </a:lnTo>
                <a:lnTo>
                  <a:pt x="804684" y="185928"/>
                </a:lnTo>
                <a:lnTo>
                  <a:pt x="800112" y="190500"/>
                </a:lnTo>
                <a:lnTo>
                  <a:pt x="746772" y="190500"/>
                </a:lnTo>
                <a:lnTo>
                  <a:pt x="746772" y="201168"/>
                </a:lnTo>
                <a:lnTo>
                  <a:pt x="746772" y="272796"/>
                </a:lnTo>
                <a:lnTo>
                  <a:pt x="708672" y="272796"/>
                </a:lnTo>
                <a:lnTo>
                  <a:pt x="708672" y="201168"/>
                </a:lnTo>
                <a:lnTo>
                  <a:pt x="746772" y="201168"/>
                </a:lnTo>
                <a:lnTo>
                  <a:pt x="746772" y="190500"/>
                </a:lnTo>
                <a:lnTo>
                  <a:pt x="685812" y="190500"/>
                </a:lnTo>
                <a:lnTo>
                  <a:pt x="685812" y="201168"/>
                </a:lnTo>
                <a:lnTo>
                  <a:pt x="685812" y="272796"/>
                </a:lnTo>
                <a:lnTo>
                  <a:pt x="650760" y="272796"/>
                </a:lnTo>
                <a:lnTo>
                  <a:pt x="650760" y="201168"/>
                </a:lnTo>
                <a:lnTo>
                  <a:pt x="685812" y="201168"/>
                </a:lnTo>
                <a:lnTo>
                  <a:pt x="685812" y="190500"/>
                </a:lnTo>
                <a:lnTo>
                  <a:pt x="650760" y="190500"/>
                </a:lnTo>
                <a:lnTo>
                  <a:pt x="626376" y="175260"/>
                </a:lnTo>
                <a:lnTo>
                  <a:pt x="627253" y="192430"/>
                </a:lnTo>
                <a:lnTo>
                  <a:pt x="627710" y="207454"/>
                </a:lnTo>
                <a:lnTo>
                  <a:pt x="627799" y="215392"/>
                </a:lnTo>
                <a:lnTo>
                  <a:pt x="627710" y="361759"/>
                </a:lnTo>
                <a:lnTo>
                  <a:pt x="627253" y="377456"/>
                </a:lnTo>
                <a:lnTo>
                  <a:pt x="626376" y="396240"/>
                </a:lnTo>
                <a:lnTo>
                  <a:pt x="650760" y="385572"/>
                </a:lnTo>
                <a:lnTo>
                  <a:pt x="650760" y="283464"/>
                </a:lnTo>
                <a:lnTo>
                  <a:pt x="685812" y="283464"/>
                </a:lnTo>
                <a:lnTo>
                  <a:pt x="685812" y="368808"/>
                </a:lnTo>
                <a:lnTo>
                  <a:pt x="708672" y="361188"/>
                </a:lnTo>
                <a:lnTo>
                  <a:pt x="708672" y="283464"/>
                </a:lnTo>
                <a:lnTo>
                  <a:pt x="746772" y="283464"/>
                </a:lnTo>
                <a:lnTo>
                  <a:pt x="746772" y="355092"/>
                </a:lnTo>
                <a:lnTo>
                  <a:pt x="769632" y="345948"/>
                </a:lnTo>
                <a:lnTo>
                  <a:pt x="769632" y="283464"/>
                </a:lnTo>
                <a:lnTo>
                  <a:pt x="804684" y="283464"/>
                </a:lnTo>
                <a:lnTo>
                  <a:pt x="804684" y="361188"/>
                </a:lnTo>
                <a:lnTo>
                  <a:pt x="801636" y="367284"/>
                </a:lnTo>
                <a:lnTo>
                  <a:pt x="792492" y="367284"/>
                </a:lnTo>
                <a:lnTo>
                  <a:pt x="785393" y="367004"/>
                </a:lnTo>
                <a:lnTo>
                  <a:pt x="775728" y="366141"/>
                </a:lnTo>
                <a:lnTo>
                  <a:pt x="763765" y="364718"/>
                </a:lnTo>
                <a:lnTo>
                  <a:pt x="749820" y="362712"/>
                </a:lnTo>
                <a:lnTo>
                  <a:pt x="749820" y="370332"/>
                </a:lnTo>
                <a:lnTo>
                  <a:pt x="768718" y="377456"/>
                </a:lnTo>
                <a:lnTo>
                  <a:pt x="782205" y="385000"/>
                </a:lnTo>
                <a:lnTo>
                  <a:pt x="790536" y="392836"/>
                </a:lnTo>
                <a:lnTo>
                  <a:pt x="794016" y="400812"/>
                </a:lnTo>
                <a:lnTo>
                  <a:pt x="808888" y="394246"/>
                </a:lnTo>
                <a:lnTo>
                  <a:pt x="819353" y="385953"/>
                </a:lnTo>
                <a:lnTo>
                  <a:pt x="825512" y="375958"/>
                </a:lnTo>
                <a:lnTo>
                  <a:pt x="827011" y="367284"/>
                </a:lnTo>
                <a:lnTo>
                  <a:pt x="827455" y="364718"/>
                </a:lnTo>
                <a:lnTo>
                  <a:pt x="827544" y="283464"/>
                </a:lnTo>
                <a:lnTo>
                  <a:pt x="827544" y="272796"/>
                </a:lnTo>
                <a:lnTo>
                  <a:pt x="827544" y="208788"/>
                </a:lnTo>
                <a:lnTo>
                  <a:pt x="838428" y="201168"/>
                </a:lnTo>
                <a:lnTo>
                  <a:pt x="842784" y="1981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" name="object 49"/>
          <p:cNvSpPr/>
          <p:nvPr/>
        </p:nvSpPr>
        <p:spPr>
          <a:xfrm>
            <a:off x="4988052" y="4440936"/>
            <a:ext cx="391795" cy="407034"/>
          </a:xfrm>
          <a:custGeom>
            <a:avLst/>
            <a:gdLst/>
            <a:ahLst/>
            <a:cxnLst/>
            <a:rect l="l" t="t" r="r" b="b"/>
            <a:pathLst>
              <a:path w="391795" h="407035">
                <a:moveTo>
                  <a:pt x="36576" y="51816"/>
                </a:moveTo>
                <a:lnTo>
                  <a:pt x="36576" y="44196"/>
                </a:lnTo>
                <a:lnTo>
                  <a:pt x="85963" y="41362"/>
                </a:lnTo>
                <a:lnTo>
                  <a:pt x="133350" y="37528"/>
                </a:lnTo>
                <a:lnTo>
                  <a:pt x="178450" y="32837"/>
                </a:lnTo>
                <a:lnTo>
                  <a:pt x="220980" y="27432"/>
                </a:lnTo>
                <a:lnTo>
                  <a:pt x="259603" y="21431"/>
                </a:lnTo>
                <a:lnTo>
                  <a:pt x="315706" y="7715"/>
                </a:lnTo>
                <a:lnTo>
                  <a:pt x="333756" y="0"/>
                </a:lnTo>
                <a:lnTo>
                  <a:pt x="359664" y="30480"/>
                </a:lnTo>
                <a:lnTo>
                  <a:pt x="305371" y="33909"/>
                </a:lnTo>
                <a:lnTo>
                  <a:pt x="231648" y="39624"/>
                </a:lnTo>
                <a:lnTo>
                  <a:pt x="187880" y="43672"/>
                </a:lnTo>
                <a:lnTo>
                  <a:pt x="140970" y="46863"/>
                </a:lnTo>
                <a:lnTo>
                  <a:pt x="36576" y="51816"/>
                </a:lnTo>
                <a:close/>
              </a:path>
              <a:path w="391795" h="407035">
                <a:moveTo>
                  <a:pt x="260604" y="128016"/>
                </a:moveTo>
                <a:lnTo>
                  <a:pt x="256032" y="124968"/>
                </a:lnTo>
                <a:lnTo>
                  <a:pt x="262628" y="114681"/>
                </a:lnTo>
                <a:lnTo>
                  <a:pt x="268795" y="104394"/>
                </a:lnTo>
                <a:lnTo>
                  <a:pt x="290131" y="62103"/>
                </a:lnTo>
                <a:lnTo>
                  <a:pt x="298704" y="38100"/>
                </a:lnTo>
                <a:lnTo>
                  <a:pt x="332232" y="60960"/>
                </a:lnTo>
                <a:lnTo>
                  <a:pt x="320040" y="65532"/>
                </a:lnTo>
                <a:lnTo>
                  <a:pt x="301752" y="87296"/>
                </a:lnTo>
                <a:lnTo>
                  <a:pt x="285750" y="104775"/>
                </a:lnTo>
                <a:lnTo>
                  <a:pt x="272034" y="118252"/>
                </a:lnTo>
                <a:lnTo>
                  <a:pt x="260604" y="128016"/>
                </a:lnTo>
                <a:close/>
              </a:path>
              <a:path w="391795" h="407035">
                <a:moveTo>
                  <a:pt x="207264" y="123444"/>
                </a:moveTo>
                <a:lnTo>
                  <a:pt x="201168" y="123444"/>
                </a:lnTo>
                <a:lnTo>
                  <a:pt x="196596" y="105156"/>
                </a:lnTo>
                <a:lnTo>
                  <a:pt x="192285" y="93178"/>
                </a:lnTo>
                <a:lnTo>
                  <a:pt x="186118" y="80200"/>
                </a:lnTo>
                <a:lnTo>
                  <a:pt x="177950" y="66365"/>
                </a:lnTo>
                <a:lnTo>
                  <a:pt x="167640" y="51816"/>
                </a:lnTo>
                <a:lnTo>
                  <a:pt x="170688" y="48768"/>
                </a:lnTo>
                <a:lnTo>
                  <a:pt x="202692" y="70104"/>
                </a:lnTo>
                <a:lnTo>
                  <a:pt x="220980" y="92964"/>
                </a:lnTo>
                <a:lnTo>
                  <a:pt x="220980" y="103632"/>
                </a:lnTo>
                <a:lnTo>
                  <a:pt x="219456" y="109728"/>
                </a:lnTo>
                <a:lnTo>
                  <a:pt x="208788" y="120396"/>
                </a:lnTo>
                <a:lnTo>
                  <a:pt x="207264" y="123444"/>
                </a:lnTo>
                <a:close/>
              </a:path>
              <a:path w="391795" h="407035">
                <a:moveTo>
                  <a:pt x="118872" y="126492"/>
                </a:moveTo>
                <a:lnTo>
                  <a:pt x="112776" y="126492"/>
                </a:lnTo>
                <a:lnTo>
                  <a:pt x="109728" y="121920"/>
                </a:lnTo>
                <a:lnTo>
                  <a:pt x="106680" y="111252"/>
                </a:lnTo>
                <a:lnTo>
                  <a:pt x="102369" y="98917"/>
                </a:lnTo>
                <a:lnTo>
                  <a:pt x="96202" y="86868"/>
                </a:lnTo>
                <a:lnTo>
                  <a:pt x="88034" y="74818"/>
                </a:lnTo>
                <a:lnTo>
                  <a:pt x="77724" y="62484"/>
                </a:lnTo>
                <a:lnTo>
                  <a:pt x="82296" y="56388"/>
                </a:lnTo>
                <a:lnTo>
                  <a:pt x="118943" y="80819"/>
                </a:lnTo>
                <a:lnTo>
                  <a:pt x="132588" y="108204"/>
                </a:lnTo>
                <a:lnTo>
                  <a:pt x="131064" y="114300"/>
                </a:lnTo>
                <a:lnTo>
                  <a:pt x="118872" y="126492"/>
                </a:lnTo>
                <a:close/>
              </a:path>
              <a:path w="391795" h="407035">
                <a:moveTo>
                  <a:pt x="21336" y="192024"/>
                </a:moveTo>
                <a:lnTo>
                  <a:pt x="9144" y="192024"/>
                </a:lnTo>
                <a:lnTo>
                  <a:pt x="6096" y="188976"/>
                </a:lnTo>
                <a:lnTo>
                  <a:pt x="1524" y="187452"/>
                </a:lnTo>
                <a:lnTo>
                  <a:pt x="0" y="185928"/>
                </a:lnTo>
                <a:lnTo>
                  <a:pt x="0" y="179832"/>
                </a:lnTo>
                <a:lnTo>
                  <a:pt x="22026" y="157805"/>
                </a:lnTo>
                <a:lnTo>
                  <a:pt x="28765" y="146494"/>
                </a:lnTo>
                <a:lnTo>
                  <a:pt x="34075" y="132040"/>
                </a:lnTo>
                <a:lnTo>
                  <a:pt x="38100" y="114300"/>
                </a:lnTo>
                <a:lnTo>
                  <a:pt x="45720" y="114300"/>
                </a:lnTo>
                <a:lnTo>
                  <a:pt x="45720" y="134112"/>
                </a:lnTo>
                <a:lnTo>
                  <a:pt x="373913" y="134112"/>
                </a:lnTo>
                <a:lnTo>
                  <a:pt x="384048" y="144780"/>
                </a:lnTo>
                <a:lnTo>
                  <a:pt x="45720" y="144780"/>
                </a:lnTo>
                <a:lnTo>
                  <a:pt x="44886" y="161305"/>
                </a:lnTo>
                <a:lnTo>
                  <a:pt x="42481" y="174117"/>
                </a:lnTo>
                <a:lnTo>
                  <a:pt x="38647" y="182927"/>
                </a:lnTo>
                <a:lnTo>
                  <a:pt x="33528" y="187452"/>
                </a:lnTo>
                <a:lnTo>
                  <a:pt x="25908" y="190500"/>
                </a:lnTo>
                <a:lnTo>
                  <a:pt x="21336" y="192024"/>
                </a:lnTo>
                <a:close/>
              </a:path>
              <a:path w="391795" h="407035">
                <a:moveTo>
                  <a:pt x="373913" y="134112"/>
                </a:moveTo>
                <a:lnTo>
                  <a:pt x="335280" y="134112"/>
                </a:lnTo>
                <a:lnTo>
                  <a:pt x="355092" y="114300"/>
                </a:lnTo>
                <a:lnTo>
                  <a:pt x="373913" y="134112"/>
                </a:lnTo>
                <a:close/>
              </a:path>
              <a:path w="391795" h="407035">
                <a:moveTo>
                  <a:pt x="327660" y="187452"/>
                </a:moveTo>
                <a:lnTo>
                  <a:pt x="321564" y="185928"/>
                </a:lnTo>
                <a:lnTo>
                  <a:pt x="339852" y="144780"/>
                </a:lnTo>
                <a:lnTo>
                  <a:pt x="384048" y="144780"/>
                </a:lnTo>
                <a:lnTo>
                  <a:pt x="378071" y="145589"/>
                </a:lnTo>
                <a:lnTo>
                  <a:pt x="371665" y="147828"/>
                </a:lnTo>
                <a:lnTo>
                  <a:pt x="335637" y="176879"/>
                </a:lnTo>
                <a:lnTo>
                  <a:pt x="327660" y="187452"/>
                </a:lnTo>
                <a:close/>
              </a:path>
              <a:path w="391795" h="407035">
                <a:moveTo>
                  <a:pt x="167640" y="207264"/>
                </a:moveTo>
                <a:lnTo>
                  <a:pt x="141732" y="207264"/>
                </a:lnTo>
                <a:lnTo>
                  <a:pt x="143778" y="190500"/>
                </a:lnTo>
                <a:lnTo>
                  <a:pt x="145161" y="176403"/>
                </a:lnTo>
                <a:lnTo>
                  <a:pt x="146018" y="163544"/>
                </a:lnTo>
                <a:lnTo>
                  <a:pt x="146304" y="152400"/>
                </a:lnTo>
                <a:lnTo>
                  <a:pt x="184404" y="170688"/>
                </a:lnTo>
                <a:lnTo>
                  <a:pt x="172212" y="179832"/>
                </a:lnTo>
                <a:lnTo>
                  <a:pt x="167640" y="207264"/>
                </a:lnTo>
                <a:close/>
              </a:path>
              <a:path w="391795" h="407035">
                <a:moveTo>
                  <a:pt x="48768" y="222504"/>
                </a:moveTo>
                <a:lnTo>
                  <a:pt x="33528" y="207264"/>
                </a:lnTo>
                <a:lnTo>
                  <a:pt x="295656" y="207264"/>
                </a:lnTo>
                <a:lnTo>
                  <a:pt x="316992" y="185928"/>
                </a:lnTo>
                <a:lnTo>
                  <a:pt x="345948" y="216408"/>
                </a:lnTo>
                <a:lnTo>
                  <a:pt x="89916" y="216408"/>
                </a:lnTo>
                <a:lnTo>
                  <a:pt x="79414" y="216931"/>
                </a:lnTo>
                <a:lnTo>
                  <a:pt x="68770" y="218313"/>
                </a:lnTo>
                <a:lnTo>
                  <a:pt x="58412" y="220265"/>
                </a:lnTo>
                <a:lnTo>
                  <a:pt x="48768" y="222504"/>
                </a:lnTo>
                <a:close/>
              </a:path>
              <a:path w="391795" h="407035">
                <a:moveTo>
                  <a:pt x="10668" y="397764"/>
                </a:moveTo>
                <a:lnTo>
                  <a:pt x="9144" y="391668"/>
                </a:lnTo>
                <a:lnTo>
                  <a:pt x="49389" y="360566"/>
                </a:lnTo>
                <a:lnTo>
                  <a:pt x="82393" y="327562"/>
                </a:lnTo>
                <a:lnTo>
                  <a:pt x="108228" y="292583"/>
                </a:lnTo>
                <a:lnTo>
                  <a:pt x="126967" y="255556"/>
                </a:lnTo>
                <a:lnTo>
                  <a:pt x="138684" y="216408"/>
                </a:lnTo>
                <a:lnTo>
                  <a:pt x="166116" y="216408"/>
                </a:lnTo>
                <a:lnTo>
                  <a:pt x="162925" y="225552"/>
                </a:lnTo>
                <a:lnTo>
                  <a:pt x="157114" y="243840"/>
                </a:lnTo>
                <a:lnTo>
                  <a:pt x="153924" y="252984"/>
                </a:lnTo>
                <a:lnTo>
                  <a:pt x="309372" y="252984"/>
                </a:lnTo>
                <a:lnTo>
                  <a:pt x="318516" y="262128"/>
                </a:lnTo>
                <a:lnTo>
                  <a:pt x="149352" y="262128"/>
                </a:lnTo>
                <a:lnTo>
                  <a:pt x="127039" y="301537"/>
                </a:lnTo>
                <a:lnTo>
                  <a:pt x="96583" y="337375"/>
                </a:lnTo>
                <a:lnTo>
                  <a:pt x="57840" y="369498"/>
                </a:lnTo>
                <a:lnTo>
                  <a:pt x="10668" y="397764"/>
                </a:lnTo>
                <a:close/>
              </a:path>
              <a:path w="391795" h="407035">
                <a:moveTo>
                  <a:pt x="309372" y="252984"/>
                </a:moveTo>
                <a:lnTo>
                  <a:pt x="278892" y="252984"/>
                </a:lnTo>
                <a:lnTo>
                  <a:pt x="294132" y="237744"/>
                </a:lnTo>
                <a:lnTo>
                  <a:pt x="309372" y="252984"/>
                </a:lnTo>
                <a:close/>
              </a:path>
              <a:path w="391795" h="407035">
                <a:moveTo>
                  <a:pt x="59436" y="406908"/>
                </a:moveTo>
                <a:lnTo>
                  <a:pt x="59436" y="399288"/>
                </a:lnTo>
                <a:lnTo>
                  <a:pt x="103751" y="387858"/>
                </a:lnTo>
                <a:lnTo>
                  <a:pt x="143065" y="374142"/>
                </a:lnTo>
                <a:lnTo>
                  <a:pt x="177522" y="358140"/>
                </a:lnTo>
                <a:lnTo>
                  <a:pt x="207264" y="339852"/>
                </a:lnTo>
                <a:lnTo>
                  <a:pt x="189214" y="322135"/>
                </a:lnTo>
                <a:lnTo>
                  <a:pt x="173736" y="303276"/>
                </a:lnTo>
                <a:lnTo>
                  <a:pt x="160543" y="283273"/>
                </a:lnTo>
                <a:lnTo>
                  <a:pt x="149352" y="262128"/>
                </a:lnTo>
                <a:lnTo>
                  <a:pt x="318516" y="262128"/>
                </a:lnTo>
                <a:lnTo>
                  <a:pt x="320040" y="263652"/>
                </a:lnTo>
                <a:lnTo>
                  <a:pt x="160020" y="263652"/>
                </a:lnTo>
                <a:lnTo>
                  <a:pt x="165163" y="271938"/>
                </a:lnTo>
                <a:lnTo>
                  <a:pt x="197191" y="309014"/>
                </a:lnTo>
                <a:lnTo>
                  <a:pt x="220980" y="327660"/>
                </a:lnTo>
                <a:lnTo>
                  <a:pt x="253381" y="327660"/>
                </a:lnTo>
                <a:lnTo>
                  <a:pt x="253150" y="327874"/>
                </a:lnTo>
                <a:lnTo>
                  <a:pt x="237744" y="339852"/>
                </a:lnTo>
                <a:lnTo>
                  <a:pt x="267406" y="352044"/>
                </a:lnTo>
                <a:lnTo>
                  <a:pt x="222504" y="352044"/>
                </a:lnTo>
                <a:lnTo>
                  <a:pt x="190809" y="370903"/>
                </a:lnTo>
                <a:lnTo>
                  <a:pt x="152971" y="386334"/>
                </a:lnTo>
                <a:lnTo>
                  <a:pt x="109132" y="398335"/>
                </a:lnTo>
                <a:lnTo>
                  <a:pt x="59436" y="406908"/>
                </a:lnTo>
                <a:close/>
              </a:path>
              <a:path w="391795" h="407035">
                <a:moveTo>
                  <a:pt x="253381" y="327660"/>
                </a:moveTo>
                <a:lnTo>
                  <a:pt x="220980" y="327660"/>
                </a:lnTo>
                <a:lnTo>
                  <a:pt x="236672" y="313372"/>
                </a:lnTo>
                <a:lnTo>
                  <a:pt x="251650" y="297942"/>
                </a:lnTo>
                <a:lnTo>
                  <a:pt x="265771" y="281368"/>
                </a:lnTo>
                <a:lnTo>
                  <a:pt x="278892" y="263652"/>
                </a:lnTo>
                <a:lnTo>
                  <a:pt x="320040" y="263652"/>
                </a:lnTo>
                <a:lnTo>
                  <a:pt x="304800" y="272796"/>
                </a:lnTo>
                <a:lnTo>
                  <a:pt x="286821" y="294203"/>
                </a:lnTo>
                <a:lnTo>
                  <a:pt x="269557" y="312610"/>
                </a:lnTo>
                <a:lnTo>
                  <a:pt x="253381" y="327660"/>
                </a:lnTo>
                <a:close/>
              </a:path>
              <a:path w="391795" h="407035">
                <a:moveTo>
                  <a:pt x="361188" y="400812"/>
                </a:moveTo>
                <a:lnTo>
                  <a:pt x="318222" y="391668"/>
                </a:lnTo>
                <a:lnTo>
                  <a:pt x="280987" y="380428"/>
                </a:lnTo>
                <a:lnTo>
                  <a:pt x="249102" y="367164"/>
                </a:lnTo>
                <a:lnTo>
                  <a:pt x="222504" y="352044"/>
                </a:lnTo>
                <a:lnTo>
                  <a:pt x="267406" y="352044"/>
                </a:lnTo>
                <a:lnTo>
                  <a:pt x="269724" y="352996"/>
                </a:lnTo>
                <a:lnTo>
                  <a:pt x="306133" y="362712"/>
                </a:lnTo>
                <a:lnTo>
                  <a:pt x="346829" y="368998"/>
                </a:lnTo>
                <a:lnTo>
                  <a:pt x="391668" y="371856"/>
                </a:lnTo>
                <a:lnTo>
                  <a:pt x="391668" y="376428"/>
                </a:lnTo>
                <a:lnTo>
                  <a:pt x="382833" y="378952"/>
                </a:lnTo>
                <a:lnTo>
                  <a:pt x="374713" y="384048"/>
                </a:lnTo>
                <a:lnTo>
                  <a:pt x="367450" y="391429"/>
                </a:lnTo>
                <a:lnTo>
                  <a:pt x="361188" y="40081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" name="object 50"/>
          <p:cNvSpPr/>
          <p:nvPr/>
        </p:nvSpPr>
        <p:spPr>
          <a:xfrm>
            <a:off x="5431536" y="4556760"/>
            <a:ext cx="317500" cy="248920"/>
          </a:xfrm>
          <a:custGeom>
            <a:avLst/>
            <a:gdLst/>
            <a:ahLst/>
            <a:cxnLst/>
            <a:rect l="l" t="t" r="r" b="b"/>
            <a:pathLst>
              <a:path w="317500" h="248920">
                <a:moveTo>
                  <a:pt x="316991" y="248412"/>
                </a:moveTo>
                <a:lnTo>
                  <a:pt x="275843" y="248412"/>
                </a:lnTo>
                <a:lnTo>
                  <a:pt x="275820" y="100226"/>
                </a:lnTo>
                <a:lnTo>
                  <a:pt x="275653" y="92392"/>
                </a:lnTo>
                <a:lnTo>
                  <a:pt x="275201" y="84843"/>
                </a:lnTo>
                <a:lnTo>
                  <a:pt x="274319" y="77724"/>
                </a:lnTo>
                <a:lnTo>
                  <a:pt x="274319" y="68580"/>
                </a:lnTo>
                <a:lnTo>
                  <a:pt x="271271" y="60960"/>
                </a:lnTo>
                <a:lnTo>
                  <a:pt x="269747" y="54864"/>
                </a:lnTo>
                <a:lnTo>
                  <a:pt x="266699" y="50292"/>
                </a:lnTo>
                <a:lnTo>
                  <a:pt x="262127" y="45719"/>
                </a:lnTo>
                <a:lnTo>
                  <a:pt x="256031" y="42671"/>
                </a:lnTo>
                <a:lnTo>
                  <a:pt x="251459" y="39624"/>
                </a:lnTo>
                <a:lnTo>
                  <a:pt x="243839" y="38100"/>
                </a:lnTo>
                <a:lnTo>
                  <a:pt x="234695" y="38100"/>
                </a:lnTo>
                <a:lnTo>
                  <a:pt x="193357" y="55435"/>
                </a:lnTo>
                <a:lnTo>
                  <a:pt x="178307" y="68580"/>
                </a:lnTo>
                <a:lnTo>
                  <a:pt x="178307" y="248412"/>
                </a:lnTo>
                <a:lnTo>
                  <a:pt x="138683" y="248412"/>
                </a:lnTo>
                <a:lnTo>
                  <a:pt x="138683" y="108204"/>
                </a:lnTo>
                <a:lnTo>
                  <a:pt x="138445" y="100226"/>
                </a:lnTo>
                <a:lnTo>
                  <a:pt x="137398" y="84843"/>
                </a:lnTo>
                <a:lnTo>
                  <a:pt x="137159" y="77724"/>
                </a:lnTo>
                <a:lnTo>
                  <a:pt x="112775" y="39624"/>
                </a:lnTo>
                <a:lnTo>
                  <a:pt x="106679" y="38100"/>
                </a:lnTo>
                <a:lnTo>
                  <a:pt x="97536" y="38100"/>
                </a:lnTo>
                <a:lnTo>
                  <a:pt x="61721" y="51196"/>
                </a:lnTo>
                <a:lnTo>
                  <a:pt x="41148" y="67055"/>
                </a:lnTo>
                <a:lnTo>
                  <a:pt x="41148" y="248412"/>
                </a:lnTo>
                <a:lnTo>
                  <a:pt x="0" y="248412"/>
                </a:lnTo>
                <a:lnTo>
                  <a:pt x="0" y="6095"/>
                </a:lnTo>
                <a:lnTo>
                  <a:pt x="41148" y="6095"/>
                </a:lnTo>
                <a:lnTo>
                  <a:pt x="41148" y="33528"/>
                </a:lnTo>
                <a:lnTo>
                  <a:pt x="49148" y="25836"/>
                </a:lnTo>
                <a:lnTo>
                  <a:pt x="81200" y="4500"/>
                </a:lnTo>
                <a:lnTo>
                  <a:pt x="108203" y="0"/>
                </a:lnTo>
                <a:lnTo>
                  <a:pt x="118229" y="571"/>
                </a:lnTo>
                <a:lnTo>
                  <a:pt x="153757" y="14573"/>
                </a:lnTo>
                <a:lnTo>
                  <a:pt x="170687" y="41148"/>
                </a:lnTo>
                <a:lnTo>
                  <a:pt x="179831" y="31456"/>
                </a:lnTo>
                <a:lnTo>
                  <a:pt x="216431" y="5786"/>
                </a:lnTo>
                <a:lnTo>
                  <a:pt x="245363" y="0"/>
                </a:lnTo>
                <a:lnTo>
                  <a:pt x="253103" y="285"/>
                </a:lnTo>
                <a:lnTo>
                  <a:pt x="290822" y="14644"/>
                </a:lnTo>
                <a:lnTo>
                  <a:pt x="310895" y="47243"/>
                </a:lnTo>
                <a:lnTo>
                  <a:pt x="316991" y="89916"/>
                </a:lnTo>
                <a:lnTo>
                  <a:pt x="316991" y="24841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" name="object 51"/>
          <p:cNvSpPr/>
          <p:nvPr/>
        </p:nvSpPr>
        <p:spPr>
          <a:xfrm>
            <a:off x="5795772" y="4457700"/>
            <a:ext cx="403860" cy="387350"/>
          </a:xfrm>
          <a:custGeom>
            <a:avLst/>
            <a:gdLst/>
            <a:ahLst/>
            <a:cxnLst/>
            <a:rect l="l" t="t" r="r" b="b"/>
            <a:pathLst>
              <a:path w="403860" h="387350">
                <a:moveTo>
                  <a:pt x="318516" y="387096"/>
                </a:moveTo>
                <a:lnTo>
                  <a:pt x="311943" y="376237"/>
                </a:lnTo>
                <a:lnTo>
                  <a:pt x="301371" y="366522"/>
                </a:lnTo>
                <a:lnTo>
                  <a:pt x="286797" y="357949"/>
                </a:lnTo>
                <a:lnTo>
                  <a:pt x="268224" y="350520"/>
                </a:lnTo>
                <a:lnTo>
                  <a:pt x="268224" y="342900"/>
                </a:lnTo>
                <a:lnTo>
                  <a:pt x="306133" y="347281"/>
                </a:lnTo>
                <a:lnTo>
                  <a:pt x="330708" y="338328"/>
                </a:lnTo>
                <a:lnTo>
                  <a:pt x="330708" y="124968"/>
                </a:lnTo>
                <a:lnTo>
                  <a:pt x="256032" y="124968"/>
                </a:lnTo>
                <a:lnTo>
                  <a:pt x="256032" y="350520"/>
                </a:lnTo>
                <a:lnTo>
                  <a:pt x="233172" y="358140"/>
                </a:lnTo>
                <a:lnTo>
                  <a:pt x="233172" y="124968"/>
                </a:lnTo>
                <a:lnTo>
                  <a:pt x="166116" y="124968"/>
                </a:lnTo>
                <a:lnTo>
                  <a:pt x="166116" y="352044"/>
                </a:lnTo>
                <a:lnTo>
                  <a:pt x="143256" y="362712"/>
                </a:lnTo>
                <a:lnTo>
                  <a:pt x="143256" y="124968"/>
                </a:lnTo>
                <a:lnTo>
                  <a:pt x="74676" y="124968"/>
                </a:lnTo>
                <a:lnTo>
                  <a:pt x="74676" y="364236"/>
                </a:lnTo>
                <a:lnTo>
                  <a:pt x="48767" y="381000"/>
                </a:lnTo>
                <a:lnTo>
                  <a:pt x="49649" y="343542"/>
                </a:lnTo>
                <a:lnTo>
                  <a:pt x="50101" y="304228"/>
                </a:lnTo>
                <a:lnTo>
                  <a:pt x="50268" y="178569"/>
                </a:lnTo>
                <a:lnTo>
                  <a:pt x="50101" y="144970"/>
                </a:lnTo>
                <a:lnTo>
                  <a:pt x="49649" y="118514"/>
                </a:lnTo>
                <a:lnTo>
                  <a:pt x="48767" y="99059"/>
                </a:lnTo>
                <a:lnTo>
                  <a:pt x="74676" y="115824"/>
                </a:lnTo>
                <a:lnTo>
                  <a:pt x="161544" y="115824"/>
                </a:lnTo>
                <a:lnTo>
                  <a:pt x="184404" y="35051"/>
                </a:lnTo>
                <a:lnTo>
                  <a:pt x="57912" y="35051"/>
                </a:lnTo>
                <a:lnTo>
                  <a:pt x="46767" y="35337"/>
                </a:lnTo>
                <a:lnTo>
                  <a:pt x="36194" y="36195"/>
                </a:lnTo>
                <a:lnTo>
                  <a:pt x="26193" y="37623"/>
                </a:lnTo>
                <a:lnTo>
                  <a:pt x="16764" y="39624"/>
                </a:lnTo>
                <a:lnTo>
                  <a:pt x="0" y="24384"/>
                </a:lnTo>
                <a:lnTo>
                  <a:pt x="341376" y="24384"/>
                </a:lnTo>
                <a:lnTo>
                  <a:pt x="368808" y="0"/>
                </a:lnTo>
                <a:lnTo>
                  <a:pt x="403860" y="35051"/>
                </a:lnTo>
                <a:lnTo>
                  <a:pt x="220980" y="35051"/>
                </a:lnTo>
                <a:lnTo>
                  <a:pt x="212693" y="46815"/>
                </a:lnTo>
                <a:lnTo>
                  <a:pt x="201549" y="64007"/>
                </a:lnTo>
                <a:lnTo>
                  <a:pt x="187547" y="86915"/>
                </a:lnTo>
                <a:lnTo>
                  <a:pt x="170688" y="115824"/>
                </a:lnTo>
                <a:lnTo>
                  <a:pt x="329184" y="115824"/>
                </a:lnTo>
                <a:lnTo>
                  <a:pt x="342900" y="97536"/>
                </a:lnTo>
                <a:lnTo>
                  <a:pt x="374904" y="123443"/>
                </a:lnTo>
                <a:lnTo>
                  <a:pt x="355092" y="135636"/>
                </a:lnTo>
                <a:lnTo>
                  <a:pt x="355092" y="338328"/>
                </a:lnTo>
                <a:lnTo>
                  <a:pt x="354782" y="347781"/>
                </a:lnTo>
                <a:lnTo>
                  <a:pt x="329064" y="381642"/>
                </a:lnTo>
                <a:lnTo>
                  <a:pt x="318516" y="38709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" name="object 52"/>
          <p:cNvSpPr/>
          <p:nvPr/>
        </p:nvSpPr>
        <p:spPr>
          <a:xfrm>
            <a:off x="6246875" y="4448555"/>
            <a:ext cx="396240" cy="396240"/>
          </a:xfrm>
          <a:custGeom>
            <a:avLst/>
            <a:gdLst/>
            <a:ahLst/>
            <a:cxnLst/>
            <a:rect l="l" t="t" r="r" b="b"/>
            <a:pathLst>
              <a:path w="396240" h="396239">
                <a:moveTo>
                  <a:pt x="18288" y="42672"/>
                </a:moveTo>
                <a:lnTo>
                  <a:pt x="3048" y="27432"/>
                </a:lnTo>
                <a:lnTo>
                  <a:pt x="333756" y="27432"/>
                </a:lnTo>
                <a:lnTo>
                  <a:pt x="359664" y="0"/>
                </a:lnTo>
                <a:lnTo>
                  <a:pt x="396240" y="36576"/>
                </a:lnTo>
                <a:lnTo>
                  <a:pt x="60960" y="36576"/>
                </a:lnTo>
                <a:lnTo>
                  <a:pt x="49791" y="37099"/>
                </a:lnTo>
                <a:lnTo>
                  <a:pt x="39052" y="38481"/>
                </a:lnTo>
                <a:lnTo>
                  <a:pt x="28598" y="40433"/>
                </a:lnTo>
                <a:lnTo>
                  <a:pt x="18288" y="42672"/>
                </a:lnTo>
                <a:close/>
              </a:path>
              <a:path w="396240" h="396239">
                <a:moveTo>
                  <a:pt x="3048" y="298703"/>
                </a:moveTo>
                <a:lnTo>
                  <a:pt x="0" y="291084"/>
                </a:lnTo>
                <a:lnTo>
                  <a:pt x="28289" y="269081"/>
                </a:lnTo>
                <a:lnTo>
                  <a:pt x="56007" y="244221"/>
                </a:lnTo>
                <a:lnTo>
                  <a:pt x="83153" y="216503"/>
                </a:lnTo>
                <a:lnTo>
                  <a:pt x="109728" y="185928"/>
                </a:lnTo>
                <a:lnTo>
                  <a:pt x="134874" y="152733"/>
                </a:lnTo>
                <a:lnTo>
                  <a:pt x="157734" y="116967"/>
                </a:lnTo>
                <a:lnTo>
                  <a:pt x="178308" y="78343"/>
                </a:lnTo>
                <a:lnTo>
                  <a:pt x="196596" y="36576"/>
                </a:lnTo>
                <a:lnTo>
                  <a:pt x="230124" y="36576"/>
                </a:lnTo>
                <a:lnTo>
                  <a:pt x="222742" y="52244"/>
                </a:lnTo>
                <a:lnTo>
                  <a:pt x="205692" y="87582"/>
                </a:lnTo>
                <a:lnTo>
                  <a:pt x="196596" y="106680"/>
                </a:lnTo>
                <a:lnTo>
                  <a:pt x="225552" y="124968"/>
                </a:lnTo>
                <a:lnTo>
                  <a:pt x="221742" y="128016"/>
                </a:lnTo>
                <a:lnTo>
                  <a:pt x="184404" y="128016"/>
                </a:lnTo>
                <a:lnTo>
                  <a:pt x="154570" y="168444"/>
                </a:lnTo>
                <a:lnTo>
                  <a:pt x="121663" y="205654"/>
                </a:lnTo>
                <a:lnTo>
                  <a:pt x="85539" y="239719"/>
                </a:lnTo>
                <a:lnTo>
                  <a:pt x="46049" y="270711"/>
                </a:lnTo>
                <a:lnTo>
                  <a:pt x="3048" y="298703"/>
                </a:lnTo>
                <a:close/>
              </a:path>
              <a:path w="396240" h="396239">
                <a:moveTo>
                  <a:pt x="181356" y="396240"/>
                </a:moveTo>
                <a:lnTo>
                  <a:pt x="183451" y="334327"/>
                </a:lnTo>
                <a:lnTo>
                  <a:pt x="184296" y="291084"/>
                </a:lnTo>
                <a:lnTo>
                  <a:pt x="184404" y="128016"/>
                </a:lnTo>
                <a:lnTo>
                  <a:pt x="221742" y="128016"/>
                </a:lnTo>
                <a:lnTo>
                  <a:pt x="210312" y="137160"/>
                </a:lnTo>
                <a:lnTo>
                  <a:pt x="210385" y="334327"/>
                </a:lnTo>
                <a:lnTo>
                  <a:pt x="210502" y="349377"/>
                </a:lnTo>
                <a:lnTo>
                  <a:pt x="210954" y="367998"/>
                </a:lnTo>
                <a:lnTo>
                  <a:pt x="211836" y="384048"/>
                </a:lnTo>
                <a:lnTo>
                  <a:pt x="181356" y="396240"/>
                </a:lnTo>
                <a:close/>
              </a:path>
              <a:path w="396240" h="396239">
                <a:moveTo>
                  <a:pt x="373380" y="280416"/>
                </a:moveTo>
                <a:lnTo>
                  <a:pt x="371856" y="280416"/>
                </a:lnTo>
                <a:lnTo>
                  <a:pt x="367879" y="278701"/>
                </a:lnTo>
                <a:lnTo>
                  <a:pt x="362902" y="273558"/>
                </a:lnTo>
                <a:lnTo>
                  <a:pt x="357068" y="264985"/>
                </a:lnTo>
                <a:lnTo>
                  <a:pt x="350520" y="252984"/>
                </a:lnTo>
                <a:lnTo>
                  <a:pt x="336256" y="232386"/>
                </a:lnTo>
                <a:lnTo>
                  <a:pt x="314134" y="207073"/>
                </a:lnTo>
                <a:lnTo>
                  <a:pt x="284297" y="176903"/>
                </a:lnTo>
                <a:lnTo>
                  <a:pt x="246888" y="141732"/>
                </a:lnTo>
                <a:lnTo>
                  <a:pt x="251460" y="137160"/>
                </a:lnTo>
                <a:lnTo>
                  <a:pt x="301180" y="169425"/>
                </a:lnTo>
                <a:lnTo>
                  <a:pt x="338328" y="195262"/>
                </a:lnTo>
                <a:lnTo>
                  <a:pt x="374904" y="227076"/>
                </a:lnTo>
                <a:lnTo>
                  <a:pt x="385572" y="254508"/>
                </a:lnTo>
                <a:lnTo>
                  <a:pt x="385572" y="259080"/>
                </a:lnTo>
                <a:lnTo>
                  <a:pt x="384048" y="265176"/>
                </a:lnTo>
                <a:lnTo>
                  <a:pt x="381000" y="271272"/>
                </a:lnTo>
                <a:lnTo>
                  <a:pt x="376428" y="277368"/>
                </a:lnTo>
                <a:lnTo>
                  <a:pt x="373380" y="28041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" name="object 53"/>
          <p:cNvSpPr/>
          <p:nvPr/>
        </p:nvSpPr>
        <p:spPr>
          <a:xfrm>
            <a:off x="6697980" y="4440936"/>
            <a:ext cx="391795" cy="407034"/>
          </a:xfrm>
          <a:custGeom>
            <a:avLst/>
            <a:gdLst/>
            <a:ahLst/>
            <a:cxnLst/>
            <a:rect l="l" t="t" r="r" b="b"/>
            <a:pathLst>
              <a:path w="391795" h="407035">
                <a:moveTo>
                  <a:pt x="36576" y="51816"/>
                </a:moveTo>
                <a:lnTo>
                  <a:pt x="36576" y="44196"/>
                </a:lnTo>
                <a:lnTo>
                  <a:pt x="85963" y="41362"/>
                </a:lnTo>
                <a:lnTo>
                  <a:pt x="133350" y="37528"/>
                </a:lnTo>
                <a:lnTo>
                  <a:pt x="178450" y="32837"/>
                </a:lnTo>
                <a:lnTo>
                  <a:pt x="220980" y="27432"/>
                </a:lnTo>
                <a:lnTo>
                  <a:pt x="259603" y="21431"/>
                </a:lnTo>
                <a:lnTo>
                  <a:pt x="315706" y="7715"/>
                </a:lnTo>
                <a:lnTo>
                  <a:pt x="333756" y="0"/>
                </a:lnTo>
                <a:lnTo>
                  <a:pt x="359664" y="30480"/>
                </a:lnTo>
                <a:lnTo>
                  <a:pt x="305371" y="33909"/>
                </a:lnTo>
                <a:lnTo>
                  <a:pt x="231648" y="39624"/>
                </a:lnTo>
                <a:lnTo>
                  <a:pt x="187880" y="43672"/>
                </a:lnTo>
                <a:lnTo>
                  <a:pt x="140970" y="46863"/>
                </a:lnTo>
                <a:lnTo>
                  <a:pt x="36576" y="51816"/>
                </a:lnTo>
                <a:close/>
              </a:path>
              <a:path w="391795" h="407035">
                <a:moveTo>
                  <a:pt x="260604" y="128016"/>
                </a:moveTo>
                <a:lnTo>
                  <a:pt x="256032" y="124968"/>
                </a:lnTo>
                <a:lnTo>
                  <a:pt x="262628" y="114681"/>
                </a:lnTo>
                <a:lnTo>
                  <a:pt x="268795" y="104394"/>
                </a:lnTo>
                <a:lnTo>
                  <a:pt x="290131" y="62103"/>
                </a:lnTo>
                <a:lnTo>
                  <a:pt x="298704" y="38100"/>
                </a:lnTo>
                <a:lnTo>
                  <a:pt x="332232" y="60960"/>
                </a:lnTo>
                <a:lnTo>
                  <a:pt x="320040" y="65532"/>
                </a:lnTo>
                <a:lnTo>
                  <a:pt x="301752" y="87296"/>
                </a:lnTo>
                <a:lnTo>
                  <a:pt x="285750" y="104775"/>
                </a:lnTo>
                <a:lnTo>
                  <a:pt x="272034" y="118252"/>
                </a:lnTo>
                <a:lnTo>
                  <a:pt x="260604" y="128016"/>
                </a:lnTo>
                <a:close/>
              </a:path>
              <a:path w="391795" h="407035">
                <a:moveTo>
                  <a:pt x="207264" y="123444"/>
                </a:moveTo>
                <a:lnTo>
                  <a:pt x="202692" y="123444"/>
                </a:lnTo>
                <a:lnTo>
                  <a:pt x="199644" y="117348"/>
                </a:lnTo>
                <a:lnTo>
                  <a:pt x="196596" y="105156"/>
                </a:lnTo>
                <a:lnTo>
                  <a:pt x="192285" y="93178"/>
                </a:lnTo>
                <a:lnTo>
                  <a:pt x="186118" y="80200"/>
                </a:lnTo>
                <a:lnTo>
                  <a:pt x="177950" y="66365"/>
                </a:lnTo>
                <a:lnTo>
                  <a:pt x="167640" y="51816"/>
                </a:lnTo>
                <a:lnTo>
                  <a:pt x="170688" y="48768"/>
                </a:lnTo>
                <a:lnTo>
                  <a:pt x="202692" y="70104"/>
                </a:lnTo>
                <a:lnTo>
                  <a:pt x="220980" y="92964"/>
                </a:lnTo>
                <a:lnTo>
                  <a:pt x="220980" y="103632"/>
                </a:lnTo>
                <a:lnTo>
                  <a:pt x="219456" y="109728"/>
                </a:lnTo>
                <a:lnTo>
                  <a:pt x="208788" y="120396"/>
                </a:lnTo>
                <a:lnTo>
                  <a:pt x="207264" y="123444"/>
                </a:lnTo>
                <a:close/>
              </a:path>
              <a:path w="391795" h="407035">
                <a:moveTo>
                  <a:pt x="118872" y="126492"/>
                </a:moveTo>
                <a:lnTo>
                  <a:pt x="112776" y="126492"/>
                </a:lnTo>
                <a:lnTo>
                  <a:pt x="109728" y="121920"/>
                </a:lnTo>
                <a:lnTo>
                  <a:pt x="106680" y="111252"/>
                </a:lnTo>
                <a:lnTo>
                  <a:pt x="102369" y="98917"/>
                </a:lnTo>
                <a:lnTo>
                  <a:pt x="96202" y="86868"/>
                </a:lnTo>
                <a:lnTo>
                  <a:pt x="88034" y="74818"/>
                </a:lnTo>
                <a:lnTo>
                  <a:pt x="77724" y="62484"/>
                </a:lnTo>
                <a:lnTo>
                  <a:pt x="82296" y="56388"/>
                </a:lnTo>
                <a:lnTo>
                  <a:pt x="118943" y="80819"/>
                </a:lnTo>
                <a:lnTo>
                  <a:pt x="132588" y="108204"/>
                </a:lnTo>
                <a:lnTo>
                  <a:pt x="131064" y="114300"/>
                </a:lnTo>
                <a:lnTo>
                  <a:pt x="118872" y="126492"/>
                </a:lnTo>
                <a:close/>
              </a:path>
              <a:path w="391795" h="407035">
                <a:moveTo>
                  <a:pt x="21336" y="192024"/>
                </a:moveTo>
                <a:lnTo>
                  <a:pt x="9144" y="192024"/>
                </a:lnTo>
                <a:lnTo>
                  <a:pt x="6096" y="188976"/>
                </a:lnTo>
                <a:lnTo>
                  <a:pt x="1524" y="187452"/>
                </a:lnTo>
                <a:lnTo>
                  <a:pt x="0" y="185928"/>
                </a:lnTo>
                <a:lnTo>
                  <a:pt x="0" y="179832"/>
                </a:lnTo>
                <a:lnTo>
                  <a:pt x="22026" y="157805"/>
                </a:lnTo>
                <a:lnTo>
                  <a:pt x="28765" y="146494"/>
                </a:lnTo>
                <a:lnTo>
                  <a:pt x="34075" y="132040"/>
                </a:lnTo>
                <a:lnTo>
                  <a:pt x="38100" y="114300"/>
                </a:lnTo>
                <a:lnTo>
                  <a:pt x="45720" y="114300"/>
                </a:lnTo>
                <a:lnTo>
                  <a:pt x="45720" y="134112"/>
                </a:lnTo>
                <a:lnTo>
                  <a:pt x="373913" y="134112"/>
                </a:lnTo>
                <a:lnTo>
                  <a:pt x="384048" y="144780"/>
                </a:lnTo>
                <a:lnTo>
                  <a:pt x="45720" y="144780"/>
                </a:lnTo>
                <a:lnTo>
                  <a:pt x="44886" y="161305"/>
                </a:lnTo>
                <a:lnTo>
                  <a:pt x="42481" y="174117"/>
                </a:lnTo>
                <a:lnTo>
                  <a:pt x="38647" y="182927"/>
                </a:lnTo>
                <a:lnTo>
                  <a:pt x="33528" y="187452"/>
                </a:lnTo>
                <a:lnTo>
                  <a:pt x="25908" y="190500"/>
                </a:lnTo>
                <a:lnTo>
                  <a:pt x="21336" y="192024"/>
                </a:lnTo>
                <a:close/>
              </a:path>
              <a:path w="391795" h="407035">
                <a:moveTo>
                  <a:pt x="373913" y="134112"/>
                </a:moveTo>
                <a:lnTo>
                  <a:pt x="335280" y="134112"/>
                </a:lnTo>
                <a:lnTo>
                  <a:pt x="355092" y="114300"/>
                </a:lnTo>
                <a:lnTo>
                  <a:pt x="373913" y="134112"/>
                </a:lnTo>
                <a:close/>
              </a:path>
              <a:path w="391795" h="407035">
                <a:moveTo>
                  <a:pt x="327660" y="187452"/>
                </a:moveTo>
                <a:lnTo>
                  <a:pt x="321564" y="185928"/>
                </a:lnTo>
                <a:lnTo>
                  <a:pt x="339852" y="144780"/>
                </a:lnTo>
                <a:lnTo>
                  <a:pt x="384048" y="144780"/>
                </a:lnTo>
                <a:lnTo>
                  <a:pt x="378071" y="145589"/>
                </a:lnTo>
                <a:lnTo>
                  <a:pt x="371665" y="147828"/>
                </a:lnTo>
                <a:lnTo>
                  <a:pt x="335637" y="176879"/>
                </a:lnTo>
                <a:lnTo>
                  <a:pt x="327660" y="187452"/>
                </a:lnTo>
                <a:close/>
              </a:path>
              <a:path w="391795" h="407035">
                <a:moveTo>
                  <a:pt x="167640" y="207264"/>
                </a:moveTo>
                <a:lnTo>
                  <a:pt x="141732" y="207264"/>
                </a:lnTo>
                <a:lnTo>
                  <a:pt x="143778" y="190500"/>
                </a:lnTo>
                <a:lnTo>
                  <a:pt x="145161" y="176403"/>
                </a:lnTo>
                <a:lnTo>
                  <a:pt x="146018" y="163544"/>
                </a:lnTo>
                <a:lnTo>
                  <a:pt x="146304" y="152400"/>
                </a:lnTo>
                <a:lnTo>
                  <a:pt x="184404" y="170688"/>
                </a:lnTo>
                <a:lnTo>
                  <a:pt x="172212" y="179832"/>
                </a:lnTo>
                <a:lnTo>
                  <a:pt x="167640" y="207264"/>
                </a:lnTo>
                <a:close/>
              </a:path>
              <a:path w="391795" h="407035">
                <a:moveTo>
                  <a:pt x="48768" y="222504"/>
                </a:moveTo>
                <a:lnTo>
                  <a:pt x="33528" y="207264"/>
                </a:lnTo>
                <a:lnTo>
                  <a:pt x="295656" y="207264"/>
                </a:lnTo>
                <a:lnTo>
                  <a:pt x="316992" y="185928"/>
                </a:lnTo>
                <a:lnTo>
                  <a:pt x="345948" y="216408"/>
                </a:lnTo>
                <a:lnTo>
                  <a:pt x="89916" y="216408"/>
                </a:lnTo>
                <a:lnTo>
                  <a:pt x="79414" y="216931"/>
                </a:lnTo>
                <a:lnTo>
                  <a:pt x="68770" y="218313"/>
                </a:lnTo>
                <a:lnTo>
                  <a:pt x="58412" y="220265"/>
                </a:lnTo>
                <a:lnTo>
                  <a:pt x="48768" y="222504"/>
                </a:lnTo>
                <a:close/>
              </a:path>
              <a:path w="391795" h="407035">
                <a:moveTo>
                  <a:pt x="10668" y="397764"/>
                </a:moveTo>
                <a:lnTo>
                  <a:pt x="9144" y="391668"/>
                </a:lnTo>
                <a:lnTo>
                  <a:pt x="49389" y="360566"/>
                </a:lnTo>
                <a:lnTo>
                  <a:pt x="82393" y="327562"/>
                </a:lnTo>
                <a:lnTo>
                  <a:pt x="108228" y="292583"/>
                </a:lnTo>
                <a:lnTo>
                  <a:pt x="126967" y="255556"/>
                </a:lnTo>
                <a:lnTo>
                  <a:pt x="138684" y="216408"/>
                </a:lnTo>
                <a:lnTo>
                  <a:pt x="166116" y="216408"/>
                </a:lnTo>
                <a:lnTo>
                  <a:pt x="162925" y="225552"/>
                </a:lnTo>
                <a:lnTo>
                  <a:pt x="157114" y="243840"/>
                </a:lnTo>
                <a:lnTo>
                  <a:pt x="153924" y="252984"/>
                </a:lnTo>
                <a:lnTo>
                  <a:pt x="309372" y="252984"/>
                </a:lnTo>
                <a:lnTo>
                  <a:pt x="318516" y="262128"/>
                </a:lnTo>
                <a:lnTo>
                  <a:pt x="149352" y="262128"/>
                </a:lnTo>
                <a:lnTo>
                  <a:pt x="127039" y="301537"/>
                </a:lnTo>
                <a:lnTo>
                  <a:pt x="96583" y="337375"/>
                </a:lnTo>
                <a:lnTo>
                  <a:pt x="57840" y="369498"/>
                </a:lnTo>
                <a:lnTo>
                  <a:pt x="10668" y="397764"/>
                </a:lnTo>
                <a:close/>
              </a:path>
              <a:path w="391795" h="407035">
                <a:moveTo>
                  <a:pt x="309372" y="252984"/>
                </a:moveTo>
                <a:lnTo>
                  <a:pt x="278892" y="252984"/>
                </a:lnTo>
                <a:lnTo>
                  <a:pt x="294132" y="237744"/>
                </a:lnTo>
                <a:lnTo>
                  <a:pt x="309372" y="252984"/>
                </a:lnTo>
                <a:close/>
              </a:path>
              <a:path w="391795" h="407035">
                <a:moveTo>
                  <a:pt x="59436" y="406908"/>
                </a:moveTo>
                <a:lnTo>
                  <a:pt x="59436" y="399288"/>
                </a:lnTo>
                <a:lnTo>
                  <a:pt x="103751" y="387858"/>
                </a:lnTo>
                <a:lnTo>
                  <a:pt x="143065" y="374142"/>
                </a:lnTo>
                <a:lnTo>
                  <a:pt x="177522" y="358140"/>
                </a:lnTo>
                <a:lnTo>
                  <a:pt x="207264" y="339852"/>
                </a:lnTo>
                <a:lnTo>
                  <a:pt x="189214" y="322135"/>
                </a:lnTo>
                <a:lnTo>
                  <a:pt x="173736" y="303276"/>
                </a:lnTo>
                <a:lnTo>
                  <a:pt x="160543" y="283273"/>
                </a:lnTo>
                <a:lnTo>
                  <a:pt x="149352" y="262128"/>
                </a:lnTo>
                <a:lnTo>
                  <a:pt x="318516" y="262128"/>
                </a:lnTo>
                <a:lnTo>
                  <a:pt x="320040" y="263652"/>
                </a:lnTo>
                <a:lnTo>
                  <a:pt x="160020" y="263652"/>
                </a:lnTo>
                <a:lnTo>
                  <a:pt x="165163" y="271938"/>
                </a:lnTo>
                <a:lnTo>
                  <a:pt x="197191" y="309014"/>
                </a:lnTo>
                <a:lnTo>
                  <a:pt x="220980" y="327660"/>
                </a:lnTo>
                <a:lnTo>
                  <a:pt x="253381" y="327660"/>
                </a:lnTo>
                <a:lnTo>
                  <a:pt x="253150" y="327874"/>
                </a:lnTo>
                <a:lnTo>
                  <a:pt x="237744" y="339852"/>
                </a:lnTo>
                <a:lnTo>
                  <a:pt x="267406" y="352044"/>
                </a:lnTo>
                <a:lnTo>
                  <a:pt x="222504" y="352044"/>
                </a:lnTo>
                <a:lnTo>
                  <a:pt x="190809" y="370903"/>
                </a:lnTo>
                <a:lnTo>
                  <a:pt x="152971" y="386334"/>
                </a:lnTo>
                <a:lnTo>
                  <a:pt x="109132" y="398335"/>
                </a:lnTo>
                <a:lnTo>
                  <a:pt x="59436" y="406908"/>
                </a:lnTo>
                <a:close/>
              </a:path>
              <a:path w="391795" h="407035">
                <a:moveTo>
                  <a:pt x="253381" y="327660"/>
                </a:moveTo>
                <a:lnTo>
                  <a:pt x="220980" y="327660"/>
                </a:lnTo>
                <a:lnTo>
                  <a:pt x="236672" y="313372"/>
                </a:lnTo>
                <a:lnTo>
                  <a:pt x="251650" y="297942"/>
                </a:lnTo>
                <a:lnTo>
                  <a:pt x="265771" y="281368"/>
                </a:lnTo>
                <a:lnTo>
                  <a:pt x="278892" y="263652"/>
                </a:lnTo>
                <a:lnTo>
                  <a:pt x="320040" y="263652"/>
                </a:lnTo>
                <a:lnTo>
                  <a:pt x="304800" y="272796"/>
                </a:lnTo>
                <a:lnTo>
                  <a:pt x="286821" y="294203"/>
                </a:lnTo>
                <a:lnTo>
                  <a:pt x="269557" y="312610"/>
                </a:lnTo>
                <a:lnTo>
                  <a:pt x="253381" y="327660"/>
                </a:lnTo>
                <a:close/>
              </a:path>
              <a:path w="391795" h="407035">
                <a:moveTo>
                  <a:pt x="361188" y="400812"/>
                </a:moveTo>
                <a:lnTo>
                  <a:pt x="318222" y="391668"/>
                </a:lnTo>
                <a:lnTo>
                  <a:pt x="280987" y="380428"/>
                </a:lnTo>
                <a:lnTo>
                  <a:pt x="249102" y="367164"/>
                </a:lnTo>
                <a:lnTo>
                  <a:pt x="222504" y="352044"/>
                </a:lnTo>
                <a:lnTo>
                  <a:pt x="267406" y="352044"/>
                </a:lnTo>
                <a:lnTo>
                  <a:pt x="269724" y="352996"/>
                </a:lnTo>
                <a:lnTo>
                  <a:pt x="306133" y="362712"/>
                </a:lnTo>
                <a:lnTo>
                  <a:pt x="346829" y="368998"/>
                </a:lnTo>
                <a:lnTo>
                  <a:pt x="391668" y="371856"/>
                </a:lnTo>
                <a:lnTo>
                  <a:pt x="391668" y="376428"/>
                </a:lnTo>
                <a:lnTo>
                  <a:pt x="382833" y="378952"/>
                </a:lnTo>
                <a:lnTo>
                  <a:pt x="374713" y="384048"/>
                </a:lnTo>
                <a:lnTo>
                  <a:pt x="367450" y="391429"/>
                </a:lnTo>
                <a:lnTo>
                  <a:pt x="361188" y="40081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" name="object 54"/>
          <p:cNvSpPr/>
          <p:nvPr/>
        </p:nvSpPr>
        <p:spPr>
          <a:xfrm>
            <a:off x="7141464" y="4556760"/>
            <a:ext cx="317500" cy="248920"/>
          </a:xfrm>
          <a:custGeom>
            <a:avLst/>
            <a:gdLst/>
            <a:ahLst/>
            <a:cxnLst/>
            <a:rect l="l" t="t" r="r" b="b"/>
            <a:pathLst>
              <a:path w="317500" h="248920">
                <a:moveTo>
                  <a:pt x="316991" y="248412"/>
                </a:moveTo>
                <a:lnTo>
                  <a:pt x="275843" y="248412"/>
                </a:lnTo>
                <a:lnTo>
                  <a:pt x="275820" y="100226"/>
                </a:lnTo>
                <a:lnTo>
                  <a:pt x="275653" y="92392"/>
                </a:lnTo>
                <a:lnTo>
                  <a:pt x="275201" y="84843"/>
                </a:lnTo>
                <a:lnTo>
                  <a:pt x="274319" y="77724"/>
                </a:lnTo>
                <a:lnTo>
                  <a:pt x="274319" y="68580"/>
                </a:lnTo>
                <a:lnTo>
                  <a:pt x="243839" y="38100"/>
                </a:lnTo>
                <a:lnTo>
                  <a:pt x="234695" y="38100"/>
                </a:lnTo>
                <a:lnTo>
                  <a:pt x="193357" y="55435"/>
                </a:lnTo>
                <a:lnTo>
                  <a:pt x="178307" y="68580"/>
                </a:lnTo>
                <a:lnTo>
                  <a:pt x="178307" y="248412"/>
                </a:lnTo>
                <a:lnTo>
                  <a:pt x="138683" y="248412"/>
                </a:lnTo>
                <a:lnTo>
                  <a:pt x="138683" y="108204"/>
                </a:lnTo>
                <a:lnTo>
                  <a:pt x="138445" y="100226"/>
                </a:lnTo>
                <a:lnTo>
                  <a:pt x="137398" y="84843"/>
                </a:lnTo>
                <a:lnTo>
                  <a:pt x="137159" y="77724"/>
                </a:lnTo>
                <a:lnTo>
                  <a:pt x="118871" y="42671"/>
                </a:lnTo>
                <a:lnTo>
                  <a:pt x="114300" y="39624"/>
                </a:lnTo>
                <a:lnTo>
                  <a:pt x="106679" y="38100"/>
                </a:lnTo>
                <a:lnTo>
                  <a:pt x="97536" y="38100"/>
                </a:lnTo>
                <a:lnTo>
                  <a:pt x="90677" y="38671"/>
                </a:lnTo>
                <a:lnTo>
                  <a:pt x="83819" y="40385"/>
                </a:lnTo>
                <a:lnTo>
                  <a:pt x="76961" y="43243"/>
                </a:lnTo>
                <a:lnTo>
                  <a:pt x="70103" y="47243"/>
                </a:lnTo>
                <a:lnTo>
                  <a:pt x="62364" y="51196"/>
                </a:lnTo>
                <a:lnTo>
                  <a:pt x="55054" y="56007"/>
                </a:lnTo>
                <a:lnTo>
                  <a:pt x="48029" y="61388"/>
                </a:lnTo>
                <a:lnTo>
                  <a:pt x="41148" y="67055"/>
                </a:lnTo>
                <a:lnTo>
                  <a:pt x="41148" y="248412"/>
                </a:lnTo>
                <a:lnTo>
                  <a:pt x="0" y="248412"/>
                </a:lnTo>
                <a:lnTo>
                  <a:pt x="0" y="6095"/>
                </a:lnTo>
                <a:lnTo>
                  <a:pt x="41148" y="6095"/>
                </a:lnTo>
                <a:lnTo>
                  <a:pt x="41148" y="33528"/>
                </a:lnTo>
                <a:lnTo>
                  <a:pt x="49148" y="25836"/>
                </a:lnTo>
                <a:lnTo>
                  <a:pt x="81200" y="4500"/>
                </a:lnTo>
                <a:lnTo>
                  <a:pt x="108203" y="0"/>
                </a:lnTo>
                <a:lnTo>
                  <a:pt x="118229" y="571"/>
                </a:lnTo>
                <a:lnTo>
                  <a:pt x="153757" y="14573"/>
                </a:lnTo>
                <a:lnTo>
                  <a:pt x="170687" y="41148"/>
                </a:lnTo>
                <a:lnTo>
                  <a:pt x="179831" y="31456"/>
                </a:lnTo>
                <a:lnTo>
                  <a:pt x="216431" y="5786"/>
                </a:lnTo>
                <a:lnTo>
                  <a:pt x="245363" y="0"/>
                </a:lnTo>
                <a:lnTo>
                  <a:pt x="253103" y="285"/>
                </a:lnTo>
                <a:lnTo>
                  <a:pt x="290822" y="14644"/>
                </a:lnTo>
                <a:lnTo>
                  <a:pt x="310895" y="47243"/>
                </a:lnTo>
                <a:lnTo>
                  <a:pt x="316991" y="89916"/>
                </a:lnTo>
                <a:lnTo>
                  <a:pt x="316991" y="24841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pic>
        <p:nvPicPr>
          <p:cNvPr id="55" name="object 55"/>
          <p:cNvPicPr/>
          <p:nvPr/>
        </p:nvPicPr>
        <p:blipFill>
          <a:blip r:embed="rId8" cstate="print"/>
          <a:stretch>
            <a:fillRect/>
          </a:stretch>
        </p:blipFill>
        <p:spPr>
          <a:xfrm>
            <a:off x="7528559" y="4504944"/>
            <a:ext cx="67056" cy="111251"/>
          </a:xfrm>
          <a:prstGeom prst="rect">
            <a:avLst/>
          </a:prstGeom>
        </p:spPr>
      </p:pic>
      <p:sp>
        <p:nvSpPr>
          <p:cNvPr id="56" name="object 56"/>
          <p:cNvSpPr/>
          <p:nvPr/>
        </p:nvSpPr>
        <p:spPr>
          <a:xfrm>
            <a:off x="7674864" y="4744211"/>
            <a:ext cx="53340" cy="62865"/>
          </a:xfrm>
          <a:custGeom>
            <a:avLst/>
            <a:gdLst/>
            <a:ahLst/>
            <a:cxnLst/>
            <a:rect l="l" t="t" r="r" b="b"/>
            <a:pathLst>
              <a:path w="53340" h="62864">
                <a:moveTo>
                  <a:pt x="53339" y="62484"/>
                </a:moveTo>
                <a:lnTo>
                  <a:pt x="0" y="62484"/>
                </a:lnTo>
                <a:lnTo>
                  <a:pt x="0" y="0"/>
                </a:lnTo>
                <a:lnTo>
                  <a:pt x="53339" y="0"/>
                </a:lnTo>
                <a:lnTo>
                  <a:pt x="53339" y="6248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" name="object 57"/>
          <p:cNvSpPr/>
          <p:nvPr/>
        </p:nvSpPr>
        <p:spPr>
          <a:xfrm>
            <a:off x="1746504" y="5233428"/>
            <a:ext cx="445134" cy="40005"/>
          </a:xfrm>
          <a:custGeom>
            <a:avLst/>
            <a:gdLst/>
            <a:ahLst/>
            <a:cxnLst/>
            <a:rect l="l" t="t" r="r" b="b"/>
            <a:pathLst>
              <a:path w="445135" h="40004">
                <a:moveTo>
                  <a:pt x="123444" y="0"/>
                </a:moveTo>
                <a:lnTo>
                  <a:pt x="0" y="0"/>
                </a:lnTo>
                <a:lnTo>
                  <a:pt x="0" y="39611"/>
                </a:lnTo>
                <a:lnTo>
                  <a:pt x="123444" y="39611"/>
                </a:lnTo>
                <a:lnTo>
                  <a:pt x="123444" y="0"/>
                </a:lnTo>
                <a:close/>
              </a:path>
              <a:path w="445135" h="40004">
                <a:moveTo>
                  <a:pt x="284988" y="0"/>
                </a:moveTo>
                <a:lnTo>
                  <a:pt x="161544" y="0"/>
                </a:lnTo>
                <a:lnTo>
                  <a:pt x="161544" y="39611"/>
                </a:lnTo>
                <a:lnTo>
                  <a:pt x="284988" y="39611"/>
                </a:lnTo>
                <a:lnTo>
                  <a:pt x="284988" y="0"/>
                </a:lnTo>
                <a:close/>
              </a:path>
              <a:path w="445135" h="40004">
                <a:moveTo>
                  <a:pt x="445008" y="0"/>
                </a:moveTo>
                <a:lnTo>
                  <a:pt x="321564" y="0"/>
                </a:lnTo>
                <a:lnTo>
                  <a:pt x="321564" y="39611"/>
                </a:lnTo>
                <a:lnTo>
                  <a:pt x="445008" y="39611"/>
                </a:lnTo>
                <a:lnTo>
                  <a:pt x="445008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" name="object 58"/>
          <p:cNvSpPr/>
          <p:nvPr/>
        </p:nvSpPr>
        <p:spPr>
          <a:xfrm>
            <a:off x="4008120" y="5036820"/>
            <a:ext cx="398145" cy="394970"/>
          </a:xfrm>
          <a:custGeom>
            <a:avLst/>
            <a:gdLst/>
            <a:ahLst/>
            <a:cxnLst/>
            <a:rect l="l" t="t" r="r" b="b"/>
            <a:pathLst>
              <a:path w="398145" h="394970">
                <a:moveTo>
                  <a:pt x="308457" y="18288"/>
                </a:moveTo>
                <a:lnTo>
                  <a:pt x="271272" y="18288"/>
                </a:lnTo>
                <a:lnTo>
                  <a:pt x="286512" y="0"/>
                </a:lnTo>
                <a:lnTo>
                  <a:pt x="308457" y="18288"/>
                </a:lnTo>
                <a:close/>
              </a:path>
              <a:path w="398145" h="394970">
                <a:moveTo>
                  <a:pt x="97536" y="176784"/>
                </a:moveTo>
                <a:lnTo>
                  <a:pt x="97774" y="155948"/>
                </a:lnTo>
                <a:lnTo>
                  <a:pt x="98821" y="113133"/>
                </a:lnTo>
                <a:lnTo>
                  <a:pt x="99060" y="91440"/>
                </a:lnTo>
                <a:lnTo>
                  <a:pt x="98821" y="69675"/>
                </a:lnTo>
                <a:lnTo>
                  <a:pt x="97831" y="27432"/>
                </a:lnTo>
                <a:lnTo>
                  <a:pt x="97706" y="18288"/>
                </a:lnTo>
                <a:lnTo>
                  <a:pt x="97536" y="1524"/>
                </a:lnTo>
                <a:lnTo>
                  <a:pt x="124968" y="18288"/>
                </a:lnTo>
                <a:lnTo>
                  <a:pt x="308457" y="18288"/>
                </a:lnTo>
                <a:lnTo>
                  <a:pt x="313944" y="22860"/>
                </a:lnTo>
                <a:lnTo>
                  <a:pt x="308229" y="27432"/>
                </a:lnTo>
                <a:lnTo>
                  <a:pt x="123444" y="27432"/>
                </a:lnTo>
                <a:lnTo>
                  <a:pt x="123444" y="77724"/>
                </a:lnTo>
                <a:lnTo>
                  <a:pt x="298727" y="77724"/>
                </a:lnTo>
                <a:lnTo>
                  <a:pt x="298771" y="88392"/>
                </a:lnTo>
                <a:lnTo>
                  <a:pt x="123444" y="88392"/>
                </a:lnTo>
                <a:lnTo>
                  <a:pt x="123444" y="141732"/>
                </a:lnTo>
                <a:lnTo>
                  <a:pt x="299346" y="141732"/>
                </a:lnTo>
                <a:lnTo>
                  <a:pt x="299786" y="150876"/>
                </a:lnTo>
                <a:lnTo>
                  <a:pt x="123444" y="150876"/>
                </a:lnTo>
                <a:lnTo>
                  <a:pt x="123444" y="167640"/>
                </a:lnTo>
                <a:lnTo>
                  <a:pt x="97536" y="176784"/>
                </a:lnTo>
                <a:close/>
              </a:path>
              <a:path w="398145" h="394970">
                <a:moveTo>
                  <a:pt x="298727" y="77724"/>
                </a:moveTo>
                <a:lnTo>
                  <a:pt x="274320" y="77724"/>
                </a:lnTo>
                <a:lnTo>
                  <a:pt x="274320" y="27432"/>
                </a:lnTo>
                <a:lnTo>
                  <a:pt x="308229" y="27432"/>
                </a:lnTo>
                <a:lnTo>
                  <a:pt x="298704" y="35052"/>
                </a:lnTo>
                <a:lnTo>
                  <a:pt x="298727" y="77724"/>
                </a:lnTo>
                <a:close/>
              </a:path>
              <a:path w="398145" h="394970">
                <a:moveTo>
                  <a:pt x="299346" y="141732"/>
                </a:moveTo>
                <a:lnTo>
                  <a:pt x="274320" y="141732"/>
                </a:lnTo>
                <a:lnTo>
                  <a:pt x="274320" y="88392"/>
                </a:lnTo>
                <a:lnTo>
                  <a:pt x="298771" y="88392"/>
                </a:lnTo>
                <a:lnTo>
                  <a:pt x="298894" y="114681"/>
                </a:lnTo>
                <a:lnTo>
                  <a:pt x="299346" y="141732"/>
                </a:lnTo>
                <a:close/>
              </a:path>
              <a:path w="398145" h="394970">
                <a:moveTo>
                  <a:pt x="274320" y="173736"/>
                </a:moveTo>
                <a:lnTo>
                  <a:pt x="274320" y="150876"/>
                </a:lnTo>
                <a:lnTo>
                  <a:pt x="299786" y="150876"/>
                </a:lnTo>
                <a:lnTo>
                  <a:pt x="300227" y="160020"/>
                </a:lnTo>
                <a:lnTo>
                  <a:pt x="274320" y="173736"/>
                </a:lnTo>
                <a:close/>
              </a:path>
              <a:path w="398145" h="394970">
                <a:moveTo>
                  <a:pt x="19812" y="211836"/>
                </a:moveTo>
                <a:lnTo>
                  <a:pt x="4572" y="196596"/>
                </a:lnTo>
                <a:lnTo>
                  <a:pt x="326136" y="196596"/>
                </a:lnTo>
                <a:lnTo>
                  <a:pt x="352044" y="170688"/>
                </a:lnTo>
                <a:lnTo>
                  <a:pt x="388620" y="207264"/>
                </a:lnTo>
                <a:lnTo>
                  <a:pt x="62484" y="207264"/>
                </a:lnTo>
                <a:lnTo>
                  <a:pt x="51315" y="207549"/>
                </a:lnTo>
                <a:lnTo>
                  <a:pt x="40576" y="208407"/>
                </a:lnTo>
                <a:lnTo>
                  <a:pt x="30122" y="209835"/>
                </a:lnTo>
                <a:lnTo>
                  <a:pt x="19812" y="211836"/>
                </a:lnTo>
                <a:close/>
              </a:path>
              <a:path w="398145" h="394970">
                <a:moveTo>
                  <a:pt x="213360" y="341376"/>
                </a:moveTo>
                <a:lnTo>
                  <a:pt x="188976" y="341376"/>
                </a:lnTo>
                <a:lnTo>
                  <a:pt x="188976" y="207264"/>
                </a:lnTo>
                <a:lnTo>
                  <a:pt x="213360" y="207264"/>
                </a:lnTo>
                <a:lnTo>
                  <a:pt x="213360" y="266699"/>
                </a:lnTo>
                <a:lnTo>
                  <a:pt x="350084" y="266699"/>
                </a:lnTo>
                <a:lnTo>
                  <a:pt x="359664" y="275844"/>
                </a:lnTo>
                <a:lnTo>
                  <a:pt x="213360" y="275844"/>
                </a:lnTo>
                <a:lnTo>
                  <a:pt x="213360" y="341376"/>
                </a:lnTo>
                <a:close/>
              </a:path>
              <a:path w="398145" h="394970">
                <a:moveTo>
                  <a:pt x="3048" y="394716"/>
                </a:moveTo>
                <a:lnTo>
                  <a:pt x="0" y="390144"/>
                </a:lnTo>
                <a:lnTo>
                  <a:pt x="34290" y="357854"/>
                </a:lnTo>
                <a:lnTo>
                  <a:pt x="61722" y="318135"/>
                </a:lnTo>
                <a:lnTo>
                  <a:pt x="82296" y="270986"/>
                </a:lnTo>
                <a:lnTo>
                  <a:pt x="96012" y="216408"/>
                </a:lnTo>
                <a:lnTo>
                  <a:pt x="134112" y="237744"/>
                </a:lnTo>
                <a:lnTo>
                  <a:pt x="108561" y="272510"/>
                </a:lnTo>
                <a:lnTo>
                  <a:pt x="105156" y="281940"/>
                </a:lnTo>
                <a:lnTo>
                  <a:pt x="113712" y="291084"/>
                </a:lnTo>
                <a:lnTo>
                  <a:pt x="100584" y="291084"/>
                </a:lnTo>
                <a:lnTo>
                  <a:pt x="82343" y="324850"/>
                </a:lnTo>
                <a:lnTo>
                  <a:pt x="59817" y="353187"/>
                </a:lnTo>
                <a:lnTo>
                  <a:pt x="33289" y="376380"/>
                </a:lnTo>
                <a:lnTo>
                  <a:pt x="3048" y="394716"/>
                </a:lnTo>
                <a:close/>
              </a:path>
              <a:path w="398145" h="394970">
                <a:moveTo>
                  <a:pt x="350084" y="266699"/>
                </a:moveTo>
                <a:lnTo>
                  <a:pt x="303275" y="266699"/>
                </a:lnTo>
                <a:lnTo>
                  <a:pt x="326136" y="243840"/>
                </a:lnTo>
                <a:lnTo>
                  <a:pt x="350084" y="266699"/>
                </a:lnTo>
                <a:close/>
              </a:path>
              <a:path w="398145" h="394970">
                <a:moveTo>
                  <a:pt x="362712" y="390144"/>
                </a:moveTo>
                <a:lnTo>
                  <a:pt x="315229" y="387310"/>
                </a:lnTo>
                <a:lnTo>
                  <a:pt x="275463" y="383476"/>
                </a:lnTo>
                <a:lnTo>
                  <a:pt x="217932" y="373380"/>
                </a:lnTo>
                <a:lnTo>
                  <a:pt x="178879" y="358330"/>
                </a:lnTo>
                <a:lnTo>
                  <a:pt x="135302" y="328374"/>
                </a:lnTo>
                <a:lnTo>
                  <a:pt x="100584" y="291084"/>
                </a:lnTo>
                <a:lnTo>
                  <a:pt x="113712" y="291084"/>
                </a:lnTo>
                <a:lnTo>
                  <a:pt x="121467" y="299370"/>
                </a:lnTo>
                <a:lnTo>
                  <a:pt x="140779" y="315087"/>
                </a:lnTo>
                <a:lnTo>
                  <a:pt x="163234" y="329088"/>
                </a:lnTo>
                <a:lnTo>
                  <a:pt x="188976" y="341376"/>
                </a:lnTo>
                <a:lnTo>
                  <a:pt x="213360" y="341376"/>
                </a:lnTo>
                <a:lnTo>
                  <a:pt x="213360" y="347472"/>
                </a:lnTo>
                <a:lnTo>
                  <a:pt x="230838" y="351472"/>
                </a:lnTo>
                <a:lnTo>
                  <a:pt x="251460" y="354330"/>
                </a:lnTo>
                <a:lnTo>
                  <a:pt x="275510" y="356044"/>
                </a:lnTo>
                <a:lnTo>
                  <a:pt x="330684" y="357211"/>
                </a:lnTo>
                <a:lnTo>
                  <a:pt x="397764" y="357211"/>
                </a:lnTo>
                <a:lnTo>
                  <a:pt x="397764" y="361188"/>
                </a:lnTo>
                <a:lnTo>
                  <a:pt x="383714" y="365498"/>
                </a:lnTo>
                <a:lnTo>
                  <a:pt x="373380" y="371665"/>
                </a:lnTo>
                <a:lnTo>
                  <a:pt x="366474" y="379833"/>
                </a:lnTo>
                <a:lnTo>
                  <a:pt x="362712" y="390144"/>
                </a:lnTo>
                <a:close/>
              </a:path>
              <a:path w="398145" h="394970">
                <a:moveTo>
                  <a:pt x="397764" y="357211"/>
                </a:moveTo>
                <a:lnTo>
                  <a:pt x="330684" y="357211"/>
                </a:lnTo>
                <a:lnTo>
                  <a:pt x="355663" y="356806"/>
                </a:lnTo>
                <a:lnTo>
                  <a:pt x="378071" y="355544"/>
                </a:lnTo>
                <a:lnTo>
                  <a:pt x="397764" y="353568"/>
                </a:lnTo>
                <a:lnTo>
                  <a:pt x="397764" y="35721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" name="object 59"/>
          <p:cNvSpPr/>
          <p:nvPr/>
        </p:nvSpPr>
        <p:spPr>
          <a:xfrm>
            <a:off x="4453115" y="5027688"/>
            <a:ext cx="1274445" cy="413384"/>
          </a:xfrm>
          <a:custGeom>
            <a:avLst/>
            <a:gdLst/>
            <a:ahLst/>
            <a:cxnLst/>
            <a:rect l="l" t="t" r="r" b="b"/>
            <a:pathLst>
              <a:path w="1274445" h="413385">
                <a:moveTo>
                  <a:pt x="396240" y="193535"/>
                </a:moveTo>
                <a:lnTo>
                  <a:pt x="358140" y="155435"/>
                </a:lnTo>
                <a:lnTo>
                  <a:pt x="323088" y="182867"/>
                </a:lnTo>
                <a:lnTo>
                  <a:pt x="0" y="182867"/>
                </a:lnTo>
                <a:lnTo>
                  <a:pt x="15240" y="198107"/>
                </a:lnTo>
                <a:lnTo>
                  <a:pt x="25196" y="196113"/>
                </a:lnTo>
                <a:lnTo>
                  <a:pt x="36576" y="194678"/>
                </a:lnTo>
                <a:lnTo>
                  <a:pt x="49110" y="193827"/>
                </a:lnTo>
                <a:lnTo>
                  <a:pt x="62484" y="193535"/>
                </a:lnTo>
                <a:lnTo>
                  <a:pt x="396240" y="193535"/>
                </a:lnTo>
                <a:close/>
              </a:path>
              <a:path w="1274445" h="413385">
                <a:moveTo>
                  <a:pt x="669048" y="147828"/>
                </a:moveTo>
                <a:lnTo>
                  <a:pt x="626376" y="126492"/>
                </a:lnTo>
                <a:lnTo>
                  <a:pt x="627494" y="147370"/>
                </a:lnTo>
                <a:lnTo>
                  <a:pt x="628472" y="166687"/>
                </a:lnTo>
                <a:lnTo>
                  <a:pt x="629158" y="184569"/>
                </a:lnTo>
                <a:lnTo>
                  <a:pt x="629335" y="195999"/>
                </a:lnTo>
                <a:lnTo>
                  <a:pt x="629424" y="315468"/>
                </a:lnTo>
                <a:lnTo>
                  <a:pt x="629158" y="331774"/>
                </a:lnTo>
                <a:lnTo>
                  <a:pt x="628472" y="353377"/>
                </a:lnTo>
                <a:lnTo>
                  <a:pt x="627545" y="378726"/>
                </a:lnTo>
                <a:lnTo>
                  <a:pt x="626376" y="413004"/>
                </a:lnTo>
                <a:lnTo>
                  <a:pt x="656856" y="394716"/>
                </a:lnTo>
                <a:lnTo>
                  <a:pt x="655967" y="378726"/>
                </a:lnTo>
                <a:lnTo>
                  <a:pt x="655523" y="362902"/>
                </a:lnTo>
                <a:lnTo>
                  <a:pt x="655408" y="353377"/>
                </a:lnTo>
                <a:lnTo>
                  <a:pt x="655332" y="158496"/>
                </a:lnTo>
                <a:lnTo>
                  <a:pt x="669048" y="147828"/>
                </a:lnTo>
                <a:close/>
              </a:path>
              <a:path w="1274445" h="413385">
                <a:moveTo>
                  <a:pt x="845832" y="181356"/>
                </a:moveTo>
                <a:lnTo>
                  <a:pt x="798207" y="167449"/>
                </a:lnTo>
                <a:lnTo>
                  <a:pt x="748296" y="138684"/>
                </a:lnTo>
                <a:lnTo>
                  <a:pt x="697623" y="93916"/>
                </a:lnTo>
                <a:lnTo>
                  <a:pt x="656971" y="42672"/>
                </a:lnTo>
                <a:lnTo>
                  <a:pt x="649236" y="32004"/>
                </a:lnTo>
                <a:lnTo>
                  <a:pt x="664476" y="21336"/>
                </a:lnTo>
                <a:lnTo>
                  <a:pt x="629424" y="0"/>
                </a:lnTo>
                <a:lnTo>
                  <a:pt x="603326" y="57150"/>
                </a:lnTo>
                <a:lnTo>
                  <a:pt x="562368" y="118872"/>
                </a:lnTo>
                <a:lnTo>
                  <a:pt x="535762" y="149161"/>
                </a:lnTo>
                <a:lnTo>
                  <a:pt x="506171" y="176022"/>
                </a:lnTo>
                <a:lnTo>
                  <a:pt x="473417" y="199453"/>
                </a:lnTo>
                <a:lnTo>
                  <a:pt x="437400" y="219456"/>
                </a:lnTo>
                <a:lnTo>
                  <a:pt x="438924" y="227076"/>
                </a:lnTo>
                <a:lnTo>
                  <a:pt x="474662" y="210502"/>
                </a:lnTo>
                <a:lnTo>
                  <a:pt x="534720" y="173926"/>
                </a:lnTo>
                <a:lnTo>
                  <a:pt x="581647" y="131394"/>
                </a:lnTo>
                <a:lnTo>
                  <a:pt x="624039" y="75476"/>
                </a:lnTo>
                <a:lnTo>
                  <a:pt x="644664" y="42672"/>
                </a:lnTo>
                <a:lnTo>
                  <a:pt x="662952" y="72974"/>
                </a:lnTo>
                <a:lnTo>
                  <a:pt x="699528" y="123888"/>
                </a:lnTo>
                <a:lnTo>
                  <a:pt x="736981" y="163372"/>
                </a:lnTo>
                <a:lnTo>
                  <a:pt x="781037" y="195999"/>
                </a:lnTo>
                <a:lnTo>
                  <a:pt x="806208" y="210312"/>
                </a:lnTo>
                <a:lnTo>
                  <a:pt x="813041" y="201180"/>
                </a:lnTo>
                <a:lnTo>
                  <a:pt x="822020" y="194500"/>
                </a:lnTo>
                <a:lnTo>
                  <a:pt x="832993" y="190373"/>
                </a:lnTo>
                <a:lnTo>
                  <a:pt x="845832" y="188976"/>
                </a:lnTo>
                <a:lnTo>
                  <a:pt x="845832" y="181356"/>
                </a:lnTo>
                <a:close/>
              </a:path>
              <a:path w="1274445" h="413385">
                <a:moveTo>
                  <a:pt x="1088148" y="131051"/>
                </a:moveTo>
                <a:lnTo>
                  <a:pt x="1057668" y="97523"/>
                </a:lnTo>
                <a:lnTo>
                  <a:pt x="1037856" y="120383"/>
                </a:lnTo>
                <a:lnTo>
                  <a:pt x="1002804" y="120383"/>
                </a:lnTo>
                <a:lnTo>
                  <a:pt x="1002804" y="36563"/>
                </a:lnTo>
                <a:lnTo>
                  <a:pt x="1018044" y="22847"/>
                </a:lnTo>
                <a:lnTo>
                  <a:pt x="978420" y="6083"/>
                </a:lnTo>
                <a:lnTo>
                  <a:pt x="979297" y="30378"/>
                </a:lnTo>
                <a:lnTo>
                  <a:pt x="979754" y="57518"/>
                </a:lnTo>
                <a:lnTo>
                  <a:pt x="979919" y="87528"/>
                </a:lnTo>
                <a:lnTo>
                  <a:pt x="979944" y="120383"/>
                </a:lnTo>
                <a:lnTo>
                  <a:pt x="893076" y="120383"/>
                </a:lnTo>
                <a:lnTo>
                  <a:pt x="908316" y="135623"/>
                </a:lnTo>
                <a:lnTo>
                  <a:pt x="918616" y="133629"/>
                </a:lnTo>
                <a:lnTo>
                  <a:pt x="929081" y="132194"/>
                </a:lnTo>
                <a:lnTo>
                  <a:pt x="939812" y="131343"/>
                </a:lnTo>
                <a:lnTo>
                  <a:pt x="950988" y="131051"/>
                </a:lnTo>
                <a:lnTo>
                  <a:pt x="976896" y="131051"/>
                </a:lnTo>
                <a:lnTo>
                  <a:pt x="965009" y="172948"/>
                </a:lnTo>
                <a:lnTo>
                  <a:pt x="949553" y="214553"/>
                </a:lnTo>
                <a:lnTo>
                  <a:pt x="930579" y="255930"/>
                </a:lnTo>
                <a:lnTo>
                  <a:pt x="908177" y="297167"/>
                </a:lnTo>
                <a:lnTo>
                  <a:pt x="882408" y="338315"/>
                </a:lnTo>
                <a:lnTo>
                  <a:pt x="886980" y="341363"/>
                </a:lnTo>
                <a:lnTo>
                  <a:pt x="914996" y="309626"/>
                </a:lnTo>
                <a:lnTo>
                  <a:pt x="939749" y="276021"/>
                </a:lnTo>
                <a:lnTo>
                  <a:pt x="961339" y="240423"/>
                </a:lnTo>
                <a:lnTo>
                  <a:pt x="979944" y="202679"/>
                </a:lnTo>
                <a:lnTo>
                  <a:pt x="979703" y="251523"/>
                </a:lnTo>
                <a:lnTo>
                  <a:pt x="978649" y="353771"/>
                </a:lnTo>
                <a:lnTo>
                  <a:pt x="978420" y="406895"/>
                </a:lnTo>
                <a:lnTo>
                  <a:pt x="1004328" y="394703"/>
                </a:lnTo>
                <a:lnTo>
                  <a:pt x="1003439" y="365226"/>
                </a:lnTo>
                <a:lnTo>
                  <a:pt x="1002995" y="320027"/>
                </a:lnTo>
                <a:lnTo>
                  <a:pt x="1002931" y="297167"/>
                </a:lnTo>
                <a:lnTo>
                  <a:pt x="1002804" y="202679"/>
                </a:lnTo>
                <a:lnTo>
                  <a:pt x="1002804" y="181343"/>
                </a:lnTo>
                <a:lnTo>
                  <a:pt x="1033233" y="213918"/>
                </a:lnTo>
                <a:lnTo>
                  <a:pt x="1050048" y="243827"/>
                </a:lnTo>
                <a:lnTo>
                  <a:pt x="1054620" y="243827"/>
                </a:lnTo>
                <a:lnTo>
                  <a:pt x="1057668" y="240779"/>
                </a:lnTo>
                <a:lnTo>
                  <a:pt x="1059192" y="233159"/>
                </a:lnTo>
                <a:lnTo>
                  <a:pt x="1062240" y="227063"/>
                </a:lnTo>
                <a:lnTo>
                  <a:pt x="1063764" y="220967"/>
                </a:lnTo>
                <a:lnTo>
                  <a:pt x="1063764" y="216395"/>
                </a:lnTo>
                <a:lnTo>
                  <a:pt x="1031570" y="182867"/>
                </a:lnTo>
                <a:lnTo>
                  <a:pt x="1027734" y="181343"/>
                </a:lnTo>
                <a:lnTo>
                  <a:pt x="1018540" y="177685"/>
                </a:lnTo>
                <a:lnTo>
                  <a:pt x="1002804" y="172199"/>
                </a:lnTo>
                <a:lnTo>
                  <a:pt x="1002804" y="131051"/>
                </a:lnTo>
                <a:lnTo>
                  <a:pt x="1088148" y="131051"/>
                </a:lnTo>
                <a:close/>
              </a:path>
              <a:path w="1274445" h="413385">
                <a:moveTo>
                  <a:pt x="1274076" y="59423"/>
                </a:moveTo>
                <a:lnTo>
                  <a:pt x="1268361" y="54851"/>
                </a:lnTo>
                <a:lnTo>
                  <a:pt x="1243596" y="35039"/>
                </a:lnTo>
                <a:lnTo>
                  <a:pt x="1232928" y="50457"/>
                </a:lnTo>
                <a:lnTo>
                  <a:pt x="1232928" y="353555"/>
                </a:lnTo>
                <a:lnTo>
                  <a:pt x="1121676" y="353555"/>
                </a:lnTo>
                <a:lnTo>
                  <a:pt x="1121676" y="256019"/>
                </a:lnTo>
                <a:lnTo>
                  <a:pt x="1232928" y="256019"/>
                </a:lnTo>
                <a:lnTo>
                  <a:pt x="1232928" y="245351"/>
                </a:lnTo>
                <a:lnTo>
                  <a:pt x="1121676" y="245351"/>
                </a:lnTo>
                <a:lnTo>
                  <a:pt x="1121676" y="161531"/>
                </a:lnTo>
                <a:lnTo>
                  <a:pt x="1232928" y="161531"/>
                </a:lnTo>
                <a:lnTo>
                  <a:pt x="1232928" y="152387"/>
                </a:lnTo>
                <a:lnTo>
                  <a:pt x="1121676" y="152387"/>
                </a:lnTo>
                <a:lnTo>
                  <a:pt x="1121676" y="65519"/>
                </a:lnTo>
                <a:lnTo>
                  <a:pt x="1232928" y="65519"/>
                </a:lnTo>
                <a:lnTo>
                  <a:pt x="1232928" y="50457"/>
                </a:lnTo>
                <a:lnTo>
                  <a:pt x="1229880" y="54851"/>
                </a:lnTo>
                <a:lnTo>
                  <a:pt x="1121676" y="54851"/>
                </a:lnTo>
                <a:lnTo>
                  <a:pt x="1095768" y="36563"/>
                </a:lnTo>
                <a:lnTo>
                  <a:pt x="1096645" y="63195"/>
                </a:lnTo>
                <a:lnTo>
                  <a:pt x="1097102" y="102095"/>
                </a:lnTo>
                <a:lnTo>
                  <a:pt x="1097254" y="152387"/>
                </a:lnTo>
                <a:lnTo>
                  <a:pt x="1097241" y="288975"/>
                </a:lnTo>
                <a:lnTo>
                  <a:pt x="1097102" y="335648"/>
                </a:lnTo>
                <a:lnTo>
                  <a:pt x="1096645" y="376516"/>
                </a:lnTo>
                <a:lnTo>
                  <a:pt x="1095768" y="405371"/>
                </a:lnTo>
                <a:lnTo>
                  <a:pt x="1121676" y="394703"/>
                </a:lnTo>
                <a:lnTo>
                  <a:pt x="1121676" y="364223"/>
                </a:lnTo>
                <a:lnTo>
                  <a:pt x="1232928" y="364223"/>
                </a:lnTo>
                <a:lnTo>
                  <a:pt x="1232928" y="400799"/>
                </a:lnTo>
                <a:lnTo>
                  <a:pt x="1258836" y="388607"/>
                </a:lnTo>
                <a:lnTo>
                  <a:pt x="1258684" y="364223"/>
                </a:lnTo>
                <a:lnTo>
                  <a:pt x="1258595" y="353555"/>
                </a:lnTo>
                <a:lnTo>
                  <a:pt x="1258074" y="288975"/>
                </a:lnTo>
                <a:lnTo>
                  <a:pt x="1257795" y="245351"/>
                </a:lnTo>
                <a:lnTo>
                  <a:pt x="1257439" y="161531"/>
                </a:lnTo>
                <a:lnTo>
                  <a:pt x="1257312" y="71615"/>
                </a:lnTo>
                <a:lnTo>
                  <a:pt x="1265694" y="65519"/>
                </a:lnTo>
                <a:lnTo>
                  <a:pt x="1274076" y="5942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" name="object 60"/>
          <p:cNvSpPr/>
          <p:nvPr/>
        </p:nvSpPr>
        <p:spPr>
          <a:xfrm>
            <a:off x="5778995" y="5038344"/>
            <a:ext cx="1111250" cy="398145"/>
          </a:xfrm>
          <a:custGeom>
            <a:avLst/>
            <a:gdLst/>
            <a:ahLst/>
            <a:cxnLst/>
            <a:rect l="l" t="t" r="r" b="b"/>
            <a:pathLst>
              <a:path w="1111250" h="398145">
                <a:moveTo>
                  <a:pt x="192024" y="68580"/>
                </a:moveTo>
                <a:lnTo>
                  <a:pt x="163080" y="44196"/>
                </a:lnTo>
                <a:lnTo>
                  <a:pt x="149364" y="60960"/>
                </a:lnTo>
                <a:lnTo>
                  <a:pt x="12204" y="60960"/>
                </a:lnTo>
                <a:lnTo>
                  <a:pt x="27444" y="76200"/>
                </a:lnTo>
                <a:lnTo>
                  <a:pt x="37084" y="74206"/>
                </a:lnTo>
                <a:lnTo>
                  <a:pt x="47447" y="72771"/>
                </a:lnTo>
                <a:lnTo>
                  <a:pt x="58089" y="71920"/>
                </a:lnTo>
                <a:lnTo>
                  <a:pt x="68592" y="71628"/>
                </a:lnTo>
                <a:lnTo>
                  <a:pt x="149364" y="71628"/>
                </a:lnTo>
                <a:lnTo>
                  <a:pt x="139573" y="106489"/>
                </a:lnTo>
                <a:lnTo>
                  <a:pt x="130505" y="137922"/>
                </a:lnTo>
                <a:lnTo>
                  <a:pt x="121716" y="165925"/>
                </a:lnTo>
                <a:lnTo>
                  <a:pt x="112788" y="190500"/>
                </a:lnTo>
                <a:lnTo>
                  <a:pt x="36588" y="105156"/>
                </a:lnTo>
                <a:lnTo>
                  <a:pt x="30492" y="109728"/>
                </a:lnTo>
                <a:lnTo>
                  <a:pt x="43637" y="127165"/>
                </a:lnTo>
                <a:lnTo>
                  <a:pt x="60210" y="149733"/>
                </a:lnTo>
                <a:lnTo>
                  <a:pt x="80213" y="177457"/>
                </a:lnTo>
                <a:lnTo>
                  <a:pt x="103644" y="210312"/>
                </a:lnTo>
                <a:lnTo>
                  <a:pt x="95021" y="227774"/>
                </a:lnTo>
                <a:lnTo>
                  <a:pt x="73202" y="264972"/>
                </a:lnTo>
                <a:lnTo>
                  <a:pt x="45440" y="304736"/>
                </a:lnTo>
                <a:lnTo>
                  <a:pt x="15722" y="339648"/>
                </a:lnTo>
                <a:lnTo>
                  <a:pt x="0" y="355092"/>
                </a:lnTo>
                <a:lnTo>
                  <a:pt x="1524" y="364236"/>
                </a:lnTo>
                <a:lnTo>
                  <a:pt x="41351" y="329374"/>
                </a:lnTo>
                <a:lnTo>
                  <a:pt x="73164" y="295656"/>
                </a:lnTo>
                <a:lnTo>
                  <a:pt x="98120" y="263652"/>
                </a:lnTo>
                <a:lnTo>
                  <a:pt x="117360" y="231648"/>
                </a:lnTo>
                <a:lnTo>
                  <a:pt x="127927" y="255917"/>
                </a:lnTo>
                <a:lnTo>
                  <a:pt x="136791" y="278320"/>
                </a:lnTo>
                <a:lnTo>
                  <a:pt x="143929" y="298729"/>
                </a:lnTo>
                <a:lnTo>
                  <a:pt x="149364" y="316992"/>
                </a:lnTo>
                <a:lnTo>
                  <a:pt x="151904" y="329882"/>
                </a:lnTo>
                <a:lnTo>
                  <a:pt x="154889" y="338899"/>
                </a:lnTo>
                <a:lnTo>
                  <a:pt x="158140" y="344220"/>
                </a:lnTo>
                <a:lnTo>
                  <a:pt x="161556" y="345948"/>
                </a:lnTo>
                <a:lnTo>
                  <a:pt x="163080" y="345948"/>
                </a:lnTo>
                <a:lnTo>
                  <a:pt x="169176" y="339852"/>
                </a:lnTo>
                <a:lnTo>
                  <a:pt x="173736" y="336804"/>
                </a:lnTo>
                <a:lnTo>
                  <a:pt x="175234" y="329374"/>
                </a:lnTo>
                <a:lnTo>
                  <a:pt x="176796" y="320040"/>
                </a:lnTo>
                <a:lnTo>
                  <a:pt x="176479" y="311759"/>
                </a:lnTo>
                <a:lnTo>
                  <a:pt x="165315" y="270319"/>
                </a:lnTo>
                <a:lnTo>
                  <a:pt x="143687" y="233743"/>
                </a:lnTo>
                <a:lnTo>
                  <a:pt x="128028" y="210312"/>
                </a:lnTo>
                <a:lnTo>
                  <a:pt x="136207" y="190500"/>
                </a:lnTo>
                <a:lnTo>
                  <a:pt x="139471" y="182600"/>
                </a:lnTo>
                <a:lnTo>
                  <a:pt x="151079" y="152019"/>
                </a:lnTo>
                <a:lnTo>
                  <a:pt x="162953" y="118592"/>
                </a:lnTo>
                <a:lnTo>
                  <a:pt x="175272" y="82296"/>
                </a:lnTo>
                <a:lnTo>
                  <a:pt x="188302" y="71628"/>
                </a:lnTo>
                <a:lnTo>
                  <a:pt x="192024" y="68580"/>
                </a:lnTo>
                <a:close/>
              </a:path>
              <a:path w="1111250" h="398145">
                <a:moveTo>
                  <a:pt x="257568" y="231648"/>
                </a:moveTo>
                <a:lnTo>
                  <a:pt x="233756" y="186309"/>
                </a:lnTo>
                <a:lnTo>
                  <a:pt x="204228" y="160020"/>
                </a:lnTo>
                <a:lnTo>
                  <a:pt x="199656" y="163068"/>
                </a:lnTo>
                <a:lnTo>
                  <a:pt x="210820" y="185102"/>
                </a:lnTo>
                <a:lnTo>
                  <a:pt x="219278" y="205549"/>
                </a:lnTo>
                <a:lnTo>
                  <a:pt x="225158" y="224586"/>
                </a:lnTo>
                <a:lnTo>
                  <a:pt x="228600" y="242316"/>
                </a:lnTo>
                <a:lnTo>
                  <a:pt x="230035" y="252564"/>
                </a:lnTo>
                <a:lnTo>
                  <a:pt x="232041" y="260223"/>
                </a:lnTo>
                <a:lnTo>
                  <a:pt x="234607" y="265036"/>
                </a:lnTo>
                <a:lnTo>
                  <a:pt x="237756" y="266700"/>
                </a:lnTo>
                <a:lnTo>
                  <a:pt x="239280" y="266700"/>
                </a:lnTo>
                <a:lnTo>
                  <a:pt x="242328" y="262128"/>
                </a:lnTo>
                <a:lnTo>
                  <a:pt x="254520" y="246888"/>
                </a:lnTo>
                <a:lnTo>
                  <a:pt x="257568" y="239268"/>
                </a:lnTo>
                <a:lnTo>
                  <a:pt x="257568" y="231648"/>
                </a:lnTo>
                <a:close/>
              </a:path>
              <a:path w="1111250" h="398145">
                <a:moveTo>
                  <a:pt x="409956" y="123444"/>
                </a:moveTo>
                <a:lnTo>
                  <a:pt x="376440" y="91440"/>
                </a:lnTo>
                <a:lnTo>
                  <a:pt x="353580" y="112776"/>
                </a:lnTo>
                <a:lnTo>
                  <a:pt x="335280" y="112776"/>
                </a:lnTo>
                <a:lnTo>
                  <a:pt x="335280" y="35052"/>
                </a:lnTo>
                <a:lnTo>
                  <a:pt x="350532" y="21336"/>
                </a:lnTo>
                <a:lnTo>
                  <a:pt x="309384" y="0"/>
                </a:lnTo>
                <a:lnTo>
                  <a:pt x="310261" y="12001"/>
                </a:lnTo>
                <a:lnTo>
                  <a:pt x="310718" y="25146"/>
                </a:lnTo>
                <a:lnTo>
                  <a:pt x="310832" y="35052"/>
                </a:lnTo>
                <a:lnTo>
                  <a:pt x="310908" y="112776"/>
                </a:lnTo>
                <a:lnTo>
                  <a:pt x="172212" y="112776"/>
                </a:lnTo>
                <a:lnTo>
                  <a:pt x="187464" y="129540"/>
                </a:lnTo>
                <a:lnTo>
                  <a:pt x="197104" y="126669"/>
                </a:lnTo>
                <a:lnTo>
                  <a:pt x="207467" y="124777"/>
                </a:lnTo>
                <a:lnTo>
                  <a:pt x="218109" y="123761"/>
                </a:lnTo>
                <a:lnTo>
                  <a:pt x="228600" y="123444"/>
                </a:lnTo>
                <a:lnTo>
                  <a:pt x="310908" y="123444"/>
                </a:lnTo>
                <a:lnTo>
                  <a:pt x="310908" y="348996"/>
                </a:lnTo>
                <a:lnTo>
                  <a:pt x="306324" y="353568"/>
                </a:lnTo>
                <a:lnTo>
                  <a:pt x="300240" y="355092"/>
                </a:lnTo>
                <a:lnTo>
                  <a:pt x="291706" y="355409"/>
                </a:lnTo>
                <a:lnTo>
                  <a:pt x="277761" y="354139"/>
                </a:lnTo>
                <a:lnTo>
                  <a:pt x="258660" y="351459"/>
                </a:lnTo>
                <a:lnTo>
                  <a:pt x="234708" y="347472"/>
                </a:lnTo>
                <a:lnTo>
                  <a:pt x="234708" y="356616"/>
                </a:lnTo>
                <a:lnTo>
                  <a:pt x="261823" y="366903"/>
                </a:lnTo>
                <a:lnTo>
                  <a:pt x="281381" y="377190"/>
                </a:lnTo>
                <a:lnTo>
                  <a:pt x="293204" y="387477"/>
                </a:lnTo>
                <a:lnTo>
                  <a:pt x="297192" y="397764"/>
                </a:lnTo>
                <a:lnTo>
                  <a:pt x="314071" y="389788"/>
                </a:lnTo>
                <a:lnTo>
                  <a:pt x="334987" y="355409"/>
                </a:lnTo>
                <a:lnTo>
                  <a:pt x="335280" y="123444"/>
                </a:lnTo>
                <a:lnTo>
                  <a:pt x="409956" y="123444"/>
                </a:lnTo>
                <a:close/>
              </a:path>
              <a:path w="1111250" h="398145">
                <a:moveTo>
                  <a:pt x="847356" y="173748"/>
                </a:moveTo>
                <a:lnTo>
                  <a:pt x="809256" y="135648"/>
                </a:lnTo>
                <a:lnTo>
                  <a:pt x="781824" y="163080"/>
                </a:lnTo>
                <a:lnTo>
                  <a:pt x="662952" y="163080"/>
                </a:lnTo>
                <a:lnTo>
                  <a:pt x="662952" y="42684"/>
                </a:lnTo>
                <a:lnTo>
                  <a:pt x="798588" y="42684"/>
                </a:lnTo>
                <a:lnTo>
                  <a:pt x="765060" y="7632"/>
                </a:lnTo>
                <a:lnTo>
                  <a:pt x="740676" y="32016"/>
                </a:lnTo>
                <a:lnTo>
                  <a:pt x="507504" y="32016"/>
                </a:lnTo>
                <a:lnTo>
                  <a:pt x="522744" y="47256"/>
                </a:lnTo>
                <a:lnTo>
                  <a:pt x="532384" y="45250"/>
                </a:lnTo>
                <a:lnTo>
                  <a:pt x="542747" y="43827"/>
                </a:lnTo>
                <a:lnTo>
                  <a:pt x="553389" y="42964"/>
                </a:lnTo>
                <a:lnTo>
                  <a:pt x="563892" y="42684"/>
                </a:lnTo>
                <a:lnTo>
                  <a:pt x="637044" y="42684"/>
                </a:lnTo>
                <a:lnTo>
                  <a:pt x="637044" y="163080"/>
                </a:lnTo>
                <a:lnTo>
                  <a:pt x="452640" y="163080"/>
                </a:lnTo>
                <a:lnTo>
                  <a:pt x="469404" y="179844"/>
                </a:lnTo>
                <a:lnTo>
                  <a:pt x="478828" y="176961"/>
                </a:lnTo>
                <a:lnTo>
                  <a:pt x="488835" y="175082"/>
                </a:lnTo>
                <a:lnTo>
                  <a:pt x="499402" y="174053"/>
                </a:lnTo>
                <a:lnTo>
                  <a:pt x="510552" y="173748"/>
                </a:lnTo>
                <a:lnTo>
                  <a:pt x="637044" y="173748"/>
                </a:lnTo>
                <a:lnTo>
                  <a:pt x="637044" y="327672"/>
                </a:lnTo>
                <a:lnTo>
                  <a:pt x="635914" y="337667"/>
                </a:lnTo>
                <a:lnTo>
                  <a:pt x="632663" y="344817"/>
                </a:lnTo>
                <a:lnTo>
                  <a:pt x="627392" y="349097"/>
                </a:lnTo>
                <a:lnTo>
                  <a:pt x="620280" y="350532"/>
                </a:lnTo>
                <a:lnTo>
                  <a:pt x="609942" y="349973"/>
                </a:lnTo>
                <a:lnTo>
                  <a:pt x="597039" y="348437"/>
                </a:lnTo>
                <a:lnTo>
                  <a:pt x="581266" y="346024"/>
                </a:lnTo>
                <a:lnTo>
                  <a:pt x="562368" y="342912"/>
                </a:lnTo>
                <a:lnTo>
                  <a:pt x="562368" y="352056"/>
                </a:lnTo>
                <a:lnTo>
                  <a:pt x="588365" y="359981"/>
                </a:lnTo>
                <a:lnTo>
                  <a:pt x="606945" y="369773"/>
                </a:lnTo>
                <a:lnTo>
                  <a:pt x="618083" y="380987"/>
                </a:lnTo>
                <a:lnTo>
                  <a:pt x="621804" y="393204"/>
                </a:lnTo>
                <a:lnTo>
                  <a:pt x="640664" y="384670"/>
                </a:lnTo>
                <a:lnTo>
                  <a:pt x="653808" y="373011"/>
                </a:lnTo>
                <a:lnTo>
                  <a:pt x="661238" y="358482"/>
                </a:lnTo>
                <a:lnTo>
                  <a:pt x="662952" y="341388"/>
                </a:lnTo>
                <a:lnTo>
                  <a:pt x="662952" y="173748"/>
                </a:lnTo>
                <a:lnTo>
                  <a:pt x="847356" y="173748"/>
                </a:lnTo>
                <a:close/>
              </a:path>
              <a:path w="1111250" h="398145">
                <a:moveTo>
                  <a:pt x="1110996" y="265176"/>
                </a:moveTo>
                <a:lnTo>
                  <a:pt x="1102639" y="224243"/>
                </a:lnTo>
                <a:lnTo>
                  <a:pt x="1075944" y="195262"/>
                </a:lnTo>
                <a:lnTo>
                  <a:pt x="1039825" y="180594"/>
                </a:lnTo>
                <a:lnTo>
                  <a:pt x="995743" y="169354"/>
                </a:lnTo>
                <a:lnTo>
                  <a:pt x="981456" y="166116"/>
                </a:lnTo>
                <a:lnTo>
                  <a:pt x="971105" y="162407"/>
                </a:lnTo>
                <a:lnTo>
                  <a:pt x="941260" y="134112"/>
                </a:lnTo>
                <a:lnTo>
                  <a:pt x="938784" y="115824"/>
                </a:lnTo>
                <a:lnTo>
                  <a:pt x="939927" y="104965"/>
                </a:lnTo>
                <a:lnTo>
                  <a:pt x="966838" y="72377"/>
                </a:lnTo>
                <a:lnTo>
                  <a:pt x="1005840" y="64008"/>
                </a:lnTo>
                <a:lnTo>
                  <a:pt x="1018413" y="64820"/>
                </a:lnTo>
                <a:lnTo>
                  <a:pt x="1056132" y="74676"/>
                </a:lnTo>
                <a:lnTo>
                  <a:pt x="1095756" y="99060"/>
                </a:lnTo>
                <a:lnTo>
                  <a:pt x="1098804" y="99060"/>
                </a:lnTo>
                <a:lnTo>
                  <a:pt x="1098804" y="48768"/>
                </a:lnTo>
                <a:lnTo>
                  <a:pt x="1088237" y="43611"/>
                </a:lnTo>
                <a:lnTo>
                  <a:pt x="1077087" y="39433"/>
                </a:lnTo>
                <a:lnTo>
                  <a:pt x="1065377" y="36131"/>
                </a:lnTo>
                <a:lnTo>
                  <a:pt x="1053084" y="33528"/>
                </a:lnTo>
                <a:lnTo>
                  <a:pt x="1041374" y="30657"/>
                </a:lnTo>
                <a:lnTo>
                  <a:pt x="1029081" y="28765"/>
                </a:lnTo>
                <a:lnTo>
                  <a:pt x="1016228" y="27749"/>
                </a:lnTo>
                <a:lnTo>
                  <a:pt x="1002792" y="27432"/>
                </a:lnTo>
                <a:lnTo>
                  <a:pt x="979919" y="29133"/>
                </a:lnTo>
                <a:lnTo>
                  <a:pt x="940435" y="42227"/>
                </a:lnTo>
                <a:lnTo>
                  <a:pt x="910424" y="67894"/>
                </a:lnTo>
                <a:lnTo>
                  <a:pt x="893064" y="120396"/>
                </a:lnTo>
                <a:lnTo>
                  <a:pt x="893597" y="129286"/>
                </a:lnTo>
                <a:lnTo>
                  <a:pt x="905637" y="166687"/>
                </a:lnTo>
                <a:lnTo>
                  <a:pt x="938784" y="196596"/>
                </a:lnTo>
                <a:lnTo>
                  <a:pt x="992606" y="213487"/>
                </a:lnTo>
                <a:lnTo>
                  <a:pt x="999744" y="214884"/>
                </a:lnTo>
                <a:lnTo>
                  <a:pt x="1005751" y="216293"/>
                </a:lnTo>
                <a:lnTo>
                  <a:pt x="1044702" y="229171"/>
                </a:lnTo>
                <a:lnTo>
                  <a:pt x="1066228" y="262420"/>
                </a:lnTo>
                <a:lnTo>
                  <a:pt x="1066800" y="271272"/>
                </a:lnTo>
                <a:lnTo>
                  <a:pt x="1065657" y="283044"/>
                </a:lnTo>
                <a:lnTo>
                  <a:pt x="1038225" y="317144"/>
                </a:lnTo>
                <a:lnTo>
                  <a:pt x="993648" y="326136"/>
                </a:lnTo>
                <a:lnTo>
                  <a:pt x="981697" y="325310"/>
                </a:lnTo>
                <a:lnTo>
                  <a:pt x="941832" y="313944"/>
                </a:lnTo>
                <a:lnTo>
                  <a:pt x="905408" y="292950"/>
                </a:lnTo>
                <a:lnTo>
                  <a:pt x="894588" y="283464"/>
                </a:lnTo>
                <a:lnTo>
                  <a:pt x="891540" y="283464"/>
                </a:lnTo>
                <a:lnTo>
                  <a:pt x="891540" y="336804"/>
                </a:lnTo>
                <a:lnTo>
                  <a:pt x="902119" y="342239"/>
                </a:lnTo>
                <a:lnTo>
                  <a:pt x="950404" y="358216"/>
                </a:lnTo>
                <a:lnTo>
                  <a:pt x="996696" y="362712"/>
                </a:lnTo>
                <a:lnTo>
                  <a:pt x="1010983" y="362165"/>
                </a:lnTo>
                <a:lnTo>
                  <a:pt x="1056119" y="351116"/>
                </a:lnTo>
                <a:lnTo>
                  <a:pt x="1088593" y="326618"/>
                </a:lnTo>
                <a:lnTo>
                  <a:pt x="1107147" y="292608"/>
                </a:lnTo>
                <a:lnTo>
                  <a:pt x="1110665" y="274320"/>
                </a:lnTo>
                <a:lnTo>
                  <a:pt x="1110996" y="26517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" name="object 61"/>
          <p:cNvSpPr/>
          <p:nvPr/>
        </p:nvSpPr>
        <p:spPr>
          <a:xfrm>
            <a:off x="6955535" y="5032247"/>
            <a:ext cx="356870" cy="401320"/>
          </a:xfrm>
          <a:custGeom>
            <a:avLst/>
            <a:gdLst/>
            <a:ahLst/>
            <a:cxnLst/>
            <a:rect l="l" t="t" r="r" b="b"/>
            <a:pathLst>
              <a:path w="356870" h="401320">
                <a:moveTo>
                  <a:pt x="53340" y="89916"/>
                </a:moveTo>
                <a:lnTo>
                  <a:pt x="42672" y="89916"/>
                </a:lnTo>
                <a:lnTo>
                  <a:pt x="50696" y="61936"/>
                </a:lnTo>
                <a:lnTo>
                  <a:pt x="56578" y="37528"/>
                </a:lnTo>
                <a:lnTo>
                  <a:pt x="60459" y="16835"/>
                </a:lnTo>
                <a:lnTo>
                  <a:pt x="62484" y="0"/>
                </a:lnTo>
                <a:lnTo>
                  <a:pt x="100584" y="19812"/>
                </a:lnTo>
                <a:lnTo>
                  <a:pt x="90844" y="27551"/>
                </a:lnTo>
                <a:lnTo>
                  <a:pt x="79819" y="41719"/>
                </a:lnTo>
                <a:lnTo>
                  <a:pt x="67365" y="62460"/>
                </a:lnTo>
                <a:lnTo>
                  <a:pt x="53340" y="89916"/>
                </a:lnTo>
                <a:close/>
              </a:path>
              <a:path w="356870" h="401320">
                <a:moveTo>
                  <a:pt x="147828" y="190500"/>
                </a:moveTo>
                <a:lnTo>
                  <a:pt x="141732" y="187452"/>
                </a:lnTo>
                <a:lnTo>
                  <a:pt x="158877" y="160615"/>
                </a:lnTo>
                <a:lnTo>
                  <a:pt x="173736" y="135064"/>
                </a:lnTo>
                <a:lnTo>
                  <a:pt x="196596" y="88392"/>
                </a:lnTo>
                <a:lnTo>
                  <a:pt x="211264" y="44958"/>
                </a:lnTo>
                <a:lnTo>
                  <a:pt x="222503" y="1524"/>
                </a:lnTo>
                <a:lnTo>
                  <a:pt x="260603" y="24384"/>
                </a:lnTo>
                <a:lnTo>
                  <a:pt x="252626" y="31480"/>
                </a:lnTo>
                <a:lnTo>
                  <a:pt x="242506" y="45720"/>
                </a:lnTo>
                <a:lnTo>
                  <a:pt x="230385" y="66817"/>
                </a:lnTo>
                <a:lnTo>
                  <a:pt x="216408" y="94488"/>
                </a:lnTo>
                <a:lnTo>
                  <a:pt x="348996" y="94488"/>
                </a:lnTo>
                <a:lnTo>
                  <a:pt x="356616" y="102108"/>
                </a:lnTo>
                <a:lnTo>
                  <a:pt x="352425" y="105156"/>
                </a:lnTo>
                <a:lnTo>
                  <a:pt x="213360" y="105156"/>
                </a:lnTo>
                <a:lnTo>
                  <a:pt x="197334" y="129420"/>
                </a:lnTo>
                <a:lnTo>
                  <a:pt x="181165" y="151828"/>
                </a:lnTo>
                <a:lnTo>
                  <a:pt x="164711" y="172235"/>
                </a:lnTo>
                <a:lnTo>
                  <a:pt x="147828" y="190500"/>
                </a:lnTo>
                <a:close/>
              </a:path>
              <a:path w="356870" h="401320">
                <a:moveTo>
                  <a:pt x="144780" y="89916"/>
                </a:moveTo>
                <a:lnTo>
                  <a:pt x="111252" y="89916"/>
                </a:lnTo>
                <a:lnTo>
                  <a:pt x="128016" y="73152"/>
                </a:lnTo>
                <a:lnTo>
                  <a:pt x="144780" y="89916"/>
                </a:lnTo>
                <a:close/>
              </a:path>
              <a:path w="356870" h="401320">
                <a:moveTo>
                  <a:pt x="0" y="397764"/>
                </a:moveTo>
                <a:lnTo>
                  <a:pt x="820" y="359664"/>
                </a:lnTo>
                <a:lnTo>
                  <a:pt x="917" y="353568"/>
                </a:lnTo>
                <a:lnTo>
                  <a:pt x="1333" y="316230"/>
                </a:lnTo>
                <a:lnTo>
                  <a:pt x="1425" y="176784"/>
                </a:lnTo>
                <a:lnTo>
                  <a:pt x="1301" y="151828"/>
                </a:lnTo>
                <a:lnTo>
                  <a:pt x="881" y="114681"/>
                </a:lnTo>
                <a:lnTo>
                  <a:pt x="0" y="74676"/>
                </a:lnTo>
                <a:lnTo>
                  <a:pt x="25908" y="89916"/>
                </a:lnTo>
                <a:lnTo>
                  <a:pt x="144780" y="89916"/>
                </a:lnTo>
                <a:lnTo>
                  <a:pt x="153924" y="99060"/>
                </a:lnTo>
                <a:lnTo>
                  <a:pt x="151828" y="100584"/>
                </a:lnTo>
                <a:lnTo>
                  <a:pt x="24384" y="100584"/>
                </a:lnTo>
                <a:lnTo>
                  <a:pt x="24384" y="211836"/>
                </a:lnTo>
                <a:lnTo>
                  <a:pt x="137205" y="211836"/>
                </a:lnTo>
                <a:lnTo>
                  <a:pt x="137219" y="222504"/>
                </a:lnTo>
                <a:lnTo>
                  <a:pt x="24384" y="222504"/>
                </a:lnTo>
                <a:lnTo>
                  <a:pt x="24384" y="344424"/>
                </a:lnTo>
                <a:lnTo>
                  <a:pt x="137922" y="344424"/>
                </a:lnTo>
                <a:lnTo>
                  <a:pt x="138123" y="353568"/>
                </a:lnTo>
                <a:lnTo>
                  <a:pt x="24384" y="353568"/>
                </a:lnTo>
                <a:lnTo>
                  <a:pt x="24384" y="384048"/>
                </a:lnTo>
                <a:lnTo>
                  <a:pt x="0" y="397764"/>
                </a:lnTo>
                <a:close/>
              </a:path>
              <a:path w="356870" h="401320">
                <a:moveTo>
                  <a:pt x="348996" y="94488"/>
                </a:moveTo>
                <a:lnTo>
                  <a:pt x="310896" y="94488"/>
                </a:lnTo>
                <a:lnTo>
                  <a:pt x="330708" y="76200"/>
                </a:lnTo>
                <a:lnTo>
                  <a:pt x="348996" y="94488"/>
                </a:lnTo>
                <a:close/>
              </a:path>
              <a:path w="356870" h="401320">
                <a:moveTo>
                  <a:pt x="137205" y="211836"/>
                </a:moveTo>
                <a:lnTo>
                  <a:pt x="114300" y="211836"/>
                </a:lnTo>
                <a:lnTo>
                  <a:pt x="114300" y="100584"/>
                </a:lnTo>
                <a:lnTo>
                  <a:pt x="151828" y="100584"/>
                </a:lnTo>
                <a:lnTo>
                  <a:pt x="137160" y="111252"/>
                </a:lnTo>
                <a:lnTo>
                  <a:pt x="137205" y="211836"/>
                </a:lnTo>
                <a:close/>
              </a:path>
              <a:path w="356870" h="401320">
                <a:moveTo>
                  <a:pt x="326280" y="359664"/>
                </a:moveTo>
                <a:lnTo>
                  <a:pt x="283464" y="359664"/>
                </a:lnTo>
                <a:lnTo>
                  <a:pt x="291750" y="357687"/>
                </a:lnTo>
                <a:lnTo>
                  <a:pt x="298323" y="351853"/>
                </a:lnTo>
                <a:lnTo>
                  <a:pt x="308586" y="304038"/>
                </a:lnTo>
                <a:lnTo>
                  <a:pt x="310705" y="258318"/>
                </a:lnTo>
                <a:lnTo>
                  <a:pt x="312539" y="192024"/>
                </a:lnTo>
                <a:lnTo>
                  <a:pt x="313944" y="105156"/>
                </a:lnTo>
                <a:lnTo>
                  <a:pt x="352425" y="105156"/>
                </a:lnTo>
                <a:lnTo>
                  <a:pt x="339852" y="114300"/>
                </a:lnTo>
                <a:lnTo>
                  <a:pt x="338789" y="186213"/>
                </a:lnTo>
                <a:lnTo>
                  <a:pt x="337291" y="248631"/>
                </a:lnTo>
                <a:lnTo>
                  <a:pt x="335462" y="294583"/>
                </a:lnTo>
                <a:lnTo>
                  <a:pt x="333268" y="326489"/>
                </a:lnTo>
                <a:lnTo>
                  <a:pt x="330708" y="344424"/>
                </a:lnTo>
                <a:lnTo>
                  <a:pt x="327231" y="357020"/>
                </a:lnTo>
                <a:lnTo>
                  <a:pt x="326280" y="359664"/>
                </a:lnTo>
                <a:close/>
              </a:path>
              <a:path w="356870" h="401320">
                <a:moveTo>
                  <a:pt x="231648" y="268224"/>
                </a:moveTo>
                <a:lnTo>
                  <a:pt x="224027" y="268224"/>
                </a:lnTo>
                <a:lnTo>
                  <a:pt x="220979" y="260603"/>
                </a:lnTo>
                <a:lnTo>
                  <a:pt x="219456" y="245364"/>
                </a:lnTo>
                <a:lnTo>
                  <a:pt x="214884" y="227576"/>
                </a:lnTo>
                <a:lnTo>
                  <a:pt x="208026" y="210502"/>
                </a:lnTo>
                <a:lnTo>
                  <a:pt x="198882" y="193714"/>
                </a:lnTo>
                <a:lnTo>
                  <a:pt x="187452" y="176784"/>
                </a:lnTo>
                <a:lnTo>
                  <a:pt x="190500" y="172212"/>
                </a:lnTo>
                <a:lnTo>
                  <a:pt x="224028" y="198501"/>
                </a:lnTo>
                <a:lnTo>
                  <a:pt x="246888" y="234696"/>
                </a:lnTo>
                <a:lnTo>
                  <a:pt x="246888" y="246888"/>
                </a:lnTo>
                <a:lnTo>
                  <a:pt x="243840" y="254508"/>
                </a:lnTo>
                <a:lnTo>
                  <a:pt x="234696" y="266700"/>
                </a:lnTo>
                <a:lnTo>
                  <a:pt x="231648" y="268224"/>
                </a:lnTo>
                <a:close/>
              </a:path>
              <a:path w="356870" h="401320">
                <a:moveTo>
                  <a:pt x="137922" y="344424"/>
                </a:moveTo>
                <a:lnTo>
                  <a:pt x="114300" y="344424"/>
                </a:lnTo>
                <a:lnTo>
                  <a:pt x="114300" y="222504"/>
                </a:lnTo>
                <a:lnTo>
                  <a:pt x="137219" y="222504"/>
                </a:lnTo>
                <a:lnTo>
                  <a:pt x="137331" y="268224"/>
                </a:lnTo>
                <a:lnTo>
                  <a:pt x="137489" y="304373"/>
                </a:lnTo>
                <a:lnTo>
                  <a:pt x="137922" y="344424"/>
                </a:lnTo>
                <a:close/>
              </a:path>
              <a:path w="356870" h="401320">
                <a:moveTo>
                  <a:pt x="277367" y="400812"/>
                </a:moveTo>
                <a:lnTo>
                  <a:pt x="271129" y="387953"/>
                </a:lnTo>
                <a:lnTo>
                  <a:pt x="259461" y="376809"/>
                </a:lnTo>
                <a:lnTo>
                  <a:pt x="242649" y="367379"/>
                </a:lnTo>
                <a:lnTo>
                  <a:pt x="220979" y="359664"/>
                </a:lnTo>
                <a:lnTo>
                  <a:pt x="220979" y="350520"/>
                </a:lnTo>
                <a:lnTo>
                  <a:pt x="241030" y="354520"/>
                </a:lnTo>
                <a:lnTo>
                  <a:pt x="257937" y="357378"/>
                </a:lnTo>
                <a:lnTo>
                  <a:pt x="271986" y="359092"/>
                </a:lnTo>
                <a:lnTo>
                  <a:pt x="283464" y="359664"/>
                </a:lnTo>
                <a:lnTo>
                  <a:pt x="326280" y="359664"/>
                </a:lnTo>
                <a:lnTo>
                  <a:pt x="323469" y="367474"/>
                </a:lnTo>
                <a:lnTo>
                  <a:pt x="289083" y="396240"/>
                </a:lnTo>
                <a:lnTo>
                  <a:pt x="277367" y="400812"/>
                </a:lnTo>
                <a:close/>
              </a:path>
              <a:path w="356870" h="401320">
                <a:moveTo>
                  <a:pt x="114300" y="390144"/>
                </a:moveTo>
                <a:lnTo>
                  <a:pt x="114300" y="353568"/>
                </a:lnTo>
                <a:lnTo>
                  <a:pt x="138123" y="353568"/>
                </a:lnTo>
                <a:lnTo>
                  <a:pt x="138684" y="376428"/>
                </a:lnTo>
                <a:lnTo>
                  <a:pt x="114300" y="39014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pic>
        <p:nvPicPr>
          <p:cNvPr id="62" name="object 62"/>
          <p:cNvPicPr/>
          <p:nvPr/>
        </p:nvPicPr>
        <p:blipFill>
          <a:blip r:embed="rId9" cstate="print"/>
          <a:stretch>
            <a:fillRect/>
          </a:stretch>
        </p:blipFill>
        <p:spPr>
          <a:xfrm>
            <a:off x="2129027" y="5030723"/>
            <a:ext cx="2157983" cy="935736"/>
          </a:xfrm>
          <a:prstGeom prst="rect">
            <a:avLst/>
          </a:prstGeom>
        </p:spPr>
      </p:pic>
      <p:pic>
        <p:nvPicPr>
          <p:cNvPr id="63" name="object 63"/>
          <p:cNvPicPr/>
          <p:nvPr/>
        </p:nvPicPr>
        <p:blipFill>
          <a:blip r:embed="rId10" cstate="print"/>
          <a:stretch>
            <a:fillRect/>
          </a:stretch>
        </p:blipFill>
        <p:spPr>
          <a:xfrm>
            <a:off x="7386828" y="5024627"/>
            <a:ext cx="2305811" cy="422148"/>
          </a:xfrm>
          <a:prstGeom prst="rect">
            <a:avLst/>
          </a:prstGeom>
        </p:spPr>
      </p:pic>
      <p:sp>
        <p:nvSpPr>
          <p:cNvPr id="64" name="object 64"/>
          <p:cNvSpPr/>
          <p:nvPr/>
        </p:nvSpPr>
        <p:spPr>
          <a:xfrm>
            <a:off x="4349496" y="5527560"/>
            <a:ext cx="772795" cy="429895"/>
          </a:xfrm>
          <a:custGeom>
            <a:avLst/>
            <a:gdLst/>
            <a:ahLst/>
            <a:cxnLst/>
            <a:rect l="l" t="t" r="r" b="b"/>
            <a:pathLst>
              <a:path w="772795" h="429895">
                <a:moveTo>
                  <a:pt x="394716" y="166116"/>
                </a:moveTo>
                <a:lnTo>
                  <a:pt x="356616" y="128016"/>
                </a:lnTo>
                <a:lnTo>
                  <a:pt x="329184" y="155448"/>
                </a:lnTo>
                <a:lnTo>
                  <a:pt x="210312" y="155448"/>
                </a:lnTo>
                <a:lnTo>
                  <a:pt x="210312" y="35052"/>
                </a:lnTo>
                <a:lnTo>
                  <a:pt x="345948" y="35052"/>
                </a:lnTo>
                <a:lnTo>
                  <a:pt x="310896" y="0"/>
                </a:lnTo>
                <a:lnTo>
                  <a:pt x="286512" y="24384"/>
                </a:lnTo>
                <a:lnTo>
                  <a:pt x="53340" y="24384"/>
                </a:lnTo>
                <a:lnTo>
                  <a:pt x="70104" y="39624"/>
                </a:lnTo>
                <a:lnTo>
                  <a:pt x="79527" y="37617"/>
                </a:lnTo>
                <a:lnTo>
                  <a:pt x="89535" y="36195"/>
                </a:lnTo>
                <a:lnTo>
                  <a:pt x="100101" y="35331"/>
                </a:lnTo>
                <a:lnTo>
                  <a:pt x="111252" y="35052"/>
                </a:lnTo>
                <a:lnTo>
                  <a:pt x="184404" y="35052"/>
                </a:lnTo>
                <a:lnTo>
                  <a:pt x="184404" y="155448"/>
                </a:lnTo>
                <a:lnTo>
                  <a:pt x="0" y="155448"/>
                </a:lnTo>
                <a:lnTo>
                  <a:pt x="15240" y="172212"/>
                </a:lnTo>
                <a:lnTo>
                  <a:pt x="25539" y="169329"/>
                </a:lnTo>
                <a:lnTo>
                  <a:pt x="36004" y="167449"/>
                </a:lnTo>
                <a:lnTo>
                  <a:pt x="46736" y="166420"/>
                </a:lnTo>
                <a:lnTo>
                  <a:pt x="57912" y="166116"/>
                </a:lnTo>
                <a:lnTo>
                  <a:pt x="184404" y="166116"/>
                </a:lnTo>
                <a:lnTo>
                  <a:pt x="184404" y="320040"/>
                </a:lnTo>
                <a:lnTo>
                  <a:pt x="183261" y="330034"/>
                </a:lnTo>
                <a:lnTo>
                  <a:pt x="179832" y="337185"/>
                </a:lnTo>
                <a:lnTo>
                  <a:pt x="174117" y="341464"/>
                </a:lnTo>
                <a:lnTo>
                  <a:pt x="166116" y="342900"/>
                </a:lnTo>
                <a:lnTo>
                  <a:pt x="156438" y="342341"/>
                </a:lnTo>
                <a:lnTo>
                  <a:pt x="143637" y="340804"/>
                </a:lnTo>
                <a:lnTo>
                  <a:pt x="127965" y="338391"/>
                </a:lnTo>
                <a:lnTo>
                  <a:pt x="109728" y="335280"/>
                </a:lnTo>
                <a:lnTo>
                  <a:pt x="109728" y="344424"/>
                </a:lnTo>
                <a:lnTo>
                  <a:pt x="135724" y="352996"/>
                </a:lnTo>
                <a:lnTo>
                  <a:pt x="154305" y="362712"/>
                </a:lnTo>
                <a:lnTo>
                  <a:pt x="165442" y="373570"/>
                </a:lnTo>
                <a:lnTo>
                  <a:pt x="169164" y="385572"/>
                </a:lnTo>
                <a:lnTo>
                  <a:pt x="188023" y="377253"/>
                </a:lnTo>
                <a:lnTo>
                  <a:pt x="201168" y="365950"/>
                </a:lnTo>
                <a:lnTo>
                  <a:pt x="208597" y="351485"/>
                </a:lnTo>
                <a:lnTo>
                  <a:pt x="210312" y="333756"/>
                </a:lnTo>
                <a:lnTo>
                  <a:pt x="210312" y="166116"/>
                </a:lnTo>
                <a:lnTo>
                  <a:pt x="394716" y="166116"/>
                </a:lnTo>
                <a:close/>
              </a:path>
              <a:path w="772795" h="429895">
                <a:moveTo>
                  <a:pt x="656844" y="257543"/>
                </a:moveTo>
                <a:lnTo>
                  <a:pt x="648474" y="216611"/>
                </a:lnTo>
                <a:lnTo>
                  <a:pt x="621792" y="187629"/>
                </a:lnTo>
                <a:lnTo>
                  <a:pt x="577977" y="170675"/>
                </a:lnTo>
                <a:lnTo>
                  <a:pt x="534466" y="159893"/>
                </a:lnTo>
                <a:lnTo>
                  <a:pt x="527304" y="158483"/>
                </a:lnTo>
                <a:lnTo>
                  <a:pt x="517588" y="154774"/>
                </a:lnTo>
                <a:lnTo>
                  <a:pt x="487108" y="126479"/>
                </a:lnTo>
                <a:lnTo>
                  <a:pt x="484632" y="108191"/>
                </a:lnTo>
                <a:lnTo>
                  <a:pt x="485775" y="97320"/>
                </a:lnTo>
                <a:lnTo>
                  <a:pt x="512889" y="64096"/>
                </a:lnTo>
                <a:lnTo>
                  <a:pt x="551688" y="56375"/>
                </a:lnTo>
                <a:lnTo>
                  <a:pt x="564261" y="57188"/>
                </a:lnTo>
                <a:lnTo>
                  <a:pt x="601980" y="67043"/>
                </a:lnTo>
                <a:lnTo>
                  <a:pt x="641604" y="91427"/>
                </a:lnTo>
                <a:lnTo>
                  <a:pt x="644652" y="91427"/>
                </a:lnTo>
                <a:lnTo>
                  <a:pt x="644652" y="41135"/>
                </a:lnTo>
                <a:lnTo>
                  <a:pt x="634098" y="35953"/>
                </a:lnTo>
                <a:lnTo>
                  <a:pt x="587857" y="22377"/>
                </a:lnTo>
                <a:lnTo>
                  <a:pt x="548640" y="19799"/>
                </a:lnTo>
                <a:lnTo>
                  <a:pt x="525754" y="21501"/>
                </a:lnTo>
                <a:lnTo>
                  <a:pt x="486270" y="34594"/>
                </a:lnTo>
                <a:lnTo>
                  <a:pt x="456260" y="60045"/>
                </a:lnTo>
                <a:lnTo>
                  <a:pt x="438912" y="112763"/>
                </a:lnTo>
                <a:lnTo>
                  <a:pt x="439432" y="121653"/>
                </a:lnTo>
                <a:lnTo>
                  <a:pt x="451485" y="159054"/>
                </a:lnTo>
                <a:lnTo>
                  <a:pt x="484632" y="188963"/>
                </a:lnTo>
                <a:lnTo>
                  <a:pt x="538657" y="205854"/>
                </a:lnTo>
                <a:lnTo>
                  <a:pt x="545592" y="207251"/>
                </a:lnTo>
                <a:lnTo>
                  <a:pt x="551586" y="208661"/>
                </a:lnTo>
                <a:lnTo>
                  <a:pt x="591121" y="221538"/>
                </a:lnTo>
                <a:lnTo>
                  <a:pt x="612076" y="254787"/>
                </a:lnTo>
                <a:lnTo>
                  <a:pt x="612648" y="263639"/>
                </a:lnTo>
                <a:lnTo>
                  <a:pt x="611505" y="275412"/>
                </a:lnTo>
                <a:lnTo>
                  <a:pt x="584085" y="309511"/>
                </a:lnTo>
                <a:lnTo>
                  <a:pt x="541020" y="318503"/>
                </a:lnTo>
                <a:lnTo>
                  <a:pt x="528180" y="317677"/>
                </a:lnTo>
                <a:lnTo>
                  <a:pt x="487680" y="306311"/>
                </a:lnTo>
                <a:lnTo>
                  <a:pt x="451243" y="285534"/>
                </a:lnTo>
                <a:lnTo>
                  <a:pt x="440436" y="275831"/>
                </a:lnTo>
                <a:lnTo>
                  <a:pt x="437388" y="275831"/>
                </a:lnTo>
                <a:lnTo>
                  <a:pt x="437388" y="329171"/>
                </a:lnTo>
                <a:lnTo>
                  <a:pt x="448170" y="334606"/>
                </a:lnTo>
                <a:lnTo>
                  <a:pt x="496265" y="350583"/>
                </a:lnTo>
                <a:lnTo>
                  <a:pt x="544068" y="355079"/>
                </a:lnTo>
                <a:lnTo>
                  <a:pt x="558114" y="354533"/>
                </a:lnTo>
                <a:lnTo>
                  <a:pt x="602589" y="343484"/>
                </a:lnTo>
                <a:lnTo>
                  <a:pt x="634428" y="318985"/>
                </a:lnTo>
                <a:lnTo>
                  <a:pt x="652983" y="284975"/>
                </a:lnTo>
                <a:lnTo>
                  <a:pt x="656501" y="266687"/>
                </a:lnTo>
                <a:lnTo>
                  <a:pt x="656844" y="257543"/>
                </a:lnTo>
                <a:close/>
              </a:path>
              <a:path w="772795" h="429895">
                <a:moveTo>
                  <a:pt x="772668" y="288023"/>
                </a:moveTo>
                <a:lnTo>
                  <a:pt x="719315" y="288023"/>
                </a:lnTo>
                <a:lnTo>
                  <a:pt x="679704" y="429755"/>
                </a:lnTo>
                <a:lnTo>
                  <a:pt x="711695" y="429755"/>
                </a:lnTo>
                <a:lnTo>
                  <a:pt x="772668" y="28802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" name="object 65"/>
          <p:cNvSpPr/>
          <p:nvPr/>
        </p:nvSpPr>
        <p:spPr>
          <a:xfrm>
            <a:off x="5312664" y="5518416"/>
            <a:ext cx="853440" cy="402590"/>
          </a:xfrm>
          <a:custGeom>
            <a:avLst/>
            <a:gdLst/>
            <a:ahLst/>
            <a:cxnLst/>
            <a:rect l="l" t="t" r="r" b="b"/>
            <a:pathLst>
              <a:path w="853439" h="402589">
                <a:moveTo>
                  <a:pt x="138684" y="25895"/>
                </a:moveTo>
                <a:lnTo>
                  <a:pt x="103632" y="1511"/>
                </a:lnTo>
                <a:lnTo>
                  <a:pt x="98145" y="19253"/>
                </a:lnTo>
                <a:lnTo>
                  <a:pt x="90678" y="40563"/>
                </a:lnTo>
                <a:lnTo>
                  <a:pt x="68580" y="94475"/>
                </a:lnTo>
                <a:lnTo>
                  <a:pt x="38862" y="155054"/>
                </a:lnTo>
                <a:lnTo>
                  <a:pt x="0" y="217919"/>
                </a:lnTo>
                <a:lnTo>
                  <a:pt x="4572" y="222491"/>
                </a:lnTo>
                <a:lnTo>
                  <a:pt x="21145" y="203327"/>
                </a:lnTo>
                <a:lnTo>
                  <a:pt x="36576" y="184581"/>
                </a:lnTo>
                <a:lnTo>
                  <a:pt x="50863" y="166128"/>
                </a:lnTo>
                <a:lnTo>
                  <a:pt x="64008" y="147815"/>
                </a:lnTo>
                <a:lnTo>
                  <a:pt x="63881" y="341363"/>
                </a:lnTo>
                <a:lnTo>
                  <a:pt x="63817" y="350697"/>
                </a:lnTo>
                <a:lnTo>
                  <a:pt x="63360" y="375272"/>
                </a:lnTo>
                <a:lnTo>
                  <a:pt x="62484" y="402323"/>
                </a:lnTo>
                <a:lnTo>
                  <a:pt x="89916" y="390131"/>
                </a:lnTo>
                <a:lnTo>
                  <a:pt x="89027" y="370725"/>
                </a:lnTo>
                <a:lnTo>
                  <a:pt x="88582" y="353745"/>
                </a:lnTo>
                <a:lnTo>
                  <a:pt x="88430" y="341363"/>
                </a:lnTo>
                <a:lnTo>
                  <a:pt x="88392" y="147815"/>
                </a:lnTo>
                <a:lnTo>
                  <a:pt x="88392" y="141719"/>
                </a:lnTo>
                <a:lnTo>
                  <a:pt x="100584" y="132575"/>
                </a:lnTo>
                <a:lnTo>
                  <a:pt x="83820" y="120383"/>
                </a:lnTo>
                <a:lnTo>
                  <a:pt x="91795" y="103555"/>
                </a:lnTo>
                <a:lnTo>
                  <a:pt x="99631" y="87426"/>
                </a:lnTo>
                <a:lnTo>
                  <a:pt x="107175" y="72174"/>
                </a:lnTo>
                <a:lnTo>
                  <a:pt x="114300" y="57899"/>
                </a:lnTo>
                <a:lnTo>
                  <a:pt x="120243" y="45618"/>
                </a:lnTo>
                <a:lnTo>
                  <a:pt x="126492" y="36182"/>
                </a:lnTo>
                <a:lnTo>
                  <a:pt x="132727" y="29616"/>
                </a:lnTo>
                <a:lnTo>
                  <a:pt x="138684" y="25895"/>
                </a:lnTo>
                <a:close/>
              </a:path>
              <a:path w="853439" h="402589">
                <a:moveTo>
                  <a:pt x="374904" y="51803"/>
                </a:moveTo>
                <a:lnTo>
                  <a:pt x="369722" y="47231"/>
                </a:lnTo>
                <a:lnTo>
                  <a:pt x="348996" y="28943"/>
                </a:lnTo>
                <a:lnTo>
                  <a:pt x="335280" y="43916"/>
                </a:lnTo>
                <a:lnTo>
                  <a:pt x="335280" y="57899"/>
                </a:lnTo>
                <a:lnTo>
                  <a:pt x="335280" y="161531"/>
                </a:lnTo>
                <a:lnTo>
                  <a:pt x="335280" y="172199"/>
                </a:lnTo>
                <a:lnTo>
                  <a:pt x="335280" y="266687"/>
                </a:lnTo>
                <a:lnTo>
                  <a:pt x="187452" y="266687"/>
                </a:lnTo>
                <a:lnTo>
                  <a:pt x="187452" y="172199"/>
                </a:lnTo>
                <a:lnTo>
                  <a:pt x="335280" y="172199"/>
                </a:lnTo>
                <a:lnTo>
                  <a:pt x="335280" y="161531"/>
                </a:lnTo>
                <a:lnTo>
                  <a:pt x="187452" y="161531"/>
                </a:lnTo>
                <a:lnTo>
                  <a:pt x="187452" y="57899"/>
                </a:lnTo>
                <a:lnTo>
                  <a:pt x="335280" y="57899"/>
                </a:lnTo>
                <a:lnTo>
                  <a:pt x="335280" y="43916"/>
                </a:lnTo>
                <a:lnTo>
                  <a:pt x="332232" y="47231"/>
                </a:lnTo>
                <a:lnTo>
                  <a:pt x="187452" y="47231"/>
                </a:lnTo>
                <a:lnTo>
                  <a:pt x="161544" y="31991"/>
                </a:lnTo>
                <a:lnTo>
                  <a:pt x="162394" y="51803"/>
                </a:lnTo>
                <a:lnTo>
                  <a:pt x="162877" y="70091"/>
                </a:lnTo>
                <a:lnTo>
                  <a:pt x="163042" y="85572"/>
                </a:lnTo>
                <a:lnTo>
                  <a:pt x="162991" y="266687"/>
                </a:lnTo>
                <a:lnTo>
                  <a:pt x="162877" y="279641"/>
                </a:lnTo>
                <a:lnTo>
                  <a:pt x="162420" y="298500"/>
                </a:lnTo>
                <a:lnTo>
                  <a:pt x="161544" y="318503"/>
                </a:lnTo>
                <a:lnTo>
                  <a:pt x="187452" y="307835"/>
                </a:lnTo>
                <a:lnTo>
                  <a:pt x="187452" y="277355"/>
                </a:lnTo>
                <a:lnTo>
                  <a:pt x="335280" y="277355"/>
                </a:lnTo>
                <a:lnTo>
                  <a:pt x="335280" y="309359"/>
                </a:lnTo>
                <a:lnTo>
                  <a:pt x="361188" y="298691"/>
                </a:lnTo>
                <a:lnTo>
                  <a:pt x="360349" y="277355"/>
                </a:lnTo>
                <a:lnTo>
                  <a:pt x="360299" y="276174"/>
                </a:lnTo>
                <a:lnTo>
                  <a:pt x="360083" y="266687"/>
                </a:lnTo>
                <a:lnTo>
                  <a:pt x="359854" y="256781"/>
                </a:lnTo>
                <a:lnTo>
                  <a:pt x="359727" y="245351"/>
                </a:lnTo>
                <a:lnTo>
                  <a:pt x="359664" y="172199"/>
                </a:lnTo>
                <a:lnTo>
                  <a:pt x="359664" y="161531"/>
                </a:lnTo>
                <a:lnTo>
                  <a:pt x="359664" y="63995"/>
                </a:lnTo>
                <a:lnTo>
                  <a:pt x="367284" y="57899"/>
                </a:lnTo>
                <a:lnTo>
                  <a:pt x="374904" y="51803"/>
                </a:lnTo>
                <a:close/>
              </a:path>
              <a:path w="853439" h="402589">
                <a:moveTo>
                  <a:pt x="411480" y="373367"/>
                </a:moveTo>
                <a:lnTo>
                  <a:pt x="379476" y="341363"/>
                </a:lnTo>
                <a:lnTo>
                  <a:pt x="356616" y="364223"/>
                </a:lnTo>
                <a:lnTo>
                  <a:pt x="105156" y="364223"/>
                </a:lnTo>
                <a:lnTo>
                  <a:pt x="121920" y="379463"/>
                </a:lnTo>
                <a:lnTo>
                  <a:pt x="131343" y="377228"/>
                </a:lnTo>
                <a:lnTo>
                  <a:pt x="141351" y="375272"/>
                </a:lnTo>
                <a:lnTo>
                  <a:pt x="151917" y="373900"/>
                </a:lnTo>
                <a:lnTo>
                  <a:pt x="163068" y="373367"/>
                </a:lnTo>
                <a:lnTo>
                  <a:pt x="411480" y="373367"/>
                </a:lnTo>
                <a:close/>
              </a:path>
              <a:path w="853439" h="402589">
                <a:moveTo>
                  <a:pt x="769607" y="22860"/>
                </a:moveTo>
                <a:lnTo>
                  <a:pt x="762292" y="16764"/>
                </a:lnTo>
                <a:lnTo>
                  <a:pt x="742175" y="0"/>
                </a:lnTo>
                <a:lnTo>
                  <a:pt x="729983" y="13411"/>
                </a:lnTo>
                <a:lnTo>
                  <a:pt x="729983" y="27432"/>
                </a:lnTo>
                <a:lnTo>
                  <a:pt x="729983" y="77724"/>
                </a:lnTo>
                <a:lnTo>
                  <a:pt x="729983" y="88392"/>
                </a:lnTo>
                <a:lnTo>
                  <a:pt x="729983" y="141732"/>
                </a:lnTo>
                <a:lnTo>
                  <a:pt x="579107" y="141732"/>
                </a:lnTo>
                <a:lnTo>
                  <a:pt x="579107" y="88392"/>
                </a:lnTo>
                <a:lnTo>
                  <a:pt x="729983" y="88392"/>
                </a:lnTo>
                <a:lnTo>
                  <a:pt x="729983" y="77724"/>
                </a:lnTo>
                <a:lnTo>
                  <a:pt x="579107" y="77724"/>
                </a:lnTo>
                <a:lnTo>
                  <a:pt x="579107" y="27432"/>
                </a:lnTo>
                <a:lnTo>
                  <a:pt x="729983" y="27432"/>
                </a:lnTo>
                <a:lnTo>
                  <a:pt x="729983" y="13411"/>
                </a:lnTo>
                <a:lnTo>
                  <a:pt x="726935" y="16764"/>
                </a:lnTo>
                <a:lnTo>
                  <a:pt x="580631" y="16764"/>
                </a:lnTo>
                <a:lnTo>
                  <a:pt x="551675" y="1524"/>
                </a:lnTo>
                <a:lnTo>
                  <a:pt x="552704" y="22860"/>
                </a:lnTo>
                <a:lnTo>
                  <a:pt x="553770" y="47625"/>
                </a:lnTo>
                <a:lnTo>
                  <a:pt x="554469" y="69672"/>
                </a:lnTo>
                <a:lnTo>
                  <a:pt x="554723" y="91440"/>
                </a:lnTo>
                <a:lnTo>
                  <a:pt x="554469" y="112915"/>
                </a:lnTo>
                <a:lnTo>
                  <a:pt x="553770" y="134112"/>
                </a:lnTo>
                <a:lnTo>
                  <a:pt x="552805" y="155295"/>
                </a:lnTo>
                <a:lnTo>
                  <a:pt x="551675" y="176784"/>
                </a:lnTo>
                <a:lnTo>
                  <a:pt x="579107" y="167640"/>
                </a:lnTo>
                <a:lnTo>
                  <a:pt x="579107" y="150876"/>
                </a:lnTo>
                <a:lnTo>
                  <a:pt x="729983" y="150876"/>
                </a:lnTo>
                <a:lnTo>
                  <a:pt x="729983" y="173736"/>
                </a:lnTo>
                <a:lnTo>
                  <a:pt x="755891" y="160020"/>
                </a:lnTo>
                <a:lnTo>
                  <a:pt x="755459" y="150876"/>
                </a:lnTo>
                <a:lnTo>
                  <a:pt x="755015" y="141732"/>
                </a:lnTo>
                <a:lnTo>
                  <a:pt x="754557" y="114681"/>
                </a:lnTo>
                <a:lnTo>
                  <a:pt x="754443" y="88392"/>
                </a:lnTo>
                <a:lnTo>
                  <a:pt x="754392" y="77724"/>
                </a:lnTo>
                <a:lnTo>
                  <a:pt x="754367" y="35052"/>
                </a:lnTo>
                <a:lnTo>
                  <a:pt x="763892" y="27432"/>
                </a:lnTo>
                <a:lnTo>
                  <a:pt x="769607" y="22860"/>
                </a:lnTo>
                <a:close/>
              </a:path>
              <a:path w="853439" h="402589">
                <a:moveTo>
                  <a:pt x="853427" y="353568"/>
                </a:moveTo>
                <a:lnTo>
                  <a:pt x="833742" y="355561"/>
                </a:lnTo>
                <a:lnTo>
                  <a:pt x="811326" y="356997"/>
                </a:lnTo>
                <a:lnTo>
                  <a:pt x="786358" y="357847"/>
                </a:lnTo>
                <a:lnTo>
                  <a:pt x="758939" y="358140"/>
                </a:lnTo>
                <a:lnTo>
                  <a:pt x="731177" y="356679"/>
                </a:lnTo>
                <a:lnTo>
                  <a:pt x="707123" y="354520"/>
                </a:lnTo>
                <a:lnTo>
                  <a:pt x="686511" y="351485"/>
                </a:lnTo>
                <a:lnTo>
                  <a:pt x="669023" y="347472"/>
                </a:lnTo>
                <a:lnTo>
                  <a:pt x="669023" y="341376"/>
                </a:lnTo>
                <a:lnTo>
                  <a:pt x="669023" y="277368"/>
                </a:lnTo>
                <a:lnTo>
                  <a:pt x="815327" y="277368"/>
                </a:lnTo>
                <a:lnTo>
                  <a:pt x="804659" y="266700"/>
                </a:lnTo>
                <a:lnTo>
                  <a:pt x="781799" y="243840"/>
                </a:lnTo>
                <a:lnTo>
                  <a:pt x="758939" y="266700"/>
                </a:lnTo>
                <a:lnTo>
                  <a:pt x="669023" y="266700"/>
                </a:lnTo>
                <a:lnTo>
                  <a:pt x="669023" y="207264"/>
                </a:lnTo>
                <a:lnTo>
                  <a:pt x="844283" y="207264"/>
                </a:lnTo>
                <a:lnTo>
                  <a:pt x="807707" y="170688"/>
                </a:lnTo>
                <a:lnTo>
                  <a:pt x="781799" y="196596"/>
                </a:lnTo>
                <a:lnTo>
                  <a:pt x="460235" y="196596"/>
                </a:lnTo>
                <a:lnTo>
                  <a:pt x="475475" y="211836"/>
                </a:lnTo>
                <a:lnTo>
                  <a:pt x="485787" y="209829"/>
                </a:lnTo>
                <a:lnTo>
                  <a:pt x="496239" y="208407"/>
                </a:lnTo>
                <a:lnTo>
                  <a:pt x="506984" y="207543"/>
                </a:lnTo>
                <a:lnTo>
                  <a:pt x="518147" y="207264"/>
                </a:lnTo>
                <a:lnTo>
                  <a:pt x="644639" y="207264"/>
                </a:lnTo>
                <a:lnTo>
                  <a:pt x="644639" y="341376"/>
                </a:lnTo>
                <a:lnTo>
                  <a:pt x="618909" y="329082"/>
                </a:lnTo>
                <a:lnTo>
                  <a:pt x="577138" y="299364"/>
                </a:lnTo>
                <a:lnTo>
                  <a:pt x="570471" y="259003"/>
                </a:lnTo>
                <a:lnTo>
                  <a:pt x="573011" y="254508"/>
                </a:lnTo>
                <a:lnTo>
                  <a:pt x="576059" y="248412"/>
                </a:lnTo>
                <a:lnTo>
                  <a:pt x="582155" y="242316"/>
                </a:lnTo>
                <a:lnTo>
                  <a:pt x="588251" y="237744"/>
                </a:lnTo>
                <a:lnTo>
                  <a:pt x="550151" y="216408"/>
                </a:lnTo>
                <a:lnTo>
                  <a:pt x="537324" y="270979"/>
                </a:lnTo>
                <a:lnTo>
                  <a:pt x="517194" y="318135"/>
                </a:lnTo>
                <a:lnTo>
                  <a:pt x="489940" y="357847"/>
                </a:lnTo>
                <a:lnTo>
                  <a:pt x="455663" y="390144"/>
                </a:lnTo>
                <a:lnTo>
                  <a:pt x="458711" y="394716"/>
                </a:lnTo>
                <a:lnTo>
                  <a:pt x="488746" y="376377"/>
                </a:lnTo>
                <a:lnTo>
                  <a:pt x="514908" y="353187"/>
                </a:lnTo>
                <a:lnTo>
                  <a:pt x="537375" y="324840"/>
                </a:lnTo>
                <a:lnTo>
                  <a:pt x="556247" y="291084"/>
                </a:lnTo>
                <a:lnTo>
                  <a:pt x="566851" y="304266"/>
                </a:lnTo>
                <a:lnTo>
                  <a:pt x="603491" y="339852"/>
                </a:lnTo>
                <a:lnTo>
                  <a:pt x="653008" y="366204"/>
                </a:lnTo>
                <a:lnTo>
                  <a:pt x="698157" y="379425"/>
                </a:lnTo>
                <a:lnTo>
                  <a:pt x="770686" y="387515"/>
                </a:lnTo>
                <a:lnTo>
                  <a:pt x="818375" y="390144"/>
                </a:lnTo>
                <a:lnTo>
                  <a:pt x="822147" y="380466"/>
                </a:lnTo>
                <a:lnTo>
                  <a:pt x="829043" y="372237"/>
                </a:lnTo>
                <a:lnTo>
                  <a:pt x="839381" y="365709"/>
                </a:lnTo>
                <a:lnTo>
                  <a:pt x="853427" y="361188"/>
                </a:lnTo>
                <a:lnTo>
                  <a:pt x="853427" y="358140"/>
                </a:lnTo>
                <a:lnTo>
                  <a:pt x="853427" y="35356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" name="object 66"/>
          <p:cNvSpPr/>
          <p:nvPr/>
        </p:nvSpPr>
        <p:spPr>
          <a:xfrm>
            <a:off x="6217920" y="5626608"/>
            <a:ext cx="317500" cy="250190"/>
          </a:xfrm>
          <a:custGeom>
            <a:avLst/>
            <a:gdLst/>
            <a:ahLst/>
            <a:cxnLst/>
            <a:rect l="l" t="t" r="r" b="b"/>
            <a:pathLst>
              <a:path w="317500" h="250189">
                <a:moveTo>
                  <a:pt x="316991" y="249936"/>
                </a:moveTo>
                <a:lnTo>
                  <a:pt x="275843" y="249936"/>
                </a:lnTo>
                <a:lnTo>
                  <a:pt x="275820" y="101750"/>
                </a:lnTo>
                <a:lnTo>
                  <a:pt x="275653" y="93916"/>
                </a:lnTo>
                <a:lnTo>
                  <a:pt x="275201" y="86367"/>
                </a:lnTo>
                <a:lnTo>
                  <a:pt x="274319" y="79248"/>
                </a:lnTo>
                <a:lnTo>
                  <a:pt x="274319" y="68579"/>
                </a:lnTo>
                <a:lnTo>
                  <a:pt x="271271" y="62484"/>
                </a:lnTo>
                <a:lnTo>
                  <a:pt x="269747" y="56388"/>
                </a:lnTo>
                <a:lnTo>
                  <a:pt x="266699" y="50292"/>
                </a:lnTo>
                <a:lnTo>
                  <a:pt x="262127" y="45719"/>
                </a:lnTo>
                <a:lnTo>
                  <a:pt x="256031" y="44196"/>
                </a:lnTo>
                <a:lnTo>
                  <a:pt x="251459" y="41148"/>
                </a:lnTo>
                <a:lnTo>
                  <a:pt x="243839" y="39624"/>
                </a:lnTo>
                <a:lnTo>
                  <a:pt x="234695" y="39624"/>
                </a:lnTo>
                <a:lnTo>
                  <a:pt x="193357" y="56388"/>
                </a:lnTo>
                <a:lnTo>
                  <a:pt x="178307" y="70104"/>
                </a:lnTo>
                <a:lnTo>
                  <a:pt x="178307" y="249936"/>
                </a:lnTo>
                <a:lnTo>
                  <a:pt x="138683" y="249936"/>
                </a:lnTo>
                <a:lnTo>
                  <a:pt x="138683" y="109728"/>
                </a:lnTo>
                <a:lnTo>
                  <a:pt x="138445" y="101750"/>
                </a:lnTo>
                <a:lnTo>
                  <a:pt x="137398" y="86367"/>
                </a:lnTo>
                <a:lnTo>
                  <a:pt x="137159" y="79248"/>
                </a:lnTo>
                <a:lnTo>
                  <a:pt x="118871" y="44196"/>
                </a:lnTo>
                <a:lnTo>
                  <a:pt x="112775" y="41148"/>
                </a:lnTo>
                <a:lnTo>
                  <a:pt x="106679" y="39624"/>
                </a:lnTo>
                <a:lnTo>
                  <a:pt x="97536" y="39624"/>
                </a:lnTo>
                <a:lnTo>
                  <a:pt x="54863" y="57340"/>
                </a:lnTo>
                <a:lnTo>
                  <a:pt x="41148" y="68579"/>
                </a:lnTo>
                <a:lnTo>
                  <a:pt x="41148" y="249936"/>
                </a:lnTo>
                <a:lnTo>
                  <a:pt x="0" y="249936"/>
                </a:lnTo>
                <a:lnTo>
                  <a:pt x="0" y="7619"/>
                </a:lnTo>
                <a:lnTo>
                  <a:pt x="41148" y="7619"/>
                </a:lnTo>
                <a:lnTo>
                  <a:pt x="41148" y="35052"/>
                </a:lnTo>
                <a:lnTo>
                  <a:pt x="49148" y="27360"/>
                </a:lnTo>
                <a:lnTo>
                  <a:pt x="81200" y="5143"/>
                </a:lnTo>
                <a:lnTo>
                  <a:pt x="108203" y="0"/>
                </a:lnTo>
                <a:lnTo>
                  <a:pt x="118229" y="809"/>
                </a:lnTo>
                <a:lnTo>
                  <a:pt x="153757" y="16097"/>
                </a:lnTo>
                <a:lnTo>
                  <a:pt x="170687" y="42672"/>
                </a:lnTo>
                <a:lnTo>
                  <a:pt x="179831" y="32956"/>
                </a:lnTo>
                <a:lnTo>
                  <a:pt x="216431" y="6429"/>
                </a:lnTo>
                <a:lnTo>
                  <a:pt x="245363" y="0"/>
                </a:lnTo>
                <a:lnTo>
                  <a:pt x="253103" y="309"/>
                </a:lnTo>
                <a:lnTo>
                  <a:pt x="290822" y="16168"/>
                </a:lnTo>
                <a:lnTo>
                  <a:pt x="313777" y="57340"/>
                </a:lnTo>
                <a:lnTo>
                  <a:pt x="316991" y="89916"/>
                </a:lnTo>
                <a:lnTo>
                  <a:pt x="316991" y="24993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" name="object 67"/>
          <p:cNvSpPr/>
          <p:nvPr/>
        </p:nvSpPr>
        <p:spPr>
          <a:xfrm>
            <a:off x="6582156" y="5521452"/>
            <a:ext cx="749935" cy="393700"/>
          </a:xfrm>
          <a:custGeom>
            <a:avLst/>
            <a:gdLst/>
            <a:ahLst/>
            <a:cxnLst/>
            <a:rect l="l" t="t" r="r" b="b"/>
            <a:pathLst>
              <a:path w="749934" h="393700">
                <a:moveTo>
                  <a:pt x="225552" y="135636"/>
                </a:moveTo>
                <a:lnTo>
                  <a:pt x="198120" y="106680"/>
                </a:lnTo>
                <a:lnTo>
                  <a:pt x="179832" y="126492"/>
                </a:lnTo>
                <a:lnTo>
                  <a:pt x="137160" y="126492"/>
                </a:lnTo>
                <a:lnTo>
                  <a:pt x="137160" y="47244"/>
                </a:lnTo>
                <a:lnTo>
                  <a:pt x="137160" y="44196"/>
                </a:lnTo>
                <a:lnTo>
                  <a:pt x="152247" y="40792"/>
                </a:lnTo>
                <a:lnTo>
                  <a:pt x="169926" y="37528"/>
                </a:lnTo>
                <a:lnTo>
                  <a:pt x="189877" y="34556"/>
                </a:lnTo>
                <a:lnTo>
                  <a:pt x="211836" y="32004"/>
                </a:lnTo>
                <a:lnTo>
                  <a:pt x="187452" y="0"/>
                </a:lnTo>
                <a:lnTo>
                  <a:pt x="140512" y="22936"/>
                </a:lnTo>
                <a:lnTo>
                  <a:pt x="101320" y="34632"/>
                </a:lnTo>
                <a:lnTo>
                  <a:pt x="52692" y="44818"/>
                </a:lnTo>
                <a:lnTo>
                  <a:pt x="24384" y="48768"/>
                </a:lnTo>
                <a:lnTo>
                  <a:pt x="24384" y="56388"/>
                </a:lnTo>
                <a:lnTo>
                  <a:pt x="54051" y="54102"/>
                </a:lnTo>
                <a:lnTo>
                  <a:pt x="78867" y="51816"/>
                </a:lnTo>
                <a:lnTo>
                  <a:pt x="98526" y="49530"/>
                </a:lnTo>
                <a:lnTo>
                  <a:pt x="112776" y="47244"/>
                </a:lnTo>
                <a:lnTo>
                  <a:pt x="112776" y="126492"/>
                </a:lnTo>
                <a:lnTo>
                  <a:pt x="15240" y="126492"/>
                </a:lnTo>
                <a:lnTo>
                  <a:pt x="28956" y="140208"/>
                </a:lnTo>
                <a:lnTo>
                  <a:pt x="45720" y="135636"/>
                </a:lnTo>
                <a:lnTo>
                  <a:pt x="105156" y="135636"/>
                </a:lnTo>
                <a:lnTo>
                  <a:pt x="88773" y="177927"/>
                </a:lnTo>
                <a:lnTo>
                  <a:pt x="65532" y="222504"/>
                </a:lnTo>
                <a:lnTo>
                  <a:pt x="36766" y="268033"/>
                </a:lnTo>
                <a:lnTo>
                  <a:pt x="0" y="312420"/>
                </a:lnTo>
                <a:lnTo>
                  <a:pt x="3048" y="316992"/>
                </a:lnTo>
                <a:lnTo>
                  <a:pt x="35242" y="289560"/>
                </a:lnTo>
                <a:lnTo>
                  <a:pt x="64008" y="257556"/>
                </a:lnTo>
                <a:lnTo>
                  <a:pt x="90678" y="221932"/>
                </a:lnTo>
                <a:lnTo>
                  <a:pt x="112776" y="182880"/>
                </a:lnTo>
                <a:lnTo>
                  <a:pt x="112649" y="290449"/>
                </a:lnTo>
                <a:lnTo>
                  <a:pt x="112547" y="316992"/>
                </a:lnTo>
                <a:lnTo>
                  <a:pt x="112128" y="360337"/>
                </a:lnTo>
                <a:lnTo>
                  <a:pt x="111252" y="393192"/>
                </a:lnTo>
                <a:lnTo>
                  <a:pt x="138684" y="379476"/>
                </a:lnTo>
                <a:lnTo>
                  <a:pt x="138442" y="353479"/>
                </a:lnTo>
                <a:lnTo>
                  <a:pt x="137972" y="316992"/>
                </a:lnTo>
                <a:lnTo>
                  <a:pt x="137414" y="257556"/>
                </a:lnTo>
                <a:lnTo>
                  <a:pt x="137160" y="182880"/>
                </a:lnTo>
                <a:lnTo>
                  <a:pt x="157632" y="199936"/>
                </a:lnTo>
                <a:lnTo>
                  <a:pt x="173926" y="214884"/>
                </a:lnTo>
                <a:lnTo>
                  <a:pt x="185801" y="227457"/>
                </a:lnTo>
                <a:lnTo>
                  <a:pt x="193548" y="237744"/>
                </a:lnTo>
                <a:lnTo>
                  <a:pt x="198094" y="245351"/>
                </a:lnTo>
                <a:lnTo>
                  <a:pt x="201168" y="249936"/>
                </a:lnTo>
                <a:lnTo>
                  <a:pt x="207264" y="249936"/>
                </a:lnTo>
                <a:lnTo>
                  <a:pt x="210312" y="243840"/>
                </a:lnTo>
                <a:lnTo>
                  <a:pt x="213360" y="239268"/>
                </a:lnTo>
                <a:lnTo>
                  <a:pt x="213360" y="224028"/>
                </a:lnTo>
                <a:lnTo>
                  <a:pt x="211836" y="216408"/>
                </a:lnTo>
                <a:lnTo>
                  <a:pt x="166560" y="184365"/>
                </a:lnTo>
                <a:lnTo>
                  <a:pt x="137160" y="173736"/>
                </a:lnTo>
                <a:lnTo>
                  <a:pt x="137160" y="135636"/>
                </a:lnTo>
                <a:lnTo>
                  <a:pt x="225552" y="135636"/>
                </a:lnTo>
                <a:close/>
              </a:path>
              <a:path w="749934" h="393700">
                <a:moveTo>
                  <a:pt x="390144" y="65532"/>
                </a:moveTo>
                <a:lnTo>
                  <a:pt x="382524" y="57912"/>
                </a:lnTo>
                <a:lnTo>
                  <a:pt x="365760" y="41148"/>
                </a:lnTo>
                <a:lnTo>
                  <a:pt x="352044" y="53721"/>
                </a:lnTo>
                <a:lnTo>
                  <a:pt x="352044" y="68580"/>
                </a:lnTo>
                <a:lnTo>
                  <a:pt x="352044" y="286512"/>
                </a:lnTo>
                <a:lnTo>
                  <a:pt x="262128" y="286512"/>
                </a:lnTo>
                <a:lnTo>
                  <a:pt x="262128" y="68580"/>
                </a:lnTo>
                <a:lnTo>
                  <a:pt x="352044" y="68580"/>
                </a:lnTo>
                <a:lnTo>
                  <a:pt x="352044" y="53721"/>
                </a:lnTo>
                <a:lnTo>
                  <a:pt x="347472" y="57912"/>
                </a:lnTo>
                <a:lnTo>
                  <a:pt x="262128" y="57912"/>
                </a:lnTo>
                <a:lnTo>
                  <a:pt x="236220" y="41148"/>
                </a:lnTo>
                <a:lnTo>
                  <a:pt x="237096" y="71704"/>
                </a:lnTo>
                <a:lnTo>
                  <a:pt x="237553" y="106108"/>
                </a:lnTo>
                <a:lnTo>
                  <a:pt x="237718" y="144233"/>
                </a:lnTo>
                <a:lnTo>
                  <a:pt x="237591" y="257924"/>
                </a:lnTo>
                <a:lnTo>
                  <a:pt x="237553" y="269748"/>
                </a:lnTo>
                <a:lnTo>
                  <a:pt x="237096" y="309803"/>
                </a:lnTo>
                <a:lnTo>
                  <a:pt x="236220" y="348996"/>
                </a:lnTo>
                <a:lnTo>
                  <a:pt x="262128" y="336804"/>
                </a:lnTo>
                <a:lnTo>
                  <a:pt x="262128" y="295656"/>
                </a:lnTo>
                <a:lnTo>
                  <a:pt x="352044" y="295656"/>
                </a:lnTo>
                <a:lnTo>
                  <a:pt x="352044" y="332232"/>
                </a:lnTo>
                <a:lnTo>
                  <a:pt x="377952" y="321564"/>
                </a:lnTo>
                <a:lnTo>
                  <a:pt x="376745" y="257924"/>
                </a:lnTo>
                <a:lnTo>
                  <a:pt x="376516" y="208546"/>
                </a:lnTo>
                <a:lnTo>
                  <a:pt x="376428" y="74676"/>
                </a:lnTo>
                <a:lnTo>
                  <a:pt x="385572" y="68580"/>
                </a:lnTo>
                <a:lnTo>
                  <a:pt x="390144" y="65532"/>
                </a:lnTo>
                <a:close/>
              </a:path>
              <a:path w="749934" h="393700">
                <a:moveTo>
                  <a:pt x="749808" y="112788"/>
                </a:moveTo>
                <a:lnTo>
                  <a:pt x="708660" y="112788"/>
                </a:lnTo>
                <a:lnTo>
                  <a:pt x="669036" y="300240"/>
                </a:lnTo>
                <a:lnTo>
                  <a:pt x="609600" y="112788"/>
                </a:lnTo>
                <a:lnTo>
                  <a:pt x="576072" y="112788"/>
                </a:lnTo>
                <a:lnTo>
                  <a:pt x="518160" y="300240"/>
                </a:lnTo>
                <a:lnTo>
                  <a:pt x="475488" y="112788"/>
                </a:lnTo>
                <a:lnTo>
                  <a:pt x="432816" y="112788"/>
                </a:lnTo>
                <a:lnTo>
                  <a:pt x="495300" y="355104"/>
                </a:lnTo>
                <a:lnTo>
                  <a:pt x="533400" y="355104"/>
                </a:lnTo>
                <a:lnTo>
                  <a:pt x="591312" y="167652"/>
                </a:lnTo>
                <a:lnTo>
                  <a:pt x="650748" y="355104"/>
                </a:lnTo>
                <a:lnTo>
                  <a:pt x="688848" y="355104"/>
                </a:lnTo>
                <a:lnTo>
                  <a:pt x="749808" y="11278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pic>
        <p:nvPicPr>
          <p:cNvPr id="68" name="object 68"/>
          <p:cNvPicPr/>
          <p:nvPr/>
        </p:nvPicPr>
        <p:blipFill>
          <a:blip r:embed="rId11" cstate="print"/>
          <a:stretch>
            <a:fillRect/>
          </a:stretch>
        </p:blipFill>
        <p:spPr>
          <a:xfrm>
            <a:off x="7382256" y="5574791"/>
            <a:ext cx="65532" cy="112775"/>
          </a:xfrm>
          <a:prstGeom prst="rect">
            <a:avLst/>
          </a:prstGeom>
        </p:spPr>
      </p:pic>
      <p:sp>
        <p:nvSpPr>
          <p:cNvPr id="69" name="object 69"/>
          <p:cNvSpPr/>
          <p:nvPr/>
        </p:nvSpPr>
        <p:spPr>
          <a:xfrm>
            <a:off x="7504163" y="5510784"/>
            <a:ext cx="1739264" cy="412115"/>
          </a:xfrm>
          <a:custGeom>
            <a:avLst/>
            <a:gdLst/>
            <a:ahLst/>
            <a:cxnLst/>
            <a:rect l="l" t="t" r="r" b="b"/>
            <a:pathLst>
              <a:path w="1739265" h="412114">
                <a:moveTo>
                  <a:pt x="207264" y="67068"/>
                </a:moveTo>
                <a:lnTo>
                  <a:pt x="176784" y="44208"/>
                </a:lnTo>
                <a:lnTo>
                  <a:pt x="164592" y="60972"/>
                </a:lnTo>
                <a:lnTo>
                  <a:pt x="16764" y="60972"/>
                </a:lnTo>
                <a:lnTo>
                  <a:pt x="33528" y="77736"/>
                </a:lnTo>
                <a:lnTo>
                  <a:pt x="42964" y="74853"/>
                </a:lnTo>
                <a:lnTo>
                  <a:pt x="52959" y="72974"/>
                </a:lnTo>
                <a:lnTo>
                  <a:pt x="63538" y="71945"/>
                </a:lnTo>
                <a:lnTo>
                  <a:pt x="74676" y="71640"/>
                </a:lnTo>
                <a:lnTo>
                  <a:pt x="167640" y="71640"/>
                </a:lnTo>
                <a:lnTo>
                  <a:pt x="159054" y="103682"/>
                </a:lnTo>
                <a:lnTo>
                  <a:pt x="149161" y="136029"/>
                </a:lnTo>
                <a:lnTo>
                  <a:pt x="137858" y="168935"/>
                </a:lnTo>
                <a:lnTo>
                  <a:pt x="124968" y="202704"/>
                </a:lnTo>
                <a:lnTo>
                  <a:pt x="105524" y="181241"/>
                </a:lnTo>
                <a:lnTo>
                  <a:pt x="85915" y="160223"/>
                </a:lnTo>
                <a:lnTo>
                  <a:pt x="66040" y="139471"/>
                </a:lnTo>
                <a:lnTo>
                  <a:pt x="45720" y="118884"/>
                </a:lnTo>
                <a:lnTo>
                  <a:pt x="39624" y="121932"/>
                </a:lnTo>
                <a:lnTo>
                  <a:pt x="63055" y="152234"/>
                </a:lnTo>
                <a:lnTo>
                  <a:pt x="83058" y="179273"/>
                </a:lnTo>
                <a:lnTo>
                  <a:pt x="99631" y="203149"/>
                </a:lnTo>
                <a:lnTo>
                  <a:pt x="112776" y="224040"/>
                </a:lnTo>
                <a:lnTo>
                  <a:pt x="91300" y="260083"/>
                </a:lnTo>
                <a:lnTo>
                  <a:pt x="65532" y="295287"/>
                </a:lnTo>
                <a:lnTo>
                  <a:pt x="35204" y="329907"/>
                </a:lnTo>
                <a:lnTo>
                  <a:pt x="0" y="364248"/>
                </a:lnTo>
                <a:lnTo>
                  <a:pt x="3048" y="368820"/>
                </a:lnTo>
                <a:lnTo>
                  <a:pt x="39077" y="342811"/>
                </a:lnTo>
                <a:lnTo>
                  <a:pt x="71818" y="312813"/>
                </a:lnTo>
                <a:lnTo>
                  <a:pt x="101422" y="278803"/>
                </a:lnTo>
                <a:lnTo>
                  <a:pt x="128016" y="240804"/>
                </a:lnTo>
                <a:lnTo>
                  <a:pt x="141973" y="262775"/>
                </a:lnTo>
                <a:lnTo>
                  <a:pt x="153924" y="282905"/>
                </a:lnTo>
                <a:lnTo>
                  <a:pt x="163601" y="301015"/>
                </a:lnTo>
                <a:lnTo>
                  <a:pt x="170688" y="317004"/>
                </a:lnTo>
                <a:lnTo>
                  <a:pt x="175260" y="330720"/>
                </a:lnTo>
                <a:lnTo>
                  <a:pt x="179832" y="338340"/>
                </a:lnTo>
                <a:lnTo>
                  <a:pt x="184404" y="338340"/>
                </a:lnTo>
                <a:lnTo>
                  <a:pt x="188976" y="329196"/>
                </a:lnTo>
                <a:lnTo>
                  <a:pt x="192024" y="321576"/>
                </a:lnTo>
                <a:lnTo>
                  <a:pt x="193548" y="315480"/>
                </a:lnTo>
                <a:lnTo>
                  <a:pt x="193548" y="309384"/>
                </a:lnTo>
                <a:lnTo>
                  <a:pt x="176263" y="263182"/>
                </a:lnTo>
                <a:lnTo>
                  <a:pt x="160515" y="240804"/>
                </a:lnTo>
                <a:lnTo>
                  <a:pt x="156743" y="235750"/>
                </a:lnTo>
                <a:lnTo>
                  <a:pt x="143256" y="219468"/>
                </a:lnTo>
                <a:lnTo>
                  <a:pt x="150177" y="202704"/>
                </a:lnTo>
                <a:lnTo>
                  <a:pt x="154952" y="191122"/>
                </a:lnTo>
                <a:lnTo>
                  <a:pt x="167068" y="158508"/>
                </a:lnTo>
                <a:lnTo>
                  <a:pt x="179476" y="121310"/>
                </a:lnTo>
                <a:lnTo>
                  <a:pt x="192024" y="79260"/>
                </a:lnTo>
                <a:lnTo>
                  <a:pt x="201549" y="71640"/>
                </a:lnTo>
                <a:lnTo>
                  <a:pt x="207264" y="67068"/>
                </a:lnTo>
                <a:close/>
              </a:path>
              <a:path w="1739265" h="412114">
                <a:moveTo>
                  <a:pt x="402336" y="361200"/>
                </a:moveTo>
                <a:lnTo>
                  <a:pt x="376643" y="349173"/>
                </a:lnTo>
                <a:lnTo>
                  <a:pt x="352234" y="331292"/>
                </a:lnTo>
                <a:lnTo>
                  <a:pt x="329260" y="307403"/>
                </a:lnTo>
                <a:lnTo>
                  <a:pt x="321983" y="297192"/>
                </a:lnTo>
                <a:lnTo>
                  <a:pt x="307848" y="277380"/>
                </a:lnTo>
                <a:lnTo>
                  <a:pt x="325259" y="238226"/>
                </a:lnTo>
                <a:lnTo>
                  <a:pt x="340804" y="191655"/>
                </a:lnTo>
                <a:lnTo>
                  <a:pt x="354355" y="137642"/>
                </a:lnTo>
                <a:lnTo>
                  <a:pt x="365760" y="76212"/>
                </a:lnTo>
                <a:lnTo>
                  <a:pt x="373380" y="70116"/>
                </a:lnTo>
                <a:lnTo>
                  <a:pt x="381000" y="64020"/>
                </a:lnTo>
                <a:lnTo>
                  <a:pt x="353568" y="41160"/>
                </a:lnTo>
                <a:lnTo>
                  <a:pt x="341376" y="57416"/>
                </a:lnTo>
                <a:lnTo>
                  <a:pt x="341376" y="70116"/>
                </a:lnTo>
                <a:lnTo>
                  <a:pt x="330784" y="126974"/>
                </a:lnTo>
                <a:lnTo>
                  <a:pt x="319468" y="176415"/>
                </a:lnTo>
                <a:lnTo>
                  <a:pt x="307301" y="218414"/>
                </a:lnTo>
                <a:lnTo>
                  <a:pt x="294132" y="252996"/>
                </a:lnTo>
                <a:lnTo>
                  <a:pt x="276415" y="213271"/>
                </a:lnTo>
                <a:lnTo>
                  <a:pt x="262128" y="169557"/>
                </a:lnTo>
                <a:lnTo>
                  <a:pt x="251294" y="121932"/>
                </a:lnTo>
                <a:lnTo>
                  <a:pt x="243840" y="70116"/>
                </a:lnTo>
                <a:lnTo>
                  <a:pt x="341376" y="70116"/>
                </a:lnTo>
                <a:lnTo>
                  <a:pt x="341376" y="57416"/>
                </a:lnTo>
                <a:lnTo>
                  <a:pt x="339852" y="59448"/>
                </a:lnTo>
                <a:lnTo>
                  <a:pt x="205740" y="59448"/>
                </a:lnTo>
                <a:lnTo>
                  <a:pt x="220980" y="76212"/>
                </a:lnTo>
                <a:lnTo>
                  <a:pt x="234696" y="70116"/>
                </a:lnTo>
                <a:lnTo>
                  <a:pt x="240131" y="124739"/>
                </a:lnTo>
                <a:lnTo>
                  <a:pt x="249555" y="176796"/>
                </a:lnTo>
                <a:lnTo>
                  <a:pt x="262991" y="226555"/>
                </a:lnTo>
                <a:lnTo>
                  <a:pt x="280416" y="274332"/>
                </a:lnTo>
                <a:lnTo>
                  <a:pt x="257556" y="304253"/>
                </a:lnTo>
                <a:lnTo>
                  <a:pt x="227838" y="334340"/>
                </a:lnTo>
                <a:lnTo>
                  <a:pt x="191262" y="364121"/>
                </a:lnTo>
                <a:lnTo>
                  <a:pt x="147828" y="393204"/>
                </a:lnTo>
                <a:lnTo>
                  <a:pt x="150876" y="399300"/>
                </a:lnTo>
                <a:lnTo>
                  <a:pt x="192100" y="379056"/>
                </a:lnTo>
                <a:lnTo>
                  <a:pt x="229171" y="355104"/>
                </a:lnTo>
                <a:lnTo>
                  <a:pt x="262534" y="327710"/>
                </a:lnTo>
                <a:lnTo>
                  <a:pt x="292608" y="297192"/>
                </a:lnTo>
                <a:lnTo>
                  <a:pt x="308330" y="321525"/>
                </a:lnTo>
                <a:lnTo>
                  <a:pt x="325755" y="344436"/>
                </a:lnTo>
                <a:lnTo>
                  <a:pt x="344906" y="366191"/>
                </a:lnTo>
                <a:lnTo>
                  <a:pt x="365760" y="387108"/>
                </a:lnTo>
                <a:lnTo>
                  <a:pt x="370624" y="379933"/>
                </a:lnTo>
                <a:lnTo>
                  <a:pt x="378333" y="374345"/>
                </a:lnTo>
                <a:lnTo>
                  <a:pt x="388912" y="370166"/>
                </a:lnTo>
                <a:lnTo>
                  <a:pt x="402336" y="367296"/>
                </a:lnTo>
                <a:lnTo>
                  <a:pt x="402336" y="361200"/>
                </a:lnTo>
                <a:close/>
              </a:path>
              <a:path w="1739265" h="412114">
                <a:moveTo>
                  <a:pt x="675132" y="51816"/>
                </a:moveTo>
                <a:lnTo>
                  <a:pt x="634517" y="16217"/>
                </a:lnTo>
                <a:lnTo>
                  <a:pt x="614172" y="7620"/>
                </a:lnTo>
                <a:lnTo>
                  <a:pt x="611124" y="12192"/>
                </a:lnTo>
                <a:lnTo>
                  <a:pt x="621944" y="24790"/>
                </a:lnTo>
                <a:lnTo>
                  <a:pt x="631317" y="37528"/>
                </a:lnTo>
                <a:lnTo>
                  <a:pt x="638987" y="50558"/>
                </a:lnTo>
                <a:lnTo>
                  <a:pt x="644652" y="64008"/>
                </a:lnTo>
                <a:lnTo>
                  <a:pt x="650748" y="76200"/>
                </a:lnTo>
                <a:lnTo>
                  <a:pt x="655320" y="82296"/>
                </a:lnTo>
                <a:lnTo>
                  <a:pt x="659892" y="82296"/>
                </a:lnTo>
                <a:lnTo>
                  <a:pt x="662940" y="79248"/>
                </a:lnTo>
                <a:lnTo>
                  <a:pt x="672084" y="67056"/>
                </a:lnTo>
                <a:lnTo>
                  <a:pt x="675132" y="60960"/>
                </a:lnTo>
                <a:lnTo>
                  <a:pt x="675132" y="51816"/>
                </a:lnTo>
                <a:close/>
              </a:path>
              <a:path w="1739265" h="412114">
                <a:moveTo>
                  <a:pt x="856488" y="103632"/>
                </a:moveTo>
                <a:lnTo>
                  <a:pt x="819912" y="67056"/>
                </a:lnTo>
                <a:lnTo>
                  <a:pt x="792480" y="92964"/>
                </a:lnTo>
                <a:lnTo>
                  <a:pt x="446532" y="92964"/>
                </a:lnTo>
                <a:lnTo>
                  <a:pt x="463296" y="108204"/>
                </a:lnTo>
                <a:lnTo>
                  <a:pt x="472732" y="106210"/>
                </a:lnTo>
                <a:lnTo>
                  <a:pt x="482727" y="104775"/>
                </a:lnTo>
                <a:lnTo>
                  <a:pt x="493306" y="103924"/>
                </a:lnTo>
                <a:lnTo>
                  <a:pt x="504444" y="103632"/>
                </a:lnTo>
                <a:lnTo>
                  <a:pt x="614172" y="103632"/>
                </a:lnTo>
                <a:lnTo>
                  <a:pt x="610997" y="160083"/>
                </a:lnTo>
                <a:lnTo>
                  <a:pt x="601446" y="211836"/>
                </a:lnTo>
                <a:lnTo>
                  <a:pt x="585508" y="258876"/>
                </a:lnTo>
                <a:lnTo>
                  <a:pt x="563130" y="301167"/>
                </a:lnTo>
                <a:lnTo>
                  <a:pt x="534314" y="338683"/>
                </a:lnTo>
                <a:lnTo>
                  <a:pt x="499008" y="371398"/>
                </a:lnTo>
                <a:lnTo>
                  <a:pt x="457200" y="399288"/>
                </a:lnTo>
                <a:lnTo>
                  <a:pt x="460248" y="405384"/>
                </a:lnTo>
                <a:lnTo>
                  <a:pt x="504329" y="381635"/>
                </a:lnTo>
                <a:lnTo>
                  <a:pt x="542099" y="353060"/>
                </a:lnTo>
                <a:lnTo>
                  <a:pt x="573595" y="319659"/>
                </a:lnTo>
                <a:lnTo>
                  <a:pt x="598881" y="281432"/>
                </a:lnTo>
                <a:lnTo>
                  <a:pt x="617982" y="238379"/>
                </a:lnTo>
                <a:lnTo>
                  <a:pt x="630936" y="190500"/>
                </a:lnTo>
                <a:lnTo>
                  <a:pt x="748284" y="190500"/>
                </a:lnTo>
                <a:lnTo>
                  <a:pt x="742861" y="231698"/>
                </a:lnTo>
                <a:lnTo>
                  <a:pt x="733717" y="294665"/>
                </a:lnTo>
                <a:lnTo>
                  <a:pt x="726567" y="333552"/>
                </a:lnTo>
                <a:lnTo>
                  <a:pt x="702564" y="367284"/>
                </a:lnTo>
                <a:lnTo>
                  <a:pt x="693420" y="367284"/>
                </a:lnTo>
                <a:lnTo>
                  <a:pt x="683666" y="365556"/>
                </a:lnTo>
                <a:lnTo>
                  <a:pt x="670179" y="362521"/>
                </a:lnTo>
                <a:lnTo>
                  <a:pt x="652703" y="358076"/>
                </a:lnTo>
                <a:lnTo>
                  <a:pt x="630936" y="352044"/>
                </a:lnTo>
                <a:lnTo>
                  <a:pt x="629412" y="359664"/>
                </a:lnTo>
                <a:lnTo>
                  <a:pt x="651967" y="370293"/>
                </a:lnTo>
                <a:lnTo>
                  <a:pt x="669226" y="381762"/>
                </a:lnTo>
                <a:lnTo>
                  <a:pt x="681062" y="394385"/>
                </a:lnTo>
                <a:lnTo>
                  <a:pt x="687324" y="408432"/>
                </a:lnTo>
                <a:lnTo>
                  <a:pt x="699325" y="404101"/>
                </a:lnTo>
                <a:lnTo>
                  <a:pt x="735025" y="385978"/>
                </a:lnTo>
                <a:lnTo>
                  <a:pt x="753833" y="338099"/>
                </a:lnTo>
                <a:lnTo>
                  <a:pt x="765886" y="259321"/>
                </a:lnTo>
                <a:lnTo>
                  <a:pt x="774192" y="199644"/>
                </a:lnTo>
                <a:lnTo>
                  <a:pt x="788568" y="190500"/>
                </a:lnTo>
                <a:lnTo>
                  <a:pt x="790956" y="188976"/>
                </a:lnTo>
                <a:lnTo>
                  <a:pt x="781278" y="179832"/>
                </a:lnTo>
                <a:lnTo>
                  <a:pt x="763524" y="163068"/>
                </a:lnTo>
                <a:lnTo>
                  <a:pt x="746760" y="179832"/>
                </a:lnTo>
                <a:lnTo>
                  <a:pt x="632460" y="179832"/>
                </a:lnTo>
                <a:lnTo>
                  <a:pt x="636257" y="158711"/>
                </a:lnTo>
                <a:lnTo>
                  <a:pt x="638746" y="138874"/>
                </a:lnTo>
                <a:lnTo>
                  <a:pt x="640397" y="120472"/>
                </a:lnTo>
                <a:lnTo>
                  <a:pt x="641604" y="103632"/>
                </a:lnTo>
                <a:lnTo>
                  <a:pt x="856488" y="103632"/>
                </a:lnTo>
                <a:close/>
              </a:path>
              <a:path w="1739265" h="412114">
                <a:moveTo>
                  <a:pt x="1152144" y="156984"/>
                </a:moveTo>
                <a:lnTo>
                  <a:pt x="1123188" y="128016"/>
                </a:lnTo>
                <a:lnTo>
                  <a:pt x="1104900" y="146304"/>
                </a:lnTo>
                <a:lnTo>
                  <a:pt x="1062228" y="146304"/>
                </a:lnTo>
                <a:lnTo>
                  <a:pt x="1078852" y="124929"/>
                </a:lnTo>
                <a:lnTo>
                  <a:pt x="1092327" y="106680"/>
                </a:lnTo>
                <a:lnTo>
                  <a:pt x="1102956" y="91871"/>
                </a:lnTo>
                <a:lnTo>
                  <a:pt x="1109891" y="82296"/>
                </a:lnTo>
                <a:lnTo>
                  <a:pt x="1110996" y="80772"/>
                </a:lnTo>
                <a:lnTo>
                  <a:pt x="1112215" y="79248"/>
                </a:lnTo>
                <a:lnTo>
                  <a:pt x="1117574" y="72517"/>
                </a:lnTo>
                <a:lnTo>
                  <a:pt x="1123569" y="66103"/>
                </a:lnTo>
                <a:lnTo>
                  <a:pt x="1129004" y="61709"/>
                </a:lnTo>
                <a:lnTo>
                  <a:pt x="1133856" y="59448"/>
                </a:lnTo>
                <a:lnTo>
                  <a:pt x="1103376" y="33528"/>
                </a:lnTo>
                <a:lnTo>
                  <a:pt x="1097661" y="45821"/>
                </a:lnTo>
                <a:lnTo>
                  <a:pt x="1091946" y="57543"/>
                </a:lnTo>
                <a:lnTo>
                  <a:pt x="1086231" y="68681"/>
                </a:lnTo>
                <a:lnTo>
                  <a:pt x="1080516" y="79248"/>
                </a:lnTo>
                <a:lnTo>
                  <a:pt x="1080516" y="82296"/>
                </a:lnTo>
                <a:lnTo>
                  <a:pt x="1070190" y="97447"/>
                </a:lnTo>
                <a:lnTo>
                  <a:pt x="1059561" y="113157"/>
                </a:lnTo>
                <a:lnTo>
                  <a:pt x="1048372" y="129451"/>
                </a:lnTo>
                <a:lnTo>
                  <a:pt x="1036320" y="146304"/>
                </a:lnTo>
                <a:lnTo>
                  <a:pt x="1024128" y="146304"/>
                </a:lnTo>
                <a:lnTo>
                  <a:pt x="1024128" y="82296"/>
                </a:lnTo>
                <a:lnTo>
                  <a:pt x="1080516" y="82296"/>
                </a:lnTo>
                <a:lnTo>
                  <a:pt x="1080516" y="79248"/>
                </a:lnTo>
                <a:lnTo>
                  <a:pt x="1056132" y="54876"/>
                </a:lnTo>
                <a:lnTo>
                  <a:pt x="1037844" y="71628"/>
                </a:lnTo>
                <a:lnTo>
                  <a:pt x="1024128" y="71628"/>
                </a:lnTo>
                <a:lnTo>
                  <a:pt x="1024128" y="28956"/>
                </a:lnTo>
                <a:lnTo>
                  <a:pt x="1036320" y="16776"/>
                </a:lnTo>
                <a:lnTo>
                  <a:pt x="999744" y="0"/>
                </a:lnTo>
                <a:lnTo>
                  <a:pt x="1001204" y="45821"/>
                </a:lnTo>
                <a:lnTo>
                  <a:pt x="1001268" y="71628"/>
                </a:lnTo>
                <a:lnTo>
                  <a:pt x="925068" y="71628"/>
                </a:lnTo>
                <a:lnTo>
                  <a:pt x="940308" y="88404"/>
                </a:lnTo>
                <a:lnTo>
                  <a:pt x="950620" y="85521"/>
                </a:lnTo>
                <a:lnTo>
                  <a:pt x="961072" y="83629"/>
                </a:lnTo>
                <a:lnTo>
                  <a:pt x="971816" y="82613"/>
                </a:lnTo>
                <a:lnTo>
                  <a:pt x="982980" y="82296"/>
                </a:lnTo>
                <a:lnTo>
                  <a:pt x="1001268" y="82296"/>
                </a:lnTo>
                <a:lnTo>
                  <a:pt x="1001268" y="146304"/>
                </a:lnTo>
                <a:lnTo>
                  <a:pt x="897636" y="146304"/>
                </a:lnTo>
                <a:lnTo>
                  <a:pt x="912876" y="163068"/>
                </a:lnTo>
                <a:lnTo>
                  <a:pt x="922616" y="160197"/>
                </a:lnTo>
                <a:lnTo>
                  <a:pt x="931354" y="158318"/>
                </a:lnTo>
                <a:lnTo>
                  <a:pt x="939241" y="157289"/>
                </a:lnTo>
                <a:lnTo>
                  <a:pt x="946404" y="156984"/>
                </a:lnTo>
                <a:lnTo>
                  <a:pt x="1030224" y="156984"/>
                </a:lnTo>
                <a:lnTo>
                  <a:pt x="1019111" y="169570"/>
                </a:lnTo>
                <a:lnTo>
                  <a:pt x="1006411" y="182308"/>
                </a:lnTo>
                <a:lnTo>
                  <a:pt x="992301" y="195338"/>
                </a:lnTo>
                <a:lnTo>
                  <a:pt x="976884" y="208788"/>
                </a:lnTo>
                <a:lnTo>
                  <a:pt x="957072" y="201180"/>
                </a:lnTo>
                <a:lnTo>
                  <a:pt x="958596" y="211848"/>
                </a:lnTo>
                <a:lnTo>
                  <a:pt x="958596" y="224040"/>
                </a:lnTo>
                <a:lnTo>
                  <a:pt x="944575" y="233197"/>
                </a:lnTo>
                <a:lnTo>
                  <a:pt x="929830" y="242506"/>
                </a:lnTo>
                <a:lnTo>
                  <a:pt x="914234" y="252107"/>
                </a:lnTo>
                <a:lnTo>
                  <a:pt x="897636" y="262140"/>
                </a:lnTo>
                <a:lnTo>
                  <a:pt x="899160" y="268236"/>
                </a:lnTo>
                <a:lnTo>
                  <a:pt x="917473" y="260489"/>
                </a:lnTo>
                <a:lnTo>
                  <a:pt x="933640" y="253174"/>
                </a:lnTo>
                <a:lnTo>
                  <a:pt x="947813" y="246151"/>
                </a:lnTo>
                <a:lnTo>
                  <a:pt x="960120" y="239280"/>
                </a:lnTo>
                <a:lnTo>
                  <a:pt x="960005" y="321957"/>
                </a:lnTo>
                <a:lnTo>
                  <a:pt x="959929" y="340055"/>
                </a:lnTo>
                <a:lnTo>
                  <a:pt x="959485" y="377075"/>
                </a:lnTo>
                <a:lnTo>
                  <a:pt x="958596" y="405396"/>
                </a:lnTo>
                <a:lnTo>
                  <a:pt x="982980" y="393204"/>
                </a:lnTo>
                <a:lnTo>
                  <a:pt x="982980" y="356628"/>
                </a:lnTo>
                <a:lnTo>
                  <a:pt x="1078992" y="356628"/>
                </a:lnTo>
                <a:lnTo>
                  <a:pt x="1078992" y="391680"/>
                </a:lnTo>
                <a:lnTo>
                  <a:pt x="1104900" y="377964"/>
                </a:lnTo>
                <a:lnTo>
                  <a:pt x="1103058" y="356628"/>
                </a:lnTo>
                <a:lnTo>
                  <a:pt x="1102906" y="354812"/>
                </a:lnTo>
                <a:lnTo>
                  <a:pt x="1102588" y="347484"/>
                </a:lnTo>
                <a:lnTo>
                  <a:pt x="1101471" y="321957"/>
                </a:lnTo>
                <a:lnTo>
                  <a:pt x="1100734" y="285000"/>
                </a:lnTo>
                <a:lnTo>
                  <a:pt x="1100620" y="279374"/>
                </a:lnTo>
                <a:lnTo>
                  <a:pt x="1100594" y="274332"/>
                </a:lnTo>
                <a:lnTo>
                  <a:pt x="1100328" y="227076"/>
                </a:lnTo>
                <a:lnTo>
                  <a:pt x="1117092" y="217944"/>
                </a:lnTo>
                <a:lnTo>
                  <a:pt x="1108964" y="208788"/>
                </a:lnTo>
                <a:lnTo>
                  <a:pt x="1107617" y="207264"/>
                </a:lnTo>
                <a:lnTo>
                  <a:pt x="1092708" y="190500"/>
                </a:lnTo>
                <a:lnTo>
                  <a:pt x="1078992" y="207264"/>
                </a:lnTo>
                <a:lnTo>
                  <a:pt x="1078992" y="217944"/>
                </a:lnTo>
                <a:lnTo>
                  <a:pt x="1078992" y="274332"/>
                </a:lnTo>
                <a:lnTo>
                  <a:pt x="1078992" y="285000"/>
                </a:lnTo>
                <a:lnTo>
                  <a:pt x="1078992" y="347484"/>
                </a:lnTo>
                <a:lnTo>
                  <a:pt x="982980" y="347484"/>
                </a:lnTo>
                <a:lnTo>
                  <a:pt x="982980" y="285000"/>
                </a:lnTo>
                <a:lnTo>
                  <a:pt x="1078992" y="285000"/>
                </a:lnTo>
                <a:lnTo>
                  <a:pt x="1078992" y="274332"/>
                </a:lnTo>
                <a:lnTo>
                  <a:pt x="982980" y="274332"/>
                </a:lnTo>
                <a:lnTo>
                  <a:pt x="982980" y="239280"/>
                </a:lnTo>
                <a:lnTo>
                  <a:pt x="982980" y="227076"/>
                </a:lnTo>
                <a:lnTo>
                  <a:pt x="996696" y="217944"/>
                </a:lnTo>
                <a:lnTo>
                  <a:pt x="1078992" y="217944"/>
                </a:lnTo>
                <a:lnTo>
                  <a:pt x="1078992" y="207264"/>
                </a:lnTo>
                <a:lnTo>
                  <a:pt x="1007364" y="207264"/>
                </a:lnTo>
                <a:lnTo>
                  <a:pt x="1022515" y="192976"/>
                </a:lnTo>
                <a:lnTo>
                  <a:pt x="1035939" y="179832"/>
                </a:lnTo>
                <a:lnTo>
                  <a:pt x="1047661" y="167830"/>
                </a:lnTo>
                <a:lnTo>
                  <a:pt x="1057656" y="156984"/>
                </a:lnTo>
                <a:lnTo>
                  <a:pt x="1152144" y="156984"/>
                </a:lnTo>
                <a:close/>
              </a:path>
              <a:path w="1739265" h="412114">
                <a:moveTo>
                  <a:pt x="1299972" y="51828"/>
                </a:moveTo>
                <a:lnTo>
                  <a:pt x="1290828" y="42672"/>
                </a:lnTo>
                <a:lnTo>
                  <a:pt x="1272540" y="24396"/>
                </a:lnTo>
                <a:lnTo>
                  <a:pt x="1255776" y="42672"/>
                </a:lnTo>
                <a:lnTo>
                  <a:pt x="1179576" y="42672"/>
                </a:lnTo>
                <a:lnTo>
                  <a:pt x="1155192" y="27432"/>
                </a:lnTo>
                <a:lnTo>
                  <a:pt x="1156081" y="69392"/>
                </a:lnTo>
                <a:lnTo>
                  <a:pt x="1156525" y="115062"/>
                </a:lnTo>
                <a:lnTo>
                  <a:pt x="1156703" y="164172"/>
                </a:lnTo>
                <a:lnTo>
                  <a:pt x="1156576" y="306730"/>
                </a:lnTo>
                <a:lnTo>
                  <a:pt x="1156474" y="325577"/>
                </a:lnTo>
                <a:lnTo>
                  <a:pt x="1156081" y="366649"/>
                </a:lnTo>
                <a:lnTo>
                  <a:pt x="1155192" y="411492"/>
                </a:lnTo>
                <a:lnTo>
                  <a:pt x="1179576" y="400824"/>
                </a:lnTo>
                <a:lnTo>
                  <a:pt x="1179576" y="53352"/>
                </a:lnTo>
                <a:lnTo>
                  <a:pt x="1255776" y="53352"/>
                </a:lnTo>
                <a:lnTo>
                  <a:pt x="1217676" y="170688"/>
                </a:lnTo>
                <a:lnTo>
                  <a:pt x="1232230" y="192405"/>
                </a:lnTo>
                <a:lnTo>
                  <a:pt x="1252181" y="228993"/>
                </a:lnTo>
                <a:lnTo>
                  <a:pt x="1262824" y="266522"/>
                </a:lnTo>
                <a:lnTo>
                  <a:pt x="1264920" y="278904"/>
                </a:lnTo>
                <a:lnTo>
                  <a:pt x="1264920" y="286524"/>
                </a:lnTo>
                <a:lnTo>
                  <a:pt x="1231392" y="306336"/>
                </a:lnTo>
                <a:lnTo>
                  <a:pt x="1224826" y="306044"/>
                </a:lnTo>
                <a:lnTo>
                  <a:pt x="1216533" y="305193"/>
                </a:lnTo>
                <a:lnTo>
                  <a:pt x="1206538" y="303758"/>
                </a:lnTo>
                <a:lnTo>
                  <a:pt x="1194816" y="301764"/>
                </a:lnTo>
                <a:lnTo>
                  <a:pt x="1194816" y="310908"/>
                </a:lnTo>
                <a:lnTo>
                  <a:pt x="1212278" y="316572"/>
                </a:lnTo>
                <a:lnTo>
                  <a:pt x="1225867" y="324243"/>
                </a:lnTo>
                <a:lnTo>
                  <a:pt x="1235760" y="333616"/>
                </a:lnTo>
                <a:lnTo>
                  <a:pt x="1242060" y="344436"/>
                </a:lnTo>
                <a:lnTo>
                  <a:pt x="1253782" y="339293"/>
                </a:lnTo>
                <a:lnTo>
                  <a:pt x="1284376" y="306730"/>
                </a:lnTo>
                <a:lnTo>
                  <a:pt x="1289570" y="279920"/>
                </a:lnTo>
                <a:lnTo>
                  <a:pt x="1289304" y="263664"/>
                </a:lnTo>
                <a:lnTo>
                  <a:pt x="1283855" y="245681"/>
                </a:lnTo>
                <a:lnTo>
                  <a:pt x="1271968" y="223837"/>
                </a:lnTo>
                <a:lnTo>
                  <a:pt x="1253515" y="198297"/>
                </a:lnTo>
                <a:lnTo>
                  <a:pt x="1228344" y="169164"/>
                </a:lnTo>
                <a:lnTo>
                  <a:pt x="1281684" y="59448"/>
                </a:lnTo>
                <a:lnTo>
                  <a:pt x="1296314" y="53352"/>
                </a:lnTo>
                <a:lnTo>
                  <a:pt x="1299972" y="51828"/>
                </a:lnTo>
                <a:close/>
              </a:path>
              <a:path w="1739265" h="412114">
                <a:moveTo>
                  <a:pt x="1475244" y="27432"/>
                </a:moveTo>
                <a:lnTo>
                  <a:pt x="1440192" y="4572"/>
                </a:lnTo>
                <a:lnTo>
                  <a:pt x="1434490" y="22847"/>
                </a:lnTo>
                <a:lnTo>
                  <a:pt x="1426667" y="45529"/>
                </a:lnTo>
                <a:lnTo>
                  <a:pt x="1405140" y="103632"/>
                </a:lnTo>
                <a:lnTo>
                  <a:pt x="1374279" y="167830"/>
                </a:lnTo>
                <a:lnTo>
                  <a:pt x="1336560" y="228600"/>
                </a:lnTo>
                <a:lnTo>
                  <a:pt x="1341132" y="231648"/>
                </a:lnTo>
                <a:lnTo>
                  <a:pt x="1356245" y="215633"/>
                </a:lnTo>
                <a:lnTo>
                  <a:pt x="1371803" y="197167"/>
                </a:lnTo>
                <a:lnTo>
                  <a:pt x="1387627" y="176149"/>
                </a:lnTo>
                <a:lnTo>
                  <a:pt x="1403616" y="152400"/>
                </a:lnTo>
                <a:lnTo>
                  <a:pt x="1403502" y="335089"/>
                </a:lnTo>
                <a:lnTo>
                  <a:pt x="1403400" y="347472"/>
                </a:lnTo>
                <a:lnTo>
                  <a:pt x="1402969" y="375767"/>
                </a:lnTo>
                <a:lnTo>
                  <a:pt x="1402092" y="411480"/>
                </a:lnTo>
                <a:lnTo>
                  <a:pt x="1428000" y="399288"/>
                </a:lnTo>
                <a:lnTo>
                  <a:pt x="1427099" y="362712"/>
                </a:lnTo>
                <a:lnTo>
                  <a:pt x="1426667" y="335089"/>
                </a:lnTo>
                <a:lnTo>
                  <a:pt x="1426565" y="323189"/>
                </a:lnTo>
                <a:lnTo>
                  <a:pt x="1426476" y="152400"/>
                </a:lnTo>
                <a:lnTo>
                  <a:pt x="1426476" y="144780"/>
                </a:lnTo>
                <a:lnTo>
                  <a:pt x="1440192" y="131064"/>
                </a:lnTo>
                <a:lnTo>
                  <a:pt x="1418856" y="118872"/>
                </a:lnTo>
                <a:lnTo>
                  <a:pt x="1437144" y="80962"/>
                </a:lnTo>
                <a:lnTo>
                  <a:pt x="1455953" y="43942"/>
                </a:lnTo>
                <a:lnTo>
                  <a:pt x="1468399" y="30861"/>
                </a:lnTo>
                <a:lnTo>
                  <a:pt x="1475244" y="27432"/>
                </a:lnTo>
                <a:close/>
              </a:path>
              <a:path w="1739265" h="412114">
                <a:moveTo>
                  <a:pt x="1716036" y="73152"/>
                </a:moveTo>
                <a:lnTo>
                  <a:pt x="1708632" y="67056"/>
                </a:lnTo>
                <a:lnTo>
                  <a:pt x="1690128" y="51816"/>
                </a:lnTo>
                <a:lnTo>
                  <a:pt x="1682508" y="61341"/>
                </a:lnTo>
                <a:lnTo>
                  <a:pt x="1682508" y="77724"/>
                </a:lnTo>
                <a:lnTo>
                  <a:pt x="1682508" y="129540"/>
                </a:lnTo>
                <a:lnTo>
                  <a:pt x="1517916" y="129540"/>
                </a:lnTo>
                <a:lnTo>
                  <a:pt x="1517916" y="77724"/>
                </a:lnTo>
                <a:lnTo>
                  <a:pt x="1682508" y="77724"/>
                </a:lnTo>
                <a:lnTo>
                  <a:pt x="1682508" y="61341"/>
                </a:lnTo>
                <a:lnTo>
                  <a:pt x="1677936" y="67056"/>
                </a:lnTo>
                <a:lnTo>
                  <a:pt x="1604784" y="67056"/>
                </a:lnTo>
                <a:lnTo>
                  <a:pt x="1607832" y="64008"/>
                </a:lnTo>
                <a:lnTo>
                  <a:pt x="1616976" y="51816"/>
                </a:lnTo>
                <a:lnTo>
                  <a:pt x="1620024" y="47244"/>
                </a:lnTo>
                <a:lnTo>
                  <a:pt x="1620024" y="39624"/>
                </a:lnTo>
                <a:lnTo>
                  <a:pt x="1584515" y="9461"/>
                </a:lnTo>
                <a:lnTo>
                  <a:pt x="1568208" y="0"/>
                </a:lnTo>
                <a:lnTo>
                  <a:pt x="1565160" y="6096"/>
                </a:lnTo>
                <a:lnTo>
                  <a:pt x="1575701" y="18630"/>
                </a:lnTo>
                <a:lnTo>
                  <a:pt x="1584375" y="30848"/>
                </a:lnTo>
                <a:lnTo>
                  <a:pt x="1591081" y="42532"/>
                </a:lnTo>
                <a:lnTo>
                  <a:pt x="1595640" y="53340"/>
                </a:lnTo>
                <a:lnTo>
                  <a:pt x="1597164" y="62484"/>
                </a:lnTo>
                <a:lnTo>
                  <a:pt x="1600212" y="67056"/>
                </a:lnTo>
                <a:lnTo>
                  <a:pt x="1517916" y="67056"/>
                </a:lnTo>
                <a:lnTo>
                  <a:pt x="1493532" y="51816"/>
                </a:lnTo>
                <a:lnTo>
                  <a:pt x="1494866" y="103632"/>
                </a:lnTo>
                <a:lnTo>
                  <a:pt x="1494866" y="154876"/>
                </a:lnTo>
                <a:lnTo>
                  <a:pt x="1493354" y="192024"/>
                </a:lnTo>
                <a:lnTo>
                  <a:pt x="1486496" y="246849"/>
                </a:lnTo>
                <a:lnTo>
                  <a:pt x="1475689" y="291515"/>
                </a:lnTo>
                <a:lnTo>
                  <a:pt x="1461998" y="331495"/>
                </a:lnTo>
                <a:lnTo>
                  <a:pt x="1445996" y="366217"/>
                </a:lnTo>
                <a:lnTo>
                  <a:pt x="1437144" y="381000"/>
                </a:lnTo>
                <a:lnTo>
                  <a:pt x="1441716" y="385572"/>
                </a:lnTo>
                <a:lnTo>
                  <a:pt x="1471244" y="343471"/>
                </a:lnTo>
                <a:lnTo>
                  <a:pt x="1495056" y="291084"/>
                </a:lnTo>
                <a:lnTo>
                  <a:pt x="1512201" y="224790"/>
                </a:lnTo>
                <a:lnTo>
                  <a:pt x="1516481" y="184785"/>
                </a:lnTo>
                <a:lnTo>
                  <a:pt x="1517916" y="140208"/>
                </a:lnTo>
                <a:lnTo>
                  <a:pt x="1682508" y="140208"/>
                </a:lnTo>
                <a:lnTo>
                  <a:pt x="1682508" y="158496"/>
                </a:lnTo>
                <a:lnTo>
                  <a:pt x="1706892" y="150876"/>
                </a:lnTo>
                <a:lnTo>
                  <a:pt x="1705762" y="142900"/>
                </a:lnTo>
                <a:lnTo>
                  <a:pt x="1705432" y="140208"/>
                </a:lnTo>
                <a:lnTo>
                  <a:pt x="1704797" y="135064"/>
                </a:lnTo>
                <a:lnTo>
                  <a:pt x="1704289" y="129540"/>
                </a:lnTo>
                <a:lnTo>
                  <a:pt x="1704098" y="127520"/>
                </a:lnTo>
                <a:lnTo>
                  <a:pt x="1703844" y="120396"/>
                </a:lnTo>
                <a:lnTo>
                  <a:pt x="1703844" y="82296"/>
                </a:lnTo>
                <a:lnTo>
                  <a:pt x="1709940" y="77724"/>
                </a:lnTo>
                <a:lnTo>
                  <a:pt x="1716036" y="73152"/>
                </a:lnTo>
                <a:close/>
              </a:path>
              <a:path w="1739265" h="412114">
                <a:moveTo>
                  <a:pt x="1738896" y="199644"/>
                </a:moveTo>
                <a:lnTo>
                  <a:pt x="1729752" y="192024"/>
                </a:lnTo>
                <a:lnTo>
                  <a:pt x="1711464" y="176784"/>
                </a:lnTo>
                <a:lnTo>
                  <a:pt x="1700796" y="188645"/>
                </a:lnTo>
                <a:lnTo>
                  <a:pt x="1700796" y="202692"/>
                </a:lnTo>
                <a:lnTo>
                  <a:pt x="1700796" y="274320"/>
                </a:lnTo>
                <a:lnTo>
                  <a:pt x="1665744" y="274320"/>
                </a:lnTo>
                <a:lnTo>
                  <a:pt x="1665744" y="202692"/>
                </a:lnTo>
                <a:lnTo>
                  <a:pt x="1700796" y="202692"/>
                </a:lnTo>
                <a:lnTo>
                  <a:pt x="1700796" y="188645"/>
                </a:lnTo>
                <a:lnTo>
                  <a:pt x="1697748" y="192024"/>
                </a:lnTo>
                <a:lnTo>
                  <a:pt x="1644408" y="192024"/>
                </a:lnTo>
                <a:lnTo>
                  <a:pt x="1644408" y="202692"/>
                </a:lnTo>
                <a:lnTo>
                  <a:pt x="1644408" y="274320"/>
                </a:lnTo>
                <a:lnTo>
                  <a:pt x="1604784" y="274320"/>
                </a:lnTo>
                <a:lnTo>
                  <a:pt x="1604784" y="202692"/>
                </a:lnTo>
                <a:lnTo>
                  <a:pt x="1644408" y="202692"/>
                </a:lnTo>
                <a:lnTo>
                  <a:pt x="1644408" y="192024"/>
                </a:lnTo>
                <a:lnTo>
                  <a:pt x="1583448" y="192024"/>
                </a:lnTo>
                <a:lnTo>
                  <a:pt x="1583448" y="202692"/>
                </a:lnTo>
                <a:lnTo>
                  <a:pt x="1583448" y="274320"/>
                </a:lnTo>
                <a:lnTo>
                  <a:pt x="1548396" y="274320"/>
                </a:lnTo>
                <a:lnTo>
                  <a:pt x="1548396" y="202692"/>
                </a:lnTo>
                <a:lnTo>
                  <a:pt x="1583448" y="202692"/>
                </a:lnTo>
                <a:lnTo>
                  <a:pt x="1583448" y="192024"/>
                </a:lnTo>
                <a:lnTo>
                  <a:pt x="1548396" y="192024"/>
                </a:lnTo>
                <a:lnTo>
                  <a:pt x="1524012" y="176784"/>
                </a:lnTo>
                <a:lnTo>
                  <a:pt x="1524889" y="193929"/>
                </a:lnTo>
                <a:lnTo>
                  <a:pt x="1525346" y="208788"/>
                </a:lnTo>
                <a:lnTo>
                  <a:pt x="1525435" y="215633"/>
                </a:lnTo>
                <a:lnTo>
                  <a:pt x="1525358" y="347472"/>
                </a:lnTo>
                <a:lnTo>
                  <a:pt x="1525295" y="349973"/>
                </a:lnTo>
                <a:lnTo>
                  <a:pt x="1524774" y="362140"/>
                </a:lnTo>
                <a:lnTo>
                  <a:pt x="1524317" y="375767"/>
                </a:lnTo>
                <a:lnTo>
                  <a:pt x="1524203" y="381000"/>
                </a:lnTo>
                <a:lnTo>
                  <a:pt x="1524012" y="397764"/>
                </a:lnTo>
                <a:lnTo>
                  <a:pt x="1548396" y="387096"/>
                </a:lnTo>
                <a:lnTo>
                  <a:pt x="1548396" y="284988"/>
                </a:lnTo>
                <a:lnTo>
                  <a:pt x="1583448" y="284988"/>
                </a:lnTo>
                <a:lnTo>
                  <a:pt x="1583448" y="368808"/>
                </a:lnTo>
                <a:lnTo>
                  <a:pt x="1604784" y="362712"/>
                </a:lnTo>
                <a:lnTo>
                  <a:pt x="1604784" y="284988"/>
                </a:lnTo>
                <a:lnTo>
                  <a:pt x="1644408" y="284988"/>
                </a:lnTo>
                <a:lnTo>
                  <a:pt x="1644408" y="355092"/>
                </a:lnTo>
                <a:lnTo>
                  <a:pt x="1665744" y="347472"/>
                </a:lnTo>
                <a:lnTo>
                  <a:pt x="1665744" y="284988"/>
                </a:lnTo>
                <a:lnTo>
                  <a:pt x="1700796" y="284988"/>
                </a:lnTo>
                <a:lnTo>
                  <a:pt x="1700796" y="352044"/>
                </a:lnTo>
                <a:lnTo>
                  <a:pt x="1702320" y="362712"/>
                </a:lnTo>
                <a:lnTo>
                  <a:pt x="1697761" y="367271"/>
                </a:lnTo>
                <a:lnTo>
                  <a:pt x="1682381" y="367245"/>
                </a:lnTo>
                <a:lnTo>
                  <a:pt x="1672793" y="366903"/>
                </a:lnTo>
                <a:lnTo>
                  <a:pt x="1661185" y="366001"/>
                </a:lnTo>
                <a:lnTo>
                  <a:pt x="1647456" y="364236"/>
                </a:lnTo>
                <a:lnTo>
                  <a:pt x="1647456" y="371856"/>
                </a:lnTo>
                <a:lnTo>
                  <a:pt x="1665693" y="378980"/>
                </a:lnTo>
                <a:lnTo>
                  <a:pt x="1679079" y="386524"/>
                </a:lnTo>
                <a:lnTo>
                  <a:pt x="1687309" y="394360"/>
                </a:lnTo>
                <a:lnTo>
                  <a:pt x="1690128" y="402336"/>
                </a:lnTo>
                <a:lnTo>
                  <a:pt x="1705864" y="395770"/>
                </a:lnTo>
                <a:lnTo>
                  <a:pt x="1716608" y="387477"/>
                </a:lnTo>
                <a:lnTo>
                  <a:pt x="1722488" y="377482"/>
                </a:lnTo>
                <a:lnTo>
                  <a:pt x="1723504" y="367284"/>
                </a:lnTo>
                <a:lnTo>
                  <a:pt x="1723542" y="366903"/>
                </a:lnTo>
                <a:lnTo>
                  <a:pt x="1723656" y="284988"/>
                </a:lnTo>
                <a:lnTo>
                  <a:pt x="1723656" y="274320"/>
                </a:lnTo>
                <a:lnTo>
                  <a:pt x="1723656" y="208788"/>
                </a:lnTo>
                <a:lnTo>
                  <a:pt x="1733816" y="202692"/>
                </a:lnTo>
                <a:lnTo>
                  <a:pt x="1738896" y="19964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" name="object 70"/>
          <p:cNvSpPr/>
          <p:nvPr/>
        </p:nvSpPr>
        <p:spPr>
          <a:xfrm>
            <a:off x="9299447" y="5510783"/>
            <a:ext cx="391795" cy="408940"/>
          </a:xfrm>
          <a:custGeom>
            <a:avLst/>
            <a:gdLst/>
            <a:ahLst/>
            <a:cxnLst/>
            <a:rect l="l" t="t" r="r" b="b"/>
            <a:pathLst>
              <a:path w="391795" h="408939">
                <a:moveTo>
                  <a:pt x="36576" y="53340"/>
                </a:moveTo>
                <a:lnTo>
                  <a:pt x="36576" y="45720"/>
                </a:lnTo>
                <a:lnTo>
                  <a:pt x="85748" y="42886"/>
                </a:lnTo>
                <a:lnTo>
                  <a:pt x="132778" y="39052"/>
                </a:lnTo>
                <a:lnTo>
                  <a:pt x="177807" y="34361"/>
                </a:lnTo>
                <a:lnTo>
                  <a:pt x="220980" y="28956"/>
                </a:lnTo>
                <a:lnTo>
                  <a:pt x="258960" y="22074"/>
                </a:lnTo>
                <a:lnTo>
                  <a:pt x="315491" y="7739"/>
                </a:lnTo>
                <a:lnTo>
                  <a:pt x="333756" y="0"/>
                </a:lnTo>
                <a:lnTo>
                  <a:pt x="359664" y="32004"/>
                </a:lnTo>
                <a:lnTo>
                  <a:pt x="334518" y="33432"/>
                </a:lnTo>
                <a:lnTo>
                  <a:pt x="231648" y="41148"/>
                </a:lnTo>
                <a:lnTo>
                  <a:pt x="187666" y="45196"/>
                </a:lnTo>
                <a:lnTo>
                  <a:pt x="140398" y="48387"/>
                </a:lnTo>
                <a:lnTo>
                  <a:pt x="36576" y="53340"/>
                </a:lnTo>
                <a:close/>
              </a:path>
              <a:path w="391795" h="408939">
                <a:moveTo>
                  <a:pt x="260604" y="129540"/>
                </a:moveTo>
                <a:lnTo>
                  <a:pt x="256032" y="126492"/>
                </a:lnTo>
                <a:lnTo>
                  <a:pt x="262628" y="116205"/>
                </a:lnTo>
                <a:lnTo>
                  <a:pt x="268904" y="105727"/>
                </a:lnTo>
                <a:lnTo>
                  <a:pt x="289560" y="63627"/>
                </a:lnTo>
                <a:lnTo>
                  <a:pt x="298704" y="39624"/>
                </a:lnTo>
                <a:lnTo>
                  <a:pt x="332232" y="60960"/>
                </a:lnTo>
                <a:lnTo>
                  <a:pt x="320040" y="67056"/>
                </a:lnTo>
                <a:lnTo>
                  <a:pt x="301752" y="88177"/>
                </a:lnTo>
                <a:lnTo>
                  <a:pt x="285750" y="105727"/>
                </a:lnTo>
                <a:lnTo>
                  <a:pt x="272034" y="119562"/>
                </a:lnTo>
                <a:lnTo>
                  <a:pt x="260604" y="129540"/>
                </a:lnTo>
                <a:close/>
              </a:path>
              <a:path w="391795" h="408939">
                <a:moveTo>
                  <a:pt x="205740" y="124968"/>
                </a:moveTo>
                <a:lnTo>
                  <a:pt x="201168" y="124968"/>
                </a:lnTo>
                <a:lnTo>
                  <a:pt x="198120" y="118872"/>
                </a:lnTo>
                <a:lnTo>
                  <a:pt x="196596" y="106680"/>
                </a:lnTo>
                <a:lnTo>
                  <a:pt x="192047" y="94059"/>
                </a:lnTo>
                <a:lnTo>
                  <a:pt x="185356" y="81153"/>
                </a:lnTo>
                <a:lnTo>
                  <a:pt x="176664" y="67675"/>
                </a:lnTo>
                <a:lnTo>
                  <a:pt x="166116" y="53340"/>
                </a:lnTo>
                <a:lnTo>
                  <a:pt x="170688" y="48768"/>
                </a:lnTo>
                <a:lnTo>
                  <a:pt x="202692" y="70866"/>
                </a:lnTo>
                <a:lnTo>
                  <a:pt x="220980" y="92964"/>
                </a:lnTo>
                <a:lnTo>
                  <a:pt x="220980" y="105156"/>
                </a:lnTo>
                <a:lnTo>
                  <a:pt x="217932" y="111252"/>
                </a:lnTo>
                <a:lnTo>
                  <a:pt x="213360" y="115824"/>
                </a:lnTo>
                <a:lnTo>
                  <a:pt x="208788" y="121920"/>
                </a:lnTo>
                <a:lnTo>
                  <a:pt x="205740" y="124968"/>
                </a:lnTo>
                <a:close/>
              </a:path>
              <a:path w="391795" h="408939">
                <a:moveTo>
                  <a:pt x="118872" y="128016"/>
                </a:moveTo>
                <a:lnTo>
                  <a:pt x="112776" y="128016"/>
                </a:lnTo>
                <a:lnTo>
                  <a:pt x="105156" y="112776"/>
                </a:lnTo>
                <a:lnTo>
                  <a:pt x="100869" y="100226"/>
                </a:lnTo>
                <a:lnTo>
                  <a:pt x="94869" y="87820"/>
                </a:lnTo>
                <a:lnTo>
                  <a:pt x="87153" y="75699"/>
                </a:lnTo>
                <a:lnTo>
                  <a:pt x="77724" y="64008"/>
                </a:lnTo>
                <a:lnTo>
                  <a:pt x="80772" y="57912"/>
                </a:lnTo>
                <a:lnTo>
                  <a:pt x="97083" y="67389"/>
                </a:lnTo>
                <a:lnTo>
                  <a:pt x="109537" y="75438"/>
                </a:lnTo>
                <a:lnTo>
                  <a:pt x="118276" y="82343"/>
                </a:lnTo>
                <a:lnTo>
                  <a:pt x="123444" y="88392"/>
                </a:lnTo>
                <a:lnTo>
                  <a:pt x="129540" y="94488"/>
                </a:lnTo>
                <a:lnTo>
                  <a:pt x="132588" y="100584"/>
                </a:lnTo>
                <a:lnTo>
                  <a:pt x="132588" y="109728"/>
                </a:lnTo>
                <a:lnTo>
                  <a:pt x="129540" y="114300"/>
                </a:lnTo>
                <a:lnTo>
                  <a:pt x="126492" y="120396"/>
                </a:lnTo>
                <a:lnTo>
                  <a:pt x="118872" y="128016"/>
                </a:lnTo>
                <a:close/>
              </a:path>
              <a:path w="391795" h="408939">
                <a:moveTo>
                  <a:pt x="19812" y="193548"/>
                </a:moveTo>
                <a:lnTo>
                  <a:pt x="12192" y="193548"/>
                </a:lnTo>
                <a:lnTo>
                  <a:pt x="7620" y="192024"/>
                </a:lnTo>
                <a:lnTo>
                  <a:pt x="4572" y="190500"/>
                </a:lnTo>
                <a:lnTo>
                  <a:pt x="0" y="185928"/>
                </a:lnTo>
                <a:lnTo>
                  <a:pt x="0" y="181356"/>
                </a:lnTo>
                <a:lnTo>
                  <a:pt x="4572" y="175260"/>
                </a:lnTo>
                <a:lnTo>
                  <a:pt x="13716" y="167640"/>
                </a:lnTo>
                <a:lnTo>
                  <a:pt x="21383" y="159329"/>
                </a:lnTo>
                <a:lnTo>
                  <a:pt x="28194" y="148018"/>
                </a:lnTo>
                <a:lnTo>
                  <a:pt x="33861" y="133564"/>
                </a:lnTo>
                <a:lnTo>
                  <a:pt x="38100" y="115824"/>
                </a:lnTo>
                <a:lnTo>
                  <a:pt x="44196" y="115824"/>
                </a:lnTo>
                <a:lnTo>
                  <a:pt x="44196" y="134112"/>
                </a:lnTo>
                <a:lnTo>
                  <a:pt x="373380" y="134112"/>
                </a:lnTo>
                <a:lnTo>
                  <a:pt x="384048" y="144780"/>
                </a:lnTo>
                <a:lnTo>
                  <a:pt x="44196" y="144780"/>
                </a:lnTo>
                <a:lnTo>
                  <a:pt x="43600" y="161972"/>
                </a:lnTo>
                <a:lnTo>
                  <a:pt x="41719" y="174879"/>
                </a:lnTo>
                <a:lnTo>
                  <a:pt x="38409" y="183784"/>
                </a:lnTo>
                <a:lnTo>
                  <a:pt x="33528" y="188976"/>
                </a:lnTo>
                <a:lnTo>
                  <a:pt x="25908" y="192024"/>
                </a:lnTo>
                <a:lnTo>
                  <a:pt x="19812" y="193548"/>
                </a:lnTo>
                <a:close/>
              </a:path>
              <a:path w="391795" h="408939">
                <a:moveTo>
                  <a:pt x="373380" y="134112"/>
                </a:moveTo>
                <a:lnTo>
                  <a:pt x="335280" y="134112"/>
                </a:lnTo>
                <a:lnTo>
                  <a:pt x="355092" y="115824"/>
                </a:lnTo>
                <a:lnTo>
                  <a:pt x="373380" y="134112"/>
                </a:lnTo>
                <a:close/>
              </a:path>
              <a:path w="391795" h="408939">
                <a:moveTo>
                  <a:pt x="326136" y="188976"/>
                </a:moveTo>
                <a:lnTo>
                  <a:pt x="321564" y="187452"/>
                </a:lnTo>
                <a:lnTo>
                  <a:pt x="338328" y="144780"/>
                </a:lnTo>
                <a:lnTo>
                  <a:pt x="384048" y="144780"/>
                </a:lnTo>
                <a:lnTo>
                  <a:pt x="378071" y="146256"/>
                </a:lnTo>
                <a:lnTo>
                  <a:pt x="371665" y="148590"/>
                </a:lnTo>
                <a:lnTo>
                  <a:pt x="334994" y="178403"/>
                </a:lnTo>
                <a:lnTo>
                  <a:pt x="326136" y="188976"/>
                </a:lnTo>
                <a:close/>
              </a:path>
              <a:path w="391795" h="408939">
                <a:moveTo>
                  <a:pt x="166116" y="207264"/>
                </a:moveTo>
                <a:lnTo>
                  <a:pt x="140208" y="207264"/>
                </a:lnTo>
                <a:lnTo>
                  <a:pt x="143089" y="191857"/>
                </a:lnTo>
                <a:lnTo>
                  <a:pt x="144970" y="177736"/>
                </a:lnTo>
                <a:lnTo>
                  <a:pt x="145994" y="165044"/>
                </a:lnTo>
                <a:lnTo>
                  <a:pt x="146304" y="153924"/>
                </a:lnTo>
                <a:lnTo>
                  <a:pt x="184404" y="170688"/>
                </a:lnTo>
                <a:lnTo>
                  <a:pt x="172212" y="181356"/>
                </a:lnTo>
                <a:lnTo>
                  <a:pt x="166116" y="207264"/>
                </a:lnTo>
                <a:close/>
              </a:path>
              <a:path w="391795" h="408939">
                <a:moveTo>
                  <a:pt x="48768" y="224028"/>
                </a:moveTo>
                <a:lnTo>
                  <a:pt x="32004" y="207264"/>
                </a:lnTo>
                <a:lnTo>
                  <a:pt x="295656" y="207264"/>
                </a:lnTo>
                <a:lnTo>
                  <a:pt x="315468" y="187452"/>
                </a:lnTo>
                <a:lnTo>
                  <a:pt x="345948" y="217932"/>
                </a:lnTo>
                <a:lnTo>
                  <a:pt x="89916" y="217932"/>
                </a:lnTo>
                <a:lnTo>
                  <a:pt x="78771" y="218241"/>
                </a:lnTo>
                <a:lnTo>
                  <a:pt x="68199" y="219265"/>
                </a:lnTo>
                <a:lnTo>
                  <a:pt x="58197" y="221146"/>
                </a:lnTo>
                <a:lnTo>
                  <a:pt x="48768" y="224028"/>
                </a:lnTo>
                <a:close/>
              </a:path>
              <a:path w="391795" h="408939">
                <a:moveTo>
                  <a:pt x="10668" y="399288"/>
                </a:moveTo>
                <a:lnTo>
                  <a:pt x="7620" y="391668"/>
                </a:lnTo>
                <a:lnTo>
                  <a:pt x="48024" y="361309"/>
                </a:lnTo>
                <a:lnTo>
                  <a:pt x="81405" y="328757"/>
                </a:lnTo>
                <a:lnTo>
                  <a:pt x="107691" y="294010"/>
                </a:lnTo>
                <a:lnTo>
                  <a:pt x="126809" y="257068"/>
                </a:lnTo>
                <a:lnTo>
                  <a:pt x="138684" y="217932"/>
                </a:lnTo>
                <a:lnTo>
                  <a:pt x="164592" y="217932"/>
                </a:lnTo>
                <a:lnTo>
                  <a:pt x="162044" y="227076"/>
                </a:lnTo>
                <a:lnTo>
                  <a:pt x="159067" y="236220"/>
                </a:lnTo>
                <a:lnTo>
                  <a:pt x="155805" y="245364"/>
                </a:lnTo>
                <a:lnTo>
                  <a:pt x="152400" y="254508"/>
                </a:lnTo>
                <a:lnTo>
                  <a:pt x="309372" y="254508"/>
                </a:lnTo>
                <a:lnTo>
                  <a:pt x="318516" y="263652"/>
                </a:lnTo>
                <a:lnTo>
                  <a:pt x="149352" y="263652"/>
                </a:lnTo>
                <a:lnTo>
                  <a:pt x="127039" y="302847"/>
                </a:lnTo>
                <a:lnTo>
                  <a:pt x="96583" y="338328"/>
                </a:lnTo>
                <a:lnTo>
                  <a:pt x="57840" y="370379"/>
                </a:lnTo>
                <a:lnTo>
                  <a:pt x="10668" y="399288"/>
                </a:lnTo>
                <a:close/>
              </a:path>
              <a:path w="391795" h="408939">
                <a:moveTo>
                  <a:pt x="309372" y="254508"/>
                </a:moveTo>
                <a:lnTo>
                  <a:pt x="277368" y="254508"/>
                </a:lnTo>
                <a:lnTo>
                  <a:pt x="294132" y="239268"/>
                </a:lnTo>
                <a:lnTo>
                  <a:pt x="309372" y="254508"/>
                </a:lnTo>
                <a:close/>
              </a:path>
              <a:path w="391795" h="408939">
                <a:moveTo>
                  <a:pt x="59436" y="408432"/>
                </a:moveTo>
                <a:lnTo>
                  <a:pt x="59436" y="400812"/>
                </a:lnTo>
                <a:lnTo>
                  <a:pt x="103751" y="389382"/>
                </a:lnTo>
                <a:lnTo>
                  <a:pt x="143065" y="375666"/>
                </a:lnTo>
                <a:lnTo>
                  <a:pt x="177522" y="359664"/>
                </a:lnTo>
                <a:lnTo>
                  <a:pt x="207264" y="341376"/>
                </a:lnTo>
                <a:lnTo>
                  <a:pt x="188999" y="323659"/>
                </a:lnTo>
                <a:lnTo>
                  <a:pt x="173164" y="304800"/>
                </a:lnTo>
                <a:lnTo>
                  <a:pt x="159900" y="284797"/>
                </a:lnTo>
                <a:lnTo>
                  <a:pt x="149352" y="263652"/>
                </a:lnTo>
                <a:lnTo>
                  <a:pt x="318516" y="263652"/>
                </a:lnTo>
                <a:lnTo>
                  <a:pt x="320040" y="265176"/>
                </a:lnTo>
                <a:lnTo>
                  <a:pt x="160020" y="265176"/>
                </a:lnTo>
                <a:lnTo>
                  <a:pt x="165163" y="273438"/>
                </a:lnTo>
                <a:lnTo>
                  <a:pt x="196548" y="309681"/>
                </a:lnTo>
                <a:lnTo>
                  <a:pt x="220980" y="329184"/>
                </a:lnTo>
                <a:lnTo>
                  <a:pt x="252378" y="329184"/>
                </a:lnTo>
                <a:lnTo>
                  <a:pt x="237744" y="341376"/>
                </a:lnTo>
                <a:lnTo>
                  <a:pt x="267208" y="353568"/>
                </a:lnTo>
                <a:lnTo>
                  <a:pt x="222504" y="353568"/>
                </a:lnTo>
                <a:lnTo>
                  <a:pt x="190809" y="372213"/>
                </a:lnTo>
                <a:lnTo>
                  <a:pt x="152971" y="387286"/>
                </a:lnTo>
                <a:lnTo>
                  <a:pt x="109132" y="399216"/>
                </a:lnTo>
                <a:lnTo>
                  <a:pt x="59436" y="408432"/>
                </a:lnTo>
                <a:close/>
              </a:path>
              <a:path w="391795" h="408939">
                <a:moveTo>
                  <a:pt x="252378" y="329184"/>
                </a:moveTo>
                <a:lnTo>
                  <a:pt x="220980" y="329184"/>
                </a:lnTo>
                <a:lnTo>
                  <a:pt x="236648" y="314896"/>
                </a:lnTo>
                <a:lnTo>
                  <a:pt x="251460" y="299466"/>
                </a:lnTo>
                <a:lnTo>
                  <a:pt x="265128" y="282892"/>
                </a:lnTo>
                <a:lnTo>
                  <a:pt x="277368" y="265176"/>
                </a:lnTo>
                <a:lnTo>
                  <a:pt x="320040" y="265176"/>
                </a:lnTo>
                <a:lnTo>
                  <a:pt x="304800" y="274320"/>
                </a:lnTo>
                <a:lnTo>
                  <a:pt x="286821" y="294870"/>
                </a:lnTo>
                <a:lnTo>
                  <a:pt x="269557" y="312991"/>
                </a:lnTo>
                <a:lnTo>
                  <a:pt x="253150" y="328541"/>
                </a:lnTo>
                <a:lnTo>
                  <a:pt x="252378" y="329184"/>
                </a:lnTo>
                <a:close/>
              </a:path>
              <a:path w="391795" h="408939">
                <a:moveTo>
                  <a:pt x="361188" y="402336"/>
                </a:moveTo>
                <a:lnTo>
                  <a:pt x="318087" y="393215"/>
                </a:lnTo>
                <a:lnTo>
                  <a:pt x="280416" y="381952"/>
                </a:lnTo>
                <a:lnTo>
                  <a:pt x="248459" y="368688"/>
                </a:lnTo>
                <a:lnTo>
                  <a:pt x="222504" y="353568"/>
                </a:lnTo>
                <a:lnTo>
                  <a:pt x="267208" y="353568"/>
                </a:lnTo>
                <a:lnTo>
                  <a:pt x="269509" y="354520"/>
                </a:lnTo>
                <a:lnTo>
                  <a:pt x="305562" y="364236"/>
                </a:lnTo>
                <a:lnTo>
                  <a:pt x="346186" y="370522"/>
                </a:lnTo>
                <a:lnTo>
                  <a:pt x="391668" y="373380"/>
                </a:lnTo>
                <a:lnTo>
                  <a:pt x="391668" y="377952"/>
                </a:lnTo>
                <a:lnTo>
                  <a:pt x="382190" y="380261"/>
                </a:lnTo>
                <a:lnTo>
                  <a:pt x="374142" y="385000"/>
                </a:lnTo>
                <a:lnTo>
                  <a:pt x="367236" y="392310"/>
                </a:lnTo>
                <a:lnTo>
                  <a:pt x="361188" y="40233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" name="object 71"/>
          <p:cNvSpPr/>
          <p:nvPr/>
        </p:nvSpPr>
        <p:spPr>
          <a:xfrm>
            <a:off x="2133600" y="6010655"/>
            <a:ext cx="364490" cy="399415"/>
          </a:xfrm>
          <a:custGeom>
            <a:avLst/>
            <a:gdLst/>
            <a:ahLst/>
            <a:cxnLst/>
            <a:rect l="l" t="t" r="r" b="b"/>
            <a:pathLst>
              <a:path w="364489" h="399414">
                <a:moveTo>
                  <a:pt x="326440" y="16764"/>
                </a:moveTo>
                <a:lnTo>
                  <a:pt x="292608" y="16764"/>
                </a:lnTo>
                <a:lnTo>
                  <a:pt x="306324" y="0"/>
                </a:lnTo>
                <a:lnTo>
                  <a:pt x="326440" y="16764"/>
                </a:lnTo>
                <a:close/>
              </a:path>
              <a:path w="364489" h="399414">
                <a:moveTo>
                  <a:pt x="82296" y="169164"/>
                </a:moveTo>
                <a:lnTo>
                  <a:pt x="83177" y="146851"/>
                </a:lnTo>
                <a:lnTo>
                  <a:pt x="83629" y="125539"/>
                </a:lnTo>
                <a:lnTo>
                  <a:pt x="83783" y="106680"/>
                </a:lnTo>
                <a:lnTo>
                  <a:pt x="83796" y="65627"/>
                </a:lnTo>
                <a:lnTo>
                  <a:pt x="83629" y="45339"/>
                </a:lnTo>
                <a:lnTo>
                  <a:pt x="83177" y="24479"/>
                </a:lnTo>
                <a:lnTo>
                  <a:pt x="82296" y="3047"/>
                </a:lnTo>
                <a:lnTo>
                  <a:pt x="108204" y="16764"/>
                </a:lnTo>
                <a:lnTo>
                  <a:pt x="326440" y="16764"/>
                </a:lnTo>
                <a:lnTo>
                  <a:pt x="333756" y="22860"/>
                </a:lnTo>
                <a:lnTo>
                  <a:pt x="328612" y="27432"/>
                </a:lnTo>
                <a:lnTo>
                  <a:pt x="108204" y="27432"/>
                </a:lnTo>
                <a:lnTo>
                  <a:pt x="108204" y="128016"/>
                </a:lnTo>
                <a:lnTo>
                  <a:pt x="321237" y="128016"/>
                </a:lnTo>
                <a:lnTo>
                  <a:pt x="321325" y="132349"/>
                </a:lnTo>
                <a:lnTo>
                  <a:pt x="321407" y="138684"/>
                </a:lnTo>
                <a:lnTo>
                  <a:pt x="108204" y="138684"/>
                </a:lnTo>
                <a:lnTo>
                  <a:pt x="108204" y="158496"/>
                </a:lnTo>
                <a:lnTo>
                  <a:pt x="82296" y="169164"/>
                </a:lnTo>
                <a:close/>
              </a:path>
              <a:path w="364489" h="399414">
                <a:moveTo>
                  <a:pt x="321237" y="128016"/>
                </a:moveTo>
                <a:lnTo>
                  <a:pt x="295656" y="128016"/>
                </a:lnTo>
                <a:lnTo>
                  <a:pt x="295656" y="27432"/>
                </a:lnTo>
                <a:lnTo>
                  <a:pt x="328612" y="27432"/>
                </a:lnTo>
                <a:lnTo>
                  <a:pt x="320040" y="35052"/>
                </a:lnTo>
                <a:lnTo>
                  <a:pt x="320278" y="74152"/>
                </a:lnTo>
                <a:lnTo>
                  <a:pt x="320802" y="106680"/>
                </a:lnTo>
                <a:lnTo>
                  <a:pt x="321237" y="128016"/>
                </a:lnTo>
                <a:close/>
              </a:path>
              <a:path w="364489" h="399414">
                <a:moveTo>
                  <a:pt x="295656" y="161544"/>
                </a:moveTo>
                <a:lnTo>
                  <a:pt x="295656" y="138684"/>
                </a:lnTo>
                <a:lnTo>
                  <a:pt x="321407" y="138684"/>
                </a:lnTo>
                <a:lnTo>
                  <a:pt x="321564" y="150876"/>
                </a:lnTo>
                <a:lnTo>
                  <a:pt x="295656" y="161544"/>
                </a:lnTo>
                <a:close/>
              </a:path>
              <a:path w="364489" h="399414">
                <a:moveTo>
                  <a:pt x="192024" y="202692"/>
                </a:moveTo>
                <a:lnTo>
                  <a:pt x="166116" y="202692"/>
                </a:lnTo>
                <a:lnTo>
                  <a:pt x="166354" y="183499"/>
                </a:lnTo>
                <a:lnTo>
                  <a:pt x="166878" y="166878"/>
                </a:lnTo>
                <a:lnTo>
                  <a:pt x="167401" y="152542"/>
                </a:lnTo>
                <a:lnTo>
                  <a:pt x="167640" y="140208"/>
                </a:lnTo>
                <a:lnTo>
                  <a:pt x="210312" y="161544"/>
                </a:lnTo>
                <a:lnTo>
                  <a:pt x="195072" y="172212"/>
                </a:lnTo>
                <a:lnTo>
                  <a:pt x="194167" y="178474"/>
                </a:lnTo>
                <a:lnTo>
                  <a:pt x="193548" y="185737"/>
                </a:lnTo>
                <a:lnTo>
                  <a:pt x="192928" y="193857"/>
                </a:lnTo>
                <a:lnTo>
                  <a:pt x="192024" y="202692"/>
                </a:lnTo>
                <a:close/>
              </a:path>
              <a:path w="364489" h="399414">
                <a:moveTo>
                  <a:pt x="42672" y="219456"/>
                </a:moveTo>
                <a:lnTo>
                  <a:pt x="25908" y="202692"/>
                </a:lnTo>
                <a:lnTo>
                  <a:pt x="320040" y="202692"/>
                </a:lnTo>
                <a:lnTo>
                  <a:pt x="332232" y="184404"/>
                </a:lnTo>
                <a:lnTo>
                  <a:pt x="364236" y="208788"/>
                </a:lnTo>
                <a:lnTo>
                  <a:pt x="357949" y="213360"/>
                </a:lnTo>
                <a:lnTo>
                  <a:pt x="88392" y="213360"/>
                </a:lnTo>
                <a:lnTo>
                  <a:pt x="75247" y="213669"/>
                </a:lnTo>
                <a:lnTo>
                  <a:pt x="63246" y="214693"/>
                </a:lnTo>
                <a:lnTo>
                  <a:pt x="52387" y="216574"/>
                </a:lnTo>
                <a:lnTo>
                  <a:pt x="42672" y="219456"/>
                </a:lnTo>
                <a:close/>
              </a:path>
              <a:path w="364489" h="399414">
                <a:moveTo>
                  <a:pt x="1524" y="399288"/>
                </a:moveTo>
                <a:lnTo>
                  <a:pt x="0" y="394716"/>
                </a:lnTo>
                <a:lnTo>
                  <a:pt x="36314" y="379571"/>
                </a:lnTo>
                <a:lnTo>
                  <a:pt x="67627" y="363855"/>
                </a:lnTo>
                <a:lnTo>
                  <a:pt x="115824" y="330708"/>
                </a:lnTo>
                <a:lnTo>
                  <a:pt x="147637" y="284035"/>
                </a:lnTo>
                <a:lnTo>
                  <a:pt x="164592" y="213360"/>
                </a:lnTo>
                <a:lnTo>
                  <a:pt x="190500" y="213360"/>
                </a:lnTo>
                <a:lnTo>
                  <a:pt x="181879" y="255651"/>
                </a:lnTo>
                <a:lnTo>
                  <a:pt x="153209" y="319659"/>
                </a:lnTo>
                <a:lnTo>
                  <a:pt x="107394" y="358782"/>
                </a:lnTo>
                <a:lnTo>
                  <a:pt x="42148" y="387881"/>
                </a:lnTo>
                <a:lnTo>
                  <a:pt x="1524" y="399288"/>
                </a:lnTo>
                <a:close/>
              </a:path>
              <a:path w="364489" h="399414">
                <a:moveTo>
                  <a:pt x="337264" y="356925"/>
                </a:moveTo>
                <a:lnTo>
                  <a:pt x="287821" y="356925"/>
                </a:lnTo>
                <a:lnTo>
                  <a:pt x="297179" y="356616"/>
                </a:lnTo>
                <a:lnTo>
                  <a:pt x="304347" y="354901"/>
                </a:lnTo>
                <a:lnTo>
                  <a:pt x="318373" y="311729"/>
                </a:lnTo>
                <a:lnTo>
                  <a:pt x="321706" y="253960"/>
                </a:lnTo>
                <a:lnTo>
                  <a:pt x="323088" y="213360"/>
                </a:lnTo>
                <a:lnTo>
                  <a:pt x="357949" y="213360"/>
                </a:lnTo>
                <a:lnTo>
                  <a:pt x="347472" y="220980"/>
                </a:lnTo>
                <a:lnTo>
                  <a:pt x="346614" y="276415"/>
                </a:lnTo>
                <a:lnTo>
                  <a:pt x="344043" y="319278"/>
                </a:lnTo>
                <a:lnTo>
                  <a:pt x="339756" y="349567"/>
                </a:lnTo>
                <a:lnTo>
                  <a:pt x="337264" y="356925"/>
                </a:lnTo>
                <a:close/>
              </a:path>
              <a:path w="364489" h="399414">
                <a:moveTo>
                  <a:pt x="291084" y="397764"/>
                </a:moveTo>
                <a:lnTo>
                  <a:pt x="284797" y="385762"/>
                </a:lnTo>
                <a:lnTo>
                  <a:pt x="272796" y="374904"/>
                </a:lnTo>
                <a:lnTo>
                  <a:pt x="255079" y="365188"/>
                </a:lnTo>
                <a:lnTo>
                  <a:pt x="231648" y="356616"/>
                </a:lnTo>
                <a:lnTo>
                  <a:pt x="233172" y="348996"/>
                </a:lnTo>
                <a:lnTo>
                  <a:pt x="255389" y="352972"/>
                </a:lnTo>
                <a:lnTo>
                  <a:pt x="273748" y="355663"/>
                </a:lnTo>
                <a:lnTo>
                  <a:pt x="287821" y="356925"/>
                </a:lnTo>
                <a:lnTo>
                  <a:pt x="337264" y="356925"/>
                </a:lnTo>
                <a:lnTo>
                  <a:pt x="333756" y="367284"/>
                </a:lnTo>
                <a:lnTo>
                  <a:pt x="326874" y="377618"/>
                </a:lnTo>
                <a:lnTo>
                  <a:pt x="317563" y="385953"/>
                </a:lnTo>
                <a:lnTo>
                  <a:pt x="305681" y="392572"/>
                </a:lnTo>
                <a:lnTo>
                  <a:pt x="291084" y="39776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" name="object 72"/>
          <p:cNvSpPr/>
          <p:nvPr/>
        </p:nvSpPr>
        <p:spPr>
          <a:xfrm>
            <a:off x="2575547" y="6010655"/>
            <a:ext cx="1287780" cy="399415"/>
          </a:xfrm>
          <a:custGeom>
            <a:avLst/>
            <a:gdLst/>
            <a:ahLst/>
            <a:cxnLst/>
            <a:rect l="l" t="t" r="r" b="b"/>
            <a:pathLst>
              <a:path w="1287779" h="399414">
                <a:moveTo>
                  <a:pt x="396240" y="184416"/>
                </a:moveTo>
                <a:lnTo>
                  <a:pt x="358140" y="146316"/>
                </a:lnTo>
                <a:lnTo>
                  <a:pt x="323088" y="173748"/>
                </a:lnTo>
                <a:lnTo>
                  <a:pt x="0" y="173748"/>
                </a:lnTo>
                <a:lnTo>
                  <a:pt x="15240" y="188988"/>
                </a:lnTo>
                <a:lnTo>
                  <a:pt x="25844" y="186982"/>
                </a:lnTo>
                <a:lnTo>
                  <a:pt x="37147" y="185559"/>
                </a:lnTo>
                <a:lnTo>
                  <a:pt x="49326" y="184696"/>
                </a:lnTo>
                <a:lnTo>
                  <a:pt x="62484" y="184416"/>
                </a:lnTo>
                <a:lnTo>
                  <a:pt x="396240" y="184416"/>
                </a:lnTo>
                <a:close/>
              </a:path>
              <a:path w="1287779" h="399414">
                <a:moveTo>
                  <a:pt x="667524" y="44196"/>
                </a:moveTo>
                <a:lnTo>
                  <a:pt x="626897" y="8597"/>
                </a:lnTo>
                <a:lnTo>
                  <a:pt x="606564" y="0"/>
                </a:lnTo>
                <a:lnTo>
                  <a:pt x="603516" y="4572"/>
                </a:lnTo>
                <a:lnTo>
                  <a:pt x="614324" y="17145"/>
                </a:lnTo>
                <a:lnTo>
                  <a:pt x="623709" y="29718"/>
                </a:lnTo>
                <a:lnTo>
                  <a:pt x="631367" y="42291"/>
                </a:lnTo>
                <a:lnTo>
                  <a:pt x="637044" y="54864"/>
                </a:lnTo>
                <a:lnTo>
                  <a:pt x="643140" y="68580"/>
                </a:lnTo>
                <a:lnTo>
                  <a:pt x="647712" y="74676"/>
                </a:lnTo>
                <a:lnTo>
                  <a:pt x="652284" y="74676"/>
                </a:lnTo>
                <a:lnTo>
                  <a:pt x="655332" y="71628"/>
                </a:lnTo>
                <a:lnTo>
                  <a:pt x="664476" y="59436"/>
                </a:lnTo>
                <a:lnTo>
                  <a:pt x="667524" y="53340"/>
                </a:lnTo>
                <a:lnTo>
                  <a:pt x="667524" y="44196"/>
                </a:lnTo>
                <a:close/>
              </a:path>
              <a:path w="1287779" h="399414">
                <a:moveTo>
                  <a:pt x="848880" y="96012"/>
                </a:moveTo>
                <a:lnTo>
                  <a:pt x="812304" y="59436"/>
                </a:lnTo>
                <a:lnTo>
                  <a:pt x="784872" y="85344"/>
                </a:lnTo>
                <a:lnTo>
                  <a:pt x="438924" y="85344"/>
                </a:lnTo>
                <a:lnTo>
                  <a:pt x="455688" y="100584"/>
                </a:lnTo>
                <a:lnTo>
                  <a:pt x="465112" y="98590"/>
                </a:lnTo>
                <a:lnTo>
                  <a:pt x="475119" y="97155"/>
                </a:lnTo>
                <a:lnTo>
                  <a:pt x="485686" y="96304"/>
                </a:lnTo>
                <a:lnTo>
                  <a:pt x="496836" y="96012"/>
                </a:lnTo>
                <a:lnTo>
                  <a:pt x="606564" y="96012"/>
                </a:lnTo>
                <a:lnTo>
                  <a:pt x="603377" y="152463"/>
                </a:lnTo>
                <a:lnTo>
                  <a:pt x="593839" y="204216"/>
                </a:lnTo>
                <a:lnTo>
                  <a:pt x="577888" y="251256"/>
                </a:lnTo>
                <a:lnTo>
                  <a:pt x="555510" y="293547"/>
                </a:lnTo>
                <a:lnTo>
                  <a:pt x="526694" y="331063"/>
                </a:lnTo>
                <a:lnTo>
                  <a:pt x="491388" y="363778"/>
                </a:lnTo>
                <a:lnTo>
                  <a:pt x="449592" y="391668"/>
                </a:lnTo>
                <a:lnTo>
                  <a:pt x="454164" y="397764"/>
                </a:lnTo>
                <a:lnTo>
                  <a:pt x="497598" y="374015"/>
                </a:lnTo>
                <a:lnTo>
                  <a:pt x="534936" y="345440"/>
                </a:lnTo>
                <a:lnTo>
                  <a:pt x="566178" y="312039"/>
                </a:lnTo>
                <a:lnTo>
                  <a:pt x="591324" y="273812"/>
                </a:lnTo>
                <a:lnTo>
                  <a:pt x="610374" y="230759"/>
                </a:lnTo>
                <a:lnTo>
                  <a:pt x="623328" y="182880"/>
                </a:lnTo>
                <a:lnTo>
                  <a:pt x="740676" y="182880"/>
                </a:lnTo>
                <a:lnTo>
                  <a:pt x="735241" y="224078"/>
                </a:lnTo>
                <a:lnTo>
                  <a:pt x="726097" y="287045"/>
                </a:lnTo>
                <a:lnTo>
                  <a:pt x="718959" y="325932"/>
                </a:lnTo>
                <a:lnTo>
                  <a:pt x="694956" y="359664"/>
                </a:lnTo>
                <a:lnTo>
                  <a:pt x="685812" y="359664"/>
                </a:lnTo>
                <a:lnTo>
                  <a:pt x="676046" y="357936"/>
                </a:lnTo>
                <a:lnTo>
                  <a:pt x="662571" y="354901"/>
                </a:lnTo>
                <a:lnTo>
                  <a:pt x="645083" y="350456"/>
                </a:lnTo>
                <a:lnTo>
                  <a:pt x="623328" y="344424"/>
                </a:lnTo>
                <a:lnTo>
                  <a:pt x="621804" y="350520"/>
                </a:lnTo>
                <a:lnTo>
                  <a:pt x="644347" y="362000"/>
                </a:lnTo>
                <a:lnTo>
                  <a:pt x="661619" y="373761"/>
                </a:lnTo>
                <a:lnTo>
                  <a:pt x="673442" y="386105"/>
                </a:lnTo>
                <a:lnTo>
                  <a:pt x="679716" y="399288"/>
                </a:lnTo>
                <a:lnTo>
                  <a:pt x="691718" y="395846"/>
                </a:lnTo>
                <a:lnTo>
                  <a:pt x="727405" y="377723"/>
                </a:lnTo>
                <a:lnTo>
                  <a:pt x="738492" y="359664"/>
                </a:lnTo>
                <a:lnTo>
                  <a:pt x="742200" y="348996"/>
                </a:lnTo>
                <a:lnTo>
                  <a:pt x="746213" y="330454"/>
                </a:lnTo>
                <a:lnTo>
                  <a:pt x="751535" y="297751"/>
                </a:lnTo>
                <a:lnTo>
                  <a:pt x="758240" y="251256"/>
                </a:lnTo>
                <a:lnTo>
                  <a:pt x="766584" y="190500"/>
                </a:lnTo>
                <a:lnTo>
                  <a:pt x="780554" y="182880"/>
                </a:lnTo>
                <a:lnTo>
                  <a:pt x="783348" y="181356"/>
                </a:lnTo>
                <a:lnTo>
                  <a:pt x="773658" y="172212"/>
                </a:lnTo>
                <a:lnTo>
                  <a:pt x="755916" y="155448"/>
                </a:lnTo>
                <a:lnTo>
                  <a:pt x="739152" y="172212"/>
                </a:lnTo>
                <a:lnTo>
                  <a:pt x="626376" y="172212"/>
                </a:lnTo>
                <a:lnTo>
                  <a:pt x="629272" y="151091"/>
                </a:lnTo>
                <a:lnTo>
                  <a:pt x="631329" y="131254"/>
                </a:lnTo>
                <a:lnTo>
                  <a:pt x="632802" y="112852"/>
                </a:lnTo>
                <a:lnTo>
                  <a:pt x="633996" y="96012"/>
                </a:lnTo>
                <a:lnTo>
                  <a:pt x="848880" y="96012"/>
                </a:lnTo>
                <a:close/>
              </a:path>
              <a:path w="1287779" h="399414">
                <a:moveTo>
                  <a:pt x="1287780" y="45720"/>
                </a:moveTo>
                <a:lnTo>
                  <a:pt x="1252728" y="10668"/>
                </a:lnTo>
                <a:lnTo>
                  <a:pt x="1225296" y="35052"/>
                </a:lnTo>
                <a:lnTo>
                  <a:pt x="883920" y="35052"/>
                </a:lnTo>
                <a:lnTo>
                  <a:pt x="900684" y="50292"/>
                </a:lnTo>
                <a:lnTo>
                  <a:pt x="910120" y="48298"/>
                </a:lnTo>
                <a:lnTo>
                  <a:pt x="920115" y="46863"/>
                </a:lnTo>
                <a:lnTo>
                  <a:pt x="930694" y="46012"/>
                </a:lnTo>
                <a:lnTo>
                  <a:pt x="941832" y="45720"/>
                </a:lnTo>
                <a:lnTo>
                  <a:pt x="1068324" y="45720"/>
                </a:lnTo>
                <a:lnTo>
                  <a:pt x="1045464" y="124968"/>
                </a:lnTo>
                <a:lnTo>
                  <a:pt x="958596" y="124968"/>
                </a:lnTo>
                <a:lnTo>
                  <a:pt x="932688" y="109728"/>
                </a:lnTo>
                <a:lnTo>
                  <a:pt x="933577" y="129184"/>
                </a:lnTo>
                <a:lnTo>
                  <a:pt x="934021" y="155638"/>
                </a:lnTo>
                <a:lnTo>
                  <a:pt x="934199" y="189242"/>
                </a:lnTo>
                <a:lnTo>
                  <a:pt x="934021" y="314325"/>
                </a:lnTo>
                <a:lnTo>
                  <a:pt x="933577" y="353999"/>
                </a:lnTo>
                <a:lnTo>
                  <a:pt x="932688" y="391668"/>
                </a:lnTo>
                <a:lnTo>
                  <a:pt x="958596" y="373380"/>
                </a:lnTo>
                <a:lnTo>
                  <a:pt x="958596" y="135636"/>
                </a:lnTo>
                <a:lnTo>
                  <a:pt x="1027176" y="135636"/>
                </a:lnTo>
                <a:lnTo>
                  <a:pt x="1027176" y="371856"/>
                </a:lnTo>
                <a:lnTo>
                  <a:pt x="1050036" y="361188"/>
                </a:lnTo>
                <a:lnTo>
                  <a:pt x="1050036" y="135636"/>
                </a:lnTo>
                <a:lnTo>
                  <a:pt x="1117092" y="135636"/>
                </a:lnTo>
                <a:lnTo>
                  <a:pt x="1117092" y="368808"/>
                </a:lnTo>
                <a:lnTo>
                  <a:pt x="1139952" y="359664"/>
                </a:lnTo>
                <a:lnTo>
                  <a:pt x="1139952" y="135636"/>
                </a:lnTo>
                <a:lnTo>
                  <a:pt x="1214628" y="135636"/>
                </a:lnTo>
                <a:lnTo>
                  <a:pt x="1214628" y="348996"/>
                </a:lnTo>
                <a:lnTo>
                  <a:pt x="1213104" y="353568"/>
                </a:lnTo>
                <a:lnTo>
                  <a:pt x="1173822" y="356196"/>
                </a:lnTo>
                <a:lnTo>
                  <a:pt x="1152144" y="353568"/>
                </a:lnTo>
                <a:lnTo>
                  <a:pt x="1152144" y="359664"/>
                </a:lnTo>
                <a:lnTo>
                  <a:pt x="1170724" y="367093"/>
                </a:lnTo>
                <a:lnTo>
                  <a:pt x="1185291" y="375666"/>
                </a:lnTo>
                <a:lnTo>
                  <a:pt x="1195870" y="385381"/>
                </a:lnTo>
                <a:lnTo>
                  <a:pt x="1202436" y="396240"/>
                </a:lnTo>
                <a:lnTo>
                  <a:pt x="1212989" y="391464"/>
                </a:lnTo>
                <a:lnTo>
                  <a:pt x="1238707" y="357174"/>
                </a:lnTo>
                <a:lnTo>
                  <a:pt x="1239012" y="347472"/>
                </a:lnTo>
                <a:lnTo>
                  <a:pt x="1239012" y="146304"/>
                </a:lnTo>
                <a:lnTo>
                  <a:pt x="1258824" y="134112"/>
                </a:lnTo>
                <a:lnTo>
                  <a:pt x="1226820" y="108204"/>
                </a:lnTo>
                <a:lnTo>
                  <a:pt x="1213104" y="124968"/>
                </a:lnTo>
                <a:lnTo>
                  <a:pt x="1054608" y="124968"/>
                </a:lnTo>
                <a:lnTo>
                  <a:pt x="1071473" y="96735"/>
                </a:lnTo>
                <a:lnTo>
                  <a:pt x="1085469" y="73914"/>
                </a:lnTo>
                <a:lnTo>
                  <a:pt x="1096619" y="56819"/>
                </a:lnTo>
                <a:lnTo>
                  <a:pt x="1104900" y="45720"/>
                </a:lnTo>
                <a:lnTo>
                  <a:pt x="1287780" y="457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" name="object 73"/>
          <p:cNvSpPr/>
          <p:nvPr/>
        </p:nvSpPr>
        <p:spPr>
          <a:xfrm>
            <a:off x="3910584" y="6012179"/>
            <a:ext cx="396240" cy="394970"/>
          </a:xfrm>
          <a:custGeom>
            <a:avLst/>
            <a:gdLst/>
            <a:ahLst/>
            <a:cxnLst/>
            <a:rect l="l" t="t" r="r" b="b"/>
            <a:pathLst>
              <a:path w="396239" h="394970">
                <a:moveTo>
                  <a:pt x="18288" y="41148"/>
                </a:moveTo>
                <a:lnTo>
                  <a:pt x="3048" y="25908"/>
                </a:lnTo>
                <a:lnTo>
                  <a:pt x="333756" y="25908"/>
                </a:lnTo>
                <a:lnTo>
                  <a:pt x="359664" y="0"/>
                </a:lnTo>
                <a:lnTo>
                  <a:pt x="396240" y="36576"/>
                </a:lnTo>
                <a:lnTo>
                  <a:pt x="60960" y="36576"/>
                </a:lnTo>
                <a:lnTo>
                  <a:pt x="49791" y="36861"/>
                </a:lnTo>
                <a:lnTo>
                  <a:pt x="39052" y="37719"/>
                </a:lnTo>
                <a:lnTo>
                  <a:pt x="28598" y="39147"/>
                </a:lnTo>
                <a:lnTo>
                  <a:pt x="18288" y="41148"/>
                </a:lnTo>
                <a:close/>
              </a:path>
              <a:path w="396239" h="394970">
                <a:moveTo>
                  <a:pt x="3048" y="297179"/>
                </a:moveTo>
                <a:lnTo>
                  <a:pt x="0" y="291084"/>
                </a:lnTo>
                <a:lnTo>
                  <a:pt x="28289" y="268224"/>
                </a:lnTo>
                <a:lnTo>
                  <a:pt x="56007" y="243078"/>
                </a:lnTo>
                <a:lnTo>
                  <a:pt x="83153" y="215646"/>
                </a:lnTo>
                <a:lnTo>
                  <a:pt x="109728" y="185928"/>
                </a:lnTo>
                <a:lnTo>
                  <a:pt x="134874" y="152519"/>
                </a:lnTo>
                <a:lnTo>
                  <a:pt x="157734" y="116395"/>
                </a:lnTo>
                <a:lnTo>
                  <a:pt x="178308" y="77700"/>
                </a:lnTo>
                <a:lnTo>
                  <a:pt x="196596" y="36576"/>
                </a:lnTo>
                <a:lnTo>
                  <a:pt x="230124" y="36576"/>
                </a:lnTo>
                <a:lnTo>
                  <a:pt x="222742" y="52030"/>
                </a:lnTo>
                <a:lnTo>
                  <a:pt x="214503" y="68770"/>
                </a:lnTo>
                <a:lnTo>
                  <a:pt x="205692" y="86939"/>
                </a:lnTo>
                <a:lnTo>
                  <a:pt x="196596" y="106680"/>
                </a:lnTo>
                <a:lnTo>
                  <a:pt x="225552" y="123444"/>
                </a:lnTo>
                <a:lnTo>
                  <a:pt x="221742" y="126492"/>
                </a:lnTo>
                <a:lnTo>
                  <a:pt x="184404" y="126492"/>
                </a:lnTo>
                <a:lnTo>
                  <a:pt x="154570" y="167652"/>
                </a:lnTo>
                <a:lnTo>
                  <a:pt x="121663" y="205227"/>
                </a:lnTo>
                <a:lnTo>
                  <a:pt x="85539" y="239292"/>
                </a:lnTo>
                <a:lnTo>
                  <a:pt x="46049" y="269918"/>
                </a:lnTo>
                <a:lnTo>
                  <a:pt x="3048" y="297179"/>
                </a:lnTo>
                <a:close/>
              </a:path>
              <a:path w="396239" h="394970">
                <a:moveTo>
                  <a:pt x="182880" y="394716"/>
                </a:moveTo>
                <a:lnTo>
                  <a:pt x="183118" y="362712"/>
                </a:lnTo>
                <a:lnTo>
                  <a:pt x="183752" y="327231"/>
                </a:lnTo>
                <a:lnTo>
                  <a:pt x="184165" y="305562"/>
                </a:lnTo>
                <a:lnTo>
                  <a:pt x="184302" y="291084"/>
                </a:lnTo>
                <a:lnTo>
                  <a:pt x="184404" y="126492"/>
                </a:lnTo>
                <a:lnTo>
                  <a:pt x="221742" y="126492"/>
                </a:lnTo>
                <a:lnTo>
                  <a:pt x="210312" y="135636"/>
                </a:lnTo>
                <a:lnTo>
                  <a:pt x="210380" y="332994"/>
                </a:lnTo>
                <a:lnTo>
                  <a:pt x="210502" y="348615"/>
                </a:lnTo>
                <a:lnTo>
                  <a:pt x="210954" y="367141"/>
                </a:lnTo>
                <a:lnTo>
                  <a:pt x="211836" y="382524"/>
                </a:lnTo>
                <a:lnTo>
                  <a:pt x="182880" y="394716"/>
                </a:lnTo>
                <a:close/>
              </a:path>
              <a:path w="396239" h="394970">
                <a:moveTo>
                  <a:pt x="373380" y="280416"/>
                </a:moveTo>
                <a:lnTo>
                  <a:pt x="371856" y="280416"/>
                </a:lnTo>
                <a:lnTo>
                  <a:pt x="367879" y="278701"/>
                </a:lnTo>
                <a:lnTo>
                  <a:pt x="362902" y="273558"/>
                </a:lnTo>
                <a:lnTo>
                  <a:pt x="357068" y="264985"/>
                </a:lnTo>
                <a:lnTo>
                  <a:pt x="350520" y="252984"/>
                </a:lnTo>
                <a:lnTo>
                  <a:pt x="336256" y="232171"/>
                </a:lnTo>
                <a:lnTo>
                  <a:pt x="314134" y="206502"/>
                </a:lnTo>
                <a:lnTo>
                  <a:pt x="284297" y="176260"/>
                </a:lnTo>
                <a:lnTo>
                  <a:pt x="246888" y="141732"/>
                </a:lnTo>
                <a:lnTo>
                  <a:pt x="251460" y="135636"/>
                </a:lnTo>
                <a:lnTo>
                  <a:pt x="301180" y="168759"/>
                </a:lnTo>
                <a:lnTo>
                  <a:pt x="338328" y="194881"/>
                </a:lnTo>
                <a:lnTo>
                  <a:pt x="374904" y="225552"/>
                </a:lnTo>
                <a:lnTo>
                  <a:pt x="385572" y="254508"/>
                </a:lnTo>
                <a:lnTo>
                  <a:pt x="385572" y="259080"/>
                </a:lnTo>
                <a:lnTo>
                  <a:pt x="384048" y="263652"/>
                </a:lnTo>
                <a:lnTo>
                  <a:pt x="381000" y="271272"/>
                </a:lnTo>
                <a:lnTo>
                  <a:pt x="376428" y="277368"/>
                </a:lnTo>
                <a:lnTo>
                  <a:pt x="373380" y="28041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4" name="object 74"/>
          <p:cNvSpPr/>
          <p:nvPr/>
        </p:nvSpPr>
        <p:spPr>
          <a:xfrm>
            <a:off x="4361675" y="6001511"/>
            <a:ext cx="1271270" cy="411480"/>
          </a:xfrm>
          <a:custGeom>
            <a:avLst/>
            <a:gdLst/>
            <a:ahLst/>
            <a:cxnLst/>
            <a:rect l="l" t="t" r="r" b="b"/>
            <a:pathLst>
              <a:path w="1271270" h="411479">
                <a:moveTo>
                  <a:pt x="132588" y="102108"/>
                </a:moveTo>
                <a:lnTo>
                  <a:pt x="97751" y="68249"/>
                </a:lnTo>
                <a:lnTo>
                  <a:pt x="82296" y="59436"/>
                </a:lnTo>
                <a:lnTo>
                  <a:pt x="79248" y="64008"/>
                </a:lnTo>
                <a:lnTo>
                  <a:pt x="88684" y="76568"/>
                </a:lnTo>
                <a:lnTo>
                  <a:pt x="96393" y="88963"/>
                </a:lnTo>
                <a:lnTo>
                  <a:pt x="102400" y="101092"/>
                </a:lnTo>
                <a:lnTo>
                  <a:pt x="106680" y="112776"/>
                </a:lnTo>
                <a:lnTo>
                  <a:pt x="109728" y="123444"/>
                </a:lnTo>
                <a:lnTo>
                  <a:pt x="112776" y="129540"/>
                </a:lnTo>
                <a:lnTo>
                  <a:pt x="118872" y="129540"/>
                </a:lnTo>
                <a:lnTo>
                  <a:pt x="126492" y="121920"/>
                </a:lnTo>
                <a:lnTo>
                  <a:pt x="131064" y="115824"/>
                </a:lnTo>
                <a:lnTo>
                  <a:pt x="132588" y="111252"/>
                </a:lnTo>
                <a:lnTo>
                  <a:pt x="132588" y="102108"/>
                </a:lnTo>
                <a:close/>
              </a:path>
              <a:path w="1271270" h="411479">
                <a:moveTo>
                  <a:pt x="220980" y="94488"/>
                </a:moveTo>
                <a:lnTo>
                  <a:pt x="188976" y="62636"/>
                </a:lnTo>
                <a:lnTo>
                  <a:pt x="170688" y="50292"/>
                </a:lnTo>
                <a:lnTo>
                  <a:pt x="167640" y="54864"/>
                </a:lnTo>
                <a:lnTo>
                  <a:pt x="177952" y="69202"/>
                </a:lnTo>
                <a:lnTo>
                  <a:pt x="186118" y="82677"/>
                </a:lnTo>
                <a:lnTo>
                  <a:pt x="192290" y="95592"/>
                </a:lnTo>
                <a:lnTo>
                  <a:pt x="196596" y="108204"/>
                </a:lnTo>
                <a:lnTo>
                  <a:pt x="199644" y="120396"/>
                </a:lnTo>
                <a:lnTo>
                  <a:pt x="202692" y="124968"/>
                </a:lnTo>
                <a:lnTo>
                  <a:pt x="207264" y="124968"/>
                </a:lnTo>
                <a:lnTo>
                  <a:pt x="210312" y="123444"/>
                </a:lnTo>
                <a:lnTo>
                  <a:pt x="214884" y="117348"/>
                </a:lnTo>
                <a:lnTo>
                  <a:pt x="219456" y="112776"/>
                </a:lnTo>
                <a:lnTo>
                  <a:pt x="220941" y="106870"/>
                </a:lnTo>
                <a:lnTo>
                  <a:pt x="220980" y="94488"/>
                </a:lnTo>
                <a:close/>
              </a:path>
              <a:path w="1271270" h="411479">
                <a:moveTo>
                  <a:pt x="332232" y="62484"/>
                </a:moveTo>
                <a:lnTo>
                  <a:pt x="298704" y="39624"/>
                </a:lnTo>
                <a:lnTo>
                  <a:pt x="294779" y="52793"/>
                </a:lnTo>
                <a:lnTo>
                  <a:pt x="290131" y="64960"/>
                </a:lnTo>
                <a:lnTo>
                  <a:pt x="268909" y="106680"/>
                </a:lnTo>
                <a:lnTo>
                  <a:pt x="256032" y="128016"/>
                </a:lnTo>
                <a:lnTo>
                  <a:pt x="260604" y="131064"/>
                </a:lnTo>
                <a:lnTo>
                  <a:pt x="272681" y="121094"/>
                </a:lnTo>
                <a:lnTo>
                  <a:pt x="286321" y="107251"/>
                </a:lnTo>
                <a:lnTo>
                  <a:pt x="301967" y="89712"/>
                </a:lnTo>
                <a:lnTo>
                  <a:pt x="320040" y="68580"/>
                </a:lnTo>
                <a:lnTo>
                  <a:pt x="332232" y="62484"/>
                </a:lnTo>
                <a:close/>
              </a:path>
              <a:path w="1271270" h="411479">
                <a:moveTo>
                  <a:pt x="359664" y="33528"/>
                </a:moveTo>
                <a:lnTo>
                  <a:pt x="333756" y="1524"/>
                </a:lnTo>
                <a:lnTo>
                  <a:pt x="315709" y="9271"/>
                </a:lnTo>
                <a:lnTo>
                  <a:pt x="291084" y="16573"/>
                </a:lnTo>
                <a:lnTo>
                  <a:pt x="220980" y="30480"/>
                </a:lnTo>
                <a:lnTo>
                  <a:pt x="178460" y="35890"/>
                </a:lnTo>
                <a:lnTo>
                  <a:pt x="133350" y="40576"/>
                </a:lnTo>
                <a:lnTo>
                  <a:pt x="85966" y="44411"/>
                </a:lnTo>
                <a:lnTo>
                  <a:pt x="36576" y="47244"/>
                </a:lnTo>
                <a:lnTo>
                  <a:pt x="36576" y="54864"/>
                </a:lnTo>
                <a:lnTo>
                  <a:pt x="90639" y="52324"/>
                </a:lnTo>
                <a:lnTo>
                  <a:pt x="140970" y="49339"/>
                </a:lnTo>
                <a:lnTo>
                  <a:pt x="305371" y="36957"/>
                </a:lnTo>
                <a:lnTo>
                  <a:pt x="359664" y="33528"/>
                </a:lnTo>
                <a:close/>
              </a:path>
              <a:path w="1271270" h="411479">
                <a:moveTo>
                  <a:pt x="384048" y="146304"/>
                </a:moveTo>
                <a:lnTo>
                  <a:pt x="373380" y="135636"/>
                </a:lnTo>
                <a:lnTo>
                  <a:pt x="355092" y="117348"/>
                </a:lnTo>
                <a:lnTo>
                  <a:pt x="335280" y="135636"/>
                </a:lnTo>
                <a:lnTo>
                  <a:pt x="45720" y="135636"/>
                </a:lnTo>
                <a:lnTo>
                  <a:pt x="45720" y="117348"/>
                </a:lnTo>
                <a:lnTo>
                  <a:pt x="38100" y="117348"/>
                </a:lnTo>
                <a:lnTo>
                  <a:pt x="22034" y="160642"/>
                </a:lnTo>
                <a:lnTo>
                  <a:pt x="4572" y="176784"/>
                </a:lnTo>
                <a:lnTo>
                  <a:pt x="0" y="182880"/>
                </a:lnTo>
                <a:lnTo>
                  <a:pt x="0" y="187452"/>
                </a:lnTo>
                <a:lnTo>
                  <a:pt x="1524" y="188976"/>
                </a:lnTo>
                <a:lnTo>
                  <a:pt x="6096" y="192024"/>
                </a:lnTo>
                <a:lnTo>
                  <a:pt x="9144" y="193548"/>
                </a:lnTo>
                <a:lnTo>
                  <a:pt x="13716" y="195072"/>
                </a:lnTo>
                <a:lnTo>
                  <a:pt x="21336" y="195072"/>
                </a:lnTo>
                <a:lnTo>
                  <a:pt x="44894" y="163499"/>
                </a:lnTo>
                <a:lnTo>
                  <a:pt x="45720" y="146304"/>
                </a:lnTo>
                <a:lnTo>
                  <a:pt x="339852" y="146304"/>
                </a:lnTo>
                <a:lnTo>
                  <a:pt x="321564" y="187452"/>
                </a:lnTo>
                <a:lnTo>
                  <a:pt x="327660" y="190500"/>
                </a:lnTo>
                <a:lnTo>
                  <a:pt x="335648" y="179933"/>
                </a:lnTo>
                <a:lnTo>
                  <a:pt x="343471" y="171069"/>
                </a:lnTo>
                <a:lnTo>
                  <a:pt x="378079" y="147789"/>
                </a:lnTo>
                <a:lnTo>
                  <a:pt x="384048" y="146304"/>
                </a:lnTo>
                <a:close/>
              </a:path>
              <a:path w="1271270" h="411479">
                <a:moveTo>
                  <a:pt x="391668" y="374904"/>
                </a:moveTo>
                <a:lnTo>
                  <a:pt x="346862" y="372046"/>
                </a:lnTo>
                <a:lnTo>
                  <a:pt x="306324" y="365760"/>
                </a:lnTo>
                <a:lnTo>
                  <a:pt x="270370" y="356044"/>
                </a:lnTo>
                <a:lnTo>
                  <a:pt x="268122" y="355092"/>
                </a:lnTo>
                <a:lnTo>
                  <a:pt x="239268" y="342900"/>
                </a:lnTo>
                <a:lnTo>
                  <a:pt x="253682" y="330708"/>
                </a:lnTo>
                <a:lnTo>
                  <a:pt x="254444" y="330073"/>
                </a:lnTo>
                <a:lnTo>
                  <a:pt x="270319" y="314515"/>
                </a:lnTo>
                <a:lnTo>
                  <a:pt x="287070" y="296405"/>
                </a:lnTo>
                <a:lnTo>
                  <a:pt x="304800" y="275844"/>
                </a:lnTo>
                <a:lnTo>
                  <a:pt x="320040" y="266700"/>
                </a:lnTo>
                <a:lnTo>
                  <a:pt x="318516" y="265176"/>
                </a:lnTo>
                <a:lnTo>
                  <a:pt x="309372" y="256032"/>
                </a:lnTo>
                <a:lnTo>
                  <a:pt x="294132" y="240792"/>
                </a:lnTo>
                <a:lnTo>
                  <a:pt x="278892" y="256032"/>
                </a:lnTo>
                <a:lnTo>
                  <a:pt x="278892" y="266700"/>
                </a:lnTo>
                <a:lnTo>
                  <a:pt x="265988" y="284416"/>
                </a:lnTo>
                <a:lnTo>
                  <a:pt x="252222" y="300990"/>
                </a:lnTo>
                <a:lnTo>
                  <a:pt x="237324" y="316420"/>
                </a:lnTo>
                <a:lnTo>
                  <a:pt x="220980" y="330708"/>
                </a:lnTo>
                <a:lnTo>
                  <a:pt x="213817" y="325551"/>
                </a:lnTo>
                <a:lnTo>
                  <a:pt x="178879" y="291998"/>
                </a:lnTo>
                <a:lnTo>
                  <a:pt x="160020" y="266700"/>
                </a:lnTo>
                <a:lnTo>
                  <a:pt x="278892" y="266700"/>
                </a:lnTo>
                <a:lnTo>
                  <a:pt x="278892" y="256032"/>
                </a:lnTo>
                <a:lnTo>
                  <a:pt x="153924" y="256032"/>
                </a:lnTo>
                <a:lnTo>
                  <a:pt x="157124" y="246888"/>
                </a:lnTo>
                <a:lnTo>
                  <a:pt x="162928" y="228600"/>
                </a:lnTo>
                <a:lnTo>
                  <a:pt x="166116" y="219456"/>
                </a:lnTo>
                <a:lnTo>
                  <a:pt x="345948" y="219456"/>
                </a:lnTo>
                <a:lnTo>
                  <a:pt x="316992" y="187452"/>
                </a:lnTo>
                <a:lnTo>
                  <a:pt x="295656" y="208788"/>
                </a:lnTo>
                <a:lnTo>
                  <a:pt x="167640" y="208788"/>
                </a:lnTo>
                <a:lnTo>
                  <a:pt x="172212" y="182880"/>
                </a:lnTo>
                <a:lnTo>
                  <a:pt x="184404" y="172212"/>
                </a:lnTo>
                <a:lnTo>
                  <a:pt x="146304" y="155448"/>
                </a:lnTo>
                <a:lnTo>
                  <a:pt x="146024" y="166573"/>
                </a:lnTo>
                <a:lnTo>
                  <a:pt x="145161" y="179260"/>
                </a:lnTo>
                <a:lnTo>
                  <a:pt x="143738" y="193382"/>
                </a:lnTo>
                <a:lnTo>
                  <a:pt x="141732" y="208788"/>
                </a:lnTo>
                <a:lnTo>
                  <a:pt x="33528" y="208788"/>
                </a:lnTo>
                <a:lnTo>
                  <a:pt x="48768" y="224028"/>
                </a:lnTo>
                <a:lnTo>
                  <a:pt x="59080" y="222034"/>
                </a:lnTo>
                <a:lnTo>
                  <a:pt x="69532" y="220599"/>
                </a:lnTo>
                <a:lnTo>
                  <a:pt x="80276" y="219748"/>
                </a:lnTo>
                <a:lnTo>
                  <a:pt x="91440" y="219456"/>
                </a:lnTo>
                <a:lnTo>
                  <a:pt x="138684" y="219456"/>
                </a:lnTo>
                <a:lnTo>
                  <a:pt x="122948" y="267182"/>
                </a:lnTo>
                <a:lnTo>
                  <a:pt x="96202" y="312039"/>
                </a:lnTo>
                <a:lnTo>
                  <a:pt x="58318" y="354050"/>
                </a:lnTo>
                <a:lnTo>
                  <a:pt x="9144" y="393192"/>
                </a:lnTo>
                <a:lnTo>
                  <a:pt x="10668" y="400812"/>
                </a:lnTo>
                <a:lnTo>
                  <a:pt x="57848" y="371690"/>
                </a:lnTo>
                <a:lnTo>
                  <a:pt x="96583" y="339280"/>
                </a:lnTo>
                <a:lnTo>
                  <a:pt x="127050" y="303733"/>
                </a:lnTo>
                <a:lnTo>
                  <a:pt x="149352" y="265176"/>
                </a:lnTo>
                <a:lnTo>
                  <a:pt x="160553" y="286321"/>
                </a:lnTo>
                <a:lnTo>
                  <a:pt x="173736" y="306324"/>
                </a:lnTo>
                <a:lnTo>
                  <a:pt x="189217" y="325183"/>
                </a:lnTo>
                <a:lnTo>
                  <a:pt x="207264" y="342900"/>
                </a:lnTo>
                <a:lnTo>
                  <a:pt x="177533" y="361188"/>
                </a:lnTo>
                <a:lnTo>
                  <a:pt x="143065" y="377190"/>
                </a:lnTo>
                <a:lnTo>
                  <a:pt x="103759" y="390906"/>
                </a:lnTo>
                <a:lnTo>
                  <a:pt x="59436" y="402336"/>
                </a:lnTo>
                <a:lnTo>
                  <a:pt x="59436" y="408432"/>
                </a:lnTo>
                <a:lnTo>
                  <a:pt x="109143" y="400100"/>
                </a:lnTo>
                <a:lnTo>
                  <a:pt x="152971" y="388620"/>
                </a:lnTo>
                <a:lnTo>
                  <a:pt x="190817" y="373722"/>
                </a:lnTo>
                <a:lnTo>
                  <a:pt x="222504" y="355092"/>
                </a:lnTo>
                <a:lnTo>
                  <a:pt x="249135" y="370001"/>
                </a:lnTo>
                <a:lnTo>
                  <a:pt x="281178" y="382905"/>
                </a:lnTo>
                <a:lnTo>
                  <a:pt x="318947" y="394106"/>
                </a:lnTo>
                <a:lnTo>
                  <a:pt x="362712" y="403860"/>
                </a:lnTo>
                <a:lnTo>
                  <a:pt x="368096" y="393839"/>
                </a:lnTo>
                <a:lnTo>
                  <a:pt x="374904" y="386524"/>
                </a:lnTo>
                <a:lnTo>
                  <a:pt x="382866" y="381787"/>
                </a:lnTo>
                <a:lnTo>
                  <a:pt x="391668" y="379476"/>
                </a:lnTo>
                <a:lnTo>
                  <a:pt x="391668" y="374904"/>
                </a:lnTo>
                <a:close/>
              </a:path>
              <a:path w="1271270" h="411479">
                <a:moveTo>
                  <a:pt x="571500" y="21336"/>
                </a:moveTo>
                <a:lnTo>
                  <a:pt x="531876" y="0"/>
                </a:lnTo>
                <a:lnTo>
                  <a:pt x="526402" y="22288"/>
                </a:lnTo>
                <a:lnTo>
                  <a:pt x="518922" y="48006"/>
                </a:lnTo>
                <a:lnTo>
                  <a:pt x="496824" y="109728"/>
                </a:lnTo>
                <a:lnTo>
                  <a:pt x="467487" y="177355"/>
                </a:lnTo>
                <a:lnTo>
                  <a:pt x="431292" y="243840"/>
                </a:lnTo>
                <a:lnTo>
                  <a:pt x="435864" y="246888"/>
                </a:lnTo>
                <a:lnTo>
                  <a:pt x="451319" y="229438"/>
                </a:lnTo>
                <a:lnTo>
                  <a:pt x="468058" y="206692"/>
                </a:lnTo>
                <a:lnTo>
                  <a:pt x="486232" y="178523"/>
                </a:lnTo>
                <a:lnTo>
                  <a:pt x="505968" y="144780"/>
                </a:lnTo>
                <a:lnTo>
                  <a:pt x="505853" y="357149"/>
                </a:lnTo>
                <a:lnTo>
                  <a:pt x="505752" y="366318"/>
                </a:lnTo>
                <a:lnTo>
                  <a:pt x="505333" y="386651"/>
                </a:lnTo>
                <a:lnTo>
                  <a:pt x="504444" y="411480"/>
                </a:lnTo>
                <a:lnTo>
                  <a:pt x="530352" y="399288"/>
                </a:lnTo>
                <a:lnTo>
                  <a:pt x="530352" y="152400"/>
                </a:lnTo>
                <a:lnTo>
                  <a:pt x="540156" y="144780"/>
                </a:lnTo>
                <a:lnTo>
                  <a:pt x="544068" y="141732"/>
                </a:lnTo>
                <a:lnTo>
                  <a:pt x="515112" y="124968"/>
                </a:lnTo>
                <a:lnTo>
                  <a:pt x="522859" y="107213"/>
                </a:lnTo>
                <a:lnTo>
                  <a:pt x="530161" y="90297"/>
                </a:lnTo>
                <a:lnTo>
                  <a:pt x="544068" y="57912"/>
                </a:lnTo>
                <a:lnTo>
                  <a:pt x="550926" y="44488"/>
                </a:lnTo>
                <a:lnTo>
                  <a:pt x="557784" y="33909"/>
                </a:lnTo>
                <a:lnTo>
                  <a:pt x="564642" y="26200"/>
                </a:lnTo>
                <a:lnTo>
                  <a:pt x="571500" y="21336"/>
                </a:lnTo>
                <a:close/>
              </a:path>
              <a:path w="1271270" h="411479">
                <a:moveTo>
                  <a:pt x="841248" y="368808"/>
                </a:moveTo>
                <a:lnTo>
                  <a:pt x="817918" y="335089"/>
                </a:lnTo>
                <a:lnTo>
                  <a:pt x="815340" y="295656"/>
                </a:lnTo>
                <a:lnTo>
                  <a:pt x="806196" y="295656"/>
                </a:lnTo>
                <a:lnTo>
                  <a:pt x="805561" y="335737"/>
                </a:lnTo>
                <a:lnTo>
                  <a:pt x="789432" y="376428"/>
                </a:lnTo>
                <a:lnTo>
                  <a:pt x="637032" y="376428"/>
                </a:lnTo>
                <a:lnTo>
                  <a:pt x="628154" y="375031"/>
                </a:lnTo>
                <a:lnTo>
                  <a:pt x="621982" y="370903"/>
                </a:lnTo>
                <a:lnTo>
                  <a:pt x="618388" y="364223"/>
                </a:lnTo>
                <a:lnTo>
                  <a:pt x="617220" y="355092"/>
                </a:lnTo>
                <a:lnTo>
                  <a:pt x="617220" y="172212"/>
                </a:lnTo>
                <a:lnTo>
                  <a:pt x="617220" y="167640"/>
                </a:lnTo>
                <a:lnTo>
                  <a:pt x="658825" y="156972"/>
                </a:lnTo>
                <a:lnTo>
                  <a:pt x="676656" y="152400"/>
                </a:lnTo>
                <a:lnTo>
                  <a:pt x="676656" y="330708"/>
                </a:lnTo>
                <a:lnTo>
                  <a:pt x="699516" y="316992"/>
                </a:lnTo>
                <a:lnTo>
                  <a:pt x="699516" y="152400"/>
                </a:lnTo>
                <a:lnTo>
                  <a:pt x="699516" y="144780"/>
                </a:lnTo>
                <a:lnTo>
                  <a:pt x="745109" y="134112"/>
                </a:lnTo>
                <a:lnTo>
                  <a:pt x="771144" y="128016"/>
                </a:lnTo>
                <a:lnTo>
                  <a:pt x="770001" y="166293"/>
                </a:lnTo>
                <a:lnTo>
                  <a:pt x="767715" y="218249"/>
                </a:lnTo>
                <a:lnTo>
                  <a:pt x="754380" y="254508"/>
                </a:lnTo>
                <a:lnTo>
                  <a:pt x="743712" y="254508"/>
                </a:lnTo>
                <a:lnTo>
                  <a:pt x="737717" y="254279"/>
                </a:lnTo>
                <a:lnTo>
                  <a:pt x="724001" y="253225"/>
                </a:lnTo>
                <a:lnTo>
                  <a:pt x="716280" y="252984"/>
                </a:lnTo>
                <a:lnTo>
                  <a:pt x="716280" y="259080"/>
                </a:lnTo>
                <a:lnTo>
                  <a:pt x="734237" y="265137"/>
                </a:lnTo>
                <a:lnTo>
                  <a:pt x="746760" y="272034"/>
                </a:lnTo>
                <a:lnTo>
                  <a:pt x="753579" y="280085"/>
                </a:lnTo>
                <a:lnTo>
                  <a:pt x="754380" y="289560"/>
                </a:lnTo>
                <a:lnTo>
                  <a:pt x="764959" y="285330"/>
                </a:lnTo>
                <a:lnTo>
                  <a:pt x="773811" y="279654"/>
                </a:lnTo>
                <a:lnTo>
                  <a:pt x="780961" y="272846"/>
                </a:lnTo>
                <a:lnTo>
                  <a:pt x="786384" y="265176"/>
                </a:lnTo>
                <a:lnTo>
                  <a:pt x="789127" y="254508"/>
                </a:lnTo>
                <a:lnTo>
                  <a:pt x="790130" y="250634"/>
                </a:lnTo>
                <a:lnTo>
                  <a:pt x="792289" y="223075"/>
                </a:lnTo>
                <a:lnTo>
                  <a:pt x="792975" y="185928"/>
                </a:lnTo>
                <a:lnTo>
                  <a:pt x="792937" y="173736"/>
                </a:lnTo>
                <a:lnTo>
                  <a:pt x="792480" y="129540"/>
                </a:lnTo>
                <a:lnTo>
                  <a:pt x="794004" y="128016"/>
                </a:lnTo>
                <a:lnTo>
                  <a:pt x="804672" y="117348"/>
                </a:lnTo>
                <a:lnTo>
                  <a:pt x="775716" y="97536"/>
                </a:lnTo>
                <a:lnTo>
                  <a:pt x="765048" y="117348"/>
                </a:lnTo>
                <a:lnTo>
                  <a:pt x="699516" y="134112"/>
                </a:lnTo>
                <a:lnTo>
                  <a:pt x="699516" y="33528"/>
                </a:lnTo>
                <a:lnTo>
                  <a:pt x="714756" y="21336"/>
                </a:lnTo>
                <a:lnTo>
                  <a:pt x="675132" y="4572"/>
                </a:lnTo>
                <a:lnTo>
                  <a:pt x="676021" y="34582"/>
                </a:lnTo>
                <a:lnTo>
                  <a:pt x="676465" y="67437"/>
                </a:lnTo>
                <a:lnTo>
                  <a:pt x="676579" y="90297"/>
                </a:lnTo>
                <a:lnTo>
                  <a:pt x="676656" y="141732"/>
                </a:lnTo>
                <a:lnTo>
                  <a:pt x="617220" y="156972"/>
                </a:lnTo>
                <a:lnTo>
                  <a:pt x="617220" y="115824"/>
                </a:lnTo>
                <a:lnTo>
                  <a:pt x="635508" y="103632"/>
                </a:lnTo>
                <a:lnTo>
                  <a:pt x="592836" y="85344"/>
                </a:lnTo>
                <a:lnTo>
                  <a:pt x="593725" y="104762"/>
                </a:lnTo>
                <a:lnTo>
                  <a:pt x="594169" y="124015"/>
                </a:lnTo>
                <a:lnTo>
                  <a:pt x="594258" y="134112"/>
                </a:lnTo>
                <a:lnTo>
                  <a:pt x="594360" y="161544"/>
                </a:lnTo>
                <a:lnTo>
                  <a:pt x="542544" y="173736"/>
                </a:lnTo>
                <a:lnTo>
                  <a:pt x="559308" y="185928"/>
                </a:lnTo>
                <a:lnTo>
                  <a:pt x="569976" y="179832"/>
                </a:lnTo>
                <a:lnTo>
                  <a:pt x="594360" y="172212"/>
                </a:lnTo>
                <a:lnTo>
                  <a:pt x="594360" y="362712"/>
                </a:lnTo>
                <a:lnTo>
                  <a:pt x="596315" y="377571"/>
                </a:lnTo>
                <a:lnTo>
                  <a:pt x="604266" y="387858"/>
                </a:lnTo>
                <a:lnTo>
                  <a:pt x="617943" y="393573"/>
                </a:lnTo>
                <a:lnTo>
                  <a:pt x="637032" y="394716"/>
                </a:lnTo>
                <a:lnTo>
                  <a:pt x="784860" y="394716"/>
                </a:lnTo>
                <a:lnTo>
                  <a:pt x="804824" y="393242"/>
                </a:lnTo>
                <a:lnTo>
                  <a:pt x="821055" y="388620"/>
                </a:lnTo>
                <a:lnTo>
                  <a:pt x="833297" y="380580"/>
                </a:lnTo>
                <a:lnTo>
                  <a:pt x="836104" y="376428"/>
                </a:lnTo>
                <a:lnTo>
                  <a:pt x="841248" y="368808"/>
                </a:lnTo>
                <a:close/>
              </a:path>
              <a:path w="1271270" h="411479">
                <a:moveTo>
                  <a:pt x="1010412" y="33528"/>
                </a:moveTo>
                <a:lnTo>
                  <a:pt x="972312" y="7620"/>
                </a:lnTo>
                <a:lnTo>
                  <a:pt x="959980" y="46558"/>
                </a:lnTo>
                <a:lnTo>
                  <a:pt x="947928" y="81343"/>
                </a:lnTo>
                <a:lnTo>
                  <a:pt x="923544" y="140208"/>
                </a:lnTo>
                <a:lnTo>
                  <a:pt x="900493" y="187071"/>
                </a:lnTo>
                <a:lnTo>
                  <a:pt x="876300" y="227076"/>
                </a:lnTo>
                <a:lnTo>
                  <a:pt x="879348" y="231648"/>
                </a:lnTo>
                <a:lnTo>
                  <a:pt x="896264" y="212242"/>
                </a:lnTo>
                <a:lnTo>
                  <a:pt x="912876" y="190690"/>
                </a:lnTo>
                <a:lnTo>
                  <a:pt x="929500" y="167144"/>
                </a:lnTo>
                <a:lnTo>
                  <a:pt x="946404" y="141732"/>
                </a:lnTo>
                <a:lnTo>
                  <a:pt x="946404" y="327660"/>
                </a:lnTo>
                <a:lnTo>
                  <a:pt x="946150" y="343662"/>
                </a:lnTo>
                <a:lnTo>
                  <a:pt x="945451" y="361950"/>
                </a:lnTo>
                <a:lnTo>
                  <a:pt x="944486" y="382524"/>
                </a:lnTo>
                <a:lnTo>
                  <a:pt x="943356" y="405384"/>
                </a:lnTo>
                <a:lnTo>
                  <a:pt x="972312" y="391668"/>
                </a:lnTo>
                <a:lnTo>
                  <a:pt x="971435" y="377977"/>
                </a:lnTo>
                <a:lnTo>
                  <a:pt x="970978" y="362140"/>
                </a:lnTo>
                <a:lnTo>
                  <a:pt x="970813" y="344309"/>
                </a:lnTo>
                <a:lnTo>
                  <a:pt x="970788" y="143256"/>
                </a:lnTo>
                <a:lnTo>
                  <a:pt x="972756" y="141732"/>
                </a:lnTo>
                <a:lnTo>
                  <a:pt x="984504" y="132588"/>
                </a:lnTo>
                <a:lnTo>
                  <a:pt x="955548" y="117348"/>
                </a:lnTo>
                <a:lnTo>
                  <a:pt x="962977" y="102476"/>
                </a:lnTo>
                <a:lnTo>
                  <a:pt x="971550" y="85153"/>
                </a:lnTo>
                <a:lnTo>
                  <a:pt x="981265" y="65278"/>
                </a:lnTo>
                <a:lnTo>
                  <a:pt x="992124" y="42672"/>
                </a:lnTo>
                <a:lnTo>
                  <a:pt x="1010412" y="33528"/>
                </a:lnTo>
                <a:close/>
              </a:path>
              <a:path w="1271270" h="411479">
                <a:moveTo>
                  <a:pt x="1065276" y="106680"/>
                </a:moveTo>
                <a:lnTo>
                  <a:pt x="1025652" y="85344"/>
                </a:lnTo>
                <a:lnTo>
                  <a:pt x="1026541" y="101688"/>
                </a:lnTo>
                <a:lnTo>
                  <a:pt x="1026985" y="116586"/>
                </a:lnTo>
                <a:lnTo>
                  <a:pt x="1027163" y="130352"/>
                </a:lnTo>
                <a:lnTo>
                  <a:pt x="1027163" y="343433"/>
                </a:lnTo>
                <a:lnTo>
                  <a:pt x="1026985" y="360807"/>
                </a:lnTo>
                <a:lnTo>
                  <a:pt x="1026541" y="381050"/>
                </a:lnTo>
                <a:lnTo>
                  <a:pt x="1025652" y="403860"/>
                </a:lnTo>
                <a:lnTo>
                  <a:pt x="1053084" y="390144"/>
                </a:lnTo>
                <a:lnTo>
                  <a:pt x="1052855" y="373837"/>
                </a:lnTo>
                <a:lnTo>
                  <a:pt x="1051801" y="338924"/>
                </a:lnTo>
                <a:lnTo>
                  <a:pt x="1051687" y="329184"/>
                </a:lnTo>
                <a:lnTo>
                  <a:pt x="1051560" y="120396"/>
                </a:lnTo>
                <a:lnTo>
                  <a:pt x="1065276" y="106680"/>
                </a:lnTo>
                <a:close/>
              </a:path>
              <a:path w="1271270" h="411479">
                <a:moveTo>
                  <a:pt x="1110411" y="68732"/>
                </a:moveTo>
                <a:lnTo>
                  <a:pt x="1083183" y="35623"/>
                </a:lnTo>
                <a:lnTo>
                  <a:pt x="1059180" y="19812"/>
                </a:lnTo>
                <a:lnTo>
                  <a:pt x="1053084" y="22860"/>
                </a:lnTo>
                <a:lnTo>
                  <a:pt x="1063637" y="39204"/>
                </a:lnTo>
                <a:lnTo>
                  <a:pt x="1072324" y="54102"/>
                </a:lnTo>
                <a:lnTo>
                  <a:pt x="1079017" y="67868"/>
                </a:lnTo>
                <a:lnTo>
                  <a:pt x="1083564" y="80772"/>
                </a:lnTo>
                <a:lnTo>
                  <a:pt x="1085088" y="92964"/>
                </a:lnTo>
                <a:lnTo>
                  <a:pt x="1089660" y="99060"/>
                </a:lnTo>
                <a:lnTo>
                  <a:pt x="1094232" y="99060"/>
                </a:lnTo>
                <a:lnTo>
                  <a:pt x="1097280" y="97536"/>
                </a:lnTo>
                <a:lnTo>
                  <a:pt x="1101852" y="92964"/>
                </a:lnTo>
                <a:lnTo>
                  <a:pt x="1104900" y="88392"/>
                </a:lnTo>
                <a:lnTo>
                  <a:pt x="1107948" y="82296"/>
                </a:lnTo>
                <a:lnTo>
                  <a:pt x="1109472" y="74676"/>
                </a:lnTo>
                <a:lnTo>
                  <a:pt x="1110411" y="68732"/>
                </a:lnTo>
                <a:close/>
              </a:path>
              <a:path w="1271270" h="411479">
                <a:moveTo>
                  <a:pt x="1271016" y="70104"/>
                </a:moveTo>
                <a:lnTo>
                  <a:pt x="1243584" y="47244"/>
                </a:lnTo>
                <a:lnTo>
                  <a:pt x="1226820" y="64008"/>
                </a:lnTo>
                <a:lnTo>
                  <a:pt x="1139952" y="64008"/>
                </a:lnTo>
                <a:lnTo>
                  <a:pt x="1156716" y="80772"/>
                </a:lnTo>
                <a:lnTo>
                  <a:pt x="1166152" y="77901"/>
                </a:lnTo>
                <a:lnTo>
                  <a:pt x="1176147" y="76009"/>
                </a:lnTo>
                <a:lnTo>
                  <a:pt x="1186726" y="74993"/>
                </a:lnTo>
                <a:lnTo>
                  <a:pt x="1197864" y="74676"/>
                </a:lnTo>
                <a:lnTo>
                  <a:pt x="1231392" y="74676"/>
                </a:lnTo>
                <a:lnTo>
                  <a:pt x="1231392" y="342900"/>
                </a:lnTo>
                <a:lnTo>
                  <a:pt x="1230274" y="352907"/>
                </a:lnTo>
                <a:lnTo>
                  <a:pt x="1227010" y="360045"/>
                </a:lnTo>
                <a:lnTo>
                  <a:pt x="1221752" y="364337"/>
                </a:lnTo>
                <a:lnTo>
                  <a:pt x="1214628" y="365760"/>
                </a:lnTo>
                <a:lnTo>
                  <a:pt x="1205801" y="365455"/>
                </a:lnTo>
                <a:lnTo>
                  <a:pt x="1193101" y="364426"/>
                </a:lnTo>
                <a:lnTo>
                  <a:pt x="1176705" y="362546"/>
                </a:lnTo>
                <a:lnTo>
                  <a:pt x="1156716" y="359664"/>
                </a:lnTo>
                <a:lnTo>
                  <a:pt x="1156716" y="367284"/>
                </a:lnTo>
                <a:lnTo>
                  <a:pt x="1182484" y="375602"/>
                </a:lnTo>
                <a:lnTo>
                  <a:pt x="1200531" y="384619"/>
                </a:lnTo>
                <a:lnTo>
                  <a:pt x="1211160" y="394512"/>
                </a:lnTo>
                <a:lnTo>
                  <a:pt x="1214628" y="405384"/>
                </a:lnTo>
                <a:lnTo>
                  <a:pt x="1233284" y="397129"/>
                </a:lnTo>
                <a:lnTo>
                  <a:pt x="1246060" y="386143"/>
                </a:lnTo>
                <a:lnTo>
                  <a:pt x="1253426" y="372605"/>
                </a:lnTo>
                <a:lnTo>
                  <a:pt x="1254429" y="365760"/>
                </a:lnTo>
                <a:lnTo>
                  <a:pt x="1255776" y="356616"/>
                </a:lnTo>
                <a:lnTo>
                  <a:pt x="1255776" y="82296"/>
                </a:lnTo>
                <a:lnTo>
                  <a:pt x="1265301" y="74676"/>
                </a:lnTo>
                <a:lnTo>
                  <a:pt x="1271016" y="7010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5" name="object 75"/>
          <p:cNvSpPr/>
          <p:nvPr/>
        </p:nvSpPr>
        <p:spPr>
          <a:xfrm>
            <a:off x="5681459" y="6003035"/>
            <a:ext cx="668020" cy="405765"/>
          </a:xfrm>
          <a:custGeom>
            <a:avLst/>
            <a:gdLst/>
            <a:ahLst/>
            <a:cxnLst/>
            <a:rect l="l" t="t" r="r" b="b"/>
            <a:pathLst>
              <a:path w="668020" h="405764">
                <a:moveTo>
                  <a:pt x="394716" y="89916"/>
                </a:moveTo>
                <a:lnTo>
                  <a:pt x="358140" y="53340"/>
                </a:lnTo>
                <a:lnTo>
                  <a:pt x="332232" y="79248"/>
                </a:lnTo>
                <a:lnTo>
                  <a:pt x="178308" y="79248"/>
                </a:lnTo>
                <a:lnTo>
                  <a:pt x="185724" y="64376"/>
                </a:lnTo>
                <a:lnTo>
                  <a:pt x="191833" y="51625"/>
                </a:lnTo>
                <a:lnTo>
                  <a:pt x="196532" y="40894"/>
                </a:lnTo>
                <a:lnTo>
                  <a:pt x="199644" y="32004"/>
                </a:lnTo>
                <a:lnTo>
                  <a:pt x="216408" y="21336"/>
                </a:lnTo>
                <a:lnTo>
                  <a:pt x="176784" y="0"/>
                </a:lnTo>
                <a:lnTo>
                  <a:pt x="173405" y="16891"/>
                </a:lnTo>
                <a:lnTo>
                  <a:pt x="168021" y="35623"/>
                </a:lnTo>
                <a:lnTo>
                  <a:pt x="160934" y="56375"/>
                </a:lnTo>
                <a:lnTo>
                  <a:pt x="152400" y="79248"/>
                </a:lnTo>
                <a:lnTo>
                  <a:pt x="15240" y="79248"/>
                </a:lnTo>
                <a:lnTo>
                  <a:pt x="30480" y="94488"/>
                </a:lnTo>
                <a:lnTo>
                  <a:pt x="40792" y="92494"/>
                </a:lnTo>
                <a:lnTo>
                  <a:pt x="51244" y="91059"/>
                </a:lnTo>
                <a:lnTo>
                  <a:pt x="61988" y="90208"/>
                </a:lnTo>
                <a:lnTo>
                  <a:pt x="73152" y="89916"/>
                </a:lnTo>
                <a:lnTo>
                  <a:pt x="149352" y="89916"/>
                </a:lnTo>
                <a:lnTo>
                  <a:pt x="135382" y="115328"/>
                </a:lnTo>
                <a:lnTo>
                  <a:pt x="120967" y="138874"/>
                </a:lnTo>
                <a:lnTo>
                  <a:pt x="106286" y="160426"/>
                </a:lnTo>
                <a:lnTo>
                  <a:pt x="91440" y="179832"/>
                </a:lnTo>
                <a:lnTo>
                  <a:pt x="74676" y="172212"/>
                </a:lnTo>
                <a:lnTo>
                  <a:pt x="75539" y="181356"/>
                </a:lnTo>
                <a:lnTo>
                  <a:pt x="76009" y="189166"/>
                </a:lnTo>
                <a:lnTo>
                  <a:pt x="76187" y="194716"/>
                </a:lnTo>
                <a:lnTo>
                  <a:pt x="76200" y="198120"/>
                </a:lnTo>
                <a:lnTo>
                  <a:pt x="62230" y="214884"/>
                </a:lnTo>
                <a:lnTo>
                  <a:pt x="44958" y="233553"/>
                </a:lnTo>
                <a:lnTo>
                  <a:pt x="24345" y="253847"/>
                </a:lnTo>
                <a:lnTo>
                  <a:pt x="0" y="275844"/>
                </a:lnTo>
                <a:lnTo>
                  <a:pt x="3048" y="280416"/>
                </a:lnTo>
                <a:lnTo>
                  <a:pt x="20726" y="269011"/>
                </a:lnTo>
                <a:lnTo>
                  <a:pt x="39243" y="255460"/>
                </a:lnTo>
                <a:lnTo>
                  <a:pt x="58343" y="239915"/>
                </a:lnTo>
                <a:lnTo>
                  <a:pt x="77724" y="222504"/>
                </a:lnTo>
                <a:lnTo>
                  <a:pt x="77673" y="368808"/>
                </a:lnTo>
                <a:lnTo>
                  <a:pt x="77533" y="379095"/>
                </a:lnTo>
                <a:lnTo>
                  <a:pt x="77101" y="391668"/>
                </a:lnTo>
                <a:lnTo>
                  <a:pt x="76200" y="405384"/>
                </a:lnTo>
                <a:lnTo>
                  <a:pt x="102108" y="391668"/>
                </a:lnTo>
                <a:lnTo>
                  <a:pt x="102108" y="222504"/>
                </a:lnTo>
                <a:lnTo>
                  <a:pt x="102108" y="198120"/>
                </a:lnTo>
                <a:lnTo>
                  <a:pt x="118389" y="179832"/>
                </a:lnTo>
                <a:lnTo>
                  <a:pt x="120396" y="177571"/>
                </a:lnTo>
                <a:lnTo>
                  <a:pt x="138684" y="152590"/>
                </a:lnTo>
                <a:lnTo>
                  <a:pt x="156972" y="123329"/>
                </a:lnTo>
                <a:lnTo>
                  <a:pt x="175260" y="89916"/>
                </a:lnTo>
                <a:lnTo>
                  <a:pt x="394716" y="89916"/>
                </a:lnTo>
                <a:close/>
              </a:path>
              <a:path w="668020" h="405764">
                <a:moveTo>
                  <a:pt x="405384" y="364236"/>
                </a:moveTo>
                <a:lnTo>
                  <a:pt x="370332" y="329184"/>
                </a:lnTo>
                <a:lnTo>
                  <a:pt x="345948" y="353568"/>
                </a:lnTo>
                <a:lnTo>
                  <a:pt x="259080" y="353568"/>
                </a:lnTo>
                <a:lnTo>
                  <a:pt x="259080" y="214884"/>
                </a:lnTo>
                <a:lnTo>
                  <a:pt x="381000" y="214884"/>
                </a:lnTo>
                <a:lnTo>
                  <a:pt x="347472" y="181356"/>
                </a:lnTo>
                <a:lnTo>
                  <a:pt x="324612" y="204216"/>
                </a:lnTo>
                <a:lnTo>
                  <a:pt x="259080" y="204216"/>
                </a:lnTo>
                <a:lnTo>
                  <a:pt x="259080" y="132588"/>
                </a:lnTo>
                <a:lnTo>
                  <a:pt x="272796" y="120396"/>
                </a:lnTo>
                <a:lnTo>
                  <a:pt x="233172" y="103632"/>
                </a:lnTo>
                <a:lnTo>
                  <a:pt x="233413" y="117589"/>
                </a:lnTo>
                <a:lnTo>
                  <a:pt x="233934" y="129540"/>
                </a:lnTo>
                <a:lnTo>
                  <a:pt x="234442" y="138874"/>
                </a:lnTo>
                <a:lnTo>
                  <a:pt x="234696" y="146304"/>
                </a:lnTo>
                <a:lnTo>
                  <a:pt x="234696" y="204216"/>
                </a:lnTo>
                <a:lnTo>
                  <a:pt x="134112" y="204216"/>
                </a:lnTo>
                <a:lnTo>
                  <a:pt x="149352" y="219456"/>
                </a:lnTo>
                <a:lnTo>
                  <a:pt x="158788" y="217462"/>
                </a:lnTo>
                <a:lnTo>
                  <a:pt x="168783" y="216027"/>
                </a:lnTo>
                <a:lnTo>
                  <a:pt x="179362" y="215176"/>
                </a:lnTo>
                <a:lnTo>
                  <a:pt x="190500" y="214884"/>
                </a:lnTo>
                <a:lnTo>
                  <a:pt x="234696" y="214884"/>
                </a:lnTo>
                <a:lnTo>
                  <a:pt x="234696" y="353568"/>
                </a:lnTo>
                <a:lnTo>
                  <a:pt x="111252" y="353568"/>
                </a:lnTo>
                <a:lnTo>
                  <a:pt x="126492" y="368808"/>
                </a:lnTo>
                <a:lnTo>
                  <a:pt x="136144" y="366814"/>
                </a:lnTo>
                <a:lnTo>
                  <a:pt x="146494" y="365379"/>
                </a:lnTo>
                <a:lnTo>
                  <a:pt x="157149" y="364528"/>
                </a:lnTo>
                <a:lnTo>
                  <a:pt x="167640" y="364236"/>
                </a:lnTo>
                <a:lnTo>
                  <a:pt x="405384" y="364236"/>
                </a:lnTo>
                <a:close/>
              </a:path>
              <a:path w="668020" h="405764">
                <a:moveTo>
                  <a:pt x="667512" y="274332"/>
                </a:moveTo>
                <a:lnTo>
                  <a:pt x="658520" y="233387"/>
                </a:lnTo>
                <a:lnTo>
                  <a:pt x="631698" y="204419"/>
                </a:lnTo>
                <a:lnTo>
                  <a:pt x="601980" y="192036"/>
                </a:lnTo>
                <a:lnTo>
                  <a:pt x="595693" y="189750"/>
                </a:lnTo>
                <a:lnTo>
                  <a:pt x="588264" y="187464"/>
                </a:lnTo>
                <a:lnTo>
                  <a:pt x="579691" y="185178"/>
                </a:lnTo>
                <a:lnTo>
                  <a:pt x="543623" y="176669"/>
                </a:lnTo>
                <a:lnTo>
                  <a:pt x="536448" y="175272"/>
                </a:lnTo>
                <a:lnTo>
                  <a:pt x="526732" y="171551"/>
                </a:lnTo>
                <a:lnTo>
                  <a:pt x="496824" y="143268"/>
                </a:lnTo>
                <a:lnTo>
                  <a:pt x="493776" y="124980"/>
                </a:lnTo>
                <a:lnTo>
                  <a:pt x="494919" y="114096"/>
                </a:lnTo>
                <a:lnTo>
                  <a:pt x="522046" y="80873"/>
                </a:lnTo>
                <a:lnTo>
                  <a:pt x="560832" y="73164"/>
                </a:lnTo>
                <a:lnTo>
                  <a:pt x="574268" y="73964"/>
                </a:lnTo>
                <a:lnTo>
                  <a:pt x="611124" y="83832"/>
                </a:lnTo>
                <a:lnTo>
                  <a:pt x="650748" y="108216"/>
                </a:lnTo>
                <a:lnTo>
                  <a:pt x="653796" y="108216"/>
                </a:lnTo>
                <a:lnTo>
                  <a:pt x="653796" y="56400"/>
                </a:lnTo>
                <a:lnTo>
                  <a:pt x="643470" y="52082"/>
                </a:lnTo>
                <a:lnTo>
                  <a:pt x="597014" y="39154"/>
                </a:lnTo>
                <a:lnTo>
                  <a:pt x="557784" y="36588"/>
                </a:lnTo>
                <a:lnTo>
                  <a:pt x="534924" y="38277"/>
                </a:lnTo>
                <a:lnTo>
                  <a:pt x="496062" y="51371"/>
                </a:lnTo>
                <a:lnTo>
                  <a:pt x="466305" y="76822"/>
                </a:lnTo>
                <a:lnTo>
                  <a:pt x="449580" y="129552"/>
                </a:lnTo>
                <a:lnTo>
                  <a:pt x="449872" y="138404"/>
                </a:lnTo>
                <a:lnTo>
                  <a:pt x="461391" y="175653"/>
                </a:lnTo>
                <a:lnTo>
                  <a:pt x="493776" y="204228"/>
                </a:lnTo>
                <a:lnTo>
                  <a:pt x="500684" y="207632"/>
                </a:lnTo>
                <a:lnTo>
                  <a:pt x="548474" y="222631"/>
                </a:lnTo>
                <a:lnTo>
                  <a:pt x="561594" y="225412"/>
                </a:lnTo>
                <a:lnTo>
                  <a:pt x="575310" y="228752"/>
                </a:lnTo>
                <a:lnTo>
                  <a:pt x="612648" y="248424"/>
                </a:lnTo>
                <a:lnTo>
                  <a:pt x="621792" y="280428"/>
                </a:lnTo>
                <a:lnTo>
                  <a:pt x="620649" y="292188"/>
                </a:lnTo>
                <a:lnTo>
                  <a:pt x="593458" y="326288"/>
                </a:lnTo>
                <a:lnTo>
                  <a:pt x="550164" y="335292"/>
                </a:lnTo>
                <a:lnTo>
                  <a:pt x="537578" y="334454"/>
                </a:lnTo>
                <a:lnTo>
                  <a:pt x="498348" y="323100"/>
                </a:lnTo>
                <a:lnTo>
                  <a:pt x="460425" y="302094"/>
                </a:lnTo>
                <a:lnTo>
                  <a:pt x="449580" y="292620"/>
                </a:lnTo>
                <a:lnTo>
                  <a:pt x="446532" y="292620"/>
                </a:lnTo>
                <a:lnTo>
                  <a:pt x="446532" y="345960"/>
                </a:lnTo>
                <a:lnTo>
                  <a:pt x="457987" y="351383"/>
                </a:lnTo>
                <a:lnTo>
                  <a:pt x="506285" y="367360"/>
                </a:lnTo>
                <a:lnTo>
                  <a:pt x="553212" y="371868"/>
                </a:lnTo>
                <a:lnTo>
                  <a:pt x="567486" y="371309"/>
                </a:lnTo>
                <a:lnTo>
                  <a:pt x="611962" y="360260"/>
                </a:lnTo>
                <a:lnTo>
                  <a:pt x="644258" y="335762"/>
                </a:lnTo>
                <a:lnTo>
                  <a:pt x="663016" y="301764"/>
                </a:lnTo>
                <a:lnTo>
                  <a:pt x="666965" y="283476"/>
                </a:lnTo>
                <a:lnTo>
                  <a:pt x="667512" y="27433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6" name="object 76"/>
          <p:cNvSpPr/>
          <p:nvPr/>
        </p:nvSpPr>
        <p:spPr>
          <a:xfrm>
            <a:off x="6417564" y="6003035"/>
            <a:ext cx="338455" cy="410209"/>
          </a:xfrm>
          <a:custGeom>
            <a:avLst/>
            <a:gdLst/>
            <a:ahLst/>
            <a:cxnLst/>
            <a:rect l="l" t="t" r="r" b="b"/>
            <a:pathLst>
              <a:path w="338454" h="410210">
                <a:moveTo>
                  <a:pt x="172212" y="103632"/>
                </a:moveTo>
                <a:lnTo>
                  <a:pt x="146304" y="103632"/>
                </a:lnTo>
                <a:lnTo>
                  <a:pt x="146280" y="71580"/>
                </a:lnTo>
                <a:lnTo>
                  <a:pt x="146113" y="43815"/>
                </a:lnTo>
                <a:lnTo>
                  <a:pt x="145650" y="19812"/>
                </a:lnTo>
                <a:lnTo>
                  <a:pt x="144780" y="0"/>
                </a:lnTo>
                <a:lnTo>
                  <a:pt x="187452" y="19812"/>
                </a:lnTo>
                <a:lnTo>
                  <a:pt x="172212" y="33528"/>
                </a:lnTo>
                <a:lnTo>
                  <a:pt x="172212" y="103632"/>
                </a:lnTo>
                <a:close/>
              </a:path>
              <a:path w="338454" h="410210">
                <a:moveTo>
                  <a:pt x="336296" y="103632"/>
                </a:moveTo>
                <a:lnTo>
                  <a:pt x="294132" y="103632"/>
                </a:lnTo>
                <a:lnTo>
                  <a:pt x="307848" y="82296"/>
                </a:lnTo>
                <a:lnTo>
                  <a:pt x="336296" y="103632"/>
                </a:lnTo>
                <a:close/>
              </a:path>
              <a:path w="338454" h="410210">
                <a:moveTo>
                  <a:pt x="0" y="274319"/>
                </a:moveTo>
                <a:lnTo>
                  <a:pt x="1119" y="256603"/>
                </a:lnTo>
                <a:lnTo>
                  <a:pt x="2095" y="235458"/>
                </a:lnTo>
                <a:lnTo>
                  <a:pt x="2786" y="210883"/>
                </a:lnTo>
                <a:lnTo>
                  <a:pt x="3048" y="182880"/>
                </a:lnTo>
                <a:lnTo>
                  <a:pt x="2786" y="154590"/>
                </a:lnTo>
                <a:lnTo>
                  <a:pt x="2095" y="129159"/>
                </a:lnTo>
                <a:lnTo>
                  <a:pt x="1119" y="106584"/>
                </a:lnTo>
                <a:lnTo>
                  <a:pt x="0" y="86868"/>
                </a:lnTo>
                <a:lnTo>
                  <a:pt x="27432" y="103632"/>
                </a:lnTo>
                <a:lnTo>
                  <a:pt x="336296" y="103632"/>
                </a:lnTo>
                <a:lnTo>
                  <a:pt x="338328" y="105156"/>
                </a:lnTo>
                <a:lnTo>
                  <a:pt x="328168" y="114300"/>
                </a:lnTo>
                <a:lnTo>
                  <a:pt x="27432" y="114300"/>
                </a:lnTo>
                <a:lnTo>
                  <a:pt x="27432" y="228600"/>
                </a:lnTo>
                <a:lnTo>
                  <a:pt x="323109" y="228600"/>
                </a:lnTo>
                <a:lnTo>
                  <a:pt x="323278" y="239268"/>
                </a:lnTo>
                <a:lnTo>
                  <a:pt x="27432" y="239268"/>
                </a:lnTo>
                <a:lnTo>
                  <a:pt x="27432" y="259080"/>
                </a:lnTo>
                <a:lnTo>
                  <a:pt x="0" y="274319"/>
                </a:lnTo>
                <a:close/>
              </a:path>
              <a:path w="338454" h="410210">
                <a:moveTo>
                  <a:pt x="172212" y="228600"/>
                </a:moveTo>
                <a:lnTo>
                  <a:pt x="146304" y="228600"/>
                </a:lnTo>
                <a:lnTo>
                  <a:pt x="146304" y="114300"/>
                </a:lnTo>
                <a:lnTo>
                  <a:pt x="172212" y="114300"/>
                </a:lnTo>
                <a:lnTo>
                  <a:pt x="172212" y="228600"/>
                </a:lnTo>
                <a:close/>
              </a:path>
              <a:path w="338454" h="410210">
                <a:moveTo>
                  <a:pt x="323109" y="228600"/>
                </a:moveTo>
                <a:lnTo>
                  <a:pt x="298704" y="228600"/>
                </a:lnTo>
                <a:lnTo>
                  <a:pt x="298704" y="114300"/>
                </a:lnTo>
                <a:lnTo>
                  <a:pt x="328168" y="114300"/>
                </a:lnTo>
                <a:lnTo>
                  <a:pt x="323088" y="118872"/>
                </a:lnTo>
                <a:lnTo>
                  <a:pt x="323109" y="228600"/>
                </a:lnTo>
                <a:close/>
              </a:path>
              <a:path w="338454" h="410210">
                <a:moveTo>
                  <a:pt x="144780" y="409956"/>
                </a:moveTo>
                <a:lnTo>
                  <a:pt x="145661" y="383928"/>
                </a:lnTo>
                <a:lnTo>
                  <a:pt x="146113" y="346900"/>
                </a:lnTo>
                <a:lnTo>
                  <a:pt x="146280" y="298727"/>
                </a:lnTo>
                <a:lnTo>
                  <a:pt x="146304" y="239268"/>
                </a:lnTo>
                <a:lnTo>
                  <a:pt x="172212" y="239268"/>
                </a:lnTo>
                <a:lnTo>
                  <a:pt x="172477" y="298727"/>
                </a:lnTo>
                <a:lnTo>
                  <a:pt x="173164" y="343662"/>
                </a:lnTo>
                <a:lnTo>
                  <a:pt x="174140" y="375142"/>
                </a:lnTo>
                <a:lnTo>
                  <a:pt x="175260" y="393192"/>
                </a:lnTo>
                <a:lnTo>
                  <a:pt x="144780" y="409956"/>
                </a:lnTo>
                <a:close/>
              </a:path>
              <a:path w="338454" h="410210">
                <a:moveTo>
                  <a:pt x="298704" y="269748"/>
                </a:moveTo>
                <a:lnTo>
                  <a:pt x="298704" y="239268"/>
                </a:lnTo>
                <a:lnTo>
                  <a:pt x="323278" y="239268"/>
                </a:lnTo>
                <a:lnTo>
                  <a:pt x="323730" y="249031"/>
                </a:lnTo>
                <a:lnTo>
                  <a:pt x="324612" y="259080"/>
                </a:lnTo>
                <a:lnTo>
                  <a:pt x="298704" y="26974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7" name="object 77"/>
          <p:cNvSpPr/>
          <p:nvPr/>
        </p:nvSpPr>
        <p:spPr>
          <a:xfrm>
            <a:off x="6858000" y="6006083"/>
            <a:ext cx="356870" cy="401320"/>
          </a:xfrm>
          <a:custGeom>
            <a:avLst/>
            <a:gdLst/>
            <a:ahLst/>
            <a:cxnLst/>
            <a:rect l="l" t="t" r="r" b="b"/>
            <a:pathLst>
              <a:path w="356870" h="401320">
                <a:moveTo>
                  <a:pt x="54864" y="89916"/>
                </a:moveTo>
                <a:lnTo>
                  <a:pt x="44196" y="89916"/>
                </a:lnTo>
                <a:lnTo>
                  <a:pt x="51339" y="61936"/>
                </a:lnTo>
                <a:lnTo>
                  <a:pt x="56769" y="37528"/>
                </a:lnTo>
                <a:lnTo>
                  <a:pt x="60483" y="16835"/>
                </a:lnTo>
                <a:lnTo>
                  <a:pt x="62484" y="0"/>
                </a:lnTo>
                <a:lnTo>
                  <a:pt x="100584" y="19812"/>
                </a:lnTo>
                <a:lnTo>
                  <a:pt x="91725" y="27551"/>
                </a:lnTo>
                <a:lnTo>
                  <a:pt x="81153" y="41719"/>
                </a:lnTo>
                <a:lnTo>
                  <a:pt x="68865" y="62460"/>
                </a:lnTo>
                <a:lnTo>
                  <a:pt x="54864" y="89916"/>
                </a:lnTo>
                <a:close/>
              </a:path>
              <a:path w="356870" h="401320">
                <a:moveTo>
                  <a:pt x="147828" y="190500"/>
                </a:moveTo>
                <a:lnTo>
                  <a:pt x="143256" y="187452"/>
                </a:lnTo>
                <a:lnTo>
                  <a:pt x="160162" y="159972"/>
                </a:lnTo>
                <a:lnTo>
                  <a:pt x="174498" y="134493"/>
                </a:lnTo>
                <a:lnTo>
                  <a:pt x="196596" y="88392"/>
                </a:lnTo>
                <a:lnTo>
                  <a:pt x="211836" y="44958"/>
                </a:lnTo>
                <a:lnTo>
                  <a:pt x="222503" y="1524"/>
                </a:lnTo>
                <a:lnTo>
                  <a:pt x="260603" y="22860"/>
                </a:lnTo>
                <a:lnTo>
                  <a:pt x="252864" y="30837"/>
                </a:lnTo>
                <a:lnTo>
                  <a:pt x="243268" y="45529"/>
                </a:lnTo>
                <a:lnTo>
                  <a:pt x="231671" y="66794"/>
                </a:lnTo>
                <a:lnTo>
                  <a:pt x="217932" y="94488"/>
                </a:lnTo>
                <a:lnTo>
                  <a:pt x="348996" y="94488"/>
                </a:lnTo>
                <a:lnTo>
                  <a:pt x="356616" y="102108"/>
                </a:lnTo>
                <a:lnTo>
                  <a:pt x="352806" y="105156"/>
                </a:lnTo>
                <a:lnTo>
                  <a:pt x="214884" y="105156"/>
                </a:lnTo>
                <a:lnTo>
                  <a:pt x="198620" y="129420"/>
                </a:lnTo>
                <a:lnTo>
                  <a:pt x="181927" y="151828"/>
                </a:lnTo>
                <a:lnTo>
                  <a:pt x="164949" y="172235"/>
                </a:lnTo>
                <a:lnTo>
                  <a:pt x="147828" y="190500"/>
                </a:lnTo>
                <a:close/>
              </a:path>
              <a:path w="356870" h="401320">
                <a:moveTo>
                  <a:pt x="146812" y="89916"/>
                </a:moveTo>
                <a:lnTo>
                  <a:pt x="111252" y="89916"/>
                </a:lnTo>
                <a:lnTo>
                  <a:pt x="129540" y="71628"/>
                </a:lnTo>
                <a:lnTo>
                  <a:pt x="146812" y="89916"/>
                </a:lnTo>
                <a:close/>
              </a:path>
              <a:path w="356870" h="401320">
                <a:moveTo>
                  <a:pt x="0" y="397764"/>
                </a:moveTo>
                <a:lnTo>
                  <a:pt x="820" y="359664"/>
                </a:lnTo>
                <a:lnTo>
                  <a:pt x="917" y="353568"/>
                </a:lnTo>
                <a:lnTo>
                  <a:pt x="1333" y="316230"/>
                </a:lnTo>
                <a:lnTo>
                  <a:pt x="1425" y="176784"/>
                </a:lnTo>
                <a:lnTo>
                  <a:pt x="1301" y="151828"/>
                </a:lnTo>
                <a:lnTo>
                  <a:pt x="881" y="114681"/>
                </a:lnTo>
                <a:lnTo>
                  <a:pt x="0" y="74676"/>
                </a:lnTo>
                <a:lnTo>
                  <a:pt x="25908" y="89916"/>
                </a:lnTo>
                <a:lnTo>
                  <a:pt x="146812" y="89916"/>
                </a:lnTo>
                <a:lnTo>
                  <a:pt x="155448" y="99060"/>
                </a:lnTo>
                <a:lnTo>
                  <a:pt x="153162" y="100584"/>
                </a:lnTo>
                <a:lnTo>
                  <a:pt x="24384" y="100584"/>
                </a:lnTo>
                <a:lnTo>
                  <a:pt x="24384" y="211836"/>
                </a:lnTo>
                <a:lnTo>
                  <a:pt x="137464" y="211836"/>
                </a:lnTo>
                <a:lnTo>
                  <a:pt x="137527" y="222504"/>
                </a:lnTo>
                <a:lnTo>
                  <a:pt x="24384" y="222504"/>
                </a:lnTo>
                <a:lnTo>
                  <a:pt x="24384" y="342900"/>
                </a:lnTo>
                <a:lnTo>
                  <a:pt x="138496" y="342900"/>
                </a:lnTo>
                <a:lnTo>
                  <a:pt x="138564" y="353568"/>
                </a:lnTo>
                <a:lnTo>
                  <a:pt x="24384" y="353568"/>
                </a:lnTo>
                <a:lnTo>
                  <a:pt x="24384" y="384048"/>
                </a:lnTo>
                <a:lnTo>
                  <a:pt x="0" y="397764"/>
                </a:lnTo>
                <a:close/>
              </a:path>
              <a:path w="356870" h="401320">
                <a:moveTo>
                  <a:pt x="348996" y="94488"/>
                </a:moveTo>
                <a:lnTo>
                  <a:pt x="310896" y="94488"/>
                </a:lnTo>
                <a:lnTo>
                  <a:pt x="330708" y="76200"/>
                </a:lnTo>
                <a:lnTo>
                  <a:pt x="348996" y="94488"/>
                </a:lnTo>
                <a:close/>
              </a:path>
              <a:path w="356870" h="401320">
                <a:moveTo>
                  <a:pt x="137464" y="211836"/>
                </a:moveTo>
                <a:lnTo>
                  <a:pt x="114300" y="211836"/>
                </a:lnTo>
                <a:lnTo>
                  <a:pt x="114300" y="100584"/>
                </a:lnTo>
                <a:lnTo>
                  <a:pt x="153162" y="100584"/>
                </a:lnTo>
                <a:lnTo>
                  <a:pt x="137160" y="111252"/>
                </a:lnTo>
                <a:lnTo>
                  <a:pt x="137261" y="159972"/>
                </a:lnTo>
                <a:lnTo>
                  <a:pt x="137386" y="198501"/>
                </a:lnTo>
                <a:lnTo>
                  <a:pt x="137464" y="211836"/>
                </a:lnTo>
                <a:close/>
              </a:path>
              <a:path w="356870" h="401320">
                <a:moveTo>
                  <a:pt x="327433" y="359664"/>
                </a:moveTo>
                <a:lnTo>
                  <a:pt x="283464" y="359664"/>
                </a:lnTo>
                <a:lnTo>
                  <a:pt x="292631" y="357687"/>
                </a:lnTo>
                <a:lnTo>
                  <a:pt x="299656" y="351853"/>
                </a:lnTo>
                <a:lnTo>
                  <a:pt x="309252" y="304038"/>
                </a:lnTo>
                <a:lnTo>
                  <a:pt x="311086" y="258318"/>
                </a:lnTo>
                <a:lnTo>
                  <a:pt x="313245" y="190500"/>
                </a:lnTo>
                <a:lnTo>
                  <a:pt x="315467" y="105156"/>
                </a:lnTo>
                <a:lnTo>
                  <a:pt x="352806" y="105156"/>
                </a:lnTo>
                <a:lnTo>
                  <a:pt x="341376" y="114300"/>
                </a:lnTo>
                <a:lnTo>
                  <a:pt x="339488" y="190500"/>
                </a:lnTo>
                <a:lnTo>
                  <a:pt x="337718" y="248631"/>
                </a:lnTo>
                <a:lnTo>
                  <a:pt x="335889" y="294583"/>
                </a:lnTo>
                <a:lnTo>
                  <a:pt x="334060" y="326489"/>
                </a:lnTo>
                <a:lnTo>
                  <a:pt x="332232" y="344424"/>
                </a:lnTo>
                <a:lnTo>
                  <a:pt x="328517" y="357020"/>
                </a:lnTo>
                <a:lnTo>
                  <a:pt x="327433" y="359664"/>
                </a:lnTo>
                <a:close/>
              </a:path>
              <a:path w="356870" h="401320">
                <a:moveTo>
                  <a:pt x="231648" y="268224"/>
                </a:moveTo>
                <a:lnTo>
                  <a:pt x="230124" y="268224"/>
                </a:lnTo>
                <a:lnTo>
                  <a:pt x="226956" y="266771"/>
                </a:lnTo>
                <a:lnTo>
                  <a:pt x="224218" y="262318"/>
                </a:lnTo>
                <a:lnTo>
                  <a:pt x="221765" y="254722"/>
                </a:lnTo>
                <a:lnTo>
                  <a:pt x="219456" y="243840"/>
                </a:lnTo>
                <a:lnTo>
                  <a:pt x="214884" y="226718"/>
                </a:lnTo>
                <a:lnTo>
                  <a:pt x="208026" y="209740"/>
                </a:lnTo>
                <a:lnTo>
                  <a:pt x="198882" y="193047"/>
                </a:lnTo>
                <a:lnTo>
                  <a:pt x="187452" y="176784"/>
                </a:lnTo>
                <a:lnTo>
                  <a:pt x="192024" y="172212"/>
                </a:lnTo>
                <a:lnTo>
                  <a:pt x="224980" y="198501"/>
                </a:lnTo>
                <a:lnTo>
                  <a:pt x="246888" y="234696"/>
                </a:lnTo>
                <a:lnTo>
                  <a:pt x="246888" y="246888"/>
                </a:lnTo>
                <a:lnTo>
                  <a:pt x="245364" y="254508"/>
                </a:lnTo>
                <a:lnTo>
                  <a:pt x="240791" y="260603"/>
                </a:lnTo>
                <a:lnTo>
                  <a:pt x="236220" y="265176"/>
                </a:lnTo>
                <a:lnTo>
                  <a:pt x="231648" y="268224"/>
                </a:lnTo>
                <a:close/>
              </a:path>
              <a:path w="356870" h="401320">
                <a:moveTo>
                  <a:pt x="138496" y="342900"/>
                </a:moveTo>
                <a:lnTo>
                  <a:pt x="114300" y="342900"/>
                </a:lnTo>
                <a:lnTo>
                  <a:pt x="114300" y="222504"/>
                </a:lnTo>
                <a:lnTo>
                  <a:pt x="137527" y="222504"/>
                </a:lnTo>
                <a:lnTo>
                  <a:pt x="137652" y="243840"/>
                </a:lnTo>
                <a:lnTo>
                  <a:pt x="138496" y="342900"/>
                </a:lnTo>
                <a:close/>
              </a:path>
              <a:path w="356870" h="401320">
                <a:moveTo>
                  <a:pt x="278891" y="400812"/>
                </a:moveTo>
                <a:lnTo>
                  <a:pt x="271772" y="387953"/>
                </a:lnTo>
                <a:lnTo>
                  <a:pt x="259651" y="376809"/>
                </a:lnTo>
                <a:lnTo>
                  <a:pt x="242673" y="367379"/>
                </a:lnTo>
                <a:lnTo>
                  <a:pt x="220979" y="359664"/>
                </a:lnTo>
                <a:lnTo>
                  <a:pt x="220979" y="350520"/>
                </a:lnTo>
                <a:lnTo>
                  <a:pt x="241244" y="354520"/>
                </a:lnTo>
                <a:lnTo>
                  <a:pt x="258508" y="357378"/>
                </a:lnTo>
                <a:lnTo>
                  <a:pt x="272629" y="359092"/>
                </a:lnTo>
                <a:lnTo>
                  <a:pt x="283464" y="359664"/>
                </a:lnTo>
                <a:lnTo>
                  <a:pt x="327433" y="359664"/>
                </a:lnTo>
                <a:lnTo>
                  <a:pt x="324231" y="367474"/>
                </a:lnTo>
                <a:lnTo>
                  <a:pt x="289726" y="396240"/>
                </a:lnTo>
                <a:lnTo>
                  <a:pt x="278891" y="400812"/>
                </a:lnTo>
                <a:close/>
              </a:path>
              <a:path w="356870" h="401320">
                <a:moveTo>
                  <a:pt x="114300" y="390144"/>
                </a:moveTo>
                <a:lnTo>
                  <a:pt x="114300" y="353568"/>
                </a:lnTo>
                <a:lnTo>
                  <a:pt x="138564" y="353568"/>
                </a:lnTo>
                <a:lnTo>
                  <a:pt x="138684" y="376428"/>
                </a:lnTo>
                <a:lnTo>
                  <a:pt x="114300" y="39014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8" name="object 78"/>
          <p:cNvSpPr/>
          <p:nvPr/>
        </p:nvSpPr>
        <p:spPr>
          <a:xfrm>
            <a:off x="7271004" y="6003048"/>
            <a:ext cx="832485" cy="411480"/>
          </a:xfrm>
          <a:custGeom>
            <a:avLst/>
            <a:gdLst/>
            <a:ahLst/>
            <a:cxnLst/>
            <a:rect l="l" t="t" r="r" b="b"/>
            <a:pathLst>
              <a:path w="832484" h="411479">
                <a:moveTo>
                  <a:pt x="146304" y="25908"/>
                </a:moveTo>
                <a:lnTo>
                  <a:pt x="111252" y="3048"/>
                </a:lnTo>
                <a:lnTo>
                  <a:pt x="104368" y="23329"/>
                </a:lnTo>
                <a:lnTo>
                  <a:pt x="95059" y="47625"/>
                </a:lnTo>
                <a:lnTo>
                  <a:pt x="68580" y="108204"/>
                </a:lnTo>
                <a:lnTo>
                  <a:pt x="35433" y="169926"/>
                </a:lnTo>
                <a:lnTo>
                  <a:pt x="0" y="222504"/>
                </a:lnTo>
                <a:lnTo>
                  <a:pt x="4572" y="228600"/>
                </a:lnTo>
                <a:lnTo>
                  <a:pt x="18211" y="214312"/>
                </a:lnTo>
                <a:lnTo>
                  <a:pt x="33718" y="196596"/>
                </a:lnTo>
                <a:lnTo>
                  <a:pt x="50571" y="175539"/>
                </a:lnTo>
                <a:lnTo>
                  <a:pt x="68580" y="150876"/>
                </a:lnTo>
                <a:lnTo>
                  <a:pt x="68465" y="353580"/>
                </a:lnTo>
                <a:lnTo>
                  <a:pt x="68389" y="362331"/>
                </a:lnTo>
                <a:lnTo>
                  <a:pt x="67932" y="384898"/>
                </a:lnTo>
                <a:lnTo>
                  <a:pt x="67056" y="411480"/>
                </a:lnTo>
                <a:lnTo>
                  <a:pt x="94488" y="397764"/>
                </a:lnTo>
                <a:lnTo>
                  <a:pt x="94246" y="375183"/>
                </a:lnTo>
                <a:lnTo>
                  <a:pt x="93726" y="355473"/>
                </a:lnTo>
                <a:lnTo>
                  <a:pt x="93192" y="338607"/>
                </a:lnTo>
                <a:lnTo>
                  <a:pt x="93040" y="329184"/>
                </a:lnTo>
                <a:lnTo>
                  <a:pt x="92964" y="150876"/>
                </a:lnTo>
                <a:lnTo>
                  <a:pt x="92964" y="147828"/>
                </a:lnTo>
                <a:lnTo>
                  <a:pt x="106680" y="134112"/>
                </a:lnTo>
                <a:lnTo>
                  <a:pt x="85344" y="123444"/>
                </a:lnTo>
                <a:lnTo>
                  <a:pt x="95072" y="104622"/>
                </a:lnTo>
                <a:lnTo>
                  <a:pt x="111696" y="71577"/>
                </a:lnTo>
                <a:lnTo>
                  <a:pt x="118872" y="57912"/>
                </a:lnTo>
                <a:lnTo>
                  <a:pt x="126365" y="46482"/>
                </a:lnTo>
                <a:lnTo>
                  <a:pt x="133159" y="37338"/>
                </a:lnTo>
                <a:lnTo>
                  <a:pt x="139649" y="30480"/>
                </a:lnTo>
                <a:lnTo>
                  <a:pt x="146304" y="25908"/>
                </a:lnTo>
                <a:close/>
              </a:path>
              <a:path w="832484" h="411479">
                <a:moveTo>
                  <a:pt x="202692" y="106680"/>
                </a:moveTo>
                <a:lnTo>
                  <a:pt x="163969" y="68097"/>
                </a:lnTo>
                <a:lnTo>
                  <a:pt x="146304" y="56388"/>
                </a:lnTo>
                <a:lnTo>
                  <a:pt x="140208" y="60960"/>
                </a:lnTo>
                <a:lnTo>
                  <a:pt x="153619" y="79248"/>
                </a:lnTo>
                <a:lnTo>
                  <a:pt x="164211" y="95440"/>
                </a:lnTo>
                <a:lnTo>
                  <a:pt x="171919" y="109601"/>
                </a:lnTo>
                <a:lnTo>
                  <a:pt x="176784" y="121920"/>
                </a:lnTo>
                <a:lnTo>
                  <a:pt x="179832" y="131064"/>
                </a:lnTo>
                <a:lnTo>
                  <a:pt x="182880" y="135636"/>
                </a:lnTo>
                <a:lnTo>
                  <a:pt x="188976" y="135636"/>
                </a:lnTo>
                <a:lnTo>
                  <a:pt x="193548" y="132588"/>
                </a:lnTo>
                <a:lnTo>
                  <a:pt x="196596" y="128016"/>
                </a:lnTo>
                <a:lnTo>
                  <a:pt x="201168" y="121920"/>
                </a:lnTo>
                <a:lnTo>
                  <a:pt x="202692" y="115824"/>
                </a:lnTo>
                <a:lnTo>
                  <a:pt x="202692" y="106680"/>
                </a:lnTo>
                <a:close/>
              </a:path>
              <a:path w="832484" h="411479">
                <a:moveTo>
                  <a:pt x="359664" y="79248"/>
                </a:moveTo>
                <a:lnTo>
                  <a:pt x="326136" y="50292"/>
                </a:lnTo>
                <a:lnTo>
                  <a:pt x="319862" y="66598"/>
                </a:lnTo>
                <a:lnTo>
                  <a:pt x="310324" y="85915"/>
                </a:lnTo>
                <a:lnTo>
                  <a:pt x="297726" y="108204"/>
                </a:lnTo>
                <a:lnTo>
                  <a:pt x="281940" y="134112"/>
                </a:lnTo>
                <a:lnTo>
                  <a:pt x="286512" y="138684"/>
                </a:lnTo>
                <a:lnTo>
                  <a:pt x="295668" y="130390"/>
                </a:lnTo>
                <a:lnTo>
                  <a:pt x="304990" y="121539"/>
                </a:lnTo>
                <a:lnTo>
                  <a:pt x="314579" y="112102"/>
                </a:lnTo>
                <a:lnTo>
                  <a:pt x="333730" y="92964"/>
                </a:lnTo>
                <a:lnTo>
                  <a:pt x="342709" y="86106"/>
                </a:lnTo>
                <a:lnTo>
                  <a:pt x="351396" y="81534"/>
                </a:lnTo>
                <a:lnTo>
                  <a:pt x="359664" y="79248"/>
                </a:lnTo>
                <a:close/>
              </a:path>
              <a:path w="832484" h="411479">
                <a:moveTo>
                  <a:pt x="402336" y="266700"/>
                </a:moveTo>
                <a:lnTo>
                  <a:pt x="370332" y="233172"/>
                </a:lnTo>
                <a:lnTo>
                  <a:pt x="347472" y="256032"/>
                </a:lnTo>
                <a:lnTo>
                  <a:pt x="257556" y="256032"/>
                </a:lnTo>
                <a:lnTo>
                  <a:pt x="257556" y="175260"/>
                </a:lnTo>
                <a:lnTo>
                  <a:pt x="374904" y="175260"/>
                </a:lnTo>
                <a:lnTo>
                  <a:pt x="344424" y="143256"/>
                </a:lnTo>
                <a:lnTo>
                  <a:pt x="323088" y="164592"/>
                </a:lnTo>
                <a:lnTo>
                  <a:pt x="257556" y="164592"/>
                </a:lnTo>
                <a:lnTo>
                  <a:pt x="257556" y="36576"/>
                </a:lnTo>
                <a:lnTo>
                  <a:pt x="272796" y="22860"/>
                </a:lnTo>
                <a:lnTo>
                  <a:pt x="230124" y="3048"/>
                </a:lnTo>
                <a:lnTo>
                  <a:pt x="232181" y="36576"/>
                </a:lnTo>
                <a:lnTo>
                  <a:pt x="232892" y="50292"/>
                </a:lnTo>
                <a:lnTo>
                  <a:pt x="233057" y="56388"/>
                </a:lnTo>
                <a:lnTo>
                  <a:pt x="233172" y="164592"/>
                </a:lnTo>
                <a:lnTo>
                  <a:pt x="126492" y="164592"/>
                </a:lnTo>
                <a:lnTo>
                  <a:pt x="141732" y="179832"/>
                </a:lnTo>
                <a:lnTo>
                  <a:pt x="152031" y="177825"/>
                </a:lnTo>
                <a:lnTo>
                  <a:pt x="162496" y="176403"/>
                </a:lnTo>
                <a:lnTo>
                  <a:pt x="173228" y="175539"/>
                </a:lnTo>
                <a:lnTo>
                  <a:pt x="184404" y="175260"/>
                </a:lnTo>
                <a:lnTo>
                  <a:pt x="233172" y="175260"/>
                </a:lnTo>
                <a:lnTo>
                  <a:pt x="233172" y="256032"/>
                </a:lnTo>
                <a:lnTo>
                  <a:pt x="103632" y="256032"/>
                </a:lnTo>
                <a:lnTo>
                  <a:pt x="118872" y="271272"/>
                </a:lnTo>
                <a:lnTo>
                  <a:pt x="129171" y="269265"/>
                </a:lnTo>
                <a:lnTo>
                  <a:pt x="139636" y="267843"/>
                </a:lnTo>
                <a:lnTo>
                  <a:pt x="150368" y="266979"/>
                </a:lnTo>
                <a:lnTo>
                  <a:pt x="161544" y="266700"/>
                </a:lnTo>
                <a:lnTo>
                  <a:pt x="233172" y="266700"/>
                </a:lnTo>
                <a:lnTo>
                  <a:pt x="233083" y="344182"/>
                </a:lnTo>
                <a:lnTo>
                  <a:pt x="232905" y="353580"/>
                </a:lnTo>
                <a:lnTo>
                  <a:pt x="232219" y="369760"/>
                </a:lnTo>
                <a:lnTo>
                  <a:pt x="230124" y="409956"/>
                </a:lnTo>
                <a:lnTo>
                  <a:pt x="259080" y="397764"/>
                </a:lnTo>
                <a:lnTo>
                  <a:pt x="258191" y="379514"/>
                </a:lnTo>
                <a:lnTo>
                  <a:pt x="257759" y="362331"/>
                </a:lnTo>
                <a:lnTo>
                  <a:pt x="257657" y="353580"/>
                </a:lnTo>
                <a:lnTo>
                  <a:pt x="257556" y="266700"/>
                </a:lnTo>
                <a:lnTo>
                  <a:pt x="402336" y="266700"/>
                </a:lnTo>
                <a:close/>
              </a:path>
              <a:path w="832484" h="411479">
                <a:moveTo>
                  <a:pt x="580644" y="24384"/>
                </a:moveTo>
                <a:lnTo>
                  <a:pt x="542544" y="0"/>
                </a:lnTo>
                <a:lnTo>
                  <a:pt x="537972" y="19761"/>
                </a:lnTo>
                <a:lnTo>
                  <a:pt x="531114" y="42672"/>
                </a:lnTo>
                <a:lnTo>
                  <a:pt x="510540" y="99060"/>
                </a:lnTo>
                <a:lnTo>
                  <a:pt x="481203" y="161925"/>
                </a:lnTo>
                <a:lnTo>
                  <a:pt x="445008" y="222504"/>
                </a:lnTo>
                <a:lnTo>
                  <a:pt x="449580" y="227076"/>
                </a:lnTo>
                <a:lnTo>
                  <a:pt x="466483" y="207899"/>
                </a:lnTo>
                <a:lnTo>
                  <a:pt x="483108" y="186880"/>
                </a:lnTo>
                <a:lnTo>
                  <a:pt x="499719" y="163842"/>
                </a:lnTo>
                <a:lnTo>
                  <a:pt x="516636" y="138684"/>
                </a:lnTo>
                <a:lnTo>
                  <a:pt x="516572" y="320040"/>
                </a:lnTo>
                <a:lnTo>
                  <a:pt x="516369" y="331292"/>
                </a:lnTo>
                <a:lnTo>
                  <a:pt x="515683" y="351472"/>
                </a:lnTo>
                <a:lnTo>
                  <a:pt x="514705" y="377634"/>
                </a:lnTo>
                <a:lnTo>
                  <a:pt x="513588" y="409956"/>
                </a:lnTo>
                <a:lnTo>
                  <a:pt x="541020" y="391668"/>
                </a:lnTo>
                <a:lnTo>
                  <a:pt x="539889" y="372541"/>
                </a:lnTo>
                <a:lnTo>
                  <a:pt x="538924" y="354139"/>
                </a:lnTo>
                <a:lnTo>
                  <a:pt x="538226" y="336588"/>
                </a:lnTo>
                <a:lnTo>
                  <a:pt x="537972" y="320040"/>
                </a:lnTo>
                <a:lnTo>
                  <a:pt x="537972" y="138684"/>
                </a:lnTo>
                <a:lnTo>
                  <a:pt x="537972" y="134112"/>
                </a:lnTo>
                <a:lnTo>
                  <a:pt x="556260" y="121920"/>
                </a:lnTo>
                <a:lnTo>
                  <a:pt x="530352" y="108204"/>
                </a:lnTo>
                <a:lnTo>
                  <a:pt x="535774" y="96774"/>
                </a:lnTo>
                <a:lnTo>
                  <a:pt x="542925" y="80772"/>
                </a:lnTo>
                <a:lnTo>
                  <a:pt x="551776" y="60198"/>
                </a:lnTo>
                <a:lnTo>
                  <a:pt x="562356" y="35052"/>
                </a:lnTo>
                <a:lnTo>
                  <a:pt x="580644" y="24384"/>
                </a:lnTo>
                <a:close/>
              </a:path>
              <a:path w="832484" h="411479">
                <a:moveTo>
                  <a:pt x="806196" y="44196"/>
                </a:moveTo>
                <a:lnTo>
                  <a:pt x="802487" y="41148"/>
                </a:lnTo>
                <a:lnTo>
                  <a:pt x="780288" y="22860"/>
                </a:lnTo>
                <a:lnTo>
                  <a:pt x="769620" y="38862"/>
                </a:lnTo>
                <a:lnTo>
                  <a:pt x="769620" y="50292"/>
                </a:lnTo>
                <a:lnTo>
                  <a:pt x="769620" y="146304"/>
                </a:lnTo>
                <a:lnTo>
                  <a:pt x="649224" y="146304"/>
                </a:lnTo>
                <a:lnTo>
                  <a:pt x="649224" y="50292"/>
                </a:lnTo>
                <a:lnTo>
                  <a:pt x="769620" y="50292"/>
                </a:lnTo>
                <a:lnTo>
                  <a:pt x="769620" y="38862"/>
                </a:lnTo>
                <a:lnTo>
                  <a:pt x="768096" y="41148"/>
                </a:lnTo>
                <a:lnTo>
                  <a:pt x="649224" y="41148"/>
                </a:lnTo>
                <a:lnTo>
                  <a:pt x="624840" y="24384"/>
                </a:lnTo>
                <a:lnTo>
                  <a:pt x="625919" y="44196"/>
                </a:lnTo>
                <a:lnTo>
                  <a:pt x="626935" y="64579"/>
                </a:lnTo>
                <a:lnTo>
                  <a:pt x="627621" y="84175"/>
                </a:lnTo>
                <a:lnTo>
                  <a:pt x="627888" y="103632"/>
                </a:lnTo>
                <a:lnTo>
                  <a:pt x="627621" y="123317"/>
                </a:lnTo>
                <a:lnTo>
                  <a:pt x="626935" y="143446"/>
                </a:lnTo>
                <a:lnTo>
                  <a:pt x="625957" y="163842"/>
                </a:lnTo>
                <a:lnTo>
                  <a:pt x="624840" y="184404"/>
                </a:lnTo>
                <a:lnTo>
                  <a:pt x="649224" y="176784"/>
                </a:lnTo>
                <a:lnTo>
                  <a:pt x="649224" y="156972"/>
                </a:lnTo>
                <a:lnTo>
                  <a:pt x="769620" y="156972"/>
                </a:lnTo>
                <a:lnTo>
                  <a:pt x="769620" y="181356"/>
                </a:lnTo>
                <a:lnTo>
                  <a:pt x="794004" y="172212"/>
                </a:lnTo>
                <a:lnTo>
                  <a:pt x="793115" y="161061"/>
                </a:lnTo>
                <a:lnTo>
                  <a:pt x="792975" y="156972"/>
                </a:lnTo>
                <a:lnTo>
                  <a:pt x="792670" y="148209"/>
                </a:lnTo>
                <a:lnTo>
                  <a:pt x="792645" y="146304"/>
                </a:lnTo>
                <a:lnTo>
                  <a:pt x="792492" y="133629"/>
                </a:lnTo>
                <a:lnTo>
                  <a:pt x="792480" y="56388"/>
                </a:lnTo>
                <a:lnTo>
                  <a:pt x="799338" y="50292"/>
                </a:lnTo>
                <a:lnTo>
                  <a:pt x="806196" y="44196"/>
                </a:lnTo>
                <a:close/>
              </a:path>
              <a:path w="832484" h="411479">
                <a:moveTo>
                  <a:pt x="832104" y="230124"/>
                </a:moveTo>
                <a:lnTo>
                  <a:pt x="828243" y="227076"/>
                </a:lnTo>
                <a:lnTo>
                  <a:pt x="803148" y="207264"/>
                </a:lnTo>
                <a:lnTo>
                  <a:pt x="794004" y="222123"/>
                </a:lnTo>
                <a:lnTo>
                  <a:pt x="794004" y="237744"/>
                </a:lnTo>
                <a:lnTo>
                  <a:pt x="794004" y="344424"/>
                </a:lnTo>
                <a:lnTo>
                  <a:pt x="623316" y="344424"/>
                </a:lnTo>
                <a:lnTo>
                  <a:pt x="623316" y="237744"/>
                </a:lnTo>
                <a:lnTo>
                  <a:pt x="794004" y="237744"/>
                </a:lnTo>
                <a:lnTo>
                  <a:pt x="794004" y="222123"/>
                </a:lnTo>
                <a:lnTo>
                  <a:pt x="790956" y="227076"/>
                </a:lnTo>
                <a:lnTo>
                  <a:pt x="623316" y="227076"/>
                </a:lnTo>
                <a:lnTo>
                  <a:pt x="597408" y="208788"/>
                </a:lnTo>
                <a:lnTo>
                  <a:pt x="598284" y="223901"/>
                </a:lnTo>
                <a:lnTo>
                  <a:pt x="598741" y="237172"/>
                </a:lnTo>
                <a:lnTo>
                  <a:pt x="598817" y="242316"/>
                </a:lnTo>
                <a:lnTo>
                  <a:pt x="598741" y="374713"/>
                </a:lnTo>
                <a:lnTo>
                  <a:pt x="598284" y="387451"/>
                </a:lnTo>
                <a:lnTo>
                  <a:pt x="597408" y="402336"/>
                </a:lnTo>
                <a:lnTo>
                  <a:pt x="623316" y="390144"/>
                </a:lnTo>
                <a:lnTo>
                  <a:pt x="623316" y="355092"/>
                </a:lnTo>
                <a:lnTo>
                  <a:pt x="794004" y="355092"/>
                </a:lnTo>
                <a:lnTo>
                  <a:pt x="794004" y="394716"/>
                </a:lnTo>
                <a:lnTo>
                  <a:pt x="819912" y="385572"/>
                </a:lnTo>
                <a:lnTo>
                  <a:pt x="819670" y="366445"/>
                </a:lnTo>
                <a:lnTo>
                  <a:pt x="819340" y="355092"/>
                </a:lnTo>
                <a:lnTo>
                  <a:pt x="819023" y="344424"/>
                </a:lnTo>
                <a:lnTo>
                  <a:pt x="818616" y="330492"/>
                </a:lnTo>
                <a:lnTo>
                  <a:pt x="818388" y="313944"/>
                </a:lnTo>
                <a:lnTo>
                  <a:pt x="818388" y="242316"/>
                </a:lnTo>
                <a:lnTo>
                  <a:pt x="823531" y="237744"/>
                </a:lnTo>
                <a:lnTo>
                  <a:pt x="832104" y="23012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pic>
        <p:nvPicPr>
          <p:cNvPr id="79" name="object 79"/>
          <p:cNvPicPr/>
          <p:nvPr/>
        </p:nvPicPr>
        <p:blipFill>
          <a:blip r:embed="rId12" cstate="print"/>
          <a:stretch>
            <a:fillRect/>
          </a:stretch>
        </p:blipFill>
        <p:spPr>
          <a:xfrm>
            <a:off x="8201835" y="6274307"/>
            <a:ext cx="96345" cy="96012"/>
          </a:xfrm>
          <a:prstGeom prst="rect">
            <a:avLst/>
          </a:prstGeom>
        </p:spPr>
      </p:pic>
    </p:spTree>
  </p:cSld>
  <p:clrMapOvr>
    <a:masterClrMapping/>
  </p:clrMapOvr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9572244" y="7229856"/>
            <a:ext cx="181610" cy="146685"/>
            <a:chOff x="9572244" y="7229856"/>
            <a:chExt cx="181610" cy="146685"/>
          </a:xfrm>
        </p:grpSpPr>
        <p:pic>
          <p:nvPicPr>
            <p:cNvPr id="3" name="object 3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9572244" y="7231380"/>
              <a:ext cx="70103" cy="141732"/>
            </a:xfrm>
            <a:prstGeom prst="rect">
              <a:avLst/>
            </a:prstGeom>
          </p:spPr>
        </p:pic>
        <p:pic>
          <p:nvPicPr>
            <p:cNvPr id="4" name="object 4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9668256" y="7229856"/>
              <a:ext cx="85344" cy="146304"/>
            </a:xfrm>
            <a:prstGeom prst="rect">
              <a:avLst/>
            </a:prstGeom>
          </p:spPr>
        </p:pic>
      </p:grpSp>
      <p:sp>
        <p:nvSpPr>
          <p:cNvPr id="5" name="object 5"/>
          <p:cNvSpPr/>
          <p:nvPr/>
        </p:nvSpPr>
        <p:spPr>
          <a:xfrm>
            <a:off x="1760219" y="1328927"/>
            <a:ext cx="218440" cy="447040"/>
          </a:xfrm>
          <a:custGeom>
            <a:avLst/>
            <a:gdLst/>
            <a:ahLst/>
            <a:cxnLst/>
            <a:rect l="l" t="t" r="r" b="b"/>
            <a:pathLst>
              <a:path w="218439" h="447039">
                <a:moveTo>
                  <a:pt x="217931" y="446532"/>
                </a:moveTo>
                <a:lnTo>
                  <a:pt x="0" y="446532"/>
                </a:lnTo>
                <a:lnTo>
                  <a:pt x="0" y="400812"/>
                </a:lnTo>
                <a:lnTo>
                  <a:pt x="80771" y="400812"/>
                </a:lnTo>
                <a:lnTo>
                  <a:pt x="80771" y="102108"/>
                </a:lnTo>
                <a:lnTo>
                  <a:pt x="0" y="102108"/>
                </a:lnTo>
                <a:lnTo>
                  <a:pt x="0" y="62484"/>
                </a:lnTo>
                <a:lnTo>
                  <a:pt x="21407" y="61626"/>
                </a:lnTo>
                <a:lnTo>
                  <a:pt x="39814" y="59055"/>
                </a:lnTo>
                <a:lnTo>
                  <a:pt x="77081" y="41362"/>
                </a:lnTo>
                <a:lnTo>
                  <a:pt x="91439" y="0"/>
                </a:lnTo>
                <a:lnTo>
                  <a:pt x="138683" y="0"/>
                </a:lnTo>
                <a:lnTo>
                  <a:pt x="138683" y="400812"/>
                </a:lnTo>
                <a:lnTo>
                  <a:pt x="217931" y="400812"/>
                </a:lnTo>
                <a:lnTo>
                  <a:pt x="217931" y="446532"/>
                </a:lnTo>
                <a:close/>
              </a:path>
            </a:pathLst>
          </a:custGeom>
          <a:solidFill>
            <a:srgbClr val="3333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" name="object 6"/>
          <p:cNvSpPr/>
          <p:nvPr/>
        </p:nvSpPr>
        <p:spPr>
          <a:xfrm>
            <a:off x="2084832" y="1690116"/>
            <a:ext cx="71755" cy="85725"/>
          </a:xfrm>
          <a:custGeom>
            <a:avLst/>
            <a:gdLst/>
            <a:ahLst/>
            <a:cxnLst/>
            <a:rect l="l" t="t" r="r" b="b"/>
            <a:pathLst>
              <a:path w="71755" h="85725">
                <a:moveTo>
                  <a:pt x="71627" y="85343"/>
                </a:moveTo>
                <a:lnTo>
                  <a:pt x="0" y="85343"/>
                </a:lnTo>
                <a:lnTo>
                  <a:pt x="0" y="0"/>
                </a:lnTo>
                <a:lnTo>
                  <a:pt x="71627" y="0"/>
                </a:lnTo>
                <a:lnTo>
                  <a:pt x="71627" y="85343"/>
                </a:lnTo>
                <a:close/>
              </a:path>
            </a:pathLst>
          </a:custGeom>
          <a:solidFill>
            <a:srgbClr val="3333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" name="object 7"/>
          <p:cNvSpPr/>
          <p:nvPr/>
        </p:nvSpPr>
        <p:spPr>
          <a:xfrm>
            <a:off x="2279903" y="1328927"/>
            <a:ext cx="218440" cy="447040"/>
          </a:xfrm>
          <a:custGeom>
            <a:avLst/>
            <a:gdLst/>
            <a:ahLst/>
            <a:cxnLst/>
            <a:rect l="l" t="t" r="r" b="b"/>
            <a:pathLst>
              <a:path w="218439" h="447039">
                <a:moveTo>
                  <a:pt x="217931" y="446532"/>
                </a:moveTo>
                <a:lnTo>
                  <a:pt x="0" y="446532"/>
                </a:lnTo>
                <a:lnTo>
                  <a:pt x="0" y="400812"/>
                </a:lnTo>
                <a:lnTo>
                  <a:pt x="80771" y="400812"/>
                </a:lnTo>
                <a:lnTo>
                  <a:pt x="80771" y="102108"/>
                </a:lnTo>
                <a:lnTo>
                  <a:pt x="0" y="102108"/>
                </a:lnTo>
                <a:lnTo>
                  <a:pt x="0" y="62484"/>
                </a:lnTo>
                <a:lnTo>
                  <a:pt x="21431" y="61626"/>
                </a:lnTo>
                <a:lnTo>
                  <a:pt x="40004" y="59055"/>
                </a:lnTo>
                <a:lnTo>
                  <a:pt x="77962" y="41362"/>
                </a:lnTo>
                <a:lnTo>
                  <a:pt x="92963" y="0"/>
                </a:lnTo>
                <a:lnTo>
                  <a:pt x="138683" y="0"/>
                </a:lnTo>
                <a:lnTo>
                  <a:pt x="138683" y="400812"/>
                </a:lnTo>
                <a:lnTo>
                  <a:pt x="217931" y="400812"/>
                </a:lnTo>
                <a:lnTo>
                  <a:pt x="217931" y="446532"/>
                </a:lnTo>
                <a:close/>
              </a:path>
            </a:pathLst>
          </a:custGeom>
          <a:solidFill>
            <a:srgbClr val="3333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2833116" y="1280160"/>
            <a:ext cx="448309" cy="548640"/>
          </a:xfrm>
          <a:custGeom>
            <a:avLst/>
            <a:gdLst/>
            <a:ahLst/>
            <a:cxnLst/>
            <a:rect l="l" t="t" r="r" b="b"/>
            <a:pathLst>
              <a:path w="448310" h="548639">
                <a:moveTo>
                  <a:pt x="103632" y="117348"/>
                </a:moveTo>
                <a:lnTo>
                  <a:pt x="94488" y="117348"/>
                </a:lnTo>
                <a:lnTo>
                  <a:pt x="89916" y="109728"/>
                </a:lnTo>
                <a:lnTo>
                  <a:pt x="86868" y="96012"/>
                </a:lnTo>
                <a:lnTo>
                  <a:pt x="79462" y="76581"/>
                </a:lnTo>
                <a:lnTo>
                  <a:pt x="68770" y="54864"/>
                </a:lnTo>
                <a:lnTo>
                  <a:pt x="54935" y="30861"/>
                </a:lnTo>
                <a:lnTo>
                  <a:pt x="38100" y="4572"/>
                </a:lnTo>
                <a:lnTo>
                  <a:pt x="45720" y="0"/>
                </a:lnTo>
                <a:lnTo>
                  <a:pt x="85725" y="24384"/>
                </a:lnTo>
                <a:lnTo>
                  <a:pt x="116609" y="53030"/>
                </a:lnTo>
                <a:lnTo>
                  <a:pt x="124968" y="74676"/>
                </a:lnTo>
                <a:lnTo>
                  <a:pt x="124390" y="80700"/>
                </a:lnTo>
                <a:lnTo>
                  <a:pt x="122682" y="87249"/>
                </a:lnTo>
                <a:lnTo>
                  <a:pt x="119824" y="94392"/>
                </a:lnTo>
                <a:lnTo>
                  <a:pt x="115824" y="102108"/>
                </a:lnTo>
                <a:lnTo>
                  <a:pt x="109728" y="112776"/>
                </a:lnTo>
                <a:lnTo>
                  <a:pt x="103632" y="117348"/>
                </a:lnTo>
                <a:close/>
              </a:path>
              <a:path w="448310" h="548639">
                <a:moveTo>
                  <a:pt x="201168" y="83820"/>
                </a:moveTo>
                <a:lnTo>
                  <a:pt x="179831" y="62484"/>
                </a:lnTo>
                <a:lnTo>
                  <a:pt x="388620" y="62484"/>
                </a:lnTo>
                <a:lnTo>
                  <a:pt x="406908" y="33528"/>
                </a:lnTo>
                <a:lnTo>
                  <a:pt x="448056" y="67056"/>
                </a:lnTo>
                <a:lnTo>
                  <a:pt x="438208" y="76200"/>
                </a:lnTo>
                <a:lnTo>
                  <a:pt x="259080" y="76200"/>
                </a:lnTo>
                <a:lnTo>
                  <a:pt x="243601" y="76747"/>
                </a:lnTo>
                <a:lnTo>
                  <a:pt x="228981" y="78295"/>
                </a:lnTo>
                <a:lnTo>
                  <a:pt x="214931" y="80700"/>
                </a:lnTo>
                <a:lnTo>
                  <a:pt x="201168" y="83820"/>
                </a:lnTo>
                <a:close/>
              </a:path>
              <a:path w="448310" h="548639">
                <a:moveTo>
                  <a:pt x="425464" y="486156"/>
                </a:moveTo>
                <a:lnTo>
                  <a:pt x="364236" y="486156"/>
                </a:lnTo>
                <a:lnTo>
                  <a:pt x="375356" y="485846"/>
                </a:lnTo>
                <a:lnTo>
                  <a:pt x="383476" y="482536"/>
                </a:lnTo>
                <a:lnTo>
                  <a:pt x="388453" y="476083"/>
                </a:lnTo>
                <a:lnTo>
                  <a:pt x="390144" y="466344"/>
                </a:lnTo>
                <a:lnTo>
                  <a:pt x="390144" y="76200"/>
                </a:lnTo>
                <a:lnTo>
                  <a:pt x="438208" y="76200"/>
                </a:lnTo>
                <a:lnTo>
                  <a:pt x="426720" y="86868"/>
                </a:lnTo>
                <a:lnTo>
                  <a:pt x="426720" y="473964"/>
                </a:lnTo>
                <a:lnTo>
                  <a:pt x="425464" y="486156"/>
                </a:lnTo>
                <a:close/>
              </a:path>
              <a:path w="448310" h="548639">
                <a:moveTo>
                  <a:pt x="0" y="548640"/>
                </a:moveTo>
                <a:lnTo>
                  <a:pt x="1039" y="498276"/>
                </a:lnTo>
                <a:lnTo>
                  <a:pt x="1731" y="459955"/>
                </a:lnTo>
                <a:lnTo>
                  <a:pt x="2414" y="411041"/>
                </a:lnTo>
                <a:lnTo>
                  <a:pt x="2822" y="365379"/>
                </a:lnTo>
                <a:lnTo>
                  <a:pt x="3011" y="295656"/>
                </a:lnTo>
                <a:lnTo>
                  <a:pt x="2786" y="239077"/>
                </a:lnTo>
                <a:lnTo>
                  <a:pt x="2104" y="184404"/>
                </a:lnTo>
                <a:lnTo>
                  <a:pt x="1119" y="138493"/>
                </a:lnTo>
                <a:lnTo>
                  <a:pt x="0" y="103632"/>
                </a:lnTo>
                <a:lnTo>
                  <a:pt x="60960" y="137160"/>
                </a:lnTo>
                <a:lnTo>
                  <a:pt x="38100" y="150876"/>
                </a:lnTo>
                <a:lnTo>
                  <a:pt x="38100" y="531876"/>
                </a:lnTo>
                <a:lnTo>
                  <a:pt x="0" y="548640"/>
                </a:lnTo>
                <a:close/>
              </a:path>
              <a:path w="448310" h="548639">
                <a:moveTo>
                  <a:pt x="331670" y="208788"/>
                </a:moveTo>
                <a:lnTo>
                  <a:pt x="277368" y="208788"/>
                </a:lnTo>
                <a:lnTo>
                  <a:pt x="294131" y="181356"/>
                </a:lnTo>
                <a:lnTo>
                  <a:pt x="331670" y="208788"/>
                </a:lnTo>
                <a:close/>
              </a:path>
              <a:path w="448310" h="548639">
                <a:moveTo>
                  <a:pt x="112776" y="423671"/>
                </a:moveTo>
                <a:lnTo>
                  <a:pt x="113895" y="389096"/>
                </a:lnTo>
                <a:lnTo>
                  <a:pt x="114871" y="356235"/>
                </a:lnTo>
                <a:lnTo>
                  <a:pt x="115562" y="325088"/>
                </a:lnTo>
                <a:lnTo>
                  <a:pt x="115824" y="295656"/>
                </a:lnTo>
                <a:lnTo>
                  <a:pt x="115562" y="267985"/>
                </a:lnTo>
                <a:lnTo>
                  <a:pt x="114838" y="239077"/>
                </a:lnTo>
                <a:lnTo>
                  <a:pt x="113762" y="208788"/>
                </a:lnTo>
                <a:lnTo>
                  <a:pt x="112776" y="184404"/>
                </a:lnTo>
                <a:lnTo>
                  <a:pt x="149352" y="208788"/>
                </a:lnTo>
                <a:lnTo>
                  <a:pt x="331670" y="208788"/>
                </a:lnTo>
                <a:lnTo>
                  <a:pt x="333756" y="210312"/>
                </a:lnTo>
                <a:lnTo>
                  <a:pt x="319347" y="222504"/>
                </a:lnTo>
                <a:lnTo>
                  <a:pt x="149352" y="222504"/>
                </a:lnTo>
                <a:lnTo>
                  <a:pt x="149352" y="364236"/>
                </a:lnTo>
                <a:lnTo>
                  <a:pt x="314298" y="364236"/>
                </a:lnTo>
                <a:lnTo>
                  <a:pt x="314324" y="365379"/>
                </a:lnTo>
                <a:lnTo>
                  <a:pt x="315025" y="377952"/>
                </a:lnTo>
                <a:lnTo>
                  <a:pt x="149352" y="377952"/>
                </a:lnTo>
                <a:lnTo>
                  <a:pt x="149352" y="409956"/>
                </a:lnTo>
                <a:lnTo>
                  <a:pt x="112776" y="423671"/>
                </a:lnTo>
                <a:close/>
              </a:path>
              <a:path w="448310" h="548639">
                <a:moveTo>
                  <a:pt x="314298" y="364236"/>
                </a:moveTo>
                <a:lnTo>
                  <a:pt x="280416" y="364236"/>
                </a:lnTo>
                <a:lnTo>
                  <a:pt x="280416" y="222504"/>
                </a:lnTo>
                <a:lnTo>
                  <a:pt x="319347" y="222504"/>
                </a:lnTo>
                <a:lnTo>
                  <a:pt x="313943" y="227076"/>
                </a:lnTo>
                <a:lnTo>
                  <a:pt x="313991" y="350853"/>
                </a:lnTo>
                <a:lnTo>
                  <a:pt x="314298" y="364236"/>
                </a:lnTo>
                <a:close/>
              </a:path>
              <a:path w="448310" h="548639">
                <a:moveTo>
                  <a:pt x="280416" y="414528"/>
                </a:moveTo>
                <a:lnTo>
                  <a:pt x="280416" y="377952"/>
                </a:lnTo>
                <a:lnTo>
                  <a:pt x="315025" y="377952"/>
                </a:lnTo>
                <a:lnTo>
                  <a:pt x="315229" y="381619"/>
                </a:lnTo>
                <a:lnTo>
                  <a:pt x="316991" y="399288"/>
                </a:lnTo>
                <a:lnTo>
                  <a:pt x="280416" y="414528"/>
                </a:lnTo>
                <a:close/>
              </a:path>
              <a:path w="448310" h="548639">
                <a:moveTo>
                  <a:pt x="367284" y="548640"/>
                </a:moveTo>
                <a:lnTo>
                  <a:pt x="362140" y="528613"/>
                </a:lnTo>
                <a:lnTo>
                  <a:pt x="346710" y="511873"/>
                </a:lnTo>
                <a:lnTo>
                  <a:pt x="320992" y="498276"/>
                </a:lnTo>
                <a:lnTo>
                  <a:pt x="284988" y="487680"/>
                </a:lnTo>
                <a:lnTo>
                  <a:pt x="284988" y="478536"/>
                </a:lnTo>
                <a:lnTo>
                  <a:pt x="364236" y="486156"/>
                </a:lnTo>
                <a:lnTo>
                  <a:pt x="425464" y="486156"/>
                </a:lnTo>
                <a:lnTo>
                  <a:pt x="423862" y="501705"/>
                </a:lnTo>
                <a:lnTo>
                  <a:pt x="413004" y="523303"/>
                </a:lnTo>
                <a:lnTo>
                  <a:pt x="394144" y="538900"/>
                </a:lnTo>
                <a:lnTo>
                  <a:pt x="367284" y="548640"/>
                </a:lnTo>
                <a:close/>
              </a:path>
            </a:pathLst>
          </a:custGeom>
          <a:solidFill>
            <a:srgbClr val="3333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3377184" y="1289303"/>
            <a:ext cx="558165" cy="541020"/>
          </a:xfrm>
          <a:custGeom>
            <a:avLst/>
            <a:gdLst/>
            <a:ahLst/>
            <a:cxnLst/>
            <a:rect l="l" t="t" r="r" b="b"/>
            <a:pathLst>
              <a:path w="558164" h="541019">
                <a:moveTo>
                  <a:pt x="298704" y="50292"/>
                </a:moveTo>
                <a:lnTo>
                  <a:pt x="277368" y="28956"/>
                </a:lnTo>
                <a:lnTo>
                  <a:pt x="484632" y="28956"/>
                </a:lnTo>
                <a:lnTo>
                  <a:pt x="513588" y="0"/>
                </a:lnTo>
                <a:lnTo>
                  <a:pt x="551688" y="44196"/>
                </a:lnTo>
                <a:lnTo>
                  <a:pt x="356616" y="44196"/>
                </a:lnTo>
                <a:lnTo>
                  <a:pt x="341137" y="44505"/>
                </a:lnTo>
                <a:lnTo>
                  <a:pt x="326517" y="45529"/>
                </a:lnTo>
                <a:lnTo>
                  <a:pt x="312467" y="47410"/>
                </a:lnTo>
                <a:lnTo>
                  <a:pt x="298704" y="50292"/>
                </a:lnTo>
                <a:close/>
              </a:path>
              <a:path w="558164" h="541019">
                <a:moveTo>
                  <a:pt x="259400" y="27432"/>
                </a:moveTo>
                <a:lnTo>
                  <a:pt x="211836" y="27432"/>
                </a:lnTo>
                <a:lnTo>
                  <a:pt x="228600" y="3048"/>
                </a:lnTo>
                <a:lnTo>
                  <a:pt x="259400" y="27432"/>
                </a:lnTo>
                <a:close/>
              </a:path>
              <a:path w="558164" h="541019">
                <a:moveTo>
                  <a:pt x="71628" y="233172"/>
                </a:moveTo>
                <a:lnTo>
                  <a:pt x="72509" y="205430"/>
                </a:lnTo>
                <a:lnTo>
                  <a:pt x="72961" y="176974"/>
                </a:lnTo>
                <a:lnTo>
                  <a:pt x="73066" y="77914"/>
                </a:lnTo>
                <a:lnTo>
                  <a:pt x="72964" y="60698"/>
                </a:lnTo>
                <a:lnTo>
                  <a:pt x="72509" y="33337"/>
                </a:lnTo>
                <a:lnTo>
                  <a:pt x="71628" y="7620"/>
                </a:lnTo>
                <a:lnTo>
                  <a:pt x="105156" y="27432"/>
                </a:lnTo>
                <a:lnTo>
                  <a:pt x="259400" y="27432"/>
                </a:lnTo>
                <a:lnTo>
                  <a:pt x="265175" y="32004"/>
                </a:lnTo>
                <a:lnTo>
                  <a:pt x="254000" y="41148"/>
                </a:lnTo>
                <a:lnTo>
                  <a:pt x="105156" y="41148"/>
                </a:lnTo>
                <a:lnTo>
                  <a:pt x="105156" y="111252"/>
                </a:lnTo>
                <a:lnTo>
                  <a:pt x="248564" y="111252"/>
                </a:lnTo>
                <a:lnTo>
                  <a:pt x="248666" y="124968"/>
                </a:lnTo>
                <a:lnTo>
                  <a:pt x="105156" y="124968"/>
                </a:lnTo>
                <a:lnTo>
                  <a:pt x="105156" y="192024"/>
                </a:lnTo>
                <a:lnTo>
                  <a:pt x="250360" y="192024"/>
                </a:lnTo>
                <a:lnTo>
                  <a:pt x="251121" y="205740"/>
                </a:lnTo>
                <a:lnTo>
                  <a:pt x="105156" y="205740"/>
                </a:lnTo>
                <a:lnTo>
                  <a:pt x="105156" y="220979"/>
                </a:lnTo>
                <a:lnTo>
                  <a:pt x="71628" y="233172"/>
                </a:lnTo>
                <a:close/>
              </a:path>
              <a:path w="558164" h="541019">
                <a:moveTo>
                  <a:pt x="248564" y="111252"/>
                </a:moveTo>
                <a:lnTo>
                  <a:pt x="217932" y="111252"/>
                </a:lnTo>
                <a:lnTo>
                  <a:pt x="217932" y="41148"/>
                </a:lnTo>
                <a:lnTo>
                  <a:pt x="254000" y="41148"/>
                </a:lnTo>
                <a:lnTo>
                  <a:pt x="248412" y="45720"/>
                </a:lnTo>
                <a:lnTo>
                  <a:pt x="248459" y="97178"/>
                </a:lnTo>
                <a:lnTo>
                  <a:pt x="248564" y="111252"/>
                </a:lnTo>
                <a:close/>
              </a:path>
              <a:path w="558164" h="541019">
                <a:moveTo>
                  <a:pt x="384048" y="112776"/>
                </a:moveTo>
                <a:lnTo>
                  <a:pt x="373380" y="112776"/>
                </a:lnTo>
                <a:lnTo>
                  <a:pt x="377404" y="95416"/>
                </a:lnTo>
                <a:lnTo>
                  <a:pt x="380428" y="77914"/>
                </a:lnTo>
                <a:lnTo>
                  <a:pt x="382595" y="60698"/>
                </a:lnTo>
                <a:lnTo>
                  <a:pt x="384048" y="44196"/>
                </a:lnTo>
                <a:lnTo>
                  <a:pt x="425195" y="44196"/>
                </a:lnTo>
                <a:lnTo>
                  <a:pt x="419195" y="53625"/>
                </a:lnTo>
                <a:lnTo>
                  <a:pt x="410337" y="68199"/>
                </a:lnTo>
                <a:lnTo>
                  <a:pt x="398621" y="87915"/>
                </a:lnTo>
                <a:lnTo>
                  <a:pt x="384048" y="112776"/>
                </a:lnTo>
                <a:close/>
              </a:path>
              <a:path w="558164" h="541019">
                <a:moveTo>
                  <a:pt x="522373" y="112776"/>
                </a:moveTo>
                <a:lnTo>
                  <a:pt x="475488" y="112776"/>
                </a:lnTo>
                <a:lnTo>
                  <a:pt x="492252" y="91440"/>
                </a:lnTo>
                <a:lnTo>
                  <a:pt x="522373" y="112776"/>
                </a:lnTo>
                <a:close/>
              </a:path>
              <a:path w="558164" h="541019">
                <a:moveTo>
                  <a:pt x="307848" y="345948"/>
                </a:moveTo>
                <a:lnTo>
                  <a:pt x="309943" y="289941"/>
                </a:lnTo>
                <a:lnTo>
                  <a:pt x="310714" y="246888"/>
                </a:lnTo>
                <a:lnTo>
                  <a:pt x="310817" y="211836"/>
                </a:lnTo>
                <a:lnTo>
                  <a:pt x="310634" y="187071"/>
                </a:lnTo>
                <a:lnTo>
                  <a:pt x="309943" y="153924"/>
                </a:lnTo>
                <a:lnTo>
                  <a:pt x="308967" y="123063"/>
                </a:lnTo>
                <a:lnTo>
                  <a:pt x="307848" y="94488"/>
                </a:lnTo>
                <a:lnTo>
                  <a:pt x="341376" y="112776"/>
                </a:lnTo>
                <a:lnTo>
                  <a:pt x="522373" y="112776"/>
                </a:lnTo>
                <a:lnTo>
                  <a:pt x="528828" y="117348"/>
                </a:lnTo>
                <a:lnTo>
                  <a:pt x="517093" y="128016"/>
                </a:lnTo>
                <a:lnTo>
                  <a:pt x="341376" y="128016"/>
                </a:lnTo>
                <a:lnTo>
                  <a:pt x="341376" y="326136"/>
                </a:lnTo>
                <a:lnTo>
                  <a:pt x="307848" y="345948"/>
                </a:lnTo>
                <a:close/>
              </a:path>
              <a:path w="558164" h="541019">
                <a:moveTo>
                  <a:pt x="250360" y="192024"/>
                </a:moveTo>
                <a:lnTo>
                  <a:pt x="217932" y="192024"/>
                </a:lnTo>
                <a:lnTo>
                  <a:pt x="217932" y="124968"/>
                </a:lnTo>
                <a:lnTo>
                  <a:pt x="248666" y="124968"/>
                </a:lnTo>
                <a:lnTo>
                  <a:pt x="248793" y="141922"/>
                </a:lnTo>
                <a:lnTo>
                  <a:pt x="249697" y="180093"/>
                </a:lnTo>
                <a:lnTo>
                  <a:pt x="250360" y="192024"/>
                </a:lnTo>
                <a:close/>
              </a:path>
              <a:path w="558164" h="541019">
                <a:moveTo>
                  <a:pt x="480060" y="338328"/>
                </a:moveTo>
                <a:lnTo>
                  <a:pt x="480060" y="128016"/>
                </a:lnTo>
                <a:lnTo>
                  <a:pt x="517093" y="128016"/>
                </a:lnTo>
                <a:lnTo>
                  <a:pt x="512064" y="132588"/>
                </a:lnTo>
                <a:lnTo>
                  <a:pt x="512119" y="261651"/>
                </a:lnTo>
                <a:lnTo>
                  <a:pt x="512236" y="273343"/>
                </a:lnTo>
                <a:lnTo>
                  <a:pt x="512706" y="296179"/>
                </a:lnTo>
                <a:lnTo>
                  <a:pt x="513588" y="321564"/>
                </a:lnTo>
                <a:lnTo>
                  <a:pt x="480060" y="338328"/>
                </a:lnTo>
                <a:close/>
              </a:path>
              <a:path w="558164" h="541019">
                <a:moveTo>
                  <a:pt x="262128" y="477011"/>
                </a:moveTo>
                <a:lnTo>
                  <a:pt x="257556" y="469392"/>
                </a:lnTo>
                <a:lnTo>
                  <a:pt x="291036" y="449937"/>
                </a:lnTo>
                <a:lnTo>
                  <a:pt x="318516" y="430339"/>
                </a:lnTo>
                <a:lnTo>
                  <a:pt x="356616" y="390144"/>
                </a:lnTo>
                <a:lnTo>
                  <a:pt x="378333" y="345757"/>
                </a:lnTo>
                <a:lnTo>
                  <a:pt x="388595" y="291274"/>
                </a:lnTo>
                <a:lnTo>
                  <a:pt x="390455" y="233172"/>
                </a:lnTo>
                <a:lnTo>
                  <a:pt x="390662" y="192024"/>
                </a:lnTo>
                <a:lnTo>
                  <a:pt x="390144" y="163068"/>
                </a:lnTo>
                <a:lnTo>
                  <a:pt x="441960" y="188976"/>
                </a:lnTo>
                <a:lnTo>
                  <a:pt x="423672" y="205740"/>
                </a:lnTo>
                <a:lnTo>
                  <a:pt x="422838" y="252293"/>
                </a:lnTo>
                <a:lnTo>
                  <a:pt x="420433" y="291274"/>
                </a:lnTo>
                <a:lnTo>
                  <a:pt x="411480" y="345948"/>
                </a:lnTo>
                <a:lnTo>
                  <a:pt x="393573" y="384238"/>
                </a:lnTo>
                <a:lnTo>
                  <a:pt x="364236" y="419100"/>
                </a:lnTo>
                <a:lnTo>
                  <a:pt x="321754" y="450342"/>
                </a:lnTo>
                <a:lnTo>
                  <a:pt x="294155" y="464105"/>
                </a:lnTo>
                <a:lnTo>
                  <a:pt x="262128" y="477011"/>
                </a:lnTo>
                <a:close/>
              </a:path>
              <a:path w="558164" h="541019">
                <a:moveTo>
                  <a:pt x="217932" y="228600"/>
                </a:moveTo>
                <a:lnTo>
                  <a:pt x="217932" y="205740"/>
                </a:lnTo>
                <a:lnTo>
                  <a:pt x="251121" y="205740"/>
                </a:lnTo>
                <a:lnTo>
                  <a:pt x="251460" y="211836"/>
                </a:lnTo>
                <a:lnTo>
                  <a:pt x="217932" y="228600"/>
                </a:lnTo>
                <a:close/>
              </a:path>
              <a:path w="558164" h="541019">
                <a:moveTo>
                  <a:pt x="39624" y="280416"/>
                </a:moveTo>
                <a:lnTo>
                  <a:pt x="18288" y="259079"/>
                </a:lnTo>
                <a:lnTo>
                  <a:pt x="228600" y="259079"/>
                </a:lnTo>
                <a:lnTo>
                  <a:pt x="257556" y="230124"/>
                </a:lnTo>
                <a:lnTo>
                  <a:pt x="295656" y="272796"/>
                </a:lnTo>
                <a:lnTo>
                  <a:pt x="97536" y="272796"/>
                </a:lnTo>
                <a:lnTo>
                  <a:pt x="82700" y="273343"/>
                </a:lnTo>
                <a:lnTo>
                  <a:pt x="68008" y="274891"/>
                </a:lnTo>
                <a:lnTo>
                  <a:pt x="53601" y="277296"/>
                </a:lnTo>
                <a:lnTo>
                  <a:pt x="39624" y="280416"/>
                </a:lnTo>
                <a:close/>
              </a:path>
              <a:path w="558164" h="541019">
                <a:moveTo>
                  <a:pt x="178308" y="455676"/>
                </a:moveTo>
                <a:lnTo>
                  <a:pt x="147828" y="455676"/>
                </a:lnTo>
                <a:lnTo>
                  <a:pt x="147828" y="272796"/>
                </a:lnTo>
                <a:lnTo>
                  <a:pt x="178308" y="272796"/>
                </a:lnTo>
                <a:lnTo>
                  <a:pt x="178308" y="356616"/>
                </a:lnTo>
                <a:lnTo>
                  <a:pt x="273529" y="356616"/>
                </a:lnTo>
                <a:lnTo>
                  <a:pt x="286512" y="371856"/>
                </a:lnTo>
                <a:lnTo>
                  <a:pt x="178308" y="371856"/>
                </a:lnTo>
                <a:lnTo>
                  <a:pt x="178308" y="455676"/>
                </a:lnTo>
                <a:close/>
              </a:path>
              <a:path w="558164" h="541019">
                <a:moveTo>
                  <a:pt x="6096" y="541020"/>
                </a:moveTo>
                <a:lnTo>
                  <a:pt x="0" y="536448"/>
                </a:lnTo>
                <a:lnTo>
                  <a:pt x="13120" y="510159"/>
                </a:lnTo>
                <a:lnTo>
                  <a:pt x="24955" y="481584"/>
                </a:lnTo>
                <a:lnTo>
                  <a:pt x="44196" y="417576"/>
                </a:lnTo>
                <a:lnTo>
                  <a:pt x="56197" y="353949"/>
                </a:lnTo>
                <a:lnTo>
                  <a:pt x="62484" y="297179"/>
                </a:lnTo>
                <a:lnTo>
                  <a:pt x="109728" y="321564"/>
                </a:lnTo>
                <a:lnTo>
                  <a:pt x="100917" y="328707"/>
                </a:lnTo>
                <a:lnTo>
                  <a:pt x="92964" y="343281"/>
                </a:lnTo>
                <a:lnTo>
                  <a:pt x="86153" y="365283"/>
                </a:lnTo>
                <a:lnTo>
                  <a:pt x="80772" y="394716"/>
                </a:lnTo>
                <a:lnTo>
                  <a:pt x="93934" y="409956"/>
                </a:lnTo>
                <a:lnTo>
                  <a:pt x="76200" y="409956"/>
                </a:lnTo>
                <a:lnTo>
                  <a:pt x="60677" y="450723"/>
                </a:lnTo>
                <a:lnTo>
                  <a:pt x="44005" y="485775"/>
                </a:lnTo>
                <a:lnTo>
                  <a:pt x="25836" y="515826"/>
                </a:lnTo>
                <a:lnTo>
                  <a:pt x="6096" y="541020"/>
                </a:lnTo>
                <a:close/>
              </a:path>
              <a:path w="558164" h="541019">
                <a:moveTo>
                  <a:pt x="273529" y="356616"/>
                </a:moveTo>
                <a:lnTo>
                  <a:pt x="224028" y="356616"/>
                </a:lnTo>
                <a:lnTo>
                  <a:pt x="251460" y="330708"/>
                </a:lnTo>
                <a:lnTo>
                  <a:pt x="273529" y="356616"/>
                </a:lnTo>
                <a:close/>
              </a:path>
              <a:path w="558164" h="541019">
                <a:moveTo>
                  <a:pt x="522732" y="460248"/>
                </a:moveTo>
                <a:lnTo>
                  <a:pt x="518160" y="460248"/>
                </a:lnTo>
                <a:lnTo>
                  <a:pt x="515540" y="458795"/>
                </a:lnTo>
                <a:lnTo>
                  <a:pt x="512064" y="454342"/>
                </a:lnTo>
                <a:lnTo>
                  <a:pt x="507444" y="446746"/>
                </a:lnTo>
                <a:lnTo>
                  <a:pt x="501395" y="435864"/>
                </a:lnTo>
                <a:lnTo>
                  <a:pt x="489370" y="418457"/>
                </a:lnTo>
                <a:lnTo>
                  <a:pt x="471487" y="398335"/>
                </a:lnTo>
                <a:lnTo>
                  <a:pt x="447603" y="375642"/>
                </a:lnTo>
                <a:lnTo>
                  <a:pt x="417576" y="350520"/>
                </a:lnTo>
                <a:lnTo>
                  <a:pt x="423672" y="342900"/>
                </a:lnTo>
                <a:lnTo>
                  <a:pt x="464462" y="362664"/>
                </a:lnTo>
                <a:lnTo>
                  <a:pt x="515183" y="391334"/>
                </a:lnTo>
                <a:lnTo>
                  <a:pt x="533400" y="417576"/>
                </a:lnTo>
                <a:lnTo>
                  <a:pt x="533285" y="430339"/>
                </a:lnTo>
                <a:lnTo>
                  <a:pt x="531876" y="437387"/>
                </a:lnTo>
                <a:lnTo>
                  <a:pt x="525780" y="455676"/>
                </a:lnTo>
                <a:lnTo>
                  <a:pt x="522732" y="460248"/>
                </a:lnTo>
                <a:close/>
              </a:path>
              <a:path w="558164" h="541019">
                <a:moveTo>
                  <a:pt x="436351" y="524621"/>
                </a:moveTo>
                <a:lnTo>
                  <a:pt x="371977" y="523890"/>
                </a:lnTo>
                <a:lnTo>
                  <a:pt x="318942" y="522061"/>
                </a:lnTo>
                <a:lnTo>
                  <a:pt x="277246" y="519135"/>
                </a:lnTo>
                <a:lnTo>
                  <a:pt x="218384" y="508825"/>
                </a:lnTo>
                <a:lnTo>
                  <a:pt x="169949" y="492823"/>
                </a:lnTo>
                <a:lnTo>
                  <a:pt x="132564" y="470820"/>
                </a:lnTo>
                <a:lnTo>
                  <a:pt x="95369" y="434244"/>
                </a:lnTo>
                <a:lnTo>
                  <a:pt x="76200" y="409956"/>
                </a:lnTo>
                <a:lnTo>
                  <a:pt x="93934" y="409956"/>
                </a:lnTo>
                <a:lnTo>
                  <a:pt x="95107" y="411313"/>
                </a:lnTo>
                <a:lnTo>
                  <a:pt x="110871" y="426910"/>
                </a:lnTo>
                <a:lnTo>
                  <a:pt x="128349" y="441650"/>
                </a:lnTo>
                <a:lnTo>
                  <a:pt x="147828" y="455676"/>
                </a:lnTo>
                <a:lnTo>
                  <a:pt x="178308" y="455676"/>
                </a:lnTo>
                <a:lnTo>
                  <a:pt x="178308" y="464820"/>
                </a:lnTo>
                <a:lnTo>
                  <a:pt x="206597" y="473964"/>
                </a:lnTo>
                <a:lnTo>
                  <a:pt x="243459" y="480822"/>
                </a:lnTo>
                <a:lnTo>
                  <a:pt x="288893" y="485394"/>
                </a:lnTo>
                <a:lnTo>
                  <a:pt x="342900" y="487680"/>
                </a:lnTo>
                <a:lnTo>
                  <a:pt x="554208" y="487680"/>
                </a:lnTo>
                <a:lnTo>
                  <a:pt x="537781" y="494680"/>
                </a:lnTo>
                <a:lnTo>
                  <a:pt x="523494" y="504063"/>
                </a:lnTo>
                <a:lnTo>
                  <a:pt x="514921" y="514016"/>
                </a:lnTo>
                <a:lnTo>
                  <a:pt x="512064" y="524256"/>
                </a:lnTo>
                <a:lnTo>
                  <a:pt x="436351" y="524621"/>
                </a:lnTo>
                <a:close/>
              </a:path>
              <a:path w="558164" h="541019">
                <a:moveTo>
                  <a:pt x="554208" y="487680"/>
                </a:moveTo>
                <a:lnTo>
                  <a:pt x="342900" y="487680"/>
                </a:lnTo>
                <a:lnTo>
                  <a:pt x="400050" y="487084"/>
                </a:lnTo>
                <a:lnTo>
                  <a:pt x="454914" y="485203"/>
                </a:lnTo>
                <a:lnTo>
                  <a:pt x="507492" y="481893"/>
                </a:lnTo>
                <a:lnTo>
                  <a:pt x="557784" y="477011"/>
                </a:lnTo>
                <a:lnTo>
                  <a:pt x="557784" y="486156"/>
                </a:lnTo>
                <a:lnTo>
                  <a:pt x="554208" y="487680"/>
                </a:lnTo>
                <a:close/>
              </a:path>
            </a:pathLst>
          </a:custGeom>
          <a:solidFill>
            <a:srgbClr val="3333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1751075" y="2543556"/>
            <a:ext cx="155575" cy="155575"/>
          </a:xfrm>
          <a:custGeom>
            <a:avLst/>
            <a:gdLst/>
            <a:ahLst/>
            <a:cxnLst/>
            <a:rect l="l" t="t" r="r" b="b"/>
            <a:pathLst>
              <a:path w="155575" h="155575">
                <a:moveTo>
                  <a:pt x="155448" y="155447"/>
                </a:moveTo>
                <a:lnTo>
                  <a:pt x="0" y="155447"/>
                </a:lnTo>
                <a:lnTo>
                  <a:pt x="0" y="0"/>
                </a:lnTo>
                <a:lnTo>
                  <a:pt x="155448" y="0"/>
                </a:lnTo>
                <a:lnTo>
                  <a:pt x="155448" y="155447"/>
                </a:lnTo>
                <a:close/>
              </a:path>
            </a:pathLst>
          </a:custGeom>
          <a:solidFill>
            <a:srgbClr val="3333C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2139696" y="2391155"/>
            <a:ext cx="513715" cy="417830"/>
          </a:xfrm>
          <a:custGeom>
            <a:avLst/>
            <a:gdLst/>
            <a:ahLst/>
            <a:cxnLst/>
            <a:rect l="l" t="t" r="r" b="b"/>
            <a:pathLst>
              <a:path w="513714" h="417830">
                <a:moveTo>
                  <a:pt x="193548" y="3048"/>
                </a:moveTo>
                <a:lnTo>
                  <a:pt x="0" y="3048"/>
                </a:lnTo>
                <a:lnTo>
                  <a:pt x="0" y="41148"/>
                </a:lnTo>
                <a:lnTo>
                  <a:pt x="0" y="132588"/>
                </a:lnTo>
                <a:lnTo>
                  <a:pt x="0" y="170688"/>
                </a:lnTo>
                <a:lnTo>
                  <a:pt x="0" y="325628"/>
                </a:lnTo>
                <a:lnTo>
                  <a:pt x="42672" y="325628"/>
                </a:lnTo>
                <a:lnTo>
                  <a:pt x="42672" y="170688"/>
                </a:lnTo>
                <a:lnTo>
                  <a:pt x="185928" y="170688"/>
                </a:lnTo>
                <a:lnTo>
                  <a:pt x="185928" y="132588"/>
                </a:lnTo>
                <a:lnTo>
                  <a:pt x="42672" y="132588"/>
                </a:lnTo>
                <a:lnTo>
                  <a:pt x="42672" y="41148"/>
                </a:lnTo>
                <a:lnTo>
                  <a:pt x="193548" y="41148"/>
                </a:lnTo>
                <a:lnTo>
                  <a:pt x="193548" y="3048"/>
                </a:lnTo>
                <a:close/>
              </a:path>
              <a:path w="513714" h="417830">
                <a:moveTo>
                  <a:pt x="269748" y="83820"/>
                </a:moveTo>
                <a:lnTo>
                  <a:pt x="228600" y="83820"/>
                </a:lnTo>
                <a:lnTo>
                  <a:pt x="228600" y="326136"/>
                </a:lnTo>
                <a:lnTo>
                  <a:pt x="269748" y="326136"/>
                </a:lnTo>
                <a:lnTo>
                  <a:pt x="269748" y="83820"/>
                </a:lnTo>
                <a:close/>
              </a:path>
              <a:path w="513714" h="417830">
                <a:moveTo>
                  <a:pt x="272796" y="0"/>
                </a:moveTo>
                <a:lnTo>
                  <a:pt x="225552" y="0"/>
                </a:lnTo>
                <a:lnTo>
                  <a:pt x="225552" y="42672"/>
                </a:lnTo>
                <a:lnTo>
                  <a:pt x="272796" y="42672"/>
                </a:lnTo>
                <a:lnTo>
                  <a:pt x="272796" y="0"/>
                </a:lnTo>
                <a:close/>
              </a:path>
              <a:path w="513714" h="417830">
                <a:moveTo>
                  <a:pt x="513575" y="83820"/>
                </a:moveTo>
                <a:lnTo>
                  <a:pt x="475475" y="83820"/>
                </a:lnTo>
                <a:lnTo>
                  <a:pt x="473951" y="94488"/>
                </a:lnTo>
                <a:lnTo>
                  <a:pt x="473951" y="126492"/>
                </a:lnTo>
                <a:lnTo>
                  <a:pt x="473951" y="260604"/>
                </a:lnTo>
                <a:lnTo>
                  <a:pt x="434594" y="280492"/>
                </a:lnTo>
                <a:lnTo>
                  <a:pt x="409943" y="284988"/>
                </a:lnTo>
                <a:lnTo>
                  <a:pt x="395973" y="283591"/>
                </a:lnTo>
                <a:lnTo>
                  <a:pt x="359752" y="251320"/>
                </a:lnTo>
                <a:lnTo>
                  <a:pt x="352031" y="201168"/>
                </a:lnTo>
                <a:lnTo>
                  <a:pt x="353174" y="181508"/>
                </a:lnTo>
                <a:lnTo>
                  <a:pt x="370319" y="135636"/>
                </a:lnTo>
                <a:lnTo>
                  <a:pt x="404825" y="114211"/>
                </a:lnTo>
                <a:lnTo>
                  <a:pt x="419087" y="112776"/>
                </a:lnTo>
                <a:lnTo>
                  <a:pt x="425716" y="113042"/>
                </a:lnTo>
                <a:lnTo>
                  <a:pt x="466217" y="123329"/>
                </a:lnTo>
                <a:lnTo>
                  <a:pt x="473951" y="126492"/>
                </a:lnTo>
                <a:lnTo>
                  <a:pt x="473951" y="94488"/>
                </a:lnTo>
                <a:lnTo>
                  <a:pt x="437857" y="78778"/>
                </a:lnTo>
                <a:lnTo>
                  <a:pt x="412991" y="76200"/>
                </a:lnTo>
                <a:lnTo>
                  <a:pt x="402971" y="76771"/>
                </a:lnTo>
                <a:lnTo>
                  <a:pt x="365201" y="90208"/>
                </a:lnTo>
                <a:lnTo>
                  <a:pt x="334797" y="118287"/>
                </a:lnTo>
                <a:lnTo>
                  <a:pt x="315391" y="161340"/>
                </a:lnTo>
                <a:lnTo>
                  <a:pt x="310883" y="202692"/>
                </a:lnTo>
                <a:lnTo>
                  <a:pt x="312343" y="229793"/>
                </a:lnTo>
                <a:lnTo>
                  <a:pt x="324396" y="274281"/>
                </a:lnTo>
                <a:lnTo>
                  <a:pt x="348729" y="304850"/>
                </a:lnTo>
                <a:lnTo>
                  <a:pt x="400799" y="321564"/>
                </a:lnTo>
                <a:lnTo>
                  <a:pt x="412572" y="321259"/>
                </a:lnTo>
                <a:lnTo>
                  <a:pt x="456615" y="306514"/>
                </a:lnTo>
                <a:lnTo>
                  <a:pt x="473951" y="294132"/>
                </a:lnTo>
                <a:lnTo>
                  <a:pt x="473849" y="318350"/>
                </a:lnTo>
                <a:lnTo>
                  <a:pt x="464807" y="356616"/>
                </a:lnTo>
                <a:lnTo>
                  <a:pt x="433285" y="378434"/>
                </a:lnTo>
                <a:lnTo>
                  <a:pt x="408419" y="381000"/>
                </a:lnTo>
                <a:lnTo>
                  <a:pt x="393179" y="381000"/>
                </a:lnTo>
                <a:lnTo>
                  <a:pt x="387083" y="379476"/>
                </a:lnTo>
                <a:lnTo>
                  <a:pt x="380987" y="379476"/>
                </a:lnTo>
                <a:lnTo>
                  <a:pt x="373367" y="377952"/>
                </a:lnTo>
                <a:lnTo>
                  <a:pt x="365747" y="374904"/>
                </a:lnTo>
                <a:lnTo>
                  <a:pt x="347459" y="370332"/>
                </a:lnTo>
                <a:lnTo>
                  <a:pt x="342887" y="367284"/>
                </a:lnTo>
                <a:lnTo>
                  <a:pt x="338315" y="365760"/>
                </a:lnTo>
                <a:lnTo>
                  <a:pt x="333743" y="365760"/>
                </a:lnTo>
                <a:lnTo>
                  <a:pt x="333743" y="408432"/>
                </a:lnTo>
                <a:lnTo>
                  <a:pt x="342011" y="410489"/>
                </a:lnTo>
                <a:lnTo>
                  <a:pt x="359676" y="414007"/>
                </a:lnTo>
                <a:lnTo>
                  <a:pt x="368795" y="416052"/>
                </a:lnTo>
                <a:lnTo>
                  <a:pt x="377939" y="416941"/>
                </a:lnTo>
                <a:lnTo>
                  <a:pt x="387083" y="417385"/>
                </a:lnTo>
                <a:lnTo>
                  <a:pt x="396227" y="417563"/>
                </a:lnTo>
                <a:lnTo>
                  <a:pt x="405371" y="417576"/>
                </a:lnTo>
                <a:lnTo>
                  <a:pt x="431088" y="415848"/>
                </a:lnTo>
                <a:lnTo>
                  <a:pt x="453377" y="410527"/>
                </a:lnTo>
                <a:lnTo>
                  <a:pt x="472236" y="401510"/>
                </a:lnTo>
                <a:lnTo>
                  <a:pt x="487667" y="388620"/>
                </a:lnTo>
                <a:lnTo>
                  <a:pt x="493280" y="381000"/>
                </a:lnTo>
                <a:lnTo>
                  <a:pt x="499440" y="372643"/>
                </a:lnTo>
                <a:lnTo>
                  <a:pt x="507479" y="352234"/>
                </a:lnTo>
                <a:lnTo>
                  <a:pt x="512102" y="327545"/>
                </a:lnTo>
                <a:lnTo>
                  <a:pt x="513486" y="300685"/>
                </a:lnTo>
                <a:lnTo>
                  <a:pt x="513575" y="294132"/>
                </a:lnTo>
                <a:lnTo>
                  <a:pt x="513575" y="284988"/>
                </a:lnTo>
                <a:lnTo>
                  <a:pt x="513575" y="112776"/>
                </a:lnTo>
                <a:lnTo>
                  <a:pt x="513575" y="94488"/>
                </a:lnTo>
                <a:lnTo>
                  <a:pt x="513575" y="838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pic>
        <p:nvPicPr>
          <p:cNvPr id="12" name="object 12"/>
          <p:cNvPicPr/>
          <p:nvPr/>
        </p:nvPicPr>
        <p:blipFill>
          <a:blip r:embed="rId4" cstate="print"/>
          <a:stretch>
            <a:fillRect/>
          </a:stretch>
        </p:blipFill>
        <p:spPr>
          <a:xfrm>
            <a:off x="2711196" y="2474976"/>
            <a:ext cx="190500" cy="248412"/>
          </a:xfrm>
          <a:prstGeom prst="rect">
            <a:avLst/>
          </a:prstGeom>
        </p:spPr>
      </p:pic>
      <p:grpSp>
        <p:nvGrpSpPr>
          <p:cNvPr id="13" name="object 13"/>
          <p:cNvGrpSpPr/>
          <p:nvPr/>
        </p:nvGrpSpPr>
        <p:grpSpPr>
          <a:xfrm>
            <a:off x="2961132" y="2467356"/>
            <a:ext cx="350520" cy="256540"/>
            <a:chOff x="2961132" y="2467356"/>
            <a:chExt cx="350520" cy="256540"/>
          </a:xfrm>
        </p:grpSpPr>
        <p:pic>
          <p:nvPicPr>
            <p:cNvPr id="14" name="object 14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2961132" y="2474976"/>
              <a:ext cx="129539" cy="242315"/>
            </a:xfrm>
            <a:prstGeom prst="rect">
              <a:avLst/>
            </a:prstGeom>
          </p:spPr>
        </p:pic>
        <p:sp>
          <p:nvSpPr>
            <p:cNvPr id="15" name="object 15"/>
            <p:cNvSpPr/>
            <p:nvPr/>
          </p:nvSpPr>
          <p:spPr>
            <a:xfrm>
              <a:off x="3102863" y="2467356"/>
              <a:ext cx="208915" cy="256540"/>
            </a:xfrm>
            <a:custGeom>
              <a:avLst/>
              <a:gdLst/>
              <a:ahLst/>
              <a:cxnLst/>
              <a:rect l="l" t="t" r="r" b="b"/>
              <a:pathLst>
                <a:path w="208914" h="256539">
                  <a:moveTo>
                    <a:pt x="131064" y="256031"/>
                  </a:moveTo>
                  <a:lnTo>
                    <a:pt x="121920" y="256031"/>
                  </a:lnTo>
                  <a:lnTo>
                    <a:pt x="94797" y="254007"/>
                  </a:lnTo>
                  <a:lnTo>
                    <a:pt x="49696" y="237386"/>
                  </a:lnTo>
                  <a:lnTo>
                    <a:pt x="18002" y="204763"/>
                  </a:lnTo>
                  <a:lnTo>
                    <a:pt x="2000" y="158424"/>
                  </a:lnTo>
                  <a:lnTo>
                    <a:pt x="0" y="129539"/>
                  </a:lnTo>
                  <a:lnTo>
                    <a:pt x="1976" y="101488"/>
                  </a:lnTo>
                  <a:lnTo>
                    <a:pt x="17359" y="54530"/>
                  </a:lnTo>
                  <a:lnTo>
                    <a:pt x="47625" y="19931"/>
                  </a:lnTo>
                  <a:lnTo>
                    <a:pt x="88773" y="2262"/>
                  </a:lnTo>
                  <a:lnTo>
                    <a:pt x="112776" y="0"/>
                  </a:lnTo>
                  <a:lnTo>
                    <a:pt x="123039" y="547"/>
                  </a:lnTo>
                  <a:lnTo>
                    <a:pt x="160377" y="10715"/>
                  </a:lnTo>
                  <a:lnTo>
                    <a:pt x="187700" y="33527"/>
                  </a:lnTo>
                  <a:lnTo>
                    <a:pt x="109728" y="33527"/>
                  </a:lnTo>
                  <a:lnTo>
                    <a:pt x="102012" y="33837"/>
                  </a:lnTo>
                  <a:lnTo>
                    <a:pt x="94869" y="34861"/>
                  </a:lnTo>
                  <a:lnTo>
                    <a:pt x="88296" y="36742"/>
                  </a:lnTo>
                  <a:lnTo>
                    <a:pt x="82296" y="39624"/>
                  </a:lnTo>
                  <a:lnTo>
                    <a:pt x="74676" y="42671"/>
                  </a:lnTo>
                  <a:lnTo>
                    <a:pt x="47244" y="74675"/>
                  </a:lnTo>
                  <a:lnTo>
                    <a:pt x="41148" y="102107"/>
                  </a:lnTo>
                  <a:lnTo>
                    <a:pt x="208589" y="102107"/>
                  </a:lnTo>
                  <a:lnTo>
                    <a:pt x="208788" y="111251"/>
                  </a:lnTo>
                  <a:lnTo>
                    <a:pt x="208788" y="132587"/>
                  </a:lnTo>
                  <a:lnTo>
                    <a:pt x="41148" y="132587"/>
                  </a:lnTo>
                  <a:lnTo>
                    <a:pt x="42552" y="152900"/>
                  </a:lnTo>
                  <a:lnTo>
                    <a:pt x="62484" y="198119"/>
                  </a:lnTo>
                  <a:lnTo>
                    <a:pt x="103632" y="218051"/>
                  </a:lnTo>
                  <a:lnTo>
                    <a:pt x="121920" y="219455"/>
                  </a:lnTo>
                  <a:lnTo>
                    <a:pt x="204216" y="219455"/>
                  </a:lnTo>
                  <a:lnTo>
                    <a:pt x="204216" y="234695"/>
                  </a:lnTo>
                  <a:lnTo>
                    <a:pt x="199644" y="237743"/>
                  </a:lnTo>
                  <a:lnTo>
                    <a:pt x="193548" y="239267"/>
                  </a:lnTo>
                  <a:lnTo>
                    <a:pt x="187452" y="242315"/>
                  </a:lnTo>
                  <a:lnTo>
                    <a:pt x="179832" y="245363"/>
                  </a:lnTo>
                  <a:lnTo>
                    <a:pt x="167640" y="248411"/>
                  </a:lnTo>
                  <a:lnTo>
                    <a:pt x="160020" y="251459"/>
                  </a:lnTo>
                  <a:lnTo>
                    <a:pt x="152400" y="252983"/>
                  </a:lnTo>
                  <a:lnTo>
                    <a:pt x="146304" y="254507"/>
                  </a:lnTo>
                  <a:lnTo>
                    <a:pt x="140208" y="254507"/>
                  </a:lnTo>
                  <a:lnTo>
                    <a:pt x="131064" y="256031"/>
                  </a:lnTo>
                  <a:close/>
                </a:path>
                <a:path w="208914" h="256539">
                  <a:moveTo>
                    <a:pt x="208589" y="102107"/>
                  </a:moveTo>
                  <a:lnTo>
                    <a:pt x="169164" y="102107"/>
                  </a:lnTo>
                  <a:lnTo>
                    <a:pt x="168902" y="93511"/>
                  </a:lnTo>
                  <a:lnTo>
                    <a:pt x="168211" y="85915"/>
                  </a:lnTo>
                  <a:lnTo>
                    <a:pt x="167235" y="79176"/>
                  </a:lnTo>
                  <a:lnTo>
                    <a:pt x="166116" y="73151"/>
                  </a:lnTo>
                  <a:lnTo>
                    <a:pt x="160020" y="57912"/>
                  </a:lnTo>
                  <a:lnTo>
                    <a:pt x="155448" y="53339"/>
                  </a:lnTo>
                  <a:lnTo>
                    <a:pt x="150876" y="47243"/>
                  </a:lnTo>
                  <a:lnTo>
                    <a:pt x="144780" y="42671"/>
                  </a:lnTo>
                  <a:lnTo>
                    <a:pt x="137160" y="39624"/>
                  </a:lnTo>
                  <a:lnTo>
                    <a:pt x="131159" y="36742"/>
                  </a:lnTo>
                  <a:lnTo>
                    <a:pt x="124587" y="34861"/>
                  </a:lnTo>
                  <a:lnTo>
                    <a:pt x="117443" y="33837"/>
                  </a:lnTo>
                  <a:lnTo>
                    <a:pt x="109728" y="33527"/>
                  </a:lnTo>
                  <a:lnTo>
                    <a:pt x="187700" y="33527"/>
                  </a:lnTo>
                  <a:lnTo>
                    <a:pt x="205573" y="71818"/>
                  </a:lnTo>
                  <a:lnTo>
                    <a:pt x="208478" y="96964"/>
                  </a:lnTo>
                  <a:lnTo>
                    <a:pt x="208589" y="102107"/>
                  </a:lnTo>
                  <a:close/>
                </a:path>
                <a:path w="208914" h="256539">
                  <a:moveTo>
                    <a:pt x="204216" y="219455"/>
                  </a:moveTo>
                  <a:lnTo>
                    <a:pt x="121920" y="219455"/>
                  </a:lnTo>
                  <a:lnTo>
                    <a:pt x="127896" y="219408"/>
                  </a:lnTo>
                  <a:lnTo>
                    <a:pt x="134302" y="219074"/>
                  </a:lnTo>
                  <a:lnTo>
                    <a:pt x="140993" y="218170"/>
                  </a:lnTo>
                  <a:lnTo>
                    <a:pt x="147828" y="216407"/>
                  </a:lnTo>
                  <a:lnTo>
                    <a:pt x="156972" y="214883"/>
                  </a:lnTo>
                  <a:lnTo>
                    <a:pt x="164592" y="211835"/>
                  </a:lnTo>
                  <a:lnTo>
                    <a:pt x="170688" y="208787"/>
                  </a:lnTo>
                  <a:lnTo>
                    <a:pt x="178308" y="205739"/>
                  </a:lnTo>
                  <a:lnTo>
                    <a:pt x="190500" y="199643"/>
                  </a:lnTo>
                  <a:lnTo>
                    <a:pt x="199644" y="193547"/>
                  </a:lnTo>
                  <a:lnTo>
                    <a:pt x="202692" y="190499"/>
                  </a:lnTo>
                  <a:lnTo>
                    <a:pt x="204216" y="190499"/>
                  </a:lnTo>
                  <a:lnTo>
                    <a:pt x="204216" y="219455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6" name="object 16"/>
          <p:cNvSpPr/>
          <p:nvPr/>
        </p:nvSpPr>
        <p:spPr>
          <a:xfrm>
            <a:off x="3518915" y="2392679"/>
            <a:ext cx="158750" cy="325120"/>
          </a:xfrm>
          <a:custGeom>
            <a:avLst/>
            <a:gdLst/>
            <a:ahLst/>
            <a:cxnLst/>
            <a:rect l="l" t="t" r="r" b="b"/>
            <a:pathLst>
              <a:path w="158750" h="325119">
                <a:moveTo>
                  <a:pt x="158495" y="324612"/>
                </a:moveTo>
                <a:lnTo>
                  <a:pt x="0" y="324612"/>
                </a:lnTo>
                <a:lnTo>
                  <a:pt x="0" y="291084"/>
                </a:lnTo>
                <a:lnTo>
                  <a:pt x="59435" y="291084"/>
                </a:lnTo>
                <a:lnTo>
                  <a:pt x="59435" y="74676"/>
                </a:lnTo>
                <a:lnTo>
                  <a:pt x="0" y="74676"/>
                </a:lnTo>
                <a:lnTo>
                  <a:pt x="0" y="45720"/>
                </a:lnTo>
                <a:lnTo>
                  <a:pt x="16001" y="45124"/>
                </a:lnTo>
                <a:lnTo>
                  <a:pt x="29717" y="43243"/>
                </a:lnTo>
                <a:lnTo>
                  <a:pt x="61531" y="21526"/>
                </a:lnTo>
                <a:lnTo>
                  <a:pt x="67055" y="0"/>
                </a:lnTo>
                <a:lnTo>
                  <a:pt x="100583" y="0"/>
                </a:lnTo>
                <a:lnTo>
                  <a:pt x="100583" y="291084"/>
                </a:lnTo>
                <a:lnTo>
                  <a:pt x="158495" y="291084"/>
                </a:lnTo>
                <a:lnTo>
                  <a:pt x="158495" y="32461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" name="object 17"/>
          <p:cNvSpPr/>
          <p:nvPr/>
        </p:nvSpPr>
        <p:spPr>
          <a:xfrm>
            <a:off x="3753611" y="2654808"/>
            <a:ext cx="53340" cy="62865"/>
          </a:xfrm>
          <a:custGeom>
            <a:avLst/>
            <a:gdLst/>
            <a:ahLst/>
            <a:cxnLst/>
            <a:rect l="l" t="t" r="r" b="b"/>
            <a:pathLst>
              <a:path w="53339" h="62864">
                <a:moveTo>
                  <a:pt x="53340" y="62483"/>
                </a:moveTo>
                <a:lnTo>
                  <a:pt x="0" y="62483"/>
                </a:lnTo>
                <a:lnTo>
                  <a:pt x="0" y="0"/>
                </a:lnTo>
                <a:lnTo>
                  <a:pt x="53340" y="0"/>
                </a:lnTo>
                <a:lnTo>
                  <a:pt x="53340" y="6248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" name="object 18"/>
          <p:cNvSpPr/>
          <p:nvPr/>
        </p:nvSpPr>
        <p:spPr>
          <a:xfrm>
            <a:off x="3896867" y="2392679"/>
            <a:ext cx="158750" cy="325120"/>
          </a:xfrm>
          <a:custGeom>
            <a:avLst/>
            <a:gdLst/>
            <a:ahLst/>
            <a:cxnLst/>
            <a:rect l="l" t="t" r="r" b="b"/>
            <a:pathLst>
              <a:path w="158750" h="325119">
                <a:moveTo>
                  <a:pt x="158495" y="324612"/>
                </a:moveTo>
                <a:lnTo>
                  <a:pt x="0" y="324612"/>
                </a:lnTo>
                <a:lnTo>
                  <a:pt x="0" y="291084"/>
                </a:lnTo>
                <a:lnTo>
                  <a:pt x="59435" y="291084"/>
                </a:lnTo>
                <a:lnTo>
                  <a:pt x="59435" y="74676"/>
                </a:lnTo>
                <a:lnTo>
                  <a:pt x="0" y="74676"/>
                </a:lnTo>
                <a:lnTo>
                  <a:pt x="0" y="45720"/>
                </a:lnTo>
                <a:lnTo>
                  <a:pt x="16001" y="45124"/>
                </a:lnTo>
                <a:lnTo>
                  <a:pt x="29717" y="43243"/>
                </a:lnTo>
                <a:lnTo>
                  <a:pt x="61531" y="21526"/>
                </a:lnTo>
                <a:lnTo>
                  <a:pt x="67055" y="0"/>
                </a:lnTo>
                <a:lnTo>
                  <a:pt x="100583" y="0"/>
                </a:lnTo>
                <a:lnTo>
                  <a:pt x="100583" y="291084"/>
                </a:lnTo>
                <a:lnTo>
                  <a:pt x="158495" y="291084"/>
                </a:lnTo>
                <a:lnTo>
                  <a:pt x="158495" y="32461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" name="object 19"/>
          <p:cNvSpPr/>
          <p:nvPr/>
        </p:nvSpPr>
        <p:spPr>
          <a:xfrm>
            <a:off x="4261104" y="2351544"/>
            <a:ext cx="841375" cy="410209"/>
          </a:xfrm>
          <a:custGeom>
            <a:avLst/>
            <a:gdLst/>
            <a:ahLst/>
            <a:cxnLst/>
            <a:rect l="l" t="t" r="r" b="b"/>
            <a:pathLst>
              <a:path w="841375" h="410210">
                <a:moveTo>
                  <a:pt x="160020" y="327647"/>
                </a:moveTo>
                <a:lnTo>
                  <a:pt x="129540" y="298691"/>
                </a:lnTo>
                <a:lnTo>
                  <a:pt x="121539" y="309270"/>
                </a:lnTo>
                <a:lnTo>
                  <a:pt x="111252" y="320408"/>
                </a:lnTo>
                <a:lnTo>
                  <a:pt x="66433" y="358152"/>
                </a:lnTo>
                <a:lnTo>
                  <a:pt x="24231" y="386207"/>
                </a:lnTo>
                <a:lnTo>
                  <a:pt x="0" y="400799"/>
                </a:lnTo>
                <a:lnTo>
                  <a:pt x="1524" y="406895"/>
                </a:lnTo>
                <a:lnTo>
                  <a:pt x="35217" y="393496"/>
                </a:lnTo>
                <a:lnTo>
                  <a:pt x="69913" y="376224"/>
                </a:lnTo>
                <a:lnTo>
                  <a:pt x="105460" y="355257"/>
                </a:lnTo>
                <a:lnTo>
                  <a:pt x="141732" y="330695"/>
                </a:lnTo>
                <a:lnTo>
                  <a:pt x="160020" y="327647"/>
                </a:lnTo>
                <a:close/>
              </a:path>
              <a:path w="841375" h="410210">
                <a:moveTo>
                  <a:pt x="365760" y="385559"/>
                </a:moveTo>
                <a:lnTo>
                  <a:pt x="335280" y="347459"/>
                </a:lnTo>
                <a:lnTo>
                  <a:pt x="297370" y="328790"/>
                </a:lnTo>
                <a:lnTo>
                  <a:pt x="246888" y="307835"/>
                </a:lnTo>
                <a:lnTo>
                  <a:pt x="243840" y="315455"/>
                </a:lnTo>
                <a:lnTo>
                  <a:pt x="272669" y="332587"/>
                </a:lnTo>
                <a:lnTo>
                  <a:pt x="297370" y="349554"/>
                </a:lnTo>
                <a:lnTo>
                  <a:pt x="317766" y="366255"/>
                </a:lnTo>
                <a:lnTo>
                  <a:pt x="333756" y="382511"/>
                </a:lnTo>
                <a:lnTo>
                  <a:pt x="342303" y="393395"/>
                </a:lnTo>
                <a:lnTo>
                  <a:pt x="349567" y="400989"/>
                </a:lnTo>
                <a:lnTo>
                  <a:pt x="355396" y="405447"/>
                </a:lnTo>
                <a:lnTo>
                  <a:pt x="359664" y="406895"/>
                </a:lnTo>
                <a:lnTo>
                  <a:pt x="361188" y="406895"/>
                </a:lnTo>
                <a:lnTo>
                  <a:pt x="362712" y="405371"/>
                </a:lnTo>
                <a:lnTo>
                  <a:pt x="365696" y="393395"/>
                </a:lnTo>
                <a:lnTo>
                  <a:pt x="365760" y="385559"/>
                </a:lnTo>
                <a:close/>
              </a:path>
              <a:path w="841375" h="410210">
                <a:moveTo>
                  <a:pt x="394716" y="291071"/>
                </a:moveTo>
                <a:lnTo>
                  <a:pt x="356616" y="252971"/>
                </a:lnTo>
                <a:lnTo>
                  <a:pt x="327660" y="280403"/>
                </a:lnTo>
                <a:lnTo>
                  <a:pt x="300228" y="280403"/>
                </a:lnTo>
                <a:lnTo>
                  <a:pt x="300228" y="44183"/>
                </a:lnTo>
                <a:lnTo>
                  <a:pt x="309753" y="36563"/>
                </a:lnTo>
                <a:lnTo>
                  <a:pt x="315468" y="31991"/>
                </a:lnTo>
                <a:lnTo>
                  <a:pt x="309905" y="27419"/>
                </a:lnTo>
                <a:lnTo>
                  <a:pt x="289560" y="10655"/>
                </a:lnTo>
                <a:lnTo>
                  <a:pt x="277368" y="25565"/>
                </a:lnTo>
                <a:lnTo>
                  <a:pt x="277368" y="36563"/>
                </a:lnTo>
                <a:lnTo>
                  <a:pt x="277368" y="85331"/>
                </a:lnTo>
                <a:lnTo>
                  <a:pt x="277368" y="280403"/>
                </a:lnTo>
                <a:lnTo>
                  <a:pt x="120396" y="280403"/>
                </a:lnTo>
                <a:lnTo>
                  <a:pt x="120396" y="227063"/>
                </a:lnTo>
                <a:lnTo>
                  <a:pt x="277368" y="227063"/>
                </a:lnTo>
                <a:lnTo>
                  <a:pt x="277368" y="216395"/>
                </a:lnTo>
                <a:lnTo>
                  <a:pt x="120396" y="216395"/>
                </a:lnTo>
                <a:lnTo>
                  <a:pt x="120396" y="160007"/>
                </a:lnTo>
                <a:lnTo>
                  <a:pt x="277368" y="160007"/>
                </a:lnTo>
                <a:lnTo>
                  <a:pt x="277368" y="150863"/>
                </a:lnTo>
                <a:lnTo>
                  <a:pt x="120396" y="150863"/>
                </a:lnTo>
                <a:lnTo>
                  <a:pt x="120396" y="95999"/>
                </a:lnTo>
                <a:lnTo>
                  <a:pt x="277368" y="95999"/>
                </a:lnTo>
                <a:lnTo>
                  <a:pt x="277368" y="85331"/>
                </a:lnTo>
                <a:lnTo>
                  <a:pt x="120396" y="85331"/>
                </a:lnTo>
                <a:lnTo>
                  <a:pt x="120396" y="36563"/>
                </a:lnTo>
                <a:lnTo>
                  <a:pt x="277368" y="36563"/>
                </a:lnTo>
                <a:lnTo>
                  <a:pt x="277368" y="25565"/>
                </a:lnTo>
                <a:lnTo>
                  <a:pt x="275844" y="27419"/>
                </a:lnTo>
                <a:lnTo>
                  <a:pt x="120396" y="27419"/>
                </a:lnTo>
                <a:lnTo>
                  <a:pt x="96012" y="9131"/>
                </a:lnTo>
                <a:lnTo>
                  <a:pt x="98107" y="57137"/>
                </a:lnTo>
                <a:lnTo>
                  <a:pt x="98793" y="75996"/>
                </a:lnTo>
                <a:lnTo>
                  <a:pt x="98945" y="85331"/>
                </a:lnTo>
                <a:lnTo>
                  <a:pt x="99060" y="280403"/>
                </a:lnTo>
                <a:lnTo>
                  <a:pt x="0" y="280403"/>
                </a:lnTo>
                <a:lnTo>
                  <a:pt x="15240" y="295643"/>
                </a:lnTo>
                <a:lnTo>
                  <a:pt x="24663" y="293649"/>
                </a:lnTo>
                <a:lnTo>
                  <a:pt x="34671" y="292214"/>
                </a:lnTo>
                <a:lnTo>
                  <a:pt x="45237" y="291363"/>
                </a:lnTo>
                <a:lnTo>
                  <a:pt x="56388" y="291071"/>
                </a:lnTo>
                <a:lnTo>
                  <a:pt x="394716" y="291071"/>
                </a:lnTo>
                <a:close/>
              </a:path>
              <a:path w="841375" h="410210">
                <a:moveTo>
                  <a:pt x="841235" y="82296"/>
                </a:moveTo>
                <a:lnTo>
                  <a:pt x="800087" y="42672"/>
                </a:lnTo>
                <a:lnTo>
                  <a:pt x="771131" y="71628"/>
                </a:lnTo>
                <a:lnTo>
                  <a:pt x="623303" y="71628"/>
                </a:lnTo>
                <a:lnTo>
                  <a:pt x="627926" y="63284"/>
                </a:lnTo>
                <a:lnTo>
                  <a:pt x="632828" y="54102"/>
                </a:lnTo>
                <a:lnTo>
                  <a:pt x="638314" y="43764"/>
                </a:lnTo>
                <a:lnTo>
                  <a:pt x="644639" y="32004"/>
                </a:lnTo>
                <a:lnTo>
                  <a:pt x="661403" y="24384"/>
                </a:lnTo>
                <a:lnTo>
                  <a:pt x="618731" y="0"/>
                </a:lnTo>
                <a:lnTo>
                  <a:pt x="614718" y="15468"/>
                </a:lnTo>
                <a:lnTo>
                  <a:pt x="609396" y="32385"/>
                </a:lnTo>
                <a:lnTo>
                  <a:pt x="602665" y="51003"/>
                </a:lnTo>
                <a:lnTo>
                  <a:pt x="594347" y="71628"/>
                </a:lnTo>
                <a:lnTo>
                  <a:pt x="437375" y="71628"/>
                </a:lnTo>
                <a:lnTo>
                  <a:pt x="452615" y="86868"/>
                </a:lnTo>
                <a:lnTo>
                  <a:pt x="462927" y="84861"/>
                </a:lnTo>
                <a:lnTo>
                  <a:pt x="473379" y="83439"/>
                </a:lnTo>
                <a:lnTo>
                  <a:pt x="484124" y="82575"/>
                </a:lnTo>
                <a:lnTo>
                  <a:pt x="495287" y="82296"/>
                </a:lnTo>
                <a:lnTo>
                  <a:pt x="589775" y="82296"/>
                </a:lnTo>
                <a:lnTo>
                  <a:pt x="556628" y="139255"/>
                </a:lnTo>
                <a:lnTo>
                  <a:pt x="521195" y="185928"/>
                </a:lnTo>
                <a:lnTo>
                  <a:pt x="482714" y="226123"/>
                </a:lnTo>
                <a:lnTo>
                  <a:pt x="437375" y="265176"/>
                </a:lnTo>
                <a:lnTo>
                  <a:pt x="441947" y="269748"/>
                </a:lnTo>
                <a:lnTo>
                  <a:pt x="470192" y="251460"/>
                </a:lnTo>
                <a:lnTo>
                  <a:pt x="497573" y="230886"/>
                </a:lnTo>
                <a:lnTo>
                  <a:pt x="523824" y="208026"/>
                </a:lnTo>
                <a:lnTo>
                  <a:pt x="548627" y="182880"/>
                </a:lnTo>
                <a:lnTo>
                  <a:pt x="548551" y="294132"/>
                </a:lnTo>
                <a:lnTo>
                  <a:pt x="548436" y="338137"/>
                </a:lnTo>
                <a:lnTo>
                  <a:pt x="547992" y="384543"/>
                </a:lnTo>
                <a:lnTo>
                  <a:pt x="547103" y="409956"/>
                </a:lnTo>
                <a:lnTo>
                  <a:pt x="573011" y="393192"/>
                </a:lnTo>
                <a:lnTo>
                  <a:pt x="573011" y="294132"/>
                </a:lnTo>
                <a:lnTo>
                  <a:pt x="733031" y="294132"/>
                </a:lnTo>
                <a:lnTo>
                  <a:pt x="733031" y="365760"/>
                </a:lnTo>
                <a:lnTo>
                  <a:pt x="728459" y="370332"/>
                </a:lnTo>
                <a:lnTo>
                  <a:pt x="686079" y="367753"/>
                </a:lnTo>
                <a:lnTo>
                  <a:pt x="672071" y="365760"/>
                </a:lnTo>
                <a:lnTo>
                  <a:pt x="672071" y="374904"/>
                </a:lnTo>
                <a:lnTo>
                  <a:pt x="693178" y="382092"/>
                </a:lnTo>
                <a:lnTo>
                  <a:pt x="708266" y="390144"/>
                </a:lnTo>
                <a:lnTo>
                  <a:pt x="717080" y="399326"/>
                </a:lnTo>
                <a:lnTo>
                  <a:pt x="719315" y="409956"/>
                </a:lnTo>
                <a:lnTo>
                  <a:pt x="736206" y="401358"/>
                </a:lnTo>
                <a:lnTo>
                  <a:pt x="748080" y="391477"/>
                </a:lnTo>
                <a:lnTo>
                  <a:pt x="755116" y="380161"/>
                </a:lnTo>
                <a:lnTo>
                  <a:pt x="756869" y="370332"/>
                </a:lnTo>
                <a:lnTo>
                  <a:pt x="757339" y="367753"/>
                </a:lnTo>
                <a:lnTo>
                  <a:pt x="757415" y="294132"/>
                </a:lnTo>
                <a:lnTo>
                  <a:pt x="757415" y="283464"/>
                </a:lnTo>
                <a:lnTo>
                  <a:pt x="757415" y="227076"/>
                </a:lnTo>
                <a:lnTo>
                  <a:pt x="757415" y="216408"/>
                </a:lnTo>
                <a:lnTo>
                  <a:pt x="757415" y="163068"/>
                </a:lnTo>
                <a:lnTo>
                  <a:pt x="766940" y="155448"/>
                </a:lnTo>
                <a:lnTo>
                  <a:pt x="772655" y="150876"/>
                </a:lnTo>
                <a:lnTo>
                  <a:pt x="764933" y="144780"/>
                </a:lnTo>
                <a:lnTo>
                  <a:pt x="743699" y="128016"/>
                </a:lnTo>
                <a:lnTo>
                  <a:pt x="733031" y="141058"/>
                </a:lnTo>
                <a:lnTo>
                  <a:pt x="733031" y="155448"/>
                </a:lnTo>
                <a:lnTo>
                  <a:pt x="733031" y="216408"/>
                </a:lnTo>
                <a:lnTo>
                  <a:pt x="733031" y="227076"/>
                </a:lnTo>
                <a:lnTo>
                  <a:pt x="733031" y="283464"/>
                </a:lnTo>
                <a:lnTo>
                  <a:pt x="573011" y="283464"/>
                </a:lnTo>
                <a:lnTo>
                  <a:pt x="573011" y="227076"/>
                </a:lnTo>
                <a:lnTo>
                  <a:pt x="733031" y="227076"/>
                </a:lnTo>
                <a:lnTo>
                  <a:pt x="733031" y="216408"/>
                </a:lnTo>
                <a:lnTo>
                  <a:pt x="573011" y="216408"/>
                </a:lnTo>
                <a:lnTo>
                  <a:pt x="573011" y="182880"/>
                </a:lnTo>
                <a:lnTo>
                  <a:pt x="573011" y="155448"/>
                </a:lnTo>
                <a:lnTo>
                  <a:pt x="733031" y="155448"/>
                </a:lnTo>
                <a:lnTo>
                  <a:pt x="733031" y="141058"/>
                </a:lnTo>
                <a:lnTo>
                  <a:pt x="729983" y="144780"/>
                </a:lnTo>
                <a:lnTo>
                  <a:pt x="580631" y="144780"/>
                </a:lnTo>
                <a:lnTo>
                  <a:pt x="590689" y="130505"/>
                </a:lnTo>
                <a:lnTo>
                  <a:pt x="600443" y="115252"/>
                </a:lnTo>
                <a:lnTo>
                  <a:pt x="610209" y="99123"/>
                </a:lnTo>
                <a:lnTo>
                  <a:pt x="620255" y="82296"/>
                </a:lnTo>
                <a:lnTo>
                  <a:pt x="841235" y="8229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" name="object 20"/>
          <p:cNvSpPr/>
          <p:nvPr/>
        </p:nvSpPr>
        <p:spPr>
          <a:xfrm>
            <a:off x="5148059" y="2357627"/>
            <a:ext cx="841375" cy="405765"/>
          </a:xfrm>
          <a:custGeom>
            <a:avLst/>
            <a:gdLst/>
            <a:ahLst/>
            <a:cxnLst/>
            <a:rect l="l" t="t" r="r" b="b"/>
            <a:pathLst>
              <a:path w="841375" h="405764">
                <a:moveTo>
                  <a:pt x="387096" y="257556"/>
                </a:moveTo>
                <a:lnTo>
                  <a:pt x="362927" y="216916"/>
                </a:lnTo>
                <a:lnTo>
                  <a:pt x="301828" y="171818"/>
                </a:lnTo>
                <a:lnTo>
                  <a:pt x="252984" y="138684"/>
                </a:lnTo>
                <a:lnTo>
                  <a:pt x="246888" y="144780"/>
                </a:lnTo>
                <a:lnTo>
                  <a:pt x="285178" y="179311"/>
                </a:lnTo>
                <a:lnTo>
                  <a:pt x="315468" y="209550"/>
                </a:lnTo>
                <a:lnTo>
                  <a:pt x="337756" y="235229"/>
                </a:lnTo>
                <a:lnTo>
                  <a:pt x="352044" y="256032"/>
                </a:lnTo>
                <a:lnTo>
                  <a:pt x="358597" y="268033"/>
                </a:lnTo>
                <a:lnTo>
                  <a:pt x="364426" y="276606"/>
                </a:lnTo>
                <a:lnTo>
                  <a:pt x="369404" y="281749"/>
                </a:lnTo>
                <a:lnTo>
                  <a:pt x="373380" y="283464"/>
                </a:lnTo>
                <a:lnTo>
                  <a:pt x="374904" y="283464"/>
                </a:lnTo>
                <a:lnTo>
                  <a:pt x="377952" y="280416"/>
                </a:lnTo>
                <a:lnTo>
                  <a:pt x="381000" y="274320"/>
                </a:lnTo>
                <a:lnTo>
                  <a:pt x="385572" y="266700"/>
                </a:lnTo>
                <a:lnTo>
                  <a:pt x="387096" y="262128"/>
                </a:lnTo>
                <a:lnTo>
                  <a:pt x="387096" y="257556"/>
                </a:lnTo>
                <a:close/>
              </a:path>
              <a:path w="841375" h="405764">
                <a:moveTo>
                  <a:pt x="396240" y="39624"/>
                </a:moveTo>
                <a:lnTo>
                  <a:pt x="361188" y="3048"/>
                </a:lnTo>
                <a:lnTo>
                  <a:pt x="333756" y="28956"/>
                </a:lnTo>
                <a:lnTo>
                  <a:pt x="4572" y="28956"/>
                </a:lnTo>
                <a:lnTo>
                  <a:pt x="19812" y="44196"/>
                </a:lnTo>
                <a:lnTo>
                  <a:pt x="29248" y="42202"/>
                </a:lnTo>
                <a:lnTo>
                  <a:pt x="39243" y="40767"/>
                </a:lnTo>
                <a:lnTo>
                  <a:pt x="49822" y="39916"/>
                </a:lnTo>
                <a:lnTo>
                  <a:pt x="60960" y="39624"/>
                </a:lnTo>
                <a:lnTo>
                  <a:pt x="196596" y="39624"/>
                </a:lnTo>
                <a:lnTo>
                  <a:pt x="179197" y="80759"/>
                </a:lnTo>
                <a:lnTo>
                  <a:pt x="159067" y="119443"/>
                </a:lnTo>
                <a:lnTo>
                  <a:pt x="136385" y="155575"/>
                </a:lnTo>
                <a:lnTo>
                  <a:pt x="111252" y="188976"/>
                </a:lnTo>
                <a:lnTo>
                  <a:pt x="84442" y="218694"/>
                </a:lnTo>
                <a:lnTo>
                  <a:pt x="56769" y="246126"/>
                </a:lnTo>
                <a:lnTo>
                  <a:pt x="0" y="294132"/>
                </a:lnTo>
                <a:lnTo>
                  <a:pt x="4572" y="300228"/>
                </a:lnTo>
                <a:lnTo>
                  <a:pt x="46977" y="272973"/>
                </a:lnTo>
                <a:lnTo>
                  <a:pt x="86309" y="242341"/>
                </a:lnTo>
                <a:lnTo>
                  <a:pt x="122428" y="208280"/>
                </a:lnTo>
                <a:lnTo>
                  <a:pt x="155168" y="170700"/>
                </a:lnTo>
                <a:lnTo>
                  <a:pt x="184404" y="129540"/>
                </a:lnTo>
                <a:lnTo>
                  <a:pt x="184391" y="308610"/>
                </a:lnTo>
                <a:lnTo>
                  <a:pt x="184213" y="336042"/>
                </a:lnTo>
                <a:lnTo>
                  <a:pt x="183769" y="365760"/>
                </a:lnTo>
                <a:lnTo>
                  <a:pt x="182880" y="397764"/>
                </a:lnTo>
                <a:lnTo>
                  <a:pt x="213360" y="385572"/>
                </a:lnTo>
                <a:lnTo>
                  <a:pt x="210578" y="330923"/>
                </a:lnTo>
                <a:lnTo>
                  <a:pt x="210312" y="138684"/>
                </a:lnTo>
                <a:lnTo>
                  <a:pt x="222885" y="129540"/>
                </a:lnTo>
                <a:lnTo>
                  <a:pt x="227076" y="126492"/>
                </a:lnTo>
                <a:lnTo>
                  <a:pt x="196596" y="109728"/>
                </a:lnTo>
                <a:lnTo>
                  <a:pt x="206362" y="89992"/>
                </a:lnTo>
                <a:lnTo>
                  <a:pt x="215265" y="71818"/>
                </a:lnTo>
                <a:lnTo>
                  <a:pt x="223608" y="55079"/>
                </a:lnTo>
                <a:lnTo>
                  <a:pt x="231648" y="39624"/>
                </a:lnTo>
                <a:lnTo>
                  <a:pt x="396240" y="39624"/>
                </a:lnTo>
                <a:close/>
              </a:path>
              <a:path w="841375" h="405764">
                <a:moveTo>
                  <a:pt x="612660" y="137160"/>
                </a:moveTo>
                <a:lnTo>
                  <a:pt x="582180" y="105156"/>
                </a:lnTo>
                <a:lnTo>
                  <a:pt x="562368" y="126492"/>
                </a:lnTo>
                <a:lnTo>
                  <a:pt x="548652" y="126492"/>
                </a:lnTo>
                <a:lnTo>
                  <a:pt x="548652" y="48768"/>
                </a:lnTo>
                <a:lnTo>
                  <a:pt x="548652" y="44196"/>
                </a:lnTo>
                <a:lnTo>
                  <a:pt x="581609" y="37909"/>
                </a:lnTo>
                <a:lnTo>
                  <a:pt x="595147" y="35839"/>
                </a:lnTo>
                <a:lnTo>
                  <a:pt x="606564" y="35052"/>
                </a:lnTo>
                <a:lnTo>
                  <a:pt x="580656" y="6096"/>
                </a:lnTo>
                <a:lnTo>
                  <a:pt x="538645" y="29032"/>
                </a:lnTo>
                <a:lnTo>
                  <a:pt x="485597" y="44005"/>
                </a:lnTo>
                <a:lnTo>
                  <a:pt x="451116" y="51816"/>
                </a:lnTo>
                <a:lnTo>
                  <a:pt x="452640" y="59436"/>
                </a:lnTo>
                <a:lnTo>
                  <a:pt x="470065" y="56273"/>
                </a:lnTo>
                <a:lnTo>
                  <a:pt x="488073" y="53530"/>
                </a:lnTo>
                <a:lnTo>
                  <a:pt x="506641" y="51079"/>
                </a:lnTo>
                <a:lnTo>
                  <a:pt x="525792" y="48768"/>
                </a:lnTo>
                <a:lnTo>
                  <a:pt x="525792" y="126492"/>
                </a:lnTo>
                <a:lnTo>
                  <a:pt x="443496" y="126492"/>
                </a:lnTo>
                <a:lnTo>
                  <a:pt x="458736" y="141732"/>
                </a:lnTo>
                <a:lnTo>
                  <a:pt x="469036" y="139738"/>
                </a:lnTo>
                <a:lnTo>
                  <a:pt x="479501" y="138303"/>
                </a:lnTo>
                <a:lnTo>
                  <a:pt x="490232" y="137452"/>
                </a:lnTo>
                <a:lnTo>
                  <a:pt x="501408" y="137160"/>
                </a:lnTo>
                <a:lnTo>
                  <a:pt x="524268" y="137160"/>
                </a:lnTo>
                <a:lnTo>
                  <a:pt x="510743" y="180213"/>
                </a:lnTo>
                <a:lnTo>
                  <a:pt x="493788" y="225552"/>
                </a:lnTo>
                <a:lnTo>
                  <a:pt x="469976" y="272796"/>
                </a:lnTo>
                <a:lnTo>
                  <a:pt x="440448" y="320040"/>
                </a:lnTo>
                <a:lnTo>
                  <a:pt x="445020" y="323088"/>
                </a:lnTo>
                <a:lnTo>
                  <a:pt x="468998" y="296799"/>
                </a:lnTo>
                <a:lnTo>
                  <a:pt x="490550" y="268224"/>
                </a:lnTo>
                <a:lnTo>
                  <a:pt x="509524" y="237363"/>
                </a:lnTo>
                <a:lnTo>
                  <a:pt x="525792" y="204216"/>
                </a:lnTo>
                <a:lnTo>
                  <a:pt x="525551" y="268871"/>
                </a:lnTo>
                <a:lnTo>
                  <a:pt x="524979" y="327088"/>
                </a:lnTo>
                <a:lnTo>
                  <a:pt x="524497" y="369023"/>
                </a:lnTo>
                <a:lnTo>
                  <a:pt x="524268" y="405384"/>
                </a:lnTo>
                <a:lnTo>
                  <a:pt x="550176" y="391668"/>
                </a:lnTo>
                <a:lnTo>
                  <a:pt x="549325" y="366102"/>
                </a:lnTo>
                <a:lnTo>
                  <a:pt x="549236" y="359283"/>
                </a:lnTo>
                <a:lnTo>
                  <a:pt x="548894" y="325945"/>
                </a:lnTo>
                <a:lnTo>
                  <a:pt x="548767" y="297180"/>
                </a:lnTo>
                <a:lnTo>
                  <a:pt x="548652" y="204216"/>
                </a:lnTo>
                <a:lnTo>
                  <a:pt x="548652" y="182880"/>
                </a:lnTo>
                <a:lnTo>
                  <a:pt x="557237" y="193509"/>
                </a:lnTo>
                <a:lnTo>
                  <a:pt x="564845" y="204978"/>
                </a:lnTo>
                <a:lnTo>
                  <a:pt x="571576" y="217601"/>
                </a:lnTo>
                <a:lnTo>
                  <a:pt x="582180" y="242316"/>
                </a:lnTo>
                <a:lnTo>
                  <a:pt x="586752" y="248412"/>
                </a:lnTo>
                <a:lnTo>
                  <a:pt x="592848" y="248412"/>
                </a:lnTo>
                <a:lnTo>
                  <a:pt x="600468" y="233172"/>
                </a:lnTo>
                <a:lnTo>
                  <a:pt x="601992" y="227076"/>
                </a:lnTo>
                <a:lnTo>
                  <a:pt x="601992" y="220980"/>
                </a:lnTo>
                <a:lnTo>
                  <a:pt x="578218" y="189153"/>
                </a:lnTo>
                <a:lnTo>
                  <a:pt x="568515" y="182880"/>
                </a:lnTo>
                <a:lnTo>
                  <a:pt x="558888" y="177292"/>
                </a:lnTo>
                <a:lnTo>
                  <a:pt x="548652" y="172212"/>
                </a:lnTo>
                <a:lnTo>
                  <a:pt x="548652" y="137160"/>
                </a:lnTo>
                <a:lnTo>
                  <a:pt x="612660" y="137160"/>
                </a:lnTo>
                <a:close/>
              </a:path>
              <a:path w="841375" h="405764">
                <a:moveTo>
                  <a:pt x="616204" y="307848"/>
                </a:moveTo>
                <a:lnTo>
                  <a:pt x="615708" y="294132"/>
                </a:lnTo>
                <a:lnTo>
                  <a:pt x="609612" y="294132"/>
                </a:lnTo>
                <a:lnTo>
                  <a:pt x="604748" y="310997"/>
                </a:lnTo>
                <a:lnTo>
                  <a:pt x="599325" y="324993"/>
                </a:lnTo>
                <a:lnTo>
                  <a:pt x="593331" y="336118"/>
                </a:lnTo>
                <a:lnTo>
                  <a:pt x="586752" y="344424"/>
                </a:lnTo>
                <a:lnTo>
                  <a:pt x="579132" y="350520"/>
                </a:lnTo>
                <a:lnTo>
                  <a:pt x="576084" y="356616"/>
                </a:lnTo>
                <a:lnTo>
                  <a:pt x="576084" y="362712"/>
                </a:lnTo>
                <a:lnTo>
                  <a:pt x="577608" y="364236"/>
                </a:lnTo>
                <a:lnTo>
                  <a:pt x="579132" y="364236"/>
                </a:lnTo>
                <a:lnTo>
                  <a:pt x="585228" y="367284"/>
                </a:lnTo>
                <a:lnTo>
                  <a:pt x="592848" y="367284"/>
                </a:lnTo>
                <a:lnTo>
                  <a:pt x="597420" y="365760"/>
                </a:lnTo>
                <a:lnTo>
                  <a:pt x="603516" y="364236"/>
                </a:lnTo>
                <a:lnTo>
                  <a:pt x="608088" y="364236"/>
                </a:lnTo>
                <a:lnTo>
                  <a:pt x="611136" y="358140"/>
                </a:lnTo>
                <a:lnTo>
                  <a:pt x="614184" y="347472"/>
                </a:lnTo>
                <a:lnTo>
                  <a:pt x="615276" y="338074"/>
                </a:lnTo>
                <a:lnTo>
                  <a:pt x="616089" y="325945"/>
                </a:lnTo>
                <a:lnTo>
                  <a:pt x="616204" y="307848"/>
                </a:lnTo>
                <a:close/>
              </a:path>
              <a:path w="841375" h="405764">
                <a:moveTo>
                  <a:pt x="734580" y="289560"/>
                </a:moveTo>
                <a:lnTo>
                  <a:pt x="733056" y="284988"/>
                </a:lnTo>
                <a:lnTo>
                  <a:pt x="728484" y="280416"/>
                </a:lnTo>
                <a:lnTo>
                  <a:pt x="724192" y="274993"/>
                </a:lnTo>
                <a:lnTo>
                  <a:pt x="715911" y="267843"/>
                </a:lnTo>
                <a:lnTo>
                  <a:pt x="703618" y="258991"/>
                </a:lnTo>
                <a:lnTo>
                  <a:pt x="687336" y="248412"/>
                </a:lnTo>
                <a:lnTo>
                  <a:pt x="684288" y="251460"/>
                </a:lnTo>
                <a:lnTo>
                  <a:pt x="693712" y="265747"/>
                </a:lnTo>
                <a:lnTo>
                  <a:pt x="701433" y="278892"/>
                </a:lnTo>
                <a:lnTo>
                  <a:pt x="707428" y="290893"/>
                </a:lnTo>
                <a:lnTo>
                  <a:pt x="711720" y="301752"/>
                </a:lnTo>
                <a:lnTo>
                  <a:pt x="713244" y="312420"/>
                </a:lnTo>
                <a:lnTo>
                  <a:pt x="716292" y="316992"/>
                </a:lnTo>
                <a:lnTo>
                  <a:pt x="720864" y="316992"/>
                </a:lnTo>
                <a:lnTo>
                  <a:pt x="723912" y="313944"/>
                </a:lnTo>
                <a:lnTo>
                  <a:pt x="728484" y="307848"/>
                </a:lnTo>
                <a:lnTo>
                  <a:pt x="731532" y="301752"/>
                </a:lnTo>
                <a:lnTo>
                  <a:pt x="734580" y="297180"/>
                </a:lnTo>
                <a:lnTo>
                  <a:pt x="734580" y="289560"/>
                </a:lnTo>
                <a:close/>
              </a:path>
              <a:path w="841375" h="405764">
                <a:moveTo>
                  <a:pt x="795540" y="362712"/>
                </a:moveTo>
                <a:lnTo>
                  <a:pt x="776681" y="327088"/>
                </a:lnTo>
                <a:lnTo>
                  <a:pt x="775728" y="306324"/>
                </a:lnTo>
                <a:lnTo>
                  <a:pt x="768108" y="306324"/>
                </a:lnTo>
                <a:lnTo>
                  <a:pt x="765060" y="344424"/>
                </a:lnTo>
                <a:lnTo>
                  <a:pt x="746772" y="367284"/>
                </a:lnTo>
                <a:lnTo>
                  <a:pt x="698004" y="367284"/>
                </a:lnTo>
                <a:lnTo>
                  <a:pt x="686231" y="366102"/>
                </a:lnTo>
                <a:lnTo>
                  <a:pt x="678192" y="362331"/>
                </a:lnTo>
                <a:lnTo>
                  <a:pt x="673569" y="355714"/>
                </a:lnTo>
                <a:lnTo>
                  <a:pt x="672096" y="345948"/>
                </a:lnTo>
                <a:lnTo>
                  <a:pt x="672096" y="304800"/>
                </a:lnTo>
                <a:lnTo>
                  <a:pt x="684288" y="294132"/>
                </a:lnTo>
                <a:lnTo>
                  <a:pt x="647712" y="277368"/>
                </a:lnTo>
                <a:lnTo>
                  <a:pt x="647979" y="297180"/>
                </a:lnTo>
                <a:lnTo>
                  <a:pt x="648995" y="335457"/>
                </a:lnTo>
                <a:lnTo>
                  <a:pt x="649236" y="356616"/>
                </a:lnTo>
                <a:lnTo>
                  <a:pt x="650963" y="368642"/>
                </a:lnTo>
                <a:lnTo>
                  <a:pt x="656285" y="377380"/>
                </a:lnTo>
                <a:lnTo>
                  <a:pt x="665302" y="382981"/>
                </a:lnTo>
                <a:lnTo>
                  <a:pt x="678192" y="385572"/>
                </a:lnTo>
                <a:lnTo>
                  <a:pt x="752868" y="385572"/>
                </a:lnTo>
                <a:lnTo>
                  <a:pt x="767461" y="385864"/>
                </a:lnTo>
                <a:lnTo>
                  <a:pt x="779348" y="382143"/>
                </a:lnTo>
                <a:lnTo>
                  <a:pt x="788657" y="374434"/>
                </a:lnTo>
                <a:lnTo>
                  <a:pt x="792848" y="367284"/>
                </a:lnTo>
                <a:lnTo>
                  <a:pt x="795540" y="362712"/>
                </a:lnTo>
                <a:close/>
              </a:path>
              <a:path w="841375" h="405764">
                <a:moveTo>
                  <a:pt x="824496" y="128016"/>
                </a:moveTo>
                <a:lnTo>
                  <a:pt x="797064" y="108204"/>
                </a:lnTo>
                <a:lnTo>
                  <a:pt x="784872" y="124968"/>
                </a:lnTo>
                <a:lnTo>
                  <a:pt x="720864" y="124968"/>
                </a:lnTo>
                <a:lnTo>
                  <a:pt x="750011" y="87249"/>
                </a:lnTo>
                <a:lnTo>
                  <a:pt x="780719" y="64008"/>
                </a:lnTo>
                <a:lnTo>
                  <a:pt x="784872" y="62484"/>
                </a:lnTo>
                <a:lnTo>
                  <a:pt x="775182" y="53340"/>
                </a:lnTo>
                <a:lnTo>
                  <a:pt x="757440" y="36576"/>
                </a:lnTo>
                <a:lnTo>
                  <a:pt x="740676" y="53340"/>
                </a:lnTo>
                <a:lnTo>
                  <a:pt x="673620" y="53340"/>
                </a:lnTo>
                <a:lnTo>
                  <a:pt x="682739" y="41059"/>
                </a:lnTo>
                <a:lnTo>
                  <a:pt x="691718" y="31623"/>
                </a:lnTo>
                <a:lnTo>
                  <a:pt x="700405" y="25057"/>
                </a:lnTo>
                <a:lnTo>
                  <a:pt x="708672" y="21336"/>
                </a:lnTo>
                <a:lnTo>
                  <a:pt x="675144" y="0"/>
                </a:lnTo>
                <a:lnTo>
                  <a:pt x="656285" y="43726"/>
                </a:lnTo>
                <a:lnTo>
                  <a:pt x="628091" y="89154"/>
                </a:lnTo>
                <a:lnTo>
                  <a:pt x="609612" y="114300"/>
                </a:lnTo>
                <a:lnTo>
                  <a:pt x="614184" y="117348"/>
                </a:lnTo>
                <a:lnTo>
                  <a:pt x="627875" y="106235"/>
                </a:lnTo>
                <a:lnTo>
                  <a:pt x="641426" y="93535"/>
                </a:lnTo>
                <a:lnTo>
                  <a:pt x="654685" y="79425"/>
                </a:lnTo>
                <a:lnTo>
                  <a:pt x="667524" y="64008"/>
                </a:lnTo>
                <a:lnTo>
                  <a:pt x="742200" y="64008"/>
                </a:lnTo>
                <a:lnTo>
                  <a:pt x="710196" y="124968"/>
                </a:lnTo>
                <a:lnTo>
                  <a:pt x="614184" y="124968"/>
                </a:lnTo>
                <a:lnTo>
                  <a:pt x="629424" y="140208"/>
                </a:lnTo>
                <a:lnTo>
                  <a:pt x="639724" y="138214"/>
                </a:lnTo>
                <a:lnTo>
                  <a:pt x="650189" y="136779"/>
                </a:lnTo>
                <a:lnTo>
                  <a:pt x="660920" y="135928"/>
                </a:lnTo>
                <a:lnTo>
                  <a:pt x="672096" y="135636"/>
                </a:lnTo>
                <a:lnTo>
                  <a:pt x="787920" y="135636"/>
                </a:lnTo>
                <a:lnTo>
                  <a:pt x="787920" y="176784"/>
                </a:lnTo>
                <a:lnTo>
                  <a:pt x="630948" y="176784"/>
                </a:lnTo>
                <a:lnTo>
                  <a:pt x="647712" y="193548"/>
                </a:lnTo>
                <a:lnTo>
                  <a:pt x="657136" y="190677"/>
                </a:lnTo>
                <a:lnTo>
                  <a:pt x="667143" y="188785"/>
                </a:lnTo>
                <a:lnTo>
                  <a:pt x="677710" y="187769"/>
                </a:lnTo>
                <a:lnTo>
                  <a:pt x="688860" y="187452"/>
                </a:lnTo>
                <a:lnTo>
                  <a:pt x="787920" y="187452"/>
                </a:lnTo>
                <a:lnTo>
                  <a:pt x="787920" y="227076"/>
                </a:lnTo>
                <a:lnTo>
                  <a:pt x="614184" y="227076"/>
                </a:lnTo>
                <a:lnTo>
                  <a:pt x="629424" y="243840"/>
                </a:lnTo>
                <a:lnTo>
                  <a:pt x="639724" y="240969"/>
                </a:lnTo>
                <a:lnTo>
                  <a:pt x="650189" y="239077"/>
                </a:lnTo>
                <a:lnTo>
                  <a:pt x="660920" y="238061"/>
                </a:lnTo>
                <a:lnTo>
                  <a:pt x="672096" y="237744"/>
                </a:lnTo>
                <a:lnTo>
                  <a:pt x="787920" y="237744"/>
                </a:lnTo>
                <a:lnTo>
                  <a:pt x="787920" y="260604"/>
                </a:lnTo>
                <a:lnTo>
                  <a:pt x="812304" y="249936"/>
                </a:lnTo>
                <a:lnTo>
                  <a:pt x="810945" y="208026"/>
                </a:lnTo>
                <a:lnTo>
                  <a:pt x="810780" y="140208"/>
                </a:lnTo>
                <a:lnTo>
                  <a:pt x="815924" y="135636"/>
                </a:lnTo>
                <a:lnTo>
                  <a:pt x="824496" y="128016"/>
                </a:lnTo>
                <a:close/>
              </a:path>
              <a:path w="841375" h="405764">
                <a:moveTo>
                  <a:pt x="841260" y="341376"/>
                </a:moveTo>
                <a:lnTo>
                  <a:pt x="819200" y="308851"/>
                </a:lnTo>
                <a:lnTo>
                  <a:pt x="787920" y="289560"/>
                </a:lnTo>
                <a:lnTo>
                  <a:pt x="784872" y="294132"/>
                </a:lnTo>
                <a:lnTo>
                  <a:pt x="792530" y="304990"/>
                </a:lnTo>
                <a:lnTo>
                  <a:pt x="799350" y="314706"/>
                </a:lnTo>
                <a:lnTo>
                  <a:pt x="805014" y="323278"/>
                </a:lnTo>
                <a:lnTo>
                  <a:pt x="809256" y="330708"/>
                </a:lnTo>
                <a:lnTo>
                  <a:pt x="812444" y="337566"/>
                </a:lnTo>
                <a:lnTo>
                  <a:pt x="818248" y="351282"/>
                </a:lnTo>
                <a:lnTo>
                  <a:pt x="821448" y="358140"/>
                </a:lnTo>
                <a:lnTo>
                  <a:pt x="822972" y="364236"/>
                </a:lnTo>
                <a:lnTo>
                  <a:pt x="826020" y="367284"/>
                </a:lnTo>
                <a:lnTo>
                  <a:pt x="829068" y="367284"/>
                </a:lnTo>
                <a:lnTo>
                  <a:pt x="832116" y="362712"/>
                </a:lnTo>
                <a:lnTo>
                  <a:pt x="835164" y="356616"/>
                </a:lnTo>
                <a:lnTo>
                  <a:pt x="839736" y="350520"/>
                </a:lnTo>
                <a:lnTo>
                  <a:pt x="841260" y="345948"/>
                </a:lnTo>
                <a:lnTo>
                  <a:pt x="841260" y="34137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" name="object 21"/>
          <p:cNvSpPr/>
          <p:nvPr/>
        </p:nvSpPr>
        <p:spPr>
          <a:xfrm>
            <a:off x="6041135" y="2356104"/>
            <a:ext cx="388620" cy="405765"/>
          </a:xfrm>
          <a:custGeom>
            <a:avLst/>
            <a:gdLst/>
            <a:ahLst/>
            <a:cxnLst/>
            <a:rect l="l" t="t" r="r" b="b"/>
            <a:pathLst>
              <a:path w="388620" h="405764">
                <a:moveTo>
                  <a:pt x="199644" y="70103"/>
                </a:moveTo>
                <a:lnTo>
                  <a:pt x="195072" y="70103"/>
                </a:lnTo>
                <a:lnTo>
                  <a:pt x="192024" y="65531"/>
                </a:lnTo>
                <a:lnTo>
                  <a:pt x="190500" y="54863"/>
                </a:lnTo>
                <a:lnTo>
                  <a:pt x="186856" y="43124"/>
                </a:lnTo>
                <a:lnTo>
                  <a:pt x="180784" y="30670"/>
                </a:lnTo>
                <a:lnTo>
                  <a:pt x="172712" y="17359"/>
                </a:lnTo>
                <a:lnTo>
                  <a:pt x="163068" y="3048"/>
                </a:lnTo>
                <a:lnTo>
                  <a:pt x="166116" y="0"/>
                </a:lnTo>
                <a:lnTo>
                  <a:pt x="201263" y="20788"/>
                </a:lnTo>
                <a:lnTo>
                  <a:pt x="216408" y="38100"/>
                </a:lnTo>
                <a:lnTo>
                  <a:pt x="216408" y="50291"/>
                </a:lnTo>
                <a:lnTo>
                  <a:pt x="213360" y="56387"/>
                </a:lnTo>
                <a:lnTo>
                  <a:pt x="208788" y="62483"/>
                </a:lnTo>
                <a:lnTo>
                  <a:pt x="202692" y="68579"/>
                </a:lnTo>
                <a:lnTo>
                  <a:pt x="199644" y="70103"/>
                </a:lnTo>
                <a:close/>
              </a:path>
              <a:path w="388620" h="405764">
                <a:moveTo>
                  <a:pt x="36576" y="138683"/>
                </a:moveTo>
                <a:lnTo>
                  <a:pt x="28956" y="138683"/>
                </a:lnTo>
                <a:lnTo>
                  <a:pt x="24384" y="137159"/>
                </a:lnTo>
                <a:lnTo>
                  <a:pt x="21336" y="134111"/>
                </a:lnTo>
                <a:lnTo>
                  <a:pt x="16764" y="131063"/>
                </a:lnTo>
                <a:lnTo>
                  <a:pt x="15240" y="129539"/>
                </a:lnTo>
                <a:lnTo>
                  <a:pt x="15240" y="123443"/>
                </a:lnTo>
                <a:lnTo>
                  <a:pt x="19812" y="117347"/>
                </a:lnTo>
                <a:lnTo>
                  <a:pt x="28956" y="109727"/>
                </a:lnTo>
                <a:lnTo>
                  <a:pt x="36623" y="100274"/>
                </a:lnTo>
                <a:lnTo>
                  <a:pt x="43434" y="87820"/>
                </a:lnTo>
                <a:lnTo>
                  <a:pt x="49101" y="72223"/>
                </a:lnTo>
                <a:lnTo>
                  <a:pt x="53340" y="53339"/>
                </a:lnTo>
                <a:lnTo>
                  <a:pt x="59436" y="53339"/>
                </a:lnTo>
                <a:lnTo>
                  <a:pt x="59436" y="76200"/>
                </a:lnTo>
                <a:lnTo>
                  <a:pt x="368410" y="76200"/>
                </a:lnTo>
                <a:lnTo>
                  <a:pt x="377223" y="86867"/>
                </a:lnTo>
                <a:lnTo>
                  <a:pt x="59436" y="86867"/>
                </a:lnTo>
                <a:lnTo>
                  <a:pt x="59721" y="104298"/>
                </a:lnTo>
                <a:lnTo>
                  <a:pt x="58293" y="117728"/>
                </a:lnTo>
                <a:lnTo>
                  <a:pt x="55149" y="127158"/>
                </a:lnTo>
                <a:lnTo>
                  <a:pt x="50292" y="132587"/>
                </a:lnTo>
                <a:lnTo>
                  <a:pt x="42672" y="137159"/>
                </a:lnTo>
                <a:lnTo>
                  <a:pt x="36576" y="138683"/>
                </a:lnTo>
                <a:close/>
              </a:path>
              <a:path w="388620" h="405764">
                <a:moveTo>
                  <a:pt x="368410" y="76200"/>
                </a:moveTo>
                <a:lnTo>
                  <a:pt x="332232" y="76200"/>
                </a:lnTo>
                <a:lnTo>
                  <a:pt x="352044" y="56387"/>
                </a:lnTo>
                <a:lnTo>
                  <a:pt x="368410" y="76200"/>
                </a:lnTo>
                <a:close/>
              </a:path>
              <a:path w="388620" h="405764">
                <a:moveTo>
                  <a:pt x="318516" y="134111"/>
                </a:moveTo>
                <a:lnTo>
                  <a:pt x="313944" y="129539"/>
                </a:lnTo>
                <a:lnTo>
                  <a:pt x="336804" y="86867"/>
                </a:lnTo>
                <a:lnTo>
                  <a:pt x="377223" y="86867"/>
                </a:lnTo>
                <a:lnTo>
                  <a:pt x="381000" y="91439"/>
                </a:lnTo>
                <a:lnTo>
                  <a:pt x="368450" y="94035"/>
                </a:lnTo>
                <a:lnTo>
                  <a:pt x="353758" y="101917"/>
                </a:lnTo>
                <a:lnTo>
                  <a:pt x="337065" y="115228"/>
                </a:lnTo>
                <a:lnTo>
                  <a:pt x="318516" y="134111"/>
                </a:lnTo>
                <a:close/>
              </a:path>
              <a:path w="388620" h="405764">
                <a:moveTo>
                  <a:pt x="44196" y="175259"/>
                </a:moveTo>
                <a:lnTo>
                  <a:pt x="28956" y="160019"/>
                </a:lnTo>
                <a:lnTo>
                  <a:pt x="300228" y="160019"/>
                </a:lnTo>
                <a:lnTo>
                  <a:pt x="324612" y="135635"/>
                </a:lnTo>
                <a:lnTo>
                  <a:pt x="359664" y="170687"/>
                </a:lnTo>
                <a:lnTo>
                  <a:pt x="85344" y="170687"/>
                </a:lnTo>
                <a:lnTo>
                  <a:pt x="74842" y="170973"/>
                </a:lnTo>
                <a:lnTo>
                  <a:pt x="64198" y="171830"/>
                </a:lnTo>
                <a:lnTo>
                  <a:pt x="53840" y="173259"/>
                </a:lnTo>
                <a:lnTo>
                  <a:pt x="44196" y="175259"/>
                </a:lnTo>
                <a:close/>
              </a:path>
              <a:path w="388620" h="405764">
                <a:moveTo>
                  <a:pt x="207264" y="348996"/>
                </a:moveTo>
                <a:lnTo>
                  <a:pt x="182880" y="348996"/>
                </a:lnTo>
                <a:lnTo>
                  <a:pt x="182880" y="170687"/>
                </a:lnTo>
                <a:lnTo>
                  <a:pt x="207264" y="170687"/>
                </a:lnTo>
                <a:lnTo>
                  <a:pt x="207264" y="254507"/>
                </a:lnTo>
                <a:lnTo>
                  <a:pt x="330200" y="254507"/>
                </a:lnTo>
                <a:lnTo>
                  <a:pt x="341376" y="265175"/>
                </a:lnTo>
                <a:lnTo>
                  <a:pt x="207264" y="265175"/>
                </a:lnTo>
                <a:lnTo>
                  <a:pt x="207264" y="348996"/>
                </a:lnTo>
                <a:close/>
              </a:path>
              <a:path w="388620" h="405764">
                <a:moveTo>
                  <a:pt x="4572" y="405384"/>
                </a:moveTo>
                <a:lnTo>
                  <a:pt x="0" y="399287"/>
                </a:lnTo>
                <a:lnTo>
                  <a:pt x="16025" y="383285"/>
                </a:lnTo>
                <a:lnTo>
                  <a:pt x="29908" y="367284"/>
                </a:lnTo>
                <a:lnTo>
                  <a:pt x="51816" y="335280"/>
                </a:lnTo>
                <a:lnTo>
                  <a:pt x="70675" y="285988"/>
                </a:lnTo>
                <a:lnTo>
                  <a:pt x="79629" y="237553"/>
                </a:lnTo>
                <a:lnTo>
                  <a:pt x="82296" y="204215"/>
                </a:lnTo>
                <a:lnTo>
                  <a:pt x="123444" y="225551"/>
                </a:lnTo>
                <a:lnTo>
                  <a:pt x="109728" y="237743"/>
                </a:lnTo>
                <a:lnTo>
                  <a:pt x="106560" y="248864"/>
                </a:lnTo>
                <a:lnTo>
                  <a:pt x="103822" y="259270"/>
                </a:lnTo>
                <a:lnTo>
                  <a:pt x="101369" y="268819"/>
                </a:lnTo>
                <a:lnTo>
                  <a:pt x="99060" y="277367"/>
                </a:lnTo>
                <a:lnTo>
                  <a:pt x="106576" y="288035"/>
                </a:lnTo>
                <a:lnTo>
                  <a:pt x="96012" y="288035"/>
                </a:lnTo>
                <a:lnTo>
                  <a:pt x="87963" y="307490"/>
                </a:lnTo>
                <a:lnTo>
                  <a:pt x="60960" y="353568"/>
                </a:lnTo>
                <a:lnTo>
                  <a:pt x="21955" y="391929"/>
                </a:lnTo>
                <a:lnTo>
                  <a:pt x="4572" y="405384"/>
                </a:lnTo>
                <a:close/>
              </a:path>
              <a:path w="388620" h="405764">
                <a:moveTo>
                  <a:pt x="330200" y="254507"/>
                </a:moveTo>
                <a:lnTo>
                  <a:pt x="286511" y="254507"/>
                </a:lnTo>
                <a:lnTo>
                  <a:pt x="307847" y="233171"/>
                </a:lnTo>
                <a:lnTo>
                  <a:pt x="330200" y="254507"/>
                </a:lnTo>
                <a:close/>
              </a:path>
              <a:path w="388620" h="405764">
                <a:moveTo>
                  <a:pt x="352044" y="394716"/>
                </a:moveTo>
                <a:lnTo>
                  <a:pt x="309443" y="393239"/>
                </a:lnTo>
                <a:lnTo>
                  <a:pt x="242530" y="387429"/>
                </a:lnTo>
                <a:lnTo>
                  <a:pt x="196453" y="377094"/>
                </a:lnTo>
                <a:lnTo>
                  <a:pt x="160924" y="361092"/>
                </a:lnTo>
                <a:lnTo>
                  <a:pt x="120015" y="322707"/>
                </a:lnTo>
                <a:lnTo>
                  <a:pt x="96012" y="288035"/>
                </a:lnTo>
                <a:lnTo>
                  <a:pt x="106576" y="288035"/>
                </a:lnTo>
                <a:lnTo>
                  <a:pt x="108489" y="290750"/>
                </a:lnTo>
                <a:lnTo>
                  <a:pt x="118491" y="303275"/>
                </a:lnTo>
                <a:lnTo>
                  <a:pt x="151376" y="332922"/>
                </a:lnTo>
                <a:lnTo>
                  <a:pt x="182880" y="348996"/>
                </a:lnTo>
                <a:lnTo>
                  <a:pt x="207264" y="348996"/>
                </a:lnTo>
                <a:lnTo>
                  <a:pt x="207264" y="356616"/>
                </a:lnTo>
                <a:lnTo>
                  <a:pt x="231909" y="359735"/>
                </a:lnTo>
                <a:lnTo>
                  <a:pt x="255841" y="362140"/>
                </a:lnTo>
                <a:lnTo>
                  <a:pt x="279487" y="363688"/>
                </a:lnTo>
                <a:lnTo>
                  <a:pt x="303276" y="364236"/>
                </a:lnTo>
                <a:lnTo>
                  <a:pt x="388620" y="364236"/>
                </a:lnTo>
                <a:lnTo>
                  <a:pt x="388620" y="365760"/>
                </a:lnTo>
                <a:lnTo>
                  <a:pt x="375189" y="370070"/>
                </a:lnTo>
                <a:lnTo>
                  <a:pt x="364617" y="376237"/>
                </a:lnTo>
                <a:lnTo>
                  <a:pt x="356901" y="384405"/>
                </a:lnTo>
                <a:lnTo>
                  <a:pt x="352044" y="394716"/>
                </a:lnTo>
                <a:close/>
              </a:path>
              <a:path w="388620" h="405764">
                <a:moveTo>
                  <a:pt x="388620" y="364236"/>
                </a:moveTo>
                <a:lnTo>
                  <a:pt x="303276" y="364236"/>
                </a:lnTo>
                <a:lnTo>
                  <a:pt x="388620" y="359664"/>
                </a:lnTo>
                <a:lnTo>
                  <a:pt x="388620" y="36423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" name="object 22"/>
          <p:cNvSpPr/>
          <p:nvPr/>
        </p:nvSpPr>
        <p:spPr>
          <a:xfrm>
            <a:off x="6480035" y="2351531"/>
            <a:ext cx="1024255" cy="455930"/>
          </a:xfrm>
          <a:custGeom>
            <a:avLst/>
            <a:gdLst/>
            <a:ahLst/>
            <a:cxnLst/>
            <a:rect l="l" t="t" r="r" b="b"/>
            <a:pathLst>
              <a:path w="1024254" h="455930">
                <a:moveTo>
                  <a:pt x="350520" y="54876"/>
                </a:moveTo>
                <a:lnTo>
                  <a:pt x="316992" y="19824"/>
                </a:lnTo>
                <a:lnTo>
                  <a:pt x="292608" y="44208"/>
                </a:lnTo>
                <a:lnTo>
                  <a:pt x="65532" y="44208"/>
                </a:lnTo>
                <a:lnTo>
                  <a:pt x="80772" y="59448"/>
                </a:lnTo>
                <a:lnTo>
                  <a:pt x="89331" y="57442"/>
                </a:lnTo>
                <a:lnTo>
                  <a:pt x="98869" y="56019"/>
                </a:lnTo>
                <a:lnTo>
                  <a:pt x="109283" y="55156"/>
                </a:lnTo>
                <a:lnTo>
                  <a:pt x="120396" y="54876"/>
                </a:lnTo>
                <a:lnTo>
                  <a:pt x="350520" y="54876"/>
                </a:lnTo>
                <a:close/>
              </a:path>
              <a:path w="1024254" h="455930">
                <a:moveTo>
                  <a:pt x="405384" y="361200"/>
                </a:moveTo>
                <a:lnTo>
                  <a:pt x="384454" y="324815"/>
                </a:lnTo>
                <a:lnTo>
                  <a:pt x="382524" y="268236"/>
                </a:lnTo>
                <a:lnTo>
                  <a:pt x="373380" y="268236"/>
                </a:lnTo>
                <a:lnTo>
                  <a:pt x="370141" y="307289"/>
                </a:lnTo>
                <a:lnTo>
                  <a:pt x="362077" y="349453"/>
                </a:lnTo>
                <a:lnTo>
                  <a:pt x="335280" y="364248"/>
                </a:lnTo>
                <a:lnTo>
                  <a:pt x="295656" y="364248"/>
                </a:lnTo>
                <a:lnTo>
                  <a:pt x="278777" y="363359"/>
                </a:lnTo>
                <a:lnTo>
                  <a:pt x="266890" y="358343"/>
                </a:lnTo>
                <a:lnTo>
                  <a:pt x="259867" y="349021"/>
                </a:lnTo>
                <a:lnTo>
                  <a:pt x="257556" y="335292"/>
                </a:lnTo>
                <a:lnTo>
                  <a:pt x="257556" y="166128"/>
                </a:lnTo>
                <a:lnTo>
                  <a:pt x="388620" y="166128"/>
                </a:lnTo>
                <a:lnTo>
                  <a:pt x="352044" y="129552"/>
                </a:lnTo>
                <a:lnTo>
                  <a:pt x="326136" y="155460"/>
                </a:lnTo>
                <a:lnTo>
                  <a:pt x="15240" y="155460"/>
                </a:lnTo>
                <a:lnTo>
                  <a:pt x="30480" y="170700"/>
                </a:lnTo>
                <a:lnTo>
                  <a:pt x="40792" y="168694"/>
                </a:lnTo>
                <a:lnTo>
                  <a:pt x="51244" y="167271"/>
                </a:lnTo>
                <a:lnTo>
                  <a:pt x="61988" y="166408"/>
                </a:lnTo>
                <a:lnTo>
                  <a:pt x="73152" y="166128"/>
                </a:lnTo>
                <a:lnTo>
                  <a:pt x="140208" y="166128"/>
                </a:lnTo>
                <a:lnTo>
                  <a:pt x="132207" y="236042"/>
                </a:lnTo>
                <a:lnTo>
                  <a:pt x="112776" y="295668"/>
                </a:lnTo>
                <a:lnTo>
                  <a:pt x="72390" y="350913"/>
                </a:lnTo>
                <a:lnTo>
                  <a:pt x="40347" y="377532"/>
                </a:lnTo>
                <a:lnTo>
                  <a:pt x="0" y="403872"/>
                </a:lnTo>
                <a:lnTo>
                  <a:pt x="3048" y="409968"/>
                </a:lnTo>
                <a:lnTo>
                  <a:pt x="42443" y="391083"/>
                </a:lnTo>
                <a:lnTo>
                  <a:pt x="75819" y="370916"/>
                </a:lnTo>
                <a:lnTo>
                  <a:pt x="123444" y="326148"/>
                </a:lnTo>
                <a:lnTo>
                  <a:pt x="153162" y="262140"/>
                </a:lnTo>
                <a:lnTo>
                  <a:pt x="162877" y="218135"/>
                </a:lnTo>
                <a:lnTo>
                  <a:pt x="169164" y="166128"/>
                </a:lnTo>
                <a:lnTo>
                  <a:pt x="231648" y="166128"/>
                </a:lnTo>
                <a:lnTo>
                  <a:pt x="231736" y="349453"/>
                </a:lnTo>
                <a:lnTo>
                  <a:pt x="258660" y="384797"/>
                </a:lnTo>
                <a:lnTo>
                  <a:pt x="280416" y="387108"/>
                </a:lnTo>
                <a:lnTo>
                  <a:pt x="355092" y="387108"/>
                </a:lnTo>
                <a:lnTo>
                  <a:pt x="370243" y="385406"/>
                </a:lnTo>
                <a:lnTo>
                  <a:pt x="383667" y="380441"/>
                </a:lnTo>
                <a:lnTo>
                  <a:pt x="395389" y="372313"/>
                </a:lnTo>
                <a:lnTo>
                  <a:pt x="402653" y="364248"/>
                </a:lnTo>
                <a:lnTo>
                  <a:pt x="405384" y="361200"/>
                </a:lnTo>
                <a:close/>
              </a:path>
              <a:path w="1024254" h="455930">
                <a:moveTo>
                  <a:pt x="594372" y="332232"/>
                </a:moveTo>
                <a:lnTo>
                  <a:pt x="563892" y="304800"/>
                </a:lnTo>
                <a:lnTo>
                  <a:pt x="555053" y="316255"/>
                </a:lnTo>
                <a:lnTo>
                  <a:pt x="544652" y="327850"/>
                </a:lnTo>
                <a:lnTo>
                  <a:pt x="506044" y="364121"/>
                </a:lnTo>
                <a:lnTo>
                  <a:pt x="473646" y="386524"/>
                </a:lnTo>
                <a:lnTo>
                  <a:pt x="455688" y="397764"/>
                </a:lnTo>
                <a:lnTo>
                  <a:pt x="458736" y="402336"/>
                </a:lnTo>
                <a:lnTo>
                  <a:pt x="495071" y="386549"/>
                </a:lnTo>
                <a:lnTo>
                  <a:pt x="554075" y="350456"/>
                </a:lnTo>
                <a:lnTo>
                  <a:pt x="570369" y="341185"/>
                </a:lnTo>
                <a:lnTo>
                  <a:pt x="583793" y="335076"/>
                </a:lnTo>
                <a:lnTo>
                  <a:pt x="594372" y="332232"/>
                </a:lnTo>
                <a:close/>
              </a:path>
              <a:path w="1024254" h="455930">
                <a:moveTo>
                  <a:pt x="812304" y="371856"/>
                </a:moveTo>
                <a:lnTo>
                  <a:pt x="772121" y="340042"/>
                </a:lnTo>
                <a:lnTo>
                  <a:pt x="727024" y="321754"/>
                </a:lnTo>
                <a:lnTo>
                  <a:pt x="696480" y="310896"/>
                </a:lnTo>
                <a:lnTo>
                  <a:pt x="693432" y="315468"/>
                </a:lnTo>
                <a:lnTo>
                  <a:pt x="724598" y="335165"/>
                </a:lnTo>
                <a:lnTo>
                  <a:pt x="749630" y="352996"/>
                </a:lnTo>
                <a:lnTo>
                  <a:pt x="768616" y="368808"/>
                </a:lnTo>
                <a:lnTo>
                  <a:pt x="781824" y="382524"/>
                </a:lnTo>
                <a:lnTo>
                  <a:pt x="788149" y="390525"/>
                </a:lnTo>
                <a:lnTo>
                  <a:pt x="793635" y="396240"/>
                </a:lnTo>
                <a:lnTo>
                  <a:pt x="798537" y="399669"/>
                </a:lnTo>
                <a:lnTo>
                  <a:pt x="803160" y="400812"/>
                </a:lnTo>
                <a:lnTo>
                  <a:pt x="804684" y="400812"/>
                </a:lnTo>
                <a:lnTo>
                  <a:pt x="806208" y="397764"/>
                </a:lnTo>
                <a:lnTo>
                  <a:pt x="809256" y="393192"/>
                </a:lnTo>
                <a:lnTo>
                  <a:pt x="812304" y="387096"/>
                </a:lnTo>
                <a:lnTo>
                  <a:pt x="812304" y="371856"/>
                </a:lnTo>
                <a:close/>
              </a:path>
              <a:path w="1024254" h="455930">
                <a:moveTo>
                  <a:pt x="848880" y="155448"/>
                </a:moveTo>
                <a:lnTo>
                  <a:pt x="818400" y="123444"/>
                </a:lnTo>
                <a:lnTo>
                  <a:pt x="792492" y="144780"/>
                </a:lnTo>
                <a:lnTo>
                  <a:pt x="658380" y="144780"/>
                </a:lnTo>
                <a:lnTo>
                  <a:pt x="658380" y="106680"/>
                </a:lnTo>
                <a:lnTo>
                  <a:pt x="783348" y="106680"/>
                </a:lnTo>
                <a:lnTo>
                  <a:pt x="755916" y="77724"/>
                </a:lnTo>
                <a:lnTo>
                  <a:pt x="731532" y="96012"/>
                </a:lnTo>
                <a:lnTo>
                  <a:pt x="658380" y="96012"/>
                </a:lnTo>
                <a:lnTo>
                  <a:pt x="658380" y="57912"/>
                </a:lnTo>
                <a:lnTo>
                  <a:pt x="816876" y="57912"/>
                </a:lnTo>
                <a:lnTo>
                  <a:pt x="784872" y="27432"/>
                </a:lnTo>
                <a:lnTo>
                  <a:pt x="763536" y="47244"/>
                </a:lnTo>
                <a:lnTo>
                  <a:pt x="658380" y="47244"/>
                </a:lnTo>
                <a:lnTo>
                  <a:pt x="658380" y="27432"/>
                </a:lnTo>
                <a:lnTo>
                  <a:pt x="673620" y="16764"/>
                </a:lnTo>
                <a:lnTo>
                  <a:pt x="632472" y="0"/>
                </a:lnTo>
                <a:lnTo>
                  <a:pt x="633349" y="9740"/>
                </a:lnTo>
                <a:lnTo>
                  <a:pt x="633806" y="20764"/>
                </a:lnTo>
                <a:lnTo>
                  <a:pt x="633895" y="27432"/>
                </a:lnTo>
                <a:lnTo>
                  <a:pt x="633996" y="47244"/>
                </a:lnTo>
                <a:lnTo>
                  <a:pt x="483120" y="47244"/>
                </a:lnTo>
                <a:lnTo>
                  <a:pt x="498360" y="62484"/>
                </a:lnTo>
                <a:lnTo>
                  <a:pt x="508660" y="60490"/>
                </a:lnTo>
                <a:lnTo>
                  <a:pt x="519125" y="59055"/>
                </a:lnTo>
                <a:lnTo>
                  <a:pt x="529856" y="58204"/>
                </a:lnTo>
                <a:lnTo>
                  <a:pt x="541032" y="57912"/>
                </a:lnTo>
                <a:lnTo>
                  <a:pt x="633996" y="57912"/>
                </a:lnTo>
                <a:lnTo>
                  <a:pt x="633996" y="96012"/>
                </a:lnTo>
                <a:lnTo>
                  <a:pt x="513600" y="96012"/>
                </a:lnTo>
                <a:lnTo>
                  <a:pt x="530364" y="111252"/>
                </a:lnTo>
                <a:lnTo>
                  <a:pt x="539788" y="109258"/>
                </a:lnTo>
                <a:lnTo>
                  <a:pt x="549795" y="107823"/>
                </a:lnTo>
                <a:lnTo>
                  <a:pt x="560362" y="106972"/>
                </a:lnTo>
                <a:lnTo>
                  <a:pt x="571512" y="106680"/>
                </a:lnTo>
                <a:lnTo>
                  <a:pt x="633996" y="106680"/>
                </a:lnTo>
                <a:lnTo>
                  <a:pt x="633996" y="144780"/>
                </a:lnTo>
                <a:lnTo>
                  <a:pt x="446544" y="144780"/>
                </a:lnTo>
                <a:lnTo>
                  <a:pt x="461784" y="160020"/>
                </a:lnTo>
                <a:lnTo>
                  <a:pt x="472084" y="158026"/>
                </a:lnTo>
                <a:lnTo>
                  <a:pt x="482549" y="156591"/>
                </a:lnTo>
                <a:lnTo>
                  <a:pt x="493280" y="155740"/>
                </a:lnTo>
                <a:lnTo>
                  <a:pt x="504456" y="155448"/>
                </a:lnTo>
                <a:lnTo>
                  <a:pt x="598944" y="155448"/>
                </a:lnTo>
                <a:lnTo>
                  <a:pt x="569582" y="180314"/>
                </a:lnTo>
                <a:lnTo>
                  <a:pt x="527596" y="201599"/>
                </a:lnTo>
                <a:lnTo>
                  <a:pt x="518172" y="204216"/>
                </a:lnTo>
                <a:lnTo>
                  <a:pt x="534936" y="234696"/>
                </a:lnTo>
                <a:lnTo>
                  <a:pt x="585228" y="219456"/>
                </a:lnTo>
                <a:lnTo>
                  <a:pt x="656856" y="210312"/>
                </a:lnTo>
                <a:lnTo>
                  <a:pt x="627468" y="227418"/>
                </a:lnTo>
                <a:lnTo>
                  <a:pt x="578408" y="253606"/>
                </a:lnTo>
                <a:lnTo>
                  <a:pt x="543052" y="268401"/>
                </a:lnTo>
                <a:lnTo>
                  <a:pt x="505980" y="278892"/>
                </a:lnTo>
                <a:lnTo>
                  <a:pt x="522744" y="312420"/>
                </a:lnTo>
                <a:lnTo>
                  <a:pt x="566699" y="296799"/>
                </a:lnTo>
                <a:lnTo>
                  <a:pt x="606602" y="289941"/>
                </a:lnTo>
                <a:lnTo>
                  <a:pt x="633996" y="286512"/>
                </a:lnTo>
                <a:lnTo>
                  <a:pt x="633996" y="367284"/>
                </a:lnTo>
                <a:lnTo>
                  <a:pt x="630961" y="370319"/>
                </a:lnTo>
                <a:lnTo>
                  <a:pt x="615327" y="370293"/>
                </a:lnTo>
                <a:lnTo>
                  <a:pt x="602754" y="369951"/>
                </a:lnTo>
                <a:lnTo>
                  <a:pt x="585609" y="369049"/>
                </a:lnTo>
                <a:lnTo>
                  <a:pt x="563892" y="367284"/>
                </a:lnTo>
                <a:lnTo>
                  <a:pt x="563892" y="374904"/>
                </a:lnTo>
                <a:lnTo>
                  <a:pt x="587032" y="380619"/>
                </a:lnTo>
                <a:lnTo>
                  <a:pt x="603897" y="388620"/>
                </a:lnTo>
                <a:lnTo>
                  <a:pt x="614464" y="398907"/>
                </a:lnTo>
                <a:lnTo>
                  <a:pt x="618756" y="411480"/>
                </a:lnTo>
                <a:lnTo>
                  <a:pt x="636727" y="404609"/>
                </a:lnTo>
                <a:lnTo>
                  <a:pt x="658202" y="370332"/>
                </a:lnTo>
                <a:lnTo>
                  <a:pt x="658380" y="286512"/>
                </a:lnTo>
                <a:lnTo>
                  <a:pt x="658380" y="283464"/>
                </a:lnTo>
                <a:lnTo>
                  <a:pt x="715276" y="277368"/>
                </a:lnTo>
                <a:lnTo>
                  <a:pt x="752678" y="286702"/>
                </a:lnTo>
                <a:lnTo>
                  <a:pt x="763536" y="306324"/>
                </a:lnTo>
                <a:lnTo>
                  <a:pt x="766584" y="307848"/>
                </a:lnTo>
                <a:lnTo>
                  <a:pt x="771156" y="307848"/>
                </a:lnTo>
                <a:lnTo>
                  <a:pt x="778776" y="300228"/>
                </a:lnTo>
                <a:lnTo>
                  <a:pt x="780300" y="292608"/>
                </a:lnTo>
                <a:lnTo>
                  <a:pt x="781824" y="283464"/>
                </a:lnTo>
                <a:lnTo>
                  <a:pt x="780681" y="276606"/>
                </a:lnTo>
                <a:lnTo>
                  <a:pt x="779538" y="274320"/>
                </a:lnTo>
                <a:lnTo>
                  <a:pt x="777252" y="269748"/>
                </a:lnTo>
                <a:lnTo>
                  <a:pt x="738390" y="240982"/>
                </a:lnTo>
                <a:lnTo>
                  <a:pt x="704100" y="222504"/>
                </a:lnTo>
                <a:lnTo>
                  <a:pt x="701052" y="228600"/>
                </a:lnTo>
                <a:lnTo>
                  <a:pt x="711022" y="237744"/>
                </a:lnTo>
                <a:lnTo>
                  <a:pt x="720293" y="246888"/>
                </a:lnTo>
                <a:lnTo>
                  <a:pt x="728687" y="256032"/>
                </a:lnTo>
                <a:lnTo>
                  <a:pt x="736104" y="265176"/>
                </a:lnTo>
                <a:lnTo>
                  <a:pt x="563892" y="277368"/>
                </a:lnTo>
                <a:lnTo>
                  <a:pt x="601052" y="259067"/>
                </a:lnTo>
                <a:lnTo>
                  <a:pt x="632663" y="242887"/>
                </a:lnTo>
                <a:lnTo>
                  <a:pt x="658825" y="228727"/>
                </a:lnTo>
                <a:lnTo>
                  <a:pt x="690105" y="210312"/>
                </a:lnTo>
                <a:lnTo>
                  <a:pt x="695312" y="207264"/>
                </a:lnTo>
                <a:lnTo>
                  <a:pt x="695718" y="207035"/>
                </a:lnTo>
                <a:lnTo>
                  <a:pt x="709434" y="199644"/>
                </a:lnTo>
                <a:lnTo>
                  <a:pt x="720864" y="194551"/>
                </a:lnTo>
                <a:lnTo>
                  <a:pt x="730008" y="192024"/>
                </a:lnTo>
                <a:lnTo>
                  <a:pt x="701052" y="167640"/>
                </a:lnTo>
                <a:lnTo>
                  <a:pt x="666000" y="202692"/>
                </a:lnTo>
                <a:lnTo>
                  <a:pt x="544080" y="207264"/>
                </a:lnTo>
                <a:lnTo>
                  <a:pt x="569988" y="195643"/>
                </a:lnTo>
                <a:lnTo>
                  <a:pt x="583082" y="189484"/>
                </a:lnTo>
                <a:lnTo>
                  <a:pt x="617804" y="172974"/>
                </a:lnTo>
                <a:lnTo>
                  <a:pt x="633996" y="167640"/>
                </a:lnTo>
                <a:lnTo>
                  <a:pt x="612660" y="155448"/>
                </a:lnTo>
                <a:lnTo>
                  <a:pt x="848880" y="155448"/>
                </a:lnTo>
                <a:close/>
              </a:path>
              <a:path w="1024254" h="455930">
                <a:moveTo>
                  <a:pt x="1024140" y="27432"/>
                </a:moveTo>
                <a:lnTo>
                  <a:pt x="973848" y="27432"/>
                </a:lnTo>
                <a:lnTo>
                  <a:pt x="955560" y="50584"/>
                </a:lnTo>
                <a:lnTo>
                  <a:pt x="925842" y="98590"/>
                </a:lnTo>
                <a:lnTo>
                  <a:pt x="905281" y="149720"/>
                </a:lnTo>
                <a:lnTo>
                  <a:pt x="894473" y="208534"/>
                </a:lnTo>
                <a:lnTo>
                  <a:pt x="893076" y="240792"/>
                </a:lnTo>
                <a:lnTo>
                  <a:pt x="894473" y="273939"/>
                </a:lnTo>
                <a:lnTo>
                  <a:pt x="905281" y="333375"/>
                </a:lnTo>
                <a:lnTo>
                  <a:pt x="926693" y="384530"/>
                </a:lnTo>
                <a:lnTo>
                  <a:pt x="956411" y="432536"/>
                </a:lnTo>
                <a:lnTo>
                  <a:pt x="973848" y="455676"/>
                </a:lnTo>
                <a:lnTo>
                  <a:pt x="1024140" y="455676"/>
                </a:lnTo>
                <a:lnTo>
                  <a:pt x="1024140" y="452628"/>
                </a:lnTo>
                <a:lnTo>
                  <a:pt x="1015898" y="445198"/>
                </a:lnTo>
                <a:lnTo>
                  <a:pt x="1007376" y="436626"/>
                </a:lnTo>
                <a:lnTo>
                  <a:pt x="982624" y="405244"/>
                </a:lnTo>
                <a:lnTo>
                  <a:pt x="960132" y="368808"/>
                </a:lnTo>
                <a:lnTo>
                  <a:pt x="943406" y="324878"/>
                </a:lnTo>
                <a:lnTo>
                  <a:pt x="933272" y="277368"/>
                </a:lnTo>
                <a:lnTo>
                  <a:pt x="931176" y="240792"/>
                </a:lnTo>
                <a:lnTo>
                  <a:pt x="931722" y="223672"/>
                </a:lnTo>
                <a:lnTo>
                  <a:pt x="938796" y="173736"/>
                </a:lnTo>
                <a:lnTo>
                  <a:pt x="954430" y="128308"/>
                </a:lnTo>
                <a:lnTo>
                  <a:pt x="974801" y="88963"/>
                </a:lnTo>
                <a:lnTo>
                  <a:pt x="998626" y="56197"/>
                </a:lnTo>
                <a:lnTo>
                  <a:pt x="1024140" y="30480"/>
                </a:lnTo>
                <a:lnTo>
                  <a:pt x="1024140" y="2743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" name="object 23"/>
          <p:cNvSpPr/>
          <p:nvPr/>
        </p:nvSpPr>
        <p:spPr>
          <a:xfrm>
            <a:off x="7549883" y="2467355"/>
            <a:ext cx="803275" cy="330835"/>
          </a:xfrm>
          <a:custGeom>
            <a:avLst/>
            <a:gdLst/>
            <a:ahLst/>
            <a:cxnLst/>
            <a:rect l="l" t="t" r="r" b="b"/>
            <a:pathLst>
              <a:path w="803275" h="330835">
                <a:moveTo>
                  <a:pt x="316992" y="89916"/>
                </a:moveTo>
                <a:lnTo>
                  <a:pt x="310896" y="48768"/>
                </a:lnTo>
                <a:lnTo>
                  <a:pt x="290830" y="16154"/>
                </a:lnTo>
                <a:lnTo>
                  <a:pt x="253111" y="292"/>
                </a:lnTo>
                <a:lnTo>
                  <a:pt x="245364" y="0"/>
                </a:lnTo>
                <a:lnTo>
                  <a:pt x="235127" y="812"/>
                </a:lnTo>
                <a:lnTo>
                  <a:pt x="198120" y="16954"/>
                </a:lnTo>
                <a:lnTo>
                  <a:pt x="170688" y="42672"/>
                </a:lnTo>
                <a:lnTo>
                  <a:pt x="165785" y="32105"/>
                </a:lnTo>
                <a:lnTo>
                  <a:pt x="136474" y="5791"/>
                </a:lnTo>
                <a:lnTo>
                  <a:pt x="106680" y="0"/>
                </a:lnTo>
                <a:lnTo>
                  <a:pt x="97802" y="571"/>
                </a:lnTo>
                <a:lnTo>
                  <a:pt x="57150" y="19621"/>
                </a:lnTo>
                <a:lnTo>
                  <a:pt x="41148" y="33528"/>
                </a:lnTo>
                <a:lnTo>
                  <a:pt x="41148" y="7620"/>
                </a:lnTo>
                <a:lnTo>
                  <a:pt x="0" y="7620"/>
                </a:lnTo>
                <a:lnTo>
                  <a:pt x="0" y="249936"/>
                </a:lnTo>
                <a:lnTo>
                  <a:pt x="41148" y="249936"/>
                </a:lnTo>
                <a:lnTo>
                  <a:pt x="41148" y="68580"/>
                </a:lnTo>
                <a:lnTo>
                  <a:pt x="48006" y="62255"/>
                </a:lnTo>
                <a:lnTo>
                  <a:pt x="83629" y="41719"/>
                </a:lnTo>
                <a:lnTo>
                  <a:pt x="97536" y="39624"/>
                </a:lnTo>
                <a:lnTo>
                  <a:pt x="106680" y="39624"/>
                </a:lnTo>
                <a:lnTo>
                  <a:pt x="112776" y="41148"/>
                </a:lnTo>
                <a:lnTo>
                  <a:pt x="118872" y="44196"/>
                </a:lnTo>
                <a:lnTo>
                  <a:pt x="123444" y="45720"/>
                </a:lnTo>
                <a:lnTo>
                  <a:pt x="128016" y="50292"/>
                </a:lnTo>
                <a:lnTo>
                  <a:pt x="134112" y="62484"/>
                </a:lnTo>
                <a:lnTo>
                  <a:pt x="135636" y="68580"/>
                </a:lnTo>
                <a:lnTo>
                  <a:pt x="137160" y="79248"/>
                </a:lnTo>
                <a:lnTo>
                  <a:pt x="137160" y="249936"/>
                </a:lnTo>
                <a:lnTo>
                  <a:pt x="178308" y="249936"/>
                </a:lnTo>
                <a:lnTo>
                  <a:pt x="178308" y="70104"/>
                </a:lnTo>
                <a:lnTo>
                  <a:pt x="185407" y="62674"/>
                </a:lnTo>
                <a:lnTo>
                  <a:pt x="222123" y="41148"/>
                </a:lnTo>
                <a:lnTo>
                  <a:pt x="234696" y="39624"/>
                </a:lnTo>
                <a:lnTo>
                  <a:pt x="243840" y="39624"/>
                </a:lnTo>
                <a:lnTo>
                  <a:pt x="251460" y="41148"/>
                </a:lnTo>
                <a:lnTo>
                  <a:pt x="256032" y="44196"/>
                </a:lnTo>
                <a:lnTo>
                  <a:pt x="262128" y="45720"/>
                </a:lnTo>
                <a:lnTo>
                  <a:pt x="266700" y="50292"/>
                </a:lnTo>
                <a:lnTo>
                  <a:pt x="268224" y="56388"/>
                </a:lnTo>
                <a:lnTo>
                  <a:pt x="271272" y="62484"/>
                </a:lnTo>
                <a:lnTo>
                  <a:pt x="275831" y="101752"/>
                </a:lnTo>
                <a:lnTo>
                  <a:pt x="275844" y="249936"/>
                </a:lnTo>
                <a:lnTo>
                  <a:pt x="316992" y="249936"/>
                </a:lnTo>
                <a:lnTo>
                  <a:pt x="316992" y="89916"/>
                </a:lnTo>
                <a:close/>
              </a:path>
              <a:path w="803275" h="330835">
                <a:moveTo>
                  <a:pt x="452628" y="187452"/>
                </a:moveTo>
                <a:lnTo>
                  <a:pt x="399288" y="187452"/>
                </a:lnTo>
                <a:lnTo>
                  <a:pt x="361188" y="330720"/>
                </a:lnTo>
                <a:lnTo>
                  <a:pt x="391680" y="330720"/>
                </a:lnTo>
                <a:lnTo>
                  <a:pt x="452628" y="187452"/>
                </a:lnTo>
                <a:close/>
              </a:path>
              <a:path w="803275" h="330835">
                <a:moveTo>
                  <a:pt x="803160" y="7620"/>
                </a:moveTo>
                <a:lnTo>
                  <a:pt x="762012" y="7620"/>
                </a:lnTo>
                <a:lnTo>
                  <a:pt x="722388" y="195072"/>
                </a:lnTo>
                <a:lnTo>
                  <a:pt x="662952" y="7620"/>
                </a:lnTo>
                <a:lnTo>
                  <a:pt x="629424" y="7620"/>
                </a:lnTo>
                <a:lnTo>
                  <a:pt x="571512" y="195072"/>
                </a:lnTo>
                <a:lnTo>
                  <a:pt x="528840" y="7620"/>
                </a:lnTo>
                <a:lnTo>
                  <a:pt x="486168" y="7620"/>
                </a:lnTo>
                <a:lnTo>
                  <a:pt x="548652" y="249936"/>
                </a:lnTo>
                <a:lnTo>
                  <a:pt x="585228" y="249936"/>
                </a:lnTo>
                <a:lnTo>
                  <a:pt x="644664" y="62484"/>
                </a:lnTo>
                <a:lnTo>
                  <a:pt x="704100" y="249936"/>
                </a:lnTo>
                <a:lnTo>
                  <a:pt x="742200" y="249936"/>
                </a:lnTo>
                <a:lnTo>
                  <a:pt x="803160" y="76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pic>
        <p:nvPicPr>
          <p:cNvPr id="24" name="object 24"/>
          <p:cNvPicPr/>
          <p:nvPr/>
        </p:nvPicPr>
        <p:blipFill>
          <a:blip r:embed="rId6" cstate="print"/>
          <a:stretch>
            <a:fillRect/>
          </a:stretch>
        </p:blipFill>
        <p:spPr>
          <a:xfrm>
            <a:off x="8401811" y="2415539"/>
            <a:ext cx="67056" cy="112775"/>
          </a:xfrm>
          <a:prstGeom prst="rect">
            <a:avLst/>
          </a:prstGeom>
        </p:spPr>
      </p:pic>
      <p:sp>
        <p:nvSpPr>
          <p:cNvPr id="25" name="object 25"/>
          <p:cNvSpPr/>
          <p:nvPr/>
        </p:nvSpPr>
        <p:spPr>
          <a:xfrm>
            <a:off x="8523732" y="2378964"/>
            <a:ext cx="131445" cy="428625"/>
          </a:xfrm>
          <a:custGeom>
            <a:avLst/>
            <a:gdLst/>
            <a:ahLst/>
            <a:cxnLst/>
            <a:rect l="l" t="t" r="r" b="b"/>
            <a:pathLst>
              <a:path w="131445" h="428625">
                <a:moveTo>
                  <a:pt x="50292" y="428243"/>
                </a:moveTo>
                <a:lnTo>
                  <a:pt x="0" y="428243"/>
                </a:lnTo>
                <a:lnTo>
                  <a:pt x="0" y="425196"/>
                </a:lnTo>
                <a:lnTo>
                  <a:pt x="8239" y="417766"/>
                </a:lnTo>
                <a:lnTo>
                  <a:pt x="16764" y="409194"/>
                </a:lnTo>
                <a:lnTo>
                  <a:pt x="41481" y="377809"/>
                </a:lnTo>
                <a:lnTo>
                  <a:pt x="62484" y="341376"/>
                </a:lnTo>
                <a:lnTo>
                  <a:pt x="79843" y="296799"/>
                </a:lnTo>
                <a:lnTo>
                  <a:pt x="90678" y="248793"/>
                </a:lnTo>
                <a:lnTo>
                  <a:pt x="92964" y="213360"/>
                </a:lnTo>
                <a:lnTo>
                  <a:pt x="92392" y="196238"/>
                </a:lnTo>
                <a:lnTo>
                  <a:pt x="79843" y="130587"/>
                </a:lnTo>
                <a:lnTo>
                  <a:pt x="62484" y="86868"/>
                </a:lnTo>
                <a:lnTo>
                  <a:pt x="41481" y="49791"/>
                </a:lnTo>
                <a:lnTo>
                  <a:pt x="16192" y="18859"/>
                </a:lnTo>
                <a:lnTo>
                  <a:pt x="0" y="3048"/>
                </a:lnTo>
                <a:lnTo>
                  <a:pt x="0" y="0"/>
                </a:lnTo>
                <a:lnTo>
                  <a:pt x="50292" y="0"/>
                </a:lnTo>
                <a:lnTo>
                  <a:pt x="67722" y="23145"/>
                </a:lnTo>
                <a:lnTo>
                  <a:pt x="97440" y="71151"/>
                </a:lnTo>
                <a:lnTo>
                  <a:pt x="118848" y="122277"/>
                </a:lnTo>
                <a:lnTo>
                  <a:pt x="129659" y="181094"/>
                </a:lnTo>
                <a:lnTo>
                  <a:pt x="131064" y="213360"/>
                </a:lnTo>
                <a:lnTo>
                  <a:pt x="129659" y="246507"/>
                </a:lnTo>
                <a:lnTo>
                  <a:pt x="118848" y="305943"/>
                </a:lnTo>
                <a:lnTo>
                  <a:pt x="97440" y="357092"/>
                </a:lnTo>
                <a:lnTo>
                  <a:pt x="67722" y="405098"/>
                </a:lnTo>
                <a:lnTo>
                  <a:pt x="50292" y="42824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" name="object 26"/>
          <p:cNvSpPr/>
          <p:nvPr/>
        </p:nvSpPr>
        <p:spPr>
          <a:xfrm>
            <a:off x="8732519" y="2354580"/>
            <a:ext cx="356870" cy="401320"/>
          </a:xfrm>
          <a:custGeom>
            <a:avLst/>
            <a:gdLst/>
            <a:ahLst/>
            <a:cxnLst/>
            <a:rect l="l" t="t" r="r" b="b"/>
            <a:pathLst>
              <a:path w="356870" h="401319">
                <a:moveTo>
                  <a:pt x="53340" y="89916"/>
                </a:moveTo>
                <a:lnTo>
                  <a:pt x="42672" y="89916"/>
                </a:lnTo>
                <a:lnTo>
                  <a:pt x="50696" y="61936"/>
                </a:lnTo>
                <a:lnTo>
                  <a:pt x="56578" y="37528"/>
                </a:lnTo>
                <a:lnTo>
                  <a:pt x="60459" y="16835"/>
                </a:lnTo>
                <a:lnTo>
                  <a:pt x="62484" y="0"/>
                </a:lnTo>
                <a:lnTo>
                  <a:pt x="100584" y="19812"/>
                </a:lnTo>
                <a:lnTo>
                  <a:pt x="90844" y="27551"/>
                </a:lnTo>
                <a:lnTo>
                  <a:pt x="79819" y="41719"/>
                </a:lnTo>
                <a:lnTo>
                  <a:pt x="67365" y="62460"/>
                </a:lnTo>
                <a:lnTo>
                  <a:pt x="53340" y="89916"/>
                </a:lnTo>
                <a:close/>
              </a:path>
              <a:path w="356870" h="401319">
                <a:moveTo>
                  <a:pt x="147828" y="190500"/>
                </a:moveTo>
                <a:lnTo>
                  <a:pt x="141732" y="187452"/>
                </a:lnTo>
                <a:lnTo>
                  <a:pt x="158877" y="159972"/>
                </a:lnTo>
                <a:lnTo>
                  <a:pt x="173736" y="134493"/>
                </a:lnTo>
                <a:lnTo>
                  <a:pt x="196596" y="88392"/>
                </a:lnTo>
                <a:lnTo>
                  <a:pt x="211264" y="44958"/>
                </a:lnTo>
                <a:lnTo>
                  <a:pt x="222503" y="1524"/>
                </a:lnTo>
                <a:lnTo>
                  <a:pt x="260603" y="24384"/>
                </a:lnTo>
                <a:lnTo>
                  <a:pt x="252626" y="31480"/>
                </a:lnTo>
                <a:lnTo>
                  <a:pt x="242506" y="45720"/>
                </a:lnTo>
                <a:lnTo>
                  <a:pt x="230385" y="66817"/>
                </a:lnTo>
                <a:lnTo>
                  <a:pt x="216408" y="94488"/>
                </a:lnTo>
                <a:lnTo>
                  <a:pt x="348547" y="94488"/>
                </a:lnTo>
                <a:lnTo>
                  <a:pt x="356616" y="102108"/>
                </a:lnTo>
                <a:lnTo>
                  <a:pt x="352425" y="105156"/>
                </a:lnTo>
                <a:lnTo>
                  <a:pt x="213360" y="105156"/>
                </a:lnTo>
                <a:lnTo>
                  <a:pt x="197334" y="129420"/>
                </a:lnTo>
                <a:lnTo>
                  <a:pt x="181165" y="151828"/>
                </a:lnTo>
                <a:lnTo>
                  <a:pt x="164711" y="172235"/>
                </a:lnTo>
                <a:lnTo>
                  <a:pt x="147828" y="190500"/>
                </a:lnTo>
                <a:close/>
              </a:path>
              <a:path w="356870" h="401319">
                <a:moveTo>
                  <a:pt x="145288" y="89916"/>
                </a:moveTo>
                <a:lnTo>
                  <a:pt x="111252" y="89916"/>
                </a:lnTo>
                <a:lnTo>
                  <a:pt x="128016" y="71628"/>
                </a:lnTo>
                <a:lnTo>
                  <a:pt x="145288" y="89916"/>
                </a:lnTo>
                <a:close/>
              </a:path>
              <a:path w="356870" h="401319">
                <a:moveTo>
                  <a:pt x="0" y="397764"/>
                </a:moveTo>
                <a:lnTo>
                  <a:pt x="176" y="367474"/>
                </a:lnTo>
                <a:lnTo>
                  <a:pt x="302" y="351853"/>
                </a:lnTo>
                <a:lnTo>
                  <a:pt x="1285" y="275605"/>
                </a:lnTo>
                <a:lnTo>
                  <a:pt x="1363" y="262318"/>
                </a:lnTo>
                <a:lnTo>
                  <a:pt x="1478" y="227076"/>
                </a:lnTo>
                <a:lnTo>
                  <a:pt x="1285" y="194691"/>
                </a:lnTo>
                <a:lnTo>
                  <a:pt x="238" y="114681"/>
                </a:lnTo>
                <a:lnTo>
                  <a:pt x="0" y="74676"/>
                </a:lnTo>
                <a:lnTo>
                  <a:pt x="25908" y="89916"/>
                </a:lnTo>
                <a:lnTo>
                  <a:pt x="145288" y="89916"/>
                </a:lnTo>
                <a:lnTo>
                  <a:pt x="153924" y="99060"/>
                </a:lnTo>
                <a:lnTo>
                  <a:pt x="151828" y="100584"/>
                </a:lnTo>
                <a:lnTo>
                  <a:pt x="24384" y="100584"/>
                </a:lnTo>
                <a:lnTo>
                  <a:pt x="24384" y="211836"/>
                </a:lnTo>
                <a:lnTo>
                  <a:pt x="137205" y="211836"/>
                </a:lnTo>
                <a:lnTo>
                  <a:pt x="137219" y="222504"/>
                </a:lnTo>
                <a:lnTo>
                  <a:pt x="24384" y="222504"/>
                </a:lnTo>
                <a:lnTo>
                  <a:pt x="24384" y="344424"/>
                </a:lnTo>
                <a:lnTo>
                  <a:pt x="137922" y="344424"/>
                </a:lnTo>
                <a:lnTo>
                  <a:pt x="138123" y="353568"/>
                </a:lnTo>
                <a:lnTo>
                  <a:pt x="24384" y="353568"/>
                </a:lnTo>
                <a:lnTo>
                  <a:pt x="24384" y="384048"/>
                </a:lnTo>
                <a:lnTo>
                  <a:pt x="0" y="397764"/>
                </a:lnTo>
                <a:close/>
              </a:path>
              <a:path w="356870" h="401319">
                <a:moveTo>
                  <a:pt x="348547" y="94488"/>
                </a:moveTo>
                <a:lnTo>
                  <a:pt x="310896" y="94488"/>
                </a:lnTo>
                <a:lnTo>
                  <a:pt x="329184" y="76200"/>
                </a:lnTo>
                <a:lnTo>
                  <a:pt x="348547" y="94488"/>
                </a:lnTo>
                <a:close/>
              </a:path>
              <a:path w="356870" h="401319">
                <a:moveTo>
                  <a:pt x="137205" y="211836"/>
                </a:moveTo>
                <a:lnTo>
                  <a:pt x="114300" y="211836"/>
                </a:lnTo>
                <a:lnTo>
                  <a:pt x="114300" y="100584"/>
                </a:lnTo>
                <a:lnTo>
                  <a:pt x="151828" y="100584"/>
                </a:lnTo>
                <a:lnTo>
                  <a:pt x="137160" y="111252"/>
                </a:lnTo>
                <a:lnTo>
                  <a:pt x="137205" y="211836"/>
                </a:lnTo>
                <a:close/>
              </a:path>
              <a:path w="356870" h="401319">
                <a:moveTo>
                  <a:pt x="326280" y="359664"/>
                </a:moveTo>
                <a:lnTo>
                  <a:pt x="283464" y="359664"/>
                </a:lnTo>
                <a:lnTo>
                  <a:pt x="291750" y="357687"/>
                </a:lnTo>
                <a:lnTo>
                  <a:pt x="298323" y="351853"/>
                </a:lnTo>
                <a:lnTo>
                  <a:pt x="308586" y="304038"/>
                </a:lnTo>
                <a:lnTo>
                  <a:pt x="310705" y="258318"/>
                </a:lnTo>
                <a:lnTo>
                  <a:pt x="312510" y="193047"/>
                </a:lnTo>
                <a:lnTo>
                  <a:pt x="313944" y="105156"/>
                </a:lnTo>
                <a:lnTo>
                  <a:pt x="352425" y="105156"/>
                </a:lnTo>
                <a:lnTo>
                  <a:pt x="339852" y="114300"/>
                </a:lnTo>
                <a:lnTo>
                  <a:pt x="338789" y="186213"/>
                </a:lnTo>
                <a:lnTo>
                  <a:pt x="337291" y="248631"/>
                </a:lnTo>
                <a:lnTo>
                  <a:pt x="335462" y="294583"/>
                </a:lnTo>
                <a:lnTo>
                  <a:pt x="333268" y="326489"/>
                </a:lnTo>
                <a:lnTo>
                  <a:pt x="330708" y="344424"/>
                </a:lnTo>
                <a:lnTo>
                  <a:pt x="327231" y="357020"/>
                </a:lnTo>
                <a:lnTo>
                  <a:pt x="326280" y="359664"/>
                </a:lnTo>
                <a:close/>
              </a:path>
              <a:path w="356870" h="401319">
                <a:moveTo>
                  <a:pt x="231648" y="268224"/>
                </a:moveTo>
                <a:lnTo>
                  <a:pt x="228600" y="268224"/>
                </a:lnTo>
                <a:lnTo>
                  <a:pt x="225432" y="266771"/>
                </a:lnTo>
                <a:lnTo>
                  <a:pt x="222694" y="262318"/>
                </a:lnTo>
                <a:lnTo>
                  <a:pt x="220241" y="254722"/>
                </a:lnTo>
                <a:lnTo>
                  <a:pt x="217932" y="243840"/>
                </a:lnTo>
                <a:lnTo>
                  <a:pt x="213598" y="226718"/>
                </a:lnTo>
                <a:lnTo>
                  <a:pt x="207264" y="209740"/>
                </a:lnTo>
                <a:lnTo>
                  <a:pt x="198643" y="193047"/>
                </a:lnTo>
                <a:lnTo>
                  <a:pt x="187452" y="176784"/>
                </a:lnTo>
                <a:lnTo>
                  <a:pt x="190500" y="172212"/>
                </a:lnTo>
                <a:lnTo>
                  <a:pt x="223456" y="198501"/>
                </a:lnTo>
                <a:lnTo>
                  <a:pt x="246888" y="234696"/>
                </a:lnTo>
                <a:lnTo>
                  <a:pt x="246888" y="246888"/>
                </a:lnTo>
                <a:lnTo>
                  <a:pt x="243840" y="254508"/>
                </a:lnTo>
                <a:lnTo>
                  <a:pt x="234696" y="266700"/>
                </a:lnTo>
                <a:lnTo>
                  <a:pt x="231648" y="268224"/>
                </a:lnTo>
                <a:close/>
              </a:path>
              <a:path w="356870" h="401319">
                <a:moveTo>
                  <a:pt x="137922" y="344424"/>
                </a:moveTo>
                <a:lnTo>
                  <a:pt x="114300" y="344424"/>
                </a:lnTo>
                <a:lnTo>
                  <a:pt x="114300" y="222504"/>
                </a:lnTo>
                <a:lnTo>
                  <a:pt x="137219" y="222504"/>
                </a:lnTo>
                <a:lnTo>
                  <a:pt x="137331" y="268224"/>
                </a:lnTo>
                <a:lnTo>
                  <a:pt x="137489" y="304373"/>
                </a:lnTo>
                <a:lnTo>
                  <a:pt x="137922" y="344424"/>
                </a:lnTo>
                <a:close/>
              </a:path>
              <a:path w="356870" h="401319">
                <a:moveTo>
                  <a:pt x="277367" y="400812"/>
                </a:moveTo>
                <a:lnTo>
                  <a:pt x="270486" y="387953"/>
                </a:lnTo>
                <a:lnTo>
                  <a:pt x="258889" y="376809"/>
                </a:lnTo>
                <a:lnTo>
                  <a:pt x="242435" y="367379"/>
                </a:lnTo>
                <a:lnTo>
                  <a:pt x="220979" y="359664"/>
                </a:lnTo>
                <a:lnTo>
                  <a:pt x="220979" y="350520"/>
                </a:lnTo>
                <a:lnTo>
                  <a:pt x="241030" y="354520"/>
                </a:lnTo>
                <a:lnTo>
                  <a:pt x="257937" y="357378"/>
                </a:lnTo>
                <a:lnTo>
                  <a:pt x="271986" y="359092"/>
                </a:lnTo>
                <a:lnTo>
                  <a:pt x="283464" y="359664"/>
                </a:lnTo>
                <a:lnTo>
                  <a:pt x="326280" y="359664"/>
                </a:lnTo>
                <a:lnTo>
                  <a:pt x="323469" y="367474"/>
                </a:lnTo>
                <a:lnTo>
                  <a:pt x="289083" y="396240"/>
                </a:lnTo>
                <a:lnTo>
                  <a:pt x="277367" y="400812"/>
                </a:lnTo>
                <a:close/>
              </a:path>
              <a:path w="356870" h="401319">
                <a:moveTo>
                  <a:pt x="114300" y="390144"/>
                </a:moveTo>
                <a:lnTo>
                  <a:pt x="114300" y="353568"/>
                </a:lnTo>
                <a:lnTo>
                  <a:pt x="138123" y="353568"/>
                </a:lnTo>
                <a:lnTo>
                  <a:pt x="138684" y="376428"/>
                </a:lnTo>
                <a:lnTo>
                  <a:pt x="114300" y="39014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" name="object 27"/>
          <p:cNvSpPr/>
          <p:nvPr/>
        </p:nvSpPr>
        <p:spPr>
          <a:xfrm>
            <a:off x="9144000" y="2351531"/>
            <a:ext cx="847725" cy="411480"/>
          </a:xfrm>
          <a:custGeom>
            <a:avLst/>
            <a:gdLst/>
            <a:ahLst/>
            <a:cxnLst/>
            <a:rect l="l" t="t" r="r" b="b"/>
            <a:pathLst>
              <a:path w="847725" h="411480">
                <a:moveTo>
                  <a:pt x="313944" y="155448"/>
                </a:moveTo>
                <a:lnTo>
                  <a:pt x="281940" y="123444"/>
                </a:lnTo>
                <a:lnTo>
                  <a:pt x="260604" y="144780"/>
                </a:lnTo>
                <a:lnTo>
                  <a:pt x="65532" y="144780"/>
                </a:lnTo>
                <a:lnTo>
                  <a:pt x="82296" y="160020"/>
                </a:lnTo>
                <a:lnTo>
                  <a:pt x="90627" y="158026"/>
                </a:lnTo>
                <a:lnTo>
                  <a:pt x="99822" y="156591"/>
                </a:lnTo>
                <a:lnTo>
                  <a:pt x="110147" y="155740"/>
                </a:lnTo>
                <a:lnTo>
                  <a:pt x="121920" y="155448"/>
                </a:lnTo>
                <a:lnTo>
                  <a:pt x="313944" y="155448"/>
                </a:lnTo>
                <a:close/>
              </a:path>
              <a:path w="847725" h="411480">
                <a:moveTo>
                  <a:pt x="391668" y="89916"/>
                </a:moveTo>
                <a:lnTo>
                  <a:pt x="388467" y="86868"/>
                </a:lnTo>
                <a:lnTo>
                  <a:pt x="378866" y="77724"/>
                </a:lnTo>
                <a:lnTo>
                  <a:pt x="359664" y="59436"/>
                </a:lnTo>
                <a:lnTo>
                  <a:pt x="345948" y="77724"/>
                </a:lnTo>
                <a:lnTo>
                  <a:pt x="207264" y="77724"/>
                </a:lnTo>
                <a:lnTo>
                  <a:pt x="211836" y="73152"/>
                </a:lnTo>
                <a:lnTo>
                  <a:pt x="216408" y="67056"/>
                </a:lnTo>
                <a:lnTo>
                  <a:pt x="220980" y="59436"/>
                </a:lnTo>
                <a:lnTo>
                  <a:pt x="222504" y="53340"/>
                </a:lnTo>
                <a:lnTo>
                  <a:pt x="222504" y="41148"/>
                </a:lnTo>
                <a:lnTo>
                  <a:pt x="219456" y="35052"/>
                </a:lnTo>
                <a:lnTo>
                  <a:pt x="211836" y="28956"/>
                </a:lnTo>
                <a:lnTo>
                  <a:pt x="205854" y="23228"/>
                </a:lnTo>
                <a:lnTo>
                  <a:pt x="197167" y="17335"/>
                </a:lnTo>
                <a:lnTo>
                  <a:pt x="185902" y="11176"/>
                </a:lnTo>
                <a:lnTo>
                  <a:pt x="172212" y="4572"/>
                </a:lnTo>
                <a:lnTo>
                  <a:pt x="169164" y="7620"/>
                </a:lnTo>
                <a:lnTo>
                  <a:pt x="178587" y="21297"/>
                </a:lnTo>
                <a:lnTo>
                  <a:pt x="186309" y="34671"/>
                </a:lnTo>
                <a:lnTo>
                  <a:pt x="192303" y="47485"/>
                </a:lnTo>
                <a:lnTo>
                  <a:pt x="196596" y="59436"/>
                </a:lnTo>
                <a:lnTo>
                  <a:pt x="201168" y="77724"/>
                </a:lnTo>
                <a:lnTo>
                  <a:pt x="60960" y="77724"/>
                </a:lnTo>
                <a:lnTo>
                  <a:pt x="59436" y="56388"/>
                </a:lnTo>
                <a:lnTo>
                  <a:pt x="50292" y="56388"/>
                </a:lnTo>
                <a:lnTo>
                  <a:pt x="41148" y="94488"/>
                </a:lnTo>
                <a:lnTo>
                  <a:pt x="25908" y="120396"/>
                </a:lnTo>
                <a:lnTo>
                  <a:pt x="22860" y="126492"/>
                </a:lnTo>
                <a:lnTo>
                  <a:pt x="22860" y="131064"/>
                </a:lnTo>
                <a:lnTo>
                  <a:pt x="27432" y="134112"/>
                </a:lnTo>
                <a:lnTo>
                  <a:pt x="35052" y="134112"/>
                </a:lnTo>
                <a:lnTo>
                  <a:pt x="42672" y="135636"/>
                </a:lnTo>
                <a:lnTo>
                  <a:pt x="50292" y="132588"/>
                </a:lnTo>
                <a:lnTo>
                  <a:pt x="56388" y="126492"/>
                </a:lnTo>
                <a:lnTo>
                  <a:pt x="60960" y="120396"/>
                </a:lnTo>
                <a:lnTo>
                  <a:pt x="64008" y="114300"/>
                </a:lnTo>
                <a:lnTo>
                  <a:pt x="64008" y="97536"/>
                </a:lnTo>
                <a:lnTo>
                  <a:pt x="60960" y="86868"/>
                </a:lnTo>
                <a:lnTo>
                  <a:pt x="348996" y="86868"/>
                </a:lnTo>
                <a:lnTo>
                  <a:pt x="332232" y="129540"/>
                </a:lnTo>
                <a:lnTo>
                  <a:pt x="336804" y="132588"/>
                </a:lnTo>
                <a:lnTo>
                  <a:pt x="351091" y="115277"/>
                </a:lnTo>
                <a:lnTo>
                  <a:pt x="364807" y="102108"/>
                </a:lnTo>
                <a:lnTo>
                  <a:pt x="378155" y="93586"/>
                </a:lnTo>
                <a:lnTo>
                  <a:pt x="391668" y="89916"/>
                </a:lnTo>
                <a:close/>
              </a:path>
              <a:path w="847725" h="411480">
                <a:moveTo>
                  <a:pt x="402336" y="367284"/>
                </a:moveTo>
                <a:lnTo>
                  <a:pt x="378345" y="326618"/>
                </a:lnTo>
                <a:lnTo>
                  <a:pt x="376428" y="288036"/>
                </a:lnTo>
                <a:lnTo>
                  <a:pt x="368808" y="288036"/>
                </a:lnTo>
                <a:lnTo>
                  <a:pt x="366522" y="330708"/>
                </a:lnTo>
                <a:lnTo>
                  <a:pt x="350304" y="369239"/>
                </a:lnTo>
                <a:lnTo>
                  <a:pt x="342900" y="370332"/>
                </a:lnTo>
                <a:lnTo>
                  <a:pt x="278892" y="370332"/>
                </a:lnTo>
                <a:lnTo>
                  <a:pt x="246938" y="345046"/>
                </a:lnTo>
                <a:lnTo>
                  <a:pt x="246888" y="228600"/>
                </a:lnTo>
                <a:lnTo>
                  <a:pt x="379476" y="228600"/>
                </a:lnTo>
                <a:lnTo>
                  <a:pt x="342900" y="192024"/>
                </a:lnTo>
                <a:lnTo>
                  <a:pt x="316992" y="217932"/>
                </a:lnTo>
                <a:lnTo>
                  <a:pt x="21336" y="217932"/>
                </a:lnTo>
                <a:lnTo>
                  <a:pt x="35052" y="231648"/>
                </a:lnTo>
                <a:lnTo>
                  <a:pt x="59436" y="228600"/>
                </a:lnTo>
                <a:lnTo>
                  <a:pt x="134112" y="228600"/>
                </a:lnTo>
                <a:lnTo>
                  <a:pt x="124968" y="291274"/>
                </a:lnTo>
                <a:lnTo>
                  <a:pt x="106680" y="336804"/>
                </a:lnTo>
                <a:lnTo>
                  <a:pt x="68770" y="371475"/>
                </a:lnTo>
                <a:lnTo>
                  <a:pt x="0" y="403860"/>
                </a:lnTo>
                <a:lnTo>
                  <a:pt x="1524" y="411480"/>
                </a:lnTo>
                <a:lnTo>
                  <a:pt x="62674" y="390144"/>
                </a:lnTo>
                <a:lnTo>
                  <a:pt x="102108" y="368808"/>
                </a:lnTo>
                <a:lnTo>
                  <a:pt x="136398" y="328739"/>
                </a:lnTo>
                <a:lnTo>
                  <a:pt x="153352" y="273367"/>
                </a:lnTo>
                <a:lnTo>
                  <a:pt x="160020" y="228600"/>
                </a:lnTo>
                <a:lnTo>
                  <a:pt x="222504" y="228600"/>
                </a:lnTo>
                <a:lnTo>
                  <a:pt x="222504" y="353568"/>
                </a:lnTo>
                <a:lnTo>
                  <a:pt x="225374" y="371309"/>
                </a:lnTo>
                <a:lnTo>
                  <a:pt x="234124" y="383476"/>
                </a:lnTo>
                <a:lnTo>
                  <a:pt x="248856" y="390220"/>
                </a:lnTo>
                <a:lnTo>
                  <a:pt x="269748" y="391668"/>
                </a:lnTo>
                <a:lnTo>
                  <a:pt x="348996" y="391668"/>
                </a:lnTo>
                <a:lnTo>
                  <a:pt x="366966" y="391083"/>
                </a:lnTo>
                <a:lnTo>
                  <a:pt x="381952" y="386905"/>
                </a:lnTo>
                <a:lnTo>
                  <a:pt x="393776" y="379031"/>
                </a:lnTo>
                <a:lnTo>
                  <a:pt x="400113" y="370332"/>
                </a:lnTo>
                <a:lnTo>
                  <a:pt x="402336" y="367284"/>
                </a:lnTo>
                <a:close/>
              </a:path>
              <a:path w="847725" h="411480">
                <a:moveTo>
                  <a:pt x="841248" y="207264"/>
                </a:moveTo>
                <a:lnTo>
                  <a:pt x="809244" y="172212"/>
                </a:lnTo>
                <a:lnTo>
                  <a:pt x="783336" y="196596"/>
                </a:lnTo>
                <a:lnTo>
                  <a:pt x="653796" y="196596"/>
                </a:lnTo>
                <a:lnTo>
                  <a:pt x="653796" y="147828"/>
                </a:lnTo>
                <a:lnTo>
                  <a:pt x="792480" y="147828"/>
                </a:lnTo>
                <a:lnTo>
                  <a:pt x="762000" y="115824"/>
                </a:lnTo>
                <a:lnTo>
                  <a:pt x="737616" y="138684"/>
                </a:lnTo>
                <a:lnTo>
                  <a:pt x="653796" y="138684"/>
                </a:lnTo>
                <a:lnTo>
                  <a:pt x="653796" y="85344"/>
                </a:lnTo>
                <a:lnTo>
                  <a:pt x="813816" y="85344"/>
                </a:lnTo>
                <a:lnTo>
                  <a:pt x="783336" y="53340"/>
                </a:lnTo>
                <a:lnTo>
                  <a:pt x="754380" y="74676"/>
                </a:lnTo>
                <a:lnTo>
                  <a:pt x="678180" y="74676"/>
                </a:lnTo>
                <a:lnTo>
                  <a:pt x="688479" y="64135"/>
                </a:lnTo>
                <a:lnTo>
                  <a:pt x="709676" y="41897"/>
                </a:lnTo>
                <a:lnTo>
                  <a:pt x="720852" y="30480"/>
                </a:lnTo>
                <a:lnTo>
                  <a:pt x="737616" y="24384"/>
                </a:lnTo>
                <a:lnTo>
                  <a:pt x="701040" y="0"/>
                </a:lnTo>
                <a:lnTo>
                  <a:pt x="693039" y="20891"/>
                </a:lnTo>
                <a:lnTo>
                  <a:pt x="685038" y="40195"/>
                </a:lnTo>
                <a:lnTo>
                  <a:pt x="677037" y="58089"/>
                </a:lnTo>
                <a:lnTo>
                  <a:pt x="669036" y="74676"/>
                </a:lnTo>
                <a:lnTo>
                  <a:pt x="598932" y="74676"/>
                </a:lnTo>
                <a:lnTo>
                  <a:pt x="603161" y="68059"/>
                </a:lnTo>
                <a:lnTo>
                  <a:pt x="606552" y="61722"/>
                </a:lnTo>
                <a:lnTo>
                  <a:pt x="608787" y="55397"/>
                </a:lnTo>
                <a:lnTo>
                  <a:pt x="609600" y="48768"/>
                </a:lnTo>
                <a:lnTo>
                  <a:pt x="609600" y="45720"/>
                </a:lnTo>
                <a:lnTo>
                  <a:pt x="576516" y="17081"/>
                </a:lnTo>
                <a:lnTo>
                  <a:pt x="556260" y="7620"/>
                </a:lnTo>
                <a:lnTo>
                  <a:pt x="551688" y="12192"/>
                </a:lnTo>
                <a:lnTo>
                  <a:pt x="564870" y="29895"/>
                </a:lnTo>
                <a:lnTo>
                  <a:pt x="574929" y="46291"/>
                </a:lnTo>
                <a:lnTo>
                  <a:pt x="582117" y="61277"/>
                </a:lnTo>
                <a:lnTo>
                  <a:pt x="586740" y="74676"/>
                </a:lnTo>
                <a:lnTo>
                  <a:pt x="470916" y="74676"/>
                </a:lnTo>
                <a:lnTo>
                  <a:pt x="487680" y="91440"/>
                </a:lnTo>
                <a:lnTo>
                  <a:pt x="497103" y="88569"/>
                </a:lnTo>
                <a:lnTo>
                  <a:pt x="507111" y="86677"/>
                </a:lnTo>
                <a:lnTo>
                  <a:pt x="517677" y="85661"/>
                </a:lnTo>
                <a:lnTo>
                  <a:pt x="528828" y="85344"/>
                </a:lnTo>
                <a:lnTo>
                  <a:pt x="629412" y="85344"/>
                </a:lnTo>
                <a:lnTo>
                  <a:pt x="629412" y="138684"/>
                </a:lnTo>
                <a:lnTo>
                  <a:pt x="493776" y="138684"/>
                </a:lnTo>
                <a:lnTo>
                  <a:pt x="509016" y="153924"/>
                </a:lnTo>
                <a:lnTo>
                  <a:pt x="519315" y="151688"/>
                </a:lnTo>
                <a:lnTo>
                  <a:pt x="529780" y="149733"/>
                </a:lnTo>
                <a:lnTo>
                  <a:pt x="540512" y="148361"/>
                </a:lnTo>
                <a:lnTo>
                  <a:pt x="551688" y="147828"/>
                </a:lnTo>
                <a:lnTo>
                  <a:pt x="629412" y="147828"/>
                </a:lnTo>
                <a:lnTo>
                  <a:pt x="629412" y="196596"/>
                </a:lnTo>
                <a:lnTo>
                  <a:pt x="445008" y="196596"/>
                </a:lnTo>
                <a:lnTo>
                  <a:pt x="461772" y="213360"/>
                </a:lnTo>
                <a:lnTo>
                  <a:pt x="471195" y="210489"/>
                </a:lnTo>
                <a:lnTo>
                  <a:pt x="481203" y="208597"/>
                </a:lnTo>
                <a:lnTo>
                  <a:pt x="491769" y="207581"/>
                </a:lnTo>
                <a:lnTo>
                  <a:pt x="502920" y="207264"/>
                </a:lnTo>
                <a:lnTo>
                  <a:pt x="841248" y="207264"/>
                </a:lnTo>
                <a:close/>
              </a:path>
              <a:path w="847725" h="411480">
                <a:moveTo>
                  <a:pt x="847344" y="370332"/>
                </a:moveTo>
                <a:lnTo>
                  <a:pt x="778764" y="359854"/>
                </a:lnTo>
                <a:lnTo>
                  <a:pt x="728472" y="336804"/>
                </a:lnTo>
                <a:lnTo>
                  <a:pt x="689610" y="306324"/>
                </a:lnTo>
                <a:lnTo>
                  <a:pt x="659892" y="271272"/>
                </a:lnTo>
                <a:lnTo>
                  <a:pt x="813816" y="271272"/>
                </a:lnTo>
                <a:lnTo>
                  <a:pt x="783336" y="239268"/>
                </a:lnTo>
                <a:lnTo>
                  <a:pt x="758952" y="262128"/>
                </a:lnTo>
                <a:lnTo>
                  <a:pt x="647700" y="262128"/>
                </a:lnTo>
                <a:lnTo>
                  <a:pt x="649224" y="254508"/>
                </a:lnTo>
                <a:lnTo>
                  <a:pt x="652272" y="246888"/>
                </a:lnTo>
                <a:lnTo>
                  <a:pt x="653796" y="240792"/>
                </a:lnTo>
                <a:lnTo>
                  <a:pt x="669036" y="228600"/>
                </a:lnTo>
                <a:lnTo>
                  <a:pt x="629412" y="208788"/>
                </a:lnTo>
                <a:lnTo>
                  <a:pt x="628002" y="222275"/>
                </a:lnTo>
                <a:lnTo>
                  <a:pt x="626173" y="235458"/>
                </a:lnTo>
                <a:lnTo>
                  <a:pt x="624052" y="248653"/>
                </a:lnTo>
                <a:lnTo>
                  <a:pt x="621792" y="262128"/>
                </a:lnTo>
                <a:lnTo>
                  <a:pt x="463296" y="262128"/>
                </a:lnTo>
                <a:lnTo>
                  <a:pt x="478536" y="277368"/>
                </a:lnTo>
                <a:lnTo>
                  <a:pt x="487959" y="275132"/>
                </a:lnTo>
                <a:lnTo>
                  <a:pt x="497967" y="273177"/>
                </a:lnTo>
                <a:lnTo>
                  <a:pt x="508533" y="271805"/>
                </a:lnTo>
                <a:lnTo>
                  <a:pt x="519684" y="271272"/>
                </a:lnTo>
                <a:lnTo>
                  <a:pt x="617220" y="271272"/>
                </a:lnTo>
                <a:lnTo>
                  <a:pt x="585406" y="329946"/>
                </a:lnTo>
                <a:lnTo>
                  <a:pt x="545592" y="365760"/>
                </a:lnTo>
                <a:lnTo>
                  <a:pt x="498348" y="387667"/>
                </a:lnTo>
                <a:lnTo>
                  <a:pt x="446532" y="403860"/>
                </a:lnTo>
                <a:lnTo>
                  <a:pt x="449580" y="409956"/>
                </a:lnTo>
                <a:lnTo>
                  <a:pt x="513397" y="395097"/>
                </a:lnTo>
                <a:lnTo>
                  <a:pt x="566928" y="373380"/>
                </a:lnTo>
                <a:lnTo>
                  <a:pt x="609600" y="335470"/>
                </a:lnTo>
                <a:lnTo>
                  <a:pt x="643128" y="271272"/>
                </a:lnTo>
                <a:lnTo>
                  <a:pt x="650748" y="271272"/>
                </a:lnTo>
                <a:lnTo>
                  <a:pt x="675894" y="313182"/>
                </a:lnTo>
                <a:lnTo>
                  <a:pt x="710184" y="350520"/>
                </a:lnTo>
                <a:lnTo>
                  <a:pt x="754380" y="381381"/>
                </a:lnTo>
                <a:lnTo>
                  <a:pt x="812292" y="405384"/>
                </a:lnTo>
                <a:lnTo>
                  <a:pt x="818616" y="394246"/>
                </a:lnTo>
                <a:lnTo>
                  <a:pt x="826389" y="385953"/>
                </a:lnTo>
                <a:lnTo>
                  <a:pt x="835863" y="380530"/>
                </a:lnTo>
                <a:lnTo>
                  <a:pt x="847344" y="377952"/>
                </a:lnTo>
                <a:lnTo>
                  <a:pt x="847344" y="37033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" name="object 28"/>
          <p:cNvSpPr/>
          <p:nvPr/>
        </p:nvSpPr>
        <p:spPr>
          <a:xfrm>
            <a:off x="2145791" y="2913887"/>
            <a:ext cx="375285" cy="381000"/>
          </a:xfrm>
          <a:custGeom>
            <a:avLst/>
            <a:gdLst/>
            <a:ahLst/>
            <a:cxnLst/>
            <a:rect l="l" t="t" r="r" b="b"/>
            <a:pathLst>
              <a:path w="375285" h="381000">
                <a:moveTo>
                  <a:pt x="24384" y="380999"/>
                </a:moveTo>
                <a:lnTo>
                  <a:pt x="0" y="358139"/>
                </a:lnTo>
                <a:lnTo>
                  <a:pt x="10668" y="347472"/>
                </a:lnTo>
                <a:lnTo>
                  <a:pt x="10668" y="105155"/>
                </a:lnTo>
                <a:lnTo>
                  <a:pt x="10477" y="58483"/>
                </a:lnTo>
                <a:lnTo>
                  <a:pt x="10025" y="34647"/>
                </a:lnTo>
                <a:lnTo>
                  <a:pt x="9144" y="10667"/>
                </a:lnTo>
                <a:lnTo>
                  <a:pt x="35052" y="24383"/>
                </a:lnTo>
                <a:lnTo>
                  <a:pt x="303275" y="24383"/>
                </a:lnTo>
                <a:lnTo>
                  <a:pt x="329183" y="0"/>
                </a:lnTo>
                <a:lnTo>
                  <a:pt x="359663" y="35051"/>
                </a:lnTo>
                <a:lnTo>
                  <a:pt x="240792" y="35051"/>
                </a:lnTo>
                <a:lnTo>
                  <a:pt x="240792" y="243839"/>
                </a:lnTo>
                <a:lnTo>
                  <a:pt x="241934" y="257841"/>
                </a:lnTo>
                <a:lnTo>
                  <a:pt x="245363" y="267842"/>
                </a:lnTo>
                <a:lnTo>
                  <a:pt x="251078" y="273843"/>
                </a:lnTo>
                <a:lnTo>
                  <a:pt x="259080" y="275843"/>
                </a:lnTo>
                <a:lnTo>
                  <a:pt x="306324" y="275843"/>
                </a:lnTo>
                <a:lnTo>
                  <a:pt x="326397" y="234291"/>
                </a:lnTo>
                <a:lnTo>
                  <a:pt x="327088" y="221551"/>
                </a:lnTo>
                <a:lnTo>
                  <a:pt x="329183" y="195071"/>
                </a:lnTo>
                <a:lnTo>
                  <a:pt x="338328" y="195071"/>
                </a:lnTo>
                <a:lnTo>
                  <a:pt x="338518" y="220027"/>
                </a:lnTo>
                <a:lnTo>
                  <a:pt x="338970" y="232148"/>
                </a:lnTo>
                <a:lnTo>
                  <a:pt x="353567" y="267843"/>
                </a:lnTo>
                <a:lnTo>
                  <a:pt x="362711" y="271272"/>
                </a:lnTo>
                <a:lnTo>
                  <a:pt x="354449" y="282368"/>
                </a:lnTo>
                <a:lnTo>
                  <a:pt x="343471" y="290322"/>
                </a:lnTo>
                <a:lnTo>
                  <a:pt x="329922" y="294846"/>
                </a:lnTo>
                <a:lnTo>
                  <a:pt x="313944" y="295655"/>
                </a:lnTo>
                <a:lnTo>
                  <a:pt x="248411" y="295655"/>
                </a:lnTo>
                <a:lnTo>
                  <a:pt x="234434" y="292488"/>
                </a:lnTo>
                <a:lnTo>
                  <a:pt x="224599" y="285178"/>
                </a:lnTo>
                <a:lnTo>
                  <a:pt x="219051" y="273581"/>
                </a:lnTo>
                <a:lnTo>
                  <a:pt x="217932" y="257555"/>
                </a:lnTo>
                <a:lnTo>
                  <a:pt x="217932" y="35051"/>
                </a:lnTo>
                <a:lnTo>
                  <a:pt x="144780" y="35051"/>
                </a:lnTo>
                <a:lnTo>
                  <a:pt x="143827" y="87629"/>
                </a:lnTo>
                <a:lnTo>
                  <a:pt x="141732" y="135635"/>
                </a:lnTo>
                <a:lnTo>
                  <a:pt x="133731" y="181355"/>
                </a:lnTo>
                <a:lnTo>
                  <a:pt x="118872" y="227075"/>
                </a:lnTo>
                <a:lnTo>
                  <a:pt x="94488" y="272986"/>
                </a:lnTo>
                <a:lnTo>
                  <a:pt x="56388" y="320039"/>
                </a:lnTo>
                <a:lnTo>
                  <a:pt x="50292" y="313943"/>
                </a:lnTo>
                <a:lnTo>
                  <a:pt x="66913" y="290488"/>
                </a:lnTo>
                <a:lnTo>
                  <a:pt x="80391" y="268033"/>
                </a:lnTo>
                <a:lnTo>
                  <a:pt x="99060" y="225551"/>
                </a:lnTo>
                <a:lnTo>
                  <a:pt x="110490" y="184594"/>
                </a:lnTo>
                <a:lnTo>
                  <a:pt x="117348" y="140207"/>
                </a:lnTo>
                <a:lnTo>
                  <a:pt x="119443" y="90487"/>
                </a:lnTo>
                <a:lnTo>
                  <a:pt x="120396" y="35051"/>
                </a:lnTo>
                <a:lnTo>
                  <a:pt x="35052" y="35051"/>
                </a:lnTo>
                <a:lnTo>
                  <a:pt x="35052" y="355091"/>
                </a:lnTo>
                <a:lnTo>
                  <a:pt x="310896" y="355091"/>
                </a:lnTo>
                <a:lnTo>
                  <a:pt x="338328" y="327660"/>
                </a:lnTo>
                <a:lnTo>
                  <a:pt x="374904" y="364236"/>
                </a:lnTo>
                <a:lnTo>
                  <a:pt x="36576" y="364236"/>
                </a:lnTo>
                <a:lnTo>
                  <a:pt x="24384" y="38099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29" name="object 29"/>
          <p:cNvGrpSpPr/>
          <p:nvPr/>
        </p:nvGrpSpPr>
        <p:grpSpPr>
          <a:xfrm>
            <a:off x="2420111" y="2916935"/>
            <a:ext cx="3255645" cy="4544695"/>
            <a:chOff x="2420111" y="2916935"/>
            <a:chExt cx="3255645" cy="4544695"/>
          </a:xfrm>
        </p:grpSpPr>
        <p:sp>
          <p:nvSpPr>
            <p:cNvPr id="30" name="object 30"/>
            <p:cNvSpPr/>
            <p:nvPr/>
          </p:nvSpPr>
          <p:spPr>
            <a:xfrm>
              <a:off x="2567927" y="2916935"/>
              <a:ext cx="666115" cy="382905"/>
            </a:xfrm>
            <a:custGeom>
              <a:avLst/>
              <a:gdLst/>
              <a:ahLst/>
              <a:cxnLst/>
              <a:rect l="l" t="t" r="r" b="b"/>
              <a:pathLst>
                <a:path w="666114" h="382904">
                  <a:moveTo>
                    <a:pt x="225552" y="32004"/>
                  </a:moveTo>
                  <a:lnTo>
                    <a:pt x="196596" y="0"/>
                  </a:lnTo>
                  <a:lnTo>
                    <a:pt x="176784" y="21336"/>
                  </a:lnTo>
                  <a:lnTo>
                    <a:pt x="124968" y="21336"/>
                  </a:lnTo>
                  <a:lnTo>
                    <a:pt x="124968" y="32004"/>
                  </a:lnTo>
                  <a:lnTo>
                    <a:pt x="124968" y="86868"/>
                  </a:lnTo>
                  <a:lnTo>
                    <a:pt x="102108" y="86868"/>
                  </a:lnTo>
                  <a:lnTo>
                    <a:pt x="102108" y="32004"/>
                  </a:lnTo>
                  <a:lnTo>
                    <a:pt x="124968" y="32004"/>
                  </a:lnTo>
                  <a:lnTo>
                    <a:pt x="124968" y="21336"/>
                  </a:lnTo>
                  <a:lnTo>
                    <a:pt x="0" y="21336"/>
                  </a:lnTo>
                  <a:lnTo>
                    <a:pt x="16764" y="36576"/>
                  </a:lnTo>
                  <a:lnTo>
                    <a:pt x="26200" y="34582"/>
                  </a:lnTo>
                  <a:lnTo>
                    <a:pt x="36195" y="33147"/>
                  </a:lnTo>
                  <a:lnTo>
                    <a:pt x="46774" y="32296"/>
                  </a:lnTo>
                  <a:lnTo>
                    <a:pt x="57912" y="32004"/>
                  </a:lnTo>
                  <a:lnTo>
                    <a:pt x="80772" y="32004"/>
                  </a:lnTo>
                  <a:lnTo>
                    <a:pt x="80772" y="86868"/>
                  </a:lnTo>
                  <a:lnTo>
                    <a:pt x="80772" y="97536"/>
                  </a:lnTo>
                  <a:lnTo>
                    <a:pt x="78803" y="135826"/>
                  </a:lnTo>
                  <a:lnTo>
                    <a:pt x="72961" y="168402"/>
                  </a:lnTo>
                  <a:lnTo>
                    <a:pt x="63423" y="195262"/>
                  </a:lnTo>
                  <a:lnTo>
                    <a:pt x="50292" y="216408"/>
                  </a:lnTo>
                  <a:lnTo>
                    <a:pt x="50292" y="97536"/>
                  </a:lnTo>
                  <a:lnTo>
                    <a:pt x="80772" y="97536"/>
                  </a:lnTo>
                  <a:lnTo>
                    <a:pt x="80772" y="86868"/>
                  </a:lnTo>
                  <a:lnTo>
                    <a:pt x="50292" y="86868"/>
                  </a:lnTo>
                  <a:lnTo>
                    <a:pt x="25908" y="73152"/>
                  </a:lnTo>
                  <a:lnTo>
                    <a:pt x="27038" y="104330"/>
                  </a:lnTo>
                  <a:lnTo>
                    <a:pt x="27978" y="139827"/>
                  </a:lnTo>
                  <a:lnTo>
                    <a:pt x="28702" y="182676"/>
                  </a:lnTo>
                  <a:lnTo>
                    <a:pt x="28943" y="225552"/>
                  </a:lnTo>
                  <a:lnTo>
                    <a:pt x="28854" y="249936"/>
                  </a:lnTo>
                  <a:lnTo>
                    <a:pt x="28702" y="276656"/>
                  </a:lnTo>
                  <a:lnTo>
                    <a:pt x="28003" y="317754"/>
                  </a:lnTo>
                  <a:lnTo>
                    <a:pt x="27038" y="353148"/>
                  </a:lnTo>
                  <a:lnTo>
                    <a:pt x="25908" y="382524"/>
                  </a:lnTo>
                  <a:lnTo>
                    <a:pt x="50292" y="373380"/>
                  </a:lnTo>
                  <a:lnTo>
                    <a:pt x="50292" y="336804"/>
                  </a:lnTo>
                  <a:lnTo>
                    <a:pt x="176784" y="336804"/>
                  </a:lnTo>
                  <a:lnTo>
                    <a:pt x="176784" y="381000"/>
                  </a:lnTo>
                  <a:lnTo>
                    <a:pt x="201168" y="368808"/>
                  </a:lnTo>
                  <a:lnTo>
                    <a:pt x="200266" y="340639"/>
                  </a:lnTo>
                  <a:lnTo>
                    <a:pt x="200190" y="336804"/>
                  </a:lnTo>
                  <a:lnTo>
                    <a:pt x="200012" y="327660"/>
                  </a:lnTo>
                  <a:lnTo>
                    <a:pt x="199440" y="299948"/>
                  </a:lnTo>
                  <a:lnTo>
                    <a:pt x="198932" y="260604"/>
                  </a:lnTo>
                  <a:lnTo>
                    <a:pt x="198805" y="249936"/>
                  </a:lnTo>
                  <a:lnTo>
                    <a:pt x="198755" y="246684"/>
                  </a:lnTo>
                  <a:lnTo>
                    <a:pt x="198386" y="193548"/>
                  </a:lnTo>
                  <a:lnTo>
                    <a:pt x="198335" y="185928"/>
                  </a:lnTo>
                  <a:lnTo>
                    <a:pt x="198120" y="102108"/>
                  </a:lnTo>
                  <a:lnTo>
                    <a:pt x="204216" y="97536"/>
                  </a:lnTo>
                  <a:lnTo>
                    <a:pt x="210312" y="92964"/>
                  </a:lnTo>
                  <a:lnTo>
                    <a:pt x="203352" y="86868"/>
                  </a:lnTo>
                  <a:lnTo>
                    <a:pt x="185928" y="71628"/>
                  </a:lnTo>
                  <a:lnTo>
                    <a:pt x="176784" y="83058"/>
                  </a:lnTo>
                  <a:lnTo>
                    <a:pt x="176784" y="97536"/>
                  </a:lnTo>
                  <a:lnTo>
                    <a:pt x="176784" y="193548"/>
                  </a:lnTo>
                  <a:lnTo>
                    <a:pt x="176784" y="211836"/>
                  </a:lnTo>
                  <a:lnTo>
                    <a:pt x="176784" y="249936"/>
                  </a:lnTo>
                  <a:lnTo>
                    <a:pt x="176784" y="260604"/>
                  </a:lnTo>
                  <a:lnTo>
                    <a:pt x="176784" y="327660"/>
                  </a:lnTo>
                  <a:lnTo>
                    <a:pt x="50292" y="327660"/>
                  </a:lnTo>
                  <a:lnTo>
                    <a:pt x="50292" y="260604"/>
                  </a:lnTo>
                  <a:lnTo>
                    <a:pt x="176784" y="260604"/>
                  </a:lnTo>
                  <a:lnTo>
                    <a:pt x="176784" y="249936"/>
                  </a:lnTo>
                  <a:lnTo>
                    <a:pt x="50292" y="249936"/>
                  </a:lnTo>
                  <a:lnTo>
                    <a:pt x="50292" y="225552"/>
                  </a:lnTo>
                  <a:lnTo>
                    <a:pt x="59931" y="216408"/>
                  </a:lnTo>
                  <a:lnTo>
                    <a:pt x="73177" y="203835"/>
                  </a:lnTo>
                  <a:lnTo>
                    <a:pt x="89344" y="175260"/>
                  </a:lnTo>
                  <a:lnTo>
                    <a:pt x="98945" y="139827"/>
                  </a:lnTo>
                  <a:lnTo>
                    <a:pt x="102108" y="97536"/>
                  </a:lnTo>
                  <a:lnTo>
                    <a:pt x="124968" y="97536"/>
                  </a:lnTo>
                  <a:lnTo>
                    <a:pt x="124968" y="185928"/>
                  </a:lnTo>
                  <a:lnTo>
                    <a:pt x="126479" y="197700"/>
                  </a:lnTo>
                  <a:lnTo>
                    <a:pt x="131254" y="205740"/>
                  </a:lnTo>
                  <a:lnTo>
                    <a:pt x="139763" y="210362"/>
                  </a:lnTo>
                  <a:lnTo>
                    <a:pt x="152400" y="211836"/>
                  </a:lnTo>
                  <a:lnTo>
                    <a:pt x="176784" y="211836"/>
                  </a:lnTo>
                  <a:lnTo>
                    <a:pt x="176784" y="193548"/>
                  </a:lnTo>
                  <a:lnTo>
                    <a:pt x="150876" y="193548"/>
                  </a:lnTo>
                  <a:lnTo>
                    <a:pt x="146304" y="187452"/>
                  </a:lnTo>
                  <a:lnTo>
                    <a:pt x="146304" y="97536"/>
                  </a:lnTo>
                  <a:lnTo>
                    <a:pt x="176784" y="97536"/>
                  </a:lnTo>
                  <a:lnTo>
                    <a:pt x="176784" y="83058"/>
                  </a:lnTo>
                  <a:lnTo>
                    <a:pt x="173736" y="86868"/>
                  </a:lnTo>
                  <a:lnTo>
                    <a:pt x="146304" y="86868"/>
                  </a:lnTo>
                  <a:lnTo>
                    <a:pt x="146304" y="32004"/>
                  </a:lnTo>
                  <a:lnTo>
                    <a:pt x="225552" y="32004"/>
                  </a:lnTo>
                  <a:close/>
                </a:path>
                <a:path w="666114" h="382904">
                  <a:moveTo>
                    <a:pt x="409956" y="341376"/>
                  </a:moveTo>
                  <a:lnTo>
                    <a:pt x="388391" y="307352"/>
                  </a:lnTo>
                  <a:lnTo>
                    <a:pt x="387096" y="262128"/>
                  </a:lnTo>
                  <a:lnTo>
                    <a:pt x="377952" y="262128"/>
                  </a:lnTo>
                  <a:lnTo>
                    <a:pt x="375666" y="303657"/>
                  </a:lnTo>
                  <a:lnTo>
                    <a:pt x="364236" y="345948"/>
                  </a:lnTo>
                  <a:lnTo>
                    <a:pt x="284988" y="345948"/>
                  </a:lnTo>
                  <a:lnTo>
                    <a:pt x="272986" y="344855"/>
                  </a:lnTo>
                  <a:lnTo>
                    <a:pt x="264414" y="339471"/>
                  </a:lnTo>
                  <a:lnTo>
                    <a:pt x="259270" y="330098"/>
                  </a:lnTo>
                  <a:lnTo>
                    <a:pt x="257556" y="316992"/>
                  </a:lnTo>
                  <a:lnTo>
                    <a:pt x="257556" y="156972"/>
                  </a:lnTo>
                  <a:lnTo>
                    <a:pt x="352044" y="156972"/>
                  </a:lnTo>
                  <a:lnTo>
                    <a:pt x="352044" y="181356"/>
                  </a:lnTo>
                  <a:lnTo>
                    <a:pt x="376428" y="170688"/>
                  </a:lnTo>
                  <a:lnTo>
                    <a:pt x="375945" y="156972"/>
                  </a:lnTo>
                  <a:lnTo>
                    <a:pt x="375564" y="146304"/>
                  </a:lnTo>
                  <a:lnTo>
                    <a:pt x="375094" y="115633"/>
                  </a:lnTo>
                  <a:lnTo>
                    <a:pt x="374929" y="79184"/>
                  </a:lnTo>
                  <a:lnTo>
                    <a:pt x="374904" y="36576"/>
                  </a:lnTo>
                  <a:lnTo>
                    <a:pt x="380136" y="32004"/>
                  </a:lnTo>
                  <a:lnTo>
                    <a:pt x="387096" y="25908"/>
                  </a:lnTo>
                  <a:lnTo>
                    <a:pt x="361188" y="4572"/>
                  </a:lnTo>
                  <a:lnTo>
                    <a:pt x="348996" y="21336"/>
                  </a:lnTo>
                  <a:lnTo>
                    <a:pt x="227076" y="21336"/>
                  </a:lnTo>
                  <a:lnTo>
                    <a:pt x="242316" y="36576"/>
                  </a:lnTo>
                  <a:lnTo>
                    <a:pt x="251752" y="34582"/>
                  </a:lnTo>
                  <a:lnTo>
                    <a:pt x="261747" y="33147"/>
                  </a:lnTo>
                  <a:lnTo>
                    <a:pt x="272326" y="32296"/>
                  </a:lnTo>
                  <a:lnTo>
                    <a:pt x="283464" y="32004"/>
                  </a:lnTo>
                  <a:lnTo>
                    <a:pt x="352044" y="32004"/>
                  </a:lnTo>
                  <a:lnTo>
                    <a:pt x="352044" y="146304"/>
                  </a:lnTo>
                  <a:lnTo>
                    <a:pt x="257556" y="146304"/>
                  </a:lnTo>
                  <a:lnTo>
                    <a:pt x="233172" y="131064"/>
                  </a:lnTo>
                  <a:lnTo>
                    <a:pt x="234061" y="157645"/>
                  </a:lnTo>
                  <a:lnTo>
                    <a:pt x="234505" y="198501"/>
                  </a:lnTo>
                  <a:lnTo>
                    <a:pt x="234683" y="253657"/>
                  </a:lnTo>
                  <a:lnTo>
                    <a:pt x="234696" y="323088"/>
                  </a:lnTo>
                  <a:lnTo>
                    <a:pt x="237324" y="342836"/>
                  </a:lnTo>
                  <a:lnTo>
                    <a:pt x="245364" y="356425"/>
                  </a:lnTo>
                  <a:lnTo>
                    <a:pt x="259130" y="364032"/>
                  </a:lnTo>
                  <a:lnTo>
                    <a:pt x="278892" y="365760"/>
                  </a:lnTo>
                  <a:lnTo>
                    <a:pt x="368808" y="365760"/>
                  </a:lnTo>
                  <a:lnTo>
                    <a:pt x="381673" y="364312"/>
                  </a:lnTo>
                  <a:lnTo>
                    <a:pt x="392811" y="359854"/>
                  </a:lnTo>
                  <a:lnTo>
                    <a:pt x="402247" y="352259"/>
                  </a:lnTo>
                  <a:lnTo>
                    <a:pt x="406717" y="345948"/>
                  </a:lnTo>
                  <a:lnTo>
                    <a:pt x="409956" y="341376"/>
                  </a:lnTo>
                  <a:close/>
                </a:path>
                <a:path w="666114" h="382904">
                  <a:moveTo>
                    <a:pt x="665988" y="254520"/>
                  </a:moveTo>
                  <a:lnTo>
                    <a:pt x="656348" y="213575"/>
                  </a:lnTo>
                  <a:lnTo>
                    <a:pt x="629983" y="184607"/>
                  </a:lnTo>
                  <a:lnTo>
                    <a:pt x="593966" y="169938"/>
                  </a:lnTo>
                  <a:lnTo>
                    <a:pt x="542099" y="156857"/>
                  </a:lnTo>
                  <a:lnTo>
                    <a:pt x="534924" y="155460"/>
                  </a:lnTo>
                  <a:lnTo>
                    <a:pt x="525208" y="151739"/>
                  </a:lnTo>
                  <a:lnTo>
                    <a:pt x="494728" y="123456"/>
                  </a:lnTo>
                  <a:lnTo>
                    <a:pt x="492252" y="105168"/>
                  </a:lnTo>
                  <a:lnTo>
                    <a:pt x="493395" y="94284"/>
                  </a:lnTo>
                  <a:lnTo>
                    <a:pt x="520522" y="61061"/>
                  </a:lnTo>
                  <a:lnTo>
                    <a:pt x="559308" y="53352"/>
                  </a:lnTo>
                  <a:lnTo>
                    <a:pt x="572744" y="54152"/>
                  </a:lnTo>
                  <a:lnTo>
                    <a:pt x="609600" y="64020"/>
                  </a:lnTo>
                  <a:lnTo>
                    <a:pt x="649224" y="88404"/>
                  </a:lnTo>
                  <a:lnTo>
                    <a:pt x="652272" y="88404"/>
                  </a:lnTo>
                  <a:lnTo>
                    <a:pt x="652272" y="38112"/>
                  </a:lnTo>
                  <a:lnTo>
                    <a:pt x="641731" y="32918"/>
                  </a:lnTo>
                  <a:lnTo>
                    <a:pt x="595490" y="19342"/>
                  </a:lnTo>
                  <a:lnTo>
                    <a:pt x="556260" y="16776"/>
                  </a:lnTo>
                  <a:lnTo>
                    <a:pt x="533400" y="18465"/>
                  </a:lnTo>
                  <a:lnTo>
                    <a:pt x="494538" y="31559"/>
                  </a:lnTo>
                  <a:lnTo>
                    <a:pt x="464781" y="57010"/>
                  </a:lnTo>
                  <a:lnTo>
                    <a:pt x="448056" y="109740"/>
                  </a:lnTo>
                  <a:lnTo>
                    <a:pt x="448348" y="118618"/>
                  </a:lnTo>
                  <a:lnTo>
                    <a:pt x="459676" y="156032"/>
                  </a:lnTo>
                  <a:lnTo>
                    <a:pt x="492252" y="185940"/>
                  </a:lnTo>
                  <a:lnTo>
                    <a:pt x="546315" y="202819"/>
                  </a:lnTo>
                  <a:lnTo>
                    <a:pt x="553212" y="204228"/>
                  </a:lnTo>
                  <a:lnTo>
                    <a:pt x="559219" y="205625"/>
                  </a:lnTo>
                  <a:lnTo>
                    <a:pt x="598741" y="218516"/>
                  </a:lnTo>
                  <a:lnTo>
                    <a:pt x="619696" y="251752"/>
                  </a:lnTo>
                  <a:lnTo>
                    <a:pt x="620268" y="260616"/>
                  </a:lnTo>
                  <a:lnTo>
                    <a:pt x="619125" y="272376"/>
                  </a:lnTo>
                  <a:lnTo>
                    <a:pt x="591718" y="306476"/>
                  </a:lnTo>
                  <a:lnTo>
                    <a:pt x="548640" y="315480"/>
                  </a:lnTo>
                  <a:lnTo>
                    <a:pt x="535838" y="314642"/>
                  </a:lnTo>
                  <a:lnTo>
                    <a:pt x="483425" y="297878"/>
                  </a:lnTo>
                  <a:lnTo>
                    <a:pt x="448056" y="272808"/>
                  </a:lnTo>
                  <a:lnTo>
                    <a:pt x="445008" y="272808"/>
                  </a:lnTo>
                  <a:lnTo>
                    <a:pt x="445008" y="326148"/>
                  </a:lnTo>
                  <a:lnTo>
                    <a:pt x="456438" y="331571"/>
                  </a:lnTo>
                  <a:lnTo>
                    <a:pt x="503897" y="347548"/>
                  </a:lnTo>
                  <a:lnTo>
                    <a:pt x="551688" y="352056"/>
                  </a:lnTo>
                  <a:lnTo>
                    <a:pt x="565962" y="351497"/>
                  </a:lnTo>
                  <a:lnTo>
                    <a:pt x="610222" y="340448"/>
                  </a:lnTo>
                  <a:lnTo>
                    <a:pt x="642061" y="315950"/>
                  </a:lnTo>
                  <a:lnTo>
                    <a:pt x="660844" y="281952"/>
                  </a:lnTo>
                  <a:lnTo>
                    <a:pt x="665416" y="263664"/>
                  </a:lnTo>
                  <a:lnTo>
                    <a:pt x="665988" y="25452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31" name="object 31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2420111" y="3279648"/>
              <a:ext cx="3255264" cy="4181855"/>
            </a:xfrm>
            <a:prstGeom prst="rect">
              <a:avLst/>
            </a:prstGeom>
          </p:spPr>
        </p:pic>
      </p:grpSp>
    </p:spTree>
  </p:cSld>
  <p:clrMapOvr>
    <a:masterClrMapping/>
  </p:clrMapOvr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9572244" y="7231380"/>
            <a:ext cx="187960" cy="142240"/>
            <a:chOff x="9572244" y="7231380"/>
            <a:chExt cx="187960" cy="142240"/>
          </a:xfrm>
        </p:grpSpPr>
        <p:pic>
          <p:nvPicPr>
            <p:cNvPr id="3" name="object 3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9572244" y="7231380"/>
              <a:ext cx="70103" cy="141732"/>
            </a:xfrm>
            <a:prstGeom prst="rect">
              <a:avLst/>
            </a:prstGeom>
          </p:spPr>
        </p:pic>
        <p:pic>
          <p:nvPicPr>
            <p:cNvPr id="4" name="object 4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9662160" y="7231380"/>
              <a:ext cx="97536" cy="141732"/>
            </a:xfrm>
            <a:prstGeom prst="rect">
              <a:avLst/>
            </a:prstGeom>
          </p:spPr>
        </p:pic>
      </p:grpSp>
      <p:sp>
        <p:nvSpPr>
          <p:cNvPr id="5" name="object 5"/>
          <p:cNvSpPr/>
          <p:nvPr/>
        </p:nvSpPr>
        <p:spPr>
          <a:xfrm>
            <a:off x="1760219" y="1328927"/>
            <a:ext cx="218440" cy="447040"/>
          </a:xfrm>
          <a:custGeom>
            <a:avLst/>
            <a:gdLst/>
            <a:ahLst/>
            <a:cxnLst/>
            <a:rect l="l" t="t" r="r" b="b"/>
            <a:pathLst>
              <a:path w="218439" h="447039">
                <a:moveTo>
                  <a:pt x="217931" y="446532"/>
                </a:moveTo>
                <a:lnTo>
                  <a:pt x="0" y="446532"/>
                </a:lnTo>
                <a:lnTo>
                  <a:pt x="0" y="400812"/>
                </a:lnTo>
                <a:lnTo>
                  <a:pt x="80771" y="400812"/>
                </a:lnTo>
                <a:lnTo>
                  <a:pt x="80771" y="102108"/>
                </a:lnTo>
                <a:lnTo>
                  <a:pt x="0" y="102108"/>
                </a:lnTo>
                <a:lnTo>
                  <a:pt x="0" y="62484"/>
                </a:lnTo>
                <a:lnTo>
                  <a:pt x="21407" y="61626"/>
                </a:lnTo>
                <a:lnTo>
                  <a:pt x="39814" y="59055"/>
                </a:lnTo>
                <a:lnTo>
                  <a:pt x="77081" y="41362"/>
                </a:lnTo>
                <a:lnTo>
                  <a:pt x="91439" y="0"/>
                </a:lnTo>
                <a:lnTo>
                  <a:pt x="138683" y="0"/>
                </a:lnTo>
                <a:lnTo>
                  <a:pt x="138683" y="400812"/>
                </a:lnTo>
                <a:lnTo>
                  <a:pt x="217931" y="400812"/>
                </a:lnTo>
                <a:lnTo>
                  <a:pt x="217931" y="446532"/>
                </a:lnTo>
                <a:close/>
              </a:path>
            </a:pathLst>
          </a:custGeom>
          <a:solidFill>
            <a:srgbClr val="3333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" name="object 6"/>
          <p:cNvSpPr/>
          <p:nvPr/>
        </p:nvSpPr>
        <p:spPr>
          <a:xfrm>
            <a:off x="2084832" y="1690116"/>
            <a:ext cx="71755" cy="85725"/>
          </a:xfrm>
          <a:custGeom>
            <a:avLst/>
            <a:gdLst/>
            <a:ahLst/>
            <a:cxnLst/>
            <a:rect l="l" t="t" r="r" b="b"/>
            <a:pathLst>
              <a:path w="71755" h="85725">
                <a:moveTo>
                  <a:pt x="71627" y="85343"/>
                </a:moveTo>
                <a:lnTo>
                  <a:pt x="0" y="85343"/>
                </a:lnTo>
                <a:lnTo>
                  <a:pt x="0" y="0"/>
                </a:lnTo>
                <a:lnTo>
                  <a:pt x="71627" y="0"/>
                </a:lnTo>
                <a:lnTo>
                  <a:pt x="71627" y="85343"/>
                </a:lnTo>
                <a:close/>
              </a:path>
            </a:pathLst>
          </a:custGeom>
          <a:solidFill>
            <a:srgbClr val="3333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" name="object 7"/>
          <p:cNvSpPr/>
          <p:nvPr/>
        </p:nvSpPr>
        <p:spPr>
          <a:xfrm>
            <a:off x="2279903" y="1328927"/>
            <a:ext cx="218440" cy="447040"/>
          </a:xfrm>
          <a:custGeom>
            <a:avLst/>
            <a:gdLst/>
            <a:ahLst/>
            <a:cxnLst/>
            <a:rect l="l" t="t" r="r" b="b"/>
            <a:pathLst>
              <a:path w="218439" h="447039">
                <a:moveTo>
                  <a:pt x="217931" y="446532"/>
                </a:moveTo>
                <a:lnTo>
                  <a:pt x="0" y="446532"/>
                </a:lnTo>
                <a:lnTo>
                  <a:pt x="0" y="400812"/>
                </a:lnTo>
                <a:lnTo>
                  <a:pt x="80771" y="400812"/>
                </a:lnTo>
                <a:lnTo>
                  <a:pt x="80771" y="102108"/>
                </a:lnTo>
                <a:lnTo>
                  <a:pt x="0" y="102108"/>
                </a:lnTo>
                <a:lnTo>
                  <a:pt x="0" y="62484"/>
                </a:lnTo>
                <a:lnTo>
                  <a:pt x="21431" y="61626"/>
                </a:lnTo>
                <a:lnTo>
                  <a:pt x="40004" y="59055"/>
                </a:lnTo>
                <a:lnTo>
                  <a:pt x="77962" y="41362"/>
                </a:lnTo>
                <a:lnTo>
                  <a:pt x="92963" y="0"/>
                </a:lnTo>
                <a:lnTo>
                  <a:pt x="138683" y="0"/>
                </a:lnTo>
                <a:lnTo>
                  <a:pt x="138683" y="400812"/>
                </a:lnTo>
                <a:lnTo>
                  <a:pt x="217931" y="400812"/>
                </a:lnTo>
                <a:lnTo>
                  <a:pt x="217931" y="446532"/>
                </a:lnTo>
                <a:close/>
              </a:path>
            </a:pathLst>
          </a:custGeom>
          <a:solidFill>
            <a:srgbClr val="3333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2833116" y="1280160"/>
            <a:ext cx="448309" cy="548640"/>
          </a:xfrm>
          <a:custGeom>
            <a:avLst/>
            <a:gdLst/>
            <a:ahLst/>
            <a:cxnLst/>
            <a:rect l="l" t="t" r="r" b="b"/>
            <a:pathLst>
              <a:path w="448310" h="548639">
                <a:moveTo>
                  <a:pt x="103632" y="117348"/>
                </a:moveTo>
                <a:lnTo>
                  <a:pt x="94488" y="117348"/>
                </a:lnTo>
                <a:lnTo>
                  <a:pt x="89916" y="109728"/>
                </a:lnTo>
                <a:lnTo>
                  <a:pt x="86868" y="96012"/>
                </a:lnTo>
                <a:lnTo>
                  <a:pt x="79462" y="76581"/>
                </a:lnTo>
                <a:lnTo>
                  <a:pt x="68770" y="54864"/>
                </a:lnTo>
                <a:lnTo>
                  <a:pt x="54935" y="30861"/>
                </a:lnTo>
                <a:lnTo>
                  <a:pt x="38100" y="4572"/>
                </a:lnTo>
                <a:lnTo>
                  <a:pt x="45720" y="0"/>
                </a:lnTo>
                <a:lnTo>
                  <a:pt x="85725" y="24384"/>
                </a:lnTo>
                <a:lnTo>
                  <a:pt x="116609" y="53030"/>
                </a:lnTo>
                <a:lnTo>
                  <a:pt x="124968" y="74676"/>
                </a:lnTo>
                <a:lnTo>
                  <a:pt x="124390" y="80700"/>
                </a:lnTo>
                <a:lnTo>
                  <a:pt x="122682" y="87249"/>
                </a:lnTo>
                <a:lnTo>
                  <a:pt x="119824" y="94392"/>
                </a:lnTo>
                <a:lnTo>
                  <a:pt x="115824" y="102108"/>
                </a:lnTo>
                <a:lnTo>
                  <a:pt x="109728" y="112776"/>
                </a:lnTo>
                <a:lnTo>
                  <a:pt x="103632" y="117348"/>
                </a:lnTo>
                <a:close/>
              </a:path>
              <a:path w="448310" h="548639">
                <a:moveTo>
                  <a:pt x="201168" y="83820"/>
                </a:moveTo>
                <a:lnTo>
                  <a:pt x="179831" y="62484"/>
                </a:lnTo>
                <a:lnTo>
                  <a:pt x="388620" y="62484"/>
                </a:lnTo>
                <a:lnTo>
                  <a:pt x="406908" y="33528"/>
                </a:lnTo>
                <a:lnTo>
                  <a:pt x="448056" y="67056"/>
                </a:lnTo>
                <a:lnTo>
                  <a:pt x="438208" y="76200"/>
                </a:lnTo>
                <a:lnTo>
                  <a:pt x="259080" y="76200"/>
                </a:lnTo>
                <a:lnTo>
                  <a:pt x="243601" y="76747"/>
                </a:lnTo>
                <a:lnTo>
                  <a:pt x="228981" y="78295"/>
                </a:lnTo>
                <a:lnTo>
                  <a:pt x="214931" y="80700"/>
                </a:lnTo>
                <a:lnTo>
                  <a:pt x="201168" y="83820"/>
                </a:lnTo>
                <a:close/>
              </a:path>
              <a:path w="448310" h="548639">
                <a:moveTo>
                  <a:pt x="425464" y="486156"/>
                </a:moveTo>
                <a:lnTo>
                  <a:pt x="364236" y="486156"/>
                </a:lnTo>
                <a:lnTo>
                  <a:pt x="375356" y="485846"/>
                </a:lnTo>
                <a:lnTo>
                  <a:pt x="383476" y="482536"/>
                </a:lnTo>
                <a:lnTo>
                  <a:pt x="388453" y="476083"/>
                </a:lnTo>
                <a:lnTo>
                  <a:pt x="390144" y="466344"/>
                </a:lnTo>
                <a:lnTo>
                  <a:pt x="390144" y="76200"/>
                </a:lnTo>
                <a:lnTo>
                  <a:pt x="438208" y="76200"/>
                </a:lnTo>
                <a:lnTo>
                  <a:pt x="426720" y="86868"/>
                </a:lnTo>
                <a:lnTo>
                  <a:pt x="426720" y="473964"/>
                </a:lnTo>
                <a:lnTo>
                  <a:pt x="425464" y="486156"/>
                </a:lnTo>
                <a:close/>
              </a:path>
              <a:path w="448310" h="548639">
                <a:moveTo>
                  <a:pt x="0" y="548640"/>
                </a:moveTo>
                <a:lnTo>
                  <a:pt x="1039" y="498276"/>
                </a:lnTo>
                <a:lnTo>
                  <a:pt x="1731" y="459955"/>
                </a:lnTo>
                <a:lnTo>
                  <a:pt x="2414" y="411041"/>
                </a:lnTo>
                <a:lnTo>
                  <a:pt x="2822" y="365379"/>
                </a:lnTo>
                <a:lnTo>
                  <a:pt x="3011" y="295656"/>
                </a:lnTo>
                <a:lnTo>
                  <a:pt x="2786" y="239077"/>
                </a:lnTo>
                <a:lnTo>
                  <a:pt x="2104" y="184404"/>
                </a:lnTo>
                <a:lnTo>
                  <a:pt x="1119" y="138493"/>
                </a:lnTo>
                <a:lnTo>
                  <a:pt x="0" y="103632"/>
                </a:lnTo>
                <a:lnTo>
                  <a:pt x="60960" y="137160"/>
                </a:lnTo>
                <a:lnTo>
                  <a:pt x="38100" y="150876"/>
                </a:lnTo>
                <a:lnTo>
                  <a:pt x="38100" y="531876"/>
                </a:lnTo>
                <a:lnTo>
                  <a:pt x="0" y="548640"/>
                </a:lnTo>
                <a:close/>
              </a:path>
              <a:path w="448310" h="548639">
                <a:moveTo>
                  <a:pt x="331670" y="208788"/>
                </a:moveTo>
                <a:lnTo>
                  <a:pt x="277368" y="208788"/>
                </a:lnTo>
                <a:lnTo>
                  <a:pt x="294131" y="181356"/>
                </a:lnTo>
                <a:lnTo>
                  <a:pt x="331670" y="208788"/>
                </a:lnTo>
                <a:close/>
              </a:path>
              <a:path w="448310" h="548639">
                <a:moveTo>
                  <a:pt x="112776" y="423671"/>
                </a:moveTo>
                <a:lnTo>
                  <a:pt x="113895" y="389096"/>
                </a:lnTo>
                <a:lnTo>
                  <a:pt x="114871" y="356235"/>
                </a:lnTo>
                <a:lnTo>
                  <a:pt x="115562" y="325088"/>
                </a:lnTo>
                <a:lnTo>
                  <a:pt x="115824" y="295656"/>
                </a:lnTo>
                <a:lnTo>
                  <a:pt x="115562" y="267985"/>
                </a:lnTo>
                <a:lnTo>
                  <a:pt x="114838" y="239077"/>
                </a:lnTo>
                <a:lnTo>
                  <a:pt x="113762" y="208788"/>
                </a:lnTo>
                <a:lnTo>
                  <a:pt x="112776" y="184404"/>
                </a:lnTo>
                <a:lnTo>
                  <a:pt x="149352" y="208788"/>
                </a:lnTo>
                <a:lnTo>
                  <a:pt x="331670" y="208788"/>
                </a:lnTo>
                <a:lnTo>
                  <a:pt x="333756" y="210312"/>
                </a:lnTo>
                <a:lnTo>
                  <a:pt x="319347" y="222504"/>
                </a:lnTo>
                <a:lnTo>
                  <a:pt x="149352" y="222504"/>
                </a:lnTo>
                <a:lnTo>
                  <a:pt x="149352" y="364236"/>
                </a:lnTo>
                <a:lnTo>
                  <a:pt x="314298" y="364236"/>
                </a:lnTo>
                <a:lnTo>
                  <a:pt x="314324" y="365379"/>
                </a:lnTo>
                <a:lnTo>
                  <a:pt x="315025" y="377952"/>
                </a:lnTo>
                <a:lnTo>
                  <a:pt x="149352" y="377952"/>
                </a:lnTo>
                <a:lnTo>
                  <a:pt x="149352" y="409956"/>
                </a:lnTo>
                <a:lnTo>
                  <a:pt x="112776" y="423671"/>
                </a:lnTo>
                <a:close/>
              </a:path>
              <a:path w="448310" h="548639">
                <a:moveTo>
                  <a:pt x="314298" y="364236"/>
                </a:moveTo>
                <a:lnTo>
                  <a:pt x="280416" y="364236"/>
                </a:lnTo>
                <a:lnTo>
                  <a:pt x="280416" y="222504"/>
                </a:lnTo>
                <a:lnTo>
                  <a:pt x="319347" y="222504"/>
                </a:lnTo>
                <a:lnTo>
                  <a:pt x="313943" y="227076"/>
                </a:lnTo>
                <a:lnTo>
                  <a:pt x="313991" y="350853"/>
                </a:lnTo>
                <a:lnTo>
                  <a:pt x="314298" y="364236"/>
                </a:lnTo>
                <a:close/>
              </a:path>
              <a:path w="448310" h="548639">
                <a:moveTo>
                  <a:pt x="280416" y="414528"/>
                </a:moveTo>
                <a:lnTo>
                  <a:pt x="280416" y="377952"/>
                </a:lnTo>
                <a:lnTo>
                  <a:pt x="315025" y="377952"/>
                </a:lnTo>
                <a:lnTo>
                  <a:pt x="315229" y="381619"/>
                </a:lnTo>
                <a:lnTo>
                  <a:pt x="316991" y="399288"/>
                </a:lnTo>
                <a:lnTo>
                  <a:pt x="280416" y="414528"/>
                </a:lnTo>
                <a:close/>
              </a:path>
              <a:path w="448310" h="548639">
                <a:moveTo>
                  <a:pt x="367284" y="548640"/>
                </a:moveTo>
                <a:lnTo>
                  <a:pt x="362140" y="528613"/>
                </a:lnTo>
                <a:lnTo>
                  <a:pt x="346710" y="511873"/>
                </a:lnTo>
                <a:lnTo>
                  <a:pt x="320992" y="498276"/>
                </a:lnTo>
                <a:lnTo>
                  <a:pt x="284988" y="487680"/>
                </a:lnTo>
                <a:lnTo>
                  <a:pt x="284988" y="478536"/>
                </a:lnTo>
                <a:lnTo>
                  <a:pt x="364236" y="486156"/>
                </a:lnTo>
                <a:lnTo>
                  <a:pt x="425464" y="486156"/>
                </a:lnTo>
                <a:lnTo>
                  <a:pt x="423862" y="501705"/>
                </a:lnTo>
                <a:lnTo>
                  <a:pt x="413004" y="523303"/>
                </a:lnTo>
                <a:lnTo>
                  <a:pt x="394144" y="538900"/>
                </a:lnTo>
                <a:lnTo>
                  <a:pt x="367284" y="548640"/>
                </a:lnTo>
                <a:close/>
              </a:path>
            </a:pathLst>
          </a:custGeom>
          <a:solidFill>
            <a:srgbClr val="3333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3377184" y="1289303"/>
            <a:ext cx="558165" cy="541020"/>
          </a:xfrm>
          <a:custGeom>
            <a:avLst/>
            <a:gdLst/>
            <a:ahLst/>
            <a:cxnLst/>
            <a:rect l="l" t="t" r="r" b="b"/>
            <a:pathLst>
              <a:path w="558164" h="541019">
                <a:moveTo>
                  <a:pt x="298704" y="50292"/>
                </a:moveTo>
                <a:lnTo>
                  <a:pt x="277368" y="28956"/>
                </a:lnTo>
                <a:lnTo>
                  <a:pt x="484632" y="28956"/>
                </a:lnTo>
                <a:lnTo>
                  <a:pt x="513588" y="0"/>
                </a:lnTo>
                <a:lnTo>
                  <a:pt x="551688" y="44196"/>
                </a:lnTo>
                <a:lnTo>
                  <a:pt x="356616" y="44196"/>
                </a:lnTo>
                <a:lnTo>
                  <a:pt x="341137" y="44505"/>
                </a:lnTo>
                <a:lnTo>
                  <a:pt x="326517" y="45529"/>
                </a:lnTo>
                <a:lnTo>
                  <a:pt x="312467" y="47410"/>
                </a:lnTo>
                <a:lnTo>
                  <a:pt x="298704" y="50292"/>
                </a:lnTo>
                <a:close/>
              </a:path>
              <a:path w="558164" h="541019">
                <a:moveTo>
                  <a:pt x="259400" y="27432"/>
                </a:moveTo>
                <a:lnTo>
                  <a:pt x="211836" y="27432"/>
                </a:lnTo>
                <a:lnTo>
                  <a:pt x="228600" y="3048"/>
                </a:lnTo>
                <a:lnTo>
                  <a:pt x="259400" y="27432"/>
                </a:lnTo>
                <a:close/>
              </a:path>
              <a:path w="558164" h="541019">
                <a:moveTo>
                  <a:pt x="71628" y="233172"/>
                </a:moveTo>
                <a:lnTo>
                  <a:pt x="72509" y="205430"/>
                </a:lnTo>
                <a:lnTo>
                  <a:pt x="72961" y="176974"/>
                </a:lnTo>
                <a:lnTo>
                  <a:pt x="73066" y="77914"/>
                </a:lnTo>
                <a:lnTo>
                  <a:pt x="72964" y="60698"/>
                </a:lnTo>
                <a:lnTo>
                  <a:pt x="72509" y="33337"/>
                </a:lnTo>
                <a:lnTo>
                  <a:pt x="71628" y="7620"/>
                </a:lnTo>
                <a:lnTo>
                  <a:pt x="105156" y="27432"/>
                </a:lnTo>
                <a:lnTo>
                  <a:pt x="259400" y="27432"/>
                </a:lnTo>
                <a:lnTo>
                  <a:pt x="265175" y="32004"/>
                </a:lnTo>
                <a:lnTo>
                  <a:pt x="254000" y="41148"/>
                </a:lnTo>
                <a:lnTo>
                  <a:pt x="105156" y="41148"/>
                </a:lnTo>
                <a:lnTo>
                  <a:pt x="105156" y="111252"/>
                </a:lnTo>
                <a:lnTo>
                  <a:pt x="248564" y="111252"/>
                </a:lnTo>
                <a:lnTo>
                  <a:pt x="248666" y="124968"/>
                </a:lnTo>
                <a:lnTo>
                  <a:pt x="105156" y="124968"/>
                </a:lnTo>
                <a:lnTo>
                  <a:pt x="105156" y="192024"/>
                </a:lnTo>
                <a:lnTo>
                  <a:pt x="250360" y="192024"/>
                </a:lnTo>
                <a:lnTo>
                  <a:pt x="251121" y="205740"/>
                </a:lnTo>
                <a:lnTo>
                  <a:pt x="105156" y="205740"/>
                </a:lnTo>
                <a:lnTo>
                  <a:pt x="105156" y="220979"/>
                </a:lnTo>
                <a:lnTo>
                  <a:pt x="71628" y="233172"/>
                </a:lnTo>
                <a:close/>
              </a:path>
              <a:path w="558164" h="541019">
                <a:moveTo>
                  <a:pt x="248564" y="111252"/>
                </a:moveTo>
                <a:lnTo>
                  <a:pt x="217932" y="111252"/>
                </a:lnTo>
                <a:lnTo>
                  <a:pt x="217932" y="41148"/>
                </a:lnTo>
                <a:lnTo>
                  <a:pt x="254000" y="41148"/>
                </a:lnTo>
                <a:lnTo>
                  <a:pt x="248412" y="45720"/>
                </a:lnTo>
                <a:lnTo>
                  <a:pt x="248459" y="97178"/>
                </a:lnTo>
                <a:lnTo>
                  <a:pt x="248564" y="111252"/>
                </a:lnTo>
                <a:close/>
              </a:path>
              <a:path w="558164" h="541019">
                <a:moveTo>
                  <a:pt x="384048" y="112776"/>
                </a:moveTo>
                <a:lnTo>
                  <a:pt x="373380" y="112776"/>
                </a:lnTo>
                <a:lnTo>
                  <a:pt x="377404" y="95416"/>
                </a:lnTo>
                <a:lnTo>
                  <a:pt x="380428" y="77914"/>
                </a:lnTo>
                <a:lnTo>
                  <a:pt x="382595" y="60698"/>
                </a:lnTo>
                <a:lnTo>
                  <a:pt x="384048" y="44196"/>
                </a:lnTo>
                <a:lnTo>
                  <a:pt x="425195" y="44196"/>
                </a:lnTo>
                <a:lnTo>
                  <a:pt x="419195" y="53625"/>
                </a:lnTo>
                <a:lnTo>
                  <a:pt x="410337" y="68199"/>
                </a:lnTo>
                <a:lnTo>
                  <a:pt x="398621" y="87915"/>
                </a:lnTo>
                <a:lnTo>
                  <a:pt x="384048" y="112776"/>
                </a:lnTo>
                <a:close/>
              </a:path>
              <a:path w="558164" h="541019">
                <a:moveTo>
                  <a:pt x="522373" y="112776"/>
                </a:moveTo>
                <a:lnTo>
                  <a:pt x="475488" y="112776"/>
                </a:lnTo>
                <a:lnTo>
                  <a:pt x="492252" y="91440"/>
                </a:lnTo>
                <a:lnTo>
                  <a:pt x="522373" y="112776"/>
                </a:lnTo>
                <a:close/>
              </a:path>
              <a:path w="558164" h="541019">
                <a:moveTo>
                  <a:pt x="307848" y="345948"/>
                </a:moveTo>
                <a:lnTo>
                  <a:pt x="309943" y="289941"/>
                </a:lnTo>
                <a:lnTo>
                  <a:pt x="310714" y="246888"/>
                </a:lnTo>
                <a:lnTo>
                  <a:pt x="310817" y="211836"/>
                </a:lnTo>
                <a:lnTo>
                  <a:pt x="310634" y="187071"/>
                </a:lnTo>
                <a:lnTo>
                  <a:pt x="309943" y="153924"/>
                </a:lnTo>
                <a:lnTo>
                  <a:pt x="308967" y="123063"/>
                </a:lnTo>
                <a:lnTo>
                  <a:pt x="307848" y="94488"/>
                </a:lnTo>
                <a:lnTo>
                  <a:pt x="341376" y="112776"/>
                </a:lnTo>
                <a:lnTo>
                  <a:pt x="522373" y="112776"/>
                </a:lnTo>
                <a:lnTo>
                  <a:pt x="528828" y="117348"/>
                </a:lnTo>
                <a:lnTo>
                  <a:pt x="517093" y="128016"/>
                </a:lnTo>
                <a:lnTo>
                  <a:pt x="341376" y="128016"/>
                </a:lnTo>
                <a:lnTo>
                  <a:pt x="341376" y="326136"/>
                </a:lnTo>
                <a:lnTo>
                  <a:pt x="307848" y="345948"/>
                </a:lnTo>
                <a:close/>
              </a:path>
              <a:path w="558164" h="541019">
                <a:moveTo>
                  <a:pt x="250360" y="192024"/>
                </a:moveTo>
                <a:lnTo>
                  <a:pt x="217932" y="192024"/>
                </a:lnTo>
                <a:lnTo>
                  <a:pt x="217932" y="124968"/>
                </a:lnTo>
                <a:lnTo>
                  <a:pt x="248666" y="124968"/>
                </a:lnTo>
                <a:lnTo>
                  <a:pt x="248793" y="141922"/>
                </a:lnTo>
                <a:lnTo>
                  <a:pt x="249697" y="180093"/>
                </a:lnTo>
                <a:lnTo>
                  <a:pt x="250360" y="192024"/>
                </a:lnTo>
                <a:close/>
              </a:path>
              <a:path w="558164" h="541019">
                <a:moveTo>
                  <a:pt x="480060" y="338328"/>
                </a:moveTo>
                <a:lnTo>
                  <a:pt x="480060" y="128016"/>
                </a:lnTo>
                <a:lnTo>
                  <a:pt x="517093" y="128016"/>
                </a:lnTo>
                <a:lnTo>
                  <a:pt x="512064" y="132588"/>
                </a:lnTo>
                <a:lnTo>
                  <a:pt x="512119" y="261651"/>
                </a:lnTo>
                <a:lnTo>
                  <a:pt x="512236" y="273343"/>
                </a:lnTo>
                <a:lnTo>
                  <a:pt x="512706" y="296179"/>
                </a:lnTo>
                <a:lnTo>
                  <a:pt x="513588" y="321564"/>
                </a:lnTo>
                <a:lnTo>
                  <a:pt x="480060" y="338328"/>
                </a:lnTo>
                <a:close/>
              </a:path>
              <a:path w="558164" h="541019">
                <a:moveTo>
                  <a:pt x="262128" y="477011"/>
                </a:moveTo>
                <a:lnTo>
                  <a:pt x="257556" y="469392"/>
                </a:lnTo>
                <a:lnTo>
                  <a:pt x="291036" y="449937"/>
                </a:lnTo>
                <a:lnTo>
                  <a:pt x="318516" y="430339"/>
                </a:lnTo>
                <a:lnTo>
                  <a:pt x="356616" y="390144"/>
                </a:lnTo>
                <a:lnTo>
                  <a:pt x="378333" y="345757"/>
                </a:lnTo>
                <a:lnTo>
                  <a:pt x="388595" y="291274"/>
                </a:lnTo>
                <a:lnTo>
                  <a:pt x="390455" y="233172"/>
                </a:lnTo>
                <a:lnTo>
                  <a:pt x="390662" y="192024"/>
                </a:lnTo>
                <a:lnTo>
                  <a:pt x="390144" y="163068"/>
                </a:lnTo>
                <a:lnTo>
                  <a:pt x="441960" y="188976"/>
                </a:lnTo>
                <a:lnTo>
                  <a:pt x="423672" y="205740"/>
                </a:lnTo>
                <a:lnTo>
                  <a:pt x="422838" y="252293"/>
                </a:lnTo>
                <a:lnTo>
                  <a:pt x="420433" y="291274"/>
                </a:lnTo>
                <a:lnTo>
                  <a:pt x="411480" y="345948"/>
                </a:lnTo>
                <a:lnTo>
                  <a:pt x="393573" y="384238"/>
                </a:lnTo>
                <a:lnTo>
                  <a:pt x="364236" y="419100"/>
                </a:lnTo>
                <a:lnTo>
                  <a:pt x="321754" y="450342"/>
                </a:lnTo>
                <a:lnTo>
                  <a:pt x="294155" y="464105"/>
                </a:lnTo>
                <a:lnTo>
                  <a:pt x="262128" y="477011"/>
                </a:lnTo>
                <a:close/>
              </a:path>
              <a:path w="558164" h="541019">
                <a:moveTo>
                  <a:pt x="217932" y="228600"/>
                </a:moveTo>
                <a:lnTo>
                  <a:pt x="217932" y="205740"/>
                </a:lnTo>
                <a:lnTo>
                  <a:pt x="251121" y="205740"/>
                </a:lnTo>
                <a:lnTo>
                  <a:pt x="251460" y="211836"/>
                </a:lnTo>
                <a:lnTo>
                  <a:pt x="217932" y="228600"/>
                </a:lnTo>
                <a:close/>
              </a:path>
              <a:path w="558164" h="541019">
                <a:moveTo>
                  <a:pt x="39624" y="280416"/>
                </a:moveTo>
                <a:lnTo>
                  <a:pt x="18288" y="259079"/>
                </a:lnTo>
                <a:lnTo>
                  <a:pt x="228600" y="259079"/>
                </a:lnTo>
                <a:lnTo>
                  <a:pt x="257556" y="230124"/>
                </a:lnTo>
                <a:lnTo>
                  <a:pt x="295656" y="272796"/>
                </a:lnTo>
                <a:lnTo>
                  <a:pt x="97536" y="272796"/>
                </a:lnTo>
                <a:lnTo>
                  <a:pt x="82700" y="273343"/>
                </a:lnTo>
                <a:lnTo>
                  <a:pt x="68008" y="274891"/>
                </a:lnTo>
                <a:lnTo>
                  <a:pt x="53601" y="277296"/>
                </a:lnTo>
                <a:lnTo>
                  <a:pt x="39624" y="280416"/>
                </a:lnTo>
                <a:close/>
              </a:path>
              <a:path w="558164" h="541019">
                <a:moveTo>
                  <a:pt x="178308" y="455676"/>
                </a:moveTo>
                <a:lnTo>
                  <a:pt x="147828" y="455676"/>
                </a:lnTo>
                <a:lnTo>
                  <a:pt x="147828" y="272796"/>
                </a:lnTo>
                <a:lnTo>
                  <a:pt x="178308" y="272796"/>
                </a:lnTo>
                <a:lnTo>
                  <a:pt x="178308" y="356616"/>
                </a:lnTo>
                <a:lnTo>
                  <a:pt x="273529" y="356616"/>
                </a:lnTo>
                <a:lnTo>
                  <a:pt x="286512" y="371856"/>
                </a:lnTo>
                <a:lnTo>
                  <a:pt x="178308" y="371856"/>
                </a:lnTo>
                <a:lnTo>
                  <a:pt x="178308" y="455676"/>
                </a:lnTo>
                <a:close/>
              </a:path>
              <a:path w="558164" h="541019">
                <a:moveTo>
                  <a:pt x="6096" y="541020"/>
                </a:moveTo>
                <a:lnTo>
                  <a:pt x="0" y="536448"/>
                </a:lnTo>
                <a:lnTo>
                  <a:pt x="13120" y="510159"/>
                </a:lnTo>
                <a:lnTo>
                  <a:pt x="24955" y="481584"/>
                </a:lnTo>
                <a:lnTo>
                  <a:pt x="44196" y="417576"/>
                </a:lnTo>
                <a:lnTo>
                  <a:pt x="56197" y="353949"/>
                </a:lnTo>
                <a:lnTo>
                  <a:pt x="62484" y="297179"/>
                </a:lnTo>
                <a:lnTo>
                  <a:pt x="109728" y="321564"/>
                </a:lnTo>
                <a:lnTo>
                  <a:pt x="100917" y="328707"/>
                </a:lnTo>
                <a:lnTo>
                  <a:pt x="92964" y="343281"/>
                </a:lnTo>
                <a:lnTo>
                  <a:pt x="86153" y="365283"/>
                </a:lnTo>
                <a:lnTo>
                  <a:pt x="80772" y="394716"/>
                </a:lnTo>
                <a:lnTo>
                  <a:pt x="93934" y="409956"/>
                </a:lnTo>
                <a:lnTo>
                  <a:pt x="76200" y="409956"/>
                </a:lnTo>
                <a:lnTo>
                  <a:pt x="60677" y="450723"/>
                </a:lnTo>
                <a:lnTo>
                  <a:pt x="44005" y="485775"/>
                </a:lnTo>
                <a:lnTo>
                  <a:pt x="25836" y="515826"/>
                </a:lnTo>
                <a:lnTo>
                  <a:pt x="6096" y="541020"/>
                </a:lnTo>
                <a:close/>
              </a:path>
              <a:path w="558164" h="541019">
                <a:moveTo>
                  <a:pt x="273529" y="356616"/>
                </a:moveTo>
                <a:lnTo>
                  <a:pt x="224028" y="356616"/>
                </a:lnTo>
                <a:lnTo>
                  <a:pt x="251460" y="330708"/>
                </a:lnTo>
                <a:lnTo>
                  <a:pt x="273529" y="356616"/>
                </a:lnTo>
                <a:close/>
              </a:path>
              <a:path w="558164" h="541019">
                <a:moveTo>
                  <a:pt x="522732" y="460248"/>
                </a:moveTo>
                <a:lnTo>
                  <a:pt x="518160" y="460248"/>
                </a:lnTo>
                <a:lnTo>
                  <a:pt x="515540" y="458795"/>
                </a:lnTo>
                <a:lnTo>
                  <a:pt x="512064" y="454342"/>
                </a:lnTo>
                <a:lnTo>
                  <a:pt x="507444" y="446746"/>
                </a:lnTo>
                <a:lnTo>
                  <a:pt x="501395" y="435864"/>
                </a:lnTo>
                <a:lnTo>
                  <a:pt x="489370" y="418457"/>
                </a:lnTo>
                <a:lnTo>
                  <a:pt x="471487" y="398335"/>
                </a:lnTo>
                <a:lnTo>
                  <a:pt x="447603" y="375642"/>
                </a:lnTo>
                <a:lnTo>
                  <a:pt x="417576" y="350520"/>
                </a:lnTo>
                <a:lnTo>
                  <a:pt x="423672" y="342900"/>
                </a:lnTo>
                <a:lnTo>
                  <a:pt x="464462" y="362664"/>
                </a:lnTo>
                <a:lnTo>
                  <a:pt x="515183" y="391334"/>
                </a:lnTo>
                <a:lnTo>
                  <a:pt x="533400" y="417576"/>
                </a:lnTo>
                <a:lnTo>
                  <a:pt x="533285" y="430339"/>
                </a:lnTo>
                <a:lnTo>
                  <a:pt x="531876" y="437387"/>
                </a:lnTo>
                <a:lnTo>
                  <a:pt x="525780" y="455676"/>
                </a:lnTo>
                <a:lnTo>
                  <a:pt x="522732" y="460248"/>
                </a:lnTo>
                <a:close/>
              </a:path>
              <a:path w="558164" h="541019">
                <a:moveTo>
                  <a:pt x="436351" y="524621"/>
                </a:moveTo>
                <a:lnTo>
                  <a:pt x="371977" y="523890"/>
                </a:lnTo>
                <a:lnTo>
                  <a:pt x="318942" y="522061"/>
                </a:lnTo>
                <a:lnTo>
                  <a:pt x="277246" y="519135"/>
                </a:lnTo>
                <a:lnTo>
                  <a:pt x="218384" y="508825"/>
                </a:lnTo>
                <a:lnTo>
                  <a:pt x="169949" y="492823"/>
                </a:lnTo>
                <a:lnTo>
                  <a:pt x="132564" y="470820"/>
                </a:lnTo>
                <a:lnTo>
                  <a:pt x="95369" y="434244"/>
                </a:lnTo>
                <a:lnTo>
                  <a:pt x="76200" y="409956"/>
                </a:lnTo>
                <a:lnTo>
                  <a:pt x="93934" y="409956"/>
                </a:lnTo>
                <a:lnTo>
                  <a:pt x="95107" y="411313"/>
                </a:lnTo>
                <a:lnTo>
                  <a:pt x="110871" y="426910"/>
                </a:lnTo>
                <a:lnTo>
                  <a:pt x="128349" y="441650"/>
                </a:lnTo>
                <a:lnTo>
                  <a:pt x="147828" y="455676"/>
                </a:lnTo>
                <a:lnTo>
                  <a:pt x="178308" y="455676"/>
                </a:lnTo>
                <a:lnTo>
                  <a:pt x="178308" y="464820"/>
                </a:lnTo>
                <a:lnTo>
                  <a:pt x="206597" y="473964"/>
                </a:lnTo>
                <a:lnTo>
                  <a:pt x="243459" y="480822"/>
                </a:lnTo>
                <a:lnTo>
                  <a:pt x="288893" y="485394"/>
                </a:lnTo>
                <a:lnTo>
                  <a:pt x="342900" y="487680"/>
                </a:lnTo>
                <a:lnTo>
                  <a:pt x="554208" y="487680"/>
                </a:lnTo>
                <a:lnTo>
                  <a:pt x="537781" y="494680"/>
                </a:lnTo>
                <a:lnTo>
                  <a:pt x="523494" y="504063"/>
                </a:lnTo>
                <a:lnTo>
                  <a:pt x="514921" y="514016"/>
                </a:lnTo>
                <a:lnTo>
                  <a:pt x="512064" y="524256"/>
                </a:lnTo>
                <a:lnTo>
                  <a:pt x="436351" y="524621"/>
                </a:lnTo>
                <a:close/>
              </a:path>
              <a:path w="558164" h="541019">
                <a:moveTo>
                  <a:pt x="554208" y="487680"/>
                </a:moveTo>
                <a:lnTo>
                  <a:pt x="342900" y="487680"/>
                </a:lnTo>
                <a:lnTo>
                  <a:pt x="400050" y="487084"/>
                </a:lnTo>
                <a:lnTo>
                  <a:pt x="454914" y="485203"/>
                </a:lnTo>
                <a:lnTo>
                  <a:pt x="507492" y="481893"/>
                </a:lnTo>
                <a:lnTo>
                  <a:pt x="557784" y="477011"/>
                </a:lnTo>
                <a:lnTo>
                  <a:pt x="557784" y="486156"/>
                </a:lnTo>
                <a:lnTo>
                  <a:pt x="554208" y="487680"/>
                </a:lnTo>
                <a:close/>
              </a:path>
            </a:pathLst>
          </a:custGeom>
          <a:solidFill>
            <a:srgbClr val="3333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1751075" y="2569464"/>
            <a:ext cx="155575" cy="155575"/>
          </a:xfrm>
          <a:custGeom>
            <a:avLst/>
            <a:gdLst/>
            <a:ahLst/>
            <a:cxnLst/>
            <a:rect l="l" t="t" r="r" b="b"/>
            <a:pathLst>
              <a:path w="155575" h="155575">
                <a:moveTo>
                  <a:pt x="155448" y="155447"/>
                </a:moveTo>
                <a:lnTo>
                  <a:pt x="0" y="155447"/>
                </a:lnTo>
                <a:lnTo>
                  <a:pt x="0" y="0"/>
                </a:lnTo>
                <a:lnTo>
                  <a:pt x="155448" y="0"/>
                </a:lnTo>
                <a:lnTo>
                  <a:pt x="155448" y="155447"/>
                </a:lnTo>
                <a:close/>
              </a:path>
            </a:pathLst>
          </a:custGeom>
          <a:solidFill>
            <a:srgbClr val="3333CC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1" name="object 11"/>
          <p:cNvGrpSpPr/>
          <p:nvPr/>
        </p:nvGrpSpPr>
        <p:grpSpPr>
          <a:xfrm>
            <a:off x="2202179" y="2394204"/>
            <a:ext cx="269875" cy="394970"/>
            <a:chOff x="2202179" y="2394204"/>
            <a:chExt cx="269875" cy="394970"/>
          </a:xfrm>
        </p:grpSpPr>
        <p:sp>
          <p:nvSpPr>
            <p:cNvPr id="12" name="object 12"/>
            <p:cNvSpPr/>
            <p:nvPr/>
          </p:nvSpPr>
          <p:spPr>
            <a:xfrm>
              <a:off x="2208276" y="2400299"/>
              <a:ext cx="257810" cy="382905"/>
            </a:xfrm>
            <a:custGeom>
              <a:avLst/>
              <a:gdLst/>
              <a:ahLst/>
              <a:cxnLst/>
              <a:rect l="l" t="t" r="r" b="b"/>
              <a:pathLst>
                <a:path w="257810" h="382905">
                  <a:moveTo>
                    <a:pt x="0" y="382524"/>
                  </a:moveTo>
                  <a:lnTo>
                    <a:pt x="881" y="347067"/>
                  </a:lnTo>
                  <a:lnTo>
                    <a:pt x="1333" y="304609"/>
                  </a:lnTo>
                  <a:lnTo>
                    <a:pt x="1426" y="117348"/>
                  </a:lnTo>
                  <a:lnTo>
                    <a:pt x="1333" y="88201"/>
                  </a:lnTo>
                  <a:lnTo>
                    <a:pt x="881" y="41457"/>
                  </a:lnTo>
                  <a:lnTo>
                    <a:pt x="0" y="0"/>
                  </a:lnTo>
                  <a:lnTo>
                    <a:pt x="28956" y="18288"/>
                  </a:lnTo>
                  <a:lnTo>
                    <a:pt x="249555" y="18288"/>
                  </a:lnTo>
                  <a:lnTo>
                    <a:pt x="257556" y="24383"/>
                  </a:lnTo>
                  <a:lnTo>
                    <a:pt x="251269" y="28956"/>
                  </a:lnTo>
                  <a:lnTo>
                    <a:pt x="28956" y="28956"/>
                  </a:lnTo>
                  <a:lnTo>
                    <a:pt x="28956" y="117348"/>
                  </a:lnTo>
                  <a:lnTo>
                    <a:pt x="240792" y="117348"/>
                  </a:lnTo>
                  <a:lnTo>
                    <a:pt x="240792" y="128016"/>
                  </a:lnTo>
                  <a:lnTo>
                    <a:pt x="28956" y="128016"/>
                  </a:lnTo>
                  <a:lnTo>
                    <a:pt x="28956" y="214884"/>
                  </a:lnTo>
                  <a:lnTo>
                    <a:pt x="240792" y="214884"/>
                  </a:lnTo>
                  <a:lnTo>
                    <a:pt x="240792" y="225552"/>
                  </a:lnTo>
                  <a:lnTo>
                    <a:pt x="28956" y="225552"/>
                  </a:lnTo>
                  <a:lnTo>
                    <a:pt x="28956" y="321564"/>
                  </a:lnTo>
                  <a:lnTo>
                    <a:pt x="240849" y="321564"/>
                  </a:lnTo>
                  <a:lnTo>
                    <a:pt x="240939" y="332232"/>
                  </a:lnTo>
                  <a:lnTo>
                    <a:pt x="28956" y="332232"/>
                  </a:lnTo>
                  <a:lnTo>
                    <a:pt x="28956" y="365760"/>
                  </a:lnTo>
                  <a:lnTo>
                    <a:pt x="0" y="382524"/>
                  </a:lnTo>
                  <a:close/>
                </a:path>
                <a:path w="257810" h="382905">
                  <a:moveTo>
                    <a:pt x="249555" y="18288"/>
                  </a:moveTo>
                  <a:lnTo>
                    <a:pt x="210312" y="18288"/>
                  </a:lnTo>
                  <a:lnTo>
                    <a:pt x="225551" y="0"/>
                  </a:lnTo>
                  <a:lnTo>
                    <a:pt x="249555" y="18288"/>
                  </a:lnTo>
                  <a:close/>
                </a:path>
                <a:path w="257810" h="382905">
                  <a:moveTo>
                    <a:pt x="240792" y="117348"/>
                  </a:moveTo>
                  <a:lnTo>
                    <a:pt x="214884" y="117348"/>
                  </a:lnTo>
                  <a:lnTo>
                    <a:pt x="214884" y="28956"/>
                  </a:lnTo>
                  <a:lnTo>
                    <a:pt x="251269" y="28956"/>
                  </a:lnTo>
                  <a:lnTo>
                    <a:pt x="240792" y="36576"/>
                  </a:lnTo>
                  <a:lnTo>
                    <a:pt x="240792" y="117348"/>
                  </a:lnTo>
                  <a:close/>
                </a:path>
                <a:path w="257810" h="382905">
                  <a:moveTo>
                    <a:pt x="240792" y="214884"/>
                  </a:moveTo>
                  <a:lnTo>
                    <a:pt x="214884" y="214884"/>
                  </a:lnTo>
                  <a:lnTo>
                    <a:pt x="214884" y="128016"/>
                  </a:lnTo>
                  <a:lnTo>
                    <a:pt x="240792" y="128016"/>
                  </a:lnTo>
                  <a:lnTo>
                    <a:pt x="240792" y="214884"/>
                  </a:lnTo>
                  <a:close/>
                </a:path>
                <a:path w="257810" h="382905">
                  <a:moveTo>
                    <a:pt x="240849" y="321564"/>
                  </a:moveTo>
                  <a:lnTo>
                    <a:pt x="214884" y="321564"/>
                  </a:lnTo>
                  <a:lnTo>
                    <a:pt x="214884" y="225552"/>
                  </a:lnTo>
                  <a:lnTo>
                    <a:pt x="240792" y="225552"/>
                  </a:lnTo>
                  <a:lnTo>
                    <a:pt x="240849" y="321564"/>
                  </a:lnTo>
                  <a:close/>
                </a:path>
                <a:path w="257810" h="382905">
                  <a:moveTo>
                    <a:pt x="214884" y="381000"/>
                  </a:moveTo>
                  <a:lnTo>
                    <a:pt x="214884" y="332232"/>
                  </a:lnTo>
                  <a:lnTo>
                    <a:pt x="240939" y="332232"/>
                  </a:lnTo>
                  <a:lnTo>
                    <a:pt x="240982" y="337375"/>
                  </a:lnTo>
                  <a:lnTo>
                    <a:pt x="241434" y="353496"/>
                  </a:lnTo>
                  <a:lnTo>
                    <a:pt x="242316" y="365760"/>
                  </a:lnTo>
                  <a:lnTo>
                    <a:pt x="214884" y="38100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" name="object 13"/>
            <p:cNvSpPr/>
            <p:nvPr/>
          </p:nvSpPr>
          <p:spPr>
            <a:xfrm>
              <a:off x="2237232" y="2625851"/>
              <a:ext cx="186055" cy="96520"/>
            </a:xfrm>
            <a:custGeom>
              <a:avLst/>
              <a:gdLst/>
              <a:ahLst/>
              <a:cxnLst/>
              <a:rect l="l" t="t" r="r" b="b"/>
              <a:pathLst>
                <a:path w="186055" h="96519">
                  <a:moveTo>
                    <a:pt x="0" y="0"/>
                  </a:moveTo>
                  <a:lnTo>
                    <a:pt x="0" y="96012"/>
                  </a:lnTo>
                  <a:lnTo>
                    <a:pt x="185927" y="96012"/>
                  </a:lnTo>
                  <a:lnTo>
                    <a:pt x="185927" y="0"/>
                  </a:lnTo>
                  <a:lnTo>
                    <a:pt x="0" y="0"/>
                  </a:lnTo>
                  <a:close/>
                </a:path>
              </a:pathLst>
            </a:custGeom>
            <a:ln w="1219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" name="object 14"/>
            <p:cNvSpPr/>
            <p:nvPr/>
          </p:nvSpPr>
          <p:spPr>
            <a:xfrm>
              <a:off x="2208275" y="2400300"/>
              <a:ext cx="257810" cy="382905"/>
            </a:xfrm>
            <a:custGeom>
              <a:avLst/>
              <a:gdLst/>
              <a:ahLst/>
              <a:cxnLst/>
              <a:rect l="l" t="t" r="r" b="b"/>
              <a:pathLst>
                <a:path w="257810" h="382905">
                  <a:moveTo>
                    <a:pt x="0" y="382524"/>
                  </a:moveTo>
                  <a:lnTo>
                    <a:pt x="881" y="347067"/>
                  </a:lnTo>
                  <a:lnTo>
                    <a:pt x="1333" y="304609"/>
                  </a:lnTo>
                  <a:lnTo>
                    <a:pt x="1500" y="255008"/>
                  </a:lnTo>
                  <a:lnTo>
                    <a:pt x="1524" y="198119"/>
                  </a:lnTo>
                  <a:lnTo>
                    <a:pt x="1500" y="140374"/>
                  </a:lnTo>
                  <a:lnTo>
                    <a:pt x="1333" y="88201"/>
                  </a:lnTo>
                  <a:lnTo>
                    <a:pt x="881" y="41457"/>
                  </a:lnTo>
                  <a:lnTo>
                    <a:pt x="0" y="0"/>
                  </a:lnTo>
                  <a:lnTo>
                    <a:pt x="28956" y="18287"/>
                  </a:lnTo>
                  <a:lnTo>
                    <a:pt x="210311" y="18287"/>
                  </a:lnTo>
                  <a:lnTo>
                    <a:pt x="225551" y="0"/>
                  </a:lnTo>
                  <a:lnTo>
                    <a:pt x="257556" y="24384"/>
                  </a:lnTo>
                  <a:lnTo>
                    <a:pt x="240792" y="36576"/>
                  </a:lnTo>
                  <a:lnTo>
                    <a:pt x="240792" y="294132"/>
                  </a:lnTo>
                  <a:lnTo>
                    <a:pt x="240815" y="317539"/>
                  </a:lnTo>
                  <a:lnTo>
                    <a:pt x="240982" y="337375"/>
                  </a:lnTo>
                  <a:lnTo>
                    <a:pt x="241434" y="353496"/>
                  </a:lnTo>
                  <a:lnTo>
                    <a:pt x="242316" y="365760"/>
                  </a:lnTo>
                  <a:lnTo>
                    <a:pt x="214883" y="381000"/>
                  </a:lnTo>
                  <a:lnTo>
                    <a:pt x="214883" y="332232"/>
                  </a:lnTo>
                  <a:lnTo>
                    <a:pt x="28956" y="332232"/>
                  </a:lnTo>
                  <a:lnTo>
                    <a:pt x="28956" y="365760"/>
                  </a:lnTo>
                  <a:lnTo>
                    <a:pt x="0" y="382524"/>
                  </a:lnTo>
                  <a:close/>
                </a:path>
              </a:pathLst>
            </a:custGeom>
            <a:ln w="1219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" name="object 15"/>
            <p:cNvSpPr/>
            <p:nvPr/>
          </p:nvSpPr>
          <p:spPr>
            <a:xfrm>
              <a:off x="2237232" y="2429255"/>
              <a:ext cx="186055" cy="186055"/>
            </a:xfrm>
            <a:custGeom>
              <a:avLst/>
              <a:gdLst/>
              <a:ahLst/>
              <a:cxnLst/>
              <a:rect l="l" t="t" r="r" b="b"/>
              <a:pathLst>
                <a:path w="186055" h="186055">
                  <a:moveTo>
                    <a:pt x="0" y="0"/>
                  </a:moveTo>
                  <a:lnTo>
                    <a:pt x="0" y="88392"/>
                  </a:lnTo>
                  <a:lnTo>
                    <a:pt x="185927" y="88392"/>
                  </a:lnTo>
                  <a:lnTo>
                    <a:pt x="185927" y="0"/>
                  </a:lnTo>
                  <a:lnTo>
                    <a:pt x="0" y="0"/>
                  </a:lnTo>
                  <a:close/>
                </a:path>
                <a:path w="186055" h="186055">
                  <a:moveTo>
                    <a:pt x="0" y="99060"/>
                  </a:moveTo>
                  <a:lnTo>
                    <a:pt x="0" y="185928"/>
                  </a:lnTo>
                  <a:lnTo>
                    <a:pt x="185927" y="185928"/>
                  </a:lnTo>
                  <a:lnTo>
                    <a:pt x="185927" y="99060"/>
                  </a:lnTo>
                  <a:lnTo>
                    <a:pt x="0" y="99060"/>
                  </a:lnTo>
                  <a:close/>
                </a:path>
              </a:pathLst>
            </a:custGeom>
            <a:ln w="1219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6" name="object 16"/>
          <p:cNvGrpSpPr/>
          <p:nvPr/>
        </p:nvGrpSpPr>
        <p:grpSpPr>
          <a:xfrm>
            <a:off x="2567940" y="2371344"/>
            <a:ext cx="1303020" cy="422275"/>
            <a:chOff x="2567940" y="2371344"/>
            <a:chExt cx="1303020" cy="422275"/>
          </a:xfrm>
        </p:grpSpPr>
        <p:sp>
          <p:nvSpPr>
            <p:cNvPr id="17" name="object 17"/>
            <p:cNvSpPr/>
            <p:nvPr/>
          </p:nvSpPr>
          <p:spPr>
            <a:xfrm>
              <a:off x="2574036" y="2377439"/>
              <a:ext cx="408940" cy="410209"/>
            </a:xfrm>
            <a:custGeom>
              <a:avLst/>
              <a:gdLst/>
              <a:ahLst/>
              <a:cxnLst/>
              <a:rect l="l" t="t" r="r" b="b"/>
              <a:pathLst>
                <a:path w="408939" h="410210">
                  <a:moveTo>
                    <a:pt x="97536" y="114300"/>
                  </a:moveTo>
                  <a:lnTo>
                    <a:pt x="73151" y="114300"/>
                  </a:lnTo>
                  <a:lnTo>
                    <a:pt x="72890" y="82296"/>
                  </a:lnTo>
                  <a:lnTo>
                    <a:pt x="72199" y="52578"/>
                  </a:lnTo>
                  <a:lnTo>
                    <a:pt x="71223" y="25146"/>
                  </a:lnTo>
                  <a:lnTo>
                    <a:pt x="70103" y="0"/>
                  </a:lnTo>
                  <a:lnTo>
                    <a:pt x="112776" y="21336"/>
                  </a:lnTo>
                  <a:lnTo>
                    <a:pt x="97536" y="32004"/>
                  </a:lnTo>
                  <a:lnTo>
                    <a:pt x="97536" y="114300"/>
                  </a:lnTo>
                  <a:close/>
                </a:path>
                <a:path w="408939" h="410210">
                  <a:moveTo>
                    <a:pt x="185927" y="60960"/>
                  </a:moveTo>
                  <a:lnTo>
                    <a:pt x="172211" y="47243"/>
                  </a:lnTo>
                  <a:lnTo>
                    <a:pt x="326136" y="47243"/>
                  </a:lnTo>
                  <a:lnTo>
                    <a:pt x="347472" y="25908"/>
                  </a:lnTo>
                  <a:lnTo>
                    <a:pt x="377952" y="56388"/>
                  </a:lnTo>
                  <a:lnTo>
                    <a:pt x="201167" y="56388"/>
                  </a:lnTo>
                  <a:lnTo>
                    <a:pt x="185927" y="60960"/>
                  </a:lnTo>
                  <a:close/>
                </a:path>
                <a:path w="408939" h="410210">
                  <a:moveTo>
                    <a:pt x="13715" y="128016"/>
                  </a:moveTo>
                  <a:lnTo>
                    <a:pt x="0" y="114300"/>
                  </a:lnTo>
                  <a:lnTo>
                    <a:pt x="118871" y="114300"/>
                  </a:lnTo>
                  <a:lnTo>
                    <a:pt x="138683" y="96012"/>
                  </a:lnTo>
                  <a:lnTo>
                    <a:pt x="167639" y="124968"/>
                  </a:lnTo>
                  <a:lnTo>
                    <a:pt x="28955" y="124968"/>
                  </a:lnTo>
                  <a:lnTo>
                    <a:pt x="13715" y="128016"/>
                  </a:lnTo>
                  <a:close/>
                </a:path>
                <a:path w="408939" h="410210">
                  <a:moveTo>
                    <a:pt x="4571" y="318516"/>
                  </a:moveTo>
                  <a:lnTo>
                    <a:pt x="0" y="310896"/>
                  </a:lnTo>
                  <a:lnTo>
                    <a:pt x="22574" y="270057"/>
                  </a:lnTo>
                  <a:lnTo>
                    <a:pt x="42290" y="225361"/>
                  </a:lnTo>
                  <a:lnTo>
                    <a:pt x="59195" y="176784"/>
                  </a:lnTo>
                  <a:lnTo>
                    <a:pt x="73151" y="124968"/>
                  </a:lnTo>
                  <a:lnTo>
                    <a:pt x="97536" y="124968"/>
                  </a:lnTo>
                  <a:lnTo>
                    <a:pt x="97536" y="169164"/>
                  </a:lnTo>
                  <a:lnTo>
                    <a:pt x="111749" y="176784"/>
                  </a:lnTo>
                  <a:lnTo>
                    <a:pt x="97536" y="176784"/>
                  </a:lnTo>
                  <a:lnTo>
                    <a:pt x="97543" y="204216"/>
                  </a:lnTo>
                  <a:lnTo>
                    <a:pt x="73151" y="204216"/>
                  </a:lnTo>
                  <a:lnTo>
                    <a:pt x="58578" y="234505"/>
                  </a:lnTo>
                  <a:lnTo>
                    <a:pt x="42290" y="263652"/>
                  </a:lnTo>
                  <a:lnTo>
                    <a:pt x="24288" y="291655"/>
                  </a:lnTo>
                  <a:lnTo>
                    <a:pt x="4571" y="318516"/>
                  </a:lnTo>
                  <a:close/>
                </a:path>
                <a:path w="408939" h="410210">
                  <a:moveTo>
                    <a:pt x="160019" y="164592"/>
                  </a:moveTo>
                  <a:lnTo>
                    <a:pt x="146303" y="150876"/>
                  </a:lnTo>
                  <a:lnTo>
                    <a:pt x="352044" y="150876"/>
                  </a:lnTo>
                  <a:lnTo>
                    <a:pt x="374904" y="128016"/>
                  </a:lnTo>
                  <a:lnTo>
                    <a:pt x="408432" y="161544"/>
                  </a:lnTo>
                  <a:lnTo>
                    <a:pt x="175259" y="161544"/>
                  </a:lnTo>
                  <a:lnTo>
                    <a:pt x="160019" y="164592"/>
                  </a:lnTo>
                  <a:close/>
                </a:path>
                <a:path w="408939" h="410210">
                  <a:moveTo>
                    <a:pt x="286435" y="369117"/>
                  </a:moveTo>
                  <a:lnTo>
                    <a:pt x="244601" y="369117"/>
                  </a:lnTo>
                  <a:lnTo>
                    <a:pt x="251459" y="368808"/>
                  </a:lnTo>
                  <a:lnTo>
                    <a:pt x="257555" y="367284"/>
                  </a:lnTo>
                  <a:lnTo>
                    <a:pt x="260603" y="362712"/>
                  </a:lnTo>
                  <a:lnTo>
                    <a:pt x="260603" y="161544"/>
                  </a:lnTo>
                  <a:lnTo>
                    <a:pt x="286511" y="161544"/>
                  </a:lnTo>
                  <a:lnTo>
                    <a:pt x="286435" y="369117"/>
                  </a:lnTo>
                  <a:close/>
                </a:path>
                <a:path w="408939" h="410210">
                  <a:moveTo>
                    <a:pt x="141731" y="243840"/>
                  </a:moveTo>
                  <a:lnTo>
                    <a:pt x="135636" y="243840"/>
                  </a:lnTo>
                  <a:lnTo>
                    <a:pt x="131063" y="236220"/>
                  </a:lnTo>
                  <a:lnTo>
                    <a:pt x="126491" y="222504"/>
                  </a:lnTo>
                  <a:lnTo>
                    <a:pt x="120253" y="209359"/>
                  </a:lnTo>
                  <a:lnTo>
                    <a:pt x="113156" y="197358"/>
                  </a:lnTo>
                  <a:lnTo>
                    <a:pt x="105489" y="186499"/>
                  </a:lnTo>
                  <a:lnTo>
                    <a:pt x="97536" y="176784"/>
                  </a:lnTo>
                  <a:lnTo>
                    <a:pt x="111749" y="176784"/>
                  </a:lnTo>
                  <a:lnTo>
                    <a:pt x="149351" y="205740"/>
                  </a:lnTo>
                  <a:lnTo>
                    <a:pt x="152400" y="213360"/>
                  </a:lnTo>
                  <a:lnTo>
                    <a:pt x="152400" y="222504"/>
                  </a:lnTo>
                  <a:lnTo>
                    <a:pt x="150876" y="227076"/>
                  </a:lnTo>
                  <a:lnTo>
                    <a:pt x="147827" y="233172"/>
                  </a:lnTo>
                  <a:lnTo>
                    <a:pt x="143255" y="239268"/>
                  </a:lnTo>
                  <a:lnTo>
                    <a:pt x="141731" y="243840"/>
                  </a:lnTo>
                  <a:close/>
                </a:path>
                <a:path w="408939" h="410210">
                  <a:moveTo>
                    <a:pt x="70103" y="409956"/>
                  </a:moveTo>
                  <a:lnTo>
                    <a:pt x="71187" y="370332"/>
                  </a:lnTo>
                  <a:lnTo>
                    <a:pt x="72195" y="321564"/>
                  </a:lnTo>
                  <a:lnTo>
                    <a:pt x="72790" y="274510"/>
                  </a:lnTo>
                  <a:lnTo>
                    <a:pt x="73151" y="204216"/>
                  </a:lnTo>
                  <a:lnTo>
                    <a:pt x="97543" y="204216"/>
                  </a:lnTo>
                  <a:lnTo>
                    <a:pt x="97663" y="301585"/>
                  </a:lnTo>
                  <a:lnTo>
                    <a:pt x="97726" y="326326"/>
                  </a:lnTo>
                  <a:lnTo>
                    <a:pt x="98178" y="372451"/>
                  </a:lnTo>
                  <a:lnTo>
                    <a:pt x="99059" y="399288"/>
                  </a:lnTo>
                  <a:lnTo>
                    <a:pt x="70103" y="409956"/>
                  </a:lnTo>
                  <a:close/>
                </a:path>
                <a:path w="408939" h="410210">
                  <a:moveTo>
                    <a:pt x="126491" y="364236"/>
                  </a:moveTo>
                  <a:lnTo>
                    <a:pt x="121919" y="359664"/>
                  </a:lnTo>
                  <a:lnTo>
                    <a:pt x="144809" y="326136"/>
                  </a:lnTo>
                  <a:lnTo>
                    <a:pt x="165163" y="289941"/>
                  </a:lnTo>
                  <a:lnTo>
                    <a:pt x="182999" y="250793"/>
                  </a:lnTo>
                  <a:lnTo>
                    <a:pt x="198119" y="208788"/>
                  </a:lnTo>
                  <a:lnTo>
                    <a:pt x="236219" y="231648"/>
                  </a:lnTo>
                  <a:lnTo>
                    <a:pt x="217931" y="239268"/>
                  </a:lnTo>
                  <a:lnTo>
                    <a:pt x="195929" y="277010"/>
                  </a:lnTo>
                  <a:lnTo>
                    <a:pt x="173354" y="310324"/>
                  </a:lnTo>
                  <a:lnTo>
                    <a:pt x="150209" y="339351"/>
                  </a:lnTo>
                  <a:lnTo>
                    <a:pt x="126491" y="364236"/>
                  </a:lnTo>
                  <a:close/>
                </a:path>
                <a:path w="408939" h="410210">
                  <a:moveTo>
                    <a:pt x="377952" y="350520"/>
                  </a:moveTo>
                  <a:lnTo>
                    <a:pt x="376428" y="350520"/>
                  </a:lnTo>
                  <a:lnTo>
                    <a:pt x="372760" y="348781"/>
                  </a:lnTo>
                  <a:lnTo>
                    <a:pt x="368808" y="343471"/>
                  </a:lnTo>
                  <a:lnTo>
                    <a:pt x="364855" y="334446"/>
                  </a:lnTo>
                  <a:lnTo>
                    <a:pt x="361121" y="321373"/>
                  </a:lnTo>
                  <a:lnTo>
                    <a:pt x="353496" y="299537"/>
                  </a:lnTo>
                  <a:lnTo>
                    <a:pt x="341947" y="274510"/>
                  </a:lnTo>
                  <a:lnTo>
                    <a:pt x="326683" y="246340"/>
                  </a:lnTo>
                  <a:lnTo>
                    <a:pt x="307847" y="214884"/>
                  </a:lnTo>
                  <a:lnTo>
                    <a:pt x="312419" y="211836"/>
                  </a:lnTo>
                  <a:lnTo>
                    <a:pt x="341852" y="241839"/>
                  </a:lnTo>
                  <a:lnTo>
                    <a:pt x="378428" y="282987"/>
                  </a:lnTo>
                  <a:lnTo>
                    <a:pt x="393192" y="318516"/>
                  </a:lnTo>
                  <a:lnTo>
                    <a:pt x="393115" y="326326"/>
                  </a:lnTo>
                  <a:lnTo>
                    <a:pt x="390144" y="333756"/>
                  </a:lnTo>
                  <a:lnTo>
                    <a:pt x="385572" y="341376"/>
                  </a:lnTo>
                  <a:lnTo>
                    <a:pt x="381000" y="347472"/>
                  </a:lnTo>
                  <a:lnTo>
                    <a:pt x="377952" y="350520"/>
                  </a:lnTo>
                  <a:close/>
                </a:path>
                <a:path w="408939" h="410210">
                  <a:moveTo>
                    <a:pt x="248411" y="408432"/>
                  </a:moveTo>
                  <a:lnTo>
                    <a:pt x="245030" y="398406"/>
                  </a:lnTo>
                  <a:lnTo>
                    <a:pt x="235076" y="388810"/>
                  </a:lnTo>
                  <a:lnTo>
                    <a:pt x="218836" y="379499"/>
                  </a:lnTo>
                  <a:lnTo>
                    <a:pt x="196595" y="370332"/>
                  </a:lnTo>
                  <a:lnTo>
                    <a:pt x="196595" y="361188"/>
                  </a:lnTo>
                  <a:lnTo>
                    <a:pt x="217169" y="365164"/>
                  </a:lnTo>
                  <a:lnTo>
                    <a:pt x="233171" y="367855"/>
                  </a:lnTo>
                  <a:lnTo>
                    <a:pt x="244601" y="369117"/>
                  </a:lnTo>
                  <a:lnTo>
                    <a:pt x="286435" y="369117"/>
                  </a:lnTo>
                  <a:lnTo>
                    <a:pt x="283344" y="381642"/>
                  </a:lnTo>
                  <a:lnTo>
                    <a:pt x="276034" y="392620"/>
                  </a:lnTo>
                  <a:lnTo>
                    <a:pt x="264437" y="401597"/>
                  </a:lnTo>
                  <a:lnTo>
                    <a:pt x="248411" y="408432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8" name="object 18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2875788" y="2583179"/>
              <a:ext cx="97536" cy="150876"/>
            </a:xfrm>
            <a:prstGeom prst="rect">
              <a:avLst/>
            </a:prstGeom>
          </p:spPr>
        </p:pic>
        <p:sp>
          <p:nvSpPr>
            <p:cNvPr id="19" name="object 19"/>
            <p:cNvSpPr/>
            <p:nvPr/>
          </p:nvSpPr>
          <p:spPr>
            <a:xfrm>
              <a:off x="2746248" y="2403348"/>
              <a:ext cx="205740" cy="35560"/>
            </a:xfrm>
            <a:custGeom>
              <a:avLst/>
              <a:gdLst/>
              <a:ahLst/>
              <a:cxnLst/>
              <a:rect l="l" t="t" r="r" b="b"/>
              <a:pathLst>
                <a:path w="205739" h="35560">
                  <a:moveTo>
                    <a:pt x="0" y="21335"/>
                  </a:moveTo>
                  <a:lnTo>
                    <a:pt x="153924" y="21335"/>
                  </a:lnTo>
                  <a:lnTo>
                    <a:pt x="175259" y="0"/>
                  </a:lnTo>
                  <a:lnTo>
                    <a:pt x="205740" y="30479"/>
                  </a:lnTo>
                  <a:lnTo>
                    <a:pt x="28955" y="30479"/>
                  </a:lnTo>
                  <a:lnTo>
                    <a:pt x="13716" y="35051"/>
                  </a:lnTo>
                  <a:lnTo>
                    <a:pt x="0" y="21335"/>
                  </a:lnTo>
                  <a:close/>
                </a:path>
              </a:pathLst>
            </a:custGeom>
            <a:ln w="1219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" name="object 20"/>
            <p:cNvSpPr/>
            <p:nvPr/>
          </p:nvSpPr>
          <p:spPr>
            <a:xfrm>
              <a:off x="2720340" y="2505455"/>
              <a:ext cx="262255" cy="280670"/>
            </a:xfrm>
            <a:custGeom>
              <a:avLst/>
              <a:gdLst/>
              <a:ahLst/>
              <a:cxnLst/>
              <a:rect l="l" t="t" r="r" b="b"/>
              <a:pathLst>
                <a:path w="262255" h="280669">
                  <a:moveTo>
                    <a:pt x="50292" y="233172"/>
                  </a:moveTo>
                  <a:lnTo>
                    <a:pt x="70866" y="237148"/>
                  </a:lnTo>
                  <a:lnTo>
                    <a:pt x="86868" y="239839"/>
                  </a:lnTo>
                  <a:lnTo>
                    <a:pt x="98298" y="241101"/>
                  </a:lnTo>
                  <a:lnTo>
                    <a:pt x="105156" y="240792"/>
                  </a:lnTo>
                  <a:lnTo>
                    <a:pt x="111252" y="239268"/>
                  </a:lnTo>
                  <a:lnTo>
                    <a:pt x="114300" y="234696"/>
                  </a:lnTo>
                  <a:lnTo>
                    <a:pt x="114300" y="227076"/>
                  </a:lnTo>
                  <a:lnTo>
                    <a:pt x="114300" y="33528"/>
                  </a:lnTo>
                  <a:lnTo>
                    <a:pt x="28956" y="33528"/>
                  </a:lnTo>
                  <a:lnTo>
                    <a:pt x="13716" y="36576"/>
                  </a:lnTo>
                  <a:lnTo>
                    <a:pt x="0" y="22860"/>
                  </a:lnTo>
                  <a:lnTo>
                    <a:pt x="205740" y="22860"/>
                  </a:lnTo>
                  <a:lnTo>
                    <a:pt x="228599" y="0"/>
                  </a:lnTo>
                  <a:lnTo>
                    <a:pt x="262128" y="33528"/>
                  </a:lnTo>
                  <a:lnTo>
                    <a:pt x="140208" y="33528"/>
                  </a:lnTo>
                  <a:lnTo>
                    <a:pt x="140208" y="240792"/>
                  </a:lnTo>
                  <a:lnTo>
                    <a:pt x="137040" y="253626"/>
                  </a:lnTo>
                  <a:lnTo>
                    <a:pt x="129730" y="264604"/>
                  </a:lnTo>
                  <a:lnTo>
                    <a:pt x="118133" y="273581"/>
                  </a:lnTo>
                  <a:lnTo>
                    <a:pt x="102108" y="280416"/>
                  </a:lnTo>
                  <a:lnTo>
                    <a:pt x="98726" y="270390"/>
                  </a:lnTo>
                  <a:lnTo>
                    <a:pt x="88773" y="260794"/>
                  </a:lnTo>
                  <a:lnTo>
                    <a:pt x="72532" y="251483"/>
                  </a:lnTo>
                  <a:lnTo>
                    <a:pt x="50292" y="242316"/>
                  </a:lnTo>
                  <a:lnTo>
                    <a:pt x="50292" y="233172"/>
                  </a:lnTo>
                  <a:close/>
                </a:path>
              </a:pathLst>
            </a:custGeom>
            <a:ln w="1219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1" name="object 21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2689860" y="2580131"/>
              <a:ext cx="126491" cy="167640"/>
            </a:xfrm>
            <a:prstGeom prst="rect">
              <a:avLst/>
            </a:prstGeom>
          </p:spPr>
        </p:pic>
        <p:sp>
          <p:nvSpPr>
            <p:cNvPr id="22" name="object 22"/>
            <p:cNvSpPr/>
            <p:nvPr/>
          </p:nvSpPr>
          <p:spPr>
            <a:xfrm>
              <a:off x="2574036" y="2377440"/>
              <a:ext cx="167640" cy="410209"/>
            </a:xfrm>
            <a:custGeom>
              <a:avLst/>
              <a:gdLst/>
              <a:ahLst/>
              <a:cxnLst/>
              <a:rect l="l" t="t" r="r" b="b"/>
              <a:pathLst>
                <a:path w="167639" h="410210">
                  <a:moveTo>
                    <a:pt x="97536" y="176783"/>
                  </a:moveTo>
                  <a:lnTo>
                    <a:pt x="97559" y="261056"/>
                  </a:lnTo>
                  <a:lnTo>
                    <a:pt x="97726" y="326326"/>
                  </a:lnTo>
                  <a:lnTo>
                    <a:pt x="98178" y="372451"/>
                  </a:lnTo>
                  <a:lnTo>
                    <a:pt x="99060" y="399287"/>
                  </a:lnTo>
                  <a:lnTo>
                    <a:pt x="70104" y="409955"/>
                  </a:lnTo>
                  <a:lnTo>
                    <a:pt x="71223" y="369022"/>
                  </a:lnTo>
                  <a:lnTo>
                    <a:pt x="72199" y="321373"/>
                  </a:lnTo>
                  <a:lnTo>
                    <a:pt x="72890" y="266580"/>
                  </a:lnTo>
                  <a:lnTo>
                    <a:pt x="73152" y="204215"/>
                  </a:lnTo>
                  <a:lnTo>
                    <a:pt x="58578" y="234505"/>
                  </a:lnTo>
                  <a:lnTo>
                    <a:pt x="42291" y="263651"/>
                  </a:lnTo>
                  <a:lnTo>
                    <a:pt x="24288" y="291655"/>
                  </a:lnTo>
                  <a:lnTo>
                    <a:pt x="4572" y="318515"/>
                  </a:lnTo>
                  <a:lnTo>
                    <a:pt x="0" y="310895"/>
                  </a:lnTo>
                  <a:lnTo>
                    <a:pt x="22574" y="270057"/>
                  </a:lnTo>
                  <a:lnTo>
                    <a:pt x="42291" y="225361"/>
                  </a:lnTo>
                  <a:lnTo>
                    <a:pt x="59150" y="176950"/>
                  </a:lnTo>
                  <a:lnTo>
                    <a:pt x="73152" y="124967"/>
                  </a:lnTo>
                  <a:lnTo>
                    <a:pt x="28956" y="124967"/>
                  </a:lnTo>
                  <a:lnTo>
                    <a:pt x="13716" y="128015"/>
                  </a:lnTo>
                  <a:lnTo>
                    <a:pt x="0" y="114299"/>
                  </a:lnTo>
                  <a:lnTo>
                    <a:pt x="73152" y="114299"/>
                  </a:lnTo>
                  <a:lnTo>
                    <a:pt x="72890" y="82295"/>
                  </a:lnTo>
                  <a:lnTo>
                    <a:pt x="72199" y="52577"/>
                  </a:lnTo>
                  <a:lnTo>
                    <a:pt x="71223" y="25145"/>
                  </a:lnTo>
                  <a:lnTo>
                    <a:pt x="70104" y="0"/>
                  </a:lnTo>
                  <a:lnTo>
                    <a:pt x="112776" y="21335"/>
                  </a:lnTo>
                  <a:lnTo>
                    <a:pt x="97536" y="32003"/>
                  </a:lnTo>
                  <a:lnTo>
                    <a:pt x="97536" y="114299"/>
                  </a:lnTo>
                  <a:lnTo>
                    <a:pt x="118872" y="114299"/>
                  </a:lnTo>
                  <a:lnTo>
                    <a:pt x="138684" y="96011"/>
                  </a:lnTo>
                  <a:lnTo>
                    <a:pt x="167640" y="124967"/>
                  </a:lnTo>
                  <a:lnTo>
                    <a:pt x="97536" y="124967"/>
                  </a:lnTo>
                  <a:lnTo>
                    <a:pt x="97536" y="169163"/>
                  </a:lnTo>
                  <a:lnTo>
                    <a:pt x="112371" y="177117"/>
                  </a:lnTo>
                  <a:lnTo>
                    <a:pt x="124777" y="184784"/>
                  </a:lnTo>
                  <a:lnTo>
                    <a:pt x="134612" y="191881"/>
                  </a:lnTo>
                  <a:lnTo>
                    <a:pt x="141732" y="198119"/>
                  </a:lnTo>
                  <a:lnTo>
                    <a:pt x="149352" y="205739"/>
                  </a:lnTo>
                  <a:lnTo>
                    <a:pt x="152400" y="213359"/>
                  </a:lnTo>
                  <a:lnTo>
                    <a:pt x="152400" y="219455"/>
                  </a:lnTo>
                  <a:lnTo>
                    <a:pt x="152400" y="222503"/>
                  </a:lnTo>
                  <a:lnTo>
                    <a:pt x="150876" y="227075"/>
                  </a:lnTo>
                  <a:lnTo>
                    <a:pt x="147828" y="233171"/>
                  </a:lnTo>
                  <a:lnTo>
                    <a:pt x="143256" y="239267"/>
                  </a:lnTo>
                  <a:lnTo>
                    <a:pt x="141732" y="243839"/>
                  </a:lnTo>
                  <a:lnTo>
                    <a:pt x="138684" y="243839"/>
                  </a:lnTo>
                  <a:lnTo>
                    <a:pt x="135636" y="243839"/>
                  </a:lnTo>
                  <a:lnTo>
                    <a:pt x="131064" y="236219"/>
                  </a:lnTo>
                  <a:lnTo>
                    <a:pt x="126492" y="222503"/>
                  </a:lnTo>
                  <a:lnTo>
                    <a:pt x="120253" y="209359"/>
                  </a:lnTo>
                  <a:lnTo>
                    <a:pt x="113157" y="197357"/>
                  </a:lnTo>
                  <a:lnTo>
                    <a:pt x="105489" y="186499"/>
                  </a:lnTo>
                  <a:lnTo>
                    <a:pt x="97536" y="176783"/>
                  </a:lnTo>
                  <a:close/>
                </a:path>
              </a:pathLst>
            </a:custGeom>
            <a:ln w="1219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" name="object 23"/>
            <p:cNvSpPr/>
            <p:nvPr/>
          </p:nvSpPr>
          <p:spPr>
            <a:xfrm>
              <a:off x="3023603" y="2383535"/>
              <a:ext cx="847725" cy="404495"/>
            </a:xfrm>
            <a:custGeom>
              <a:avLst/>
              <a:gdLst/>
              <a:ahLst/>
              <a:cxnLst/>
              <a:rect l="l" t="t" r="r" b="b"/>
              <a:pathLst>
                <a:path w="847725" h="404494">
                  <a:moveTo>
                    <a:pt x="86868" y="268236"/>
                  </a:moveTo>
                  <a:lnTo>
                    <a:pt x="56388" y="246900"/>
                  </a:lnTo>
                  <a:lnTo>
                    <a:pt x="52387" y="259753"/>
                  </a:lnTo>
                  <a:lnTo>
                    <a:pt x="47269" y="273138"/>
                  </a:lnTo>
                  <a:lnTo>
                    <a:pt x="40957" y="287185"/>
                  </a:lnTo>
                  <a:lnTo>
                    <a:pt x="33528" y="301764"/>
                  </a:lnTo>
                  <a:lnTo>
                    <a:pt x="26149" y="316623"/>
                  </a:lnTo>
                  <a:lnTo>
                    <a:pt x="17907" y="331482"/>
                  </a:lnTo>
                  <a:lnTo>
                    <a:pt x="9105" y="346341"/>
                  </a:lnTo>
                  <a:lnTo>
                    <a:pt x="0" y="361200"/>
                  </a:lnTo>
                  <a:lnTo>
                    <a:pt x="6096" y="364248"/>
                  </a:lnTo>
                  <a:lnTo>
                    <a:pt x="21488" y="345960"/>
                  </a:lnTo>
                  <a:lnTo>
                    <a:pt x="37719" y="325386"/>
                  </a:lnTo>
                  <a:lnTo>
                    <a:pt x="54533" y="302526"/>
                  </a:lnTo>
                  <a:lnTo>
                    <a:pt x="71628" y="277380"/>
                  </a:lnTo>
                  <a:lnTo>
                    <a:pt x="86868" y="268236"/>
                  </a:lnTo>
                  <a:close/>
                </a:path>
                <a:path w="847725" h="404494">
                  <a:moveTo>
                    <a:pt x="135826" y="42113"/>
                  </a:moveTo>
                  <a:lnTo>
                    <a:pt x="110299" y="12776"/>
                  </a:lnTo>
                  <a:lnTo>
                    <a:pt x="89916" y="0"/>
                  </a:lnTo>
                  <a:lnTo>
                    <a:pt x="85344" y="4584"/>
                  </a:lnTo>
                  <a:lnTo>
                    <a:pt x="93662" y="15773"/>
                  </a:lnTo>
                  <a:lnTo>
                    <a:pt x="100393" y="26682"/>
                  </a:lnTo>
                  <a:lnTo>
                    <a:pt x="105714" y="37579"/>
                  </a:lnTo>
                  <a:lnTo>
                    <a:pt x="109728" y="48780"/>
                  </a:lnTo>
                  <a:lnTo>
                    <a:pt x="112776" y="62496"/>
                  </a:lnTo>
                  <a:lnTo>
                    <a:pt x="115824" y="68580"/>
                  </a:lnTo>
                  <a:lnTo>
                    <a:pt x="120396" y="68580"/>
                  </a:lnTo>
                  <a:lnTo>
                    <a:pt x="126492" y="62496"/>
                  </a:lnTo>
                  <a:lnTo>
                    <a:pt x="131064" y="59448"/>
                  </a:lnTo>
                  <a:lnTo>
                    <a:pt x="132588" y="54876"/>
                  </a:lnTo>
                  <a:lnTo>
                    <a:pt x="135636" y="47256"/>
                  </a:lnTo>
                  <a:lnTo>
                    <a:pt x="135801" y="44323"/>
                  </a:lnTo>
                  <a:lnTo>
                    <a:pt x="135826" y="42113"/>
                  </a:lnTo>
                  <a:close/>
                </a:path>
                <a:path w="847725" h="404494">
                  <a:moveTo>
                    <a:pt x="198120" y="292620"/>
                  </a:moveTo>
                  <a:lnTo>
                    <a:pt x="163449" y="260464"/>
                  </a:lnTo>
                  <a:lnTo>
                    <a:pt x="150876" y="252996"/>
                  </a:lnTo>
                  <a:lnTo>
                    <a:pt x="147828" y="257568"/>
                  </a:lnTo>
                  <a:lnTo>
                    <a:pt x="157238" y="271259"/>
                  </a:lnTo>
                  <a:lnTo>
                    <a:pt x="164782" y="284810"/>
                  </a:lnTo>
                  <a:lnTo>
                    <a:pt x="170332" y="298069"/>
                  </a:lnTo>
                  <a:lnTo>
                    <a:pt x="173736" y="310908"/>
                  </a:lnTo>
                  <a:lnTo>
                    <a:pt x="176784" y="321576"/>
                  </a:lnTo>
                  <a:lnTo>
                    <a:pt x="179832" y="327672"/>
                  </a:lnTo>
                  <a:lnTo>
                    <a:pt x="184404" y="327672"/>
                  </a:lnTo>
                  <a:lnTo>
                    <a:pt x="192024" y="320052"/>
                  </a:lnTo>
                  <a:lnTo>
                    <a:pt x="196596" y="313956"/>
                  </a:lnTo>
                  <a:lnTo>
                    <a:pt x="198120" y="307860"/>
                  </a:lnTo>
                  <a:lnTo>
                    <a:pt x="198120" y="292620"/>
                  </a:lnTo>
                  <a:close/>
                </a:path>
                <a:path w="847725" h="404494">
                  <a:moveTo>
                    <a:pt x="198120" y="138696"/>
                  </a:moveTo>
                  <a:lnTo>
                    <a:pt x="189992" y="131076"/>
                  </a:lnTo>
                  <a:lnTo>
                    <a:pt x="173736" y="115836"/>
                  </a:lnTo>
                  <a:lnTo>
                    <a:pt x="161544" y="129387"/>
                  </a:lnTo>
                  <a:lnTo>
                    <a:pt x="161544" y="141732"/>
                  </a:lnTo>
                  <a:lnTo>
                    <a:pt x="161544" y="204228"/>
                  </a:lnTo>
                  <a:lnTo>
                    <a:pt x="65532" y="204228"/>
                  </a:lnTo>
                  <a:lnTo>
                    <a:pt x="65532" y="141732"/>
                  </a:lnTo>
                  <a:lnTo>
                    <a:pt x="161544" y="141732"/>
                  </a:lnTo>
                  <a:lnTo>
                    <a:pt x="161544" y="129387"/>
                  </a:lnTo>
                  <a:lnTo>
                    <a:pt x="160020" y="131076"/>
                  </a:lnTo>
                  <a:lnTo>
                    <a:pt x="65532" y="131076"/>
                  </a:lnTo>
                  <a:lnTo>
                    <a:pt x="41148" y="117360"/>
                  </a:lnTo>
                  <a:lnTo>
                    <a:pt x="42189" y="131076"/>
                  </a:lnTo>
                  <a:lnTo>
                    <a:pt x="43243" y="147078"/>
                  </a:lnTo>
                  <a:lnTo>
                    <a:pt x="43942" y="161937"/>
                  </a:lnTo>
                  <a:lnTo>
                    <a:pt x="44094" y="170434"/>
                  </a:lnTo>
                  <a:lnTo>
                    <a:pt x="44018" y="187223"/>
                  </a:lnTo>
                  <a:lnTo>
                    <a:pt x="43942" y="191389"/>
                  </a:lnTo>
                  <a:lnTo>
                    <a:pt x="43243" y="205562"/>
                  </a:lnTo>
                  <a:lnTo>
                    <a:pt x="42278" y="219443"/>
                  </a:lnTo>
                  <a:lnTo>
                    <a:pt x="41148" y="233184"/>
                  </a:lnTo>
                  <a:lnTo>
                    <a:pt x="65532" y="225564"/>
                  </a:lnTo>
                  <a:lnTo>
                    <a:pt x="65532" y="214896"/>
                  </a:lnTo>
                  <a:lnTo>
                    <a:pt x="108204" y="214896"/>
                  </a:lnTo>
                  <a:lnTo>
                    <a:pt x="108204" y="352056"/>
                  </a:lnTo>
                  <a:lnTo>
                    <a:pt x="105156" y="355104"/>
                  </a:lnTo>
                  <a:lnTo>
                    <a:pt x="99060" y="356628"/>
                  </a:lnTo>
                  <a:lnTo>
                    <a:pt x="92735" y="356336"/>
                  </a:lnTo>
                  <a:lnTo>
                    <a:pt x="82677" y="355485"/>
                  </a:lnTo>
                  <a:lnTo>
                    <a:pt x="50292" y="352056"/>
                  </a:lnTo>
                  <a:lnTo>
                    <a:pt x="50292" y="358152"/>
                  </a:lnTo>
                  <a:lnTo>
                    <a:pt x="69443" y="366191"/>
                  </a:lnTo>
                  <a:lnTo>
                    <a:pt x="83439" y="374535"/>
                  </a:lnTo>
                  <a:lnTo>
                    <a:pt x="92303" y="383438"/>
                  </a:lnTo>
                  <a:lnTo>
                    <a:pt x="96012" y="393204"/>
                  </a:lnTo>
                  <a:lnTo>
                    <a:pt x="104330" y="389750"/>
                  </a:lnTo>
                  <a:lnTo>
                    <a:pt x="128968" y="359740"/>
                  </a:lnTo>
                  <a:lnTo>
                    <a:pt x="129540" y="214896"/>
                  </a:lnTo>
                  <a:lnTo>
                    <a:pt x="161544" y="214896"/>
                  </a:lnTo>
                  <a:lnTo>
                    <a:pt x="161544" y="233184"/>
                  </a:lnTo>
                  <a:lnTo>
                    <a:pt x="185928" y="222516"/>
                  </a:lnTo>
                  <a:lnTo>
                    <a:pt x="185483" y="214896"/>
                  </a:lnTo>
                  <a:lnTo>
                    <a:pt x="185051" y="207632"/>
                  </a:lnTo>
                  <a:lnTo>
                    <a:pt x="184962" y="204228"/>
                  </a:lnTo>
                  <a:lnTo>
                    <a:pt x="184594" y="190322"/>
                  </a:lnTo>
                  <a:lnTo>
                    <a:pt x="184492" y="176796"/>
                  </a:lnTo>
                  <a:lnTo>
                    <a:pt x="184404" y="147840"/>
                  </a:lnTo>
                  <a:lnTo>
                    <a:pt x="193548" y="141732"/>
                  </a:lnTo>
                  <a:lnTo>
                    <a:pt x="198120" y="138696"/>
                  </a:lnTo>
                  <a:close/>
                </a:path>
                <a:path w="847725" h="404494">
                  <a:moveTo>
                    <a:pt x="224028" y="85344"/>
                  </a:moveTo>
                  <a:lnTo>
                    <a:pt x="195072" y="56400"/>
                  </a:lnTo>
                  <a:lnTo>
                    <a:pt x="175260" y="74688"/>
                  </a:lnTo>
                  <a:lnTo>
                    <a:pt x="9144" y="74688"/>
                  </a:lnTo>
                  <a:lnTo>
                    <a:pt x="24384" y="91452"/>
                  </a:lnTo>
                  <a:lnTo>
                    <a:pt x="32956" y="88569"/>
                  </a:lnTo>
                  <a:lnTo>
                    <a:pt x="42672" y="86690"/>
                  </a:lnTo>
                  <a:lnTo>
                    <a:pt x="53530" y="85661"/>
                  </a:lnTo>
                  <a:lnTo>
                    <a:pt x="65532" y="85344"/>
                  </a:lnTo>
                  <a:lnTo>
                    <a:pt x="224028" y="85344"/>
                  </a:lnTo>
                  <a:close/>
                </a:path>
                <a:path w="847725" h="404494">
                  <a:moveTo>
                    <a:pt x="357759" y="71132"/>
                  </a:moveTo>
                  <a:lnTo>
                    <a:pt x="331279" y="40779"/>
                  </a:lnTo>
                  <a:lnTo>
                    <a:pt x="304800" y="25920"/>
                  </a:lnTo>
                  <a:lnTo>
                    <a:pt x="301752" y="32004"/>
                  </a:lnTo>
                  <a:lnTo>
                    <a:pt x="311429" y="44323"/>
                  </a:lnTo>
                  <a:lnTo>
                    <a:pt x="319659" y="56210"/>
                  </a:lnTo>
                  <a:lnTo>
                    <a:pt x="326186" y="67805"/>
                  </a:lnTo>
                  <a:lnTo>
                    <a:pt x="330708" y="79260"/>
                  </a:lnTo>
                  <a:lnTo>
                    <a:pt x="333756" y="91452"/>
                  </a:lnTo>
                  <a:lnTo>
                    <a:pt x="338328" y="97548"/>
                  </a:lnTo>
                  <a:lnTo>
                    <a:pt x="345948" y="97548"/>
                  </a:lnTo>
                  <a:lnTo>
                    <a:pt x="352044" y="91452"/>
                  </a:lnTo>
                  <a:lnTo>
                    <a:pt x="355092" y="86868"/>
                  </a:lnTo>
                  <a:lnTo>
                    <a:pt x="356616" y="77736"/>
                  </a:lnTo>
                  <a:lnTo>
                    <a:pt x="357759" y="71132"/>
                  </a:lnTo>
                  <a:close/>
                </a:path>
                <a:path w="847725" h="404494">
                  <a:moveTo>
                    <a:pt x="403860" y="364248"/>
                  </a:moveTo>
                  <a:lnTo>
                    <a:pt x="384568" y="325386"/>
                  </a:lnTo>
                  <a:lnTo>
                    <a:pt x="383349" y="313956"/>
                  </a:lnTo>
                  <a:lnTo>
                    <a:pt x="381000" y="292620"/>
                  </a:lnTo>
                  <a:lnTo>
                    <a:pt x="371856" y="292620"/>
                  </a:lnTo>
                  <a:lnTo>
                    <a:pt x="371767" y="316623"/>
                  </a:lnTo>
                  <a:lnTo>
                    <a:pt x="371640" y="325386"/>
                  </a:lnTo>
                  <a:lnTo>
                    <a:pt x="357911" y="364629"/>
                  </a:lnTo>
                  <a:lnTo>
                    <a:pt x="348996" y="365772"/>
                  </a:lnTo>
                  <a:lnTo>
                    <a:pt x="335280" y="365772"/>
                  </a:lnTo>
                  <a:lnTo>
                    <a:pt x="315468" y="141732"/>
                  </a:lnTo>
                  <a:lnTo>
                    <a:pt x="402336" y="141732"/>
                  </a:lnTo>
                  <a:lnTo>
                    <a:pt x="371856" y="109740"/>
                  </a:lnTo>
                  <a:lnTo>
                    <a:pt x="352044" y="131076"/>
                  </a:lnTo>
                  <a:lnTo>
                    <a:pt x="269748" y="131076"/>
                  </a:lnTo>
                  <a:lnTo>
                    <a:pt x="269748" y="30480"/>
                  </a:lnTo>
                  <a:lnTo>
                    <a:pt x="281940" y="18300"/>
                  </a:lnTo>
                  <a:lnTo>
                    <a:pt x="245364" y="0"/>
                  </a:lnTo>
                  <a:lnTo>
                    <a:pt x="246748" y="53352"/>
                  </a:lnTo>
                  <a:lnTo>
                    <a:pt x="246875" y="97548"/>
                  </a:lnTo>
                  <a:lnTo>
                    <a:pt x="246888" y="131076"/>
                  </a:lnTo>
                  <a:lnTo>
                    <a:pt x="198120" y="131076"/>
                  </a:lnTo>
                  <a:lnTo>
                    <a:pt x="211836" y="144780"/>
                  </a:lnTo>
                  <a:lnTo>
                    <a:pt x="228600" y="141732"/>
                  </a:lnTo>
                  <a:lnTo>
                    <a:pt x="246888" y="141732"/>
                  </a:lnTo>
                  <a:lnTo>
                    <a:pt x="246583" y="186334"/>
                  </a:lnTo>
                  <a:lnTo>
                    <a:pt x="243268" y="226517"/>
                  </a:lnTo>
                  <a:lnTo>
                    <a:pt x="227076" y="294144"/>
                  </a:lnTo>
                  <a:lnTo>
                    <a:pt x="196977" y="349008"/>
                  </a:lnTo>
                  <a:lnTo>
                    <a:pt x="150876" y="399300"/>
                  </a:lnTo>
                  <a:lnTo>
                    <a:pt x="156972" y="403872"/>
                  </a:lnTo>
                  <a:lnTo>
                    <a:pt x="187553" y="378167"/>
                  </a:lnTo>
                  <a:lnTo>
                    <a:pt x="233273" y="323926"/>
                  </a:lnTo>
                  <a:lnTo>
                    <a:pt x="258394" y="263893"/>
                  </a:lnTo>
                  <a:lnTo>
                    <a:pt x="269201" y="187223"/>
                  </a:lnTo>
                  <a:lnTo>
                    <a:pt x="269748" y="141732"/>
                  </a:lnTo>
                  <a:lnTo>
                    <a:pt x="292608" y="141732"/>
                  </a:lnTo>
                  <a:lnTo>
                    <a:pt x="292684" y="354050"/>
                  </a:lnTo>
                  <a:lnTo>
                    <a:pt x="327660" y="385584"/>
                  </a:lnTo>
                  <a:lnTo>
                    <a:pt x="364236" y="385584"/>
                  </a:lnTo>
                  <a:lnTo>
                    <a:pt x="377075" y="384175"/>
                  </a:lnTo>
                  <a:lnTo>
                    <a:pt x="388048" y="380060"/>
                  </a:lnTo>
                  <a:lnTo>
                    <a:pt x="397027" y="373367"/>
                  </a:lnTo>
                  <a:lnTo>
                    <a:pt x="402729" y="365772"/>
                  </a:lnTo>
                  <a:lnTo>
                    <a:pt x="403860" y="364248"/>
                  </a:lnTo>
                  <a:close/>
                </a:path>
                <a:path w="847725" h="404494">
                  <a:moveTo>
                    <a:pt x="763536" y="24384"/>
                  </a:moveTo>
                  <a:lnTo>
                    <a:pt x="757656" y="19812"/>
                  </a:lnTo>
                  <a:lnTo>
                    <a:pt x="736104" y="3048"/>
                  </a:lnTo>
                  <a:lnTo>
                    <a:pt x="723912" y="15240"/>
                  </a:lnTo>
                  <a:lnTo>
                    <a:pt x="723912" y="30480"/>
                  </a:lnTo>
                  <a:lnTo>
                    <a:pt x="723912" y="80772"/>
                  </a:lnTo>
                  <a:lnTo>
                    <a:pt x="723912" y="91440"/>
                  </a:lnTo>
                  <a:lnTo>
                    <a:pt x="723912" y="143256"/>
                  </a:lnTo>
                  <a:lnTo>
                    <a:pt x="571512" y="143256"/>
                  </a:lnTo>
                  <a:lnTo>
                    <a:pt x="571512" y="91440"/>
                  </a:lnTo>
                  <a:lnTo>
                    <a:pt x="723912" y="91440"/>
                  </a:lnTo>
                  <a:lnTo>
                    <a:pt x="723912" y="80772"/>
                  </a:lnTo>
                  <a:lnTo>
                    <a:pt x="571512" y="80772"/>
                  </a:lnTo>
                  <a:lnTo>
                    <a:pt x="571512" y="30480"/>
                  </a:lnTo>
                  <a:lnTo>
                    <a:pt x="723912" y="30480"/>
                  </a:lnTo>
                  <a:lnTo>
                    <a:pt x="723912" y="15240"/>
                  </a:lnTo>
                  <a:lnTo>
                    <a:pt x="719340" y="19812"/>
                  </a:lnTo>
                  <a:lnTo>
                    <a:pt x="573036" y="19812"/>
                  </a:lnTo>
                  <a:lnTo>
                    <a:pt x="545604" y="4572"/>
                  </a:lnTo>
                  <a:lnTo>
                    <a:pt x="546481" y="27393"/>
                  </a:lnTo>
                  <a:lnTo>
                    <a:pt x="546938" y="49911"/>
                  </a:lnTo>
                  <a:lnTo>
                    <a:pt x="547103" y="71869"/>
                  </a:lnTo>
                  <a:lnTo>
                    <a:pt x="547077" y="116967"/>
                  </a:lnTo>
                  <a:lnTo>
                    <a:pt x="546938" y="136398"/>
                  </a:lnTo>
                  <a:lnTo>
                    <a:pt x="546481" y="158115"/>
                  </a:lnTo>
                  <a:lnTo>
                    <a:pt x="545604" y="179832"/>
                  </a:lnTo>
                  <a:lnTo>
                    <a:pt x="571512" y="169164"/>
                  </a:lnTo>
                  <a:lnTo>
                    <a:pt x="571512" y="153924"/>
                  </a:lnTo>
                  <a:lnTo>
                    <a:pt x="723912" y="153924"/>
                  </a:lnTo>
                  <a:lnTo>
                    <a:pt x="723912" y="176784"/>
                  </a:lnTo>
                  <a:lnTo>
                    <a:pt x="749820" y="163068"/>
                  </a:lnTo>
                  <a:lnTo>
                    <a:pt x="749388" y="153924"/>
                  </a:lnTo>
                  <a:lnTo>
                    <a:pt x="748931" y="144170"/>
                  </a:lnTo>
                  <a:lnTo>
                    <a:pt x="748919" y="143256"/>
                  </a:lnTo>
                  <a:lnTo>
                    <a:pt x="748487" y="116967"/>
                  </a:lnTo>
                  <a:lnTo>
                    <a:pt x="748360" y="91440"/>
                  </a:lnTo>
                  <a:lnTo>
                    <a:pt x="748309" y="80772"/>
                  </a:lnTo>
                  <a:lnTo>
                    <a:pt x="748296" y="36576"/>
                  </a:lnTo>
                  <a:lnTo>
                    <a:pt x="755916" y="30480"/>
                  </a:lnTo>
                  <a:lnTo>
                    <a:pt x="763536" y="24384"/>
                  </a:lnTo>
                  <a:close/>
                </a:path>
                <a:path w="847725" h="404494">
                  <a:moveTo>
                    <a:pt x="847356" y="355092"/>
                  </a:moveTo>
                  <a:lnTo>
                    <a:pt x="827633" y="357098"/>
                  </a:lnTo>
                  <a:lnTo>
                    <a:pt x="805065" y="358521"/>
                  </a:lnTo>
                  <a:lnTo>
                    <a:pt x="779627" y="359384"/>
                  </a:lnTo>
                  <a:lnTo>
                    <a:pt x="751344" y="359664"/>
                  </a:lnTo>
                  <a:lnTo>
                    <a:pt x="724242" y="359092"/>
                  </a:lnTo>
                  <a:lnTo>
                    <a:pt x="700290" y="357378"/>
                  </a:lnTo>
                  <a:lnTo>
                    <a:pt x="679754" y="354520"/>
                  </a:lnTo>
                  <a:lnTo>
                    <a:pt x="662952" y="350520"/>
                  </a:lnTo>
                  <a:lnTo>
                    <a:pt x="662952" y="342900"/>
                  </a:lnTo>
                  <a:lnTo>
                    <a:pt x="662952" y="278892"/>
                  </a:lnTo>
                  <a:lnTo>
                    <a:pt x="809256" y="278892"/>
                  </a:lnTo>
                  <a:lnTo>
                    <a:pt x="798588" y="268224"/>
                  </a:lnTo>
                  <a:lnTo>
                    <a:pt x="775728" y="245364"/>
                  </a:lnTo>
                  <a:lnTo>
                    <a:pt x="752868" y="268224"/>
                  </a:lnTo>
                  <a:lnTo>
                    <a:pt x="662952" y="268224"/>
                  </a:lnTo>
                  <a:lnTo>
                    <a:pt x="662952" y="208788"/>
                  </a:lnTo>
                  <a:lnTo>
                    <a:pt x="838212" y="208788"/>
                  </a:lnTo>
                  <a:lnTo>
                    <a:pt x="801636" y="172212"/>
                  </a:lnTo>
                  <a:lnTo>
                    <a:pt x="775728" y="198120"/>
                  </a:lnTo>
                  <a:lnTo>
                    <a:pt x="454164" y="198120"/>
                  </a:lnTo>
                  <a:lnTo>
                    <a:pt x="469404" y="214884"/>
                  </a:lnTo>
                  <a:lnTo>
                    <a:pt x="479044" y="212013"/>
                  </a:lnTo>
                  <a:lnTo>
                    <a:pt x="489407" y="210121"/>
                  </a:lnTo>
                  <a:lnTo>
                    <a:pt x="500049" y="209105"/>
                  </a:lnTo>
                  <a:lnTo>
                    <a:pt x="510552" y="208788"/>
                  </a:lnTo>
                  <a:lnTo>
                    <a:pt x="638568" y="208788"/>
                  </a:lnTo>
                  <a:lnTo>
                    <a:pt x="638568" y="342900"/>
                  </a:lnTo>
                  <a:lnTo>
                    <a:pt x="612825" y="330619"/>
                  </a:lnTo>
                  <a:lnTo>
                    <a:pt x="571055" y="300901"/>
                  </a:lnTo>
                  <a:lnTo>
                    <a:pt x="564388" y="261175"/>
                  </a:lnTo>
                  <a:lnTo>
                    <a:pt x="582180" y="240792"/>
                  </a:lnTo>
                  <a:lnTo>
                    <a:pt x="544080" y="217932"/>
                  </a:lnTo>
                  <a:lnTo>
                    <a:pt x="531215" y="272516"/>
                  </a:lnTo>
                  <a:lnTo>
                    <a:pt x="510933" y="319659"/>
                  </a:lnTo>
                  <a:lnTo>
                    <a:pt x="483209" y="359384"/>
                  </a:lnTo>
                  <a:lnTo>
                    <a:pt x="448068" y="391668"/>
                  </a:lnTo>
                  <a:lnTo>
                    <a:pt x="452640" y="397764"/>
                  </a:lnTo>
                  <a:lnTo>
                    <a:pt x="482663" y="379196"/>
                  </a:lnTo>
                  <a:lnTo>
                    <a:pt x="508838" y="355473"/>
                  </a:lnTo>
                  <a:lnTo>
                    <a:pt x="531291" y="326618"/>
                  </a:lnTo>
                  <a:lnTo>
                    <a:pt x="550176" y="292608"/>
                  </a:lnTo>
                  <a:lnTo>
                    <a:pt x="560768" y="306019"/>
                  </a:lnTo>
                  <a:lnTo>
                    <a:pt x="597420" y="341376"/>
                  </a:lnTo>
                  <a:lnTo>
                    <a:pt x="646925" y="368388"/>
                  </a:lnTo>
                  <a:lnTo>
                    <a:pt x="692073" y="381177"/>
                  </a:lnTo>
                  <a:lnTo>
                    <a:pt x="764603" y="389699"/>
                  </a:lnTo>
                  <a:lnTo>
                    <a:pt x="812304" y="391668"/>
                  </a:lnTo>
                  <a:lnTo>
                    <a:pt x="815416" y="382244"/>
                  </a:lnTo>
                  <a:lnTo>
                    <a:pt x="822401" y="374523"/>
                  </a:lnTo>
                  <a:lnTo>
                    <a:pt x="833081" y="368528"/>
                  </a:lnTo>
                  <a:lnTo>
                    <a:pt x="847356" y="364236"/>
                  </a:lnTo>
                  <a:lnTo>
                    <a:pt x="847356" y="359664"/>
                  </a:lnTo>
                  <a:lnTo>
                    <a:pt x="847356" y="355092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24" name="object 24"/>
          <p:cNvSpPr/>
          <p:nvPr/>
        </p:nvSpPr>
        <p:spPr>
          <a:xfrm>
            <a:off x="3916680" y="2377439"/>
            <a:ext cx="2178050" cy="411480"/>
          </a:xfrm>
          <a:custGeom>
            <a:avLst/>
            <a:gdLst/>
            <a:ahLst/>
            <a:cxnLst/>
            <a:rect l="l" t="t" r="r" b="b"/>
            <a:pathLst>
              <a:path w="2178050" h="411480">
                <a:moveTo>
                  <a:pt x="396240" y="192024"/>
                </a:moveTo>
                <a:lnTo>
                  <a:pt x="358140" y="153924"/>
                </a:lnTo>
                <a:lnTo>
                  <a:pt x="324612" y="182880"/>
                </a:lnTo>
                <a:lnTo>
                  <a:pt x="0" y="182880"/>
                </a:lnTo>
                <a:lnTo>
                  <a:pt x="16764" y="198120"/>
                </a:lnTo>
                <a:lnTo>
                  <a:pt x="26479" y="195884"/>
                </a:lnTo>
                <a:lnTo>
                  <a:pt x="37338" y="193929"/>
                </a:lnTo>
                <a:lnTo>
                  <a:pt x="49339" y="192557"/>
                </a:lnTo>
                <a:lnTo>
                  <a:pt x="62484" y="192024"/>
                </a:lnTo>
                <a:lnTo>
                  <a:pt x="396240" y="192024"/>
                </a:lnTo>
                <a:close/>
              </a:path>
              <a:path w="2178050" h="411480">
                <a:moveTo>
                  <a:pt x="669023" y="147828"/>
                </a:moveTo>
                <a:lnTo>
                  <a:pt x="627875" y="124968"/>
                </a:lnTo>
                <a:lnTo>
                  <a:pt x="628713" y="144780"/>
                </a:lnTo>
                <a:lnTo>
                  <a:pt x="628827" y="148526"/>
                </a:lnTo>
                <a:lnTo>
                  <a:pt x="629221" y="166306"/>
                </a:lnTo>
                <a:lnTo>
                  <a:pt x="629348" y="179832"/>
                </a:lnTo>
                <a:lnTo>
                  <a:pt x="629259" y="347141"/>
                </a:lnTo>
                <a:lnTo>
                  <a:pt x="629208" y="352996"/>
                </a:lnTo>
                <a:lnTo>
                  <a:pt x="628764" y="379742"/>
                </a:lnTo>
                <a:lnTo>
                  <a:pt x="627875" y="411480"/>
                </a:lnTo>
                <a:lnTo>
                  <a:pt x="656831" y="394716"/>
                </a:lnTo>
                <a:lnTo>
                  <a:pt x="656602" y="378104"/>
                </a:lnTo>
                <a:lnTo>
                  <a:pt x="655548" y="347141"/>
                </a:lnTo>
                <a:lnTo>
                  <a:pt x="655307" y="332232"/>
                </a:lnTo>
                <a:lnTo>
                  <a:pt x="655307" y="158496"/>
                </a:lnTo>
                <a:lnTo>
                  <a:pt x="669023" y="147828"/>
                </a:lnTo>
                <a:close/>
              </a:path>
              <a:path w="2178050" h="411480">
                <a:moveTo>
                  <a:pt x="847331" y="181356"/>
                </a:moveTo>
                <a:lnTo>
                  <a:pt x="798944" y="166306"/>
                </a:lnTo>
                <a:lnTo>
                  <a:pt x="748271" y="138684"/>
                </a:lnTo>
                <a:lnTo>
                  <a:pt x="698360" y="93726"/>
                </a:lnTo>
                <a:lnTo>
                  <a:pt x="658063" y="41148"/>
                </a:lnTo>
                <a:lnTo>
                  <a:pt x="650735" y="30480"/>
                </a:lnTo>
                <a:lnTo>
                  <a:pt x="665975" y="21336"/>
                </a:lnTo>
                <a:lnTo>
                  <a:pt x="629399" y="0"/>
                </a:lnTo>
                <a:lnTo>
                  <a:pt x="619137" y="27127"/>
                </a:lnTo>
                <a:lnTo>
                  <a:pt x="604443" y="55816"/>
                </a:lnTo>
                <a:lnTo>
                  <a:pt x="562343" y="117348"/>
                </a:lnTo>
                <a:lnTo>
                  <a:pt x="536422" y="148526"/>
                </a:lnTo>
                <a:lnTo>
                  <a:pt x="506907" y="175831"/>
                </a:lnTo>
                <a:lnTo>
                  <a:pt x="474268" y="199440"/>
                </a:lnTo>
                <a:lnTo>
                  <a:pt x="438899" y="219456"/>
                </a:lnTo>
                <a:lnTo>
                  <a:pt x="440423" y="225552"/>
                </a:lnTo>
                <a:lnTo>
                  <a:pt x="476173" y="209194"/>
                </a:lnTo>
                <a:lnTo>
                  <a:pt x="536232" y="173050"/>
                </a:lnTo>
                <a:lnTo>
                  <a:pt x="582498" y="130098"/>
                </a:lnTo>
                <a:lnTo>
                  <a:pt x="624687" y="74612"/>
                </a:lnTo>
                <a:lnTo>
                  <a:pt x="644639" y="41148"/>
                </a:lnTo>
                <a:lnTo>
                  <a:pt x="662927" y="71704"/>
                </a:lnTo>
                <a:lnTo>
                  <a:pt x="699503" y="123659"/>
                </a:lnTo>
                <a:lnTo>
                  <a:pt x="737209" y="162737"/>
                </a:lnTo>
                <a:lnTo>
                  <a:pt x="782307" y="195795"/>
                </a:lnTo>
                <a:lnTo>
                  <a:pt x="807707" y="210312"/>
                </a:lnTo>
                <a:lnTo>
                  <a:pt x="814552" y="201168"/>
                </a:lnTo>
                <a:lnTo>
                  <a:pt x="823518" y="194310"/>
                </a:lnTo>
                <a:lnTo>
                  <a:pt x="834504" y="189738"/>
                </a:lnTo>
                <a:lnTo>
                  <a:pt x="847331" y="187452"/>
                </a:lnTo>
                <a:lnTo>
                  <a:pt x="847331" y="181356"/>
                </a:lnTo>
                <a:close/>
              </a:path>
              <a:path w="2178050" h="411480">
                <a:moveTo>
                  <a:pt x="1275575" y="263652"/>
                </a:moveTo>
                <a:lnTo>
                  <a:pt x="1252931" y="223888"/>
                </a:lnTo>
                <a:lnTo>
                  <a:pt x="1191831" y="179222"/>
                </a:lnTo>
                <a:lnTo>
                  <a:pt x="1142987" y="146304"/>
                </a:lnTo>
                <a:lnTo>
                  <a:pt x="1136891" y="150876"/>
                </a:lnTo>
                <a:lnTo>
                  <a:pt x="1175181" y="186055"/>
                </a:lnTo>
                <a:lnTo>
                  <a:pt x="1205471" y="216217"/>
                </a:lnTo>
                <a:lnTo>
                  <a:pt x="1227759" y="241541"/>
                </a:lnTo>
                <a:lnTo>
                  <a:pt x="1242047" y="262128"/>
                </a:lnTo>
                <a:lnTo>
                  <a:pt x="1248359" y="274129"/>
                </a:lnTo>
                <a:lnTo>
                  <a:pt x="1253667" y="282702"/>
                </a:lnTo>
                <a:lnTo>
                  <a:pt x="1258125" y="287845"/>
                </a:lnTo>
                <a:lnTo>
                  <a:pt x="1261859" y="289560"/>
                </a:lnTo>
                <a:lnTo>
                  <a:pt x="1264907" y="289560"/>
                </a:lnTo>
                <a:lnTo>
                  <a:pt x="1267955" y="286512"/>
                </a:lnTo>
                <a:lnTo>
                  <a:pt x="1274051" y="274320"/>
                </a:lnTo>
                <a:lnTo>
                  <a:pt x="1275575" y="268224"/>
                </a:lnTo>
                <a:lnTo>
                  <a:pt x="1275575" y="263652"/>
                </a:lnTo>
                <a:close/>
              </a:path>
              <a:path w="2178050" h="411480">
                <a:moveTo>
                  <a:pt x="1286243" y="47244"/>
                </a:moveTo>
                <a:lnTo>
                  <a:pt x="1249667" y="10668"/>
                </a:lnTo>
                <a:lnTo>
                  <a:pt x="1223759" y="36576"/>
                </a:lnTo>
                <a:lnTo>
                  <a:pt x="893051" y="36576"/>
                </a:lnTo>
                <a:lnTo>
                  <a:pt x="909815" y="51816"/>
                </a:lnTo>
                <a:lnTo>
                  <a:pt x="919251" y="49822"/>
                </a:lnTo>
                <a:lnTo>
                  <a:pt x="929246" y="48387"/>
                </a:lnTo>
                <a:lnTo>
                  <a:pt x="939825" y="47536"/>
                </a:lnTo>
                <a:lnTo>
                  <a:pt x="950963" y="47244"/>
                </a:lnTo>
                <a:lnTo>
                  <a:pt x="1086599" y="47244"/>
                </a:lnTo>
                <a:lnTo>
                  <a:pt x="1069200" y="88138"/>
                </a:lnTo>
                <a:lnTo>
                  <a:pt x="1049070" y="126301"/>
                </a:lnTo>
                <a:lnTo>
                  <a:pt x="1026388" y="161912"/>
                </a:lnTo>
                <a:lnTo>
                  <a:pt x="1001255" y="195072"/>
                </a:lnTo>
                <a:lnTo>
                  <a:pt x="973810" y="225653"/>
                </a:lnTo>
                <a:lnTo>
                  <a:pt x="946200" y="253365"/>
                </a:lnTo>
                <a:lnTo>
                  <a:pt x="890003" y="300228"/>
                </a:lnTo>
                <a:lnTo>
                  <a:pt x="893051" y="307848"/>
                </a:lnTo>
                <a:lnTo>
                  <a:pt x="936205" y="280441"/>
                </a:lnTo>
                <a:lnTo>
                  <a:pt x="975982" y="249529"/>
                </a:lnTo>
                <a:lnTo>
                  <a:pt x="1012329" y="215239"/>
                </a:lnTo>
                <a:lnTo>
                  <a:pt x="1045159" y="177736"/>
                </a:lnTo>
                <a:lnTo>
                  <a:pt x="1074407" y="137160"/>
                </a:lnTo>
                <a:lnTo>
                  <a:pt x="1074394" y="315595"/>
                </a:lnTo>
                <a:lnTo>
                  <a:pt x="1074216" y="343471"/>
                </a:lnTo>
                <a:lnTo>
                  <a:pt x="1073772" y="373367"/>
                </a:lnTo>
                <a:lnTo>
                  <a:pt x="1072883" y="405384"/>
                </a:lnTo>
                <a:lnTo>
                  <a:pt x="1101839" y="393192"/>
                </a:lnTo>
                <a:lnTo>
                  <a:pt x="1101610" y="377786"/>
                </a:lnTo>
                <a:lnTo>
                  <a:pt x="1101077" y="359092"/>
                </a:lnTo>
                <a:lnTo>
                  <a:pt x="1100556" y="337261"/>
                </a:lnTo>
                <a:lnTo>
                  <a:pt x="1100353" y="315595"/>
                </a:lnTo>
                <a:lnTo>
                  <a:pt x="1100315" y="146304"/>
                </a:lnTo>
                <a:lnTo>
                  <a:pt x="1111745" y="137160"/>
                </a:lnTo>
                <a:lnTo>
                  <a:pt x="1115555" y="134112"/>
                </a:lnTo>
                <a:lnTo>
                  <a:pt x="1086599" y="115824"/>
                </a:lnTo>
                <a:lnTo>
                  <a:pt x="1096365" y="96964"/>
                </a:lnTo>
                <a:lnTo>
                  <a:pt x="1113612" y="62674"/>
                </a:lnTo>
                <a:lnTo>
                  <a:pt x="1121651" y="47244"/>
                </a:lnTo>
                <a:lnTo>
                  <a:pt x="1286243" y="47244"/>
                </a:lnTo>
                <a:close/>
              </a:path>
              <a:path w="2178050" h="411480">
                <a:moveTo>
                  <a:pt x="1560576" y="138684"/>
                </a:moveTo>
                <a:lnTo>
                  <a:pt x="1557426" y="129832"/>
                </a:lnTo>
                <a:lnTo>
                  <a:pt x="1548003" y="119253"/>
                </a:lnTo>
                <a:lnTo>
                  <a:pt x="1532280" y="106972"/>
                </a:lnTo>
                <a:lnTo>
                  <a:pt x="1510284" y="92964"/>
                </a:lnTo>
                <a:lnTo>
                  <a:pt x="1505712" y="99060"/>
                </a:lnTo>
                <a:lnTo>
                  <a:pt x="1516011" y="112496"/>
                </a:lnTo>
                <a:lnTo>
                  <a:pt x="1524190" y="125349"/>
                </a:lnTo>
                <a:lnTo>
                  <a:pt x="1530350" y="137642"/>
                </a:lnTo>
                <a:lnTo>
                  <a:pt x="1534668" y="149352"/>
                </a:lnTo>
                <a:lnTo>
                  <a:pt x="1537716" y="160020"/>
                </a:lnTo>
                <a:lnTo>
                  <a:pt x="1540764" y="164592"/>
                </a:lnTo>
                <a:lnTo>
                  <a:pt x="1548384" y="164592"/>
                </a:lnTo>
                <a:lnTo>
                  <a:pt x="1551432" y="163068"/>
                </a:lnTo>
                <a:lnTo>
                  <a:pt x="1554480" y="160020"/>
                </a:lnTo>
                <a:lnTo>
                  <a:pt x="1559052" y="156972"/>
                </a:lnTo>
                <a:lnTo>
                  <a:pt x="1560525" y="149567"/>
                </a:lnTo>
                <a:lnTo>
                  <a:pt x="1560576" y="138684"/>
                </a:lnTo>
                <a:close/>
              </a:path>
              <a:path w="2178050" h="411480">
                <a:moveTo>
                  <a:pt x="1635252" y="187452"/>
                </a:moveTo>
                <a:lnTo>
                  <a:pt x="1607820" y="161544"/>
                </a:lnTo>
                <a:lnTo>
                  <a:pt x="1591056" y="178308"/>
                </a:lnTo>
                <a:lnTo>
                  <a:pt x="1415796" y="178308"/>
                </a:lnTo>
                <a:lnTo>
                  <a:pt x="1431036" y="195072"/>
                </a:lnTo>
                <a:lnTo>
                  <a:pt x="1440459" y="192201"/>
                </a:lnTo>
                <a:lnTo>
                  <a:pt x="1450467" y="190309"/>
                </a:lnTo>
                <a:lnTo>
                  <a:pt x="1461033" y="189293"/>
                </a:lnTo>
                <a:lnTo>
                  <a:pt x="1472184" y="188976"/>
                </a:lnTo>
                <a:lnTo>
                  <a:pt x="1592580" y="188976"/>
                </a:lnTo>
                <a:lnTo>
                  <a:pt x="1551432" y="256032"/>
                </a:lnTo>
                <a:lnTo>
                  <a:pt x="1572768" y="262128"/>
                </a:lnTo>
                <a:lnTo>
                  <a:pt x="1599057" y="223266"/>
                </a:lnTo>
                <a:lnTo>
                  <a:pt x="1632851" y="188976"/>
                </a:lnTo>
                <a:lnTo>
                  <a:pt x="1635252" y="187452"/>
                </a:lnTo>
                <a:close/>
              </a:path>
              <a:path w="2178050" h="411480">
                <a:moveTo>
                  <a:pt x="1653540" y="275844"/>
                </a:moveTo>
                <a:lnTo>
                  <a:pt x="1647444" y="269748"/>
                </a:lnTo>
                <a:lnTo>
                  <a:pt x="1629156" y="251460"/>
                </a:lnTo>
                <a:lnTo>
                  <a:pt x="1615440" y="266433"/>
                </a:lnTo>
                <a:lnTo>
                  <a:pt x="1615440" y="280416"/>
                </a:lnTo>
                <a:lnTo>
                  <a:pt x="1615440" y="362712"/>
                </a:lnTo>
                <a:lnTo>
                  <a:pt x="1446276" y="362712"/>
                </a:lnTo>
                <a:lnTo>
                  <a:pt x="1446276" y="280416"/>
                </a:lnTo>
                <a:lnTo>
                  <a:pt x="1615440" y="280416"/>
                </a:lnTo>
                <a:lnTo>
                  <a:pt x="1615440" y="266433"/>
                </a:lnTo>
                <a:lnTo>
                  <a:pt x="1612392" y="269748"/>
                </a:lnTo>
                <a:lnTo>
                  <a:pt x="1446276" y="269748"/>
                </a:lnTo>
                <a:lnTo>
                  <a:pt x="1420368" y="256032"/>
                </a:lnTo>
                <a:lnTo>
                  <a:pt x="1421244" y="274586"/>
                </a:lnTo>
                <a:lnTo>
                  <a:pt x="1421701" y="293560"/>
                </a:lnTo>
                <a:lnTo>
                  <a:pt x="1421866" y="312826"/>
                </a:lnTo>
                <a:lnTo>
                  <a:pt x="1421765" y="364236"/>
                </a:lnTo>
                <a:lnTo>
                  <a:pt x="1421663" y="373380"/>
                </a:lnTo>
                <a:lnTo>
                  <a:pt x="1421244" y="391820"/>
                </a:lnTo>
                <a:lnTo>
                  <a:pt x="1420368" y="411480"/>
                </a:lnTo>
                <a:lnTo>
                  <a:pt x="1446276" y="400812"/>
                </a:lnTo>
                <a:lnTo>
                  <a:pt x="1446276" y="373380"/>
                </a:lnTo>
                <a:lnTo>
                  <a:pt x="1615440" y="373380"/>
                </a:lnTo>
                <a:lnTo>
                  <a:pt x="1615440" y="411480"/>
                </a:lnTo>
                <a:lnTo>
                  <a:pt x="1641348" y="399288"/>
                </a:lnTo>
                <a:lnTo>
                  <a:pt x="1640459" y="390169"/>
                </a:lnTo>
                <a:lnTo>
                  <a:pt x="1640014" y="381190"/>
                </a:lnTo>
                <a:lnTo>
                  <a:pt x="1639862" y="373380"/>
                </a:lnTo>
                <a:lnTo>
                  <a:pt x="1639824" y="362712"/>
                </a:lnTo>
                <a:lnTo>
                  <a:pt x="1639824" y="286512"/>
                </a:lnTo>
                <a:lnTo>
                  <a:pt x="1647659" y="280416"/>
                </a:lnTo>
                <a:lnTo>
                  <a:pt x="1653540" y="275844"/>
                </a:lnTo>
                <a:close/>
              </a:path>
              <a:path w="2178050" h="411480">
                <a:moveTo>
                  <a:pt x="1735836" y="132588"/>
                </a:moveTo>
                <a:lnTo>
                  <a:pt x="1690116" y="124396"/>
                </a:lnTo>
                <a:lnTo>
                  <a:pt x="1639824" y="108204"/>
                </a:lnTo>
                <a:lnTo>
                  <a:pt x="1588579" y="78486"/>
                </a:lnTo>
                <a:lnTo>
                  <a:pt x="1546847" y="41148"/>
                </a:lnTo>
                <a:lnTo>
                  <a:pt x="1540764" y="35052"/>
                </a:lnTo>
                <a:lnTo>
                  <a:pt x="1557528" y="25908"/>
                </a:lnTo>
                <a:lnTo>
                  <a:pt x="1527048" y="1524"/>
                </a:lnTo>
                <a:lnTo>
                  <a:pt x="1492567" y="50673"/>
                </a:lnTo>
                <a:lnTo>
                  <a:pt x="1447800" y="97536"/>
                </a:lnTo>
                <a:lnTo>
                  <a:pt x="1391793" y="140779"/>
                </a:lnTo>
                <a:lnTo>
                  <a:pt x="1328928" y="178308"/>
                </a:lnTo>
                <a:lnTo>
                  <a:pt x="1330452" y="185928"/>
                </a:lnTo>
                <a:lnTo>
                  <a:pt x="1371409" y="167640"/>
                </a:lnTo>
                <a:lnTo>
                  <a:pt x="1420368" y="140208"/>
                </a:lnTo>
                <a:lnTo>
                  <a:pt x="1475232" y="100393"/>
                </a:lnTo>
                <a:lnTo>
                  <a:pt x="1504378" y="73139"/>
                </a:lnTo>
                <a:lnTo>
                  <a:pt x="1534668" y="41148"/>
                </a:lnTo>
                <a:lnTo>
                  <a:pt x="1548066" y="58280"/>
                </a:lnTo>
                <a:lnTo>
                  <a:pt x="1579448" y="91948"/>
                </a:lnTo>
                <a:lnTo>
                  <a:pt x="1618272" y="122758"/>
                </a:lnTo>
                <a:lnTo>
                  <a:pt x="1670227" y="149567"/>
                </a:lnTo>
                <a:lnTo>
                  <a:pt x="1700784" y="161544"/>
                </a:lnTo>
                <a:lnTo>
                  <a:pt x="1706473" y="152171"/>
                </a:lnTo>
                <a:lnTo>
                  <a:pt x="1714309" y="144780"/>
                </a:lnTo>
                <a:lnTo>
                  <a:pt x="1724139" y="139687"/>
                </a:lnTo>
                <a:lnTo>
                  <a:pt x="1735836" y="137160"/>
                </a:lnTo>
                <a:lnTo>
                  <a:pt x="1735836" y="132588"/>
                </a:lnTo>
                <a:close/>
              </a:path>
              <a:path w="2178050" h="411480">
                <a:moveTo>
                  <a:pt x="2177796" y="83820"/>
                </a:moveTo>
                <a:lnTo>
                  <a:pt x="2138172" y="42672"/>
                </a:lnTo>
                <a:lnTo>
                  <a:pt x="2109216" y="73152"/>
                </a:lnTo>
                <a:lnTo>
                  <a:pt x="1961388" y="73152"/>
                </a:lnTo>
                <a:lnTo>
                  <a:pt x="1965972" y="64579"/>
                </a:lnTo>
                <a:lnTo>
                  <a:pt x="1970722" y="54864"/>
                </a:lnTo>
                <a:lnTo>
                  <a:pt x="1975739" y="44005"/>
                </a:lnTo>
                <a:lnTo>
                  <a:pt x="1981200" y="32004"/>
                </a:lnTo>
                <a:lnTo>
                  <a:pt x="1999488" y="25908"/>
                </a:lnTo>
                <a:lnTo>
                  <a:pt x="1955292" y="1524"/>
                </a:lnTo>
                <a:lnTo>
                  <a:pt x="1952117" y="16370"/>
                </a:lnTo>
                <a:lnTo>
                  <a:pt x="1947100" y="33337"/>
                </a:lnTo>
                <a:lnTo>
                  <a:pt x="1940064" y="52324"/>
                </a:lnTo>
                <a:lnTo>
                  <a:pt x="1930908" y="73152"/>
                </a:lnTo>
                <a:lnTo>
                  <a:pt x="1775460" y="73152"/>
                </a:lnTo>
                <a:lnTo>
                  <a:pt x="1790700" y="88392"/>
                </a:lnTo>
                <a:lnTo>
                  <a:pt x="1800123" y="86398"/>
                </a:lnTo>
                <a:lnTo>
                  <a:pt x="1810131" y="84963"/>
                </a:lnTo>
                <a:lnTo>
                  <a:pt x="1820697" y="84112"/>
                </a:lnTo>
                <a:lnTo>
                  <a:pt x="1831848" y="83820"/>
                </a:lnTo>
                <a:lnTo>
                  <a:pt x="1927860" y="83820"/>
                </a:lnTo>
                <a:lnTo>
                  <a:pt x="1894141" y="140779"/>
                </a:lnTo>
                <a:lnTo>
                  <a:pt x="1859280" y="187452"/>
                </a:lnTo>
                <a:lnTo>
                  <a:pt x="1820227" y="226885"/>
                </a:lnTo>
                <a:lnTo>
                  <a:pt x="1775460" y="265176"/>
                </a:lnTo>
                <a:lnTo>
                  <a:pt x="1780032" y="271272"/>
                </a:lnTo>
                <a:lnTo>
                  <a:pt x="1808048" y="252984"/>
                </a:lnTo>
                <a:lnTo>
                  <a:pt x="1835086" y="232410"/>
                </a:lnTo>
                <a:lnTo>
                  <a:pt x="1861248" y="209550"/>
                </a:lnTo>
                <a:lnTo>
                  <a:pt x="1886712" y="184404"/>
                </a:lnTo>
                <a:lnTo>
                  <a:pt x="1886445" y="272161"/>
                </a:lnTo>
                <a:lnTo>
                  <a:pt x="1885759" y="338899"/>
                </a:lnTo>
                <a:lnTo>
                  <a:pt x="1884781" y="384797"/>
                </a:lnTo>
                <a:lnTo>
                  <a:pt x="1883664" y="409956"/>
                </a:lnTo>
                <a:lnTo>
                  <a:pt x="1911096" y="394716"/>
                </a:lnTo>
                <a:lnTo>
                  <a:pt x="1911096" y="295656"/>
                </a:lnTo>
                <a:lnTo>
                  <a:pt x="2071116" y="295656"/>
                </a:lnTo>
                <a:lnTo>
                  <a:pt x="2071116" y="367284"/>
                </a:lnTo>
                <a:lnTo>
                  <a:pt x="2065020" y="371856"/>
                </a:lnTo>
                <a:lnTo>
                  <a:pt x="2023910" y="369290"/>
                </a:lnTo>
                <a:lnTo>
                  <a:pt x="2010156" y="367284"/>
                </a:lnTo>
                <a:lnTo>
                  <a:pt x="2010156" y="374904"/>
                </a:lnTo>
                <a:lnTo>
                  <a:pt x="2031009" y="382320"/>
                </a:lnTo>
                <a:lnTo>
                  <a:pt x="2045589" y="390715"/>
                </a:lnTo>
                <a:lnTo>
                  <a:pt x="2053869" y="399986"/>
                </a:lnTo>
                <a:lnTo>
                  <a:pt x="2055876" y="409956"/>
                </a:lnTo>
                <a:lnTo>
                  <a:pt x="2072995" y="402247"/>
                </a:lnTo>
                <a:lnTo>
                  <a:pt x="2085403" y="392811"/>
                </a:lnTo>
                <a:lnTo>
                  <a:pt x="2092947" y="381673"/>
                </a:lnTo>
                <a:lnTo>
                  <a:pt x="2094890" y="371856"/>
                </a:lnTo>
                <a:lnTo>
                  <a:pt x="2095398" y="369290"/>
                </a:lnTo>
                <a:lnTo>
                  <a:pt x="2095500" y="295656"/>
                </a:lnTo>
                <a:lnTo>
                  <a:pt x="2095500" y="284988"/>
                </a:lnTo>
                <a:lnTo>
                  <a:pt x="2095500" y="227076"/>
                </a:lnTo>
                <a:lnTo>
                  <a:pt x="2095500" y="216408"/>
                </a:lnTo>
                <a:lnTo>
                  <a:pt x="2095500" y="163068"/>
                </a:lnTo>
                <a:lnTo>
                  <a:pt x="2103120" y="156972"/>
                </a:lnTo>
                <a:lnTo>
                  <a:pt x="2110740" y="150876"/>
                </a:lnTo>
                <a:lnTo>
                  <a:pt x="2104644" y="146304"/>
                </a:lnTo>
                <a:lnTo>
                  <a:pt x="2080260" y="128016"/>
                </a:lnTo>
                <a:lnTo>
                  <a:pt x="2071116" y="140208"/>
                </a:lnTo>
                <a:lnTo>
                  <a:pt x="2071116" y="156972"/>
                </a:lnTo>
                <a:lnTo>
                  <a:pt x="2071116" y="216408"/>
                </a:lnTo>
                <a:lnTo>
                  <a:pt x="2071116" y="227076"/>
                </a:lnTo>
                <a:lnTo>
                  <a:pt x="2071116" y="284988"/>
                </a:lnTo>
                <a:lnTo>
                  <a:pt x="1911096" y="284988"/>
                </a:lnTo>
                <a:lnTo>
                  <a:pt x="1911096" y="227076"/>
                </a:lnTo>
                <a:lnTo>
                  <a:pt x="2071116" y="227076"/>
                </a:lnTo>
                <a:lnTo>
                  <a:pt x="2071116" y="216408"/>
                </a:lnTo>
                <a:lnTo>
                  <a:pt x="1911096" y="216408"/>
                </a:lnTo>
                <a:lnTo>
                  <a:pt x="1911096" y="184404"/>
                </a:lnTo>
                <a:lnTo>
                  <a:pt x="1911096" y="156972"/>
                </a:lnTo>
                <a:lnTo>
                  <a:pt x="2071116" y="156972"/>
                </a:lnTo>
                <a:lnTo>
                  <a:pt x="2071116" y="140208"/>
                </a:lnTo>
                <a:lnTo>
                  <a:pt x="2066544" y="146304"/>
                </a:lnTo>
                <a:lnTo>
                  <a:pt x="1917192" y="146304"/>
                </a:lnTo>
                <a:lnTo>
                  <a:pt x="1927453" y="131406"/>
                </a:lnTo>
                <a:lnTo>
                  <a:pt x="1937575" y="116205"/>
                </a:lnTo>
                <a:lnTo>
                  <a:pt x="1947405" y="100444"/>
                </a:lnTo>
                <a:lnTo>
                  <a:pt x="1956816" y="83820"/>
                </a:lnTo>
                <a:lnTo>
                  <a:pt x="2177796" y="838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" name="object 25"/>
          <p:cNvSpPr/>
          <p:nvPr/>
        </p:nvSpPr>
        <p:spPr>
          <a:xfrm>
            <a:off x="6141720" y="2383535"/>
            <a:ext cx="841375" cy="405765"/>
          </a:xfrm>
          <a:custGeom>
            <a:avLst/>
            <a:gdLst/>
            <a:ahLst/>
            <a:cxnLst/>
            <a:rect l="l" t="t" r="r" b="b"/>
            <a:pathLst>
              <a:path w="841375" h="405764">
                <a:moveTo>
                  <a:pt x="385572" y="257556"/>
                </a:moveTo>
                <a:lnTo>
                  <a:pt x="362902" y="217792"/>
                </a:lnTo>
                <a:lnTo>
                  <a:pt x="301180" y="173126"/>
                </a:lnTo>
                <a:lnTo>
                  <a:pt x="251460" y="140208"/>
                </a:lnTo>
                <a:lnTo>
                  <a:pt x="246888" y="144780"/>
                </a:lnTo>
                <a:lnTo>
                  <a:pt x="284937" y="179959"/>
                </a:lnTo>
                <a:lnTo>
                  <a:pt x="314706" y="210121"/>
                </a:lnTo>
                <a:lnTo>
                  <a:pt x="336461" y="235445"/>
                </a:lnTo>
                <a:lnTo>
                  <a:pt x="350520" y="256032"/>
                </a:lnTo>
                <a:lnTo>
                  <a:pt x="357708" y="268033"/>
                </a:lnTo>
                <a:lnTo>
                  <a:pt x="363474" y="276606"/>
                </a:lnTo>
                <a:lnTo>
                  <a:pt x="368084" y="281749"/>
                </a:lnTo>
                <a:lnTo>
                  <a:pt x="371856" y="283464"/>
                </a:lnTo>
                <a:lnTo>
                  <a:pt x="374904" y="283464"/>
                </a:lnTo>
                <a:lnTo>
                  <a:pt x="377952" y="280416"/>
                </a:lnTo>
                <a:lnTo>
                  <a:pt x="384048" y="268224"/>
                </a:lnTo>
                <a:lnTo>
                  <a:pt x="385572" y="262128"/>
                </a:lnTo>
                <a:lnTo>
                  <a:pt x="385572" y="257556"/>
                </a:lnTo>
                <a:close/>
              </a:path>
              <a:path w="841375" h="405764">
                <a:moveTo>
                  <a:pt x="396240" y="41148"/>
                </a:moveTo>
                <a:lnTo>
                  <a:pt x="359664" y="4572"/>
                </a:lnTo>
                <a:lnTo>
                  <a:pt x="333756" y="30480"/>
                </a:lnTo>
                <a:lnTo>
                  <a:pt x="3048" y="30480"/>
                </a:lnTo>
                <a:lnTo>
                  <a:pt x="18288" y="45720"/>
                </a:lnTo>
                <a:lnTo>
                  <a:pt x="28587" y="43726"/>
                </a:lnTo>
                <a:lnTo>
                  <a:pt x="39052" y="42291"/>
                </a:lnTo>
                <a:lnTo>
                  <a:pt x="49784" y="41440"/>
                </a:lnTo>
                <a:lnTo>
                  <a:pt x="60960" y="41148"/>
                </a:lnTo>
                <a:lnTo>
                  <a:pt x="196596" y="41148"/>
                </a:lnTo>
                <a:lnTo>
                  <a:pt x="178511" y="82042"/>
                </a:lnTo>
                <a:lnTo>
                  <a:pt x="158305" y="120205"/>
                </a:lnTo>
                <a:lnTo>
                  <a:pt x="135509" y="155816"/>
                </a:lnTo>
                <a:lnTo>
                  <a:pt x="109728" y="188976"/>
                </a:lnTo>
                <a:lnTo>
                  <a:pt x="83146" y="219557"/>
                </a:lnTo>
                <a:lnTo>
                  <a:pt x="56007" y="247269"/>
                </a:lnTo>
                <a:lnTo>
                  <a:pt x="0" y="294132"/>
                </a:lnTo>
                <a:lnTo>
                  <a:pt x="3048" y="301752"/>
                </a:lnTo>
                <a:lnTo>
                  <a:pt x="46189" y="274345"/>
                </a:lnTo>
                <a:lnTo>
                  <a:pt x="85966" y="243433"/>
                </a:lnTo>
                <a:lnTo>
                  <a:pt x="122313" y="209143"/>
                </a:lnTo>
                <a:lnTo>
                  <a:pt x="155143" y="171640"/>
                </a:lnTo>
                <a:lnTo>
                  <a:pt x="184404" y="131064"/>
                </a:lnTo>
                <a:lnTo>
                  <a:pt x="184302" y="294132"/>
                </a:lnTo>
                <a:lnTo>
                  <a:pt x="184162" y="309499"/>
                </a:lnTo>
                <a:lnTo>
                  <a:pt x="183756" y="331165"/>
                </a:lnTo>
                <a:lnTo>
                  <a:pt x="183108" y="367271"/>
                </a:lnTo>
                <a:lnTo>
                  <a:pt x="182880" y="399288"/>
                </a:lnTo>
                <a:lnTo>
                  <a:pt x="211836" y="387096"/>
                </a:lnTo>
                <a:lnTo>
                  <a:pt x="210947" y="371690"/>
                </a:lnTo>
                <a:lnTo>
                  <a:pt x="210502" y="352996"/>
                </a:lnTo>
                <a:lnTo>
                  <a:pt x="210375" y="337375"/>
                </a:lnTo>
                <a:lnTo>
                  <a:pt x="210312" y="140208"/>
                </a:lnTo>
                <a:lnTo>
                  <a:pt x="221742" y="131064"/>
                </a:lnTo>
                <a:lnTo>
                  <a:pt x="225552" y="128016"/>
                </a:lnTo>
                <a:lnTo>
                  <a:pt x="196596" y="109728"/>
                </a:lnTo>
                <a:lnTo>
                  <a:pt x="205714" y="90868"/>
                </a:lnTo>
                <a:lnTo>
                  <a:pt x="214693" y="73152"/>
                </a:lnTo>
                <a:lnTo>
                  <a:pt x="223380" y="56578"/>
                </a:lnTo>
                <a:lnTo>
                  <a:pt x="231648" y="41148"/>
                </a:lnTo>
                <a:lnTo>
                  <a:pt x="396240" y="41148"/>
                </a:lnTo>
                <a:close/>
              </a:path>
              <a:path w="841375" h="405764">
                <a:moveTo>
                  <a:pt x="611111" y="138684"/>
                </a:moveTo>
                <a:lnTo>
                  <a:pt x="582168" y="106680"/>
                </a:lnTo>
                <a:lnTo>
                  <a:pt x="560832" y="128016"/>
                </a:lnTo>
                <a:lnTo>
                  <a:pt x="547116" y="128016"/>
                </a:lnTo>
                <a:lnTo>
                  <a:pt x="547116" y="48768"/>
                </a:lnTo>
                <a:lnTo>
                  <a:pt x="547116" y="45720"/>
                </a:lnTo>
                <a:lnTo>
                  <a:pt x="565404" y="41706"/>
                </a:lnTo>
                <a:lnTo>
                  <a:pt x="581406" y="38671"/>
                </a:lnTo>
                <a:lnTo>
                  <a:pt x="595122" y="36512"/>
                </a:lnTo>
                <a:lnTo>
                  <a:pt x="606552" y="35052"/>
                </a:lnTo>
                <a:lnTo>
                  <a:pt x="580644" y="7620"/>
                </a:lnTo>
                <a:lnTo>
                  <a:pt x="538632" y="29908"/>
                </a:lnTo>
                <a:lnTo>
                  <a:pt x="484822" y="45339"/>
                </a:lnTo>
                <a:lnTo>
                  <a:pt x="449580" y="53340"/>
                </a:lnTo>
                <a:lnTo>
                  <a:pt x="451104" y="59436"/>
                </a:lnTo>
                <a:lnTo>
                  <a:pt x="487680" y="54673"/>
                </a:lnTo>
                <a:lnTo>
                  <a:pt x="505968" y="51943"/>
                </a:lnTo>
                <a:lnTo>
                  <a:pt x="524256" y="48768"/>
                </a:lnTo>
                <a:lnTo>
                  <a:pt x="524256" y="128016"/>
                </a:lnTo>
                <a:lnTo>
                  <a:pt x="443471" y="128016"/>
                </a:lnTo>
                <a:lnTo>
                  <a:pt x="458724" y="143256"/>
                </a:lnTo>
                <a:lnTo>
                  <a:pt x="468363" y="141262"/>
                </a:lnTo>
                <a:lnTo>
                  <a:pt x="478726" y="139827"/>
                </a:lnTo>
                <a:lnTo>
                  <a:pt x="489369" y="138976"/>
                </a:lnTo>
                <a:lnTo>
                  <a:pt x="499872" y="138684"/>
                </a:lnTo>
                <a:lnTo>
                  <a:pt x="522732" y="138684"/>
                </a:lnTo>
                <a:lnTo>
                  <a:pt x="510349" y="181165"/>
                </a:lnTo>
                <a:lnTo>
                  <a:pt x="492252" y="227076"/>
                </a:lnTo>
                <a:lnTo>
                  <a:pt x="469011" y="273558"/>
                </a:lnTo>
                <a:lnTo>
                  <a:pt x="438899" y="320040"/>
                </a:lnTo>
                <a:lnTo>
                  <a:pt x="444995" y="324612"/>
                </a:lnTo>
                <a:lnTo>
                  <a:pt x="468744" y="298323"/>
                </a:lnTo>
                <a:lnTo>
                  <a:pt x="489775" y="269748"/>
                </a:lnTo>
                <a:lnTo>
                  <a:pt x="508228" y="238887"/>
                </a:lnTo>
                <a:lnTo>
                  <a:pt x="524256" y="205740"/>
                </a:lnTo>
                <a:lnTo>
                  <a:pt x="524129" y="303466"/>
                </a:lnTo>
                <a:lnTo>
                  <a:pt x="524002" y="330708"/>
                </a:lnTo>
                <a:lnTo>
                  <a:pt x="523608" y="369697"/>
                </a:lnTo>
                <a:lnTo>
                  <a:pt x="522732" y="405384"/>
                </a:lnTo>
                <a:lnTo>
                  <a:pt x="548640" y="391668"/>
                </a:lnTo>
                <a:lnTo>
                  <a:pt x="548436" y="369697"/>
                </a:lnTo>
                <a:lnTo>
                  <a:pt x="547878" y="321564"/>
                </a:lnTo>
                <a:lnTo>
                  <a:pt x="547420" y="269748"/>
                </a:lnTo>
                <a:lnTo>
                  <a:pt x="547306" y="245364"/>
                </a:lnTo>
                <a:lnTo>
                  <a:pt x="547179" y="205740"/>
                </a:lnTo>
                <a:lnTo>
                  <a:pt x="547116" y="182880"/>
                </a:lnTo>
                <a:lnTo>
                  <a:pt x="556590" y="193725"/>
                </a:lnTo>
                <a:lnTo>
                  <a:pt x="564642" y="205549"/>
                </a:lnTo>
                <a:lnTo>
                  <a:pt x="571538" y="218249"/>
                </a:lnTo>
                <a:lnTo>
                  <a:pt x="577596" y="231648"/>
                </a:lnTo>
                <a:lnTo>
                  <a:pt x="582168" y="243840"/>
                </a:lnTo>
                <a:lnTo>
                  <a:pt x="585216" y="249936"/>
                </a:lnTo>
                <a:lnTo>
                  <a:pt x="591312" y="249936"/>
                </a:lnTo>
                <a:lnTo>
                  <a:pt x="594360" y="245364"/>
                </a:lnTo>
                <a:lnTo>
                  <a:pt x="600456" y="233172"/>
                </a:lnTo>
                <a:lnTo>
                  <a:pt x="601980" y="227076"/>
                </a:lnTo>
                <a:lnTo>
                  <a:pt x="601980" y="220980"/>
                </a:lnTo>
                <a:lnTo>
                  <a:pt x="576897" y="190004"/>
                </a:lnTo>
                <a:lnTo>
                  <a:pt x="566267" y="182880"/>
                </a:lnTo>
                <a:lnTo>
                  <a:pt x="557987" y="177952"/>
                </a:lnTo>
                <a:lnTo>
                  <a:pt x="547116" y="172212"/>
                </a:lnTo>
                <a:lnTo>
                  <a:pt x="547116" y="138684"/>
                </a:lnTo>
                <a:lnTo>
                  <a:pt x="611111" y="138684"/>
                </a:lnTo>
                <a:close/>
              </a:path>
              <a:path w="841375" h="405764">
                <a:moveTo>
                  <a:pt x="615696" y="294132"/>
                </a:moveTo>
                <a:lnTo>
                  <a:pt x="608063" y="294132"/>
                </a:lnTo>
                <a:lnTo>
                  <a:pt x="603211" y="310997"/>
                </a:lnTo>
                <a:lnTo>
                  <a:pt x="597789" y="324993"/>
                </a:lnTo>
                <a:lnTo>
                  <a:pt x="591781" y="336143"/>
                </a:lnTo>
                <a:lnTo>
                  <a:pt x="585216" y="344424"/>
                </a:lnTo>
                <a:lnTo>
                  <a:pt x="579120" y="352044"/>
                </a:lnTo>
                <a:lnTo>
                  <a:pt x="574548" y="356616"/>
                </a:lnTo>
                <a:lnTo>
                  <a:pt x="574548" y="362712"/>
                </a:lnTo>
                <a:lnTo>
                  <a:pt x="576072" y="364236"/>
                </a:lnTo>
                <a:lnTo>
                  <a:pt x="579120" y="365760"/>
                </a:lnTo>
                <a:lnTo>
                  <a:pt x="580644" y="367284"/>
                </a:lnTo>
                <a:lnTo>
                  <a:pt x="597408" y="367284"/>
                </a:lnTo>
                <a:lnTo>
                  <a:pt x="601980" y="365760"/>
                </a:lnTo>
                <a:lnTo>
                  <a:pt x="608063" y="364236"/>
                </a:lnTo>
                <a:lnTo>
                  <a:pt x="615581" y="320040"/>
                </a:lnTo>
                <a:lnTo>
                  <a:pt x="615696" y="294132"/>
                </a:lnTo>
                <a:close/>
              </a:path>
              <a:path w="841375" h="405764">
                <a:moveTo>
                  <a:pt x="733044" y="291084"/>
                </a:moveTo>
                <a:lnTo>
                  <a:pt x="702957" y="259638"/>
                </a:lnTo>
                <a:lnTo>
                  <a:pt x="687311" y="249936"/>
                </a:lnTo>
                <a:lnTo>
                  <a:pt x="682752" y="252984"/>
                </a:lnTo>
                <a:lnTo>
                  <a:pt x="692175" y="267271"/>
                </a:lnTo>
                <a:lnTo>
                  <a:pt x="699897" y="280416"/>
                </a:lnTo>
                <a:lnTo>
                  <a:pt x="705891" y="292417"/>
                </a:lnTo>
                <a:lnTo>
                  <a:pt x="710184" y="303276"/>
                </a:lnTo>
                <a:lnTo>
                  <a:pt x="713232" y="312420"/>
                </a:lnTo>
                <a:lnTo>
                  <a:pt x="716280" y="316992"/>
                </a:lnTo>
                <a:lnTo>
                  <a:pt x="720852" y="316992"/>
                </a:lnTo>
                <a:lnTo>
                  <a:pt x="723887" y="313944"/>
                </a:lnTo>
                <a:lnTo>
                  <a:pt x="726948" y="307848"/>
                </a:lnTo>
                <a:lnTo>
                  <a:pt x="731520" y="303276"/>
                </a:lnTo>
                <a:lnTo>
                  <a:pt x="733044" y="297180"/>
                </a:lnTo>
                <a:lnTo>
                  <a:pt x="733044" y="291084"/>
                </a:lnTo>
                <a:close/>
              </a:path>
              <a:path w="841375" h="405764">
                <a:moveTo>
                  <a:pt x="794004" y="364236"/>
                </a:moveTo>
                <a:lnTo>
                  <a:pt x="775906" y="327660"/>
                </a:lnTo>
                <a:lnTo>
                  <a:pt x="775716" y="306324"/>
                </a:lnTo>
                <a:lnTo>
                  <a:pt x="768083" y="306324"/>
                </a:lnTo>
                <a:lnTo>
                  <a:pt x="763511" y="344424"/>
                </a:lnTo>
                <a:lnTo>
                  <a:pt x="745236" y="367284"/>
                </a:lnTo>
                <a:lnTo>
                  <a:pt x="696468" y="367284"/>
                </a:lnTo>
                <a:lnTo>
                  <a:pt x="685342" y="366737"/>
                </a:lnTo>
                <a:lnTo>
                  <a:pt x="677227" y="362902"/>
                </a:lnTo>
                <a:lnTo>
                  <a:pt x="672249" y="355930"/>
                </a:lnTo>
                <a:lnTo>
                  <a:pt x="670560" y="345948"/>
                </a:lnTo>
                <a:lnTo>
                  <a:pt x="670560" y="304800"/>
                </a:lnTo>
                <a:lnTo>
                  <a:pt x="682752" y="294132"/>
                </a:lnTo>
                <a:lnTo>
                  <a:pt x="646163" y="278892"/>
                </a:lnTo>
                <a:lnTo>
                  <a:pt x="647052" y="296608"/>
                </a:lnTo>
                <a:lnTo>
                  <a:pt x="647433" y="312420"/>
                </a:lnTo>
                <a:lnTo>
                  <a:pt x="647547" y="321564"/>
                </a:lnTo>
                <a:lnTo>
                  <a:pt x="647674" y="344424"/>
                </a:lnTo>
                <a:lnTo>
                  <a:pt x="647776" y="357187"/>
                </a:lnTo>
                <a:lnTo>
                  <a:pt x="649668" y="369531"/>
                </a:lnTo>
                <a:lnTo>
                  <a:pt x="655510" y="378714"/>
                </a:lnTo>
                <a:lnTo>
                  <a:pt x="665048" y="384479"/>
                </a:lnTo>
                <a:lnTo>
                  <a:pt x="678180" y="387096"/>
                </a:lnTo>
                <a:lnTo>
                  <a:pt x="752856" y="387096"/>
                </a:lnTo>
                <a:lnTo>
                  <a:pt x="767422" y="386524"/>
                </a:lnTo>
                <a:lnTo>
                  <a:pt x="779145" y="382524"/>
                </a:lnTo>
                <a:lnTo>
                  <a:pt x="787996" y="375094"/>
                </a:lnTo>
                <a:lnTo>
                  <a:pt x="792314" y="367284"/>
                </a:lnTo>
                <a:lnTo>
                  <a:pt x="794004" y="364236"/>
                </a:lnTo>
                <a:close/>
              </a:path>
              <a:path w="841375" h="405764">
                <a:moveTo>
                  <a:pt x="824484" y="129540"/>
                </a:moveTo>
                <a:lnTo>
                  <a:pt x="795528" y="108204"/>
                </a:lnTo>
                <a:lnTo>
                  <a:pt x="783336" y="126492"/>
                </a:lnTo>
                <a:lnTo>
                  <a:pt x="719328" y="126492"/>
                </a:lnTo>
                <a:lnTo>
                  <a:pt x="749325" y="87922"/>
                </a:lnTo>
                <a:lnTo>
                  <a:pt x="783336" y="62484"/>
                </a:lnTo>
                <a:lnTo>
                  <a:pt x="775258" y="54864"/>
                </a:lnTo>
                <a:lnTo>
                  <a:pt x="755904" y="36576"/>
                </a:lnTo>
                <a:lnTo>
                  <a:pt x="740651" y="54864"/>
                </a:lnTo>
                <a:lnTo>
                  <a:pt x="672084" y="54864"/>
                </a:lnTo>
                <a:lnTo>
                  <a:pt x="681837" y="42341"/>
                </a:lnTo>
                <a:lnTo>
                  <a:pt x="690753" y="32385"/>
                </a:lnTo>
                <a:lnTo>
                  <a:pt x="699084" y="25298"/>
                </a:lnTo>
                <a:lnTo>
                  <a:pt x="707136" y="21336"/>
                </a:lnTo>
                <a:lnTo>
                  <a:pt x="675132" y="0"/>
                </a:lnTo>
                <a:lnTo>
                  <a:pt x="655624" y="45224"/>
                </a:lnTo>
                <a:lnTo>
                  <a:pt x="627126" y="90678"/>
                </a:lnTo>
                <a:lnTo>
                  <a:pt x="608063" y="115824"/>
                </a:lnTo>
                <a:lnTo>
                  <a:pt x="614172" y="118872"/>
                </a:lnTo>
                <a:lnTo>
                  <a:pt x="627862" y="106895"/>
                </a:lnTo>
                <a:lnTo>
                  <a:pt x="641413" y="93916"/>
                </a:lnTo>
                <a:lnTo>
                  <a:pt x="654672" y="80086"/>
                </a:lnTo>
                <a:lnTo>
                  <a:pt x="667499" y="65532"/>
                </a:lnTo>
                <a:lnTo>
                  <a:pt x="742175" y="65532"/>
                </a:lnTo>
                <a:lnTo>
                  <a:pt x="708660" y="126492"/>
                </a:lnTo>
                <a:lnTo>
                  <a:pt x="614172" y="126492"/>
                </a:lnTo>
                <a:lnTo>
                  <a:pt x="629399" y="141732"/>
                </a:lnTo>
                <a:lnTo>
                  <a:pt x="638835" y="139496"/>
                </a:lnTo>
                <a:lnTo>
                  <a:pt x="648843" y="137541"/>
                </a:lnTo>
                <a:lnTo>
                  <a:pt x="659409" y="136169"/>
                </a:lnTo>
                <a:lnTo>
                  <a:pt x="670560" y="135636"/>
                </a:lnTo>
                <a:lnTo>
                  <a:pt x="787908" y="135636"/>
                </a:lnTo>
                <a:lnTo>
                  <a:pt x="787908" y="178308"/>
                </a:lnTo>
                <a:lnTo>
                  <a:pt x="630936" y="178308"/>
                </a:lnTo>
                <a:lnTo>
                  <a:pt x="646163" y="193548"/>
                </a:lnTo>
                <a:lnTo>
                  <a:pt x="656475" y="191554"/>
                </a:lnTo>
                <a:lnTo>
                  <a:pt x="666940" y="190119"/>
                </a:lnTo>
                <a:lnTo>
                  <a:pt x="677672" y="189268"/>
                </a:lnTo>
                <a:lnTo>
                  <a:pt x="688848" y="188976"/>
                </a:lnTo>
                <a:lnTo>
                  <a:pt x="787908" y="188976"/>
                </a:lnTo>
                <a:lnTo>
                  <a:pt x="787908" y="228600"/>
                </a:lnTo>
                <a:lnTo>
                  <a:pt x="614172" y="228600"/>
                </a:lnTo>
                <a:lnTo>
                  <a:pt x="629399" y="243840"/>
                </a:lnTo>
                <a:lnTo>
                  <a:pt x="638835" y="241846"/>
                </a:lnTo>
                <a:lnTo>
                  <a:pt x="648843" y="240411"/>
                </a:lnTo>
                <a:lnTo>
                  <a:pt x="659409" y="239560"/>
                </a:lnTo>
                <a:lnTo>
                  <a:pt x="670560" y="239268"/>
                </a:lnTo>
                <a:lnTo>
                  <a:pt x="787908" y="239268"/>
                </a:lnTo>
                <a:lnTo>
                  <a:pt x="787908" y="262128"/>
                </a:lnTo>
                <a:lnTo>
                  <a:pt x="812292" y="251460"/>
                </a:lnTo>
                <a:lnTo>
                  <a:pt x="810920" y="208788"/>
                </a:lnTo>
                <a:lnTo>
                  <a:pt x="810755" y="141732"/>
                </a:lnTo>
                <a:lnTo>
                  <a:pt x="817626" y="135636"/>
                </a:lnTo>
                <a:lnTo>
                  <a:pt x="824484" y="129540"/>
                </a:lnTo>
                <a:close/>
              </a:path>
              <a:path w="841375" h="405764">
                <a:moveTo>
                  <a:pt x="841248" y="341376"/>
                </a:moveTo>
                <a:lnTo>
                  <a:pt x="840359" y="335432"/>
                </a:lnTo>
                <a:lnTo>
                  <a:pt x="837628" y="329184"/>
                </a:lnTo>
                <a:lnTo>
                  <a:pt x="832878" y="322948"/>
                </a:lnTo>
                <a:lnTo>
                  <a:pt x="826008" y="316992"/>
                </a:lnTo>
                <a:lnTo>
                  <a:pt x="818337" y="310159"/>
                </a:lnTo>
                <a:lnTo>
                  <a:pt x="809244" y="303466"/>
                </a:lnTo>
                <a:lnTo>
                  <a:pt x="798995" y="297065"/>
                </a:lnTo>
                <a:lnTo>
                  <a:pt x="787908" y="291084"/>
                </a:lnTo>
                <a:lnTo>
                  <a:pt x="783336" y="294132"/>
                </a:lnTo>
                <a:lnTo>
                  <a:pt x="791641" y="304990"/>
                </a:lnTo>
                <a:lnTo>
                  <a:pt x="798385" y="314706"/>
                </a:lnTo>
                <a:lnTo>
                  <a:pt x="817359" y="351282"/>
                </a:lnTo>
                <a:lnTo>
                  <a:pt x="819912" y="358140"/>
                </a:lnTo>
                <a:lnTo>
                  <a:pt x="824484" y="367284"/>
                </a:lnTo>
                <a:lnTo>
                  <a:pt x="829056" y="367284"/>
                </a:lnTo>
                <a:lnTo>
                  <a:pt x="830580" y="364236"/>
                </a:lnTo>
                <a:lnTo>
                  <a:pt x="839724" y="352044"/>
                </a:lnTo>
                <a:lnTo>
                  <a:pt x="841248" y="345948"/>
                </a:lnTo>
                <a:lnTo>
                  <a:pt x="841248" y="34137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" name="object 26"/>
          <p:cNvSpPr/>
          <p:nvPr/>
        </p:nvSpPr>
        <p:spPr>
          <a:xfrm>
            <a:off x="7034783" y="2382012"/>
            <a:ext cx="388620" cy="405765"/>
          </a:xfrm>
          <a:custGeom>
            <a:avLst/>
            <a:gdLst/>
            <a:ahLst/>
            <a:cxnLst/>
            <a:rect l="l" t="t" r="r" b="b"/>
            <a:pathLst>
              <a:path w="388620" h="405764">
                <a:moveTo>
                  <a:pt x="199644" y="71628"/>
                </a:moveTo>
                <a:lnTo>
                  <a:pt x="193548" y="71628"/>
                </a:lnTo>
                <a:lnTo>
                  <a:pt x="190500" y="67056"/>
                </a:lnTo>
                <a:lnTo>
                  <a:pt x="188976" y="56388"/>
                </a:lnTo>
                <a:lnTo>
                  <a:pt x="185547" y="44648"/>
                </a:lnTo>
                <a:lnTo>
                  <a:pt x="179832" y="32194"/>
                </a:lnTo>
                <a:lnTo>
                  <a:pt x="171831" y="18883"/>
                </a:lnTo>
                <a:lnTo>
                  <a:pt x="161544" y="4572"/>
                </a:lnTo>
                <a:lnTo>
                  <a:pt x="166116" y="0"/>
                </a:lnTo>
                <a:lnTo>
                  <a:pt x="201263" y="22288"/>
                </a:lnTo>
                <a:lnTo>
                  <a:pt x="216408" y="39624"/>
                </a:lnTo>
                <a:lnTo>
                  <a:pt x="216408" y="51816"/>
                </a:lnTo>
                <a:lnTo>
                  <a:pt x="213360" y="56388"/>
                </a:lnTo>
                <a:lnTo>
                  <a:pt x="207264" y="62484"/>
                </a:lnTo>
                <a:lnTo>
                  <a:pt x="202692" y="68580"/>
                </a:lnTo>
                <a:lnTo>
                  <a:pt x="199644" y="71628"/>
                </a:lnTo>
                <a:close/>
              </a:path>
              <a:path w="388620" h="405764">
                <a:moveTo>
                  <a:pt x="36576" y="140208"/>
                </a:moveTo>
                <a:lnTo>
                  <a:pt x="28956" y="140208"/>
                </a:lnTo>
                <a:lnTo>
                  <a:pt x="24384" y="138684"/>
                </a:lnTo>
                <a:lnTo>
                  <a:pt x="19812" y="135636"/>
                </a:lnTo>
                <a:lnTo>
                  <a:pt x="13716" y="129540"/>
                </a:lnTo>
                <a:lnTo>
                  <a:pt x="13716" y="124968"/>
                </a:lnTo>
                <a:lnTo>
                  <a:pt x="18288" y="117348"/>
                </a:lnTo>
                <a:lnTo>
                  <a:pt x="27432" y="109728"/>
                </a:lnTo>
                <a:lnTo>
                  <a:pt x="35742" y="100298"/>
                </a:lnTo>
                <a:lnTo>
                  <a:pt x="42481" y="88011"/>
                </a:lnTo>
                <a:lnTo>
                  <a:pt x="47791" y="72866"/>
                </a:lnTo>
                <a:lnTo>
                  <a:pt x="51816" y="54864"/>
                </a:lnTo>
                <a:lnTo>
                  <a:pt x="59436" y="54864"/>
                </a:lnTo>
                <a:lnTo>
                  <a:pt x="59436" y="76200"/>
                </a:lnTo>
                <a:lnTo>
                  <a:pt x="367151" y="76200"/>
                </a:lnTo>
                <a:lnTo>
                  <a:pt x="375964" y="86868"/>
                </a:lnTo>
                <a:lnTo>
                  <a:pt x="59436" y="86868"/>
                </a:lnTo>
                <a:lnTo>
                  <a:pt x="59721" y="105179"/>
                </a:lnTo>
                <a:lnTo>
                  <a:pt x="58293" y="119062"/>
                </a:lnTo>
                <a:lnTo>
                  <a:pt x="55149" y="128658"/>
                </a:lnTo>
                <a:lnTo>
                  <a:pt x="50292" y="134112"/>
                </a:lnTo>
                <a:lnTo>
                  <a:pt x="42672" y="137160"/>
                </a:lnTo>
                <a:lnTo>
                  <a:pt x="36576" y="140208"/>
                </a:lnTo>
                <a:close/>
              </a:path>
              <a:path w="388620" h="405764">
                <a:moveTo>
                  <a:pt x="367151" y="76200"/>
                </a:moveTo>
                <a:lnTo>
                  <a:pt x="332232" y="76200"/>
                </a:lnTo>
                <a:lnTo>
                  <a:pt x="352044" y="57912"/>
                </a:lnTo>
                <a:lnTo>
                  <a:pt x="367151" y="76200"/>
                </a:lnTo>
                <a:close/>
              </a:path>
              <a:path w="388620" h="405764">
                <a:moveTo>
                  <a:pt x="318516" y="134112"/>
                </a:moveTo>
                <a:lnTo>
                  <a:pt x="313944" y="131064"/>
                </a:lnTo>
                <a:lnTo>
                  <a:pt x="335280" y="86868"/>
                </a:lnTo>
                <a:lnTo>
                  <a:pt x="375964" y="86868"/>
                </a:lnTo>
                <a:lnTo>
                  <a:pt x="381000" y="92964"/>
                </a:lnTo>
                <a:lnTo>
                  <a:pt x="367807" y="95535"/>
                </a:lnTo>
                <a:lnTo>
                  <a:pt x="353187" y="103251"/>
                </a:lnTo>
                <a:lnTo>
                  <a:pt x="336851" y="116109"/>
                </a:lnTo>
                <a:lnTo>
                  <a:pt x="318516" y="134112"/>
                </a:lnTo>
                <a:close/>
              </a:path>
              <a:path w="388620" h="405764">
                <a:moveTo>
                  <a:pt x="44196" y="176784"/>
                </a:moveTo>
                <a:lnTo>
                  <a:pt x="27432" y="160020"/>
                </a:lnTo>
                <a:lnTo>
                  <a:pt x="298704" y="160020"/>
                </a:lnTo>
                <a:lnTo>
                  <a:pt x="323088" y="135636"/>
                </a:lnTo>
                <a:lnTo>
                  <a:pt x="358140" y="170688"/>
                </a:lnTo>
                <a:lnTo>
                  <a:pt x="85344" y="170688"/>
                </a:lnTo>
                <a:lnTo>
                  <a:pt x="74199" y="170997"/>
                </a:lnTo>
                <a:lnTo>
                  <a:pt x="63627" y="172021"/>
                </a:lnTo>
                <a:lnTo>
                  <a:pt x="53625" y="173902"/>
                </a:lnTo>
                <a:lnTo>
                  <a:pt x="44196" y="176784"/>
                </a:lnTo>
                <a:close/>
              </a:path>
              <a:path w="388620" h="405764">
                <a:moveTo>
                  <a:pt x="207264" y="350520"/>
                </a:moveTo>
                <a:lnTo>
                  <a:pt x="182880" y="350520"/>
                </a:lnTo>
                <a:lnTo>
                  <a:pt x="182880" y="170688"/>
                </a:lnTo>
                <a:lnTo>
                  <a:pt x="207264" y="170688"/>
                </a:lnTo>
                <a:lnTo>
                  <a:pt x="207264" y="256032"/>
                </a:lnTo>
                <a:lnTo>
                  <a:pt x="330708" y="256032"/>
                </a:lnTo>
                <a:lnTo>
                  <a:pt x="341376" y="266700"/>
                </a:lnTo>
                <a:lnTo>
                  <a:pt x="207264" y="266700"/>
                </a:lnTo>
                <a:lnTo>
                  <a:pt x="207264" y="350520"/>
                </a:lnTo>
                <a:close/>
              </a:path>
              <a:path w="388620" h="405764">
                <a:moveTo>
                  <a:pt x="3048" y="405384"/>
                </a:moveTo>
                <a:lnTo>
                  <a:pt x="0" y="400812"/>
                </a:lnTo>
                <a:lnTo>
                  <a:pt x="15359" y="384810"/>
                </a:lnTo>
                <a:lnTo>
                  <a:pt x="29146" y="368808"/>
                </a:lnTo>
                <a:lnTo>
                  <a:pt x="50292" y="336804"/>
                </a:lnTo>
                <a:lnTo>
                  <a:pt x="70651" y="287297"/>
                </a:lnTo>
                <a:lnTo>
                  <a:pt x="79057" y="238506"/>
                </a:lnTo>
                <a:lnTo>
                  <a:pt x="82296" y="205740"/>
                </a:lnTo>
                <a:lnTo>
                  <a:pt x="123444" y="227076"/>
                </a:lnTo>
                <a:lnTo>
                  <a:pt x="101369" y="269486"/>
                </a:lnTo>
                <a:lnTo>
                  <a:pt x="99060" y="278892"/>
                </a:lnTo>
                <a:lnTo>
                  <a:pt x="106519" y="289560"/>
                </a:lnTo>
                <a:lnTo>
                  <a:pt x="96012" y="289560"/>
                </a:lnTo>
                <a:lnTo>
                  <a:pt x="79057" y="324993"/>
                </a:lnTo>
                <a:lnTo>
                  <a:pt x="50411" y="366379"/>
                </a:lnTo>
                <a:lnTo>
                  <a:pt x="21312" y="392572"/>
                </a:lnTo>
                <a:lnTo>
                  <a:pt x="3048" y="405384"/>
                </a:lnTo>
                <a:close/>
              </a:path>
              <a:path w="388620" h="405764">
                <a:moveTo>
                  <a:pt x="330708" y="256032"/>
                </a:moveTo>
                <a:lnTo>
                  <a:pt x="284988" y="256032"/>
                </a:lnTo>
                <a:lnTo>
                  <a:pt x="307847" y="233172"/>
                </a:lnTo>
                <a:lnTo>
                  <a:pt x="330708" y="256032"/>
                </a:lnTo>
                <a:close/>
              </a:path>
              <a:path w="388620" h="405764">
                <a:moveTo>
                  <a:pt x="352044" y="394716"/>
                </a:moveTo>
                <a:lnTo>
                  <a:pt x="309419" y="393906"/>
                </a:lnTo>
                <a:lnTo>
                  <a:pt x="241887" y="388286"/>
                </a:lnTo>
                <a:lnTo>
                  <a:pt x="195572" y="378380"/>
                </a:lnTo>
                <a:lnTo>
                  <a:pt x="159615" y="361330"/>
                </a:lnTo>
                <a:lnTo>
                  <a:pt x="119824" y="323469"/>
                </a:lnTo>
                <a:lnTo>
                  <a:pt x="96012" y="289560"/>
                </a:lnTo>
                <a:lnTo>
                  <a:pt x="106519" y="289560"/>
                </a:lnTo>
                <a:lnTo>
                  <a:pt x="108251" y="292036"/>
                </a:lnTo>
                <a:lnTo>
                  <a:pt x="117729" y="304038"/>
                </a:lnTo>
                <a:lnTo>
                  <a:pt x="150090" y="333160"/>
                </a:lnTo>
                <a:lnTo>
                  <a:pt x="182880" y="350520"/>
                </a:lnTo>
                <a:lnTo>
                  <a:pt x="207264" y="350520"/>
                </a:lnTo>
                <a:lnTo>
                  <a:pt x="207264" y="356616"/>
                </a:lnTo>
                <a:lnTo>
                  <a:pt x="231267" y="360592"/>
                </a:lnTo>
                <a:lnTo>
                  <a:pt x="255270" y="363283"/>
                </a:lnTo>
                <a:lnTo>
                  <a:pt x="279273" y="364545"/>
                </a:lnTo>
                <a:lnTo>
                  <a:pt x="388620" y="364545"/>
                </a:lnTo>
                <a:lnTo>
                  <a:pt x="388620" y="367284"/>
                </a:lnTo>
                <a:lnTo>
                  <a:pt x="375189" y="370713"/>
                </a:lnTo>
                <a:lnTo>
                  <a:pt x="364617" y="376428"/>
                </a:lnTo>
                <a:lnTo>
                  <a:pt x="356901" y="384429"/>
                </a:lnTo>
                <a:lnTo>
                  <a:pt x="352044" y="394716"/>
                </a:lnTo>
                <a:close/>
              </a:path>
              <a:path w="388620" h="405764">
                <a:moveTo>
                  <a:pt x="388620" y="364545"/>
                </a:moveTo>
                <a:lnTo>
                  <a:pt x="279273" y="364545"/>
                </a:lnTo>
                <a:lnTo>
                  <a:pt x="325826" y="363950"/>
                </a:lnTo>
                <a:lnTo>
                  <a:pt x="347662" y="363093"/>
                </a:lnTo>
                <a:lnTo>
                  <a:pt x="368641" y="361664"/>
                </a:lnTo>
                <a:lnTo>
                  <a:pt x="388620" y="359664"/>
                </a:lnTo>
                <a:lnTo>
                  <a:pt x="388620" y="36454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" name="object 27"/>
          <p:cNvSpPr/>
          <p:nvPr/>
        </p:nvSpPr>
        <p:spPr>
          <a:xfrm>
            <a:off x="7504176" y="2392679"/>
            <a:ext cx="347980" cy="390525"/>
          </a:xfrm>
          <a:custGeom>
            <a:avLst/>
            <a:gdLst/>
            <a:ahLst/>
            <a:cxnLst/>
            <a:rect l="l" t="t" r="r" b="b"/>
            <a:pathLst>
              <a:path w="347979" h="390525">
                <a:moveTo>
                  <a:pt x="340563" y="16764"/>
                </a:moveTo>
                <a:lnTo>
                  <a:pt x="307848" y="16764"/>
                </a:lnTo>
                <a:lnTo>
                  <a:pt x="321564" y="0"/>
                </a:lnTo>
                <a:lnTo>
                  <a:pt x="340563" y="16764"/>
                </a:lnTo>
                <a:close/>
              </a:path>
              <a:path w="347979" h="390525">
                <a:moveTo>
                  <a:pt x="0" y="390144"/>
                </a:moveTo>
                <a:lnTo>
                  <a:pt x="881" y="373022"/>
                </a:lnTo>
                <a:lnTo>
                  <a:pt x="1333" y="356044"/>
                </a:lnTo>
                <a:lnTo>
                  <a:pt x="1419" y="347472"/>
                </a:lnTo>
                <a:lnTo>
                  <a:pt x="1503" y="57388"/>
                </a:lnTo>
                <a:lnTo>
                  <a:pt x="1333" y="39243"/>
                </a:lnTo>
                <a:lnTo>
                  <a:pt x="881" y="21240"/>
                </a:lnTo>
                <a:lnTo>
                  <a:pt x="0" y="1524"/>
                </a:lnTo>
                <a:lnTo>
                  <a:pt x="25908" y="16764"/>
                </a:lnTo>
                <a:lnTo>
                  <a:pt x="340563" y="16764"/>
                </a:lnTo>
                <a:lnTo>
                  <a:pt x="347472" y="22860"/>
                </a:lnTo>
                <a:lnTo>
                  <a:pt x="342246" y="27432"/>
                </a:lnTo>
                <a:lnTo>
                  <a:pt x="25908" y="27432"/>
                </a:lnTo>
                <a:lnTo>
                  <a:pt x="25908" y="347472"/>
                </a:lnTo>
                <a:lnTo>
                  <a:pt x="336016" y="347472"/>
                </a:lnTo>
                <a:lnTo>
                  <a:pt x="336424" y="358140"/>
                </a:lnTo>
                <a:lnTo>
                  <a:pt x="25908" y="358140"/>
                </a:lnTo>
                <a:lnTo>
                  <a:pt x="25908" y="379476"/>
                </a:lnTo>
                <a:lnTo>
                  <a:pt x="0" y="390144"/>
                </a:lnTo>
                <a:close/>
              </a:path>
              <a:path w="347979" h="390525">
                <a:moveTo>
                  <a:pt x="336016" y="347472"/>
                </a:moveTo>
                <a:lnTo>
                  <a:pt x="310895" y="347472"/>
                </a:lnTo>
                <a:lnTo>
                  <a:pt x="310895" y="27432"/>
                </a:lnTo>
                <a:lnTo>
                  <a:pt x="342246" y="27432"/>
                </a:lnTo>
                <a:lnTo>
                  <a:pt x="335280" y="33528"/>
                </a:lnTo>
                <a:lnTo>
                  <a:pt x="335308" y="323088"/>
                </a:lnTo>
                <a:lnTo>
                  <a:pt x="335518" y="334422"/>
                </a:lnTo>
                <a:lnTo>
                  <a:pt x="336016" y="347472"/>
                </a:lnTo>
                <a:close/>
              </a:path>
              <a:path w="347979" h="390525">
                <a:moveTo>
                  <a:pt x="176784" y="134112"/>
                </a:moveTo>
                <a:lnTo>
                  <a:pt x="152400" y="134112"/>
                </a:lnTo>
                <a:lnTo>
                  <a:pt x="152301" y="76200"/>
                </a:lnTo>
                <a:lnTo>
                  <a:pt x="152209" y="69723"/>
                </a:lnTo>
                <a:lnTo>
                  <a:pt x="151757" y="57388"/>
                </a:lnTo>
                <a:lnTo>
                  <a:pt x="150876" y="44196"/>
                </a:lnTo>
                <a:lnTo>
                  <a:pt x="193548" y="62484"/>
                </a:lnTo>
                <a:lnTo>
                  <a:pt x="176784" y="76200"/>
                </a:lnTo>
                <a:lnTo>
                  <a:pt x="176784" y="134112"/>
                </a:lnTo>
                <a:close/>
              </a:path>
              <a:path w="347979" h="390525">
                <a:moveTo>
                  <a:pt x="60960" y="149352"/>
                </a:moveTo>
                <a:lnTo>
                  <a:pt x="45720" y="134112"/>
                </a:lnTo>
                <a:lnTo>
                  <a:pt x="237744" y="134112"/>
                </a:lnTo>
                <a:lnTo>
                  <a:pt x="260604" y="111252"/>
                </a:lnTo>
                <a:lnTo>
                  <a:pt x="294132" y="144780"/>
                </a:lnTo>
                <a:lnTo>
                  <a:pt x="102108" y="144780"/>
                </a:lnTo>
                <a:lnTo>
                  <a:pt x="90963" y="145065"/>
                </a:lnTo>
                <a:lnTo>
                  <a:pt x="80391" y="145923"/>
                </a:lnTo>
                <a:lnTo>
                  <a:pt x="70389" y="147351"/>
                </a:lnTo>
                <a:lnTo>
                  <a:pt x="60960" y="149352"/>
                </a:lnTo>
                <a:close/>
              </a:path>
              <a:path w="347979" h="390525">
                <a:moveTo>
                  <a:pt x="50292" y="323088"/>
                </a:moveTo>
                <a:lnTo>
                  <a:pt x="47244" y="318516"/>
                </a:lnTo>
                <a:lnTo>
                  <a:pt x="69199" y="304823"/>
                </a:lnTo>
                <a:lnTo>
                  <a:pt x="89154" y="288988"/>
                </a:lnTo>
                <a:lnTo>
                  <a:pt x="121920" y="251459"/>
                </a:lnTo>
                <a:lnTo>
                  <a:pt x="143446" y="204406"/>
                </a:lnTo>
                <a:lnTo>
                  <a:pt x="152400" y="144780"/>
                </a:lnTo>
                <a:lnTo>
                  <a:pt x="176784" y="144780"/>
                </a:lnTo>
                <a:lnTo>
                  <a:pt x="176522" y="155924"/>
                </a:lnTo>
                <a:lnTo>
                  <a:pt x="175831" y="166497"/>
                </a:lnTo>
                <a:lnTo>
                  <a:pt x="174855" y="176498"/>
                </a:lnTo>
                <a:lnTo>
                  <a:pt x="173736" y="185928"/>
                </a:lnTo>
                <a:lnTo>
                  <a:pt x="187846" y="195072"/>
                </a:lnTo>
                <a:lnTo>
                  <a:pt x="172212" y="195072"/>
                </a:lnTo>
                <a:lnTo>
                  <a:pt x="165592" y="215312"/>
                </a:lnTo>
                <a:lnTo>
                  <a:pt x="156972" y="234696"/>
                </a:lnTo>
                <a:lnTo>
                  <a:pt x="132588" y="269747"/>
                </a:lnTo>
                <a:lnTo>
                  <a:pt x="97155" y="299275"/>
                </a:lnTo>
                <a:lnTo>
                  <a:pt x="75152" y="311967"/>
                </a:lnTo>
                <a:lnTo>
                  <a:pt x="50292" y="323088"/>
                </a:lnTo>
                <a:close/>
              </a:path>
              <a:path w="347979" h="390525">
                <a:moveTo>
                  <a:pt x="257556" y="307847"/>
                </a:moveTo>
                <a:lnTo>
                  <a:pt x="256032" y="307847"/>
                </a:lnTo>
                <a:lnTo>
                  <a:pt x="252317" y="306157"/>
                </a:lnTo>
                <a:lnTo>
                  <a:pt x="248031" y="301180"/>
                </a:lnTo>
                <a:lnTo>
                  <a:pt x="243173" y="293060"/>
                </a:lnTo>
                <a:lnTo>
                  <a:pt x="237744" y="281940"/>
                </a:lnTo>
                <a:lnTo>
                  <a:pt x="228576" y="264509"/>
                </a:lnTo>
                <a:lnTo>
                  <a:pt x="214693" y="244221"/>
                </a:lnTo>
                <a:lnTo>
                  <a:pt x="195953" y="221075"/>
                </a:lnTo>
                <a:lnTo>
                  <a:pt x="172212" y="195072"/>
                </a:lnTo>
                <a:lnTo>
                  <a:pt x="187846" y="195072"/>
                </a:lnTo>
                <a:lnTo>
                  <a:pt x="233100" y="226861"/>
                </a:lnTo>
                <a:lnTo>
                  <a:pt x="262699" y="258508"/>
                </a:lnTo>
                <a:lnTo>
                  <a:pt x="270319" y="283511"/>
                </a:lnTo>
                <a:lnTo>
                  <a:pt x="269748" y="290322"/>
                </a:lnTo>
                <a:lnTo>
                  <a:pt x="268033" y="295989"/>
                </a:lnTo>
                <a:lnTo>
                  <a:pt x="265176" y="300228"/>
                </a:lnTo>
                <a:lnTo>
                  <a:pt x="257556" y="307847"/>
                </a:lnTo>
                <a:close/>
              </a:path>
              <a:path w="347979" h="390525">
                <a:moveTo>
                  <a:pt x="310895" y="388620"/>
                </a:moveTo>
                <a:lnTo>
                  <a:pt x="310895" y="358140"/>
                </a:lnTo>
                <a:lnTo>
                  <a:pt x="336424" y="358140"/>
                </a:lnTo>
                <a:lnTo>
                  <a:pt x="336565" y="361854"/>
                </a:lnTo>
                <a:lnTo>
                  <a:pt x="336804" y="376428"/>
                </a:lnTo>
                <a:lnTo>
                  <a:pt x="310895" y="3886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" name="object 28"/>
          <p:cNvSpPr/>
          <p:nvPr/>
        </p:nvSpPr>
        <p:spPr>
          <a:xfrm>
            <a:off x="7920228" y="2378964"/>
            <a:ext cx="401320" cy="410209"/>
          </a:xfrm>
          <a:custGeom>
            <a:avLst/>
            <a:gdLst/>
            <a:ahLst/>
            <a:cxnLst/>
            <a:rect l="l" t="t" r="r" b="b"/>
            <a:pathLst>
              <a:path w="401320" h="410210">
                <a:moveTo>
                  <a:pt x="211836" y="47243"/>
                </a:moveTo>
                <a:lnTo>
                  <a:pt x="187452" y="47243"/>
                </a:lnTo>
                <a:lnTo>
                  <a:pt x="187213" y="33218"/>
                </a:lnTo>
                <a:lnTo>
                  <a:pt x="186690" y="20764"/>
                </a:lnTo>
                <a:lnTo>
                  <a:pt x="186166" y="9739"/>
                </a:lnTo>
                <a:lnTo>
                  <a:pt x="185928" y="0"/>
                </a:lnTo>
                <a:lnTo>
                  <a:pt x="227076" y="15239"/>
                </a:lnTo>
                <a:lnTo>
                  <a:pt x="211836" y="25907"/>
                </a:lnTo>
                <a:lnTo>
                  <a:pt x="211836" y="47243"/>
                </a:lnTo>
                <a:close/>
              </a:path>
              <a:path w="401320" h="410210">
                <a:moveTo>
                  <a:pt x="51816" y="62483"/>
                </a:moveTo>
                <a:lnTo>
                  <a:pt x="36576" y="47243"/>
                </a:lnTo>
                <a:lnTo>
                  <a:pt x="315467" y="47243"/>
                </a:lnTo>
                <a:lnTo>
                  <a:pt x="338328" y="25907"/>
                </a:lnTo>
                <a:lnTo>
                  <a:pt x="370332" y="57912"/>
                </a:lnTo>
                <a:lnTo>
                  <a:pt x="92964" y="57912"/>
                </a:lnTo>
                <a:lnTo>
                  <a:pt x="81819" y="58197"/>
                </a:lnTo>
                <a:lnTo>
                  <a:pt x="71247" y="59055"/>
                </a:lnTo>
                <a:lnTo>
                  <a:pt x="61245" y="60483"/>
                </a:lnTo>
                <a:lnTo>
                  <a:pt x="51816" y="62483"/>
                </a:lnTo>
                <a:close/>
              </a:path>
              <a:path w="401320" h="410210">
                <a:moveTo>
                  <a:pt x="211836" y="96012"/>
                </a:moveTo>
                <a:lnTo>
                  <a:pt x="187452" y="96012"/>
                </a:lnTo>
                <a:lnTo>
                  <a:pt x="187452" y="57912"/>
                </a:lnTo>
                <a:lnTo>
                  <a:pt x="211836" y="57912"/>
                </a:lnTo>
                <a:lnTo>
                  <a:pt x="211836" y="96012"/>
                </a:lnTo>
                <a:close/>
              </a:path>
              <a:path w="401320" h="410210">
                <a:moveTo>
                  <a:pt x="82296" y="111251"/>
                </a:moveTo>
                <a:lnTo>
                  <a:pt x="67056" y="96012"/>
                </a:lnTo>
                <a:lnTo>
                  <a:pt x="284988" y="96012"/>
                </a:lnTo>
                <a:lnTo>
                  <a:pt x="309372" y="76200"/>
                </a:lnTo>
                <a:lnTo>
                  <a:pt x="336804" y="106679"/>
                </a:lnTo>
                <a:lnTo>
                  <a:pt x="124968" y="106679"/>
                </a:lnTo>
                <a:lnTo>
                  <a:pt x="113799" y="106965"/>
                </a:lnTo>
                <a:lnTo>
                  <a:pt x="103060" y="107822"/>
                </a:lnTo>
                <a:lnTo>
                  <a:pt x="92606" y="109251"/>
                </a:lnTo>
                <a:lnTo>
                  <a:pt x="82296" y="111251"/>
                </a:lnTo>
                <a:close/>
              </a:path>
              <a:path w="401320" h="410210">
                <a:moveTo>
                  <a:pt x="211836" y="144779"/>
                </a:moveTo>
                <a:lnTo>
                  <a:pt x="187452" y="144779"/>
                </a:lnTo>
                <a:lnTo>
                  <a:pt x="187452" y="106679"/>
                </a:lnTo>
                <a:lnTo>
                  <a:pt x="211836" y="106679"/>
                </a:lnTo>
                <a:lnTo>
                  <a:pt x="211836" y="144779"/>
                </a:lnTo>
                <a:close/>
              </a:path>
              <a:path w="401320" h="410210">
                <a:moveTo>
                  <a:pt x="15240" y="160019"/>
                </a:moveTo>
                <a:lnTo>
                  <a:pt x="0" y="144779"/>
                </a:lnTo>
                <a:lnTo>
                  <a:pt x="345948" y="144779"/>
                </a:lnTo>
                <a:lnTo>
                  <a:pt x="371856" y="123443"/>
                </a:lnTo>
                <a:lnTo>
                  <a:pt x="400812" y="155447"/>
                </a:lnTo>
                <a:lnTo>
                  <a:pt x="56388" y="155447"/>
                </a:lnTo>
                <a:lnTo>
                  <a:pt x="45243" y="155733"/>
                </a:lnTo>
                <a:lnTo>
                  <a:pt x="34671" y="156590"/>
                </a:lnTo>
                <a:lnTo>
                  <a:pt x="24669" y="158019"/>
                </a:lnTo>
                <a:lnTo>
                  <a:pt x="15240" y="160019"/>
                </a:lnTo>
                <a:close/>
              </a:path>
              <a:path w="401320" h="410210">
                <a:moveTo>
                  <a:pt x="88392" y="234695"/>
                </a:moveTo>
                <a:lnTo>
                  <a:pt x="70104" y="202691"/>
                </a:lnTo>
                <a:lnTo>
                  <a:pt x="80391" y="200739"/>
                </a:lnTo>
                <a:lnTo>
                  <a:pt x="90678" y="197357"/>
                </a:lnTo>
                <a:lnTo>
                  <a:pt x="132969" y="172592"/>
                </a:lnTo>
                <a:lnTo>
                  <a:pt x="152400" y="155447"/>
                </a:lnTo>
                <a:lnTo>
                  <a:pt x="166116" y="155447"/>
                </a:lnTo>
                <a:lnTo>
                  <a:pt x="187452" y="167639"/>
                </a:lnTo>
                <a:lnTo>
                  <a:pt x="179784" y="169378"/>
                </a:lnTo>
                <a:lnTo>
                  <a:pt x="170688" y="172402"/>
                </a:lnTo>
                <a:lnTo>
                  <a:pt x="160448" y="176855"/>
                </a:lnTo>
                <a:lnTo>
                  <a:pt x="149352" y="182879"/>
                </a:lnTo>
                <a:lnTo>
                  <a:pt x="135874" y="188618"/>
                </a:lnTo>
                <a:lnTo>
                  <a:pt x="122682" y="194500"/>
                </a:lnTo>
                <a:lnTo>
                  <a:pt x="109489" y="200667"/>
                </a:lnTo>
                <a:lnTo>
                  <a:pt x="96012" y="207263"/>
                </a:lnTo>
                <a:lnTo>
                  <a:pt x="245680" y="207263"/>
                </a:lnTo>
                <a:lnTo>
                  <a:pt x="240067" y="210311"/>
                </a:lnTo>
                <a:lnTo>
                  <a:pt x="210312" y="210311"/>
                </a:lnTo>
                <a:lnTo>
                  <a:pt x="170878" y="214312"/>
                </a:lnTo>
                <a:lnTo>
                  <a:pt x="153519" y="216527"/>
                </a:lnTo>
                <a:lnTo>
                  <a:pt x="122896" y="222051"/>
                </a:lnTo>
                <a:lnTo>
                  <a:pt x="109918" y="225361"/>
                </a:lnTo>
                <a:lnTo>
                  <a:pt x="98369" y="229528"/>
                </a:lnTo>
                <a:lnTo>
                  <a:pt x="88392" y="234695"/>
                </a:lnTo>
                <a:close/>
              </a:path>
              <a:path w="401320" h="410210">
                <a:moveTo>
                  <a:pt x="245680" y="207263"/>
                </a:moveTo>
                <a:lnTo>
                  <a:pt x="96012" y="207263"/>
                </a:lnTo>
                <a:lnTo>
                  <a:pt x="217932" y="201167"/>
                </a:lnTo>
                <a:lnTo>
                  <a:pt x="227695" y="193143"/>
                </a:lnTo>
                <a:lnTo>
                  <a:pt x="236601" y="184975"/>
                </a:lnTo>
                <a:lnTo>
                  <a:pt x="244935" y="176522"/>
                </a:lnTo>
                <a:lnTo>
                  <a:pt x="252984" y="167639"/>
                </a:lnTo>
                <a:lnTo>
                  <a:pt x="283464" y="190499"/>
                </a:lnTo>
                <a:lnTo>
                  <a:pt x="274296" y="193667"/>
                </a:lnTo>
                <a:lnTo>
                  <a:pt x="262699" y="198691"/>
                </a:lnTo>
                <a:lnTo>
                  <a:pt x="248531" y="205716"/>
                </a:lnTo>
                <a:lnTo>
                  <a:pt x="245680" y="207263"/>
                </a:lnTo>
                <a:close/>
              </a:path>
              <a:path w="401320" h="410210">
                <a:moveTo>
                  <a:pt x="76200" y="310895"/>
                </a:moveTo>
                <a:lnTo>
                  <a:pt x="57912" y="278891"/>
                </a:lnTo>
                <a:lnTo>
                  <a:pt x="68841" y="276034"/>
                </a:lnTo>
                <a:lnTo>
                  <a:pt x="81343" y="272033"/>
                </a:lnTo>
                <a:lnTo>
                  <a:pt x="131659" y="252317"/>
                </a:lnTo>
                <a:lnTo>
                  <a:pt x="180284" y="227171"/>
                </a:lnTo>
                <a:lnTo>
                  <a:pt x="210312" y="210311"/>
                </a:lnTo>
                <a:lnTo>
                  <a:pt x="240067" y="210311"/>
                </a:lnTo>
                <a:lnTo>
                  <a:pt x="231648" y="214883"/>
                </a:lnTo>
                <a:lnTo>
                  <a:pt x="210788" y="227409"/>
                </a:lnTo>
                <a:lnTo>
                  <a:pt x="184785" y="241934"/>
                </a:lnTo>
                <a:lnTo>
                  <a:pt x="153638" y="258175"/>
                </a:lnTo>
                <a:lnTo>
                  <a:pt x="117348" y="275843"/>
                </a:lnTo>
                <a:lnTo>
                  <a:pt x="272796" y="275843"/>
                </a:lnTo>
                <a:lnTo>
                  <a:pt x="211836" y="283463"/>
                </a:lnTo>
                <a:lnTo>
                  <a:pt x="211836" y="284987"/>
                </a:lnTo>
                <a:lnTo>
                  <a:pt x="187452" y="284987"/>
                </a:lnTo>
                <a:lnTo>
                  <a:pt x="136969" y="292988"/>
                </a:lnTo>
                <a:lnTo>
                  <a:pt x="91059" y="304799"/>
                </a:lnTo>
                <a:lnTo>
                  <a:pt x="83343" y="307705"/>
                </a:lnTo>
                <a:lnTo>
                  <a:pt x="76200" y="310895"/>
                </a:lnTo>
                <a:close/>
              </a:path>
              <a:path w="401320" h="410210">
                <a:moveTo>
                  <a:pt x="272796" y="275843"/>
                </a:moveTo>
                <a:lnTo>
                  <a:pt x="117348" y="275843"/>
                </a:lnTo>
                <a:lnTo>
                  <a:pt x="289560" y="263651"/>
                </a:lnTo>
                <a:lnTo>
                  <a:pt x="281273" y="254507"/>
                </a:lnTo>
                <a:lnTo>
                  <a:pt x="272415" y="245363"/>
                </a:lnTo>
                <a:lnTo>
                  <a:pt x="262985" y="236219"/>
                </a:lnTo>
                <a:lnTo>
                  <a:pt x="252984" y="227075"/>
                </a:lnTo>
                <a:lnTo>
                  <a:pt x="256032" y="222503"/>
                </a:lnTo>
                <a:lnTo>
                  <a:pt x="291465" y="240410"/>
                </a:lnTo>
                <a:lnTo>
                  <a:pt x="324326" y="262889"/>
                </a:lnTo>
                <a:lnTo>
                  <a:pt x="331724" y="272795"/>
                </a:lnTo>
                <a:lnTo>
                  <a:pt x="297179" y="272795"/>
                </a:lnTo>
                <a:lnTo>
                  <a:pt x="272796" y="275843"/>
                </a:lnTo>
                <a:close/>
              </a:path>
              <a:path w="401320" h="410210">
                <a:moveTo>
                  <a:pt x="324612" y="307847"/>
                </a:moveTo>
                <a:lnTo>
                  <a:pt x="320040" y="307847"/>
                </a:lnTo>
                <a:lnTo>
                  <a:pt x="316991" y="304799"/>
                </a:lnTo>
                <a:lnTo>
                  <a:pt x="313943" y="298703"/>
                </a:lnTo>
                <a:lnTo>
                  <a:pt x="309610" y="291869"/>
                </a:lnTo>
                <a:lnTo>
                  <a:pt x="305441" y="284987"/>
                </a:lnTo>
                <a:lnTo>
                  <a:pt x="301513" y="278772"/>
                </a:lnTo>
                <a:lnTo>
                  <a:pt x="297179" y="272795"/>
                </a:lnTo>
                <a:lnTo>
                  <a:pt x="331724" y="272795"/>
                </a:lnTo>
                <a:lnTo>
                  <a:pt x="333470" y="276605"/>
                </a:lnTo>
                <a:lnTo>
                  <a:pt x="333756" y="283463"/>
                </a:lnTo>
                <a:lnTo>
                  <a:pt x="333660" y="292988"/>
                </a:lnTo>
                <a:lnTo>
                  <a:pt x="332232" y="298703"/>
                </a:lnTo>
                <a:lnTo>
                  <a:pt x="329184" y="303275"/>
                </a:lnTo>
                <a:lnTo>
                  <a:pt x="324612" y="307847"/>
                </a:lnTo>
                <a:close/>
              </a:path>
              <a:path w="401320" h="410210">
                <a:moveTo>
                  <a:pt x="211591" y="370332"/>
                </a:moveTo>
                <a:lnTo>
                  <a:pt x="182880" y="370332"/>
                </a:lnTo>
                <a:lnTo>
                  <a:pt x="187452" y="365760"/>
                </a:lnTo>
                <a:lnTo>
                  <a:pt x="187452" y="284987"/>
                </a:lnTo>
                <a:lnTo>
                  <a:pt x="211836" y="284987"/>
                </a:lnTo>
                <a:lnTo>
                  <a:pt x="211832" y="368831"/>
                </a:lnTo>
                <a:lnTo>
                  <a:pt x="211591" y="370332"/>
                </a:lnTo>
                <a:close/>
              </a:path>
              <a:path w="401320" h="410210">
                <a:moveTo>
                  <a:pt x="12192" y="402336"/>
                </a:moveTo>
                <a:lnTo>
                  <a:pt x="7620" y="396240"/>
                </a:lnTo>
                <a:lnTo>
                  <a:pt x="26217" y="385667"/>
                </a:lnTo>
                <a:lnTo>
                  <a:pt x="43243" y="374523"/>
                </a:lnTo>
                <a:lnTo>
                  <a:pt x="73152" y="350520"/>
                </a:lnTo>
                <a:lnTo>
                  <a:pt x="108513" y="316229"/>
                </a:lnTo>
                <a:lnTo>
                  <a:pt x="117348" y="304799"/>
                </a:lnTo>
                <a:lnTo>
                  <a:pt x="147828" y="332232"/>
                </a:lnTo>
                <a:lnTo>
                  <a:pt x="137255" y="334827"/>
                </a:lnTo>
                <a:lnTo>
                  <a:pt x="123825" y="340423"/>
                </a:lnTo>
                <a:lnTo>
                  <a:pt x="107537" y="349162"/>
                </a:lnTo>
                <a:lnTo>
                  <a:pt x="88392" y="361188"/>
                </a:lnTo>
                <a:lnTo>
                  <a:pt x="67484" y="374046"/>
                </a:lnTo>
                <a:lnTo>
                  <a:pt x="48006" y="385191"/>
                </a:lnTo>
                <a:lnTo>
                  <a:pt x="29670" y="394620"/>
                </a:lnTo>
                <a:lnTo>
                  <a:pt x="12192" y="402336"/>
                </a:lnTo>
                <a:close/>
              </a:path>
              <a:path w="401320" h="410210">
                <a:moveTo>
                  <a:pt x="356616" y="399288"/>
                </a:moveTo>
                <a:lnTo>
                  <a:pt x="355092" y="399288"/>
                </a:lnTo>
                <a:lnTo>
                  <a:pt x="351139" y="398383"/>
                </a:lnTo>
                <a:lnTo>
                  <a:pt x="346329" y="395478"/>
                </a:lnTo>
                <a:lnTo>
                  <a:pt x="340947" y="390286"/>
                </a:lnTo>
                <a:lnTo>
                  <a:pt x="335280" y="382524"/>
                </a:lnTo>
                <a:lnTo>
                  <a:pt x="321868" y="368808"/>
                </a:lnTo>
                <a:lnTo>
                  <a:pt x="302514" y="352996"/>
                </a:lnTo>
                <a:lnTo>
                  <a:pt x="277415" y="335160"/>
                </a:lnTo>
                <a:lnTo>
                  <a:pt x="246888" y="315467"/>
                </a:lnTo>
                <a:lnTo>
                  <a:pt x="249936" y="309371"/>
                </a:lnTo>
                <a:lnTo>
                  <a:pt x="305181" y="331089"/>
                </a:lnTo>
                <a:lnTo>
                  <a:pt x="349877" y="351924"/>
                </a:lnTo>
                <a:lnTo>
                  <a:pt x="365760" y="379476"/>
                </a:lnTo>
                <a:lnTo>
                  <a:pt x="364236" y="387096"/>
                </a:lnTo>
                <a:lnTo>
                  <a:pt x="361188" y="391668"/>
                </a:lnTo>
                <a:lnTo>
                  <a:pt x="359664" y="397764"/>
                </a:lnTo>
                <a:lnTo>
                  <a:pt x="356616" y="399288"/>
                </a:lnTo>
                <a:close/>
              </a:path>
              <a:path w="401320" h="410210">
                <a:moveTo>
                  <a:pt x="172212" y="409956"/>
                </a:moveTo>
                <a:lnTo>
                  <a:pt x="167925" y="398240"/>
                </a:lnTo>
                <a:lnTo>
                  <a:pt x="157353" y="388239"/>
                </a:lnTo>
                <a:lnTo>
                  <a:pt x="140493" y="379952"/>
                </a:lnTo>
                <a:lnTo>
                  <a:pt x="117348" y="373380"/>
                </a:lnTo>
                <a:lnTo>
                  <a:pt x="117348" y="367284"/>
                </a:lnTo>
                <a:lnTo>
                  <a:pt x="167497" y="370070"/>
                </a:lnTo>
                <a:lnTo>
                  <a:pt x="175260" y="370332"/>
                </a:lnTo>
                <a:lnTo>
                  <a:pt x="211591" y="370332"/>
                </a:lnTo>
                <a:lnTo>
                  <a:pt x="209502" y="383381"/>
                </a:lnTo>
                <a:lnTo>
                  <a:pt x="202311" y="395097"/>
                </a:lnTo>
                <a:lnTo>
                  <a:pt x="189976" y="403955"/>
                </a:lnTo>
                <a:lnTo>
                  <a:pt x="172212" y="40995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" name="object 29"/>
          <p:cNvSpPr/>
          <p:nvPr/>
        </p:nvSpPr>
        <p:spPr>
          <a:xfrm>
            <a:off x="8395716" y="2380488"/>
            <a:ext cx="356870" cy="402590"/>
          </a:xfrm>
          <a:custGeom>
            <a:avLst/>
            <a:gdLst/>
            <a:ahLst/>
            <a:cxnLst/>
            <a:rect l="l" t="t" r="r" b="b"/>
            <a:pathLst>
              <a:path w="356870" h="402589">
                <a:moveTo>
                  <a:pt x="53340" y="89916"/>
                </a:moveTo>
                <a:lnTo>
                  <a:pt x="44196" y="89916"/>
                </a:lnTo>
                <a:lnTo>
                  <a:pt x="51339" y="62793"/>
                </a:lnTo>
                <a:lnTo>
                  <a:pt x="56769" y="38671"/>
                </a:lnTo>
                <a:lnTo>
                  <a:pt x="60483" y="17692"/>
                </a:lnTo>
                <a:lnTo>
                  <a:pt x="62484" y="0"/>
                </a:lnTo>
                <a:lnTo>
                  <a:pt x="100584" y="21336"/>
                </a:lnTo>
                <a:lnTo>
                  <a:pt x="91487" y="29051"/>
                </a:lnTo>
                <a:lnTo>
                  <a:pt x="80391" y="43053"/>
                </a:lnTo>
                <a:lnTo>
                  <a:pt x="67579" y="63341"/>
                </a:lnTo>
                <a:lnTo>
                  <a:pt x="53340" y="89916"/>
                </a:lnTo>
                <a:close/>
              </a:path>
              <a:path w="356870" h="402589">
                <a:moveTo>
                  <a:pt x="147828" y="192024"/>
                </a:moveTo>
                <a:lnTo>
                  <a:pt x="143256" y="187452"/>
                </a:lnTo>
                <a:lnTo>
                  <a:pt x="160162" y="160615"/>
                </a:lnTo>
                <a:lnTo>
                  <a:pt x="174498" y="135064"/>
                </a:lnTo>
                <a:lnTo>
                  <a:pt x="196596" y="88392"/>
                </a:lnTo>
                <a:lnTo>
                  <a:pt x="211836" y="44958"/>
                </a:lnTo>
                <a:lnTo>
                  <a:pt x="222503" y="1524"/>
                </a:lnTo>
                <a:lnTo>
                  <a:pt x="260603" y="24384"/>
                </a:lnTo>
                <a:lnTo>
                  <a:pt x="252864" y="32146"/>
                </a:lnTo>
                <a:lnTo>
                  <a:pt x="243268" y="46482"/>
                </a:lnTo>
                <a:lnTo>
                  <a:pt x="231671" y="67675"/>
                </a:lnTo>
                <a:lnTo>
                  <a:pt x="217932" y="96012"/>
                </a:lnTo>
                <a:lnTo>
                  <a:pt x="350520" y="96012"/>
                </a:lnTo>
                <a:lnTo>
                  <a:pt x="356616" y="102108"/>
                </a:lnTo>
                <a:lnTo>
                  <a:pt x="350901" y="106680"/>
                </a:lnTo>
                <a:lnTo>
                  <a:pt x="213360" y="106680"/>
                </a:lnTo>
                <a:lnTo>
                  <a:pt x="197977" y="130730"/>
                </a:lnTo>
                <a:lnTo>
                  <a:pt x="181737" y="152781"/>
                </a:lnTo>
                <a:lnTo>
                  <a:pt x="164925" y="173116"/>
                </a:lnTo>
                <a:lnTo>
                  <a:pt x="147828" y="192024"/>
                </a:lnTo>
                <a:close/>
              </a:path>
              <a:path w="356870" h="402589">
                <a:moveTo>
                  <a:pt x="145766" y="89916"/>
                </a:moveTo>
                <a:lnTo>
                  <a:pt x="111252" y="89916"/>
                </a:lnTo>
                <a:lnTo>
                  <a:pt x="128016" y="73152"/>
                </a:lnTo>
                <a:lnTo>
                  <a:pt x="145766" y="89916"/>
                </a:lnTo>
                <a:close/>
              </a:path>
              <a:path w="356870" h="402589">
                <a:moveTo>
                  <a:pt x="0" y="397764"/>
                </a:moveTo>
                <a:lnTo>
                  <a:pt x="834" y="359664"/>
                </a:lnTo>
                <a:lnTo>
                  <a:pt x="935" y="352615"/>
                </a:lnTo>
                <a:lnTo>
                  <a:pt x="1333" y="316992"/>
                </a:lnTo>
                <a:lnTo>
                  <a:pt x="1430" y="178308"/>
                </a:lnTo>
                <a:lnTo>
                  <a:pt x="1309" y="152781"/>
                </a:lnTo>
                <a:lnTo>
                  <a:pt x="881" y="114704"/>
                </a:lnTo>
                <a:lnTo>
                  <a:pt x="0" y="74676"/>
                </a:lnTo>
                <a:lnTo>
                  <a:pt x="25908" y="89916"/>
                </a:lnTo>
                <a:lnTo>
                  <a:pt x="145766" y="89916"/>
                </a:lnTo>
                <a:lnTo>
                  <a:pt x="155448" y="99060"/>
                </a:lnTo>
                <a:lnTo>
                  <a:pt x="153162" y="100584"/>
                </a:lnTo>
                <a:lnTo>
                  <a:pt x="24384" y="100584"/>
                </a:lnTo>
                <a:lnTo>
                  <a:pt x="24384" y="211836"/>
                </a:lnTo>
                <a:lnTo>
                  <a:pt x="137464" y="211836"/>
                </a:lnTo>
                <a:lnTo>
                  <a:pt x="137526" y="222504"/>
                </a:lnTo>
                <a:lnTo>
                  <a:pt x="24384" y="222504"/>
                </a:lnTo>
                <a:lnTo>
                  <a:pt x="24384" y="344424"/>
                </a:lnTo>
                <a:lnTo>
                  <a:pt x="138504" y="344424"/>
                </a:lnTo>
                <a:lnTo>
                  <a:pt x="138567" y="355092"/>
                </a:lnTo>
                <a:lnTo>
                  <a:pt x="24384" y="355092"/>
                </a:lnTo>
                <a:lnTo>
                  <a:pt x="24384" y="384048"/>
                </a:lnTo>
                <a:lnTo>
                  <a:pt x="0" y="397764"/>
                </a:lnTo>
                <a:close/>
              </a:path>
              <a:path w="356870" h="402589">
                <a:moveTo>
                  <a:pt x="350520" y="96012"/>
                </a:moveTo>
                <a:lnTo>
                  <a:pt x="310896" y="96012"/>
                </a:lnTo>
                <a:lnTo>
                  <a:pt x="330708" y="76200"/>
                </a:lnTo>
                <a:lnTo>
                  <a:pt x="350520" y="96012"/>
                </a:lnTo>
                <a:close/>
              </a:path>
              <a:path w="356870" h="402589">
                <a:moveTo>
                  <a:pt x="137464" y="211836"/>
                </a:moveTo>
                <a:lnTo>
                  <a:pt x="114300" y="211836"/>
                </a:lnTo>
                <a:lnTo>
                  <a:pt x="114300" y="100584"/>
                </a:lnTo>
                <a:lnTo>
                  <a:pt x="153162" y="100584"/>
                </a:lnTo>
                <a:lnTo>
                  <a:pt x="137160" y="111252"/>
                </a:lnTo>
                <a:lnTo>
                  <a:pt x="137263" y="160615"/>
                </a:lnTo>
                <a:lnTo>
                  <a:pt x="137367" y="195333"/>
                </a:lnTo>
                <a:lnTo>
                  <a:pt x="137464" y="211836"/>
                </a:lnTo>
                <a:close/>
              </a:path>
              <a:path w="356870" h="402589">
                <a:moveTo>
                  <a:pt x="327213" y="359664"/>
                </a:moveTo>
                <a:lnTo>
                  <a:pt x="283464" y="359664"/>
                </a:lnTo>
                <a:lnTo>
                  <a:pt x="291965" y="357925"/>
                </a:lnTo>
                <a:lnTo>
                  <a:pt x="298894" y="352615"/>
                </a:lnTo>
                <a:lnTo>
                  <a:pt x="308610" y="305562"/>
                </a:lnTo>
                <a:lnTo>
                  <a:pt x="310896" y="259842"/>
                </a:lnTo>
                <a:lnTo>
                  <a:pt x="313222" y="192024"/>
                </a:lnTo>
                <a:lnTo>
                  <a:pt x="315467" y="106680"/>
                </a:lnTo>
                <a:lnTo>
                  <a:pt x="350901" y="106680"/>
                </a:lnTo>
                <a:lnTo>
                  <a:pt x="341376" y="114300"/>
                </a:lnTo>
                <a:lnTo>
                  <a:pt x="339535" y="188719"/>
                </a:lnTo>
                <a:lnTo>
                  <a:pt x="337620" y="249167"/>
                </a:lnTo>
                <a:lnTo>
                  <a:pt x="335560" y="295570"/>
                </a:lnTo>
                <a:lnTo>
                  <a:pt x="333280" y="327855"/>
                </a:lnTo>
                <a:lnTo>
                  <a:pt x="330708" y="345948"/>
                </a:lnTo>
                <a:lnTo>
                  <a:pt x="327856" y="357925"/>
                </a:lnTo>
                <a:lnTo>
                  <a:pt x="327213" y="359664"/>
                </a:lnTo>
                <a:close/>
              </a:path>
              <a:path w="356870" h="402589">
                <a:moveTo>
                  <a:pt x="231648" y="269748"/>
                </a:moveTo>
                <a:lnTo>
                  <a:pt x="230124" y="269748"/>
                </a:lnTo>
                <a:lnTo>
                  <a:pt x="226742" y="268295"/>
                </a:lnTo>
                <a:lnTo>
                  <a:pt x="223647" y="263842"/>
                </a:lnTo>
                <a:lnTo>
                  <a:pt x="221122" y="256246"/>
                </a:lnTo>
                <a:lnTo>
                  <a:pt x="219456" y="245364"/>
                </a:lnTo>
                <a:lnTo>
                  <a:pt x="214884" y="228242"/>
                </a:lnTo>
                <a:lnTo>
                  <a:pt x="208026" y="211264"/>
                </a:lnTo>
                <a:lnTo>
                  <a:pt x="198882" y="194571"/>
                </a:lnTo>
                <a:lnTo>
                  <a:pt x="187452" y="178308"/>
                </a:lnTo>
                <a:lnTo>
                  <a:pt x="192024" y="172212"/>
                </a:lnTo>
                <a:lnTo>
                  <a:pt x="224409" y="199644"/>
                </a:lnTo>
                <a:lnTo>
                  <a:pt x="243840" y="228600"/>
                </a:lnTo>
                <a:lnTo>
                  <a:pt x="246888" y="236220"/>
                </a:lnTo>
                <a:lnTo>
                  <a:pt x="246888" y="248412"/>
                </a:lnTo>
                <a:lnTo>
                  <a:pt x="245364" y="254508"/>
                </a:lnTo>
                <a:lnTo>
                  <a:pt x="236220" y="266700"/>
                </a:lnTo>
                <a:lnTo>
                  <a:pt x="231648" y="269748"/>
                </a:lnTo>
                <a:close/>
              </a:path>
              <a:path w="356870" h="402589">
                <a:moveTo>
                  <a:pt x="138504" y="344424"/>
                </a:moveTo>
                <a:lnTo>
                  <a:pt x="114300" y="344424"/>
                </a:lnTo>
                <a:lnTo>
                  <a:pt x="114300" y="222504"/>
                </a:lnTo>
                <a:lnTo>
                  <a:pt x="137526" y="222504"/>
                </a:lnTo>
                <a:lnTo>
                  <a:pt x="137723" y="254508"/>
                </a:lnTo>
                <a:lnTo>
                  <a:pt x="138504" y="344424"/>
                </a:lnTo>
                <a:close/>
              </a:path>
              <a:path w="356870" h="402589">
                <a:moveTo>
                  <a:pt x="278891" y="402336"/>
                </a:moveTo>
                <a:lnTo>
                  <a:pt x="271772" y="389239"/>
                </a:lnTo>
                <a:lnTo>
                  <a:pt x="259651" y="377571"/>
                </a:lnTo>
                <a:lnTo>
                  <a:pt x="242673" y="367617"/>
                </a:lnTo>
                <a:lnTo>
                  <a:pt x="220979" y="359664"/>
                </a:lnTo>
                <a:lnTo>
                  <a:pt x="220979" y="352044"/>
                </a:lnTo>
                <a:lnTo>
                  <a:pt x="241244" y="355163"/>
                </a:lnTo>
                <a:lnTo>
                  <a:pt x="258508" y="357568"/>
                </a:lnTo>
                <a:lnTo>
                  <a:pt x="272629" y="359116"/>
                </a:lnTo>
                <a:lnTo>
                  <a:pt x="283464" y="359664"/>
                </a:lnTo>
                <a:lnTo>
                  <a:pt x="327213" y="359664"/>
                </a:lnTo>
                <a:lnTo>
                  <a:pt x="324040" y="368236"/>
                </a:lnTo>
                <a:lnTo>
                  <a:pt x="289670" y="397764"/>
                </a:lnTo>
                <a:lnTo>
                  <a:pt x="278891" y="402336"/>
                </a:lnTo>
                <a:close/>
              </a:path>
              <a:path w="356870" h="402589">
                <a:moveTo>
                  <a:pt x="114300" y="391668"/>
                </a:moveTo>
                <a:lnTo>
                  <a:pt x="114300" y="355092"/>
                </a:lnTo>
                <a:lnTo>
                  <a:pt x="138567" y="355092"/>
                </a:lnTo>
                <a:lnTo>
                  <a:pt x="138684" y="377952"/>
                </a:lnTo>
                <a:lnTo>
                  <a:pt x="114300" y="39166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" name="object 30"/>
          <p:cNvSpPr/>
          <p:nvPr/>
        </p:nvSpPr>
        <p:spPr>
          <a:xfrm>
            <a:off x="8827008" y="2394204"/>
            <a:ext cx="373380" cy="381000"/>
          </a:xfrm>
          <a:custGeom>
            <a:avLst/>
            <a:gdLst/>
            <a:ahLst/>
            <a:cxnLst/>
            <a:rect l="l" t="t" r="r" b="b"/>
            <a:pathLst>
              <a:path w="373379" h="381000">
                <a:moveTo>
                  <a:pt x="24384" y="380999"/>
                </a:moveTo>
                <a:lnTo>
                  <a:pt x="0" y="358139"/>
                </a:lnTo>
                <a:lnTo>
                  <a:pt x="10668" y="347472"/>
                </a:lnTo>
                <a:lnTo>
                  <a:pt x="10668" y="106679"/>
                </a:lnTo>
                <a:lnTo>
                  <a:pt x="10429" y="82676"/>
                </a:lnTo>
                <a:lnTo>
                  <a:pt x="9382" y="34670"/>
                </a:lnTo>
                <a:lnTo>
                  <a:pt x="9144" y="10667"/>
                </a:lnTo>
                <a:lnTo>
                  <a:pt x="35052" y="24383"/>
                </a:lnTo>
                <a:lnTo>
                  <a:pt x="301751" y="24383"/>
                </a:lnTo>
                <a:lnTo>
                  <a:pt x="329183" y="0"/>
                </a:lnTo>
                <a:lnTo>
                  <a:pt x="359663" y="35051"/>
                </a:lnTo>
                <a:lnTo>
                  <a:pt x="239268" y="35051"/>
                </a:lnTo>
                <a:lnTo>
                  <a:pt x="239268" y="243839"/>
                </a:lnTo>
                <a:lnTo>
                  <a:pt x="240434" y="258079"/>
                </a:lnTo>
                <a:lnTo>
                  <a:pt x="244030" y="268604"/>
                </a:lnTo>
                <a:lnTo>
                  <a:pt x="250197" y="275129"/>
                </a:lnTo>
                <a:lnTo>
                  <a:pt x="259080" y="277367"/>
                </a:lnTo>
                <a:lnTo>
                  <a:pt x="306324" y="277367"/>
                </a:lnTo>
                <a:lnTo>
                  <a:pt x="329183" y="195071"/>
                </a:lnTo>
                <a:lnTo>
                  <a:pt x="336804" y="195071"/>
                </a:lnTo>
                <a:lnTo>
                  <a:pt x="339852" y="245363"/>
                </a:lnTo>
                <a:lnTo>
                  <a:pt x="361187" y="271272"/>
                </a:lnTo>
                <a:lnTo>
                  <a:pt x="353139" y="283011"/>
                </a:lnTo>
                <a:lnTo>
                  <a:pt x="342519" y="290893"/>
                </a:lnTo>
                <a:lnTo>
                  <a:pt x="329041" y="295060"/>
                </a:lnTo>
                <a:lnTo>
                  <a:pt x="312420" y="295655"/>
                </a:lnTo>
                <a:lnTo>
                  <a:pt x="248411" y="295655"/>
                </a:lnTo>
                <a:lnTo>
                  <a:pt x="234410" y="293131"/>
                </a:lnTo>
                <a:lnTo>
                  <a:pt x="224408" y="285749"/>
                </a:lnTo>
                <a:lnTo>
                  <a:pt x="218408" y="273796"/>
                </a:lnTo>
                <a:lnTo>
                  <a:pt x="216408" y="257555"/>
                </a:lnTo>
                <a:lnTo>
                  <a:pt x="216408" y="35051"/>
                </a:lnTo>
                <a:lnTo>
                  <a:pt x="144780" y="35051"/>
                </a:lnTo>
                <a:lnTo>
                  <a:pt x="143637" y="88391"/>
                </a:lnTo>
                <a:lnTo>
                  <a:pt x="140208" y="137159"/>
                </a:lnTo>
                <a:lnTo>
                  <a:pt x="133540" y="182879"/>
                </a:lnTo>
                <a:lnTo>
                  <a:pt x="118872" y="228599"/>
                </a:lnTo>
                <a:lnTo>
                  <a:pt x="93726" y="273748"/>
                </a:lnTo>
                <a:lnTo>
                  <a:pt x="54864" y="320039"/>
                </a:lnTo>
                <a:lnTo>
                  <a:pt x="50292" y="315467"/>
                </a:lnTo>
                <a:lnTo>
                  <a:pt x="66270" y="291798"/>
                </a:lnTo>
                <a:lnTo>
                  <a:pt x="79819" y="268985"/>
                </a:lnTo>
                <a:lnTo>
                  <a:pt x="99060" y="227075"/>
                </a:lnTo>
                <a:lnTo>
                  <a:pt x="110299" y="184784"/>
                </a:lnTo>
                <a:lnTo>
                  <a:pt x="117824" y="116490"/>
                </a:lnTo>
                <a:lnTo>
                  <a:pt x="120110" y="63912"/>
                </a:lnTo>
                <a:lnTo>
                  <a:pt x="120396" y="35051"/>
                </a:lnTo>
                <a:lnTo>
                  <a:pt x="35052" y="35051"/>
                </a:lnTo>
                <a:lnTo>
                  <a:pt x="35052" y="355091"/>
                </a:lnTo>
                <a:lnTo>
                  <a:pt x="310896" y="355091"/>
                </a:lnTo>
                <a:lnTo>
                  <a:pt x="336804" y="329184"/>
                </a:lnTo>
                <a:lnTo>
                  <a:pt x="373380" y="365760"/>
                </a:lnTo>
                <a:lnTo>
                  <a:pt x="36576" y="365760"/>
                </a:lnTo>
                <a:lnTo>
                  <a:pt x="24384" y="38099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" name="object 31"/>
          <p:cNvSpPr/>
          <p:nvPr/>
        </p:nvSpPr>
        <p:spPr>
          <a:xfrm>
            <a:off x="9249155" y="2398776"/>
            <a:ext cx="408940" cy="382905"/>
          </a:xfrm>
          <a:custGeom>
            <a:avLst/>
            <a:gdLst/>
            <a:ahLst/>
            <a:cxnLst/>
            <a:rect l="l" t="t" r="r" b="b"/>
            <a:pathLst>
              <a:path w="408940" h="382905">
                <a:moveTo>
                  <a:pt x="242316" y="35052"/>
                </a:moveTo>
                <a:lnTo>
                  <a:pt x="225552" y="19812"/>
                </a:lnTo>
                <a:lnTo>
                  <a:pt x="347472" y="19812"/>
                </a:lnTo>
                <a:lnTo>
                  <a:pt x="359664" y="4572"/>
                </a:lnTo>
                <a:lnTo>
                  <a:pt x="385572" y="25908"/>
                </a:lnTo>
                <a:lnTo>
                  <a:pt x="379476" y="30480"/>
                </a:lnTo>
                <a:lnTo>
                  <a:pt x="283464" y="30480"/>
                </a:lnTo>
                <a:lnTo>
                  <a:pt x="272319" y="30765"/>
                </a:lnTo>
                <a:lnTo>
                  <a:pt x="261747" y="31623"/>
                </a:lnTo>
                <a:lnTo>
                  <a:pt x="251745" y="33051"/>
                </a:lnTo>
                <a:lnTo>
                  <a:pt x="242316" y="35052"/>
                </a:lnTo>
                <a:close/>
              </a:path>
              <a:path w="408940" h="382905">
                <a:moveTo>
                  <a:pt x="374667" y="144780"/>
                </a:moveTo>
                <a:lnTo>
                  <a:pt x="350520" y="144780"/>
                </a:lnTo>
                <a:lnTo>
                  <a:pt x="350520" y="30480"/>
                </a:lnTo>
                <a:lnTo>
                  <a:pt x="379476" y="30480"/>
                </a:lnTo>
                <a:lnTo>
                  <a:pt x="373380" y="35052"/>
                </a:lnTo>
                <a:lnTo>
                  <a:pt x="373618" y="77652"/>
                </a:lnTo>
                <a:lnTo>
                  <a:pt x="374142" y="114109"/>
                </a:lnTo>
                <a:lnTo>
                  <a:pt x="374667" y="144780"/>
                </a:lnTo>
                <a:close/>
              </a:path>
              <a:path w="408940" h="382905">
                <a:moveTo>
                  <a:pt x="368808" y="364236"/>
                </a:moveTo>
                <a:lnTo>
                  <a:pt x="278892" y="364236"/>
                </a:lnTo>
                <a:lnTo>
                  <a:pt x="258913" y="363378"/>
                </a:lnTo>
                <a:lnTo>
                  <a:pt x="244792" y="356235"/>
                </a:lnTo>
                <a:lnTo>
                  <a:pt x="236672" y="342804"/>
                </a:lnTo>
                <a:lnTo>
                  <a:pt x="234696" y="323088"/>
                </a:lnTo>
                <a:lnTo>
                  <a:pt x="234672" y="253626"/>
                </a:lnTo>
                <a:lnTo>
                  <a:pt x="234505" y="198310"/>
                </a:lnTo>
                <a:lnTo>
                  <a:pt x="234053" y="156995"/>
                </a:lnTo>
                <a:lnTo>
                  <a:pt x="233172" y="129540"/>
                </a:lnTo>
                <a:lnTo>
                  <a:pt x="257556" y="144780"/>
                </a:lnTo>
                <a:lnTo>
                  <a:pt x="374667" y="144780"/>
                </a:lnTo>
                <a:lnTo>
                  <a:pt x="374771" y="155448"/>
                </a:lnTo>
                <a:lnTo>
                  <a:pt x="257556" y="155448"/>
                </a:lnTo>
                <a:lnTo>
                  <a:pt x="257556" y="315468"/>
                </a:lnTo>
                <a:lnTo>
                  <a:pt x="259270" y="329231"/>
                </a:lnTo>
                <a:lnTo>
                  <a:pt x="264414" y="338709"/>
                </a:lnTo>
                <a:lnTo>
                  <a:pt x="272986" y="344185"/>
                </a:lnTo>
                <a:lnTo>
                  <a:pt x="284988" y="345948"/>
                </a:lnTo>
                <a:lnTo>
                  <a:pt x="404883" y="345948"/>
                </a:lnTo>
                <a:lnTo>
                  <a:pt x="401597" y="351591"/>
                </a:lnTo>
                <a:lnTo>
                  <a:pt x="392620" y="359473"/>
                </a:lnTo>
                <a:lnTo>
                  <a:pt x="381642" y="363640"/>
                </a:lnTo>
                <a:lnTo>
                  <a:pt x="368808" y="364236"/>
                </a:lnTo>
                <a:close/>
              </a:path>
              <a:path w="408940" h="382905">
                <a:moveTo>
                  <a:pt x="350520" y="179832"/>
                </a:moveTo>
                <a:lnTo>
                  <a:pt x="350520" y="155448"/>
                </a:lnTo>
                <a:lnTo>
                  <a:pt x="374771" y="155448"/>
                </a:lnTo>
                <a:lnTo>
                  <a:pt x="374904" y="169164"/>
                </a:lnTo>
                <a:lnTo>
                  <a:pt x="350520" y="179832"/>
                </a:lnTo>
                <a:close/>
              </a:path>
              <a:path w="408940" h="382905">
                <a:moveTo>
                  <a:pt x="404883" y="345948"/>
                </a:moveTo>
                <a:lnTo>
                  <a:pt x="364236" y="345948"/>
                </a:lnTo>
                <a:lnTo>
                  <a:pt x="370332" y="339852"/>
                </a:lnTo>
                <a:lnTo>
                  <a:pt x="371856" y="327660"/>
                </a:lnTo>
                <a:lnTo>
                  <a:pt x="373880" y="317420"/>
                </a:lnTo>
                <a:lnTo>
                  <a:pt x="375475" y="302895"/>
                </a:lnTo>
                <a:lnTo>
                  <a:pt x="376785" y="284368"/>
                </a:lnTo>
                <a:lnTo>
                  <a:pt x="377952" y="262128"/>
                </a:lnTo>
                <a:lnTo>
                  <a:pt x="385572" y="262128"/>
                </a:lnTo>
                <a:lnTo>
                  <a:pt x="388143" y="306705"/>
                </a:lnTo>
                <a:lnTo>
                  <a:pt x="408432" y="339852"/>
                </a:lnTo>
                <a:lnTo>
                  <a:pt x="404883" y="345948"/>
                </a:lnTo>
                <a:close/>
              </a:path>
              <a:path w="408940" h="382905">
                <a:moveTo>
                  <a:pt x="15240" y="35052"/>
                </a:moveTo>
                <a:lnTo>
                  <a:pt x="0" y="19812"/>
                </a:lnTo>
                <a:lnTo>
                  <a:pt x="175260" y="19812"/>
                </a:lnTo>
                <a:lnTo>
                  <a:pt x="196596" y="0"/>
                </a:lnTo>
                <a:lnTo>
                  <a:pt x="224028" y="30480"/>
                </a:lnTo>
                <a:lnTo>
                  <a:pt x="57912" y="30480"/>
                </a:lnTo>
                <a:lnTo>
                  <a:pt x="46743" y="30765"/>
                </a:lnTo>
                <a:lnTo>
                  <a:pt x="36004" y="31623"/>
                </a:lnTo>
                <a:lnTo>
                  <a:pt x="25550" y="33051"/>
                </a:lnTo>
                <a:lnTo>
                  <a:pt x="15240" y="35052"/>
                </a:lnTo>
                <a:close/>
              </a:path>
              <a:path w="408940" h="382905">
                <a:moveTo>
                  <a:pt x="100584" y="86868"/>
                </a:moveTo>
                <a:lnTo>
                  <a:pt x="79248" y="86868"/>
                </a:lnTo>
                <a:lnTo>
                  <a:pt x="79248" y="30480"/>
                </a:lnTo>
                <a:lnTo>
                  <a:pt x="100584" y="30480"/>
                </a:lnTo>
                <a:lnTo>
                  <a:pt x="100584" y="86868"/>
                </a:lnTo>
                <a:close/>
              </a:path>
              <a:path w="408940" h="382905">
                <a:moveTo>
                  <a:pt x="146304" y="86868"/>
                </a:moveTo>
                <a:lnTo>
                  <a:pt x="124968" y="86868"/>
                </a:lnTo>
                <a:lnTo>
                  <a:pt x="124968" y="30480"/>
                </a:lnTo>
                <a:lnTo>
                  <a:pt x="146304" y="30480"/>
                </a:lnTo>
                <a:lnTo>
                  <a:pt x="146304" y="86868"/>
                </a:lnTo>
                <a:close/>
              </a:path>
              <a:path w="408940" h="382905">
                <a:moveTo>
                  <a:pt x="205086" y="86868"/>
                </a:moveTo>
                <a:lnTo>
                  <a:pt x="173736" y="86868"/>
                </a:lnTo>
                <a:lnTo>
                  <a:pt x="185928" y="70104"/>
                </a:lnTo>
                <a:lnTo>
                  <a:pt x="205086" y="86868"/>
                </a:lnTo>
                <a:close/>
              </a:path>
              <a:path w="408940" h="382905">
                <a:moveTo>
                  <a:pt x="25908" y="382524"/>
                </a:moveTo>
                <a:lnTo>
                  <a:pt x="26789" y="352472"/>
                </a:lnTo>
                <a:lnTo>
                  <a:pt x="27241" y="316992"/>
                </a:lnTo>
                <a:lnTo>
                  <a:pt x="27352" y="168021"/>
                </a:lnTo>
                <a:lnTo>
                  <a:pt x="27241" y="140398"/>
                </a:lnTo>
                <a:lnTo>
                  <a:pt x="26789" y="103655"/>
                </a:lnTo>
                <a:lnTo>
                  <a:pt x="25908" y="71628"/>
                </a:lnTo>
                <a:lnTo>
                  <a:pt x="50292" y="86868"/>
                </a:lnTo>
                <a:lnTo>
                  <a:pt x="205086" y="86868"/>
                </a:lnTo>
                <a:lnTo>
                  <a:pt x="210312" y="91440"/>
                </a:lnTo>
                <a:lnTo>
                  <a:pt x="205086" y="96012"/>
                </a:lnTo>
                <a:lnTo>
                  <a:pt x="50292" y="96012"/>
                </a:lnTo>
                <a:lnTo>
                  <a:pt x="50292" y="214883"/>
                </a:lnTo>
                <a:lnTo>
                  <a:pt x="61088" y="214883"/>
                </a:lnTo>
                <a:lnTo>
                  <a:pt x="50292" y="225552"/>
                </a:lnTo>
                <a:lnTo>
                  <a:pt x="50292" y="249935"/>
                </a:lnTo>
                <a:lnTo>
                  <a:pt x="198232" y="249935"/>
                </a:lnTo>
                <a:lnTo>
                  <a:pt x="198278" y="260604"/>
                </a:lnTo>
                <a:lnTo>
                  <a:pt x="50292" y="260604"/>
                </a:lnTo>
                <a:lnTo>
                  <a:pt x="50292" y="326136"/>
                </a:lnTo>
                <a:lnTo>
                  <a:pt x="198746" y="326136"/>
                </a:lnTo>
                <a:lnTo>
                  <a:pt x="198866" y="336804"/>
                </a:lnTo>
                <a:lnTo>
                  <a:pt x="50292" y="336804"/>
                </a:lnTo>
                <a:lnTo>
                  <a:pt x="50292" y="373380"/>
                </a:lnTo>
                <a:lnTo>
                  <a:pt x="25908" y="382524"/>
                </a:lnTo>
                <a:close/>
              </a:path>
              <a:path w="408940" h="382905">
                <a:moveTo>
                  <a:pt x="61088" y="214883"/>
                </a:moveTo>
                <a:lnTo>
                  <a:pt x="50292" y="214883"/>
                </a:lnTo>
                <a:lnTo>
                  <a:pt x="63174" y="194595"/>
                </a:lnTo>
                <a:lnTo>
                  <a:pt x="72199" y="168021"/>
                </a:lnTo>
                <a:lnTo>
                  <a:pt x="77509" y="135159"/>
                </a:lnTo>
                <a:lnTo>
                  <a:pt x="79248" y="96012"/>
                </a:lnTo>
                <a:lnTo>
                  <a:pt x="100584" y="96012"/>
                </a:lnTo>
                <a:lnTo>
                  <a:pt x="97440" y="139184"/>
                </a:lnTo>
                <a:lnTo>
                  <a:pt x="88011" y="175069"/>
                </a:lnTo>
                <a:lnTo>
                  <a:pt x="72294" y="203811"/>
                </a:lnTo>
                <a:lnTo>
                  <a:pt x="61088" y="214883"/>
                </a:lnTo>
                <a:close/>
              </a:path>
              <a:path w="408940" h="382905">
                <a:moveTo>
                  <a:pt x="198232" y="249935"/>
                </a:moveTo>
                <a:lnTo>
                  <a:pt x="175260" y="249935"/>
                </a:lnTo>
                <a:lnTo>
                  <a:pt x="175260" y="211835"/>
                </a:lnTo>
                <a:lnTo>
                  <a:pt x="150876" y="211835"/>
                </a:lnTo>
                <a:lnTo>
                  <a:pt x="124968" y="96012"/>
                </a:lnTo>
                <a:lnTo>
                  <a:pt x="146304" y="96012"/>
                </a:lnTo>
                <a:lnTo>
                  <a:pt x="146304" y="187452"/>
                </a:lnTo>
                <a:lnTo>
                  <a:pt x="149352" y="192024"/>
                </a:lnTo>
                <a:lnTo>
                  <a:pt x="198146" y="192024"/>
                </a:lnTo>
                <a:lnTo>
                  <a:pt x="198232" y="249935"/>
                </a:lnTo>
                <a:close/>
              </a:path>
              <a:path w="408940" h="382905">
                <a:moveTo>
                  <a:pt x="198146" y="192024"/>
                </a:moveTo>
                <a:lnTo>
                  <a:pt x="175260" y="192024"/>
                </a:lnTo>
                <a:lnTo>
                  <a:pt x="175260" y="96012"/>
                </a:lnTo>
                <a:lnTo>
                  <a:pt x="205086" y="96012"/>
                </a:lnTo>
                <a:lnTo>
                  <a:pt x="198120" y="102108"/>
                </a:lnTo>
                <a:lnTo>
                  <a:pt x="198146" y="192024"/>
                </a:lnTo>
                <a:close/>
              </a:path>
              <a:path w="408940" h="382905">
                <a:moveTo>
                  <a:pt x="198746" y="326136"/>
                </a:moveTo>
                <a:lnTo>
                  <a:pt x="175260" y="326136"/>
                </a:lnTo>
                <a:lnTo>
                  <a:pt x="175260" y="260604"/>
                </a:lnTo>
                <a:lnTo>
                  <a:pt x="198278" y="260604"/>
                </a:lnTo>
                <a:lnTo>
                  <a:pt x="198449" y="299618"/>
                </a:lnTo>
                <a:lnTo>
                  <a:pt x="198746" y="326136"/>
                </a:lnTo>
                <a:close/>
              </a:path>
              <a:path w="408940" h="382905">
                <a:moveTo>
                  <a:pt x="175260" y="379476"/>
                </a:moveTo>
                <a:lnTo>
                  <a:pt x="175260" y="336804"/>
                </a:lnTo>
                <a:lnTo>
                  <a:pt x="198866" y="336804"/>
                </a:lnTo>
                <a:lnTo>
                  <a:pt x="198900" y="339852"/>
                </a:lnTo>
                <a:lnTo>
                  <a:pt x="199644" y="367284"/>
                </a:lnTo>
                <a:lnTo>
                  <a:pt x="175260" y="37947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" name="object 32"/>
          <p:cNvSpPr/>
          <p:nvPr/>
        </p:nvSpPr>
        <p:spPr>
          <a:xfrm>
            <a:off x="2129027" y="2924555"/>
            <a:ext cx="131445" cy="428625"/>
          </a:xfrm>
          <a:custGeom>
            <a:avLst/>
            <a:gdLst/>
            <a:ahLst/>
            <a:cxnLst/>
            <a:rect l="l" t="t" r="r" b="b"/>
            <a:pathLst>
              <a:path w="131444" h="428625">
                <a:moveTo>
                  <a:pt x="131063" y="428243"/>
                </a:moveTo>
                <a:lnTo>
                  <a:pt x="82295" y="428243"/>
                </a:lnTo>
                <a:lnTo>
                  <a:pt x="64007" y="405098"/>
                </a:lnTo>
                <a:lnTo>
                  <a:pt x="34289" y="357092"/>
                </a:lnTo>
                <a:lnTo>
                  <a:pt x="12858" y="305966"/>
                </a:lnTo>
                <a:lnTo>
                  <a:pt x="1428" y="247149"/>
                </a:lnTo>
                <a:lnTo>
                  <a:pt x="0" y="214883"/>
                </a:lnTo>
                <a:lnTo>
                  <a:pt x="1404" y="181736"/>
                </a:lnTo>
                <a:lnTo>
                  <a:pt x="12215" y="122300"/>
                </a:lnTo>
                <a:lnTo>
                  <a:pt x="33647" y="71151"/>
                </a:lnTo>
                <a:lnTo>
                  <a:pt x="63984" y="23145"/>
                </a:lnTo>
                <a:lnTo>
                  <a:pt x="82295" y="0"/>
                </a:lnTo>
                <a:lnTo>
                  <a:pt x="131063" y="0"/>
                </a:lnTo>
                <a:lnTo>
                  <a:pt x="131063" y="3047"/>
                </a:lnTo>
                <a:lnTo>
                  <a:pt x="114299" y="19621"/>
                </a:lnTo>
                <a:lnTo>
                  <a:pt x="105775" y="28979"/>
                </a:lnTo>
                <a:lnTo>
                  <a:pt x="82486" y="61531"/>
                </a:lnTo>
                <a:lnTo>
                  <a:pt x="62031" y="100869"/>
                </a:lnTo>
                <a:lnTo>
                  <a:pt x="43243" y="162591"/>
                </a:lnTo>
                <a:lnTo>
                  <a:pt x="38099" y="214883"/>
                </a:lnTo>
                <a:lnTo>
                  <a:pt x="38671" y="232862"/>
                </a:lnTo>
                <a:lnTo>
                  <a:pt x="51220" y="297656"/>
                </a:lnTo>
                <a:lnTo>
                  <a:pt x="68579" y="341375"/>
                </a:lnTo>
                <a:lnTo>
                  <a:pt x="89582" y="377809"/>
                </a:lnTo>
                <a:lnTo>
                  <a:pt x="114871" y="409193"/>
                </a:lnTo>
                <a:lnTo>
                  <a:pt x="131063" y="425195"/>
                </a:lnTo>
                <a:lnTo>
                  <a:pt x="131063" y="42824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" name="object 33"/>
          <p:cNvSpPr/>
          <p:nvPr/>
        </p:nvSpPr>
        <p:spPr>
          <a:xfrm>
            <a:off x="2305812" y="2895599"/>
            <a:ext cx="843280" cy="414655"/>
          </a:xfrm>
          <a:custGeom>
            <a:avLst/>
            <a:gdLst/>
            <a:ahLst/>
            <a:cxnLst/>
            <a:rect l="l" t="t" r="r" b="b"/>
            <a:pathLst>
              <a:path w="843280" h="414654">
                <a:moveTo>
                  <a:pt x="379476" y="193548"/>
                </a:moveTo>
                <a:lnTo>
                  <a:pt x="352044" y="161544"/>
                </a:lnTo>
                <a:lnTo>
                  <a:pt x="330708" y="182880"/>
                </a:lnTo>
                <a:lnTo>
                  <a:pt x="291084" y="182880"/>
                </a:lnTo>
                <a:lnTo>
                  <a:pt x="291084" y="126492"/>
                </a:lnTo>
                <a:lnTo>
                  <a:pt x="356616" y="126492"/>
                </a:lnTo>
                <a:lnTo>
                  <a:pt x="330708" y="96012"/>
                </a:lnTo>
                <a:lnTo>
                  <a:pt x="312420" y="115824"/>
                </a:lnTo>
                <a:lnTo>
                  <a:pt x="291084" y="115824"/>
                </a:lnTo>
                <a:lnTo>
                  <a:pt x="291084" y="59436"/>
                </a:lnTo>
                <a:lnTo>
                  <a:pt x="356616" y="59436"/>
                </a:lnTo>
                <a:lnTo>
                  <a:pt x="347395" y="48768"/>
                </a:lnTo>
                <a:lnTo>
                  <a:pt x="327660" y="25908"/>
                </a:lnTo>
                <a:lnTo>
                  <a:pt x="304800" y="48768"/>
                </a:lnTo>
                <a:lnTo>
                  <a:pt x="271272" y="48768"/>
                </a:lnTo>
                <a:lnTo>
                  <a:pt x="271272" y="59436"/>
                </a:lnTo>
                <a:lnTo>
                  <a:pt x="271272" y="115824"/>
                </a:lnTo>
                <a:lnTo>
                  <a:pt x="271272" y="126492"/>
                </a:lnTo>
                <a:lnTo>
                  <a:pt x="271272" y="182880"/>
                </a:lnTo>
                <a:lnTo>
                  <a:pt x="227076" y="182880"/>
                </a:lnTo>
                <a:lnTo>
                  <a:pt x="227076" y="126492"/>
                </a:lnTo>
                <a:lnTo>
                  <a:pt x="271272" y="126492"/>
                </a:lnTo>
                <a:lnTo>
                  <a:pt x="271272" y="115824"/>
                </a:lnTo>
                <a:lnTo>
                  <a:pt x="227076" y="115824"/>
                </a:lnTo>
                <a:lnTo>
                  <a:pt x="227076" y="59436"/>
                </a:lnTo>
                <a:lnTo>
                  <a:pt x="271272" y="59436"/>
                </a:lnTo>
                <a:lnTo>
                  <a:pt x="271272" y="48768"/>
                </a:lnTo>
                <a:lnTo>
                  <a:pt x="207264" y="48768"/>
                </a:lnTo>
                <a:lnTo>
                  <a:pt x="207264" y="59436"/>
                </a:lnTo>
                <a:lnTo>
                  <a:pt x="207264" y="115824"/>
                </a:lnTo>
                <a:lnTo>
                  <a:pt x="207264" y="126492"/>
                </a:lnTo>
                <a:lnTo>
                  <a:pt x="207264" y="182880"/>
                </a:lnTo>
                <a:lnTo>
                  <a:pt x="160020" y="182880"/>
                </a:lnTo>
                <a:lnTo>
                  <a:pt x="160020" y="126492"/>
                </a:lnTo>
                <a:lnTo>
                  <a:pt x="207264" y="126492"/>
                </a:lnTo>
                <a:lnTo>
                  <a:pt x="207264" y="115824"/>
                </a:lnTo>
                <a:lnTo>
                  <a:pt x="160020" y="115824"/>
                </a:lnTo>
                <a:lnTo>
                  <a:pt x="160020" y="59436"/>
                </a:lnTo>
                <a:lnTo>
                  <a:pt x="207264" y="59436"/>
                </a:lnTo>
                <a:lnTo>
                  <a:pt x="207264" y="48768"/>
                </a:lnTo>
                <a:lnTo>
                  <a:pt x="141732" y="48768"/>
                </a:lnTo>
                <a:lnTo>
                  <a:pt x="141732" y="59436"/>
                </a:lnTo>
                <a:lnTo>
                  <a:pt x="141732" y="115824"/>
                </a:lnTo>
                <a:lnTo>
                  <a:pt x="141732" y="126492"/>
                </a:lnTo>
                <a:lnTo>
                  <a:pt x="141732" y="182880"/>
                </a:lnTo>
                <a:lnTo>
                  <a:pt x="97536" y="182880"/>
                </a:lnTo>
                <a:lnTo>
                  <a:pt x="97536" y="126492"/>
                </a:lnTo>
                <a:lnTo>
                  <a:pt x="141732" y="126492"/>
                </a:lnTo>
                <a:lnTo>
                  <a:pt x="141732" y="115824"/>
                </a:lnTo>
                <a:lnTo>
                  <a:pt x="97536" y="115824"/>
                </a:lnTo>
                <a:lnTo>
                  <a:pt x="97536" y="59436"/>
                </a:lnTo>
                <a:lnTo>
                  <a:pt x="141732" y="59436"/>
                </a:lnTo>
                <a:lnTo>
                  <a:pt x="141732" y="48768"/>
                </a:lnTo>
                <a:lnTo>
                  <a:pt x="86868" y="48768"/>
                </a:lnTo>
                <a:lnTo>
                  <a:pt x="92913" y="41605"/>
                </a:lnTo>
                <a:lnTo>
                  <a:pt x="97536" y="36004"/>
                </a:lnTo>
                <a:lnTo>
                  <a:pt x="101003" y="31838"/>
                </a:lnTo>
                <a:lnTo>
                  <a:pt x="103632" y="28956"/>
                </a:lnTo>
                <a:lnTo>
                  <a:pt x="105156" y="24384"/>
                </a:lnTo>
                <a:lnTo>
                  <a:pt x="109728" y="21336"/>
                </a:lnTo>
                <a:lnTo>
                  <a:pt x="117348" y="19812"/>
                </a:lnTo>
                <a:lnTo>
                  <a:pt x="89916" y="0"/>
                </a:lnTo>
                <a:lnTo>
                  <a:pt x="67195" y="42862"/>
                </a:lnTo>
                <a:lnTo>
                  <a:pt x="40767" y="79057"/>
                </a:lnTo>
                <a:lnTo>
                  <a:pt x="19812" y="102108"/>
                </a:lnTo>
                <a:lnTo>
                  <a:pt x="24384" y="105156"/>
                </a:lnTo>
                <a:lnTo>
                  <a:pt x="39814" y="93726"/>
                </a:lnTo>
                <a:lnTo>
                  <a:pt x="54102" y="82296"/>
                </a:lnTo>
                <a:lnTo>
                  <a:pt x="67246" y="70866"/>
                </a:lnTo>
                <a:lnTo>
                  <a:pt x="79248" y="59436"/>
                </a:lnTo>
                <a:lnTo>
                  <a:pt x="79248" y="115824"/>
                </a:lnTo>
                <a:lnTo>
                  <a:pt x="22860" y="115824"/>
                </a:lnTo>
                <a:lnTo>
                  <a:pt x="38100" y="131064"/>
                </a:lnTo>
                <a:lnTo>
                  <a:pt x="48387" y="129070"/>
                </a:lnTo>
                <a:lnTo>
                  <a:pt x="58674" y="127635"/>
                </a:lnTo>
                <a:lnTo>
                  <a:pt x="68961" y="126784"/>
                </a:lnTo>
                <a:lnTo>
                  <a:pt x="79248" y="126492"/>
                </a:lnTo>
                <a:lnTo>
                  <a:pt x="79248" y="182880"/>
                </a:lnTo>
                <a:lnTo>
                  <a:pt x="6096" y="182880"/>
                </a:lnTo>
                <a:lnTo>
                  <a:pt x="21336" y="198120"/>
                </a:lnTo>
                <a:lnTo>
                  <a:pt x="30975" y="196126"/>
                </a:lnTo>
                <a:lnTo>
                  <a:pt x="41338" y="194691"/>
                </a:lnTo>
                <a:lnTo>
                  <a:pt x="51981" y="193840"/>
                </a:lnTo>
                <a:lnTo>
                  <a:pt x="62484" y="193548"/>
                </a:lnTo>
                <a:lnTo>
                  <a:pt x="86868" y="193548"/>
                </a:lnTo>
                <a:lnTo>
                  <a:pt x="66929" y="240703"/>
                </a:lnTo>
                <a:lnTo>
                  <a:pt x="45288" y="275323"/>
                </a:lnTo>
                <a:lnTo>
                  <a:pt x="19088" y="308571"/>
                </a:lnTo>
                <a:lnTo>
                  <a:pt x="4572" y="324612"/>
                </a:lnTo>
                <a:lnTo>
                  <a:pt x="7620" y="327660"/>
                </a:lnTo>
                <a:lnTo>
                  <a:pt x="24498" y="315620"/>
                </a:lnTo>
                <a:lnTo>
                  <a:pt x="38671" y="304419"/>
                </a:lnTo>
                <a:lnTo>
                  <a:pt x="50266" y="293801"/>
                </a:lnTo>
                <a:lnTo>
                  <a:pt x="59436" y="283464"/>
                </a:lnTo>
                <a:lnTo>
                  <a:pt x="64338" y="294322"/>
                </a:lnTo>
                <a:lnTo>
                  <a:pt x="67818" y="304038"/>
                </a:lnTo>
                <a:lnTo>
                  <a:pt x="70142" y="312610"/>
                </a:lnTo>
                <a:lnTo>
                  <a:pt x="71628" y="320040"/>
                </a:lnTo>
                <a:lnTo>
                  <a:pt x="73152" y="330708"/>
                </a:lnTo>
                <a:lnTo>
                  <a:pt x="76200" y="335280"/>
                </a:lnTo>
                <a:lnTo>
                  <a:pt x="79248" y="333756"/>
                </a:lnTo>
                <a:lnTo>
                  <a:pt x="83820" y="332232"/>
                </a:lnTo>
                <a:lnTo>
                  <a:pt x="86868" y="329184"/>
                </a:lnTo>
                <a:lnTo>
                  <a:pt x="89916" y="320040"/>
                </a:lnTo>
                <a:lnTo>
                  <a:pt x="91440" y="316992"/>
                </a:lnTo>
                <a:lnTo>
                  <a:pt x="91440" y="312420"/>
                </a:lnTo>
                <a:lnTo>
                  <a:pt x="68592" y="283464"/>
                </a:lnTo>
                <a:lnTo>
                  <a:pt x="62484" y="278892"/>
                </a:lnTo>
                <a:lnTo>
                  <a:pt x="79248" y="262128"/>
                </a:lnTo>
                <a:lnTo>
                  <a:pt x="143256" y="262128"/>
                </a:lnTo>
                <a:lnTo>
                  <a:pt x="116967" y="314134"/>
                </a:lnTo>
                <a:lnTo>
                  <a:pt x="83820" y="353568"/>
                </a:lnTo>
                <a:lnTo>
                  <a:pt x="43624" y="382905"/>
                </a:lnTo>
                <a:lnTo>
                  <a:pt x="0" y="405384"/>
                </a:lnTo>
                <a:lnTo>
                  <a:pt x="1524" y="411480"/>
                </a:lnTo>
                <a:lnTo>
                  <a:pt x="54102" y="391096"/>
                </a:lnTo>
                <a:lnTo>
                  <a:pt x="97536" y="362712"/>
                </a:lnTo>
                <a:lnTo>
                  <a:pt x="133350" y="323659"/>
                </a:lnTo>
                <a:lnTo>
                  <a:pt x="164592" y="269748"/>
                </a:lnTo>
                <a:lnTo>
                  <a:pt x="176555" y="262128"/>
                </a:lnTo>
                <a:lnTo>
                  <a:pt x="181356" y="259080"/>
                </a:lnTo>
                <a:lnTo>
                  <a:pt x="173253" y="251460"/>
                </a:lnTo>
                <a:lnTo>
                  <a:pt x="155448" y="234696"/>
                </a:lnTo>
                <a:lnTo>
                  <a:pt x="141732" y="251460"/>
                </a:lnTo>
                <a:lnTo>
                  <a:pt x="83820" y="251460"/>
                </a:lnTo>
                <a:lnTo>
                  <a:pt x="87477" y="244868"/>
                </a:lnTo>
                <a:lnTo>
                  <a:pt x="91440" y="238696"/>
                </a:lnTo>
                <a:lnTo>
                  <a:pt x="95389" y="232816"/>
                </a:lnTo>
                <a:lnTo>
                  <a:pt x="99060" y="227076"/>
                </a:lnTo>
                <a:lnTo>
                  <a:pt x="103886" y="221653"/>
                </a:lnTo>
                <a:lnTo>
                  <a:pt x="109156" y="216789"/>
                </a:lnTo>
                <a:lnTo>
                  <a:pt x="114693" y="212509"/>
                </a:lnTo>
                <a:lnTo>
                  <a:pt x="120396" y="208788"/>
                </a:lnTo>
                <a:lnTo>
                  <a:pt x="92964" y="193548"/>
                </a:lnTo>
                <a:lnTo>
                  <a:pt x="379476" y="193548"/>
                </a:lnTo>
                <a:close/>
              </a:path>
              <a:path w="843280" h="414654">
                <a:moveTo>
                  <a:pt x="388620" y="326136"/>
                </a:moveTo>
                <a:lnTo>
                  <a:pt x="378460" y="315468"/>
                </a:lnTo>
                <a:lnTo>
                  <a:pt x="358140" y="294132"/>
                </a:lnTo>
                <a:lnTo>
                  <a:pt x="338328" y="315468"/>
                </a:lnTo>
                <a:lnTo>
                  <a:pt x="289560" y="315468"/>
                </a:lnTo>
                <a:lnTo>
                  <a:pt x="289560" y="259080"/>
                </a:lnTo>
                <a:lnTo>
                  <a:pt x="374904" y="259080"/>
                </a:lnTo>
                <a:lnTo>
                  <a:pt x="345948" y="228600"/>
                </a:lnTo>
                <a:lnTo>
                  <a:pt x="324612" y="249936"/>
                </a:lnTo>
                <a:lnTo>
                  <a:pt x="289560" y="249936"/>
                </a:lnTo>
                <a:lnTo>
                  <a:pt x="289560" y="225552"/>
                </a:lnTo>
                <a:lnTo>
                  <a:pt x="301752" y="213360"/>
                </a:lnTo>
                <a:lnTo>
                  <a:pt x="265176" y="195072"/>
                </a:lnTo>
                <a:lnTo>
                  <a:pt x="266052" y="205079"/>
                </a:lnTo>
                <a:lnTo>
                  <a:pt x="266509" y="214503"/>
                </a:lnTo>
                <a:lnTo>
                  <a:pt x="266674" y="224409"/>
                </a:lnTo>
                <a:lnTo>
                  <a:pt x="266700" y="249936"/>
                </a:lnTo>
                <a:lnTo>
                  <a:pt x="184404" y="249936"/>
                </a:lnTo>
                <a:lnTo>
                  <a:pt x="201168" y="265176"/>
                </a:lnTo>
                <a:lnTo>
                  <a:pt x="210591" y="262940"/>
                </a:lnTo>
                <a:lnTo>
                  <a:pt x="220599" y="260985"/>
                </a:lnTo>
                <a:lnTo>
                  <a:pt x="231165" y="259613"/>
                </a:lnTo>
                <a:lnTo>
                  <a:pt x="242316" y="259080"/>
                </a:lnTo>
                <a:lnTo>
                  <a:pt x="266700" y="259080"/>
                </a:lnTo>
                <a:lnTo>
                  <a:pt x="266700" y="315468"/>
                </a:lnTo>
                <a:lnTo>
                  <a:pt x="207264" y="315468"/>
                </a:lnTo>
                <a:lnTo>
                  <a:pt x="212737" y="302323"/>
                </a:lnTo>
                <a:lnTo>
                  <a:pt x="217932" y="292608"/>
                </a:lnTo>
                <a:lnTo>
                  <a:pt x="223113" y="286321"/>
                </a:lnTo>
                <a:lnTo>
                  <a:pt x="228600" y="283464"/>
                </a:lnTo>
                <a:lnTo>
                  <a:pt x="201168" y="266700"/>
                </a:lnTo>
                <a:lnTo>
                  <a:pt x="198856" y="273850"/>
                </a:lnTo>
                <a:lnTo>
                  <a:pt x="196405" y="281559"/>
                </a:lnTo>
                <a:lnTo>
                  <a:pt x="193776" y="289496"/>
                </a:lnTo>
                <a:lnTo>
                  <a:pt x="173736" y="318516"/>
                </a:lnTo>
                <a:lnTo>
                  <a:pt x="193548" y="339852"/>
                </a:lnTo>
                <a:lnTo>
                  <a:pt x="205740" y="326136"/>
                </a:lnTo>
                <a:lnTo>
                  <a:pt x="266700" y="326136"/>
                </a:lnTo>
                <a:lnTo>
                  <a:pt x="266458" y="353809"/>
                </a:lnTo>
                <a:lnTo>
                  <a:pt x="265912" y="377837"/>
                </a:lnTo>
                <a:lnTo>
                  <a:pt x="265430" y="395147"/>
                </a:lnTo>
                <a:lnTo>
                  <a:pt x="265176" y="409956"/>
                </a:lnTo>
                <a:lnTo>
                  <a:pt x="291084" y="400812"/>
                </a:lnTo>
                <a:lnTo>
                  <a:pt x="290195" y="391655"/>
                </a:lnTo>
                <a:lnTo>
                  <a:pt x="289775" y="382905"/>
                </a:lnTo>
                <a:lnTo>
                  <a:pt x="289661" y="377837"/>
                </a:lnTo>
                <a:lnTo>
                  <a:pt x="289560" y="326136"/>
                </a:lnTo>
                <a:lnTo>
                  <a:pt x="388620" y="326136"/>
                </a:lnTo>
                <a:close/>
              </a:path>
              <a:path w="843280" h="414654">
                <a:moveTo>
                  <a:pt x="736079" y="181368"/>
                </a:moveTo>
                <a:lnTo>
                  <a:pt x="705599" y="149364"/>
                </a:lnTo>
                <a:lnTo>
                  <a:pt x="684263" y="170700"/>
                </a:lnTo>
                <a:lnTo>
                  <a:pt x="525767" y="170700"/>
                </a:lnTo>
                <a:lnTo>
                  <a:pt x="541007" y="185940"/>
                </a:lnTo>
                <a:lnTo>
                  <a:pt x="551065" y="183934"/>
                </a:lnTo>
                <a:lnTo>
                  <a:pt x="560819" y="182511"/>
                </a:lnTo>
                <a:lnTo>
                  <a:pt x="570585" y="181648"/>
                </a:lnTo>
                <a:lnTo>
                  <a:pt x="580631" y="181368"/>
                </a:lnTo>
                <a:lnTo>
                  <a:pt x="736079" y="181368"/>
                </a:lnTo>
                <a:close/>
              </a:path>
              <a:path w="843280" h="414654">
                <a:moveTo>
                  <a:pt x="819899" y="256044"/>
                </a:moveTo>
                <a:lnTo>
                  <a:pt x="784860" y="220992"/>
                </a:lnTo>
                <a:lnTo>
                  <a:pt x="760463" y="245376"/>
                </a:lnTo>
                <a:lnTo>
                  <a:pt x="460235" y="245376"/>
                </a:lnTo>
                <a:lnTo>
                  <a:pt x="475475" y="262140"/>
                </a:lnTo>
                <a:lnTo>
                  <a:pt x="484911" y="259257"/>
                </a:lnTo>
                <a:lnTo>
                  <a:pt x="494906" y="257378"/>
                </a:lnTo>
                <a:lnTo>
                  <a:pt x="505485" y="256349"/>
                </a:lnTo>
                <a:lnTo>
                  <a:pt x="516623" y="256044"/>
                </a:lnTo>
                <a:lnTo>
                  <a:pt x="597395" y="256044"/>
                </a:lnTo>
                <a:lnTo>
                  <a:pt x="571042" y="301688"/>
                </a:lnTo>
                <a:lnTo>
                  <a:pt x="538137" y="343408"/>
                </a:lnTo>
                <a:lnTo>
                  <a:pt x="507796" y="369176"/>
                </a:lnTo>
                <a:lnTo>
                  <a:pt x="493763" y="374916"/>
                </a:lnTo>
                <a:lnTo>
                  <a:pt x="512051" y="409968"/>
                </a:lnTo>
                <a:lnTo>
                  <a:pt x="563918" y="396887"/>
                </a:lnTo>
                <a:lnTo>
                  <a:pt x="623595" y="388861"/>
                </a:lnTo>
                <a:lnTo>
                  <a:pt x="737603" y="376440"/>
                </a:lnTo>
                <a:lnTo>
                  <a:pt x="743915" y="384416"/>
                </a:lnTo>
                <a:lnTo>
                  <a:pt x="749236" y="392252"/>
                </a:lnTo>
                <a:lnTo>
                  <a:pt x="753681" y="399796"/>
                </a:lnTo>
                <a:lnTo>
                  <a:pt x="757415" y="406920"/>
                </a:lnTo>
                <a:lnTo>
                  <a:pt x="758939" y="411492"/>
                </a:lnTo>
                <a:lnTo>
                  <a:pt x="761987" y="414540"/>
                </a:lnTo>
                <a:lnTo>
                  <a:pt x="766572" y="414540"/>
                </a:lnTo>
                <a:lnTo>
                  <a:pt x="769607" y="411492"/>
                </a:lnTo>
                <a:lnTo>
                  <a:pt x="774179" y="403872"/>
                </a:lnTo>
                <a:lnTo>
                  <a:pt x="780275" y="391680"/>
                </a:lnTo>
                <a:lnTo>
                  <a:pt x="780275" y="387108"/>
                </a:lnTo>
                <a:lnTo>
                  <a:pt x="778611" y="378841"/>
                </a:lnTo>
                <a:lnTo>
                  <a:pt x="777278" y="376440"/>
                </a:lnTo>
                <a:lnTo>
                  <a:pt x="776439" y="374916"/>
                </a:lnTo>
                <a:lnTo>
                  <a:pt x="742175" y="341122"/>
                </a:lnTo>
                <a:lnTo>
                  <a:pt x="701027" y="314121"/>
                </a:lnTo>
                <a:lnTo>
                  <a:pt x="673595" y="297192"/>
                </a:lnTo>
                <a:lnTo>
                  <a:pt x="669023" y="303288"/>
                </a:lnTo>
                <a:lnTo>
                  <a:pt x="687578" y="320141"/>
                </a:lnTo>
                <a:lnTo>
                  <a:pt x="704265" y="336435"/>
                </a:lnTo>
                <a:lnTo>
                  <a:pt x="718870" y="352056"/>
                </a:lnTo>
                <a:lnTo>
                  <a:pt x="731507" y="367296"/>
                </a:lnTo>
                <a:lnTo>
                  <a:pt x="524243" y="374916"/>
                </a:lnTo>
                <a:lnTo>
                  <a:pt x="545084" y="359486"/>
                </a:lnTo>
                <a:lnTo>
                  <a:pt x="568629" y="338340"/>
                </a:lnTo>
                <a:lnTo>
                  <a:pt x="594753" y="311480"/>
                </a:lnTo>
                <a:lnTo>
                  <a:pt x="623303" y="278904"/>
                </a:lnTo>
                <a:lnTo>
                  <a:pt x="638543" y="274332"/>
                </a:lnTo>
                <a:lnTo>
                  <a:pt x="614159" y="256044"/>
                </a:lnTo>
                <a:lnTo>
                  <a:pt x="819899" y="256044"/>
                </a:lnTo>
                <a:close/>
              </a:path>
              <a:path w="843280" h="414654">
                <a:moveTo>
                  <a:pt x="842759" y="166128"/>
                </a:moveTo>
                <a:lnTo>
                  <a:pt x="776465" y="148031"/>
                </a:lnTo>
                <a:lnTo>
                  <a:pt x="719315" y="117360"/>
                </a:lnTo>
                <a:lnTo>
                  <a:pt x="673404" y="78117"/>
                </a:lnTo>
                <a:lnTo>
                  <a:pt x="646620" y="45732"/>
                </a:lnTo>
                <a:lnTo>
                  <a:pt x="640067" y="36588"/>
                </a:lnTo>
                <a:lnTo>
                  <a:pt x="658355" y="25920"/>
                </a:lnTo>
                <a:lnTo>
                  <a:pt x="621779" y="12"/>
                </a:lnTo>
                <a:lnTo>
                  <a:pt x="606615" y="32842"/>
                </a:lnTo>
                <a:lnTo>
                  <a:pt x="588441" y="64973"/>
                </a:lnTo>
                <a:lnTo>
                  <a:pt x="542531" y="126504"/>
                </a:lnTo>
                <a:lnTo>
                  <a:pt x="516585" y="154736"/>
                </a:lnTo>
                <a:lnTo>
                  <a:pt x="460667" y="201510"/>
                </a:lnTo>
                <a:lnTo>
                  <a:pt x="431279" y="219468"/>
                </a:lnTo>
                <a:lnTo>
                  <a:pt x="437375" y="225564"/>
                </a:lnTo>
                <a:lnTo>
                  <a:pt x="496430" y="190131"/>
                </a:lnTo>
                <a:lnTo>
                  <a:pt x="548627" y="147840"/>
                </a:lnTo>
                <a:lnTo>
                  <a:pt x="595299" y="99072"/>
                </a:lnTo>
                <a:lnTo>
                  <a:pt x="633971" y="45732"/>
                </a:lnTo>
                <a:lnTo>
                  <a:pt x="653072" y="74891"/>
                </a:lnTo>
                <a:lnTo>
                  <a:pt x="695274" y="123520"/>
                </a:lnTo>
                <a:lnTo>
                  <a:pt x="740371" y="160997"/>
                </a:lnTo>
                <a:lnTo>
                  <a:pt x="783805" y="186766"/>
                </a:lnTo>
                <a:lnTo>
                  <a:pt x="804672" y="195084"/>
                </a:lnTo>
                <a:lnTo>
                  <a:pt x="809548" y="186791"/>
                </a:lnTo>
                <a:lnTo>
                  <a:pt x="817435" y="180225"/>
                </a:lnTo>
                <a:lnTo>
                  <a:pt x="828459" y="175361"/>
                </a:lnTo>
                <a:lnTo>
                  <a:pt x="842759" y="172224"/>
                </a:lnTo>
                <a:lnTo>
                  <a:pt x="842759" y="16612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pic>
        <p:nvPicPr>
          <p:cNvPr id="34" name="object 34"/>
          <p:cNvPicPr/>
          <p:nvPr/>
        </p:nvPicPr>
        <p:blipFill>
          <a:blip r:embed="rId6" cstate="print"/>
          <a:stretch>
            <a:fillRect/>
          </a:stretch>
        </p:blipFill>
        <p:spPr>
          <a:xfrm>
            <a:off x="3221735" y="3160871"/>
            <a:ext cx="68580" cy="118776"/>
          </a:xfrm>
          <a:prstGeom prst="rect">
            <a:avLst/>
          </a:prstGeom>
        </p:spPr>
      </p:pic>
      <p:sp>
        <p:nvSpPr>
          <p:cNvPr id="35" name="object 35"/>
          <p:cNvSpPr/>
          <p:nvPr/>
        </p:nvSpPr>
        <p:spPr>
          <a:xfrm>
            <a:off x="3631692" y="2897123"/>
            <a:ext cx="841375" cy="411480"/>
          </a:xfrm>
          <a:custGeom>
            <a:avLst/>
            <a:gdLst/>
            <a:ahLst/>
            <a:cxnLst/>
            <a:rect l="l" t="t" r="r" b="b"/>
            <a:pathLst>
              <a:path w="841375" h="411479">
                <a:moveTo>
                  <a:pt x="166116" y="114300"/>
                </a:moveTo>
                <a:lnTo>
                  <a:pt x="140208" y="94488"/>
                </a:lnTo>
                <a:lnTo>
                  <a:pt x="132588" y="105918"/>
                </a:lnTo>
                <a:lnTo>
                  <a:pt x="132588" y="118872"/>
                </a:lnTo>
                <a:lnTo>
                  <a:pt x="125133" y="164261"/>
                </a:lnTo>
                <a:lnTo>
                  <a:pt x="116395" y="206502"/>
                </a:lnTo>
                <a:lnTo>
                  <a:pt x="106222" y="245325"/>
                </a:lnTo>
                <a:lnTo>
                  <a:pt x="94488" y="280416"/>
                </a:lnTo>
                <a:lnTo>
                  <a:pt x="68199" y="270510"/>
                </a:lnTo>
                <a:lnTo>
                  <a:pt x="54190" y="265417"/>
                </a:lnTo>
                <a:lnTo>
                  <a:pt x="39624" y="260604"/>
                </a:lnTo>
                <a:lnTo>
                  <a:pt x="53289" y="213169"/>
                </a:lnTo>
                <a:lnTo>
                  <a:pt x="64389" y="173736"/>
                </a:lnTo>
                <a:lnTo>
                  <a:pt x="72618" y="142303"/>
                </a:lnTo>
                <a:lnTo>
                  <a:pt x="77724" y="118872"/>
                </a:lnTo>
                <a:lnTo>
                  <a:pt x="132588" y="118872"/>
                </a:lnTo>
                <a:lnTo>
                  <a:pt x="132588" y="105918"/>
                </a:lnTo>
                <a:lnTo>
                  <a:pt x="131064" y="108204"/>
                </a:lnTo>
                <a:lnTo>
                  <a:pt x="79248" y="108204"/>
                </a:lnTo>
                <a:lnTo>
                  <a:pt x="86436" y="83654"/>
                </a:lnTo>
                <a:lnTo>
                  <a:pt x="92202" y="62674"/>
                </a:lnTo>
                <a:lnTo>
                  <a:pt x="96812" y="45415"/>
                </a:lnTo>
                <a:lnTo>
                  <a:pt x="100584" y="32004"/>
                </a:lnTo>
                <a:lnTo>
                  <a:pt x="114300" y="21336"/>
                </a:lnTo>
                <a:lnTo>
                  <a:pt x="76200" y="0"/>
                </a:lnTo>
                <a:lnTo>
                  <a:pt x="73977" y="20345"/>
                </a:lnTo>
                <a:lnTo>
                  <a:pt x="69913" y="44958"/>
                </a:lnTo>
                <a:lnTo>
                  <a:pt x="64401" y="74155"/>
                </a:lnTo>
                <a:lnTo>
                  <a:pt x="57912" y="108204"/>
                </a:lnTo>
                <a:lnTo>
                  <a:pt x="0" y="108204"/>
                </a:lnTo>
                <a:lnTo>
                  <a:pt x="13716" y="121920"/>
                </a:lnTo>
                <a:lnTo>
                  <a:pt x="28956" y="118872"/>
                </a:lnTo>
                <a:lnTo>
                  <a:pt x="54864" y="118872"/>
                </a:lnTo>
                <a:lnTo>
                  <a:pt x="46329" y="156070"/>
                </a:lnTo>
                <a:lnTo>
                  <a:pt x="36957" y="192405"/>
                </a:lnTo>
                <a:lnTo>
                  <a:pt x="27000" y="228180"/>
                </a:lnTo>
                <a:lnTo>
                  <a:pt x="16764" y="263652"/>
                </a:lnTo>
                <a:lnTo>
                  <a:pt x="32207" y="269354"/>
                </a:lnTo>
                <a:lnTo>
                  <a:pt x="48958" y="277177"/>
                </a:lnTo>
                <a:lnTo>
                  <a:pt x="67119" y="287020"/>
                </a:lnTo>
                <a:lnTo>
                  <a:pt x="86868" y="298704"/>
                </a:lnTo>
                <a:lnTo>
                  <a:pt x="69430" y="326453"/>
                </a:lnTo>
                <a:lnTo>
                  <a:pt x="49149" y="352615"/>
                </a:lnTo>
                <a:lnTo>
                  <a:pt x="25996" y="377367"/>
                </a:lnTo>
                <a:lnTo>
                  <a:pt x="0" y="400812"/>
                </a:lnTo>
                <a:lnTo>
                  <a:pt x="3048" y="405384"/>
                </a:lnTo>
                <a:lnTo>
                  <a:pt x="32473" y="385648"/>
                </a:lnTo>
                <a:lnTo>
                  <a:pt x="59055" y="362902"/>
                </a:lnTo>
                <a:lnTo>
                  <a:pt x="82765" y="337019"/>
                </a:lnTo>
                <a:lnTo>
                  <a:pt x="103632" y="307848"/>
                </a:lnTo>
                <a:lnTo>
                  <a:pt x="114249" y="317042"/>
                </a:lnTo>
                <a:lnTo>
                  <a:pt x="123367" y="326453"/>
                </a:lnTo>
                <a:lnTo>
                  <a:pt x="131483" y="336575"/>
                </a:lnTo>
                <a:lnTo>
                  <a:pt x="138684" y="347472"/>
                </a:lnTo>
                <a:lnTo>
                  <a:pt x="144780" y="355092"/>
                </a:lnTo>
                <a:lnTo>
                  <a:pt x="149352" y="359664"/>
                </a:lnTo>
                <a:lnTo>
                  <a:pt x="155448" y="359664"/>
                </a:lnTo>
                <a:lnTo>
                  <a:pt x="156972" y="355092"/>
                </a:lnTo>
                <a:lnTo>
                  <a:pt x="160020" y="347472"/>
                </a:lnTo>
                <a:lnTo>
                  <a:pt x="138772" y="307848"/>
                </a:lnTo>
                <a:lnTo>
                  <a:pt x="136588" y="306133"/>
                </a:lnTo>
                <a:lnTo>
                  <a:pt x="125603" y="298831"/>
                </a:lnTo>
                <a:lnTo>
                  <a:pt x="112776" y="291084"/>
                </a:lnTo>
                <a:lnTo>
                  <a:pt x="116598" y="280416"/>
                </a:lnTo>
                <a:lnTo>
                  <a:pt x="124790" y="257632"/>
                </a:lnTo>
                <a:lnTo>
                  <a:pt x="135826" y="218884"/>
                </a:lnTo>
                <a:lnTo>
                  <a:pt x="145986" y="174713"/>
                </a:lnTo>
                <a:lnTo>
                  <a:pt x="155448" y="124968"/>
                </a:lnTo>
                <a:lnTo>
                  <a:pt x="161544" y="118872"/>
                </a:lnTo>
                <a:lnTo>
                  <a:pt x="166116" y="114300"/>
                </a:lnTo>
                <a:close/>
              </a:path>
              <a:path w="841375" h="411479">
                <a:moveTo>
                  <a:pt x="373380" y="245364"/>
                </a:moveTo>
                <a:lnTo>
                  <a:pt x="365975" y="239268"/>
                </a:lnTo>
                <a:lnTo>
                  <a:pt x="347472" y="224028"/>
                </a:lnTo>
                <a:lnTo>
                  <a:pt x="336804" y="235889"/>
                </a:lnTo>
                <a:lnTo>
                  <a:pt x="336804" y="249936"/>
                </a:lnTo>
                <a:lnTo>
                  <a:pt x="336804" y="301752"/>
                </a:lnTo>
                <a:lnTo>
                  <a:pt x="336804" y="312420"/>
                </a:lnTo>
                <a:lnTo>
                  <a:pt x="336804" y="367284"/>
                </a:lnTo>
                <a:lnTo>
                  <a:pt x="208788" y="367284"/>
                </a:lnTo>
                <a:lnTo>
                  <a:pt x="208788" y="312420"/>
                </a:lnTo>
                <a:lnTo>
                  <a:pt x="336804" y="312420"/>
                </a:lnTo>
                <a:lnTo>
                  <a:pt x="336804" y="301752"/>
                </a:lnTo>
                <a:lnTo>
                  <a:pt x="208788" y="301752"/>
                </a:lnTo>
                <a:lnTo>
                  <a:pt x="208788" y="249936"/>
                </a:lnTo>
                <a:lnTo>
                  <a:pt x="336804" y="249936"/>
                </a:lnTo>
                <a:lnTo>
                  <a:pt x="336804" y="235889"/>
                </a:lnTo>
                <a:lnTo>
                  <a:pt x="333756" y="239268"/>
                </a:lnTo>
                <a:lnTo>
                  <a:pt x="208788" y="239268"/>
                </a:lnTo>
                <a:lnTo>
                  <a:pt x="184404" y="225552"/>
                </a:lnTo>
                <a:lnTo>
                  <a:pt x="185280" y="248208"/>
                </a:lnTo>
                <a:lnTo>
                  <a:pt x="185737" y="270700"/>
                </a:lnTo>
                <a:lnTo>
                  <a:pt x="185902" y="293497"/>
                </a:lnTo>
                <a:lnTo>
                  <a:pt x="185851" y="347091"/>
                </a:lnTo>
                <a:lnTo>
                  <a:pt x="185737" y="362902"/>
                </a:lnTo>
                <a:lnTo>
                  <a:pt x="185280" y="386219"/>
                </a:lnTo>
                <a:lnTo>
                  <a:pt x="184404" y="409956"/>
                </a:lnTo>
                <a:lnTo>
                  <a:pt x="208788" y="400812"/>
                </a:lnTo>
                <a:lnTo>
                  <a:pt x="208788" y="377952"/>
                </a:lnTo>
                <a:lnTo>
                  <a:pt x="336804" y="377952"/>
                </a:lnTo>
                <a:lnTo>
                  <a:pt x="336804" y="405384"/>
                </a:lnTo>
                <a:lnTo>
                  <a:pt x="361188" y="391668"/>
                </a:lnTo>
                <a:lnTo>
                  <a:pt x="360959" y="377952"/>
                </a:lnTo>
                <a:lnTo>
                  <a:pt x="360946" y="376809"/>
                </a:lnTo>
                <a:lnTo>
                  <a:pt x="360603" y="367284"/>
                </a:lnTo>
                <a:lnTo>
                  <a:pt x="359892" y="347091"/>
                </a:lnTo>
                <a:lnTo>
                  <a:pt x="359778" y="339877"/>
                </a:lnTo>
                <a:lnTo>
                  <a:pt x="359664" y="312420"/>
                </a:lnTo>
                <a:lnTo>
                  <a:pt x="359664" y="301752"/>
                </a:lnTo>
                <a:lnTo>
                  <a:pt x="359664" y="256032"/>
                </a:lnTo>
                <a:lnTo>
                  <a:pt x="367499" y="249936"/>
                </a:lnTo>
                <a:lnTo>
                  <a:pt x="373380" y="245364"/>
                </a:lnTo>
                <a:close/>
              </a:path>
              <a:path w="841375" h="411479">
                <a:moveTo>
                  <a:pt x="402336" y="117348"/>
                </a:moveTo>
                <a:lnTo>
                  <a:pt x="391096" y="106680"/>
                </a:lnTo>
                <a:lnTo>
                  <a:pt x="371856" y="88392"/>
                </a:lnTo>
                <a:lnTo>
                  <a:pt x="353568" y="106680"/>
                </a:lnTo>
                <a:lnTo>
                  <a:pt x="292608" y="106680"/>
                </a:lnTo>
                <a:lnTo>
                  <a:pt x="289471" y="90728"/>
                </a:lnTo>
                <a:lnTo>
                  <a:pt x="286893" y="74676"/>
                </a:lnTo>
                <a:lnTo>
                  <a:pt x="284886" y="58674"/>
                </a:lnTo>
                <a:lnTo>
                  <a:pt x="283730" y="45720"/>
                </a:lnTo>
                <a:lnTo>
                  <a:pt x="283591" y="44196"/>
                </a:lnTo>
                <a:lnTo>
                  <a:pt x="283464" y="42672"/>
                </a:lnTo>
                <a:lnTo>
                  <a:pt x="317754" y="36766"/>
                </a:lnTo>
                <a:lnTo>
                  <a:pt x="329755" y="34315"/>
                </a:lnTo>
                <a:lnTo>
                  <a:pt x="368808" y="28956"/>
                </a:lnTo>
                <a:lnTo>
                  <a:pt x="341376" y="0"/>
                </a:lnTo>
                <a:lnTo>
                  <a:pt x="307721" y="18656"/>
                </a:lnTo>
                <a:lnTo>
                  <a:pt x="268224" y="31419"/>
                </a:lnTo>
                <a:lnTo>
                  <a:pt x="268224" y="106680"/>
                </a:lnTo>
                <a:lnTo>
                  <a:pt x="199644" y="106680"/>
                </a:lnTo>
                <a:lnTo>
                  <a:pt x="199644" y="53340"/>
                </a:lnTo>
                <a:lnTo>
                  <a:pt x="246570" y="47777"/>
                </a:lnTo>
                <a:lnTo>
                  <a:pt x="260604" y="45720"/>
                </a:lnTo>
                <a:lnTo>
                  <a:pt x="261785" y="59969"/>
                </a:lnTo>
                <a:lnTo>
                  <a:pt x="263232" y="74676"/>
                </a:lnTo>
                <a:lnTo>
                  <a:pt x="265303" y="90678"/>
                </a:lnTo>
                <a:lnTo>
                  <a:pt x="268224" y="106680"/>
                </a:lnTo>
                <a:lnTo>
                  <a:pt x="268224" y="31419"/>
                </a:lnTo>
                <a:lnTo>
                  <a:pt x="253555" y="34861"/>
                </a:lnTo>
                <a:lnTo>
                  <a:pt x="228523" y="39611"/>
                </a:lnTo>
                <a:lnTo>
                  <a:pt x="199644" y="44196"/>
                </a:lnTo>
                <a:lnTo>
                  <a:pt x="176784" y="30480"/>
                </a:lnTo>
                <a:lnTo>
                  <a:pt x="177622" y="47777"/>
                </a:lnTo>
                <a:lnTo>
                  <a:pt x="178117" y="64008"/>
                </a:lnTo>
                <a:lnTo>
                  <a:pt x="178244" y="74676"/>
                </a:lnTo>
                <a:lnTo>
                  <a:pt x="178219" y="164973"/>
                </a:lnTo>
                <a:lnTo>
                  <a:pt x="177990" y="170789"/>
                </a:lnTo>
                <a:lnTo>
                  <a:pt x="176974" y="177927"/>
                </a:lnTo>
                <a:lnTo>
                  <a:pt x="175082" y="184505"/>
                </a:lnTo>
                <a:lnTo>
                  <a:pt x="172212" y="190500"/>
                </a:lnTo>
                <a:lnTo>
                  <a:pt x="188976" y="216408"/>
                </a:lnTo>
                <a:lnTo>
                  <a:pt x="242976" y="183197"/>
                </a:lnTo>
                <a:lnTo>
                  <a:pt x="271272" y="169164"/>
                </a:lnTo>
                <a:lnTo>
                  <a:pt x="268224" y="163068"/>
                </a:lnTo>
                <a:lnTo>
                  <a:pt x="199644" y="182880"/>
                </a:lnTo>
                <a:lnTo>
                  <a:pt x="199644" y="117348"/>
                </a:lnTo>
                <a:lnTo>
                  <a:pt x="271272" y="117348"/>
                </a:lnTo>
                <a:lnTo>
                  <a:pt x="279222" y="139052"/>
                </a:lnTo>
                <a:lnTo>
                  <a:pt x="289179" y="158305"/>
                </a:lnTo>
                <a:lnTo>
                  <a:pt x="313944" y="188976"/>
                </a:lnTo>
                <a:lnTo>
                  <a:pt x="354660" y="216408"/>
                </a:lnTo>
                <a:lnTo>
                  <a:pt x="393192" y="228600"/>
                </a:lnTo>
                <a:lnTo>
                  <a:pt x="399288" y="228600"/>
                </a:lnTo>
                <a:lnTo>
                  <a:pt x="402336" y="225552"/>
                </a:lnTo>
                <a:lnTo>
                  <a:pt x="396405" y="210769"/>
                </a:lnTo>
                <a:lnTo>
                  <a:pt x="394525" y="202882"/>
                </a:lnTo>
                <a:lnTo>
                  <a:pt x="393788" y="196596"/>
                </a:lnTo>
                <a:lnTo>
                  <a:pt x="393496" y="194144"/>
                </a:lnTo>
                <a:lnTo>
                  <a:pt x="393331" y="188976"/>
                </a:lnTo>
                <a:lnTo>
                  <a:pt x="396240" y="143256"/>
                </a:lnTo>
                <a:lnTo>
                  <a:pt x="390144" y="141732"/>
                </a:lnTo>
                <a:lnTo>
                  <a:pt x="371856" y="196596"/>
                </a:lnTo>
                <a:lnTo>
                  <a:pt x="361327" y="192316"/>
                </a:lnTo>
                <a:lnTo>
                  <a:pt x="350520" y="186309"/>
                </a:lnTo>
                <a:lnTo>
                  <a:pt x="318338" y="158927"/>
                </a:lnTo>
                <a:lnTo>
                  <a:pt x="294132" y="117348"/>
                </a:lnTo>
                <a:lnTo>
                  <a:pt x="402336" y="117348"/>
                </a:lnTo>
                <a:close/>
              </a:path>
              <a:path w="841375" h="411479">
                <a:moveTo>
                  <a:pt x="620268" y="117348"/>
                </a:moveTo>
                <a:lnTo>
                  <a:pt x="594360" y="94488"/>
                </a:lnTo>
                <a:lnTo>
                  <a:pt x="583692" y="110490"/>
                </a:lnTo>
                <a:lnTo>
                  <a:pt x="583692" y="121920"/>
                </a:lnTo>
                <a:lnTo>
                  <a:pt x="575754" y="168833"/>
                </a:lnTo>
                <a:lnTo>
                  <a:pt x="565975" y="211455"/>
                </a:lnTo>
                <a:lnTo>
                  <a:pt x="554748" y="250088"/>
                </a:lnTo>
                <a:lnTo>
                  <a:pt x="542544" y="284988"/>
                </a:lnTo>
                <a:lnTo>
                  <a:pt x="529412" y="279298"/>
                </a:lnTo>
                <a:lnTo>
                  <a:pt x="515302" y="273748"/>
                </a:lnTo>
                <a:lnTo>
                  <a:pt x="500316" y="268490"/>
                </a:lnTo>
                <a:lnTo>
                  <a:pt x="484632" y="263652"/>
                </a:lnTo>
                <a:lnTo>
                  <a:pt x="499224" y="216217"/>
                </a:lnTo>
                <a:lnTo>
                  <a:pt x="511009" y="177101"/>
                </a:lnTo>
                <a:lnTo>
                  <a:pt x="520420" y="145351"/>
                </a:lnTo>
                <a:lnTo>
                  <a:pt x="527304" y="121920"/>
                </a:lnTo>
                <a:lnTo>
                  <a:pt x="583692" y="121920"/>
                </a:lnTo>
                <a:lnTo>
                  <a:pt x="583692" y="110490"/>
                </a:lnTo>
                <a:lnTo>
                  <a:pt x="582168" y="112776"/>
                </a:lnTo>
                <a:lnTo>
                  <a:pt x="528828" y="112776"/>
                </a:lnTo>
                <a:lnTo>
                  <a:pt x="541401" y="65913"/>
                </a:lnTo>
                <a:lnTo>
                  <a:pt x="565404" y="24384"/>
                </a:lnTo>
                <a:lnTo>
                  <a:pt x="525780" y="6096"/>
                </a:lnTo>
                <a:lnTo>
                  <a:pt x="522655" y="25552"/>
                </a:lnTo>
                <a:lnTo>
                  <a:pt x="517969" y="49720"/>
                </a:lnTo>
                <a:lnTo>
                  <a:pt x="511848" y="78752"/>
                </a:lnTo>
                <a:lnTo>
                  <a:pt x="504444" y="112776"/>
                </a:lnTo>
                <a:lnTo>
                  <a:pt x="441960" y="112776"/>
                </a:lnTo>
                <a:lnTo>
                  <a:pt x="457200" y="128016"/>
                </a:lnTo>
                <a:lnTo>
                  <a:pt x="466839" y="125780"/>
                </a:lnTo>
                <a:lnTo>
                  <a:pt x="477202" y="123825"/>
                </a:lnTo>
                <a:lnTo>
                  <a:pt x="487845" y="122453"/>
                </a:lnTo>
                <a:lnTo>
                  <a:pt x="498348" y="121920"/>
                </a:lnTo>
                <a:lnTo>
                  <a:pt x="502920" y="121920"/>
                </a:lnTo>
                <a:lnTo>
                  <a:pt x="492836" y="159334"/>
                </a:lnTo>
                <a:lnTo>
                  <a:pt x="482917" y="196024"/>
                </a:lnTo>
                <a:lnTo>
                  <a:pt x="472694" y="231863"/>
                </a:lnTo>
                <a:lnTo>
                  <a:pt x="461772" y="266700"/>
                </a:lnTo>
                <a:lnTo>
                  <a:pt x="475767" y="271538"/>
                </a:lnTo>
                <a:lnTo>
                  <a:pt x="492633" y="279082"/>
                </a:lnTo>
                <a:lnTo>
                  <a:pt x="512343" y="289204"/>
                </a:lnTo>
                <a:lnTo>
                  <a:pt x="534924" y="301752"/>
                </a:lnTo>
                <a:lnTo>
                  <a:pt x="517220" y="329780"/>
                </a:lnTo>
                <a:lnTo>
                  <a:pt x="496252" y="356806"/>
                </a:lnTo>
                <a:lnTo>
                  <a:pt x="472122" y="382981"/>
                </a:lnTo>
                <a:lnTo>
                  <a:pt x="445008" y="408432"/>
                </a:lnTo>
                <a:lnTo>
                  <a:pt x="451104" y="411480"/>
                </a:lnTo>
                <a:lnTo>
                  <a:pt x="478866" y="392582"/>
                </a:lnTo>
                <a:lnTo>
                  <a:pt x="505206" y="369951"/>
                </a:lnTo>
                <a:lnTo>
                  <a:pt x="530390" y="343331"/>
                </a:lnTo>
                <a:lnTo>
                  <a:pt x="554736" y="312420"/>
                </a:lnTo>
                <a:lnTo>
                  <a:pt x="564730" y="320192"/>
                </a:lnTo>
                <a:lnTo>
                  <a:pt x="574167" y="327660"/>
                </a:lnTo>
                <a:lnTo>
                  <a:pt x="583018" y="335140"/>
                </a:lnTo>
                <a:lnTo>
                  <a:pt x="591312" y="342900"/>
                </a:lnTo>
                <a:lnTo>
                  <a:pt x="595884" y="348996"/>
                </a:lnTo>
                <a:lnTo>
                  <a:pt x="600456" y="352044"/>
                </a:lnTo>
                <a:lnTo>
                  <a:pt x="606552" y="352044"/>
                </a:lnTo>
                <a:lnTo>
                  <a:pt x="609600" y="347472"/>
                </a:lnTo>
                <a:lnTo>
                  <a:pt x="609600" y="332232"/>
                </a:lnTo>
                <a:lnTo>
                  <a:pt x="608076" y="324612"/>
                </a:lnTo>
                <a:lnTo>
                  <a:pt x="601980" y="316992"/>
                </a:lnTo>
                <a:lnTo>
                  <a:pt x="596823" y="312420"/>
                </a:lnTo>
                <a:lnTo>
                  <a:pt x="596239" y="311899"/>
                </a:lnTo>
                <a:lnTo>
                  <a:pt x="588073" y="305943"/>
                </a:lnTo>
                <a:lnTo>
                  <a:pt x="577329" y="299427"/>
                </a:lnTo>
                <a:lnTo>
                  <a:pt x="563880" y="292608"/>
                </a:lnTo>
                <a:lnTo>
                  <a:pt x="566712" y="284988"/>
                </a:lnTo>
                <a:lnTo>
                  <a:pt x="576110" y="259829"/>
                </a:lnTo>
                <a:lnTo>
                  <a:pt x="587502" y="221170"/>
                </a:lnTo>
                <a:lnTo>
                  <a:pt x="597738" y="177101"/>
                </a:lnTo>
                <a:lnTo>
                  <a:pt x="606552" y="128016"/>
                </a:lnTo>
                <a:lnTo>
                  <a:pt x="614387" y="121920"/>
                </a:lnTo>
                <a:lnTo>
                  <a:pt x="620268" y="117348"/>
                </a:lnTo>
                <a:close/>
              </a:path>
              <a:path w="841375" h="411479">
                <a:moveTo>
                  <a:pt x="804672" y="163068"/>
                </a:moveTo>
                <a:lnTo>
                  <a:pt x="777240" y="134112"/>
                </a:lnTo>
                <a:lnTo>
                  <a:pt x="760476" y="152400"/>
                </a:lnTo>
                <a:lnTo>
                  <a:pt x="739140" y="152400"/>
                </a:lnTo>
                <a:lnTo>
                  <a:pt x="739140" y="97536"/>
                </a:lnTo>
                <a:lnTo>
                  <a:pt x="752856" y="88392"/>
                </a:lnTo>
                <a:lnTo>
                  <a:pt x="714756" y="71628"/>
                </a:lnTo>
                <a:lnTo>
                  <a:pt x="715632" y="90474"/>
                </a:lnTo>
                <a:lnTo>
                  <a:pt x="716089" y="110299"/>
                </a:lnTo>
                <a:lnTo>
                  <a:pt x="716254" y="131000"/>
                </a:lnTo>
                <a:lnTo>
                  <a:pt x="716280" y="152400"/>
                </a:lnTo>
                <a:lnTo>
                  <a:pt x="656844" y="152400"/>
                </a:lnTo>
                <a:lnTo>
                  <a:pt x="673608" y="167640"/>
                </a:lnTo>
                <a:lnTo>
                  <a:pt x="683031" y="165646"/>
                </a:lnTo>
                <a:lnTo>
                  <a:pt x="693039" y="164211"/>
                </a:lnTo>
                <a:lnTo>
                  <a:pt x="703605" y="163360"/>
                </a:lnTo>
                <a:lnTo>
                  <a:pt x="714756" y="163068"/>
                </a:lnTo>
                <a:lnTo>
                  <a:pt x="716280" y="163068"/>
                </a:lnTo>
                <a:lnTo>
                  <a:pt x="713041" y="208978"/>
                </a:lnTo>
                <a:lnTo>
                  <a:pt x="704088" y="251460"/>
                </a:lnTo>
                <a:lnTo>
                  <a:pt x="687133" y="289941"/>
                </a:lnTo>
                <a:lnTo>
                  <a:pt x="664464" y="326136"/>
                </a:lnTo>
                <a:lnTo>
                  <a:pt x="669036" y="329184"/>
                </a:lnTo>
                <a:lnTo>
                  <a:pt x="690194" y="307238"/>
                </a:lnTo>
                <a:lnTo>
                  <a:pt x="708088" y="282702"/>
                </a:lnTo>
                <a:lnTo>
                  <a:pt x="722820" y="255892"/>
                </a:lnTo>
                <a:lnTo>
                  <a:pt x="734568" y="227076"/>
                </a:lnTo>
                <a:lnTo>
                  <a:pt x="743140" y="238226"/>
                </a:lnTo>
                <a:lnTo>
                  <a:pt x="750570" y="248793"/>
                </a:lnTo>
                <a:lnTo>
                  <a:pt x="756856" y="258800"/>
                </a:lnTo>
                <a:lnTo>
                  <a:pt x="762000" y="268224"/>
                </a:lnTo>
                <a:lnTo>
                  <a:pt x="767181" y="277139"/>
                </a:lnTo>
                <a:lnTo>
                  <a:pt x="771525" y="285750"/>
                </a:lnTo>
                <a:lnTo>
                  <a:pt x="775182" y="294132"/>
                </a:lnTo>
                <a:lnTo>
                  <a:pt x="778764" y="303276"/>
                </a:lnTo>
                <a:lnTo>
                  <a:pt x="781812" y="310896"/>
                </a:lnTo>
                <a:lnTo>
                  <a:pt x="783336" y="315468"/>
                </a:lnTo>
                <a:lnTo>
                  <a:pt x="787908" y="315468"/>
                </a:lnTo>
                <a:lnTo>
                  <a:pt x="792480" y="306324"/>
                </a:lnTo>
                <a:lnTo>
                  <a:pt x="797052" y="300228"/>
                </a:lnTo>
                <a:lnTo>
                  <a:pt x="798512" y="294373"/>
                </a:lnTo>
                <a:lnTo>
                  <a:pt x="798576" y="289560"/>
                </a:lnTo>
                <a:lnTo>
                  <a:pt x="798004" y="283806"/>
                </a:lnTo>
                <a:lnTo>
                  <a:pt x="771334" y="245364"/>
                </a:lnTo>
                <a:lnTo>
                  <a:pt x="736092" y="217932"/>
                </a:lnTo>
                <a:lnTo>
                  <a:pt x="737209" y="204216"/>
                </a:lnTo>
                <a:lnTo>
                  <a:pt x="738187" y="190500"/>
                </a:lnTo>
                <a:lnTo>
                  <a:pt x="738873" y="176784"/>
                </a:lnTo>
                <a:lnTo>
                  <a:pt x="739140" y="163068"/>
                </a:lnTo>
                <a:lnTo>
                  <a:pt x="804672" y="163068"/>
                </a:lnTo>
                <a:close/>
              </a:path>
              <a:path w="841375" h="411479">
                <a:moveTo>
                  <a:pt x="841248" y="45720"/>
                </a:moveTo>
                <a:lnTo>
                  <a:pt x="839089" y="44196"/>
                </a:lnTo>
                <a:lnTo>
                  <a:pt x="815340" y="27432"/>
                </a:lnTo>
                <a:lnTo>
                  <a:pt x="806196" y="40005"/>
                </a:lnTo>
                <a:lnTo>
                  <a:pt x="806196" y="54864"/>
                </a:lnTo>
                <a:lnTo>
                  <a:pt x="806196" y="355092"/>
                </a:lnTo>
                <a:lnTo>
                  <a:pt x="650748" y="355092"/>
                </a:lnTo>
                <a:lnTo>
                  <a:pt x="650748" y="54864"/>
                </a:lnTo>
                <a:lnTo>
                  <a:pt x="806196" y="54864"/>
                </a:lnTo>
                <a:lnTo>
                  <a:pt x="806196" y="40005"/>
                </a:lnTo>
                <a:lnTo>
                  <a:pt x="803148" y="44196"/>
                </a:lnTo>
                <a:lnTo>
                  <a:pt x="650748" y="44196"/>
                </a:lnTo>
                <a:lnTo>
                  <a:pt x="626364" y="30480"/>
                </a:lnTo>
                <a:lnTo>
                  <a:pt x="627240" y="61607"/>
                </a:lnTo>
                <a:lnTo>
                  <a:pt x="627634" y="97536"/>
                </a:lnTo>
                <a:lnTo>
                  <a:pt x="627722" y="110299"/>
                </a:lnTo>
                <a:lnTo>
                  <a:pt x="627799" y="134112"/>
                </a:lnTo>
                <a:lnTo>
                  <a:pt x="627672" y="263652"/>
                </a:lnTo>
                <a:lnTo>
                  <a:pt x="627583" y="277749"/>
                </a:lnTo>
                <a:lnTo>
                  <a:pt x="627253" y="310896"/>
                </a:lnTo>
                <a:lnTo>
                  <a:pt x="626618" y="365760"/>
                </a:lnTo>
                <a:lnTo>
                  <a:pt x="626364" y="402336"/>
                </a:lnTo>
                <a:lnTo>
                  <a:pt x="650748" y="391668"/>
                </a:lnTo>
                <a:lnTo>
                  <a:pt x="650748" y="365760"/>
                </a:lnTo>
                <a:lnTo>
                  <a:pt x="806196" y="365760"/>
                </a:lnTo>
                <a:lnTo>
                  <a:pt x="806196" y="400812"/>
                </a:lnTo>
                <a:lnTo>
                  <a:pt x="833628" y="388620"/>
                </a:lnTo>
                <a:lnTo>
                  <a:pt x="831926" y="368388"/>
                </a:lnTo>
                <a:lnTo>
                  <a:pt x="831824" y="365760"/>
                </a:lnTo>
                <a:lnTo>
                  <a:pt x="829957" y="303276"/>
                </a:lnTo>
                <a:lnTo>
                  <a:pt x="829462" y="258800"/>
                </a:lnTo>
                <a:lnTo>
                  <a:pt x="829157" y="197065"/>
                </a:lnTo>
                <a:lnTo>
                  <a:pt x="829056" y="57912"/>
                </a:lnTo>
                <a:lnTo>
                  <a:pt x="832104" y="54864"/>
                </a:lnTo>
                <a:lnTo>
                  <a:pt x="841248" y="457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" name="object 36"/>
          <p:cNvSpPr/>
          <p:nvPr/>
        </p:nvSpPr>
        <p:spPr>
          <a:xfrm>
            <a:off x="4518660" y="2895612"/>
            <a:ext cx="1026160" cy="457200"/>
          </a:xfrm>
          <a:custGeom>
            <a:avLst/>
            <a:gdLst/>
            <a:ahLst/>
            <a:cxnLst/>
            <a:rect l="l" t="t" r="r" b="b"/>
            <a:pathLst>
              <a:path w="1026160" h="457200">
                <a:moveTo>
                  <a:pt x="129540" y="243827"/>
                </a:moveTo>
                <a:lnTo>
                  <a:pt x="124587" y="179819"/>
                </a:lnTo>
                <a:lnTo>
                  <a:pt x="108204" y="124955"/>
                </a:lnTo>
                <a:lnTo>
                  <a:pt x="83058" y="75806"/>
                </a:lnTo>
                <a:lnTo>
                  <a:pt x="48768" y="28943"/>
                </a:lnTo>
                <a:lnTo>
                  <a:pt x="0" y="28943"/>
                </a:lnTo>
                <a:lnTo>
                  <a:pt x="0" y="31991"/>
                </a:lnTo>
                <a:lnTo>
                  <a:pt x="8001" y="39420"/>
                </a:lnTo>
                <a:lnTo>
                  <a:pt x="16002" y="47993"/>
                </a:lnTo>
                <a:lnTo>
                  <a:pt x="24003" y="57708"/>
                </a:lnTo>
                <a:lnTo>
                  <a:pt x="32004" y="68567"/>
                </a:lnTo>
                <a:lnTo>
                  <a:pt x="40614" y="79387"/>
                </a:lnTo>
                <a:lnTo>
                  <a:pt x="62484" y="115811"/>
                </a:lnTo>
                <a:lnTo>
                  <a:pt x="79832" y="159537"/>
                </a:lnTo>
                <a:lnTo>
                  <a:pt x="89916" y="208394"/>
                </a:lnTo>
                <a:lnTo>
                  <a:pt x="91440" y="243827"/>
                </a:lnTo>
                <a:lnTo>
                  <a:pt x="91097" y="260959"/>
                </a:lnTo>
                <a:lnTo>
                  <a:pt x="83820" y="310883"/>
                </a:lnTo>
                <a:lnTo>
                  <a:pt x="69024" y="355676"/>
                </a:lnTo>
                <a:lnTo>
                  <a:pt x="49149" y="395084"/>
                </a:lnTo>
                <a:lnTo>
                  <a:pt x="24638" y="428421"/>
                </a:lnTo>
                <a:lnTo>
                  <a:pt x="0" y="454139"/>
                </a:lnTo>
                <a:lnTo>
                  <a:pt x="0" y="457187"/>
                </a:lnTo>
                <a:lnTo>
                  <a:pt x="48768" y="457187"/>
                </a:lnTo>
                <a:lnTo>
                  <a:pt x="67056" y="434047"/>
                </a:lnTo>
                <a:lnTo>
                  <a:pt x="96774" y="386041"/>
                </a:lnTo>
                <a:lnTo>
                  <a:pt x="117957" y="334911"/>
                </a:lnTo>
                <a:lnTo>
                  <a:pt x="128346" y="276098"/>
                </a:lnTo>
                <a:lnTo>
                  <a:pt x="129540" y="243827"/>
                </a:lnTo>
                <a:close/>
              </a:path>
              <a:path w="1026160" h="457200">
                <a:moveTo>
                  <a:pt x="411467" y="39624"/>
                </a:moveTo>
                <a:lnTo>
                  <a:pt x="375754" y="11785"/>
                </a:lnTo>
                <a:lnTo>
                  <a:pt x="361175" y="6096"/>
                </a:lnTo>
                <a:lnTo>
                  <a:pt x="358127" y="10668"/>
                </a:lnTo>
                <a:lnTo>
                  <a:pt x="366699" y="20967"/>
                </a:lnTo>
                <a:lnTo>
                  <a:pt x="374129" y="31432"/>
                </a:lnTo>
                <a:lnTo>
                  <a:pt x="380415" y="42164"/>
                </a:lnTo>
                <a:lnTo>
                  <a:pt x="385559" y="53340"/>
                </a:lnTo>
                <a:lnTo>
                  <a:pt x="388607" y="62484"/>
                </a:lnTo>
                <a:lnTo>
                  <a:pt x="393179" y="68580"/>
                </a:lnTo>
                <a:lnTo>
                  <a:pt x="399275" y="68580"/>
                </a:lnTo>
                <a:lnTo>
                  <a:pt x="400799" y="65532"/>
                </a:lnTo>
                <a:lnTo>
                  <a:pt x="409943" y="53340"/>
                </a:lnTo>
                <a:lnTo>
                  <a:pt x="411467" y="48768"/>
                </a:lnTo>
                <a:lnTo>
                  <a:pt x="411467" y="39624"/>
                </a:lnTo>
                <a:close/>
              </a:path>
              <a:path w="1026160" h="457200">
                <a:moveTo>
                  <a:pt x="550151" y="82296"/>
                </a:moveTo>
                <a:lnTo>
                  <a:pt x="540499" y="71628"/>
                </a:lnTo>
                <a:lnTo>
                  <a:pt x="521195" y="50292"/>
                </a:lnTo>
                <a:lnTo>
                  <a:pt x="499859" y="71628"/>
                </a:lnTo>
                <a:lnTo>
                  <a:pt x="376415" y="71628"/>
                </a:lnTo>
                <a:lnTo>
                  <a:pt x="376415" y="82296"/>
                </a:lnTo>
                <a:lnTo>
                  <a:pt x="376415" y="123444"/>
                </a:lnTo>
                <a:lnTo>
                  <a:pt x="376415" y="134112"/>
                </a:lnTo>
                <a:lnTo>
                  <a:pt x="376415" y="172212"/>
                </a:lnTo>
                <a:lnTo>
                  <a:pt x="376415" y="182880"/>
                </a:lnTo>
                <a:lnTo>
                  <a:pt x="376415" y="222504"/>
                </a:lnTo>
                <a:lnTo>
                  <a:pt x="277355" y="222504"/>
                </a:lnTo>
                <a:lnTo>
                  <a:pt x="277355" y="182880"/>
                </a:lnTo>
                <a:lnTo>
                  <a:pt x="376415" y="182880"/>
                </a:lnTo>
                <a:lnTo>
                  <a:pt x="376415" y="172212"/>
                </a:lnTo>
                <a:lnTo>
                  <a:pt x="277355" y="172212"/>
                </a:lnTo>
                <a:lnTo>
                  <a:pt x="277355" y="134112"/>
                </a:lnTo>
                <a:lnTo>
                  <a:pt x="376415" y="134112"/>
                </a:lnTo>
                <a:lnTo>
                  <a:pt x="376415" y="123444"/>
                </a:lnTo>
                <a:lnTo>
                  <a:pt x="277355" y="123444"/>
                </a:lnTo>
                <a:lnTo>
                  <a:pt x="277355" y="106680"/>
                </a:lnTo>
                <a:lnTo>
                  <a:pt x="277355" y="82296"/>
                </a:lnTo>
                <a:lnTo>
                  <a:pt x="376415" y="82296"/>
                </a:lnTo>
                <a:lnTo>
                  <a:pt x="376415" y="71628"/>
                </a:lnTo>
                <a:lnTo>
                  <a:pt x="280403" y="71628"/>
                </a:lnTo>
                <a:lnTo>
                  <a:pt x="306311" y="30480"/>
                </a:lnTo>
                <a:lnTo>
                  <a:pt x="323075" y="24384"/>
                </a:lnTo>
                <a:lnTo>
                  <a:pt x="288023" y="0"/>
                </a:lnTo>
                <a:lnTo>
                  <a:pt x="279146" y="22860"/>
                </a:lnTo>
                <a:lnTo>
                  <a:pt x="268401" y="45720"/>
                </a:lnTo>
                <a:lnTo>
                  <a:pt x="240779" y="91440"/>
                </a:lnTo>
                <a:lnTo>
                  <a:pt x="207441" y="134493"/>
                </a:lnTo>
                <a:lnTo>
                  <a:pt x="170675" y="170688"/>
                </a:lnTo>
                <a:lnTo>
                  <a:pt x="175247" y="176784"/>
                </a:lnTo>
                <a:lnTo>
                  <a:pt x="197497" y="160464"/>
                </a:lnTo>
                <a:lnTo>
                  <a:pt x="218300" y="143446"/>
                </a:lnTo>
                <a:lnTo>
                  <a:pt x="237401" y="125552"/>
                </a:lnTo>
                <a:lnTo>
                  <a:pt x="254495" y="106680"/>
                </a:lnTo>
                <a:lnTo>
                  <a:pt x="254381" y="172212"/>
                </a:lnTo>
                <a:lnTo>
                  <a:pt x="254304" y="189166"/>
                </a:lnTo>
                <a:lnTo>
                  <a:pt x="253860" y="227330"/>
                </a:lnTo>
                <a:lnTo>
                  <a:pt x="252971" y="263652"/>
                </a:lnTo>
                <a:lnTo>
                  <a:pt x="277355" y="254508"/>
                </a:lnTo>
                <a:lnTo>
                  <a:pt x="277355" y="233172"/>
                </a:lnTo>
                <a:lnTo>
                  <a:pt x="547103" y="233172"/>
                </a:lnTo>
                <a:lnTo>
                  <a:pt x="536968" y="222504"/>
                </a:lnTo>
                <a:lnTo>
                  <a:pt x="518147" y="202692"/>
                </a:lnTo>
                <a:lnTo>
                  <a:pt x="496811" y="222504"/>
                </a:lnTo>
                <a:lnTo>
                  <a:pt x="399275" y="222504"/>
                </a:lnTo>
                <a:lnTo>
                  <a:pt x="399275" y="182880"/>
                </a:lnTo>
                <a:lnTo>
                  <a:pt x="524243" y="182880"/>
                </a:lnTo>
                <a:lnTo>
                  <a:pt x="514146" y="172212"/>
                </a:lnTo>
                <a:lnTo>
                  <a:pt x="496811" y="153924"/>
                </a:lnTo>
                <a:lnTo>
                  <a:pt x="476999" y="172212"/>
                </a:lnTo>
                <a:lnTo>
                  <a:pt x="399275" y="172212"/>
                </a:lnTo>
                <a:lnTo>
                  <a:pt x="399275" y="134112"/>
                </a:lnTo>
                <a:lnTo>
                  <a:pt x="527291" y="134112"/>
                </a:lnTo>
                <a:lnTo>
                  <a:pt x="517194" y="123444"/>
                </a:lnTo>
                <a:lnTo>
                  <a:pt x="499859" y="105156"/>
                </a:lnTo>
                <a:lnTo>
                  <a:pt x="481571" y="123444"/>
                </a:lnTo>
                <a:lnTo>
                  <a:pt x="399275" y="123444"/>
                </a:lnTo>
                <a:lnTo>
                  <a:pt x="399275" y="82296"/>
                </a:lnTo>
                <a:lnTo>
                  <a:pt x="550151" y="82296"/>
                </a:lnTo>
                <a:close/>
              </a:path>
              <a:path w="1026160" h="457200">
                <a:moveTo>
                  <a:pt x="582155" y="373380"/>
                </a:moveTo>
                <a:lnTo>
                  <a:pt x="529386" y="363664"/>
                </a:lnTo>
                <a:lnTo>
                  <a:pt x="484619" y="345948"/>
                </a:lnTo>
                <a:lnTo>
                  <a:pt x="444995" y="320992"/>
                </a:lnTo>
                <a:lnTo>
                  <a:pt x="409943" y="288036"/>
                </a:lnTo>
                <a:lnTo>
                  <a:pt x="580631" y="288036"/>
                </a:lnTo>
                <a:lnTo>
                  <a:pt x="550151" y="256032"/>
                </a:lnTo>
                <a:lnTo>
                  <a:pt x="528815" y="277368"/>
                </a:lnTo>
                <a:lnTo>
                  <a:pt x="390131" y="277368"/>
                </a:lnTo>
                <a:lnTo>
                  <a:pt x="390131" y="262128"/>
                </a:lnTo>
                <a:lnTo>
                  <a:pt x="403847" y="249936"/>
                </a:lnTo>
                <a:lnTo>
                  <a:pt x="365747" y="234696"/>
                </a:lnTo>
                <a:lnTo>
                  <a:pt x="366636" y="243281"/>
                </a:lnTo>
                <a:lnTo>
                  <a:pt x="367080" y="253174"/>
                </a:lnTo>
                <a:lnTo>
                  <a:pt x="367258" y="264477"/>
                </a:lnTo>
                <a:lnTo>
                  <a:pt x="367271" y="277368"/>
                </a:lnTo>
                <a:lnTo>
                  <a:pt x="173723" y="277368"/>
                </a:lnTo>
                <a:lnTo>
                  <a:pt x="188963" y="292608"/>
                </a:lnTo>
                <a:lnTo>
                  <a:pt x="198399" y="290601"/>
                </a:lnTo>
                <a:lnTo>
                  <a:pt x="208394" y="289179"/>
                </a:lnTo>
                <a:lnTo>
                  <a:pt x="218973" y="288315"/>
                </a:lnTo>
                <a:lnTo>
                  <a:pt x="230111" y="288036"/>
                </a:lnTo>
                <a:lnTo>
                  <a:pt x="338315" y="288036"/>
                </a:lnTo>
                <a:lnTo>
                  <a:pt x="298881" y="324675"/>
                </a:lnTo>
                <a:lnTo>
                  <a:pt x="256019" y="356438"/>
                </a:lnTo>
                <a:lnTo>
                  <a:pt x="203441" y="386778"/>
                </a:lnTo>
                <a:lnTo>
                  <a:pt x="173723" y="400812"/>
                </a:lnTo>
                <a:lnTo>
                  <a:pt x="175247" y="406908"/>
                </a:lnTo>
                <a:lnTo>
                  <a:pt x="234683" y="382905"/>
                </a:lnTo>
                <a:lnTo>
                  <a:pt x="284975" y="356616"/>
                </a:lnTo>
                <a:lnTo>
                  <a:pt x="328409" y="325945"/>
                </a:lnTo>
                <a:lnTo>
                  <a:pt x="367271" y="289560"/>
                </a:lnTo>
                <a:lnTo>
                  <a:pt x="367157" y="339852"/>
                </a:lnTo>
                <a:lnTo>
                  <a:pt x="367042" y="356616"/>
                </a:lnTo>
                <a:lnTo>
                  <a:pt x="366636" y="383857"/>
                </a:lnTo>
                <a:lnTo>
                  <a:pt x="365747" y="413004"/>
                </a:lnTo>
                <a:lnTo>
                  <a:pt x="391655" y="399288"/>
                </a:lnTo>
                <a:lnTo>
                  <a:pt x="391439" y="383857"/>
                </a:lnTo>
                <a:lnTo>
                  <a:pt x="390893" y="359092"/>
                </a:lnTo>
                <a:lnTo>
                  <a:pt x="390372" y="327482"/>
                </a:lnTo>
                <a:lnTo>
                  <a:pt x="390144" y="289560"/>
                </a:lnTo>
                <a:lnTo>
                  <a:pt x="390131" y="288036"/>
                </a:lnTo>
                <a:lnTo>
                  <a:pt x="400799" y="288036"/>
                </a:lnTo>
                <a:lnTo>
                  <a:pt x="433946" y="330327"/>
                </a:lnTo>
                <a:lnTo>
                  <a:pt x="469379" y="361188"/>
                </a:lnTo>
                <a:lnTo>
                  <a:pt x="507479" y="383857"/>
                </a:lnTo>
                <a:lnTo>
                  <a:pt x="550151" y="400812"/>
                </a:lnTo>
                <a:lnTo>
                  <a:pt x="553872" y="392518"/>
                </a:lnTo>
                <a:lnTo>
                  <a:pt x="560438" y="385953"/>
                </a:lnTo>
                <a:lnTo>
                  <a:pt x="569874" y="381088"/>
                </a:lnTo>
                <a:lnTo>
                  <a:pt x="582155" y="377952"/>
                </a:lnTo>
                <a:lnTo>
                  <a:pt x="582155" y="373380"/>
                </a:lnTo>
                <a:close/>
              </a:path>
              <a:path w="1026160" h="457200">
                <a:moveTo>
                  <a:pt x="934199" y="190487"/>
                </a:moveTo>
                <a:lnTo>
                  <a:pt x="902195" y="156972"/>
                </a:lnTo>
                <a:lnTo>
                  <a:pt x="879335" y="179832"/>
                </a:lnTo>
                <a:lnTo>
                  <a:pt x="705599" y="179832"/>
                </a:lnTo>
                <a:lnTo>
                  <a:pt x="720839" y="195072"/>
                </a:lnTo>
                <a:lnTo>
                  <a:pt x="730224" y="193065"/>
                </a:lnTo>
                <a:lnTo>
                  <a:pt x="739889" y="191643"/>
                </a:lnTo>
                <a:lnTo>
                  <a:pt x="749566" y="190779"/>
                </a:lnTo>
                <a:lnTo>
                  <a:pt x="758939" y="190487"/>
                </a:lnTo>
                <a:lnTo>
                  <a:pt x="934199" y="190487"/>
                </a:lnTo>
                <a:close/>
              </a:path>
              <a:path w="1026160" h="457200">
                <a:moveTo>
                  <a:pt x="941819" y="259080"/>
                </a:moveTo>
                <a:lnTo>
                  <a:pt x="935723" y="252984"/>
                </a:lnTo>
                <a:lnTo>
                  <a:pt x="917435" y="234696"/>
                </a:lnTo>
                <a:lnTo>
                  <a:pt x="903719" y="249669"/>
                </a:lnTo>
                <a:lnTo>
                  <a:pt x="903719" y="263639"/>
                </a:lnTo>
                <a:lnTo>
                  <a:pt x="903719" y="361188"/>
                </a:lnTo>
                <a:lnTo>
                  <a:pt x="736079" y="361188"/>
                </a:lnTo>
                <a:lnTo>
                  <a:pt x="736079" y="263639"/>
                </a:lnTo>
                <a:lnTo>
                  <a:pt x="903719" y="263639"/>
                </a:lnTo>
                <a:lnTo>
                  <a:pt x="903719" y="249669"/>
                </a:lnTo>
                <a:lnTo>
                  <a:pt x="900671" y="252984"/>
                </a:lnTo>
                <a:lnTo>
                  <a:pt x="736079" y="252984"/>
                </a:lnTo>
                <a:lnTo>
                  <a:pt x="710171" y="239268"/>
                </a:lnTo>
                <a:lnTo>
                  <a:pt x="711022" y="259080"/>
                </a:lnTo>
                <a:lnTo>
                  <a:pt x="711504" y="280212"/>
                </a:lnTo>
                <a:lnTo>
                  <a:pt x="711682" y="300342"/>
                </a:lnTo>
                <a:lnTo>
                  <a:pt x="711682" y="340626"/>
                </a:lnTo>
                <a:lnTo>
                  <a:pt x="711517" y="361188"/>
                </a:lnTo>
                <a:lnTo>
                  <a:pt x="711060" y="382397"/>
                </a:lnTo>
                <a:lnTo>
                  <a:pt x="710171" y="403860"/>
                </a:lnTo>
                <a:lnTo>
                  <a:pt x="736079" y="393192"/>
                </a:lnTo>
                <a:lnTo>
                  <a:pt x="736079" y="370332"/>
                </a:lnTo>
                <a:lnTo>
                  <a:pt x="903719" y="370332"/>
                </a:lnTo>
                <a:lnTo>
                  <a:pt x="903719" y="400812"/>
                </a:lnTo>
                <a:lnTo>
                  <a:pt x="929627" y="390131"/>
                </a:lnTo>
                <a:lnTo>
                  <a:pt x="928865" y="370332"/>
                </a:lnTo>
                <a:lnTo>
                  <a:pt x="928751" y="367487"/>
                </a:lnTo>
                <a:lnTo>
                  <a:pt x="928649" y="361188"/>
                </a:lnTo>
                <a:lnTo>
                  <a:pt x="928306" y="340626"/>
                </a:lnTo>
                <a:lnTo>
                  <a:pt x="928192" y="320027"/>
                </a:lnTo>
                <a:lnTo>
                  <a:pt x="928103" y="271272"/>
                </a:lnTo>
                <a:lnTo>
                  <a:pt x="936675" y="263639"/>
                </a:lnTo>
                <a:lnTo>
                  <a:pt x="941819" y="259080"/>
                </a:lnTo>
                <a:close/>
              </a:path>
              <a:path w="1026160" h="457200">
                <a:moveTo>
                  <a:pt x="1025639" y="170688"/>
                </a:moveTo>
                <a:lnTo>
                  <a:pt x="987666" y="160134"/>
                </a:lnTo>
                <a:lnTo>
                  <a:pt x="924280" y="131038"/>
                </a:lnTo>
                <a:lnTo>
                  <a:pt x="877747" y="93357"/>
                </a:lnTo>
                <a:lnTo>
                  <a:pt x="844080" y="55118"/>
                </a:lnTo>
                <a:lnTo>
                  <a:pt x="832091" y="36563"/>
                </a:lnTo>
                <a:lnTo>
                  <a:pt x="847331" y="28943"/>
                </a:lnTo>
                <a:lnTo>
                  <a:pt x="810755" y="4559"/>
                </a:lnTo>
                <a:lnTo>
                  <a:pt x="794778" y="39420"/>
                </a:lnTo>
                <a:lnTo>
                  <a:pt x="756539" y="98856"/>
                </a:lnTo>
                <a:lnTo>
                  <a:pt x="709180" y="146583"/>
                </a:lnTo>
                <a:lnTo>
                  <a:pt x="650976" y="187731"/>
                </a:lnTo>
                <a:lnTo>
                  <a:pt x="618731" y="205727"/>
                </a:lnTo>
                <a:lnTo>
                  <a:pt x="620255" y="213360"/>
                </a:lnTo>
                <a:lnTo>
                  <a:pt x="678548" y="187071"/>
                </a:lnTo>
                <a:lnTo>
                  <a:pt x="729983" y="153924"/>
                </a:lnTo>
                <a:lnTo>
                  <a:pt x="777989" y="108381"/>
                </a:lnTo>
                <a:lnTo>
                  <a:pt x="825995" y="45707"/>
                </a:lnTo>
                <a:lnTo>
                  <a:pt x="833412" y="60528"/>
                </a:lnTo>
                <a:lnTo>
                  <a:pt x="857935" y="95859"/>
                </a:lnTo>
                <a:lnTo>
                  <a:pt x="895629" y="137299"/>
                </a:lnTo>
                <a:lnTo>
                  <a:pt x="952779" y="179679"/>
                </a:lnTo>
                <a:lnTo>
                  <a:pt x="989063" y="201168"/>
                </a:lnTo>
                <a:lnTo>
                  <a:pt x="994778" y="191998"/>
                </a:lnTo>
                <a:lnTo>
                  <a:pt x="1002779" y="184962"/>
                </a:lnTo>
                <a:lnTo>
                  <a:pt x="1013066" y="179946"/>
                </a:lnTo>
                <a:lnTo>
                  <a:pt x="1025639" y="176784"/>
                </a:lnTo>
                <a:lnTo>
                  <a:pt x="1025639" y="17068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" name="object 37"/>
          <p:cNvSpPr/>
          <p:nvPr/>
        </p:nvSpPr>
        <p:spPr>
          <a:xfrm>
            <a:off x="1751075" y="3730752"/>
            <a:ext cx="155575" cy="155575"/>
          </a:xfrm>
          <a:custGeom>
            <a:avLst/>
            <a:gdLst/>
            <a:ahLst/>
            <a:cxnLst/>
            <a:rect l="l" t="t" r="r" b="b"/>
            <a:pathLst>
              <a:path w="155575" h="155575">
                <a:moveTo>
                  <a:pt x="155448" y="155448"/>
                </a:moveTo>
                <a:lnTo>
                  <a:pt x="0" y="155448"/>
                </a:lnTo>
                <a:lnTo>
                  <a:pt x="0" y="0"/>
                </a:lnTo>
                <a:lnTo>
                  <a:pt x="155448" y="0"/>
                </a:lnTo>
                <a:lnTo>
                  <a:pt x="155448" y="155448"/>
                </a:lnTo>
                <a:close/>
              </a:path>
            </a:pathLst>
          </a:custGeom>
          <a:solidFill>
            <a:srgbClr val="3333C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" name="object 38"/>
          <p:cNvSpPr/>
          <p:nvPr/>
        </p:nvSpPr>
        <p:spPr>
          <a:xfrm>
            <a:off x="2127504" y="3544823"/>
            <a:ext cx="835660" cy="401320"/>
          </a:xfrm>
          <a:custGeom>
            <a:avLst/>
            <a:gdLst/>
            <a:ahLst/>
            <a:cxnLst/>
            <a:rect l="l" t="t" r="r" b="b"/>
            <a:pathLst>
              <a:path w="835660" h="401320">
                <a:moveTo>
                  <a:pt x="358140" y="73152"/>
                </a:moveTo>
                <a:lnTo>
                  <a:pt x="327037" y="43675"/>
                </a:lnTo>
                <a:lnTo>
                  <a:pt x="288036" y="24384"/>
                </a:lnTo>
                <a:lnTo>
                  <a:pt x="284988" y="28956"/>
                </a:lnTo>
                <a:lnTo>
                  <a:pt x="299796" y="46151"/>
                </a:lnTo>
                <a:lnTo>
                  <a:pt x="312039" y="61341"/>
                </a:lnTo>
                <a:lnTo>
                  <a:pt x="321411" y="74828"/>
                </a:lnTo>
                <a:lnTo>
                  <a:pt x="327660" y="86868"/>
                </a:lnTo>
                <a:lnTo>
                  <a:pt x="332232" y="96012"/>
                </a:lnTo>
                <a:lnTo>
                  <a:pt x="336804" y="100584"/>
                </a:lnTo>
                <a:lnTo>
                  <a:pt x="344424" y="100584"/>
                </a:lnTo>
                <a:lnTo>
                  <a:pt x="352044" y="92964"/>
                </a:lnTo>
                <a:lnTo>
                  <a:pt x="356616" y="86868"/>
                </a:lnTo>
                <a:lnTo>
                  <a:pt x="358140" y="80772"/>
                </a:lnTo>
                <a:lnTo>
                  <a:pt x="358140" y="73152"/>
                </a:lnTo>
                <a:close/>
              </a:path>
              <a:path w="835660" h="401320">
                <a:moveTo>
                  <a:pt x="406908" y="394716"/>
                </a:moveTo>
                <a:lnTo>
                  <a:pt x="402336" y="390144"/>
                </a:lnTo>
                <a:lnTo>
                  <a:pt x="395490" y="376770"/>
                </a:lnTo>
                <a:lnTo>
                  <a:pt x="392950" y="364236"/>
                </a:lnTo>
                <a:lnTo>
                  <a:pt x="391096" y="355092"/>
                </a:lnTo>
                <a:lnTo>
                  <a:pt x="389255" y="325424"/>
                </a:lnTo>
                <a:lnTo>
                  <a:pt x="390144" y="288036"/>
                </a:lnTo>
                <a:lnTo>
                  <a:pt x="384048" y="288036"/>
                </a:lnTo>
                <a:lnTo>
                  <a:pt x="370332" y="364236"/>
                </a:lnTo>
                <a:lnTo>
                  <a:pt x="342011" y="352552"/>
                </a:lnTo>
                <a:lnTo>
                  <a:pt x="316420" y="335851"/>
                </a:lnTo>
                <a:lnTo>
                  <a:pt x="293382" y="314312"/>
                </a:lnTo>
                <a:lnTo>
                  <a:pt x="284746" y="303276"/>
                </a:lnTo>
                <a:lnTo>
                  <a:pt x="272796" y="288036"/>
                </a:lnTo>
                <a:lnTo>
                  <a:pt x="290842" y="265176"/>
                </a:lnTo>
                <a:lnTo>
                  <a:pt x="294195" y="260946"/>
                </a:lnTo>
                <a:lnTo>
                  <a:pt x="312610" y="236982"/>
                </a:lnTo>
                <a:lnTo>
                  <a:pt x="327863" y="216458"/>
                </a:lnTo>
                <a:lnTo>
                  <a:pt x="339852" y="199644"/>
                </a:lnTo>
                <a:lnTo>
                  <a:pt x="359664" y="192024"/>
                </a:lnTo>
                <a:lnTo>
                  <a:pt x="329184" y="163068"/>
                </a:lnTo>
                <a:lnTo>
                  <a:pt x="316369" y="189103"/>
                </a:lnTo>
                <a:lnTo>
                  <a:pt x="300990" y="214693"/>
                </a:lnTo>
                <a:lnTo>
                  <a:pt x="283311" y="240017"/>
                </a:lnTo>
                <a:lnTo>
                  <a:pt x="263652" y="265176"/>
                </a:lnTo>
                <a:lnTo>
                  <a:pt x="258241" y="245491"/>
                </a:lnTo>
                <a:lnTo>
                  <a:pt x="253555" y="218503"/>
                </a:lnTo>
                <a:lnTo>
                  <a:pt x="249720" y="184391"/>
                </a:lnTo>
                <a:lnTo>
                  <a:pt x="246888" y="143256"/>
                </a:lnTo>
                <a:lnTo>
                  <a:pt x="394716" y="143256"/>
                </a:lnTo>
                <a:lnTo>
                  <a:pt x="359664" y="108204"/>
                </a:lnTo>
                <a:lnTo>
                  <a:pt x="335280" y="132588"/>
                </a:lnTo>
                <a:lnTo>
                  <a:pt x="243840" y="132588"/>
                </a:lnTo>
                <a:lnTo>
                  <a:pt x="243636" y="108204"/>
                </a:lnTo>
                <a:lnTo>
                  <a:pt x="243522" y="100584"/>
                </a:lnTo>
                <a:lnTo>
                  <a:pt x="242519" y="51435"/>
                </a:lnTo>
                <a:lnTo>
                  <a:pt x="242316" y="32004"/>
                </a:lnTo>
                <a:lnTo>
                  <a:pt x="260604" y="19812"/>
                </a:lnTo>
                <a:lnTo>
                  <a:pt x="214884" y="0"/>
                </a:lnTo>
                <a:lnTo>
                  <a:pt x="216027" y="22009"/>
                </a:lnTo>
                <a:lnTo>
                  <a:pt x="217170" y="51435"/>
                </a:lnTo>
                <a:lnTo>
                  <a:pt x="218262" y="86868"/>
                </a:lnTo>
                <a:lnTo>
                  <a:pt x="219456" y="132588"/>
                </a:lnTo>
                <a:lnTo>
                  <a:pt x="128016" y="132588"/>
                </a:lnTo>
                <a:lnTo>
                  <a:pt x="128016" y="53340"/>
                </a:lnTo>
                <a:lnTo>
                  <a:pt x="128016" y="50292"/>
                </a:lnTo>
                <a:lnTo>
                  <a:pt x="164592" y="43815"/>
                </a:lnTo>
                <a:lnTo>
                  <a:pt x="181165" y="41300"/>
                </a:lnTo>
                <a:lnTo>
                  <a:pt x="196596" y="39624"/>
                </a:lnTo>
                <a:lnTo>
                  <a:pt x="169164" y="7620"/>
                </a:lnTo>
                <a:lnTo>
                  <a:pt x="124371" y="31838"/>
                </a:lnTo>
                <a:lnTo>
                  <a:pt x="78689" y="44386"/>
                </a:lnTo>
                <a:lnTo>
                  <a:pt x="35877" y="53530"/>
                </a:lnTo>
                <a:lnTo>
                  <a:pt x="16764" y="56388"/>
                </a:lnTo>
                <a:lnTo>
                  <a:pt x="16764" y="64008"/>
                </a:lnTo>
                <a:lnTo>
                  <a:pt x="40195" y="60845"/>
                </a:lnTo>
                <a:lnTo>
                  <a:pt x="103632" y="53340"/>
                </a:lnTo>
                <a:lnTo>
                  <a:pt x="103632" y="132588"/>
                </a:lnTo>
                <a:lnTo>
                  <a:pt x="0" y="132588"/>
                </a:lnTo>
                <a:lnTo>
                  <a:pt x="15240" y="149352"/>
                </a:lnTo>
                <a:lnTo>
                  <a:pt x="24663" y="146481"/>
                </a:lnTo>
                <a:lnTo>
                  <a:pt x="34671" y="144589"/>
                </a:lnTo>
                <a:lnTo>
                  <a:pt x="45237" y="143573"/>
                </a:lnTo>
                <a:lnTo>
                  <a:pt x="56388" y="143256"/>
                </a:lnTo>
                <a:lnTo>
                  <a:pt x="103632" y="143256"/>
                </a:lnTo>
                <a:lnTo>
                  <a:pt x="103632" y="230124"/>
                </a:lnTo>
                <a:lnTo>
                  <a:pt x="67932" y="241300"/>
                </a:lnTo>
                <a:lnTo>
                  <a:pt x="38671" y="249745"/>
                </a:lnTo>
                <a:lnTo>
                  <a:pt x="15976" y="255638"/>
                </a:lnTo>
                <a:lnTo>
                  <a:pt x="0" y="259080"/>
                </a:lnTo>
                <a:lnTo>
                  <a:pt x="19812" y="292608"/>
                </a:lnTo>
                <a:lnTo>
                  <a:pt x="27762" y="285521"/>
                </a:lnTo>
                <a:lnTo>
                  <a:pt x="44577" y="275844"/>
                </a:lnTo>
                <a:lnTo>
                  <a:pt x="69951" y="263893"/>
                </a:lnTo>
                <a:lnTo>
                  <a:pt x="103632" y="249936"/>
                </a:lnTo>
                <a:lnTo>
                  <a:pt x="103632" y="341376"/>
                </a:lnTo>
                <a:lnTo>
                  <a:pt x="103098" y="350266"/>
                </a:lnTo>
                <a:lnTo>
                  <a:pt x="99441" y="356425"/>
                </a:lnTo>
                <a:lnTo>
                  <a:pt x="92913" y="360032"/>
                </a:lnTo>
                <a:lnTo>
                  <a:pt x="83820" y="361188"/>
                </a:lnTo>
                <a:lnTo>
                  <a:pt x="72618" y="360032"/>
                </a:lnTo>
                <a:lnTo>
                  <a:pt x="61722" y="358711"/>
                </a:lnTo>
                <a:lnTo>
                  <a:pt x="50812" y="357124"/>
                </a:lnTo>
                <a:lnTo>
                  <a:pt x="39624" y="355092"/>
                </a:lnTo>
                <a:lnTo>
                  <a:pt x="39624" y="362712"/>
                </a:lnTo>
                <a:lnTo>
                  <a:pt x="59855" y="371030"/>
                </a:lnTo>
                <a:lnTo>
                  <a:pt x="74676" y="380047"/>
                </a:lnTo>
                <a:lnTo>
                  <a:pt x="83769" y="389940"/>
                </a:lnTo>
                <a:lnTo>
                  <a:pt x="86868" y="400812"/>
                </a:lnTo>
                <a:lnTo>
                  <a:pt x="104863" y="393674"/>
                </a:lnTo>
                <a:lnTo>
                  <a:pt x="117729" y="383667"/>
                </a:lnTo>
                <a:lnTo>
                  <a:pt x="125437" y="370814"/>
                </a:lnTo>
                <a:lnTo>
                  <a:pt x="127012" y="361188"/>
                </a:lnTo>
                <a:lnTo>
                  <a:pt x="128016" y="355092"/>
                </a:lnTo>
                <a:lnTo>
                  <a:pt x="128016" y="249936"/>
                </a:lnTo>
                <a:lnTo>
                  <a:pt x="128016" y="239268"/>
                </a:lnTo>
                <a:lnTo>
                  <a:pt x="163334" y="224028"/>
                </a:lnTo>
                <a:lnTo>
                  <a:pt x="205740" y="205740"/>
                </a:lnTo>
                <a:lnTo>
                  <a:pt x="202692" y="201168"/>
                </a:lnTo>
                <a:lnTo>
                  <a:pt x="128016" y="224028"/>
                </a:lnTo>
                <a:lnTo>
                  <a:pt x="128016" y="143256"/>
                </a:lnTo>
                <a:lnTo>
                  <a:pt x="222504" y="143256"/>
                </a:lnTo>
                <a:lnTo>
                  <a:pt x="226479" y="189839"/>
                </a:lnTo>
                <a:lnTo>
                  <a:pt x="231457" y="228981"/>
                </a:lnTo>
                <a:lnTo>
                  <a:pt x="237286" y="260705"/>
                </a:lnTo>
                <a:lnTo>
                  <a:pt x="243840" y="284988"/>
                </a:lnTo>
                <a:lnTo>
                  <a:pt x="223545" y="303276"/>
                </a:lnTo>
                <a:lnTo>
                  <a:pt x="198882" y="321945"/>
                </a:lnTo>
                <a:lnTo>
                  <a:pt x="169684" y="341147"/>
                </a:lnTo>
                <a:lnTo>
                  <a:pt x="135636" y="361188"/>
                </a:lnTo>
                <a:lnTo>
                  <a:pt x="137160" y="367284"/>
                </a:lnTo>
                <a:lnTo>
                  <a:pt x="171132" y="352996"/>
                </a:lnTo>
                <a:lnTo>
                  <a:pt x="202120" y="337566"/>
                </a:lnTo>
                <a:lnTo>
                  <a:pt x="229946" y="320992"/>
                </a:lnTo>
                <a:lnTo>
                  <a:pt x="254508" y="303276"/>
                </a:lnTo>
                <a:lnTo>
                  <a:pt x="278218" y="333260"/>
                </a:lnTo>
                <a:lnTo>
                  <a:pt x="323938" y="373786"/>
                </a:lnTo>
                <a:lnTo>
                  <a:pt x="365658" y="390931"/>
                </a:lnTo>
                <a:lnTo>
                  <a:pt x="400812" y="399288"/>
                </a:lnTo>
                <a:lnTo>
                  <a:pt x="405384" y="399288"/>
                </a:lnTo>
                <a:lnTo>
                  <a:pt x="405384" y="397764"/>
                </a:lnTo>
                <a:lnTo>
                  <a:pt x="406908" y="397764"/>
                </a:lnTo>
                <a:lnTo>
                  <a:pt x="406908" y="394716"/>
                </a:lnTo>
                <a:close/>
              </a:path>
              <a:path w="835660" h="401320">
                <a:moveTo>
                  <a:pt x="574535" y="27432"/>
                </a:moveTo>
                <a:lnTo>
                  <a:pt x="536435" y="1524"/>
                </a:lnTo>
                <a:lnTo>
                  <a:pt x="524129" y="39801"/>
                </a:lnTo>
                <a:lnTo>
                  <a:pt x="512241" y="74485"/>
                </a:lnTo>
                <a:lnTo>
                  <a:pt x="489191" y="132588"/>
                </a:lnTo>
                <a:lnTo>
                  <a:pt x="464807" y="179451"/>
                </a:lnTo>
                <a:lnTo>
                  <a:pt x="440423" y="219456"/>
                </a:lnTo>
                <a:lnTo>
                  <a:pt x="444995" y="225552"/>
                </a:lnTo>
                <a:lnTo>
                  <a:pt x="461238" y="206146"/>
                </a:lnTo>
                <a:lnTo>
                  <a:pt x="477761" y="184594"/>
                </a:lnTo>
                <a:lnTo>
                  <a:pt x="494296" y="161048"/>
                </a:lnTo>
                <a:lnTo>
                  <a:pt x="510527" y="135636"/>
                </a:lnTo>
                <a:lnTo>
                  <a:pt x="510527" y="321564"/>
                </a:lnTo>
                <a:lnTo>
                  <a:pt x="510298" y="337362"/>
                </a:lnTo>
                <a:lnTo>
                  <a:pt x="509790" y="355282"/>
                </a:lnTo>
                <a:lnTo>
                  <a:pt x="509244" y="376428"/>
                </a:lnTo>
                <a:lnTo>
                  <a:pt x="509003" y="399288"/>
                </a:lnTo>
                <a:lnTo>
                  <a:pt x="536435" y="385572"/>
                </a:lnTo>
                <a:lnTo>
                  <a:pt x="535559" y="371221"/>
                </a:lnTo>
                <a:lnTo>
                  <a:pt x="535127" y="355854"/>
                </a:lnTo>
                <a:lnTo>
                  <a:pt x="534949" y="337566"/>
                </a:lnTo>
                <a:lnTo>
                  <a:pt x="534911" y="137160"/>
                </a:lnTo>
                <a:lnTo>
                  <a:pt x="536879" y="135636"/>
                </a:lnTo>
                <a:lnTo>
                  <a:pt x="548627" y="126492"/>
                </a:lnTo>
                <a:lnTo>
                  <a:pt x="521195" y="111252"/>
                </a:lnTo>
                <a:lnTo>
                  <a:pt x="527773" y="96380"/>
                </a:lnTo>
                <a:lnTo>
                  <a:pt x="536054" y="79057"/>
                </a:lnTo>
                <a:lnTo>
                  <a:pt x="546061" y="59182"/>
                </a:lnTo>
                <a:lnTo>
                  <a:pt x="557771" y="36576"/>
                </a:lnTo>
                <a:lnTo>
                  <a:pt x="574535" y="27432"/>
                </a:lnTo>
                <a:close/>
              </a:path>
              <a:path w="835660" h="401320">
                <a:moveTo>
                  <a:pt x="630923" y="100584"/>
                </a:moveTo>
                <a:lnTo>
                  <a:pt x="589775" y="79248"/>
                </a:lnTo>
                <a:lnTo>
                  <a:pt x="590905" y="95592"/>
                </a:lnTo>
                <a:lnTo>
                  <a:pt x="591870" y="110490"/>
                </a:lnTo>
                <a:lnTo>
                  <a:pt x="592569" y="124256"/>
                </a:lnTo>
                <a:lnTo>
                  <a:pt x="592823" y="137160"/>
                </a:lnTo>
                <a:lnTo>
                  <a:pt x="592823" y="323088"/>
                </a:lnTo>
                <a:lnTo>
                  <a:pt x="592569" y="337121"/>
                </a:lnTo>
                <a:lnTo>
                  <a:pt x="591870" y="354139"/>
                </a:lnTo>
                <a:lnTo>
                  <a:pt x="589775" y="397764"/>
                </a:lnTo>
                <a:lnTo>
                  <a:pt x="618731" y="384048"/>
                </a:lnTo>
                <a:lnTo>
                  <a:pt x="615950" y="332828"/>
                </a:lnTo>
                <a:lnTo>
                  <a:pt x="615683" y="114300"/>
                </a:lnTo>
                <a:lnTo>
                  <a:pt x="630923" y="100584"/>
                </a:lnTo>
                <a:close/>
              </a:path>
              <a:path w="835660" h="401320">
                <a:moveTo>
                  <a:pt x="675386" y="62636"/>
                </a:moveTo>
                <a:lnTo>
                  <a:pt x="647306" y="29527"/>
                </a:lnTo>
                <a:lnTo>
                  <a:pt x="623303" y="13716"/>
                </a:lnTo>
                <a:lnTo>
                  <a:pt x="618731" y="16764"/>
                </a:lnTo>
                <a:lnTo>
                  <a:pt x="629043" y="32461"/>
                </a:lnTo>
                <a:lnTo>
                  <a:pt x="637209" y="47434"/>
                </a:lnTo>
                <a:lnTo>
                  <a:pt x="643382" y="61556"/>
                </a:lnTo>
                <a:lnTo>
                  <a:pt x="647687" y="74676"/>
                </a:lnTo>
                <a:lnTo>
                  <a:pt x="650735" y="86868"/>
                </a:lnTo>
                <a:lnTo>
                  <a:pt x="653783" y="92964"/>
                </a:lnTo>
                <a:lnTo>
                  <a:pt x="659879" y="92964"/>
                </a:lnTo>
                <a:lnTo>
                  <a:pt x="670547" y="82296"/>
                </a:lnTo>
                <a:lnTo>
                  <a:pt x="673595" y="76200"/>
                </a:lnTo>
                <a:lnTo>
                  <a:pt x="675119" y="68580"/>
                </a:lnTo>
                <a:lnTo>
                  <a:pt x="675386" y="62636"/>
                </a:lnTo>
                <a:close/>
              </a:path>
              <a:path w="835660" h="401320">
                <a:moveTo>
                  <a:pt x="835139" y="64008"/>
                </a:moveTo>
                <a:lnTo>
                  <a:pt x="807707" y="41148"/>
                </a:lnTo>
                <a:lnTo>
                  <a:pt x="792467" y="57912"/>
                </a:lnTo>
                <a:lnTo>
                  <a:pt x="705599" y="57912"/>
                </a:lnTo>
                <a:lnTo>
                  <a:pt x="720839" y="74676"/>
                </a:lnTo>
                <a:lnTo>
                  <a:pt x="730275" y="71805"/>
                </a:lnTo>
                <a:lnTo>
                  <a:pt x="740270" y="69913"/>
                </a:lnTo>
                <a:lnTo>
                  <a:pt x="750849" y="68897"/>
                </a:lnTo>
                <a:lnTo>
                  <a:pt x="761987" y="68580"/>
                </a:lnTo>
                <a:lnTo>
                  <a:pt x="795515" y="68580"/>
                </a:lnTo>
                <a:lnTo>
                  <a:pt x="795515" y="336804"/>
                </a:lnTo>
                <a:lnTo>
                  <a:pt x="794639" y="346811"/>
                </a:lnTo>
                <a:lnTo>
                  <a:pt x="791895" y="353949"/>
                </a:lnTo>
                <a:lnTo>
                  <a:pt x="787158" y="358241"/>
                </a:lnTo>
                <a:lnTo>
                  <a:pt x="780275" y="359664"/>
                </a:lnTo>
                <a:lnTo>
                  <a:pt x="770559" y="359359"/>
                </a:lnTo>
                <a:lnTo>
                  <a:pt x="757415" y="358330"/>
                </a:lnTo>
                <a:lnTo>
                  <a:pt x="740841" y="356450"/>
                </a:lnTo>
                <a:lnTo>
                  <a:pt x="720839" y="353568"/>
                </a:lnTo>
                <a:lnTo>
                  <a:pt x="720839" y="361188"/>
                </a:lnTo>
                <a:lnTo>
                  <a:pt x="746848" y="369506"/>
                </a:lnTo>
                <a:lnTo>
                  <a:pt x="765416" y="378523"/>
                </a:lnTo>
                <a:lnTo>
                  <a:pt x="776566" y="388416"/>
                </a:lnTo>
                <a:lnTo>
                  <a:pt x="780275" y="399288"/>
                </a:lnTo>
                <a:lnTo>
                  <a:pt x="798258" y="391033"/>
                </a:lnTo>
                <a:lnTo>
                  <a:pt x="810945" y="380047"/>
                </a:lnTo>
                <a:lnTo>
                  <a:pt x="818210" y="366509"/>
                </a:lnTo>
                <a:lnTo>
                  <a:pt x="818934" y="359664"/>
                </a:lnTo>
                <a:lnTo>
                  <a:pt x="819899" y="350520"/>
                </a:lnTo>
                <a:lnTo>
                  <a:pt x="819899" y="76200"/>
                </a:lnTo>
                <a:lnTo>
                  <a:pt x="829424" y="68580"/>
                </a:lnTo>
                <a:lnTo>
                  <a:pt x="835139" y="6400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" name="object 39"/>
          <p:cNvSpPr/>
          <p:nvPr/>
        </p:nvSpPr>
        <p:spPr>
          <a:xfrm>
            <a:off x="3019031" y="3538727"/>
            <a:ext cx="1292860" cy="411480"/>
          </a:xfrm>
          <a:custGeom>
            <a:avLst/>
            <a:gdLst/>
            <a:ahLst/>
            <a:cxnLst/>
            <a:rect l="l" t="t" r="r" b="b"/>
            <a:pathLst>
              <a:path w="1292860" h="411479">
                <a:moveTo>
                  <a:pt x="115824" y="70891"/>
                </a:moveTo>
                <a:lnTo>
                  <a:pt x="80200" y="39243"/>
                </a:lnTo>
                <a:lnTo>
                  <a:pt x="45720" y="24384"/>
                </a:lnTo>
                <a:lnTo>
                  <a:pt x="42672" y="32004"/>
                </a:lnTo>
                <a:lnTo>
                  <a:pt x="59194" y="46469"/>
                </a:lnTo>
                <a:lnTo>
                  <a:pt x="72580" y="60198"/>
                </a:lnTo>
                <a:lnTo>
                  <a:pt x="82753" y="72732"/>
                </a:lnTo>
                <a:lnTo>
                  <a:pt x="89916" y="83820"/>
                </a:lnTo>
                <a:lnTo>
                  <a:pt x="96012" y="96012"/>
                </a:lnTo>
                <a:lnTo>
                  <a:pt x="100584" y="100584"/>
                </a:lnTo>
                <a:lnTo>
                  <a:pt x="106680" y="100584"/>
                </a:lnTo>
                <a:lnTo>
                  <a:pt x="112776" y="94488"/>
                </a:lnTo>
                <a:lnTo>
                  <a:pt x="114300" y="88392"/>
                </a:lnTo>
                <a:lnTo>
                  <a:pt x="115824" y="77724"/>
                </a:lnTo>
                <a:lnTo>
                  <a:pt x="115824" y="70891"/>
                </a:lnTo>
                <a:close/>
              </a:path>
              <a:path w="1292860" h="411479">
                <a:moveTo>
                  <a:pt x="166116" y="274320"/>
                </a:moveTo>
                <a:lnTo>
                  <a:pt x="161544" y="269748"/>
                </a:lnTo>
                <a:lnTo>
                  <a:pt x="92964" y="333756"/>
                </a:lnTo>
                <a:lnTo>
                  <a:pt x="92964" y="175260"/>
                </a:lnTo>
                <a:lnTo>
                  <a:pt x="100418" y="169164"/>
                </a:lnTo>
                <a:lnTo>
                  <a:pt x="109728" y="161544"/>
                </a:lnTo>
                <a:lnTo>
                  <a:pt x="80772" y="137160"/>
                </a:lnTo>
                <a:lnTo>
                  <a:pt x="67056" y="158496"/>
                </a:lnTo>
                <a:lnTo>
                  <a:pt x="0" y="158496"/>
                </a:lnTo>
                <a:lnTo>
                  <a:pt x="15240" y="173736"/>
                </a:lnTo>
                <a:lnTo>
                  <a:pt x="24345" y="171742"/>
                </a:lnTo>
                <a:lnTo>
                  <a:pt x="33147" y="170307"/>
                </a:lnTo>
                <a:lnTo>
                  <a:pt x="41389" y="169456"/>
                </a:lnTo>
                <a:lnTo>
                  <a:pt x="48768" y="169164"/>
                </a:lnTo>
                <a:lnTo>
                  <a:pt x="68580" y="169164"/>
                </a:lnTo>
                <a:lnTo>
                  <a:pt x="68707" y="333756"/>
                </a:lnTo>
                <a:lnTo>
                  <a:pt x="68897" y="338670"/>
                </a:lnTo>
                <a:lnTo>
                  <a:pt x="67627" y="346329"/>
                </a:lnTo>
                <a:lnTo>
                  <a:pt x="64947" y="353428"/>
                </a:lnTo>
                <a:lnTo>
                  <a:pt x="60960" y="359664"/>
                </a:lnTo>
                <a:lnTo>
                  <a:pt x="82296" y="382524"/>
                </a:lnTo>
                <a:lnTo>
                  <a:pt x="87515" y="375475"/>
                </a:lnTo>
                <a:lnTo>
                  <a:pt x="97155" y="362331"/>
                </a:lnTo>
                <a:lnTo>
                  <a:pt x="105448" y="351243"/>
                </a:lnTo>
                <a:lnTo>
                  <a:pt x="114300" y="339852"/>
                </a:lnTo>
                <a:lnTo>
                  <a:pt x="119265" y="333756"/>
                </a:lnTo>
                <a:lnTo>
                  <a:pt x="136779" y="312229"/>
                </a:lnTo>
                <a:lnTo>
                  <a:pt x="150736" y="294640"/>
                </a:lnTo>
                <a:lnTo>
                  <a:pt x="166116" y="274320"/>
                </a:lnTo>
                <a:close/>
              </a:path>
              <a:path w="1292860" h="411479">
                <a:moveTo>
                  <a:pt x="239268" y="74676"/>
                </a:moveTo>
                <a:lnTo>
                  <a:pt x="222504" y="39624"/>
                </a:lnTo>
                <a:lnTo>
                  <a:pt x="185928" y="10668"/>
                </a:lnTo>
                <a:lnTo>
                  <a:pt x="179832" y="13716"/>
                </a:lnTo>
                <a:lnTo>
                  <a:pt x="190385" y="31203"/>
                </a:lnTo>
                <a:lnTo>
                  <a:pt x="199072" y="47244"/>
                </a:lnTo>
                <a:lnTo>
                  <a:pt x="205765" y="62153"/>
                </a:lnTo>
                <a:lnTo>
                  <a:pt x="210312" y="76200"/>
                </a:lnTo>
                <a:lnTo>
                  <a:pt x="211836" y="89916"/>
                </a:lnTo>
                <a:lnTo>
                  <a:pt x="214884" y="97536"/>
                </a:lnTo>
                <a:lnTo>
                  <a:pt x="220980" y="97536"/>
                </a:lnTo>
                <a:lnTo>
                  <a:pt x="225552" y="94488"/>
                </a:lnTo>
                <a:lnTo>
                  <a:pt x="230124" y="88392"/>
                </a:lnTo>
                <a:lnTo>
                  <a:pt x="236220" y="82296"/>
                </a:lnTo>
                <a:lnTo>
                  <a:pt x="239268" y="74676"/>
                </a:lnTo>
                <a:close/>
              </a:path>
              <a:path w="1292860" h="411479">
                <a:moveTo>
                  <a:pt x="402336" y="367284"/>
                </a:moveTo>
                <a:lnTo>
                  <a:pt x="382943" y="331089"/>
                </a:lnTo>
                <a:lnTo>
                  <a:pt x="379476" y="295656"/>
                </a:lnTo>
                <a:lnTo>
                  <a:pt x="373380" y="295656"/>
                </a:lnTo>
                <a:lnTo>
                  <a:pt x="372262" y="314807"/>
                </a:lnTo>
                <a:lnTo>
                  <a:pt x="371309" y="330708"/>
                </a:lnTo>
                <a:lnTo>
                  <a:pt x="370598" y="344525"/>
                </a:lnTo>
                <a:lnTo>
                  <a:pt x="348996" y="371856"/>
                </a:lnTo>
                <a:lnTo>
                  <a:pt x="315468" y="371856"/>
                </a:lnTo>
                <a:lnTo>
                  <a:pt x="305473" y="371335"/>
                </a:lnTo>
                <a:lnTo>
                  <a:pt x="298323" y="367665"/>
                </a:lnTo>
                <a:lnTo>
                  <a:pt x="294043" y="361149"/>
                </a:lnTo>
                <a:lnTo>
                  <a:pt x="292608" y="352044"/>
                </a:lnTo>
                <a:lnTo>
                  <a:pt x="292608" y="225552"/>
                </a:lnTo>
                <a:lnTo>
                  <a:pt x="324612" y="225552"/>
                </a:lnTo>
                <a:lnTo>
                  <a:pt x="324612" y="246888"/>
                </a:lnTo>
                <a:lnTo>
                  <a:pt x="350520" y="234696"/>
                </a:lnTo>
                <a:lnTo>
                  <a:pt x="349973" y="225552"/>
                </a:lnTo>
                <a:lnTo>
                  <a:pt x="349643" y="220154"/>
                </a:lnTo>
                <a:lnTo>
                  <a:pt x="349567" y="216408"/>
                </a:lnTo>
                <a:lnTo>
                  <a:pt x="349186" y="197167"/>
                </a:lnTo>
                <a:lnTo>
                  <a:pt x="349072" y="175260"/>
                </a:lnTo>
                <a:lnTo>
                  <a:pt x="348996" y="126492"/>
                </a:lnTo>
                <a:lnTo>
                  <a:pt x="356616" y="121920"/>
                </a:lnTo>
                <a:lnTo>
                  <a:pt x="364236" y="117348"/>
                </a:lnTo>
                <a:lnTo>
                  <a:pt x="356997" y="111252"/>
                </a:lnTo>
                <a:lnTo>
                  <a:pt x="335280" y="92964"/>
                </a:lnTo>
                <a:lnTo>
                  <a:pt x="324612" y="107188"/>
                </a:lnTo>
                <a:lnTo>
                  <a:pt x="324612" y="121920"/>
                </a:lnTo>
                <a:lnTo>
                  <a:pt x="324612" y="216408"/>
                </a:lnTo>
                <a:lnTo>
                  <a:pt x="193548" y="216408"/>
                </a:lnTo>
                <a:lnTo>
                  <a:pt x="193548" y="121920"/>
                </a:lnTo>
                <a:lnTo>
                  <a:pt x="324612" y="121920"/>
                </a:lnTo>
                <a:lnTo>
                  <a:pt x="324612" y="107188"/>
                </a:lnTo>
                <a:lnTo>
                  <a:pt x="321564" y="111252"/>
                </a:lnTo>
                <a:lnTo>
                  <a:pt x="280416" y="111252"/>
                </a:lnTo>
                <a:lnTo>
                  <a:pt x="316636" y="53822"/>
                </a:lnTo>
                <a:lnTo>
                  <a:pt x="329184" y="33528"/>
                </a:lnTo>
                <a:lnTo>
                  <a:pt x="347472" y="25908"/>
                </a:lnTo>
                <a:lnTo>
                  <a:pt x="307848" y="1524"/>
                </a:lnTo>
                <a:lnTo>
                  <a:pt x="302133" y="23812"/>
                </a:lnTo>
                <a:lnTo>
                  <a:pt x="294132" y="49530"/>
                </a:lnTo>
                <a:lnTo>
                  <a:pt x="283845" y="78676"/>
                </a:lnTo>
                <a:lnTo>
                  <a:pt x="271272" y="111252"/>
                </a:lnTo>
                <a:lnTo>
                  <a:pt x="193548" y="111252"/>
                </a:lnTo>
                <a:lnTo>
                  <a:pt x="167640" y="96012"/>
                </a:lnTo>
                <a:lnTo>
                  <a:pt x="168529" y="109181"/>
                </a:lnTo>
                <a:lnTo>
                  <a:pt x="168986" y="126492"/>
                </a:lnTo>
                <a:lnTo>
                  <a:pt x="169075" y="137160"/>
                </a:lnTo>
                <a:lnTo>
                  <a:pt x="168973" y="216408"/>
                </a:lnTo>
                <a:lnTo>
                  <a:pt x="168529" y="234124"/>
                </a:lnTo>
                <a:lnTo>
                  <a:pt x="167640" y="248412"/>
                </a:lnTo>
                <a:lnTo>
                  <a:pt x="193548" y="240792"/>
                </a:lnTo>
                <a:lnTo>
                  <a:pt x="193548" y="225552"/>
                </a:lnTo>
                <a:lnTo>
                  <a:pt x="216408" y="225552"/>
                </a:lnTo>
                <a:lnTo>
                  <a:pt x="206883" y="291846"/>
                </a:lnTo>
                <a:lnTo>
                  <a:pt x="181356" y="339852"/>
                </a:lnTo>
                <a:lnTo>
                  <a:pt x="141541" y="375475"/>
                </a:lnTo>
                <a:lnTo>
                  <a:pt x="86868" y="405384"/>
                </a:lnTo>
                <a:lnTo>
                  <a:pt x="89916" y="409956"/>
                </a:lnTo>
                <a:lnTo>
                  <a:pt x="127063" y="397383"/>
                </a:lnTo>
                <a:lnTo>
                  <a:pt x="184213" y="365379"/>
                </a:lnTo>
                <a:lnTo>
                  <a:pt x="218719" y="323710"/>
                </a:lnTo>
                <a:lnTo>
                  <a:pt x="237439" y="263232"/>
                </a:lnTo>
                <a:lnTo>
                  <a:pt x="240792" y="225552"/>
                </a:lnTo>
                <a:lnTo>
                  <a:pt x="271272" y="225552"/>
                </a:lnTo>
                <a:lnTo>
                  <a:pt x="271272" y="359664"/>
                </a:lnTo>
                <a:lnTo>
                  <a:pt x="272732" y="375412"/>
                </a:lnTo>
                <a:lnTo>
                  <a:pt x="279463" y="386143"/>
                </a:lnTo>
                <a:lnTo>
                  <a:pt x="291642" y="392036"/>
                </a:lnTo>
                <a:lnTo>
                  <a:pt x="309372" y="393192"/>
                </a:lnTo>
                <a:lnTo>
                  <a:pt x="362712" y="393192"/>
                </a:lnTo>
                <a:lnTo>
                  <a:pt x="375551" y="391502"/>
                </a:lnTo>
                <a:lnTo>
                  <a:pt x="386524" y="386524"/>
                </a:lnTo>
                <a:lnTo>
                  <a:pt x="395503" y="378409"/>
                </a:lnTo>
                <a:lnTo>
                  <a:pt x="399529" y="371856"/>
                </a:lnTo>
                <a:lnTo>
                  <a:pt x="402336" y="367284"/>
                </a:lnTo>
                <a:close/>
              </a:path>
              <a:path w="1292860" h="411479">
                <a:moveTo>
                  <a:pt x="842772" y="193548"/>
                </a:moveTo>
                <a:lnTo>
                  <a:pt x="804672" y="155448"/>
                </a:lnTo>
                <a:lnTo>
                  <a:pt x="769620" y="182880"/>
                </a:lnTo>
                <a:lnTo>
                  <a:pt x="446532" y="182880"/>
                </a:lnTo>
                <a:lnTo>
                  <a:pt x="461772" y="198120"/>
                </a:lnTo>
                <a:lnTo>
                  <a:pt x="471728" y="196126"/>
                </a:lnTo>
                <a:lnTo>
                  <a:pt x="483108" y="194691"/>
                </a:lnTo>
                <a:lnTo>
                  <a:pt x="495642" y="193840"/>
                </a:lnTo>
                <a:lnTo>
                  <a:pt x="509016" y="193548"/>
                </a:lnTo>
                <a:lnTo>
                  <a:pt x="842772" y="193548"/>
                </a:lnTo>
                <a:close/>
              </a:path>
              <a:path w="1292860" h="411479">
                <a:moveTo>
                  <a:pt x="1115580" y="147828"/>
                </a:moveTo>
                <a:lnTo>
                  <a:pt x="1072908" y="124968"/>
                </a:lnTo>
                <a:lnTo>
                  <a:pt x="1073950" y="144780"/>
                </a:lnTo>
                <a:lnTo>
                  <a:pt x="1075004" y="165735"/>
                </a:lnTo>
                <a:lnTo>
                  <a:pt x="1075690" y="183692"/>
                </a:lnTo>
                <a:lnTo>
                  <a:pt x="1075893" y="196011"/>
                </a:lnTo>
                <a:lnTo>
                  <a:pt x="1075956" y="315468"/>
                </a:lnTo>
                <a:lnTo>
                  <a:pt x="1075690" y="331762"/>
                </a:lnTo>
                <a:lnTo>
                  <a:pt x="1075004" y="353187"/>
                </a:lnTo>
                <a:lnTo>
                  <a:pt x="1074064" y="378739"/>
                </a:lnTo>
                <a:lnTo>
                  <a:pt x="1072908" y="411480"/>
                </a:lnTo>
                <a:lnTo>
                  <a:pt x="1103388" y="394716"/>
                </a:lnTo>
                <a:lnTo>
                  <a:pt x="1102499" y="378739"/>
                </a:lnTo>
                <a:lnTo>
                  <a:pt x="1102055" y="362902"/>
                </a:lnTo>
                <a:lnTo>
                  <a:pt x="1101940" y="353187"/>
                </a:lnTo>
                <a:lnTo>
                  <a:pt x="1101864" y="158496"/>
                </a:lnTo>
                <a:lnTo>
                  <a:pt x="1115580" y="147828"/>
                </a:lnTo>
                <a:close/>
              </a:path>
              <a:path w="1292860" h="411479">
                <a:moveTo>
                  <a:pt x="1292364" y="181356"/>
                </a:moveTo>
                <a:lnTo>
                  <a:pt x="1244739" y="166878"/>
                </a:lnTo>
                <a:lnTo>
                  <a:pt x="1194828" y="138684"/>
                </a:lnTo>
                <a:lnTo>
                  <a:pt x="1144155" y="93916"/>
                </a:lnTo>
                <a:lnTo>
                  <a:pt x="1103503" y="42672"/>
                </a:lnTo>
                <a:lnTo>
                  <a:pt x="1095768" y="32004"/>
                </a:lnTo>
                <a:lnTo>
                  <a:pt x="1112532" y="21336"/>
                </a:lnTo>
                <a:lnTo>
                  <a:pt x="1075956" y="0"/>
                </a:lnTo>
                <a:lnTo>
                  <a:pt x="1064831" y="28003"/>
                </a:lnTo>
                <a:lnTo>
                  <a:pt x="1049858" y="57150"/>
                </a:lnTo>
                <a:lnTo>
                  <a:pt x="1008900" y="118872"/>
                </a:lnTo>
                <a:lnTo>
                  <a:pt x="982294" y="149161"/>
                </a:lnTo>
                <a:lnTo>
                  <a:pt x="952754" y="175983"/>
                </a:lnTo>
                <a:lnTo>
                  <a:pt x="919949" y="199453"/>
                </a:lnTo>
                <a:lnTo>
                  <a:pt x="883932" y="219456"/>
                </a:lnTo>
                <a:lnTo>
                  <a:pt x="885456" y="225552"/>
                </a:lnTo>
                <a:lnTo>
                  <a:pt x="921194" y="209867"/>
                </a:lnTo>
                <a:lnTo>
                  <a:pt x="981252" y="173913"/>
                </a:lnTo>
                <a:lnTo>
                  <a:pt x="1028179" y="130759"/>
                </a:lnTo>
                <a:lnTo>
                  <a:pt x="1070571" y="75272"/>
                </a:lnTo>
                <a:lnTo>
                  <a:pt x="1091196" y="42672"/>
                </a:lnTo>
                <a:lnTo>
                  <a:pt x="1109484" y="72986"/>
                </a:lnTo>
                <a:lnTo>
                  <a:pt x="1146060" y="123901"/>
                </a:lnTo>
                <a:lnTo>
                  <a:pt x="1183513" y="163385"/>
                </a:lnTo>
                <a:lnTo>
                  <a:pt x="1227569" y="196011"/>
                </a:lnTo>
                <a:lnTo>
                  <a:pt x="1252740" y="210312"/>
                </a:lnTo>
                <a:lnTo>
                  <a:pt x="1259573" y="201168"/>
                </a:lnTo>
                <a:lnTo>
                  <a:pt x="1268552" y="194310"/>
                </a:lnTo>
                <a:lnTo>
                  <a:pt x="1279525" y="189738"/>
                </a:lnTo>
                <a:lnTo>
                  <a:pt x="1292364" y="187452"/>
                </a:lnTo>
                <a:lnTo>
                  <a:pt x="1292364" y="18135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" name="object 40"/>
          <p:cNvSpPr/>
          <p:nvPr/>
        </p:nvSpPr>
        <p:spPr>
          <a:xfrm>
            <a:off x="4370832" y="3557016"/>
            <a:ext cx="373380" cy="379730"/>
          </a:xfrm>
          <a:custGeom>
            <a:avLst/>
            <a:gdLst/>
            <a:ahLst/>
            <a:cxnLst/>
            <a:rect l="l" t="t" r="r" b="b"/>
            <a:pathLst>
              <a:path w="373379" h="379729">
                <a:moveTo>
                  <a:pt x="24383" y="379475"/>
                </a:moveTo>
                <a:lnTo>
                  <a:pt x="0" y="356615"/>
                </a:lnTo>
                <a:lnTo>
                  <a:pt x="10667" y="347472"/>
                </a:lnTo>
                <a:lnTo>
                  <a:pt x="10667" y="105155"/>
                </a:lnTo>
                <a:lnTo>
                  <a:pt x="10429" y="82010"/>
                </a:lnTo>
                <a:lnTo>
                  <a:pt x="9382" y="34004"/>
                </a:lnTo>
                <a:lnTo>
                  <a:pt x="9143" y="9143"/>
                </a:lnTo>
                <a:lnTo>
                  <a:pt x="35051" y="24383"/>
                </a:lnTo>
                <a:lnTo>
                  <a:pt x="301751" y="24383"/>
                </a:lnTo>
                <a:lnTo>
                  <a:pt x="327659" y="0"/>
                </a:lnTo>
                <a:lnTo>
                  <a:pt x="359663" y="33527"/>
                </a:lnTo>
                <a:lnTo>
                  <a:pt x="239267" y="33527"/>
                </a:lnTo>
                <a:lnTo>
                  <a:pt x="239267" y="242315"/>
                </a:lnTo>
                <a:lnTo>
                  <a:pt x="240434" y="257198"/>
                </a:lnTo>
                <a:lnTo>
                  <a:pt x="244030" y="267652"/>
                </a:lnTo>
                <a:lnTo>
                  <a:pt x="250197" y="273819"/>
                </a:lnTo>
                <a:lnTo>
                  <a:pt x="259079" y="275843"/>
                </a:lnTo>
                <a:lnTo>
                  <a:pt x="306324" y="275843"/>
                </a:lnTo>
                <a:lnTo>
                  <a:pt x="326707" y="220789"/>
                </a:lnTo>
                <a:lnTo>
                  <a:pt x="327659" y="193547"/>
                </a:lnTo>
                <a:lnTo>
                  <a:pt x="336804" y="193547"/>
                </a:lnTo>
                <a:lnTo>
                  <a:pt x="338732" y="232124"/>
                </a:lnTo>
                <a:lnTo>
                  <a:pt x="361187" y="269748"/>
                </a:lnTo>
                <a:lnTo>
                  <a:pt x="352925" y="281487"/>
                </a:lnTo>
                <a:lnTo>
                  <a:pt x="341947" y="289369"/>
                </a:lnTo>
                <a:lnTo>
                  <a:pt x="328398" y="293536"/>
                </a:lnTo>
                <a:lnTo>
                  <a:pt x="312419" y="294131"/>
                </a:lnTo>
                <a:lnTo>
                  <a:pt x="248411" y="294131"/>
                </a:lnTo>
                <a:lnTo>
                  <a:pt x="234410" y="291607"/>
                </a:lnTo>
                <a:lnTo>
                  <a:pt x="224408" y="284225"/>
                </a:lnTo>
                <a:lnTo>
                  <a:pt x="218408" y="272272"/>
                </a:lnTo>
                <a:lnTo>
                  <a:pt x="216407" y="256031"/>
                </a:lnTo>
                <a:lnTo>
                  <a:pt x="216407" y="33527"/>
                </a:lnTo>
                <a:lnTo>
                  <a:pt x="144779" y="33527"/>
                </a:lnTo>
                <a:lnTo>
                  <a:pt x="143636" y="87439"/>
                </a:lnTo>
                <a:lnTo>
                  <a:pt x="140207" y="135635"/>
                </a:lnTo>
                <a:lnTo>
                  <a:pt x="133540" y="181355"/>
                </a:lnTo>
                <a:lnTo>
                  <a:pt x="118871" y="227075"/>
                </a:lnTo>
                <a:lnTo>
                  <a:pt x="93725" y="272796"/>
                </a:lnTo>
                <a:lnTo>
                  <a:pt x="54863" y="318515"/>
                </a:lnTo>
                <a:lnTo>
                  <a:pt x="50291" y="313943"/>
                </a:lnTo>
                <a:lnTo>
                  <a:pt x="66270" y="290274"/>
                </a:lnTo>
                <a:lnTo>
                  <a:pt x="79819" y="267461"/>
                </a:lnTo>
                <a:lnTo>
                  <a:pt x="99059" y="225551"/>
                </a:lnTo>
                <a:lnTo>
                  <a:pt x="110299" y="183832"/>
                </a:lnTo>
                <a:lnTo>
                  <a:pt x="117824" y="114966"/>
                </a:lnTo>
                <a:lnTo>
                  <a:pt x="120110" y="62388"/>
                </a:lnTo>
                <a:lnTo>
                  <a:pt x="120395" y="33527"/>
                </a:lnTo>
                <a:lnTo>
                  <a:pt x="35051" y="33527"/>
                </a:lnTo>
                <a:lnTo>
                  <a:pt x="35051" y="353567"/>
                </a:lnTo>
                <a:lnTo>
                  <a:pt x="310895" y="353567"/>
                </a:lnTo>
                <a:lnTo>
                  <a:pt x="336804" y="327660"/>
                </a:lnTo>
                <a:lnTo>
                  <a:pt x="373380" y="364236"/>
                </a:lnTo>
                <a:lnTo>
                  <a:pt x="36575" y="364236"/>
                </a:lnTo>
                <a:lnTo>
                  <a:pt x="24383" y="37947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41" name="object 41"/>
          <p:cNvGrpSpPr/>
          <p:nvPr/>
        </p:nvGrpSpPr>
        <p:grpSpPr>
          <a:xfrm>
            <a:off x="4792980" y="3546348"/>
            <a:ext cx="1542415" cy="403860"/>
            <a:chOff x="4792980" y="3546348"/>
            <a:chExt cx="1542415" cy="403860"/>
          </a:xfrm>
        </p:grpSpPr>
        <p:sp>
          <p:nvSpPr>
            <p:cNvPr id="42" name="object 42"/>
            <p:cNvSpPr/>
            <p:nvPr/>
          </p:nvSpPr>
          <p:spPr>
            <a:xfrm>
              <a:off x="4792980" y="3547884"/>
              <a:ext cx="1099185" cy="394970"/>
            </a:xfrm>
            <a:custGeom>
              <a:avLst/>
              <a:gdLst/>
              <a:ahLst/>
              <a:cxnLst/>
              <a:rect l="l" t="t" r="r" b="b"/>
              <a:pathLst>
                <a:path w="1099185" h="394970">
                  <a:moveTo>
                    <a:pt x="224028" y="42659"/>
                  </a:moveTo>
                  <a:lnTo>
                    <a:pt x="196596" y="12179"/>
                  </a:lnTo>
                  <a:lnTo>
                    <a:pt x="175260" y="33515"/>
                  </a:lnTo>
                  <a:lnTo>
                    <a:pt x="124968" y="33515"/>
                  </a:lnTo>
                  <a:lnTo>
                    <a:pt x="124968" y="42659"/>
                  </a:lnTo>
                  <a:lnTo>
                    <a:pt x="124968" y="99047"/>
                  </a:lnTo>
                  <a:lnTo>
                    <a:pt x="100584" y="99047"/>
                  </a:lnTo>
                  <a:lnTo>
                    <a:pt x="100584" y="42659"/>
                  </a:lnTo>
                  <a:lnTo>
                    <a:pt x="124968" y="42659"/>
                  </a:lnTo>
                  <a:lnTo>
                    <a:pt x="124968" y="33515"/>
                  </a:lnTo>
                  <a:lnTo>
                    <a:pt x="0" y="33515"/>
                  </a:lnTo>
                  <a:lnTo>
                    <a:pt x="15240" y="48755"/>
                  </a:lnTo>
                  <a:lnTo>
                    <a:pt x="25539" y="46520"/>
                  </a:lnTo>
                  <a:lnTo>
                    <a:pt x="36004" y="44564"/>
                  </a:lnTo>
                  <a:lnTo>
                    <a:pt x="46736" y="43192"/>
                  </a:lnTo>
                  <a:lnTo>
                    <a:pt x="57912" y="42659"/>
                  </a:lnTo>
                  <a:lnTo>
                    <a:pt x="79248" y="42659"/>
                  </a:lnTo>
                  <a:lnTo>
                    <a:pt x="79248" y="99047"/>
                  </a:lnTo>
                  <a:lnTo>
                    <a:pt x="79248" y="109715"/>
                  </a:lnTo>
                  <a:lnTo>
                    <a:pt x="77508" y="147993"/>
                  </a:lnTo>
                  <a:lnTo>
                    <a:pt x="72199" y="180390"/>
                  </a:lnTo>
                  <a:lnTo>
                    <a:pt x="63169" y="206806"/>
                  </a:lnTo>
                  <a:lnTo>
                    <a:pt x="50292" y="227063"/>
                  </a:lnTo>
                  <a:lnTo>
                    <a:pt x="50292" y="109715"/>
                  </a:lnTo>
                  <a:lnTo>
                    <a:pt x="79248" y="109715"/>
                  </a:lnTo>
                  <a:lnTo>
                    <a:pt x="79248" y="99047"/>
                  </a:lnTo>
                  <a:lnTo>
                    <a:pt x="50292" y="99047"/>
                  </a:lnTo>
                  <a:lnTo>
                    <a:pt x="25908" y="85331"/>
                  </a:lnTo>
                  <a:lnTo>
                    <a:pt x="26784" y="116484"/>
                  </a:lnTo>
                  <a:lnTo>
                    <a:pt x="27241" y="152768"/>
                  </a:lnTo>
                  <a:lnTo>
                    <a:pt x="27343" y="180390"/>
                  </a:lnTo>
                  <a:lnTo>
                    <a:pt x="27241" y="329171"/>
                  </a:lnTo>
                  <a:lnTo>
                    <a:pt x="26784" y="364655"/>
                  </a:lnTo>
                  <a:lnTo>
                    <a:pt x="25908" y="394703"/>
                  </a:lnTo>
                  <a:lnTo>
                    <a:pt x="50292" y="385559"/>
                  </a:lnTo>
                  <a:lnTo>
                    <a:pt x="50292" y="348983"/>
                  </a:lnTo>
                  <a:lnTo>
                    <a:pt x="175260" y="348983"/>
                  </a:lnTo>
                  <a:lnTo>
                    <a:pt x="175260" y="393179"/>
                  </a:lnTo>
                  <a:lnTo>
                    <a:pt x="199644" y="380987"/>
                  </a:lnTo>
                  <a:lnTo>
                    <a:pt x="198894" y="352818"/>
                  </a:lnTo>
                  <a:lnTo>
                    <a:pt x="198856" y="348983"/>
                  </a:lnTo>
                  <a:lnTo>
                    <a:pt x="198729" y="338315"/>
                  </a:lnTo>
                  <a:lnTo>
                    <a:pt x="198437" y="312127"/>
                  </a:lnTo>
                  <a:lnTo>
                    <a:pt x="198272" y="272783"/>
                  </a:lnTo>
                  <a:lnTo>
                    <a:pt x="198221" y="262115"/>
                  </a:lnTo>
                  <a:lnTo>
                    <a:pt x="198145" y="204203"/>
                  </a:lnTo>
                  <a:lnTo>
                    <a:pt x="198120" y="114287"/>
                  </a:lnTo>
                  <a:lnTo>
                    <a:pt x="203339" y="109715"/>
                  </a:lnTo>
                  <a:lnTo>
                    <a:pt x="210312" y="103619"/>
                  </a:lnTo>
                  <a:lnTo>
                    <a:pt x="204673" y="99047"/>
                  </a:lnTo>
                  <a:lnTo>
                    <a:pt x="185928" y="83807"/>
                  </a:lnTo>
                  <a:lnTo>
                    <a:pt x="175260" y="97142"/>
                  </a:lnTo>
                  <a:lnTo>
                    <a:pt x="175260" y="109715"/>
                  </a:lnTo>
                  <a:lnTo>
                    <a:pt x="175260" y="204203"/>
                  </a:lnTo>
                  <a:lnTo>
                    <a:pt x="175260" y="224015"/>
                  </a:lnTo>
                  <a:lnTo>
                    <a:pt x="175260" y="262115"/>
                  </a:lnTo>
                  <a:lnTo>
                    <a:pt x="175260" y="272783"/>
                  </a:lnTo>
                  <a:lnTo>
                    <a:pt x="175260" y="338315"/>
                  </a:lnTo>
                  <a:lnTo>
                    <a:pt x="50292" y="338315"/>
                  </a:lnTo>
                  <a:lnTo>
                    <a:pt x="50292" y="272783"/>
                  </a:lnTo>
                  <a:lnTo>
                    <a:pt x="175260" y="272783"/>
                  </a:lnTo>
                  <a:lnTo>
                    <a:pt x="175260" y="262115"/>
                  </a:lnTo>
                  <a:lnTo>
                    <a:pt x="50292" y="262115"/>
                  </a:lnTo>
                  <a:lnTo>
                    <a:pt x="50292" y="237731"/>
                  </a:lnTo>
                  <a:lnTo>
                    <a:pt x="61099" y="227063"/>
                  </a:lnTo>
                  <a:lnTo>
                    <a:pt x="72288" y="216014"/>
                  </a:lnTo>
                  <a:lnTo>
                    <a:pt x="88011" y="187439"/>
                  </a:lnTo>
                  <a:lnTo>
                    <a:pt x="97434" y="152006"/>
                  </a:lnTo>
                  <a:lnTo>
                    <a:pt x="100584" y="109715"/>
                  </a:lnTo>
                  <a:lnTo>
                    <a:pt x="124968" y="109715"/>
                  </a:lnTo>
                  <a:lnTo>
                    <a:pt x="125082" y="199631"/>
                  </a:lnTo>
                  <a:lnTo>
                    <a:pt x="150876" y="224015"/>
                  </a:lnTo>
                  <a:lnTo>
                    <a:pt x="175260" y="224015"/>
                  </a:lnTo>
                  <a:lnTo>
                    <a:pt x="175260" y="204203"/>
                  </a:lnTo>
                  <a:lnTo>
                    <a:pt x="149352" y="204203"/>
                  </a:lnTo>
                  <a:lnTo>
                    <a:pt x="146304" y="199631"/>
                  </a:lnTo>
                  <a:lnTo>
                    <a:pt x="146304" y="109715"/>
                  </a:lnTo>
                  <a:lnTo>
                    <a:pt x="175260" y="109715"/>
                  </a:lnTo>
                  <a:lnTo>
                    <a:pt x="175260" y="97142"/>
                  </a:lnTo>
                  <a:lnTo>
                    <a:pt x="173736" y="99047"/>
                  </a:lnTo>
                  <a:lnTo>
                    <a:pt x="146304" y="99047"/>
                  </a:lnTo>
                  <a:lnTo>
                    <a:pt x="146304" y="42659"/>
                  </a:lnTo>
                  <a:lnTo>
                    <a:pt x="224028" y="42659"/>
                  </a:lnTo>
                  <a:close/>
                </a:path>
                <a:path w="1099185" h="394970">
                  <a:moveTo>
                    <a:pt x="408432" y="352031"/>
                  </a:moveTo>
                  <a:lnTo>
                    <a:pt x="387489" y="319532"/>
                  </a:lnTo>
                  <a:lnTo>
                    <a:pt x="385572" y="274307"/>
                  </a:lnTo>
                  <a:lnTo>
                    <a:pt x="376428" y="274307"/>
                  </a:lnTo>
                  <a:lnTo>
                    <a:pt x="375285" y="315074"/>
                  </a:lnTo>
                  <a:lnTo>
                    <a:pt x="364236" y="358127"/>
                  </a:lnTo>
                  <a:lnTo>
                    <a:pt x="284988" y="358127"/>
                  </a:lnTo>
                  <a:lnTo>
                    <a:pt x="272986" y="357009"/>
                  </a:lnTo>
                  <a:lnTo>
                    <a:pt x="264414" y="351459"/>
                  </a:lnTo>
                  <a:lnTo>
                    <a:pt x="259270" y="341630"/>
                  </a:lnTo>
                  <a:lnTo>
                    <a:pt x="257556" y="327647"/>
                  </a:lnTo>
                  <a:lnTo>
                    <a:pt x="257556" y="167627"/>
                  </a:lnTo>
                  <a:lnTo>
                    <a:pt x="350520" y="167627"/>
                  </a:lnTo>
                  <a:lnTo>
                    <a:pt x="350520" y="192011"/>
                  </a:lnTo>
                  <a:lnTo>
                    <a:pt x="374904" y="182867"/>
                  </a:lnTo>
                  <a:lnTo>
                    <a:pt x="374751" y="167627"/>
                  </a:lnTo>
                  <a:lnTo>
                    <a:pt x="374662" y="158483"/>
                  </a:lnTo>
                  <a:lnTo>
                    <a:pt x="374142" y="127241"/>
                  </a:lnTo>
                  <a:lnTo>
                    <a:pt x="373608" y="90716"/>
                  </a:lnTo>
                  <a:lnTo>
                    <a:pt x="373380" y="48755"/>
                  </a:lnTo>
                  <a:lnTo>
                    <a:pt x="380339" y="42659"/>
                  </a:lnTo>
                  <a:lnTo>
                    <a:pt x="385572" y="38087"/>
                  </a:lnTo>
                  <a:lnTo>
                    <a:pt x="359664" y="16751"/>
                  </a:lnTo>
                  <a:lnTo>
                    <a:pt x="347472" y="33515"/>
                  </a:lnTo>
                  <a:lnTo>
                    <a:pt x="225552" y="33515"/>
                  </a:lnTo>
                  <a:lnTo>
                    <a:pt x="240792" y="48755"/>
                  </a:lnTo>
                  <a:lnTo>
                    <a:pt x="251091" y="46520"/>
                  </a:lnTo>
                  <a:lnTo>
                    <a:pt x="261556" y="44564"/>
                  </a:lnTo>
                  <a:lnTo>
                    <a:pt x="272288" y="43192"/>
                  </a:lnTo>
                  <a:lnTo>
                    <a:pt x="283464" y="42659"/>
                  </a:lnTo>
                  <a:lnTo>
                    <a:pt x="350520" y="42659"/>
                  </a:lnTo>
                  <a:lnTo>
                    <a:pt x="350520" y="158483"/>
                  </a:lnTo>
                  <a:lnTo>
                    <a:pt x="257556" y="158483"/>
                  </a:lnTo>
                  <a:lnTo>
                    <a:pt x="233172" y="141719"/>
                  </a:lnTo>
                  <a:lnTo>
                    <a:pt x="234048" y="169176"/>
                  </a:lnTo>
                  <a:lnTo>
                    <a:pt x="234505" y="210489"/>
                  </a:lnTo>
                  <a:lnTo>
                    <a:pt x="234670" y="265811"/>
                  </a:lnTo>
                  <a:lnTo>
                    <a:pt x="234696" y="335267"/>
                  </a:lnTo>
                  <a:lnTo>
                    <a:pt x="236639" y="354990"/>
                  </a:lnTo>
                  <a:lnTo>
                    <a:pt x="244602" y="368414"/>
                  </a:lnTo>
                  <a:lnTo>
                    <a:pt x="258267" y="375564"/>
                  </a:lnTo>
                  <a:lnTo>
                    <a:pt x="277368" y="376415"/>
                  </a:lnTo>
                  <a:lnTo>
                    <a:pt x="368808" y="376415"/>
                  </a:lnTo>
                  <a:lnTo>
                    <a:pt x="381635" y="375831"/>
                  </a:lnTo>
                  <a:lnTo>
                    <a:pt x="392620" y="371652"/>
                  </a:lnTo>
                  <a:lnTo>
                    <a:pt x="401586" y="363778"/>
                  </a:lnTo>
                  <a:lnTo>
                    <a:pt x="404876" y="358127"/>
                  </a:lnTo>
                  <a:lnTo>
                    <a:pt x="408432" y="352031"/>
                  </a:lnTo>
                  <a:close/>
                </a:path>
                <a:path w="1099185" h="394970">
                  <a:moveTo>
                    <a:pt x="665975" y="265163"/>
                  </a:moveTo>
                  <a:lnTo>
                    <a:pt x="656336" y="225729"/>
                  </a:lnTo>
                  <a:lnTo>
                    <a:pt x="629970" y="196773"/>
                  </a:lnTo>
                  <a:lnTo>
                    <a:pt x="593953" y="182105"/>
                  </a:lnTo>
                  <a:lnTo>
                    <a:pt x="542086" y="169037"/>
                  </a:lnTo>
                  <a:lnTo>
                    <a:pt x="534911" y="167627"/>
                  </a:lnTo>
                  <a:lnTo>
                    <a:pt x="525195" y="163918"/>
                  </a:lnTo>
                  <a:lnTo>
                    <a:pt x="494715" y="134861"/>
                  </a:lnTo>
                  <a:lnTo>
                    <a:pt x="492239" y="115811"/>
                  </a:lnTo>
                  <a:lnTo>
                    <a:pt x="493382" y="104952"/>
                  </a:lnTo>
                  <a:lnTo>
                    <a:pt x="520509" y="73240"/>
                  </a:lnTo>
                  <a:lnTo>
                    <a:pt x="559295" y="65519"/>
                  </a:lnTo>
                  <a:lnTo>
                    <a:pt x="572731" y="66116"/>
                  </a:lnTo>
                  <a:lnTo>
                    <a:pt x="609587" y="76187"/>
                  </a:lnTo>
                  <a:lnTo>
                    <a:pt x="649211" y="100571"/>
                  </a:lnTo>
                  <a:lnTo>
                    <a:pt x="652259" y="100571"/>
                  </a:lnTo>
                  <a:lnTo>
                    <a:pt x="652259" y="48755"/>
                  </a:lnTo>
                  <a:lnTo>
                    <a:pt x="641718" y="44450"/>
                  </a:lnTo>
                  <a:lnTo>
                    <a:pt x="595477" y="31521"/>
                  </a:lnTo>
                  <a:lnTo>
                    <a:pt x="556247" y="28943"/>
                  </a:lnTo>
                  <a:lnTo>
                    <a:pt x="533387" y="30645"/>
                  </a:lnTo>
                  <a:lnTo>
                    <a:pt x="494525" y="43738"/>
                  </a:lnTo>
                  <a:lnTo>
                    <a:pt x="464769" y="69164"/>
                  </a:lnTo>
                  <a:lnTo>
                    <a:pt x="448043" y="120383"/>
                  </a:lnTo>
                  <a:lnTo>
                    <a:pt x="448335" y="130124"/>
                  </a:lnTo>
                  <a:lnTo>
                    <a:pt x="459854" y="168008"/>
                  </a:lnTo>
                  <a:lnTo>
                    <a:pt x="492239" y="196583"/>
                  </a:lnTo>
                  <a:lnTo>
                    <a:pt x="539673" y="212585"/>
                  </a:lnTo>
                  <a:lnTo>
                    <a:pt x="546938" y="214350"/>
                  </a:lnTo>
                  <a:lnTo>
                    <a:pt x="553199" y="216395"/>
                  </a:lnTo>
                  <a:lnTo>
                    <a:pt x="572922" y="220472"/>
                  </a:lnTo>
                  <a:lnTo>
                    <a:pt x="580631" y="222491"/>
                  </a:lnTo>
                  <a:lnTo>
                    <a:pt x="615111" y="247065"/>
                  </a:lnTo>
                  <a:lnTo>
                    <a:pt x="620255" y="272783"/>
                  </a:lnTo>
                  <a:lnTo>
                    <a:pt x="619112" y="283883"/>
                  </a:lnTo>
                  <a:lnTo>
                    <a:pt x="591705" y="317766"/>
                  </a:lnTo>
                  <a:lnTo>
                    <a:pt x="548627" y="326123"/>
                  </a:lnTo>
                  <a:lnTo>
                    <a:pt x="536041" y="325539"/>
                  </a:lnTo>
                  <a:lnTo>
                    <a:pt x="496811" y="315455"/>
                  </a:lnTo>
                  <a:lnTo>
                    <a:pt x="458889" y="293814"/>
                  </a:lnTo>
                  <a:lnTo>
                    <a:pt x="448043" y="284975"/>
                  </a:lnTo>
                  <a:lnTo>
                    <a:pt x="444995" y="284975"/>
                  </a:lnTo>
                  <a:lnTo>
                    <a:pt x="444995" y="338315"/>
                  </a:lnTo>
                  <a:lnTo>
                    <a:pt x="456450" y="343750"/>
                  </a:lnTo>
                  <a:lnTo>
                    <a:pt x="504532" y="359727"/>
                  </a:lnTo>
                  <a:lnTo>
                    <a:pt x="551675" y="364223"/>
                  </a:lnTo>
                  <a:lnTo>
                    <a:pt x="565950" y="363677"/>
                  </a:lnTo>
                  <a:lnTo>
                    <a:pt x="610209" y="351967"/>
                  </a:lnTo>
                  <a:lnTo>
                    <a:pt x="642048" y="327482"/>
                  </a:lnTo>
                  <a:lnTo>
                    <a:pt x="660831" y="294106"/>
                  </a:lnTo>
                  <a:lnTo>
                    <a:pt x="665403" y="275196"/>
                  </a:lnTo>
                  <a:lnTo>
                    <a:pt x="665975" y="265163"/>
                  </a:lnTo>
                  <a:close/>
                </a:path>
                <a:path w="1099185" h="394970">
                  <a:moveTo>
                    <a:pt x="1014984" y="22860"/>
                  </a:moveTo>
                  <a:lnTo>
                    <a:pt x="1007668" y="16764"/>
                  </a:lnTo>
                  <a:lnTo>
                    <a:pt x="987552" y="0"/>
                  </a:lnTo>
                  <a:lnTo>
                    <a:pt x="975360" y="12192"/>
                  </a:lnTo>
                  <a:lnTo>
                    <a:pt x="975360" y="27432"/>
                  </a:lnTo>
                  <a:lnTo>
                    <a:pt x="975360" y="77724"/>
                  </a:lnTo>
                  <a:lnTo>
                    <a:pt x="975360" y="88392"/>
                  </a:lnTo>
                  <a:lnTo>
                    <a:pt x="975360" y="140208"/>
                  </a:lnTo>
                  <a:lnTo>
                    <a:pt x="824484" y="140208"/>
                  </a:lnTo>
                  <a:lnTo>
                    <a:pt x="824484" y="88392"/>
                  </a:lnTo>
                  <a:lnTo>
                    <a:pt x="975360" y="88392"/>
                  </a:lnTo>
                  <a:lnTo>
                    <a:pt x="975360" y="77724"/>
                  </a:lnTo>
                  <a:lnTo>
                    <a:pt x="824484" y="77724"/>
                  </a:lnTo>
                  <a:lnTo>
                    <a:pt x="824484" y="27432"/>
                  </a:lnTo>
                  <a:lnTo>
                    <a:pt x="975360" y="27432"/>
                  </a:lnTo>
                  <a:lnTo>
                    <a:pt x="975360" y="12192"/>
                  </a:lnTo>
                  <a:lnTo>
                    <a:pt x="970788" y="16764"/>
                  </a:lnTo>
                  <a:lnTo>
                    <a:pt x="826008" y="16764"/>
                  </a:lnTo>
                  <a:lnTo>
                    <a:pt x="797052" y="1524"/>
                  </a:lnTo>
                  <a:lnTo>
                    <a:pt x="798068" y="22860"/>
                  </a:lnTo>
                  <a:lnTo>
                    <a:pt x="799147" y="47625"/>
                  </a:lnTo>
                  <a:lnTo>
                    <a:pt x="799833" y="69672"/>
                  </a:lnTo>
                  <a:lnTo>
                    <a:pt x="800100" y="91440"/>
                  </a:lnTo>
                  <a:lnTo>
                    <a:pt x="799833" y="112268"/>
                  </a:lnTo>
                  <a:lnTo>
                    <a:pt x="799147" y="133540"/>
                  </a:lnTo>
                  <a:lnTo>
                    <a:pt x="798169" y="155079"/>
                  </a:lnTo>
                  <a:lnTo>
                    <a:pt x="797052" y="176784"/>
                  </a:lnTo>
                  <a:lnTo>
                    <a:pt x="824484" y="166116"/>
                  </a:lnTo>
                  <a:lnTo>
                    <a:pt x="824484" y="150876"/>
                  </a:lnTo>
                  <a:lnTo>
                    <a:pt x="975360" y="150876"/>
                  </a:lnTo>
                  <a:lnTo>
                    <a:pt x="975360" y="173736"/>
                  </a:lnTo>
                  <a:lnTo>
                    <a:pt x="1001268" y="160020"/>
                  </a:lnTo>
                  <a:lnTo>
                    <a:pt x="1000823" y="150876"/>
                  </a:lnTo>
                  <a:lnTo>
                    <a:pt x="1000379" y="141770"/>
                  </a:lnTo>
                  <a:lnTo>
                    <a:pt x="1000353" y="140208"/>
                  </a:lnTo>
                  <a:lnTo>
                    <a:pt x="999934" y="114681"/>
                  </a:lnTo>
                  <a:lnTo>
                    <a:pt x="999807" y="88392"/>
                  </a:lnTo>
                  <a:lnTo>
                    <a:pt x="999756" y="77724"/>
                  </a:lnTo>
                  <a:lnTo>
                    <a:pt x="999744" y="35052"/>
                  </a:lnTo>
                  <a:lnTo>
                    <a:pt x="1009269" y="27432"/>
                  </a:lnTo>
                  <a:lnTo>
                    <a:pt x="1014984" y="22860"/>
                  </a:lnTo>
                  <a:close/>
                </a:path>
                <a:path w="1099185" h="394970">
                  <a:moveTo>
                    <a:pt x="1098804" y="352044"/>
                  </a:moveTo>
                  <a:lnTo>
                    <a:pt x="1079106" y="354901"/>
                  </a:lnTo>
                  <a:lnTo>
                    <a:pt x="1056703" y="356616"/>
                  </a:lnTo>
                  <a:lnTo>
                    <a:pt x="1031722" y="357187"/>
                  </a:lnTo>
                  <a:lnTo>
                    <a:pt x="976541" y="356044"/>
                  </a:lnTo>
                  <a:lnTo>
                    <a:pt x="952500" y="354330"/>
                  </a:lnTo>
                  <a:lnTo>
                    <a:pt x="931875" y="351472"/>
                  </a:lnTo>
                  <a:lnTo>
                    <a:pt x="914400" y="347472"/>
                  </a:lnTo>
                  <a:lnTo>
                    <a:pt x="914400" y="339852"/>
                  </a:lnTo>
                  <a:lnTo>
                    <a:pt x="914400" y="275844"/>
                  </a:lnTo>
                  <a:lnTo>
                    <a:pt x="1060704" y="275844"/>
                  </a:lnTo>
                  <a:lnTo>
                    <a:pt x="1049528" y="265176"/>
                  </a:lnTo>
                  <a:lnTo>
                    <a:pt x="1027176" y="243840"/>
                  </a:lnTo>
                  <a:lnTo>
                    <a:pt x="1004316" y="265176"/>
                  </a:lnTo>
                  <a:lnTo>
                    <a:pt x="914400" y="265176"/>
                  </a:lnTo>
                  <a:lnTo>
                    <a:pt x="914400" y="207264"/>
                  </a:lnTo>
                  <a:lnTo>
                    <a:pt x="1089660" y="207264"/>
                  </a:lnTo>
                  <a:lnTo>
                    <a:pt x="1053084" y="170688"/>
                  </a:lnTo>
                  <a:lnTo>
                    <a:pt x="1027176" y="196596"/>
                  </a:lnTo>
                  <a:lnTo>
                    <a:pt x="705612" y="196596"/>
                  </a:lnTo>
                  <a:lnTo>
                    <a:pt x="720852" y="211836"/>
                  </a:lnTo>
                  <a:lnTo>
                    <a:pt x="731151" y="209829"/>
                  </a:lnTo>
                  <a:lnTo>
                    <a:pt x="741616" y="208407"/>
                  </a:lnTo>
                  <a:lnTo>
                    <a:pt x="752348" y="207543"/>
                  </a:lnTo>
                  <a:lnTo>
                    <a:pt x="763524" y="207264"/>
                  </a:lnTo>
                  <a:lnTo>
                    <a:pt x="890016" y="207264"/>
                  </a:lnTo>
                  <a:lnTo>
                    <a:pt x="890016" y="339852"/>
                  </a:lnTo>
                  <a:lnTo>
                    <a:pt x="864273" y="327799"/>
                  </a:lnTo>
                  <a:lnTo>
                    <a:pt x="822502" y="299123"/>
                  </a:lnTo>
                  <a:lnTo>
                    <a:pt x="815835" y="258140"/>
                  </a:lnTo>
                  <a:lnTo>
                    <a:pt x="833628" y="237744"/>
                  </a:lnTo>
                  <a:lnTo>
                    <a:pt x="795528" y="214884"/>
                  </a:lnTo>
                  <a:lnTo>
                    <a:pt x="782688" y="269455"/>
                  </a:lnTo>
                  <a:lnTo>
                    <a:pt x="762571" y="316611"/>
                  </a:lnTo>
                  <a:lnTo>
                    <a:pt x="735304" y="356323"/>
                  </a:lnTo>
                  <a:lnTo>
                    <a:pt x="701040" y="388620"/>
                  </a:lnTo>
                  <a:lnTo>
                    <a:pt x="704088" y="394716"/>
                  </a:lnTo>
                  <a:lnTo>
                    <a:pt x="734110" y="376135"/>
                  </a:lnTo>
                  <a:lnTo>
                    <a:pt x="760285" y="352425"/>
                  </a:lnTo>
                  <a:lnTo>
                    <a:pt x="782739" y="323557"/>
                  </a:lnTo>
                  <a:lnTo>
                    <a:pt x="801624" y="289560"/>
                  </a:lnTo>
                  <a:lnTo>
                    <a:pt x="812215" y="302958"/>
                  </a:lnTo>
                  <a:lnTo>
                    <a:pt x="848868" y="338328"/>
                  </a:lnTo>
                  <a:lnTo>
                    <a:pt x="898372" y="365328"/>
                  </a:lnTo>
                  <a:lnTo>
                    <a:pt x="943521" y="378117"/>
                  </a:lnTo>
                  <a:lnTo>
                    <a:pt x="1016050" y="386638"/>
                  </a:lnTo>
                  <a:lnTo>
                    <a:pt x="1063752" y="388620"/>
                  </a:lnTo>
                  <a:lnTo>
                    <a:pt x="1066863" y="379183"/>
                  </a:lnTo>
                  <a:lnTo>
                    <a:pt x="1073848" y="371475"/>
                  </a:lnTo>
                  <a:lnTo>
                    <a:pt x="1084529" y="365467"/>
                  </a:lnTo>
                  <a:lnTo>
                    <a:pt x="1098804" y="361188"/>
                  </a:lnTo>
                  <a:lnTo>
                    <a:pt x="1098804" y="357187"/>
                  </a:lnTo>
                  <a:lnTo>
                    <a:pt x="1098804" y="352044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" name="object 43"/>
            <p:cNvSpPr/>
            <p:nvPr/>
          </p:nvSpPr>
          <p:spPr>
            <a:xfrm>
              <a:off x="5932932" y="3546348"/>
              <a:ext cx="402590" cy="403860"/>
            </a:xfrm>
            <a:custGeom>
              <a:avLst/>
              <a:gdLst/>
              <a:ahLst/>
              <a:cxnLst/>
              <a:rect l="l" t="t" r="r" b="b"/>
              <a:pathLst>
                <a:path w="402589" h="403860">
                  <a:moveTo>
                    <a:pt x="173736" y="117348"/>
                  </a:moveTo>
                  <a:lnTo>
                    <a:pt x="169163" y="114300"/>
                  </a:lnTo>
                  <a:lnTo>
                    <a:pt x="178546" y="102298"/>
                  </a:lnTo>
                  <a:lnTo>
                    <a:pt x="188214" y="89154"/>
                  </a:lnTo>
                  <a:lnTo>
                    <a:pt x="215836" y="43719"/>
                  </a:lnTo>
                  <a:lnTo>
                    <a:pt x="234696" y="0"/>
                  </a:lnTo>
                  <a:lnTo>
                    <a:pt x="268224" y="19812"/>
                  </a:lnTo>
                  <a:lnTo>
                    <a:pt x="259961" y="24407"/>
                  </a:lnTo>
                  <a:lnTo>
                    <a:pt x="251269" y="31432"/>
                  </a:lnTo>
                  <a:lnTo>
                    <a:pt x="242292" y="41028"/>
                  </a:lnTo>
                  <a:lnTo>
                    <a:pt x="233172" y="53340"/>
                  </a:lnTo>
                  <a:lnTo>
                    <a:pt x="334742" y="53340"/>
                  </a:lnTo>
                  <a:lnTo>
                    <a:pt x="344424" y="62484"/>
                  </a:lnTo>
                  <a:lnTo>
                    <a:pt x="340274" y="64008"/>
                  </a:lnTo>
                  <a:lnTo>
                    <a:pt x="228599" y="64008"/>
                  </a:lnTo>
                  <a:lnTo>
                    <a:pt x="214836" y="79248"/>
                  </a:lnTo>
                  <a:lnTo>
                    <a:pt x="201168" y="92964"/>
                  </a:lnTo>
                  <a:lnTo>
                    <a:pt x="187452" y="105584"/>
                  </a:lnTo>
                  <a:lnTo>
                    <a:pt x="173736" y="117348"/>
                  </a:lnTo>
                  <a:close/>
                </a:path>
                <a:path w="402589" h="403860">
                  <a:moveTo>
                    <a:pt x="12192" y="57912"/>
                  </a:moveTo>
                  <a:lnTo>
                    <a:pt x="10668" y="51816"/>
                  </a:lnTo>
                  <a:lnTo>
                    <a:pt x="28074" y="48125"/>
                  </a:lnTo>
                  <a:lnTo>
                    <a:pt x="45910" y="44005"/>
                  </a:lnTo>
                  <a:lnTo>
                    <a:pt x="99726" y="29027"/>
                  </a:lnTo>
                  <a:lnTo>
                    <a:pt x="141732" y="6096"/>
                  </a:lnTo>
                  <a:lnTo>
                    <a:pt x="167640" y="35052"/>
                  </a:lnTo>
                  <a:lnTo>
                    <a:pt x="156210" y="35837"/>
                  </a:lnTo>
                  <a:lnTo>
                    <a:pt x="142494" y="37909"/>
                  </a:lnTo>
                  <a:lnTo>
                    <a:pt x="108204" y="44196"/>
                  </a:lnTo>
                  <a:lnTo>
                    <a:pt x="108204" y="48768"/>
                  </a:lnTo>
                  <a:lnTo>
                    <a:pt x="85344" y="48768"/>
                  </a:lnTo>
                  <a:lnTo>
                    <a:pt x="12192" y="57912"/>
                  </a:lnTo>
                  <a:close/>
                </a:path>
                <a:path w="402589" h="403860">
                  <a:moveTo>
                    <a:pt x="334742" y="53340"/>
                  </a:moveTo>
                  <a:lnTo>
                    <a:pt x="301751" y="53340"/>
                  </a:lnTo>
                  <a:lnTo>
                    <a:pt x="316992" y="36576"/>
                  </a:lnTo>
                  <a:lnTo>
                    <a:pt x="334742" y="53340"/>
                  </a:lnTo>
                  <a:close/>
                </a:path>
                <a:path w="402589" h="403860">
                  <a:moveTo>
                    <a:pt x="108204" y="126492"/>
                  </a:moveTo>
                  <a:lnTo>
                    <a:pt x="85344" y="126492"/>
                  </a:lnTo>
                  <a:lnTo>
                    <a:pt x="85344" y="48768"/>
                  </a:lnTo>
                  <a:lnTo>
                    <a:pt x="108204" y="48768"/>
                  </a:lnTo>
                  <a:lnTo>
                    <a:pt x="108204" y="126492"/>
                  </a:lnTo>
                  <a:close/>
                </a:path>
                <a:path w="402589" h="403860">
                  <a:moveTo>
                    <a:pt x="280416" y="124968"/>
                  </a:moveTo>
                  <a:lnTo>
                    <a:pt x="269748" y="124968"/>
                  </a:lnTo>
                  <a:lnTo>
                    <a:pt x="303275" y="64008"/>
                  </a:lnTo>
                  <a:lnTo>
                    <a:pt x="340274" y="64008"/>
                  </a:lnTo>
                  <a:lnTo>
                    <a:pt x="336708" y="65317"/>
                  </a:lnTo>
                  <a:lnTo>
                    <a:pt x="329565" y="69151"/>
                  </a:lnTo>
                  <a:lnTo>
                    <a:pt x="302133" y="96393"/>
                  </a:lnTo>
                  <a:lnTo>
                    <a:pt x="292131" y="109251"/>
                  </a:lnTo>
                  <a:lnTo>
                    <a:pt x="280416" y="124968"/>
                  </a:lnTo>
                  <a:close/>
                </a:path>
                <a:path w="402589" h="403860">
                  <a:moveTo>
                    <a:pt x="19812" y="141732"/>
                  </a:moveTo>
                  <a:lnTo>
                    <a:pt x="4572" y="126492"/>
                  </a:lnTo>
                  <a:lnTo>
                    <a:pt x="121920" y="126492"/>
                  </a:lnTo>
                  <a:lnTo>
                    <a:pt x="143256" y="105156"/>
                  </a:lnTo>
                  <a:lnTo>
                    <a:pt x="172211" y="137160"/>
                  </a:lnTo>
                  <a:lnTo>
                    <a:pt x="60960" y="137160"/>
                  </a:lnTo>
                  <a:lnTo>
                    <a:pt x="49815" y="137445"/>
                  </a:lnTo>
                  <a:lnTo>
                    <a:pt x="39243" y="138303"/>
                  </a:lnTo>
                  <a:lnTo>
                    <a:pt x="29241" y="139731"/>
                  </a:lnTo>
                  <a:lnTo>
                    <a:pt x="19812" y="141732"/>
                  </a:lnTo>
                  <a:close/>
                </a:path>
                <a:path w="402589" h="403860">
                  <a:moveTo>
                    <a:pt x="190499" y="140208"/>
                  </a:moveTo>
                  <a:lnTo>
                    <a:pt x="173736" y="124968"/>
                  </a:lnTo>
                  <a:lnTo>
                    <a:pt x="344424" y="124968"/>
                  </a:lnTo>
                  <a:lnTo>
                    <a:pt x="356616" y="106680"/>
                  </a:lnTo>
                  <a:lnTo>
                    <a:pt x="384048" y="128016"/>
                  </a:lnTo>
                  <a:lnTo>
                    <a:pt x="375475" y="135636"/>
                  </a:lnTo>
                  <a:lnTo>
                    <a:pt x="231648" y="135636"/>
                  </a:lnTo>
                  <a:lnTo>
                    <a:pt x="220503" y="135921"/>
                  </a:lnTo>
                  <a:lnTo>
                    <a:pt x="209931" y="136779"/>
                  </a:lnTo>
                  <a:lnTo>
                    <a:pt x="199929" y="138207"/>
                  </a:lnTo>
                  <a:lnTo>
                    <a:pt x="190499" y="140208"/>
                  </a:lnTo>
                  <a:close/>
                </a:path>
                <a:path w="402589" h="403860">
                  <a:moveTo>
                    <a:pt x="207263" y="192024"/>
                  </a:moveTo>
                  <a:lnTo>
                    <a:pt x="192024" y="176784"/>
                  </a:lnTo>
                  <a:lnTo>
                    <a:pt x="347472" y="176784"/>
                  </a:lnTo>
                  <a:lnTo>
                    <a:pt x="347472" y="135636"/>
                  </a:lnTo>
                  <a:lnTo>
                    <a:pt x="375475" y="135636"/>
                  </a:lnTo>
                  <a:lnTo>
                    <a:pt x="370331" y="140208"/>
                  </a:lnTo>
                  <a:lnTo>
                    <a:pt x="370549" y="177069"/>
                  </a:lnTo>
                  <a:lnTo>
                    <a:pt x="370603" y="182499"/>
                  </a:lnTo>
                  <a:lnTo>
                    <a:pt x="370684" y="187452"/>
                  </a:lnTo>
                  <a:lnTo>
                    <a:pt x="248411" y="187452"/>
                  </a:lnTo>
                  <a:lnTo>
                    <a:pt x="237267" y="187737"/>
                  </a:lnTo>
                  <a:lnTo>
                    <a:pt x="226695" y="188595"/>
                  </a:lnTo>
                  <a:lnTo>
                    <a:pt x="216693" y="190023"/>
                  </a:lnTo>
                  <a:lnTo>
                    <a:pt x="207263" y="192024"/>
                  </a:lnTo>
                  <a:close/>
                </a:path>
                <a:path w="402589" h="403860">
                  <a:moveTo>
                    <a:pt x="6096" y="323088"/>
                  </a:moveTo>
                  <a:lnTo>
                    <a:pt x="0" y="320040"/>
                  </a:lnTo>
                  <a:lnTo>
                    <a:pt x="16049" y="296275"/>
                  </a:lnTo>
                  <a:lnTo>
                    <a:pt x="30099" y="272796"/>
                  </a:lnTo>
                  <a:lnTo>
                    <a:pt x="53340" y="225552"/>
                  </a:lnTo>
                  <a:lnTo>
                    <a:pt x="70866" y="179641"/>
                  </a:lnTo>
                  <a:lnTo>
                    <a:pt x="83820" y="137160"/>
                  </a:lnTo>
                  <a:lnTo>
                    <a:pt x="108204" y="137160"/>
                  </a:lnTo>
                  <a:lnTo>
                    <a:pt x="108204" y="172212"/>
                  </a:lnTo>
                  <a:lnTo>
                    <a:pt x="119086" y="177069"/>
                  </a:lnTo>
                  <a:lnTo>
                    <a:pt x="126888" y="181356"/>
                  </a:lnTo>
                  <a:lnTo>
                    <a:pt x="108204" y="181356"/>
                  </a:lnTo>
                  <a:lnTo>
                    <a:pt x="108210" y="204216"/>
                  </a:lnTo>
                  <a:lnTo>
                    <a:pt x="85344" y="204216"/>
                  </a:lnTo>
                  <a:lnTo>
                    <a:pt x="69318" y="237363"/>
                  </a:lnTo>
                  <a:lnTo>
                    <a:pt x="50863" y="268224"/>
                  </a:lnTo>
                  <a:lnTo>
                    <a:pt x="29837" y="296799"/>
                  </a:lnTo>
                  <a:lnTo>
                    <a:pt x="6096" y="323088"/>
                  </a:lnTo>
                  <a:close/>
                </a:path>
                <a:path w="402589" h="403860">
                  <a:moveTo>
                    <a:pt x="152400" y="248411"/>
                  </a:moveTo>
                  <a:lnTo>
                    <a:pt x="146304" y="248411"/>
                  </a:lnTo>
                  <a:lnTo>
                    <a:pt x="141732" y="242316"/>
                  </a:lnTo>
                  <a:lnTo>
                    <a:pt x="137160" y="230123"/>
                  </a:lnTo>
                  <a:lnTo>
                    <a:pt x="131778" y="216931"/>
                  </a:lnTo>
                  <a:lnTo>
                    <a:pt x="124968" y="204597"/>
                  </a:lnTo>
                  <a:lnTo>
                    <a:pt x="117014" y="192833"/>
                  </a:lnTo>
                  <a:lnTo>
                    <a:pt x="108204" y="181356"/>
                  </a:lnTo>
                  <a:lnTo>
                    <a:pt x="126888" y="181356"/>
                  </a:lnTo>
                  <a:lnTo>
                    <a:pt x="157924" y="208026"/>
                  </a:lnTo>
                  <a:lnTo>
                    <a:pt x="161544" y="220980"/>
                  </a:lnTo>
                  <a:lnTo>
                    <a:pt x="161544" y="225552"/>
                  </a:lnTo>
                  <a:lnTo>
                    <a:pt x="160020" y="231647"/>
                  </a:lnTo>
                  <a:lnTo>
                    <a:pt x="156972" y="239268"/>
                  </a:lnTo>
                  <a:lnTo>
                    <a:pt x="155448" y="245364"/>
                  </a:lnTo>
                  <a:lnTo>
                    <a:pt x="152400" y="248411"/>
                  </a:lnTo>
                  <a:close/>
                </a:path>
                <a:path w="402589" h="403860">
                  <a:moveTo>
                    <a:pt x="190499" y="242316"/>
                  </a:moveTo>
                  <a:lnTo>
                    <a:pt x="173736" y="227076"/>
                  </a:lnTo>
                  <a:lnTo>
                    <a:pt x="347472" y="227076"/>
                  </a:lnTo>
                  <a:lnTo>
                    <a:pt x="347472" y="187452"/>
                  </a:lnTo>
                  <a:lnTo>
                    <a:pt x="370684" y="187452"/>
                  </a:lnTo>
                  <a:lnTo>
                    <a:pt x="371142" y="214360"/>
                  </a:lnTo>
                  <a:lnTo>
                    <a:pt x="371617" y="235362"/>
                  </a:lnTo>
                  <a:lnTo>
                    <a:pt x="371656" y="237744"/>
                  </a:lnTo>
                  <a:lnTo>
                    <a:pt x="231648" y="237744"/>
                  </a:lnTo>
                  <a:lnTo>
                    <a:pt x="220503" y="238029"/>
                  </a:lnTo>
                  <a:lnTo>
                    <a:pt x="209931" y="238887"/>
                  </a:lnTo>
                  <a:lnTo>
                    <a:pt x="199929" y="240315"/>
                  </a:lnTo>
                  <a:lnTo>
                    <a:pt x="190499" y="242316"/>
                  </a:lnTo>
                  <a:close/>
                </a:path>
                <a:path w="402589" h="403860">
                  <a:moveTo>
                    <a:pt x="83820" y="403860"/>
                  </a:moveTo>
                  <a:lnTo>
                    <a:pt x="84689" y="368641"/>
                  </a:lnTo>
                  <a:lnTo>
                    <a:pt x="85090" y="329184"/>
                  </a:lnTo>
                  <a:lnTo>
                    <a:pt x="85217" y="301942"/>
                  </a:lnTo>
                  <a:lnTo>
                    <a:pt x="85344" y="204216"/>
                  </a:lnTo>
                  <a:lnTo>
                    <a:pt x="108210" y="204216"/>
                  </a:lnTo>
                  <a:lnTo>
                    <a:pt x="108330" y="296799"/>
                  </a:lnTo>
                  <a:lnTo>
                    <a:pt x="108806" y="359664"/>
                  </a:lnTo>
                  <a:lnTo>
                    <a:pt x="109728" y="390144"/>
                  </a:lnTo>
                  <a:lnTo>
                    <a:pt x="83820" y="403860"/>
                  </a:lnTo>
                  <a:close/>
                </a:path>
                <a:path w="402589" h="403860">
                  <a:moveTo>
                    <a:pt x="347472" y="260604"/>
                  </a:moveTo>
                  <a:lnTo>
                    <a:pt x="347472" y="237744"/>
                  </a:lnTo>
                  <a:lnTo>
                    <a:pt x="371656" y="237744"/>
                  </a:lnTo>
                  <a:lnTo>
                    <a:pt x="371855" y="249935"/>
                  </a:lnTo>
                  <a:lnTo>
                    <a:pt x="347472" y="260604"/>
                  </a:lnTo>
                  <a:close/>
                </a:path>
                <a:path w="402589" h="403860">
                  <a:moveTo>
                    <a:pt x="281940" y="315468"/>
                  </a:moveTo>
                  <a:lnTo>
                    <a:pt x="277368" y="315468"/>
                  </a:lnTo>
                  <a:lnTo>
                    <a:pt x="274320" y="310896"/>
                  </a:lnTo>
                  <a:lnTo>
                    <a:pt x="271272" y="301752"/>
                  </a:lnTo>
                  <a:lnTo>
                    <a:pt x="266985" y="290893"/>
                  </a:lnTo>
                  <a:lnTo>
                    <a:pt x="260985" y="278892"/>
                  </a:lnTo>
                  <a:lnTo>
                    <a:pt x="253269" y="265747"/>
                  </a:lnTo>
                  <a:lnTo>
                    <a:pt x="243840" y="251459"/>
                  </a:lnTo>
                  <a:lnTo>
                    <a:pt x="246887" y="248411"/>
                  </a:lnTo>
                  <a:lnTo>
                    <a:pt x="284392" y="273700"/>
                  </a:lnTo>
                  <a:lnTo>
                    <a:pt x="294132" y="289559"/>
                  </a:lnTo>
                  <a:lnTo>
                    <a:pt x="294132" y="295656"/>
                  </a:lnTo>
                  <a:lnTo>
                    <a:pt x="292608" y="301752"/>
                  </a:lnTo>
                  <a:lnTo>
                    <a:pt x="288036" y="307847"/>
                  </a:lnTo>
                  <a:lnTo>
                    <a:pt x="283463" y="312420"/>
                  </a:lnTo>
                  <a:lnTo>
                    <a:pt x="281940" y="315468"/>
                  </a:lnTo>
                  <a:close/>
                </a:path>
                <a:path w="402589" h="403860">
                  <a:moveTo>
                    <a:pt x="313944" y="385572"/>
                  </a:moveTo>
                  <a:lnTo>
                    <a:pt x="237744" y="385572"/>
                  </a:lnTo>
                  <a:lnTo>
                    <a:pt x="225504" y="382976"/>
                  </a:lnTo>
                  <a:lnTo>
                    <a:pt x="216408" y="377380"/>
                  </a:lnTo>
                  <a:lnTo>
                    <a:pt x="210740" y="368641"/>
                  </a:lnTo>
                  <a:lnTo>
                    <a:pt x="208787" y="356616"/>
                  </a:lnTo>
                  <a:lnTo>
                    <a:pt x="208715" y="329184"/>
                  </a:lnTo>
                  <a:lnTo>
                    <a:pt x="208598" y="314848"/>
                  </a:lnTo>
                  <a:lnTo>
                    <a:pt x="208145" y="295322"/>
                  </a:lnTo>
                  <a:lnTo>
                    <a:pt x="207263" y="277368"/>
                  </a:lnTo>
                  <a:lnTo>
                    <a:pt x="243840" y="292608"/>
                  </a:lnTo>
                  <a:lnTo>
                    <a:pt x="231648" y="303276"/>
                  </a:lnTo>
                  <a:lnTo>
                    <a:pt x="231648" y="345948"/>
                  </a:lnTo>
                  <a:lnTo>
                    <a:pt x="233338" y="355044"/>
                  </a:lnTo>
                  <a:lnTo>
                    <a:pt x="238315" y="361569"/>
                  </a:lnTo>
                  <a:lnTo>
                    <a:pt x="246435" y="365236"/>
                  </a:lnTo>
                  <a:lnTo>
                    <a:pt x="257556" y="365760"/>
                  </a:lnTo>
                  <a:lnTo>
                    <a:pt x="353166" y="365760"/>
                  </a:lnTo>
                  <a:lnTo>
                    <a:pt x="348234" y="373570"/>
                  </a:lnTo>
                  <a:lnTo>
                    <a:pt x="339090" y="381000"/>
                  </a:lnTo>
                  <a:lnTo>
                    <a:pt x="327660" y="385000"/>
                  </a:lnTo>
                  <a:lnTo>
                    <a:pt x="313944" y="385572"/>
                  </a:lnTo>
                  <a:close/>
                </a:path>
                <a:path w="402589" h="403860">
                  <a:moveTo>
                    <a:pt x="388620" y="365760"/>
                  </a:moveTo>
                  <a:lnTo>
                    <a:pt x="385572" y="365760"/>
                  </a:lnTo>
                  <a:lnTo>
                    <a:pt x="384048" y="362712"/>
                  </a:lnTo>
                  <a:lnTo>
                    <a:pt x="381000" y="358140"/>
                  </a:lnTo>
                  <a:lnTo>
                    <a:pt x="378452" y="351258"/>
                  </a:lnTo>
                  <a:lnTo>
                    <a:pt x="375475" y="344233"/>
                  </a:lnTo>
                  <a:lnTo>
                    <a:pt x="371469" y="335232"/>
                  </a:lnTo>
                  <a:lnTo>
                    <a:pt x="368807" y="329184"/>
                  </a:lnTo>
                  <a:lnTo>
                    <a:pt x="364783" y="321754"/>
                  </a:lnTo>
                  <a:lnTo>
                    <a:pt x="359473" y="313182"/>
                  </a:lnTo>
                  <a:lnTo>
                    <a:pt x="352734" y="303466"/>
                  </a:lnTo>
                  <a:lnTo>
                    <a:pt x="344424" y="292608"/>
                  </a:lnTo>
                  <a:lnTo>
                    <a:pt x="347472" y="289559"/>
                  </a:lnTo>
                  <a:lnTo>
                    <a:pt x="387096" y="315468"/>
                  </a:lnTo>
                  <a:lnTo>
                    <a:pt x="402336" y="339852"/>
                  </a:lnTo>
                  <a:lnTo>
                    <a:pt x="402336" y="344424"/>
                  </a:lnTo>
                  <a:lnTo>
                    <a:pt x="396240" y="356616"/>
                  </a:lnTo>
                  <a:lnTo>
                    <a:pt x="391668" y="362712"/>
                  </a:lnTo>
                  <a:lnTo>
                    <a:pt x="388620" y="365760"/>
                  </a:lnTo>
                  <a:close/>
                </a:path>
                <a:path w="402589" h="403860">
                  <a:moveTo>
                    <a:pt x="156972" y="365760"/>
                  </a:moveTo>
                  <a:lnTo>
                    <a:pt x="141732" y="365760"/>
                  </a:lnTo>
                  <a:lnTo>
                    <a:pt x="138684" y="364236"/>
                  </a:lnTo>
                  <a:lnTo>
                    <a:pt x="135636" y="361188"/>
                  </a:lnTo>
                  <a:lnTo>
                    <a:pt x="135636" y="356616"/>
                  </a:lnTo>
                  <a:lnTo>
                    <a:pt x="138684" y="350520"/>
                  </a:lnTo>
                  <a:lnTo>
                    <a:pt x="146304" y="344424"/>
                  </a:lnTo>
                  <a:lnTo>
                    <a:pt x="152888" y="335232"/>
                  </a:lnTo>
                  <a:lnTo>
                    <a:pt x="158877" y="323659"/>
                  </a:lnTo>
                  <a:lnTo>
                    <a:pt x="164306" y="309491"/>
                  </a:lnTo>
                  <a:lnTo>
                    <a:pt x="169163" y="292608"/>
                  </a:lnTo>
                  <a:lnTo>
                    <a:pt x="175260" y="292608"/>
                  </a:lnTo>
                  <a:lnTo>
                    <a:pt x="176041" y="309491"/>
                  </a:lnTo>
                  <a:lnTo>
                    <a:pt x="176167" y="320040"/>
                  </a:lnTo>
                  <a:lnTo>
                    <a:pt x="176098" y="327660"/>
                  </a:lnTo>
                  <a:lnTo>
                    <a:pt x="175474" y="338042"/>
                  </a:lnTo>
                  <a:lnTo>
                    <a:pt x="173736" y="347472"/>
                  </a:lnTo>
                  <a:lnTo>
                    <a:pt x="172211" y="358140"/>
                  </a:lnTo>
                  <a:lnTo>
                    <a:pt x="167640" y="362712"/>
                  </a:lnTo>
                  <a:lnTo>
                    <a:pt x="163068" y="364236"/>
                  </a:lnTo>
                  <a:lnTo>
                    <a:pt x="156972" y="365760"/>
                  </a:lnTo>
                  <a:close/>
                </a:path>
                <a:path w="402589" h="403860">
                  <a:moveTo>
                    <a:pt x="353166" y="365760"/>
                  </a:moveTo>
                  <a:lnTo>
                    <a:pt x="306324" y="365760"/>
                  </a:lnTo>
                  <a:lnTo>
                    <a:pt x="313467" y="363497"/>
                  </a:lnTo>
                  <a:lnTo>
                    <a:pt x="318897" y="359092"/>
                  </a:lnTo>
                  <a:lnTo>
                    <a:pt x="322611" y="352686"/>
                  </a:lnTo>
                  <a:lnTo>
                    <a:pt x="324612" y="344424"/>
                  </a:lnTo>
                  <a:lnTo>
                    <a:pt x="325810" y="333898"/>
                  </a:lnTo>
                  <a:lnTo>
                    <a:pt x="329184" y="304799"/>
                  </a:lnTo>
                  <a:lnTo>
                    <a:pt x="335280" y="304799"/>
                  </a:lnTo>
                  <a:lnTo>
                    <a:pt x="335541" y="315920"/>
                  </a:lnTo>
                  <a:lnTo>
                    <a:pt x="336232" y="326326"/>
                  </a:lnTo>
                  <a:lnTo>
                    <a:pt x="355092" y="362712"/>
                  </a:lnTo>
                  <a:lnTo>
                    <a:pt x="353166" y="365760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44" name="object 44"/>
          <p:cNvSpPr/>
          <p:nvPr/>
        </p:nvSpPr>
        <p:spPr>
          <a:xfrm>
            <a:off x="6387084" y="3544823"/>
            <a:ext cx="387350" cy="403860"/>
          </a:xfrm>
          <a:custGeom>
            <a:avLst/>
            <a:gdLst/>
            <a:ahLst/>
            <a:cxnLst/>
            <a:rect l="l" t="t" r="r" b="b"/>
            <a:pathLst>
              <a:path w="387350" h="403860">
                <a:moveTo>
                  <a:pt x="199644" y="70103"/>
                </a:moveTo>
                <a:lnTo>
                  <a:pt x="193548" y="70103"/>
                </a:lnTo>
                <a:lnTo>
                  <a:pt x="190500" y="65531"/>
                </a:lnTo>
                <a:lnTo>
                  <a:pt x="188976" y="54863"/>
                </a:lnTo>
                <a:lnTo>
                  <a:pt x="185547" y="43124"/>
                </a:lnTo>
                <a:lnTo>
                  <a:pt x="179832" y="30670"/>
                </a:lnTo>
                <a:lnTo>
                  <a:pt x="171831" y="17359"/>
                </a:lnTo>
                <a:lnTo>
                  <a:pt x="161544" y="3048"/>
                </a:lnTo>
                <a:lnTo>
                  <a:pt x="164592" y="0"/>
                </a:lnTo>
                <a:lnTo>
                  <a:pt x="201239" y="20788"/>
                </a:lnTo>
                <a:lnTo>
                  <a:pt x="214884" y="38100"/>
                </a:lnTo>
                <a:lnTo>
                  <a:pt x="214884" y="50291"/>
                </a:lnTo>
                <a:lnTo>
                  <a:pt x="213360" y="56387"/>
                </a:lnTo>
                <a:lnTo>
                  <a:pt x="199644" y="70103"/>
                </a:lnTo>
                <a:close/>
              </a:path>
              <a:path w="387350" h="403860">
                <a:moveTo>
                  <a:pt x="36576" y="138683"/>
                </a:moveTo>
                <a:lnTo>
                  <a:pt x="28956" y="138683"/>
                </a:lnTo>
                <a:lnTo>
                  <a:pt x="24384" y="137159"/>
                </a:lnTo>
                <a:lnTo>
                  <a:pt x="15240" y="131063"/>
                </a:lnTo>
                <a:lnTo>
                  <a:pt x="13716" y="129539"/>
                </a:lnTo>
                <a:lnTo>
                  <a:pt x="13716" y="123443"/>
                </a:lnTo>
                <a:lnTo>
                  <a:pt x="18288" y="117347"/>
                </a:lnTo>
                <a:lnTo>
                  <a:pt x="27432" y="108203"/>
                </a:lnTo>
                <a:lnTo>
                  <a:pt x="35742" y="99417"/>
                </a:lnTo>
                <a:lnTo>
                  <a:pt x="42481" y="87058"/>
                </a:lnTo>
                <a:lnTo>
                  <a:pt x="47791" y="71556"/>
                </a:lnTo>
                <a:lnTo>
                  <a:pt x="51816" y="53339"/>
                </a:lnTo>
                <a:lnTo>
                  <a:pt x="59436" y="53339"/>
                </a:lnTo>
                <a:lnTo>
                  <a:pt x="59436" y="76200"/>
                </a:lnTo>
                <a:lnTo>
                  <a:pt x="367747" y="76200"/>
                </a:lnTo>
                <a:lnTo>
                  <a:pt x="377024" y="86867"/>
                </a:lnTo>
                <a:lnTo>
                  <a:pt x="59436" y="86867"/>
                </a:lnTo>
                <a:lnTo>
                  <a:pt x="58840" y="104298"/>
                </a:lnTo>
                <a:lnTo>
                  <a:pt x="56959" y="117728"/>
                </a:lnTo>
                <a:lnTo>
                  <a:pt x="53649" y="127158"/>
                </a:lnTo>
                <a:lnTo>
                  <a:pt x="48768" y="132587"/>
                </a:lnTo>
                <a:lnTo>
                  <a:pt x="41148" y="135635"/>
                </a:lnTo>
                <a:lnTo>
                  <a:pt x="36576" y="138683"/>
                </a:lnTo>
                <a:close/>
              </a:path>
              <a:path w="387350" h="403860">
                <a:moveTo>
                  <a:pt x="367747" y="76200"/>
                </a:moveTo>
                <a:lnTo>
                  <a:pt x="332232" y="76200"/>
                </a:lnTo>
                <a:lnTo>
                  <a:pt x="350520" y="56387"/>
                </a:lnTo>
                <a:lnTo>
                  <a:pt x="367747" y="76200"/>
                </a:lnTo>
                <a:close/>
              </a:path>
              <a:path w="387350" h="403860">
                <a:moveTo>
                  <a:pt x="318516" y="132587"/>
                </a:moveTo>
                <a:lnTo>
                  <a:pt x="312420" y="129539"/>
                </a:lnTo>
                <a:lnTo>
                  <a:pt x="335280" y="86867"/>
                </a:lnTo>
                <a:lnTo>
                  <a:pt x="377024" y="86867"/>
                </a:lnTo>
                <a:lnTo>
                  <a:pt x="381000" y="91439"/>
                </a:lnTo>
                <a:lnTo>
                  <a:pt x="367593" y="94011"/>
                </a:lnTo>
                <a:lnTo>
                  <a:pt x="352615" y="101726"/>
                </a:lnTo>
                <a:lnTo>
                  <a:pt x="336208" y="114585"/>
                </a:lnTo>
                <a:lnTo>
                  <a:pt x="318516" y="132587"/>
                </a:lnTo>
                <a:close/>
              </a:path>
              <a:path w="387350" h="403860">
                <a:moveTo>
                  <a:pt x="42672" y="175259"/>
                </a:moveTo>
                <a:lnTo>
                  <a:pt x="27432" y="158495"/>
                </a:lnTo>
                <a:lnTo>
                  <a:pt x="298704" y="158495"/>
                </a:lnTo>
                <a:lnTo>
                  <a:pt x="323088" y="135635"/>
                </a:lnTo>
                <a:lnTo>
                  <a:pt x="358140" y="169163"/>
                </a:lnTo>
                <a:lnTo>
                  <a:pt x="85344" y="169163"/>
                </a:lnTo>
                <a:lnTo>
                  <a:pt x="74175" y="169473"/>
                </a:lnTo>
                <a:lnTo>
                  <a:pt x="63436" y="170497"/>
                </a:lnTo>
                <a:lnTo>
                  <a:pt x="52982" y="172378"/>
                </a:lnTo>
                <a:lnTo>
                  <a:pt x="42672" y="175259"/>
                </a:lnTo>
                <a:close/>
              </a:path>
              <a:path w="387350" h="403860">
                <a:moveTo>
                  <a:pt x="207264" y="348996"/>
                </a:moveTo>
                <a:lnTo>
                  <a:pt x="182880" y="348996"/>
                </a:lnTo>
                <a:lnTo>
                  <a:pt x="182880" y="169163"/>
                </a:lnTo>
                <a:lnTo>
                  <a:pt x="207264" y="169163"/>
                </a:lnTo>
                <a:lnTo>
                  <a:pt x="207264" y="254507"/>
                </a:lnTo>
                <a:lnTo>
                  <a:pt x="329668" y="254507"/>
                </a:lnTo>
                <a:lnTo>
                  <a:pt x="339852" y="265175"/>
                </a:lnTo>
                <a:lnTo>
                  <a:pt x="207264" y="265175"/>
                </a:lnTo>
                <a:lnTo>
                  <a:pt x="207264" y="348996"/>
                </a:lnTo>
                <a:close/>
              </a:path>
              <a:path w="387350" h="403860">
                <a:moveTo>
                  <a:pt x="3048" y="403860"/>
                </a:moveTo>
                <a:lnTo>
                  <a:pt x="0" y="399287"/>
                </a:lnTo>
                <a:lnTo>
                  <a:pt x="15144" y="383285"/>
                </a:lnTo>
                <a:lnTo>
                  <a:pt x="28575" y="367284"/>
                </a:lnTo>
                <a:lnTo>
                  <a:pt x="50292" y="335280"/>
                </a:lnTo>
                <a:lnTo>
                  <a:pt x="70008" y="285773"/>
                </a:lnTo>
                <a:lnTo>
                  <a:pt x="78676" y="237553"/>
                </a:lnTo>
                <a:lnTo>
                  <a:pt x="80772" y="204215"/>
                </a:lnTo>
                <a:lnTo>
                  <a:pt x="123444" y="225551"/>
                </a:lnTo>
                <a:lnTo>
                  <a:pt x="109728" y="237743"/>
                </a:lnTo>
                <a:lnTo>
                  <a:pt x="103251" y="258698"/>
                </a:lnTo>
                <a:lnTo>
                  <a:pt x="100726" y="268176"/>
                </a:lnTo>
                <a:lnTo>
                  <a:pt x="99060" y="277367"/>
                </a:lnTo>
                <a:lnTo>
                  <a:pt x="105998" y="288035"/>
                </a:lnTo>
                <a:lnTo>
                  <a:pt x="96012" y="288035"/>
                </a:lnTo>
                <a:lnTo>
                  <a:pt x="79057" y="324231"/>
                </a:lnTo>
                <a:lnTo>
                  <a:pt x="49768" y="366141"/>
                </a:lnTo>
                <a:lnTo>
                  <a:pt x="21097" y="391287"/>
                </a:lnTo>
                <a:lnTo>
                  <a:pt x="3048" y="403860"/>
                </a:lnTo>
                <a:close/>
              </a:path>
              <a:path w="387350" h="403860">
                <a:moveTo>
                  <a:pt x="329668" y="254507"/>
                </a:moveTo>
                <a:lnTo>
                  <a:pt x="284988" y="254507"/>
                </a:lnTo>
                <a:lnTo>
                  <a:pt x="307847" y="231647"/>
                </a:lnTo>
                <a:lnTo>
                  <a:pt x="329668" y="254507"/>
                </a:lnTo>
                <a:close/>
              </a:path>
              <a:path w="387350" h="403860">
                <a:moveTo>
                  <a:pt x="350520" y="393192"/>
                </a:moveTo>
                <a:lnTo>
                  <a:pt x="308562" y="392382"/>
                </a:lnTo>
                <a:lnTo>
                  <a:pt x="241220" y="386762"/>
                </a:lnTo>
                <a:lnTo>
                  <a:pt x="194929" y="377070"/>
                </a:lnTo>
                <a:lnTo>
                  <a:pt x="159400" y="360449"/>
                </a:lnTo>
                <a:lnTo>
                  <a:pt x="119253" y="322516"/>
                </a:lnTo>
                <a:lnTo>
                  <a:pt x="96012" y="288035"/>
                </a:lnTo>
                <a:lnTo>
                  <a:pt x="105998" y="288035"/>
                </a:lnTo>
                <a:lnTo>
                  <a:pt x="107608" y="290512"/>
                </a:lnTo>
                <a:lnTo>
                  <a:pt x="117157" y="302513"/>
                </a:lnTo>
                <a:lnTo>
                  <a:pt x="150090" y="331636"/>
                </a:lnTo>
                <a:lnTo>
                  <a:pt x="182880" y="348996"/>
                </a:lnTo>
                <a:lnTo>
                  <a:pt x="207264" y="348996"/>
                </a:lnTo>
                <a:lnTo>
                  <a:pt x="207264" y="355092"/>
                </a:lnTo>
                <a:lnTo>
                  <a:pt x="231243" y="359068"/>
                </a:lnTo>
                <a:lnTo>
                  <a:pt x="255079" y="361759"/>
                </a:lnTo>
                <a:lnTo>
                  <a:pt x="278630" y="363021"/>
                </a:lnTo>
                <a:lnTo>
                  <a:pt x="387096" y="363021"/>
                </a:lnTo>
                <a:lnTo>
                  <a:pt x="387096" y="365760"/>
                </a:lnTo>
                <a:lnTo>
                  <a:pt x="373665" y="369403"/>
                </a:lnTo>
                <a:lnTo>
                  <a:pt x="363093" y="375475"/>
                </a:lnTo>
                <a:lnTo>
                  <a:pt x="355377" y="383547"/>
                </a:lnTo>
                <a:lnTo>
                  <a:pt x="350520" y="393192"/>
                </a:lnTo>
                <a:close/>
              </a:path>
              <a:path w="387350" h="403860">
                <a:moveTo>
                  <a:pt x="387096" y="363021"/>
                </a:moveTo>
                <a:lnTo>
                  <a:pt x="278630" y="363021"/>
                </a:lnTo>
                <a:lnTo>
                  <a:pt x="324945" y="362450"/>
                </a:lnTo>
                <a:lnTo>
                  <a:pt x="346710" y="361759"/>
                </a:lnTo>
                <a:lnTo>
                  <a:pt x="387096" y="359664"/>
                </a:lnTo>
                <a:lnTo>
                  <a:pt x="387096" y="363021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" name="object 45"/>
          <p:cNvSpPr/>
          <p:nvPr/>
        </p:nvSpPr>
        <p:spPr>
          <a:xfrm>
            <a:off x="6858000" y="3541776"/>
            <a:ext cx="356870" cy="402590"/>
          </a:xfrm>
          <a:custGeom>
            <a:avLst/>
            <a:gdLst/>
            <a:ahLst/>
            <a:cxnLst/>
            <a:rect l="l" t="t" r="r" b="b"/>
            <a:pathLst>
              <a:path w="356870" h="402589">
                <a:moveTo>
                  <a:pt x="54864" y="91440"/>
                </a:moveTo>
                <a:lnTo>
                  <a:pt x="44196" y="91440"/>
                </a:lnTo>
                <a:lnTo>
                  <a:pt x="51339" y="63436"/>
                </a:lnTo>
                <a:lnTo>
                  <a:pt x="56769" y="38862"/>
                </a:lnTo>
                <a:lnTo>
                  <a:pt x="60483" y="17716"/>
                </a:lnTo>
                <a:lnTo>
                  <a:pt x="62484" y="0"/>
                </a:lnTo>
                <a:lnTo>
                  <a:pt x="100584" y="21336"/>
                </a:lnTo>
                <a:lnTo>
                  <a:pt x="91725" y="29075"/>
                </a:lnTo>
                <a:lnTo>
                  <a:pt x="81153" y="43243"/>
                </a:lnTo>
                <a:lnTo>
                  <a:pt x="68865" y="63984"/>
                </a:lnTo>
                <a:lnTo>
                  <a:pt x="54864" y="91440"/>
                </a:lnTo>
                <a:close/>
              </a:path>
              <a:path w="356870" h="402589">
                <a:moveTo>
                  <a:pt x="147828" y="192024"/>
                </a:moveTo>
                <a:lnTo>
                  <a:pt x="143256" y="188976"/>
                </a:lnTo>
                <a:lnTo>
                  <a:pt x="160162" y="161496"/>
                </a:lnTo>
                <a:lnTo>
                  <a:pt x="174498" y="136017"/>
                </a:lnTo>
                <a:lnTo>
                  <a:pt x="196596" y="89916"/>
                </a:lnTo>
                <a:lnTo>
                  <a:pt x="211836" y="46482"/>
                </a:lnTo>
                <a:lnTo>
                  <a:pt x="222503" y="3048"/>
                </a:lnTo>
                <a:lnTo>
                  <a:pt x="260603" y="24384"/>
                </a:lnTo>
                <a:lnTo>
                  <a:pt x="252864" y="32361"/>
                </a:lnTo>
                <a:lnTo>
                  <a:pt x="243268" y="47053"/>
                </a:lnTo>
                <a:lnTo>
                  <a:pt x="231671" y="68318"/>
                </a:lnTo>
                <a:lnTo>
                  <a:pt x="217932" y="96012"/>
                </a:lnTo>
                <a:lnTo>
                  <a:pt x="348996" y="96012"/>
                </a:lnTo>
                <a:lnTo>
                  <a:pt x="356616" y="103632"/>
                </a:lnTo>
                <a:lnTo>
                  <a:pt x="352806" y="106680"/>
                </a:lnTo>
                <a:lnTo>
                  <a:pt x="213360" y="106680"/>
                </a:lnTo>
                <a:lnTo>
                  <a:pt x="197977" y="130944"/>
                </a:lnTo>
                <a:lnTo>
                  <a:pt x="181737" y="153352"/>
                </a:lnTo>
                <a:lnTo>
                  <a:pt x="164925" y="173759"/>
                </a:lnTo>
                <a:lnTo>
                  <a:pt x="147828" y="192024"/>
                </a:lnTo>
                <a:close/>
              </a:path>
              <a:path w="356870" h="402589">
                <a:moveTo>
                  <a:pt x="147828" y="91440"/>
                </a:moveTo>
                <a:lnTo>
                  <a:pt x="111252" y="91440"/>
                </a:lnTo>
                <a:lnTo>
                  <a:pt x="129540" y="73152"/>
                </a:lnTo>
                <a:lnTo>
                  <a:pt x="147828" y="91440"/>
                </a:lnTo>
                <a:close/>
              </a:path>
              <a:path w="356870" h="402589">
                <a:moveTo>
                  <a:pt x="0" y="399288"/>
                </a:moveTo>
                <a:lnTo>
                  <a:pt x="816" y="361188"/>
                </a:lnTo>
                <a:lnTo>
                  <a:pt x="914" y="355092"/>
                </a:lnTo>
                <a:lnTo>
                  <a:pt x="1333" y="317182"/>
                </a:lnTo>
                <a:lnTo>
                  <a:pt x="1427" y="178308"/>
                </a:lnTo>
                <a:lnTo>
                  <a:pt x="1310" y="153352"/>
                </a:lnTo>
                <a:lnTo>
                  <a:pt x="891" y="115824"/>
                </a:lnTo>
                <a:lnTo>
                  <a:pt x="0" y="74676"/>
                </a:lnTo>
                <a:lnTo>
                  <a:pt x="25908" y="91440"/>
                </a:lnTo>
                <a:lnTo>
                  <a:pt x="147828" y="91440"/>
                </a:lnTo>
                <a:lnTo>
                  <a:pt x="155448" y="99060"/>
                </a:lnTo>
                <a:lnTo>
                  <a:pt x="150876" y="102108"/>
                </a:lnTo>
                <a:lnTo>
                  <a:pt x="24384" y="102108"/>
                </a:lnTo>
                <a:lnTo>
                  <a:pt x="24384" y="213360"/>
                </a:lnTo>
                <a:lnTo>
                  <a:pt x="137471" y="213360"/>
                </a:lnTo>
                <a:lnTo>
                  <a:pt x="137525" y="222504"/>
                </a:lnTo>
                <a:lnTo>
                  <a:pt x="24384" y="222504"/>
                </a:lnTo>
                <a:lnTo>
                  <a:pt x="24384" y="344424"/>
                </a:lnTo>
                <a:lnTo>
                  <a:pt x="138498" y="344424"/>
                </a:lnTo>
                <a:lnTo>
                  <a:pt x="138565" y="355092"/>
                </a:lnTo>
                <a:lnTo>
                  <a:pt x="24384" y="355092"/>
                </a:lnTo>
                <a:lnTo>
                  <a:pt x="24384" y="384048"/>
                </a:lnTo>
                <a:lnTo>
                  <a:pt x="0" y="399288"/>
                </a:lnTo>
                <a:close/>
              </a:path>
              <a:path w="356870" h="402589">
                <a:moveTo>
                  <a:pt x="348996" y="96012"/>
                </a:moveTo>
                <a:lnTo>
                  <a:pt x="310896" y="96012"/>
                </a:lnTo>
                <a:lnTo>
                  <a:pt x="330708" y="77724"/>
                </a:lnTo>
                <a:lnTo>
                  <a:pt x="348996" y="96012"/>
                </a:lnTo>
                <a:close/>
              </a:path>
              <a:path w="356870" h="402589">
                <a:moveTo>
                  <a:pt x="137471" y="213360"/>
                </a:moveTo>
                <a:lnTo>
                  <a:pt x="114300" y="213360"/>
                </a:lnTo>
                <a:lnTo>
                  <a:pt x="114300" y="102108"/>
                </a:lnTo>
                <a:lnTo>
                  <a:pt x="150876" y="102108"/>
                </a:lnTo>
                <a:lnTo>
                  <a:pt x="137160" y="111252"/>
                </a:lnTo>
                <a:lnTo>
                  <a:pt x="137264" y="161496"/>
                </a:lnTo>
                <a:lnTo>
                  <a:pt x="137370" y="195976"/>
                </a:lnTo>
                <a:lnTo>
                  <a:pt x="137471" y="213360"/>
                </a:lnTo>
                <a:close/>
              </a:path>
              <a:path w="356870" h="402589">
                <a:moveTo>
                  <a:pt x="326880" y="361188"/>
                </a:moveTo>
                <a:lnTo>
                  <a:pt x="283464" y="361188"/>
                </a:lnTo>
                <a:lnTo>
                  <a:pt x="291965" y="359211"/>
                </a:lnTo>
                <a:lnTo>
                  <a:pt x="298894" y="353377"/>
                </a:lnTo>
                <a:lnTo>
                  <a:pt x="308620" y="305360"/>
                </a:lnTo>
                <a:lnTo>
                  <a:pt x="310896" y="259842"/>
                </a:lnTo>
                <a:lnTo>
                  <a:pt x="313146" y="194571"/>
                </a:lnTo>
                <a:lnTo>
                  <a:pt x="315467" y="106680"/>
                </a:lnTo>
                <a:lnTo>
                  <a:pt x="352806" y="106680"/>
                </a:lnTo>
                <a:lnTo>
                  <a:pt x="341376" y="115824"/>
                </a:lnTo>
                <a:lnTo>
                  <a:pt x="339535" y="190085"/>
                </a:lnTo>
                <a:lnTo>
                  <a:pt x="337620" y="250155"/>
                </a:lnTo>
                <a:lnTo>
                  <a:pt x="335560" y="296107"/>
                </a:lnTo>
                <a:lnTo>
                  <a:pt x="333280" y="328013"/>
                </a:lnTo>
                <a:lnTo>
                  <a:pt x="330708" y="345948"/>
                </a:lnTo>
                <a:lnTo>
                  <a:pt x="327874" y="358521"/>
                </a:lnTo>
                <a:lnTo>
                  <a:pt x="326880" y="361188"/>
                </a:lnTo>
                <a:close/>
              </a:path>
              <a:path w="356870" h="402589">
                <a:moveTo>
                  <a:pt x="231648" y="269748"/>
                </a:moveTo>
                <a:lnTo>
                  <a:pt x="230124" y="269748"/>
                </a:lnTo>
                <a:lnTo>
                  <a:pt x="226742" y="268295"/>
                </a:lnTo>
                <a:lnTo>
                  <a:pt x="223647" y="263842"/>
                </a:lnTo>
                <a:lnTo>
                  <a:pt x="221122" y="256246"/>
                </a:lnTo>
                <a:lnTo>
                  <a:pt x="219456" y="245364"/>
                </a:lnTo>
                <a:lnTo>
                  <a:pt x="214884" y="228242"/>
                </a:lnTo>
                <a:lnTo>
                  <a:pt x="208026" y="211264"/>
                </a:lnTo>
                <a:lnTo>
                  <a:pt x="198882" y="194571"/>
                </a:lnTo>
                <a:lnTo>
                  <a:pt x="187452" y="178308"/>
                </a:lnTo>
                <a:lnTo>
                  <a:pt x="192024" y="172212"/>
                </a:lnTo>
                <a:lnTo>
                  <a:pt x="224980" y="199834"/>
                </a:lnTo>
                <a:lnTo>
                  <a:pt x="246888" y="236220"/>
                </a:lnTo>
                <a:lnTo>
                  <a:pt x="246888" y="248412"/>
                </a:lnTo>
                <a:lnTo>
                  <a:pt x="245364" y="256032"/>
                </a:lnTo>
                <a:lnTo>
                  <a:pt x="240791" y="262127"/>
                </a:lnTo>
                <a:lnTo>
                  <a:pt x="236220" y="266700"/>
                </a:lnTo>
                <a:lnTo>
                  <a:pt x="231648" y="269748"/>
                </a:lnTo>
                <a:close/>
              </a:path>
              <a:path w="356870" h="402589">
                <a:moveTo>
                  <a:pt x="138498" y="344424"/>
                </a:moveTo>
                <a:lnTo>
                  <a:pt x="114300" y="344424"/>
                </a:lnTo>
                <a:lnTo>
                  <a:pt x="114300" y="222504"/>
                </a:lnTo>
                <a:lnTo>
                  <a:pt x="137525" y="222504"/>
                </a:lnTo>
                <a:lnTo>
                  <a:pt x="137731" y="256032"/>
                </a:lnTo>
                <a:lnTo>
                  <a:pt x="138498" y="344424"/>
                </a:lnTo>
                <a:close/>
              </a:path>
              <a:path w="356870" h="402589">
                <a:moveTo>
                  <a:pt x="278891" y="402336"/>
                </a:moveTo>
                <a:lnTo>
                  <a:pt x="271772" y="389477"/>
                </a:lnTo>
                <a:lnTo>
                  <a:pt x="259651" y="378333"/>
                </a:lnTo>
                <a:lnTo>
                  <a:pt x="242673" y="368903"/>
                </a:lnTo>
                <a:lnTo>
                  <a:pt x="220979" y="361188"/>
                </a:lnTo>
                <a:lnTo>
                  <a:pt x="220979" y="352044"/>
                </a:lnTo>
                <a:lnTo>
                  <a:pt x="241244" y="356044"/>
                </a:lnTo>
                <a:lnTo>
                  <a:pt x="258508" y="358902"/>
                </a:lnTo>
                <a:lnTo>
                  <a:pt x="272629" y="360616"/>
                </a:lnTo>
                <a:lnTo>
                  <a:pt x="283464" y="361188"/>
                </a:lnTo>
                <a:lnTo>
                  <a:pt x="326880" y="361188"/>
                </a:lnTo>
                <a:lnTo>
                  <a:pt x="324040" y="368808"/>
                </a:lnTo>
                <a:lnTo>
                  <a:pt x="289726" y="397740"/>
                </a:lnTo>
                <a:lnTo>
                  <a:pt x="278891" y="402336"/>
                </a:lnTo>
                <a:close/>
              </a:path>
              <a:path w="356870" h="402589">
                <a:moveTo>
                  <a:pt x="114300" y="391668"/>
                </a:moveTo>
                <a:lnTo>
                  <a:pt x="114300" y="355092"/>
                </a:lnTo>
                <a:lnTo>
                  <a:pt x="138565" y="355092"/>
                </a:lnTo>
                <a:lnTo>
                  <a:pt x="138684" y="377952"/>
                </a:lnTo>
                <a:lnTo>
                  <a:pt x="114300" y="39166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pic>
        <p:nvPicPr>
          <p:cNvPr id="46" name="object 46"/>
          <p:cNvPicPr/>
          <p:nvPr/>
        </p:nvPicPr>
        <p:blipFill>
          <a:blip r:embed="rId7" cstate="print"/>
          <a:stretch>
            <a:fillRect/>
          </a:stretch>
        </p:blipFill>
        <p:spPr>
          <a:xfrm>
            <a:off x="7303007" y="3803975"/>
            <a:ext cx="70103" cy="118800"/>
          </a:xfrm>
          <a:prstGeom prst="rect">
            <a:avLst/>
          </a:prstGeom>
        </p:spPr>
      </p:pic>
      <p:sp>
        <p:nvSpPr>
          <p:cNvPr id="47" name="object 47"/>
          <p:cNvSpPr/>
          <p:nvPr/>
        </p:nvSpPr>
        <p:spPr>
          <a:xfrm>
            <a:off x="7719059" y="3544823"/>
            <a:ext cx="387350" cy="403860"/>
          </a:xfrm>
          <a:custGeom>
            <a:avLst/>
            <a:gdLst/>
            <a:ahLst/>
            <a:cxnLst/>
            <a:rect l="l" t="t" r="r" b="b"/>
            <a:pathLst>
              <a:path w="387350" h="403860">
                <a:moveTo>
                  <a:pt x="383110" y="91440"/>
                </a:moveTo>
                <a:lnTo>
                  <a:pt x="347472" y="91440"/>
                </a:lnTo>
                <a:lnTo>
                  <a:pt x="361188" y="74676"/>
                </a:lnTo>
                <a:lnTo>
                  <a:pt x="383110" y="91440"/>
                </a:lnTo>
                <a:close/>
              </a:path>
              <a:path w="387350" h="403860">
                <a:moveTo>
                  <a:pt x="227076" y="381000"/>
                </a:moveTo>
                <a:lnTo>
                  <a:pt x="227957" y="357639"/>
                </a:lnTo>
                <a:lnTo>
                  <a:pt x="228409" y="338137"/>
                </a:lnTo>
                <a:lnTo>
                  <a:pt x="228490" y="330708"/>
                </a:lnTo>
                <a:lnTo>
                  <a:pt x="228576" y="125730"/>
                </a:lnTo>
                <a:lnTo>
                  <a:pt x="228409" y="109728"/>
                </a:lnTo>
                <a:lnTo>
                  <a:pt x="227957" y="93725"/>
                </a:lnTo>
                <a:lnTo>
                  <a:pt x="227076" y="77723"/>
                </a:lnTo>
                <a:lnTo>
                  <a:pt x="251460" y="91440"/>
                </a:lnTo>
                <a:lnTo>
                  <a:pt x="383110" y="91440"/>
                </a:lnTo>
                <a:lnTo>
                  <a:pt x="387096" y="94488"/>
                </a:lnTo>
                <a:lnTo>
                  <a:pt x="378523" y="102108"/>
                </a:lnTo>
                <a:lnTo>
                  <a:pt x="251460" y="102108"/>
                </a:lnTo>
                <a:lnTo>
                  <a:pt x="251460" y="321564"/>
                </a:lnTo>
                <a:lnTo>
                  <a:pt x="373522" y="321564"/>
                </a:lnTo>
                <a:lnTo>
                  <a:pt x="373570" y="325564"/>
                </a:lnTo>
                <a:lnTo>
                  <a:pt x="373711" y="330708"/>
                </a:lnTo>
                <a:lnTo>
                  <a:pt x="251460" y="330708"/>
                </a:lnTo>
                <a:lnTo>
                  <a:pt x="251460" y="368808"/>
                </a:lnTo>
                <a:lnTo>
                  <a:pt x="227076" y="381000"/>
                </a:lnTo>
                <a:close/>
              </a:path>
              <a:path w="387350" h="403860">
                <a:moveTo>
                  <a:pt x="373522" y="321564"/>
                </a:moveTo>
                <a:lnTo>
                  <a:pt x="350520" y="321564"/>
                </a:lnTo>
                <a:lnTo>
                  <a:pt x="350520" y="102108"/>
                </a:lnTo>
                <a:lnTo>
                  <a:pt x="378523" y="102108"/>
                </a:lnTo>
                <a:lnTo>
                  <a:pt x="373380" y="106680"/>
                </a:lnTo>
                <a:lnTo>
                  <a:pt x="373412" y="312420"/>
                </a:lnTo>
                <a:lnTo>
                  <a:pt x="373522" y="321564"/>
                </a:lnTo>
                <a:close/>
              </a:path>
              <a:path w="387350" h="403860">
                <a:moveTo>
                  <a:pt x="350520" y="371856"/>
                </a:moveTo>
                <a:lnTo>
                  <a:pt x="350520" y="330708"/>
                </a:lnTo>
                <a:lnTo>
                  <a:pt x="373711" y="330708"/>
                </a:lnTo>
                <a:lnTo>
                  <a:pt x="374022" y="342018"/>
                </a:lnTo>
                <a:lnTo>
                  <a:pt x="374904" y="361188"/>
                </a:lnTo>
                <a:lnTo>
                  <a:pt x="350520" y="371856"/>
                </a:lnTo>
                <a:close/>
              </a:path>
              <a:path w="387350" h="403860">
                <a:moveTo>
                  <a:pt x="97536" y="106680"/>
                </a:moveTo>
                <a:lnTo>
                  <a:pt x="73152" y="106680"/>
                </a:lnTo>
                <a:lnTo>
                  <a:pt x="78319" y="75223"/>
                </a:lnTo>
                <a:lnTo>
                  <a:pt x="82486" y="47053"/>
                </a:lnTo>
                <a:lnTo>
                  <a:pt x="85796" y="22026"/>
                </a:lnTo>
                <a:lnTo>
                  <a:pt x="88392" y="0"/>
                </a:lnTo>
                <a:lnTo>
                  <a:pt x="129540" y="18288"/>
                </a:lnTo>
                <a:lnTo>
                  <a:pt x="114300" y="28956"/>
                </a:lnTo>
                <a:lnTo>
                  <a:pt x="110609" y="44100"/>
                </a:lnTo>
                <a:lnTo>
                  <a:pt x="106489" y="62103"/>
                </a:lnTo>
                <a:lnTo>
                  <a:pt x="102084" y="82962"/>
                </a:lnTo>
                <a:lnTo>
                  <a:pt x="97536" y="106680"/>
                </a:lnTo>
                <a:close/>
              </a:path>
              <a:path w="387350" h="403860">
                <a:moveTo>
                  <a:pt x="16764" y="123444"/>
                </a:moveTo>
                <a:lnTo>
                  <a:pt x="1524" y="106680"/>
                </a:lnTo>
                <a:lnTo>
                  <a:pt x="163068" y="106680"/>
                </a:lnTo>
                <a:lnTo>
                  <a:pt x="173736" y="88392"/>
                </a:lnTo>
                <a:lnTo>
                  <a:pt x="202692" y="108204"/>
                </a:lnTo>
                <a:lnTo>
                  <a:pt x="192405" y="117347"/>
                </a:lnTo>
                <a:lnTo>
                  <a:pt x="57912" y="117347"/>
                </a:lnTo>
                <a:lnTo>
                  <a:pt x="47410" y="117657"/>
                </a:lnTo>
                <a:lnTo>
                  <a:pt x="36766" y="118681"/>
                </a:lnTo>
                <a:lnTo>
                  <a:pt x="26408" y="120562"/>
                </a:lnTo>
                <a:lnTo>
                  <a:pt x="16764" y="123444"/>
                </a:lnTo>
                <a:close/>
              </a:path>
              <a:path w="387350" h="403860">
                <a:moveTo>
                  <a:pt x="3048" y="403860"/>
                </a:moveTo>
                <a:lnTo>
                  <a:pt x="0" y="399288"/>
                </a:lnTo>
                <a:lnTo>
                  <a:pt x="39409" y="379571"/>
                </a:lnTo>
                <a:lnTo>
                  <a:pt x="72961" y="356997"/>
                </a:lnTo>
                <a:lnTo>
                  <a:pt x="100512" y="331565"/>
                </a:lnTo>
                <a:lnTo>
                  <a:pt x="121920" y="303276"/>
                </a:lnTo>
                <a:lnTo>
                  <a:pt x="96797" y="292965"/>
                </a:lnTo>
                <a:lnTo>
                  <a:pt x="74104" y="284797"/>
                </a:lnTo>
                <a:lnTo>
                  <a:pt x="53982" y="278630"/>
                </a:lnTo>
                <a:lnTo>
                  <a:pt x="36576" y="274320"/>
                </a:lnTo>
                <a:lnTo>
                  <a:pt x="43743" y="244006"/>
                </a:lnTo>
                <a:lnTo>
                  <a:pt x="51625" y="207835"/>
                </a:lnTo>
                <a:lnTo>
                  <a:pt x="60364" y="165663"/>
                </a:lnTo>
                <a:lnTo>
                  <a:pt x="70104" y="117347"/>
                </a:lnTo>
                <a:lnTo>
                  <a:pt x="94488" y="117347"/>
                </a:lnTo>
                <a:lnTo>
                  <a:pt x="88177" y="147351"/>
                </a:lnTo>
                <a:lnTo>
                  <a:pt x="80581" y="182499"/>
                </a:lnTo>
                <a:lnTo>
                  <a:pt x="71556" y="222789"/>
                </a:lnTo>
                <a:lnTo>
                  <a:pt x="60960" y="268224"/>
                </a:lnTo>
                <a:lnTo>
                  <a:pt x="85915" y="275272"/>
                </a:lnTo>
                <a:lnTo>
                  <a:pt x="104894" y="280868"/>
                </a:lnTo>
                <a:lnTo>
                  <a:pt x="128016" y="288036"/>
                </a:lnTo>
                <a:lnTo>
                  <a:pt x="152932" y="288036"/>
                </a:lnTo>
                <a:lnTo>
                  <a:pt x="150876" y="294132"/>
                </a:lnTo>
                <a:lnTo>
                  <a:pt x="169425" y="302966"/>
                </a:lnTo>
                <a:lnTo>
                  <a:pt x="183832" y="311086"/>
                </a:lnTo>
                <a:lnTo>
                  <a:pt x="187814" y="313944"/>
                </a:lnTo>
                <a:lnTo>
                  <a:pt x="140208" y="313944"/>
                </a:lnTo>
                <a:lnTo>
                  <a:pt x="112776" y="344495"/>
                </a:lnTo>
                <a:lnTo>
                  <a:pt x="80772" y="369760"/>
                </a:lnTo>
                <a:lnTo>
                  <a:pt x="44196" y="389596"/>
                </a:lnTo>
                <a:lnTo>
                  <a:pt x="3048" y="403860"/>
                </a:lnTo>
                <a:close/>
              </a:path>
              <a:path w="387350" h="403860">
                <a:moveTo>
                  <a:pt x="152932" y="288036"/>
                </a:moveTo>
                <a:lnTo>
                  <a:pt x="128016" y="288036"/>
                </a:lnTo>
                <a:lnTo>
                  <a:pt x="138017" y="257722"/>
                </a:lnTo>
                <a:lnTo>
                  <a:pt x="147447" y="219265"/>
                </a:lnTo>
                <a:lnTo>
                  <a:pt x="156305" y="172521"/>
                </a:lnTo>
                <a:lnTo>
                  <a:pt x="164592" y="117347"/>
                </a:lnTo>
                <a:lnTo>
                  <a:pt x="192405" y="117347"/>
                </a:lnTo>
                <a:lnTo>
                  <a:pt x="188976" y="120396"/>
                </a:lnTo>
                <a:lnTo>
                  <a:pt x="179808" y="177546"/>
                </a:lnTo>
                <a:lnTo>
                  <a:pt x="170497" y="225552"/>
                </a:lnTo>
                <a:lnTo>
                  <a:pt x="160901" y="264414"/>
                </a:lnTo>
                <a:lnTo>
                  <a:pt x="152932" y="288036"/>
                </a:lnTo>
                <a:close/>
              </a:path>
              <a:path w="387350" h="403860">
                <a:moveTo>
                  <a:pt x="199644" y="361188"/>
                </a:moveTo>
                <a:lnTo>
                  <a:pt x="193548" y="361188"/>
                </a:lnTo>
                <a:lnTo>
                  <a:pt x="190500" y="358140"/>
                </a:lnTo>
                <a:lnTo>
                  <a:pt x="185928" y="352044"/>
                </a:lnTo>
                <a:lnTo>
                  <a:pt x="177927" y="343519"/>
                </a:lnTo>
                <a:lnTo>
                  <a:pt x="167640" y="334137"/>
                </a:lnTo>
                <a:lnTo>
                  <a:pt x="155067" y="324183"/>
                </a:lnTo>
                <a:lnTo>
                  <a:pt x="140208" y="313944"/>
                </a:lnTo>
                <a:lnTo>
                  <a:pt x="187814" y="313944"/>
                </a:lnTo>
                <a:lnTo>
                  <a:pt x="204787" y="343257"/>
                </a:lnTo>
                <a:lnTo>
                  <a:pt x="204216" y="348996"/>
                </a:lnTo>
                <a:lnTo>
                  <a:pt x="202692" y="356616"/>
                </a:lnTo>
                <a:lnTo>
                  <a:pt x="199644" y="36118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" name="object 48"/>
          <p:cNvSpPr/>
          <p:nvPr/>
        </p:nvSpPr>
        <p:spPr>
          <a:xfrm>
            <a:off x="8165591" y="3550920"/>
            <a:ext cx="391795" cy="398145"/>
          </a:xfrm>
          <a:custGeom>
            <a:avLst/>
            <a:gdLst/>
            <a:ahLst/>
            <a:cxnLst/>
            <a:rect l="l" t="t" r="r" b="b"/>
            <a:pathLst>
              <a:path w="391795" h="398145">
                <a:moveTo>
                  <a:pt x="331660" y="15240"/>
                </a:moveTo>
                <a:lnTo>
                  <a:pt x="300228" y="15240"/>
                </a:lnTo>
                <a:lnTo>
                  <a:pt x="315468" y="0"/>
                </a:lnTo>
                <a:lnTo>
                  <a:pt x="331660" y="15240"/>
                </a:lnTo>
                <a:close/>
              </a:path>
              <a:path w="391795" h="398145">
                <a:moveTo>
                  <a:pt x="67056" y="195072"/>
                </a:moveTo>
                <a:lnTo>
                  <a:pt x="67937" y="170830"/>
                </a:lnTo>
                <a:lnTo>
                  <a:pt x="68389" y="146304"/>
                </a:lnTo>
                <a:lnTo>
                  <a:pt x="68485" y="132207"/>
                </a:lnTo>
                <a:lnTo>
                  <a:pt x="68556" y="73533"/>
                </a:lnTo>
                <a:lnTo>
                  <a:pt x="68389" y="49530"/>
                </a:lnTo>
                <a:lnTo>
                  <a:pt x="67944" y="25908"/>
                </a:lnTo>
                <a:lnTo>
                  <a:pt x="67056" y="1524"/>
                </a:lnTo>
                <a:lnTo>
                  <a:pt x="92964" y="15240"/>
                </a:lnTo>
                <a:lnTo>
                  <a:pt x="331660" y="15240"/>
                </a:lnTo>
                <a:lnTo>
                  <a:pt x="341376" y="24384"/>
                </a:lnTo>
                <a:lnTo>
                  <a:pt x="339198" y="25908"/>
                </a:lnTo>
                <a:lnTo>
                  <a:pt x="92964" y="25908"/>
                </a:lnTo>
                <a:lnTo>
                  <a:pt x="92964" y="85344"/>
                </a:lnTo>
                <a:lnTo>
                  <a:pt x="326355" y="85344"/>
                </a:lnTo>
                <a:lnTo>
                  <a:pt x="326452" y="96012"/>
                </a:lnTo>
                <a:lnTo>
                  <a:pt x="92964" y="96012"/>
                </a:lnTo>
                <a:lnTo>
                  <a:pt x="92964" y="158496"/>
                </a:lnTo>
                <a:lnTo>
                  <a:pt x="327348" y="158496"/>
                </a:lnTo>
                <a:lnTo>
                  <a:pt x="327503" y="169164"/>
                </a:lnTo>
                <a:lnTo>
                  <a:pt x="92964" y="169164"/>
                </a:lnTo>
                <a:lnTo>
                  <a:pt x="92964" y="184403"/>
                </a:lnTo>
                <a:lnTo>
                  <a:pt x="67056" y="195072"/>
                </a:lnTo>
                <a:close/>
              </a:path>
              <a:path w="391795" h="398145">
                <a:moveTo>
                  <a:pt x="210312" y="85344"/>
                </a:moveTo>
                <a:lnTo>
                  <a:pt x="184404" y="85344"/>
                </a:lnTo>
                <a:lnTo>
                  <a:pt x="184404" y="25908"/>
                </a:lnTo>
                <a:lnTo>
                  <a:pt x="210312" y="25908"/>
                </a:lnTo>
                <a:lnTo>
                  <a:pt x="210312" y="85344"/>
                </a:lnTo>
                <a:close/>
              </a:path>
              <a:path w="391795" h="398145">
                <a:moveTo>
                  <a:pt x="326355" y="85344"/>
                </a:moveTo>
                <a:lnTo>
                  <a:pt x="301752" y="85344"/>
                </a:lnTo>
                <a:lnTo>
                  <a:pt x="301752" y="25908"/>
                </a:lnTo>
                <a:lnTo>
                  <a:pt x="339198" y="25908"/>
                </a:lnTo>
                <a:lnTo>
                  <a:pt x="326136" y="35052"/>
                </a:lnTo>
                <a:lnTo>
                  <a:pt x="326355" y="85344"/>
                </a:lnTo>
                <a:close/>
              </a:path>
              <a:path w="391795" h="398145">
                <a:moveTo>
                  <a:pt x="210312" y="158496"/>
                </a:moveTo>
                <a:lnTo>
                  <a:pt x="184404" y="158496"/>
                </a:lnTo>
                <a:lnTo>
                  <a:pt x="184404" y="96012"/>
                </a:lnTo>
                <a:lnTo>
                  <a:pt x="210312" y="96012"/>
                </a:lnTo>
                <a:lnTo>
                  <a:pt x="210312" y="158496"/>
                </a:lnTo>
                <a:close/>
              </a:path>
              <a:path w="391795" h="398145">
                <a:moveTo>
                  <a:pt x="327348" y="158496"/>
                </a:moveTo>
                <a:lnTo>
                  <a:pt x="301752" y="158496"/>
                </a:lnTo>
                <a:lnTo>
                  <a:pt x="301752" y="96012"/>
                </a:lnTo>
                <a:lnTo>
                  <a:pt x="326452" y="96012"/>
                </a:lnTo>
                <a:lnTo>
                  <a:pt x="326898" y="132207"/>
                </a:lnTo>
                <a:lnTo>
                  <a:pt x="327348" y="158496"/>
                </a:lnTo>
                <a:close/>
              </a:path>
              <a:path w="391795" h="398145">
                <a:moveTo>
                  <a:pt x="210312" y="219456"/>
                </a:moveTo>
                <a:lnTo>
                  <a:pt x="184404" y="219456"/>
                </a:lnTo>
                <a:lnTo>
                  <a:pt x="184404" y="169164"/>
                </a:lnTo>
                <a:lnTo>
                  <a:pt x="210312" y="169164"/>
                </a:lnTo>
                <a:lnTo>
                  <a:pt x="210312" y="219456"/>
                </a:lnTo>
                <a:close/>
              </a:path>
              <a:path w="391795" h="398145">
                <a:moveTo>
                  <a:pt x="301752" y="193548"/>
                </a:moveTo>
                <a:lnTo>
                  <a:pt x="301752" y="169164"/>
                </a:lnTo>
                <a:lnTo>
                  <a:pt x="327503" y="169164"/>
                </a:lnTo>
                <a:lnTo>
                  <a:pt x="327660" y="181356"/>
                </a:lnTo>
                <a:lnTo>
                  <a:pt x="301752" y="193548"/>
                </a:lnTo>
                <a:close/>
              </a:path>
              <a:path w="391795" h="398145">
                <a:moveTo>
                  <a:pt x="22860" y="234696"/>
                </a:moveTo>
                <a:lnTo>
                  <a:pt x="6096" y="219456"/>
                </a:lnTo>
                <a:lnTo>
                  <a:pt x="327660" y="219456"/>
                </a:lnTo>
                <a:lnTo>
                  <a:pt x="353568" y="193548"/>
                </a:lnTo>
                <a:lnTo>
                  <a:pt x="390144" y="230124"/>
                </a:lnTo>
                <a:lnTo>
                  <a:pt x="64008" y="230124"/>
                </a:lnTo>
                <a:lnTo>
                  <a:pt x="52863" y="230409"/>
                </a:lnTo>
                <a:lnTo>
                  <a:pt x="42291" y="231267"/>
                </a:lnTo>
                <a:lnTo>
                  <a:pt x="32289" y="232695"/>
                </a:lnTo>
                <a:lnTo>
                  <a:pt x="22860" y="234696"/>
                </a:lnTo>
                <a:close/>
              </a:path>
              <a:path w="391795" h="398145">
                <a:moveTo>
                  <a:pt x="1524" y="381000"/>
                </a:moveTo>
                <a:lnTo>
                  <a:pt x="0" y="373380"/>
                </a:lnTo>
                <a:lnTo>
                  <a:pt x="48601" y="343066"/>
                </a:lnTo>
                <a:lnTo>
                  <a:pt x="91630" y="309181"/>
                </a:lnTo>
                <a:lnTo>
                  <a:pt x="129230" y="271581"/>
                </a:lnTo>
                <a:lnTo>
                  <a:pt x="161544" y="230124"/>
                </a:lnTo>
                <a:lnTo>
                  <a:pt x="213360" y="230124"/>
                </a:lnTo>
                <a:lnTo>
                  <a:pt x="218886" y="236220"/>
                </a:lnTo>
                <a:lnTo>
                  <a:pt x="210312" y="236220"/>
                </a:lnTo>
                <a:lnTo>
                  <a:pt x="210313" y="240791"/>
                </a:lnTo>
                <a:lnTo>
                  <a:pt x="184404" y="240791"/>
                </a:lnTo>
                <a:lnTo>
                  <a:pt x="156606" y="275709"/>
                </a:lnTo>
                <a:lnTo>
                  <a:pt x="124419" y="307262"/>
                </a:lnTo>
                <a:lnTo>
                  <a:pt x="87843" y="335377"/>
                </a:lnTo>
                <a:lnTo>
                  <a:pt x="46878" y="359980"/>
                </a:lnTo>
                <a:lnTo>
                  <a:pt x="1524" y="381000"/>
                </a:lnTo>
                <a:close/>
              </a:path>
              <a:path w="391795" h="398145">
                <a:moveTo>
                  <a:pt x="352044" y="374904"/>
                </a:moveTo>
                <a:lnTo>
                  <a:pt x="304395" y="344876"/>
                </a:lnTo>
                <a:lnTo>
                  <a:pt x="264604" y="311848"/>
                </a:lnTo>
                <a:lnTo>
                  <a:pt x="233100" y="275677"/>
                </a:lnTo>
                <a:lnTo>
                  <a:pt x="210312" y="236220"/>
                </a:lnTo>
                <a:lnTo>
                  <a:pt x="218886" y="236220"/>
                </a:lnTo>
                <a:lnTo>
                  <a:pt x="251936" y="272676"/>
                </a:lnTo>
                <a:lnTo>
                  <a:pt x="294513" y="306514"/>
                </a:lnTo>
                <a:lnTo>
                  <a:pt x="341090" y="331493"/>
                </a:lnTo>
                <a:lnTo>
                  <a:pt x="391668" y="347471"/>
                </a:lnTo>
                <a:lnTo>
                  <a:pt x="391668" y="355092"/>
                </a:lnTo>
                <a:lnTo>
                  <a:pt x="377118" y="356473"/>
                </a:lnTo>
                <a:lnTo>
                  <a:pt x="365569" y="360426"/>
                </a:lnTo>
                <a:lnTo>
                  <a:pt x="357163" y="366664"/>
                </a:lnTo>
                <a:lnTo>
                  <a:pt x="352044" y="374904"/>
                </a:lnTo>
                <a:close/>
              </a:path>
              <a:path w="391795" h="398145">
                <a:moveTo>
                  <a:pt x="181356" y="397764"/>
                </a:moveTo>
                <a:lnTo>
                  <a:pt x="182475" y="362950"/>
                </a:lnTo>
                <a:lnTo>
                  <a:pt x="183451" y="324993"/>
                </a:lnTo>
                <a:lnTo>
                  <a:pt x="184142" y="284178"/>
                </a:lnTo>
                <a:lnTo>
                  <a:pt x="184404" y="240791"/>
                </a:lnTo>
                <a:lnTo>
                  <a:pt x="210313" y="240791"/>
                </a:lnTo>
                <a:lnTo>
                  <a:pt x="210416" y="311848"/>
                </a:lnTo>
                <a:lnTo>
                  <a:pt x="210921" y="362950"/>
                </a:lnTo>
                <a:lnTo>
                  <a:pt x="211836" y="384047"/>
                </a:lnTo>
                <a:lnTo>
                  <a:pt x="181356" y="39776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pic>
        <p:nvPicPr>
          <p:cNvPr id="49" name="object 49"/>
          <p:cNvPicPr/>
          <p:nvPr/>
        </p:nvPicPr>
        <p:blipFill>
          <a:blip r:embed="rId8" cstate="print"/>
          <a:stretch>
            <a:fillRect/>
          </a:stretch>
        </p:blipFill>
        <p:spPr>
          <a:xfrm>
            <a:off x="1748027" y="4343400"/>
            <a:ext cx="181355" cy="172212"/>
          </a:xfrm>
          <a:prstGeom prst="rect">
            <a:avLst/>
          </a:prstGeom>
        </p:spPr>
      </p:pic>
      <p:sp>
        <p:nvSpPr>
          <p:cNvPr id="50" name="object 50"/>
          <p:cNvSpPr/>
          <p:nvPr/>
        </p:nvSpPr>
        <p:spPr>
          <a:xfrm>
            <a:off x="2145791" y="4198620"/>
            <a:ext cx="373380" cy="381000"/>
          </a:xfrm>
          <a:custGeom>
            <a:avLst/>
            <a:gdLst/>
            <a:ahLst/>
            <a:cxnLst/>
            <a:rect l="l" t="t" r="r" b="b"/>
            <a:pathLst>
              <a:path w="373380" h="381000">
                <a:moveTo>
                  <a:pt x="24384" y="380999"/>
                </a:moveTo>
                <a:lnTo>
                  <a:pt x="0" y="358139"/>
                </a:lnTo>
                <a:lnTo>
                  <a:pt x="10668" y="347472"/>
                </a:lnTo>
                <a:lnTo>
                  <a:pt x="10668" y="106679"/>
                </a:lnTo>
                <a:lnTo>
                  <a:pt x="10477" y="58673"/>
                </a:lnTo>
                <a:lnTo>
                  <a:pt x="10025" y="34670"/>
                </a:lnTo>
                <a:lnTo>
                  <a:pt x="9144" y="10667"/>
                </a:lnTo>
                <a:lnTo>
                  <a:pt x="35052" y="24383"/>
                </a:lnTo>
                <a:lnTo>
                  <a:pt x="303275" y="24383"/>
                </a:lnTo>
                <a:lnTo>
                  <a:pt x="329183" y="0"/>
                </a:lnTo>
                <a:lnTo>
                  <a:pt x="359663" y="35051"/>
                </a:lnTo>
                <a:lnTo>
                  <a:pt x="240792" y="35051"/>
                </a:lnTo>
                <a:lnTo>
                  <a:pt x="240792" y="243839"/>
                </a:lnTo>
                <a:lnTo>
                  <a:pt x="241934" y="258079"/>
                </a:lnTo>
                <a:lnTo>
                  <a:pt x="245363" y="268604"/>
                </a:lnTo>
                <a:lnTo>
                  <a:pt x="251078" y="275129"/>
                </a:lnTo>
                <a:lnTo>
                  <a:pt x="259080" y="277367"/>
                </a:lnTo>
                <a:lnTo>
                  <a:pt x="306324" y="277367"/>
                </a:lnTo>
                <a:lnTo>
                  <a:pt x="329183" y="195071"/>
                </a:lnTo>
                <a:lnTo>
                  <a:pt x="336804" y="195071"/>
                </a:lnTo>
                <a:lnTo>
                  <a:pt x="339852" y="243839"/>
                </a:lnTo>
                <a:lnTo>
                  <a:pt x="361187" y="271272"/>
                </a:lnTo>
                <a:lnTo>
                  <a:pt x="353139" y="283011"/>
                </a:lnTo>
                <a:lnTo>
                  <a:pt x="342519" y="290893"/>
                </a:lnTo>
                <a:lnTo>
                  <a:pt x="329041" y="295060"/>
                </a:lnTo>
                <a:lnTo>
                  <a:pt x="312420" y="295655"/>
                </a:lnTo>
                <a:lnTo>
                  <a:pt x="248411" y="295655"/>
                </a:lnTo>
                <a:lnTo>
                  <a:pt x="234434" y="292488"/>
                </a:lnTo>
                <a:lnTo>
                  <a:pt x="224599" y="285178"/>
                </a:lnTo>
                <a:lnTo>
                  <a:pt x="219051" y="273581"/>
                </a:lnTo>
                <a:lnTo>
                  <a:pt x="217932" y="257555"/>
                </a:lnTo>
                <a:lnTo>
                  <a:pt x="217932" y="35051"/>
                </a:lnTo>
                <a:lnTo>
                  <a:pt x="144780" y="35051"/>
                </a:lnTo>
                <a:lnTo>
                  <a:pt x="143827" y="88391"/>
                </a:lnTo>
                <a:lnTo>
                  <a:pt x="141732" y="137159"/>
                </a:lnTo>
                <a:lnTo>
                  <a:pt x="133731" y="182879"/>
                </a:lnTo>
                <a:lnTo>
                  <a:pt x="118872" y="228599"/>
                </a:lnTo>
                <a:lnTo>
                  <a:pt x="94488" y="273748"/>
                </a:lnTo>
                <a:lnTo>
                  <a:pt x="56388" y="320039"/>
                </a:lnTo>
                <a:lnTo>
                  <a:pt x="50292" y="315467"/>
                </a:lnTo>
                <a:lnTo>
                  <a:pt x="66270" y="291131"/>
                </a:lnTo>
                <a:lnTo>
                  <a:pt x="79819" y="268223"/>
                </a:lnTo>
                <a:lnTo>
                  <a:pt x="99060" y="225551"/>
                </a:lnTo>
                <a:lnTo>
                  <a:pt x="110490" y="184594"/>
                </a:lnTo>
                <a:lnTo>
                  <a:pt x="117348" y="140207"/>
                </a:lnTo>
                <a:lnTo>
                  <a:pt x="119443" y="91058"/>
                </a:lnTo>
                <a:lnTo>
                  <a:pt x="120396" y="35051"/>
                </a:lnTo>
                <a:lnTo>
                  <a:pt x="35052" y="35051"/>
                </a:lnTo>
                <a:lnTo>
                  <a:pt x="35052" y="355091"/>
                </a:lnTo>
                <a:lnTo>
                  <a:pt x="310896" y="355091"/>
                </a:lnTo>
                <a:lnTo>
                  <a:pt x="336804" y="329184"/>
                </a:lnTo>
                <a:lnTo>
                  <a:pt x="373380" y="365760"/>
                </a:lnTo>
                <a:lnTo>
                  <a:pt x="36576" y="365760"/>
                </a:lnTo>
                <a:lnTo>
                  <a:pt x="24384" y="38099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" name="object 51"/>
          <p:cNvSpPr/>
          <p:nvPr/>
        </p:nvSpPr>
        <p:spPr>
          <a:xfrm>
            <a:off x="2567927" y="4183379"/>
            <a:ext cx="1988820" cy="410209"/>
          </a:xfrm>
          <a:custGeom>
            <a:avLst/>
            <a:gdLst/>
            <a:ahLst/>
            <a:cxnLst/>
            <a:rect l="l" t="t" r="r" b="b"/>
            <a:pathLst>
              <a:path w="1988820" h="410210">
                <a:moveTo>
                  <a:pt x="224028" y="50292"/>
                </a:moveTo>
                <a:lnTo>
                  <a:pt x="196596" y="18288"/>
                </a:lnTo>
                <a:lnTo>
                  <a:pt x="175260" y="39624"/>
                </a:lnTo>
                <a:lnTo>
                  <a:pt x="124968" y="39624"/>
                </a:lnTo>
                <a:lnTo>
                  <a:pt x="124968" y="50292"/>
                </a:lnTo>
                <a:lnTo>
                  <a:pt x="124968" y="106680"/>
                </a:lnTo>
                <a:lnTo>
                  <a:pt x="100584" y="106680"/>
                </a:lnTo>
                <a:lnTo>
                  <a:pt x="100584" y="50292"/>
                </a:lnTo>
                <a:lnTo>
                  <a:pt x="124968" y="50292"/>
                </a:lnTo>
                <a:lnTo>
                  <a:pt x="124968" y="39624"/>
                </a:lnTo>
                <a:lnTo>
                  <a:pt x="0" y="39624"/>
                </a:lnTo>
                <a:lnTo>
                  <a:pt x="16764" y="54864"/>
                </a:lnTo>
                <a:lnTo>
                  <a:pt x="26200" y="52870"/>
                </a:lnTo>
                <a:lnTo>
                  <a:pt x="36195" y="51435"/>
                </a:lnTo>
                <a:lnTo>
                  <a:pt x="46774" y="50584"/>
                </a:lnTo>
                <a:lnTo>
                  <a:pt x="57912" y="50292"/>
                </a:lnTo>
                <a:lnTo>
                  <a:pt x="80772" y="50292"/>
                </a:lnTo>
                <a:lnTo>
                  <a:pt x="80772" y="106680"/>
                </a:lnTo>
                <a:lnTo>
                  <a:pt x="80772" y="115824"/>
                </a:lnTo>
                <a:lnTo>
                  <a:pt x="78803" y="154978"/>
                </a:lnTo>
                <a:lnTo>
                  <a:pt x="72961" y="187833"/>
                </a:lnTo>
                <a:lnTo>
                  <a:pt x="63423" y="214414"/>
                </a:lnTo>
                <a:lnTo>
                  <a:pt x="50292" y="234696"/>
                </a:lnTo>
                <a:lnTo>
                  <a:pt x="50292" y="115824"/>
                </a:lnTo>
                <a:lnTo>
                  <a:pt x="80772" y="115824"/>
                </a:lnTo>
                <a:lnTo>
                  <a:pt x="80772" y="106680"/>
                </a:lnTo>
                <a:lnTo>
                  <a:pt x="50292" y="106680"/>
                </a:lnTo>
                <a:lnTo>
                  <a:pt x="25908" y="91440"/>
                </a:lnTo>
                <a:lnTo>
                  <a:pt x="27000" y="121920"/>
                </a:lnTo>
                <a:lnTo>
                  <a:pt x="28003" y="159639"/>
                </a:lnTo>
                <a:lnTo>
                  <a:pt x="28702" y="201599"/>
                </a:lnTo>
                <a:lnTo>
                  <a:pt x="28943" y="245364"/>
                </a:lnTo>
                <a:lnTo>
                  <a:pt x="28841" y="269748"/>
                </a:lnTo>
                <a:lnTo>
                  <a:pt x="28702" y="294944"/>
                </a:lnTo>
                <a:lnTo>
                  <a:pt x="28003" y="336042"/>
                </a:lnTo>
                <a:lnTo>
                  <a:pt x="27038" y="371436"/>
                </a:lnTo>
                <a:lnTo>
                  <a:pt x="25908" y="400812"/>
                </a:lnTo>
                <a:lnTo>
                  <a:pt x="50292" y="393192"/>
                </a:lnTo>
                <a:lnTo>
                  <a:pt x="50292" y="356616"/>
                </a:lnTo>
                <a:lnTo>
                  <a:pt x="175260" y="356616"/>
                </a:lnTo>
                <a:lnTo>
                  <a:pt x="175260" y="399288"/>
                </a:lnTo>
                <a:lnTo>
                  <a:pt x="199644" y="387096"/>
                </a:lnTo>
                <a:lnTo>
                  <a:pt x="199466" y="356616"/>
                </a:lnTo>
                <a:lnTo>
                  <a:pt x="199364" y="345948"/>
                </a:lnTo>
                <a:lnTo>
                  <a:pt x="198780" y="280416"/>
                </a:lnTo>
                <a:lnTo>
                  <a:pt x="198691" y="269748"/>
                </a:lnTo>
                <a:lnTo>
                  <a:pt x="198348" y="211836"/>
                </a:lnTo>
                <a:lnTo>
                  <a:pt x="198323" y="207264"/>
                </a:lnTo>
                <a:lnTo>
                  <a:pt x="198120" y="121920"/>
                </a:lnTo>
                <a:lnTo>
                  <a:pt x="205092" y="115824"/>
                </a:lnTo>
                <a:lnTo>
                  <a:pt x="210312" y="111252"/>
                </a:lnTo>
                <a:lnTo>
                  <a:pt x="205092" y="106680"/>
                </a:lnTo>
                <a:lnTo>
                  <a:pt x="185928" y="89916"/>
                </a:lnTo>
                <a:lnTo>
                  <a:pt x="175260" y="104584"/>
                </a:lnTo>
                <a:lnTo>
                  <a:pt x="175260" y="115824"/>
                </a:lnTo>
                <a:lnTo>
                  <a:pt x="175260" y="211836"/>
                </a:lnTo>
                <a:lnTo>
                  <a:pt x="175260" y="231648"/>
                </a:lnTo>
                <a:lnTo>
                  <a:pt x="175260" y="269748"/>
                </a:lnTo>
                <a:lnTo>
                  <a:pt x="175260" y="280416"/>
                </a:lnTo>
                <a:lnTo>
                  <a:pt x="175260" y="345948"/>
                </a:lnTo>
                <a:lnTo>
                  <a:pt x="50292" y="345948"/>
                </a:lnTo>
                <a:lnTo>
                  <a:pt x="50292" y="280416"/>
                </a:lnTo>
                <a:lnTo>
                  <a:pt x="175260" y="280416"/>
                </a:lnTo>
                <a:lnTo>
                  <a:pt x="175260" y="269748"/>
                </a:lnTo>
                <a:lnTo>
                  <a:pt x="50292" y="269748"/>
                </a:lnTo>
                <a:lnTo>
                  <a:pt x="50292" y="245364"/>
                </a:lnTo>
                <a:lnTo>
                  <a:pt x="61099" y="234696"/>
                </a:lnTo>
                <a:lnTo>
                  <a:pt x="72301" y="223634"/>
                </a:lnTo>
                <a:lnTo>
                  <a:pt x="88011" y="194881"/>
                </a:lnTo>
                <a:lnTo>
                  <a:pt x="97447" y="159004"/>
                </a:lnTo>
                <a:lnTo>
                  <a:pt x="100584" y="115824"/>
                </a:lnTo>
                <a:lnTo>
                  <a:pt x="124968" y="115824"/>
                </a:lnTo>
                <a:lnTo>
                  <a:pt x="124968" y="205740"/>
                </a:lnTo>
                <a:lnTo>
                  <a:pt x="126479" y="216865"/>
                </a:lnTo>
                <a:lnTo>
                  <a:pt x="131254" y="224980"/>
                </a:lnTo>
                <a:lnTo>
                  <a:pt x="139763" y="229958"/>
                </a:lnTo>
                <a:lnTo>
                  <a:pt x="152400" y="231648"/>
                </a:lnTo>
                <a:lnTo>
                  <a:pt x="175260" y="231648"/>
                </a:lnTo>
                <a:lnTo>
                  <a:pt x="175260" y="211836"/>
                </a:lnTo>
                <a:lnTo>
                  <a:pt x="150876" y="211836"/>
                </a:lnTo>
                <a:lnTo>
                  <a:pt x="146304" y="207264"/>
                </a:lnTo>
                <a:lnTo>
                  <a:pt x="146304" y="115824"/>
                </a:lnTo>
                <a:lnTo>
                  <a:pt x="175260" y="115824"/>
                </a:lnTo>
                <a:lnTo>
                  <a:pt x="175260" y="104584"/>
                </a:lnTo>
                <a:lnTo>
                  <a:pt x="173736" y="106680"/>
                </a:lnTo>
                <a:lnTo>
                  <a:pt x="146304" y="106680"/>
                </a:lnTo>
                <a:lnTo>
                  <a:pt x="146304" y="50292"/>
                </a:lnTo>
                <a:lnTo>
                  <a:pt x="224028" y="50292"/>
                </a:lnTo>
                <a:close/>
              </a:path>
              <a:path w="1988820" h="410210">
                <a:moveTo>
                  <a:pt x="408432" y="359664"/>
                </a:moveTo>
                <a:lnTo>
                  <a:pt x="388150" y="326517"/>
                </a:lnTo>
                <a:lnTo>
                  <a:pt x="385572" y="281940"/>
                </a:lnTo>
                <a:lnTo>
                  <a:pt x="377952" y="281940"/>
                </a:lnTo>
                <a:lnTo>
                  <a:pt x="376796" y="303974"/>
                </a:lnTo>
                <a:lnTo>
                  <a:pt x="375475" y="322135"/>
                </a:lnTo>
                <a:lnTo>
                  <a:pt x="373888" y="336600"/>
                </a:lnTo>
                <a:lnTo>
                  <a:pt x="371856" y="347472"/>
                </a:lnTo>
                <a:lnTo>
                  <a:pt x="370332" y="359664"/>
                </a:lnTo>
                <a:lnTo>
                  <a:pt x="364236" y="364236"/>
                </a:lnTo>
                <a:lnTo>
                  <a:pt x="284988" y="364236"/>
                </a:lnTo>
                <a:lnTo>
                  <a:pt x="272986" y="363359"/>
                </a:lnTo>
                <a:lnTo>
                  <a:pt x="264414" y="358330"/>
                </a:lnTo>
                <a:lnTo>
                  <a:pt x="259270" y="349021"/>
                </a:lnTo>
                <a:lnTo>
                  <a:pt x="257556" y="335280"/>
                </a:lnTo>
                <a:lnTo>
                  <a:pt x="257556" y="175260"/>
                </a:lnTo>
                <a:lnTo>
                  <a:pt x="352044" y="175260"/>
                </a:lnTo>
                <a:lnTo>
                  <a:pt x="352044" y="199644"/>
                </a:lnTo>
                <a:lnTo>
                  <a:pt x="376428" y="188976"/>
                </a:lnTo>
                <a:lnTo>
                  <a:pt x="374332" y="133921"/>
                </a:lnTo>
                <a:lnTo>
                  <a:pt x="373380" y="54864"/>
                </a:lnTo>
                <a:lnTo>
                  <a:pt x="379476" y="50292"/>
                </a:lnTo>
                <a:lnTo>
                  <a:pt x="385572" y="45720"/>
                </a:lnTo>
                <a:lnTo>
                  <a:pt x="359664" y="24384"/>
                </a:lnTo>
                <a:lnTo>
                  <a:pt x="347472" y="39624"/>
                </a:lnTo>
                <a:lnTo>
                  <a:pt x="227076" y="39624"/>
                </a:lnTo>
                <a:lnTo>
                  <a:pt x="242316" y="54864"/>
                </a:lnTo>
                <a:lnTo>
                  <a:pt x="251752" y="52870"/>
                </a:lnTo>
                <a:lnTo>
                  <a:pt x="261747" y="51435"/>
                </a:lnTo>
                <a:lnTo>
                  <a:pt x="272326" y="50584"/>
                </a:lnTo>
                <a:lnTo>
                  <a:pt x="283464" y="50292"/>
                </a:lnTo>
                <a:lnTo>
                  <a:pt x="352044" y="50292"/>
                </a:lnTo>
                <a:lnTo>
                  <a:pt x="352044" y="164592"/>
                </a:lnTo>
                <a:lnTo>
                  <a:pt x="257556" y="164592"/>
                </a:lnTo>
                <a:lnTo>
                  <a:pt x="233172" y="149352"/>
                </a:lnTo>
                <a:lnTo>
                  <a:pt x="234061" y="176809"/>
                </a:lnTo>
                <a:lnTo>
                  <a:pt x="234505" y="218122"/>
                </a:lnTo>
                <a:lnTo>
                  <a:pt x="234683" y="273443"/>
                </a:lnTo>
                <a:lnTo>
                  <a:pt x="234696" y="342900"/>
                </a:lnTo>
                <a:lnTo>
                  <a:pt x="236677" y="361759"/>
                </a:lnTo>
                <a:lnTo>
                  <a:pt x="244792" y="374904"/>
                </a:lnTo>
                <a:lnTo>
                  <a:pt x="258914" y="382333"/>
                </a:lnTo>
                <a:lnTo>
                  <a:pt x="278892" y="384048"/>
                </a:lnTo>
                <a:lnTo>
                  <a:pt x="368808" y="384048"/>
                </a:lnTo>
                <a:lnTo>
                  <a:pt x="381647" y="383247"/>
                </a:lnTo>
                <a:lnTo>
                  <a:pt x="392620" y="378714"/>
                </a:lnTo>
                <a:lnTo>
                  <a:pt x="401599" y="370763"/>
                </a:lnTo>
                <a:lnTo>
                  <a:pt x="405625" y="364236"/>
                </a:lnTo>
                <a:lnTo>
                  <a:pt x="408432" y="359664"/>
                </a:lnTo>
                <a:close/>
              </a:path>
              <a:path w="1988820" h="410210">
                <a:moveTo>
                  <a:pt x="664464" y="272796"/>
                </a:moveTo>
                <a:lnTo>
                  <a:pt x="656107" y="233362"/>
                </a:lnTo>
                <a:lnTo>
                  <a:pt x="629983" y="204216"/>
                </a:lnTo>
                <a:lnTo>
                  <a:pt x="593966" y="189103"/>
                </a:lnTo>
                <a:lnTo>
                  <a:pt x="558723" y="180594"/>
                </a:lnTo>
                <a:lnTo>
                  <a:pt x="549973" y="178308"/>
                </a:lnTo>
                <a:lnTo>
                  <a:pt x="542099" y="176022"/>
                </a:lnTo>
                <a:lnTo>
                  <a:pt x="534924" y="173736"/>
                </a:lnTo>
                <a:lnTo>
                  <a:pt x="525208" y="170903"/>
                </a:lnTo>
                <a:lnTo>
                  <a:pt x="494728" y="141922"/>
                </a:lnTo>
                <a:lnTo>
                  <a:pt x="492252" y="123444"/>
                </a:lnTo>
                <a:lnTo>
                  <a:pt x="493395" y="112585"/>
                </a:lnTo>
                <a:lnTo>
                  <a:pt x="520522" y="80873"/>
                </a:lnTo>
                <a:lnTo>
                  <a:pt x="559308" y="73152"/>
                </a:lnTo>
                <a:lnTo>
                  <a:pt x="572096" y="73748"/>
                </a:lnTo>
                <a:lnTo>
                  <a:pt x="609600" y="83820"/>
                </a:lnTo>
                <a:lnTo>
                  <a:pt x="649224" y="108204"/>
                </a:lnTo>
                <a:lnTo>
                  <a:pt x="652272" y="108204"/>
                </a:lnTo>
                <a:lnTo>
                  <a:pt x="652272" y="56388"/>
                </a:lnTo>
                <a:lnTo>
                  <a:pt x="641731" y="51866"/>
                </a:lnTo>
                <a:lnTo>
                  <a:pt x="595490" y="38277"/>
                </a:lnTo>
                <a:lnTo>
                  <a:pt x="556260" y="35052"/>
                </a:lnTo>
                <a:lnTo>
                  <a:pt x="533400" y="36766"/>
                </a:lnTo>
                <a:lnTo>
                  <a:pt x="494538" y="50482"/>
                </a:lnTo>
                <a:lnTo>
                  <a:pt x="464781" y="76161"/>
                </a:lnTo>
                <a:lnTo>
                  <a:pt x="448056" y="128016"/>
                </a:lnTo>
                <a:lnTo>
                  <a:pt x="448348" y="137121"/>
                </a:lnTo>
                <a:lnTo>
                  <a:pt x="459676" y="174879"/>
                </a:lnTo>
                <a:lnTo>
                  <a:pt x="492252" y="204216"/>
                </a:lnTo>
                <a:lnTo>
                  <a:pt x="546290" y="221107"/>
                </a:lnTo>
                <a:lnTo>
                  <a:pt x="553212" y="222504"/>
                </a:lnTo>
                <a:lnTo>
                  <a:pt x="559219" y="223913"/>
                </a:lnTo>
                <a:lnTo>
                  <a:pt x="598741" y="236982"/>
                </a:lnTo>
                <a:lnTo>
                  <a:pt x="619696" y="270065"/>
                </a:lnTo>
                <a:lnTo>
                  <a:pt x="620268" y="278892"/>
                </a:lnTo>
                <a:lnTo>
                  <a:pt x="619125" y="290880"/>
                </a:lnTo>
                <a:lnTo>
                  <a:pt x="591718" y="325399"/>
                </a:lnTo>
                <a:lnTo>
                  <a:pt x="548640" y="333756"/>
                </a:lnTo>
                <a:lnTo>
                  <a:pt x="535838" y="332955"/>
                </a:lnTo>
                <a:lnTo>
                  <a:pt x="496824" y="323088"/>
                </a:lnTo>
                <a:lnTo>
                  <a:pt x="458901" y="300799"/>
                </a:lnTo>
                <a:lnTo>
                  <a:pt x="448056" y="291084"/>
                </a:lnTo>
                <a:lnTo>
                  <a:pt x="445008" y="291084"/>
                </a:lnTo>
                <a:lnTo>
                  <a:pt x="445008" y="345948"/>
                </a:lnTo>
                <a:lnTo>
                  <a:pt x="490728" y="364236"/>
                </a:lnTo>
                <a:lnTo>
                  <a:pt x="503897" y="367118"/>
                </a:lnTo>
                <a:lnTo>
                  <a:pt x="518350" y="368998"/>
                </a:lnTo>
                <a:lnTo>
                  <a:pt x="534238" y="370027"/>
                </a:lnTo>
                <a:lnTo>
                  <a:pt x="551688" y="370332"/>
                </a:lnTo>
                <a:lnTo>
                  <a:pt x="565746" y="370001"/>
                </a:lnTo>
                <a:lnTo>
                  <a:pt x="610222" y="358736"/>
                </a:lnTo>
                <a:lnTo>
                  <a:pt x="642061" y="334479"/>
                </a:lnTo>
                <a:lnTo>
                  <a:pt x="660615" y="300875"/>
                </a:lnTo>
                <a:lnTo>
                  <a:pt x="664133" y="281965"/>
                </a:lnTo>
                <a:lnTo>
                  <a:pt x="664464" y="272796"/>
                </a:lnTo>
                <a:close/>
              </a:path>
              <a:path w="1988820" h="410210">
                <a:moveTo>
                  <a:pt x="1014996" y="28956"/>
                </a:moveTo>
                <a:lnTo>
                  <a:pt x="1009116" y="24384"/>
                </a:lnTo>
                <a:lnTo>
                  <a:pt x="987564" y="7620"/>
                </a:lnTo>
                <a:lnTo>
                  <a:pt x="975372" y="19812"/>
                </a:lnTo>
                <a:lnTo>
                  <a:pt x="975372" y="35052"/>
                </a:lnTo>
                <a:lnTo>
                  <a:pt x="975372" y="85344"/>
                </a:lnTo>
                <a:lnTo>
                  <a:pt x="975372" y="96012"/>
                </a:lnTo>
                <a:lnTo>
                  <a:pt x="975372" y="147828"/>
                </a:lnTo>
                <a:lnTo>
                  <a:pt x="822972" y="147828"/>
                </a:lnTo>
                <a:lnTo>
                  <a:pt x="822972" y="96012"/>
                </a:lnTo>
                <a:lnTo>
                  <a:pt x="975372" y="96012"/>
                </a:lnTo>
                <a:lnTo>
                  <a:pt x="975372" y="85344"/>
                </a:lnTo>
                <a:lnTo>
                  <a:pt x="822972" y="85344"/>
                </a:lnTo>
                <a:lnTo>
                  <a:pt x="822972" y="35052"/>
                </a:lnTo>
                <a:lnTo>
                  <a:pt x="975372" y="35052"/>
                </a:lnTo>
                <a:lnTo>
                  <a:pt x="975372" y="19812"/>
                </a:lnTo>
                <a:lnTo>
                  <a:pt x="970800" y="24384"/>
                </a:lnTo>
                <a:lnTo>
                  <a:pt x="826020" y="24384"/>
                </a:lnTo>
                <a:lnTo>
                  <a:pt x="797052" y="9144"/>
                </a:lnTo>
                <a:lnTo>
                  <a:pt x="797941" y="31965"/>
                </a:lnTo>
                <a:lnTo>
                  <a:pt x="798385" y="54483"/>
                </a:lnTo>
                <a:lnTo>
                  <a:pt x="798563" y="76441"/>
                </a:lnTo>
                <a:lnTo>
                  <a:pt x="798537" y="121348"/>
                </a:lnTo>
                <a:lnTo>
                  <a:pt x="798385" y="140970"/>
                </a:lnTo>
                <a:lnTo>
                  <a:pt x="797941" y="162687"/>
                </a:lnTo>
                <a:lnTo>
                  <a:pt x="797052" y="184404"/>
                </a:lnTo>
                <a:lnTo>
                  <a:pt x="822972" y="173736"/>
                </a:lnTo>
                <a:lnTo>
                  <a:pt x="822972" y="158496"/>
                </a:lnTo>
                <a:lnTo>
                  <a:pt x="975372" y="158496"/>
                </a:lnTo>
                <a:lnTo>
                  <a:pt x="975372" y="181356"/>
                </a:lnTo>
                <a:lnTo>
                  <a:pt x="1001268" y="166116"/>
                </a:lnTo>
                <a:lnTo>
                  <a:pt x="1000899" y="158496"/>
                </a:lnTo>
                <a:lnTo>
                  <a:pt x="1000391" y="147828"/>
                </a:lnTo>
                <a:lnTo>
                  <a:pt x="999934" y="121348"/>
                </a:lnTo>
                <a:lnTo>
                  <a:pt x="999820" y="96012"/>
                </a:lnTo>
                <a:lnTo>
                  <a:pt x="999769" y="85344"/>
                </a:lnTo>
                <a:lnTo>
                  <a:pt x="999744" y="41148"/>
                </a:lnTo>
                <a:lnTo>
                  <a:pt x="1007376" y="35052"/>
                </a:lnTo>
                <a:lnTo>
                  <a:pt x="1014996" y="28956"/>
                </a:lnTo>
                <a:close/>
              </a:path>
              <a:path w="1988820" h="410210">
                <a:moveTo>
                  <a:pt x="1098804" y="359664"/>
                </a:moveTo>
                <a:lnTo>
                  <a:pt x="1079093" y="361670"/>
                </a:lnTo>
                <a:lnTo>
                  <a:pt x="1056525" y="363093"/>
                </a:lnTo>
                <a:lnTo>
                  <a:pt x="1031087" y="363956"/>
                </a:lnTo>
                <a:lnTo>
                  <a:pt x="1002792" y="364236"/>
                </a:lnTo>
                <a:lnTo>
                  <a:pt x="975702" y="362813"/>
                </a:lnTo>
                <a:lnTo>
                  <a:pt x="951750" y="360807"/>
                </a:lnTo>
                <a:lnTo>
                  <a:pt x="931214" y="358241"/>
                </a:lnTo>
                <a:lnTo>
                  <a:pt x="914412" y="355092"/>
                </a:lnTo>
                <a:lnTo>
                  <a:pt x="914412" y="347472"/>
                </a:lnTo>
                <a:lnTo>
                  <a:pt x="914412" y="283464"/>
                </a:lnTo>
                <a:lnTo>
                  <a:pt x="1059180" y="283464"/>
                </a:lnTo>
                <a:lnTo>
                  <a:pt x="1049007" y="272796"/>
                </a:lnTo>
                <a:lnTo>
                  <a:pt x="1027188" y="249936"/>
                </a:lnTo>
                <a:lnTo>
                  <a:pt x="1004328" y="272796"/>
                </a:lnTo>
                <a:lnTo>
                  <a:pt x="914412" y="272796"/>
                </a:lnTo>
                <a:lnTo>
                  <a:pt x="914412" y="213360"/>
                </a:lnTo>
                <a:lnTo>
                  <a:pt x="1089672" y="213360"/>
                </a:lnTo>
                <a:lnTo>
                  <a:pt x="1053096" y="176784"/>
                </a:lnTo>
                <a:lnTo>
                  <a:pt x="1027188" y="202692"/>
                </a:lnTo>
                <a:lnTo>
                  <a:pt x="705612" y="202692"/>
                </a:lnTo>
                <a:lnTo>
                  <a:pt x="720852" y="219456"/>
                </a:lnTo>
                <a:lnTo>
                  <a:pt x="731139" y="216585"/>
                </a:lnTo>
                <a:lnTo>
                  <a:pt x="741426" y="214693"/>
                </a:lnTo>
                <a:lnTo>
                  <a:pt x="751713" y="213677"/>
                </a:lnTo>
                <a:lnTo>
                  <a:pt x="762000" y="213360"/>
                </a:lnTo>
                <a:lnTo>
                  <a:pt x="890028" y="213360"/>
                </a:lnTo>
                <a:lnTo>
                  <a:pt x="890028" y="347472"/>
                </a:lnTo>
                <a:lnTo>
                  <a:pt x="864285" y="335191"/>
                </a:lnTo>
                <a:lnTo>
                  <a:pt x="841832" y="321183"/>
                </a:lnTo>
                <a:lnTo>
                  <a:pt x="822515" y="305473"/>
                </a:lnTo>
                <a:lnTo>
                  <a:pt x="814755" y="297180"/>
                </a:lnTo>
                <a:lnTo>
                  <a:pt x="806196" y="288036"/>
                </a:lnTo>
                <a:lnTo>
                  <a:pt x="833640" y="245364"/>
                </a:lnTo>
                <a:lnTo>
                  <a:pt x="795528" y="222504"/>
                </a:lnTo>
                <a:lnTo>
                  <a:pt x="782675" y="277088"/>
                </a:lnTo>
                <a:lnTo>
                  <a:pt x="762381" y="324231"/>
                </a:lnTo>
                <a:lnTo>
                  <a:pt x="734669" y="363956"/>
                </a:lnTo>
                <a:lnTo>
                  <a:pt x="699516" y="396240"/>
                </a:lnTo>
                <a:lnTo>
                  <a:pt x="704088" y="400812"/>
                </a:lnTo>
                <a:lnTo>
                  <a:pt x="734123" y="383120"/>
                </a:lnTo>
                <a:lnTo>
                  <a:pt x="760285" y="359854"/>
                </a:lnTo>
                <a:lnTo>
                  <a:pt x="782751" y="331165"/>
                </a:lnTo>
                <a:lnTo>
                  <a:pt x="801624" y="297180"/>
                </a:lnTo>
                <a:lnTo>
                  <a:pt x="812228" y="310591"/>
                </a:lnTo>
                <a:lnTo>
                  <a:pt x="848880" y="345948"/>
                </a:lnTo>
                <a:lnTo>
                  <a:pt x="898385" y="372313"/>
                </a:lnTo>
                <a:lnTo>
                  <a:pt x="943533" y="385533"/>
                </a:lnTo>
                <a:lnTo>
                  <a:pt x="1016063" y="393623"/>
                </a:lnTo>
                <a:lnTo>
                  <a:pt x="1063764" y="396240"/>
                </a:lnTo>
                <a:lnTo>
                  <a:pt x="1066876" y="386816"/>
                </a:lnTo>
                <a:lnTo>
                  <a:pt x="1073861" y="379095"/>
                </a:lnTo>
                <a:lnTo>
                  <a:pt x="1084541" y="373100"/>
                </a:lnTo>
                <a:lnTo>
                  <a:pt x="1098804" y="368808"/>
                </a:lnTo>
                <a:lnTo>
                  <a:pt x="1098804" y="364236"/>
                </a:lnTo>
                <a:lnTo>
                  <a:pt x="1098804" y="359664"/>
                </a:lnTo>
                <a:close/>
              </a:path>
              <a:path w="1988820" h="410210">
                <a:moveTo>
                  <a:pt x="1455432" y="153924"/>
                </a:moveTo>
                <a:lnTo>
                  <a:pt x="1423428" y="123444"/>
                </a:lnTo>
                <a:lnTo>
                  <a:pt x="1402092" y="144780"/>
                </a:lnTo>
                <a:lnTo>
                  <a:pt x="1208544" y="144780"/>
                </a:lnTo>
                <a:lnTo>
                  <a:pt x="1223784" y="160020"/>
                </a:lnTo>
                <a:lnTo>
                  <a:pt x="1232115" y="157784"/>
                </a:lnTo>
                <a:lnTo>
                  <a:pt x="1241310" y="155829"/>
                </a:lnTo>
                <a:lnTo>
                  <a:pt x="1251635" y="154457"/>
                </a:lnTo>
                <a:lnTo>
                  <a:pt x="1263408" y="153924"/>
                </a:lnTo>
                <a:lnTo>
                  <a:pt x="1455432" y="153924"/>
                </a:lnTo>
                <a:close/>
              </a:path>
              <a:path w="1988820" h="410210">
                <a:moveTo>
                  <a:pt x="1533156" y="88392"/>
                </a:moveTo>
                <a:lnTo>
                  <a:pt x="1531467" y="86868"/>
                </a:lnTo>
                <a:lnTo>
                  <a:pt x="1519669" y="76200"/>
                </a:lnTo>
                <a:lnTo>
                  <a:pt x="1501152" y="59436"/>
                </a:lnTo>
                <a:lnTo>
                  <a:pt x="1487436" y="76200"/>
                </a:lnTo>
                <a:lnTo>
                  <a:pt x="1348752" y="76200"/>
                </a:lnTo>
                <a:lnTo>
                  <a:pt x="1353324" y="73152"/>
                </a:lnTo>
                <a:lnTo>
                  <a:pt x="1357896" y="65532"/>
                </a:lnTo>
                <a:lnTo>
                  <a:pt x="1362468" y="59436"/>
                </a:lnTo>
                <a:lnTo>
                  <a:pt x="1363992" y="53340"/>
                </a:lnTo>
                <a:lnTo>
                  <a:pt x="1363992" y="41148"/>
                </a:lnTo>
                <a:lnTo>
                  <a:pt x="1327391" y="9867"/>
                </a:lnTo>
                <a:lnTo>
                  <a:pt x="1313700" y="3048"/>
                </a:lnTo>
                <a:lnTo>
                  <a:pt x="1310652" y="7620"/>
                </a:lnTo>
                <a:lnTo>
                  <a:pt x="1320076" y="21082"/>
                </a:lnTo>
                <a:lnTo>
                  <a:pt x="1327797" y="34099"/>
                </a:lnTo>
                <a:lnTo>
                  <a:pt x="1333792" y="46850"/>
                </a:lnTo>
                <a:lnTo>
                  <a:pt x="1338084" y="59436"/>
                </a:lnTo>
                <a:lnTo>
                  <a:pt x="1341132" y="70104"/>
                </a:lnTo>
                <a:lnTo>
                  <a:pt x="1344180" y="76200"/>
                </a:lnTo>
                <a:lnTo>
                  <a:pt x="1202448" y="76200"/>
                </a:lnTo>
                <a:lnTo>
                  <a:pt x="1200924" y="54864"/>
                </a:lnTo>
                <a:lnTo>
                  <a:pt x="1191780" y="54864"/>
                </a:lnTo>
                <a:lnTo>
                  <a:pt x="1182636" y="94488"/>
                </a:lnTo>
                <a:lnTo>
                  <a:pt x="1165872" y="121920"/>
                </a:lnTo>
                <a:lnTo>
                  <a:pt x="1164348" y="124968"/>
                </a:lnTo>
                <a:lnTo>
                  <a:pt x="1164348" y="131064"/>
                </a:lnTo>
                <a:lnTo>
                  <a:pt x="1168920" y="132588"/>
                </a:lnTo>
                <a:lnTo>
                  <a:pt x="1184160" y="135636"/>
                </a:lnTo>
                <a:lnTo>
                  <a:pt x="1191780" y="132588"/>
                </a:lnTo>
                <a:lnTo>
                  <a:pt x="1197876" y="126492"/>
                </a:lnTo>
                <a:lnTo>
                  <a:pt x="1203972" y="118872"/>
                </a:lnTo>
                <a:lnTo>
                  <a:pt x="1205496" y="112776"/>
                </a:lnTo>
                <a:lnTo>
                  <a:pt x="1205496" y="96012"/>
                </a:lnTo>
                <a:lnTo>
                  <a:pt x="1202448" y="86868"/>
                </a:lnTo>
                <a:lnTo>
                  <a:pt x="1492008" y="86868"/>
                </a:lnTo>
                <a:lnTo>
                  <a:pt x="1473720" y="128016"/>
                </a:lnTo>
                <a:lnTo>
                  <a:pt x="1479816" y="132588"/>
                </a:lnTo>
                <a:lnTo>
                  <a:pt x="1493291" y="114541"/>
                </a:lnTo>
                <a:lnTo>
                  <a:pt x="1506486" y="101346"/>
                </a:lnTo>
                <a:lnTo>
                  <a:pt x="1519669" y="92735"/>
                </a:lnTo>
                <a:lnTo>
                  <a:pt x="1533156" y="88392"/>
                </a:lnTo>
                <a:close/>
              </a:path>
              <a:path w="1988820" h="410210">
                <a:moveTo>
                  <a:pt x="1543824" y="367284"/>
                </a:moveTo>
                <a:lnTo>
                  <a:pt x="1520964" y="336804"/>
                </a:lnTo>
                <a:lnTo>
                  <a:pt x="1517916" y="286512"/>
                </a:lnTo>
                <a:lnTo>
                  <a:pt x="1510296" y="286512"/>
                </a:lnTo>
                <a:lnTo>
                  <a:pt x="1508010" y="329755"/>
                </a:lnTo>
                <a:lnTo>
                  <a:pt x="1492427" y="368579"/>
                </a:lnTo>
                <a:lnTo>
                  <a:pt x="1484388" y="370332"/>
                </a:lnTo>
                <a:lnTo>
                  <a:pt x="1420380" y="370332"/>
                </a:lnTo>
                <a:lnTo>
                  <a:pt x="1405724" y="368642"/>
                </a:lnTo>
                <a:lnTo>
                  <a:pt x="1395806" y="363664"/>
                </a:lnTo>
                <a:lnTo>
                  <a:pt x="1390154" y="355549"/>
                </a:lnTo>
                <a:lnTo>
                  <a:pt x="1388376" y="344424"/>
                </a:lnTo>
                <a:lnTo>
                  <a:pt x="1388376" y="227076"/>
                </a:lnTo>
                <a:lnTo>
                  <a:pt x="1520964" y="227076"/>
                </a:lnTo>
                <a:lnTo>
                  <a:pt x="1484388" y="190500"/>
                </a:lnTo>
                <a:lnTo>
                  <a:pt x="1458480" y="216408"/>
                </a:lnTo>
                <a:lnTo>
                  <a:pt x="1162824" y="216408"/>
                </a:lnTo>
                <a:lnTo>
                  <a:pt x="1176540" y="231648"/>
                </a:lnTo>
                <a:lnTo>
                  <a:pt x="1200924" y="227076"/>
                </a:lnTo>
                <a:lnTo>
                  <a:pt x="1275600" y="227076"/>
                </a:lnTo>
                <a:lnTo>
                  <a:pt x="1266456" y="290322"/>
                </a:lnTo>
                <a:lnTo>
                  <a:pt x="1248168" y="335280"/>
                </a:lnTo>
                <a:lnTo>
                  <a:pt x="1210259" y="370713"/>
                </a:lnTo>
                <a:lnTo>
                  <a:pt x="1141488" y="403860"/>
                </a:lnTo>
                <a:lnTo>
                  <a:pt x="1143012" y="409956"/>
                </a:lnTo>
                <a:lnTo>
                  <a:pt x="1204925" y="389191"/>
                </a:lnTo>
                <a:lnTo>
                  <a:pt x="1245120" y="367284"/>
                </a:lnTo>
                <a:lnTo>
                  <a:pt x="1278115" y="327431"/>
                </a:lnTo>
                <a:lnTo>
                  <a:pt x="1294841" y="272986"/>
                </a:lnTo>
                <a:lnTo>
                  <a:pt x="1301508" y="227076"/>
                </a:lnTo>
                <a:lnTo>
                  <a:pt x="1363992" y="227076"/>
                </a:lnTo>
                <a:lnTo>
                  <a:pt x="1363992" y="352044"/>
                </a:lnTo>
                <a:lnTo>
                  <a:pt x="1367078" y="369811"/>
                </a:lnTo>
                <a:lnTo>
                  <a:pt x="1376184" y="382143"/>
                </a:lnTo>
                <a:lnTo>
                  <a:pt x="1390992" y="389343"/>
                </a:lnTo>
                <a:lnTo>
                  <a:pt x="1411236" y="391668"/>
                </a:lnTo>
                <a:lnTo>
                  <a:pt x="1492008" y="391668"/>
                </a:lnTo>
                <a:lnTo>
                  <a:pt x="1509102" y="390220"/>
                </a:lnTo>
                <a:lnTo>
                  <a:pt x="1523631" y="385762"/>
                </a:lnTo>
                <a:lnTo>
                  <a:pt x="1535290" y="378167"/>
                </a:lnTo>
                <a:lnTo>
                  <a:pt x="1541437" y="370332"/>
                </a:lnTo>
                <a:lnTo>
                  <a:pt x="1543824" y="367284"/>
                </a:lnTo>
                <a:close/>
              </a:path>
              <a:path w="1988820" h="410210">
                <a:moveTo>
                  <a:pt x="1982724" y="207264"/>
                </a:moveTo>
                <a:lnTo>
                  <a:pt x="1950720" y="172212"/>
                </a:lnTo>
                <a:lnTo>
                  <a:pt x="1924812" y="196596"/>
                </a:lnTo>
                <a:lnTo>
                  <a:pt x="1795272" y="196596"/>
                </a:lnTo>
                <a:lnTo>
                  <a:pt x="1795272" y="147828"/>
                </a:lnTo>
                <a:lnTo>
                  <a:pt x="1935480" y="147828"/>
                </a:lnTo>
                <a:lnTo>
                  <a:pt x="1903476" y="114300"/>
                </a:lnTo>
                <a:lnTo>
                  <a:pt x="1879092" y="137160"/>
                </a:lnTo>
                <a:lnTo>
                  <a:pt x="1795272" y="137160"/>
                </a:lnTo>
                <a:lnTo>
                  <a:pt x="1795272" y="85344"/>
                </a:lnTo>
                <a:lnTo>
                  <a:pt x="1955292" y="85344"/>
                </a:lnTo>
                <a:lnTo>
                  <a:pt x="1924812" y="51816"/>
                </a:lnTo>
                <a:lnTo>
                  <a:pt x="1895856" y="74676"/>
                </a:lnTo>
                <a:lnTo>
                  <a:pt x="1819656" y="74676"/>
                </a:lnTo>
                <a:lnTo>
                  <a:pt x="1830184" y="63246"/>
                </a:lnTo>
                <a:lnTo>
                  <a:pt x="1851812" y="40386"/>
                </a:lnTo>
                <a:lnTo>
                  <a:pt x="1862328" y="28956"/>
                </a:lnTo>
                <a:lnTo>
                  <a:pt x="1879092" y="24384"/>
                </a:lnTo>
                <a:lnTo>
                  <a:pt x="1842516" y="0"/>
                </a:lnTo>
                <a:lnTo>
                  <a:pt x="1834540" y="20243"/>
                </a:lnTo>
                <a:lnTo>
                  <a:pt x="1826704" y="39624"/>
                </a:lnTo>
                <a:lnTo>
                  <a:pt x="1819160" y="57873"/>
                </a:lnTo>
                <a:lnTo>
                  <a:pt x="1812036" y="74676"/>
                </a:lnTo>
                <a:lnTo>
                  <a:pt x="1740408" y="74676"/>
                </a:lnTo>
                <a:lnTo>
                  <a:pt x="1744649" y="67843"/>
                </a:lnTo>
                <a:lnTo>
                  <a:pt x="1748028" y="61150"/>
                </a:lnTo>
                <a:lnTo>
                  <a:pt x="1750275" y="54749"/>
                </a:lnTo>
                <a:lnTo>
                  <a:pt x="1751076" y="48768"/>
                </a:lnTo>
                <a:lnTo>
                  <a:pt x="1751076" y="45720"/>
                </a:lnTo>
                <a:lnTo>
                  <a:pt x="1718005" y="17056"/>
                </a:lnTo>
                <a:lnTo>
                  <a:pt x="1697736" y="7620"/>
                </a:lnTo>
                <a:lnTo>
                  <a:pt x="1693164" y="12192"/>
                </a:lnTo>
                <a:lnTo>
                  <a:pt x="1706575" y="29895"/>
                </a:lnTo>
                <a:lnTo>
                  <a:pt x="1716976" y="46291"/>
                </a:lnTo>
                <a:lnTo>
                  <a:pt x="1724240" y="61277"/>
                </a:lnTo>
                <a:lnTo>
                  <a:pt x="1728216" y="74676"/>
                </a:lnTo>
                <a:lnTo>
                  <a:pt x="1613916" y="74676"/>
                </a:lnTo>
                <a:lnTo>
                  <a:pt x="1629156" y="89916"/>
                </a:lnTo>
                <a:lnTo>
                  <a:pt x="1638592" y="87922"/>
                </a:lnTo>
                <a:lnTo>
                  <a:pt x="1648587" y="86487"/>
                </a:lnTo>
                <a:lnTo>
                  <a:pt x="1659166" y="85636"/>
                </a:lnTo>
                <a:lnTo>
                  <a:pt x="1670304" y="85344"/>
                </a:lnTo>
                <a:lnTo>
                  <a:pt x="1770888" y="85344"/>
                </a:lnTo>
                <a:lnTo>
                  <a:pt x="1770888" y="137160"/>
                </a:lnTo>
                <a:lnTo>
                  <a:pt x="1635252" y="137160"/>
                </a:lnTo>
                <a:lnTo>
                  <a:pt x="1652016" y="152400"/>
                </a:lnTo>
                <a:lnTo>
                  <a:pt x="1661452" y="150406"/>
                </a:lnTo>
                <a:lnTo>
                  <a:pt x="1671447" y="148971"/>
                </a:lnTo>
                <a:lnTo>
                  <a:pt x="1682026" y="148120"/>
                </a:lnTo>
                <a:lnTo>
                  <a:pt x="1693164" y="147828"/>
                </a:lnTo>
                <a:lnTo>
                  <a:pt x="1770888" y="147828"/>
                </a:lnTo>
                <a:lnTo>
                  <a:pt x="1770888" y="196596"/>
                </a:lnTo>
                <a:lnTo>
                  <a:pt x="1586484" y="196596"/>
                </a:lnTo>
                <a:lnTo>
                  <a:pt x="1603248" y="211836"/>
                </a:lnTo>
                <a:lnTo>
                  <a:pt x="1612684" y="209842"/>
                </a:lnTo>
                <a:lnTo>
                  <a:pt x="1622679" y="208407"/>
                </a:lnTo>
                <a:lnTo>
                  <a:pt x="1633258" y="207556"/>
                </a:lnTo>
                <a:lnTo>
                  <a:pt x="1644396" y="207264"/>
                </a:lnTo>
                <a:lnTo>
                  <a:pt x="1982724" y="207264"/>
                </a:lnTo>
                <a:close/>
              </a:path>
              <a:path w="1988820" h="410210">
                <a:moveTo>
                  <a:pt x="1988820" y="370332"/>
                </a:moveTo>
                <a:lnTo>
                  <a:pt x="1920240" y="359283"/>
                </a:lnTo>
                <a:lnTo>
                  <a:pt x="1869948" y="336804"/>
                </a:lnTo>
                <a:lnTo>
                  <a:pt x="1831086" y="305752"/>
                </a:lnTo>
                <a:lnTo>
                  <a:pt x="1801368" y="271272"/>
                </a:lnTo>
                <a:lnTo>
                  <a:pt x="1955292" y="271272"/>
                </a:lnTo>
                <a:lnTo>
                  <a:pt x="1924812" y="237744"/>
                </a:lnTo>
                <a:lnTo>
                  <a:pt x="1900428" y="260604"/>
                </a:lnTo>
                <a:lnTo>
                  <a:pt x="1789176" y="260604"/>
                </a:lnTo>
                <a:lnTo>
                  <a:pt x="1790700" y="252984"/>
                </a:lnTo>
                <a:lnTo>
                  <a:pt x="1793748" y="246888"/>
                </a:lnTo>
                <a:lnTo>
                  <a:pt x="1795272" y="239268"/>
                </a:lnTo>
                <a:lnTo>
                  <a:pt x="1812036" y="227076"/>
                </a:lnTo>
                <a:lnTo>
                  <a:pt x="1770888" y="208788"/>
                </a:lnTo>
                <a:lnTo>
                  <a:pt x="1769491" y="221602"/>
                </a:lnTo>
                <a:lnTo>
                  <a:pt x="1767649" y="234696"/>
                </a:lnTo>
                <a:lnTo>
                  <a:pt x="1765541" y="247802"/>
                </a:lnTo>
                <a:lnTo>
                  <a:pt x="1763268" y="260604"/>
                </a:lnTo>
                <a:lnTo>
                  <a:pt x="1604772" y="260604"/>
                </a:lnTo>
                <a:lnTo>
                  <a:pt x="1620012" y="275844"/>
                </a:lnTo>
                <a:lnTo>
                  <a:pt x="1630299" y="273850"/>
                </a:lnTo>
                <a:lnTo>
                  <a:pt x="1640586" y="272415"/>
                </a:lnTo>
                <a:lnTo>
                  <a:pt x="1650873" y="271564"/>
                </a:lnTo>
                <a:lnTo>
                  <a:pt x="1661160" y="271272"/>
                </a:lnTo>
                <a:lnTo>
                  <a:pt x="1758696" y="271272"/>
                </a:lnTo>
                <a:lnTo>
                  <a:pt x="1726882" y="329184"/>
                </a:lnTo>
                <a:lnTo>
                  <a:pt x="1687068" y="364236"/>
                </a:lnTo>
                <a:lnTo>
                  <a:pt x="1640586" y="386334"/>
                </a:lnTo>
                <a:lnTo>
                  <a:pt x="1589532" y="403860"/>
                </a:lnTo>
                <a:lnTo>
                  <a:pt x="1591056" y="408432"/>
                </a:lnTo>
                <a:lnTo>
                  <a:pt x="1654873" y="394335"/>
                </a:lnTo>
                <a:lnTo>
                  <a:pt x="1708404" y="373380"/>
                </a:lnTo>
                <a:lnTo>
                  <a:pt x="1751647" y="334899"/>
                </a:lnTo>
                <a:lnTo>
                  <a:pt x="1784604" y="271272"/>
                </a:lnTo>
                <a:lnTo>
                  <a:pt x="1792224" y="271272"/>
                </a:lnTo>
                <a:lnTo>
                  <a:pt x="1817370" y="312420"/>
                </a:lnTo>
                <a:lnTo>
                  <a:pt x="1851660" y="348996"/>
                </a:lnTo>
                <a:lnTo>
                  <a:pt x="1896427" y="380619"/>
                </a:lnTo>
                <a:lnTo>
                  <a:pt x="1953768" y="405384"/>
                </a:lnTo>
                <a:lnTo>
                  <a:pt x="1960105" y="393369"/>
                </a:lnTo>
                <a:lnTo>
                  <a:pt x="1967865" y="384619"/>
                </a:lnTo>
                <a:lnTo>
                  <a:pt x="1977351" y="379031"/>
                </a:lnTo>
                <a:lnTo>
                  <a:pt x="1988820" y="376428"/>
                </a:lnTo>
                <a:lnTo>
                  <a:pt x="1988820" y="37033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" name="object 52"/>
          <p:cNvSpPr/>
          <p:nvPr/>
        </p:nvSpPr>
        <p:spPr>
          <a:xfrm>
            <a:off x="4632959" y="4184904"/>
            <a:ext cx="356870" cy="402590"/>
          </a:xfrm>
          <a:custGeom>
            <a:avLst/>
            <a:gdLst/>
            <a:ahLst/>
            <a:cxnLst/>
            <a:rect l="l" t="t" r="r" b="b"/>
            <a:pathLst>
              <a:path w="356870" h="402589">
                <a:moveTo>
                  <a:pt x="54864" y="89916"/>
                </a:moveTo>
                <a:lnTo>
                  <a:pt x="44196" y="89916"/>
                </a:lnTo>
                <a:lnTo>
                  <a:pt x="51554" y="62793"/>
                </a:lnTo>
                <a:lnTo>
                  <a:pt x="57340" y="38671"/>
                </a:lnTo>
                <a:lnTo>
                  <a:pt x="61126" y="17692"/>
                </a:lnTo>
                <a:lnTo>
                  <a:pt x="62484" y="0"/>
                </a:lnTo>
                <a:lnTo>
                  <a:pt x="100584" y="21336"/>
                </a:lnTo>
                <a:lnTo>
                  <a:pt x="91725" y="29051"/>
                </a:lnTo>
                <a:lnTo>
                  <a:pt x="81153" y="43053"/>
                </a:lnTo>
                <a:lnTo>
                  <a:pt x="68865" y="63341"/>
                </a:lnTo>
                <a:lnTo>
                  <a:pt x="54864" y="89916"/>
                </a:lnTo>
                <a:close/>
              </a:path>
              <a:path w="356870" h="402589">
                <a:moveTo>
                  <a:pt x="147828" y="192024"/>
                </a:moveTo>
                <a:lnTo>
                  <a:pt x="143256" y="187452"/>
                </a:lnTo>
                <a:lnTo>
                  <a:pt x="160377" y="160615"/>
                </a:lnTo>
                <a:lnTo>
                  <a:pt x="175069" y="135064"/>
                </a:lnTo>
                <a:lnTo>
                  <a:pt x="196596" y="88392"/>
                </a:lnTo>
                <a:lnTo>
                  <a:pt x="211836" y="44958"/>
                </a:lnTo>
                <a:lnTo>
                  <a:pt x="222503" y="1524"/>
                </a:lnTo>
                <a:lnTo>
                  <a:pt x="260603" y="24384"/>
                </a:lnTo>
                <a:lnTo>
                  <a:pt x="252864" y="32146"/>
                </a:lnTo>
                <a:lnTo>
                  <a:pt x="243268" y="46482"/>
                </a:lnTo>
                <a:lnTo>
                  <a:pt x="231671" y="67675"/>
                </a:lnTo>
                <a:lnTo>
                  <a:pt x="217932" y="96012"/>
                </a:lnTo>
                <a:lnTo>
                  <a:pt x="350520" y="96012"/>
                </a:lnTo>
                <a:lnTo>
                  <a:pt x="356616" y="102108"/>
                </a:lnTo>
                <a:lnTo>
                  <a:pt x="350901" y="106680"/>
                </a:lnTo>
                <a:lnTo>
                  <a:pt x="214884" y="106680"/>
                </a:lnTo>
                <a:lnTo>
                  <a:pt x="198620" y="130730"/>
                </a:lnTo>
                <a:lnTo>
                  <a:pt x="181927" y="152781"/>
                </a:lnTo>
                <a:lnTo>
                  <a:pt x="164949" y="173116"/>
                </a:lnTo>
                <a:lnTo>
                  <a:pt x="147828" y="192024"/>
                </a:lnTo>
                <a:close/>
              </a:path>
              <a:path w="356870" h="402589">
                <a:moveTo>
                  <a:pt x="146304" y="89916"/>
                </a:moveTo>
                <a:lnTo>
                  <a:pt x="111252" y="89916"/>
                </a:lnTo>
                <a:lnTo>
                  <a:pt x="129540" y="73152"/>
                </a:lnTo>
                <a:lnTo>
                  <a:pt x="146304" y="89916"/>
                </a:lnTo>
                <a:close/>
              </a:path>
              <a:path w="356870" h="402589">
                <a:moveTo>
                  <a:pt x="0" y="397764"/>
                </a:moveTo>
                <a:lnTo>
                  <a:pt x="834" y="359664"/>
                </a:lnTo>
                <a:lnTo>
                  <a:pt x="914" y="354520"/>
                </a:lnTo>
                <a:lnTo>
                  <a:pt x="1333" y="316992"/>
                </a:lnTo>
                <a:lnTo>
                  <a:pt x="1423" y="176784"/>
                </a:lnTo>
                <a:lnTo>
                  <a:pt x="1309" y="152781"/>
                </a:lnTo>
                <a:lnTo>
                  <a:pt x="881" y="114704"/>
                </a:lnTo>
                <a:lnTo>
                  <a:pt x="0" y="74676"/>
                </a:lnTo>
                <a:lnTo>
                  <a:pt x="25908" y="89916"/>
                </a:lnTo>
                <a:lnTo>
                  <a:pt x="146304" y="89916"/>
                </a:lnTo>
                <a:lnTo>
                  <a:pt x="155448" y="99060"/>
                </a:lnTo>
                <a:lnTo>
                  <a:pt x="153162" y="100584"/>
                </a:lnTo>
                <a:lnTo>
                  <a:pt x="24384" y="100584"/>
                </a:lnTo>
                <a:lnTo>
                  <a:pt x="24384" y="211836"/>
                </a:lnTo>
                <a:lnTo>
                  <a:pt x="137464" y="211836"/>
                </a:lnTo>
                <a:lnTo>
                  <a:pt x="137526" y="222504"/>
                </a:lnTo>
                <a:lnTo>
                  <a:pt x="24384" y="222504"/>
                </a:lnTo>
                <a:lnTo>
                  <a:pt x="24384" y="344424"/>
                </a:lnTo>
                <a:lnTo>
                  <a:pt x="138504" y="344424"/>
                </a:lnTo>
                <a:lnTo>
                  <a:pt x="138567" y="355092"/>
                </a:lnTo>
                <a:lnTo>
                  <a:pt x="24384" y="355092"/>
                </a:lnTo>
                <a:lnTo>
                  <a:pt x="24384" y="384048"/>
                </a:lnTo>
                <a:lnTo>
                  <a:pt x="0" y="397764"/>
                </a:lnTo>
                <a:close/>
              </a:path>
              <a:path w="356870" h="402589">
                <a:moveTo>
                  <a:pt x="350520" y="96012"/>
                </a:moveTo>
                <a:lnTo>
                  <a:pt x="310896" y="96012"/>
                </a:lnTo>
                <a:lnTo>
                  <a:pt x="330708" y="76200"/>
                </a:lnTo>
                <a:lnTo>
                  <a:pt x="350520" y="96012"/>
                </a:lnTo>
                <a:close/>
              </a:path>
              <a:path w="356870" h="402589">
                <a:moveTo>
                  <a:pt x="137464" y="211836"/>
                </a:moveTo>
                <a:lnTo>
                  <a:pt x="115824" y="211836"/>
                </a:lnTo>
                <a:lnTo>
                  <a:pt x="115824" y="100584"/>
                </a:lnTo>
                <a:lnTo>
                  <a:pt x="153162" y="100584"/>
                </a:lnTo>
                <a:lnTo>
                  <a:pt x="137160" y="111252"/>
                </a:lnTo>
                <a:lnTo>
                  <a:pt x="137263" y="160615"/>
                </a:lnTo>
                <a:lnTo>
                  <a:pt x="137367" y="195333"/>
                </a:lnTo>
                <a:lnTo>
                  <a:pt x="137464" y="211836"/>
                </a:lnTo>
                <a:close/>
              </a:path>
              <a:path w="356870" h="402589">
                <a:moveTo>
                  <a:pt x="327433" y="359664"/>
                </a:moveTo>
                <a:lnTo>
                  <a:pt x="283464" y="359664"/>
                </a:lnTo>
                <a:lnTo>
                  <a:pt x="291988" y="357925"/>
                </a:lnTo>
                <a:lnTo>
                  <a:pt x="299085" y="352615"/>
                </a:lnTo>
                <a:lnTo>
                  <a:pt x="309252" y="305562"/>
                </a:lnTo>
                <a:lnTo>
                  <a:pt x="311086" y="259842"/>
                </a:lnTo>
                <a:lnTo>
                  <a:pt x="313205" y="193548"/>
                </a:lnTo>
                <a:lnTo>
                  <a:pt x="315467" y="106680"/>
                </a:lnTo>
                <a:lnTo>
                  <a:pt x="350901" y="106680"/>
                </a:lnTo>
                <a:lnTo>
                  <a:pt x="341376" y="114300"/>
                </a:lnTo>
                <a:lnTo>
                  <a:pt x="339547" y="188707"/>
                </a:lnTo>
                <a:lnTo>
                  <a:pt x="337718" y="249070"/>
                </a:lnTo>
                <a:lnTo>
                  <a:pt x="335889" y="295241"/>
                </a:lnTo>
                <a:lnTo>
                  <a:pt x="334060" y="327074"/>
                </a:lnTo>
                <a:lnTo>
                  <a:pt x="332232" y="344424"/>
                </a:lnTo>
                <a:lnTo>
                  <a:pt x="328517" y="357020"/>
                </a:lnTo>
                <a:lnTo>
                  <a:pt x="327433" y="359664"/>
                </a:lnTo>
                <a:close/>
              </a:path>
              <a:path w="356870" h="402589">
                <a:moveTo>
                  <a:pt x="231648" y="269748"/>
                </a:moveTo>
                <a:lnTo>
                  <a:pt x="230124" y="269748"/>
                </a:lnTo>
                <a:lnTo>
                  <a:pt x="226956" y="268295"/>
                </a:lnTo>
                <a:lnTo>
                  <a:pt x="224218" y="263842"/>
                </a:lnTo>
                <a:lnTo>
                  <a:pt x="221765" y="256246"/>
                </a:lnTo>
                <a:lnTo>
                  <a:pt x="219456" y="245364"/>
                </a:lnTo>
                <a:lnTo>
                  <a:pt x="214884" y="228219"/>
                </a:lnTo>
                <a:lnTo>
                  <a:pt x="208026" y="211074"/>
                </a:lnTo>
                <a:lnTo>
                  <a:pt x="198882" y="193929"/>
                </a:lnTo>
                <a:lnTo>
                  <a:pt x="187452" y="176784"/>
                </a:lnTo>
                <a:lnTo>
                  <a:pt x="192024" y="172212"/>
                </a:lnTo>
                <a:lnTo>
                  <a:pt x="224980" y="199644"/>
                </a:lnTo>
                <a:lnTo>
                  <a:pt x="246888" y="234696"/>
                </a:lnTo>
                <a:lnTo>
                  <a:pt x="246888" y="248412"/>
                </a:lnTo>
                <a:lnTo>
                  <a:pt x="245364" y="254508"/>
                </a:lnTo>
                <a:lnTo>
                  <a:pt x="236220" y="266700"/>
                </a:lnTo>
                <a:lnTo>
                  <a:pt x="231648" y="269748"/>
                </a:lnTo>
                <a:close/>
              </a:path>
              <a:path w="356870" h="402589">
                <a:moveTo>
                  <a:pt x="138504" y="344424"/>
                </a:moveTo>
                <a:lnTo>
                  <a:pt x="115824" y="344424"/>
                </a:lnTo>
                <a:lnTo>
                  <a:pt x="115824" y="222504"/>
                </a:lnTo>
                <a:lnTo>
                  <a:pt x="137526" y="222504"/>
                </a:lnTo>
                <a:lnTo>
                  <a:pt x="137723" y="254508"/>
                </a:lnTo>
                <a:lnTo>
                  <a:pt x="138504" y="344424"/>
                </a:lnTo>
                <a:close/>
              </a:path>
              <a:path w="356870" h="402589">
                <a:moveTo>
                  <a:pt x="278891" y="402336"/>
                </a:moveTo>
                <a:lnTo>
                  <a:pt x="271772" y="388596"/>
                </a:lnTo>
                <a:lnTo>
                  <a:pt x="259651" y="376999"/>
                </a:lnTo>
                <a:lnTo>
                  <a:pt x="242673" y="367403"/>
                </a:lnTo>
                <a:lnTo>
                  <a:pt x="220979" y="359664"/>
                </a:lnTo>
                <a:lnTo>
                  <a:pt x="220979" y="350520"/>
                </a:lnTo>
                <a:lnTo>
                  <a:pt x="241244" y="354520"/>
                </a:lnTo>
                <a:lnTo>
                  <a:pt x="258508" y="357378"/>
                </a:lnTo>
                <a:lnTo>
                  <a:pt x="272629" y="359092"/>
                </a:lnTo>
                <a:lnTo>
                  <a:pt x="283464" y="359664"/>
                </a:lnTo>
                <a:lnTo>
                  <a:pt x="327433" y="359664"/>
                </a:lnTo>
                <a:lnTo>
                  <a:pt x="324231" y="367474"/>
                </a:lnTo>
                <a:lnTo>
                  <a:pt x="289670" y="397764"/>
                </a:lnTo>
                <a:lnTo>
                  <a:pt x="278891" y="402336"/>
                </a:lnTo>
                <a:close/>
              </a:path>
              <a:path w="356870" h="402589">
                <a:moveTo>
                  <a:pt x="115824" y="391668"/>
                </a:moveTo>
                <a:lnTo>
                  <a:pt x="115824" y="355092"/>
                </a:lnTo>
                <a:lnTo>
                  <a:pt x="138567" y="355092"/>
                </a:lnTo>
                <a:lnTo>
                  <a:pt x="138684" y="377952"/>
                </a:lnTo>
                <a:lnTo>
                  <a:pt x="115824" y="39166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pic>
        <p:nvPicPr>
          <p:cNvPr id="53" name="object 53"/>
          <p:cNvPicPr/>
          <p:nvPr/>
        </p:nvPicPr>
        <p:blipFill>
          <a:blip r:embed="rId9" cstate="print"/>
          <a:stretch>
            <a:fillRect/>
          </a:stretch>
        </p:blipFill>
        <p:spPr>
          <a:xfrm>
            <a:off x="1748027" y="4986528"/>
            <a:ext cx="181355" cy="172212"/>
          </a:xfrm>
          <a:prstGeom prst="rect">
            <a:avLst/>
          </a:prstGeom>
        </p:spPr>
      </p:pic>
      <p:sp>
        <p:nvSpPr>
          <p:cNvPr id="54" name="object 54"/>
          <p:cNvSpPr/>
          <p:nvPr/>
        </p:nvSpPr>
        <p:spPr>
          <a:xfrm>
            <a:off x="2130539" y="4826508"/>
            <a:ext cx="1719580" cy="410209"/>
          </a:xfrm>
          <a:custGeom>
            <a:avLst/>
            <a:gdLst/>
            <a:ahLst/>
            <a:cxnLst/>
            <a:rect l="l" t="t" r="r" b="b"/>
            <a:pathLst>
              <a:path w="1719579" h="410210">
                <a:moveTo>
                  <a:pt x="385572" y="262140"/>
                </a:moveTo>
                <a:lnTo>
                  <a:pt x="362902" y="222135"/>
                </a:lnTo>
                <a:lnTo>
                  <a:pt x="301180" y="176415"/>
                </a:lnTo>
                <a:lnTo>
                  <a:pt x="251460" y="143268"/>
                </a:lnTo>
                <a:lnTo>
                  <a:pt x="246888" y="149364"/>
                </a:lnTo>
                <a:lnTo>
                  <a:pt x="284302" y="183883"/>
                </a:lnTo>
                <a:lnTo>
                  <a:pt x="314134" y="214134"/>
                </a:lnTo>
                <a:lnTo>
                  <a:pt x="336257" y="239801"/>
                </a:lnTo>
                <a:lnTo>
                  <a:pt x="350520" y="260616"/>
                </a:lnTo>
                <a:lnTo>
                  <a:pt x="357073" y="272618"/>
                </a:lnTo>
                <a:lnTo>
                  <a:pt x="362902" y="281190"/>
                </a:lnTo>
                <a:lnTo>
                  <a:pt x="367880" y="286334"/>
                </a:lnTo>
                <a:lnTo>
                  <a:pt x="371856" y="288048"/>
                </a:lnTo>
                <a:lnTo>
                  <a:pt x="374904" y="288048"/>
                </a:lnTo>
                <a:lnTo>
                  <a:pt x="376428" y="285000"/>
                </a:lnTo>
                <a:lnTo>
                  <a:pt x="381000" y="278904"/>
                </a:lnTo>
                <a:lnTo>
                  <a:pt x="384048" y="272808"/>
                </a:lnTo>
                <a:lnTo>
                  <a:pt x="385572" y="266712"/>
                </a:lnTo>
                <a:lnTo>
                  <a:pt x="385572" y="262140"/>
                </a:lnTo>
                <a:close/>
              </a:path>
              <a:path w="1719579" h="410210">
                <a:moveTo>
                  <a:pt x="396240" y="44208"/>
                </a:moveTo>
                <a:lnTo>
                  <a:pt x="359664" y="7632"/>
                </a:lnTo>
                <a:lnTo>
                  <a:pt x="333756" y="33540"/>
                </a:lnTo>
                <a:lnTo>
                  <a:pt x="3048" y="33540"/>
                </a:lnTo>
                <a:lnTo>
                  <a:pt x="18288" y="50304"/>
                </a:lnTo>
                <a:lnTo>
                  <a:pt x="28600" y="47421"/>
                </a:lnTo>
                <a:lnTo>
                  <a:pt x="39052" y="45542"/>
                </a:lnTo>
                <a:lnTo>
                  <a:pt x="49796" y="44513"/>
                </a:lnTo>
                <a:lnTo>
                  <a:pt x="60960" y="44208"/>
                </a:lnTo>
                <a:lnTo>
                  <a:pt x="196596" y="44208"/>
                </a:lnTo>
                <a:lnTo>
                  <a:pt x="178523" y="85966"/>
                </a:lnTo>
                <a:lnTo>
                  <a:pt x="158305" y="124599"/>
                </a:lnTo>
                <a:lnTo>
                  <a:pt x="135521" y="160362"/>
                </a:lnTo>
                <a:lnTo>
                  <a:pt x="109728" y="193560"/>
                </a:lnTo>
                <a:lnTo>
                  <a:pt x="83159" y="224129"/>
                </a:lnTo>
                <a:lnTo>
                  <a:pt x="56007" y="251853"/>
                </a:lnTo>
                <a:lnTo>
                  <a:pt x="0" y="298716"/>
                </a:lnTo>
                <a:lnTo>
                  <a:pt x="3048" y="304812"/>
                </a:lnTo>
                <a:lnTo>
                  <a:pt x="46050" y="277558"/>
                </a:lnTo>
                <a:lnTo>
                  <a:pt x="85547" y="247015"/>
                </a:lnTo>
                <a:lnTo>
                  <a:pt x="121666" y="213182"/>
                </a:lnTo>
                <a:lnTo>
                  <a:pt x="154571" y="176060"/>
                </a:lnTo>
                <a:lnTo>
                  <a:pt x="184404" y="135648"/>
                </a:lnTo>
                <a:lnTo>
                  <a:pt x="184315" y="298716"/>
                </a:lnTo>
                <a:lnTo>
                  <a:pt x="184175" y="313194"/>
                </a:lnTo>
                <a:lnTo>
                  <a:pt x="183743" y="335495"/>
                </a:lnTo>
                <a:lnTo>
                  <a:pt x="183121" y="370344"/>
                </a:lnTo>
                <a:lnTo>
                  <a:pt x="182880" y="402348"/>
                </a:lnTo>
                <a:lnTo>
                  <a:pt x="211836" y="390156"/>
                </a:lnTo>
                <a:lnTo>
                  <a:pt x="210959" y="374980"/>
                </a:lnTo>
                <a:lnTo>
                  <a:pt x="210502" y="356819"/>
                </a:lnTo>
                <a:lnTo>
                  <a:pt x="210388" y="340626"/>
                </a:lnTo>
                <a:lnTo>
                  <a:pt x="210312" y="143268"/>
                </a:lnTo>
                <a:lnTo>
                  <a:pt x="219837" y="135648"/>
                </a:lnTo>
                <a:lnTo>
                  <a:pt x="225552" y="131076"/>
                </a:lnTo>
                <a:lnTo>
                  <a:pt x="196596" y="114312"/>
                </a:lnTo>
                <a:lnTo>
                  <a:pt x="205727" y="94564"/>
                </a:lnTo>
                <a:lnTo>
                  <a:pt x="214693" y="76403"/>
                </a:lnTo>
                <a:lnTo>
                  <a:pt x="223393" y="59651"/>
                </a:lnTo>
                <a:lnTo>
                  <a:pt x="231648" y="44208"/>
                </a:lnTo>
                <a:lnTo>
                  <a:pt x="396240" y="44208"/>
                </a:lnTo>
                <a:close/>
              </a:path>
              <a:path w="1719579" h="410210">
                <a:moveTo>
                  <a:pt x="833628" y="68580"/>
                </a:moveTo>
                <a:lnTo>
                  <a:pt x="797052" y="32004"/>
                </a:lnTo>
                <a:lnTo>
                  <a:pt x="771144" y="57912"/>
                </a:lnTo>
                <a:lnTo>
                  <a:pt x="624840" y="57912"/>
                </a:lnTo>
                <a:lnTo>
                  <a:pt x="629412" y="50292"/>
                </a:lnTo>
                <a:lnTo>
                  <a:pt x="632460" y="42672"/>
                </a:lnTo>
                <a:lnTo>
                  <a:pt x="635508" y="36576"/>
                </a:lnTo>
                <a:lnTo>
                  <a:pt x="639254" y="32029"/>
                </a:lnTo>
                <a:lnTo>
                  <a:pt x="643699" y="27622"/>
                </a:lnTo>
                <a:lnTo>
                  <a:pt x="649020" y="23507"/>
                </a:lnTo>
                <a:lnTo>
                  <a:pt x="655320" y="19812"/>
                </a:lnTo>
                <a:lnTo>
                  <a:pt x="612648" y="0"/>
                </a:lnTo>
                <a:lnTo>
                  <a:pt x="610679" y="13131"/>
                </a:lnTo>
                <a:lnTo>
                  <a:pt x="607123" y="27241"/>
                </a:lnTo>
                <a:lnTo>
                  <a:pt x="602157" y="42227"/>
                </a:lnTo>
                <a:lnTo>
                  <a:pt x="595884" y="57912"/>
                </a:lnTo>
                <a:lnTo>
                  <a:pt x="451104" y="57912"/>
                </a:lnTo>
                <a:lnTo>
                  <a:pt x="466344" y="73152"/>
                </a:lnTo>
                <a:lnTo>
                  <a:pt x="492252" y="68580"/>
                </a:lnTo>
                <a:lnTo>
                  <a:pt x="592836" y="68580"/>
                </a:lnTo>
                <a:lnTo>
                  <a:pt x="582295" y="91732"/>
                </a:lnTo>
                <a:lnTo>
                  <a:pt x="571309" y="113157"/>
                </a:lnTo>
                <a:lnTo>
                  <a:pt x="560057" y="132880"/>
                </a:lnTo>
                <a:lnTo>
                  <a:pt x="548640" y="150876"/>
                </a:lnTo>
                <a:lnTo>
                  <a:pt x="531876" y="141732"/>
                </a:lnTo>
                <a:lnTo>
                  <a:pt x="532765" y="148882"/>
                </a:lnTo>
                <a:lnTo>
                  <a:pt x="533209" y="156591"/>
                </a:lnTo>
                <a:lnTo>
                  <a:pt x="533311" y="161544"/>
                </a:lnTo>
                <a:lnTo>
                  <a:pt x="533400" y="173736"/>
                </a:lnTo>
                <a:lnTo>
                  <a:pt x="511733" y="202882"/>
                </a:lnTo>
                <a:lnTo>
                  <a:pt x="488061" y="230886"/>
                </a:lnTo>
                <a:lnTo>
                  <a:pt x="462686" y="257746"/>
                </a:lnTo>
                <a:lnTo>
                  <a:pt x="435864" y="283464"/>
                </a:lnTo>
                <a:lnTo>
                  <a:pt x="441960" y="288036"/>
                </a:lnTo>
                <a:lnTo>
                  <a:pt x="469328" y="267677"/>
                </a:lnTo>
                <a:lnTo>
                  <a:pt x="493966" y="247459"/>
                </a:lnTo>
                <a:lnTo>
                  <a:pt x="515480" y="226961"/>
                </a:lnTo>
                <a:lnTo>
                  <a:pt x="533400" y="205740"/>
                </a:lnTo>
                <a:lnTo>
                  <a:pt x="533349" y="288036"/>
                </a:lnTo>
                <a:lnTo>
                  <a:pt x="533209" y="335280"/>
                </a:lnTo>
                <a:lnTo>
                  <a:pt x="532828" y="373380"/>
                </a:lnTo>
                <a:lnTo>
                  <a:pt x="532726" y="380796"/>
                </a:lnTo>
                <a:lnTo>
                  <a:pt x="531876" y="409956"/>
                </a:lnTo>
                <a:lnTo>
                  <a:pt x="559308" y="391668"/>
                </a:lnTo>
                <a:lnTo>
                  <a:pt x="557974" y="315468"/>
                </a:lnTo>
                <a:lnTo>
                  <a:pt x="557796" y="205740"/>
                </a:lnTo>
                <a:lnTo>
                  <a:pt x="557784" y="175260"/>
                </a:lnTo>
                <a:lnTo>
                  <a:pt x="574205" y="150876"/>
                </a:lnTo>
                <a:lnTo>
                  <a:pt x="575500" y="148958"/>
                </a:lnTo>
                <a:lnTo>
                  <a:pt x="592074" y="122491"/>
                </a:lnTo>
                <a:lnTo>
                  <a:pt x="607504" y="95758"/>
                </a:lnTo>
                <a:lnTo>
                  <a:pt x="621792" y="68580"/>
                </a:lnTo>
                <a:lnTo>
                  <a:pt x="833628" y="68580"/>
                </a:lnTo>
                <a:close/>
              </a:path>
              <a:path w="1719579" h="410210">
                <a:moveTo>
                  <a:pt x="845820" y="262128"/>
                </a:moveTo>
                <a:lnTo>
                  <a:pt x="813816" y="228600"/>
                </a:lnTo>
                <a:lnTo>
                  <a:pt x="790956" y="251460"/>
                </a:lnTo>
                <a:lnTo>
                  <a:pt x="717804" y="251460"/>
                </a:lnTo>
                <a:lnTo>
                  <a:pt x="717804" y="213360"/>
                </a:lnTo>
                <a:lnTo>
                  <a:pt x="731520" y="202692"/>
                </a:lnTo>
                <a:lnTo>
                  <a:pt x="717804" y="193548"/>
                </a:lnTo>
                <a:lnTo>
                  <a:pt x="724331" y="188976"/>
                </a:lnTo>
                <a:lnTo>
                  <a:pt x="740473" y="177546"/>
                </a:lnTo>
                <a:lnTo>
                  <a:pt x="751459" y="169545"/>
                </a:lnTo>
                <a:lnTo>
                  <a:pt x="762000" y="161544"/>
                </a:lnTo>
                <a:lnTo>
                  <a:pt x="773430" y="155257"/>
                </a:lnTo>
                <a:lnTo>
                  <a:pt x="784860" y="150114"/>
                </a:lnTo>
                <a:lnTo>
                  <a:pt x="796290" y="146113"/>
                </a:lnTo>
                <a:lnTo>
                  <a:pt x="807720" y="143256"/>
                </a:lnTo>
                <a:lnTo>
                  <a:pt x="803592" y="138684"/>
                </a:lnTo>
                <a:lnTo>
                  <a:pt x="778764" y="111252"/>
                </a:lnTo>
                <a:lnTo>
                  <a:pt x="760476" y="128016"/>
                </a:lnTo>
                <a:lnTo>
                  <a:pt x="595884" y="128016"/>
                </a:lnTo>
                <a:lnTo>
                  <a:pt x="609600" y="141732"/>
                </a:lnTo>
                <a:lnTo>
                  <a:pt x="633984" y="138684"/>
                </a:lnTo>
                <a:lnTo>
                  <a:pt x="758952" y="138684"/>
                </a:lnTo>
                <a:lnTo>
                  <a:pt x="710184" y="188976"/>
                </a:lnTo>
                <a:lnTo>
                  <a:pt x="691896" y="178308"/>
                </a:lnTo>
                <a:lnTo>
                  <a:pt x="692785" y="193167"/>
                </a:lnTo>
                <a:lnTo>
                  <a:pt x="693229" y="210312"/>
                </a:lnTo>
                <a:lnTo>
                  <a:pt x="693381" y="226961"/>
                </a:lnTo>
                <a:lnTo>
                  <a:pt x="693420" y="251460"/>
                </a:lnTo>
                <a:lnTo>
                  <a:pt x="577596" y="251460"/>
                </a:lnTo>
                <a:lnTo>
                  <a:pt x="591312" y="265176"/>
                </a:lnTo>
                <a:lnTo>
                  <a:pt x="617220" y="262128"/>
                </a:lnTo>
                <a:lnTo>
                  <a:pt x="693420" y="262128"/>
                </a:lnTo>
                <a:lnTo>
                  <a:pt x="693420" y="361188"/>
                </a:lnTo>
                <a:lnTo>
                  <a:pt x="688860" y="367271"/>
                </a:lnTo>
                <a:lnTo>
                  <a:pt x="672325" y="367245"/>
                </a:lnTo>
                <a:lnTo>
                  <a:pt x="661797" y="366903"/>
                </a:lnTo>
                <a:lnTo>
                  <a:pt x="648423" y="366001"/>
                </a:lnTo>
                <a:lnTo>
                  <a:pt x="632460" y="364236"/>
                </a:lnTo>
                <a:lnTo>
                  <a:pt x="632460" y="373380"/>
                </a:lnTo>
                <a:lnTo>
                  <a:pt x="653376" y="380796"/>
                </a:lnTo>
                <a:lnTo>
                  <a:pt x="668274" y="389191"/>
                </a:lnTo>
                <a:lnTo>
                  <a:pt x="677468" y="398462"/>
                </a:lnTo>
                <a:lnTo>
                  <a:pt x="681228" y="408432"/>
                </a:lnTo>
                <a:lnTo>
                  <a:pt x="697230" y="399859"/>
                </a:lnTo>
                <a:lnTo>
                  <a:pt x="708660" y="390144"/>
                </a:lnTo>
                <a:lnTo>
                  <a:pt x="715518" y="379285"/>
                </a:lnTo>
                <a:lnTo>
                  <a:pt x="717804" y="367284"/>
                </a:lnTo>
                <a:lnTo>
                  <a:pt x="717804" y="262128"/>
                </a:lnTo>
                <a:lnTo>
                  <a:pt x="845820" y="262128"/>
                </a:lnTo>
                <a:close/>
              </a:path>
              <a:path w="1719579" h="410210">
                <a:moveTo>
                  <a:pt x="1275600" y="88404"/>
                </a:moveTo>
                <a:lnTo>
                  <a:pt x="1239024" y="51828"/>
                </a:lnTo>
                <a:lnTo>
                  <a:pt x="1213116" y="77736"/>
                </a:lnTo>
                <a:lnTo>
                  <a:pt x="1060716" y="77736"/>
                </a:lnTo>
                <a:lnTo>
                  <a:pt x="1067231" y="62852"/>
                </a:lnTo>
                <a:lnTo>
                  <a:pt x="1072908" y="50114"/>
                </a:lnTo>
                <a:lnTo>
                  <a:pt x="1077429" y="39370"/>
                </a:lnTo>
                <a:lnTo>
                  <a:pt x="1080528" y="30492"/>
                </a:lnTo>
                <a:lnTo>
                  <a:pt x="1098816" y="19824"/>
                </a:lnTo>
                <a:lnTo>
                  <a:pt x="1057668" y="12"/>
                </a:lnTo>
                <a:lnTo>
                  <a:pt x="1054493" y="16014"/>
                </a:lnTo>
                <a:lnTo>
                  <a:pt x="1049477" y="34302"/>
                </a:lnTo>
                <a:lnTo>
                  <a:pt x="1042441" y="54876"/>
                </a:lnTo>
                <a:lnTo>
                  <a:pt x="1033284" y="77736"/>
                </a:lnTo>
                <a:lnTo>
                  <a:pt x="896124" y="77736"/>
                </a:lnTo>
                <a:lnTo>
                  <a:pt x="912888" y="92976"/>
                </a:lnTo>
                <a:lnTo>
                  <a:pt x="922312" y="90970"/>
                </a:lnTo>
                <a:lnTo>
                  <a:pt x="932319" y="89547"/>
                </a:lnTo>
                <a:lnTo>
                  <a:pt x="942886" y="88684"/>
                </a:lnTo>
                <a:lnTo>
                  <a:pt x="954036" y="88404"/>
                </a:lnTo>
                <a:lnTo>
                  <a:pt x="1030236" y="88404"/>
                </a:lnTo>
                <a:lnTo>
                  <a:pt x="1016279" y="113804"/>
                </a:lnTo>
                <a:lnTo>
                  <a:pt x="1002042" y="137363"/>
                </a:lnTo>
                <a:lnTo>
                  <a:pt x="987793" y="158902"/>
                </a:lnTo>
                <a:lnTo>
                  <a:pt x="973848" y="178320"/>
                </a:lnTo>
                <a:lnTo>
                  <a:pt x="955560" y="172224"/>
                </a:lnTo>
                <a:lnTo>
                  <a:pt x="956437" y="181406"/>
                </a:lnTo>
                <a:lnTo>
                  <a:pt x="956894" y="188607"/>
                </a:lnTo>
                <a:lnTo>
                  <a:pt x="957059" y="194081"/>
                </a:lnTo>
                <a:lnTo>
                  <a:pt x="957084" y="198132"/>
                </a:lnTo>
                <a:lnTo>
                  <a:pt x="943673" y="214109"/>
                </a:lnTo>
                <a:lnTo>
                  <a:pt x="926414" y="232232"/>
                </a:lnTo>
                <a:lnTo>
                  <a:pt x="905433" y="252349"/>
                </a:lnTo>
                <a:lnTo>
                  <a:pt x="880884" y="274332"/>
                </a:lnTo>
                <a:lnTo>
                  <a:pt x="883932" y="278904"/>
                </a:lnTo>
                <a:lnTo>
                  <a:pt x="902233" y="267728"/>
                </a:lnTo>
                <a:lnTo>
                  <a:pt x="920699" y="254711"/>
                </a:lnTo>
                <a:lnTo>
                  <a:pt x="939431" y="239674"/>
                </a:lnTo>
                <a:lnTo>
                  <a:pt x="958608" y="222516"/>
                </a:lnTo>
                <a:lnTo>
                  <a:pt x="958545" y="367296"/>
                </a:lnTo>
                <a:lnTo>
                  <a:pt x="958418" y="377583"/>
                </a:lnTo>
                <a:lnTo>
                  <a:pt x="957973" y="390156"/>
                </a:lnTo>
                <a:lnTo>
                  <a:pt x="957084" y="403872"/>
                </a:lnTo>
                <a:lnTo>
                  <a:pt x="982992" y="390156"/>
                </a:lnTo>
                <a:lnTo>
                  <a:pt x="982992" y="222516"/>
                </a:lnTo>
                <a:lnTo>
                  <a:pt x="982992" y="198132"/>
                </a:lnTo>
                <a:lnTo>
                  <a:pt x="999896" y="178320"/>
                </a:lnTo>
                <a:lnTo>
                  <a:pt x="1001280" y="176695"/>
                </a:lnTo>
                <a:lnTo>
                  <a:pt x="1019568" y="151269"/>
                </a:lnTo>
                <a:lnTo>
                  <a:pt x="1037856" y="121831"/>
                </a:lnTo>
                <a:lnTo>
                  <a:pt x="1056144" y="88404"/>
                </a:lnTo>
                <a:lnTo>
                  <a:pt x="1275600" y="88404"/>
                </a:lnTo>
                <a:close/>
              </a:path>
              <a:path w="1719579" h="410210">
                <a:moveTo>
                  <a:pt x="1286268" y="362724"/>
                </a:moveTo>
                <a:lnTo>
                  <a:pt x="1251216" y="327672"/>
                </a:lnTo>
                <a:lnTo>
                  <a:pt x="1226832" y="352056"/>
                </a:lnTo>
                <a:lnTo>
                  <a:pt x="1139964" y="352056"/>
                </a:lnTo>
                <a:lnTo>
                  <a:pt x="1139964" y="213372"/>
                </a:lnTo>
                <a:lnTo>
                  <a:pt x="1261884" y="213372"/>
                </a:lnTo>
                <a:lnTo>
                  <a:pt x="1228356" y="179844"/>
                </a:lnTo>
                <a:lnTo>
                  <a:pt x="1205496" y="202704"/>
                </a:lnTo>
                <a:lnTo>
                  <a:pt x="1139964" y="202704"/>
                </a:lnTo>
                <a:lnTo>
                  <a:pt x="1139964" y="131076"/>
                </a:lnTo>
                <a:lnTo>
                  <a:pt x="1153680" y="118884"/>
                </a:lnTo>
                <a:lnTo>
                  <a:pt x="1114056" y="102120"/>
                </a:lnTo>
                <a:lnTo>
                  <a:pt x="1114933" y="116713"/>
                </a:lnTo>
                <a:lnTo>
                  <a:pt x="1115390" y="128600"/>
                </a:lnTo>
                <a:lnTo>
                  <a:pt x="1115555" y="137909"/>
                </a:lnTo>
                <a:lnTo>
                  <a:pt x="1115580" y="202704"/>
                </a:lnTo>
                <a:lnTo>
                  <a:pt x="1014996" y="202704"/>
                </a:lnTo>
                <a:lnTo>
                  <a:pt x="1030236" y="217944"/>
                </a:lnTo>
                <a:lnTo>
                  <a:pt x="1040536" y="215938"/>
                </a:lnTo>
                <a:lnTo>
                  <a:pt x="1051001" y="214515"/>
                </a:lnTo>
                <a:lnTo>
                  <a:pt x="1061732" y="213652"/>
                </a:lnTo>
                <a:lnTo>
                  <a:pt x="1072908" y="213372"/>
                </a:lnTo>
                <a:lnTo>
                  <a:pt x="1115580" y="213372"/>
                </a:lnTo>
                <a:lnTo>
                  <a:pt x="1115580" y="352056"/>
                </a:lnTo>
                <a:lnTo>
                  <a:pt x="992136" y="352056"/>
                </a:lnTo>
                <a:lnTo>
                  <a:pt x="1007376" y="367296"/>
                </a:lnTo>
                <a:lnTo>
                  <a:pt x="1017676" y="365290"/>
                </a:lnTo>
                <a:lnTo>
                  <a:pt x="1028141" y="363867"/>
                </a:lnTo>
                <a:lnTo>
                  <a:pt x="1038872" y="363004"/>
                </a:lnTo>
                <a:lnTo>
                  <a:pt x="1050048" y="362724"/>
                </a:lnTo>
                <a:lnTo>
                  <a:pt x="1286268" y="362724"/>
                </a:lnTo>
                <a:close/>
              </a:path>
              <a:path w="1719579" h="410210">
                <a:moveTo>
                  <a:pt x="1533156" y="128028"/>
                </a:moveTo>
                <a:lnTo>
                  <a:pt x="1502676" y="94500"/>
                </a:lnTo>
                <a:lnTo>
                  <a:pt x="1482864" y="117360"/>
                </a:lnTo>
                <a:lnTo>
                  <a:pt x="1447812" y="117360"/>
                </a:lnTo>
                <a:lnTo>
                  <a:pt x="1447812" y="33540"/>
                </a:lnTo>
                <a:lnTo>
                  <a:pt x="1463052" y="19824"/>
                </a:lnTo>
                <a:lnTo>
                  <a:pt x="1423428" y="3060"/>
                </a:lnTo>
                <a:lnTo>
                  <a:pt x="1424305" y="27343"/>
                </a:lnTo>
                <a:lnTo>
                  <a:pt x="1424762" y="54495"/>
                </a:lnTo>
                <a:lnTo>
                  <a:pt x="1424927" y="84493"/>
                </a:lnTo>
                <a:lnTo>
                  <a:pt x="1424952" y="117360"/>
                </a:lnTo>
                <a:lnTo>
                  <a:pt x="1338084" y="117360"/>
                </a:lnTo>
                <a:lnTo>
                  <a:pt x="1353324" y="132600"/>
                </a:lnTo>
                <a:lnTo>
                  <a:pt x="1363624" y="130594"/>
                </a:lnTo>
                <a:lnTo>
                  <a:pt x="1374089" y="129171"/>
                </a:lnTo>
                <a:lnTo>
                  <a:pt x="1384820" y="128308"/>
                </a:lnTo>
                <a:lnTo>
                  <a:pt x="1395996" y="128028"/>
                </a:lnTo>
                <a:lnTo>
                  <a:pt x="1421904" y="128028"/>
                </a:lnTo>
                <a:lnTo>
                  <a:pt x="1410169" y="169913"/>
                </a:lnTo>
                <a:lnTo>
                  <a:pt x="1395006" y="211518"/>
                </a:lnTo>
                <a:lnTo>
                  <a:pt x="1376248" y="252895"/>
                </a:lnTo>
                <a:lnTo>
                  <a:pt x="1353769" y="294132"/>
                </a:lnTo>
                <a:lnTo>
                  <a:pt x="1327416" y="335292"/>
                </a:lnTo>
                <a:lnTo>
                  <a:pt x="1333512" y="338340"/>
                </a:lnTo>
                <a:lnTo>
                  <a:pt x="1360652" y="306590"/>
                </a:lnTo>
                <a:lnTo>
                  <a:pt x="1384947" y="272999"/>
                </a:lnTo>
                <a:lnTo>
                  <a:pt x="1406372" y="237388"/>
                </a:lnTo>
                <a:lnTo>
                  <a:pt x="1424952" y="199656"/>
                </a:lnTo>
                <a:lnTo>
                  <a:pt x="1424838" y="272999"/>
                </a:lnTo>
                <a:lnTo>
                  <a:pt x="1424762" y="298907"/>
                </a:lnTo>
                <a:lnTo>
                  <a:pt x="1424305" y="350735"/>
                </a:lnTo>
                <a:lnTo>
                  <a:pt x="1423428" y="403872"/>
                </a:lnTo>
                <a:lnTo>
                  <a:pt x="1449336" y="391680"/>
                </a:lnTo>
                <a:lnTo>
                  <a:pt x="1448447" y="362191"/>
                </a:lnTo>
                <a:lnTo>
                  <a:pt x="1448003" y="317004"/>
                </a:lnTo>
                <a:lnTo>
                  <a:pt x="1447939" y="294132"/>
                </a:lnTo>
                <a:lnTo>
                  <a:pt x="1447812" y="199656"/>
                </a:lnTo>
                <a:lnTo>
                  <a:pt x="1447812" y="178320"/>
                </a:lnTo>
                <a:lnTo>
                  <a:pt x="1478457" y="211099"/>
                </a:lnTo>
                <a:lnTo>
                  <a:pt x="1495056" y="240804"/>
                </a:lnTo>
                <a:lnTo>
                  <a:pt x="1501152" y="240804"/>
                </a:lnTo>
                <a:lnTo>
                  <a:pt x="1502676" y="237756"/>
                </a:lnTo>
                <a:lnTo>
                  <a:pt x="1504200" y="230136"/>
                </a:lnTo>
                <a:lnTo>
                  <a:pt x="1507248" y="224040"/>
                </a:lnTo>
                <a:lnTo>
                  <a:pt x="1508772" y="217944"/>
                </a:lnTo>
                <a:lnTo>
                  <a:pt x="1508772" y="213372"/>
                </a:lnTo>
                <a:lnTo>
                  <a:pt x="1477149" y="180416"/>
                </a:lnTo>
                <a:lnTo>
                  <a:pt x="1472095" y="178320"/>
                </a:lnTo>
                <a:lnTo>
                  <a:pt x="1463763" y="174866"/>
                </a:lnTo>
                <a:lnTo>
                  <a:pt x="1447812" y="169176"/>
                </a:lnTo>
                <a:lnTo>
                  <a:pt x="1447812" y="128028"/>
                </a:lnTo>
                <a:lnTo>
                  <a:pt x="1533156" y="128028"/>
                </a:lnTo>
                <a:close/>
              </a:path>
              <a:path w="1719579" h="410210">
                <a:moveTo>
                  <a:pt x="1719084" y="56400"/>
                </a:moveTo>
                <a:lnTo>
                  <a:pt x="1713369" y="51828"/>
                </a:lnTo>
                <a:lnTo>
                  <a:pt x="1688604" y="32016"/>
                </a:lnTo>
                <a:lnTo>
                  <a:pt x="1679460" y="45224"/>
                </a:lnTo>
                <a:lnTo>
                  <a:pt x="1679460" y="350532"/>
                </a:lnTo>
                <a:lnTo>
                  <a:pt x="1568208" y="350532"/>
                </a:lnTo>
                <a:lnTo>
                  <a:pt x="1568208" y="252996"/>
                </a:lnTo>
                <a:lnTo>
                  <a:pt x="1679460" y="252996"/>
                </a:lnTo>
                <a:lnTo>
                  <a:pt x="1679460" y="242328"/>
                </a:lnTo>
                <a:lnTo>
                  <a:pt x="1568208" y="242328"/>
                </a:lnTo>
                <a:lnTo>
                  <a:pt x="1568208" y="160032"/>
                </a:lnTo>
                <a:lnTo>
                  <a:pt x="1679460" y="160032"/>
                </a:lnTo>
                <a:lnTo>
                  <a:pt x="1679460" y="149364"/>
                </a:lnTo>
                <a:lnTo>
                  <a:pt x="1568208" y="149364"/>
                </a:lnTo>
                <a:lnTo>
                  <a:pt x="1568208" y="62496"/>
                </a:lnTo>
                <a:lnTo>
                  <a:pt x="1679460" y="62496"/>
                </a:lnTo>
                <a:lnTo>
                  <a:pt x="1679460" y="45224"/>
                </a:lnTo>
                <a:lnTo>
                  <a:pt x="1674888" y="51828"/>
                </a:lnTo>
                <a:lnTo>
                  <a:pt x="1568208" y="51828"/>
                </a:lnTo>
                <a:lnTo>
                  <a:pt x="1540776" y="33540"/>
                </a:lnTo>
                <a:lnTo>
                  <a:pt x="1541894" y="60375"/>
                </a:lnTo>
                <a:lnTo>
                  <a:pt x="1542872" y="99644"/>
                </a:lnTo>
                <a:lnTo>
                  <a:pt x="1543532" y="149364"/>
                </a:lnTo>
                <a:lnTo>
                  <a:pt x="1543596" y="160032"/>
                </a:lnTo>
                <a:lnTo>
                  <a:pt x="1543824" y="214896"/>
                </a:lnTo>
                <a:lnTo>
                  <a:pt x="1543558" y="279755"/>
                </a:lnTo>
                <a:lnTo>
                  <a:pt x="1542872" y="332181"/>
                </a:lnTo>
                <a:lnTo>
                  <a:pt x="1541894" y="373481"/>
                </a:lnTo>
                <a:lnTo>
                  <a:pt x="1540776" y="402348"/>
                </a:lnTo>
                <a:lnTo>
                  <a:pt x="1568208" y="391680"/>
                </a:lnTo>
                <a:lnTo>
                  <a:pt x="1568208" y="361200"/>
                </a:lnTo>
                <a:lnTo>
                  <a:pt x="1679460" y="361200"/>
                </a:lnTo>
                <a:lnTo>
                  <a:pt x="1679460" y="397776"/>
                </a:lnTo>
                <a:lnTo>
                  <a:pt x="1705368" y="385584"/>
                </a:lnTo>
                <a:lnTo>
                  <a:pt x="1704606" y="365379"/>
                </a:lnTo>
                <a:lnTo>
                  <a:pt x="1704517" y="361200"/>
                </a:lnTo>
                <a:lnTo>
                  <a:pt x="1704289" y="350532"/>
                </a:lnTo>
                <a:lnTo>
                  <a:pt x="1703908" y="332625"/>
                </a:lnTo>
                <a:lnTo>
                  <a:pt x="1703273" y="285953"/>
                </a:lnTo>
                <a:lnTo>
                  <a:pt x="1702993" y="252996"/>
                </a:lnTo>
                <a:lnTo>
                  <a:pt x="1702892" y="242328"/>
                </a:lnTo>
                <a:lnTo>
                  <a:pt x="1702765" y="226631"/>
                </a:lnTo>
                <a:lnTo>
                  <a:pt x="1702460" y="160032"/>
                </a:lnTo>
                <a:lnTo>
                  <a:pt x="1702422" y="149364"/>
                </a:lnTo>
                <a:lnTo>
                  <a:pt x="1702320" y="68592"/>
                </a:lnTo>
                <a:lnTo>
                  <a:pt x="1710702" y="62496"/>
                </a:lnTo>
                <a:lnTo>
                  <a:pt x="1719084" y="5640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" name="object 55"/>
          <p:cNvSpPr/>
          <p:nvPr/>
        </p:nvSpPr>
        <p:spPr>
          <a:xfrm>
            <a:off x="3901440" y="4834127"/>
            <a:ext cx="1112520" cy="399415"/>
          </a:xfrm>
          <a:custGeom>
            <a:avLst/>
            <a:gdLst/>
            <a:ahLst/>
            <a:cxnLst/>
            <a:rect l="l" t="t" r="r" b="b"/>
            <a:pathLst>
              <a:path w="1112520" h="399414">
                <a:moveTo>
                  <a:pt x="193548" y="68580"/>
                </a:moveTo>
                <a:lnTo>
                  <a:pt x="163068" y="44196"/>
                </a:lnTo>
                <a:lnTo>
                  <a:pt x="149352" y="60960"/>
                </a:lnTo>
                <a:lnTo>
                  <a:pt x="12192" y="60960"/>
                </a:lnTo>
                <a:lnTo>
                  <a:pt x="27432" y="77724"/>
                </a:lnTo>
                <a:lnTo>
                  <a:pt x="37731" y="74853"/>
                </a:lnTo>
                <a:lnTo>
                  <a:pt x="48196" y="72961"/>
                </a:lnTo>
                <a:lnTo>
                  <a:pt x="58928" y="71945"/>
                </a:lnTo>
                <a:lnTo>
                  <a:pt x="70104" y="71628"/>
                </a:lnTo>
                <a:lnTo>
                  <a:pt x="149352" y="71628"/>
                </a:lnTo>
                <a:lnTo>
                  <a:pt x="140208" y="106489"/>
                </a:lnTo>
                <a:lnTo>
                  <a:pt x="131064" y="137922"/>
                </a:lnTo>
                <a:lnTo>
                  <a:pt x="121920" y="165925"/>
                </a:lnTo>
                <a:lnTo>
                  <a:pt x="112776" y="190500"/>
                </a:lnTo>
                <a:lnTo>
                  <a:pt x="74676" y="147256"/>
                </a:lnTo>
                <a:lnTo>
                  <a:pt x="55765" y="125996"/>
                </a:lnTo>
                <a:lnTo>
                  <a:pt x="36576" y="105156"/>
                </a:lnTo>
                <a:lnTo>
                  <a:pt x="32004" y="109728"/>
                </a:lnTo>
                <a:lnTo>
                  <a:pt x="44259" y="127165"/>
                </a:lnTo>
                <a:lnTo>
                  <a:pt x="103632" y="210312"/>
                </a:lnTo>
                <a:lnTo>
                  <a:pt x="95643" y="227774"/>
                </a:lnTo>
                <a:lnTo>
                  <a:pt x="73406" y="264972"/>
                </a:lnTo>
                <a:lnTo>
                  <a:pt x="45427" y="304736"/>
                </a:lnTo>
                <a:lnTo>
                  <a:pt x="15709" y="339648"/>
                </a:lnTo>
                <a:lnTo>
                  <a:pt x="0" y="355092"/>
                </a:lnTo>
                <a:lnTo>
                  <a:pt x="1524" y="364236"/>
                </a:lnTo>
                <a:lnTo>
                  <a:pt x="41338" y="329374"/>
                </a:lnTo>
                <a:lnTo>
                  <a:pt x="73152" y="295656"/>
                </a:lnTo>
                <a:lnTo>
                  <a:pt x="98298" y="263652"/>
                </a:lnTo>
                <a:lnTo>
                  <a:pt x="118872" y="231648"/>
                </a:lnTo>
                <a:lnTo>
                  <a:pt x="128562" y="255917"/>
                </a:lnTo>
                <a:lnTo>
                  <a:pt x="136969" y="278320"/>
                </a:lnTo>
                <a:lnTo>
                  <a:pt x="143941" y="298729"/>
                </a:lnTo>
                <a:lnTo>
                  <a:pt x="149352" y="316992"/>
                </a:lnTo>
                <a:lnTo>
                  <a:pt x="151892" y="329882"/>
                </a:lnTo>
                <a:lnTo>
                  <a:pt x="154876" y="338899"/>
                </a:lnTo>
                <a:lnTo>
                  <a:pt x="158127" y="344220"/>
                </a:lnTo>
                <a:lnTo>
                  <a:pt x="161544" y="345948"/>
                </a:lnTo>
                <a:lnTo>
                  <a:pt x="163068" y="345948"/>
                </a:lnTo>
                <a:lnTo>
                  <a:pt x="166116" y="344424"/>
                </a:lnTo>
                <a:lnTo>
                  <a:pt x="169164" y="339852"/>
                </a:lnTo>
                <a:lnTo>
                  <a:pt x="173736" y="336804"/>
                </a:lnTo>
                <a:lnTo>
                  <a:pt x="175221" y="329374"/>
                </a:lnTo>
                <a:lnTo>
                  <a:pt x="176784" y="320040"/>
                </a:lnTo>
                <a:lnTo>
                  <a:pt x="176466" y="311759"/>
                </a:lnTo>
                <a:lnTo>
                  <a:pt x="165519" y="270319"/>
                </a:lnTo>
                <a:lnTo>
                  <a:pt x="144322" y="233743"/>
                </a:lnTo>
                <a:lnTo>
                  <a:pt x="142862" y="231648"/>
                </a:lnTo>
                <a:lnTo>
                  <a:pt x="128016" y="210312"/>
                </a:lnTo>
                <a:lnTo>
                  <a:pt x="136550" y="190500"/>
                </a:lnTo>
                <a:lnTo>
                  <a:pt x="139674" y="183248"/>
                </a:lnTo>
                <a:lnTo>
                  <a:pt x="151638" y="152590"/>
                </a:lnTo>
                <a:lnTo>
                  <a:pt x="163588" y="118808"/>
                </a:lnTo>
                <a:lnTo>
                  <a:pt x="175260" y="82296"/>
                </a:lnTo>
                <a:lnTo>
                  <a:pt x="189484" y="71628"/>
                </a:lnTo>
                <a:lnTo>
                  <a:pt x="193548" y="68580"/>
                </a:lnTo>
                <a:close/>
              </a:path>
              <a:path w="1112520" h="399414">
                <a:moveTo>
                  <a:pt x="257556" y="231648"/>
                </a:moveTo>
                <a:lnTo>
                  <a:pt x="234696" y="186309"/>
                </a:lnTo>
                <a:lnTo>
                  <a:pt x="205740" y="160020"/>
                </a:lnTo>
                <a:lnTo>
                  <a:pt x="199644" y="164592"/>
                </a:lnTo>
                <a:lnTo>
                  <a:pt x="210832" y="185737"/>
                </a:lnTo>
                <a:lnTo>
                  <a:pt x="219456" y="205740"/>
                </a:lnTo>
                <a:lnTo>
                  <a:pt x="225780" y="224599"/>
                </a:lnTo>
                <a:lnTo>
                  <a:pt x="230124" y="242316"/>
                </a:lnTo>
                <a:lnTo>
                  <a:pt x="230670" y="253199"/>
                </a:lnTo>
                <a:lnTo>
                  <a:pt x="232219" y="260794"/>
                </a:lnTo>
                <a:lnTo>
                  <a:pt x="234619" y="265252"/>
                </a:lnTo>
                <a:lnTo>
                  <a:pt x="237744" y="266700"/>
                </a:lnTo>
                <a:lnTo>
                  <a:pt x="239268" y="266700"/>
                </a:lnTo>
                <a:lnTo>
                  <a:pt x="242316" y="262128"/>
                </a:lnTo>
                <a:lnTo>
                  <a:pt x="254508" y="246888"/>
                </a:lnTo>
                <a:lnTo>
                  <a:pt x="257556" y="239268"/>
                </a:lnTo>
                <a:lnTo>
                  <a:pt x="257556" y="231648"/>
                </a:lnTo>
                <a:close/>
              </a:path>
              <a:path w="1112520" h="399414">
                <a:moveTo>
                  <a:pt x="409956" y="123444"/>
                </a:moveTo>
                <a:lnTo>
                  <a:pt x="376428" y="91440"/>
                </a:lnTo>
                <a:lnTo>
                  <a:pt x="355092" y="114300"/>
                </a:lnTo>
                <a:lnTo>
                  <a:pt x="335280" y="114300"/>
                </a:lnTo>
                <a:lnTo>
                  <a:pt x="335280" y="35052"/>
                </a:lnTo>
                <a:lnTo>
                  <a:pt x="350520" y="21336"/>
                </a:lnTo>
                <a:lnTo>
                  <a:pt x="309372" y="0"/>
                </a:lnTo>
                <a:lnTo>
                  <a:pt x="310248" y="12001"/>
                </a:lnTo>
                <a:lnTo>
                  <a:pt x="310705" y="25146"/>
                </a:lnTo>
                <a:lnTo>
                  <a:pt x="310819" y="35052"/>
                </a:lnTo>
                <a:lnTo>
                  <a:pt x="310896" y="114300"/>
                </a:lnTo>
                <a:lnTo>
                  <a:pt x="172212" y="114300"/>
                </a:lnTo>
                <a:lnTo>
                  <a:pt x="187452" y="129540"/>
                </a:lnTo>
                <a:lnTo>
                  <a:pt x="197751" y="126669"/>
                </a:lnTo>
                <a:lnTo>
                  <a:pt x="208216" y="124777"/>
                </a:lnTo>
                <a:lnTo>
                  <a:pt x="218948" y="123761"/>
                </a:lnTo>
                <a:lnTo>
                  <a:pt x="230124" y="123444"/>
                </a:lnTo>
                <a:lnTo>
                  <a:pt x="310896" y="123444"/>
                </a:lnTo>
                <a:lnTo>
                  <a:pt x="310896" y="348996"/>
                </a:lnTo>
                <a:lnTo>
                  <a:pt x="307848" y="353568"/>
                </a:lnTo>
                <a:lnTo>
                  <a:pt x="300228" y="355092"/>
                </a:lnTo>
                <a:lnTo>
                  <a:pt x="291693" y="355409"/>
                </a:lnTo>
                <a:lnTo>
                  <a:pt x="277749" y="354139"/>
                </a:lnTo>
                <a:lnTo>
                  <a:pt x="258648" y="351459"/>
                </a:lnTo>
                <a:lnTo>
                  <a:pt x="234696" y="347472"/>
                </a:lnTo>
                <a:lnTo>
                  <a:pt x="234696" y="356616"/>
                </a:lnTo>
                <a:lnTo>
                  <a:pt x="261810" y="366928"/>
                </a:lnTo>
                <a:lnTo>
                  <a:pt x="281368" y="377380"/>
                </a:lnTo>
                <a:lnTo>
                  <a:pt x="293192" y="388124"/>
                </a:lnTo>
                <a:lnTo>
                  <a:pt x="297180" y="399288"/>
                </a:lnTo>
                <a:lnTo>
                  <a:pt x="314058" y="390436"/>
                </a:lnTo>
                <a:lnTo>
                  <a:pt x="334975" y="355409"/>
                </a:lnTo>
                <a:lnTo>
                  <a:pt x="335280" y="123444"/>
                </a:lnTo>
                <a:lnTo>
                  <a:pt x="409956" y="123444"/>
                </a:lnTo>
                <a:close/>
              </a:path>
              <a:path w="1112520" h="399414">
                <a:moveTo>
                  <a:pt x="847344" y="173748"/>
                </a:moveTo>
                <a:lnTo>
                  <a:pt x="809244" y="135648"/>
                </a:lnTo>
                <a:lnTo>
                  <a:pt x="781812" y="164604"/>
                </a:lnTo>
                <a:lnTo>
                  <a:pt x="664464" y="164604"/>
                </a:lnTo>
                <a:lnTo>
                  <a:pt x="664464" y="42684"/>
                </a:lnTo>
                <a:lnTo>
                  <a:pt x="800100" y="42684"/>
                </a:lnTo>
                <a:lnTo>
                  <a:pt x="765048" y="7632"/>
                </a:lnTo>
                <a:lnTo>
                  <a:pt x="740664" y="32016"/>
                </a:lnTo>
                <a:lnTo>
                  <a:pt x="507492" y="32016"/>
                </a:lnTo>
                <a:lnTo>
                  <a:pt x="522732" y="47256"/>
                </a:lnTo>
                <a:lnTo>
                  <a:pt x="533031" y="45250"/>
                </a:lnTo>
                <a:lnTo>
                  <a:pt x="543496" y="43827"/>
                </a:lnTo>
                <a:lnTo>
                  <a:pt x="554228" y="42964"/>
                </a:lnTo>
                <a:lnTo>
                  <a:pt x="565404" y="42684"/>
                </a:lnTo>
                <a:lnTo>
                  <a:pt x="637032" y="42684"/>
                </a:lnTo>
                <a:lnTo>
                  <a:pt x="637032" y="164604"/>
                </a:lnTo>
                <a:lnTo>
                  <a:pt x="454152" y="164604"/>
                </a:lnTo>
                <a:lnTo>
                  <a:pt x="469392" y="179844"/>
                </a:lnTo>
                <a:lnTo>
                  <a:pt x="478815" y="177596"/>
                </a:lnTo>
                <a:lnTo>
                  <a:pt x="488823" y="175653"/>
                </a:lnTo>
                <a:lnTo>
                  <a:pt x="499389" y="174269"/>
                </a:lnTo>
                <a:lnTo>
                  <a:pt x="510540" y="173748"/>
                </a:lnTo>
                <a:lnTo>
                  <a:pt x="637032" y="173748"/>
                </a:lnTo>
                <a:lnTo>
                  <a:pt x="637032" y="327672"/>
                </a:lnTo>
                <a:lnTo>
                  <a:pt x="636117" y="337667"/>
                </a:lnTo>
                <a:lnTo>
                  <a:pt x="633222" y="344817"/>
                </a:lnTo>
                <a:lnTo>
                  <a:pt x="628027" y="349097"/>
                </a:lnTo>
                <a:lnTo>
                  <a:pt x="620268" y="350532"/>
                </a:lnTo>
                <a:lnTo>
                  <a:pt x="609930" y="349973"/>
                </a:lnTo>
                <a:lnTo>
                  <a:pt x="597027" y="348437"/>
                </a:lnTo>
                <a:lnTo>
                  <a:pt x="581253" y="346024"/>
                </a:lnTo>
                <a:lnTo>
                  <a:pt x="562356" y="342912"/>
                </a:lnTo>
                <a:lnTo>
                  <a:pt x="562356" y="352056"/>
                </a:lnTo>
                <a:lnTo>
                  <a:pt x="588352" y="360629"/>
                </a:lnTo>
                <a:lnTo>
                  <a:pt x="606933" y="370344"/>
                </a:lnTo>
                <a:lnTo>
                  <a:pt x="618070" y="381203"/>
                </a:lnTo>
                <a:lnTo>
                  <a:pt x="621792" y="393204"/>
                </a:lnTo>
                <a:lnTo>
                  <a:pt x="640664" y="384886"/>
                </a:lnTo>
                <a:lnTo>
                  <a:pt x="653986" y="373583"/>
                </a:lnTo>
                <a:lnTo>
                  <a:pt x="661860" y="359117"/>
                </a:lnTo>
                <a:lnTo>
                  <a:pt x="664464" y="341388"/>
                </a:lnTo>
                <a:lnTo>
                  <a:pt x="664464" y="173748"/>
                </a:lnTo>
                <a:lnTo>
                  <a:pt x="847344" y="173748"/>
                </a:lnTo>
                <a:close/>
              </a:path>
              <a:path w="1112520" h="399414">
                <a:moveTo>
                  <a:pt x="1112520" y="265176"/>
                </a:moveTo>
                <a:lnTo>
                  <a:pt x="1102868" y="224243"/>
                </a:lnTo>
                <a:lnTo>
                  <a:pt x="1076515" y="195834"/>
                </a:lnTo>
                <a:lnTo>
                  <a:pt x="1040701" y="180594"/>
                </a:lnTo>
                <a:lnTo>
                  <a:pt x="988618" y="168173"/>
                </a:lnTo>
                <a:lnTo>
                  <a:pt x="971740" y="163258"/>
                </a:lnTo>
                <a:lnTo>
                  <a:pt x="941260" y="134112"/>
                </a:lnTo>
                <a:lnTo>
                  <a:pt x="938784" y="115824"/>
                </a:lnTo>
                <a:lnTo>
                  <a:pt x="939927" y="104965"/>
                </a:lnTo>
                <a:lnTo>
                  <a:pt x="967041" y="72377"/>
                </a:lnTo>
                <a:lnTo>
                  <a:pt x="1005840" y="64008"/>
                </a:lnTo>
                <a:lnTo>
                  <a:pt x="1019263" y="64820"/>
                </a:lnTo>
                <a:lnTo>
                  <a:pt x="1056132" y="74676"/>
                </a:lnTo>
                <a:lnTo>
                  <a:pt x="1095756" y="100584"/>
                </a:lnTo>
                <a:lnTo>
                  <a:pt x="1098804" y="100584"/>
                </a:lnTo>
                <a:lnTo>
                  <a:pt x="1098804" y="48768"/>
                </a:lnTo>
                <a:lnTo>
                  <a:pt x="1088250" y="43611"/>
                </a:lnTo>
                <a:lnTo>
                  <a:pt x="1042009" y="30657"/>
                </a:lnTo>
                <a:lnTo>
                  <a:pt x="1002792" y="27432"/>
                </a:lnTo>
                <a:lnTo>
                  <a:pt x="979932" y="29146"/>
                </a:lnTo>
                <a:lnTo>
                  <a:pt x="941070" y="42862"/>
                </a:lnTo>
                <a:lnTo>
                  <a:pt x="911301" y="68541"/>
                </a:lnTo>
                <a:lnTo>
                  <a:pt x="894588" y="120396"/>
                </a:lnTo>
                <a:lnTo>
                  <a:pt x="894867" y="129286"/>
                </a:lnTo>
                <a:lnTo>
                  <a:pt x="906399" y="166687"/>
                </a:lnTo>
                <a:lnTo>
                  <a:pt x="938784" y="196596"/>
                </a:lnTo>
                <a:lnTo>
                  <a:pt x="993470" y="213487"/>
                </a:lnTo>
                <a:lnTo>
                  <a:pt x="1005738" y="216293"/>
                </a:lnTo>
                <a:lnTo>
                  <a:pt x="1036866" y="225348"/>
                </a:lnTo>
                <a:lnTo>
                  <a:pt x="1064514" y="254127"/>
                </a:lnTo>
                <a:lnTo>
                  <a:pt x="1066800" y="271272"/>
                </a:lnTo>
                <a:lnTo>
                  <a:pt x="1065657" y="283044"/>
                </a:lnTo>
                <a:lnTo>
                  <a:pt x="1038237" y="317144"/>
                </a:lnTo>
                <a:lnTo>
                  <a:pt x="995172" y="326136"/>
                </a:lnTo>
                <a:lnTo>
                  <a:pt x="982573" y="325310"/>
                </a:lnTo>
                <a:lnTo>
                  <a:pt x="943356" y="313944"/>
                </a:lnTo>
                <a:lnTo>
                  <a:pt x="905421" y="293166"/>
                </a:lnTo>
                <a:lnTo>
                  <a:pt x="894588" y="283464"/>
                </a:lnTo>
                <a:lnTo>
                  <a:pt x="891540" y="283464"/>
                </a:lnTo>
                <a:lnTo>
                  <a:pt x="891540" y="336804"/>
                </a:lnTo>
                <a:lnTo>
                  <a:pt x="902982" y="342239"/>
                </a:lnTo>
                <a:lnTo>
                  <a:pt x="951280" y="358216"/>
                </a:lnTo>
                <a:lnTo>
                  <a:pt x="998220" y="362712"/>
                </a:lnTo>
                <a:lnTo>
                  <a:pt x="1012482" y="362165"/>
                </a:lnTo>
                <a:lnTo>
                  <a:pt x="1056957" y="351116"/>
                </a:lnTo>
                <a:lnTo>
                  <a:pt x="1088605" y="326618"/>
                </a:lnTo>
                <a:lnTo>
                  <a:pt x="1108011" y="292608"/>
                </a:lnTo>
                <a:lnTo>
                  <a:pt x="1111961" y="274320"/>
                </a:lnTo>
                <a:lnTo>
                  <a:pt x="1112520" y="26517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" name="object 56"/>
          <p:cNvSpPr/>
          <p:nvPr/>
        </p:nvSpPr>
        <p:spPr>
          <a:xfrm>
            <a:off x="5077967" y="4828032"/>
            <a:ext cx="356870" cy="401320"/>
          </a:xfrm>
          <a:custGeom>
            <a:avLst/>
            <a:gdLst/>
            <a:ahLst/>
            <a:cxnLst/>
            <a:rect l="l" t="t" r="r" b="b"/>
            <a:pathLst>
              <a:path w="356870" h="401320">
                <a:moveTo>
                  <a:pt x="53340" y="89916"/>
                </a:moveTo>
                <a:lnTo>
                  <a:pt x="44196" y="89916"/>
                </a:lnTo>
                <a:lnTo>
                  <a:pt x="51339" y="62150"/>
                </a:lnTo>
                <a:lnTo>
                  <a:pt x="56769" y="38100"/>
                </a:lnTo>
                <a:lnTo>
                  <a:pt x="60483" y="17478"/>
                </a:lnTo>
                <a:lnTo>
                  <a:pt x="62484" y="0"/>
                </a:lnTo>
                <a:lnTo>
                  <a:pt x="100584" y="21336"/>
                </a:lnTo>
                <a:lnTo>
                  <a:pt x="91487" y="28194"/>
                </a:lnTo>
                <a:lnTo>
                  <a:pt x="80391" y="41910"/>
                </a:lnTo>
                <a:lnTo>
                  <a:pt x="67579" y="62484"/>
                </a:lnTo>
                <a:lnTo>
                  <a:pt x="53340" y="89916"/>
                </a:lnTo>
                <a:close/>
              </a:path>
              <a:path w="356870" h="401320">
                <a:moveTo>
                  <a:pt x="147828" y="190500"/>
                </a:moveTo>
                <a:lnTo>
                  <a:pt x="143256" y="187452"/>
                </a:lnTo>
                <a:lnTo>
                  <a:pt x="159519" y="160615"/>
                </a:lnTo>
                <a:lnTo>
                  <a:pt x="173926" y="135064"/>
                </a:lnTo>
                <a:lnTo>
                  <a:pt x="196596" y="88392"/>
                </a:lnTo>
                <a:lnTo>
                  <a:pt x="211264" y="44958"/>
                </a:lnTo>
                <a:lnTo>
                  <a:pt x="222503" y="1524"/>
                </a:lnTo>
                <a:lnTo>
                  <a:pt x="260603" y="24384"/>
                </a:lnTo>
                <a:lnTo>
                  <a:pt x="252864" y="32146"/>
                </a:lnTo>
                <a:lnTo>
                  <a:pt x="243268" y="46482"/>
                </a:lnTo>
                <a:lnTo>
                  <a:pt x="231671" y="67675"/>
                </a:lnTo>
                <a:lnTo>
                  <a:pt x="217932" y="96012"/>
                </a:lnTo>
                <a:lnTo>
                  <a:pt x="350520" y="96012"/>
                </a:lnTo>
                <a:lnTo>
                  <a:pt x="356616" y="102108"/>
                </a:lnTo>
                <a:lnTo>
                  <a:pt x="352806" y="105156"/>
                </a:lnTo>
                <a:lnTo>
                  <a:pt x="213360" y="105156"/>
                </a:lnTo>
                <a:lnTo>
                  <a:pt x="197977" y="129420"/>
                </a:lnTo>
                <a:lnTo>
                  <a:pt x="181737" y="151828"/>
                </a:lnTo>
                <a:lnTo>
                  <a:pt x="164925" y="172235"/>
                </a:lnTo>
                <a:lnTo>
                  <a:pt x="147828" y="190500"/>
                </a:lnTo>
                <a:close/>
              </a:path>
              <a:path w="356870" h="401320">
                <a:moveTo>
                  <a:pt x="144780" y="89916"/>
                </a:moveTo>
                <a:lnTo>
                  <a:pt x="111252" y="89916"/>
                </a:lnTo>
                <a:lnTo>
                  <a:pt x="128016" y="73152"/>
                </a:lnTo>
                <a:lnTo>
                  <a:pt x="144780" y="89916"/>
                </a:lnTo>
                <a:close/>
              </a:path>
              <a:path w="356870" h="401320">
                <a:moveTo>
                  <a:pt x="0" y="397764"/>
                </a:moveTo>
                <a:lnTo>
                  <a:pt x="820" y="359664"/>
                </a:lnTo>
                <a:lnTo>
                  <a:pt x="917" y="353568"/>
                </a:lnTo>
                <a:lnTo>
                  <a:pt x="1333" y="316230"/>
                </a:lnTo>
                <a:lnTo>
                  <a:pt x="1425" y="176784"/>
                </a:lnTo>
                <a:lnTo>
                  <a:pt x="1301" y="151828"/>
                </a:lnTo>
                <a:lnTo>
                  <a:pt x="881" y="114681"/>
                </a:lnTo>
                <a:lnTo>
                  <a:pt x="0" y="74676"/>
                </a:lnTo>
                <a:lnTo>
                  <a:pt x="25908" y="89916"/>
                </a:lnTo>
                <a:lnTo>
                  <a:pt x="144780" y="89916"/>
                </a:lnTo>
                <a:lnTo>
                  <a:pt x="153924" y="99060"/>
                </a:lnTo>
                <a:lnTo>
                  <a:pt x="151828" y="100584"/>
                </a:lnTo>
                <a:lnTo>
                  <a:pt x="24384" y="100584"/>
                </a:lnTo>
                <a:lnTo>
                  <a:pt x="24384" y="211836"/>
                </a:lnTo>
                <a:lnTo>
                  <a:pt x="137205" y="211836"/>
                </a:lnTo>
                <a:lnTo>
                  <a:pt x="137219" y="222504"/>
                </a:lnTo>
                <a:lnTo>
                  <a:pt x="24384" y="222504"/>
                </a:lnTo>
                <a:lnTo>
                  <a:pt x="24384" y="344424"/>
                </a:lnTo>
                <a:lnTo>
                  <a:pt x="137922" y="344424"/>
                </a:lnTo>
                <a:lnTo>
                  <a:pt x="138123" y="353568"/>
                </a:lnTo>
                <a:lnTo>
                  <a:pt x="24384" y="353568"/>
                </a:lnTo>
                <a:lnTo>
                  <a:pt x="24384" y="384048"/>
                </a:lnTo>
                <a:lnTo>
                  <a:pt x="0" y="397764"/>
                </a:lnTo>
                <a:close/>
              </a:path>
              <a:path w="356870" h="401320">
                <a:moveTo>
                  <a:pt x="350520" y="96012"/>
                </a:moveTo>
                <a:lnTo>
                  <a:pt x="310896" y="96012"/>
                </a:lnTo>
                <a:lnTo>
                  <a:pt x="330708" y="76200"/>
                </a:lnTo>
                <a:lnTo>
                  <a:pt x="350520" y="96012"/>
                </a:lnTo>
                <a:close/>
              </a:path>
              <a:path w="356870" h="401320">
                <a:moveTo>
                  <a:pt x="137205" y="211836"/>
                </a:moveTo>
                <a:lnTo>
                  <a:pt x="114300" y="211836"/>
                </a:lnTo>
                <a:lnTo>
                  <a:pt x="114300" y="100584"/>
                </a:lnTo>
                <a:lnTo>
                  <a:pt x="151828" y="100584"/>
                </a:lnTo>
                <a:lnTo>
                  <a:pt x="137160" y="111252"/>
                </a:lnTo>
                <a:lnTo>
                  <a:pt x="137205" y="211836"/>
                </a:lnTo>
                <a:close/>
              </a:path>
              <a:path w="356870" h="401320">
                <a:moveTo>
                  <a:pt x="326904" y="359664"/>
                </a:moveTo>
                <a:lnTo>
                  <a:pt x="283464" y="359664"/>
                </a:lnTo>
                <a:lnTo>
                  <a:pt x="291750" y="357687"/>
                </a:lnTo>
                <a:lnTo>
                  <a:pt x="298323" y="351853"/>
                </a:lnTo>
                <a:lnTo>
                  <a:pt x="308586" y="304895"/>
                </a:lnTo>
                <a:lnTo>
                  <a:pt x="310705" y="259461"/>
                </a:lnTo>
                <a:lnTo>
                  <a:pt x="312539" y="192881"/>
                </a:lnTo>
                <a:lnTo>
                  <a:pt x="313944" y="105156"/>
                </a:lnTo>
                <a:lnTo>
                  <a:pt x="352806" y="105156"/>
                </a:lnTo>
                <a:lnTo>
                  <a:pt x="341376" y="114300"/>
                </a:lnTo>
                <a:lnTo>
                  <a:pt x="339593" y="186213"/>
                </a:lnTo>
                <a:lnTo>
                  <a:pt x="337620" y="248631"/>
                </a:lnTo>
                <a:lnTo>
                  <a:pt x="335560" y="294583"/>
                </a:lnTo>
                <a:lnTo>
                  <a:pt x="333280" y="326489"/>
                </a:lnTo>
                <a:lnTo>
                  <a:pt x="330708" y="344424"/>
                </a:lnTo>
                <a:lnTo>
                  <a:pt x="327874" y="357020"/>
                </a:lnTo>
                <a:lnTo>
                  <a:pt x="326904" y="359664"/>
                </a:lnTo>
                <a:close/>
              </a:path>
              <a:path w="356870" h="401320">
                <a:moveTo>
                  <a:pt x="231648" y="269748"/>
                </a:moveTo>
                <a:lnTo>
                  <a:pt x="230124" y="269748"/>
                </a:lnTo>
                <a:lnTo>
                  <a:pt x="226742" y="268081"/>
                </a:lnTo>
                <a:lnTo>
                  <a:pt x="223647" y="263271"/>
                </a:lnTo>
                <a:lnTo>
                  <a:pt x="221122" y="255603"/>
                </a:lnTo>
                <a:lnTo>
                  <a:pt x="219456" y="245364"/>
                </a:lnTo>
                <a:lnTo>
                  <a:pt x="214884" y="227576"/>
                </a:lnTo>
                <a:lnTo>
                  <a:pt x="208026" y="210502"/>
                </a:lnTo>
                <a:lnTo>
                  <a:pt x="198882" y="193714"/>
                </a:lnTo>
                <a:lnTo>
                  <a:pt x="187452" y="176784"/>
                </a:lnTo>
                <a:lnTo>
                  <a:pt x="190500" y="172212"/>
                </a:lnTo>
                <a:lnTo>
                  <a:pt x="224028" y="198501"/>
                </a:lnTo>
                <a:lnTo>
                  <a:pt x="246888" y="234696"/>
                </a:lnTo>
                <a:lnTo>
                  <a:pt x="246888" y="246888"/>
                </a:lnTo>
                <a:lnTo>
                  <a:pt x="243840" y="254508"/>
                </a:lnTo>
                <a:lnTo>
                  <a:pt x="234696" y="266700"/>
                </a:lnTo>
                <a:lnTo>
                  <a:pt x="231648" y="269748"/>
                </a:lnTo>
                <a:close/>
              </a:path>
              <a:path w="356870" h="401320">
                <a:moveTo>
                  <a:pt x="137922" y="344424"/>
                </a:moveTo>
                <a:lnTo>
                  <a:pt x="114300" y="344424"/>
                </a:lnTo>
                <a:lnTo>
                  <a:pt x="114300" y="222504"/>
                </a:lnTo>
                <a:lnTo>
                  <a:pt x="137219" y="222504"/>
                </a:lnTo>
                <a:lnTo>
                  <a:pt x="137337" y="269748"/>
                </a:lnTo>
                <a:lnTo>
                  <a:pt x="137494" y="304895"/>
                </a:lnTo>
                <a:lnTo>
                  <a:pt x="137922" y="344424"/>
                </a:lnTo>
                <a:close/>
              </a:path>
              <a:path w="356870" h="401320">
                <a:moveTo>
                  <a:pt x="277367" y="400812"/>
                </a:moveTo>
                <a:lnTo>
                  <a:pt x="271129" y="387953"/>
                </a:lnTo>
                <a:lnTo>
                  <a:pt x="259461" y="376809"/>
                </a:lnTo>
                <a:lnTo>
                  <a:pt x="242649" y="367379"/>
                </a:lnTo>
                <a:lnTo>
                  <a:pt x="220979" y="359664"/>
                </a:lnTo>
                <a:lnTo>
                  <a:pt x="220979" y="350520"/>
                </a:lnTo>
                <a:lnTo>
                  <a:pt x="241030" y="354520"/>
                </a:lnTo>
                <a:lnTo>
                  <a:pt x="257937" y="357378"/>
                </a:lnTo>
                <a:lnTo>
                  <a:pt x="271986" y="359092"/>
                </a:lnTo>
                <a:lnTo>
                  <a:pt x="283464" y="359664"/>
                </a:lnTo>
                <a:lnTo>
                  <a:pt x="326904" y="359664"/>
                </a:lnTo>
                <a:lnTo>
                  <a:pt x="324040" y="367474"/>
                </a:lnTo>
                <a:lnTo>
                  <a:pt x="289083" y="396240"/>
                </a:lnTo>
                <a:lnTo>
                  <a:pt x="277367" y="400812"/>
                </a:lnTo>
                <a:close/>
              </a:path>
              <a:path w="356870" h="401320">
                <a:moveTo>
                  <a:pt x="114300" y="390144"/>
                </a:moveTo>
                <a:lnTo>
                  <a:pt x="114300" y="353568"/>
                </a:lnTo>
                <a:lnTo>
                  <a:pt x="138123" y="353568"/>
                </a:lnTo>
                <a:lnTo>
                  <a:pt x="138684" y="376428"/>
                </a:lnTo>
                <a:lnTo>
                  <a:pt x="114300" y="39014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" name="object 57"/>
          <p:cNvSpPr/>
          <p:nvPr/>
        </p:nvSpPr>
        <p:spPr>
          <a:xfrm>
            <a:off x="5494020" y="4831092"/>
            <a:ext cx="840105" cy="405765"/>
          </a:xfrm>
          <a:custGeom>
            <a:avLst/>
            <a:gdLst/>
            <a:ahLst/>
            <a:cxnLst/>
            <a:rect l="l" t="t" r="r" b="b"/>
            <a:pathLst>
              <a:path w="840104" h="405764">
                <a:moveTo>
                  <a:pt x="385572" y="257556"/>
                </a:moveTo>
                <a:lnTo>
                  <a:pt x="361607" y="217551"/>
                </a:lnTo>
                <a:lnTo>
                  <a:pt x="300939" y="171831"/>
                </a:lnTo>
                <a:lnTo>
                  <a:pt x="251460" y="138684"/>
                </a:lnTo>
                <a:lnTo>
                  <a:pt x="245364" y="144780"/>
                </a:lnTo>
                <a:lnTo>
                  <a:pt x="283654" y="179298"/>
                </a:lnTo>
                <a:lnTo>
                  <a:pt x="313944" y="209550"/>
                </a:lnTo>
                <a:lnTo>
                  <a:pt x="336232" y="235216"/>
                </a:lnTo>
                <a:lnTo>
                  <a:pt x="350520" y="256032"/>
                </a:lnTo>
                <a:lnTo>
                  <a:pt x="357060" y="268033"/>
                </a:lnTo>
                <a:lnTo>
                  <a:pt x="362902" y="276606"/>
                </a:lnTo>
                <a:lnTo>
                  <a:pt x="367868" y="281749"/>
                </a:lnTo>
                <a:lnTo>
                  <a:pt x="371856" y="283464"/>
                </a:lnTo>
                <a:lnTo>
                  <a:pt x="373380" y="283464"/>
                </a:lnTo>
                <a:lnTo>
                  <a:pt x="376428" y="280416"/>
                </a:lnTo>
                <a:lnTo>
                  <a:pt x="379476" y="274320"/>
                </a:lnTo>
                <a:lnTo>
                  <a:pt x="384048" y="268224"/>
                </a:lnTo>
                <a:lnTo>
                  <a:pt x="385572" y="262128"/>
                </a:lnTo>
                <a:lnTo>
                  <a:pt x="385572" y="257556"/>
                </a:lnTo>
                <a:close/>
              </a:path>
              <a:path w="840104" h="405764">
                <a:moveTo>
                  <a:pt x="396240" y="39624"/>
                </a:moveTo>
                <a:lnTo>
                  <a:pt x="359664" y="3048"/>
                </a:lnTo>
                <a:lnTo>
                  <a:pt x="333756" y="28956"/>
                </a:lnTo>
                <a:lnTo>
                  <a:pt x="3048" y="28956"/>
                </a:lnTo>
                <a:lnTo>
                  <a:pt x="18288" y="45720"/>
                </a:lnTo>
                <a:lnTo>
                  <a:pt x="28575" y="42837"/>
                </a:lnTo>
                <a:lnTo>
                  <a:pt x="38862" y="40957"/>
                </a:lnTo>
                <a:lnTo>
                  <a:pt x="49149" y="39928"/>
                </a:lnTo>
                <a:lnTo>
                  <a:pt x="59436" y="39624"/>
                </a:lnTo>
                <a:lnTo>
                  <a:pt x="195072" y="39624"/>
                </a:lnTo>
                <a:lnTo>
                  <a:pt x="177660" y="81381"/>
                </a:lnTo>
                <a:lnTo>
                  <a:pt x="157543" y="120015"/>
                </a:lnTo>
                <a:lnTo>
                  <a:pt x="134848" y="155778"/>
                </a:lnTo>
                <a:lnTo>
                  <a:pt x="109728" y="188976"/>
                </a:lnTo>
                <a:lnTo>
                  <a:pt x="83146" y="219544"/>
                </a:lnTo>
                <a:lnTo>
                  <a:pt x="56007" y="247269"/>
                </a:lnTo>
                <a:lnTo>
                  <a:pt x="0" y="294132"/>
                </a:lnTo>
                <a:lnTo>
                  <a:pt x="3048" y="300228"/>
                </a:lnTo>
                <a:lnTo>
                  <a:pt x="46024" y="272973"/>
                </a:lnTo>
                <a:lnTo>
                  <a:pt x="85432" y="242430"/>
                </a:lnTo>
                <a:lnTo>
                  <a:pt x="121323" y="208597"/>
                </a:lnTo>
                <a:lnTo>
                  <a:pt x="153784" y="171475"/>
                </a:lnTo>
                <a:lnTo>
                  <a:pt x="182880" y="131064"/>
                </a:lnTo>
                <a:lnTo>
                  <a:pt x="182854" y="308610"/>
                </a:lnTo>
                <a:lnTo>
                  <a:pt x="182689" y="336042"/>
                </a:lnTo>
                <a:lnTo>
                  <a:pt x="182232" y="365760"/>
                </a:lnTo>
                <a:lnTo>
                  <a:pt x="181356" y="397764"/>
                </a:lnTo>
                <a:lnTo>
                  <a:pt x="211836" y="385572"/>
                </a:lnTo>
                <a:lnTo>
                  <a:pt x="210947" y="370395"/>
                </a:lnTo>
                <a:lnTo>
                  <a:pt x="210502" y="352234"/>
                </a:lnTo>
                <a:lnTo>
                  <a:pt x="210375" y="336042"/>
                </a:lnTo>
                <a:lnTo>
                  <a:pt x="210312" y="138684"/>
                </a:lnTo>
                <a:lnTo>
                  <a:pt x="219837" y="131064"/>
                </a:lnTo>
                <a:lnTo>
                  <a:pt x="225552" y="126492"/>
                </a:lnTo>
                <a:lnTo>
                  <a:pt x="195072" y="109728"/>
                </a:lnTo>
                <a:lnTo>
                  <a:pt x="204825" y="89979"/>
                </a:lnTo>
                <a:lnTo>
                  <a:pt x="213741" y="71818"/>
                </a:lnTo>
                <a:lnTo>
                  <a:pt x="222072" y="55067"/>
                </a:lnTo>
                <a:lnTo>
                  <a:pt x="230124" y="39624"/>
                </a:lnTo>
                <a:lnTo>
                  <a:pt x="396240" y="39624"/>
                </a:lnTo>
                <a:close/>
              </a:path>
              <a:path w="840104" h="405764">
                <a:moveTo>
                  <a:pt x="611111" y="137160"/>
                </a:moveTo>
                <a:lnTo>
                  <a:pt x="582168" y="106680"/>
                </a:lnTo>
                <a:lnTo>
                  <a:pt x="560832" y="126492"/>
                </a:lnTo>
                <a:lnTo>
                  <a:pt x="547116" y="126492"/>
                </a:lnTo>
                <a:lnTo>
                  <a:pt x="547116" y="48768"/>
                </a:lnTo>
                <a:lnTo>
                  <a:pt x="547116" y="45720"/>
                </a:lnTo>
                <a:lnTo>
                  <a:pt x="565188" y="41694"/>
                </a:lnTo>
                <a:lnTo>
                  <a:pt x="580834" y="38671"/>
                </a:lnTo>
                <a:lnTo>
                  <a:pt x="594474" y="36499"/>
                </a:lnTo>
                <a:lnTo>
                  <a:pt x="606552" y="35052"/>
                </a:lnTo>
                <a:lnTo>
                  <a:pt x="579120" y="7620"/>
                </a:lnTo>
                <a:lnTo>
                  <a:pt x="538607" y="29044"/>
                </a:lnTo>
                <a:lnTo>
                  <a:pt x="484822" y="44005"/>
                </a:lnTo>
                <a:lnTo>
                  <a:pt x="449580" y="51816"/>
                </a:lnTo>
                <a:lnTo>
                  <a:pt x="451104" y="59436"/>
                </a:lnTo>
                <a:lnTo>
                  <a:pt x="505104" y="51282"/>
                </a:lnTo>
                <a:lnTo>
                  <a:pt x="524256" y="48768"/>
                </a:lnTo>
                <a:lnTo>
                  <a:pt x="524256" y="126492"/>
                </a:lnTo>
                <a:lnTo>
                  <a:pt x="441947" y="126492"/>
                </a:lnTo>
                <a:lnTo>
                  <a:pt x="458724" y="143256"/>
                </a:lnTo>
                <a:lnTo>
                  <a:pt x="468147" y="140373"/>
                </a:lnTo>
                <a:lnTo>
                  <a:pt x="478155" y="138493"/>
                </a:lnTo>
                <a:lnTo>
                  <a:pt x="488721" y="137464"/>
                </a:lnTo>
                <a:lnTo>
                  <a:pt x="499872" y="137160"/>
                </a:lnTo>
                <a:lnTo>
                  <a:pt x="522732" y="137160"/>
                </a:lnTo>
                <a:lnTo>
                  <a:pt x="509778" y="180213"/>
                </a:lnTo>
                <a:lnTo>
                  <a:pt x="492252" y="225552"/>
                </a:lnTo>
                <a:lnTo>
                  <a:pt x="468439" y="272796"/>
                </a:lnTo>
                <a:lnTo>
                  <a:pt x="438899" y="320040"/>
                </a:lnTo>
                <a:lnTo>
                  <a:pt x="443471" y="323088"/>
                </a:lnTo>
                <a:lnTo>
                  <a:pt x="468096" y="296811"/>
                </a:lnTo>
                <a:lnTo>
                  <a:pt x="489585" y="268414"/>
                </a:lnTo>
                <a:lnTo>
                  <a:pt x="508165" y="238048"/>
                </a:lnTo>
                <a:lnTo>
                  <a:pt x="524256" y="205740"/>
                </a:lnTo>
                <a:lnTo>
                  <a:pt x="524129" y="302704"/>
                </a:lnTo>
                <a:lnTo>
                  <a:pt x="524014" y="328422"/>
                </a:lnTo>
                <a:lnTo>
                  <a:pt x="523608" y="369036"/>
                </a:lnTo>
                <a:lnTo>
                  <a:pt x="522732" y="405384"/>
                </a:lnTo>
                <a:lnTo>
                  <a:pt x="548640" y="391668"/>
                </a:lnTo>
                <a:lnTo>
                  <a:pt x="547357" y="326517"/>
                </a:lnTo>
                <a:lnTo>
                  <a:pt x="547116" y="205740"/>
                </a:lnTo>
                <a:lnTo>
                  <a:pt x="547116" y="182880"/>
                </a:lnTo>
                <a:lnTo>
                  <a:pt x="555917" y="193713"/>
                </a:lnTo>
                <a:lnTo>
                  <a:pt x="563880" y="205549"/>
                </a:lnTo>
                <a:lnTo>
                  <a:pt x="570687" y="218236"/>
                </a:lnTo>
                <a:lnTo>
                  <a:pt x="576072" y="231648"/>
                </a:lnTo>
                <a:lnTo>
                  <a:pt x="580644" y="242316"/>
                </a:lnTo>
                <a:lnTo>
                  <a:pt x="585216" y="248412"/>
                </a:lnTo>
                <a:lnTo>
                  <a:pt x="591312" y="248412"/>
                </a:lnTo>
                <a:lnTo>
                  <a:pt x="598932" y="233172"/>
                </a:lnTo>
                <a:lnTo>
                  <a:pt x="600456" y="227076"/>
                </a:lnTo>
                <a:lnTo>
                  <a:pt x="600456" y="220980"/>
                </a:lnTo>
                <a:lnTo>
                  <a:pt x="576897" y="189357"/>
                </a:lnTo>
                <a:lnTo>
                  <a:pt x="566559" y="182880"/>
                </a:lnTo>
                <a:lnTo>
                  <a:pt x="557987" y="177927"/>
                </a:lnTo>
                <a:lnTo>
                  <a:pt x="547116" y="172212"/>
                </a:lnTo>
                <a:lnTo>
                  <a:pt x="547116" y="137160"/>
                </a:lnTo>
                <a:lnTo>
                  <a:pt x="611111" y="137160"/>
                </a:lnTo>
                <a:close/>
              </a:path>
              <a:path w="840104" h="405764">
                <a:moveTo>
                  <a:pt x="615086" y="322084"/>
                </a:moveTo>
                <a:lnTo>
                  <a:pt x="614959" y="310984"/>
                </a:lnTo>
                <a:lnTo>
                  <a:pt x="614172" y="294132"/>
                </a:lnTo>
                <a:lnTo>
                  <a:pt x="608063" y="294132"/>
                </a:lnTo>
                <a:lnTo>
                  <a:pt x="603211" y="310984"/>
                </a:lnTo>
                <a:lnTo>
                  <a:pt x="597789" y="324993"/>
                </a:lnTo>
                <a:lnTo>
                  <a:pt x="591794" y="336105"/>
                </a:lnTo>
                <a:lnTo>
                  <a:pt x="585216" y="344424"/>
                </a:lnTo>
                <a:lnTo>
                  <a:pt x="577596" y="350520"/>
                </a:lnTo>
                <a:lnTo>
                  <a:pt x="574548" y="356616"/>
                </a:lnTo>
                <a:lnTo>
                  <a:pt x="574548" y="362712"/>
                </a:lnTo>
                <a:lnTo>
                  <a:pt x="577596" y="365760"/>
                </a:lnTo>
                <a:lnTo>
                  <a:pt x="580644" y="365760"/>
                </a:lnTo>
                <a:lnTo>
                  <a:pt x="583692" y="367284"/>
                </a:lnTo>
                <a:lnTo>
                  <a:pt x="591312" y="367284"/>
                </a:lnTo>
                <a:lnTo>
                  <a:pt x="595884" y="365760"/>
                </a:lnTo>
                <a:lnTo>
                  <a:pt x="601980" y="365760"/>
                </a:lnTo>
                <a:lnTo>
                  <a:pt x="606552" y="364236"/>
                </a:lnTo>
                <a:lnTo>
                  <a:pt x="611111" y="358140"/>
                </a:lnTo>
                <a:lnTo>
                  <a:pt x="612648" y="347472"/>
                </a:lnTo>
                <a:lnTo>
                  <a:pt x="614375" y="338277"/>
                </a:lnTo>
                <a:lnTo>
                  <a:pt x="614997" y="328422"/>
                </a:lnTo>
                <a:lnTo>
                  <a:pt x="615086" y="322084"/>
                </a:lnTo>
                <a:close/>
              </a:path>
              <a:path w="840104" h="405764">
                <a:moveTo>
                  <a:pt x="733044" y="289560"/>
                </a:moveTo>
                <a:lnTo>
                  <a:pt x="731520" y="284988"/>
                </a:lnTo>
                <a:lnTo>
                  <a:pt x="726948" y="280416"/>
                </a:lnTo>
                <a:lnTo>
                  <a:pt x="722655" y="274980"/>
                </a:lnTo>
                <a:lnTo>
                  <a:pt x="714375" y="267843"/>
                </a:lnTo>
                <a:lnTo>
                  <a:pt x="702081" y="258978"/>
                </a:lnTo>
                <a:lnTo>
                  <a:pt x="685787" y="248412"/>
                </a:lnTo>
                <a:lnTo>
                  <a:pt x="682752" y="251460"/>
                </a:lnTo>
                <a:lnTo>
                  <a:pt x="692175" y="265760"/>
                </a:lnTo>
                <a:lnTo>
                  <a:pt x="699897" y="279082"/>
                </a:lnTo>
                <a:lnTo>
                  <a:pt x="705891" y="291528"/>
                </a:lnTo>
                <a:lnTo>
                  <a:pt x="710184" y="303276"/>
                </a:lnTo>
                <a:lnTo>
                  <a:pt x="714756" y="316992"/>
                </a:lnTo>
                <a:lnTo>
                  <a:pt x="719328" y="316992"/>
                </a:lnTo>
                <a:lnTo>
                  <a:pt x="722363" y="313944"/>
                </a:lnTo>
                <a:lnTo>
                  <a:pt x="731520" y="301752"/>
                </a:lnTo>
                <a:lnTo>
                  <a:pt x="733044" y="297180"/>
                </a:lnTo>
                <a:lnTo>
                  <a:pt x="733044" y="289560"/>
                </a:lnTo>
                <a:close/>
              </a:path>
              <a:path w="840104" h="405764">
                <a:moveTo>
                  <a:pt x="794004" y="362712"/>
                </a:moveTo>
                <a:lnTo>
                  <a:pt x="775144" y="327088"/>
                </a:lnTo>
                <a:lnTo>
                  <a:pt x="774192" y="306324"/>
                </a:lnTo>
                <a:lnTo>
                  <a:pt x="768083" y="306324"/>
                </a:lnTo>
                <a:lnTo>
                  <a:pt x="763511" y="344424"/>
                </a:lnTo>
                <a:lnTo>
                  <a:pt x="745236" y="367284"/>
                </a:lnTo>
                <a:lnTo>
                  <a:pt x="696468" y="367284"/>
                </a:lnTo>
                <a:lnTo>
                  <a:pt x="684695" y="366725"/>
                </a:lnTo>
                <a:lnTo>
                  <a:pt x="676656" y="362902"/>
                </a:lnTo>
                <a:lnTo>
                  <a:pt x="672033" y="355917"/>
                </a:lnTo>
                <a:lnTo>
                  <a:pt x="670560" y="345948"/>
                </a:lnTo>
                <a:lnTo>
                  <a:pt x="670560" y="304800"/>
                </a:lnTo>
                <a:lnTo>
                  <a:pt x="682752" y="294132"/>
                </a:lnTo>
                <a:lnTo>
                  <a:pt x="646163" y="278892"/>
                </a:lnTo>
                <a:lnTo>
                  <a:pt x="647052" y="296608"/>
                </a:lnTo>
                <a:lnTo>
                  <a:pt x="647522" y="317195"/>
                </a:lnTo>
                <a:lnTo>
                  <a:pt x="647623" y="330708"/>
                </a:lnTo>
                <a:lnTo>
                  <a:pt x="647687" y="356616"/>
                </a:lnTo>
                <a:lnTo>
                  <a:pt x="649427" y="368846"/>
                </a:lnTo>
                <a:lnTo>
                  <a:pt x="654748" y="377952"/>
                </a:lnTo>
                <a:lnTo>
                  <a:pt x="663765" y="383616"/>
                </a:lnTo>
                <a:lnTo>
                  <a:pt x="676656" y="385572"/>
                </a:lnTo>
                <a:lnTo>
                  <a:pt x="751332" y="385572"/>
                </a:lnTo>
                <a:lnTo>
                  <a:pt x="765924" y="385851"/>
                </a:lnTo>
                <a:lnTo>
                  <a:pt x="777811" y="382143"/>
                </a:lnTo>
                <a:lnTo>
                  <a:pt x="787120" y="374421"/>
                </a:lnTo>
                <a:lnTo>
                  <a:pt x="791311" y="367284"/>
                </a:lnTo>
                <a:lnTo>
                  <a:pt x="794004" y="362712"/>
                </a:lnTo>
                <a:close/>
              </a:path>
              <a:path w="840104" h="405764">
                <a:moveTo>
                  <a:pt x="822960" y="128016"/>
                </a:moveTo>
                <a:lnTo>
                  <a:pt x="795528" y="108204"/>
                </a:lnTo>
                <a:lnTo>
                  <a:pt x="783336" y="124968"/>
                </a:lnTo>
                <a:lnTo>
                  <a:pt x="719328" y="124968"/>
                </a:lnTo>
                <a:lnTo>
                  <a:pt x="730186" y="110121"/>
                </a:lnTo>
                <a:lnTo>
                  <a:pt x="739902" y="97726"/>
                </a:lnTo>
                <a:lnTo>
                  <a:pt x="748474" y="87884"/>
                </a:lnTo>
                <a:lnTo>
                  <a:pt x="755904" y="80772"/>
                </a:lnTo>
                <a:lnTo>
                  <a:pt x="761898" y="74485"/>
                </a:lnTo>
                <a:lnTo>
                  <a:pt x="768464" y="69342"/>
                </a:lnTo>
                <a:lnTo>
                  <a:pt x="775614" y="65341"/>
                </a:lnTo>
                <a:lnTo>
                  <a:pt x="779221" y="64008"/>
                </a:lnTo>
                <a:lnTo>
                  <a:pt x="783336" y="62484"/>
                </a:lnTo>
                <a:lnTo>
                  <a:pt x="773645" y="53340"/>
                </a:lnTo>
                <a:lnTo>
                  <a:pt x="755904" y="36576"/>
                </a:lnTo>
                <a:lnTo>
                  <a:pt x="739140" y="53340"/>
                </a:lnTo>
                <a:lnTo>
                  <a:pt x="672084" y="53340"/>
                </a:lnTo>
                <a:lnTo>
                  <a:pt x="681202" y="41046"/>
                </a:lnTo>
                <a:lnTo>
                  <a:pt x="690181" y="31623"/>
                </a:lnTo>
                <a:lnTo>
                  <a:pt x="698868" y="25044"/>
                </a:lnTo>
                <a:lnTo>
                  <a:pt x="707136" y="21336"/>
                </a:lnTo>
                <a:lnTo>
                  <a:pt x="673608" y="0"/>
                </a:lnTo>
                <a:lnTo>
                  <a:pt x="654748" y="43713"/>
                </a:lnTo>
                <a:lnTo>
                  <a:pt x="626554" y="90297"/>
                </a:lnTo>
                <a:lnTo>
                  <a:pt x="608063" y="114300"/>
                </a:lnTo>
                <a:lnTo>
                  <a:pt x="612648" y="118872"/>
                </a:lnTo>
                <a:lnTo>
                  <a:pt x="626338" y="106870"/>
                </a:lnTo>
                <a:lnTo>
                  <a:pt x="639889" y="93726"/>
                </a:lnTo>
                <a:lnTo>
                  <a:pt x="653148" y="79438"/>
                </a:lnTo>
                <a:lnTo>
                  <a:pt x="665975" y="64008"/>
                </a:lnTo>
                <a:lnTo>
                  <a:pt x="740651" y="64008"/>
                </a:lnTo>
                <a:lnTo>
                  <a:pt x="708660" y="124968"/>
                </a:lnTo>
                <a:lnTo>
                  <a:pt x="612648" y="124968"/>
                </a:lnTo>
                <a:lnTo>
                  <a:pt x="627875" y="140208"/>
                </a:lnTo>
                <a:lnTo>
                  <a:pt x="638187" y="138201"/>
                </a:lnTo>
                <a:lnTo>
                  <a:pt x="648652" y="136779"/>
                </a:lnTo>
                <a:lnTo>
                  <a:pt x="659384" y="135915"/>
                </a:lnTo>
                <a:lnTo>
                  <a:pt x="670560" y="135636"/>
                </a:lnTo>
                <a:lnTo>
                  <a:pt x="786384" y="135636"/>
                </a:lnTo>
                <a:lnTo>
                  <a:pt x="786384" y="176784"/>
                </a:lnTo>
                <a:lnTo>
                  <a:pt x="630936" y="176784"/>
                </a:lnTo>
                <a:lnTo>
                  <a:pt x="646163" y="193548"/>
                </a:lnTo>
                <a:lnTo>
                  <a:pt x="655599" y="190665"/>
                </a:lnTo>
                <a:lnTo>
                  <a:pt x="665607" y="188785"/>
                </a:lnTo>
                <a:lnTo>
                  <a:pt x="676173" y="187756"/>
                </a:lnTo>
                <a:lnTo>
                  <a:pt x="687311" y="187452"/>
                </a:lnTo>
                <a:lnTo>
                  <a:pt x="786384" y="187452"/>
                </a:lnTo>
                <a:lnTo>
                  <a:pt x="786384" y="227076"/>
                </a:lnTo>
                <a:lnTo>
                  <a:pt x="612648" y="227076"/>
                </a:lnTo>
                <a:lnTo>
                  <a:pt x="627875" y="243840"/>
                </a:lnTo>
                <a:lnTo>
                  <a:pt x="638187" y="240957"/>
                </a:lnTo>
                <a:lnTo>
                  <a:pt x="648652" y="239077"/>
                </a:lnTo>
                <a:lnTo>
                  <a:pt x="659384" y="238048"/>
                </a:lnTo>
                <a:lnTo>
                  <a:pt x="670560" y="237744"/>
                </a:lnTo>
                <a:lnTo>
                  <a:pt x="786384" y="237744"/>
                </a:lnTo>
                <a:lnTo>
                  <a:pt x="786384" y="260604"/>
                </a:lnTo>
                <a:lnTo>
                  <a:pt x="810755" y="249936"/>
                </a:lnTo>
                <a:lnTo>
                  <a:pt x="809409" y="208597"/>
                </a:lnTo>
                <a:lnTo>
                  <a:pt x="809231" y="140208"/>
                </a:lnTo>
                <a:lnTo>
                  <a:pt x="814387" y="135636"/>
                </a:lnTo>
                <a:lnTo>
                  <a:pt x="822960" y="128016"/>
                </a:lnTo>
                <a:close/>
              </a:path>
              <a:path w="840104" h="405764">
                <a:moveTo>
                  <a:pt x="839724" y="341376"/>
                </a:moveTo>
                <a:lnTo>
                  <a:pt x="817664" y="308864"/>
                </a:lnTo>
                <a:lnTo>
                  <a:pt x="786384" y="291084"/>
                </a:lnTo>
                <a:lnTo>
                  <a:pt x="783336" y="294132"/>
                </a:lnTo>
                <a:lnTo>
                  <a:pt x="790994" y="304990"/>
                </a:lnTo>
                <a:lnTo>
                  <a:pt x="797814" y="314706"/>
                </a:lnTo>
                <a:lnTo>
                  <a:pt x="817359" y="351282"/>
                </a:lnTo>
                <a:lnTo>
                  <a:pt x="821436" y="364236"/>
                </a:lnTo>
                <a:lnTo>
                  <a:pt x="824484" y="367284"/>
                </a:lnTo>
                <a:lnTo>
                  <a:pt x="827532" y="367284"/>
                </a:lnTo>
                <a:lnTo>
                  <a:pt x="830580" y="364236"/>
                </a:lnTo>
                <a:lnTo>
                  <a:pt x="833628" y="356616"/>
                </a:lnTo>
                <a:lnTo>
                  <a:pt x="838200" y="350520"/>
                </a:lnTo>
                <a:lnTo>
                  <a:pt x="839724" y="345948"/>
                </a:lnTo>
                <a:lnTo>
                  <a:pt x="839724" y="34137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" name="object 58"/>
          <p:cNvSpPr/>
          <p:nvPr/>
        </p:nvSpPr>
        <p:spPr>
          <a:xfrm>
            <a:off x="6387084" y="4829555"/>
            <a:ext cx="387350" cy="405765"/>
          </a:xfrm>
          <a:custGeom>
            <a:avLst/>
            <a:gdLst/>
            <a:ahLst/>
            <a:cxnLst/>
            <a:rect l="l" t="t" r="r" b="b"/>
            <a:pathLst>
              <a:path w="387350" h="405764">
                <a:moveTo>
                  <a:pt x="198120" y="71627"/>
                </a:moveTo>
                <a:lnTo>
                  <a:pt x="193548" y="71627"/>
                </a:lnTo>
                <a:lnTo>
                  <a:pt x="190500" y="65531"/>
                </a:lnTo>
                <a:lnTo>
                  <a:pt x="188976" y="54863"/>
                </a:lnTo>
                <a:lnTo>
                  <a:pt x="185547" y="43767"/>
                </a:lnTo>
                <a:lnTo>
                  <a:pt x="179832" y="31241"/>
                </a:lnTo>
                <a:lnTo>
                  <a:pt x="171831" y="17573"/>
                </a:lnTo>
                <a:lnTo>
                  <a:pt x="161544" y="3048"/>
                </a:lnTo>
                <a:lnTo>
                  <a:pt x="164592" y="0"/>
                </a:lnTo>
                <a:lnTo>
                  <a:pt x="179379" y="8358"/>
                </a:lnTo>
                <a:lnTo>
                  <a:pt x="191452" y="15430"/>
                </a:lnTo>
                <a:lnTo>
                  <a:pt x="200382" y="21645"/>
                </a:lnTo>
                <a:lnTo>
                  <a:pt x="205740" y="27431"/>
                </a:lnTo>
                <a:lnTo>
                  <a:pt x="211836" y="33527"/>
                </a:lnTo>
                <a:lnTo>
                  <a:pt x="214884" y="39624"/>
                </a:lnTo>
                <a:lnTo>
                  <a:pt x="214884" y="50291"/>
                </a:lnTo>
                <a:lnTo>
                  <a:pt x="211836" y="56387"/>
                </a:lnTo>
                <a:lnTo>
                  <a:pt x="202692" y="68579"/>
                </a:lnTo>
                <a:lnTo>
                  <a:pt x="198120" y="71627"/>
                </a:lnTo>
                <a:close/>
              </a:path>
              <a:path w="387350" h="405764">
                <a:moveTo>
                  <a:pt x="36576" y="138683"/>
                </a:moveTo>
                <a:lnTo>
                  <a:pt x="27432" y="138683"/>
                </a:lnTo>
                <a:lnTo>
                  <a:pt x="24384" y="137159"/>
                </a:lnTo>
                <a:lnTo>
                  <a:pt x="15240" y="131063"/>
                </a:lnTo>
                <a:lnTo>
                  <a:pt x="13716" y="129539"/>
                </a:lnTo>
                <a:lnTo>
                  <a:pt x="13716" y="123443"/>
                </a:lnTo>
                <a:lnTo>
                  <a:pt x="18288" y="117347"/>
                </a:lnTo>
                <a:lnTo>
                  <a:pt x="27432" y="109727"/>
                </a:lnTo>
                <a:lnTo>
                  <a:pt x="35742" y="100274"/>
                </a:lnTo>
                <a:lnTo>
                  <a:pt x="42481" y="87820"/>
                </a:lnTo>
                <a:lnTo>
                  <a:pt x="47791" y="72223"/>
                </a:lnTo>
                <a:lnTo>
                  <a:pt x="51816" y="53339"/>
                </a:lnTo>
                <a:lnTo>
                  <a:pt x="57912" y="53339"/>
                </a:lnTo>
                <a:lnTo>
                  <a:pt x="57912" y="76200"/>
                </a:lnTo>
                <a:lnTo>
                  <a:pt x="366314" y="76200"/>
                </a:lnTo>
                <a:lnTo>
                  <a:pt x="375527" y="86867"/>
                </a:lnTo>
                <a:lnTo>
                  <a:pt x="57912" y="86867"/>
                </a:lnTo>
                <a:lnTo>
                  <a:pt x="58197" y="104298"/>
                </a:lnTo>
                <a:lnTo>
                  <a:pt x="56769" y="117728"/>
                </a:lnTo>
                <a:lnTo>
                  <a:pt x="53625" y="127158"/>
                </a:lnTo>
                <a:lnTo>
                  <a:pt x="48768" y="132587"/>
                </a:lnTo>
                <a:lnTo>
                  <a:pt x="41148" y="137159"/>
                </a:lnTo>
                <a:lnTo>
                  <a:pt x="36576" y="138683"/>
                </a:lnTo>
                <a:close/>
              </a:path>
              <a:path w="387350" h="405764">
                <a:moveTo>
                  <a:pt x="366314" y="76200"/>
                </a:moveTo>
                <a:lnTo>
                  <a:pt x="332232" y="76200"/>
                </a:lnTo>
                <a:lnTo>
                  <a:pt x="350520" y="57912"/>
                </a:lnTo>
                <a:lnTo>
                  <a:pt x="366314" y="76200"/>
                </a:lnTo>
                <a:close/>
              </a:path>
              <a:path w="387350" h="405764">
                <a:moveTo>
                  <a:pt x="316992" y="134111"/>
                </a:moveTo>
                <a:lnTo>
                  <a:pt x="312420" y="129539"/>
                </a:lnTo>
                <a:lnTo>
                  <a:pt x="335280" y="86867"/>
                </a:lnTo>
                <a:lnTo>
                  <a:pt x="375527" y="86867"/>
                </a:lnTo>
                <a:lnTo>
                  <a:pt x="379476" y="91439"/>
                </a:lnTo>
                <a:lnTo>
                  <a:pt x="366926" y="94249"/>
                </a:lnTo>
                <a:lnTo>
                  <a:pt x="352234" y="102488"/>
                </a:lnTo>
                <a:lnTo>
                  <a:pt x="335541" y="115871"/>
                </a:lnTo>
                <a:lnTo>
                  <a:pt x="316992" y="134111"/>
                </a:lnTo>
                <a:close/>
              </a:path>
              <a:path w="387350" h="405764">
                <a:moveTo>
                  <a:pt x="42672" y="175259"/>
                </a:moveTo>
                <a:lnTo>
                  <a:pt x="27432" y="160019"/>
                </a:lnTo>
                <a:lnTo>
                  <a:pt x="298704" y="160019"/>
                </a:lnTo>
                <a:lnTo>
                  <a:pt x="323088" y="135635"/>
                </a:lnTo>
                <a:lnTo>
                  <a:pt x="358140" y="170687"/>
                </a:lnTo>
                <a:lnTo>
                  <a:pt x="85344" y="170687"/>
                </a:lnTo>
                <a:lnTo>
                  <a:pt x="74175" y="170973"/>
                </a:lnTo>
                <a:lnTo>
                  <a:pt x="63436" y="171830"/>
                </a:lnTo>
                <a:lnTo>
                  <a:pt x="52982" y="173259"/>
                </a:lnTo>
                <a:lnTo>
                  <a:pt x="42672" y="175259"/>
                </a:lnTo>
                <a:close/>
              </a:path>
              <a:path w="387350" h="405764">
                <a:moveTo>
                  <a:pt x="205740" y="348996"/>
                </a:moveTo>
                <a:lnTo>
                  <a:pt x="181356" y="348996"/>
                </a:lnTo>
                <a:lnTo>
                  <a:pt x="181356" y="170687"/>
                </a:lnTo>
                <a:lnTo>
                  <a:pt x="205740" y="170687"/>
                </a:lnTo>
                <a:lnTo>
                  <a:pt x="205740" y="256031"/>
                </a:lnTo>
                <a:lnTo>
                  <a:pt x="330708" y="256031"/>
                </a:lnTo>
                <a:lnTo>
                  <a:pt x="339852" y="265175"/>
                </a:lnTo>
                <a:lnTo>
                  <a:pt x="205740" y="265175"/>
                </a:lnTo>
                <a:lnTo>
                  <a:pt x="205740" y="348996"/>
                </a:lnTo>
                <a:close/>
              </a:path>
              <a:path w="387350" h="405764">
                <a:moveTo>
                  <a:pt x="3048" y="405384"/>
                </a:moveTo>
                <a:lnTo>
                  <a:pt x="0" y="399287"/>
                </a:lnTo>
                <a:lnTo>
                  <a:pt x="15144" y="384143"/>
                </a:lnTo>
                <a:lnTo>
                  <a:pt x="28575" y="368427"/>
                </a:lnTo>
                <a:lnTo>
                  <a:pt x="50292" y="335280"/>
                </a:lnTo>
                <a:lnTo>
                  <a:pt x="69151" y="285988"/>
                </a:lnTo>
                <a:lnTo>
                  <a:pt x="78676" y="237743"/>
                </a:lnTo>
                <a:lnTo>
                  <a:pt x="80772" y="205739"/>
                </a:lnTo>
                <a:lnTo>
                  <a:pt x="123444" y="225551"/>
                </a:lnTo>
                <a:lnTo>
                  <a:pt x="103251" y="259270"/>
                </a:lnTo>
                <a:lnTo>
                  <a:pt x="99060" y="277367"/>
                </a:lnTo>
                <a:lnTo>
                  <a:pt x="105562" y="288035"/>
                </a:lnTo>
                <a:lnTo>
                  <a:pt x="94488" y="288035"/>
                </a:lnTo>
                <a:lnTo>
                  <a:pt x="78867" y="324802"/>
                </a:lnTo>
                <a:lnTo>
                  <a:pt x="49768" y="366164"/>
                </a:lnTo>
                <a:lnTo>
                  <a:pt x="21097" y="391929"/>
                </a:lnTo>
                <a:lnTo>
                  <a:pt x="3048" y="405384"/>
                </a:lnTo>
                <a:close/>
              </a:path>
              <a:path w="387350" h="405764">
                <a:moveTo>
                  <a:pt x="330708" y="256031"/>
                </a:moveTo>
                <a:lnTo>
                  <a:pt x="284988" y="256031"/>
                </a:lnTo>
                <a:lnTo>
                  <a:pt x="307847" y="233171"/>
                </a:lnTo>
                <a:lnTo>
                  <a:pt x="330708" y="256031"/>
                </a:lnTo>
                <a:close/>
              </a:path>
              <a:path w="387350" h="405764">
                <a:moveTo>
                  <a:pt x="350520" y="394716"/>
                </a:moveTo>
                <a:lnTo>
                  <a:pt x="308562" y="393239"/>
                </a:lnTo>
                <a:lnTo>
                  <a:pt x="241220" y="387429"/>
                </a:lnTo>
                <a:lnTo>
                  <a:pt x="194929" y="377094"/>
                </a:lnTo>
                <a:lnTo>
                  <a:pt x="159400" y="361092"/>
                </a:lnTo>
                <a:lnTo>
                  <a:pt x="118491" y="322707"/>
                </a:lnTo>
                <a:lnTo>
                  <a:pt x="94488" y="288035"/>
                </a:lnTo>
                <a:lnTo>
                  <a:pt x="105562" y="288035"/>
                </a:lnTo>
                <a:lnTo>
                  <a:pt x="107608" y="291393"/>
                </a:lnTo>
                <a:lnTo>
                  <a:pt x="117157" y="303847"/>
                </a:lnTo>
                <a:lnTo>
                  <a:pt x="149852" y="332922"/>
                </a:lnTo>
                <a:lnTo>
                  <a:pt x="181356" y="348996"/>
                </a:lnTo>
                <a:lnTo>
                  <a:pt x="205740" y="348996"/>
                </a:lnTo>
                <a:lnTo>
                  <a:pt x="205740" y="356616"/>
                </a:lnTo>
                <a:lnTo>
                  <a:pt x="230600" y="360378"/>
                </a:lnTo>
                <a:lnTo>
                  <a:pt x="254889" y="362712"/>
                </a:lnTo>
                <a:lnTo>
                  <a:pt x="278606" y="363902"/>
                </a:lnTo>
                <a:lnTo>
                  <a:pt x="301752" y="364236"/>
                </a:lnTo>
                <a:lnTo>
                  <a:pt x="387096" y="364236"/>
                </a:lnTo>
                <a:lnTo>
                  <a:pt x="387096" y="367284"/>
                </a:lnTo>
                <a:lnTo>
                  <a:pt x="373665" y="370713"/>
                </a:lnTo>
                <a:lnTo>
                  <a:pt x="363093" y="376428"/>
                </a:lnTo>
                <a:lnTo>
                  <a:pt x="355377" y="384429"/>
                </a:lnTo>
                <a:lnTo>
                  <a:pt x="350520" y="394716"/>
                </a:lnTo>
                <a:close/>
              </a:path>
              <a:path w="387350" h="405764">
                <a:moveTo>
                  <a:pt x="387096" y="364236"/>
                </a:moveTo>
                <a:lnTo>
                  <a:pt x="301752" y="364236"/>
                </a:lnTo>
                <a:lnTo>
                  <a:pt x="324945" y="363950"/>
                </a:lnTo>
                <a:lnTo>
                  <a:pt x="346710" y="363093"/>
                </a:lnTo>
                <a:lnTo>
                  <a:pt x="367331" y="361664"/>
                </a:lnTo>
                <a:lnTo>
                  <a:pt x="387096" y="359664"/>
                </a:lnTo>
                <a:lnTo>
                  <a:pt x="387096" y="36423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" name="object 59"/>
          <p:cNvSpPr/>
          <p:nvPr/>
        </p:nvSpPr>
        <p:spPr>
          <a:xfrm>
            <a:off x="6856476" y="4840223"/>
            <a:ext cx="347980" cy="388620"/>
          </a:xfrm>
          <a:custGeom>
            <a:avLst/>
            <a:gdLst/>
            <a:ahLst/>
            <a:cxnLst/>
            <a:rect l="l" t="t" r="r" b="b"/>
            <a:pathLst>
              <a:path w="347979" h="388620">
                <a:moveTo>
                  <a:pt x="340563" y="16764"/>
                </a:moveTo>
                <a:lnTo>
                  <a:pt x="306324" y="16764"/>
                </a:lnTo>
                <a:lnTo>
                  <a:pt x="321564" y="0"/>
                </a:lnTo>
                <a:lnTo>
                  <a:pt x="340563" y="16764"/>
                </a:lnTo>
                <a:close/>
              </a:path>
              <a:path w="347979" h="388620">
                <a:moveTo>
                  <a:pt x="0" y="388620"/>
                </a:moveTo>
                <a:lnTo>
                  <a:pt x="238" y="371736"/>
                </a:lnTo>
                <a:lnTo>
                  <a:pt x="1285" y="339113"/>
                </a:lnTo>
                <a:lnTo>
                  <a:pt x="1368" y="333541"/>
                </a:lnTo>
                <a:lnTo>
                  <a:pt x="1417" y="62484"/>
                </a:lnTo>
                <a:lnTo>
                  <a:pt x="1285" y="54887"/>
                </a:lnTo>
                <a:lnTo>
                  <a:pt x="762" y="39052"/>
                </a:lnTo>
                <a:lnTo>
                  <a:pt x="286" y="22860"/>
                </a:lnTo>
                <a:lnTo>
                  <a:pt x="184" y="16764"/>
                </a:lnTo>
                <a:lnTo>
                  <a:pt x="0" y="1524"/>
                </a:lnTo>
                <a:lnTo>
                  <a:pt x="25908" y="16764"/>
                </a:lnTo>
                <a:lnTo>
                  <a:pt x="340563" y="16764"/>
                </a:lnTo>
                <a:lnTo>
                  <a:pt x="347472" y="22860"/>
                </a:lnTo>
                <a:lnTo>
                  <a:pt x="341376" y="27432"/>
                </a:lnTo>
                <a:lnTo>
                  <a:pt x="25908" y="27432"/>
                </a:lnTo>
                <a:lnTo>
                  <a:pt x="25908" y="347472"/>
                </a:lnTo>
                <a:lnTo>
                  <a:pt x="335501" y="347472"/>
                </a:lnTo>
                <a:lnTo>
                  <a:pt x="335850" y="358140"/>
                </a:lnTo>
                <a:lnTo>
                  <a:pt x="25908" y="358140"/>
                </a:lnTo>
                <a:lnTo>
                  <a:pt x="25908" y="377952"/>
                </a:lnTo>
                <a:lnTo>
                  <a:pt x="0" y="388620"/>
                </a:lnTo>
                <a:close/>
              </a:path>
              <a:path w="347979" h="388620">
                <a:moveTo>
                  <a:pt x="335501" y="347472"/>
                </a:moveTo>
                <a:lnTo>
                  <a:pt x="310895" y="347472"/>
                </a:lnTo>
                <a:lnTo>
                  <a:pt x="310895" y="27432"/>
                </a:lnTo>
                <a:lnTo>
                  <a:pt x="341376" y="27432"/>
                </a:lnTo>
                <a:lnTo>
                  <a:pt x="335280" y="32004"/>
                </a:lnTo>
                <a:lnTo>
                  <a:pt x="335375" y="339113"/>
                </a:lnTo>
                <a:lnTo>
                  <a:pt x="335501" y="347472"/>
                </a:lnTo>
                <a:close/>
              </a:path>
              <a:path w="347979" h="388620">
                <a:moveTo>
                  <a:pt x="176784" y="134112"/>
                </a:moveTo>
                <a:lnTo>
                  <a:pt x="152400" y="134112"/>
                </a:lnTo>
                <a:lnTo>
                  <a:pt x="152314" y="76200"/>
                </a:lnTo>
                <a:lnTo>
                  <a:pt x="152202" y="68580"/>
                </a:lnTo>
                <a:lnTo>
                  <a:pt x="151757" y="56078"/>
                </a:lnTo>
                <a:lnTo>
                  <a:pt x="150876" y="42672"/>
                </a:lnTo>
                <a:lnTo>
                  <a:pt x="192024" y="62484"/>
                </a:lnTo>
                <a:lnTo>
                  <a:pt x="176784" y="76200"/>
                </a:lnTo>
                <a:lnTo>
                  <a:pt x="176784" y="134112"/>
                </a:lnTo>
                <a:close/>
              </a:path>
              <a:path w="347979" h="388620">
                <a:moveTo>
                  <a:pt x="60960" y="149352"/>
                </a:moveTo>
                <a:lnTo>
                  <a:pt x="44196" y="134112"/>
                </a:lnTo>
                <a:lnTo>
                  <a:pt x="237744" y="134112"/>
                </a:lnTo>
                <a:lnTo>
                  <a:pt x="260604" y="111252"/>
                </a:lnTo>
                <a:lnTo>
                  <a:pt x="292608" y="143256"/>
                </a:lnTo>
                <a:lnTo>
                  <a:pt x="102108" y="143256"/>
                </a:lnTo>
                <a:lnTo>
                  <a:pt x="90963" y="143779"/>
                </a:lnTo>
                <a:lnTo>
                  <a:pt x="80391" y="145161"/>
                </a:lnTo>
                <a:lnTo>
                  <a:pt x="70389" y="147113"/>
                </a:lnTo>
                <a:lnTo>
                  <a:pt x="60960" y="149352"/>
                </a:lnTo>
                <a:close/>
              </a:path>
              <a:path w="347979" h="388620">
                <a:moveTo>
                  <a:pt x="50292" y="323088"/>
                </a:moveTo>
                <a:lnTo>
                  <a:pt x="45720" y="316992"/>
                </a:lnTo>
                <a:lnTo>
                  <a:pt x="68318" y="303323"/>
                </a:lnTo>
                <a:lnTo>
                  <a:pt x="88201" y="287655"/>
                </a:lnTo>
                <a:lnTo>
                  <a:pt x="120396" y="251459"/>
                </a:lnTo>
                <a:lnTo>
                  <a:pt x="142684" y="203644"/>
                </a:lnTo>
                <a:lnTo>
                  <a:pt x="152400" y="143256"/>
                </a:lnTo>
                <a:lnTo>
                  <a:pt x="176784" y="143256"/>
                </a:lnTo>
                <a:lnTo>
                  <a:pt x="175664" y="154424"/>
                </a:lnTo>
                <a:lnTo>
                  <a:pt x="174688" y="165163"/>
                </a:lnTo>
                <a:lnTo>
                  <a:pt x="173997" y="175617"/>
                </a:lnTo>
                <a:lnTo>
                  <a:pt x="173736" y="185928"/>
                </a:lnTo>
                <a:lnTo>
                  <a:pt x="187717" y="195072"/>
                </a:lnTo>
                <a:lnTo>
                  <a:pt x="170688" y="195072"/>
                </a:lnTo>
                <a:lnTo>
                  <a:pt x="156019" y="234124"/>
                </a:lnTo>
                <a:lnTo>
                  <a:pt x="131064" y="269747"/>
                </a:lnTo>
                <a:lnTo>
                  <a:pt x="95821" y="299275"/>
                </a:lnTo>
                <a:lnTo>
                  <a:pt x="74271" y="311967"/>
                </a:lnTo>
                <a:lnTo>
                  <a:pt x="50292" y="323088"/>
                </a:lnTo>
                <a:close/>
              </a:path>
              <a:path w="347979" h="388620">
                <a:moveTo>
                  <a:pt x="257556" y="307847"/>
                </a:moveTo>
                <a:lnTo>
                  <a:pt x="254508" y="307847"/>
                </a:lnTo>
                <a:lnTo>
                  <a:pt x="250817" y="306157"/>
                </a:lnTo>
                <a:lnTo>
                  <a:pt x="246697" y="301180"/>
                </a:lnTo>
                <a:lnTo>
                  <a:pt x="242292" y="293060"/>
                </a:lnTo>
                <a:lnTo>
                  <a:pt x="237744" y="281940"/>
                </a:lnTo>
                <a:lnTo>
                  <a:pt x="228338" y="263652"/>
                </a:lnTo>
                <a:lnTo>
                  <a:pt x="213931" y="243078"/>
                </a:lnTo>
                <a:lnTo>
                  <a:pt x="194667" y="220218"/>
                </a:lnTo>
                <a:lnTo>
                  <a:pt x="170688" y="195072"/>
                </a:lnTo>
                <a:lnTo>
                  <a:pt x="187717" y="195072"/>
                </a:lnTo>
                <a:lnTo>
                  <a:pt x="232457" y="226861"/>
                </a:lnTo>
                <a:lnTo>
                  <a:pt x="261937" y="257365"/>
                </a:lnTo>
                <a:lnTo>
                  <a:pt x="269748" y="286512"/>
                </a:lnTo>
                <a:lnTo>
                  <a:pt x="268224" y="294132"/>
                </a:lnTo>
                <a:lnTo>
                  <a:pt x="265176" y="300228"/>
                </a:lnTo>
                <a:lnTo>
                  <a:pt x="257556" y="307847"/>
                </a:lnTo>
                <a:close/>
              </a:path>
              <a:path w="347979" h="388620">
                <a:moveTo>
                  <a:pt x="310895" y="387096"/>
                </a:moveTo>
                <a:lnTo>
                  <a:pt x="310895" y="358140"/>
                </a:lnTo>
                <a:lnTo>
                  <a:pt x="335850" y="358140"/>
                </a:lnTo>
                <a:lnTo>
                  <a:pt x="335922" y="360354"/>
                </a:lnTo>
                <a:lnTo>
                  <a:pt x="336804" y="374904"/>
                </a:lnTo>
                <a:lnTo>
                  <a:pt x="310895" y="38709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" name="object 60"/>
          <p:cNvSpPr/>
          <p:nvPr/>
        </p:nvSpPr>
        <p:spPr>
          <a:xfrm>
            <a:off x="7271004" y="4826508"/>
            <a:ext cx="402590" cy="410209"/>
          </a:xfrm>
          <a:custGeom>
            <a:avLst/>
            <a:gdLst/>
            <a:ahLst/>
            <a:cxnLst/>
            <a:rect l="l" t="t" r="r" b="b"/>
            <a:pathLst>
              <a:path w="402590" h="410210">
                <a:moveTo>
                  <a:pt x="211836" y="45719"/>
                </a:moveTo>
                <a:lnTo>
                  <a:pt x="187452" y="45719"/>
                </a:lnTo>
                <a:lnTo>
                  <a:pt x="187341" y="25907"/>
                </a:lnTo>
                <a:lnTo>
                  <a:pt x="187261" y="20002"/>
                </a:lnTo>
                <a:lnTo>
                  <a:pt x="186809" y="9072"/>
                </a:lnTo>
                <a:lnTo>
                  <a:pt x="185928" y="0"/>
                </a:lnTo>
                <a:lnTo>
                  <a:pt x="228600" y="15239"/>
                </a:lnTo>
                <a:lnTo>
                  <a:pt x="211836" y="25907"/>
                </a:lnTo>
                <a:lnTo>
                  <a:pt x="211836" y="45719"/>
                </a:lnTo>
                <a:close/>
              </a:path>
              <a:path w="402590" h="410210">
                <a:moveTo>
                  <a:pt x="51816" y="62483"/>
                </a:moveTo>
                <a:lnTo>
                  <a:pt x="36576" y="45719"/>
                </a:lnTo>
                <a:lnTo>
                  <a:pt x="316991" y="45719"/>
                </a:lnTo>
                <a:lnTo>
                  <a:pt x="339852" y="25907"/>
                </a:lnTo>
                <a:lnTo>
                  <a:pt x="370332" y="56387"/>
                </a:lnTo>
                <a:lnTo>
                  <a:pt x="94488" y="56387"/>
                </a:lnTo>
                <a:lnTo>
                  <a:pt x="83319" y="56697"/>
                </a:lnTo>
                <a:lnTo>
                  <a:pt x="72580" y="57721"/>
                </a:lnTo>
                <a:lnTo>
                  <a:pt x="62126" y="59602"/>
                </a:lnTo>
                <a:lnTo>
                  <a:pt x="51816" y="62483"/>
                </a:lnTo>
                <a:close/>
              </a:path>
              <a:path w="402590" h="410210">
                <a:moveTo>
                  <a:pt x="211836" y="94487"/>
                </a:moveTo>
                <a:lnTo>
                  <a:pt x="187452" y="94487"/>
                </a:lnTo>
                <a:lnTo>
                  <a:pt x="187452" y="56387"/>
                </a:lnTo>
                <a:lnTo>
                  <a:pt x="211836" y="56387"/>
                </a:lnTo>
                <a:lnTo>
                  <a:pt x="211836" y="94487"/>
                </a:lnTo>
                <a:close/>
              </a:path>
              <a:path w="402590" h="410210">
                <a:moveTo>
                  <a:pt x="83820" y="111251"/>
                </a:moveTo>
                <a:lnTo>
                  <a:pt x="68580" y="94487"/>
                </a:lnTo>
                <a:lnTo>
                  <a:pt x="284988" y="94487"/>
                </a:lnTo>
                <a:lnTo>
                  <a:pt x="309372" y="76200"/>
                </a:lnTo>
                <a:lnTo>
                  <a:pt x="336804" y="105155"/>
                </a:lnTo>
                <a:lnTo>
                  <a:pt x="124968" y="105155"/>
                </a:lnTo>
                <a:lnTo>
                  <a:pt x="113823" y="105465"/>
                </a:lnTo>
                <a:lnTo>
                  <a:pt x="103251" y="106489"/>
                </a:lnTo>
                <a:lnTo>
                  <a:pt x="93249" y="108370"/>
                </a:lnTo>
                <a:lnTo>
                  <a:pt x="83820" y="111251"/>
                </a:lnTo>
                <a:close/>
              </a:path>
              <a:path w="402590" h="410210">
                <a:moveTo>
                  <a:pt x="211836" y="143255"/>
                </a:moveTo>
                <a:lnTo>
                  <a:pt x="187452" y="143255"/>
                </a:lnTo>
                <a:lnTo>
                  <a:pt x="187452" y="105155"/>
                </a:lnTo>
                <a:lnTo>
                  <a:pt x="211836" y="105155"/>
                </a:lnTo>
                <a:lnTo>
                  <a:pt x="211836" y="143255"/>
                </a:lnTo>
                <a:close/>
              </a:path>
              <a:path w="402590" h="410210">
                <a:moveTo>
                  <a:pt x="15240" y="160019"/>
                </a:moveTo>
                <a:lnTo>
                  <a:pt x="0" y="143255"/>
                </a:lnTo>
                <a:lnTo>
                  <a:pt x="345948" y="143255"/>
                </a:lnTo>
                <a:lnTo>
                  <a:pt x="371856" y="123443"/>
                </a:lnTo>
                <a:lnTo>
                  <a:pt x="402336" y="153923"/>
                </a:lnTo>
                <a:lnTo>
                  <a:pt x="57912" y="153923"/>
                </a:lnTo>
                <a:lnTo>
                  <a:pt x="46743" y="154233"/>
                </a:lnTo>
                <a:lnTo>
                  <a:pt x="36004" y="155257"/>
                </a:lnTo>
                <a:lnTo>
                  <a:pt x="25550" y="157138"/>
                </a:lnTo>
                <a:lnTo>
                  <a:pt x="15240" y="160019"/>
                </a:lnTo>
                <a:close/>
              </a:path>
              <a:path w="402590" h="410210">
                <a:moveTo>
                  <a:pt x="88392" y="234695"/>
                </a:moveTo>
                <a:lnTo>
                  <a:pt x="71628" y="202691"/>
                </a:lnTo>
                <a:lnTo>
                  <a:pt x="81057" y="200715"/>
                </a:lnTo>
                <a:lnTo>
                  <a:pt x="91059" y="197167"/>
                </a:lnTo>
                <a:lnTo>
                  <a:pt x="133350" y="172211"/>
                </a:lnTo>
                <a:lnTo>
                  <a:pt x="153924" y="153923"/>
                </a:lnTo>
                <a:lnTo>
                  <a:pt x="167640" y="153923"/>
                </a:lnTo>
                <a:lnTo>
                  <a:pt x="187452" y="166115"/>
                </a:lnTo>
                <a:lnTo>
                  <a:pt x="179998" y="168711"/>
                </a:lnTo>
                <a:lnTo>
                  <a:pt x="171259" y="172021"/>
                </a:lnTo>
                <a:lnTo>
                  <a:pt x="161091" y="176188"/>
                </a:lnTo>
                <a:lnTo>
                  <a:pt x="149352" y="181355"/>
                </a:lnTo>
                <a:lnTo>
                  <a:pt x="136540" y="187952"/>
                </a:lnTo>
                <a:lnTo>
                  <a:pt x="123444" y="194119"/>
                </a:lnTo>
                <a:lnTo>
                  <a:pt x="97536" y="205739"/>
                </a:lnTo>
                <a:lnTo>
                  <a:pt x="249132" y="205739"/>
                </a:lnTo>
                <a:lnTo>
                  <a:pt x="241152" y="210311"/>
                </a:lnTo>
                <a:lnTo>
                  <a:pt x="210312" y="210311"/>
                </a:lnTo>
                <a:lnTo>
                  <a:pt x="190333" y="211716"/>
                </a:lnTo>
                <a:lnTo>
                  <a:pt x="138684" y="217931"/>
                </a:lnTo>
                <a:lnTo>
                  <a:pt x="99250" y="229504"/>
                </a:lnTo>
                <a:lnTo>
                  <a:pt x="88392" y="234695"/>
                </a:lnTo>
                <a:close/>
              </a:path>
              <a:path w="402590" h="410210">
                <a:moveTo>
                  <a:pt x="249132" y="205739"/>
                </a:moveTo>
                <a:lnTo>
                  <a:pt x="97536" y="205739"/>
                </a:lnTo>
                <a:lnTo>
                  <a:pt x="219456" y="201167"/>
                </a:lnTo>
                <a:lnTo>
                  <a:pt x="228576" y="193119"/>
                </a:lnTo>
                <a:lnTo>
                  <a:pt x="237553" y="184784"/>
                </a:lnTo>
                <a:lnTo>
                  <a:pt x="246245" y="175879"/>
                </a:lnTo>
                <a:lnTo>
                  <a:pt x="254508" y="166115"/>
                </a:lnTo>
                <a:lnTo>
                  <a:pt x="283464" y="190499"/>
                </a:lnTo>
                <a:lnTo>
                  <a:pt x="274320" y="193667"/>
                </a:lnTo>
                <a:lnTo>
                  <a:pt x="262890" y="198691"/>
                </a:lnTo>
                <a:lnTo>
                  <a:pt x="249132" y="205739"/>
                </a:lnTo>
                <a:close/>
              </a:path>
              <a:path w="402590" h="410210">
                <a:moveTo>
                  <a:pt x="76200" y="310895"/>
                </a:moveTo>
                <a:lnTo>
                  <a:pt x="59436" y="277367"/>
                </a:lnTo>
                <a:lnTo>
                  <a:pt x="69699" y="275391"/>
                </a:lnTo>
                <a:lnTo>
                  <a:pt x="82105" y="271843"/>
                </a:lnTo>
                <a:lnTo>
                  <a:pt x="131873" y="252317"/>
                </a:lnTo>
                <a:lnTo>
                  <a:pt x="180927" y="227171"/>
                </a:lnTo>
                <a:lnTo>
                  <a:pt x="210312" y="210311"/>
                </a:lnTo>
                <a:lnTo>
                  <a:pt x="241152" y="210311"/>
                </a:lnTo>
                <a:lnTo>
                  <a:pt x="233172" y="214883"/>
                </a:lnTo>
                <a:lnTo>
                  <a:pt x="212312" y="227195"/>
                </a:lnTo>
                <a:lnTo>
                  <a:pt x="186309" y="241363"/>
                </a:lnTo>
                <a:lnTo>
                  <a:pt x="155162" y="257532"/>
                </a:lnTo>
                <a:lnTo>
                  <a:pt x="118872" y="275843"/>
                </a:lnTo>
                <a:lnTo>
                  <a:pt x="272796" y="275843"/>
                </a:lnTo>
                <a:lnTo>
                  <a:pt x="211836" y="283463"/>
                </a:lnTo>
                <a:lnTo>
                  <a:pt x="211836" y="284987"/>
                </a:lnTo>
                <a:lnTo>
                  <a:pt x="187452" y="284987"/>
                </a:lnTo>
                <a:lnTo>
                  <a:pt x="137541" y="292417"/>
                </a:lnTo>
                <a:lnTo>
                  <a:pt x="99345" y="301251"/>
                </a:lnTo>
                <a:lnTo>
                  <a:pt x="83343" y="307490"/>
                </a:lnTo>
                <a:lnTo>
                  <a:pt x="76200" y="310895"/>
                </a:lnTo>
                <a:close/>
              </a:path>
              <a:path w="402590" h="410210">
                <a:moveTo>
                  <a:pt x="272796" y="275843"/>
                </a:moveTo>
                <a:lnTo>
                  <a:pt x="118872" y="275843"/>
                </a:lnTo>
                <a:lnTo>
                  <a:pt x="291084" y="263651"/>
                </a:lnTo>
                <a:lnTo>
                  <a:pt x="282797" y="254507"/>
                </a:lnTo>
                <a:lnTo>
                  <a:pt x="273939" y="245363"/>
                </a:lnTo>
                <a:lnTo>
                  <a:pt x="264509" y="236219"/>
                </a:lnTo>
                <a:lnTo>
                  <a:pt x="254508" y="227075"/>
                </a:lnTo>
                <a:lnTo>
                  <a:pt x="257556" y="222503"/>
                </a:lnTo>
                <a:lnTo>
                  <a:pt x="291846" y="239648"/>
                </a:lnTo>
                <a:lnTo>
                  <a:pt x="324993" y="261389"/>
                </a:lnTo>
                <a:lnTo>
                  <a:pt x="332763" y="272795"/>
                </a:lnTo>
                <a:lnTo>
                  <a:pt x="297179" y="272795"/>
                </a:lnTo>
                <a:lnTo>
                  <a:pt x="272796" y="275843"/>
                </a:lnTo>
                <a:close/>
              </a:path>
              <a:path w="402590" h="410210">
                <a:moveTo>
                  <a:pt x="324612" y="307847"/>
                </a:moveTo>
                <a:lnTo>
                  <a:pt x="320040" y="307847"/>
                </a:lnTo>
                <a:lnTo>
                  <a:pt x="316991" y="304799"/>
                </a:lnTo>
                <a:lnTo>
                  <a:pt x="315467" y="298703"/>
                </a:lnTo>
                <a:lnTo>
                  <a:pt x="310896" y="291869"/>
                </a:lnTo>
                <a:lnTo>
                  <a:pt x="306324" y="285178"/>
                </a:lnTo>
                <a:lnTo>
                  <a:pt x="301752" y="278772"/>
                </a:lnTo>
                <a:lnTo>
                  <a:pt x="297179" y="272795"/>
                </a:lnTo>
                <a:lnTo>
                  <a:pt x="332763" y="272795"/>
                </a:lnTo>
                <a:lnTo>
                  <a:pt x="334137" y="275724"/>
                </a:lnTo>
                <a:lnTo>
                  <a:pt x="335280" y="283463"/>
                </a:lnTo>
                <a:lnTo>
                  <a:pt x="333756" y="292607"/>
                </a:lnTo>
                <a:lnTo>
                  <a:pt x="332232" y="298703"/>
                </a:lnTo>
                <a:lnTo>
                  <a:pt x="326136" y="304799"/>
                </a:lnTo>
                <a:lnTo>
                  <a:pt x="324612" y="307847"/>
                </a:lnTo>
                <a:close/>
              </a:path>
              <a:path w="402590" h="410210">
                <a:moveTo>
                  <a:pt x="211482" y="370332"/>
                </a:moveTo>
                <a:lnTo>
                  <a:pt x="184404" y="370332"/>
                </a:lnTo>
                <a:lnTo>
                  <a:pt x="187452" y="365760"/>
                </a:lnTo>
                <a:lnTo>
                  <a:pt x="187452" y="284987"/>
                </a:lnTo>
                <a:lnTo>
                  <a:pt x="211836" y="284987"/>
                </a:lnTo>
                <a:lnTo>
                  <a:pt x="211758" y="367950"/>
                </a:lnTo>
                <a:lnTo>
                  <a:pt x="211482" y="370332"/>
                </a:lnTo>
                <a:close/>
              </a:path>
              <a:path w="402590" h="410210">
                <a:moveTo>
                  <a:pt x="12192" y="400812"/>
                </a:moveTo>
                <a:lnTo>
                  <a:pt x="9144" y="396240"/>
                </a:lnTo>
                <a:lnTo>
                  <a:pt x="27741" y="385667"/>
                </a:lnTo>
                <a:lnTo>
                  <a:pt x="44767" y="374523"/>
                </a:lnTo>
                <a:lnTo>
                  <a:pt x="74676" y="350520"/>
                </a:lnTo>
                <a:lnTo>
                  <a:pt x="109180" y="314729"/>
                </a:lnTo>
                <a:lnTo>
                  <a:pt x="118872" y="303275"/>
                </a:lnTo>
                <a:lnTo>
                  <a:pt x="147828" y="330708"/>
                </a:lnTo>
                <a:lnTo>
                  <a:pt x="108394" y="348924"/>
                </a:lnTo>
                <a:lnTo>
                  <a:pt x="68127" y="374022"/>
                </a:lnTo>
                <a:lnTo>
                  <a:pt x="48577" y="385000"/>
                </a:lnTo>
                <a:lnTo>
                  <a:pt x="29884" y="393977"/>
                </a:lnTo>
                <a:lnTo>
                  <a:pt x="12192" y="400812"/>
                </a:lnTo>
                <a:close/>
              </a:path>
              <a:path w="402590" h="410210">
                <a:moveTo>
                  <a:pt x="358140" y="399288"/>
                </a:moveTo>
                <a:lnTo>
                  <a:pt x="356616" y="399288"/>
                </a:lnTo>
                <a:lnTo>
                  <a:pt x="351996" y="398168"/>
                </a:lnTo>
                <a:lnTo>
                  <a:pt x="347091" y="394906"/>
                </a:lnTo>
                <a:lnTo>
                  <a:pt x="341614" y="389643"/>
                </a:lnTo>
                <a:lnTo>
                  <a:pt x="335280" y="382524"/>
                </a:lnTo>
                <a:lnTo>
                  <a:pt x="322111" y="367950"/>
                </a:lnTo>
                <a:lnTo>
                  <a:pt x="303085" y="351663"/>
                </a:lnTo>
                <a:lnTo>
                  <a:pt x="278058" y="333660"/>
                </a:lnTo>
                <a:lnTo>
                  <a:pt x="246888" y="313943"/>
                </a:lnTo>
                <a:lnTo>
                  <a:pt x="249936" y="309371"/>
                </a:lnTo>
                <a:lnTo>
                  <a:pt x="305752" y="329946"/>
                </a:lnTo>
                <a:lnTo>
                  <a:pt x="350115" y="351686"/>
                </a:lnTo>
                <a:lnTo>
                  <a:pt x="365712" y="385667"/>
                </a:lnTo>
                <a:lnTo>
                  <a:pt x="362712" y="391668"/>
                </a:lnTo>
                <a:lnTo>
                  <a:pt x="359664" y="396240"/>
                </a:lnTo>
                <a:lnTo>
                  <a:pt x="358140" y="399288"/>
                </a:lnTo>
                <a:close/>
              </a:path>
              <a:path w="402590" h="410210">
                <a:moveTo>
                  <a:pt x="172212" y="409956"/>
                </a:moveTo>
                <a:lnTo>
                  <a:pt x="168163" y="397383"/>
                </a:lnTo>
                <a:lnTo>
                  <a:pt x="158115" y="387096"/>
                </a:lnTo>
                <a:lnTo>
                  <a:pt x="141779" y="379095"/>
                </a:lnTo>
                <a:lnTo>
                  <a:pt x="118872" y="373380"/>
                </a:lnTo>
                <a:lnTo>
                  <a:pt x="118872" y="365760"/>
                </a:lnTo>
                <a:lnTo>
                  <a:pt x="139707" y="367760"/>
                </a:lnTo>
                <a:lnTo>
                  <a:pt x="156400" y="369189"/>
                </a:lnTo>
                <a:lnTo>
                  <a:pt x="168806" y="370046"/>
                </a:lnTo>
                <a:lnTo>
                  <a:pt x="176784" y="370332"/>
                </a:lnTo>
                <a:lnTo>
                  <a:pt x="211482" y="370332"/>
                </a:lnTo>
                <a:lnTo>
                  <a:pt x="210145" y="381881"/>
                </a:lnTo>
                <a:lnTo>
                  <a:pt x="202882" y="393763"/>
                </a:lnTo>
                <a:lnTo>
                  <a:pt x="190190" y="403074"/>
                </a:lnTo>
                <a:lnTo>
                  <a:pt x="172212" y="40995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</p:spTree>
  </p:cSld>
  <p:clrMapOvr>
    <a:masterClrMapping/>
  </p:clrMapOvr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9572244" y="7231380"/>
            <a:ext cx="181610" cy="144780"/>
            <a:chOff x="9572244" y="7231380"/>
            <a:chExt cx="181610" cy="144780"/>
          </a:xfrm>
        </p:grpSpPr>
        <p:pic>
          <p:nvPicPr>
            <p:cNvPr id="3" name="object 3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9572244" y="7231380"/>
              <a:ext cx="70103" cy="141732"/>
            </a:xfrm>
            <a:prstGeom prst="rect">
              <a:avLst/>
            </a:prstGeom>
          </p:spPr>
        </p:pic>
        <p:pic>
          <p:nvPicPr>
            <p:cNvPr id="4" name="object 4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9669780" y="7231380"/>
              <a:ext cx="83820" cy="144779"/>
            </a:xfrm>
            <a:prstGeom prst="rect">
              <a:avLst/>
            </a:prstGeom>
          </p:spPr>
        </p:pic>
      </p:grpSp>
      <p:sp>
        <p:nvSpPr>
          <p:cNvPr id="5" name="object 5"/>
          <p:cNvSpPr/>
          <p:nvPr/>
        </p:nvSpPr>
        <p:spPr>
          <a:xfrm>
            <a:off x="1760219" y="1328927"/>
            <a:ext cx="218440" cy="447040"/>
          </a:xfrm>
          <a:custGeom>
            <a:avLst/>
            <a:gdLst/>
            <a:ahLst/>
            <a:cxnLst/>
            <a:rect l="l" t="t" r="r" b="b"/>
            <a:pathLst>
              <a:path w="218439" h="447039">
                <a:moveTo>
                  <a:pt x="217931" y="446532"/>
                </a:moveTo>
                <a:lnTo>
                  <a:pt x="0" y="446532"/>
                </a:lnTo>
                <a:lnTo>
                  <a:pt x="0" y="400812"/>
                </a:lnTo>
                <a:lnTo>
                  <a:pt x="80771" y="400812"/>
                </a:lnTo>
                <a:lnTo>
                  <a:pt x="80771" y="102108"/>
                </a:lnTo>
                <a:lnTo>
                  <a:pt x="0" y="102108"/>
                </a:lnTo>
                <a:lnTo>
                  <a:pt x="0" y="62484"/>
                </a:lnTo>
                <a:lnTo>
                  <a:pt x="21407" y="61626"/>
                </a:lnTo>
                <a:lnTo>
                  <a:pt x="39814" y="59055"/>
                </a:lnTo>
                <a:lnTo>
                  <a:pt x="77081" y="41362"/>
                </a:lnTo>
                <a:lnTo>
                  <a:pt x="91439" y="0"/>
                </a:lnTo>
                <a:lnTo>
                  <a:pt x="138683" y="0"/>
                </a:lnTo>
                <a:lnTo>
                  <a:pt x="138683" y="400812"/>
                </a:lnTo>
                <a:lnTo>
                  <a:pt x="217931" y="400812"/>
                </a:lnTo>
                <a:lnTo>
                  <a:pt x="217931" y="446532"/>
                </a:lnTo>
                <a:close/>
              </a:path>
            </a:pathLst>
          </a:custGeom>
          <a:solidFill>
            <a:srgbClr val="3333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" name="object 6"/>
          <p:cNvSpPr/>
          <p:nvPr/>
        </p:nvSpPr>
        <p:spPr>
          <a:xfrm>
            <a:off x="2084832" y="1690116"/>
            <a:ext cx="71755" cy="85725"/>
          </a:xfrm>
          <a:custGeom>
            <a:avLst/>
            <a:gdLst/>
            <a:ahLst/>
            <a:cxnLst/>
            <a:rect l="l" t="t" r="r" b="b"/>
            <a:pathLst>
              <a:path w="71755" h="85725">
                <a:moveTo>
                  <a:pt x="71627" y="85343"/>
                </a:moveTo>
                <a:lnTo>
                  <a:pt x="0" y="85343"/>
                </a:lnTo>
                <a:lnTo>
                  <a:pt x="0" y="0"/>
                </a:lnTo>
                <a:lnTo>
                  <a:pt x="71627" y="0"/>
                </a:lnTo>
                <a:lnTo>
                  <a:pt x="71627" y="85343"/>
                </a:lnTo>
                <a:close/>
              </a:path>
            </a:pathLst>
          </a:custGeom>
          <a:solidFill>
            <a:srgbClr val="3333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" name="object 7"/>
          <p:cNvSpPr/>
          <p:nvPr/>
        </p:nvSpPr>
        <p:spPr>
          <a:xfrm>
            <a:off x="2279903" y="1328927"/>
            <a:ext cx="218440" cy="447040"/>
          </a:xfrm>
          <a:custGeom>
            <a:avLst/>
            <a:gdLst/>
            <a:ahLst/>
            <a:cxnLst/>
            <a:rect l="l" t="t" r="r" b="b"/>
            <a:pathLst>
              <a:path w="218439" h="447039">
                <a:moveTo>
                  <a:pt x="217931" y="446532"/>
                </a:moveTo>
                <a:lnTo>
                  <a:pt x="0" y="446532"/>
                </a:lnTo>
                <a:lnTo>
                  <a:pt x="0" y="400812"/>
                </a:lnTo>
                <a:lnTo>
                  <a:pt x="80771" y="400812"/>
                </a:lnTo>
                <a:lnTo>
                  <a:pt x="80771" y="102108"/>
                </a:lnTo>
                <a:lnTo>
                  <a:pt x="0" y="102108"/>
                </a:lnTo>
                <a:lnTo>
                  <a:pt x="0" y="62484"/>
                </a:lnTo>
                <a:lnTo>
                  <a:pt x="21431" y="61626"/>
                </a:lnTo>
                <a:lnTo>
                  <a:pt x="40004" y="59055"/>
                </a:lnTo>
                <a:lnTo>
                  <a:pt x="77962" y="41362"/>
                </a:lnTo>
                <a:lnTo>
                  <a:pt x="92963" y="0"/>
                </a:lnTo>
                <a:lnTo>
                  <a:pt x="138683" y="0"/>
                </a:lnTo>
                <a:lnTo>
                  <a:pt x="138683" y="400812"/>
                </a:lnTo>
                <a:lnTo>
                  <a:pt x="217931" y="400812"/>
                </a:lnTo>
                <a:lnTo>
                  <a:pt x="217931" y="446532"/>
                </a:lnTo>
                <a:close/>
              </a:path>
            </a:pathLst>
          </a:custGeom>
          <a:solidFill>
            <a:srgbClr val="3333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2833116" y="1280160"/>
            <a:ext cx="448309" cy="548640"/>
          </a:xfrm>
          <a:custGeom>
            <a:avLst/>
            <a:gdLst/>
            <a:ahLst/>
            <a:cxnLst/>
            <a:rect l="l" t="t" r="r" b="b"/>
            <a:pathLst>
              <a:path w="448310" h="548639">
                <a:moveTo>
                  <a:pt x="103632" y="117348"/>
                </a:moveTo>
                <a:lnTo>
                  <a:pt x="94488" y="117348"/>
                </a:lnTo>
                <a:lnTo>
                  <a:pt x="89916" y="109728"/>
                </a:lnTo>
                <a:lnTo>
                  <a:pt x="86868" y="96012"/>
                </a:lnTo>
                <a:lnTo>
                  <a:pt x="79462" y="76581"/>
                </a:lnTo>
                <a:lnTo>
                  <a:pt x="68770" y="54864"/>
                </a:lnTo>
                <a:lnTo>
                  <a:pt x="54935" y="30861"/>
                </a:lnTo>
                <a:lnTo>
                  <a:pt x="38100" y="4572"/>
                </a:lnTo>
                <a:lnTo>
                  <a:pt x="45720" y="0"/>
                </a:lnTo>
                <a:lnTo>
                  <a:pt x="85725" y="24384"/>
                </a:lnTo>
                <a:lnTo>
                  <a:pt x="116609" y="53030"/>
                </a:lnTo>
                <a:lnTo>
                  <a:pt x="124968" y="74676"/>
                </a:lnTo>
                <a:lnTo>
                  <a:pt x="124390" y="80700"/>
                </a:lnTo>
                <a:lnTo>
                  <a:pt x="122682" y="87249"/>
                </a:lnTo>
                <a:lnTo>
                  <a:pt x="119824" y="94392"/>
                </a:lnTo>
                <a:lnTo>
                  <a:pt x="115824" y="102108"/>
                </a:lnTo>
                <a:lnTo>
                  <a:pt x="109728" y="112776"/>
                </a:lnTo>
                <a:lnTo>
                  <a:pt x="103632" y="117348"/>
                </a:lnTo>
                <a:close/>
              </a:path>
              <a:path w="448310" h="548639">
                <a:moveTo>
                  <a:pt x="201168" y="83820"/>
                </a:moveTo>
                <a:lnTo>
                  <a:pt x="179831" y="62484"/>
                </a:lnTo>
                <a:lnTo>
                  <a:pt x="388620" y="62484"/>
                </a:lnTo>
                <a:lnTo>
                  <a:pt x="406908" y="33528"/>
                </a:lnTo>
                <a:lnTo>
                  <a:pt x="448056" y="67056"/>
                </a:lnTo>
                <a:lnTo>
                  <a:pt x="438208" y="76200"/>
                </a:lnTo>
                <a:lnTo>
                  <a:pt x="259080" y="76200"/>
                </a:lnTo>
                <a:lnTo>
                  <a:pt x="243601" y="76747"/>
                </a:lnTo>
                <a:lnTo>
                  <a:pt x="228981" y="78295"/>
                </a:lnTo>
                <a:lnTo>
                  <a:pt x="214931" y="80700"/>
                </a:lnTo>
                <a:lnTo>
                  <a:pt x="201168" y="83820"/>
                </a:lnTo>
                <a:close/>
              </a:path>
              <a:path w="448310" h="548639">
                <a:moveTo>
                  <a:pt x="425464" y="486156"/>
                </a:moveTo>
                <a:lnTo>
                  <a:pt x="364236" y="486156"/>
                </a:lnTo>
                <a:lnTo>
                  <a:pt x="375356" y="485846"/>
                </a:lnTo>
                <a:lnTo>
                  <a:pt x="383476" y="482536"/>
                </a:lnTo>
                <a:lnTo>
                  <a:pt x="388453" y="476083"/>
                </a:lnTo>
                <a:lnTo>
                  <a:pt x="390144" y="466344"/>
                </a:lnTo>
                <a:lnTo>
                  <a:pt x="390144" y="76200"/>
                </a:lnTo>
                <a:lnTo>
                  <a:pt x="438208" y="76200"/>
                </a:lnTo>
                <a:lnTo>
                  <a:pt x="426720" y="86868"/>
                </a:lnTo>
                <a:lnTo>
                  <a:pt x="426720" y="473964"/>
                </a:lnTo>
                <a:lnTo>
                  <a:pt x="425464" y="486156"/>
                </a:lnTo>
                <a:close/>
              </a:path>
              <a:path w="448310" h="548639">
                <a:moveTo>
                  <a:pt x="0" y="548640"/>
                </a:moveTo>
                <a:lnTo>
                  <a:pt x="1039" y="498276"/>
                </a:lnTo>
                <a:lnTo>
                  <a:pt x="1731" y="459955"/>
                </a:lnTo>
                <a:lnTo>
                  <a:pt x="2414" y="411041"/>
                </a:lnTo>
                <a:lnTo>
                  <a:pt x="2822" y="365379"/>
                </a:lnTo>
                <a:lnTo>
                  <a:pt x="3011" y="295656"/>
                </a:lnTo>
                <a:lnTo>
                  <a:pt x="2786" y="239077"/>
                </a:lnTo>
                <a:lnTo>
                  <a:pt x="2104" y="184404"/>
                </a:lnTo>
                <a:lnTo>
                  <a:pt x="1119" y="138493"/>
                </a:lnTo>
                <a:lnTo>
                  <a:pt x="0" y="103632"/>
                </a:lnTo>
                <a:lnTo>
                  <a:pt x="60960" y="137160"/>
                </a:lnTo>
                <a:lnTo>
                  <a:pt x="38100" y="150876"/>
                </a:lnTo>
                <a:lnTo>
                  <a:pt x="38100" y="531876"/>
                </a:lnTo>
                <a:lnTo>
                  <a:pt x="0" y="548640"/>
                </a:lnTo>
                <a:close/>
              </a:path>
              <a:path w="448310" h="548639">
                <a:moveTo>
                  <a:pt x="331670" y="208788"/>
                </a:moveTo>
                <a:lnTo>
                  <a:pt x="277368" y="208788"/>
                </a:lnTo>
                <a:lnTo>
                  <a:pt x="294131" y="181356"/>
                </a:lnTo>
                <a:lnTo>
                  <a:pt x="331670" y="208788"/>
                </a:lnTo>
                <a:close/>
              </a:path>
              <a:path w="448310" h="548639">
                <a:moveTo>
                  <a:pt x="112776" y="423671"/>
                </a:moveTo>
                <a:lnTo>
                  <a:pt x="113895" y="389096"/>
                </a:lnTo>
                <a:lnTo>
                  <a:pt x="114871" y="356235"/>
                </a:lnTo>
                <a:lnTo>
                  <a:pt x="115562" y="325088"/>
                </a:lnTo>
                <a:lnTo>
                  <a:pt x="115824" y="295656"/>
                </a:lnTo>
                <a:lnTo>
                  <a:pt x="115562" y="267985"/>
                </a:lnTo>
                <a:lnTo>
                  <a:pt x="114838" y="239077"/>
                </a:lnTo>
                <a:lnTo>
                  <a:pt x="113762" y="208788"/>
                </a:lnTo>
                <a:lnTo>
                  <a:pt x="112776" y="184404"/>
                </a:lnTo>
                <a:lnTo>
                  <a:pt x="149352" y="208788"/>
                </a:lnTo>
                <a:lnTo>
                  <a:pt x="331670" y="208788"/>
                </a:lnTo>
                <a:lnTo>
                  <a:pt x="333756" y="210312"/>
                </a:lnTo>
                <a:lnTo>
                  <a:pt x="319347" y="222504"/>
                </a:lnTo>
                <a:lnTo>
                  <a:pt x="149352" y="222504"/>
                </a:lnTo>
                <a:lnTo>
                  <a:pt x="149352" y="364236"/>
                </a:lnTo>
                <a:lnTo>
                  <a:pt x="314298" y="364236"/>
                </a:lnTo>
                <a:lnTo>
                  <a:pt x="314324" y="365379"/>
                </a:lnTo>
                <a:lnTo>
                  <a:pt x="315025" y="377952"/>
                </a:lnTo>
                <a:lnTo>
                  <a:pt x="149352" y="377952"/>
                </a:lnTo>
                <a:lnTo>
                  <a:pt x="149352" y="409956"/>
                </a:lnTo>
                <a:lnTo>
                  <a:pt x="112776" y="423671"/>
                </a:lnTo>
                <a:close/>
              </a:path>
              <a:path w="448310" h="548639">
                <a:moveTo>
                  <a:pt x="314298" y="364236"/>
                </a:moveTo>
                <a:lnTo>
                  <a:pt x="280416" y="364236"/>
                </a:lnTo>
                <a:lnTo>
                  <a:pt x="280416" y="222504"/>
                </a:lnTo>
                <a:lnTo>
                  <a:pt x="319347" y="222504"/>
                </a:lnTo>
                <a:lnTo>
                  <a:pt x="313943" y="227076"/>
                </a:lnTo>
                <a:lnTo>
                  <a:pt x="313991" y="350853"/>
                </a:lnTo>
                <a:lnTo>
                  <a:pt x="314298" y="364236"/>
                </a:lnTo>
                <a:close/>
              </a:path>
              <a:path w="448310" h="548639">
                <a:moveTo>
                  <a:pt x="280416" y="414528"/>
                </a:moveTo>
                <a:lnTo>
                  <a:pt x="280416" y="377952"/>
                </a:lnTo>
                <a:lnTo>
                  <a:pt x="315025" y="377952"/>
                </a:lnTo>
                <a:lnTo>
                  <a:pt x="315229" y="381619"/>
                </a:lnTo>
                <a:lnTo>
                  <a:pt x="316991" y="399288"/>
                </a:lnTo>
                <a:lnTo>
                  <a:pt x="280416" y="414528"/>
                </a:lnTo>
                <a:close/>
              </a:path>
              <a:path w="448310" h="548639">
                <a:moveTo>
                  <a:pt x="367284" y="548640"/>
                </a:moveTo>
                <a:lnTo>
                  <a:pt x="362140" y="528613"/>
                </a:lnTo>
                <a:lnTo>
                  <a:pt x="346710" y="511873"/>
                </a:lnTo>
                <a:lnTo>
                  <a:pt x="320992" y="498276"/>
                </a:lnTo>
                <a:lnTo>
                  <a:pt x="284988" y="487680"/>
                </a:lnTo>
                <a:lnTo>
                  <a:pt x="284988" y="478536"/>
                </a:lnTo>
                <a:lnTo>
                  <a:pt x="364236" y="486156"/>
                </a:lnTo>
                <a:lnTo>
                  <a:pt x="425464" y="486156"/>
                </a:lnTo>
                <a:lnTo>
                  <a:pt x="423862" y="501705"/>
                </a:lnTo>
                <a:lnTo>
                  <a:pt x="413004" y="523303"/>
                </a:lnTo>
                <a:lnTo>
                  <a:pt x="394144" y="538900"/>
                </a:lnTo>
                <a:lnTo>
                  <a:pt x="367284" y="548640"/>
                </a:lnTo>
                <a:close/>
              </a:path>
            </a:pathLst>
          </a:custGeom>
          <a:solidFill>
            <a:srgbClr val="3333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3377184" y="1289303"/>
            <a:ext cx="558165" cy="541020"/>
          </a:xfrm>
          <a:custGeom>
            <a:avLst/>
            <a:gdLst/>
            <a:ahLst/>
            <a:cxnLst/>
            <a:rect l="l" t="t" r="r" b="b"/>
            <a:pathLst>
              <a:path w="558164" h="541019">
                <a:moveTo>
                  <a:pt x="298704" y="50292"/>
                </a:moveTo>
                <a:lnTo>
                  <a:pt x="277368" y="28956"/>
                </a:lnTo>
                <a:lnTo>
                  <a:pt x="484632" y="28956"/>
                </a:lnTo>
                <a:lnTo>
                  <a:pt x="513588" y="0"/>
                </a:lnTo>
                <a:lnTo>
                  <a:pt x="551688" y="44196"/>
                </a:lnTo>
                <a:lnTo>
                  <a:pt x="356616" y="44196"/>
                </a:lnTo>
                <a:lnTo>
                  <a:pt x="341137" y="44505"/>
                </a:lnTo>
                <a:lnTo>
                  <a:pt x="326517" y="45529"/>
                </a:lnTo>
                <a:lnTo>
                  <a:pt x="312467" y="47410"/>
                </a:lnTo>
                <a:lnTo>
                  <a:pt x="298704" y="50292"/>
                </a:lnTo>
                <a:close/>
              </a:path>
              <a:path w="558164" h="541019">
                <a:moveTo>
                  <a:pt x="259400" y="27432"/>
                </a:moveTo>
                <a:lnTo>
                  <a:pt x="211836" y="27432"/>
                </a:lnTo>
                <a:lnTo>
                  <a:pt x="228600" y="3048"/>
                </a:lnTo>
                <a:lnTo>
                  <a:pt x="259400" y="27432"/>
                </a:lnTo>
                <a:close/>
              </a:path>
              <a:path w="558164" h="541019">
                <a:moveTo>
                  <a:pt x="71628" y="233172"/>
                </a:moveTo>
                <a:lnTo>
                  <a:pt x="72509" y="205430"/>
                </a:lnTo>
                <a:lnTo>
                  <a:pt x="72961" y="176974"/>
                </a:lnTo>
                <a:lnTo>
                  <a:pt x="73066" y="77914"/>
                </a:lnTo>
                <a:lnTo>
                  <a:pt x="72964" y="60698"/>
                </a:lnTo>
                <a:lnTo>
                  <a:pt x="72509" y="33337"/>
                </a:lnTo>
                <a:lnTo>
                  <a:pt x="71628" y="7620"/>
                </a:lnTo>
                <a:lnTo>
                  <a:pt x="105156" y="27432"/>
                </a:lnTo>
                <a:lnTo>
                  <a:pt x="259400" y="27432"/>
                </a:lnTo>
                <a:lnTo>
                  <a:pt x="265175" y="32004"/>
                </a:lnTo>
                <a:lnTo>
                  <a:pt x="254000" y="41148"/>
                </a:lnTo>
                <a:lnTo>
                  <a:pt x="105156" y="41148"/>
                </a:lnTo>
                <a:lnTo>
                  <a:pt x="105156" y="111252"/>
                </a:lnTo>
                <a:lnTo>
                  <a:pt x="248564" y="111252"/>
                </a:lnTo>
                <a:lnTo>
                  <a:pt x="248666" y="124968"/>
                </a:lnTo>
                <a:lnTo>
                  <a:pt x="105156" y="124968"/>
                </a:lnTo>
                <a:lnTo>
                  <a:pt x="105156" y="192024"/>
                </a:lnTo>
                <a:lnTo>
                  <a:pt x="250360" y="192024"/>
                </a:lnTo>
                <a:lnTo>
                  <a:pt x="251121" y="205740"/>
                </a:lnTo>
                <a:lnTo>
                  <a:pt x="105156" y="205740"/>
                </a:lnTo>
                <a:lnTo>
                  <a:pt x="105156" y="220979"/>
                </a:lnTo>
                <a:lnTo>
                  <a:pt x="71628" y="233172"/>
                </a:lnTo>
                <a:close/>
              </a:path>
              <a:path w="558164" h="541019">
                <a:moveTo>
                  <a:pt x="248564" y="111252"/>
                </a:moveTo>
                <a:lnTo>
                  <a:pt x="217932" y="111252"/>
                </a:lnTo>
                <a:lnTo>
                  <a:pt x="217932" y="41148"/>
                </a:lnTo>
                <a:lnTo>
                  <a:pt x="254000" y="41148"/>
                </a:lnTo>
                <a:lnTo>
                  <a:pt x="248412" y="45720"/>
                </a:lnTo>
                <a:lnTo>
                  <a:pt x="248459" y="97178"/>
                </a:lnTo>
                <a:lnTo>
                  <a:pt x="248564" y="111252"/>
                </a:lnTo>
                <a:close/>
              </a:path>
              <a:path w="558164" h="541019">
                <a:moveTo>
                  <a:pt x="384048" y="112776"/>
                </a:moveTo>
                <a:lnTo>
                  <a:pt x="373380" y="112776"/>
                </a:lnTo>
                <a:lnTo>
                  <a:pt x="377404" y="95416"/>
                </a:lnTo>
                <a:lnTo>
                  <a:pt x="380428" y="77914"/>
                </a:lnTo>
                <a:lnTo>
                  <a:pt x="382595" y="60698"/>
                </a:lnTo>
                <a:lnTo>
                  <a:pt x="384048" y="44196"/>
                </a:lnTo>
                <a:lnTo>
                  <a:pt x="425195" y="44196"/>
                </a:lnTo>
                <a:lnTo>
                  <a:pt x="419195" y="53625"/>
                </a:lnTo>
                <a:lnTo>
                  <a:pt x="410337" y="68199"/>
                </a:lnTo>
                <a:lnTo>
                  <a:pt x="398621" y="87915"/>
                </a:lnTo>
                <a:lnTo>
                  <a:pt x="384048" y="112776"/>
                </a:lnTo>
                <a:close/>
              </a:path>
              <a:path w="558164" h="541019">
                <a:moveTo>
                  <a:pt x="522373" y="112776"/>
                </a:moveTo>
                <a:lnTo>
                  <a:pt x="475488" y="112776"/>
                </a:lnTo>
                <a:lnTo>
                  <a:pt x="492252" y="91440"/>
                </a:lnTo>
                <a:lnTo>
                  <a:pt x="522373" y="112776"/>
                </a:lnTo>
                <a:close/>
              </a:path>
              <a:path w="558164" h="541019">
                <a:moveTo>
                  <a:pt x="307848" y="345948"/>
                </a:moveTo>
                <a:lnTo>
                  <a:pt x="309943" y="289941"/>
                </a:lnTo>
                <a:lnTo>
                  <a:pt x="310714" y="246888"/>
                </a:lnTo>
                <a:lnTo>
                  <a:pt x="310817" y="211836"/>
                </a:lnTo>
                <a:lnTo>
                  <a:pt x="310634" y="187071"/>
                </a:lnTo>
                <a:lnTo>
                  <a:pt x="309943" y="153924"/>
                </a:lnTo>
                <a:lnTo>
                  <a:pt x="308967" y="123063"/>
                </a:lnTo>
                <a:lnTo>
                  <a:pt x="307848" y="94488"/>
                </a:lnTo>
                <a:lnTo>
                  <a:pt x="341376" y="112776"/>
                </a:lnTo>
                <a:lnTo>
                  <a:pt x="522373" y="112776"/>
                </a:lnTo>
                <a:lnTo>
                  <a:pt x="528828" y="117348"/>
                </a:lnTo>
                <a:lnTo>
                  <a:pt x="517093" y="128016"/>
                </a:lnTo>
                <a:lnTo>
                  <a:pt x="341376" y="128016"/>
                </a:lnTo>
                <a:lnTo>
                  <a:pt x="341376" y="326136"/>
                </a:lnTo>
                <a:lnTo>
                  <a:pt x="307848" y="345948"/>
                </a:lnTo>
                <a:close/>
              </a:path>
              <a:path w="558164" h="541019">
                <a:moveTo>
                  <a:pt x="250360" y="192024"/>
                </a:moveTo>
                <a:lnTo>
                  <a:pt x="217932" y="192024"/>
                </a:lnTo>
                <a:lnTo>
                  <a:pt x="217932" y="124968"/>
                </a:lnTo>
                <a:lnTo>
                  <a:pt x="248666" y="124968"/>
                </a:lnTo>
                <a:lnTo>
                  <a:pt x="248793" y="141922"/>
                </a:lnTo>
                <a:lnTo>
                  <a:pt x="249697" y="180093"/>
                </a:lnTo>
                <a:lnTo>
                  <a:pt x="250360" y="192024"/>
                </a:lnTo>
                <a:close/>
              </a:path>
              <a:path w="558164" h="541019">
                <a:moveTo>
                  <a:pt x="480060" y="338328"/>
                </a:moveTo>
                <a:lnTo>
                  <a:pt x="480060" y="128016"/>
                </a:lnTo>
                <a:lnTo>
                  <a:pt x="517093" y="128016"/>
                </a:lnTo>
                <a:lnTo>
                  <a:pt x="512064" y="132588"/>
                </a:lnTo>
                <a:lnTo>
                  <a:pt x="512119" y="261651"/>
                </a:lnTo>
                <a:lnTo>
                  <a:pt x="512236" y="273343"/>
                </a:lnTo>
                <a:lnTo>
                  <a:pt x="512706" y="296179"/>
                </a:lnTo>
                <a:lnTo>
                  <a:pt x="513588" y="321564"/>
                </a:lnTo>
                <a:lnTo>
                  <a:pt x="480060" y="338328"/>
                </a:lnTo>
                <a:close/>
              </a:path>
              <a:path w="558164" h="541019">
                <a:moveTo>
                  <a:pt x="262128" y="477011"/>
                </a:moveTo>
                <a:lnTo>
                  <a:pt x="257556" y="469392"/>
                </a:lnTo>
                <a:lnTo>
                  <a:pt x="291036" y="449937"/>
                </a:lnTo>
                <a:lnTo>
                  <a:pt x="318516" y="430339"/>
                </a:lnTo>
                <a:lnTo>
                  <a:pt x="356616" y="390144"/>
                </a:lnTo>
                <a:lnTo>
                  <a:pt x="378333" y="345757"/>
                </a:lnTo>
                <a:lnTo>
                  <a:pt x="388595" y="291274"/>
                </a:lnTo>
                <a:lnTo>
                  <a:pt x="390455" y="233172"/>
                </a:lnTo>
                <a:lnTo>
                  <a:pt x="390662" y="192024"/>
                </a:lnTo>
                <a:lnTo>
                  <a:pt x="390144" y="163068"/>
                </a:lnTo>
                <a:lnTo>
                  <a:pt x="441960" y="188976"/>
                </a:lnTo>
                <a:lnTo>
                  <a:pt x="423672" y="205740"/>
                </a:lnTo>
                <a:lnTo>
                  <a:pt x="422838" y="252293"/>
                </a:lnTo>
                <a:lnTo>
                  <a:pt x="420433" y="291274"/>
                </a:lnTo>
                <a:lnTo>
                  <a:pt x="411480" y="345948"/>
                </a:lnTo>
                <a:lnTo>
                  <a:pt x="393573" y="384238"/>
                </a:lnTo>
                <a:lnTo>
                  <a:pt x="364236" y="419100"/>
                </a:lnTo>
                <a:lnTo>
                  <a:pt x="321754" y="450342"/>
                </a:lnTo>
                <a:lnTo>
                  <a:pt x="294155" y="464105"/>
                </a:lnTo>
                <a:lnTo>
                  <a:pt x="262128" y="477011"/>
                </a:lnTo>
                <a:close/>
              </a:path>
              <a:path w="558164" h="541019">
                <a:moveTo>
                  <a:pt x="217932" y="228600"/>
                </a:moveTo>
                <a:lnTo>
                  <a:pt x="217932" y="205740"/>
                </a:lnTo>
                <a:lnTo>
                  <a:pt x="251121" y="205740"/>
                </a:lnTo>
                <a:lnTo>
                  <a:pt x="251460" y="211836"/>
                </a:lnTo>
                <a:lnTo>
                  <a:pt x="217932" y="228600"/>
                </a:lnTo>
                <a:close/>
              </a:path>
              <a:path w="558164" h="541019">
                <a:moveTo>
                  <a:pt x="39624" y="280416"/>
                </a:moveTo>
                <a:lnTo>
                  <a:pt x="18288" y="259079"/>
                </a:lnTo>
                <a:lnTo>
                  <a:pt x="228600" y="259079"/>
                </a:lnTo>
                <a:lnTo>
                  <a:pt x="257556" y="230124"/>
                </a:lnTo>
                <a:lnTo>
                  <a:pt x="295656" y="272796"/>
                </a:lnTo>
                <a:lnTo>
                  <a:pt x="97536" y="272796"/>
                </a:lnTo>
                <a:lnTo>
                  <a:pt x="82700" y="273343"/>
                </a:lnTo>
                <a:lnTo>
                  <a:pt x="68008" y="274891"/>
                </a:lnTo>
                <a:lnTo>
                  <a:pt x="53601" y="277296"/>
                </a:lnTo>
                <a:lnTo>
                  <a:pt x="39624" y="280416"/>
                </a:lnTo>
                <a:close/>
              </a:path>
              <a:path w="558164" h="541019">
                <a:moveTo>
                  <a:pt x="178308" y="455676"/>
                </a:moveTo>
                <a:lnTo>
                  <a:pt x="147828" y="455676"/>
                </a:lnTo>
                <a:lnTo>
                  <a:pt x="147828" y="272796"/>
                </a:lnTo>
                <a:lnTo>
                  <a:pt x="178308" y="272796"/>
                </a:lnTo>
                <a:lnTo>
                  <a:pt x="178308" y="356616"/>
                </a:lnTo>
                <a:lnTo>
                  <a:pt x="273529" y="356616"/>
                </a:lnTo>
                <a:lnTo>
                  <a:pt x="286512" y="371856"/>
                </a:lnTo>
                <a:lnTo>
                  <a:pt x="178308" y="371856"/>
                </a:lnTo>
                <a:lnTo>
                  <a:pt x="178308" y="455676"/>
                </a:lnTo>
                <a:close/>
              </a:path>
              <a:path w="558164" h="541019">
                <a:moveTo>
                  <a:pt x="6096" y="541020"/>
                </a:moveTo>
                <a:lnTo>
                  <a:pt x="0" y="536448"/>
                </a:lnTo>
                <a:lnTo>
                  <a:pt x="13120" y="510159"/>
                </a:lnTo>
                <a:lnTo>
                  <a:pt x="24955" y="481584"/>
                </a:lnTo>
                <a:lnTo>
                  <a:pt x="44196" y="417576"/>
                </a:lnTo>
                <a:lnTo>
                  <a:pt x="56197" y="353949"/>
                </a:lnTo>
                <a:lnTo>
                  <a:pt x="62484" y="297179"/>
                </a:lnTo>
                <a:lnTo>
                  <a:pt x="109728" y="321564"/>
                </a:lnTo>
                <a:lnTo>
                  <a:pt x="100917" y="328707"/>
                </a:lnTo>
                <a:lnTo>
                  <a:pt x="92964" y="343281"/>
                </a:lnTo>
                <a:lnTo>
                  <a:pt x="86153" y="365283"/>
                </a:lnTo>
                <a:lnTo>
                  <a:pt x="80772" y="394716"/>
                </a:lnTo>
                <a:lnTo>
                  <a:pt x="93934" y="409956"/>
                </a:lnTo>
                <a:lnTo>
                  <a:pt x="76200" y="409956"/>
                </a:lnTo>
                <a:lnTo>
                  <a:pt x="60677" y="450723"/>
                </a:lnTo>
                <a:lnTo>
                  <a:pt x="44005" y="485775"/>
                </a:lnTo>
                <a:lnTo>
                  <a:pt x="25836" y="515826"/>
                </a:lnTo>
                <a:lnTo>
                  <a:pt x="6096" y="541020"/>
                </a:lnTo>
                <a:close/>
              </a:path>
              <a:path w="558164" h="541019">
                <a:moveTo>
                  <a:pt x="273529" y="356616"/>
                </a:moveTo>
                <a:lnTo>
                  <a:pt x="224028" y="356616"/>
                </a:lnTo>
                <a:lnTo>
                  <a:pt x="251460" y="330708"/>
                </a:lnTo>
                <a:lnTo>
                  <a:pt x="273529" y="356616"/>
                </a:lnTo>
                <a:close/>
              </a:path>
              <a:path w="558164" h="541019">
                <a:moveTo>
                  <a:pt x="522732" y="460248"/>
                </a:moveTo>
                <a:lnTo>
                  <a:pt x="518160" y="460248"/>
                </a:lnTo>
                <a:lnTo>
                  <a:pt x="515540" y="458795"/>
                </a:lnTo>
                <a:lnTo>
                  <a:pt x="512064" y="454342"/>
                </a:lnTo>
                <a:lnTo>
                  <a:pt x="507444" y="446746"/>
                </a:lnTo>
                <a:lnTo>
                  <a:pt x="501395" y="435864"/>
                </a:lnTo>
                <a:lnTo>
                  <a:pt x="489370" y="418457"/>
                </a:lnTo>
                <a:lnTo>
                  <a:pt x="471487" y="398335"/>
                </a:lnTo>
                <a:lnTo>
                  <a:pt x="447603" y="375642"/>
                </a:lnTo>
                <a:lnTo>
                  <a:pt x="417576" y="350520"/>
                </a:lnTo>
                <a:lnTo>
                  <a:pt x="423672" y="342900"/>
                </a:lnTo>
                <a:lnTo>
                  <a:pt x="464462" y="362664"/>
                </a:lnTo>
                <a:lnTo>
                  <a:pt x="515183" y="391334"/>
                </a:lnTo>
                <a:lnTo>
                  <a:pt x="533400" y="417576"/>
                </a:lnTo>
                <a:lnTo>
                  <a:pt x="533285" y="430339"/>
                </a:lnTo>
                <a:lnTo>
                  <a:pt x="531876" y="437387"/>
                </a:lnTo>
                <a:lnTo>
                  <a:pt x="525780" y="455676"/>
                </a:lnTo>
                <a:lnTo>
                  <a:pt x="522732" y="460248"/>
                </a:lnTo>
                <a:close/>
              </a:path>
              <a:path w="558164" h="541019">
                <a:moveTo>
                  <a:pt x="436351" y="524621"/>
                </a:moveTo>
                <a:lnTo>
                  <a:pt x="371977" y="523890"/>
                </a:lnTo>
                <a:lnTo>
                  <a:pt x="318942" y="522061"/>
                </a:lnTo>
                <a:lnTo>
                  <a:pt x="277246" y="519135"/>
                </a:lnTo>
                <a:lnTo>
                  <a:pt x="218384" y="508825"/>
                </a:lnTo>
                <a:lnTo>
                  <a:pt x="169949" y="492823"/>
                </a:lnTo>
                <a:lnTo>
                  <a:pt x="132564" y="470820"/>
                </a:lnTo>
                <a:lnTo>
                  <a:pt x="95369" y="434244"/>
                </a:lnTo>
                <a:lnTo>
                  <a:pt x="76200" y="409956"/>
                </a:lnTo>
                <a:lnTo>
                  <a:pt x="93934" y="409956"/>
                </a:lnTo>
                <a:lnTo>
                  <a:pt x="95107" y="411313"/>
                </a:lnTo>
                <a:lnTo>
                  <a:pt x="110871" y="426910"/>
                </a:lnTo>
                <a:lnTo>
                  <a:pt x="128349" y="441650"/>
                </a:lnTo>
                <a:lnTo>
                  <a:pt x="147828" y="455676"/>
                </a:lnTo>
                <a:lnTo>
                  <a:pt x="178308" y="455676"/>
                </a:lnTo>
                <a:lnTo>
                  <a:pt x="178308" y="464820"/>
                </a:lnTo>
                <a:lnTo>
                  <a:pt x="206597" y="473964"/>
                </a:lnTo>
                <a:lnTo>
                  <a:pt x="243459" y="480822"/>
                </a:lnTo>
                <a:lnTo>
                  <a:pt x="288893" y="485394"/>
                </a:lnTo>
                <a:lnTo>
                  <a:pt x="342900" y="487680"/>
                </a:lnTo>
                <a:lnTo>
                  <a:pt x="554208" y="487680"/>
                </a:lnTo>
                <a:lnTo>
                  <a:pt x="537781" y="494680"/>
                </a:lnTo>
                <a:lnTo>
                  <a:pt x="523494" y="504063"/>
                </a:lnTo>
                <a:lnTo>
                  <a:pt x="514921" y="514016"/>
                </a:lnTo>
                <a:lnTo>
                  <a:pt x="512064" y="524256"/>
                </a:lnTo>
                <a:lnTo>
                  <a:pt x="436351" y="524621"/>
                </a:lnTo>
                <a:close/>
              </a:path>
              <a:path w="558164" h="541019">
                <a:moveTo>
                  <a:pt x="554208" y="487680"/>
                </a:moveTo>
                <a:lnTo>
                  <a:pt x="342900" y="487680"/>
                </a:lnTo>
                <a:lnTo>
                  <a:pt x="400050" y="487084"/>
                </a:lnTo>
                <a:lnTo>
                  <a:pt x="454914" y="485203"/>
                </a:lnTo>
                <a:lnTo>
                  <a:pt x="507492" y="481893"/>
                </a:lnTo>
                <a:lnTo>
                  <a:pt x="557784" y="477011"/>
                </a:lnTo>
                <a:lnTo>
                  <a:pt x="557784" y="486156"/>
                </a:lnTo>
                <a:lnTo>
                  <a:pt x="554208" y="487680"/>
                </a:lnTo>
                <a:close/>
              </a:path>
            </a:pathLst>
          </a:custGeom>
          <a:solidFill>
            <a:srgbClr val="3333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1751075" y="2552700"/>
            <a:ext cx="155575" cy="155575"/>
          </a:xfrm>
          <a:custGeom>
            <a:avLst/>
            <a:gdLst/>
            <a:ahLst/>
            <a:cxnLst/>
            <a:rect l="l" t="t" r="r" b="b"/>
            <a:pathLst>
              <a:path w="155575" h="155575">
                <a:moveTo>
                  <a:pt x="155448" y="155448"/>
                </a:moveTo>
                <a:lnTo>
                  <a:pt x="0" y="155448"/>
                </a:lnTo>
                <a:lnTo>
                  <a:pt x="0" y="0"/>
                </a:lnTo>
                <a:lnTo>
                  <a:pt x="155448" y="0"/>
                </a:lnTo>
                <a:lnTo>
                  <a:pt x="155448" y="155448"/>
                </a:lnTo>
                <a:close/>
              </a:path>
            </a:pathLst>
          </a:custGeom>
          <a:solidFill>
            <a:srgbClr val="3333C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2121395" y="2360675"/>
            <a:ext cx="1745614" cy="411480"/>
          </a:xfrm>
          <a:custGeom>
            <a:avLst/>
            <a:gdLst/>
            <a:ahLst/>
            <a:cxnLst/>
            <a:rect l="l" t="t" r="r" b="b"/>
            <a:pathLst>
              <a:path w="1745614" h="411480">
                <a:moveTo>
                  <a:pt x="193560" y="77724"/>
                </a:moveTo>
                <a:lnTo>
                  <a:pt x="164604" y="53340"/>
                </a:lnTo>
                <a:lnTo>
                  <a:pt x="149364" y="71628"/>
                </a:lnTo>
                <a:lnTo>
                  <a:pt x="12204" y="71628"/>
                </a:lnTo>
                <a:lnTo>
                  <a:pt x="28968" y="86868"/>
                </a:lnTo>
                <a:lnTo>
                  <a:pt x="38392" y="84632"/>
                </a:lnTo>
                <a:lnTo>
                  <a:pt x="48399" y="82677"/>
                </a:lnTo>
                <a:lnTo>
                  <a:pt x="58966" y="81305"/>
                </a:lnTo>
                <a:lnTo>
                  <a:pt x="70116" y="80772"/>
                </a:lnTo>
                <a:lnTo>
                  <a:pt x="149364" y="80772"/>
                </a:lnTo>
                <a:lnTo>
                  <a:pt x="140220" y="115633"/>
                </a:lnTo>
                <a:lnTo>
                  <a:pt x="131076" y="147066"/>
                </a:lnTo>
                <a:lnTo>
                  <a:pt x="121932" y="175069"/>
                </a:lnTo>
                <a:lnTo>
                  <a:pt x="112788" y="199644"/>
                </a:lnTo>
                <a:lnTo>
                  <a:pt x="94234" y="177952"/>
                </a:lnTo>
                <a:lnTo>
                  <a:pt x="75260" y="156400"/>
                </a:lnTo>
                <a:lnTo>
                  <a:pt x="56095" y="135255"/>
                </a:lnTo>
                <a:lnTo>
                  <a:pt x="36588" y="114300"/>
                </a:lnTo>
                <a:lnTo>
                  <a:pt x="32016" y="120396"/>
                </a:lnTo>
                <a:lnTo>
                  <a:pt x="45161" y="137833"/>
                </a:lnTo>
                <a:lnTo>
                  <a:pt x="61734" y="160401"/>
                </a:lnTo>
                <a:lnTo>
                  <a:pt x="81737" y="188125"/>
                </a:lnTo>
                <a:lnTo>
                  <a:pt x="105168" y="220980"/>
                </a:lnTo>
                <a:lnTo>
                  <a:pt x="96329" y="237553"/>
                </a:lnTo>
                <a:lnTo>
                  <a:pt x="74091" y="274129"/>
                </a:lnTo>
                <a:lnTo>
                  <a:pt x="46088" y="314121"/>
                </a:lnTo>
                <a:lnTo>
                  <a:pt x="15748" y="350075"/>
                </a:lnTo>
                <a:lnTo>
                  <a:pt x="0" y="365760"/>
                </a:lnTo>
                <a:lnTo>
                  <a:pt x="1524" y="373380"/>
                </a:lnTo>
                <a:lnTo>
                  <a:pt x="41351" y="339280"/>
                </a:lnTo>
                <a:lnTo>
                  <a:pt x="73164" y="306324"/>
                </a:lnTo>
                <a:lnTo>
                  <a:pt x="98310" y="272986"/>
                </a:lnTo>
                <a:lnTo>
                  <a:pt x="118884" y="240792"/>
                </a:lnTo>
                <a:lnTo>
                  <a:pt x="129425" y="265709"/>
                </a:lnTo>
                <a:lnTo>
                  <a:pt x="138125" y="288036"/>
                </a:lnTo>
                <a:lnTo>
                  <a:pt x="144805" y="308089"/>
                </a:lnTo>
                <a:lnTo>
                  <a:pt x="149364" y="326136"/>
                </a:lnTo>
                <a:lnTo>
                  <a:pt x="152552" y="339267"/>
                </a:lnTo>
                <a:lnTo>
                  <a:pt x="155460" y="348805"/>
                </a:lnTo>
                <a:lnTo>
                  <a:pt x="158356" y="354647"/>
                </a:lnTo>
                <a:lnTo>
                  <a:pt x="161556" y="356616"/>
                </a:lnTo>
                <a:lnTo>
                  <a:pt x="163080" y="356616"/>
                </a:lnTo>
                <a:lnTo>
                  <a:pt x="166128" y="353568"/>
                </a:lnTo>
                <a:lnTo>
                  <a:pt x="170688" y="350520"/>
                </a:lnTo>
                <a:lnTo>
                  <a:pt x="173736" y="345948"/>
                </a:lnTo>
                <a:lnTo>
                  <a:pt x="176796" y="339852"/>
                </a:lnTo>
                <a:lnTo>
                  <a:pt x="176796" y="329184"/>
                </a:lnTo>
                <a:lnTo>
                  <a:pt x="177126" y="321754"/>
                </a:lnTo>
                <a:lnTo>
                  <a:pt x="165557" y="280352"/>
                </a:lnTo>
                <a:lnTo>
                  <a:pt x="144983" y="244398"/>
                </a:lnTo>
                <a:lnTo>
                  <a:pt x="129552" y="220980"/>
                </a:lnTo>
                <a:lnTo>
                  <a:pt x="138353" y="199644"/>
                </a:lnTo>
                <a:lnTo>
                  <a:pt x="140995" y="193243"/>
                </a:lnTo>
                <a:lnTo>
                  <a:pt x="152603" y="162496"/>
                </a:lnTo>
                <a:lnTo>
                  <a:pt x="164477" y="128612"/>
                </a:lnTo>
                <a:lnTo>
                  <a:pt x="176796" y="91440"/>
                </a:lnTo>
                <a:lnTo>
                  <a:pt x="189826" y="80772"/>
                </a:lnTo>
                <a:lnTo>
                  <a:pt x="193560" y="77724"/>
                </a:lnTo>
                <a:close/>
              </a:path>
              <a:path w="1745614" h="411480">
                <a:moveTo>
                  <a:pt x="257568" y="240792"/>
                </a:moveTo>
                <a:lnTo>
                  <a:pt x="235280" y="196786"/>
                </a:lnTo>
                <a:lnTo>
                  <a:pt x="205752" y="170688"/>
                </a:lnTo>
                <a:lnTo>
                  <a:pt x="199656" y="173736"/>
                </a:lnTo>
                <a:lnTo>
                  <a:pt x="211061" y="195745"/>
                </a:lnTo>
                <a:lnTo>
                  <a:pt x="220040" y="216027"/>
                </a:lnTo>
                <a:lnTo>
                  <a:pt x="226441" y="234607"/>
                </a:lnTo>
                <a:lnTo>
                  <a:pt x="230124" y="251460"/>
                </a:lnTo>
                <a:lnTo>
                  <a:pt x="231559" y="262343"/>
                </a:lnTo>
                <a:lnTo>
                  <a:pt x="233565" y="269938"/>
                </a:lnTo>
                <a:lnTo>
                  <a:pt x="236131" y="274396"/>
                </a:lnTo>
                <a:lnTo>
                  <a:pt x="239280" y="275844"/>
                </a:lnTo>
                <a:lnTo>
                  <a:pt x="243852" y="272796"/>
                </a:lnTo>
                <a:lnTo>
                  <a:pt x="248412" y="265176"/>
                </a:lnTo>
                <a:lnTo>
                  <a:pt x="252425" y="259448"/>
                </a:lnTo>
                <a:lnTo>
                  <a:pt x="255282" y="253555"/>
                </a:lnTo>
                <a:lnTo>
                  <a:pt x="256997" y="247396"/>
                </a:lnTo>
                <a:lnTo>
                  <a:pt x="257568" y="240792"/>
                </a:lnTo>
                <a:close/>
              </a:path>
              <a:path w="1745614" h="411480">
                <a:moveTo>
                  <a:pt x="411480" y="134112"/>
                </a:moveTo>
                <a:lnTo>
                  <a:pt x="377964" y="100584"/>
                </a:lnTo>
                <a:lnTo>
                  <a:pt x="355104" y="123444"/>
                </a:lnTo>
                <a:lnTo>
                  <a:pt x="335280" y="123444"/>
                </a:lnTo>
                <a:lnTo>
                  <a:pt x="335280" y="45720"/>
                </a:lnTo>
                <a:lnTo>
                  <a:pt x="352056" y="30480"/>
                </a:lnTo>
                <a:lnTo>
                  <a:pt x="309384" y="10668"/>
                </a:lnTo>
                <a:lnTo>
                  <a:pt x="310502" y="22440"/>
                </a:lnTo>
                <a:lnTo>
                  <a:pt x="311480" y="35052"/>
                </a:lnTo>
                <a:lnTo>
                  <a:pt x="312166" y="48818"/>
                </a:lnTo>
                <a:lnTo>
                  <a:pt x="312432" y="64008"/>
                </a:lnTo>
                <a:lnTo>
                  <a:pt x="312432" y="123444"/>
                </a:lnTo>
                <a:lnTo>
                  <a:pt x="172212" y="123444"/>
                </a:lnTo>
                <a:lnTo>
                  <a:pt x="187464" y="138684"/>
                </a:lnTo>
                <a:lnTo>
                  <a:pt x="197764" y="136690"/>
                </a:lnTo>
                <a:lnTo>
                  <a:pt x="208229" y="135255"/>
                </a:lnTo>
                <a:lnTo>
                  <a:pt x="218960" y="134404"/>
                </a:lnTo>
                <a:lnTo>
                  <a:pt x="230124" y="134112"/>
                </a:lnTo>
                <a:lnTo>
                  <a:pt x="312432" y="134112"/>
                </a:lnTo>
                <a:lnTo>
                  <a:pt x="312432" y="359664"/>
                </a:lnTo>
                <a:lnTo>
                  <a:pt x="307860" y="364236"/>
                </a:lnTo>
                <a:lnTo>
                  <a:pt x="300240" y="365760"/>
                </a:lnTo>
                <a:lnTo>
                  <a:pt x="291922" y="365429"/>
                </a:lnTo>
                <a:lnTo>
                  <a:pt x="278333" y="364236"/>
                </a:lnTo>
                <a:lnTo>
                  <a:pt x="259295" y="361911"/>
                </a:lnTo>
                <a:lnTo>
                  <a:pt x="234708" y="358140"/>
                </a:lnTo>
                <a:lnTo>
                  <a:pt x="234708" y="367284"/>
                </a:lnTo>
                <a:lnTo>
                  <a:pt x="262470" y="377571"/>
                </a:lnTo>
                <a:lnTo>
                  <a:pt x="281952" y="387858"/>
                </a:lnTo>
                <a:lnTo>
                  <a:pt x="293420" y="398145"/>
                </a:lnTo>
                <a:lnTo>
                  <a:pt x="297192" y="408432"/>
                </a:lnTo>
                <a:lnTo>
                  <a:pt x="314071" y="399580"/>
                </a:lnTo>
                <a:lnTo>
                  <a:pt x="325945" y="389001"/>
                </a:lnTo>
                <a:lnTo>
                  <a:pt x="332981" y="376720"/>
                </a:lnTo>
                <a:lnTo>
                  <a:pt x="334784" y="365760"/>
                </a:lnTo>
                <a:lnTo>
                  <a:pt x="335280" y="362712"/>
                </a:lnTo>
                <a:lnTo>
                  <a:pt x="335280" y="134112"/>
                </a:lnTo>
                <a:lnTo>
                  <a:pt x="411480" y="134112"/>
                </a:lnTo>
                <a:close/>
              </a:path>
              <a:path w="1745614" h="411480">
                <a:moveTo>
                  <a:pt x="676656" y="274320"/>
                </a:moveTo>
                <a:lnTo>
                  <a:pt x="649033" y="247840"/>
                </a:lnTo>
                <a:lnTo>
                  <a:pt x="615696" y="231648"/>
                </a:lnTo>
                <a:lnTo>
                  <a:pt x="612648" y="236220"/>
                </a:lnTo>
                <a:lnTo>
                  <a:pt x="626110" y="251701"/>
                </a:lnTo>
                <a:lnTo>
                  <a:pt x="636841" y="266319"/>
                </a:lnTo>
                <a:lnTo>
                  <a:pt x="645020" y="280377"/>
                </a:lnTo>
                <a:lnTo>
                  <a:pt x="650748" y="294132"/>
                </a:lnTo>
                <a:lnTo>
                  <a:pt x="653796" y="304800"/>
                </a:lnTo>
                <a:lnTo>
                  <a:pt x="656844" y="310896"/>
                </a:lnTo>
                <a:lnTo>
                  <a:pt x="662940" y="310896"/>
                </a:lnTo>
                <a:lnTo>
                  <a:pt x="665988" y="307848"/>
                </a:lnTo>
                <a:lnTo>
                  <a:pt x="670560" y="300228"/>
                </a:lnTo>
                <a:lnTo>
                  <a:pt x="675132" y="294132"/>
                </a:lnTo>
                <a:lnTo>
                  <a:pt x="676656" y="286512"/>
                </a:lnTo>
                <a:lnTo>
                  <a:pt x="676656" y="274320"/>
                </a:lnTo>
                <a:close/>
              </a:path>
              <a:path w="1745614" h="411480">
                <a:moveTo>
                  <a:pt x="679704" y="169164"/>
                </a:moveTo>
                <a:lnTo>
                  <a:pt x="648271" y="146685"/>
                </a:lnTo>
                <a:lnTo>
                  <a:pt x="618744" y="134112"/>
                </a:lnTo>
                <a:lnTo>
                  <a:pt x="615696" y="138684"/>
                </a:lnTo>
                <a:lnTo>
                  <a:pt x="629399" y="152361"/>
                </a:lnTo>
                <a:lnTo>
                  <a:pt x="640651" y="165735"/>
                </a:lnTo>
                <a:lnTo>
                  <a:pt x="649351" y="178549"/>
                </a:lnTo>
                <a:lnTo>
                  <a:pt x="655320" y="190500"/>
                </a:lnTo>
                <a:lnTo>
                  <a:pt x="659892" y="201168"/>
                </a:lnTo>
                <a:lnTo>
                  <a:pt x="664464" y="207264"/>
                </a:lnTo>
                <a:lnTo>
                  <a:pt x="669036" y="207264"/>
                </a:lnTo>
                <a:lnTo>
                  <a:pt x="672084" y="202692"/>
                </a:lnTo>
                <a:lnTo>
                  <a:pt x="675132" y="196596"/>
                </a:lnTo>
                <a:lnTo>
                  <a:pt x="678180" y="188976"/>
                </a:lnTo>
                <a:lnTo>
                  <a:pt x="679704" y="182880"/>
                </a:lnTo>
                <a:lnTo>
                  <a:pt x="679704" y="169164"/>
                </a:lnTo>
                <a:close/>
              </a:path>
              <a:path w="1745614" h="411480">
                <a:moveTo>
                  <a:pt x="832104" y="65532"/>
                </a:moveTo>
                <a:lnTo>
                  <a:pt x="821436" y="54864"/>
                </a:lnTo>
                <a:lnTo>
                  <a:pt x="795528" y="28956"/>
                </a:lnTo>
                <a:lnTo>
                  <a:pt x="768096" y="54864"/>
                </a:lnTo>
                <a:lnTo>
                  <a:pt x="562356" y="54864"/>
                </a:lnTo>
                <a:lnTo>
                  <a:pt x="566293" y="48895"/>
                </a:lnTo>
                <a:lnTo>
                  <a:pt x="570928" y="42481"/>
                </a:lnTo>
                <a:lnTo>
                  <a:pt x="575868" y="35801"/>
                </a:lnTo>
                <a:lnTo>
                  <a:pt x="580644" y="28956"/>
                </a:lnTo>
                <a:lnTo>
                  <a:pt x="594360" y="22860"/>
                </a:lnTo>
                <a:lnTo>
                  <a:pt x="556260" y="0"/>
                </a:lnTo>
                <a:lnTo>
                  <a:pt x="549173" y="19989"/>
                </a:lnTo>
                <a:lnTo>
                  <a:pt x="539496" y="40957"/>
                </a:lnTo>
                <a:lnTo>
                  <a:pt x="513588" y="85344"/>
                </a:lnTo>
                <a:lnTo>
                  <a:pt x="481393" y="127825"/>
                </a:lnTo>
                <a:lnTo>
                  <a:pt x="448056" y="160020"/>
                </a:lnTo>
                <a:lnTo>
                  <a:pt x="452628" y="164592"/>
                </a:lnTo>
                <a:lnTo>
                  <a:pt x="485775" y="141732"/>
                </a:lnTo>
                <a:lnTo>
                  <a:pt x="522617" y="106895"/>
                </a:lnTo>
                <a:lnTo>
                  <a:pt x="556260" y="65532"/>
                </a:lnTo>
                <a:lnTo>
                  <a:pt x="832104" y="65532"/>
                </a:lnTo>
                <a:close/>
              </a:path>
              <a:path w="1745614" h="411480">
                <a:moveTo>
                  <a:pt x="856488" y="222504"/>
                </a:moveTo>
                <a:lnTo>
                  <a:pt x="821436" y="187452"/>
                </a:lnTo>
                <a:lnTo>
                  <a:pt x="797052" y="211836"/>
                </a:lnTo>
                <a:lnTo>
                  <a:pt x="774192" y="211836"/>
                </a:lnTo>
                <a:lnTo>
                  <a:pt x="777240" y="132588"/>
                </a:lnTo>
                <a:lnTo>
                  <a:pt x="784860" y="126492"/>
                </a:lnTo>
                <a:lnTo>
                  <a:pt x="792480" y="120396"/>
                </a:lnTo>
                <a:lnTo>
                  <a:pt x="786688" y="115824"/>
                </a:lnTo>
                <a:lnTo>
                  <a:pt x="763524" y="97536"/>
                </a:lnTo>
                <a:lnTo>
                  <a:pt x="752856" y="111760"/>
                </a:lnTo>
                <a:lnTo>
                  <a:pt x="752856" y="126492"/>
                </a:lnTo>
                <a:lnTo>
                  <a:pt x="749808" y="211836"/>
                </a:lnTo>
                <a:lnTo>
                  <a:pt x="748284" y="211836"/>
                </a:lnTo>
                <a:lnTo>
                  <a:pt x="748284" y="222504"/>
                </a:lnTo>
                <a:lnTo>
                  <a:pt x="742188" y="320040"/>
                </a:lnTo>
                <a:lnTo>
                  <a:pt x="544068" y="320040"/>
                </a:lnTo>
                <a:lnTo>
                  <a:pt x="556260" y="222504"/>
                </a:lnTo>
                <a:lnTo>
                  <a:pt x="748284" y="222504"/>
                </a:lnTo>
                <a:lnTo>
                  <a:pt x="748284" y="211836"/>
                </a:lnTo>
                <a:lnTo>
                  <a:pt x="557784" y="211836"/>
                </a:lnTo>
                <a:lnTo>
                  <a:pt x="566928" y="126492"/>
                </a:lnTo>
                <a:lnTo>
                  <a:pt x="752856" y="126492"/>
                </a:lnTo>
                <a:lnTo>
                  <a:pt x="752856" y="111760"/>
                </a:lnTo>
                <a:lnTo>
                  <a:pt x="749808" y="115824"/>
                </a:lnTo>
                <a:lnTo>
                  <a:pt x="568452" y="115824"/>
                </a:lnTo>
                <a:lnTo>
                  <a:pt x="544068" y="100584"/>
                </a:lnTo>
                <a:lnTo>
                  <a:pt x="533400" y="211836"/>
                </a:lnTo>
                <a:lnTo>
                  <a:pt x="446532" y="211836"/>
                </a:lnTo>
                <a:lnTo>
                  <a:pt x="460248" y="225552"/>
                </a:lnTo>
                <a:lnTo>
                  <a:pt x="487680" y="222504"/>
                </a:lnTo>
                <a:lnTo>
                  <a:pt x="531876" y="222504"/>
                </a:lnTo>
                <a:lnTo>
                  <a:pt x="519684" y="312420"/>
                </a:lnTo>
                <a:lnTo>
                  <a:pt x="505968" y="323088"/>
                </a:lnTo>
                <a:lnTo>
                  <a:pt x="530352" y="345948"/>
                </a:lnTo>
                <a:lnTo>
                  <a:pt x="544068" y="330708"/>
                </a:lnTo>
                <a:lnTo>
                  <a:pt x="740664" y="330708"/>
                </a:lnTo>
                <a:lnTo>
                  <a:pt x="738695" y="350481"/>
                </a:lnTo>
                <a:lnTo>
                  <a:pt x="735139" y="364236"/>
                </a:lnTo>
                <a:lnTo>
                  <a:pt x="730173" y="372287"/>
                </a:lnTo>
                <a:lnTo>
                  <a:pt x="723900" y="374904"/>
                </a:lnTo>
                <a:lnTo>
                  <a:pt x="715949" y="374332"/>
                </a:lnTo>
                <a:lnTo>
                  <a:pt x="703707" y="372618"/>
                </a:lnTo>
                <a:lnTo>
                  <a:pt x="687476" y="369760"/>
                </a:lnTo>
                <a:lnTo>
                  <a:pt x="667512" y="365760"/>
                </a:lnTo>
                <a:lnTo>
                  <a:pt x="667512" y="373380"/>
                </a:lnTo>
                <a:lnTo>
                  <a:pt x="688378" y="382549"/>
                </a:lnTo>
                <a:lnTo>
                  <a:pt x="702945" y="391858"/>
                </a:lnTo>
                <a:lnTo>
                  <a:pt x="711238" y="401459"/>
                </a:lnTo>
                <a:lnTo>
                  <a:pt x="713232" y="411480"/>
                </a:lnTo>
                <a:lnTo>
                  <a:pt x="728027" y="407466"/>
                </a:lnTo>
                <a:lnTo>
                  <a:pt x="758647" y="377431"/>
                </a:lnTo>
                <a:lnTo>
                  <a:pt x="759345" y="374904"/>
                </a:lnTo>
                <a:lnTo>
                  <a:pt x="762190" y="364617"/>
                </a:lnTo>
                <a:lnTo>
                  <a:pt x="764882" y="348957"/>
                </a:lnTo>
                <a:lnTo>
                  <a:pt x="766572" y="330708"/>
                </a:lnTo>
                <a:lnTo>
                  <a:pt x="847344" y="330708"/>
                </a:lnTo>
                <a:lnTo>
                  <a:pt x="836676" y="320040"/>
                </a:lnTo>
                <a:lnTo>
                  <a:pt x="812292" y="295656"/>
                </a:lnTo>
                <a:lnTo>
                  <a:pt x="787908" y="320040"/>
                </a:lnTo>
                <a:lnTo>
                  <a:pt x="768096" y="320040"/>
                </a:lnTo>
                <a:lnTo>
                  <a:pt x="774192" y="222504"/>
                </a:lnTo>
                <a:lnTo>
                  <a:pt x="856488" y="222504"/>
                </a:lnTo>
                <a:close/>
              </a:path>
              <a:path w="1745614" h="411480">
                <a:moveTo>
                  <a:pt x="1053096" y="318528"/>
                </a:moveTo>
                <a:lnTo>
                  <a:pt x="1050048" y="309384"/>
                </a:lnTo>
                <a:lnTo>
                  <a:pt x="1010996" y="321576"/>
                </a:lnTo>
                <a:lnTo>
                  <a:pt x="989393" y="327812"/>
                </a:lnTo>
                <a:lnTo>
                  <a:pt x="966228" y="333768"/>
                </a:lnTo>
                <a:lnTo>
                  <a:pt x="925080" y="343674"/>
                </a:lnTo>
                <a:lnTo>
                  <a:pt x="909650" y="347052"/>
                </a:lnTo>
                <a:lnTo>
                  <a:pt x="897648" y="349008"/>
                </a:lnTo>
                <a:lnTo>
                  <a:pt x="917460" y="382536"/>
                </a:lnTo>
                <a:lnTo>
                  <a:pt x="958176" y="358952"/>
                </a:lnTo>
                <a:lnTo>
                  <a:pt x="1003376" y="338455"/>
                </a:lnTo>
                <a:lnTo>
                  <a:pt x="1039952" y="323075"/>
                </a:lnTo>
                <a:lnTo>
                  <a:pt x="1053096" y="318528"/>
                </a:lnTo>
                <a:close/>
              </a:path>
              <a:path w="1745614" h="411480">
                <a:moveTo>
                  <a:pt x="1057668" y="103644"/>
                </a:moveTo>
                <a:lnTo>
                  <a:pt x="1027188" y="83832"/>
                </a:lnTo>
                <a:lnTo>
                  <a:pt x="1022045" y="100063"/>
                </a:lnTo>
                <a:lnTo>
                  <a:pt x="1015758" y="116598"/>
                </a:lnTo>
                <a:lnTo>
                  <a:pt x="1008329" y="133121"/>
                </a:lnTo>
                <a:lnTo>
                  <a:pt x="999756" y="149364"/>
                </a:lnTo>
                <a:lnTo>
                  <a:pt x="928128" y="156984"/>
                </a:lnTo>
                <a:lnTo>
                  <a:pt x="956513" y="110693"/>
                </a:lnTo>
                <a:lnTo>
                  <a:pt x="967765" y="91617"/>
                </a:lnTo>
                <a:lnTo>
                  <a:pt x="984897" y="59804"/>
                </a:lnTo>
                <a:lnTo>
                  <a:pt x="992898" y="47066"/>
                </a:lnTo>
                <a:lnTo>
                  <a:pt x="1000899" y="36322"/>
                </a:lnTo>
                <a:lnTo>
                  <a:pt x="1008900" y="27444"/>
                </a:lnTo>
                <a:lnTo>
                  <a:pt x="976896" y="6108"/>
                </a:lnTo>
                <a:lnTo>
                  <a:pt x="966800" y="43446"/>
                </a:lnTo>
                <a:lnTo>
                  <a:pt x="946416" y="94500"/>
                </a:lnTo>
                <a:lnTo>
                  <a:pt x="922032" y="139458"/>
                </a:lnTo>
                <a:lnTo>
                  <a:pt x="902220" y="156984"/>
                </a:lnTo>
                <a:lnTo>
                  <a:pt x="917460" y="185940"/>
                </a:lnTo>
                <a:lnTo>
                  <a:pt x="924598" y="182486"/>
                </a:lnTo>
                <a:lnTo>
                  <a:pt x="940600" y="175006"/>
                </a:lnTo>
                <a:lnTo>
                  <a:pt x="949464" y="170700"/>
                </a:lnTo>
                <a:lnTo>
                  <a:pt x="960056" y="167284"/>
                </a:lnTo>
                <a:lnTo>
                  <a:pt x="971372" y="164033"/>
                </a:lnTo>
                <a:lnTo>
                  <a:pt x="983538" y="161048"/>
                </a:lnTo>
                <a:lnTo>
                  <a:pt x="996708" y="158508"/>
                </a:lnTo>
                <a:lnTo>
                  <a:pt x="965466" y="205371"/>
                </a:lnTo>
                <a:lnTo>
                  <a:pt x="934237" y="246519"/>
                </a:lnTo>
                <a:lnTo>
                  <a:pt x="908316" y="263664"/>
                </a:lnTo>
                <a:lnTo>
                  <a:pt x="926604" y="295668"/>
                </a:lnTo>
                <a:lnTo>
                  <a:pt x="963460" y="276593"/>
                </a:lnTo>
                <a:lnTo>
                  <a:pt x="1000010" y="264083"/>
                </a:lnTo>
                <a:lnTo>
                  <a:pt x="1010793" y="260616"/>
                </a:lnTo>
                <a:lnTo>
                  <a:pt x="1031392" y="253898"/>
                </a:lnTo>
                <a:lnTo>
                  <a:pt x="1043952" y="249948"/>
                </a:lnTo>
                <a:lnTo>
                  <a:pt x="1040904" y="243852"/>
                </a:lnTo>
                <a:lnTo>
                  <a:pt x="1023518" y="247319"/>
                </a:lnTo>
                <a:lnTo>
                  <a:pt x="943368" y="260616"/>
                </a:lnTo>
                <a:lnTo>
                  <a:pt x="967955" y="229133"/>
                </a:lnTo>
                <a:lnTo>
                  <a:pt x="989279" y="200799"/>
                </a:lnTo>
                <a:lnTo>
                  <a:pt x="1007440" y="175310"/>
                </a:lnTo>
                <a:lnTo>
                  <a:pt x="1018565" y="158508"/>
                </a:lnTo>
                <a:lnTo>
                  <a:pt x="1019568" y="156984"/>
                </a:lnTo>
                <a:lnTo>
                  <a:pt x="1034300" y="134708"/>
                </a:lnTo>
                <a:lnTo>
                  <a:pt x="1044143" y="120599"/>
                </a:lnTo>
                <a:lnTo>
                  <a:pt x="1051966" y="110185"/>
                </a:lnTo>
                <a:lnTo>
                  <a:pt x="1057668" y="103644"/>
                </a:lnTo>
                <a:close/>
              </a:path>
              <a:path w="1745614" h="411480">
                <a:moveTo>
                  <a:pt x="1304556" y="381012"/>
                </a:moveTo>
                <a:lnTo>
                  <a:pt x="1274076" y="345960"/>
                </a:lnTo>
                <a:lnTo>
                  <a:pt x="1248168" y="370344"/>
                </a:lnTo>
                <a:lnTo>
                  <a:pt x="1235976" y="370344"/>
                </a:lnTo>
                <a:lnTo>
                  <a:pt x="1235976" y="57924"/>
                </a:lnTo>
                <a:lnTo>
                  <a:pt x="1243596" y="50304"/>
                </a:lnTo>
                <a:lnTo>
                  <a:pt x="1251216" y="42684"/>
                </a:lnTo>
                <a:lnTo>
                  <a:pt x="1247292" y="39636"/>
                </a:lnTo>
                <a:lnTo>
                  <a:pt x="1223784" y="21348"/>
                </a:lnTo>
                <a:lnTo>
                  <a:pt x="1211592" y="37604"/>
                </a:lnTo>
                <a:lnTo>
                  <a:pt x="1211592" y="50304"/>
                </a:lnTo>
                <a:lnTo>
                  <a:pt x="1211592" y="146316"/>
                </a:lnTo>
                <a:lnTo>
                  <a:pt x="1211592" y="156984"/>
                </a:lnTo>
                <a:lnTo>
                  <a:pt x="1211592" y="252996"/>
                </a:lnTo>
                <a:lnTo>
                  <a:pt x="1211592" y="263664"/>
                </a:lnTo>
                <a:lnTo>
                  <a:pt x="1211592" y="370344"/>
                </a:lnTo>
                <a:lnTo>
                  <a:pt x="1100340" y="370344"/>
                </a:lnTo>
                <a:lnTo>
                  <a:pt x="1100340" y="263664"/>
                </a:lnTo>
                <a:lnTo>
                  <a:pt x="1211592" y="263664"/>
                </a:lnTo>
                <a:lnTo>
                  <a:pt x="1211592" y="252996"/>
                </a:lnTo>
                <a:lnTo>
                  <a:pt x="1100340" y="252996"/>
                </a:lnTo>
                <a:lnTo>
                  <a:pt x="1100340" y="156984"/>
                </a:lnTo>
                <a:lnTo>
                  <a:pt x="1211592" y="156984"/>
                </a:lnTo>
                <a:lnTo>
                  <a:pt x="1211592" y="146316"/>
                </a:lnTo>
                <a:lnTo>
                  <a:pt x="1100340" y="146316"/>
                </a:lnTo>
                <a:lnTo>
                  <a:pt x="1100340" y="50304"/>
                </a:lnTo>
                <a:lnTo>
                  <a:pt x="1211592" y="50304"/>
                </a:lnTo>
                <a:lnTo>
                  <a:pt x="1211592" y="37604"/>
                </a:lnTo>
                <a:lnTo>
                  <a:pt x="1210068" y="39636"/>
                </a:lnTo>
                <a:lnTo>
                  <a:pt x="1100340" y="39636"/>
                </a:lnTo>
                <a:lnTo>
                  <a:pt x="1075956" y="24396"/>
                </a:lnTo>
                <a:lnTo>
                  <a:pt x="1076833" y="41821"/>
                </a:lnTo>
                <a:lnTo>
                  <a:pt x="1077150" y="57924"/>
                </a:lnTo>
                <a:lnTo>
                  <a:pt x="1077302" y="67398"/>
                </a:lnTo>
                <a:lnTo>
                  <a:pt x="1077404" y="83832"/>
                </a:lnTo>
                <a:lnTo>
                  <a:pt x="1077480" y="370344"/>
                </a:lnTo>
                <a:lnTo>
                  <a:pt x="1013472" y="370344"/>
                </a:lnTo>
                <a:lnTo>
                  <a:pt x="1028712" y="385584"/>
                </a:lnTo>
                <a:lnTo>
                  <a:pt x="1039012" y="383578"/>
                </a:lnTo>
                <a:lnTo>
                  <a:pt x="1049477" y="382155"/>
                </a:lnTo>
                <a:lnTo>
                  <a:pt x="1060208" y="381292"/>
                </a:lnTo>
                <a:lnTo>
                  <a:pt x="1071384" y="381012"/>
                </a:lnTo>
                <a:lnTo>
                  <a:pt x="1304556" y="381012"/>
                </a:lnTo>
                <a:close/>
              </a:path>
              <a:path w="1745614" h="411480">
                <a:moveTo>
                  <a:pt x="1478280" y="25908"/>
                </a:moveTo>
                <a:lnTo>
                  <a:pt x="1441704" y="3048"/>
                </a:lnTo>
                <a:lnTo>
                  <a:pt x="1432826" y="30797"/>
                </a:lnTo>
                <a:lnTo>
                  <a:pt x="1422082" y="59245"/>
                </a:lnTo>
                <a:lnTo>
                  <a:pt x="1394460" y="118872"/>
                </a:lnTo>
                <a:lnTo>
                  <a:pt x="1364742" y="175069"/>
                </a:lnTo>
                <a:lnTo>
                  <a:pt x="1335024" y="220980"/>
                </a:lnTo>
                <a:lnTo>
                  <a:pt x="1339596" y="225552"/>
                </a:lnTo>
                <a:lnTo>
                  <a:pt x="1355267" y="208978"/>
                </a:lnTo>
                <a:lnTo>
                  <a:pt x="1372362" y="188976"/>
                </a:lnTo>
                <a:lnTo>
                  <a:pt x="1390611" y="165544"/>
                </a:lnTo>
                <a:lnTo>
                  <a:pt x="1409700" y="138684"/>
                </a:lnTo>
                <a:lnTo>
                  <a:pt x="1409598" y="353187"/>
                </a:lnTo>
                <a:lnTo>
                  <a:pt x="1409471" y="364426"/>
                </a:lnTo>
                <a:lnTo>
                  <a:pt x="1409039" y="385191"/>
                </a:lnTo>
                <a:lnTo>
                  <a:pt x="1408176" y="408432"/>
                </a:lnTo>
                <a:lnTo>
                  <a:pt x="1435608" y="394716"/>
                </a:lnTo>
                <a:lnTo>
                  <a:pt x="1434731" y="374700"/>
                </a:lnTo>
                <a:lnTo>
                  <a:pt x="1434287" y="358140"/>
                </a:lnTo>
                <a:lnTo>
                  <a:pt x="1434185" y="350139"/>
                </a:lnTo>
                <a:lnTo>
                  <a:pt x="1434084" y="149352"/>
                </a:lnTo>
                <a:lnTo>
                  <a:pt x="1444752" y="138684"/>
                </a:lnTo>
                <a:lnTo>
                  <a:pt x="1447800" y="135636"/>
                </a:lnTo>
                <a:lnTo>
                  <a:pt x="1418844" y="120396"/>
                </a:lnTo>
                <a:lnTo>
                  <a:pt x="1437132" y="83566"/>
                </a:lnTo>
                <a:lnTo>
                  <a:pt x="1453134" y="55435"/>
                </a:lnTo>
                <a:lnTo>
                  <a:pt x="1466850" y="36182"/>
                </a:lnTo>
                <a:lnTo>
                  <a:pt x="1478280" y="25908"/>
                </a:lnTo>
                <a:close/>
              </a:path>
              <a:path w="1745614" h="411480">
                <a:moveTo>
                  <a:pt x="1691640" y="73152"/>
                </a:moveTo>
                <a:lnTo>
                  <a:pt x="1646135" y="38036"/>
                </a:lnTo>
                <a:lnTo>
                  <a:pt x="1616964" y="27432"/>
                </a:lnTo>
                <a:lnTo>
                  <a:pt x="1613916" y="33528"/>
                </a:lnTo>
                <a:lnTo>
                  <a:pt x="1631022" y="48107"/>
                </a:lnTo>
                <a:lnTo>
                  <a:pt x="1645539" y="62103"/>
                </a:lnTo>
                <a:lnTo>
                  <a:pt x="1657210" y="75539"/>
                </a:lnTo>
                <a:lnTo>
                  <a:pt x="1665732" y="88392"/>
                </a:lnTo>
                <a:lnTo>
                  <a:pt x="1670304" y="99060"/>
                </a:lnTo>
                <a:lnTo>
                  <a:pt x="1674876" y="103632"/>
                </a:lnTo>
                <a:lnTo>
                  <a:pt x="1682496" y="103632"/>
                </a:lnTo>
                <a:lnTo>
                  <a:pt x="1684020" y="100584"/>
                </a:lnTo>
                <a:lnTo>
                  <a:pt x="1687068" y="96012"/>
                </a:lnTo>
                <a:lnTo>
                  <a:pt x="1690116" y="89916"/>
                </a:lnTo>
                <a:lnTo>
                  <a:pt x="1691640" y="83820"/>
                </a:lnTo>
                <a:lnTo>
                  <a:pt x="1691640" y="73152"/>
                </a:lnTo>
                <a:close/>
              </a:path>
              <a:path w="1745614" h="411480">
                <a:moveTo>
                  <a:pt x="1744992" y="367284"/>
                </a:moveTo>
                <a:lnTo>
                  <a:pt x="1725815" y="328142"/>
                </a:lnTo>
                <a:lnTo>
                  <a:pt x="1725168" y="289560"/>
                </a:lnTo>
                <a:lnTo>
                  <a:pt x="1716024" y="289560"/>
                </a:lnTo>
                <a:lnTo>
                  <a:pt x="1714106" y="330288"/>
                </a:lnTo>
                <a:lnTo>
                  <a:pt x="1702269" y="366903"/>
                </a:lnTo>
                <a:lnTo>
                  <a:pt x="1696212" y="370332"/>
                </a:lnTo>
                <a:lnTo>
                  <a:pt x="1644396" y="370332"/>
                </a:lnTo>
                <a:lnTo>
                  <a:pt x="1633524" y="368884"/>
                </a:lnTo>
                <a:lnTo>
                  <a:pt x="1625917" y="364426"/>
                </a:lnTo>
                <a:lnTo>
                  <a:pt x="1621472" y="356831"/>
                </a:lnTo>
                <a:lnTo>
                  <a:pt x="1620012" y="345948"/>
                </a:lnTo>
                <a:lnTo>
                  <a:pt x="1620012" y="146304"/>
                </a:lnTo>
                <a:lnTo>
                  <a:pt x="1725168" y="146304"/>
                </a:lnTo>
                <a:lnTo>
                  <a:pt x="1691640" y="112776"/>
                </a:lnTo>
                <a:lnTo>
                  <a:pt x="1668780" y="135636"/>
                </a:lnTo>
                <a:lnTo>
                  <a:pt x="1571244" y="135636"/>
                </a:lnTo>
                <a:lnTo>
                  <a:pt x="1571244" y="39624"/>
                </a:lnTo>
                <a:lnTo>
                  <a:pt x="1588008" y="25908"/>
                </a:lnTo>
                <a:lnTo>
                  <a:pt x="1545336" y="6096"/>
                </a:lnTo>
                <a:lnTo>
                  <a:pt x="1546225" y="23266"/>
                </a:lnTo>
                <a:lnTo>
                  <a:pt x="1546669" y="40576"/>
                </a:lnTo>
                <a:lnTo>
                  <a:pt x="1546745" y="48107"/>
                </a:lnTo>
                <a:lnTo>
                  <a:pt x="1546860" y="135636"/>
                </a:lnTo>
                <a:lnTo>
                  <a:pt x="1452372" y="135636"/>
                </a:lnTo>
                <a:lnTo>
                  <a:pt x="1467612" y="150876"/>
                </a:lnTo>
                <a:lnTo>
                  <a:pt x="1477048" y="148882"/>
                </a:lnTo>
                <a:lnTo>
                  <a:pt x="1487043" y="147447"/>
                </a:lnTo>
                <a:lnTo>
                  <a:pt x="1497622" y="146596"/>
                </a:lnTo>
                <a:lnTo>
                  <a:pt x="1508760" y="146304"/>
                </a:lnTo>
                <a:lnTo>
                  <a:pt x="1546860" y="146304"/>
                </a:lnTo>
                <a:lnTo>
                  <a:pt x="1542288" y="202501"/>
                </a:lnTo>
                <a:lnTo>
                  <a:pt x="1533144" y="252984"/>
                </a:lnTo>
                <a:lnTo>
                  <a:pt x="1518285" y="299847"/>
                </a:lnTo>
                <a:lnTo>
                  <a:pt x="1496568" y="339852"/>
                </a:lnTo>
                <a:lnTo>
                  <a:pt x="1468945" y="375094"/>
                </a:lnTo>
                <a:lnTo>
                  <a:pt x="1435608" y="406908"/>
                </a:lnTo>
                <a:lnTo>
                  <a:pt x="1441704" y="411480"/>
                </a:lnTo>
                <a:lnTo>
                  <a:pt x="1484947" y="377571"/>
                </a:lnTo>
                <a:lnTo>
                  <a:pt x="1517904" y="341376"/>
                </a:lnTo>
                <a:lnTo>
                  <a:pt x="1541716" y="301561"/>
                </a:lnTo>
                <a:lnTo>
                  <a:pt x="1557528" y="256032"/>
                </a:lnTo>
                <a:lnTo>
                  <a:pt x="1567243" y="204597"/>
                </a:lnTo>
                <a:lnTo>
                  <a:pt x="1571244" y="146304"/>
                </a:lnTo>
                <a:lnTo>
                  <a:pt x="1597152" y="146304"/>
                </a:lnTo>
                <a:lnTo>
                  <a:pt x="1597152" y="358140"/>
                </a:lnTo>
                <a:lnTo>
                  <a:pt x="1599730" y="373024"/>
                </a:lnTo>
                <a:lnTo>
                  <a:pt x="1607439" y="383476"/>
                </a:lnTo>
                <a:lnTo>
                  <a:pt x="1620304" y="389648"/>
                </a:lnTo>
                <a:lnTo>
                  <a:pt x="1638300" y="391668"/>
                </a:lnTo>
                <a:lnTo>
                  <a:pt x="1706880" y="391668"/>
                </a:lnTo>
                <a:lnTo>
                  <a:pt x="1718627" y="390004"/>
                </a:lnTo>
                <a:lnTo>
                  <a:pt x="1728787" y="385191"/>
                </a:lnTo>
                <a:lnTo>
                  <a:pt x="1737537" y="377532"/>
                </a:lnTo>
                <a:lnTo>
                  <a:pt x="1742770" y="370332"/>
                </a:lnTo>
                <a:lnTo>
                  <a:pt x="1744992" y="36728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3912095" y="2363723"/>
            <a:ext cx="843280" cy="408940"/>
          </a:xfrm>
          <a:custGeom>
            <a:avLst/>
            <a:gdLst/>
            <a:ahLst/>
            <a:cxnLst/>
            <a:rect l="l" t="t" r="r" b="b"/>
            <a:pathLst>
              <a:path w="843279" h="408939">
                <a:moveTo>
                  <a:pt x="394716" y="364236"/>
                </a:moveTo>
                <a:lnTo>
                  <a:pt x="371627" y="323570"/>
                </a:lnTo>
                <a:lnTo>
                  <a:pt x="370332" y="284988"/>
                </a:lnTo>
                <a:lnTo>
                  <a:pt x="361188" y="284988"/>
                </a:lnTo>
                <a:lnTo>
                  <a:pt x="360045" y="305066"/>
                </a:lnTo>
                <a:lnTo>
                  <a:pt x="357759" y="336638"/>
                </a:lnTo>
                <a:lnTo>
                  <a:pt x="355092" y="364236"/>
                </a:lnTo>
                <a:lnTo>
                  <a:pt x="350520" y="370332"/>
                </a:lnTo>
                <a:lnTo>
                  <a:pt x="281940" y="370332"/>
                </a:lnTo>
                <a:lnTo>
                  <a:pt x="265112" y="368884"/>
                </a:lnTo>
                <a:lnTo>
                  <a:pt x="253555" y="362140"/>
                </a:lnTo>
                <a:lnTo>
                  <a:pt x="247446" y="349973"/>
                </a:lnTo>
                <a:lnTo>
                  <a:pt x="246888" y="332232"/>
                </a:lnTo>
                <a:lnTo>
                  <a:pt x="246888" y="213360"/>
                </a:lnTo>
                <a:lnTo>
                  <a:pt x="388620" y="213360"/>
                </a:lnTo>
                <a:lnTo>
                  <a:pt x="355092" y="179832"/>
                </a:lnTo>
                <a:lnTo>
                  <a:pt x="330708" y="204216"/>
                </a:lnTo>
                <a:lnTo>
                  <a:pt x="208788" y="204216"/>
                </a:lnTo>
                <a:lnTo>
                  <a:pt x="208788" y="109728"/>
                </a:lnTo>
                <a:lnTo>
                  <a:pt x="347472" y="109728"/>
                </a:lnTo>
                <a:lnTo>
                  <a:pt x="312420" y="74676"/>
                </a:lnTo>
                <a:lnTo>
                  <a:pt x="288036" y="99060"/>
                </a:lnTo>
                <a:lnTo>
                  <a:pt x="208788" y="99060"/>
                </a:lnTo>
                <a:lnTo>
                  <a:pt x="208788" y="32004"/>
                </a:lnTo>
                <a:lnTo>
                  <a:pt x="222504" y="18288"/>
                </a:lnTo>
                <a:lnTo>
                  <a:pt x="182880" y="0"/>
                </a:lnTo>
                <a:lnTo>
                  <a:pt x="184175" y="66865"/>
                </a:lnTo>
                <a:lnTo>
                  <a:pt x="184404" y="100584"/>
                </a:lnTo>
                <a:lnTo>
                  <a:pt x="92964" y="100584"/>
                </a:lnTo>
                <a:lnTo>
                  <a:pt x="98425" y="90322"/>
                </a:lnTo>
                <a:lnTo>
                  <a:pt x="112776" y="60960"/>
                </a:lnTo>
                <a:lnTo>
                  <a:pt x="126492" y="54864"/>
                </a:lnTo>
                <a:lnTo>
                  <a:pt x="88392" y="32004"/>
                </a:lnTo>
                <a:lnTo>
                  <a:pt x="77774" y="73152"/>
                </a:lnTo>
                <a:lnTo>
                  <a:pt x="64008" y="112014"/>
                </a:lnTo>
                <a:lnTo>
                  <a:pt x="46824" y="148590"/>
                </a:lnTo>
                <a:lnTo>
                  <a:pt x="25908" y="182880"/>
                </a:lnTo>
                <a:lnTo>
                  <a:pt x="30480" y="185928"/>
                </a:lnTo>
                <a:lnTo>
                  <a:pt x="47053" y="169125"/>
                </a:lnTo>
                <a:lnTo>
                  <a:pt x="62484" y="150876"/>
                </a:lnTo>
                <a:lnTo>
                  <a:pt x="76771" y="131495"/>
                </a:lnTo>
                <a:lnTo>
                  <a:pt x="89916" y="111252"/>
                </a:lnTo>
                <a:lnTo>
                  <a:pt x="184404" y="111252"/>
                </a:lnTo>
                <a:lnTo>
                  <a:pt x="184404" y="204216"/>
                </a:lnTo>
                <a:lnTo>
                  <a:pt x="0" y="204216"/>
                </a:lnTo>
                <a:lnTo>
                  <a:pt x="15240" y="219456"/>
                </a:lnTo>
                <a:lnTo>
                  <a:pt x="25527" y="217220"/>
                </a:lnTo>
                <a:lnTo>
                  <a:pt x="35814" y="215265"/>
                </a:lnTo>
                <a:lnTo>
                  <a:pt x="46101" y="213893"/>
                </a:lnTo>
                <a:lnTo>
                  <a:pt x="56388" y="213360"/>
                </a:lnTo>
                <a:lnTo>
                  <a:pt x="134112" y="213360"/>
                </a:lnTo>
                <a:lnTo>
                  <a:pt x="123634" y="272986"/>
                </a:lnTo>
                <a:lnTo>
                  <a:pt x="105156" y="320040"/>
                </a:lnTo>
                <a:lnTo>
                  <a:pt x="68008" y="361950"/>
                </a:lnTo>
                <a:lnTo>
                  <a:pt x="0" y="403860"/>
                </a:lnTo>
                <a:lnTo>
                  <a:pt x="1524" y="408432"/>
                </a:lnTo>
                <a:lnTo>
                  <a:pt x="43510" y="392696"/>
                </a:lnTo>
                <a:lnTo>
                  <a:pt x="77914" y="375094"/>
                </a:lnTo>
                <a:lnTo>
                  <a:pt x="123444" y="333756"/>
                </a:lnTo>
                <a:lnTo>
                  <a:pt x="148590" y="279844"/>
                </a:lnTo>
                <a:lnTo>
                  <a:pt x="160020" y="213360"/>
                </a:lnTo>
                <a:lnTo>
                  <a:pt x="222504" y="213360"/>
                </a:lnTo>
                <a:lnTo>
                  <a:pt x="222504" y="345948"/>
                </a:lnTo>
                <a:lnTo>
                  <a:pt x="224205" y="365099"/>
                </a:lnTo>
                <a:lnTo>
                  <a:pt x="231457" y="379095"/>
                </a:lnTo>
                <a:lnTo>
                  <a:pt x="244157" y="387959"/>
                </a:lnTo>
                <a:lnTo>
                  <a:pt x="262128" y="391668"/>
                </a:lnTo>
                <a:lnTo>
                  <a:pt x="345948" y="391668"/>
                </a:lnTo>
                <a:lnTo>
                  <a:pt x="363435" y="389953"/>
                </a:lnTo>
                <a:lnTo>
                  <a:pt x="377190" y="384810"/>
                </a:lnTo>
                <a:lnTo>
                  <a:pt x="387527" y="376237"/>
                </a:lnTo>
                <a:lnTo>
                  <a:pt x="394716" y="364236"/>
                </a:lnTo>
                <a:close/>
              </a:path>
              <a:path w="843279" h="408939">
                <a:moveTo>
                  <a:pt x="842772" y="355092"/>
                </a:moveTo>
                <a:lnTo>
                  <a:pt x="794766" y="347091"/>
                </a:lnTo>
                <a:lnTo>
                  <a:pt x="755904" y="332232"/>
                </a:lnTo>
                <a:lnTo>
                  <a:pt x="722947" y="309753"/>
                </a:lnTo>
                <a:lnTo>
                  <a:pt x="693420" y="280416"/>
                </a:lnTo>
                <a:lnTo>
                  <a:pt x="711377" y="268706"/>
                </a:lnTo>
                <a:lnTo>
                  <a:pt x="772668" y="230124"/>
                </a:lnTo>
                <a:lnTo>
                  <a:pt x="790956" y="228600"/>
                </a:lnTo>
                <a:lnTo>
                  <a:pt x="760476" y="198120"/>
                </a:lnTo>
                <a:lnTo>
                  <a:pt x="748220" y="215798"/>
                </a:lnTo>
                <a:lnTo>
                  <a:pt x="732091" y="234315"/>
                </a:lnTo>
                <a:lnTo>
                  <a:pt x="712266" y="253415"/>
                </a:lnTo>
                <a:lnTo>
                  <a:pt x="688848" y="272796"/>
                </a:lnTo>
                <a:lnTo>
                  <a:pt x="675944" y="253733"/>
                </a:lnTo>
                <a:lnTo>
                  <a:pt x="664464" y="233362"/>
                </a:lnTo>
                <a:lnTo>
                  <a:pt x="654138" y="212153"/>
                </a:lnTo>
                <a:lnTo>
                  <a:pt x="644652" y="190500"/>
                </a:lnTo>
                <a:lnTo>
                  <a:pt x="838200" y="190500"/>
                </a:lnTo>
                <a:lnTo>
                  <a:pt x="803148" y="153924"/>
                </a:lnTo>
                <a:lnTo>
                  <a:pt x="777240" y="179832"/>
                </a:lnTo>
                <a:lnTo>
                  <a:pt x="646176" y="179832"/>
                </a:lnTo>
                <a:lnTo>
                  <a:pt x="646176" y="129540"/>
                </a:lnTo>
                <a:lnTo>
                  <a:pt x="789432" y="129540"/>
                </a:lnTo>
                <a:lnTo>
                  <a:pt x="757428" y="96012"/>
                </a:lnTo>
                <a:lnTo>
                  <a:pt x="734568" y="118872"/>
                </a:lnTo>
                <a:lnTo>
                  <a:pt x="646176" y="118872"/>
                </a:lnTo>
                <a:lnTo>
                  <a:pt x="646176" y="71628"/>
                </a:lnTo>
                <a:lnTo>
                  <a:pt x="816864" y="71628"/>
                </a:lnTo>
                <a:lnTo>
                  <a:pt x="783336" y="36576"/>
                </a:lnTo>
                <a:lnTo>
                  <a:pt x="758952" y="60960"/>
                </a:lnTo>
                <a:lnTo>
                  <a:pt x="646176" y="60960"/>
                </a:lnTo>
                <a:lnTo>
                  <a:pt x="646176" y="30480"/>
                </a:lnTo>
                <a:lnTo>
                  <a:pt x="659892" y="18288"/>
                </a:lnTo>
                <a:lnTo>
                  <a:pt x="620268" y="0"/>
                </a:lnTo>
                <a:lnTo>
                  <a:pt x="621157" y="14249"/>
                </a:lnTo>
                <a:lnTo>
                  <a:pt x="621601" y="29337"/>
                </a:lnTo>
                <a:lnTo>
                  <a:pt x="621792" y="60960"/>
                </a:lnTo>
                <a:lnTo>
                  <a:pt x="467868" y="60960"/>
                </a:lnTo>
                <a:lnTo>
                  <a:pt x="483108" y="76200"/>
                </a:lnTo>
                <a:lnTo>
                  <a:pt x="492544" y="74206"/>
                </a:lnTo>
                <a:lnTo>
                  <a:pt x="502539" y="72771"/>
                </a:lnTo>
                <a:lnTo>
                  <a:pt x="513118" y="71920"/>
                </a:lnTo>
                <a:lnTo>
                  <a:pt x="524256" y="71628"/>
                </a:lnTo>
                <a:lnTo>
                  <a:pt x="621792" y="71628"/>
                </a:lnTo>
                <a:lnTo>
                  <a:pt x="621792" y="118872"/>
                </a:lnTo>
                <a:lnTo>
                  <a:pt x="496824" y="118872"/>
                </a:lnTo>
                <a:lnTo>
                  <a:pt x="512064" y="134112"/>
                </a:lnTo>
                <a:lnTo>
                  <a:pt x="522376" y="132118"/>
                </a:lnTo>
                <a:lnTo>
                  <a:pt x="532828" y="130683"/>
                </a:lnTo>
                <a:lnTo>
                  <a:pt x="543572" y="129832"/>
                </a:lnTo>
                <a:lnTo>
                  <a:pt x="554736" y="129540"/>
                </a:lnTo>
                <a:lnTo>
                  <a:pt x="621792" y="129540"/>
                </a:lnTo>
                <a:lnTo>
                  <a:pt x="621792" y="179832"/>
                </a:lnTo>
                <a:lnTo>
                  <a:pt x="440436" y="179832"/>
                </a:lnTo>
                <a:lnTo>
                  <a:pt x="457200" y="195072"/>
                </a:lnTo>
                <a:lnTo>
                  <a:pt x="466636" y="193078"/>
                </a:lnTo>
                <a:lnTo>
                  <a:pt x="476631" y="191643"/>
                </a:lnTo>
                <a:lnTo>
                  <a:pt x="487210" y="190792"/>
                </a:lnTo>
                <a:lnTo>
                  <a:pt x="498348" y="190500"/>
                </a:lnTo>
                <a:lnTo>
                  <a:pt x="611124" y="190500"/>
                </a:lnTo>
                <a:lnTo>
                  <a:pt x="577977" y="231648"/>
                </a:lnTo>
                <a:lnTo>
                  <a:pt x="537972" y="268224"/>
                </a:lnTo>
                <a:lnTo>
                  <a:pt x="491299" y="301180"/>
                </a:lnTo>
                <a:lnTo>
                  <a:pt x="434340" y="330708"/>
                </a:lnTo>
                <a:lnTo>
                  <a:pt x="435864" y="338328"/>
                </a:lnTo>
                <a:lnTo>
                  <a:pt x="468782" y="326313"/>
                </a:lnTo>
                <a:lnTo>
                  <a:pt x="499110" y="312991"/>
                </a:lnTo>
                <a:lnTo>
                  <a:pt x="527164" y="298259"/>
                </a:lnTo>
                <a:lnTo>
                  <a:pt x="553212" y="281940"/>
                </a:lnTo>
                <a:lnTo>
                  <a:pt x="553212" y="350520"/>
                </a:lnTo>
                <a:lnTo>
                  <a:pt x="552640" y="359956"/>
                </a:lnTo>
                <a:lnTo>
                  <a:pt x="550926" y="367665"/>
                </a:lnTo>
                <a:lnTo>
                  <a:pt x="548068" y="373672"/>
                </a:lnTo>
                <a:lnTo>
                  <a:pt x="544068" y="377952"/>
                </a:lnTo>
                <a:lnTo>
                  <a:pt x="565404" y="405384"/>
                </a:lnTo>
                <a:lnTo>
                  <a:pt x="583361" y="391414"/>
                </a:lnTo>
                <a:lnTo>
                  <a:pt x="607314" y="374713"/>
                </a:lnTo>
                <a:lnTo>
                  <a:pt x="636993" y="355460"/>
                </a:lnTo>
                <a:lnTo>
                  <a:pt x="672084" y="333756"/>
                </a:lnTo>
                <a:lnTo>
                  <a:pt x="669036" y="327660"/>
                </a:lnTo>
                <a:lnTo>
                  <a:pt x="579120" y="365760"/>
                </a:lnTo>
                <a:lnTo>
                  <a:pt x="579120" y="262128"/>
                </a:lnTo>
                <a:lnTo>
                  <a:pt x="594791" y="246989"/>
                </a:lnTo>
                <a:lnTo>
                  <a:pt x="609600" y="231267"/>
                </a:lnTo>
                <a:lnTo>
                  <a:pt x="623277" y="214985"/>
                </a:lnTo>
                <a:lnTo>
                  <a:pt x="635508" y="198120"/>
                </a:lnTo>
                <a:lnTo>
                  <a:pt x="650367" y="238493"/>
                </a:lnTo>
                <a:lnTo>
                  <a:pt x="667512" y="272986"/>
                </a:lnTo>
                <a:lnTo>
                  <a:pt x="708660" y="326136"/>
                </a:lnTo>
                <a:lnTo>
                  <a:pt x="754189" y="361569"/>
                </a:lnTo>
                <a:lnTo>
                  <a:pt x="803148" y="385572"/>
                </a:lnTo>
                <a:lnTo>
                  <a:pt x="809993" y="376428"/>
                </a:lnTo>
                <a:lnTo>
                  <a:pt x="818959" y="369570"/>
                </a:lnTo>
                <a:lnTo>
                  <a:pt x="829945" y="364998"/>
                </a:lnTo>
                <a:lnTo>
                  <a:pt x="842772" y="362712"/>
                </a:lnTo>
                <a:lnTo>
                  <a:pt x="842772" y="35509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4800600" y="2369819"/>
            <a:ext cx="398145" cy="394970"/>
          </a:xfrm>
          <a:custGeom>
            <a:avLst/>
            <a:gdLst/>
            <a:ahLst/>
            <a:cxnLst/>
            <a:rect l="l" t="t" r="r" b="b"/>
            <a:pathLst>
              <a:path w="398145" h="394969">
                <a:moveTo>
                  <a:pt x="308065" y="16764"/>
                </a:moveTo>
                <a:lnTo>
                  <a:pt x="271272" y="16764"/>
                </a:lnTo>
                <a:lnTo>
                  <a:pt x="286512" y="0"/>
                </a:lnTo>
                <a:lnTo>
                  <a:pt x="308065" y="16764"/>
                </a:lnTo>
                <a:close/>
              </a:path>
              <a:path w="398145" h="394969">
                <a:moveTo>
                  <a:pt x="96012" y="176784"/>
                </a:moveTo>
                <a:lnTo>
                  <a:pt x="97131" y="155067"/>
                </a:lnTo>
                <a:lnTo>
                  <a:pt x="98107" y="133350"/>
                </a:lnTo>
                <a:lnTo>
                  <a:pt x="98798" y="111633"/>
                </a:lnTo>
                <a:lnTo>
                  <a:pt x="99060" y="89916"/>
                </a:lnTo>
                <a:lnTo>
                  <a:pt x="98798" y="68818"/>
                </a:lnTo>
                <a:lnTo>
                  <a:pt x="98107" y="46863"/>
                </a:lnTo>
                <a:lnTo>
                  <a:pt x="97131" y="24336"/>
                </a:lnTo>
                <a:lnTo>
                  <a:pt x="96012" y="1524"/>
                </a:lnTo>
                <a:lnTo>
                  <a:pt x="124968" y="16764"/>
                </a:lnTo>
                <a:lnTo>
                  <a:pt x="308065" y="16764"/>
                </a:lnTo>
                <a:lnTo>
                  <a:pt x="313944" y="21336"/>
                </a:lnTo>
                <a:lnTo>
                  <a:pt x="306324" y="27432"/>
                </a:lnTo>
                <a:lnTo>
                  <a:pt x="123444" y="27432"/>
                </a:lnTo>
                <a:lnTo>
                  <a:pt x="123444" y="77724"/>
                </a:lnTo>
                <a:lnTo>
                  <a:pt x="298727" y="77724"/>
                </a:lnTo>
                <a:lnTo>
                  <a:pt x="298775" y="88392"/>
                </a:lnTo>
                <a:lnTo>
                  <a:pt x="123444" y="88392"/>
                </a:lnTo>
                <a:lnTo>
                  <a:pt x="123444" y="140208"/>
                </a:lnTo>
                <a:lnTo>
                  <a:pt x="299331" y="140208"/>
                </a:lnTo>
                <a:lnTo>
                  <a:pt x="299346" y="141112"/>
                </a:lnTo>
                <a:lnTo>
                  <a:pt x="299801" y="150876"/>
                </a:lnTo>
                <a:lnTo>
                  <a:pt x="123444" y="150876"/>
                </a:lnTo>
                <a:lnTo>
                  <a:pt x="123444" y="166116"/>
                </a:lnTo>
                <a:lnTo>
                  <a:pt x="96012" y="176784"/>
                </a:lnTo>
                <a:close/>
              </a:path>
              <a:path w="398145" h="394969">
                <a:moveTo>
                  <a:pt x="298727" y="77724"/>
                </a:moveTo>
                <a:lnTo>
                  <a:pt x="274320" y="77724"/>
                </a:lnTo>
                <a:lnTo>
                  <a:pt x="274320" y="27432"/>
                </a:lnTo>
                <a:lnTo>
                  <a:pt x="306324" y="27432"/>
                </a:lnTo>
                <a:lnTo>
                  <a:pt x="298704" y="33528"/>
                </a:lnTo>
                <a:lnTo>
                  <a:pt x="298727" y="77724"/>
                </a:lnTo>
                <a:close/>
              </a:path>
              <a:path w="398145" h="394969">
                <a:moveTo>
                  <a:pt x="299331" y="140208"/>
                </a:moveTo>
                <a:lnTo>
                  <a:pt x="274320" y="140208"/>
                </a:lnTo>
                <a:lnTo>
                  <a:pt x="274320" y="88392"/>
                </a:lnTo>
                <a:lnTo>
                  <a:pt x="298775" y="88392"/>
                </a:lnTo>
                <a:lnTo>
                  <a:pt x="298894" y="113919"/>
                </a:lnTo>
                <a:lnTo>
                  <a:pt x="299331" y="140208"/>
                </a:lnTo>
                <a:close/>
              </a:path>
              <a:path w="398145" h="394969">
                <a:moveTo>
                  <a:pt x="274320" y="173736"/>
                </a:moveTo>
                <a:lnTo>
                  <a:pt x="274320" y="150876"/>
                </a:lnTo>
                <a:lnTo>
                  <a:pt x="299801" y="150876"/>
                </a:lnTo>
                <a:lnTo>
                  <a:pt x="300227" y="160020"/>
                </a:lnTo>
                <a:lnTo>
                  <a:pt x="274320" y="173736"/>
                </a:lnTo>
                <a:close/>
              </a:path>
              <a:path w="398145" h="394969">
                <a:moveTo>
                  <a:pt x="19812" y="211836"/>
                </a:moveTo>
                <a:lnTo>
                  <a:pt x="4572" y="196596"/>
                </a:lnTo>
                <a:lnTo>
                  <a:pt x="326136" y="196596"/>
                </a:lnTo>
                <a:lnTo>
                  <a:pt x="352044" y="169164"/>
                </a:lnTo>
                <a:lnTo>
                  <a:pt x="388620" y="205740"/>
                </a:lnTo>
                <a:lnTo>
                  <a:pt x="62484" y="205740"/>
                </a:lnTo>
                <a:lnTo>
                  <a:pt x="51315" y="206049"/>
                </a:lnTo>
                <a:lnTo>
                  <a:pt x="40576" y="207073"/>
                </a:lnTo>
                <a:lnTo>
                  <a:pt x="30122" y="208954"/>
                </a:lnTo>
                <a:lnTo>
                  <a:pt x="19812" y="211836"/>
                </a:lnTo>
                <a:close/>
              </a:path>
              <a:path w="398145" h="394969">
                <a:moveTo>
                  <a:pt x="213360" y="339852"/>
                </a:moveTo>
                <a:lnTo>
                  <a:pt x="188976" y="339852"/>
                </a:lnTo>
                <a:lnTo>
                  <a:pt x="188976" y="205740"/>
                </a:lnTo>
                <a:lnTo>
                  <a:pt x="213360" y="205740"/>
                </a:lnTo>
                <a:lnTo>
                  <a:pt x="213360" y="265175"/>
                </a:lnTo>
                <a:lnTo>
                  <a:pt x="348995" y="265175"/>
                </a:lnTo>
                <a:lnTo>
                  <a:pt x="359664" y="275844"/>
                </a:lnTo>
                <a:lnTo>
                  <a:pt x="213360" y="275844"/>
                </a:lnTo>
                <a:lnTo>
                  <a:pt x="213360" y="339852"/>
                </a:lnTo>
                <a:close/>
              </a:path>
              <a:path w="398145" h="394969">
                <a:moveTo>
                  <a:pt x="3048" y="394716"/>
                </a:moveTo>
                <a:lnTo>
                  <a:pt x="0" y="388620"/>
                </a:lnTo>
                <a:lnTo>
                  <a:pt x="34266" y="356330"/>
                </a:lnTo>
                <a:lnTo>
                  <a:pt x="61531" y="316611"/>
                </a:lnTo>
                <a:lnTo>
                  <a:pt x="81653" y="269462"/>
                </a:lnTo>
                <a:lnTo>
                  <a:pt x="94488" y="214884"/>
                </a:lnTo>
                <a:lnTo>
                  <a:pt x="132588" y="237744"/>
                </a:lnTo>
                <a:lnTo>
                  <a:pt x="108561" y="271843"/>
                </a:lnTo>
                <a:lnTo>
                  <a:pt x="105156" y="280416"/>
                </a:lnTo>
                <a:lnTo>
                  <a:pt x="113712" y="289560"/>
                </a:lnTo>
                <a:lnTo>
                  <a:pt x="100584" y="289560"/>
                </a:lnTo>
                <a:lnTo>
                  <a:pt x="81700" y="323564"/>
                </a:lnTo>
                <a:lnTo>
                  <a:pt x="59245" y="352425"/>
                </a:lnTo>
                <a:lnTo>
                  <a:pt x="33075" y="376142"/>
                </a:lnTo>
                <a:lnTo>
                  <a:pt x="3048" y="394716"/>
                </a:lnTo>
                <a:close/>
              </a:path>
              <a:path w="398145" h="394969">
                <a:moveTo>
                  <a:pt x="348995" y="265175"/>
                </a:moveTo>
                <a:lnTo>
                  <a:pt x="303275" y="265175"/>
                </a:lnTo>
                <a:lnTo>
                  <a:pt x="326136" y="242316"/>
                </a:lnTo>
                <a:lnTo>
                  <a:pt x="348995" y="265175"/>
                </a:lnTo>
                <a:close/>
              </a:path>
              <a:path w="398145" h="394969">
                <a:moveTo>
                  <a:pt x="362712" y="388620"/>
                </a:moveTo>
                <a:lnTo>
                  <a:pt x="315015" y="386643"/>
                </a:lnTo>
                <a:lnTo>
                  <a:pt x="274891" y="383095"/>
                </a:lnTo>
                <a:lnTo>
                  <a:pt x="217932" y="371856"/>
                </a:lnTo>
                <a:lnTo>
                  <a:pt x="178879" y="357378"/>
                </a:lnTo>
                <a:lnTo>
                  <a:pt x="134659" y="327493"/>
                </a:lnTo>
                <a:lnTo>
                  <a:pt x="100584" y="289560"/>
                </a:lnTo>
                <a:lnTo>
                  <a:pt x="113712" y="289560"/>
                </a:lnTo>
                <a:lnTo>
                  <a:pt x="121467" y="297846"/>
                </a:lnTo>
                <a:lnTo>
                  <a:pt x="140779" y="313563"/>
                </a:lnTo>
                <a:lnTo>
                  <a:pt x="163234" y="327564"/>
                </a:lnTo>
                <a:lnTo>
                  <a:pt x="188976" y="339852"/>
                </a:lnTo>
                <a:lnTo>
                  <a:pt x="213360" y="339852"/>
                </a:lnTo>
                <a:lnTo>
                  <a:pt x="213360" y="347472"/>
                </a:lnTo>
                <a:lnTo>
                  <a:pt x="230838" y="351472"/>
                </a:lnTo>
                <a:lnTo>
                  <a:pt x="251460" y="354330"/>
                </a:lnTo>
                <a:lnTo>
                  <a:pt x="275510" y="356044"/>
                </a:lnTo>
                <a:lnTo>
                  <a:pt x="303275" y="356616"/>
                </a:lnTo>
                <a:lnTo>
                  <a:pt x="397764" y="356616"/>
                </a:lnTo>
                <a:lnTo>
                  <a:pt x="397764" y="361188"/>
                </a:lnTo>
                <a:lnTo>
                  <a:pt x="383714" y="365474"/>
                </a:lnTo>
                <a:lnTo>
                  <a:pt x="373380" y="371475"/>
                </a:lnTo>
                <a:lnTo>
                  <a:pt x="366474" y="379190"/>
                </a:lnTo>
                <a:lnTo>
                  <a:pt x="362712" y="388620"/>
                </a:lnTo>
                <a:close/>
              </a:path>
              <a:path w="398145" h="394969">
                <a:moveTo>
                  <a:pt x="397764" y="356616"/>
                </a:moveTo>
                <a:lnTo>
                  <a:pt x="303275" y="356616"/>
                </a:lnTo>
                <a:lnTo>
                  <a:pt x="330684" y="356544"/>
                </a:lnTo>
                <a:lnTo>
                  <a:pt x="355663" y="356044"/>
                </a:lnTo>
                <a:lnTo>
                  <a:pt x="378071" y="354687"/>
                </a:lnTo>
                <a:lnTo>
                  <a:pt x="397764" y="352044"/>
                </a:lnTo>
                <a:lnTo>
                  <a:pt x="397764" y="35661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5251704" y="2371343"/>
            <a:ext cx="379730" cy="399415"/>
          </a:xfrm>
          <a:custGeom>
            <a:avLst/>
            <a:gdLst/>
            <a:ahLst/>
            <a:cxnLst/>
            <a:rect l="l" t="t" r="r" b="b"/>
            <a:pathLst>
              <a:path w="379729" h="399414">
                <a:moveTo>
                  <a:pt x="27432" y="41148"/>
                </a:moveTo>
                <a:lnTo>
                  <a:pt x="12192" y="25908"/>
                </a:lnTo>
                <a:lnTo>
                  <a:pt x="316992" y="25908"/>
                </a:lnTo>
                <a:lnTo>
                  <a:pt x="342900" y="0"/>
                </a:lnTo>
                <a:lnTo>
                  <a:pt x="379476" y="36576"/>
                </a:lnTo>
                <a:lnTo>
                  <a:pt x="64008" y="36576"/>
                </a:lnTo>
                <a:lnTo>
                  <a:pt x="55721" y="36861"/>
                </a:lnTo>
                <a:lnTo>
                  <a:pt x="46862" y="37719"/>
                </a:lnTo>
                <a:lnTo>
                  <a:pt x="37433" y="39147"/>
                </a:lnTo>
                <a:lnTo>
                  <a:pt x="27432" y="41148"/>
                </a:lnTo>
                <a:close/>
              </a:path>
              <a:path w="379729" h="399414">
                <a:moveTo>
                  <a:pt x="1523" y="201168"/>
                </a:moveTo>
                <a:lnTo>
                  <a:pt x="0" y="195072"/>
                </a:lnTo>
                <a:lnTo>
                  <a:pt x="25741" y="179879"/>
                </a:lnTo>
                <a:lnTo>
                  <a:pt x="50482" y="163830"/>
                </a:lnTo>
                <a:lnTo>
                  <a:pt x="97536" y="128016"/>
                </a:lnTo>
                <a:lnTo>
                  <a:pt x="140970" y="85725"/>
                </a:lnTo>
                <a:lnTo>
                  <a:pt x="179832" y="36576"/>
                </a:lnTo>
                <a:lnTo>
                  <a:pt x="213360" y="36576"/>
                </a:lnTo>
                <a:lnTo>
                  <a:pt x="205954" y="44267"/>
                </a:lnTo>
                <a:lnTo>
                  <a:pt x="199834" y="51244"/>
                </a:lnTo>
                <a:lnTo>
                  <a:pt x="195143" y="57364"/>
                </a:lnTo>
                <a:lnTo>
                  <a:pt x="192024" y="62484"/>
                </a:lnTo>
                <a:lnTo>
                  <a:pt x="212750" y="74676"/>
                </a:lnTo>
                <a:lnTo>
                  <a:pt x="181356" y="74676"/>
                </a:lnTo>
                <a:lnTo>
                  <a:pt x="140017" y="118110"/>
                </a:lnTo>
                <a:lnTo>
                  <a:pt x="97536" y="152400"/>
                </a:lnTo>
                <a:lnTo>
                  <a:pt x="51816" y="179641"/>
                </a:lnTo>
                <a:lnTo>
                  <a:pt x="27241" y="191190"/>
                </a:lnTo>
                <a:lnTo>
                  <a:pt x="1523" y="201168"/>
                </a:lnTo>
                <a:close/>
              </a:path>
              <a:path w="379729" h="399414">
                <a:moveTo>
                  <a:pt x="176784" y="210312"/>
                </a:moveTo>
                <a:lnTo>
                  <a:pt x="180213" y="161925"/>
                </a:lnTo>
                <a:lnTo>
                  <a:pt x="181356" y="74676"/>
                </a:lnTo>
                <a:lnTo>
                  <a:pt x="212750" y="74676"/>
                </a:lnTo>
                <a:lnTo>
                  <a:pt x="217932" y="77724"/>
                </a:lnTo>
                <a:lnTo>
                  <a:pt x="205740" y="88392"/>
                </a:lnTo>
                <a:lnTo>
                  <a:pt x="205831" y="172974"/>
                </a:lnTo>
                <a:lnTo>
                  <a:pt x="205966" y="179879"/>
                </a:lnTo>
                <a:lnTo>
                  <a:pt x="206382" y="189357"/>
                </a:lnTo>
                <a:lnTo>
                  <a:pt x="207264" y="199644"/>
                </a:lnTo>
                <a:lnTo>
                  <a:pt x="176784" y="210312"/>
                </a:lnTo>
                <a:close/>
              </a:path>
              <a:path w="379729" h="399414">
                <a:moveTo>
                  <a:pt x="371856" y="196596"/>
                </a:moveTo>
                <a:lnTo>
                  <a:pt x="365760" y="196596"/>
                </a:lnTo>
                <a:lnTo>
                  <a:pt x="361188" y="193548"/>
                </a:lnTo>
                <a:lnTo>
                  <a:pt x="356616" y="187452"/>
                </a:lnTo>
                <a:lnTo>
                  <a:pt x="347733" y="178260"/>
                </a:lnTo>
                <a:lnTo>
                  <a:pt x="309372" y="147828"/>
                </a:lnTo>
                <a:lnTo>
                  <a:pt x="274129" y="124015"/>
                </a:lnTo>
                <a:lnTo>
                  <a:pt x="228600" y="99060"/>
                </a:lnTo>
                <a:lnTo>
                  <a:pt x="230124" y="91440"/>
                </a:lnTo>
                <a:lnTo>
                  <a:pt x="285202" y="112585"/>
                </a:lnTo>
                <a:lnTo>
                  <a:pt x="326707" y="130302"/>
                </a:lnTo>
                <a:lnTo>
                  <a:pt x="367284" y="155448"/>
                </a:lnTo>
                <a:lnTo>
                  <a:pt x="378213" y="179879"/>
                </a:lnTo>
                <a:lnTo>
                  <a:pt x="377952" y="185928"/>
                </a:lnTo>
                <a:lnTo>
                  <a:pt x="374904" y="192024"/>
                </a:lnTo>
                <a:lnTo>
                  <a:pt x="371856" y="196596"/>
                </a:lnTo>
                <a:close/>
              </a:path>
              <a:path w="379729" h="399414">
                <a:moveTo>
                  <a:pt x="324135" y="227076"/>
                </a:moveTo>
                <a:lnTo>
                  <a:pt x="286512" y="227076"/>
                </a:lnTo>
                <a:lnTo>
                  <a:pt x="306324" y="210312"/>
                </a:lnTo>
                <a:lnTo>
                  <a:pt x="324135" y="227076"/>
                </a:lnTo>
                <a:close/>
              </a:path>
              <a:path w="379729" h="399414">
                <a:moveTo>
                  <a:pt x="77724" y="399288"/>
                </a:moveTo>
                <a:lnTo>
                  <a:pt x="78843" y="376189"/>
                </a:lnTo>
                <a:lnTo>
                  <a:pt x="79819" y="352806"/>
                </a:lnTo>
                <a:lnTo>
                  <a:pt x="80510" y="329422"/>
                </a:lnTo>
                <a:lnTo>
                  <a:pt x="80772" y="306323"/>
                </a:lnTo>
                <a:lnTo>
                  <a:pt x="80510" y="282344"/>
                </a:lnTo>
                <a:lnTo>
                  <a:pt x="79819" y="258508"/>
                </a:lnTo>
                <a:lnTo>
                  <a:pt x="78830" y="234696"/>
                </a:lnTo>
                <a:lnTo>
                  <a:pt x="77724" y="211836"/>
                </a:lnTo>
                <a:lnTo>
                  <a:pt x="106680" y="227076"/>
                </a:lnTo>
                <a:lnTo>
                  <a:pt x="324135" y="227076"/>
                </a:lnTo>
                <a:lnTo>
                  <a:pt x="332232" y="234696"/>
                </a:lnTo>
                <a:lnTo>
                  <a:pt x="328313" y="237744"/>
                </a:lnTo>
                <a:lnTo>
                  <a:pt x="106680" y="237744"/>
                </a:lnTo>
                <a:lnTo>
                  <a:pt x="106680" y="344424"/>
                </a:lnTo>
                <a:lnTo>
                  <a:pt x="318635" y="344424"/>
                </a:lnTo>
                <a:lnTo>
                  <a:pt x="318706" y="350520"/>
                </a:lnTo>
                <a:lnTo>
                  <a:pt x="318840" y="355092"/>
                </a:lnTo>
                <a:lnTo>
                  <a:pt x="106680" y="355092"/>
                </a:lnTo>
                <a:lnTo>
                  <a:pt x="106680" y="387096"/>
                </a:lnTo>
                <a:lnTo>
                  <a:pt x="77724" y="399288"/>
                </a:lnTo>
                <a:close/>
              </a:path>
              <a:path w="379729" h="399414">
                <a:moveTo>
                  <a:pt x="318635" y="344424"/>
                </a:moveTo>
                <a:lnTo>
                  <a:pt x="292608" y="344424"/>
                </a:lnTo>
                <a:lnTo>
                  <a:pt x="292608" y="237744"/>
                </a:lnTo>
                <a:lnTo>
                  <a:pt x="328313" y="237744"/>
                </a:lnTo>
                <a:lnTo>
                  <a:pt x="318516" y="245364"/>
                </a:lnTo>
                <a:lnTo>
                  <a:pt x="318635" y="344424"/>
                </a:lnTo>
                <a:close/>
              </a:path>
              <a:path w="379729" h="399414">
                <a:moveTo>
                  <a:pt x="292608" y="394716"/>
                </a:moveTo>
                <a:lnTo>
                  <a:pt x="292608" y="355092"/>
                </a:lnTo>
                <a:lnTo>
                  <a:pt x="318840" y="355092"/>
                </a:lnTo>
                <a:lnTo>
                  <a:pt x="319158" y="365950"/>
                </a:lnTo>
                <a:lnTo>
                  <a:pt x="320040" y="382524"/>
                </a:lnTo>
                <a:lnTo>
                  <a:pt x="292608" y="39471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" name="object 15"/>
          <p:cNvSpPr/>
          <p:nvPr/>
        </p:nvSpPr>
        <p:spPr>
          <a:xfrm>
            <a:off x="5681472" y="2362199"/>
            <a:ext cx="850900" cy="410209"/>
          </a:xfrm>
          <a:custGeom>
            <a:avLst/>
            <a:gdLst/>
            <a:ahLst/>
            <a:cxnLst/>
            <a:rect l="l" t="t" r="r" b="b"/>
            <a:pathLst>
              <a:path w="850900" h="410210">
                <a:moveTo>
                  <a:pt x="399288" y="70104"/>
                </a:moveTo>
                <a:lnTo>
                  <a:pt x="362712" y="33528"/>
                </a:lnTo>
                <a:lnTo>
                  <a:pt x="336804" y="59436"/>
                </a:lnTo>
                <a:lnTo>
                  <a:pt x="190500" y="59436"/>
                </a:lnTo>
                <a:lnTo>
                  <a:pt x="193548" y="50292"/>
                </a:lnTo>
                <a:lnTo>
                  <a:pt x="196596" y="44196"/>
                </a:lnTo>
                <a:lnTo>
                  <a:pt x="201168" y="38100"/>
                </a:lnTo>
                <a:lnTo>
                  <a:pt x="204216" y="30480"/>
                </a:lnTo>
                <a:lnTo>
                  <a:pt x="210312" y="25908"/>
                </a:lnTo>
                <a:lnTo>
                  <a:pt x="219456" y="21336"/>
                </a:lnTo>
                <a:lnTo>
                  <a:pt x="178308" y="0"/>
                </a:lnTo>
                <a:lnTo>
                  <a:pt x="175450" y="13144"/>
                </a:lnTo>
                <a:lnTo>
                  <a:pt x="171450" y="27432"/>
                </a:lnTo>
                <a:lnTo>
                  <a:pt x="166306" y="42862"/>
                </a:lnTo>
                <a:lnTo>
                  <a:pt x="160020" y="59436"/>
                </a:lnTo>
                <a:lnTo>
                  <a:pt x="16764" y="59436"/>
                </a:lnTo>
                <a:lnTo>
                  <a:pt x="30480" y="73152"/>
                </a:lnTo>
                <a:lnTo>
                  <a:pt x="56388" y="70104"/>
                </a:lnTo>
                <a:lnTo>
                  <a:pt x="156972" y="70104"/>
                </a:lnTo>
                <a:lnTo>
                  <a:pt x="146443" y="92379"/>
                </a:lnTo>
                <a:lnTo>
                  <a:pt x="135636" y="113347"/>
                </a:lnTo>
                <a:lnTo>
                  <a:pt x="124815" y="132905"/>
                </a:lnTo>
                <a:lnTo>
                  <a:pt x="114300" y="150876"/>
                </a:lnTo>
                <a:lnTo>
                  <a:pt x="96012" y="143256"/>
                </a:lnTo>
                <a:lnTo>
                  <a:pt x="96888" y="150380"/>
                </a:lnTo>
                <a:lnTo>
                  <a:pt x="97345" y="157924"/>
                </a:lnTo>
                <a:lnTo>
                  <a:pt x="97447" y="163068"/>
                </a:lnTo>
                <a:lnTo>
                  <a:pt x="97536" y="173736"/>
                </a:lnTo>
                <a:lnTo>
                  <a:pt x="76073" y="203746"/>
                </a:lnTo>
                <a:lnTo>
                  <a:pt x="52768" y="232029"/>
                </a:lnTo>
                <a:lnTo>
                  <a:pt x="27444" y="258610"/>
                </a:lnTo>
                <a:lnTo>
                  <a:pt x="0" y="283464"/>
                </a:lnTo>
                <a:lnTo>
                  <a:pt x="6096" y="288036"/>
                </a:lnTo>
                <a:lnTo>
                  <a:pt x="34099" y="268351"/>
                </a:lnTo>
                <a:lnTo>
                  <a:pt x="58674" y="248221"/>
                </a:lnTo>
                <a:lnTo>
                  <a:pt x="79819" y="227825"/>
                </a:lnTo>
                <a:lnTo>
                  <a:pt x="97536" y="207264"/>
                </a:lnTo>
                <a:lnTo>
                  <a:pt x="97472" y="288036"/>
                </a:lnTo>
                <a:lnTo>
                  <a:pt x="97345" y="336042"/>
                </a:lnTo>
                <a:lnTo>
                  <a:pt x="96862" y="380796"/>
                </a:lnTo>
                <a:lnTo>
                  <a:pt x="96012" y="409956"/>
                </a:lnTo>
                <a:lnTo>
                  <a:pt x="123444" y="393192"/>
                </a:lnTo>
                <a:lnTo>
                  <a:pt x="123190" y="361188"/>
                </a:lnTo>
                <a:lnTo>
                  <a:pt x="122682" y="316230"/>
                </a:lnTo>
                <a:lnTo>
                  <a:pt x="122135" y="248221"/>
                </a:lnTo>
                <a:lnTo>
                  <a:pt x="122008" y="207264"/>
                </a:lnTo>
                <a:lnTo>
                  <a:pt x="121920" y="175260"/>
                </a:lnTo>
                <a:lnTo>
                  <a:pt x="138341" y="150876"/>
                </a:lnTo>
                <a:lnTo>
                  <a:pt x="139636" y="148971"/>
                </a:lnTo>
                <a:lnTo>
                  <a:pt x="156210" y="122682"/>
                </a:lnTo>
                <a:lnTo>
                  <a:pt x="171640" y="96393"/>
                </a:lnTo>
                <a:lnTo>
                  <a:pt x="185928" y="70104"/>
                </a:lnTo>
                <a:lnTo>
                  <a:pt x="399288" y="70104"/>
                </a:lnTo>
                <a:close/>
              </a:path>
              <a:path w="850900" h="410210">
                <a:moveTo>
                  <a:pt x="411480" y="262128"/>
                </a:moveTo>
                <a:lnTo>
                  <a:pt x="377952" y="230124"/>
                </a:lnTo>
                <a:lnTo>
                  <a:pt x="355092" y="251460"/>
                </a:lnTo>
                <a:lnTo>
                  <a:pt x="281940" y="251460"/>
                </a:lnTo>
                <a:lnTo>
                  <a:pt x="281940" y="213360"/>
                </a:lnTo>
                <a:lnTo>
                  <a:pt x="295656" y="204216"/>
                </a:lnTo>
                <a:lnTo>
                  <a:pt x="281940" y="195072"/>
                </a:lnTo>
                <a:lnTo>
                  <a:pt x="315582" y="170218"/>
                </a:lnTo>
                <a:lnTo>
                  <a:pt x="349186" y="150495"/>
                </a:lnTo>
                <a:lnTo>
                  <a:pt x="373380" y="144780"/>
                </a:lnTo>
                <a:lnTo>
                  <a:pt x="367830" y="138684"/>
                </a:lnTo>
                <a:lnTo>
                  <a:pt x="342900" y="111252"/>
                </a:lnTo>
                <a:lnTo>
                  <a:pt x="326136" y="128016"/>
                </a:lnTo>
                <a:lnTo>
                  <a:pt x="160020" y="128016"/>
                </a:lnTo>
                <a:lnTo>
                  <a:pt x="173736" y="143256"/>
                </a:lnTo>
                <a:lnTo>
                  <a:pt x="198120" y="138684"/>
                </a:lnTo>
                <a:lnTo>
                  <a:pt x="324612" y="138684"/>
                </a:lnTo>
                <a:lnTo>
                  <a:pt x="275844" y="188976"/>
                </a:lnTo>
                <a:lnTo>
                  <a:pt x="256032" y="179832"/>
                </a:lnTo>
                <a:lnTo>
                  <a:pt x="256908" y="194678"/>
                </a:lnTo>
                <a:lnTo>
                  <a:pt x="257365" y="211645"/>
                </a:lnTo>
                <a:lnTo>
                  <a:pt x="257505" y="227825"/>
                </a:lnTo>
                <a:lnTo>
                  <a:pt x="257556" y="251460"/>
                </a:lnTo>
                <a:lnTo>
                  <a:pt x="141732" y="251460"/>
                </a:lnTo>
                <a:lnTo>
                  <a:pt x="155448" y="266700"/>
                </a:lnTo>
                <a:lnTo>
                  <a:pt x="181356" y="262128"/>
                </a:lnTo>
                <a:lnTo>
                  <a:pt x="257556" y="262128"/>
                </a:lnTo>
                <a:lnTo>
                  <a:pt x="257556" y="361188"/>
                </a:lnTo>
                <a:lnTo>
                  <a:pt x="252984" y="368808"/>
                </a:lnTo>
                <a:lnTo>
                  <a:pt x="245364" y="368808"/>
                </a:lnTo>
                <a:lnTo>
                  <a:pt x="237312" y="368554"/>
                </a:lnTo>
                <a:lnTo>
                  <a:pt x="196596" y="365760"/>
                </a:lnTo>
                <a:lnTo>
                  <a:pt x="196596" y="373380"/>
                </a:lnTo>
                <a:lnTo>
                  <a:pt x="217716" y="380796"/>
                </a:lnTo>
                <a:lnTo>
                  <a:pt x="232981" y="389191"/>
                </a:lnTo>
                <a:lnTo>
                  <a:pt x="242239" y="398462"/>
                </a:lnTo>
                <a:lnTo>
                  <a:pt x="245364" y="408432"/>
                </a:lnTo>
                <a:lnTo>
                  <a:pt x="261366" y="400100"/>
                </a:lnTo>
                <a:lnTo>
                  <a:pt x="272796" y="390906"/>
                </a:lnTo>
                <a:lnTo>
                  <a:pt x="279654" y="380580"/>
                </a:lnTo>
                <a:lnTo>
                  <a:pt x="281940" y="368808"/>
                </a:lnTo>
                <a:lnTo>
                  <a:pt x="281940" y="262128"/>
                </a:lnTo>
                <a:lnTo>
                  <a:pt x="411480" y="262128"/>
                </a:lnTo>
                <a:close/>
              </a:path>
              <a:path w="850900" h="410210">
                <a:moveTo>
                  <a:pt x="841235" y="88392"/>
                </a:moveTo>
                <a:lnTo>
                  <a:pt x="804659" y="51816"/>
                </a:lnTo>
                <a:lnTo>
                  <a:pt x="777227" y="77724"/>
                </a:lnTo>
                <a:lnTo>
                  <a:pt x="624827" y="77724"/>
                </a:lnTo>
                <a:lnTo>
                  <a:pt x="632028" y="63512"/>
                </a:lnTo>
                <a:lnTo>
                  <a:pt x="637781" y="50863"/>
                </a:lnTo>
                <a:lnTo>
                  <a:pt x="642404" y="40220"/>
                </a:lnTo>
                <a:lnTo>
                  <a:pt x="646163" y="32004"/>
                </a:lnTo>
                <a:lnTo>
                  <a:pt x="662927" y="21336"/>
                </a:lnTo>
                <a:lnTo>
                  <a:pt x="623303" y="0"/>
                </a:lnTo>
                <a:lnTo>
                  <a:pt x="619925" y="16865"/>
                </a:lnTo>
                <a:lnTo>
                  <a:pt x="614540" y="35433"/>
                </a:lnTo>
                <a:lnTo>
                  <a:pt x="607453" y="55727"/>
                </a:lnTo>
                <a:lnTo>
                  <a:pt x="598919" y="77724"/>
                </a:lnTo>
                <a:lnTo>
                  <a:pt x="461759" y="77724"/>
                </a:lnTo>
                <a:lnTo>
                  <a:pt x="476999" y="94488"/>
                </a:lnTo>
                <a:lnTo>
                  <a:pt x="486651" y="91617"/>
                </a:lnTo>
                <a:lnTo>
                  <a:pt x="497001" y="89725"/>
                </a:lnTo>
                <a:lnTo>
                  <a:pt x="507657" y="88709"/>
                </a:lnTo>
                <a:lnTo>
                  <a:pt x="518147" y="88392"/>
                </a:lnTo>
                <a:lnTo>
                  <a:pt x="595871" y="88392"/>
                </a:lnTo>
                <a:lnTo>
                  <a:pt x="581253" y="114681"/>
                </a:lnTo>
                <a:lnTo>
                  <a:pt x="566915" y="138684"/>
                </a:lnTo>
                <a:lnTo>
                  <a:pt x="552589" y="160401"/>
                </a:lnTo>
                <a:lnTo>
                  <a:pt x="537959" y="179832"/>
                </a:lnTo>
                <a:lnTo>
                  <a:pt x="521195" y="172212"/>
                </a:lnTo>
                <a:lnTo>
                  <a:pt x="521436" y="181622"/>
                </a:lnTo>
                <a:lnTo>
                  <a:pt x="521957" y="189166"/>
                </a:lnTo>
                <a:lnTo>
                  <a:pt x="522490" y="194716"/>
                </a:lnTo>
                <a:lnTo>
                  <a:pt x="522719" y="198120"/>
                </a:lnTo>
                <a:lnTo>
                  <a:pt x="508457" y="214960"/>
                </a:lnTo>
                <a:lnTo>
                  <a:pt x="490905" y="233362"/>
                </a:lnTo>
                <a:lnTo>
                  <a:pt x="470217" y="253199"/>
                </a:lnTo>
                <a:lnTo>
                  <a:pt x="446519" y="274320"/>
                </a:lnTo>
                <a:lnTo>
                  <a:pt x="449567" y="280416"/>
                </a:lnTo>
                <a:lnTo>
                  <a:pt x="467029" y="269011"/>
                </a:lnTo>
                <a:lnTo>
                  <a:pt x="485190" y="255460"/>
                </a:lnTo>
                <a:lnTo>
                  <a:pt x="504228" y="239915"/>
                </a:lnTo>
                <a:lnTo>
                  <a:pt x="524243" y="222504"/>
                </a:lnTo>
                <a:lnTo>
                  <a:pt x="524243" y="355092"/>
                </a:lnTo>
                <a:lnTo>
                  <a:pt x="524014" y="366814"/>
                </a:lnTo>
                <a:lnTo>
                  <a:pt x="522973" y="391668"/>
                </a:lnTo>
                <a:lnTo>
                  <a:pt x="522719" y="405384"/>
                </a:lnTo>
                <a:lnTo>
                  <a:pt x="548627" y="391668"/>
                </a:lnTo>
                <a:lnTo>
                  <a:pt x="548627" y="222504"/>
                </a:lnTo>
                <a:lnTo>
                  <a:pt x="548627" y="198120"/>
                </a:lnTo>
                <a:lnTo>
                  <a:pt x="564235" y="179832"/>
                </a:lnTo>
                <a:lnTo>
                  <a:pt x="566915" y="176695"/>
                </a:lnTo>
                <a:lnTo>
                  <a:pt x="585203" y="151257"/>
                </a:lnTo>
                <a:lnTo>
                  <a:pt x="603491" y="121831"/>
                </a:lnTo>
                <a:lnTo>
                  <a:pt x="621779" y="88392"/>
                </a:lnTo>
                <a:lnTo>
                  <a:pt x="841235" y="88392"/>
                </a:lnTo>
                <a:close/>
              </a:path>
              <a:path w="850900" h="410210">
                <a:moveTo>
                  <a:pt x="850379" y="364236"/>
                </a:moveTo>
                <a:lnTo>
                  <a:pt x="816851" y="329184"/>
                </a:lnTo>
                <a:lnTo>
                  <a:pt x="792467" y="353568"/>
                </a:lnTo>
                <a:lnTo>
                  <a:pt x="705599" y="353568"/>
                </a:lnTo>
                <a:lnTo>
                  <a:pt x="705599" y="213360"/>
                </a:lnTo>
                <a:lnTo>
                  <a:pt x="825995" y="213360"/>
                </a:lnTo>
                <a:lnTo>
                  <a:pt x="793991" y="181356"/>
                </a:lnTo>
                <a:lnTo>
                  <a:pt x="771131" y="204216"/>
                </a:lnTo>
                <a:lnTo>
                  <a:pt x="705599" y="204216"/>
                </a:lnTo>
                <a:lnTo>
                  <a:pt x="705599" y="132588"/>
                </a:lnTo>
                <a:lnTo>
                  <a:pt x="719315" y="120396"/>
                </a:lnTo>
                <a:lnTo>
                  <a:pt x="678167" y="102108"/>
                </a:lnTo>
                <a:lnTo>
                  <a:pt x="679297" y="116954"/>
                </a:lnTo>
                <a:lnTo>
                  <a:pt x="680262" y="129349"/>
                </a:lnTo>
                <a:lnTo>
                  <a:pt x="680961" y="139192"/>
                </a:lnTo>
                <a:lnTo>
                  <a:pt x="681215" y="146304"/>
                </a:lnTo>
                <a:lnTo>
                  <a:pt x="681215" y="204216"/>
                </a:lnTo>
                <a:lnTo>
                  <a:pt x="579107" y="204216"/>
                </a:lnTo>
                <a:lnTo>
                  <a:pt x="595871" y="219456"/>
                </a:lnTo>
                <a:lnTo>
                  <a:pt x="605307" y="216585"/>
                </a:lnTo>
                <a:lnTo>
                  <a:pt x="615302" y="214693"/>
                </a:lnTo>
                <a:lnTo>
                  <a:pt x="625881" y="213677"/>
                </a:lnTo>
                <a:lnTo>
                  <a:pt x="637019" y="213360"/>
                </a:lnTo>
                <a:lnTo>
                  <a:pt x="681215" y="213360"/>
                </a:lnTo>
                <a:lnTo>
                  <a:pt x="681215" y="353568"/>
                </a:lnTo>
                <a:lnTo>
                  <a:pt x="557771" y="353568"/>
                </a:lnTo>
                <a:lnTo>
                  <a:pt x="573011" y="368808"/>
                </a:lnTo>
                <a:lnTo>
                  <a:pt x="582447" y="366814"/>
                </a:lnTo>
                <a:lnTo>
                  <a:pt x="592442" y="365379"/>
                </a:lnTo>
                <a:lnTo>
                  <a:pt x="603021" y="364528"/>
                </a:lnTo>
                <a:lnTo>
                  <a:pt x="614159" y="364236"/>
                </a:lnTo>
                <a:lnTo>
                  <a:pt x="850379" y="364236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" name="object 16"/>
          <p:cNvSpPr/>
          <p:nvPr/>
        </p:nvSpPr>
        <p:spPr>
          <a:xfrm>
            <a:off x="6580632" y="2360675"/>
            <a:ext cx="1287780" cy="411480"/>
          </a:xfrm>
          <a:custGeom>
            <a:avLst/>
            <a:gdLst/>
            <a:ahLst/>
            <a:cxnLst/>
            <a:rect l="l" t="t" r="r" b="b"/>
            <a:pathLst>
              <a:path w="1287779" h="411480">
                <a:moveTo>
                  <a:pt x="396240" y="193548"/>
                </a:moveTo>
                <a:lnTo>
                  <a:pt x="358140" y="153924"/>
                </a:lnTo>
                <a:lnTo>
                  <a:pt x="323088" y="182880"/>
                </a:lnTo>
                <a:lnTo>
                  <a:pt x="0" y="182880"/>
                </a:lnTo>
                <a:lnTo>
                  <a:pt x="15240" y="198120"/>
                </a:lnTo>
                <a:lnTo>
                  <a:pt x="25831" y="196126"/>
                </a:lnTo>
                <a:lnTo>
                  <a:pt x="37147" y="194691"/>
                </a:lnTo>
                <a:lnTo>
                  <a:pt x="49314" y="193840"/>
                </a:lnTo>
                <a:lnTo>
                  <a:pt x="62484" y="193548"/>
                </a:lnTo>
                <a:lnTo>
                  <a:pt x="396240" y="193548"/>
                </a:lnTo>
                <a:close/>
              </a:path>
              <a:path w="1287779" h="411480">
                <a:moveTo>
                  <a:pt x="669023" y="147828"/>
                </a:moveTo>
                <a:lnTo>
                  <a:pt x="627875" y="124968"/>
                </a:lnTo>
                <a:lnTo>
                  <a:pt x="628713" y="144780"/>
                </a:lnTo>
                <a:lnTo>
                  <a:pt x="628827" y="148526"/>
                </a:lnTo>
                <a:lnTo>
                  <a:pt x="629221" y="166306"/>
                </a:lnTo>
                <a:lnTo>
                  <a:pt x="629348" y="179832"/>
                </a:lnTo>
                <a:lnTo>
                  <a:pt x="629259" y="347141"/>
                </a:lnTo>
                <a:lnTo>
                  <a:pt x="629208" y="352996"/>
                </a:lnTo>
                <a:lnTo>
                  <a:pt x="628764" y="379742"/>
                </a:lnTo>
                <a:lnTo>
                  <a:pt x="627875" y="411480"/>
                </a:lnTo>
                <a:lnTo>
                  <a:pt x="658355" y="394716"/>
                </a:lnTo>
                <a:lnTo>
                  <a:pt x="657352" y="379742"/>
                </a:lnTo>
                <a:lnTo>
                  <a:pt x="656259" y="362331"/>
                </a:lnTo>
                <a:lnTo>
                  <a:pt x="655574" y="347141"/>
                </a:lnTo>
                <a:lnTo>
                  <a:pt x="655307" y="332232"/>
                </a:lnTo>
                <a:lnTo>
                  <a:pt x="655307" y="158496"/>
                </a:lnTo>
                <a:lnTo>
                  <a:pt x="669023" y="147828"/>
                </a:lnTo>
                <a:close/>
              </a:path>
              <a:path w="1287779" h="411480">
                <a:moveTo>
                  <a:pt x="847331" y="181356"/>
                </a:moveTo>
                <a:lnTo>
                  <a:pt x="798944" y="166306"/>
                </a:lnTo>
                <a:lnTo>
                  <a:pt x="748271" y="138684"/>
                </a:lnTo>
                <a:lnTo>
                  <a:pt x="698360" y="93726"/>
                </a:lnTo>
                <a:lnTo>
                  <a:pt x="658063" y="41148"/>
                </a:lnTo>
                <a:lnTo>
                  <a:pt x="650735" y="30480"/>
                </a:lnTo>
                <a:lnTo>
                  <a:pt x="665975" y="21336"/>
                </a:lnTo>
                <a:lnTo>
                  <a:pt x="629399" y="0"/>
                </a:lnTo>
                <a:lnTo>
                  <a:pt x="619137" y="27127"/>
                </a:lnTo>
                <a:lnTo>
                  <a:pt x="604443" y="55816"/>
                </a:lnTo>
                <a:lnTo>
                  <a:pt x="562343" y="117348"/>
                </a:lnTo>
                <a:lnTo>
                  <a:pt x="536422" y="148526"/>
                </a:lnTo>
                <a:lnTo>
                  <a:pt x="506907" y="175831"/>
                </a:lnTo>
                <a:lnTo>
                  <a:pt x="474268" y="199440"/>
                </a:lnTo>
                <a:lnTo>
                  <a:pt x="438899" y="219456"/>
                </a:lnTo>
                <a:lnTo>
                  <a:pt x="440423" y="225552"/>
                </a:lnTo>
                <a:lnTo>
                  <a:pt x="476173" y="209842"/>
                </a:lnTo>
                <a:lnTo>
                  <a:pt x="536232" y="173266"/>
                </a:lnTo>
                <a:lnTo>
                  <a:pt x="582523" y="130098"/>
                </a:lnTo>
                <a:lnTo>
                  <a:pt x="625335" y="74612"/>
                </a:lnTo>
                <a:lnTo>
                  <a:pt x="646163" y="41148"/>
                </a:lnTo>
                <a:lnTo>
                  <a:pt x="663575" y="71704"/>
                </a:lnTo>
                <a:lnTo>
                  <a:pt x="699528" y="123659"/>
                </a:lnTo>
                <a:lnTo>
                  <a:pt x="737209" y="162737"/>
                </a:lnTo>
                <a:lnTo>
                  <a:pt x="782307" y="195795"/>
                </a:lnTo>
                <a:lnTo>
                  <a:pt x="807707" y="210312"/>
                </a:lnTo>
                <a:lnTo>
                  <a:pt x="814552" y="201168"/>
                </a:lnTo>
                <a:lnTo>
                  <a:pt x="823518" y="194310"/>
                </a:lnTo>
                <a:lnTo>
                  <a:pt x="834504" y="189738"/>
                </a:lnTo>
                <a:lnTo>
                  <a:pt x="847331" y="187452"/>
                </a:lnTo>
                <a:lnTo>
                  <a:pt x="847331" y="181356"/>
                </a:lnTo>
                <a:close/>
              </a:path>
              <a:path w="1287779" h="411480">
                <a:moveTo>
                  <a:pt x="1057656" y="144780"/>
                </a:moveTo>
                <a:lnTo>
                  <a:pt x="1028700" y="112776"/>
                </a:lnTo>
                <a:lnTo>
                  <a:pt x="1007364" y="134112"/>
                </a:lnTo>
                <a:lnTo>
                  <a:pt x="993648" y="134112"/>
                </a:lnTo>
                <a:lnTo>
                  <a:pt x="993648" y="54864"/>
                </a:lnTo>
                <a:lnTo>
                  <a:pt x="993648" y="51816"/>
                </a:lnTo>
                <a:lnTo>
                  <a:pt x="1011720" y="47802"/>
                </a:lnTo>
                <a:lnTo>
                  <a:pt x="1027366" y="44767"/>
                </a:lnTo>
                <a:lnTo>
                  <a:pt x="1041006" y="42608"/>
                </a:lnTo>
                <a:lnTo>
                  <a:pt x="1053084" y="41148"/>
                </a:lnTo>
                <a:lnTo>
                  <a:pt x="1025652" y="13716"/>
                </a:lnTo>
                <a:lnTo>
                  <a:pt x="985139" y="36004"/>
                </a:lnTo>
                <a:lnTo>
                  <a:pt x="931354" y="51435"/>
                </a:lnTo>
                <a:lnTo>
                  <a:pt x="896112" y="59436"/>
                </a:lnTo>
                <a:lnTo>
                  <a:pt x="897636" y="65532"/>
                </a:lnTo>
                <a:lnTo>
                  <a:pt x="933069" y="60769"/>
                </a:lnTo>
                <a:lnTo>
                  <a:pt x="951636" y="58039"/>
                </a:lnTo>
                <a:lnTo>
                  <a:pt x="970788" y="54864"/>
                </a:lnTo>
                <a:lnTo>
                  <a:pt x="970788" y="134112"/>
                </a:lnTo>
                <a:lnTo>
                  <a:pt x="888492" y="134112"/>
                </a:lnTo>
                <a:lnTo>
                  <a:pt x="905256" y="149352"/>
                </a:lnTo>
                <a:lnTo>
                  <a:pt x="914679" y="147358"/>
                </a:lnTo>
                <a:lnTo>
                  <a:pt x="924687" y="145923"/>
                </a:lnTo>
                <a:lnTo>
                  <a:pt x="935253" y="145072"/>
                </a:lnTo>
                <a:lnTo>
                  <a:pt x="946404" y="144780"/>
                </a:lnTo>
                <a:lnTo>
                  <a:pt x="969264" y="144780"/>
                </a:lnTo>
                <a:lnTo>
                  <a:pt x="956310" y="187261"/>
                </a:lnTo>
                <a:lnTo>
                  <a:pt x="938784" y="233172"/>
                </a:lnTo>
                <a:lnTo>
                  <a:pt x="914971" y="279654"/>
                </a:lnTo>
                <a:lnTo>
                  <a:pt x="885444" y="326136"/>
                </a:lnTo>
                <a:lnTo>
                  <a:pt x="890016" y="330708"/>
                </a:lnTo>
                <a:lnTo>
                  <a:pt x="914628" y="304419"/>
                </a:lnTo>
                <a:lnTo>
                  <a:pt x="936117" y="275844"/>
                </a:lnTo>
                <a:lnTo>
                  <a:pt x="954735" y="244983"/>
                </a:lnTo>
                <a:lnTo>
                  <a:pt x="970788" y="211836"/>
                </a:lnTo>
                <a:lnTo>
                  <a:pt x="970546" y="275844"/>
                </a:lnTo>
                <a:lnTo>
                  <a:pt x="970089" y="323519"/>
                </a:lnTo>
                <a:lnTo>
                  <a:pt x="969492" y="375793"/>
                </a:lnTo>
                <a:lnTo>
                  <a:pt x="969264" y="411480"/>
                </a:lnTo>
                <a:lnTo>
                  <a:pt x="995172" y="397764"/>
                </a:lnTo>
                <a:lnTo>
                  <a:pt x="994359" y="373380"/>
                </a:lnTo>
                <a:lnTo>
                  <a:pt x="994232" y="366522"/>
                </a:lnTo>
                <a:lnTo>
                  <a:pt x="993889" y="333375"/>
                </a:lnTo>
                <a:lnTo>
                  <a:pt x="993762" y="304419"/>
                </a:lnTo>
                <a:lnTo>
                  <a:pt x="993648" y="211836"/>
                </a:lnTo>
                <a:lnTo>
                  <a:pt x="993648" y="188976"/>
                </a:lnTo>
                <a:lnTo>
                  <a:pt x="1017219" y="224345"/>
                </a:lnTo>
                <a:lnTo>
                  <a:pt x="1027176" y="249936"/>
                </a:lnTo>
                <a:lnTo>
                  <a:pt x="1031748" y="256032"/>
                </a:lnTo>
                <a:lnTo>
                  <a:pt x="1037844" y="256032"/>
                </a:lnTo>
                <a:lnTo>
                  <a:pt x="1039368" y="251460"/>
                </a:lnTo>
                <a:lnTo>
                  <a:pt x="1045464" y="239268"/>
                </a:lnTo>
                <a:lnTo>
                  <a:pt x="1046988" y="233172"/>
                </a:lnTo>
                <a:lnTo>
                  <a:pt x="1046988" y="227076"/>
                </a:lnTo>
                <a:lnTo>
                  <a:pt x="1023429" y="196100"/>
                </a:lnTo>
                <a:lnTo>
                  <a:pt x="993648" y="178308"/>
                </a:lnTo>
                <a:lnTo>
                  <a:pt x="993648" y="144780"/>
                </a:lnTo>
                <a:lnTo>
                  <a:pt x="1057656" y="144780"/>
                </a:lnTo>
                <a:close/>
              </a:path>
              <a:path w="1287779" h="411480">
                <a:moveTo>
                  <a:pt x="1061567" y="322453"/>
                </a:moveTo>
                <a:lnTo>
                  <a:pt x="1061440" y="316255"/>
                </a:lnTo>
                <a:lnTo>
                  <a:pt x="1060704" y="300228"/>
                </a:lnTo>
                <a:lnTo>
                  <a:pt x="1054608" y="300228"/>
                </a:lnTo>
                <a:lnTo>
                  <a:pt x="1049743" y="317093"/>
                </a:lnTo>
                <a:lnTo>
                  <a:pt x="1044321" y="331089"/>
                </a:lnTo>
                <a:lnTo>
                  <a:pt x="1038313" y="342239"/>
                </a:lnTo>
                <a:lnTo>
                  <a:pt x="1031748" y="350520"/>
                </a:lnTo>
                <a:lnTo>
                  <a:pt x="1024128" y="358140"/>
                </a:lnTo>
                <a:lnTo>
                  <a:pt x="1021105" y="362673"/>
                </a:lnTo>
                <a:lnTo>
                  <a:pt x="1021080" y="368808"/>
                </a:lnTo>
                <a:lnTo>
                  <a:pt x="1024128" y="371856"/>
                </a:lnTo>
                <a:lnTo>
                  <a:pt x="1027176" y="373380"/>
                </a:lnTo>
                <a:lnTo>
                  <a:pt x="1042416" y="373380"/>
                </a:lnTo>
                <a:lnTo>
                  <a:pt x="1048512" y="371856"/>
                </a:lnTo>
                <a:lnTo>
                  <a:pt x="1053084" y="370332"/>
                </a:lnTo>
                <a:lnTo>
                  <a:pt x="1057656" y="365760"/>
                </a:lnTo>
                <a:lnTo>
                  <a:pt x="1059180" y="355092"/>
                </a:lnTo>
                <a:lnTo>
                  <a:pt x="1060907" y="345668"/>
                </a:lnTo>
                <a:lnTo>
                  <a:pt x="1061440" y="336804"/>
                </a:lnTo>
                <a:lnTo>
                  <a:pt x="1061567" y="322453"/>
                </a:lnTo>
                <a:close/>
              </a:path>
              <a:path w="1287779" h="411480">
                <a:moveTo>
                  <a:pt x="1179576" y="297180"/>
                </a:moveTo>
                <a:lnTo>
                  <a:pt x="1148613" y="265734"/>
                </a:lnTo>
                <a:lnTo>
                  <a:pt x="1132332" y="256032"/>
                </a:lnTo>
                <a:lnTo>
                  <a:pt x="1129284" y="259080"/>
                </a:lnTo>
                <a:lnTo>
                  <a:pt x="1138707" y="273367"/>
                </a:lnTo>
                <a:lnTo>
                  <a:pt x="1146429" y="286512"/>
                </a:lnTo>
                <a:lnTo>
                  <a:pt x="1152423" y="298513"/>
                </a:lnTo>
                <a:lnTo>
                  <a:pt x="1156716" y="309372"/>
                </a:lnTo>
                <a:lnTo>
                  <a:pt x="1161288" y="323088"/>
                </a:lnTo>
                <a:lnTo>
                  <a:pt x="1167384" y="323088"/>
                </a:lnTo>
                <a:lnTo>
                  <a:pt x="1168908" y="320040"/>
                </a:lnTo>
                <a:lnTo>
                  <a:pt x="1173480" y="313944"/>
                </a:lnTo>
                <a:lnTo>
                  <a:pt x="1178052" y="309372"/>
                </a:lnTo>
                <a:lnTo>
                  <a:pt x="1179576" y="303276"/>
                </a:lnTo>
                <a:lnTo>
                  <a:pt x="1179576" y="297180"/>
                </a:lnTo>
                <a:close/>
              </a:path>
              <a:path w="1287779" h="411480">
                <a:moveTo>
                  <a:pt x="1240536" y="370332"/>
                </a:moveTo>
                <a:lnTo>
                  <a:pt x="1221676" y="333756"/>
                </a:lnTo>
                <a:lnTo>
                  <a:pt x="1220724" y="312420"/>
                </a:lnTo>
                <a:lnTo>
                  <a:pt x="1214628" y="312420"/>
                </a:lnTo>
                <a:lnTo>
                  <a:pt x="1210056" y="350520"/>
                </a:lnTo>
                <a:lnTo>
                  <a:pt x="1191768" y="373380"/>
                </a:lnTo>
                <a:lnTo>
                  <a:pt x="1143000" y="373380"/>
                </a:lnTo>
                <a:lnTo>
                  <a:pt x="1131227" y="372859"/>
                </a:lnTo>
                <a:lnTo>
                  <a:pt x="1123188" y="369189"/>
                </a:lnTo>
                <a:lnTo>
                  <a:pt x="1118565" y="362673"/>
                </a:lnTo>
                <a:lnTo>
                  <a:pt x="1117092" y="353568"/>
                </a:lnTo>
                <a:lnTo>
                  <a:pt x="1117092" y="310896"/>
                </a:lnTo>
                <a:lnTo>
                  <a:pt x="1129284" y="300228"/>
                </a:lnTo>
                <a:lnTo>
                  <a:pt x="1092708" y="284988"/>
                </a:lnTo>
                <a:lnTo>
                  <a:pt x="1094079" y="326136"/>
                </a:lnTo>
                <a:lnTo>
                  <a:pt x="1094232" y="362712"/>
                </a:lnTo>
                <a:lnTo>
                  <a:pt x="1095959" y="375627"/>
                </a:lnTo>
                <a:lnTo>
                  <a:pt x="1101280" y="384810"/>
                </a:lnTo>
                <a:lnTo>
                  <a:pt x="1110297" y="390575"/>
                </a:lnTo>
                <a:lnTo>
                  <a:pt x="1123188" y="393192"/>
                </a:lnTo>
                <a:lnTo>
                  <a:pt x="1197864" y="393192"/>
                </a:lnTo>
                <a:lnTo>
                  <a:pt x="1212456" y="392620"/>
                </a:lnTo>
                <a:lnTo>
                  <a:pt x="1224343" y="388620"/>
                </a:lnTo>
                <a:lnTo>
                  <a:pt x="1233652" y="381190"/>
                </a:lnTo>
                <a:lnTo>
                  <a:pt x="1238592" y="373380"/>
                </a:lnTo>
                <a:lnTo>
                  <a:pt x="1240536" y="370332"/>
                </a:lnTo>
                <a:close/>
              </a:path>
              <a:path w="1287779" h="411480">
                <a:moveTo>
                  <a:pt x="1269492" y="135636"/>
                </a:moveTo>
                <a:lnTo>
                  <a:pt x="1242060" y="114300"/>
                </a:lnTo>
                <a:lnTo>
                  <a:pt x="1229868" y="132588"/>
                </a:lnTo>
                <a:lnTo>
                  <a:pt x="1165860" y="132588"/>
                </a:lnTo>
                <a:lnTo>
                  <a:pt x="1195006" y="94018"/>
                </a:lnTo>
                <a:lnTo>
                  <a:pt x="1229868" y="68580"/>
                </a:lnTo>
                <a:lnTo>
                  <a:pt x="1221790" y="60960"/>
                </a:lnTo>
                <a:lnTo>
                  <a:pt x="1202436" y="42672"/>
                </a:lnTo>
                <a:lnTo>
                  <a:pt x="1185672" y="60960"/>
                </a:lnTo>
                <a:lnTo>
                  <a:pt x="1118616" y="60960"/>
                </a:lnTo>
                <a:lnTo>
                  <a:pt x="1127734" y="48437"/>
                </a:lnTo>
                <a:lnTo>
                  <a:pt x="1136713" y="38481"/>
                </a:lnTo>
                <a:lnTo>
                  <a:pt x="1145400" y="31394"/>
                </a:lnTo>
                <a:lnTo>
                  <a:pt x="1153668" y="27432"/>
                </a:lnTo>
                <a:lnTo>
                  <a:pt x="1120140" y="6096"/>
                </a:lnTo>
                <a:lnTo>
                  <a:pt x="1101280" y="51320"/>
                </a:lnTo>
                <a:lnTo>
                  <a:pt x="1073086" y="96774"/>
                </a:lnTo>
                <a:lnTo>
                  <a:pt x="1054608" y="121920"/>
                </a:lnTo>
                <a:lnTo>
                  <a:pt x="1059180" y="124968"/>
                </a:lnTo>
                <a:lnTo>
                  <a:pt x="1072896" y="112991"/>
                </a:lnTo>
                <a:lnTo>
                  <a:pt x="1086612" y="100012"/>
                </a:lnTo>
                <a:lnTo>
                  <a:pt x="1100328" y="86182"/>
                </a:lnTo>
                <a:lnTo>
                  <a:pt x="1114044" y="71628"/>
                </a:lnTo>
                <a:lnTo>
                  <a:pt x="1188720" y="71628"/>
                </a:lnTo>
                <a:lnTo>
                  <a:pt x="1155192" y="132588"/>
                </a:lnTo>
                <a:lnTo>
                  <a:pt x="1059180" y="132588"/>
                </a:lnTo>
                <a:lnTo>
                  <a:pt x="1074420" y="147828"/>
                </a:lnTo>
                <a:lnTo>
                  <a:pt x="1084719" y="145592"/>
                </a:lnTo>
                <a:lnTo>
                  <a:pt x="1095184" y="143637"/>
                </a:lnTo>
                <a:lnTo>
                  <a:pt x="1105916" y="142265"/>
                </a:lnTo>
                <a:lnTo>
                  <a:pt x="1117092" y="141732"/>
                </a:lnTo>
                <a:lnTo>
                  <a:pt x="1232916" y="141732"/>
                </a:lnTo>
                <a:lnTo>
                  <a:pt x="1232916" y="184404"/>
                </a:lnTo>
                <a:lnTo>
                  <a:pt x="1077468" y="184404"/>
                </a:lnTo>
                <a:lnTo>
                  <a:pt x="1092708" y="199644"/>
                </a:lnTo>
                <a:lnTo>
                  <a:pt x="1102131" y="197650"/>
                </a:lnTo>
                <a:lnTo>
                  <a:pt x="1112139" y="196215"/>
                </a:lnTo>
                <a:lnTo>
                  <a:pt x="1122705" y="195364"/>
                </a:lnTo>
                <a:lnTo>
                  <a:pt x="1133856" y="195072"/>
                </a:lnTo>
                <a:lnTo>
                  <a:pt x="1232916" y="195072"/>
                </a:lnTo>
                <a:lnTo>
                  <a:pt x="1232916" y="234696"/>
                </a:lnTo>
                <a:lnTo>
                  <a:pt x="1059180" y="234696"/>
                </a:lnTo>
                <a:lnTo>
                  <a:pt x="1074420" y="249936"/>
                </a:lnTo>
                <a:lnTo>
                  <a:pt x="1084719" y="247942"/>
                </a:lnTo>
                <a:lnTo>
                  <a:pt x="1095184" y="246507"/>
                </a:lnTo>
                <a:lnTo>
                  <a:pt x="1105916" y="245656"/>
                </a:lnTo>
                <a:lnTo>
                  <a:pt x="1117092" y="245364"/>
                </a:lnTo>
                <a:lnTo>
                  <a:pt x="1232916" y="245364"/>
                </a:lnTo>
                <a:lnTo>
                  <a:pt x="1232916" y="268224"/>
                </a:lnTo>
                <a:lnTo>
                  <a:pt x="1257300" y="257556"/>
                </a:lnTo>
                <a:lnTo>
                  <a:pt x="1255941" y="215455"/>
                </a:lnTo>
                <a:lnTo>
                  <a:pt x="1255776" y="147828"/>
                </a:lnTo>
                <a:lnTo>
                  <a:pt x="1262634" y="141732"/>
                </a:lnTo>
                <a:lnTo>
                  <a:pt x="1269492" y="135636"/>
                </a:lnTo>
                <a:close/>
              </a:path>
              <a:path w="1287779" h="411480">
                <a:moveTo>
                  <a:pt x="1287780" y="347472"/>
                </a:moveTo>
                <a:lnTo>
                  <a:pt x="1264196" y="316255"/>
                </a:lnTo>
                <a:lnTo>
                  <a:pt x="1232916" y="297180"/>
                </a:lnTo>
                <a:lnTo>
                  <a:pt x="1229868" y="300228"/>
                </a:lnTo>
                <a:lnTo>
                  <a:pt x="1238173" y="311086"/>
                </a:lnTo>
                <a:lnTo>
                  <a:pt x="1244917" y="320802"/>
                </a:lnTo>
                <a:lnTo>
                  <a:pt x="1263891" y="358025"/>
                </a:lnTo>
                <a:lnTo>
                  <a:pt x="1266444" y="365760"/>
                </a:lnTo>
                <a:lnTo>
                  <a:pt x="1269492" y="370332"/>
                </a:lnTo>
                <a:lnTo>
                  <a:pt x="1271016" y="373380"/>
                </a:lnTo>
                <a:lnTo>
                  <a:pt x="1274064" y="373380"/>
                </a:lnTo>
                <a:lnTo>
                  <a:pt x="1277112" y="370332"/>
                </a:lnTo>
                <a:lnTo>
                  <a:pt x="1281684" y="364236"/>
                </a:lnTo>
                <a:lnTo>
                  <a:pt x="1287780" y="352044"/>
                </a:lnTo>
                <a:lnTo>
                  <a:pt x="1287780" y="34747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" name="object 17"/>
          <p:cNvSpPr/>
          <p:nvPr/>
        </p:nvSpPr>
        <p:spPr>
          <a:xfrm>
            <a:off x="7920227" y="2365248"/>
            <a:ext cx="387350" cy="405765"/>
          </a:xfrm>
          <a:custGeom>
            <a:avLst/>
            <a:gdLst/>
            <a:ahLst/>
            <a:cxnLst/>
            <a:rect l="l" t="t" r="r" b="b"/>
            <a:pathLst>
              <a:path w="387350" h="405764">
                <a:moveTo>
                  <a:pt x="199644" y="71628"/>
                </a:moveTo>
                <a:lnTo>
                  <a:pt x="193548" y="71628"/>
                </a:lnTo>
                <a:lnTo>
                  <a:pt x="190500" y="67056"/>
                </a:lnTo>
                <a:lnTo>
                  <a:pt x="188976" y="56388"/>
                </a:lnTo>
                <a:lnTo>
                  <a:pt x="185547" y="44648"/>
                </a:lnTo>
                <a:lnTo>
                  <a:pt x="179832" y="32194"/>
                </a:lnTo>
                <a:lnTo>
                  <a:pt x="171831" y="18883"/>
                </a:lnTo>
                <a:lnTo>
                  <a:pt x="161544" y="4572"/>
                </a:lnTo>
                <a:lnTo>
                  <a:pt x="164592" y="0"/>
                </a:lnTo>
                <a:lnTo>
                  <a:pt x="201239" y="22288"/>
                </a:lnTo>
                <a:lnTo>
                  <a:pt x="214884" y="39624"/>
                </a:lnTo>
                <a:lnTo>
                  <a:pt x="214884" y="51816"/>
                </a:lnTo>
                <a:lnTo>
                  <a:pt x="213360" y="56388"/>
                </a:lnTo>
                <a:lnTo>
                  <a:pt x="207264" y="62484"/>
                </a:lnTo>
                <a:lnTo>
                  <a:pt x="202692" y="68580"/>
                </a:lnTo>
                <a:lnTo>
                  <a:pt x="199644" y="71628"/>
                </a:lnTo>
                <a:close/>
              </a:path>
              <a:path w="387350" h="405764">
                <a:moveTo>
                  <a:pt x="36576" y="140208"/>
                </a:moveTo>
                <a:lnTo>
                  <a:pt x="28956" y="140208"/>
                </a:lnTo>
                <a:lnTo>
                  <a:pt x="24384" y="138684"/>
                </a:lnTo>
                <a:lnTo>
                  <a:pt x="15240" y="132588"/>
                </a:lnTo>
                <a:lnTo>
                  <a:pt x="13716" y="131064"/>
                </a:lnTo>
                <a:lnTo>
                  <a:pt x="13716" y="124968"/>
                </a:lnTo>
                <a:lnTo>
                  <a:pt x="18288" y="118872"/>
                </a:lnTo>
                <a:lnTo>
                  <a:pt x="27432" y="109728"/>
                </a:lnTo>
                <a:lnTo>
                  <a:pt x="35742" y="100298"/>
                </a:lnTo>
                <a:lnTo>
                  <a:pt x="42481" y="88011"/>
                </a:lnTo>
                <a:lnTo>
                  <a:pt x="47791" y="72866"/>
                </a:lnTo>
                <a:lnTo>
                  <a:pt x="51816" y="54864"/>
                </a:lnTo>
                <a:lnTo>
                  <a:pt x="59436" y="54864"/>
                </a:lnTo>
                <a:lnTo>
                  <a:pt x="59436" y="76200"/>
                </a:lnTo>
                <a:lnTo>
                  <a:pt x="366422" y="76200"/>
                </a:lnTo>
                <a:lnTo>
                  <a:pt x="375699" y="86868"/>
                </a:lnTo>
                <a:lnTo>
                  <a:pt x="59436" y="86868"/>
                </a:lnTo>
                <a:lnTo>
                  <a:pt x="58840" y="105179"/>
                </a:lnTo>
                <a:lnTo>
                  <a:pt x="56959" y="119062"/>
                </a:lnTo>
                <a:lnTo>
                  <a:pt x="53649" y="128658"/>
                </a:lnTo>
                <a:lnTo>
                  <a:pt x="48768" y="134112"/>
                </a:lnTo>
                <a:lnTo>
                  <a:pt x="41148" y="137160"/>
                </a:lnTo>
                <a:lnTo>
                  <a:pt x="36576" y="140208"/>
                </a:lnTo>
                <a:close/>
              </a:path>
              <a:path w="387350" h="405764">
                <a:moveTo>
                  <a:pt x="366422" y="76200"/>
                </a:moveTo>
                <a:lnTo>
                  <a:pt x="332232" y="76200"/>
                </a:lnTo>
                <a:lnTo>
                  <a:pt x="350520" y="57912"/>
                </a:lnTo>
                <a:lnTo>
                  <a:pt x="366422" y="76200"/>
                </a:lnTo>
                <a:close/>
              </a:path>
              <a:path w="387350" h="405764">
                <a:moveTo>
                  <a:pt x="318516" y="134112"/>
                </a:moveTo>
                <a:lnTo>
                  <a:pt x="312420" y="131064"/>
                </a:lnTo>
                <a:lnTo>
                  <a:pt x="335280" y="86868"/>
                </a:lnTo>
                <a:lnTo>
                  <a:pt x="375699" y="86868"/>
                </a:lnTo>
                <a:lnTo>
                  <a:pt x="381000" y="92964"/>
                </a:lnTo>
                <a:lnTo>
                  <a:pt x="367593" y="95535"/>
                </a:lnTo>
                <a:lnTo>
                  <a:pt x="352615" y="103251"/>
                </a:lnTo>
                <a:lnTo>
                  <a:pt x="336208" y="116109"/>
                </a:lnTo>
                <a:lnTo>
                  <a:pt x="318516" y="134112"/>
                </a:lnTo>
                <a:close/>
              </a:path>
              <a:path w="387350" h="405764">
                <a:moveTo>
                  <a:pt x="42672" y="176784"/>
                </a:moveTo>
                <a:lnTo>
                  <a:pt x="27432" y="160020"/>
                </a:lnTo>
                <a:lnTo>
                  <a:pt x="298704" y="160020"/>
                </a:lnTo>
                <a:lnTo>
                  <a:pt x="323088" y="135636"/>
                </a:lnTo>
                <a:lnTo>
                  <a:pt x="358140" y="170688"/>
                </a:lnTo>
                <a:lnTo>
                  <a:pt x="85344" y="170688"/>
                </a:lnTo>
                <a:lnTo>
                  <a:pt x="74175" y="170997"/>
                </a:lnTo>
                <a:lnTo>
                  <a:pt x="63436" y="172021"/>
                </a:lnTo>
                <a:lnTo>
                  <a:pt x="52982" y="173902"/>
                </a:lnTo>
                <a:lnTo>
                  <a:pt x="42672" y="176784"/>
                </a:lnTo>
                <a:close/>
              </a:path>
              <a:path w="387350" h="405764">
                <a:moveTo>
                  <a:pt x="207264" y="350520"/>
                </a:moveTo>
                <a:lnTo>
                  <a:pt x="182880" y="350520"/>
                </a:lnTo>
                <a:lnTo>
                  <a:pt x="182880" y="170688"/>
                </a:lnTo>
                <a:lnTo>
                  <a:pt x="207264" y="170688"/>
                </a:lnTo>
                <a:lnTo>
                  <a:pt x="207264" y="256032"/>
                </a:lnTo>
                <a:lnTo>
                  <a:pt x="330708" y="256032"/>
                </a:lnTo>
                <a:lnTo>
                  <a:pt x="341376" y="266700"/>
                </a:lnTo>
                <a:lnTo>
                  <a:pt x="207264" y="266700"/>
                </a:lnTo>
                <a:lnTo>
                  <a:pt x="207264" y="350520"/>
                </a:lnTo>
                <a:close/>
              </a:path>
              <a:path w="387350" h="405764">
                <a:moveTo>
                  <a:pt x="3048" y="405384"/>
                </a:moveTo>
                <a:lnTo>
                  <a:pt x="0" y="400812"/>
                </a:lnTo>
                <a:lnTo>
                  <a:pt x="15144" y="384810"/>
                </a:lnTo>
                <a:lnTo>
                  <a:pt x="28575" y="368808"/>
                </a:lnTo>
                <a:lnTo>
                  <a:pt x="50292" y="336804"/>
                </a:lnTo>
                <a:lnTo>
                  <a:pt x="70008" y="287297"/>
                </a:lnTo>
                <a:lnTo>
                  <a:pt x="78867" y="238506"/>
                </a:lnTo>
                <a:lnTo>
                  <a:pt x="82296" y="205740"/>
                </a:lnTo>
                <a:lnTo>
                  <a:pt x="123444" y="227076"/>
                </a:lnTo>
                <a:lnTo>
                  <a:pt x="103251" y="259651"/>
                </a:lnTo>
                <a:lnTo>
                  <a:pt x="99060" y="278892"/>
                </a:lnTo>
                <a:lnTo>
                  <a:pt x="105998" y="289560"/>
                </a:lnTo>
                <a:lnTo>
                  <a:pt x="96012" y="289560"/>
                </a:lnTo>
                <a:lnTo>
                  <a:pt x="79057" y="325183"/>
                </a:lnTo>
                <a:lnTo>
                  <a:pt x="49768" y="367022"/>
                </a:lnTo>
                <a:lnTo>
                  <a:pt x="21097" y="392596"/>
                </a:lnTo>
                <a:lnTo>
                  <a:pt x="3048" y="405384"/>
                </a:lnTo>
                <a:close/>
              </a:path>
              <a:path w="387350" h="405764">
                <a:moveTo>
                  <a:pt x="330708" y="256032"/>
                </a:moveTo>
                <a:lnTo>
                  <a:pt x="284988" y="256032"/>
                </a:lnTo>
                <a:lnTo>
                  <a:pt x="307847" y="233172"/>
                </a:lnTo>
                <a:lnTo>
                  <a:pt x="330708" y="256032"/>
                </a:lnTo>
                <a:close/>
              </a:path>
              <a:path w="387350" h="405764">
                <a:moveTo>
                  <a:pt x="350520" y="394716"/>
                </a:moveTo>
                <a:lnTo>
                  <a:pt x="308562" y="393906"/>
                </a:lnTo>
                <a:lnTo>
                  <a:pt x="241220" y="388286"/>
                </a:lnTo>
                <a:lnTo>
                  <a:pt x="195572" y="378594"/>
                </a:lnTo>
                <a:lnTo>
                  <a:pt x="159615" y="361973"/>
                </a:lnTo>
                <a:lnTo>
                  <a:pt x="119253" y="323469"/>
                </a:lnTo>
                <a:lnTo>
                  <a:pt x="96012" y="289560"/>
                </a:lnTo>
                <a:lnTo>
                  <a:pt x="105998" y="289560"/>
                </a:lnTo>
                <a:lnTo>
                  <a:pt x="107608" y="292036"/>
                </a:lnTo>
                <a:lnTo>
                  <a:pt x="117157" y="304038"/>
                </a:lnTo>
                <a:lnTo>
                  <a:pt x="150090" y="333160"/>
                </a:lnTo>
                <a:lnTo>
                  <a:pt x="182880" y="350520"/>
                </a:lnTo>
                <a:lnTo>
                  <a:pt x="207264" y="350520"/>
                </a:lnTo>
                <a:lnTo>
                  <a:pt x="207264" y="356616"/>
                </a:lnTo>
                <a:lnTo>
                  <a:pt x="231243" y="360592"/>
                </a:lnTo>
                <a:lnTo>
                  <a:pt x="255079" y="363283"/>
                </a:lnTo>
                <a:lnTo>
                  <a:pt x="278630" y="364545"/>
                </a:lnTo>
                <a:lnTo>
                  <a:pt x="387096" y="364545"/>
                </a:lnTo>
                <a:lnTo>
                  <a:pt x="387096" y="367284"/>
                </a:lnTo>
                <a:lnTo>
                  <a:pt x="373665" y="370713"/>
                </a:lnTo>
                <a:lnTo>
                  <a:pt x="363093" y="376428"/>
                </a:lnTo>
                <a:lnTo>
                  <a:pt x="355377" y="384429"/>
                </a:lnTo>
                <a:lnTo>
                  <a:pt x="350520" y="394716"/>
                </a:lnTo>
                <a:close/>
              </a:path>
              <a:path w="387350" h="405764">
                <a:moveTo>
                  <a:pt x="387096" y="364545"/>
                </a:moveTo>
                <a:lnTo>
                  <a:pt x="278630" y="364545"/>
                </a:lnTo>
                <a:lnTo>
                  <a:pt x="325159" y="363974"/>
                </a:lnTo>
                <a:lnTo>
                  <a:pt x="347281" y="363283"/>
                </a:lnTo>
                <a:lnTo>
                  <a:pt x="367974" y="362307"/>
                </a:lnTo>
                <a:lnTo>
                  <a:pt x="387096" y="361188"/>
                </a:lnTo>
                <a:lnTo>
                  <a:pt x="387096" y="36454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" name="object 18"/>
          <p:cNvSpPr/>
          <p:nvPr/>
        </p:nvSpPr>
        <p:spPr>
          <a:xfrm>
            <a:off x="8377428" y="2377439"/>
            <a:ext cx="373380" cy="381000"/>
          </a:xfrm>
          <a:custGeom>
            <a:avLst/>
            <a:gdLst/>
            <a:ahLst/>
            <a:cxnLst/>
            <a:rect l="l" t="t" r="r" b="b"/>
            <a:pathLst>
              <a:path w="373379" h="381000">
                <a:moveTo>
                  <a:pt x="24384" y="380999"/>
                </a:moveTo>
                <a:lnTo>
                  <a:pt x="0" y="358139"/>
                </a:lnTo>
                <a:lnTo>
                  <a:pt x="10668" y="348996"/>
                </a:lnTo>
                <a:lnTo>
                  <a:pt x="10668" y="106679"/>
                </a:lnTo>
                <a:lnTo>
                  <a:pt x="10477" y="58673"/>
                </a:lnTo>
                <a:lnTo>
                  <a:pt x="10025" y="34670"/>
                </a:lnTo>
                <a:lnTo>
                  <a:pt x="9144" y="10667"/>
                </a:lnTo>
                <a:lnTo>
                  <a:pt x="35052" y="24383"/>
                </a:lnTo>
                <a:lnTo>
                  <a:pt x="303275" y="24383"/>
                </a:lnTo>
                <a:lnTo>
                  <a:pt x="329183" y="0"/>
                </a:lnTo>
                <a:lnTo>
                  <a:pt x="359663" y="35051"/>
                </a:lnTo>
                <a:lnTo>
                  <a:pt x="240792" y="35051"/>
                </a:lnTo>
                <a:lnTo>
                  <a:pt x="240792" y="243839"/>
                </a:lnTo>
                <a:lnTo>
                  <a:pt x="241934" y="258079"/>
                </a:lnTo>
                <a:lnTo>
                  <a:pt x="245363" y="268604"/>
                </a:lnTo>
                <a:lnTo>
                  <a:pt x="251078" y="275129"/>
                </a:lnTo>
                <a:lnTo>
                  <a:pt x="259080" y="277367"/>
                </a:lnTo>
                <a:lnTo>
                  <a:pt x="306324" y="277367"/>
                </a:lnTo>
                <a:lnTo>
                  <a:pt x="329183" y="195071"/>
                </a:lnTo>
                <a:lnTo>
                  <a:pt x="336804" y="195071"/>
                </a:lnTo>
                <a:lnTo>
                  <a:pt x="339852" y="245363"/>
                </a:lnTo>
                <a:lnTo>
                  <a:pt x="361187" y="271272"/>
                </a:lnTo>
                <a:lnTo>
                  <a:pt x="353139" y="283011"/>
                </a:lnTo>
                <a:lnTo>
                  <a:pt x="342519" y="290893"/>
                </a:lnTo>
                <a:lnTo>
                  <a:pt x="329041" y="295060"/>
                </a:lnTo>
                <a:lnTo>
                  <a:pt x="312420" y="295655"/>
                </a:lnTo>
                <a:lnTo>
                  <a:pt x="248411" y="295655"/>
                </a:lnTo>
                <a:lnTo>
                  <a:pt x="234434" y="293131"/>
                </a:lnTo>
                <a:lnTo>
                  <a:pt x="224599" y="285749"/>
                </a:lnTo>
                <a:lnTo>
                  <a:pt x="219051" y="273796"/>
                </a:lnTo>
                <a:lnTo>
                  <a:pt x="217932" y="257555"/>
                </a:lnTo>
                <a:lnTo>
                  <a:pt x="217932" y="35051"/>
                </a:lnTo>
                <a:lnTo>
                  <a:pt x="144780" y="35051"/>
                </a:lnTo>
                <a:lnTo>
                  <a:pt x="143637" y="88391"/>
                </a:lnTo>
                <a:lnTo>
                  <a:pt x="140208" y="137159"/>
                </a:lnTo>
                <a:lnTo>
                  <a:pt x="133540" y="182879"/>
                </a:lnTo>
                <a:lnTo>
                  <a:pt x="118872" y="228599"/>
                </a:lnTo>
                <a:lnTo>
                  <a:pt x="93916" y="274320"/>
                </a:lnTo>
                <a:lnTo>
                  <a:pt x="56388" y="320039"/>
                </a:lnTo>
                <a:lnTo>
                  <a:pt x="50292" y="315467"/>
                </a:lnTo>
                <a:lnTo>
                  <a:pt x="66270" y="291798"/>
                </a:lnTo>
                <a:lnTo>
                  <a:pt x="79819" y="268985"/>
                </a:lnTo>
                <a:lnTo>
                  <a:pt x="99060" y="227075"/>
                </a:lnTo>
                <a:lnTo>
                  <a:pt x="110299" y="184784"/>
                </a:lnTo>
                <a:lnTo>
                  <a:pt x="117824" y="116490"/>
                </a:lnTo>
                <a:lnTo>
                  <a:pt x="120110" y="63912"/>
                </a:lnTo>
                <a:lnTo>
                  <a:pt x="120396" y="35051"/>
                </a:lnTo>
                <a:lnTo>
                  <a:pt x="35052" y="35051"/>
                </a:lnTo>
                <a:lnTo>
                  <a:pt x="35052" y="355091"/>
                </a:lnTo>
                <a:lnTo>
                  <a:pt x="310896" y="355091"/>
                </a:lnTo>
                <a:lnTo>
                  <a:pt x="336804" y="329184"/>
                </a:lnTo>
                <a:lnTo>
                  <a:pt x="373380" y="365760"/>
                </a:lnTo>
                <a:lnTo>
                  <a:pt x="36576" y="365760"/>
                </a:lnTo>
                <a:lnTo>
                  <a:pt x="24384" y="38099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" name="object 19"/>
          <p:cNvSpPr/>
          <p:nvPr/>
        </p:nvSpPr>
        <p:spPr>
          <a:xfrm>
            <a:off x="8799576" y="2382011"/>
            <a:ext cx="410209" cy="382905"/>
          </a:xfrm>
          <a:custGeom>
            <a:avLst/>
            <a:gdLst/>
            <a:ahLst/>
            <a:cxnLst/>
            <a:rect l="l" t="t" r="r" b="b"/>
            <a:pathLst>
              <a:path w="410209" h="382905">
                <a:moveTo>
                  <a:pt x="242316" y="36576"/>
                </a:moveTo>
                <a:lnTo>
                  <a:pt x="227076" y="19812"/>
                </a:lnTo>
                <a:lnTo>
                  <a:pt x="348996" y="19812"/>
                </a:lnTo>
                <a:lnTo>
                  <a:pt x="361188" y="4572"/>
                </a:lnTo>
                <a:lnTo>
                  <a:pt x="387096" y="25908"/>
                </a:lnTo>
                <a:lnTo>
                  <a:pt x="381870" y="30480"/>
                </a:lnTo>
                <a:lnTo>
                  <a:pt x="283464" y="30480"/>
                </a:lnTo>
                <a:lnTo>
                  <a:pt x="272962" y="30789"/>
                </a:lnTo>
                <a:lnTo>
                  <a:pt x="262318" y="31813"/>
                </a:lnTo>
                <a:lnTo>
                  <a:pt x="251960" y="33694"/>
                </a:lnTo>
                <a:lnTo>
                  <a:pt x="242316" y="36576"/>
                </a:lnTo>
                <a:close/>
              </a:path>
              <a:path w="410209" h="382905">
                <a:moveTo>
                  <a:pt x="375553" y="144780"/>
                </a:moveTo>
                <a:lnTo>
                  <a:pt x="352044" y="144780"/>
                </a:lnTo>
                <a:lnTo>
                  <a:pt x="352044" y="30480"/>
                </a:lnTo>
                <a:lnTo>
                  <a:pt x="381870" y="30480"/>
                </a:lnTo>
                <a:lnTo>
                  <a:pt x="374904" y="36576"/>
                </a:lnTo>
                <a:lnTo>
                  <a:pt x="374927" y="78295"/>
                </a:lnTo>
                <a:lnTo>
                  <a:pt x="375094" y="114300"/>
                </a:lnTo>
                <a:lnTo>
                  <a:pt x="375553" y="144780"/>
                </a:lnTo>
                <a:close/>
              </a:path>
              <a:path w="410209" h="382905">
                <a:moveTo>
                  <a:pt x="368808" y="364236"/>
                </a:moveTo>
                <a:lnTo>
                  <a:pt x="278892" y="364236"/>
                </a:lnTo>
                <a:lnTo>
                  <a:pt x="259127" y="363378"/>
                </a:lnTo>
                <a:lnTo>
                  <a:pt x="245364" y="356235"/>
                </a:lnTo>
                <a:lnTo>
                  <a:pt x="237315" y="342804"/>
                </a:lnTo>
                <a:lnTo>
                  <a:pt x="234696" y="323088"/>
                </a:lnTo>
                <a:lnTo>
                  <a:pt x="234672" y="253626"/>
                </a:lnTo>
                <a:lnTo>
                  <a:pt x="234505" y="198310"/>
                </a:lnTo>
                <a:lnTo>
                  <a:pt x="234053" y="156995"/>
                </a:lnTo>
                <a:lnTo>
                  <a:pt x="233172" y="129540"/>
                </a:lnTo>
                <a:lnTo>
                  <a:pt x="257556" y="144780"/>
                </a:lnTo>
                <a:lnTo>
                  <a:pt x="375553" y="144780"/>
                </a:lnTo>
                <a:lnTo>
                  <a:pt x="375936" y="155448"/>
                </a:lnTo>
                <a:lnTo>
                  <a:pt x="257556" y="155448"/>
                </a:lnTo>
                <a:lnTo>
                  <a:pt x="257556" y="315468"/>
                </a:lnTo>
                <a:lnTo>
                  <a:pt x="259270" y="329231"/>
                </a:lnTo>
                <a:lnTo>
                  <a:pt x="264414" y="338709"/>
                </a:lnTo>
                <a:lnTo>
                  <a:pt x="272986" y="344185"/>
                </a:lnTo>
                <a:lnTo>
                  <a:pt x="284988" y="345948"/>
                </a:lnTo>
                <a:lnTo>
                  <a:pt x="405949" y="345948"/>
                </a:lnTo>
                <a:lnTo>
                  <a:pt x="402240" y="351591"/>
                </a:lnTo>
                <a:lnTo>
                  <a:pt x="392811" y="359473"/>
                </a:lnTo>
                <a:lnTo>
                  <a:pt x="381666" y="363640"/>
                </a:lnTo>
                <a:lnTo>
                  <a:pt x="368808" y="364236"/>
                </a:lnTo>
                <a:close/>
              </a:path>
              <a:path w="410209" h="382905">
                <a:moveTo>
                  <a:pt x="352044" y="179832"/>
                </a:moveTo>
                <a:lnTo>
                  <a:pt x="352044" y="155448"/>
                </a:lnTo>
                <a:lnTo>
                  <a:pt x="375936" y="155448"/>
                </a:lnTo>
                <a:lnTo>
                  <a:pt x="376428" y="169164"/>
                </a:lnTo>
                <a:lnTo>
                  <a:pt x="352044" y="179832"/>
                </a:lnTo>
                <a:close/>
              </a:path>
              <a:path w="410209" h="382905">
                <a:moveTo>
                  <a:pt x="405949" y="345948"/>
                </a:moveTo>
                <a:lnTo>
                  <a:pt x="355092" y="345948"/>
                </a:lnTo>
                <a:lnTo>
                  <a:pt x="361378" y="344805"/>
                </a:lnTo>
                <a:lnTo>
                  <a:pt x="366522" y="341376"/>
                </a:lnTo>
                <a:lnTo>
                  <a:pt x="375666" y="302895"/>
                </a:lnTo>
                <a:lnTo>
                  <a:pt x="377952" y="262128"/>
                </a:lnTo>
                <a:lnTo>
                  <a:pt x="387096" y="262128"/>
                </a:lnTo>
                <a:lnTo>
                  <a:pt x="388381" y="306705"/>
                </a:lnTo>
                <a:lnTo>
                  <a:pt x="409956" y="339852"/>
                </a:lnTo>
                <a:lnTo>
                  <a:pt x="405949" y="345948"/>
                </a:lnTo>
                <a:close/>
              </a:path>
              <a:path w="410209" h="382905">
                <a:moveTo>
                  <a:pt x="16764" y="36576"/>
                </a:moveTo>
                <a:lnTo>
                  <a:pt x="0" y="19812"/>
                </a:lnTo>
                <a:lnTo>
                  <a:pt x="176784" y="19812"/>
                </a:lnTo>
                <a:lnTo>
                  <a:pt x="196596" y="0"/>
                </a:lnTo>
                <a:lnTo>
                  <a:pt x="225552" y="30480"/>
                </a:lnTo>
                <a:lnTo>
                  <a:pt x="57912" y="30480"/>
                </a:lnTo>
                <a:lnTo>
                  <a:pt x="46767" y="30789"/>
                </a:lnTo>
                <a:lnTo>
                  <a:pt x="36195" y="31813"/>
                </a:lnTo>
                <a:lnTo>
                  <a:pt x="26193" y="33694"/>
                </a:lnTo>
                <a:lnTo>
                  <a:pt x="16764" y="36576"/>
                </a:lnTo>
                <a:close/>
              </a:path>
              <a:path w="410209" h="382905">
                <a:moveTo>
                  <a:pt x="102108" y="86868"/>
                </a:moveTo>
                <a:lnTo>
                  <a:pt x="80772" y="86868"/>
                </a:lnTo>
                <a:lnTo>
                  <a:pt x="80772" y="30480"/>
                </a:lnTo>
                <a:lnTo>
                  <a:pt x="102108" y="30480"/>
                </a:lnTo>
                <a:lnTo>
                  <a:pt x="102108" y="86868"/>
                </a:lnTo>
                <a:close/>
              </a:path>
              <a:path w="410209" h="382905">
                <a:moveTo>
                  <a:pt x="146304" y="86868"/>
                </a:moveTo>
                <a:lnTo>
                  <a:pt x="124968" y="86868"/>
                </a:lnTo>
                <a:lnTo>
                  <a:pt x="124968" y="30480"/>
                </a:lnTo>
                <a:lnTo>
                  <a:pt x="146304" y="30480"/>
                </a:lnTo>
                <a:lnTo>
                  <a:pt x="146304" y="86868"/>
                </a:lnTo>
                <a:close/>
              </a:path>
              <a:path w="410209" h="382905">
                <a:moveTo>
                  <a:pt x="205086" y="86868"/>
                </a:moveTo>
                <a:lnTo>
                  <a:pt x="173736" y="86868"/>
                </a:lnTo>
                <a:lnTo>
                  <a:pt x="185928" y="70104"/>
                </a:lnTo>
                <a:lnTo>
                  <a:pt x="205086" y="86868"/>
                </a:lnTo>
                <a:close/>
              </a:path>
              <a:path w="410209" h="382905">
                <a:moveTo>
                  <a:pt x="25908" y="382524"/>
                </a:moveTo>
                <a:lnTo>
                  <a:pt x="28003" y="316992"/>
                </a:lnTo>
                <a:lnTo>
                  <a:pt x="28694" y="275796"/>
                </a:lnTo>
                <a:lnTo>
                  <a:pt x="28938" y="225552"/>
                </a:lnTo>
                <a:lnTo>
                  <a:pt x="28694" y="181998"/>
                </a:lnTo>
                <a:lnTo>
                  <a:pt x="27971" y="139184"/>
                </a:lnTo>
                <a:lnTo>
                  <a:pt x="26973" y="102108"/>
                </a:lnTo>
                <a:lnTo>
                  <a:pt x="25908" y="71628"/>
                </a:lnTo>
                <a:lnTo>
                  <a:pt x="50291" y="86868"/>
                </a:lnTo>
                <a:lnTo>
                  <a:pt x="205086" y="86868"/>
                </a:lnTo>
                <a:lnTo>
                  <a:pt x="210312" y="91440"/>
                </a:lnTo>
                <a:lnTo>
                  <a:pt x="205086" y="96012"/>
                </a:lnTo>
                <a:lnTo>
                  <a:pt x="50291" y="96012"/>
                </a:lnTo>
                <a:lnTo>
                  <a:pt x="50291" y="214883"/>
                </a:lnTo>
                <a:lnTo>
                  <a:pt x="61520" y="214883"/>
                </a:lnTo>
                <a:lnTo>
                  <a:pt x="50291" y="225552"/>
                </a:lnTo>
                <a:lnTo>
                  <a:pt x="50291" y="249936"/>
                </a:lnTo>
                <a:lnTo>
                  <a:pt x="198797" y="249936"/>
                </a:lnTo>
                <a:lnTo>
                  <a:pt x="198934" y="260604"/>
                </a:lnTo>
                <a:lnTo>
                  <a:pt x="50291" y="260604"/>
                </a:lnTo>
                <a:lnTo>
                  <a:pt x="50291" y="326136"/>
                </a:lnTo>
                <a:lnTo>
                  <a:pt x="199983" y="326136"/>
                </a:lnTo>
                <a:lnTo>
                  <a:pt x="200203" y="336804"/>
                </a:lnTo>
                <a:lnTo>
                  <a:pt x="50291" y="336804"/>
                </a:lnTo>
                <a:lnTo>
                  <a:pt x="50291" y="373380"/>
                </a:lnTo>
                <a:lnTo>
                  <a:pt x="25908" y="382524"/>
                </a:lnTo>
                <a:close/>
              </a:path>
              <a:path w="410209" h="382905">
                <a:moveTo>
                  <a:pt x="61520" y="214883"/>
                </a:moveTo>
                <a:lnTo>
                  <a:pt x="50291" y="214883"/>
                </a:lnTo>
                <a:lnTo>
                  <a:pt x="63412" y="194595"/>
                </a:lnTo>
                <a:lnTo>
                  <a:pt x="72961" y="168021"/>
                </a:lnTo>
                <a:lnTo>
                  <a:pt x="78795" y="135159"/>
                </a:lnTo>
                <a:lnTo>
                  <a:pt x="80772" y="96012"/>
                </a:lnTo>
                <a:lnTo>
                  <a:pt x="102108" y="96012"/>
                </a:lnTo>
                <a:lnTo>
                  <a:pt x="98940" y="139184"/>
                </a:lnTo>
                <a:lnTo>
                  <a:pt x="89344" y="175069"/>
                </a:lnTo>
                <a:lnTo>
                  <a:pt x="73175" y="203811"/>
                </a:lnTo>
                <a:lnTo>
                  <a:pt x="61520" y="214883"/>
                </a:lnTo>
                <a:close/>
              </a:path>
              <a:path w="410209" h="382905">
                <a:moveTo>
                  <a:pt x="198797" y="249936"/>
                </a:moveTo>
                <a:lnTo>
                  <a:pt x="176784" y="249936"/>
                </a:lnTo>
                <a:lnTo>
                  <a:pt x="176784" y="211836"/>
                </a:lnTo>
                <a:lnTo>
                  <a:pt x="152400" y="211836"/>
                </a:lnTo>
                <a:lnTo>
                  <a:pt x="139755" y="210145"/>
                </a:lnTo>
                <a:lnTo>
                  <a:pt x="131254" y="205168"/>
                </a:lnTo>
                <a:lnTo>
                  <a:pt x="126468" y="197048"/>
                </a:lnTo>
                <a:lnTo>
                  <a:pt x="124968" y="185928"/>
                </a:lnTo>
                <a:lnTo>
                  <a:pt x="124968" y="96012"/>
                </a:lnTo>
                <a:lnTo>
                  <a:pt x="146304" y="96012"/>
                </a:lnTo>
                <a:lnTo>
                  <a:pt x="146304" y="187452"/>
                </a:lnTo>
                <a:lnTo>
                  <a:pt x="150876" y="192024"/>
                </a:lnTo>
                <a:lnTo>
                  <a:pt x="198370" y="192024"/>
                </a:lnTo>
                <a:lnTo>
                  <a:pt x="198754" y="246583"/>
                </a:lnTo>
                <a:lnTo>
                  <a:pt x="198797" y="249936"/>
                </a:lnTo>
                <a:close/>
              </a:path>
              <a:path w="410209" h="382905">
                <a:moveTo>
                  <a:pt x="198370" y="192024"/>
                </a:moveTo>
                <a:lnTo>
                  <a:pt x="176784" y="192024"/>
                </a:lnTo>
                <a:lnTo>
                  <a:pt x="176784" y="96012"/>
                </a:lnTo>
                <a:lnTo>
                  <a:pt x="205086" y="96012"/>
                </a:lnTo>
                <a:lnTo>
                  <a:pt x="198120" y="102108"/>
                </a:lnTo>
                <a:lnTo>
                  <a:pt x="198327" y="185928"/>
                </a:lnTo>
                <a:lnTo>
                  <a:pt x="198370" y="192024"/>
                </a:lnTo>
                <a:close/>
              </a:path>
              <a:path w="410209" h="382905">
                <a:moveTo>
                  <a:pt x="199983" y="326136"/>
                </a:moveTo>
                <a:lnTo>
                  <a:pt x="176784" y="326136"/>
                </a:lnTo>
                <a:lnTo>
                  <a:pt x="176784" y="260604"/>
                </a:lnTo>
                <a:lnTo>
                  <a:pt x="198934" y="260604"/>
                </a:lnTo>
                <a:lnTo>
                  <a:pt x="199436" y="299618"/>
                </a:lnTo>
                <a:lnTo>
                  <a:pt x="199983" y="326136"/>
                </a:lnTo>
                <a:close/>
              </a:path>
              <a:path w="410209" h="382905">
                <a:moveTo>
                  <a:pt x="176784" y="379476"/>
                </a:moveTo>
                <a:lnTo>
                  <a:pt x="176784" y="336804"/>
                </a:lnTo>
                <a:lnTo>
                  <a:pt x="200203" y="336804"/>
                </a:lnTo>
                <a:lnTo>
                  <a:pt x="200265" y="339852"/>
                </a:lnTo>
                <a:lnTo>
                  <a:pt x="201168" y="367284"/>
                </a:lnTo>
                <a:lnTo>
                  <a:pt x="176784" y="37947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" name="object 20"/>
          <p:cNvSpPr/>
          <p:nvPr/>
        </p:nvSpPr>
        <p:spPr>
          <a:xfrm>
            <a:off x="9293352" y="2407729"/>
            <a:ext cx="148590" cy="294640"/>
          </a:xfrm>
          <a:custGeom>
            <a:avLst/>
            <a:gdLst/>
            <a:ahLst/>
            <a:cxnLst/>
            <a:rect l="l" t="t" r="r" b="b"/>
            <a:pathLst>
              <a:path w="148590" h="294639">
                <a:moveTo>
                  <a:pt x="25908" y="88582"/>
                </a:moveTo>
                <a:lnTo>
                  <a:pt x="13716" y="88582"/>
                </a:lnTo>
                <a:lnTo>
                  <a:pt x="9144" y="85534"/>
                </a:lnTo>
                <a:lnTo>
                  <a:pt x="4572" y="80962"/>
                </a:lnTo>
                <a:lnTo>
                  <a:pt x="0" y="74866"/>
                </a:lnTo>
                <a:lnTo>
                  <a:pt x="0" y="67246"/>
                </a:lnTo>
                <a:lnTo>
                  <a:pt x="12668" y="31289"/>
                </a:lnTo>
                <a:lnTo>
                  <a:pt x="47244" y="4833"/>
                </a:lnTo>
                <a:lnTo>
                  <a:pt x="76009" y="0"/>
                </a:lnTo>
                <a:lnTo>
                  <a:pt x="85320" y="214"/>
                </a:lnTo>
                <a:lnTo>
                  <a:pt x="94488" y="1714"/>
                </a:lnTo>
                <a:lnTo>
                  <a:pt x="103870" y="3976"/>
                </a:lnTo>
                <a:lnTo>
                  <a:pt x="113538" y="8382"/>
                </a:lnTo>
                <a:lnTo>
                  <a:pt x="117275" y="10858"/>
                </a:lnTo>
                <a:lnTo>
                  <a:pt x="73152" y="10858"/>
                </a:lnTo>
                <a:lnTo>
                  <a:pt x="63174" y="11715"/>
                </a:lnTo>
                <a:lnTo>
                  <a:pt x="28956" y="32194"/>
                </a:lnTo>
                <a:lnTo>
                  <a:pt x="22860" y="44386"/>
                </a:lnTo>
                <a:lnTo>
                  <a:pt x="21336" y="48958"/>
                </a:lnTo>
                <a:lnTo>
                  <a:pt x="24384" y="53530"/>
                </a:lnTo>
                <a:lnTo>
                  <a:pt x="30480" y="55054"/>
                </a:lnTo>
                <a:lnTo>
                  <a:pt x="35052" y="58102"/>
                </a:lnTo>
                <a:lnTo>
                  <a:pt x="36576" y="62674"/>
                </a:lnTo>
                <a:lnTo>
                  <a:pt x="36576" y="74866"/>
                </a:lnTo>
                <a:lnTo>
                  <a:pt x="35052" y="79438"/>
                </a:lnTo>
                <a:lnTo>
                  <a:pt x="32004" y="82486"/>
                </a:lnTo>
                <a:lnTo>
                  <a:pt x="28956" y="87058"/>
                </a:lnTo>
                <a:lnTo>
                  <a:pt x="25908" y="88582"/>
                </a:lnTo>
                <a:close/>
              </a:path>
              <a:path w="148590" h="294639">
                <a:moveTo>
                  <a:pt x="74676" y="210502"/>
                </a:moveTo>
                <a:lnTo>
                  <a:pt x="69556" y="206763"/>
                </a:lnTo>
                <a:lnTo>
                  <a:pt x="65722" y="200025"/>
                </a:lnTo>
                <a:lnTo>
                  <a:pt x="63317" y="190142"/>
                </a:lnTo>
                <a:lnTo>
                  <a:pt x="62484" y="176974"/>
                </a:lnTo>
                <a:lnTo>
                  <a:pt x="64174" y="162115"/>
                </a:lnTo>
                <a:lnTo>
                  <a:pt x="69151" y="147256"/>
                </a:lnTo>
                <a:lnTo>
                  <a:pt x="77271" y="132397"/>
                </a:lnTo>
                <a:lnTo>
                  <a:pt x="88392" y="117538"/>
                </a:lnTo>
                <a:lnTo>
                  <a:pt x="99560" y="103489"/>
                </a:lnTo>
                <a:lnTo>
                  <a:pt x="108013" y="90868"/>
                </a:lnTo>
                <a:lnTo>
                  <a:pt x="113895" y="79390"/>
                </a:lnTo>
                <a:lnTo>
                  <a:pt x="117348" y="68770"/>
                </a:lnTo>
                <a:lnTo>
                  <a:pt x="117609" y="59388"/>
                </a:lnTo>
                <a:lnTo>
                  <a:pt x="116014" y="49720"/>
                </a:lnTo>
                <a:lnTo>
                  <a:pt x="91059" y="15621"/>
                </a:lnTo>
                <a:lnTo>
                  <a:pt x="73152" y="10858"/>
                </a:lnTo>
                <a:lnTo>
                  <a:pt x="117275" y="10858"/>
                </a:lnTo>
                <a:lnTo>
                  <a:pt x="145923" y="43624"/>
                </a:lnTo>
                <a:lnTo>
                  <a:pt x="148326" y="55054"/>
                </a:lnTo>
                <a:lnTo>
                  <a:pt x="148269" y="59388"/>
                </a:lnTo>
                <a:lnTo>
                  <a:pt x="137731" y="96964"/>
                </a:lnTo>
                <a:lnTo>
                  <a:pt x="112776" y="125158"/>
                </a:lnTo>
                <a:lnTo>
                  <a:pt x="98464" y="141493"/>
                </a:lnTo>
                <a:lnTo>
                  <a:pt x="87439" y="160972"/>
                </a:lnTo>
                <a:lnTo>
                  <a:pt x="79557" y="183880"/>
                </a:lnTo>
                <a:lnTo>
                  <a:pt x="74676" y="210502"/>
                </a:lnTo>
                <a:close/>
              </a:path>
              <a:path w="148590" h="294639">
                <a:moveTo>
                  <a:pt x="76200" y="294322"/>
                </a:moveTo>
                <a:lnTo>
                  <a:pt x="67056" y="294322"/>
                </a:lnTo>
                <a:lnTo>
                  <a:pt x="54864" y="288226"/>
                </a:lnTo>
                <a:lnTo>
                  <a:pt x="42386" y="256817"/>
                </a:lnTo>
                <a:lnTo>
                  <a:pt x="43815" y="249555"/>
                </a:lnTo>
                <a:lnTo>
                  <a:pt x="46958" y="243720"/>
                </a:lnTo>
                <a:lnTo>
                  <a:pt x="51816" y="239458"/>
                </a:lnTo>
                <a:lnTo>
                  <a:pt x="60960" y="234886"/>
                </a:lnTo>
                <a:lnTo>
                  <a:pt x="67056" y="233362"/>
                </a:lnTo>
                <a:lnTo>
                  <a:pt x="76200" y="233362"/>
                </a:lnTo>
                <a:lnTo>
                  <a:pt x="102108" y="262318"/>
                </a:lnTo>
                <a:lnTo>
                  <a:pt x="101512" y="270629"/>
                </a:lnTo>
                <a:lnTo>
                  <a:pt x="99631" y="277368"/>
                </a:lnTo>
                <a:lnTo>
                  <a:pt x="96321" y="282678"/>
                </a:lnTo>
                <a:lnTo>
                  <a:pt x="91440" y="286702"/>
                </a:lnTo>
                <a:lnTo>
                  <a:pt x="76200" y="29432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" name="object 21"/>
          <p:cNvSpPr/>
          <p:nvPr/>
        </p:nvSpPr>
        <p:spPr>
          <a:xfrm>
            <a:off x="1751075" y="3855720"/>
            <a:ext cx="155575" cy="155575"/>
          </a:xfrm>
          <a:custGeom>
            <a:avLst/>
            <a:gdLst/>
            <a:ahLst/>
            <a:cxnLst/>
            <a:rect l="l" t="t" r="r" b="b"/>
            <a:pathLst>
              <a:path w="155575" h="155575">
                <a:moveTo>
                  <a:pt x="155448" y="155448"/>
                </a:moveTo>
                <a:lnTo>
                  <a:pt x="0" y="155448"/>
                </a:lnTo>
                <a:lnTo>
                  <a:pt x="0" y="0"/>
                </a:lnTo>
                <a:lnTo>
                  <a:pt x="155448" y="0"/>
                </a:lnTo>
                <a:lnTo>
                  <a:pt x="155448" y="155448"/>
                </a:lnTo>
                <a:close/>
              </a:path>
            </a:pathLst>
          </a:custGeom>
          <a:solidFill>
            <a:srgbClr val="3333C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" name="object 22"/>
          <p:cNvSpPr/>
          <p:nvPr/>
        </p:nvSpPr>
        <p:spPr>
          <a:xfrm>
            <a:off x="2125980" y="3662171"/>
            <a:ext cx="841375" cy="411480"/>
          </a:xfrm>
          <a:custGeom>
            <a:avLst/>
            <a:gdLst/>
            <a:ahLst/>
            <a:cxnLst/>
            <a:rect l="l" t="t" r="r" b="b"/>
            <a:pathLst>
              <a:path w="841375" h="411479">
                <a:moveTo>
                  <a:pt x="156959" y="330708"/>
                </a:moveTo>
                <a:lnTo>
                  <a:pt x="155435" y="321564"/>
                </a:lnTo>
                <a:lnTo>
                  <a:pt x="99123" y="336448"/>
                </a:lnTo>
                <a:lnTo>
                  <a:pt x="55803" y="346900"/>
                </a:lnTo>
                <a:lnTo>
                  <a:pt x="25349" y="353072"/>
                </a:lnTo>
                <a:lnTo>
                  <a:pt x="7607" y="355092"/>
                </a:lnTo>
                <a:lnTo>
                  <a:pt x="25895" y="390144"/>
                </a:lnTo>
                <a:lnTo>
                  <a:pt x="38455" y="380428"/>
                </a:lnTo>
                <a:lnTo>
                  <a:pt x="64566" y="367284"/>
                </a:lnTo>
                <a:lnTo>
                  <a:pt x="104127" y="350710"/>
                </a:lnTo>
                <a:lnTo>
                  <a:pt x="156959" y="330708"/>
                </a:lnTo>
                <a:close/>
              </a:path>
              <a:path w="841375" h="411479">
                <a:moveTo>
                  <a:pt x="166103" y="115824"/>
                </a:moveTo>
                <a:lnTo>
                  <a:pt x="135623" y="92964"/>
                </a:lnTo>
                <a:lnTo>
                  <a:pt x="127609" y="109855"/>
                </a:lnTo>
                <a:lnTo>
                  <a:pt x="119430" y="126301"/>
                </a:lnTo>
                <a:lnTo>
                  <a:pt x="110985" y="142481"/>
                </a:lnTo>
                <a:lnTo>
                  <a:pt x="102095" y="158496"/>
                </a:lnTo>
                <a:lnTo>
                  <a:pt x="24371" y="161544"/>
                </a:lnTo>
                <a:lnTo>
                  <a:pt x="41732" y="135521"/>
                </a:lnTo>
                <a:lnTo>
                  <a:pt x="59232" y="107632"/>
                </a:lnTo>
                <a:lnTo>
                  <a:pt x="76454" y="77749"/>
                </a:lnTo>
                <a:lnTo>
                  <a:pt x="92951" y="45720"/>
                </a:lnTo>
                <a:lnTo>
                  <a:pt x="108191" y="35052"/>
                </a:lnTo>
                <a:lnTo>
                  <a:pt x="74676" y="12192"/>
                </a:lnTo>
                <a:lnTo>
                  <a:pt x="68122" y="37109"/>
                </a:lnTo>
                <a:lnTo>
                  <a:pt x="59994" y="61722"/>
                </a:lnTo>
                <a:lnTo>
                  <a:pt x="39624" y="111252"/>
                </a:lnTo>
                <a:lnTo>
                  <a:pt x="16941" y="147637"/>
                </a:lnTo>
                <a:lnTo>
                  <a:pt x="0" y="160020"/>
                </a:lnTo>
                <a:lnTo>
                  <a:pt x="15227" y="192024"/>
                </a:lnTo>
                <a:lnTo>
                  <a:pt x="27825" y="185458"/>
                </a:lnTo>
                <a:lnTo>
                  <a:pt x="45135" y="179451"/>
                </a:lnTo>
                <a:lnTo>
                  <a:pt x="67310" y="174028"/>
                </a:lnTo>
                <a:lnTo>
                  <a:pt x="94488" y="169164"/>
                </a:lnTo>
                <a:lnTo>
                  <a:pt x="75603" y="196291"/>
                </a:lnTo>
                <a:lnTo>
                  <a:pt x="59994" y="218122"/>
                </a:lnTo>
                <a:lnTo>
                  <a:pt x="47548" y="234530"/>
                </a:lnTo>
                <a:lnTo>
                  <a:pt x="38100" y="245364"/>
                </a:lnTo>
                <a:lnTo>
                  <a:pt x="31254" y="253390"/>
                </a:lnTo>
                <a:lnTo>
                  <a:pt x="24561" y="259270"/>
                </a:lnTo>
                <a:lnTo>
                  <a:pt x="18161" y="263156"/>
                </a:lnTo>
                <a:lnTo>
                  <a:pt x="12179" y="265176"/>
                </a:lnTo>
                <a:lnTo>
                  <a:pt x="28943" y="298704"/>
                </a:lnTo>
                <a:lnTo>
                  <a:pt x="66662" y="281559"/>
                </a:lnTo>
                <a:lnTo>
                  <a:pt x="119049" y="266319"/>
                </a:lnTo>
                <a:lnTo>
                  <a:pt x="150863" y="259080"/>
                </a:lnTo>
                <a:lnTo>
                  <a:pt x="150863" y="252984"/>
                </a:lnTo>
                <a:lnTo>
                  <a:pt x="39624" y="265176"/>
                </a:lnTo>
                <a:lnTo>
                  <a:pt x="70497" y="229108"/>
                </a:lnTo>
                <a:lnTo>
                  <a:pt x="99237" y="193738"/>
                </a:lnTo>
                <a:lnTo>
                  <a:pt x="117983" y="169164"/>
                </a:lnTo>
                <a:lnTo>
                  <a:pt x="123786" y="161544"/>
                </a:lnTo>
                <a:lnTo>
                  <a:pt x="125984" y="158673"/>
                </a:lnTo>
                <a:lnTo>
                  <a:pt x="150863" y="123444"/>
                </a:lnTo>
                <a:lnTo>
                  <a:pt x="166103" y="115824"/>
                </a:lnTo>
                <a:close/>
              </a:path>
              <a:path w="841375" h="411479">
                <a:moveTo>
                  <a:pt x="335280" y="190500"/>
                </a:moveTo>
                <a:lnTo>
                  <a:pt x="307848" y="158496"/>
                </a:lnTo>
                <a:lnTo>
                  <a:pt x="289560" y="179832"/>
                </a:lnTo>
                <a:lnTo>
                  <a:pt x="181343" y="179832"/>
                </a:lnTo>
                <a:lnTo>
                  <a:pt x="198107" y="195072"/>
                </a:lnTo>
                <a:lnTo>
                  <a:pt x="206971" y="193078"/>
                </a:lnTo>
                <a:lnTo>
                  <a:pt x="215252" y="191643"/>
                </a:lnTo>
                <a:lnTo>
                  <a:pt x="222973" y="190792"/>
                </a:lnTo>
                <a:lnTo>
                  <a:pt x="230111" y="190500"/>
                </a:lnTo>
                <a:lnTo>
                  <a:pt x="335280" y="190500"/>
                </a:lnTo>
                <a:close/>
              </a:path>
              <a:path w="841375" h="411479">
                <a:moveTo>
                  <a:pt x="353568" y="257556"/>
                </a:moveTo>
                <a:lnTo>
                  <a:pt x="347472" y="251460"/>
                </a:lnTo>
                <a:lnTo>
                  <a:pt x="329184" y="233172"/>
                </a:lnTo>
                <a:lnTo>
                  <a:pt x="315468" y="248145"/>
                </a:lnTo>
                <a:lnTo>
                  <a:pt x="315468" y="260604"/>
                </a:lnTo>
                <a:lnTo>
                  <a:pt x="315468" y="359664"/>
                </a:lnTo>
                <a:lnTo>
                  <a:pt x="195059" y="359664"/>
                </a:lnTo>
                <a:lnTo>
                  <a:pt x="195059" y="260604"/>
                </a:lnTo>
                <a:lnTo>
                  <a:pt x="315468" y="260604"/>
                </a:lnTo>
                <a:lnTo>
                  <a:pt x="315468" y="248145"/>
                </a:lnTo>
                <a:lnTo>
                  <a:pt x="312420" y="251460"/>
                </a:lnTo>
                <a:lnTo>
                  <a:pt x="195059" y="251460"/>
                </a:lnTo>
                <a:lnTo>
                  <a:pt x="172199" y="236220"/>
                </a:lnTo>
                <a:lnTo>
                  <a:pt x="172389" y="253390"/>
                </a:lnTo>
                <a:lnTo>
                  <a:pt x="172504" y="260604"/>
                </a:lnTo>
                <a:lnTo>
                  <a:pt x="173494" y="301371"/>
                </a:lnTo>
                <a:lnTo>
                  <a:pt x="173710" y="321564"/>
                </a:lnTo>
                <a:lnTo>
                  <a:pt x="173583" y="336448"/>
                </a:lnTo>
                <a:lnTo>
                  <a:pt x="173456" y="346900"/>
                </a:lnTo>
                <a:lnTo>
                  <a:pt x="172440" y="389750"/>
                </a:lnTo>
                <a:lnTo>
                  <a:pt x="172199" y="411480"/>
                </a:lnTo>
                <a:lnTo>
                  <a:pt x="195059" y="400812"/>
                </a:lnTo>
                <a:lnTo>
                  <a:pt x="195059" y="370332"/>
                </a:lnTo>
                <a:lnTo>
                  <a:pt x="315468" y="370332"/>
                </a:lnTo>
                <a:lnTo>
                  <a:pt x="315468" y="406908"/>
                </a:lnTo>
                <a:lnTo>
                  <a:pt x="339852" y="394716"/>
                </a:lnTo>
                <a:lnTo>
                  <a:pt x="338963" y="383603"/>
                </a:lnTo>
                <a:lnTo>
                  <a:pt x="338518" y="373189"/>
                </a:lnTo>
                <a:lnTo>
                  <a:pt x="338467" y="370332"/>
                </a:lnTo>
                <a:lnTo>
                  <a:pt x="338404" y="367284"/>
                </a:lnTo>
                <a:lnTo>
                  <a:pt x="338340" y="359664"/>
                </a:lnTo>
                <a:lnTo>
                  <a:pt x="338328" y="268224"/>
                </a:lnTo>
                <a:lnTo>
                  <a:pt x="349211" y="260604"/>
                </a:lnTo>
                <a:lnTo>
                  <a:pt x="353568" y="257556"/>
                </a:lnTo>
                <a:close/>
              </a:path>
              <a:path w="841375" h="411479">
                <a:moveTo>
                  <a:pt x="408432" y="166116"/>
                </a:moveTo>
                <a:lnTo>
                  <a:pt x="360616" y="143256"/>
                </a:lnTo>
                <a:lnTo>
                  <a:pt x="323088" y="115824"/>
                </a:lnTo>
                <a:lnTo>
                  <a:pt x="289941" y="79438"/>
                </a:lnTo>
                <a:lnTo>
                  <a:pt x="264401" y="39624"/>
                </a:lnTo>
                <a:lnTo>
                  <a:pt x="259067" y="30480"/>
                </a:lnTo>
                <a:lnTo>
                  <a:pt x="274320" y="19812"/>
                </a:lnTo>
                <a:lnTo>
                  <a:pt x="236207" y="0"/>
                </a:lnTo>
                <a:lnTo>
                  <a:pt x="227330" y="33147"/>
                </a:lnTo>
                <a:lnTo>
                  <a:pt x="216585" y="64008"/>
                </a:lnTo>
                <a:lnTo>
                  <a:pt x="188963" y="118872"/>
                </a:lnTo>
                <a:lnTo>
                  <a:pt x="157911" y="165544"/>
                </a:lnTo>
                <a:lnTo>
                  <a:pt x="123431" y="204216"/>
                </a:lnTo>
                <a:lnTo>
                  <a:pt x="126479" y="208788"/>
                </a:lnTo>
                <a:lnTo>
                  <a:pt x="165150" y="175260"/>
                </a:lnTo>
                <a:lnTo>
                  <a:pt x="198107" y="137160"/>
                </a:lnTo>
                <a:lnTo>
                  <a:pt x="227825" y="93535"/>
                </a:lnTo>
                <a:lnTo>
                  <a:pt x="252971" y="39624"/>
                </a:lnTo>
                <a:lnTo>
                  <a:pt x="263512" y="61722"/>
                </a:lnTo>
                <a:lnTo>
                  <a:pt x="287693" y="103060"/>
                </a:lnTo>
                <a:lnTo>
                  <a:pt x="316585" y="139877"/>
                </a:lnTo>
                <a:lnTo>
                  <a:pt x="352539" y="172935"/>
                </a:lnTo>
                <a:lnTo>
                  <a:pt x="373380" y="187452"/>
                </a:lnTo>
                <a:lnTo>
                  <a:pt x="379069" y="180340"/>
                </a:lnTo>
                <a:lnTo>
                  <a:pt x="386905" y="175069"/>
                </a:lnTo>
                <a:lnTo>
                  <a:pt x="396735" y="171818"/>
                </a:lnTo>
                <a:lnTo>
                  <a:pt x="408432" y="170688"/>
                </a:lnTo>
                <a:lnTo>
                  <a:pt x="408432" y="166116"/>
                </a:lnTo>
                <a:close/>
              </a:path>
              <a:path w="841375" h="411479">
                <a:moveTo>
                  <a:pt x="669023" y="44196"/>
                </a:moveTo>
                <a:lnTo>
                  <a:pt x="633310" y="13792"/>
                </a:lnTo>
                <a:lnTo>
                  <a:pt x="618731" y="6096"/>
                </a:lnTo>
                <a:lnTo>
                  <a:pt x="614159" y="9144"/>
                </a:lnTo>
                <a:lnTo>
                  <a:pt x="624471" y="23456"/>
                </a:lnTo>
                <a:lnTo>
                  <a:pt x="632637" y="36766"/>
                </a:lnTo>
                <a:lnTo>
                  <a:pt x="638810" y="49225"/>
                </a:lnTo>
                <a:lnTo>
                  <a:pt x="643115" y="60960"/>
                </a:lnTo>
                <a:lnTo>
                  <a:pt x="643115" y="71628"/>
                </a:lnTo>
                <a:lnTo>
                  <a:pt x="646163" y="76200"/>
                </a:lnTo>
                <a:lnTo>
                  <a:pt x="652259" y="76200"/>
                </a:lnTo>
                <a:lnTo>
                  <a:pt x="655307" y="73152"/>
                </a:lnTo>
                <a:lnTo>
                  <a:pt x="661403" y="68580"/>
                </a:lnTo>
                <a:lnTo>
                  <a:pt x="665975" y="62484"/>
                </a:lnTo>
                <a:lnTo>
                  <a:pt x="669023" y="56388"/>
                </a:lnTo>
                <a:lnTo>
                  <a:pt x="669023" y="44196"/>
                </a:lnTo>
                <a:close/>
              </a:path>
              <a:path w="841375" h="411479">
                <a:moveTo>
                  <a:pt x="833615" y="97536"/>
                </a:moveTo>
                <a:lnTo>
                  <a:pt x="829843" y="92964"/>
                </a:lnTo>
                <a:lnTo>
                  <a:pt x="821029" y="82296"/>
                </a:lnTo>
                <a:lnTo>
                  <a:pt x="804659" y="62484"/>
                </a:lnTo>
                <a:lnTo>
                  <a:pt x="784847" y="82296"/>
                </a:lnTo>
                <a:lnTo>
                  <a:pt x="512051" y="82296"/>
                </a:lnTo>
                <a:lnTo>
                  <a:pt x="512051" y="59436"/>
                </a:lnTo>
                <a:lnTo>
                  <a:pt x="504431" y="59436"/>
                </a:lnTo>
                <a:lnTo>
                  <a:pt x="500418" y="78320"/>
                </a:lnTo>
                <a:lnTo>
                  <a:pt x="495096" y="93916"/>
                </a:lnTo>
                <a:lnTo>
                  <a:pt x="488365" y="106375"/>
                </a:lnTo>
                <a:lnTo>
                  <a:pt x="480047" y="115824"/>
                </a:lnTo>
                <a:lnTo>
                  <a:pt x="470903" y="123444"/>
                </a:lnTo>
                <a:lnTo>
                  <a:pt x="466331" y="129540"/>
                </a:lnTo>
                <a:lnTo>
                  <a:pt x="466331" y="135636"/>
                </a:lnTo>
                <a:lnTo>
                  <a:pt x="469379" y="137160"/>
                </a:lnTo>
                <a:lnTo>
                  <a:pt x="472427" y="140208"/>
                </a:lnTo>
                <a:lnTo>
                  <a:pt x="476999" y="143256"/>
                </a:lnTo>
                <a:lnTo>
                  <a:pt x="481571" y="144780"/>
                </a:lnTo>
                <a:lnTo>
                  <a:pt x="489191" y="144780"/>
                </a:lnTo>
                <a:lnTo>
                  <a:pt x="512343" y="110401"/>
                </a:lnTo>
                <a:lnTo>
                  <a:pt x="512051" y="92964"/>
                </a:lnTo>
                <a:lnTo>
                  <a:pt x="787895" y="92964"/>
                </a:lnTo>
                <a:lnTo>
                  <a:pt x="766559" y="135636"/>
                </a:lnTo>
                <a:lnTo>
                  <a:pt x="771131" y="138684"/>
                </a:lnTo>
                <a:lnTo>
                  <a:pt x="789470" y="120688"/>
                </a:lnTo>
                <a:lnTo>
                  <a:pt x="805802" y="107823"/>
                </a:lnTo>
                <a:lnTo>
                  <a:pt x="820432" y="100114"/>
                </a:lnTo>
                <a:lnTo>
                  <a:pt x="833615" y="97536"/>
                </a:lnTo>
                <a:close/>
              </a:path>
              <a:path w="841375" h="411479">
                <a:moveTo>
                  <a:pt x="841235" y="365760"/>
                </a:moveTo>
                <a:lnTo>
                  <a:pt x="755891" y="370332"/>
                </a:lnTo>
                <a:lnTo>
                  <a:pt x="731888" y="369785"/>
                </a:lnTo>
                <a:lnTo>
                  <a:pt x="707885" y="368236"/>
                </a:lnTo>
                <a:lnTo>
                  <a:pt x="683882" y="365836"/>
                </a:lnTo>
                <a:lnTo>
                  <a:pt x="659879" y="362712"/>
                </a:lnTo>
                <a:lnTo>
                  <a:pt x="659879" y="355092"/>
                </a:lnTo>
                <a:lnTo>
                  <a:pt x="659879" y="271272"/>
                </a:lnTo>
                <a:lnTo>
                  <a:pt x="793991" y="271272"/>
                </a:lnTo>
                <a:lnTo>
                  <a:pt x="782815" y="260604"/>
                </a:lnTo>
                <a:lnTo>
                  <a:pt x="760463" y="239268"/>
                </a:lnTo>
                <a:lnTo>
                  <a:pt x="737603" y="260604"/>
                </a:lnTo>
                <a:lnTo>
                  <a:pt x="659879" y="260604"/>
                </a:lnTo>
                <a:lnTo>
                  <a:pt x="659879" y="175260"/>
                </a:lnTo>
                <a:lnTo>
                  <a:pt x="810755" y="175260"/>
                </a:lnTo>
                <a:lnTo>
                  <a:pt x="775703" y="141732"/>
                </a:lnTo>
                <a:lnTo>
                  <a:pt x="751319" y="166116"/>
                </a:lnTo>
                <a:lnTo>
                  <a:pt x="480047" y="166116"/>
                </a:lnTo>
                <a:lnTo>
                  <a:pt x="496811" y="181356"/>
                </a:lnTo>
                <a:lnTo>
                  <a:pt x="506247" y="179120"/>
                </a:lnTo>
                <a:lnTo>
                  <a:pt x="516242" y="177165"/>
                </a:lnTo>
                <a:lnTo>
                  <a:pt x="526821" y="175793"/>
                </a:lnTo>
                <a:lnTo>
                  <a:pt x="537959" y="175260"/>
                </a:lnTo>
                <a:lnTo>
                  <a:pt x="635495" y="175260"/>
                </a:lnTo>
                <a:lnTo>
                  <a:pt x="635495" y="355092"/>
                </a:lnTo>
                <a:lnTo>
                  <a:pt x="624954" y="350837"/>
                </a:lnTo>
                <a:lnTo>
                  <a:pt x="591299" y="329184"/>
                </a:lnTo>
                <a:lnTo>
                  <a:pt x="561086" y="296608"/>
                </a:lnTo>
                <a:lnTo>
                  <a:pt x="559320" y="294132"/>
                </a:lnTo>
                <a:lnTo>
                  <a:pt x="551675" y="283464"/>
                </a:lnTo>
                <a:lnTo>
                  <a:pt x="553986" y="274916"/>
                </a:lnTo>
                <a:lnTo>
                  <a:pt x="556437" y="265366"/>
                </a:lnTo>
                <a:lnTo>
                  <a:pt x="559181" y="254965"/>
                </a:lnTo>
                <a:lnTo>
                  <a:pt x="562343" y="243840"/>
                </a:lnTo>
                <a:lnTo>
                  <a:pt x="576059" y="231648"/>
                </a:lnTo>
                <a:lnTo>
                  <a:pt x="534911" y="210312"/>
                </a:lnTo>
                <a:lnTo>
                  <a:pt x="529564" y="259829"/>
                </a:lnTo>
                <a:lnTo>
                  <a:pt x="517956" y="308038"/>
                </a:lnTo>
                <a:lnTo>
                  <a:pt x="493763" y="357378"/>
                </a:lnTo>
                <a:lnTo>
                  <a:pt x="468617" y="389382"/>
                </a:lnTo>
                <a:lnTo>
                  <a:pt x="452615" y="405384"/>
                </a:lnTo>
                <a:lnTo>
                  <a:pt x="455663" y="411480"/>
                </a:lnTo>
                <a:lnTo>
                  <a:pt x="489762" y="385000"/>
                </a:lnTo>
                <a:lnTo>
                  <a:pt x="523341" y="346214"/>
                </a:lnTo>
                <a:lnTo>
                  <a:pt x="548627" y="294132"/>
                </a:lnTo>
                <a:lnTo>
                  <a:pt x="560324" y="312470"/>
                </a:lnTo>
                <a:lnTo>
                  <a:pt x="584847" y="343433"/>
                </a:lnTo>
                <a:lnTo>
                  <a:pt x="629208" y="376047"/>
                </a:lnTo>
                <a:lnTo>
                  <a:pt x="669023" y="388620"/>
                </a:lnTo>
                <a:lnTo>
                  <a:pt x="725411" y="396430"/>
                </a:lnTo>
                <a:lnTo>
                  <a:pt x="804659" y="400812"/>
                </a:lnTo>
                <a:lnTo>
                  <a:pt x="809523" y="390512"/>
                </a:lnTo>
                <a:lnTo>
                  <a:pt x="817232" y="382333"/>
                </a:lnTo>
                <a:lnTo>
                  <a:pt x="827811" y="376174"/>
                </a:lnTo>
                <a:lnTo>
                  <a:pt x="841235" y="371856"/>
                </a:lnTo>
                <a:lnTo>
                  <a:pt x="841235" y="370332"/>
                </a:lnTo>
                <a:lnTo>
                  <a:pt x="841235" y="36576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" name="object 23"/>
          <p:cNvSpPr/>
          <p:nvPr/>
        </p:nvSpPr>
        <p:spPr>
          <a:xfrm>
            <a:off x="3020567" y="3817620"/>
            <a:ext cx="396240" cy="43180"/>
          </a:xfrm>
          <a:custGeom>
            <a:avLst/>
            <a:gdLst/>
            <a:ahLst/>
            <a:cxnLst/>
            <a:rect l="l" t="t" r="r" b="b"/>
            <a:pathLst>
              <a:path w="396239" h="43179">
                <a:moveTo>
                  <a:pt x="15240" y="42672"/>
                </a:moveTo>
                <a:lnTo>
                  <a:pt x="0" y="27432"/>
                </a:lnTo>
                <a:lnTo>
                  <a:pt x="323087" y="27432"/>
                </a:lnTo>
                <a:lnTo>
                  <a:pt x="358139" y="0"/>
                </a:lnTo>
                <a:lnTo>
                  <a:pt x="396239" y="38100"/>
                </a:lnTo>
                <a:lnTo>
                  <a:pt x="62484" y="38100"/>
                </a:lnTo>
                <a:lnTo>
                  <a:pt x="49315" y="38385"/>
                </a:lnTo>
                <a:lnTo>
                  <a:pt x="37147" y="39243"/>
                </a:lnTo>
                <a:lnTo>
                  <a:pt x="25836" y="40671"/>
                </a:lnTo>
                <a:lnTo>
                  <a:pt x="15240" y="4267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" name="object 24"/>
          <p:cNvSpPr/>
          <p:nvPr/>
        </p:nvSpPr>
        <p:spPr>
          <a:xfrm>
            <a:off x="3464052" y="3665220"/>
            <a:ext cx="847725" cy="410209"/>
          </a:xfrm>
          <a:custGeom>
            <a:avLst/>
            <a:gdLst/>
            <a:ahLst/>
            <a:cxnLst/>
            <a:rect l="l" t="t" r="r" b="b"/>
            <a:pathLst>
              <a:path w="847725" h="410210">
                <a:moveTo>
                  <a:pt x="155448" y="315468"/>
                </a:moveTo>
                <a:lnTo>
                  <a:pt x="152400" y="306324"/>
                </a:lnTo>
                <a:lnTo>
                  <a:pt x="133515" y="312928"/>
                </a:lnTo>
                <a:lnTo>
                  <a:pt x="113347" y="319087"/>
                </a:lnTo>
                <a:lnTo>
                  <a:pt x="91744" y="324980"/>
                </a:lnTo>
                <a:lnTo>
                  <a:pt x="68580" y="330708"/>
                </a:lnTo>
                <a:lnTo>
                  <a:pt x="46291" y="336765"/>
                </a:lnTo>
                <a:lnTo>
                  <a:pt x="27432" y="341376"/>
                </a:lnTo>
                <a:lnTo>
                  <a:pt x="0" y="347472"/>
                </a:lnTo>
                <a:lnTo>
                  <a:pt x="19812" y="379476"/>
                </a:lnTo>
                <a:lnTo>
                  <a:pt x="60312" y="356552"/>
                </a:lnTo>
                <a:lnTo>
                  <a:pt x="105727" y="335622"/>
                </a:lnTo>
                <a:lnTo>
                  <a:pt x="125730" y="327279"/>
                </a:lnTo>
                <a:lnTo>
                  <a:pt x="155448" y="315468"/>
                </a:lnTo>
                <a:close/>
              </a:path>
              <a:path w="847725" h="410210">
                <a:moveTo>
                  <a:pt x="160020" y="102108"/>
                </a:moveTo>
                <a:lnTo>
                  <a:pt x="129540" y="80772"/>
                </a:lnTo>
                <a:lnTo>
                  <a:pt x="124396" y="97015"/>
                </a:lnTo>
                <a:lnTo>
                  <a:pt x="118110" y="113538"/>
                </a:lnTo>
                <a:lnTo>
                  <a:pt x="110744" y="129921"/>
                </a:lnTo>
                <a:lnTo>
                  <a:pt x="102108" y="146304"/>
                </a:lnTo>
                <a:lnTo>
                  <a:pt x="30480" y="153924"/>
                </a:lnTo>
                <a:lnTo>
                  <a:pt x="45504" y="130073"/>
                </a:lnTo>
                <a:lnTo>
                  <a:pt x="58864" y="108204"/>
                </a:lnTo>
                <a:lnTo>
                  <a:pt x="70116" y="88773"/>
                </a:lnTo>
                <a:lnTo>
                  <a:pt x="79248" y="71628"/>
                </a:lnTo>
                <a:lnTo>
                  <a:pt x="87249" y="57391"/>
                </a:lnTo>
                <a:lnTo>
                  <a:pt x="95250" y="44577"/>
                </a:lnTo>
                <a:lnTo>
                  <a:pt x="103251" y="33489"/>
                </a:lnTo>
                <a:lnTo>
                  <a:pt x="111252" y="24384"/>
                </a:lnTo>
                <a:lnTo>
                  <a:pt x="79248" y="4572"/>
                </a:lnTo>
                <a:lnTo>
                  <a:pt x="60172" y="64579"/>
                </a:lnTo>
                <a:lnTo>
                  <a:pt x="35852" y="117500"/>
                </a:lnTo>
                <a:lnTo>
                  <a:pt x="4572" y="153924"/>
                </a:lnTo>
                <a:lnTo>
                  <a:pt x="19812" y="182880"/>
                </a:lnTo>
                <a:lnTo>
                  <a:pt x="26949" y="179451"/>
                </a:lnTo>
                <a:lnTo>
                  <a:pt x="34671" y="176022"/>
                </a:lnTo>
                <a:lnTo>
                  <a:pt x="42951" y="172593"/>
                </a:lnTo>
                <a:lnTo>
                  <a:pt x="51816" y="169164"/>
                </a:lnTo>
                <a:lnTo>
                  <a:pt x="62407" y="164884"/>
                </a:lnTo>
                <a:lnTo>
                  <a:pt x="73723" y="161163"/>
                </a:lnTo>
                <a:lnTo>
                  <a:pt x="85890" y="158026"/>
                </a:lnTo>
                <a:lnTo>
                  <a:pt x="99060" y="155448"/>
                </a:lnTo>
                <a:lnTo>
                  <a:pt x="67818" y="202882"/>
                </a:lnTo>
                <a:lnTo>
                  <a:pt x="36576" y="243484"/>
                </a:lnTo>
                <a:lnTo>
                  <a:pt x="9144" y="262128"/>
                </a:lnTo>
                <a:lnTo>
                  <a:pt x="28956" y="292608"/>
                </a:lnTo>
                <a:lnTo>
                  <a:pt x="65811" y="274180"/>
                </a:lnTo>
                <a:lnTo>
                  <a:pt x="102336" y="261924"/>
                </a:lnTo>
                <a:lnTo>
                  <a:pt x="144780" y="248412"/>
                </a:lnTo>
                <a:lnTo>
                  <a:pt x="143256" y="240792"/>
                </a:lnTo>
                <a:lnTo>
                  <a:pt x="125869" y="244487"/>
                </a:lnTo>
                <a:lnTo>
                  <a:pt x="103632" y="248602"/>
                </a:lnTo>
                <a:lnTo>
                  <a:pt x="76809" y="253009"/>
                </a:lnTo>
                <a:lnTo>
                  <a:pt x="45720" y="257556"/>
                </a:lnTo>
                <a:lnTo>
                  <a:pt x="70307" y="226110"/>
                </a:lnTo>
                <a:lnTo>
                  <a:pt x="91630" y="197929"/>
                </a:lnTo>
                <a:lnTo>
                  <a:pt x="109791" y="172910"/>
                </a:lnTo>
                <a:lnTo>
                  <a:pt x="121818" y="155448"/>
                </a:lnTo>
                <a:lnTo>
                  <a:pt x="122859" y="153924"/>
                </a:lnTo>
                <a:lnTo>
                  <a:pt x="124968" y="150876"/>
                </a:lnTo>
                <a:lnTo>
                  <a:pt x="136652" y="132334"/>
                </a:lnTo>
                <a:lnTo>
                  <a:pt x="146494" y="117919"/>
                </a:lnTo>
                <a:lnTo>
                  <a:pt x="154317" y="107810"/>
                </a:lnTo>
                <a:lnTo>
                  <a:pt x="160020" y="102108"/>
                </a:lnTo>
                <a:close/>
              </a:path>
              <a:path w="847725" h="410210">
                <a:moveTo>
                  <a:pt x="406908" y="377952"/>
                </a:moveTo>
                <a:lnTo>
                  <a:pt x="376428" y="342900"/>
                </a:lnTo>
                <a:lnTo>
                  <a:pt x="350520" y="367284"/>
                </a:lnTo>
                <a:lnTo>
                  <a:pt x="338328" y="367284"/>
                </a:lnTo>
                <a:lnTo>
                  <a:pt x="338328" y="54864"/>
                </a:lnTo>
                <a:lnTo>
                  <a:pt x="346786" y="47244"/>
                </a:lnTo>
                <a:lnTo>
                  <a:pt x="353568" y="41148"/>
                </a:lnTo>
                <a:lnTo>
                  <a:pt x="348081" y="36576"/>
                </a:lnTo>
                <a:lnTo>
                  <a:pt x="326136" y="18288"/>
                </a:lnTo>
                <a:lnTo>
                  <a:pt x="313944" y="34544"/>
                </a:lnTo>
                <a:lnTo>
                  <a:pt x="313944" y="47244"/>
                </a:lnTo>
                <a:lnTo>
                  <a:pt x="313944" y="143256"/>
                </a:lnTo>
                <a:lnTo>
                  <a:pt x="313944" y="153924"/>
                </a:lnTo>
                <a:lnTo>
                  <a:pt x="313944" y="251460"/>
                </a:lnTo>
                <a:lnTo>
                  <a:pt x="313944" y="262128"/>
                </a:lnTo>
                <a:lnTo>
                  <a:pt x="313944" y="367284"/>
                </a:lnTo>
                <a:lnTo>
                  <a:pt x="202692" y="367284"/>
                </a:lnTo>
                <a:lnTo>
                  <a:pt x="202692" y="262128"/>
                </a:lnTo>
                <a:lnTo>
                  <a:pt x="313944" y="262128"/>
                </a:lnTo>
                <a:lnTo>
                  <a:pt x="313944" y="251460"/>
                </a:lnTo>
                <a:lnTo>
                  <a:pt x="202692" y="251460"/>
                </a:lnTo>
                <a:lnTo>
                  <a:pt x="202692" y="153924"/>
                </a:lnTo>
                <a:lnTo>
                  <a:pt x="313944" y="153924"/>
                </a:lnTo>
                <a:lnTo>
                  <a:pt x="313944" y="143256"/>
                </a:lnTo>
                <a:lnTo>
                  <a:pt x="202692" y="143256"/>
                </a:lnTo>
                <a:lnTo>
                  <a:pt x="202692" y="47244"/>
                </a:lnTo>
                <a:lnTo>
                  <a:pt x="313944" y="47244"/>
                </a:lnTo>
                <a:lnTo>
                  <a:pt x="313944" y="34544"/>
                </a:lnTo>
                <a:lnTo>
                  <a:pt x="312420" y="36576"/>
                </a:lnTo>
                <a:lnTo>
                  <a:pt x="202692" y="36576"/>
                </a:lnTo>
                <a:lnTo>
                  <a:pt x="178308" y="21336"/>
                </a:lnTo>
                <a:lnTo>
                  <a:pt x="179184" y="38773"/>
                </a:lnTo>
                <a:lnTo>
                  <a:pt x="179501" y="54864"/>
                </a:lnTo>
                <a:lnTo>
                  <a:pt x="179654" y="64579"/>
                </a:lnTo>
                <a:lnTo>
                  <a:pt x="179755" y="80772"/>
                </a:lnTo>
                <a:lnTo>
                  <a:pt x="179832" y="367284"/>
                </a:lnTo>
                <a:lnTo>
                  <a:pt x="115824" y="367284"/>
                </a:lnTo>
                <a:lnTo>
                  <a:pt x="131064" y="384048"/>
                </a:lnTo>
                <a:lnTo>
                  <a:pt x="141363" y="381177"/>
                </a:lnTo>
                <a:lnTo>
                  <a:pt x="151828" y="379285"/>
                </a:lnTo>
                <a:lnTo>
                  <a:pt x="162560" y="378269"/>
                </a:lnTo>
                <a:lnTo>
                  <a:pt x="173736" y="377952"/>
                </a:lnTo>
                <a:lnTo>
                  <a:pt x="406908" y="377952"/>
                </a:lnTo>
                <a:close/>
              </a:path>
              <a:path w="847725" h="410210">
                <a:moveTo>
                  <a:pt x="580631" y="22860"/>
                </a:moveTo>
                <a:lnTo>
                  <a:pt x="544055" y="0"/>
                </a:lnTo>
                <a:lnTo>
                  <a:pt x="535178" y="27749"/>
                </a:lnTo>
                <a:lnTo>
                  <a:pt x="524433" y="56197"/>
                </a:lnTo>
                <a:lnTo>
                  <a:pt x="496811" y="115824"/>
                </a:lnTo>
                <a:lnTo>
                  <a:pt x="467220" y="172389"/>
                </a:lnTo>
                <a:lnTo>
                  <a:pt x="437375" y="217932"/>
                </a:lnTo>
                <a:lnTo>
                  <a:pt x="441947" y="224028"/>
                </a:lnTo>
                <a:lnTo>
                  <a:pt x="457619" y="207441"/>
                </a:lnTo>
                <a:lnTo>
                  <a:pt x="474713" y="187261"/>
                </a:lnTo>
                <a:lnTo>
                  <a:pt x="492963" y="163385"/>
                </a:lnTo>
                <a:lnTo>
                  <a:pt x="512051" y="135636"/>
                </a:lnTo>
                <a:lnTo>
                  <a:pt x="511937" y="351002"/>
                </a:lnTo>
                <a:lnTo>
                  <a:pt x="511835" y="361378"/>
                </a:lnTo>
                <a:lnTo>
                  <a:pt x="511416" y="381381"/>
                </a:lnTo>
                <a:lnTo>
                  <a:pt x="510527" y="405384"/>
                </a:lnTo>
                <a:lnTo>
                  <a:pt x="537959" y="391668"/>
                </a:lnTo>
                <a:lnTo>
                  <a:pt x="537083" y="371652"/>
                </a:lnTo>
                <a:lnTo>
                  <a:pt x="536651" y="355663"/>
                </a:lnTo>
                <a:lnTo>
                  <a:pt x="536549" y="347738"/>
                </a:lnTo>
                <a:lnTo>
                  <a:pt x="536435" y="146304"/>
                </a:lnTo>
                <a:lnTo>
                  <a:pt x="547103" y="135636"/>
                </a:lnTo>
                <a:lnTo>
                  <a:pt x="550151" y="132588"/>
                </a:lnTo>
                <a:lnTo>
                  <a:pt x="521195" y="117348"/>
                </a:lnTo>
                <a:lnTo>
                  <a:pt x="539470" y="80772"/>
                </a:lnTo>
                <a:lnTo>
                  <a:pt x="555485" y="52959"/>
                </a:lnTo>
                <a:lnTo>
                  <a:pt x="569201" y="33769"/>
                </a:lnTo>
                <a:lnTo>
                  <a:pt x="580631" y="22860"/>
                </a:lnTo>
                <a:close/>
              </a:path>
              <a:path w="847725" h="410210">
                <a:moveTo>
                  <a:pt x="793991" y="70104"/>
                </a:moveTo>
                <a:lnTo>
                  <a:pt x="748487" y="35204"/>
                </a:lnTo>
                <a:lnTo>
                  <a:pt x="719315" y="24384"/>
                </a:lnTo>
                <a:lnTo>
                  <a:pt x="716267" y="30480"/>
                </a:lnTo>
                <a:lnTo>
                  <a:pt x="733374" y="45910"/>
                </a:lnTo>
                <a:lnTo>
                  <a:pt x="747890" y="60198"/>
                </a:lnTo>
                <a:lnTo>
                  <a:pt x="759561" y="73342"/>
                </a:lnTo>
                <a:lnTo>
                  <a:pt x="768096" y="85344"/>
                </a:lnTo>
                <a:lnTo>
                  <a:pt x="772655" y="96012"/>
                </a:lnTo>
                <a:lnTo>
                  <a:pt x="777227" y="102108"/>
                </a:lnTo>
                <a:lnTo>
                  <a:pt x="784847" y="102108"/>
                </a:lnTo>
                <a:lnTo>
                  <a:pt x="792467" y="86868"/>
                </a:lnTo>
                <a:lnTo>
                  <a:pt x="793991" y="80772"/>
                </a:lnTo>
                <a:lnTo>
                  <a:pt x="793991" y="70104"/>
                </a:lnTo>
                <a:close/>
              </a:path>
              <a:path w="847725" h="410210">
                <a:moveTo>
                  <a:pt x="847344" y="364236"/>
                </a:moveTo>
                <a:lnTo>
                  <a:pt x="828167" y="325120"/>
                </a:lnTo>
                <a:lnTo>
                  <a:pt x="827519" y="288036"/>
                </a:lnTo>
                <a:lnTo>
                  <a:pt x="818375" y="288036"/>
                </a:lnTo>
                <a:lnTo>
                  <a:pt x="816457" y="327266"/>
                </a:lnTo>
                <a:lnTo>
                  <a:pt x="804621" y="364718"/>
                </a:lnTo>
                <a:lnTo>
                  <a:pt x="798563" y="367284"/>
                </a:lnTo>
                <a:lnTo>
                  <a:pt x="746747" y="367284"/>
                </a:lnTo>
                <a:lnTo>
                  <a:pt x="735876" y="365836"/>
                </a:lnTo>
                <a:lnTo>
                  <a:pt x="728268" y="361378"/>
                </a:lnTo>
                <a:lnTo>
                  <a:pt x="723823" y="353783"/>
                </a:lnTo>
                <a:lnTo>
                  <a:pt x="722363" y="342900"/>
                </a:lnTo>
                <a:lnTo>
                  <a:pt x="722363" y="143256"/>
                </a:lnTo>
                <a:lnTo>
                  <a:pt x="827519" y="143256"/>
                </a:lnTo>
                <a:lnTo>
                  <a:pt x="793991" y="109728"/>
                </a:lnTo>
                <a:lnTo>
                  <a:pt x="771144" y="132588"/>
                </a:lnTo>
                <a:lnTo>
                  <a:pt x="673608" y="132588"/>
                </a:lnTo>
                <a:lnTo>
                  <a:pt x="673608" y="36576"/>
                </a:lnTo>
                <a:lnTo>
                  <a:pt x="688835" y="22860"/>
                </a:lnTo>
                <a:lnTo>
                  <a:pt x="647687" y="4572"/>
                </a:lnTo>
                <a:lnTo>
                  <a:pt x="648576" y="20866"/>
                </a:lnTo>
                <a:lnTo>
                  <a:pt x="649020" y="37719"/>
                </a:lnTo>
                <a:lnTo>
                  <a:pt x="649109" y="45910"/>
                </a:lnTo>
                <a:lnTo>
                  <a:pt x="649211" y="132588"/>
                </a:lnTo>
                <a:lnTo>
                  <a:pt x="553199" y="132588"/>
                </a:lnTo>
                <a:lnTo>
                  <a:pt x="569963" y="147828"/>
                </a:lnTo>
                <a:lnTo>
                  <a:pt x="579399" y="145834"/>
                </a:lnTo>
                <a:lnTo>
                  <a:pt x="589394" y="144399"/>
                </a:lnTo>
                <a:lnTo>
                  <a:pt x="599973" y="143548"/>
                </a:lnTo>
                <a:lnTo>
                  <a:pt x="611111" y="143256"/>
                </a:lnTo>
                <a:lnTo>
                  <a:pt x="649211" y="143256"/>
                </a:lnTo>
                <a:lnTo>
                  <a:pt x="644639" y="200215"/>
                </a:lnTo>
                <a:lnTo>
                  <a:pt x="635495" y="251460"/>
                </a:lnTo>
                <a:lnTo>
                  <a:pt x="620636" y="296989"/>
                </a:lnTo>
                <a:lnTo>
                  <a:pt x="598919" y="336804"/>
                </a:lnTo>
                <a:lnTo>
                  <a:pt x="571296" y="372618"/>
                </a:lnTo>
                <a:lnTo>
                  <a:pt x="537959" y="403860"/>
                </a:lnTo>
                <a:lnTo>
                  <a:pt x="544055" y="409956"/>
                </a:lnTo>
                <a:lnTo>
                  <a:pt x="587298" y="375285"/>
                </a:lnTo>
                <a:lnTo>
                  <a:pt x="620255" y="338328"/>
                </a:lnTo>
                <a:lnTo>
                  <a:pt x="644067" y="298704"/>
                </a:lnTo>
                <a:lnTo>
                  <a:pt x="659879" y="254508"/>
                </a:lnTo>
                <a:lnTo>
                  <a:pt x="669023" y="202311"/>
                </a:lnTo>
                <a:lnTo>
                  <a:pt x="673608" y="143256"/>
                </a:lnTo>
                <a:lnTo>
                  <a:pt x="699503" y="143256"/>
                </a:lnTo>
                <a:lnTo>
                  <a:pt x="699604" y="355663"/>
                </a:lnTo>
                <a:lnTo>
                  <a:pt x="722655" y="387464"/>
                </a:lnTo>
                <a:lnTo>
                  <a:pt x="740651" y="388620"/>
                </a:lnTo>
                <a:lnTo>
                  <a:pt x="809244" y="388620"/>
                </a:lnTo>
                <a:lnTo>
                  <a:pt x="820978" y="387172"/>
                </a:lnTo>
                <a:lnTo>
                  <a:pt x="831151" y="382714"/>
                </a:lnTo>
                <a:lnTo>
                  <a:pt x="839889" y="375119"/>
                </a:lnTo>
                <a:lnTo>
                  <a:pt x="845248" y="367284"/>
                </a:lnTo>
                <a:lnTo>
                  <a:pt x="847344" y="36423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" name="object 25"/>
          <p:cNvSpPr/>
          <p:nvPr/>
        </p:nvSpPr>
        <p:spPr>
          <a:xfrm>
            <a:off x="4357103" y="3665220"/>
            <a:ext cx="843280" cy="410209"/>
          </a:xfrm>
          <a:custGeom>
            <a:avLst/>
            <a:gdLst/>
            <a:ahLst/>
            <a:cxnLst/>
            <a:rect l="l" t="t" r="r" b="b"/>
            <a:pathLst>
              <a:path w="843279" h="410210">
                <a:moveTo>
                  <a:pt x="394716" y="364236"/>
                </a:moveTo>
                <a:lnTo>
                  <a:pt x="371627" y="324446"/>
                </a:lnTo>
                <a:lnTo>
                  <a:pt x="370332" y="286512"/>
                </a:lnTo>
                <a:lnTo>
                  <a:pt x="361188" y="286512"/>
                </a:lnTo>
                <a:lnTo>
                  <a:pt x="357759" y="337312"/>
                </a:lnTo>
                <a:lnTo>
                  <a:pt x="342900" y="371856"/>
                </a:lnTo>
                <a:lnTo>
                  <a:pt x="281940" y="371856"/>
                </a:lnTo>
                <a:lnTo>
                  <a:pt x="265112" y="369531"/>
                </a:lnTo>
                <a:lnTo>
                  <a:pt x="253555" y="362331"/>
                </a:lnTo>
                <a:lnTo>
                  <a:pt x="247446" y="349999"/>
                </a:lnTo>
                <a:lnTo>
                  <a:pt x="246888" y="332232"/>
                </a:lnTo>
                <a:lnTo>
                  <a:pt x="246888" y="214884"/>
                </a:lnTo>
                <a:lnTo>
                  <a:pt x="388620" y="214884"/>
                </a:lnTo>
                <a:lnTo>
                  <a:pt x="355092" y="179832"/>
                </a:lnTo>
                <a:lnTo>
                  <a:pt x="330708" y="204216"/>
                </a:lnTo>
                <a:lnTo>
                  <a:pt x="208788" y="204216"/>
                </a:lnTo>
                <a:lnTo>
                  <a:pt x="208788" y="109728"/>
                </a:lnTo>
                <a:lnTo>
                  <a:pt x="347472" y="109728"/>
                </a:lnTo>
                <a:lnTo>
                  <a:pt x="312420" y="76200"/>
                </a:lnTo>
                <a:lnTo>
                  <a:pt x="288036" y="100584"/>
                </a:lnTo>
                <a:lnTo>
                  <a:pt x="208788" y="100584"/>
                </a:lnTo>
                <a:lnTo>
                  <a:pt x="208788" y="32004"/>
                </a:lnTo>
                <a:lnTo>
                  <a:pt x="222504" y="18288"/>
                </a:lnTo>
                <a:lnTo>
                  <a:pt x="182880" y="0"/>
                </a:lnTo>
                <a:lnTo>
                  <a:pt x="184175" y="67513"/>
                </a:lnTo>
                <a:lnTo>
                  <a:pt x="184404" y="102108"/>
                </a:lnTo>
                <a:lnTo>
                  <a:pt x="92964" y="102108"/>
                </a:lnTo>
                <a:lnTo>
                  <a:pt x="98425" y="91821"/>
                </a:lnTo>
                <a:lnTo>
                  <a:pt x="103441" y="81534"/>
                </a:lnTo>
                <a:lnTo>
                  <a:pt x="112776" y="60960"/>
                </a:lnTo>
                <a:lnTo>
                  <a:pt x="126492" y="54864"/>
                </a:lnTo>
                <a:lnTo>
                  <a:pt x="88392" y="32004"/>
                </a:lnTo>
                <a:lnTo>
                  <a:pt x="77774" y="73152"/>
                </a:lnTo>
                <a:lnTo>
                  <a:pt x="64008" y="112014"/>
                </a:lnTo>
                <a:lnTo>
                  <a:pt x="46824" y="148590"/>
                </a:lnTo>
                <a:lnTo>
                  <a:pt x="25908" y="182880"/>
                </a:lnTo>
                <a:lnTo>
                  <a:pt x="30480" y="187452"/>
                </a:lnTo>
                <a:lnTo>
                  <a:pt x="47053" y="170002"/>
                </a:lnTo>
                <a:lnTo>
                  <a:pt x="62484" y="151828"/>
                </a:lnTo>
                <a:lnTo>
                  <a:pt x="76771" y="132803"/>
                </a:lnTo>
                <a:lnTo>
                  <a:pt x="89916" y="112776"/>
                </a:lnTo>
                <a:lnTo>
                  <a:pt x="184404" y="112776"/>
                </a:lnTo>
                <a:lnTo>
                  <a:pt x="184404" y="204216"/>
                </a:lnTo>
                <a:lnTo>
                  <a:pt x="0" y="204216"/>
                </a:lnTo>
                <a:lnTo>
                  <a:pt x="15240" y="219456"/>
                </a:lnTo>
                <a:lnTo>
                  <a:pt x="24892" y="217462"/>
                </a:lnTo>
                <a:lnTo>
                  <a:pt x="35242" y="216027"/>
                </a:lnTo>
                <a:lnTo>
                  <a:pt x="45897" y="215176"/>
                </a:lnTo>
                <a:lnTo>
                  <a:pt x="56388" y="214884"/>
                </a:lnTo>
                <a:lnTo>
                  <a:pt x="134112" y="214884"/>
                </a:lnTo>
                <a:lnTo>
                  <a:pt x="123634" y="273177"/>
                </a:lnTo>
                <a:lnTo>
                  <a:pt x="105156" y="320040"/>
                </a:lnTo>
                <a:lnTo>
                  <a:pt x="67437" y="362521"/>
                </a:lnTo>
                <a:lnTo>
                  <a:pt x="0" y="403860"/>
                </a:lnTo>
                <a:lnTo>
                  <a:pt x="1524" y="409956"/>
                </a:lnTo>
                <a:lnTo>
                  <a:pt x="43510" y="393979"/>
                </a:lnTo>
                <a:lnTo>
                  <a:pt x="77914" y="375856"/>
                </a:lnTo>
                <a:lnTo>
                  <a:pt x="123444" y="333756"/>
                </a:lnTo>
                <a:lnTo>
                  <a:pt x="148018" y="281178"/>
                </a:lnTo>
                <a:lnTo>
                  <a:pt x="160020" y="214884"/>
                </a:lnTo>
                <a:lnTo>
                  <a:pt x="222504" y="214884"/>
                </a:lnTo>
                <a:lnTo>
                  <a:pt x="222504" y="347472"/>
                </a:lnTo>
                <a:lnTo>
                  <a:pt x="224205" y="366598"/>
                </a:lnTo>
                <a:lnTo>
                  <a:pt x="231457" y="380428"/>
                </a:lnTo>
                <a:lnTo>
                  <a:pt x="244157" y="388835"/>
                </a:lnTo>
                <a:lnTo>
                  <a:pt x="262128" y="391668"/>
                </a:lnTo>
                <a:lnTo>
                  <a:pt x="345948" y="391668"/>
                </a:lnTo>
                <a:lnTo>
                  <a:pt x="363435" y="389953"/>
                </a:lnTo>
                <a:lnTo>
                  <a:pt x="377190" y="384810"/>
                </a:lnTo>
                <a:lnTo>
                  <a:pt x="387527" y="376237"/>
                </a:lnTo>
                <a:lnTo>
                  <a:pt x="394716" y="364236"/>
                </a:lnTo>
                <a:close/>
              </a:path>
              <a:path w="843279" h="410210">
                <a:moveTo>
                  <a:pt x="842772" y="355104"/>
                </a:moveTo>
                <a:lnTo>
                  <a:pt x="794766" y="347103"/>
                </a:lnTo>
                <a:lnTo>
                  <a:pt x="755904" y="332244"/>
                </a:lnTo>
                <a:lnTo>
                  <a:pt x="722947" y="310337"/>
                </a:lnTo>
                <a:lnTo>
                  <a:pt x="693420" y="280428"/>
                </a:lnTo>
                <a:lnTo>
                  <a:pt x="711377" y="268706"/>
                </a:lnTo>
                <a:lnTo>
                  <a:pt x="772668" y="230136"/>
                </a:lnTo>
                <a:lnTo>
                  <a:pt x="790956" y="228612"/>
                </a:lnTo>
                <a:lnTo>
                  <a:pt x="760476" y="199656"/>
                </a:lnTo>
                <a:lnTo>
                  <a:pt x="747547" y="217106"/>
                </a:lnTo>
                <a:lnTo>
                  <a:pt x="731329" y="235280"/>
                </a:lnTo>
                <a:lnTo>
                  <a:pt x="711403" y="254304"/>
                </a:lnTo>
                <a:lnTo>
                  <a:pt x="687324" y="274332"/>
                </a:lnTo>
                <a:lnTo>
                  <a:pt x="675309" y="254584"/>
                </a:lnTo>
                <a:lnTo>
                  <a:pt x="664273" y="234137"/>
                </a:lnTo>
                <a:lnTo>
                  <a:pt x="654113" y="212813"/>
                </a:lnTo>
                <a:lnTo>
                  <a:pt x="644652" y="190512"/>
                </a:lnTo>
                <a:lnTo>
                  <a:pt x="838200" y="190512"/>
                </a:lnTo>
                <a:lnTo>
                  <a:pt x="803148" y="153936"/>
                </a:lnTo>
                <a:lnTo>
                  <a:pt x="777240" y="179844"/>
                </a:lnTo>
                <a:lnTo>
                  <a:pt x="646176" y="179844"/>
                </a:lnTo>
                <a:lnTo>
                  <a:pt x="646176" y="129552"/>
                </a:lnTo>
                <a:lnTo>
                  <a:pt x="789432" y="129552"/>
                </a:lnTo>
                <a:lnTo>
                  <a:pt x="757428" y="96024"/>
                </a:lnTo>
                <a:lnTo>
                  <a:pt x="734568" y="118884"/>
                </a:lnTo>
                <a:lnTo>
                  <a:pt x="646176" y="118884"/>
                </a:lnTo>
                <a:lnTo>
                  <a:pt x="646176" y="71640"/>
                </a:lnTo>
                <a:lnTo>
                  <a:pt x="816864" y="71640"/>
                </a:lnTo>
                <a:lnTo>
                  <a:pt x="783336" y="36588"/>
                </a:lnTo>
                <a:lnTo>
                  <a:pt x="758952" y="60972"/>
                </a:lnTo>
                <a:lnTo>
                  <a:pt x="646176" y="60972"/>
                </a:lnTo>
                <a:lnTo>
                  <a:pt x="646176" y="30492"/>
                </a:lnTo>
                <a:lnTo>
                  <a:pt x="659892" y="18300"/>
                </a:lnTo>
                <a:lnTo>
                  <a:pt x="620268" y="12"/>
                </a:lnTo>
                <a:lnTo>
                  <a:pt x="621157" y="14884"/>
                </a:lnTo>
                <a:lnTo>
                  <a:pt x="621601" y="29921"/>
                </a:lnTo>
                <a:lnTo>
                  <a:pt x="621792" y="60972"/>
                </a:lnTo>
                <a:lnTo>
                  <a:pt x="467868" y="60972"/>
                </a:lnTo>
                <a:lnTo>
                  <a:pt x="483108" y="77736"/>
                </a:lnTo>
                <a:lnTo>
                  <a:pt x="492544" y="74853"/>
                </a:lnTo>
                <a:lnTo>
                  <a:pt x="502539" y="72974"/>
                </a:lnTo>
                <a:lnTo>
                  <a:pt x="513118" y="71945"/>
                </a:lnTo>
                <a:lnTo>
                  <a:pt x="524256" y="71640"/>
                </a:lnTo>
                <a:lnTo>
                  <a:pt x="621792" y="71640"/>
                </a:lnTo>
                <a:lnTo>
                  <a:pt x="621792" y="118884"/>
                </a:lnTo>
                <a:lnTo>
                  <a:pt x="496824" y="118884"/>
                </a:lnTo>
                <a:lnTo>
                  <a:pt x="512064" y="134124"/>
                </a:lnTo>
                <a:lnTo>
                  <a:pt x="522376" y="132118"/>
                </a:lnTo>
                <a:lnTo>
                  <a:pt x="532828" y="130695"/>
                </a:lnTo>
                <a:lnTo>
                  <a:pt x="543572" y="129832"/>
                </a:lnTo>
                <a:lnTo>
                  <a:pt x="554736" y="129552"/>
                </a:lnTo>
                <a:lnTo>
                  <a:pt x="621792" y="129552"/>
                </a:lnTo>
                <a:lnTo>
                  <a:pt x="621792" y="179844"/>
                </a:lnTo>
                <a:lnTo>
                  <a:pt x="440436" y="179844"/>
                </a:lnTo>
                <a:lnTo>
                  <a:pt x="457200" y="195084"/>
                </a:lnTo>
                <a:lnTo>
                  <a:pt x="466636" y="193078"/>
                </a:lnTo>
                <a:lnTo>
                  <a:pt x="476631" y="191655"/>
                </a:lnTo>
                <a:lnTo>
                  <a:pt x="487210" y="190792"/>
                </a:lnTo>
                <a:lnTo>
                  <a:pt x="498348" y="190512"/>
                </a:lnTo>
                <a:lnTo>
                  <a:pt x="611124" y="190512"/>
                </a:lnTo>
                <a:lnTo>
                  <a:pt x="577977" y="231660"/>
                </a:lnTo>
                <a:lnTo>
                  <a:pt x="537972" y="268236"/>
                </a:lnTo>
                <a:lnTo>
                  <a:pt x="491299" y="301193"/>
                </a:lnTo>
                <a:lnTo>
                  <a:pt x="434340" y="330720"/>
                </a:lnTo>
                <a:lnTo>
                  <a:pt x="435864" y="338340"/>
                </a:lnTo>
                <a:lnTo>
                  <a:pt x="468757" y="327164"/>
                </a:lnTo>
                <a:lnTo>
                  <a:pt x="498919" y="314147"/>
                </a:lnTo>
                <a:lnTo>
                  <a:pt x="526529" y="299110"/>
                </a:lnTo>
                <a:lnTo>
                  <a:pt x="551688" y="281952"/>
                </a:lnTo>
                <a:lnTo>
                  <a:pt x="551688" y="350532"/>
                </a:lnTo>
                <a:lnTo>
                  <a:pt x="551357" y="359956"/>
                </a:lnTo>
                <a:lnTo>
                  <a:pt x="550164" y="367677"/>
                </a:lnTo>
                <a:lnTo>
                  <a:pt x="547839" y="373672"/>
                </a:lnTo>
                <a:lnTo>
                  <a:pt x="544068" y="377964"/>
                </a:lnTo>
                <a:lnTo>
                  <a:pt x="563880" y="405396"/>
                </a:lnTo>
                <a:lnTo>
                  <a:pt x="582726" y="391439"/>
                </a:lnTo>
                <a:lnTo>
                  <a:pt x="607123" y="374916"/>
                </a:lnTo>
                <a:lnTo>
                  <a:pt x="636968" y="356095"/>
                </a:lnTo>
                <a:lnTo>
                  <a:pt x="672084" y="335292"/>
                </a:lnTo>
                <a:lnTo>
                  <a:pt x="669036" y="327672"/>
                </a:lnTo>
                <a:lnTo>
                  <a:pt x="579120" y="365772"/>
                </a:lnTo>
                <a:lnTo>
                  <a:pt x="579120" y="263664"/>
                </a:lnTo>
                <a:lnTo>
                  <a:pt x="594791" y="247662"/>
                </a:lnTo>
                <a:lnTo>
                  <a:pt x="609600" y="231660"/>
                </a:lnTo>
                <a:lnTo>
                  <a:pt x="623277" y="215658"/>
                </a:lnTo>
                <a:lnTo>
                  <a:pt x="635508" y="199656"/>
                </a:lnTo>
                <a:lnTo>
                  <a:pt x="650367" y="239344"/>
                </a:lnTo>
                <a:lnTo>
                  <a:pt x="667512" y="273761"/>
                </a:lnTo>
                <a:lnTo>
                  <a:pt x="708660" y="326148"/>
                </a:lnTo>
                <a:lnTo>
                  <a:pt x="754189" y="361772"/>
                </a:lnTo>
                <a:lnTo>
                  <a:pt x="803148" y="387108"/>
                </a:lnTo>
                <a:lnTo>
                  <a:pt x="809993" y="377723"/>
                </a:lnTo>
                <a:lnTo>
                  <a:pt x="818959" y="370344"/>
                </a:lnTo>
                <a:lnTo>
                  <a:pt x="829945" y="365239"/>
                </a:lnTo>
                <a:lnTo>
                  <a:pt x="842772" y="362724"/>
                </a:lnTo>
                <a:lnTo>
                  <a:pt x="842772" y="35510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pic>
        <p:nvPicPr>
          <p:cNvPr id="26" name="object 26"/>
          <p:cNvPicPr/>
          <p:nvPr/>
        </p:nvPicPr>
        <p:blipFill>
          <a:blip r:embed="rId4" cstate="print"/>
          <a:stretch>
            <a:fillRect/>
          </a:stretch>
        </p:blipFill>
        <p:spPr>
          <a:xfrm>
            <a:off x="5274564" y="3927443"/>
            <a:ext cx="70104" cy="118776"/>
          </a:xfrm>
          <a:prstGeom prst="rect">
            <a:avLst/>
          </a:prstGeom>
        </p:spPr>
      </p:pic>
      <p:sp>
        <p:nvSpPr>
          <p:cNvPr id="27" name="object 27"/>
          <p:cNvSpPr/>
          <p:nvPr/>
        </p:nvSpPr>
        <p:spPr>
          <a:xfrm>
            <a:off x="5689092" y="3668267"/>
            <a:ext cx="388620" cy="405765"/>
          </a:xfrm>
          <a:custGeom>
            <a:avLst/>
            <a:gdLst/>
            <a:ahLst/>
            <a:cxnLst/>
            <a:rect l="l" t="t" r="r" b="b"/>
            <a:pathLst>
              <a:path w="388620" h="405764">
                <a:moveTo>
                  <a:pt x="384634" y="91440"/>
                </a:moveTo>
                <a:lnTo>
                  <a:pt x="348996" y="91440"/>
                </a:lnTo>
                <a:lnTo>
                  <a:pt x="362712" y="74676"/>
                </a:lnTo>
                <a:lnTo>
                  <a:pt x="384634" y="91440"/>
                </a:lnTo>
                <a:close/>
              </a:path>
              <a:path w="388620" h="405764">
                <a:moveTo>
                  <a:pt x="228600" y="382524"/>
                </a:moveTo>
                <a:lnTo>
                  <a:pt x="229481" y="358497"/>
                </a:lnTo>
                <a:lnTo>
                  <a:pt x="229933" y="338899"/>
                </a:lnTo>
                <a:lnTo>
                  <a:pt x="230006" y="332232"/>
                </a:lnTo>
                <a:lnTo>
                  <a:pt x="230100" y="126372"/>
                </a:lnTo>
                <a:lnTo>
                  <a:pt x="229933" y="110299"/>
                </a:lnTo>
                <a:lnTo>
                  <a:pt x="229481" y="93940"/>
                </a:lnTo>
                <a:lnTo>
                  <a:pt x="228600" y="77723"/>
                </a:lnTo>
                <a:lnTo>
                  <a:pt x="252984" y="91440"/>
                </a:lnTo>
                <a:lnTo>
                  <a:pt x="384634" y="91440"/>
                </a:lnTo>
                <a:lnTo>
                  <a:pt x="388620" y="94488"/>
                </a:lnTo>
                <a:lnTo>
                  <a:pt x="380047" y="102108"/>
                </a:lnTo>
                <a:lnTo>
                  <a:pt x="252984" y="102108"/>
                </a:lnTo>
                <a:lnTo>
                  <a:pt x="252984" y="321564"/>
                </a:lnTo>
                <a:lnTo>
                  <a:pt x="375046" y="321564"/>
                </a:lnTo>
                <a:lnTo>
                  <a:pt x="375094" y="325564"/>
                </a:lnTo>
                <a:lnTo>
                  <a:pt x="375277" y="332232"/>
                </a:lnTo>
                <a:lnTo>
                  <a:pt x="252984" y="332232"/>
                </a:lnTo>
                <a:lnTo>
                  <a:pt x="252984" y="370332"/>
                </a:lnTo>
                <a:lnTo>
                  <a:pt x="228600" y="382524"/>
                </a:lnTo>
                <a:close/>
              </a:path>
              <a:path w="388620" h="405764">
                <a:moveTo>
                  <a:pt x="375046" y="321564"/>
                </a:moveTo>
                <a:lnTo>
                  <a:pt x="352044" y="321564"/>
                </a:lnTo>
                <a:lnTo>
                  <a:pt x="352044" y="102108"/>
                </a:lnTo>
                <a:lnTo>
                  <a:pt x="380047" y="102108"/>
                </a:lnTo>
                <a:lnTo>
                  <a:pt x="374904" y="106680"/>
                </a:lnTo>
                <a:lnTo>
                  <a:pt x="374936" y="312420"/>
                </a:lnTo>
                <a:lnTo>
                  <a:pt x="375046" y="321564"/>
                </a:lnTo>
                <a:close/>
              </a:path>
              <a:path w="388620" h="405764">
                <a:moveTo>
                  <a:pt x="352044" y="371856"/>
                </a:moveTo>
                <a:lnTo>
                  <a:pt x="352044" y="332232"/>
                </a:lnTo>
                <a:lnTo>
                  <a:pt x="375277" y="332232"/>
                </a:lnTo>
                <a:lnTo>
                  <a:pt x="375546" y="342018"/>
                </a:lnTo>
                <a:lnTo>
                  <a:pt x="376428" y="361188"/>
                </a:lnTo>
                <a:lnTo>
                  <a:pt x="352044" y="371856"/>
                </a:lnTo>
                <a:close/>
              </a:path>
              <a:path w="388620" h="405764">
                <a:moveTo>
                  <a:pt x="97536" y="106680"/>
                </a:moveTo>
                <a:lnTo>
                  <a:pt x="73152" y="106680"/>
                </a:lnTo>
                <a:lnTo>
                  <a:pt x="79200" y="75223"/>
                </a:lnTo>
                <a:lnTo>
                  <a:pt x="83820" y="47053"/>
                </a:lnTo>
                <a:lnTo>
                  <a:pt x="87296" y="22026"/>
                </a:lnTo>
                <a:lnTo>
                  <a:pt x="89916" y="0"/>
                </a:lnTo>
                <a:lnTo>
                  <a:pt x="131064" y="18288"/>
                </a:lnTo>
                <a:lnTo>
                  <a:pt x="115824" y="28956"/>
                </a:lnTo>
                <a:lnTo>
                  <a:pt x="112109" y="44100"/>
                </a:lnTo>
                <a:lnTo>
                  <a:pt x="107823" y="62103"/>
                </a:lnTo>
                <a:lnTo>
                  <a:pt x="102965" y="82962"/>
                </a:lnTo>
                <a:lnTo>
                  <a:pt x="97536" y="106680"/>
                </a:lnTo>
                <a:close/>
              </a:path>
              <a:path w="388620" h="405764">
                <a:moveTo>
                  <a:pt x="18288" y="123444"/>
                </a:moveTo>
                <a:lnTo>
                  <a:pt x="3048" y="106680"/>
                </a:lnTo>
                <a:lnTo>
                  <a:pt x="164592" y="106680"/>
                </a:lnTo>
                <a:lnTo>
                  <a:pt x="175260" y="88392"/>
                </a:lnTo>
                <a:lnTo>
                  <a:pt x="204216" y="109728"/>
                </a:lnTo>
                <a:lnTo>
                  <a:pt x="195643" y="117347"/>
                </a:lnTo>
                <a:lnTo>
                  <a:pt x="59436" y="117347"/>
                </a:lnTo>
                <a:lnTo>
                  <a:pt x="48291" y="117657"/>
                </a:lnTo>
                <a:lnTo>
                  <a:pt x="37719" y="118681"/>
                </a:lnTo>
                <a:lnTo>
                  <a:pt x="27717" y="120562"/>
                </a:lnTo>
                <a:lnTo>
                  <a:pt x="18288" y="123444"/>
                </a:lnTo>
                <a:close/>
              </a:path>
              <a:path w="388620" h="405764">
                <a:moveTo>
                  <a:pt x="4572" y="405384"/>
                </a:moveTo>
                <a:lnTo>
                  <a:pt x="0" y="399288"/>
                </a:lnTo>
                <a:lnTo>
                  <a:pt x="40052" y="379571"/>
                </a:lnTo>
                <a:lnTo>
                  <a:pt x="73533" y="356997"/>
                </a:lnTo>
                <a:lnTo>
                  <a:pt x="100726" y="331565"/>
                </a:lnTo>
                <a:lnTo>
                  <a:pt x="121920" y="303276"/>
                </a:lnTo>
                <a:lnTo>
                  <a:pt x="97012" y="292965"/>
                </a:lnTo>
                <a:lnTo>
                  <a:pt x="74676" y="284797"/>
                </a:lnTo>
                <a:lnTo>
                  <a:pt x="54625" y="278630"/>
                </a:lnTo>
                <a:lnTo>
                  <a:pt x="36576" y="274320"/>
                </a:lnTo>
                <a:lnTo>
                  <a:pt x="43981" y="244006"/>
                </a:lnTo>
                <a:lnTo>
                  <a:pt x="52387" y="207835"/>
                </a:lnTo>
                <a:lnTo>
                  <a:pt x="61650" y="165663"/>
                </a:lnTo>
                <a:lnTo>
                  <a:pt x="71628" y="117347"/>
                </a:lnTo>
                <a:lnTo>
                  <a:pt x="96012" y="117347"/>
                </a:lnTo>
                <a:lnTo>
                  <a:pt x="89463" y="147375"/>
                </a:lnTo>
                <a:lnTo>
                  <a:pt x="81343" y="182689"/>
                </a:lnTo>
                <a:lnTo>
                  <a:pt x="60960" y="269748"/>
                </a:lnTo>
                <a:lnTo>
                  <a:pt x="72104" y="271748"/>
                </a:lnTo>
                <a:lnTo>
                  <a:pt x="87249" y="275463"/>
                </a:lnTo>
                <a:lnTo>
                  <a:pt x="106394" y="280892"/>
                </a:lnTo>
                <a:lnTo>
                  <a:pt x="129540" y="288036"/>
                </a:lnTo>
                <a:lnTo>
                  <a:pt x="154898" y="288036"/>
                </a:lnTo>
                <a:lnTo>
                  <a:pt x="152400" y="295656"/>
                </a:lnTo>
                <a:lnTo>
                  <a:pt x="170949" y="303633"/>
                </a:lnTo>
                <a:lnTo>
                  <a:pt x="185356" y="311467"/>
                </a:lnTo>
                <a:lnTo>
                  <a:pt x="188676" y="313944"/>
                </a:lnTo>
                <a:lnTo>
                  <a:pt x="141732" y="313944"/>
                </a:lnTo>
                <a:lnTo>
                  <a:pt x="114300" y="344519"/>
                </a:lnTo>
                <a:lnTo>
                  <a:pt x="82296" y="369951"/>
                </a:lnTo>
                <a:lnTo>
                  <a:pt x="45720" y="390239"/>
                </a:lnTo>
                <a:lnTo>
                  <a:pt x="4572" y="405384"/>
                </a:lnTo>
                <a:close/>
              </a:path>
              <a:path w="388620" h="405764">
                <a:moveTo>
                  <a:pt x="154898" y="288036"/>
                </a:moveTo>
                <a:lnTo>
                  <a:pt x="129540" y="288036"/>
                </a:lnTo>
                <a:lnTo>
                  <a:pt x="139541" y="257722"/>
                </a:lnTo>
                <a:lnTo>
                  <a:pt x="148971" y="219265"/>
                </a:lnTo>
                <a:lnTo>
                  <a:pt x="157829" y="172521"/>
                </a:lnTo>
                <a:lnTo>
                  <a:pt x="166116" y="117347"/>
                </a:lnTo>
                <a:lnTo>
                  <a:pt x="195643" y="117347"/>
                </a:lnTo>
                <a:lnTo>
                  <a:pt x="190500" y="121920"/>
                </a:lnTo>
                <a:lnTo>
                  <a:pt x="181332" y="178212"/>
                </a:lnTo>
                <a:lnTo>
                  <a:pt x="172021" y="225933"/>
                </a:lnTo>
                <a:lnTo>
                  <a:pt x="162425" y="265080"/>
                </a:lnTo>
                <a:lnTo>
                  <a:pt x="154898" y="288036"/>
                </a:lnTo>
                <a:close/>
              </a:path>
              <a:path w="388620" h="405764">
                <a:moveTo>
                  <a:pt x="201168" y="361188"/>
                </a:moveTo>
                <a:lnTo>
                  <a:pt x="195072" y="361188"/>
                </a:lnTo>
                <a:lnTo>
                  <a:pt x="192024" y="358140"/>
                </a:lnTo>
                <a:lnTo>
                  <a:pt x="187452" y="352044"/>
                </a:lnTo>
                <a:lnTo>
                  <a:pt x="178808" y="343519"/>
                </a:lnTo>
                <a:lnTo>
                  <a:pt x="168592" y="334137"/>
                </a:lnTo>
                <a:lnTo>
                  <a:pt x="156376" y="324183"/>
                </a:lnTo>
                <a:lnTo>
                  <a:pt x="141732" y="313944"/>
                </a:lnTo>
                <a:lnTo>
                  <a:pt x="188676" y="313944"/>
                </a:lnTo>
                <a:lnTo>
                  <a:pt x="206311" y="344566"/>
                </a:lnTo>
                <a:lnTo>
                  <a:pt x="205740" y="350520"/>
                </a:lnTo>
                <a:lnTo>
                  <a:pt x="202692" y="358140"/>
                </a:lnTo>
                <a:lnTo>
                  <a:pt x="201168" y="36118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" name="object 28"/>
          <p:cNvSpPr/>
          <p:nvPr/>
        </p:nvSpPr>
        <p:spPr>
          <a:xfrm>
            <a:off x="6137148" y="3663695"/>
            <a:ext cx="1728470" cy="412115"/>
          </a:xfrm>
          <a:custGeom>
            <a:avLst/>
            <a:gdLst/>
            <a:ahLst/>
            <a:cxnLst/>
            <a:rect l="l" t="t" r="r" b="b"/>
            <a:pathLst>
              <a:path w="1728470" h="412114">
                <a:moveTo>
                  <a:pt x="391668" y="358152"/>
                </a:moveTo>
                <a:lnTo>
                  <a:pt x="341083" y="342163"/>
                </a:lnTo>
                <a:lnTo>
                  <a:pt x="294513" y="317195"/>
                </a:lnTo>
                <a:lnTo>
                  <a:pt x="251929" y="283349"/>
                </a:lnTo>
                <a:lnTo>
                  <a:pt x="218884" y="246900"/>
                </a:lnTo>
                <a:lnTo>
                  <a:pt x="213360" y="240804"/>
                </a:lnTo>
                <a:lnTo>
                  <a:pt x="390144" y="240804"/>
                </a:lnTo>
                <a:lnTo>
                  <a:pt x="353568" y="204228"/>
                </a:lnTo>
                <a:lnTo>
                  <a:pt x="327660" y="230136"/>
                </a:lnTo>
                <a:lnTo>
                  <a:pt x="210312" y="230136"/>
                </a:lnTo>
                <a:lnTo>
                  <a:pt x="210312" y="179844"/>
                </a:lnTo>
                <a:lnTo>
                  <a:pt x="301752" y="179844"/>
                </a:lnTo>
                <a:lnTo>
                  <a:pt x="301752" y="204228"/>
                </a:lnTo>
                <a:lnTo>
                  <a:pt x="327660" y="192036"/>
                </a:lnTo>
                <a:lnTo>
                  <a:pt x="326326" y="142887"/>
                </a:lnTo>
                <a:lnTo>
                  <a:pt x="326148" y="96024"/>
                </a:lnTo>
                <a:lnTo>
                  <a:pt x="326136" y="45732"/>
                </a:lnTo>
                <a:lnTo>
                  <a:pt x="339191" y="36588"/>
                </a:lnTo>
                <a:lnTo>
                  <a:pt x="341376" y="35064"/>
                </a:lnTo>
                <a:lnTo>
                  <a:pt x="331660" y="25920"/>
                </a:lnTo>
                <a:lnTo>
                  <a:pt x="315468" y="10680"/>
                </a:lnTo>
                <a:lnTo>
                  <a:pt x="301752" y="24396"/>
                </a:lnTo>
                <a:lnTo>
                  <a:pt x="301752" y="36588"/>
                </a:lnTo>
                <a:lnTo>
                  <a:pt x="301752" y="96024"/>
                </a:lnTo>
                <a:lnTo>
                  <a:pt x="301752" y="106692"/>
                </a:lnTo>
                <a:lnTo>
                  <a:pt x="301752" y="169176"/>
                </a:lnTo>
                <a:lnTo>
                  <a:pt x="210312" y="169176"/>
                </a:lnTo>
                <a:lnTo>
                  <a:pt x="210312" y="106692"/>
                </a:lnTo>
                <a:lnTo>
                  <a:pt x="301752" y="106692"/>
                </a:lnTo>
                <a:lnTo>
                  <a:pt x="301752" y="96024"/>
                </a:lnTo>
                <a:lnTo>
                  <a:pt x="210312" y="96024"/>
                </a:lnTo>
                <a:lnTo>
                  <a:pt x="210312" y="36588"/>
                </a:lnTo>
                <a:lnTo>
                  <a:pt x="301752" y="36588"/>
                </a:lnTo>
                <a:lnTo>
                  <a:pt x="301752" y="24396"/>
                </a:lnTo>
                <a:lnTo>
                  <a:pt x="300228" y="25920"/>
                </a:lnTo>
                <a:lnTo>
                  <a:pt x="182880" y="25920"/>
                </a:lnTo>
                <a:lnTo>
                  <a:pt x="182880" y="36588"/>
                </a:lnTo>
                <a:lnTo>
                  <a:pt x="182880" y="96024"/>
                </a:lnTo>
                <a:lnTo>
                  <a:pt x="182880" y="106692"/>
                </a:lnTo>
                <a:lnTo>
                  <a:pt x="182880" y="169176"/>
                </a:lnTo>
                <a:lnTo>
                  <a:pt x="92964" y="169176"/>
                </a:lnTo>
                <a:lnTo>
                  <a:pt x="92964" y="106692"/>
                </a:lnTo>
                <a:lnTo>
                  <a:pt x="182880" y="106692"/>
                </a:lnTo>
                <a:lnTo>
                  <a:pt x="182880" y="96024"/>
                </a:lnTo>
                <a:lnTo>
                  <a:pt x="92964" y="96024"/>
                </a:lnTo>
                <a:lnTo>
                  <a:pt x="92964" y="36588"/>
                </a:lnTo>
                <a:lnTo>
                  <a:pt x="182880" y="36588"/>
                </a:lnTo>
                <a:lnTo>
                  <a:pt x="182880" y="25920"/>
                </a:lnTo>
                <a:lnTo>
                  <a:pt x="92964" y="25920"/>
                </a:lnTo>
                <a:lnTo>
                  <a:pt x="67056" y="12204"/>
                </a:lnTo>
                <a:lnTo>
                  <a:pt x="67932" y="36588"/>
                </a:lnTo>
                <a:lnTo>
                  <a:pt x="68389" y="60210"/>
                </a:lnTo>
                <a:lnTo>
                  <a:pt x="68554" y="84213"/>
                </a:lnTo>
                <a:lnTo>
                  <a:pt x="68478" y="142887"/>
                </a:lnTo>
                <a:lnTo>
                  <a:pt x="68389" y="156984"/>
                </a:lnTo>
                <a:lnTo>
                  <a:pt x="67932" y="181508"/>
                </a:lnTo>
                <a:lnTo>
                  <a:pt x="67056" y="205752"/>
                </a:lnTo>
                <a:lnTo>
                  <a:pt x="92964" y="195084"/>
                </a:lnTo>
                <a:lnTo>
                  <a:pt x="92964" y="179844"/>
                </a:lnTo>
                <a:lnTo>
                  <a:pt x="182880" y="179844"/>
                </a:lnTo>
                <a:lnTo>
                  <a:pt x="182880" y="230136"/>
                </a:lnTo>
                <a:lnTo>
                  <a:pt x="6096" y="230136"/>
                </a:lnTo>
                <a:lnTo>
                  <a:pt x="21336" y="245376"/>
                </a:lnTo>
                <a:lnTo>
                  <a:pt x="31635" y="243370"/>
                </a:lnTo>
                <a:lnTo>
                  <a:pt x="42100" y="241947"/>
                </a:lnTo>
                <a:lnTo>
                  <a:pt x="52832" y="241084"/>
                </a:lnTo>
                <a:lnTo>
                  <a:pt x="64008" y="240804"/>
                </a:lnTo>
                <a:lnTo>
                  <a:pt x="161544" y="240804"/>
                </a:lnTo>
                <a:lnTo>
                  <a:pt x="129006" y="282282"/>
                </a:lnTo>
                <a:lnTo>
                  <a:pt x="91059" y="320052"/>
                </a:lnTo>
                <a:lnTo>
                  <a:pt x="47955" y="354380"/>
                </a:lnTo>
                <a:lnTo>
                  <a:pt x="0" y="385584"/>
                </a:lnTo>
                <a:lnTo>
                  <a:pt x="1524" y="391680"/>
                </a:lnTo>
                <a:lnTo>
                  <a:pt x="46126" y="370649"/>
                </a:lnTo>
                <a:lnTo>
                  <a:pt x="86639" y="346049"/>
                </a:lnTo>
                <a:lnTo>
                  <a:pt x="122986" y="317931"/>
                </a:lnTo>
                <a:lnTo>
                  <a:pt x="155092" y="286385"/>
                </a:lnTo>
                <a:lnTo>
                  <a:pt x="182880" y="251472"/>
                </a:lnTo>
                <a:lnTo>
                  <a:pt x="182753" y="320052"/>
                </a:lnTo>
                <a:lnTo>
                  <a:pt x="182689" y="335864"/>
                </a:lnTo>
                <a:lnTo>
                  <a:pt x="182308" y="367817"/>
                </a:lnTo>
                <a:lnTo>
                  <a:pt x="182181" y="376123"/>
                </a:lnTo>
                <a:lnTo>
                  <a:pt x="181356" y="409968"/>
                </a:lnTo>
                <a:lnTo>
                  <a:pt x="211836" y="394728"/>
                </a:lnTo>
                <a:lnTo>
                  <a:pt x="210502" y="346049"/>
                </a:lnTo>
                <a:lnTo>
                  <a:pt x="210312" y="251472"/>
                </a:lnTo>
                <a:lnTo>
                  <a:pt x="210312" y="246900"/>
                </a:lnTo>
                <a:lnTo>
                  <a:pt x="233095" y="286588"/>
                </a:lnTo>
                <a:lnTo>
                  <a:pt x="264604" y="323291"/>
                </a:lnTo>
                <a:lnTo>
                  <a:pt x="304393" y="356831"/>
                </a:lnTo>
                <a:lnTo>
                  <a:pt x="352044" y="387108"/>
                </a:lnTo>
                <a:lnTo>
                  <a:pt x="357162" y="378193"/>
                </a:lnTo>
                <a:lnTo>
                  <a:pt x="365569" y="371868"/>
                </a:lnTo>
                <a:lnTo>
                  <a:pt x="377113" y="367817"/>
                </a:lnTo>
                <a:lnTo>
                  <a:pt x="391668" y="365772"/>
                </a:lnTo>
                <a:lnTo>
                  <a:pt x="391668" y="358152"/>
                </a:lnTo>
                <a:close/>
              </a:path>
              <a:path w="1728470" h="412114">
                <a:moveTo>
                  <a:pt x="832091" y="70116"/>
                </a:moveTo>
                <a:lnTo>
                  <a:pt x="795515" y="33540"/>
                </a:lnTo>
                <a:lnTo>
                  <a:pt x="769607" y="59448"/>
                </a:lnTo>
                <a:lnTo>
                  <a:pt x="623303" y="59448"/>
                </a:lnTo>
                <a:lnTo>
                  <a:pt x="626351" y="51828"/>
                </a:lnTo>
                <a:lnTo>
                  <a:pt x="630923" y="44208"/>
                </a:lnTo>
                <a:lnTo>
                  <a:pt x="637019" y="32016"/>
                </a:lnTo>
                <a:lnTo>
                  <a:pt x="643115" y="25920"/>
                </a:lnTo>
                <a:lnTo>
                  <a:pt x="652259" y="21348"/>
                </a:lnTo>
                <a:lnTo>
                  <a:pt x="611111" y="12"/>
                </a:lnTo>
                <a:lnTo>
                  <a:pt x="608495" y="14008"/>
                </a:lnTo>
                <a:lnTo>
                  <a:pt x="605015" y="28587"/>
                </a:lnTo>
                <a:lnTo>
                  <a:pt x="600405" y="43726"/>
                </a:lnTo>
                <a:lnTo>
                  <a:pt x="594347" y="59448"/>
                </a:lnTo>
                <a:lnTo>
                  <a:pt x="449567" y="59448"/>
                </a:lnTo>
                <a:lnTo>
                  <a:pt x="463283" y="73164"/>
                </a:lnTo>
                <a:lnTo>
                  <a:pt x="489191" y="70116"/>
                </a:lnTo>
                <a:lnTo>
                  <a:pt x="589775" y="70116"/>
                </a:lnTo>
                <a:lnTo>
                  <a:pt x="579475" y="93040"/>
                </a:lnTo>
                <a:lnTo>
                  <a:pt x="569010" y="114122"/>
                </a:lnTo>
                <a:lnTo>
                  <a:pt x="558279" y="133756"/>
                </a:lnTo>
                <a:lnTo>
                  <a:pt x="547103" y="152412"/>
                </a:lnTo>
                <a:lnTo>
                  <a:pt x="528815" y="143268"/>
                </a:lnTo>
                <a:lnTo>
                  <a:pt x="529945" y="150380"/>
                </a:lnTo>
                <a:lnTo>
                  <a:pt x="530910" y="157937"/>
                </a:lnTo>
                <a:lnTo>
                  <a:pt x="531609" y="165760"/>
                </a:lnTo>
                <a:lnTo>
                  <a:pt x="531863" y="173748"/>
                </a:lnTo>
                <a:lnTo>
                  <a:pt x="509562" y="203746"/>
                </a:lnTo>
                <a:lnTo>
                  <a:pt x="485952" y="232041"/>
                </a:lnTo>
                <a:lnTo>
                  <a:pt x="460933" y="258610"/>
                </a:lnTo>
                <a:lnTo>
                  <a:pt x="434327" y="283476"/>
                </a:lnTo>
                <a:lnTo>
                  <a:pt x="438899" y="289572"/>
                </a:lnTo>
                <a:lnTo>
                  <a:pt x="466928" y="268998"/>
                </a:lnTo>
                <a:lnTo>
                  <a:pt x="491667" y="248424"/>
                </a:lnTo>
                <a:lnTo>
                  <a:pt x="513270" y="227850"/>
                </a:lnTo>
                <a:lnTo>
                  <a:pt x="531863" y="207276"/>
                </a:lnTo>
                <a:lnTo>
                  <a:pt x="531647" y="266712"/>
                </a:lnTo>
                <a:lnTo>
                  <a:pt x="531558" y="283476"/>
                </a:lnTo>
                <a:lnTo>
                  <a:pt x="530910" y="336816"/>
                </a:lnTo>
                <a:lnTo>
                  <a:pt x="529945" y="380822"/>
                </a:lnTo>
                <a:lnTo>
                  <a:pt x="528815" y="411492"/>
                </a:lnTo>
                <a:lnTo>
                  <a:pt x="557771" y="393204"/>
                </a:lnTo>
                <a:lnTo>
                  <a:pt x="555675" y="316433"/>
                </a:lnTo>
                <a:lnTo>
                  <a:pt x="555040" y="258610"/>
                </a:lnTo>
                <a:lnTo>
                  <a:pt x="554837" y="207276"/>
                </a:lnTo>
                <a:lnTo>
                  <a:pt x="554723" y="176796"/>
                </a:lnTo>
                <a:lnTo>
                  <a:pt x="589775" y="124028"/>
                </a:lnTo>
                <a:lnTo>
                  <a:pt x="620255" y="70116"/>
                </a:lnTo>
                <a:lnTo>
                  <a:pt x="832091" y="70116"/>
                </a:lnTo>
                <a:close/>
              </a:path>
              <a:path w="1728470" h="412114">
                <a:moveTo>
                  <a:pt x="844283" y="263664"/>
                </a:moveTo>
                <a:lnTo>
                  <a:pt x="810755" y="230136"/>
                </a:lnTo>
                <a:lnTo>
                  <a:pt x="787895" y="252996"/>
                </a:lnTo>
                <a:lnTo>
                  <a:pt x="714743" y="252996"/>
                </a:lnTo>
                <a:lnTo>
                  <a:pt x="714743" y="214896"/>
                </a:lnTo>
                <a:lnTo>
                  <a:pt x="729983" y="204228"/>
                </a:lnTo>
                <a:lnTo>
                  <a:pt x="714743" y="195084"/>
                </a:lnTo>
                <a:lnTo>
                  <a:pt x="721106" y="190512"/>
                </a:lnTo>
                <a:lnTo>
                  <a:pt x="726173" y="186867"/>
                </a:lnTo>
                <a:lnTo>
                  <a:pt x="737603" y="178511"/>
                </a:lnTo>
                <a:lnTo>
                  <a:pt x="749033" y="170434"/>
                </a:lnTo>
                <a:lnTo>
                  <a:pt x="793902" y="147650"/>
                </a:lnTo>
                <a:lnTo>
                  <a:pt x="806183" y="144792"/>
                </a:lnTo>
                <a:lnTo>
                  <a:pt x="802030" y="140220"/>
                </a:lnTo>
                <a:lnTo>
                  <a:pt x="775703" y="111264"/>
                </a:lnTo>
                <a:lnTo>
                  <a:pt x="758939" y="129552"/>
                </a:lnTo>
                <a:lnTo>
                  <a:pt x="594347" y="129552"/>
                </a:lnTo>
                <a:lnTo>
                  <a:pt x="608063" y="143268"/>
                </a:lnTo>
                <a:lnTo>
                  <a:pt x="632447" y="140220"/>
                </a:lnTo>
                <a:lnTo>
                  <a:pt x="757415" y="140220"/>
                </a:lnTo>
                <a:lnTo>
                  <a:pt x="708647" y="190512"/>
                </a:lnTo>
                <a:lnTo>
                  <a:pt x="688835" y="179844"/>
                </a:lnTo>
                <a:lnTo>
                  <a:pt x="689724" y="194703"/>
                </a:lnTo>
                <a:lnTo>
                  <a:pt x="690168" y="211848"/>
                </a:lnTo>
                <a:lnTo>
                  <a:pt x="690308" y="227850"/>
                </a:lnTo>
                <a:lnTo>
                  <a:pt x="690359" y="252996"/>
                </a:lnTo>
                <a:lnTo>
                  <a:pt x="574535" y="252996"/>
                </a:lnTo>
                <a:lnTo>
                  <a:pt x="588251" y="266712"/>
                </a:lnTo>
                <a:lnTo>
                  <a:pt x="614159" y="263664"/>
                </a:lnTo>
                <a:lnTo>
                  <a:pt x="690359" y="263664"/>
                </a:lnTo>
                <a:lnTo>
                  <a:pt x="690359" y="362724"/>
                </a:lnTo>
                <a:lnTo>
                  <a:pt x="687324" y="368795"/>
                </a:lnTo>
                <a:lnTo>
                  <a:pt x="670153" y="368769"/>
                </a:lnTo>
                <a:lnTo>
                  <a:pt x="659688" y="368439"/>
                </a:lnTo>
                <a:lnTo>
                  <a:pt x="646671" y="367525"/>
                </a:lnTo>
                <a:lnTo>
                  <a:pt x="630923" y="365772"/>
                </a:lnTo>
                <a:lnTo>
                  <a:pt x="630923" y="374916"/>
                </a:lnTo>
                <a:lnTo>
                  <a:pt x="651192" y="382104"/>
                </a:lnTo>
                <a:lnTo>
                  <a:pt x="666165" y="390156"/>
                </a:lnTo>
                <a:lnTo>
                  <a:pt x="675716" y="399338"/>
                </a:lnTo>
                <a:lnTo>
                  <a:pt x="679691" y="409968"/>
                </a:lnTo>
                <a:lnTo>
                  <a:pt x="694817" y="401396"/>
                </a:lnTo>
                <a:lnTo>
                  <a:pt x="705789" y="391680"/>
                </a:lnTo>
                <a:lnTo>
                  <a:pt x="712482" y="380822"/>
                </a:lnTo>
                <a:lnTo>
                  <a:pt x="714743" y="368820"/>
                </a:lnTo>
                <a:lnTo>
                  <a:pt x="714743" y="263664"/>
                </a:lnTo>
                <a:lnTo>
                  <a:pt x="844283" y="263664"/>
                </a:lnTo>
                <a:close/>
              </a:path>
              <a:path w="1728470" h="412114">
                <a:moveTo>
                  <a:pt x="1274064" y="89916"/>
                </a:moveTo>
                <a:lnTo>
                  <a:pt x="1237488" y="53340"/>
                </a:lnTo>
                <a:lnTo>
                  <a:pt x="1211580" y="79248"/>
                </a:lnTo>
                <a:lnTo>
                  <a:pt x="1057656" y="79248"/>
                </a:lnTo>
                <a:lnTo>
                  <a:pt x="1064844" y="64376"/>
                </a:lnTo>
                <a:lnTo>
                  <a:pt x="1070610" y="51625"/>
                </a:lnTo>
                <a:lnTo>
                  <a:pt x="1075220" y="40894"/>
                </a:lnTo>
                <a:lnTo>
                  <a:pt x="1078992" y="32004"/>
                </a:lnTo>
                <a:lnTo>
                  <a:pt x="1095756" y="21336"/>
                </a:lnTo>
                <a:lnTo>
                  <a:pt x="1056132" y="0"/>
                </a:lnTo>
                <a:lnTo>
                  <a:pt x="1052741" y="16891"/>
                </a:lnTo>
                <a:lnTo>
                  <a:pt x="1047369" y="35623"/>
                </a:lnTo>
                <a:lnTo>
                  <a:pt x="1040269" y="56375"/>
                </a:lnTo>
                <a:lnTo>
                  <a:pt x="1031748" y="79248"/>
                </a:lnTo>
                <a:lnTo>
                  <a:pt x="894588" y="79248"/>
                </a:lnTo>
                <a:lnTo>
                  <a:pt x="909828" y="94488"/>
                </a:lnTo>
                <a:lnTo>
                  <a:pt x="919467" y="92494"/>
                </a:lnTo>
                <a:lnTo>
                  <a:pt x="929830" y="91059"/>
                </a:lnTo>
                <a:lnTo>
                  <a:pt x="940473" y="90208"/>
                </a:lnTo>
                <a:lnTo>
                  <a:pt x="950976" y="89916"/>
                </a:lnTo>
                <a:lnTo>
                  <a:pt x="1028700" y="89916"/>
                </a:lnTo>
                <a:lnTo>
                  <a:pt x="1014069" y="115328"/>
                </a:lnTo>
                <a:lnTo>
                  <a:pt x="999744" y="138874"/>
                </a:lnTo>
                <a:lnTo>
                  <a:pt x="985405" y="160426"/>
                </a:lnTo>
                <a:lnTo>
                  <a:pt x="970788" y="179832"/>
                </a:lnTo>
                <a:lnTo>
                  <a:pt x="954024" y="172212"/>
                </a:lnTo>
                <a:lnTo>
                  <a:pt x="954252" y="181622"/>
                </a:lnTo>
                <a:lnTo>
                  <a:pt x="954786" y="189166"/>
                </a:lnTo>
                <a:lnTo>
                  <a:pt x="955306" y="194716"/>
                </a:lnTo>
                <a:lnTo>
                  <a:pt x="955548" y="198120"/>
                </a:lnTo>
                <a:lnTo>
                  <a:pt x="941362" y="214884"/>
                </a:lnTo>
                <a:lnTo>
                  <a:pt x="923734" y="233553"/>
                </a:lnTo>
                <a:lnTo>
                  <a:pt x="903033" y="253847"/>
                </a:lnTo>
                <a:lnTo>
                  <a:pt x="879348" y="275844"/>
                </a:lnTo>
                <a:lnTo>
                  <a:pt x="882396" y="280416"/>
                </a:lnTo>
                <a:lnTo>
                  <a:pt x="899845" y="269011"/>
                </a:lnTo>
                <a:lnTo>
                  <a:pt x="918019" y="255460"/>
                </a:lnTo>
                <a:lnTo>
                  <a:pt x="937044" y="239915"/>
                </a:lnTo>
                <a:lnTo>
                  <a:pt x="957072" y="222504"/>
                </a:lnTo>
                <a:lnTo>
                  <a:pt x="957072" y="355092"/>
                </a:lnTo>
                <a:lnTo>
                  <a:pt x="956830" y="366814"/>
                </a:lnTo>
                <a:lnTo>
                  <a:pt x="955789" y="391668"/>
                </a:lnTo>
                <a:lnTo>
                  <a:pt x="955548" y="405384"/>
                </a:lnTo>
                <a:lnTo>
                  <a:pt x="981456" y="391668"/>
                </a:lnTo>
                <a:lnTo>
                  <a:pt x="981456" y="222504"/>
                </a:lnTo>
                <a:lnTo>
                  <a:pt x="981456" y="198120"/>
                </a:lnTo>
                <a:lnTo>
                  <a:pt x="997724" y="179832"/>
                </a:lnTo>
                <a:lnTo>
                  <a:pt x="999744" y="177571"/>
                </a:lnTo>
                <a:lnTo>
                  <a:pt x="1018032" y="152590"/>
                </a:lnTo>
                <a:lnTo>
                  <a:pt x="1036320" y="123329"/>
                </a:lnTo>
                <a:lnTo>
                  <a:pt x="1054608" y="89916"/>
                </a:lnTo>
                <a:lnTo>
                  <a:pt x="1274064" y="89916"/>
                </a:lnTo>
                <a:close/>
              </a:path>
              <a:path w="1728470" h="412114">
                <a:moveTo>
                  <a:pt x="1283208" y="364236"/>
                </a:moveTo>
                <a:lnTo>
                  <a:pt x="1249680" y="329184"/>
                </a:lnTo>
                <a:lnTo>
                  <a:pt x="1225296" y="353568"/>
                </a:lnTo>
                <a:lnTo>
                  <a:pt x="1138428" y="353568"/>
                </a:lnTo>
                <a:lnTo>
                  <a:pt x="1138428" y="214884"/>
                </a:lnTo>
                <a:lnTo>
                  <a:pt x="1258824" y="214884"/>
                </a:lnTo>
                <a:lnTo>
                  <a:pt x="1226820" y="181356"/>
                </a:lnTo>
                <a:lnTo>
                  <a:pt x="1203960" y="204216"/>
                </a:lnTo>
                <a:lnTo>
                  <a:pt x="1138428" y="204216"/>
                </a:lnTo>
                <a:lnTo>
                  <a:pt x="1138428" y="132588"/>
                </a:lnTo>
                <a:lnTo>
                  <a:pt x="1152144" y="120396"/>
                </a:lnTo>
                <a:lnTo>
                  <a:pt x="1110996" y="103632"/>
                </a:lnTo>
                <a:lnTo>
                  <a:pt x="1113091" y="129540"/>
                </a:lnTo>
                <a:lnTo>
                  <a:pt x="1113751" y="138874"/>
                </a:lnTo>
                <a:lnTo>
                  <a:pt x="1114044" y="146304"/>
                </a:lnTo>
                <a:lnTo>
                  <a:pt x="1114044" y="204216"/>
                </a:lnTo>
                <a:lnTo>
                  <a:pt x="1011936" y="204216"/>
                </a:lnTo>
                <a:lnTo>
                  <a:pt x="1028700" y="219456"/>
                </a:lnTo>
                <a:lnTo>
                  <a:pt x="1038123" y="217462"/>
                </a:lnTo>
                <a:lnTo>
                  <a:pt x="1048131" y="216027"/>
                </a:lnTo>
                <a:lnTo>
                  <a:pt x="1058697" y="215176"/>
                </a:lnTo>
                <a:lnTo>
                  <a:pt x="1069848" y="214884"/>
                </a:lnTo>
                <a:lnTo>
                  <a:pt x="1114044" y="214884"/>
                </a:lnTo>
                <a:lnTo>
                  <a:pt x="1114044" y="353568"/>
                </a:lnTo>
                <a:lnTo>
                  <a:pt x="990600" y="353568"/>
                </a:lnTo>
                <a:lnTo>
                  <a:pt x="1005840" y="368808"/>
                </a:lnTo>
                <a:lnTo>
                  <a:pt x="1015263" y="366814"/>
                </a:lnTo>
                <a:lnTo>
                  <a:pt x="1025271" y="365379"/>
                </a:lnTo>
                <a:lnTo>
                  <a:pt x="1035837" y="364528"/>
                </a:lnTo>
                <a:lnTo>
                  <a:pt x="1046988" y="364236"/>
                </a:lnTo>
                <a:lnTo>
                  <a:pt x="1283208" y="364236"/>
                </a:lnTo>
                <a:close/>
              </a:path>
              <a:path w="1728470" h="412114">
                <a:moveTo>
                  <a:pt x="1499603" y="143256"/>
                </a:moveTo>
                <a:lnTo>
                  <a:pt x="1469123" y="111252"/>
                </a:lnTo>
                <a:lnTo>
                  <a:pt x="1449311" y="132588"/>
                </a:lnTo>
                <a:lnTo>
                  <a:pt x="1435595" y="132588"/>
                </a:lnTo>
                <a:lnTo>
                  <a:pt x="1435595" y="54864"/>
                </a:lnTo>
                <a:lnTo>
                  <a:pt x="1435595" y="50292"/>
                </a:lnTo>
                <a:lnTo>
                  <a:pt x="1468551" y="44005"/>
                </a:lnTo>
                <a:lnTo>
                  <a:pt x="1482102" y="41935"/>
                </a:lnTo>
                <a:lnTo>
                  <a:pt x="1493507" y="41148"/>
                </a:lnTo>
                <a:lnTo>
                  <a:pt x="1467599" y="12192"/>
                </a:lnTo>
                <a:lnTo>
                  <a:pt x="1425600" y="35128"/>
                </a:lnTo>
                <a:lnTo>
                  <a:pt x="1372539" y="50101"/>
                </a:lnTo>
                <a:lnTo>
                  <a:pt x="1338059" y="57912"/>
                </a:lnTo>
                <a:lnTo>
                  <a:pt x="1339583" y="65532"/>
                </a:lnTo>
                <a:lnTo>
                  <a:pt x="1357020" y="62369"/>
                </a:lnTo>
                <a:lnTo>
                  <a:pt x="1375016" y="59626"/>
                </a:lnTo>
                <a:lnTo>
                  <a:pt x="1393596" y="57175"/>
                </a:lnTo>
                <a:lnTo>
                  <a:pt x="1412735" y="54864"/>
                </a:lnTo>
                <a:lnTo>
                  <a:pt x="1412735" y="132588"/>
                </a:lnTo>
                <a:lnTo>
                  <a:pt x="1330439" y="132588"/>
                </a:lnTo>
                <a:lnTo>
                  <a:pt x="1345679" y="147828"/>
                </a:lnTo>
                <a:lnTo>
                  <a:pt x="1355991" y="145834"/>
                </a:lnTo>
                <a:lnTo>
                  <a:pt x="1366443" y="144399"/>
                </a:lnTo>
                <a:lnTo>
                  <a:pt x="1377188" y="143548"/>
                </a:lnTo>
                <a:lnTo>
                  <a:pt x="1388351" y="143256"/>
                </a:lnTo>
                <a:lnTo>
                  <a:pt x="1411211" y="143256"/>
                </a:lnTo>
                <a:lnTo>
                  <a:pt x="1397685" y="186309"/>
                </a:lnTo>
                <a:lnTo>
                  <a:pt x="1380731" y="231648"/>
                </a:lnTo>
                <a:lnTo>
                  <a:pt x="1356918" y="278892"/>
                </a:lnTo>
                <a:lnTo>
                  <a:pt x="1327391" y="326136"/>
                </a:lnTo>
                <a:lnTo>
                  <a:pt x="1331963" y="329184"/>
                </a:lnTo>
                <a:lnTo>
                  <a:pt x="1355953" y="302895"/>
                </a:lnTo>
                <a:lnTo>
                  <a:pt x="1377492" y="274320"/>
                </a:lnTo>
                <a:lnTo>
                  <a:pt x="1396479" y="243459"/>
                </a:lnTo>
                <a:lnTo>
                  <a:pt x="1412735" y="210312"/>
                </a:lnTo>
                <a:lnTo>
                  <a:pt x="1412506" y="274967"/>
                </a:lnTo>
                <a:lnTo>
                  <a:pt x="1411947" y="332613"/>
                </a:lnTo>
                <a:lnTo>
                  <a:pt x="1411478" y="373380"/>
                </a:lnTo>
                <a:lnTo>
                  <a:pt x="1411211" y="411480"/>
                </a:lnTo>
                <a:lnTo>
                  <a:pt x="1437119" y="397764"/>
                </a:lnTo>
                <a:lnTo>
                  <a:pt x="1436281" y="372198"/>
                </a:lnTo>
                <a:lnTo>
                  <a:pt x="1436192" y="365379"/>
                </a:lnTo>
                <a:lnTo>
                  <a:pt x="1435849" y="332613"/>
                </a:lnTo>
                <a:lnTo>
                  <a:pt x="1435722" y="302895"/>
                </a:lnTo>
                <a:lnTo>
                  <a:pt x="1435608" y="210312"/>
                </a:lnTo>
                <a:lnTo>
                  <a:pt x="1435595" y="188976"/>
                </a:lnTo>
                <a:lnTo>
                  <a:pt x="1444193" y="199605"/>
                </a:lnTo>
                <a:lnTo>
                  <a:pt x="1451787" y="211074"/>
                </a:lnTo>
                <a:lnTo>
                  <a:pt x="1458531" y="223697"/>
                </a:lnTo>
                <a:lnTo>
                  <a:pt x="1469123" y="248412"/>
                </a:lnTo>
                <a:lnTo>
                  <a:pt x="1473695" y="254508"/>
                </a:lnTo>
                <a:lnTo>
                  <a:pt x="1478267" y="254508"/>
                </a:lnTo>
                <a:lnTo>
                  <a:pt x="1481315" y="251460"/>
                </a:lnTo>
                <a:lnTo>
                  <a:pt x="1484363" y="245364"/>
                </a:lnTo>
                <a:lnTo>
                  <a:pt x="1487411" y="237744"/>
                </a:lnTo>
                <a:lnTo>
                  <a:pt x="1488935" y="231648"/>
                </a:lnTo>
                <a:lnTo>
                  <a:pt x="1488935" y="227076"/>
                </a:lnTo>
                <a:lnTo>
                  <a:pt x="1465173" y="194602"/>
                </a:lnTo>
                <a:lnTo>
                  <a:pt x="1435595" y="178308"/>
                </a:lnTo>
                <a:lnTo>
                  <a:pt x="1435595" y="143256"/>
                </a:lnTo>
                <a:lnTo>
                  <a:pt x="1499603" y="143256"/>
                </a:lnTo>
                <a:close/>
              </a:path>
              <a:path w="1728470" h="412114">
                <a:moveTo>
                  <a:pt x="1503159" y="313944"/>
                </a:moveTo>
                <a:lnTo>
                  <a:pt x="1502651" y="300228"/>
                </a:lnTo>
                <a:lnTo>
                  <a:pt x="1495031" y="300228"/>
                </a:lnTo>
                <a:lnTo>
                  <a:pt x="1491081" y="316992"/>
                </a:lnTo>
                <a:lnTo>
                  <a:pt x="1486077" y="331089"/>
                </a:lnTo>
                <a:lnTo>
                  <a:pt x="1480248" y="342239"/>
                </a:lnTo>
                <a:lnTo>
                  <a:pt x="1473695" y="350520"/>
                </a:lnTo>
                <a:lnTo>
                  <a:pt x="1466075" y="356616"/>
                </a:lnTo>
                <a:lnTo>
                  <a:pt x="1463027" y="362712"/>
                </a:lnTo>
                <a:lnTo>
                  <a:pt x="1463027" y="368808"/>
                </a:lnTo>
                <a:lnTo>
                  <a:pt x="1464551" y="370332"/>
                </a:lnTo>
                <a:lnTo>
                  <a:pt x="1466075" y="370332"/>
                </a:lnTo>
                <a:lnTo>
                  <a:pt x="1472171" y="373380"/>
                </a:lnTo>
                <a:lnTo>
                  <a:pt x="1479791" y="373380"/>
                </a:lnTo>
                <a:lnTo>
                  <a:pt x="1488935" y="370332"/>
                </a:lnTo>
                <a:lnTo>
                  <a:pt x="1495031" y="370332"/>
                </a:lnTo>
                <a:lnTo>
                  <a:pt x="1498079" y="364236"/>
                </a:lnTo>
                <a:lnTo>
                  <a:pt x="1501127" y="353568"/>
                </a:lnTo>
                <a:lnTo>
                  <a:pt x="1502232" y="344170"/>
                </a:lnTo>
                <a:lnTo>
                  <a:pt x="1503032" y="332041"/>
                </a:lnTo>
                <a:lnTo>
                  <a:pt x="1503159" y="313944"/>
                </a:lnTo>
                <a:close/>
              </a:path>
              <a:path w="1728470" h="412114">
                <a:moveTo>
                  <a:pt x="1621523" y="295656"/>
                </a:moveTo>
                <a:lnTo>
                  <a:pt x="1590573" y="265087"/>
                </a:lnTo>
                <a:lnTo>
                  <a:pt x="1574279" y="254508"/>
                </a:lnTo>
                <a:lnTo>
                  <a:pt x="1571231" y="257556"/>
                </a:lnTo>
                <a:lnTo>
                  <a:pt x="1580667" y="271843"/>
                </a:lnTo>
                <a:lnTo>
                  <a:pt x="1588376" y="284988"/>
                </a:lnTo>
                <a:lnTo>
                  <a:pt x="1594383" y="296989"/>
                </a:lnTo>
                <a:lnTo>
                  <a:pt x="1598663" y="307848"/>
                </a:lnTo>
                <a:lnTo>
                  <a:pt x="1600187" y="316992"/>
                </a:lnTo>
                <a:lnTo>
                  <a:pt x="1603235" y="321564"/>
                </a:lnTo>
                <a:lnTo>
                  <a:pt x="1607807" y="321564"/>
                </a:lnTo>
                <a:lnTo>
                  <a:pt x="1610855" y="320040"/>
                </a:lnTo>
                <a:lnTo>
                  <a:pt x="1615427" y="313944"/>
                </a:lnTo>
                <a:lnTo>
                  <a:pt x="1621523" y="301752"/>
                </a:lnTo>
                <a:lnTo>
                  <a:pt x="1621523" y="295656"/>
                </a:lnTo>
                <a:close/>
              </a:path>
              <a:path w="1728470" h="412114">
                <a:moveTo>
                  <a:pt x="1682483" y="368808"/>
                </a:moveTo>
                <a:lnTo>
                  <a:pt x="1663623" y="332613"/>
                </a:lnTo>
                <a:lnTo>
                  <a:pt x="1662671" y="312420"/>
                </a:lnTo>
                <a:lnTo>
                  <a:pt x="1655051" y="312420"/>
                </a:lnTo>
                <a:lnTo>
                  <a:pt x="1652003" y="350520"/>
                </a:lnTo>
                <a:lnTo>
                  <a:pt x="1633715" y="373380"/>
                </a:lnTo>
                <a:lnTo>
                  <a:pt x="1584947" y="373380"/>
                </a:lnTo>
                <a:lnTo>
                  <a:pt x="1573187" y="372198"/>
                </a:lnTo>
                <a:lnTo>
                  <a:pt x="1565135" y="368427"/>
                </a:lnTo>
                <a:lnTo>
                  <a:pt x="1560525" y="361810"/>
                </a:lnTo>
                <a:lnTo>
                  <a:pt x="1559039" y="352044"/>
                </a:lnTo>
                <a:lnTo>
                  <a:pt x="1559039" y="309372"/>
                </a:lnTo>
                <a:lnTo>
                  <a:pt x="1571231" y="300228"/>
                </a:lnTo>
                <a:lnTo>
                  <a:pt x="1534655" y="283464"/>
                </a:lnTo>
                <a:lnTo>
                  <a:pt x="1534922" y="302895"/>
                </a:lnTo>
                <a:lnTo>
                  <a:pt x="1535950" y="341553"/>
                </a:lnTo>
                <a:lnTo>
                  <a:pt x="1536179" y="362712"/>
                </a:lnTo>
                <a:lnTo>
                  <a:pt x="1537919" y="374738"/>
                </a:lnTo>
                <a:lnTo>
                  <a:pt x="1543227" y="383476"/>
                </a:lnTo>
                <a:lnTo>
                  <a:pt x="1552257" y="389077"/>
                </a:lnTo>
                <a:lnTo>
                  <a:pt x="1565135" y="391668"/>
                </a:lnTo>
                <a:lnTo>
                  <a:pt x="1639811" y="391668"/>
                </a:lnTo>
                <a:lnTo>
                  <a:pt x="1654416" y="391960"/>
                </a:lnTo>
                <a:lnTo>
                  <a:pt x="1666290" y="388239"/>
                </a:lnTo>
                <a:lnTo>
                  <a:pt x="1675612" y="380530"/>
                </a:lnTo>
                <a:lnTo>
                  <a:pt x="1679803" y="373380"/>
                </a:lnTo>
                <a:lnTo>
                  <a:pt x="1682483" y="368808"/>
                </a:lnTo>
                <a:close/>
              </a:path>
              <a:path w="1728470" h="412114">
                <a:moveTo>
                  <a:pt x="1711439" y="134112"/>
                </a:moveTo>
                <a:lnTo>
                  <a:pt x="1684007" y="114300"/>
                </a:lnTo>
                <a:lnTo>
                  <a:pt x="1671815" y="131064"/>
                </a:lnTo>
                <a:lnTo>
                  <a:pt x="1606283" y="131064"/>
                </a:lnTo>
                <a:lnTo>
                  <a:pt x="1636293" y="93141"/>
                </a:lnTo>
                <a:lnTo>
                  <a:pt x="1667662" y="70104"/>
                </a:lnTo>
                <a:lnTo>
                  <a:pt x="1671815" y="68580"/>
                </a:lnTo>
                <a:lnTo>
                  <a:pt x="1661604" y="59436"/>
                </a:lnTo>
                <a:lnTo>
                  <a:pt x="1642859" y="42672"/>
                </a:lnTo>
                <a:lnTo>
                  <a:pt x="1627619" y="59436"/>
                </a:lnTo>
                <a:lnTo>
                  <a:pt x="1560563" y="59436"/>
                </a:lnTo>
                <a:lnTo>
                  <a:pt x="1569669" y="47129"/>
                </a:lnTo>
                <a:lnTo>
                  <a:pt x="1578470" y="37528"/>
                </a:lnTo>
                <a:lnTo>
                  <a:pt x="1586712" y="30505"/>
                </a:lnTo>
                <a:lnTo>
                  <a:pt x="1594091" y="25908"/>
                </a:lnTo>
                <a:lnTo>
                  <a:pt x="1562087" y="6096"/>
                </a:lnTo>
                <a:lnTo>
                  <a:pt x="1543227" y="49822"/>
                </a:lnTo>
                <a:lnTo>
                  <a:pt x="1514843" y="95250"/>
                </a:lnTo>
                <a:lnTo>
                  <a:pt x="1495031" y="120396"/>
                </a:lnTo>
                <a:lnTo>
                  <a:pt x="1501127" y="123444"/>
                </a:lnTo>
                <a:lnTo>
                  <a:pt x="1514830" y="111683"/>
                </a:lnTo>
                <a:lnTo>
                  <a:pt x="1528368" y="99060"/>
                </a:lnTo>
                <a:lnTo>
                  <a:pt x="1541589" y="85344"/>
                </a:lnTo>
                <a:lnTo>
                  <a:pt x="1554467" y="70104"/>
                </a:lnTo>
                <a:lnTo>
                  <a:pt x="1629143" y="70104"/>
                </a:lnTo>
                <a:lnTo>
                  <a:pt x="1597139" y="131064"/>
                </a:lnTo>
                <a:lnTo>
                  <a:pt x="1501127" y="131064"/>
                </a:lnTo>
                <a:lnTo>
                  <a:pt x="1516367" y="146304"/>
                </a:lnTo>
                <a:lnTo>
                  <a:pt x="1526679" y="144310"/>
                </a:lnTo>
                <a:lnTo>
                  <a:pt x="1537131" y="142875"/>
                </a:lnTo>
                <a:lnTo>
                  <a:pt x="1547876" y="142024"/>
                </a:lnTo>
                <a:lnTo>
                  <a:pt x="1559039" y="141732"/>
                </a:lnTo>
                <a:lnTo>
                  <a:pt x="1674863" y="141732"/>
                </a:lnTo>
                <a:lnTo>
                  <a:pt x="1674863" y="182880"/>
                </a:lnTo>
                <a:lnTo>
                  <a:pt x="1517891" y="182880"/>
                </a:lnTo>
                <a:lnTo>
                  <a:pt x="1534655" y="198120"/>
                </a:lnTo>
                <a:lnTo>
                  <a:pt x="1544091" y="196126"/>
                </a:lnTo>
                <a:lnTo>
                  <a:pt x="1554086" y="194691"/>
                </a:lnTo>
                <a:lnTo>
                  <a:pt x="1564665" y="193840"/>
                </a:lnTo>
                <a:lnTo>
                  <a:pt x="1575803" y="193548"/>
                </a:lnTo>
                <a:lnTo>
                  <a:pt x="1674863" y="193548"/>
                </a:lnTo>
                <a:lnTo>
                  <a:pt x="1674863" y="233172"/>
                </a:lnTo>
                <a:lnTo>
                  <a:pt x="1501127" y="233172"/>
                </a:lnTo>
                <a:lnTo>
                  <a:pt x="1516367" y="249936"/>
                </a:lnTo>
                <a:lnTo>
                  <a:pt x="1526679" y="247065"/>
                </a:lnTo>
                <a:lnTo>
                  <a:pt x="1537131" y="245173"/>
                </a:lnTo>
                <a:lnTo>
                  <a:pt x="1547876" y="244157"/>
                </a:lnTo>
                <a:lnTo>
                  <a:pt x="1559039" y="243840"/>
                </a:lnTo>
                <a:lnTo>
                  <a:pt x="1674863" y="243840"/>
                </a:lnTo>
                <a:lnTo>
                  <a:pt x="1674863" y="266700"/>
                </a:lnTo>
                <a:lnTo>
                  <a:pt x="1699247" y="256032"/>
                </a:lnTo>
                <a:lnTo>
                  <a:pt x="1697901" y="214122"/>
                </a:lnTo>
                <a:lnTo>
                  <a:pt x="1697723" y="146304"/>
                </a:lnTo>
                <a:lnTo>
                  <a:pt x="1702866" y="141732"/>
                </a:lnTo>
                <a:lnTo>
                  <a:pt x="1711439" y="134112"/>
                </a:lnTo>
                <a:close/>
              </a:path>
              <a:path w="1728470" h="412114">
                <a:moveTo>
                  <a:pt x="1728203" y="345948"/>
                </a:moveTo>
                <a:lnTo>
                  <a:pt x="1696961" y="308610"/>
                </a:lnTo>
                <a:lnTo>
                  <a:pt x="1674863" y="295656"/>
                </a:lnTo>
                <a:lnTo>
                  <a:pt x="1671815" y="300228"/>
                </a:lnTo>
                <a:lnTo>
                  <a:pt x="1679486" y="311086"/>
                </a:lnTo>
                <a:lnTo>
                  <a:pt x="1686293" y="320802"/>
                </a:lnTo>
                <a:lnTo>
                  <a:pt x="1691970" y="329374"/>
                </a:lnTo>
                <a:lnTo>
                  <a:pt x="1696199" y="336804"/>
                </a:lnTo>
                <a:lnTo>
                  <a:pt x="1699399" y="343662"/>
                </a:lnTo>
                <a:lnTo>
                  <a:pt x="1705203" y="357378"/>
                </a:lnTo>
                <a:lnTo>
                  <a:pt x="1708391" y="364236"/>
                </a:lnTo>
                <a:lnTo>
                  <a:pt x="1709915" y="370332"/>
                </a:lnTo>
                <a:lnTo>
                  <a:pt x="1712963" y="373380"/>
                </a:lnTo>
                <a:lnTo>
                  <a:pt x="1716011" y="373380"/>
                </a:lnTo>
                <a:lnTo>
                  <a:pt x="1719059" y="368808"/>
                </a:lnTo>
                <a:lnTo>
                  <a:pt x="1722107" y="362712"/>
                </a:lnTo>
                <a:lnTo>
                  <a:pt x="1726679" y="356616"/>
                </a:lnTo>
                <a:lnTo>
                  <a:pt x="1728203" y="350520"/>
                </a:lnTo>
                <a:lnTo>
                  <a:pt x="1728203" y="34594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" name="object 29"/>
          <p:cNvSpPr/>
          <p:nvPr/>
        </p:nvSpPr>
        <p:spPr>
          <a:xfrm>
            <a:off x="7917179" y="3668267"/>
            <a:ext cx="388620" cy="405765"/>
          </a:xfrm>
          <a:custGeom>
            <a:avLst/>
            <a:gdLst/>
            <a:ahLst/>
            <a:cxnLst/>
            <a:rect l="l" t="t" r="r" b="b"/>
            <a:pathLst>
              <a:path w="388620" h="405764">
                <a:moveTo>
                  <a:pt x="199644" y="70103"/>
                </a:moveTo>
                <a:lnTo>
                  <a:pt x="193548" y="70103"/>
                </a:lnTo>
                <a:lnTo>
                  <a:pt x="192024" y="65531"/>
                </a:lnTo>
                <a:lnTo>
                  <a:pt x="190500" y="54863"/>
                </a:lnTo>
                <a:lnTo>
                  <a:pt x="186213" y="43124"/>
                </a:lnTo>
                <a:lnTo>
                  <a:pt x="180213" y="30670"/>
                </a:lnTo>
                <a:lnTo>
                  <a:pt x="172497" y="17359"/>
                </a:lnTo>
                <a:lnTo>
                  <a:pt x="163068" y="3048"/>
                </a:lnTo>
                <a:lnTo>
                  <a:pt x="166116" y="0"/>
                </a:lnTo>
                <a:lnTo>
                  <a:pt x="201263" y="20788"/>
                </a:lnTo>
                <a:lnTo>
                  <a:pt x="216408" y="38100"/>
                </a:lnTo>
                <a:lnTo>
                  <a:pt x="216408" y="50291"/>
                </a:lnTo>
                <a:lnTo>
                  <a:pt x="213360" y="56387"/>
                </a:lnTo>
                <a:lnTo>
                  <a:pt x="208788" y="62483"/>
                </a:lnTo>
                <a:lnTo>
                  <a:pt x="202692" y="67055"/>
                </a:lnTo>
                <a:lnTo>
                  <a:pt x="199644" y="70103"/>
                </a:lnTo>
                <a:close/>
              </a:path>
              <a:path w="388620" h="405764">
                <a:moveTo>
                  <a:pt x="36576" y="138683"/>
                </a:moveTo>
                <a:lnTo>
                  <a:pt x="28956" y="138683"/>
                </a:lnTo>
                <a:lnTo>
                  <a:pt x="24384" y="137159"/>
                </a:lnTo>
                <a:lnTo>
                  <a:pt x="21336" y="134111"/>
                </a:lnTo>
                <a:lnTo>
                  <a:pt x="16764" y="131063"/>
                </a:lnTo>
                <a:lnTo>
                  <a:pt x="15240" y="129539"/>
                </a:lnTo>
                <a:lnTo>
                  <a:pt x="15240" y="123443"/>
                </a:lnTo>
                <a:lnTo>
                  <a:pt x="19812" y="117347"/>
                </a:lnTo>
                <a:lnTo>
                  <a:pt x="28956" y="109727"/>
                </a:lnTo>
                <a:lnTo>
                  <a:pt x="36623" y="100274"/>
                </a:lnTo>
                <a:lnTo>
                  <a:pt x="43434" y="87820"/>
                </a:lnTo>
                <a:lnTo>
                  <a:pt x="49101" y="72223"/>
                </a:lnTo>
                <a:lnTo>
                  <a:pt x="53340" y="53339"/>
                </a:lnTo>
                <a:lnTo>
                  <a:pt x="59436" y="53339"/>
                </a:lnTo>
                <a:lnTo>
                  <a:pt x="59436" y="76200"/>
                </a:lnTo>
                <a:lnTo>
                  <a:pt x="368410" y="76200"/>
                </a:lnTo>
                <a:lnTo>
                  <a:pt x="377223" y="86867"/>
                </a:lnTo>
                <a:lnTo>
                  <a:pt x="59436" y="86867"/>
                </a:lnTo>
                <a:lnTo>
                  <a:pt x="59721" y="104298"/>
                </a:lnTo>
                <a:lnTo>
                  <a:pt x="58293" y="117728"/>
                </a:lnTo>
                <a:lnTo>
                  <a:pt x="55149" y="127158"/>
                </a:lnTo>
                <a:lnTo>
                  <a:pt x="50292" y="132587"/>
                </a:lnTo>
                <a:lnTo>
                  <a:pt x="42672" y="137159"/>
                </a:lnTo>
                <a:lnTo>
                  <a:pt x="36576" y="138683"/>
                </a:lnTo>
                <a:close/>
              </a:path>
              <a:path w="388620" h="405764">
                <a:moveTo>
                  <a:pt x="368410" y="76200"/>
                </a:moveTo>
                <a:lnTo>
                  <a:pt x="332232" y="76200"/>
                </a:lnTo>
                <a:lnTo>
                  <a:pt x="352044" y="56387"/>
                </a:lnTo>
                <a:lnTo>
                  <a:pt x="368410" y="76200"/>
                </a:lnTo>
                <a:close/>
              </a:path>
              <a:path w="388620" h="405764">
                <a:moveTo>
                  <a:pt x="318516" y="132587"/>
                </a:moveTo>
                <a:lnTo>
                  <a:pt x="313944" y="129539"/>
                </a:lnTo>
                <a:lnTo>
                  <a:pt x="336804" y="86867"/>
                </a:lnTo>
                <a:lnTo>
                  <a:pt x="377223" y="86867"/>
                </a:lnTo>
                <a:lnTo>
                  <a:pt x="381000" y="91439"/>
                </a:lnTo>
                <a:lnTo>
                  <a:pt x="368450" y="94011"/>
                </a:lnTo>
                <a:lnTo>
                  <a:pt x="353758" y="101726"/>
                </a:lnTo>
                <a:lnTo>
                  <a:pt x="337065" y="114585"/>
                </a:lnTo>
                <a:lnTo>
                  <a:pt x="318516" y="132587"/>
                </a:lnTo>
                <a:close/>
              </a:path>
              <a:path w="388620" h="405764">
                <a:moveTo>
                  <a:pt x="44196" y="175259"/>
                </a:moveTo>
                <a:lnTo>
                  <a:pt x="28956" y="160019"/>
                </a:lnTo>
                <a:lnTo>
                  <a:pt x="300228" y="160019"/>
                </a:lnTo>
                <a:lnTo>
                  <a:pt x="324612" y="135635"/>
                </a:lnTo>
                <a:lnTo>
                  <a:pt x="358140" y="169163"/>
                </a:lnTo>
                <a:lnTo>
                  <a:pt x="85344" y="169163"/>
                </a:lnTo>
                <a:lnTo>
                  <a:pt x="74199" y="169687"/>
                </a:lnTo>
                <a:lnTo>
                  <a:pt x="63627" y="171068"/>
                </a:lnTo>
                <a:lnTo>
                  <a:pt x="53625" y="173021"/>
                </a:lnTo>
                <a:lnTo>
                  <a:pt x="44196" y="175259"/>
                </a:lnTo>
                <a:close/>
              </a:path>
              <a:path w="388620" h="405764">
                <a:moveTo>
                  <a:pt x="207264" y="348996"/>
                </a:moveTo>
                <a:lnTo>
                  <a:pt x="182880" y="348996"/>
                </a:lnTo>
                <a:lnTo>
                  <a:pt x="182880" y="169163"/>
                </a:lnTo>
                <a:lnTo>
                  <a:pt x="207264" y="169163"/>
                </a:lnTo>
                <a:lnTo>
                  <a:pt x="207264" y="254507"/>
                </a:lnTo>
                <a:lnTo>
                  <a:pt x="330200" y="254507"/>
                </a:lnTo>
                <a:lnTo>
                  <a:pt x="341376" y="265175"/>
                </a:lnTo>
                <a:lnTo>
                  <a:pt x="207264" y="265175"/>
                </a:lnTo>
                <a:lnTo>
                  <a:pt x="207264" y="348996"/>
                </a:lnTo>
                <a:close/>
              </a:path>
              <a:path w="388620" h="405764">
                <a:moveTo>
                  <a:pt x="4572" y="405384"/>
                </a:moveTo>
                <a:lnTo>
                  <a:pt x="0" y="399287"/>
                </a:lnTo>
                <a:lnTo>
                  <a:pt x="16002" y="383285"/>
                </a:lnTo>
                <a:lnTo>
                  <a:pt x="29718" y="367284"/>
                </a:lnTo>
                <a:lnTo>
                  <a:pt x="58602" y="318396"/>
                </a:lnTo>
                <a:lnTo>
                  <a:pt x="74676" y="269747"/>
                </a:lnTo>
                <a:lnTo>
                  <a:pt x="81105" y="221099"/>
                </a:lnTo>
                <a:lnTo>
                  <a:pt x="82296" y="204215"/>
                </a:lnTo>
                <a:lnTo>
                  <a:pt x="123444" y="225551"/>
                </a:lnTo>
                <a:lnTo>
                  <a:pt x="109728" y="237743"/>
                </a:lnTo>
                <a:lnTo>
                  <a:pt x="106560" y="248864"/>
                </a:lnTo>
                <a:lnTo>
                  <a:pt x="103822" y="259270"/>
                </a:lnTo>
                <a:lnTo>
                  <a:pt x="101369" y="268819"/>
                </a:lnTo>
                <a:lnTo>
                  <a:pt x="99060" y="277367"/>
                </a:lnTo>
                <a:lnTo>
                  <a:pt x="106713" y="288035"/>
                </a:lnTo>
                <a:lnTo>
                  <a:pt x="96012" y="288035"/>
                </a:lnTo>
                <a:lnTo>
                  <a:pt x="87963" y="307490"/>
                </a:lnTo>
                <a:lnTo>
                  <a:pt x="60960" y="353568"/>
                </a:lnTo>
                <a:lnTo>
                  <a:pt x="21955" y="391929"/>
                </a:lnTo>
                <a:lnTo>
                  <a:pt x="4572" y="405384"/>
                </a:lnTo>
                <a:close/>
              </a:path>
              <a:path w="388620" h="405764">
                <a:moveTo>
                  <a:pt x="330200" y="254507"/>
                </a:moveTo>
                <a:lnTo>
                  <a:pt x="286511" y="254507"/>
                </a:lnTo>
                <a:lnTo>
                  <a:pt x="307847" y="233171"/>
                </a:lnTo>
                <a:lnTo>
                  <a:pt x="330200" y="254507"/>
                </a:lnTo>
                <a:close/>
              </a:path>
              <a:path w="388620" h="405764">
                <a:moveTo>
                  <a:pt x="352044" y="394716"/>
                </a:moveTo>
                <a:lnTo>
                  <a:pt x="309419" y="393025"/>
                </a:lnTo>
                <a:lnTo>
                  <a:pt x="241887" y="386786"/>
                </a:lnTo>
                <a:lnTo>
                  <a:pt x="195810" y="377094"/>
                </a:lnTo>
                <a:lnTo>
                  <a:pt x="160901" y="361092"/>
                </a:lnTo>
                <a:lnTo>
                  <a:pt x="120015" y="322707"/>
                </a:lnTo>
                <a:lnTo>
                  <a:pt x="96012" y="288035"/>
                </a:lnTo>
                <a:lnTo>
                  <a:pt x="106713" y="288035"/>
                </a:lnTo>
                <a:lnTo>
                  <a:pt x="108489" y="290512"/>
                </a:lnTo>
                <a:lnTo>
                  <a:pt x="118491" y="302513"/>
                </a:lnTo>
                <a:lnTo>
                  <a:pt x="151376" y="331636"/>
                </a:lnTo>
                <a:lnTo>
                  <a:pt x="182880" y="348996"/>
                </a:lnTo>
                <a:lnTo>
                  <a:pt x="207264" y="348996"/>
                </a:lnTo>
                <a:lnTo>
                  <a:pt x="207264" y="356616"/>
                </a:lnTo>
                <a:lnTo>
                  <a:pt x="231267" y="359735"/>
                </a:lnTo>
                <a:lnTo>
                  <a:pt x="255270" y="362140"/>
                </a:lnTo>
                <a:lnTo>
                  <a:pt x="279273" y="363688"/>
                </a:lnTo>
                <a:lnTo>
                  <a:pt x="303276" y="364236"/>
                </a:lnTo>
                <a:lnTo>
                  <a:pt x="388620" y="364236"/>
                </a:lnTo>
                <a:lnTo>
                  <a:pt x="388620" y="365760"/>
                </a:lnTo>
                <a:lnTo>
                  <a:pt x="375189" y="370070"/>
                </a:lnTo>
                <a:lnTo>
                  <a:pt x="364617" y="376237"/>
                </a:lnTo>
                <a:lnTo>
                  <a:pt x="356901" y="384405"/>
                </a:lnTo>
                <a:lnTo>
                  <a:pt x="352044" y="394716"/>
                </a:lnTo>
                <a:close/>
              </a:path>
              <a:path w="388620" h="405764">
                <a:moveTo>
                  <a:pt x="388620" y="364236"/>
                </a:moveTo>
                <a:lnTo>
                  <a:pt x="303276" y="364236"/>
                </a:lnTo>
                <a:lnTo>
                  <a:pt x="388620" y="359664"/>
                </a:lnTo>
                <a:lnTo>
                  <a:pt x="388620" y="36423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" name="object 30"/>
          <p:cNvSpPr/>
          <p:nvPr/>
        </p:nvSpPr>
        <p:spPr>
          <a:xfrm>
            <a:off x="8374380" y="3680459"/>
            <a:ext cx="375285" cy="381000"/>
          </a:xfrm>
          <a:custGeom>
            <a:avLst/>
            <a:gdLst/>
            <a:ahLst/>
            <a:cxnLst/>
            <a:rect l="l" t="t" r="r" b="b"/>
            <a:pathLst>
              <a:path w="375284" h="381000">
                <a:moveTo>
                  <a:pt x="24384" y="380999"/>
                </a:moveTo>
                <a:lnTo>
                  <a:pt x="0" y="358139"/>
                </a:lnTo>
                <a:lnTo>
                  <a:pt x="10668" y="347472"/>
                </a:lnTo>
                <a:lnTo>
                  <a:pt x="10668" y="105155"/>
                </a:lnTo>
                <a:lnTo>
                  <a:pt x="10477" y="58292"/>
                </a:lnTo>
                <a:lnTo>
                  <a:pt x="10025" y="34004"/>
                </a:lnTo>
                <a:lnTo>
                  <a:pt x="9144" y="9143"/>
                </a:lnTo>
                <a:lnTo>
                  <a:pt x="35052" y="24383"/>
                </a:lnTo>
                <a:lnTo>
                  <a:pt x="303275" y="24383"/>
                </a:lnTo>
                <a:lnTo>
                  <a:pt x="329183" y="0"/>
                </a:lnTo>
                <a:lnTo>
                  <a:pt x="361187" y="33527"/>
                </a:lnTo>
                <a:lnTo>
                  <a:pt x="240792" y="33527"/>
                </a:lnTo>
                <a:lnTo>
                  <a:pt x="240792" y="242315"/>
                </a:lnTo>
                <a:lnTo>
                  <a:pt x="241934" y="257198"/>
                </a:lnTo>
                <a:lnTo>
                  <a:pt x="245363" y="267652"/>
                </a:lnTo>
                <a:lnTo>
                  <a:pt x="251078" y="273819"/>
                </a:lnTo>
                <a:lnTo>
                  <a:pt x="259080" y="275843"/>
                </a:lnTo>
                <a:lnTo>
                  <a:pt x="306324" y="275843"/>
                </a:lnTo>
                <a:lnTo>
                  <a:pt x="326397" y="234267"/>
                </a:lnTo>
                <a:lnTo>
                  <a:pt x="327088" y="221360"/>
                </a:lnTo>
                <a:lnTo>
                  <a:pt x="329183" y="193547"/>
                </a:lnTo>
                <a:lnTo>
                  <a:pt x="338328" y="193547"/>
                </a:lnTo>
                <a:lnTo>
                  <a:pt x="338518" y="219836"/>
                </a:lnTo>
                <a:lnTo>
                  <a:pt x="338970" y="232124"/>
                </a:lnTo>
                <a:lnTo>
                  <a:pt x="353782" y="267843"/>
                </a:lnTo>
                <a:lnTo>
                  <a:pt x="362711" y="271272"/>
                </a:lnTo>
                <a:lnTo>
                  <a:pt x="354449" y="282154"/>
                </a:lnTo>
                <a:lnTo>
                  <a:pt x="343471" y="289750"/>
                </a:lnTo>
                <a:lnTo>
                  <a:pt x="329922" y="294203"/>
                </a:lnTo>
                <a:lnTo>
                  <a:pt x="313944" y="295655"/>
                </a:lnTo>
                <a:lnTo>
                  <a:pt x="249936" y="295655"/>
                </a:lnTo>
                <a:lnTo>
                  <a:pt x="235077" y="292274"/>
                </a:lnTo>
                <a:lnTo>
                  <a:pt x="224789" y="284606"/>
                </a:lnTo>
                <a:lnTo>
                  <a:pt x="219074" y="272938"/>
                </a:lnTo>
                <a:lnTo>
                  <a:pt x="217932" y="257555"/>
                </a:lnTo>
                <a:lnTo>
                  <a:pt x="217932" y="33527"/>
                </a:lnTo>
                <a:lnTo>
                  <a:pt x="144780" y="33527"/>
                </a:lnTo>
                <a:lnTo>
                  <a:pt x="143827" y="87439"/>
                </a:lnTo>
                <a:lnTo>
                  <a:pt x="141732" y="135635"/>
                </a:lnTo>
                <a:lnTo>
                  <a:pt x="133731" y="181355"/>
                </a:lnTo>
                <a:lnTo>
                  <a:pt x="118872" y="227075"/>
                </a:lnTo>
                <a:lnTo>
                  <a:pt x="94488" y="272986"/>
                </a:lnTo>
                <a:lnTo>
                  <a:pt x="56388" y="320039"/>
                </a:lnTo>
                <a:lnTo>
                  <a:pt x="50292" y="313943"/>
                </a:lnTo>
                <a:lnTo>
                  <a:pt x="66913" y="290488"/>
                </a:lnTo>
                <a:lnTo>
                  <a:pt x="80391" y="268033"/>
                </a:lnTo>
                <a:lnTo>
                  <a:pt x="99060" y="225551"/>
                </a:lnTo>
                <a:lnTo>
                  <a:pt x="110490" y="183832"/>
                </a:lnTo>
                <a:lnTo>
                  <a:pt x="117348" y="138683"/>
                </a:lnTo>
                <a:lnTo>
                  <a:pt x="119443" y="89534"/>
                </a:lnTo>
                <a:lnTo>
                  <a:pt x="120396" y="33527"/>
                </a:lnTo>
                <a:lnTo>
                  <a:pt x="35052" y="33527"/>
                </a:lnTo>
                <a:lnTo>
                  <a:pt x="35052" y="353567"/>
                </a:lnTo>
                <a:lnTo>
                  <a:pt x="312420" y="353567"/>
                </a:lnTo>
                <a:lnTo>
                  <a:pt x="338328" y="327660"/>
                </a:lnTo>
                <a:lnTo>
                  <a:pt x="374904" y="364236"/>
                </a:lnTo>
                <a:lnTo>
                  <a:pt x="36576" y="364236"/>
                </a:lnTo>
                <a:lnTo>
                  <a:pt x="24384" y="38099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" name="object 31"/>
          <p:cNvSpPr/>
          <p:nvPr/>
        </p:nvSpPr>
        <p:spPr>
          <a:xfrm>
            <a:off x="8796528" y="3683508"/>
            <a:ext cx="410209" cy="382905"/>
          </a:xfrm>
          <a:custGeom>
            <a:avLst/>
            <a:gdLst/>
            <a:ahLst/>
            <a:cxnLst/>
            <a:rect l="l" t="t" r="r" b="b"/>
            <a:pathLst>
              <a:path w="410209" h="382904">
                <a:moveTo>
                  <a:pt x="242316" y="36576"/>
                </a:moveTo>
                <a:lnTo>
                  <a:pt x="227076" y="21336"/>
                </a:lnTo>
                <a:lnTo>
                  <a:pt x="348996" y="21336"/>
                </a:lnTo>
                <a:lnTo>
                  <a:pt x="361188" y="4572"/>
                </a:lnTo>
                <a:lnTo>
                  <a:pt x="387096" y="25908"/>
                </a:lnTo>
                <a:lnTo>
                  <a:pt x="381870" y="30480"/>
                </a:lnTo>
                <a:lnTo>
                  <a:pt x="283464" y="30480"/>
                </a:lnTo>
                <a:lnTo>
                  <a:pt x="272962" y="31003"/>
                </a:lnTo>
                <a:lnTo>
                  <a:pt x="262318" y="32385"/>
                </a:lnTo>
                <a:lnTo>
                  <a:pt x="251960" y="34337"/>
                </a:lnTo>
                <a:lnTo>
                  <a:pt x="242316" y="36576"/>
                </a:lnTo>
                <a:close/>
              </a:path>
              <a:path w="410209" h="382904">
                <a:moveTo>
                  <a:pt x="375562" y="146304"/>
                </a:moveTo>
                <a:lnTo>
                  <a:pt x="352044" y="146304"/>
                </a:lnTo>
                <a:lnTo>
                  <a:pt x="352044" y="30480"/>
                </a:lnTo>
                <a:lnTo>
                  <a:pt x="381870" y="30480"/>
                </a:lnTo>
                <a:lnTo>
                  <a:pt x="374904" y="36576"/>
                </a:lnTo>
                <a:lnTo>
                  <a:pt x="374927" y="78533"/>
                </a:lnTo>
                <a:lnTo>
                  <a:pt x="375094" y="115062"/>
                </a:lnTo>
                <a:lnTo>
                  <a:pt x="375562" y="146304"/>
                </a:lnTo>
                <a:close/>
              </a:path>
              <a:path w="410209" h="382904">
                <a:moveTo>
                  <a:pt x="368808" y="365760"/>
                </a:moveTo>
                <a:lnTo>
                  <a:pt x="278892" y="365760"/>
                </a:lnTo>
                <a:lnTo>
                  <a:pt x="259127" y="364021"/>
                </a:lnTo>
                <a:lnTo>
                  <a:pt x="245364" y="356425"/>
                </a:lnTo>
                <a:lnTo>
                  <a:pt x="237315" y="342828"/>
                </a:lnTo>
                <a:lnTo>
                  <a:pt x="234696" y="323088"/>
                </a:lnTo>
                <a:lnTo>
                  <a:pt x="234672" y="253626"/>
                </a:lnTo>
                <a:lnTo>
                  <a:pt x="234505" y="198310"/>
                </a:lnTo>
                <a:lnTo>
                  <a:pt x="234052" y="156972"/>
                </a:lnTo>
                <a:lnTo>
                  <a:pt x="233172" y="129540"/>
                </a:lnTo>
                <a:lnTo>
                  <a:pt x="257556" y="146304"/>
                </a:lnTo>
                <a:lnTo>
                  <a:pt x="375562" y="146304"/>
                </a:lnTo>
                <a:lnTo>
                  <a:pt x="375940" y="156972"/>
                </a:lnTo>
                <a:lnTo>
                  <a:pt x="257556" y="156972"/>
                </a:lnTo>
                <a:lnTo>
                  <a:pt x="257556" y="316992"/>
                </a:lnTo>
                <a:lnTo>
                  <a:pt x="259294" y="330088"/>
                </a:lnTo>
                <a:lnTo>
                  <a:pt x="264604" y="339471"/>
                </a:lnTo>
                <a:lnTo>
                  <a:pt x="273629" y="344852"/>
                </a:lnTo>
                <a:lnTo>
                  <a:pt x="286512" y="345948"/>
                </a:lnTo>
                <a:lnTo>
                  <a:pt x="406804" y="345948"/>
                </a:lnTo>
                <a:lnTo>
                  <a:pt x="402455" y="352258"/>
                </a:lnTo>
                <a:lnTo>
                  <a:pt x="393382" y="359854"/>
                </a:lnTo>
                <a:lnTo>
                  <a:pt x="382309" y="364307"/>
                </a:lnTo>
                <a:lnTo>
                  <a:pt x="368808" y="365760"/>
                </a:lnTo>
                <a:close/>
              </a:path>
              <a:path w="410209" h="382904">
                <a:moveTo>
                  <a:pt x="352044" y="181356"/>
                </a:moveTo>
                <a:lnTo>
                  <a:pt x="352044" y="156972"/>
                </a:lnTo>
                <a:lnTo>
                  <a:pt x="375940" y="156972"/>
                </a:lnTo>
                <a:lnTo>
                  <a:pt x="376428" y="170688"/>
                </a:lnTo>
                <a:lnTo>
                  <a:pt x="352044" y="181356"/>
                </a:lnTo>
                <a:close/>
              </a:path>
              <a:path w="410209" h="382904">
                <a:moveTo>
                  <a:pt x="406804" y="345948"/>
                </a:moveTo>
                <a:lnTo>
                  <a:pt x="364236" y="345948"/>
                </a:lnTo>
                <a:lnTo>
                  <a:pt x="370332" y="339852"/>
                </a:lnTo>
                <a:lnTo>
                  <a:pt x="373380" y="329184"/>
                </a:lnTo>
                <a:lnTo>
                  <a:pt x="374498" y="318516"/>
                </a:lnTo>
                <a:lnTo>
                  <a:pt x="375666" y="303657"/>
                </a:lnTo>
                <a:lnTo>
                  <a:pt x="376809" y="285035"/>
                </a:lnTo>
                <a:lnTo>
                  <a:pt x="377952" y="262128"/>
                </a:lnTo>
                <a:lnTo>
                  <a:pt x="387096" y="262128"/>
                </a:lnTo>
                <a:lnTo>
                  <a:pt x="388381" y="307347"/>
                </a:lnTo>
                <a:lnTo>
                  <a:pt x="409956" y="341376"/>
                </a:lnTo>
                <a:lnTo>
                  <a:pt x="406804" y="345948"/>
                </a:lnTo>
                <a:close/>
              </a:path>
              <a:path w="410209" h="382904">
                <a:moveTo>
                  <a:pt x="16764" y="36576"/>
                </a:moveTo>
                <a:lnTo>
                  <a:pt x="0" y="21336"/>
                </a:lnTo>
                <a:lnTo>
                  <a:pt x="176784" y="21336"/>
                </a:lnTo>
                <a:lnTo>
                  <a:pt x="196596" y="0"/>
                </a:lnTo>
                <a:lnTo>
                  <a:pt x="225552" y="30480"/>
                </a:lnTo>
                <a:lnTo>
                  <a:pt x="57912" y="30480"/>
                </a:lnTo>
                <a:lnTo>
                  <a:pt x="46767" y="31003"/>
                </a:lnTo>
                <a:lnTo>
                  <a:pt x="36195" y="32385"/>
                </a:lnTo>
                <a:lnTo>
                  <a:pt x="26193" y="34337"/>
                </a:lnTo>
                <a:lnTo>
                  <a:pt x="16764" y="36576"/>
                </a:lnTo>
                <a:close/>
              </a:path>
              <a:path w="410209" h="382904">
                <a:moveTo>
                  <a:pt x="102108" y="86868"/>
                </a:moveTo>
                <a:lnTo>
                  <a:pt x="80772" y="86868"/>
                </a:lnTo>
                <a:lnTo>
                  <a:pt x="80772" y="30480"/>
                </a:lnTo>
                <a:lnTo>
                  <a:pt x="102108" y="30480"/>
                </a:lnTo>
                <a:lnTo>
                  <a:pt x="102108" y="86868"/>
                </a:lnTo>
                <a:close/>
              </a:path>
              <a:path w="410209" h="382904">
                <a:moveTo>
                  <a:pt x="146304" y="86868"/>
                </a:moveTo>
                <a:lnTo>
                  <a:pt x="126492" y="86868"/>
                </a:lnTo>
                <a:lnTo>
                  <a:pt x="126492" y="30480"/>
                </a:lnTo>
                <a:lnTo>
                  <a:pt x="146304" y="30480"/>
                </a:lnTo>
                <a:lnTo>
                  <a:pt x="146304" y="86868"/>
                </a:lnTo>
                <a:close/>
              </a:path>
              <a:path w="410209" h="382904">
                <a:moveTo>
                  <a:pt x="205036" y="86868"/>
                </a:moveTo>
                <a:lnTo>
                  <a:pt x="175260" y="86868"/>
                </a:lnTo>
                <a:lnTo>
                  <a:pt x="187452" y="71628"/>
                </a:lnTo>
                <a:lnTo>
                  <a:pt x="205036" y="86868"/>
                </a:lnTo>
                <a:close/>
              </a:path>
              <a:path w="410209" h="382904">
                <a:moveTo>
                  <a:pt x="27432" y="382524"/>
                </a:moveTo>
                <a:lnTo>
                  <a:pt x="27670" y="352496"/>
                </a:lnTo>
                <a:lnTo>
                  <a:pt x="28194" y="317182"/>
                </a:lnTo>
                <a:lnTo>
                  <a:pt x="28717" y="276439"/>
                </a:lnTo>
                <a:lnTo>
                  <a:pt x="28799" y="260604"/>
                </a:lnTo>
                <a:lnTo>
                  <a:pt x="28864" y="211836"/>
                </a:lnTo>
                <a:lnTo>
                  <a:pt x="28741" y="187452"/>
                </a:lnTo>
                <a:lnTo>
                  <a:pt x="28625" y="175260"/>
                </a:lnTo>
                <a:lnTo>
                  <a:pt x="28122" y="135802"/>
                </a:lnTo>
                <a:lnTo>
                  <a:pt x="27670" y="104322"/>
                </a:lnTo>
                <a:lnTo>
                  <a:pt x="27432" y="73152"/>
                </a:lnTo>
                <a:lnTo>
                  <a:pt x="51816" y="86868"/>
                </a:lnTo>
                <a:lnTo>
                  <a:pt x="205036" y="86868"/>
                </a:lnTo>
                <a:lnTo>
                  <a:pt x="210312" y="91440"/>
                </a:lnTo>
                <a:lnTo>
                  <a:pt x="204216" y="97536"/>
                </a:lnTo>
                <a:lnTo>
                  <a:pt x="51816" y="97536"/>
                </a:lnTo>
                <a:lnTo>
                  <a:pt x="51816" y="214883"/>
                </a:lnTo>
                <a:lnTo>
                  <a:pt x="62624" y="214883"/>
                </a:lnTo>
                <a:lnTo>
                  <a:pt x="51816" y="225552"/>
                </a:lnTo>
                <a:lnTo>
                  <a:pt x="51816" y="249936"/>
                </a:lnTo>
                <a:lnTo>
                  <a:pt x="199755" y="249936"/>
                </a:lnTo>
                <a:lnTo>
                  <a:pt x="199802" y="260604"/>
                </a:lnTo>
                <a:lnTo>
                  <a:pt x="51816" y="260604"/>
                </a:lnTo>
                <a:lnTo>
                  <a:pt x="51816" y="326136"/>
                </a:lnTo>
                <a:lnTo>
                  <a:pt x="200263" y="326136"/>
                </a:lnTo>
                <a:lnTo>
                  <a:pt x="200381" y="336804"/>
                </a:lnTo>
                <a:lnTo>
                  <a:pt x="51816" y="336804"/>
                </a:lnTo>
                <a:lnTo>
                  <a:pt x="51816" y="373380"/>
                </a:lnTo>
                <a:lnTo>
                  <a:pt x="27432" y="382524"/>
                </a:lnTo>
                <a:close/>
              </a:path>
              <a:path w="410209" h="382904">
                <a:moveTo>
                  <a:pt x="62624" y="214883"/>
                </a:moveTo>
                <a:lnTo>
                  <a:pt x="51816" y="214883"/>
                </a:lnTo>
                <a:lnTo>
                  <a:pt x="64055" y="194619"/>
                </a:lnTo>
                <a:lnTo>
                  <a:pt x="73152" y="168211"/>
                </a:lnTo>
                <a:lnTo>
                  <a:pt x="78819" y="135802"/>
                </a:lnTo>
                <a:lnTo>
                  <a:pt x="80772" y="97536"/>
                </a:lnTo>
                <a:lnTo>
                  <a:pt x="102108" y="97536"/>
                </a:lnTo>
                <a:lnTo>
                  <a:pt x="98964" y="139827"/>
                </a:lnTo>
                <a:lnTo>
                  <a:pt x="89535" y="175260"/>
                </a:lnTo>
                <a:lnTo>
                  <a:pt x="73818" y="203835"/>
                </a:lnTo>
                <a:lnTo>
                  <a:pt x="62624" y="214883"/>
                </a:lnTo>
                <a:close/>
              </a:path>
              <a:path w="410209" h="382904">
                <a:moveTo>
                  <a:pt x="199755" y="249936"/>
                </a:moveTo>
                <a:lnTo>
                  <a:pt x="176784" y="249936"/>
                </a:lnTo>
                <a:lnTo>
                  <a:pt x="176784" y="211836"/>
                </a:lnTo>
                <a:lnTo>
                  <a:pt x="152400" y="211836"/>
                </a:lnTo>
                <a:lnTo>
                  <a:pt x="126492" y="97536"/>
                </a:lnTo>
                <a:lnTo>
                  <a:pt x="146304" y="97536"/>
                </a:lnTo>
                <a:lnTo>
                  <a:pt x="146304" y="187452"/>
                </a:lnTo>
                <a:lnTo>
                  <a:pt x="150876" y="193548"/>
                </a:lnTo>
                <a:lnTo>
                  <a:pt x="199672" y="193548"/>
                </a:lnTo>
                <a:lnTo>
                  <a:pt x="199755" y="249936"/>
                </a:lnTo>
                <a:close/>
              </a:path>
              <a:path w="410209" h="382904">
                <a:moveTo>
                  <a:pt x="199672" y="193548"/>
                </a:moveTo>
                <a:lnTo>
                  <a:pt x="176784" y="193548"/>
                </a:lnTo>
                <a:lnTo>
                  <a:pt x="176784" y="97536"/>
                </a:lnTo>
                <a:lnTo>
                  <a:pt x="204216" y="97536"/>
                </a:lnTo>
                <a:lnTo>
                  <a:pt x="199644" y="102108"/>
                </a:lnTo>
                <a:lnTo>
                  <a:pt x="199672" y="193548"/>
                </a:lnTo>
                <a:close/>
              </a:path>
              <a:path w="410209" h="382904">
                <a:moveTo>
                  <a:pt x="200263" y="326136"/>
                </a:moveTo>
                <a:lnTo>
                  <a:pt x="176784" y="326136"/>
                </a:lnTo>
                <a:lnTo>
                  <a:pt x="176784" y="260604"/>
                </a:lnTo>
                <a:lnTo>
                  <a:pt x="199802" y="260604"/>
                </a:lnTo>
                <a:lnTo>
                  <a:pt x="199973" y="299947"/>
                </a:lnTo>
                <a:lnTo>
                  <a:pt x="200263" y="326136"/>
                </a:lnTo>
                <a:close/>
              </a:path>
              <a:path w="410209" h="382904">
                <a:moveTo>
                  <a:pt x="176784" y="381000"/>
                </a:moveTo>
                <a:lnTo>
                  <a:pt x="176784" y="336804"/>
                </a:lnTo>
                <a:lnTo>
                  <a:pt x="200381" y="336804"/>
                </a:lnTo>
                <a:lnTo>
                  <a:pt x="200424" y="340632"/>
                </a:lnTo>
                <a:lnTo>
                  <a:pt x="201168" y="368808"/>
                </a:lnTo>
                <a:lnTo>
                  <a:pt x="176784" y="38100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pic>
        <p:nvPicPr>
          <p:cNvPr id="32" name="object 32"/>
          <p:cNvPicPr/>
          <p:nvPr/>
        </p:nvPicPr>
        <p:blipFill>
          <a:blip r:embed="rId5" cstate="print"/>
          <a:stretch>
            <a:fillRect/>
          </a:stretch>
        </p:blipFill>
        <p:spPr>
          <a:xfrm>
            <a:off x="9281159" y="3927443"/>
            <a:ext cx="70104" cy="118776"/>
          </a:xfrm>
          <a:prstGeom prst="rect">
            <a:avLst/>
          </a:prstGeom>
        </p:spPr>
      </p:pic>
      <p:sp>
        <p:nvSpPr>
          <p:cNvPr id="33" name="object 33"/>
          <p:cNvSpPr/>
          <p:nvPr/>
        </p:nvSpPr>
        <p:spPr>
          <a:xfrm>
            <a:off x="2127504" y="4186427"/>
            <a:ext cx="835660" cy="402590"/>
          </a:xfrm>
          <a:custGeom>
            <a:avLst/>
            <a:gdLst/>
            <a:ahLst/>
            <a:cxnLst/>
            <a:rect l="l" t="t" r="r" b="b"/>
            <a:pathLst>
              <a:path w="835660" h="402589">
                <a:moveTo>
                  <a:pt x="358140" y="74676"/>
                </a:moveTo>
                <a:lnTo>
                  <a:pt x="327152" y="44386"/>
                </a:lnTo>
                <a:lnTo>
                  <a:pt x="288036" y="24384"/>
                </a:lnTo>
                <a:lnTo>
                  <a:pt x="284988" y="30480"/>
                </a:lnTo>
                <a:lnTo>
                  <a:pt x="299796" y="47650"/>
                </a:lnTo>
                <a:lnTo>
                  <a:pt x="312039" y="62674"/>
                </a:lnTo>
                <a:lnTo>
                  <a:pt x="321411" y="75704"/>
                </a:lnTo>
                <a:lnTo>
                  <a:pt x="327660" y="86868"/>
                </a:lnTo>
                <a:lnTo>
                  <a:pt x="332232" y="96012"/>
                </a:lnTo>
                <a:lnTo>
                  <a:pt x="336804" y="100584"/>
                </a:lnTo>
                <a:lnTo>
                  <a:pt x="344424" y="100584"/>
                </a:lnTo>
                <a:lnTo>
                  <a:pt x="347472" y="99060"/>
                </a:lnTo>
                <a:lnTo>
                  <a:pt x="352044" y="92964"/>
                </a:lnTo>
                <a:lnTo>
                  <a:pt x="356616" y="88392"/>
                </a:lnTo>
                <a:lnTo>
                  <a:pt x="358140" y="82296"/>
                </a:lnTo>
                <a:lnTo>
                  <a:pt x="358140" y="74676"/>
                </a:lnTo>
                <a:close/>
              </a:path>
              <a:path w="835660" h="402589">
                <a:moveTo>
                  <a:pt x="406908" y="396240"/>
                </a:moveTo>
                <a:lnTo>
                  <a:pt x="405384" y="393192"/>
                </a:lnTo>
                <a:lnTo>
                  <a:pt x="402336" y="391668"/>
                </a:lnTo>
                <a:lnTo>
                  <a:pt x="395490" y="377647"/>
                </a:lnTo>
                <a:lnTo>
                  <a:pt x="393077" y="365760"/>
                </a:lnTo>
                <a:lnTo>
                  <a:pt x="391096" y="356044"/>
                </a:lnTo>
                <a:lnTo>
                  <a:pt x="389255" y="326732"/>
                </a:lnTo>
                <a:lnTo>
                  <a:pt x="390144" y="289560"/>
                </a:lnTo>
                <a:lnTo>
                  <a:pt x="384048" y="289560"/>
                </a:lnTo>
                <a:lnTo>
                  <a:pt x="370332" y="365760"/>
                </a:lnTo>
                <a:lnTo>
                  <a:pt x="342011" y="353428"/>
                </a:lnTo>
                <a:lnTo>
                  <a:pt x="316420" y="336804"/>
                </a:lnTo>
                <a:lnTo>
                  <a:pt x="293382" y="315620"/>
                </a:lnTo>
                <a:lnTo>
                  <a:pt x="284835" y="304800"/>
                </a:lnTo>
                <a:lnTo>
                  <a:pt x="272796" y="289560"/>
                </a:lnTo>
                <a:lnTo>
                  <a:pt x="290410" y="266700"/>
                </a:lnTo>
                <a:lnTo>
                  <a:pt x="312610" y="237744"/>
                </a:lnTo>
                <a:lnTo>
                  <a:pt x="327863" y="217131"/>
                </a:lnTo>
                <a:lnTo>
                  <a:pt x="339852" y="199644"/>
                </a:lnTo>
                <a:lnTo>
                  <a:pt x="359664" y="193548"/>
                </a:lnTo>
                <a:lnTo>
                  <a:pt x="329184" y="163068"/>
                </a:lnTo>
                <a:lnTo>
                  <a:pt x="316369" y="189344"/>
                </a:lnTo>
                <a:lnTo>
                  <a:pt x="300990" y="215455"/>
                </a:lnTo>
                <a:lnTo>
                  <a:pt x="283311" y="241300"/>
                </a:lnTo>
                <a:lnTo>
                  <a:pt x="263652" y="266700"/>
                </a:lnTo>
                <a:lnTo>
                  <a:pt x="258241" y="246367"/>
                </a:lnTo>
                <a:lnTo>
                  <a:pt x="253555" y="219456"/>
                </a:lnTo>
                <a:lnTo>
                  <a:pt x="249720" y="185699"/>
                </a:lnTo>
                <a:lnTo>
                  <a:pt x="246888" y="144780"/>
                </a:lnTo>
                <a:lnTo>
                  <a:pt x="394716" y="144780"/>
                </a:lnTo>
                <a:lnTo>
                  <a:pt x="359664" y="109728"/>
                </a:lnTo>
                <a:lnTo>
                  <a:pt x="335280" y="134112"/>
                </a:lnTo>
                <a:lnTo>
                  <a:pt x="243840" y="134112"/>
                </a:lnTo>
                <a:lnTo>
                  <a:pt x="243598" y="104686"/>
                </a:lnTo>
                <a:lnTo>
                  <a:pt x="242557" y="54864"/>
                </a:lnTo>
                <a:lnTo>
                  <a:pt x="242316" y="33528"/>
                </a:lnTo>
                <a:lnTo>
                  <a:pt x="260604" y="21336"/>
                </a:lnTo>
                <a:lnTo>
                  <a:pt x="214884" y="0"/>
                </a:lnTo>
                <a:lnTo>
                  <a:pt x="215988" y="21336"/>
                </a:lnTo>
                <a:lnTo>
                  <a:pt x="217106" y="50292"/>
                </a:lnTo>
                <a:lnTo>
                  <a:pt x="218249" y="86868"/>
                </a:lnTo>
                <a:lnTo>
                  <a:pt x="219456" y="134112"/>
                </a:lnTo>
                <a:lnTo>
                  <a:pt x="128016" y="134112"/>
                </a:lnTo>
                <a:lnTo>
                  <a:pt x="128016" y="54864"/>
                </a:lnTo>
                <a:lnTo>
                  <a:pt x="128016" y="50292"/>
                </a:lnTo>
                <a:lnTo>
                  <a:pt x="146875" y="47129"/>
                </a:lnTo>
                <a:lnTo>
                  <a:pt x="196596" y="39624"/>
                </a:lnTo>
                <a:lnTo>
                  <a:pt x="169164" y="9144"/>
                </a:lnTo>
                <a:lnTo>
                  <a:pt x="124371" y="32727"/>
                </a:lnTo>
                <a:lnTo>
                  <a:pt x="78689" y="45910"/>
                </a:lnTo>
                <a:lnTo>
                  <a:pt x="35877" y="55054"/>
                </a:lnTo>
                <a:lnTo>
                  <a:pt x="16764" y="57912"/>
                </a:lnTo>
                <a:lnTo>
                  <a:pt x="16764" y="64008"/>
                </a:lnTo>
                <a:lnTo>
                  <a:pt x="40195" y="61722"/>
                </a:lnTo>
                <a:lnTo>
                  <a:pt x="103632" y="54864"/>
                </a:lnTo>
                <a:lnTo>
                  <a:pt x="103632" y="134112"/>
                </a:lnTo>
                <a:lnTo>
                  <a:pt x="0" y="134112"/>
                </a:lnTo>
                <a:lnTo>
                  <a:pt x="15240" y="149352"/>
                </a:lnTo>
                <a:lnTo>
                  <a:pt x="24663" y="147358"/>
                </a:lnTo>
                <a:lnTo>
                  <a:pt x="34671" y="145923"/>
                </a:lnTo>
                <a:lnTo>
                  <a:pt x="45237" y="145072"/>
                </a:lnTo>
                <a:lnTo>
                  <a:pt x="56388" y="144780"/>
                </a:lnTo>
                <a:lnTo>
                  <a:pt x="103632" y="144780"/>
                </a:lnTo>
                <a:lnTo>
                  <a:pt x="103632" y="231648"/>
                </a:lnTo>
                <a:lnTo>
                  <a:pt x="67932" y="242798"/>
                </a:lnTo>
                <a:lnTo>
                  <a:pt x="38671" y="251079"/>
                </a:lnTo>
                <a:lnTo>
                  <a:pt x="15976" y="256514"/>
                </a:lnTo>
                <a:lnTo>
                  <a:pt x="0" y="259080"/>
                </a:lnTo>
                <a:lnTo>
                  <a:pt x="19812" y="294132"/>
                </a:lnTo>
                <a:lnTo>
                  <a:pt x="27762" y="287020"/>
                </a:lnTo>
                <a:lnTo>
                  <a:pt x="44577" y="277177"/>
                </a:lnTo>
                <a:lnTo>
                  <a:pt x="69951" y="264782"/>
                </a:lnTo>
                <a:lnTo>
                  <a:pt x="103632" y="249936"/>
                </a:lnTo>
                <a:lnTo>
                  <a:pt x="103632" y="342900"/>
                </a:lnTo>
                <a:lnTo>
                  <a:pt x="103098" y="351764"/>
                </a:lnTo>
                <a:lnTo>
                  <a:pt x="99441" y="357759"/>
                </a:lnTo>
                <a:lnTo>
                  <a:pt x="92913" y="360908"/>
                </a:lnTo>
                <a:lnTo>
                  <a:pt x="83820" y="361188"/>
                </a:lnTo>
                <a:lnTo>
                  <a:pt x="72618" y="360908"/>
                </a:lnTo>
                <a:lnTo>
                  <a:pt x="61722" y="360045"/>
                </a:lnTo>
                <a:lnTo>
                  <a:pt x="50812" y="358622"/>
                </a:lnTo>
                <a:lnTo>
                  <a:pt x="39624" y="356616"/>
                </a:lnTo>
                <a:lnTo>
                  <a:pt x="39624" y="364236"/>
                </a:lnTo>
                <a:lnTo>
                  <a:pt x="59855" y="371906"/>
                </a:lnTo>
                <a:lnTo>
                  <a:pt x="74676" y="381000"/>
                </a:lnTo>
                <a:lnTo>
                  <a:pt x="83769" y="391248"/>
                </a:lnTo>
                <a:lnTo>
                  <a:pt x="86868" y="402336"/>
                </a:lnTo>
                <a:lnTo>
                  <a:pt x="104863" y="394335"/>
                </a:lnTo>
                <a:lnTo>
                  <a:pt x="117729" y="384048"/>
                </a:lnTo>
                <a:lnTo>
                  <a:pt x="125437" y="371475"/>
                </a:lnTo>
                <a:lnTo>
                  <a:pt x="127215" y="361188"/>
                </a:lnTo>
                <a:lnTo>
                  <a:pt x="128016" y="356616"/>
                </a:lnTo>
                <a:lnTo>
                  <a:pt x="128016" y="249936"/>
                </a:lnTo>
                <a:lnTo>
                  <a:pt x="128016" y="240792"/>
                </a:lnTo>
                <a:lnTo>
                  <a:pt x="166878" y="224028"/>
                </a:lnTo>
                <a:lnTo>
                  <a:pt x="205740" y="207264"/>
                </a:lnTo>
                <a:lnTo>
                  <a:pt x="202692" y="202692"/>
                </a:lnTo>
                <a:lnTo>
                  <a:pt x="128016" y="224028"/>
                </a:lnTo>
                <a:lnTo>
                  <a:pt x="128016" y="144780"/>
                </a:lnTo>
                <a:lnTo>
                  <a:pt x="222504" y="144780"/>
                </a:lnTo>
                <a:lnTo>
                  <a:pt x="226479" y="191338"/>
                </a:lnTo>
                <a:lnTo>
                  <a:pt x="231457" y="230314"/>
                </a:lnTo>
                <a:lnTo>
                  <a:pt x="237286" y="261581"/>
                </a:lnTo>
                <a:lnTo>
                  <a:pt x="243840" y="284988"/>
                </a:lnTo>
                <a:lnTo>
                  <a:pt x="223494" y="303542"/>
                </a:lnTo>
                <a:lnTo>
                  <a:pt x="198882" y="322516"/>
                </a:lnTo>
                <a:lnTo>
                  <a:pt x="169684" y="341782"/>
                </a:lnTo>
                <a:lnTo>
                  <a:pt x="135636" y="361188"/>
                </a:lnTo>
                <a:lnTo>
                  <a:pt x="137160" y="368808"/>
                </a:lnTo>
                <a:lnTo>
                  <a:pt x="171132" y="354520"/>
                </a:lnTo>
                <a:lnTo>
                  <a:pt x="202120" y="339090"/>
                </a:lnTo>
                <a:lnTo>
                  <a:pt x="229946" y="322516"/>
                </a:lnTo>
                <a:lnTo>
                  <a:pt x="254508" y="304800"/>
                </a:lnTo>
                <a:lnTo>
                  <a:pt x="278218" y="334568"/>
                </a:lnTo>
                <a:lnTo>
                  <a:pt x="323938" y="374675"/>
                </a:lnTo>
                <a:lnTo>
                  <a:pt x="365658" y="391820"/>
                </a:lnTo>
                <a:lnTo>
                  <a:pt x="400812" y="400812"/>
                </a:lnTo>
                <a:lnTo>
                  <a:pt x="403860" y="400812"/>
                </a:lnTo>
                <a:lnTo>
                  <a:pt x="406908" y="397764"/>
                </a:lnTo>
                <a:lnTo>
                  <a:pt x="406908" y="396240"/>
                </a:lnTo>
                <a:close/>
              </a:path>
              <a:path w="835660" h="402589">
                <a:moveTo>
                  <a:pt x="574535" y="27432"/>
                </a:moveTo>
                <a:lnTo>
                  <a:pt x="536435" y="1524"/>
                </a:lnTo>
                <a:lnTo>
                  <a:pt x="524129" y="40678"/>
                </a:lnTo>
                <a:lnTo>
                  <a:pt x="512241" y="75819"/>
                </a:lnTo>
                <a:lnTo>
                  <a:pt x="489191" y="134112"/>
                </a:lnTo>
                <a:lnTo>
                  <a:pt x="464807" y="180975"/>
                </a:lnTo>
                <a:lnTo>
                  <a:pt x="440423" y="220980"/>
                </a:lnTo>
                <a:lnTo>
                  <a:pt x="444995" y="225552"/>
                </a:lnTo>
                <a:lnTo>
                  <a:pt x="461238" y="207010"/>
                </a:lnTo>
                <a:lnTo>
                  <a:pt x="477761" y="185737"/>
                </a:lnTo>
                <a:lnTo>
                  <a:pt x="494296" y="161912"/>
                </a:lnTo>
                <a:lnTo>
                  <a:pt x="510527" y="135636"/>
                </a:lnTo>
                <a:lnTo>
                  <a:pt x="510527" y="321564"/>
                </a:lnTo>
                <a:lnTo>
                  <a:pt x="510298" y="337591"/>
                </a:lnTo>
                <a:lnTo>
                  <a:pt x="509765" y="356044"/>
                </a:lnTo>
                <a:lnTo>
                  <a:pt x="509244" y="377075"/>
                </a:lnTo>
                <a:lnTo>
                  <a:pt x="509003" y="400812"/>
                </a:lnTo>
                <a:lnTo>
                  <a:pt x="536435" y="385572"/>
                </a:lnTo>
                <a:lnTo>
                  <a:pt x="535559" y="371881"/>
                </a:lnTo>
                <a:lnTo>
                  <a:pt x="535101" y="356044"/>
                </a:lnTo>
                <a:lnTo>
                  <a:pt x="534936" y="338213"/>
                </a:lnTo>
                <a:lnTo>
                  <a:pt x="534911" y="137160"/>
                </a:lnTo>
                <a:lnTo>
                  <a:pt x="536879" y="135636"/>
                </a:lnTo>
                <a:lnTo>
                  <a:pt x="548627" y="126492"/>
                </a:lnTo>
                <a:lnTo>
                  <a:pt x="521195" y="111252"/>
                </a:lnTo>
                <a:lnTo>
                  <a:pt x="527773" y="97015"/>
                </a:lnTo>
                <a:lnTo>
                  <a:pt x="536054" y="79629"/>
                </a:lnTo>
                <a:lnTo>
                  <a:pt x="546061" y="59397"/>
                </a:lnTo>
                <a:lnTo>
                  <a:pt x="557771" y="36576"/>
                </a:lnTo>
                <a:lnTo>
                  <a:pt x="574535" y="27432"/>
                </a:lnTo>
                <a:close/>
              </a:path>
              <a:path w="835660" h="402589">
                <a:moveTo>
                  <a:pt x="630923" y="100584"/>
                </a:moveTo>
                <a:lnTo>
                  <a:pt x="589775" y="80772"/>
                </a:lnTo>
                <a:lnTo>
                  <a:pt x="590905" y="96443"/>
                </a:lnTo>
                <a:lnTo>
                  <a:pt x="591870" y="111252"/>
                </a:lnTo>
                <a:lnTo>
                  <a:pt x="592569" y="124929"/>
                </a:lnTo>
                <a:lnTo>
                  <a:pt x="592823" y="137160"/>
                </a:lnTo>
                <a:lnTo>
                  <a:pt x="592823" y="323088"/>
                </a:lnTo>
                <a:lnTo>
                  <a:pt x="592569" y="337972"/>
                </a:lnTo>
                <a:lnTo>
                  <a:pt x="591870" y="355282"/>
                </a:lnTo>
                <a:lnTo>
                  <a:pt x="589775" y="397764"/>
                </a:lnTo>
                <a:lnTo>
                  <a:pt x="618731" y="384048"/>
                </a:lnTo>
                <a:lnTo>
                  <a:pt x="615950" y="333692"/>
                </a:lnTo>
                <a:lnTo>
                  <a:pt x="615683" y="114300"/>
                </a:lnTo>
                <a:lnTo>
                  <a:pt x="630923" y="100584"/>
                </a:lnTo>
                <a:close/>
              </a:path>
              <a:path w="835660" h="402589">
                <a:moveTo>
                  <a:pt x="675386" y="62852"/>
                </a:moveTo>
                <a:lnTo>
                  <a:pt x="647306" y="30670"/>
                </a:lnTo>
                <a:lnTo>
                  <a:pt x="623303" y="13716"/>
                </a:lnTo>
                <a:lnTo>
                  <a:pt x="618731" y="18288"/>
                </a:lnTo>
                <a:lnTo>
                  <a:pt x="629043" y="33959"/>
                </a:lnTo>
                <a:lnTo>
                  <a:pt x="637209" y="48768"/>
                </a:lnTo>
                <a:lnTo>
                  <a:pt x="643382" y="62445"/>
                </a:lnTo>
                <a:lnTo>
                  <a:pt x="647687" y="74676"/>
                </a:lnTo>
                <a:lnTo>
                  <a:pt x="650735" y="88392"/>
                </a:lnTo>
                <a:lnTo>
                  <a:pt x="653783" y="94488"/>
                </a:lnTo>
                <a:lnTo>
                  <a:pt x="659879" y="94488"/>
                </a:lnTo>
                <a:lnTo>
                  <a:pt x="661403" y="91440"/>
                </a:lnTo>
                <a:lnTo>
                  <a:pt x="670547" y="82296"/>
                </a:lnTo>
                <a:lnTo>
                  <a:pt x="673595" y="76200"/>
                </a:lnTo>
                <a:lnTo>
                  <a:pt x="675119" y="68580"/>
                </a:lnTo>
                <a:lnTo>
                  <a:pt x="675386" y="62852"/>
                </a:lnTo>
                <a:close/>
              </a:path>
              <a:path w="835660" h="402589">
                <a:moveTo>
                  <a:pt x="835139" y="64008"/>
                </a:moveTo>
                <a:lnTo>
                  <a:pt x="807707" y="42672"/>
                </a:lnTo>
                <a:lnTo>
                  <a:pt x="792467" y="59436"/>
                </a:lnTo>
                <a:lnTo>
                  <a:pt x="705599" y="59436"/>
                </a:lnTo>
                <a:lnTo>
                  <a:pt x="720839" y="74676"/>
                </a:lnTo>
                <a:lnTo>
                  <a:pt x="730275" y="72682"/>
                </a:lnTo>
                <a:lnTo>
                  <a:pt x="740270" y="71247"/>
                </a:lnTo>
                <a:lnTo>
                  <a:pt x="750849" y="70396"/>
                </a:lnTo>
                <a:lnTo>
                  <a:pt x="761987" y="70104"/>
                </a:lnTo>
                <a:lnTo>
                  <a:pt x="795515" y="70104"/>
                </a:lnTo>
                <a:lnTo>
                  <a:pt x="795515" y="336804"/>
                </a:lnTo>
                <a:lnTo>
                  <a:pt x="794639" y="346811"/>
                </a:lnTo>
                <a:lnTo>
                  <a:pt x="791895" y="353949"/>
                </a:lnTo>
                <a:lnTo>
                  <a:pt x="787158" y="358241"/>
                </a:lnTo>
                <a:lnTo>
                  <a:pt x="780275" y="359664"/>
                </a:lnTo>
                <a:lnTo>
                  <a:pt x="770559" y="359384"/>
                </a:lnTo>
                <a:lnTo>
                  <a:pt x="757415" y="358521"/>
                </a:lnTo>
                <a:lnTo>
                  <a:pt x="740841" y="357098"/>
                </a:lnTo>
                <a:lnTo>
                  <a:pt x="720839" y="355092"/>
                </a:lnTo>
                <a:lnTo>
                  <a:pt x="720839" y="361188"/>
                </a:lnTo>
                <a:lnTo>
                  <a:pt x="746848" y="369747"/>
                </a:lnTo>
                <a:lnTo>
                  <a:pt x="765416" y="379285"/>
                </a:lnTo>
                <a:lnTo>
                  <a:pt x="776566" y="389699"/>
                </a:lnTo>
                <a:lnTo>
                  <a:pt x="780275" y="400812"/>
                </a:lnTo>
                <a:lnTo>
                  <a:pt x="798258" y="391909"/>
                </a:lnTo>
                <a:lnTo>
                  <a:pt x="810945" y="381000"/>
                </a:lnTo>
                <a:lnTo>
                  <a:pt x="818210" y="367817"/>
                </a:lnTo>
                <a:lnTo>
                  <a:pt x="819086" y="359664"/>
                </a:lnTo>
                <a:lnTo>
                  <a:pt x="819899" y="352044"/>
                </a:lnTo>
                <a:lnTo>
                  <a:pt x="819899" y="76200"/>
                </a:lnTo>
                <a:lnTo>
                  <a:pt x="827519" y="70104"/>
                </a:lnTo>
                <a:lnTo>
                  <a:pt x="835139" y="6400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" name="object 34"/>
          <p:cNvSpPr/>
          <p:nvPr/>
        </p:nvSpPr>
        <p:spPr>
          <a:xfrm>
            <a:off x="3031223" y="4183379"/>
            <a:ext cx="1277620" cy="408940"/>
          </a:xfrm>
          <a:custGeom>
            <a:avLst/>
            <a:gdLst/>
            <a:ahLst/>
            <a:cxnLst/>
            <a:rect l="l" t="t" r="r" b="b"/>
            <a:pathLst>
              <a:path w="1277620" h="408939">
                <a:moveTo>
                  <a:pt x="176784" y="169176"/>
                </a:moveTo>
                <a:lnTo>
                  <a:pt x="169875" y="163080"/>
                </a:lnTo>
                <a:lnTo>
                  <a:pt x="150876" y="146316"/>
                </a:lnTo>
                <a:lnTo>
                  <a:pt x="140208" y="159359"/>
                </a:lnTo>
                <a:lnTo>
                  <a:pt x="140208" y="173748"/>
                </a:lnTo>
                <a:lnTo>
                  <a:pt x="140208" y="216420"/>
                </a:lnTo>
                <a:lnTo>
                  <a:pt x="140208" y="227088"/>
                </a:lnTo>
                <a:lnTo>
                  <a:pt x="140208" y="277380"/>
                </a:lnTo>
                <a:lnTo>
                  <a:pt x="48768" y="277380"/>
                </a:lnTo>
                <a:lnTo>
                  <a:pt x="48768" y="227088"/>
                </a:lnTo>
                <a:lnTo>
                  <a:pt x="140208" y="227088"/>
                </a:lnTo>
                <a:lnTo>
                  <a:pt x="140208" y="216420"/>
                </a:lnTo>
                <a:lnTo>
                  <a:pt x="48768" y="216420"/>
                </a:lnTo>
                <a:lnTo>
                  <a:pt x="48768" y="173748"/>
                </a:lnTo>
                <a:lnTo>
                  <a:pt x="140208" y="173748"/>
                </a:lnTo>
                <a:lnTo>
                  <a:pt x="140208" y="159359"/>
                </a:lnTo>
                <a:lnTo>
                  <a:pt x="137160" y="163080"/>
                </a:lnTo>
                <a:lnTo>
                  <a:pt x="48768" y="163080"/>
                </a:lnTo>
                <a:lnTo>
                  <a:pt x="21336" y="149364"/>
                </a:lnTo>
                <a:lnTo>
                  <a:pt x="22466" y="166509"/>
                </a:lnTo>
                <a:lnTo>
                  <a:pt x="23431" y="192798"/>
                </a:lnTo>
                <a:lnTo>
                  <a:pt x="24130" y="228231"/>
                </a:lnTo>
                <a:lnTo>
                  <a:pt x="24384" y="272808"/>
                </a:lnTo>
                <a:lnTo>
                  <a:pt x="24130" y="317969"/>
                </a:lnTo>
                <a:lnTo>
                  <a:pt x="23431" y="355295"/>
                </a:lnTo>
                <a:lnTo>
                  <a:pt x="22466" y="384886"/>
                </a:lnTo>
                <a:lnTo>
                  <a:pt x="21336" y="406920"/>
                </a:lnTo>
                <a:lnTo>
                  <a:pt x="48768" y="393204"/>
                </a:lnTo>
                <a:lnTo>
                  <a:pt x="48768" y="288048"/>
                </a:lnTo>
                <a:lnTo>
                  <a:pt x="140208" y="288048"/>
                </a:lnTo>
                <a:lnTo>
                  <a:pt x="140208" y="362724"/>
                </a:lnTo>
                <a:lnTo>
                  <a:pt x="135636" y="368820"/>
                </a:lnTo>
                <a:lnTo>
                  <a:pt x="82296" y="364248"/>
                </a:lnTo>
                <a:lnTo>
                  <a:pt x="82296" y="371868"/>
                </a:lnTo>
                <a:lnTo>
                  <a:pt x="101447" y="378409"/>
                </a:lnTo>
                <a:lnTo>
                  <a:pt x="115443" y="386537"/>
                </a:lnTo>
                <a:lnTo>
                  <a:pt x="124307" y="396074"/>
                </a:lnTo>
                <a:lnTo>
                  <a:pt x="128016" y="406920"/>
                </a:lnTo>
                <a:lnTo>
                  <a:pt x="144640" y="397789"/>
                </a:lnTo>
                <a:lnTo>
                  <a:pt x="155829" y="386537"/>
                </a:lnTo>
                <a:lnTo>
                  <a:pt x="161886" y="373265"/>
                </a:lnTo>
                <a:lnTo>
                  <a:pt x="162229" y="368820"/>
                </a:lnTo>
                <a:lnTo>
                  <a:pt x="163068" y="358152"/>
                </a:lnTo>
                <a:lnTo>
                  <a:pt x="163068" y="181368"/>
                </a:lnTo>
                <a:lnTo>
                  <a:pt x="171640" y="173748"/>
                </a:lnTo>
                <a:lnTo>
                  <a:pt x="176784" y="169176"/>
                </a:lnTo>
                <a:close/>
              </a:path>
              <a:path w="1277620" h="408939">
                <a:moveTo>
                  <a:pt x="193548" y="114312"/>
                </a:moveTo>
                <a:lnTo>
                  <a:pt x="193167" y="111264"/>
                </a:lnTo>
                <a:lnTo>
                  <a:pt x="192773" y="108216"/>
                </a:lnTo>
                <a:lnTo>
                  <a:pt x="192671" y="107429"/>
                </a:lnTo>
                <a:lnTo>
                  <a:pt x="158877" y="70497"/>
                </a:lnTo>
                <a:lnTo>
                  <a:pt x="132588" y="53352"/>
                </a:lnTo>
                <a:lnTo>
                  <a:pt x="129540" y="59448"/>
                </a:lnTo>
                <a:lnTo>
                  <a:pt x="136664" y="68059"/>
                </a:lnTo>
                <a:lnTo>
                  <a:pt x="144208" y="78117"/>
                </a:lnTo>
                <a:lnTo>
                  <a:pt x="152044" y="89877"/>
                </a:lnTo>
                <a:lnTo>
                  <a:pt x="160020" y="103644"/>
                </a:lnTo>
                <a:lnTo>
                  <a:pt x="27432" y="108216"/>
                </a:lnTo>
                <a:lnTo>
                  <a:pt x="36944" y="99326"/>
                </a:lnTo>
                <a:lnTo>
                  <a:pt x="47434" y="88595"/>
                </a:lnTo>
                <a:lnTo>
                  <a:pt x="59372" y="75844"/>
                </a:lnTo>
                <a:lnTo>
                  <a:pt x="73152" y="60972"/>
                </a:lnTo>
                <a:lnTo>
                  <a:pt x="86296" y="47561"/>
                </a:lnTo>
                <a:lnTo>
                  <a:pt x="98298" y="37160"/>
                </a:lnTo>
                <a:lnTo>
                  <a:pt x="109156" y="29895"/>
                </a:lnTo>
                <a:lnTo>
                  <a:pt x="118872" y="25920"/>
                </a:lnTo>
                <a:lnTo>
                  <a:pt x="88392" y="12"/>
                </a:lnTo>
                <a:lnTo>
                  <a:pt x="59461" y="49301"/>
                </a:lnTo>
                <a:lnTo>
                  <a:pt x="31724" y="83070"/>
                </a:lnTo>
                <a:lnTo>
                  <a:pt x="0" y="103644"/>
                </a:lnTo>
                <a:lnTo>
                  <a:pt x="16764" y="137172"/>
                </a:lnTo>
                <a:lnTo>
                  <a:pt x="59423" y="123240"/>
                </a:lnTo>
                <a:lnTo>
                  <a:pt x="106286" y="117259"/>
                </a:lnTo>
                <a:lnTo>
                  <a:pt x="146812" y="112687"/>
                </a:lnTo>
                <a:lnTo>
                  <a:pt x="163068" y="111264"/>
                </a:lnTo>
                <a:lnTo>
                  <a:pt x="166116" y="120408"/>
                </a:lnTo>
                <a:lnTo>
                  <a:pt x="169164" y="128028"/>
                </a:lnTo>
                <a:lnTo>
                  <a:pt x="172212" y="134124"/>
                </a:lnTo>
                <a:lnTo>
                  <a:pt x="172212" y="138696"/>
                </a:lnTo>
                <a:lnTo>
                  <a:pt x="176784" y="138696"/>
                </a:lnTo>
                <a:lnTo>
                  <a:pt x="181356" y="137172"/>
                </a:lnTo>
                <a:lnTo>
                  <a:pt x="190500" y="128028"/>
                </a:lnTo>
                <a:lnTo>
                  <a:pt x="192024" y="121932"/>
                </a:lnTo>
                <a:lnTo>
                  <a:pt x="193548" y="114312"/>
                </a:lnTo>
                <a:close/>
              </a:path>
              <a:path w="1277620" h="408939">
                <a:moveTo>
                  <a:pt x="382524" y="160032"/>
                </a:moveTo>
                <a:lnTo>
                  <a:pt x="359283" y="120218"/>
                </a:lnTo>
                <a:lnTo>
                  <a:pt x="358140" y="100596"/>
                </a:lnTo>
                <a:lnTo>
                  <a:pt x="350520" y="100596"/>
                </a:lnTo>
                <a:lnTo>
                  <a:pt x="348996" y="144792"/>
                </a:lnTo>
                <a:lnTo>
                  <a:pt x="329184" y="163080"/>
                </a:lnTo>
                <a:lnTo>
                  <a:pt x="271272" y="163080"/>
                </a:lnTo>
                <a:lnTo>
                  <a:pt x="259270" y="161937"/>
                </a:lnTo>
                <a:lnTo>
                  <a:pt x="250698" y="158508"/>
                </a:lnTo>
                <a:lnTo>
                  <a:pt x="245554" y="152793"/>
                </a:lnTo>
                <a:lnTo>
                  <a:pt x="243840" y="144792"/>
                </a:lnTo>
                <a:lnTo>
                  <a:pt x="243840" y="111264"/>
                </a:lnTo>
                <a:lnTo>
                  <a:pt x="264985" y="103568"/>
                </a:lnTo>
                <a:lnTo>
                  <a:pt x="268490" y="102120"/>
                </a:lnTo>
                <a:lnTo>
                  <a:pt x="287274" y="94310"/>
                </a:lnTo>
                <a:lnTo>
                  <a:pt x="310705" y="83616"/>
                </a:lnTo>
                <a:lnTo>
                  <a:pt x="335280" y="71640"/>
                </a:lnTo>
                <a:lnTo>
                  <a:pt x="350520" y="70116"/>
                </a:lnTo>
                <a:lnTo>
                  <a:pt x="324612" y="39636"/>
                </a:lnTo>
                <a:lnTo>
                  <a:pt x="309422" y="56464"/>
                </a:lnTo>
                <a:lnTo>
                  <a:pt x="291084" y="72593"/>
                </a:lnTo>
                <a:lnTo>
                  <a:pt x="269328" y="87845"/>
                </a:lnTo>
                <a:lnTo>
                  <a:pt x="243840" y="102120"/>
                </a:lnTo>
                <a:lnTo>
                  <a:pt x="243840" y="41160"/>
                </a:lnTo>
                <a:lnTo>
                  <a:pt x="260604" y="27444"/>
                </a:lnTo>
                <a:lnTo>
                  <a:pt x="219456" y="10680"/>
                </a:lnTo>
                <a:lnTo>
                  <a:pt x="221551" y="55067"/>
                </a:lnTo>
                <a:lnTo>
                  <a:pt x="222211" y="94310"/>
                </a:lnTo>
                <a:lnTo>
                  <a:pt x="222504" y="150888"/>
                </a:lnTo>
                <a:lnTo>
                  <a:pt x="224790" y="165531"/>
                </a:lnTo>
                <a:lnTo>
                  <a:pt x="231648" y="175463"/>
                </a:lnTo>
                <a:lnTo>
                  <a:pt x="243078" y="181102"/>
                </a:lnTo>
                <a:lnTo>
                  <a:pt x="259080" y="182892"/>
                </a:lnTo>
                <a:lnTo>
                  <a:pt x="330708" y="182892"/>
                </a:lnTo>
                <a:lnTo>
                  <a:pt x="349313" y="181457"/>
                </a:lnTo>
                <a:lnTo>
                  <a:pt x="364045" y="177177"/>
                </a:lnTo>
                <a:lnTo>
                  <a:pt x="375081" y="170027"/>
                </a:lnTo>
                <a:lnTo>
                  <a:pt x="380263" y="163080"/>
                </a:lnTo>
                <a:lnTo>
                  <a:pt x="382524" y="160032"/>
                </a:lnTo>
                <a:close/>
              </a:path>
              <a:path w="1277620" h="408939">
                <a:moveTo>
                  <a:pt x="387096" y="367296"/>
                </a:moveTo>
                <a:lnTo>
                  <a:pt x="365188" y="326529"/>
                </a:lnTo>
                <a:lnTo>
                  <a:pt x="362712" y="300240"/>
                </a:lnTo>
                <a:lnTo>
                  <a:pt x="355092" y="300240"/>
                </a:lnTo>
                <a:lnTo>
                  <a:pt x="354863" y="313397"/>
                </a:lnTo>
                <a:lnTo>
                  <a:pt x="354330" y="325577"/>
                </a:lnTo>
                <a:lnTo>
                  <a:pt x="353809" y="336880"/>
                </a:lnTo>
                <a:lnTo>
                  <a:pt x="353568" y="347484"/>
                </a:lnTo>
                <a:lnTo>
                  <a:pt x="352196" y="357505"/>
                </a:lnTo>
                <a:lnTo>
                  <a:pt x="348234" y="364820"/>
                </a:lnTo>
                <a:lnTo>
                  <a:pt x="341998" y="369557"/>
                </a:lnTo>
                <a:lnTo>
                  <a:pt x="333756" y="371868"/>
                </a:lnTo>
                <a:lnTo>
                  <a:pt x="265176" y="371868"/>
                </a:lnTo>
                <a:lnTo>
                  <a:pt x="254063" y="371030"/>
                </a:lnTo>
                <a:lnTo>
                  <a:pt x="245935" y="366344"/>
                </a:lnTo>
                <a:lnTo>
                  <a:pt x="240969" y="357936"/>
                </a:lnTo>
                <a:lnTo>
                  <a:pt x="239268" y="345960"/>
                </a:lnTo>
                <a:lnTo>
                  <a:pt x="239268" y="301764"/>
                </a:lnTo>
                <a:lnTo>
                  <a:pt x="258978" y="292620"/>
                </a:lnTo>
                <a:lnTo>
                  <a:pt x="262724" y="290880"/>
                </a:lnTo>
                <a:lnTo>
                  <a:pt x="287464" y="278714"/>
                </a:lnTo>
                <a:lnTo>
                  <a:pt x="313639" y="265112"/>
                </a:lnTo>
                <a:lnTo>
                  <a:pt x="341376" y="249948"/>
                </a:lnTo>
                <a:lnTo>
                  <a:pt x="358140" y="249948"/>
                </a:lnTo>
                <a:lnTo>
                  <a:pt x="329184" y="216420"/>
                </a:lnTo>
                <a:lnTo>
                  <a:pt x="312572" y="237324"/>
                </a:lnTo>
                <a:lnTo>
                  <a:pt x="292227" y="256806"/>
                </a:lnTo>
                <a:lnTo>
                  <a:pt x="267893" y="275132"/>
                </a:lnTo>
                <a:lnTo>
                  <a:pt x="239268" y="292620"/>
                </a:lnTo>
                <a:lnTo>
                  <a:pt x="239268" y="236232"/>
                </a:lnTo>
                <a:lnTo>
                  <a:pt x="254508" y="224040"/>
                </a:lnTo>
                <a:lnTo>
                  <a:pt x="214884" y="205752"/>
                </a:lnTo>
                <a:lnTo>
                  <a:pt x="216154" y="249948"/>
                </a:lnTo>
                <a:lnTo>
                  <a:pt x="216357" y="292620"/>
                </a:lnTo>
                <a:lnTo>
                  <a:pt x="216408" y="361200"/>
                </a:lnTo>
                <a:lnTo>
                  <a:pt x="219583" y="375196"/>
                </a:lnTo>
                <a:lnTo>
                  <a:pt x="226885" y="385203"/>
                </a:lnTo>
                <a:lnTo>
                  <a:pt x="238493" y="391198"/>
                </a:lnTo>
                <a:lnTo>
                  <a:pt x="254508" y="393204"/>
                </a:lnTo>
                <a:lnTo>
                  <a:pt x="335280" y="393204"/>
                </a:lnTo>
                <a:lnTo>
                  <a:pt x="354736" y="390652"/>
                </a:lnTo>
                <a:lnTo>
                  <a:pt x="369760" y="385394"/>
                </a:lnTo>
                <a:lnTo>
                  <a:pt x="380504" y="377558"/>
                </a:lnTo>
                <a:lnTo>
                  <a:pt x="384162" y="371868"/>
                </a:lnTo>
                <a:lnTo>
                  <a:pt x="387096" y="367296"/>
                </a:lnTo>
                <a:close/>
              </a:path>
              <a:path w="1277620" h="408939">
                <a:moveTo>
                  <a:pt x="562356" y="150876"/>
                </a:moveTo>
                <a:lnTo>
                  <a:pt x="555396" y="144780"/>
                </a:lnTo>
                <a:lnTo>
                  <a:pt x="537972" y="129540"/>
                </a:lnTo>
                <a:lnTo>
                  <a:pt x="528828" y="140970"/>
                </a:lnTo>
                <a:lnTo>
                  <a:pt x="528828" y="153924"/>
                </a:lnTo>
                <a:lnTo>
                  <a:pt x="528828" y="251460"/>
                </a:lnTo>
                <a:lnTo>
                  <a:pt x="493776" y="251460"/>
                </a:lnTo>
                <a:lnTo>
                  <a:pt x="493776" y="153924"/>
                </a:lnTo>
                <a:lnTo>
                  <a:pt x="528828" y="153924"/>
                </a:lnTo>
                <a:lnTo>
                  <a:pt x="528828" y="140970"/>
                </a:lnTo>
                <a:lnTo>
                  <a:pt x="525780" y="144780"/>
                </a:lnTo>
                <a:lnTo>
                  <a:pt x="493776" y="144780"/>
                </a:lnTo>
                <a:lnTo>
                  <a:pt x="470916" y="134112"/>
                </a:lnTo>
                <a:lnTo>
                  <a:pt x="471106" y="147828"/>
                </a:lnTo>
                <a:lnTo>
                  <a:pt x="471233" y="153924"/>
                </a:lnTo>
                <a:lnTo>
                  <a:pt x="471678" y="170688"/>
                </a:lnTo>
                <a:lnTo>
                  <a:pt x="472211" y="192405"/>
                </a:lnTo>
                <a:lnTo>
                  <a:pt x="472389" y="210312"/>
                </a:lnTo>
                <a:lnTo>
                  <a:pt x="472274" y="234696"/>
                </a:lnTo>
                <a:lnTo>
                  <a:pt x="472211" y="240982"/>
                </a:lnTo>
                <a:lnTo>
                  <a:pt x="471157" y="286702"/>
                </a:lnTo>
                <a:lnTo>
                  <a:pt x="470916" y="307848"/>
                </a:lnTo>
                <a:lnTo>
                  <a:pt x="493776" y="298704"/>
                </a:lnTo>
                <a:lnTo>
                  <a:pt x="493776" y="262128"/>
                </a:lnTo>
                <a:lnTo>
                  <a:pt x="528828" y="262128"/>
                </a:lnTo>
                <a:lnTo>
                  <a:pt x="528828" y="284988"/>
                </a:lnTo>
                <a:lnTo>
                  <a:pt x="551688" y="272796"/>
                </a:lnTo>
                <a:lnTo>
                  <a:pt x="551484" y="262128"/>
                </a:lnTo>
                <a:lnTo>
                  <a:pt x="551459" y="260819"/>
                </a:lnTo>
                <a:lnTo>
                  <a:pt x="551002" y="251460"/>
                </a:lnTo>
                <a:lnTo>
                  <a:pt x="550418" y="240982"/>
                </a:lnTo>
                <a:lnTo>
                  <a:pt x="550265" y="236220"/>
                </a:lnTo>
                <a:lnTo>
                  <a:pt x="550164" y="160020"/>
                </a:lnTo>
                <a:lnTo>
                  <a:pt x="558292" y="153924"/>
                </a:lnTo>
                <a:lnTo>
                  <a:pt x="562356" y="150876"/>
                </a:lnTo>
                <a:close/>
              </a:path>
              <a:path w="1277620" h="408939">
                <a:moveTo>
                  <a:pt x="615696" y="85344"/>
                </a:moveTo>
                <a:lnTo>
                  <a:pt x="610044" y="79248"/>
                </a:lnTo>
                <a:lnTo>
                  <a:pt x="595884" y="64008"/>
                </a:lnTo>
                <a:lnTo>
                  <a:pt x="580644" y="79248"/>
                </a:lnTo>
                <a:lnTo>
                  <a:pt x="495300" y="79248"/>
                </a:lnTo>
                <a:lnTo>
                  <a:pt x="516636" y="30480"/>
                </a:lnTo>
                <a:lnTo>
                  <a:pt x="531876" y="21336"/>
                </a:lnTo>
                <a:lnTo>
                  <a:pt x="495300" y="1524"/>
                </a:lnTo>
                <a:lnTo>
                  <a:pt x="480517" y="56388"/>
                </a:lnTo>
                <a:lnTo>
                  <a:pt x="463588" y="103492"/>
                </a:lnTo>
                <a:lnTo>
                  <a:pt x="440194" y="154266"/>
                </a:lnTo>
                <a:lnTo>
                  <a:pt x="425196" y="181356"/>
                </a:lnTo>
                <a:lnTo>
                  <a:pt x="429768" y="184404"/>
                </a:lnTo>
                <a:lnTo>
                  <a:pt x="447230" y="163004"/>
                </a:lnTo>
                <a:lnTo>
                  <a:pt x="463105" y="140017"/>
                </a:lnTo>
                <a:lnTo>
                  <a:pt x="477558" y="115633"/>
                </a:lnTo>
                <a:lnTo>
                  <a:pt x="490728" y="89916"/>
                </a:lnTo>
                <a:lnTo>
                  <a:pt x="582168" y="89916"/>
                </a:lnTo>
                <a:lnTo>
                  <a:pt x="581888" y="174307"/>
                </a:lnTo>
                <a:lnTo>
                  <a:pt x="581025" y="238506"/>
                </a:lnTo>
                <a:lnTo>
                  <a:pt x="579589" y="283806"/>
                </a:lnTo>
                <a:lnTo>
                  <a:pt x="574725" y="323405"/>
                </a:lnTo>
                <a:lnTo>
                  <a:pt x="548665" y="343471"/>
                </a:lnTo>
                <a:lnTo>
                  <a:pt x="535114" y="342900"/>
                </a:lnTo>
                <a:lnTo>
                  <a:pt x="517283" y="341185"/>
                </a:lnTo>
                <a:lnTo>
                  <a:pt x="495300" y="338328"/>
                </a:lnTo>
                <a:lnTo>
                  <a:pt x="495300" y="345948"/>
                </a:lnTo>
                <a:lnTo>
                  <a:pt x="517334" y="352767"/>
                </a:lnTo>
                <a:lnTo>
                  <a:pt x="533209" y="361569"/>
                </a:lnTo>
                <a:lnTo>
                  <a:pt x="543102" y="372097"/>
                </a:lnTo>
                <a:lnTo>
                  <a:pt x="547116" y="384048"/>
                </a:lnTo>
                <a:lnTo>
                  <a:pt x="557745" y="378333"/>
                </a:lnTo>
                <a:lnTo>
                  <a:pt x="587578" y="354101"/>
                </a:lnTo>
                <a:lnTo>
                  <a:pt x="600938" y="293370"/>
                </a:lnTo>
                <a:lnTo>
                  <a:pt x="602361" y="247650"/>
                </a:lnTo>
                <a:lnTo>
                  <a:pt x="603148" y="187502"/>
                </a:lnTo>
                <a:lnTo>
                  <a:pt x="603504" y="94488"/>
                </a:lnTo>
                <a:lnTo>
                  <a:pt x="609600" y="89916"/>
                </a:lnTo>
                <a:lnTo>
                  <a:pt x="615696" y="85344"/>
                </a:lnTo>
                <a:close/>
              </a:path>
              <a:path w="1277620" h="408939">
                <a:moveTo>
                  <a:pt x="818388" y="70104"/>
                </a:moveTo>
                <a:lnTo>
                  <a:pt x="809244" y="60960"/>
                </a:lnTo>
                <a:lnTo>
                  <a:pt x="794004" y="45720"/>
                </a:lnTo>
                <a:lnTo>
                  <a:pt x="778764" y="60960"/>
                </a:lnTo>
                <a:lnTo>
                  <a:pt x="694944" y="60960"/>
                </a:lnTo>
                <a:lnTo>
                  <a:pt x="710184" y="35052"/>
                </a:lnTo>
                <a:lnTo>
                  <a:pt x="723900" y="27432"/>
                </a:lnTo>
                <a:lnTo>
                  <a:pt x="694944" y="7620"/>
                </a:lnTo>
                <a:lnTo>
                  <a:pt x="676732" y="49847"/>
                </a:lnTo>
                <a:lnTo>
                  <a:pt x="647509" y="97726"/>
                </a:lnTo>
                <a:lnTo>
                  <a:pt x="620268" y="126492"/>
                </a:lnTo>
                <a:lnTo>
                  <a:pt x="621792" y="132588"/>
                </a:lnTo>
                <a:lnTo>
                  <a:pt x="631228" y="126301"/>
                </a:lnTo>
                <a:lnTo>
                  <a:pt x="641223" y="118872"/>
                </a:lnTo>
                <a:lnTo>
                  <a:pt x="651802" y="110299"/>
                </a:lnTo>
                <a:lnTo>
                  <a:pt x="662940" y="100584"/>
                </a:lnTo>
                <a:lnTo>
                  <a:pt x="669518" y="107759"/>
                </a:lnTo>
                <a:lnTo>
                  <a:pt x="675500" y="115620"/>
                </a:lnTo>
                <a:lnTo>
                  <a:pt x="680948" y="124383"/>
                </a:lnTo>
                <a:lnTo>
                  <a:pt x="685800" y="134112"/>
                </a:lnTo>
                <a:lnTo>
                  <a:pt x="688848" y="143256"/>
                </a:lnTo>
                <a:lnTo>
                  <a:pt x="693420" y="147828"/>
                </a:lnTo>
                <a:lnTo>
                  <a:pt x="697992" y="147828"/>
                </a:lnTo>
                <a:lnTo>
                  <a:pt x="699516" y="144780"/>
                </a:lnTo>
                <a:lnTo>
                  <a:pt x="702564" y="140208"/>
                </a:lnTo>
                <a:lnTo>
                  <a:pt x="707136" y="135636"/>
                </a:lnTo>
                <a:lnTo>
                  <a:pt x="707136" y="129540"/>
                </a:lnTo>
                <a:lnTo>
                  <a:pt x="677773" y="100584"/>
                </a:lnTo>
                <a:lnTo>
                  <a:pt x="669036" y="96012"/>
                </a:lnTo>
                <a:lnTo>
                  <a:pt x="673633" y="91135"/>
                </a:lnTo>
                <a:lnTo>
                  <a:pt x="678370" y="85534"/>
                </a:lnTo>
                <a:lnTo>
                  <a:pt x="683399" y="79082"/>
                </a:lnTo>
                <a:lnTo>
                  <a:pt x="688848" y="71628"/>
                </a:lnTo>
                <a:lnTo>
                  <a:pt x="778764" y="71628"/>
                </a:lnTo>
                <a:lnTo>
                  <a:pt x="743191" y="117919"/>
                </a:lnTo>
                <a:lnTo>
                  <a:pt x="703707" y="154266"/>
                </a:lnTo>
                <a:lnTo>
                  <a:pt x="646658" y="187452"/>
                </a:lnTo>
                <a:lnTo>
                  <a:pt x="611124" y="202692"/>
                </a:lnTo>
                <a:lnTo>
                  <a:pt x="612648" y="210312"/>
                </a:lnTo>
                <a:lnTo>
                  <a:pt x="675779" y="187502"/>
                </a:lnTo>
                <a:lnTo>
                  <a:pt x="725424" y="160020"/>
                </a:lnTo>
                <a:lnTo>
                  <a:pt x="766381" y="124587"/>
                </a:lnTo>
                <a:lnTo>
                  <a:pt x="801624" y="77724"/>
                </a:lnTo>
                <a:lnTo>
                  <a:pt x="815035" y="71628"/>
                </a:lnTo>
                <a:lnTo>
                  <a:pt x="818388" y="70104"/>
                </a:lnTo>
                <a:close/>
              </a:path>
              <a:path w="1277620" h="408939">
                <a:moveTo>
                  <a:pt x="830580" y="233172"/>
                </a:moveTo>
                <a:lnTo>
                  <a:pt x="821436" y="224028"/>
                </a:lnTo>
                <a:lnTo>
                  <a:pt x="806196" y="208788"/>
                </a:lnTo>
                <a:lnTo>
                  <a:pt x="790956" y="224028"/>
                </a:lnTo>
                <a:lnTo>
                  <a:pt x="707136" y="224028"/>
                </a:lnTo>
                <a:lnTo>
                  <a:pt x="725424" y="199644"/>
                </a:lnTo>
                <a:lnTo>
                  <a:pt x="742188" y="195072"/>
                </a:lnTo>
                <a:lnTo>
                  <a:pt x="711708" y="170688"/>
                </a:lnTo>
                <a:lnTo>
                  <a:pt x="685355" y="219125"/>
                </a:lnTo>
                <a:lnTo>
                  <a:pt x="659536" y="253034"/>
                </a:lnTo>
                <a:lnTo>
                  <a:pt x="627964" y="283806"/>
                </a:lnTo>
                <a:lnTo>
                  <a:pt x="609600" y="297180"/>
                </a:lnTo>
                <a:lnTo>
                  <a:pt x="612648" y="301752"/>
                </a:lnTo>
                <a:lnTo>
                  <a:pt x="628078" y="294373"/>
                </a:lnTo>
                <a:lnTo>
                  <a:pt x="642366" y="286131"/>
                </a:lnTo>
                <a:lnTo>
                  <a:pt x="655510" y="277329"/>
                </a:lnTo>
                <a:lnTo>
                  <a:pt x="667512" y="268224"/>
                </a:lnTo>
                <a:lnTo>
                  <a:pt x="673798" y="278536"/>
                </a:lnTo>
                <a:lnTo>
                  <a:pt x="678942" y="288988"/>
                </a:lnTo>
                <a:lnTo>
                  <a:pt x="682942" y="299732"/>
                </a:lnTo>
                <a:lnTo>
                  <a:pt x="685800" y="310896"/>
                </a:lnTo>
                <a:lnTo>
                  <a:pt x="688848" y="323088"/>
                </a:lnTo>
                <a:lnTo>
                  <a:pt x="691896" y="327660"/>
                </a:lnTo>
                <a:lnTo>
                  <a:pt x="696468" y="327660"/>
                </a:lnTo>
                <a:lnTo>
                  <a:pt x="699516" y="326136"/>
                </a:lnTo>
                <a:lnTo>
                  <a:pt x="702564" y="321564"/>
                </a:lnTo>
                <a:lnTo>
                  <a:pt x="707136" y="318516"/>
                </a:lnTo>
                <a:lnTo>
                  <a:pt x="708660" y="313944"/>
                </a:lnTo>
                <a:lnTo>
                  <a:pt x="708660" y="304800"/>
                </a:lnTo>
                <a:lnTo>
                  <a:pt x="707136" y="300228"/>
                </a:lnTo>
                <a:lnTo>
                  <a:pt x="705612" y="294132"/>
                </a:lnTo>
                <a:lnTo>
                  <a:pt x="672084" y="262128"/>
                </a:lnTo>
                <a:lnTo>
                  <a:pt x="679831" y="254419"/>
                </a:lnTo>
                <a:lnTo>
                  <a:pt x="687133" y="247269"/>
                </a:lnTo>
                <a:lnTo>
                  <a:pt x="694169" y="240703"/>
                </a:lnTo>
                <a:lnTo>
                  <a:pt x="701040" y="234696"/>
                </a:lnTo>
                <a:lnTo>
                  <a:pt x="790956" y="234696"/>
                </a:lnTo>
                <a:lnTo>
                  <a:pt x="771817" y="270090"/>
                </a:lnTo>
                <a:lnTo>
                  <a:pt x="728383" y="325996"/>
                </a:lnTo>
                <a:lnTo>
                  <a:pt x="677570" y="363080"/>
                </a:lnTo>
                <a:lnTo>
                  <a:pt x="617080" y="389890"/>
                </a:lnTo>
                <a:lnTo>
                  <a:pt x="583692" y="399288"/>
                </a:lnTo>
                <a:lnTo>
                  <a:pt x="585216" y="406908"/>
                </a:lnTo>
                <a:lnTo>
                  <a:pt x="651319" y="389382"/>
                </a:lnTo>
                <a:lnTo>
                  <a:pt x="711708" y="362712"/>
                </a:lnTo>
                <a:lnTo>
                  <a:pt x="765429" y="317182"/>
                </a:lnTo>
                <a:lnTo>
                  <a:pt x="789724" y="284492"/>
                </a:lnTo>
                <a:lnTo>
                  <a:pt x="812292" y="245364"/>
                </a:lnTo>
                <a:lnTo>
                  <a:pt x="828294" y="234696"/>
                </a:lnTo>
                <a:lnTo>
                  <a:pt x="830580" y="233172"/>
                </a:lnTo>
                <a:close/>
              </a:path>
              <a:path w="1277620" h="408939">
                <a:moveTo>
                  <a:pt x="1277124" y="82296"/>
                </a:moveTo>
                <a:lnTo>
                  <a:pt x="1237500" y="41148"/>
                </a:lnTo>
                <a:lnTo>
                  <a:pt x="1207020" y="71628"/>
                </a:lnTo>
                <a:lnTo>
                  <a:pt x="1059192" y="71628"/>
                </a:lnTo>
                <a:lnTo>
                  <a:pt x="1064018" y="63055"/>
                </a:lnTo>
                <a:lnTo>
                  <a:pt x="1069289" y="53340"/>
                </a:lnTo>
                <a:lnTo>
                  <a:pt x="1074826" y="42481"/>
                </a:lnTo>
                <a:lnTo>
                  <a:pt x="1080528" y="30480"/>
                </a:lnTo>
                <a:lnTo>
                  <a:pt x="1097292" y="24384"/>
                </a:lnTo>
                <a:lnTo>
                  <a:pt x="1054620" y="0"/>
                </a:lnTo>
                <a:lnTo>
                  <a:pt x="1051229" y="14846"/>
                </a:lnTo>
                <a:lnTo>
                  <a:pt x="1045857" y="31813"/>
                </a:lnTo>
                <a:lnTo>
                  <a:pt x="1038758" y="50800"/>
                </a:lnTo>
                <a:lnTo>
                  <a:pt x="1030236" y="71628"/>
                </a:lnTo>
                <a:lnTo>
                  <a:pt x="873264" y="71628"/>
                </a:lnTo>
                <a:lnTo>
                  <a:pt x="890028" y="86868"/>
                </a:lnTo>
                <a:lnTo>
                  <a:pt x="899452" y="84874"/>
                </a:lnTo>
                <a:lnTo>
                  <a:pt x="909459" y="83439"/>
                </a:lnTo>
                <a:lnTo>
                  <a:pt x="920026" y="82588"/>
                </a:lnTo>
                <a:lnTo>
                  <a:pt x="931176" y="82296"/>
                </a:lnTo>
                <a:lnTo>
                  <a:pt x="1027188" y="82296"/>
                </a:lnTo>
                <a:lnTo>
                  <a:pt x="992898" y="139065"/>
                </a:lnTo>
                <a:lnTo>
                  <a:pt x="958608" y="184404"/>
                </a:lnTo>
                <a:lnTo>
                  <a:pt x="918794" y="225171"/>
                </a:lnTo>
                <a:lnTo>
                  <a:pt x="873264" y="263652"/>
                </a:lnTo>
                <a:lnTo>
                  <a:pt x="879360" y="269748"/>
                </a:lnTo>
                <a:lnTo>
                  <a:pt x="907364" y="250609"/>
                </a:lnTo>
                <a:lnTo>
                  <a:pt x="934224" y="229743"/>
                </a:lnTo>
                <a:lnTo>
                  <a:pt x="959942" y="207175"/>
                </a:lnTo>
                <a:lnTo>
                  <a:pt x="984516" y="182880"/>
                </a:lnTo>
                <a:lnTo>
                  <a:pt x="984427" y="294132"/>
                </a:lnTo>
                <a:lnTo>
                  <a:pt x="984326" y="337375"/>
                </a:lnTo>
                <a:lnTo>
                  <a:pt x="983869" y="383273"/>
                </a:lnTo>
                <a:lnTo>
                  <a:pt x="982992" y="408432"/>
                </a:lnTo>
                <a:lnTo>
                  <a:pt x="1008900" y="393192"/>
                </a:lnTo>
                <a:lnTo>
                  <a:pt x="1008900" y="294132"/>
                </a:lnTo>
                <a:lnTo>
                  <a:pt x="1168920" y="294132"/>
                </a:lnTo>
                <a:lnTo>
                  <a:pt x="1168920" y="364236"/>
                </a:lnTo>
                <a:lnTo>
                  <a:pt x="1164348" y="370332"/>
                </a:lnTo>
                <a:lnTo>
                  <a:pt x="1121956" y="367118"/>
                </a:lnTo>
                <a:lnTo>
                  <a:pt x="1107960" y="364236"/>
                </a:lnTo>
                <a:lnTo>
                  <a:pt x="1107960" y="373380"/>
                </a:lnTo>
                <a:lnTo>
                  <a:pt x="1129690" y="380796"/>
                </a:lnTo>
                <a:lnTo>
                  <a:pt x="1144727" y="389191"/>
                </a:lnTo>
                <a:lnTo>
                  <a:pt x="1153172" y="398462"/>
                </a:lnTo>
                <a:lnTo>
                  <a:pt x="1155204" y="408432"/>
                </a:lnTo>
                <a:lnTo>
                  <a:pt x="1172083" y="400723"/>
                </a:lnTo>
                <a:lnTo>
                  <a:pt x="1183970" y="391287"/>
                </a:lnTo>
                <a:lnTo>
                  <a:pt x="1190993" y="380149"/>
                </a:lnTo>
                <a:lnTo>
                  <a:pt x="1192745" y="370332"/>
                </a:lnTo>
                <a:lnTo>
                  <a:pt x="1193304" y="367284"/>
                </a:lnTo>
                <a:lnTo>
                  <a:pt x="1193304" y="161544"/>
                </a:lnTo>
                <a:lnTo>
                  <a:pt x="1202829" y="153924"/>
                </a:lnTo>
                <a:lnTo>
                  <a:pt x="1208544" y="149352"/>
                </a:lnTo>
                <a:lnTo>
                  <a:pt x="1202753" y="144780"/>
                </a:lnTo>
                <a:lnTo>
                  <a:pt x="1179588" y="126492"/>
                </a:lnTo>
                <a:lnTo>
                  <a:pt x="1168920" y="140716"/>
                </a:lnTo>
                <a:lnTo>
                  <a:pt x="1168920" y="153924"/>
                </a:lnTo>
                <a:lnTo>
                  <a:pt x="1168920" y="214884"/>
                </a:lnTo>
                <a:lnTo>
                  <a:pt x="1168920" y="225552"/>
                </a:lnTo>
                <a:lnTo>
                  <a:pt x="1168920" y="283464"/>
                </a:lnTo>
                <a:lnTo>
                  <a:pt x="1008900" y="283464"/>
                </a:lnTo>
                <a:lnTo>
                  <a:pt x="1008900" y="225552"/>
                </a:lnTo>
                <a:lnTo>
                  <a:pt x="1168920" y="225552"/>
                </a:lnTo>
                <a:lnTo>
                  <a:pt x="1168920" y="214884"/>
                </a:lnTo>
                <a:lnTo>
                  <a:pt x="1008900" y="214884"/>
                </a:lnTo>
                <a:lnTo>
                  <a:pt x="1008900" y="182880"/>
                </a:lnTo>
                <a:lnTo>
                  <a:pt x="1008900" y="153924"/>
                </a:lnTo>
                <a:lnTo>
                  <a:pt x="1168920" y="153924"/>
                </a:lnTo>
                <a:lnTo>
                  <a:pt x="1168920" y="140716"/>
                </a:lnTo>
                <a:lnTo>
                  <a:pt x="1165872" y="144780"/>
                </a:lnTo>
                <a:lnTo>
                  <a:pt x="1016520" y="144780"/>
                </a:lnTo>
                <a:lnTo>
                  <a:pt x="1026782" y="129882"/>
                </a:lnTo>
                <a:lnTo>
                  <a:pt x="1036904" y="114681"/>
                </a:lnTo>
                <a:lnTo>
                  <a:pt x="1046734" y="98920"/>
                </a:lnTo>
                <a:lnTo>
                  <a:pt x="1056144" y="82296"/>
                </a:lnTo>
                <a:lnTo>
                  <a:pt x="1277124" y="8229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" name="object 35"/>
          <p:cNvSpPr/>
          <p:nvPr/>
        </p:nvSpPr>
        <p:spPr>
          <a:xfrm>
            <a:off x="4358640" y="4183379"/>
            <a:ext cx="398145" cy="408940"/>
          </a:xfrm>
          <a:custGeom>
            <a:avLst/>
            <a:gdLst/>
            <a:ahLst/>
            <a:cxnLst/>
            <a:rect l="l" t="t" r="r" b="b"/>
            <a:pathLst>
              <a:path w="398145" h="408939">
                <a:moveTo>
                  <a:pt x="196596" y="225552"/>
                </a:moveTo>
                <a:lnTo>
                  <a:pt x="190499" y="222504"/>
                </a:lnTo>
                <a:lnTo>
                  <a:pt x="208643" y="184404"/>
                </a:lnTo>
                <a:lnTo>
                  <a:pt x="224710" y="143304"/>
                </a:lnTo>
                <a:lnTo>
                  <a:pt x="238890" y="98950"/>
                </a:lnTo>
                <a:lnTo>
                  <a:pt x="251351" y="51054"/>
                </a:lnTo>
                <a:lnTo>
                  <a:pt x="262128" y="0"/>
                </a:lnTo>
                <a:lnTo>
                  <a:pt x="303275" y="21336"/>
                </a:lnTo>
                <a:lnTo>
                  <a:pt x="295656" y="24384"/>
                </a:lnTo>
                <a:lnTo>
                  <a:pt x="289560" y="28956"/>
                </a:lnTo>
                <a:lnTo>
                  <a:pt x="286511" y="36576"/>
                </a:lnTo>
                <a:lnTo>
                  <a:pt x="282844" y="44815"/>
                </a:lnTo>
                <a:lnTo>
                  <a:pt x="276606" y="60198"/>
                </a:lnTo>
                <a:lnTo>
                  <a:pt x="268081" y="82438"/>
                </a:lnTo>
                <a:lnTo>
                  <a:pt x="257556" y="111252"/>
                </a:lnTo>
                <a:lnTo>
                  <a:pt x="387604" y="111252"/>
                </a:lnTo>
                <a:lnTo>
                  <a:pt x="397764" y="121920"/>
                </a:lnTo>
                <a:lnTo>
                  <a:pt x="252984" y="121920"/>
                </a:lnTo>
                <a:lnTo>
                  <a:pt x="246887" y="138684"/>
                </a:lnTo>
                <a:lnTo>
                  <a:pt x="249506" y="152400"/>
                </a:lnTo>
                <a:lnTo>
                  <a:pt x="239268" y="152400"/>
                </a:lnTo>
                <a:lnTo>
                  <a:pt x="228957" y="174117"/>
                </a:lnTo>
                <a:lnTo>
                  <a:pt x="218503" y="193548"/>
                </a:lnTo>
                <a:lnTo>
                  <a:pt x="207764" y="210693"/>
                </a:lnTo>
                <a:lnTo>
                  <a:pt x="196596" y="225552"/>
                </a:lnTo>
                <a:close/>
              </a:path>
              <a:path w="398145" h="408939">
                <a:moveTo>
                  <a:pt x="124968" y="85344"/>
                </a:moveTo>
                <a:lnTo>
                  <a:pt x="109728" y="85344"/>
                </a:lnTo>
                <a:lnTo>
                  <a:pt x="108275" y="77319"/>
                </a:lnTo>
                <a:lnTo>
                  <a:pt x="106108" y="69151"/>
                </a:lnTo>
                <a:lnTo>
                  <a:pt x="88963" y="32956"/>
                </a:lnTo>
                <a:lnTo>
                  <a:pt x="73152" y="10668"/>
                </a:lnTo>
                <a:lnTo>
                  <a:pt x="77724" y="7620"/>
                </a:lnTo>
                <a:lnTo>
                  <a:pt x="116300" y="32480"/>
                </a:lnTo>
                <a:lnTo>
                  <a:pt x="135636" y="62484"/>
                </a:lnTo>
                <a:lnTo>
                  <a:pt x="135636" y="70104"/>
                </a:lnTo>
                <a:lnTo>
                  <a:pt x="132588" y="76200"/>
                </a:lnTo>
                <a:lnTo>
                  <a:pt x="124968" y="85344"/>
                </a:lnTo>
                <a:close/>
              </a:path>
              <a:path w="398145" h="408939">
                <a:moveTo>
                  <a:pt x="27432" y="100584"/>
                </a:moveTo>
                <a:lnTo>
                  <a:pt x="12192" y="85344"/>
                </a:lnTo>
                <a:lnTo>
                  <a:pt x="170687" y="85344"/>
                </a:lnTo>
                <a:lnTo>
                  <a:pt x="190499" y="64008"/>
                </a:lnTo>
                <a:lnTo>
                  <a:pt x="222504" y="96012"/>
                </a:lnTo>
                <a:lnTo>
                  <a:pt x="70104" y="96012"/>
                </a:lnTo>
                <a:lnTo>
                  <a:pt x="58935" y="96297"/>
                </a:lnTo>
                <a:lnTo>
                  <a:pt x="48196" y="97155"/>
                </a:lnTo>
                <a:lnTo>
                  <a:pt x="37742" y="98583"/>
                </a:lnTo>
                <a:lnTo>
                  <a:pt x="27432" y="100584"/>
                </a:lnTo>
                <a:close/>
              </a:path>
              <a:path w="398145" h="408939">
                <a:moveTo>
                  <a:pt x="387604" y="111252"/>
                </a:moveTo>
                <a:lnTo>
                  <a:pt x="345948" y="111252"/>
                </a:lnTo>
                <a:lnTo>
                  <a:pt x="367284" y="89916"/>
                </a:lnTo>
                <a:lnTo>
                  <a:pt x="387604" y="111252"/>
                </a:lnTo>
                <a:close/>
              </a:path>
              <a:path w="398145" h="408939">
                <a:moveTo>
                  <a:pt x="4572" y="234696"/>
                </a:moveTo>
                <a:lnTo>
                  <a:pt x="0" y="231648"/>
                </a:lnTo>
                <a:lnTo>
                  <a:pt x="21693" y="203382"/>
                </a:lnTo>
                <a:lnTo>
                  <a:pt x="40957" y="173545"/>
                </a:lnTo>
                <a:lnTo>
                  <a:pt x="57650" y="142279"/>
                </a:lnTo>
                <a:lnTo>
                  <a:pt x="71628" y="109728"/>
                </a:lnTo>
                <a:lnTo>
                  <a:pt x="103632" y="132588"/>
                </a:lnTo>
                <a:lnTo>
                  <a:pt x="88392" y="138684"/>
                </a:lnTo>
                <a:lnTo>
                  <a:pt x="64365" y="171259"/>
                </a:lnTo>
                <a:lnTo>
                  <a:pt x="42481" y="198120"/>
                </a:lnTo>
                <a:lnTo>
                  <a:pt x="22598" y="219265"/>
                </a:lnTo>
                <a:lnTo>
                  <a:pt x="4572" y="234696"/>
                </a:lnTo>
                <a:close/>
              </a:path>
              <a:path w="398145" h="408939">
                <a:moveTo>
                  <a:pt x="187452" y="187452"/>
                </a:moveTo>
                <a:lnTo>
                  <a:pt x="182880" y="187452"/>
                </a:lnTo>
                <a:lnTo>
                  <a:pt x="178308" y="182880"/>
                </a:lnTo>
                <a:lnTo>
                  <a:pt x="173735" y="172212"/>
                </a:lnTo>
                <a:lnTo>
                  <a:pt x="166878" y="158472"/>
                </a:lnTo>
                <a:lnTo>
                  <a:pt x="157734" y="144589"/>
                </a:lnTo>
                <a:lnTo>
                  <a:pt x="146304" y="130421"/>
                </a:lnTo>
                <a:lnTo>
                  <a:pt x="132588" y="115824"/>
                </a:lnTo>
                <a:lnTo>
                  <a:pt x="135636" y="111252"/>
                </a:lnTo>
                <a:lnTo>
                  <a:pt x="178498" y="133326"/>
                </a:lnTo>
                <a:lnTo>
                  <a:pt x="198120" y="152400"/>
                </a:lnTo>
                <a:lnTo>
                  <a:pt x="198120" y="164592"/>
                </a:lnTo>
                <a:lnTo>
                  <a:pt x="196596" y="170688"/>
                </a:lnTo>
                <a:lnTo>
                  <a:pt x="193548" y="176784"/>
                </a:lnTo>
                <a:lnTo>
                  <a:pt x="190499" y="184404"/>
                </a:lnTo>
                <a:lnTo>
                  <a:pt x="187452" y="187452"/>
                </a:lnTo>
                <a:close/>
              </a:path>
              <a:path w="398145" h="408939">
                <a:moveTo>
                  <a:pt x="309996" y="275844"/>
                </a:moveTo>
                <a:lnTo>
                  <a:pt x="286511" y="275844"/>
                </a:lnTo>
                <a:lnTo>
                  <a:pt x="300228" y="244721"/>
                </a:lnTo>
                <a:lnTo>
                  <a:pt x="311658" y="208597"/>
                </a:lnTo>
                <a:lnTo>
                  <a:pt x="320802" y="167616"/>
                </a:lnTo>
                <a:lnTo>
                  <a:pt x="327660" y="121920"/>
                </a:lnTo>
                <a:lnTo>
                  <a:pt x="352044" y="121920"/>
                </a:lnTo>
                <a:lnTo>
                  <a:pt x="343709" y="172473"/>
                </a:lnTo>
                <a:lnTo>
                  <a:pt x="332232" y="218884"/>
                </a:lnTo>
                <a:lnTo>
                  <a:pt x="317325" y="261008"/>
                </a:lnTo>
                <a:lnTo>
                  <a:pt x="309996" y="275844"/>
                </a:lnTo>
                <a:close/>
              </a:path>
              <a:path w="398145" h="408939">
                <a:moveTo>
                  <a:pt x="141732" y="408431"/>
                </a:moveTo>
                <a:lnTo>
                  <a:pt x="138684" y="403860"/>
                </a:lnTo>
                <a:lnTo>
                  <a:pt x="179570" y="379023"/>
                </a:lnTo>
                <a:lnTo>
                  <a:pt x="215455" y="352615"/>
                </a:lnTo>
                <a:lnTo>
                  <a:pt x="246483" y="324778"/>
                </a:lnTo>
                <a:lnTo>
                  <a:pt x="272796" y="295656"/>
                </a:lnTo>
                <a:lnTo>
                  <a:pt x="260484" y="260199"/>
                </a:lnTo>
                <a:lnTo>
                  <a:pt x="250888" y="224599"/>
                </a:lnTo>
                <a:lnTo>
                  <a:pt x="243863" y="188714"/>
                </a:lnTo>
                <a:lnTo>
                  <a:pt x="239268" y="152400"/>
                </a:lnTo>
                <a:lnTo>
                  <a:pt x="249506" y="152400"/>
                </a:lnTo>
                <a:lnTo>
                  <a:pt x="254579" y="178974"/>
                </a:lnTo>
                <a:lnTo>
                  <a:pt x="263842" y="215265"/>
                </a:lnTo>
                <a:lnTo>
                  <a:pt x="274534" y="247554"/>
                </a:lnTo>
                <a:lnTo>
                  <a:pt x="286511" y="275844"/>
                </a:lnTo>
                <a:lnTo>
                  <a:pt x="309996" y="275844"/>
                </a:lnTo>
                <a:lnTo>
                  <a:pt x="298704" y="298704"/>
                </a:lnTo>
                <a:lnTo>
                  <a:pt x="310691" y="313944"/>
                </a:lnTo>
                <a:lnTo>
                  <a:pt x="283464" y="313944"/>
                </a:lnTo>
                <a:lnTo>
                  <a:pt x="253174" y="342209"/>
                </a:lnTo>
                <a:lnTo>
                  <a:pt x="219456" y="367474"/>
                </a:lnTo>
                <a:lnTo>
                  <a:pt x="182308" y="389596"/>
                </a:lnTo>
                <a:lnTo>
                  <a:pt x="141732" y="408431"/>
                </a:lnTo>
                <a:close/>
              </a:path>
              <a:path w="398145" h="408939">
                <a:moveTo>
                  <a:pt x="140341" y="251460"/>
                </a:moveTo>
                <a:lnTo>
                  <a:pt x="115824" y="251460"/>
                </a:lnTo>
                <a:lnTo>
                  <a:pt x="125229" y="230862"/>
                </a:lnTo>
                <a:lnTo>
                  <a:pt x="132778" y="212407"/>
                </a:lnTo>
                <a:lnTo>
                  <a:pt x="138326" y="195953"/>
                </a:lnTo>
                <a:lnTo>
                  <a:pt x="141732" y="181356"/>
                </a:lnTo>
                <a:lnTo>
                  <a:pt x="173735" y="207264"/>
                </a:lnTo>
                <a:lnTo>
                  <a:pt x="166878" y="211812"/>
                </a:lnTo>
                <a:lnTo>
                  <a:pt x="157734" y="223075"/>
                </a:lnTo>
                <a:lnTo>
                  <a:pt x="146304" y="240911"/>
                </a:lnTo>
                <a:lnTo>
                  <a:pt x="140341" y="251460"/>
                </a:lnTo>
                <a:close/>
              </a:path>
              <a:path w="398145" h="408939">
                <a:moveTo>
                  <a:pt x="4572" y="397764"/>
                </a:moveTo>
                <a:lnTo>
                  <a:pt x="1524" y="393192"/>
                </a:lnTo>
                <a:lnTo>
                  <a:pt x="31265" y="366593"/>
                </a:lnTo>
                <a:lnTo>
                  <a:pt x="58864" y="336994"/>
                </a:lnTo>
                <a:lnTo>
                  <a:pt x="84462" y="304252"/>
                </a:lnTo>
                <a:lnTo>
                  <a:pt x="108204" y="268224"/>
                </a:lnTo>
                <a:lnTo>
                  <a:pt x="93654" y="252817"/>
                </a:lnTo>
                <a:lnTo>
                  <a:pt x="79819" y="238696"/>
                </a:lnTo>
                <a:lnTo>
                  <a:pt x="66841" y="226004"/>
                </a:lnTo>
                <a:lnTo>
                  <a:pt x="54864" y="214884"/>
                </a:lnTo>
                <a:lnTo>
                  <a:pt x="59436" y="210312"/>
                </a:lnTo>
                <a:lnTo>
                  <a:pt x="74033" y="219741"/>
                </a:lnTo>
                <a:lnTo>
                  <a:pt x="88201" y="229743"/>
                </a:lnTo>
                <a:lnTo>
                  <a:pt x="102084" y="240315"/>
                </a:lnTo>
                <a:lnTo>
                  <a:pt x="115824" y="251460"/>
                </a:lnTo>
                <a:lnTo>
                  <a:pt x="140341" y="251460"/>
                </a:lnTo>
                <a:lnTo>
                  <a:pt x="132588" y="265175"/>
                </a:lnTo>
                <a:lnTo>
                  <a:pt x="145184" y="277153"/>
                </a:lnTo>
                <a:lnTo>
                  <a:pt x="151354" y="283463"/>
                </a:lnTo>
                <a:lnTo>
                  <a:pt x="121920" y="283463"/>
                </a:lnTo>
                <a:lnTo>
                  <a:pt x="95654" y="318254"/>
                </a:lnTo>
                <a:lnTo>
                  <a:pt x="67246" y="349186"/>
                </a:lnTo>
                <a:lnTo>
                  <a:pt x="36837" y="375832"/>
                </a:lnTo>
                <a:lnTo>
                  <a:pt x="4572" y="397764"/>
                </a:lnTo>
                <a:close/>
              </a:path>
              <a:path w="398145" h="408939">
                <a:moveTo>
                  <a:pt x="173735" y="358140"/>
                </a:moveTo>
                <a:lnTo>
                  <a:pt x="169164" y="358140"/>
                </a:lnTo>
                <a:lnTo>
                  <a:pt x="164592" y="352044"/>
                </a:lnTo>
                <a:lnTo>
                  <a:pt x="160020" y="339852"/>
                </a:lnTo>
                <a:lnTo>
                  <a:pt x="153209" y="327612"/>
                </a:lnTo>
                <a:lnTo>
                  <a:pt x="144399" y="313944"/>
                </a:lnTo>
                <a:lnTo>
                  <a:pt x="133873" y="299132"/>
                </a:lnTo>
                <a:lnTo>
                  <a:pt x="121920" y="283463"/>
                </a:lnTo>
                <a:lnTo>
                  <a:pt x="151354" y="283463"/>
                </a:lnTo>
                <a:lnTo>
                  <a:pt x="179641" y="318516"/>
                </a:lnTo>
                <a:lnTo>
                  <a:pt x="182880" y="332232"/>
                </a:lnTo>
                <a:lnTo>
                  <a:pt x="182816" y="336994"/>
                </a:lnTo>
                <a:lnTo>
                  <a:pt x="181356" y="341376"/>
                </a:lnTo>
                <a:lnTo>
                  <a:pt x="178308" y="348996"/>
                </a:lnTo>
                <a:lnTo>
                  <a:pt x="173735" y="358140"/>
                </a:lnTo>
                <a:close/>
              </a:path>
              <a:path w="398145" h="408939">
                <a:moveTo>
                  <a:pt x="358140" y="399288"/>
                </a:moveTo>
                <a:lnTo>
                  <a:pt x="338113" y="382952"/>
                </a:lnTo>
                <a:lnTo>
                  <a:pt x="319087" y="363474"/>
                </a:lnTo>
                <a:lnTo>
                  <a:pt x="300918" y="340566"/>
                </a:lnTo>
                <a:lnTo>
                  <a:pt x="283464" y="313944"/>
                </a:lnTo>
                <a:lnTo>
                  <a:pt x="310691" y="313944"/>
                </a:lnTo>
                <a:lnTo>
                  <a:pt x="321873" y="328160"/>
                </a:lnTo>
                <a:lnTo>
                  <a:pt x="345757" y="350329"/>
                </a:lnTo>
                <a:lnTo>
                  <a:pt x="370498" y="365355"/>
                </a:lnTo>
                <a:lnTo>
                  <a:pt x="396240" y="373380"/>
                </a:lnTo>
                <a:lnTo>
                  <a:pt x="396240" y="381000"/>
                </a:lnTo>
                <a:lnTo>
                  <a:pt x="381928" y="382357"/>
                </a:lnTo>
                <a:lnTo>
                  <a:pt x="370903" y="386143"/>
                </a:lnTo>
                <a:lnTo>
                  <a:pt x="363021" y="391929"/>
                </a:lnTo>
                <a:lnTo>
                  <a:pt x="358140" y="39928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" name="object 36"/>
          <p:cNvSpPr/>
          <p:nvPr/>
        </p:nvSpPr>
        <p:spPr>
          <a:xfrm>
            <a:off x="4829555" y="4184904"/>
            <a:ext cx="356870" cy="402590"/>
          </a:xfrm>
          <a:custGeom>
            <a:avLst/>
            <a:gdLst/>
            <a:ahLst/>
            <a:cxnLst/>
            <a:rect l="l" t="t" r="r" b="b"/>
            <a:pathLst>
              <a:path w="356870" h="402589">
                <a:moveTo>
                  <a:pt x="53340" y="89916"/>
                </a:moveTo>
                <a:lnTo>
                  <a:pt x="42672" y="89916"/>
                </a:lnTo>
                <a:lnTo>
                  <a:pt x="50696" y="62793"/>
                </a:lnTo>
                <a:lnTo>
                  <a:pt x="56578" y="38671"/>
                </a:lnTo>
                <a:lnTo>
                  <a:pt x="60459" y="17692"/>
                </a:lnTo>
                <a:lnTo>
                  <a:pt x="62484" y="0"/>
                </a:lnTo>
                <a:lnTo>
                  <a:pt x="100584" y="21336"/>
                </a:lnTo>
                <a:lnTo>
                  <a:pt x="91487" y="29051"/>
                </a:lnTo>
                <a:lnTo>
                  <a:pt x="80391" y="43053"/>
                </a:lnTo>
                <a:lnTo>
                  <a:pt x="67579" y="63341"/>
                </a:lnTo>
                <a:lnTo>
                  <a:pt x="53340" y="89916"/>
                </a:lnTo>
                <a:close/>
              </a:path>
              <a:path w="356870" h="402589">
                <a:moveTo>
                  <a:pt x="147828" y="192024"/>
                </a:moveTo>
                <a:lnTo>
                  <a:pt x="141732" y="187452"/>
                </a:lnTo>
                <a:lnTo>
                  <a:pt x="158877" y="160615"/>
                </a:lnTo>
                <a:lnTo>
                  <a:pt x="173736" y="135064"/>
                </a:lnTo>
                <a:lnTo>
                  <a:pt x="196596" y="88392"/>
                </a:lnTo>
                <a:lnTo>
                  <a:pt x="211264" y="44958"/>
                </a:lnTo>
                <a:lnTo>
                  <a:pt x="222503" y="1524"/>
                </a:lnTo>
                <a:lnTo>
                  <a:pt x="260603" y="24384"/>
                </a:lnTo>
                <a:lnTo>
                  <a:pt x="252626" y="32146"/>
                </a:lnTo>
                <a:lnTo>
                  <a:pt x="242506" y="46482"/>
                </a:lnTo>
                <a:lnTo>
                  <a:pt x="230385" y="67675"/>
                </a:lnTo>
                <a:lnTo>
                  <a:pt x="216408" y="96012"/>
                </a:lnTo>
                <a:lnTo>
                  <a:pt x="350520" y="96012"/>
                </a:lnTo>
                <a:lnTo>
                  <a:pt x="356616" y="102108"/>
                </a:lnTo>
                <a:lnTo>
                  <a:pt x="350329" y="106680"/>
                </a:lnTo>
                <a:lnTo>
                  <a:pt x="213360" y="106680"/>
                </a:lnTo>
                <a:lnTo>
                  <a:pt x="197977" y="130730"/>
                </a:lnTo>
                <a:lnTo>
                  <a:pt x="181737" y="152781"/>
                </a:lnTo>
                <a:lnTo>
                  <a:pt x="164925" y="173116"/>
                </a:lnTo>
                <a:lnTo>
                  <a:pt x="147828" y="192024"/>
                </a:lnTo>
                <a:close/>
              </a:path>
              <a:path w="356870" h="402589">
                <a:moveTo>
                  <a:pt x="144780" y="89916"/>
                </a:moveTo>
                <a:lnTo>
                  <a:pt x="111252" y="89916"/>
                </a:lnTo>
                <a:lnTo>
                  <a:pt x="128016" y="73152"/>
                </a:lnTo>
                <a:lnTo>
                  <a:pt x="144780" y="89916"/>
                </a:lnTo>
                <a:close/>
              </a:path>
              <a:path w="356870" h="402589">
                <a:moveTo>
                  <a:pt x="0" y="397764"/>
                </a:moveTo>
                <a:lnTo>
                  <a:pt x="834" y="359664"/>
                </a:lnTo>
                <a:lnTo>
                  <a:pt x="914" y="354520"/>
                </a:lnTo>
                <a:lnTo>
                  <a:pt x="1333" y="316992"/>
                </a:lnTo>
                <a:lnTo>
                  <a:pt x="1423" y="176784"/>
                </a:lnTo>
                <a:lnTo>
                  <a:pt x="1309" y="152781"/>
                </a:lnTo>
                <a:lnTo>
                  <a:pt x="881" y="114704"/>
                </a:lnTo>
                <a:lnTo>
                  <a:pt x="0" y="74676"/>
                </a:lnTo>
                <a:lnTo>
                  <a:pt x="25908" y="89916"/>
                </a:lnTo>
                <a:lnTo>
                  <a:pt x="144780" y="89916"/>
                </a:lnTo>
                <a:lnTo>
                  <a:pt x="153924" y="99060"/>
                </a:lnTo>
                <a:lnTo>
                  <a:pt x="151828" y="100584"/>
                </a:lnTo>
                <a:lnTo>
                  <a:pt x="24384" y="100584"/>
                </a:lnTo>
                <a:lnTo>
                  <a:pt x="24384" y="211836"/>
                </a:lnTo>
                <a:lnTo>
                  <a:pt x="137205" y="211836"/>
                </a:lnTo>
                <a:lnTo>
                  <a:pt x="137219" y="222504"/>
                </a:lnTo>
                <a:lnTo>
                  <a:pt x="24384" y="222504"/>
                </a:lnTo>
                <a:lnTo>
                  <a:pt x="24384" y="344424"/>
                </a:lnTo>
                <a:lnTo>
                  <a:pt x="137914" y="344424"/>
                </a:lnTo>
                <a:lnTo>
                  <a:pt x="138028" y="350520"/>
                </a:lnTo>
                <a:lnTo>
                  <a:pt x="138137" y="355092"/>
                </a:lnTo>
                <a:lnTo>
                  <a:pt x="24384" y="355092"/>
                </a:lnTo>
                <a:lnTo>
                  <a:pt x="24384" y="384048"/>
                </a:lnTo>
                <a:lnTo>
                  <a:pt x="0" y="397764"/>
                </a:lnTo>
                <a:close/>
              </a:path>
              <a:path w="356870" h="402589">
                <a:moveTo>
                  <a:pt x="350520" y="96012"/>
                </a:moveTo>
                <a:lnTo>
                  <a:pt x="310896" y="96012"/>
                </a:lnTo>
                <a:lnTo>
                  <a:pt x="330708" y="76200"/>
                </a:lnTo>
                <a:lnTo>
                  <a:pt x="350520" y="96012"/>
                </a:lnTo>
                <a:close/>
              </a:path>
              <a:path w="356870" h="402589">
                <a:moveTo>
                  <a:pt x="137205" y="211836"/>
                </a:moveTo>
                <a:lnTo>
                  <a:pt x="114300" y="211836"/>
                </a:lnTo>
                <a:lnTo>
                  <a:pt x="114300" y="100584"/>
                </a:lnTo>
                <a:lnTo>
                  <a:pt x="151828" y="100584"/>
                </a:lnTo>
                <a:lnTo>
                  <a:pt x="137160" y="111252"/>
                </a:lnTo>
                <a:lnTo>
                  <a:pt x="137205" y="211836"/>
                </a:lnTo>
                <a:close/>
              </a:path>
              <a:path w="356870" h="402589">
                <a:moveTo>
                  <a:pt x="326904" y="359664"/>
                </a:moveTo>
                <a:lnTo>
                  <a:pt x="283464" y="359664"/>
                </a:lnTo>
                <a:lnTo>
                  <a:pt x="291750" y="357925"/>
                </a:lnTo>
                <a:lnTo>
                  <a:pt x="298323" y="352615"/>
                </a:lnTo>
                <a:lnTo>
                  <a:pt x="308586" y="305562"/>
                </a:lnTo>
                <a:lnTo>
                  <a:pt x="310705" y="259842"/>
                </a:lnTo>
                <a:lnTo>
                  <a:pt x="312528" y="193929"/>
                </a:lnTo>
                <a:lnTo>
                  <a:pt x="313944" y="106680"/>
                </a:lnTo>
                <a:lnTo>
                  <a:pt x="350329" y="106680"/>
                </a:lnTo>
                <a:lnTo>
                  <a:pt x="339852" y="114300"/>
                </a:lnTo>
                <a:lnTo>
                  <a:pt x="338780" y="186976"/>
                </a:lnTo>
                <a:lnTo>
                  <a:pt x="337291" y="249070"/>
                </a:lnTo>
                <a:lnTo>
                  <a:pt x="335462" y="295241"/>
                </a:lnTo>
                <a:lnTo>
                  <a:pt x="333268" y="327074"/>
                </a:lnTo>
                <a:lnTo>
                  <a:pt x="330708" y="344424"/>
                </a:lnTo>
                <a:lnTo>
                  <a:pt x="327874" y="357020"/>
                </a:lnTo>
                <a:lnTo>
                  <a:pt x="326904" y="359664"/>
                </a:lnTo>
                <a:close/>
              </a:path>
              <a:path w="356870" h="402589">
                <a:moveTo>
                  <a:pt x="231648" y="269748"/>
                </a:moveTo>
                <a:lnTo>
                  <a:pt x="228600" y="269748"/>
                </a:lnTo>
                <a:lnTo>
                  <a:pt x="225456" y="268295"/>
                </a:lnTo>
                <a:lnTo>
                  <a:pt x="222885" y="263842"/>
                </a:lnTo>
                <a:lnTo>
                  <a:pt x="220884" y="256246"/>
                </a:lnTo>
                <a:lnTo>
                  <a:pt x="219456" y="245364"/>
                </a:lnTo>
                <a:lnTo>
                  <a:pt x="214884" y="228219"/>
                </a:lnTo>
                <a:lnTo>
                  <a:pt x="208026" y="211074"/>
                </a:lnTo>
                <a:lnTo>
                  <a:pt x="198882" y="193929"/>
                </a:lnTo>
                <a:lnTo>
                  <a:pt x="187452" y="176784"/>
                </a:lnTo>
                <a:lnTo>
                  <a:pt x="190500" y="172212"/>
                </a:lnTo>
                <a:lnTo>
                  <a:pt x="224028" y="199644"/>
                </a:lnTo>
                <a:lnTo>
                  <a:pt x="243840" y="228600"/>
                </a:lnTo>
                <a:lnTo>
                  <a:pt x="246888" y="234696"/>
                </a:lnTo>
                <a:lnTo>
                  <a:pt x="246888" y="248412"/>
                </a:lnTo>
                <a:lnTo>
                  <a:pt x="243840" y="254508"/>
                </a:lnTo>
                <a:lnTo>
                  <a:pt x="234696" y="266700"/>
                </a:lnTo>
                <a:lnTo>
                  <a:pt x="231648" y="269748"/>
                </a:lnTo>
                <a:close/>
              </a:path>
              <a:path w="356870" h="402589">
                <a:moveTo>
                  <a:pt x="137914" y="344424"/>
                </a:moveTo>
                <a:lnTo>
                  <a:pt x="114300" y="344424"/>
                </a:lnTo>
                <a:lnTo>
                  <a:pt x="114300" y="222504"/>
                </a:lnTo>
                <a:lnTo>
                  <a:pt x="137219" y="222504"/>
                </a:lnTo>
                <a:lnTo>
                  <a:pt x="137337" y="269748"/>
                </a:lnTo>
                <a:lnTo>
                  <a:pt x="137498" y="305562"/>
                </a:lnTo>
                <a:lnTo>
                  <a:pt x="137914" y="344424"/>
                </a:lnTo>
                <a:close/>
              </a:path>
              <a:path w="356870" h="402589">
                <a:moveTo>
                  <a:pt x="277367" y="402336"/>
                </a:moveTo>
                <a:lnTo>
                  <a:pt x="271129" y="388596"/>
                </a:lnTo>
                <a:lnTo>
                  <a:pt x="259461" y="376999"/>
                </a:lnTo>
                <a:lnTo>
                  <a:pt x="242649" y="367403"/>
                </a:lnTo>
                <a:lnTo>
                  <a:pt x="220979" y="359664"/>
                </a:lnTo>
                <a:lnTo>
                  <a:pt x="220979" y="350520"/>
                </a:lnTo>
                <a:lnTo>
                  <a:pt x="241030" y="354520"/>
                </a:lnTo>
                <a:lnTo>
                  <a:pt x="257937" y="357378"/>
                </a:lnTo>
                <a:lnTo>
                  <a:pt x="271986" y="359092"/>
                </a:lnTo>
                <a:lnTo>
                  <a:pt x="283464" y="359664"/>
                </a:lnTo>
                <a:lnTo>
                  <a:pt x="326904" y="359664"/>
                </a:lnTo>
                <a:lnTo>
                  <a:pt x="324040" y="367474"/>
                </a:lnTo>
                <a:lnTo>
                  <a:pt x="289023" y="397764"/>
                </a:lnTo>
                <a:lnTo>
                  <a:pt x="277367" y="402336"/>
                </a:lnTo>
                <a:close/>
              </a:path>
              <a:path w="356870" h="402589">
                <a:moveTo>
                  <a:pt x="114300" y="391668"/>
                </a:moveTo>
                <a:lnTo>
                  <a:pt x="114300" y="355092"/>
                </a:lnTo>
                <a:lnTo>
                  <a:pt x="138137" y="355092"/>
                </a:lnTo>
                <a:lnTo>
                  <a:pt x="138684" y="377952"/>
                </a:lnTo>
                <a:lnTo>
                  <a:pt x="114300" y="39166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" name="object 37"/>
          <p:cNvSpPr/>
          <p:nvPr/>
        </p:nvSpPr>
        <p:spPr>
          <a:xfrm>
            <a:off x="5244071" y="4183379"/>
            <a:ext cx="850900" cy="408940"/>
          </a:xfrm>
          <a:custGeom>
            <a:avLst/>
            <a:gdLst/>
            <a:ahLst/>
            <a:cxnLst/>
            <a:rect l="l" t="t" r="r" b="b"/>
            <a:pathLst>
              <a:path w="850900" h="408939">
                <a:moveTo>
                  <a:pt x="170688" y="114300"/>
                </a:moveTo>
                <a:lnTo>
                  <a:pt x="138684" y="83820"/>
                </a:lnTo>
                <a:lnTo>
                  <a:pt x="118872" y="103632"/>
                </a:lnTo>
                <a:lnTo>
                  <a:pt x="97536" y="103632"/>
                </a:lnTo>
                <a:lnTo>
                  <a:pt x="97536" y="33528"/>
                </a:lnTo>
                <a:lnTo>
                  <a:pt x="111252" y="21336"/>
                </a:lnTo>
                <a:lnTo>
                  <a:pt x="71628" y="0"/>
                </a:lnTo>
                <a:lnTo>
                  <a:pt x="72517" y="23698"/>
                </a:lnTo>
                <a:lnTo>
                  <a:pt x="72948" y="48107"/>
                </a:lnTo>
                <a:lnTo>
                  <a:pt x="73113" y="71628"/>
                </a:lnTo>
                <a:lnTo>
                  <a:pt x="73152" y="103632"/>
                </a:lnTo>
                <a:lnTo>
                  <a:pt x="0" y="103632"/>
                </a:lnTo>
                <a:lnTo>
                  <a:pt x="13716" y="117348"/>
                </a:lnTo>
                <a:lnTo>
                  <a:pt x="28956" y="114300"/>
                </a:lnTo>
                <a:lnTo>
                  <a:pt x="73152" y="114300"/>
                </a:lnTo>
                <a:lnTo>
                  <a:pt x="59397" y="166598"/>
                </a:lnTo>
                <a:lnTo>
                  <a:pt x="43053" y="216027"/>
                </a:lnTo>
                <a:lnTo>
                  <a:pt x="23863" y="262610"/>
                </a:lnTo>
                <a:lnTo>
                  <a:pt x="1524" y="306324"/>
                </a:lnTo>
                <a:lnTo>
                  <a:pt x="9144" y="309372"/>
                </a:lnTo>
                <a:lnTo>
                  <a:pt x="27724" y="281355"/>
                </a:lnTo>
                <a:lnTo>
                  <a:pt x="44577" y="252031"/>
                </a:lnTo>
                <a:lnTo>
                  <a:pt x="59728" y="221297"/>
                </a:lnTo>
                <a:lnTo>
                  <a:pt x="73152" y="188976"/>
                </a:lnTo>
                <a:lnTo>
                  <a:pt x="72910" y="256413"/>
                </a:lnTo>
                <a:lnTo>
                  <a:pt x="71856" y="369150"/>
                </a:lnTo>
                <a:lnTo>
                  <a:pt x="71628" y="408432"/>
                </a:lnTo>
                <a:lnTo>
                  <a:pt x="99060" y="397764"/>
                </a:lnTo>
                <a:lnTo>
                  <a:pt x="98183" y="369150"/>
                </a:lnTo>
                <a:lnTo>
                  <a:pt x="97777" y="326885"/>
                </a:lnTo>
                <a:lnTo>
                  <a:pt x="97675" y="297853"/>
                </a:lnTo>
                <a:lnTo>
                  <a:pt x="97548" y="188976"/>
                </a:lnTo>
                <a:lnTo>
                  <a:pt x="97536" y="170688"/>
                </a:lnTo>
                <a:lnTo>
                  <a:pt x="108165" y="182435"/>
                </a:lnTo>
                <a:lnTo>
                  <a:pt x="117348" y="194881"/>
                </a:lnTo>
                <a:lnTo>
                  <a:pt x="125399" y="208203"/>
                </a:lnTo>
                <a:lnTo>
                  <a:pt x="132588" y="222504"/>
                </a:lnTo>
                <a:lnTo>
                  <a:pt x="137160" y="234696"/>
                </a:lnTo>
                <a:lnTo>
                  <a:pt x="141732" y="240792"/>
                </a:lnTo>
                <a:lnTo>
                  <a:pt x="147828" y="240792"/>
                </a:lnTo>
                <a:lnTo>
                  <a:pt x="150876" y="237744"/>
                </a:lnTo>
                <a:lnTo>
                  <a:pt x="156972" y="225552"/>
                </a:lnTo>
                <a:lnTo>
                  <a:pt x="158496" y="219456"/>
                </a:lnTo>
                <a:lnTo>
                  <a:pt x="158496" y="208788"/>
                </a:lnTo>
                <a:lnTo>
                  <a:pt x="130683" y="179641"/>
                </a:lnTo>
                <a:lnTo>
                  <a:pt x="97536" y="160020"/>
                </a:lnTo>
                <a:lnTo>
                  <a:pt x="97536" y="114300"/>
                </a:lnTo>
                <a:lnTo>
                  <a:pt x="170688" y="114300"/>
                </a:lnTo>
                <a:close/>
              </a:path>
              <a:path w="850900" h="408939">
                <a:moveTo>
                  <a:pt x="316420" y="293560"/>
                </a:moveTo>
                <a:lnTo>
                  <a:pt x="299275" y="256413"/>
                </a:lnTo>
                <a:lnTo>
                  <a:pt x="265176" y="222504"/>
                </a:lnTo>
                <a:lnTo>
                  <a:pt x="260604" y="225552"/>
                </a:lnTo>
                <a:lnTo>
                  <a:pt x="266319" y="236410"/>
                </a:lnTo>
                <a:lnTo>
                  <a:pt x="272034" y="248412"/>
                </a:lnTo>
                <a:lnTo>
                  <a:pt x="277749" y="261556"/>
                </a:lnTo>
                <a:lnTo>
                  <a:pt x="283464" y="275844"/>
                </a:lnTo>
                <a:lnTo>
                  <a:pt x="184404" y="280416"/>
                </a:lnTo>
                <a:lnTo>
                  <a:pt x="198081" y="262686"/>
                </a:lnTo>
                <a:lnTo>
                  <a:pt x="213741" y="239077"/>
                </a:lnTo>
                <a:lnTo>
                  <a:pt x="231127" y="209486"/>
                </a:lnTo>
                <a:lnTo>
                  <a:pt x="249936" y="173736"/>
                </a:lnTo>
                <a:lnTo>
                  <a:pt x="265176" y="166116"/>
                </a:lnTo>
                <a:lnTo>
                  <a:pt x="230124" y="144780"/>
                </a:lnTo>
                <a:lnTo>
                  <a:pt x="225844" y="160832"/>
                </a:lnTo>
                <a:lnTo>
                  <a:pt x="219837" y="179451"/>
                </a:lnTo>
                <a:lnTo>
                  <a:pt x="202692" y="225552"/>
                </a:lnTo>
                <a:lnTo>
                  <a:pt x="180975" y="264414"/>
                </a:lnTo>
                <a:lnTo>
                  <a:pt x="161544" y="280416"/>
                </a:lnTo>
                <a:lnTo>
                  <a:pt x="181356" y="312420"/>
                </a:lnTo>
                <a:lnTo>
                  <a:pt x="227076" y="294132"/>
                </a:lnTo>
                <a:lnTo>
                  <a:pt x="271868" y="285140"/>
                </a:lnTo>
                <a:lnTo>
                  <a:pt x="284988" y="283464"/>
                </a:lnTo>
                <a:lnTo>
                  <a:pt x="288036" y="294132"/>
                </a:lnTo>
                <a:lnTo>
                  <a:pt x="289560" y="303276"/>
                </a:lnTo>
                <a:lnTo>
                  <a:pt x="292608" y="312420"/>
                </a:lnTo>
                <a:lnTo>
                  <a:pt x="294132" y="313944"/>
                </a:lnTo>
                <a:lnTo>
                  <a:pt x="300228" y="313944"/>
                </a:lnTo>
                <a:lnTo>
                  <a:pt x="303276" y="310896"/>
                </a:lnTo>
                <a:lnTo>
                  <a:pt x="310896" y="304800"/>
                </a:lnTo>
                <a:lnTo>
                  <a:pt x="314591" y="299681"/>
                </a:lnTo>
                <a:lnTo>
                  <a:pt x="316420" y="293560"/>
                </a:lnTo>
                <a:close/>
              </a:path>
              <a:path w="850900" h="408939">
                <a:moveTo>
                  <a:pt x="393192" y="97536"/>
                </a:moveTo>
                <a:lnTo>
                  <a:pt x="382981" y="88392"/>
                </a:lnTo>
                <a:lnTo>
                  <a:pt x="364236" y="71628"/>
                </a:lnTo>
                <a:lnTo>
                  <a:pt x="348996" y="88392"/>
                </a:lnTo>
                <a:lnTo>
                  <a:pt x="224028" y="88392"/>
                </a:lnTo>
                <a:lnTo>
                  <a:pt x="229958" y="75653"/>
                </a:lnTo>
                <a:lnTo>
                  <a:pt x="243103" y="48107"/>
                </a:lnTo>
                <a:lnTo>
                  <a:pt x="249936" y="33528"/>
                </a:lnTo>
                <a:lnTo>
                  <a:pt x="268224" y="22860"/>
                </a:lnTo>
                <a:lnTo>
                  <a:pt x="225552" y="0"/>
                </a:lnTo>
                <a:lnTo>
                  <a:pt x="212394" y="50660"/>
                </a:lnTo>
                <a:lnTo>
                  <a:pt x="195643" y="97726"/>
                </a:lnTo>
                <a:lnTo>
                  <a:pt x="175196" y="141668"/>
                </a:lnTo>
                <a:lnTo>
                  <a:pt x="150876" y="182880"/>
                </a:lnTo>
                <a:lnTo>
                  <a:pt x="156972" y="185928"/>
                </a:lnTo>
                <a:lnTo>
                  <a:pt x="172097" y="167640"/>
                </a:lnTo>
                <a:lnTo>
                  <a:pt x="187642" y="147066"/>
                </a:lnTo>
                <a:lnTo>
                  <a:pt x="203479" y="124206"/>
                </a:lnTo>
                <a:lnTo>
                  <a:pt x="219456" y="99060"/>
                </a:lnTo>
                <a:lnTo>
                  <a:pt x="350520" y="99060"/>
                </a:lnTo>
                <a:lnTo>
                  <a:pt x="348767" y="173736"/>
                </a:lnTo>
                <a:lnTo>
                  <a:pt x="346964" y="238417"/>
                </a:lnTo>
                <a:lnTo>
                  <a:pt x="345363" y="285051"/>
                </a:lnTo>
                <a:lnTo>
                  <a:pt x="342900" y="332232"/>
                </a:lnTo>
                <a:lnTo>
                  <a:pt x="323088" y="367284"/>
                </a:lnTo>
                <a:lnTo>
                  <a:pt x="313944" y="367284"/>
                </a:lnTo>
                <a:lnTo>
                  <a:pt x="305066" y="367360"/>
                </a:lnTo>
                <a:lnTo>
                  <a:pt x="292036" y="365569"/>
                </a:lnTo>
                <a:lnTo>
                  <a:pt x="252984" y="358140"/>
                </a:lnTo>
                <a:lnTo>
                  <a:pt x="251460" y="367284"/>
                </a:lnTo>
                <a:lnTo>
                  <a:pt x="278320" y="375856"/>
                </a:lnTo>
                <a:lnTo>
                  <a:pt x="297180" y="385572"/>
                </a:lnTo>
                <a:lnTo>
                  <a:pt x="308038" y="396430"/>
                </a:lnTo>
                <a:lnTo>
                  <a:pt x="310896" y="408432"/>
                </a:lnTo>
                <a:lnTo>
                  <a:pt x="323761" y="404431"/>
                </a:lnTo>
                <a:lnTo>
                  <a:pt x="358952" y="376999"/>
                </a:lnTo>
                <a:lnTo>
                  <a:pt x="369900" y="326885"/>
                </a:lnTo>
                <a:lnTo>
                  <a:pt x="372833" y="248412"/>
                </a:lnTo>
                <a:lnTo>
                  <a:pt x="374611" y="185013"/>
                </a:lnTo>
                <a:lnTo>
                  <a:pt x="376428" y="108204"/>
                </a:lnTo>
                <a:lnTo>
                  <a:pt x="390804" y="99060"/>
                </a:lnTo>
                <a:lnTo>
                  <a:pt x="393192" y="97536"/>
                </a:lnTo>
                <a:close/>
              </a:path>
              <a:path w="850900" h="408939">
                <a:moveTo>
                  <a:pt x="534949" y="67843"/>
                </a:moveTo>
                <a:lnTo>
                  <a:pt x="504444" y="37160"/>
                </a:lnTo>
                <a:lnTo>
                  <a:pt x="481584" y="24396"/>
                </a:lnTo>
                <a:lnTo>
                  <a:pt x="475488" y="27444"/>
                </a:lnTo>
                <a:lnTo>
                  <a:pt x="486041" y="43751"/>
                </a:lnTo>
                <a:lnTo>
                  <a:pt x="494728" y="58496"/>
                </a:lnTo>
                <a:lnTo>
                  <a:pt x="501421" y="71805"/>
                </a:lnTo>
                <a:lnTo>
                  <a:pt x="505968" y="83832"/>
                </a:lnTo>
                <a:lnTo>
                  <a:pt x="509016" y="94500"/>
                </a:lnTo>
                <a:lnTo>
                  <a:pt x="513588" y="100596"/>
                </a:lnTo>
                <a:lnTo>
                  <a:pt x="519684" y="100596"/>
                </a:lnTo>
                <a:lnTo>
                  <a:pt x="522732" y="99072"/>
                </a:lnTo>
                <a:lnTo>
                  <a:pt x="531876" y="89928"/>
                </a:lnTo>
                <a:lnTo>
                  <a:pt x="534924" y="83832"/>
                </a:lnTo>
                <a:lnTo>
                  <a:pt x="534949" y="67843"/>
                </a:lnTo>
                <a:close/>
              </a:path>
              <a:path w="850900" h="408939">
                <a:moveTo>
                  <a:pt x="795528" y="222516"/>
                </a:moveTo>
                <a:lnTo>
                  <a:pt x="791832" y="219468"/>
                </a:lnTo>
                <a:lnTo>
                  <a:pt x="769620" y="201180"/>
                </a:lnTo>
                <a:lnTo>
                  <a:pt x="758952" y="217182"/>
                </a:lnTo>
                <a:lnTo>
                  <a:pt x="758952" y="228612"/>
                </a:lnTo>
                <a:lnTo>
                  <a:pt x="758952" y="309384"/>
                </a:lnTo>
                <a:lnTo>
                  <a:pt x="633984" y="309384"/>
                </a:lnTo>
                <a:lnTo>
                  <a:pt x="633984" y="228612"/>
                </a:lnTo>
                <a:lnTo>
                  <a:pt x="758952" y="228612"/>
                </a:lnTo>
                <a:lnTo>
                  <a:pt x="758952" y="217182"/>
                </a:lnTo>
                <a:lnTo>
                  <a:pt x="757428" y="219468"/>
                </a:lnTo>
                <a:lnTo>
                  <a:pt x="633984" y="219468"/>
                </a:lnTo>
                <a:lnTo>
                  <a:pt x="609600" y="202704"/>
                </a:lnTo>
                <a:lnTo>
                  <a:pt x="610412" y="219468"/>
                </a:lnTo>
                <a:lnTo>
                  <a:pt x="610527" y="222516"/>
                </a:lnTo>
                <a:lnTo>
                  <a:pt x="610933" y="239661"/>
                </a:lnTo>
                <a:lnTo>
                  <a:pt x="611111" y="258851"/>
                </a:lnTo>
                <a:lnTo>
                  <a:pt x="610984" y="311861"/>
                </a:lnTo>
                <a:lnTo>
                  <a:pt x="610895" y="318236"/>
                </a:lnTo>
                <a:lnTo>
                  <a:pt x="610489" y="332905"/>
                </a:lnTo>
                <a:lnTo>
                  <a:pt x="609600" y="347484"/>
                </a:lnTo>
                <a:lnTo>
                  <a:pt x="633984" y="336816"/>
                </a:lnTo>
                <a:lnTo>
                  <a:pt x="633984" y="320052"/>
                </a:lnTo>
                <a:lnTo>
                  <a:pt x="758952" y="320052"/>
                </a:lnTo>
                <a:lnTo>
                  <a:pt x="758952" y="342912"/>
                </a:lnTo>
                <a:lnTo>
                  <a:pt x="783336" y="330720"/>
                </a:lnTo>
                <a:lnTo>
                  <a:pt x="783209" y="320052"/>
                </a:lnTo>
                <a:lnTo>
                  <a:pt x="783043" y="309384"/>
                </a:lnTo>
                <a:lnTo>
                  <a:pt x="782574" y="289572"/>
                </a:lnTo>
                <a:lnTo>
                  <a:pt x="782053" y="263855"/>
                </a:lnTo>
                <a:lnTo>
                  <a:pt x="781812" y="234708"/>
                </a:lnTo>
                <a:lnTo>
                  <a:pt x="788670" y="228612"/>
                </a:lnTo>
                <a:lnTo>
                  <a:pt x="795528" y="222516"/>
                </a:lnTo>
                <a:close/>
              </a:path>
              <a:path w="850900" h="408939">
                <a:moveTo>
                  <a:pt x="841248" y="176796"/>
                </a:moveTo>
                <a:lnTo>
                  <a:pt x="809244" y="141744"/>
                </a:lnTo>
                <a:lnTo>
                  <a:pt x="784860" y="166128"/>
                </a:lnTo>
                <a:lnTo>
                  <a:pt x="705612" y="166128"/>
                </a:lnTo>
                <a:lnTo>
                  <a:pt x="705612" y="97548"/>
                </a:lnTo>
                <a:lnTo>
                  <a:pt x="804672" y="97548"/>
                </a:lnTo>
                <a:lnTo>
                  <a:pt x="794499" y="86880"/>
                </a:lnTo>
                <a:lnTo>
                  <a:pt x="772668" y="64020"/>
                </a:lnTo>
                <a:lnTo>
                  <a:pt x="751332" y="86880"/>
                </a:lnTo>
                <a:lnTo>
                  <a:pt x="705612" y="86880"/>
                </a:lnTo>
                <a:lnTo>
                  <a:pt x="705612" y="33540"/>
                </a:lnTo>
                <a:lnTo>
                  <a:pt x="719328" y="22872"/>
                </a:lnTo>
                <a:lnTo>
                  <a:pt x="681228" y="4584"/>
                </a:lnTo>
                <a:lnTo>
                  <a:pt x="682117" y="20650"/>
                </a:lnTo>
                <a:lnTo>
                  <a:pt x="682510" y="37160"/>
                </a:lnTo>
                <a:lnTo>
                  <a:pt x="682637" y="48780"/>
                </a:lnTo>
                <a:lnTo>
                  <a:pt x="682752" y="86880"/>
                </a:lnTo>
                <a:lnTo>
                  <a:pt x="629412" y="86880"/>
                </a:lnTo>
                <a:lnTo>
                  <a:pt x="643128" y="59448"/>
                </a:lnTo>
                <a:lnTo>
                  <a:pt x="656844" y="50304"/>
                </a:lnTo>
                <a:lnTo>
                  <a:pt x="620268" y="30492"/>
                </a:lnTo>
                <a:lnTo>
                  <a:pt x="608076" y="83832"/>
                </a:lnTo>
                <a:lnTo>
                  <a:pt x="592264" y="119456"/>
                </a:lnTo>
                <a:lnTo>
                  <a:pt x="573024" y="153936"/>
                </a:lnTo>
                <a:lnTo>
                  <a:pt x="579120" y="158508"/>
                </a:lnTo>
                <a:lnTo>
                  <a:pt x="591439" y="144259"/>
                </a:lnTo>
                <a:lnTo>
                  <a:pt x="603313" y="129171"/>
                </a:lnTo>
                <a:lnTo>
                  <a:pt x="614921" y="113499"/>
                </a:lnTo>
                <a:lnTo>
                  <a:pt x="626364" y="97548"/>
                </a:lnTo>
                <a:lnTo>
                  <a:pt x="682752" y="97548"/>
                </a:lnTo>
                <a:lnTo>
                  <a:pt x="682752" y="166128"/>
                </a:lnTo>
                <a:lnTo>
                  <a:pt x="554736" y="166128"/>
                </a:lnTo>
                <a:lnTo>
                  <a:pt x="569976" y="182892"/>
                </a:lnTo>
                <a:lnTo>
                  <a:pt x="579628" y="180009"/>
                </a:lnTo>
                <a:lnTo>
                  <a:pt x="589978" y="178130"/>
                </a:lnTo>
                <a:lnTo>
                  <a:pt x="600633" y="177101"/>
                </a:lnTo>
                <a:lnTo>
                  <a:pt x="611124" y="176796"/>
                </a:lnTo>
                <a:lnTo>
                  <a:pt x="841248" y="176796"/>
                </a:lnTo>
                <a:close/>
              </a:path>
              <a:path w="850900" h="408939">
                <a:moveTo>
                  <a:pt x="850392" y="359676"/>
                </a:moveTo>
                <a:lnTo>
                  <a:pt x="808443" y="362788"/>
                </a:lnTo>
                <a:lnTo>
                  <a:pt x="769620" y="365201"/>
                </a:lnTo>
                <a:lnTo>
                  <a:pt x="734237" y="366737"/>
                </a:lnTo>
                <a:lnTo>
                  <a:pt x="702564" y="367296"/>
                </a:lnTo>
                <a:lnTo>
                  <a:pt x="687400" y="367030"/>
                </a:lnTo>
                <a:lnTo>
                  <a:pt x="637032" y="364248"/>
                </a:lnTo>
                <a:lnTo>
                  <a:pt x="589457" y="353098"/>
                </a:lnTo>
                <a:lnTo>
                  <a:pt x="549592" y="330149"/>
                </a:lnTo>
                <a:lnTo>
                  <a:pt x="530352" y="310908"/>
                </a:lnTo>
                <a:lnTo>
                  <a:pt x="530352" y="176796"/>
                </a:lnTo>
                <a:lnTo>
                  <a:pt x="536892" y="172224"/>
                </a:lnTo>
                <a:lnTo>
                  <a:pt x="545592" y="166128"/>
                </a:lnTo>
                <a:lnTo>
                  <a:pt x="516636" y="144792"/>
                </a:lnTo>
                <a:lnTo>
                  <a:pt x="504444" y="161556"/>
                </a:lnTo>
                <a:lnTo>
                  <a:pt x="438912" y="161556"/>
                </a:lnTo>
                <a:lnTo>
                  <a:pt x="455676" y="176796"/>
                </a:lnTo>
                <a:lnTo>
                  <a:pt x="465112" y="174790"/>
                </a:lnTo>
                <a:lnTo>
                  <a:pt x="475107" y="173367"/>
                </a:lnTo>
                <a:lnTo>
                  <a:pt x="485686" y="172504"/>
                </a:lnTo>
                <a:lnTo>
                  <a:pt x="496824" y="172224"/>
                </a:lnTo>
                <a:lnTo>
                  <a:pt x="507492" y="172224"/>
                </a:lnTo>
                <a:lnTo>
                  <a:pt x="507492" y="309384"/>
                </a:lnTo>
                <a:lnTo>
                  <a:pt x="487756" y="318236"/>
                </a:lnTo>
                <a:lnTo>
                  <a:pt x="469582" y="328815"/>
                </a:lnTo>
                <a:lnTo>
                  <a:pt x="452843" y="341096"/>
                </a:lnTo>
                <a:lnTo>
                  <a:pt x="437388" y="355104"/>
                </a:lnTo>
                <a:lnTo>
                  <a:pt x="466344" y="376440"/>
                </a:lnTo>
                <a:lnTo>
                  <a:pt x="470369" y="369011"/>
                </a:lnTo>
                <a:lnTo>
                  <a:pt x="475678" y="360438"/>
                </a:lnTo>
                <a:lnTo>
                  <a:pt x="506730" y="325005"/>
                </a:lnTo>
                <a:lnTo>
                  <a:pt x="518160" y="321576"/>
                </a:lnTo>
                <a:lnTo>
                  <a:pt x="524192" y="324739"/>
                </a:lnTo>
                <a:lnTo>
                  <a:pt x="530923" y="329768"/>
                </a:lnTo>
                <a:lnTo>
                  <a:pt x="538530" y="336791"/>
                </a:lnTo>
                <a:lnTo>
                  <a:pt x="547116" y="345960"/>
                </a:lnTo>
                <a:lnTo>
                  <a:pt x="557999" y="356552"/>
                </a:lnTo>
                <a:lnTo>
                  <a:pt x="598932" y="379488"/>
                </a:lnTo>
                <a:lnTo>
                  <a:pt x="637032" y="387299"/>
                </a:lnTo>
                <a:lnTo>
                  <a:pt x="684276" y="391680"/>
                </a:lnTo>
                <a:lnTo>
                  <a:pt x="711428" y="391934"/>
                </a:lnTo>
                <a:lnTo>
                  <a:pt x="816864" y="394728"/>
                </a:lnTo>
                <a:lnTo>
                  <a:pt x="820610" y="385292"/>
                </a:lnTo>
                <a:lnTo>
                  <a:pt x="827341" y="377583"/>
                </a:lnTo>
                <a:lnTo>
                  <a:pt x="837234" y="371576"/>
                </a:lnTo>
                <a:lnTo>
                  <a:pt x="850392" y="367296"/>
                </a:lnTo>
                <a:lnTo>
                  <a:pt x="850392" y="359676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" name="object 38"/>
          <p:cNvSpPr/>
          <p:nvPr/>
        </p:nvSpPr>
        <p:spPr>
          <a:xfrm>
            <a:off x="6167627" y="4192523"/>
            <a:ext cx="335280" cy="391795"/>
          </a:xfrm>
          <a:custGeom>
            <a:avLst/>
            <a:gdLst/>
            <a:ahLst/>
            <a:cxnLst/>
            <a:rect l="l" t="t" r="r" b="b"/>
            <a:pathLst>
              <a:path w="335279" h="391795">
                <a:moveTo>
                  <a:pt x="297179" y="391667"/>
                </a:moveTo>
                <a:lnTo>
                  <a:pt x="297179" y="364236"/>
                </a:lnTo>
                <a:lnTo>
                  <a:pt x="36575" y="364236"/>
                </a:lnTo>
                <a:lnTo>
                  <a:pt x="24383" y="376428"/>
                </a:lnTo>
                <a:lnTo>
                  <a:pt x="0" y="358140"/>
                </a:lnTo>
                <a:lnTo>
                  <a:pt x="12192" y="345948"/>
                </a:lnTo>
                <a:lnTo>
                  <a:pt x="12192" y="277367"/>
                </a:lnTo>
                <a:lnTo>
                  <a:pt x="11953" y="264247"/>
                </a:lnTo>
                <a:lnTo>
                  <a:pt x="10906" y="235148"/>
                </a:lnTo>
                <a:lnTo>
                  <a:pt x="10668" y="219456"/>
                </a:lnTo>
                <a:lnTo>
                  <a:pt x="50292" y="240791"/>
                </a:lnTo>
                <a:lnTo>
                  <a:pt x="36575" y="252984"/>
                </a:lnTo>
                <a:lnTo>
                  <a:pt x="36575" y="353567"/>
                </a:lnTo>
                <a:lnTo>
                  <a:pt x="152399" y="353567"/>
                </a:lnTo>
                <a:lnTo>
                  <a:pt x="152399" y="185928"/>
                </a:lnTo>
                <a:lnTo>
                  <a:pt x="51815" y="185928"/>
                </a:lnTo>
                <a:lnTo>
                  <a:pt x="38099" y="198120"/>
                </a:lnTo>
                <a:lnTo>
                  <a:pt x="13715" y="178308"/>
                </a:lnTo>
                <a:lnTo>
                  <a:pt x="25907" y="167640"/>
                </a:lnTo>
                <a:lnTo>
                  <a:pt x="25907" y="97536"/>
                </a:lnTo>
                <a:lnTo>
                  <a:pt x="25669" y="86320"/>
                </a:lnTo>
                <a:lnTo>
                  <a:pt x="24622" y="63888"/>
                </a:lnTo>
                <a:lnTo>
                  <a:pt x="24383" y="51816"/>
                </a:lnTo>
                <a:lnTo>
                  <a:pt x="65532" y="73152"/>
                </a:lnTo>
                <a:lnTo>
                  <a:pt x="50292" y="82296"/>
                </a:lnTo>
                <a:lnTo>
                  <a:pt x="50292" y="175260"/>
                </a:lnTo>
                <a:lnTo>
                  <a:pt x="152399" y="175260"/>
                </a:lnTo>
                <a:lnTo>
                  <a:pt x="152376" y="45219"/>
                </a:lnTo>
                <a:lnTo>
                  <a:pt x="152209" y="29908"/>
                </a:lnTo>
                <a:lnTo>
                  <a:pt x="151757" y="14882"/>
                </a:lnTo>
                <a:lnTo>
                  <a:pt x="150875" y="0"/>
                </a:lnTo>
                <a:lnTo>
                  <a:pt x="190499" y="18288"/>
                </a:lnTo>
                <a:lnTo>
                  <a:pt x="176783" y="33528"/>
                </a:lnTo>
                <a:lnTo>
                  <a:pt x="176783" y="175260"/>
                </a:lnTo>
                <a:lnTo>
                  <a:pt x="278891" y="175260"/>
                </a:lnTo>
                <a:lnTo>
                  <a:pt x="278868" y="86058"/>
                </a:lnTo>
                <a:lnTo>
                  <a:pt x="278701" y="74295"/>
                </a:lnTo>
                <a:lnTo>
                  <a:pt x="278249" y="61960"/>
                </a:lnTo>
                <a:lnTo>
                  <a:pt x="277367" y="48768"/>
                </a:lnTo>
                <a:lnTo>
                  <a:pt x="316991" y="67056"/>
                </a:lnTo>
                <a:lnTo>
                  <a:pt x="303275" y="79248"/>
                </a:lnTo>
                <a:lnTo>
                  <a:pt x="303275" y="147828"/>
                </a:lnTo>
                <a:lnTo>
                  <a:pt x="303561" y="156948"/>
                </a:lnTo>
                <a:lnTo>
                  <a:pt x="304418" y="168211"/>
                </a:lnTo>
                <a:lnTo>
                  <a:pt x="305847" y="181475"/>
                </a:lnTo>
                <a:lnTo>
                  <a:pt x="307847" y="196596"/>
                </a:lnTo>
                <a:lnTo>
                  <a:pt x="278891" y="205740"/>
                </a:lnTo>
                <a:lnTo>
                  <a:pt x="278891" y="185928"/>
                </a:lnTo>
                <a:lnTo>
                  <a:pt x="176783" y="185928"/>
                </a:lnTo>
                <a:lnTo>
                  <a:pt x="176783" y="353567"/>
                </a:lnTo>
                <a:lnTo>
                  <a:pt x="297179" y="353567"/>
                </a:lnTo>
                <a:lnTo>
                  <a:pt x="297179" y="277367"/>
                </a:lnTo>
                <a:lnTo>
                  <a:pt x="296941" y="264747"/>
                </a:lnTo>
                <a:lnTo>
                  <a:pt x="295894" y="238363"/>
                </a:lnTo>
                <a:lnTo>
                  <a:pt x="295655" y="224028"/>
                </a:lnTo>
                <a:lnTo>
                  <a:pt x="335279" y="246888"/>
                </a:lnTo>
                <a:lnTo>
                  <a:pt x="321563" y="256031"/>
                </a:lnTo>
                <a:lnTo>
                  <a:pt x="321587" y="336684"/>
                </a:lnTo>
                <a:lnTo>
                  <a:pt x="321754" y="352234"/>
                </a:lnTo>
                <a:lnTo>
                  <a:pt x="322206" y="368069"/>
                </a:lnTo>
                <a:lnTo>
                  <a:pt x="323087" y="384048"/>
                </a:lnTo>
                <a:lnTo>
                  <a:pt x="297179" y="39166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" name="object 39"/>
          <p:cNvSpPr/>
          <p:nvPr/>
        </p:nvSpPr>
        <p:spPr>
          <a:xfrm>
            <a:off x="6576059" y="4181855"/>
            <a:ext cx="407034" cy="411480"/>
          </a:xfrm>
          <a:custGeom>
            <a:avLst/>
            <a:gdLst/>
            <a:ahLst/>
            <a:cxnLst/>
            <a:rect l="l" t="t" r="r" b="b"/>
            <a:pathLst>
              <a:path w="407034" h="411479">
                <a:moveTo>
                  <a:pt x="214884" y="79248"/>
                </a:moveTo>
                <a:lnTo>
                  <a:pt x="188976" y="79248"/>
                </a:lnTo>
                <a:lnTo>
                  <a:pt x="188904" y="54864"/>
                </a:lnTo>
                <a:lnTo>
                  <a:pt x="188785" y="40767"/>
                </a:lnTo>
                <a:lnTo>
                  <a:pt x="188333" y="20526"/>
                </a:lnTo>
                <a:lnTo>
                  <a:pt x="187452" y="0"/>
                </a:lnTo>
                <a:lnTo>
                  <a:pt x="231648" y="19812"/>
                </a:lnTo>
                <a:lnTo>
                  <a:pt x="214884" y="32004"/>
                </a:lnTo>
                <a:lnTo>
                  <a:pt x="214884" y="79248"/>
                </a:lnTo>
                <a:close/>
              </a:path>
              <a:path w="407034" h="411479">
                <a:moveTo>
                  <a:pt x="48768" y="96012"/>
                </a:moveTo>
                <a:lnTo>
                  <a:pt x="32004" y="79248"/>
                </a:lnTo>
                <a:lnTo>
                  <a:pt x="321564" y="79248"/>
                </a:lnTo>
                <a:lnTo>
                  <a:pt x="345948" y="54864"/>
                </a:lnTo>
                <a:lnTo>
                  <a:pt x="379476" y="89916"/>
                </a:lnTo>
                <a:lnTo>
                  <a:pt x="89916" y="89916"/>
                </a:lnTo>
                <a:lnTo>
                  <a:pt x="78771" y="90225"/>
                </a:lnTo>
                <a:lnTo>
                  <a:pt x="68199" y="91249"/>
                </a:lnTo>
                <a:lnTo>
                  <a:pt x="58197" y="93130"/>
                </a:lnTo>
                <a:lnTo>
                  <a:pt x="48768" y="96012"/>
                </a:lnTo>
                <a:close/>
              </a:path>
              <a:path w="407034" h="411479">
                <a:moveTo>
                  <a:pt x="214884" y="198120"/>
                </a:moveTo>
                <a:lnTo>
                  <a:pt x="188976" y="198120"/>
                </a:lnTo>
                <a:lnTo>
                  <a:pt x="188976" y="89916"/>
                </a:lnTo>
                <a:lnTo>
                  <a:pt x="214884" y="89916"/>
                </a:lnTo>
                <a:lnTo>
                  <a:pt x="214884" y="198120"/>
                </a:lnTo>
                <a:close/>
              </a:path>
              <a:path w="407034" h="411479">
                <a:moveTo>
                  <a:pt x="256032" y="198120"/>
                </a:moveTo>
                <a:lnTo>
                  <a:pt x="246888" y="198120"/>
                </a:lnTo>
                <a:lnTo>
                  <a:pt x="265152" y="172974"/>
                </a:lnTo>
                <a:lnTo>
                  <a:pt x="280987" y="147828"/>
                </a:lnTo>
                <a:lnTo>
                  <a:pt x="294251" y="122682"/>
                </a:lnTo>
                <a:lnTo>
                  <a:pt x="304800" y="97536"/>
                </a:lnTo>
                <a:lnTo>
                  <a:pt x="341376" y="124968"/>
                </a:lnTo>
                <a:lnTo>
                  <a:pt x="324612" y="129540"/>
                </a:lnTo>
                <a:lnTo>
                  <a:pt x="307467" y="149899"/>
                </a:lnTo>
                <a:lnTo>
                  <a:pt x="290322" y="167830"/>
                </a:lnTo>
                <a:lnTo>
                  <a:pt x="273177" y="183761"/>
                </a:lnTo>
                <a:lnTo>
                  <a:pt x="256032" y="198120"/>
                </a:lnTo>
                <a:close/>
              </a:path>
              <a:path w="407034" h="411479">
                <a:moveTo>
                  <a:pt x="129540" y="188976"/>
                </a:moveTo>
                <a:lnTo>
                  <a:pt x="123444" y="188976"/>
                </a:lnTo>
                <a:lnTo>
                  <a:pt x="118872" y="182880"/>
                </a:lnTo>
                <a:lnTo>
                  <a:pt x="114300" y="170688"/>
                </a:lnTo>
                <a:lnTo>
                  <a:pt x="107680" y="155805"/>
                </a:lnTo>
                <a:lnTo>
                  <a:pt x="99060" y="140779"/>
                </a:lnTo>
                <a:lnTo>
                  <a:pt x="88153" y="125468"/>
                </a:lnTo>
                <a:lnTo>
                  <a:pt x="74676" y="109728"/>
                </a:lnTo>
                <a:lnTo>
                  <a:pt x="79248" y="103632"/>
                </a:lnTo>
                <a:lnTo>
                  <a:pt x="117157" y="124587"/>
                </a:lnTo>
                <a:lnTo>
                  <a:pt x="143256" y="152400"/>
                </a:lnTo>
                <a:lnTo>
                  <a:pt x="143256" y="163068"/>
                </a:lnTo>
                <a:lnTo>
                  <a:pt x="141732" y="169164"/>
                </a:lnTo>
                <a:lnTo>
                  <a:pt x="132588" y="184404"/>
                </a:lnTo>
                <a:lnTo>
                  <a:pt x="129540" y="188976"/>
                </a:lnTo>
                <a:close/>
              </a:path>
              <a:path w="407034" h="411479">
                <a:moveTo>
                  <a:pt x="15240" y="213360"/>
                </a:moveTo>
                <a:lnTo>
                  <a:pt x="0" y="198120"/>
                </a:lnTo>
                <a:lnTo>
                  <a:pt x="341376" y="198120"/>
                </a:lnTo>
                <a:lnTo>
                  <a:pt x="367284" y="172212"/>
                </a:lnTo>
                <a:lnTo>
                  <a:pt x="403860" y="208788"/>
                </a:lnTo>
                <a:lnTo>
                  <a:pt x="56388" y="208788"/>
                </a:lnTo>
                <a:lnTo>
                  <a:pt x="45243" y="209073"/>
                </a:lnTo>
                <a:lnTo>
                  <a:pt x="34671" y="209931"/>
                </a:lnTo>
                <a:lnTo>
                  <a:pt x="24669" y="211359"/>
                </a:lnTo>
                <a:lnTo>
                  <a:pt x="15240" y="213360"/>
                </a:lnTo>
                <a:close/>
              </a:path>
              <a:path w="407034" h="411479">
                <a:moveTo>
                  <a:pt x="4571" y="394716"/>
                </a:moveTo>
                <a:lnTo>
                  <a:pt x="3047" y="387096"/>
                </a:lnTo>
                <a:lnTo>
                  <a:pt x="43440" y="360797"/>
                </a:lnTo>
                <a:lnTo>
                  <a:pt x="80394" y="329598"/>
                </a:lnTo>
                <a:lnTo>
                  <a:pt x="113763" y="293717"/>
                </a:lnTo>
                <a:lnTo>
                  <a:pt x="143402" y="253374"/>
                </a:lnTo>
                <a:lnTo>
                  <a:pt x="169164" y="208788"/>
                </a:lnTo>
                <a:lnTo>
                  <a:pt x="214884" y="208788"/>
                </a:lnTo>
                <a:lnTo>
                  <a:pt x="214890" y="228600"/>
                </a:lnTo>
                <a:lnTo>
                  <a:pt x="188976" y="228600"/>
                </a:lnTo>
                <a:lnTo>
                  <a:pt x="159556" y="273234"/>
                </a:lnTo>
                <a:lnTo>
                  <a:pt x="126192" y="312151"/>
                </a:lnTo>
                <a:lnTo>
                  <a:pt x="89233" y="345240"/>
                </a:lnTo>
                <a:lnTo>
                  <a:pt x="48621" y="372758"/>
                </a:lnTo>
                <a:lnTo>
                  <a:pt x="4571" y="394716"/>
                </a:lnTo>
                <a:close/>
              </a:path>
              <a:path w="407034" h="411479">
                <a:moveTo>
                  <a:pt x="367284" y="376428"/>
                </a:moveTo>
                <a:lnTo>
                  <a:pt x="329415" y="352848"/>
                </a:lnTo>
                <a:lnTo>
                  <a:pt x="296229" y="324221"/>
                </a:lnTo>
                <a:lnTo>
                  <a:pt x="267650" y="290620"/>
                </a:lnTo>
                <a:lnTo>
                  <a:pt x="243608" y="252118"/>
                </a:lnTo>
                <a:lnTo>
                  <a:pt x="224028" y="208788"/>
                </a:lnTo>
                <a:lnTo>
                  <a:pt x="231648" y="208788"/>
                </a:lnTo>
                <a:lnTo>
                  <a:pt x="257629" y="249558"/>
                </a:lnTo>
                <a:lnTo>
                  <a:pt x="288072" y="284037"/>
                </a:lnTo>
                <a:lnTo>
                  <a:pt x="323051" y="312151"/>
                </a:lnTo>
                <a:lnTo>
                  <a:pt x="362638" y="333829"/>
                </a:lnTo>
                <a:lnTo>
                  <a:pt x="406908" y="348996"/>
                </a:lnTo>
                <a:lnTo>
                  <a:pt x="406908" y="356616"/>
                </a:lnTo>
                <a:lnTo>
                  <a:pt x="392572" y="357782"/>
                </a:lnTo>
                <a:lnTo>
                  <a:pt x="381381" y="361378"/>
                </a:lnTo>
                <a:lnTo>
                  <a:pt x="373046" y="367545"/>
                </a:lnTo>
                <a:lnTo>
                  <a:pt x="367284" y="376428"/>
                </a:lnTo>
                <a:close/>
              </a:path>
              <a:path w="407034" h="411479">
                <a:moveTo>
                  <a:pt x="187452" y="411480"/>
                </a:moveTo>
                <a:lnTo>
                  <a:pt x="188404" y="367545"/>
                </a:lnTo>
                <a:lnTo>
                  <a:pt x="188851" y="312151"/>
                </a:lnTo>
                <a:lnTo>
                  <a:pt x="188976" y="228600"/>
                </a:lnTo>
                <a:lnTo>
                  <a:pt x="214890" y="228600"/>
                </a:lnTo>
                <a:lnTo>
                  <a:pt x="215009" y="312151"/>
                </a:lnTo>
                <a:lnTo>
                  <a:pt x="215462" y="367545"/>
                </a:lnTo>
                <a:lnTo>
                  <a:pt x="216408" y="397764"/>
                </a:lnTo>
                <a:lnTo>
                  <a:pt x="187452" y="41148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" name="object 40"/>
          <p:cNvSpPr/>
          <p:nvPr/>
        </p:nvSpPr>
        <p:spPr>
          <a:xfrm>
            <a:off x="7046976" y="4206239"/>
            <a:ext cx="370840" cy="376555"/>
          </a:xfrm>
          <a:custGeom>
            <a:avLst/>
            <a:gdLst/>
            <a:ahLst/>
            <a:cxnLst/>
            <a:rect l="l" t="t" r="r" b="b"/>
            <a:pathLst>
              <a:path w="370840" h="376554">
                <a:moveTo>
                  <a:pt x="153924" y="32004"/>
                </a:moveTo>
                <a:lnTo>
                  <a:pt x="138684" y="16764"/>
                </a:lnTo>
                <a:lnTo>
                  <a:pt x="288035" y="16764"/>
                </a:lnTo>
                <a:lnTo>
                  <a:pt x="301752" y="0"/>
                </a:lnTo>
                <a:lnTo>
                  <a:pt x="327660" y="22860"/>
                </a:lnTo>
                <a:lnTo>
                  <a:pt x="320802" y="27432"/>
                </a:lnTo>
                <a:lnTo>
                  <a:pt x="196596" y="27432"/>
                </a:lnTo>
                <a:lnTo>
                  <a:pt x="185427" y="27717"/>
                </a:lnTo>
                <a:lnTo>
                  <a:pt x="174688" y="28575"/>
                </a:lnTo>
                <a:lnTo>
                  <a:pt x="164234" y="30003"/>
                </a:lnTo>
                <a:lnTo>
                  <a:pt x="153924" y="32004"/>
                </a:lnTo>
                <a:close/>
              </a:path>
              <a:path w="370840" h="376554">
                <a:moveTo>
                  <a:pt x="0" y="272795"/>
                </a:moveTo>
                <a:lnTo>
                  <a:pt x="258" y="248602"/>
                </a:lnTo>
                <a:lnTo>
                  <a:pt x="762" y="221742"/>
                </a:lnTo>
                <a:lnTo>
                  <a:pt x="1265" y="190500"/>
                </a:lnTo>
                <a:lnTo>
                  <a:pt x="1346" y="179832"/>
                </a:lnTo>
                <a:lnTo>
                  <a:pt x="1461" y="106537"/>
                </a:lnTo>
                <a:lnTo>
                  <a:pt x="1365" y="86868"/>
                </a:lnTo>
                <a:lnTo>
                  <a:pt x="1247" y="74676"/>
                </a:lnTo>
                <a:lnTo>
                  <a:pt x="877" y="50292"/>
                </a:lnTo>
                <a:lnTo>
                  <a:pt x="0" y="24384"/>
                </a:lnTo>
                <a:lnTo>
                  <a:pt x="24384" y="39624"/>
                </a:lnTo>
                <a:lnTo>
                  <a:pt x="116292" y="39624"/>
                </a:lnTo>
                <a:lnTo>
                  <a:pt x="121920" y="44196"/>
                </a:lnTo>
                <a:lnTo>
                  <a:pt x="114953" y="50292"/>
                </a:lnTo>
                <a:lnTo>
                  <a:pt x="24384" y="50292"/>
                </a:lnTo>
                <a:lnTo>
                  <a:pt x="24384" y="214883"/>
                </a:lnTo>
                <a:lnTo>
                  <a:pt x="110009" y="214883"/>
                </a:lnTo>
                <a:lnTo>
                  <a:pt x="110350" y="225552"/>
                </a:lnTo>
                <a:lnTo>
                  <a:pt x="24384" y="225552"/>
                </a:lnTo>
                <a:lnTo>
                  <a:pt x="24384" y="262128"/>
                </a:lnTo>
                <a:lnTo>
                  <a:pt x="0" y="272795"/>
                </a:lnTo>
                <a:close/>
              </a:path>
              <a:path w="370840" h="376554">
                <a:moveTo>
                  <a:pt x="116292" y="39624"/>
                </a:moveTo>
                <a:lnTo>
                  <a:pt x="85344" y="39624"/>
                </a:lnTo>
                <a:lnTo>
                  <a:pt x="97536" y="24384"/>
                </a:lnTo>
                <a:lnTo>
                  <a:pt x="116292" y="39624"/>
                </a:lnTo>
                <a:close/>
              </a:path>
              <a:path w="370840" h="376554">
                <a:moveTo>
                  <a:pt x="301752" y="179832"/>
                </a:moveTo>
                <a:lnTo>
                  <a:pt x="277368" y="179832"/>
                </a:lnTo>
                <a:lnTo>
                  <a:pt x="289559" y="27432"/>
                </a:lnTo>
                <a:lnTo>
                  <a:pt x="320802" y="27432"/>
                </a:lnTo>
                <a:lnTo>
                  <a:pt x="313944" y="32004"/>
                </a:lnTo>
                <a:lnTo>
                  <a:pt x="301752" y="179832"/>
                </a:lnTo>
                <a:close/>
              </a:path>
              <a:path w="370840" h="376554">
                <a:moveTo>
                  <a:pt x="110009" y="214883"/>
                </a:moveTo>
                <a:lnTo>
                  <a:pt x="86868" y="214883"/>
                </a:lnTo>
                <a:lnTo>
                  <a:pt x="86868" y="50292"/>
                </a:lnTo>
                <a:lnTo>
                  <a:pt x="114953" y="50292"/>
                </a:lnTo>
                <a:lnTo>
                  <a:pt x="109728" y="54864"/>
                </a:lnTo>
                <a:lnTo>
                  <a:pt x="109824" y="204216"/>
                </a:lnTo>
                <a:lnTo>
                  <a:pt x="109918" y="212026"/>
                </a:lnTo>
                <a:lnTo>
                  <a:pt x="110009" y="214883"/>
                </a:lnTo>
                <a:close/>
              </a:path>
              <a:path w="370840" h="376554">
                <a:moveTo>
                  <a:pt x="172212" y="204216"/>
                </a:moveTo>
                <a:lnTo>
                  <a:pt x="149352" y="184404"/>
                </a:lnTo>
                <a:lnTo>
                  <a:pt x="160020" y="175260"/>
                </a:lnTo>
                <a:lnTo>
                  <a:pt x="163377" y="136969"/>
                </a:lnTo>
                <a:lnTo>
                  <a:pt x="166306" y="104394"/>
                </a:lnTo>
                <a:lnTo>
                  <a:pt x="168378" y="77533"/>
                </a:lnTo>
                <a:lnTo>
                  <a:pt x="169164" y="56388"/>
                </a:lnTo>
                <a:lnTo>
                  <a:pt x="208788" y="74676"/>
                </a:lnTo>
                <a:lnTo>
                  <a:pt x="188976" y="128778"/>
                </a:lnTo>
                <a:lnTo>
                  <a:pt x="184404" y="179832"/>
                </a:lnTo>
                <a:lnTo>
                  <a:pt x="362610" y="179832"/>
                </a:lnTo>
                <a:lnTo>
                  <a:pt x="370332" y="185928"/>
                </a:lnTo>
                <a:lnTo>
                  <a:pt x="364453" y="190500"/>
                </a:lnTo>
                <a:lnTo>
                  <a:pt x="184404" y="190500"/>
                </a:lnTo>
                <a:lnTo>
                  <a:pt x="172212" y="204216"/>
                </a:lnTo>
                <a:close/>
              </a:path>
              <a:path w="370840" h="376554">
                <a:moveTo>
                  <a:pt x="362610" y="179832"/>
                </a:moveTo>
                <a:lnTo>
                  <a:pt x="329184" y="179832"/>
                </a:lnTo>
                <a:lnTo>
                  <a:pt x="341376" y="163068"/>
                </a:lnTo>
                <a:lnTo>
                  <a:pt x="362610" y="179832"/>
                </a:lnTo>
                <a:close/>
              </a:path>
              <a:path w="370840" h="376554">
                <a:moveTo>
                  <a:pt x="336603" y="338328"/>
                </a:moveTo>
                <a:lnTo>
                  <a:pt x="298704" y="338328"/>
                </a:lnTo>
                <a:lnTo>
                  <a:pt x="306323" y="335280"/>
                </a:lnTo>
                <a:lnTo>
                  <a:pt x="310896" y="330708"/>
                </a:lnTo>
                <a:lnTo>
                  <a:pt x="323088" y="289559"/>
                </a:lnTo>
                <a:lnTo>
                  <a:pt x="327660" y="248602"/>
                </a:lnTo>
                <a:lnTo>
                  <a:pt x="332232" y="190500"/>
                </a:lnTo>
                <a:lnTo>
                  <a:pt x="364453" y="190500"/>
                </a:lnTo>
                <a:lnTo>
                  <a:pt x="356616" y="196596"/>
                </a:lnTo>
                <a:lnTo>
                  <a:pt x="353448" y="227790"/>
                </a:lnTo>
                <a:lnTo>
                  <a:pt x="350710" y="255270"/>
                </a:lnTo>
                <a:lnTo>
                  <a:pt x="348257" y="279320"/>
                </a:lnTo>
                <a:lnTo>
                  <a:pt x="345948" y="300228"/>
                </a:lnTo>
                <a:lnTo>
                  <a:pt x="342471" y="317992"/>
                </a:lnTo>
                <a:lnTo>
                  <a:pt x="338709" y="332613"/>
                </a:lnTo>
                <a:lnTo>
                  <a:pt x="336603" y="338328"/>
                </a:lnTo>
                <a:close/>
              </a:path>
              <a:path w="370840" h="376554">
                <a:moveTo>
                  <a:pt x="86868" y="252983"/>
                </a:moveTo>
                <a:lnTo>
                  <a:pt x="86868" y="225552"/>
                </a:lnTo>
                <a:lnTo>
                  <a:pt x="110350" y="225552"/>
                </a:lnTo>
                <a:lnTo>
                  <a:pt x="110467" y="227790"/>
                </a:lnTo>
                <a:lnTo>
                  <a:pt x="111252" y="240792"/>
                </a:lnTo>
                <a:lnTo>
                  <a:pt x="86868" y="252983"/>
                </a:lnTo>
                <a:close/>
              </a:path>
              <a:path w="370840" h="376554">
                <a:moveTo>
                  <a:pt x="115824" y="271271"/>
                </a:moveTo>
                <a:lnTo>
                  <a:pt x="100584" y="254507"/>
                </a:lnTo>
                <a:lnTo>
                  <a:pt x="257556" y="254507"/>
                </a:lnTo>
                <a:lnTo>
                  <a:pt x="277368" y="234695"/>
                </a:lnTo>
                <a:lnTo>
                  <a:pt x="309371" y="265176"/>
                </a:lnTo>
                <a:lnTo>
                  <a:pt x="150876" y="265176"/>
                </a:lnTo>
                <a:lnTo>
                  <a:pt x="141755" y="265485"/>
                </a:lnTo>
                <a:lnTo>
                  <a:pt x="132778" y="266509"/>
                </a:lnTo>
                <a:lnTo>
                  <a:pt x="124086" y="268390"/>
                </a:lnTo>
                <a:lnTo>
                  <a:pt x="115824" y="271271"/>
                </a:lnTo>
                <a:close/>
              </a:path>
              <a:path w="370840" h="376554">
                <a:moveTo>
                  <a:pt x="289559" y="376427"/>
                </a:moveTo>
                <a:lnTo>
                  <a:pt x="285559" y="365307"/>
                </a:lnTo>
                <a:lnTo>
                  <a:pt x="275843" y="354901"/>
                </a:lnTo>
                <a:lnTo>
                  <a:pt x="260413" y="345352"/>
                </a:lnTo>
                <a:lnTo>
                  <a:pt x="239268" y="336804"/>
                </a:lnTo>
                <a:lnTo>
                  <a:pt x="239268" y="329184"/>
                </a:lnTo>
                <a:lnTo>
                  <a:pt x="254388" y="332089"/>
                </a:lnTo>
                <a:lnTo>
                  <a:pt x="267652" y="334137"/>
                </a:lnTo>
                <a:lnTo>
                  <a:pt x="288035" y="336804"/>
                </a:lnTo>
                <a:lnTo>
                  <a:pt x="298704" y="338328"/>
                </a:lnTo>
                <a:lnTo>
                  <a:pt x="336603" y="338328"/>
                </a:lnTo>
                <a:lnTo>
                  <a:pt x="334375" y="344376"/>
                </a:lnTo>
                <a:lnTo>
                  <a:pt x="329184" y="353568"/>
                </a:lnTo>
                <a:lnTo>
                  <a:pt x="322349" y="360140"/>
                </a:lnTo>
                <a:lnTo>
                  <a:pt x="313372" y="366141"/>
                </a:lnTo>
                <a:lnTo>
                  <a:pt x="302394" y="371570"/>
                </a:lnTo>
                <a:lnTo>
                  <a:pt x="289559" y="37642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" name="object 41"/>
          <p:cNvSpPr/>
          <p:nvPr/>
        </p:nvSpPr>
        <p:spPr>
          <a:xfrm>
            <a:off x="7508819" y="4228338"/>
            <a:ext cx="148590" cy="293370"/>
          </a:xfrm>
          <a:custGeom>
            <a:avLst/>
            <a:gdLst/>
            <a:ahLst/>
            <a:cxnLst/>
            <a:rect l="l" t="t" r="r" b="b"/>
            <a:pathLst>
              <a:path w="148590" h="293370">
                <a:moveTo>
                  <a:pt x="24312" y="89154"/>
                </a:moveTo>
                <a:lnTo>
                  <a:pt x="13644" y="89154"/>
                </a:lnTo>
                <a:lnTo>
                  <a:pt x="9072" y="86106"/>
                </a:lnTo>
                <a:lnTo>
                  <a:pt x="4500" y="81534"/>
                </a:lnTo>
                <a:lnTo>
                  <a:pt x="1666" y="76652"/>
                </a:lnTo>
                <a:lnTo>
                  <a:pt x="119" y="71056"/>
                </a:lnTo>
                <a:lnTo>
                  <a:pt x="0" y="64603"/>
                </a:lnTo>
                <a:lnTo>
                  <a:pt x="1452" y="57150"/>
                </a:lnTo>
                <a:lnTo>
                  <a:pt x="19740" y="23622"/>
                </a:lnTo>
                <a:lnTo>
                  <a:pt x="56316" y="2286"/>
                </a:lnTo>
                <a:lnTo>
                  <a:pt x="75938" y="0"/>
                </a:lnTo>
                <a:lnTo>
                  <a:pt x="85248" y="571"/>
                </a:lnTo>
                <a:lnTo>
                  <a:pt x="94416" y="2286"/>
                </a:lnTo>
                <a:lnTo>
                  <a:pt x="103584" y="4548"/>
                </a:lnTo>
                <a:lnTo>
                  <a:pt x="112895" y="8953"/>
                </a:lnTo>
                <a:lnTo>
                  <a:pt x="116605" y="11430"/>
                </a:lnTo>
                <a:lnTo>
                  <a:pt x="71556" y="11430"/>
                </a:lnTo>
                <a:lnTo>
                  <a:pt x="62460" y="12287"/>
                </a:lnTo>
                <a:lnTo>
                  <a:pt x="28884" y="32766"/>
                </a:lnTo>
                <a:lnTo>
                  <a:pt x="22788" y="44958"/>
                </a:lnTo>
                <a:lnTo>
                  <a:pt x="21264" y="49530"/>
                </a:lnTo>
                <a:lnTo>
                  <a:pt x="24312" y="54102"/>
                </a:lnTo>
                <a:lnTo>
                  <a:pt x="28884" y="55626"/>
                </a:lnTo>
                <a:lnTo>
                  <a:pt x="33456" y="58674"/>
                </a:lnTo>
                <a:lnTo>
                  <a:pt x="36504" y="63246"/>
                </a:lnTo>
                <a:lnTo>
                  <a:pt x="36504" y="75438"/>
                </a:lnTo>
                <a:lnTo>
                  <a:pt x="34980" y="80010"/>
                </a:lnTo>
                <a:lnTo>
                  <a:pt x="31932" y="83058"/>
                </a:lnTo>
                <a:lnTo>
                  <a:pt x="28884" y="87630"/>
                </a:lnTo>
                <a:lnTo>
                  <a:pt x="24312" y="89154"/>
                </a:lnTo>
                <a:close/>
              </a:path>
              <a:path w="148590" h="293370">
                <a:moveTo>
                  <a:pt x="74604" y="211074"/>
                </a:moveTo>
                <a:lnTo>
                  <a:pt x="69484" y="207335"/>
                </a:lnTo>
                <a:lnTo>
                  <a:pt x="65651" y="200596"/>
                </a:lnTo>
                <a:lnTo>
                  <a:pt x="63246" y="190714"/>
                </a:lnTo>
                <a:lnTo>
                  <a:pt x="62412" y="177546"/>
                </a:lnTo>
                <a:lnTo>
                  <a:pt x="64103" y="162687"/>
                </a:lnTo>
                <a:lnTo>
                  <a:pt x="69080" y="147828"/>
                </a:lnTo>
                <a:lnTo>
                  <a:pt x="77200" y="132969"/>
                </a:lnTo>
                <a:lnTo>
                  <a:pt x="88320" y="118110"/>
                </a:lnTo>
                <a:lnTo>
                  <a:pt x="99464" y="104060"/>
                </a:lnTo>
                <a:lnTo>
                  <a:pt x="107751" y="91440"/>
                </a:lnTo>
                <a:lnTo>
                  <a:pt x="113180" y="79962"/>
                </a:lnTo>
                <a:lnTo>
                  <a:pt x="115752" y="69342"/>
                </a:lnTo>
                <a:lnTo>
                  <a:pt x="116895" y="59959"/>
                </a:lnTo>
                <a:lnTo>
                  <a:pt x="115752" y="50292"/>
                </a:lnTo>
                <a:lnTo>
                  <a:pt x="90797" y="16192"/>
                </a:lnTo>
                <a:lnTo>
                  <a:pt x="71556" y="11430"/>
                </a:lnTo>
                <a:lnTo>
                  <a:pt x="116605" y="11430"/>
                </a:lnTo>
                <a:lnTo>
                  <a:pt x="145851" y="44196"/>
                </a:lnTo>
                <a:lnTo>
                  <a:pt x="148255" y="55626"/>
                </a:lnTo>
                <a:lnTo>
                  <a:pt x="148198" y="59959"/>
                </a:lnTo>
                <a:lnTo>
                  <a:pt x="137660" y="97536"/>
                </a:lnTo>
                <a:lnTo>
                  <a:pt x="112704" y="125730"/>
                </a:lnTo>
                <a:lnTo>
                  <a:pt x="98178" y="142065"/>
                </a:lnTo>
                <a:lnTo>
                  <a:pt x="86796" y="161544"/>
                </a:lnTo>
                <a:lnTo>
                  <a:pt x="78843" y="184451"/>
                </a:lnTo>
                <a:lnTo>
                  <a:pt x="74604" y="211074"/>
                </a:lnTo>
                <a:close/>
              </a:path>
              <a:path w="148590" h="293370">
                <a:moveTo>
                  <a:pt x="76128" y="293370"/>
                </a:moveTo>
                <a:lnTo>
                  <a:pt x="65460" y="293370"/>
                </a:lnTo>
                <a:lnTo>
                  <a:pt x="60888" y="291846"/>
                </a:lnTo>
                <a:lnTo>
                  <a:pt x="41076" y="265938"/>
                </a:lnTo>
                <a:lnTo>
                  <a:pt x="41671" y="257389"/>
                </a:lnTo>
                <a:lnTo>
                  <a:pt x="43553" y="250126"/>
                </a:lnTo>
                <a:lnTo>
                  <a:pt x="46863" y="244292"/>
                </a:lnTo>
                <a:lnTo>
                  <a:pt x="51744" y="240030"/>
                </a:lnTo>
                <a:lnTo>
                  <a:pt x="66984" y="232410"/>
                </a:lnTo>
                <a:lnTo>
                  <a:pt x="76128" y="232410"/>
                </a:lnTo>
                <a:lnTo>
                  <a:pt x="82224" y="235458"/>
                </a:lnTo>
                <a:lnTo>
                  <a:pt x="89844" y="238506"/>
                </a:lnTo>
                <a:lnTo>
                  <a:pt x="94749" y="242530"/>
                </a:lnTo>
                <a:lnTo>
                  <a:pt x="98226" y="247840"/>
                </a:lnTo>
                <a:lnTo>
                  <a:pt x="100560" y="254579"/>
                </a:lnTo>
                <a:lnTo>
                  <a:pt x="102036" y="262890"/>
                </a:lnTo>
                <a:lnTo>
                  <a:pt x="101417" y="270557"/>
                </a:lnTo>
                <a:lnTo>
                  <a:pt x="99369" y="277368"/>
                </a:lnTo>
                <a:lnTo>
                  <a:pt x="95607" y="283035"/>
                </a:lnTo>
                <a:lnTo>
                  <a:pt x="89844" y="287273"/>
                </a:lnTo>
                <a:lnTo>
                  <a:pt x="82224" y="291846"/>
                </a:lnTo>
                <a:lnTo>
                  <a:pt x="76128" y="29337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" name="object 42"/>
          <p:cNvSpPr/>
          <p:nvPr/>
        </p:nvSpPr>
        <p:spPr>
          <a:xfrm>
            <a:off x="1751075" y="5658612"/>
            <a:ext cx="155575" cy="155575"/>
          </a:xfrm>
          <a:custGeom>
            <a:avLst/>
            <a:gdLst/>
            <a:ahLst/>
            <a:cxnLst/>
            <a:rect l="l" t="t" r="r" b="b"/>
            <a:pathLst>
              <a:path w="155575" h="155575">
                <a:moveTo>
                  <a:pt x="155448" y="155448"/>
                </a:moveTo>
                <a:lnTo>
                  <a:pt x="0" y="155448"/>
                </a:lnTo>
                <a:lnTo>
                  <a:pt x="0" y="0"/>
                </a:lnTo>
                <a:lnTo>
                  <a:pt x="155448" y="0"/>
                </a:lnTo>
                <a:lnTo>
                  <a:pt x="155448" y="155448"/>
                </a:lnTo>
                <a:close/>
              </a:path>
            </a:pathLst>
          </a:custGeom>
          <a:solidFill>
            <a:srgbClr val="3333C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" name="object 43"/>
          <p:cNvSpPr/>
          <p:nvPr/>
        </p:nvSpPr>
        <p:spPr>
          <a:xfrm>
            <a:off x="2130551" y="5471160"/>
            <a:ext cx="387350" cy="405765"/>
          </a:xfrm>
          <a:custGeom>
            <a:avLst/>
            <a:gdLst/>
            <a:ahLst/>
            <a:cxnLst/>
            <a:rect l="l" t="t" r="r" b="b"/>
            <a:pathLst>
              <a:path w="387350" h="405764">
                <a:moveTo>
                  <a:pt x="383394" y="92964"/>
                </a:moveTo>
                <a:lnTo>
                  <a:pt x="347472" y="92964"/>
                </a:lnTo>
                <a:lnTo>
                  <a:pt x="361188" y="74676"/>
                </a:lnTo>
                <a:lnTo>
                  <a:pt x="383394" y="92964"/>
                </a:lnTo>
                <a:close/>
              </a:path>
              <a:path w="387350" h="405764">
                <a:moveTo>
                  <a:pt x="227076" y="382524"/>
                </a:moveTo>
                <a:lnTo>
                  <a:pt x="228195" y="358521"/>
                </a:lnTo>
                <a:lnTo>
                  <a:pt x="229171" y="339090"/>
                </a:lnTo>
                <a:lnTo>
                  <a:pt x="229862" y="324231"/>
                </a:lnTo>
                <a:lnTo>
                  <a:pt x="230124" y="313944"/>
                </a:lnTo>
                <a:lnTo>
                  <a:pt x="230124" y="143256"/>
                </a:lnTo>
                <a:lnTo>
                  <a:pt x="229862" y="127254"/>
                </a:lnTo>
                <a:lnTo>
                  <a:pt x="229171" y="111252"/>
                </a:lnTo>
                <a:lnTo>
                  <a:pt x="228195" y="95249"/>
                </a:lnTo>
                <a:lnTo>
                  <a:pt x="227076" y="79247"/>
                </a:lnTo>
                <a:lnTo>
                  <a:pt x="251460" y="92964"/>
                </a:lnTo>
                <a:lnTo>
                  <a:pt x="383394" y="92964"/>
                </a:lnTo>
                <a:lnTo>
                  <a:pt x="387096" y="96012"/>
                </a:lnTo>
                <a:lnTo>
                  <a:pt x="378523" y="103632"/>
                </a:lnTo>
                <a:lnTo>
                  <a:pt x="251460" y="103632"/>
                </a:lnTo>
                <a:lnTo>
                  <a:pt x="251460" y="321564"/>
                </a:lnTo>
                <a:lnTo>
                  <a:pt x="373933" y="321564"/>
                </a:lnTo>
                <a:lnTo>
                  <a:pt x="374142" y="327088"/>
                </a:lnTo>
                <a:lnTo>
                  <a:pt x="374305" y="332232"/>
                </a:lnTo>
                <a:lnTo>
                  <a:pt x="251460" y="332232"/>
                </a:lnTo>
                <a:lnTo>
                  <a:pt x="251460" y="370332"/>
                </a:lnTo>
                <a:lnTo>
                  <a:pt x="227076" y="382524"/>
                </a:lnTo>
                <a:close/>
              </a:path>
              <a:path w="387350" h="405764">
                <a:moveTo>
                  <a:pt x="373933" y="321564"/>
                </a:moveTo>
                <a:lnTo>
                  <a:pt x="350520" y="321564"/>
                </a:lnTo>
                <a:lnTo>
                  <a:pt x="350520" y="103632"/>
                </a:lnTo>
                <a:lnTo>
                  <a:pt x="378523" y="103632"/>
                </a:lnTo>
                <a:lnTo>
                  <a:pt x="373380" y="108204"/>
                </a:lnTo>
                <a:lnTo>
                  <a:pt x="373380" y="301752"/>
                </a:lnTo>
                <a:lnTo>
                  <a:pt x="373646" y="313944"/>
                </a:lnTo>
                <a:lnTo>
                  <a:pt x="373933" y="321564"/>
                </a:lnTo>
                <a:close/>
              </a:path>
              <a:path w="387350" h="405764">
                <a:moveTo>
                  <a:pt x="350520" y="371856"/>
                </a:moveTo>
                <a:lnTo>
                  <a:pt x="350520" y="332232"/>
                </a:lnTo>
                <a:lnTo>
                  <a:pt x="374305" y="332232"/>
                </a:lnTo>
                <a:lnTo>
                  <a:pt x="374665" y="343542"/>
                </a:lnTo>
                <a:lnTo>
                  <a:pt x="374904" y="362712"/>
                </a:lnTo>
                <a:lnTo>
                  <a:pt x="350520" y="371856"/>
                </a:lnTo>
                <a:close/>
              </a:path>
              <a:path w="387350" h="405764">
                <a:moveTo>
                  <a:pt x="97536" y="108204"/>
                </a:moveTo>
                <a:lnTo>
                  <a:pt x="73152" y="108204"/>
                </a:lnTo>
                <a:lnTo>
                  <a:pt x="78533" y="76509"/>
                </a:lnTo>
                <a:lnTo>
                  <a:pt x="83058" y="47815"/>
                </a:lnTo>
                <a:lnTo>
                  <a:pt x="86439" y="22264"/>
                </a:lnTo>
                <a:lnTo>
                  <a:pt x="88392" y="0"/>
                </a:lnTo>
                <a:lnTo>
                  <a:pt x="131064" y="19812"/>
                </a:lnTo>
                <a:lnTo>
                  <a:pt x="114300" y="30480"/>
                </a:lnTo>
                <a:lnTo>
                  <a:pt x="110609" y="45624"/>
                </a:lnTo>
                <a:lnTo>
                  <a:pt x="106489" y="63627"/>
                </a:lnTo>
                <a:lnTo>
                  <a:pt x="102084" y="84486"/>
                </a:lnTo>
                <a:lnTo>
                  <a:pt x="97536" y="108204"/>
                </a:lnTo>
                <a:close/>
              </a:path>
              <a:path w="387350" h="405764">
                <a:moveTo>
                  <a:pt x="16764" y="123444"/>
                </a:moveTo>
                <a:lnTo>
                  <a:pt x="1524" y="108204"/>
                </a:lnTo>
                <a:lnTo>
                  <a:pt x="163068" y="108204"/>
                </a:lnTo>
                <a:lnTo>
                  <a:pt x="173736" y="88392"/>
                </a:lnTo>
                <a:lnTo>
                  <a:pt x="202692" y="109728"/>
                </a:lnTo>
                <a:lnTo>
                  <a:pt x="192405" y="118871"/>
                </a:lnTo>
                <a:lnTo>
                  <a:pt x="59436" y="118871"/>
                </a:lnTo>
                <a:lnTo>
                  <a:pt x="48267" y="119157"/>
                </a:lnTo>
                <a:lnTo>
                  <a:pt x="37528" y="120014"/>
                </a:lnTo>
                <a:lnTo>
                  <a:pt x="27074" y="121443"/>
                </a:lnTo>
                <a:lnTo>
                  <a:pt x="16764" y="123444"/>
                </a:lnTo>
                <a:close/>
              </a:path>
              <a:path w="387350" h="405764">
                <a:moveTo>
                  <a:pt x="3048" y="405384"/>
                </a:moveTo>
                <a:lnTo>
                  <a:pt x="0" y="400812"/>
                </a:lnTo>
                <a:lnTo>
                  <a:pt x="39409" y="381095"/>
                </a:lnTo>
                <a:lnTo>
                  <a:pt x="72961" y="358521"/>
                </a:lnTo>
                <a:lnTo>
                  <a:pt x="100512" y="333089"/>
                </a:lnTo>
                <a:lnTo>
                  <a:pt x="121920" y="304800"/>
                </a:lnTo>
                <a:lnTo>
                  <a:pt x="96797" y="294489"/>
                </a:lnTo>
                <a:lnTo>
                  <a:pt x="74104" y="286321"/>
                </a:lnTo>
                <a:lnTo>
                  <a:pt x="53982" y="280154"/>
                </a:lnTo>
                <a:lnTo>
                  <a:pt x="36576" y="275844"/>
                </a:lnTo>
                <a:lnTo>
                  <a:pt x="43981" y="245530"/>
                </a:lnTo>
                <a:lnTo>
                  <a:pt x="52387" y="209359"/>
                </a:lnTo>
                <a:lnTo>
                  <a:pt x="61650" y="167187"/>
                </a:lnTo>
                <a:lnTo>
                  <a:pt x="71628" y="118871"/>
                </a:lnTo>
                <a:lnTo>
                  <a:pt x="96012" y="118871"/>
                </a:lnTo>
                <a:lnTo>
                  <a:pt x="88820" y="148018"/>
                </a:lnTo>
                <a:lnTo>
                  <a:pt x="80772" y="182880"/>
                </a:lnTo>
                <a:lnTo>
                  <a:pt x="71580" y="223456"/>
                </a:lnTo>
                <a:lnTo>
                  <a:pt x="60960" y="269748"/>
                </a:lnTo>
                <a:lnTo>
                  <a:pt x="85915" y="276796"/>
                </a:lnTo>
                <a:lnTo>
                  <a:pt x="104894" y="282392"/>
                </a:lnTo>
                <a:lnTo>
                  <a:pt x="128016" y="289560"/>
                </a:lnTo>
                <a:lnTo>
                  <a:pt x="152917" y="289560"/>
                </a:lnTo>
                <a:lnTo>
                  <a:pt x="150876" y="295656"/>
                </a:lnTo>
                <a:lnTo>
                  <a:pt x="169425" y="304490"/>
                </a:lnTo>
                <a:lnTo>
                  <a:pt x="183832" y="312610"/>
                </a:lnTo>
                <a:lnTo>
                  <a:pt x="187814" y="315468"/>
                </a:lnTo>
                <a:lnTo>
                  <a:pt x="140208" y="315468"/>
                </a:lnTo>
                <a:lnTo>
                  <a:pt x="112776" y="345805"/>
                </a:lnTo>
                <a:lnTo>
                  <a:pt x="80772" y="370713"/>
                </a:lnTo>
                <a:lnTo>
                  <a:pt x="44196" y="390477"/>
                </a:lnTo>
                <a:lnTo>
                  <a:pt x="3048" y="405384"/>
                </a:lnTo>
                <a:close/>
              </a:path>
              <a:path w="387350" h="405764">
                <a:moveTo>
                  <a:pt x="152917" y="289560"/>
                </a:moveTo>
                <a:lnTo>
                  <a:pt x="128016" y="289560"/>
                </a:lnTo>
                <a:lnTo>
                  <a:pt x="138874" y="259246"/>
                </a:lnTo>
                <a:lnTo>
                  <a:pt x="148590" y="220789"/>
                </a:lnTo>
                <a:lnTo>
                  <a:pt x="157162" y="174045"/>
                </a:lnTo>
                <a:lnTo>
                  <a:pt x="164592" y="118871"/>
                </a:lnTo>
                <a:lnTo>
                  <a:pt x="192405" y="118871"/>
                </a:lnTo>
                <a:lnTo>
                  <a:pt x="188976" y="121920"/>
                </a:lnTo>
                <a:lnTo>
                  <a:pt x="180451" y="178212"/>
                </a:lnTo>
                <a:lnTo>
                  <a:pt x="171069" y="225933"/>
                </a:lnTo>
                <a:lnTo>
                  <a:pt x="161115" y="265080"/>
                </a:lnTo>
                <a:lnTo>
                  <a:pt x="152917" y="289560"/>
                </a:lnTo>
                <a:close/>
              </a:path>
              <a:path w="387350" h="405764">
                <a:moveTo>
                  <a:pt x="201168" y="362712"/>
                </a:moveTo>
                <a:lnTo>
                  <a:pt x="195072" y="362712"/>
                </a:lnTo>
                <a:lnTo>
                  <a:pt x="190500" y="359664"/>
                </a:lnTo>
                <a:lnTo>
                  <a:pt x="185928" y="353568"/>
                </a:lnTo>
                <a:lnTo>
                  <a:pt x="177927" y="344400"/>
                </a:lnTo>
                <a:lnTo>
                  <a:pt x="167640" y="335089"/>
                </a:lnTo>
                <a:lnTo>
                  <a:pt x="155067" y="325493"/>
                </a:lnTo>
                <a:lnTo>
                  <a:pt x="140208" y="315468"/>
                </a:lnTo>
                <a:lnTo>
                  <a:pt x="187814" y="315468"/>
                </a:lnTo>
                <a:lnTo>
                  <a:pt x="204750" y="344400"/>
                </a:lnTo>
                <a:lnTo>
                  <a:pt x="204685" y="345805"/>
                </a:lnTo>
                <a:lnTo>
                  <a:pt x="204216" y="350520"/>
                </a:lnTo>
                <a:lnTo>
                  <a:pt x="202692" y="358140"/>
                </a:lnTo>
                <a:lnTo>
                  <a:pt x="201168" y="36271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" name="object 44"/>
          <p:cNvSpPr/>
          <p:nvPr/>
        </p:nvSpPr>
        <p:spPr>
          <a:xfrm>
            <a:off x="2577084" y="5468111"/>
            <a:ext cx="1729739" cy="410209"/>
          </a:xfrm>
          <a:custGeom>
            <a:avLst/>
            <a:gdLst/>
            <a:ahLst/>
            <a:cxnLst/>
            <a:rect l="l" t="t" r="r" b="b"/>
            <a:pathLst>
              <a:path w="1729739" h="410210">
                <a:moveTo>
                  <a:pt x="393192" y="358140"/>
                </a:moveTo>
                <a:lnTo>
                  <a:pt x="342366" y="341503"/>
                </a:lnTo>
                <a:lnTo>
                  <a:pt x="295275" y="316420"/>
                </a:lnTo>
                <a:lnTo>
                  <a:pt x="252171" y="282498"/>
                </a:lnTo>
                <a:lnTo>
                  <a:pt x="220192" y="246888"/>
                </a:lnTo>
                <a:lnTo>
                  <a:pt x="213360" y="239268"/>
                </a:lnTo>
                <a:lnTo>
                  <a:pt x="391668" y="239268"/>
                </a:lnTo>
                <a:lnTo>
                  <a:pt x="355092" y="202692"/>
                </a:lnTo>
                <a:lnTo>
                  <a:pt x="329184" y="230124"/>
                </a:lnTo>
                <a:lnTo>
                  <a:pt x="210312" y="230124"/>
                </a:lnTo>
                <a:lnTo>
                  <a:pt x="210312" y="179832"/>
                </a:lnTo>
                <a:lnTo>
                  <a:pt x="303276" y="179832"/>
                </a:lnTo>
                <a:lnTo>
                  <a:pt x="303276" y="202692"/>
                </a:lnTo>
                <a:lnTo>
                  <a:pt x="329184" y="190500"/>
                </a:lnTo>
                <a:lnTo>
                  <a:pt x="328650" y="179832"/>
                </a:lnTo>
                <a:lnTo>
                  <a:pt x="328295" y="172808"/>
                </a:lnTo>
                <a:lnTo>
                  <a:pt x="328244" y="169164"/>
                </a:lnTo>
                <a:lnTo>
                  <a:pt x="327850" y="142684"/>
                </a:lnTo>
                <a:lnTo>
                  <a:pt x="327698" y="106680"/>
                </a:lnTo>
                <a:lnTo>
                  <a:pt x="327672" y="96012"/>
                </a:lnTo>
                <a:lnTo>
                  <a:pt x="327660" y="45720"/>
                </a:lnTo>
                <a:lnTo>
                  <a:pt x="340715" y="36576"/>
                </a:lnTo>
                <a:lnTo>
                  <a:pt x="342900" y="35052"/>
                </a:lnTo>
                <a:lnTo>
                  <a:pt x="333184" y="25908"/>
                </a:lnTo>
                <a:lnTo>
                  <a:pt x="316992" y="10668"/>
                </a:lnTo>
                <a:lnTo>
                  <a:pt x="303276" y="23139"/>
                </a:lnTo>
                <a:lnTo>
                  <a:pt x="303276" y="36576"/>
                </a:lnTo>
                <a:lnTo>
                  <a:pt x="303276" y="96012"/>
                </a:lnTo>
                <a:lnTo>
                  <a:pt x="303276" y="106680"/>
                </a:lnTo>
                <a:lnTo>
                  <a:pt x="303276" y="169164"/>
                </a:lnTo>
                <a:lnTo>
                  <a:pt x="210312" y="169164"/>
                </a:lnTo>
                <a:lnTo>
                  <a:pt x="210312" y="106680"/>
                </a:lnTo>
                <a:lnTo>
                  <a:pt x="303276" y="106680"/>
                </a:lnTo>
                <a:lnTo>
                  <a:pt x="303276" y="96012"/>
                </a:lnTo>
                <a:lnTo>
                  <a:pt x="210312" y="96012"/>
                </a:lnTo>
                <a:lnTo>
                  <a:pt x="210312" y="36576"/>
                </a:lnTo>
                <a:lnTo>
                  <a:pt x="303276" y="36576"/>
                </a:lnTo>
                <a:lnTo>
                  <a:pt x="303276" y="23139"/>
                </a:lnTo>
                <a:lnTo>
                  <a:pt x="300228" y="25908"/>
                </a:lnTo>
                <a:lnTo>
                  <a:pt x="184404" y="25908"/>
                </a:lnTo>
                <a:lnTo>
                  <a:pt x="184404" y="36576"/>
                </a:lnTo>
                <a:lnTo>
                  <a:pt x="184404" y="96012"/>
                </a:lnTo>
                <a:lnTo>
                  <a:pt x="184404" y="106680"/>
                </a:lnTo>
                <a:lnTo>
                  <a:pt x="184404" y="169164"/>
                </a:lnTo>
                <a:lnTo>
                  <a:pt x="94488" y="169164"/>
                </a:lnTo>
                <a:lnTo>
                  <a:pt x="94488" y="106680"/>
                </a:lnTo>
                <a:lnTo>
                  <a:pt x="184404" y="106680"/>
                </a:lnTo>
                <a:lnTo>
                  <a:pt x="184404" y="96012"/>
                </a:lnTo>
                <a:lnTo>
                  <a:pt x="94488" y="96012"/>
                </a:lnTo>
                <a:lnTo>
                  <a:pt x="94488" y="36576"/>
                </a:lnTo>
                <a:lnTo>
                  <a:pt x="184404" y="36576"/>
                </a:lnTo>
                <a:lnTo>
                  <a:pt x="184404" y="25908"/>
                </a:lnTo>
                <a:lnTo>
                  <a:pt x="94488" y="25908"/>
                </a:lnTo>
                <a:lnTo>
                  <a:pt x="68580" y="12192"/>
                </a:lnTo>
                <a:lnTo>
                  <a:pt x="68834" y="36576"/>
                </a:lnTo>
                <a:lnTo>
                  <a:pt x="69862" y="83350"/>
                </a:lnTo>
                <a:lnTo>
                  <a:pt x="69977" y="96012"/>
                </a:lnTo>
                <a:lnTo>
                  <a:pt x="69862" y="132232"/>
                </a:lnTo>
                <a:lnTo>
                  <a:pt x="68834" y="179832"/>
                </a:lnTo>
                <a:lnTo>
                  <a:pt x="68580" y="205740"/>
                </a:lnTo>
                <a:lnTo>
                  <a:pt x="94488" y="195072"/>
                </a:lnTo>
                <a:lnTo>
                  <a:pt x="94488" y="179832"/>
                </a:lnTo>
                <a:lnTo>
                  <a:pt x="184404" y="179832"/>
                </a:lnTo>
                <a:lnTo>
                  <a:pt x="184404" y="230124"/>
                </a:lnTo>
                <a:lnTo>
                  <a:pt x="7620" y="230124"/>
                </a:lnTo>
                <a:lnTo>
                  <a:pt x="22860" y="245364"/>
                </a:lnTo>
                <a:lnTo>
                  <a:pt x="32283" y="243128"/>
                </a:lnTo>
                <a:lnTo>
                  <a:pt x="42291" y="241173"/>
                </a:lnTo>
                <a:lnTo>
                  <a:pt x="52857" y="239801"/>
                </a:lnTo>
                <a:lnTo>
                  <a:pt x="64008" y="239268"/>
                </a:lnTo>
                <a:lnTo>
                  <a:pt x="161544" y="239268"/>
                </a:lnTo>
                <a:lnTo>
                  <a:pt x="129222" y="281609"/>
                </a:lnTo>
                <a:lnTo>
                  <a:pt x="91630" y="319659"/>
                </a:lnTo>
                <a:lnTo>
                  <a:pt x="48590" y="353720"/>
                </a:lnTo>
                <a:lnTo>
                  <a:pt x="0" y="384048"/>
                </a:lnTo>
                <a:lnTo>
                  <a:pt x="1524" y="391668"/>
                </a:lnTo>
                <a:lnTo>
                  <a:pt x="46875" y="370052"/>
                </a:lnTo>
                <a:lnTo>
                  <a:pt x="87833" y="345300"/>
                </a:lnTo>
                <a:lnTo>
                  <a:pt x="124409" y="317169"/>
                </a:lnTo>
                <a:lnTo>
                  <a:pt x="156603" y="285457"/>
                </a:lnTo>
                <a:lnTo>
                  <a:pt x="184404" y="249936"/>
                </a:lnTo>
                <a:lnTo>
                  <a:pt x="184277" y="317169"/>
                </a:lnTo>
                <a:lnTo>
                  <a:pt x="184213" y="334899"/>
                </a:lnTo>
                <a:lnTo>
                  <a:pt x="183756" y="372960"/>
                </a:lnTo>
                <a:lnTo>
                  <a:pt x="182880" y="408432"/>
                </a:lnTo>
                <a:lnTo>
                  <a:pt x="211836" y="394716"/>
                </a:lnTo>
                <a:lnTo>
                  <a:pt x="210502" y="345300"/>
                </a:lnTo>
                <a:lnTo>
                  <a:pt x="210312" y="249936"/>
                </a:lnTo>
                <a:lnTo>
                  <a:pt x="210312" y="246888"/>
                </a:lnTo>
                <a:lnTo>
                  <a:pt x="233756" y="286346"/>
                </a:lnTo>
                <a:lnTo>
                  <a:pt x="265366" y="322516"/>
                </a:lnTo>
                <a:lnTo>
                  <a:pt x="305244" y="355549"/>
                </a:lnTo>
                <a:lnTo>
                  <a:pt x="353568" y="385572"/>
                </a:lnTo>
                <a:lnTo>
                  <a:pt x="358686" y="377342"/>
                </a:lnTo>
                <a:lnTo>
                  <a:pt x="367093" y="371094"/>
                </a:lnTo>
                <a:lnTo>
                  <a:pt x="378637" y="367144"/>
                </a:lnTo>
                <a:lnTo>
                  <a:pt x="393192" y="365760"/>
                </a:lnTo>
                <a:lnTo>
                  <a:pt x="393192" y="358140"/>
                </a:lnTo>
                <a:close/>
              </a:path>
              <a:path w="1729739" h="410210">
                <a:moveTo>
                  <a:pt x="832091" y="70104"/>
                </a:moveTo>
                <a:lnTo>
                  <a:pt x="795515" y="33528"/>
                </a:lnTo>
                <a:lnTo>
                  <a:pt x="769607" y="59436"/>
                </a:lnTo>
                <a:lnTo>
                  <a:pt x="624827" y="59436"/>
                </a:lnTo>
                <a:lnTo>
                  <a:pt x="627875" y="50292"/>
                </a:lnTo>
                <a:lnTo>
                  <a:pt x="630923" y="44196"/>
                </a:lnTo>
                <a:lnTo>
                  <a:pt x="633971" y="36576"/>
                </a:lnTo>
                <a:lnTo>
                  <a:pt x="638543" y="30480"/>
                </a:lnTo>
                <a:lnTo>
                  <a:pt x="644639" y="25908"/>
                </a:lnTo>
                <a:lnTo>
                  <a:pt x="653783" y="21336"/>
                </a:lnTo>
                <a:lnTo>
                  <a:pt x="612635" y="0"/>
                </a:lnTo>
                <a:lnTo>
                  <a:pt x="609777" y="13144"/>
                </a:lnTo>
                <a:lnTo>
                  <a:pt x="605777" y="27432"/>
                </a:lnTo>
                <a:lnTo>
                  <a:pt x="600633" y="42862"/>
                </a:lnTo>
                <a:lnTo>
                  <a:pt x="594347" y="59436"/>
                </a:lnTo>
                <a:lnTo>
                  <a:pt x="449567" y="59436"/>
                </a:lnTo>
                <a:lnTo>
                  <a:pt x="464807" y="73152"/>
                </a:lnTo>
                <a:lnTo>
                  <a:pt x="490715" y="70104"/>
                </a:lnTo>
                <a:lnTo>
                  <a:pt x="591299" y="70104"/>
                </a:lnTo>
                <a:lnTo>
                  <a:pt x="580758" y="92379"/>
                </a:lnTo>
                <a:lnTo>
                  <a:pt x="569772" y="113347"/>
                </a:lnTo>
                <a:lnTo>
                  <a:pt x="558520" y="132905"/>
                </a:lnTo>
                <a:lnTo>
                  <a:pt x="547103" y="150876"/>
                </a:lnTo>
                <a:lnTo>
                  <a:pt x="530339" y="143256"/>
                </a:lnTo>
                <a:lnTo>
                  <a:pt x="531228" y="150380"/>
                </a:lnTo>
                <a:lnTo>
                  <a:pt x="531672" y="157924"/>
                </a:lnTo>
                <a:lnTo>
                  <a:pt x="531787" y="163068"/>
                </a:lnTo>
                <a:lnTo>
                  <a:pt x="531863" y="173736"/>
                </a:lnTo>
                <a:lnTo>
                  <a:pt x="510197" y="203746"/>
                </a:lnTo>
                <a:lnTo>
                  <a:pt x="486524" y="232029"/>
                </a:lnTo>
                <a:lnTo>
                  <a:pt x="461149" y="258610"/>
                </a:lnTo>
                <a:lnTo>
                  <a:pt x="434327" y="283464"/>
                </a:lnTo>
                <a:lnTo>
                  <a:pt x="440423" y="288036"/>
                </a:lnTo>
                <a:lnTo>
                  <a:pt x="467791" y="268351"/>
                </a:lnTo>
                <a:lnTo>
                  <a:pt x="492429" y="248221"/>
                </a:lnTo>
                <a:lnTo>
                  <a:pt x="513943" y="227825"/>
                </a:lnTo>
                <a:lnTo>
                  <a:pt x="531863" y="207264"/>
                </a:lnTo>
                <a:lnTo>
                  <a:pt x="531812" y="288036"/>
                </a:lnTo>
                <a:lnTo>
                  <a:pt x="531672" y="336042"/>
                </a:lnTo>
                <a:lnTo>
                  <a:pt x="531202" y="380796"/>
                </a:lnTo>
                <a:lnTo>
                  <a:pt x="530339" y="409956"/>
                </a:lnTo>
                <a:lnTo>
                  <a:pt x="557771" y="393192"/>
                </a:lnTo>
                <a:lnTo>
                  <a:pt x="556437" y="316230"/>
                </a:lnTo>
                <a:lnTo>
                  <a:pt x="556260" y="207264"/>
                </a:lnTo>
                <a:lnTo>
                  <a:pt x="556247" y="175260"/>
                </a:lnTo>
                <a:lnTo>
                  <a:pt x="572681" y="150876"/>
                </a:lnTo>
                <a:lnTo>
                  <a:pt x="573963" y="148971"/>
                </a:lnTo>
                <a:lnTo>
                  <a:pt x="590537" y="122682"/>
                </a:lnTo>
                <a:lnTo>
                  <a:pt x="605967" y="96393"/>
                </a:lnTo>
                <a:lnTo>
                  <a:pt x="620255" y="70104"/>
                </a:lnTo>
                <a:lnTo>
                  <a:pt x="832091" y="70104"/>
                </a:lnTo>
                <a:close/>
              </a:path>
              <a:path w="1729739" h="410210">
                <a:moveTo>
                  <a:pt x="844283" y="262128"/>
                </a:moveTo>
                <a:lnTo>
                  <a:pt x="812279" y="230124"/>
                </a:lnTo>
                <a:lnTo>
                  <a:pt x="789419" y="251460"/>
                </a:lnTo>
                <a:lnTo>
                  <a:pt x="716267" y="251460"/>
                </a:lnTo>
                <a:lnTo>
                  <a:pt x="716267" y="213360"/>
                </a:lnTo>
                <a:lnTo>
                  <a:pt x="729983" y="202692"/>
                </a:lnTo>
                <a:lnTo>
                  <a:pt x="716267" y="195072"/>
                </a:lnTo>
                <a:lnTo>
                  <a:pt x="749922" y="170218"/>
                </a:lnTo>
                <a:lnTo>
                  <a:pt x="783323" y="150495"/>
                </a:lnTo>
                <a:lnTo>
                  <a:pt x="806183" y="144780"/>
                </a:lnTo>
                <a:lnTo>
                  <a:pt x="800925" y="138684"/>
                </a:lnTo>
                <a:lnTo>
                  <a:pt x="777227" y="111252"/>
                </a:lnTo>
                <a:lnTo>
                  <a:pt x="760463" y="128016"/>
                </a:lnTo>
                <a:lnTo>
                  <a:pt x="594347" y="128016"/>
                </a:lnTo>
                <a:lnTo>
                  <a:pt x="608063" y="143256"/>
                </a:lnTo>
                <a:lnTo>
                  <a:pt x="632447" y="138684"/>
                </a:lnTo>
                <a:lnTo>
                  <a:pt x="757415" y="138684"/>
                </a:lnTo>
                <a:lnTo>
                  <a:pt x="708647" y="188976"/>
                </a:lnTo>
                <a:lnTo>
                  <a:pt x="690359" y="179832"/>
                </a:lnTo>
                <a:lnTo>
                  <a:pt x="691248" y="194678"/>
                </a:lnTo>
                <a:lnTo>
                  <a:pt x="691692" y="211645"/>
                </a:lnTo>
                <a:lnTo>
                  <a:pt x="691845" y="227825"/>
                </a:lnTo>
                <a:lnTo>
                  <a:pt x="691883" y="251460"/>
                </a:lnTo>
                <a:lnTo>
                  <a:pt x="576059" y="251460"/>
                </a:lnTo>
                <a:lnTo>
                  <a:pt x="589775" y="266700"/>
                </a:lnTo>
                <a:lnTo>
                  <a:pt x="615683" y="262128"/>
                </a:lnTo>
                <a:lnTo>
                  <a:pt x="691883" y="262128"/>
                </a:lnTo>
                <a:lnTo>
                  <a:pt x="691883" y="361188"/>
                </a:lnTo>
                <a:lnTo>
                  <a:pt x="687311" y="368808"/>
                </a:lnTo>
                <a:lnTo>
                  <a:pt x="678167" y="368808"/>
                </a:lnTo>
                <a:lnTo>
                  <a:pt x="670788" y="368554"/>
                </a:lnTo>
                <a:lnTo>
                  <a:pt x="630923" y="365760"/>
                </a:lnTo>
                <a:lnTo>
                  <a:pt x="630923" y="373380"/>
                </a:lnTo>
                <a:lnTo>
                  <a:pt x="651840" y="380796"/>
                </a:lnTo>
                <a:lnTo>
                  <a:pt x="666737" y="389191"/>
                </a:lnTo>
                <a:lnTo>
                  <a:pt x="675932" y="398462"/>
                </a:lnTo>
                <a:lnTo>
                  <a:pt x="679691" y="408432"/>
                </a:lnTo>
                <a:lnTo>
                  <a:pt x="695693" y="400100"/>
                </a:lnTo>
                <a:lnTo>
                  <a:pt x="707123" y="390906"/>
                </a:lnTo>
                <a:lnTo>
                  <a:pt x="713981" y="380580"/>
                </a:lnTo>
                <a:lnTo>
                  <a:pt x="716267" y="368808"/>
                </a:lnTo>
                <a:lnTo>
                  <a:pt x="716267" y="262128"/>
                </a:lnTo>
                <a:lnTo>
                  <a:pt x="844283" y="262128"/>
                </a:lnTo>
                <a:close/>
              </a:path>
              <a:path w="1729739" h="410210">
                <a:moveTo>
                  <a:pt x="1274064" y="88392"/>
                </a:moveTo>
                <a:lnTo>
                  <a:pt x="1237488" y="51816"/>
                </a:lnTo>
                <a:lnTo>
                  <a:pt x="1211580" y="77724"/>
                </a:lnTo>
                <a:lnTo>
                  <a:pt x="1059180" y="77724"/>
                </a:lnTo>
                <a:lnTo>
                  <a:pt x="1065695" y="63487"/>
                </a:lnTo>
                <a:lnTo>
                  <a:pt x="1071372" y="50673"/>
                </a:lnTo>
                <a:lnTo>
                  <a:pt x="1075893" y="39585"/>
                </a:lnTo>
                <a:lnTo>
                  <a:pt x="1078992" y="30480"/>
                </a:lnTo>
                <a:lnTo>
                  <a:pt x="1097280" y="21336"/>
                </a:lnTo>
                <a:lnTo>
                  <a:pt x="1056132" y="0"/>
                </a:lnTo>
                <a:lnTo>
                  <a:pt x="1052957" y="16865"/>
                </a:lnTo>
                <a:lnTo>
                  <a:pt x="1047940" y="35433"/>
                </a:lnTo>
                <a:lnTo>
                  <a:pt x="1040904" y="55727"/>
                </a:lnTo>
                <a:lnTo>
                  <a:pt x="1031748" y="77724"/>
                </a:lnTo>
                <a:lnTo>
                  <a:pt x="894588" y="77724"/>
                </a:lnTo>
                <a:lnTo>
                  <a:pt x="911352" y="94488"/>
                </a:lnTo>
                <a:lnTo>
                  <a:pt x="920775" y="91617"/>
                </a:lnTo>
                <a:lnTo>
                  <a:pt x="930783" y="89725"/>
                </a:lnTo>
                <a:lnTo>
                  <a:pt x="941349" y="88709"/>
                </a:lnTo>
                <a:lnTo>
                  <a:pt x="952500" y="88392"/>
                </a:lnTo>
                <a:lnTo>
                  <a:pt x="1028700" y="88392"/>
                </a:lnTo>
                <a:lnTo>
                  <a:pt x="1014742" y="114681"/>
                </a:lnTo>
                <a:lnTo>
                  <a:pt x="1000506" y="138684"/>
                </a:lnTo>
                <a:lnTo>
                  <a:pt x="986256" y="160401"/>
                </a:lnTo>
                <a:lnTo>
                  <a:pt x="972312" y="179832"/>
                </a:lnTo>
                <a:lnTo>
                  <a:pt x="954024" y="172212"/>
                </a:lnTo>
                <a:lnTo>
                  <a:pt x="954874" y="181356"/>
                </a:lnTo>
                <a:lnTo>
                  <a:pt x="955357" y="189166"/>
                </a:lnTo>
                <a:lnTo>
                  <a:pt x="955522" y="194716"/>
                </a:lnTo>
                <a:lnTo>
                  <a:pt x="955548" y="198120"/>
                </a:lnTo>
                <a:lnTo>
                  <a:pt x="942136" y="214960"/>
                </a:lnTo>
                <a:lnTo>
                  <a:pt x="924877" y="233362"/>
                </a:lnTo>
                <a:lnTo>
                  <a:pt x="903897" y="253199"/>
                </a:lnTo>
                <a:lnTo>
                  <a:pt x="879348" y="274320"/>
                </a:lnTo>
                <a:lnTo>
                  <a:pt x="882396" y="280416"/>
                </a:lnTo>
                <a:lnTo>
                  <a:pt x="900696" y="269011"/>
                </a:lnTo>
                <a:lnTo>
                  <a:pt x="919162" y="255460"/>
                </a:lnTo>
                <a:lnTo>
                  <a:pt x="937895" y="239915"/>
                </a:lnTo>
                <a:lnTo>
                  <a:pt x="957072" y="222504"/>
                </a:lnTo>
                <a:lnTo>
                  <a:pt x="957008" y="368808"/>
                </a:lnTo>
                <a:lnTo>
                  <a:pt x="956881" y="379095"/>
                </a:lnTo>
                <a:lnTo>
                  <a:pt x="956437" y="391668"/>
                </a:lnTo>
                <a:lnTo>
                  <a:pt x="955548" y="405384"/>
                </a:lnTo>
                <a:lnTo>
                  <a:pt x="981456" y="391668"/>
                </a:lnTo>
                <a:lnTo>
                  <a:pt x="981456" y="222504"/>
                </a:lnTo>
                <a:lnTo>
                  <a:pt x="981456" y="198120"/>
                </a:lnTo>
                <a:lnTo>
                  <a:pt x="997051" y="179832"/>
                </a:lnTo>
                <a:lnTo>
                  <a:pt x="999744" y="176695"/>
                </a:lnTo>
                <a:lnTo>
                  <a:pt x="1018032" y="151257"/>
                </a:lnTo>
                <a:lnTo>
                  <a:pt x="1036320" y="121831"/>
                </a:lnTo>
                <a:lnTo>
                  <a:pt x="1054608" y="88392"/>
                </a:lnTo>
                <a:lnTo>
                  <a:pt x="1274064" y="88392"/>
                </a:lnTo>
                <a:close/>
              </a:path>
              <a:path w="1729739" h="410210">
                <a:moveTo>
                  <a:pt x="1284732" y="362712"/>
                </a:moveTo>
                <a:lnTo>
                  <a:pt x="1249680" y="329184"/>
                </a:lnTo>
                <a:lnTo>
                  <a:pt x="1225296" y="353568"/>
                </a:lnTo>
                <a:lnTo>
                  <a:pt x="1138428" y="353568"/>
                </a:lnTo>
                <a:lnTo>
                  <a:pt x="1138428" y="213360"/>
                </a:lnTo>
                <a:lnTo>
                  <a:pt x="1260348" y="213360"/>
                </a:lnTo>
                <a:lnTo>
                  <a:pt x="1226820" y="181356"/>
                </a:lnTo>
                <a:lnTo>
                  <a:pt x="1203960" y="202692"/>
                </a:lnTo>
                <a:lnTo>
                  <a:pt x="1138428" y="202692"/>
                </a:lnTo>
                <a:lnTo>
                  <a:pt x="1138428" y="132588"/>
                </a:lnTo>
                <a:lnTo>
                  <a:pt x="1152144" y="120396"/>
                </a:lnTo>
                <a:lnTo>
                  <a:pt x="1112520" y="102108"/>
                </a:lnTo>
                <a:lnTo>
                  <a:pt x="1113396" y="116954"/>
                </a:lnTo>
                <a:lnTo>
                  <a:pt x="1113853" y="129349"/>
                </a:lnTo>
                <a:lnTo>
                  <a:pt x="1114018" y="139192"/>
                </a:lnTo>
                <a:lnTo>
                  <a:pt x="1114044" y="202692"/>
                </a:lnTo>
                <a:lnTo>
                  <a:pt x="1013460" y="202692"/>
                </a:lnTo>
                <a:lnTo>
                  <a:pt x="1028700" y="219456"/>
                </a:lnTo>
                <a:lnTo>
                  <a:pt x="1038999" y="216585"/>
                </a:lnTo>
                <a:lnTo>
                  <a:pt x="1049464" y="214693"/>
                </a:lnTo>
                <a:lnTo>
                  <a:pt x="1060196" y="213677"/>
                </a:lnTo>
                <a:lnTo>
                  <a:pt x="1071372" y="213360"/>
                </a:lnTo>
                <a:lnTo>
                  <a:pt x="1114044" y="213360"/>
                </a:lnTo>
                <a:lnTo>
                  <a:pt x="1114044" y="353568"/>
                </a:lnTo>
                <a:lnTo>
                  <a:pt x="990600" y="353568"/>
                </a:lnTo>
                <a:lnTo>
                  <a:pt x="1005840" y="368808"/>
                </a:lnTo>
                <a:lnTo>
                  <a:pt x="1016139" y="366572"/>
                </a:lnTo>
                <a:lnTo>
                  <a:pt x="1026604" y="364617"/>
                </a:lnTo>
                <a:lnTo>
                  <a:pt x="1037336" y="363245"/>
                </a:lnTo>
                <a:lnTo>
                  <a:pt x="1048512" y="362712"/>
                </a:lnTo>
                <a:lnTo>
                  <a:pt x="1284732" y="362712"/>
                </a:lnTo>
                <a:close/>
              </a:path>
              <a:path w="1729739" h="410210">
                <a:moveTo>
                  <a:pt x="1499616" y="143256"/>
                </a:moveTo>
                <a:lnTo>
                  <a:pt x="1470660" y="111252"/>
                </a:lnTo>
                <a:lnTo>
                  <a:pt x="1449324" y="132588"/>
                </a:lnTo>
                <a:lnTo>
                  <a:pt x="1435608" y="132588"/>
                </a:lnTo>
                <a:lnTo>
                  <a:pt x="1435608" y="53340"/>
                </a:lnTo>
                <a:lnTo>
                  <a:pt x="1435608" y="50292"/>
                </a:lnTo>
                <a:lnTo>
                  <a:pt x="1453896" y="46278"/>
                </a:lnTo>
                <a:lnTo>
                  <a:pt x="1469898" y="43243"/>
                </a:lnTo>
                <a:lnTo>
                  <a:pt x="1483614" y="41084"/>
                </a:lnTo>
                <a:lnTo>
                  <a:pt x="1495044" y="39624"/>
                </a:lnTo>
                <a:lnTo>
                  <a:pt x="1469136" y="12192"/>
                </a:lnTo>
                <a:lnTo>
                  <a:pt x="1427124" y="34480"/>
                </a:lnTo>
                <a:lnTo>
                  <a:pt x="1373314" y="49911"/>
                </a:lnTo>
                <a:lnTo>
                  <a:pt x="1338072" y="57912"/>
                </a:lnTo>
                <a:lnTo>
                  <a:pt x="1339596" y="64008"/>
                </a:lnTo>
                <a:lnTo>
                  <a:pt x="1375600" y="59245"/>
                </a:lnTo>
                <a:lnTo>
                  <a:pt x="1393812" y="56515"/>
                </a:lnTo>
                <a:lnTo>
                  <a:pt x="1412748" y="53340"/>
                </a:lnTo>
                <a:lnTo>
                  <a:pt x="1412748" y="132588"/>
                </a:lnTo>
                <a:lnTo>
                  <a:pt x="1331976" y="132588"/>
                </a:lnTo>
                <a:lnTo>
                  <a:pt x="1347216" y="147828"/>
                </a:lnTo>
                <a:lnTo>
                  <a:pt x="1356639" y="145834"/>
                </a:lnTo>
                <a:lnTo>
                  <a:pt x="1366647" y="144399"/>
                </a:lnTo>
                <a:lnTo>
                  <a:pt x="1377213" y="143548"/>
                </a:lnTo>
                <a:lnTo>
                  <a:pt x="1388364" y="143256"/>
                </a:lnTo>
                <a:lnTo>
                  <a:pt x="1411224" y="143256"/>
                </a:lnTo>
                <a:lnTo>
                  <a:pt x="1398270" y="185737"/>
                </a:lnTo>
                <a:lnTo>
                  <a:pt x="1380744" y="231648"/>
                </a:lnTo>
                <a:lnTo>
                  <a:pt x="1357503" y="278130"/>
                </a:lnTo>
                <a:lnTo>
                  <a:pt x="1327404" y="324612"/>
                </a:lnTo>
                <a:lnTo>
                  <a:pt x="1333500" y="329184"/>
                </a:lnTo>
                <a:lnTo>
                  <a:pt x="1357236" y="302895"/>
                </a:lnTo>
                <a:lnTo>
                  <a:pt x="1378267" y="274320"/>
                </a:lnTo>
                <a:lnTo>
                  <a:pt x="1396720" y="243459"/>
                </a:lnTo>
                <a:lnTo>
                  <a:pt x="1412748" y="210312"/>
                </a:lnTo>
                <a:lnTo>
                  <a:pt x="1412621" y="308038"/>
                </a:lnTo>
                <a:lnTo>
                  <a:pt x="1412494" y="335280"/>
                </a:lnTo>
                <a:lnTo>
                  <a:pt x="1412100" y="374269"/>
                </a:lnTo>
                <a:lnTo>
                  <a:pt x="1411224" y="409956"/>
                </a:lnTo>
                <a:lnTo>
                  <a:pt x="1437132" y="396240"/>
                </a:lnTo>
                <a:lnTo>
                  <a:pt x="1435849" y="331851"/>
                </a:lnTo>
                <a:lnTo>
                  <a:pt x="1435608" y="210312"/>
                </a:lnTo>
                <a:lnTo>
                  <a:pt x="1435608" y="187452"/>
                </a:lnTo>
                <a:lnTo>
                  <a:pt x="1459179" y="222821"/>
                </a:lnTo>
                <a:lnTo>
                  <a:pt x="1469136" y="248412"/>
                </a:lnTo>
                <a:lnTo>
                  <a:pt x="1473708" y="254508"/>
                </a:lnTo>
                <a:lnTo>
                  <a:pt x="1479804" y="254508"/>
                </a:lnTo>
                <a:lnTo>
                  <a:pt x="1482852" y="249936"/>
                </a:lnTo>
                <a:lnTo>
                  <a:pt x="1485900" y="243840"/>
                </a:lnTo>
                <a:lnTo>
                  <a:pt x="1488948" y="231648"/>
                </a:lnTo>
                <a:lnTo>
                  <a:pt x="1488948" y="225552"/>
                </a:lnTo>
                <a:lnTo>
                  <a:pt x="1465389" y="194576"/>
                </a:lnTo>
                <a:lnTo>
                  <a:pt x="1454759" y="187452"/>
                </a:lnTo>
                <a:lnTo>
                  <a:pt x="1446479" y="182524"/>
                </a:lnTo>
                <a:lnTo>
                  <a:pt x="1435608" y="176784"/>
                </a:lnTo>
                <a:lnTo>
                  <a:pt x="1435608" y="143256"/>
                </a:lnTo>
                <a:lnTo>
                  <a:pt x="1499616" y="143256"/>
                </a:lnTo>
                <a:close/>
              </a:path>
              <a:path w="1729739" h="410210">
                <a:moveTo>
                  <a:pt x="1504188" y="298704"/>
                </a:moveTo>
                <a:lnTo>
                  <a:pt x="1496568" y="298704"/>
                </a:lnTo>
                <a:lnTo>
                  <a:pt x="1491703" y="315569"/>
                </a:lnTo>
                <a:lnTo>
                  <a:pt x="1486281" y="329565"/>
                </a:lnTo>
                <a:lnTo>
                  <a:pt x="1480273" y="340715"/>
                </a:lnTo>
                <a:lnTo>
                  <a:pt x="1473708" y="348996"/>
                </a:lnTo>
                <a:lnTo>
                  <a:pt x="1467612" y="356616"/>
                </a:lnTo>
                <a:lnTo>
                  <a:pt x="1463040" y="361188"/>
                </a:lnTo>
                <a:lnTo>
                  <a:pt x="1463040" y="367284"/>
                </a:lnTo>
                <a:lnTo>
                  <a:pt x="1464564" y="368808"/>
                </a:lnTo>
                <a:lnTo>
                  <a:pt x="1467612" y="370332"/>
                </a:lnTo>
                <a:lnTo>
                  <a:pt x="1469136" y="371856"/>
                </a:lnTo>
                <a:lnTo>
                  <a:pt x="1485900" y="371856"/>
                </a:lnTo>
                <a:lnTo>
                  <a:pt x="1495044" y="368808"/>
                </a:lnTo>
                <a:lnTo>
                  <a:pt x="1499616" y="362712"/>
                </a:lnTo>
                <a:lnTo>
                  <a:pt x="1501140" y="353568"/>
                </a:lnTo>
                <a:lnTo>
                  <a:pt x="1502892" y="344144"/>
                </a:lnTo>
                <a:lnTo>
                  <a:pt x="1503768" y="332232"/>
                </a:lnTo>
                <a:lnTo>
                  <a:pt x="1503845" y="329565"/>
                </a:lnTo>
                <a:lnTo>
                  <a:pt x="1504061" y="320040"/>
                </a:lnTo>
                <a:lnTo>
                  <a:pt x="1504188" y="298704"/>
                </a:lnTo>
                <a:close/>
              </a:path>
              <a:path w="1729739" h="410210">
                <a:moveTo>
                  <a:pt x="1621536" y="295656"/>
                </a:moveTo>
                <a:lnTo>
                  <a:pt x="1590598" y="264210"/>
                </a:lnTo>
                <a:lnTo>
                  <a:pt x="1574292" y="254508"/>
                </a:lnTo>
                <a:lnTo>
                  <a:pt x="1571244" y="257556"/>
                </a:lnTo>
                <a:lnTo>
                  <a:pt x="1580667" y="271843"/>
                </a:lnTo>
                <a:lnTo>
                  <a:pt x="1588389" y="284988"/>
                </a:lnTo>
                <a:lnTo>
                  <a:pt x="1594383" y="296989"/>
                </a:lnTo>
                <a:lnTo>
                  <a:pt x="1598676" y="307848"/>
                </a:lnTo>
                <a:lnTo>
                  <a:pt x="1601724" y="316992"/>
                </a:lnTo>
                <a:lnTo>
                  <a:pt x="1604772" y="321564"/>
                </a:lnTo>
                <a:lnTo>
                  <a:pt x="1609344" y="321564"/>
                </a:lnTo>
                <a:lnTo>
                  <a:pt x="1610868" y="318516"/>
                </a:lnTo>
                <a:lnTo>
                  <a:pt x="1615440" y="312420"/>
                </a:lnTo>
                <a:lnTo>
                  <a:pt x="1620012" y="307848"/>
                </a:lnTo>
                <a:lnTo>
                  <a:pt x="1621536" y="301752"/>
                </a:lnTo>
                <a:lnTo>
                  <a:pt x="1621536" y="295656"/>
                </a:lnTo>
                <a:close/>
              </a:path>
              <a:path w="1729739" h="410210">
                <a:moveTo>
                  <a:pt x="1682496" y="368808"/>
                </a:moveTo>
                <a:lnTo>
                  <a:pt x="1664398" y="332232"/>
                </a:lnTo>
                <a:lnTo>
                  <a:pt x="1664208" y="310896"/>
                </a:lnTo>
                <a:lnTo>
                  <a:pt x="1656588" y="310896"/>
                </a:lnTo>
                <a:lnTo>
                  <a:pt x="1652016" y="348996"/>
                </a:lnTo>
                <a:lnTo>
                  <a:pt x="1633728" y="371856"/>
                </a:lnTo>
                <a:lnTo>
                  <a:pt x="1584960" y="371856"/>
                </a:lnTo>
                <a:lnTo>
                  <a:pt x="1573834" y="371309"/>
                </a:lnTo>
                <a:lnTo>
                  <a:pt x="1565719" y="367474"/>
                </a:lnTo>
                <a:lnTo>
                  <a:pt x="1560741" y="360502"/>
                </a:lnTo>
                <a:lnTo>
                  <a:pt x="1559052" y="350520"/>
                </a:lnTo>
                <a:lnTo>
                  <a:pt x="1559052" y="309372"/>
                </a:lnTo>
                <a:lnTo>
                  <a:pt x="1571244" y="298704"/>
                </a:lnTo>
                <a:lnTo>
                  <a:pt x="1534668" y="283464"/>
                </a:lnTo>
                <a:lnTo>
                  <a:pt x="1535544" y="301180"/>
                </a:lnTo>
                <a:lnTo>
                  <a:pt x="1535925" y="316992"/>
                </a:lnTo>
                <a:lnTo>
                  <a:pt x="1536052" y="326136"/>
                </a:lnTo>
                <a:lnTo>
                  <a:pt x="1536166" y="348996"/>
                </a:lnTo>
                <a:lnTo>
                  <a:pt x="1536268" y="361759"/>
                </a:lnTo>
                <a:lnTo>
                  <a:pt x="1538160" y="374103"/>
                </a:lnTo>
                <a:lnTo>
                  <a:pt x="1544002" y="383286"/>
                </a:lnTo>
                <a:lnTo>
                  <a:pt x="1553540" y="389051"/>
                </a:lnTo>
                <a:lnTo>
                  <a:pt x="1566672" y="391668"/>
                </a:lnTo>
                <a:lnTo>
                  <a:pt x="1641348" y="391668"/>
                </a:lnTo>
                <a:lnTo>
                  <a:pt x="1655267" y="391096"/>
                </a:lnTo>
                <a:lnTo>
                  <a:pt x="1667065" y="387096"/>
                </a:lnTo>
                <a:lnTo>
                  <a:pt x="1676273" y="379666"/>
                </a:lnTo>
                <a:lnTo>
                  <a:pt x="1680743" y="371856"/>
                </a:lnTo>
                <a:lnTo>
                  <a:pt x="1682496" y="368808"/>
                </a:lnTo>
                <a:close/>
              </a:path>
              <a:path w="1729739" h="410210">
                <a:moveTo>
                  <a:pt x="1711452" y="134112"/>
                </a:moveTo>
                <a:lnTo>
                  <a:pt x="1684020" y="112776"/>
                </a:lnTo>
                <a:lnTo>
                  <a:pt x="1671828" y="131064"/>
                </a:lnTo>
                <a:lnTo>
                  <a:pt x="1607820" y="131064"/>
                </a:lnTo>
                <a:lnTo>
                  <a:pt x="1637817" y="92494"/>
                </a:lnTo>
                <a:lnTo>
                  <a:pt x="1671828" y="67056"/>
                </a:lnTo>
                <a:lnTo>
                  <a:pt x="1663750" y="59436"/>
                </a:lnTo>
                <a:lnTo>
                  <a:pt x="1644396" y="41148"/>
                </a:lnTo>
                <a:lnTo>
                  <a:pt x="1629156" y="59436"/>
                </a:lnTo>
                <a:lnTo>
                  <a:pt x="1560576" y="59436"/>
                </a:lnTo>
                <a:lnTo>
                  <a:pt x="1570329" y="46913"/>
                </a:lnTo>
                <a:lnTo>
                  <a:pt x="1579245" y="36957"/>
                </a:lnTo>
                <a:lnTo>
                  <a:pt x="1587576" y="29870"/>
                </a:lnTo>
                <a:lnTo>
                  <a:pt x="1595628" y="25908"/>
                </a:lnTo>
                <a:lnTo>
                  <a:pt x="1562100" y="4572"/>
                </a:lnTo>
                <a:lnTo>
                  <a:pt x="1543240" y="49796"/>
                </a:lnTo>
                <a:lnTo>
                  <a:pt x="1515618" y="95250"/>
                </a:lnTo>
                <a:lnTo>
                  <a:pt x="1496568" y="120396"/>
                </a:lnTo>
                <a:lnTo>
                  <a:pt x="1501140" y="123444"/>
                </a:lnTo>
                <a:lnTo>
                  <a:pt x="1515491" y="111467"/>
                </a:lnTo>
                <a:lnTo>
                  <a:pt x="1529143" y="98488"/>
                </a:lnTo>
                <a:lnTo>
                  <a:pt x="1542491" y="84658"/>
                </a:lnTo>
                <a:lnTo>
                  <a:pt x="1556004" y="70104"/>
                </a:lnTo>
                <a:lnTo>
                  <a:pt x="1630680" y="70104"/>
                </a:lnTo>
                <a:lnTo>
                  <a:pt x="1597152" y="131064"/>
                </a:lnTo>
                <a:lnTo>
                  <a:pt x="1501140" y="131064"/>
                </a:lnTo>
                <a:lnTo>
                  <a:pt x="1517904" y="146304"/>
                </a:lnTo>
                <a:lnTo>
                  <a:pt x="1527327" y="144068"/>
                </a:lnTo>
                <a:lnTo>
                  <a:pt x="1537335" y="142113"/>
                </a:lnTo>
                <a:lnTo>
                  <a:pt x="1547901" y="140741"/>
                </a:lnTo>
                <a:lnTo>
                  <a:pt x="1559052" y="140208"/>
                </a:lnTo>
                <a:lnTo>
                  <a:pt x="1676400" y="140208"/>
                </a:lnTo>
                <a:lnTo>
                  <a:pt x="1676400" y="182880"/>
                </a:lnTo>
                <a:lnTo>
                  <a:pt x="1519428" y="182880"/>
                </a:lnTo>
                <a:lnTo>
                  <a:pt x="1534668" y="198120"/>
                </a:lnTo>
                <a:lnTo>
                  <a:pt x="1544307" y="196126"/>
                </a:lnTo>
                <a:lnTo>
                  <a:pt x="1554670" y="194691"/>
                </a:lnTo>
                <a:lnTo>
                  <a:pt x="1565313" y="193840"/>
                </a:lnTo>
                <a:lnTo>
                  <a:pt x="1575816" y="193548"/>
                </a:lnTo>
                <a:lnTo>
                  <a:pt x="1676400" y="193548"/>
                </a:lnTo>
                <a:lnTo>
                  <a:pt x="1676400" y="233172"/>
                </a:lnTo>
                <a:lnTo>
                  <a:pt x="1501140" y="233172"/>
                </a:lnTo>
                <a:lnTo>
                  <a:pt x="1517904" y="248412"/>
                </a:lnTo>
                <a:lnTo>
                  <a:pt x="1527327" y="246418"/>
                </a:lnTo>
                <a:lnTo>
                  <a:pt x="1537335" y="244983"/>
                </a:lnTo>
                <a:lnTo>
                  <a:pt x="1547901" y="244132"/>
                </a:lnTo>
                <a:lnTo>
                  <a:pt x="1559052" y="243840"/>
                </a:lnTo>
                <a:lnTo>
                  <a:pt x="1676400" y="243840"/>
                </a:lnTo>
                <a:lnTo>
                  <a:pt x="1676400" y="266700"/>
                </a:lnTo>
                <a:lnTo>
                  <a:pt x="1699260" y="256032"/>
                </a:lnTo>
                <a:lnTo>
                  <a:pt x="1699056" y="243840"/>
                </a:lnTo>
                <a:lnTo>
                  <a:pt x="1699018" y="241465"/>
                </a:lnTo>
                <a:lnTo>
                  <a:pt x="1698523" y="219608"/>
                </a:lnTo>
                <a:lnTo>
                  <a:pt x="1698078" y="193548"/>
                </a:lnTo>
                <a:lnTo>
                  <a:pt x="1698002" y="188404"/>
                </a:lnTo>
                <a:lnTo>
                  <a:pt x="1697951" y="182880"/>
                </a:lnTo>
                <a:lnTo>
                  <a:pt x="1697736" y="146304"/>
                </a:lnTo>
                <a:lnTo>
                  <a:pt x="1704594" y="140208"/>
                </a:lnTo>
                <a:lnTo>
                  <a:pt x="1711452" y="134112"/>
                </a:lnTo>
                <a:close/>
              </a:path>
              <a:path w="1729739" h="410210">
                <a:moveTo>
                  <a:pt x="1729740" y="345948"/>
                </a:moveTo>
                <a:lnTo>
                  <a:pt x="1728851" y="340004"/>
                </a:lnTo>
                <a:lnTo>
                  <a:pt x="1726120" y="333756"/>
                </a:lnTo>
                <a:lnTo>
                  <a:pt x="1721370" y="327520"/>
                </a:lnTo>
                <a:lnTo>
                  <a:pt x="1714500" y="321564"/>
                </a:lnTo>
                <a:lnTo>
                  <a:pt x="1706829" y="314731"/>
                </a:lnTo>
                <a:lnTo>
                  <a:pt x="1697736" y="308038"/>
                </a:lnTo>
                <a:lnTo>
                  <a:pt x="1687487" y="301637"/>
                </a:lnTo>
                <a:lnTo>
                  <a:pt x="1676400" y="295656"/>
                </a:lnTo>
                <a:lnTo>
                  <a:pt x="1671828" y="298704"/>
                </a:lnTo>
                <a:lnTo>
                  <a:pt x="1680133" y="309562"/>
                </a:lnTo>
                <a:lnTo>
                  <a:pt x="1686877" y="319278"/>
                </a:lnTo>
                <a:lnTo>
                  <a:pt x="1705851" y="355854"/>
                </a:lnTo>
                <a:lnTo>
                  <a:pt x="1708404" y="362712"/>
                </a:lnTo>
                <a:lnTo>
                  <a:pt x="1712976" y="371856"/>
                </a:lnTo>
                <a:lnTo>
                  <a:pt x="1717548" y="371856"/>
                </a:lnTo>
                <a:lnTo>
                  <a:pt x="1719072" y="368808"/>
                </a:lnTo>
                <a:lnTo>
                  <a:pt x="1728216" y="356616"/>
                </a:lnTo>
                <a:lnTo>
                  <a:pt x="1729740" y="350520"/>
                </a:lnTo>
                <a:lnTo>
                  <a:pt x="1729740" y="34594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" name="object 45"/>
          <p:cNvSpPr/>
          <p:nvPr/>
        </p:nvSpPr>
        <p:spPr>
          <a:xfrm>
            <a:off x="4358639" y="5471160"/>
            <a:ext cx="387350" cy="405765"/>
          </a:xfrm>
          <a:custGeom>
            <a:avLst/>
            <a:gdLst/>
            <a:ahLst/>
            <a:cxnLst/>
            <a:rect l="l" t="t" r="r" b="b"/>
            <a:pathLst>
              <a:path w="387350" h="405764">
                <a:moveTo>
                  <a:pt x="199644" y="71628"/>
                </a:moveTo>
                <a:lnTo>
                  <a:pt x="193548" y="71628"/>
                </a:lnTo>
                <a:lnTo>
                  <a:pt x="190500" y="67056"/>
                </a:lnTo>
                <a:lnTo>
                  <a:pt x="188976" y="56388"/>
                </a:lnTo>
                <a:lnTo>
                  <a:pt x="185547" y="44648"/>
                </a:lnTo>
                <a:lnTo>
                  <a:pt x="179832" y="32194"/>
                </a:lnTo>
                <a:lnTo>
                  <a:pt x="171831" y="18883"/>
                </a:lnTo>
                <a:lnTo>
                  <a:pt x="161544" y="4572"/>
                </a:lnTo>
                <a:lnTo>
                  <a:pt x="164592" y="0"/>
                </a:lnTo>
                <a:lnTo>
                  <a:pt x="201239" y="22288"/>
                </a:lnTo>
                <a:lnTo>
                  <a:pt x="214884" y="39624"/>
                </a:lnTo>
                <a:lnTo>
                  <a:pt x="214884" y="51816"/>
                </a:lnTo>
                <a:lnTo>
                  <a:pt x="213360" y="56388"/>
                </a:lnTo>
                <a:lnTo>
                  <a:pt x="207264" y="62484"/>
                </a:lnTo>
                <a:lnTo>
                  <a:pt x="202692" y="68580"/>
                </a:lnTo>
                <a:lnTo>
                  <a:pt x="199644" y="71628"/>
                </a:lnTo>
                <a:close/>
              </a:path>
              <a:path w="387350" h="405764">
                <a:moveTo>
                  <a:pt x="36576" y="140208"/>
                </a:moveTo>
                <a:lnTo>
                  <a:pt x="28956" y="140208"/>
                </a:lnTo>
                <a:lnTo>
                  <a:pt x="24384" y="138684"/>
                </a:lnTo>
                <a:lnTo>
                  <a:pt x="15240" y="132588"/>
                </a:lnTo>
                <a:lnTo>
                  <a:pt x="13716" y="129540"/>
                </a:lnTo>
                <a:lnTo>
                  <a:pt x="13716" y="124968"/>
                </a:lnTo>
                <a:lnTo>
                  <a:pt x="18288" y="117348"/>
                </a:lnTo>
                <a:lnTo>
                  <a:pt x="27432" y="109728"/>
                </a:lnTo>
                <a:lnTo>
                  <a:pt x="35742" y="100298"/>
                </a:lnTo>
                <a:lnTo>
                  <a:pt x="42481" y="88011"/>
                </a:lnTo>
                <a:lnTo>
                  <a:pt x="47791" y="72866"/>
                </a:lnTo>
                <a:lnTo>
                  <a:pt x="51816" y="54864"/>
                </a:lnTo>
                <a:lnTo>
                  <a:pt x="59436" y="54864"/>
                </a:lnTo>
                <a:lnTo>
                  <a:pt x="59436" y="76200"/>
                </a:lnTo>
                <a:lnTo>
                  <a:pt x="366422" y="76200"/>
                </a:lnTo>
                <a:lnTo>
                  <a:pt x="375699" y="86868"/>
                </a:lnTo>
                <a:lnTo>
                  <a:pt x="59436" y="86868"/>
                </a:lnTo>
                <a:lnTo>
                  <a:pt x="58840" y="105179"/>
                </a:lnTo>
                <a:lnTo>
                  <a:pt x="56959" y="119062"/>
                </a:lnTo>
                <a:lnTo>
                  <a:pt x="53649" y="128658"/>
                </a:lnTo>
                <a:lnTo>
                  <a:pt x="48768" y="134112"/>
                </a:lnTo>
                <a:lnTo>
                  <a:pt x="36576" y="140208"/>
                </a:lnTo>
                <a:close/>
              </a:path>
              <a:path w="387350" h="405764">
                <a:moveTo>
                  <a:pt x="366422" y="76200"/>
                </a:moveTo>
                <a:lnTo>
                  <a:pt x="332232" y="76200"/>
                </a:lnTo>
                <a:lnTo>
                  <a:pt x="350520" y="57912"/>
                </a:lnTo>
                <a:lnTo>
                  <a:pt x="366422" y="76200"/>
                </a:lnTo>
                <a:close/>
              </a:path>
              <a:path w="387350" h="405764">
                <a:moveTo>
                  <a:pt x="318516" y="134112"/>
                </a:moveTo>
                <a:lnTo>
                  <a:pt x="312420" y="131064"/>
                </a:lnTo>
                <a:lnTo>
                  <a:pt x="335280" y="86868"/>
                </a:lnTo>
                <a:lnTo>
                  <a:pt x="375699" y="86868"/>
                </a:lnTo>
                <a:lnTo>
                  <a:pt x="381000" y="92964"/>
                </a:lnTo>
                <a:lnTo>
                  <a:pt x="367807" y="95535"/>
                </a:lnTo>
                <a:lnTo>
                  <a:pt x="353187" y="103251"/>
                </a:lnTo>
                <a:lnTo>
                  <a:pt x="336851" y="116109"/>
                </a:lnTo>
                <a:lnTo>
                  <a:pt x="318516" y="134112"/>
                </a:lnTo>
                <a:close/>
              </a:path>
              <a:path w="387350" h="405764">
                <a:moveTo>
                  <a:pt x="42672" y="176784"/>
                </a:moveTo>
                <a:lnTo>
                  <a:pt x="27432" y="160020"/>
                </a:lnTo>
                <a:lnTo>
                  <a:pt x="298704" y="160020"/>
                </a:lnTo>
                <a:lnTo>
                  <a:pt x="323088" y="135636"/>
                </a:lnTo>
                <a:lnTo>
                  <a:pt x="358140" y="170688"/>
                </a:lnTo>
                <a:lnTo>
                  <a:pt x="85344" y="170688"/>
                </a:lnTo>
                <a:lnTo>
                  <a:pt x="74175" y="170997"/>
                </a:lnTo>
                <a:lnTo>
                  <a:pt x="63436" y="172021"/>
                </a:lnTo>
                <a:lnTo>
                  <a:pt x="52982" y="173902"/>
                </a:lnTo>
                <a:lnTo>
                  <a:pt x="42672" y="176784"/>
                </a:lnTo>
                <a:close/>
              </a:path>
              <a:path w="387350" h="405764">
                <a:moveTo>
                  <a:pt x="207264" y="350520"/>
                </a:moveTo>
                <a:lnTo>
                  <a:pt x="182880" y="350520"/>
                </a:lnTo>
                <a:lnTo>
                  <a:pt x="182880" y="170688"/>
                </a:lnTo>
                <a:lnTo>
                  <a:pt x="207264" y="170688"/>
                </a:lnTo>
                <a:lnTo>
                  <a:pt x="207264" y="256032"/>
                </a:lnTo>
                <a:lnTo>
                  <a:pt x="330708" y="256032"/>
                </a:lnTo>
                <a:lnTo>
                  <a:pt x="341376" y="266700"/>
                </a:lnTo>
                <a:lnTo>
                  <a:pt x="207264" y="266700"/>
                </a:lnTo>
                <a:lnTo>
                  <a:pt x="207264" y="350520"/>
                </a:lnTo>
                <a:close/>
              </a:path>
              <a:path w="387350" h="405764">
                <a:moveTo>
                  <a:pt x="3048" y="405384"/>
                </a:moveTo>
                <a:lnTo>
                  <a:pt x="0" y="400812"/>
                </a:lnTo>
                <a:lnTo>
                  <a:pt x="15144" y="384810"/>
                </a:lnTo>
                <a:lnTo>
                  <a:pt x="28575" y="368808"/>
                </a:lnTo>
                <a:lnTo>
                  <a:pt x="50292" y="336804"/>
                </a:lnTo>
                <a:lnTo>
                  <a:pt x="70008" y="287297"/>
                </a:lnTo>
                <a:lnTo>
                  <a:pt x="78867" y="238506"/>
                </a:lnTo>
                <a:lnTo>
                  <a:pt x="82296" y="205740"/>
                </a:lnTo>
                <a:lnTo>
                  <a:pt x="123444" y="227076"/>
                </a:lnTo>
                <a:lnTo>
                  <a:pt x="101369" y="269486"/>
                </a:lnTo>
                <a:lnTo>
                  <a:pt x="99060" y="278892"/>
                </a:lnTo>
                <a:lnTo>
                  <a:pt x="106519" y="289560"/>
                </a:lnTo>
                <a:lnTo>
                  <a:pt x="96012" y="289560"/>
                </a:lnTo>
                <a:lnTo>
                  <a:pt x="79057" y="324993"/>
                </a:lnTo>
                <a:lnTo>
                  <a:pt x="50411" y="366379"/>
                </a:lnTo>
                <a:lnTo>
                  <a:pt x="21312" y="392572"/>
                </a:lnTo>
                <a:lnTo>
                  <a:pt x="3048" y="405384"/>
                </a:lnTo>
                <a:close/>
              </a:path>
              <a:path w="387350" h="405764">
                <a:moveTo>
                  <a:pt x="330708" y="256032"/>
                </a:moveTo>
                <a:lnTo>
                  <a:pt x="284988" y="256032"/>
                </a:lnTo>
                <a:lnTo>
                  <a:pt x="307847" y="233172"/>
                </a:lnTo>
                <a:lnTo>
                  <a:pt x="330708" y="256032"/>
                </a:lnTo>
                <a:close/>
              </a:path>
              <a:path w="387350" h="405764">
                <a:moveTo>
                  <a:pt x="350520" y="394716"/>
                </a:moveTo>
                <a:lnTo>
                  <a:pt x="308562" y="393906"/>
                </a:lnTo>
                <a:lnTo>
                  <a:pt x="241220" y="388286"/>
                </a:lnTo>
                <a:lnTo>
                  <a:pt x="195572" y="378380"/>
                </a:lnTo>
                <a:lnTo>
                  <a:pt x="159615" y="361330"/>
                </a:lnTo>
                <a:lnTo>
                  <a:pt x="119253" y="323469"/>
                </a:lnTo>
                <a:lnTo>
                  <a:pt x="96012" y="289560"/>
                </a:lnTo>
                <a:lnTo>
                  <a:pt x="106519" y="289560"/>
                </a:lnTo>
                <a:lnTo>
                  <a:pt x="108251" y="292036"/>
                </a:lnTo>
                <a:lnTo>
                  <a:pt x="117729" y="304038"/>
                </a:lnTo>
                <a:lnTo>
                  <a:pt x="150090" y="333160"/>
                </a:lnTo>
                <a:lnTo>
                  <a:pt x="182880" y="350520"/>
                </a:lnTo>
                <a:lnTo>
                  <a:pt x="207264" y="350520"/>
                </a:lnTo>
                <a:lnTo>
                  <a:pt x="207264" y="356616"/>
                </a:lnTo>
                <a:lnTo>
                  <a:pt x="231243" y="360592"/>
                </a:lnTo>
                <a:lnTo>
                  <a:pt x="255079" y="363283"/>
                </a:lnTo>
                <a:lnTo>
                  <a:pt x="278630" y="364545"/>
                </a:lnTo>
                <a:lnTo>
                  <a:pt x="387096" y="364545"/>
                </a:lnTo>
                <a:lnTo>
                  <a:pt x="387096" y="367284"/>
                </a:lnTo>
                <a:lnTo>
                  <a:pt x="373880" y="370713"/>
                </a:lnTo>
                <a:lnTo>
                  <a:pt x="363664" y="376428"/>
                </a:lnTo>
                <a:lnTo>
                  <a:pt x="356020" y="384429"/>
                </a:lnTo>
                <a:lnTo>
                  <a:pt x="350520" y="394716"/>
                </a:lnTo>
                <a:close/>
              </a:path>
              <a:path w="387350" h="405764">
                <a:moveTo>
                  <a:pt x="387096" y="364545"/>
                </a:moveTo>
                <a:lnTo>
                  <a:pt x="278630" y="364545"/>
                </a:lnTo>
                <a:lnTo>
                  <a:pt x="325159" y="363950"/>
                </a:lnTo>
                <a:lnTo>
                  <a:pt x="347281" y="363093"/>
                </a:lnTo>
                <a:lnTo>
                  <a:pt x="367974" y="361664"/>
                </a:lnTo>
                <a:lnTo>
                  <a:pt x="387096" y="359664"/>
                </a:lnTo>
                <a:lnTo>
                  <a:pt x="387096" y="36454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" name="object 46"/>
          <p:cNvSpPr/>
          <p:nvPr/>
        </p:nvSpPr>
        <p:spPr>
          <a:xfrm>
            <a:off x="4815840" y="5483352"/>
            <a:ext cx="373380" cy="381000"/>
          </a:xfrm>
          <a:custGeom>
            <a:avLst/>
            <a:gdLst/>
            <a:ahLst/>
            <a:cxnLst/>
            <a:rect l="l" t="t" r="r" b="b"/>
            <a:pathLst>
              <a:path w="373379" h="381000">
                <a:moveTo>
                  <a:pt x="24383" y="380999"/>
                </a:moveTo>
                <a:lnTo>
                  <a:pt x="0" y="358139"/>
                </a:lnTo>
                <a:lnTo>
                  <a:pt x="10667" y="347472"/>
                </a:lnTo>
                <a:lnTo>
                  <a:pt x="10667" y="106679"/>
                </a:lnTo>
                <a:lnTo>
                  <a:pt x="10429" y="82676"/>
                </a:lnTo>
                <a:lnTo>
                  <a:pt x="9382" y="34670"/>
                </a:lnTo>
                <a:lnTo>
                  <a:pt x="9143" y="10667"/>
                </a:lnTo>
                <a:lnTo>
                  <a:pt x="35051" y="24383"/>
                </a:lnTo>
                <a:lnTo>
                  <a:pt x="301751" y="24383"/>
                </a:lnTo>
                <a:lnTo>
                  <a:pt x="329183" y="0"/>
                </a:lnTo>
                <a:lnTo>
                  <a:pt x="359663" y="35051"/>
                </a:lnTo>
                <a:lnTo>
                  <a:pt x="239267" y="35051"/>
                </a:lnTo>
                <a:lnTo>
                  <a:pt x="239267" y="243839"/>
                </a:lnTo>
                <a:lnTo>
                  <a:pt x="240434" y="258079"/>
                </a:lnTo>
                <a:lnTo>
                  <a:pt x="244030" y="268604"/>
                </a:lnTo>
                <a:lnTo>
                  <a:pt x="250197" y="275129"/>
                </a:lnTo>
                <a:lnTo>
                  <a:pt x="259079" y="277367"/>
                </a:lnTo>
                <a:lnTo>
                  <a:pt x="306324" y="277367"/>
                </a:lnTo>
                <a:lnTo>
                  <a:pt x="329183" y="195071"/>
                </a:lnTo>
                <a:lnTo>
                  <a:pt x="336804" y="195071"/>
                </a:lnTo>
                <a:lnTo>
                  <a:pt x="339852" y="245363"/>
                </a:lnTo>
                <a:lnTo>
                  <a:pt x="361187" y="271272"/>
                </a:lnTo>
                <a:lnTo>
                  <a:pt x="353139" y="283011"/>
                </a:lnTo>
                <a:lnTo>
                  <a:pt x="342519" y="290893"/>
                </a:lnTo>
                <a:lnTo>
                  <a:pt x="329041" y="295060"/>
                </a:lnTo>
                <a:lnTo>
                  <a:pt x="312419" y="295655"/>
                </a:lnTo>
                <a:lnTo>
                  <a:pt x="248411" y="295655"/>
                </a:lnTo>
                <a:lnTo>
                  <a:pt x="234410" y="293131"/>
                </a:lnTo>
                <a:lnTo>
                  <a:pt x="224408" y="285749"/>
                </a:lnTo>
                <a:lnTo>
                  <a:pt x="218408" y="273796"/>
                </a:lnTo>
                <a:lnTo>
                  <a:pt x="216407" y="257555"/>
                </a:lnTo>
                <a:lnTo>
                  <a:pt x="216407" y="35051"/>
                </a:lnTo>
                <a:lnTo>
                  <a:pt x="144779" y="35051"/>
                </a:lnTo>
                <a:lnTo>
                  <a:pt x="143636" y="88391"/>
                </a:lnTo>
                <a:lnTo>
                  <a:pt x="140207" y="137159"/>
                </a:lnTo>
                <a:lnTo>
                  <a:pt x="133540" y="182879"/>
                </a:lnTo>
                <a:lnTo>
                  <a:pt x="118871" y="228599"/>
                </a:lnTo>
                <a:lnTo>
                  <a:pt x="93725" y="273748"/>
                </a:lnTo>
                <a:lnTo>
                  <a:pt x="54863" y="320039"/>
                </a:lnTo>
                <a:lnTo>
                  <a:pt x="50291" y="315467"/>
                </a:lnTo>
                <a:lnTo>
                  <a:pt x="66270" y="291798"/>
                </a:lnTo>
                <a:lnTo>
                  <a:pt x="79819" y="268985"/>
                </a:lnTo>
                <a:lnTo>
                  <a:pt x="99059" y="227075"/>
                </a:lnTo>
                <a:lnTo>
                  <a:pt x="110299" y="184784"/>
                </a:lnTo>
                <a:lnTo>
                  <a:pt x="117824" y="116490"/>
                </a:lnTo>
                <a:lnTo>
                  <a:pt x="120110" y="63912"/>
                </a:lnTo>
                <a:lnTo>
                  <a:pt x="120395" y="35051"/>
                </a:lnTo>
                <a:lnTo>
                  <a:pt x="35051" y="35051"/>
                </a:lnTo>
                <a:lnTo>
                  <a:pt x="35051" y="355091"/>
                </a:lnTo>
                <a:lnTo>
                  <a:pt x="310895" y="355091"/>
                </a:lnTo>
                <a:lnTo>
                  <a:pt x="336804" y="329184"/>
                </a:lnTo>
                <a:lnTo>
                  <a:pt x="373380" y="365760"/>
                </a:lnTo>
                <a:lnTo>
                  <a:pt x="36575" y="365760"/>
                </a:lnTo>
                <a:lnTo>
                  <a:pt x="24383" y="38099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" name="object 47"/>
          <p:cNvSpPr/>
          <p:nvPr/>
        </p:nvSpPr>
        <p:spPr>
          <a:xfrm>
            <a:off x="5237988" y="5487924"/>
            <a:ext cx="408940" cy="382905"/>
          </a:xfrm>
          <a:custGeom>
            <a:avLst/>
            <a:gdLst/>
            <a:ahLst/>
            <a:cxnLst/>
            <a:rect l="l" t="t" r="r" b="b"/>
            <a:pathLst>
              <a:path w="408939" h="382904">
                <a:moveTo>
                  <a:pt x="242316" y="35052"/>
                </a:moveTo>
                <a:lnTo>
                  <a:pt x="225552" y="19812"/>
                </a:lnTo>
                <a:lnTo>
                  <a:pt x="347472" y="19812"/>
                </a:lnTo>
                <a:lnTo>
                  <a:pt x="359664" y="4572"/>
                </a:lnTo>
                <a:lnTo>
                  <a:pt x="385572" y="25908"/>
                </a:lnTo>
                <a:lnTo>
                  <a:pt x="379476" y="30480"/>
                </a:lnTo>
                <a:lnTo>
                  <a:pt x="283464" y="30480"/>
                </a:lnTo>
                <a:lnTo>
                  <a:pt x="272319" y="30765"/>
                </a:lnTo>
                <a:lnTo>
                  <a:pt x="261747" y="31623"/>
                </a:lnTo>
                <a:lnTo>
                  <a:pt x="251745" y="33051"/>
                </a:lnTo>
                <a:lnTo>
                  <a:pt x="242316" y="35052"/>
                </a:lnTo>
                <a:close/>
              </a:path>
              <a:path w="408939" h="382904">
                <a:moveTo>
                  <a:pt x="374667" y="144780"/>
                </a:moveTo>
                <a:lnTo>
                  <a:pt x="350520" y="144780"/>
                </a:lnTo>
                <a:lnTo>
                  <a:pt x="350520" y="30480"/>
                </a:lnTo>
                <a:lnTo>
                  <a:pt x="379476" y="30480"/>
                </a:lnTo>
                <a:lnTo>
                  <a:pt x="373380" y="35052"/>
                </a:lnTo>
                <a:lnTo>
                  <a:pt x="373618" y="77652"/>
                </a:lnTo>
                <a:lnTo>
                  <a:pt x="374142" y="114109"/>
                </a:lnTo>
                <a:lnTo>
                  <a:pt x="374667" y="144780"/>
                </a:lnTo>
                <a:close/>
              </a:path>
              <a:path w="408939" h="382904">
                <a:moveTo>
                  <a:pt x="368808" y="364236"/>
                </a:moveTo>
                <a:lnTo>
                  <a:pt x="278892" y="364236"/>
                </a:lnTo>
                <a:lnTo>
                  <a:pt x="258913" y="363378"/>
                </a:lnTo>
                <a:lnTo>
                  <a:pt x="244792" y="356235"/>
                </a:lnTo>
                <a:lnTo>
                  <a:pt x="236672" y="342804"/>
                </a:lnTo>
                <a:lnTo>
                  <a:pt x="234696" y="323088"/>
                </a:lnTo>
                <a:lnTo>
                  <a:pt x="234672" y="253626"/>
                </a:lnTo>
                <a:lnTo>
                  <a:pt x="234505" y="198310"/>
                </a:lnTo>
                <a:lnTo>
                  <a:pt x="234053" y="156995"/>
                </a:lnTo>
                <a:lnTo>
                  <a:pt x="233172" y="129540"/>
                </a:lnTo>
                <a:lnTo>
                  <a:pt x="257556" y="144780"/>
                </a:lnTo>
                <a:lnTo>
                  <a:pt x="374667" y="144780"/>
                </a:lnTo>
                <a:lnTo>
                  <a:pt x="374771" y="155448"/>
                </a:lnTo>
                <a:lnTo>
                  <a:pt x="257556" y="155448"/>
                </a:lnTo>
                <a:lnTo>
                  <a:pt x="257556" y="315468"/>
                </a:lnTo>
                <a:lnTo>
                  <a:pt x="259270" y="329231"/>
                </a:lnTo>
                <a:lnTo>
                  <a:pt x="264414" y="338709"/>
                </a:lnTo>
                <a:lnTo>
                  <a:pt x="272986" y="344185"/>
                </a:lnTo>
                <a:lnTo>
                  <a:pt x="284988" y="345948"/>
                </a:lnTo>
                <a:lnTo>
                  <a:pt x="404883" y="345948"/>
                </a:lnTo>
                <a:lnTo>
                  <a:pt x="401597" y="351591"/>
                </a:lnTo>
                <a:lnTo>
                  <a:pt x="392620" y="359473"/>
                </a:lnTo>
                <a:lnTo>
                  <a:pt x="381642" y="363640"/>
                </a:lnTo>
                <a:lnTo>
                  <a:pt x="368808" y="364236"/>
                </a:lnTo>
                <a:close/>
              </a:path>
              <a:path w="408939" h="382904">
                <a:moveTo>
                  <a:pt x="350520" y="179832"/>
                </a:moveTo>
                <a:lnTo>
                  <a:pt x="350520" y="155448"/>
                </a:lnTo>
                <a:lnTo>
                  <a:pt x="374771" y="155448"/>
                </a:lnTo>
                <a:lnTo>
                  <a:pt x="374904" y="169164"/>
                </a:lnTo>
                <a:lnTo>
                  <a:pt x="350520" y="179832"/>
                </a:lnTo>
                <a:close/>
              </a:path>
              <a:path w="408939" h="382904">
                <a:moveTo>
                  <a:pt x="404883" y="345948"/>
                </a:moveTo>
                <a:lnTo>
                  <a:pt x="364236" y="345948"/>
                </a:lnTo>
                <a:lnTo>
                  <a:pt x="370332" y="339852"/>
                </a:lnTo>
                <a:lnTo>
                  <a:pt x="371856" y="327660"/>
                </a:lnTo>
                <a:lnTo>
                  <a:pt x="373880" y="317420"/>
                </a:lnTo>
                <a:lnTo>
                  <a:pt x="375475" y="302895"/>
                </a:lnTo>
                <a:lnTo>
                  <a:pt x="376785" y="284368"/>
                </a:lnTo>
                <a:lnTo>
                  <a:pt x="377952" y="262128"/>
                </a:lnTo>
                <a:lnTo>
                  <a:pt x="385572" y="262128"/>
                </a:lnTo>
                <a:lnTo>
                  <a:pt x="388143" y="306705"/>
                </a:lnTo>
                <a:lnTo>
                  <a:pt x="408432" y="339852"/>
                </a:lnTo>
                <a:lnTo>
                  <a:pt x="404883" y="345948"/>
                </a:lnTo>
                <a:close/>
              </a:path>
              <a:path w="408939" h="382904">
                <a:moveTo>
                  <a:pt x="15240" y="35052"/>
                </a:moveTo>
                <a:lnTo>
                  <a:pt x="0" y="19812"/>
                </a:lnTo>
                <a:lnTo>
                  <a:pt x="175260" y="19812"/>
                </a:lnTo>
                <a:lnTo>
                  <a:pt x="196596" y="0"/>
                </a:lnTo>
                <a:lnTo>
                  <a:pt x="224028" y="30480"/>
                </a:lnTo>
                <a:lnTo>
                  <a:pt x="57912" y="30480"/>
                </a:lnTo>
                <a:lnTo>
                  <a:pt x="46743" y="30765"/>
                </a:lnTo>
                <a:lnTo>
                  <a:pt x="36004" y="31623"/>
                </a:lnTo>
                <a:lnTo>
                  <a:pt x="25550" y="33051"/>
                </a:lnTo>
                <a:lnTo>
                  <a:pt x="15240" y="35052"/>
                </a:lnTo>
                <a:close/>
              </a:path>
              <a:path w="408939" h="382904">
                <a:moveTo>
                  <a:pt x="100584" y="86868"/>
                </a:moveTo>
                <a:lnTo>
                  <a:pt x="79248" y="86868"/>
                </a:lnTo>
                <a:lnTo>
                  <a:pt x="79248" y="30480"/>
                </a:lnTo>
                <a:lnTo>
                  <a:pt x="100584" y="30480"/>
                </a:lnTo>
                <a:lnTo>
                  <a:pt x="100584" y="86868"/>
                </a:lnTo>
                <a:close/>
              </a:path>
              <a:path w="408939" h="382904">
                <a:moveTo>
                  <a:pt x="146304" y="86868"/>
                </a:moveTo>
                <a:lnTo>
                  <a:pt x="124968" y="86868"/>
                </a:lnTo>
                <a:lnTo>
                  <a:pt x="124968" y="30480"/>
                </a:lnTo>
                <a:lnTo>
                  <a:pt x="146304" y="30480"/>
                </a:lnTo>
                <a:lnTo>
                  <a:pt x="146304" y="86868"/>
                </a:lnTo>
                <a:close/>
              </a:path>
              <a:path w="408939" h="382904">
                <a:moveTo>
                  <a:pt x="205086" y="86868"/>
                </a:moveTo>
                <a:lnTo>
                  <a:pt x="173736" y="86868"/>
                </a:lnTo>
                <a:lnTo>
                  <a:pt x="185928" y="70104"/>
                </a:lnTo>
                <a:lnTo>
                  <a:pt x="205086" y="86868"/>
                </a:lnTo>
                <a:close/>
              </a:path>
              <a:path w="408939" h="382904">
                <a:moveTo>
                  <a:pt x="25908" y="382524"/>
                </a:moveTo>
                <a:lnTo>
                  <a:pt x="26789" y="352472"/>
                </a:lnTo>
                <a:lnTo>
                  <a:pt x="27241" y="316992"/>
                </a:lnTo>
                <a:lnTo>
                  <a:pt x="27352" y="168021"/>
                </a:lnTo>
                <a:lnTo>
                  <a:pt x="27241" y="140398"/>
                </a:lnTo>
                <a:lnTo>
                  <a:pt x="26789" y="103655"/>
                </a:lnTo>
                <a:lnTo>
                  <a:pt x="25908" y="71628"/>
                </a:lnTo>
                <a:lnTo>
                  <a:pt x="50292" y="86868"/>
                </a:lnTo>
                <a:lnTo>
                  <a:pt x="205086" y="86868"/>
                </a:lnTo>
                <a:lnTo>
                  <a:pt x="210312" y="91440"/>
                </a:lnTo>
                <a:lnTo>
                  <a:pt x="205086" y="96012"/>
                </a:lnTo>
                <a:lnTo>
                  <a:pt x="50292" y="96012"/>
                </a:lnTo>
                <a:lnTo>
                  <a:pt x="50292" y="214883"/>
                </a:lnTo>
                <a:lnTo>
                  <a:pt x="61088" y="214883"/>
                </a:lnTo>
                <a:lnTo>
                  <a:pt x="50292" y="225552"/>
                </a:lnTo>
                <a:lnTo>
                  <a:pt x="50292" y="249935"/>
                </a:lnTo>
                <a:lnTo>
                  <a:pt x="198232" y="249935"/>
                </a:lnTo>
                <a:lnTo>
                  <a:pt x="198278" y="260604"/>
                </a:lnTo>
                <a:lnTo>
                  <a:pt x="50292" y="260604"/>
                </a:lnTo>
                <a:lnTo>
                  <a:pt x="50292" y="326136"/>
                </a:lnTo>
                <a:lnTo>
                  <a:pt x="198746" y="326136"/>
                </a:lnTo>
                <a:lnTo>
                  <a:pt x="198866" y="336804"/>
                </a:lnTo>
                <a:lnTo>
                  <a:pt x="50292" y="336804"/>
                </a:lnTo>
                <a:lnTo>
                  <a:pt x="50292" y="373380"/>
                </a:lnTo>
                <a:lnTo>
                  <a:pt x="25908" y="382524"/>
                </a:lnTo>
                <a:close/>
              </a:path>
              <a:path w="408939" h="382904">
                <a:moveTo>
                  <a:pt x="61088" y="214883"/>
                </a:moveTo>
                <a:lnTo>
                  <a:pt x="50292" y="214883"/>
                </a:lnTo>
                <a:lnTo>
                  <a:pt x="63174" y="194595"/>
                </a:lnTo>
                <a:lnTo>
                  <a:pt x="72199" y="168021"/>
                </a:lnTo>
                <a:lnTo>
                  <a:pt x="77509" y="135159"/>
                </a:lnTo>
                <a:lnTo>
                  <a:pt x="79248" y="96012"/>
                </a:lnTo>
                <a:lnTo>
                  <a:pt x="100584" y="96012"/>
                </a:lnTo>
                <a:lnTo>
                  <a:pt x="97440" y="139184"/>
                </a:lnTo>
                <a:lnTo>
                  <a:pt x="88011" y="175069"/>
                </a:lnTo>
                <a:lnTo>
                  <a:pt x="72294" y="203811"/>
                </a:lnTo>
                <a:lnTo>
                  <a:pt x="61088" y="214883"/>
                </a:lnTo>
                <a:close/>
              </a:path>
              <a:path w="408939" h="382904">
                <a:moveTo>
                  <a:pt x="198232" y="249935"/>
                </a:moveTo>
                <a:lnTo>
                  <a:pt x="175260" y="249935"/>
                </a:lnTo>
                <a:lnTo>
                  <a:pt x="175260" y="211835"/>
                </a:lnTo>
                <a:lnTo>
                  <a:pt x="150876" y="211835"/>
                </a:lnTo>
                <a:lnTo>
                  <a:pt x="124968" y="96012"/>
                </a:lnTo>
                <a:lnTo>
                  <a:pt x="146304" y="96012"/>
                </a:lnTo>
                <a:lnTo>
                  <a:pt x="146304" y="187452"/>
                </a:lnTo>
                <a:lnTo>
                  <a:pt x="149352" y="192024"/>
                </a:lnTo>
                <a:lnTo>
                  <a:pt x="198146" y="192024"/>
                </a:lnTo>
                <a:lnTo>
                  <a:pt x="198232" y="249935"/>
                </a:lnTo>
                <a:close/>
              </a:path>
              <a:path w="408939" h="382904">
                <a:moveTo>
                  <a:pt x="198146" y="192024"/>
                </a:moveTo>
                <a:lnTo>
                  <a:pt x="175260" y="192024"/>
                </a:lnTo>
                <a:lnTo>
                  <a:pt x="175260" y="96012"/>
                </a:lnTo>
                <a:lnTo>
                  <a:pt x="205086" y="96012"/>
                </a:lnTo>
                <a:lnTo>
                  <a:pt x="198120" y="102108"/>
                </a:lnTo>
                <a:lnTo>
                  <a:pt x="198146" y="192024"/>
                </a:lnTo>
                <a:close/>
              </a:path>
              <a:path w="408939" h="382904">
                <a:moveTo>
                  <a:pt x="198746" y="326136"/>
                </a:moveTo>
                <a:lnTo>
                  <a:pt x="175260" y="326136"/>
                </a:lnTo>
                <a:lnTo>
                  <a:pt x="175260" y="260604"/>
                </a:lnTo>
                <a:lnTo>
                  <a:pt x="198278" y="260604"/>
                </a:lnTo>
                <a:lnTo>
                  <a:pt x="198449" y="299618"/>
                </a:lnTo>
                <a:lnTo>
                  <a:pt x="198746" y="326136"/>
                </a:lnTo>
                <a:close/>
              </a:path>
              <a:path w="408939" h="382904">
                <a:moveTo>
                  <a:pt x="175260" y="379476"/>
                </a:moveTo>
                <a:lnTo>
                  <a:pt x="175260" y="336804"/>
                </a:lnTo>
                <a:lnTo>
                  <a:pt x="198866" y="336804"/>
                </a:lnTo>
                <a:lnTo>
                  <a:pt x="198900" y="339852"/>
                </a:lnTo>
                <a:lnTo>
                  <a:pt x="199644" y="367284"/>
                </a:lnTo>
                <a:lnTo>
                  <a:pt x="175260" y="37947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pic>
        <p:nvPicPr>
          <p:cNvPr id="48" name="object 48"/>
          <p:cNvPicPr/>
          <p:nvPr/>
        </p:nvPicPr>
        <p:blipFill>
          <a:blip r:embed="rId6" cstate="print"/>
          <a:stretch>
            <a:fillRect/>
          </a:stretch>
        </p:blipFill>
        <p:spPr>
          <a:xfrm>
            <a:off x="5719571" y="5731192"/>
            <a:ext cx="68580" cy="119443"/>
          </a:xfrm>
          <a:prstGeom prst="rect">
            <a:avLst/>
          </a:prstGeom>
        </p:spPr>
      </p:pic>
      <p:grpSp>
        <p:nvGrpSpPr>
          <p:cNvPr id="49" name="object 49"/>
          <p:cNvGrpSpPr/>
          <p:nvPr/>
        </p:nvGrpSpPr>
        <p:grpSpPr>
          <a:xfrm>
            <a:off x="6126480" y="5466588"/>
            <a:ext cx="1298575" cy="413384"/>
            <a:chOff x="6126480" y="5466588"/>
            <a:chExt cx="1298575" cy="413384"/>
          </a:xfrm>
        </p:grpSpPr>
        <p:sp>
          <p:nvSpPr>
            <p:cNvPr id="50" name="object 50"/>
            <p:cNvSpPr/>
            <p:nvPr/>
          </p:nvSpPr>
          <p:spPr>
            <a:xfrm>
              <a:off x="6126480" y="5466600"/>
              <a:ext cx="852169" cy="413384"/>
            </a:xfrm>
            <a:custGeom>
              <a:avLst/>
              <a:gdLst/>
              <a:ahLst/>
              <a:cxnLst/>
              <a:rect l="l" t="t" r="r" b="b"/>
              <a:pathLst>
                <a:path w="852170" h="413385">
                  <a:moveTo>
                    <a:pt x="303276" y="181356"/>
                  </a:moveTo>
                  <a:lnTo>
                    <a:pt x="272796" y="149352"/>
                  </a:lnTo>
                  <a:lnTo>
                    <a:pt x="251460" y="170688"/>
                  </a:lnTo>
                  <a:lnTo>
                    <a:pt x="92964" y="170688"/>
                  </a:lnTo>
                  <a:lnTo>
                    <a:pt x="109728" y="185928"/>
                  </a:lnTo>
                  <a:lnTo>
                    <a:pt x="119126" y="183921"/>
                  </a:lnTo>
                  <a:lnTo>
                    <a:pt x="128968" y="182499"/>
                  </a:lnTo>
                  <a:lnTo>
                    <a:pt x="139077" y="181635"/>
                  </a:lnTo>
                  <a:lnTo>
                    <a:pt x="149352" y="181356"/>
                  </a:lnTo>
                  <a:lnTo>
                    <a:pt x="303276" y="181356"/>
                  </a:lnTo>
                  <a:close/>
                </a:path>
                <a:path w="852170" h="413385">
                  <a:moveTo>
                    <a:pt x="387096" y="256032"/>
                  </a:moveTo>
                  <a:lnTo>
                    <a:pt x="352044" y="220980"/>
                  </a:lnTo>
                  <a:lnTo>
                    <a:pt x="327660" y="245364"/>
                  </a:lnTo>
                  <a:lnTo>
                    <a:pt x="27432" y="245364"/>
                  </a:lnTo>
                  <a:lnTo>
                    <a:pt x="42672" y="260604"/>
                  </a:lnTo>
                  <a:lnTo>
                    <a:pt x="52971" y="258597"/>
                  </a:lnTo>
                  <a:lnTo>
                    <a:pt x="63436" y="257175"/>
                  </a:lnTo>
                  <a:lnTo>
                    <a:pt x="74168" y="256311"/>
                  </a:lnTo>
                  <a:lnTo>
                    <a:pt x="85344" y="256032"/>
                  </a:lnTo>
                  <a:lnTo>
                    <a:pt x="164592" y="256032"/>
                  </a:lnTo>
                  <a:lnTo>
                    <a:pt x="138874" y="301028"/>
                  </a:lnTo>
                  <a:lnTo>
                    <a:pt x="105981" y="343369"/>
                  </a:lnTo>
                  <a:lnTo>
                    <a:pt x="75641" y="368515"/>
                  </a:lnTo>
                  <a:lnTo>
                    <a:pt x="62484" y="373380"/>
                  </a:lnTo>
                  <a:lnTo>
                    <a:pt x="79248" y="408432"/>
                  </a:lnTo>
                  <a:lnTo>
                    <a:pt x="131965" y="395998"/>
                  </a:lnTo>
                  <a:lnTo>
                    <a:pt x="306324" y="374904"/>
                  </a:lnTo>
                  <a:lnTo>
                    <a:pt x="311746" y="383755"/>
                  </a:lnTo>
                  <a:lnTo>
                    <a:pt x="316611" y="392049"/>
                  </a:lnTo>
                  <a:lnTo>
                    <a:pt x="320890" y="399757"/>
                  </a:lnTo>
                  <a:lnTo>
                    <a:pt x="324612" y="406908"/>
                  </a:lnTo>
                  <a:lnTo>
                    <a:pt x="327660" y="411480"/>
                  </a:lnTo>
                  <a:lnTo>
                    <a:pt x="329184" y="413004"/>
                  </a:lnTo>
                  <a:lnTo>
                    <a:pt x="333756" y="413004"/>
                  </a:lnTo>
                  <a:lnTo>
                    <a:pt x="336804" y="409956"/>
                  </a:lnTo>
                  <a:lnTo>
                    <a:pt x="341376" y="403860"/>
                  </a:lnTo>
                  <a:lnTo>
                    <a:pt x="345948" y="396240"/>
                  </a:lnTo>
                  <a:lnTo>
                    <a:pt x="347472" y="390144"/>
                  </a:lnTo>
                  <a:lnTo>
                    <a:pt x="347472" y="385572"/>
                  </a:lnTo>
                  <a:lnTo>
                    <a:pt x="346011" y="377520"/>
                  </a:lnTo>
                  <a:lnTo>
                    <a:pt x="344614" y="374904"/>
                  </a:lnTo>
                  <a:lnTo>
                    <a:pt x="343801" y="373380"/>
                  </a:lnTo>
                  <a:lnTo>
                    <a:pt x="309372" y="340245"/>
                  </a:lnTo>
                  <a:lnTo>
                    <a:pt x="268224" y="313436"/>
                  </a:lnTo>
                  <a:lnTo>
                    <a:pt x="240792" y="297180"/>
                  </a:lnTo>
                  <a:lnTo>
                    <a:pt x="236220" y="301752"/>
                  </a:lnTo>
                  <a:lnTo>
                    <a:pt x="254762" y="319481"/>
                  </a:lnTo>
                  <a:lnTo>
                    <a:pt x="271462" y="336232"/>
                  </a:lnTo>
                  <a:lnTo>
                    <a:pt x="286143" y="352107"/>
                  </a:lnTo>
                  <a:lnTo>
                    <a:pt x="298704" y="367284"/>
                  </a:lnTo>
                  <a:lnTo>
                    <a:pt x="91440" y="373380"/>
                  </a:lnTo>
                  <a:lnTo>
                    <a:pt x="112915" y="358152"/>
                  </a:lnTo>
                  <a:lnTo>
                    <a:pt x="136398" y="337375"/>
                  </a:lnTo>
                  <a:lnTo>
                    <a:pt x="162153" y="310578"/>
                  </a:lnTo>
                  <a:lnTo>
                    <a:pt x="190500" y="277368"/>
                  </a:lnTo>
                  <a:lnTo>
                    <a:pt x="205740" y="272796"/>
                  </a:lnTo>
                  <a:lnTo>
                    <a:pt x="181356" y="256032"/>
                  </a:lnTo>
                  <a:lnTo>
                    <a:pt x="387096" y="256032"/>
                  </a:lnTo>
                  <a:close/>
                </a:path>
                <a:path w="852170" h="413385">
                  <a:moveTo>
                    <a:pt x="409956" y="164592"/>
                  </a:moveTo>
                  <a:lnTo>
                    <a:pt x="344995" y="147637"/>
                  </a:lnTo>
                  <a:lnTo>
                    <a:pt x="288036" y="115824"/>
                  </a:lnTo>
                  <a:lnTo>
                    <a:pt x="240982" y="77343"/>
                  </a:lnTo>
                  <a:lnTo>
                    <a:pt x="214096" y="44196"/>
                  </a:lnTo>
                  <a:lnTo>
                    <a:pt x="208788" y="36576"/>
                  </a:lnTo>
                  <a:lnTo>
                    <a:pt x="225552" y="25908"/>
                  </a:lnTo>
                  <a:lnTo>
                    <a:pt x="188976" y="0"/>
                  </a:lnTo>
                  <a:lnTo>
                    <a:pt x="156972" y="64389"/>
                  </a:lnTo>
                  <a:lnTo>
                    <a:pt x="111252" y="126492"/>
                  </a:lnTo>
                  <a:lnTo>
                    <a:pt x="84429" y="154508"/>
                  </a:lnTo>
                  <a:lnTo>
                    <a:pt x="28524" y="200850"/>
                  </a:lnTo>
                  <a:lnTo>
                    <a:pt x="0" y="219456"/>
                  </a:lnTo>
                  <a:lnTo>
                    <a:pt x="4572" y="224028"/>
                  </a:lnTo>
                  <a:lnTo>
                    <a:pt x="63817" y="188595"/>
                  </a:lnTo>
                  <a:lnTo>
                    <a:pt x="117348" y="146304"/>
                  </a:lnTo>
                  <a:lnTo>
                    <a:pt x="162687" y="98107"/>
                  </a:lnTo>
                  <a:lnTo>
                    <a:pt x="201168" y="44196"/>
                  </a:lnTo>
                  <a:lnTo>
                    <a:pt x="220903" y="73596"/>
                  </a:lnTo>
                  <a:lnTo>
                    <a:pt x="262674" y="123266"/>
                  </a:lnTo>
                  <a:lnTo>
                    <a:pt x="308203" y="160350"/>
                  </a:lnTo>
                  <a:lnTo>
                    <a:pt x="351205" y="186537"/>
                  </a:lnTo>
                  <a:lnTo>
                    <a:pt x="371856" y="195072"/>
                  </a:lnTo>
                  <a:lnTo>
                    <a:pt x="376732" y="185928"/>
                  </a:lnTo>
                  <a:lnTo>
                    <a:pt x="384619" y="179070"/>
                  </a:lnTo>
                  <a:lnTo>
                    <a:pt x="395643" y="174498"/>
                  </a:lnTo>
                  <a:lnTo>
                    <a:pt x="409956" y="172212"/>
                  </a:lnTo>
                  <a:lnTo>
                    <a:pt x="409956" y="164592"/>
                  </a:lnTo>
                  <a:close/>
                </a:path>
                <a:path w="852170" h="413385">
                  <a:moveTo>
                    <a:pt x="851903" y="83820"/>
                  </a:moveTo>
                  <a:lnTo>
                    <a:pt x="810755" y="42672"/>
                  </a:lnTo>
                  <a:lnTo>
                    <a:pt x="781799" y="73152"/>
                  </a:lnTo>
                  <a:lnTo>
                    <a:pt x="633971" y="73152"/>
                  </a:lnTo>
                  <a:lnTo>
                    <a:pt x="638594" y="64579"/>
                  </a:lnTo>
                  <a:lnTo>
                    <a:pt x="648982" y="44005"/>
                  </a:lnTo>
                  <a:lnTo>
                    <a:pt x="655307" y="32004"/>
                  </a:lnTo>
                  <a:lnTo>
                    <a:pt x="672071" y="25908"/>
                  </a:lnTo>
                  <a:lnTo>
                    <a:pt x="629399" y="1524"/>
                  </a:lnTo>
                  <a:lnTo>
                    <a:pt x="625386" y="16357"/>
                  </a:lnTo>
                  <a:lnTo>
                    <a:pt x="620064" y="33337"/>
                  </a:lnTo>
                  <a:lnTo>
                    <a:pt x="613333" y="52311"/>
                  </a:lnTo>
                  <a:lnTo>
                    <a:pt x="605015" y="73152"/>
                  </a:lnTo>
                  <a:lnTo>
                    <a:pt x="448043" y="73152"/>
                  </a:lnTo>
                  <a:lnTo>
                    <a:pt x="463283" y="88392"/>
                  </a:lnTo>
                  <a:lnTo>
                    <a:pt x="473595" y="86385"/>
                  </a:lnTo>
                  <a:lnTo>
                    <a:pt x="484047" y="84963"/>
                  </a:lnTo>
                  <a:lnTo>
                    <a:pt x="494792" y="84099"/>
                  </a:lnTo>
                  <a:lnTo>
                    <a:pt x="505955" y="83820"/>
                  </a:lnTo>
                  <a:lnTo>
                    <a:pt x="600443" y="83820"/>
                  </a:lnTo>
                  <a:lnTo>
                    <a:pt x="567296" y="140779"/>
                  </a:lnTo>
                  <a:lnTo>
                    <a:pt x="531863" y="187452"/>
                  </a:lnTo>
                  <a:lnTo>
                    <a:pt x="493382" y="226885"/>
                  </a:lnTo>
                  <a:lnTo>
                    <a:pt x="448043" y="265176"/>
                  </a:lnTo>
                  <a:lnTo>
                    <a:pt x="452615" y="271272"/>
                  </a:lnTo>
                  <a:lnTo>
                    <a:pt x="480860" y="252984"/>
                  </a:lnTo>
                  <a:lnTo>
                    <a:pt x="508241" y="232410"/>
                  </a:lnTo>
                  <a:lnTo>
                    <a:pt x="534492" y="209550"/>
                  </a:lnTo>
                  <a:lnTo>
                    <a:pt x="559295" y="184404"/>
                  </a:lnTo>
                  <a:lnTo>
                    <a:pt x="559066" y="272148"/>
                  </a:lnTo>
                  <a:lnTo>
                    <a:pt x="558533" y="338899"/>
                  </a:lnTo>
                  <a:lnTo>
                    <a:pt x="558012" y="384784"/>
                  </a:lnTo>
                  <a:lnTo>
                    <a:pt x="557771" y="409956"/>
                  </a:lnTo>
                  <a:lnTo>
                    <a:pt x="583679" y="394716"/>
                  </a:lnTo>
                  <a:lnTo>
                    <a:pt x="583679" y="295656"/>
                  </a:lnTo>
                  <a:lnTo>
                    <a:pt x="743699" y="295656"/>
                  </a:lnTo>
                  <a:lnTo>
                    <a:pt x="743699" y="367284"/>
                  </a:lnTo>
                  <a:lnTo>
                    <a:pt x="737603" y="371856"/>
                  </a:lnTo>
                  <a:lnTo>
                    <a:pt x="728459" y="371856"/>
                  </a:lnTo>
                  <a:lnTo>
                    <a:pt x="719607" y="371563"/>
                  </a:lnTo>
                  <a:lnTo>
                    <a:pt x="709028" y="370713"/>
                  </a:lnTo>
                  <a:lnTo>
                    <a:pt x="696747" y="369277"/>
                  </a:lnTo>
                  <a:lnTo>
                    <a:pt x="682739" y="367284"/>
                  </a:lnTo>
                  <a:lnTo>
                    <a:pt x="682739" y="374904"/>
                  </a:lnTo>
                  <a:lnTo>
                    <a:pt x="703630" y="382308"/>
                  </a:lnTo>
                  <a:lnTo>
                    <a:pt x="718362" y="390715"/>
                  </a:lnTo>
                  <a:lnTo>
                    <a:pt x="727113" y="399973"/>
                  </a:lnTo>
                  <a:lnTo>
                    <a:pt x="729983" y="409956"/>
                  </a:lnTo>
                  <a:lnTo>
                    <a:pt x="746874" y="402234"/>
                  </a:lnTo>
                  <a:lnTo>
                    <a:pt x="758748" y="392811"/>
                  </a:lnTo>
                  <a:lnTo>
                    <a:pt x="765784" y="381660"/>
                  </a:lnTo>
                  <a:lnTo>
                    <a:pt x="767537" y="371856"/>
                  </a:lnTo>
                  <a:lnTo>
                    <a:pt x="768007" y="369277"/>
                  </a:lnTo>
                  <a:lnTo>
                    <a:pt x="768083" y="295656"/>
                  </a:lnTo>
                  <a:lnTo>
                    <a:pt x="768083" y="284988"/>
                  </a:lnTo>
                  <a:lnTo>
                    <a:pt x="768083" y="227076"/>
                  </a:lnTo>
                  <a:lnTo>
                    <a:pt x="768083" y="216408"/>
                  </a:lnTo>
                  <a:lnTo>
                    <a:pt x="768083" y="163068"/>
                  </a:lnTo>
                  <a:lnTo>
                    <a:pt x="775703" y="156972"/>
                  </a:lnTo>
                  <a:lnTo>
                    <a:pt x="783323" y="150876"/>
                  </a:lnTo>
                  <a:lnTo>
                    <a:pt x="777532" y="146304"/>
                  </a:lnTo>
                  <a:lnTo>
                    <a:pt x="754367" y="128016"/>
                  </a:lnTo>
                  <a:lnTo>
                    <a:pt x="743699" y="142240"/>
                  </a:lnTo>
                  <a:lnTo>
                    <a:pt x="743699" y="156972"/>
                  </a:lnTo>
                  <a:lnTo>
                    <a:pt x="743699" y="216408"/>
                  </a:lnTo>
                  <a:lnTo>
                    <a:pt x="743699" y="227076"/>
                  </a:lnTo>
                  <a:lnTo>
                    <a:pt x="743699" y="284988"/>
                  </a:lnTo>
                  <a:lnTo>
                    <a:pt x="583679" y="284988"/>
                  </a:lnTo>
                  <a:lnTo>
                    <a:pt x="583679" y="227076"/>
                  </a:lnTo>
                  <a:lnTo>
                    <a:pt x="743699" y="227076"/>
                  </a:lnTo>
                  <a:lnTo>
                    <a:pt x="743699" y="216408"/>
                  </a:lnTo>
                  <a:lnTo>
                    <a:pt x="583679" y="216408"/>
                  </a:lnTo>
                  <a:lnTo>
                    <a:pt x="583679" y="184404"/>
                  </a:lnTo>
                  <a:lnTo>
                    <a:pt x="583679" y="156972"/>
                  </a:lnTo>
                  <a:lnTo>
                    <a:pt x="743699" y="156972"/>
                  </a:lnTo>
                  <a:lnTo>
                    <a:pt x="743699" y="142240"/>
                  </a:lnTo>
                  <a:lnTo>
                    <a:pt x="740651" y="146304"/>
                  </a:lnTo>
                  <a:lnTo>
                    <a:pt x="589775" y="146304"/>
                  </a:lnTo>
                  <a:lnTo>
                    <a:pt x="600710" y="131394"/>
                  </a:lnTo>
                  <a:lnTo>
                    <a:pt x="610920" y="116205"/>
                  </a:lnTo>
                  <a:lnTo>
                    <a:pt x="620852" y="100431"/>
                  </a:lnTo>
                  <a:lnTo>
                    <a:pt x="630923" y="83820"/>
                  </a:lnTo>
                  <a:lnTo>
                    <a:pt x="851903" y="8382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" name="object 51"/>
            <p:cNvSpPr/>
            <p:nvPr/>
          </p:nvSpPr>
          <p:spPr>
            <a:xfrm>
              <a:off x="7022592" y="5469636"/>
              <a:ext cx="402590" cy="407034"/>
            </a:xfrm>
            <a:custGeom>
              <a:avLst/>
              <a:gdLst/>
              <a:ahLst/>
              <a:cxnLst/>
              <a:rect l="l" t="t" r="r" b="b"/>
              <a:pathLst>
                <a:path w="402590" h="407035">
                  <a:moveTo>
                    <a:pt x="185927" y="397764"/>
                  </a:moveTo>
                  <a:lnTo>
                    <a:pt x="169163" y="370332"/>
                  </a:lnTo>
                  <a:lnTo>
                    <a:pt x="173735" y="365760"/>
                  </a:lnTo>
                  <a:lnTo>
                    <a:pt x="175259" y="358140"/>
                  </a:lnTo>
                  <a:lnTo>
                    <a:pt x="175236" y="74461"/>
                  </a:lnTo>
                  <a:lnTo>
                    <a:pt x="175069" y="53149"/>
                  </a:lnTo>
                  <a:lnTo>
                    <a:pt x="174617" y="34980"/>
                  </a:lnTo>
                  <a:lnTo>
                    <a:pt x="173735" y="19812"/>
                  </a:lnTo>
                  <a:lnTo>
                    <a:pt x="201167" y="36576"/>
                  </a:lnTo>
                  <a:lnTo>
                    <a:pt x="354112" y="36576"/>
                  </a:lnTo>
                  <a:lnTo>
                    <a:pt x="359663" y="41148"/>
                  </a:lnTo>
                  <a:lnTo>
                    <a:pt x="351826" y="47244"/>
                  </a:lnTo>
                  <a:lnTo>
                    <a:pt x="198119" y="47244"/>
                  </a:lnTo>
                  <a:lnTo>
                    <a:pt x="198119" y="112776"/>
                  </a:lnTo>
                  <a:lnTo>
                    <a:pt x="345948" y="112776"/>
                  </a:lnTo>
                  <a:lnTo>
                    <a:pt x="345948" y="123444"/>
                  </a:lnTo>
                  <a:lnTo>
                    <a:pt x="198119" y="123444"/>
                  </a:lnTo>
                  <a:lnTo>
                    <a:pt x="198119" y="188976"/>
                  </a:lnTo>
                  <a:lnTo>
                    <a:pt x="347214" y="188976"/>
                  </a:lnTo>
                  <a:lnTo>
                    <a:pt x="347441" y="199644"/>
                  </a:lnTo>
                  <a:lnTo>
                    <a:pt x="198119" y="199644"/>
                  </a:lnTo>
                  <a:lnTo>
                    <a:pt x="198119" y="356616"/>
                  </a:lnTo>
                  <a:lnTo>
                    <a:pt x="237058" y="356616"/>
                  </a:lnTo>
                  <a:lnTo>
                    <a:pt x="224789" y="364807"/>
                  </a:lnTo>
                  <a:lnTo>
                    <a:pt x="204215" y="380928"/>
                  </a:lnTo>
                  <a:lnTo>
                    <a:pt x="185927" y="397764"/>
                  </a:lnTo>
                  <a:close/>
                </a:path>
                <a:path w="402590" h="407035">
                  <a:moveTo>
                    <a:pt x="354112" y="36576"/>
                  </a:moveTo>
                  <a:lnTo>
                    <a:pt x="320040" y="36576"/>
                  </a:lnTo>
                  <a:lnTo>
                    <a:pt x="333756" y="19812"/>
                  </a:lnTo>
                  <a:lnTo>
                    <a:pt x="354112" y="36576"/>
                  </a:lnTo>
                  <a:close/>
                </a:path>
                <a:path w="402590" h="407035">
                  <a:moveTo>
                    <a:pt x="345948" y="112776"/>
                  </a:moveTo>
                  <a:lnTo>
                    <a:pt x="323088" y="112776"/>
                  </a:lnTo>
                  <a:lnTo>
                    <a:pt x="323088" y="47244"/>
                  </a:lnTo>
                  <a:lnTo>
                    <a:pt x="351826" y="47244"/>
                  </a:lnTo>
                  <a:lnTo>
                    <a:pt x="345948" y="51816"/>
                  </a:lnTo>
                  <a:lnTo>
                    <a:pt x="345948" y="112776"/>
                  </a:lnTo>
                  <a:close/>
                </a:path>
                <a:path w="402590" h="407035">
                  <a:moveTo>
                    <a:pt x="347214" y="188976"/>
                  </a:moveTo>
                  <a:lnTo>
                    <a:pt x="323088" y="188976"/>
                  </a:lnTo>
                  <a:lnTo>
                    <a:pt x="323088" y="123444"/>
                  </a:lnTo>
                  <a:lnTo>
                    <a:pt x="345948" y="123444"/>
                  </a:lnTo>
                  <a:lnTo>
                    <a:pt x="345948" y="150876"/>
                  </a:lnTo>
                  <a:lnTo>
                    <a:pt x="346186" y="164306"/>
                  </a:lnTo>
                  <a:lnTo>
                    <a:pt x="347214" y="188976"/>
                  </a:lnTo>
                  <a:close/>
                </a:path>
                <a:path w="402590" h="407035">
                  <a:moveTo>
                    <a:pt x="365760" y="388620"/>
                  </a:moveTo>
                  <a:lnTo>
                    <a:pt x="324770" y="362090"/>
                  </a:lnTo>
                  <a:lnTo>
                    <a:pt x="291315" y="330000"/>
                  </a:lnTo>
                  <a:lnTo>
                    <a:pt x="265249" y="292278"/>
                  </a:lnTo>
                  <a:lnTo>
                    <a:pt x="246424" y="248850"/>
                  </a:lnTo>
                  <a:lnTo>
                    <a:pt x="234695" y="199644"/>
                  </a:lnTo>
                  <a:lnTo>
                    <a:pt x="245363" y="199644"/>
                  </a:lnTo>
                  <a:lnTo>
                    <a:pt x="251650" y="222527"/>
                  </a:lnTo>
                  <a:lnTo>
                    <a:pt x="259079" y="243268"/>
                  </a:lnTo>
                  <a:lnTo>
                    <a:pt x="267652" y="262008"/>
                  </a:lnTo>
                  <a:lnTo>
                    <a:pt x="277367" y="278892"/>
                  </a:lnTo>
                  <a:lnTo>
                    <a:pt x="291958" y="278892"/>
                  </a:lnTo>
                  <a:lnTo>
                    <a:pt x="280415" y="284987"/>
                  </a:lnTo>
                  <a:lnTo>
                    <a:pt x="303537" y="311324"/>
                  </a:lnTo>
                  <a:lnTo>
                    <a:pt x="331660" y="333375"/>
                  </a:lnTo>
                  <a:lnTo>
                    <a:pt x="364640" y="351424"/>
                  </a:lnTo>
                  <a:lnTo>
                    <a:pt x="402336" y="365760"/>
                  </a:lnTo>
                  <a:lnTo>
                    <a:pt x="402336" y="370332"/>
                  </a:lnTo>
                  <a:lnTo>
                    <a:pt x="390620" y="370617"/>
                  </a:lnTo>
                  <a:lnTo>
                    <a:pt x="380619" y="373761"/>
                  </a:lnTo>
                  <a:lnTo>
                    <a:pt x="372332" y="379761"/>
                  </a:lnTo>
                  <a:lnTo>
                    <a:pt x="365760" y="388620"/>
                  </a:lnTo>
                  <a:close/>
                </a:path>
                <a:path w="402590" h="407035">
                  <a:moveTo>
                    <a:pt x="323088" y="216408"/>
                  </a:moveTo>
                  <a:lnTo>
                    <a:pt x="323088" y="199644"/>
                  </a:lnTo>
                  <a:lnTo>
                    <a:pt x="347441" y="199644"/>
                  </a:lnTo>
                  <a:lnTo>
                    <a:pt x="347472" y="201168"/>
                  </a:lnTo>
                  <a:lnTo>
                    <a:pt x="323088" y="216408"/>
                  </a:lnTo>
                  <a:close/>
                </a:path>
                <a:path w="402590" h="407035">
                  <a:moveTo>
                    <a:pt x="291958" y="278892"/>
                  </a:moveTo>
                  <a:lnTo>
                    <a:pt x="277367" y="278892"/>
                  </a:lnTo>
                  <a:lnTo>
                    <a:pt x="303347" y="258318"/>
                  </a:lnTo>
                  <a:lnTo>
                    <a:pt x="324040" y="240030"/>
                  </a:lnTo>
                  <a:lnTo>
                    <a:pt x="339304" y="224028"/>
                  </a:lnTo>
                  <a:lnTo>
                    <a:pt x="348996" y="210312"/>
                  </a:lnTo>
                  <a:lnTo>
                    <a:pt x="376427" y="240792"/>
                  </a:lnTo>
                  <a:lnTo>
                    <a:pt x="358139" y="242316"/>
                  </a:lnTo>
                  <a:lnTo>
                    <a:pt x="340423" y="252626"/>
                  </a:lnTo>
                  <a:lnTo>
                    <a:pt x="321563" y="263080"/>
                  </a:lnTo>
                  <a:lnTo>
                    <a:pt x="291958" y="278892"/>
                  </a:lnTo>
                  <a:close/>
                </a:path>
                <a:path w="402590" h="407035">
                  <a:moveTo>
                    <a:pt x="237058" y="356616"/>
                  </a:moveTo>
                  <a:lnTo>
                    <a:pt x="198119" y="356616"/>
                  </a:lnTo>
                  <a:lnTo>
                    <a:pt x="271271" y="329184"/>
                  </a:lnTo>
                  <a:lnTo>
                    <a:pt x="272795" y="335280"/>
                  </a:lnTo>
                  <a:lnTo>
                    <a:pt x="247649" y="349543"/>
                  </a:lnTo>
                  <a:lnTo>
                    <a:pt x="237058" y="356616"/>
                  </a:lnTo>
                  <a:close/>
                </a:path>
                <a:path w="402590" h="407035">
                  <a:moveTo>
                    <a:pt x="12191" y="141732"/>
                  </a:moveTo>
                  <a:lnTo>
                    <a:pt x="9143" y="135636"/>
                  </a:lnTo>
                  <a:lnTo>
                    <a:pt x="22574" y="121086"/>
                  </a:lnTo>
                  <a:lnTo>
                    <a:pt x="35432" y="104965"/>
                  </a:lnTo>
                  <a:lnTo>
                    <a:pt x="59435" y="68580"/>
                  </a:lnTo>
                  <a:lnTo>
                    <a:pt x="79247" y="30861"/>
                  </a:lnTo>
                  <a:lnTo>
                    <a:pt x="89915" y="0"/>
                  </a:lnTo>
                  <a:lnTo>
                    <a:pt x="124967" y="24384"/>
                  </a:lnTo>
                  <a:lnTo>
                    <a:pt x="109727" y="32004"/>
                  </a:lnTo>
                  <a:lnTo>
                    <a:pt x="84843" y="66294"/>
                  </a:lnTo>
                  <a:lnTo>
                    <a:pt x="60388" y="96012"/>
                  </a:lnTo>
                  <a:lnTo>
                    <a:pt x="36218" y="121158"/>
                  </a:lnTo>
                  <a:lnTo>
                    <a:pt x="12191" y="141732"/>
                  </a:lnTo>
                  <a:close/>
                </a:path>
                <a:path w="402590" h="407035">
                  <a:moveTo>
                    <a:pt x="3047" y="278892"/>
                  </a:moveTo>
                  <a:lnTo>
                    <a:pt x="0" y="272796"/>
                  </a:lnTo>
                  <a:lnTo>
                    <a:pt x="16263" y="253960"/>
                  </a:lnTo>
                  <a:lnTo>
                    <a:pt x="30670" y="236410"/>
                  </a:lnTo>
                  <a:lnTo>
                    <a:pt x="53339" y="205740"/>
                  </a:lnTo>
                  <a:lnTo>
                    <a:pt x="77557" y="165449"/>
                  </a:lnTo>
                  <a:lnTo>
                    <a:pt x="83819" y="150876"/>
                  </a:lnTo>
                  <a:lnTo>
                    <a:pt x="90654" y="137136"/>
                  </a:lnTo>
                  <a:lnTo>
                    <a:pt x="97345" y="123253"/>
                  </a:lnTo>
                  <a:lnTo>
                    <a:pt x="103751" y="109085"/>
                  </a:lnTo>
                  <a:lnTo>
                    <a:pt x="109727" y="94488"/>
                  </a:lnTo>
                  <a:lnTo>
                    <a:pt x="143255" y="117348"/>
                  </a:lnTo>
                  <a:lnTo>
                    <a:pt x="126491" y="124968"/>
                  </a:lnTo>
                  <a:lnTo>
                    <a:pt x="117657" y="140160"/>
                  </a:lnTo>
                  <a:lnTo>
                    <a:pt x="109537" y="153924"/>
                  </a:lnTo>
                  <a:lnTo>
                    <a:pt x="102274" y="166544"/>
                  </a:lnTo>
                  <a:lnTo>
                    <a:pt x="96011" y="178308"/>
                  </a:lnTo>
                  <a:lnTo>
                    <a:pt x="96011" y="207264"/>
                  </a:lnTo>
                  <a:lnTo>
                    <a:pt x="73151" y="207264"/>
                  </a:lnTo>
                  <a:lnTo>
                    <a:pt x="59197" y="223813"/>
                  </a:lnTo>
                  <a:lnTo>
                    <a:pt x="42671" y="241363"/>
                  </a:lnTo>
                  <a:lnTo>
                    <a:pt x="23860" y="259770"/>
                  </a:lnTo>
                  <a:lnTo>
                    <a:pt x="3047" y="278892"/>
                  </a:lnTo>
                  <a:close/>
                </a:path>
                <a:path w="402590" h="407035">
                  <a:moveTo>
                    <a:pt x="71627" y="406908"/>
                  </a:moveTo>
                  <a:lnTo>
                    <a:pt x="72509" y="384595"/>
                  </a:lnTo>
                  <a:lnTo>
                    <a:pt x="72961" y="363283"/>
                  </a:lnTo>
                  <a:lnTo>
                    <a:pt x="73128" y="342828"/>
                  </a:lnTo>
                  <a:lnTo>
                    <a:pt x="73151" y="207264"/>
                  </a:lnTo>
                  <a:lnTo>
                    <a:pt x="96011" y="207264"/>
                  </a:lnTo>
                  <a:lnTo>
                    <a:pt x="96011" y="394716"/>
                  </a:lnTo>
                  <a:lnTo>
                    <a:pt x="71627" y="406908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52" name="object 52"/>
          <p:cNvSpPr/>
          <p:nvPr/>
        </p:nvSpPr>
        <p:spPr>
          <a:xfrm>
            <a:off x="7484364" y="5469635"/>
            <a:ext cx="365760" cy="405765"/>
          </a:xfrm>
          <a:custGeom>
            <a:avLst/>
            <a:gdLst/>
            <a:ahLst/>
            <a:cxnLst/>
            <a:rect l="l" t="t" r="r" b="b"/>
            <a:pathLst>
              <a:path w="365759" h="405764">
                <a:moveTo>
                  <a:pt x="16764" y="141732"/>
                </a:moveTo>
                <a:lnTo>
                  <a:pt x="12192" y="134112"/>
                </a:lnTo>
                <a:lnTo>
                  <a:pt x="44791" y="117586"/>
                </a:lnTo>
                <a:lnTo>
                  <a:pt x="74104" y="100203"/>
                </a:lnTo>
                <a:lnTo>
                  <a:pt x="123444" y="64008"/>
                </a:lnTo>
                <a:lnTo>
                  <a:pt x="158686" y="29146"/>
                </a:lnTo>
                <a:lnTo>
                  <a:pt x="181356" y="0"/>
                </a:lnTo>
                <a:lnTo>
                  <a:pt x="210312" y="25908"/>
                </a:lnTo>
                <a:lnTo>
                  <a:pt x="195072" y="32004"/>
                </a:lnTo>
                <a:lnTo>
                  <a:pt x="163068" y="59436"/>
                </a:lnTo>
                <a:lnTo>
                  <a:pt x="335280" y="59436"/>
                </a:lnTo>
                <a:lnTo>
                  <a:pt x="345948" y="70104"/>
                </a:lnTo>
                <a:lnTo>
                  <a:pt x="153924" y="70104"/>
                </a:lnTo>
                <a:lnTo>
                  <a:pt x="132588" y="82296"/>
                </a:lnTo>
                <a:lnTo>
                  <a:pt x="137847" y="85344"/>
                </a:lnTo>
                <a:lnTo>
                  <a:pt x="128016" y="85344"/>
                </a:lnTo>
                <a:lnTo>
                  <a:pt x="91154" y="105918"/>
                </a:lnTo>
                <a:lnTo>
                  <a:pt x="63698" y="119657"/>
                </a:lnTo>
                <a:lnTo>
                  <a:pt x="16764" y="141732"/>
                </a:lnTo>
                <a:close/>
              </a:path>
              <a:path w="365759" h="405764">
                <a:moveTo>
                  <a:pt x="335280" y="59436"/>
                </a:moveTo>
                <a:lnTo>
                  <a:pt x="295656" y="59436"/>
                </a:lnTo>
                <a:lnTo>
                  <a:pt x="315467" y="39624"/>
                </a:lnTo>
                <a:lnTo>
                  <a:pt x="335280" y="59436"/>
                </a:lnTo>
                <a:close/>
              </a:path>
              <a:path w="365759" h="405764">
                <a:moveTo>
                  <a:pt x="4572" y="224028"/>
                </a:moveTo>
                <a:lnTo>
                  <a:pt x="3048" y="217932"/>
                </a:lnTo>
                <a:lnTo>
                  <a:pt x="44505" y="208811"/>
                </a:lnTo>
                <a:lnTo>
                  <a:pt x="84391" y="197548"/>
                </a:lnTo>
                <a:lnTo>
                  <a:pt x="122848" y="184284"/>
                </a:lnTo>
                <a:lnTo>
                  <a:pt x="160020" y="169164"/>
                </a:lnTo>
                <a:lnTo>
                  <a:pt x="196000" y="150256"/>
                </a:lnTo>
                <a:lnTo>
                  <a:pt x="230695" y="127635"/>
                </a:lnTo>
                <a:lnTo>
                  <a:pt x="263961" y="101012"/>
                </a:lnTo>
                <a:lnTo>
                  <a:pt x="295656" y="70104"/>
                </a:lnTo>
                <a:lnTo>
                  <a:pt x="345948" y="70104"/>
                </a:lnTo>
                <a:lnTo>
                  <a:pt x="347472" y="71628"/>
                </a:lnTo>
                <a:lnTo>
                  <a:pt x="327660" y="77724"/>
                </a:lnTo>
                <a:lnTo>
                  <a:pt x="301085" y="101179"/>
                </a:lnTo>
                <a:lnTo>
                  <a:pt x="239363" y="145232"/>
                </a:lnTo>
                <a:lnTo>
                  <a:pt x="204216" y="166116"/>
                </a:lnTo>
                <a:lnTo>
                  <a:pt x="165092" y="185237"/>
                </a:lnTo>
                <a:lnTo>
                  <a:pt x="118681" y="201358"/>
                </a:lnTo>
                <a:lnTo>
                  <a:pt x="65127" y="214336"/>
                </a:lnTo>
                <a:lnTo>
                  <a:pt x="4572" y="224028"/>
                </a:lnTo>
                <a:close/>
              </a:path>
              <a:path w="365759" h="405764">
                <a:moveTo>
                  <a:pt x="164592" y="150876"/>
                </a:moveTo>
                <a:lnTo>
                  <a:pt x="160020" y="150876"/>
                </a:lnTo>
                <a:lnTo>
                  <a:pt x="155448" y="137160"/>
                </a:lnTo>
                <a:lnTo>
                  <a:pt x="152019" y="127134"/>
                </a:lnTo>
                <a:lnTo>
                  <a:pt x="146304" y="115252"/>
                </a:lnTo>
                <a:lnTo>
                  <a:pt x="138073" y="101012"/>
                </a:lnTo>
                <a:lnTo>
                  <a:pt x="128016" y="85344"/>
                </a:lnTo>
                <a:lnTo>
                  <a:pt x="137847" y="85344"/>
                </a:lnTo>
                <a:lnTo>
                  <a:pt x="170092" y="106084"/>
                </a:lnTo>
                <a:lnTo>
                  <a:pt x="179832" y="121920"/>
                </a:lnTo>
                <a:lnTo>
                  <a:pt x="179832" y="132588"/>
                </a:lnTo>
                <a:lnTo>
                  <a:pt x="176784" y="138684"/>
                </a:lnTo>
                <a:lnTo>
                  <a:pt x="172212" y="143256"/>
                </a:lnTo>
                <a:lnTo>
                  <a:pt x="167640" y="149352"/>
                </a:lnTo>
                <a:lnTo>
                  <a:pt x="164592" y="150876"/>
                </a:lnTo>
                <a:close/>
              </a:path>
              <a:path w="365759" h="405764">
                <a:moveTo>
                  <a:pt x="30480" y="313944"/>
                </a:moveTo>
                <a:lnTo>
                  <a:pt x="27432" y="306323"/>
                </a:lnTo>
                <a:lnTo>
                  <a:pt x="52268" y="293227"/>
                </a:lnTo>
                <a:lnTo>
                  <a:pt x="76390" y="279273"/>
                </a:lnTo>
                <a:lnTo>
                  <a:pt x="121920" y="249935"/>
                </a:lnTo>
                <a:lnTo>
                  <a:pt x="161734" y="215646"/>
                </a:lnTo>
                <a:lnTo>
                  <a:pt x="198120" y="172212"/>
                </a:lnTo>
                <a:lnTo>
                  <a:pt x="228600" y="199644"/>
                </a:lnTo>
                <a:lnTo>
                  <a:pt x="210312" y="205740"/>
                </a:lnTo>
                <a:lnTo>
                  <a:pt x="206883" y="208883"/>
                </a:lnTo>
                <a:lnTo>
                  <a:pt x="201168" y="213741"/>
                </a:lnTo>
                <a:lnTo>
                  <a:pt x="193167" y="220313"/>
                </a:lnTo>
                <a:lnTo>
                  <a:pt x="182880" y="228599"/>
                </a:lnTo>
                <a:lnTo>
                  <a:pt x="354177" y="228599"/>
                </a:lnTo>
                <a:lnTo>
                  <a:pt x="362864" y="237744"/>
                </a:lnTo>
                <a:lnTo>
                  <a:pt x="175260" y="237744"/>
                </a:lnTo>
                <a:lnTo>
                  <a:pt x="142994" y="259722"/>
                </a:lnTo>
                <a:lnTo>
                  <a:pt x="108013" y="279844"/>
                </a:lnTo>
                <a:lnTo>
                  <a:pt x="70461" y="297965"/>
                </a:lnTo>
                <a:lnTo>
                  <a:pt x="30480" y="313944"/>
                </a:lnTo>
                <a:close/>
              </a:path>
              <a:path w="365759" h="405764">
                <a:moveTo>
                  <a:pt x="354177" y="228599"/>
                </a:moveTo>
                <a:lnTo>
                  <a:pt x="318516" y="228599"/>
                </a:lnTo>
                <a:lnTo>
                  <a:pt x="336804" y="210312"/>
                </a:lnTo>
                <a:lnTo>
                  <a:pt x="354177" y="228599"/>
                </a:lnTo>
                <a:close/>
              </a:path>
              <a:path w="365759" h="405764">
                <a:moveTo>
                  <a:pt x="0" y="405384"/>
                </a:moveTo>
                <a:lnTo>
                  <a:pt x="0" y="397764"/>
                </a:lnTo>
                <a:lnTo>
                  <a:pt x="47982" y="389715"/>
                </a:lnTo>
                <a:lnTo>
                  <a:pt x="93535" y="379095"/>
                </a:lnTo>
                <a:lnTo>
                  <a:pt x="136517" y="365617"/>
                </a:lnTo>
                <a:lnTo>
                  <a:pt x="176784" y="348996"/>
                </a:lnTo>
                <a:lnTo>
                  <a:pt x="215646" y="329255"/>
                </a:lnTo>
                <a:lnTo>
                  <a:pt x="252222" y="304228"/>
                </a:lnTo>
                <a:lnTo>
                  <a:pt x="286512" y="273772"/>
                </a:lnTo>
                <a:lnTo>
                  <a:pt x="318516" y="237744"/>
                </a:lnTo>
                <a:lnTo>
                  <a:pt x="362864" y="237744"/>
                </a:lnTo>
                <a:lnTo>
                  <a:pt x="365760" y="240792"/>
                </a:lnTo>
                <a:lnTo>
                  <a:pt x="347472" y="248411"/>
                </a:lnTo>
                <a:lnTo>
                  <a:pt x="303418" y="290155"/>
                </a:lnTo>
                <a:lnTo>
                  <a:pt x="260223" y="324040"/>
                </a:lnTo>
                <a:lnTo>
                  <a:pt x="217598" y="350210"/>
                </a:lnTo>
                <a:lnTo>
                  <a:pt x="175260" y="368808"/>
                </a:lnTo>
                <a:lnTo>
                  <a:pt x="131802" y="382238"/>
                </a:lnTo>
                <a:lnTo>
                  <a:pt x="88201" y="392811"/>
                </a:lnTo>
                <a:lnTo>
                  <a:pt x="44315" y="400526"/>
                </a:lnTo>
                <a:lnTo>
                  <a:pt x="0" y="405384"/>
                </a:lnTo>
                <a:close/>
              </a:path>
              <a:path w="365759" h="405764">
                <a:moveTo>
                  <a:pt x="170688" y="339852"/>
                </a:moveTo>
                <a:lnTo>
                  <a:pt x="163068" y="339852"/>
                </a:lnTo>
                <a:lnTo>
                  <a:pt x="160020" y="333756"/>
                </a:lnTo>
                <a:lnTo>
                  <a:pt x="158496" y="323088"/>
                </a:lnTo>
                <a:lnTo>
                  <a:pt x="156495" y="310848"/>
                </a:lnTo>
                <a:lnTo>
                  <a:pt x="152781" y="297179"/>
                </a:lnTo>
                <a:lnTo>
                  <a:pt x="147330" y="282321"/>
                </a:lnTo>
                <a:lnTo>
                  <a:pt x="140208" y="266699"/>
                </a:lnTo>
                <a:lnTo>
                  <a:pt x="144780" y="260604"/>
                </a:lnTo>
                <a:lnTo>
                  <a:pt x="177355" y="290607"/>
                </a:lnTo>
                <a:lnTo>
                  <a:pt x="184404" y="304799"/>
                </a:lnTo>
                <a:lnTo>
                  <a:pt x="187452" y="309372"/>
                </a:lnTo>
                <a:lnTo>
                  <a:pt x="187452" y="320040"/>
                </a:lnTo>
                <a:lnTo>
                  <a:pt x="184404" y="326136"/>
                </a:lnTo>
                <a:lnTo>
                  <a:pt x="170688" y="339852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" name="object 53"/>
          <p:cNvSpPr/>
          <p:nvPr/>
        </p:nvSpPr>
        <p:spPr>
          <a:xfrm>
            <a:off x="7936991" y="5490971"/>
            <a:ext cx="370840" cy="376555"/>
          </a:xfrm>
          <a:custGeom>
            <a:avLst/>
            <a:gdLst/>
            <a:ahLst/>
            <a:cxnLst/>
            <a:rect l="l" t="t" r="r" b="b"/>
            <a:pathLst>
              <a:path w="370840" h="376554">
                <a:moveTo>
                  <a:pt x="155448" y="32004"/>
                </a:moveTo>
                <a:lnTo>
                  <a:pt x="138684" y="16764"/>
                </a:lnTo>
                <a:lnTo>
                  <a:pt x="289559" y="16764"/>
                </a:lnTo>
                <a:lnTo>
                  <a:pt x="303276" y="0"/>
                </a:lnTo>
                <a:lnTo>
                  <a:pt x="329184" y="22860"/>
                </a:lnTo>
                <a:lnTo>
                  <a:pt x="322326" y="27432"/>
                </a:lnTo>
                <a:lnTo>
                  <a:pt x="196596" y="27432"/>
                </a:lnTo>
                <a:lnTo>
                  <a:pt x="185451" y="27717"/>
                </a:lnTo>
                <a:lnTo>
                  <a:pt x="174879" y="28575"/>
                </a:lnTo>
                <a:lnTo>
                  <a:pt x="164877" y="30003"/>
                </a:lnTo>
                <a:lnTo>
                  <a:pt x="155448" y="32004"/>
                </a:lnTo>
                <a:close/>
              </a:path>
              <a:path w="370840" h="376554">
                <a:moveTo>
                  <a:pt x="0" y="272795"/>
                </a:moveTo>
                <a:lnTo>
                  <a:pt x="881" y="249697"/>
                </a:lnTo>
                <a:lnTo>
                  <a:pt x="1261" y="226194"/>
                </a:lnTo>
                <a:lnTo>
                  <a:pt x="1368" y="214883"/>
                </a:lnTo>
                <a:lnTo>
                  <a:pt x="1464" y="107180"/>
                </a:lnTo>
                <a:lnTo>
                  <a:pt x="1365" y="86868"/>
                </a:lnTo>
                <a:lnTo>
                  <a:pt x="1247" y="74676"/>
                </a:lnTo>
                <a:lnTo>
                  <a:pt x="877" y="50292"/>
                </a:lnTo>
                <a:lnTo>
                  <a:pt x="0" y="24384"/>
                </a:lnTo>
                <a:lnTo>
                  <a:pt x="24384" y="39624"/>
                </a:lnTo>
                <a:lnTo>
                  <a:pt x="116292" y="39624"/>
                </a:lnTo>
                <a:lnTo>
                  <a:pt x="121920" y="44196"/>
                </a:lnTo>
                <a:lnTo>
                  <a:pt x="114953" y="50292"/>
                </a:lnTo>
                <a:lnTo>
                  <a:pt x="24384" y="50292"/>
                </a:lnTo>
                <a:lnTo>
                  <a:pt x="24384" y="214883"/>
                </a:lnTo>
                <a:lnTo>
                  <a:pt x="110009" y="214883"/>
                </a:lnTo>
                <a:lnTo>
                  <a:pt x="110350" y="225552"/>
                </a:lnTo>
                <a:lnTo>
                  <a:pt x="24384" y="225552"/>
                </a:lnTo>
                <a:lnTo>
                  <a:pt x="24384" y="262128"/>
                </a:lnTo>
                <a:lnTo>
                  <a:pt x="0" y="272795"/>
                </a:lnTo>
                <a:close/>
              </a:path>
              <a:path w="370840" h="376554">
                <a:moveTo>
                  <a:pt x="116292" y="39624"/>
                </a:moveTo>
                <a:lnTo>
                  <a:pt x="85344" y="39624"/>
                </a:lnTo>
                <a:lnTo>
                  <a:pt x="97536" y="24384"/>
                </a:lnTo>
                <a:lnTo>
                  <a:pt x="116292" y="39624"/>
                </a:lnTo>
                <a:close/>
              </a:path>
              <a:path w="370840" h="376554">
                <a:moveTo>
                  <a:pt x="303276" y="179832"/>
                </a:moveTo>
                <a:lnTo>
                  <a:pt x="278892" y="179832"/>
                </a:lnTo>
                <a:lnTo>
                  <a:pt x="291084" y="27432"/>
                </a:lnTo>
                <a:lnTo>
                  <a:pt x="322326" y="27432"/>
                </a:lnTo>
                <a:lnTo>
                  <a:pt x="315468" y="32004"/>
                </a:lnTo>
                <a:lnTo>
                  <a:pt x="303276" y="179832"/>
                </a:lnTo>
                <a:close/>
              </a:path>
              <a:path w="370840" h="376554">
                <a:moveTo>
                  <a:pt x="110009" y="214883"/>
                </a:moveTo>
                <a:lnTo>
                  <a:pt x="86868" y="214883"/>
                </a:lnTo>
                <a:lnTo>
                  <a:pt x="86868" y="50292"/>
                </a:lnTo>
                <a:lnTo>
                  <a:pt x="114953" y="50292"/>
                </a:lnTo>
                <a:lnTo>
                  <a:pt x="109728" y="54864"/>
                </a:lnTo>
                <a:lnTo>
                  <a:pt x="109824" y="204216"/>
                </a:lnTo>
                <a:lnTo>
                  <a:pt x="109918" y="212026"/>
                </a:lnTo>
                <a:lnTo>
                  <a:pt x="110009" y="214883"/>
                </a:lnTo>
                <a:close/>
              </a:path>
              <a:path w="370840" h="376554">
                <a:moveTo>
                  <a:pt x="172212" y="204216"/>
                </a:moveTo>
                <a:lnTo>
                  <a:pt x="149352" y="184404"/>
                </a:lnTo>
                <a:lnTo>
                  <a:pt x="160020" y="175260"/>
                </a:lnTo>
                <a:lnTo>
                  <a:pt x="164044" y="136969"/>
                </a:lnTo>
                <a:lnTo>
                  <a:pt x="167068" y="104394"/>
                </a:lnTo>
                <a:lnTo>
                  <a:pt x="169235" y="77533"/>
                </a:lnTo>
                <a:lnTo>
                  <a:pt x="170688" y="56388"/>
                </a:lnTo>
                <a:lnTo>
                  <a:pt x="208788" y="74676"/>
                </a:lnTo>
                <a:lnTo>
                  <a:pt x="195072" y="86868"/>
                </a:lnTo>
                <a:lnTo>
                  <a:pt x="192547" y="107180"/>
                </a:lnTo>
                <a:lnTo>
                  <a:pt x="189738" y="129349"/>
                </a:lnTo>
                <a:lnTo>
                  <a:pt x="186928" y="153519"/>
                </a:lnTo>
                <a:lnTo>
                  <a:pt x="184404" y="179832"/>
                </a:lnTo>
                <a:lnTo>
                  <a:pt x="363016" y="179832"/>
                </a:lnTo>
                <a:lnTo>
                  <a:pt x="370332" y="185928"/>
                </a:lnTo>
                <a:lnTo>
                  <a:pt x="364453" y="190500"/>
                </a:lnTo>
                <a:lnTo>
                  <a:pt x="184404" y="190500"/>
                </a:lnTo>
                <a:lnTo>
                  <a:pt x="172212" y="204216"/>
                </a:lnTo>
                <a:close/>
              </a:path>
              <a:path w="370840" h="376554">
                <a:moveTo>
                  <a:pt x="363016" y="179832"/>
                </a:moveTo>
                <a:lnTo>
                  <a:pt x="330708" y="179832"/>
                </a:lnTo>
                <a:lnTo>
                  <a:pt x="342900" y="163068"/>
                </a:lnTo>
                <a:lnTo>
                  <a:pt x="363016" y="179832"/>
                </a:lnTo>
                <a:close/>
              </a:path>
              <a:path w="370840" h="376554">
                <a:moveTo>
                  <a:pt x="337241" y="338328"/>
                </a:moveTo>
                <a:lnTo>
                  <a:pt x="298704" y="338328"/>
                </a:lnTo>
                <a:lnTo>
                  <a:pt x="306323" y="336804"/>
                </a:lnTo>
                <a:lnTo>
                  <a:pt x="310896" y="330708"/>
                </a:lnTo>
                <a:lnTo>
                  <a:pt x="323088" y="289559"/>
                </a:lnTo>
                <a:lnTo>
                  <a:pt x="328231" y="248602"/>
                </a:lnTo>
                <a:lnTo>
                  <a:pt x="332232" y="190500"/>
                </a:lnTo>
                <a:lnTo>
                  <a:pt x="364453" y="190500"/>
                </a:lnTo>
                <a:lnTo>
                  <a:pt x="356616" y="196596"/>
                </a:lnTo>
                <a:lnTo>
                  <a:pt x="354091" y="227790"/>
                </a:lnTo>
                <a:lnTo>
                  <a:pt x="351192" y="256032"/>
                </a:lnTo>
                <a:lnTo>
                  <a:pt x="348472" y="279320"/>
                </a:lnTo>
                <a:lnTo>
                  <a:pt x="345948" y="300228"/>
                </a:lnTo>
                <a:lnTo>
                  <a:pt x="343114" y="318206"/>
                </a:lnTo>
                <a:lnTo>
                  <a:pt x="339280" y="333184"/>
                </a:lnTo>
                <a:lnTo>
                  <a:pt x="337241" y="338328"/>
                </a:lnTo>
                <a:close/>
              </a:path>
              <a:path w="370840" h="376554">
                <a:moveTo>
                  <a:pt x="86868" y="252983"/>
                </a:moveTo>
                <a:lnTo>
                  <a:pt x="86868" y="225552"/>
                </a:lnTo>
                <a:lnTo>
                  <a:pt x="110350" y="225552"/>
                </a:lnTo>
                <a:lnTo>
                  <a:pt x="110467" y="227790"/>
                </a:lnTo>
                <a:lnTo>
                  <a:pt x="111252" y="240792"/>
                </a:lnTo>
                <a:lnTo>
                  <a:pt x="86868" y="252983"/>
                </a:lnTo>
                <a:close/>
              </a:path>
              <a:path w="370840" h="376554">
                <a:moveTo>
                  <a:pt x="117348" y="271271"/>
                </a:moveTo>
                <a:lnTo>
                  <a:pt x="100584" y="256032"/>
                </a:lnTo>
                <a:lnTo>
                  <a:pt x="257556" y="256032"/>
                </a:lnTo>
                <a:lnTo>
                  <a:pt x="278892" y="234695"/>
                </a:lnTo>
                <a:lnTo>
                  <a:pt x="309371" y="265176"/>
                </a:lnTo>
                <a:lnTo>
                  <a:pt x="150876" y="265176"/>
                </a:lnTo>
                <a:lnTo>
                  <a:pt x="141779" y="265699"/>
                </a:lnTo>
                <a:lnTo>
                  <a:pt x="132969" y="267081"/>
                </a:lnTo>
                <a:lnTo>
                  <a:pt x="124729" y="269033"/>
                </a:lnTo>
                <a:lnTo>
                  <a:pt x="117348" y="271271"/>
                </a:lnTo>
                <a:close/>
              </a:path>
              <a:path w="370840" h="376554">
                <a:moveTo>
                  <a:pt x="291084" y="376427"/>
                </a:moveTo>
                <a:lnTo>
                  <a:pt x="287083" y="365307"/>
                </a:lnTo>
                <a:lnTo>
                  <a:pt x="277368" y="354901"/>
                </a:lnTo>
                <a:lnTo>
                  <a:pt x="261937" y="345352"/>
                </a:lnTo>
                <a:lnTo>
                  <a:pt x="240792" y="336804"/>
                </a:lnTo>
                <a:lnTo>
                  <a:pt x="240792" y="330708"/>
                </a:lnTo>
                <a:lnTo>
                  <a:pt x="255912" y="332732"/>
                </a:lnTo>
                <a:lnTo>
                  <a:pt x="289559" y="336804"/>
                </a:lnTo>
                <a:lnTo>
                  <a:pt x="298704" y="338328"/>
                </a:lnTo>
                <a:lnTo>
                  <a:pt x="337241" y="338328"/>
                </a:lnTo>
                <a:lnTo>
                  <a:pt x="334589" y="345019"/>
                </a:lnTo>
                <a:lnTo>
                  <a:pt x="329184" y="353568"/>
                </a:lnTo>
                <a:lnTo>
                  <a:pt x="322587" y="360354"/>
                </a:lnTo>
                <a:lnTo>
                  <a:pt x="314134" y="366712"/>
                </a:lnTo>
                <a:lnTo>
                  <a:pt x="303680" y="372213"/>
                </a:lnTo>
                <a:lnTo>
                  <a:pt x="291084" y="37642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" name="object 54"/>
          <p:cNvSpPr/>
          <p:nvPr/>
        </p:nvSpPr>
        <p:spPr>
          <a:xfrm>
            <a:off x="8398764" y="5513070"/>
            <a:ext cx="148590" cy="295275"/>
          </a:xfrm>
          <a:custGeom>
            <a:avLst/>
            <a:gdLst/>
            <a:ahLst/>
            <a:cxnLst/>
            <a:rect l="l" t="t" r="r" b="b"/>
            <a:pathLst>
              <a:path w="148590" h="295275">
                <a:moveTo>
                  <a:pt x="25908" y="89154"/>
                </a:moveTo>
                <a:lnTo>
                  <a:pt x="13716" y="89154"/>
                </a:lnTo>
                <a:lnTo>
                  <a:pt x="9144" y="86106"/>
                </a:lnTo>
                <a:lnTo>
                  <a:pt x="4572" y="81534"/>
                </a:lnTo>
                <a:lnTo>
                  <a:pt x="1524" y="75438"/>
                </a:lnTo>
                <a:lnTo>
                  <a:pt x="0" y="67818"/>
                </a:lnTo>
                <a:lnTo>
                  <a:pt x="1524" y="57150"/>
                </a:lnTo>
                <a:lnTo>
                  <a:pt x="21336" y="23622"/>
                </a:lnTo>
                <a:lnTo>
                  <a:pt x="57912" y="2286"/>
                </a:lnTo>
                <a:lnTo>
                  <a:pt x="76962" y="0"/>
                </a:lnTo>
                <a:lnTo>
                  <a:pt x="86629" y="571"/>
                </a:lnTo>
                <a:lnTo>
                  <a:pt x="96012" y="2286"/>
                </a:lnTo>
                <a:lnTo>
                  <a:pt x="105156" y="4548"/>
                </a:lnTo>
                <a:lnTo>
                  <a:pt x="114300" y="8953"/>
                </a:lnTo>
                <a:lnTo>
                  <a:pt x="117835" y="11430"/>
                </a:lnTo>
                <a:lnTo>
                  <a:pt x="73152" y="11430"/>
                </a:lnTo>
                <a:lnTo>
                  <a:pt x="63412" y="12287"/>
                </a:lnTo>
                <a:lnTo>
                  <a:pt x="54673" y="14859"/>
                </a:lnTo>
                <a:lnTo>
                  <a:pt x="46791" y="19145"/>
                </a:lnTo>
                <a:lnTo>
                  <a:pt x="39624" y="25146"/>
                </a:lnTo>
                <a:lnTo>
                  <a:pt x="32718" y="30599"/>
                </a:lnTo>
                <a:lnTo>
                  <a:pt x="27813" y="35623"/>
                </a:lnTo>
                <a:lnTo>
                  <a:pt x="24622" y="40362"/>
                </a:lnTo>
                <a:lnTo>
                  <a:pt x="22860" y="44958"/>
                </a:lnTo>
                <a:lnTo>
                  <a:pt x="22860" y="49530"/>
                </a:lnTo>
                <a:lnTo>
                  <a:pt x="24384" y="54102"/>
                </a:lnTo>
                <a:lnTo>
                  <a:pt x="30480" y="55626"/>
                </a:lnTo>
                <a:lnTo>
                  <a:pt x="35052" y="58674"/>
                </a:lnTo>
                <a:lnTo>
                  <a:pt x="36576" y="63246"/>
                </a:lnTo>
                <a:lnTo>
                  <a:pt x="36576" y="75438"/>
                </a:lnTo>
                <a:lnTo>
                  <a:pt x="35052" y="80010"/>
                </a:lnTo>
                <a:lnTo>
                  <a:pt x="33528" y="83058"/>
                </a:lnTo>
                <a:lnTo>
                  <a:pt x="30480" y="87630"/>
                </a:lnTo>
                <a:lnTo>
                  <a:pt x="25908" y="89154"/>
                </a:lnTo>
                <a:close/>
              </a:path>
              <a:path w="148590" h="295275">
                <a:moveTo>
                  <a:pt x="74676" y="211074"/>
                </a:moveTo>
                <a:lnTo>
                  <a:pt x="69794" y="207335"/>
                </a:lnTo>
                <a:lnTo>
                  <a:pt x="66484" y="200596"/>
                </a:lnTo>
                <a:lnTo>
                  <a:pt x="64603" y="190714"/>
                </a:lnTo>
                <a:lnTo>
                  <a:pt x="64008" y="177546"/>
                </a:lnTo>
                <a:lnTo>
                  <a:pt x="65484" y="162687"/>
                </a:lnTo>
                <a:lnTo>
                  <a:pt x="70104" y="147828"/>
                </a:lnTo>
                <a:lnTo>
                  <a:pt x="78152" y="132969"/>
                </a:lnTo>
                <a:lnTo>
                  <a:pt x="89916" y="118110"/>
                </a:lnTo>
                <a:lnTo>
                  <a:pt x="100203" y="104060"/>
                </a:lnTo>
                <a:lnTo>
                  <a:pt x="108204" y="91440"/>
                </a:lnTo>
                <a:lnTo>
                  <a:pt x="113919" y="79962"/>
                </a:lnTo>
                <a:lnTo>
                  <a:pt x="117348" y="69342"/>
                </a:lnTo>
                <a:lnTo>
                  <a:pt x="117609" y="59959"/>
                </a:lnTo>
                <a:lnTo>
                  <a:pt x="116014" y="50292"/>
                </a:lnTo>
                <a:lnTo>
                  <a:pt x="91630" y="16192"/>
                </a:lnTo>
                <a:lnTo>
                  <a:pt x="73152" y="11430"/>
                </a:lnTo>
                <a:lnTo>
                  <a:pt x="117835" y="11430"/>
                </a:lnTo>
                <a:lnTo>
                  <a:pt x="146494" y="44196"/>
                </a:lnTo>
                <a:lnTo>
                  <a:pt x="148558" y="55626"/>
                </a:lnTo>
                <a:lnTo>
                  <a:pt x="148504" y="58674"/>
                </a:lnTo>
                <a:lnTo>
                  <a:pt x="137731" y="97536"/>
                </a:lnTo>
                <a:lnTo>
                  <a:pt x="112776" y="125730"/>
                </a:lnTo>
                <a:lnTo>
                  <a:pt x="98464" y="142065"/>
                </a:lnTo>
                <a:lnTo>
                  <a:pt x="87439" y="161544"/>
                </a:lnTo>
                <a:lnTo>
                  <a:pt x="79557" y="184451"/>
                </a:lnTo>
                <a:lnTo>
                  <a:pt x="74676" y="211074"/>
                </a:lnTo>
                <a:close/>
              </a:path>
              <a:path w="148590" h="295275">
                <a:moveTo>
                  <a:pt x="76200" y="294894"/>
                </a:moveTo>
                <a:lnTo>
                  <a:pt x="67056" y="294894"/>
                </a:lnTo>
                <a:lnTo>
                  <a:pt x="54864" y="288798"/>
                </a:lnTo>
                <a:lnTo>
                  <a:pt x="42410" y="257389"/>
                </a:lnTo>
                <a:lnTo>
                  <a:pt x="44005" y="250126"/>
                </a:lnTo>
                <a:lnTo>
                  <a:pt x="47601" y="244292"/>
                </a:lnTo>
                <a:lnTo>
                  <a:pt x="53340" y="240030"/>
                </a:lnTo>
                <a:lnTo>
                  <a:pt x="60960" y="235458"/>
                </a:lnTo>
                <a:lnTo>
                  <a:pt x="67056" y="233934"/>
                </a:lnTo>
                <a:lnTo>
                  <a:pt x="76200" y="233934"/>
                </a:lnTo>
                <a:lnTo>
                  <a:pt x="102108" y="262890"/>
                </a:lnTo>
                <a:lnTo>
                  <a:pt x="102155" y="271200"/>
                </a:lnTo>
                <a:lnTo>
                  <a:pt x="100203" y="277939"/>
                </a:lnTo>
                <a:lnTo>
                  <a:pt x="96535" y="283249"/>
                </a:lnTo>
                <a:lnTo>
                  <a:pt x="91440" y="287273"/>
                </a:lnTo>
                <a:lnTo>
                  <a:pt x="76200" y="29489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</p:spTree>
  </p:cSld>
  <p:clrMapOvr>
    <a:masterClrMapping/>
  </p:clrMapOvr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9572244" y="7229856"/>
            <a:ext cx="186055" cy="146685"/>
            <a:chOff x="9572244" y="7229856"/>
            <a:chExt cx="186055" cy="146685"/>
          </a:xfrm>
        </p:grpSpPr>
        <p:pic>
          <p:nvPicPr>
            <p:cNvPr id="3" name="object 3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9572244" y="7231380"/>
              <a:ext cx="70103" cy="141732"/>
            </a:xfrm>
            <a:prstGeom prst="rect">
              <a:avLst/>
            </a:prstGeom>
          </p:spPr>
        </p:pic>
        <p:pic>
          <p:nvPicPr>
            <p:cNvPr id="4" name="object 4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9666777" y="7229856"/>
              <a:ext cx="91394" cy="146304"/>
            </a:xfrm>
            <a:prstGeom prst="rect">
              <a:avLst/>
            </a:prstGeom>
          </p:spPr>
        </p:pic>
      </p:grpSp>
      <p:sp>
        <p:nvSpPr>
          <p:cNvPr id="5" name="object 5"/>
          <p:cNvSpPr/>
          <p:nvPr/>
        </p:nvSpPr>
        <p:spPr>
          <a:xfrm>
            <a:off x="1708404" y="1269491"/>
            <a:ext cx="538480" cy="554990"/>
          </a:xfrm>
          <a:custGeom>
            <a:avLst/>
            <a:gdLst/>
            <a:ahLst/>
            <a:cxnLst/>
            <a:rect l="l" t="t" r="r" b="b"/>
            <a:pathLst>
              <a:path w="538480" h="554989">
                <a:moveTo>
                  <a:pt x="7619" y="301752"/>
                </a:moveTo>
                <a:lnTo>
                  <a:pt x="0" y="297180"/>
                </a:lnTo>
                <a:lnTo>
                  <a:pt x="24598" y="253484"/>
                </a:lnTo>
                <a:lnTo>
                  <a:pt x="45910" y="211645"/>
                </a:lnTo>
                <a:lnTo>
                  <a:pt x="64079" y="171807"/>
                </a:lnTo>
                <a:lnTo>
                  <a:pt x="79247" y="134112"/>
                </a:lnTo>
                <a:lnTo>
                  <a:pt x="90987" y="97512"/>
                </a:lnTo>
                <a:lnTo>
                  <a:pt x="109894" y="30599"/>
                </a:lnTo>
                <a:lnTo>
                  <a:pt x="117347" y="0"/>
                </a:lnTo>
                <a:lnTo>
                  <a:pt x="169164" y="28955"/>
                </a:lnTo>
                <a:lnTo>
                  <a:pt x="133159" y="82224"/>
                </a:lnTo>
                <a:lnTo>
                  <a:pt x="108013" y="142089"/>
                </a:lnTo>
                <a:lnTo>
                  <a:pt x="100583" y="160020"/>
                </a:lnTo>
                <a:lnTo>
                  <a:pt x="134112" y="175260"/>
                </a:lnTo>
                <a:lnTo>
                  <a:pt x="114300" y="192024"/>
                </a:lnTo>
                <a:lnTo>
                  <a:pt x="114300" y="196596"/>
                </a:lnTo>
                <a:lnTo>
                  <a:pt x="83819" y="196596"/>
                </a:lnTo>
                <a:lnTo>
                  <a:pt x="60983" y="230600"/>
                </a:lnTo>
                <a:lnTo>
                  <a:pt x="40576" y="259461"/>
                </a:lnTo>
                <a:lnTo>
                  <a:pt x="22740" y="283178"/>
                </a:lnTo>
                <a:lnTo>
                  <a:pt x="7619" y="301752"/>
                </a:lnTo>
                <a:close/>
              </a:path>
              <a:path w="538480" h="554989">
                <a:moveTo>
                  <a:pt x="172212" y="96012"/>
                </a:moveTo>
                <a:lnTo>
                  <a:pt x="150876" y="76200"/>
                </a:lnTo>
                <a:lnTo>
                  <a:pt x="320040" y="76200"/>
                </a:lnTo>
                <a:lnTo>
                  <a:pt x="347472" y="50292"/>
                </a:lnTo>
                <a:lnTo>
                  <a:pt x="387096" y="91440"/>
                </a:lnTo>
                <a:lnTo>
                  <a:pt x="198119" y="91440"/>
                </a:lnTo>
                <a:lnTo>
                  <a:pt x="172212" y="96012"/>
                </a:lnTo>
                <a:close/>
              </a:path>
              <a:path w="538480" h="554989">
                <a:moveTo>
                  <a:pt x="143255" y="348996"/>
                </a:moveTo>
                <a:lnTo>
                  <a:pt x="135635" y="341376"/>
                </a:lnTo>
                <a:lnTo>
                  <a:pt x="155328" y="312515"/>
                </a:lnTo>
                <a:lnTo>
                  <a:pt x="173164" y="280797"/>
                </a:lnTo>
                <a:lnTo>
                  <a:pt x="202691" y="208788"/>
                </a:lnTo>
                <a:lnTo>
                  <a:pt x="213860" y="172235"/>
                </a:lnTo>
                <a:lnTo>
                  <a:pt x="228195" y="113418"/>
                </a:lnTo>
                <a:lnTo>
                  <a:pt x="231647" y="91440"/>
                </a:lnTo>
                <a:lnTo>
                  <a:pt x="269747" y="91440"/>
                </a:lnTo>
                <a:lnTo>
                  <a:pt x="265199" y="107108"/>
                </a:lnTo>
                <a:lnTo>
                  <a:pt x="258508" y="128778"/>
                </a:lnTo>
                <a:lnTo>
                  <a:pt x="249816" y="156162"/>
                </a:lnTo>
                <a:lnTo>
                  <a:pt x="239267" y="188976"/>
                </a:lnTo>
                <a:lnTo>
                  <a:pt x="363582" y="188976"/>
                </a:lnTo>
                <a:lnTo>
                  <a:pt x="373380" y="196596"/>
                </a:lnTo>
                <a:lnTo>
                  <a:pt x="362542" y="202692"/>
                </a:lnTo>
                <a:lnTo>
                  <a:pt x="234695" y="202692"/>
                </a:lnTo>
                <a:lnTo>
                  <a:pt x="226956" y="219289"/>
                </a:lnTo>
                <a:lnTo>
                  <a:pt x="219646" y="234886"/>
                </a:lnTo>
                <a:lnTo>
                  <a:pt x="212621" y="249626"/>
                </a:lnTo>
                <a:lnTo>
                  <a:pt x="205739" y="263652"/>
                </a:lnTo>
                <a:lnTo>
                  <a:pt x="219486" y="272796"/>
                </a:lnTo>
                <a:lnTo>
                  <a:pt x="201167" y="272796"/>
                </a:lnTo>
                <a:lnTo>
                  <a:pt x="189118" y="291988"/>
                </a:lnTo>
                <a:lnTo>
                  <a:pt x="175640" y="310896"/>
                </a:lnTo>
                <a:lnTo>
                  <a:pt x="160448" y="329803"/>
                </a:lnTo>
                <a:lnTo>
                  <a:pt x="143255" y="348996"/>
                </a:lnTo>
                <a:close/>
              </a:path>
              <a:path w="538480" h="554989">
                <a:moveTo>
                  <a:pt x="363582" y="188976"/>
                </a:moveTo>
                <a:lnTo>
                  <a:pt x="313943" y="188976"/>
                </a:lnTo>
                <a:lnTo>
                  <a:pt x="332232" y="164592"/>
                </a:lnTo>
                <a:lnTo>
                  <a:pt x="363582" y="188976"/>
                </a:lnTo>
                <a:close/>
              </a:path>
              <a:path w="538480" h="554989">
                <a:moveTo>
                  <a:pt x="80771" y="554736"/>
                </a:moveTo>
                <a:lnTo>
                  <a:pt x="82893" y="486537"/>
                </a:lnTo>
                <a:lnTo>
                  <a:pt x="83558" y="461938"/>
                </a:lnTo>
                <a:lnTo>
                  <a:pt x="83760" y="446532"/>
                </a:lnTo>
                <a:lnTo>
                  <a:pt x="83819" y="196596"/>
                </a:lnTo>
                <a:lnTo>
                  <a:pt x="114300" y="196596"/>
                </a:lnTo>
                <a:lnTo>
                  <a:pt x="114384" y="453390"/>
                </a:lnTo>
                <a:lnTo>
                  <a:pt x="116228" y="513397"/>
                </a:lnTo>
                <a:lnTo>
                  <a:pt x="117347" y="537972"/>
                </a:lnTo>
                <a:lnTo>
                  <a:pt x="80771" y="554736"/>
                </a:lnTo>
                <a:close/>
              </a:path>
              <a:path w="538480" h="554989">
                <a:moveTo>
                  <a:pt x="131064" y="536448"/>
                </a:moveTo>
                <a:lnTo>
                  <a:pt x="126491" y="528828"/>
                </a:lnTo>
                <a:lnTo>
                  <a:pt x="153638" y="507968"/>
                </a:lnTo>
                <a:lnTo>
                  <a:pt x="177926" y="486537"/>
                </a:lnTo>
                <a:lnTo>
                  <a:pt x="217931" y="441960"/>
                </a:lnTo>
                <a:lnTo>
                  <a:pt x="248411" y="395097"/>
                </a:lnTo>
                <a:lnTo>
                  <a:pt x="274319" y="341376"/>
                </a:lnTo>
                <a:lnTo>
                  <a:pt x="296036" y="279463"/>
                </a:lnTo>
                <a:lnTo>
                  <a:pt x="315467" y="202692"/>
                </a:lnTo>
                <a:lnTo>
                  <a:pt x="362542" y="202692"/>
                </a:lnTo>
                <a:lnTo>
                  <a:pt x="348996" y="210312"/>
                </a:lnTo>
                <a:lnTo>
                  <a:pt x="335875" y="262008"/>
                </a:lnTo>
                <a:lnTo>
                  <a:pt x="321754" y="307276"/>
                </a:lnTo>
                <a:lnTo>
                  <a:pt x="306776" y="345971"/>
                </a:lnTo>
                <a:lnTo>
                  <a:pt x="275391" y="405384"/>
                </a:lnTo>
                <a:lnTo>
                  <a:pt x="239434" y="453390"/>
                </a:lnTo>
                <a:lnTo>
                  <a:pt x="199215" y="491656"/>
                </a:lnTo>
                <a:lnTo>
                  <a:pt x="154733" y="523041"/>
                </a:lnTo>
                <a:lnTo>
                  <a:pt x="131064" y="536448"/>
                </a:lnTo>
                <a:close/>
              </a:path>
              <a:path w="538480" h="554989">
                <a:moveTo>
                  <a:pt x="243839" y="356616"/>
                </a:moveTo>
                <a:lnTo>
                  <a:pt x="240791" y="356616"/>
                </a:lnTo>
                <a:lnTo>
                  <a:pt x="237624" y="355163"/>
                </a:lnTo>
                <a:lnTo>
                  <a:pt x="234886" y="350710"/>
                </a:lnTo>
                <a:lnTo>
                  <a:pt x="232433" y="343114"/>
                </a:lnTo>
                <a:lnTo>
                  <a:pt x="230123" y="332232"/>
                </a:lnTo>
                <a:lnTo>
                  <a:pt x="224956" y="317158"/>
                </a:lnTo>
                <a:lnTo>
                  <a:pt x="218503" y="301942"/>
                </a:lnTo>
                <a:lnTo>
                  <a:pt x="210621" y="287012"/>
                </a:lnTo>
                <a:lnTo>
                  <a:pt x="201167" y="272796"/>
                </a:lnTo>
                <a:lnTo>
                  <a:pt x="219486" y="272796"/>
                </a:lnTo>
                <a:lnTo>
                  <a:pt x="251459" y="301752"/>
                </a:lnTo>
                <a:lnTo>
                  <a:pt x="260603" y="318516"/>
                </a:lnTo>
                <a:lnTo>
                  <a:pt x="260603" y="330708"/>
                </a:lnTo>
                <a:lnTo>
                  <a:pt x="257555" y="338328"/>
                </a:lnTo>
                <a:lnTo>
                  <a:pt x="251442" y="345971"/>
                </a:lnTo>
                <a:lnTo>
                  <a:pt x="246887" y="352044"/>
                </a:lnTo>
                <a:lnTo>
                  <a:pt x="243839" y="356616"/>
                </a:lnTo>
                <a:close/>
              </a:path>
              <a:path w="538480" h="554989">
                <a:moveTo>
                  <a:pt x="519124" y="504324"/>
                </a:moveTo>
                <a:lnTo>
                  <a:pt x="463367" y="504324"/>
                </a:lnTo>
                <a:lnTo>
                  <a:pt x="473964" y="502920"/>
                </a:lnTo>
                <a:lnTo>
                  <a:pt x="479964" y="500348"/>
                </a:lnTo>
                <a:lnTo>
                  <a:pt x="484251" y="494919"/>
                </a:lnTo>
                <a:lnTo>
                  <a:pt x="486822" y="486632"/>
                </a:lnTo>
                <a:lnTo>
                  <a:pt x="487680" y="475488"/>
                </a:lnTo>
                <a:lnTo>
                  <a:pt x="487656" y="97202"/>
                </a:lnTo>
                <a:lnTo>
                  <a:pt x="487489" y="71247"/>
                </a:lnTo>
                <a:lnTo>
                  <a:pt x="487037" y="41290"/>
                </a:lnTo>
                <a:lnTo>
                  <a:pt x="486156" y="7619"/>
                </a:lnTo>
                <a:lnTo>
                  <a:pt x="537972" y="33528"/>
                </a:lnTo>
                <a:lnTo>
                  <a:pt x="519684" y="47243"/>
                </a:lnTo>
                <a:lnTo>
                  <a:pt x="519624" y="500348"/>
                </a:lnTo>
                <a:lnTo>
                  <a:pt x="519124" y="504324"/>
                </a:lnTo>
                <a:close/>
              </a:path>
              <a:path w="538480" h="554989">
                <a:moveTo>
                  <a:pt x="394716" y="420624"/>
                </a:moveTo>
                <a:lnTo>
                  <a:pt x="395597" y="384905"/>
                </a:lnTo>
                <a:lnTo>
                  <a:pt x="396049" y="355473"/>
                </a:lnTo>
                <a:lnTo>
                  <a:pt x="396123" y="150876"/>
                </a:lnTo>
                <a:lnTo>
                  <a:pt x="396049" y="142494"/>
                </a:lnTo>
                <a:lnTo>
                  <a:pt x="395597" y="124777"/>
                </a:lnTo>
                <a:lnTo>
                  <a:pt x="394716" y="108204"/>
                </a:lnTo>
                <a:lnTo>
                  <a:pt x="446532" y="131064"/>
                </a:lnTo>
                <a:lnTo>
                  <a:pt x="428244" y="150876"/>
                </a:lnTo>
                <a:lnTo>
                  <a:pt x="428355" y="332327"/>
                </a:lnTo>
                <a:lnTo>
                  <a:pt x="428434" y="342519"/>
                </a:lnTo>
                <a:lnTo>
                  <a:pt x="428886" y="370189"/>
                </a:lnTo>
                <a:lnTo>
                  <a:pt x="429768" y="403860"/>
                </a:lnTo>
                <a:lnTo>
                  <a:pt x="394716" y="420624"/>
                </a:lnTo>
                <a:close/>
              </a:path>
              <a:path w="538480" h="554989">
                <a:moveTo>
                  <a:pt x="470916" y="554736"/>
                </a:moveTo>
                <a:lnTo>
                  <a:pt x="465462" y="540734"/>
                </a:lnTo>
                <a:lnTo>
                  <a:pt x="451294" y="528447"/>
                </a:lnTo>
                <a:lnTo>
                  <a:pt x="428267" y="517874"/>
                </a:lnTo>
                <a:lnTo>
                  <a:pt x="396240" y="509016"/>
                </a:lnTo>
                <a:lnTo>
                  <a:pt x="399288" y="496824"/>
                </a:lnTo>
                <a:lnTo>
                  <a:pt x="426172" y="501419"/>
                </a:lnTo>
                <a:lnTo>
                  <a:pt x="447484" y="503872"/>
                </a:lnTo>
                <a:lnTo>
                  <a:pt x="463367" y="504324"/>
                </a:lnTo>
                <a:lnTo>
                  <a:pt x="519124" y="504324"/>
                </a:lnTo>
                <a:lnTo>
                  <a:pt x="517421" y="517874"/>
                </a:lnTo>
                <a:lnTo>
                  <a:pt x="508444" y="533019"/>
                </a:lnTo>
                <a:lnTo>
                  <a:pt x="492894" y="545306"/>
                </a:lnTo>
                <a:lnTo>
                  <a:pt x="470916" y="554736"/>
                </a:lnTo>
                <a:close/>
              </a:path>
            </a:pathLst>
          </a:custGeom>
          <a:solidFill>
            <a:srgbClr val="3333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" name="object 6"/>
          <p:cNvSpPr/>
          <p:nvPr/>
        </p:nvSpPr>
        <p:spPr>
          <a:xfrm>
            <a:off x="2322576" y="1281684"/>
            <a:ext cx="558165" cy="546100"/>
          </a:xfrm>
          <a:custGeom>
            <a:avLst/>
            <a:gdLst/>
            <a:ahLst/>
            <a:cxnLst/>
            <a:rect l="l" t="t" r="r" b="b"/>
            <a:pathLst>
              <a:path w="558164" h="546100">
                <a:moveTo>
                  <a:pt x="239267" y="545592"/>
                </a:moveTo>
                <a:lnTo>
                  <a:pt x="234410" y="528185"/>
                </a:lnTo>
                <a:lnTo>
                  <a:pt x="219836" y="512635"/>
                </a:lnTo>
                <a:lnTo>
                  <a:pt x="195548" y="499086"/>
                </a:lnTo>
                <a:lnTo>
                  <a:pt x="161544" y="487679"/>
                </a:lnTo>
                <a:lnTo>
                  <a:pt x="161544" y="475488"/>
                </a:lnTo>
                <a:lnTo>
                  <a:pt x="215074" y="481012"/>
                </a:lnTo>
                <a:lnTo>
                  <a:pt x="233767" y="482560"/>
                </a:lnTo>
                <a:lnTo>
                  <a:pt x="246888" y="483107"/>
                </a:lnTo>
                <a:lnTo>
                  <a:pt x="255984" y="481083"/>
                </a:lnTo>
                <a:lnTo>
                  <a:pt x="262509" y="474916"/>
                </a:lnTo>
                <a:lnTo>
                  <a:pt x="266176" y="464462"/>
                </a:lnTo>
                <a:lnTo>
                  <a:pt x="266700" y="449579"/>
                </a:lnTo>
                <a:lnTo>
                  <a:pt x="266700" y="248412"/>
                </a:lnTo>
                <a:lnTo>
                  <a:pt x="79248" y="248412"/>
                </a:lnTo>
                <a:lnTo>
                  <a:pt x="64412" y="248959"/>
                </a:lnTo>
                <a:lnTo>
                  <a:pt x="49720" y="250507"/>
                </a:lnTo>
                <a:lnTo>
                  <a:pt x="35313" y="252912"/>
                </a:lnTo>
                <a:lnTo>
                  <a:pt x="21336" y="256031"/>
                </a:lnTo>
                <a:lnTo>
                  <a:pt x="0" y="234695"/>
                </a:lnTo>
                <a:lnTo>
                  <a:pt x="266700" y="234695"/>
                </a:lnTo>
                <a:lnTo>
                  <a:pt x="266438" y="208430"/>
                </a:lnTo>
                <a:lnTo>
                  <a:pt x="265747" y="182308"/>
                </a:lnTo>
                <a:lnTo>
                  <a:pt x="263652" y="131063"/>
                </a:lnTo>
                <a:lnTo>
                  <a:pt x="297180" y="152399"/>
                </a:lnTo>
                <a:lnTo>
                  <a:pt x="428243" y="42671"/>
                </a:lnTo>
                <a:lnTo>
                  <a:pt x="155448" y="42671"/>
                </a:lnTo>
                <a:lnTo>
                  <a:pt x="140636" y="43219"/>
                </a:lnTo>
                <a:lnTo>
                  <a:pt x="126111" y="44767"/>
                </a:lnTo>
                <a:lnTo>
                  <a:pt x="112156" y="47172"/>
                </a:lnTo>
                <a:lnTo>
                  <a:pt x="99060" y="50291"/>
                </a:lnTo>
                <a:lnTo>
                  <a:pt x="77724" y="28955"/>
                </a:lnTo>
                <a:lnTo>
                  <a:pt x="428243" y="28955"/>
                </a:lnTo>
                <a:lnTo>
                  <a:pt x="460248" y="0"/>
                </a:lnTo>
                <a:lnTo>
                  <a:pt x="505967" y="51815"/>
                </a:lnTo>
                <a:lnTo>
                  <a:pt x="453675" y="66603"/>
                </a:lnTo>
                <a:lnTo>
                  <a:pt x="407908" y="92297"/>
                </a:lnTo>
                <a:lnTo>
                  <a:pt x="344947" y="133445"/>
                </a:lnTo>
                <a:lnTo>
                  <a:pt x="306324" y="160019"/>
                </a:lnTo>
                <a:lnTo>
                  <a:pt x="327660" y="173735"/>
                </a:lnTo>
                <a:lnTo>
                  <a:pt x="301752" y="188975"/>
                </a:lnTo>
                <a:lnTo>
                  <a:pt x="301752" y="234695"/>
                </a:lnTo>
                <a:lnTo>
                  <a:pt x="466343" y="234695"/>
                </a:lnTo>
                <a:lnTo>
                  <a:pt x="505967" y="195072"/>
                </a:lnTo>
                <a:lnTo>
                  <a:pt x="557784" y="248412"/>
                </a:lnTo>
                <a:lnTo>
                  <a:pt x="301752" y="248412"/>
                </a:lnTo>
                <a:lnTo>
                  <a:pt x="301752" y="478536"/>
                </a:lnTo>
                <a:lnTo>
                  <a:pt x="297989" y="499729"/>
                </a:lnTo>
                <a:lnTo>
                  <a:pt x="286512" y="517779"/>
                </a:lnTo>
                <a:lnTo>
                  <a:pt x="267033" y="532971"/>
                </a:lnTo>
                <a:lnTo>
                  <a:pt x="239267" y="545592"/>
                </a:lnTo>
                <a:close/>
              </a:path>
            </a:pathLst>
          </a:custGeom>
          <a:solidFill>
            <a:srgbClr val="3333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" name="object 7"/>
          <p:cNvSpPr/>
          <p:nvPr/>
        </p:nvSpPr>
        <p:spPr>
          <a:xfrm>
            <a:off x="1455419" y="2586227"/>
            <a:ext cx="155575" cy="155575"/>
          </a:xfrm>
          <a:custGeom>
            <a:avLst/>
            <a:gdLst/>
            <a:ahLst/>
            <a:cxnLst/>
            <a:rect l="l" t="t" r="r" b="b"/>
            <a:pathLst>
              <a:path w="155575" h="155575">
                <a:moveTo>
                  <a:pt x="155447" y="155448"/>
                </a:moveTo>
                <a:lnTo>
                  <a:pt x="0" y="155448"/>
                </a:lnTo>
                <a:lnTo>
                  <a:pt x="0" y="0"/>
                </a:lnTo>
                <a:lnTo>
                  <a:pt x="155447" y="0"/>
                </a:lnTo>
                <a:lnTo>
                  <a:pt x="155447" y="155448"/>
                </a:lnTo>
                <a:close/>
              </a:path>
            </a:pathLst>
          </a:custGeom>
          <a:solidFill>
            <a:srgbClr val="3333C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1828787" y="2394203"/>
            <a:ext cx="841375" cy="414655"/>
          </a:xfrm>
          <a:custGeom>
            <a:avLst/>
            <a:gdLst/>
            <a:ahLst/>
            <a:cxnLst/>
            <a:rect l="l" t="t" r="r" b="b"/>
            <a:pathLst>
              <a:path w="841375" h="414655">
                <a:moveTo>
                  <a:pt x="409956" y="155448"/>
                </a:moveTo>
                <a:lnTo>
                  <a:pt x="379476" y="123444"/>
                </a:lnTo>
                <a:lnTo>
                  <a:pt x="356616" y="144780"/>
                </a:lnTo>
                <a:lnTo>
                  <a:pt x="246888" y="144780"/>
                </a:lnTo>
                <a:lnTo>
                  <a:pt x="301307" y="86868"/>
                </a:lnTo>
                <a:lnTo>
                  <a:pt x="309473" y="78130"/>
                </a:lnTo>
                <a:lnTo>
                  <a:pt x="333756" y="51816"/>
                </a:lnTo>
                <a:lnTo>
                  <a:pt x="347472" y="47244"/>
                </a:lnTo>
                <a:lnTo>
                  <a:pt x="318516" y="21336"/>
                </a:lnTo>
                <a:lnTo>
                  <a:pt x="293357" y="57340"/>
                </a:lnTo>
                <a:lnTo>
                  <a:pt x="272173" y="84607"/>
                </a:lnTo>
                <a:lnTo>
                  <a:pt x="270408" y="82753"/>
                </a:lnTo>
                <a:lnTo>
                  <a:pt x="270408" y="86868"/>
                </a:lnTo>
                <a:lnTo>
                  <a:pt x="268033" y="89916"/>
                </a:lnTo>
                <a:lnTo>
                  <a:pt x="242443" y="119062"/>
                </a:lnTo>
                <a:lnTo>
                  <a:pt x="216408" y="144780"/>
                </a:lnTo>
                <a:lnTo>
                  <a:pt x="196596" y="144780"/>
                </a:lnTo>
                <a:lnTo>
                  <a:pt x="196596" y="86868"/>
                </a:lnTo>
                <a:lnTo>
                  <a:pt x="270408" y="86868"/>
                </a:lnTo>
                <a:lnTo>
                  <a:pt x="270408" y="82753"/>
                </a:lnTo>
                <a:lnTo>
                  <a:pt x="246888" y="57912"/>
                </a:lnTo>
                <a:lnTo>
                  <a:pt x="224028" y="76200"/>
                </a:lnTo>
                <a:lnTo>
                  <a:pt x="196596" y="76200"/>
                </a:lnTo>
                <a:lnTo>
                  <a:pt x="196596" y="33528"/>
                </a:lnTo>
                <a:lnTo>
                  <a:pt x="213360" y="19812"/>
                </a:lnTo>
                <a:lnTo>
                  <a:pt x="170688" y="4572"/>
                </a:lnTo>
                <a:lnTo>
                  <a:pt x="170929" y="15125"/>
                </a:lnTo>
                <a:lnTo>
                  <a:pt x="171450" y="30670"/>
                </a:lnTo>
                <a:lnTo>
                  <a:pt x="171983" y="51816"/>
                </a:lnTo>
                <a:lnTo>
                  <a:pt x="172212" y="76200"/>
                </a:lnTo>
                <a:lnTo>
                  <a:pt x="62484" y="76200"/>
                </a:lnTo>
                <a:lnTo>
                  <a:pt x="77724" y="92964"/>
                </a:lnTo>
                <a:lnTo>
                  <a:pt x="88036" y="90093"/>
                </a:lnTo>
                <a:lnTo>
                  <a:pt x="98488" y="88201"/>
                </a:lnTo>
                <a:lnTo>
                  <a:pt x="109232" y="87185"/>
                </a:lnTo>
                <a:lnTo>
                  <a:pt x="120396" y="86868"/>
                </a:lnTo>
                <a:lnTo>
                  <a:pt x="172212" y="86868"/>
                </a:lnTo>
                <a:lnTo>
                  <a:pt x="172212" y="144780"/>
                </a:lnTo>
                <a:lnTo>
                  <a:pt x="0" y="144780"/>
                </a:lnTo>
                <a:lnTo>
                  <a:pt x="15240" y="160020"/>
                </a:lnTo>
                <a:lnTo>
                  <a:pt x="25552" y="158026"/>
                </a:lnTo>
                <a:lnTo>
                  <a:pt x="36004" y="156591"/>
                </a:lnTo>
                <a:lnTo>
                  <a:pt x="46748" y="155740"/>
                </a:lnTo>
                <a:lnTo>
                  <a:pt x="57912" y="155448"/>
                </a:lnTo>
                <a:lnTo>
                  <a:pt x="207264" y="155448"/>
                </a:lnTo>
                <a:lnTo>
                  <a:pt x="157924" y="198501"/>
                </a:lnTo>
                <a:lnTo>
                  <a:pt x="109728" y="234696"/>
                </a:lnTo>
                <a:lnTo>
                  <a:pt x="60388" y="264414"/>
                </a:lnTo>
                <a:lnTo>
                  <a:pt x="12192" y="289560"/>
                </a:lnTo>
                <a:lnTo>
                  <a:pt x="13716" y="295656"/>
                </a:lnTo>
                <a:lnTo>
                  <a:pt x="54292" y="279844"/>
                </a:lnTo>
                <a:lnTo>
                  <a:pt x="96012" y="260604"/>
                </a:lnTo>
                <a:lnTo>
                  <a:pt x="135826" y="237363"/>
                </a:lnTo>
                <a:lnTo>
                  <a:pt x="172212" y="211836"/>
                </a:lnTo>
                <a:lnTo>
                  <a:pt x="181356" y="225552"/>
                </a:lnTo>
                <a:lnTo>
                  <a:pt x="193548" y="220980"/>
                </a:lnTo>
                <a:lnTo>
                  <a:pt x="187452" y="246126"/>
                </a:lnTo>
                <a:lnTo>
                  <a:pt x="184556" y="256984"/>
                </a:lnTo>
                <a:lnTo>
                  <a:pt x="181356" y="266700"/>
                </a:lnTo>
                <a:lnTo>
                  <a:pt x="164592" y="278892"/>
                </a:lnTo>
                <a:lnTo>
                  <a:pt x="187452" y="298704"/>
                </a:lnTo>
                <a:lnTo>
                  <a:pt x="199644" y="284988"/>
                </a:lnTo>
                <a:lnTo>
                  <a:pt x="315468" y="284988"/>
                </a:lnTo>
                <a:lnTo>
                  <a:pt x="309168" y="314972"/>
                </a:lnTo>
                <a:lnTo>
                  <a:pt x="303847" y="338518"/>
                </a:lnTo>
                <a:lnTo>
                  <a:pt x="299402" y="355498"/>
                </a:lnTo>
                <a:lnTo>
                  <a:pt x="295656" y="365760"/>
                </a:lnTo>
                <a:lnTo>
                  <a:pt x="292608" y="374904"/>
                </a:lnTo>
                <a:lnTo>
                  <a:pt x="284988" y="379476"/>
                </a:lnTo>
                <a:lnTo>
                  <a:pt x="274320" y="379476"/>
                </a:lnTo>
                <a:lnTo>
                  <a:pt x="262039" y="378383"/>
                </a:lnTo>
                <a:lnTo>
                  <a:pt x="243459" y="375285"/>
                </a:lnTo>
                <a:lnTo>
                  <a:pt x="187452" y="364236"/>
                </a:lnTo>
                <a:lnTo>
                  <a:pt x="185928" y="370332"/>
                </a:lnTo>
                <a:lnTo>
                  <a:pt x="212839" y="379793"/>
                </a:lnTo>
                <a:lnTo>
                  <a:pt x="232029" y="389953"/>
                </a:lnTo>
                <a:lnTo>
                  <a:pt x="243801" y="400989"/>
                </a:lnTo>
                <a:lnTo>
                  <a:pt x="248412" y="413004"/>
                </a:lnTo>
                <a:lnTo>
                  <a:pt x="267042" y="410438"/>
                </a:lnTo>
                <a:lnTo>
                  <a:pt x="307403" y="393890"/>
                </a:lnTo>
                <a:lnTo>
                  <a:pt x="316471" y="379476"/>
                </a:lnTo>
                <a:lnTo>
                  <a:pt x="316979" y="378510"/>
                </a:lnTo>
                <a:lnTo>
                  <a:pt x="328231" y="339090"/>
                </a:lnTo>
                <a:lnTo>
                  <a:pt x="339852" y="291084"/>
                </a:lnTo>
                <a:lnTo>
                  <a:pt x="350012" y="284988"/>
                </a:lnTo>
                <a:lnTo>
                  <a:pt x="355092" y="281940"/>
                </a:lnTo>
                <a:lnTo>
                  <a:pt x="346049" y="274320"/>
                </a:lnTo>
                <a:lnTo>
                  <a:pt x="326136" y="257556"/>
                </a:lnTo>
                <a:lnTo>
                  <a:pt x="312420" y="274320"/>
                </a:lnTo>
                <a:lnTo>
                  <a:pt x="201168" y="274320"/>
                </a:lnTo>
                <a:lnTo>
                  <a:pt x="206629" y="259778"/>
                </a:lnTo>
                <a:lnTo>
                  <a:pt x="216395" y="232968"/>
                </a:lnTo>
                <a:lnTo>
                  <a:pt x="220980" y="220980"/>
                </a:lnTo>
                <a:lnTo>
                  <a:pt x="371856" y="220980"/>
                </a:lnTo>
                <a:lnTo>
                  <a:pt x="363131" y="211836"/>
                </a:lnTo>
                <a:lnTo>
                  <a:pt x="361683" y="210312"/>
                </a:lnTo>
                <a:lnTo>
                  <a:pt x="339852" y="187452"/>
                </a:lnTo>
                <a:lnTo>
                  <a:pt x="315468" y="210312"/>
                </a:lnTo>
                <a:lnTo>
                  <a:pt x="173736" y="210312"/>
                </a:lnTo>
                <a:lnTo>
                  <a:pt x="189738" y="197459"/>
                </a:lnTo>
                <a:lnTo>
                  <a:pt x="205740" y="184023"/>
                </a:lnTo>
                <a:lnTo>
                  <a:pt x="221742" y="170027"/>
                </a:lnTo>
                <a:lnTo>
                  <a:pt x="237744" y="155448"/>
                </a:lnTo>
                <a:lnTo>
                  <a:pt x="409956" y="155448"/>
                </a:lnTo>
                <a:close/>
              </a:path>
              <a:path w="841375" h="414655">
                <a:moveTo>
                  <a:pt x="566940" y="277368"/>
                </a:moveTo>
                <a:lnTo>
                  <a:pt x="559320" y="277368"/>
                </a:lnTo>
                <a:lnTo>
                  <a:pt x="554507" y="293090"/>
                </a:lnTo>
                <a:lnTo>
                  <a:pt x="549414" y="305943"/>
                </a:lnTo>
                <a:lnTo>
                  <a:pt x="525145" y="338315"/>
                </a:lnTo>
                <a:lnTo>
                  <a:pt x="515124" y="345948"/>
                </a:lnTo>
                <a:lnTo>
                  <a:pt x="513600" y="348996"/>
                </a:lnTo>
                <a:lnTo>
                  <a:pt x="513600" y="353568"/>
                </a:lnTo>
                <a:lnTo>
                  <a:pt x="515124" y="355092"/>
                </a:lnTo>
                <a:lnTo>
                  <a:pt x="519696" y="358140"/>
                </a:lnTo>
                <a:lnTo>
                  <a:pt x="524268" y="359664"/>
                </a:lnTo>
                <a:lnTo>
                  <a:pt x="539508" y="359664"/>
                </a:lnTo>
                <a:lnTo>
                  <a:pt x="551700" y="353568"/>
                </a:lnTo>
                <a:lnTo>
                  <a:pt x="556272" y="347472"/>
                </a:lnTo>
                <a:lnTo>
                  <a:pt x="559320" y="336804"/>
                </a:lnTo>
                <a:lnTo>
                  <a:pt x="562216" y="327088"/>
                </a:lnTo>
                <a:lnTo>
                  <a:pt x="564273" y="313944"/>
                </a:lnTo>
                <a:lnTo>
                  <a:pt x="565746" y="297370"/>
                </a:lnTo>
                <a:lnTo>
                  <a:pt x="566940" y="277368"/>
                </a:lnTo>
                <a:close/>
              </a:path>
              <a:path w="841375" h="414655">
                <a:moveTo>
                  <a:pt x="711720" y="278892"/>
                </a:moveTo>
                <a:lnTo>
                  <a:pt x="670420" y="247205"/>
                </a:lnTo>
                <a:lnTo>
                  <a:pt x="650760" y="237744"/>
                </a:lnTo>
                <a:lnTo>
                  <a:pt x="646188" y="242316"/>
                </a:lnTo>
                <a:lnTo>
                  <a:pt x="659904" y="257111"/>
                </a:lnTo>
                <a:lnTo>
                  <a:pt x="671334" y="271462"/>
                </a:lnTo>
                <a:lnTo>
                  <a:pt x="680478" y="284975"/>
                </a:lnTo>
                <a:lnTo>
                  <a:pt x="687336" y="297180"/>
                </a:lnTo>
                <a:lnTo>
                  <a:pt x="690384" y="309372"/>
                </a:lnTo>
                <a:lnTo>
                  <a:pt x="693432" y="315468"/>
                </a:lnTo>
                <a:lnTo>
                  <a:pt x="699528" y="315468"/>
                </a:lnTo>
                <a:lnTo>
                  <a:pt x="702576" y="310896"/>
                </a:lnTo>
                <a:lnTo>
                  <a:pt x="705624" y="304800"/>
                </a:lnTo>
                <a:lnTo>
                  <a:pt x="708672" y="297180"/>
                </a:lnTo>
                <a:lnTo>
                  <a:pt x="711720" y="291084"/>
                </a:lnTo>
                <a:lnTo>
                  <a:pt x="711720" y="278892"/>
                </a:lnTo>
                <a:close/>
              </a:path>
              <a:path w="841375" h="414655">
                <a:moveTo>
                  <a:pt x="789444" y="373380"/>
                </a:moveTo>
                <a:lnTo>
                  <a:pt x="769061" y="333756"/>
                </a:lnTo>
                <a:lnTo>
                  <a:pt x="768108" y="315468"/>
                </a:lnTo>
                <a:lnTo>
                  <a:pt x="762012" y="315468"/>
                </a:lnTo>
                <a:lnTo>
                  <a:pt x="760895" y="326136"/>
                </a:lnTo>
                <a:lnTo>
                  <a:pt x="759536" y="337375"/>
                </a:lnTo>
                <a:lnTo>
                  <a:pt x="757936" y="347840"/>
                </a:lnTo>
                <a:lnTo>
                  <a:pt x="755916" y="358140"/>
                </a:lnTo>
                <a:lnTo>
                  <a:pt x="754392" y="370332"/>
                </a:lnTo>
                <a:lnTo>
                  <a:pt x="748296" y="376428"/>
                </a:lnTo>
                <a:lnTo>
                  <a:pt x="643140" y="376428"/>
                </a:lnTo>
                <a:lnTo>
                  <a:pt x="631151" y="375246"/>
                </a:lnTo>
                <a:lnTo>
                  <a:pt x="622757" y="371475"/>
                </a:lnTo>
                <a:lnTo>
                  <a:pt x="618058" y="364858"/>
                </a:lnTo>
                <a:lnTo>
                  <a:pt x="617232" y="355092"/>
                </a:lnTo>
                <a:lnTo>
                  <a:pt x="617232" y="295656"/>
                </a:lnTo>
                <a:lnTo>
                  <a:pt x="632472" y="283464"/>
                </a:lnTo>
                <a:lnTo>
                  <a:pt x="592848" y="265176"/>
                </a:lnTo>
                <a:lnTo>
                  <a:pt x="593725" y="275450"/>
                </a:lnTo>
                <a:lnTo>
                  <a:pt x="594182" y="285635"/>
                </a:lnTo>
                <a:lnTo>
                  <a:pt x="594309" y="293090"/>
                </a:lnTo>
                <a:lnTo>
                  <a:pt x="594372" y="365760"/>
                </a:lnTo>
                <a:lnTo>
                  <a:pt x="595744" y="378650"/>
                </a:lnTo>
                <a:lnTo>
                  <a:pt x="601992" y="387667"/>
                </a:lnTo>
                <a:lnTo>
                  <a:pt x="612800" y="392988"/>
                </a:lnTo>
                <a:lnTo>
                  <a:pt x="627900" y="394716"/>
                </a:lnTo>
                <a:lnTo>
                  <a:pt x="752868" y="394716"/>
                </a:lnTo>
                <a:lnTo>
                  <a:pt x="764578" y="393534"/>
                </a:lnTo>
                <a:lnTo>
                  <a:pt x="774585" y="389763"/>
                </a:lnTo>
                <a:lnTo>
                  <a:pt x="782866" y="383146"/>
                </a:lnTo>
                <a:lnTo>
                  <a:pt x="787387" y="376428"/>
                </a:lnTo>
                <a:lnTo>
                  <a:pt x="789444" y="373380"/>
                </a:lnTo>
                <a:close/>
              </a:path>
              <a:path w="841375" h="414655">
                <a:moveTo>
                  <a:pt x="816876" y="214884"/>
                </a:moveTo>
                <a:lnTo>
                  <a:pt x="798703" y="179832"/>
                </a:lnTo>
                <a:lnTo>
                  <a:pt x="798588" y="161544"/>
                </a:lnTo>
                <a:lnTo>
                  <a:pt x="790968" y="161544"/>
                </a:lnTo>
                <a:lnTo>
                  <a:pt x="788060" y="184670"/>
                </a:lnTo>
                <a:lnTo>
                  <a:pt x="783729" y="201358"/>
                </a:lnTo>
                <a:lnTo>
                  <a:pt x="777671" y="211480"/>
                </a:lnTo>
                <a:lnTo>
                  <a:pt x="769632" y="214884"/>
                </a:lnTo>
                <a:lnTo>
                  <a:pt x="672096" y="214884"/>
                </a:lnTo>
                <a:lnTo>
                  <a:pt x="652284" y="181356"/>
                </a:lnTo>
                <a:lnTo>
                  <a:pt x="652284" y="178308"/>
                </a:lnTo>
                <a:lnTo>
                  <a:pt x="761631" y="167640"/>
                </a:lnTo>
                <a:lnTo>
                  <a:pt x="777252" y="166116"/>
                </a:lnTo>
                <a:lnTo>
                  <a:pt x="742200" y="141732"/>
                </a:lnTo>
                <a:lnTo>
                  <a:pt x="723912" y="160020"/>
                </a:lnTo>
                <a:lnTo>
                  <a:pt x="652284" y="167640"/>
                </a:lnTo>
                <a:lnTo>
                  <a:pt x="652284" y="141732"/>
                </a:lnTo>
                <a:lnTo>
                  <a:pt x="667524" y="131064"/>
                </a:lnTo>
                <a:lnTo>
                  <a:pt x="627900" y="111252"/>
                </a:lnTo>
                <a:lnTo>
                  <a:pt x="629412" y="161544"/>
                </a:lnTo>
                <a:lnTo>
                  <a:pt x="629424" y="170688"/>
                </a:lnTo>
                <a:lnTo>
                  <a:pt x="528840" y="179832"/>
                </a:lnTo>
                <a:lnTo>
                  <a:pt x="547128" y="193548"/>
                </a:lnTo>
                <a:lnTo>
                  <a:pt x="566940" y="185928"/>
                </a:lnTo>
                <a:lnTo>
                  <a:pt x="629424" y="181356"/>
                </a:lnTo>
                <a:lnTo>
                  <a:pt x="629424" y="208788"/>
                </a:lnTo>
                <a:lnTo>
                  <a:pt x="630516" y="219887"/>
                </a:lnTo>
                <a:lnTo>
                  <a:pt x="635901" y="227838"/>
                </a:lnTo>
                <a:lnTo>
                  <a:pt x="645274" y="232371"/>
                </a:lnTo>
                <a:lnTo>
                  <a:pt x="658380" y="233172"/>
                </a:lnTo>
                <a:lnTo>
                  <a:pt x="783348" y="233172"/>
                </a:lnTo>
                <a:lnTo>
                  <a:pt x="793076" y="232029"/>
                </a:lnTo>
                <a:lnTo>
                  <a:pt x="801827" y="228600"/>
                </a:lnTo>
                <a:lnTo>
                  <a:pt x="809701" y="222885"/>
                </a:lnTo>
                <a:lnTo>
                  <a:pt x="816876" y="214884"/>
                </a:lnTo>
                <a:close/>
              </a:path>
              <a:path w="841375" h="414655">
                <a:moveTo>
                  <a:pt x="839736" y="115824"/>
                </a:moveTo>
                <a:lnTo>
                  <a:pt x="833907" y="109728"/>
                </a:lnTo>
                <a:lnTo>
                  <a:pt x="823734" y="99060"/>
                </a:lnTo>
                <a:lnTo>
                  <a:pt x="807732" y="82296"/>
                </a:lnTo>
                <a:lnTo>
                  <a:pt x="792492" y="99060"/>
                </a:lnTo>
                <a:lnTo>
                  <a:pt x="653808" y="99060"/>
                </a:lnTo>
                <a:lnTo>
                  <a:pt x="653808" y="64008"/>
                </a:lnTo>
                <a:lnTo>
                  <a:pt x="806208" y="64008"/>
                </a:lnTo>
                <a:lnTo>
                  <a:pt x="797064" y="54864"/>
                </a:lnTo>
                <a:lnTo>
                  <a:pt x="775728" y="33528"/>
                </a:lnTo>
                <a:lnTo>
                  <a:pt x="754392" y="54864"/>
                </a:lnTo>
                <a:lnTo>
                  <a:pt x="653808" y="54864"/>
                </a:lnTo>
                <a:lnTo>
                  <a:pt x="653808" y="32004"/>
                </a:lnTo>
                <a:lnTo>
                  <a:pt x="672096" y="19812"/>
                </a:lnTo>
                <a:lnTo>
                  <a:pt x="629424" y="0"/>
                </a:lnTo>
                <a:lnTo>
                  <a:pt x="630301" y="15697"/>
                </a:lnTo>
                <a:lnTo>
                  <a:pt x="630758" y="37528"/>
                </a:lnTo>
                <a:lnTo>
                  <a:pt x="630859" y="54864"/>
                </a:lnTo>
                <a:lnTo>
                  <a:pt x="630948" y="99060"/>
                </a:lnTo>
                <a:lnTo>
                  <a:pt x="521220" y="99060"/>
                </a:lnTo>
                <a:lnTo>
                  <a:pt x="495312" y="83820"/>
                </a:lnTo>
                <a:lnTo>
                  <a:pt x="496163" y="120713"/>
                </a:lnTo>
                <a:lnTo>
                  <a:pt x="496417" y="151472"/>
                </a:lnTo>
                <a:lnTo>
                  <a:pt x="496290" y="174117"/>
                </a:lnTo>
                <a:lnTo>
                  <a:pt x="496189" y="187642"/>
                </a:lnTo>
                <a:lnTo>
                  <a:pt x="493572" y="252463"/>
                </a:lnTo>
                <a:lnTo>
                  <a:pt x="486092" y="306095"/>
                </a:lnTo>
                <a:lnTo>
                  <a:pt x="473519" y="350596"/>
                </a:lnTo>
                <a:lnTo>
                  <a:pt x="455853" y="391121"/>
                </a:lnTo>
                <a:lnTo>
                  <a:pt x="445020" y="409956"/>
                </a:lnTo>
                <a:lnTo>
                  <a:pt x="451116" y="414528"/>
                </a:lnTo>
                <a:lnTo>
                  <a:pt x="480834" y="372046"/>
                </a:lnTo>
                <a:lnTo>
                  <a:pt x="501408" y="330708"/>
                </a:lnTo>
                <a:lnTo>
                  <a:pt x="513981" y="288417"/>
                </a:lnTo>
                <a:lnTo>
                  <a:pt x="519696" y="243840"/>
                </a:lnTo>
                <a:lnTo>
                  <a:pt x="520992" y="189915"/>
                </a:lnTo>
                <a:lnTo>
                  <a:pt x="521220" y="109728"/>
                </a:lnTo>
                <a:lnTo>
                  <a:pt x="795540" y="109728"/>
                </a:lnTo>
                <a:lnTo>
                  <a:pt x="771156" y="150876"/>
                </a:lnTo>
                <a:lnTo>
                  <a:pt x="777252" y="155448"/>
                </a:lnTo>
                <a:lnTo>
                  <a:pt x="794080" y="137693"/>
                </a:lnTo>
                <a:lnTo>
                  <a:pt x="810209" y="125349"/>
                </a:lnTo>
                <a:lnTo>
                  <a:pt x="825461" y="118160"/>
                </a:lnTo>
                <a:lnTo>
                  <a:pt x="839736" y="115824"/>
                </a:lnTo>
                <a:close/>
              </a:path>
              <a:path w="841375" h="414655">
                <a:moveTo>
                  <a:pt x="841260" y="326136"/>
                </a:moveTo>
                <a:lnTo>
                  <a:pt x="815162" y="296608"/>
                </a:lnTo>
                <a:lnTo>
                  <a:pt x="778776" y="272796"/>
                </a:lnTo>
                <a:lnTo>
                  <a:pt x="774204" y="277368"/>
                </a:lnTo>
                <a:lnTo>
                  <a:pt x="787895" y="295084"/>
                </a:lnTo>
                <a:lnTo>
                  <a:pt x="799160" y="311658"/>
                </a:lnTo>
                <a:lnTo>
                  <a:pt x="807847" y="327088"/>
                </a:lnTo>
                <a:lnTo>
                  <a:pt x="813828" y="341376"/>
                </a:lnTo>
                <a:lnTo>
                  <a:pt x="815352" y="352044"/>
                </a:lnTo>
                <a:lnTo>
                  <a:pt x="819924" y="358140"/>
                </a:lnTo>
                <a:lnTo>
                  <a:pt x="826020" y="358140"/>
                </a:lnTo>
                <a:lnTo>
                  <a:pt x="830592" y="355092"/>
                </a:lnTo>
                <a:lnTo>
                  <a:pt x="835164" y="347472"/>
                </a:lnTo>
                <a:lnTo>
                  <a:pt x="839736" y="341376"/>
                </a:lnTo>
                <a:lnTo>
                  <a:pt x="841260" y="335280"/>
                </a:lnTo>
                <a:lnTo>
                  <a:pt x="841260" y="32613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pic>
        <p:nvPicPr>
          <p:cNvPr id="9" name="object 9"/>
          <p:cNvPicPr/>
          <p:nvPr/>
        </p:nvPicPr>
        <p:blipFill>
          <a:blip r:embed="rId4" cstate="print"/>
          <a:stretch>
            <a:fillRect/>
          </a:stretch>
        </p:blipFill>
        <p:spPr>
          <a:xfrm>
            <a:off x="2731007" y="2511552"/>
            <a:ext cx="190500" cy="249936"/>
          </a:xfrm>
          <a:prstGeom prst="rect">
            <a:avLst/>
          </a:prstGeom>
        </p:spPr>
      </p:pic>
      <p:sp>
        <p:nvSpPr>
          <p:cNvPr id="10" name="object 10"/>
          <p:cNvSpPr/>
          <p:nvPr/>
        </p:nvSpPr>
        <p:spPr>
          <a:xfrm>
            <a:off x="2991611" y="2557272"/>
            <a:ext cx="241300" cy="33655"/>
          </a:xfrm>
          <a:custGeom>
            <a:avLst/>
            <a:gdLst/>
            <a:ahLst/>
            <a:cxnLst/>
            <a:rect l="l" t="t" r="r" b="b"/>
            <a:pathLst>
              <a:path w="241300" h="33655">
                <a:moveTo>
                  <a:pt x="240792" y="33528"/>
                </a:moveTo>
                <a:lnTo>
                  <a:pt x="0" y="33528"/>
                </a:lnTo>
                <a:lnTo>
                  <a:pt x="0" y="0"/>
                </a:lnTo>
                <a:lnTo>
                  <a:pt x="240792" y="0"/>
                </a:lnTo>
                <a:lnTo>
                  <a:pt x="240792" y="3352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2991611" y="2647188"/>
            <a:ext cx="241300" cy="35560"/>
          </a:xfrm>
          <a:custGeom>
            <a:avLst/>
            <a:gdLst/>
            <a:ahLst/>
            <a:cxnLst/>
            <a:rect l="l" t="t" r="r" b="b"/>
            <a:pathLst>
              <a:path w="241300" h="35560">
                <a:moveTo>
                  <a:pt x="240792" y="35052"/>
                </a:moveTo>
                <a:lnTo>
                  <a:pt x="0" y="35052"/>
                </a:lnTo>
                <a:lnTo>
                  <a:pt x="0" y="0"/>
                </a:lnTo>
                <a:lnTo>
                  <a:pt x="240792" y="0"/>
                </a:lnTo>
                <a:lnTo>
                  <a:pt x="240792" y="3505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3297936" y="2430792"/>
            <a:ext cx="329565" cy="411480"/>
          </a:xfrm>
          <a:custGeom>
            <a:avLst/>
            <a:gdLst/>
            <a:ahLst/>
            <a:cxnLst/>
            <a:rect l="l" t="t" r="r" b="b"/>
            <a:pathLst>
              <a:path w="329564" h="411480">
                <a:moveTo>
                  <a:pt x="199644" y="292608"/>
                </a:moveTo>
                <a:lnTo>
                  <a:pt x="39624" y="292608"/>
                </a:lnTo>
                <a:lnTo>
                  <a:pt x="48196" y="285178"/>
                </a:lnTo>
                <a:lnTo>
                  <a:pt x="80772" y="256032"/>
                </a:lnTo>
                <a:lnTo>
                  <a:pt x="93027" y="243713"/>
                </a:lnTo>
                <a:lnTo>
                  <a:pt x="104584" y="231838"/>
                </a:lnTo>
                <a:lnTo>
                  <a:pt x="115265" y="220230"/>
                </a:lnTo>
                <a:lnTo>
                  <a:pt x="124968" y="208788"/>
                </a:lnTo>
                <a:lnTo>
                  <a:pt x="131559" y="202806"/>
                </a:lnTo>
                <a:lnTo>
                  <a:pt x="169164" y="153924"/>
                </a:lnTo>
                <a:lnTo>
                  <a:pt x="183349" y="116700"/>
                </a:lnTo>
                <a:lnTo>
                  <a:pt x="185928" y="89916"/>
                </a:lnTo>
                <a:lnTo>
                  <a:pt x="184226" y="70243"/>
                </a:lnTo>
                <a:lnTo>
                  <a:pt x="160020" y="24384"/>
                </a:lnTo>
                <a:lnTo>
                  <a:pt x="110718" y="1447"/>
                </a:lnTo>
                <a:lnTo>
                  <a:pt x="89916" y="0"/>
                </a:lnTo>
                <a:lnTo>
                  <a:pt x="78486" y="520"/>
                </a:lnTo>
                <a:lnTo>
                  <a:pt x="32448" y="9525"/>
                </a:lnTo>
                <a:lnTo>
                  <a:pt x="6096" y="19812"/>
                </a:lnTo>
                <a:lnTo>
                  <a:pt x="6096" y="65532"/>
                </a:lnTo>
                <a:lnTo>
                  <a:pt x="9144" y="65532"/>
                </a:lnTo>
                <a:lnTo>
                  <a:pt x="12192" y="64008"/>
                </a:lnTo>
                <a:lnTo>
                  <a:pt x="16764" y="60960"/>
                </a:lnTo>
                <a:lnTo>
                  <a:pt x="22860" y="56388"/>
                </a:lnTo>
                <a:lnTo>
                  <a:pt x="27432" y="53340"/>
                </a:lnTo>
                <a:lnTo>
                  <a:pt x="33528" y="50292"/>
                </a:lnTo>
                <a:lnTo>
                  <a:pt x="39624" y="48768"/>
                </a:lnTo>
                <a:lnTo>
                  <a:pt x="54864" y="42672"/>
                </a:lnTo>
                <a:lnTo>
                  <a:pt x="62484" y="41148"/>
                </a:lnTo>
                <a:lnTo>
                  <a:pt x="70104" y="38100"/>
                </a:lnTo>
                <a:lnTo>
                  <a:pt x="94488" y="38100"/>
                </a:lnTo>
                <a:lnTo>
                  <a:pt x="100584" y="39624"/>
                </a:lnTo>
                <a:lnTo>
                  <a:pt x="108204" y="41148"/>
                </a:lnTo>
                <a:lnTo>
                  <a:pt x="114300" y="42672"/>
                </a:lnTo>
                <a:lnTo>
                  <a:pt x="120396" y="47244"/>
                </a:lnTo>
                <a:lnTo>
                  <a:pt x="124968" y="50292"/>
                </a:lnTo>
                <a:lnTo>
                  <a:pt x="131064" y="54864"/>
                </a:lnTo>
                <a:lnTo>
                  <a:pt x="134112" y="60960"/>
                </a:lnTo>
                <a:lnTo>
                  <a:pt x="137160" y="68580"/>
                </a:lnTo>
                <a:lnTo>
                  <a:pt x="140208" y="74676"/>
                </a:lnTo>
                <a:lnTo>
                  <a:pt x="141732" y="82296"/>
                </a:lnTo>
                <a:lnTo>
                  <a:pt x="141732" y="91440"/>
                </a:lnTo>
                <a:lnTo>
                  <a:pt x="134010" y="129794"/>
                </a:lnTo>
                <a:lnTo>
                  <a:pt x="108585" y="170497"/>
                </a:lnTo>
                <a:lnTo>
                  <a:pt x="77724" y="207264"/>
                </a:lnTo>
                <a:lnTo>
                  <a:pt x="49644" y="236194"/>
                </a:lnTo>
                <a:lnTo>
                  <a:pt x="39624" y="245364"/>
                </a:lnTo>
                <a:lnTo>
                  <a:pt x="30213" y="255409"/>
                </a:lnTo>
                <a:lnTo>
                  <a:pt x="20383" y="265176"/>
                </a:lnTo>
                <a:lnTo>
                  <a:pt x="0" y="284988"/>
                </a:lnTo>
                <a:lnTo>
                  <a:pt x="0" y="330708"/>
                </a:lnTo>
                <a:lnTo>
                  <a:pt x="199644" y="330708"/>
                </a:lnTo>
                <a:lnTo>
                  <a:pt x="199644" y="292608"/>
                </a:lnTo>
                <a:close/>
              </a:path>
              <a:path w="329564" h="411480">
                <a:moveTo>
                  <a:pt x="329171" y="268211"/>
                </a:moveTo>
                <a:lnTo>
                  <a:pt x="274320" y="268211"/>
                </a:lnTo>
                <a:lnTo>
                  <a:pt x="236220" y="411467"/>
                </a:lnTo>
                <a:lnTo>
                  <a:pt x="268211" y="411467"/>
                </a:lnTo>
                <a:lnTo>
                  <a:pt x="329171" y="26821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3828288" y="2438400"/>
            <a:ext cx="277495" cy="323215"/>
          </a:xfrm>
          <a:custGeom>
            <a:avLst/>
            <a:gdLst/>
            <a:ahLst/>
            <a:cxnLst/>
            <a:rect l="l" t="t" r="r" b="b"/>
            <a:pathLst>
              <a:path w="277495" h="323214">
                <a:moveTo>
                  <a:pt x="277368" y="323087"/>
                </a:moveTo>
                <a:lnTo>
                  <a:pt x="234696" y="323087"/>
                </a:lnTo>
                <a:lnTo>
                  <a:pt x="234696" y="44195"/>
                </a:lnTo>
                <a:lnTo>
                  <a:pt x="149352" y="233171"/>
                </a:lnTo>
                <a:lnTo>
                  <a:pt x="123444" y="233171"/>
                </a:lnTo>
                <a:lnTo>
                  <a:pt x="39624" y="44195"/>
                </a:lnTo>
                <a:lnTo>
                  <a:pt x="39624" y="323087"/>
                </a:lnTo>
                <a:lnTo>
                  <a:pt x="0" y="323087"/>
                </a:lnTo>
                <a:lnTo>
                  <a:pt x="0" y="0"/>
                </a:lnTo>
                <a:lnTo>
                  <a:pt x="59436" y="0"/>
                </a:lnTo>
                <a:lnTo>
                  <a:pt x="140208" y="179831"/>
                </a:lnTo>
                <a:lnTo>
                  <a:pt x="217932" y="0"/>
                </a:lnTo>
                <a:lnTo>
                  <a:pt x="277368" y="0"/>
                </a:lnTo>
                <a:lnTo>
                  <a:pt x="277368" y="32308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4178808" y="2557272"/>
            <a:ext cx="241300" cy="33655"/>
          </a:xfrm>
          <a:custGeom>
            <a:avLst/>
            <a:gdLst/>
            <a:ahLst/>
            <a:cxnLst/>
            <a:rect l="l" t="t" r="r" b="b"/>
            <a:pathLst>
              <a:path w="241300" h="33655">
                <a:moveTo>
                  <a:pt x="240792" y="33528"/>
                </a:moveTo>
                <a:lnTo>
                  <a:pt x="0" y="33528"/>
                </a:lnTo>
                <a:lnTo>
                  <a:pt x="0" y="0"/>
                </a:lnTo>
                <a:lnTo>
                  <a:pt x="240792" y="0"/>
                </a:lnTo>
                <a:lnTo>
                  <a:pt x="240792" y="3352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" name="object 15"/>
          <p:cNvSpPr/>
          <p:nvPr/>
        </p:nvSpPr>
        <p:spPr>
          <a:xfrm>
            <a:off x="4178808" y="2647188"/>
            <a:ext cx="241300" cy="35560"/>
          </a:xfrm>
          <a:custGeom>
            <a:avLst/>
            <a:gdLst/>
            <a:ahLst/>
            <a:cxnLst/>
            <a:rect l="l" t="t" r="r" b="b"/>
            <a:pathLst>
              <a:path w="241300" h="35560">
                <a:moveTo>
                  <a:pt x="240792" y="35052"/>
                </a:moveTo>
                <a:lnTo>
                  <a:pt x="0" y="35052"/>
                </a:lnTo>
                <a:lnTo>
                  <a:pt x="0" y="0"/>
                </a:lnTo>
                <a:lnTo>
                  <a:pt x="240792" y="0"/>
                </a:lnTo>
                <a:lnTo>
                  <a:pt x="240792" y="3505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" name="object 16"/>
          <p:cNvSpPr/>
          <p:nvPr/>
        </p:nvSpPr>
        <p:spPr>
          <a:xfrm>
            <a:off x="4474464" y="2423160"/>
            <a:ext cx="180340" cy="424180"/>
          </a:xfrm>
          <a:custGeom>
            <a:avLst/>
            <a:gdLst/>
            <a:ahLst/>
            <a:cxnLst/>
            <a:rect l="l" t="t" r="r" b="b"/>
            <a:pathLst>
              <a:path w="180339" h="424180">
                <a:moveTo>
                  <a:pt x="179831" y="423672"/>
                </a:moveTo>
                <a:lnTo>
                  <a:pt x="153923" y="423672"/>
                </a:lnTo>
                <a:lnTo>
                  <a:pt x="135612" y="422267"/>
                </a:lnTo>
                <a:lnTo>
                  <a:pt x="92963" y="402336"/>
                </a:lnTo>
                <a:lnTo>
                  <a:pt x="72818" y="359044"/>
                </a:lnTo>
                <a:lnTo>
                  <a:pt x="71627" y="339852"/>
                </a:lnTo>
                <a:lnTo>
                  <a:pt x="71627" y="306324"/>
                </a:lnTo>
                <a:lnTo>
                  <a:pt x="71366" y="299227"/>
                </a:lnTo>
                <a:lnTo>
                  <a:pt x="61293" y="255936"/>
                </a:lnTo>
                <a:lnTo>
                  <a:pt x="29432" y="231814"/>
                </a:lnTo>
                <a:lnTo>
                  <a:pt x="4571" y="228600"/>
                </a:lnTo>
                <a:lnTo>
                  <a:pt x="0" y="228600"/>
                </a:lnTo>
                <a:lnTo>
                  <a:pt x="0" y="195072"/>
                </a:lnTo>
                <a:lnTo>
                  <a:pt x="4571" y="195072"/>
                </a:lnTo>
                <a:lnTo>
                  <a:pt x="13430" y="194762"/>
                </a:lnTo>
                <a:lnTo>
                  <a:pt x="53078" y="177617"/>
                </a:lnTo>
                <a:lnTo>
                  <a:pt x="69699" y="139184"/>
                </a:lnTo>
                <a:lnTo>
                  <a:pt x="71627" y="115824"/>
                </a:lnTo>
                <a:lnTo>
                  <a:pt x="71627" y="83820"/>
                </a:lnTo>
                <a:lnTo>
                  <a:pt x="72818" y="64627"/>
                </a:lnTo>
                <a:lnTo>
                  <a:pt x="92963" y="21335"/>
                </a:lnTo>
                <a:lnTo>
                  <a:pt x="135612" y="1404"/>
                </a:lnTo>
                <a:lnTo>
                  <a:pt x="153923" y="0"/>
                </a:lnTo>
                <a:lnTo>
                  <a:pt x="179831" y="0"/>
                </a:lnTo>
                <a:lnTo>
                  <a:pt x="179831" y="30480"/>
                </a:lnTo>
                <a:lnTo>
                  <a:pt x="146303" y="30480"/>
                </a:lnTo>
                <a:lnTo>
                  <a:pt x="140207" y="32004"/>
                </a:lnTo>
                <a:lnTo>
                  <a:pt x="112775" y="59435"/>
                </a:lnTo>
                <a:lnTo>
                  <a:pt x="109727" y="88391"/>
                </a:lnTo>
                <a:lnTo>
                  <a:pt x="109727" y="126491"/>
                </a:lnTo>
                <a:lnTo>
                  <a:pt x="109442" y="134445"/>
                </a:lnTo>
                <a:lnTo>
                  <a:pt x="108584" y="142113"/>
                </a:lnTo>
                <a:lnTo>
                  <a:pt x="107156" y="149209"/>
                </a:lnTo>
                <a:lnTo>
                  <a:pt x="105155" y="155448"/>
                </a:lnTo>
                <a:lnTo>
                  <a:pt x="103465" y="162020"/>
                </a:lnTo>
                <a:lnTo>
                  <a:pt x="100774" y="168020"/>
                </a:lnTo>
                <a:lnTo>
                  <a:pt x="97226" y="173450"/>
                </a:lnTo>
                <a:lnTo>
                  <a:pt x="92963" y="178308"/>
                </a:lnTo>
                <a:lnTo>
                  <a:pt x="89249" y="182879"/>
                </a:lnTo>
                <a:lnTo>
                  <a:pt x="56888" y="206240"/>
                </a:lnTo>
                <a:lnTo>
                  <a:pt x="50291" y="208788"/>
                </a:lnTo>
                <a:lnTo>
                  <a:pt x="50291" y="214884"/>
                </a:lnTo>
                <a:lnTo>
                  <a:pt x="84962" y="235648"/>
                </a:lnTo>
                <a:lnTo>
                  <a:pt x="92963" y="245364"/>
                </a:lnTo>
                <a:lnTo>
                  <a:pt x="97226" y="250221"/>
                </a:lnTo>
                <a:lnTo>
                  <a:pt x="100774" y="255650"/>
                </a:lnTo>
                <a:lnTo>
                  <a:pt x="103465" y="261651"/>
                </a:lnTo>
                <a:lnTo>
                  <a:pt x="105155" y="268224"/>
                </a:lnTo>
                <a:lnTo>
                  <a:pt x="107156" y="274248"/>
                </a:lnTo>
                <a:lnTo>
                  <a:pt x="108584" y="280987"/>
                </a:lnTo>
                <a:lnTo>
                  <a:pt x="109442" y="288583"/>
                </a:lnTo>
                <a:lnTo>
                  <a:pt x="109727" y="297180"/>
                </a:lnTo>
                <a:lnTo>
                  <a:pt x="109727" y="335280"/>
                </a:lnTo>
                <a:lnTo>
                  <a:pt x="109989" y="343233"/>
                </a:lnTo>
                <a:lnTo>
                  <a:pt x="123443" y="382524"/>
                </a:lnTo>
                <a:lnTo>
                  <a:pt x="140207" y="390144"/>
                </a:lnTo>
                <a:lnTo>
                  <a:pt x="146303" y="393192"/>
                </a:lnTo>
                <a:lnTo>
                  <a:pt x="179831" y="393192"/>
                </a:lnTo>
                <a:lnTo>
                  <a:pt x="179831" y="42367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" name="object 17"/>
          <p:cNvSpPr/>
          <p:nvPr/>
        </p:nvSpPr>
        <p:spPr>
          <a:xfrm>
            <a:off x="4706112" y="2511564"/>
            <a:ext cx="452755" cy="330835"/>
          </a:xfrm>
          <a:custGeom>
            <a:avLst/>
            <a:gdLst/>
            <a:ahLst/>
            <a:cxnLst/>
            <a:rect l="l" t="t" r="r" b="b"/>
            <a:pathLst>
              <a:path w="452754" h="330835">
                <a:moveTo>
                  <a:pt x="315468" y="89916"/>
                </a:moveTo>
                <a:lnTo>
                  <a:pt x="310896" y="48768"/>
                </a:lnTo>
                <a:lnTo>
                  <a:pt x="290791" y="16141"/>
                </a:lnTo>
                <a:lnTo>
                  <a:pt x="251790" y="279"/>
                </a:lnTo>
                <a:lnTo>
                  <a:pt x="243840" y="0"/>
                </a:lnTo>
                <a:lnTo>
                  <a:pt x="233807" y="800"/>
                </a:lnTo>
                <a:lnTo>
                  <a:pt x="197472" y="16954"/>
                </a:lnTo>
                <a:lnTo>
                  <a:pt x="170688" y="42672"/>
                </a:lnTo>
                <a:lnTo>
                  <a:pt x="165557" y="32092"/>
                </a:lnTo>
                <a:lnTo>
                  <a:pt x="136461" y="5778"/>
                </a:lnTo>
                <a:lnTo>
                  <a:pt x="106680" y="0"/>
                </a:lnTo>
                <a:lnTo>
                  <a:pt x="97548" y="571"/>
                </a:lnTo>
                <a:lnTo>
                  <a:pt x="55626" y="19621"/>
                </a:lnTo>
                <a:lnTo>
                  <a:pt x="39624" y="33528"/>
                </a:lnTo>
                <a:lnTo>
                  <a:pt x="39624" y="7620"/>
                </a:lnTo>
                <a:lnTo>
                  <a:pt x="0" y="7620"/>
                </a:lnTo>
                <a:lnTo>
                  <a:pt x="0" y="249936"/>
                </a:lnTo>
                <a:lnTo>
                  <a:pt x="39624" y="249936"/>
                </a:lnTo>
                <a:lnTo>
                  <a:pt x="39624" y="68580"/>
                </a:lnTo>
                <a:lnTo>
                  <a:pt x="46710" y="62242"/>
                </a:lnTo>
                <a:lnTo>
                  <a:pt x="82296" y="41719"/>
                </a:lnTo>
                <a:lnTo>
                  <a:pt x="96012" y="39624"/>
                </a:lnTo>
                <a:lnTo>
                  <a:pt x="105156" y="39624"/>
                </a:lnTo>
                <a:lnTo>
                  <a:pt x="132588" y="60960"/>
                </a:lnTo>
                <a:lnTo>
                  <a:pt x="135636" y="68580"/>
                </a:lnTo>
                <a:lnTo>
                  <a:pt x="135636" y="77724"/>
                </a:lnTo>
                <a:lnTo>
                  <a:pt x="136512" y="85725"/>
                </a:lnTo>
                <a:lnTo>
                  <a:pt x="136969" y="93726"/>
                </a:lnTo>
                <a:lnTo>
                  <a:pt x="137134" y="101727"/>
                </a:lnTo>
                <a:lnTo>
                  <a:pt x="137160" y="249936"/>
                </a:lnTo>
                <a:lnTo>
                  <a:pt x="178308" y="249936"/>
                </a:lnTo>
                <a:lnTo>
                  <a:pt x="178308" y="77724"/>
                </a:lnTo>
                <a:lnTo>
                  <a:pt x="176784" y="74676"/>
                </a:lnTo>
                <a:lnTo>
                  <a:pt x="176784" y="68580"/>
                </a:lnTo>
                <a:lnTo>
                  <a:pt x="214122" y="43472"/>
                </a:lnTo>
                <a:lnTo>
                  <a:pt x="234696" y="39624"/>
                </a:lnTo>
                <a:lnTo>
                  <a:pt x="243840" y="39624"/>
                </a:lnTo>
                <a:lnTo>
                  <a:pt x="256032" y="42672"/>
                </a:lnTo>
                <a:lnTo>
                  <a:pt x="260604" y="45720"/>
                </a:lnTo>
                <a:lnTo>
                  <a:pt x="265176" y="50292"/>
                </a:lnTo>
                <a:lnTo>
                  <a:pt x="268224" y="56388"/>
                </a:lnTo>
                <a:lnTo>
                  <a:pt x="271272" y="60960"/>
                </a:lnTo>
                <a:lnTo>
                  <a:pt x="272796" y="68580"/>
                </a:lnTo>
                <a:lnTo>
                  <a:pt x="274320" y="77724"/>
                </a:lnTo>
                <a:lnTo>
                  <a:pt x="274320" y="249936"/>
                </a:lnTo>
                <a:lnTo>
                  <a:pt x="315468" y="249936"/>
                </a:lnTo>
                <a:lnTo>
                  <a:pt x="315468" y="89916"/>
                </a:lnTo>
                <a:close/>
              </a:path>
              <a:path w="452754" h="330835">
                <a:moveTo>
                  <a:pt x="452615" y="187439"/>
                </a:moveTo>
                <a:lnTo>
                  <a:pt x="397764" y="187439"/>
                </a:lnTo>
                <a:lnTo>
                  <a:pt x="359664" y="330695"/>
                </a:lnTo>
                <a:lnTo>
                  <a:pt x="391668" y="330695"/>
                </a:lnTo>
                <a:lnTo>
                  <a:pt x="452615" y="18743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" name="object 18"/>
          <p:cNvSpPr/>
          <p:nvPr/>
        </p:nvSpPr>
        <p:spPr>
          <a:xfrm>
            <a:off x="5213604" y="2511552"/>
            <a:ext cx="317500" cy="250190"/>
          </a:xfrm>
          <a:custGeom>
            <a:avLst/>
            <a:gdLst/>
            <a:ahLst/>
            <a:cxnLst/>
            <a:rect l="l" t="t" r="r" b="b"/>
            <a:pathLst>
              <a:path w="317500" h="250189">
                <a:moveTo>
                  <a:pt x="316991" y="249936"/>
                </a:moveTo>
                <a:lnTo>
                  <a:pt x="275843" y="249936"/>
                </a:lnTo>
                <a:lnTo>
                  <a:pt x="275820" y="101727"/>
                </a:lnTo>
                <a:lnTo>
                  <a:pt x="275653" y="93726"/>
                </a:lnTo>
                <a:lnTo>
                  <a:pt x="275201" y="85725"/>
                </a:lnTo>
                <a:lnTo>
                  <a:pt x="274319" y="77724"/>
                </a:lnTo>
                <a:lnTo>
                  <a:pt x="274319" y="68579"/>
                </a:lnTo>
                <a:lnTo>
                  <a:pt x="272795" y="60960"/>
                </a:lnTo>
                <a:lnTo>
                  <a:pt x="269747" y="56388"/>
                </a:lnTo>
                <a:lnTo>
                  <a:pt x="266699" y="50292"/>
                </a:lnTo>
                <a:lnTo>
                  <a:pt x="262127" y="45719"/>
                </a:lnTo>
                <a:lnTo>
                  <a:pt x="257555" y="42672"/>
                </a:lnTo>
                <a:lnTo>
                  <a:pt x="251459" y="41148"/>
                </a:lnTo>
                <a:lnTo>
                  <a:pt x="243839" y="39624"/>
                </a:lnTo>
                <a:lnTo>
                  <a:pt x="234695" y="39624"/>
                </a:lnTo>
                <a:lnTo>
                  <a:pt x="228719" y="39957"/>
                </a:lnTo>
                <a:lnTo>
                  <a:pt x="222313" y="41147"/>
                </a:lnTo>
                <a:lnTo>
                  <a:pt x="215622" y="43481"/>
                </a:lnTo>
                <a:lnTo>
                  <a:pt x="208787" y="47243"/>
                </a:lnTo>
                <a:lnTo>
                  <a:pt x="201025" y="51220"/>
                </a:lnTo>
                <a:lnTo>
                  <a:pt x="193547" y="56197"/>
                </a:lnTo>
                <a:lnTo>
                  <a:pt x="186070" y="62031"/>
                </a:lnTo>
                <a:lnTo>
                  <a:pt x="178307" y="68579"/>
                </a:lnTo>
                <a:lnTo>
                  <a:pt x="178307" y="80772"/>
                </a:lnTo>
                <a:lnTo>
                  <a:pt x="179831" y="85343"/>
                </a:lnTo>
                <a:lnTo>
                  <a:pt x="179831" y="249936"/>
                </a:lnTo>
                <a:lnTo>
                  <a:pt x="138683" y="249936"/>
                </a:lnTo>
                <a:lnTo>
                  <a:pt x="138683" y="109728"/>
                </a:lnTo>
                <a:lnTo>
                  <a:pt x="138445" y="101727"/>
                </a:lnTo>
                <a:lnTo>
                  <a:pt x="137398" y="85725"/>
                </a:lnTo>
                <a:lnTo>
                  <a:pt x="137159" y="77724"/>
                </a:lnTo>
                <a:lnTo>
                  <a:pt x="135635" y="68579"/>
                </a:lnTo>
                <a:lnTo>
                  <a:pt x="134111" y="60960"/>
                </a:lnTo>
                <a:lnTo>
                  <a:pt x="131063" y="56388"/>
                </a:lnTo>
                <a:lnTo>
                  <a:pt x="128015" y="50292"/>
                </a:lnTo>
                <a:lnTo>
                  <a:pt x="124967" y="45719"/>
                </a:lnTo>
                <a:lnTo>
                  <a:pt x="118871" y="42672"/>
                </a:lnTo>
                <a:lnTo>
                  <a:pt x="114300" y="41148"/>
                </a:lnTo>
                <a:lnTo>
                  <a:pt x="106679" y="39624"/>
                </a:lnTo>
                <a:lnTo>
                  <a:pt x="97536" y="39624"/>
                </a:lnTo>
                <a:lnTo>
                  <a:pt x="55054" y="56769"/>
                </a:lnTo>
                <a:lnTo>
                  <a:pt x="41148" y="68579"/>
                </a:lnTo>
                <a:lnTo>
                  <a:pt x="41148" y="249936"/>
                </a:lnTo>
                <a:lnTo>
                  <a:pt x="0" y="249936"/>
                </a:lnTo>
                <a:lnTo>
                  <a:pt x="0" y="7619"/>
                </a:lnTo>
                <a:lnTo>
                  <a:pt x="41148" y="7619"/>
                </a:lnTo>
                <a:lnTo>
                  <a:pt x="41148" y="33528"/>
                </a:lnTo>
                <a:lnTo>
                  <a:pt x="49148" y="26074"/>
                </a:lnTo>
                <a:lnTo>
                  <a:pt x="81414" y="5143"/>
                </a:lnTo>
                <a:lnTo>
                  <a:pt x="108203" y="0"/>
                </a:lnTo>
                <a:lnTo>
                  <a:pt x="118443" y="595"/>
                </a:lnTo>
                <a:lnTo>
                  <a:pt x="153971" y="16097"/>
                </a:lnTo>
                <a:lnTo>
                  <a:pt x="170687" y="42672"/>
                </a:lnTo>
                <a:lnTo>
                  <a:pt x="179831" y="32956"/>
                </a:lnTo>
                <a:lnTo>
                  <a:pt x="216431" y="6429"/>
                </a:lnTo>
                <a:lnTo>
                  <a:pt x="245363" y="0"/>
                </a:lnTo>
                <a:lnTo>
                  <a:pt x="253103" y="285"/>
                </a:lnTo>
                <a:lnTo>
                  <a:pt x="291464" y="16144"/>
                </a:lnTo>
                <a:lnTo>
                  <a:pt x="313777" y="57340"/>
                </a:lnTo>
                <a:lnTo>
                  <a:pt x="316991" y="89916"/>
                </a:lnTo>
                <a:lnTo>
                  <a:pt x="316991" y="24993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pic>
        <p:nvPicPr>
          <p:cNvPr id="19" name="object 19"/>
          <p:cNvPicPr/>
          <p:nvPr/>
        </p:nvPicPr>
        <p:blipFill>
          <a:blip r:embed="rId5" cstate="print"/>
          <a:stretch>
            <a:fillRect/>
          </a:stretch>
        </p:blipFill>
        <p:spPr>
          <a:xfrm>
            <a:off x="5600700" y="2459735"/>
            <a:ext cx="67055" cy="112775"/>
          </a:xfrm>
          <a:prstGeom prst="rect">
            <a:avLst/>
          </a:prstGeom>
        </p:spPr>
      </p:pic>
      <p:sp>
        <p:nvSpPr>
          <p:cNvPr id="20" name="object 20"/>
          <p:cNvSpPr/>
          <p:nvPr/>
        </p:nvSpPr>
        <p:spPr>
          <a:xfrm>
            <a:off x="5727179" y="2423159"/>
            <a:ext cx="745490" cy="424180"/>
          </a:xfrm>
          <a:custGeom>
            <a:avLst/>
            <a:gdLst/>
            <a:ahLst/>
            <a:cxnLst/>
            <a:rect l="l" t="t" r="r" b="b"/>
            <a:pathLst>
              <a:path w="745489" h="424180">
                <a:moveTo>
                  <a:pt x="179832" y="195072"/>
                </a:moveTo>
                <a:lnTo>
                  <a:pt x="175260" y="195072"/>
                </a:lnTo>
                <a:lnTo>
                  <a:pt x="166408" y="194767"/>
                </a:lnTo>
                <a:lnTo>
                  <a:pt x="126542" y="177622"/>
                </a:lnTo>
                <a:lnTo>
                  <a:pt x="110134" y="139192"/>
                </a:lnTo>
                <a:lnTo>
                  <a:pt x="108204" y="115824"/>
                </a:lnTo>
                <a:lnTo>
                  <a:pt x="108204" y="83820"/>
                </a:lnTo>
                <a:lnTo>
                  <a:pt x="107022" y="64414"/>
                </a:lnTo>
                <a:lnTo>
                  <a:pt x="86868" y="21336"/>
                </a:lnTo>
                <a:lnTo>
                  <a:pt x="44221" y="1409"/>
                </a:lnTo>
                <a:lnTo>
                  <a:pt x="25908" y="0"/>
                </a:lnTo>
                <a:lnTo>
                  <a:pt x="0" y="0"/>
                </a:lnTo>
                <a:lnTo>
                  <a:pt x="0" y="30480"/>
                </a:lnTo>
                <a:lnTo>
                  <a:pt x="33528" y="30480"/>
                </a:lnTo>
                <a:lnTo>
                  <a:pt x="39624" y="32004"/>
                </a:lnTo>
                <a:lnTo>
                  <a:pt x="67056" y="59436"/>
                </a:lnTo>
                <a:lnTo>
                  <a:pt x="70104" y="88392"/>
                </a:lnTo>
                <a:lnTo>
                  <a:pt x="70104" y="126492"/>
                </a:lnTo>
                <a:lnTo>
                  <a:pt x="70396" y="134454"/>
                </a:lnTo>
                <a:lnTo>
                  <a:pt x="71247" y="142113"/>
                </a:lnTo>
                <a:lnTo>
                  <a:pt x="72682" y="149212"/>
                </a:lnTo>
                <a:lnTo>
                  <a:pt x="74676" y="155448"/>
                </a:lnTo>
                <a:lnTo>
                  <a:pt x="76377" y="162026"/>
                </a:lnTo>
                <a:lnTo>
                  <a:pt x="79057" y="168021"/>
                </a:lnTo>
                <a:lnTo>
                  <a:pt x="82613" y="173456"/>
                </a:lnTo>
                <a:lnTo>
                  <a:pt x="86868" y="178308"/>
                </a:lnTo>
                <a:lnTo>
                  <a:pt x="90589" y="182880"/>
                </a:lnTo>
                <a:lnTo>
                  <a:pt x="122948" y="206248"/>
                </a:lnTo>
                <a:lnTo>
                  <a:pt x="129540" y="208788"/>
                </a:lnTo>
                <a:lnTo>
                  <a:pt x="129540" y="214884"/>
                </a:lnTo>
                <a:lnTo>
                  <a:pt x="94869" y="235648"/>
                </a:lnTo>
                <a:lnTo>
                  <a:pt x="86868" y="245364"/>
                </a:lnTo>
                <a:lnTo>
                  <a:pt x="82613" y="250228"/>
                </a:lnTo>
                <a:lnTo>
                  <a:pt x="79057" y="255651"/>
                </a:lnTo>
                <a:lnTo>
                  <a:pt x="76377" y="261658"/>
                </a:lnTo>
                <a:lnTo>
                  <a:pt x="74676" y="268224"/>
                </a:lnTo>
                <a:lnTo>
                  <a:pt x="72682" y="274256"/>
                </a:lnTo>
                <a:lnTo>
                  <a:pt x="71247" y="280987"/>
                </a:lnTo>
                <a:lnTo>
                  <a:pt x="70396" y="288594"/>
                </a:lnTo>
                <a:lnTo>
                  <a:pt x="70104" y="297180"/>
                </a:lnTo>
                <a:lnTo>
                  <a:pt x="70104" y="335280"/>
                </a:lnTo>
                <a:lnTo>
                  <a:pt x="69850" y="343877"/>
                </a:lnTo>
                <a:lnTo>
                  <a:pt x="56388" y="382524"/>
                </a:lnTo>
                <a:lnTo>
                  <a:pt x="39624" y="390144"/>
                </a:lnTo>
                <a:lnTo>
                  <a:pt x="33528" y="393192"/>
                </a:lnTo>
                <a:lnTo>
                  <a:pt x="0" y="393192"/>
                </a:lnTo>
                <a:lnTo>
                  <a:pt x="0" y="423672"/>
                </a:lnTo>
                <a:lnTo>
                  <a:pt x="25908" y="423672"/>
                </a:lnTo>
                <a:lnTo>
                  <a:pt x="44221" y="422275"/>
                </a:lnTo>
                <a:lnTo>
                  <a:pt x="86868" y="402336"/>
                </a:lnTo>
                <a:lnTo>
                  <a:pt x="107022" y="359054"/>
                </a:lnTo>
                <a:lnTo>
                  <a:pt x="108204" y="339852"/>
                </a:lnTo>
                <a:lnTo>
                  <a:pt x="108204" y="306324"/>
                </a:lnTo>
                <a:lnTo>
                  <a:pt x="108470" y="299237"/>
                </a:lnTo>
                <a:lnTo>
                  <a:pt x="118757" y="255943"/>
                </a:lnTo>
                <a:lnTo>
                  <a:pt x="150406" y="231825"/>
                </a:lnTo>
                <a:lnTo>
                  <a:pt x="175260" y="228600"/>
                </a:lnTo>
                <a:lnTo>
                  <a:pt x="179832" y="228600"/>
                </a:lnTo>
                <a:lnTo>
                  <a:pt x="179832" y="195072"/>
                </a:lnTo>
                <a:close/>
              </a:path>
              <a:path w="745489" h="424180">
                <a:moveTo>
                  <a:pt x="297180" y="96012"/>
                </a:moveTo>
                <a:lnTo>
                  <a:pt x="245364" y="96012"/>
                </a:lnTo>
                <a:lnTo>
                  <a:pt x="245364" y="156972"/>
                </a:lnTo>
                <a:lnTo>
                  <a:pt x="297180" y="156972"/>
                </a:lnTo>
                <a:lnTo>
                  <a:pt x="297180" y="96012"/>
                </a:lnTo>
                <a:close/>
              </a:path>
              <a:path w="745489" h="424180">
                <a:moveTo>
                  <a:pt x="312420" y="275844"/>
                </a:moveTo>
                <a:lnTo>
                  <a:pt x="257556" y="275844"/>
                </a:lnTo>
                <a:lnTo>
                  <a:pt x="219456" y="419100"/>
                </a:lnTo>
                <a:lnTo>
                  <a:pt x="251460" y="419100"/>
                </a:lnTo>
                <a:lnTo>
                  <a:pt x="312420" y="275844"/>
                </a:lnTo>
                <a:close/>
              </a:path>
              <a:path w="745489" h="424180">
                <a:moveTo>
                  <a:pt x="745248" y="15240"/>
                </a:moveTo>
                <a:lnTo>
                  <a:pt x="704100" y="15240"/>
                </a:lnTo>
                <a:lnTo>
                  <a:pt x="638568" y="286512"/>
                </a:lnTo>
                <a:lnTo>
                  <a:pt x="573036" y="15240"/>
                </a:lnTo>
                <a:lnTo>
                  <a:pt x="530364" y="15240"/>
                </a:lnTo>
                <a:lnTo>
                  <a:pt x="464832" y="283464"/>
                </a:lnTo>
                <a:lnTo>
                  <a:pt x="400824" y="15240"/>
                </a:lnTo>
                <a:lnTo>
                  <a:pt x="356628" y="15240"/>
                </a:lnTo>
                <a:lnTo>
                  <a:pt x="438924" y="338328"/>
                </a:lnTo>
                <a:lnTo>
                  <a:pt x="486168" y="338328"/>
                </a:lnTo>
                <a:lnTo>
                  <a:pt x="550176" y="70104"/>
                </a:lnTo>
                <a:lnTo>
                  <a:pt x="615708" y="338328"/>
                </a:lnTo>
                <a:lnTo>
                  <a:pt x="664476" y="338328"/>
                </a:lnTo>
                <a:lnTo>
                  <a:pt x="745248" y="1524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" name="object 21"/>
          <p:cNvSpPr/>
          <p:nvPr/>
        </p:nvSpPr>
        <p:spPr>
          <a:xfrm>
            <a:off x="6521195" y="2557272"/>
            <a:ext cx="239395" cy="33655"/>
          </a:xfrm>
          <a:custGeom>
            <a:avLst/>
            <a:gdLst/>
            <a:ahLst/>
            <a:cxnLst/>
            <a:rect l="l" t="t" r="r" b="b"/>
            <a:pathLst>
              <a:path w="239395" h="33655">
                <a:moveTo>
                  <a:pt x="239268" y="33528"/>
                </a:moveTo>
                <a:lnTo>
                  <a:pt x="0" y="33528"/>
                </a:lnTo>
                <a:lnTo>
                  <a:pt x="0" y="0"/>
                </a:lnTo>
                <a:lnTo>
                  <a:pt x="239268" y="0"/>
                </a:lnTo>
                <a:lnTo>
                  <a:pt x="239268" y="3352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" name="object 22"/>
          <p:cNvSpPr/>
          <p:nvPr/>
        </p:nvSpPr>
        <p:spPr>
          <a:xfrm>
            <a:off x="6521195" y="2647188"/>
            <a:ext cx="239395" cy="35560"/>
          </a:xfrm>
          <a:custGeom>
            <a:avLst/>
            <a:gdLst/>
            <a:ahLst/>
            <a:cxnLst/>
            <a:rect l="l" t="t" r="r" b="b"/>
            <a:pathLst>
              <a:path w="239395" h="35560">
                <a:moveTo>
                  <a:pt x="239268" y="35052"/>
                </a:moveTo>
                <a:lnTo>
                  <a:pt x="0" y="35052"/>
                </a:lnTo>
                <a:lnTo>
                  <a:pt x="0" y="0"/>
                </a:lnTo>
                <a:lnTo>
                  <a:pt x="239268" y="0"/>
                </a:lnTo>
                <a:lnTo>
                  <a:pt x="239268" y="3505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" name="object 23"/>
          <p:cNvSpPr/>
          <p:nvPr/>
        </p:nvSpPr>
        <p:spPr>
          <a:xfrm>
            <a:off x="6816839" y="2423159"/>
            <a:ext cx="978535" cy="424180"/>
          </a:xfrm>
          <a:custGeom>
            <a:avLst/>
            <a:gdLst/>
            <a:ahLst/>
            <a:cxnLst/>
            <a:rect l="l" t="t" r="r" b="b"/>
            <a:pathLst>
              <a:path w="978534" h="424180">
                <a:moveTo>
                  <a:pt x="179832" y="0"/>
                </a:moveTo>
                <a:lnTo>
                  <a:pt x="153924" y="0"/>
                </a:lnTo>
                <a:lnTo>
                  <a:pt x="135623" y="1409"/>
                </a:lnTo>
                <a:lnTo>
                  <a:pt x="92964" y="21336"/>
                </a:lnTo>
                <a:lnTo>
                  <a:pt x="73037" y="64630"/>
                </a:lnTo>
                <a:lnTo>
                  <a:pt x="71628" y="83820"/>
                </a:lnTo>
                <a:lnTo>
                  <a:pt x="71628" y="115824"/>
                </a:lnTo>
                <a:lnTo>
                  <a:pt x="71374" y="123812"/>
                </a:lnTo>
                <a:lnTo>
                  <a:pt x="61302" y="167093"/>
                </a:lnTo>
                <a:lnTo>
                  <a:pt x="30289" y="191858"/>
                </a:lnTo>
                <a:lnTo>
                  <a:pt x="4572" y="195072"/>
                </a:lnTo>
                <a:lnTo>
                  <a:pt x="0" y="195072"/>
                </a:lnTo>
                <a:lnTo>
                  <a:pt x="0" y="228600"/>
                </a:lnTo>
                <a:lnTo>
                  <a:pt x="4572" y="228600"/>
                </a:lnTo>
                <a:lnTo>
                  <a:pt x="14287" y="228917"/>
                </a:lnTo>
                <a:lnTo>
                  <a:pt x="53301" y="245414"/>
                </a:lnTo>
                <a:lnTo>
                  <a:pt x="70675" y="291846"/>
                </a:lnTo>
                <a:lnTo>
                  <a:pt x="71628" y="306324"/>
                </a:lnTo>
                <a:lnTo>
                  <a:pt x="71628" y="339852"/>
                </a:lnTo>
                <a:lnTo>
                  <a:pt x="73037" y="359054"/>
                </a:lnTo>
                <a:lnTo>
                  <a:pt x="92964" y="402336"/>
                </a:lnTo>
                <a:lnTo>
                  <a:pt x="135623" y="422275"/>
                </a:lnTo>
                <a:lnTo>
                  <a:pt x="153924" y="423672"/>
                </a:lnTo>
                <a:lnTo>
                  <a:pt x="179832" y="423672"/>
                </a:lnTo>
                <a:lnTo>
                  <a:pt x="179832" y="393192"/>
                </a:lnTo>
                <a:lnTo>
                  <a:pt x="146304" y="393192"/>
                </a:lnTo>
                <a:lnTo>
                  <a:pt x="140208" y="390144"/>
                </a:lnTo>
                <a:lnTo>
                  <a:pt x="114300" y="364236"/>
                </a:lnTo>
                <a:lnTo>
                  <a:pt x="112306" y="358000"/>
                </a:lnTo>
                <a:lnTo>
                  <a:pt x="110871" y="350901"/>
                </a:lnTo>
                <a:lnTo>
                  <a:pt x="110020" y="343242"/>
                </a:lnTo>
                <a:lnTo>
                  <a:pt x="109728" y="335280"/>
                </a:lnTo>
                <a:lnTo>
                  <a:pt x="109689" y="288594"/>
                </a:lnTo>
                <a:lnTo>
                  <a:pt x="109347" y="280987"/>
                </a:lnTo>
                <a:lnTo>
                  <a:pt x="94488" y="245364"/>
                </a:lnTo>
                <a:lnTo>
                  <a:pt x="63246" y="220408"/>
                </a:lnTo>
                <a:lnTo>
                  <a:pt x="51816" y="214884"/>
                </a:lnTo>
                <a:lnTo>
                  <a:pt x="51816" y="208788"/>
                </a:lnTo>
                <a:lnTo>
                  <a:pt x="86487" y="187452"/>
                </a:lnTo>
                <a:lnTo>
                  <a:pt x="108445" y="149212"/>
                </a:lnTo>
                <a:lnTo>
                  <a:pt x="109728" y="88392"/>
                </a:lnTo>
                <a:lnTo>
                  <a:pt x="110020" y="79806"/>
                </a:lnTo>
                <a:lnTo>
                  <a:pt x="110871" y="72199"/>
                </a:lnTo>
                <a:lnTo>
                  <a:pt x="112306" y="65468"/>
                </a:lnTo>
                <a:lnTo>
                  <a:pt x="114300" y="59436"/>
                </a:lnTo>
                <a:lnTo>
                  <a:pt x="115824" y="51816"/>
                </a:lnTo>
                <a:lnTo>
                  <a:pt x="146304" y="30480"/>
                </a:lnTo>
                <a:lnTo>
                  <a:pt x="179832" y="30480"/>
                </a:lnTo>
                <a:lnTo>
                  <a:pt x="179832" y="0"/>
                </a:lnTo>
                <a:close/>
              </a:path>
              <a:path w="978534" h="424180">
                <a:moveTo>
                  <a:pt x="524256" y="96024"/>
                </a:moveTo>
                <a:lnTo>
                  <a:pt x="483108" y="96024"/>
                </a:lnTo>
                <a:lnTo>
                  <a:pt x="443484" y="283476"/>
                </a:lnTo>
                <a:lnTo>
                  <a:pt x="384048" y="96024"/>
                </a:lnTo>
                <a:lnTo>
                  <a:pt x="350520" y="96024"/>
                </a:lnTo>
                <a:lnTo>
                  <a:pt x="292608" y="283476"/>
                </a:lnTo>
                <a:lnTo>
                  <a:pt x="249936" y="96024"/>
                </a:lnTo>
                <a:lnTo>
                  <a:pt x="207264" y="96024"/>
                </a:lnTo>
                <a:lnTo>
                  <a:pt x="269748" y="338340"/>
                </a:lnTo>
                <a:lnTo>
                  <a:pt x="306324" y="338340"/>
                </a:lnTo>
                <a:lnTo>
                  <a:pt x="365760" y="150888"/>
                </a:lnTo>
                <a:lnTo>
                  <a:pt x="425196" y="338340"/>
                </a:lnTo>
                <a:lnTo>
                  <a:pt x="463296" y="338340"/>
                </a:lnTo>
                <a:lnTo>
                  <a:pt x="524256" y="96024"/>
                </a:lnTo>
                <a:close/>
              </a:path>
              <a:path w="978534" h="424180">
                <a:moveTo>
                  <a:pt x="627888" y="275844"/>
                </a:moveTo>
                <a:lnTo>
                  <a:pt x="573036" y="275844"/>
                </a:lnTo>
                <a:lnTo>
                  <a:pt x="534936" y="419100"/>
                </a:lnTo>
                <a:lnTo>
                  <a:pt x="566940" y="419100"/>
                </a:lnTo>
                <a:lnTo>
                  <a:pt x="627888" y="275844"/>
                </a:lnTo>
                <a:close/>
              </a:path>
              <a:path w="978534" h="424180">
                <a:moveTo>
                  <a:pt x="978420" y="96024"/>
                </a:moveTo>
                <a:lnTo>
                  <a:pt x="937272" y="96024"/>
                </a:lnTo>
                <a:lnTo>
                  <a:pt x="896124" y="283476"/>
                </a:lnTo>
                <a:lnTo>
                  <a:pt x="836688" y="96024"/>
                </a:lnTo>
                <a:lnTo>
                  <a:pt x="803160" y="96024"/>
                </a:lnTo>
                <a:lnTo>
                  <a:pt x="746772" y="283476"/>
                </a:lnTo>
                <a:lnTo>
                  <a:pt x="702576" y="96024"/>
                </a:lnTo>
                <a:lnTo>
                  <a:pt x="661428" y="96024"/>
                </a:lnTo>
                <a:lnTo>
                  <a:pt x="722388" y="338340"/>
                </a:lnTo>
                <a:lnTo>
                  <a:pt x="760488" y="338340"/>
                </a:lnTo>
                <a:lnTo>
                  <a:pt x="819924" y="150888"/>
                </a:lnTo>
                <a:lnTo>
                  <a:pt x="877836" y="338340"/>
                </a:lnTo>
                <a:lnTo>
                  <a:pt x="915936" y="338340"/>
                </a:lnTo>
                <a:lnTo>
                  <a:pt x="978420" y="9602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pic>
        <p:nvPicPr>
          <p:cNvPr id="24" name="object 24"/>
          <p:cNvPicPr/>
          <p:nvPr/>
        </p:nvPicPr>
        <p:blipFill>
          <a:blip r:embed="rId6" cstate="print"/>
          <a:stretch>
            <a:fillRect/>
          </a:stretch>
        </p:blipFill>
        <p:spPr>
          <a:xfrm>
            <a:off x="7842503" y="2459735"/>
            <a:ext cx="67056" cy="112775"/>
          </a:xfrm>
          <a:prstGeom prst="rect">
            <a:avLst/>
          </a:prstGeom>
        </p:spPr>
      </p:pic>
      <p:sp>
        <p:nvSpPr>
          <p:cNvPr id="25" name="object 25"/>
          <p:cNvSpPr/>
          <p:nvPr/>
        </p:nvSpPr>
        <p:spPr>
          <a:xfrm>
            <a:off x="7970520" y="2423160"/>
            <a:ext cx="178435" cy="424180"/>
          </a:xfrm>
          <a:custGeom>
            <a:avLst/>
            <a:gdLst/>
            <a:ahLst/>
            <a:cxnLst/>
            <a:rect l="l" t="t" r="r" b="b"/>
            <a:pathLst>
              <a:path w="178434" h="424180">
                <a:moveTo>
                  <a:pt x="24383" y="423672"/>
                </a:moveTo>
                <a:lnTo>
                  <a:pt x="0" y="423672"/>
                </a:lnTo>
                <a:lnTo>
                  <a:pt x="0" y="393192"/>
                </a:lnTo>
                <a:lnTo>
                  <a:pt x="32003" y="393192"/>
                </a:lnTo>
                <a:lnTo>
                  <a:pt x="38099" y="390143"/>
                </a:lnTo>
                <a:lnTo>
                  <a:pt x="66651" y="358211"/>
                </a:lnTo>
                <a:lnTo>
                  <a:pt x="68579" y="335280"/>
                </a:lnTo>
                <a:lnTo>
                  <a:pt x="68579" y="297180"/>
                </a:lnTo>
                <a:lnTo>
                  <a:pt x="68865" y="288583"/>
                </a:lnTo>
                <a:lnTo>
                  <a:pt x="69722" y="280987"/>
                </a:lnTo>
                <a:lnTo>
                  <a:pt x="71151" y="274248"/>
                </a:lnTo>
                <a:lnTo>
                  <a:pt x="73151" y="268224"/>
                </a:lnTo>
                <a:lnTo>
                  <a:pt x="74842" y="261651"/>
                </a:lnTo>
                <a:lnTo>
                  <a:pt x="77533" y="255651"/>
                </a:lnTo>
                <a:lnTo>
                  <a:pt x="81081" y="250221"/>
                </a:lnTo>
                <a:lnTo>
                  <a:pt x="85343" y="245364"/>
                </a:lnTo>
                <a:lnTo>
                  <a:pt x="89058" y="240149"/>
                </a:lnTo>
                <a:lnTo>
                  <a:pt x="121419" y="217431"/>
                </a:lnTo>
                <a:lnTo>
                  <a:pt x="128015" y="214884"/>
                </a:lnTo>
                <a:lnTo>
                  <a:pt x="128015" y="208788"/>
                </a:lnTo>
                <a:lnTo>
                  <a:pt x="93344" y="187452"/>
                </a:lnTo>
                <a:lnTo>
                  <a:pt x="71151" y="149209"/>
                </a:lnTo>
                <a:lnTo>
                  <a:pt x="68579" y="126491"/>
                </a:lnTo>
                <a:lnTo>
                  <a:pt x="68579" y="88391"/>
                </a:lnTo>
                <a:lnTo>
                  <a:pt x="68318" y="79795"/>
                </a:lnTo>
                <a:lnTo>
                  <a:pt x="54863" y="41148"/>
                </a:lnTo>
                <a:lnTo>
                  <a:pt x="32003" y="30480"/>
                </a:lnTo>
                <a:lnTo>
                  <a:pt x="0" y="30480"/>
                </a:lnTo>
                <a:lnTo>
                  <a:pt x="0" y="0"/>
                </a:lnTo>
                <a:lnTo>
                  <a:pt x="24383" y="0"/>
                </a:lnTo>
                <a:lnTo>
                  <a:pt x="42695" y="1404"/>
                </a:lnTo>
                <a:lnTo>
                  <a:pt x="85343" y="21335"/>
                </a:lnTo>
                <a:lnTo>
                  <a:pt x="105489" y="64412"/>
                </a:lnTo>
                <a:lnTo>
                  <a:pt x="106679" y="83820"/>
                </a:lnTo>
                <a:lnTo>
                  <a:pt x="106679" y="115824"/>
                </a:lnTo>
                <a:lnTo>
                  <a:pt x="106941" y="123801"/>
                </a:lnTo>
                <a:lnTo>
                  <a:pt x="117228" y="167092"/>
                </a:lnTo>
                <a:lnTo>
                  <a:pt x="148875" y="191857"/>
                </a:lnTo>
                <a:lnTo>
                  <a:pt x="173735" y="195072"/>
                </a:lnTo>
                <a:lnTo>
                  <a:pt x="178307" y="195072"/>
                </a:lnTo>
                <a:lnTo>
                  <a:pt x="178307" y="228600"/>
                </a:lnTo>
                <a:lnTo>
                  <a:pt x="173735" y="228600"/>
                </a:lnTo>
                <a:lnTo>
                  <a:pt x="164877" y="228909"/>
                </a:lnTo>
                <a:lnTo>
                  <a:pt x="125229" y="245411"/>
                </a:lnTo>
                <a:lnTo>
                  <a:pt x="107632" y="291846"/>
                </a:lnTo>
                <a:lnTo>
                  <a:pt x="106679" y="306324"/>
                </a:lnTo>
                <a:lnTo>
                  <a:pt x="106679" y="339852"/>
                </a:lnTo>
                <a:lnTo>
                  <a:pt x="105489" y="359044"/>
                </a:lnTo>
                <a:lnTo>
                  <a:pt x="85343" y="402336"/>
                </a:lnTo>
                <a:lnTo>
                  <a:pt x="42695" y="422267"/>
                </a:lnTo>
                <a:lnTo>
                  <a:pt x="24383" y="42367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pic>
        <p:nvPicPr>
          <p:cNvPr id="26" name="object 26"/>
          <p:cNvPicPr/>
          <p:nvPr/>
        </p:nvPicPr>
        <p:blipFill>
          <a:blip r:embed="rId7" cstate="print"/>
          <a:stretch>
            <a:fillRect/>
          </a:stretch>
        </p:blipFill>
        <p:spPr>
          <a:xfrm>
            <a:off x="1452371" y="3198876"/>
            <a:ext cx="181355" cy="172212"/>
          </a:xfrm>
          <a:prstGeom prst="rect">
            <a:avLst/>
          </a:prstGeom>
        </p:spPr>
      </p:pic>
      <p:sp>
        <p:nvSpPr>
          <p:cNvPr id="27" name="object 27"/>
          <p:cNvSpPr/>
          <p:nvPr/>
        </p:nvSpPr>
        <p:spPr>
          <a:xfrm>
            <a:off x="1981200" y="3154679"/>
            <a:ext cx="317500" cy="248920"/>
          </a:xfrm>
          <a:custGeom>
            <a:avLst/>
            <a:gdLst/>
            <a:ahLst/>
            <a:cxnLst/>
            <a:rect l="l" t="t" r="r" b="b"/>
            <a:pathLst>
              <a:path w="317500" h="248920">
                <a:moveTo>
                  <a:pt x="316991" y="248412"/>
                </a:moveTo>
                <a:lnTo>
                  <a:pt x="275843" y="248412"/>
                </a:lnTo>
                <a:lnTo>
                  <a:pt x="275820" y="100226"/>
                </a:lnTo>
                <a:lnTo>
                  <a:pt x="275653" y="92392"/>
                </a:lnTo>
                <a:lnTo>
                  <a:pt x="275201" y="84843"/>
                </a:lnTo>
                <a:lnTo>
                  <a:pt x="274319" y="77724"/>
                </a:lnTo>
                <a:lnTo>
                  <a:pt x="274319" y="68580"/>
                </a:lnTo>
                <a:lnTo>
                  <a:pt x="243839" y="38100"/>
                </a:lnTo>
                <a:lnTo>
                  <a:pt x="234695" y="38100"/>
                </a:lnTo>
                <a:lnTo>
                  <a:pt x="193547" y="55435"/>
                </a:lnTo>
                <a:lnTo>
                  <a:pt x="178307" y="68580"/>
                </a:lnTo>
                <a:lnTo>
                  <a:pt x="178307" y="77724"/>
                </a:lnTo>
                <a:lnTo>
                  <a:pt x="179831" y="80772"/>
                </a:lnTo>
                <a:lnTo>
                  <a:pt x="179831" y="248412"/>
                </a:lnTo>
                <a:lnTo>
                  <a:pt x="138683" y="248412"/>
                </a:lnTo>
                <a:lnTo>
                  <a:pt x="138660" y="100226"/>
                </a:lnTo>
                <a:lnTo>
                  <a:pt x="138493" y="92392"/>
                </a:lnTo>
                <a:lnTo>
                  <a:pt x="131063" y="54864"/>
                </a:lnTo>
                <a:lnTo>
                  <a:pt x="129539" y="48768"/>
                </a:lnTo>
                <a:lnTo>
                  <a:pt x="124967" y="45719"/>
                </a:lnTo>
                <a:lnTo>
                  <a:pt x="118871" y="42671"/>
                </a:lnTo>
                <a:lnTo>
                  <a:pt x="114300" y="39624"/>
                </a:lnTo>
                <a:lnTo>
                  <a:pt x="106679" y="38100"/>
                </a:lnTo>
                <a:lnTo>
                  <a:pt x="97536" y="38100"/>
                </a:lnTo>
                <a:lnTo>
                  <a:pt x="90677" y="38671"/>
                </a:lnTo>
                <a:lnTo>
                  <a:pt x="83819" y="40385"/>
                </a:lnTo>
                <a:lnTo>
                  <a:pt x="76961" y="43243"/>
                </a:lnTo>
                <a:lnTo>
                  <a:pt x="70103" y="47243"/>
                </a:lnTo>
                <a:lnTo>
                  <a:pt x="62364" y="51196"/>
                </a:lnTo>
                <a:lnTo>
                  <a:pt x="55054" y="56007"/>
                </a:lnTo>
                <a:lnTo>
                  <a:pt x="48029" y="61388"/>
                </a:lnTo>
                <a:lnTo>
                  <a:pt x="41148" y="67055"/>
                </a:lnTo>
                <a:lnTo>
                  <a:pt x="41148" y="248412"/>
                </a:lnTo>
                <a:lnTo>
                  <a:pt x="0" y="248412"/>
                </a:lnTo>
                <a:lnTo>
                  <a:pt x="0" y="6095"/>
                </a:lnTo>
                <a:lnTo>
                  <a:pt x="41148" y="6095"/>
                </a:lnTo>
                <a:lnTo>
                  <a:pt x="41148" y="33528"/>
                </a:lnTo>
                <a:lnTo>
                  <a:pt x="49148" y="25836"/>
                </a:lnTo>
                <a:lnTo>
                  <a:pt x="81414" y="3857"/>
                </a:lnTo>
                <a:lnTo>
                  <a:pt x="108203" y="0"/>
                </a:lnTo>
                <a:lnTo>
                  <a:pt x="118443" y="571"/>
                </a:lnTo>
                <a:lnTo>
                  <a:pt x="153995" y="14573"/>
                </a:lnTo>
                <a:lnTo>
                  <a:pt x="172211" y="41148"/>
                </a:lnTo>
                <a:lnTo>
                  <a:pt x="181332" y="31456"/>
                </a:lnTo>
                <a:lnTo>
                  <a:pt x="216431" y="5786"/>
                </a:lnTo>
                <a:lnTo>
                  <a:pt x="245363" y="0"/>
                </a:lnTo>
                <a:lnTo>
                  <a:pt x="253103" y="285"/>
                </a:lnTo>
                <a:lnTo>
                  <a:pt x="291679" y="14644"/>
                </a:lnTo>
                <a:lnTo>
                  <a:pt x="312419" y="47243"/>
                </a:lnTo>
                <a:lnTo>
                  <a:pt x="316991" y="88392"/>
                </a:lnTo>
                <a:lnTo>
                  <a:pt x="316991" y="24841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" name="object 28"/>
          <p:cNvSpPr/>
          <p:nvPr/>
        </p:nvSpPr>
        <p:spPr>
          <a:xfrm>
            <a:off x="2349995" y="3038855"/>
            <a:ext cx="843280" cy="410209"/>
          </a:xfrm>
          <a:custGeom>
            <a:avLst/>
            <a:gdLst/>
            <a:ahLst/>
            <a:cxnLst/>
            <a:rect l="l" t="t" r="r" b="b"/>
            <a:pathLst>
              <a:path w="843280" h="410210">
                <a:moveTo>
                  <a:pt x="400824" y="364236"/>
                </a:moveTo>
                <a:lnTo>
                  <a:pt x="383984" y="366242"/>
                </a:lnTo>
                <a:lnTo>
                  <a:pt x="367855" y="367665"/>
                </a:lnTo>
                <a:lnTo>
                  <a:pt x="352602" y="368528"/>
                </a:lnTo>
                <a:lnTo>
                  <a:pt x="338328" y="368808"/>
                </a:lnTo>
                <a:lnTo>
                  <a:pt x="321525" y="368287"/>
                </a:lnTo>
                <a:lnTo>
                  <a:pt x="263664" y="362712"/>
                </a:lnTo>
                <a:lnTo>
                  <a:pt x="222313" y="350329"/>
                </a:lnTo>
                <a:lnTo>
                  <a:pt x="203720" y="341376"/>
                </a:lnTo>
                <a:lnTo>
                  <a:pt x="201295" y="340220"/>
                </a:lnTo>
                <a:lnTo>
                  <a:pt x="179832" y="327660"/>
                </a:lnTo>
                <a:lnTo>
                  <a:pt x="188429" y="313944"/>
                </a:lnTo>
                <a:lnTo>
                  <a:pt x="190385" y="310832"/>
                </a:lnTo>
                <a:lnTo>
                  <a:pt x="199072" y="290131"/>
                </a:lnTo>
                <a:lnTo>
                  <a:pt x="205765" y="265734"/>
                </a:lnTo>
                <a:lnTo>
                  <a:pt x="210312" y="237744"/>
                </a:lnTo>
                <a:lnTo>
                  <a:pt x="309372" y="237744"/>
                </a:lnTo>
                <a:lnTo>
                  <a:pt x="309372" y="257556"/>
                </a:lnTo>
                <a:lnTo>
                  <a:pt x="335280" y="245364"/>
                </a:lnTo>
                <a:lnTo>
                  <a:pt x="334949" y="237744"/>
                </a:lnTo>
                <a:lnTo>
                  <a:pt x="334492" y="227076"/>
                </a:lnTo>
                <a:lnTo>
                  <a:pt x="334403" y="225082"/>
                </a:lnTo>
                <a:lnTo>
                  <a:pt x="333959" y="196596"/>
                </a:lnTo>
                <a:lnTo>
                  <a:pt x="333844" y="170688"/>
                </a:lnTo>
                <a:lnTo>
                  <a:pt x="333794" y="160020"/>
                </a:lnTo>
                <a:lnTo>
                  <a:pt x="333756" y="112776"/>
                </a:lnTo>
                <a:lnTo>
                  <a:pt x="344652" y="105156"/>
                </a:lnTo>
                <a:lnTo>
                  <a:pt x="348996" y="102108"/>
                </a:lnTo>
                <a:lnTo>
                  <a:pt x="340906" y="94488"/>
                </a:lnTo>
                <a:lnTo>
                  <a:pt x="323100" y="77724"/>
                </a:lnTo>
                <a:lnTo>
                  <a:pt x="309372" y="91452"/>
                </a:lnTo>
                <a:lnTo>
                  <a:pt x="309372" y="105156"/>
                </a:lnTo>
                <a:lnTo>
                  <a:pt x="309372" y="160020"/>
                </a:lnTo>
                <a:lnTo>
                  <a:pt x="309372" y="170688"/>
                </a:lnTo>
                <a:lnTo>
                  <a:pt x="309372" y="227076"/>
                </a:lnTo>
                <a:lnTo>
                  <a:pt x="211836" y="227076"/>
                </a:lnTo>
                <a:lnTo>
                  <a:pt x="212725" y="211416"/>
                </a:lnTo>
                <a:lnTo>
                  <a:pt x="213169" y="196596"/>
                </a:lnTo>
                <a:lnTo>
                  <a:pt x="213347" y="182930"/>
                </a:lnTo>
                <a:lnTo>
                  <a:pt x="213360" y="170688"/>
                </a:lnTo>
                <a:lnTo>
                  <a:pt x="309372" y="170688"/>
                </a:lnTo>
                <a:lnTo>
                  <a:pt x="309372" y="160020"/>
                </a:lnTo>
                <a:lnTo>
                  <a:pt x="213360" y="160020"/>
                </a:lnTo>
                <a:lnTo>
                  <a:pt x="213360" y="105156"/>
                </a:lnTo>
                <a:lnTo>
                  <a:pt x="309372" y="105156"/>
                </a:lnTo>
                <a:lnTo>
                  <a:pt x="309372" y="91452"/>
                </a:lnTo>
                <a:lnTo>
                  <a:pt x="306324" y="94488"/>
                </a:lnTo>
                <a:lnTo>
                  <a:pt x="213360" y="94488"/>
                </a:lnTo>
                <a:lnTo>
                  <a:pt x="213360" y="44196"/>
                </a:lnTo>
                <a:lnTo>
                  <a:pt x="390156" y="44196"/>
                </a:lnTo>
                <a:lnTo>
                  <a:pt x="356616" y="10668"/>
                </a:lnTo>
                <a:lnTo>
                  <a:pt x="332232" y="33528"/>
                </a:lnTo>
                <a:lnTo>
                  <a:pt x="6096" y="33528"/>
                </a:lnTo>
                <a:lnTo>
                  <a:pt x="22860" y="50292"/>
                </a:lnTo>
                <a:lnTo>
                  <a:pt x="32296" y="47421"/>
                </a:lnTo>
                <a:lnTo>
                  <a:pt x="42291" y="45529"/>
                </a:lnTo>
                <a:lnTo>
                  <a:pt x="52870" y="44513"/>
                </a:lnTo>
                <a:lnTo>
                  <a:pt x="64008" y="44196"/>
                </a:lnTo>
                <a:lnTo>
                  <a:pt x="188976" y="44196"/>
                </a:lnTo>
                <a:lnTo>
                  <a:pt x="188976" y="94488"/>
                </a:lnTo>
                <a:lnTo>
                  <a:pt x="188976" y="105156"/>
                </a:lnTo>
                <a:lnTo>
                  <a:pt x="188976" y="160020"/>
                </a:lnTo>
                <a:lnTo>
                  <a:pt x="188976" y="170688"/>
                </a:lnTo>
                <a:lnTo>
                  <a:pt x="188937" y="182930"/>
                </a:lnTo>
                <a:lnTo>
                  <a:pt x="188785" y="193738"/>
                </a:lnTo>
                <a:lnTo>
                  <a:pt x="188341" y="209054"/>
                </a:lnTo>
                <a:lnTo>
                  <a:pt x="187452" y="227076"/>
                </a:lnTo>
                <a:lnTo>
                  <a:pt x="88392" y="227076"/>
                </a:lnTo>
                <a:lnTo>
                  <a:pt x="88392" y="170688"/>
                </a:lnTo>
                <a:lnTo>
                  <a:pt x="188976" y="170688"/>
                </a:lnTo>
                <a:lnTo>
                  <a:pt x="188976" y="160020"/>
                </a:lnTo>
                <a:lnTo>
                  <a:pt x="88392" y="160020"/>
                </a:lnTo>
                <a:lnTo>
                  <a:pt x="88392" y="105156"/>
                </a:lnTo>
                <a:lnTo>
                  <a:pt x="188976" y="105156"/>
                </a:lnTo>
                <a:lnTo>
                  <a:pt x="188976" y="94488"/>
                </a:lnTo>
                <a:lnTo>
                  <a:pt x="89916" y="94488"/>
                </a:lnTo>
                <a:lnTo>
                  <a:pt x="62484" y="79248"/>
                </a:lnTo>
                <a:lnTo>
                  <a:pt x="63373" y="101498"/>
                </a:lnTo>
                <a:lnTo>
                  <a:pt x="63817" y="124587"/>
                </a:lnTo>
                <a:lnTo>
                  <a:pt x="63995" y="148259"/>
                </a:lnTo>
                <a:lnTo>
                  <a:pt x="63906" y="182930"/>
                </a:lnTo>
                <a:lnTo>
                  <a:pt x="63779" y="196596"/>
                </a:lnTo>
                <a:lnTo>
                  <a:pt x="62801" y="237744"/>
                </a:lnTo>
                <a:lnTo>
                  <a:pt x="62674" y="245364"/>
                </a:lnTo>
                <a:lnTo>
                  <a:pt x="62484" y="260604"/>
                </a:lnTo>
                <a:lnTo>
                  <a:pt x="88392" y="249936"/>
                </a:lnTo>
                <a:lnTo>
                  <a:pt x="88392" y="237744"/>
                </a:lnTo>
                <a:lnTo>
                  <a:pt x="185928" y="237744"/>
                </a:lnTo>
                <a:lnTo>
                  <a:pt x="176784" y="281940"/>
                </a:lnTo>
                <a:lnTo>
                  <a:pt x="163068" y="313944"/>
                </a:lnTo>
                <a:lnTo>
                  <a:pt x="151091" y="304304"/>
                </a:lnTo>
                <a:lnTo>
                  <a:pt x="138112" y="291655"/>
                </a:lnTo>
                <a:lnTo>
                  <a:pt x="124282" y="276440"/>
                </a:lnTo>
                <a:lnTo>
                  <a:pt x="109728" y="259080"/>
                </a:lnTo>
                <a:lnTo>
                  <a:pt x="103632" y="262128"/>
                </a:lnTo>
                <a:lnTo>
                  <a:pt x="117043" y="284162"/>
                </a:lnTo>
                <a:lnTo>
                  <a:pt x="129730" y="302323"/>
                </a:lnTo>
                <a:lnTo>
                  <a:pt x="141566" y="316788"/>
                </a:lnTo>
                <a:lnTo>
                  <a:pt x="152400" y="327660"/>
                </a:lnTo>
                <a:lnTo>
                  <a:pt x="143002" y="337693"/>
                </a:lnTo>
                <a:lnTo>
                  <a:pt x="99060" y="365760"/>
                </a:lnTo>
                <a:lnTo>
                  <a:pt x="54673" y="384238"/>
                </a:lnTo>
                <a:lnTo>
                  <a:pt x="0" y="399288"/>
                </a:lnTo>
                <a:lnTo>
                  <a:pt x="1524" y="406908"/>
                </a:lnTo>
                <a:lnTo>
                  <a:pt x="55054" y="396430"/>
                </a:lnTo>
                <a:lnTo>
                  <a:pt x="100584" y="382524"/>
                </a:lnTo>
                <a:lnTo>
                  <a:pt x="139255" y="364236"/>
                </a:lnTo>
                <a:lnTo>
                  <a:pt x="167640" y="341376"/>
                </a:lnTo>
                <a:lnTo>
                  <a:pt x="187629" y="356196"/>
                </a:lnTo>
                <a:lnTo>
                  <a:pt x="230441" y="377812"/>
                </a:lnTo>
                <a:lnTo>
                  <a:pt x="278180" y="389191"/>
                </a:lnTo>
                <a:lnTo>
                  <a:pt x="336575" y="396049"/>
                </a:lnTo>
                <a:lnTo>
                  <a:pt x="370332" y="397764"/>
                </a:lnTo>
                <a:lnTo>
                  <a:pt x="372960" y="389191"/>
                </a:lnTo>
                <a:lnTo>
                  <a:pt x="378714" y="381762"/>
                </a:lnTo>
                <a:lnTo>
                  <a:pt x="387883" y="375500"/>
                </a:lnTo>
                <a:lnTo>
                  <a:pt x="400824" y="370332"/>
                </a:lnTo>
                <a:lnTo>
                  <a:pt x="400824" y="368808"/>
                </a:lnTo>
                <a:lnTo>
                  <a:pt x="400824" y="364236"/>
                </a:lnTo>
                <a:close/>
              </a:path>
              <a:path w="843280" h="410210">
                <a:moveTo>
                  <a:pt x="577596" y="25908"/>
                </a:moveTo>
                <a:lnTo>
                  <a:pt x="544068" y="3048"/>
                </a:lnTo>
                <a:lnTo>
                  <a:pt x="538353" y="21323"/>
                </a:lnTo>
                <a:lnTo>
                  <a:pt x="530352" y="44005"/>
                </a:lnTo>
                <a:lnTo>
                  <a:pt x="507492" y="102108"/>
                </a:lnTo>
                <a:lnTo>
                  <a:pt x="476631" y="166306"/>
                </a:lnTo>
                <a:lnTo>
                  <a:pt x="438912" y="227088"/>
                </a:lnTo>
                <a:lnTo>
                  <a:pt x="445020" y="230136"/>
                </a:lnTo>
                <a:lnTo>
                  <a:pt x="459917" y="214109"/>
                </a:lnTo>
                <a:lnTo>
                  <a:pt x="475107" y="195656"/>
                </a:lnTo>
                <a:lnTo>
                  <a:pt x="490880" y="174625"/>
                </a:lnTo>
                <a:lnTo>
                  <a:pt x="507492" y="150876"/>
                </a:lnTo>
                <a:lnTo>
                  <a:pt x="507428" y="311404"/>
                </a:lnTo>
                <a:lnTo>
                  <a:pt x="507263" y="322313"/>
                </a:lnTo>
                <a:lnTo>
                  <a:pt x="506730" y="345008"/>
                </a:lnTo>
                <a:lnTo>
                  <a:pt x="506285" y="370332"/>
                </a:lnTo>
                <a:lnTo>
                  <a:pt x="506171" y="381012"/>
                </a:lnTo>
                <a:lnTo>
                  <a:pt x="505968" y="409968"/>
                </a:lnTo>
                <a:lnTo>
                  <a:pt x="531876" y="397764"/>
                </a:lnTo>
                <a:lnTo>
                  <a:pt x="530987" y="361200"/>
                </a:lnTo>
                <a:lnTo>
                  <a:pt x="530542" y="333565"/>
                </a:lnTo>
                <a:lnTo>
                  <a:pt x="530466" y="322313"/>
                </a:lnTo>
                <a:lnTo>
                  <a:pt x="530352" y="150876"/>
                </a:lnTo>
                <a:lnTo>
                  <a:pt x="530352" y="143256"/>
                </a:lnTo>
                <a:lnTo>
                  <a:pt x="544068" y="129540"/>
                </a:lnTo>
                <a:lnTo>
                  <a:pt x="522732" y="117348"/>
                </a:lnTo>
                <a:lnTo>
                  <a:pt x="541020" y="79438"/>
                </a:lnTo>
                <a:lnTo>
                  <a:pt x="559600" y="42418"/>
                </a:lnTo>
                <a:lnTo>
                  <a:pt x="571030" y="29324"/>
                </a:lnTo>
                <a:lnTo>
                  <a:pt x="577596" y="25908"/>
                </a:lnTo>
                <a:close/>
              </a:path>
              <a:path w="843280" h="410210">
                <a:moveTo>
                  <a:pt x="819912" y="73152"/>
                </a:moveTo>
                <a:lnTo>
                  <a:pt x="811276" y="65532"/>
                </a:lnTo>
                <a:lnTo>
                  <a:pt x="794016" y="50292"/>
                </a:lnTo>
                <a:lnTo>
                  <a:pt x="784872" y="61722"/>
                </a:lnTo>
                <a:lnTo>
                  <a:pt x="784872" y="76200"/>
                </a:lnTo>
                <a:lnTo>
                  <a:pt x="784872" y="128016"/>
                </a:lnTo>
                <a:lnTo>
                  <a:pt x="621804" y="128016"/>
                </a:lnTo>
                <a:lnTo>
                  <a:pt x="621804" y="76200"/>
                </a:lnTo>
                <a:lnTo>
                  <a:pt x="784872" y="76200"/>
                </a:lnTo>
                <a:lnTo>
                  <a:pt x="784872" y="61722"/>
                </a:lnTo>
                <a:lnTo>
                  <a:pt x="781812" y="65532"/>
                </a:lnTo>
                <a:lnTo>
                  <a:pt x="708672" y="65532"/>
                </a:lnTo>
                <a:lnTo>
                  <a:pt x="711720" y="62484"/>
                </a:lnTo>
                <a:lnTo>
                  <a:pt x="720864" y="50292"/>
                </a:lnTo>
                <a:lnTo>
                  <a:pt x="722388" y="45720"/>
                </a:lnTo>
                <a:lnTo>
                  <a:pt x="722388" y="38100"/>
                </a:lnTo>
                <a:lnTo>
                  <a:pt x="687755" y="8572"/>
                </a:lnTo>
                <a:lnTo>
                  <a:pt x="672096" y="0"/>
                </a:lnTo>
                <a:lnTo>
                  <a:pt x="669048" y="4572"/>
                </a:lnTo>
                <a:lnTo>
                  <a:pt x="679348" y="17741"/>
                </a:lnTo>
                <a:lnTo>
                  <a:pt x="687527" y="29908"/>
                </a:lnTo>
                <a:lnTo>
                  <a:pt x="693686" y="41224"/>
                </a:lnTo>
                <a:lnTo>
                  <a:pt x="698004" y="51816"/>
                </a:lnTo>
                <a:lnTo>
                  <a:pt x="701052" y="60960"/>
                </a:lnTo>
                <a:lnTo>
                  <a:pt x="704100" y="65532"/>
                </a:lnTo>
                <a:lnTo>
                  <a:pt x="621804" y="65532"/>
                </a:lnTo>
                <a:lnTo>
                  <a:pt x="597408" y="50292"/>
                </a:lnTo>
                <a:lnTo>
                  <a:pt x="598754" y="102108"/>
                </a:lnTo>
                <a:lnTo>
                  <a:pt x="598741" y="153352"/>
                </a:lnTo>
                <a:lnTo>
                  <a:pt x="597204" y="191528"/>
                </a:lnTo>
                <a:lnTo>
                  <a:pt x="590384" y="245325"/>
                </a:lnTo>
                <a:lnTo>
                  <a:pt x="579577" y="289991"/>
                </a:lnTo>
                <a:lnTo>
                  <a:pt x="565861" y="330644"/>
                </a:lnTo>
                <a:lnTo>
                  <a:pt x="549236" y="365556"/>
                </a:lnTo>
                <a:lnTo>
                  <a:pt x="539496" y="381012"/>
                </a:lnTo>
                <a:lnTo>
                  <a:pt x="545592" y="384060"/>
                </a:lnTo>
                <a:lnTo>
                  <a:pt x="573976" y="341960"/>
                </a:lnTo>
                <a:lnTo>
                  <a:pt x="598932" y="289572"/>
                </a:lnTo>
                <a:lnTo>
                  <a:pt x="616077" y="223278"/>
                </a:lnTo>
                <a:lnTo>
                  <a:pt x="620369" y="183273"/>
                </a:lnTo>
                <a:lnTo>
                  <a:pt x="621804" y="138684"/>
                </a:lnTo>
                <a:lnTo>
                  <a:pt x="784872" y="138684"/>
                </a:lnTo>
                <a:lnTo>
                  <a:pt x="784872" y="158496"/>
                </a:lnTo>
                <a:lnTo>
                  <a:pt x="809256" y="149352"/>
                </a:lnTo>
                <a:lnTo>
                  <a:pt x="808367" y="141376"/>
                </a:lnTo>
                <a:lnTo>
                  <a:pt x="808215" y="138684"/>
                </a:lnTo>
                <a:lnTo>
                  <a:pt x="807923" y="133540"/>
                </a:lnTo>
                <a:lnTo>
                  <a:pt x="807796" y="128016"/>
                </a:lnTo>
                <a:lnTo>
                  <a:pt x="807732" y="80772"/>
                </a:lnTo>
                <a:lnTo>
                  <a:pt x="815047" y="76200"/>
                </a:lnTo>
                <a:lnTo>
                  <a:pt x="819912" y="73152"/>
                </a:lnTo>
                <a:close/>
              </a:path>
              <a:path w="843280" h="410210">
                <a:moveTo>
                  <a:pt x="842784" y="198132"/>
                </a:moveTo>
                <a:lnTo>
                  <a:pt x="833640" y="190512"/>
                </a:lnTo>
                <a:lnTo>
                  <a:pt x="815352" y="175260"/>
                </a:lnTo>
                <a:lnTo>
                  <a:pt x="804684" y="187121"/>
                </a:lnTo>
                <a:lnTo>
                  <a:pt x="804684" y="201180"/>
                </a:lnTo>
                <a:lnTo>
                  <a:pt x="804684" y="272796"/>
                </a:lnTo>
                <a:lnTo>
                  <a:pt x="769632" y="272796"/>
                </a:lnTo>
                <a:lnTo>
                  <a:pt x="769632" y="201180"/>
                </a:lnTo>
                <a:lnTo>
                  <a:pt x="804684" y="201180"/>
                </a:lnTo>
                <a:lnTo>
                  <a:pt x="804684" y="187121"/>
                </a:lnTo>
                <a:lnTo>
                  <a:pt x="801624" y="190512"/>
                </a:lnTo>
                <a:lnTo>
                  <a:pt x="746772" y="190512"/>
                </a:lnTo>
                <a:lnTo>
                  <a:pt x="746772" y="201180"/>
                </a:lnTo>
                <a:lnTo>
                  <a:pt x="746772" y="272796"/>
                </a:lnTo>
                <a:lnTo>
                  <a:pt x="708672" y="272796"/>
                </a:lnTo>
                <a:lnTo>
                  <a:pt x="708672" y="201180"/>
                </a:lnTo>
                <a:lnTo>
                  <a:pt x="746772" y="201180"/>
                </a:lnTo>
                <a:lnTo>
                  <a:pt x="746772" y="190512"/>
                </a:lnTo>
                <a:lnTo>
                  <a:pt x="685812" y="190512"/>
                </a:lnTo>
                <a:lnTo>
                  <a:pt x="685812" y="201180"/>
                </a:lnTo>
                <a:lnTo>
                  <a:pt x="685812" y="272796"/>
                </a:lnTo>
                <a:lnTo>
                  <a:pt x="650760" y="272796"/>
                </a:lnTo>
                <a:lnTo>
                  <a:pt x="650760" y="201180"/>
                </a:lnTo>
                <a:lnTo>
                  <a:pt x="685812" y="201180"/>
                </a:lnTo>
                <a:lnTo>
                  <a:pt x="685812" y="190512"/>
                </a:lnTo>
                <a:lnTo>
                  <a:pt x="650760" y="190512"/>
                </a:lnTo>
                <a:lnTo>
                  <a:pt x="626376" y="175260"/>
                </a:lnTo>
                <a:lnTo>
                  <a:pt x="628472" y="207276"/>
                </a:lnTo>
                <a:lnTo>
                  <a:pt x="629158" y="219849"/>
                </a:lnTo>
                <a:lnTo>
                  <a:pt x="629335" y="227088"/>
                </a:lnTo>
                <a:lnTo>
                  <a:pt x="629234" y="345960"/>
                </a:lnTo>
                <a:lnTo>
                  <a:pt x="629145" y="348818"/>
                </a:lnTo>
                <a:lnTo>
                  <a:pt x="628472" y="361188"/>
                </a:lnTo>
                <a:lnTo>
                  <a:pt x="626376" y="396240"/>
                </a:lnTo>
                <a:lnTo>
                  <a:pt x="650760" y="385584"/>
                </a:lnTo>
                <a:lnTo>
                  <a:pt x="650760" y="283476"/>
                </a:lnTo>
                <a:lnTo>
                  <a:pt x="685812" y="283476"/>
                </a:lnTo>
                <a:lnTo>
                  <a:pt x="685812" y="368808"/>
                </a:lnTo>
                <a:lnTo>
                  <a:pt x="708672" y="361200"/>
                </a:lnTo>
                <a:lnTo>
                  <a:pt x="708672" y="283476"/>
                </a:lnTo>
                <a:lnTo>
                  <a:pt x="746772" y="283476"/>
                </a:lnTo>
                <a:lnTo>
                  <a:pt x="746772" y="353580"/>
                </a:lnTo>
                <a:lnTo>
                  <a:pt x="769632" y="345960"/>
                </a:lnTo>
                <a:lnTo>
                  <a:pt x="769632" y="283476"/>
                </a:lnTo>
                <a:lnTo>
                  <a:pt x="804684" y="283476"/>
                </a:lnTo>
                <a:lnTo>
                  <a:pt x="804684" y="350520"/>
                </a:lnTo>
                <a:lnTo>
                  <a:pt x="806208" y="361188"/>
                </a:lnTo>
                <a:lnTo>
                  <a:pt x="801649" y="365747"/>
                </a:lnTo>
                <a:lnTo>
                  <a:pt x="785393" y="365721"/>
                </a:lnTo>
                <a:lnTo>
                  <a:pt x="775728" y="365391"/>
                </a:lnTo>
                <a:lnTo>
                  <a:pt x="763765" y="364477"/>
                </a:lnTo>
                <a:lnTo>
                  <a:pt x="749820" y="362724"/>
                </a:lnTo>
                <a:lnTo>
                  <a:pt x="749820" y="370332"/>
                </a:lnTo>
                <a:lnTo>
                  <a:pt x="768718" y="377456"/>
                </a:lnTo>
                <a:lnTo>
                  <a:pt x="782205" y="385013"/>
                </a:lnTo>
                <a:lnTo>
                  <a:pt x="790536" y="392836"/>
                </a:lnTo>
                <a:lnTo>
                  <a:pt x="794016" y="400824"/>
                </a:lnTo>
                <a:lnTo>
                  <a:pt x="808888" y="394246"/>
                </a:lnTo>
                <a:lnTo>
                  <a:pt x="827544" y="283476"/>
                </a:lnTo>
                <a:lnTo>
                  <a:pt x="827544" y="272796"/>
                </a:lnTo>
                <a:lnTo>
                  <a:pt x="827544" y="208800"/>
                </a:lnTo>
                <a:lnTo>
                  <a:pt x="838428" y="201180"/>
                </a:lnTo>
                <a:lnTo>
                  <a:pt x="842784" y="19813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" name="object 29"/>
          <p:cNvSpPr/>
          <p:nvPr/>
        </p:nvSpPr>
        <p:spPr>
          <a:xfrm>
            <a:off x="3247644" y="3038855"/>
            <a:ext cx="1169035" cy="407034"/>
          </a:xfrm>
          <a:custGeom>
            <a:avLst/>
            <a:gdLst/>
            <a:ahLst/>
            <a:cxnLst/>
            <a:rect l="l" t="t" r="r" b="b"/>
            <a:pathLst>
              <a:path w="1169035" h="407035">
                <a:moveTo>
                  <a:pt x="132588" y="99060"/>
                </a:moveTo>
                <a:lnTo>
                  <a:pt x="97739" y="65874"/>
                </a:lnTo>
                <a:lnTo>
                  <a:pt x="82296" y="56388"/>
                </a:lnTo>
                <a:lnTo>
                  <a:pt x="79248" y="62484"/>
                </a:lnTo>
                <a:lnTo>
                  <a:pt x="88671" y="74180"/>
                </a:lnTo>
                <a:lnTo>
                  <a:pt x="96393" y="86296"/>
                </a:lnTo>
                <a:lnTo>
                  <a:pt x="102387" y="98704"/>
                </a:lnTo>
                <a:lnTo>
                  <a:pt x="106680" y="111252"/>
                </a:lnTo>
                <a:lnTo>
                  <a:pt x="109728" y="121920"/>
                </a:lnTo>
                <a:lnTo>
                  <a:pt x="112776" y="126492"/>
                </a:lnTo>
                <a:lnTo>
                  <a:pt x="118872" y="126492"/>
                </a:lnTo>
                <a:lnTo>
                  <a:pt x="126492" y="118872"/>
                </a:lnTo>
                <a:lnTo>
                  <a:pt x="131064" y="112776"/>
                </a:lnTo>
                <a:lnTo>
                  <a:pt x="132588" y="108204"/>
                </a:lnTo>
                <a:lnTo>
                  <a:pt x="132588" y="99060"/>
                </a:lnTo>
                <a:close/>
              </a:path>
              <a:path w="1169035" h="407035">
                <a:moveTo>
                  <a:pt x="220980" y="92964"/>
                </a:moveTo>
                <a:lnTo>
                  <a:pt x="188976" y="60223"/>
                </a:lnTo>
                <a:lnTo>
                  <a:pt x="170688" y="48768"/>
                </a:lnTo>
                <a:lnTo>
                  <a:pt x="167640" y="51816"/>
                </a:lnTo>
                <a:lnTo>
                  <a:pt x="177939" y="66370"/>
                </a:lnTo>
                <a:lnTo>
                  <a:pt x="186118" y="80200"/>
                </a:lnTo>
                <a:lnTo>
                  <a:pt x="192278" y="93179"/>
                </a:lnTo>
                <a:lnTo>
                  <a:pt x="196596" y="105156"/>
                </a:lnTo>
                <a:lnTo>
                  <a:pt x="199644" y="117348"/>
                </a:lnTo>
                <a:lnTo>
                  <a:pt x="202692" y="123444"/>
                </a:lnTo>
                <a:lnTo>
                  <a:pt x="207264" y="123444"/>
                </a:lnTo>
                <a:lnTo>
                  <a:pt x="214884" y="115824"/>
                </a:lnTo>
                <a:lnTo>
                  <a:pt x="219456" y="109728"/>
                </a:lnTo>
                <a:lnTo>
                  <a:pt x="220980" y="103632"/>
                </a:lnTo>
                <a:lnTo>
                  <a:pt x="220980" y="92964"/>
                </a:lnTo>
                <a:close/>
              </a:path>
              <a:path w="1169035" h="407035">
                <a:moveTo>
                  <a:pt x="332232" y="60960"/>
                </a:moveTo>
                <a:lnTo>
                  <a:pt x="300228" y="38100"/>
                </a:lnTo>
                <a:lnTo>
                  <a:pt x="295630" y="50393"/>
                </a:lnTo>
                <a:lnTo>
                  <a:pt x="290893" y="62103"/>
                </a:lnTo>
                <a:lnTo>
                  <a:pt x="268795" y="104394"/>
                </a:lnTo>
                <a:lnTo>
                  <a:pt x="256032" y="124968"/>
                </a:lnTo>
                <a:lnTo>
                  <a:pt x="260604" y="128016"/>
                </a:lnTo>
                <a:lnTo>
                  <a:pt x="272884" y="118262"/>
                </a:lnTo>
                <a:lnTo>
                  <a:pt x="286893" y="104775"/>
                </a:lnTo>
                <a:lnTo>
                  <a:pt x="302602" y="87299"/>
                </a:lnTo>
                <a:lnTo>
                  <a:pt x="320040" y="65532"/>
                </a:lnTo>
                <a:lnTo>
                  <a:pt x="332232" y="60960"/>
                </a:lnTo>
                <a:close/>
              </a:path>
              <a:path w="1169035" h="407035">
                <a:moveTo>
                  <a:pt x="359664" y="30480"/>
                </a:moveTo>
                <a:lnTo>
                  <a:pt x="333756" y="0"/>
                </a:lnTo>
                <a:lnTo>
                  <a:pt x="315696" y="7721"/>
                </a:lnTo>
                <a:lnTo>
                  <a:pt x="291084" y="14859"/>
                </a:lnTo>
                <a:lnTo>
                  <a:pt x="220980" y="27432"/>
                </a:lnTo>
                <a:lnTo>
                  <a:pt x="178447" y="32842"/>
                </a:lnTo>
                <a:lnTo>
                  <a:pt x="133350" y="37528"/>
                </a:lnTo>
                <a:lnTo>
                  <a:pt x="85953" y="41363"/>
                </a:lnTo>
                <a:lnTo>
                  <a:pt x="36576" y="44196"/>
                </a:lnTo>
                <a:lnTo>
                  <a:pt x="36576" y="51816"/>
                </a:lnTo>
                <a:lnTo>
                  <a:pt x="141541" y="46863"/>
                </a:lnTo>
                <a:lnTo>
                  <a:pt x="188518" y="43675"/>
                </a:lnTo>
                <a:lnTo>
                  <a:pt x="231648" y="39624"/>
                </a:lnTo>
                <a:lnTo>
                  <a:pt x="305943" y="33909"/>
                </a:lnTo>
                <a:lnTo>
                  <a:pt x="359664" y="30480"/>
                </a:lnTo>
                <a:close/>
              </a:path>
              <a:path w="1169035" h="407035">
                <a:moveTo>
                  <a:pt x="384048" y="143256"/>
                </a:moveTo>
                <a:lnTo>
                  <a:pt x="374904" y="134112"/>
                </a:lnTo>
                <a:lnTo>
                  <a:pt x="355092" y="114300"/>
                </a:lnTo>
                <a:lnTo>
                  <a:pt x="336804" y="134112"/>
                </a:lnTo>
                <a:lnTo>
                  <a:pt x="45720" y="134112"/>
                </a:lnTo>
                <a:lnTo>
                  <a:pt x="45720" y="114300"/>
                </a:lnTo>
                <a:lnTo>
                  <a:pt x="38100" y="114300"/>
                </a:lnTo>
                <a:lnTo>
                  <a:pt x="34074" y="132041"/>
                </a:lnTo>
                <a:lnTo>
                  <a:pt x="28765" y="146494"/>
                </a:lnTo>
                <a:lnTo>
                  <a:pt x="22021" y="157810"/>
                </a:lnTo>
                <a:lnTo>
                  <a:pt x="0" y="179832"/>
                </a:lnTo>
                <a:lnTo>
                  <a:pt x="0" y="184404"/>
                </a:lnTo>
                <a:lnTo>
                  <a:pt x="1524" y="187452"/>
                </a:lnTo>
                <a:lnTo>
                  <a:pt x="6096" y="188976"/>
                </a:lnTo>
                <a:lnTo>
                  <a:pt x="9144" y="192024"/>
                </a:lnTo>
                <a:lnTo>
                  <a:pt x="21336" y="192024"/>
                </a:lnTo>
                <a:lnTo>
                  <a:pt x="27432" y="190500"/>
                </a:lnTo>
                <a:lnTo>
                  <a:pt x="45720" y="143256"/>
                </a:lnTo>
                <a:lnTo>
                  <a:pt x="339852" y="143256"/>
                </a:lnTo>
                <a:lnTo>
                  <a:pt x="321564" y="185928"/>
                </a:lnTo>
                <a:lnTo>
                  <a:pt x="327660" y="187452"/>
                </a:lnTo>
                <a:lnTo>
                  <a:pt x="335635" y="176885"/>
                </a:lnTo>
                <a:lnTo>
                  <a:pt x="343471" y="168021"/>
                </a:lnTo>
                <a:lnTo>
                  <a:pt x="378066" y="144957"/>
                </a:lnTo>
                <a:lnTo>
                  <a:pt x="384048" y="143256"/>
                </a:lnTo>
                <a:close/>
              </a:path>
              <a:path w="1169035" h="407035">
                <a:moveTo>
                  <a:pt x="391668" y="371856"/>
                </a:moveTo>
                <a:lnTo>
                  <a:pt x="346849" y="368998"/>
                </a:lnTo>
                <a:lnTo>
                  <a:pt x="306324" y="362712"/>
                </a:lnTo>
                <a:lnTo>
                  <a:pt x="270357" y="352996"/>
                </a:lnTo>
                <a:lnTo>
                  <a:pt x="268109" y="352044"/>
                </a:lnTo>
                <a:lnTo>
                  <a:pt x="239268" y="339852"/>
                </a:lnTo>
                <a:lnTo>
                  <a:pt x="253911" y="327660"/>
                </a:lnTo>
                <a:lnTo>
                  <a:pt x="254431" y="327240"/>
                </a:lnTo>
                <a:lnTo>
                  <a:pt x="270319" y="312039"/>
                </a:lnTo>
                <a:lnTo>
                  <a:pt x="287058" y="293992"/>
                </a:lnTo>
                <a:lnTo>
                  <a:pt x="304800" y="272796"/>
                </a:lnTo>
                <a:lnTo>
                  <a:pt x="320040" y="263652"/>
                </a:lnTo>
                <a:lnTo>
                  <a:pt x="318516" y="262128"/>
                </a:lnTo>
                <a:lnTo>
                  <a:pt x="309372" y="252984"/>
                </a:lnTo>
                <a:lnTo>
                  <a:pt x="294132" y="237744"/>
                </a:lnTo>
                <a:lnTo>
                  <a:pt x="278892" y="252984"/>
                </a:lnTo>
                <a:lnTo>
                  <a:pt x="278892" y="263652"/>
                </a:lnTo>
                <a:lnTo>
                  <a:pt x="265976" y="281368"/>
                </a:lnTo>
                <a:lnTo>
                  <a:pt x="252222" y="297942"/>
                </a:lnTo>
                <a:lnTo>
                  <a:pt x="237312" y="313372"/>
                </a:lnTo>
                <a:lnTo>
                  <a:pt x="220980" y="327660"/>
                </a:lnTo>
                <a:lnTo>
                  <a:pt x="213829" y="323164"/>
                </a:lnTo>
                <a:lnTo>
                  <a:pt x="179514" y="290233"/>
                </a:lnTo>
                <a:lnTo>
                  <a:pt x="160020" y="263652"/>
                </a:lnTo>
                <a:lnTo>
                  <a:pt x="278892" y="263652"/>
                </a:lnTo>
                <a:lnTo>
                  <a:pt x="278892" y="252984"/>
                </a:lnTo>
                <a:lnTo>
                  <a:pt x="153924" y="252984"/>
                </a:lnTo>
                <a:lnTo>
                  <a:pt x="157111" y="243840"/>
                </a:lnTo>
                <a:lnTo>
                  <a:pt x="162915" y="225552"/>
                </a:lnTo>
                <a:lnTo>
                  <a:pt x="166116" y="216408"/>
                </a:lnTo>
                <a:lnTo>
                  <a:pt x="345948" y="216408"/>
                </a:lnTo>
                <a:lnTo>
                  <a:pt x="316992" y="185928"/>
                </a:lnTo>
                <a:lnTo>
                  <a:pt x="295656" y="205740"/>
                </a:lnTo>
                <a:lnTo>
                  <a:pt x="167640" y="205740"/>
                </a:lnTo>
                <a:lnTo>
                  <a:pt x="172212" y="179832"/>
                </a:lnTo>
                <a:lnTo>
                  <a:pt x="184404" y="170688"/>
                </a:lnTo>
                <a:lnTo>
                  <a:pt x="146304" y="152400"/>
                </a:lnTo>
                <a:lnTo>
                  <a:pt x="146011" y="163525"/>
                </a:lnTo>
                <a:lnTo>
                  <a:pt x="145161" y="176212"/>
                </a:lnTo>
                <a:lnTo>
                  <a:pt x="143725" y="190334"/>
                </a:lnTo>
                <a:lnTo>
                  <a:pt x="141732" y="205740"/>
                </a:lnTo>
                <a:lnTo>
                  <a:pt x="33528" y="205740"/>
                </a:lnTo>
                <a:lnTo>
                  <a:pt x="48768" y="222504"/>
                </a:lnTo>
                <a:lnTo>
                  <a:pt x="59067" y="219633"/>
                </a:lnTo>
                <a:lnTo>
                  <a:pt x="69532" y="217741"/>
                </a:lnTo>
                <a:lnTo>
                  <a:pt x="80264" y="216725"/>
                </a:lnTo>
                <a:lnTo>
                  <a:pt x="91440" y="216408"/>
                </a:lnTo>
                <a:lnTo>
                  <a:pt x="140208" y="216408"/>
                </a:lnTo>
                <a:lnTo>
                  <a:pt x="127736" y="255549"/>
                </a:lnTo>
                <a:lnTo>
                  <a:pt x="108546" y="292493"/>
                </a:lnTo>
                <a:lnTo>
                  <a:pt x="82486" y="327240"/>
                </a:lnTo>
                <a:lnTo>
                  <a:pt x="49390" y="359791"/>
                </a:lnTo>
                <a:lnTo>
                  <a:pt x="9144" y="390144"/>
                </a:lnTo>
                <a:lnTo>
                  <a:pt x="10668" y="397764"/>
                </a:lnTo>
                <a:lnTo>
                  <a:pt x="57835" y="368858"/>
                </a:lnTo>
                <a:lnTo>
                  <a:pt x="96583" y="336804"/>
                </a:lnTo>
                <a:lnTo>
                  <a:pt x="127038" y="301332"/>
                </a:lnTo>
                <a:lnTo>
                  <a:pt x="149352" y="262128"/>
                </a:lnTo>
                <a:lnTo>
                  <a:pt x="160540" y="283273"/>
                </a:lnTo>
                <a:lnTo>
                  <a:pt x="173736" y="303276"/>
                </a:lnTo>
                <a:lnTo>
                  <a:pt x="189204" y="322135"/>
                </a:lnTo>
                <a:lnTo>
                  <a:pt x="207264" y="339852"/>
                </a:lnTo>
                <a:lnTo>
                  <a:pt x="177520" y="358140"/>
                </a:lnTo>
                <a:lnTo>
                  <a:pt x="143065" y="374142"/>
                </a:lnTo>
                <a:lnTo>
                  <a:pt x="103746" y="387858"/>
                </a:lnTo>
                <a:lnTo>
                  <a:pt x="59436" y="399288"/>
                </a:lnTo>
                <a:lnTo>
                  <a:pt x="59436" y="406908"/>
                </a:lnTo>
                <a:lnTo>
                  <a:pt x="109131" y="398335"/>
                </a:lnTo>
                <a:lnTo>
                  <a:pt x="152971" y="386334"/>
                </a:lnTo>
                <a:lnTo>
                  <a:pt x="190804" y="370903"/>
                </a:lnTo>
                <a:lnTo>
                  <a:pt x="222504" y="352044"/>
                </a:lnTo>
                <a:lnTo>
                  <a:pt x="249123" y="367169"/>
                </a:lnTo>
                <a:lnTo>
                  <a:pt x="281178" y="380428"/>
                </a:lnTo>
                <a:lnTo>
                  <a:pt x="318935" y="391693"/>
                </a:lnTo>
                <a:lnTo>
                  <a:pt x="362712" y="400812"/>
                </a:lnTo>
                <a:lnTo>
                  <a:pt x="368084" y="390791"/>
                </a:lnTo>
                <a:lnTo>
                  <a:pt x="374904" y="383476"/>
                </a:lnTo>
                <a:lnTo>
                  <a:pt x="382854" y="378739"/>
                </a:lnTo>
                <a:lnTo>
                  <a:pt x="391668" y="376428"/>
                </a:lnTo>
                <a:lnTo>
                  <a:pt x="391668" y="371856"/>
                </a:lnTo>
                <a:close/>
              </a:path>
              <a:path w="1169035" h="407035">
                <a:moveTo>
                  <a:pt x="737603" y="121920"/>
                </a:moveTo>
                <a:lnTo>
                  <a:pt x="696455" y="121920"/>
                </a:lnTo>
                <a:lnTo>
                  <a:pt x="656831" y="309372"/>
                </a:lnTo>
                <a:lnTo>
                  <a:pt x="597395" y="121920"/>
                </a:lnTo>
                <a:lnTo>
                  <a:pt x="563867" y="121920"/>
                </a:lnTo>
                <a:lnTo>
                  <a:pt x="505955" y="309372"/>
                </a:lnTo>
                <a:lnTo>
                  <a:pt x="463283" y="121920"/>
                </a:lnTo>
                <a:lnTo>
                  <a:pt x="420611" y="121920"/>
                </a:lnTo>
                <a:lnTo>
                  <a:pt x="483095" y="364236"/>
                </a:lnTo>
                <a:lnTo>
                  <a:pt x="521195" y="364236"/>
                </a:lnTo>
                <a:lnTo>
                  <a:pt x="579107" y="178308"/>
                </a:lnTo>
                <a:lnTo>
                  <a:pt x="638543" y="364236"/>
                </a:lnTo>
                <a:lnTo>
                  <a:pt x="676643" y="364236"/>
                </a:lnTo>
                <a:lnTo>
                  <a:pt x="737603" y="121920"/>
                </a:lnTo>
                <a:close/>
              </a:path>
              <a:path w="1169035" h="407035">
                <a:moveTo>
                  <a:pt x="1168908" y="51816"/>
                </a:moveTo>
                <a:lnTo>
                  <a:pt x="1133856" y="16764"/>
                </a:lnTo>
                <a:lnTo>
                  <a:pt x="1106424" y="41148"/>
                </a:lnTo>
                <a:lnTo>
                  <a:pt x="765048" y="41148"/>
                </a:lnTo>
                <a:lnTo>
                  <a:pt x="780288" y="56388"/>
                </a:lnTo>
                <a:lnTo>
                  <a:pt x="790587" y="54394"/>
                </a:lnTo>
                <a:lnTo>
                  <a:pt x="801052" y="52959"/>
                </a:lnTo>
                <a:lnTo>
                  <a:pt x="811784" y="52108"/>
                </a:lnTo>
                <a:lnTo>
                  <a:pt x="822960" y="51816"/>
                </a:lnTo>
                <a:lnTo>
                  <a:pt x="949452" y="51816"/>
                </a:lnTo>
                <a:lnTo>
                  <a:pt x="926592" y="131064"/>
                </a:lnTo>
                <a:lnTo>
                  <a:pt x="839724" y="131064"/>
                </a:lnTo>
                <a:lnTo>
                  <a:pt x="813816" y="115824"/>
                </a:lnTo>
                <a:lnTo>
                  <a:pt x="814692" y="135280"/>
                </a:lnTo>
                <a:lnTo>
                  <a:pt x="815149" y="161734"/>
                </a:lnTo>
                <a:lnTo>
                  <a:pt x="815314" y="195338"/>
                </a:lnTo>
                <a:lnTo>
                  <a:pt x="815149" y="320992"/>
                </a:lnTo>
                <a:lnTo>
                  <a:pt x="814692" y="360311"/>
                </a:lnTo>
                <a:lnTo>
                  <a:pt x="813816" y="397764"/>
                </a:lnTo>
                <a:lnTo>
                  <a:pt x="839724" y="381000"/>
                </a:lnTo>
                <a:lnTo>
                  <a:pt x="839724" y="141732"/>
                </a:lnTo>
                <a:lnTo>
                  <a:pt x="908304" y="141732"/>
                </a:lnTo>
                <a:lnTo>
                  <a:pt x="908304" y="377952"/>
                </a:lnTo>
                <a:lnTo>
                  <a:pt x="929640" y="368808"/>
                </a:lnTo>
                <a:lnTo>
                  <a:pt x="929640" y="141732"/>
                </a:lnTo>
                <a:lnTo>
                  <a:pt x="998220" y="141732"/>
                </a:lnTo>
                <a:lnTo>
                  <a:pt x="998220" y="374904"/>
                </a:lnTo>
                <a:lnTo>
                  <a:pt x="1021080" y="365760"/>
                </a:lnTo>
                <a:lnTo>
                  <a:pt x="1021080" y="141732"/>
                </a:lnTo>
                <a:lnTo>
                  <a:pt x="1095756" y="141732"/>
                </a:lnTo>
                <a:lnTo>
                  <a:pt x="1095756" y="355092"/>
                </a:lnTo>
                <a:lnTo>
                  <a:pt x="1092708" y="361188"/>
                </a:lnTo>
                <a:lnTo>
                  <a:pt x="1033272" y="359664"/>
                </a:lnTo>
                <a:lnTo>
                  <a:pt x="1033272" y="365760"/>
                </a:lnTo>
                <a:lnTo>
                  <a:pt x="1051839" y="374053"/>
                </a:lnTo>
                <a:lnTo>
                  <a:pt x="1066419" y="382905"/>
                </a:lnTo>
                <a:lnTo>
                  <a:pt x="1076985" y="392341"/>
                </a:lnTo>
                <a:lnTo>
                  <a:pt x="1083564" y="402336"/>
                </a:lnTo>
                <a:lnTo>
                  <a:pt x="1093863" y="397764"/>
                </a:lnTo>
                <a:lnTo>
                  <a:pt x="1119581" y="363905"/>
                </a:lnTo>
                <a:lnTo>
                  <a:pt x="1120140" y="353568"/>
                </a:lnTo>
                <a:lnTo>
                  <a:pt x="1120140" y="152400"/>
                </a:lnTo>
                <a:lnTo>
                  <a:pt x="1138428" y="140208"/>
                </a:lnTo>
                <a:lnTo>
                  <a:pt x="1107948" y="114300"/>
                </a:lnTo>
                <a:lnTo>
                  <a:pt x="1094232" y="131064"/>
                </a:lnTo>
                <a:lnTo>
                  <a:pt x="935736" y="131064"/>
                </a:lnTo>
                <a:lnTo>
                  <a:pt x="952588" y="102831"/>
                </a:lnTo>
                <a:lnTo>
                  <a:pt x="966597" y="80010"/>
                </a:lnTo>
                <a:lnTo>
                  <a:pt x="977734" y="62915"/>
                </a:lnTo>
                <a:lnTo>
                  <a:pt x="986028" y="51816"/>
                </a:lnTo>
                <a:lnTo>
                  <a:pt x="1168908" y="5181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" name="object 30"/>
          <p:cNvSpPr/>
          <p:nvPr/>
        </p:nvSpPr>
        <p:spPr>
          <a:xfrm>
            <a:off x="4462271" y="3046475"/>
            <a:ext cx="398145" cy="394970"/>
          </a:xfrm>
          <a:custGeom>
            <a:avLst/>
            <a:gdLst/>
            <a:ahLst/>
            <a:cxnLst/>
            <a:rect l="l" t="t" r="r" b="b"/>
            <a:pathLst>
              <a:path w="398145" h="394970">
                <a:moveTo>
                  <a:pt x="19812" y="42672"/>
                </a:moveTo>
                <a:lnTo>
                  <a:pt x="4572" y="25908"/>
                </a:lnTo>
                <a:lnTo>
                  <a:pt x="333756" y="25908"/>
                </a:lnTo>
                <a:lnTo>
                  <a:pt x="361188" y="0"/>
                </a:lnTo>
                <a:lnTo>
                  <a:pt x="397764" y="36576"/>
                </a:lnTo>
                <a:lnTo>
                  <a:pt x="60960" y="36576"/>
                </a:lnTo>
                <a:lnTo>
                  <a:pt x="49815" y="36885"/>
                </a:lnTo>
                <a:lnTo>
                  <a:pt x="39243" y="37909"/>
                </a:lnTo>
                <a:lnTo>
                  <a:pt x="29241" y="39790"/>
                </a:lnTo>
                <a:lnTo>
                  <a:pt x="19812" y="42672"/>
                </a:lnTo>
                <a:close/>
              </a:path>
              <a:path w="398145" h="394970">
                <a:moveTo>
                  <a:pt x="4572" y="298704"/>
                </a:moveTo>
                <a:lnTo>
                  <a:pt x="0" y="291084"/>
                </a:lnTo>
                <a:lnTo>
                  <a:pt x="28527" y="269081"/>
                </a:lnTo>
                <a:lnTo>
                  <a:pt x="56769" y="244221"/>
                </a:lnTo>
                <a:lnTo>
                  <a:pt x="84439" y="216503"/>
                </a:lnTo>
                <a:lnTo>
                  <a:pt x="111252" y="185928"/>
                </a:lnTo>
                <a:lnTo>
                  <a:pt x="136374" y="152733"/>
                </a:lnTo>
                <a:lnTo>
                  <a:pt x="159067" y="116967"/>
                </a:lnTo>
                <a:lnTo>
                  <a:pt x="179189" y="78343"/>
                </a:lnTo>
                <a:lnTo>
                  <a:pt x="196596" y="36576"/>
                </a:lnTo>
                <a:lnTo>
                  <a:pt x="231648" y="36576"/>
                </a:lnTo>
                <a:lnTo>
                  <a:pt x="223599" y="52030"/>
                </a:lnTo>
                <a:lnTo>
                  <a:pt x="215265" y="68770"/>
                </a:lnTo>
                <a:lnTo>
                  <a:pt x="206359" y="86939"/>
                </a:lnTo>
                <a:lnTo>
                  <a:pt x="196596" y="106680"/>
                </a:lnTo>
                <a:lnTo>
                  <a:pt x="227076" y="123444"/>
                </a:lnTo>
                <a:lnTo>
                  <a:pt x="220789" y="128016"/>
                </a:lnTo>
                <a:lnTo>
                  <a:pt x="184404" y="128016"/>
                </a:lnTo>
                <a:lnTo>
                  <a:pt x="155167" y="168444"/>
                </a:lnTo>
                <a:lnTo>
                  <a:pt x="122419" y="205654"/>
                </a:lnTo>
                <a:lnTo>
                  <a:pt x="86307" y="239719"/>
                </a:lnTo>
                <a:lnTo>
                  <a:pt x="46975" y="270711"/>
                </a:lnTo>
                <a:lnTo>
                  <a:pt x="4572" y="298704"/>
                </a:lnTo>
                <a:close/>
              </a:path>
              <a:path w="398145" h="394970">
                <a:moveTo>
                  <a:pt x="182880" y="394716"/>
                </a:moveTo>
                <a:lnTo>
                  <a:pt x="183761" y="363354"/>
                </a:lnTo>
                <a:lnTo>
                  <a:pt x="184213" y="333565"/>
                </a:lnTo>
                <a:lnTo>
                  <a:pt x="184380" y="305776"/>
                </a:lnTo>
                <a:lnTo>
                  <a:pt x="184404" y="128016"/>
                </a:lnTo>
                <a:lnTo>
                  <a:pt x="220789" y="128016"/>
                </a:lnTo>
                <a:lnTo>
                  <a:pt x="210312" y="135636"/>
                </a:lnTo>
                <a:lnTo>
                  <a:pt x="210338" y="305776"/>
                </a:lnTo>
                <a:lnTo>
                  <a:pt x="210573" y="327874"/>
                </a:lnTo>
                <a:lnTo>
                  <a:pt x="211264" y="349186"/>
                </a:lnTo>
                <a:lnTo>
                  <a:pt x="212240" y="367355"/>
                </a:lnTo>
                <a:lnTo>
                  <a:pt x="213360" y="382524"/>
                </a:lnTo>
                <a:lnTo>
                  <a:pt x="182880" y="394716"/>
                </a:lnTo>
                <a:close/>
              </a:path>
              <a:path w="398145" h="394970">
                <a:moveTo>
                  <a:pt x="374904" y="280416"/>
                </a:moveTo>
                <a:lnTo>
                  <a:pt x="373380" y="280416"/>
                </a:lnTo>
                <a:lnTo>
                  <a:pt x="369403" y="278701"/>
                </a:lnTo>
                <a:lnTo>
                  <a:pt x="364426" y="273558"/>
                </a:lnTo>
                <a:lnTo>
                  <a:pt x="358592" y="264985"/>
                </a:lnTo>
                <a:lnTo>
                  <a:pt x="352044" y="252984"/>
                </a:lnTo>
                <a:lnTo>
                  <a:pt x="337756" y="232386"/>
                </a:lnTo>
                <a:lnTo>
                  <a:pt x="315468" y="207073"/>
                </a:lnTo>
                <a:lnTo>
                  <a:pt x="285178" y="176903"/>
                </a:lnTo>
                <a:lnTo>
                  <a:pt x="246888" y="141732"/>
                </a:lnTo>
                <a:lnTo>
                  <a:pt x="252984" y="135636"/>
                </a:lnTo>
                <a:lnTo>
                  <a:pt x="301823" y="168783"/>
                </a:lnTo>
                <a:lnTo>
                  <a:pt x="338518" y="195072"/>
                </a:lnTo>
                <a:lnTo>
                  <a:pt x="374904" y="227076"/>
                </a:lnTo>
                <a:lnTo>
                  <a:pt x="387096" y="254508"/>
                </a:lnTo>
                <a:lnTo>
                  <a:pt x="387096" y="259080"/>
                </a:lnTo>
                <a:lnTo>
                  <a:pt x="385572" y="265176"/>
                </a:lnTo>
                <a:lnTo>
                  <a:pt x="381000" y="271272"/>
                </a:lnTo>
                <a:lnTo>
                  <a:pt x="377952" y="277368"/>
                </a:lnTo>
                <a:lnTo>
                  <a:pt x="374904" y="28041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" name="object 31"/>
          <p:cNvSpPr/>
          <p:nvPr/>
        </p:nvSpPr>
        <p:spPr>
          <a:xfrm>
            <a:off x="4914900" y="3038855"/>
            <a:ext cx="737870" cy="407034"/>
          </a:xfrm>
          <a:custGeom>
            <a:avLst/>
            <a:gdLst/>
            <a:ahLst/>
            <a:cxnLst/>
            <a:rect l="l" t="t" r="r" b="b"/>
            <a:pathLst>
              <a:path w="737870" h="407035">
                <a:moveTo>
                  <a:pt x="132588" y="99060"/>
                </a:moveTo>
                <a:lnTo>
                  <a:pt x="129540" y="92964"/>
                </a:lnTo>
                <a:lnTo>
                  <a:pt x="123444" y="86868"/>
                </a:lnTo>
                <a:lnTo>
                  <a:pt x="118275" y="80822"/>
                </a:lnTo>
                <a:lnTo>
                  <a:pt x="109537" y="73914"/>
                </a:lnTo>
                <a:lnTo>
                  <a:pt x="97078" y="65874"/>
                </a:lnTo>
                <a:lnTo>
                  <a:pt x="80772" y="56388"/>
                </a:lnTo>
                <a:lnTo>
                  <a:pt x="77724" y="62484"/>
                </a:lnTo>
                <a:lnTo>
                  <a:pt x="87147" y="74180"/>
                </a:lnTo>
                <a:lnTo>
                  <a:pt x="94869" y="86296"/>
                </a:lnTo>
                <a:lnTo>
                  <a:pt x="100863" y="98704"/>
                </a:lnTo>
                <a:lnTo>
                  <a:pt x="105156" y="111252"/>
                </a:lnTo>
                <a:lnTo>
                  <a:pt x="109728" y="121920"/>
                </a:lnTo>
                <a:lnTo>
                  <a:pt x="112776" y="126492"/>
                </a:lnTo>
                <a:lnTo>
                  <a:pt x="118872" y="126492"/>
                </a:lnTo>
                <a:lnTo>
                  <a:pt x="126492" y="118872"/>
                </a:lnTo>
                <a:lnTo>
                  <a:pt x="129540" y="112776"/>
                </a:lnTo>
                <a:lnTo>
                  <a:pt x="132588" y="108204"/>
                </a:lnTo>
                <a:lnTo>
                  <a:pt x="132588" y="99060"/>
                </a:lnTo>
                <a:close/>
              </a:path>
              <a:path w="737870" h="407035">
                <a:moveTo>
                  <a:pt x="220980" y="92964"/>
                </a:moveTo>
                <a:lnTo>
                  <a:pt x="188976" y="60223"/>
                </a:lnTo>
                <a:lnTo>
                  <a:pt x="170688" y="48768"/>
                </a:lnTo>
                <a:lnTo>
                  <a:pt x="166116" y="51816"/>
                </a:lnTo>
                <a:lnTo>
                  <a:pt x="176657" y="66370"/>
                </a:lnTo>
                <a:lnTo>
                  <a:pt x="185356" y="80200"/>
                </a:lnTo>
                <a:lnTo>
                  <a:pt x="192036" y="93179"/>
                </a:lnTo>
                <a:lnTo>
                  <a:pt x="196596" y="105156"/>
                </a:lnTo>
                <a:lnTo>
                  <a:pt x="198120" y="117348"/>
                </a:lnTo>
                <a:lnTo>
                  <a:pt x="201168" y="123444"/>
                </a:lnTo>
                <a:lnTo>
                  <a:pt x="205740" y="123444"/>
                </a:lnTo>
                <a:lnTo>
                  <a:pt x="213360" y="115824"/>
                </a:lnTo>
                <a:lnTo>
                  <a:pt x="217932" y="109728"/>
                </a:lnTo>
                <a:lnTo>
                  <a:pt x="220980" y="103632"/>
                </a:lnTo>
                <a:lnTo>
                  <a:pt x="220980" y="92964"/>
                </a:lnTo>
                <a:close/>
              </a:path>
              <a:path w="737870" h="407035">
                <a:moveTo>
                  <a:pt x="332232" y="60960"/>
                </a:moveTo>
                <a:lnTo>
                  <a:pt x="298704" y="38100"/>
                </a:lnTo>
                <a:lnTo>
                  <a:pt x="294132" y="50393"/>
                </a:lnTo>
                <a:lnTo>
                  <a:pt x="289560" y="62103"/>
                </a:lnTo>
                <a:lnTo>
                  <a:pt x="268795" y="104394"/>
                </a:lnTo>
                <a:lnTo>
                  <a:pt x="256032" y="124968"/>
                </a:lnTo>
                <a:lnTo>
                  <a:pt x="260604" y="128016"/>
                </a:lnTo>
                <a:lnTo>
                  <a:pt x="272034" y="118262"/>
                </a:lnTo>
                <a:lnTo>
                  <a:pt x="285750" y="104775"/>
                </a:lnTo>
                <a:lnTo>
                  <a:pt x="301752" y="87299"/>
                </a:lnTo>
                <a:lnTo>
                  <a:pt x="320040" y="65532"/>
                </a:lnTo>
                <a:lnTo>
                  <a:pt x="332232" y="60960"/>
                </a:lnTo>
                <a:close/>
              </a:path>
              <a:path w="737870" h="407035">
                <a:moveTo>
                  <a:pt x="359664" y="30480"/>
                </a:moveTo>
                <a:lnTo>
                  <a:pt x="333756" y="0"/>
                </a:lnTo>
                <a:lnTo>
                  <a:pt x="315480" y="7721"/>
                </a:lnTo>
                <a:lnTo>
                  <a:pt x="290512" y="14859"/>
                </a:lnTo>
                <a:lnTo>
                  <a:pt x="220980" y="27432"/>
                </a:lnTo>
                <a:lnTo>
                  <a:pt x="177800" y="32842"/>
                </a:lnTo>
                <a:lnTo>
                  <a:pt x="132778" y="37528"/>
                </a:lnTo>
                <a:lnTo>
                  <a:pt x="85737" y="41363"/>
                </a:lnTo>
                <a:lnTo>
                  <a:pt x="36576" y="44196"/>
                </a:lnTo>
                <a:lnTo>
                  <a:pt x="36576" y="51816"/>
                </a:lnTo>
                <a:lnTo>
                  <a:pt x="140970" y="46863"/>
                </a:lnTo>
                <a:lnTo>
                  <a:pt x="187871" y="43675"/>
                </a:lnTo>
                <a:lnTo>
                  <a:pt x="231648" y="39624"/>
                </a:lnTo>
                <a:lnTo>
                  <a:pt x="334518" y="31915"/>
                </a:lnTo>
                <a:lnTo>
                  <a:pt x="359664" y="30480"/>
                </a:lnTo>
                <a:close/>
              </a:path>
              <a:path w="737870" h="407035">
                <a:moveTo>
                  <a:pt x="384048" y="143256"/>
                </a:moveTo>
                <a:lnTo>
                  <a:pt x="374904" y="134112"/>
                </a:lnTo>
                <a:lnTo>
                  <a:pt x="355092" y="114300"/>
                </a:lnTo>
                <a:lnTo>
                  <a:pt x="335280" y="134112"/>
                </a:lnTo>
                <a:lnTo>
                  <a:pt x="44196" y="134112"/>
                </a:lnTo>
                <a:lnTo>
                  <a:pt x="44196" y="114300"/>
                </a:lnTo>
                <a:lnTo>
                  <a:pt x="38100" y="114300"/>
                </a:lnTo>
                <a:lnTo>
                  <a:pt x="34074" y="132041"/>
                </a:lnTo>
                <a:lnTo>
                  <a:pt x="28765" y="146494"/>
                </a:lnTo>
                <a:lnTo>
                  <a:pt x="22021" y="157810"/>
                </a:lnTo>
                <a:lnTo>
                  <a:pt x="0" y="179832"/>
                </a:lnTo>
                <a:lnTo>
                  <a:pt x="0" y="184404"/>
                </a:lnTo>
                <a:lnTo>
                  <a:pt x="1524" y="187452"/>
                </a:lnTo>
                <a:lnTo>
                  <a:pt x="4572" y="188976"/>
                </a:lnTo>
                <a:lnTo>
                  <a:pt x="9144" y="192024"/>
                </a:lnTo>
                <a:lnTo>
                  <a:pt x="21336" y="192024"/>
                </a:lnTo>
                <a:lnTo>
                  <a:pt x="25908" y="190500"/>
                </a:lnTo>
                <a:lnTo>
                  <a:pt x="44196" y="143256"/>
                </a:lnTo>
                <a:lnTo>
                  <a:pt x="338328" y="143256"/>
                </a:lnTo>
                <a:lnTo>
                  <a:pt x="321564" y="185928"/>
                </a:lnTo>
                <a:lnTo>
                  <a:pt x="326136" y="187452"/>
                </a:lnTo>
                <a:lnTo>
                  <a:pt x="334987" y="176885"/>
                </a:lnTo>
                <a:lnTo>
                  <a:pt x="343281" y="168021"/>
                </a:lnTo>
                <a:lnTo>
                  <a:pt x="378066" y="144957"/>
                </a:lnTo>
                <a:lnTo>
                  <a:pt x="384048" y="143256"/>
                </a:lnTo>
                <a:close/>
              </a:path>
              <a:path w="737870" h="407035">
                <a:moveTo>
                  <a:pt x="391668" y="371856"/>
                </a:moveTo>
                <a:lnTo>
                  <a:pt x="346824" y="368998"/>
                </a:lnTo>
                <a:lnTo>
                  <a:pt x="306133" y="362712"/>
                </a:lnTo>
                <a:lnTo>
                  <a:pt x="267398" y="352044"/>
                </a:lnTo>
                <a:lnTo>
                  <a:pt x="237744" y="339852"/>
                </a:lnTo>
                <a:lnTo>
                  <a:pt x="252615" y="327660"/>
                </a:lnTo>
                <a:lnTo>
                  <a:pt x="253149" y="327240"/>
                </a:lnTo>
                <a:lnTo>
                  <a:pt x="269557" y="312039"/>
                </a:lnTo>
                <a:lnTo>
                  <a:pt x="286816" y="293992"/>
                </a:lnTo>
                <a:lnTo>
                  <a:pt x="304800" y="272796"/>
                </a:lnTo>
                <a:lnTo>
                  <a:pt x="320040" y="263652"/>
                </a:lnTo>
                <a:lnTo>
                  <a:pt x="318516" y="262128"/>
                </a:lnTo>
                <a:lnTo>
                  <a:pt x="309372" y="252984"/>
                </a:lnTo>
                <a:lnTo>
                  <a:pt x="294132" y="237744"/>
                </a:lnTo>
                <a:lnTo>
                  <a:pt x="277368" y="252984"/>
                </a:lnTo>
                <a:lnTo>
                  <a:pt x="277368" y="263652"/>
                </a:lnTo>
                <a:lnTo>
                  <a:pt x="265125" y="281368"/>
                </a:lnTo>
                <a:lnTo>
                  <a:pt x="251460" y="297942"/>
                </a:lnTo>
                <a:lnTo>
                  <a:pt x="236639" y="313372"/>
                </a:lnTo>
                <a:lnTo>
                  <a:pt x="220980" y="327660"/>
                </a:lnTo>
                <a:lnTo>
                  <a:pt x="213588" y="323164"/>
                </a:lnTo>
                <a:lnTo>
                  <a:pt x="178879" y="290233"/>
                </a:lnTo>
                <a:lnTo>
                  <a:pt x="160020" y="263652"/>
                </a:lnTo>
                <a:lnTo>
                  <a:pt x="277368" y="263652"/>
                </a:lnTo>
                <a:lnTo>
                  <a:pt x="277368" y="252984"/>
                </a:lnTo>
                <a:lnTo>
                  <a:pt x="152400" y="252984"/>
                </a:lnTo>
                <a:lnTo>
                  <a:pt x="155803" y="243840"/>
                </a:lnTo>
                <a:lnTo>
                  <a:pt x="159067" y="234696"/>
                </a:lnTo>
                <a:lnTo>
                  <a:pt x="162039" y="225552"/>
                </a:lnTo>
                <a:lnTo>
                  <a:pt x="164592" y="216408"/>
                </a:lnTo>
                <a:lnTo>
                  <a:pt x="345948" y="216408"/>
                </a:lnTo>
                <a:lnTo>
                  <a:pt x="316992" y="185928"/>
                </a:lnTo>
                <a:lnTo>
                  <a:pt x="295656" y="205740"/>
                </a:lnTo>
                <a:lnTo>
                  <a:pt x="166116" y="205740"/>
                </a:lnTo>
                <a:lnTo>
                  <a:pt x="172212" y="179832"/>
                </a:lnTo>
                <a:lnTo>
                  <a:pt x="184404" y="170688"/>
                </a:lnTo>
                <a:lnTo>
                  <a:pt x="146304" y="152400"/>
                </a:lnTo>
                <a:lnTo>
                  <a:pt x="145986" y="163525"/>
                </a:lnTo>
                <a:lnTo>
                  <a:pt x="144970" y="176212"/>
                </a:lnTo>
                <a:lnTo>
                  <a:pt x="143078" y="190334"/>
                </a:lnTo>
                <a:lnTo>
                  <a:pt x="140208" y="205740"/>
                </a:lnTo>
                <a:lnTo>
                  <a:pt x="33528" y="205740"/>
                </a:lnTo>
                <a:lnTo>
                  <a:pt x="48768" y="222504"/>
                </a:lnTo>
                <a:lnTo>
                  <a:pt x="58191" y="219633"/>
                </a:lnTo>
                <a:lnTo>
                  <a:pt x="68199" y="217741"/>
                </a:lnTo>
                <a:lnTo>
                  <a:pt x="78765" y="216725"/>
                </a:lnTo>
                <a:lnTo>
                  <a:pt x="89916" y="216408"/>
                </a:lnTo>
                <a:lnTo>
                  <a:pt x="138684" y="216408"/>
                </a:lnTo>
                <a:lnTo>
                  <a:pt x="122720" y="264985"/>
                </a:lnTo>
                <a:lnTo>
                  <a:pt x="95631" y="310134"/>
                </a:lnTo>
                <a:lnTo>
                  <a:pt x="57670" y="351853"/>
                </a:lnTo>
                <a:lnTo>
                  <a:pt x="9144" y="390144"/>
                </a:lnTo>
                <a:lnTo>
                  <a:pt x="10668" y="397764"/>
                </a:lnTo>
                <a:lnTo>
                  <a:pt x="57835" y="368858"/>
                </a:lnTo>
                <a:lnTo>
                  <a:pt x="96583" y="336804"/>
                </a:lnTo>
                <a:lnTo>
                  <a:pt x="127038" y="301332"/>
                </a:lnTo>
                <a:lnTo>
                  <a:pt x="149352" y="262128"/>
                </a:lnTo>
                <a:lnTo>
                  <a:pt x="159893" y="283273"/>
                </a:lnTo>
                <a:lnTo>
                  <a:pt x="173164" y="303276"/>
                </a:lnTo>
                <a:lnTo>
                  <a:pt x="188988" y="322135"/>
                </a:lnTo>
                <a:lnTo>
                  <a:pt x="207264" y="339852"/>
                </a:lnTo>
                <a:lnTo>
                  <a:pt x="177520" y="358140"/>
                </a:lnTo>
                <a:lnTo>
                  <a:pt x="143065" y="374142"/>
                </a:lnTo>
                <a:lnTo>
                  <a:pt x="103746" y="387858"/>
                </a:lnTo>
                <a:lnTo>
                  <a:pt x="59436" y="399288"/>
                </a:lnTo>
                <a:lnTo>
                  <a:pt x="59436" y="406908"/>
                </a:lnTo>
                <a:lnTo>
                  <a:pt x="109131" y="398335"/>
                </a:lnTo>
                <a:lnTo>
                  <a:pt x="152971" y="386334"/>
                </a:lnTo>
                <a:lnTo>
                  <a:pt x="190804" y="370903"/>
                </a:lnTo>
                <a:lnTo>
                  <a:pt x="222504" y="352044"/>
                </a:lnTo>
                <a:lnTo>
                  <a:pt x="248450" y="367169"/>
                </a:lnTo>
                <a:lnTo>
                  <a:pt x="280416" y="380428"/>
                </a:lnTo>
                <a:lnTo>
                  <a:pt x="318084" y="391693"/>
                </a:lnTo>
                <a:lnTo>
                  <a:pt x="361188" y="400812"/>
                </a:lnTo>
                <a:lnTo>
                  <a:pt x="367233" y="390791"/>
                </a:lnTo>
                <a:lnTo>
                  <a:pt x="374142" y="383476"/>
                </a:lnTo>
                <a:lnTo>
                  <a:pt x="382181" y="378739"/>
                </a:lnTo>
                <a:lnTo>
                  <a:pt x="391668" y="376428"/>
                </a:lnTo>
                <a:lnTo>
                  <a:pt x="391668" y="371856"/>
                </a:lnTo>
                <a:close/>
              </a:path>
              <a:path w="737870" h="407035">
                <a:moveTo>
                  <a:pt x="737616" y="121920"/>
                </a:moveTo>
                <a:lnTo>
                  <a:pt x="696468" y="121920"/>
                </a:lnTo>
                <a:lnTo>
                  <a:pt x="655320" y="309372"/>
                </a:lnTo>
                <a:lnTo>
                  <a:pt x="597408" y="121920"/>
                </a:lnTo>
                <a:lnTo>
                  <a:pt x="563880" y="121920"/>
                </a:lnTo>
                <a:lnTo>
                  <a:pt x="505968" y="309372"/>
                </a:lnTo>
                <a:lnTo>
                  <a:pt x="463296" y="121920"/>
                </a:lnTo>
                <a:lnTo>
                  <a:pt x="420624" y="121920"/>
                </a:lnTo>
                <a:lnTo>
                  <a:pt x="481584" y="364236"/>
                </a:lnTo>
                <a:lnTo>
                  <a:pt x="519684" y="364236"/>
                </a:lnTo>
                <a:lnTo>
                  <a:pt x="579120" y="178308"/>
                </a:lnTo>
                <a:lnTo>
                  <a:pt x="638556" y="364236"/>
                </a:lnTo>
                <a:lnTo>
                  <a:pt x="676656" y="364236"/>
                </a:lnTo>
                <a:lnTo>
                  <a:pt x="737616" y="1219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pic>
        <p:nvPicPr>
          <p:cNvPr id="32" name="object 32"/>
          <p:cNvPicPr/>
          <p:nvPr/>
        </p:nvPicPr>
        <p:blipFill>
          <a:blip r:embed="rId8" cstate="print"/>
          <a:stretch>
            <a:fillRect/>
          </a:stretch>
        </p:blipFill>
        <p:spPr>
          <a:xfrm>
            <a:off x="5701283" y="3101339"/>
            <a:ext cx="67055" cy="112775"/>
          </a:xfrm>
          <a:prstGeom prst="rect">
            <a:avLst/>
          </a:prstGeom>
        </p:spPr>
      </p:pic>
      <p:pic>
        <p:nvPicPr>
          <p:cNvPr id="33" name="object 33"/>
          <p:cNvPicPr/>
          <p:nvPr/>
        </p:nvPicPr>
        <p:blipFill>
          <a:blip r:embed="rId9" cstate="print"/>
          <a:stretch>
            <a:fillRect/>
          </a:stretch>
        </p:blipFill>
        <p:spPr>
          <a:xfrm>
            <a:off x="1452371" y="3840480"/>
            <a:ext cx="181355" cy="172212"/>
          </a:xfrm>
          <a:prstGeom prst="rect">
            <a:avLst/>
          </a:prstGeom>
        </p:spPr>
      </p:pic>
      <p:sp>
        <p:nvSpPr>
          <p:cNvPr id="34" name="object 34"/>
          <p:cNvSpPr/>
          <p:nvPr/>
        </p:nvSpPr>
        <p:spPr>
          <a:xfrm>
            <a:off x="1981200" y="3796283"/>
            <a:ext cx="317500" cy="250190"/>
          </a:xfrm>
          <a:custGeom>
            <a:avLst/>
            <a:gdLst/>
            <a:ahLst/>
            <a:cxnLst/>
            <a:rect l="l" t="t" r="r" b="b"/>
            <a:pathLst>
              <a:path w="317500" h="250189">
                <a:moveTo>
                  <a:pt x="316991" y="249936"/>
                </a:moveTo>
                <a:lnTo>
                  <a:pt x="275843" y="249936"/>
                </a:lnTo>
                <a:lnTo>
                  <a:pt x="275820" y="101727"/>
                </a:lnTo>
                <a:lnTo>
                  <a:pt x="275653" y="93726"/>
                </a:lnTo>
                <a:lnTo>
                  <a:pt x="275201" y="85725"/>
                </a:lnTo>
                <a:lnTo>
                  <a:pt x="274319" y="77724"/>
                </a:lnTo>
                <a:lnTo>
                  <a:pt x="274319" y="68579"/>
                </a:lnTo>
                <a:lnTo>
                  <a:pt x="272795" y="60960"/>
                </a:lnTo>
                <a:lnTo>
                  <a:pt x="269747" y="56388"/>
                </a:lnTo>
                <a:lnTo>
                  <a:pt x="266699" y="50292"/>
                </a:lnTo>
                <a:lnTo>
                  <a:pt x="262127" y="45719"/>
                </a:lnTo>
                <a:lnTo>
                  <a:pt x="257555" y="42672"/>
                </a:lnTo>
                <a:lnTo>
                  <a:pt x="251459" y="41148"/>
                </a:lnTo>
                <a:lnTo>
                  <a:pt x="243839" y="39624"/>
                </a:lnTo>
                <a:lnTo>
                  <a:pt x="234695" y="39624"/>
                </a:lnTo>
                <a:lnTo>
                  <a:pt x="228719" y="39957"/>
                </a:lnTo>
                <a:lnTo>
                  <a:pt x="222313" y="41147"/>
                </a:lnTo>
                <a:lnTo>
                  <a:pt x="215622" y="43481"/>
                </a:lnTo>
                <a:lnTo>
                  <a:pt x="208787" y="47243"/>
                </a:lnTo>
                <a:lnTo>
                  <a:pt x="201025" y="51220"/>
                </a:lnTo>
                <a:lnTo>
                  <a:pt x="193547" y="56197"/>
                </a:lnTo>
                <a:lnTo>
                  <a:pt x="186070" y="62031"/>
                </a:lnTo>
                <a:lnTo>
                  <a:pt x="178307" y="68579"/>
                </a:lnTo>
                <a:lnTo>
                  <a:pt x="178307" y="77724"/>
                </a:lnTo>
                <a:lnTo>
                  <a:pt x="179831" y="80772"/>
                </a:lnTo>
                <a:lnTo>
                  <a:pt x="179831" y="249936"/>
                </a:lnTo>
                <a:lnTo>
                  <a:pt x="138683" y="249936"/>
                </a:lnTo>
                <a:lnTo>
                  <a:pt x="138660" y="101727"/>
                </a:lnTo>
                <a:lnTo>
                  <a:pt x="138493" y="93726"/>
                </a:lnTo>
                <a:lnTo>
                  <a:pt x="131063" y="56388"/>
                </a:lnTo>
                <a:lnTo>
                  <a:pt x="129539" y="50292"/>
                </a:lnTo>
                <a:lnTo>
                  <a:pt x="124967" y="45719"/>
                </a:lnTo>
                <a:lnTo>
                  <a:pt x="118871" y="42672"/>
                </a:lnTo>
                <a:lnTo>
                  <a:pt x="114300" y="41148"/>
                </a:lnTo>
                <a:lnTo>
                  <a:pt x="106679" y="39624"/>
                </a:lnTo>
                <a:lnTo>
                  <a:pt x="97536" y="39624"/>
                </a:lnTo>
                <a:lnTo>
                  <a:pt x="55054" y="56769"/>
                </a:lnTo>
                <a:lnTo>
                  <a:pt x="41148" y="68579"/>
                </a:lnTo>
                <a:lnTo>
                  <a:pt x="41148" y="249936"/>
                </a:lnTo>
                <a:lnTo>
                  <a:pt x="0" y="249936"/>
                </a:lnTo>
                <a:lnTo>
                  <a:pt x="0" y="7619"/>
                </a:lnTo>
                <a:lnTo>
                  <a:pt x="41148" y="7619"/>
                </a:lnTo>
                <a:lnTo>
                  <a:pt x="41148" y="33528"/>
                </a:lnTo>
                <a:lnTo>
                  <a:pt x="49148" y="26074"/>
                </a:lnTo>
                <a:lnTo>
                  <a:pt x="81414" y="5143"/>
                </a:lnTo>
                <a:lnTo>
                  <a:pt x="108203" y="0"/>
                </a:lnTo>
                <a:lnTo>
                  <a:pt x="118443" y="595"/>
                </a:lnTo>
                <a:lnTo>
                  <a:pt x="153995" y="16097"/>
                </a:lnTo>
                <a:lnTo>
                  <a:pt x="172211" y="42672"/>
                </a:lnTo>
                <a:lnTo>
                  <a:pt x="181332" y="32956"/>
                </a:lnTo>
                <a:lnTo>
                  <a:pt x="216431" y="6429"/>
                </a:lnTo>
                <a:lnTo>
                  <a:pt x="245363" y="0"/>
                </a:lnTo>
                <a:lnTo>
                  <a:pt x="253103" y="285"/>
                </a:lnTo>
                <a:lnTo>
                  <a:pt x="291679" y="16144"/>
                </a:lnTo>
                <a:lnTo>
                  <a:pt x="312419" y="48767"/>
                </a:lnTo>
                <a:lnTo>
                  <a:pt x="316991" y="89916"/>
                </a:lnTo>
                <a:lnTo>
                  <a:pt x="316991" y="24993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pic>
        <p:nvPicPr>
          <p:cNvPr id="35" name="object 35"/>
          <p:cNvPicPr/>
          <p:nvPr/>
        </p:nvPicPr>
        <p:blipFill>
          <a:blip r:embed="rId10" cstate="print"/>
          <a:stretch>
            <a:fillRect/>
          </a:stretch>
        </p:blipFill>
        <p:spPr>
          <a:xfrm>
            <a:off x="2368295" y="3744467"/>
            <a:ext cx="67056" cy="112775"/>
          </a:xfrm>
          <a:prstGeom prst="rect">
            <a:avLst/>
          </a:prstGeom>
        </p:spPr>
      </p:pic>
      <p:sp>
        <p:nvSpPr>
          <p:cNvPr id="36" name="object 36"/>
          <p:cNvSpPr/>
          <p:nvPr/>
        </p:nvSpPr>
        <p:spPr>
          <a:xfrm>
            <a:off x="2496312" y="3680459"/>
            <a:ext cx="844550" cy="411480"/>
          </a:xfrm>
          <a:custGeom>
            <a:avLst/>
            <a:gdLst/>
            <a:ahLst/>
            <a:cxnLst/>
            <a:rect l="l" t="t" r="r" b="b"/>
            <a:pathLst>
              <a:path w="844550" h="411479">
                <a:moveTo>
                  <a:pt x="402336" y="365772"/>
                </a:moveTo>
                <a:lnTo>
                  <a:pt x="385495" y="367525"/>
                </a:lnTo>
                <a:lnTo>
                  <a:pt x="369379" y="368439"/>
                </a:lnTo>
                <a:lnTo>
                  <a:pt x="354114" y="368769"/>
                </a:lnTo>
                <a:lnTo>
                  <a:pt x="339852" y="368820"/>
                </a:lnTo>
                <a:lnTo>
                  <a:pt x="322389" y="368503"/>
                </a:lnTo>
                <a:lnTo>
                  <a:pt x="265176" y="362724"/>
                </a:lnTo>
                <a:lnTo>
                  <a:pt x="222694" y="351675"/>
                </a:lnTo>
                <a:lnTo>
                  <a:pt x="204431" y="342912"/>
                </a:lnTo>
                <a:lnTo>
                  <a:pt x="201942" y="341718"/>
                </a:lnTo>
                <a:lnTo>
                  <a:pt x="181356" y="329196"/>
                </a:lnTo>
                <a:lnTo>
                  <a:pt x="189344" y="315480"/>
                </a:lnTo>
                <a:lnTo>
                  <a:pt x="191655" y="311492"/>
                </a:lnTo>
                <a:lnTo>
                  <a:pt x="199834" y="290525"/>
                </a:lnTo>
                <a:lnTo>
                  <a:pt x="205994" y="266395"/>
                </a:lnTo>
                <a:lnTo>
                  <a:pt x="210312" y="239280"/>
                </a:lnTo>
                <a:lnTo>
                  <a:pt x="309372" y="239280"/>
                </a:lnTo>
                <a:lnTo>
                  <a:pt x="309372" y="257568"/>
                </a:lnTo>
                <a:lnTo>
                  <a:pt x="336804" y="245376"/>
                </a:lnTo>
                <a:lnTo>
                  <a:pt x="336448" y="239280"/>
                </a:lnTo>
                <a:lnTo>
                  <a:pt x="335826" y="228612"/>
                </a:lnTo>
                <a:lnTo>
                  <a:pt x="334213" y="170700"/>
                </a:lnTo>
                <a:lnTo>
                  <a:pt x="333756" y="112788"/>
                </a:lnTo>
                <a:lnTo>
                  <a:pt x="344932" y="106692"/>
                </a:lnTo>
                <a:lnTo>
                  <a:pt x="350520" y="103644"/>
                </a:lnTo>
                <a:lnTo>
                  <a:pt x="342417" y="96024"/>
                </a:lnTo>
                <a:lnTo>
                  <a:pt x="324612" y="79260"/>
                </a:lnTo>
                <a:lnTo>
                  <a:pt x="309372" y="93230"/>
                </a:lnTo>
                <a:lnTo>
                  <a:pt x="309372" y="106692"/>
                </a:lnTo>
                <a:lnTo>
                  <a:pt x="309372" y="160032"/>
                </a:lnTo>
                <a:lnTo>
                  <a:pt x="309372" y="170700"/>
                </a:lnTo>
                <a:lnTo>
                  <a:pt x="309372" y="228612"/>
                </a:lnTo>
                <a:lnTo>
                  <a:pt x="211836" y="228612"/>
                </a:lnTo>
                <a:lnTo>
                  <a:pt x="212953" y="212267"/>
                </a:lnTo>
                <a:lnTo>
                  <a:pt x="213880" y="198056"/>
                </a:lnTo>
                <a:lnTo>
                  <a:pt x="214617" y="183603"/>
                </a:lnTo>
                <a:lnTo>
                  <a:pt x="214884" y="170700"/>
                </a:lnTo>
                <a:lnTo>
                  <a:pt x="309372" y="170700"/>
                </a:lnTo>
                <a:lnTo>
                  <a:pt x="309372" y="160032"/>
                </a:lnTo>
                <a:lnTo>
                  <a:pt x="214884" y="160032"/>
                </a:lnTo>
                <a:lnTo>
                  <a:pt x="214884" y="106692"/>
                </a:lnTo>
                <a:lnTo>
                  <a:pt x="309372" y="106692"/>
                </a:lnTo>
                <a:lnTo>
                  <a:pt x="309372" y="93230"/>
                </a:lnTo>
                <a:lnTo>
                  <a:pt x="306324" y="96024"/>
                </a:lnTo>
                <a:lnTo>
                  <a:pt x="214884" y="96024"/>
                </a:lnTo>
                <a:lnTo>
                  <a:pt x="214884" y="45732"/>
                </a:lnTo>
                <a:lnTo>
                  <a:pt x="391668" y="45732"/>
                </a:lnTo>
                <a:lnTo>
                  <a:pt x="356616" y="10680"/>
                </a:lnTo>
                <a:lnTo>
                  <a:pt x="332232" y="35064"/>
                </a:lnTo>
                <a:lnTo>
                  <a:pt x="7620" y="35064"/>
                </a:lnTo>
                <a:lnTo>
                  <a:pt x="22860" y="50304"/>
                </a:lnTo>
                <a:lnTo>
                  <a:pt x="33147" y="48298"/>
                </a:lnTo>
                <a:lnTo>
                  <a:pt x="43434" y="46875"/>
                </a:lnTo>
                <a:lnTo>
                  <a:pt x="53721" y="46012"/>
                </a:lnTo>
                <a:lnTo>
                  <a:pt x="64008" y="45732"/>
                </a:lnTo>
                <a:lnTo>
                  <a:pt x="190500" y="45732"/>
                </a:lnTo>
                <a:lnTo>
                  <a:pt x="190500" y="96024"/>
                </a:lnTo>
                <a:lnTo>
                  <a:pt x="190500" y="106692"/>
                </a:lnTo>
                <a:lnTo>
                  <a:pt x="190500" y="160032"/>
                </a:lnTo>
                <a:lnTo>
                  <a:pt x="190500" y="170700"/>
                </a:lnTo>
                <a:lnTo>
                  <a:pt x="190258" y="181889"/>
                </a:lnTo>
                <a:lnTo>
                  <a:pt x="189738" y="195084"/>
                </a:lnTo>
                <a:lnTo>
                  <a:pt x="189204" y="210553"/>
                </a:lnTo>
                <a:lnTo>
                  <a:pt x="188976" y="228612"/>
                </a:lnTo>
                <a:lnTo>
                  <a:pt x="88392" y="228612"/>
                </a:lnTo>
                <a:lnTo>
                  <a:pt x="88392" y="170700"/>
                </a:lnTo>
                <a:lnTo>
                  <a:pt x="190500" y="170700"/>
                </a:lnTo>
                <a:lnTo>
                  <a:pt x="190500" y="160032"/>
                </a:lnTo>
                <a:lnTo>
                  <a:pt x="88392" y="160032"/>
                </a:lnTo>
                <a:lnTo>
                  <a:pt x="88392" y="106692"/>
                </a:lnTo>
                <a:lnTo>
                  <a:pt x="190500" y="106692"/>
                </a:lnTo>
                <a:lnTo>
                  <a:pt x="190500" y="96024"/>
                </a:lnTo>
                <a:lnTo>
                  <a:pt x="91440" y="96024"/>
                </a:lnTo>
                <a:lnTo>
                  <a:pt x="62484" y="80784"/>
                </a:lnTo>
                <a:lnTo>
                  <a:pt x="63360" y="102806"/>
                </a:lnTo>
                <a:lnTo>
                  <a:pt x="63817" y="125552"/>
                </a:lnTo>
                <a:lnTo>
                  <a:pt x="63982" y="149148"/>
                </a:lnTo>
                <a:lnTo>
                  <a:pt x="63868" y="212267"/>
                </a:lnTo>
                <a:lnTo>
                  <a:pt x="63817" y="220802"/>
                </a:lnTo>
                <a:lnTo>
                  <a:pt x="63360" y="242112"/>
                </a:lnTo>
                <a:lnTo>
                  <a:pt x="62484" y="262140"/>
                </a:lnTo>
                <a:lnTo>
                  <a:pt x="88265" y="251510"/>
                </a:lnTo>
                <a:lnTo>
                  <a:pt x="88392" y="239280"/>
                </a:lnTo>
                <a:lnTo>
                  <a:pt x="185928" y="239280"/>
                </a:lnTo>
                <a:lnTo>
                  <a:pt x="178308" y="281952"/>
                </a:lnTo>
                <a:lnTo>
                  <a:pt x="164592" y="315480"/>
                </a:lnTo>
                <a:lnTo>
                  <a:pt x="152590" y="305168"/>
                </a:lnTo>
                <a:lnTo>
                  <a:pt x="139446" y="292430"/>
                </a:lnTo>
                <a:lnTo>
                  <a:pt x="125158" y="277114"/>
                </a:lnTo>
                <a:lnTo>
                  <a:pt x="109728" y="259092"/>
                </a:lnTo>
                <a:lnTo>
                  <a:pt x="105156" y="263664"/>
                </a:lnTo>
                <a:lnTo>
                  <a:pt x="118554" y="285038"/>
                </a:lnTo>
                <a:lnTo>
                  <a:pt x="131254" y="303288"/>
                </a:lnTo>
                <a:lnTo>
                  <a:pt x="143078" y="318096"/>
                </a:lnTo>
                <a:lnTo>
                  <a:pt x="153924" y="329196"/>
                </a:lnTo>
                <a:lnTo>
                  <a:pt x="144487" y="338569"/>
                </a:lnTo>
                <a:lnTo>
                  <a:pt x="99060" y="367296"/>
                </a:lnTo>
                <a:lnTo>
                  <a:pt x="55816" y="385775"/>
                </a:lnTo>
                <a:lnTo>
                  <a:pt x="0" y="400824"/>
                </a:lnTo>
                <a:lnTo>
                  <a:pt x="1524" y="406920"/>
                </a:lnTo>
                <a:lnTo>
                  <a:pt x="55816" y="397014"/>
                </a:lnTo>
                <a:lnTo>
                  <a:pt x="102108" y="382536"/>
                </a:lnTo>
                <a:lnTo>
                  <a:pt x="140157" y="365594"/>
                </a:lnTo>
                <a:lnTo>
                  <a:pt x="169164" y="342912"/>
                </a:lnTo>
                <a:lnTo>
                  <a:pt x="188925" y="357505"/>
                </a:lnTo>
                <a:lnTo>
                  <a:pt x="231305" y="378701"/>
                </a:lnTo>
                <a:lnTo>
                  <a:pt x="279031" y="390728"/>
                </a:lnTo>
                <a:lnTo>
                  <a:pt x="337223" y="397586"/>
                </a:lnTo>
                <a:lnTo>
                  <a:pt x="370332" y="399300"/>
                </a:lnTo>
                <a:lnTo>
                  <a:pt x="373189" y="389839"/>
                </a:lnTo>
                <a:lnTo>
                  <a:pt x="379476" y="381965"/>
                </a:lnTo>
                <a:lnTo>
                  <a:pt x="389191" y="375500"/>
                </a:lnTo>
                <a:lnTo>
                  <a:pt x="402336" y="370344"/>
                </a:lnTo>
                <a:lnTo>
                  <a:pt x="402336" y="368820"/>
                </a:lnTo>
                <a:lnTo>
                  <a:pt x="402336" y="365772"/>
                </a:lnTo>
                <a:close/>
              </a:path>
              <a:path w="844550" h="411479">
                <a:moveTo>
                  <a:pt x="579107" y="25908"/>
                </a:moveTo>
                <a:lnTo>
                  <a:pt x="544055" y="4572"/>
                </a:lnTo>
                <a:lnTo>
                  <a:pt x="539229" y="22847"/>
                </a:lnTo>
                <a:lnTo>
                  <a:pt x="531672" y="45529"/>
                </a:lnTo>
                <a:lnTo>
                  <a:pt x="509003" y="103632"/>
                </a:lnTo>
                <a:lnTo>
                  <a:pt x="478142" y="167830"/>
                </a:lnTo>
                <a:lnTo>
                  <a:pt x="440423" y="228600"/>
                </a:lnTo>
                <a:lnTo>
                  <a:pt x="444995" y="231648"/>
                </a:lnTo>
                <a:lnTo>
                  <a:pt x="460121" y="215633"/>
                </a:lnTo>
                <a:lnTo>
                  <a:pt x="475665" y="197167"/>
                </a:lnTo>
                <a:lnTo>
                  <a:pt x="491502" y="176149"/>
                </a:lnTo>
                <a:lnTo>
                  <a:pt x="507479" y="152400"/>
                </a:lnTo>
                <a:lnTo>
                  <a:pt x="507377" y="334899"/>
                </a:lnTo>
                <a:lnTo>
                  <a:pt x="507288" y="345948"/>
                </a:lnTo>
                <a:lnTo>
                  <a:pt x="506844" y="375119"/>
                </a:lnTo>
                <a:lnTo>
                  <a:pt x="505955" y="411480"/>
                </a:lnTo>
                <a:lnTo>
                  <a:pt x="531863" y="399288"/>
                </a:lnTo>
                <a:lnTo>
                  <a:pt x="531596" y="362140"/>
                </a:lnTo>
                <a:lnTo>
                  <a:pt x="531101" y="334899"/>
                </a:lnTo>
                <a:lnTo>
                  <a:pt x="530593" y="312420"/>
                </a:lnTo>
                <a:lnTo>
                  <a:pt x="530339" y="295656"/>
                </a:lnTo>
                <a:lnTo>
                  <a:pt x="530339" y="152400"/>
                </a:lnTo>
                <a:lnTo>
                  <a:pt x="530339" y="144780"/>
                </a:lnTo>
                <a:lnTo>
                  <a:pt x="544055" y="131064"/>
                </a:lnTo>
                <a:lnTo>
                  <a:pt x="524243" y="118872"/>
                </a:lnTo>
                <a:lnTo>
                  <a:pt x="542340" y="80962"/>
                </a:lnTo>
                <a:lnTo>
                  <a:pt x="549325" y="65938"/>
                </a:lnTo>
                <a:lnTo>
                  <a:pt x="554723" y="53340"/>
                </a:lnTo>
                <a:lnTo>
                  <a:pt x="560463" y="43916"/>
                </a:lnTo>
                <a:lnTo>
                  <a:pt x="566343" y="36195"/>
                </a:lnTo>
                <a:lnTo>
                  <a:pt x="572516" y="30200"/>
                </a:lnTo>
                <a:lnTo>
                  <a:pt x="579107" y="25908"/>
                </a:lnTo>
                <a:close/>
              </a:path>
              <a:path w="844550" h="411479">
                <a:moveTo>
                  <a:pt x="821423" y="73152"/>
                </a:moveTo>
                <a:lnTo>
                  <a:pt x="814514" y="67056"/>
                </a:lnTo>
                <a:lnTo>
                  <a:pt x="795515" y="50292"/>
                </a:lnTo>
                <a:lnTo>
                  <a:pt x="786371" y="62865"/>
                </a:lnTo>
                <a:lnTo>
                  <a:pt x="786371" y="77724"/>
                </a:lnTo>
                <a:lnTo>
                  <a:pt x="786371" y="129540"/>
                </a:lnTo>
                <a:lnTo>
                  <a:pt x="623303" y="129540"/>
                </a:lnTo>
                <a:lnTo>
                  <a:pt x="623303" y="77724"/>
                </a:lnTo>
                <a:lnTo>
                  <a:pt x="786371" y="77724"/>
                </a:lnTo>
                <a:lnTo>
                  <a:pt x="786371" y="62865"/>
                </a:lnTo>
                <a:lnTo>
                  <a:pt x="783323" y="67056"/>
                </a:lnTo>
                <a:lnTo>
                  <a:pt x="710171" y="67056"/>
                </a:lnTo>
                <a:lnTo>
                  <a:pt x="711695" y="64008"/>
                </a:lnTo>
                <a:lnTo>
                  <a:pt x="716267" y="57912"/>
                </a:lnTo>
                <a:lnTo>
                  <a:pt x="722363" y="51816"/>
                </a:lnTo>
                <a:lnTo>
                  <a:pt x="723887" y="47244"/>
                </a:lnTo>
                <a:lnTo>
                  <a:pt x="723887" y="38100"/>
                </a:lnTo>
                <a:lnTo>
                  <a:pt x="720839" y="33528"/>
                </a:lnTo>
                <a:lnTo>
                  <a:pt x="689051" y="9461"/>
                </a:lnTo>
                <a:lnTo>
                  <a:pt x="673595" y="0"/>
                </a:lnTo>
                <a:lnTo>
                  <a:pt x="670547" y="6096"/>
                </a:lnTo>
                <a:lnTo>
                  <a:pt x="680859" y="18415"/>
                </a:lnTo>
                <a:lnTo>
                  <a:pt x="689025" y="30289"/>
                </a:lnTo>
                <a:lnTo>
                  <a:pt x="695198" y="41897"/>
                </a:lnTo>
                <a:lnTo>
                  <a:pt x="699503" y="53340"/>
                </a:lnTo>
                <a:lnTo>
                  <a:pt x="704075" y="67056"/>
                </a:lnTo>
                <a:lnTo>
                  <a:pt x="623303" y="67056"/>
                </a:lnTo>
                <a:lnTo>
                  <a:pt x="598919" y="50292"/>
                </a:lnTo>
                <a:lnTo>
                  <a:pt x="599681" y="103632"/>
                </a:lnTo>
                <a:lnTo>
                  <a:pt x="599567" y="158496"/>
                </a:lnTo>
                <a:lnTo>
                  <a:pt x="595871" y="222504"/>
                </a:lnTo>
                <a:lnTo>
                  <a:pt x="586346" y="269748"/>
                </a:lnTo>
                <a:lnTo>
                  <a:pt x="574586" y="312280"/>
                </a:lnTo>
                <a:lnTo>
                  <a:pt x="559485" y="348996"/>
                </a:lnTo>
                <a:lnTo>
                  <a:pt x="541007" y="381000"/>
                </a:lnTo>
                <a:lnTo>
                  <a:pt x="547103" y="385572"/>
                </a:lnTo>
                <a:lnTo>
                  <a:pt x="575487" y="343471"/>
                </a:lnTo>
                <a:lnTo>
                  <a:pt x="600443" y="291084"/>
                </a:lnTo>
                <a:lnTo>
                  <a:pt x="617588" y="224790"/>
                </a:lnTo>
                <a:lnTo>
                  <a:pt x="621880" y="184785"/>
                </a:lnTo>
                <a:lnTo>
                  <a:pt x="623303" y="140208"/>
                </a:lnTo>
                <a:lnTo>
                  <a:pt x="786371" y="140208"/>
                </a:lnTo>
                <a:lnTo>
                  <a:pt x="786371" y="158496"/>
                </a:lnTo>
                <a:lnTo>
                  <a:pt x="810755" y="149352"/>
                </a:lnTo>
                <a:lnTo>
                  <a:pt x="809879" y="142265"/>
                </a:lnTo>
                <a:lnTo>
                  <a:pt x="809752" y="140208"/>
                </a:lnTo>
                <a:lnTo>
                  <a:pt x="809421" y="134874"/>
                </a:lnTo>
                <a:lnTo>
                  <a:pt x="809307" y="129540"/>
                </a:lnTo>
                <a:lnTo>
                  <a:pt x="809231" y="82296"/>
                </a:lnTo>
                <a:lnTo>
                  <a:pt x="815327" y="77724"/>
                </a:lnTo>
                <a:lnTo>
                  <a:pt x="821423" y="73152"/>
                </a:lnTo>
                <a:close/>
              </a:path>
              <a:path w="844550" h="411479">
                <a:moveTo>
                  <a:pt x="844283" y="198120"/>
                </a:moveTo>
                <a:lnTo>
                  <a:pt x="836015" y="192024"/>
                </a:lnTo>
                <a:lnTo>
                  <a:pt x="815327" y="176784"/>
                </a:lnTo>
                <a:lnTo>
                  <a:pt x="806183" y="186944"/>
                </a:lnTo>
                <a:lnTo>
                  <a:pt x="806183" y="202692"/>
                </a:lnTo>
                <a:lnTo>
                  <a:pt x="806183" y="272796"/>
                </a:lnTo>
                <a:lnTo>
                  <a:pt x="771131" y="272796"/>
                </a:lnTo>
                <a:lnTo>
                  <a:pt x="771131" y="202692"/>
                </a:lnTo>
                <a:lnTo>
                  <a:pt x="806183" y="202692"/>
                </a:lnTo>
                <a:lnTo>
                  <a:pt x="806183" y="186944"/>
                </a:lnTo>
                <a:lnTo>
                  <a:pt x="801611" y="192024"/>
                </a:lnTo>
                <a:lnTo>
                  <a:pt x="748271" y="192024"/>
                </a:lnTo>
                <a:lnTo>
                  <a:pt x="748271" y="202692"/>
                </a:lnTo>
                <a:lnTo>
                  <a:pt x="748271" y="272796"/>
                </a:lnTo>
                <a:lnTo>
                  <a:pt x="710171" y="272796"/>
                </a:lnTo>
                <a:lnTo>
                  <a:pt x="710171" y="202692"/>
                </a:lnTo>
                <a:lnTo>
                  <a:pt x="748271" y="202692"/>
                </a:lnTo>
                <a:lnTo>
                  <a:pt x="748271" y="192024"/>
                </a:lnTo>
                <a:lnTo>
                  <a:pt x="687311" y="192024"/>
                </a:lnTo>
                <a:lnTo>
                  <a:pt x="687311" y="202692"/>
                </a:lnTo>
                <a:lnTo>
                  <a:pt x="687311" y="272796"/>
                </a:lnTo>
                <a:lnTo>
                  <a:pt x="652259" y="272796"/>
                </a:lnTo>
                <a:lnTo>
                  <a:pt x="652259" y="202692"/>
                </a:lnTo>
                <a:lnTo>
                  <a:pt x="687311" y="202692"/>
                </a:lnTo>
                <a:lnTo>
                  <a:pt x="687311" y="192024"/>
                </a:lnTo>
                <a:lnTo>
                  <a:pt x="652259" y="192024"/>
                </a:lnTo>
                <a:lnTo>
                  <a:pt x="627875" y="176784"/>
                </a:lnTo>
                <a:lnTo>
                  <a:pt x="628764" y="193929"/>
                </a:lnTo>
                <a:lnTo>
                  <a:pt x="629208" y="208788"/>
                </a:lnTo>
                <a:lnTo>
                  <a:pt x="629310" y="215633"/>
                </a:lnTo>
                <a:lnTo>
                  <a:pt x="629196" y="362712"/>
                </a:lnTo>
                <a:lnTo>
                  <a:pt x="628764" y="378129"/>
                </a:lnTo>
                <a:lnTo>
                  <a:pt x="627875" y="397764"/>
                </a:lnTo>
                <a:lnTo>
                  <a:pt x="652259" y="387096"/>
                </a:lnTo>
                <a:lnTo>
                  <a:pt x="652259" y="283464"/>
                </a:lnTo>
                <a:lnTo>
                  <a:pt x="687311" y="283464"/>
                </a:lnTo>
                <a:lnTo>
                  <a:pt x="687311" y="368808"/>
                </a:lnTo>
                <a:lnTo>
                  <a:pt x="710171" y="362712"/>
                </a:lnTo>
                <a:lnTo>
                  <a:pt x="710171" y="283464"/>
                </a:lnTo>
                <a:lnTo>
                  <a:pt x="748271" y="283464"/>
                </a:lnTo>
                <a:lnTo>
                  <a:pt x="748271" y="355092"/>
                </a:lnTo>
                <a:lnTo>
                  <a:pt x="771131" y="345948"/>
                </a:lnTo>
                <a:lnTo>
                  <a:pt x="771131" y="283464"/>
                </a:lnTo>
                <a:lnTo>
                  <a:pt x="806183" y="283464"/>
                </a:lnTo>
                <a:lnTo>
                  <a:pt x="806183" y="362712"/>
                </a:lnTo>
                <a:lnTo>
                  <a:pt x="803135" y="367284"/>
                </a:lnTo>
                <a:lnTo>
                  <a:pt x="793991" y="367284"/>
                </a:lnTo>
                <a:lnTo>
                  <a:pt x="786904" y="367030"/>
                </a:lnTo>
                <a:lnTo>
                  <a:pt x="751319" y="364236"/>
                </a:lnTo>
                <a:lnTo>
                  <a:pt x="751319" y="370332"/>
                </a:lnTo>
                <a:lnTo>
                  <a:pt x="770229" y="378129"/>
                </a:lnTo>
                <a:lnTo>
                  <a:pt x="783704" y="385762"/>
                </a:lnTo>
                <a:lnTo>
                  <a:pt x="792048" y="393700"/>
                </a:lnTo>
                <a:lnTo>
                  <a:pt x="795515" y="402336"/>
                </a:lnTo>
                <a:lnTo>
                  <a:pt x="810374" y="395770"/>
                </a:lnTo>
                <a:lnTo>
                  <a:pt x="820661" y="387477"/>
                </a:lnTo>
                <a:lnTo>
                  <a:pt x="826376" y="377482"/>
                </a:lnTo>
                <a:lnTo>
                  <a:pt x="827379" y="367284"/>
                </a:lnTo>
                <a:lnTo>
                  <a:pt x="827405" y="367030"/>
                </a:lnTo>
                <a:lnTo>
                  <a:pt x="827519" y="283464"/>
                </a:lnTo>
                <a:lnTo>
                  <a:pt x="827519" y="272796"/>
                </a:lnTo>
                <a:lnTo>
                  <a:pt x="827519" y="208788"/>
                </a:lnTo>
                <a:lnTo>
                  <a:pt x="837107" y="202692"/>
                </a:lnTo>
                <a:lnTo>
                  <a:pt x="844283" y="1981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" name="object 37"/>
          <p:cNvSpPr/>
          <p:nvPr/>
        </p:nvSpPr>
        <p:spPr>
          <a:xfrm>
            <a:off x="3395459" y="3680459"/>
            <a:ext cx="1167765" cy="407034"/>
          </a:xfrm>
          <a:custGeom>
            <a:avLst/>
            <a:gdLst/>
            <a:ahLst/>
            <a:cxnLst/>
            <a:rect l="l" t="t" r="r" b="b"/>
            <a:pathLst>
              <a:path w="1167764" h="407035">
                <a:moveTo>
                  <a:pt x="132588" y="100584"/>
                </a:moveTo>
                <a:lnTo>
                  <a:pt x="97751" y="66725"/>
                </a:lnTo>
                <a:lnTo>
                  <a:pt x="82296" y="57912"/>
                </a:lnTo>
                <a:lnTo>
                  <a:pt x="79248" y="62484"/>
                </a:lnTo>
                <a:lnTo>
                  <a:pt x="88684" y="75044"/>
                </a:lnTo>
                <a:lnTo>
                  <a:pt x="96393" y="87439"/>
                </a:lnTo>
                <a:lnTo>
                  <a:pt x="102400" y="99568"/>
                </a:lnTo>
                <a:lnTo>
                  <a:pt x="106680" y="111252"/>
                </a:lnTo>
                <a:lnTo>
                  <a:pt x="109728" y="121920"/>
                </a:lnTo>
                <a:lnTo>
                  <a:pt x="112776" y="128016"/>
                </a:lnTo>
                <a:lnTo>
                  <a:pt x="118872" y="128016"/>
                </a:lnTo>
                <a:lnTo>
                  <a:pt x="121920" y="124968"/>
                </a:lnTo>
                <a:lnTo>
                  <a:pt x="126492" y="118872"/>
                </a:lnTo>
                <a:lnTo>
                  <a:pt x="131064" y="114300"/>
                </a:lnTo>
                <a:lnTo>
                  <a:pt x="132588" y="109728"/>
                </a:lnTo>
                <a:lnTo>
                  <a:pt x="132588" y="100584"/>
                </a:lnTo>
                <a:close/>
              </a:path>
              <a:path w="1167764" h="407035">
                <a:moveTo>
                  <a:pt x="220980" y="92964"/>
                </a:moveTo>
                <a:lnTo>
                  <a:pt x="188976" y="61112"/>
                </a:lnTo>
                <a:lnTo>
                  <a:pt x="170688" y="48768"/>
                </a:lnTo>
                <a:lnTo>
                  <a:pt x="167640" y="53340"/>
                </a:lnTo>
                <a:lnTo>
                  <a:pt x="177952" y="67678"/>
                </a:lnTo>
                <a:lnTo>
                  <a:pt x="186118" y="81153"/>
                </a:lnTo>
                <a:lnTo>
                  <a:pt x="192290" y="94068"/>
                </a:lnTo>
                <a:lnTo>
                  <a:pt x="196596" y="106680"/>
                </a:lnTo>
                <a:lnTo>
                  <a:pt x="199644" y="118872"/>
                </a:lnTo>
                <a:lnTo>
                  <a:pt x="202692" y="123444"/>
                </a:lnTo>
                <a:lnTo>
                  <a:pt x="207264" y="123444"/>
                </a:lnTo>
                <a:lnTo>
                  <a:pt x="210312" y="121920"/>
                </a:lnTo>
                <a:lnTo>
                  <a:pt x="214884" y="115824"/>
                </a:lnTo>
                <a:lnTo>
                  <a:pt x="219456" y="111252"/>
                </a:lnTo>
                <a:lnTo>
                  <a:pt x="220980" y="105156"/>
                </a:lnTo>
                <a:lnTo>
                  <a:pt x="220980" y="92964"/>
                </a:lnTo>
                <a:close/>
              </a:path>
              <a:path w="1167764" h="407035">
                <a:moveTo>
                  <a:pt x="332232" y="60960"/>
                </a:moveTo>
                <a:lnTo>
                  <a:pt x="300228" y="38100"/>
                </a:lnTo>
                <a:lnTo>
                  <a:pt x="295643" y="51269"/>
                </a:lnTo>
                <a:lnTo>
                  <a:pt x="290893" y="63436"/>
                </a:lnTo>
                <a:lnTo>
                  <a:pt x="285902" y="74676"/>
                </a:lnTo>
                <a:lnTo>
                  <a:pt x="280416" y="85344"/>
                </a:lnTo>
                <a:lnTo>
                  <a:pt x="274688" y="94754"/>
                </a:lnTo>
                <a:lnTo>
                  <a:pt x="268795" y="104584"/>
                </a:lnTo>
                <a:lnTo>
                  <a:pt x="262636" y="114706"/>
                </a:lnTo>
                <a:lnTo>
                  <a:pt x="256032" y="124968"/>
                </a:lnTo>
                <a:lnTo>
                  <a:pt x="260604" y="129540"/>
                </a:lnTo>
                <a:lnTo>
                  <a:pt x="272897" y="119570"/>
                </a:lnTo>
                <a:lnTo>
                  <a:pt x="286893" y="105727"/>
                </a:lnTo>
                <a:lnTo>
                  <a:pt x="302615" y="88188"/>
                </a:lnTo>
                <a:lnTo>
                  <a:pt x="320040" y="67056"/>
                </a:lnTo>
                <a:lnTo>
                  <a:pt x="332232" y="60960"/>
                </a:lnTo>
                <a:close/>
              </a:path>
              <a:path w="1167764" h="407035">
                <a:moveTo>
                  <a:pt x="361188" y="32004"/>
                </a:moveTo>
                <a:lnTo>
                  <a:pt x="333756" y="0"/>
                </a:lnTo>
                <a:lnTo>
                  <a:pt x="315709" y="7747"/>
                </a:lnTo>
                <a:lnTo>
                  <a:pt x="291084" y="15049"/>
                </a:lnTo>
                <a:lnTo>
                  <a:pt x="220980" y="28956"/>
                </a:lnTo>
                <a:lnTo>
                  <a:pt x="178460" y="34366"/>
                </a:lnTo>
                <a:lnTo>
                  <a:pt x="133350" y="39052"/>
                </a:lnTo>
                <a:lnTo>
                  <a:pt x="85966" y="42887"/>
                </a:lnTo>
                <a:lnTo>
                  <a:pt x="36576" y="45720"/>
                </a:lnTo>
                <a:lnTo>
                  <a:pt x="36576" y="53340"/>
                </a:lnTo>
                <a:lnTo>
                  <a:pt x="90855" y="50800"/>
                </a:lnTo>
                <a:lnTo>
                  <a:pt x="141541" y="47815"/>
                </a:lnTo>
                <a:lnTo>
                  <a:pt x="231648" y="41148"/>
                </a:lnTo>
                <a:lnTo>
                  <a:pt x="271399" y="37363"/>
                </a:lnTo>
                <a:lnTo>
                  <a:pt x="306133" y="34861"/>
                </a:lnTo>
                <a:lnTo>
                  <a:pt x="361188" y="32004"/>
                </a:lnTo>
                <a:close/>
              </a:path>
              <a:path w="1167764" h="407035">
                <a:moveTo>
                  <a:pt x="384048" y="144780"/>
                </a:moveTo>
                <a:lnTo>
                  <a:pt x="373380" y="134112"/>
                </a:lnTo>
                <a:lnTo>
                  <a:pt x="355092" y="115824"/>
                </a:lnTo>
                <a:lnTo>
                  <a:pt x="336804" y="134112"/>
                </a:lnTo>
                <a:lnTo>
                  <a:pt x="45720" y="134112"/>
                </a:lnTo>
                <a:lnTo>
                  <a:pt x="45720" y="115824"/>
                </a:lnTo>
                <a:lnTo>
                  <a:pt x="38100" y="115824"/>
                </a:lnTo>
                <a:lnTo>
                  <a:pt x="22034" y="159118"/>
                </a:lnTo>
                <a:lnTo>
                  <a:pt x="4572" y="175260"/>
                </a:lnTo>
                <a:lnTo>
                  <a:pt x="0" y="181356"/>
                </a:lnTo>
                <a:lnTo>
                  <a:pt x="0" y="185928"/>
                </a:lnTo>
                <a:lnTo>
                  <a:pt x="1524" y="187452"/>
                </a:lnTo>
                <a:lnTo>
                  <a:pt x="6096" y="190500"/>
                </a:lnTo>
                <a:lnTo>
                  <a:pt x="9144" y="192024"/>
                </a:lnTo>
                <a:lnTo>
                  <a:pt x="13716" y="193548"/>
                </a:lnTo>
                <a:lnTo>
                  <a:pt x="21336" y="193548"/>
                </a:lnTo>
                <a:lnTo>
                  <a:pt x="45135" y="161975"/>
                </a:lnTo>
                <a:lnTo>
                  <a:pt x="45720" y="144780"/>
                </a:lnTo>
                <a:lnTo>
                  <a:pt x="339852" y="144780"/>
                </a:lnTo>
                <a:lnTo>
                  <a:pt x="321564" y="185928"/>
                </a:lnTo>
                <a:lnTo>
                  <a:pt x="327660" y="188976"/>
                </a:lnTo>
                <a:lnTo>
                  <a:pt x="335648" y="178384"/>
                </a:lnTo>
                <a:lnTo>
                  <a:pt x="343471" y="169354"/>
                </a:lnTo>
                <a:lnTo>
                  <a:pt x="378079" y="146240"/>
                </a:lnTo>
                <a:lnTo>
                  <a:pt x="384048" y="144780"/>
                </a:lnTo>
                <a:close/>
              </a:path>
              <a:path w="1167764" h="407035">
                <a:moveTo>
                  <a:pt x="391668" y="373380"/>
                </a:moveTo>
                <a:lnTo>
                  <a:pt x="346862" y="370522"/>
                </a:lnTo>
                <a:lnTo>
                  <a:pt x="306324" y="364236"/>
                </a:lnTo>
                <a:lnTo>
                  <a:pt x="270370" y="354520"/>
                </a:lnTo>
                <a:lnTo>
                  <a:pt x="268122" y="353568"/>
                </a:lnTo>
                <a:lnTo>
                  <a:pt x="239268" y="341376"/>
                </a:lnTo>
                <a:lnTo>
                  <a:pt x="253657" y="329184"/>
                </a:lnTo>
                <a:lnTo>
                  <a:pt x="254444" y="328523"/>
                </a:lnTo>
                <a:lnTo>
                  <a:pt x="270319" y="312801"/>
                </a:lnTo>
                <a:lnTo>
                  <a:pt x="287070" y="294233"/>
                </a:lnTo>
                <a:lnTo>
                  <a:pt x="304800" y="272796"/>
                </a:lnTo>
                <a:lnTo>
                  <a:pt x="320040" y="265176"/>
                </a:lnTo>
                <a:lnTo>
                  <a:pt x="318516" y="263652"/>
                </a:lnTo>
                <a:lnTo>
                  <a:pt x="309372" y="254508"/>
                </a:lnTo>
                <a:lnTo>
                  <a:pt x="294132" y="239268"/>
                </a:lnTo>
                <a:lnTo>
                  <a:pt x="278892" y="254508"/>
                </a:lnTo>
                <a:lnTo>
                  <a:pt x="278892" y="265176"/>
                </a:lnTo>
                <a:lnTo>
                  <a:pt x="265988" y="282892"/>
                </a:lnTo>
                <a:lnTo>
                  <a:pt x="252222" y="299466"/>
                </a:lnTo>
                <a:lnTo>
                  <a:pt x="237324" y="314896"/>
                </a:lnTo>
                <a:lnTo>
                  <a:pt x="220980" y="329184"/>
                </a:lnTo>
                <a:lnTo>
                  <a:pt x="213842" y="324027"/>
                </a:lnTo>
                <a:lnTo>
                  <a:pt x="206121" y="317563"/>
                </a:lnTo>
                <a:lnTo>
                  <a:pt x="197840" y="309689"/>
                </a:lnTo>
                <a:lnTo>
                  <a:pt x="188976" y="300228"/>
                </a:lnTo>
                <a:lnTo>
                  <a:pt x="179527" y="290474"/>
                </a:lnTo>
                <a:lnTo>
                  <a:pt x="171640" y="281559"/>
                </a:lnTo>
                <a:lnTo>
                  <a:pt x="165188" y="273227"/>
                </a:lnTo>
                <a:lnTo>
                  <a:pt x="160020" y="265176"/>
                </a:lnTo>
                <a:lnTo>
                  <a:pt x="278892" y="265176"/>
                </a:lnTo>
                <a:lnTo>
                  <a:pt x="278892" y="254508"/>
                </a:lnTo>
                <a:lnTo>
                  <a:pt x="153924" y="254508"/>
                </a:lnTo>
                <a:lnTo>
                  <a:pt x="157124" y="245364"/>
                </a:lnTo>
                <a:lnTo>
                  <a:pt x="162928" y="227076"/>
                </a:lnTo>
                <a:lnTo>
                  <a:pt x="166116" y="217932"/>
                </a:lnTo>
                <a:lnTo>
                  <a:pt x="345948" y="217932"/>
                </a:lnTo>
                <a:lnTo>
                  <a:pt x="316992" y="185928"/>
                </a:lnTo>
                <a:lnTo>
                  <a:pt x="295656" y="207264"/>
                </a:lnTo>
                <a:lnTo>
                  <a:pt x="167640" y="207264"/>
                </a:lnTo>
                <a:lnTo>
                  <a:pt x="172212" y="181356"/>
                </a:lnTo>
                <a:lnTo>
                  <a:pt x="184404" y="170688"/>
                </a:lnTo>
                <a:lnTo>
                  <a:pt x="146304" y="153924"/>
                </a:lnTo>
                <a:lnTo>
                  <a:pt x="146024" y="165049"/>
                </a:lnTo>
                <a:lnTo>
                  <a:pt x="145161" y="177736"/>
                </a:lnTo>
                <a:lnTo>
                  <a:pt x="143738" y="191858"/>
                </a:lnTo>
                <a:lnTo>
                  <a:pt x="141732" y="207264"/>
                </a:lnTo>
                <a:lnTo>
                  <a:pt x="33528" y="207264"/>
                </a:lnTo>
                <a:lnTo>
                  <a:pt x="48768" y="222504"/>
                </a:lnTo>
                <a:lnTo>
                  <a:pt x="59080" y="220510"/>
                </a:lnTo>
                <a:lnTo>
                  <a:pt x="69532" y="219075"/>
                </a:lnTo>
                <a:lnTo>
                  <a:pt x="80276" y="218224"/>
                </a:lnTo>
                <a:lnTo>
                  <a:pt x="91440" y="217932"/>
                </a:lnTo>
                <a:lnTo>
                  <a:pt x="140208" y="217932"/>
                </a:lnTo>
                <a:lnTo>
                  <a:pt x="123596" y="265658"/>
                </a:lnTo>
                <a:lnTo>
                  <a:pt x="96393" y="310515"/>
                </a:lnTo>
                <a:lnTo>
                  <a:pt x="58343" y="352526"/>
                </a:lnTo>
                <a:lnTo>
                  <a:pt x="9144" y="391668"/>
                </a:lnTo>
                <a:lnTo>
                  <a:pt x="10668" y="399288"/>
                </a:lnTo>
                <a:lnTo>
                  <a:pt x="57848" y="370166"/>
                </a:lnTo>
                <a:lnTo>
                  <a:pt x="96583" y="337756"/>
                </a:lnTo>
                <a:lnTo>
                  <a:pt x="127050" y="302209"/>
                </a:lnTo>
                <a:lnTo>
                  <a:pt x="149352" y="263652"/>
                </a:lnTo>
                <a:lnTo>
                  <a:pt x="160553" y="284797"/>
                </a:lnTo>
                <a:lnTo>
                  <a:pt x="173736" y="304800"/>
                </a:lnTo>
                <a:lnTo>
                  <a:pt x="189217" y="323659"/>
                </a:lnTo>
                <a:lnTo>
                  <a:pt x="207264" y="341376"/>
                </a:lnTo>
                <a:lnTo>
                  <a:pt x="177533" y="359664"/>
                </a:lnTo>
                <a:lnTo>
                  <a:pt x="143065" y="375666"/>
                </a:lnTo>
                <a:lnTo>
                  <a:pt x="103759" y="389382"/>
                </a:lnTo>
                <a:lnTo>
                  <a:pt x="59436" y="400812"/>
                </a:lnTo>
                <a:lnTo>
                  <a:pt x="59436" y="406908"/>
                </a:lnTo>
                <a:lnTo>
                  <a:pt x="109778" y="398360"/>
                </a:lnTo>
                <a:lnTo>
                  <a:pt x="153543" y="386524"/>
                </a:lnTo>
                <a:lnTo>
                  <a:pt x="191033" y="371551"/>
                </a:lnTo>
                <a:lnTo>
                  <a:pt x="222504" y="353568"/>
                </a:lnTo>
                <a:lnTo>
                  <a:pt x="249135" y="368477"/>
                </a:lnTo>
                <a:lnTo>
                  <a:pt x="281178" y="381381"/>
                </a:lnTo>
                <a:lnTo>
                  <a:pt x="318947" y="392582"/>
                </a:lnTo>
                <a:lnTo>
                  <a:pt x="362712" y="402336"/>
                </a:lnTo>
                <a:lnTo>
                  <a:pt x="368096" y="392315"/>
                </a:lnTo>
                <a:lnTo>
                  <a:pt x="374904" y="385000"/>
                </a:lnTo>
                <a:lnTo>
                  <a:pt x="382866" y="380263"/>
                </a:lnTo>
                <a:lnTo>
                  <a:pt x="391668" y="377952"/>
                </a:lnTo>
                <a:lnTo>
                  <a:pt x="391668" y="373380"/>
                </a:lnTo>
                <a:close/>
              </a:path>
              <a:path w="1167764" h="407035">
                <a:moveTo>
                  <a:pt x="737628" y="123444"/>
                </a:moveTo>
                <a:lnTo>
                  <a:pt x="696480" y="123444"/>
                </a:lnTo>
                <a:lnTo>
                  <a:pt x="655332" y="310896"/>
                </a:lnTo>
                <a:lnTo>
                  <a:pt x="597420" y="123444"/>
                </a:lnTo>
                <a:lnTo>
                  <a:pt x="563892" y="123444"/>
                </a:lnTo>
                <a:lnTo>
                  <a:pt x="505980" y="310896"/>
                </a:lnTo>
                <a:lnTo>
                  <a:pt x="463308" y="123444"/>
                </a:lnTo>
                <a:lnTo>
                  <a:pt x="420636" y="123444"/>
                </a:lnTo>
                <a:lnTo>
                  <a:pt x="481596" y="365760"/>
                </a:lnTo>
                <a:lnTo>
                  <a:pt x="519696" y="365760"/>
                </a:lnTo>
                <a:lnTo>
                  <a:pt x="579132" y="178308"/>
                </a:lnTo>
                <a:lnTo>
                  <a:pt x="638568" y="365760"/>
                </a:lnTo>
                <a:lnTo>
                  <a:pt x="676668" y="365760"/>
                </a:lnTo>
                <a:lnTo>
                  <a:pt x="737628" y="123444"/>
                </a:lnTo>
                <a:close/>
              </a:path>
              <a:path w="1167764" h="407035">
                <a:moveTo>
                  <a:pt x="1167384" y="53340"/>
                </a:moveTo>
                <a:lnTo>
                  <a:pt x="1132332" y="18288"/>
                </a:lnTo>
                <a:lnTo>
                  <a:pt x="1104900" y="42672"/>
                </a:lnTo>
                <a:lnTo>
                  <a:pt x="765048" y="42672"/>
                </a:lnTo>
                <a:lnTo>
                  <a:pt x="780288" y="57912"/>
                </a:lnTo>
                <a:lnTo>
                  <a:pt x="789724" y="55918"/>
                </a:lnTo>
                <a:lnTo>
                  <a:pt x="799719" y="54483"/>
                </a:lnTo>
                <a:lnTo>
                  <a:pt x="810298" y="53632"/>
                </a:lnTo>
                <a:lnTo>
                  <a:pt x="821436" y="53340"/>
                </a:lnTo>
                <a:lnTo>
                  <a:pt x="949452" y="53340"/>
                </a:lnTo>
                <a:lnTo>
                  <a:pt x="926592" y="132588"/>
                </a:lnTo>
                <a:lnTo>
                  <a:pt x="839724" y="132588"/>
                </a:lnTo>
                <a:lnTo>
                  <a:pt x="812292" y="117348"/>
                </a:lnTo>
                <a:lnTo>
                  <a:pt x="813422" y="136169"/>
                </a:lnTo>
                <a:lnTo>
                  <a:pt x="814387" y="162687"/>
                </a:lnTo>
                <a:lnTo>
                  <a:pt x="815086" y="196646"/>
                </a:lnTo>
                <a:lnTo>
                  <a:pt x="815340" y="237744"/>
                </a:lnTo>
                <a:lnTo>
                  <a:pt x="815086" y="280568"/>
                </a:lnTo>
                <a:lnTo>
                  <a:pt x="814387" y="321945"/>
                </a:lnTo>
                <a:lnTo>
                  <a:pt x="813422" y="361619"/>
                </a:lnTo>
                <a:lnTo>
                  <a:pt x="812292" y="399288"/>
                </a:lnTo>
                <a:lnTo>
                  <a:pt x="839724" y="381000"/>
                </a:lnTo>
                <a:lnTo>
                  <a:pt x="839724" y="143256"/>
                </a:lnTo>
                <a:lnTo>
                  <a:pt x="906780" y="143256"/>
                </a:lnTo>
                <a:lnTo>
                  <a:pt x="906780" y="379476"/>
                </a:lnTo>
                <a:lnTo>
                  <a:pt x="929640" y="368808"/>
                </a:lnTo>
                <a:lnTo>
                  <a:pt x="929640" y="143256"/>
                </a:lnTo>
                <a:lnTo>
                  <a:pt x="996696" y="143256"/>
                </a:lnTo>
                <a:lnTo>
                  <a:pt x="996696" y="376428"/>
                </a:lnTo>
                <a:lnTo>
                  <a:pt x="1019556" y="367284"/>
                </a:lnTo>
                <a:lnTo>
                  <a:pt x="1019556" y="143256"/>
                </a:lnTo>
                <a:lnTo>
                  <a:pt x="1094232" y="143256"/>
                </a:lnTo>
                <a:lnTo>
                  <a:pt x="1094232" y="356616"/>
                </a:lnTo>
                <a:lnTo>
                  <a:pt x="1092708" y="361188"/>
                </a:lnTo>
                <a:lnTo>
                  <a:pt x="1054061" y="363816"/>
                </a:lnTo>
                <a:lnTo>
                  <a:pt x="1031748" y="361188"/>
                </a:lnTo>
                <a:lnTo>
                  <a:pt x="1031748" y="367284"/>
                </a:lnTo>
                <a:lnTo>
                  <a:pt x="1051179" y="374713"/>
                </a:lnTo>
                <a:lnTo>
                  <a:pt x="1066038" y="383286"/>
                </a:lnTo>
                <a:lnTo>
                  <a:pt x="1076325" y="393001"/>
                </a:lnTo>
                <a:lnTo>
                  <a:pt x="1082040" y="403860"/>
                </a:lnTo>
                <a:lnTo>
                  <a:pt x="1092593" y="399084"/>
                </a:lnTo>
                <a:lnTo>
                  <a:pt x="1118311" y="364794"/>
                </a:lnTo>
                <a:lnTo>
                  <a:pt x="1118616" y="355092"/>
                </a:lnTo>
                <a:lnTo>
                  <a:pt x="1118616" y="153924"/>
                </a:lnTo>
                <a:lnTo>
                  <a:pt x="1138428" y="141732"/>
                </a:lnTo>
                <a:lnTo>
                  <a:pt x="1106424" y="115824"/>
                </a:lnTo>
                <a:lnTo>
                  <a:pt x="1092708" y="132588"/>
                </a:lnTo>
                <a:lnTo>
                  <a:pt x="934212" y="132588"/>
                </a:lnTo>
                <a:lnTo>
                  <a:pt x="951077" y="104355"/>
                </a:lnTo>
                <a:lnTo>
                  <a:pt x="965073" y="81534"/>
                </a:lnTo>
                <a:lnTo>
                  <a:pt x="976223" y="64439"/>
                </a:lnTo>
                <a:lnTo>
                  <a:pt x="984504" y="53340"/>
                </a:lnTo>
                <a:lnTo>
                  <a:pt x="1167384" y="5334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" name="object 38"/>
          <p:cNvSpPr/>
          <p:nvPr/>
        </p:nvSpPr>
        <p:spPr>
          <a:xfrm>
            <a:off x="4610100" y="3689604"/>
            <a:ext cx="396240" cy="394970"/>
          </a:xfrm>
          <a:custGeom>
            <a:avLst/>
            <a:gdLst/>
            <a:ahLst/>
            <a:cxnLst/>
            <a:rect l="l" t="t" r="r" b="b"/>
            <a:pathLst>
              <a:path w="396239" h="394970">
                <a:moveTo>
                  <a:pt x="18288" y="41148"/>
                </a:moveTo>
                <a:lnTo>
                  <a:pt x="3048" y="25908"/>
                </a:lnTo>
                <a:lnTo>
                  <a:pt x="333756" y="25908"/>
                </a:lnTo>
                <a:lnTo>
                  <a:pt x="359664" y="0"/>
                </a:lnTo>
                <a:lnTo>
                  <a:pt x="396240" y="36576"/>
                </a:lnTo>
                <a:lnTo>
                  <a:pt x="60960" y="36576"/>
                </a:lnTo>
                <a:lnTo>
                  <a:pt x="49791" y="36861"/>
                </a:lnTo>
                <a:lnTo>
                  <a:pt x="39052" y="37719"/>
                </a:lnTo>
                <a:lnTo>
                  <a:pt x="28598" y="39147"/>
                </a:lnTo>
                <a:lnTo>
                  <a:pt x="18288" y="41148"/>
                </a:lnTo>
                <a:close/>
              </a:path>
              <a:path w="396239" h="394970">
                <a:moveTo>
                  <a:pt x="3048" y="297179"/>
                </a:moveTo>
                <a:lnTo>
                  <a:pt x="0" y="291084"/>
                </a:lnTo>
                <a:lnTo>
                  <a:pt x="28289" y="268224"/>
                </a:lnTo>
                <a:lnTo>
                  <a:pt x="56007" y="243078"/>
                </a:lnTo>
                <a:lnTo>
                  <a:pt x="83153" y="215646"/>
                </a:lnTo>
                <a:lnTo>
                  <a:pt x="109728" y="185928"/>
                </a:lnTo>
                <a:lnTo>
                  <a:pt x="135516" y="152519"/>
                </a:lnTo>
                <a:lnTo>
                  <a:pt x="158305" y="116395"/>
                </a:lnTo>
                <a:lnTo>
                  <a:pt x="178522" y="77700"/>
                </a:lnTo>
                <a:lnTo>
                  <a:pt x="196596" y="36576"/>
                </a:lnTo>
                <a:lnTo>
                  <a:pt x="231648" y="36576"/>
                </a:lnTo>
                <a:lnTo>
                  <a:pt x="223385" y="52030"/>
                </a:lnTo>
                <a:lnTo>
                  <a:pt x="214693" y="68770"/>
                </a:lnTo>
                <a:lnTo>
                  <a:pt x="205716" y="86939"/>
                </a:lnTo>
                <a:lnTo>
                  <a:pt x="196596" y="106680"/>
                </a:lnTo>
                <a:lnTo>
                  <a:pt x="225552" y="123444"/>
                </a:lnTo>
                <a:lnTo>
                  <a:pt x="221742" y="126492"/>
                </a:lnTo>
                <a:lnTo>
                  <a:pt x="184404" y="126492"/>
                </a:lnTo>
                <a:lnTo>
                  <a:pt x="154570" y="167652"/>
                </a:lnTo>
                <a:lnTo>
                  <a:pt x="121663" y="205227"/>
                </a:lnTo>
                <a:lnTo>
                  <a:pt x="85539" y="239292"/>
                </a:lnTo>
                <a:lnTo>
                  <a:pt x="46049" y="269918"/>
                </a:lnTo>
                <a:lnTo>
                  <a:pt x="3048" y="297179"/>
                </a:lnTo>
                <a:close/>
              </a:path>
              <a:path w="396239" h="394970">
                <a:moveTo>
                  <a:pt x="182880" y="394716"/>
                </a:moveTo>
                <a:lnTo>
                  <a:pt x="183118" y="362712"/>
                </a:lnTo>
                <a:lnTo>
                  <a:pt x="183752" y="327231"/>
                </a:lnTo>
                <a:lnTo>
                  <a:pt x="184165" y="305562"/>
                </a:lnTo>
                <a:lnTo>
                  <a:pt x="184302" y="291084"/>
                </a:lnTo>
                <a:lnTo>
                  <a:pt x="184404" y="126492"/>
                </a:lnTo>
                <a:lnTo>
                  <a:pt x="221742" y="126492"/>
                </a:lnTo>
                <a:lnTo>
                  <a:pt x="210312" y="135636"/>
                </a:lnTo>
                <a:lnTo>
                  <a:pt x="210380" y="332994"/>
                </a:lnTo>
                <a:lnTo>
                  <a:pt x="210502" y="348615"/>
                </a:lnTo>
                <a:lnTo>
                  <a:pt x="210954" y="367141"/>
                </a:lnTo>
                <a:lnTo>
                  <a:pt x="211836" y="382524"/>
                </a:lnTo>
                <a:lnTo>
                  <a:pt x="182880" y="394716"/>
                </a:lnTo>
                <a:close/>
              </a:path>
              <a:path w="396239" h="394970">
                <a:moveTo>
                  <a:pt x="374904" y="280416"/>
                </a:moveTo>
                <a:lnTo>
                  <a:pt x="371856" y="280416"/>
                </a:lnTo>
                <a:lnTo>
                  <a:pt x="368093" y="278701"/>
                </a:lnTo>
                <a:lnTo>
                  <a:pt x="363474" y="273558"/>
                </a:lnTo>
                <a:lnTo>
                  <a:pt x="357711" y="264985"/>
                </a:lnTo>
                <a:lnTo>
                  <a:pt x="350520" y="252984"/>
                </a:lnTo>
                <a:lnTo>
                  <a:pt x="336256" y="232148"/>
                </a:lnTo>
                <a:lnTo>
                  <a:pt x="314134" y="206311"/>
                </a:lnTo>
                <a:lnTo>
                  <a:pt x="284297" y="175617"/>
                </a:lnTo>
                <a:lnTo>
                  <a:pt x="246888" y="140208"/>
                </a:lnTo>
                <a:lnTo>
                  <a:pt x="251460" y="135636"/>
                </a:lnTo>
                <a:lnTo>
                  <a:pt x="301180" y="168759"/>
                </a:lnTo>
                <a:lnTo>
                  <a:pt x="338328" y="194881"/>
                </a:lnTo>
                <a:lnTo>
                  <a:pt x="374904" y="225552"/>
                </a:lnTo>
                <a:lnTo>
                  <a:pt x="385572" y="254508"/>
                </a:lnTo>
                <a:lnTo>
                  <a:pt x="385572" y="259080"/>
                </a:lnTo>
                <a:lnTo>
                  <a:pt x="384048" y="263652"/>
                </a:lnTo>
                <a:lnTo>
                  <a:pt x="381000" y="269748"/>
                </a:lnTo>
                <a:lnTo>
                  <a:pt x="377952" y="277368"/>
                </a:lnTo>
                <a:lnTo>
                  <a:pt x="374904" y="28041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" name="object 39"/>
          <p:cNvSpPr/>
          <p:nvPr/>
        </p:nvSpPr>
        <p:spPr>
          <a:xfrm>
            <a:off x="5061191" y="3680459"/>
            <a:ext cx="739775" cy="407034"/>
          </a:xfrm>
          <a:custGeom>
            <a:avLst/>
            <a:gdLst/>
            <a:ahLst/>
            <a:cxnLst/>
            <a:rect l="l" t="t" r="r" b="b"/>
            <a:pathLst>
              <a:path w="739775" h="407035">
                <a:moveTo>
                  <a:pt x="132588" y="100584"/>
                </a:moveTo>
                <a:lnTo>
                  <a:pt x="97967" y="66725"/>
                </a:lnTo>
                <a:lnTo>
                  <a:pt x="82296" y="57912"/>
                </a:lnTo>
                <a:lnTo>
                  <a:pt x="79248" y="62484"/>
                </a:lnTo>
                <a:lnTo>
                  <a:pt x="88684" y="75044"/>
                </a:lnTo>
                <a:lnTo>
                  <a:pt x="96393" y="87439"/>
                </a:lnTo>
                <a:lnTo>
                  <a:pt x="102400" y="99568"/>
                </a:lnTo>
                <a:lnTo>
                  <a:pt x="106680" y="111252"/>
                </a:lnTo>
                <a:lnTo>
                  <a:pt x="109728" y="121920"/>
                </a:lnTo>
                <a:lnTo>
                  <a:pt x="114300" y="128016"/>
                </a:lnTo>
                <a:lnTo>
                  <a:pt x="118872" y="128016"/>
                </a:lnTo>
                <a:lnTo>
                  <a:pt x="123444" y="124968"/>
                </a:lnTo>
                <a:lnTo>
                  <a:pt x="126492" y="118872"/>
                </a:lnTo>
                <a:lnTo>
                  <a:pt x="131064" y="114300"/>
                </a:lnTo>
                <a:lnTo>
                  <a:pt x="132588" y="109728"/>
                </a:lnTo>
                <a:lnTo>
                  <a:pt x="132588" y="100584"/>
                </a:lnTo>
                <a:close/>
              </a:path>
              <a:path w="739775" h="407035">
                <a:moveTo>
                  <a:pt x="220980" y="92964"/>
                </a:moveTo>
                <a:lnTo>
                  <a:pt x="189839" y="61112"/>
                </a:lnTo>
                <a:lnTo>
                  <a:pt x="170688" y="48768"/>
                </a:lnTo>
                <a:lnTo>
                  <a:pt x="167640" y="53340"/>
                </a:lnTo>
                <a:lnTo>
                  <a:pt x="177952" y="67678"/>
                </a:lnTo>
                <a:lnTo>
                  <a:pt x="186118" y="81153"/>
                </a:lnTo>
                <a:lnTo>
                  <a:pt x="192290" y="94068"/>
                </a:lnTo>
                <a:lnTo>
                  <a:pt x="196596" y="106680"/>
                </a:lnTo>
                <a:lnTo>
                  <a:pt x="199644" y="118872"/>
                </a:lnTo>
                <a:lnTo>
                  <a:pt x="202692" y="123444"/>
                </a:lnTo>
                <a:lnTo>
                  <a:pt x="207264" y="123444"/>
                </a:lnTo>
                <a:lnTo>
                  <a:pt x="210312" y="121920"/>
                </a:lnTo>
                <a:lnTo>
                  <a:pt x="214884" y="115824"/>
                </a:lnTo>
                <a:lnTo>
                  <a:pt x="219456" y="111252"/>
                </a:lnTo>
                <a:lnTo>
                  <a:pt x="220980" y="105156"/>
                </a:lnTo>
                <a:lnTo>
                  <a:pt x="220980" y="92964"/>
                </a:lnTo>
                <a:close/>
              </a:path>
              <a:path w="739775" h="407035">
                <a:moveTo>
                  <a:pt x="332232" y="60960"/>
                </a:moveTo>
                <a:lnTo>
                  <a:pt x="300228" y="38100"/>
                </a:lnTo>
                <a:lnTo>
                  <a:pt x="295643" y="51269"/>
                </a:lnTo>
                <a:lnTo>
                  <a:pt x="290893" y="63436"/>
                </a:lnTo>
                <a:lnTo>
                  <a:pt x="269367" y="104584"/>
                </a:lnTo>
                <a:lnTo>
                  <a:pt x="256032" y="124968"/>
                </a:lnTo>
                <a:lnTo>
                  <a:pt x="262128" y="129540"/>
                </a:lnTo>
                <a:lnTo>
                  <a:pt x="273545" y="119570"/>
                </a:lnTo>
                <a:lnTo>
                  <a:pt x="287083" y="105727"/>
                </a:lnTo>
                <a:lnTo>
                  <a:pt x="302641" y="88188"/>
                </a:lnTo>
                <a:lnTo>
                  <a:pt x="320040" y="67056"/>
                </a:lnTo>
                <a:lnTo>
                  <a:pt x="332232" y="60960"/>
                </a:lnTo>
                <a:close/>
              </a:path>
              <a:path w="739775" h="407035">
                <a:moveTo>
                  <a:pt x="361188" y="32004"/>
                </a:moveTo>
                <a:lnTo>
                  <a:pt x="335280" y="0"/>
                </a:lnTo>
                <a:lnTo>
                  <a:pt x="316992" y="7747"/>
                </a:lnTo>
                <a:lnTo>
                  <a:pt x="291846" y="15049"/>
                </a:lnTo>
                <a:lnTo>
                  <a:pt x="220980" y="28956"/>
                </a:lnTo>
                <a:lnTo>
                  <a:pt x="178460" y="34366"/>
                </a:lnTo>
                <a:lnTo>
                  <a:pt x="133350" y="39052"/>
                </a:lnTo>
                <a:lnTo>
                  <a:pt x="85966" y="42887"/>
                </a:lnTo>
                <a:lnTo>
                  <a:pt x="36576" y="45720"/>
                </a:lnTo>
                <a:lnTo>
                  <a:pt x="36576" y="53340"/>
                </a:lnTo>
                <a:lnTo>
                  <a:pt x="90855" y="50800"/>
                </a:lnTo>
                <a:lnTo>
                  <a:pt x="141541" y="47815"/>
                </a:lnTo>
                <a:lnTo>
                  <a:pt x="231648" y="41148"/>
                </a:lnTo>
                <a:lnTo>
                  <a:pt x="271399" y="37363"/>
                </a:lnTo>
                <a:lnTo>
                  <a:pt x="306133" y="34861"/>
                </a:lnTo>
                <a:lnTo>
                  <a:pt x="361188" y="32004"/>
                </a:lnTo>
                <a:close/>
              </a:path>
              <a:path w="739775" h="407035">
                <a:moveTo>
                  <a:pt x="385572" y="144780"/>
                </a:moveTo>
                <a:lnTo>
                  <a:pt x="374345" y="134112"/>
                </a:lnTo>
                <a:lnTo>
                  <a:pt x="355092" y="115824"/>
                </a:lnTo>
                <a:lnTo>
                  <a:pt x="336804" y="134112"/>
                </a:lnTo>
                <a:lnTo>
                  <a:pt x="45720" y="134112"/>
                </a:lnTo>
                <a:lnTo>
                  <a:pt x="45720" y="115824"/>
                </a:lnTo>
                <a:lnTo>
                  <a:pt x="39624" y="115824"/>
                </a:lnTo>
                <a:lnTo>
                  <a:pt x="34747" y="132930"/>
                </a:lnTo>
                <a:lnTo>
                  <a:pt x="29146" y="147447"/>
                </a:lnTo>
                <a:lnTo>
                  <a:pt x="22694" y="159118"/>
                </a:lnTo>
                <a:lnTo>
                  <a:pt x="15240" y="167640"/>
                </a:lnTo>
                <a:lnTo>
                  <a:pt x="4572" y="175260"/>
                </a:lnTo>
                <a:lnTo>
                  <a:pt x="0" y="181356"/>
                </a:lnTo>
                <a:lnTo>
                  <a:pt x="0" y="185928"/>
                </a:lnTo>
                <a:lnTo>
                  <a:pt x="3048" y="187452"/>
                </a:lnTo>
                <a:lnTo>
                  <a:pt x="6096" y="190500"/>
                </a:lnTo>
                <a:lnTo>
                  <a:pt x="9144" y="192024"/>
                </a:lnTo>
                <a:lnTo>
                  <a:pt x="13716" y="193548"/>
                </a:lnTo>
                <a:lnTo>
                  <a:pt x="21336" y="193548"/>
                </a:lnTo>
                <a:lnTo>
                  <a:pt x="45135" y="161975"/>
                </a:lnTo>
                <a:lnTo>
                  <a:pt x="45720" y="144780"/>
                </a:lnTo>
                <a:lnTo>
                  <a:pt x="339852" y="144780"/>
                </a:lnTo>
                <a:lnTo>
                  <a:pt x="323088" y="185928"/>
                </a:lnTo>
                <a:lnTo>
                  <a:pt x="327660" y="188976"/>
                </a:lnTo>
                <a:lnTo>
                  <a:pt x="336283" y="178384"/>
                </a:lnTo>
                <a:lnTo>
                  <a:pt x="344043" y="169354"/>
                </a:lnTo>
                <a:lnTo>
                  <a:pt x="378929" y="146240"/>
                </a:lnTo>
                <a:lnTo>
                  <a:pt x="385572" y="144780"/>
                </a:lnTo>
                <a:close/>
              </a:path>
              <a:path w="739775" h="407035">
                <a:moveTo>
                  <a:pt x="391668" y="373380"/>
                </a:moveTo>
                <a:lnTo>
                  <a:pt x="347078" y="370522"/>
                </a:lnTo>
                <a:lnTo>
                  <a:pt x="306895" y="364236"/>
                </a:lnTo>
                <a:lnTo>
                  <a:pt x="271018" y="354520"/>
                </a:lnTo>
                <a:lnTo>
                  <a:pt x="268719" y="353568"/>
                </a:lnTo>
                <a:lnTo>
                  <a:pt x="239268" y="341376"/>
                </a:lnTo>
                <a:lnTo>
                  <a:pt x="253657" y="329184"/>
                </a:lnTo>
                <a:lnTo>
                  <a:pt x="254444" y="328523"/>
                </a:lnTo>
                <a:lnTo>
                  <a:pt x="270319" y="312801"/>
                </a:lnTo>
                <a:lnTo>
                  <a:pt x="287070" y="294233"/>
                </a:lnTo>
                <a:lnTo>
                  <a:pt x="304800" y="272796"/>
                </a:lnTo>
                <a:lnTo>
                  <a:pt x="320040" y="265176"/>
                </a:lnTo>
                <a:lnTo>
                  <a:pt x="318516" y="263652"/>
                </a:lnTo>
                <a:lnTo>
                  <a:pt x="309372" y="254508"/>
                </a:lnTo>
                <a:lnTo>
                  <a:pt x="294132" y="239268"/>
                </a:lnTo>
                <a:lnTo>
                  <a:pt x="278892" y="254508"/>
                </a:lnTo>
                <a:lnTo>
                  <a:pt x="278892" y="265176"/>
                </a:lnTo>
                <a:lnTo>
                  <a:pt x="265988" y="282892"/>
                </a:lnTo>
                <a:lnTo>
                  <a:pt x="252222" y="299466"/>
                </a:lnTo>
                <a:lnTo>
                  <a:pt x="237324" y="314896"/>
                </a:lnTo>
                <a:lnTo>
                  <a:pt x="220980" y="329184"/>
                </a:lnTo>
                <a:lnTo>
                  <a:pt x="213842" y="324027"/>
                </a:lnTo>
                <a:lnTo>
                  <a:pt x="206121" y="317563"/>
                </a:lnTo>
                <a:lnTo>
                  <a:pt x="197840" y="309689"/>
                </a:lnTo>
                <a:lnTo>
                  <a:pt x="188976" y="300228"/>
                </a:lnTo>
                <a:lnTo>
                  <a:pt x="179527" y="290474"/>
                </a:lnTo>
                <a:lnTo>
                  <a:pt x="171640" y="281559"/>
                </a:lnTo>
                <a:lnTo>
                  <a:pt x="165188" y="273227"/>
                </a:lnTo>
                <a:lnTo>
                  <a:pt x="160020" y="265176"/>
                </a:lnTo>
                <a:lnTo>
                  <a:pt x="278892" y="265176"/>
                </a:lnTo>
                <a:lnTo>
                  <a:pt x="278892" y="254508"/>
                </a:lnTo>
                <a:lnTo>
                  <a:pt x="153924" y="254508"/>
                </a:lnTo>
                <a:lnTo>
                  <a:pt x="157340" y="245364"/>
                </a:lnTo>
                <a:lnTo>
                  <a:pt x="160591" y="236220"/>
                </a:lnTo>
                <a:lnTo>
                  <a:pt x="163576" y="227076"/>
                </a:lnTo>
                <a:lnTo>
                  <a:pt x="166116" y="217932"/>
                </a:lnTo>
                <a:lnTo>
                  <a:pt x="347472" y="217932"/>
                </a:lnTo>
                <a:lnTo>
                  <a:pt x="316992" y="185928"/>
                </a:lnTo>
                <a:lnTo>
                  <a:pt x="295656" y="207264"/>
                </a:lnTo>
                <a:lnTo>
                  <a:pt x="167640" y="207264"/>
                </a:lnTo>
                <a:lnTo>
                  <a:pt x="172212" y="181356"/>
                </a:lnTo>
                <a:lnTo>
                  <a:pt x="184404" y="170688"/>
                </a:lnTo>
                <a:lnTo>
                  <a:pt x="146304" y="153924"/>
                </a:lnTo>
                <a:lnTo>
                  <a:pt x="146024" y="165049"/>
                </a:lnTo>
                <a:lnTo>
                  <a:pt x="145161" y="177736"/>
                </a:lnTo>
                <a:lnTo>
                  <a:pt x="143738" y="191858"/>
                </a:lnTo>
                <a:lnTo>
                  <a:pt x="141732" y="207264"/>
                </a:lnTo>
                <a:lnTo>
                  <a:pt x="33528" y="207264"/>
                </a:lnTo>
                <a:lnTo>
                  <a:pt x="48768" y="222504"/>
                </a:lnTo>
                <a:lnTo>
                  <a:pt x="59080" y="220510"/>
                </a:lnTo>
                <a:lnTo>
                  <a:pt x="69532" y="219075"/>
                </a:lnTo>
                <a:lnTo>
                  <a:pt x="80276" y="218224"/>
                </a:lnTo>
                <a:lnTo>
                  <a:pt x="91440" y="217932"/>
                </a:lnTo>
                <a:lnTo>
                  <a:pt x="140208" y="217932"/>
                </a:lnTo>
                <a:lnTo>
                  <a:pt x="124231" y="265658"/>
                </a:lnTo>
                <a:lnTo>
                  <a:pt x="96964" y="310515"/>
                </a:lnTo>
                <a:lnTo>
                  <a:pt x="58559" y="352526"/>
                </a:lnTo>
                <a:lnTo>
                  <a:pt x="9144" y="391668"/>
                </a:lnTo>
                <a:lnTo>
                  <a:pt x="10668" y="399288"/>
                </a:lnTo>
                <a:lnTo>
                  <a:pt x="58089" y="370166"/>
                </a:lnTo>
                <a:lnTo>
                  <a:pt x="97345" y="337756"/>
                </a:lnTo>
                <a:lnTo>
                  <a:pt x="128333" y="302209"/>
                </a:lnTo>
                <a:lnTo>
                  <a:pt x="150876" y="263652"/>
                </a:lnTo>
                <a:lnTo>
                  <a:pt x="161404" y="284797"/>
                </a:lnTo>
                <a:lnTo>
                  <a:pt x="174498" y="304800"/>
                </a:lnTo>
                <a:lnTo>
                  <a:pt x="189890" y="323659"/>
                </a:lnTo>
                <a:lnTo>
                  <a:pt x="207264" y="341376"/>
                </a:lnTo>
                <a:lnTo>
                  <a:pt x="178168" y="359664"/>
                </a:lnTo>
                <a:lnTo>
                  <a:pt x="143637" y="375666"/>
                </a:lnTo>
                <a:lnTo>
                  <a:pt x="103974" y="389382"/>
                </a:lnTo>
                <a:lnTo>
                  <a:pt x="59436" y="400812"/>
                </a:lnTo>
                <a:lnTo>
                  <a:pt x="59436" y="406908"/>
                </a:lnTo>
                <a:lnTo>
                  <a:pt x="109778" y="398360"/>
                </a:lnTo>
                <a:lnTo>
                  <a:pt x="153543" y="386524"/>
                </a:lnTo>
                <a:lnTo>
                  <a:pt x="191033" y="371551"/>
                </a:lnTo>
                <a:lnTo>
                  <a:pt x="222504" y="353568"/>
                </a:lnTo>
                <a:lnTo>
                  <a:pt x="249135" y="368477"/>
                </a:lnTo>
                <a:lnTo>
                  <a:pt x="281178" y="381381"/>
                </a:lnTo>
                <a:lnTo>
                  <a:pt x="318947" y="392582"/>
                </a:lnTo>
                <a:lnTo>
                  <a:pt x="362712" y="402336"/>
                </a:lnTo>
                <a:lnTo>
                  <a:pt x="368096" y="392315"/>
                </a:lnTo>
                <a:lnTo>
                  <a:pt x="374904" y="385000"/>
                </a:lnTo>
                <a:lnTo>
                  <a:pt x="382866" y="380263"/>
                </a:lnTo>
                <a:lnTo>
                  <a:pt x="391668" y="377952"/>
                </a:lnTo>
                <a:lnTo>
                  <a:pt x="391668" y="373380"/>
                </a:lnTo>
                <a:close/>
              </a:path>
              <a:path w="739775" h="407035">
                <a:moveTo>
                  <a:pt x="739152" y="123444"/>
                </a:moveTo>
                <a:lnTo>
                  <a:pt x="698004" y="123444"/>
                </a:lnTo>
                <a:lnTo>
                  <a:pt x="656856" y="310896"/>
                </a:lnTo>
                <a:lnTo>
                  <a:pt x="597420" y="123444"/>
                </a:lnTo>
                <a:lnTo>
                  <a:pt x="563892" y="123444"/>
                </a:lnTo>
                <a:lnTo>
                  <a:pt x="505980" y="310896"/>
                </a:lnTo>
                <a:lnTo>
                  <a:pt x="463308" y="123444"/>
                </a:lnTo>
                <a:lnTo>
                  <a:pt x="420636" y="123444"/>
                </a:lnTo>
                <a:lnTo>
                  <a:pt x="483120" y="365760"/>
                </a:lnTo>
                <a:lnTo>
                  <a:pt x="521220" y="365760"/>
                </a:lnTo>
                <a:lnTo>
                  <a:pt x="579132" y="178308"/>
                </a:lnTo>
                <a:lnTo>
                  <a:pt x="638568" y="365760"/>
                </a:lnTo>
                <a:lnTo>
                  <a:pt x="676668" y="365760"/>
                </a:lnTo>
                <a:lnTo>
                  <a:pt x="739152" y="12344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pic>
        <p:nvPicPr>
          <p:cNvPr id="40" name="object 40"/>
          <p:cNvPicPr/>
          <p:nvPr/>
        </p:nvPicPr>
        <p:blipFill>
          <a:blip r:embed="rId11" cstate="print"/>
          <a:stretch>
            <a:fillRect/>
          </a:stretch>
        </p:blipFill>
        <p:spPr>
          <a:xfrm>
            <a:off x="5849111" y="3744467"/>
            <a:ext cx="65532" cy="112775"/>
          </a:xfrm>
          <a:prstGeom prst="rect">
            <a:avLst/>
          </a:prstGeom>
        </p:spPr>
      </p:pic>
      <p:pic>
        <p:nvPicPr>
          <p:cNvPr id="41" name="object 41"/>
          <p:cNvPicPr/>
          <p:nvPr/>
        </p:nvPicPr>
        <p:blipFill>
          <a:blip r:embed="rId12" cstate="print"/>
          <a:stretch>
            <a:fillRect/>
          </a:stretch>
        </p:blipFill>
        <p:spPr>
          <a:xfrm>
            <a:off x="1452371" y="4483608"/>
            <a:ext cx="181355" cy="172212"/>
          </a:xfrm>
          <a:prstGeom prst="rect">
            <a:avLst/>
          </a:prstGeom>
        </p:spPr>
      </p:pic>
      <p:sp>
        <p:nvSpPr>
          <p:cNvPr id="42" name="object 42"/>
          <p:cNvSpPr/>
          <p:nvPr/>
        </p:nvSpPr>
        <p:spPr>
          <a:xfrm>
            <a:off x="1958327" y="4323600"/>
            <a:ext cx="1190625" cy="410209"/>
          </a:xfrm>
          <a:custGeom>
            <a:avLst/>
            <a:gdLst/>
            <a:ahLst/>
            <a:cxnLst/>
            <a:rect l="l" t="t" r="r" b="b"/>
            <a:pathLst>
              <a:path w="1190625" h="410210">
                <a:moveTo>
                  <a:pt x="318516" y="121907"/>
                </a:moveTo>
                <a:lnTo>
                  <a:pt x="277368" y="121907"/>
                </a:lnTo>
                <a:lnTo>
                  <a:pt x="236220" y="310883"/>
                </a:lnTo>
                <a:lnTo>
                  <a:pt x="176784" y="121907"/>
                </a:lnTo>
                <a:lnTo>
                  <a:pt x="143256" y="121907"/>
                </a:lnTo>
                <a:lnTo>
                  <a:pt x="85344" y="310883"/>
                </a:lnTo>
                <a:lnTo>
                  <a:pt x="42672" y="121907"/>
                </a:lnTo>
                <a:lnTo>
                  <a:pt x="0" y="121907"/>
                </a:lnTo>
                <a:lnTo>
                  <a:pt x="62484" y="365747"/>
                </a:lnTo>
                <a:lnTo>
                  <a:pt x="100584" y="365747"/>
                </a:lnTo>
                <a:lnTo>
                  <a:pt x="158496" y="178295"/>
                </a:lnTo>
                <a:lnTo>
                  <a:pt x="217932" y="365747"/>
                </a:lnTo>
                <a:lnTo>
                  <a:pt x="256032" y="365747"/>
                </a:lnTo>
                <a:lnTo>
                  <a:pt x="318516" y="121907"/>
                </a:lnTo>
                <a:close/>
              </a:path>
              <a:path w="1190625" h="410210">
                <a:moveTo>
                  <a:pt x="749820" y="365747"/>
                </a:moveTo>
                <a:lnTo>
                  <a:pt x="716864" y="367842"/>
                </a:lnTo>
                <a:lnTo>
                  <a:pt x="701598" y="368541"/>
                </a:lnTo>
                <a:lnTo>
                  <a:pt x="687336" y="368795"/>
                </a:lnTo>
                <a:lnTo>
                  <a:pt x="669874" y="368490"/>
                </a:lnTo>
                <a:lnTo>
                  <a:pt x="612660" y="362699"/>
                </a:lnTo>
                <a:lnTo>
                  <a:pt x="570166" y="351078"/>
                </a:lnTo>
                <a:lnTo>
                  <a:pt x="552462" y="342887"/>
                </a:lnTo>
                <a:lnTo>
                  <a:pt x="549427" y="341490"/>
                </a:lnTo>
                <a:lnTo>
                  <a:pt x="528828" y="329171"/>
                </a:lnTo>
                <a:lnTo>
                  <a:pt x="536816" y="315455"/>
                </a:lnTo>
                <a:lnTo>
                  <a:pt x="539140" y="311454"/>
                </a:lnTo>
                <a:lnTo>
                  <a:pt x="547306" y="290309"/>
                </a:lnTo>
                <a:lnTo>
                  <a:pt x="553478" y="265734"/>
                </a:lnTo>
                <a:lnTo>
                  <a:pt x="557784" y="237731"/>
                </a:lnTo>
                <a:lnTo>
                  <a:pt x="656844" y="237731"/>
                </a:lnTo>
                <a:lnTo>
                  <a:pt x="656844" y="257543"/>
                </a:lnTo>
                <a:lnTo>
                  <a:pt x="682752" y="245351"/>
                </a:lnTo>
                <a:lnTo>
                  <a:pt x="682663" y="237731"/>
                </a:lnTo>
                <a:lnTo>
                  <a:pt x="682548" y="227063"/>
                </a:lnTo>
                <a:lnTo>
                  <a:pt x="682015" y="197154"/>
                </a:lnTo>
                <a:lnTo>
                  <a:pt x="681634" y="170675"/>
                </a:lnTo>
                <a:lnTo>
                  <a:pt x="681494" y="160007"/>
                </a:lnTo>
                <a:lnTo>
                  <a:pt x="681228" y="112763"/>
                </a:lnTo>
                <a:lnTo>
                  <a:pt x="690816" y="106667"/>
                </a:lnTo>
                <a:lnTo>
                  <a:pt x="697992" y="102095"/>
                </a:lnTo>
                <a:lnTo>
                  <a:pt x="691134" y="95999"/>
                </a:lnTo>
                <a:lnTo>
                  <a:pt x="670572" y="77711"/>
                </a:lnTo>
                <a:lnTo>
                  <a:pt x="656844" y="92684"/>
                </a:lnTo>
                <a:lnTo>
                  <a:pt x="656844" y="106667"/>
                </a:lnTo>
                <a:lnTo>
                  <a:pt x="656844" y="160007"/>
                </a:lnTo>
                <a:lnTo>
                  <a:pt x="656844" y="170675"/>
                </a:lnTo>
                <a:lnTo>
                  <a:pt x="656844" y="227063"/>
                </a:lnTo>
                <a:lnTo>
                  <a:pt x="559308" y="227063"/>
                </a:lnTo>
                <a:lnTo>
                  <a:pt x="560438" y="211404"/>
                </a:lnTo>
                <a:lnTo>
                  <a:pt x="561378" y="197154"/>
                </a:lnTo>
                <a:lnTo>
                  <a:pt x="562102" y="182918"/>
                </a:lnTo>
                <a:lnTo>
                  <a:pt x="562356" y="170675"/>
                </a:lnTo>
                <a:lnTo>
                  <a:pt x="656844" y="170675"/>
                </a:lnTo>
                <a:lnTo>
                  <a:pt x="656844" y="160007"/>
                </a:lnTo>
                <a:lnTo>
                  <a:pt x="562356" y="160007"/>
                </a:lnTo>
                <a:lnTo>
                  <a:pt x="562356" y="106667"/>
                </a:lnTo>
                <a:lnTo>
                  <a:pt x="656844" y="106667"/>
                </a:lnTo>
                <a:lnTo>
                  <a:pt x="656844" y="92684"/>
                </a:lnTo>
                <a:lnTo>
                  <a:pt x="653796" y="95999"/>
                </a:lnTo>
                <a:lnTo>
                  <a:pt x="562356" y="95999"/>
                </a:lnTo>
                <a:lnTo>
                  <a:pt x="562356" y="45707"/>
                </a:lnTo>
                <a:lnTo>
                  <a:pt x="739152" y="45707"/>
                </a:lnTo>
                <a:lnTo>
                  <a:pt x="704088" y="10655"/>
                </a:lnTo>
                <a:lnTo>
                  <a:pt x="679704" y="35039"/>
                </a:lnTo>
                <a:lnTo>
                  <a:pt x="355092" y="35039"/>
                </a:lnTo>
                <a:lnTo>
                  <a:pt x="370332" y="50279"/>
                </a:lnTo>
                <a:lnTo>
                  <a:pt x="379984" y="48285"/>
                </a:lnTo>
                <a:lnTo>
                  <a:pt x="390334" y="46850"/>
                </a:lnTo>
                <a:lnTo>
                  <a:pt x="400989" y="45999"/>
                </a:lnTo>
                <a:lnTo>
                  <a:pt x="411480" y="45707"/>
                </a:lnTo>
                <a:lnTo>
                  <a:pt x="537972" y="45707"/>
                </a:lnTo>
                <a:lnTo>
                  <a:pt x="537972" y="95999"/>
                </a:lnTo>
                <a:lnTo>
                  <a:pt x="537972" y="106667"/>
                </a:lnTo>
                <a:lnTo>
                  <a:pt x="537972" y="160007"/>
                </a:lnTo>
                <a:lnTo>
                  <a:pt x="537972" y="170675"/>
                </a:lnTo>
                <a:lnTo>
                  <a:pt x="537718" y="181203"/>
                </a:lnTo>
                <a:lnTo>
                  <a:pt x="537019" y="194297"/>
                </a:lnTo>
                <a:lnTo>
                  <a:pt x="534924" y="227063"/>
                </a:lnTo>
                <a:lnTo>
                  <a:pt x="435864" y="227063"/>
                </a:lnTo>
                <a:lnTo>
                  <a:pt x="435864" y="170675"/>
                </a:lnTo>
                <a:lnTo>
                  <a:pt x="537972" y="170675"/>
                </a:lnTo>
                <a:lnTo>
                  <a:pt x="537972" y="160007"/>
                </a:lnTo>
                <a:lnTo>
                  <a:pt x="435864" y="160007"/>
                </a:lnTo>
                <a:lnTo>
                  <a:pt x="435864" y="106667"/>
                </a:lnTo>
                <a:lnTo>
                  <a:pt x="537972" y="106667"/>
                </a:lnTo>
                <a:lnTo>
                  <a:pt x="537972" y="95999"/>
                </a:lnTo>
                <a:lnTo>
                  <a:pt x="437388" y="95999"/>
                </a:lnTo>
                <a:lnTo>
                  <a:pt x="409956" y="79235"/>
                </a:lnTo>
                <a:lnTo>
                  <a:pt x="410845" y="101511"/>
                </a:lnTo>
                <a:lnTo>
                  <a:pt x="411289" y="124764"/>
                </a:lnTo>
                <a:lnTo>
                  <a:pt x="411467" y="148894"/>
                </a:lnTo>
                <a:lnTo>
                  <a:pt x="411353" y="211404"/>
                </a:lnTo>
                <a:lnTo>
                  <a:pt x="411289" y="219443"/>
                </a:lnTo>
                <a:lnTo>
                  <a:pt x="410845" y="240588"/>
                </a:lnTo>
                <a:lnTo>
                  <a:pt x="409956" y="260591"/>
                </a:lnTo>
                <a:lnTo>
                  <a:pt x="435864" y="249923"/>
                </a:lnTo>
                <a:lnTo>
                  <a:pt x="435864" y="237731"/>
                </a:lnTo>
                <a:lnTo>
                  <a:pt x="533400" y="237731"/>
                </a:lnTo>
                <a:lnTo>
                  <a:pt x="525780" y="281927"/>
                </a:lnTo>
                <a:lnTo>
                  <a:pt x="510540" y="315455"/>
                </a:lnTo>
                <a:lnTo>
                  <a:pt x="499427" y="305155"/>
                </a:lnTo>
                <a:lnTo>
                  <a:pt x="486727" y="292404"/>
                </a:lnTo>
                <a:lnTo>
                  <a:pt x="472617" y="277101"/>
                </a:lnTo>
                <a:lnTo>
                  <a:pt x="457200" y="259067"/>
                </a:lnTo>
                <a:lnTo>
                  <a:pt x="452628" y="262115"/>
                </a:lnTo>
                <a:lnTo>
                  <a:pt x="465823" y="284175"/>
                </a:lnTo>
                <a:lnTo>
                  <a:pt x="478155" y="302501"/>
                </a:lnTo>
                <a:lnTo>
                  <a:pt x="489927" y="317411"/>
                </a:lnTo>
                <a:lnTo>
                  <a:pt x="501396" y="329171"/>
                </a:lnTo>
                <a:lnTo>
                  <a:pt x="491972" y="338340"/>
                </a:lnTo>
                <a:lnTo>
                  <a:pt x="446532" y="367271"/>
                </a:lnTo>
                <a:lnTo>
                  <a:pt x="402717" y="384416"/>
                </a:lnTo>
                <a:lnTo>
                  <a:pt x="347472" y="399275"/>
                </a:lnTo>
                <a:lnTo>
                  <a:pt x="348996" y="406895"/>
                </a:lnTo>
                <a:lnTo>
                  <a:pt x="402717" y="396417"/>
                </a:lnTo>
                <a:lnTo>
                  <a:pt x="449580" y="382511"/>
                </a:lnTo>
                <a:lnTo>
                  <a:pt x="487680" y="364413"/>
                </a:lnTo>
                <a:lnTo>
                  <a:pt x="516636" y="342887"/>
                </a:lnTo>
                <a:lnTo>
                  <a:pt x="536409" y="356844"/>
                </a:lnTo>
                <a:lnTo>
                  <a:pt x="578789" y="378472"/>
                </a:lnTo>
                <a:lnTo>
                  <a:pt x="626516" y="390690"/>
                </a:lnTo>
                <a:lnTo>
                  <a:pt x="684707" y="396925"/>
                </a:lnTo>
                <a:lnTo>
                  <a:pt x="717804" y="397751"/>
                </a:lnTo>
                <a:lnTo>
                  <a:pt x="720661" y="389178"/>
                </a:lnTo>
                <a:lnTo>
                  <a:pt x="726948" y="381749"/>
                </a:lnTo>
                <a:lnTo>
                  <a:pt x="736663" y="375462"/>
                </a:lnTo>
                <a:lnTo>
                  <a:pt x="749820" y="370319"/>
                </a:lnTo>
                <a:lnTo>
                  <a:pt x="749820" y="368795"/>
                </a:lnTo>
                <a:lnTo>
                  <a:pt x="749820" y="365747"/>
                </a:lnTo>
                <a:close/>
              </a:path>
              <a:path w="1190625" h="410210">
                <a:moveTo>
                  <a:pt x="926592" y="25908"/>
                </a:moveTo>
                <a:lnTo>
                  <a:pt x="891540" y="3048"/>
                </a:lnTo>
                <a:lnTo>
                  <a:pt x="886066" y="21945"/>
                </a:lnTo>
                <a:lnTo>
                  <a:pt x="878586" y="44577"/>
                </a:lnTo>
                <a:lnTo>
                  <a:pt x="856488" y="102108"/>
                </a:lnTo>
                <a:lnTo>
                  <a:pt x="825627" y="166878"/>
                </a:lnTo>
                <a:lnTo>
                  <a:pt x="787908" y="227076"/>
                </a:lnTo>
                <a:lnTo>
                  <a:pt x="792480" y="231648"/>
                </a:lnTo>
                <a:lnTo>
                  <a:pt x="807605" y="215379"/>
                </a:lnTo>
                <a:lnTo>
                  <a:pt x="823150" y="196405"/>
                </a:lnTo>
                <a:lnTo>
                  <a:pt x="838987" y="174853"/>
                </a:lnTo>
                <a:lnTo>
                  <a:pt x="854964" y="150876"/>
                </a:lnTo>
                <a:lnTo>
                  <a:pt x="854862" y="334137"/>
                </a:lnTo>
                <a:lnTo>
                  <a:pt x="854760" y="345948"/>
                </a:lnTo>
                <a:lnTo>
                  <a:pt x="854265" y="376618"/>
                </a:lnTo>
                <a:lnTo>
                  <a:pt x="853440" y="409956"/>
                </a:lnTo>
                <a:lnTo>
                  <a:pt x="879348" y="397764"/>
                </a:lnTo>
                <a:lnTo>
                  <a:pt x="878471" y="362940"/>
                </a:lnTo>
                <a:lnTo>
                  <a:pt x="878014" y="334137"/>
                </a:lnTo>
                <a:lnTo>
                  <a:pt x="877938" y="322300"/>
                </a:lnTo>
                <a:lnTo>
                  <a:pt x="877824" y="150876"/>
                </a:lnTo>
                <a:lnTo>
                  <a:pt x="877824" y="144780"/>
                </a:lnTo>
                <a:lnTo>
                  <a:pt x="891540" y="131064"/>
                </a:lnTo>
                <a:lnTo>
                  <a:pt x="870204" y="118872"/>
                </a:lnTo>
                <a:lnTo>
                  <a:pt x="880567" y="98336"/>
                </a:lnTo>
                <a:lnTo>
                  <a:pt x="889063" y="80391"/>
                </a:lnTo>
                <a:lnTo>
                  <a:pt x="896035" y="65532"/>
                </a:lnTo>
                <a:lnTo>
                  <a:pt x="902208" y="53340"/>
                </a:lnTo>
                <a:lnTo>
                  <a:pt x="907948" y="43053"/>
                </a:lnTo>
                <a:lnTo>
                  <a:pt x="913828" y="35052"/>
                </a:lnTo>
                <a:lnTo>
                  <a:pt x="920000" y="29337"/>
                </a:lnTo>
                <a:lnTo>
                  <a:pt x="926592" y="25908"/>
                </a:lnTo>
                <a:close/>
              </a:path>
              <a:path w="1190625" h="410210">
                <a:moveTo>
                  <a:pt x="1168908" y="73152"/>
                </a:moveTo>
                <a:lnTo>
                  <a:pt x="1159764" y="65532"/>
                </a:lnTo>
                <a:lnTo>
                  <a:pt x="1141476" y="50292"/>
                </a:lnTo>
                <a:lnTo>
                  <a:pt x="1133856" y="59817"/>
                </a:lnTo>
                <a:lnTo>
                  <a:pt x="1133856" y="76200"/>
                </a:lnTo>
                <a:lnTo>
                  <a:pt x="1133856" y="128016"/>
                </a:lnTo>
                <a:lnTo>
                  <a:pt x="969264" y="128016"/>
                </a:lnTo>
                <a:lnTo>
                  <a:pt x="969264" y="76200"/>
                </a:lnTo>
                <a:lnTo>
                  <a:pt x="1133856" y="76200"/>
                </a:lnTo>
                <a:lnTo>
                  <a:pt x="1133856" y="59817"/>
                </a:lnTo>
                <a:lnTo>
                  <a:pt x="1129284" y="65532"/>
                </a:lnTo>
                <a:lnTo>
                  <a:pt x="1056132" y="65532"/>
                </a:lnTo>
                <a:lnTo>
                  <a:pt x="1063752" y="57912"/>
                </a:lnTo>
                <a:lnTo>
                  <a:pt x="1068324" y="51816"/>
                </a:lnTo>
                <a:lnTo>
                  <a:pt x="1071372" y="45720"/>
                </a:lnTo>
                <a:lnTo>
                  <a:pt x="1071372" y="38100"/>
                </a:lnTo>
                <a:lnTo>
                  <a:pt x="1036535" y="8572"/>
                </a:lnTo>
                <a:lnTo>
                  <a:pt x="1021080" y="0"/>
                </a:lnTo>
                <a:lnTo>
                  <a:pt x="1016508" y="4572"/>
                </a:lnTo>
                <a:lnTo>
                  <a:pt x="1027061" y="17729"/>
                </a:lnTo>
                <a:lnTo>
                  <a:pt x="1035748" y="29908"/>
                </a:lnTo>
                <a:lnTo>
                  <a:pt x="1042441" y="41211"/>
                </a:lnTo>
                <a:lnTo>
                  <a:pt x="1046988" y="51816"/>
                </a:lnTo>
                <a:lnTo>
                  <a:pt x="1048512" y="60960"/>
                </a:lnTo>
                <a:lnTo>
                  <a:pt x="1051560" y="65532"/>
                </a:lnTo>
                <a:lnTo>
                  <a:pt x="969264" y="65532"/>
                </a:lnTo>
                <a:lnTo>
                  <a:pt x="946404" y="50292"/>
                </a:lnTo>
                <a:lnTo>
                  <a:pt x="946899" y="98336"/>
                </a:lnTo>
                <a:lnTo>
                  <a:pt x="946404" y="153924"/>
                </a:lnTo>
                <a:lnTo>
                  <a:pt x="944664" y="192417"/>
                </a:lnTo>
                <a:lnTo>
                  <a:pt x="938098" y="245529"/>
                </a:lnTo>
                <a:lnTo>
                  <a:pt x="928331" y="290626"/>
                </a:lnTo>
                <a:lnTo>
                  <a:pt x="914006" y="330631"/>
                </a:lnTo>
                <a:lnTo>
                  <a:pt x="897382" y="365544"/>
                </a:lnTo>
                <a:lnTo>
                  <a:pt x="888492" y="381000"/>
                </a:lnTo>
                <a:lnTo>
                  <a:pt x="893064" y="384048"/>
                </a:lnTo>
                <a:lnTo>
                  <a:pt x="922782" y="342709"/>
                </a:lnTo>
                <a:lnTo>
                  <a:pt x="947928" y="291084"/>
                </a:lnTo>
                <a:lnTo>
                  <a:pt x="964311" y="223456"/>
                </a:lnTo>
                <a:lnTo>
                  <a:pt x="968082" y="183273"/>
                </a:lnTo>
                <a:lnTo>
                  <a:pt x="969264" y="138684"/>
                </a:lnTo>
                <a:lnTo>
                  <a:pt x="1133856" y="138684"/>
                </a:lnTo>
                <a:lnTo>
                  <a:pt x="1133856" y="158496"/>
                </a:lnTo>
                <a:lnTo>
                  <a:pt x="1158240" y="149352"/>
                </a:lnTo>
                <a:lnTo>
                  <a:pt x="1157363" y="141605"/>
                </a:lnTo>
                <a:lnTo>
                  <a:pt x="1157185" y="138684"/>
                </a:lnTo>
                <a:lnTo>
                  <a:pt x="1156957" y="134912"/>
                </a:lnTo>
                <a:lnTo>
                  <a:pt x="1156766" y="128016"/>
                </a:lnTo>
                <a:lnTo>
                  <a:pt x="1156716" y="82296"/>
                </a:lnTo>
                <a:lnTo>
                  <a:pt x="1164844" y="76200"/>
                </a:lnTo>
                <a:lnTo>
                  <a:pt x="1168908" y="73152"/>
                </a:lnTo>
                <a:close/>
              </a:path>
              <a:path w="1190625" h="410210">
                <a:moveTo>
                  <a:pt x="1190244" y="198120"/>
                </a:moveTo>
                <a:lnTo>
                  <a:pt x="1181100" y="190500"/>
                </a:lnTo>
                <a:lnTo>
                  <a:pt x="1162812" y="175260"/>
                </a:lnTo>
                <a:lnTo>
                  <a:pt x="1152144" y="187121"/>
                </a:lnTo>
                <a:lnTo>
                  <a:pt x="1152144" y="201168"/>
                </a:lnTo>
                <a:lnTo>
                  <a:pt x="1152144" y="272796"/>
                </a:lnTo>
                <a:lnTo>
                  <a:pt x="1117092" y="272796"/>
                </a:lnTo>
                <a:lnTo>
                  <a:pt x="1117092" y="201168"/>
                </a:lnTo>
                <a:lnTo>
                  <a:pt x="1152144" y="201168"/>
                </a:lnTo>
                <a:lnTo>
                  <a:pt x="1152144" y="187121"/>
                </a:lnTo>
                <a:lnTo>
                  <a:pt x="1149096" y="190500"/>
                </a:lnTo>
                <a:lnTo>
                  <a:pt x="1095756" y="190500"/>
                </a:lnTo>
                <a:lnTo>
                  <a:pt x="1095756" y="201168"/>
                </a:lnTo>
                <a:lnTo>
                  <a:pt x="1095756" y="272796"/>
                </a:lnTo>
                <a:lnTo>
                  <a:pt x="1057656" y="272796"/>
                </a:lnTo>
                <a:lnTo>
                  <a:pt x="1057656" y="201168"/>
                </a:lnTo>
                <a:lnTo>
                  <a:pt x="1095756" y="201168"/>
                </a:lnTo>
                <a:lnTo>
                  <a:pt x="1095756" y="190500"/>
                </a:lnTo>
                <a:lnTo>
                  <a:pt x="1034796" y="190500"/>
                </a:lnTo>
                <a:lnTo>
                  <a:pt x="1034796" y="201168"/>
                </a:lnTo>
                <a:lnTo>
                  <a:pt x="1034796" y="272796"/>
                </a:lnTo>
                <a:lnTo>
                  <a:pt x="999744" y="272796"/>
                </a:lnTo>
                <a:lnTo>
                  <a:pt x="999744" y="201168"/>
                </a:lnTo>
                <a:lnTo>
                  <a:pt x="1034796" y="201168"/>
                </a:lnTo>
                <a:lnTo>
                  <a:pt x="1034796" y="190500"/>
                </a:lnTo>
                <a:lnTo>
                  <a:pt x="999744" y="190500"/>
                </a:lnTo>
                <a:lnTo>
                  <a:pt x="975360" y="175260"/>
                </a:lnTo>
                <a:lnTo>
                  <a:pt x="976249" y="192417"/>
                </a:lnTo>
                <a:lnTo>
                  <a:pt x="976693" y="207454"/>
                </a:lnTo>
                <a:lnTo>
                  <a:pt x="976795" y="215379"/>
                </a:lnTo>
                <a:lnTo>
                  <a:pt x="976680" y="362712"/>
                </a:lnTo>
                <a:lnTo>
                  <a:pt x="976249" y="377469"/>
                </a:lnTo>
                <a:lnTo>
                  <a:pt x="975360" y="396240"/>
                </a:lnTo>
                <a:lnTo>
                  <a:pt x="999744" y="385572"/>
                </a:lnTo>
                <a:lnTo>
                  <a:pt x="999744" y="283464"/>
                </a:lnTo>
                <a:lnTo>
                  <a:pt x="1034796" y="283464"/>
                </a:lnTo>
                <a:lnTo>
                  <a:pt x="1034796" y="368808"/>
                </a:lnTo>
                <a:lnTo>
                  <a:pt x="1057656" y="361188"/>
                </a:lnTo>
                <a:lnTo>
                  <a:pt x="1057656" y="283464"/>
                </a:lnTo>
                <a:lnTo>
                  <a:pt x="1095756" y="283464"/>
                </a:lnTo>
                <a:lnTo>
                  <a:pt x="1095756" y="355092"/>
                </a:lnTo>
                <a:lnTo>
                  <a:pt x="1117092" y="345948"/>
                </a:lnTo>
                <a:lnTo>
                  <a:pt x="1117092" y="283464"/>
                </a:lnTo>
                <a:lnTo>
                  <a:pt x="1152144" y="283464"/>
                </a:lnTo>
                <a:lnTo>
                  <a:pt x="1152144" y="350520"/>
                </a:lnTo>
                <a:lnTo>
                  <a:pt x="1153668" y="361188"/>
                </a:lnTo>
                <a:lnTo>
                  <a:pt x="1150620" y="367284"/>
                </a:lnTo>
                <a:lnTo>
                  <a:pt x="1141476" y="367284"/>
                </a:lnTo>
                <a:lnTo>
                  <a:pt x="1133741" y="366991"/>
                </a:lnTo>
                <a:lnTo>
                  <a:pt x="1124140" y="366141"/>
                </a:lnTo>
                <a:lnTo>
                  <a:pt x="1112545" y="364705"/>
                </a:lnTo>
                <a:lnTo>
                  <a:pt x="1098804" y="362712"/>
                </a:lnTo>
                <a:lnTo>
                  <a:pt x="1098804" y="370332"/>
                </a:lnTo>
                <a:lnTo>
                  <a:pt x="1117053" y="377469"/>
                </a:lnTo>
                <a:lnTo>
                  <a:pt x="1130427" y="385191"/>
                </a:lnTo>
                <a:lnTo>
                  <a:pt x="1138669" y="393471"/>
                </a:lnTo>
                <a:lnTo>
                  <a:pt x="1141476" y="402336"/>
                </a:lnTo>
                <a:lnTo>
                  <a:pt x="1157224" y="394906"/>
                </a:lnTo>
                <a:lnTo>
                  <a:pt x="1175004" y="283464"/>
                </a:lnTo>
                <a:lnTo>
                  <a:pt x="1175004" y="272796"/>
                </a:lnTo>
                <a:lnTo>
                  <a:pt x="1175004" y="208788"/>
                </a:lnTo>
                <a:lnTo>
                  <a:pt x="1185900" y="201168"/>
                </a:lnTo>
                <a:lnTo>
                  <a:pt x="1190244" y="1981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" name="object 43"/>
          <p:cNvSpPr/>
          <p:nvPr/>
        </p:nvSpPr>
        <p:spPr>
          <a:xfrm>
            <a:off x="3204972" y="4323588"/>
            <a:ext cx="390525" cy="407034"/>
          </a:xfrm>
          <a:custGeom>
            <a:avLst/>
            <a:gdLst/>
            <a:ahLst/>
            <a:cxnLst/>
            <a:rect l="l" t="t" r="r" b="b"/>
            <a:pathLst>
              <a:path w="390525" h="407035">
                <a:moveTo>
                  <a:pt x="36576" y="51816"/>
                </a:moveTo>
                <a:lnTo>
                  <a:pt x="36576" y="45720"/>
                </a:lnTo>
                <a:lnTo>
                  <a:pt x="85748" y="42219"/>
                </a:lnTo>
                <a:lnTo>
                  <a:pt x="132778" y="38290"/>
                </a:lnTo>
                <a:lnTo>
                  <a:pt x="177807" y="33504"/>
                </a:lnTo>
                <a:lnTo>
                  <a:pt x="220980" y="27432"/>
                </a:lnTo>
                <a:lnTo>
                  <a:pt x="258960" y="21431"/>
                </a:lnTo>
                <a:lnTo>
                  <a:pt x="315491" y="7715"/>
                </a:lnTo>
                <a:lnTo>
                  <a:pt x="333756" y="0"/>
                </a:lnTo>
                <a:lnTo>
                  <a:pt x="359664" y="30480"/>
                </a:lnTo>
                <a:lnTo>
                  <a:pt x="334518" y="31908"/>
                </a:lnTo>
                <a:lnTo>
                  <a:pt x="231648" y="39624"/>
                </a:lnTo>
                <a:lnTo>
                  <a:pt x="187666" y="43886"/>
                </a:lnTo>
                <a:lnTo>
                  <a:pt x="140398" y="47434"/>
                </a:lnTo>
                <a:lnTo>
                  <a:pt x="89987" y="50125"/>
                </a:lnTo>
                <a:lnTo>
                  <a:pt x="36576" y="51816"/>
                </a:lnTo>
                <a:close/>
              </a:path>
              <a:path w="390525" h="407035">
                <a:moveTo>
                  <a:pt x="260604" y="128016"/>
                </a:moveTo>
                <a:lnTo>
                  <a:pt x="254508" y="124968"/>
                </a:lnTo>
                <a:lnTo>
                  <a:pt x="261961" y="114681"/>
                </a:lnTo>
                <a:lnTo>
                  <a:pt x="268414" y="104394"/>
                </a:lnTo>
                <a:lnTo>
                  <a:pt x="274010" y="94107"/>
                </a:lnTo>
                <a:lnTo>
                  <a:pt x="278892" y="83820"/>
                </a:lnTo>
                <a:lnTo>
                  <a:pt x="284345" y="73890"/>
                </a:lnTo>
                <a:lnTo>
                  <a:pt x="289444" y="62484"/>
                </a:lnTo>
                <a:lnTo>
                  <a:pt x="294108" y="50601"/>
                </a:lnTo>
                <a:lnTo>
                  <a:pt x="298704" y="38100"/>
                </a:lnTo>
                <a:lnTo>
                  <a:pt x="332232" y="60960"/>
                </a:lnTo>
                <a:lnTo>
                  <a:pt x="320040" y="65532"/>
                </a:lnTo>
                <a:lnTo>
                  <a:pt x="301752" y="87510"/>
                </a:lnTo>
                <a:lnTo>
                  <a:pt x="285750" y="105346"/>
                </a:lnTo>
                <a:lnTo>
                  <a:pt x="272034" y="118895"/>
                </a:lnTo>
                <a:lnTo>
                  <a:pt x="260604" y="128016"/>
                </a:lnTo>
                <a:close/>
              </a:path>
              <a:path w="390525" h="407035">
                <a:moveTo>
                  <a:pt x="205740" y="123444"/>
                </a:moveTo>
                <a:lnTo>
                  <a:pt x="201168" y="123444"/>
                </a:lnTo>
                <a:lnTo>
                  <a:pt x="198120" y="117348"/>
                </a:lnTo>
                <a:lnTo>
                  <a:pt x="196596" y="106680"/>
                </a:lnTo>
                <a:lnTo>
                  <a:pt x="192047" y="93821"/>
                </a:lnTo>
                <a:lnTo>
                  <a:pt x="185356" y="80391"/>
                </a:lnTo>
                <a:lnTo>
                  <a:pt x="176664" y="66389"/>
                </a:lnTo>
                <a:lnTo>
                  <a:pt x="166116" y="51816"/>
                </a:lnTo>
                <a:lnTo>
                  <a:pt x="170688" y="48768"/>
                </a:lnTo>
                <a:lnTo>
                  <a:pt x="202692" y="70104"/>
                </a:lnTo>
                <a:lnTo>
                  <a:pt x="220980" y="92964"/>
                </a:lnTo>
                <a:lnTo>
                  <a:pt x="220980" y="103632"/>
                </a:lnTo>
                <a:lnTo>
                  <a:pt x="217932" y="109728"/>
                </a:lnTo>
                <a:lnTo>
                  <a:pt x="213360" y="115824"/>
                </a:lnTo>
                <a:lnTo>
                  <a:pt x="205740" y="123444"/>
                </a:lnTo>
                <a:close/>
              </a:path>
              <a:path w="390525" h="407035">
                <a:moveTo>
                  <a:pt x="118872" y="126492"/>
                </a:moveTo>
                <a:lnTo>
                  <a:pt x="112776" y="126492"/>
                </a:lnTo>
                <a:lnTo>
                  <a:pt x="109728" y="121920"/>
                </a:lnTo>
                <a:lnTo>
                  <a:pt x="105156" y="111252"/>
                </a:lnTo>
                <a:lnTo>
                  <a:pt x="100869" y="98917"/>
                </a:lnTo>
                <a:lnTo>
                  <a:pt x="94869" y="86868"/>
                </a:lnTo>
                <a:lnTo>
                  <a:pt x="87153" y="74818"/>
                </a:lnTo>
                <a:lnTo>
                  <a:pt x="77724" y="62484"/>
                </a:lnTo>
                <a:lnTo>
                  <a:pt x="80772" y="57912"/>
                </a:lnTo>
                <a:lnTo>
                  <a:pt x="118276" y="80843"/>
                </a:lnTo>
                <a:lnTo>
                  <a:pt x="131064" y="108204"/>
                </a:lnTo>
                <a:lnTo>
                  <a:pt x="129540" y="114300"/>
                </a:lnTo>
                <a:lnTo>
                  <a:pt x="124956" y="118895"/>
                </a:lnTo>
                <a:lnTo>
                  <a:pt x="121920" y="124968"/>
                </a:lnTo>
                <a:lnTo>
                  <a:pt x="118872" y="126492"/>
                </a:lnTo>
                <a:close/>
              </a:path>
              <a:path w="390525" h="407035">
                <a:moveTo>
                  <a:pt x="19812" y="193548"/>
                </a:moveTo>
                <a:lnTo>
                  <a:pt x="12192" y="193548"/>
                </a:lnTo>
                <a:lnTo>
                  <a:pt x="7620" y="192024"/>
                </a:lnTo>
                <a:lnTo>
                  <a:pt x="4572" y="188976"/>
                </a:lnTo>
                <a:lnTo>
                  <a:pt x="1524" y="187452"/>
                </a:lnTo>
                <a:lnTo>
                  <a:pt x="0" y="185928"/>
                </a:lnTo>
                <a:lnTo>
                  <a:pt x="0" y="181356"/>
                </a:lnTo>
                <a:lnTo>
                  <a:pt x="4572" y="175260"/>
                </a:lnTo>
                <a:lnTo>
                  <a:pt x="13716" y="167640"/>
                </a:lnTo>
                <a:lnTo>
                  <a:pt x="21383" y="158448"/>
                </a:lnTo>
                <a:lnTo>
                  <a:pt x="28194" y="146685"/>
                </a:lnTo>
                <a:lnTo>
                  <a:pt x="33861" y="132064"/>
                </a:lnTo>
                <a:lnTo>
                  <a:pt x="38100" y="114300"/>
                </a:lnTo>
                <a:lnTo>
                  <a:pt x="44196" y="114300"/>
                </a:lnTo>
                <a:lnTo>
                  <a:pt x="44196" y="134112"/>
                </a:lnTo>
                <a:lnTo>
                  <a:pt x="373913" y="134112"/>
                </a:lnTo>
                <a:lnTo>
                  <a:pt x="384048" y="144780"/>
                </a:lnTo>
                <a:lnTo>
                  <a:pt x="44196" y="144780"/>
                </a:lnTo>
                <a:lnTo>
                  <a:pt x="43600" y="161305"/>
                </a:lnTo>
                <a:lnTo>
                  <a:pt x="41719" y="174117"/>
                </a:lnTo>
                <a:lnTo>
                  <a:pt x="38409" y="182927"/>
                </a:lnTo>
                <a:lnTo>
                  <a:pt x="33528" y="187452"/>
                </a:lnTo>
                <a:lnTo>
                  <a:pt x="25908" y="190500"/>
                </a:lnTo>
                <a:lnTo>
                  <a:pt x="19812" y="193548"/>
                </a:lnTo>
                <a:close/>
              </a:path>
              <a:path w="390525" h="407035">
                <a:moveTo>
                  <a:pt x="373913" y="134112"/>
                </a:moveTo>
                <a:lnTo>
                  <a:pt x="335280" y="134112"/>
                </a:lnTo>
                <a:lnTo>
                  <a:pt x="355092" y="114300"/>
                </a:lnTo>
                <a:lnTo>
                  <a:pt x="373913" y="134112"/>
                </a:lnTo>
                <a:close/>
              </a:path>
              <a:path w="390525" h="407035">
                <a:moveTo>
                  <a:pt x="326136" y="187452"/>
                </a:moveTo>
                <a:lnTo>
                  <a:pt x="321564" y="185928"/>
                </a:lnTo>
                <a:lnTo>
                  <a:pt x="338328" y="144780"/>
                </a:lnTo>
                <a:lnTo>
                  <a:pt x="384048" y="144780"/>
                </a:lnTo>
                <a:lnTo>
                  <a:pt x="378071" y="145589"/>
                </a:lnTo>
                <a:lnTo>
                  <a:pt x="371665" y="147828"/>
                </a:lnTo>
                <a:lnTo>
                  <a:pt x="334914" y="176974"/>
                </a:lnTo>
                <a:lnTo>
                  <a:pt x="326136" y="187452"/>
                </a:lnTo>
                <a:close/>
              </a:path>
              <a:path w="390525" h="407035">
                <a:moveTo>
                  <a:pt x="166116" y="207264"/>
                </a:moveTo>
                <a:lnTo>
                  <a:pt x="140208" y="207264"/>
                </a:lnTo>
                <a:lnTo>
                  <a:pt x="142541" y="190500"/>
                </a:lnTo>
                <a:lnTo>
                  <a:pt x="144409" y="176879"/>
                </a:lnTo>
                <a:lnTo>
                  <a:pt x="145780" y="164187"/>
                </a:lnTo>
                <a:lnTo>
                  <a:pt x="146304" y="152400"/>
                </a:lnTo>
                <a:lnTo>
                  <a:pt x="184404" y="170688"/>
                </a:lnTo>
                <a:lnTo>
                  <a:pt x="172212" y="181356"/>
                </a:lnTo>
                <a:lnTo>
                  <a:pt x="166116" y="207264"/>
                </a:lnTo>
                <a:close/>
              </a:path>
              <a:path w="390525" h="407035">
                <a:moveTo>
                  <a:pt x="48768" y="222504"/>
                </a:moveTo>
                <a:lnTo>
                  <a:pt x="32004" y="207264"/>
                </a:lnTo>
                <a:lnTo>
                  <a:pt x="295656" y="207264"/>
                </a:lnTo>
                <a:lnTo>
                  <a:pt x="315468" y="185928"/>
                </a:lnTo>
                <a:lnTo>
                  <a:pt x="345948" y="217932"/>
                </a:lnTo>
                <a:lnTo>
                  <a:pt x="89916" y="217932"/>
                </a:lnTo>
                <a:lnTo>
                  <a:pt x="78771" y="218217"/>
                </a:lnTo>
                <a:lnTo>
                  <a:pt x="68199" y="219075"/>
                </a:lnTo>
                <a:lnTo>
                  <a:pt x="58197" y="220503"/>
                </a:lnTo>
                <a:lnTo>
                  <a:pt x="48768" y="222504"/>
                </a:lnTo>
                <a:close/>
              </a:path>
              <a:path w="390525" h="407035">
                <a:moveTo>
                  <a:pt x="10668" y="397764"/>
                </a:moveTo>
                <a:lnTo>
                  <a:pt x="7620" y="391668"/>
                </a:lnTo>
                <a:lnTo>
                  <a:pt x="57030" y="352520"/>
                </a:lnTo>
                <a:lnTo>
                  <a:pt x="95440" y="310515"/>
                </a:lnTo>
                <a:lnTo>
                  <a:pt x="122705" y="265652"/>
                </a:lnTo>
                <a:lnTo>
                  <a:pt x="138684" y="217932"/>
                </a:lnTo>
                <a:lnTo>
                  <a:pt x="164592" y="217932"/>
                </a:lnTo>
                <a:lnTo>
                  <a:pt x="162044" y="226218"/>
                </a:lnTo>
                <a:lnTo>
                  <a:pt x="159067" y="235077"/>
                </a:lnTo>
                <a:lnTo>
                  <a:pt x="155805" y="244506"/>
                </a:lnTo>
                <a:lnTo>
                  <a:pt x="152400" y="254508"/>
                </a:lnTo>
                <a:lnTo>
                  <a:pt x="310896" y="254508"/>
                </a:lnTo>
                <a:lnTo>
                  <a:pt x="318516" y="262128"/>
                </a:lnTo>
                <a:lnTo>
                  <a:pt x="149352" y="262128"/>
                </a:lnTo>
                <a:lnTo>
                  <a:pt x="127039" y="301537"/>
                </a:lnTo>
                <a:lnTo>
                  <a:pt x="96583" y="337375"/>
                </a:lnTo>
                <a:lnTo>
                  <a:pt x="57840" y="369498"/>
                </a:lnTo>
                <a:lnTo>
                  <a:pt x="10668" y="397764"/>
                </a:lnTo>
                <a:close/>
              </a:path>
              <a:path w="390525" h="407035">
                <a:moveTo>
                  <a:pt x="310896" y="254508"/>
                </a:moveTo>
                <a:lnTo>
                  <a:pt x="277368" y="254508"/>
                </a:lnTo>
                <a:lnTo>
                  <a:pt x="294132" y="237744"/>
                </a:lnTo>
                <a:lnTo>
                  <a:pt x="310896" y="254508"/>
                </a:lnTo>
                <a:close/>
              </a:path>
              <a:path w="390525" h="407035">
                <a:moveTo>
                  <a:pt x="59436" y="406908"/>
                </a:moveTo>
                <a:lnTo>
                  <a:pt x="59436" y="399288"/>
                </a:lnTo>
                <a:lnTo>
                  <a:pt x="103751" y="387881"/>
                </a:lnTo>
                <a:lnTo>
                  <a:pt x="143065" y="374332"/>
                </a:lnTo>
                <a:lnTo>
                  <a:pt x="177522" y="358782"/>
                </a:lnTo>
                <a:lnTo>
                  <a:pt x="207264" y="341376"/>
                </a:lnTo>
                <a:lnTo>
                  <a:pt x="188999" y="322778"/>
                </a:lnTo>
                <a:lnTo>
                  <a:pt x="173164" y="303466"/>
                </a:lnTo>
                <a:lnTo>
                  <a:pt x="159900" y="283297"/>
                </a:lnTo>
                <a:lnTo>
                  <a:pt x="149352" y="262128"/>
                </a:lnTo>
                <a:lnTo>
                  <a:pt x="318516" y="262128"/>
                </a:lnTo>
                <a:lnTo>
                  <a:pt x="320040" y="263652"/>
                </a:lnTo>
                <a:lnTo>
                  <a:pt x="160020" y="263652"/>
                </a:lnTo>
                <a:lnTo>
                  <a:pt x="164520" y="271938"/>
                </a:lnTo>
                <a:lnTo>
                  <a:pt x="196548" y="309681"/>
                </a:lnTo>
                <a:lnTo>
                  <a:pt x="220980" y="329184"/>
                </a:lnTo>
                <a:lnTo>
                  <a:pt x="252126" y="329184"/>
                </a:lnTo>
                <a:lnTo>
                  <a:pt x="237744" y="341376"/>
                </a:lnTo>
                <a:lnTo>
                  <a:pt x="267729" y="353568"/>
                </a:lnTo>
                <a:lnTo>
                  <a:pt x="222504" y="353568"/>
                </a:lnTo>
                <a:lnTo>
                  <a:pt x="190809" y="371546"/>
                </a:lnTo>
                <a:lnTo>
                  <a:pt x="152971" y="386524"/>
                </a:lnTo>
                <a:lnTo>
                  <a:pt x="109132" y="398359"/>
                </a:lnTo>
                <a:lnTo>
                  <a:pt x="59436" y="406908"/>
                </a:lnTo>
                <a:close/>
              </a:path>
              <a:path w="390525" h="407035">
                <a:moveTo>
                  <a:pt x="252126" y="329184"/>
                </a:moveTo>
                <a:lnTo>
                  <a:pt x="220980" y="329184"/>
                </a:lnTo>
                <a:lnTo>
                  <a:pt x="236648" y="314658"/>
                </a:lnTo>
                <a:lnTo>
                  <a:pt x="251460" y="298704"/>
                </a:lnTo>
                <a:lnTo>
                  <a:pt x="265128" y="281606"/>
                </a:lnTo>
                <a:lnTo>
                  <a:pt x="277368" y="263652"/>
                </a:lnTo>
                <a:lnTo>
                  <a:pt x="320040" y="263652"/>
                </a:lnTo>
                <a:lnTo>
                  <a:pt x="303276" y="272796"/>
                </a:lnTo>
                <a:lnTo>
                  <a:pt x="285535" y="294227"/>
                </a:lnTo>
                <a:lnTo>
                  <a:pt x="268795" y="312801"/>
                </a:lnTo>
                <a:lnTo>
                  <a:pt x="252912" y="328517"/>
                </a:lnTo>
                <a:lnTo>
                  <a:pt x="252126" y="329184"/>
                </a:lnTo>
                <a:close/>
              </a:path>
              <a:path w="390525" h="407035">
                <a:moveTo>
                  <a:pt x="361188" y="402336"/>
                </a:moveTo>
                <a:lnTo>
                  <a:pt x="318087" y="392358"/>
                </a:lnTo>
                <a:lnTo>
                  <a:pt x="280416" y="380809"/>
                </a:lnTo>
                <a:lnTo>
                  <a:pt x="248459" y="367831"/>
                </a:lnTo>
                <a:lnTo>
                  <a:pt x="222504" y="353568"/>
                </a:lnTo>
                <a:lnTo>
                  <a:pt x="267729" y="353568"/>
                </a:lnTo>
                <a:lnTo>
                  <a:pt x="269486" y="354282"/>
                </a:lnTo>
                <a:lnTo>
                  <a:pt x="305371" y="363474"/>
                </a:lnTo>
                <a:lnTo>
                  <a:pt x="345543" y="369236"/>
                </a:lnTo>
                <a:lnTo>
                  <a:pt x="390144" y="371856"/>
                </a:lnTo>
                <a:lnTo>
                  <a:pt x="390144" y="377952"/>
                </a:lnTo>
                <a:lnTo>
                  <a:pt x="381547" y="379618"/>
                </a:lnTo>
                <a:lnTo>
                  <a:pt x="373951" y="384429"/>
                </a:lnTo>
                <a:lnTo>
                  <a:pt x="367212" y="392096"/>
                </a:lnTo>
                <a:lnTo>
                  <a:pt x="361188" y="40233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" name="object 44"/>
          <p:cNvSpPr/>
          <p:nvPr/>
        </p:nvSpPr>
        <p:spPr>
          <a:xfrm>
            <a:off x="3648455" y="4439411"/>
            <a:ext cx="315595" cy="250190"/>
          </a:xfrm>
          <a:custGeom>
            <a:avLst/>
            <a:gdLst/>
            <a:ahLst/>
            <a:cxnLst/>
            <a:rect l="l" t="t" r="r" b="b"/>
            <a:pathLst>
              <a:path w="315595" h="250189">
                <a:moveTo>
                  <a:pt x="315467" y="249936"/>
                </a:moveTo>
                <a:lnTo>
                  <a:pt x="275843" y="249936"/>
                </a:lnTo>
                <a:lnTo>
                  <a:pt x="275843" y="108204"/>
                </a:lnTo>
                <a:lnTo>
                  <a:pt x="275605" y="100226"/>
                </a:lnTo>
                <a:lnTo>
                  <a:pt x="274558" y="84843"/>
                </a:lnTo>
                <a:lnTo>
                  <a:pt x="274319" y="77724"/>
                </a:lnTo>
                <a:lnTo>
                  <a:pt x="272795" y="68579"/>
                </a:lnTo>
                <a:lnTo>
                  <a:pt x="271271" y="60960"/>
                </a:lnTo>
                <a:lnTo>
                  <a:pt x="268223" y="56388"/>
                </a:lnTo>
                <a:lnTo>
                  <a:pt x="265175" y="50292"/>
                </a:lnTo>
                <a:lnTo>
                  <a:pt x="262127" y="45719"/>
                </a:lnTo>
                <a:lnTo>
                  <a:pt x="256031" y="42672"/>
                </a:lnTo>
                <a:lnTo>
                  <a:pt x="251459" y="39624"/>
                </a:lnTo>
                <a:lnTo>
                  <a:pt x="243839" y="38100"/>
                </a:lnTo>
                <a:lnTo>
                  <a:pt x="234695" y="38100"/>
                </a:lnTo>
                <a:lnTo>
                  <a:pt x="192595" y="56007"/>
                </a:lnTo>
                <a:lnTo>
                  <a:pt x="176783" y="68579"/>
                </a:lnTo>
                <a:lnTo>
                  <a:pt x="176783" y="71628"/>
                </a:lnTo>
                <a:lnTo>
                  <a:pt x="178307" y="74676"/>
                </a:lnTo>
                <a:lnTo>
                  <a:pt x="178307" y="249936"/>
                </a:lnTo>
                <a:lnTo>
                  <a:pt x="137159" y="249936"/>
                </a:lnTo>
                <a:lnTo>
                  <a:pt x="137136" y="100226"/>
                </a:lnTo>
                <a:lnTo>
                  <a:pt x="136969" y="92392"/>
                </a:lnTo>
                <a:lnTo>
                  <a:pt x="136517" y="84843"/>
                </a:lnTo>
                <a:lnTo>
                  <a:pt x="135635" y="77724"/>
                </a:lnTo>
                <a:lnTo>
                  <a:pt x="135635" y="68579"/>
                </a:lnTo>
                <a:lnTo>
                  <a:pt x="134111" y="60960"/>
                </a:lnTo>
                <a:lnTo>
                  <a:pt x="131063" y="56388"/>
                </a:lnTo>
                <a:lnTo>
                  <a:pt x="128015" y="50292"/>
                </a:lnTo>
                <a:lnTo>
                  <a:pt x="123443" y="45719"/>
                </a:lnTo>
                <a:lnTo>
                  <a:pt x="118871" y="42672"/>
                </a:lnTo>
                <a:lnTo>
                  <a:pt x="112775" y="39624"/>
                </a:lnTo>
                <a:lnTo>
                  <a:pt x="105155" y="38100"/>
                </a:lnTo>
                <a:lnTo>
                  <a:pt x="96011" y="38100"/>
                </a:lnTo>
                <a:lnTo>
                  <a:pt x="54863" y="56197"/>
                </a:lnTo>
                <a:lnTo>
                  <a:pt x="41148" y="68579"/>
                </a:lnTo>
                <a:lnTo>
                  <a:pt x="41148" y="249936"/>
                </a:lnTo>
                <a:lnTo>
                  <a:pt x="0" y="249936"/>
                </a:lnTo>
                <a:lnTo>
                  <a:pt x="0" y="6096"/>
                </a:lnTo>
                <a:lnTo>
                  <a:pt x="41148" y="6096"/>
                </a:lnTo>
                <a:lnTo>
                  <a:pt x="41148" y="33528"/>
                </a:lnTo>
                <a:lnTo>
                  <a:pt x="48910" y="25860"/>
                </a:lnTo>
                <a:lnTo>
                  <a:pt x="88582" y="2285"/>
                </a:lnTo>
                <a:lnTo>
                  <a:pt x="106679" y="0"/>
                </a:lnTo>
                <a:lnTo>
                  <a:pt x="117562" y="571"/>
                </a:lnTo>
                <a:lnTo>
                  <a:pt x="159448" y="22859"/>
                </a:lnTo>
                <a:lnTo>
                  <a:pt x="170687" y="41148"/>
                </a:lnTo>
                <a:lnTo>
                  <a:pt x="179831" y="31670"/>
                </a:lnTo>
                <a:lnTo>
                  <a:pt x="215788" y="5786"/>
                </a:lnTo>
                <a:lnTo>
                  <a:pt x="245363" y="0"/>
                </a:lnTo>
                <a:lnTo>
                  <a:pt x="252436" y="285"/>
                </a:lnTo>
                <a:lnTo>
                  <a:pt x="290798" y="15287"/>
                </a:lnTo>
                <a:lnTo>
                  <a:pt x="310895" y="48767"/>
                </a:lnTo>
                <a:lnTo>
                  <a:pt x="315467" y="89916"/>
                </a:lnTo>
                <a:lnTo>
                  <a:pt x="315467" y="24993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" name="object 45"/>
          <p:cNvSpPr/>
          <p:nvPr/>
        </p:nvSpPr>
        <p:spPr>
          <a:xfrm>
            <a:off x="4012691" y="4340352"/>
            <a:ext cx="403860" cy="387350"/>
          </a:xfrm>
          <a:custGeom>
            <a:avLst/>
            <a:gdLst/>
            <a:ahLst/>
            <a:cxnLst/>
            <a:rect l="l" t="t" r="r" b="b"/>
            <a:pathLst>
              <a:path w="403860" h="387350">
                <a:moveTo>
                  <a:pt x="318516" y="387096"/>
                </a:moveTo>
                <a:lnTo>
                  <a:pt x="311943" y="376237"/>
                </a:lnTo>
                <a:lnTo>
                  <a:pt x="301371" y="366522"/>
                </a:lnTo>
                <a:lnTo>
                  <a:pt x="286797" y="357949"/>
                </a:lnTo>
                <a:lnTo>
                  <a:pt x="268224" y="350520"/>
                </a:lnTo>
                <a:lnTo>
                  <a:pt x="268224" y="342900"/>
                </a:lnTo>
                <a:lnTo>
                  <a:pt x="317087" y="347400"/>
                </a:lnTo>
                <a:lnTo>
                  <a:pt x="330708" y="338328"/>
                </a:lnTo>
                <a:lnTo>
                  <a:pt x="330708" y="126492"/>
                </a:lnTo>
                <a:lnTo>
                  <a:pt x="256032" y="126492"/>
                </a:lnTo>
                <a:lnTo>
                  <a:pt x="256032" y="350520"/>
                </a:lnTo>
                <a:lnTo>
                  <a:pt x="233172" y="358140"/>
                </a:lnTo>
                <a:lnTo>
                  <a:pt x="233172" y="126492"/>
                </a:lnTo>
                <a:lnTo>
                  <a:pt x="164592" y="126492"/>
                </a:lnTo>
                <a:lnTo>
                  <a:pt x="164592" y="352044"/>
                </a:lnTo>
                <a:lnTo>
                  <a:pt x="143256" y="362712"/>
                </a:lnTo>
                <a:lnTo>
                  <a:pt x="143256" y="126492"/>
                </a:lnTo>
                <a:lnTo>
                  <a:pt x="74676" y="126492"/>
                </a:lnTo>
                <a:lnTo>
                  <a:pt x="74676" y="364236"/>
                </a:lnTo>
                <a:lnTo>
                  <a:pt x="48767" y="381000"/>
                </a:lnTo>
                <a:lnTo>
                  <a:pt x="49649" y="343542"/>
                </a:lnTo>
                <a:lnTo>
                  <a:pt x="50101" y="304228"/>
                </a:lnTo>
                <a:lnTo>
                  <a:pt x="50268" y="178569"/>
                </a:lnTo>
                <a:lnTo>
                  <a:pt x="50101" y="144970"/>
                </a:lnTo>
                <a:lnTo>
                  <a:pt x="49649" y="118514"/>
                </a:lnTo>
                <a:lnTo>
                  <a:pt x="48767" y="99059"/>
                </a:lnTo>
                <a:lnTo>
                  <a:pt x="74676" y="115824"/>
                </a:lnTo>
                <a:lnTo>
                  <a:pt x="161544" y="115824"/>
                </a:lnTo>
                <a:lnTo>
                  <a:pt x="184404" y="35051"/>
                </a:lnTo>
                <a:lnTo>
                  <a:pt x="57912" y="35051"/>
                </a:lnTo>
                <a:lnTo>
                  <a:pt x="46743" y="35361"/>
                </a:lnTo>
                <a:lnTo>
                  <a:pt x="36004" y="36385"/>
                </a:lnTo>
                <a:lnTo>
                  <a:pt x="25550" y="38266"/>
                </a:lnTo>
                <a:lnTo>
                  <a:pt x="15240" y="41148"/>
                </a:lnTo>
                <a:lnTo>
                  <a:pt x="0" y="24384"/>
                </a:lnTo>
                <a:lnTo>
                  <a:pt x="341376" y="24384"/>
                </a:lnTo>
                <a:lnTo>
                  <a:pt x="368808" y="0"/>
                </a:lnTo>
                <a:lnTo>
                  <a:pt x="403860" y="35051"/>
                </a:lnTo>
                <a:lnTo>
                  <a:pt x="220980" y="35051"/>
                </a:lnTo>
                <a:lnTo>
                  <a:pt x="212693" y="46815"/>
                </a:lnTo>
                <a:lnTo>
                  <a:pt x="201549" y="64007"/>
                </a:lnTo>
                <a:lnTo>
                  <a:pt x="187547" y="86915"/>
                </a:lnTo>
                <a:lnTo>
                  <a:pt x="170688" y="115824"/>
                </a:lnTo>
                <a:lnTo>
                  <a:pt x="329184" y="115824"/>
                </a:lnTo>
                <a:lnTo>
                  <a:pt x="342900" y="97536"/>
                </a:lnTo>
                <a:lnTo>
                  <a:pt x="373380" y="123443"/>
                </a:lnTo>
                <a:lnTo>
                  <a:pt x="355092" y="135636"/>
                </a:lnTo>
                <a:lnTo>
                  <a:pt x="355092" y="338328"/>
                </a:lnTo>
                <a:lnTo>
                  <a:pt x="354544" y="347781"/>
                </a:lnTo>
                <a:lnTo>
                  <a:pt x="328826" y="381642"/>
                </a:lnTo>
                <a:lnTo>
                  <a:pt x="318516" y="38709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" name="object 46"/>
          <p:cNvSpPr/>
          <p:nvPr/>
        </p:nvSpPr>
        <p:spPr>
          <a:xfrm>
            <a:off x="4462271" y="4332732"/>
            <a:ext cx="398145" cy="394970"/>
          </a:xfrm>
          <a:custGeom>
            <a:avLst/>
            <a:gdLst/>
            <a:ahLst/>
            <a:cxnLst/>
            <a:rect l="l" t="t" r="r" b="b"/>
            <a:pathLst>
              <a:path w="398145" h="394970">
                <a:moveTo>
                  <a:pt x="19812" y="41148"/>
                </a:moveTo>
                <a:lnTo>
                  <a:pt x="4572" y="25908"/>
                </a:lnTo>
                <a:lnTo>
                  <a:pt x="333756" y="25908"/>
                </a:lnTo>
                <a:lnTo>
                  <a:pt x="361188" y="0"/>
                </a:lnTo>
                <a:lnTo>
                  <a:pt x="397764" y="36576"/>
                </a:lnTo>
                <a:lnTo>
                  <a:pt x="60960" y="36576"/>
                </a:lnTo>
                <a:lnTo>
                  <a:pt x="49815" y="36861"/>
                </a:lnTo>
                <a:lnTo>
                  <a:pt x="39243" y="37719"/>
                </a:lnTo>
                <a:lnTo>
                  <a:pt x="29241" y="39147"/>
                </a:lnTo>
                <a:lnTo>
                  <a:pt x="19812" y="41148"/>
                </a:lnTo>
                <a:close/>
              </a:path>
              <a:path w="398145" h="394970">
                <a:moveTo>
                  <a:pt x="4572" y="297179"/>
                </a:moveTo>
                <a:lnTo>
                  <a:pt x="0" y="289560"/>
                </a:lnTo>
                <a:lnTo>
                  <a:pt x="28527" y="267557"/>
                </a:lnTo>
                <a:lnTo>
                  <a:pt x="56769" y="242697"/>
                </a:lnTo>
                <a:lnTo>
                  <a:pt x="84439" y="214979"/>
                </a:lnTo>
                <a:lnTo>
                  <a:pt x="111252" y="184404"/>
                </a:lnTo>
                <a:lnTo>
                  <a:pt x="136374" y="151233"/>
                </a:lnTo>
                <a:lnTo>
                  <a:pt x="159067" y="115633"/>
                </a:lnTo>
                <a:lnTo>
                  <a:pt x="179189" y="77462"/>
                </a:lnTo>
                <a:lnTo>
                  <a:pt x="196596" y="36576"/>
                </a:lnTo>
                <a:lnTo>
                  <a:pt x="231648" y="36576"/>
                </a:lnTo>
                <a:lnTo>
                  <a:pt x="223599" y="52006"/>
                </a:lnTo>
                <a:lnTo>
                  <a:pt x="206359" y="86296"/>
                </a:lnTo>
                <a:lnTo>
                  <a:pt x="196596" y="105156"/>
                </a:lnTo>
                <a:lnTo>
                  <a:pt x="227076" y="123444"/>
                </a:lnTo>
                <a:lnTo>
                  <a:pt x="222885" y="126492"/>
                </a:lnTo>
                <a:lnTo>
                  <a:pt x="184404" y="126492"/>
                </a:lnTo>
                <a:lnTo>
                  <a:pt x="155167" y="167066"/>
                </a:lnTo>
                <a:lnTo>
                  <a:pt x="122419" y="204569"/>
                </a:lnTo>
                <a:lnTo>
                  <a:pt x="86307" y="238853"/>
                </a:lnTo>
                <a:lnTo>
                  <a:pt x="46975" y="269772"/>
                </a:lnTo>
                <a:lnTo>
                  <a:pt x="4572" y="297179"/>
                </a:lnTo>
                <a:close/>
              </a:path>
              <a:path w="398145" h="394970">
                <a:moveTo>
                  <a:pt x="182880" y="394716"/>
                </a:moveTo>
                <a:lnTo>
                  <a:pt x="183761" y="362688"/>
                </a:lnTo>
                <a:lnTo>
                  <a:pt x="184213" y="332803"/>
                </a:lnTo>
                <a:lnTo>
                  <a:pt x="184380" y="304919"/>
                </a:lnTo>
                <a:lnTo>
                  <a:pt x="184404" y="126492"/>
                </a:lnTo>
                <a:lnTo>
                  <a:pt x="222885" y="126492"/>
                </a:lnTo>
                <a:lnTo>
                  <a:pt x="210312" y="135636"/>
                </a:lnTo>
                <a:lnTo>
                  <a:pt x="210345" y="304919"/>
                </a:lnTo>
                <a:lnTo>
                  <a:pt x="210573" y="326588"/>
                </a:lnTo>
                <a:lnTo>
                  <a:pt x="211264" y="348424"/>
                </a:lnTo>
                <a:lnTo>
                  <a:pt x="212240" y="367117"/>
                </a:lnTo>
                <a:lnTo>
                  <a:pt x="213360" y="382524"/>
                </a:lnTo>
                <a:lnTo>
                  <a:pt x="182880" y="394716"/>
                </a:lnTo>
                <a:close/>
              </a:path>
              <a:path w="398145" h="394970">
                <a:moveTo>
                  <a:pt x="374904" y="278892"/>
                </a:moveTo>
                <a:lnTo>
                  <a:pt x="373380" y="278892"/>
                </a:lnTo>
                <a:lnTo>
                  <a:pt x="369403" y="277177"/>
                </a:lnTo>
                <a:lnTo>
                  <a:pt x="364426" y="272034"/>
                </a:lnTo>
                <a:lnTo>
                  <a:pt x="358592" y="263461"/>
                </a:lnTo>
                <a:lnTo>
                  <a:pt x="352044" y="251460"/>
                </a:lnTo>
                <a:lnTo>
                  <a:pt x="337756" y="230862"/>
                </a:lnTo>
                <a:lnTo>
                  <a:pt x="315468" y="205549"/>
                </a:lnTo>
                <a:lnTo>
                  <a:pt x="285178" y="175379"/>
                </a:lnTo>
                <a:lnTo>
                  <a:pt x="246888" y="140208"/>
                </a:lnTo>
                <a:lnTo>
                  <a:pt x="252984" y="135636"/>
                </a:lnTo>
                <a:lnTo>
                  <a:pt x="301823" y="168544"/>
                </a:lnTo>
                <a:lnTo>
                  <a:pt x="338518" y="194310"/>
                </a:lnTo>
                <a:lnTo>
                  <a:pt x="374904" y="225552"/>
                </a:lnTo>
                <a:lnTo>
                  <a:pt x="387096" y="252984"/>
                </a:lnTo>
                <a:lnTo>
                  <a:pt x="387096" y="257556"/>
                </a:lnTo>
                <a:lnTo>
                  <a:pt x="385572" y="263652"/>
                </a:lnTo>
                <a:lnTo>
                  <a:pt x="380987" y="269772"/>
                </a:lnTo>
                <a:lnTo>
                  <a:pt x="377952" y="275844"/>
                </a:lnTo>
                <a:lnTo>
                  <a:pt x="374904" y="27889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" name="object 47"/>
          <p:cNvSpPr/>
          <p:nvPr/>
        </p:nvSpPr>
        <p:spPr>
          <a:xfrm>
            <a:off x="4914900" y="4323588"/>
            <a:ext cx="391795" cy="407034"/>
          </a:xfrm>
          <a:custGeom>
            <a:avLst/>
            <a:gdLst/>
            <a:ahLst/>
            <a:cxnLst/>
            <a:rect l="l" t="t" r="r" b="b"/>
            <a:pathLst>
              <a:path w="391795" h="407035">
                <a:moveTo>
                  <a:pt x="36576" y="51816"/>
                </a:moveTo>
                <a:lnTo>
                  <a:pt x="36576" y="45720"/>
                </a:lnTo>
                <a:lnTo>
                  <a:pt x="85748" y="42219"/>
                </a:lnTo>
                <a:lnTo>
                  <a:pt x="132778" y="38290"/>
                </a:lnTo>
                <a:lnTo>
                  <a:pt x="177807" y="33504"/>
                </a:lnTo>
                <a:lnTo>
                  <a:pt x="220980" y="27432"/>
                </a:lnTo>
                <a:lnTo>
                  <a:pt x="258960" y="21431"/>
                </a:lnTo>
                <a:lnTo>
                  <a:pt x="315491" y="7715"/>
                </a:lnTo>
                <a:lnTo>
                  <a:pt x="333756" y="0"/>
                </a:lnTo>
                <a:lnTo>
                  <a:pt x="359664" y="30480"/>
                </a:lnTo>
                <a:lnTo>
                  <a:pt x="334518" y="31908"/>
                </a:lnTo>
                <a:lnTo>
                  <a:pt x="231648" y="39624"/>
                </a:lnTo>
                <a:lnTo>
                  <a:pt x="187880" y="43886"/>
                </a:lnTo>
                <a:lnTo>
                  <a:pt x="140970" y="47434"/>
                </a:lnTo>
                <a:lnTo>
                  <a:pt x="90630" y="50125"/>
                </a:lnTo>
                <a:lnTo>
                  <a:pt x="36576" y="51816"/>
                </a:lnTo>
                <a:close/>
              </a:path>
              <a:path w="391795" h="407035">
                <a:moveTo>
                  <a:pt x="260604" y="128016"/>
                </a:moveTo>
                <a:lnTo>
                  <a:pt x="256032" y="124968"/>
                </a:lnTo>
                <a:lnTo>
                  <a:pt x="262628" y="114681"/>
                </a:lnTo>
                <a:lnTo>
                  <a:pt x="268795" y="104394"/>
                </a:lnTo>
                <a:lnTo>
                  <a:pt x="289632" y="62484"/>
                </a:lnTo>
                <a:lnTo>
                  <a:pt x="298704" y="38100"/>
                </a:lnTo>
                <a:lnTo>
                  <a:pt x="332232" y="60960"/>
                </a:lnTo>
                <a:lnTo>
                  <a:pt x="320040" y="65532"/>
                </a:lnTo>
                <a:lnTo>
                  <a:pt x="301752" y="87510"/>
                </a:lnTo>
                <a:lnTo>
                  <a:pt x="285750" y="105346"/>
                </a:lnTo>
                <a:lnTo>
                  <a:pt x="272034" y="118895"/>
                </a:lnTo>
                <a:lnTo>
                  <a:pt x="260604" y="128016"/>
                </a:lnTo>
                <a:close/>
              </a:path>
              <a:path w="391795" h="407035">
                <a:moveTo>
                  <a:pt x="205740" y="123444"/>
                </a:moveTo>
                <a:lnTo>
                  <a:pt x="201168" y="123444"/>
                </a:lnTo>
                <a:lnTo>
                  <a:pt x="198120" y="117348"/>
                </a:lnTo>
                <a:lnTo>
                  <a:pt x="196596" y="106680"/>
                </a:lnTo>
                <a:lnTo>
                  <a:pt x="192047" y="93821"/>
                </a:lnTo>
                <a:lnTo>
                  <a:pt x="185356" y="80391"/>
                </a:lnTo>
                <a:lnTo>
                  <a:pt x="176664" y="66389"/>
                </a:lnTo>
                <a:lnTo>
                  <a:pt x="166116" y="51816"/>
                </a:lnTo>
                <a:lnTo>
                  <a:pt x="170688" y="48768"/>
                </a:lnTo>
                <a:lnTo>
                  <a:pt x="202692" y="70104"/>
                </a:lnTo>
                <a:lnTo>
                  <a:pt x="220980" y="92964"/>
                </a:lnTo>
                <a:lnTo>
                  <a:pt x="220980" y="103632"/>
                </a:lnTo>
                <a:lnTo>
                  <a:pt x="217932" y="109728"/>
                </a:lnTo>
                <a:lnTo>
                  <a:pt x="213360" y="115824"/>
                </a:lnTo>
                <a:lnTo>
                  <a:pt x="205740" y="123444"/>
                </a:lnTo>
                <a:close/>
              </a:path>
              <a:path w="391795" h="407035">
                <a:moveTo>
                  <a:pt x="118872" y="126492"/>
                </a:moveTo>
                <a:lnTo>
                  <a:pt x="112776" y="126492"/>
                </a:lnTo>
                <a:lnTo>
                  <a:pt x="109728" y="121920"/>
                </a:lnTo>
                <a:lnTo>
                  <a:pt x="105156" y="111252"/>
                </a:lnTo>
                <a:lnTo>
                  <a:pt x="100869" y="98917"/>
                </a:lnTo>
                <a:lnTo>
                  <a:pt x="94869" y="86868"/>
                </a:lnTo>
                <a:lnTo>
                  <a:pt x="87153" y="74818"/>
                </a:lnTo>
                <a:lnTo>
                  <a:pt x="77724" y="62484"/>
                </a:lnTo>
                <a:lnTo>
                  <a:pt x="80772" y="57912"/>
                </a:lnTo>
                <a:lnTo>
                  <a:pt x="118276" y="80843"/>
                </a:lnTo>
                <a:lnTo>
                  <a:pt x="132588" y="108204"/>
                </a:lnTo>
                <a:lnTo>
                  <a:pt x="129540" y="114300"/>
                </a:lnTo>
                <a:lnTo>
                  <a:pt x="126474" y="118895"/>
                </a:lnTo>
                <a:lnTo>
                  <a:pt x="121920" y="124968"/>
                </a:lnTo>
                <a:lnTo>
                  <a:pt x="118872" y="126492"/>
                </a:lnTo>
                <a:close/>
              </a:path>
              <a:path w="391795" h="407035">
                <a:moveTo>
                  <a:pt x="21336" y="193548"/>
                </a:moveTo>
                <a:lnTo>
                  <a:pt x="12192" y="193548"/>
                </a:lnTo>
                <a:lnTo>
                  <a:pt x="9144" y="192024"/>
                </a:lnTo>
                <a:lnTo>
                  <a:pt x="4572" y="188976"/>
                </a:lnTo>
                <a:lnTo>
                  <a:pt x="1524" y="187452"/>
                </a:lnTo>
                <a:lnTo>
                  <a:pt x="0" y="185928"/>
                </a:lnTo>
                <a:lnTo>
                  <a:pt x="0" y="181356"/>
                </a:lnTo>
                <a:lnTo>
                  <a:pt x="4572" y="175260"/>
                </a:lnTo>
                <a:lnTo>
                  <a:pt x="13716" y="167640"/>
                </a:lnTo>
                <a:lnTo>
                  <a:pt x="22026" y="158448"/>
                </a:lnTo>
                <a:lnTo>
                  <a:pt x="28765" y="146685"/>
                </a:lnTo>
                <a:lnTo>
                  <a:pt x="34075" y="132064"/>
                </a:lnTo>
                <a:lnTo>
                  <a:pt x="38100" y="114300"/>
                </a:lnTo>
                <a:lnTo>
                  <a:pt x="44196" y="114300"/>
                </a:lnTo>
                <a:lnTo>
                  <a:pt x="44196" y="134112"/>
                </a:lnTo>
                <a:lnTo>
                  <a:pt x="373913" y="134112"/>
                </a:lnTo>
                <a:lnTo>
                  <a:pt x="384048" y="144780"/>
                </a:lnTo>
                <a:lnTo>
                  <a:pt x="44196" y="144780"/>
                </a:lnTo>
                <a:lnTo>
                  <a:pt x="43600" y="161305"/>
                </a:lnTo>
                <a:lnTo>
                  <a:pt x="41719" y="174117"/>
                </a:lnTo>
                <a:lnTo>
                  <a:pt x="38409" y="182927"/>
                </a:lnTo>
                <a:lnTo>
                  <a:pt x="33528" y="187452"/>
                </a:lnTo>
                <a:lnTo>
                  <a:pt x="25908" y="190500"/>
                </a:lnTo>
                <a:lnTo>
                  <a:pt x="21336" y="193548"/>
                </a:lnTo>
                <a:close/>
              </a:path>
              <a:path w="391795" h="407035">
                <a:moveTo>
                  <a:pt x="373913" y="134112"/>
                </a:moveTo>
                <a:lnTo>
                  <a:pt x="335280" y="134112"/>
                </a:lnTo>
                <a:lnTo>
                  <a:pt x="355092" y="114300"/>
                </a:lnTo>
                <a:lnTo>
                  <a:pt x="373913" y="134112"/>
                </a:lnTo>
                <a:close/>
              </a:path>
              <a:path w="391795" h="407035">
                <a:moveTo>
                  <a:pt x="326136" y="187452"/>
                </a:moveTo>
                <a:lnTo>
                  <a:pt x="321564" y="185928"/>
                </a:lnTo>
                <a:lnTo>
                  <a:pt x="338328" y="144780"/>
                </a:lnTo>
                <a:lnTo>
                  <a:pt x="384048" y="144780"/>
                </a:lnTo>
                <a:lnTo>
                  <a:pt x="378071" y="145589"/>
                </a:lnTo>
                <a:lnTo>
                  <a:pt x="371665" y="147828"/>
                </a:lnTo>
                <a:lnTo>
                  <a:pt x="334914" y="176974"/>
                </a:lnTo>
                <a:lnTo>
                  <a:pt x="326136" y="187452"/>
                </a:lnTo>
                <a:close/>
              </a:path>
              <a:path w="391795" h="407035">
                <a:moveTo>
                  <a:pt x="166116" y="207264"/>
                </a:moveTo>
                <a:lnTo>
                  <a:pt x="140208" y="207264"/>
                </a:lnTo>
                <a:lnTo>
                  <a:pt x="143089" y="191190"/>
                </a:lnTo>
                <a:lnTo>
                  <a:pt x="144978" y="176879"/>
                </a:lnTo>
                <a:lnTo>
                  <a:pt x="145994" y="164187"/>
                </a:lnTo>
                <a:lnTo>
                  <a:pt x="146304" y="152400"/>
                </a:lnTo>
                <a:lnTo>
                  <a:pt x="184404" y="170688"/>
                </a:lnTo>
                <a:lnTo>
                  <a:pt x="172212" y="181356"/>
                </a:lnTo>
                <a:lnTo>
                  <a:pt x="166116" y="207264"/>
                </a:lnTo>
                <a:close/>
              </a:path>
              <a:path w="391795" h="407035">
                <a:moveTo>
                  <a:pt x="48768" y="222504"/>
                </a:moveTo>
                <a:lnTo>
                  <a:pt x="33528" y="207264"/>
                </a:lnTo>
                <a:lnTo>
                  <a:pt x="295656" y="207264"/>
                </a:lnTo>
                <a:lnTo>
                  <a:pt x="316992" y="185928"/>
                </a:lnTo>
                <a:lnTo>
                  <a:pt x="345948" y="217932"/>
                </a:lnTo>
                <a:lnTo>
                  <a:pt x="89916" y="217932"/>
                </a:lnTo>
                <a:lnTo>
                  <a:pt x="78771" y="218217"/>
                </a:lnTo>
                <a:lnTo>
                  <a:pt x="68199" y="219075"/>
                </a:lnTo>
                <a:lnTo>
                  <a:pt x="58197" y="220503"/>
                </a:lnTo>
                <a:lnTo>
                  <a:pt x="48768" y="222504"/>
                </a:lnTo>
                <a:close/>
              </a:path>
              <a:path w="391795" h="407035">
                <a:moveTo>
                  <a:pt x="10668" y="397764"/>
                </a:moveTo>
                <a:lnTo>
                  <a:pt x="9144" y="391668"/>
                </a:lnTo>
                <a:lnTo>
                  <a:pt x="57673" y="352520"/>
                </a:lnTo>
                <a:lnTo>
                  <a:pt x="95631" y="310515"/>
                </a:lnTo>
                <a:lnTo>
                  <a:pt x="122729" y="265652"/>
                </a:lnTo>
                <a:lnTo>
                  <a:pt x="138684" y="217932"/>
                </a:lnTo>
                <a:lnTo>
                  <a:pt x="164592" y="217932"/>
                </a:lnTo>
                <a:lnTo>
                  <a:pt x="162044" y="226218"/>
                </a:lnTo>
                <a:lnTo>
                  <a:pt x="159067" y="235077"/>
                </a:lnTo>
                <a:lnTo>
                  <a:pt x="155805" y="244506"/>
                </a:lnTo>
                <a:lnTo>
                  <a:pt x="152400" y="254508"/>
                </a:lnTo>
                <a:lnTo>
                  <a:pt x="310896" y="254508"/>
                </a:lnTo>
                <a:lnTo>
                  <a:pt x="318516" y="262128"/>
                </a:lnTo>
                <a:lnTo>
                  <a:pt x="149352" y="262128"/>
                </a:lnTo>
                <a:lnTo>
                  <a:pt x="127039" y="301537"/>
                </a:lnTo>
                <a:lnTo>
                  <a:pt x="96583" y="337375"/>
                </a:lnTo>
                <a:lnTo>
                  <a:pt x="57840" y="369498"/>
                </a:lnTo>
                <a:lnTo>
                  <a:pt x="10668" y="397764"/>
                </a:lnTo>
                <a:close/>
              </a:path>
              <a:path w="391795" h="407035">
                <a:moveTo>
                  <a:pt x="310896" y="254508"/>
                </a:moveTo>
                <a:lnTo>
                  <a:pt x="277368" y="254508"/>
                </a:lnTo>
                <a:lnTo>
                  <a:pt x="294132" y="237744"/>
                </a:lnTo>
                <a:lnTo>
                  <a:pt x="310896" y="254508"/>
                </a:lnTo>
                <a:close/>
              </a:path>
              <a:path w="391795" h="407035">
                <a:moveTo>
                  <a:pt x="59436" y="406908"/>
                </a:moveTo>
                <a:lnTo>
                  <a:pt x="59436" y="399288"/>
                </a:lnTo>
                <a:lnTo>
                  <a:pt x="103751" y="387881"/>
                </a:lnTo>
                <a:lnTo>
                  <a:pt x="143065" y="374332"/>
                </a:lnTo>
                <a:lnTo>
                  <a:pt x="177522" y="358782"/>
                </a:lnTo>
                <a:lnTo>
                  <a:pt x="207264" y="341376"/>
                </a:lnTo>
                <a:lnTo>
                  <a:pt x="188999" y="322778"/>
                </a:lnTo>
                <a:lnTo>
                  <a:pt x="173164" y="303466"/>
                </a:lnTo>
                <a:lnTo>
                  <a:pt x="159900" y="283297"/>
                </a:lnTo>
                <a:lnTo>
                  <a:pt x="149352" y="262128"/>
                </a:lnTo>
                <a:lnTo>
                  <a:pt x="318516" y="262128"/>
                </a:lnTo>
                <a:lnTo>
                  <a:pt x="320040" y="263652"/>
                </a:lnTo>
                <a:lnTo>
                  <a:pt x="160020" y="263652"/>
                </a:lnTo>
                <a:lnTo>
                  <a:pt x="165163" y="271938"/>
                </a:lnTo>
                <a:lnTo>
                  <a:pt x="196548" y="309681"/>
                </a:lnTo>
                <a:lnTo>
                  <a:pt x="220980" y="329184"/>
                </a:lnTo>
                <a:lnTo>
                  <a:pt x="252351" y="329184"/>
                </a:lnTo>
                <a:lnTo>
                  <a:pt x="237744" y="341376"/>
                </a:lnTo>
                <a:lnTo>
                  <a:pt x="267954" y="353568"/>
                </a:lnTo>
                <a:lnTo>
                  <a:pt x="222504" y="353568"/>
                </a:lnTo>
                <a:lnTo>
                  <a:pt x="190809" y="371546"/>
                </a:lnTo>
                <a:lnTo>
                  <a:pt x="152971" y="386524"/>
                </a:lnTo>
                <a:lnTo>
                  <a:pt x="109132" y="398359"/>
                </a:lnTo>
                <a:lnTo>
                  <a:pt x="59436" y="406908"/>
                </a:lnTo>
                <a:close/>
              </a:path>
              <a:path w="391795" h="407035">
                <a:moveTo>
                  <a:pt x="252351" y="329184"/>
                </a:moveTo>
                <a:lnTo>
                  <a:pt x="220980" y="329184"/>
                </a:lnTo>
                <a:lnTo>
                  <a:pt x="236648" y="314658"/>
                </a:lnTo>
                <a:lnTo>
                  <a:pt x="251460" y="298704"/>
                </a:lnTo>
                <a:lnTo>
                  <a:pt x="265128" y="281606"/>
                </a:lnTo>
                <a:lnTo>
                  <a:pt x="277368" y="263652"/>
                </a:lnTo>
                <a:lnTo>
                  <a:pt x="320040" y="263652"/>
                </a:lnTo>
                <a:lnTo>
                  <a:pt x="304800" y="272796"/>
                </a:lnTo>
                <a:lnTo>
                  <a:pt x="286821" y="294227"/>
                </a:lnTo>
                <a:lnTo>
                  <a:pt x="269557" y="312801"/>
                </a:lnTo>
                <a:lnTo>
                  <a:pt x="253150" y="328517"/>
                </a:lnTo>
                <a:lnTo>
                  <a:pt x="252351" y="329184"/>
                </a:lnTo>
                <a:close/>
              </a:path>
              <a:path w="391795" h="407035">
                <a:moveTo>
                  <a:pt x="361188" y="402336"/>
                </a:moveTo>
                <a:lnTo>
                  <a:pt x="318087" y="392358"/>
                </a:lnTo>
                <a:lnTo>
                  <a:pt x="280416" y="380809"/>
                </a:lnTo>
                <a:lnTo>
                  <a:pt x="248459" y="367831"/>
                </a:lnTo>
                <a:lnTo>
                  <a:pt x="222504" y="353568"/>
                </a:lnTo>
                <a:lnTo>
                  <a:pt x="267954" y="353568"/>
                </a:lnTo>
                <a:lnTo>
                  <a:pt x="269724" y="354282"/>
                </a:lnTo>
                <a:lnTo>
                  <a:pt x="306133" y="363474"/>
                </a:lnTo>
                <a:lnTo>
                  <a:pt x="346829" y="369236"/>
                </a:lnTo>
                <a:lnTo>
                  <a:pt x="391668" y="371856"/>
                </a:lnTo>
                <a:lnTo>
                  <a:pt x="391668" y="377952"/>
                </a:lnTo>
                <a:lnTo>
                  <a:pt x="382190" y="379618"/>
                </a:lnTo>
                <a:lnTo>
                  <a:pt x="374142" y="384429"/>
                </a:lnTo>
                <a:lnTo>
                  <a:pt x="367236" y="392096"/>
                </a:lnTo>
                <a:lnTo>
                  <a:pt x="361188" y="40233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" name="object 48"/>
          <p:cNvSpPr/>
          <p:nvPr/>
        </p:nvSpPr>
        <p:spPr>
          <a:xfrm>
            <a:off x="5358384" y="4439411"/>
            <a:ext cx="317500" cy="250190"/>
          </a:xfrm>
          <a:custGeom>
            <a:avLst/>
            <a:gdLst/>
            <a:ahLst/>
            <a:cxnLst/>
            <a:rect l="l" t="t" r="r" b="b"/>
            <a:pathLst>
              <a:path w="317500" h="250189">
                <a:moveTo>
                  <a:pt x="316991" y="249936"/>
                </a:moveTo>
                <a:lnTo>
                  <a:pt x="275843" y="249936"/>
                </a:lnTo>
                <a:lnTo>
                  <a:pt x="275843" y="108204"/>
                </a:lnTo>
                <a:lnTo>
                  <a:pt x="275605" y="100226"/>
                </a:lnTo>
                <a:lnTo>
                  <a:pt x="274558" y="84843"/>
                </a:lnTo>
                <a:lnTo>
                  <a:pt x="274319" y="77724"/>
                </a:lnTo>
                <a:lnTo>
                  <a:pt x="272795" y="68579"/>
                </a:lnTo>
                <a:lnTo>
                  <a:pt x="271271" y="60960"/>
                </a:lnTo>
                <a:lnTo>
                  <a:pt x="268223" y="56388"/>
                </a:lnTo>
                <a:lnTo>
                  <a:pt x="265175" y="50292"/>
                </a:lnTo>
                <a:lnTo>
                  <a:pt x="262127" y="45719"/>
                </a:lnTo>
                <a:lnTo>
                  <a:pt x="256031" y="42672"/>
                </a:lnTo>
                <a:lnTo>
                  <a:pt x="251459" y="39624"/>
                </a:lnTo>
                <a:lnTo>
                  <a:pt x="243839" y="38100"/>
                </a:lnTo>
                <a:lnTo>
                  <a:pt x="234695" y="38100"/>
                </a:lnTo>
                <a:lnTo>
                  <a:pt x="192595" y="56007"/>
                </a:lnTo>
                <a:lnTo>
                  <a:pt x="176783" y="68579"/>
                </a:lnTo>
                <a:lnTo>
                  <a:pt x="178307" y="71628"/>
                </a:lnTo>
                <a:lnTo>
                  <a:pt x="178307" y="249936"/>
                </a:lnTo>
                <a:lnTo>
                  <a:pt x="137159" y="249936"/>
                </a:lnTo>
                <a:lnTo>
                  <a:pt x="137136" y="100226"/>
                </a:lnTo>
                <a:lnTo>
                  <a:pt x="136969" y="92392"/>
                </a:lnTo>
                <a:lnTo>
                  <a:pt x="136517" y="84843"/>
                </a:lnTo>
                <a:lnTo>
                  <a:pt x="135635" y="77724"/>
                </a:lnTo>
                <a:lnTo>
                  <a:pt x="135635" y="68579"/>
                </a:lnTo>
                <a:lnTo>
                  <a:pt x="134111" y="60960"/>
                </a:lnTo>
                <a:lnTo>
                  <a:pt x="131063" y="56388"/>
                </a:lnTo>
                <a:lnTo>
                  <a:pt x="128015" y="50292"/>
                </a:lnTo>
                <a:lnTo>
                  <a:pt x="123443" y="45719"/>
                </a:lnTo>
                <a:lnTo>
                  <a:pt x="118871" y="42672"/>
                </a:lnTo>
                <a:lnTo>
                  <a:pt x="112775" y="39624"/>
                </a:lnTo>
                <a:lnTo>
                  <a:pt x="105155" y="38100"/>
                </a:lnTo>
                <a:lnTo>
                  <a:pt x="96011" y="38100"/>
                </a:lnTo>
                <a:lnTo>
                  <a:pt x="54863" y="56197"/>
                </a:lnTo>
                <a:lnTo>
                  <a:pt x="41148" y="68579"/>
                </a:lnTo>
                <a:lnTo>
                  <a:pt x="41148" y="249936"/>
                </a:lnTo>
                <a:lnTo>
                  <a:pt x="0" y="249936"/>
                </a:lnTo>
                <a:lnTo>
                  <a:pt x="0" y="6096"/>
                </a:lnTo>
                <a:lnTo>
                  <a:pt x="41148" y="6096"/>
                </a:lnTo>
                <a:lnTo>
                  <a:pt x="41148" y="33528"/>
                </a:lnTo>
                <a:lnTo>
                  <a:pt x="49148" y="25860"/>
                </a:lnTo>
                <a:lnTo>
                  <a:pt x="88772" y="2285"/>
                </a:lnTo>
                <a:lnTo>
                  <a:pt x="106679" y="0"/>
                </a:lnTo>
                <a:lnTo>
                  <a:pt x="117562" y="571"/>
                </a:lnTo>
                <a:lnTo>
                  <a:pt x="153114" y="15430"/>
                </a:lnTo>
                <a:lnTo>
                  <a:pt x="170687" y="41148"/>
                </a:lnTo>
                <a:lnTo>
                  <a:pt x="179831" y="31670"/>
                </a:lnTo>
                <a:lnTo>
                  <a:pt x="215788" y="5786"/>
                </a:lnTo>
                <a:lnTo>
                  <a:pt x="245363" y="0"/>
                </a:lnTo>
                <a:lnTo>
                  <a:pt x="253079" y="285"/>
                </a:lnTo>
                <a:lnTo>
                  <a:pt x="290798" y="15287"/>
                </a:lnTo>
                <a:lnTo>
                  <a:pt x="310895" y="48767"/>
                </a:lnTo>
                <a:lnTo>
                  <a:pt x="316991" y="89916"/>
                </a:lnTo>
                <a:lnTo>
                  <a:pt x="316991" y="24993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pic>
        <p:nvPicPr>
          <p:cNvPr id="49" name="object 49"/>
          <p:cNvPicPr/>
          <p:nvPr/>
        </p:nvPicPr>
        <p:blipFill>
          <a:blip r:embed="rId13" cstate="print"/>
          <a:stretch>
            <a:fillRect/>
          </a:stretch>
        </p:blipFill>
        <p:spPr>
          <a:xfrm>
            <a:off x="5745479" y="4387596"/>
            <a:ext cx="65532" cy="112775"/>
          </a:xfrm>
          <a:prstGeom prst="rect">
            <a:avLst/>
          </a:prstGeom>
        </p:spPr>
      </p:pic>
      <p:pic>
        <p:nvPicPr>
          <p:cNvPr id="50" name="object 50"/>
          <p:cNvPicPr/>
          <p:nvPr/>
        </p:nvPicPr>
        <p:blipFill>
          <a:blip r:embed="rId14" cstate="print"/>
          <a:stretch>
            <a:fillRect/>
          </a:stretch>
        </p:blipFill>
        <p:spPr>
          <a:xfrm>
            <a:off x="1452371" y="5126735"/>
            <a:ext cx="181355" cy="172212"/>
          </a:xfrm>
          <a:prstGeom prst="rect">
            <a:avLst/>
          </a:prstGeom>
        </p:spPr>
      </p:pic>
      <p:sp>
        <p:nvSpPr>
          <p:cNvPr id="51" name="object 51"/>
          <p:cNvSpPr/>
          <p:nvPr/>
        </p:nvSpPr>
        <p:spPr>
          <a:xfrm>
            <a:off x="1958339" y="5088635"/>
            <a:ext cx="318770" cy="242570"/>
          </a:xfrm>
          <a:custGeom>
            <a:avLst/>
            <a:gdLst/>
            <a:ahLst/>
            <a:cxnLst/>
            <a:rect l="l" t="t" r="r" b="b"/>
            <a:pathLst>
              <a:path w="318769" h="242570">
                <a:moveTo>
                  <a:pt x="256031" y="242316"/>
                </a:moveTo>
                <a:lnTo>
                  <a:pt x="217931" y="242316"/>
                </a:lnTo>
                <a:lnTo>
                  <a:pt x="158496" y="56387"/>
                </a:lnTo>
                <a:lnTo>
                  <a:pt x="100584" y="242316"/>
                </a:lnTo>
                <a:lnTo>
                  <a:pt x="62484" y="242316"/>
                </a:lnTo>
                <a:lnTo>
                  <a:pt x="0" y="0"/>
                </a:lnTo>
                <a:lnTo>
                  <a:pt x="42672" y="0"/>
                </a:lnTo>
                <a:lnTo>
                  <a:pt x="85343" y="187452"/>
                </a:lnTo>
                <a:lnTo>
                  <a:pt x="143255" y="0"/>
                </a:lnTo>
                <a:lnTo>
                  <a:pt x="176783" y="0"/>
                </a:lnTo>
                <a:lnTo>
                  <a:pt x="236219" y="187452"/>
                </a:lnTo>
                <a:lnTo>
                  <a:pt x="277367" y="0"/>
                </a:lnTo>
                <a:lnTo>
                  <a:pt x="318515" y="0"/>
                </a:lnTo>
                <a:lnTo>
                  <a:pt x="256031" y="24231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pic>
        <p:nvPicPr>
          <p:cNvPr id="52" name="object 52"/>
          <p:cNvPicPr/>
          <p:nvPr/>
        </p:nvPicPr>
        <p:blipFill>
          <a:blip r:embed="rId15" cstate="print"/>
          <a:stretch>
            <a:fillRect/>
          </a:stretch>
        </p:blipFill>
        <p:spPr>
          <a:xfrm>
            <a:off x="2325623" y="5029200"/>
            <a:ext cx="65531" cy="112775"/>
          </a:xfrm>
          <a:prstGeom prst="rect">
            <a:avLst/>
          </a:prstGeom>
        </p:spPr>
      </p:pic>
      <p:sp>
        <p:nvSpPr>
          <p:cNvPr id="53" name="object 53"/>
          <p:cNvSpPr/>
          <p:nvPr/>
        </p:nvSpPr>
        <p:spPr>
          <a:xfrm>
            <a:off x="2453640" y="4966715"/>
            <a:ext cx="843280" cy="410209"/>
          </a:xfrm>
          <a:custGeom>
            <a:avLst/>
            <a:gdLst/>
            <a:ahLst/>
            <a:cxnLst/>
            <a:rect l="l" t="t" r="r" b="b"/>
            <a:pathLst>
              <a:path w="843279" h="410210">
                <a:moveTo>
                  <a:pt x="400812" y="364236"/>
                </a:moveTo>
                <a:lnTo>
                  <a:pt x="383971" y="366242"/>
                </a:lnTo>
                <a:lnTo>
                  <a:pt x="367855" y="367665"/>
                </a:lnTo>
                <a:lnTo>
                  <a:pt x="352590" y="368528"/>
                </a:lnTo>
                <a:lnTo>
                  <a:pt x="338328" y="368808"/>
                </a:lnTo>
                <a:lnTo>
                  <a:pt x="321513" y="368287"/>
                </a:lnTo>
                <a:lnTo>
                  <a:pt x="263652" y="362712"/>
                </a:lnTo>
                <a:lnTo>
                  <a:pt x="222313" y="350901"/>
                </a:lnTo>
                <a:lnTo>
                  <a:pt x="179832" y="327660"/>
                </a:lnTo>
                <a:lnTo>
                  <a:pt x="188417" y="313944"/>
                </a:lnTo>
                <a:lnTo>
                  <a:pt x="190373" y="310832"/>
                </a:lnTo>
                <a:lnTo>
                  <a:pt x="199072" y="290131"/>
                </a:lnTo>
                <a:lnTo>
                  <a:pt x="205752" y="265734"/>
                </a:lnTo>
                <a:lnTo>
                  <a:pt x="210312" y="237744"/>
                </a:lnTo>
                <a:lnTo>
                  <a:pt x="309372" y="237744"/>
                </a:lnTo>
                <a:lnTo>
                  <a:pt x="309372" y="257556"/>
                </a:lnTo>
                <a:lnTo>
                  <a:pt x="335280" y="245364"/>
                </a:lnTo>
                <a:lnTo>
                  <a:pt x="334937" y="237744"/>
                </a:lnTo>
                <a:lnTo>
                  <a:pt x="334479" y="227076"/>
                </a:lnTo>
                <a:lnTo>
                  <a:pt x="334391" y="225082"/>
                </a:lnTo>
                <a:lnTo>
                  <a:pt x="333946" y="196596"/>
                </a:lnTo>
                <a:lnTo>
                  <a:pt x="333832" y="170688"/>
                </a:lnTo>
                <a:lnTo>
                  <a:pt x="333781" y="160020"/>
                </a:lnTo>
                <a:lnTo>
                  <a:pt x="333756" y="112776"/>
                </a:lnTo>
                <a:lnTo>
                  <a:pt x="344639" y="105156"/>
                </a:lnTo>
                <a:lnTo>
                  <a:pt x="348996" y="102108"/>
                </a:lnTo>
                <a:lnTo>
                  <a:pt x="340893" y="94488"/>
                </a:lnTo>
                <a:lnTo>
                  <a:pt x="323088" y="77724"/>
                </a:lnTo>
                <a:lnTo>
                  <a:pt x="309372" y="91440"/>
                </a:lnTo>
                <a:lnTo>
                  <a:pt x="309372" y="105156"/>
                </a:lnTo>
                <a:lnTo>
                  <a:pt x="309372" y="160020"/>
                </a:lnTo>
                <a:lnTo>
                  <a:pt x="309372" y="170688"/>
                </a:lnTo>
                <a:lnTo>
                  <a:pt x="309372" y="227076"/>
                </a:lnTo>
                <a:lnTo>
                  <a:pt x="211836" y="227076"/>
                </a:lnTo>
                <a:lnTo>
                  <a:pt x="212712" y="211416"/>
                </a:lnTo>
                <a:lnTo>
                  <a:pt x="213169" y="196596"/>
                </a:lnTo>
                <a:lnTo>
                  <a:pt x="213334" y="182930"/>
                </a:lnTo>
                <a:lnTo>
                  <a:pt x="213360" y="170688"/>
                </a:lnTo>
                <a:lnTo>
                  <a:pt x="309372" y="170688"/>
                </a:lnTo>
                <a:lnTo>
                  <a:pt x="309372" y="160020"/>
                </a:lnTo>
                <a:lnTo>
                  <a:pt x="213360" y="160020"/>
                </a:lnTo>
                <a:lnTo>
                  <a:pt x="213360" y="105156"/>
                </a:lnTo>
                <a:lnTo>
                  <a:pt x="309372" y="105156"/>
                </a:lnTo>
                <a:lnTo>
                  <a:pt x="309372" y="91440"/>
                </a:lnTo>
                <a:lnTo>
                  <a:pt x="306324" y="94488"/>
                </a:lnTo>
                <a:lnTo>
                  <a:pt x="213360" y="94488"/>
                </a:lnTo>
                <a:lnTo>
                  <a:pt x="213360" y="44196"/>
                </a:lnTo>
                <a:lnTo>
                  <a:pt x="390144" y="44196"/>
                </a:lnTo>
                <a:lnTo>
                  <a:pt x="356616" y="10668"/>
                </a:lnTo>
                <a:lnTo>
                  <a:pt x="332232" y="35052"/>
                </a:lnTo>
                <a:lnTo>
                  <a:pt x="6096" y="35052"/>
                </a:lnTo>
                <a:lnTo>
                  <a:pt x="22860" y="50292"/>
                </a:lnTo>
                <a:lnTo>
                  <a:pt x="32283" y="48056"/>
                </a:lnTo>
                <a:lnTo>
                  <a:pt x="42291" y="46101"/>
                </a:lnTo>
                <a:lnTo>
                  <a:pt x="52857" y="44729"/>
                </a:lnTo>
                <a:lnTo>
                  <a:pt x="64008" y="44196"/>
                </a:lnTo>
                <a:lnTo>
                  <a:pt x="188976" y="44196"/>
                </a:lnTo>
                <a:lnTo>
                  <a:pt x="188976" y="94488"/>
                </a:lnTo>
                <a:lnTo>
                  <a:pt x="188976" y="105156"/>
                </a:lnTo>
                <a:lnTo>
                  <a:pt x="188976" y="160020"/>
                </a:lnTo>
                <a:lnTo>
                  <a:pt x="188976" y="170688"/>
                </a:lnTo>
                <a:lnTo>
                  <a:pt x="188925" y="182930"/>
                </a:lnTo>
                <a:lnTo>
                  <a:pt x="188785" y="194310"/>
                </a:lnTo>
                <a:lnTo>
                  <a:pt x="188328" y="209702"/>
                </a:lnTo>
                <a:lnTo>
                  <a:pt x="187452" y="227076"/>
                </a:lnTo>
                <a:lnTo>
                  <a:pt x="88392" y="227076"/>
                </a:lnTo>
                <a:lnTo>
                  <a:pt x="88392" y="170688"/>
                </a:lnTo>
                <a:lnTo>
                  <a:pt x="188976" y="170688"/>
                </a:lnTo>
                <a:lnTo>
                  <a:pt x="188976" y="160020"/>
                </a:lnTo>
                <a:lnTo>
                  <a:pt x="88392" y="160020"/>
                </a:lnTo>
                <a:lnTo>
                  <a:pt x="88392" y="105156"/>
                </a:lnTo>
                <a:lnTo>
                  <a:pt x="188976" y="105156"/>
                </a:lnTo>
                <a:lnTo>
                  <a:pt x="188976" y="94488"/>
                </a:lnTo>
                <a:lnTo>
                  <a:pt x="89916" y="94488"/>
                </a:lnTo>
                <a:lnTo>
                  <a:pt x="62484" y="79248"/>
                </a:lnTo>
                <a:lnTo>
                  <a:pt x="63360" y="101498"/>
                </a:lnTo>
                <a:lnTo>
                  <a:pt x="63817" y="124587"/>
                </a:lnTo>
                <a:lnTo>
                  <a:pt x="63982" y="148259"/>
                </a:lnTo>
                <a:lnTo>
                  <a:pt x="63868" y="211416"/>
                </a:lnTo>
                <a:lnTo>
                  <a:pt x="63817" y="219265"/>
                </a:lnTo>
                <a:lnTo>
                  <a:pt x="63360" y="240588"/>
                </a:lnTo>
                <a:lnTo>
                  <a:pt x="62484" y="260604"/>
                </a:lnTo>
                <a:lnTo>
                  <a:pt x="88392" y="249936"/>
                </a:lnTo>
                <a:lnTo>
                  <a:pt x="88392" y="237744"/>
                </a:lnTo>
                <a:lnTo>
                  <a:pt x="185928" y="237744"/>
                </a:lnTo>
                <a:lnTo>
                  <a:pt x="176784" y="281940"/>
                </a:lnTo>
                <a:lnTo>
                  <a:pt x="163068" y="313944"/>
                </a:lnTo>
                <a:lnTo>
                  <a:pt x="151079" y="304304"/>
                </a:lnTo>
                <a:lnTo>
                  <a:pt x="138112" y="291655"/>
                </a:lnTo>
                <a:lnTo>
                  <a:pt x="124269" y="276440"/>
                </a:lnTo>
                <a:lnTo>
                  <a:pt x="109728" y="259080"/>
                </a:lnTo>
                <a:lnTo>
                  <a:pt x="103632" y="262128"/>
                </a:lnTo>
                <a:lnTo>
                  <a:pt x="117030" y="284162"/>
                </a:lnTo>
                <a:lnTo>
                  <a:pt x="129730" y="302323"/>
                </a:lnTo>
                <a:lnTo>
                  <a:pt x="141554" y="316788"/>
                </a:lnTo>
                <a:lnTo>
                  <a:pt x="152400" y="327660"/>
                </a:lnTo>
                <a:lnTo>
                  <a:pt x="142989" y="337718"/>
                </a:lnTo>
                <a:lnTo>
                  <a:pt x="99060" y="367284"/>
                </a:lnTo>
                <a:lnTo>
                  <a:pt x="54673" y="384429"/>
                </a:lnTo>
                <a:lnTo>
                  <a:pt x="0" y="399288"/>
                </a:lnTo>
                <a:lnTo>
                  <a:pt x="1524" y="406908"/>
                </a:lnTo>
                <a:lnTo>
                  <a:pt x="55054" y="396430"/>
                </a:lnTo>
                <a:lnTo>
                  <a:pt x="100584" y="382524"/>
                </a:lnTo>
                <a:lnTo>
                  <a:pt x="139255" y="364426"/>
                </a:lnTo>
                <a:lnTo>
                  <a:pt x="167640" y="342900"/>
                </a:lnTo>
                <a:lnTo>
                  <a:pt x="187617" y="356831"/>
                </a:lnTo>
                <a:lnTo>
                  <a:pt x="230428" y="377837"/>
                </a:lnTo>
                <a:lnTo>
                  <a:pt x="278168" y="389191"/>
                </a:lnTo>
                <a:lnTo>
                  <a:pt x="336562" y="396049"/>
                </a:lnTo>
                <a:lnTo>
                  <a:pt x="370332" y="397764"/>
                </a:lnTo>
                <a:lnTo>
                  <a:pt x="372948" y="389191"/>
                </a:lnTo>
                <a:lnTo>
                  <a:pt x="378714" y="381762"/>
                </a:lnTo>
                <a:lnTo>
                  <a:pt x="387896" y="375475"/>
                </a:lnTo>
                <a:lnTo>
                  <a:pt x="400812" y="370332"/>
                </a:lnTo>
                <a:lnTo>
                  <a:pt x="400812" y="368808"/>
                </a:lnTo>
                <a:lnTo>
                  <a:pt x="400812" y="364236"/>
                </a:lnTo>
                <a:close/>
              </a:path>
              <a:path w="843279" h="410210">
                <a:moveTo>
                  <a:pt x="579120" y="25908"/>
                </a:moveTo>
                <a:lnTo>
                  <a:pt x="544068" y="3048"/>
                </a:lnTo>
                <a:lnTo>
                  <a:pt x="538365" y="21323"/>
                </a:lnTo>
                <a:lnTo>
                  <a:pt x="530542" y="44005"/>
                </a:lnTo>
                <a:lnTo>
                  <a:pt x="509016" y="102108"/>
                </a:lnTo>
                <a:lnTo>
                  <a:pt x="477964" y="166306"/>
                </a:lnTo>
                <a:lnTo>
                  <a:pt x="438912" y="227076"/>
                </a:lnTo>
                <a:lnTo>
                  <a:pt x="445008" y="230124"/>
                </a:lnTo>
                <a:lnTo>
                  <a:pt x="460121" y="214109"/>
                </a:lnTo>
                <a:lnTo>
                  <a:pt x="475678" y="195643"/>
                </a:lnTo>
                <a:lnTo>
                  <a:pt x="491502" y="174625"/>
                </a:lnTo>
                <a:lnTo>
                  <a:pt x="507492" y="150876"/>
                </a:lnTo>
                <a:lnTo>
                  <a:pt x="507377" y="334137"/>
                </a:lnTo>
                <a:lnTo>
                  <a:pt x="507276" y="345948"/>
                </a:lnTo>
                <a:lnTo>
                  <a:pt x="506806" y="375958"/>
                </a:lnTo>
                <a:lnTo>
                  <a:pt x="505968" y="409956"/>
                </a:lnTo>
                <a:lnTo>
                  <a:pt x="531876" y="397764"/>
                </a:lnTo>
                <a:lnTo>
                  <a:pt x="530987" y="362953"/>
                </a:lnTo>
                <a:lnTo>
                  <a:pt x="530542" y="334137"/>
                </a:lnTo>
                <a:lnTo>
                  <a:pt x="530453" y="322313"/>
                </a:lnTo>
                <a:lnTo>
                  <a:pt x="530352" y="150876"/>
                </a:lnTo>
                <a:lnTo>
                  <a:pt x="530352" y="143256"/>
                </a:lnTo>
                <a:lnTo>
                  <a:pt x="544068" y="129540"/>
                </a:lnTo>
                <a:lnTo>
                  <a:pt x="522732" y="117348"/>
                </a:lnTo>
                <a:lnTo>
                  <a:pt x="541020" y="79438"/>
                </a:lnTo>
                <a:lnTo>
                  <a:pt x="559828" y="42418"/>
                </a:lnTo>
                <a:lnTo>
                  <a:pt x="572300" y="29324"/>
                </a:lnTo>
                <a:lnTo>
                  <a:pt x="579120" y="25908"/>
                </a:lnTo>
                <a:close/>
              </a:path>
              <a:path w="843279" h="410210">
                <a:moveTo>
                  <a:pt x="819912" y="73152"/>
                </a:moveTo>
                <a:lnTo>
                  <a:pt x="811276" y="65532"/>
                </a:lnTo>
                <a:lnTo>
                  <a:pt x="794004" y="50292"/>
                </a:lnTo>
                <a:lnTo>
                  <a:pt x="786384" y="59817"/>
                </a:lnTo>
                <a:lnTo>
                  <a:pt x="786384" y="76200"/>
                </a:lnTo>
                <a:lnTo>
                  <a:pt x="786384" y="128016"/>
                </a:lnTo>
                <a:lnTo>
                  <a:pt x="621792" y="128016"/>
                </a:lnTo>
                <a:lnTo>
                  <a:pt x="621792" y="76200"/>
                </a:lnTo>
                <a:lnTo>
                  <a:pt x="786384" y="76200"/>
                </a:lnTo>
                <a:lnTo>
                  <a:pt x="786384" y="59817"/>
                </a:lnTo>
                <a:lnTo>
                  <a:pt x="781812" y="65532"/>
                </a:lnTo>
                <a:lnTo>
                  <a:pt x="708660" y="65532"/>
                </a:lnTo>
                <a:lnTo>
                  <a:pt x="711708" y="62484"/>
                </a:lnTo>
                <a:lnTo>
                  <a:pt x="716280" y="56388"/>
                </a:lnTo>
                <a:lnTo>
                  <a:pt x="720852" y="51816"/>
                </a:lnTo>
                <a:lnTo>
                  <a:pt x="722376" y="45720"/>
                </a:lnTo>
                <a:lnTo>
                  <a:pt x="722376" y="38100"/>
                </a:lnTo>
                <a:lnTo>
                  <a:pt x="688390" y="8572"/>
                </a:lnTo>
                <a:lnTo>
                  <a:pt x="672084" y="0"/>
                </a:lnTo>
                <a:lnTo>
                  <a:pt x="669036" y="4572"/>
                </a:lnTo>
                <a:lnTo>
                  <a:pt x="679551" y="17741"/>
                </a:lnTo>
                <a:lnTo>
                  <a:pt x="688086" y="29908"/>
                </a:lnTo>
                <a:lnTo>
                  <a:pt x="694321" y="41224"/>
                </a:lnTo>
                <a:lnTo>
                  <a:pt x="697992" y="51816"/>
                </a:lnTo>
                <a:lnTo>
                  <a:pt x="701040" y="60960"/>
                </a:lnTo>
                <a:lnTo>
                  <a:pt x="704088" y="65532"/>
                </a:lnTo>
                <a:lnTo>
                  <a:pt x="621792" y="65532"/>
                </a:lnTo>
                <a:lnTo>
                  <a:pt x="597408" y="50292"/>
                </a:lnTo>
                <a:lnTo>
                  <a:pt x="598741" y="102108"/>
                </a:lnTo>
                <a:lnTo>
                  <a:pt x="598741" y="153924"/>
                </a:lnTo>
                <a:lnTo>
                  <a:pt x="597166" y="192405"/>
                </a:lnTo>
                <a:lnTo>
                  <a:pt x="590372" y="245541"/>
                </a:lnTo>
                <a:lnTo>
                  <a:pt x="579564" y="290639"/>
                </a:lnTo>
                <a:lnTo>
                  <a:pt x="565873" y="330644"/>
                </a:lnTo>
                <a:lnTo>
                  <a:pt x="549871" y="365556"/>
                </a:lnTo>
                <a:lnTo>
                  <a:pt x="541020" y="381000"/>
                </a:lnTo>
                <a:lnTo>
                  <a:pt x="545592" y="384048"/>
                </a:lnTo>
                <a:lnTo>
                  <a:pt x="575119" y="341947"/>
                </a:lnTo>
                <a:lnTo>
                  <a:pt x="598932" y="289560"/>
                </a:lnTo>
                <a:lnTo>
                  <a:pt x="616077" y="223266"/>
                </a:lnTo>
                <a:lnTo>
                  <a:pt x="620356" y="183261"/>
                </a:lnTo>
                <a:lnTo>
                  <a:pt x="621792" y="138684"/>
                </a:lnTo>
                <a:lnTo>
                  <a:pt x="786384" y="138684"/>
                </a:lnTo>
                <a:lnTo>
                  <a:pt x="786384" y="158496"/>
                </a:lnTo>
                <a:lnTo>
                  <a:pt x="810768" y="149352"/>
                </a:lnTo>
                <a:lnTo>
                  <a:pt x="809637" y="141592"/>
                </a:lnTo>
                <a:lnTo>
                  <a:pt x="809269" y="138684"/>
                </a:lnTo>
                <a:lnTo>
                  <a:pt x="808672" y="134112"/>
                </a:lnTo>
                <a:lnTo>
                  <a:pt x="808101" y="128016"/>
                </a:lnTo>
                <a:lnTo>
                  <a:pt x="807974" y="126644"/>
                </a:lnTo>
                <a:lnTo>
                  <a:pt x="807720" y="118872"/>
                </a:lnTo>
                <a:lnTo>
                  <a:pt x="807720" y="80772"/>
                </a:lnTo>
                <a:lnTo>
                  <a:pt x="815035" y="76200"/>
                </a:lnTo>
                <a:lnTo>
                  <a:pt x="819912" y="73152"/>
                </a:lnTo>
                <a:close/>
              </a:path>
              <a:path w="843279" h="410210">
                <a:moveTo>
                  <a:pt x="842772" y="198120"/>
                </a:moveTo>
                <a:lnTo>
                  <a:pt x="833628" y="190500"/>
                </a:lnTo>
                <a:lnTo>
                  <a:pt x="815340" y="175260"/>
                </a:lnTo>
                <a:lnTo>
                  <a:pt x="804672" y="187121"/>
                </a:lnTo>
                <a:lnTo>
                  <a:pt x="804672" y="201168"/>
                </a:lnTo>
                <a:lnTo>
                  <a:pt x="804672" y="272796"/>
                </a:lnTo>
                <a:lnTo>
                  <a:pt x="769620" y="272796"/>
                </a:lnTo>
                <a:lnTo>
                  <a:pt x="769620" y="201168"/>
                </a:lnTo>
                <a:lnTo>
                  <a:pt x="804672" y="201168"/>
                </a:lnTo>
                <a:lnTo>
                  <a:pt x="804672" y="187121"/>
                </a:lnTo>
                <a:lnTo>
                  <a:pt x="801624" y="190500"/>
                </a:lnTo>
                <a:lnTo>
                  <a:pt x="746760" y="190500"/>
                </a:lnTo>
                <a:lnTo>
                  <a:pt x="746760" y="201168"/>
                </a:lnTo>
                <a:lnTo>
                  <a:pt x="746760" y="272796"/>
                </a:lnTo>
                <a:lnTo>
                  <a:pt x="708660" y="272796"/>
                </a:lnTo>
                <a:lnTo>
                  <a:pt x="708660" y="201168"/>
                </a:lnTo>
                <a:lnTo>
                  <a:pt x="746760" y="201168"/>
                </a:lnTo>
                <a:lnTo>
                  <a:pt x="746760" y="190500"/>
                </a:lnTo>
                <a:lnTo>
                  <a:pt x="687324" y="190500"/>
                </a:lnTo>
                <a:lnTo>
                  <a:pt x="687324" y="201168"/>
                </a:lnTo>
                <a:lnTo>
                  <a:pt x="687324" y="272796"/>
                </a:lnTo>
                <a:lnTo>
                  <a:pt x="652272" y="272796"/>
                </a:lnTo>
                <a:lnTo>
                  <a:pt x="652272" y="201168"/>
                </a:lnTo>
                <a:lnTo>
                  <a:pt x="687324" y="201168"/>
                </a:lnTo>
                <a:lnTo>
                  <a:pt x="687324" y="190500"/>
                </a:lnTo>
                <a:lnTo>
                  <a:pt x="652272" y="190500"/>
                </a:lnTo>
                <a:lnTo>
                  <a:pt x="627888" y="175260"/>
                </a:lnTo>
                <a:lnTo>
                  <a:pt x="628116" y="192176"/>
                </a:lnTo>
                <a:lnTo>
                  <a:pt x="628650" y="207264"/>
                </a:lnTo>
                <a:lnTo>
                  <a:pt x="629170" y="219837"/>
                </a:lnTo>
                <a:lnTo>
                  <a:pt x="629335" y="227076"/>
                </a:lnTo>
                <a:lnTo>
                  <a:pt x="629246" y="345948"/>
                </a:lnTo>
                <a:lnTo>
                  <a:pt x="629170" y="349313"/>
                </a:lnTo>
                <a:lnTo>
                  <a:pt x="628662" y="361188"/>
                </a:lnTo>
                <a:lnTo>
                  <a:pt x="628116" y="377456"/>
                </a:lnTo>
                <a:lnTo>
                  <a:pt x="627888" y="396240"/>
                </a:lnTo>
                <a:lnTo>
                  <a:pt x="652272" y="385572"/>
                </a:lnTo>
                <a:lnTo>
                  <a:pt x="652272" y="283464"/>
                </a:lnTo>
                <a:lnTo>
                  <a:pt x="687324" y="283464"/>
                </a:lnTo>
                <a:lnTo>
                  <a:pt x="687324" y="368808"/>
                </a:lnTo>
                <a:lnTo>
                  <a:pt x="708660" y="361188"/>
                </a:lnTo>
                <a:lnTo>
                  <a:pt x="708660" y="283464"/>
                </a:lnTo>
                <a:lnTo>
                  <a:pt x="746760" y="283464"/>
                </a:lnTo>
                <a:lnTo>
                  <a:pt x="746760" y="355092"/>
                </a:lnTo>
                <a:lnTo>
                  <a:pt x="769620" y="345948"/>
                </a:lnTo>
                <a:lnTo>
                  <a:pt x="769620" y="283464"/>
                </a:lnTo>
                <a:lnTo>
                  <a:pt x="804672" y="283464"/>
                </a:lnTo>
                <a:lnTo>
                  <a:pt x="804672" y="350520"/>
                </a:lnTo>
                <a:lnTo>
                  <a:pt x="806196" y="361188"/>
                </a:lnTo>
                <a:lnTo>
                  <a:pt x="801624" y="367284"/>
                </a:lnTo>
                <a:lnTo>
                  <a:pt x="794004" y="367284"/>
                </a:lnTo>
                <a:lnTo>
                  <a:pt x="786257" y="367004"/>
                </a:lnTo>
                <a:lnTo>
                  <a:pt x="776668" y="366141"/>
                </a:lnTo>
                <a:lnTo>
                  <a:pt x="765060" y="364718"/>
                </a:lnTo>
                <a:lnTo>
                  <a:pt x="751332" y="362712"/>
                </a:lnTo>
                <a:lnTo>
                  <a:pt x="751332" y="370332"/>
                </a:lnTo>
                <a:lnTo>
                  <a:pt x="769569" y="377456"/>
                </a:lnTo>
                <a:lnTo>
                  <a:pt x="782955" y="385000"/>
                </a:lnTo>
                <a:lnTo>
                  <a:pt x="791184" y="392836"/>
                </a:lnTo>
                <a:lnTo>
                  <a:pt x="794004" y="400812"/>
                </a:lnTo>
                <a:lnTo>
                  <a:pt x="809739" y="394246"/>
                </a:lnTo>
                <a:lnTo>
                  <a:pt x="827532" y="283464"/>
                </a:lnTo>
                <a:lnTo>
                  <a:pt x="827532" y="272796"/>
                </a:lnTo>
                <a:lnTo>
                  <a:pt x="827532" y="208788"/>
                </a:lnTo>
                <a:lnTo>
                  <a:pt x="838415" y="201168"/>
                </a:lnTo>
                <a:lnTo>
                  <a:pt x="842772" y="1981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" name="object 54"/>
          <p:cNvSpPr/>
          <p:nvPr/>
        </p:nvSpPr>
        <p:spPr>
          <a:xfrm>
            <a:off x="3352800" y="4966716"/>
            <a:ext cx="391795" cy="407034"/>
          </a:xfrm>
          <a:custGeom>
            <a:avLst/>
            <a:gdLst/>
            <a:ahLst/>
            <a:cxnLst/>
            <a:rect l="l" t="t" r="r" b="b"/>
            <a:pathLst>
              <a:path w="391795" h="407035">
                <a:moveTo>
                  <a:pt x="36576" y="51816"/>
                </a:moveTo>
                <a:lnTo>
                  <a:pt x="36576" y="44196"/>
                </a:lnTo>
                <a:lnTo>
                  <a:pt x="85748" y="41362"/>
                </a:lnTo>
                <a:lnTo>
                  <a:pt x="132778" y="37528"/>
                </a:lnTo>
                <a:lnTo>
                  <a:pt x="177807" y="32837"/>
                </a:lnTo>
                <a:lnTo>
                  <a:pt x="220980" y="27432"/>
                </a:lnTo>
                <a:lnTo>
                  <a:pt x="258960" y="21431"/>
                </a:lnTo>
                <a:lnTo>
                  <a:pt x="315491" y="7715"/>
                </a:lnTo>
                <a:lnTo>
                  <a:pt x="333756" y="0"/>
                </a:lnTo>
                <a:lnTo>
                  <a:pt x="359664" y="30480"/>
                </a:lnTo>
                <a:lnTo>
                  <a:pt x="334518" y="31908"/>
                </a:lnTo>
                <a:lnTo>
                  <a:pt x="231648" y="39624"/>
                </a:lnTo>
                <a:lnTo>
                  <a:pt x="187666" y="43672"/>
                </a:lnTo>
                <a:lnTo>
                  <a:pt x="140398" y="46863"/>
                </a:lnTo>
                <a:lnTo>
                  <a:pt x="36576" y="51816"/>
                </a:lnTo>
                <a:close/>
              </a:path>
              <a:path w="391795" h="407035">
                <a:moveTo>
                  <a:pt x="260604" y="128016"/>
                </a:moveTo>
                <a:lnTo>
                  <a:pt x="254508" y="124968"/>
                </a:lnTo>
                <a:lnTo>
                  <a:pt x="261961" y="114681"/>
                </a:lnTo>
                <a:lnTo>
                  <a:pt x="268414" y="104394"/>
                </a:lnTo>
                <a:lnTo>
                  <a:pt x="274010" y="94107"/>
                </a:lnTo>
                <a:lnTo>
                  <a:pt x="278892" y="83820"/>
                </a:lnTo>
                <a:lnTo>
                  <a:pt x="284345" y="73247"/>
                </a:lnTo>
                <a:lnTo>
                  <a:pt x="289369" y="62103"/>
                </a:lnTo>
                <a:lnTo>
                  <a:pt x="294108" y="50387"/>
                </a:lnTo>
                <a:lnTo>
                  <a:pt x="298704" y="38100"/>
                </a:lnTo>
                <a:lnTo>
                  <a:pt x="332232" y="60960"/>
                </a:lnTo>
                <a:lnTo>
                  <a:pt x="320040" y="65532"/>
                </a:lnTo>
                <a:lnTo>
                  <a:pt x="301752" y="87296"/>
                </a:lnTo>
                <a:lnTo>
                  <a:pt x="285750" y="104775"/>
                </a:lnTo>
                <a:lnTo>
                  <a:pt x="272034" y="118252"/>
                </a:lnTo>
                <a:lnTo>
                  <a:pt x="260604" y="128016"/>
                </a:lnTo>
                <a:close/>
              </a:path>
              <a:path w="391795" h="407035">
                <a:moveTo>
                  <a:pt x="205740" y="123444"/>
                </a:moveTo>
                <a:lnTo>
                  <a:pt x="201168" y="123444"/>
                </a:lnTo>
                <a:lnTo>
                  <a:pt x="198120" y="117348"/>
                </a:lnTo>
                <a:lnTo>
                  <a:pt x="196596" y="105156"/>
                </a:lnTo>
                <a:lnTo>
                  <a:pt x="192047" y="93178"/>
                </a:lnTo>
                <a:lnTo>
                  <a:pt x="185356" y="80200"/>
                </a:lnTo>
                <a:lnTo>
                  <a:pt x="176664" y="66365"/>
                </a:lnTo>
                <a:lnTo>
                  <a:pt x="166116" y="51816"/>
                </a:lnTo>
                <a:lnTo>
                  <a:pt x="170688" y="48768"/>
                </a:lnTo>
                <a:lnTo>
                  <a:pt x="202692" y="69532"/>
                </a:lnTo>
                <a:lnTo>
                  <a:pt x="220980" y="92964"/>
                </a:lnTo>
                <a:lnTo>
                  <a:pt x="220980" y="103632"/>
                </a:lnTo>
                <a:lnTo>
                  <a:pt x="217932" y="109728"/>
                </a:lnTo>
                <a:lnTo>
                  <a:pt x="213360" y="115824"/>
                </a:lnTo>
                <a:lnTo>
                  <a:pt x="205740" y="123444"/>
                </a:lnTo>
                <a:close/>
              </a:path>
              <a:path w="391795" h="407035">
                <a:moveTo>
                  <a:pt x="118872" y="126492"/>
                </a:moveTo>
                <a:lnTo>
                  <a:pt x="112776" y="126492"/>
                </a:lnTo>
                <a:lnTo>
                  <a:pt x="109728" y="121920"/>
                </a:lnTo>
                <a:lnTo>
                  <a:pt x="105156" y="111252"/>
                </a:lnTo>
                <a:lnTo>
                  <a:pt x="100869" y="98702"/>
                </a:lnTo>
                <a:lnTo>
                  <a:pt x="94869" y="86296"/>
                </a:lnTo>
                <a:lnTo>
                  <a:pt x="87153" y="74175"/>
                </a:lnTo>
                <a:lnTo>
                  <a:pt x="77724" y="62484"/>
                </a:lnTo>
                <a:lnTo>
                  <a:pt x="80772" y="56388"/>
                </a:lnTo>
                <a:lnTo>
                  <a:pt x="97083" y="65865"/>
                </a:lnTo>
                <a:lnTo>
                  <a:pt x="109537" y="73914"/>
                </a:lnTo>
                <a:lnTo>
                  <a:pt x="118276" y="80819"/>
                </a:lnTo>
                <a:lnTo>
                  <a:pt x="123444" y="86868"/>
                </a:lnTo>
                <a:lnTo>
                  <a:pt x="129540" y="92964"/>
                </a:lnTo>
                <a:lnTo>
                  <a:pt x="130974" y="98702"/>
                </a:lnTo>
                <a:lnTo>
                  <a:pt x="131064" y="108204"/>
                </a:lnTo>
                <a:lnTo>
                  <a:pt x="129540" y="112776"/>
                </a:lnTo>
                <a:lnTo>
                  <a:pt x="124968" y="118872"/>
                </a:lnTo>
                <a:lnTo>
                  <a:pt x="121920" y="123444"/>
                </a:lnTo>
                <a:lnTo>
                  <a:pt x="118872" y="126492"/>
                </a:lnTo>
                <a:close/>
              </a:path>
              <a:path w="391795" h="407035">
                <a:moveTo>
                  <a:pt x="19812" y="192024"/>
                </a:moveTo>
                <a:lnTo>
                  <a:pt x="7620" y="192024"/>
                </a:lnTo>
                <a:lnTo>
                  <a:pt x="4572" y="188976"/>
                </a:lnTo>
                <a:lnTo>
                  <a:pt x="1524" y="187452"/>
                </a:lnTo>
                <a:lnTo>
                  <a:pt x="0" y="184404"/>
                </a:lnTo>
                <a:lnTo>
                  <a:pt x="0" y="179832"/>
                </a:lnTo>
                <a:lnTo>
                  <a:pt x="13716" y="166116"/>
                </a:lnTo>
                <a:lnTo>
                  <a:pt x="21383" y="157805"/>
                </a:lnTo>
                <a:lnTo>
                  <a:pt x="28194" y="146494"/>
                </a:lnTo>
                <a:lnTo>
                  <a:pt x="33861" y="132040"/>
                </a:lnTo>
                <a:lnTo>
                  <a:pt x="38100" y="114300"/>
                </a:lnTo>
                <a:lnTo>
                  <a:pt x="44196" y="114300"/>
                </a:lnTo>
                <a:lnTo>
                  <a:pt x="44196" y="134112"/>
                </a:lnTo>
                <a:lnTo>
                  <a:pt x="374904" y="134112"/>
                </a:lnTo>
                <a:lnTo>
                  <a:pt x="384048" y="143256"/>
                </a:lnTo>
                <a:lnTo>
                  <a:pt x="44196" y="143256"/>
                </a:lnTo>
                <a:lnTo>
                  <a:pt x="43600" y="160662"/>
                </a:lnTo>
                <a:lnTo>
                  <a:pt x="41719" y="173926"/>
                </a:lnTo>
                <a:lnTo>
                  <a:pt x="38409" y="182903"/>
                </a:lnTo>
                <a:lnTo>
                  <a:pt x="33528" y="187452"/>
                </a:lnTo>
                <a:lnTo>
                  <a:pt x="25908" y="190500"/>
                </a:lnTo>
                <a:lnTo>
                  <a:pt x="19812" y="192024"/>
                </a:lnTo>
                <a:close/>
              </a:path>
              <a:path w="391795" h="407035">
                <a:moveTo>
                  <a:pt x="374904" y="134112"/>
                </a:moveTo>
                <a:lnTo>
                  <a:pt x="335280" y="134112"/>
                </a:lnTo>
                <a:lnTo>
                  <a:pt x="355092" y="114300"/>
                </a:lnTo>
                <a:lnTo>
                  <a:pt x="374904" y="134112"/>
                </a:lnTo>
                <a:close/>
              </a:path>
              <a:path w="391795" h="407035">
                <a:moveTo>
                  <a:pt x="326136" y="187452"/>
                </a:moveTo>
                <a:lnTo>
                  <a:pt x="321564" y="185928"/>
                </a:lnTo>
                <a:lnTo>
                  <a:pt x="338328" y="143256"/>
                </a:lnTo>
                <a:lnTo>
                  <a:pt x="384048" y="143256"/>
                </a:lnTo>
                <a:lnTo>
                  <a:pt x="378071" y="144946"/>
                </a:lnTo>
                <a:lnTo>
                  <a:pt x="371665" y="147637"/>
                </a:lnTo>
                <a:lnTo>
                  <a:pt x="334994" y="176879"/>
                </a:lnTo>
                <a:lnTo>
                  <a:pt x="326136" y="187452"/>
                </a:lnTo>
                <a:close/>
              </a:path>
              <a:path w="391795" h="407035">
                <a:moveTo>
                  <a:pt x="166116" y="207264"/>
                </a:moveTo>
                <a:lnTo>
                  <a:pt x="140208" y="207264"/>
                </a:lnTo>
                <a:lnTo>
                  <a:pt x="142510" y="190500"/>
                </a:lnTo>
                <a:lnTo>
                  <a:pt x="144399" y="176403"/>
                </a:lnTo>
                <a:lnTo>
                  <a:pt x="145780" y="163544"/>
                </a:lnTo>
                <a:lnTo>
                  <a:pt x="146304" y="152400"/>
                </a:lnTo>
                <a:lnTo>
                  <a:pt x="184404" y="170688"/>
                </a:lnTo>
                <a:lnTo>
                  <a:pt x="172212" y="179832"/>
                </a:lnTo>
                <a:lnTo>
                  <a:pt x="166116" y="207264"/>
                </a:lnTo>
                <a:close/>
              </a:path>
              <a:path w="391795" h="407035">
                <a:moveTo>
                  <a:pt x="48768" y="222504"/>
                </a:moveTo>
                <a:lnTo>
                  <a:pt x="32004" y="207264"/>
                </a:lnTo>
                <a:lnTo>
                  <a:pt x="295656" y="207264"/>
                </a:lnTo>
                <a:lnTo>
                  <a:pt x="315468" y="185928"/>
                </a:lnTo>
                <a:lnTo>
                  <a:pt x="345948" y="216408"/>
                </a:lnTo>
                <a:lnTo>
                  <a:pt x="89916" y="216408"/>
                </a:lnTo>
                <a:lnTo>
                  <a:pt x="78771" y="216717"/>
                </a:lnTo>
                <a:lnTo>
                  <a:pt x="68199" y="217741"/>
                </a:lnTo>
                <a:lnTo>
                  <a:pt x="58197" y="219622"/>
                </a:lnTo>
                <a:lnTo>
                  <a:pt x="48768" y="222504"/>
                </a:lnTo>
                <a:close/>
              </a:path>
              <a:path w="391795" h="407035">
                <a:moveTo>
                  <a:pt x="10668" y="397764"/>
                </a:moveTo>
                <a:lnTo>
                  <a:pt x="7620" y="390144"/>
                </a:lnTo>
                <a:lnTo>
                  <a:pt x="48024" y="359785"/>
                </a:lnTo>
                <a:lnTo>
                  <a:pt x="81407" y="327231"/>
                </a:lnTo>
                <a:lnTo>
                  <a:pt x="107691" y="292486"/>
                </a:lnTo>
                <a:lnTo>
                  <a:pt x="126809" y="255544"/>
                </a:lnTo>
                <a:lnTo>
                  <a:pt x="138684" y="216408"/>
                </a:lnTo>
                <a:lnTo>
                  <a:pt x="164592" y="216408"/>
                </a:lnTo>
                <a:lnTo>
                  <a:pt x="162044" y="225552"/>
                </a:lnTo>
                <a:lnTo>
                  <a:pt x="159067" y="234696"/>
                </a:lnTo>
                <a:lnTo>
                  <a:pt x="155805" y="243840"/>
                </a:lnTo>
                <a:lnTo>
                  <a:pt x="152400" y="252984"/>
                </a:lnTo>
                <a:lnTo>
                  <a:pt x="309372" y="252984"/>
                </a:lnTo>
                <a:lnTo>
                  <a:pt x="318516" y="262128"/>
                </a:lnTo>
                <a:lnTo>
                  <a:pt x="149352" y="262128"/>
                </a:lnTo>
                <a:lnTo>
                  <a:pt x="127039" y="301323"/>
                </a:lnTo>
                <a:lnTo>
                  <a:pt x="96583" y="336804"/>
                </a:lnTo>
                <a:lnTo>
                  <a:pt x="57840" y="368855"/>
                </a:lnTo>
                <a:lnTo>
                  <a:pt x="10668" y="397764"/>
                </a:lnTo>
                <a:close/>
              </a:path>
              <a:path w="391795" h="407035">
                <a:moveTo>
                  <a:pt x="309372" y="252984"/>
                </a:moveTo>
                <a:lnTo>
                  <a:pt x="277368" y="252984"/>
                </a:lnTo>
                <a:lnTo>
                  <a:pt x="294132" y="237744"/>
                </a:lnTo>
                <a:lnTo>
                  <a:pt x="309372" y="252984"/>
                </a:lnTo>
                <a:close/>
              </a:path>
              <a:path w="391795" h="407035">
                <a:moveTo>
                  <a:pt x="59436" y="406908"/>
                </a:moveTo>
                <a:lnTo>
                  <a:pt x="59436" y="399288"/>
                </a:lnTo>
                <a:lnTo>
                  <a:pt x="103751" y="387858"/>
                </a:lnTo>
                <a:lnTo>
                  <a:pt x="143065" y="374142"/>
                </a:lnTo>
                <a:lnTo>
                  <a:pt x="177522" y="358140"/>
                </a:lnTo>
                <a:lnTo>
                  <a:pt x="207264" y="339852"/>
                </a:lnTo>
                <a:lnTo>
                  <a:pt x="188999" y="322135"/>
                </a:lnTo>
                <a:lnTo>
                  <a:pt x="173164" y="303276"/>
                </a:lnTo>
                <a:lnTo>
                  <a:pt x="159900" y="283273"/>
                </a:lnTo>
                <a:lnTo>
                  <a:pt x="149352" y="262128"/>
                </a:lnTo>
                <a:lnTo>
                  <a:pt x="318516" y="262128"/>
                </a:lnTo>
                <a:lnTo>
                  <a:pt x="320040" y="263652"/>
                </a:lnTo>
                <a:lnTo>
                  <a:pt x="160020" y="263652"/>
                </a:lnTo>
                <a:lnTo>
                  <a:pt x="165163" y="271938"/>
                </a:lnTo>
                <a:lnTo>
                  <a:pt x="196548" y="309014"/>
                </a:lnTo>
                <a:lnTo>
                  <a:pt x="220980" y="327660"/>
                </a:lnTo>
                <a:lnTo>
                  <a:pt x="252397" y="327660"/>
                </a:lnTo>
                <a:lnTo>
                  <a:pt x="237744" y="339852"/>
                </a:lnTo>
                <a:lnTo>
                  <a:pt x="267208" y="352044"/>
                </a:lnTo>
                <a:lnTo>
                  <a:pt x="222504" y="352044"/>
                </a:lnTo>
                <a:lnTo>
                  <a:pt x="190809" y="370903"/>
                </a:lnTo>
                <a:lnTo>
                  <a:pt x="152971" y="386334"/>
                </a:lnTo>
                <a:lnTo>
                  <a:pt x="109132" y="398335"/>
                </a:lnTo>
                <a:lnTo>
                  <a:pt x="59436" y="406908"/>
                </a:lnTo>
                <a:close/>
              </a:path>
              <a:path w="391795" h="407035">
                <a:moveTo>
                  <a:pt x="252397" y="327660"/>
                </a:moveTo>
                <a:lnTo>
                  <a:pt x="220980" y="327660"/>
                </a:lnTo>
                <a:lnTo>
                  <a:pt x="236648" y="313372"/>
                </a:lnTo>
                <a:lnTo>
                  <a:pt x="251460" y="297942"/>
                </a:lnTo>
                <a:lnTo>
                  <a:pt x="265128" y="281368"/>
                </a:lnTo>
                <a:lnTo>
                  <a:pt x="277368" y="263652"/>
                </a:lnTo>
                <a:lnTo>
                  <a:pt x="320040" y="263652"/>
                </a:lnTo>
                <a:lnTo>
                  <a:pt x="303276" y="272796"/>
                </a:lnTo>
                <a:lnTo>
                  <a:pt x="285535" y="293989"/>
                </a:lnTo>
                <a:lnTo>
                  <a:pt x="268795" y="312039"/>
                </a:lnTo>
                <a:lnTo>
                  <a:pt x="252910" y="327233"/>
                </a:lnTo>
                <a:lnTo>
                  <a:pt x="252397" y="327660"/>
                </a:lnTo>
                <a:close/>
              </a:path>
              <a:path w="391795" h="407035">
                <a:moveTo>
                  <a:pt x="361188" y="400812"/>
                </a:moveTo>
                <a:lnTo>
                  <a:pt x="318087" y="391691"/>
                </a:lnTo>
                <a:lnTo>
                  <a:pt x="280416" y="380428"/>
                </a:lnTo>
                <a:lnTo>
                  <a:pt x="248459" y="367164"/>
                </a:lnTo>
                <a:lnTo>
                  <a:pt x="222504" y="352044"/>
                </a:lnTo>
                <a:lnTo>
                  <a:pt x="267208" y="352044"/>
                </a:lnTo>
                <a:lnTo>
                  <a:pt x="269509" y="352996"/>
                </a:lnTo>
                <a:lnTo>
                  <a:pt x="305562" y="362712"/>
                </a:lnTo>
                <a:lnTo>
                  <a:pt x="346186" y="368998"/>
                </a:lnTo>
                <a:lnTo>
                  <a:pt x="391668" y="371856"/>
                </a:lnTo>
                <a:lnTo>
                  <a:pt x="391668" y="376428"/>
                </a:lnTo>
                <a:lnTo>
                  <a:pt x="382190" y="378737"/>
                </a:lnTo>
                <a:lnTo>
                  <a:pt x="374142" y="383476"/>
                </a:lnTo>
                <a:lnTo>
                  <a:pt x="367236" y="390786"/>
                </a:lnTo>
                <a:lnTo>
                  <a:pt x="361188" y="40081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" name="object 55"/>
          <p:cNvSpPr/>
          <p:nvPr/>
        </p:nvSpPr>
        <p:spPr>
          <a:xfrm>
            <a:off x="3794759" y="5082539"/>
            <a:ext cx="317500" cy="248920"/>
          </a:xfrm>
          <a:custGeom>
            <a:avLst/>
            <a:gdLst/>
            <a:ahLst/>
            <a:cxnLst/>
            <a:rect l="l" t="t" r="r" b="b"/>
            <a:pathLst>
              <a:path w="317500" h="248920">
                <a:moveTo>
                  <a:pt x="316991" y="248412"/>
                </a:moveTo>
                <a:lnTo>
                  <a:pt x="275843" y="248412"/>
                </a:lnTo>
                <a:lnTo>
                  <a:pt x="275820" y="100226"/>
                </a:lnTo>
                <a:lnTo>
                  <a:pt x="275653" y="92392"/>
                </a:lnTo>
                <a:lnTo>
                  <a:pt x="275201" y="84843"/>
                </a:lnTo>
                <a:lnTo>
                  <a:pt x="274319" y="77724"/>
                </a:lnTo>
                <a:lnTo>
                  <a:pt x="274319" y="68580"/>
                </a:lnTo>
                <a:lnTo>
                  <a:pt x="243839" y="38100"/>
                </a:lnTo>
                <a:lnTo>
                  <a:pt x="234695" y="38100"/>
                </a:lnTo>
                <a:lnTo>
                  <a:pt x="193547" y="55435"/>
                </a:lnTo>
                <a:lnTo>
                  <a:pt x="178307" y="68580"/>
                </a:lnTo>
                <a:lnTo>
                  <a:pt x="178307" y="80772"/>
                </a:lnTo>
                <a:lnTo>
                  <a:pt x="179831" y="83819"/>
                </a:lnTo>
                <a:lnTo>
                  <a:pt x="179831" y="248412"/>
                </a:lnTo>
                <a:lnTo>
                  <a:pt x="138683" y="248412"/>
                </a:lnTo>
                <a:lnTo>
                  <a:pt x="138683" y="108204"/>
                </a:lnTo>
                <a:lnTo>
                  <a:pt x="138445" y="100226"/>
                </a:lnTo>
                <a:lnTo>
                  <a:pt x="137398" y="84843"/>
                </a:lnTo>
                <a:lnTo>
                  <a:pt x="137159" y="77724"/>
                </a:lnTo>
                <a:lnTo>
                  <a:pt x="135635" y="68580"/>
                </a:lnTo>
                <a:lnTo>
                  <a:pt x="134111" y="60960"/>
                </a:lnTo>
                <a:lnTo>
                  <a:pt x="128015" y="48768"/>
                </a:lnTo>
                <a:lnTo>
                  <a:pt x="124967" y="45719"/>
                </a:lnTo>
                <a:lnTo>
                  <a:pt x="118871" y="42671"/>
                </a:lnTo>
                <a:lnTo>
                  <a:pt x="114300" y="39624"/>
                </a:lnTo>
                <a:lnTo>
                  <a:pt x="106679" y="38100"/>
                </a:lnTo>
                <a:lnTo>
                  <a:pt x="97536" y="38100"/>
                </a:lnTo>
                <a:lnTo>
                  <a:pt x="90677" y="38671"/>
                </a:lnTo>
                <a:lnTo>
                  <a:pt x="83819" y="40385"/>
                </a:lnTo>
                <a:lnTo>
                  <a:pt x="76961" y="43243"/>
                </a:lnTo>
                <a:lnTo>
                  <a:pt x="70103" y="47243"/>
                </a:lnTo>
                <a:lnTo>
                  <a:pt x="62364" y="51196"/>
                </a:lnTo>
                <a:lnTo>
                  <a:pt x="55054" y="56007"/>
                </a:lnTo>
                <a:lnTo>
                  <a:pt x="48029" y="61388"/>
                </a:lnTo>
                <a:lnTo>
                  <a:pt x="41148" y="67055"/>
                </a:lnTo>
                <a:lnTo>
                  <a:pt x="41148" y="248412"/>
                </a:lnTo>
                <a:lnTo>
                  <a:pt x="0" y="248412"/>
                </a:lnTo>
                <a:lnTo>
                  <a:pt x="0" y="6095"/>
                </a:lnTo>
                <a:lnTo>
                  <a:pt x="41148" y="6095"/>
                </a:lnTo>
                <a:lnTo>
                  <a:pt x="41148" y="33528"/>
                </a:lnTo>
                <a:lnTo>
                  <a:pt x="49148" y="25836"/>
                </a:lnTo>
                <a:lnTo>
                  <a:pt x="81200" y="4500"/>
                </a:lnTo>
                <a:lnTo>
                  <a:pt x="108203" y="0"/>
                </a:lnTo>
                <a:lnTo>
                  <a:pt x="118443" y="571"/>
                </a:lnTo>
                <a:lnTo>
                  <a:pt x="153971" y="14573"/>
                </a:lnTo>
                <a:lnTo>
                  <a:pt x="170687" y="41148"/>
                </a:lnTo>
                <a:lnTo>
                  <a:pt x="179831" y="31456"/>
                </a:lnTo>
                <a:lnTo>
                  <a:pt x="216431" y="5786"/>
                </a:lnTo>
                <a:lnTo>
                  <a:pt x="245363" y="0"/>
                </a:lnTo>
                <a:lnTo>
                  <a:pt x="253103" y="285"/>
                </a:lnTo>
                <a:lnTo>
                  <a:pt x="291464" y="14644"/>
                </a:lnTo>
                <a:lnTo>
                  <a:pt x="313777" y="56054"/>
                </a:lnTo>
                <a:lnTo>
                  <a:pt x="316991" y="89916"/>
                </a:lnTo>
                <a:lnTo>
                  <a:pt x="316991" y="24841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" name="object 56"/>
          <p:cNvSpPr/>
          <p:nvPr/>
        </p:nvSpPr>
        <p:spPr>
          <a:xfrm>
            <a:off x="4160520" y="4983480"/>
            <a:ext cx="402590" cy="386080"/>
          </a:xfrm>
          <a:custGeom>
            <a:avLst/>
            <a:gdLst/>
            <a:ahLst/>
            <a:cxnLst/>
            <a:rect l="l" t="t" r="r" b="b"/>
            <a:pathLst>
              <a:path w="402589" h="386079">
                <a:moveTo>
                  <a:pt x="316992" y="385572"/>
                </a:moveTo>
                <a:lnTo>
                  <a:pt x="311277" y="375594"/>
                </a:lnTo>
                <a:lnTo>
                  <a:pt x="300990" y="366331"/>
                </a:lnTo>
                <a:lnTo>
                  <a:pt x="286131" y="357925"/>
                </a:lnTo>
                <a:lnTo>
                  <a:pt x="266700" y="350520"/>
                </a:lnTo>
                <a:lnTo>
                  <a:pt x="266700" y="342900"/>
                </a:lnTo>
                <a:lnTo>
                  <a:pt x="305752" y="347281"/>
                </a:lnTo>
                <a:lnTo>
                  <a:pt x="329184" y="338328"/>
                </a:lnTo>
                <a:lnTo>
                  <a:pt x="329184" y="124968"/>
                </a:lnTo>
                <a:lnTo>
                  <a:pt x="254508" y="124968"/>
                </a:lnTo>
                <a:lnTo>
                  <a:pt x="254508" y="350520"/>
                </a:lnTo>
                <a:lnTo>
                  <a:pt x="231647" y="358140"/>
                </a:lnTo>
                <a:lnTo>
                  <a:pt x="231647" y="124968"/>
                </a:lnTo>
                <a:lnTo>
                  <a:pt x="164592" y="124968"/>
                </a:lnTo>
                <a:lnTo>
                  <a:pt x="164592" y="352044"/>
                </a:lnTo>
                <a:lnTo>
                  <a:pt x="141732" y="361188"/>
                </a:lnTo>
                <a:lnTo>
                  <a:pt x="141732" y="124968"/>
                </a:lnTo>
                <a:lnTo>
                  <a:pt x="74675" y="124968"/>
                </a:lnTo>
                <a:lnTo>
                  <a:pt x="74675" y="364236"/>
                </a:lnTo>
                <a:lnTo>
                  <a:pt x="47243" y="381000"/>
                </a:lnTo>
                <a:lnTo>
                  <a:pt x="48363" y="343542"/>
                </a:lnTo>
                <a:lnTo>
                  <a:pt x="49339" y="304228"/>
                </a:lnTo>
                <a:lnTo>
                  <a:pt x="50030" y="262913"/>
                </a:lnTo>
                <a:lnTo>
                  <a:pt x="50292" y="219456"/>
                </a:lnTo>
                <a:lnTo>
                  <a:pt x="50030" y="178569"/>
                </a:lnTo>
                <a:lnTo>
                  <a:pt x="49339" y="144970"/>
                </a:lnTo>
                <a:lnTo>
                  <a:pt x="48363" y="118514"/>
                </a:lnTo>
                <a:lnTo>
                  <a:pt x="47243" y="99059"/>
                </a:lnTo>
                <a:lnTo>
                  <a:pt x="74675" y="114300"/>
                </a:lnTo>
                <a:lnTo>
                  <a:pt x="161544" y="114300"/>
                </a:lnTo>
                <a:lnTo>
                  <a:pt x="184404" y="35051"/>
                </a:lnTo>
                <a:lnTo>
                  <a:pt x="56388" y="35051"/>
                </a:lnTo>
                <a:lnTo>
                  <a:pt x="45243" y="35337"/>
                </a:lnTo>
                <a:lnTo>
                  <a:pt x="34670" y="36195"/>
                </a:lnTo>
                <a:lnTo>
                  <a:pt x="24669" y="37623"/>
                </a:lnTo>
                <a:lnTo>
                  <a:pt x="15240" y="39624"/>
                </a:lnTo>
                <a:lnTo>
                  <a:pt x="0" y="24384"/>
                </a:lnTo>
                <a:lnTo>
                  <a:pt x="339852" y="24384"/>
                </a:lnTo>
                <a:lnTo>
                  <a:pt x="367284" y="0"/>
                </a:lnTo>
                <a:lnTo>
                  <a:pt x="402336" y="35051"/>
                </a:lnTo>
                <a:lnTo>
                  <a:pt x="219456" y="35051"/>
                </a:lnTo>
                <a:lnTo>
                  <a:pt x="211169" y="46148"/>
                </a:lnTo>
                <a:lnTo>
                  <a:pt x="200025" y="63245"/>
                </a:lnTo>
                <a:lnTo>
                  <a:pt x="186023" y="86058"/>
                </a:lnTo>
                <a:lnTo>
                  <a:pt x="169164" y="114300"/>
                </a:lnTo>
                <a:lnTo>
                  <a:pt x="327660" y="114300"/>
                </a:lnTo>
                <a:lnTo>
                  <a:pt x="341376" y="97536"/>
                </a:lnTo>
                <a:lnTo>
                  <a:pt x="373380" y="123443"/>
                </a:lnTo>
                <a:lnTo>
                  <a:pt x="353568" y="135636"/>
                </a:lnTo>
                <a:lnTo>
                  <a:pt x="353568" y="338328"/>
                </a:lnTo>
                <a:lnTo>
                  <a:pt x="353258" y="347781"/>
                </a:lnTo>
                <a:lnTo>
                  <a:pt x="327540" y="381000"/>
                </a:lnTo>
                <a:lnTo>
                  <a:pt x="316992" y="38557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" name="object 57"/>
          <p:cNvSpPr/>
          <p:nvPr/>
        </p:nvSpPr>
        <p:spPr>
          <a:xfrm>
            <a:off x="4610100" y="4974335"/>
            <a:ext cx="396240" cy="394970"/>
          </a:xfrm>
          <a:custGeom>
            <a:avLst/>
            <a:gdLst/>
            <a:ahLst/>
            <a:cxnLst/>
            <a:rect l="l" t="t" r="r" b="b"/>
            <a:pathLst>
              <a:path w="396239" h="394970">
                <a:moveTo>
                  <a:pt x="18288" y="42672"/>
                </a:moveTo>
                <a:lnTo>
                  <a:pt x="3048" y="27432"/>
                </a:lnTo>
                <a:lnTo>
                  <a:pt x="333756" y="27432"/>
                </a:lnTo>
                <a:lnTo>
                  <a:pt x="359664" y="0"/>
                </a:lnTo>
                <a:lnTo>
                  <a:pt x="396240" y="36576"/>
                </a:lnTo>
                <a:lnTo>
                  <a:pt x="60960" y="36576"/>
                </a:lnTo>
                <a:lnTo>
                  <a:pt x="49791" y="37099"/>
                </a:lnTo>
                <a:lnTo>
                  <a:pt x="39052" y="38481"/>
                </a:lnTo>
                <a:lnTo>
                  <a:pt x="28598" y="40433"/>
                </a:lnTo>
                <a:lnTo>
                  <a:pt x="18288" y="42672"/>
                </a:lnTo>
                <a:close/>
              </a:path>
              <a:path w="396239" h="394970">
                <a:moveTo>
                  <a:pt x="3048" y="298704"/>
                </a:moveTo>
                <a:lnTo>
                  <a:pt x="0" y="291084"/>
                </a:lnTo>
                <a:lnTo>
                  <a:pt x="28289" y="269081"/>
                </a:lnTo>
                <a:lnTo>
                  <a:pt x="56007" y="244221"/>
                </a:lnTo>
                <a:lnTo>
                  <a:pt x="83153" y="216503"/>
                </a:lnTo>
                <a:lnTo>
                  <a:pt x="109728" y="185928"/>
                </a:lnTo>
                <a:lnTo>
                  <a:pt x="135516" y="152733"/>
                </a:lnTo>
                <a:lnTo>
                  <a:pt x="158305" y="116967"/>
                </a:lnTo>
                <a:lnTo>
                  <a:pt x="178522" y="78343"/>
                </a:lnTo>
                <a:lnTo>
                  <a:pt x="196596" y="36576"/>
                </a:lnTo>
                <a:lnTo>
                  <a:pt x="231648" y="36576"/>
                </a:lnTo>
                <a:lnTo>
                  <a:pt x="223385" y="52030"/>
                </a:lnTo>
                <a:lnTo>
                  <a:pt x="214693" y="68770"/>
                </a:lnTo>
                <a:lnTo>
                  <a:pt x="205716" y="86939"/>
                </a:lnTo>
                <a:lnTo>
                  <a:pt x="196596" y="106680"/>
                </a:lnTo>
                <a:lnTo>
                  <a:pt x="225552" y="123444"/>
                </a:lnTo>
                <a:lnTo>
                  <a:pt x="219837" y="128016"/>
                </a:lnTo>
                <a:lnTo>
                  <a:pt x="184404" y="128016"/>
                </a:lnTo>
                <a:lnTo>
                  <a:pt x="154570" y="168444"/>
                </a:lnTo>
                <a:lnTo>
                  <a:pt x="121663" y="205654"/>
                </a:lnTo>
                <a:lnTo>
                  <a:pt x="85539" y="239719"/>
                </a:lnTo>
                <a:lnTo>
                  <a:pt x="46049" y="270711"/>
                </a:lnTo>
                <a:lnTo>
                  <a:pt x="3048" y="298704"/>
                </a:lnTo>
                <a:close/>
              </a:path>
              <a:path w="396239" h="394970">
                <a:moveTo>
                  <a:pt x="182880" y="394716"/>
                </a:moveTo>
                <a:lnTo>
                  <a:pt x="183118" y="363354"/>
                </a:lnTo>
                <a:lnTo>
                  <a:pt x="183749" y="327874"/>
                </a:lnTo>
                <a:lnTo>
                  <a:pt x="184165" y="305776"/>
                </a:lnTo>
                <a:lnTo>
                  <a:pt x="184303" y="291084"/>
                </a:lnTo>
                <a:lnTo>
                  <a:pt x="184404" y="128016"/>
                </a:lnTo>
                <a:lnTo>
                  <a:pt x="219837" y="128016"/>
                </a:lnTo>
                <a:lnTo>
                  <a:pt x="210312" y="135636"/>
                </a:lnTo>
                <a:lnTo>
                  <a:pt x="210380" y="333565"/>
                </a:lnTo>
                <a:lnTo>
                  <a:pt x="210502" y="349186"/>
                </a:lnTo>
                <a:lnTo>
                  <a:pt x="210954" y="367355"/>
                </a:lnTo>
                <a:lnTo>
                  <a:pt x="211836" y="382524"/>
                </a:lnTo>
                <a:lnTo>
                  <a:pt x="182880" y="394716"/>
                </a:lnTo>
                <a:close/>
              </a:path>
              <a:path w="396239" h="394970">
                <a:moveTo>
                  <a:pt x="374904" y="280416"/>
                </a:moveTo>
                <a:lnTo>
                  <a:pt x="371856" y="280416"/>
                </a:lnTo>
                <a:lnTo>
                  <a:pt x="368093" y="278701"/>
                </a:lnTo>
                <a:lnTo>
                  <a:pt x="363474" y="273558"/>
                </a:lnTo>
                <a:lnTo>
                  <a:pt x="357711" y="264985"/>
                </a:lnTo>
                <a:lnTo>
                  <a:pt x="350520" y="252984"/>
                </a:lnTo>
                <a:lnTo>
                  <a:pt x="336256" y="232386"/>
                </a:lnTo>
                <a:lnTo>
                  <a:pt x="314134" y="207073"/>
                </a:lnTo>
                <a:lnTo>
                  <a:pt x="284297" y="176903"/>
                </a:lnTo>
                <a:lnTo>
                  <a:pt x="246888" y="141732"/>
                </a:lnTo>
                <a:lnTo>
                  <a:pt x="251460" y="135636"/>
                </a:lnTo>
                <a:lnTo>
                  <a:pt x="301180" y="168783"/>
                </a:lnTo>
                <a:lnTo>
                  <a:pt x="338328" y="195072"/>
                </a:lnTo>
                <a:lnTo>
                  <a:pt x="374904" y="227076"/>
                </a:lnTo>
                <a:lnTo>
                  <a:pt x="385572" y="254508"/>
                </a:lnTo>
                <a:lnTo>
                  <a:pt x="385572" y="259080"/>
                </a:lnTo>
                <a:lnTo>
                  <a:pt x="384048" y="265176"/>
                </a:lnTo>
                <a:lnTo>
                  <a:pt x="377952" y="277368"/>
                </a:lnTo>
                <a:lnTo>
                  <a:pt x="374904" y="28041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" name="object 58"/>
          <p:cNvSpPr/>
          <p:nvPr/>
        </p:nvSpPr>
        <p:spPr>
          <a:xfrm>
            <a:off x="5061203" y="4966716"/>
            <a:ext cx="391795" cy="407034"/>
          </a:xfrm>
          <a:custGeom>
            <a:avLst/>
            <a:gdLst/>
            <a:ahLst/>
            <a:cxnLst/>
            <a:rect l="l" t="t" r="r" b="b"/>
            <a:pathLst>
              <a:path w="391795" h="407035">
                <a:moveTo>
                  <a:pt x="36576" y="51816"/>
                </a:moveTo>
                <a:lnTo>
                  <a:pt x="36576" y="44196"/>
                </a:lnTo>
                <a:lnTo>
                  <a:pt x="85963" y="41362"/>
                </a:lnTo>
                <a:lnTo>
                  <a:pt x="133350" y="37528"/>
                </a:lnTo>
                <a:lnTo>
                  <a:pt x="178450" y="32837"/>
                </a:lnTo>
                <a:lnTo>
                  <a:pt x="220980" y="27432"/>
                </a:lnTo>
                <a:lnTo>
                  <a:pt x="259842" y="21431"/>
                </a:lnTo>
                <a:lnTo>
                  <a:pt x="316992" y="7715"/>
                </a:lnTo>
                <a:lnTo>
                  <a:pt x="335280" y="0"/>
                </a:lnTo>
                <a:lnTo>
                  <a:pt x="361188" y="30480"/>
                </a:lnTo>
                <a:lnTo>
                  <a:pt x="336018" y="31908"/>
                </a:lnTo>
                <a:lnTo>
                  <a:pt x="231648" y="39624"/>
                </a:lnTo>
                <a:lnTo>
                  <a:pt x="188523" y="43672"/>
                </a:lnTo>
                <a:lnTo>
                  <a:pt x="141541" y="46863"/>
                </a:lnTo>
                <a:lnTo>
                  <a:pt x="36576" y="51816"/>
                </a:lnTo>
                <a:close/>
              </a:path>
              <a:path w="391795" h="407035">
                <a:moveTo>
                  <a:pt x="262128" y="128016"/>
                </a:moveTo>
                <a:lnTo>
                  <a:pt x="256032" y="124968"/>
                </a:lnTo>
                <a:lnTo>
                  <a:pt x="262842" y="114681"/>
                </a:lnTo>
                <a:lnTo>
                  <a:pt x="269367" y="104394"/>
                </a:lnTo>
                <a:lnTo>
                  <a:pt x="275320" y="94107"/>
                </a:lnTo>
                <a:lnTo>
                  <a:pt x="280416" y="83820"/>
                </a:lnTo>
                <a:lnTo>
                  <a:pt x="285869" y="73247"/>
                </a:lnTo>
                <a:lnTo>
                  <a:pt x="290893" y="62103"/>
                </a:lnTo>
                <a:lnTo>
                  <a:pt x="295632" y="50387"/>
                </a:lnTo>
                <a:lnTo>
                  <a:pt x="300228" y="38100"/>
                </a:lnTo>
                <a:lnTo>
                  <a:pt x="332232" y="60960"/>
                </a:lnTo>
                <a:lnTo>
                  <a:pt x="320040" y="65532"/>
                </a:lnTo>
                <a:lnTo>
                  <a:pt x="302633" y="87296"/>
                </a:lnTo>
                <a:lnTo>
                  <a:pt x="287083" y="104775"/>
                </a:lnTo>
                <a:lnTo>
                  <a:pt x="273534" y="118252"/>
                </a:lnTo>
                <a:lnTo>
                  <a:pt x="262128" y="128016"/>
                </a:lnTo>
                <a:close/>
              </a:path>
              <a:path w="391795" h="407035">
                <a:moveTo>
                  <a:pt x="207264" y="123444"/>
                </a:moveTo>
                <a:lnTo>
                  <a:pt x="202692" y="123444"/>
                </a:lnTo>
                <a:lnTo>
                  <a:pt x="199644" y="117348"/>
                </a:lnTo>
                <a:lnTo>
                  <a:pt x="196596" y="105156"/>
                </a:lnTo>
                <a:lnTo>
                  <a:pt x="192285" y="93178"/>
                </a:lnTo>
                <a:lnTo>
                  <a:pt x="186118" y="80200"/>
                </a:lnTo>
                <a:lnTo>
                  <a:pt x="177950" y="66365"/>
                </a:lnTo>
                <a:lnTo>
                  <a:pt x="167640" y="51816"/>
                </a:lnTo>
                <a:lnTo>
                  <a:pt x="170688" y="48768"/>
                </a:lnTo>
                <a:lnTo>
                  <a:pt x="203835" y="69532"/>
                </a:lnTo>
                <a:lnTo>
                  <a:pt x="220980" y="92964"/>
                </a:lnTo>
                <a:lnTo>
                  <a:pt x="220980" y="103632"/>
                </a:lnTo>
                <a:lnTo>
                  <a:pt x="219456" y="109728"/>
                </a:lnTo>
                <a:lnTo>
                  <a:pt x="214884" y="115824"/>
                </a:lnTo>
                <a:lnTo>
                  <a:pt x="207264" y="123444"/>
                </a:lnTo>
                <a:close/>
              </a:path>
              <a:path w="391795" h="407035">
                <a:moveTo>
                  <a:pt x="118872" y="126492"/>
                </a:moveTo>
                <a:lnTo>
                  <a:pt x="114300" y="126492"/>
                </a:lnTo>
                <a:lnTo>
                  <a:pt x="109728" y="121920"/>
                </a:lnTo>
                <a:lnTo>
                  <a:pt x="106680" y="111252"/>
                </a:lnTo>
                <a:lnTo>
                  <a:pt x="102393" y="98702"/>
                </a:lnTo>
                <a:lnTo>
                  <a:pt x="96393" y="86296"/>
                </a:lnTo>
                <a:lnTo>
                  <a:pt x="88677" y="74175"/>
                </a:lnTo>
                <a:lnTo>
                  <a:pt x="79248" y="62484"/>
                </a:lnTo>
                <a:lnTo>
                  <a:pt x="82296" y="56388"/>
                </a:lnTo>
                <a:lnTo>
                  <a:pt x="119586" y="80819"/>
                </a:lnTo>
                <a:lnTo>
                  <a:pt x="132588" y="99060"/>
                </a:lnTo>
                <a:lnTo>
                  <a:pt x="132588" y="108204"/>
                </a:lnTo>
                <a:lnTo>
                  <a:pt x="131064" y="112776"/>
                </a:lnTo>
                <a:lnTo>
                  <a:pt x="126492" y="118872"/>
                </a:lnTo>
                <a:lnTo>
                  <a:pt x="123444" y="123444"/>
                </a:lnTo>
                <a:lnTo>
                  <a:pt x="118872" y="126492"/>
                </a:lnTo>
                <a:close/>
              </a:path>
              <a:path w="391795" h="407035">
                <a:moveTo>
                  <a:pt x="21336" y="192024"/>
                </a:moveTo>
                <a:lnTo>
                  <a:pt x="9144" y="192024"/>
                </a:lnTo>
                <a:lnTo>
                  <a:pt x="6096" y="188976"/>
                </a:lnTo>
                <a:lnTo>
                  <a:pt x="3048" y="187452"/>
                </a:lnTo>
                <a:lnTo>
                  <a:pt x="0" y="184404"/>
                </a:lnTo>
                <a:lnTo>
                  <a:pt x="0" y="179832"/>
                </a:lnTo>
                <a:lnTo>
                  <a:pt x="4572" y="175260"/>
                </a:lnTo>
                <a:lnTo>
                  <a:pt x="15240" y="166116"/>
                </a:lnTo>
                <a:lnTo>
                  <a:pt x="22693" y="157805"/>
                </a:lnTo>
                <a:lnTo>
                  <a:pt x="29146" y="146494"/>
                </a:lnTo>
                <a:lnTo>
                  <a:pt x="34742" y="132040"/>
                </a:lnTo>
                <a:lnTo>
                  <a:pt x="39624" y="114300"/>
                </a:lnTo>
                <a:lnTo>
                  <a:pt x="45720" y="114300"/>
                </a:lnTo>
                <a:lnTo>
                  <a:pt x="45720" y="134112"/>
                </a:lnTo>
                <a:lnTo>
                  <a:pt x="375946" y="134112"/>
                </a:lnTo>
                <a:lnTo>
                  <a:pt x="385572" y="143256"/>
                </a:lnTo>
                <a:lnTo>
                  <a:pt x="45720" y="143256"/>
                </a:lnTo>
                <a:lnTo>
                  <a:pt x="45124" y="160662"/>
                </a:lnTo>
                <a:lnTo>
                  <a:pt x="43243" y="173926"/>
                </a:lnTo>
                <a:lnTo>
                  <a:pt x="39933" y="182903"/>
                </a:lnTo>
                <a:lnTo>
                  <a:pt x="35052" y="187452"/>
                </a:lnTo>
                <a:lnTo>
                  <a:pt x="27432" y="190500"/>
                </a:lnTo>
                <a:lnTo>
                  <a:pt x="21336" y="192024"/>
                </a:lnTo>
                <a:close/>
              </a:path>
              <a:path w="391795" h="407035">
                <a:moveTo>
                  <a:pt x="375946" y="134112"/>
                </a:moveTo>
                <a:lnTo>
                  <a:pt x="336804" y="134112"/>
                </a:lnTo>
                <a:lnTo>
                  <a:pt x="355092" y="114300"/>
                </a:lnTo>
                <a:lnTo>
                  <a:pt x="375946" y="134112"/>
                </a:lnTo>
                <a:close/>
              </a:path>
              <a:path w="391795" h="407035">
                <a:moveTo>
                  <a:pt x="327660" y="187452"/>
                </a:moveTo>
                <a:lnTo>
                  <a:pt x="323088" y="185928"/>
                </a:lnTo>
                <a:lnTo>
                  <a:pt x="339852" y="143256"/>
                </a:lnTo>
                <a:lnTo>
                  <a:pt x="385572" y="143256"/>
                </a:lnTo>
                <a:lnTo>
                  <a:pt x="378928" y="144946"/>
                </a:lnTo>
                <a:lnTo>
                  <a:pt x="372427" y="147637"/>
                </a:lnTo>
                <a:lnTo>
                  <a:pt x="336280" y="176879"/>
                </a:lnTo>
                <a:lnTo>
                  <a:pt x="327660" y="187452"/>
                </a:lnTo>
                <a:close/>
              </a:path>
              <a:path w="391795" h="407035">
                <a:moveTo>
                  <a:pt x="167640" y="207264"/>
                </a:moveTo>
                <a:lnTo>
                  <a:pt x="141732" y="207264"/>
                </a:lnTo>
                <a:lnTo>
                  <a:pt x="143778" y="190500"/>
                </a:lnTo>
                <a:lnTo>
                  <a:pt x="145114" y="176879"/>
                </a:lnTo>
                <a:lnTo>
                  <a:pt x="146018" y="163544"/>
                </a:lnTo>
                <a:lnTo>
                  <a:pt x="146304" y="152400"/>
                </a:lnTo>
                <a:lnTo>
                  <a:pt x="184404" y="170688"/>
                </a:lnTo>
                <a:lnTo>
                  <a:pt x="172212" y="179832"/>
                </a:lnTo>
                <a:lnTo>
                  <a:pt x="167640" y="207264"/>
                </a:lnTo>
                <a:close/>
              </a:path>
              <a:path w="391795" h="407035">
                <a:moveTo>
                  <a:pt x="48768" y="222504"/>
                </a:moveTo>
                <a:lnTo>
                  <a:pt x="33528" y="207264"/>
                </a:lnTo>
                <a:lnTo>
                  <a:pt x="295656" y="207264"/>
                </a:lnTo>
                <a:lnTo>
                  <a:pt x="316992" y="185928"/>
                </a:lnTo>
                <a:lnTo>
                  <a:pt x="347472" y="216408"/>
                </a:lnTo>
                <a:lnTo>
                  <a:pt x="91440" y="216408"/>
                </a:lnTo>
                <a:lnTo>
                  <a:pt x="80271" y="216717"/>
                </a:lnTo>
                <a:lnTo>
                  <a:pt x="69532" y="217741"/>
                </a:lnTo>
                <a:lnTo>
                  <a:pt x="59078" y="219622"/>
                </a:lnTo>
                <a:lnTo>
                  <a:pt x="48768" y="222504"/>
                </a:lnTo>
                <a:close/>
              </a:path>
              <a:path w="391795" h="407035">
                <a:moveTo>
                  <a:pt x="10668" y="397764"/>
                </a:moveTo>
                <a:lnTo>
                  <a:pt x="9144" y="390144"/>
                </a:lnTo>
                <a:lnTo>
                  <a:pt x="49548" y="359785"/>
                </a:lnTo>
                <a:lnTo>
                  <a:pt x="82931" y="327231"/>
                </a:lnTo>
                <a:lnTo>
                  <a:pt x="109215" y="292486"/>
                </a:lnTo>
                <a:lnTo>
                  <a:pt x="128333" y="255544"/>
                </a:lnTo>
                <a:lnTo>
                  <a:pt x="140208" y="216408"/>
                </a:lnTo>
                <a:lnTo>
                  <a:pt x="166116" y="216408"/>
                </a:lnTo>
                <a:lnTo>
                  <a:pt x="163568" y="225552"/>
                </a:lnTo>
                <a:lnTo>
                  <a:pt x="160591" y="234696"/>
                </a:lnTo>
                <a:lnTo>
                  <a:pt x="157329" y="243840"/>
                </a:lnTo>
                <a:lnTo>
                  <a:pt x="153924" y="252984"/>
                </a:lnTo>
                <a:lnTo>
                  <a:pt x="309372" y="252984"/>
                </a:lnTo>
                <a:lnTo>
                  <a:pt x="318516" y="262128"/>
                </a:lnTo>
                <a:lnTo>
                  <a:pt x="150876" y="262128"/>
                </a:lnTo>
                <a:lnTo>
                  <a:pt x="128325" y="301323"/>
                </a:lnTo>
                <a:lnTo>
                  <a:pt x="97345" y="336804"/>
                </a:lnTo>
                <a:lnTo>
                  <a:pt x="58078" y="368855"/>
                </a:lnTo>
                <a:lnTo>
                  <a:pt x="10668" y="397764"/>
                </a:lnTo>
                <a:close/>
              </a:path>
              <a:path w="391795" h="407035">
                <a:moveTo>
                  <a:pt x="309372" y="252984"/>
                </a:moveTo>
                <a:lnTo>
                  <a:pt x="278892" y="252984"/>
                </a:lnTo>
                <a:lnTo>
                  <a:pt x="294132" y="237744"/>
                </a:lnTo>
                <a:lnTo>
                  <a:pt x="309372" y="252984"/>
                </a:lnTo>
                <a:close/>
              </a:path>
              <a:path w="391795" h="407035">
                <a:moveTo>
                  <a:pt x="59436" y="406908"/>
                </a:moveTo>
                <a:lnTo>
                  <a:pt x="59436" y="399288"/>
                </a:lnTo>
                <a:lnTo>
                  <a:pt x="103965" y="387858"/>
                </a:lnTo>
                <a:lnTo>
                  <a:pt x="143637" y="374142"/>
                </a:lnTo>
                <a:lnTo>
                  <a:pt x="178165" y="358140"/>
                </a:lnTo>
                <a:lnTo>
                  <a:pt x="207264" y="339852"/>
                </a:lnTo>
                <a:lnTo>
                  <a:pt x="189880" y="322135"/>
                </a:lnTo>
                <a:lnTo>
                  <a:pt x="174498" y="303276"/>
                </a:lnTo>
                <a:lnTo>
                  <a:pt x="161401" y="283273"/>
                </a:lnTo>
                <a:lnTo>
                  <a:pt x="150876" y="262128"/>
                </a:lnTo>
                <a:lnTo>
                  <a:pt x="318516" y="262128"/>
                </a:lnTo>
                <a:lnTo>
                  <a:pt x="320040" y="263652"/>
                </a:lnTo>
                <a:lnTo>
                  <a:pt x="160020" y="263652"/>
                </a:lnTo>
                <a:lnTo>
                  <a:pt x="165187" y="271938"/>
                </a:lnTo>
                <a:lnTo>
                  <a:pt x="197834" y="309014"/>
                </a:lnTo>
                <a:lnTo>
                  <a:pt x="220980" y="327660"/>
                </a:lnTo>
                <a:lnTo>
                  <a:pt x="253921" y="327660"/>
                </a:lnTo>
                <a:lnTo>
                  <a:pt x="239268" y="339852"/>
                </a:lnTo>
                <a:lnTo>
                  <a:pt x="268709" y="352044"/>
                </a:lnTo>
                <a:lnTo>
                  <a:pt x="222504" y="352044"/>
                </a:lnTo>
                <a:lnTo>
                  <a:pt x="191023" y="370903"/>
                </a:lnTo>
                <a:lnTo>
                  <a:pt x="153543" y="386334"/>
                </a:lnTo>
                <a:lnTo>
                  <a:pt x="109775" y="398335"/>
                </a:lnTo>
                <a:lnTo>
                  <a:pt x="59436" y="406908"/>
                </a:lnTo>
                <a:close/>
              </a:path>
              <a:path w="391795" h="407035">
                <a:moveTo>
                  <a:pt x="253921" y="327660"/>
                </a:moveTo>
                <a:lnTo>
                  <a:pt x="220980" y="327660"/>
                </a:lnTo>
                <a:lnTo>
                  <a:pt x="237315" y="313372"/>
                </a:lnTo>
                <a:lnTo>
                  <a:pt x="252222" y="297942"/>
                </a:lnTo>
                <a:lnTo>
                  <a:pt x="265985" y="281368"/>
                </a:lnTo>
                <a:lnTo>
                  <a:pt x="278892" y="263652"/>
                </a:lnTo>
                <a:lnTo>
                  <a:pt x="320040" y="263652"/>
                </a:lnTo>
                <a:lnTo>
                  <a:pt x="304800" y="272796"/>
                </a:lnTo>
                <a:lnTo>
                  <a:pt x="287059" y="293989"/>
                </a:lnTo>
                <a:lnTo>
                  <a:pt x="270319" y="312039"/>
                </a:lnTo>
                <a:lnTo>
                  <a:pt x="254434" y="327233"/>
                </a:lnTo>
                <a:lnTo>
                  <a:pt x="253921" y="327660"/>
                </a:lnTo>
                <a:close/>
              </a:path>
              <a:path w="391795" h="407035">
                <a:moveTo>
                  <a:pt x="362712" y="400812"/>
                </a:moveTo>
                <a:lnTo>
                  <a:pt x="318944" y="391691"/>
                </a:lnTo>
                <a:lnTo>
                  <a:pt x="281178" y="380428"/>
                </a:lnTo>
                <a:lnTo>
                  <a:pt x="249126" y="367164"/>
                </a:lnTo>
                <a:lnTo>
                  <a:pt x="222504" y="352044"/>
                </a:lnTo>
                <a:lnTo>
                  <a:pt x="268709" y="352044"/>
                </a:lnTo>
                <a:lnTo>
                  <a:pt x="271010" y="352996"/>
                </a:lnTo>
                <a:lnTo>
                  <a:pt x="306895" y="362712"/>
                </a:lnTo>
                <a:lnTo>
                  <a:pt x="347067" y="368998"/>
                </a:lnTo>
                <a:lnTo>
                  <a:pt x="391668" y="371856"/>
                </a:lnTo>
                <a:lnTo>
                  <a:pt x="391668" y="376428"/>
                </a:lnTo>
                <a:lnTo>
                  <a:pt x="382857" y="378737"/>
                </a:lnTo>
                <a:lnTo>
                  <a:pt x="374904" y="383476"/>
                </a:lnTo>
                <a:lnTo>
                  <a:pt x="368093" y="390786"/>
                </a:lnTo>
                <a:lnTo>
                  <a:pt x="362712" y="40081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" name="object 59"/>
          <p:cNvSpPr/>
          <p:nvPr/>
        </p:nvSpPr>
        <p:spPr>
          <a:xfrm>
            <a:off x="5504688" y="5082539"/>
            <a:ext cx="317500" cy="248920"/>
          </a:xfrm>
          <a:custGeom>
            <a:avLst/>
            <a:gdLst/>
            <a:ahLst/>
            <a:cxnLst/>
            <a:rect l="l" t="t" r="r" b="b"/>
            <a:pathLst>
              <a:path w="317500" h="248920">
                <a:moveTo>
                  <a:pt x="316991" y="248412"/>
                </a:moveTo>
                <a:lnTo>
                  <a:pt x="275843" y="248412"/>
                </a:lnTo>
                <a:lnTo>
                  <a:pt x="275820" y="100226"/>
                </a:lnTo>
                <a:lnTo>
                  <a:pt x="275653" y="92392"/>
                </a:lnTo>
                <a:lnTo>
                  <a:pt x="275201" y="84843"/>
                </a:lnTo>
                <a:lnTo>
                  <a:pt x="274319" y="77724"/>
                </a:lnTo>
                <a:lnTo>
                  <a:pt x="274319" y="68580"/>
                </a:lnTo>
                <a:lnTo>
                  <a:pt x="243839" y="38100"/>
                </a:lnTo>
                <a:lnTo>
                  <a:pt x="234695" y="38100"/>
                </a:lnTo>
                <a:lnTo>
                  <a:pt x="193547" y="55435"/>
                </a:lnTo>
                <a:lnTo>
                  <a:pt x="178307" y="68580"/>
                </a:lnTo>
                <a:lnTo>
                  <a:pt x="178307" y="77724"/>
                </a:lnTo>
                <a:lnTo>
                  <a:pt x="179831" y="80772"/>
                </a:lnTo>
                <a:lnTo>
                  <a:pt x="179831" y="248412"/>
                </a:lnTo>
                <a:lnTo>
                  <a:pt x="138683" y="248412"/>
                </a:lnTo>
                <a:lnTo>
                  <a:pt x="138660" y="100226"/>
                </a:lnTo>
                <a:lnTo>
                  <a:pt x="138493" y="92392"/>
                </a:lnTo>
                <a:lnTo>
                  <a:pt x="131063" y="54864"/>
                </a:lnTo>
                <a:lnTo>
                  <a:pt x="129539" y="48768"/>
                </a:lnTo>
                <a:lnTo>
                  <a:pt x="124967" y="45719"/>
                </a:lnTo>
                <a:lnTo>
                  <a:pt x="118871" y="42671"/>
                </a:lnTo>
                <a:lnTo>
                  <a:pt x="114300" y="39624"/>
                </a:lnTo>
                <a:lnTo>
                  <a:pt x="106679" y="38100"/>
                </a:lnTo>
                <a:lnTo>
                  <a:pt x="97536" y="38100"/>
                </a:lnTo>
                <a:lnTo>
                  <a:pt x="90677" y="38671"/>
                </a:lnTo>
                <a:lnTo>
                  <a:pt x="83819" y="40385"/>
                </a:lnTo>
                <a:lnTo>
                  <a:pt x="76961" y="43243"/>
                </a:lnTo>
                <a:lnTo>
                  <a:pt x="70103" y="47243"/>
                </a:lnTo>
                <a:lnTo>
                  <a:pt x="62364" y="51196"/>
                </a:lnTo>
                <a:lnTo>
                  <a:pt x="55054" y="56007"/>
                </a:lnTo>
                <a:lnTo>
                  <a:pt x="48029" y="61388"/>
                </a:lnTo>
                <a:lnTo>
                  <a:pt x="41148" y="67055"/>
                </a:lnTo>
                <a:lnTo>
                  <a:pt x="41148" y="248412"/>
                </a:lnTo>
                <a:lnTo>
                  <a:pt x="0" y="248412"/>
                </a:lnTo>
                <a:lnTo>
                  <a:pt x="0" y="6095"/>
                </a:lnTo>
                <a:lnTo>
                  <a:pt x="41148" y="6095"/>
                </a:lnTo>
                <a:lnTo>
                  <a:pt x="41148" y="33528"/>
                </a:lnTo>
                <a:lnTo>
                  <a:pt x="49148" y="25836"/>
                </a:lnTo>
                <a:lnTo>
                  <a:pt x="81414" y="4500"/>
                </a:lnTo>
                <a:lnTo>
                  <a:pt x="108203" y="0"/>
                </a:lnTo>
                <a:lnTo>
                  <a:pt x="118443" y="571"/>
                </a:lnTo>
                <a:lnTo>
                  <a:pt x="153995" y="14573"/>
                </a:lnTo>
                <a:lnTo>
                  <a:pt x="172211" y="41148"/>
                </a:lnTo>
                <a:lnTo>
                  <a:pt x="181117" y="31456"/>
                </a:lnTo>
                <a:lnTo>
                  <a:pt x="216431" y="5786"/>
                </a:lnTo>
                <a:lnTo>
                  <a:pt x="245363" y="0"/>
                </a:lnTo>
                <a:lnTo>
                  <a:pt x="253103" y="285"/>
                </a:lnTo>
                <a:lnTo>
                  <a:pt x="291679" y="14644"/>
                </a:lnTo>
                <a:lnTo>
                  <a:pt x="312419" y="47243"/>
                </a:lnTo>
                <a:lnTo>
                  <a:pt x="316991" y="89916"/>
                </a:lnTo>
                <a:lnTo>
                  <a:pt x="316991" y="24841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pic>
        <p:nvPicPr>
          <p:cNvPr id="60" name="object 60"/>
          <p:cNvPicPr/>
          <p:nvPr/>
        </p:nvPicPr>
        <p:blipFill>
          <a:blip r:embed="rId16" cstate="print"/>
          <a:stretch>
            <a:fillRect/>
          </a:stretch>
        </p:blipFill>
        <p:spPr>
          <a:xfrm>
            <a:off x="5891783" y="5029200"/>
            <a:ext cx="67055" cy="112775"/>
          </a:xfrm>
          <a:prstGeom prst="rect">
            <a:avLst/>
          </a:prstGeom>
        </p:spPr>
      </p:pic>
      <p:sp>
        <p:nvSpPr>
          <p:cNvPr id="61" name="object 61"/>
          <p:cNvSpPr/>
          <p:nvPr/>
        </p:nvSpPr>
        <p:spPr>
          <a:xfrm>
            <a:off x="1450847" y="5626608"/>
            <a:ext cx="396240" cy="388620"/>
          </a:xfrm>
          <a:custGeom>
            <a:avLst/>
            <a:gdLst/>
            <a:ahLst/>
            <a:cxnLst/>
            <a:rect l="l" t="t" r="r" b="b"/>
            <a:pathLst>
              <a:path w="396239" h="388620">
                <a:moveTo>
                  <a:pt x="36576" y="35052"/>
                </a:moveTo>
                <a:lnTo>
                  <a:pt x="21336" y="18288"/>
                </a:lnTo>
                <a:lnTo>
                  <a:pt x="181356" y="18288"/>
                </a:lnTo>
                <a:lnTo>
                  <a:pt x="195072" y="1524"/>
                </a:lnTo>
                <a:lnTo>
                  <a:pt x="222504" y="24384"/>
                </a:lnTo>
                <a:lnTo>
                  <a:pt x="216789" y="28956"/>
                </a:lnTo>
                <a:lnTo>
                  <a:pt x="77724" y="28956"/>
                </a:lnTo>
                <a:lnTo>
                  <a:pt x="66579" y="29265"/>
                </a:lnTo>
                <a:lnTo>
                  <a:pt x="56007" y="30289"/>
                </a:lnTo>
                <a:lnTo>
                  <a:pt x="46005" y="32170"/>
                </a:lnTo>
                <a:lnTo>
                  <a:pt x="36576" y="35052"/>
                </a:lnTo>
                <a:close/>
              </a:path>
              <a:path w="396239" h="388620">
                <a:moveTo>
                  <a:pt x="123444" y="115824"/>
                </a:moveTo>
                <a:lnTo>
                  <a:pt x="100584" y="115824"/>
                </a:lnTo>
                <a:lnTo>
                  <a:pt x="100584" y="28956"/>
                </a:lnTo>
                <a:lnTo>
                  <a:pt x="123444" y="28956"/>
                </a:lnTo>
                <a:lnTo>
                  <a:pt x="123444" y="115824"/>
                </a:lnTo>
                <a:close/>
              </a:path>
              <a:path w="396239" h="388620">
                <a:moveTo>
                  <a:pt x="41148" y="132588"/>
                </a:moveTo>
                <a:lnTo>
                  <a:pt x="25908" y="115824"/>
                </a:lnTo>
                <a:lnTo>
                  <a:pt x="184404" y="115824"/>
                </a:lnTo>
                <a:lnTo>
                  <a:pt x="184404" y="28956"/>
                </a:lnTo>
                <a:lnTo>
                  <a:pt x="216789" y="28956"/>
                </a:lnTo>
                <a:lnTo>
                  <a:pt x="207264" y="36576"/>
                </a:lnTo>
                <a:lnTo>
                  <a:pt x="207264" y="126492"/>
                </a:lnTo>
                <a:lnTo>
                  <a:pt x="83820" y="126492"/>
                </a:lnTo>
                <a:lnTo>
                  <a:pt x="72651" y="126801"/>
                </a:lnTo>
                <a:lnTo>
                  <a:pt x="61912" y="127825"/>
                </a:lnTo>
                <a:lnTo>
                  <a:pt x="51458" y="129706"/>
                </a:lnTo>
                <a:lnTo>
                  <a:pt x="41148" y="132588"/>
                </a:lnTo>
                <a:close/>
              </a:path>
              <a:path w="396239" h="388620">
                <a:moveTo>
                  <a:pt x="120396" y="204216"/>
                </a:moveTo>
                <a:lnTo>
                  <a:pt x="97536" y="204216"/>
                </a:lnTo>
                <a:lnTo>
                  <a:pt x="98655" y="186285"/>
                </a:lnTo>
                <a:lnTo>
                  <a:pt x="99631" y="167068"/>
                </a:lnTo>
                <a:lnTo>
                  <a:pt x="100322" y="146994"/>
                </a:lnTo>
                <a:lnTo>
                  <a:pt x="100584" y="126492"/>
                </a:lnTo>
                <a:lnTo>
                  <a:pt x="123444" y="126492"/>
                </a:lnTo>
                <a:lnTo>
                  <a:pt x="123182" y="145923"/>
                </a:lnTo>
                <a:lnTo>
                  <a:pt x="122491" y="165354"/>
                </a:lnTo>
                <a:lnTo>
                  <a:pt x="121428" y="186285"/>
                </a:lnTo>
                <a:lnTo>
                  <a:pt x="120396" y="204216"/>
                </a:lnTo>
                <a:close/>
              </a:path>
              <a:path w="396239" h="388620">
                <a:moveTo>
                  <a:pt x="35052" y="220980"/>
                </a:moveTo>
                <a:lnTo>
                  <a:pt x="18288" y="204216"/>
                </a:lnTo>
                <a:lnTo>
                  <a:pt x="184404" y="204216"/>
                </a:lnTo>
                <a:lnTo>
                  <a:pt x="184404" y="126492"/>
                </a:lnTo>
                <a:lnTo>
                  <a:pt x="207264" y="126492"/>
                </a:lnTo>
                <a:lnTo>
                  <a:pt x="207264" y="214884"/>
                </a:lnTo>
                <a:lnTo>
                  <a:pt x="76200" y="214884"/>
                </a:lnTo>
                <a:lnTo>
                  <a:pt x="65055" y="215193"/>
                </a:lnTo>
                <a:lnTo>
                  <a:pt x="54483" y="216217"/>
                </a:lnTo>
                <a:lnTo>
                  <a:pt x="44481" y="218098"/>
                </a:lnTo>
                <a:lnTo>
                  <a:pt x="35052" y="220980"/>
                </a:lnTo>
                <a:close/>
              </a:path>
              <a:path w="396239" h="388620">
                <a:moveTo>
                  <a:pt x="3048" y="384048"/>
                </a:moveTo>
                <a:lnTo>
                  <a:pt x="0" y="381000"/>
                </a:lnTo>
                <a:lnTo>
                  <a:pt x="36861" y="342399"/>
                </a:lnTo>
                <a:lnTo>
                  <a:pt x="65151" y="301942"/>
                </a:lnTo>
                <a:lnTo>
                  <a:pt x="84867" y="259484"/>
                </a:lnTo>
                <a:lnTo>
                  <a:pt x="96012" y="214884"/>
                </a:lnTo>
                <a:lnTo>
                  <a:pt x="117348" y="214884"/>
                </a:lnTo>
                <a:lnTo>
                  <a:pt x="104203" y="265747"/>
                </a:lnTo>
                <a:lnTo>
                  <a:pt x="80772" y="310896"/>
                </a:lnTo>
                <a:lnTo>
                  <a:pt x="47053" y="350329"/>
                </a:lnTo>
                <a:lnTo>
                  <a:pt x="3048" y="384048"/>
                </a:lnTo>
                <a:close/>
              </a:path>
              <a:path w="396239" h="388620">
                <a:moveTo>
                  <a:pt x="202514" y="324612"/>
                </a:moveTo>
                <a:lnTo>
                  <a:pt x="161544" y="324612"/>
                </a:lnTo>
                <a:lnTo>
                  <a:pt x="172402" y="322064"/>
                </a:lnTo>
                <a:lnTo>
                  <a:pt x="179832" y="314515"/>
                </a:lnTo>
                <a:lnTo>
                  <a:pt x="183832" y="302109"/>
                </a:lnTo>
                <a:lnTo>
                  <a:pt x="184404" y="284987"/>
                </a:lnTo>
                <a:lnTo>
                  <a:pt x="184404" y="214884"/>
                </a:lnTo>
                <a:lnTo>
                  <a:pt x="207264" y="214884"/>
                </a:lnTo>
                <a:lnTo>
                  <a:pt x="207264" y="303275"/>
                </a:lnTo>
                <a:lnTo>
                  <a:pt x="202644" y="324373"/>
                </a:lnTo>
                <a:lnTo>
                  <a:pt x="202514" y="324612"/>
                </a:lnTo>
                <a:close/>
              </a:path>
              <a:path w="396239" h="388620">
                <a:moveTo>
                  <a:pt x="158496" y="364236"/>
                </a:moveTo>
                <a:lnTo>
                  <a:pt x="153638" y="352496"/>
                </a:lnTo>
                <a:lnTo>
                  <a:pt x="143637" y="342328"/>
                </a:lnTo>
                <a:lnTo>
                  <a:pt x="128492" y="333589"/>
                </a:lnTo>
                <a:lnTo>
                  <a:pt x="108204" y="326136"/>
                </a:lnTo>
                <a:lnTo>
                  <a:pt x="108204" y="320040"/>
                </a:lnTo>
                <a:lnTo>
                  <a:pt x="161544" y="324612"/>
                </a:lnTo>
                <a:lnTo>
                  <a:pt x="202514" y="324612"/>
                </a:lnTo>
                <a:lnTo>
                  <a:pt x="193167" y="341757"/>
                </a:lnTo>
                <a:lnTo>
                  <a:pt x="178546" y="355139"/>
                </a:lnTo>
                <a:lnTo>
                  <a:pt x="158496" y="364236"/>
                </a:lnTo>
                <a:close/>
              </a:path>
              <a:path w="396239" h="388620">
                <a:moveTo>
                  <a:pt x="243840" y="388620"/>
                </a:moveTo>
                <a:lnTo>
                  <a:pt x="244078" y="346590"/>
                </a:lnTo>
                <a:lnTo>
                  <a:pt x="245102" y="245554"/>
                </a:lnTo>
                <a:lnTo>
                  <a:pt x="245205" y="222504"/>
                </a:lnTo>
                <a:lnTo>
                  <a:pt x="245318" y="169997"/>
                </a:lnTo>
                <a:lnTo>
                  <a:pt x="245125" y="121300"/>
                </a:lnTo>
                <a:lnTo>
                  <a:pt x="244602" y="71247"/>
                </a:lnTo>
                <a:lnTo>
                  <a:pt x="244078" y="30908"/>
                </a:lnTo>
                <a:lnTo>
                  <a:pt x="243840" y="0"/>
                </a:lnTo>
                <a:lnTo>
                  <a:pt x="268224" y="18288"/>
                </a:lnTo>
                <a:lnTo>
                  <a:pt x="381762" y="18288"/>
                </a:lnTo>
                <a:lnTo>
                  <a:pt x="391896" y="28956"/>
                </a:lnTo>
                <a:lnTo>
                  <a:pt x="268224" y="28956"/>
                </a:lnTo>
                <a:lnTo>
                  <a:pt x="268327" y="302085"/>
                </a:lnTo>
                <a:lnTo>
                  <a:pt x="268414" y="313563"/>
                </a:lnTo>
                <a:lnTo>
                  <a:pt x="268866" y="341852"/>
                </a:lnTo>
                <a:lnTo>
                  <a:pt x="269748" y="376428"/>
                </a:lnTo>
                <a:lnTo>
                  <a:pt x="243840" y="388620"/>
                </a:lnTo>
                <a:close/>
              </a:path>
              <a:path w="396239" h="388620">
                <a:moveTo>
                  <a:pt x="381762" y="18288"/>
                </a:moveTo>
                <a:lnTo>
                  <a:pt x="350520" y="18288"/>
                </a:lnTo>
                <a:lnTo>
                  <a:pt x="367284" y="3048"/>
                </a:lnTo>
                <a:lnTo>
                  <a:pt x="381762" y="18288"/>
                </a:lnTo>
                <a:close/>
              </a:path>
              <a:path w="396239" h="388620">
                <a:moveTo>
                  <a:pt x="384595" y="281940"/>
                </a:moveTo>
                <a:lnTo>
                  <a:pt x="350520" y="281940"/>
                </a:lnTo>
                <a:lnTo>
                  <a:pt x="356616" y="277368"/>
                </a:lnTo>
                <a:lnTo>
                  <a:pt x="359664" y="268224"/>
                </a:lnTo>
                <a:lnTo>
                  <a:pt x="361188" y="259080"/>
                </a:lnTo>
                <a:lnTo>
                  <a:pt x="362712" y="252984"/>
                </a:lnTo>
                <a:lnTo>
                  <a:pt x="362712" y="248412"/>
                </a:lnTo>
                <a:lnTo>
                  <a:pt x="355092" y="208788"/>
                </a:lnTo>
                <a:lnTo>
                  <a:pt x="328517" y="164853"/>
                </a:lnTo>
                <a:lnTo>
                  <a:pt x="313944" y="146304"/>
                </a:lnTo>
                <a:lnTo>
                  <a:pt x="352044" y="28956"/>
                </a:lnTo>
                <a:lnTo>
                  <a:pt x="391896" y="28956"/>
                </a:lnTo>
                <a:lnTo>
                  <a:pt x="396240" y="33528"/>
                </a:lnTo>
                <a:lnTo>
                  <a:pt x="387096" y="36052"/>
                </a:lnTo>
                <a:lnTo>
                  <a:pt x="377952" y="43434"/>
                </a:lnTo>
                <a:lnTo>
                  <a:pt x="350758" y="89939"/>
                </a:lnTo>
                <a:lnTo>
                  <a:pt x="333517" y="127134"/>
                </a:lnTo>
                <a:lnTo>
                  <a:pt x="324612" y="146304"/>
                </a:lnTo>
                <a:lnTo>
                  <a:pt x="363093" y="190690"/>
                </a:lnTo>
                <a:lnTo>
                  <a:pt x="384762" y="235100"/>
                </a:lnTo>
                <a:lnTo>
                  <a:pt x="388620" y="260604"/>
                </a:lnTo>
                <a:lnTo>
                  <a:pt x="388048" y="268628"/>
                </a:lnTo>
                <a:lnTo>
                  <a:pt x="386334" y="276796"/>
                </a:lnTo>
                <a:lnTo>
                  <a:pt x="384595" y="281940"/>
                </a:lnTo>
                <a:close/>
              </a:path>
              <a:path w="396239" h="388620">
                <a:moveTo>
                  <a:pt x="336804" y="323088"/>
                </a:moveTo>
                <a:lnTo>
                  <a:pt x="332803" y="311396"/>
                </a:lnTo>
                <a:lnTo>
                  <a:pt x="323088" y="301561"/>
                </a:lnTo>
                <a:lnTo>
                  <a:pt x="307657" y="293727"/>
                </a:lnTo>
                <a:lnTo>
                  <a:pt x="286512" y="288035"/>
                </a:lnTo>
                <a:lnTo>
                  <a:pt x="286512" y="280416"/>
                </a:lnTo>
                <a:lnTo>
                  <a:pt x="303633" y="280654"/>
                </a:lnTo>
                <a:lnTo>
                  <a:pt x="330446" y="281701"/>
                </a:lnTo>
                <a:lnTo>
                  <a:pt x="339852" y="281940"/>
                </a:lnTo>
                <a:lnTo>
                  <a:pt x="384595" y="281940"/>
                </a:lnTo>
                <a:lnTo>
                  <a:pt x="383476" y="285249"/>
                </a:lnTo>
                <a:lnTo>
                  <a:pt x="379476" y="294132"/>
                </a:lnTo>
                <a:lnTo>
                  <a:pt x="372594" y="302085"/>
                </a:lnTo>
                <a:lnTo>
                  <a:pt x="363283" y="309753"/>
                </a:lnTo>
                <a:lnTo>
                  <a:pt x="351401" y="316849"/>
                </a:lnTo>
                <a:lnTo>
                  <a:pt x="336804" y="32308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" name="object 62"/>
          <p:cNvSpPr/>
          <p:nvPr/>
        </p:nvSpPr>
        <p:spPr>
          <a:xfrm>
            <a:off x="1905000" y="5615939"/>
            <a:ext cx="360045" cy="382905"/>
          </a:xfrm>
          <a:custGeom>
            <a:avLst/>
            <a:gdLst/>
            <a:ahLst/>
            <a:cxnLst/>
            <a:rect l="l" t="t" r="r" b="b"/>
            <a:pathLst>
              <a:path w="360044" h="382904">
                <a:moveTo>
                  <a:pt x="3047" y="242316"/>
                </a:moveTo>
                <a:lnTo>
                  <a:pt x="0" y="234696"/>
                </a:lnTo>
                <a:lnTo>
                  <a:pt x="35123" y="205859"/>
                </a:lnTo>
                <a:lnTo>
                  <a:pt x="67246" y="176593"/>
                </a:lnTo>
                <a:lnTo>
                  <a:pt x="96226" y="147042"/>
                </a:lnTo>
                <a:lnTo>
                  <a:pt x="121920" y="117348"/>
                </a:lnTo>
                <a:lnTo>
                  <a:pt x="161925" y="58102"/>
                </a:lnTo>
                <a:lnTo>
                  <a:pt x="190500" y="0"/>
                </a:lnTo>
                <a:lnTo>
                  <a:pt x="228600" y="33528"/>
                </a:lnTo>
                <a:lnTo>
                  <a:pt x="207264" y="41148"/>
                </a:lnTo>
                <a:lnTo>
                  <a:pt x="178166" y="82931"/>
                </a:lnTo>
                <a:lnTo>
                  <a:pt x="147207" y="121412"/>
                </a:lnTo>
                <a:lnTo>
                  <a:pt x="114300" y="156591"/>
                </a:lnTo>
                <a:lnTo>
                  <a:pt x="79360" y="188468"/>
                </a:lnTo>
                <a:lnTo>
                  <a:pt x="42305" y="217043"/>
                </a:lnTo>
                <a:lnTo>
                  <a:pt x="3047" y="242316"/>
                </a:lnTo>
                <a:close/>
              </a:path>
              <a:path w="360044" h="382904">
                <a:moveTo>
                  <a:pt x="86868" y="370332"/>
                </a:moveTo>
                <a:lnTo>
                  <a:pt x="62484" y="329184"/>
                </a:lnTo>
                <a:lnTo>
                  <a:pt x="76485" y="324945"/>
                </a:lnTo>
                <a:lnTo>
                  <a:pt x="95631" y="312420"/>
                </a:lnTo>
                <a:lnTo>
                  <a:pt x="149352" y="263652"/>
                </a:lnTo>
                <a:lnTo>
                  <a:pt x="179903" y="229028"/>
                </a:lnTo>
                <a:lnTo>
                  <a:pt x="207454" y="191262"/>
                </a:lnTo>
                <a:lnTo>
                  <a:pt x="231862" y="150066"/>
                </a:lnTo>
                <a:lnTo>
                  <a:pt x="252984" y="105156"/>
                </a:lnTo>
                <a:lnTo>
                  <a:pt x="289560" y="134112"/>
                </a:lnTo>
                <a:lnTo>
                  <a:pt x="271272" y="143256"/>
                </a:lnTo>
                <a:lnTo>
                  <a:pt x="244649" y="178355"/>
                </a:lnTo>
                <a:lnTo>
                  <a:pt x="219456" y="210312"/>
                </a:lnTo>
                <a:lnTo>
                  <a:pt x="172212" y="263652"/>
                </a:lnTo>
                <a:lnTo>
                  <a:pt x="131254" y="302704"/>
                </a:lnTo>
                <a:lnTo>
                  <a:pt x="100584" y="329184"/>
                </a:lnTo>
                <a:lnTo>
                  <a:pt x="288265" y="329184"/>
                </a:lnTo>
                <a:lnTo>
                  <a:pt x="238243" y="335121"/>
                </a:lnTo>
                <a:lnTo>
                  <a:pt x="177613" y="343887"/>
                </a:lnTo>
                <a:lnTo>
                  <a:pt x="132124" y="352580"/>
                </a:lnTo>
                <a:lnTo>
                  <a:pt x="101851" y="361346"/>
                </a:lnTo>
                <a:lnTo>
                  <a:pt x="86868" y="370332"/>
                </a:lnTo>
                <a:close/>
              </a:path>
              <a:path w="360044" h="382904">
                <a:moveTo>
                  <a:pt x="288265" y="329184"/>
                </a:moveTo>
                <a:lnTo>
                  <a:pt x="100584" y="329184"/>
                </a:lnTo>
                <a:lnTo>
                  <a:pt x="309372" y="318516"/>
                </a:lnTo>
                <a:lnTo>
                  <a:pt x="297084" y="297918"/>
                </a:lnTo>
                <a:lnTo>
                  <a:pt x="283083" y="277177"/>
                </a:lnTo>
                <a:lnTo>
                  <a:pt x="267366" y="256151"/>
                </a:lnTo>
                <a:lnTo>
                  <a:pt x="249936" y="234696"/>
                </a:lnTo>
                <a:lnTo>
                  <a:pt x="254508" y="230124"/>
                </a:lnTo>
                <a:lnTo>
                  <a:pt x="295917" y="265033"/>
                </a:lnTo>
                <a:lnTo>
                  <a:pt x="326326" y="292227"/>
                </a:lnTo>
                <a:lnTo>
                  <a:pt x="353568" y="324612"/>
                </a:lnTo>
                <a:lnTo>
                  <a:pt x="354221" y="326136"/>
                </a:lnTo>
                <a:lnTo>
                  <a:pt x="313944" y="326136"/>
                </a:lnTo>
                <a:lnTo>
                  <a:pt x="288265" y="329184"/>
                </a:lnTo>
                <a:close/>
              </a:path>
              <a:path w="360044" h="382904">
                <a:moveTo>
                  <a:pt x="342900" y="382524"/>
                </a:moveTo>
                <a:lnTo>
                  <a:pt x="338328" y="382524"/>
                </a:lnTo>
                <a:lnTo>
                  <a:pt x="335280" y="377952"/>
                </a:lnTo>
                <a:lnTo>
                  <a:pt x="332232" y="370332"/>
                </a:lnTo>
                <a:lnTo>
                  <a:pt x="328517" y="360640"/>
                </a:lnTo>
                <a:lnTo>
                  <a:pt x="324231" y="349948"/>
                </a:lnTo>
                <a:lnTo>
                  <a:pt x="319373" y="338399"/>
                </a:lnTo>
                <a:lnTo>
                  <a:pt x="313944" y="326136"/>
                </a:lnTo>
                <a:lnTo>
                  <a:pt x="354221" y="326136"/>
                </a:lnTo>
                <a:lnTo>
                  <a:pt x="358140" y="335280"/>
                </a:lnTo>
                <a:lnTo>
                  <a:pt x="359664" y="342900"/>
                </a:lnTo>
                <a:lnTo>
                  <a:pt x="359584" y="349948"/>
                </a:lnTo>
                <a:lnTo>
                  <a:pt x="359116" y="355592"/>
                </a:lnTo>
                <a:lnTo>
                  <a:pt x="357568" y="361759"/>
                </a:lnTo>
                <a:lnTo>
                  <a:pt x="355163" y="367641"/>
                </a:lnTo>
                <a:lnTo>
                  <a:pt x="352044" y="373380"/>
                </a:lnTo>
                <a:lnTo>
                  <a:pt x="342900" y="38252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" name="object 63"/>
          <p:cNvSpPr/>
          <p:nvPr/>
        </p:nvSpPr>
        <p:spPr>
          <a:xfrm>
            <a:off x="2346960" y="5635752"/>
            <a:ext cx="131445" cy="428625"/>
          </a:xfrm>
          <a:custGeom>
            <a:avLst/>
            <a:gdLst/>
            <a:ahLst/>
            <a:cxnLst/>
            <a:rect l="l" t="t" r="r" b="b"/>
            <a:pathLst>
              <a:path w="131444" h="428625">
                <a:moveTo>
                  <a:pt x="131063" y="428243"/>
                </a:moveTo>
                <a:lnTo>
                  <a:pt x="80771" y="428243"/>
                </a:lnTo>
                <a:lnTo>
                  <a:pt x="63341" y="405098"/>
                </a:lnTo>
                <a:lnTo>
                  <a:pt x="33623" y="357092"/>
                </a:lnTo>
                <a:lnTo>
                  <a:pt x="12215" y="305942"/>
                </a:lnTo>
                <a:lnTo>
                  <a:pt x="1404" y="246506"/>
                </a:lnTo>
                <a:lnTo>
                  <a:pt x="0" y="213360"/>
                </a:lnTo>
                <a:lnTo>
                  <a:pt x="1404" y="181094"/>
                </a:lnTo>
                <a:lnTo>
                  <a:pt x="12215" y="122277"/>
                </a:lnTo>
                <a:lnTo>
                  <a:pt x="32765" y="71151"/>
                </a:lnTo>
                <a:lnTo>
                  <a:pt x="62483" y="23145"/>
                </a:lnTo>
                <a:lnTo>
                  <a:pt x="80771" y="0"/>
                </a:lnTo>
                <a:lnTo>
                  <a:pt x="131063" y="0"/>
                </a:lnTo>
                <a:lnTo>
                  <a:pt x="131063" y="3047"/>
                </a:lnTo>
                <a:lnTo>
                  <a:pt x="122181" y="11334"/>
                </a:lnTo>
                <a:lnTo>
                  <a:pt x="113728" y="20192"/>
                </a:lnTo>
                <a:lnTo>
                  <a:pt x="89558" y="50220"/>
                </a:lnTo>
                <a:lnTo>
                  <a:pt x="67055" y="86867"/>
                </a:lnTo>
                <a:lnTo>
                  <a:pt x="50553" y="130587"/>
                </a:lnTo>
                <a:lnTo>
                  <a:pt x="40195" y="179260"/>
                </a:lnTo>
                <a:lnTo>
                  <a:pt x="38099" y="213360"/>
                </a:lnTo>
                <a:lnTo>
                  <a:pt x="38647" y="232219"/>
                </a:lnTo>
                <a:lnTo>
                  <a:pt x="45719" y="281939"/>
                </a:lnTo>
                <a:lnTo>
                  <a:pt x="60721" y="326731"/>
                </a:lnTo>
                <a:lnTo>
                  <a:pt x="81724" y="366140"/>
                </a:lnTo>
                <a:lnTo>
                  <a:pt x="105775" y="399478"/>
                </a:lnTo>
                <a:lnTo>
                  <a:pt x="131063" y="425195"/>
                </a:lnTo>
                <a:lnTo>
                  <a:pt x="131063" y="42824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" name="object 64"/>
          <p:cNvSpPr/>
          <p:nvPr/>
        </p:nvSpPr>
        <p:spPr>
          <a:xfrm>
            <a:off x="2523744" y="5635764"/>
            <a:ext cx="1089660" cy="428625"/>
          </a:xfrm>
          <a:custGeom>
            <a:avLst/>
            <a:gdLst/>
            <a:ahLst/>
            <a:cxnLst/>
            <a:rect l="l" t="t" r="r" b="b"/>
            <a:pathLst>
              <a:path w="1089660" h="428625">
                <a:moveTo>
                  <a:pt x="316992" y="178308"/>
                </a:moveTo>
                <a:lnTo>
                  <a:pt x="310896" y="137160"/>
                </a:lnTo>
                <a:lnTo>
                  <a:pt x="290791" y="104559"/>
                </a:lnTo>
                <a:lnTo>
                  <a:pt x="272796" y="94488"/>
                </a:lnTo>
                <a:lnTo>
                  <a:pt x="266788" y="91605"/>
                </a:lnTo>
                <a:lnTo>
                  <a:pt x="260223" y="89725"/>
                </a:lnTo>
                <a:lnTo>
                  <a:pt x="253072" y="88696"/>
                </a:lnTo>
                <a:lnTo>
                  <a:pt x="245364" y="88392"/>
                </a:lnTo>
                <a:lnTo>
                  <a:pt x="235115" y="89192"/>
                </a:lnTo>
                <a:lnTo>
                  <a:pt x="198120" y="105346"/>
                </a:lnTo>
                <a:lnTo>
                  <a:pt x="170688" y="131064"/>
                </a:lnTo>
                <a:lnTo>
                  <a:pt x="165773" y="120484"/>
                </a:lnTo>
                <a:lnTo>
                  <a:pt x="136461" y="94170"/>
                </a:lnTo>
                <a:lnTo>
                  <a:pt x="106680" y="88392"/>
                </a:lnTo>
                <a:lnTo>
                  <a:pt x="97790" y="88963"/>
                </a:lnTo>
                <a:lnTo>
                  <a:pt x="57150" y="108013"/>
                </a:lnTo>
                <a:lnTo>
                  <a:pt x="41148" y="121920"/>
                </a:lnTo>
                <a:lnTo>
                  <a:pt x="41148" y="96012"/>
                </a:lnTo>
                <a:lnTo>
                  <a:pt x="0" y="96012"/>
                </a:lnTo>
                <a:lnTo>
                  <a:pt x="0" y="338328"/>
                </a:lnTo>
                <a:lnTo>
                  <a:pt x="41148" y="338328"/>
                </a:lnTo>
                <a:lnTo>
                  <a:pt x="41148" y="156972"/>
                </a:lnTo>
                <a:lnTo>
                  <a:pt x="48006" y="150634"/>
                </a:lnTo>
                <a:lnTo>
                  <a:pt x="83629" y="130111"/>
                </a:lnTo>
                <a:lnTo>
                  <a:pt x="97536" y="128016"/>
                </a:lnTo>
                <a:lnTo>
                  <a:pt x="106680" y="128016"/>
                </a:lnTo>
                <a:lnTo>
                  <a:pt x="112776" y="129540"/>
                </a:lnTo>
                <a:lnTo>
                  <a:pt x="118872" y="132588"/>
                </a:lnTo>
                <a:lnTo>
                  <a:pt x="123444" y="134112"/>
                </a:lnTo>
                <a:lnTo>
                  <a:pt x="128016" y="138684"/>
                </a:lnTo>
                <a:lnTo>
                  <a:pt x="134112" y="150876"/>
                </a:lnTo>
                <a:lnTo>
                  <a:pt x="135636" y="156972"/>
                </a:lnTo>
                <a:lnTo>
                  <a:pt x="135636" y="167640"/>
                </a:lnTo>
                <a:lnTo>
                  <a:pt x="136512" y="174752"/>
                </a:lnTo>
                <a:lnTo>
                  <a:pt x="136969" y="182308"/>
                </a:lnTo>
                <a:lnTo>
                  <a:pt x="137134" y="190131"/>
                </a:lnTo>
                <a:lnTo>
                  <a:pt x="137160" y="338328"/>
                </a:lnTo>
                <a:lnTo>
                  <a:pt x="178308" y="338328"/>
                </a:lnTo>
                <a:lnTo>
                  <a:pt x="178308" y="158496"/>
                </a:lnTo>
                <a:lnTo>
                  <a:pt x="185394" y="151066"/>
                </a:lnTo>
                <a:lnTo>
                  <a:pt x="221551" y="130111"/>
                </a:lnTo>
                <a:lnTo>
                  <a:pt x="234696" y="128016"/>
                </a:lnTo>
                <a:lnTo>
                  <a:pt x="243840" y="128016"/>
                </a:lnTo>
                <a:lnTo>
                  <a:pt x="251460" y="129540"/>
                </a:lnTo>
                <a:lnTo>
                  <a:pt x="256032" y="132588"/>
                </a:lnTo>
                <a:lnTo>
                  <a:pt x="262128" y="134112"/>
                </a:lnTo>
                <a:lnTo>
                  <a:pt x="274548" y="174752"/>
                </a:lnTo>
                <a:lnTo>
                  <a:pt x="275602" y="190131"/>
                </a:lnTo>
                <a:lnTo>
                  <a:pt x="275844" y="198120"/>
                </a:lnTo>
                <a:lnTo>
                  <a:pt x="275844" y="338328"/>
                </a:lnTo>
                <a:lnTo>
                  <a:pt x="316992" y="338328"/>
                </a:lnTo>
                <a:lnTo>
                  <a:pt x="316992" y="178308"/>
                </a:lnTo>
                <a:close/>
              </a:path>
              <a:path w="1089660" h="428625">
                <a:moveTo>
                  <a:pt x="452628" y="275844"/>
                </a:moveTo>
                <a:lnTo>
                  <a:pt x="397764" y="275844"/>
                </a:lnTo>
                <a:lnTo>
                  <a:pt x="359664" y="419087"/>
                </a:lnTo>
                <a:lnTo>
                  <a:pt x="391655" y="419087"/>
                </a:lnTo>
                <a:lnTo>
                  <a:pt x="452628" y="275844"/>
                </a:lnTo>
                <a:close/>
              </a:path>
              <a:path w="1089660" h="428625">
                <a:moveTo>
                  <a:pt x="803135" y="96012"/>
                </a:moveTo>
                <a:lnTo>
                  <a:pt x="761987" y="96012"/>
                </a:lnTo>
                <a:lnTo>
                  <a:pt x="720839" y="283464"/>
                </a:lnTo>
                <a:lnTo>
                  <a:pt x="661403" y="96012"/>
                </a:lnTo>
                <a:lnTo>
                  <a:pt x="627875" y="96012"/>
                </a:lnTo>
                <a:lnTo>
                  <a:pt x="571487" y="283464"/>
                </a:lnTo>
                <a:lnTo>
                  <a:pt x="527304" y="96012"/>
                </a:lnTo>
                <a:lnTo>
                  <a:pt x="486156" y="96012"/>
                </a:lnTo>
                <a:lnTo>
                  <a:pt x="547116" y="338328"/>
                </a:lnTo>
                <a:lnTo>
                  <a:pt x="585216" y="338328"/>
                </a:lnTo>
                <a:lnTo>
                  <a:pt x="644652" y="150876"/>
                </a:lnTo>
                <a:lnTo>
                  <a:pt x="704075" y="338328"/>
                </a:lnTo>
                <a:lnTo>
                  <a:pt x="740651" y="338328"/>
                </a:lnTo>
                <a:lnTo>
                  <a:pt x="803135" y="96012"/>
                </a:lnTo>
                <a:close/>
              </a:path>
              <a:path w="1089660" h="428625">
                <a:moveTo>
                  <a:pt x="955535" y="213360"/>
                </a:moveTo>
                <a:lnTo>
                  <a:pt x="950010" y="150685"/>
                </a:lnTo>
                <a:lnTo>
                  <a:pt x="934199" y="96012"/>
                </a:lnTo>
                <a:lnTo>
                  <a:pt x="909053" y="46863"/>
                </a:lnTo>
                <a:lnTo>
                  <a:pt x="874763" y="0"/>
                </a:lnTo>
                <a:lnTo>
                  <a:pt x="824471" y="0"/>
                </a:lnTo>
                <a:lnTo>
                  <a:pt x="824471" y="3048"/>
                </a:lnTo>
                <a:lnTo>
                  <a:pt x="833361" y="10477"/>
                </a:lnTo>
                <a:lnTo>
                  <a:pt x="841806" y="19050"/>
                </a:lnTo>
                <a:lnTo>
                  <a:pt x="849985" y="28765"/>
                </a:lnTo>
                <a:lnTo>
                  <a:pt x="857999" y="39624"/>
                </a:lnTo>
                <a:lnTo>
                  <a:pt x="866622" y="50431"/>
                </a:lnTo>
                <a:lnTo>
                  <a:pt x="888479" y="86868"/>
                </a:lnTo>
                <a:lnTo>
                  <a:pt x="905205" y="130581"/>
                </a:lnTo>
                <a:lnTo>
                  <a:pt x="915339" y="179260"/>
                </a:lnTo>
                <a:lnTo>
                  <a:pt x="917435" y="213360"/>
                </a:lnTo>
                <a:lnTo>
                  <a:pt x="916889" y="231355"/>
                </a:lnTo>
                <a:lnTo>
                  <a:pt x="909815" y="281940"/>
                </a:lnTo>
                <a:lnTo>
                  <a:pt x="894816" y="326517"/>
                </a:lnTo>
                <a:lnTo>
                  <a:pt x="874572" y="366141"/>
                </a:lnTo>
                <a:lnTo>
                  <a:pt x="850620" y="399478"/>
                </a:lnTo>
                <a:lnTo>
                  <a:pt x="824471" y="425196"/>
                </a:lnTo>
                <a:lnTo>
                  <a:pt x="824471" y="428244"/>
                </a:lnTo>
                <a:lnTo>
                  <a:pt x="874763" y="428244"/>
                </a:lnTo>
                <a:lnTo>
                  <a:pt x="893051" y="405091"/>
                </a:lnTo>
                <a:lnTo>
                  <a:pt x="922769" y="357085"/>
                </a:lnTo>
                <a:lnTo>
                  <a:pt x="943965" y="305943"/>
                </a:lnTo>
                <a:lnTo>
                  <a:pt x="954354" y="246507"/>
                </a:lnTo>
                <a:lnTo>
                  <a:pt x="955535" y="213360"/>
                </a:lnTo>
                <a:close/>
              </a:path>
              <a:path w="1089660" h="428625">
                <a:moveTo>
                  <a:pt x="1089647" y="275844"/>
                </a:moveTo>
                <a:lnTo>
                  <a:pt x="1034796" y="275844"/>
                </a:lnTo>
                <a:lnTo>
                  <a:pt x="996696" y="419087"/>
                </a:lnTo>
                <a:lnTo>
                  <a:pt x="1028687" y="419087"/>
                </a:lnTo>
                <a:lnTo>
                  <a:pt x="1089647" y="27584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" name="object 65"/>
          <p:cNvSpPr/>
          <p:nvPr/>
        </p:nvSpPr>
        <p:spPr>
          <a:xfrm>
            <a:off x="3808476" y="5635752"/>
            <a:ext cx="131445" cy="428625"/>
          </a:xfrm>
          <a:custGeom>
            <a:avLst/>
            <a:gdLst/>
            <a:ahLst/>
            <a:cxnLst/>
            <a:rect l="l" t="t" r="r" b="b"/>
            <a:pathLst>
              <a:path w="131445" h="428625">
                <a:moveTo>
                  <a:pt x="131063" y="428243"/>
                </a:moveTo>
                <a:lnTo>
                  <a:pt x="80771" y="428243"/>
                </a:lnTo>
                <a:lnTo>
                  <a:pt x="63341" y="405098"/>
                </a:lnTo>
                <a:lnTo>
                  <a:pt x="33623" y="357092"/>
                </a:lnTo>
                <a:lnTo>
                  <a:pt x="12215" y="305942"/>
                </a:lnTo>
                <a:lnTo>
                  <a:pt x="1404" y="246506"/>
                </a:lnTo>
                <a:lnTo>
                  <a:pt x="0" y="213360"/>
                </a:lnTo>
                <a:lnTo>
                  <a:pt x="1404" y="181094"/>
                </a:lnTo>
                <a:lnTo>
                  <a:pt x="12215" y="122277"/>
                </a:lnTo>
                <a:lnTo>
                  <a:pt x="32765" y="71151"/>
                </a:lnTo>
                <a:lnTo>
                  <a:pt x="62483" y="23145"/>
                </a:lnTo>
                <a:lnTo>
                  <a:pt x="80771" y="0"/>
                </a:lnTo>
                <a:lnTo>
                  <a:pt x="131063" y="0"/>
                </a:lnTo>
                <a:lnTo>
                  <a:pt x="131063" y="3047"/>
                </a:lnTo>
                <a:lnTo>
                  <a:pt x="122181" y="11334"/>
                </a:lnTo>
                <a:lnTo>
                  <a:pt x="113728" y="20192"/>
                </a:lnTo>
                <a:lnTo>
                  <a:pt x="89558" y="50220"/>
                </a:lnTo>
                <a:lnTo>
                  <a:pt x="67055" y="86867"/>
                </a:lnTo>
                <a:lnTo>
                  <a:pt x="50553" y="130587"/>
                </a:lnTo>
                <a:lnTo>
                  <a:pt x="40195" y="179260"/>
                </a:lnTo>
                <a:lnTo>
                  <a:pt x="38099" y="213360"/>
                </a:lnTo>
                <a:lnTo>
                  <a:pt x="38647" y="232219"/>
                </a:lnTo>
                <a:lnTo>
                  <a:pt x="45719" y="281939"/>
                </a:lnTo>
                <a:lnTo>
                  <a:pt x="60721" y="326731"/>
                </a:lnTo>
                <a:lnTo>
                  <a:pt x="81152" y="366140"/>
                </a:lnTo>
                <a:lnTo>
                  <a:pt x="97535" y="388619"/>
                </a:lnTo>
                <a:lnTo>
                  <a:pt x="105560" y="399478"/>
                </a:lnTo>
                <a:lnTo>
                  <a:pt x="113728" y="409193"/>
                </a:lnTo>
                <a:lnTo>
                  <a:pt x="122181" y="417766"/>
                </a:lnTo>
                <a:lnTo>
                  <a:pt x="131063" y="425195"/>
                </a:lnTo>
                <a:lnTo>
                  <a:pt x="131063" y="42824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" name="object 66"/>
          <p:cNvSpPr/>
          <p:nvPr/>
        </p:nvSpPr>
        <p:spPr>
          <a:xfrm>
            <a:off x="3985260" y="5724144"/>
            <a:ext cx="315595" cy="250190"/>
          </a:xfrm>
          <a:custGeom>
            <a:avLst/>
            <a:gdLst/>
            <a:ahLst/>
            <a:cxnLst/>
            <a:rect l="l" t="t" r="r" b="b"/>
            <a:pathLst>
              <a:path w="315595" h="250189">
                <a:moveTo>
                  <a:pt x="315467" y="249936"/>
                </a:moveTo>
                <a:lnTo>
                  <a:pt x="274319" y="249936"/>
                </a:lnTo>
                <a:lnTo>
                  <a:pt x="274319" y="79248"/>
                </a:lnTo>
                <a:lnTo>
                  <a:pt x="272795" y="68579"/>
                </a:lnTo>
                <a:lnTo>
                  <a:pt x="271271" y="62484"/>
                </a:lnTo>
                <a:lnTo>
                  <a:pt x="265175" y="50292"/>
                </a:lnTo>
                <a:lnTo>
                  <a:pt x="260603" y="45719"/>
                </a:lnTo>
                <a:lnTo>
                  <a:pt x="256031" y="44196"/>
                </a:lnTo>
                <a:lnTo>
                  <a:pt x="249935" y="41148"/>
                </a:lnTo>
                <a:lnTo>
                  <a:pt x="243839" y="39624"/>
                </a:lnTo>
                <a:lnTo>
                  <a:pt x="234695" y="39624"/>
                </a:lnTo>
                <a:lnTo>
                  <a:pt x="192595" y="56388"/>
                </a:lnTo>
                <a:lnTo>
                  <a:pt x="176783" y="70104"/>
                </a:lnTo>
                <a:lnTo>
                  <a:pt x="176783" y="71628"/>
                </a:lnTo>
                <a:lnTo>
                  <a:pt x="178307" y="74676"/>
                </a:lnTo>
                <a:lnTo>
                  <a:pt x="178307" y="249936"/>
                </a:lnTo>
                <a:lnTo>
                  <a:pt x="137159" y="249936"/>
                </a:lnTo>
                <a:lnTo>
                  <a:pt x="137136" y="101750"/>
                </a:lnTo>
                <a:lnTo>
                  <a:pt x="136969" y="93916"/>
                </a:lnTo>
                <a:lnTo>
                  <a:pt x="136517" y="86367"/>
                </a:lnTo>
                <a:lnTo>
                  <a:pt x="135635" y="79248"/>
                </a:lnTo>
                <a:lnTo>
                  <a:pt x="135635" y="68579"/>
                </a:lnTo>
                <a:lnTo>
                  <a:pt x="134111" y="62484"/>
                </a:lnTo>
                <a:lnTo>
                  <a:pt x="128015" y="50292"/>
                </a:lnTo>
                <a:lnTo>
                  <a:pt x="123443" y="45719"/>
                </a:lnTo>
                <a:lnTo>
                  <a:pt x="118871" y="44196"/>
                </a:lnTo>
                <a:lnTo>
                  <a:pt x="112775" y="41148"/>
                </a:lnTo>
                <a:lnTo>
                  <a:pt x="105155" y="39624"/>
                </a:lnTo>
                <a:lnTo>
                  <a:pt x="96011" y="39624"/>
                </a:lnTo>
                <a:lnTo>
                  <a:pt x="54101" y="56769"/>
                </a:lnTo>
                <a:lnTo>
                  <a:pt x="39623" y="68579"/>
                </a:lnTo>
                <a:lnTo>
                  <a:pt x="39623" y="249936"/>
                </a:lnTo>
                <a:lnTo>
                  <a:pt x="0" y="249936"/>
                </a:lnTo>
                <a:lnTo>
                  <a:pt x="0" y="7619"/>
                </a:lnTo>
                <a:lnTo>
                  <a:pt x="39623" y="7619"/>
                </a:lnTo>
                <a:lnTo>
                  <a:pt x="39623" y="33528"/>
                </a:lnTo>
                <a:lnTo>
                  <a:pt x="47624" y="26074"/>
                </a:lnTo>
                <a:lnTo>
                  <a:pt x="79890" y="5143"/>
                </a:lnTo>
                <a:lnTo>
                  <a:pt x="106679" y="0"/>
                </a:lnTo>
                <a:lnTo>
                  <a:pt x="117562" y="595"/>
                </a:lnTo>
                <a:lnTo>
                  <a:pt x="152471" y="16097"/>
                </a:lnTo>
                <a:lnTo>
                  <a:pt x="170687" y="42672"/>
                </a:lnTo>
                <a:lnTo>
                  <a:pt x="179808" y="32956"/>
                </a:lnTo>
                <a:lnTo>
                  <a:pt x="214907" y="6429"/>
                </a:lnTo>
                <a:lnTo>
                  <a:pt x="243839" y="0"/>
                </a:lnTo>
                <a:lnTo>
                  <a:pt x="251793" y="309"/>
                </a:lnTo>
                <a:lnTo>
                  <a:pt x="259460" y="1333"/>
                </a:lnTo>
                <a:lnTo>
                  <a:pt x="266557" y="3214"/>
                </a:lnTo>
                <a:lnTo>
                  <a:pt x="272795" y="6096"/>
                </a:lnTo>
                <a:lnTo>
                  <a:pt x="279368" y="8691"/>
                </a:lnTo>
                <a:lnTo>
                  <a:pt x="307443" y="41052"/>
                </a:lnTo>
                <a:lnTo>
                  <a:pt x="315467" y="89916"/>
                </a:lnTo>
                <a:lnTo>
                  <a:pt x="315467" y="24993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pic>
        <p:nvPicPr>
          <p:cNvPr id="67" name="object 67"/>
          <p:cNvPicPr/>
          <p:nvPr/>
        </p:nvPicPr>
        <p:blipFill>
          <a:blip r:embed="rId17" cstate="print"/>
          <a:stretch>
            <a:fillRect/>
          </a:stretch>
        </p:blipFill>
        <p:spPr>
          <a:xfrm>
            <a:off x="4373879" y="5672327"/>
            <a:ext cx="65532" cy="112775"/>
          </a:xfrm>
          <a:prstGeom prst="rect">
            <a:avLst/>
          </a:prstGeom>
        </p:spPr>
      </p:pic>
      <p:sp>
        <p:nvSpPr>
          <p:cNvPr id="68" name="object 68"/>
          <p:cNvSpPr/>
          <p:nvPr/>
        </p:nvSpPr>
        <p:spPr>
          <a:xfrm>
            <a:off x="4494263" y="5731776"/>
            <a:ext cx="441959" cy="323215"/>
          </a:xfrm>
          <a:custGeom>
            <a:avLst/>
            <a:gdLst/>
            <a:ahLst/>
            <a:cxnLst/>
            <a:rect l="l" t="t" r="r" b="b"/>
            <a:pathLst>
              <a:path w="441960" h="323214">
                <a:moveTo>
                  <a:pt x="92976" y="179832"/>
                </a:moveTo>
                <a:lnTo>
                  <a:pt x="38100" y="179832"/>
                </a:lnTo>
                <a:lnTo>
                  <a:pt x="0" y="323075"/>
                </a:lnTo>
                <a:lnTo>
                  <a:pt x="32016" y="323075"/>
                </a:lnTo>
                <a:lnTo>
                  <a:pt x="92976" y="179832"/>
                </a:lnTo>
                <a:close/>
              </a:path>
              <a:path w="441960" h="323214">
                <a:moveTo>
                  <a:pt x="441960" y="0"/>
                </a:moveTo>
                <a:lnTo>
                  <a:pt x="400812" y="0"/>
                </a:lnTo>
                <a:lnTo>
                  <a:pt x="359664" y="187452"/>
                </a:lnTo>
                <a:lnTo>
                  <a:pt x="301752" y="0"/>
                </a:lnTo>
                <a:lnTo>
                  <a:pt x="268224" y="0"/>
                </a:lnTo>
                <a:lnTo>
                  <a:pt x="210312" y="187452"/>
                </a:lnTo>
                <a:lnTo>
                  <a:pt x="167640" y="0"/>
                </a:lnTo>
                <a:lnTo>
                  <a:pt x="124968" y="0"/>
                </a:lnTo>
                <a:lnTo>
                  <a:pt x="187452" y="242316"/>
                </a:lnTo>
                <a:lnTo>
                  <a:pt x="224028" y="242316"/>
                </a:lnTo>
                <a:lnTo>
                  <a:pt x="283464" y="54864"/>
                </a:lnTo>
                <a:lnTo>
                  <a:pt x="342900" y="242316"/>
                </a:lnTo>
                <a:lnTo>
                  <a:pt x="381000" y="242316"/>
                </a:lnTo>
                <a:lnTo>
                  <a:pt x="44196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pic>
        <p:nvPicPr>
          <p:cNvPr id="69" name="object 69"/>
          <p:cNvPicPr/>
          <p:nvPr/>
        </p:nvPicPr>
        <p:blipFill>
          <a:blip r:embed="rId18" cstate="print"/>
          <a:stretch>
            <a:fillRect/>
          </a:stretch>
        </p:blipFill>
        <p:spPr>
          <a:xfrm>
            <a:off x="4985003" y="5672327"/>
            <a:ext cx="67055" cy="112775"/>
          </a:xfrm>
          <a:prstGeom prst="rect">
            <a:avLst/>
          </a:prstGeom>
        </p:spPr>
      </p:pic>
      <p:sp>
        <p:nvSpPr>
          <p:cNvPr id="70" name="object 70"/>
          <p:cNvSpPr/>
          <p:nvPr/>
        </p:nvSpPr>
        <p:spPr>
          <a:xfrm>
            <a:off x="5106923" y="5635752"/>
            <a:ext cx="131445" cy="428625"/>
          </a:xfrm>
          <a:custGeom>
            <a:avLst/>
            <a:gdLst/>
            <a:ahLst/>
            <a:cxnLst/>
            <a:rect l="l" t="t" r="r" b="b"/>
            <a:pathLst>
              <a:path w="131445" h="428625">
                <a:moveTo>
                  <a:pt x="50291" y="428243"/>
                </a:moveTo>
                <a:lnTo>
                  <a:pt x="0" y="428243"/>
                </a:lnTo>
                <a:lnTo>
                  <a:pt x="0" y="425196"/>
                </a:lnTo>
                <a:lnTo>
                  <a:pt x="8239" y="417766"/>
                </a:lnTo>
                <a:lnTo>
                  <a:pt x="16763" y="409194"/>
                </a:lnTo>
                <a:lnTo>
                  <a:pt x="25288" y="399478"/>
                </a:lnTo>
                <a:lnTo>
                  <a:pt x="33527" y="388620"/>
                </a:lnTo>
                <a:lnTo>
                  <a:pt x="42148" y="377809"/>
                </a:lnTo>
                <a:lnTo>
                  <a:pt x="64007" y="341376"/>
                </a:lnTo>
                <a:lnTo>
                  <a:pt x="80510" y="296799"/>
                </a:lnTo>
                <a:lnTo>
                  <a:pt x="90868" y="248793"/>
                </a:lnTo>
                <a:lnTo>
                  <a:pt x="92963" y="213360"/>
                </a:lnTo>
                <a:lnTo>
                  <a:pt x="92416" y="196238"/>
                </a:lnTo>
                <a:lnTo>
                  <a:pt x="85343" y="146304"/>
                </a:lnTo>
                <a:lnTo>
                  <a:pt x="69699" y="100869"/>
                </a:lnTo>
                <a:lnTo>
                  <a:pt x="49339" y="62103"/>
                </a:lnTo>
                <a:lnTo>
                  <a:pt x="25288" y="28765"/>
                </a:lnTo>
                <a:lnTo>
                  <a:pt x="0" y="3048"/>
                </a:lnTo>
                <a:lnTo>
                  <a:pt x="0" y="0"/>
                </a:lnTo>
                <a:lnTo>
                  <a:pt x="50291" y="0"/>
                </a:lnTo>
                <a:lnTo>
                  <a:pt x="67722" y="23145"/>
                </a:lnTo>
                <a:lnTo>
                  <a:pt x="97440" y="71151"/>
                </a:lnTo>
                <a:lnTo>
                  <a:pt x="118848" y="122277"/>
                </a:lnTo>
                <a:lnTo>
                  <a:pt x="129659" y="181094"/>
                </a:lnTo>
                <a:lnTo>
                  <a:pt x="131063" y="213360"/>
                </a:lnTo>
                <a:lnTo>
                  <a:pt x="129659" y="246507"/>
                </a:lnTo>
                <a:lnTo>
                  <a:pt x="118848" y="305943"/>
                </a:lnTo>
                <a:lnTo>
                  <a:pt x="97440" y="357092"/>
                </a:lnTo>
                <a:lnTo>
                  <a:pt x="67722" y="405098"/>
                </a:lnTo>
                <a:lnTo>
                  <a:pt x="50291" y="42824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" name="object 71"/>
          <p:cNvSpPr/>
          <p:nvPr/>
        </p:nvSpPr>
        <p:spPr>
          <a:xfrm>
            <a:off x="5283708" y="5609844"/>
            <a:ext cx="393700" cy="408940"/>
          </a:xfrm>
          <a:custGeom>
            <a:avLst/>
            <a:gdLst/>
            <a:ahLst/>
            <a:cxnLst/>
            <a:rect l="l" t="t" r="r" b="b"/>
            <a:pathLst>
              <a:path w="393700" h="408939">
                <a:moveTo>
                  <a:pt x="97536" y="103632"/>
                </a:moveTo>
                <a:lnTo>
                  <a:pt x="73152" y="103632"/>
                </a:lnTo>
                <a:lnTo>
                  <a:pt x="73042" y="61912"/>
                </a:lnTo>
                <a:lnTo>
                  <a:pt x="72934" y="47458"/>
                </a:lnTo>
                <a:lnTo>
                  <a:pt x="72509" y="23693"/>
                </a:lnTo>
                <a:lnTo>
                  <a:pt x="71628" y="0"/>
                </a:lnTo>
                <a:lnTo>
                  <a:pt x="111252" y="19812"/>
                </a:lnTo>
                <a:lnTo>
                  <a:pt x="97536" y="32004"/>
                </a:lnTo>
                <a:lnTo>
                  <a:pt x="97536" y="103632"/>
                </a:lnTo>
                <a:close/>
              </a:path>
              <a:path w="393700" h="408939">
                <a:moveTo>
                  <a:pt x="156972" y="185928"/>
                </a:moveTo>
                <a:lnTo>
                  <a:pt x="152400" y="181356"/>
                </a:lnTo>
                <a:lnTo>
                  <a:pt x="176069" y="140803"/>
                </a:lnTo>
                <a:lnTo>
                  <a:pt x="196596" y="96964"/>
                </a:lnTo>
                <a:lnTo>
                  <a:pt x="213693" y="49982"/>
                </a:lnTo>
                <a:lnTo>
                  <a:pt x="227076" y="0"/>
                </a:lnTo>
                <a:lnTo>
                  <a:pt x="268224" y="21336"/>
                </a:lnTo>
                <a:lnTo>
                  <a:pt x="251460" y="32004"/>
                </a:lnTo>
                <a:lnTo>
                  <a:pt x="243959" y="47458"/>
                </a:lnTo>
                <a:lnTo>
                  <a:pt x="237172" y="61912"/>
                </a:lnTo>
                <a:lnTo>
                  <a:pt x="230598" y="75652"/>
                </a:lnTo>
                <a:lnTo>
                  <a:pt x="224028" y="88392"/>
                </a:lnTo>
                <a:lnTo>
                  <a:pt x="385123" y="88392"/>
                </a:lnTo>
                <a:lnTo>
                  <a:pt x="393192" y="96012"/>
                </a:lnTo>
                <a:lnTo>
                  <a:pt x="388837" y="99060"/>
                </a:lnTo>
                <a:lnTo>
                  <a:pt x="219456" y="99060"/>
                </a:lnTo>
                <a:lnTo>
                  <a:pt x="203692" y="124206"/>
                </a:lnTo>
                <a:lnTo>
                  <a:pt x="188214" y="147066"/>
                </a:lnTo>
                <a:lnTo>
                  <a:pt x="172735" y="167640"/>
                </a:lnTo>
                <a:lnTo>
                  <a:pt x="156972" y="185928"/>
                </a:lnTo>
                <a:close/>
              </a:path>
              <a:path w="393700" h="408939">
                <a:moveTo>
                  <a:pt x="385123" y="88392"/>
                </a:moveTo>
                <a:lnTo>
                  <a:pt x="350520" y="88392"/>
                </a:lnTo>
                <a:lnTo>
                  <a:pt x="365760" y="70104"/>
                </a:lnTo>
                <a:lnTo>
                  <a:pt x="385123" y="88392"/>
                </a:lnTo>
                <a:close/>
              </a:path>
              <a:path w="393700" h="408939">
                <a:moveTo>
                  <a:pt x="13716" y="117348"/>
                </a:moveTo>
                <a:lnTo>
                  <a:pt x="0" y="103632"/>
                </a:lnTo>
                <a:lnTo>
                  <a:pt x="118872" y="103632"/>
                </a:lnTo>
                <a:lnTo>
                  <a:pt x="140208" y="82296"/>
                </a:lnTo>
                <a:lnTo>
                  <a:pt x="170688" y="114300"/>
                </a:lnTo>
                <a:lnTo>
                  <a:pt x="30480" y="114300"/>
                </a:lnTo>
                <a:lnTo>
                  <a:pt x="13716" y="117348"/>
                </a:lnTo>
                <a:close/>
              </a:path>
              <a:path w="393700" h="408939">
                <a:moveTo>
                  <a:pt x="364807" y="367284"/>
                </a:moveTo>
                <a:lnTo>
                  <a:pt x="313944" y="367284"/>
                </a:lnTo>
                <a:lnTo>
                  <a:pt x="323088" y="365760"/>
                </a:lnTo>
                <a:lnTo>
                  <a:pt x="329184" y="364236"/>
                </a:lnTo>
                <a:lnTo>
                  <a:pt x="345362" y="314809"/>
                </a:lnTo>
                <a:lnTo>
                  <a:pt x="350180" y="158496"/>
                </a:lnTo>
                <a:lnTo>
                  <a:pt x="352044" y="99060"/>
                </a:lnTo>
                <a:lnTo>
                  <a:pt x="388837" y="99060"/>
                </a:lnTo>
                <a:lnTo>
                  <a:pt x="377952" y="106680"/>
                </a:lnTo>
                <a:lnTo>
                  <a:pt x="376002" y="188976"/>
                </a:lnTo>
                <a:lnTo>
                  <a:pt x="374336" y="248412"/>
                </a:lnTo>
                <a:lnTo>
                  <a:pt x="372794" y="294314"/>
                </a:lnTo>
                <a:lnTo>
                  <a:pt x="370332" y="344424"/>
                </a:lnTo>
                <a:lnTo>
                  <a:pt x="368355" y="356425"/>
                </a:lnTo>
                <a:lnTo>
                  <a:pt x="364807" y="367284"/>
                </a:lnTo>
                <a:close/>
              </a:path>
              <a:path w="393700" h="408939">
                <a:moveTo>
                  <a:pt x="9144" y="309372"/>
                </a:moveTo>
                <a:lnTo>
                  <a:pt x="1524" y="304800"/>
                </a:lnTo>
                <a:lnTo>
                  <a:pt x="24074" y="261961"/>
                </a:lnTo>
                <a:lnTo>
                  <a:pt x="43624" y="215836"/>
                </a:lnTo>
                <a:lnTo>
                  <a:pt x="60031" y="166568"/>
                </a:lnTo>
                <a:lnTo>
                  <a:pt x="73152" y="114300"/>
                </a:lnTo>
                <a:lnTo>
                  <a:pt x="97536" y="114300"/>
                </a:lnTo>
                <a:lnTo>
                  <a:pt x="97536" y="158496"/>
                </a:lnTo>
                <a:lnTo>
                  <a:pt x="116058" y="169164"/>
                </a:lnTo>
                <a:lnTo>
                  <a:pt x="97536" y="169164"/>
                </a:lnTo>
                <a:lnTo>
                  <a:pt x="97580" y="188976"/>
                </a:lnTo>
                <a:lnTo>
                  <a:pt x="73152" y="188976"/>
                </a:lnTo>
                <a:lnTo>
                  <a:pt x="60579" y="221289"/>
                </a:lnTo>
                <a:lnTo>
                  <a:pt x="45720" y="252031"/>
                </a:lnTo>
                <a:lnTo>
                  <a:pt x="28575" y="281344"/>
                </a:lnTo>
                <a:lnTo>
                  <a:pt x="9144" y="309372"/>
                </a:lnTo>
                <a:close/>
              </a:path>
              <a:path w="393700" h="408939">
                <a:moveTo>
                  <a:pt x="181356" y="312420"/>
                </a:moveTo>
                <a:lnTo>
                  <a:pt x="161544" y="278891"/>
                </a:lnTo>
                <a:lnTo>
                  <a:pt x="171831" y="274605"/>
                </a:lnTo>
                <a:lnTo>
                  <a:pt x="182118" y="264032"/>
                </a:lnTo>
                <a:lnTo>
                  <a:pt x="202692" y="224028"/>
                </a:lnTo>
                <a:lnTo>
                  <a:pt x="220980" y="178498"/>
                </a:lnTo>
                <a:lnTo>
                  <a:pt x="230124" y="143256"/>
                </a:lnTo>
                <a:lnTo>
                  <a:pt x="266700" y="166116"/>
                </a:lnTo>
                <a:lnTo>
                  <a:pt x="251460" y="173736"/>
                </a:lnTo>
                <a:lnTo>
                  <a:pt x="231981" y="209454"/>
                </a:lnTo>
                <a:lnTo>
                  <a:pt x="214409" y="239024"/>
                </a:lnTo>
                <a:lnTo>
                  <a:pt x="198739" y="262032"/>
                </a:lnTo>
                <a:lnTo>
                  <a:pt x="184404" y="278891"/>
                </a:lnTo>
                <a:lnTo>
                  <a:pt x="315468" y="278891"/>
                </a:lnTo>
                <a:lnTo>
                  <a:pt x="316050" y="281940"/>
                </a:lnTo>
                <a:lnTo>
                  <a:pt x="284988" y="281940"/>
                </a:lnTo>
                <a:lnTo>
                  <a:pt x="242768" y="289440"/>
                </a:lnTo>
                <a:lnTo>
                  <a:pt x="227076" y="292608"/>
                </a:lnTo>
                <a:lnTo>
                  <a:pt x="212217" y="296346"/>
                </a:lnTo>
                <a:lnTo>
                  <a:pt x="199644" y="300799"/>
                </a:lnTo>
                <a:lnTo>
                  <a:pt x="189357" y="306109"/>
                </a:lnTo>
                <a:lnTo>
                  <a:pt x="181356" y="312420"/>
                </a:lnTo>
                <a:close/>
              </a:path>
              <a:path w="393700" h="408939">
                <a:moveTo>
                  <a:pt x="149352" y="240792"/>
                </a:moveTo>
                <a:lnTo>
                  <a:pt x="143256" y="240792"/>
                </a:lnTo>
                <a:lnTo>
                  <a:pt x="138684" y="234696"/>
                </a:lnTo>
                <a:lnTo>
                  <a:pt x="132588" y="220980"/>
                </a:lnTo>
                <a:lnTo>
                  <a:pt x="126010" y="207264"/>
                </a:lnTo>
                <a:lnTo>
                  <a:pt x="117919" y="193929"/>
                </a:lnTo>
                <a:lnTo>
                  <a:pt x="108370" y="181117"/>
                </a:lnTo>
                <a:lnTo>
                  <a:pt x="97536" y="169164"/>
                </a:lnTo>
                <a:lnTo>
                  <a:pt x="116058" y="169164"/>
                </a:lnTo>
                <a:lnTo>
                  <a:pt x="149352" y="193548"/>
                </a:lnTo>
                <a:lnTo>
                  <a:pt x="158496" y="207264"/>
                </a:lnTo>
                <a:lnTo>
                  <a:pt x="158496" y="219456"/>
                </a:lnTo>
                <a:lnTo>
                  <a:pt x="156972" y="225552"/>
                </a:lnTo>
                <a:lnTo>
                  <a:pt x="149352" y="240792"/>
                </a:lnTo>
                <a:close/>
              </a:path>
              <a:path w="393700" h="408939">
                <a:moveTo>
                  <a:pt x="71628" y="408432"/>
                </a:moveTo>
                <a:lnTo>
                  <a:pt x="72457" y="367284"/>
                </a:lnTo>
                <a:lnTo>
                  <a:pt x="72950" y="314809"/>
                </a:lnTo>
                <a:lnTo>
                  <a:pt x="73152" y="188976"/>
                </a:lnTo>
                <a:lnTo>
                  <a:pt x="97580" y="188976"/>
                </a:lnTo>
                <a:lnTo>
                  <a:pt x="97706" y="240792"/>
                </a:lnTo>
                <a:lnTo>
                  <a:pt x="98047" y="292989"/>
                </a:lnTo>
                <a:lnTo>
                  <a:pt x="98591" y="348615"/>
                </a:lnTo>
                <a:lnTo>
                  <a:pt x="98907" y="376999"/>
                </a:lnTo>
                <a:lnTo>
                  <a:pt x="99060" y="397764"/>
                </a:lnTo>
                <a:lnTo>
                  <a:pt x="71628" y="408432"/>
                </a:lnTo>
                <a:close/>
              </a:path>
              <a:path w="393700" h="408939">
                <a:moveTo>
                  <a:pt x="315468" y="278891"/>
                </a:moveTo>
                <a:lnTo>
                  <a:pt x="184404" y="278891"/>
                </a:lnTo>
                <a:lnTo>
                  <a:pt x="283464" y="275843"/>
                </a:lnTo>
                <a:lnTo>
                  <a:pt x="278606" y="261556"/>
                </a:lnTo>
                <a:lnTo>
                  <a:pt x="273177" y="248412"/>
                </a:lnTo>
                <a:lnTo>
                  <a:pt x="267176" y="236410"/>
                </a:lnTo>
                <a:lnTo>
                  <a:pt x="260604" y="225552"/>
                </a:lnTo>
                <a:lnTo>
                  <a:pt x="266700" y="220980"/>
                </a:lnTo>
                <a:lnTo>
                  <a:pt x="285892" y="239887"/>
                </a:lnTo>
                <a:lnTo>
                  <a:pt x="300228" y="255651"/>
                </a:lnTo>
                <a:lnTo>
                  <a:pt x="309991" y="268557"/>
                </a:lnTo>
                <a:lnTo>
                  <a:pt x="315468" y="278891"/>
                </a:lnTo>
                <a:close/>
              </a:path>
              <a:path w="393700" h="408939">
                <a:moveTo>
                  <a:pt x="300228" y="313943"/>
                </a:moveTo>
                <a:lnTo>
                  <a:pt x="295656" y="313943"/>
                </a:lnTo>
                <a:lnTo>
                  <a:pt x="292608" y="310896"/>
                </a:lnTo>
                <a:lnTo>
                  <a:pt x="289560" y="301752"/>
                </a:lnTo>
                <a:lnTo>
                  <a:pt x="288036" y="294132"/>
                </a:lnTo>
                <a:lnTo>
                  <a:pt x="284988" y="281940"/>
                </a:lnTo>
                <a:lnTo>
                  <a:pt x="316050" y="281940"/>
                </a:lnTo>
                <a:lnTo>
                  <a:pt x="316896" y="286369"/>
                </a:lnTo>
                <a:lnTo>
                  <a:pt x="316611" y="292989"/>
                </a:lnTo>
                <a:lnTo>
                  <a:pt x="314610" y="299037"/>
                </a:lnTo>
                <a:lnTo>
                  <a:pt x="310896" y="304800"/>
                </a:lnTo>
                <a:lnTo>
                  <a:pt x="304800" y="310896"/>
                </a:lnTo>
                <a:lnTo>
                  <a:pt x="300228" y="313943"/>
                </a:lnTo>
                <a:close/>
              </a:path>
              <a:path w="393700" h="408939">
                <a:moveTo>
                  <a:pt x="310896" y="408432"/>
                </a:moveTo>
                <a:lnTo>
                  <a:pt x="308062" y="396406"/>
                </a:lnTo>
                <a:lnTo>
                  <a:pt x="297370" y="385381"/>
                </a:lnTo>
                <a:lnTo>
                  <a:pt x="278963" y="375213"/>
                </a:lnTo>
                <a:lnTo>
                  <a:pt x="252984" y="365760"/>
                </a:lnTo>
                <a:lnTo>
                  <a:pt x="254508" y="356616"/>
                </a:lnTo>
                <a:lnTo>
                  <a:pt x="275367" y="361497"/>
                </a:lnTo>
                <a:lnTo>
                  <a:pt x="292227" y="364807"/>
                </a:lnTo>
                <a:lnTo>
                  <a:pt x="305085" y="366688"/>
                </a:lnTo>
                <a:lnTo>
                  <a:pt x="313944" y="367284"/>
                </a:lnTo>
                <a:lnTo>
                  <a:pt x="364807" y="367284"/>
                </a:lnTo>
                <a:lnTo>
                  <a:pt x="359830" y="376999"/>
                </a:lnTo>
                <a:lnTo>
                  <a:pt x="353568" y="385572"/>
                </a:lnTo>
                <a:lnTo>
                  <a:pt x="345828" y="392787"/>
                </a:lnTo>
                <a:lnTo>
                  <a:pt x="336232" y="398716"/>
                </a:lnTo>
                <a:lnTo>
                  <a:pt x="324635" y="403788"/>
                </a:lnTo>
                <a:lnTo>
                  <a:pt x="310896" y="40843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" name="object 72"/>
          <p:cNvSpPr/>
          <p:nvPr/>
        </p:nvSpPr>
        <p:spPr>
          <a:xfrm>
            <a:off x="5727191" y="5615940"/>
            <a:ext cx="402590" cy="399415"/>
          </a:xfrm>
          <a:custGeom>
            <a:avLst/>
            <a:gdLst/>
            <a:ahLst/>
            <a:cxnLst/>
            <a:rect l="l" t="t" r="r" b="b"/>
            <a:pathLst>
              <a:path w="402589" h="399414">
                <a:moveTo>
                  <a:pt x="242316" y="94488"/>
                </a:moveTo>
                <a:lnTo>
                  <a:pt x="213360" y="94488"/>
                </a:lnTo>
                <a:lnTo>
                  <a:pt x="211095" y="67056"/>
                </a:lnTo>
                <a:lnTo>
                  <a:pt x="208978" y="42100"/>
                </a:lnTo>
                <a:lnTo>
                  <a:pt x="207144" y="19692"/>
                </a:lnTo>
                <a:lnTo>
                  <a:pt x="205740" y="0"/>
                </a:lnTo>
                <a:lnTo>
                  <a:pt x="249936" y="16764"/>
                </a:lnTo>
                <a:lnTo>
                  <a:pt x="237744" y="32004"/>
                </a:lnTo>
                <a:lnTo>
                  <a:pt x="238029" y="46053"/>
                </a:lnTo>
                <a:lnTo>
                  <a:pt x="238887" y="60960"/>
                </a:lnTo>
                <a:lnTo>
                  <a:pt x="240315" y="77009"/>
                </a:lnTo>
                <a:lnTo>
                  <a:pt x="242316" y="94488"/>
                </a:lnTo>
                <a:close/>
              </a:path>
              <a:path w="402589" h="399414">
                <a:moveTo>
                  <a:pt x="321564" y="80772"/>
                </a:moveTo>
                <a:lnTo>
                  <a:pt x="315468" y="80772"/>
                </a:lnTo>
                <a:lnTo>
                  <a:pt x="312420" y="76200"/>
                </a:lnTo>
                <a:lnTo>
                  <a:pt x="309372" y="65532"/>
                </a:lnTo>
                <a:lnTo>
                  <a:pt x="305395" y="55245"/>
                </a:lnTo>
                <a:lnTo>
                  <a:pt x="298132" y="42672"/>
                </a:lnTo>
                <a:lnTo>
                  <a:pt x="287726" y="27813"/>
                </a:lnTo>
                <a:lnTo>
                  <a:pt x="274320" y="10668"/>
                </a:lnTo>
                <a:lnTo>
                  <a:pt x="280416" y="4572"/>
                </a:lnTo>
                <a:lnTo>
                  <a:pt x="321135" y="31789"/>
                </a:lnTo>
                <a:lnTo>
                  <a:pt x="339852" y="51816"/>
                </a:lnTo>
                <a:lnTo>
                  <a:pt x="336792" y="67079"/>
                </a:lnTo>
                <a:lnTo>
                  <a:pt x="333756" y="73152"/>
                </a:lnTo>
                <a:lnTo>
                  <a:pt x="324612" y="79248"/>
                </a:lnTo>
                <a:lnTo>
                  <a:pt x="321564" y="80772"/>
                </a:lnTo>
                <a:close/>
              </a:path>
              <a:path w="402589" h="399414">
                <a:moveTo>
                  <a:pt x="385572" y="94488"/>
                </a:moveTo>
                <a:lnTo>
                  <a:pt x="336804" y="94488"/>
                </a:lnTo>
                <a:lnTo>
                  <a:pt x="361188" y="70104"/>
                </a:lnTo>
                <a:lnTo>
                  <a:pt x="385572" y="94488"/>
                </a:lnTo>
                <a:close/>
              </a:path>
              <a:path w="402589" h="399414">
                <a:moveTo>
                  <a:pt x="3048" y="399288"/>
                </a:moveTo>
                <a:lnTo>
                  <a:pt x="0" y="394716"/>
                </a:lnTo>
                <a:lnTo>
                  <a:pt x="20026" y="362116"/>
                </a:lnTo>
                <a:lnTo>
                  <a:pt x="34480" y="328231"/>
                </a:lnTo>
                <a:lnTo>
                  <a:pt x="47244" y="256032"/>
                </a:lnTo>
                <a:lnTo>
                  <a:pt x="49911" y="191262"/>
                </a:lnTo>
                <a:lnTo>
                  <a:pt x="50268" y="126158"/>
                </a:lnTo>
                <a:lnTo>
                  <a:pt x="50101" y="108966"/>
                </a:lnTo>
                <a:lnTo>
                  <a:pt x="49649" y="92916"/>
                </a:lnTo>
                <a:lnTo>
                  <a:pt x="48768" y="77724"/>
                </a:lnTo>
                <a:lnTo>
                  <a:pt x="80772" y="94488"/>
                </a:lnTo>
                <a:lnTo>
                  <a:pt x="385572" y="94488"/>
                </a:lnTo>
                <a:lnTo>
                  <a:pt x="396240" y="105156"/>
                </a:lnTo>
                <a:lnTo>
                  <a:pt x="77724" y="105156"/>
                </a:lnTo>
                <a:lnTo>
                  <a:pt x="76200" y="187452"/>
                </a:lnTo>
                <a:lnTo>
                  <a:pt x="190023" y="187452"/>
                </a:lnTo>
                <a:lnTo>
                  <a:pt x="198120" y="195072"/>
                </a:lnTo>
                <a:lnTo>
                  <a:pt x="194310" y="198120"/>
                </a:lnTo>
                <a:lnTo>
                  <a:pt x="76200" y="198120"/>
                </a:lnTo>
                <a:lnTo>
                  <a:pt x="69913" y="264699"/>
                </a:lnTo>
                <a:lnTo>
                  <a:pt x="55626" y="320421"/>
                </a:lnTo>
                <a:lnTo>
                  <a:pt x="33337" y="365283"/>
                </a:lnTo>
                <a:lnTo>
                  <a:pt x="3048" y="399288"/>
                </a:lnTo>
                <a:close/>
              </a:path>
              <a:path w="402589" h="399414">
                <a:moveTo>
                  <a:pt x="156972" y="394716"/>
                </a:moveTo>
                <a:lnTo>
                  <a:pt x="155448" y="387096"/>
                </a:lnTo>
                <a:lnTo>
                  <a:pt x="187737" y="364831"/>
                </a:lnTo>
                <a:lnTo>
                  <a:pt x="216027" y="341566"/>
                </a:lnTo>
                <a:lnTo>
                  <a:pt x="240315" y="317444"/>
                </a:lnTo>
                <a:lnTo>
                  <a:pt x="260604" y="292608"/>
                </a:lnTo>
                <a:lnTo>
                  <a:pt x="244911" y="256889"/>
                </a:lnTo>
                <a:lnTo>
                  <a:pt x="232219" y="213741"/>
                </a:lnTo>
                <a:lnTo>
                  <a:pt x="222670" y="163163"/>
                </a:lnTo>
                <a:lnTo>
                  <a:pt x="216408" y="105156"/>
                </a:lnTo>
                <a:lnTo>
                  <a:pt x="242316" y="105156"/>
                </a:lnTo>
                <a:lnTo>
                  <a:pt x="248031" y="158043"/>
                </a:lnTo>
                <a:lnTo>
                  <a:pt x="256032" y="202501"/>
                </a:lnTo>
                <a:lnTo>
                  <a:pt x="266329" y="238696"/>
                </a:lnTo>
                <a:lnTo>
                  <a:pt x="278892" y="266700"/>
                </a:lnTo>
                <a:lnTo>
                  <a:pt x="309765" y="266700"/>
                </a:lnTo>
                <a:lnTo>
                  <a:pt x="294132" y="291084"/>
                </a:lnTo>
                <a:lnTo>
                  <a:pt x="312467" y="310443"/>
                </a:lnTo>
                <a:lnTo>
                  <a:pt x="312973" y="310896"/>
                </a:lnTo>
                <a:lnTo>
                  <a:pt x="274320" y="310896"/>
                </a:lnTo>
                <a:lnTo>
                  <a:pt x="247197" y="337494"/>
                </a:lnTo>
                <a:lnTo>
                  <a:pt x="218503" y="360235"/>
                </a:lnTo>
                <a:lnTo>
                  <a:pt x="188380" y="379261"/>
                </a:lnTo>
                <a:lnTo>
                  <a:pt x="156972" y="394716"/>
                </a:lnTo>
                <a:close/>
              </a:path>
              <a:path w="402589" h="399414">
                <a:moveTo>
                  <a:pt x="309765" y="266700"/>
                </a:moveTo>
                <a:lnTo>
                  <a:pt x="278892" y="266700"/>
                </a:lnTo>
                <a:lnTo>
                  <a:pt x="285750" y="254912"/>
                </a:lnTo>
                <a:lnTo>
                  <a:pt x="292608" y="242125"/>
                </a:lnTo>
                <a:lnTo>
                  <a:pt x="313182" y="195024"/>
                </a:lnTo>
                <a:lnTo>
                  <a:pt x="326898" y="157400"/>
                </a:lnTo>
                <a:lnTo>
                  <a:pt x="333756" y="137160"/>
                </a:lnTo>
                <a:lnTo>
                  <a:pt x="370332" y="164591"/>
                </a:lnTo>
                <a:lnTo>
                  <a:pt x="355092" y="173736"/>
                </a:lnTo>
                <a:lnTo>
                  <a:pt x="340209" y="207716"/>
                </a:lnTo>
                <a:lnTo>
                  <a:pt x="325183" y="238696"/>
                </a:lnTo>
                <a:lnTo>
                  <a:pt x="309872" y="266533"/>
                </a:lnTo>
                <a:lnTo>
                  <a:pt x="309765" y="266700"/>
                </a:lnTo>
                <a:close/>
              </a:path>
              <a:path w="402589" h="399414">
                <a:moveTo>
                  <a:pt x="190023" y="187452"/>
                </a:moveTo>
                <a:lnTo>
                  <a:pt x="156972" y="187452"/>
                </a:lnTo>
                <a:lnTo>
                  <a:pt x="172212" y="170688"/>
                </a:lnTo>
                <a:lnTo>
                  <a:pt x="190023" y="187452"/>
                </a:lnTo>
                <a:close/>
              </a:path>
              <a:path w="402589" h="399414">
                <a:moveTo>
                  <a:pt x="172987" y="315467"/>
                </a:moveTo>
                <a:lnTo>
                  <a:pt x="143256" y="315467"/>
                </a:lnTo>
                <a:lnTo>
                  <a:pt x="149352" y="310896"/>
                </a:lnTo>
                <a:lnTo>
                  <a:pt x="150876" y="300228"/>
                </a:lnTo>
                <a:lnTo>
                  <a:pt x="152923" y="287702"/>
                </a:lnTo>
                <a:lnTo>
                  <a:pt x="154654" y="266700"/>
                </a:lnTo>
                <a:lnTo>
                  <a:pt x="156448" y="236362"/>
                </a:lnTo>
                <a:lnTo>
                  <a:pt x="158496" y="198120"/>
                </a:lnTo>
                <a:lnTo>
                  <a:pt x="194310" y="198120"/>
                </a:lnTo>
                <a:lnTo>
                  <a:pt x="182880" y="207264"/>
                </a:lnTo>
                <a:lnTo>
                  <a:pt x="180308" y="253507"/>
                </a:lnTo>
                <a:lnTo>
                  <a:pt x="177165" y="289179"/>
                </a:lnTo>
                <a:lnTo>
                  <a:pt x="173450" y="313991"/>
                </a:lnTo>
                <a:lnTo>
                  <a:pt x="172987" y="315467"/>
                </a:lnTo>
                <a:close/>
              </a:path>
              <a:path w="402589" h="399414">
                <a:moveTo>
                  <a:pt x="391761" y="350520"/>
                </a:moveTo>
                <a:lnTo>
                  <a:pt x="370332" y="350520"/>
                </a:lnTo>
                <a:lnTo>
                  <a:pt x="391668" y="275844"/>
                </a:lnTo>
                <a:lnTo>
                  <a:pt x="397764" y="278891"/>
                </a:lnTo>
                <a:lnTo>
                  <a:pt x="394882" y="303133"/>
                </a:lnTo>
                <a:lnTo>
                  <a:pt x="393001" y="323088"/>
                </a:lnTo>
                <a:lnTo>
                  <a:pt x="391977" y="338470"/>
                </a:lnTo>
                <a:lnTo>
                  <a:pt x="391668" y="348996"/>
                </a:lnTo>
                <a:lnTo>
                  <a:pt x="391761" y="350520"/>
                </a:lnTo>
                <a:close/>
              </a:path>
              <a:path w="402589" h="399414">
                <a:moveTo>
                  <a:pt x="135636" y="355092"/>
                </a:moveTo>
                <a:lnTo>
                  <a:pt x="131040" y="343090"/>
                </a:lnTo>
                <a:lnTo>
                  <a:pt x="121729" y="332232"/>
                </a:lnTo>
                <a:lnTo>
                  <a:pt x="107561" y="322516"/>
                </a:lnTo>
                <a:lnTo>
                  <a:pt x="88498" y="313991"/>
                </a:lnTo>
                <a:lnTo>
                  <a:pt x="88392" y="307848"/>
                </a:lnTo>
                <a:lnTo>
                  <a:pt x="126968" y="313420"/>
                </a:lnTo>
                <a:lnTo>
                  <a:pt x="134112" y="313944"/>
                </a:lnTo>
                <a:lnTo>
                  <a:pt x="143256" y="315467"/>
                </a:lnTo>
                <a:lnTo>
                  <a:pt x="172987" y="315467"/>
                </a:lnTo>
                <a:lnTo>
                  <a:pt x="169164" y="327659"/>
                </a:lnTo>
                <a:lnTo>
                  <a:pt x="163710" y="335375"/>
                </a:lnTo>
                <a:lnTo>
                  <a:pt x="156400" y="342519"/>
                </a:lnTo>
                <a:lnTo>
                  <a:pt x="147089" y="349091"/>
                </a:lnTo>
                <a:lnTo>
                  <a:pt x="135636" y="355092"/>
                </a:lnTo>
                <a:close/>
              </a:path>
              <a:path w="402589" h="399414">
                <a:moveTo>
                  <a:pt x="400812" y="390144"/>
                </a:moveTo>
                <a:lnTo>
                  <a:pt x="396240" y="390144"/>
                </a:lnTo>
                <a:lnTo>
                  <a:pt x="389096" y="389310"/>
                </a:lnTo>
                <a:lnTo>
                  <a:pt x="350520" y="377952"/>
                </a:lnTo>
                <a:lnTo>
                  <a:pt x="315277" y="354711"/>
                </a:lnTo>
                <a:lnTo>
                  <a:pt x="274320" y="310896"/>
                </a:lnTo>
                <a:lnTo>
                  <a:pt x="312973" y="310896"/>
                </a:lnTo>
                <a:lnTo>
                  <a:pt x="331089" y="327088"/>
                </a:lnTo>
                <a:lnTo>
                  <a:pt x="350281" y="340590"/>
                </a:lnTo>
                <a:lnTo>
                  <a:pt x="370332" y="350520"/>
                </a:lnTo>
                <a:lnTo>
                  <a:pt x="391761" y="350520"/>
                </a:lnTo>
                <a:lnTo>
                  <a:pt x="392215" y="357878"/>
                </a:lnTo>
                <a:lnTo>
                  <a:pt x="393763" y="366331"/>
                </a:lnTo>
                <a:lnTo>
                  <a:pt x="396168" y="374499"/>
                </a:lnTo>
                <a:lnTo>
                  <a:pt x="399288" y="382524"/>
                </a:lnTo>
                <a:lnTo>
                  <a:pt x="402336" y="387096"/>
                </a:lnTo>
                <a:lnTo>
                  <a:pt x="400812" y="39014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" name="object 73"/>
          <p:cNvSpPr/>
          <p:nvPr/>
        </p:nvSpPr>
        <p:spPr>
          <a:xfrm>
            <a:off x="6208776" y="5620512"/>
            <a:ext cx="329565" cy="398145"/>
          </a:xfrm>
          <a:custGeom>
            <a:avLst/>
            <a:gdLst/>
            <a:ahLst/>
            <a:cxnLst/>
            <a:rect l="l" t="t" r="r" b="b"/>
            <a:pathLst>
              <a:path w="329565" h="398145">
                <a:moveTo>
                  <a:pt x="134112" y="397764"/>
                </a:moveTo>
                <a:lnTo>
                  <a:pt x="130921" y="384857"/>
                </a:lnTo>
                <a:lnTo>
                  <a:pt x="118872" y="373380"/>
                </a:lnTo>
                <a:lnTo>
                  <a:pt x="97678" y="363045"/>
                </a:lnTo>
                <a:lnTo>
                  <a:pt x="67056" y="353567"/>
                </a:lnTo>
                <a:lnTo>
                  <a:pt x="70104" y="344424"/>
                </a:lnTo>
                <a:lnTo>
                  <a:pt x="89511" y="347543"/>
                </a:lnTo>
                <a:lnTo>
                  <a:pt x="106489" y="349948"/>
                </a:lnTo>
                <a:lnTo>
                  <a:pt x="120896" y="351496"/>
                </a:lnTo>
                <a:lnTo>
                  <a:pt x="132588" y="352043"/>
                </a:lnTo>
                <a:lnTo>
                  <a:pt x="142327" y="350067"/>
                </a:lnTo>
                <a:lnTo>
                  <a:pt x="148780" y="344233"/>
                </a:lnTo>
                <a:lnTo>
                  <a:pt x="152090" y="334684"/>
                </a:lnTo>
                <a:lnTo>
                  <a:pt x="152400" y="321564"/>
                </a:lnTo>
                <a:lnTo>
                  <a:pt x="152376" y="150566"/>
                </a:lnTo>
                <a:lnTo>
                  <a:pt x="152209" y="133540"/>
                </a:lnTo>
                <a:lnTo>
                  <a:pt x="151757" y="117943"/>
                </a:lnTo>
                <a:lnTo>
                  <a:pt x="150876" y="103632"/>
                </a:lnTo>
                <a:lnTo>
                  <a:pt x="175260" y="117348"/>
                </a:lnTo>
                <a:lnTo>
                  <a:pt x="275844" y="28956"/>
                </a:lnTo>
                <a:lnTo>
                  <a:pt x="57912" y="28956"/>
                </a:lnTo>
                <a:lnTo>
                  <a:pt x="46743" y="29241"/>
                </a:lnTo>
                <a:lnTo>
                  <a:pt x="36004" y="30099"/>
                </a:lnTo>
                <a:lnTo>
                  <a:pt x="25550" y="31527"/>
                </a:lnTo>
                <a:lnTo>
                  <a:pt x="15240" y="33528"/>
                </a:lnTo>
                <a:lnTo>
                  <a:pt x="0" y="18288"/>
                </a:lnTo>
                <a:lnTo>
                  <a:pt x="277368" y="18288"/>
                </a:lnTo>
                <a:lnTo>
                  <a:pt x="297180" y="0"/>
                </a:lnTo>
                <a:lnTo>
                  <a:pt x="329184" y="39624"/>
                </a:lnTo>
                <a:lnTo>
                  <a:pt x="307181" y="43053"/>
                </a:lnTo>
                <a:lnTo>
                  <a:pt x="275463" y="57912"/>
                </a:lnTo>
                <a:lnTo>
                  <a:pt x="234029" y="84201"/>
                </a:lnTo>
                <a:lnTo>
                  <a:pt x="182880" y="121920"/>
                </a:lnTo>
                <a:lnTo>
                  <a:pt x="196596" y="132588"/>
                </a:lnTo>
                <a:lnTo>
                  <a:pt x="178308" y="140208"/>
                </a:lnTo>
                <a:lnTo>
                  <a:pt x="178308" y="345948"/>
                </a:lnTo>
                <a:lnTo>
                  <a:pt x="175688" y="362831"/>
                </a:lnTo>
                <a:lnTo>
                  <a:pt x="167640" y="376999"/>
                </a:lnTo>
                <a:lnTo>
                  <a:pt x="153876" y="388596"/>
                </a:lnTo>
                <a:lnTo>
                  <a:pt x="134112" y="39776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4" name="object 74"/>
          <p:cNvSpPr/>
          <p:nvPr/>
        </p:nvSpPr>
        <p:spPr>
          <a:xfrm>
            <a:off x="6632447" y="5612891"/>
            <a:ext cx="386080" cy="398145"/>
          </a:xfrm>
          <a:custGeom>
            <a:avLst/>
            <a:gdLst/>
            <a:ahLst/>
            <a:cxnLst/>
            <a:rect l="l" t="t" r="r" b="b"/>
            <a:pathLst>
              <a:path w="386079" h="398145">
                <a:moveTo>
                  <a:pt x="277368" y="80772"/>
                </a:moveTo>
                <a:lnTo>
                  <a:pt x="272795" y="80772"/>
                </a:lnTo>
                <a:lnTo>
                  <a:pt x="269748" y="76200"/>
                </a:lnTo>
                <a:lnTo>
                  <a:pt x="268224" y="64008"/>
                </a:lnTo>
                <a:lnTo>
                  <a:pt x="264795" y="50839"/>
                </a:lnTo>
                <a:lnTo>
                  <a:pt x="259080" y="36385"/>
                </a:lnTo>
                <a:lnTo>
                  <a:pt x="251079" y="20502"/>
                </a:lnTo>
                <a:lnTo>
                  <a:pt x="240792" y="3048"/>
                </a:lnTo>
                <a:lnTo>
                  <a:pt x="245364" y="0"/>
                </a:lnTo>
                <a:lnTo>
                  <a:pt x="268224" y="16025"/>
                </a:lnTo>
                <a:lnTo>
                  <a:pt x="284226" y="29908"/>
                </a:lnTo>
                <a:lnTo>
                  <a:pt x="293370" y="41790"/>
                </a:lnTo>
                <a:lnTo>
                  <a:pt x="295656" y="51816"/>
                </a:lnTo>
                <a:lnTo>
                  <a:pt x="292607" y="64008"/>
                </a:lnTo>
                <a:lnTo>
                  <a:pt x="289560" y="71628"/>
                </a:lnTo>
                <a:lnTo>
                  <a:pt x="284988" y="74676"/>
                </a:lnTo>
                <a:lnTo>
                  <a:pt x="280416" y="79248"/>
                </a:lnTo>
                <a:lnTo>
                  <a:pt x="277368" y="80772"/>
                </a:lnTo>
                <a:close/>
              </a:path>
              <a:path w="386079" h="398145">
                <a:moveTo>
                  <a:pt x="117348" y="188976"/>
                </a:moveTo>
                <a:lnTo>
                  <a:pt x="111252" y="185928"/>
                </a:lnTo>
                <a:lnTo>
                  <a:pt x="121777" y="167378"/>
                </a:lnTo>
                <a:lnTo>
                  <a:pt x="132588" y="146113"/>
                </a:lnTo>
                <a:lnTo>
                  <a:pt x="153924" y="96012"/>
                </a:lnTo>
                <a:lnTo>
                  <a:pt x="172593" y="46482"/>
                </a:lnTo>
                <a:lnTo>
                  <a:pt x="184404" y="6096"/>
                </a:lnTo>
                <a:lnTo>
                  <a:pt x="222504" y="28956"/>
                </a:lnTo>
                <a:lnTo>
                  <a:pt x="194881" y="58674"/>
                </a:lnTo>
                <a:lnTo>
                  <a:pt x="181356" y="86868"/>
                </a:lnTo>
                <a:lnTo>
                  <a:pt x="373864" y="86868"/>
                </a:lnTo>
                <a:lnTo>
                  <a:pt x="384048" y="97536"/>
                </a:lnTo>
                <a:lnTo>
                  <a:pt x="184404" y="97536"/>
                </a:lnTo>
                <a:lnTo>
                  <a:pt x="184404" y="124968"/>
                </a:lnTo>
                <a:lnTo>
                  <a:pt x="160019" y="124968"/>
                </a:lnTo>
                <a:lnTo>
                  <a:pt x="149709" y="142684"/>
                </a:lnTo>
                <a:lnTo>
                  <a:pt x="139255" y="159258"/>
                </a:lnTo>
                <a:lnTo>
                  <a:pt x="128516" y="174688"/>
                </a:lnTo>
                <a:lnTo>
                  <a:pt x="117348" y="188976"/>
                </a:lnTo>
                <a:close/>
              </a:path>
              <a:path w="386079" h="398145">
                <a:moveTo>
                  <a:pt x="117934" y="65532"/>
                </a:moveTo>
                <a:lnTo>
                  <a:pt x="83820" y="65532"/>
                </a:lnTo>
                <a:lnTo>
                  <a:pt x="96012" y="48768"/>
                </a:lnTo>
                <a:lnTo>
                  <a:pt x="117934" y="65532"/>
                </a:lnTo>
                <a:close/>
              </a:path>
              <a:path w="386079" h="398145">
                <a:moveTo>
                  <a:pt x="0" y="316992"/>
                </a:moveTo>
                <a:lnTo>
                  <a:pt x="881" y="289321"/>
                </a:lnTo>
                <a:lnTo>
                  <a:pt x="1333" y="256794"/>
                </a:lnTo>
                <a:lnTo>
                  <a:pt x="1439" y="124968"/>
                </a:lnTo>
                <a:lnTo>
                  <a:pt x="1333" y="102870"/>
                </a:lnTo>
                <a:lnTo>
                  <a:pt x="919" y="76200"/>
                </a:lnTo>
                <a:lnTo>
                  <a:pt x="802" y="71628"/>
                </a:lnTo>
                <a:lnTo>
                  <a:pt x="0" y="50292"/>
                </a:lnTo>
                <a:lnTo>
                  <a:pt x="25908" y="65532"/>
                </a:lnTo>
                <a:lnTo>
                  <a:pt x="117934" y="65532"/>
                </a:lnTo>
                <a:lnTo>
                  <a:pt x="121920" y="68580"/>
                </a:lnTo>
                <a:lnTo>
                  <a:pt x="114300" y="76200"/>
                </a:lnTo>
                <a:lnTo>
                  <a:pt x="25908" y="76200"/>
                </a:lnTo>
                <a:lnTo>
                  <a:pt x="25908" y="239268"/>
                </a:lnTo>
                <a:lnTo>
                  <a:pt x="109808" y="239268"/>
                </a:lnTo>
                <a:lnTo>
                  <a:pt x="109925" y="248411"/>
                </a:lnTo>
                <a:lnTo>
                  <a:pt x="109976" y="249935"/>
                </a:lnTo>
                <a:lnTo>
                  <a:pt x="25908" y="249935"/>
                </a:lnTo>
                <a:lnTo>
                  <a:pt x="25908" y="306323"/>
                </a:lnTo>
                <a:lnTo>
                  <a:pt x="0" y="316992"/>
                </a:lnTo>
                <a:close/>
              </a:path>
              <a:path w="386079" h="398145">
                <a:moveTo>
                  <a:pt x="373864" y="86868"/>
                </a:moveTo>
                <a:lnTo>
                  <a:pt x="329184" y="86868"/>
                </a:lnTo>
                <a:lnTo>
                  <a:pt x="352044" y="64008"/>
                </a:lnTo>
                <a:lnTo>
                  <a:pt x="373864" y="86868"/>
                </a:lnTo>
                <a:close/>
              </a:path>
              <a:path w="386079" h="398145">
                <a:moveTo>
                  <a:pt x="109808" y="239268"/>
                </a:moveTo>
                <a:lnTo>
                  <a:pt x="85344" y="239268"/>
                </a:lnTo>
                <a:lnTo>
                  <a:pt x="85344" y="76200"/>
                </a:lnTo>
                <a:lnTo>
                  <a:pt x="114300" y="76200"/>
                </a:lnTo>
                <a:lnTo>
                  <a:pt x="109728" y="80772"/>
                </a:lnTo>
                <a:lnTo>
                  <a:pt x="109808" y="239268"/>
                </a:lnTo>
                <a:close/>
              </a:path>
              <a:path w="386079" h="398145">
                <a:moveTo>
                  <a:pt x="277368" y="164592"/>
                </a:moveTo>
                <a:lnTo>
                  <a:pt x="252983" y="164592"/>
                </a:lnTo>
                <a:lnTo>
                  <a:pt x="252983" y="97536"/>
                </a:lnTo>
                <a:lnTo>
                  <a:pt x="277368" y="97536"/>
                </a:lnTo>
                <a:lnTo>
                  <a:pt x="277368" y="164592"/>
                </a:lnTo>
                <a:close/>
              </a:path>
              <a:path w="386079" h="398145">
                <a:moveTo>
                  <a:pt x="158495" y="397764"/>
                </a:moveTo>
                <a:lnTo>
                  <a:pt x="159377" y="367784"/>
                </a:lnTo>
                <a:lnTo>
                  <a:pt x="159833" y="341376"/>
                </a:lnTo>
                <a:lnTo>
                  <a:pt x="159996" y="320397"/>
                </a:lnTo>
                <a:lnTo>
                  <a:pt x="160019" y="124968"/>
                </a:lnTo>
                <a:lnTo>
                  <a:pt x="184404" y="124968"/>
                </a:lnTo>
                <a:lnTo>
                  <a:pt x="184404" y="164592"/>
                </a:lnTo>
                <a:lnTo>
                  <a:pt x="359664" y="164592"/>
                </a:lnTo>
                <a:lnTo>
                  <a:pt x="370332" y="175260"/>
                </a:lnTo>
                <a:lnTo>
                  <a:pt x="184404" y="175260"/>
                </a:lnTo>
                <a:lnTo>
                  <a:pt x="184404" y="248411"/>
                </a:lnTo>
                <a:lnTo>
                  <a:pt x="361721" y="248411"/>
                </a:lnTo>
                <a:lnTo>
                  <a:pt x="371856" y="259080"/>
                </a:lnTo>
                <a:lnTo>
                  <a:pt x="184404" y="259080"/>
                </a:lnTo>
                <a:lnTo>
                  <a:pt x="184404" y="341376"/>
                </a:lnTo>
                <a:lnTo>
                  <a:pt x="375367" y="341376"/>
                </a:lnTo>
                <a:lnTo>
                  <a:pt x="385572" y="352044"/>
                </a:lnTo>
                <a:lnTo>
                  <a:pt x="184404" y="352044"/>
                </a:lnTo>
                <a:lnTo>
                  <a:pt x="184404" y="385572"/>
                </a:lnTo>
                <a:lnTo>
                  <a:pt x="158495" y="397764"/>
                </a:lnTo>
                <a:close/>
              </a:path>
              <a:path w="386079" h="398145">
                <a:moveTo>
                  <a:pt x="359664" y="164592"/>
                </a:moveTo>
                <a:lnTo>
                  <a:pt x="321563" y="164592"/>
                </a:lnTo>
                <a:lnTo>
                  <a:pt x="341376" y="146304"/>
                </a:lnTo>
                <a:lnTo>
                  <a:pt x="359664" y="164592"/>
                </a:lnTo>
                <a:close/>
              </a:path>
              <a:path w="386079" h="398145">
                <a:moveTo>
                  <a:pt x="277368" y="248411"/>
                </a:moveTo>
                <a:lnTo>
                  <a:pt x="252983" y="248411"/>
                </a:lnTo>
                <a:lnTo>
                  <a:pt x="252983" y="175260"/>
                </a:lnTo>
                <a:lnTo>
                  <a:pt x="277368" y="175260"/>
                </a:lnTo>
                <a:lnTo>
                  <a:pt x="277368" y="248411"/>
                </a:lnTo>
                <a:close/>
              </a:path>
              <a:path w="386079" h="398145">
                <a:moveTo>
                  <a:pt x="361721" y="248411"/>
                </a:moveTo>
                <a:lnTo>
                  <a:pt x="323087" y="248411"/>
                </a:lnTo>
                <a:lnTo>
                  <a:pt x="342900" y="228599"/>
                </a:lnTo>
                <a:lnTo>
                  <a:pt x="361721" y="248411"/>
                </a:lnTo>
                <a:close/>
              </a:path>
              <a:path w="386079" h="398145">
                <a:moveTo>
                  <a:pt x="85344" y="286511"/>
                </a:moveTo>
                <a:lnTo>
                  <a:pt x="85344" y="249935"/>
                </a:lnTo>
                <a:lnTo>
                  <a:pt x="109976" y="249935"/>
                </a:lnTo>
                <a:lnTo>
                  <a:pt x="110370" y="261485"/>
                </a:lnTo>
                <a:lnTo>
                  <a:pt x="111252" y="274320"/>
                </a:lnTo>
                <a:lnTo>
                  <a:pt x="85344" y="286511"/>
                </a:lnTo>
                <a:close/>
              </a:path>
              <a:path w="386079" h="398145">
                <a:moveTo>
                  <a:pt x="277368" y="341376"/>
                </a:moveTo>
                <a:lnTo>
                  <a:pt x="252983" y="341376"/>
                </a:lnTo>
                <a:lnTo>
                  <a:pt x="252983" y="259080"/>
                </a:lnTo>
                <a:lnTo>
                  <a:pt x="277368" y="259080"/>
                </a:lnTo>
                <a:lnTo>
                  <a:pt x="277368" y="341376"/>
                </a:lnTo>
                <a:close/>
              </a:path>
              <a:path w="386079" h="398145">
                <a:moveTo>
                  <a:pt x="375367" y="341376"/>
                </a:moveTo>
                <a:lnTo>
                  <a:pt x="327660" y="341376"/>
                </a:lnTo>
                <a:lnTo>
                  <a:pt x="352044" y="316992"/>
                </a:lnTo>
                <a:lnTo>
                  <a:pt x="375367" y="34137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5" name="object 75"/>
          <p:cNvSpPr/>
          <p:nvPr/>
        </p:nvSpPr>
        <p:spPr>
          <a:xfrm>
            <a:off x="7065264" y="5762244"/>
            <a:ext cx="396240" cy="43180"/>
          </a:xfrm>
          <a:custGeom>
            <a:avLst/>
            <a:gdLst/>
            <a:ahLst/>
            <a:cxnLst/>
            <a:rect l="l" t="t" r="r" b="b"/>
            <a:pathLst>
              <a:path w="396240" h="43179">
                <a:moveTo>
                  <a:pt x="15240" y="42672"/>
                </a:moveTo>
                <a:lnTo>
                  <a:pt x="0" y="27432"/>
                </a:lnTo>
                <a:lnTo>
                  <a:pt x="323087" y="27432"/>
                </a:lnTo>
                <a:lnTo>
                  <a:pt x="358139" y="0"/>
                </a:lnTo>
                <a:lnTo>
                  <a:pt x="396239" y="38100"/>
                </a:lnTo>
                <a:lnTo>
                  <a:pt x="62484" y="38100"/>
                </a:lnTo>
                <a:lnTo>
                  <a:pt x="49315" y="38385"/>
                </a:lnTo>
                <a:lnTo>
                  <a:pt x="37147" y="39243"/>
                </a:lnTo>
                <a:lnTo>
                  <a:pt x="25836" y="40671"/>
                </a:lnTo>
                <a:lnTo>
                  <a:pt x="15240" y="4267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6" name="object 76"/>
          <p:cNvSpPr/>
          <p:nvPr/>
        </p:nvSpPr>
        <p:spPr>
          <a:xfrm>
            <a:off x="7540752" y="5611367"/>
            <a:ext cx="355600" cy="401320"/>
          </a:xfrm>
          <a:custGeom>
            <a:avLst/>
            <a:gdLst/>
            <a:ahLst/>
            <a:cxnLst/>
            <a:rect l="l" t="t" r="r" b="b"/>
            <a:pathLst>
              <a:path w="355600" h="401320">
                <a:moveTo>
                  <a:pt x="53340" y="89916"/>
                </a:moveTo>
                <a:lnTo>
                  <a:pt x="42672" y="89916"/>
                </a:lnTo>
                <a:lnTo>
                  <a:pt x="50696" y="61936"/>
                </a:lnTo>
                <a:lnTo>
                  <a:pt x="56578" y="37528"/>
                </a:lnTo>
                <a:lnTo>
                  <a:pt x="60459" y="16835"/>
                </a:lnTo>
                <a:lnTo>
                  <a:pt x="62484" y="0"/>
                </a:lnTo>
                <a:lnTo>
                  <a:pt x="100584" y="19812"/>
                </a:lnTo>
                <a:lnTo>
                  <a:pt x="90844" y="27551"/>
                </a:lnTo>
                <a:lnTo>
                  <a:pt x="79819" y="41719"/>
                </a:lnTo>
                <a:lnTo>
                  <a:pt x="67365" y="62460"/>
                </a:lnTo>
                <a:lnTo>
                  <a:pt x="53340" y="89916"/>
                </a:lnTo>
                <a:close/>
              </a:path>
              <a:path w="355600" h="401320">
                <a:moveTo>
                  <a:pt x="146304" y="190500"/>
                </a:moveTo>
                <a:lnTo>
                  <a:pt x="141732" y="187452"/>
                </a:lnTo>
                <a:lnTo>
                  <a:pt x="158853" y="160615"/>
                </a:lnTo>
                <a:lnTo>
                  <a:pt x="173545" y="135064"/>
                </a:lnTo>
                <a:lnTo>
                  <a:pt x="195072" y="88392"/>
                </a:lnTo>
                <a:lnTo>
                  <a:pt x="210883" y="44958"/>
                </a:lnTo>
                <a:lnTo>
                  <a:pt x="220979" y="1524"/>
                </a:lnTo>
                <a:lnTo>
                  <a:pt x="260603" y="24384"/>
                </a:lnTo>
                <a:lnTo>
                  <a:pt x="252626" y="31480"/>
                </a:lnTo>
                <a:lnTo>
                  <a:pt x="242506" y="45720"/>
                </a:lnTo>
                <a:lnTo>
                  <a:pt x="230385" y="66817"/>
                </a:lnTo>
                <a:lnTo>
                  <a:pt x="216408" y="94488"/>
                </a:lnTo>
                <a:lnTo>
                  <a:pt x="347472" y="94488"/>
                </a:lnTo>
                <a:lnTo>
                  <a:pt x="355092" y="102108"/>
                </a:lnTo>
                <a:lnTo>
                  <a:pt x="351282" y="105156"/>
                </a:lnTo>
                <a:lnTo>
                  <a:pt x="213360" y="105156"/>
                </a:lnTo>
                <a:lnTo>
                  <a:pt x="197310" y="129420"/>
                </a:lnTo>
                <a:lnTo>
                  <a:pt x="180975" y="151828"/>
                </a:lnTo>
                <a:lnTo>
                  <a:pt x="164068" y="172235"/>
                </a:lnTo>
                <a:lnTo>
                  <a:pt x="146304" y="190500"/>
                </a:lnTo>
                <a:close/>
              </a:path>
              <a:path w="355600" h="401320">
                <a:moveTo>
                  <a:pt x="144780" y="89916"/>
                </a:moveTo>
                <a:lnTo>
                  <a:pt x="111252" y="89916"/>
                </a:lnTo>
                <a:lnTo>
                  <a:pt x="128016" y="73152"/>
                </a:lnTo>
                <a:lnTo>
                  <a:pt x="144780" y="89916"/>
                </a:lnTo>
                <a:close/>
              </a:path>
              <a:path w="355600" h="401320">
                <a:moveTo>
                  <a:pt x="0" y="397764"/>
                </a:moveTo>
                <a:lnTo>
                  <a:pt x="176" y="367474"/>
                </a:lnTo>
                <a:lnTo>
                  <a:pt x="302" y="351853"/>
                </a:lnTo>
                <a:lnTo>
                  <a:pt x="1285" y="275605"/>
                </a:lnTo>
                <a:lnTo>
                  <a:pt x="1363" y="262318"/>
                </a:lnTo>
                <a:lnTo>
                  <a:pt x="1478" y="227076"/>
                </a:lnTo>
                <a:lnTo>
                  <a:pt x="1285" y="194691"/>
                </a:lnTo>
                <a:lnTo>
                  <a:pt x="238" y="114681"/>
                </a:lnTo>
                <a:lnTo>
                  <a:pt x="0" y="74676"/>
                </a:lnTo>
                <a:lnTo>
                  <a:pt x="25908" y="89916"/>
                </a:lnTo>
                <a:lnTo>
                  <a:pt x="144780" y="89916"/>
                </a:lnTo>
                <a:lnTo>
                  <a:pt x="153924" y="99060"/>
                </a:lnTo>
                <a:lnTo>
                  <a:pt x="151828" y="100584"/>
                </a:lnTo>
                <a:lnTo>
                  <a:pt x="22860" y="100584"/>
                </a:lnTo>
                <a:lnTo>
                  <a:pt x="22860" y="211836"/>
                </a:lnTo>
                <a:lnTo>
                  <a:pt x="137205" y="211836"/>
                </a:lnTo>
                <a:lnTo>
                  <a:pt x="137219" y="222504"/>
                </a:lnTo>
                <a:lnTo>
                  <a:pt x="22860" y="222504"/>
                </a:lnTo>
                <a:lnTo>
                  <a:pt x="22860" y="342900"/>
                </a:lnTo>
                <a:lnTo>
                  <a:pt x="137905" y="342900"/>
                </a:lnTo>
                <a:lnTo>
                  <a:pt x="137940" y="346069"/>
                </a:lnTo>
                <a:lnTo>
                  <a:pt x="138123" y="353568"/>
                </a:lnTo>
                <a:lnTo>
                  <a:pt x="22860" y="353568"/>
                </a:lnTo>
                <a:lnTo>
                  <a:pt x="22860" y="384048"/>
                </a:lnTo>
                <a:lnTo>
                  <a:pt x="0" y="397764"/>
                </a:lnTo>
                <a:close/>
              </a:path>
              <a:path w="355600" h="401320">
                <a:moveTo>
                  <a:pt x="347472" y="94488"/>
                </a:moveTo>
                <a:lnTo>
                  <a:pt x="310896" y="94488"/>
                </a:lnTo>
                <a:lnTo>
                  <a:pt x="329184" y="76200"/>
                </a:lnTo>
                <a:lnTo>
                  <a:pt x="347472" y="94488"/>
                </a:lnTo>
                <a:close/>
              </a:path>
              <a:path w="355600" h="401320">
                <a:moveTo>
                  <a:pt x="137205" y="211836"/>
                </a:moveTo>
                <a:lnTo>
                  <a:pt x="114300" y="211836"/>
                </a:lnTo>
                <a:lnTo>
                  <a:pt x="114300" y="100584"/>
                </a:lnTo>
                <a:lnTo>
                  <a:pt x="151828" y="100584"/>
                </a:lnTo>
                <a:lnTo>
                  <a:pt x="137160" y="111252"/>
                </a:lnTo>
                <a:lnTo>
                  <a:pt x="137205" y="211836"/>
                </a:lnTo>
                <a:close/>
              </a:path>
              <a:path w="355600" h="401320">
                <a:moveTo>
                  <a:pt x="325909" y="359664"/>
                </a:moveTo>
                <a:lnTo>
                  <a:pt x="281940" y="359664"/>
                </a:lnTo>
                <a:lnTo>
                  <a:pt x="291107" y="357687"/>
                </a:lnTo>
                <a:lnTo>
                  <a:pt x="298132" y="351853"/>
                </a:lnTo>
                <a:lnTo>
                  <a:pt x="308371" y="304038"/>
                </a:lnTo>
                <a:lnTo>
                  <a:pt x="310134" y="258318"/>
                </a:lnTo>
                <a:lnTo>
                  <a:pt x="312033" y="186213"/>
                </a:lnTo>
                <a:lnTo>
                  <a:pt x="313943" y="105156"/>
                </a:lnTo>
                <a:lnTo>
                  <a:pt x="351282" y="105156"/>
                </a:lnTo>
                <a:lnTo>
                  <a:pt x="339852" y="114300"/>
                </a:lnTo>
                <a:lnTo>
                  <a:pt x="338647" y="186213"/>
                </a:lnTo>
                <a:lnTo>
                  <a:pt x="338551" y="190500"/>
                </a:lnTo>
                <a:lnTo>
                  <a:pt x="336852" y="248631"/>
                </a:lnTo>
                <a:lnTo>
                  <a:pt x="334804" y="294583"/>
                </a:lnTo>
                <a:lnTo>
                  <a:pt x="330708" y="344424"/>
                </a:lnTo>
                <a:lnTo>
                  <a:pt x="326993" y="357020"/>
                </a:lnTo>
                <a:lnTo>
                  <a:pt x="325909" y="359664"/>
                </a:lnTo>
                <a:close/>
              </a:path>
              <a:path w="355600" h="401320">
                <a:moveTo>
                  <a:pt x="231648" y="268224"/>
                </a:moveTo>
                <a:lnTo>
                  <a:pt x="228600" y="268224"/>
                </a:lnTo>
                <a:lnTo>
                  <a:pt x="225432" y="266771"/>
                </a:lnTo>
                <a:lnTo>
                  <a:pt x="222694" y="262318"/>
                </a:lnTo>
                <a:lnTo>
                  <a:pt x="220241" y="254722"/>
                </a:lnTo>
                <a:lnTo>
                  <a:pt x="217932" y="243840"/>
                </a:lnTo>
                <a:lnTo>
                  <a:pt x="213383" y="226718"/>
                </a:lnTo>
                <a:lnTo>
                  <a:pt x="206692" y="209740"/>
                </a:lnTo>
                <a:lnTo>
                  <a:pt x="198000" y="193047"/>
                </a:lnTo>
                <a:lnTo>
                  <a:pt x="187452" y="176784"/>
                </a:lnTo>
                <a:lnTo>
                  <a:pt x="190500" y="172212"/>
                </a:lnTo>
                <a:lnTo>
                  <a:pt x="223456" y="198501"/>
                </a:lnTo>
                <a:lnTo>
                  <a:pt x="245364" y="234696"/>
                </a:lnTo>
                <a:lnTo>
                  <a:pt x="245364" y="246888"/>
                </a:lnTo>
                <a:lnTo>
                  <a:pt x="243840" y="254508"/>
                </a:lnTo>
                <a:lnTo>
                  <a:pt x="239267" y="260603"/>
                </a:lnTo>
                <a:lnTo>
                  <a:pt x="231648" y="268224"/>
                </a:lnTo>
                <a:close/>
              </a:path>
              <a:path w="355600" h="401320">
                <a:moveTo>
                  <a:pt x="137905" y="342900"/>
                </a:moveTo>
                <a:lnTo>
                  <a:pt x="114300" y="342900"/>
                </a:lnTo>
                <a:lnTo>
                  <a:pt x="114300" y="222504"/>
                </a:lnTo>
                <a:lnTo>
                  <a:pt x="137219" y="222504"/>
                </a:lnTo>
                <a:lnTo>
                  <a:pt x="137331" y="268224"/>
                </a:lnTo>
                <a:lnTo>
                  <a:pt x="137489" y="304373"/>
                </a:lnTo>
                <a:lnTo>
                  <a:pt x="137905" y="342900"/>
                </a:lnTo>
                <a:close/>
              </a:path>
              <a:path w="355600" h="401320">
                <a:moveTo>
                  <a:pt x="277367" y="400812"/>
                </a:moveTo>
                <a:lnTo>
                  <a:pt x="270462" y="387953"/>
                </a:lnTo>
                <a:lnTo>
                  <a:pt x="258699" y="376809"/>
                </a:lnTo>
                <a:lnTo>
                  <a:pt x="241792" y="367379"/>
                </a:lnTo>
                <a:lnTo>
                  <a:pt x="219455" y="359664"/>
                </a:lnTo>
                <a:lnTo>
                  <a:pt x="219455" y="350520"/>
                </a:lnTo>
                <a:lnTo>
                  <a:pt x="239720" y="354520"/>
                </a:lnTo>
                <a:lnTo>
                  <a:pt x="256984" y="357378"/>
                </a:lnTo>
                <a:lnTo>
                  <a:pt x="271105" y="359092"/>
                </a:lnTo>
                <a:lnTo>
                  <a:pt x="281940" y="359664"/>
                </a:lnTo>
                <a:lnTo>
                  <a:pt x="325909" y="359664"/>
                </a:lnTo>
                <a:lnTo>
                  <a:pt x="322707" y="367474"/>
                </a:lnTo>
                <a:lnTo>
                  <a:pt x="288845" y="396240"/>
                </a:lnTo>
                <a:lnTo>
                  <a:pt x="277367" y="400812"/>
                </a:lnTo>
                <a:close/>
              </a:path>
              <a:path w="355600" h="401320">
                <a:moveTo>
                  <a:pt x="114300" y="390144"/>
                </a:moveTo>
                <a:lnTo>
                  <a:pt x="114300" y="353568"/>
                </a:lnTo>
                <a:lnTo>
                  <a:pt x="138123" y="353568"/>
                </a:lnTo>
                <a:lnTo>
                  <a:pt x="138684" y="376428"/>
                </a:lnTo>
                <a:lnTo>
                  <a:pt x="114300" y="39014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7" name="object 77"/>
          <p:cNvSpPr/>
          <p:nvPr/>
        </p:nvSpPr>
        <p:spPr>
          <a:xfrm>
            <a:off x="7950707" y="5614416"/>
            <a:ext cx="401320" cy="405765"/>
          </a:xfrm>
          <a:custGeom>
            <a:avLst/>
            <a:gdLst/>
            <a:ahLst/>
            <a:cxnLst/>
            <a:rect l="l" t="t" r="r" b="b"/>
            <a:pathLst>
              <a:path w="401320" h="405764">
                <a:moveTo>
                  <a:pt x="173736" y="117348"/>
                </a:moveTo>
                <a:lnTo>
                  <a:pt x="167639" y="114300"/>
                </a:lnTo>
                <a:lnTo>
                  <a:pt x="177665" y="102298"/>
                </a:lnTo>
                <a:lnTo>
                  <a:pt x="187261" y="89154"/>
                </a:lnTo>
                <a:lnTo>
                  <a:pt x="196572" y="74866"/>
                </a:lnTo>
                <a:lnTo>
                  <a:pt x="205739" y="59436"/>
                </a:lnTo>
                <a:lnTo>
                  <a:pt x="215193" y="43719"/>
                </a:lnTo>
                <a:lnTo>
                  <a:pt x="223075" y="28575"/>
                </a:lnTo>
                <a:lnTo>
                  <a:pt x="229528" y="14001"/>
                </a:lnTo>
                <a:lnTo>
                  <a:pt x="234696" y="0"/>
                </a:lnTo>
                <a:lnTo>
                  <a:pt x="266700" y="21336"/>
                </a:lnTo>
                <a:lnTo>
                  <a:pt x="258651" y="25050"/>
                </a:lnTo>
                <a:lnTo>
                  <a:pt x="250317" y="31623"/>
                </a:lnTo>
                <a:lnTo>
                  <a:pt x="241411" y="41052"/>
                </a:lnTo>
                <a:lnTo>
                  <a:pt x="231648" y="53340"/>
                </a:lnTo>
                <a:lnTo>
                  <a:pt x="333218" y="53340"/>
                </a:lnTo>
                <a:lnTo>
                  <a:pt x="342900" y="62484"/>
                </a:lnTo>
                <a:lnTo>
                  <a:pt x="339211" y="64008"/>
                </a:lnTo>
                <a:lnTo>
                  <a:pt x="227075" y="64008"/>
                </a:lnTo>
                <a:lnTo>
                  <a:pt x="214241" y="79414"/>
                </a:lnTo>
                <a:lnTo>
                  <a:pt x="200977" y="93535"/>
                </a:lnTo>
                <a:lnTo>
                  <a:pt x="187428" y="106227"/>
                </a:lnTo>
                <a:lnTo>
                  <a:pt x="173736" y="117348"/>
                </a:lnTo>
                <a:close/>
              </a:path>
              <a:path w="401320" h="405764">
                <a:moveTo>
                  <a:pt x="12192" y="59436"/>
                </a:moveTo>
                <a:lnTo>
                  <a:pt x="9144" y="51816"/>
                </a:lnTo>
                <a:lnTo>
                  <a:pt x="27193" y="48125"/>
                </a:lnTo>
                <a:lnTo>
                  <a:pt x="44958" y="44005"/>
                </a:lnTo>
                <a:lnTo>
                  <a:pt x="98202" y="29027"/>
                </a:lnTo>
                <a:lnTo>
                  <a:pt x="140208" y="6096"/>
                </a:lnTo>
                <a:lnTo>
                  <a:pt x="166116" y="35052"/>
                </a:lnTo>
                <a:lnTo>
                  <a:pt x="154686" y="35861"/>
                </a:lnTo>
                <a:lnTo>
                  <a:pt x="140970" y="38100"/>
                </a:lnTo>
                <a:lnTo>
                  <a:pt x="124968" y="41481"/>
                </a:lnTo>
                <a:lnTo>
                  <a:pt x="106680" y="45720"/>
                </a:lnTo>
                <a:lnTo>
                  <a:pt x="106680" y="48768"/>
                </a:lnTo>
                <a:lnTo>
                  <a:pt x="85344" y="48768"/>
                </a:lnTo>
                <a:lnTo>
                  <a:pt x="66198" y="51077"/>
                </a:lnTo>
                <a:lnTo>
                  <a:pt x="47625" y="53530"/>
                </a:lnTo>
                <a:lnTo>
                  <a:pt x="29622" y="56268"/>
                </a:lnTo>
                <a:lnTo>
                  <a:pt x="12192" y="59436"/>
                </a:lnTo>
                <a:close/>
              </a:path>
              <a:path w="401320" h="405764">
                <a:moveTo>
                  <a:pt x="333218" y="53340"/>
                </a:moveTo>
                <a:lnTo>
                  <a:pt x="300227" y="53340"/>
                </a:lnTo>
                <a:lnTo>
                  <a:pt x="315468" y="36576"/>
                </a:lnTo>
                <a:lnTo>
                  <a:pt x="333218" y="53340"/>
                </a:lnTo>
                <a:close/>
              </a:path>
              <a:path w="401320" h="405764">
                <a:moveTo>
                  <a:pt x="106680" y="126492"/>
                </a:moveTo>
                <a:lnTo>
                  <a:pt x="85344" y="126492"/>
                </a:lnTo>
                <a:lnTo>
                  <a:pt x="85344" y="48768"/>
                </a:lnTo>
                <a:lnTo>
                  <a:pt x="106680" y="48768"/>
                </a:lnTo>
                <a:lnTo>
                  <a:pt x="106680" y="126492"/>
                </a:lnTo>
                <a:close/>
              </a:path>
              <a:path w="401320" h="405764">
                <a:moveTo>
                  <a:pt x="278892" y="124968"/>
                </a:moveTo>
                <a:lnTo>
                  <a:pt x="268224" y="124968"/>
                </a:lnTo>
                <a:lnTo>
                  <a:pt x="301751" y="64008"/>
                </a:lnTo>
                <a:lnTo>
                  <a:pt x="339211" y="64008"/>
                </a:lnTo>
                <a:lnTo>
                  <a:pt x="336042" y="65317"/>
                </a:lnTo>
                <a:lnTo>
                  <a:pt x="329184" y="69151"/>
                </a:lnTo>
                <a:lnTo>
                  <a:pt x="300609" y="97536"/>
                </a:lnTo>
                <a:lnTo>
                  <a:pt x="290607" y="110109"/>
                </a:lnTo>
                <a:lnTo>
                  <a:pt x="278892" y="124968"/>
                </a:lnTo>
                <a:close/>
              </a:path>
              <a:path w="401320" h="405764">
                <a:moveTo>
                  <a:pt x="18288" y="141732"/>
                </a:moveTo>
                <a:lnTo>
                  <a:pt x="3048" y="126492"/>
                </a:lnTo>
                <a:lnTo>
                  <a:pt x="120396" y="126492"/>
                </a:lnTo>
                <a:lnTo>
                  <a:pt x="141732" y="106680"/>
                </a:lnTo>
                <a:lnTo>
                  <a:pt x="172212" y="137160"/>
                </a:lnTo>
                <a:lnTo>
                  <a:pt x="60960" y="137160"/>
                </a:lnTo>
                <a:lnTo>
                  <a:pt x="49791" y="137445"/>
                </a:lnTo>
                <a:lnTo>
                  <a:pt x="39052" y="138303"/>
                </a:lnTo>
                <a:lnTo>
                  <a:pt x="28598" y="139731"/>
                </a:lnTo>
                <a:lnTo>
                  <a:pt x="18288" y="141732"/>
                </a:lnTo>
                <a:close/>
              </a:path>
              <a:path w="401320" h="405764">
                <a:moveTo>
                  <a:pt x="188975" y="140208"/>
                </a:moveTo>
                <a:lnTo>
                  <a:pt x="173736" y="124968"/>
                </a:lnTo>
                <a:lnTo>
                  <a:pt x="342900" y="124968"/>
                </a:lnTo>
                <a:lnTo>
                  <a:pt x="355092" y="108204"/>
                </a:lnTo>
                <a:lnTo>
                  <a:pt x="384048" y="128016"/>
                </a:lnTo>
                <a:lnTo>
                  <a:pt x="375475" y="135636"/>
                </a:lnTo>
                <a:lnTo>
                  <a:pt x="230124" y="135636"/>
                </a:lnTo>
                <a:lnTo>
                  <a:pt x="218979" y="135921"/>
                </a:lnTo>
                <a:lnTo>
                  <a:pt x="208407" y="136779"/>
                </a:lnTo>
                <a:lnTo>
                  <a:pt x="198405" y="138207"/>
                </a:lnTo>
                <a:lnTo>
                  <a:pt x="188975" y="140208"/>
                </a:lnTo>
                <a:close/>
              </a:path>
              <a:path w="401320" h="405764">
                <a:moveTo>
                  <a:pt x="205739" y="193548"/>
                </a:moveTo>
                <a:lnTo>
                  <a:pt x="190500" y="176784"/>
                </a:lnTo>
                <a:lnTo>
                  <a:pt x="347472" y="176784"/>
                </a:lnTo>
                <a:lnTo>
                  <a:pt x="347472" y="135636"/>
                </a:lnTo>
                <a:lnTo>
                  <a:pt x="375475" y="135636"/>
                </a:lnTo>
                <a:lnTo>
                  <a:pt x="370331" y="140208"/>
                </a:lnTo>
                <a:lnTo>
                  <a:pt x="370392" y="187452"/>
                </a:lnTo>
                <a:lnTo>
                  <a:pt x="248412" y="187452"/>
                </a:lnTo>
                <a:lnTo>
                  <a:pt x="237243" y="187761"/>
                </a:lnTo>
                <a:lnTo>
                  <a:pt x="226504" y="188785"/>
                </a:lnTo>
                <a:lnTo>
                  <a:pt x="216050" y="190666"/>
                </a:lnTo>
                <a:lnTo>
                  <a:pt x="205739" y="193548"/>
                </a:lnTo>
                <a:close/>
              </a:path>
              <a:path w="401320" h="405764">
                <a:moveTo>
                  <a:pt x="4572" y="323088"/>
                </a:moveTo>
                <a:lnTo>
                  <a:pt x="0" y="320040"/>
                </a:lnTo>
                <a:lnTo>
                  <a:pt x="15439" y="296179"/>
                </a:lnTo>
                <a:lnTo>
                  <a:pt x="29337" y="272796"/>
                </a:lnTo>
                <a:lnTo>
                  <a:pt x="51816" y="225552"/>
                </a:lnTo>
                <a:lnTo>
                  <a:pt x="69913" y="180213"/>
                </a:lnTo>
                <a:lnTo>
                  <a:pt x="82296" y="137160"/>
                </a:lnTo>
                <a:lnTo>
                  <a:pt x="106680" y="137160"/>
                </a:lnTo>
                <a:lnTo>
                  <a:pt x="106680" y="172212"/>
                </a:lnTo>
                <a:lnTo>
                  <a:pt x="117776" y="177284"/>
                </a:lnTo>
                <a:lnTo>
                  <a:pt x="127678" y="182880"/>
                </a:lnTo>
                <a:lnTo>
                  <a:pt x="106680" y="182880"/>
                </a:lnTo>
                <a:lnTo>
                  <a:pt x="106750" y="205740"/>
                </a:lnTo>
                <a:lnTo>
                  <a:pt x="85344" y="205740"/>
                </a:lnTo>
                <a:lnTo>
                  <a:pt x="69050" y="238053"/>
                </a:lnTo>
                <a:lnTo>
                  <a:pt x="50101" y="268414"/>
                </a:lnTo>
                <a:lnTo>
                  <a:pt x="28551" y="296822"/>
                </a:lnTo>
                <a:lnTo>
                  <a:pt x="4572" y="323088"/>
                </a:lnTo>
                <a:close/>
              </a:path>
              <a:path w="401320" h="405764">
                <a:moveTo>
                  <a:pt x="150876" y="248411"/>
                </a:moveTo>
                <a:lnTo>
                  <a:pt x="144780" y="248411"/>
                </a:lnTo>
                <a:lnTo>
                  <a:pt x="141732" y="242316"/>
                </a:lnTo>
                <a:lnTo>
                  <a:pt x="131111" y="217598"/>
                </a:lnTo>
                <a:lnTo>
                  <a:pt x="124206" y="204978"/>
                </a:lnTo>
                <a:lnTo>
                  <a:pt x="116157" y="193500"/>
                </a:lnTo>
                <a:lnTo>
                  <a:pt x="106680" y="182880"/>
                </a:lnTo>
                <a:lnTo>
                  <a:pt x="127678" y="182880"/>
                </a:lnTo>
                <a:lnTo>
                  <a:pt x="157162" y="208026"/>
                </a:lnTo>
                <a:lnTo>
                  <a:pt x="161544" y="220980"/>
                </a:lnTo>
                <a:lnTo>
                  <a:pt x="161544" y="227076"/>
                </a:lnTo>
                <a:lnTo>
                  <a:pt x="160020" y="233172"/>
                </a:lnTo>
                <a:lnTo>
                  <a:pt x="153924" y="245364"/>
                </a:lnTo>
                <a:lnTo>
                  <a:pt x="150876" y="248411"/>
                </a:lnTo>
                <a:close/>
              </a:path>
              <a:path w="401320" h="405764">
                <a:moveTo>
                  <a:pt x="188975" y="243840"/>
                </a:moveTo>
                <a:lnTo>
                  <a:pt x="173736" y="227076"/>
                </a:lnTo>
                <a:lnTo>
                  <a:pt x="347472" y="227076"/>
                </a:lnTo>
                <a:lnTo>
                  <a:pt x="347472" y="187452"/>
                </a:lnTo>
                <a:lnTo>
                  <a:pt x="370392" y="187452"/>
                </a:lnTo>
                <a:lnTo>
                  <a:pt x="370500" y="208026"/>
                </a:lnTo>
                <a:lnTo>
                  <a:pt x="370564" y="214360"/>
                </a:lnTo>
                <a:lnTo>
                  <a:pt x="370974" y="235362"/>
                </a:lnTo>
                <a:lnTo>
                  <a:pt x="371118" y="237744"/>
                </a:lnTo>
                <a:lnTo>
                  <a:pt x="230124" y="237744"/>
                </a:lnTo>
                <a:lnTo>
                  <a:pt x="218979" y="238053"/>
                </a:lnTo>
                <a:lnTo>
                  <a:pt x="208407" y="239077"/>
                </a:lnTo>
                <a:lnTo>
                  <a:pt x="198405" y="240958"/>
                </a:lnTo>
                <a:lnTo>
                  <a:pt x="188975" y="243840"/>
                </a:lnTo>
                <a:close/>
              </a:path>
              <a:path w="401320" h="405764">
                <a:moveTo>
                  <a:pt x="82296" y="405384"/>
                </a:moveTo>
                <a:lnTo>
                  <a:pt x="84296" y="328231"/>
                </a:lnTo>
                <a:lnTo>
                  <a:pt x="84982" y="277368"/>
                </a:lnTo>
                <a:lnTo>
                  <a:pt x="85344" y="205740"/>
                </a:lnTo>
                <a:lnTo>
                  <a:pt x="106750" y="205740"/>
                </a:lnTo>
                <a:lnTo>
                  <a:pt x="106872" y="245364"/>
                </a:lnTo>
                <a:lnTo>
                  <a:pt x="106997" y="269509"/>
                </a:lnTo>
                <a:lnTo>
                  <a:pt x="107454" y="322064"/>
                </a:lnTo>
                <a:lnTo>
                  <a:pt x="107987" y="367284"/>
                </a:lnTo>
                <a:lnTo>
                  <a:pt x="108204" y="391668"/>
                </a:lnTo>
                <a:lnTo>
                  <a:pt x="82296" y="405384"/>
                </a:lnTo>
                <a:close/>
              </a:path>
              <a:path w="401320" h="405764">
                <a:moveTo>
                  <a:pt x="347472" y="260604"/>
                </a:moveTo>
                <a:lnTo>
                  <a:pt x="347472" y="237744"/>
                </a:lnTo>
                <a:lnTo>
                  <a:pt x="371118" y="237744"/>
                </a:lnTo>
                <a:lnTo>
                  <a:pt x="371856" y="249935"/>
                </a:lnTo>
                <a:lnTo>
                  <a:pt x="347472" y="260604"/>
                </a:lnTo>
                <a:close/>
              </a:path>
              <a:path w="401320" h="405764">
                <a:moveTo>
                  <a:pt x="280416" y="315468"/>
                </a:moveTo>
                <a:lnTo>
                  <a:pt x="275844" y="315468"/>
                </a:lnTo>
                <a:lnTo>
                  <a:pt x="272796" y="312420"/>
                </a:lnTo>
                <a:lnTo>
                  <a:pt x="271272" y="301752"/>
                </a:lnTo>
                <a:lnTo>
                  <a:pt x="266747" y="290893"/>
                </a:lnTo>
                <a:lnTo>
                  <a:pt x="260223" y="278892"/>
                </a:lnTo>
                <a:lnTo>
                  <a:pt x="251983" y="265747"/>
                </a:lnTo>
                <a:lnTo>
                  <a:pt x="242316" y="251459"/>
                </a:lnTo>
                <a:lnTo>
                  <a:pt x="246887" y="248411"/>
                </a:lnTo>
                <a:lnTo>
                  <a:pt x="283749" y="274986"/>
                </a:lnTo>
                <a:lnTo>
                  <a:pt x="292608" y="289559"/>
                </a:lnTo>
                <a:lnTo>
                  <a:pt x="292608" y="297180"/>
                </a:lnTo>
                <a:lnTo>
                  <a:pt x="291084" y="301752"/>
                </a:lnTo>
                <a:lnTo>
                  <a:pt x="286512" y="307847"/>
                </a:lnTo>
                <a:lnTo>
                  <a:pt x="283463" y="313944"/>
                </a:lnTo>
                <a:lnTo>
                  <a:pt x="280416" y="315468"/>
                </a:lnTo>
                <a:close/>
              </a:path>
              <a:path w="401320" h="405764">
                <a:moveTo>
                  <a:pt x="326993" y="385857"/>
                </a:moveTo>
                <a:lnTo>
                  <a:pt x="312420" y="385572"/>
                </a:lnTo>
                <a:lnTo>
                  <a:pt x="237744" y="385572"/>
                </a:lnTo>
                <a:lnTo>
                  <a:pt x="224623" y="382976"/>
                </a:lnTo>
                <a:lnTo>
                  <a:pt x="215074" y="377380"/>
                </a:lnTo>
                <a:lnTo>
                  <a:pt x="209240" y="368641"/>
                </a:lnTo>
                <a:lnTo>
                  <a:pt x="207263" y="356616"/>
                </a:lnTo>
                <a:lnTo>
                  <a:pt x="207253" y="347472"/>
                </a:lnTo>
                <a:lnTo>
                  <a:pt x="207129" y="322064"/>
                </a:lnTo>
                <a:lnTo>
                  <a:pt x="207006" y="312420"/>
                </a:lnTo>
                <a:lnTo>
                  <a:pt x="206649" y="297180"/>
                </a:lnTo>
                <a:lnTo>
                  <a:pt x="206534" y="294132"/>
                </a:lnTo>
                <a:lnTo>
                  <a:pt x="205739" y="277368"/>
                </a:lnTo>
                <a:lnTo>
                  <a:pt x="242316" y="294132"/>
                </a:lnTo>
                <a:lnTo>
                  <a:pt x="230124" y="304799"/>
                </a:lnTo>
                <a:lnTo>
                  <a:pt x="230124" y="345948"/>
                </a:lnTo>
                <a:lnTo>
                  <a:pt x="231814" y="355711"/>
                </a:lnTo>
                <a:lnTo>
                  <a:pt x="236791" y="362331"/>
                </a:lnTo>
                <a:lnTo>
                  <a:pt x="244911" y="366093"/>
                </a:lnTo>
                <a:lnTo>
                  <a:pt x="256032" y="367284"/>
                </a:lnTo>
                <a:lnTo>
                  <a:pt x="351226" y="367284"/>
                </a:lnTo>
                <a:lnTo>
                  <a:pt x="347567" y="374427"/>
                </a:lnTo>
                <a:lnTo>
                  <a:pt x="338709" y="382143"/>
                </a:lnTo>
                <a:lnTo>
                  <a:pt x="326993" y="385857"/>
                </a:lnTo>
                <a:close/>
              </a:path>
              <a:path w="401320" h="405764">
                <a:moveTo>
                  <a:pt x="388620" y="367284"/>
                </a:moveTo>
                <a:lnTo>
                  <a:pt x="384048" y="367284"/>
                </a:lnTo>
                <a:lnTo>
                  <a:pt x="379476" y="358140"/>
                </a:lnTo>
                <a:lnTo>
                  <a:pt x="376928" y="351282"/>
                </a:lnTo>
                <a:lnTo>
                  <a:pt x="373951" y="344424"/>
                </a:lnTo>
                <a:lnTo>
                  <a:pt x="351210" y="304990"/>
                </a:lnTo>
                <a:lnTo>
                  <a:pt x="342900" y="294132"/>
                </a:lnTo>
                <a:lnTo>
                  <a:pt x="347472" y="289559"/>
                </a:lnTo>
                <a:lnTo>
                  <a:pt x="385572" y="315468"/>
                </a:lnTo>
                <a:lnTo>
                  <a:pt x="400812" y="339852"/>
                </a:lnTo>
                <a:lnTo>
                  <a:pt x="400811" y="344424"/>
                </a:lnTo>
                <a:lnTo>
                  <a:pt x="399288" y="350520"/>
                </a:lnTo>
                <a:lnTo>
                  <a:pt x="390144" y="362712"/>
                </a:lnTo>
                <a:lnTo>
                  <a:pt x="388620" y="367284"/>
                </a:lnTo>
                <a:close/>
              </a:path>
              <a:path w="401320" h="405764">
                <a:moveTo>
                  <a:pt x="167639" y="364236"/>
                </a:moveTo>
                <a:lnTo>
                  <a:pt x="135636" y="364236"/>
                </a:lnTo>
                <a:lnTo>
                  <a:pt x="135636" y="356616"/>
                </a:lnTo>
                <a:lnTo>
                  <a:pt x="138684" y="350520"/>
                </a:lnTo>
                <a:lnTo>
                  <a:pt x="144780" y="344424"/>
                </a:lnTo>
                <a:lnTo>
                  <a:pt x="151352" y="336137"/>
                </a:lnTo>
                <a:lnTo>
                  <a:pt x="157353" y="324993"/>
                </a:lnTo>
                <a:lnTo>
                  <a:pt x="162782" y="310991"/>
                </a:lnTo>
                <a:lnTo>
                  <a:pt x="167639" y="294132"/>
                </a:lnTo>
                <a:lnTo>
                  <a:pt x="175260" y="294132"/>
                </a:lnTo>
                <a:lnTo>
                  <a:pt x="175755" y="307847"/>
                </a:lnTo>
                <a:lnTo>
                  <a:pt x="175641" y="325945"/>
                </a:lnTo>
                <a:lnTo>
                  <a:pt x="174831" y="338066"/>
                </a:lnTo>
                <a:lnTo>
                  <a:pt x="173736" y="347472"/>
                </a:lnTo>
                <a:lnTo>
                  <a:pt x="170687" y="358140"/>
                </a:lnTo>
                <a:lnTo>
                  <a:pt x="167639" y="364236"/>
                </a:lnTo>
                <a:close/>
              </a:path>
              <a:path w="401320" h="405764">
                <a:moveTo>
                  <a:pt x="351226" y="367284"/>
                </a:moveTo>
                <a:lnTo>
                  <a:pt x="304800" y="367284"/>
                </a:lnTo>
                <a:lnTo>
                  <a:pt x="311943" y="364140"/>
                </a:lnTo>
                <a:lnTo>
                  <a:pt x="317373" y="359283"/>
                </a:lnTo>
                <a:lnTo>
                  <a:pt x="321087" y="352710"/>
                </a:lnTo>
                <a:lnTo>
                  <a:pt x="323088" y="344424"/>
                </a:lnTo>
                <a:lnTo>
                  <a:pt x="324265" y="334113"/>
                </a:lnTo>
                <a:lnTo>
                  <a:pt x="327660" y="306323"/>
                </a:lnTo>
                <a:lnTo>
                  <a:pt x="335280" y="306323"/>
                </a:lnTo>
                <a:lnTo>
                  <a:pt x="335395" y="322064"/>
                </a:lnTo>
                <a:lnTo>
                  <a:pt x="335470" y="326517"/>
                </a:lnTo>
                <a:lnTo>
                  <a:pt x="353568" y="362712"/>
                </a:lnTo>
                <a:lnTo>
                  <a:pt x="351226" y="367284"/>
                </a:lnTo>
                <a:close/>
              </a:path>
              <a:path w="401320" h="405764">
                <a:moveTo>
                  <a:pt x="152400" y="367284"/>
                </a:moveTo>
                <a:lnTo>
                  <a:pt x="144780" y="367284"/>
                </a:lnTo>
                <a:lnTo>
                  <a:pt x="140208" y="365760"/>
                </a:lnTo>
                <a:lnTo>
                  <a:pt x="138684" y="364236"/>
                </a:lnTo>
                <a:lnTo>
                  <a:pt x="161544" y="364236"/>
                </a:lnTo>
                <a:lnTo>
                  <a:pt x="152400" y="36728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8" name="object 78"/>
          <p:cNvSpPr/>
          <p:nvPr/>
        </p:nvSpPr>
        <p:spPr>
          <a:xfrm>
            <a:off x="8403335" y="5612891"/>
            <a:ext cx="388620" cy="405765"/>
          </a:xfrm>
          <a:custGeom>
            <a:avLst/>
            <a:gdLst/>
            <a:ahLst/>
            <a:cxnLst/>
            <a:rect l="l" t="t" r="r" b="b"/>
            <a:pathLst>
              <a:path w="388620" h="405764">
                <a:moveTo>
                  <a:pt x="199644" y="71627"/>
                </a:moveTo>
                <a:lnTo>
                  <a:pt x="193548" y="71627"/>
                </a:lnTo>
                <a:lnTo>
                  <a:pt x="190500" y="65531"/>
                </a:lnTo>
                <a:lnTo>
                  <a:pt x="190500" y="54863"/>
                </a:lnTo>
                <a:lnTo>
                  <a:pt x="186189" y="43124"/>
                </a:lnTo>
                <a:lnTo>
                  <a:pt x="180022" y="30670"/>
                </a:lnTo>
                <a:lnTo>
                  <a:pt x="171854" y="17359"/>
                </a:lnTo>
                <a:lnTo>
                  <a:pt x="161544" y="3048"/>
                </a:lnTo>
                <a:lnTo>
                  <a:pt x="166116" y="0"/>
                </a:lnTo>
                <a:lnTo>
                  <a:pt x="201263" y="20788"/>
                </a:lnTo>
                <a:lnTo>
                  <a:pt x="216408" y="39624"/>
                </a:lnTo>
                <a:lnTo>
                  <a:pt x="216408" y="50291"/>
                </a:lnTo>
                <a:lnTo>
                  <a:pt x="213360" y="56387"/>
                </a:lnTo>
                <a:lnTo>
                  <a:pt x="208788" y="62483"/>
                </a:lnTo>
                <a:lnTo>
                  <a:pt x="199644" y="71627"/>
                </a:lnTo>
                <a:close/>
              </a:path>
              <a:path w="388620" h="405764">
                <a:moveTo>
                  <a:pt x="36576" y="138683"/>
                </a:moveTo>
                <a:lnTo>
                  <a:pt x="28956" y="138683"/>
                </a:lnTo>
                <a:lnTo>
                  <a:pt x="24384" y="137159"/>
                </a:lnTo>
                <a:lnTo>
                  <a:pt x="19812" y="134111"/>
                </a:lnTo>
                <a:lnTo>
                  <a:pt x="16764" y="131063"/>
                </a:lnTo>
                <a:lnTo>
                  <a:pt x="13716" y="129539"/>
                </a:lnTo>
                <a:lnTo>
                  <a:pt x="13716" y="123443"/>
                </a:lnTo>
                <a:lnTo>
                  <a:pt x="18288" y="117347"/>
                </a:lnTo>
                <a:lnTo>
                  <a:pt x="28956" y="109727"/>
                </a:lnTo>
                <a:lnTo>
                  <a:pt x="36385" y="100274"/>
                </a:lnTo>
                <a:lnTo>
                  <a:pt x="42672" y="87820"/>
                </a:lnTo>
                <a:lnTo>
                  <a:pt x="47815" y="72223"/>
                </a:lnTo>
                <a:lnTo>
                  <a:pt x="51816" y="53339"/>
                </a:lnTo>
                <a:lnTo>
                  <a:pt x="59436" y="53339"/>
                </a:lnTo>
                <a:lnTo>
                  <a:pt x="59436" y="76200"/>
                </a:lnTo>
                <a:lnTo>
                  <a:pt x="368410" y="76200"/>
                </a:lnTo>
                <a:lnTo>
                  <a:pt x="377223" y="86867"/>
                </a:lnTo>
                <a:lnTo>
                  <a:pt x="59436" y="86867"/>
                </a:lnTo>
                <a:lnTo>
                  <a:pt x="59721" y="104298"/>
                </a:lnTo>
                <a:lnTo>
                  <a:pt x="58293" y="117728"/>
                </a:lnTo>
                <a:lnTo>
                  <a:pt x="55149" y="127158"/>
                </a:lnTo>
                <a:lnTo>
                  <a:pt x="50292" y="132587"/>
                </a:lnTo>
                <a:lnTo>
                  <a:pt x="42672" y="137159"/>
                </a:lnTo>
                <a:lnTo>
                  <a:pt x="36576" y="138683"/>
                </a:lnTo>
                <a:close/>
              </a:path>
              <a:path w="388620" h="405764">
                <a:moveTo>
                  <a:pt x="368410" y="76200"/>
                </a:moveTo>
                <a:lnTo>
                  <a:pt x="332232" y="76200"/>
                </a:lnTo>
                <a:lnTo>
                  <a:pt x="352044" y="56387"/>
                </a:lnTo>
                <a:lnTo>
                  <a:pt x="368410" y="76200"/>
                </a:lnTo>
                <a:close/>
              </a:path>
              <a:path w="388620" h="405764">
                <a:moveTo>
                  <a:pt x="318516" y="134111"/>
                </a:moveTo>
                <a:lnTo>
                  <a:pt x="313944" y="129539"/>
                </a:lnTo>
                <a:lnTo>
                  <a:pt x="335280" y="86867"/>
                </a:lnTo>
                <a:lnTo>
                  <a:pt x="377223" y="86867"/>
                </a:lnTo>
                <a:lnTo>
                  <a:pt x="381000" y="91439"/>
                </a:lnTo>
                <a:lnTo>
                  <a:pt x="367807" y="94035"/>
                </a:lnTo>
                <a:lnTo>
                  <a:pt x="353187" y="101917"/>
                </a:lnTo>
                <a:lnTo>
                  <a:pt x="336851" y="115228"/>
                </a:lnTo>
                <a:lnTo>
                  <a:pt x="318516" y="134111"/>
                </a:lnTo>
                <a:close/>
              </a:path>
              <a:path w="388620" h="405764">
                <a:moveTo>
                  <a:pt x="44196" y="175259"/>
                </a:moveTo>
                <a:lnTo>
                  <a:pt x="28956" y="160019"/>
                </a:lnTo>
                <a:lnTo>
                  <a:pt x="298704" y="160019"/>
                </a:lnTo>
                <a:lnTo>
                  <a:pt x="323088" y="135635"/>
                </a:lnTo>
                <a:lnTo>
                  <a:pt x="358140" y="170687"/>
                </a:lnTo>
                <a:lnTo>
                  <a:pt x="85344" y="170687"/>
                </a:lnTo>
                <a:lnTo>
                  <a:pt x="74199" y="170973"/>
                </a:lnTo>
                <a:lnTo>
                  <a:pt x="63627" y="171830"/>
                </a:lnTo>
                <a:lnTo>
                  <a:pt x="53625" y="173259"/>
                </a:lnTo>
                <a:lnTo>
                  <a:pt x="44196" y="175259"/>
                </a:lnTo>
                <a:close/>
              </a:path>
              <a:path w="388620" h="405764">
                <a:moveTo>
                  <a:pt x="207264" y="348996"/>
                </a:moveTo>
                <a:lnTo>
                  <a:pt x="182880" y="348996"/>
                </a:lnTo>
                <a:lnTo>
                  <a:pt x="182880" y="170687"/>
                </a:lnTo>
                <a:lnTo>
                  <a:pt x="207264" y="170687"/>
                </a:lnTo>
                <a:lnTo>
                  <a:pt x="207264" y="254507"/>
                </a:lnTo>
                <a:lnTo>
                  <a:pt x="330200" y="254507"/>
                </a:lnTo>
                <a:lnTo>
                  <a:pt x="341376" y="265175"/>
                </a:lnTo>
                <a:lnTo>
                  <a:pt x="207264" y="265175"/>
                </a:lnTo>
                <a:lnTo>
                  <a:pt x="207264" y="348996"/>
                </a:lnTo>
                <a:close/>
              </a:path>
              <a:path w="388620" h="405764">
                <a:moveTo>
                  <a:pt x="4572" y="405384"/>
                </a:moveTo>
                <a:lnTo>
                  <a:pt x="0" y="399287"/>
                </a:lnTo>
                <a:lnTo>
                  <a:pt x="16002" y="383285"/>
                </a:lnTo>
                <a:lnTo>
                  <a:pt x="29718" y="367284"/>
                </a:lnTo>
                <a:lnTo>
                  <a:pt x="58602" y="319039"/>
                </a:lnTo>
                <a:lnTo>
                  <a:pt x="74676" y="269747"/>
                </a:lnTo>
                <a:lnTo>
                  <a:pt x="80891" y="221099"/>
                </a:lnTo>
                <a:lnTo>
                  <a:pt x="82296" y="204215"/>
                </a:lnTo>
                <a:lnTo>
                  <a:pt x="123444" y="225551"/>
                </a:lnTo>
                <a:lnTo>
                  <a:pt x="109728" y="237743"/>
                </a:lnTo>
                <a:lnTo>
                  <a:pt x="106560" y="248864"/>
                </a:lnTo>
                <a:lnTo>
                  <a:pt x="103822" y="259270"/>
                </a:lnTo>
                <a:lnTo>
                  <a:pt x="101369" y="268819"/>
                </a:lnTo>
                <a:lnTo>
                  <a:pt x="99060" y="277367"/>
                </a:lnTo>
                <a:lnTo>
                  <a:pt x="106590" y="288035"/>
                </a:lnTo>
                <a:lnTo>
                  <a:pt x="96012" y="288035"/>
                </a:lnTo>
                <a:lnTo>
                  <a:pt x="87963" y="307490"/>
                </a:lnTo>
                <a:lnTo>
                  <a:pt x="60960" y="353568"/>
                </a:lnTo>
                <a:lnTo>
                  <a:pt x="21955" y="391929"/>
                </a:lnTo>
                <a:lnTo>
                  <a:pt x="4572" y="405384"/>
                </a:lnTo>
                <a:close/>
              </a:path>
              <a:path w="388620" h="405764">
                <a:moveTo>
                  <a:pt x="330200" y="254507"/>
                </a:moveTo>
                <a:lnTo>
                  <a:pt x="284988" y="254507"/>
                </a:lnTo>
                <a:lnTo>
                  <a:pt x="307847" y="233171"/>
                </a:lnTo>
                <a:lnTo>
                  <a:pt x="330200" y="254507"/>
                </a:lnTo>
                <a:close/>
              </a:path>
              <a:path w="388620" h="405764">
                <a:moveTo>
                  <a:pt x="352044" y="394716"/>
                </a:moveTo>
                <a:lnTo>
                  <a:pt x="309419" y="393025"/>
                </a:lnTo>
                <a:lnTo>
                  <a:pt x="241887" y="386786"/>
                </a:lnTo>
                <a:lnTo>
                  <a:pt x="195595" y="377094"/>
                </a:lnTo>
                <a:lnTo>
                  <a:pt x="160258" y="361092"/>
                </a:lnTo>
                <a:lnTo>
                  <a:pt x="120015" y="322707"/>
                </a:lnTo>
                <a:lnTo>
                  <a:pt x="96012" y="288035"/>
                </a:lnTo>
                <a:lnTo>
                  <a:pt x="106590" y="288035"/>
                </a:lnTo>
                <a:lnTo>
                  <a:pt x="108489" y="290726"/>
                </a:lnTo>
                <a:lnTo>
                  <a:pt x="118491" y="303085"/>
                </a:lnTo>
                <a:lnTo>
                  <a:pt x="150733" y="331636"/>
                </a:lnTo>
                <a:lnTo>
                  <a:pt x="182880" y="348996"/>
                </a:lnTo>
                <a:lnTo>
                  <a:pt x="207264" y="348996"/>
                </a:lnTo>
                <a:lnTo>
                  <a:pt x="207264" y="356616"/>
                </a:lnTo>
                <a:lnTo>
                  <a:pt x="231267" y="359735"/>
                </a:lnTo>
                <a:lnTo>
                  <a:pt x="255270" y="362140"/>
                </a:lnTo>
                <a:lnTo>
                  <a:pt x="279273" y="363688"/>
                </a:lnTo>
                <a:lnTo>
                  <a:pt x="303276" y="364236"/>
                </a:lnTo>
                <a:lnTo>
                  <a:pt x="388620" y="364236"/>
                </a:lnTo>
                <a:lnTo>
                  <a:pt x="388620" y="365760"/>
                </a:lnTo>
                <a:lnTo>
                  <a:pt x="375189" y="370070"/>
                </a:lnTo>
                <a:lnTo>
                  <a:pt x="364617" y="376237"/>
                </a:lnTo>
                <a:lnTo>
                  <a:pt x="356901" y="384405"/>
                </a:lnTo>
                <a:lnTo>
                  <a:pt x="352044" y="394716"/>
                </a:lnTo>
                <a:close/>
              </a:path>
              <a:path w="388620" h="405764">
                <a:moveTo>
                  <a:pt x="388620" y="364236"/>
                </a:moveTo>
                <a:lnTo>
                  <a:pt x="303276" y="364236"/>
                </a:lnTo>
                <a:lnTo>
                  <a:pt x="388620" y="359664"/>
                </a:lnTo>
                <a:lnTo>
                  <a:pt x="388620" y="36423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9" name="object 79"/>
          <p:cNvSpPr/>
          <p:nvPr/>
        </p:nvSpPr>
        <p:spPr>
          <a:xfrm>
            <a:off x="8860535" y="5625083"/>
            <a:ext cx="373380" cy="381000"/>
          </a:xfrm>
          <a:custGeom>
            <a:avLst/>
            <a:gdLst/>
            <a:ahLst/>
            <a:cxnLst/>
            <a:rect l="l" t="t" r="r" b="b"/>
            <a:pathLst>
              <a:path w="373379" h="381000">
                <a:moveTo>
                  <a:pt x="24384" y="380999"/>
                </a:moveTo>
                <a:lnTo>
                  <a:pt x="0" y="358139"/>
                </a:lnTo>
                <a:lnTo>
                  <a:pt x="10668" y="347472"/>
                </a:lnTo>
                <a:lnTo>
                  <a:pt x="10668" y="105155"/>
                </a:lnTo>
                <a:lnTo>
                  <a:pt x="10477" y="58483"/>
                </a:lnTo>
                <a:lnTo>
                  <a:pt x="10025" y="34647"/>
                </a:lnTo>
                <a:lnTo>
                  <a:pt x="9144" y="10667"/>
                </a:lnTo>
                <a:lnTo>
                  <a:pt x="35052" y="24383"/>
                </a:lnTo>
                <a:lnTo>
                  <a:pt x="303275" y="24383"/>
                </a:lnTo>
                <a:lnTo>
                  <a:pt x="329183" y="0"/>
                </a:lnTo>
                <a:lnTo>
                  <a:pt x="359663" y="35051"/>
                </a:lnTo>
                <a:lnTo>
                  <a:pt x="240792" y="35051"/>
                </a:lnTo>
                <a:lnTo>
                  <a:pt x="240792" y="242315"/>
                </a:lnTo>
                <a:lnTo>
                  <a:pt x="241934" y="257198"/>
                </a:lnTo>
                <a:lnTo>
                  <a:pt x="245363" y="267652"/>
                </a:lnTo>
                <a:lnTo>
                  <a:pt x="251078" y="273819"/>
                </a:lnTo>
                <a:lnTo>
                  <a:pt x="259080" y="275843"/>
                </a:lnTo>
                <a:lnTo>
                  <a:pt x="306324" y="275843"/>
                </a:lnTo>
                <a:lnTo>
                  <a:pt x="329183" y="195071"/>
                </a:lnTo>
                <a:lnTo>
                  <a:pt x="336804" y="195071"/>
                </a:lnTo>
                <a:lnTo>
                  <a:pt x="339852" y="243839"/>
                </a:lnTo>
                <a:lnTo>
                  <a:pt x="361187" y="271272"/>
                </a:lnTo>
                <a:lnTo>
                  <a:pt x="353139" y="282154"/>
                </a:lnTo>
                <a:lnTo>
                  <a:pt x="342519" y="289750"/>
                </a:lnTo>
                <a:lnTo>
                  <a:pt x="329041" y="294203"/>
                </a:lnTo>
                <a:lnTo>
                  <a:pt x="312420" y="295655"/>
                </a:lnTo>
                <a:lnTo>
                  <a:pt x="248411" y="295655"/>
                </a:lnTo>
                <a:lnTo>
                  <a:pt x="234434" y="292488"/>
                </a:lnTo>
                <a:lnTo>
                  <a:pt x="224599" y="285178"/>
                </a:lnTo>
                <a:lnTo>
                  <a:pt x="219051" y="273581"/>
                </a:lnTo>
                <a:lnTo>
                  <a:pt x="217932" y="257555"/>
                </a:lnTo>
                <a:lnTo>
                  <a:pt x="217932" y="35051"/>
                </a:lnTo>
                <a:lnTo>
                  <a:pt x="144780" y="35051"/>
                </a:lnTo>
                <a:lnTo>
                  <a:pt x="143827" y="87629"/>
                </a:lnTo>
                <a:lnTo>
                  <a:pt x="141732" y="135635"/>
                </a:lnTo>
                <a:lnTo>
                  <a:pt x="133731" y="181355"/>
                </a:lnTo>
                <a:lnTo>
                  <a:pt x="118872" y="227075"/>
                </a:lnTo>
                <a:lnTo>
                  <a:pt x="94488" y="272986"/>
                </a:lnTo>
                <a:lnTo>
                  <a:pt x="56388" y="320039"/>
                </a:lnTo>
                <a:lnTo>
                  <a:pt x="50292" y="313943"/>
                </a:lnTo>
                <a:lnTo>
                  <a:pt x="66270" y="290488"/>
                </a:lnTo>
                <a:lnTo>
                  <a:pt x="79819" y="268033"/>
                </a:lnTo>
                <a:lnTo>
                  <a:pt x="99060" y="225551"/>
                </a:lnTo>
                <a:lnTo>
                  <a:pt x="110490" y="184594"/>
                </a:lnTo>
                <a:lnTo>
                  <a:pt x="117348" y="140207"/>
                </a:lnTo>
                <a:lnTo>
                  <a:pt x="119443" y="89915"/>
                </a:lnTo>
                <a:lnTo>
                  <a:pt x="120396" y="35051"/>
                </a:lnTo>
                <a:lnTo>
                  <a:pt x="35052" y="35051"/>
                </a:lnTo>
                <a:lnTo>
                  <a:pt x="35052" y="353567"/>
                </a:lnTo>
                <a:lnTo>
                  <a:pt x="310896" y="353567"/>
                </a:lnTo>
                <a:lnTo>
                  <a:pt x="336804" y="327660"/>
                </a:lnTo>
                <a:lnTo>
                  <a:pt x="373380" y="364236"/>
                </a:lnTo>
                <a:lnTo>
                  <a:pt x="36576" y="364236"/>
                </a:lnTo>
                <a:lnTo>
                  <a:pt x="24384" y="38099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0" name="object 80"/>
          <p:cNvSpPr/>
          <p:nvPr/>
        </p:nvSpPr>
        <p:spPr>
          <a:xfrm>
            <a:off x="9282683" y="5628131"/>
            <a:ext cx="408940" cy="382905"/>
          </a:xfrm>
          <a:custGeom>
            <a:avLst/>
            <a:gdLst/>
            <a:ahLst/>
            <a:cxnLst/>
            <a:rect l="l" t="t" r="r" b="b"/>
            <a:pathLst>
              <a:path w="408940" h="382904">
                <a:moveTo>
                  <a:pt x="242316" y="36576"/>
                </a:moveTo>
                <a:lnTo>
                  <a:pt x="227076" y="21336"/>
                </a:lnTo>
                <a:lnTo>
                  <a:pt x="347472" y="21336"/>
                </a:lnTo>
                <a:lnTo>
                  <a:pt x="359664" y="4572"/>
                </a:lnTo>
                <a:lnTo>
                  <a:pt x="385572" y="25908"/>
                </a:lnTo>
                <a:lnTo>
                  <a:pt x="378605" y="32004"/>
                </a:lnTo>
                <a:lnTo>
                  <a:pt x="283464" y="32004"/>
                </a:lnTo>
                <a:lnTo>
                  <a:pt x="272319" y="32289"/>
                </a:lnTo>
                <a:lnTo>
                  <a:pt x="261747" y="33147"/>
                </a:lnTo>
                <a:lnTo>
                  <a:pt x="251745" y="34575"/>
                </a:lnTo>
                <a:lnTo>
                  <a:pt x="242316" y="36576"/>
                </a:lnTo>
                <a:close/>
              </a:path>
              <a:path w="408940" h="382904">
                <a:moveTo>
                  <a:pt x="375328" y="146304"/>
                </a:moveTo>
                <a:lnTo>
                  <a:pt x="352044" y="146304"/>
                </a:lnTo>
                <a:lnTo>
                  <a:pt x="352044" y="32004"/>
                </a:lnTo>
                <a:lnTo>
                  <a:pt x="378605" y="32004"/>
                </a:lnTo>
                <a:lnTo>
                  <a:pt x="373380" y="36576"/>
                </a:lnTo>
                <a:lnTo>
                  <a:pt x="373641" y="78533"/>
                </a:lnTo>
                <a:lnTo>
                  <a:pt x="374332" y="115062"/>
                </a:lnTo>
                <a:lnTo>
                  <a:pt x="375328" y="146304"/>
                </a:lnTo>
                <a:close/>
              </a:path>
              <a:path w="408940" h="382904">
                <a:moveTo>
                  <a:pt x="368808" y="365760"/>
                </a:moveTo>
                <a:lnTo>
                  <a:pt x="278892" y="365760"/>
                </a:lnTo>
                <a:lnTo>
                  <a:pt x="258913" y="364021"/>
                </a:lnTo>
                <a:lnTo>
                  <a:pt x="244792" y="356425"/>
                </a:lnTo>
                <a:lnTo>
                  <a:pt x="236672" y="342828"/>
                </a:lnTo>
                <a:lnTo>
                  <a:pt x="234696" y="323088"/>
                </a:lnTo>
                <a:lnTo>
                  <a:pt x="234672" y="253650"/>
                </a:lnTo>
                <a:lnTo>
                  <a:pt x="234505" y="198501"/>
                </a:lnTo>
                <a:lnTo>
                  <a:pt x="234053" y="157638"/>
                </a:lnTo>
                <a:lnTo>
                  <a:pt x="233172" y="131064"/>
                </a:lnTo>
                <a:lnTo>
                  <a:pt x="257556" y="146304"/>
                </a:lnTo>
                <a:lnTo>
                  <a:pt x="375328" y="146304"/>
                </a:lnTo>
                <a:lnTo>
                  <a:pt x="375809" y="156972"/>
                </a:lnTo>
                <a:lnTo>
                  <a:pt x="257556" y="156972"/>
                </a:lnTo>
                <a:lnTo>
                  <a:pt x="257556" y="316992"/>
                </a:lnTo>
                <a:lnTo>
                  <a:pt x="259270" y="330088"/>
                </a:lnTo>
                <a:lnTo>
                  <a:pt x="264414" y="339471"/>
                </a:lnTo>
                <a:lnTo>
                  <a:pt x="272986" y="344852"/>
                </a:lnTo>
                <a:lnTo>
                  <a:pt x="284988" y="345948"/>
                </a:lnTo>
                <a:lnTo>
                  <a:pt x="405560" y="345948"/>
                </a:lnTo>
                <a:lnTo>
                  <a:pt x="401597" y="352258"/>
                </a:lnTo>
                <a:lnTo>
                  <a:pt x="392620" y="359854"/>
                </a:lnTo>
                <a:lnTo>
                  <a:pt x="381642" y="364307"/>
                </a:lnTo>
                <a:lnTo>
                  <a:pt x="368808" y="365760"/>
                </a:lnTo>
                <a:close/>
              </a:path>
              <a:path w="408940" h="382904">
                <a:moveTo>
                  <a:pt x="352044" y="181356"/>
                </a:moveTo>
                <a:lnTo>
                  <a:pt x="352044" y="156972"/>
                </a:lnTo>
                <a:lnTo>
                  <a:pt x="375809" y="156972"/>
                </a:lnTo>
                <a:lnTo>
                  <a:pt x="376428" y="170688"/>
                </a:lnTo>
                <a:lnTo>
                  <a:pt x="352044" y="181356"/>
                </a:lnTo>
                <a:close/>
              </a:path>
              <a:path w="408940" h="382904">
                <a:moveTo>
                  <a:pt x="405560" y="345948"/>
                </a:moveTo>
                <a:lnTo>
                  <a:pt x="364236" y="345948"/>
                </a:lnTo>
                <a:lnTo>
                  <a:pt x="370332" y="339852"/>
                </a:lnTo>
                <a:lnTo>
                  <a:pt x="371856" y="329184"/>
                </a:lnTo>
                <a:lnTo>
                  <a:pt x="373880" y="318277"/>
                </a:lnTo>
                <a:lnTo>
                  <a:pt x="375475" y="303657"/>
                </a:lnTo>
                <a:lnTo>
                  <a:pt x="376785" y="285035"/>
                </a:lnTo>
                <a:lnTo>
                  <a:pt x="377952" y="262128"/>
                </a:lnTo>
                <a:lnTo>
                  <a:pt x="385572" y="262128"/>
                </a:lnTo>
                <a:lnTo>
                  <a:pt x="388143" y="307347"/>
                </a:lnTo>
                <a:lnTo>
                  <a:pt x="408432" y="341376"/>
                </a:lnTo>
                <a:lnTo>
                  <a:pt x="405560" y="345948"/>
                </a:lnTo>
                <a:close/>
              </a:path>
              <a:path w="408940" h="382904">
                <a:moveTo>
                  <a:pt x="16764" y="36576"/>
                </a:moveTo>
                <a:lnTo>
                  <a:pt x="0" y="21336"/>
                </a:lnTo>
                <a:lnTo>
                  <a:pt x="175260" y="21336"/>
                </a:lnTo>
                <a:lnTo>
                  <a:pt x="196596" y="0"/>
                </a:lnTo>
                <a:lnTo>
                  <a:pt x="224028" y="32004"/>
                </a:lnTo>
                <a:lnTo>
                  <a:pt x="57912" y="32004"/>
                </a:lnTo>
                <a:lnTo>
                  <a:pt x="46767" y="32289"/>
                </a:lnTo>
                <a:lnTo>
                  <a:pt x="36195" y="33147"/>
                </a:lnTo>
                <a:lnTo>
                  <a:pt x="26193" y="34575"/>
                </a:lnTo>
                <a:lnTo>
                  <a:pt x="16764" y="36576"/>
                </a:lnTo>
                <a:close/>
              </a:path>
              <a:path w="408940" h="382904">
                <a:moveTo>
                  <a:pt x="100584" y="86868"/>
                </a:moveTo>
                <a:lnTo>
                  <a:pt x="80772" y="86868"/>
                </a:lnTo>
                <a:lnTo>
                  <a:pt x="80772" y="32004"/>
                </a:lnTo>
                <a:lnTo>
                  <a:pt x="100584" y="32004"/>
                </a:lnTo>
                <a:lnTo>
                  <a:pt x="100584" y="86868"/>
                </a:lnTo>
                <a:close/>
              </a:path>
              <a:path w="408940" h="382904">
                <a:moveTo>
                  <a:pt x="146304" y="86868"/>
                </a:moveTo>
                <a:lnTo>
                  <a:pt x="124968" y="86868"/>
                </a:lnTo>
                <a:lnTo>
                  <a:pt x="124968" y="32004"/>
                </a:lnTo>
                <a:lnTo>
                  <a:pt x="146304" y="32004"/>
                </a:lnTo>
                <a:lnTo>
                  <a:pt x="146304" y="86868"/>
                </a:lnTo>
                <a:close/>
              </a:path>
              <a:path w="408940" h="382904">
                <a:moveTo>
                  <a:pt x="203345" y="86868"/>
                </a:moveTo>
                <a:lnTo>
                  <a:pt x="173736" y="86868"/>
                </a:lnTo>
                <a:lnTo>
                  <a:pt x="185928" y="71628"/>
                </a:lnTo>
                <a:lnTo>
                  <a:pt x="203345" y="86868"/>
                </a:lnTo>
                <a:close/>
              </a:path>
              <a:path w="408940" h="382904">
                <a:moveTo>
                  <a:pt x="25908" y="382524"/>
                </a:moveTo>
                <a:lnTo>
                  <a:pt x="28003" y="317182"/>
                </a:lnTo>
                <a:lnTo>
                  <a:pt x="28694" y="276439"/>
                </a:lnTo>
                <a:lnTo>
                  <a:pt x="28930" y="225552"/>
                </a:lnTo>
                <a:lnTo>
                  <a:pt x="28694" y="182665"/>
                </a:lnTo>
                <a:lnTo>
                  <a:pt x="27978" y="139827"/>
                </a:lnTo>
                <a:lnTo>
                  <a:pt x="27027" y="104322"/>
                </a:lnTo>
                <a:lnTo>
                  <a:pt x="25908" y="73152"/>
                </a:lnTo>
                <a:lnTo>
                  <a:pt x="50292" y="86868"/>
                </a:lnTo>
                <a:lnTo>
                  <a:pt x="203345" y="86868"/>
                </a:lnTo>
                <a:lnTo>
                  <a:pt x="210312" y="92964"/>
                </a:lnTo>
                <a:lnTo>
                  <a:pt x="204216" y="97536"/>
                </a:lnTo>
                <a:lnTo>
                  <a:pt x="50292" y="97536"/>
                </a:lnTo>
                <a:lnTo>
                  <a:pt x="50292" y="214883"/>
                </a:lnTo>
                <a:lnTo>
                  <a:pt x="61100" y="214883"/>
                </a:lnTo>
                <a:lnTo>
                  <a:pt x="50292" y="225552"/>
                </a:lnTo>
                <a:lnTo>
                  <a:pt x="50292" y="249936"/>
                </a:lnTo>
                <a:lnTo>
                  <a:pt x="198684" y="249936"/>
                </a:lnTo>
                <a:lnTo>
                  <a:pt x="198774" y="260604"/>
                </a:lnTo>
                <a:lnTo>
                  <a:pt x="50292" y="260604"/>
                </a:lnTo>
                <a:lnTo>
                  <a:pt x="50292" y="326136"/>
                </a:lnTo>
                <a:lnTo>
                  <a:pt x="199350" y="326136"/>
                </a:lnTo>
                <a:lnTo>
                  <a:pt x="199449" y="336804"/>
                </a:lnTo>
                <a:lnTo>
                  <a:pt x="50292" y="336804"/>
                </a:lnTo>
                <a:lnTo>
                  <a:pt x="50292" y="373380"/>
                </a:lnTo>
                <a:lnTo>
                  <a:pt x="25908" y="382524"/>
                </a:lnTo>
                <a:close/>
              </a:path>
              <a:path w="408940" h="382904">
                <a:moveTo>
                  <a:pt x="61100" y="214883"/>
                </a:moveTo>
                <a:lnTo>
                  <a:pt x="50292" y="214883"/>
                </a:lnTo>
                <a:lnTo>
                  <a:pt x="63412" y="194619"/>
                </a:lnTo>
                <a:lnTo>
                  <a:pt x="72961" y="168211"/>
                </a:lnTo>
                <a:lnTo>
                  <a:pt x="78795" y="135802"/>
                </a:lnTo>
                <a:lnTo>
                  <a:pt x="80772" y="97536"/>
                </a:lnTo>
                <a:lnTo>
                  <a:pt x="100584" y="97536"/>
                </a:lnTo>
                <a:lnTo>
                  <a:pt x="97440" y="139827"/>
                </a:lnTo>
                <a:lnTo>
                  <a:pt x="88011" y="175260"/>
                </a:lnTo>
                <a:lnTo>
                  <a:pt x="72294" y="203835"/>
                </a:lnTo>
                <a:lnTo>
                  <a:pt x="61100" y="214883"/>
                </a:lnTo>
                <a:close/>
              </a:path>
              <a:path w="408940" h="382904">
                <a:moveTo>
                  <a:pt x="198684" y="249936"/>
                </a:moveTo>
                <a:lnTo>
                  <a:pt x="175260" y="249936"/>
                </a:lnTo>
                <a:lnTo>
                  <a:pt x="175260" y="211836"/>
                </a:lnTo>
                <a:lnTo>
                  <a:pt x="152400" y="211836"/>
                </a:lnTo>
                <a:lnTo>
                  <a:pt x="139755" y="210145"/>
                </a:lnTo>
                <a:lnTo>
                  <a:pt x="131254" y="205168"/>
                </a:lnTo>
                <a:lnTo>
                  <a:pt x="126468" y="197048"/>
                </a:lnTo>
                <a:lnTo>
                  <a:pt x="124968" y="185928"/>
                </a:lnTo>
                <a:lnTo>
                  <a:pt x="124968" y="97536"/>
                </a:lnTo>
                <a:lnTo>
                  <a:pt x="146304" y="97536"/>
                </a:lnTo>
                <a:lnTo>
                  <a:pt x="146304" y="187452"/>
                </a:lnTo>
                <a:lnTo>
                  <a:pt x="150876" y="193548"/>
                </a:lnTo>
                <a:lnTo>
                  <a:pt x="198351" y="193548"/>
                </a:lnTo>
                <a:lnTo>
                  <a:pt x="198684" y="249936"/>
                </a:lnTo>
                <a:close/>
              </a:path>
              <a:path w="408940" h="382904">
                <a:moveTo>
                  <a:pt x="198351" y="193548"/>
                </a:moveTo>
                <a:lnTo>
                  <a:pt x="175260" y="193548"/>
                </a:lnTo>
                <a:lnTo>
                  <a:pt x="175260" y="97536"/>
                </a:lnTo>
                <a:lnTo>
                  <a:pt x="204216" y="97536"/>
                </a:lnTo>
                <a:lnTo>
                  <a:pt x="198120" y="102108"/>
                </a:lnTo>
                <a:lnTo>
                  <a:pt x="198316" y="187452"/>
                </a:lnTo>
                <a:lnTo>
                  <a:pt x="198351" y="193548"/>
                </a:lnTo>
                <a:close/>
              </a:path>
              <a:path w="408940" h="382904">
                <a:moveTo>
                  <a:pt x="199350" y="326136"/>
                </a:moveTo>
                <a:lnTo>
                  <a:pt x="175260" y="326136"/>
                </a:lnTo>
                <a:lnTo>
                  <a:pt x="175260" y="260604"/>
                </a:lnTo>
                <a:lnTo>
                  <a:pt x="198774" y="260604"/>
                </a:lnTo>
                <a:lnTo>
                  <a:pt x="199350" y="326136"/>
                </a:lnTo>
                <a:close/>
              </a:path>
              <a:path w="408940" h="382904">
                <a:moveTo>
                  <a:pt x="175260" y="381000"/>
                </a:moveTo>
                <a:lnTo>
                  <a:pt x="175260" y="336804"/>
                </a:lnTo>
                <a:lnTo>
                  <a:pt x="199449" y="336804"/>
                </a:lnTo>
                <a:lnTo>
                  <a:pt x="199644" y="368808"/>
                </a:lnTo>
                <a:lnTo>
                  <a:pt x="175260" y="38100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pic>
        <p:nvPicPr>
          <p:cNvPr id="81" name="object 81"/>
          <p:cNvPicPr/>
          <p:nvPr/>
        </p:nvPicPr>
        <p:blipFill>
          <a:blip r:embed="rId19" cstate="print"/>
          <a:stretch>
            <a:fillRect/>
          </a:stretch>
        </p:blipFill>
        <p:spPr>
          <a:xfrm>
            <a:off x="9771888" y="5879591"/>
            <a:ext cx="97536" cy="96012"/>
          </a:xfrm>
          <a:prstGeom prst="rect">
            <a:avLst/>
          </a:prstGeom>
        </p:spPr>
      </p:pic>
      <p:sp>
        <p:nvSpPr>
          <p:cNvPr id="82" name="object 82"/>
          <p:cNvSpPr/>
          <p:nvPr/>
        </p:nvSpPr>
        <p:spPr>
          <a:xfrm>
            <a:off x="1539240" y="6652273"/>
            <a:ext cx="500380" cy="45720"/>
          </a:xfrm>
          <a:custGeom>
            <a:avLst/>
            <a:gdLst/>
            <a:ahLst/>
            <a:cxnLst/>
            <a:rect l="l" t="t" r="r" b="b"/>
            <a:pathLst>
              <a:path w="500380" h="45720">
                <a:moveTo>
                  <a:pt x="138684" y="0"/>
                </a:moveTo>
                <a:lnTo>
                  <a:pt x="0" y="0"/>
                </a:lnTo>
                <a:lnTo>
                  <a:pt x="0" y="45720"/>
                </a:lnTo>
                <a:lnTo>
                  <a:pt x="138684" y="45720"/>
                </a:lnTo>
                <a:lnTo>
                  <a:pt x="138684" y="0"/>
                </a:lnTo>
                <a:close/>
              </a:path>
              <a:path w="500380" h="45720">
                <a:moveTo>
                  <a:pt x="318503" y="0"/>
                </a:moveTo>
                <a:lnTo>
                  <a:pt x="179832" y="0"/>
                </a:lnTo>
                <a:lnTo>
                  <a:pt x="179832" y="45720"/>
                </a:lnTo>
                <a:lnTo>
                  <a:pt x="318503" y="45720"/>
                </a:lnTo>
                <a:lnTo>
                  <a:pt x="318503" y="0"/>
                </a:lnTo>
                <a:close/>
              </a:path>
              <a:path w="500380" h="45720">
                <a:moveTo>
                  <a:pt x="499872" y="0"/>
                </a:moveTo>
                <a:lnTo>
                  <a:pt x="361188" y="0"/>
                </a:lnTo>
                <a:lnTo>
                  <a:pt x="361188" y="45720"/>
                </a:lnTo>
                <a:lnTo>
                  <a:pt x="499872" y="45720"/>
                </a:lnTo>
                <a:lnTo>
                  <a:pt x="499872" y="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3" name="object 83"/>
          <p:cNvSpPr/>
          <p:nvPr/>
        </p:nvSpPr>
        <p:spPr>
          <a:xfrm>
            <a:off x="2086355" y="6452615"/>
            <a:ext cx="146685" cy="483234"/>
          </a:xfrm>
          <a:custGeom>
            <a:avLst/>
            <a:gdLst/>
            <a:ahLst/>
            <a:cxnLst/>
            <a:rect l="l" t="t" r="r" b="b"/>
            <a:pathLst>
              <a:path w="146685" h="483234">
                <a:moveTo>
                  <a:pt x="146304" y="483108"/>
                </a:moveTo>
                <a:lnTo>
                  <a:pt x="91440" y="483108"/>
                </a:lnTo>
                <a:lnTo>
                  <a:pt x="70889" y="456771"/>
                </a:lnTo>
                <a:lnTo>
                  <a:pt x="37218" y="402955"/>
                </a:lnTo>
                <a:lnTo>
                  <a:pt x="13501" y="345162"/>
                </a:lnTo>
                <a:lnTo>
                  <a:pt x="1452" y="278249"/>
                </a:lnTo>
                <a:lnTo>
                  <a:pt x="0" y="240791"/>
                </a:lnTo>
                <a:lnTo>
                  <a:pt x="1428" y="204216"/>
                </a:lnTo>
                <a:lnTo>
                  <a:pt x="12858" y="137922"/>
                </a:lnTo>
                <a:lnTo>
                  <a:pt x="36576" y="79938"/>
                </a:lnTo>
                <a:lnTo>
                  <a:pt x="70866" y="25693"/>
                </a:lnTo>
                <a:lnTo>
                  <a:pt x="91440" y="0"/>
                </a:lnTo>
                <a:lnTo>
                  <a:pt x="146304" y="0"/>
                </a:lnTo>
                <a:lnTo>
                  <a:pt x="146304" y="3047"/>
                </a:lnTo>
                <a:lnTo>
                  <a:pt x="136945" y="11620"/>
                </a:lnTo>
                <a:lnTo>
                  <a:pt x="127444" y="21336"/>
                </a:lnTo>
                <a:lnTo>
                  <a:pt x="118229" y="32194"/>
                </a:lnTo>
                <a:lnTo>
                  <a:pt x="109728" y="44195"/>
                </a:lnTo>
                <a:lnTo>
                  <a:pt x="100631" y="56197"/>
                </a:lnTo>
                <a:lnTo>
                  <a:pt x="68746" y="114228"/>
                </a:lnTo>
                <a:lnTo>
                  <a:pt x="51816" y="164592"/>
                </a:lnTo>
                <a:lnTo>
                  <a:pt x="44958" y="202120"/>
                </a:lnTo>
                <a:lnTo>
                  <a:pt x="42672" y="240791"/>
                </a:lnTo>
                <a:lnTo>
                  <a:pt x="43243" y="261723"/>
                </a:lnTo>
                <a:lnTo>
                  <a:pt x="47815" y="300156"/>
                </a:lnTo>
                <a:lnTo>
                  <a:pt x="62293" y="351853"/>
                </a:lnTo>
                <a:lnTo>
                  <a:pt x="83367" y="398621"/>
                </a:lnTo>
                <a:lnTo>
                  <a:pt x="118872" y="450913"/>
                </a:lnTo>
                <a:lnTo>
                  <a:pt x="146304" y="480060"/>
                </a:lnTo>
                <a:lnTo>
                  <a:pt x="146304" y="483108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4" name="object 84"/>
          <p:cNvSpPr/>
          <p:nvPr/>
        </p:nvSpPr>
        <p:spPr>
          <a:xfrm>
            <a:off x="2282952" y="6553200"/>
            <a:ext cx="356870" cy="280670"/>
          </a:xfrm>
          <a:custGeom>
            <a:avLst/>
            <a:gdLst/>
            <a:ahLst/>
            <a:cxnLst/>
            <a:rect l="l" t="t" r="r" b="b"/>
            <a:pathLst>
              <a:path w="356869" h="280670">
                <a:moveTo>
                  <a:pt x="356615" y="280416"/>
                </a:moveTo>
                <a:lnTo>
                  <a:pt x="310895" y="280416"/>
                </a:lnTo>
                <a:lnTo>
                  <a:pt x="310872" y="113037"/>
                </a:lnTo>
                <a:lnTo>
                  <a:pt x="310705" y="104584"/>
                </a:lnTo>
                <a:lnTo>
                  <a:pt x="310253" y="96416"/>
                </a:lnTo>
                <a:lnTo>
                  <a:pt x="309371" y="88392"/>
                </a:lnTo>
                <a:lnTo>
                  <a:pt x="308848" y="80700"/>
                </a:lnTo>
                <a:lnTo>
                  <a:pt x="283463" y="45720"/>
                </a:lnTo>
                <a:lnTo>
                  <a:pt x="275843" y="42672"/>
                </a:lnTo>
                <a:lnTo>
                  <a:pt x="265175" y="42672"/>
                </a:lnTo>
                <a:lnTo>
                  <a:pt x="226456" y="56721"/>
                </a:lnTo>
                <a:lnTo>
                  <a:pt x="201167" y="77723"/>
                </a:lnTo>
                <a:lnTo>
                  <a:pt x="201167" y="280416"/>
                </a:lnTo>
                <a:lnTo>
                  <a:pt x="155447" y="280416"/>
                </a:lnTo>
                <a:lnTo>
                  <a:pt x="155424" y="113037"/>
                </a:lnTo>
                <a:lnTo>
                  <a:pt x="155257" y="104584"/>
                </a:lnTo>
                <a:lnTo>
                  <a:pt x="154805" y="96416"/>
                </a:lnTo>
                <a:lnTo>
                  <a:pt x="153923" y="88392"/>
                </a:lnTo>
                <a:lnTo>
                  <a:pt x="153400" y="80700"/>
                </a:lnTo>
                <a:lnTo>
                  <a:pt x="128015" y="45720"/>
                </a:lnTo>
                <a:lnTo>
                  <a:pt x="120395" y="42672"/>
                </a:lnTo>
                <a:lnTo>
                  <a:pt x="109727" y="42672"/>
                </a:lnTo>
                <a:lnTo>
                  <a:pt x="69722" y="58197"/>
                </a:lnTo>
                <a:lnTo>
                  <a:pt x="45719" y="76199"/>
                </a:lnTo>
                <a:lnTo>
                  <a:pt x="45719" y="280416"/>
                </a:lnTo>
                <a:lnTo>
                  <a:pt x="0" y="280416"/>
                </a:lnTo>
                <a:lnTo>
                  <a:pt x="0" y="7620"/>
                </a:lnTo>
                <a:lnTo>
                  <a:pt x="45719" y="7620"/>
                </a:lnTo>
                <a:lnTo>
                  <a:pt x="45719" y="38099"/>
                </a:lnTo>
                <a:lnTo>
                  <a:pt x="54863" y="29503"/>
                </a:lnTo>
                <a:lnTo>
                  <a:pt x="91487" y="5143"/>
                </a:lnTo>
                <a:lnTo>
                  <a:pt x="121919" y="0"/>
                </a:lnTo>
                <a:lnTo>
                  <a:pt x="133302" y="595"/>
                </a:lnTo>
                <a:lnTo>
                  <a:pt x="173188" y="17240"/>
                </a:lnTo>
                <a:lnTo>
                  <a:pt x="193547" y="47244"/>
                </a:lnTo>
                <a:lnTo>
                  <a:pt x="203811" y="36409"/>
                </a:lnTo>
                <a:lnTo>
                  <a:pt x="243506" y="6429"/>
                </a:lnTo>
                <a:lnTo>
                  <a:pt x="277367" y="0"/>
                </a:lnTo>
                <a:lnTo>
                  <a:pt x="285368" y="285"/>
                </a:lnTo>
                <a:lnTo>
                  <a:pt x="322706" y="12573"/>
                </a:lnTo>
                <a:lnTo>
                  <a:pt x="348329" y="44505"/>
                </a:lnTo>
                <a:lnTo>
                  <a:pt x="356330" y="87415"/>
                </a:lnTo>
                <a:lnTo>
                  <a:pt x="356615" y="100584"/>
                </a:lnTo>
                <a:lnTo>
                  <a:pt x="356615" y="280416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5" name="object 85"/>
          <p:cNvSpPr/>
          <p:nvPr/>
        </p:nvSpPr>
        <p:spPr>
          <a:xfrm>
            <a:off x="2689847" y="6560819"/>
            <a:ext cx="497205" cy="364490"/>
          </a:xfrm>
          <a:custGeom>
            <a:avLst/>
            <a:gdLst/>
            <a:ahLst/>
            <a:cxnLst/>
            <a:rect l="l" t="t" r="r" b="b"/>
            <a:pathLst>
              <a:path w="497205" h="364490">
                <a:moveTo>
                  <a:pt x="105168" y="204216"/>
                </a:moveTo>
                <a:lnTo>
                  <a:pt x="42684" y="204216"/>
                </a:lnTo>
                <a:lnTo>
                  <a:pt x="0" y="364236"/>
                </a:lnTo>
                <a:lnTo>
                  <a:pt x="36576" y="364236"/>
                </a:lnTo>
                <a:lnTo>
                  <a:pt x="105168" y="204216"/>
                </a:lnTo>
                <a:close/>
              </a:path>
              <a:path w="497205" h="364490">
                <a:moveTo>
                  <a:pt x="496824" y="0"/>
                </a:moveTo>
                <a:lnTo>
                  <a:pt x="451104" y="0"/>
                </a:lnTo>
                <a:lnTo>
                  <a:pt x="405384" y="211836"/>
                </a:lnTo>
                <a:lnTo>
                  <a:pt x="338328" y="0"/>
                </a:lnTo>
                <a:lnTo>
                  <a:pt x="300228" y="0"/>
                </a:lnTo>
                <a:lnTo>
                  <a:pt x="236220" y="211836"/>
                </a:lnTo>
                <a:lnTo>
                  <a:pt x="187452" y="0"/>
                </a:lnTo>
                <a:lnTo>
                  <a:pt x="138696" y="0"/>
                </a:lnTo>
                <a:lnTo>
                  <a:pt x="208788" y="272796"/>
                </a:lnTo>
                <a:lnTo>
                  <a:pt x="251460" y="272796"/>
                </a:lnTo>
                <a:lnTo>
                  <a:pt x="318516" y="62484"/>
                </a:lnTo>
                <a:lnTo>
                  <a:pt x="385572" y="272796"/>
                </a:lnTo>
                <a:lnTo>
                  <a:pt x="428244" y="272796"/>
                </a:lnTo>
                <a:lnTo>
                  <a:pt x="496824" y="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pic>
        <p:nvPicPr>
          <p:cNvPr id="86" name="object 86"/>
          <p:cNvPicPr/>
          <p:nvPr/>
        </p:nvPicPr>
        <p:blipFill>
          <a:blip r:embed="rId20" cstate="print"/>
          <a:stretch>
            <a:fillRect/>
          </a:stretch>
        </p:blipFill>
        <p:spPr>
          <a:xfrm>
            <a:off x="3241548" y="6493764"/>
            <a:ext cx="74676" cy="128015"/>
          </a:xfrm>
          <a:prstGeom prst="rect">
            <a:avLst/>
          </a:prstGeom>
        </p:spPr>
      </p:pic>
      <p:sp>
        <p:nvSpPr>
          <p:cNvPr id="87" name="object 87"/>
          <p:cNvSpPr/>
          <p:nvPr/>
        </p:nvSpPr>
        <p:spPr>
          <a:xfrm>
            <a:off x="3378695" y="6452616"/>
            <a:ext cx="295910" cy="483234"/>
          </a:xfrm>
          <a:custGeom>
            <a:avLst/>
            <a:gdLst/>
            <a:ahLst/>
            <a:cxnLst/>
            <a:rect l="l" t="t" r="r" b="b"/>
            <a:pathLst>
              <a:path w="295910" h="483234">
                <a:moveTo>
                  <a:pt x="147828" y="240792"/>
                </a:moveTo>
                <a:lnTo>
                  <a:pt x="141922" y="169926"/>
                </a:lnTo>
                <a:lnTo>
                  <a:pt x="123444" y="108204"/>
                </a:lnTo>
                <a:lnTo>
                  <a:pt x="94488" y="52387"/>
                </a:lnTo>
                <a:lnTo>
                  <a:pt x="56388" y="0"/>
                </a:lnTo>
                <a:lnTo>
                  <a:pt x="0" y="0"/>
                </a:lnTo>
                <a:lnTo>
                  <a:pt x="0" y="3048"/>
                </a:lnTo>
                <a:lnTo>
                  <a:pt x="9385" y="11620"/>
                </a:lnTo>
                <a:lnTo>
                  <a:pt x="19050" y="21336"/>
                </a:lnTo>
                <a:lnTo>
                  <a:pt x="46990" y="56197"/>
                </a:lnTo>
                <a:lnTo>
                  <a:pt x="71628" y="99060"/>
                </a:lnTo>
                <a:lnTo>
                  <a:pt x="91135" y="146862"/>
                </a:lnTo>
                <a:lnTo>
                  <a:pt x="102870" y="202120"/>
                </a:lnTo>
                <a:lnTo>
                  <a:pt x="105156" y="240792"/>
                </a:lnTo>
                <a:lnTo>
                  <a:pt x="104584" y="261061"/>
                </a:lnTo>
                <a:lnTo>
                  <a:pt x="100012" y="299300"/>
                </a:lnTo>
                <a:lnTo>
                  <a:pt x="85534" y="351663"/>
                </a:lnTo>
                <a:lnTo>
                  <a:pt x="64249" y="398627"/>
                </a:lnTo>
                <a:lnTo>
                  <a:pt x="38100" y="438912"/>
                </a:lnTo>
                <a:lnTo>
                  <a:pt x="9385" y="471487"/>
                </a:lnTo>
                <a:lnTo>
                  <a:pt x="0" y="480060"/>
                </a:lnTo>
                <a:lnTo>
                  <a:pt x="0" y="483108"/>
                </a:lnTo>
                <a:lnTo>
                  <a:pt x="56388" y="483108"/>
                </a:lnTo>
                <a:lnTo>
                  <a:pt x="76733" y="456780"/>
                </a:lnTo>
                <a:lnTo>
                  <a:pt x="109969" y="402958"/>
                </a:lnTo>
                <a:lnTo>
                  <a:pt x="134327" y="345173"/>
                </a:lnTo>
                <a:lnTo>
                  <a:pt x="146380" y="278257"/>
                </a:lnTo>
                <a:lnTo>
                  <a:pt x="147828" y="240792"/>
                </a:lnTo>
                <a:close/>
              </a:path>
              <a:path w="295910" h="483234">
                <a:moveTo>
                  <a:pt x="295668" y="312420"/>
                </a:moveTo>
                <a:lnTo>
                  <a:pt x="234696" y="312420"/>
                </a:lnTo>
                <a:lnTo>
                  <a:pt x="190512" y="472440"/>
                </a:lnTo>
                <a:lnTo>
                  <a:pt x="227076" y="472440"/>
                </a:lnTo>
                <a:lnTo>
                  <a:pt x="295668" y="31242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8" name="object 88"/>
          <p:cNvSpPr/>
          <p:nvPr/>
        </p:nvSpPr>
        <p:spPr>
          <a:xfrm>
            <a:off x="3898391" y="6452615"/>
            <a:ext cx="147955" cy="483234"/>
          </a:xfrm>
          <a:custGeom>
            <a:avLst/>
            <a:gdLst/>
            <a:ahLst/>
            <a:cxnLst/>
            <a:rect l="l" t="t" r="r" b="b"/>
            <a:pathLst>
              <a:path w="147954" h="483234">
                <a:moveTo>
                  <a:pt x="147827" y="483108"/>
                </a:moveTo>
                <a:lnTo>
                  <a:pt x="91439" y="483108"/>
                </a:lnTo>
                <a:lnTo>
                  <a:pt x="71747" y="456771"/>
                </a:lnTo>
                <a:lnTo>
                  <a:pt x="38076" y="402955"/>
                </a:lnTo>
                <a:lnTo>
                  <a:pt x="14144" y="345162"/>
                </a:lnTo>
                <a:lnTo>
                  <a:pt x="1666" y="278249"/>
                </a:lnTo>
                <a:lnTo>
                  <a:pt x="0" y="240791"/>
                </a:lnTo>
                <a:lnTo>
                  <a:pt x="1666" y="204216"/>
                </a:lnTo>
                <a:lnTo>
                  <a:pt x="14144" y="137922"/>
                </a:lnTo>
                <a:lnTo>
                  <a:pt x="37861" y="79938"/>
                </a:lnTo>
                <a:lnTo>
                  <a:pt x="71104" y="25693"/>
                </a:lnTo>
                <a:lnTo>
                  <a:pt x="91439" y="0"/>
                </a:lnTo>
                <a:lnTo>
                  <a:pt x="147827" y="0"/>
                </a:lnTo>
                <a:lnTo>
                  <a:pt x="147827" y="3047"/>
                </a:lnTo>
                <a:lnTo>
                  <a:pt x="138445" y="11620"/>
                </a:lnTo>
                <a:lnTo>
                  <a:pt x="128777" y="21336"/>
                </a:lnTo>
                <a:lnTo>
                  <a:pt x="100845" y="56197"/>
                </a:lnTo>
                <a:lnTo>
                  <a:pt x="76199" y="99060"/>
                </a:lnTo>
                <a:lnTo>
                  <a:pt x="58197" y="146851"/>
                </a:lnTo>
                <a:lnTo>
                  <a:pt x="46481" y="202120"/>
                </a:lnTo>
                <a:lnTo>
                  <a:pt x="44195" y="240791"/>
                </a:lnTo>
                <a:lnTo>
                  <a:pt x="44767" y="261723"/>
                </a:lnTo>
                <a:lnTo>
                  <a:pt x="49339" y="300156"/>
                </a:lnTo>
                <a:lnTo>
                  <a:pt x="63055" y="351853"/>
                </a:lnTo>
                <a:lnTo>
                  <a:pt x="84224" y="398621"/>
                </a:lnTo>
                <a:lnTo>
                  <a:pt x="109727" y="438912"/>
                </a:lnTo>
                <a:lnTo>
                  <a:pt x="138660" y="471487"/>
                </a:lnTo>
                <a:lnTo>
                  <a:pt x="147827" y="480060"/>
                </a:lnTo>
                <a:lnTo>
                  <a:pt x="147827" y="483108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9" name="object 89"/>
          <p:cNvSpPr/>
          <p:nvPr/>
        </p:nvSpPr>
        <p:spPr>
          <a:xfrm>
            <a:off x="4096511" y="6553200"/>
            <a:ext cx="356870" cy="280670"/>
          </a:xfrm>
          <a:custGeom>
            <a:avLst/>
            <a:gdLst/>
            <a:ahLst/>
            <a:cxnLst/>
            <a:rect l="l" t="t" r="r" b="b"/>
            <a:pathLst>
              <a:path w="356870" h="280670">
                <a:moveTo>
                  <a:pt x="356615" y="280416"/>
                </a:moveTo>
                <a:lnTo>
                  <a:pt x="310895" y="280416"/>
                </a:lnTo>
                <a:lnTo>
                  <a:pt x="310872" y="113037"/>
                </a:lnTo>
                <a:lnTo>
                  <a:pt x="310705" y="104584"/>
                </a:lnTo>
                <a:lnTo>
                  <a:pt x="303275" y="62484"/>
                </a:lnTo>
                <a:lnTo>
                  <a:pt x="275843" y="42672"/>
                </a:lnTo>
                <a:lnTo>
                  <a:pt x="265175" y="42672"/>
                </a:lnTo>
                <a:lnTo>
                  <a:pt x="226456" y="56721"/>
                </a:lnTo>
                <a:lnTo>
                  <a:pt x="201167" y="77723"/>
                </a:lnTo>
                <a:lnTo>
                  <a:pt x="201167" y="280416"/>
                </a:lnTo>
                <a:lnTo>
                  <a:pt x="155447" y="280416"/>
                </a:lnTo>
                <a:lnTo>
                  <a:pt x="155424" y="113037"/>
                </a:lnTo>
                <a:lnTo>
                  <a:pt x="151447" y="73723"/>
                </a:lnTo>
                <a:lnTo>
                  <a:pt x="120395" y="42672"/>
                </a:lnTo>
                <a:lnTo>
                  <a:pt x="109727" y="42672"/>
                </a:lnTo>
                <a:lnTo>
                  <a:pt x="69722" y="58197"/>
                </a:lnTo>
                <a:lnTo>
                  <a:pt x="45719" y="76199"/>
                </a:lnTo>
                <a:lnTo>
                  <a:pt x="45719" y="280416"/>
                </a:lnTo>
                <a:lnTo>
                  <a:pt x="0" y="280416"/>
                </a:lnTo>
                <a:lnTo>
                  <a:pt x="0" y="7620"/>
                </a:lnTo>
                <a:lnTo>
                  <a:pt x="45719" y="7620"/>
                </a:lnTo>
                <a:lnTo>
                  <a:pt x="45719" y="38099"/>
                </a:lnTo>
                <a:lnTo>
                  <a:pt x="54863" y="29503"/>
                </a:lnTo>
                <a:lnTo>
                  <a:pt x="91487" y="5143"/>
                </a:lnTo>
                <a:lnTo>
                  <a:pt x="121919" y="0"/>
                </a:lnTo>
                <a:lnTo>
                  <a:pt x="133302" y="595"/>
                </a:lnTo>
                <a:lnTo>
                  <a:pt x="173188" y="17240"/>
                </a:lnTo>
                <a:lnTo>
                  <a:pt x="193547" y="47244"/>
                </a:lnTo>
                <a:lnTo>
                  <a:pt x="203811" y="36409"/>
                </a:lnTo>
                <a:lnTo>
                  <a:pt x="243506" y="6429"/>
                </a:lnTo>
                <a:lnTo>
                  <a:pt x="277367" y="0"/>
                </a:lnTo>
                <a:lnTo>
                  <a:pt x="285368" y="285"/>
                </a:lnTo>
                <a:lnTo>
                  <a:pt x="322135" y="12573"/>
                </a:lnTo>
                <a:lnTo>
                  <a:pt x="347686" y="44505"/>
                </a:lnTo>
                <a:lnTo>
                  <a:pt x="356306" y="87415"/>
                </a:lnTo>
                <a:lnTo>
                  <a:pt x="356615" y="100584"/>
                </a:lnTo>
                <a:lnTo>
                  <a:pt x="356615" y="280416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pic>
        <p:nvPicPr>
          <p:cNvPr id="90" name="object 90"/>
          <p:cNvPicPr/>
          <p:nvPr/>
        </p:nvPicPr>
        <p:blipFill>
          <a:blip r:embed="rId21" cstate="print"/>
          <a:stretch>
            <a:fillRect/>
          </a:stretch>
        </p:blipFill>
        <p:spPr>
          <a:xfrm>
            <a:off x="4532376" y="6493764"/>
            <a:ext cx="74675" cy="128015"/>
          </a:xfrm>
          <a:prstGeom prst="rect">
            <a:avLst/>
          </a:prstGeom>
        </p:spPr>
      </p:pic>
      <p:sp>
        <p:nvSpPr>
          <p:cNvPr id="91" name="object 91"/>
          <p:cNvSpPr/>
          <p:nvPr/>
        </p:nvSpPr>
        <p:spPr>
          <a:xfrm>
            <a:off x="4671047" y="6452616"/>
            <a:ext cx="670560" cy="483234"/>
          </a:xfrm>
          <a:custGeom>
            <a:avLst/>
            <a:gdLst/>
            <a:ahLst/>
            <a:cxnLst/>
            <a:rect l="l" t="t" r="r" b="b"/>
            <a:pathLst>
              <a:path w="670560" h="483234">
                <a:moveTo>
                  <a:pt x="103632" y="312420"/>
                </a:moveTo>
                <a:lnTo>
                  <a:pt x="42684" y="312420"/>
                </a:lnTo>
                <a:lnTo>
                  <a:pt x="0" y="472440"/>
                </a:lnTo>
                <a:lnTo>
                  <a:pt x="35052" y="472440"/>
                </a:lnTo>
                <a:lnTo>
                  <a:pt x="103632" y="312420"/>
                </a:lnTo>
                <a:close/>
              </a:path>
              <a:path w="670560" h="483234">
                <a:moveTo>
                  <a:pt x="496824" y="108204"/>
                </a:moveTo>
                <a:lnTo>
                  <a:pt x="451104" y="108204"/>
                </a:lnTo>
                <a:lnTo>
                  <a:pt x="405384" y="320040"/>
                </a:lnTo>
                <a:lnTo>
                  <a:pt x="338328" y="108204"/>
                </a:lnTo>
                <a:lnTo>
                  <a:pt x="300228" y="108204"/>
                </a:lnTo>
                <a:lnTo>
                  <a:pt x="236220" y="320040"/>
                </a:lnTo>
                <a:lnTo>
                  <a:pt x="187452" y="108204"/>
                </a:lnTo>
                <a:lnTo>
                  <a:pt x="138696" y="108204"/>
                </a:lnTo>
                <a:lnTo>
                  <a:pt x="210312" y="381000"/>
                </a:lnTo>
                <a:lnTo>
                  <a:pt x="251460" y="381000"/>
                </a:lnTo>
                <a:lnTo>
                  <a:pt x="318516" y="170688"/>
                </a:lnTo>
                <a:lnTo>
                  <a:pt x="385572" y="381000"/>
                </a:lnTo>
                <a:lnTo>
                  <a:pt x="428244" y="381000"/>
                </a:lnTo>
                <a:lnTo>
                  <a:pt x="496824" y="108204"/>
                </a:lnTo>
                <a:close/>
              </a:path>
              <a:path w="670560" h="483234">
                <a:moveTo>
                  <a:pt x="670560" y="240792"/>
                </a:moveTo>
                <a:lnTo>
                  <a:pt x="664083" y="169926"/>
                </a:lnTo>
                <a:lnTo>
                  <a:pt x="646176" y="108204"/>
                </a:lnTo>
                <a:lnTo>
                  <a:pt x="617220" y="52387"/>
                </a:lnTo>
                <a:lnTo>
                  <a:pt x="579120" y="0"/>
                </a:lnTo>
                <a:lnTo>
                  <a:pt x="522732" y="0"/>
                </a:lnTo>
                <a:lnTo>
                  <a:pt x="522732" y="3048"/>
                </a:lnTo>
                <a:lnTo>
                  <a:pt x="531901" y="11620"/>
                </a:lnTo>
                <a:lnTo>
                  <a:pt x="541210" y="21336"/>
                </a:lnTo>
                <a:lnTo>
                  <a:pt x="569722" y="56197"/>
                </a:lnTo>
                <a:lnTo>
                  <a:pt x="594360" y="99060"/>
                </a:lnTo>
                <a:lnTo>
                  <a:pt x="613651" y="146862"/>
                </a:lnTo>
                <a:lnTo>
                  <a:pt x="625602" y="202120"/>
                </a:lnTo>
                <a:lnTo>
                  <a:pt x="627888" y="240792"/>
                </a:lnTo>
                <a:lnTo>
                  <a:pt x="627316" y="261061"/>
                </a:lnTo>
                <a:lnTo>
                  <a:pt x="622744" y="299300"/>
                </a:lnTo>
                <a:lnTo>
                  <a:pt x="607695" y="351663"/>
                </a:lnTo>
                <a:lnTo>
                  <a:pt x="586981" y="398627"/>
                </a:lnTo>
                <a:lnTo>
                  <a:pt x="560832" y="438912"/>
                </a:lnTo>
                <a:lnTo>
                  <a:pt x="532117" y="471487"/>
                </a:lnTo>
                <a:lnTo>
                  <a:pt x="522732" y="480060"/>
                </a:lnTo>
                <a:lnTo>
                  <a:pt x="522732" y="483108"/>
                </a:lnTo>
                <a:lnTo>
                  <a:pt x="579120" y="483108"/>
                </a:lnTo>
                <a:lnTo>
                  <a:pt x="599465" y="456780"/>
                </a:lnTo>
                <a:lnTo>
                  <a:pt x="632701" y="402958"/>
                </a:lnTo>
                <a:lnTo>
                  <a:pt x="657059" y="345173"/>
                </a:lnTo>
                <a:lnTo>
                  <a:pt x="669112" y="278257"/>
                </a:lnTo>
                <a:lnTo>
                  <a:pt x="670560" y="240792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2" name="object 92"/>
          <p:cNvSpPr/>
          <p:nvPr/>
        </p:nvSpPr>
        <p:spPr>
          <a:xfrm>
            <a:off x="5553455" y="6432803"/>
            <a:ext cx="447040" cy="445134"/>
          </a:xfrm>
          <a:custGeom>
            <a:avLst/>
            <a:gdLst/>
            <a:ahLst/>
            <a:cxnLst/>
            <a:rect l="l" t="t" r="r" b="b"/>
            <a:pathLst>
              <a:path w="447039" h="445134">
                <a:moveTo>
                  <a:pt x="21336" y="45720"/>
                </a:moveTo>
                <a:lnTo>
                  <a:pt x="3048" y="28956"/>
                </a:lnTo>
                <a:lnTo>
                  <a:pt x="376428" y="28956"/>
                </a:lnTo>
                <a:lnTo>
                  <a:pt x="405384" y="0"/>
                </a:lnTo>
                <a:lnTo>
                  <a:pt x="446532" y="41148"/>
                </a:lnTo>
                <a:lnTo>
                  <a:pt x="68579" y="41148"/>
                </a:lnTo>
                <a:lnTo>
                  <a:pt x="56268" y="41433"/>
                </a:lnTo>
                <a:lnTo>
                  <a:pt x="44386" y="42291"/>
                </a:lnTo>
                <a:lnTo>
                  <a:pt x="32789" y="43719"/>
                </a:lnTo>
                <a:lnTo>
                  <a:pt x="21336" y="45720"/>
                </a:lnTo>
                <a:close/>
              </a:path>
              <a:path w="447039" h="445134">
                <a:moveTo>
                  <a:pt x="3048" y="335280"/>
                </a:moveTo>
                <a:lnTo>
                  <a:pt x="0" y="326136"/>
                </a:lnTo>
                <a:lnTo>
                  <a:pt x="31742" y="301585"/>
                </a:lnTo>
                <a:lnTo>
                  <a:pt x="63055" y="273748"/>
                </a:lnTo>
                <a:lnTo>
                  <a:pt x="94083" y="242768"/>
                </a:lnTo>
                <a:lnTo>
                  <a:pt x="124967" y="208788"/>
                </a:lnTo>
                <a:lnTo>
                  <a:pt x="153257" y="171021"/>
                </a:lnTo>
                <a:lnTo>
                  <a:pt x="178688" y="130683"/>
                </a:lnTo>
                <a:lnTo>
                  <a:pt x="201263" y="87487"/>
                </a:lnTo>
                <a:lnTo>
                  <a:pt x="220979" y="41148"/>
                </a:lnTo>
                <a:lnTo>
                  <a:pt x="260603" y="41148"/>
                </a:lnTo>
                <a:lnTo>
                  <a:pt x="251412" y="58007"/>
                </a:lnTo>
                <a:lnTo>
                  <a:pt x="241934" y="76581"/>
                </a:lnTo>
                <a:lnTo>
                  <a:pt x="220979" y="118872"/>
                </a:lnTo>
                <a:lnTo>
                  <a:pt x="254507" y="138684"/>
                </a:lnTo>
                <a:lnTo>
                  <a:pt x="250782" y="141732"/>
                </a:lnTo>
                <a:lnTo>
                  <a:pt x="207263" y="141732"/>
                </a:lnTo>
                <a:lnTo>
                  <a:pt x="179966" y="180728"/>
                </a:lnTo>
                <a:lnTo>
                  <a:pt x="149916" y="216972"/>
                </a:lnTo>
                <a:lnTo>
                  <a:pt x="117157" y="250507"/>
                </a:lnTo>
                <a:lnTo>
                  <a:pt x="81731" y="281375"/>
                </a:lnTo>
                <a:lnTo>
                  <a:pt x="43680" y="309618"/>
                </a:lnTo>
                <a:lnTo>
                  <a:pt x="3048" y="335280"/>
                </a:lnTo>
                <a:close/>
              </a:path>
              <a:path w="447039" h="445134">
                <a:moveTo>
                  <a:pt x="205739" y="445008"/>
                </a:moveTo>
                <a:lnTo>
                  <a:pt x="206621" y="408693"/>
                </a:lnTo>
                <a:lnTo>
                  <a:pt x="207073" y="375094"/>
                </a:lnTo>
                <a:lnTo>
                  <a:pt x="207240" y="344066"/>
                </a:lnTo>
                <a:lnTo>
                  <a:pt x="207263" y="141732"/>
                </a:lnTo>
                <a:lnTo>
                  <a:pt x="250782" y="141732"/>
                </a:lnTo>
                <a:lnTo>
                  <a:pt x="237743" y="152400"/>
                </a:lnTo>
                <a:lnTo>
                  <a:pt x="237816" y="375094"/>
                </a:lnTo>
                <a:lnTo>
                  <a:pt x="237934" y="392430"/>
                </a:lnTo>
                <a:lnTo>
                  <a:pt x="238386" y="413575"/>
                </a:lnTo>
                <a:lnTo>
                  <a:pt x="239267" y="431292"/>
                </a:lnTo>
                <a:lnTo>
                  <a:pt x="205739" y="445008"/>
                </a:lnTo>
                <a:close/>
              </a:path>
              <a:path w="447039" h="445134">
                <a:moveTo>
                  <a:pt x="422148" y="315468"/>
                </a:moveTo>
                <a:lnTo>
                  <a:pt x="419100" y="315468"/>
                </a:lnTo>
                <a:lnTo>
                  <a:pt x="415099" y="313467"/>
                </a:lnTo>
                <a:lnTo>
                  <a:pt x="409955" y="307467"/>
                </a:lnTo>
                <a:lnTo>
                  <a:pt x="403669" y="297465"/>
                </a:lnTo>
                <a:lnTo>
                  <a:pt x="396239" y="283464"/>
                </a:lnTo>
                <a:lnTo>
                  <a:pt x="380261" y="260294"/>
                </a:lnTo>
                <a:lnTo>
                  <a:pt x="355282" y="231838"/>
                </a:lnTo>
                <a:lnTo>
                  <a:pt x="321444" y="197953"/>
                </a:lnTo>
                <a:lnTo>
                  <a:pt x="278891" y="158496"/>
                </a:lnTo>
                <a:lnTo>
                  <a:pt x="284987" y="152400"/>
                </a:lnTo>
                <a:lnTo>
                  <a:pt x="340066" y="189571"/>
                </a:lnTo>
                <a:lnTo>
                  <a:pt x="381571" y="218884"/>
                </a:lnTo>
                <a:lnTo>
                  <a:pt x="422148" y="254508"/>
                </a:lnTo>
                <a:lnTo>
                  <a:pt x="435863" y="284988"/>
                </a:lnTo>
                <a:lnTo>
                  <a:pt x="435863" y="291084"/>
                </a:lnTo>
                <a:lnTo>
                  <a:pt x="432816" y="297180"/>
                </a:lnTo>
                <a:lnTo>
                  <a:pt x="429768" y="304800"/>
                </a:lnTo>
                <a:lnTo>
                  <a:pt x="425196" y="310895"/>
                </a:lnTo>
                <a:lnTo>
                  <a:pt x="422148" y="315468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3" name="object 93"/>
          <p:cNvSpPr/>
          <p:nvPr/>
        </p:nvSpPr>
        <p:spPr>
          <a:xfrm>
            <a:off x="6054852" y="6429755"/>
            <a:ext cx="449580" cy="445134"/>
          </a:xfrm>
          <a:custGeom>
            <a:avLst/>
            <a:gdLst/>
            <a:ahLst/>
            <a:cxnLst/>
            <a:rect l="l" t="t" r="r" b="b"/>
            <a:pathLst>
              <a:path w="449579" h="445134">
                <a:moveTo>
                  <a:pt x="347920" y="19812"/>
                </a:moveTo>
                <a:lnTo>
                  <a:pt x="306324" y="19812"/>
                </a:lnTo>
                <a:lnTo>
                  <a:pt x="324612" y="0"/>
                </a:lnTo>
                <a:lnTo>
                  <a:pt x="347920" y="19812"/>
                </a:lnTo>
                <a:close/>
              </a:path>
              <a:path w="449579" h="445134">
                <a:moveTo>
                  <a:pt x="109728" y="201168"/>
                </a:moveTo>
                <a:lnTo>
                  <a:pt x="110847" y="176283"/>
                </a:lnTo>
                <a:lnTo>
                  <a:pt x="111823" y="151828"/>
                </a:lnTo>
                <a:lnTo>
                  <a:pt x="112514" y="127658"/>
                </a:lnTo>
                <a:lnTo>
                  <a:pt x="112776" y="103632"/>
                </a:lnTo>
                <a:lnTo>
                  <a:pt x="112514" y="79343"/>
                </a:lnTo>
                <a:lnTo>
                  <a:pt x="111823" y="54483"/>
                </a:lnTo>
                <a:lnTo>
                  <a:pt x="110847" y="29051"/>
                </a:lnTo>
                <a:lnTo>
                  <a:pt x="109728" y="3048"/>
                </a:lnTo>
                <a:lnTo>
                  <a:pt x="141732" y="19812"/>
                </a:lnTo>
                <a:lnTo>
                  <a:pt x="347920" y="19812"/>
                </a:lnTo>
                <a:lnTo>
                  <a:pt x="355092" y="25908"/>
                </a:lnTo>
                <a:lnTo>
                  <a:pt x="347641" y="32004"/>
                </a:lnTo>
                <a:lnTo>
                  <a:pt x="140208" y="32004"/>
                </a:lnTo>
                <a:lnTo>
                  <a:pt x="140208" y="88392"/>
                </a:lnTo>
                <a:lnTo>
                  <a:pt x="338351" y="88392"/>
                </a:lnTo>
                <a:lnTo>
                  <a:pt x="338397" y="100584"/>
                </a:lnTo>
                <a:lnTo>
                  <a:pt x="140208" y="100584"/>
                </a:lnTo>
                <a:lnTo>
                  <a:pt x="140208" y="160020"/>
                </a:lnTo>
                <a:lnTo>
                  <a:pt x="338963" y="160020"/>
                </a:lnTo>
                <a:lnTo>
                  <a:pt x="339401" y="170688"/>
                </a:lnTo>
                <a:lnTo>
                  <a:pt x="140208" y="170688"/>
                </a:lnTo>
                <a:lnTo>
                  <a:pt x="140208" y="188976"/>
                </a:lnTo>
                <a:lnTo>
                  <a:pt x="109728" y="201168"/>
                </a:lnTo>
                <a:close/>
              </a:path>
              <a:path w="449579" h="445134">
                <a:moveTo>
                  <a:pt x="338351" y="88392"/>
                </a:moveTo>
                <a:lnTo>
                  <a:pt x="310896" y="88392"/>
                </a:lnTo>
                <a:lnTo>
                  <a:pt x="310896" y="32004"/>
                </a:lnTo>
                <a:lnTo>
                  <a:pt x="347641" y="32004"/>
                </a:lnTo>
                <a:lnTo>
                  <a:pt x="338328" y="39624"/>
                </a:lnTo>
                <a:lnTo>
                  <a:pt x="338351" y="88392"/>
                </a:lnTo>
                <a:close/>
              </a:path>
              <a:path w="449579" h="445134">
                <a:moveTo>
                  <a:pt x="338963" y="160020"/>
                </a:moveTo>
                <a:lnTo>
                  <a:pt x="310896" y="160020"/>
                </a:lnTo>
                <a:lnTo>
                  <a:pt x="310896" y="100584"/>
                </a:lnTo>
                <a:lnTo>
                  <a:pt x="338397" y="100584"/>
                </a:lnTo>
                <a:lnTo>
                  <a:pt x="338518" y="129921"/>
                </a:lnTo>
                <a:lnTo>
                  <a:pt x="338963" y="160020"/>
                </a:lnTo>
                <a:close/>
              </a:path>
              <a:path w="449579" h="445134">
                <a:moveTo>
                  <a:pt x="310896" y="196596"/>
                </a:moveTo>
                <a:lnTo>
                  <a:pt x="310896" y="170688"/>
                </a:lnTo>
                <a:lnTo>
                  <a:pt x="339401" y="170688"/>
                </a:lnTo>
                <a:lnTo>
                  <a:pt x="339852" y="181356"/>
                </a:lnTo>
                <a:lnTo>
                  <a:pt x="310896" y="196596"/>
                </a:lnTo>
                <a:close/>
              </a:path>
              <a:path w="449579" h="445134">
                <a:moveTo>
                  <a:pt x="24384" y="239268"/>
                </a:moveTo>
                <a:lnTo>
                  <a:pt x="6096" y="222504"/>
                </a:lnTo>
                <a:lnTo>
                  <a:pt x="368808" y="222504"/>
                </a:lnTo>
                <a:lnTo>
                  <a:pt x="399288" y="192024"/>
                </a:lnTo>
                <a:lnTo>
                  <a:pt x="440436" y="233172"/>
                </a:lnTo>
                <a:lnTo>
                  <a:pt x="71628" y="233172"/>
                </a:lnTo>
                <a:lnTo>
                  <a:pt x="59102" y="233695"/>
                </a:lnTo>
                <a:lnTo>
                  <a:pt x="46863" y="235077"/>
                </a:lnTo>
                <a:lnTo>
                  <a:pt x="35194" y="237029"/>
                </a:lnTo>
                <a:lnTo>
                  <a:pt x="24384" y="239268"/>
                </a:lnTo>
                <a:close/>
              </a:path>
              <a:path w="449579" h="445134">
                <a:moveTo>
                  <a:pt x="242316" y="385572"/>
                </a:moveTo>
                <a:lnTo>
                  <a:pt x="214884" y="385572"/>
                </a:lnTo>
                <a:lnTo>
                  <a:pt x="214884" y="233172"/>
                </a:lnTo>
                <a:lnTo>
                  <a:pt x="242316" y="233172"/>
                </a:lnTo>
                <a:lnTo>
                  <a:pt x="242316" y="300227"/>
                </a:lnTo>
                <a:lnTo>
                  <a:pt x="394716" y="300227"/>
                </a:lnTo>
                <a:lnTo>
                  <a:pt x="406908" y="312420"/>
                </a:lnTo>
                <a:lnTo>
                  <a:pt x="242316" y="312420"/>
                </a:lnTo>
                <a:lnTo>
                  <a:pt x="242316" y="385572"/>
                </a:lnTo>
                <a:close/>
              </a:path>
              <a:path w="449579" h="445134">
                <a:moveTo>
                  <a:pt x="4572" y="445008"/>
                </a:moveTo>
                <a:lnTo>
                  <a:pt x="0" y="440436"/>
                </a:lnTo>
                <a:lnTo>
                  <a:pt x="32174" y="411358"/>
                </a:lnTo>
                <a:lnTo>
                  <a:pt x="59155" y="377159"/>
                </a:lnTo>
                <a:lnTo>
                  <a:pt x="80869" y="337840"/>
                </a:lnTo>
                <a:lnTo>
                  <a:pt x="97243" y="293400"/>
                </a:lnTo>
                <a:lnTo>
                  <a:pt x="108204" y="243840"/>
                </a:lnTo>
                <a:lnTo>
                  <a:pt x="150876" y="269748"/>
                </a:lnTo>
                <a:lnTo>
                  <a:pt x="143256" y="274320"/>
                </a:lnTo>
                <a:lnTo>
                  <a:pt x="137160" y="280415"/>
                </a:lnTo>
                <a:lnTo>
                  <a:pt x="134112" y="286512"/>
                </a:lnTo>
                <a:lnTo>
                  <a:pt x="130683" y="291941"/>
                </a:lnTo>
                <a:lnTo>
                  <a:pt x="127254" y="299085"/>
                </a:lnTo>
                <a:lnTo>
                  <a:pt x="123825" y="307943"/>
                </a:lnTo>
                <a:lnTo>
                  <a:pt x="120396" y="318515"/>
                </a:lnTo>
                <a:lnTo>
                  <a:pt x="128835" y="327660"/>
                </a:lnTo>
                <a:lnTo>
                  <a:pt x="114300" y="327660"/>
                </a:lnTo>
                <a:lnTo>
                  <a:pt x="93726" y="365926"/>
                </a:lnTo>
                <a:lnTo>
                  <a:pt x="68580" y="398335"/>
                </a:lnTo>
                <a:lnTo>
                  <a:pt x="38862" y="424743"/>
                </a:lnTo>
                <a:lnTo>
                  <a:pt x="4572" y="445008"/>
                </a:lnTo>
                <a:close/>
              </a:path>
              <a:path w="449579" h="445134">
                <a:moveTo>
                  <a:pt x="394716" y="300227"/>
                </a:moveTo>
                <a:lnTo>
                  <a:pt x="344424" y="300227"/>
                </a:lnTo>
                <a:lnTo>
                  <a:pt x="368808" y="274320"/>
                </a:lnTo>
                <a:lnTo>
                  <a:pt x="394716" y="300227"/>
                </a:lnTo>
                <a:close/>
              </a:path>
              <a:path w="449579" h="445134">
                <a:moveTo>
                  <a:pt x="409956" y="440436"/>
                </a:moveTo>
                <a:lnTo>
                  <a:pt x="356830" y="437554"/>
                </a:lnTo>
                <a:lnTo>
                  <a:pt x="311848" y="433387"/>
                </a:lnTo>
                <a:lnTo>
                  <a:pt x="246888" y="420623"/>
                </a:lnTo>
                <a:lnTo>
                  <a:pt x="203263" y="404431"/>
                </a:lnTo>
                <a:lnTo>
                  <a:pt x="167640" y="382524"/>
                </a:lnTo>
                <a:lnTo>
                  <a:pt x="126277" y="343090"/>
                </a:lnTo>
                <a:lnTo>
                  <a:pt x="114300" y="327660"/>
                </a:lnTo>
                <a:lnTo>
                  <a:pt x="128835" y="327660"/>
                </a:lnTo>
                <a:lnTo>
                  <a:pt x="138374" y="337994"/>
                </a:lnTo>
                <a:lnTo>
                  <a:pt x="160210" y="355473"/>
                </a:lnTo>
                <a:lnTo>
                  <a:pt x="185761" y="371236"/>
                </a:lnTo>
                <a:lnTo>
                  <a:pt x="214884" y="385572"/>
                </a:lnTo>
                <a:lnTo>
                  <a:pt x="242316" y="385572"/>
                </a:lnTo>
                <a:lnTo>
                  <a:pt x="242316" y="393192"/>
                </a:lnTo>
                <a:lnTo>
                  <a:pt x="261461" y="397216"/>
                </a:lnTo>
                <a:lnTo>
                  <a:pt x="284607" y="400240"/>
                </a:lnTo>
                <a:lnTo>
                  <a:pt x="311753" y="402407"/>
                </a:lnTo>
                <a:lnTo>
                  <a:pt x="342900" y="403860"/>
                </a:lnTo>
                <a:lnTo>
                  <a:pt x="449580" y="403860"/>
                </a:lnTo>
                <a:lnTo>
                  <a:pt x="449580" y="408432"/>
                </a:lnTo>
                <a:lnTo>
                  <a:pt x="434173" y="413004"/>
                </a:lnTo>
                <a:lnTo>
                  <a:pt x="422338" y="419862"/>
                </a:lnTo>
                <a:lnTo>
                  <a:pt x="414218" y="429006"/>
                </a:lnTo>
                <a:lnTo>
                  <a:pt x="409956" y="440436"/>
                </a:lnTo>
                <a:close/>
              </a:path>
              <a:path w="449579" h="445134">
                <a:moveTo>
                  <a:pt x="449580" y="403860"/>
                </a:moveTo>
                <a:lnTo>
                  <a:pt x="342900" y="403860"/>
                </a:lnTo>
                <a:lnTo>
                  <a:pt x="374356" y="403574"/>
                </a:lnTo>
                <a:lnTo>
                  <a:pt x="402526" y="402717"/>
                </a:lnTo>
                <a:lnTo>
                  <a:pt x="427553" y="401288"/>
                </a:lnTo>
                <a:lnTo>
                  <a:pt x="449580" y="399288"/>
                </a:lnTo>
                <a:lnTo>
                  <a:pt x="449580" y="40386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/>
          <a:lstStyle/>
          <a:p>
            <a:endParaRPr/>
          </a:p>
        </p:txBody>
      </p:sp>
    </p:spTree>
  </p:cSld>
  <p:clrMapOvr>
    <a:masterClrMapping/>
  </p:clrMapOvr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9572244" y="7231380"/>
            <a:ext cx="186055" cy="142240"/>
            <a:chOff x="9572244" y="7231380"/>
            <a:chExt cx="186055" cy="142240"/>
          </a:xfrm>
        </p:grpSpPr>
        <p:pic>
          <p:nvPicPr>
            <p:cNvPr id="3" name="object 3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9572244" y="7231380"/>
              <a:ext cx="70103" cy="141732"/>
            </a:xfrm>
            <a:prstGeom prst="rect">
              <a:avLst/>
            </a:prstGeom>
          </p:spPr>
        </p:pic>
        <p:pic>
          <p:nvPicPr>
            <p:cNvPr id="4" name="object 4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9668256" y="7231380"/>
              <a:ext cx="89916" cy="141732"/>
            </a:xfrm>
            <a:prstGeom prst="rect">
              <a:avLst/>
            </a:prstGeom>
          </p:spPr>
        </p:pic>
      </p:grpSp>
      <p:sp>
        <p:nvSpPr>
          <p:cNvPr id="5" name="object 5"/>
          <p:cNvSpPr/>
          <p:nvPr/>
        </p:nvSpPr>
        <p:spPr>
          <a:xfrm>
            <a:off x="1708404" y="1269491"/>
            <a:ext cx="538480" cy="554990"/>
          </a:xfrm>
          <a:custGeom>
            <a:avLst/>
            <a:gdLst/>
            <a:ahLst/>
            <a:cxnLst/>
            <a:rect l="l" t="t" r="r" b="b"/>
            <a:pathLst>
              <a:path w="538480" h="554989">
                <a:moveTo>
                  <a:pt x="7619" y="301752"/>
                </a:moveTo>
                <a:lnTo>
                  <a:pt x="0" y="297180"/>
                </a:lnTo>
                <a:lnTo>
                  <a:pt x="24598" y="253484"/>
                </a:lnTo>
                <a:lnTo>
                  <a:pt x="45910" y="211645"/>
                </a:lnTo>
                <a:lnTo>
                  <a:pt x="64079" y="171807"/>
                </a:lnTo>
                <a:lnTo>
                  <a:pt x="79247" y="134112"/>
                </a:lnTo>
                <a:lnTo>
                  <a:pt x="90987" y="97512"/>
                </a:lnTo>
                <a:lnTo>
                  <a:pt x="109894" y="30599"/>
                </a:lnTo>
                <a:lnTo>
                  <a:pt x="117347" y="0"/>
                </a:lnTo>
                <a:lnTo>
                  <a:pt x="169164" y="28955"/>
                </a:lnTo>
                <a:lnTo>
                  <a:pt x="133159" y="82224"/>
                </a:lnTo>
                <a:lnTo>
                  <a:pt x="108013" y="142089"/>
                </a:lnTo>
                <a:lnTo>
                  <a:pt x="100583" y="160020"/>
                </a:lnTo>
                <a:lnTo>
                  <a:pt x="134112" y="175260"/>
                </a:lnTo>
                <a:lnTo>
                  <a:pt x="114300" y="192024"/>
                </a:lnTo>
                <a:lnTo>
                  <a:pt x="114300" y="196596"/>
                </a:lnTo>
                <a:lnTo>
                  <a:pt x="83819" y="196596"/>
                </a:lnTo>
                <a:lnTo>
                  <a:pt x="60983" y="230600"/>
                </a:lnTo>
                <a:lnTo>
                  <a:pt x="40576" y="259461"/>
                </a:lnTo>
                <a:lnTo>
                  <a:pt x="22740" y="283178"/>
                </a:lnTo>
                <a:lnTo>
                  <a:pt x="7619" y="301752"/>
                </a:lnTo>
                <a:close/>
              </a:path>
              <a:path w="538480" h="554989">
                <a:moveTo>
                  <a:pt x="172212" y="96012"/>
                </a:moveTo>
                <a:lnTo>
                  <a:pt x="150876" y="76200"/>
                </a:lnTo>
                <a:lnTo>
                  <a:pt x="320040" y="76200"/>
                </a:lnTo>
                <a:lnTo>
                  <a:pt x="347472" y="50292"/>
                </a:lnTo>
                <a:lnTo>
                  <a:pt x="387096" y="91440"/>
                </a:lnTo>
                <a:lnTo>
                  <a:pt x="198119" y="91440"/>
                </a:lnTo>
                <a:lnTo>
                  <a:pt x="172212" y="96012"/>
                </a:lnTo>
                <a:close/>
              </a:path>
              <a:path w="538480" h="554989">
                <a:moveTo>
                  <a:pt x="143255" y="348996"/>
                </a:moveTo>
                <a:lnTo>
                  <a:pt x="135635" y="341376"/>
                </a:lnTo>
                <a:lnTo>
                  <a:pt x="155328" y="312515"/>
                </a:lnTo>
                <a:lnTo>
                  <a:pt x="173164" y="280797"/>
                </a:lnTo>
                <a:lnTo>
                  <a:pt x="202691" y="208788"/>
                </a:lnTo>
                <a:lnTo>
                  <a:pt x="213860" y="172235"/>
                </a:lnTo>
                <a:lnTo>
                  <a:pt x="228195" y="113418"/>
                </a:lnTo>
                <a:lnTo>
                  <a:pt x="231647" y="91440"/>
                </a:lnTo>
                <a:lnTo>
                  <a:pt x="269747" y="91440"/>
                </a:lnTo>
                <a:lnTo>
                  <a:pt x="265199" y="107108"/>
                </a:lnTo>
                <a:lnTo>
                  <a:pt x="258508" y="128778"/>
                </a:lnTo>
                <a:lnTo>
                  <a:pt x="249816" y="156162"/>
                </a:lnTo>
                <a:lnTo>
                  <a:pt x="239267" y="188976"/>
                </a:lnTo>
                <a:lnTo>
                  <a:pt x="363582" y="188976"/>
                </a:lnTo>
                <a:lnTo>
                  <a:pt x="373380" y="196596"/>
                </a:lnTo>
                <a:lnTo>
                  <a:pt x="362542" y="202692"/>
                </a:lnTo>
                <a:lnTo>
                  <a:pt x="234695" y="202692"/>
                </a:lnTo>
                <a:lnTo>
                  <a:pt x="226956" y="219289"/>
                </a:lnTo>
                <a:lnTo>
                  <a:pt x="219646" y="234886"/>
                </a:lnTo>
                <a:lnTo>
                  <a:pt x="212621" y="249626"/>
                </a:lnTo>
                <a:lnTo>
                  <a:pt x="205739" y="263652"/>
                </a:lnTo>
                <a:lnTo>
                  <a:pt x="219486" y="272796"/>
                </a:lnTo>
                <a:lnTo>
                  <a:pt x="201167" y="272796"/>
                </a:lnTo>
                <a:lnTo>
                  <a:pt x="189118" y="291988"/>
                </a:lnTo>
                <a:lnTo>
                  <a:pt x="175640" y="310896"/>
                </a:lnTo>
                <a:lnTo>
                  <a:pt x="160448" y="329803"/>
                </a:lnTo>
                <a:lnTo>
                  <a:pt x="143255" y="348996"/>
                </a:lnTo>
                <a:close/>
              </a:path>
              <a:path w="538480" h="554989">
                <a:moveTo>
                  <a:pt x="363582" y="188976"/>
                </a:moveTo>
                <a:lnTo>
                  <a:pt x="313943" y="188976"/>
                </a:lnTo>
                <a:lnTo>
                  <a:pt x="332232" y="164592"/>
                </a:lnTo>
                <a:lnTo>
                  <a:pt x="363582" y="188976"/>
                </a:lnTo>
                <a:close/>
              </a:path>
              <a:path w="538480" h="554989">
                <a:moveTo>
                  <a:pt x="80771" y="554736"/>
                </a:moveTo>
                <a:lnTo>
                  <a:pt x="82893" y="486537"/>
                </a:lnTo>
                <a:lnTo>
                  <a:pt x="83558" y="461938"/>
                </a:lnTo>
                <a:lnTo>
                  <a:pt x="83760" y="446532"/>
                </a:lnTo>
                <a:lnTo>
                  <a:pt x="83819" y="196596"/>
                </a:lnTo>
                <a:lnTo>
                  <a:pt x="114300" y="196596"/>
                </a:lnTo>
                <a:lnTo>
                  <a:pt x="114384" y="453390"/>
                </a:lnTo>
                <a:lnTo>
                  <a:pt x="116228" y="513397"/>
                </a:lnTo>
                <a:lnTo>
                  <a:pt x="117347" y="537972"/>
                </a:lnTo>
                <a:lnTo>
                  <a:pt x="80771" y="554736"/>
                </a:lnTo>
                <a:close/>
              </a:path>
              <a:path w="538480" h="554989">
                <a:moveTo>
                  <a:pt x="131064" y="536448"/>
                </a:moveTo>
                <a:lnTo>
                  <a:pt x="126491" y="528828"/>
                </a:lnTo>
                <a:lnTo>
                  <a:pt x="153638" y="507968"/>
                </a:lnTo>
                <a:lnTo>
                  <a:pt x="177926" y="486537"/>
                </a:lnTo>
                <a:lnTo>
                  <a:pt x="217931" y="441960"/>
                </a:lnTo>
                <a:lnTo>
                  <a:pt x="248411" y="395097"/>
                </a:lnTo>
                <a:lnTo>
                  <a:pt x="274319" y="341376"/>
                </a:lnTo>
                <a:lnTo>
                  <a:pt x="296036" y="279463"/>
                </a:lnTo>
                <a:lnTo>
                  <a:pt x="315467" y="202692"/>
                </a:lnTo>
                <a:lnTo>
                  <a:pt x="362542" y="202692"/>
                </a:lnTo>
                <a:lnTo>
                  <a:pt x="348996" y="210312"/>
                </a:lnTo>
                <a:lnTo>
                  <a:pt x="335875" y="262008"/>
                </a:lnTo>
                <a:lnTo>
                  <a:pt x="321754" y="307276"/>
                </a:lnTo>
                <a:lnTo>
                  <a:pt x="306776" y="345971"/>
                </a:lnTo>
                <a:lnTo>
                  <a:pt x="275391" y="405384"/>
                </a:lnTo>
                <a:lnTo>
                  <a:pt x="239434" y="453390"/>
                </a:lnTo>
                <a:lnTo>
                  <a:pt x="199215" y="491656"/>
                </a:lnTo>
                <a:lnTo>
                  <a:pt x="154733" y="523041"/>
                </a:lnTo>
                <a:lnTo>
                  <a:pt x="131064" y="536448"/>
                </a:lnTo>
                <a:close/>
              </a:path>
              <a:path w="538480" h="554989">
                <a:moveTo>
                  <a:pt x="243839" y="356616"/>
                </a:moveTo>
                <a:lnTo>
                  <a:pt x="240791" y="356616"/>
                </a:lnTo>
                <a:lnTo>
                  <a:pt x="237624" y="355163"/>
                </a:lnTo>
                <a:lnTo>
                  <a:pt x="234886" y="350710"/>
                </a:lnTo>
                <a:lnTo>
                  <a:pt x="232433" y="343114"/>
                </a:lnTo>
                <a:lnTo>
                  <a:pt x="230123" y="332232"/>
                </a:lnTo>
                <a:lnTo>
                  <a:pt x="224956" y="317158"/>
                </a:lnTo>
                <a:lnTo>
                  <a:pt x="218503" y="301942"/>
                </a:lnTo>
                <a:lnTo>
                  <a:pt x="210621" y="287012"/>
                </a:lnTo>
                <a:lnTo>
                  <a:pt x="201167" y="272796"/>
                </a:lnTo>
                <a:lnTo>
                  <a:pt x="219486" y="272796"/>
                </a:lnTo>
                <a:lnTo>
                  <a:pt x="251459" y="301752"/>
                </a:lnTo>
                <a:lnTo>
                  <a:pt x="260603" y="318516"/>
                </a:lnTo>
                <a:lnTo>
                  <a:pt x="260603" y="330708"/>
                </a:lnTo>
                <a:lnTo>
                  <a:pt x="257555" y="338328"/>
                </a:lnTo>
                <a:lnTo>
                  <a:pt x="251442" y="345971"/>
                </a:lnTo>
                <a:lnTo>
                  <a:pt x="246887" y="352044"/>
                </a:lnTo>
                <a:lnTo>
                  <a:pt x="243839" y="356616"/>
                </a:lnTo>
                <a:close/>
              </a:path>
              <a:path w="538480" h="554989">
                <a:moveTo>
                  <a:pt x="519124" y="504324"/>
                </a:moveTo>
                <a:lnTo>
                  <a:pt x="463367" y="504324"/>
                </a:lnTo>
                <a:lnTo>
                  <a:pt x="473964" y="502920"/>
                </a:lnTo>
                <a:lnTo>
                  <a:pt x="479964" y="500348"/>
                </a:lnTo>
                <a:lnTo>
                  <a:pt x="484251" y="494919"/>
                </a:lnTo>
                <a:lnTo>
                  <a:pt x="486822" y="486632"/>
                </a:lnTo>
                <a:lnTo>
                  <a:pt x="487680" y="475488"/>
                </a:lnTo>
                <a:lnTo>
                  <a:pt x="487656" y="97202"/>
                </a:lnTo>
                <a:lnTo>
                  <a:pt x="487489" y="71247"/>
                </a:lnTo>
                <a:lnTo>
                  <a:pt x="487037" y="41290"/>
                </a:lnTo>
                <a:lnTo>
                  <a:pt x="486156" y="7619"/>
                </a:lnTo>
                <a:lnTo>
                  <a:pt x="537972" y="33528"/>
                </a:lnTo>
                <a:lnTo>
                  <a:pt x="519684" y="47243"/>
                </a:lnTo>
                <a:lnTo>
                  <a:pt x="519624" y="500348"/>
                </a:lnTo>
                <a:lnTo>
                  <a:pt x="519124" y="504324"/>
                </a:lnTo>
                <a:close/>
              </a:path>
              <a:path w="538480" h="554989">
                <a:moveTo>
                  <a:pt x="394716" y="420624"/>
                </a:moveTo>
                <a:lnTo>
                  <a:pt x="395597" y="384905"/>
                </a:lnTo>
                <a:lnTo>
                  <a:pt x="396049" y="355473"/>
                </a:lnTo>
                <a:lnTo>
                  <a:pt x="396123" y="150876"/>
                </a:lnTo>
                <a:lnTo>
                  <a:pt x="396049" y="142494"/>
                </a:lnTo>
                <a:lnTo>
                  <a:pt x="395597" y="124777"/>
                </a:lnTo>
                <a:lnTo>
                  <a:pt x="394716" y="108204"/>
                </a:lnTo>
                <a:lnTo>
                  <a:pt x="446532" y="131064"/>
                </a:lnTo>
                <a:lnTo>
                  <a:pt x="428244" y="150876"/>
                </a:lnTo>
                <a:lnTo>
                  <a:pt x="428355" y="332327"/>
                </a:lnTo>
                <a:lnTo>
                  <a:pt x="428434" y="342519"/>
                </a:lnTo>
                <a:lnTo>
                  <a:pt x="428886" y="370189"/>
                </a:lnTo>
                <a:lnTo>
                  <a:pt x="429768" y="403860"/>
                </a:lnTo>
                <a:lnTo>
                  <a:pt x="394716" y="420624"/>
                </a:lnTo>
                <a:close/>
              </a:path>
              <a:path w="538480" h="554989">
                <a:moveTo>
                  <a:pt x="470916" y="554736"/>
                </a:moveTo>
                <a:lnTo>
                  <a:pt x="465462" y="540734"/>
                </a:lnTo>
                <a:lnTo>
                  <a:pt x="451294" y="528447"/>
                </a:lnTo>
                <a:lnTo>
                  <a:pt x="428267" y="517874"/>
                </a:lnTo>
                <a:lnTo>
                  <a:pt x="396240" y="509016"/>
                </a:lnTo>
                <a:lnTo>
                  <a:pt x="399288" y="496824"/>
                </a:lnTo>
                <a:lnTo>
                  <a:pt x="426172" y="501419"/>
                </a:lnTo>
                <a:lnTo>
                  <a:pt x="447484" y="503872"/>
                </a:lnTo>
                <a:lnTo>
                  <a:pt x="463367" y="504324"/>
                </a:lnTo>
                <a:lnTo>
                  <a:pt x="519124" y="504324"/>
                </a:lnTo>
                <a:lnTo>
                  <a:pt x="517421" y="517874"/>
                </a:lnTo>
                <a:lnTo>
                  <a:pt x="508444" y="533019"/>
                </a:lnTo>
                <a:lnTo>
                  <a:pt x="492894" y="545306"/>
                </a:lnTo>
                <a:lnTo>
                  <a:pt x="470916" y="554736"/>
                </a:lnTo>
                <a:close/>
              </a:path>
            </a:pathLst>
          </a:custGeom>
          <a:solidFill>
            <a:srgbClr val="3333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" name="object 6"/>
          <p:cNvSpPr/>
          <p:nvPr/>
        </p:nvSpPr>
        <p:spPr>
          <a:xfrm>
            <a:off x="2322576" y="1281684"/>
            <a:ext cx="558165" cy="546100"/>
          </a:xfrm>
          <a:custGeom>
            <a:avLst/>
            <a:gdLst/>
            <a:ahLst/>
            <a:cxnLst/>
            <a:rect l="l" t="t" r="r" b="b"/>
            <a:pathLst>
              <a:path w="558164" h="546100">
                <a:moveTo>
                  <a:pt x="239267" y="545592"/>
                </a:moveTo>
                <a:lnTo>
                  <a:pt x="234410" y="528185"/>
                </a:lnTo>
                <a:lnTo>
                  <a:pt x="219836" y="512635"/>
                </a:lnTo>
                <a:lnTo>
                  <a:pt x="195548" y="499086"/>
                </a:lnTo>
                <a:lnTo>
                  <a:pt x="161544" y="487679"/>
                </a:lnTo>
                <a:lnTo>
                  <a:pt x="161544" y="475488"/>
                </a:lnTo>
                <a:lnTo>
                  <a:pt x="215074" y="481012"/>
                </a:lnTo>
                <a:lnTo>
                  <a:pt x="233767" y="482560"/>
                </a:lnTo>
                <a:lnTo>
                  <a:pt x="246888" y="483107"/>
                </a:lnTo>
                <a:lnTo>
                  <a:pt x="255984" y="481083"/>
                </a:lnTo>
                <a:lnTo>
                  <a:pt x="262509" y="474916"/>
                </a:lnTo>
                <a:lnTo>
                  <a:pt x="266176" y="464462"/>
                </a:lnTo>
                <a:lnTo>
                  <a:pt x="266700" y="449579"/>
                </a:lnTo>
                <a:lnTo>
                  <a:pt x="266700" y="248412"/>
                </a:lnTo>
                <a:lnTo>
                  <a:pt x="79248" y="248412"/>
                </a:lnTo>
                <a:lnTo>
                  <a:pt x="64412" y="248959"/>
                </a:lnTo>
                <a:lnTo>
                  <a:pt x="49720" y="250507"/>
                </a:lnTo>
                <a:lnTo>
                  <a:pt x="35313" y="252912"/>
                </a:lnTo>
                <a:lnTo>
                  <a:pt x="21336" y="256031"/>
                </a:lnTo>
                <a:lnTo>
                  <a:pt x="0" y="234695"/>
                </a:lnTo>
                <a:lnTo>
                  <a:pt x="266700" y="234695"/>
                </a:lnTo>
                <a:lnTo>
                  <a:pt x="266438" y="208430"/>
                </a:lnTo>
                <a:lnTo>
                  <a:pt x="265747" y="182308"/>
                </a:lnTo>
                <a:lnTo>
                  <a:pt x="263652" y="131063"/>
                </a:lnTo>
                <a:lnTo>
                  <a:pt x="297180" y="152399"/>
                </a:lnTo>
                <a:lnTo>
                  <a:pt x="428243" y="42671"/>
                </a:lnTo>
                <a:lnTo>
                  <a:pt x="155448" y="42671"/>
                </a:lnTo>
                <a:lnTo>
                  <a:pt x="140636" y="43219"/>
                </a:lnTo>
                <a:lnTo>
                  <a:pt x="126111" y="44767"/>
                </a:lnTo>
                <a:lnTo>
                  <a:pt x="112156" y="47172"/>
                </a:lnTo>
                <a:lnTo>
                  <a:pt x="99060" y="50291"/>
                </a:lnTo>
                <a:lnTo>
                  <a:pt x="77724" y="28955"/>
                </a:lnTo>
                <a:lnTo>
                  <a:pt x="428243" y="28955"/>
                </a:lnTo>
                <a:lnTo>
                  <a:pt x="460248" y="0"/>
                </a:lnTo>
                <a:lnTo>
                  <a:pt x="505967" y="51815"/>
                </a:lnTo>
                <a:lnTo>
                  <a:pt x="453675" y="66603"/>
                </a:lnTo>
                <a:lnTo>
                  <a:pt x="407908" y="92297"/>
                </a:lnTo>
                <a:lnTo>
                  <a:pt x="344947" y="133445"/>
                </a:lnTo>
                <a:lnTo>
                  <a:pt x="306324" y="160019"/>
                </a:lnTo>
                <a:lnTo>
                  <a:pt x="327660" y="173735"/>
                </a:lnTo>
                <a:lnTo>
                  <a:pt x="301752" y="188975"/>
                </a:lnTo>
                <a:lnTo>
                  <a:pt x="301752" y="234695"/>
                </a:lnTo>
                <a:lnTo>
                  <a:pt x="466343" y="234695"/>
                </a:lnTo>
                <a:lnTo>
                  <a:pt x="505967" y="195072"/>
                </a:lnTo>
                <a:lnTo>
                  <a:pt x="557784" y="248412"/>
                </a:lnTo>
                <a:lnTo>
                  <a:pt x="301752" y="248412"/>
                </a:lnTo>
                <a:lnTo>
                  <a:pt x="301752" y="478536"/>
                </a:lnTo>
                <a:lnTo>
                  <a:pt x="297989" y="499729"/>
                </a:lnTo>
                <a:lnTo>
                  <a:pt x="286512" y="517779"/>
                </a:lnTo>
                <a:lnTo>
                  <a:pt x="267033" y="532971"/>
                </a:lnTo>
                <a:lnTo>
                  <a:pt x="239267" y="545592"/>
                </a:lnTo>
                <a:close/>
              </a:path>
            </a:pathLst>
          </a:custGeom>
          <a:solidFill>
            <a:srgbClr val="3333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" name="object 7"/>
          <p:cNvSpPr/>
          <p:nvPr/>
        </p:nvSpPr>
        <p:spPr>
          <a:xfrm>
            <a:off x="1790700" y="2503932"/>
            <a:ext cx="155575" cy="155575"/>
          </a:xfrm>
          <a:custGeom>
            <a:avLst/>
            <a:gdLst/>
            <a:ahLst/>
            <a:cxnLst/>
            <a:rect l="l" t="t" r="r" b="b"/>
            <a:pathLst>
              <a:path w="155575" h="155575">
                <a:moveTo>
                  <a:pt x="155448" y="155448"/>
                </a:moveTo>
                <a:lnTo>
                  <a:pt x="0" y="155448"/>
                </a:lnTo>
                <a:lnTo>
                  <a:pt x="0" y="0"/>
                </a:lnTo>
                <a:lnTo>
                  <a:pt x="155448" y="0"/>
                </a:lnTo>
                <a:lnTo>
                  <a:pt x="155448" y="155448"/>
                </a:lnTo>
                <a:close/>
              </a:path>
            </a:pathLst>
          </a:custGeom>
          <a:solidFill>
            <a:srgbClr val="3333C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2164067" y="2310383"/>
            <a:ext cx="841375" cy="414655"/>
          </a:xfrm>
          <a:custGeom>
            <a:avLst/>
            <a:gdLst/>
            <a:ahLst/>
            <a:cxnLst/>
            <a:rect l="l" t="t" r="r" b="b"/>
            <a:pathLst>
              <a:path w="841375" h="414655">
                <a:moveTo>
                  <a:pt x="409956" y="155460"/>
                </a:moveTo>
                <a:lnTo>
                  <a:pt x="377952" y="123456"/>
                </a:lnTo>
                <a:lnTo>
                  <a:pt x="355092" y="144792"/>
                </a:lnTo>
                <a:lnTo>
                  <a:pt x="246888" y="144792"/>
                </a:lnTo>
                <a:lnTo>
                  <a:pt x="301764" y="86880"/>
                </a:lnTo>
                <a:lnTo>
                  <a:pt x="333756" y="53352"/>
                </a:lnTo>
                <a:lnTo>
                  <a:pt x="347472" y="47256"/>
                </a:lnTo>
                <a:lnTo>
                  <a:pt x="316992" y="21348"/>
                </a:lnTo>
                <a:lnTo>
                  <a:pt x="291896" y="57912"/>
                </a:lnTo>
                <a:lnTo>
                  <a:pt x="271678" y="84074"/>
                </a:lnTo>
                <a:lnTo>
                  <a:pt x="269494" y="81775"/>
                </a:lnTo>
                <a:lnTo>
                  <a:pt x="269494" y="86880"/>
                </a:lnTo>
                <a:lnTo>
                  <a:pt x="266700" y="90500"/>
                </a:lnTo>
                <a:lnTo>
                  <a:pt x="241554" y="119278"/>
                </a:lnTo>
                <a:lnTo>
                  <a:pt x="216408" y="144792"/>
                </a:lnTo>
                <a:lnTo>
                  <a:pt x="196596" y="144792"/>
                </a:lnTo>
                <a:lnTo>
                  <a:pt x="196596" y="86880"/>
                </a:lnTo>
                <a:lnTo>
                  <a:pt x="269494" y="86880"/>
                </a:lnTo>
                <a:lnTo>
                  <a:pt x="269494" y="81775"/>
                </a:lnTo>
                <a:lnTo>
                  <a:pt x="246888" y="57912"/>
                </a:lnTo>
                <a:lnTo>
                  <a:pt x="224028" y="77736"/>
                </a:lnTo>
                <a:lnTo>
                  <a:pt x="196596" y="77736"/>
                </a:lnTo>
                <a:lnTo>
                  <a:pt x="196596" y="33540"/>
                </a:lnTo>
                <a:lnTo>
                  <a:pt x="213360" y="19812"/>
                </a:lnTo>
                <a:lnTo>
                  <a:pt x="169164" y="4584"/>
                </a:lnTo>
                <a:lnTo>
                  <a:pt x="170294" y="15151"/>
                </a:lnTo>
                <a:lnTo>
                  <a:pt x="171259" y="30861"/>
                </a:lnTo>
                <a:lnTo>
                  <a:pt x="171958" y="51727"/>
                </a:lnTo>
                <a:lnTo>
                  <a:pt x="172212" y="77736"/>
                </a:lnTo>
                <a:lnTo>
                  <a:pt x="62484" y="77736"/>
                </a:lnTo>
                <a:lnTo>
                  <a:pt x="77724" y="92976"/>
                </a:lnTo>
                <a:lnTo>
                  <a:pt x="87376" y="90728"/>
                </a:lnTo>
                <a:lnTo>
                  <a:pt x="97726" y="88785"/>
                </a:lnTo>
                <a:lnTo>
                  <a:pt x="108381" y="87401"/>
                </a:lnTo>
                <a:lnTo>
                  <a:pt x="118872" y="86880"/>
                </a:lnTo>
                <a:lnTo>
                  <a:pt x="172212" y="86880"/>
                </a:lnTo>
                <a:lnTo>
                  <a:pt x="172212" y="144792"/>
                </a:lnTo>
                <a:lnTo>
                  <a:pt x="0" y="144792"/>
                </a:lnTo>
                <a:lnTo>
                  <a:pt x="15240" y="160032"/>
                </a:lnTo>
                <a:lnTo>
                  <a:pt x="24892" y="158026"/>
                </a:lnTo>
                <a:lnTo>
                  <a:pt x="35242" y="156603"/>
                </a:lnTo>
                <a:lnTo>
                  <a:pt x="45897" y="155740"/>
                </a:lnTo>
                <a:lnTo>
                  <a:pt x="56388" y="155460"/>
                </a:lnTo>
                <a:lnTo>
                  <a:pt x="205740" y="155460"/>
                </a:lnTo>
                <a:lnTo>
                  <a:pt x="157734" y="198513"/>
                </a:lnTo>
                <a:lnTo>
                  <a:pt x="109728" y="234708"/>
                </a:lnTo>
                <a:lnTo>
                  <a:pt x="60388" y="264426"/>
                </a:lnTo>
                <a:lnTo>
                  <a:pt x="12192" y="289572"/>
                </a:lnTo>
                <a:lnTo>
                  <a:pt x="13716" y="295668"/>
                </a:lnTo>
                <a:lnTo>
                  <a:pt x="53530" y="279857"/>
                </a:lnTo>
                <a:lnTo>
                  <a:pt x="94488" y="260616"/>
                </a:lnTo>
                <a:lnTo>
                  <a:pt x="135064" y="237375"/>
                </a:lnTo>
                <a:lnTo>
                  <a:pt x="172212" y="211848"/>
                </a:lnTo>
                <a:lnTo>
                  <a:pt x="179832" y="227088"/>
                </a:lnTo>
                <a:lnTo>
                  <a:pt x="192024" y="220992"/>
                </a:lnTo>
                <a:lnTo>
                  <a:pt x="189484" y="234137"/>
                </a:lnTo>
                <a:lnTo>
                  <a:pt x="186499" y="246138"/>
                </a:lnTo>
                <a:lnTo>
                  <a:pt x="183248" y="256997"/>
                </a:lnTo>
                <a:lnTo>
                  <a:pt x="179832" y="266712"/>
                </a:lnTo>
                <a:lnTo>
                  <a:pt x="164592" y="278904"/>
                </a:lnTo>
                <a:lnTo>
                  <a:pt x="187452" y="300240"/>
                </a:lnTo>
                <a:lnTo>
                  <a:pt x="199644" y="285000"/>
                </a:lnTo>
                <a:lnTo>
                  <a:pt x="315468" y="285000"/>
                </a:lnTo>
                <a:lnTo>
                  <a:pt x="303847" y="338531"/>
                </a:lnTo>
                <a:lnTo>
                  <a:pt x="287083" y="376059"/>
                </a:lnTo>
                <a:lnTo>
                  <a:pt x="272796" y="379488"/>
                </a:lnTo>
                <a:lnTo>
                  <a:pt x="261391" y="378599"/>
                </a:lnTo>
                <a:lnTo>
                  <a:pt x="243268" y="375869"/>
                </a:lnTo>
                <a:lnTo>
                  <a:pt x="218579" y="371119"/>
                </a:lnTo>
                <a:lnTo>
                  <a:pt x="187452" y="364248"/>
                </a:lnTo>
                <a:lnTo>
                  <a:pt x="185928" y="370344"/>
                </a:lnTo>
                <a:lnTo>
                  <a:pt x="212204" y="379793"/>
                </a:lnTo>
                <a:lnTo>
                  <a:pt x="231457" y="389966"/>
                </a:lnTo>
                <a:lnTo>
                  <a:pt x="243586" y="400989"/>
                </a:lnTo>
                <a:lnTo>
                  <a:pt x="248412" y="413016"/>
                </a:lnTo>
                <a:lnTo>
                  <a:pt x="266395" y="410438"/>
                </a:lnTo>
                <a:lnTo>
                  <a:pt x="307187" y="393890"/>
                </a:lnTo>
                <a:lnTo>
                  <a:pt x="323786" y="356247"/>
                </a:lnTo>
                <a:lnTo>
                  <a:pt x="333552" y="317385"/>
                </a:lnTo>
                <a:lnTo>
                  <a:pt x="339852" y="291096"/>
                </a:lnTo>
                <a:lnTo>
                  <a:pt x="348996" y="285000"/>
                </a:lnTo>
                <a:lnTo>
                  <a:pt x="353568" y="281952"/>
                </a:lnTo>
                <a:lnTo>
                  <a:pt x="346710" y="275856"/>
                </a:lnTo>
                <a:lnTo>
                  <a:pt x="326136" y="257568"/>
                </a:lnTo>
                <a:lnTo>
                  <a:pt x="312420" y="275856"/>
                </a:lnTo>
                <a:lnTo>
                  <a:pt x="201168" y="275856"/>
                </a:lnTo>
                <a:lnTo>
                  <a:pt x="211645" y="246138"/>
                </a:lnTo>
                <a:lnTo>
                  <a:pt x="216395" y="232994"/>
                </a:lnTo>
                <a:lnTo>
                  <a:pt x="220980" y="220992"/>
                </a:lnTo>
                <a:lnTo>
                  <a:pt x="371856" y="220992"/>
                </a:lnTo>
                <a:lnTo>
                  <a:pt x="362712" y="211848"/>
                </a:lnTo>
                <a:lnTo>
                  <a:pt x="361188" y="210324"/>
                </a:lnTo>
                <a:lnTo>
                  <a:pt x="339852" y="188988"/>
                </a:lnTo>
                <a:lnTo>
                  <a:pt x="315468" y="210324"/>
                </a:lnTo>
                <a:lnTo>
                  <a:pt x="173736" y="210324"/>
                </a:lnTo>
                <a:lnTo>
                  <a:pt x="189738" y="197459"/>
                </a:lnTo>
                <a:lnTo>
                  <a:pt x="205740" y="184035"/>
                </a:lnTo>
                <a:lnTo>
                  <a:pt x="221742" y="170027"/>
                </a:lnTo>
                <a:lnTo>
                  <a:pt x="237744" y="155460"/>
                </a:lnTo>
                <a:lnTo>
                  <a:pt x="409956" y="155460"/>
                </a:lnTo>
                <a:close/>
              </a:path>
              <a:path w="841375" h="414655">
                <a:moveTo>
                  <a:pt x="565404" y="277368"/>
                </a:moveTo>
                <a:lnTo>
                  <a:pt x="559308" y="277368"/>
                </a:lnTo>
                <a:lnTo>
                  <a:pt x="553859" y="293090"/>
                </a:lnTo>
                <a:lnTo>
                  <a:pt x="548894" y="305803"/>
                </a:lnTo>
                <a:lnTo>
                  <a:pt x="524497" y="338315"/>
                </a:lnTo>
                <a:lnTo>
                  <a:pt x="519684" y="342900"/>
                </a:lnTo>
                <a:lnTo>
                  <a:pt x="515112" y="345948"/>
                </a:lnTo>
                <a:lnTo>
                  <a:pt x="512064" y="348996"/>
                </a:lnTo>
                <a:lnTo>
                  <a:pt x="512064" y="353568"/>
                </a:lnTo>
                <a:lnTo>
                  <a:pt x="515112" y="356616"/>
                </a:lnTo>
                <a:lnTo>
                  <a:pt x="524256" y="359664"/>
                </a:lnTo>
                <a:lnTo>
                  <a:pt x="539496" y="359664"/>
                </a:lnTo>
                <a:lnTo>
                  <a:pt x="545592" y="356616"/>
                </a:lnTo>
                <a:lnTo>
                  <a:pt x="551688" y="355092"/>
                </a:lnTo>
                <a:lnTo>
                  <a:pt x="563499" y="313944"/>
                </a:lnTo>
                <a:lnTo>
                  <a:pt x="564883" y="297370"/>
                </a:lnTo>
                <a:lnTo>
                  <a:pt x="565404" y="277368"/>
                </a:lnTo>
                <a:close/>
              </a:path>
              <a:path w="841375" h="414655">
                <a:moveTo>
                  <a:pt x="710184" y="280416"/>
                </a:moveTo>
                <a:lnTo>
                  <a:pt x="669785" y="247840"/>
                </a:lnTo>
                <a:lnTo>
                  <a:pt x="649224" y="239268"/>
                </a:lnTo>
                <a:lnTo>
                  <a:pt x="646176" y="242316"/>
                </a:lnTo>
                <a:lnTo>
                  <a:pt x="659879" y="257746"/>
                </a:lnTo>
                <a:lnTo>
                  <a:pt x="671131" y="272034"/>
                </a:lnTo>
                <a:lnTo>
                  <a:pt x="679831" y="285178"/>
                </a:lnTo>
                <a:lnTo>
                  <a:pt x="685800" y="297180"/>
                </a:lnTo>
                <a:lnTo>
                  <a:pt x="688848" y="309372"/>
                </a:lnTo>
                <a:lnTo>
                  <a:pt x="693420" y="315468"/>
                </a:lnTo>
                <a:lnTo>
                  <a:pt x="699516" y="315468"/>
                </a:lnTo>
                <a:lnTo>
                  <a:pt x="701040" y="312420"/>
                </a:lnTo>
                <a:lnTo>
                  <a:pt x="705612" y="304800"/>
                </a:lnTo>
                <a:lnTo>
                  <a:pt x="708660" y="297180"/>
                </a:lnTo>
                <a:lnTo>
                  <a:pt x="710184" y="291084"/>
                </a:lnTo>
                <a:lnTo>
                  <a:pt x="710184" y="280416"/>
                </a:lnTo>
                <a:close/>
              </a:path>
              <a:path w="841375" h="414655">
                <a:moveTo>
                  <a:pt x="787908" y="374904"/>
                </a:moveTo>
                <a:lnTo>
                  <a:pt x="768286" y="333756"/>
                </a:lnTo>
                <a:lnTo>
                  <a:pt x="768096" y="315468"/>
                </a:lnTo>
                <a:lnTo>
                  <a:pt x="760476" y="315468"/>
                </a:lnTo>
                <a:lnTo>
                  <a:pt x="755904" y="358140"/>
                </a:lnTo>
                <a:lnTo>
                  <a:pt x="737616" y="376428"/>
                </a:lnTo>
                <a:lnTo>
                  <a:pt x="643128" y="376428"/>
                </a:lnTo>
                <a:lnTo>
                  <a:pt x="617283" y="295617"/>
                </a:lnTo>
                <a:lnTo>
                  <a:pt x="632460" y="283464"/>
                </a:lnTo>
                <a:lnTo>
                  <a:pt x="592836" y="265176"/>
                </a:lnTo>
                <a:lnTo>
                  <a:pt x="593077" y="276085"/>
                </a:lnTo>
                <a:lnTo>
                  <a:pt x="594093" y="295084"/>
                </a:lnTo>
                <a:lnTo>
                  <a:pt x="594360" y="304800"/>
                </a:lnTo>
                <a:lnTo>
                  <a:pt x="594461" y="366903"/>
                </a:lnTo>
                <a:lnTo>
                  <a:pt x="626364" y="394716"/>
                </a:lnTo>
                <a:lnTo>
                  <a:pt x="751332" y="394716"/>
                </a:lnTo>
                <a:lnTo>
                  <a:pt x="763054" y="393560"/>
                </a:lnTo>
                <a:lnTo>
                  <a:pt x="773049" y="389953"/>
                </a:lnTo>
                <a:lnTo>
                  <a:pt x="781342" y="383794"/>
                </a:lnTo>
                <a:lnTo>
                  <a:pt x="786790" y="376428"/>
                </a:lnTo>
                <a:lnTo>
                  <a:pt x="787908" y="374904"/>
                </a:lnTo>
                <a:close/>
              </a:path>
              <a:path w="841375" h="414655">
                <a:moveTo>
                  <a:pt x="816864" y="214884"/>
                </a:moveTo>
                <a:lnTo>
                  <a:pt x="797318" y="174117"/>
                </a:lnTo>
                <a:lnTo>
                  <a:pt x="797052" y="161544"/>
                </a:lnTo>
                <a:lnTo>
                  <a:pt x="790956" y="161544"/>
                </a:lnTo>
                <a:lnTo>
                  <a:pt x="787844" y="184670"/>
                </a:lnTo>
                <a:lnTo>
                  <a:pt x="783145" y="201358"/>
                </a:lnTo>
                <a:lnTo>
                  <a:pt x="777036" y="211480"/>
                </a:lnTo>
                <a:lnTo>
                  <a:pt x="769620" y="214884"/>
                </a:lnTo>
                <a:lnTo>
                  <a:pt x="672084" y="214884"/>
                </a:lnTo>
                <a:lnTo>
                  <a:pt x="662330" y="213956"/>
                </a:lnTo>
                <a:lnTo>
                  <a:pt x="655701" y="210883"/>
                </a:lnTo>
                <a:lnTo>
                  <a:pt x="651941" y="205244"/>
                </a:lnTo>
                <a:lnTo>
                  <a:pt x="650748" y="196596"/>
                </a:lnTo>
                <a:lnTo>
                  <a:pt x="650748" y="181356"/>
                </a:lnTo>
                <a:lnTo>
                  <a:pt x="650748" y="178308"/>
                </a:lnTo>
                <a:lnTo>
                  <a:pt x="760095" y="167640"/>
                </a:lnTo>
                <a:lnTo>
                  <a:pt x="775716" y="166116"/>
                </a:lnTo>
                <a:lnTo>
                  <a:pt x="742188" y="141732"/>
                </a:lnTo>
                <a:lnTo>
                  <a:pt x="722376" y="160020"/>
                </a:lnTo>
                <a:lnTo>
                  <a:pt x="650748" y="167640"/>
                </a:lnTo>
                <a:lnTo>
                  <a:pt x="650748" y="141732"/>
                </a:lnTo>
                <a:lnTo>
                  <a:pt x="667512" y="131064"/>
                </a:lnTo>
                <a:lnTo>
                  <a:pt x="626364" y="111252"/>
                </a:lnTo>
                <a:lnTo>
                  <a:pt x="629119" y="151472"/>
                </a:lnTo>
                <a:lnTo>
                  <a:pt x="629412" y="170688"/>
                </a:lnTo>
                <a:lnTo>
                  <a:pt x="527304" y="179832"/>
                </a:lnTo>
                <a:lnTo>
                  <a:pt x="547116" y="193548"/>
                </a:lnTo>
                <a:lnTo>
                  <a:pt x="565404" y="185928"/>
                </a:lnTo>
                <a:lnTo>
                  <a:pt x="629412" y="181356"/>
                </a:lnTo>
                <a:lnTo>
                  <a:pt x="629526" y="210312"/>
                </a:lnTo>
                <a:lnTo>
                  <a:pt x="630301" y="220535"/>
                </a:lnTo>
                <a:lnTo>
                  <a:pt x="635317" y="228409"/>
                </a:lnTo>
                <a:lnTo>
                  <a:pt x="644639" y="232587"/>
                </a:lnTo>
                <a:lnTo>
                  <a:pt x="658368" y="233172"/>
                </a:lnTo>
                <a:lnTo>
                  <a:pt x="783336" y="233172"/>
                </a:lnTo>
                <a:lnTo>
                  <a:pt x="792441" y="232029"/>
                </a:lnTo>
                <a:lnTo>
                  <a:pt x="801243" y="228600"/>
                </a:lnTo>
                <a:lnTo>
                  <a:pt x="809485" y="222885"/>
                </a:lnTo>
                <a:lnTo>
                  <a:pt x="816864" y="214884"/>
                </a:lnTo>
                <a:close/>
              </a:path>
              <a:path w="841375" h="414655">
                <a:moveTo>
                  <a:pt x="839724" y="115824"/>
                </a:moveTo>
                <a:lnTo>
                  <a:pt x="833907" y="109728"/>
                </a:lnTo>
                <a:lnTo>
                  <a:pt x="823722" y="99060"/>
                </a:lnTo>
                <a:lnTo>
                  <a:pt x="807720" y="82296"/>
                </a:lnTo>
                <a:lnTo>
                  <a:pt x="792480" y="99060"/>
                </a:lnTo>
                <a:lnTo>
                  <a:pt x="652272" y="99060"/>
                </a:lnTo>
                <a:lnTo>
                  <a:pt x="652272" y="65532"/>
                </a:lnTo>
                <a:lnTo>
                  <a:pt x="806196" y="65532"/>
                </a:lnTo>
                <a:lnTo>
                  <a:pt x="795528" y="54864"/>
                </a:lnTo>
                <a:lnTo>
                  <a:pt x="774192" y="33528"/>
                </a:lnTo>
                <a:lnTo>
                  <a:pt x="754380" y="54864"/>
                </a:lnTo>
                <a:lnTo>
                  <a:pt x="652272" y="54864"/>
                </a:lnTo>
                <a:lnTo>
                  <a:pt x="652272" y="32004"/>
                </a:lnTo>
                <a:lnTo>
                  <a:pt x="672084" y="19812"/>
                </a:lnTo>
                <a:lnTo>
                  <a:pt x="629412" y="0"/>
                </a:lnTo>
                <a:lnTo>
                  <a:pt x="629653" y="15697"/>
                </a:lnTo>
                <a:lnTo>
                  <a:pt x="630174" y="37528"/>
                </a:lnTo>
                <a:lnTo>
                  <a:pt x="630707" y="65366"/>
                </a:lnTo>
                <a:lnTo>
                  <a:pt x="630936" y="99060"/>
                </a:lnTo>
                <a:lnTo>
                  <a:pt x="521208" y="99060"/>
                </a:lnTo>
                <a:lnTo>
                  <a:pt x="495300" y="83820"/>
                </a:lnTo>
                <a:lnTo>
                  <a:pt x="495858" y="115824"/>
                </a:lnTo>
                <a:lnTo>
                  <a:pt x="495757" y="167640"/>
                </a:lnTo>
                <a:lnTo>
                  <a:pt x="495515" y="189915"/>
                </a:lnTo>
                <a:lnTo>
                  <a:pt x="495287" y="222885"/>
                </a:lnTo>
                <a:lnTo>
                  <a:pt x="490537" y="280987"/>
                </a:lnTo>
                <a:lnTo>
                  <a:pt x="480060" y="329184"/>
                </a:lnTo>
                <a:lnTo>
                  <a:pt x="464248" y="371475"/>
                </a:lnTo>
                <a:lnTo>
                  <a:pt x="445008" y="411480"/>
                </a:lnTo>
                <a:lnTo>
                  <a:pt x="449580" y="414528"/>
                </a:lnTo>
                <a:lnTo>
                  <a:pt x="480060" y="372618"/>
                </a:lnTo>
                <a:lnTo>
                  <a:pt x="501396" y="330708"/>
                </a:lnTo>
                <a:lnTo>
                  <a:pt x="513969" y="288417"/>
                </a:lnTo>
                <a:lnTo>
                  <a:pt x="519684" y="243840"/>
                </a:lnTo>
                <a:lnTo>
                  <a:pt x="519925" y="218389"/>
                </a:lnTo>
                <a:lnTo>
                  <a:pt x="520446" y="187642"/>
                </a:lnTo>
                <a:lnTo>
                  <a:pt x="520979" y="151472"/>
                </a:lnTo>
                <a:lnTo>
                  <a:pt x="521208" y="109728"/>
                </a:lnTo>
                <a:lnTo>
                  <a:pt x="795528" y="109728"/>
                </a:lnTo>
                <a:lnTo>
                  <a:pt x="771144" y="152400"/>
                </a:lnTo>
                <a:lnTo>
                  <a:pt x="775716" y="155448"/>
                </a:lnTo>
                <a:lnTo>
                  <a:pt x="793229" y="137693"/>
                </a:lnTo>
                <a:lnTo>
                  <a:pt x="809434" y="125349"/>
                </a:lnTo>
                <a:lnTo>
                  <a:pt x="824801" y="118160"/>
                </a:lnTo>
                <a:lnTo>
                  <a:pt x="839724" y="115824"/>
                </a:lnTo>
                <a:close/>
              </a:path>
              <a:path w="841375" h="414655">
                <a:moveTo>
                  <a:pt x="841248" y="326136"/>
                </a:moveTo>
                <a:lnTo>
                  <a:pt x="814006" y="297180"/>
                </a:lnTo>
                <a:lnTo>
                  <a:pt x="778764" y="272796"/>
                </a:lnTo>
                <a:lnTo>
                  <a:pt x="772668" y="277368"/>
                </a:lnTo>
                <a:lnTo>
                  <a:pt x="787222" y="295084"/>
                </a:lnTo>
                <a:lnTo>
                  <a:pt x="798766" y="311658"/>
                </a:lnTo>
                <a:lnTo>
                  <a:pt x="807173" y="327088"/>
                </a:lnTo>
                <a:lnTo>
                  <a:pt x="812292" y="341376"/>
                </a:lnTo>
                <a:lnTo>
                  <a:pt x="815340" y="353568"/>
                </a:lnTo>
                <a:lnTo>
                  <a:pt x="818388" y="358140"/>
                </a:lnTo>
                <a:lnTo>
                  <a:pt x="826008" y="358140"/>
                </a:lnTo>
                <a:lnTo>
                  <a:pt x="829056" y="355092"/>
                </a:lnTo>
                <a:lnTo>
                  <a:pt x="833628" y="347472"/>
                </a:lnTo>
                <a:lnTo>
                  <a:pt x="838200" y="341376"/>
                </a:lnTo>
                <a:lnTo>
                  <a:pt x="841248" y="335280"/>
                </a:lnTo>
                <a:lnTo>
                  <a:pt x="841248" y="32613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pic>
        <p:nvPicPr>
          <p:cNvPr id="9" name="object 9"/>
          <p:cNvPicPr/>
          <p:nvPr/>
        </p:nvPicPr>
        <p:blipFill>
          <a:blip r:embed="rId4" cstate="print"/>
          <a:stretch>
            <a:fillRect/>
          </a:stretch>
        </p:blipFill>
        <p:spPr>
          <a:xfrm>
            <a:off x="3066288" y="2427732"/>
            <a:ext cx="190500" cy="249936"/>
          </a:xfrm>
          <a:prstGeom prst="rect">
            <a:avLst/>
          </a:prstGeom>
        </p:spPr>
      </p:pic>
      <p:sp>
        <p:nvSpPr>
          <p:cNvPr id="10" name="object 10"/>
          <p:cNvSpPr/>
          <p:nvPr/>
        </p:nvSpPr>
        <p:spPr>
          <a:xfrm>
            <a:off x="3326891" y="2473451"/>
            <a:ext cx="239395" cy="35560"/>
          </a:xfrm>
          <a:custGeom>
            <a:avLst/>
            <a:gdLst/>
            <a:ahLst/>
            <a:cxnLst/>
            <a:rect l="l" t="t" r="r" b="b"/>
            <a:pathLst>
              <a:path w="239395" h="35560">
                <a:moveTo>
                  <a:pt x="239268" y="35052"/>
                </a:moveTo>
                <a:lnTo>
                  <a:pt x="0" y="35052"/>
                </a:lnTo>
                <a:lnTo>
                  <a:pt x="0" y="0"/>
                </a:lnTo>
                <a:lnTo>
                  <a:pt x="239268" y="0"/>
                </a:lnTo>
                <a:lnTo>
                  <a:pt x="239268" y="3505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3326891" y="2564891"/>
            <a:ext cx="239395" cy="33655"/>
          </a:xfrm>
          <a:custGeom>
            <a:avLst/>
            <a:gdLst/>
            <a:ahLst/>
            <a:cxnLst/>
            <a:rect l="l" t="t" r="r" b="b"/>
            <a:pathLst>
              <a:path w="239395" h="33655">
                <a:moveTo>
                  <a:pt x="239268" y="33528"/>
                </a:moveTo>
                <a:lnTo>
                  <a:pt x="0" y="33528"/>
                </a:lnTo>
                <a:lnTo>
                  <a:pt x="0" y="0"/>
                </a:lnTo>
                <a:lnTo>
                  <a:pt x="239268" y="0"/>
                </a:lnTo>
                <a:lnTo>
                  <a:pt x="239268" y="3352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3631679" y="2346959"/>
            <a:ext cx="327660" cy="411480"/>
          </a:xfrm>
          <a:custGeom>
            <a:avLst/>
            <a:gdLst/>
            <a:ahLst/>
            <a:cxnLst/>
            <a:rect l="l" t="t" r="r" b="b"/>
            <a:pathLst>
              <a:path w="327660" h="411480">
                <a:moveTo>
                  <a:pt x="199644" y="294132"/>
                </a:moveTo>
                <a:lnTo>
                  <a:pt x="41148" y="294132"/>
                </a:lnTo>
                <a:lnTo>
                  <a:pt x="49491" y="285826"/>
                </a:lnTo>
                <a:lnTo>
                  <a:pt x="69011" y="266915"/>
                </a:lnTo>
                <a:lnTo>
                  <a:pt x="80772" y="256032"/>
                </a:lnTo>
                <a:lnTo>
                  <a:pt x="126492" y="210312"/>
                </a:lnTo>
                <a:lnTo>
                  <a:pt x="156337" y="175793"/>
                </a:lnTo>
                <a:lnTo>
                  <a:pt x="177355" y="140017"/>
                </a:lnTo>
                <a:lnTo>
                  <a:pt x="185889" y="99047"/>
                </a:lnTo>
                <a:lnTo>
                  <a:pt x="185928" y="89916"/>
                </a:lnTo>
                <a:lnTo>
                  <a:pt x="184480" y="70472"/>
                </a:lnTo>
                <a:lnTo>
                  <a:pt x="161544" y="24384"/>
                </a:lnTo>
                <a:lnTo>
                  <a:pt x="111404" y="1676"/>
                </a:lnTo>
                <a:lnTo>
                  <a:pt x="89916" y="0"/>
                </a:lnTo>
                <a:lnTo>
                  <a:pt x="79349" y="558"/>
                </a:lnTo>
                <a:lnTo>
                  <a:pt x="68199" y="2095"/>
                </a:lnTo>
                <a:lnTo>
                  <a:pt x="56489" y="4508"/>
                </a:lnTo>
                <a:lnTo>
                  <a:pt x="44196" y="7620"/>
                </a:lnTo>
                <a:lnTo>
                  <a:pt x="33337" y="10172"/>
                </a:lnTo>
                <a:lnTo>
                  <a:pt x="23622" y="13144"/>
                </a:lnTo>
                <a:lnTo>
                  <a:pt x="15049" y="16408"/>
                </a:lnTo>
                <a:lnTo>
                  <a:pt x="7620" y="19812"/>
                </a:lnTo>
                <a:lnTo>
                  <a:pt x="7620" y="65532"/>
                </a:lnTo>
                <a:lnTo>
                  <a:pt x="9144" y="65532"/>
                </a:lnTo>
                <a:lnTo>
                  <a:pt x="13716" y="64008"/>
                </a:lnTo>
                <a:lnTo>
                  <a:pt x="22860" y="57912"/>
                </a:lnTo>
                <a:lnTo>
                  <a:pt x="28956" y="53340"/>
                </a:lnTo>
                <a:lnTo>
                  <a:pt x="35052" y="50292"/>
                </a:lnTo>
                <a:lnTo>
                  <a:pt x="41148" y="48768"/>
                </a:lnTo>
                <a:lnTo>
                  <a:pt x="56388" y="42672"/>
                </a:lnTo>
                <a:lnTo>
                  <a:pt x="79248" y="38100"/>
                </a:lnTo>
                <a:lnTo>
                  <a:pt x="94488" y="38100"/>
                </a:lnTo>
                <a:lnTo>
                  <a:pt x="102108" y="39624"/>
                </a:lnTo>
                <a:lnTo>
                  <a:pt x="135636" y="60960"/>
                </a:lnTo>
                <a:lnTo>
                  <a:pt x="141732" y="82296"/>
                </a:lnTo>
                <a:lnTo>
                  <a:pt x="141732" y="91440"/>
                </a:lnTo>
                <a:lnTo>
                  <a:pt x="134670" y="130022"/>
                </a:lnTo>
                <a:lnTo>
                  <a:pt x="110109" y="170497"/>
                </a:lnTo>
                <a:lnTo>
                  <a:pt x="79248" y="207264"/>
                </a:lnTo>
                <a:lnTo>
                  <a:pt x="50533" y="236842"/>
                </a:lnTo>
                <a:lnTo>
                  <a:pt x="41148" y="246888"/>
                </a:lnTo>
                <a:lnTo>
                  <a:pt x="31724" y="256057"/>
                </a:lnTo>
                <a:lnTo>
                  <a:pt x="21717" y="265366"/>
                </a:lnTo>
                <a:lnTo>
                  <a:pt x="0" y="284988"/>
                </a:lnTo>
                <a:lnTo>
                  <a:pt x="0" y="330708"/>
                </a:lnTo>
                <a:lnTo>
                  <a:pt x="199644" y="330708"/>
                </a:lnTo>
                <a:lnTo>
                  <a:pt x="199644" y="294132"/>
                </a:lnTo>
                <a:close/>
              </a:path>
              <a:path w="327660" h="411480">
                <a:moveTo>
                  <a:pt x="327660" y="268224"/>
                </a:moveTo>
                <a:lnTo>
                  <a:pt x="274320" y="268224"/>
                </a:lnTo>
                <a:lnTo>
                  <a:pt x="236220" y="411480"/>
                </a:lnTo>
                <a:lnTo>
                  <a:pt x="268236" y="411480"/>
                </a:lnTo>
                <a:lnTo>
                  <a:pt x="327660" y="26822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4162044" y="2354579"/>
            <a:ext cx="277495" cy="323215"/>
          </a:xfrm>
          <a:custGeom>
            <a:avLst/>
            <a:gdLst/>
            <a:ahLst/>
            <a:cxnLst/>
            <a:rect l="l" t="t" r="r" b="b"/>
            <a:pathLst>
              <a:path w="277495" h="323214">
                <a:moveTo>
                  <a:pt x="277368" y="323087"/>
                </a:moveTo>
                <a:lnTo>
                  <a:pt x="234696" y="323087"/>
                </a:lnTo>
                <a:lnTo>
                  <a:pt x="234696" y="44195"/>
                </a:lnTo>
                <a:lnTo>
                  <a:pt x="150876" y="234695"/>
                </a:lnTo>
                <a:lnTo>
                  <a:pt x="124968" y="234695"/>
                </a:lnTo>
                <a:lnTo>
                  <a:pt x="41148" y="44195"/>
                </a:lnTo>
                <a:lnTo>
                  <a:pt x="41148" y="323087"/>
                </a:lnTo>
                <a:lnTo>
                  <a:pt x="0" y="323087"/>
                </a:lnTo>
                <a:lnTo>
                  <a:pt x="0" y="0"/>
                </a:lnTo>
                <a:lnTo>
                  <a:pt x="59436" y="0"/>
                </a:lnTo>
                <a:lnTo>
                  <a:pt x="140208" y="179831"/>
                </a:lnTo>
                <a:lnTo>
                  <a:pt x="217932" y="0"/>
                </a:lnTo>
                <a:lnTo>
                  <a:pt x="277368" y="0"/>
                </a:lnTo>
                <a:lnTo>
                  <a:pt x="277368" y="32308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4512564" y="2473451"/>
            <a:ext cx="241300" cy="35560"/>
          </a:xfrm>
          <a:custGeom>
            <a:avLst/>
            <a:gdLst/>
            <a:ahLst/>
            <a:cxnLst/>
            <a:rect l="l" t="t" r="r" b="b"/>
            <a:pathLst>
              <a:path w="241300" h="35560">
                <a:moveTo>
                  <a:pt x="240792" y="35052"/>
                </a:moveTo>
                <a:lnTo>
                  <a:pt x="0" y="35052"/>
                </a:lnTo>
                <a:lnTo>
                  <a:pt x="0" y="0"/>
                </a:lnTo>
                <a:lnTo>
                  <a:pt x="240792" y="0"/>
                </a:lnTo>
                <a:lnTo>
                  <a:pt x="240792" y="3505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" name="object 15"/>
          <p:cNvSpPr/>
          <p:nvPr/>
        </p:nvSpPr>
        <p:spPr>
          <a:xfrm>
            <a:off x="4512564" y="2564891"/>
            <a:ext cx="241300" cy="33655"/>
          </a:xfrm>
          <a:custGeom>
            <a:avLst/>
            <a:gdLst/>
            <a:ahLst/>
            <a:cxnLst/>
            <a:rect l="l" t="t" r="r" b="b"/>
            <a:pathLst>
              <a:path w="241300" h="33655">
                <a:moveTo>
                  <a:pt x="240792" y="33528"/>
                </a:moveTo>
                <a:lnTo>
                  <a:pt x="0" y="33528"/>
                </a:lnTo>
                <a:lnTo>
                  <a:pt x="0" y="0"/>
                </a:lnTo>
                <a:lnTo>
                  <a:pt x="240792" y="0"/>
                </a:lnTo>
                <a:lnTo>
                  <a:pt x="240792" y="3352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" name="object 16"/>
          <p:cNvSpPr/>
          <p:nvPr/>
        </p:nvSpPr>
        <p:spPr>
          <a:xfrm>
            <a:off x="4808220" y="2339339"/>
            <a:ext cx="180340" cy="424180"/>
          </a:xfrm>
          <a:custGeom>
            <a:avLst/>
            <a:gdLst/>
            <a:ahLst/>
            <a:cxnLst/>
            <a:rect l="l" t="t" r="r" b="b"/>
            <a:pathLst>
              <a:path w="180339" h="424180">
                <a:moveTo>
                  <a:pt x="179831" y="423672"/>
                </a:moveTo>
                <a:lnTo>
                  <a:pt x="153923" y="423672"/>
                </a:lnTo>
                <a:lnTo>
                  <a:pt x="135612" y="422267"/>
                </a:lnTo>
                <a:lnTo>
                  <a:pt x="92963" y="402336"/>
                </a:lnTo>
                <a:lnTo>
                  <a:pt x="73032" y="359044"/>
                </a:lnTo>
                <a:lnTo>
                  <a:pt x="71627" y="339852"/>
                </a:lnTo>
                <a:lnTo>
                  <a:pt x="71627" y="306324"/>
                </a:lnTo>
                <a:lnTo>
                  <a:pt x="71366" y="299227"/>
                </a:lnTo>
                <a:lnTo>
                  <a:pt x="61293" y="256579"/>
                </a:lnTo>
                <a:lnTo>
                  <a:pt x="29432" y="231814"/>
                </a:lnTo>
                <a:lnTo>
                  <a:pt x="4571" y="228600"/>
                </a:lnTo>
                <a:lnTo>
                  <a:pt x="0" y="228600"/>
                </a:lnTo>
                <a:lnTo>
                  <a:pt x="0" y="195072"/>
                </a:lnTo>
                <a:lnTo>
                  <a:pt x="4571" y="195072"/>
                </a:lnTo>
                <a:lnTo>
                  <a:pt x="13430" y="194762"/>
                </a:lnTo>
                <a:lnTo>
                  <a:pt x="53292" y="178260"/>
                </a:lnTo>
                <a:lnTo>
                  <a:pt x="70675" y="131825"/>
                </a:lnTo>
                <a:lnTo>
                  <a:pt x="71627" y="117348"/>
                </a:lnTo>
                <a:lnTo>
                  <a:pt x="71627" y="83820"/>
                </a:lnTo>
                <a:lnTo>
                  <a:pt x="72818" y="64627"/>
                </a:lnTo>
                <a:lnTo>
                  <a:pt x="92963" y="21335"/>
                </a:lnTo>
                <a:lnTo>
                  <a:pt x="135612" y="1404"/>
                </a:lnTo>
                <a:lnTo>
                  <a:pt x="153923" y="0"/>
                </a:lnTo>
                <a:lnTo>
                  <a:pt x="179831" y="0"/>
                </a:lnTo>
                <a:lnTo>
                  <a:pt x="179831" y="30480"/>
                </a:lnTo>
                <a:lnTo>
                  <a:pt x="146303" y="30480"/>
                </a:lnTo>
                <a:lnTo>
                  <a:pt x="140207" y="33528"/>
                </a:lnTo>
                <a:lnTo>
                  <a:pt x="111656" y="65460"/>
                </a:lnTo>
                <a:lnTo>
                  <a:pt x="109727" y="88391"/>
                </a:lnTo>
                <a:lnTo>
                  <a:pt x="109727" y="126491"/>
                </a:lnTo>
                <a:lnTo>
                  <a:pt x="109442" y="134445"/>
                </a:lnTo>
                <a:lnTo>
                  <a:pt x="108584" y="142113"/>
                </a:lnTo>
                <a:lnTo>
                  <a:pt x="107156" y="149209"/>
                </a:lnTo>
                <a:lnTo>
                  <a:pt x="105155" y="155448"/>
                </a:lnTo>
                <a:lnTo>
                  <a:pt x="103631" y="164591"/>
                </a:lnTo>
                <a:lnTo>
                  <a:pt x="74675" y="196596"/>
                </a:lnTo>
                <a:lnTo>
                  <a:pt x="51815" y="208788"/>
                </a:lnTo>
                <a:lnTo>
                  <a:pt x="51815" y="214884"/>
                </a:lnTo>
                <a:lnTo>
                  <a:pt x="85153" y="235648"/>
                </a:lnTo>
                <a:lnTo>
                  <a:pt x="105155" y="268224"/>
                </a:lnTo>
                <a:lnTo>
                  <a:pt x="107156" y="274248"/>
                </a:lnTo>
                <a:lnTo>
                  <a:pt x="108584" y="280987"/>
                </a:lnTo>
                <a:lnTo>
                  <a:pt x="109442" y="288583"/>
                </a:lnTo>
                <a:lnTo>
                  <a:pt x="109727" y="297180"/>
                </a:lnTo>
                <a:lnTo>
                  <a:pt x="109727" y="335280"/>
                </a:lnTo>
                <a:lnTo>
                  <a:pt x="109989" y="343876"/>
                </a:lnTo>
                <a:lnTo>
                  <a:pt x="123443" y="382524"/>
                </a:lnTo>
                <a:lnTo>
                  <a:pt x="140207" y="390144"/>
                </a:lnTo>
                <a:lnTo>
                  <a:pt x="146303" y="393192"/>
                </a:lnTo>
                <a:lnTo>
                  <a:pt x="179831" y="393192"/>
                </a:lnTo>
                <a:lnTo>
                  <a:pt x="179831" y="42367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" name="object 17"/>
          <p:cNvSpPr/>
          <p:nvPr/>
        </p:nvSpPr>
        <p:spPr>
          <a:xfrm>
            <a:off x="5038344" y="2427732"/>
            <a:ext cx="315595" cy="250190"/>
          </a:xfrm>
          <a:custGeom>
            <a:avLst/>
            <a:gdLst/>
            <a:ahLst/>
            <a:cxnLst/>
            <a:rect l="l" t="t" r="r" b="b"/>
            <a:pathLst>
              <a:path w="315595" h="250189">
                <a:moveTo>
                  <a:pt x="315467" y="249936"/>
                </a:moveTo>
                <a:lnTo>
                  <a:pt x="275843" y="249936"/>
                </a:lnTo>
                <a:lnTo>
                  <a:pt x="275843" y="109728"/>
                </a:lnTo>
                <a:lnTo>
                  <a:pt x="275605" y="101750"/>
                </a:lnTo>
                <a:lnTo>
                  <a:pt x="274558" y="86367"/>
                </a:lnTo>
                <a:lnTo>
                  <a:pt x="274319" y="79248"/>
                </a:lnTo>
                <a:lnTo>
                  <a:pt x="272795" y="68579"/>
                </a:lnTo>
                <a:lnTo>
                  <a:pt x="271271" y="62484"/>
                </a:lnTo>
                <a:lnTo>
                  <a:pt x="265175" y="50292"/>
                </a:lnTo>
                <a:lnTo>
                  <a:pt x="262127" y="45719"/>
                </a:lnTo>
                <a:lnTo>
                  <a:pt x="256031" y="44196"/>
                </a:lnTo>
                <a:lnTo>
                  <a:pt x="251459" y="41148"/>
                </a:lnTo>
                <a:lnTo>
                  <a:pt x="243839" y="39624"/>
                </a:lnTo>
                <a:lnTo>
                  <a:pt x="234695" y="39624"/>
                </a:lnTo>
                <a:lnTo>
                  <a:pt x="192785" y="56388"/>
                </a:lnTo>
                <a:lnTo>
                  <a:pt x="178307" y="70104"/>
                </a:lnTo>
                <a:lnTo>
                  <a:pt x="178307" y="249936"/>
                </a:lnTo>
                <a:lnTo>
                  <a:pt x="137159" y="249936"/>
                </a:lnTo>
                <a:lnTo>
                  <a:pt x="137136" y="101750"/>
                </a:lnTo>
                <a:lnTo>
                  <a:pt x="136969" y="93916"/>
                </a:lnTo>
                <a:lnTo>
                  <a:pt x="136517" y="86367"/>
                </a:lnTo>
                <a:lnTo>
                  <a:pt x="135635" y="79248"/>
                </a:lnTo>
                <a:lnTo>
                  <a:pt x="135635" y="68579"/>
                </a:lnTo>
                <a:lnTo>
                  <a:pt x="134111" y="62484"/>
                </a:lnTo>
                <a:lnTo>
                  <a:pt x="128015" y="50292"/>
                </a:lnTo>
                <a:lnTo>
                  <a:pt x="123443" y="45719"/>
                </a:lnTo>
                <a:lnTo>
                  <a:pt x="118871" y="44196"/>
                </a:lnTo>
                <a:lnTo>
                  <a:pt x="112775" y="41148"/>
                </a:lnTo>
                <a:lnTo>
                  <a:pt x="105155" y="39624"/>
                </a:lnTo>
                <a:lnTo>
                  <a:pt x="96011" y="39624"/>
                </a:lnTo>
                <a:lnTo>
                  <a:pt x="54863" y="56769"/>
                </a:lnTo>
                <a:lnTo>
                  <a:pt x="41148" y="68579"/>
                </a:lnTo>
                <a:lnTo>
                  <a:pt x="41148" y="249936"/>
                </a:lnTo>
                <a:lnTo>
                  <a:pt x="0" y="249936"/>
                </a:lnTo>
                <a:lnTo>
                  <a:pt x="0" y="7619"/>
                </a:lnTo>
                <a:lnTo>
                  <a:pt x="41148" y="7619"/>
                </a:lnTo>
                <a:lnTo>
                  <a:pt x="41148" y="33528"/>
                </a:lnTo>
                <a:lnTo>
                  <a:pt x="49148" y="26074"/>
                </a:lnTo>
                <a:lnTo>
                  <a:pt x="88772" y="2285"/>
                </a:lnTo>
                <a:lnTo>
                  <a:pt x="106679" y="0"/>
                </a:lnTo>
                <a:lnTo>
                  <a:pt x="117562" y="595"/>
                </a:lnTo>
                <a:lnTo>
                  <a:pt x="153114" y="16097"/>
                </a:lnTo>
                <a:lnTo>
                  <a:pt x="170687" y="42672"/>
                </a:lnTo>
                <a:lnTo>
                  <a:pt x="179831" y="32956"/>
                </a:lnTo>
                <a:lnTo>
                  <a:pt x="215788" y="6429"/>
                </a:lnTo>
                <a:lnTo>
                  <a:pt x="245363" y="0"/>
                </a:lnTo>
                <a:lnTo>
                  <a:pt x="253079" y="309"/>
                </a:lnTo>
                <a:lnTo>
                  <a:pt x="260222" y="1333"/>
                </a:lnTo>
                <a:lnTo>
                  <a:pt x="266795" y="3214"/>
                </a:lnTo>
                <a:lnTo>
                  <a:pt x="272795" y="6096"/>
                </a:lnTo>
                <a:lnTo>
                  <a:pt x="279368" y="8691"/>
                </a:lnTo>
                <a:lnTo>
                  <a:pt x="308086" y="41052"/>
                </a:lnTo>
                <a:lnTo>
                  <a:pt x="315467" y="89916"/>
                </a:lnTo>
                <a:lnTo>
                  <a:pt x="315467" y="24993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" name="object 18"/>
          <p:cNvSpPr/>
          <p:nvPr/>
        </p:nvSpPr>
        <p:spPr>
          <a:xfrm>
            <a:off x="5399532" y="2615183"/>
            <a:ext cx="93345" cy="143510"/>
          </a:xfrm>
          <a:custGeom>
            <a:avLst/>
            <a:gdLst/>
            <a:ahLst/>
            <a:cxnLst/>
            <a:rect l="l" t="t" r="r" b="b"/>
            <a:pathLst>
              <a:path w="93345" h="143510">
                <a:moveTo>
                  <a:pt x="32003" y="143256"/>
                </a:moveTo>
                <a:lnTo>
                  <a:pt x="0" y="143256"/>
                </a:lnTo>
                <a:lnTo>
                  <a:pt x="39623" y="0"/>
                </a:lnTo>
                <a:lnTo>
                  <a:pt x="92964" y="0"/>
                </a:lnTo>
                <a:lnTo>
                  <a:pt x="32003" y="14325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" name="object 19"/>
          <p:cNvSpPr/>
          <p:nvPr/>
        </p:nvSpPr>
        <p:spPr>
          <a:xfrm>
            <a:off x="5548883" y="2427732"/>
            <a:ext cx="315595" cy="250190"/>
          </a:xfrm>
          <a:custGeom>
            <a:avLst/>
            <a:gdLst/>
            <a:ahLst/>
            <a:cxnLst/>
            <a:rect l="l" t="t" r="r" b="b"/>
            <a:pathLst>
              <a:path w="315595" h="250189">
                <a:moveTo>
                  <a:pt x="315467" y="249936"/>
                </a:moveTo>
                <a:lnTo>
                  <a:pt x="274319" y="249936"/>
                </a:lnTo>
                <a:lnTo>
                  <a:pt x="274319" y="79248"/>
                </a:lnTo>
                <a:lnTo>
                  <a:pt x="272795" y="68579"/>
                </a:lnTo>
                <a:lnTo>
                  <a:pt x="271271" y="62484"/>
                </a:lnTo>
                <a:lnTo>
                  <a:pt x="265175" y="50292"/>
                </a:lnTo>
                <a:lnTo>
                  <a:pt x="262127" y="45719"/>
                </a:lnTo>
                <a:lnTo>
                  <a:pt x="256031" y="44196"/>
                </a:lnTo>
                <a:lnTo>
                  <a:pt x="249935" y="41148"/>
                </a:lnTo>
                <a:lnTo>
                  <a:pt x="243839" y="39624"/>
                </a:lnTo>
                <a:lnTo>
                  <a:pt x="234695" y="39624"/>
                </a:lnTo>
                <a:lnTo>
                  <a:pt x="192595" y="56388"/>
                </a:lnTo>
                <a:lnTo>
                  <a:pt x="176783" y="70104"/>
                </a:lnTo>
                <a:lnTo>
                  <a:pt x="176783" y="71628"/>
                </a:lnTo>
                <a:lnTo>
                  <a:pt x="178307" y="74676"/>
                </a:lnTo>
                <a:lnTo>
                  <a:pt x="178307" y="249936"/>
                </a:lnTo>
                <a:lnTo>
                  <a:pt x="137159" y="249936"/>
                </a:lnTo>
                <a:lnTo>
                  <a:pt x="137136" y="101750"/>
                </a:lnTo>
                <a:lnTo>
                  <a:pt x="136969" y="93916"/>
                </a:lnTo>
                <a:lnTo>
                  <a:pt x="136517" y="86367"/>
                </a:lnTo>
                <a:lnTo>
                  <a:pt x="135635" y="79248"/>
                </a:lnTo>
                <a:lnTo>
                  <a:pt x="135635" y="68579"/>
                </a:lnTo>
                <a:lnTo>
                  <a:pt x="134111" y="62484"/>
                </a:lnTo>
                <a:lnTo>
                  <a:pt x="128015" y="50292"/>
                </a:lnTo>
                <a:lnTo>
                  <a:pt x="123443" y="45719"/>
                </a:lnTo>
                <a:lnTo>
                  <a:pt x="118871" y="44196"/>
                </a:lnTo>
                <a:lnTo>
                  <a:pt x="112775" y="41148"/>
                </a:lnTo>
                <a:lnTo>
                  <a:pt x="105155" y="39624"/>
                </a:lnTo>
                <a:lnTo>
                  <a:pt x="96011" y="39624"/>
                </a:lnTo>
                <a:lnTo>
                  <a:pt x="54863" y="56769"/>
                </a:lnTo>
                <a:lnTo>
                  <a:pt x="41147" y="68579"/>
                </a:lnTo>
                <a:lnTo>
                  <a:pt x="41147" y="249936"/>
                </a:lnTo>
                <a:lnTo>
                  <a:pt x="0" y="249936"/>
                </a:lnTo>
                <a:lnTo>
                  <a:pt x="0" y="7619"/>
                </a:lnTo>
                <a:lnTo>
                  <a:pt x="41147" y="7619"/>
                </a:lnTo>
                <a:lnTo>
                  <a:pt x="41147" y="33528"/>
                </a:lnTo>
                <a:lnTo>
                  <a:pt x="49125" y="26074"/>
                </a:lnTo>
                <a:lnTo>
                  <a:pt x="88582" y="2285"/>
                </a:lnTo>
                <a:lnTo>
                  <a:pt x="106679" y="0"/>
                </a:lnTo>
                <a:lnTo>
                  <a:pt x="117562" y="595"/>
                </a:lnTo>
                <a:lnTo>
                  <a:pt x="152471" y="16097"/>
                </a:lnTo>
                <a:lnTo>
                  <a:pt x="170687" y="42672"/>
                </a:lnTo>
                <a:lnTo>
                  <a:pt x="179808" y="32956"/>
                </a:lnTo>
                <a:lnTo>
                  <a:pt x="214931" y="6429"/>
                </a:lnTo>
                <a:lnTo>
                  <a:pt x="245363" y="0"/>
                </a:lnTo>
                <a:lnTo>
                  <a:pt x="252436" y="309"/>
                </a:lnTo>
                <a:lnTo>
                  <a:pt x="259651" y="1333"/>
                </a:lnTo>
                <a:lnTo>
                  <a:pt x="266580" y="3214"/>
                </a:lnTo>
                <a:lnTo>
                  <a:pt x="272795" y="6096"/>
                </a:lnTo>
                <a:lnTo>
                  <a:pt x="279368" y="8691"/>
                </a:lnTo>
                <a:lnTo>
                  <a:pt x="307443" y="41052"/>
                </a:lnTo>
                <a:lnTo>
                  <a:pt x="315467" y="89916"/>
                </a:lnTo>
                <a:lnTo>
                  <a:pt x="315467" y="24993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pic>
        <p:nvPicPr>
          <p:cNvPr id="20" name="object 20"/>
          <p:cNvPicPr/>
          <p:nvPr/>
        </p:nvPicPr>
        <p:blipFill>
          <a:blip r:embed="rId5" cstate="print"/>
          <a:stretch>
            <a:fillRect/>
          </a:stretch>
        </p:blipFill>
        <p:spPr>
          <a:xfrm>
            <a:off x="5935979" y="2375916"/>
            <a:ext cx="65532" cy="112775"/>
          </a:xfrm>
          <a:prstGeom prst="rect">
            <a:avLst/>
          </a:prstGeom>
        </p:spPr>
      </p:pic>
      <p:sp>
        <p:nvSpPr>
          <p:cNvPr id="21" name="object 21"/>
          <p:cNvSpPr/>
          <p:nvPr/>
        </p:nvSpPr>
        <p:spPr>
          <a:xfrm>
            <a:off x="6062459" y="2339339"/>
            <a:ext cx="745490" cy="424180"/>
          </a:xfrm>
          <a:custGeom>
            <a:avLst/>
            <a:gdLst/>
            <a:ahLst/>
            <a:cxnLst/>
            <a:rect l="l" t="t" r="r" b="b"/>
            <a:pathLst>
              <a:path w="745490" h="424180">
                <a:moveTo>
                  <a:pt x="179832" y="195072"/>
                </a:moveTo>
                <a:lnTo>
                  <a:pt x="175260" y="195072"/>
                </a:lnTo>
                <a:lnTo>
                  <a:pt x="165544" y="194767"/>
                </a:lnTo>
                <a:lnTo>
                  <a:pt x="126542" y="178269"/>
                </a:lnTo>
                <a:lnTo>
                  <a:pt x="109156" y="131826"/>
                </a:lnTo>
                <a:lnTo>
                  <a:pt x="108204" y="117348"/>
                </a:lnTo>
                <a:lnTo>
                  <a:pt x="108204" y="83820"/>
                </a:lnTo>
                <a:lnTo>
                  <a:pt x="106807" y="64630"/>
                </a:lnTo>
                <a:lnTo>
                  <a:pt x="86868" y="21336"/>
                </a:lnTo>
                <a:lnTo>
                  <a:pt x="44221" y="1409"/>
                </a:lnTo>
                <a:lnTo>
                  <a:pt x="25908" y="0"/>
                </a:lnTo>
                <a:lnTo>
                  <a:pt x="0" y="0"/>
                </a:lnTo>
                <a:lnTo>
                  <a:pt x="0" y="30480"/>
                </a:lnTo>
                <a:lnTo>
                  <a:pt x="33528" y="30480"/>
                </a:lnTo>
                <a:lnTo>
                  <a:pt x="39624" y="33528"/>
                </a:lnTo>
                <a:lnTo>
                  <a:pt x="65532" y="59436"/>
                </a:lnTo>
                <a:lnTo>
                  <a:pt x="67538" y="65684"/>
                </a:lnTo>
                <a:lnTo>
                  <a:pt x="68961" y="72771"/>
                </a:lnTo>
                <a:lnTo>
                  <a:pt x="69824" y="80441"/>
                </a:lnTo>
                <a:lnTo>
                  <a:pt x="70104" y="88392"/>
                </a:lnTo>
                <a:lnTo>
                  <a:pt x="70154" y="135089"/>
                </a:lnTo>
                <a:lnTo>
                  <a:pt x="70485" y="142684"/>
                </a:lnTo>
                <a:lnTo>
                  <a:pt x="85344" y="178308"/>
                </a:lnTo>
                <a:lnTo>
                  <a:pt x="116586" y="203263"/>
                </a:lnTo>
                <a:lnTo>
                  <a:pt x="128016" y="208788"/>
                </a:lnTo>
                <a:lnTo>
                  <a:pt x="128016" y="214884"/>
                </a:lnTo>
                <a:lnTo>
                  <a:pt x="93535" y="236220"/>
                </a:lnTo>
                <a:lnTo>
                  <a:pt x="71399" y="274472"/>
                </a:lnTo>
                <a:lnTo>
                  <a:pt x="70104" y="335280"/>
                </a:lnTo>
                <a:lnTo>
                  <a:pt x="69824" y="343877"/>
                </a:lnTo>
                <a:lnTo>
                  <a:pt x="68961" y="351472"/>
                </a:lnTo>
                <a:lnTo>
                  <a:pt x="67538" y="358216"/>
                </a:lnTo>
                <a:lnTo>
                  <a:pt x="65532" y="364236"/>
                </a:lnTo>
                <a:lnTo>
                  <a:pt x="64008" y="371856"/>
                </a:lnTo>
                <a:lnTo>
                  <a:pt x="39624" y="390144"/>
                </a:lnTo>
                <a:lnTo>
                  <a:pt x="33528" y="393192"/>
                </a:lnTo>
                <a:lnTo>
                  <a:pt x="0" y="393192"/>
                </a:lnTo>
                <a:lnTo>
                  <a:pt x="0" y="423672"/>
                </a:lnTo>
                <a:lnTo>
                  <a:pt x="25908" y="423672"/>
                </a:lnTo>
                <a:lnTo>
                  <a:pt x="44221" y="422275"/>
                </a:lnTo>
                <a:lnTo>
                  <a:pt x="86868" y="402336"/>
                </a:lnTo>
                <a:lnTo>
                  <a:pt x="106807" y="359054"/>
                </a:lnTo>
                <a:lnTo>
                  <a:pt x="108204" y="339852"/>
                </a:lnTo>
                <a:lnTo>
                  <a:pt x="108204" y="306324"/>
                </a:lnTo>
                <a:lnTo>
                  <a:pt x="108470" y="299237"/>
                </a:lnTo>
                <a:lnTo>
                  <a:pt x="118541" y="256590"/>
                </a:lnTo>
                <a:lnTo>
                  <a:pt x="150190" y="231825"/>
                </a:lnTo>
                <a:lnTo>
                  <a:pt x="175260" y="228600"/>
                </a:lnTo>
                <a:lnTo>
                  <a:pt x="179832" y="228600"/>
                </a:lnTo>
                <a:lnTo>
                  <a:pt x="179832" y="195072"/>
                </a:lnTo>
                <a:close/>
              </a:path>
              <a:path w="745490" h="424180">
                <a:moveTo>
                  <a:pt x="297180" y="96012"/>
                </a:moveTo>
                <a:lnTo>
                  <a:pt x="245364" y="96012"/>
                </a:lnTo>
                <a:lnTo>
                  <a:pt x="245364" y="156972"/>
                </a:lnTo>
                <a:lnTo>
                  <a:pt x="297180" y="156972"/>
                </a:lnTo>
                <a:lnTo>
                  <a:pt x="297180" y="96012"/>
                </a:lnTo>
                <a:close/>
              </a:path>
              <a:path w="745490" h="424180">
                <a:moveTo>
                  <a:pt x="310896" y="275844"/>
                </a:moveTo>
                <a:lnTo>
                  <a:pt x="257556" y="275844"/>
                </a:lnTo>
                <a:lnTo>
                  <a:pt x="219456" y="419100"/>
                </a:lnTo>
                <a:lnTo>
                  <a:pt x="249936" y="419100"/>
                </a:lnTo>
                <a:lnTo>
                  <a:pt x="310896" y="275844"/>
                </a:lnTo>
                <a:close/>
              </a:path>
              <a:path w="745490" h="424180">
                <a:moveTo>
                  <a:pt x="745236" y="15240"/>
                </a:moveTo>
                <a:lnTo>
                  <a:pt x="704088" y="15240"/>
                </a:lnTo>
                <a:lnTo>
                  <a:pt x="638556" y="286512"/>
                </a:lnTo>
                <a:lnTo>
                  <a:pt x="573024" y="15240"/>
                </a:lnTo>
                <a:lnTo>
                  <a:pt x="528828" y="15240"/>
                </a:lnTo>
                <a:lnTo>
                  <a:pt x="464820" y="283464"/>
                </a:lnTo>
                <a:lnTo>
                  <a:pt x="399288" y="15240"/>
                </a:lnTo>
                <a:lnTo>
                  <a:pt x="355092" y="15240"/>
                </a:lnTo>
                <a:lnTo>
                  <a:pt x="438912" y="338328"/>
                </a:lnTo>
                <a:lnTo>
                  <a:pt x="486156" y="338328"/>
                </a:lnTo>
                <a:lnTo>
                  <a:pt x="550164" y="70104"/>
                </a:lnTo>
                <a:lnTo>
                  <a:pt x="615696" y="338328"/>
                </a:lnTo>
                <a:lnTo>
                  <a:pt x="664464" y="338328"/>
                </a:lnTo>
                <a:lnTo>
                  <a:pt x="745236" y="1524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" name="object 22"/>
          <p:cNvSpPr/>
          <p:nvPr/>
        </p:nvSpPr>
        <p:spPr>
          <a:xfrm>
            <a:off x="6854952" y="2473451"/>
            <a:ext cx="241300" cy="35560"/>
          </a:xfrm>
          <a:custGeom>
            <a:avLst/>
            <a:gdLst/>
            <a:ahLst/>
            <a:cxnLst/>
            <a:rect l="l" t="t" r="r" b="b"/>
            <a:pathLst>
              <a:path w="241300" h="35560">
                <a:moveTo>
                  <a:pt x="240792" y="35052"/>
                </a:moveTo>
                <a:lnTo>
                  <a:pt x="0" y="35052"/>
                </a:lnTo>
                <a:lnTo>
                  <a:pt x="0" y="0"/>
                </a:lnTo>
                <a:lnTo>
                  <a:pt x="240792" y="0"/>
                </a:lnTo>
                <a:lnTo>
                  <a:pt x="240792" y="3505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" name="object 23"/>
          <p:cNvSpPr/>
          <p:nvPr/>
        </p:nvSpPr>
        <p:spPr>
          <a:xfrm>
            <a:off x="6854952" y="2564891"/>
            <a:ext cx="241300" cy="33655"/>
          </a:xfrm>
          <a:custGeom>
            <a:avLst/>
            <a:gdLst/>
            <a:ahLst/>
            <a:cxnLst/>
            <a:rect l="l" t="t" r="r" b="b"/>
            <a:pathLst>
              <a:path w="241300" h="33655">
                <a:moveTo>
                  <a:pt x="240792" y="33528"/>
                </a:moveTo>
                <a:lnTo>
                  <a:pt x="0" y="33528"/>
                </a:lnTo>
                <a:lnTo>
                  <a:pt x="0" y="0"/>
                </a:lnTo>
                <a:lnTo>
                  <a:pt x="240792" y="0"/>
                </a:lnTo>
                <a:lnTo>
                  <a:pt x="240792" y="3352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" name="object 24"/>
          <p:cNvSpPr/>
          <p:nvPr/>
        </p:nvSpPr>
        <p:spPr>
          <a:xfrm>
            <a:off x="7150595" y="2339339"/>
            <a:ext cx="977265" cy="424180"/>
          </a:xfrm>
          <a:custGeom>
            <a:avLst/>
            <a:gdLst/>
            <a:ahLst/>
            <a:cxnLst/>
            <a:rect l="l" t="t" r="r" b="b"/>
            <a:pathLst>
              <a:path w="977265" h="424180">
                <a:moveTo>
                  <a:pt x="179832" y="0"/>
                </a:moveTo>
                <a:lnTo>
                  <a:pt x="153924" y="0"/>
                </a:lnTo>
                <a:lnTo>
                  <a:pt x="135623" y="1409"/>
                </a:lnTo>
                <a:lnTo>
                  <a:pt x="92964" y="21336"/>
                </a:lnTo>
                <a:lnTo>
                  <a:pt x="73037" y="64630"/>
                </a:lnTo>
                <a:lnTo>
                  <a:pt x="71628" y="83820"/>
                </a:lnTo>
                <a:lnTo>
                  <a:pt x="71628" y="117348"/>
                </a:lnTo>
                <a:lnTo>
                  <a:pt x="71374" y="124447"/>
                </a:lnTo>
                <a:lnTo>
                  <a:pt x="61302" y="167741"/>
                </a:lnTo>
                <a:lnTo>
                  <a:pt x="29438" y="191858"/>
                </a:lnTo>
                <a:lnTo>
                  <a:pt x="4572" y="195072"/>
                </a:lnTo>
                <a:lnTo>
                  <a:pt x="0" y="195072"/>
                </a:lnTo>
                <a:lnTo>
                  <a:pt x="0" y="228600"/>
                </a:lnTo>
                <a:lnTo>
                  <a:pt x="4572" y="228600"/>
                </a:lnTo>
                <a:lnTo>
                  <a:pt x="13436" y="228917"/>
                </a:lnTo>
                <a:lnTo>
                  <a:pt x="53301" y="246062"/>
                </a:lnTo>
                <a:lnTo>
                  <a:pt x="70675" y="291846"/>
                </a:lnTo>
                <a:lnTo>
                  <a:pt x="71628" y="306324"/>
                </a:lnTo>
                <a:lnTo>
                  <a:pt x="71628" y="339852"/>
                </a:lnTo>
                <a:lnTo>
                  <a:pt x="73037" y="359054"/>
                </a:lnTo>
                <a:lnTo>
                  <a:pt x="92964" y="402336"/>
                </a:lnTo>
                <a:lnTo>
                  <a:pt x="135623" y="422275"/>
                </a:lnTo>
                <a:lnTo>
                  <a:pt x="153924" y="423672"/>
                </a:lnTo>
                <a:lnTo>
                  <a:pt x="179832" y="423672"/>
                </a:lnTo>
                <a:lnTo>
                  <a:pt x="179832" y="393192"/>
                </a:lnTo>
                <a:lnTo>
                  <a:pt x="146304" y="393192"/>
                </a:lnTo>
                <a:lnTo>
                  <a:pt x="140208" y="390144"/>
                </a:lnTo>
                <a:lnTo>
                  <a:pt x="111658" y="358216"/>
                </a:lnTo>
                <a:lnTo>
                  <a:pt x="109728" y="335280"/>
                </a:lnTo>
                <a:lnTo>
                  <a:pt x="109728" y="297180"/>
                </a:lnTo>
                <a:lnTo>
                  <a:pt x="109474" y="288594"/>
                </a:lnTo>
                <a:lnTo>
                  <a:pt x="97904" y="250228"/>
                </a:lnTo>
                <a:lnTo>
                  <a:pt x="63246" y="220408"/>
                </a:lnTo>
                <a:lnTo>
                  <a:pt x="51816" y="214884"/>
                </a:lnTo>
                <a:lnTo>
                  <a:pt x="51816" y="208788"/>
                </a:lnTo>
                <a:lnTo>
                  <a:pt x="85153" y="187452"/>
                </a:lnTo>
                <a:lnTo>
                  <a:pt x="106680" y="155448"/>
                </a:lnTo>
                <a:lnTo>
                  <a:pt x="109728" y="126492"/>
                </a:lnTo>
                <a:lnTo>
                  <a:pt x="109728" y="88392"/>
                </a:lnTo>
                <a:lnTo>
                  <a:pt x="109994" y="79806"/>
                </a:lnTo>
                <a:lnTo>
                  <a:pt x="123444" y="41148"/>
                </a:lnTo>
                <a:lnTo>
                  <a:pt x="140208" y="33528"/>
                </a:lnTo>
                <a:lnTo>
                  <a:pt x="146304" y="30480"/>
                </a:lnTo>
                <a:lnTo>
                  <a:pt x="179832" y="30480"/>
                </a:lnTo>
                <a:lnTo>
                  <a:pt x="179832" y="0"/>
                </a:lnTo>
                <a:close/>
              </a:path>
              <a:path w="977265" h="424180">
                <a:moveTo>
                  <a:pt x="525780" y="96012"/>
                </a:moveTo>
                <a:lnTo>
                  <a:pt x="484632" y="96012"/>
                </a:lnTo>
                <a:lnTo>
                  <a:pt x="443484" y="283464"/>
                </a:lnTo>
                <a:lnTo>
                  <a:pt x="384048" y="96012"/>
                </a:lnTo>
                <a:lnTo>
                  <a:pt x="350520" y="96012"/>
                </a:lnTo>
                <a:lnTo>
                  <a:pt x="292608" y="283464"/>
                </a:lnTo>
                <a:lnTo>
                  <a:pt x="249936" y="96012"/>
                </a:lnTo>
                <a:lnTo>
                  <a:pt x="207264" y="96012"/>
                </a:lnTo>
                <a:lnTo>
                  <a:pt x="269748" y="338328"/>
                </a:lnTo>
                <a:lnTo>
                  <a:pt x="307848" y="338328"/>
                </a:lnTo>
                <a:lnTo>
                  <a:pt x="365760" y="150876"/>
                </a:lnTo>
                <a:lnTo>
                  <a:pt x="425196" y="338328"/>
                </a:lnTo>
                <a:lnTo>
                  <a:pt x="463296" y="338328"/>
                </a:lnTo>
                <a:lnTo>
                  <a:pt x="525780" y="96012"/>
                </a:lnTo>
                <a:close/>
              </a:path>
              <a:path w="977265" h="424180">
                <a:moveTo>
                  <a:pt x="627900" y="275844"/>
                </a:moveTo>
                <a:lnTo>
                  <a:pt x="573036" y="275844"/>
                </a:lnTo>
                <a:lnTo>
                  <a:pt x="534936" y="419100"/>
                </a:lnTo>
                <a:lnTo>
                  <a:pt x="566928" y="419100"/>
                </a:lnTo>
                <a:lnTo>
                  <a:pt x="627900" y="275844"/>
                </a:lnTo>
                <a:close/>
              </a:path>
              <a:path w="977265" h="424180">
                <a:moveTo>
                  <a:pt x="976896" y="96012"/>
                </a:moveTo>
                <a:lnTo>
                  <a:pt x="937272" y="96012"/>
                </a:lnTo>
                <a:lnTo>
                  <a:pt x="896124" y="283464"/>
                </a:lnTo>
                <a:lnTo>
                  <a:pt x="836688" y="96012"/>
                </a:lnTo>
                <a:lnTo>
                  <a:pt x="803160" y="96012"/>
                </a:lnTo>
                <a:lnTo>
                  <a:pt x="745248" y="283464"/>
                </a:lnTo>
                <a:lnTo>
                  <a:pt x="702576" y="96012"/>
                </a:lnTo>
                <a:lnTo>
                  <a:pt x="659904" y="96012"/>
                </a:lnTo>
                <a:lnTo>
                  <a:pt x="722388" y="338328"/>
                </a:lnTo>
                <a:lnTo>
                  <a:pt x="760488" y="338328"/>
                </a:lnTo>
                <a:lnTo>
                  <a:pt x="818400" y="150876"/>
                </a:lnTo>
                <a:lnTo>
                  <a:pt x="877836" y="338328"/>
                </a:lnTo>
                <a:lnTo>
                  <a:pt x="915936" y="338328"/>
                </a:lnTo>
                <a:lnTo>
                  <a:pt x="976896" y="9601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pic>
        <p:nvPicPr>
          <p:cNvPr id="25" name="object 25"/>
          <p:cNvPicPr/>
          <p:nvPr/>
        </p:nvPicPr>
        <p:blipFill>
          <a:blip r:embed="rId6" cstate="print"/>
          <a:stretch>
            <a:fillRect/>
          </a:stretch>
        </p:blipFill>
        <p:spPr>
          <a:xfrm>
            <a:off x="8177783" y="2375916"/>
            <a:ext cx="67056" cy="112775"/>
          </a:xfrm>
          <a:prstGeom prst="rect">
            <a:avLst/>
          </a:prstGeom>
        </p:spPr>
      </p:pic>
      <p:sp>
        <p:nvSpPr>
          <p:cNvPr id="26" name="object 26"/>
          <p:cNvSpPr/>
          <p:nvPr/>
        </p:nvSpPr>
        <p:spPr>
          <a:xfrm>
            <a:off x="8304276" y="2339340"/>
            <a:ext cx="180340" cy="424180"/>
          </a:xfrm>
          <a:custGeom>
            <a:avLst/>
            <a:gdLst/>
            <a:ahLst/>
            <a:cxnLst/>
            <a:rect l="l" t="t" r="r" b="b"/>
            <a:pathLst>
              <a:path w="180340" h="424180">
                <a:moveTo>
                  <a:pt x="25907" y="423672"/>
                </a:moveTo>
                <a:lnTo>
                  <a:pt x="0" y="423672"/>
                </a:lnTo>
                <a:lnTo>
                  <a:pt x="0" y="393192"/>
                </a:lnTo>
                <a:lnTo>
                  <a:pt x="33527" y="393192"/>
                </a:lnTo>
                <a:lnTo>
                  <a:pt x="39623" y="390143"/>
                </a:lnTo>
                <a:lnTo>
                  <a:pt x="65531" y="364236"/>
                </a:lnTo>
                <a:lnTo>
                  <a:pt x="67532" y="358211"/>
                </a:lnTo>
                <a:lnTo>
                  <a:pt x="68960" y="351472"/>
                </a:lnTo>
                <a:lnTo>
                  <a:pt x="69818" y="343876"/>
                </a:lnTo>
                <a:lnTo>
                  <a:pt x="70103" y="335280"/>
                </a:lnTo>
                <a:lnTo>
                  <a:pt x="70103" y="297180"/>
                </a:lnTo>
                <a:lnTo>
                  <a:pt x="70365" y="289226"/>
                </a:lnTo>
                <a:lnTo>
                  <a:pt x="81938" y="250221"/>
                </a:lnTo>
                <a:lnTo>
                  <a:pt x="116585" y="220408"/>
                </a:lnTo>
                <a:lnTo>
                  <a:pt x="128015" y="214884"/>
                </a:lnTo>
                <a:lnTo>
                  <a:pt x="128015" y="208788"/>
                </a:lnTo>
                <a:lnTo>
                  <a:pt x="94106" y="188023"/>
                </a:lnTo>
                <a:lnTo>
                  <a:pt x="73151" y="155448"/>
                </a:lnTo>
                <a:lnTo>
                  <a:pt x="70103" y="126491"/>
                </a:lnTo>
                <a:lnTo>
                  <a:pt x="70103" y="88391"/>
                </a:lnTo>
                <a:lnTo>
                  <a:pt x="69818" y="80438"/>
                </a:lnTo>
                <a:lnTo>
                  <a:pt x="68960" y="72771"/>
                </a:lnTo>
                <a:lnTo>
                  <a:pt x="67532" y="65674"/>
                </a:lnTo>
                <a:lnTo>
                  <a:pt x="65531" y="59436"/>
                </a:lnTo>
                <a:lnTo>
                  <a:pt x="64007" y="51816"/>
                </a:lnTo>
                <a:lnTo>
                  <a:pt x="39623" y="33528"/>
                </a:lnTo>
                <a:lnTo>
                  <a:pt x="33527" y="30480"/>
                </a:lnTo>
                <a:lnTo>
                  <a:pt x="0" y="30480"/>
                </a:lnTo>
                <a:lnTo>
                  <a:pt x="0" y="0"/>
                </a:lnTo>
                <a:lnTo>
                  <a:pt x="25907" y="0"/>
                </a:lnTo>
                <a:lnTo>
                  <a:pt x="44219" y="1404"/>
                </a:lnTo>
                <a:lnTo>
                  <a:pt x="86867" y="21335"/>
                </a:lnTo>
                <a:lnTo>
                  <a:pt x="106799" y="64627"/>
                </a:lnTo>
                <a:lnTo>
                  <a:pt x="108203" y="83820"/>
                </a:lnTo>
                <a:lnTo>
                  <a:pt x="108203" y="117348"/>
                </a:lnTo>
                <a:lnTo>
                  <a:pt x="108465" y="124444"/>
                </a:lnTo>
                <a:lnTo>
                  <a:pt x="118538" y="167735"/>
                </a:lnTo>
                <a:lnTo>
                  <a:pt x="150399" y="191857"/>
                </a:lnTo>
                <a:lnTo>
                  <a:pt x="175259" y="195072"/>
                </a:lnTo>
                <a:lnTo>
                  <a:pt x="179831" y="195072"/>
                </a:lnTo>
                <a:lnTo>
                  <a:pt x="179831" y="228600"/>
                </a:lnTo>
                <a:lnTo>
                  <a:pt x="175259" y="228600"/>
                </a:lnTo>
                <a:lnTo>
                  <a:pt x="166401" y="228909"/>
                </a:lnTo>
                <a:lnTo>
                  <a:pt x="126539" y="246054"/>
                </a:lnTo>
                <a:lnTo>
                  <a:pt x="109156" y="291846"/>
                </a:lnTo>
                <a:lnTo>
                  <a:pt x="108203" y="306324"/>
                </a:lnTo>
                <a:lnTo>
                  <a:pt x="108203" y="339852"/>
                </a:lnTo>
                <a:lnTo>
                  <a:pt x="106799" y="359044"/>
                </a:lnTo>
                <a:lnTo>
                  <a:pt x="86867" y="402336"/>
                </a:lnTo>
                <a:lnTo>
                  <a:pt x="44219" y="422267"/>
                </a:lnTo>
                <a:lnTo>
                  <a:pt x="25907" y="42367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pic>
        <p:nvPicPr>
          <p:cNvPr id="27" name="object 27"/>
          <p:cNvPicPr/>
          <p:nvPr/>
        </p:nvPicPr>
        <p:blipFill>
          <a:blip r:embed="rId7" cstate="print"/>
          <a:stretch>
            <a:fillRect/>
          </a:stretch>
        </p:blipFill>
        <p:spPr>
          <a:xfrm>
            <a:off x="1787652" y="3115056"/>
            <a:ext cx="181355" cy="172212"/>
          </a:xfrm>
          <a:prstGeom prst="rect">
            <a:avLst/>
          </a:prstGeom>
        </p:spPr>
      </p:pic>
      <p:sp>
        <p:nvSpPr>
          <p:cNvPr id="28" name="object 28"/>
          <p:cNvSpPr/>
          <p:nvPr/>
        </p:nvSpPr>
        <p:spPr>
          <a:xfrm>
            <a:off x="2316480" y="3070860"/>
            <a:ext cx="317500" cy="248920"/>
          </a:xfrm>
          <a:custGeom>
            <a:avLst/>
            <a:gdLst/>
            <a:ahLst/>
            <a:cxnLst/>
            <a:rect l="l" t="t" r="r" b="b"/>
            <a:pathLst>
              <a:path w="317500" h="248920">
                <a:moveTo>
                  <a:pt x="316991" y="248412"/>
                </a:moveTo>
                <a:lnTo>
                  <a:pt x="275843" y="248412"/>
                </a:lnTo>
                <a:lnTo>
                  <a:pt x="275820" y="100226"/>
                </a:lnTo>
                <a:lnTo>
                  <a:pt x="275653" y="92392"/>
                </a:lnTo>
                <a:lnTo>
                  <a:pt x="268223" y="54864"/>
                </a:lnTo>
                <a:lnTo>
                  <a:pt x="266699" y="50292"/>
                </a:lnTo>
                <a:lnTo>
                  <a:pt x="262127" y="45719"/>
                </a:lnTo>
                <a:lnTo>
                  <a:pt x="256031" y="42671"/>
                </a:lnTo>
                <a:lnTo>
                  <a:pt x="251459" y="39624"/>
                </a:lnTo>
                <a:lnTo>
                  <a:pt x="243839" y="38100"/>
                </a:lnTo>
                <a:lnTo>
                  <a:pt x="234695" y="38100"/>
                </a:lnTo>
                <a:lnTo>
                  <a:pt x="192785" y="55435"/>
                </a:lnTo>
                <a:lnTo>
                  <a:pt x="178307" y="68580"/>
                </a:lnTo>
                <a:lnTo>
                  <a:pt x="178307" y="248412"/>
                </a:lnTo>
                <a:lnTo>
                  <a:pt x="137159" y="248412"/>
                </a:lnTo>
                <a:lnTo>
                  <a:pt x="137136" y="100226"/>
                </a:lnTo>
                <a:lnTo>
                  <a:pt x="136969" y="92392"/>
                </a:lnTo>
                <a:lnTo>
                  <a:pt x="136517" y="84843"/>
                </a:lnTo>
                <a:lnTo>
                  <a:pt x="135635" y="77724"/>
                </a:lnTo>
                <a:lnTo>
                  <a:pt x="135635" y="68580"/>
                </a:lnTo>
                <a:lnTo>
                  <a:pt x="106679" y="38100"/>
                </a:lnTo>
                <a:lnTo>
                  <a:pt x="97536" y="38100"/>
                </a:lnTo>
                <a:lnTo>
                  <a:pt x="61721" y="51196"/>
                </a:lnTo>
                <a:lnTo>
                  <a:pt x="41148" y="67055"/>
                </a:lnTo>
                <a:lnTo>
                  <a:pt x="41148" y="248412"/>
                </a:lnTo>
                <a:lnTo>
                  <a:pt x="0" y="248412"/>
                </a:lnTo>
                <a:lnTo>
                  <a:pt x="0" y="6095"/>
                </a:lnTo>
                <a:lnTo>
                  <a:pt x="41148" y="6095"/>
                </a:lnTo>
                <a:lnTo>
                  <a:pt x="41148" y="33528"/>
                </a:lnTo>
                <a:lnTo>
                  <a:pt x="49148" y="25836"/>
                </a:lnTo>
                <a:lnTo>
                  <a:pt x="88772" y="2095"/>
                </a:lnTo>
                <a:lnTo>
                  <a:pt x="106679" y="0"/>
                </a:lnTo>
                <a:lnTo>
                  <a:pt x="117562" y="571"/>
                </a:lnTo>
                <a:lnTo>
                  <a:pt x="153114" y="14573"/>
                </a:lnTo>
                <a:lnTo>
                  <a:pt x="170687" y="41148"/>
                </a:lnTo>
                <a:lnTo>
                  <a:pt x="179831" y="31456"/>
                </a:lnTo>
                <a:lnTo>
                  <a:pt x="215788" y="5786"/>
                </a:lnTo>
                <a:lnTo>
                  <a:pt x="245363" y="0"/>
                </a:lnTo>
                <a:lnTo>
                  <a:pt x="253103" y="285"/>
                </a:lnTo>
                <a:lnTo>
                  <a:pt x="290822" y="14644"/>
                </a:lnTo>
                <a:lnTo>
                  <a:pt x="310895" y="47243"/>
                </a:lnTo>
                <a:lnTo>
                  <a:pt x="316991" y="89916"/>
                </a:lnTo>
                <a:lnTo>
                  <a:pt x="316991" y="24841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" name="object 29"/>
          <p:cNvSpPr/>
          <p:nvPr/>
        </p:nvSpPr>
        <p:spPr>
          <a:xfrm>
            <a:off x="2683764" y="2955035"/>
            <a:ext cx="844550" cy="410209"/>
          </a:xfrm>
          <a:custGeom>
            <a:avLst/>
            <a:gdLst/>
            <a:ahLst/>
            <a:cxnLst/>
            <a:rect l="l" t="t" r="r" b="b"/>
            <a:pathLst>
              <a:path w="844550" h="410210">
                <a:moveTo>
                  <a:pt x="402336" y="364236"/>
                </a:moveTo>
                <a:lnTo>
                  <a:pt x="385495" y="366242"/>
                </a:lnTo>
                <a:lnTo>
                  <a:pt x="369379" y="367665"/>
                </a:lnTo>
                <a:lnTo>
                  <a:pt x="354114" y="368528"/>
                </a:lnTo>
                <a:lnTo>
                  <a:pt x="339852" y="368808"/>
                </a:lnTo>
                <a:lnTo>
                  <a:pt x="322389" y="368287"/>
                </a:lnTo>
                <a:lnTo>
                  <a:pt x="265176" y="362712"/>
                </a:lnTo>
                <a:lnTo>
                  <a:pt x="222694" y="350901"/>
                </a:lnTo>
                <a:lnTo>
                  <a:pt x="206171" y="342900"/>
                </a:lnTo>
                <a:lnTo>
                  <a:pt x="201942" y="340855"/>
                </a:lnTo>
                <a:lnTo>
                  <a:pt x="181356" y="327660"/>
                </a:lnTo>
                <a:lnTo>
                  <a:pt x="189750" y="313944"/>
                </a:lnTo>
                <a:lnTo>
                  <a:pt x="191655" y="310832"/>
                </a:lnTo>
                <a:lnTo>
                  <a:pt x="199821" y="290156"/>
                </a:lnTo>
                <a:lnTo>
                  <a:pt x="205994" y="265734"/>
                </a:lnTo>
                <a:lnTo>
                  <a:pt x="210312" y="237744"/>
                </a:lnTo>
                <a:lnTo>
                  <a:pt x="309372" y="237744"/>
                </a:lnTo>
                <a:lnTo>
                  <a:pt x="309372" y="257556"/>
                </a:lnTo>
                <a:lnTo>
                  <a:pt x="335280" y="245364"/>
                </a:lnTo>
                <a:lnTo>
                  <a:pt x="335178" y="237744"/>
                </a:lnTo>
                <a:lnTo>
                  <a:pt x="335064" y="227076"/>
                </a:lnTo>
                <a:lnTo>
                  <a:pt x="334518" y="196596"/>
                </a:lnTo>
                <a:lnTo>
                  <a:pt x="334149" y="170688"/>
                </a:lnTo>
                <a:lnTo>
                  <a:pt x="334010" y="160020"/>
                </a:lnTo>
                <a:lnTo>
                  <a:pt x="333756" y="112776"/>
                </a:lnTo>
                <a:lnTo>
                  <a:pt x="345719" y="105156"/>
                </a:lnTo>
                <a:lnTo>
                  <a:pt x="350520" y="102108"/>
                </a:lnTo>
                <a:lnTo>
                  <a:pt x="343662" y="96012"/>
                </a:lnTo>
                <a:lnTo>
                  <a:pt x="323088" y="77724"/>
                </a:lnTo>
                <a:lnTo>
                  <a:pt x="309372" y="92697"/>
                </a:lnTo>
                <a:lnTo>
                  <a:pt x="309372" y="105156"/>
                </a:lnTo>
                <a:lnTo>
                  <a:pt x="309372" y="160020"/>
                </a:lnTo>
                <a:lnTo>
                  <a:pt x="309372" y="170688"/>
                </a:lnTo>
                <a:lnTo>
                  <a:pt x="309372" y="227076"/>
                </a:lnTo>
                <a:lnTo>
                  <a:pt x="211836" y="227076"/>
                </a:lnTo>
                <a:lnTo>
                  <a:pt x="212953" y="211416"/>
                </a:lnTo>
                <a:lnTo>
                  <a:pt x="213931" y="196596"/>
                </a:lnTo>
                <a:lnTo>
                  <a:pt x="214617" y="182930"/>
                </a:lnTo>
                <a:lnTo>
                  <a:pt x="214884" y="170688"/>
                </a:lnTo>
                <a:lnTo>
                  <a:pt x="309372" y="170688"/>
                </a:lnTo>
                <a:lnTo>
                  <a:pt x="309372" y="160020"/>
                </a:lnTo>
                <a:lnTo>
                  <a:pt x="214884" y="160020"/>
                </a:lnTo>
                <a:lnTo>
                  <a:pt x="214884" y="105156"/>
                </a:lnTo>
                <a:lnTo>
                  <a:pt x="309372" y="105156"/>
                </a:lnTo>
                <a:lnTo>
                  <a:pt x="309372" y="92697"/>
                </a:lnTo>
                <a:lnTo>
                  <a:pt x="306324" y="96012"/>
                </a:lnTo>
                <a:lnTo>
                  <a:pt x="214884" y="96012"/>
                </a:lnTo>
                <a:lnTo>
                  <a:pt x="214884" y="44196"/>
                </a:lnTo>
                <a:lnTo>
                  <a:pt x="391668" y="44196"/>
                </a:lnTo>
                <a:lnTo>
                  <a:pt x="356616" y="10668"/>
                </a:lnTo>
                <a:lnTo>
                  <a:pt x="332232" y="35052"/>
                </a:lnTo>
                <a:lnTo>
                  <a:pt x="7620" y="35052"/>
                </a:lnTo>
                <a:lnTo>
                  <a:pt x="22860" y="50292"/>
                </a:lnTo>
                <a:lnTo>
                  <a:pt x="32499" y="48056"/>
                </a:lnTo>
                <a:lnTo>
                  <a:pt x="42862" y="46101"/>
                </a:lnTo>
                <a:lnTo>
                  <a:pt x="53505" y="44729"/>
                </a:lnTo>
                <a:lnTo>
                  <a:pt x="64008" y="44196"/>
                </a:lnTo>
                <a:lnTo>
                  <a:pt x="190500" y="44196"/>
                </a:lnTo>
                <a:lnTo>
                  <a:pt x="190500" y="96012"/>
                </a:lnTo>
                <a:lnTo>
                  <a:pt x="190500" y="105156"/>
                </a:lnTo>
                <a:lnTo>
                  <a:pt x="190500" y="160020"/>
                </a:lnTo>
                <a:lnTo>
                  <a:pt x="190500" y="170688"/>
                </a:lnTo>
                <a:lnTo>
                  <a:pt x="190233" y="181216"/>
                </a:lnTo>
                <a:lnTo>
                  <a:pt x="189547" y="194310"/>
                </a:lnTo>
                <a:lnTo>
                  <a:pt x="187452" y="227076"/>
                </a:lnTo>
                <a:lnTo>
                  <a:pt x="88392" y="227076"/>
                </a:lnTo>
                <a:lnTo>
                  <a:pt x="88392" y="170688"/>
                </a:lnTo>
                <a:lnTo>
                  <a:pt x="190500" y="170688"/>
                </a:lnTo>
                <a:lnTo>
                  <a:pt x="190500" y="160020"/>
                </a:lnTo>
                <a:lnTo>
                  <a:pt x="88392" y="160020"/>
                </a:lnTo>
                <a:lnTo>
                  <a:pt x="88392" y="105156"/>
                </a:lnTo>
                <a:lnTo>
                  <a:pt x="190500" y="105156"/>
                </a:lnTo>
                <a:lnTo>
                  <a:pt x="190500" y="96012"/>
                </a:lnTo>
                <a:lnTo>
                  <a:pt x="91440" y="96012"/>
                </a:lnTo>
                <a:lnTo>
                  <a:pt x="62484" y="79248"/>
                </a:lnTo>
                <a:lnTo>
                  <a:pt x="63360" y="101498"/>
                </a:lnTo>
                <a:lnTo>
                  <a:pt x="63817" y="124587"/>
                </a:lnTo>
                <a:lnTo>
                  <a:pt x="63982" y="148259"/>
                </a:lnTo>
                <a:lnTo>
                  <a:pt x="63868" y="211416"/>
                </a:lnTo>
                <a:lnTo>
                  <a:pt x="63817" y="219265"/>
                </a:lnTo>
                <a:lnTo>
                  <a:pt x="63360" y="240588"/>
                </a:lnTo>
                <a:lnTo>
                  <a:pt x="62484" y="260604"/>
                </a:lnTo>
                <a:lnTo>
                  <a:pt x="88392" y="249936"/>
                </a:lnTo>
                <a:lnTo>
                  <a:pt x="88392" y="237744"/>
                </a:lnTo>
                <a:lnTo>
                  <a:pt x="185928" y="237744"/>
                </a:lnTo>
                <a:lnTo>
                  <a:pt x="178308" y="281940"/>
                </a:lnTo>
                <a:lnTo>
                  <a:pt x="163068" y="313944"/>
                </a:lnTo>
                <a:lnTo>
                  <a:pt x="151942" y="304520"/>
                </a:lnTo>
                <a:lnTo>
                  <a:pt x="139255" y="292227"/>
                </a:lnTo>
                <a:lnTo>
                  <a:pt x="125133" y="277088"/>
                </a:lnTo>
                <a:lnTo>
                  <a:pt x="109728" y="259080"/>
                </a:lnTo>
                <a:lnTo>
                  <a:pt x="105156" y="262128"/>
                </a:lnTo>
                <a:lnTo>
                  <a:pt x="118338" y="284162"/>
                </a:lnTo>
                <a:lnTo>
                  <a:pt x="130683" y="302323"/>
                </a:lnTo>
                <a:lnTo>
                  <a:pt x="142443" y="316788"/>
                </a:lnTo>
                <a:lnTo>
                  <a:pt x="153924" y="327660"/>
                </a:lnTo>
                <a:lnTo>
                  <a:pt x="144487" y="337718"/>
                </a:lnTo>
                <a:lnTo>
                  <a:pt x="99060" y="367284"/>
                </a:lnTo>
                <a:lnTo>
                  <a:pt x="55245" y="384429"/>
                </a:lnTo>
                <a:lnTo>
                  <a:pt x="0" y="399288"/>
                </a:lnTo>
                <a:lnTo>
                  <a:pt x="1524" y="406908"/>
                </a:lnTo>
                <a:lnTo>
                  <a:pt x="55245" y="396430"/>
                </a:lnTo>
                <a:lnTo>
                  <a:pt x="102108" y="382524"/>
                </a:lnTo>
                <a:lnTo>
                  <a:pt x="140208" y="364426"/>
                </a:lnTo>
                <a:lnTo>
                  <a:pt x="169164" y="342900"/>
                </a:lnTo>
                <a:lnTo>
                  <a:pt x="188925" y="356857"/>
                </a:lnTo>
                <a:lnTo>
                  <a:pt x="231305" y="378485"/>
                </a:lnTo>
                <a:lnTo>
                  <a:pt x="279031" y="390486"/>
                </a:lnTo>
                <a:lnTo>
                  <a:pt x="337223" y="396290"/>
                </a:lnTo>
                <a:lnTo>
                  <a:pt x="370332" y="397764"/>
                </a:lnTo>
                <a:lnTo>
                  <a:pt x="373189" y="389191"/>
                </a:lnTo>
                <a:lnTo>
                  <a:pt x="379476" y="381762"/>
                </a:lnTo>
                <a:lnTo>
                  <a:pt x="389191" y="375475"/>
                </a:lnTo>
                <a:lnTo>
                  <a:pt x="402336" y="370332"/>
                </a:lnTo>
                <a:lnTo>
                  <a:pt x="402336" y="368808"/>
                </a:lnTo>
                <a:lnTo>
                  <a:pt x="402336" y="364236"/>
                </a:lnTo>
                <a:close/>
              </a:path>
              <a:path w="844550" h="410210">
                <a:moveTo>
                  <a:pt x="579120" y="25908"/>
                </a:moveTo>
                <a:lnTo>
                  <a:pt x="544068" y="3048"/>
                </a:lnTo>
                <a:lnTo>
                  <a:pt x="539229" y="21958"/>
                </a:lnTo>
                <a:lnTo>
                  <a:pt x="531685" y="44577"/>
                </a:lnTo>
                <a:lnTo>
                  <a:pt x="509016" y="102108"/>
                </a:lnTo>
                <a:lnTo>
                  <a:pt x="478155" y="166306"/>
                </a:lnTo>
                <a:lnTo>
                  <a:pt x="440436" y="227076"/>
                </a:lnTo>
                <a:lnTo>
                  <a:pt x="445008" y="231648"/>
                </a:lnTo>
                <a:lnTo>
                  <a:pt x="460121" y="215392"/>
                </a:lnTo>
                <a:lnTo>
                  <a:pt x="475678" y="196405"/>
                </a:lnTo>
                <a:lnTo>
                  <a:pt x="491502" y="174866"/>
                </a:lnTo>
                <a:lnTo>
                  <a:pt x="507492" y="150876"/>
                </a:lnTo>
                <a:lnTo>
                  <a:pt x="507377" y="334137"/>
                </a:lnTo>
                <a:lnTo>
                  <a:pt x="507276" y="345948"/>
                </a:lnTo>
                <a:lnTo>
                  <a:pt x="506806" y="375958"/>
                </a:lnTo>
                <a:lnTo>
                  <a:pt x="505968" y="409956"/>
                </a:lnTo>
                <a:lnTo>
                  <a:pt x="531876" y="397764"/>
                </a:lnTo>
                <a:lnTo>
                  <a:pt x="531609" y="361759"/>
                </a:lnTo>
                <a:lnTo>
                  <a:pt x="531114" y="334137"/>
                </a:lnTo>
                <a:lnTo>
                  <a:pt x="530580" y="311619"/>
                </a:lnTo>
                <a:lnTo>
                  <a:pt x="530352" y="295656"/>
                </a:lnTo>
                <a:lnTo>
                  <a:pt x="530352" y="150876"/>
                </a:lnTo>
                <a:lnTo>
                  <a:pt x="530352" y="144780"/>
                </a:lnTo>
                <a:lnTo>
                  <a:pt x="544068" y="129540"/>
                </a:lnTo>
                <a:lnTo>
                  <a:pt x="524256" y="117348"/>
                </a:lnTo>
                <a:lnTo>
                  <a:pt x="533946" y="97066"/>
                </a:lnTo>
                <a:lnTo>
                  <a:pt x="542353" y="79629"/>
                </a:lnTo>
                <a:lnTo>
                  <a:pt x="549325" y="65062"/>
                </a:lnTo>
                <a:lnTo>
                  <a:pt x="554736" y="53340"/>
                </a:lnTo>
                <a:lnTo>
                  <a:pt x="560463" y="43053"/>
                </a:lnTo>
                <a:lnTo>
                  <a:pt x="566356" y="35052"/>
                </a:lnTo>
                <a:lnTo>
                  <a:pt x="572516" y="29337"/>
                </a:lnTo>
                <a:lnTo>
                  <a:pt x="579120" y="25908"/>
                </a:lnTo>
                <a:close/>
              </a:path>
              <a:path w="844550" h="410210">
                <a:moveTo>
                  <a:pt x="821436" y="73152"/>
                </a:moveTo>
                <a:lnTo>
                  <a:pt x="812800" y="65532"/>
                </a:lnTo>
                <a:lnTo>
                  <a:pt x="795528" y="50292"/>
                </a:lnTo>
                <a:lnTo>
                  <a:pt x="786384" y="61722"/>
                </a:lnTo>
                <a:lnTo>
                  <a:pt x="786384" y="76200"/>
                </a:lnTo>
                <a:lnTo>
                  <a:pt x="786384" y="128016"/>
                </a:lnTo>
                <a:lnTo>
                  <a:pt x="623316" y="128016"/>
                </a:lnTo>
                <a:lnTo>
                  <a:pt x="623316" y="76200"/>
                </a:lnTo>
                <a:lnTo>
                  <a:pt x="786384" y="76200"/>
                </a:lnTo>
                <a:lnTo>
                  <a:pt x="786384" y="61722"/>
                </a:lnTo>
                <a:lnTo>
                  <a:pt x="783336" y="65532"/>
                </a:lnTo>
                <a:lnTo>
                  <a:pt x="708660" y="65532"/>
                </a:lnTo>
                <a:lnTo>
                  <a:pt x="711708" y="62484"/>
                </a:lnTo>
                <a:lnTo>
                  <a:pt x="716280" y="56388"/>
                </a:lnTo>
                <a:lnTo>
                  <a:pt x="720852" y="51816"/>
                </a:lnTo>
                <a:lnTo>
                  <a:pt x="723900" y="45720"/>
                </a:lnTo>
                <a:lnTo>
                  <a:pt x="723900" y="38100"/>
                </a:lnTo>
                <a:lnTo>
                  <a:pt x="689051" y="8572"/>
                </a:lnTo>
                <a:lnTo>
                  <a:pt x="673608" y="0"/>
                </a:lnTo>
                <a:lnTo>
                  <a:pt x="670560" y="4572"/>
                </a:lnTo>
                <a:lnTo>
                  <a:pt x="680224" y="17741"/>
                </a:lnTo>
                <a:lnTo>
                  <a:pt x="688467" y="29908"/>
                </a:lnTo>
                <a:lnTo>
                  <a:pt x="694982" y="41224"/>
                </a:lnTo>
                <a:lnTo>
                  <a:pt x="699516" y="51816"/>
                </a:lnTo>
                <a:lnTo>
                  <a:pt x="704088" y="65532"/>
                </a:lnTo>
                <a:lnTo>
                  <a:pt x="623316" y="65532"/>
                </a:lnTo>
                <a:lnTo>
                  <a:pt x="598932" y="50292"/>
                </a:lnTo>
                <a:lnTo>
                  <a:pt x="599401" y="97066"/>
                </a:lnTo>
                <a:lnTo>
                  <a:pt x="598932" y="153924"/>
                </a:lnTo>
                <a:lnTo>
                  <a:pt x="597179" y="192430"/>
                </a:lnTo>
                <a:lnTo>
                  <a:pt x="590613" y="245541"/>
                </a:lnTo>
                <a:lnTo>
                  <a:pt x="580847" y="290639"/>
                </a:lnTo>
                <a:lnTo>
                  <a:pt x="567156" y="330644"/>
                </a:lnTo>
                <a:lnTo>
                  <a:pt x="550113" y="365556"/>
                </a:lnTo>
                <a:lnTo>
                  <a:pt x="541020" y="381000"/>
                </a:lnTo>
                <a:lnTo>
                  <a:pt x="547116" y="384048"/>
                </a:lnTo>
                <a:lnTo>
                  <a:pt x="575500" y="341947"/>
                </a:lnTo>
                <a:lnTo>
                  <a:pt x="600456" y="289560"/>
                </a:lnTo>
                <a:lnTo>
                  <a:pt x="617601" y="223266"/>
                </a:lnTo>
                <a:lnTo>
                  <a:pt x="621880" y="183261"/>
                </a:lnTo>
                <a:lnTo>
                  <a:pt x="623316" y="138684"/>
                </a:lnTo>
                <a:lnTo>
                  <a:pt x="786384" y="138684"/>
                </a:lnTo>
                <a:lnTo>
                  <a:pt x="786384" y="158496"/>
                </a:lnTo>
                <a:lnTo>
                  <a:pt x="810768" y="149352"/>
                </a:lnTo>
                <a:lnTo>
                  <a:pt x="809879" y="141617"/>
                </a:lnTo>
                <a:lnTo>
                  <a:pt x="809701" y="138684"/>
                </a:lnTo>
                <a:lnTo>
                  <a:pt x="809434" y="134302"/>
                </a:lnTo>
                <a:lnTo>
                  <a:pt x="809282" y="128016"/>
                </a:lnTo>
                <a:lnTo>
                  <a:pt x="809244" y="80772"/>
                </a:lnTo>
                <a:lnTo>
                  <a:pt x="816559" y="76200"/>
                </a:lnTo>
                <a:lnTo>
                  <a:pt x="821436" y="73152"/>
                </a:lnTo>
                <a:close/>
              </a:path>
              <a:path w="844550" h="410210">
                <a:moveTo>
                  <a:pt x="844296" y="198120"/>
                </a:moveTo>
                <a:lnTo>
                  <a:pt x="834644" y="190500"/>
                </a:lnTo>
                <a:lnTo>
                  <a:pt x="815340" y="175260"/>
                </a:lnTo>
                <a:lnTo>
                  <a:pt x="806196" y="185420"/>
                </a:lnTo>
                <a:lnTo>
                  <a:pt x="806196" y="201168"/>
                </a:lnTo>
                <a:lnTo>
                  <a:pt x="806196" y="272796"/>
                </a:lnTo>
                <a:lnTo>
                  <a:pt x="771144" y="272796"/>
                </a:lnTo>
                <a:lnTo>
                  <a:pt x="771144" y="201168"/>
                </a:lnTo>
                <a:lnTo>
                  <a:pt x="806196" y="201168"/>
                </a:lnTo>
                <a:lnTo>
                  <a:pt x="806196" y="185420"/>
                </a:lnTo>
                <a:lnTo>
                  <a:pt x="801624" y="190500"/>
                </a:lnTo>
                <a:lnTo>
                  <a:pt x="748284" y="190500"/>
                </a:lnTo>
                <a:lnTo>
                  <a:pt x="748284" y="201168"/>
                </a:lnTo>
                <a:lnTo>
                  <a:pt x="748284" y="272796"/>
                </a:lnTo>
                <a:lnTo>
                  <a:pt x="710184" y="272796"/>
                </a:lnTo>
                <a:lnTo>
                  <a:pt x="710184" y="201168"/>
                </a:lnTo>
                <a:lnTo>
                  <a:pt x="748284" y="201168"/>
                </a:lnTo>
                <a:lnTo>
                  <a:pt x="748284" y="190500"/>
                </a:lnTo>
                <a:lnTo>
                  <a:pt x="687324" y="190500"/>
                </a:lnTo>
                <a:lnTo>
                  <a:pt x="687324" y="201168"/>
                </a:lnTo>
                <a:lnTo>
                  <a:pt x="687324" y="272796"/>
                </a:lnTo>
                <a:lnTo>
                  <a:pt x="652272" y="272796"/>
                </a:lnTo>
                <a:lnTo>
                  <a:pt x="652272" y="201168"/>
                </a:lnTo>
                <a:lnTo>
                  <a:pt x="687324" y="201168"/>
                </a:lnTo>
                <a:lnTo>
                  <a:pt x="687324" y="190500"/>
                </a:lnTo>
                <a:lnTo>
                  <a:pt x="652272" y="190500"/>
                </a:lnTo>
                <a:lnTo>
                  <a:pt x="627888" y="175260"/>
                </a:lnTo>
                <a:lnTo>
                  <a:pt x="628764" y="192430"/>
                </a:lnTo>
                <a:lnTo>
                  <a:pt x="629221" y="207454"/>
                </a:lnTo>
                <a:lnTo>
                  <a:pt x="629310" y="215392"/>
                </a:lnTo>
                <a:lnTo>
                  <a:pt x="629221" y="361759"/>
                </a:lnTo>
                <a:lnTo>
                  <a:pt x="628764" y="377456"/>
                </a:lnTo>
                <a:lnTo>
                  <a:pt x="627888" y="396240"/>
                </a:lnTo>
                <a:lnTo>
                  <a:pt x="652272" y="385572"/>
                </a:lnTo>
                <a:lnTo>
                  <a:pt x="652272" y="283464"/>
                </a:lnTo>
                <a:lnTo>
                  <a:pt x="687324" y="283464"/>
                </a:lnTo>
                <a:lnTo>
                  <a:pt x="687324" y="368808"/>
                </a:lnTo>
                <a:lnTo>
                  <a:pt x="710184" y="361188"/>
                </a:lnTo>
                <a:lnTo>
                  <a:pt x="710184" y="283464"/>
                </a:lnTo>
                <a:lnTo>
                  <a:pt x="748284" y="283464"/>
                </a:lnTo>
                <a:lnTo>
                  <a:pt x="748284" y="355092"/>
                </a:lnTo>
                <a:lnTo>
                  <a:pt x="771144" y="345948"/>
                </a:lnTo>
                <a:lnTo>
                  <a:pt x="771144" y="283464"/>
                </a:lnTo>
                <a:lnTo>
                  <a:pt x="806196" y="283464"/>
                </a:lnTo>
                <a:lnTo>
                  <a:pt x="806196" y="361188"/>
                </a:lnTo>
                <a:lnTo>
                  <a:pt x="803148" y="367284"/>
                </a:lnTo>
                <a:lnTo>
                  <a:pt x="794004" y="367284"/>
                </a:lnTo>
                <a:lnTo>
                  <a:pt x="786257" y="367004"/>
                </a:lnTo>
                <a:lnTo>
                  <a:pt x="776668" y="366141"/>
                </a:lnTo>
                <a:lnTo>
                  <a:pt x="765060" y="364718"/>
                </a:lnTo>
                <a:lnTo>
                  <a:pt x="751332" y="362712"/>
                </a:lnTo>
                <a:lnTo>
                  <a:pt x="751332" y="370332"/>
                </a:lnTo>
                <a:lnTo>
                  <a:pt x="769594" y="377456"/>
                </a:lnTo>
                <a:lnTo>
                  <a:pt x="783145" y="385000"/>
                </a:lnTo>
                <a:lnTo>
                  <a:pt x="791832" y="392836"/>
                </a:lnTo>
                <a:lnTo>
                  <a:pt x="795528" y="400812"/>
                </a:lnTo>
                <a:lnTo>
                  <a:pt x="810387" y="394246"/>
                </a:lnTo>
                <a:lnTo>
                  <a:pt x="820674" y="385953"/>
                </a:lnTo>
                <a:lnTo>
                  <a:pt x="826389" y="375958"/>
                </a:lnTo>
                <a:lnTo>
                  <a:pt x="827227" y="367284"/>
                </a:lnTo>
                <a:lnTo>
                  <a:pt x="827481" y="364718"/>
                </a:lnTo>
                <a:lnTo>
                  <a:pt x="827532" y="283464"/>
                </a:lnTo>
                <a:lnTo>
                  <a:pt x="827532" y="272796"/>
                </a:lnTo>
                <a:lnTo>
                  <a:pt x="827532" y="208788"/>
                </a:lnTo>
                <a:lnTo>
                  <a:pt x="839495" y="201168"/>
                </a:lnTo>
                <a:lnTo>
                  <a:pt x="844296" y="1981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" name="object 30"/>
          <p:cNvSpPr/>
          <p:nvPr/>
        </p:nvSpPr>
        <p:spPr>
          <a:xfrm>
            <a:off x="3582911" y="2955048"/>
            <a:ext cx="1167765" cy="407034"/>
          </a:xfrm>
          <a:custGeom>
            <a:avLst/>
            <a:gdLst/>
            <a:ahLst/>
            <a:cxnLst/>
            <a:rect l="l" t="t" r="r" b="b"/>
            <a:pathLst>
              <a:path w="1167764" h="407035">
                <a:moveTo>
                  <a:pt x="132588" y="108204"/>
                </a:moveTo>
                <a:lnTo>
                  <a:pt x="109918" y="73914"/>
                </a:lnTo>
                <a:lnTo>
                  <a:pt x="82296" y="56388"/>
                </a:lnTo>
                <a:lnTo>
                  <a:pt x="79248" y="62484"/>
                </a:lnTo>
                <a:lnTo>
                  <a:pt x="88684" y="74815"/>
                </a:lnTo>
                <a:lnTo>
                  <a:pt x="96393" y="86868"/>
                </a:lnTo>
                <a:lnTo>
                  <a:pt x="102400" y="98907"/>
                </a:lnTo>
                <a:lnTo>
                  <a:pt x="106680" y="111252"/>
                </a:lnTo>
                <a:lnTo>
                  <a:pt x="109728" y="121920"/>
                </a:lnTo>
                <a:lnTo>
                  <a:pt x="112776" y="126492"/>
                </a:lnTo>
                <a:lnTo>
                  <a:pt x="118872" y="126492"/>
                </a:lnTo>
                <a:lnTo>
                  <a:pt x="131064" y="114300"/>
                </a:lnTo>
                <a:lnTo>
                  <a:pt x="132588" y="108204"/>
                </a:lnTo>
                <a:close/>
              </a:path>
              <a:path w="1167764" h="407035">
                <a:moveTo>
                  <a:pt x="220980" y="92964"/>
                </a:moveTo>
                <a:lnTo>
                  <a:pt x="188976" y="60426"/>
                </a:lnTo>
                <a:lnTo>
                  <a:pt x="170688" y="48768"/>
                </a:lnTo>
                <a:lnTo>
                  <a:pt x="167640" y="51816"/>
                </a:lnTo>
                <a:lnTo>
                  <a:pt x="177952" y="66357"/>
                </a:lnTo>
                <a:lnTo>
                  <a:pt x="186118" y="80200"/>
                </a:lnTo>
                <a:lnTo>
                  <a:pt x="192290" y="93167"/>
                </a:lnTo>
                <a:lnTo>
                  <a:pt x="196596" y="105156"/>
                </a:lnTo>
                <a:lnTo>
                  <a:pt x="199644" y="117348"/>
                </a:lnTo>
                <a:lnTo>
                  <a:pt x="202692" y="123444"/>
                </a:lnTo>
                <a:lnTo>
                  <a:pt x="207264" y="123444"/>
                </a:lnTo>
                <a:lnTo>
                  <a:pt x="214884" y="115824"/>
                </a:lnTo>
                <a:lnTo>
                  <a:pt x="219456" y="109728"/>
                </a:lnTo>
                <a:lnTo>
                  <a:pt x="220980" y="103632"/>
                </a:lnTo>
                <a:lnTo>
                  <a:pt x="220980" y="92964"/>
                </a:lnTo>
                <a:close/>
              </a:path>
              <a:path w="1167764" h="407035">
                <a:moveTo>
                  <a:pt x="332232" y="60960"/>
                </a:moveTo>
                <a:lnTo>
                  <a:pt x="298704" y="38100"/>
                </a:lnTo>
                <a:lnTo>
                  <a:pt x="294779" y="50380"/>
                </a:lnTo>
                <a:lnTo>
                  <a:pt x="290131" y="62103"/>
                </a:lnTo>
                <a:lnTo>
                  <a:pt x="268795" y="104394"/>
                </a:lnTo>
                <a:lnTo>
                  <a:pt x="256032" y="124968"/>
                </a:lnTo>
                <a:lnTo>
                  <a:pt x="260604" y="128016"/>
                </a:lnTo>
                <a:lnTo>
                  <a:pt x="272681" y="118249"/>
                </a:lnTo>
                <a:lnTo>
                  <a:pt x="286321" y="104775"/>
                </a:lnTo>
                <a:lnTo>
                  <a:pt x="301967" y="87287"/>
                </a:lnTo>
                <a:lnTo>
                  <a:pt x="320040" y="65532"/>
                </a:lnTo>
                <a:lnTo>
                  <a:pt x="332232" y="60960"/>
                </a:lnTo>
                <a:close/>
              </a:path>
              <a:path w="1167764" h="407035">
                <a:moveTo>
                  <a:pt x="359664" y="30480"/>
                </a:moveTo>
                <a:lnTo>
                  <a:pt x="333756" y="0"/>
                </a:lnTo>
                <a:lnTo>
                  <a:pt x="315709" y="7708"/>
                </a:lnTo>
                <a:lnTo>
                  <a:pt x="291084" y="14859"/>
                </a:lnTo>
                <a:lnTo>
                  <a:pt x="220980" y="27432"/>
                </a:lnTo>
                <a:lnTo>
                  <a:pt x="178460" y="32829"/>
                </a:lnTo>
                <a:lnTo>
                  <a:pt x="133350" y="37528"/>
                </a:lnTo>
                <a:lnTo>
                  <a:pt x="85966" y="41351"/>
                </a:lnTo>
                <a:lnTo>
                  <a:pt x="36576" y="44196"/>
                </a:lnTo>
                <a:lnTo>
                  <a:pt x="36576" y="51816"/>
                </a:lnTo>
                <a:lnTo>
                  <a:pt x="140970" y="46863"/>
                </a:lnTo>
                <a:lnTo>
                  <a:pt x="187883" y="43662"/>
                </a:lnTo>
                <a:lnTo>
                  <a:pt x="231648" y="39624"/>
                </a:lnTo>
                <a:lnTo>
                  <a:pt x="305371" y="33909"/>
                </a:lnTo>
                <a:lnTo>
                  <a:pt x="359664" y="30480"/>
                </a:lnTo>
                <a:close/>
              </a:path>
              <a:path w="1167764" h="407035">
                <a:moveTo>
                  <a:pt x="384048" y="144780"/>
                </a:moveTo>
                <a:lnTo>
                  <a:pt x="373913" y="134112"/>
                </a:lnTo>
                <a:lnTo>
                  <a:pt x="355092" y="114300"/>
                </a:lnTo>
                <a:lnTo>
                  <a:pt x="335280" y="134112"/>
                </a:lnTo>
                <a:lnTo>
                  <a:pt x="45720" y="134112"/>
                </a:lnTo>
                <a:lnTo>
                  <a:pt x="45720" y="114300"/>
                </a:lnTo>
                <a:lnTo>
                  <a:pt x="38100" y="114300"/>
                </a:lnTo>
                <a:lnTo>
                  <a:pt x="34086" y="132029"/>
                </a:lnTo>
                <a:lnTo>
                  <a:pt x="28765" y="146494"/>
                </a:lnTo>
                <a:lnTo>
                  <a:pt x="22034" y="157797"/>
                </a:lnTo>
                <a:lnTo>
                  <a:pt x="0" y="179832"/>
                </a:lnTo>
                <a:lnTo>
                  <a:pt x="0" y="185928"/>
                </a:lnTo>
                <a:lnTo>
                  <a:pt x="1524" y="187452"/>
                </a:lnTo>
                <a:lnTo>
                  <a:pt x="6096" y="188976"/>
                </a:lnTo>
                <a:lnTo>
                  <a:pt x="9144" y="192024"/>
                </a:lnTo>
                <a:lnTo>
                  <a:pt x="21336" y="192024"/>
                </a:lnTo>
                <a:lnTo>
                  <a:pt x="27432" y="190500"/>
                </a:lnTo>
                <a:lnTo>
                  <a:pt x="45720" y="144780"/>
                </a:lnTo>
                <a:lnTo>
                  <a:pt x="339852" y="144780"/>
                </a:lnTo>
                <a:lnTo>
                  <a:pt x="321564" y="185928"/>
                </a:lnTo>
                <a:lnTo>
                  <a:pt x="327660" y="187452"/>
                </a:lnTo>
                <a:lnTo>
                  <a:pt x="335648" y="176872"/>
                </a:lnTo>
                <a:lnTo>
                  <a:pt x="343471" y="168021"/>
                </a:lnTo>
                <a:lnTo>
                  <a:pt x="378079" y="145580"/>
                </a:lnTo>
                <a:lnTo>
                  <a:pt x="384048" y="144780"/>
                </a:lnTo>
                <a:close/>
              </a:path>
              <a:path w="1167764" h="407035">
                <a:moveTo>
                  <a:pt x="391668" y="371856"/>
                </a:moveTo>
                <a:lnTo>
                  <a:pt x="346862" y="368998"/>
                </a:lnTo>
                <a:lnTo>
                  <a:pt x="306324" y="362712"/>
                </a:lnTo>
                <a:lnTo>
                  <a:pt x="270370" y="352996"/>
                </a:lnTo>
                <a:lnTo>
                  <a:pt x="268122" y="352044"/>
                </a:lnTo>
                <a:lnTo>
                  <a:pt x="239268" y="339852"/>
                </a:lnTo>
                <a:lnTo>
                  <a:pt x="270319" y="312610"/>
                </a:lnTo>
                <a:lnTo>
                  <a:pt x="304800" y="272796"/>
                </a:lnTo>
                <a:lnTo>
                  <a:pt x="320040" y="263652"/>
                </a:lnTo>
                <a:lnTo>
                  <a:pt x="318516" y="262128"/>
                </a:lnTo>
                <a:lnTo>
                  <a:pt x="309372" y="252984"/>
                </a:lnTo>
                <a:lnTo>
                  <a:pt x="294132" y="237744"/>
                </a:lnTo>
                <a:lnTo>
                  <a:pt x="278892" y="252984"/>
                </a:lnTo>
                <a:lnTo>
                  <a:pt x="278892" y="263652"/>
                </a:lnTo>
                <a:lnTo>
                  <a:pt x="265988" y="281368"/>
                </a:lnTo>
                <a:lnTo>
                  <a:pt x="252222" y="297942"/>
                </a:lnTo>
                <a:lnTo>
                  <a:pt x="237324" y="313372"/>
                </a:lnTo>
                <a:lnTo>
                  <a:pt x="220980" y="327660"/>
                </a:lnTo>
                <a:lnTo>
                  <a:pt x="213817" y="323151"/>
                </a:lnTo>
                <a:lnTo>
                  <a:pt x="178879" y="290220"/>
                </a:lnTo>
                <a:lnTo>
                  <a:pt x="160020" y="263652"/>
                </a:lnTo>
                <a:lnTo>
                  <a:pt x="278892" y="263652"/>
                </a:lnTo>
                <a:lnTo>
                  <a:pt x="278892" y="252984"/>
                </a:lnTo>
                <a:lnTo>
                  <a:pt x="153924" y="252984"/>
                </a:lnTo>
                <a:lnTo>
                  <a:pt x="157124" y="243840"/>
                </a:lnTo>
                <a:lnTo>
                  <a:pt x="162928" y="225552"/>
                </a:lnTo>
                <a:lnTo>
                  <a:pt x="166116" y="216408"/>
                </a:lnTo>
                <a:lnTo>
                  <a:pt x="345948" y="216408"/>
                </a:lnTo>
                <a:lnTo>
                  <a:pt x="316992" y="185928"/>
                </a:lnTo>
                <a:lnTo>
                  <a:pt x="295656" y="207264"/>
                </a:lnTo>
                <a:lnTo>
                  <a:pt x="167640" y="207264"/>
                </a:lnTo>
                <a:lnTo>
                  <a:pt x="172212" y="179832"/>
                </a:lnTo>
                <a:lnTo>
                  <a:pt x="184404" y="170688"/>
                </a:lnTo>
                <a:lnTo>
                  <a:pt x="146304" y="152400"/>
                </a:lnTo>
                <a:lnTo>
                  <a:pt x="146024" y="163537"/>
                </a:lnTo>
                <a:lnTo>
                  <a:pt x="145161" y="176403"/>
                </a:lnTo>
                <a:lnTo>
                  <a:pt x="143789" y="190500"/>
                </a:lnTo>
                <a:lnTo>
                  <a:pt x="141732" y="207264"/>
                </a:lnTo>
                <a:lnTo>
                  <a:pt x="33528" y="207264"/>
                </a:lnTo>
                <a:lnTo>
                  <a:pt x="48768" y="222504"/>
                </a:lnTo>
                <a:lnTo>
                  <a:pt x="59080" y="220256"/>
                </a:lnTo>
                <a:lnTo>
                  <a:pt x="69532" y="218313"/>
                </a:lnTo>
                <a:lnTo>
                  <a:pt x="80276" y="216928"/>
                </a:lnTo>
                <a:lnTo>
                  <a:pt x="91440" y="216408"/>
                </a:lnTo>
                <a:lnTo>
                  <a:pt x="138684" y="216408"/>
                </a:lnTo>
                <a:lnTo>
                  <a:pt x="126974" y="255549"/>
                </a:lnTo>
                <a:lnTo>
                  <a:pt x="108229" y="292582"/>
                </a:lnTo>
                <a:lnTo>
                  <a:pt x="82397" y="327558"/>
                </a:lnTo>
                <a:lnTo>
                  <a:pt x="49390" y="360565"/>
                </a:lnTo>
                <a:lnTo>
                  <a:pt x="9144" y="391668"/>
                </a:lnTo>
                <a:lnTo>
                  <a:pt x="10668" y="397764"/>
                </a:lnTo>
                <a:lnTo>
                  <a:pt x="57848" y="369493"/>
                </a:lnTo>
                <a:lnTo>
                  <a:pt x="96583" y="337375"/>
                </a:lnTo>
                <a:lnTo>
                  <a:pt x="127050" y="301536"/>
                </a:lnTo>
                <a:lnTo>
                  <a:pt x="149352" y="262128"/>
                </a:lnTo>
                <a:lnTo>
                  <a:pt x="160553" y="283273"/>
                </a:lnTo>
                <a:lnTo>
                  <a:pt x="173736" y="303276"/>
                </a:lnTo>
                <a:lnTo>
                  <a:pt x="189217" y="322135"/>
                </a:lnTo>
                <a:lnTo>
                  <a:pt x="207264" y="339852"/>
                </a:lnTo>
                <a:lnTo>
                  <a:pt x="177533" y="358140"/>
                </a:lnTo>
                <a:lnTo>
                  <a:pt x="143065" y="374142"/>
                </a:lnTo>
                <a:lnTo>
                  <a:pt x="103759" y="387858"/>
                </a:lnTo>
                <a:lnTo>
                  <a:pt x="59436" y="399288"/>
                </a:lnTo>
                <a:lnTo>
                  <a:pt x="59436" y="406908"/>
                </a:lnTo>
                <a:lnTo>
                  <a:pt x="109143" y="398335"/>
                </a:lnTo>
                <a:lnTo>
                  <a:pt x="152971" y="386334"/>
                </a:lnTo>
                <a:lnTo>
                  <a:pt x="190817" y="370903"/>
                </a:lnTo>
                <a:lnTo>
                  <a:pt x="222504" y="352044"/>
                </a:lnTo>
                <a:lnTo>
                  <a:pt x="249135" y="367157"/>
                </a:lnTo>
                <a:lnTo>
                  <a:pt x="281178" y="380428"/>
                </a:lnTo>
                <a:lnTo>
                  <a:pt x="318871" y="391668"/>
                </a:lnTo>
                <a:lnTo>
                  <a:pt x="362712" y="400812"/>
                </a:lnTo>
                <a:lnTo>
                  <a:pt x="368096" y="391426"/>
                </a:lnTo>
                <a:lnTo>
                  <a:pt x="374904" y="384048"/>
                </a:lnTo>
                <a:lnTo>
                  <a:pt x="382866" y="378942"/>
                </a:lnTo>
                <a:lnTo>
                  <a:pt x="391668" y="376428"/>
                </a:lnTo>
                <a:lnTo>
                  <a:pt x="391668" y="371856"/>
                </a:lnTo>
                <a:close/>
              </a:path>
              <a:path w="1167764" h="407035">
                <a:moveTo>
                  <a:pt x="737628" y="121907"/>
                </a:moveTo>
                <a:lnTo>
                  <a:pt x="696480" y="121907"/>
                </a:lnTo>
                <a:lnTo>
                  <a:pt x="656856" y="310883"/>
                </a:lnTo>
                <a:lnTo>
                  <a:pt x="597420" y="121907"/>
                </a:lnTo>
                <a:lnTo>
                  <a:pt x="563892" y="121907"/>
                </a:lnTo>
                <a:lnTo>
                  <a:pt x="505980" y="310883"/>
                </a:lnTo>
                <a:lnTo>
                  <a:pt x="463308" y="121907"/>
                </a:lnTo>
                <a:lnTo>
                  <a:pt x="420636" y="121907"/>
                </a:lnTo>
                <a:lnTo>
                  <a:pt x="483120" y="364236"/>
                </a:lnTo>
                <a:lnTo>
                  <a:pt x="519696" y="364236"/>
                </a:lnTo>
                <a:lnTo>
                  <a:pt x="579132" y="178295"/>
                </a:lnTo>
                <a:lnTo>
                  <a:pt x="638568" y="364236"/>
                </a:lnTo>
                <a:lnTo>
                  <a:pt x="676668" y="364236"/>
                </a:lnTo>
                <a:lnTo>
                  <a:pt x="737628" y="121907"/>
                </a:lnTo>
                <a:close/>
              </a:path>
              <a:path w="1167764" h="407035">
                <a:moveTo>
                  <a:pt x="1167396" y="51803"/>
                </a:moveTo>
                <a:lnTo>
                  <a:pt x="1132344" y="16751"/>
                </a:lnTo>
                <a:lnTo>
                  <a:pt x="1104912" y="41135"/>
                </a:lnTo>
                <a:lnTo>
                  <a:pt x="763536" y="41135"/>
                </a:lnTo>
                <a:lnTo>
                  <a:pt x="780300" y="56375"/>
                </a:lnTo>
                <a:lnTo>
                  <a:pt x="789724" y="54381"/>
                </a:lnTo>
                <a:lnTo>
                  <a:pt x="799731" y="52946"/>
                </a:lnTo>
                <a:lnTo>
                  <a:pt x="810298" y="52095"/>
                </a:lnTo>
                <a:lnTo>
                  <a:pt x="821448" y="51803"/>
                </a:lnTo>
                <a:lnTo>
                  <a:pt x="947940" y="51803"/>
                </a:lnTo>
                <a:lnTo>
                  <a:pt x="926604" y="132575"/>
                </a:lnTo>
                <a:lnTo>
                  <a:pt x="839736" y="132575"/>
                </a:lnTo>
                <a:lnTo>
                  <a:pt x="812304" y="115811"/>
                </a:lnTo>
                <a:lnTo>
                  <a:pt x="813422" y="135267"/>
                </a:lnTo>
                <a:lnTo>
                  <a:pt x="814400" y="161721"/>
                </a:lnTo>
                <a:lnTo>
                  <a:pt x="815086" y="195326"/>
                </a:lnTo>
                <a:lnTo>
                  <a:pt x="815352" y="236207"/>
                </a:lnTo>
                <a:lnTo>
                  <a:pt x="815086" y="279666"/>
                </a:lnTo>
                <a:lnTo>
                  <a:pt x="814400" y="320979"/>
                </a:lnTo>
                <a:lnTo>
                  <a:pt x="813422" y="360299"/>
                </a:lnTo>
                <a:lnTo>
                  <a:pt x="812304" y="397751"/>
                </a:lnTo>
                <a:lnTo>
                  <a:pt x="839736" y="380987"/>
                </a:lnTo>
                <a:lnTo>
                  <a:pt x="839736" y="141719"/>
                </a:lnTo>
                <a:lnTo>
                  <a:pt x="906792" y="141719"/>
                </a:lnTo>
                <a:lnTo>
                  <a:pt x="906792" y="379463"/>
                </a:lnTo>
                <a:lnTo>
                  <a:pt x="929652" y="368795"/>
                </a:lnTo>
                <a:lnTo>
                  <a:pt x="929652" y="141719"/>
                </a:lnTo>
                <a:lnTo>
                  <a:pt x="996708" y="141719"/>
                </a:lnTo>
                <a:lnTo>
                  <a:pt x="996708" y="374891"/>
                </a:lnTo>
                <a:lnTo>
                  <a:pt x="1019568" y="367271"/>
                </a:lnTo>
                <a:lnTo>
                  <a:pt x="1019568" y="141719"/>
                </a:lnTo>
                <a:lnTo>
                  <a:pt x="1094244" y="141719"/>
                </a:lnTo>
                <a:lnTo>
                  <a:pt x="1094244" y="355079"/>
                </a:lnTo>
                <a:lnTo>
                  <a:pt x="1092720" y="361175"/>
                </a:lnTo>
                <a:lnTo>
                  <a:pt x="1053426" y="362496"/>
                </a:lnTo>
                <a:lnTo>
                  <a:pt x="1031760" y="359651"/>
                </a:lnTo>
                <a:lnTo>
                  <a:pt x="1031760" y="367271"/>
                </a:lnTo>
                <a:lnTo>
                  <a:pt x="1050544" y="374700"/>
                </a:lnTo>
                <a:lnTo>
                  <a:pt x="1065479" y="383273"/>
                </a:lnTo>
                <a:lnTo>
                  <a:pt x="1076121" y="392988"/>
                </a:lnTo>
                <a:lnTo>
                  <a:pt x="1082052" y="403847"/>
                </a:lnTo>
                <a:lnTo>
                  <a:pt x="1092593" y="398399"/>
                </a:lnTo>
                <a:lnTo>
                  <a:pt x="1118311" y="364540"/>
                </a:lnTo>
                <a:lnTo>
                  <a:pt x="1118628" y="355079"/>
                </a:lnTo>
                <a:lnTo>
                  <a:pt x="1118628" y="152387"/>
                </a:lnTo>
                <a:lnTo>
                  <a:pt x="1138440" y="140195"/>
                </a:lnTo>
                <a:lnTo>
                  <a:pt x="1106436" y="114287"/>
                </a:lnTo>
                <a:lnTo>
                  <a:pt x="1092720" y="132575"/>
                </a:lnTo>
                <a:lnTo>
                  <a:pt x="934224" y="132575"/>
                </a:lnTo>
                <a:lnTo>
                  <a:pt x="951077" y="103670"/>
                </a:lnTo>
                <a:lnTo>
                  <a:pt x="965085" y="80759"/>
                </a:lnTo>
                <a:lnTo>
                  <a:pt x="976223" y="63576"/>
                </a:lnTo>
                <a:lnTo>
                  <a:pt x="984516" y="51803"/>
                </a:lnTo>
                <a:lnTo>
                  <a:pt x="1167396" y="5180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" name="object 31"/>
          <p:cNvSpPr/>
          <p:nvPr/>
        </p:nvSpPr>
        <p:spPr>
          <a:xfrm>
            <a:off x="4797552" y="2962655"/>
            <a:ext cx="396240" cy="396240"/>
          </a:xfrm>
          <a:custGeom>
            <a:avLst/>
            <a:gdLst/>
            <a:ahLst/>
            <a:cxnLst/>
            <a:rect l="l" t="t" r="r" b="b"/>
            <a:pathLst>
              <a:path w="396239" h="396239">
                <a:moveTo>
                  <a:pt x="18288" y="42672"/>
                </a:moveTo>
                <a:lnTo>
                  <a:pt x="3048" y="27432"/>
                </a:lnTo>
                <a:lnTo>
                  <a:pt x="333756" y="27432"/>
                </a:lnTo>
                <a:lnTo>
                  <a:pt x="359664" y="0"/>
                </a:lnTo>
                <a:lnTo>
                  <a:pt x="396240" y="36576"/>
                </a:lnTo>
                <a:lnTo>
                  <a:pt x="60960" y="36576"/>
                </a:lnTo>
                <a:lnTo>
                  <a:pt x="49791" y="37099"/>
                </a:lnTo>
                <a:lnTo>
                  <a:pt x="39052" y="38481"/>
                </a:lnTo>
                <a:lnTo>
                  <a:pt x="28598" y="40433"/>
                </a:lnTo>
                <a:lnTo>
                  <a:pt x="18288" y="42672"/>
                </a:lnTo>
                <a:close/>
              </a:path>
              <a:path w="396239" h="396239">
                <a:moveTo>
                  <a:pt x="3048" y="298703"/>
                </a:moveTo>
                <a:lnTo>
                  <a:pt x="0" y="291084"/>
                </a:lnTo>
                <a:lnTo>
                  <a:pt x="28289" y="269081"/>
                </a:lnTo>
                <a:lnTo>
                  <a:pt x="56007" y="244221"/>
                </a:lnTo>
                <a:lnTo>
                  <a:pt x="83153" y="216503"/>
                </a:lnTo>
                <a:lnTo>
                  <a:pt x="109728" y="185928"/>
                </a:lnTo>
                <a:lnTo>
                  <a:pt x="134874" y="152733"/>
                </a:lnTo>
                <a:lnTo>
                  <a:pt x="157734" y="116967"/>
                </a:lnTo>
                <a:lnTo>
                  <a:pt x="178308" y="78343"/>
                </a:lnTo>
                <a:lnTo>
                  <a:pt x="196596" y="36576"/>
                </a:lnTo>
                <a:lnTo>
                  <a:pt x="231648" y="36576"/>
                </a:lnTo>
                <a:lnTo>
                  <a:pt x="223385" y="52244"/>
                </a:lnTo>
                <a:lnTo>
                  <a:pt x="214693" y="69342"/>
                </a:lnTo>
                <a:lnTo>
                  <a:pt x="205716" y="87582"/>
                </a:lnTo>
                <a:lnTo>
                  <a:pt x="196596" y="106680"/>
                </a:lnTo>
                <a:lnTo>
                  <a:pt x="225552" y="124968"/>
                </a:lnTo>
                <a:lnTo>
                  <a:pt x="221742" y="128016"/>
                </a:lnTo>
                <a:lnTo>
                  <a:pt x="184404" y="128016"/>
                </a:lnTo>
                <a:lnTo>
                  <a:pt x="154570" y="168444"/>
                </a:lnTo>
                <a:lnTo>
                  <a:pt x="121663" y="205654"/>
                </a:lnTo>
                <a:lnTo>
                  <a:pt x="85539" y="239719"/>
                </a:lnTo>
                <a:lnTo>
                  <a:pt x="46049" y="270711"/>
                </a:lnTo>
                <a:lnTo>
                  <a:pt x="3048" y="298703"/>
                </a:lnTo>
                <a:close/>
              </a:path>
              <a:path w="396239" h="396239">
                <a:moveTo>
                  <a:pt x="182880" y="396240"/>
                </a:moveTo>
                <a:lnTo>
                  <a:pt x="183118" y="364212"/>
                </a:lnTo>
                <a:lnTo>
                  <a:pt x="183762" y="327898"/>
                </a:lnTo>
                <a:lnTo>
                  <a:pt x="184165" y="306443"/>
                </a:lnTo>
                <a:lnTo>
                  <a:pt x="184306" y="291084"/>
                </a:lnTo>
                <a:lnTo>
                  <a:pt x="184404" y="128016"/>
                </a:lnTo>
                <a:lnTo>
                  <a:pt x="221742" y="128016"/>
                </a:lnTo>
                <a:lnTo>
                  <a:pt x="210312" y="137160"/>
                </a:lnTo>
                <a:lnTo>
                  <a:pt x="210385" y="334327"/>
                </a:lnTo>
                <a:lnTo>
                  <a:pt x="210502" y="349377"/>
                </a:lnTo>
                <a:lnTo>
                  <a:pt x="210954" y="367998"/>
                </a:lnTo>
                <a:lnTo>
                  <a:pt x="211836" y="384048"/>
                </a:lnTo>
                <a:lnTo>
                  <a:pt x="182880" y="396240"/>
                </a:lnTo>
                <a:close/>
              </a:path>
              <a:path w="396239" h="396239">
                <a:moveTo>
                  <a:pt x="374904" y="280416"/>
                </a:moveTo>
                <a:lnTo>
                  <a:pt x="371856" y="280416"/>
                </a:lnTo>
                <a:lnTo>
                  <a:pt x="367879" y="278701"/>
                </a:lnTo>
                <a:lnTo>
                  <a:pt x="362902" y="273558"/>
                </a:lnTo>
                <a:lnTo>
                  <a:pt x="357068" y="264985"/>
                </a:lnTo>
                <a:lnTo>
                  <a:pt x="350520" y="252984"/>
                </a:lnTo>
                <a:lnTo>
                  <a:pt x="336256" y="232386"/>
                </a:lnTo>
                <a:lnTo>
                  <a:pt x="314134" y="207073"/>
                </a:lnTo>
                <a:lnTo>
                  <a:pt x="284297" y="176903"/>
                </a:lnTo>
                <a:lnTo>
                  <a:pt x="246888" y="141732"/>
                </a:lnTo>
                <a:lnTo>
                  <a:pt x="251460" y="137160"/>
                </a:lnTo>
                <a:lnTo>
                  <a:pt x="301180" y="169425"/>
                </a:lnTo>
                <a:lnTo>
                  <a:pt x="338328" y="195262"/>
                </a:lnTo>
                <a:lnTo>
                  <a:pt x="374904" y="227076"/>
                </a:lnTo>
                <a:lnTo>
                  <a:pt x="385572" y="254508"/>
                </a:lnTo>
                <a:lnTo>
                  <a:pt x="385572" y="259080"/>
                </a:lnTo>
                <a:lnTo>
                  <a:pt x="384048" y="265176"/>
                </a:lnTo>
                <a:lnTo>
                  <a:pt x="381000" y="271272"/>
                </a:lnTo>
                <a:lnTo>
                  <a:pt x="376428" y="277368"/>
                </a:lnTo>
                <a:lnTo>
                  <a:pt x="374904" y="28041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" name="object 32"/>
          <p:cNvSpPr/>
          <p:nvPr/>
        </p:nvSpPr>
        <p:spPr>
          <a:xfrm>
            <a:off x="5248643" y="2955048"/>
            <a:ext cx="737870" cy="407034"/>
          </a:xfrm>
          <a:custGeom>
            <a:avLst/>
            <a:gdLst/>
            <a:ahLst/>
            <a:cxnLst/>
            <a:rect l="l" t="t" r="r" b="b"/>
            <a:pathLst>
              <a:path w="737870" h="407035">
                <a:moveTo>
                  <a:pt x="132588" y="108204"/>
                </a:moveTo>
                <a:lnTo>
                  <a:pt x="109918" y="73914"/>
                </a:lnTo>
                <a:lnTo>
                  <a:pt x="82296" y="56388"/>
                </a:lnTo>
                <a:lnTo>
                  <a:pt x="79248" y="62484"/>
                </a:lnTo>
                <a:lnTo>
                  <a:pt x="88684" y="74815"/>
                </a:lnTo>
                <a:lnTo>
                  <a:pt x="96393" y="86868"/>
                </a:lnTo>
                <a:lnTo>
                  <a:pt x="102400" y="98907"/>
                </a:lnTo>
                <a:lnTo>
                  <a:pt x="106680" y="111252"/>
                </a:lnTo>
                <a:lnTo>
                  <a:pt x="109728" y="121920"/>
                </a:lnTo>
                <a:lnTo>
                  <a:pt x="114300" y="126492"/>
                </a:lnTo>
                <a:lnTo>
                  <a:pt x="118872" y="126492"/>
                </a:lnTo>
                <a:lnTo>
                  <a:pt x="131064" y="114300"/>
                </a:lnTo>
                <a:lnTo>
                  <a:pt x="132588" y="108204"/>
                </a:lnTo>
                <a:close/>
              </a:path>
              <a:path w="737870" h="407035">
                <a:moveTo>
                  <a:pt x="220980" y="92964"/>
                </a:moveTo>
                <a:lnTo>
                  <a:pt x="188976" y="60426"/>
                </a:lnTo>
                <a:lnTo>
                  <a:pt x="170688" y="48768"/>
                </a:lnTo>
                <a:lnTo>
                  <a:pt x="167640" y="51816"/>
                </a:lnTo>
                <a:lnTo>
                  <a:pt x="177952" y="66357"/>
                </a:lnTo>
                <a:lnTo>
                  <a:pt x="186118" y="80200"/>
                </a:lnTo>
                <a:lnTo>
                  <a:pt x="192290" y="93167"/>
                </a:lnTo>
                <a:lnTo>
                  <a:pt x="196596" y="105156"/>
                </a:lnTo>
                <a:lnTo>
                  <a:pt x="199644" y="117348"/>
                </a:lnTo>
                <a:lnTo>
                  <a:pt x="202692" y="123444"/>
                </a:lnTo>
                <a:lnTo>
                  <a:pt x="207264" y="123444"/>
                </a:lnTo>
                <a:lnTo>
                  <a:pt x="214884" y="115824"/>
                </a:lnTo>
                <a:lnTo>
                  <a:pt x="219456" y="109728"/>
                </a:lnTo>
                <a:lnTo>
                  <a:pt x="220980" y="103632"/>
                </a:lnTo>
                <a:lnTo>
                  <a:pt x="220980" y="92964"/>
                </a:lnTo>
                <a:close/>
              </a:path>
              <a:path w="737870" h="407035">
                <a:moveTo>
                  <a:pt x="332232" y="60960"/>
                </a:moveTo>
                <a:lnTo>
                  <a:pt x="300228" y="38100"/>
                </a:lnTo>
                <a:lnTo>
                  <a:pt x="295643" y="50380"/>
                </a:lnTo>
                <a:lnTo>
                  <a:pt x="290893" y="62103"/>
                </a:lnTo>
                <a:lnTo>
                  <a:pt x="268795" y="104394"/>
                </a:lnTo>
                <a:lnTo>
                  <a:pt x="256032" y="124968"/>
                </a:lnTo>
                <a:lnTo>
                  <a:pt x="262128" y="128016"/>
                </a:lnTo>
                <a:lnTo>
                  <a:pt x="273545" y="118249"/>
                </a:lnTo>
                <a:lnTo>
                  <a:pt x="287083" y="104775"/>
                </a:lnTo>
                <a:lnTo>
                  <a:pt x="302641" y="87287"/>
                </a:lnTo>
                <a:lnTo>
                  <a:pt x="320040" y="65532"/>
                </a:lnTo>
                <a:lnTo>
                  <a:pt x="332232" y="60960"/>
                </a:lnTo>
                <a:close/>
              </a:path>
              <a:path w="737870" h="407035">
                <a:moveTo>
                  <a:pt x="361188" y="30480"/>
                </a:moveTo>
                <a:lnTo>
                  <a:pt x="333756" y="0"/>
                </a:lnTo>
                <a:lnTo>
                  <a:pt x="315709" y="7708"/>
                </a:lnTo>
                <a:lnTo>
                  <a:pt x="291084" y="14859"/>
                </a:lnTo>
                <a:lnTo>
                  <a:pt x="220980" y="27432"/>
                </a:lnTo>
                <a:lnTo>
                  <a:pt x="178460" y="32829"/>
                </a:lnTo>
                <a:lnTo>
                  <a:pt x="133350" y="37528"/>
                </a:lnTo>
                <a:lnTo>
                  <a:pt x="85966" y="41351"/>
                </a:lnTo>
                <a:lnTo>
                  <a:pt x="36576" y="44196"/>
                </a:lnTo>
                <a:lnTo>
                  <a:pt x="36576" y="51816"/>
                </a:lnTo>
                <a:lnTo>
                  <a:pt x="141541" y="46863"/>
                </a:lnTo>
                <a:lnTo>
                  <a:pt x="188531" y="43662"/>
                </a:lnTo>
                <a:lnTo>
                  <a:pt x="231648" y="39624"/>
                </a:lnTo>
                <a:lnTo>
                  <a:pt x="336029" y="31902"/>
                </a:lnTo>
                <a:lnTo>
                  <a:pt x="361188" y="30480"/>
                </a:lnTo>
                <a:close/>
              </a:path>
              <a:path w="737870" h="407035">
                <a:moveTo>
                  <a:pt x="385572" y="144780"/>
                </a:moveTo>
                <a:lnTo>
                  <a:pt x="374904" y="134112"/>
                </a:lnTo>
                <a:lnTo>
                  <a:pt x="355092" y="114300"/>
                </a:lnTo>
                <a:lnTo>
                  <a:pt x="336804" y="134112"/>
                </a:lnTo>
                <a:lnTo>
                  <a:pt x="45720" y="134112"/>
                </a:lnTo>
                <a:lnTo>
                  <a:pt x="45720" y="114300"/>
                </a:lnTo>
                <a:lnTo>
                  <a:pt x="38100" y="114300"/>
                </a:lnTo>
                <a:lnTo>
                  <a:pt x="34086" y="132029"/>
                </a:lnTo>
                <a:lnTo>
                  <a:pt x="28765" y="146494"/>
                </a:lnTo>
                <a:lnTo>
                  <a:pt x="22034" y="157797"/>
                </a:lnTo>
                <a:lnTo>
                  <a:pt x="0" y="179832"/>
                </a:lnTo>
                <a:lnTo>
                  <a:pt x="0" y="185928"/>
                </a:lnTo>
                <a:lnTo>
                  <a:pt x="1524" y="187452"/>
                </a:lnTo>
                <a:lnTo>
                  <a:pt x="6096" y="188976"/>
                </a:lnTo>
                <a:lnTo>
                  <a:pt x="9144" y="192024"/>
                </a:lnTo>
                <a:lnTo>
                  <a:pt x="21336" y="192024"/>
                </a:lnTo>
                <a:lnTo>
                  <a:pt x="27432" y="190500"/>
                </a:lnTo>
                <a:lnTo>
                  <a:pt x="45720" y="144780"/>
                </a:lnTo>
                <a:lnTo>
                  <a:pt x="339852" y="144780"/>
                </a:lnTo>
                <a:lnTo>
                  <a:pt x="321564" y="185928"/>
                </a:lnTo>
                <a:lnTo>
                  <a:pt x="327660" y="187452"/>
                </a:lnTo>
                <a:lnTo>
                  <a:pt x="336283" y="176872"/>
                </a:lnTo>
                <a:lnTo>
                  <a:pt x="344043" y="168021"/>
                </a:lnTo>
                <a:lnTo>
                  <a:pt x="378929" y="145580"/>
                </a:lnTo>
                <a:lnTo>
                  <a:pt x="385572" y="144780"/>
                </a:lnTo>
                <a:close/>
              </a:path>
              <a:path w="737870" h="407035">
                <a:moveTo>
                  <a:pt x="391668" y="371856"/>
                </a:moveTo>
                <a:lnTo>
                  <a:pt x="346862" y="368998"/>
                </a:lnTo>
                <a:lnTo>
                  <a:pt x="306324" y="362712"/>
                </a:lnTo>
                <a:lnTo>
                  <a:pt x="270370" y="352996"/>
                </a:lnTo>
                <a:lnTo>
                  <a:pt x="268122" y="352044"/>
                </a:lnTo>
                <a:lnTo>
                  <a:pt x="239268" y="339852"/>
                </a:lnTo>
                <a:lnTo>
                  <a:pt x="270319" y="312610"/>
                </a:lnTo>
                <a:lnTo>
                  <a:pt x="304800" y="272796"/>
                </a:lnTo>
                <a:lnTo>
                  <a:pt x="320040" y="263652"/>
                </a:lnTo>
                <a:lnTo>
                  <a:pt x="318516" y="262128"/>
                </a:lnTo>
                <a:lnTo>
                  <a:pt x="309372" y="252984"/>
                </a:lnTo>
                <a:lnTo>
                  <a:pt x="294132" y="237744"/>
                </a:lnTo>
                <a:lnTo>
                  <a:pt x="278892" y="252984"/>
                </a:lnTo>
                <a:lnTo>
                  <a:pt x="278892" y="263652"/>
                </a:lnTo>
                <a:lnTo>
                  <a:pt x="265988" y="281368"/>
                </a:lnTo>
                <a:lnTo>
                  <a:pt x="252222" y="297942"/>
                </a:lnTo>
                <a:lnTo>
                  <a:pt x="237324" y="313372"/>
                </a:lnTo>
                <a:lnTo>
                  <a:pt x="220980" y="327660"/>
                </a:lnTo>
                <a:lnTo>
                  <a:pt x="213842" y="323151"/>
                </a:lnTo>
                <a:lnTo>
                  <a:pt x="179527" y="290220"/>
                </a:lnTo>
                <a:lnTo>
                  <a:pt x="160020" y="263652"/>
                </a:lnTo>
                <a:lnTo>
                  <a:pt x="278892" y="263652"/>
                </a:lnTo>
                <a:lnTo>
                  <a:pt x="278892" y="252984"/>
                </a:lnTo>
                <a:lnTo>
                  <a:pt x="153924" y="252984"/>
                </a:lnTo>
                <a:lnTo>
                  <a:pt x="157124" y="243840"/>
                </a:lnTo>
                <a:lnTo>
                  <a:pt x="162928" y="225552"/>
                </a:lnTo>
                <a:lnTo>
                  <a:pt x="166116" y="216408"/>
                </a:lnTo>
                <a:lnTo>
                  <a:pt x="345948" y="216408"/>
                </a:lnTo>
                <a:lnTo>
                  <a:pt x="316992" y="185928"/>
                </a:lnTo>
                <a:lnTo>
                  <a:pt x="295656" y="207264"/>
                </a:lnTo>
                <a:lnTo>
                  <a:pt x="167640" y="207264"/>
                </a:lnTo>
                <a:lnTo>
                  <a:pt x="172212" y="179832"/>
                </a:lnTo>
                <a:lnTo>
                  <a:pt x="184404" y="170688"/>
                </a:lnTo>
                <a:lnTo>
                  <a:pt x="146304" y="152400"/>
                </a:lnTo>
                <a:lnTo>
                  <a:pt x="146024" y="163537"/>
                </a:lnTo>
                <a:lnTo>
                  <a:pt x="145161" y="176403"/>
                </a:lnTo>
                <a:lnTo>
                  <a:pt x="143789" y="190500"/>
                </a:lnTo>
                <a:lnTo>
                  <a:pt x="141732" y="207264"/>
                </a:lnTo>
                <a:lnTo>
                  <a:pt x="33528" y="207264"/>
                </a:lnTo>
                <a:lnTo>
                  <a:pt x="48768" y="222504"/>
                </a:lnTo>
                <a:lnTo>
                  <a:pt x="59080" y="220256"/>
                </a:lnTo>
                <a:lnTo>
                  <a:pt x="69532" y="218313"/>
                </a:lnTo>
                <a:lnTo>
                  <a:pt x="80276" y="216928"/>
                </a:lnTo>
                <a:lnTo>
                  <a:pt x="91440" y="216408"/>
                </a:lnTo>
                <a:lnTo>
                  <a:pt x="140208" y="216408"/>
                </a:lnTo>
                <a:lnTo>
                  <a:pt x="127749" y="255549"/>
                </a:lnTo>
                <a:lnTo>
                  <a:pt x="108559" y="292582"/>
                </a:lnTo>
                <a:lnTo>
                  <a:pt x="82499" y="327558"/>
                </a:lnTo>
                <a:lnTo>
                  <a:pt x="49403" y="360565"/>
                </a:lnTo>
                <a:lnTo>
                  <a:pt x="9144" y="391668"/>
                </a:lnTo>
                <a:lnTo>
                  <a:pt x="10668" y="397764"/>
                </a:lnTo>
                <a:lnTo>
                  <a:pt x="57848" y="369493"/>
                </a:lnTo>
                <a:lnTo>
                  <a:pt x="96583" y="337375"/>
                </a:lnTo>
                <a:lnTo>
                  <a:pt x="127050" y="301536"/>
                </a:lnTo>
                <a:lnTo>
                  <a:pt x="149352" y="262128"/>
                </a:lnTo>
                <a:lnTo>
                  <a:pt x="160553" y="283273"/>
                </a:lnTo>
                <a:lnTo>
                  <a:pt x="173736" y="303276"/>
                </a:lnTo>
                <a:lnTo>
                  <a:pt x="189217" y="322135"/>
                </a:lnTo>
                <a:lnTo>
                  <a:pt x="207264" y="339852"/>
                </a:lnTo>
                <a:lnTo>
                  <a:pt x="178168" y="358140"/>
                </a:lnTo>
                <a:lnTo>
                  <a:pt x="143637" y="374142"/>
                </a:lnTo>
                <a:lnTo>
                  <a:pt x="103974" y="387858"/>
                </a:lnTo>
                <a:lnTo>
                  <a:pt x="59436" y="399288"/>
                </a:lnTo>
                <a:lnTo>
                  <a:pt x="59436" y="406908"/>
                </a:lnTo>
                <a:lnTo>
                  <a:pt x="109778" y="398335"/>
                </a:lnTo>
                <a:lnTo>
                  <a:pt x="153543" y="386334"/>
                </a:lnTo>
                <a:lnTo>
                  <a:pt x="191033" y="370903"/>
                </a:lnTo>
                <a:lnTo>
                  <a:pt x="222504" y="352044"/>
                </a:lnTo>
                <a:lnTo>
                  <a:pt x="249135" y="367157"/>
                </a:lnTo>
                <a:lnTo>
                  <a:pt x="281178" y="380428"/>
                </a:lnTo>
                <a:lnTo>
                  <a:pt x="318871" y="391668"/>
                </a:lnTo>
                <a:lnTo>
                  <a:pt x="362712" y="400812"/>
                </a:lnTo>
                <a:lnTo>
                  <a:pt x="368096" y="391426"/>
                </a:lnTo>
                <a:lnTo>
                  <a:pt x="374904" y="384048"/>
                </a:lnTo>
                <a:lnTo>
                  <a:pt x="382866" y="378942"/>
                </a:lnTo>
                <a:lnTo>
                  <a:pt x="391668" y="376428"/>
                </a:lnTo>
                <a:lnTo>
                  <a:pt x="391668" y="371856"/>
                </a:lnTo>
                <a:close/>
              </a:path>
              <a:path w="737870" h="407035">
                <a:moveTo>
                  <a:pt x="737616" y="121907"/>
                </a:moveTo>
                <a:lnTo>
                  <a:pt x="696468" y="121907"/>
                </a:lnTo>
                <a:lnTo>
                  <a:pt x="656844" y="310883"/>
                </a:lnTo>
                <a:lnTo>
                  <a:pt x="597408" y="121907"/>
                </a:lnTo>
                <a:lnTo>
                  <a:pt x="563880" y="121907"/>
                </a:lnTo>
                <a:lnTo>
                  <a:pt x="505968" y="310883"/>
                </a:lnTo>
                <a:lnTo>
                  <a:pt x="463296" y="121907"/>
                </a:lnTo>
                <a:lnTo>
                  <a:pt x="420624" y="121907"/>
                </a:lnTo>
                <a:lnTo>
                  <a:pt x="483108" y="364236"/>
                </a:lnTo>
                <a:lnTo>
                  <a:pt x="521208" y="364236"/>
                </a:lnTo>
                <a:lnTo>
                  <a:pt x="579120" y="178295"/>
                </a:lnTo>
                <a:lnTo>
                  <a:pt x="638556" y="364236"/>
                </a:lnTo>
                <a:lnTo>
                  <a:pt x="676656" y="364236"/>
                </a:lnTo>
                <a:lnTo>
                  <a:pt x="737616" y="12190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pic>
        <p:nvPicPr>
          <p:cNvPr id="33" name="object 33"/>
          <p:cNvPicPr/>
          <p:nvPr/>
        </p:nvPicPr>
        <p:blipFill>
          <a:blip r:embed="rId8" cstate="print"/>
          <a:stretch>
            <a:fillRect/>
          </a:stretch>
        </p:blipFill>
        <p:spPr>
          <a:xfrm>
            <a:off x="6036563" y="3019044"/>
            <a:ext cx="65532" cy="111251"/>
          </a:xfrm>
          <a:prstGeom prst="rect">
            <a:avLst/>
          </a:prstGeom>
        </p:spPr>
      </p:pic>
      <p:pic>
        <p:nvPicPr>
          <p:cNvPr id="34" name="object 34"/>
          <p:cNvPicPr/>
          <p:nvPr/>
        </p:nvPicPr>
        <p:blipFill>
          <a:blip r:embed="rId9" cstate="print"/>
          <a:stretch>
            <a:fillRect/>
          </a:stretch>
        </p:blipFill>
        <p:spPr>
          <a:xfrm>
            <a:off x="1787652" y="3756659"/>
            <a:ext cx="181355" cy="173736"/>
          </a:xfrm>
          <a:prstGeom prst="rect">
            <a:avLst/>
          </a:prstGeom>
        </p:spPr>
      </p:pic>
      <p:sp>
        <p:nvSpPr>
          <p:cNvPr id="35" name="object 35"/>
          <p:cNvSpPr/>
          <p:nvPr/>
        </p:nvSpPr>
        <p:spPr>
          <a:xfrm>
            <a:off x="2316480" y="3712464"/>
            <a:ext cx="317500" cy="250190"/>
          </a:xfrm>
          <a:custGeom>
            <a:avLst/>
            <a:gdLst/>
            <a:ahLst/>
            <a:cxnLst/>
            <a:rect l="l" t="t" r="r" b="b"/>
            <a:pathLst>
              <a:path w="317500" h="250189">
                <a:moveTo>
                  <a:pt x="316991" y="249936"/>
                </a:moveTo>
                <a:lnTo>
                  <a:pt x="275843" y="249936"/>
                </a:lnTo>
                <a:lnTo>
                  <a:pt x="275820" y="101750"/>
                </a:lnTo>
                <a:lnTo>
                  <a:pt x="275653" y="93916"/>
                </a:lnTo>
                <a:lnTo>
                  <a:pt x="275201" y="86367"/>
                </a:lnTo>
                <a:lnTo>
                  <a:pt x="272795" y="68579"/>
                </a:lnTo>
                <a:lnTo>
                  <a:pt x="271271" y="62484"/>
                </a:lnTo>
                <a:lnTo>
                  <a:pt x="268223" y="56388"/>
                </a:lnTo>
                <a:lnTo>
                  <a:pt x="266699" y="50292"/>
                </a:lnTo>
                <a:lnTo>
                  <a:pt x="262127" y="45719"/>
                </a:lnTo>
                <a:lnTo>
                  <a:pt x="256031" y="44196"/>
                </a:lnTo>
                <a:lnTo>
                  <a:pt x="251459" y="41148"/>
                </a:lnTo>
                <a:lnTo>
                  <a:pt x="243839" y="39624"/>
                </a:lnTo>
                <a:lnTo>
                  <a:pt x="234695" y="39624"/>
                </a:lnTo>
                <a:lnTo>
                  <a:pt x="192785" y="56388"/>
                </a:lnTo>
                <a:lnTo>
                  <a:pt x="178307" y="70104"/>
                </a:lnTo>
                <a:lnTo>
                  <a:pt x="178307" y="249936"/>
                </a:lnTo>
                <a:lnTo>
                  <a:pt x="137159" y="249936"/>
                </a:lnTo>
                <a:lnTo>
                  <a:pt x="137136" y="101750"/>
                </a:lnTo>
                <a:lnTo>
                  <a:pt x="136969" y="93916"/>
                </a:lnTo>
                <a:lnTo>
                  <a:pt x="136517" y="86367"/>
                </a:lnTo>
                <a:lnTo>
                  <a:pt x="135635" y="79248"/>
                </a:lnTo>
                <a:lnTo>
                  <a:pt x="135635" y="68579"/>
                </a:lnTo>
                <a:lnTo>
                  <a:pt x="134111" y="62484"/>
                </a:lnTo>
                <a:lnTo>
                  <a:pt x="128015" y="50292"/>
                </a:lnTo>
                <a:lnTo>
                  <a:pt x="123443" y="45719"/>
                </a:lnTo>
                <a:lnTo>
                  <a:pt x="118871" y="44196"/>
                </a:lnTo>
                <a:lnTo>
                  <a:pt x="112775" y="41148"/>
                </a:lnTo>
                <a:lnTo>
                  <a:pt x="106679" y="39624"/>
                </a:lnTo>
                <a:lnTo>
                  <a:pt x="97536" y="39624"/>
                </a:lnTo>
                <a:lnTo>
                  <a:pt x="54863" y="56769"/>
                </a:lnTo>
                <a:lnTo>
                  <a:pt x="41148" y="68579"/>
                </a:lnTo>
                <a:lnTo>
                  <a:pt x="41148" y="249936"/>
                </a:lnTo>
                <a:lnTo>
                  <a:pt x="0" y="249936"/>
                </a:lnTo>
                <a:lnTo>
                  <a:pt x="0" y="7619"/>
                </a:lnTo>
                <a:lnTo>
                  <a:pt x="41148" y="7619"/>
                </a:lnTo>
                <a:lnTo>
                  <a:pt x="41148" y="33528"/>
                </a:lnTo>
                <a:lnTo>
                  <a:pt x="49148" y="26074"/>
                </a:lnTo>
                <a:lnTo>
                  <a:pt x="88772" y="2285"/>
                </a:lnTo>
                <a:lnTo>
                  <a:pt x="106679" y="0"/>
                </a:lnTo>
                <a:lnTo>
                  <a:pt x="117562" y="595"/>
                </a:lnTo>
                <a:lnTo>
                  <a:pt x="153114" y="16097"/>
                </a:lnTo>
                <a:lnTo>
                  <a:pt x="170687" y="42672"/>
                </a:lnTo>
                <a:lnTo>
                  <a:pt x="179831" y="32956"/>
                </a:lnTo>
                <a:lnTo>
                  <a:pt x="215788" y="6429"/>
                </a:lnTo>
                <a:lnTo>
                  <a:pt x="245363" y="0"/>
                </a:lnTo>
                <a:lnTo>
                  <a:pt x="253103" y="309"/>
                </a:lnTo>
                <a:lnTo>
                  <a:pt x="290822" y="16168"/>
                </a:lnTo>
                <a:lnTo>
                  <a:pt x="310895" y="48767"/>
                </a:lnTo>
                <a:lnTo>
                  <a:pt x="316991" y="89916"/>
                </a:lnTo>
                <a:lnTo>
                  <a:pt x="316991" y="24993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pic>
        <p:nvPicPr>
          <p:cNvPr id="36" name="object 36"/>
          <p:cNvPicPr/>
          <p:nvPr/>
        </p:nvPicPr>
        <p:blipFill>
          <a:blip r:embed="rId10" cstate="print"/>
          <a:stretch>
            <a:fillRect/>
          </a:stretch>
        </p:blipFill>
        <p:spPr>
          <a:xfrm>
            <a:off x="2703575" y="3660647"/>
            <a:ext cx="65531" cy="112775"/>
          </a:xfrm>
          <a:prstGeom prst="rect">
            <a:avLst/>
          </a:prstGeom>
        </p:spPr>
      </p:pic>
      <p:sp>
        <p:nvSpPr>
          <p:cNvPr id="37" name="object 37"/>
          <p:cNvSpPr/>
          <p:nvPr/>
        </p:nvSpPr>
        <p:spPr>
          <a:xfrm>
            <a:off x="2831579" y="3596652"/>
            <a:ext cx="843280" cy="411480"/>
          </a:xfrm>
          <a:custGeom>
            <a:avLst/>
            <a:gdLst/>
            <a:ahLst/>
            <a:cxnLst/>
            <a:rect l="l" t="t" r="r" b="b"/>
            <a:pathLst>
              <a:path w="843279" h="411479">
                <a:moveTo>
                  <a:pt x="400812" y="365747"/>
                </a:moveTo>
                <a:lnTo>
                  <a:pt x="383984" y="367512"/>
                </a:lnTo>
                <a:lnTo>
                  <a:pt x="367855" y="368414"/>
                </a:lnTo>
                <a:lnTo>
                  <a:pt x="352602" y="368757"/>
                </a:lnTo>
                <a:lnTo>
                  <a:pt x="338328" y="368795"/>
                </a:lnTo>
                <a:lnTo>
                  <a:pt x="321525" y="368490"/>
                </a:lnTo>
                <a:lnTo>
                  <a:pt x="263652" y="362699"/>
                </a:lnTo>
                <a:lnTo>
                  <a:pt x="222313" y="351650"/>
                </a:lnTo>
                <a:lnTo>
                  <a:pt x="203809" y="342887"/>
                </a:lnTo>
                <a:lnTo>
                  <a:pt x="201295" y="341706"/>
                </a:lnTo>
                <a:lnTo>
                  <a:pt x="179832" y="329171"/>
                </a:lnTo>
                <a:lnTo>
                  <a:pt x="188112" y="315455"/>
                </a:lnTo>
                <a:lnTo>
                  <a:pt x="190385" y="311696"/>
                </a:lnTo>
                <a:lnTo>
                  <a:pt x="199072" y="291071"/>
                </a:lnTo>
                <a:lnTo>
                  <a:pt x="205765" y="267030"/>
                </a:lnTo>
                <a:lnTo>
                  <a:pt x="210312" y="239255"/>
                </a:lnTo>
                <a:lnTo>
                  <a:pt x="309372" y="239255"/>
                </a:lnTo>
                <a:lnTo>
                  <a:pt x="309372" y="257543"/>
                </a:lnTo>
                <a:lnTo>
                  <a:pt x="335280" y="245351"/>
                </a:lnTo>
                <a:lnTo>
                  <a:pt x="335013" y="239255"/>
                </a:lnTo>
                <a:lnTo>
                  <a:pt x="334530" y="228587"/>
                </a:lnTo>
                <a:lnTo>
                  <a:pt x="334403" y="225945"/>
                </a:lnTo>
                <a:lnTo>
                  <a:pt x="333959" y="198043"/>
                </a:lnTo>
                <a:lnTo>
                  <a:pt x="333832" y="170675"/>
                </a:lnTo>
                <a:lnTo>
                  <a:pt x="333781" y="160007"/>
                </a:lnTo>
                <a:lnTo>
                  <a:pt x="333756" y="114287"/>
                </a:lnTo>
                <a:lnTo>
                  <a:pt x="344652" y="106667"/>
                </a:lnTo>
                <a:lnTo>
                  <a:pt x="348996" y="103619"/>
                </a:lnTo>
                <a:lnTo>
                  <a:pt x="340906" y="95999"/>
                </a:lnTo>
                <a:lnTo>
                  <a:pt x="323088" y="79235"/>
                </a:lnTo>
                <a:lnTo>
                  <a:pt x="309372" y="92951"/>
                </a:lnTo>
                <a:lnTo>
                  <a:pt x="309372" y="106667"/>
                </a:lnTo>
                <a:lnTo>
                  <a:pt x="309372" y="160007"/>
                </a:lnTo>
                <a:lnTo>
                  <a:pt x="309372" y="170675"/>
                </a:lnTo>
                <a:lnTo>
                  <a:pt x="309372" y="228587"/>
                </a:lnTo>
                <a:lnTo>
                  <a:pt x="211836" y="228587"/>
                </a:lnTo>
                <a:lnTo>
                  <a:pt x="212725" y="212255"/>
                </a:lnTo>
                <a:lnTo>
                  <a:pt x="213156" y="198043"/>
                </a:lnTo>
                <a:lnTo>
                  <a:pt x="213347" y="183591"/>
                </a:lnTo>
                <a:lnTo>
                  <a:pt x="213360" y="170675"/>
                </a:lnTo>
                <a:lnTo>
                  <a:pt x="309372" y="170675"/>
                </a:lnTo>
                <a:lnTo>
                  <a:pt x="309372" y="160007"/>
                </a:lnTo>
                <a:lnTo>
                  <a:pt x="213360" y="160007"/>
                </a:lnTo>
                <a:lnTo>
                  <a:pt x="213360" y="106667"/>
                </a:lnTo>
                <a:lnTo>
                  <a:pt x="309372" y="106667"/>
                </a:lnTo>
                <a:lnTo>
                  <a:pt x="309372" y="92951"/>
                </a:lnTo>
                <a:lnTo>
                  <a:pt x="306324" y="95999"/>
                </a:lnTo>
                <a:lnTo>
                  <a:pt x="213360" y="95999"/>
                </a:lnTo>
                <a:lnTo>
                  <a:pt x="213360" y="45707"/>
                </a:lnTo>
                <a:lnTo>
                  <a:pt x="391668" y="45707"/>
                </a:lnTo>
                <a:lnTo>
                  <a:pt x="356616" y="10655"/>
                </a:lnTo>
                <a:lnTo>
                  <a:pt x="332232" y="35039"/>
                </a:lnTo>
                <a:lnTo>
                  <a:pt x="6096" y="35039"/>
                </a:lnTo>
                <a:lnTo>
                  <a:pt x="22860" y="51803"/>
                </a:lnTo>
                <a:lnTo>
                  <a:pt x="32296" y="48933"/>
                </a:lnTo>
                <a:lnTo>
                  <a:pt x="42291" y="47040"/>
                </a:lnTo>
                <a:lnTo>
                  <a:pt x="52870" y="46024"/>
                </a:lnTo>
                <a:lnTo>
                  <a:pt x="64008" y="45707"/>
                </a:lnTo>
                <a:lnTo>
                  <a:pt x="188976" y="45707"/>
                </a:lnTo>
                <a:lnTo>
                  <a:pt x="188976" y="95999"/>
                </a:lnTo>
                <a:lnTo>
                  <a:pt x="188976" y="106667"/>
                </a:lnTo>
                <a:lnTo>
                  <a:pt x="188976" y="160007"/>
                </a:lnTo>
                <a:lnTo>
                  <a:pt x="188976" y="170675"/>
                </a:lnTo>
                <a:lnTo>
                  <a:pt x="188937" y="183591"/>
                </a:lnTo>
                <a:lnTo>
                  <a:pt x="188785" y="195059"/>
                </a:lnTo>
                <a:lnTo>
                  <a:pt x="188341" y="210540"/>
                </a:lnTo>
                <a:lnTo>
                  <a:pt x="187452" y="228587"/>
                </a:lnTo>
                <a:lnTo>
                  <a:pt x="88392" y="228587"/>
                </a:lnTo>
                <a:lnTo>
                  <a:pt x="88392" y="170675"/>
                </a:lnTo>
                <a:lnTo>
                  <a:pt x="188976" y="170675"/>
                </a:lnTo>
                <a:lnTo>
                  <a:pt x="188976" y="160007"/>
                </a:lnTo>
                <a:lnTo>
                  <a:pt x="88392" y="160007"/>
                </a:lnTo>
                <a:lnTo>
                  <a:pt x="88392" y="106667"/>
                </a:lnTo>
                <a:lnTo>
                  <a:pt x="188976" y="106667"/>
                </a:lnTo>
                <a:lnTo>
                  <a:pt x="188976" y="95999"/>
                </a:lnTo>
                <a:lnTo>
                  <a:pt x="89916" y="95999"/>
                </a:lnTo>
                <a:lnTo>
                  <a:pt x="62484" y="80759"/>
                </a:lnTo>
                <a:lnTo>
                  <a:pt x="63373" y="102793"/>
                </a:lnTo>
                <a:lnTo>
                  <a:pt x="63817" y="125526"/>
                </a:lnTo>
                <a:lnTo>
                  <a:pt x="63995" y="149136"/>
                </a:lnTo>
                <a:lnTo>
                  <a:pt x="63881" y="212255"/>
                </a:lnTo>
                <a:lnTo>
                  <a:pt x="63817" y="220776"/>
                </a:lnTo>
                <a:lnTo>
                  <a:pt x="63373" y="242100"/>
                </a:lnTo>
                <a:lnTo>
                  <a:pt x="62484" y="262115"/>
                </a:lnTo>
                <a:lnTo>
                  <a:pt x="88277" y="251498"/>
                </a:lnTo>
                <a:lnTo>
                  <a:pt x="88392" y="239255"/>
                </a:lnTo>
                <a:lnTo>
                  <a:pt x="185928" y="239255"/>
                </a:lnTo>
                <a:lnTo>
                  <a:pt x="176784" y="281927"/>
                </a:lnTo>
                <a:lnTo>
                  <a:pt x="163068" y="315455"/>
                </a:lnTo>
                <a:lnTo>
                  <a:pt x="151091" y="305155"/>
                </a:lnTo>
                <a:lnTo>
                  <a:pt x="138112" y="292404"/>
                </a:lnTo>
                <a:lnTo>
                  <a:pt x="124282" y="277101"/>
                </a:lnTo>
                <a:lnTo>
                  <a:pt x="109728" y="259067"/>
                </a:lnTo>
                <a:lnTo>
                  <a:pt x="103632" y="263639"/>
                </a:lnTo>
                <a:lnTo>
                  <a:pt x="117043" y="285026"/>
                </a:lnTo>
                <a:lnTo>
                  <a:pt x="129730" y="303263"/>
                </a:lnTo>
                <a:lnTo>
                  <a:pt x="141566" y="318084"/>
                </a:lnTo>
                <a:lnTo>
                  <a:pt x="152400" y="329171"/>
                </a:lnTo>
                <a:lnTo>
                  <a:pt x="143002" y="339204"/>
                </a:lnTo>
                <a:lnTo>
                  <a:pt x="99060" y="367271"/>
                </a:lnTo>
                <a:lnTo>
                  <a:pt x="54673" y="385749"/>
                </a:lnTo>
                <a:lnTo>
                  <a:pt x="0" y="400799"/>
                </a:lnTo>
                <a:lnTo>
                  <a:pt x="1524" y="406895"/>
                </a:lnTo>
                <a:lnTo>
                  <a:pt x="55245" y="397179"/>
                </a:lnTo>
                <a:lnTo>
                  <a:pt x="102108" y="384035"/>
                </a:lnTo>
                <a:lnTo>
                  <a:pt x="139446" y="365747"/>
                </a:lnTo>
                <a:lnTo>
                  <a:pt x="167640" y="342887"/>
                </a:lnTo>
                <a:lnTo>
                  <a:pt x="187629" y="357492"/>
                </a:lnTo>
                <a:lnTo>
                  <a:pt x="230441" y="378688"/>
                </a:lnTo>
                <a:lnTo>
                  <a:pt x="278180" y="390702"/>
                </a:lnTo>
                <a:lnTo>
                  <a:pt x="336575" y="397560"/>
                </a:lnTo>
                <a:lnTo>
                  <a:pt x="370332" y="399275"/>
                </a:lnTo>
                <a:lnTo>
                  <a:pt x="372960" y="389851"/>
                </a:lnTo>
                <a:lnTo>
                  <a:pt x="378714" y="382130"/>
                </a:lnTo>
                <a:lnTo>
                  <a:pt x="387908" y="376135"/>
                </a:lnTo>
                <a:lnTo>
                  <a:pt x="400812" y="371843"/>
                </a:lnTo>
                <a:lnTo>
                  <a:pt x="400812" y="368795"/>
                </a:lnTo>
                <a:lnTo>
                  <a:pt x="400812" y="365747"/>
                </a:lnTo>
                <a:close/>
              </a:path>
              <a:path w="843279" h="411479">
                <a:moveTo>
                  <a:pt x="579120" y="27432"/>
                </a:moveTo>
                <a:lnTo>
                  <a:pt x="544068" y="4572"/>
                </a:lnTo>
                <a:lnTo>
                  <a:pt x="538378" y="22834"/>
                </a:lnTo>
                <a:lnTo>
                  <a:pt x="530542" y="45529"/>
                </a:lnTo>
                <a:lnTo>
                  <a:pt x="509016" y="103632"/>
                </a:lnTo>
                <a:lnTo>
                  <a:pt x="477964" y="167830"/>
                </a:lnTo>
                <a:lnTo>
                  <a:pt x="438912" y="228600"/>
                </a:lnTo>
                <a:lnTo>
                  <a:pt x="445008" y="231648"/>
                </a:lnTo>
                <a:lnTo>
                  <a:pt x="460133" y="215620"/>
                </a:lnTo>
                <a:lnTo>
                  <a:pt x="475678" y="197167"/>
                </a:lnTo>
                <a:lnTo>
                  <a:pt x="491515" y="176136"/>
                </a:lnTo>
                <a:lnTo>
                  <a:pt x="507492" y="152400"/>
                </a:lnTo>
                <a:lnTo>
                  <a:pt x="507390" y="334899"/>
                </a:lnTo>
                <a:lnTo>
                  <a:pt x="507263" y="348996"/>
                </a:lnTo>
                <a:lnTo>
                  <a:pt x="506857" y="375754"/>
                </a:lnTo>
                <a:lnTo>
                  <a:pt x="505968" y="411480"/>
                </a:lnTo>
                <a:lnTo>
                  <a:pt x="531876" y="399275"/>
                </a:lnTo>
                <a:lnTo>
                  <a:pt x="530987" y="362712"/>
                </a:lnTo>
                <a:lnTo>
                  <a:pt x="530542" y="334899"/>
                </a:lnTo>
                <a:lnTo>
                  <a:pt x="530466" y="323176"/>
                </a:lnTo>
                <a:lnTo>
                  <a:pt x="530352" y="152400"/>
                </a:lnTo>
                <a:lnTo>
                  <a:pt x="530352" y="144780"/>
                </a:lnTo>
                <a:lnTo>
                  <a:pt x="544068" y="131064"/>
                </a:lnTo>
                <a:lnTo>
                  <a:pt x="522732" y="118872"/>
                </a:lnTo>
                <a:lnTo>
                  <a:pt x="541020" y="80962"/>
                </a:lnTo>
                <a:lnTo>
                  <a:pt x="559841" y="43929"/>
                </a:lnTo>
                <a:lnTo>
                  <a:pt x="572287" y="30861"/>
                </a:lnTo>
                <a:lnTo>
                  <a:pt x="579120" y="27432"/>
                </a:lnTo>
                <a:close/>
              </a:path>
              <a:path w="843279" h="411479">
                <a:moveTo>
                  <a:pt x="819912" y="73152"/>
                </a:moveTo>
                <a:lnTo>
                  <a:pt x="812520" y="67056"/>
                </a:lnTo>
                <a:lnTo>
                  <a:pt x="794004" y="51816"/>
                </a:lnTo>
                <a:lnTo>
                  <a:pt x="786384" y="61341"/>
                </a:lnTo>
                <a:lnTo>
                  <a:pt x="786384" y="77724"/>
                </a:lnTo>
                <a:lnTo>
                  <a:pt x="786384" y="129540"/>
                </a:lnTo>
                <a:lnTo>
                  <a:pt x="621792" y="129540"/>
                </a:lnTo>
                <a:lnTo>
                  <a:pt x="621792" y="77724"/>
                </a:lnTo>
                <a:lnTo>
                  <a:pt x="786384" y="77724"/>
                </a:lnTo>
                <a:lnTo>
                  <a:pt x="786384" y="61341"/>
                </a:lnTo>
                <a:lnTo>
                  <a:pt x="781812" y="67056"/>
                </a:lnTo>
                <a:lnTo>
                  <a:pt x="708660" y="67056"/>
                </a:lnTo>
                <a:lnTo>
                  <a:pt x="711708" y="64008"/>
                </a:lnTo>
                <a:lnTo>
                  <a:pt x="720852" y="51816"/>
                </a:lnTo>
                <a:lnTo>
                  <a:pt x="723900" y="47244"/>
                </a:lnTo>
                <a:lnTo>
                  <a:pt x="723900" y="39624"/>
                </a:lnTo>
                <a:lnTo>
                  <a:pt x="720852" y="33528"/>
                </a:lnTo>
                <a:lnTo>
                  <a:pt x="714756" y="28956"/>
                </a:lnTo>
                <a:lnTo>
                  <a:pt x="709599" y="23787"/>
                </a:lnTo>
                <a:lnTo>
                  <a:pt x="700849" y="17335"/>
                </a:lnTo>
                <a:lnTo>
                  <a:pt x="688403" y="9448"/>
                </a:lnTo>
                <a:lnTo>
                  <a:pt x="672084" y="0"/>
                </a:lnTo>
                <a:lnTo>
                  <a:pt x="669036" y="6096"/>
                </a:lnTo>
                <a:lnTo>
                  <a:pt x="679589" y="18618"/>
                </a:lnTo>
                <a:lnTo>
                  <a:pt x="688263" y="30835"/>
                </a:lnTo>
                <a:lnTo>
                  <a:pt x="694969" y="42519"/>
                </a:lnTo>
                <a:lnTo>
                  <a:pt x="699516" y="53340"/>
                </a:lnTo>
                <a:lnTo>
                  <a:pt x="701040" y="62484"/>
                </a:lnTo>
                <a:lnTo>
                  <a:pt x="704088" y="67056"/>
                </a:lnTo>
                <a:lnTo>
                  <a:pt x="621792" y="67056"/>
                </a:lnTo>
                <a:lnTo>
                  <a:pt x="597408" y="51816"/>
                </a:lnTo>
                <a:lnTo>
                  <a:pt x="598754" y="103632"/>
                </a:lnTo>
                <a:lnTo>
                  <a:pt x="598741" y="154876"/>
                </a:lnTo>
                <a:lnTo>
                  <a:pt x="597115" y="193929"/>
                </a:lnTo>
                <a:lnTo>
                  <a:pt x="590384" y="246837"/>
                </a:lnTo>
                <a:lnTo>
                  <a:pt x="579577" y="291503"/>
                </a:lnTo>
                <a:lnTo>
                  <a:pt x="565886" y="331279"/>
                </a:lnTo>
                <a:lnTo>
                  <a:pt x="541020" y="381000"/>
                </a:lnTo>
                <a:lnTo>
                  <a:pt x="545592" y="385572"/>
                </a:lnTo>
                <a:lnTo>
                  <a:pt x="575119" y="343471"/>
                </a:lnTo>
                <a:lnTo>
                  <a:pt x="598932" y="291084"/>
                </a:lnTo>
                <a:lnTo>
                  <a:pt x="616077" y="224790"/>
                </a:lnTo>
                <a:lnTo>
                  <a:pt x="620369" y="184785"/>
                </a:lnTo>
                <a:lnTo>
                  <a:pt x="621792" y="140208"/>
                </a:lnTo>
                <a:lnTo>
                  <a:pt x="786384" y="140208"/>
                </a:lnTo>
                <a:lnTo>
                  <a:pt x="786384" y="158496"/>
                </a:lnTo>
                <a:lnTo>
                  <a:pt x="810768" y="150876"/>
                </a:lnTo>
                <a:lnTo>
                  <a:pt x="809650" y="142887"/>
                </a:lnTo>
                <a:lnTo>
                  <a:pt x="809320" y="140208"/>
                </a:lnTo>
                <a:lnTo>
                  <a:pt x="808672" y="135064"/>
                </a:lnTo>
                <a:lnTo>
                  <a:pt x="808177" y="129540"/>
                </a:lnTo>
                <a:lnTo>
                  <a:pt x="807986" y="127508"/>
                </a:lnTo>
                <a:lnTo>
                  <a:pt x="807720" y="120396"/>
                </a:lnTo>
                <a:lnTo>
                  <a:pt x="807720" y="82296"/>
                </a:lnTo>
                <a:lnTo>
                  <a:pt x="813816" y="77724"/>
                </a:lnTo>
                <a:lnTo>
                  <a:pt x="819912" y="73152"/>
                </a:lnTo>
                <a:close/>
              </a:path>
              <a:path w="843279" h="411479">
                <a:moveTo>
                  <a:pt x="842772" y="199644"/>
                </a:moveTo>
                <a:lnTo>
                  <a:pt x="833628" y="192024"/>
                </a:lnTo>
                <a:lnTo>
                  <a:pt x="815340" y="176784"/>
                </a:lnTo>
                <a:lnTo>
                  <a:pt x="804672" y="188645"/>
                </a:lnTo>
                <a:lnTo>
                  <a:pt x="804672" y="202692"/>
                </a:lnTo>
                <a:lnTo>
                  <a:pt x="804672" y="274320"/>
                </a:lnTo>
                <a:lnTo>
                  <a:pt x="769620" y="274320"/>
                </a:lnTo>
                <a:lnTo>
                  <a:pt x="769620" y="202692"/>
                </a:lnTo>
                <a:lnTo>
                  <a:pt x="804672" y="202692"/>
                </a:lnTo>
                <a:lnTo>
                  <a:pt x="804672" y="188645"/>
                </a:lnTo>
                <a:lnTo>
                  <a:pt x="801624" y="192024"/>
                </a:lnTo>
                <a:lnTo>
                  <a:pt x="746760" y="192024"/>
                </a:lnTo>
                <a:lnTo>
                  <a:pt x="746760" y="202692"/>
                </a:lnTo>
                <a:lnTo>
                  <a:pt x="746760" y="274320"/>
                </a:lnTo>
                <a:lnTo>
                  <a:pt x="708660" y="274320"/>
                </a:lnTo>
                <a:lnTo>
                  <a:pt x="708660" y="202692"/>
                </a:lnTo>
                <a:lnTo>
                  <a:pt x="746760" y="202692"/>
                </a:lnTo>
                <a:lnTo>
                  <a:pt x="746760" y="192024"/>
                </a:lnTo>
                <a:lnTo>
                  <a:pt x="687324" y="192024"/>
                </a:lnTo>
                <a:lnTo>
                  <a:pt x="687324" y="202692"/>
                </a:lnTo>
                <a:lnTo>
                  <a:pt x="687324" y="274320"/>
                </a:lnTo>
                <a:lnTo>
                  <a:pt x="652272" y="274320"/>
                </a:lnTo>
                <a:lnTo>
                  <a:pt x="652272" y="202692"/>
                </a:lnTo>
                <a:lnTo>
                  <a:pt x="687324" y="202692"/>
                </a:lnTo>
                <a:lnTo>
                  <a:pt x="687324" y="192024"/>
                </a:lnTo>
                <a:lnTo>
                  <a:pt x="652272" y="192024"/>
                </a:lnTo>
                <a:lnTo>
                  <a:pt x="627888" y="176784"/>
                </a:lnTo>
                <a:lnTo>
                  <a:pt x="628777" y="193929"/>
                </a:lnTo>
                <a:lnTo>
                  <a:pt x="629221" y="208788"/>
                </a:lnTo>
                <a:lnTo>
                  <a:pt x="629323" y="215620"/>
                </a:lnTo>
                <a:lnTo>
                  <a:pt x="629208" y="348996"/>
                </a:lnTo>
                <a:lnTo>
                  <a:pt x="628650" y="362140"/>
                </a:lnTo>
                <a:lnTo>
                  <a:pt x="628205" y="375754"/>
                </a:lnTo>
                <a:lnTo>
                  <a:pt x="628091" y="381000"/>
                </a:lnTo>
                <a:lnTo>
                  <a:pt x="627888" y="397751"/>
                </a:lnTo>
                <a:lnTo>
                  <a:pt x="652272" y="387096"/>
                </a:lnTo>
                <a:lnTo>
                  <a:pt x="652272" y="283464"/>
                </a:lnTo>
                <a:lnTo>
                  <a:pt x="687324" y="283464"/>
                </a:lnTo>
                <a:lnTo>
                  <a:pt x="687324" y="368808"/>
                </a:lnTo>
                <a:lnTo>
                  <a:pt x="708660" y="362712"/>
                </a:lnTo>
                <a:lnTo>
                  <a:pt x="708660" y="283464"/>
                </a:lnTo>
                <a:lnTo>
                  <a:pt x="746760" y="283464"/>
                </a:lnTo>
                <a:lnTo>
                  <a:pt x="746760" y="355092"/>
                </a:lnTo>
                <a:lnTo>
                  <a:pt x="769620" y="347472"/>
                </a:lnTo>
                <a:lnTo>
                  <a:pt x="769620" y="283464"/>
                </a:lnTo>
                <a:lnTo>
                  <a:pt x="804672" y="283464"/>
                </a:lnTo>
                <a:lnTo>
                  <a:pt x="804672" y="352044"/>
                </a:lnTo>
                <a:lnTo>
                  <a:pt x="806196" y="362712"/>
                </a:lnTo>
                <a:lnTo>
                  <a:pt x="801624" y="367284"/>
                </a:lnTo>
                <a:lnTo>
                  <a:pt x="794004" y="367284"/>
                </a:lnTo>
                <a:lnTo>
                  <a:pt x="786269" y="367017"/>
                </a:lnTo>
                <a:lnTo>
                  <a:pt x="776668" y="366331"/>
                </a:lnTo>
                <a:lnTo>
                  <a:pt x="751332" y="364236"/>
                </a:lnTo>
                <a:lnTo>
                  <a:pt x="751332" y="371856"/>
                </a:lnTo>
                <a:lnTo>
                  <a:pt x="769581" y="378968"/>
                </a:lnTo>
                <a:lnTo>
                  <a:pt x="782955" y="386524"/>
                </a:lnTo>
                <a:lnTo>
                  <a:pt x="791197" y="394347"/>
                </a:lnTo>
                <a:lnTo>
                  <a:pt x="794004" y="402336"/>
                </a:lnTo>
                <a:lnTo>
                  <a:pt x="809752" y="395757"/>
                </a:lnTo>
                <a:lnTo>
                  <a:pt x="827532" y="283464"/>
                </a:lnTo>
                <a:lnTo>
                  <a:pt x="827532" y="274320"/>
                </a:lnTo>
                <a:lnTo>
                  <a:pt x="827532" y="208788"/>
                </a:lnTo>
                <a:lnTo>
                  <a:pt x="837692" y="202692"/>
                </a:lnTo>
                <a:lnTo>
                  <a:pt x="842772" y="19964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" name="object 38"/>
          <p:cNvSpPr/>
          <p:nvPr/>
        </p:nvSpPr>
        <p:spPr>
          <a:xfrm>
            <a:off x="3730752" y="3596639"/>
            <a:ext cx="737870" cy="407034"/>
          </a:xfrm>
          <a:custGeom>
            <a:avLst/>
            <a:gdLst/>
            <a:ahLst/>
            <a:cxnLst/>
            <a:rect l="l" t="t" r="r" b="b"/>
            <a:pathLst>
              <a:path w="737870" h="407035">
                <a:moveTo>
                  <a:pt x="132588" y="100584"/>
                </a:moveTo>
                <a:lnTo>
                  <a:pt x="97078" y="66725"/>
                </a:lnTo>
                <a:lnTo>
                  <a:pt x="80772" y="57912"/>
                </a:lnTo>
                <a:lnTo>
                  <a:pt x="77724" y="64008"/>
                </a:lnTo>
                <a:lnTo>
                  <a:pt x="87147" y="75679"/>
                </a:lnTo>
                <a:lnTo>
                  <a:pt x="94869" y="87630"/>
                </a:lnTo>
                <a:lnTo>
                  <a:pt x="100863" y="99593"/>
                </a:lnTo>
                <a:lnTo>
                  <a:pt x="105156" y="111252"/>
                </a:lnTo>
                <a:lnTo>
                  <a:pt x="109728" y="121920"/>
                </a:lnTo>
                <a:lnTo>
                  <a:pt x="112776" y="128016"/>
                </a:lnTo>
                <a:lnTo>
                  <a:pt x="118872" y="128016"/>
                </a:lnTo>
                <a:lnTo>
                  <a:pt x="126492" y="120396"/>
                </a:lnTo>
                <a:lnTo>
                  <a:pt x="129540" y="114300"/>
                </a:lnTo>
                <a:lnTo>
                  <a:pt x="132588" y="109728"/>
                </a:lnTo>
                <a:lnTo>
                  <a:pt x="132588" y="100584"/>
                </a:lnTo>
                <a:close/>
              </a:path>
              <a:path w="737870" h="407035">
                <a:moveTo>
                  <a:pt x="220980" y="92964"/>
                </a:moveTo>
                <a:lnTo>
                  <a:pt x="188976" y="61112"/>
                </a:lnTo>
                <a:lnTo>
                  <a:pt x="170688" y="48768"/>
                </a:lnTo>
                <a:lnTo>
                  <a:pt x="166116" y="53340"/>
                </a:lnTo>
                <a:lnTo>
                  <a:pt x="176657" y="67678"/>
                </a:lnTo>
                <a:lnTo>
                  <a:pt x="185356" y="81153"/>
                </a:lnTo>
                <a:lnTo>
                  <a:pt x="192036" y="94068"/>
                </a:lnTo>
                <a:lnTo>
                  <a:pt x="196596" y="106680"/>
                </a:lnTo>
                <a:lnTo>
                  <a:pt x="198120" y="118872"/>
                </a:lnTo>
                <a:lnTo>
                  <a:pt x="201168" y="123444"/>
                </a:lnTo>
                <a:lnTo>
                  <a:pt x="205740" y="123444"/>
                </a:lnTo>
                <a:lnTo>
                  <a:pt x="208788" y="121920"/>
                </a:lnTo>
                <a:lnTo>
                  <a:pt x="213360" y="115824"/>
                </a:lnTo>
                <a:lnTo>
                  <a:pt x="217932" y="111252"/>
                </a:lnTo>
                <a:lnTo>
                  <a:pt x="220878" y="105346"/>
                </a:lnTo>
                <a:lnTo>
                  <a:pt x="220980" y="92964"/>
                </a:lnTo>
                <a:close/>
              </a:path>
              <a:path w="737870" h="407035">
                <a:moveTo>
                  <a:pt x="332232" y="60960"/>
                </a:moveTo>
                <a:lnTo>
                  <a:pt x="298704" y="39624"/>
                </a:lnTo>
                <a:lnTo>
                  <a:pt x="294132" y="51917"/>
                </a:lnTo>
                <a:lnTo>
                  <a:pt x="289560" y="63627"/>
                </a:lnTo>
                <a:lnTo>
                  <a:pt x="268897" y="105156"/>
                </a:lnTo>
                <a:lnTo>
                  <a:pt x="256032" y="126492"/>
                </a:lnTo>
                <a:lnTo>
                  <a:pt x="260604" y="129540"/>
                </a:lnTo>
                <a:lnTo>
                  <a:pt x="272034" y="119570"/>
                </a:lnTo>
                <a:lnTo>
                  <a:pt x="285750" y="105727"/>
                </a:lnTo>
                <a:lnTo>
                  <a:pt x="301752" y="88188"/>
                </a:lnTo>
                <a:lnTo>
                  <a:pt x="320040" y="67056"/>
                </a:lnTo>
                <a:lnTo>
                  <a:pt x="332232" y="60960"/>
                </a:lnTo>
                <a:close/>
              </a:path>
              <a:path w="737870" h="407035">
                <a:moveTo>
                  <a:pt x="359664" y="32004"/>
                </a:moveTo>
                <a:lnTo>
                  <a:pt x="333756" y="0"/>
                </a:lnTo>
                <a:lnTo>
                  <a:pt x="315480" y="7747"/>
                </a:lnTo>
                <a:lnTo>
                  <a:pt x="290512" y="15049"/>
                </a:lnTo>
                <a:lnTo>
                  <a:pt x="220980" y="28956"/>
                </a:lnTo>
                <a:lnTo>
                  <a:pt x="177800" y="34366"/>
                </a:lnTo>
                <a:lnTo>
                  <a:pt x="132778" y="39052"/>
                </a:lnTo>
                <a:lnTo>
                  <a:pt x="85737" y="42887"/>
                </a:lnTo>
                <a:lnTo>
                  <a:pt x="36576" y="45720"/>
                </a:lnTo>
                <a:lnTo>
                  <a:pt x="36576" y="53340"/>
                </a:lnTo>
                <a:lnTo>
                  <a:pt x="89979" y="50800"/>
                </a:lnTo>
                <a:lnTo>
                  <a:pt x="140398" y="47815"/>
                </a:lnTo>
                <a:lnTo>
                  <a:pt x="334518" y="33439"/>
                </a:lnTo>
                <a:lnTo>
                  <a:pt x="359664" y="32004"/>
                </a:lnTo>
                <a:close/>
              </a:path>
              <a:path w="737870" h="407035">
                <a:moveTo>
                  <a:pt x="384048" y="144780"/>
                </a:moveTo>
                <a:lnTo>
                  <a:pt x="373380" y="134112"/>
                </a:lnTo>
                <a:lnTo>
                  <a:pt x="355092" y="115824"/>
                </a:lnTo>
                <a:lnTo>
                  <a:pt x="335280" y="134112"/>
                </a:lnTo>
                <a:lnTo>
                  <a:pt x="44196" y="134112"/>
                </a:lnTo>
                <a:lnTo>
                  <a:pt x="44196" y="115824"/>
                </a:lnTo>
                <a:lnTo>
                  <a:pt x="38100" y="115824"/>
                </a:lnTo>
                <a:lnTo>
                  <a:pt x="21374" y="159334"/>
                </a:lnTo>
                <a:lnTo>
                  <a:pt x="4572" y="175260"/>
                </a:lnTo>
                <a:lnTo>
                  <a:pt x="0" y="181356"/>
                </a:lnTo>
                <a:lnTo>
                  <a:pt x="0" y="185928"/>
                </a:lnTo>
                <a:lnTo>
                  <a:pt x="4572" y="190500"/>
                </a:lnTo>
                <a:lnTo>
                  <a:pt x="7620" y="192024"/>
                </a:lnTo>
                <a:lnTo>
                  <a:pt x="12192" y="193548"/>
                </a:lnTo>
                <a:lnTo>
                  <a:pt x="19812" y="193548"/>
                </a:lnTo>
                <a:lnTo>
                  <a:pt x="43599" y="161975"/>
                </a:lnTo>
                <a:lnTo>
                  <a:pt x="44196" y="144780"/>
                </a:lnTo>
                <a:lnTo>
                  <a:pt x="338328" y="144780"/>
                </a:lnTo>
                <a:lnTo>
                  <a:pt x="321564" y="187452"/>
                </a:lnTo>
                <a:lnTo>
                  <a:pt x="326136" y="188976"/>
                </a:lnTo>
                <a:lnTo>
                  <a:pt x="334987" y="178409"/>
                </a:lnTo>
                <a:lnTo>
                  <a:pt x="343281" y="169545"/>
                </a:lnTo>
                <a:lnTo>
                  <a:pt x="378066" y="146265"/>
                </a:lnTo>
                <a:lnTo>
                  <a:pt x="384048" y="144780"/>
                </a:lnTo>
                <a:close/>
              </a:path>
              <a:path w="737870" h="407035">
                <a:moveTo>
                  <a:pt x="391668" y="373380"/>
                </a:moveTo>
                <a:lnTo>
                  <a:pt x="346176" y="370522"/>
                </a:lnTo>
                <a:lnTo>
                  <a:pt x="305562" y="364236"/>
                </a:lnTo>
                <a:lnTo>
                  <a:pt x="269506" y="354520"/>
                </a:lnTo>
                <a:lnTo>
                  <a:pt x="267208" y="353568"/>
                </a:lnTo>
                <a:lnTo>
                  <a:pt x="237744" y="341376"/>
                </a:lnTo>
                <a:lnTo>
                  <a:pt x="252349" y="329184"/>
                </a:lnTo>
                <a:lnTo>
                  <a:pt x="253123" y="328549"/>
                </a:lnTo>
                <a:lnTo>
                  <a:pt x="269367" y="312991"/>
                </a:lnTo>
                <a:lnTo>
                  <a:pt x="286169" y="294881"/>
                </a:lnTo>
                <a:lnTo>
                  <a:pt x="303276" y="274320"/>
                </a:lnTo>
                <a:lnTo>
                  <a:pt x="320040" y="265176"/>
                </a:lnTo>
                <a:lnTo>
                  <a:pt x="318516" y="263652"/>
                </a:lnTo>
                <a:lnTo>
                  <a:pt x="309372" y="254508"/>
                </a:lnTo>
                <a:lnTo>
                  <a:pt x="294132" y="239268"/>
                </a:lnTo>
                <a:lnTo>
                  <a:pt x="277368" y="254508"/>
                </a:lnTo>
                <a:lnTo>
                  <a:pt x="277368" y="265176"/>
                </a:lnTo>
                <a:lnTo>
                  <a:pt x="265125" y="282892"/>
                </a:lnTo>
                <a:lnTo>
                  <a:pt x="251460" y="299466"/>
                </a:lnTo>
                <a:lnTo>
                  <a:pt x="236639" y="314896"/>
                </a:lnTo>
                <a:lnTo>
                  <a:pt x="220980" y="329184"/>
                </a:lnTo>
                <a:lnTo>
                  <a:pt x="213588" y="324027"/>
                </a:lnTo>
                <a:lnTo>
                  <a:pt x="178879" y="291109"/>
                </a:lnTo>
                <a:lnTo>
                  <a:pt x="160020" y="265176"/>
                </a:lnTo>
                <a:lnTo>
                  <a:pt x="277368" y="265176"/>
                </a:lnTo>
                <a:lnTo>
                  <a:pt x="277368" y="254508"/>
                </a:lnTo>
                <a:lnTo>
                  <a:pt x="152400" y="254508"/>
                </a:lnTo>
                <a:lnTo>
                  <a:pt x="155803" y="245364"/>
                </a:lnTo>
                <a:lnTo>
                  <a:pt x="159067" y="236220"/>
                </a:lnTo>
                <a:lnTo>
                  <a:pt x="162039" y="227076"/>
                </a:lnTo>
                <a:lnTo>
                  <a:pt x="164592" y="217932"/>
                </a:lnTo>
                <a:lnTo>
                  <a:pt x="345948" y="217932"/>
                </a:lnTo>
                <a:lnTo>
                  <a:pt x="315468" y="187452"/>
                </a:lnTo>
                <a:lnTo>
                  <a:pt x="295656" y="207264"/>
                </a:lnTo>
                <a:lnTo>
                  <a:pt x="166116" y="207264"/>
                </a:lnTo>
                <a:lnTo>
                  <a:pt x="172212" y="181356"/>
                </a:lnTo>
                <a:lnTo>
                  <a:pt x="184404" y="170688"/>
                </a:lnTo>
                <a:lnTo>
                  <a:pt x="146304" y="153924"/>
                </a:lnTo>
                <a:lnTo>
                  <a:pt x="145770" y="165049"/>
                </a:lnTo>
                <a:lnTo>
                  <a:pt x="144399" y="177736"/>
                </a:lnTo>
                <a:lnTo>
                  <a:pt x="142443" y="191858"/>
                </a:lnTo>
                <a:lnTo>
                  <a:pt x="140208" y="207264"/>
                </a:lnTo>
                <a:lnTo>
                  <a:pt x="32004" y="207264"/>
                </a:lnTo>
                <a:lnTo>
                  <a:pt x="48768" y="224028"/>
                </a:lnTo>
                <a:lnTo>
                  <a:pt x="58191" y="221157"/>
                </a:lnTo>
                <a:lnTo>
                  <a:pt x="68199" y="219265"/>
                </a:lnTo>
                <a:lnTo>
                  <a:pt x="78765" y="218249"/>
                </a:lnTo>
                <a:lnTo>
                  <a:pt x="89916" y="217932"/>
                </a:lnTo>
                <a:lnTo>
                  <a:pt x="138684" y="217932"/>
                </a:lnTo>
                <a:lnTo>
                  <a:pt x="126796" y="256489"/>
                </a:lnTo>
                <a:lnTo>
                  <a:pt x="107683" y="293357"/>
                </a:lnTo>
                <a:lnTo>
                  <a:pt x="81394" y="328320"/>
                </a:lnTo>
                <a:lnTo>
                  <a:pt x="48018" y="361175"/>
                </a:lnTo>
                <a:lnTo>
                  <a:pt x="7620" y="391668"/>
                </a:lnTo>
                <a:lnTo>
                  <a:pt x="10668" y="399288"/>
                </a:lnTo>
                <a:lnTo>
                  <a:pt x="57835" y="370382"/>
                </a:lnTo>
                <a:lnTo>
                  <a:pt x="96583" y="338328"/>
                </a:lnTo>
                <a:lnTo>
                  <a:pt x="127038" y="302856"/>
                </a:lnTo>
                <a:lnTo>
                  <a:pt x="149352" y="263652"/>
                </a:lnTo>
                <a:lnTo>
                  <a:pt x="159893" y="284797"/>
                </a:lnTo>
                <a:lnTo>
                  <a:pt x="173164" y="304800"/>
                </a:lnTo>
                <a:lnTo>
                  <a:pt x="188988" y="323659"/>
                </a:lnTo>
                <a:lnTo>
                  <a:pt x="207264" y="341376"/>
                </a:lnTo>
                <a:lnTo>
                  <a:pt x="177520" y="359664"/>
                </a:lnTo>
                <a:lnTo>
                  <a:pt x="143065" y="375666"/>
                </a:lnTo>
                <a:lnTo>
                  <a:pt x="103746" y="389382"/>
                </a:lnTo>
                <a:lnTo>
                  <a:pt x="59436" y="400812"/>
                </a:lnTo>
                <a:lnTo>
                  <a:pt x="59436" y="406908"/>
                </a:lnTo>
                <a:lnTo>
                  <a:pt x="109131" y="398576"/>
                </a:lnTo>
                <a:lnTo>
                  <a:pt x="152971" y="387096"/>
                </a:lnTo>
                <a:lnTo>
                  <a:pt x="190804" y="372198"/>
                </a:lnTo>
                <a:lnTo>
                  <a:pt x="222504" y="353568"/>
                </a:lnTo>
                <a:lnTo>
                  <a:pt x="248450" y="368693"/>
                </a:lnTo>
                <a:lnTo>
                  <a:pt x="280416" y="381952"/>
                </a:lnTo>
                <a:lnTo>
                  <a:pt x="318084" y="393217"/>
                </a:lnTo>
                <a:lnTo>
                  <a:pt x="361188" y="402336"/>
                </a:lnTo>
                <a:lnTo>
                  <a:pt x="367233" y="392315"/>
                </a:lnTo>
                <a:lnTo>
                  <a:pt x="374142" y="385000"/>
                </a:lnTo>
                <a:lnTo>
                  <a:pt x="382181" y="380263"/>
                </a:lnTo>
                <a:lnTo>
                  <a:pt x="391668" y="377952"/>
                </a:lnTo>
                <a:lnTo>
                  <a:pt x="391668" y="373380"/>
                </a:lnTo>
                <a:close/>
              </a:path>
              <a:path w="737870" h="407035">
                <a:moveTo>
                  <a:pt x="737603" y="123444"/>
                </a:moveTo>
                <a:lnTo>
                  <a:pt x="696455" y="123444"/>
                </a:lnTo>
                <a:lnTo>
                  <a:pt x="655307" y="310896"/>
                </a:lnTo>
                <a:lnTo>
                  <a:pt x="595871" y="123444"/>
                </a:lnTo>
                <a:lnTo>
                  <a:pt x="562343" y="123444"/>
                </a:lnTo>
                <a:lnTo>
                  <a:pt x="505955" y="310896"/>
                </a:lnTo>
                <a:lnTo>
                  <a:pt x="461759" y="123444"/>
                </a:lnTo>
                <a:lnTo>
                  <a:pt x="419087" y="123444"/>
                </a:lnTo>
                <a:lnTo>
                  <a:pt x="481571" y="365760"/>
                </a:lnTo>
                <a:lnTo>
                  <a:pt x="519671" y="365760"/>
                </a:lnTo>
                <a:lnTo>
                  <a:pt x="579107" y="178308"/>
                </a:lnTo>
                <a:lnTo>
                  <a:pt x="638543" y="365760"/>
                </a:lnTo>
                <a:lnTo>
                  <a:pt x="675119" y="365760"/>
                </a:lnTo>
                <a:lnTo>
                  <a:pt x="737603" y="12344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pic>
        <p:nvPicPr>
          <p:cNvPr id="39" name="object 39"/>
          <p:cNvPicPr/>
          <p:nvPr/>
        </p:nvPicPr>
        <p:blipFill>
          <a:blip r:embed="rId11" cstate="print"/>
          <a:stretch>
            <a:fillRect/>
          </a:stretch>
        </p:blipFill>
        <p:spPr>
          <a:xfrm>
            <a:off x="4517136" y="3660647"/>
            <a:ext cx="67056" cy="112775"/>
          </a:xfrm>
          <a:prstGeom prst="rect">
            <a:avLst/>
          </a:prstGeom>
        </p:spPr>
      </p:pic>
      <p:sp>
        <p:nvSpPr>
          <p:cNvPr id="40" name="object 40"/>
          <p:cNvSpPr/>
          <p:nvPr/>
        </p:nvSpPr>
        <p:spPr>
          <a:xfrm>
            <a:off x="4642103" y="3614927"/>
            <a:ext cx="402590" cy="386080"/>
          </a:xfrm>
          <a:custGeom>
            <a:avLst/>
            <a:gdLst/>
            <a:ahLst/>
            <a:cxnLst/>
            <a:rect l="l" t="t" r="r" b="b"/>
            <a:pathLst>
              <a:path w="402589" h="386079">
                <a:moveTo>
                  <a:pt x="316992" y="385572"/>
                </a:moveTo>
                <a:lnTo>
                  <a:pt x="311277" y="374713"/>
                </a:lnTo>
                <a:lnTo>
                  <a:pt x="300990" y="364998"/>
                </a:lnTo>
                <a:lnTo>
                  <a:pt x="286131" y="356425"/>
                </a:lnTo>
                <a:lnTo>
                  <a:pt x="266700" y="348996"/>
                </a:lnTo>
                <a:lnTo>
                  <a:pt x="266700" y="342900"/>
                </a:lnTo>
                <a:lnTo>
                  <a:pt x="305752" y="347281"/>
                </a:lnTo>
                <a:lnTo>
                  <a:pt x="329184" y="338328"/>
                </a:lnTo>
                <a:lnTo>
                  <a:pt x="329184" y="124968"/>
                </a:lnTo>
                <a:lnTo>
                  <a:pt x="254508" y="124968"/>
                </a:lnTo>
                <a:lnTo>
                  <a:pt x="254508" y="348996"/>
                </a:lnTo>
                <a:lnTo>
                  <a:pt x="233172" y="358140"/>
                </a:lnTo>
                <a:lnTo>
                  <a:pt x="233172" y="124968"/>
                </a:lnTo>
                <a:lnTo>
                  <a:pt x="164592" y="124968"/>
                </a:lnTo>
                <a:lnTo>
                  <a:pt x="164592" y="350520"/>
                </a:lnTo>
                <a:lnTo>
                  <a:pt x="141732" y="361188"/>
                </a:lnTo>
                <a:lnTo>
                  <a:pt x="141732" y="124968"/>
                </a:lnTo>
                <a:lnTo>
                  <a:pt x="74675" y="124968"/>
                </a:lnTo>
                <a:lnTo>
                  <a:pt x="74675" y="362712"/>
                </a:lnTo>
                <a:lnTo>
                  <a:pt x="48768" y="381000"/>
                </a:lnTo>
                <a:lnTo>
                  <a:pt x="49006" y="343328"/>
                </a:lnTo>
                <a:lnTo>
                  <a:pt x="50053" y="262270"/>
                </a:lnTo>
                <a:lnTo>
                  <a:pt x="50292" y="219456"/>
                </a:lnTo>
                <a:lnTo>
                  <a:pt x="50053" y="178569"/>
                </a:lnTo>
                <a:lnTo>
                  <a:pt x="48768" y="99059"/>
                </a:lnTo>
                <a:lnTo>
                  <a:pt x="74675" y="114300"/>
                </a:lnTo>
                <a:lnTo>
                  <a:pt x="161544" y="114300"/>
                </a:lnTo>
                <a:lnTo>
                  <a:pt x="184404" y="35051"/>
                </a:lnTo>
                <a:lnTo>
                  <a:pt x="56388" y="35051"/>
                </a:lnTo>
                <a:lnTo>
                  <a:pt x="45243" y="35337"/>
                </a:lnTo>
                <a:lnTo>
                  <a:pt x="34670" y="36195"/>
                </a:lnTo>
                <a:lnTo>
                  <a:pt x="24669" y="37623"/>
                </a:lnTo>
                <a:lnTo>
                  <a:pt x="15240" y="39624"/>
                </a:lnTo>
                <a:lnTo>
                  <a:pt x="0" y="24384"/>
                </a:lnTo>
                <a:lnTo>
                  <a:pt x="339852" y="24384"/>
                </a:lnTo>
                <a:lnTo>
                  <a:pt x="368808" y="0"/>
                </a:lnTo>
                <a:lnTo>
                  <a:pt x="402336" y="35051"/>
                </a:lnTo>
                <a:lnTo>
                  <a:pt x="220979" y="35051"/>
                </a:lnTo>
                <a:lnTo>
                  <a:pt x="211812" y="46148"/>
                </a:lnTo>
                <a:lnTo>
                  <a:pt x="200215" y="63245"/>
                </a:lnTo>
                <a:lnTo>
                  <a:pt x="186047" y="86058"/>
                </a:lnTo>
                <a:lnTo>
                  <a:pt x="169164" y="114300"/>
                </a:lnTo>
                <a:lnTo>
                  <a:pt x="327660" y="114300"/>
                </a:lnTo>
                <a:lnTo>
                  <a:pt x="341376" y="97536"/>
                </a:lnTo>
                <a:lnTo>
                  <a:pt x="373380" y="123443"/>
                </a:lnTo>
                <a:lnTo>
                  <a:pt x="353568" y="135636"/>
                </a:lnTo>
                <a:lnTo>
                  <a:pt x="353568" y="336804"/>
                </a:lnTo>
                <a:lnTo>
                  <a:pt x="353258" y="346495"/>
                </a:lnTo>
                <a:lnTo>
                  <a:pt x="327540" y="380785"/>
                </a:lnTo>
                <a:lnTo>
                  <a:pt x="316992" y="38557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" name="object 41"/>
          <p:cNvSpPr/>
          <p:nvPr/>
        </p:nvSpPr>
        <p:spPr>
          <a:xfrm>
            <a:off x="5091684" y="3605783"/>
            <a:ext cx="396240" cy="394970"/>
          </a:xfrm>
          <a:custGeom>
            <a:avLst/>
            <a:gdLst/>
            <a:ahLst/>
            <a:cxnLst/>
            <a:rect l="l" t="t" r="r" b="b"/>
            <a:pathLst>
              <a:path w="396239" h="394970">
                <a:moveTo>
                  <a:pt x="19812" y="42672"/>
                </a:moveTo>
                <a:lnTo>
                  <a:pt x="3048" y="25908"/>
                </a:lnTo>
                <a:lnTo>
                  <a:pt x="333756" y="25908"/>
                </a:lnTo>
                <a:lnTo>
                  <a:pt x="359664" y="0"/>
                </a:lnTo>
                <a:lnTo>
                  <a:pt x="396240" y="36576"/>
                </a:lnTo>
                <a:lnTo>
                  <a:pt x="60960" y="36576"/>
                </a:lnTo>
                <a:lnTo>
                  <a:pt x="49815" y="36885"/>
                </a:lnTo>
                <a:lnTo>
                  <a:pt x="39243" y="37909"/>
                </a:lnTo>
                <a:lnTo>
                  <a:pt x="29241" y="39790"/>
                </a:lnTo>
                <a:lnTo>
                  <a:pt x="19812" y="42672"/>
                </a:lnTo>
                <a:close/>
              </a:path>
              <a:path w="396239" h="394970">
                <a:moveTo>
                  <a:pt x="3048" y="297179"/>
                </a:moveTo>
                <a:lnTo>
                  <a:pt x="0" y="291084"/>
                </a:lnTo>
                <a:lnTo>
                  <a:pt x="28313" y="268438"/>
                </a:lnTo>
                <a:lnTo>
                  <a:pt x="56197" y="243649"/>
                </a:lnTo>
                <a:lnTo>
                  <a:pt x="83796" y="216288"/>
                </a:lnTo>
                <a:lnTo>
                  <a:pt x="111252" y="185928"/>
                </a:lnTo>
                <a:lnTo>
                  <a:pt x="136374" y="152519"/>
                </a:lnTo>
                <a:lnTo>
                  <a:pt x="159067" y="116395"/>
                </a:lnTo>
                <a:lnTo>
                  <a:pt x="179189" y="77700"/>
                </a:lnTo>
                <a:lnTo>
                  <a:pt x="196596" y="36576"/>
                </a:lnTo>
                <a:lnTo>
                  <a:pt x="231648" y="36576"/>
                </a:lnTo>
                <a:lnTo>
                  <a:pt x="223599" y="52030"/>
                </a:lnTo>
                <a:lnTo>
                  <a:pt x="215265" y="68770"/>
                </a:lnTo>
                <a:lnTo>
                  <a:pt x="206359" y="86939"/>
                </a:lnTo>
                <a:lnTo>
                  <a:pt x="196596" y="106680"/>
                </a:lnTo>
                <a:lnTo>
                  <a:pt x="227076" y="123444"/>
                </a:lnTo>
                <a:lnTo>
                  <a:pt x="222885" y="126492"/>
                </a:lnTo>
                <a:lnTo>
                  <a:pt x="184404" y="126492"/>
                </a:lnTo>
                <a:lnTo>
                  <a:pt x="155155" y="167652"/>
                </a:lnTo>
                <a:lnTo>
                  <a:pt x="122322" y="205227"/>
                </a:lnTo>
                <a:lnTo>
                  <a:pt x="85977" y="239292"/>
                </a:lnTo>
                <a:lnTo>
                  <a:pt x="46195" y="269918"/>
                </a:lnTo>
                <a:lnTo>
                  <a:pt x="3048" y="297179"/>
                </a:lnTo>
                <a:close/>
              </a:path>
              <a:path w="396239" h="394970">
                <a:moveTo>
                  <a:pt x="182880" y="394716"/>
                </a:moveTo>
                <a:lnTo>
                  <a:pt x="183761" y="362712"/>
                </a:lnTo>
                <a:lnTo>
                  <a:pt x="184213" y="332994"/>
                </a:lnTo>
                <a:lnTo>
                  <a:pt x="184380" y="305562"/>
                </a:lnTo>
                <a:lnTo>
                  <a:pt x="184404" y="126492"/>
                </a:lnTo>
                <a:lnTo>
                  <a:pt x="222885" y="126492"/>
                </a:lnTo>
                <a:lnTo>
                  <a:pt x="210312" y="135636"/>
                </a:lnTo>
                <a:lnTo>
                  <a:pt x="210334" y="305562"/>
                </a:lnTo>
                <a:lnTo>
                  <a:pt x="210550" y="327874"/>
                </a:lnTo>
                <a:lnTo>
                  <a:pt x="211074" y="349186"/>
                </a:lnTo>
                <a:lnTo>
                  <a:pt x="211597" y="367355"/>
                </a:lnTo>
                <a:lnTo>
                  <a:pt x="211836" y="382524"/>
                </a:lnTo>
                <a:lnTo>
                  <a:pt x="182880" y="394716"/>
                </a:lnTo>
                <a:close/>
              </a:path>
              <a:path w="396239" h="394970">
                <a:moveTo>
                  <a:pt x="374904" y="280416"/>
                </a:moveTo>
                <a:lnTo>
                  <a:pt x="371856" y="280416"/>
                </a:lnTo>
                <a:lnTo>
                  <a:pt x="368117" y="278701"/>
                </a:lnTo>
                <a:lnTo>
                  <a:pt x="363664" y="273558"/>
                </a:lnTo>
                <a:lnTo>
                  <a:pt x="358354" y="264985"/>
                </a:lnTo>
                <a:lnTo>
                  <a:pt x="352044" y="252984"/>
                </a:lnTo>
                <a:lnTo>
                  <a:pt x="337756" y="232171"/>
                </a:lnTo>
                <a:lnTo>
                  <a:pt x="315468" y="206502"/>
                </a:lnTo>
                <a:lnTo>
                  <a:pt x="285178" y="176260"/>
                </a:lnTo>
                <a:lnTo>
                  <a:pt x="246888" y="141732"/>
                </a:lnTo>
                <a:lnTo>
                  <a:pt x="252984" y="135636"/>
                </a:lnTo>
                <a:lnTo>
                  <a:pt x="301823" y="168783"/>
                </a:lnTo>
                <a:lnTo>
                  <a:pt x="338518" y="195072"/>
                </a:lnTo>
                <a:lnTo>
                  <a:pt x="374904" y="227076"/>
                </a:lnTo>
                <a:lnTo>
                  <a:pt x="387096" y="254508"/>
                </a:lnTo>
                <a:lnTo>
                  <a:pt x="387096" y="259080"/>
                </a:lnTo>
                <a:lnTo>
                  <a:pt x="384048" y="263652"/>
                </a:lnTo>
                <a:lnTo>
                  <a:pt x="381000" y="271272"/>
                </a:lnTo>
                <a:lnTo>
                  <a:pt x="377952" y="277368"/>
                </a:lnTo>
                <a:lnTo>
                  <a:pt x="374904" y="28041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" name="object 42"/>
          <p:cNvSpPr/>
          <p:nvPr/>
        </p:nvSpPr>
        <p:spPr>
          <a:xfrm>
            <a:off x="5544312" y="3596639"/>
            <a:ext cx="737870" cy="407034"/>
          </a:xfrm>
          <a:custGeom>
            <a:avLst/>
            <a:gdLst/>
            <a:ahLst/>
            <a:cxnLst/>
            <a:rect l="l" t="t" r="r" b="b"/>
            <a:pathLst>
              <a:path w="737870" h="407035">
                <a:moveTo>
                  <a:pt x="132588" y="100584"/>
                </a:moveTo>
                <a:lnTo>
                  <a:pt x="97739" y="66725"/>
                </a:lnTo>
                <a:lnTo>
                  <a:pt x="82296" y="57912"/>
                </a:lnTo>
                <a:lnTo>
                  <a:pt x="77724" y="64008"/>
                </a:lnTo>
                <a:lnTo>
                  <a:pt x="87388" y="75679"/>
                </a:lnTo>
                <a:lnTo>
                  <a:pt x="95631" y="87630"/>
                </a:lnTo>
                <a:lnTo>
                  <a:pt x="102146" y="99593"/>
                </a:lnTo>
                <a:lnTo>
                  <a:pt x="106680" y="111252"/>
                </a:lnTo>
                <a:lnTo>
                  <a:pt x="109728" y="121920"/>
                </a:lnTo>
                <a:lnTo>
                  <a:pt x="112776" y="128016"/>
                </a:lnTo>
                <a:lnTo>
                  <a:pt x="118872" y="128016"/>
                </a:lnTo>
                <a:lnTo>
                  <a:pt x="126492" y="120396"/>
                </a:lnTo>
                <a:lnTo>
                  <a:pt x="129540" y="114300"/>
                </a:lnTo>
                <a:lnTo>
                  <a:pt x="132588" y="109728"/>
                </a:lnTo>
                <a:lnTo>
                  <a:pt x="132588" y="100584"/>
                </a:lnTo>
                <a:close/>
              </a:path>
              <a:path w="737870" h="407035">
                <a:moveTo>
                  <a:pt x="220980" y="92964"/>
                </a:moveTo>
                <a:lnTo>
                  <a:pt x="188976" y="61112"/>
                </a:lnTo>
                <a:lnTo>
                  <a:pt x="170688" y="48768"/>
                </a:lnTo>
                <a:lnTo>
                  <a:pt x="166116" y="53340"/>
                </a:lnTo>
                <a:lnTo>
                  <a:pt x="176657" y="67678"/>
                </a:lnTo>
                <a:lnTo>
                  <a:pt x="185356" y="81153"/>
                </a:lnTo>
                <a:lnTo>
                  <a:pt x="192036" y="94068"/>
                </a:lnTo>
                <a:lnTo>
                  <a:pt x="196596" y="106680"/>
                </a:lnTo>
                <a:lnTo>
                  <a:pt x="198120" y="118872"/>
                </a:lnTo>
                <a:lnTo>
                  <a:pt x="201168" y="123444"/>
                </a:lnTo>
                <a:lnTo>
                  <a:pt x="205740" y="123444"/>
                </a:lnTo>
                <a:lnTo>
                  <a:pt x="208788" y="121920"/>
                </a:lnTo>
                <a:lnTo>
                  <a:pt x="213360" y="115824"/>
                </a:lnTo>
                <a:lnTo>
                  <a:pt x="217932" y="111252"/>
                </a:lnTo>
                <a:lnTo>
                  <a:pt x="220878" y="105346"/>
                </a:lnTo>
                <a:lnTo>
                  <a:pt x="220980" y="92964"/>
                </a:lnTo>
                <a:close/>
              </a:path>
              <a:path w="737870" h="407035">
                <a:moveTo>
                  <a:pt x="332232" y="60960"/>
                </a:moveTo>
                <a:lnTo>
                  <a:pt x="298704" y="39624"/>
                </a:lnTo>
                <a:lnTo>
                  <a:pt x="294132" y="51917"/>
                </a:lnTo>
                <a:lnTo>
                  <a:pt x="289560" y="63627"/>
                </a:lnTo>
                <a:lnTo>
                  <a:pt x="268897" y="105156"/>
                </a:lnTo>
                <a:lnTo>
                  <a:pt x="256032" y="126492"/>
                </a:lnTo>
                <a:lnTo>
                  <a:pt x="260604" y="129540"/>
                </a:lnTo>
                <a:lnTo>
                  <a:pt x="272034" y="119570"/>
                </a:lnTo>
                <a:lnTo>
                  <a:pt x="285750" y="105727"/>
                </a:lnTo>
                <a:lnTo>
                  <a:pt x="301752" y="88188"/>
                </a:lnTo>
                <a:lnTo>
                  <a:pt x="320040" y="67056"/>
                </a:lnTo>
                <a:lnTo>
                  <a:pt x="332232" y="60960"/>
                </a:lnTo>
                <a:close/>
              </a:path>
              <a:path w="737870" h="407035">
                <a:moveTo>
                  <a:pt x="359664" y="32004"/>
                </a:moveTo>
                <a:lnTo>
                  <a:pt x="333756" y="0"/>
                </a:lnTo>
                <a:lnTo>
                  <a:pt x="315480" y="7747"/>
                </a:lnTo>
                <a:lnTo>
                  <a:pt x="290512" y="15049"/>
                </a:lnTo>
                <a:lnTo>
                  <a:pt x="220980" y="28956"/>
                </a:lnTo>
                <a:lnTo>
                  <a:pt x="177800" y="34366"/>
                </a:lnTo>
                <a:lnTo>
                  <a:pt x="132778" y="39052"/>
                </a:lnTo>
                <a:lnTo>
                  <a:pt x="85737" y="42887"/>
                </a:lnTo>
                <a:lnTo>
                  <a:pt x="36576" y="45720"/>
                </a:lnTo>
                <a:lnTo>
                  <a:pt x="36576" y="53340"/>
                </a:lnTo>
                <a:lnTo>
                  <a:pt x="90627" y="50800"/>
                </a:lnTo>
                <a:lnTo>
                  <a:pt x="140970" y="47815"/>
                </a:lnTo>
                <a:lnTo>
                  <a:pt x="334518" y="33439"/>
                </a:lnTo>
                <a:lnTo>
                  <a:pt x="359664" y="32004"/>
                </a:lnTo>
                <a:close/>
              </a:path>
              <a:path w="737870" h="407035">
                <a:moveTo>
                  <a:pt x="384048" y="144780"/>
                </a:moveTo>
                <a:lnTo>
                  <a:pt x="373380" y="134112"/>
                </a:lnTo>
                <a:lnTo>
                  <a:pt x="355092" y="115824"/>
                </a:lnTo>
                <a:lnTo>
                  <a:pt x="335280" y="134112"/>
                </a:lnTo>
                <a:lnTo>
                  <a:pt x="45720" y="134112"/>
                </a:lnTo>
                <a:lnTo>
                  <a:pt x="45720" y="115824"/>
                </a:lnTo>
                <a:lnTo>
                  <a:pt x="38100" y="115824"/>
                </a:lnTo>
                <a:lnTo>
                  <a:pt x="22021" y="159334"/>
                </a:lnTo>
                <a:lnTo>
                  <a:pt x="4572" y="175260"/>
                </a:lnTo>
                <a:lnTo>
                  <a:pt x="0" y="181356"/>
                </a:lnTo>
                <a:lnTo>
                  <a:pt x="0" y="185928"/>
                </a:lnTo>
                <a:lnTo>
                  <a:pt x="4572" y="190500"/>
                </a:lnTo>
                <a:lnTo>
                  <a:pt x="9144" y="192024"/>
                </a:lnTo>
                <a:lnTo>
                  <a:pt x="12192" y="193548"/>
                </a:lnTo>
                <a:lnTo>
                  <a:pt x="21336" y="193548"/>
                </a:lnTo>
                <a:lnTo>
                  <a:pt x="25908" y="192024"/>
                </a:lnTo>
                <a:lnTo>
                  <a:pt x="45720" y="144780"/>
                </a:lnTo>
                <a:lnTo>
                  <a:pt x="338328" y="144780"/>
                </a:lnTo>
                <a:lnTo>
                  <a:pt x="321564" y="187452"/>
                </a:lnTo>
                <a:lnTo>
                  <a:pt x="326136" y="188976"/>
                </a:lnTo>
                <a:lnTo>
                  <a:pt x="334987" y="178409"/>
                </a:lnTo>
                <a:lnTo>
                  <a:pt x="343281" y="169545"/>
                </a:lnTo>
                <a:lnTo>
                  <a:pt x="378066" y="146265"/>
                </a:lnTo>
                <a:lnTo>
                  <a:pt x="384048" y="144780"/>
                </a:lnTo>
                <a:close/>
              </a:path>
              <a:path w="737870" h="407035">
                <a:moveTo>
                  <a:pt x="391668" y="373380"/>
                </a:moveTo>
                <a:lnTo>
                  <a:pt x="346824" y="370522"/>
                </a:lnTo>
                <a:lnTo>
                  <a:pt x="306133" y="364236"/>
                </a:lnTo>
                <a:lnTo>
                  <a:pt x="267398" y="353568"/>
                </a:lnTo>
                <a:lnTo>
                  <a:pt x="237744" y="341376"/>
                </a:lnTo>
                <a:lnTo>
                  <a:pt x="252374" y="329184"/>
                </a:lnTo>
                <a:lnTo>
                  <a:pt x="253149" y="328549"/>
                </a:lnTo>
                <a:lnTo>
                  <a:pt x="269557" y="312991"/>
                </a:lnTo>
                <a:lnTo>
                  <a:pt x="286816" y="294881"/>
                </a:lnTo>
                <a:lnTo>
                  <a:pt x="304800" y="274320"/>
                </a:lnTo>
                <a:lnTo>
                  <a:pt x="320040" y="265176"/>
                </a:lnTo>
                <a:lnTo>
                  <a:pt x="318516" y="263652"/>
                </a:lnTo>
                <a:lnTo>
                  <a:pt x="309372" y="254508"/>
                </a:lnTo>
                <a:lnTo>
                  <a:pt x="294132" y="239268"/>
                </a:lnTo>
                <a:lnTo>
                  <a:pt x="278892" y="254508"/>
                </a:lnTo>
                <a:lnTo>
                  <a:pt x="278892" y="265176"/>
                </a:lnTo>
                <a:lnTo>
                  <a:pt x="265760" y="282892"/>
                </a:lnTo>
                <a:lnTo>
                  <a:pt x="251650" y="299466"/>
                </a:lnTo>
                <a:lnTo>
                  <a:pt x="236664" y="314896"/>
                </a:lnTo>
                <a:lnTo>
                  <a:pt x="220980" y="329184"/>
                </a:lnTo>
                <a:lnTo>
                  <a:pt x="213804" y="324027"/>
                </a:lnTo>
                <a:lnTo>
                  <a:pt x="178879" y="291109"/>
                </a:lnTo>
                <a:lnTo>
                  <a:pt x="160020" y="265176"/>
                </a:lnTo>
                <a:lnTo>
                  <a:pt x="278892" y="265176"/>
                </a:lnTo>
                <a:lnTo>
                  <a:pt x="278892" y="254508"/>
                </a:lnTo>
                <a:lnTo>
                  <a:pt x="152400" y="254508"/>
                </a:lnTo>
                <a:lnTo>
                  <a:pt x="155803" y="245364"/>
                </a:lnTo>
                <a:lnTo>
                  <a:pt x="159067" y="236220"/>
                </a:lnTo>
                <a:lnTo>
                  <a:pt x="162039" y="227076"/>
                </a:lnTo>
                <a:lnTo>
                  <a:pt x="164592" y="217932"/>
                </a:lnTo>
                <a:lnTo>
                  <a:pt x="345948" y="217932"/>
                </a:lnTo>
                <a:lnTo>
                  <a:pt x="316992" y="187452"/>
                </a:lnTo>
                <a:lnTo>
                  <a:pt x="295656" y="207264"/>
                </a:lnTo>
                <a:lnTo>
                  <a:pt x="166116" y="207264"/>
                </a:lnTo>
                <a:lnTo>
                  <a:pt x="172212" y="181356"/>
                </a:lnTo>
                <a:lnTo>
                  <a:pt x="184404" y="170688"/>
                </a:lnTo>
                <a:lnTo>
                  <a:pt x="146304" y="153924"/>
                </a:lnTo>
                <a:lnTo>
                  <a:pt x="145986" y="165049"/>
                </a:lnTo>
                <a:lnTo>
                  <a:pt x="144970" y="177736"/>
                </a:lnTo>
                <a:lnTo>
                  <a:pt x="143078" y="191858"/>
                </a:lnTo>
                <a:lnTo>
                  <a:pt x="140208" y="207264"/>
                </a:lnTo>
                <a:lnTo>
                  <a:pt x="33528" y="207264"/>
                </a:lnTo>
                <a:lnTo>
                  <a:pt x="48768" y="224028"/>
                </a:lnTo>
                <a:lnTo>
                  <a:pt x="58191" y="221157"/>
                </a:lnTo>
                <a:lnTo>
                  <a:pt x="68199" y="219265"/>
                </a:lnTo>
                <a:lnTo>
                  <a:pt x="78765" y="218249"/>
                </a:lnTo>
                <a:lnTo>
                  <a:pt x="89916" y="217932"/>
                </a:lnTo>
                <a:lnTo>
                  <a:pt x="138684" y="217932"/>
                </a:lnTo>
                <a:lnTo>
                  <a:pt x="122936" y="265874"/>
                </a:lnTo>
                <a:lnTo>
                  <a:pt x="96202" y="311086"/>
                </a:lnTo>
                <a:lnTo>
                  <a:pt x="58305" y="353174"/>
                </a:lnTo>
                <a:lnTo>
                  <a:pt x="9144" y="391668"/>
                </a:lnTo>
                <a:lnTo>
                  <a:pt x="10668" y="399288"/>
                </a:lnTo>
                <a:lnTo>
                  <a:pt x="57835" y="370382"/>
                </a:lnTo>
                <a:lnTo>
                  <a:pt x="96583" y="338328"/>
                </a:lnTo>
                <a:lnTo>
                  <a:pt x="127038" y="302856"/>
                </a:lnTo>
                <a:lnTo>
                  <a:pt x="149352" y="263652"/>
                </a:lnTo>
                <a:lnTo>
                  <a:pt x="159893" y="284797"/>
                </a:lnTo>
                <a:lnTo>
                  <a:pt x="173164" y="304800"/>
                </a:lnTo>
                <a:lnTo>
                  <a:pt x="188988" y="323659"/>
                </a:lnTo>
                <a:lnTo>
                  <a:pt x="207264" y="341376"/>
                </a:lnTo>
                <a:lnTo>
                  <a:pt x="177520" y="359664"/>
                </a:lnTo>
                <a:lnTo>
                  <a:pt x="143065" y="375666"/>
                </a:lnTo>
                <a:lnTo>
                  <a:pt x="103746" y="389382"/>
                </a:lnTo>
                <a:lnTo>
                  <a:pt x="59436" y="400812"/>
                </a:lnTo>
                <a:lnTo>
                  <a:pt x="59436" y="406908"/>
                </a:lnTo>
                <a:lnTo>
                  <a:pt x="109131" y="398576"/>
                </a:lnTo>
                <a:lnTo>
                  <a:pt x="152971" y="387096"/>
                </a:lnTo>
                <a:lnTo>
                  <a:pt x="190804" y="372198"/>
                </a:lnTo>
                <a:lnTo>
                  <a:pt x="222504" y="353568"/>
                </a:lnTo>
                <a:lnTo>
                  <a:pt x="249097" y="368693"/>
                </a:lnTo>
                <a:lnTo>
                  <a:pt x="280987" y="381952"/>
                </a:lnTo>
                <a:lnTo>
                  <a:pt x="318300" y="393217"/>
                </a:lnTo>
                <a:lnTo>
                  <a:pt x="361188" y="402336"/>
                </a:lnTo>
                <a:lnTo>
                  <a:pt x="367233" y="392315"/>
                </a:lnTo>
                <a:lnTo>
                  <a:pt x="374142" y="385000"/>
                </a:lnTo>
                <a:lnTo>
                  <a:pt x="382181" y="380263"/>
                </a:lnTo>
                <a:lnTo>
                  <a:pt x="391668" y="377952"/>
                </a:lnTo>
                <a:lnTo>
                  <a:pt x="391668" y="373380"/>
                </a:lnTo>
                <a:close/>
              </a:path>
              <a:path w="737870" h="407035">
                <a:moveTo>
                  <a:pt x="737616" y="123444"/>
                </a:moveTo>
                <a:lnTo>
                  <a:pt x="696468" y="123444"/>
                </a:lnTo>
                <a:lnTo>
                  <a:pt x="655320" y="310896"/>
                </a:lnTo>
                <a:lnTo>
                  <a:pt x="595884" y="123444"/>
                </a:lnTo>
                <a:lnTo>
                  <a:pt x="562356" y="123444"/>
                </a:lnTo>
                <a:lnTo>
                  <a:pt x="504444" y="310896"/>
                </a:lnTo>
                <a:lnTo>
                  <a:pt x="461772" y="123444"/>
                </a:lnTo>
                <a:lnTo>
                  <a:pt x="419100" y="123444"/>
                </a:lnTo>
                <a:lnTo>
                  <a:pt x="481584" y="365760"/>
                </a:lnTo>
                <a:lnTo>
                  <a:pt x="519684" y="365760"/>
                </a:lnTo>
                <a:lnTo>
                  <a:pt x="577596" y="178308"/>
                </a:lnTo>
                <a:lnTo>
                  <a:pt x="637032" y="365760"/>
                </a:lnTo>
                <a:lnTo>
                  <a:pt x="675132" y="365760"/>
                </a:lnTo>
                <a:lnTo>
                  <a:pt x="737616" y="12344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pic>
        <p:nvPicPr>
          <p:cNvPr id="43" name="object 43"/>
          <p:cNvPicPr/>
          <p:nvPr/>
        </p:nvPicPr>
        <p:blipFill>
          <a:blip r:embed="rId12" cstate="print"/>
          <a:stretch>
            <a:fillRect/>
          </a:stretch>
        </p:blipFill>
        <p:spPr>
          <a:xfrm>
            <a:off x="1787652" y="4399788"/>
            <a:ext cx="181355" cy="172212"/>
          </a:xfrm>
          <a:prstGeom prst="rect">
            <a:avLst/>
          </a:prstGeom>
        </p:spPr>
      </p:pic>
      <p:sp>
        <p:nvSpPr>
          <p:cNvPr id="44" name="object 44"/>
          <p:cNvSpPr/>
          <p:nvPr/>
        </p:nvSpPr>
        <p:spPr>
          <a:xfrm>
            <a:off x="2293607" y="4239767"/>
            <a:ext cx="1190625" cy="410209"/>
          </a:xfrm>
          <a:custGeom>
            <a:avLst/>
            <a:gdLst/>
            <a:ahLst/>
            <a:cxnLst/>
            <a:rect l="l" t="t" r="r" b="b"/>
            <a:pathLst>
              <a:path w="1190625" h="410210">
                <a:moveTo>
                  <a:pt x="316992" y="121932"/>
                </a:moveTo>
                <a:lnTo>
                  <a:pt x="275844" y="121932"/>
                </a:lnTo>
                <a:lnTo>
                  <a:pt x="236220" y="310908"/>
                </a:lnTo>
                <a:lnTo>
                  <a:pt x="176784" y="121932"/>
                </a:lnTo>
                <a:lnTo>
                  <a:pt x="143256" y="121932"/>
                </a:lnTo>
                <a:lnTo>
                  <a:pt x="85344" y="310908"/>
                </a:lnTo>
                <a:lnTo>
                  <a:pt x="42672" y="121932"/>
                </a:lnTo>
                <a:lnTo>
                  <a:pt x="0" y="121932"/>
                </a:lnTo>
                <a:lnTo>
                  <a:pt x="62484" y="365772"/>
                </a:lnTo>
                <a:lnTo>
                  <a:pt x="99060" y="365772"/>
                </a:lnTo>
                <a:lnTo>
                  <a:pt x="158496" y="178320"/>
                </a:lnTo>
                <a:lnTo>
                  <a:pt x="217932" y="365772"/>
                </a:lnTo>
                <a:lnTo>
                  <a:pt x="256032" y="365772"/>
                </a:lnTo>
                <a:lnTo>
                  <a:pt x="316992" y="121932"/>
                </a:lnTo>
                <a:close/>
              </a:path>
              <a:path w="1190625" h="410210">
                <a:moveTo>
                  <a:pt x="748284" y="365772"/>
                </a:moveTo>
                <a:lnTo>
                  <a:pt x="715327" y="367868"/>
                </a:lnTo>
                <a:lnTo>
                  <a:pt x="700074" y="368554"/>
                </a:lnTo>
                <a:lnTo>
                  <a:pt x="685800" y="368820"/>
                </a:lnTo>
                <a:lnTo>
                  <a:pt x="668997" y="368503"/>
                </a:lnTo>
                <a:lnTo>
                  <a:pt x="611124" y="362724"/>
                </a:lnTo>
                <a:lnTo>
                  <a:pt x="569785" y="351104"/>
                </a:lnTo>
                <a:lnTo>
                  <a:pt x="527304" y="329196"/>
                </a:lnTo>
                <a:lnTo>
                  <a:pt x="535482" y="315480"/>
                </a:lnTo>
                <a:lnTo>
                  <a:pt x="537857" y="311480"/>
                </a:lnTo>
                <a:lnTo>
                  <a:pt x="546544" y="290334"/>
                </a:lnTo>
                <a:lnTo>
                  <a:pt x="553237" y="265760"/>
                </a:lnTo>
                <a:lnTo>
                  <a:pt x="557784" y="237756"/>
                </a:lnTo>
                <a:lnTo>
                  <a:pt x="656844" y="237756"/>
                </a:lnTo>
                <a:lnTo>
                  <a:pt x="656844" y="257568"/>
                </a:lnTo>
                <a:lnTo>
                  <a:pt x="682752" y="245376"/>
                </a:lnTo>
                <a:lnTo>
                  <a:pt x="682421" y="237756"/>
                </a:lnTo>
                <a:lnTo>
                  <a:pt x="682028" y="228612"/>
                </a:lnTo>
                <a:lnTo>
                  <a:pt x="681875" y="225082"/>
                </a:lnTo>
                <a:lnTo>
                  <a:pt x="681443" y="197383"/>
                </a:lnTo>
                <a:lnTo>
                  <a:pt x="681316" y="170700"/>
                </a:lnTo>
                <a:lnTo>
                  <a:pt x="681266" y="160032"/>
                </a:lnTo>
                <a:lnTo>
                  <a:pt x="681228" y="112788"/>
                </a:lnTo>
                <a:lnTo>
                  <a:pt x="689940" y="106692"/>
                </a:lnTo>
                <a:lnTo>
                  <a:pt x="696468" y="102120"/>
                </a:lnTo>
                <a:lnTo>
                  <a:pt x="689991" y="96024"/>
                </a:lnTo>
                <a:lnTo>
                  <a:pt x="670560" y="77736"/>
                </a:lnTo>
                <a:lnTo>
                  <a:pt x="656844" y="91452"/>
                </a:lnTo>
                <a:lnTo>
                  <a:pt x="656844" y="106692"/>
                </a:lnTo>
                <a:lnTo>
                  <a:pt x="656844" y="160032"/>
                </a:lnTo>
                <a:lnTo>
                  <a:pt x="656844" y="170700"/>
                </a:lnTo>
                <a:lnTo>
                  <a:pt x="656844" y="228612"/>
                </a:lnTo>
                <a:lnTo>
                  <a:pt x="559308" y="228612"/>
                </a:lnTo>
                <a:lnTo>
                  <a:pt x="560197" y="212267"/>
                </a:lnTo>
                <a:lnTo>
                  <a:pt x="560641" y="197383"/>
                </a:lnTo>
                <a:lnTo>
                  <a:pt x="560819" y="183603"/>
                </a:lnTo>
                <a:lnTo>
                  <a:pt x="560832" y="170700"/>
                </a:lnTo>
                <a:lnTo>
                  <a:pt x="656844" y="170700"/>
                </a:lnTo>
                <a:lnTo>
                  <a:pt x="656844" y="160032"/>
                </a:lnTo>
                <a:lnTo>
                  <a:pt x="560832" y="160032"/>
                </a:lnTo>
                <a:lnTo>
                  <a:pt x="560832" y="106692"/>
                </a:lnTo>
                <a:lnTo>
                  <a:pt x="656844" y="106692"/>
                </a:lnTo>
                <a:lnTo>
                  <a:pt x="656844" y="91452"/>
                </a:lnTo>
                <a:lnTo>
                  <a:pt x="652272" y="96024"/>
                </a:lnTo>
                <a:lnTo>
                  <a:pt x="560832" y="96024"/>
                </a:lnTo>
                <a:lnTo>
                  <a:pt x="560832" y="45732"/>
                </a:lnTo>
                <a:lnTo>
                  <a:pt x="737616" y="45732"/>
                </a:lnTo>
                <a:lnTo>
                  <a:pt x="704088" y="10680"/>
                </a:lnTo>
                <a:lnTo>
                  <a:pt x="679704" y="35064"/>
                </a:lnTo>
                <a:lnTo>
                  <a:pt x="353568" y="35064"/>
                </a:lnTo>
                <a:lnTo>
                  <a:pt x="368808" y="50304"/>
                </a:lnTo>
                <a:lnTo>
                  <a:pt x="379120" y="48298"/>
                </a:lnTo>
                <a:lnTo>
                  <a:pt x="389572" y="46875"/>
                </a:lnTo>
                <a:lnTo>
                  <a:pt x="400316" y="46012"/>
                </a:lnTo>
                <a:lnTo>
                  <a:pt x="411480" y="45732"/>
                </a:lnTo>
                <a:lnTo>
                  <a:pt x="536448" y="45732"/>
                </a:lnTo>
                <a:lnTo>
                  <a:pt x="536448" y="96024"/>
                </a:lnTo>
                <a:lnTo>
                  <a:pt x="536448" y="106692"/>
                </a:lnTo>
                <a:lnTo>
                  <a:pt x="536448" y="160032"/>
                </a:lnTo>
                <a:lnTo>
                  <a:pt x="536448" y="170700"/>
                </a:lnTo>
                <a:lnTo>
                  <a:pt x="536397" y="183603"/>
                </a:lnTo>
                <a:lnTo>
                  <a:pt x="536257" y="194513"/>
                </a:lnTo>
                <a:lnTo>
                  <a:pt x="535813" y="210337"/>
                </a:lnTo>
                <a:lnTo>
                  <a:pt x="534924" y="228612"/>
                </a:lnTo>
                <a:lnTo>
                  <a:pt x="435864" y="228612"/>
                </a:lnTo>
                <a:lnTo>
                  <a:pt x="435864" y="170700"/>
                </a:lnTo>
                <a:lnTo>
                  <a:pt x="536448" y="170700"/>
                </a:lnTo>
                <a:lnTo>
                  <a:pt x="536448" y="160032"/>
                </a:lnTo>
                <a:lnTo>
                  <a:pt x="435864" y="160032"/>
                </a:lnTo>
                <a:lnTo>
                  <a:pt x="435864" y="106692"/>
                </a:lnTo>
                <a:lnTo>
                  <a:pt x="536448" y="106692"/>
                </a:lnTo>
                <a:lnTo>
                  <a:pt x="536448" y="96024"/>
                </a:lnTo>
                <a:lnTo>
                  <a:pt x="437388" y="96024"/>
                </a:lnTo>
                <a:lnTo>
                  <a:pt x="409956" y="80784"/>
                </a:lnTo>
                <a:lnTo>
                  <a:pt x="410819" y="102120"/>
                </a:lnTo>
                <a:lnTo>
                  <a:pt x="411289" y="125552"/>
                </a:lnTo>
                <a:lnTo>
                  <a:pt x="411467" y="149148"/>
                </a:lnTo>
                <a:lnTo>
                  <a:pt x="411391" y="183603"/>
                </a:lnTo>
                <a:lnTo>
                  <a:pt x="411251" y="197383"/>
                </a:lnTo>
                <a:lnTo>
                  <a:pt x="410197" y="241249"/>
                </a:lnTo>
                <a:lnTo>
                  <a:pt x="409956" y="260616"/>
                </a:lnTo>
                <a:lnTo>
                  <a:pt x="435864" y="249948"/>
                </a:lnTo>
                <a:lnTo>
                  <a:pt x="435864" y="237756"/>
                </a:lnTo>
                <a:lnTo>
                  <a:pt x="533400" y="237756"/>
                </a:lnTo>
                <a:lnTo>
                  <a:pt x="524256" y="281952"/>
                </a:lnTo>
                <a:lnTo>
                  <a:pt x="510540" y="315480"/>
                </a:lnTo>
                <a:lnTo>
                  <a:pt x="498563" y="305168"/>
                </a:lnTo>
                <a:lnTo>
                  <a:pt x="485584" y="292430"/>
                </a:lnTo>
                <a:lnTo>
                  <a:pt x="471754" y="277114"/>
                </a:lnTo>
                <a:lnTo>
                  <a:pt x="457200" y="259092"/>
                </a:lnTo>
                <a:lnTo>
                  <a:pt x="451104" y="262140"/>
                </a:lnTo>
                <a:lnTo>
                  <a:pt x="464515" y="284187"/>
                </a:lnTo>
                <a:lnTo>
                  <a:pt x="477202" y="302526"/>
                </a:lnTo>
                <a:lnTo>
                  <a:pt x="489038" y="317423"/>
                </a:lnTo>
                <a:lnTo>
                  <a:pt x="499872" y="329196"/>
                </a:lnTo>
                <a:lnTo>
                  <a:pt x="490474" y="338569"/>
                </a:lnTo>
                <a:lnTo>
                  <a:pt x="446532" y="367296"/>
                </a:lnTo>
                <a:lnTo>
                  <a:pt x="402145" y="385203"/>
                </a:lnTo>
                <a:lnTo>
                  <a:pt x="347472" y="400824"/>
                </a:lnTo>
                <a:lnTo>
                  <a:pt x="348996" y="406920"/>
                </a:lnTo>
                <a:lnTo>
                  <a:pt x="402526" y="396443"/>
                </a:lnTo>
                <a:lnTo>
                  <a:pt x="448056" y="382536"/>
                </a:lnTo>
                <a:lnTo>
                  <a:pt x="486727" y="365010"/>
                </a:lnTo>
                <a:lnTo>
                  <a:pt x="515112" y="342912"/>
                </a:lnTo>
                <a:lnTo>
                  <a:pt x="535101" y="357505"/>
                </a:lnTo>
                <a:lnTo>
                  <a:pt x="577913" y="378701"/>
                </a:lnTo>
                <a:lnTo>
                  <a:pt x="625652" y="390702"/>
                </a:lnTo>
                <a:lnTo>
                  <a:pt x="684047" y="396938"/>
                </a:lnTo>
                <a:lnTo>
                  <a:pt x="717804" y="397776"/>
                </a:lnTo>
                <a:lnTo>
                  <a:pt x="720432" y="389204"/>
                </a:lnTo>
                <a:lnTo>
                  <a:pt x="726186" y="381774"/>
                </a:lnTo>
                <a:lnTo>
                  <a:pt x="735380" y="375488"/>
                </a:lnTo>
                <a:lnTo>
                  <a:pt x="748284" y="370344"/>
                </a:lnTo>
                <a:lnTo>
                  <a:pt x="748284" y="368820"/>
                </a:lnTo>
                <a:lnTo>
                  <a:pt x="748284" y="365772"/>
                </a:lnTo>
                <a:close/>
              </a:path>
              <a:path w="1190625" h="410210">
                <a:moveTo>
                  <a:pt x="926592" y="25908"/>
                </a:moveTo>
                <a:lnTo>
                  <a:pt x="891540" y="3048"/>
                </a:lnTo>
                <a:lnTo>
                  <a:pt x="885825" y="22174"/>
                </a:lnTo>
                <a:lnTo>
                  <a:pt x="877824" y="45148"/>
                </a:lnTo>
                <a:lnTo>
                  <a:pt x="854964" y="102108"/>
                </a:lnTo>
                <a:lnTo>
                  <a:pt x="825246" y="167068"/>
                </a:lnTo>
                <a:lnTo>
                  <a:pt x="786384" y="228600"/>
                </a:lnTo>
                <a:lnTo>
                  <a:pt x="792480" y="231648"/>
                </a:lnTo>
                <a:lnTo>
                  <a:pt x="807389" y="215392"/>
                </a:lnTo>
                <a:lnTo>
                  <a:pt x="822579" y="196405"/>
                </a:lnTo>
                <a:lnTo>
                  <a:pt x="838352" y="174866"/>
                </a:lnTo>
                <a:lnTo>
                  <a:pt x="854964" y="150876"/>
                </a:lnTo>
                <a:lnTo>
                  <a:pt x="854887" y="312254"/>
                </a:lnTo>
                <a:lnTo>
                  <a:pt x="854735" y="322313"/>
                </a:lnTo>
                <a:lnTo>
                  <a:pt x="854189" y="345948"/>
                </a:lnTo>
                <a:lnTo>
                  <a:pt x="853782" y="368808"/>
                </a:lnTo>
                <a:lnTo>
                  <a:pt x="853668" y="377482"/>
                </a:lnTo>
                <a:lnTo>
                  <a:pt x="853440" y="409956"/>
                </a:lnTo>
                <a:lnTo>
                  <a:pt x="879348" y="397764"/>
                </a:lnTo>
                <a:lnTo>
                  <a:pt x="878459" y="361950"/>
                </a:lnTo>
                <a:lnTo>
                  <a:pt x="878014" y="334708"/>
                </a:lnTo>
                <a:lnTo>
                  <a:pt x="877925" y="322313"/>
                </a:lnTo>
                <a:lnTo>
                  <a:pt x="877824" y="150876"/>
                </a:lnTo>
                <a:lnTo>
                  <a:pt x="877824" y="144780"/>
                </a:lnTo>
                <a:lnTo>
                  <a:pt x="891540" y="131064"/>
                </a:lnTo>
                <a:lnTo>
                  <a:pt x="870204" y="118872"/>
                </a:lnTo>
                <a:lnTo>
                  <a:pt x="879919" y="98348"/>
                </a:lnTo>
                <a:lnTo>
                  <a:pt x="888492" y="80391"/>
                </a:lnTo>
                <a:lnTo>
                  <a:pt x="895807" y="65532"/>
                </a:lnTo>
                <a:lnTo>
                  <a:pt x="902208" y="53340"/>
                </a:lnTo>
                <a:lnTo>
                  <a:pt x="907313" y="43053"/>
                </a:lnTo>
                <a:lnTo>
                  <a:pt x="913257" y="35052"/>
                </a:lnTo>
                <a:lnTo>
                  <a:pt x="919784" y="29337"/>
                </a:lnTo>
                <a:lnTo>
                  <a:pt x="926592" y="25908"/>
                </a:lnTo>
                <a:close/>
              </a:path>
              <a:path w="1190625" h="410210">
                <a:moveTo>
                  <a:pt x="1167384" y="73152"/>
                </a:moveTo>
                <a:lnTo>
                  <a:pt x="1158748" y="65532"/>
                </a:lnTo>
                <a:lnTo>
                  <a:pt x="1141476" y="50292"/>
                </a:lnTo>
                <a:lnTo>
                  <a:pt x="1132332" y="61722"/>
                </a:lnTo>
                <a:lnTo>
                  <a:pt x="1132332" y="76200"/>
                </a:lnTo>
                <a:lnTo>
                  <a:pt x="1132332" y="129540"/>
                </a:lnTo>
                <a:lnTo>
                  <a:pt x="969264" y="129540"/>
                </a:lnTo>
                <a:lnTo>
                  <a:pt x="969264" y="76200"/>
                </a:lnTo>
                <a:lnTo>
                  <a:pt x="1132332" y="76200"/>
                </a:lnTo>
                <a:lnTo>
                  <a:pt x="1132332" y="61722"/>
                </a:lnTo>
                <a:lnTo>
                  <a:pt x="1129284" y="65532"/>
                </a:lnTo>
                <a:lnTo>
                  <a:pt x="1056132" y="65532"/>
                </a:lnTo>
                <a:lnTo>
                  <a:pt x="1059180" y="64008"/>
                </a:lnTo>
                <a:lnTo>
                  <a:pt x="1068324" y="51816"/>
                </a:lnTo>
                <a:lnTo>
                  <a:pt x="1069848" y="45720"/>
                </a:lnTo>
                <a:lnTo>
                  <a:pt x="1069848" y="38100"/>
                </a:lnTo>
                <a:lnTo>
                  <a:pt x="1035227" y="8572"/>
                </a:lnTo>
                <a:lnTo>
                  <a:pt x="1019556" y="0"/>
                </a:lnTo>
                <a:lnTo>
                  <a:pt x="1016508" y="6096"/>
                </a:lnTo>
                <a:lnTo>
                  <a:pt x="1026820" y="18389"/>
                </a:lnTo>
                <a:lnTo>
                  <a:pt x="1034986" y="30099"/>
                </a:lnTo>
                <a:lnTo>
                  <a:pt x="1041158" y="41249"/>
                </a:lnTo>
                <a:lnTo>
                  <a:pt x="1045464" y="51816"/>
                </a:lnTo>
                <a:lnTo>
                  <a:pt x="1048512" y="60960"/>
                </a:lnTo>
                <a:lnTo>
                  <a:pt x="1051560" y="65532"/>
                </a:lnTo>
                <a:lnTo>
                  <a:pt x="969264" y="65532"/>
                </a:lnTo>
                <a:lnTo>
                  <a:pt x="944880" y="50292"/>
                </a:lnTo>
                <a:lnTo>
                  <a:pt x="946226" y="102108"/>
                </a:lnTo>
                <a:lnTo>
                  <a:pt x="946213" y="154114"/>
                </a:lnTo>
                <a:lnTo>
                  <a:pt x="944676" y="192811"/>
                </a:lnTo>
                <a:lnTo>
                  <a:pt x="937856" y="246176"/>
                </a:lnTo>
                <a:lnTo>
                  <a:pt x="927049" y="290664"/>
                </a:lnTo>
                <a:lnTo>
                  <a:pt x="913358" y="330644"/>
                </a:lnTo>
                <a:lnTo>
                  <a:pt x="897356" y="365556"/>
                </a:lnTo>
                <a:lnTo>
                  <a:pt x="888492" y="381000"/>
                </a:lnTo>
                <a:lnTo>
                  <a:pt x="893064" y="384048"/>
                </a:lnTo>
                <a:lnTo>
                  <a:pt x="922591" y="342709"/>
                </a:lnTo>
                <a:lnTo>
                  <a:pt x="946404" y="291084"/>
                </a:lnTo>
                <a:lnTo>
                  <a:pt x="963549" y="224028"/>
                </a:lnTo>
                <a:lnTo>
                  <a:pt x="967841" y="183502"/>
                </a:lnTo>
                <a:lnTo>
                  <a:pt x="969264" y="138684"/>
                </a:lnTo>
                <a:lnTo>
                  <a:pt x="1132332" y="138684"/>
                </a:lnTo>
                <a:lnTo>
                  <a:pt x="1132332" y="158496"/>
                </a:lnTo>
                <a:lnTo>
                  <a:pt x="1156716" y="149352"/>
                </a:lnTo>
                <a:lnTo>
                  <a:pt x="1156487" y="141617"/>
                </a:lnTo>
                <a:lnTo>
                  <a:pt x="1156271" y="138684"/>
                </a:lnTo>
                <a:lnTo>
                  <a:pt x="1155598" y="129540"/>
                </a:lnTo>
                <a:lnTo>
                  <a:pt x="1155433" y="127279"/>
                </a:lnTo>
                <a:lnTo>
                  <a:pt x="1155192" y="120396"/>
                </a:lnTo>
                <a:lnTo>
                  <a:pt x="1155192" y="82296"/>
                </a:lnTo>
                <a:lnTo>
                  <a:pt x="1163320" y="76200"/>
                </a:lnTo>
                <a:lnTo>
                  <a:pt x="1167384" y="73152"/>
                </a:lnTo>
                <a:close/>
              </a:path>
              <a:path w="1190625" h="410210">
                <a:moveTo>
                  <a:pt x="1190244" y="198120"/>
                </a:moveTo>
                <a:lnTo>
                  <a:pt x="1182928" y="192024"/>
                </a:lnTo>
                <a:lnTo>
                  <a:pt x="1162812" y="175260"/>
                </a:lnTo>
                <a:lnTo>
                  <a:pt x="1152144" y="188302"/>
                </a:lnTo>
                <a:lnTo>
                  <a:pt x="1152144" y="201168"/>
                </a:lnTo>
                <a:lnTo>
                  <a:pt x="1152144" y="272796"/>
                </a:lnTo>
                <a:lnTo>
                  <a:pt x="1117092" y="272796"/>
                </a:lnTo>
                <a:lnTo>
                  <a:pt x="1117092" y="201168"/>
                </a:lnTo>
                <a:lnTo>
                  <a:pt x="1152144" y="201168"/>
                </a:lnTo>
                <a:lnTo>
                  <a:pt x="1152144" y="188302"/>
                </a:lnTo>
                <a:lnTo>
                  <a:pt x="1149096" y="192024"/>
                </a:lnTo>
                <a:lnTo>
                  <a:pt x="1094232" y="192024"/>
                </a:lnTo>
                <a:lnTo>
                  <a:pt x="1094232" y="201168"/>
                </a:lnTo>
                <a:lnTo>
                  <a:pt x="1094232" y="272796"/>
                </a:lnTo>
                <a:lnTo>
                  <a:pt x="1056132" y="272796"/>
                </a:lnTo>
                <a:lnTo>
                  <a:pt x="1056132" y="201168"/>
                </a:lnTo>
                <a:lnTo>
                  <a:pt x="1094232" y="201168"/>
                </a:lnTo>
                <a:lnTo>
                  <a:pt x="1094232" y="192024"/>
                </a:lnTo>
                <a:lnTo>
                  <a:pt x="1033272" y="192024"/>
                </a:lnTo>
                <a:lnTo>
                  <a:pt x="1033272" y="201168"/>
                </a:lnTo>
                <a:lnTo>
                  <a:pt x="1033272" y="272796"/>
                </a:lnTo>
                <a:lnTo>
                  <a:pt x="999744" y="272796"/>
                </a:lnTo>
                <a:lnTo>
                  <a:pt x="999744" y="201168"/>
                </a:lnTo>
                <a:lnTo>
                  <a:pt x="1033272" y="201168"/>
                </a:lnTo>
                <a:lnTo>
                  <a:pt x="1033272" y="192024"/>
                </a:lnTo>
                <a:lnTo>
                  <a:pt x="999744" y="192024"/>
                </a:lnTo>
                <a:lnTo>
                  <a:pt x="975360" y="175260"/>
                </a:lnTo>
                <a:lnTo>
                  <a:pt x="975601" y="192646"/>
                </a:lnTo>
                <a:lnTo>
                  <a:pt x="976122" y="208026"/>
                </a:lnTo>
                <a:lnTo>
                  <a:pt x="976655" y="221132"/>
                </a:lnTo>
                <a:lnTo>
                  <a:pt x="976820" y="228600"/>
                </a:lnTo>
                <a:lnTo>
                  <a:pt x="976757" y="345948"/>
                </a:lnTo>
                <a:lnTo>
                  <a:pt x="976655" y="349948"/>
                </a:lnTo>
                <a:lnTo>
                  <a:pt x="976160" y="361188"/>
                </a:lnTo>
                <a:lnTo>
                  <a:pt x="975601" y="377482"/>
                </a:lnTo>
                <a:lnTo>
                  <a:pt x="975360" y="396240"/>
                </a:lnTo>
                <a:lnTo>
                  <a:pt x="999744" y="385572"/>
                </a:lnTo>
                <a:lnTo>
                  <a:pt x="999744" y="283464"/>
                </a:lnTo>
                <a:lnTo>
                  <a:pt x="1033272" y="283464"/>
                </a:lnTo>
                <a:lnTo>
                  <a:pt x="1033272" y="368808"/>
                </a:lnTo>
                <a:lnTo>
                  <a:pt x="1056132" y="361188"/>
                </a:lnTo>
                <a:lnTo>
                  <a:pt x="1056132" y="283464"/>
                </a:lnTo>
                <a:lnTo>
                  <a:pt x="1094232" y="283464"/>
                </a:lnTo>
                <a:lnTo>
                  <a:pt x="1094232" y="355092"/>
                </a:lnTo>
                <a:lnTo>
                  <a:pt x="1117092" y="345948"/>
                </a:lnTo>
                <a:lnTo>
                  <a:pt x="1117092" y="283464"/>
                </a:lnTo>
                <a:lnTo>
                  <a:pt x="1152144" y="283464"/>
                </a:lnTo>
                <a:lnTo>
                  <a:pt x="1152144" y="352044"/>
                </a:lnTo>
                <a:lnTo>
                  <a:pt x="1153668" y="361188"/>
                </a:lnTo>
                <a:lnTo>
                  <a:pt x="1149096" y="367284"/>
                </a:lnTo>
                <a:lnTo>
                  <a:pt x="1141476" y="367284"/>
                </a:lnTo>
                <a:lnTo>
                  <a:pt x="1133741" y="367030"/>
                </a:lnTo>
                <a:lnTo>
                  <a:pt x="1124140" y="366331"/>
                </a:lnTo>
                <a:lnTo>
                  <a:pt x="1098804" y="364236"/>
                </a:lnTo>
                <a:lnTo>
                  <a:pt x="1098804" y="370332"/>
                </a:lnTo>
                <a:lnTo>
                  <a:pt x="1116838" y="377482"/>
                </a:lnTo>
                <a:lnTo>
                  <a:pt x="1129855" y="385191"/>
                </a:lnTo>
                <a:lnTo>
                  <a:pt x="1138034" y="393484"/>
                </a:lnTo>
                <a:lnTo>
                  <a:pt x="1141476" y="402336"/>
                </a:lnTo>
                <a:lnTo>
                  <a:pt x="1156576" y="394906"/>
                </a:lnTo>
                <a:lnTo>
                  <a:pt x="1167384" y="386334"/>
                </a:lnTo>
                <a:lnTo>
                  <a:pt x="1173632" y="376618"/>
                </a:lnTo>
                <a:lnTo>
                  <a:pt x="1174813" y="367284"/>
                </a:lnTo>
                <a:lnTo>
                  <a:pt x="1174940" y="366331"/>
                </a:lnTo>
                <a:lnTo>
                  <a:pt x="1175004" y="283464"/>
                </a:lnTo>
                <a:lnTo>
                  <a:pt x="1175004" y="272796"/>
                </a:lnTo>
                <a:lnTo>
                  <a:pt x="1175004" y="208788"/>
                </a:lnTo>
                <a:lnTo>
                  <a:pt x="1185900" y="201168"/>
                </a:lnTo>
                <a:lnTo>
                  <a:pt x="1190244" y="1981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" name="object 45"/>
          <p:cNvSpPr/>
          <p:nvPr/>
        </p:nvSpPr>
        <p:spPr>
          <a:xfrm>
            <a:off x="3540252" y="4239767"/>
            <a:ext cx="390525" cy="407034"/>
          </a:xfrm>
          <a:custGeom>
            <a:avLst/>
            <a:gdLst/>
            <a:ahLst/>
            <a:cxnLst/>
            <a:rect l="l" t="t" r="r" b="b"/>
            <a:pathLst>
              <a:path w="390525" h="407035">
                <a:moveTo>
                  <a:pt x="36576" y="51816"/>
                </a:moveTo>
                <a:lnTo>
                  <a:pt x="36576" y="45720"/>
                </a:lnTo>
                <a:lnTo>
                  <a:pt x="85748" y="42219"/>
                </a:lnTo>
                <a:lnTo>
                  <a:pt x="132778" y="38290"/>
                </a:lnTo>
                <a:lnTo>
                  <a:pt x="177807" y="33504"/>
                </a:lnTo>
                <a:lnTo>
                  <a:pt x="220980" y="27432"/>
                </a:lnTo>
                <a:lnTo>
                  <a:pt x="258960" y="21431"/>
                </a:lnTo>
                <a:lnTo>
                  <a:pt x="315491" y="7715"/>
                </a:lnTo>
                <a:lnTo>
                  <a:pt x="333756" y="0"/>
                </a:lnTo>
                <a:lnTo>
                  <a:pt x="359664" y="32004"/>
                </a:lnTo>
                <a:lnTo>
                  <a:pt x="334494" y="32551"/>
                </a:lnTo>
                <a:lnTo>
                  <a:pt x="304609" y="34099"/>
                </a:lnTo>
                <a:lnTo>
                  <a:pt x="230124" y="39624"/>
                </a:lnTo>
                <a:lnTo>
                  <a:pt x="187023" y="43886"/>
                </a:lnTo>
                <a:lnTo>
                  <a:pt x="140208" y="47434"/>
                </a:lnTo>
                <a:lnTo>
                  <a:pt x="89963" y="50125"/>
                </a:lnTo>
                <a:lnTo>
                  <a:pt x="36576" y="51816"/>
                </a:lnTo>
                <a:close/>
              </a:path>
              <a:path w="390525" h="407035">
                <a:moveTo>
                  <a:pt x="260604" y="129540"/>
                </a:moveTo>
                <a:lnTo>
                  <a:pt x="254508" y="124968"/>
                </a:lnTo>
                <a:lnTo>
                  <a:pt x="261318" y="114681"/>
                </a:lnTo>
                <a:lnTo>
                  <a:pt x="267843" y="104394"/>
                </a:lnTo>
                <a:lnTo>
                  <a:pt x="273796" y="94107"/>
                </a:lnTo>
                <a:lnTo>
                  <a:pt x="278892" y="83820"/>
                </a:lnTo>
                <a:lnTo>
                  <a:pt x="284345" y="74104"/>
                </a:lnTo>
                <a:lnTo>
                  <a:pt x="289369" y="63246"/>
                </a:lnTo>
                <a:lnTo>
                  <a:pt x="294108" y="51244"/>
                </a:lnTo>
                <a:lnTo>
                  <a:pt x="298704" y="38100"/>
                </a:lnTo>
                <a:lnTo>
                  <a:pt x="332232" y="60960"/>
                </a:lnTo>
                <a:lnTo>
                  <a:pt x="320040" y="65532"/>
                </a:lnTo>
                <a:lnTo>
                  <a:pt x="301752" y="87534"/>
                </a:lnTo>
                <a:lnTo>
                  <a:pt x="285750" y="105537"/>
                </a:lnTo>
                <a:lnTo>
                  <a:pt x="272034" y="119538"/>
                </a:lnTo>
                <a:lnTo>
                  <a:pt x="260604" y="129540"/>
                </a:lnTo>
                <a:close/>
              </a:path>
              <a:path w="390525" h="407035">
                <a:moveTo>
                  <a:pt x="205740" y="123444"/>
                </a:moveTo>
                <a:lnTo>
                  <a:pt x="201168" y="123444"/>
                </a:lnTo>
                <a:lnTo>
                  <a:pt x="198120" y="117348"/>
                </a:lnTo>
                <a:lnTo>
                  <a:pt x="196596" y="106680"/>
                </a:lnTo>
                <a:lnTo>
                  <a:pt x="192047" y="93821"/>
                </a:lnTo>
                <a:lnTo>
                  <a:pt x="185356" y="80391"/>
                </a:lnTo>
                <a:lnTo>
                  <a:pt x="176664" y="66389"/>
                </a:lnTo>
                <a:lnTo>
                  <a:pt x="166116" y="51816"/>
                </a:lnTo>
                <a:lnTo>
                  <a:pt x="169164" y="48768"/>
                </a:lnTo>
                <a:lnTo>
                  <a:pt x="202501" y="70104"/>
                </a:lnTo>
                <a:lnTo>
                  <a:pt x="220980" y="92964"/>
                </a:lnTo>
                <a:lnTo>
                  <a:pt x="220980" y="105156"/>
                </a:lnTo>
                <a:lnTo>
                  <a:pt x="217932" y="111252"/>
                </a:lnTo>
                <a:lnTo>
                  <a:pt x="205740" y="123444"/>
                </a:lnTo>
                <a:close/>
              </a:path>
              <a:path w="390525" h="407035">
                <a:moveTo>
                  <a:pt x="118872" y="126492"/>
                </a:moveTo>
                <a:lnTo>
                  <a:pt x="112776" y="126492"/>
                </a:lnTo>
                <a:lnTo>
                  <a:pt x="109728" y="121920"/>
                </a:lnTo>
                <a:lnTo>
                  <a:pt x="105156" y="111252"/>
                </a:lnTo>
                <a:lnTo>
                  <a:pt x="100869" y="98917"/>
                </a:lnTo>
                <a:lnTo>
                  <a:pt x="94869" y="86868"/>
                </a:lnTo>
                <a:lnTo>
                  <a:pt x="87153" y="74818"/>
                </a:lnTo>
                <a:lnTo>
                  <a:pt x="77724" y="62484"/>
                </a:lnTo>
                <a:lnTo>
                  <a:pt x="80772" y="57912"/>
                </a:lnTo>
                <a:lnTo>
                  <a:pt x="118062" y="81486"/>
                </a:lnTo>
                <a:lnTo>
                  <a:pt x="131064" y="109728"/>
                </a:lnTo>
                <a:lnTo>
                  <a:pt x="129540" y="114300"/>
                </a:lnTo>
                <a:lnTo>
                  <a:pt x="124968" y="118872"/>
                </a:lnTo>
                <a:lnTo>
                  <a:pt x="121920" y="124968"/>
                </a:lnTo>
                <a:lnTo>
                  <a:pt x="118872" y="126492"/>
                </a:lnTo>
                <a:close/>
              </a:path>
              <a:path w="390525" h="407035">
                <a:moveTo>
                  <a:pt x="19812" y="193548"/>
                </a:moveTo>
                <a:lnTo>
                  <a:pt x="12192" y="193548"/>
                </a:lnTo>
                <a:lnTo>
                  <a:pt x="7620" y="192024"/>
                </a:lnTo>
                <a:lnTo>
                  <a:pt x="4572" y="188976"/>
                </a:lnTo>
                <a:lnTo>
                  <a:pt x="1524" y="187452"/>
                </a:lnTo>
                <a:lnTo>
                  <a:pt x="0" y="185928"/>
                </a:lnTo>
                <a:lnTo>
                  <a:pt x="0" y="181356"/>
                </a:lnTo>
                <a:lnTo>
                  <a:pt x="4572" y="175260"/>
                </a:lnTo>
                <a:lnTo>
                  <a:pt x="13716" y="167640"/>
                </a:lnTo>
                <a:lnTo>
                  <a:pt x="21383" y="159091"/>
                </a:lnTo>
                <a:lnTo>
                  <a:pt x="28194" y="147256"/>
                </a:lnTo>
                <a:lnTo>
                  <a:pt x="33861" y="132278"/>
                </a:lnTo>
                <a:lnTo>
                  <a:pt x="38100" y="114300"/>
                </a:lnTo>
                <a:lnTo>
                  <a:pt x="44196" y="114300"/>
                </a:lnTo>
                <a:lnTo>
                  <a:pt x="44196" y="134112"/>
                </a:lnTo>
                <a:lnTo>
                  <a:pt x="373380" y="134112"/>
                </a:lnTo>
                <a:lnTo>
                  <a:pt x="384048" y="144780"/>
                </a:lnTo>
                <a:lnTo>
                  <a:pt x="44196" y="144780"/>
                </a:lnTo>
                <a:lnTo>
                  <a:pt x="43600" y="161305"/>
                </a:lnTo>
                <a:lnTo>
                  <a:pt x="41719" y="174117"/>
                </a:lnTo>
                <a:lnTo>
                  <a:pt x="38409" y="182927"/>
                </a:lnTo>
                <a:lnTo>
                  <a:pt x="33528" y="187452"/>
                </a:lnTo>
                <a:lnTo>
                  <a:pt x="25908" y="192024"/>
                </a:lnTo>
                <a:lnTo>
                  <a:pt x="19812" y="193548"/>
                </a:lnTo>
                <a:close/>
              </a:path>
              <a:path w="390525" h="407035">
                <a:moveTo>
                  <a:pt x="373380" y="134112"/>
                </a:moveTo>
                <a:lnTo>
                  <a:pt x="335280" y="134112"/>
                </a:lnTo>
                <a:lnTo>
                  <a:pt x="353568" y="114300"/>
                </a:lnTo>
                <a:lnTo>
                  <a:pt x="373380" y="134112"/>
                </a:lnTo>
                <a:close/>
              </a:path>
              <a:path w="390525" h="407035">
                <a:moveTo>
                  <a:pt x="326136" y="187452"/>
                </a:moveTo>
                <a:lnTo>
                  <a:pt x="321564" y="185928"/>
                </a:lnTo>
                <a:lnTo>
                  <a:pt x="338328" y="144780"/>
                </a:lnTo>
                <a:lnTo>
                  <a:pt x="384048" y="144780"/>
                </a:lnTo>
                <a:lnTo>
                  <a:pt x="378071" y="146232"/>
                </a:lnTo>
                <a:lnTo>
                  <a:pt x="371665" y="148399"/>
                </a:lnTo>
                <a:lnTo>
                  <a:pt x="334994" y="176879"/>
                </a:lnTo>
                <a:lnTo>
                  <a:pt x="326136" y="187452"/>
                </a:lnTo>
                <a:close/>
              </a:path>
              <a:path w="390525" h="407035">
                <a:moveTo>
                  <a:pt x="166116" y="207264"/>
                </a:moveTo>
                <a:lnTo>
                  <a:pt x="140208" y="207264"/>
                </a:lnTo>
                <a:lnTo>
                  <a:pt x="144431" y="176879"/>
                </a:lnTo>
                <a:lnTo>
                  <a:pt x="145780" y="164830"/>
                </a:lnTo>
                <a:lnTo>
                  <a:pt x="146304" y="153924"/>
                </a:lnTo>
                <a:lnTo>
                  <a:pt x="184404" y="170688"/>
                </a:lnTo>
                <a:lnTo>
                  <a:pt x="172212" y="181356"/>
                </a:lnTo>
                <a:lnTo>
                  <a:pt x="166116" y="207264"/>
                </a:lnTo>
                <a:close/>
              </a:path>
              <a:path w="390525" h="407035">
                <a:moveTo>
                  <a:pt x="48768" y="222504"/>
                </a:moveTo>
                <a:lnTo>
                  <a:pt x="32004" y="207264"/>
                </a:lnTo>
                <a:lnTo>
                  <a:pt x="295656" y="207264"/>
                </a:lnTo>
                <a:lnTo>
                  <a:pt x="315468" y="185928"/>
                </a:lnTo>
                <a:lnTo>
                  <a:pt x="345948" y="217932"/>
                </a:lnTo>
                <a:lnTo>
                  <a:pt x="89916" y="217932"/>
                </a:lnTo>
                <a:lnTo>
                  <a:pt x="78771" y="218217"/>
                </a:lnTo>
                <a:lnTo>
                  <a:pt x="68199" y="219075"/>
                </a:lnTo>
                <a:lnTo>
                  <a:pt x="58197" y="220503"/>
                </a:lnTo>
                <a:lnTo>
                  <a:pt x="48768" y="222504"/>
                </a:lnTo>
                <a:close/>
              </a:path>
              <a:path w="390525" h="407035">
                <a:moveTo>
                  <a:pt x="10668" y="397764"/>
                </a:moveTo>
                <a:lnTo>
                  <a:pt x="7620" y="391668"/>
                </a:lnTo>
                <a:lnTo>
                  <a:pt x="57030" y="352520"/>
                </a:lnTo>
                <a:lnTo>
                  <a:pt x="95440" y="310515"/>
                </a:lnTo>
                <a:lnTo>
                  <a:pt x="122705" y="265652"/>
                </a:lnTo>
                <a:lnTo>
                  <a:pt x="138684" y="217932"/>
                </a:lnTo>
                <a:lnTo>
                  <a:pt x="164592" y="217932"/>
                </a:lnTo>
                <a:lnTo>
                  <a:pt x="162044" y="226218"/>
                </a:lnTo>
                <a:lnTo>
                  <a:pt x="159067" y="235077"/>
                </a:lnTo>
                <a:lnTo>
                  <a:pt x="155805" y="244506"/>
                </a:lnTo>
                <a:lnTo>
                  <a:pt x="152400" y="254508"/>
                </a:lnTo>
                <a:lnTo>
                  <a:pt x="309964" y="254508"/>
                </a:lnTo>
                <a:lnTo>
                  <a:pt x="317161" y="262128"/>
                </a:lnTo>
                <a:lnTo>
                  <a:pt x="149352" y="262128"/>
                </a:lnTo>
                <a:lnTo>
                  <a:pt x="126825" y="301537"/>
                </a:lnTo>
                <a:lnTo>
                  <a:pt x="96012" y="337375"/>
                </a:lnTo>
                <a:lnTo>
                  <a:pt x="57197" y="369498"/>
                </a:lnTo>
                <a:lnTo>
                  <a:pt x="10668" y="397764"/>
                </a:lnTo>
                <a:close/>
              </a:path>
              <a:path w="390525" h="407035">
                <a:moveTo>
                  <a:pt x="309964" y="254508"/>
                </a:moveTo>
                <a:lnTo>
                  <a:pt x="277368" y="254508"/>
                </a:lnTo>
                <a:lnTo>
                  <a:pt x="294132" y="237744"/>
                </a:lnTo>
                <a:lnTo>
                  <a:pt x="309964" y="254508"/>
                </a:lnTo>
                <a:close/>
              </a:path>
              <a:path w="390525" h="407035">
                <a:moveTo>
                  <a:pt x="57912" y="406908"/>
                </a:moveTo>
                <a:lnTo>
                  <a:pt x="57912" y="400812"/>
                </a:lnTo>
                <a:lnTo>
                  <a:pt x="103084" y="388739"/>
                </a:lnTo>
                <a:lnTo>
                  <a:pt x="142684" y="375094"/>
                </a:lnTo>
                <a:lnTo>
                  <a:pt x="176855" y="359449"/>
                </a:lnTo>
                <a:lnTo>
                  <a:pt x="205740" y="341376"/>
                </a:lnTo>
                <a:lnTo>
                  <a:pt x="188356" y="323421"/>
                </a:lnTo>
                <a:lnTo>
                  <a:pt x="172974" y="304038"/>
                </a:lnTo>
                <a:lnTo>
                  <a:pt x="159877" y="283511"/>
                </a:lnTo>
                <a:lnTo>
                  <a:pt x="149352" y="262128"/>
                </a:lnTo>
                <a:lnTo>
                  <a:pt x="317161" y="262128"/>
                </a:lnTo>
                <a:lnTo>
                  <a:pt x="320040" y="265176"/>
                </a:lnTo>
                <a:lnTo>
                  <a:pt x="160020" y="265176"/>
                </a:lnTo>
                <a:lnTo>
                  <a:pt x="164306" y="272581"/>
                </a:lnTo>
                <a:lnTo>
                  <a:pt x="196334" y="309681"/>
                </a:lnTo>
                <a:lnTo>
                  <a:pt x="220980" y="329184"/>
                </a:lnTo>
                <a:lnTo>
                  <a:pt x="252126" y="329184"/>
                </a:lnTo>
                <a:lnTo>
                  <a:pt x="237744" y="341376"/>
                </a:lnTo>
                <a:lnTo>
                  <a:pt x="267239" y="353568"/>
                </a:lnTo>
                <a:lnTo>
                  <a:pt x="222504" y="353568"/>
                </a:lnTo>
                <a:lnTo>
                  <a:pt x="190785" y="371546"/>
                </a:lnTo>
                <a:lnTo>
                  <a:pt x="152781" y="386524"/>
                </a:lnTo>
                <a:lnTo>
                  <a:pt x="108489" y="398359"/>
                </a:lnTo>
                <a:lnTo>
                  <a:pt x="57912" y="406908"/>
                </a:lnTo>
                <a:close/>
              </a:path>
              <a:path w="390525" h="407035">
                <a:moveTo>
                  <a:pt x="252126" y="329184"/>
                </a:moveTo>
                <a:lnTo>
                  <a:pt x="220980" y="329184"/>
                </a:lnTo>
                <a:lnTo>
                  <a:pt x="236648" y="314896"/>
                </a:lnTo>
                <a:lnTo>
                  <a:pt x="251460" y="299466"/>
                </a:lnTo>
                <a:lnTo>
                  <a:pt x="265128" y="282892"/>
                </a:lnTo>
                <a:lnTo>
                  <a:pt x="277368" y="265176"/>
                </a:lnTo>
                <a:lnTo>
                  <a:pt x="320040" y="265176"/>
                </a:lnTo>
                <a:lnTo>
                  <a:pt x="303276" y="272796"/>
                </a:lnTo>
                <a:lnTo>
                  <a:pt x="285535" y="294227"/>
                </a:lnTo>
                <a:lnTo>
                  <a:pt x="268795" y="312801"/>
                </a:lnTo>
                <a:lnTo>
                  <a:pt x="252912" y="328517"/>
                </a:lnTo>
                <a:lnTo>
                  <a:pt x="252126" y="329184"/>
                </a:lnTo>
                <a:close/>
              </a:path>
              <a:path w="390525" h="407035">
                <a:moveTo>
                  <a:pt x="361188" y="402336"/>
                </a:moveTo>
                <a:lnTo>
                  <a:pt x="318087" y="392358"/>
                </a:lnTo>
                <a:lnTo>
                  <a:pt x="280416" y="380809"/>
                </a:lnTo>
                <a:lnTo>
                  <a:pt x="248459" y="367831"/>
                </a:lnTo>
                <a:lnTo>
                  <a:pt x="222504" y="353568"/>
                </a:lnTo>
                <a:lnTo>
                  <a:pt x="267239" y="353568"/>
                </a:lnTo>
                <a:lnTo>
                  <a:pt x="269486" y="354496"/>
                </a:lnTo>
                <a:lnTo>
                  <a:pt x="305371" y="364045"/>
                </a:lnTo>
                <a:lnTo>
                  <a:pt x="345543" y="369879"/>
                </a:lnTo>
                <a:lnTo>
                  <a:pt x="390144" y="371856"/>
                </a:lnTo>
                <a:lnTo>
                  <a:pt x="390144" y="377952"/>
                </a:lnTo>
                <a:lnTo>
                  <a:pt x="381547" y="379618"/>
                </a:lnTo>
                <a:lnTo>
                  <a:pt x="373951" y="384429"/>
                </a:lnTo>
                <a:lnTo>
                  <a:pt x="367212" y="392096"/>
                </a:lnTo>
                <a:lnTo>
                  <a:pt x="361188" y="40233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" name="object 46"/>
          <p:cNvSpPr/>
          <p:nvPr/>
        </p:nvSpPr>
        <p:spPr>
          <a:xfrm>
            <a:off x="3982211" y="4355591"/>
            <a:ext cx="317500" cy="250190"/>
          </a:xfrm>
          <a:custGeom>
            <a:avLst/>
            <a:gdLst/>
            <a:ahLst/>
            <a:cxnLst/>
            <a:rect l="l" t="t" r="r" b="b"/>
            <a:pathLst>
              <a:path w="317500" h="250189">
                <a:moveTo>
                  <a:pt x="316991" y="249936"/>
                </a:moveTo>
                <a:lnTo>
                  <a:pt x="275843" y="249936"/>
                </a:lnTo>
                <a:lnTo>
                  <a:pt x="275820" y="101084"/>
                </a:lnTo>
                <a:lnTo>
                  <a:pt x="275653" y="93154"/>
                </a:lnTo>
                <a:lnTo>
                  <a:pt x="275201" y="85510"/>
                </a:lnTo>
                <a:lnTo>
                  <a:pt x="274319" y="77724"/>
                </a:lnTo>
                <a:lnTo>
                  <a:pt x="274319" y="68579"/>
                </a:lnTo>
                <a:lnTo>
                  <a:pt x="272795" y="60960"/>
                </a:lnTo>
                <a:lnTo>
                  <a:pt x="269747" y="56388"/>
                </a:lnTo>
                <a:lnTo>
                  <a:pt x="266699" y="50292"/>
                </a:lnTo>
                <a:lnTo>
                  <a:pt x="262127" y="45719"/>
                </a:lnTo>
                <a:lnTo>
                  <a:pt x="257555" y="42672"/>
                </a:lnTo>
                <a:lnTo>
                  <a:pt x="251459" y="39624"/>
                </a:lnTo>
                <a:lnTo>
                  <a:pt x="236219" y="39624"/>
                </a:lnTo>
                <a:lnTo>
                  <a:pt x="229361" y="39957"/>
                </a:lnTo>
                <a:lnTo>
                  <a:pt x="222503" y="41147"/>
                </a:lnTo>
                <a:lnTo>
                  <a:pt x="215645" y="43481"/>
                </a:lnTo>
                <a:lnTo>
                  <a:pt x="208787" y="47243"/>
                </a:lnTo>
                <a:lnTo>
                  <a:pt x="201025" y="51220"/>
                </a:lnTo>
                <a:lnTo>
                  <a:pt x="193547" y="56197"/>
                </a:lnTo>
                <a:lnTo>
                  <a:pt x="186070" y="62031"/>
                </a:lnTo>
                <a:lnTo>
                  <a:pt x="178307" y="68579"/>
                </a:lnTo>
                <a:lnTo>
                  <a:pt x="178307" y="74676"/>
                </a:lnTo>
                <a:lnTo>
                  <a:pt x="179831" y="77724"/>
                </a:lnTo>
                <a:lnTo>
                  <a:pt x="179831" y="249936"/>
                </a:lnTo>
                <a:lnTo>
                  <a:pt x="138683" y="249936"/>
                </a:lnTo>
                <a:lnTo>
                  <a:pt x="138660" y="101084"/>
                </a:lnTo>
                <a:lnTo>
                  <a:pt x="138493" y="93154"/>
                </a:lnTo>
                <a:lnTo>
                  <a:pt x="131063" y="56388"/>
                </a:lnTo>
                <a:lnTo>
                  <a:pt x="129539" y="50292"/>
                </a:lnTo>
                <a:lnTo>
                  <a:pt x="124967" y="45719"/>
                </a:lnTo>
                <a:lnTo>
                  <a:pt x="118871" y="42672"/>
                </a:lnTo>
                <a:lnTo>
                  <a:pt x="114300" y="39624"/>
                </a:lnTo>
                <a:lnTo>
                  <a:pt x="97536" y="39624"/>
                </a:lnTo>
                <a:lnTo>
                  <a:pt x="90677" y="39957"/>
                </a:lnTo>
                <a:lnTo>
                  <a:pt x="83819" y="41147"/>
                </a:lnTo>
                <a:lnTo>
                  <a:pt x="76961" y="43481"/>
                </a:lnTo>
                <a:lnTo>
                  <a:pt x="70103" y="47243"/>
                </a:lnTo>
                <a:lnTo>
                  <a:pt x="62364" y="51220"/>
                </a:lnTo>
                <a:lnTo>
                  <a:pt x="55054" y="56197"/>
                </a:lnTo>
                <a:lnTo>
                  <a:pt x="48029" y="62031"/>
                </a:lnTo>
                <a:lnTo>
                  <a:pt x="41148" y="68579"/>
                </a:lnTo>
                <a:lnTo>
                  <a:pt x="41148" y="249936"/>
                </a:lnTo>
                <a:lnTo>
                  <a:pt x="0" y="249936"/>
                </a:lnTo>
                <a:lnTo>
                  <a:pt x="0" y="6096"/>
                </a:lnTo>
                <a:lnTo>
                  <a:pt x="41148" y="6096"/>
                </a:lnTo>
                <a:lnTo>
                  <a:pt x="41148" y="33528"/>
                </a:lnTo>
                <a:lnTo>
                  <a:pt x="49148" y="26074"/>
                </a:lnTo>
                <a:lnTo>
                  <a:pt x="81414" y="5143"/>
                </a:lnTo>
                <a:lnTo>
                  <a:pt x="108203" y="0"/>
                </a:lnTo>
                <a:lnTo>
                  <a:pt x="118443" y="571"/>
                </a:lnTo>
                <a:lnTo>
                  <a:pt x="153995" y="15454"/>
                </a:lnTo>
                <a:lnTo>
                  <a:pt x="172211" y="42672"/>
                </a:lnTo>
                <a:lnTo>
                  <a:pt x="181332" y="32956"/>
                </a:lnTo>
                <a:lnTo>
                  <a:pt x="216431" y="5786"/>
                </a:lnTo>
                <a:lnTo>
                  <a:pt x="245363" y="0"/>
                </a:lnTo>
                <a:lnTo>
                  <a:pt x="253103" y="285"/>
                </a:lnTo>
                <a:lnTo>
                  <a:pt x="292322" y="15930"/>
                </a:lnTo>
                <a:lnTo>
                  <a:pt x="312419" y="48767"/>
                </a:lnTo>
                <a:lnTo>
                  <a:pt x="316991" y="89916"/>
                </a:lnTo>
                <a:lnTo>
                  <a:pt x="316991" y="24993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pic>
        <p:nvPicPr>
          <p:cNvPr id="47" name="object 47"/>
          <p:cNvPicPr/>
          <p:nvPr/>
        </p:nvPicPr>
        <p:blipFill>
          <a:blip r:embed="rId13" cstate="print"/>
          <a:stretch>
            <a:fillRect/>
          </a:stretch>
        </p:blipFill>
        <p:spPr>
          <a:xfrm>
            <a:off x="4369308" y="4303776"/>
            <a:ext cx="67055" cy="112775"/>
          </a:xfrm>
          <a:prstGeom prst="rect">
            <a:avLst/>
          </a:prstGeom>
        </p:spPr>
      </p:pic>
      <p:sp>
        <p:nvSpPr>
          <p:cNvPr id="48" name="object 48"/>
          <p:cNvSpPr/>
          <p:nvPr/>
        </p:nvSpPr>
        <p:spPr>
          <a:xfrm>
            <a:off x="4494276" y="4256532"/>
            <a:ext cx="403860" cy="387350"/>
          </a:xfrm>
          <a:custGeom>
            <a:avLst/>
            <a:gdLst/>
            <a:ahLst/>
            <a:cxnLst/>
            <a:rect l="l" t="t" r="r" b="b"/>
            <a:pathLst>
              <a:path w="403860" h="387350">
                <a:moveTo>
                  <a:pt x="318516" y="387096"/>
                </a:moveTo>
                <a:lnTo>
                  <a:pt x="311943" y="376237"/>
                </a:lnTo>
                <a:lnTo>
                  <a:pt x="301371" y="366522"/>
                </a:lnTo>
                <a:lnTo>
                  <a:pt x="286797" y="357949"/>
                </a:lnTo>
                <a:lnTo>
                  <a:pt x="268224" y="350520"/>
                </a:lnTo>
                <a:lnTo>
                  <a:pt x="268224" y="342900"/>
                </a:lnTo>
                <a:lnTo>
                  <a:pt x="317087" y="348043"/>
                </a:lnTo>
                <a:lnTo>
                  <a:pt x="330708" y="338328"/>
                </a:lnTo>
                <a:lnTo>
                  <a:pt x="330708" y="126492"/>
                </a:lnTo>
                <a:lnTo>
                  <a:pt x="256032" y="126492"/>
                </a:lnTo>
                <a:lnTo>
                  <a:pt x="256032" y="350520"/>
                </a:lnTo>
                <a:lnTo>
                  <a:pt x="233172" y="359664"/>
                </a:lnTo>
                <a:lnTo>
                  <a:pt x="233172" y="126492"/>
                </a:lnTo>
                <a:lnTo>
                  <a:pt x="164592" y="126492"/>
                </a:lnTo>
                <a:lnTo>
                  <a:pt x="164592" y="352044"/>
                </a:lnTo>
                <a:lnTo>
                  <a:pt x="143256" y="362712"/>
                </a:lnTo>
                <a:lnTo>
                  <a:pt x="143256" y="126492"/>
                </a:lnTo>
                <a:lnTo>
                  <a:pt x="74676" y="126492"/>
                </a:lnTo>
                <a:lnTo>
                  <a:pt x="74676" y="364236"/>
                </a:lnTo>
                <a:lnTo>
                  <a:pt x="48767" y="381000"/>
                </a:lnTo>
                <a:lnTo>
                  <a:pt x="49649" y="343542"/>
                </a:lnTo>
                <a:lnTo>
                  <a:pt x="50101" y="304228"/>
                </a:lnTo>
                <a:lnTo>
                  <a:pt x="50268" y="178593"/>
                </a:lnTo>
                <a:lnTo>
                  <a:pt x="50101" y="145160"/>
                </a:lnTo>
                <a:lnTo>
                  <a:pt x="49649" y="119157"/>
                </a:lnTo>
                <a:lnTo>
                  <a:pt x="48767" y="100583"/>
                </a:lnTo>
                <a:lnTo>
                  <a:pt x="74676" y="115824"/>
                </a:lnTo>
                <a:lnTo>
                  <a:pt x="161544" y="115824"/>
                </a:lnTo>
                <a:lnTo>
                  <a:pt x="184404" y="35051"/>
                </a:lnTo>
                <a:lnTo>
                  <a:pt x="57912" y="35051"/>
                </a:lnTo>
                <a:lnTo>
                  <a:pt x="46743" y="35361"/>
                </a:lnTo>
                <a:lnTo>
                  <a:pt x="36004" y="36385"/>
                </a:lnTo>
                <a:lnTo>
                  <a:pt x="25550" y="38266"/>
                </a:lnTo>
                <a:lnTo>
                  <a:pt x="15240" y="41148"/>
                </a:lnTo>
                <a:lnTo>
                  <a:pt x="0" y="24384"/>
                </a:lnTo>
                <a:lnTo>
                  <a:pt x="341376" y="24384"/>
                </a:lnTo>
                <a:lnTo>
                  <a:pt x="368808" y="0"/>
                </a:lnTo>
                <a:lnTo>
                  <a:pt x="403860" y="35051"/>
                </a:lnTo>
                <a:lnTo>
                  <a:pt x="220980" y="35051"/>
                </a:lnTo>
                <a:lnTo>
                  <a:pt x="212693" y="46815"/>
                </a:lnTo>
                <a:lnTo>
                  <a:pt x="201549" y="64007"/>
                </a:lnTo>
                <a:lnTo>
                  <a:pt x="187547" y="86915"/>
                </a:lnTo>
                <a:lnTo>
                  <a:pt x="170688" y="115824"/>
                </a:lnTo>
                <a:lnTo>
                  <a:pt x="329184" y="115824"/>
                </a:lnTo>
                <a:lnTo>
                  <a:pt x="342900" y="97536"/>
                </a:lnTo>
                <a:lnTo>
                  <a:pt x="373380" y="124968"/>
                </a:lnTo>
                <a:lnTo>
                  <a:pt x="355092" y="137159"/>
                </a:lnTo>
                <a:lnTo>
                  <a:pt x="355092" y="338328"/>
                </a:lnTo>
                <a:lnTo>
                  <a:pt x="354544" y="347781"/>
                </a:lnTo>
                <a:lnTo>
                  <a:pt x="328826" y="381642"/>
                </a:lnTo>
                <a:lnTo>
                  <a:pt x="318516" y="38709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" name="object 49"/>
          <p:cNvSpPr/>
          <p:nvPr/>
        </p:nvSpPr>
        <p:spPr>
          <a:xfrm>
            <a:off x="4943855" y="4248911"/>
            <a:ext cx="398145" cy="394970"/>
          </a:xfrm>
          <a:custGeom>
            <a:avLst/>
            <a:gdLst/>
            <a:ahLst/>
            <a:cxnLst/>
            <a:rect l="l" t="t" r="r" b="b"/>
            <a:pathLst>
              <a:path w="398145" h="394970">
                <a:moveTo>
                  <a:pt x="19812" y="41148"/>
                </a:moveTo>
                <a:lnTo>
                  <a:pt x="4572" y="25908"/>
                </a:lnTo>
                <a:lnTo>
                  <a:pt x="335280" y="25908"/>
                </a:lnTo>
                <a:lnTo>
                  <a:pt x="361188" y="0"/>
                </a:lnTo>
                <a:lnTo>
                  <a:pt x="397764" y="36576"/>
                </a:lnTo>
                <a:lnTo>
                  <a:pt x="60960" y="36576"/>
                </a:lnTo>
                <a:lnTo>
                  <a:pt x="50458" y="36861"/>
                </a:lnTo>
                <a:lnTo>
                  <a:pt x="39814" y="37719"/>
                </a:lnTo>
                <a:lnTo>
                  <a:pt x="29456" y="39147"/>
                </a:lnTo>
                <a:lnTo>
                  <a:pt x="19812" y="41148"/>
                </a:lnTo>
                <a:close/>
              </a:path>
              <a:path w="398145" h="394970">
                <a:moveTo>
                  <a:pt x="4572" y="297179"/>
                </a:moveTo>
                <a:lnTo>
                  <a:pt x="0" y="289560"/>
                </a:lnTo>
                <a:lnTo>
                  <a:pt x="29170" y="267557"/>
                </a:lnTo>
                <a:lnTo>
                  <a:pt x="57340" y="242697"/>
                </a:lnTo>
                <a:lnTo>
                  <a:pt x="84653" y="214979"/>
                </a:lnTo>
                <a:lnTo>
                  <a:pt x="111252" y="184404"/>
                </a:lnTo>
                <a:lnTo>
                  <a:pt x="136374" y="151876"/>
                </a:lnTo>
                <a:lnTo>
                  <a:pt x="159067" y="116205"/>
                </a:lnTo>
                <a:lnTo>
                  <a:pt x="179189" y="77676"/>
                </a:lnTo>
                <a:lnTo>
                  <a:pt x="196596" y="36576"/>
                </a:lnTo>
                <a:lnTo>
                  <a:pt x="231648" y="36576"/>
                </a:lnTo>
                <a:lnTo>
                  <a:pt x="223599" y="52006"/>
                </a:lnTo>
                <a:lnTo>
                  <a:pt x="206359" y="86296"/>
                </a:lnTo>
                <a:lnTo>
                  <a:pt x="196596" y="105156"/>
                </a:lnTo>
                <a:lnTo>
                  <a:pt x="227076" y="123444"/>
                </a:lnTo>
                <a:lnTo>
                  <a:pt x="222885" y="126492"/>
                </a:lnTo>
                <a:lnTo>
                  <a:pt x="184404" y="126492"/>
                </a:lnTo>
                <a:lnTo>
                  <a:pt x="155167" y="167066"/>
                </a:lnTo>
                <a:lnTo>
                  <a:pt x="122419" y="204569"/>
                </a:lnTo>
                <a:lnTo>
                  <a:pt x="86307" y="238853"/>
                </a:lnTo>
                <a:lnTo>
                  <a:pt x="46975" y="269772"/>
                </a:lnTo>
                <a:lnTo>
                  <a:pt x="4572" y="297179"/>
                </a:lnTo>
                <a:close/>
              </a:path>
              <a:path w="398145" h="394970">
                <a:moveTo>
                  <a:pt x="182880" y="394716"/>
                </a:moveTo>
                <a:lnTo>
                  <a:pt x="183761" y="362712"/>
                </a:lnTo>
                <a:lnTo>
                  <a:pt x="184213" y="332994"/>
                </a:lnTo>
                <a:lnTo>
                  <a:pt x="184380" y="305562"/>
                </a:lnTo>
                <a:lnTo>
                  <a:pt x="184404" y="126492"/>
                </a:lnTo>
                <a:lnTo>
                  <a:pt x="222885" y="126492"/>
                </a:lnTo>
                <a:lnTo>
                  <a:pt x="210312" y="135636"/>
                </a:lnTo>
                <a:lnTo>
                  <a:pt x="210352" y="305562"/>
                </a:lnTo>
                <a:lnTo>
                  <a:pt x="210573" y="326588"/>
                </a:lnTo>
                <a:lnTo>
                  <a:pt x="211264" y="348424"/>
                </a:lnTo>
                <a:lnTo>
                  <a:pt x="212240" y="367117"/>
                </a:lnTo>
                <a:lnTo>
                  <a:pt x="213360" y="382524"/>
                </a:lnTo>
                <a:lnTo>
                  <a:pt x="182880" y="394716"/>
                </a:lnTo>
                <a:close/>
              </a:path>
              <a:path w="398145" h="394970">
                <a:moveTo>
                  <a:pt x="374904" y="280416"/>
                </a:moveTo>
                <a:lnTo>
                  <a:pt x="373380" y="280416"/>
                </a:lnTo>
                <a:lnTo>
                  <a:pt x="369403" y="278463"/>
                </a:lnTo>
                <a:lnTo>
                  <a:pt x="364426" y="272796"/>
                </a:lnTo>
                <a:lnTo>
                  <a:pt x="358566" y="263652"/>
                </a:lnTo>
                <a:lnTo>
                  <a:pt x="352044" y="251460"/>
                </a:lnTo>
                <a:lnTo>
                  <a:pt x="337756" y="230862"/>
                </a:lnTo>
                <a:lnTo>
                  <a:pt x="315468" y="205549"/>
                </a:lnTo>
                <a:lnTo>
                  <a:pt x="285178" y="175379"/>
                </a:lnTo>
                <a:lnTo>
                  <a:pt x="246888" y="140208"/>
                </a:lnTo>
                <a:lnTo>
                  <a:pt x="252984" y="135636"/>
                </a:lnTo>
                <a:lnTo>
                  <a:pt x="302466" y="168759"/>
                </a:lnTo>
                <a:lnTo>
                  <a:pt x="339090" y="194881"/>
                </a:lnTo>
                <a:lnTo>
                  <a:pt x="374904" y="225552"/>
                </a:lnTo>
                <a:lnTo>
                  <a:pt x="387096" y="252984"/>
                </a:lnTo>
                <a:lnTo>
                  <a:pt x="387096" y="257556"/>
                </a:lnTo>
                <a:lnTo>
                  <a:pt x="385572" y="263652"/>
                </a:lnTo>
                <a:lnTo>
                  <a:pt x="380987" y="269772"/>
                </a:lnTo>
                <a:lnTo>
                  <a:pt x="377952" y="275844"/>
                </a:lnTo>
                <a:lnTo>
                  <a:pt x="374904" y="28041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" name="object 50"/>
          <p:cNvSpPr/>
          <p:nvPr/>
        </p:nvSpPr>
        <p:spPr>
          <a:xfrm>
            <a:off x="5396484" y="4239767"/>
            <a:ext cx="391795" cy="407034"/>
          </a:xfrm>
          <a:custGeom>
            <a:avLst/>
            <a:gdLst/>
            <a:ahLst/>
            <a:cxnLst/>
            <a:rect l="l" t="t" r="r" b="b"/>
            <a:pathLst>
              <a:path w="391795" h="407035">
                <a:moveTo>
                  <a:pt x="36576" y="51816"/>
                </a:moveTo>
                <a:lnTo>
                  <a:pt x="36576" y="45720"/>
                </a:lnTo>
                <a:lnTo>
                  <a:pt x="85748" y="42219"/>
                </a:lnTo>
                <a:lnTo>
                  <a:pt x="132778" y="38290"/>
                </a:lnTo>
                <a:lnTo>
                  <a:pt x="177807" y="33504"/>
                </a:lnTo>
                <a:lnTo>
                  <a:pt x="220980" y="27432"/>
                </a:lnTo>
                <a:lnTo>
                  <a:pt x="258960" y="21431"/>
                </a:lnTo>
                <a:lnTo>
                  <a:pt x="315491" y="7715"/>
                </a:lnTo>
                <a:lnTo>
                  <a:pt x="333756" y="0"/>
                </a:lnTo>
                <a:lnTo>
                  <a:pt x="359664" y="32004"/>
                </a:lnTo>
                <a:lnTo>
                  <a:pt x="304800" y="34099"/>
                </a:lnTo>
                <a:lnTo>
                  <a:pt x="231648" y="39624"/>
                </a:lnTo>
                <a:lnTo>
                  <a:pt x="187880" y="43886"/>
                </a:lnTo>
                <a:lnTo>
                  <a:pt x="140970" y="47434"/>
                </a:lnTo>
                <a:lnTo>
                  <a:pt x="90630" y="50125"/>
                </a:lnTo>
                <a:lnTo>
                  <a:pt x="36576" y="51816"/>
                </a:lnTo>
                <a:close/>
              </a:path>
              <a:path w="391795" h="407035">
                <a:moveTo>
                  <a:pt x="260604" y="129540"/>
                </a:moveTo>
                <a:lnTo>
                  <a:pt x="256032" y="124968"/>
                </a:lnTo>
                <a:lnTo>
                  <a:pt x="262628" y="114681"/>
                </a:lnTo>
                <a:lnTo>
                  <a:pt x="268795" y="104394"/>
                </a:lnTo>
                <a:lnTo>
                  <a:pt x="289560" y="63246"/>
                </a:lnTo>
                <a:lnTo>
                  <a:pt x="298704" y="38100"/>
                </a:lnTo>
                <a:lnTo>
                  <a:pt x="332232" y="60960"/>
                </a:lnTo>
                <a:lnTo>
                  <a:pt x="320040" y="65532"/>
                </a:lnTo>
                <a:lnTo>
                  <a:pt x="301752" y="87534"/>
                </a:lnTo>
                <a:lnTo>
                  <a:pt x="285750" y="105537"/>
                </a:lnTo>
                <a:lnTo>
                  <a:pt x="272034" y="119538"/>
                </a:lnTo>
                <a:lnTo>
                  <a:pt x="260604" y="129540"/>
                </a:lnTo>
                <a:close/>
              </a:path>
              <a:path w="391795" h="407035">
                <a:moveTo>
                  <a:pt x="205740" y="123444"/>
                </a:moveTo>
                <a:lnTo>
                  <a:pt x="201168" y="123444"/>
                </a:lnTo>
                <a:lnTo>
                  <a:pt x="198120" y="117348"/>
                </a:lnTo>
                <a:lnTo>
                  <a:pt x="196596" y="106680"/>
                </a:lnTo>
                <a:lnTo>
                  <a:pt x="192047" y="93821"/>
                </a:lnTo>
                <a:lnTo>
                  <a:pt x="185356" y="80391"/>
                </a:lnTo>
                <a:lnTo>
                  <a:pt x="176664" y="66389"/>
                </a:lnTo>
                <a:lnTo>
                  <a:pt x="166116" y="51816"/>
                </a:lnTo>
                <a:lnTo>
                  <a:pt x="170688" y="48768"/>
                </a:lnTo>
                <a:lnTo>
                  <a:pt x="202692" y="70104"/>
                </a:lnTo>
                <a:lnTo>
                  <a:pt x="220980" y="92964"/>
                </a:lnTo>
                <a:lnTo>
                  <a:pt x="220980" y="105156"/>
                </a:lnTo>
                <a:lnTo>
                  <a:pt x="217932" y="111252"/>
                </a:lnTo>
                <a:lnTo>
                  <a:pt x="205740" y="123444"/>
                </a:lnTo>
                <a:close/>
              </a:path>
              <a:path w="391795" h="407035">
                <a:moveTo>
                  <a:pt x="118872" y="126492"/>
                </a:moveTo>
                <a:lnTo>
                  <a:pt x="112776" y="126492"/>
                </a:lnTo>
                <a:lnTo>
                  <a:pt x="109728" y="121920"/>
                </a:lnTo>
                <a:lnTo>
                  <a:pt x="106680" y="111252"/>
                </a:lnTo>
                <a:lnTo>
                  <a:pt x="102155" y="98917"/>
                </a:lnTo>
                <a:lnTo>
                  <a:pt x="95631" y="86868"/>
                </a:lnTo>
                <a:lnTo>
                  <a:pt x="87279" y="74676"/>
                </a:lnTo>
                <a:lnTo>
                  <a:pt x="77724" y="62484"/>
                </a:lnTo>
                <a:lnTo>
                  <a:pt x="82296" y="57912"/>
                </a:lnTo>
                <a:lnTo>
                  <a:pt x="118300" y="81486"/>
                </a:lnTo>
                <a:lnTo>
                  <a:pt x="132588" y="109728"/>
                </a:lnTo>
                <a:lnTo>
                  <a:pt x="126492" y="118872"/>
                </a:lnTo>
                <a:lnTo>
                  <a:pt x="121920" y="124968"/>
                </a:lnTo>
                <a:lnTo>
                  <a:pt x="118872" y="126492"/>
                </a:lnTo>
                <a:close/>
              </a:path>
              <a:path w="391795" h="407035">
                <a:moveTo>
                  <a:pt x="21336" y="193548"/>
                </a:moveTo>
                <a:lnTo>
                  <a:pt x="12192" y="193548"/>
                </a:lnTo>
                <a:lnTo>
                  <a:pt x="9144" y="192024"/>
                </a:lnTo>
                <a:lnTo>
                  <a:pt x="4572" y="188976"/>
                </a:lnTo>
                <a:lnTo>
                  <a:pt x="1524" y="187452"/>
                </a:lnTo>
                <a:lnTo>
                  <a:pt x="0" y="185928"/>
                </a:lnTo>
                <a:lnTo>
                  <a:pt x="0" y="181356"/>
                </a:lnTo>
                <a:lnTo>
                  <a:pt x="4572" y="175260"/>
                </a:lnTo>
                <a:lnTo>
                  <a:pt x="13716" y="167640"/>
                </a:lnTo>
                <a:lnTo>
                  <a:pt x="22026" y="159091"/>
                </a:lnTo>
                <a:lnTo>
                  <a:pt x="28765" y="147256"/>
                </a:lnTo>
                <a:lnTo>
                  <a:pt x="34075" y="132278"/>
                </a:lnTo>
                <a:lnTo>
                  <a:pt x="38100" y="114300"/>
                </a:lnTo>
                <a:lnTo>
                  <a:pt x="45720" y="114300"/>
                </a:lnTo>
                <a:lnTo>
                  <a:pt x="45720" y="134112"/>
                </a:lnTo>
                <a:lnTo>
                  <a:pt x="373913" y="134112"/>
                </a:lnTo>
                <a:lnTo>
                  <a:pt x="384048" y="144780"/>
                </a:lnTo>
                <a:lnTo>
                  <a:pt x="45720" y="144780"/>
                </a:lnTo>
                <a:lnTo>
                  <a:pt x="44886" y="161305"/>
                </a:lnTo>
                <a:lnTo>
                  <a:pt x="42481" y="174117"/>
                </a:lnTo>
                <a:lnTo>
                  <a:pt x="38647" y="182927"/>
                </a:lnTo>
                <a:lnTo>
                  <a:pt x="33528" y="187452"/>
                </a:lnTo>
                <a:lnTo>
                  <a:pt x="25908" y="192024"/>
                </a:lnTo>
                <a:lnTo>
                  <a:pt x="21336" y="193548"/>
                </a:lnTo>
                <a:close/>
              </a:path>
              <a:path w="391795" h="407035">
                <a:moveTo>
                  <a:pt x="373913" y="134112"/>
                </a:moveTo>
                <a:lnTo>
                  <a:pt x="335280" y="134112"/>
                </a:lnTo>
                <a:lnTo>
                  <a:pt x="355092" y="114300"/>
                </a:lnTo>
                <a:lnTo>
                  <a:pt x="373913" y="134112"/>
                </a:lnTo>
                <a:close/>
              </a:path>
              <a:path w="391795" h="407035">
                <a:moveTo>
                  <a:pt x="326136" y="187452"/>
                </a:moveTo>
                <a:lnTo>
                  <a:pt x="321564" y="185928"/>
                </a:lnTo>
                <a:lnTo>
                  <a:pt x="338328" y="144780"/>
                </a:lnTo>
                <a:lnTo>
                  <a:pt x="384048" y="144780"/>
                </a:lnTo>
                <a:lnTo>
                  <a:pt x="378071" y="146232"/>
                </a:lnTo>
                <a:lnTo>
                  <a:pt x="371665" y="148399"/>
                </a:lnTo>
                <a:lnTo>
                  <a:pt x="334994" y="176879"/>
                </a:lnTo>
                <a:lnTo>
                  <a:pt x="326136" y="187452"/>
                </a:lnTo>
                <a:close/>
              </a:path>
              <a:path w="391795" h="407035">
                <a:moveTo>
                  <a:pt x="166116" y="207264"/>
                </a:moveTo>
                <a:lnTo>
                  <a:pt x="140208" y="207264"/>
                </a:lnTo>
                <a:lnTo>
                  <a:pt x="143089" y="191214"/>
                </a:lnTo>
                <a:lnTo>
                  <a:pt x="144970" y="177165"/>
                </a:lnTo>
                <a:lnTo>
                  <a:pt x="145994" y="164830"/>
                </a:lnTo>
                <a:lnTo>
                  <a:pt x="146304" y="153924"/>
                </a:lnTo>
                <a:lnTo>
                  <a:pt x="184404" y="170688"/>
                </a:lnTo>
                <a:lnTo>
                  <a:pt x="172212" y="181356"/>
                </a:lnTo>
                <a:lnTo>
                  <a:pt x="166116" y="207264"/>
                </a:lnTo>
                <a:close/>
              </a:path>
              <a:path w="391795" h="407035">
                <a:moveTo>
                  <a:pt x="48768" y="222504"/>
                </a:moveTo>
                <a:lnTo>
                  <a:pt x="33528" y="207264"/>
                </a:lnTo>
                <a:lnTo>
                  <a:pt x="295656" y="207264"/>
                </a:lnTo>
                <a:lnTo>
                  <a:pt x="316992" y="185928"/>
                </a:lnTo>
                <a:lnTo>
                  <a:pt x="345948" y="217932"/>
                </a:lnTo>
                <a:lnTo>
                  <a:pt x="89916" y="217932"/>
                </a:lnTo>
                <a:lnTo>
                  <a:pt x="78771" y="218217"/>
                </a:lnTo>
                <a:lnTo>
                  <a:pt x="68199" y="219075"/>
                </a:lnTo>
                <a:lnTo>
                  <a:pt x="58197" y="220503"/>
                </a:lnTo>
                <a:lnTo>
                  <a:pt x="48768" y="222504"/>
                </a:lnTo>
                <a:close/>
              </a:path>
              <a:path w="391795" h="407035">
                <a:moveTo>
                  <a:pt x="10668" y="397764"/>
                </a:moveTo>
                <a:lnTo>
                  <a:pt x="9144" y="391668"/>
                </a:lnTo>
                <a:lnTo>
                  <a:pt x="58316" y="352520"/>
                </a:lnTo>
                <a:lnTo>
                  <a:pt x="96202" y="310515"/>
                </a:lnTo>
                <a:lnTo>
                  <a:pt x="122943" y="265652"/>
                </a:lnTo>
                <a:lnTo>
                  <a:pt x="138684" y="217932"/>
                </a:lnTo>
                <a:lnTo>
                  <a:pt x="164592" y="217932"/>
                </a:lnTo>
                <a:lnTo>
                  <a:pt x="162044" y="226218"/>
                </a:lnTo>
                <a:lnTo>
                  <a:pt x="159067" y="235077"/>
                </a:lnTo>
                <a:lnTo>
                  <a:pt x="155805" y="244506"/>
                </a:lnTo>
                <a:lnTo>
                  <a:pt x="152400" y="254508"/>
                </a:lnTo>
                <a:lnTo>
                  <a:pt x="309964" y="254508"/>
                </a:lnTo>
                <a:lnTo>
                  <a:pt x="317161" y="262128"/>
                </a:lnTo>
                <a:lnTo>
                  <a:pt x="149352" y="262128"/>
                </a:lnTo>
                <a:lnTo>
                  <a:pt x="127039" y="301537"/>
                </a:lnTo>
                <a:lnTo>
                  <a:pt x="96583" y="337375"/>
                </a:lnTo>
                <a:lnTo>
                  <a:pt x="57840" y="369498"/>
                </a:lnTo>
                <a:lnTo>
                  <a:pt x="10668" y="397764"/>
                </a:lnTo>
                <a:close/>
              </a:path>
              <a:path w="391795" h="407035">
                <a:moveTo>
                  <a:pt x="309964" y="254508"/>
                </a:moveTo>
                <a:lnTo>
                  <a:pt x="277368" y="254508"/>
                </a:lnTo>
                <a:lnTo>
                  <a:pt x="294132" y="237744"/>
                </a:lnTo>
                <a:lnTo>
                  <a:pt x="309964" y="254508"/>
                </a:lnTo>
                <a:close/>
              </a:path>
              <a:path w="391795" h="407035">
                <a:moveTo>
                  <a:pt x="59436" y="406908"/>
                </a:moveTo>
                <a:lnTo>
                  <a:pt x="59436" y="400812"/>
                </a:lnTo>
                <a:lnTo>
                  <a:pt x="103751" y="388739"/>
                </a:lnTo>
                <a:lnTo>
                  <a:pt x="143065" y="375094"/>
                </a:lnTo>
                <a:lnTo>
                  <a:pt x="177522" y="359449"/>
                </a:lnTo>
                <a:lnTo>
                  <a:pt x="207264" y="341376"/>
                </a:lnTo>
                <a:lnTo>
                  <a:pt x="188999" y="323421"/>
                </a:lnTo>
                <a:lnTo>
                  <a:pt x="173164" y="304038"/>
                </a:lnTo>
                <a:lnTo>
                  <a:pt x="159900" y="283511"/>
                </a:lnTo>
                <a:lnTo>
                  <a:pt x="149352" y="262128"/>
                </a:lnTo>
                <a:lnTo>
                  <a:pt x="317161" y="262128"/>
                </a:lnTo>
                <a:lnTo>
                  <a:pt x="320040" y="265176"/>
                </a:lnTo>
                <a:lnTo>
                  <a:pt x="160020" y="265176"/>
                </a:lnTo>
                <a:lnTo>
                  <a:pt x="165163" y="272581"/>
                </a:lnTo>
                <a:lnTo>
                  <a:pt x="196548" y="309681"/>
                </a:lnTo>
                <a:lnTo>
                  <a:pt x="220980" y="329184"/>
                </a:lnTo>
                <a:lnTo>
                  <a:pt x="252351" y="329184"/>
                </a:lnTo>
                <a:lnTo>
                  <a:pt x="237744" y="341376"/>
                </a:lnTo>
                <a:lnTo>
                  <a:pt x="267460" y="353568"/>
                </a:lnTo>
                <a:lnTo>
                  <a:pt x="222504" y="353568"/>
                </a:lnTo>
                <a:lnTo>
                  <a:pt x="190809" y="371546"/>
                </a:lnTo>
                <a:lnTo>
                  <a:pt x="152971" y="386524"/>
                </a:lnTo>
                <a:lnTo>
                  <a:pt x="109132" y="398359"/>
                </a:lnTo>
                <a:lnTo>
                  <a:pt x="59436" y="406908"/>
                </a:lnTo>
                <a:close/>
              </a:path>
              <a:path w="391795" h="407035">
                <a:moveTo>
                  <a:pt x="252351" y="329184"/>
                </a:moveTo>
                <a:lnTo>
                  <a:pt x="220980" y="329184"/>
                </a:lnTo>
                <a:lnTo>
                  <a:pt x="236648" y="314896"/>
                </a:lnTo>
                <a:lnTo>
                  <a:pt x="251460" y="299466"/>
                </a:lnTo>
                <a:lnTo>
                  <a:pt x="265128" y="282892"/>
                </a:lnTo>
                <a:lnTo>
                  <a:pt x="277368" y="265176"/>
                </a:lnTo>
                <a:lnTo>
                  <a:pt x="320040" y="265176"/>
                </a:lnTo>
                <a:lnTo>
                  <a:pt x="304800" y="272796"/>
                </a:lnTo>
                <a:lnTo>
                  <a:pt x="286821" y="294227"/>
                </a:lnTo>
                <a:lnTo>
                  <a:pt x="269557" y="312801"/>
                </a:lnTo>
                <a:lnTo>
                  <a:pt x="253150" y="328517"/>
                </a:lnTo>
                <a:lnTo>
                  <a:pt x="252351" y="329184"/>
                </a:lnTo>
                <a:close/>
              </a:path>
              <a:path w="391795" h="407035">
                <a:moveTo>
                  <a:pt x="361188" y="402336"/>
                </a:moveTo>
                <a:lnTo>
                  <a:pt x="318301" y="392358"/>
                </a:lnTo>
                <a:lnTo>
                  <a:pt x="280987" y="380809"/>
                </a:lnTo>
                <a:lnTo>
                  <a:pt x="249102" y="367831"/>
                </a:lnTo>
                <a:lnTo>
                  <a:pt x="222504" y="353568"/>
                </a:lnTo>
                <a:lnTo>
                  <a:pt x="267460" y="353568"/>
                </a:lnTo>
                <a:lnTo>
                  <a:pt x="269724" y="354496"/>
                </a:lnTo>
                <a:lnTo>
                  <a:pt x="306133" y="364045"/>
                </a:lnTo>
                <a:lnTo>
                  <a:pt x="346829" y="369879"/>
                </a:lnTo>
                <a:lnTo>
                  <a:pt x="391668" y="371856"/>
                </a:lnTo>
                <a:lnTo>
                  <a:pt x="391668" y="377952"/>
                </a:lnTo>
                <a:lnTo>
                  <a:pt x="382190" y="379618"/>
                </a:lnTo>
                <a:lnTo>
                  <a:pt x="374142" y="384429"/>
                </a:lnTo>
                <a:lnTo>
                  <a:pt x="367236" y="392096"/>
                </a:lnTo>
                <a:lnTo>
                  <a:pt x="361188" y="40233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" name="object 51"/>
          <p:cNvSpPr/>
          <p:nvPr/>
        </p:nvSpPr>
        <p:spPr>
          <a:xfrm>
            <a:off x="5839968" y="4355591"/>
            <a:ext cx="317500" cy="250190"/>
          </a:xfrm>
          <a:custGeom>
            <a:avLst/>
            <a:gdLst/>
            <a:ahLst/>
            <a:cxnLst/>
            <a:rect l="l" t="t" r="r" b="b"/>
            <a:pathLst>
              <a:path w="317500" h="250189">
                <a:moveTo>
                  <a:pt x="316991" y="249936"/>
                </a:moveTo>
                <a:lnTo>
                  <a:pt x="275843" y="249936"/>
                </a:lnTo>
                <a:lnTo>
                  <a:pt x="275843" y="109728"/>
                </a:lnTo>
                <a:lnTo>
                  <a:pt x="275605" y="101084"/>
                </a:lnTo>
                <a:lnTo>
                  <a:pt x="274558" y="85510"/>
                </a:lnTo>
                <a:lnTo>
                  <a:pt x="274319" y="77724"/>
                </a:lnTo>
                <a:lnTo>
                  <a:pt x="272795" y="68579"/>
                </a:lnTo>
                <a:lnTo>
                  <a:pt x="271271" y="60960"/>
                </a:lnTo>
                <a:lnTo>
                  <a:pt x="268223" y="56388"/>
                </a:lnTo>
                <a:lnTo>
                  <a:pt x="265175" y="50292"/>
                </a:lnTo>
                <a:lnTo>
                  <a:pt x="262127" y="45719"/>
                </a:lnTo>
                <a:lnTo>
                  <a:pt x="256031" y="42672"/>
                </a:lnTo>
                <a:lnTo>
                  <a:pt x="251459" y="39624"/>
                </a:lnTo>
                <a:lnTo>
                  <a:pt x="234695" y="39624"/>
                </a:lnTo>
                <a:lnTo>
                  <a:pt x="228052" y="39957"/>
                </a:lnTo>
                <a:lnTo>
                  <a:pt x="192785" y="56197"/>
                </a:lnTo>
                <a:lnTo>
                  <a:pt x="178307" y="68579"/>
                </a:lnTo>
                <a:lnTo>
                  <a:pt x="178307" y="249936"/>
                </a:lnTo>
                <a:lnTo>
                  <a:pt x="137159" y="249936"/>
                </a:lnTo>
                <a:lnTo>
                  <a:pt x="137136" y="101084"/>
                </a:lnTo>
                <a:lnTo>
                  <a:pt x="136969" y="93154"/>
                </a:lnTo>
                <a:lnTo>
                  <a:pt x="136517" y="85510"/>
                </a:lnTo>
                <a:lnTo>
                  <a:pt x="135635" y="77724"/>
                </a:lnTo>
                <a:lnTo>
                  <a:pt x="135635" y="68579"/>
                </a:lnTo>
                <a:lnTo>
                  <a:pt x="134111" y="60960"/>
                </a:lnTo>
                <a:lnTo>
                  <a:pt x="131063" y="56388"/>
                </a:lnTo>
                <a:lnTo>
                  <a:pt x="128015" y="50292"/>
                </a:lnTo>
                <a:lnTo>
                  <a:pt x="123443" y="45719"/>
                </a:lnTo>
                <a:lnTo>
                  <a:pt x="118871" y="42672"/>
                </a:lnTo>
                <a:lnTo>
                  <a:pt x="112775" y="39624"/>
                </a:lnTo>
                <a:lnTo>
                  <a:pt x="97536" y="39624"/>
                </a:lnTo>
                <a:lnTo>
                  <a:pt x="54863" y="56197"/>
                </a:lnTo>
                <a:lnTo>
                  <a:pt x="41148" y="68579"/>
                </a:lnTo>
                <a:lnTo>
                  <a:pt x="41148" y="249936"/>
                </a:lnTo>
                <a:lnTo>
                  <a:pt x="0" y="249936"/>
                </a:lnTo>
                <a:lnTo>
                  <a:pt x="0" y="6096"/>
                </a:lnTo>
                <a:lnTo>
                  <a:pt x="41148" y="6096"/>
                </a:lnTo>
                <a:lnTo>
                  <a:pt x="41148" y="33528"/>
                </a:lnTo>
                <a:lnTo>
                  <a:pt x="49148" y="26074"/>
                </a:lnTo>
                <a:lnTo>
                  <a:pt x="88772" y="2285"/>
                </a:lnTo>
                <a:lnTo>
                  <a:pt x="106679" y="0"/>
                </a:lnTo>
                <a:lnTo>
                  <a:pt x="117562" y="571"/>
                </a:lnTo>
                <a:lnTo>
                  <a:pt x="153114" y="15454"/>
                </a:lnTo>
                <a:lnTo>
                  <a:pt x="170687" y="42672"/>
                </a:lnTo>
                <a:lnTo>
                  <a:pt x="179831" y="32956"/>
                </a:lnTo>
                <a:lnTo>
                  <a:pt x="215788" y="5786"/>
                </a:lnTo>
                <a:lnTo>
                  <a:pt x="245363" y="0"/>
                </a:lnTo>
                <a:lnTo>
                  <a:pt x="253079" y="285"/>
                </a:lnTo>
                <a:lnTo>
                  <a:pt x="290798" y="15930"/>
                </a:lnTo>
                <a:lnTo>
                  <a:pt x="310895" y="48767"/>
                </a:lnTo>
                <a:lnTo>
                  <a:pt x="316991" y="89916"/>
                </a:lnTo>
                <a:lnTo>
                  <a:pt x="316991" y="24993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pic>
        <p:nvPicPr>
          <p:cNvPr id="52" name="object 52"/>
          <p:cNvPicPr/>
          <p:nvPr/>
        </p:nvPicPr>
        <p:blipFill>
          <a:blip r:embed="rId14" cstate="print"/>
          <a:stretch>
            <a:fillRect/>
          </a:stretch>
        </p:blipFill>
        <p:spPr>
          <a:xfrm>
            <a:off x="1787652" y="5042915"/>
            <a:ext cx="181355" cy="172212"/>
          </a:xfrm>
          <a:prstGeom prst="rect">
            <a:avLst/>
          </a:prstGeom>
        </p:spPr>
      </p:pic>
      <p:sp>
        <p:nvSpPr>
          <p:cNvPr id="53" name="object 53"/>
          <p:cNvSpPr/>
          <p:nvPr/>
        </p:nvSpPr>
        <p:spPr>
          <a:xfrm>
            <a:off x="2293619" y="5004815"/>
            <a:ext cx="317500" cy="242570"/>
          </a:xfrm>
          <a:custGeom>
            <a:avLst/>
            <a:gdLst/>
            <a:ahLst/>
            <a:cxnLst/>
            <a:rect l="l" t="t" r="r" b="b"/>
            <a:pathLst>
              <a:path w="317500" h="242570">
                <a:moveTo>
                  <a:pt x="256031" y="242316"/>
                </a:moveTo>
                <a:lnTo>
                  <a:pt x="217931" y="242316"/>
                </a:lnTo>
                <a:lnTo>
                  <a:pt x="158496" y="56387"/>
                </a:lnTo>
                <a:lnTo>
                  <a:pt x="99060" y="242316"/>
                </a:lnTo>
                <a:lnTo>
                  <a:pt x="62484" y="242316"/>
                </a:lnTo>
                <a:lnTo>
                  <a:pt x="0" y="0"/>
                </a:lnTo>
                <a:lnTo>
                  <a:pt x="42672" y="0"/>
                </a:lnTo>
                <a:lnTo>
                  <a:pt x="85343" y="188976"/>
                </a:lnTo>
                <a:lnTo>
                  <a:pt x="143255" y="0"/>
                </a:lnTo>
                <a:lnTo>
                  <a:pt x="176783" y="0"/>
                </a:lnTo>
                <a:lnTo>
                  <a:pt x="234695" y="188976"/>
                </a:lnTo>
                <a:lnTo>
                  <a:pt x="275843" y="0"/>
                </a:lnTo>
                <a:lnTo>
                  <a:pt x="316991" y="0"/>
                </a:lnTo>
                <a:lnTo>
                  <a:pt x="256031" y="24231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pic>
        <p:nvPicPr>
          <p:cNvPr id="54" name="object 54"/>
          <p:cNvPicPr/>
          <p:nvPr/>
        </p:nvPicPr>
        <p:blipFill>
          <a:blip r:embed="rId15" cstate="print"/>
          <a:stretch>
            <a:fillRect/>
          </a:stretch>
        </p:blipFill>
        <p:spPr>
          <a:xfrm>
            <a:off x="2659380" y="4946904"/>
            <a:ext cx="67056" cy="112775"/>
          </a:xfrm>
          <a:prstGeom prst="rect">
            <a:avLst/>
          </a:prstGeom>
        </p:spPr>
      </p:pic>
      <p:sp>
        <p:nvSpPr>
          <p:cNvPr id="55" name="object 55"/>
          <p:cNvSpPr/>
          <p:nvPr/>
        </p:nvSpPr>
        <p:spPr>
          <a:xfrm>
            <a:off x="2787396" y="4882908"/>
            <a:ext cx="844550" cy="410209"/>
          </a:xfrm>
          <a:custGeom>
            <a:avLst/>
            <a:gdLst/>
            <a:ahLst/>
            <a:cxnLst/>
            <a:rect l="l" t="t" r="r" b="b"/>
            <a:pathLst>
              <a:path w="844550" h="410210">
                <a:moveTo>
                  <a:pt x="402336" y="364223"/>
                </a:moveTo>
                <a:lnTo>
                  <a:pt x="384848" y="366229"/>
                </a:lnTo>
                <a:lnTo>
                  <a:pt x="368808" y="367652"/>
                </a:lnTo>
                <a:lnTo>
                  <a:pt x="353898" y="368515"/>
                </a:lnTo>
                <a:lnTo>
                  <a:pt x="339852" y="368795"/>
                </a:lnTo>
                <a:lnTo>
                  <a:pt x="322389" y="368274"/>
                </a:lnTo>
                <a:lnTo>
                  <a:pt x="265176" y="362699"/>
                </a:lnTo>
                <a:lnTo>
                  <a:pt x="222694" y="351078"/>
                </a:lnTo>
                <a:lnTo>
                  <a:pt x="204978" y="342887"/>
                </a:lnTo>
                <a:lnTo>
                  <a:pt x="201942" y="341490"/>
                </a:lnTo>
                <a:lnTo>
                  <a:pt x="181356" y="329171"/>
                </a:lnTo>
                <a:lnTo>
                  <a:pt x="190220" y="313931"/>
                </a:lnTo>
                <a:lnTo>
                  <a:pt x="191655" y="311454"/>
                </a:lnTo>
                <a:lnTo>
                  <a:pt x="199834" y="290309"/>
                </a:lnTo>
                <a:lnTo>
                  <a:pt x="205994" y="265734"/>
                </a:lnTo>
                <a:lnTo>
                  <a:pt x="210312" y="237731"/>
                </a:lnTo>
                <a:lnTo>
                  <a:pt x="309372" y="237731"/>
                </a:lnTo>
                <a:lnTo>
                  <a:pt x="309372" y="257543"/>
                </a:lnTo>
                <a:lnTo>
                  <a:pt x="335280" y="245351"/>
                </a:lnTo>
                <a:lnTo>
                  <a:pt x="335178" y="237731"/>
                </a:lnTo>
                <a:lnTo>
                  <a:pt x="335064" y="227063"/>
                </a:lnTo>
                <a:lnTo>
                  <a:pt x="334518" y="196583"/>
                </a:lnTo>
                <a:lnTo>
                  <a:pt x="334149" y="170675"/>
                </a:lnTo>
                <a:lnTo>
                  <a:pt x="334010" y="160007"/>
                </a:lnTo>
                <a:lnTo>
                  <a:pt x="333756" y="112763"/>
                </a:lnTo>
                <a:lnTo>
                  <a:pt x="342455" y="106667"/>
                </a:lnTo>
                <a:lnTo>
                  <a:pt x="348996" y="102095"/>
                </a:lnTo>
                <a:lnTo>
                  <a:pt x="342519" y="95999"/>
                </a:lnTo>
                <a:lnTo>
                  <a:pt x="323088" y="77711"/>
                </a:lnTo>
                <a:lnTo>
                  <a:pt x="309372" y="92684"/>
                </a:lnTo>
                <a:lnTo>
                  <a:pt x="309372" y="106667"/>
                </a:lnTo>
                <a:lnTo>
                  <a:pt x="309372" y="160007"/>
                </a:lnTo>
                <a:lnTo>
                  <a:pt x="309372" y="170675"/>
                </a:lnTo>
                <a:lnTo>
                  <a:pt x="309372" y="227063"/>
                </a:lnTo>
                <a:lnTo>
                  <a:pt x="211836" y="227063"/>
                </a:lnTo>
                <a:lnTo>
                  <a:pt x="212712" y="211404"/>
                </a:lnTo>
                <a:lnTo>
                  <a:pt x="213169" y="196583"/>
                </a:lnTo>
                <a:lnTo>
                  <a:pt x="213334" y="182918"/>
                </a:lnTo>
                <a:lnTo>
                  <a:pt x="213360" y="170675"/>
                </a:lnTo>
                <a:lnTo>
                  <a:pt x="309372" y="170675"/>
                </a:lnTo>
                <a:lnTo>
                  <a:pt x="309372" y="160007"/>
                </a:lnTo>
                <a:lnTo>
                  <a:pt x="213360" y="160007"/>
                </a:lnTo>
                <a:lnTo>
                  <a:pt x="213360" y="106667"/>
                </a:lnTo>
                <a:lnTo>
                  <a:pt x="309372" y="106667"/>
                </a:lnTo>
                <a:lnTo>
                  <a:pt x="309372" y="92684"/>
                </a:lnTo>
                <a:lnTo>
                  <a:pt x="306324" y="95999"/>
                </a:lnTo>
                <a:lnTo>
                  <a:pt x="213360" y="95999"/>
                </a:lnTo>
                <a:lnTo>
                  <a:pt x="213360" y="45707"/>
                </a:lnTo>
                <a:lnTo>
                  <a:pt x="391668" y="45707"/>
                </a:lnTo>
                <a:lnTo>
                  <a:pt x="356616" y="10655"/>
                </a:lnTo>
                <a:lnTo>
                  <a:pt x="332232" y="35039"/>
                </a:lnTo>
                <a:lnTo>
                  <a:pt x="7620" y="35039"/>
                </a:lnTo>
                <a:lnTo>
                  <a:pt x="22860" y="50279"/>
                </a:lnTo>
                <a:lnTo>
                  <a:pt x="32499" y="48285"/>
                </a:lnTo>
                <a:lnTo>
                  <a:pt x="42862" y="46850"/>
                </a:lnTo>
                <a:lnTo>
                  <a:pt x="53505" y="45999"/>
                </a:lnTo>
                <a:lnTo>
                  <a:pt x="64008" y="45707"/>
                </a:lnTo>
                <a:lnTo>
                  <a:pt x="190500" y="45707"/>
                </a:lnTo>
                <a:lnTo>
                  <a:pt x="190500" y="95999"/>
                </a:lnTo>
                <a:lnTo>
                  <a:pt x="190500" y="106667"/>
                </a:lnTo>
                <a:lnTo>
                  <a:pt x="190500" y="160007"/>
                </a:lnTo>
                <a:lnTo>
                  <a:pt x="190500" y="170675"/>
                </a:lnTo>
                <a:lnTo>
                  <a:pt x="190233" y="181203"/>
                </a:lnTo>
                <a:lnTo>
                  <a:pt x="189547" y="194297"/>
                </a:lnTo>
                <a:lnTo>
                  <a:pt x="187452" y="227063"/>
                </a:lnTo>
                <a:lnTo>
                  <a:pt x="88392" y="227063"/>
                </a:lnTo>
                <a:lnTo>
                  <a:pt x="88392" y="170675"/>
                </a:lnTo>
                <a:lnTo>
                  <a:pt x="190500" y="170675"/>
                </a:lnTo>
                <a:lnTo>
                  <a:pt x="190500" y="160007"/>
                </a:lnTo>
                <a:lnTo>
                  <a:pt x="88392" y="160007"/>
                </a:lnTo>
                <a:lnTo>
                  <a:pt x="88392" y="106667"/>
                </a:lnTo>
                <a:lnTo>
                  <a:pt x="190500" y="106667"/>
                </a:lnTo>
                <a:lnTo>
                  <a:pt x="190500" y="95999"/>
                </a:lnTo>
                <a:lnTo>
                  <a:pt x="91440" y="95999"/>
                </a:lnTo>
                <a:lnTo>
                  <a:pt x="62484" y="79235"/>
                </a:lnTo>
                <a:lnTo>
                  <a:pt x="63360" y="101485"/>
                </a:lnTo>
                <a:lnTo>
                  <a:pt x="63817" y="124574"/>
                </a:lnTo>
                <a:lnTo>
                  <a:pt x="63982" y="148247"/>
                </a:lnTo>
                <a:lnTo>
                  <a:pt x="63868" y="211404"/>
                </a:lnTo>
                <a:lnTo>
                  <a:pt x="63817" y="219252"/>
                </a:lnTo>
                <a:lnTo>
                  <a:pt x="63360" y="240576"/>
                </a:lnTo>
                <a:lnTo>
                  <a:pt x="62484" y="260591"/>
                </a:lnTo>
                <a:lnTo>
                  <a:pt x="88392" y="249923"/>
                </a:lnTo>
                <a:lnTo>
                  <a:pt x="88392" y="237731"/>
                </a:lnTo>
                <a:lnTo>
                  <a:pt x="185928" y="237731"/>
                </a:lnTo>
                <a:lnTo>
                  <a:pt x="178308" y="281927"/>
                </a:lnTo>
                <a:lnTo>
                  <a:pt x="163068" y="313931"/>
                </a:lnTo>
                <a:lnTo>
                  <a:pt x="151295" y="304507"/>
                </a:lnTo>
                <a:lnTo>
                  <a:pt x="138684" y="292214"/>
                </a:lnTo>
                <a:lnTo>
                  <a:pt x="124917" y="277075"/>
                </a:lnTo>
                <a:lnTo>
                  <a:pt x="109728" y="259067"/>
                </a:lnTo>
                <a:lnTo>
                  <a:pt x="105156" y="262115"/>
                </a:lnTo>
                <a:lnTo>
                  <a:pt x="118338" y="284175"/>
                </a:lnTo>
                <a:lnTo>
                  <a:pt x="130683" y="302501"/>
                </a:lnTo>
                <a:lnTo>
                  <a:pt x="142443" y="317411"/>
                </a:lnTo>
                <a:lnTo>
                  <a:pt x="153924" y="329171"/>
                </a:lnTo>
                <a:lnTo>
                  <a:pt x="144487" y="338340"/>
                </a:lnTo>
                <a:lnTo>
                  <a:pt x="99060" y="367271"/>
                </a:lnTo>
                <a:lnTo>
                  <a:pt x="55245" y="384416"/>
                </a:lnTo>
                <a:lnTo>
                  <a:pt x="0" y="399275"/>
                </a:lnTo>
                <a:lnTo>
                  <a:pt x="1524" y="406895"/>
                </a:lnTo>
                <a:lnTo>
                  <a:pt x="55245" y="396417"/>
                </a:lnTo>
                <a:lnTo>
                  <a:pt x="102108" y="382511"/>
                </a:lnTo>
                <a:lnTo>
                  <a:pt x="140208" y="364413"/>
                </a:lnTo>
                <a:lnTo>
                  <a:pt x="169164" y="342887"/>
                </a:lnTo>
                <a:lnTo>
                  <a:pt x="188925" y="356844"/>
                </a:lnTo>
                <a:lnTo>
                  <a:pt x="231305" y="378472"/>
                </a:lnTo>
                <a:lnTo>
                  <a:pt x="279031" y="390474"/>
                </a:lnTo>
                <a:lnTo>
                  <a:pt x="337223" y="396278"/>
                </a:lnTo>
                <a:lnTo>
                  <a:pt x="370332" y="397751"/>
                </a:lnTo>
                <a:lnTo>
                  <a:pt x="373189" y="389178"/>
                </a:lnTo>
                <a:lnTo>
                  <a:pt x="379476" y="381749"/>
                </a:lnTo>
                <a:lnTo>
                  <a:pt x="389191" y="375462"/>
                </a:lnTo>
                <a:lnTo>
                  <a:pt x="402336" y="370319"/>
                </a:lnTo>
                <a:lnTo>
                  <a:pt x="402336" y="368795"/>
                </a:lnTo>
                <a:lnTo>
                  <a:pt x="402336" y="364223"/>
                </a:lnTo>
                <a:close/>
              </a:path>
              <a:path w="844550" h="410210">
                <a:moveTo>
                  <a:pt x="579107" y="25908"/>
                </a:moveTo>
                <a:lnTo>
                  <a:pt x="544055" y="3048"/>
                </a:lnTo>
                <a:lnTo>
                  <a:pt x="539229" y="21945"/>
                </a:lnTo>
                <a:lnTo>
                  <a:pt x="531672" y="44577"/>
                </a:lnTo>
                <a:lnTo>
                  <a:pt x="509003" y="102108"/>
                </a:lnTo>
                <a:lnTo>
                  <a:pt x="478142" y="166878"/>
                </a:lnTo>
                <a:lnTo>
                  <a:pt x="440423" y="227076"/>
                </a:lnTo>
                <a:lnTo>
                  <a:pt x="444995" y="231648"/>
                </a:lnTo>
                <a:lnTo>
                  <a:pt x="460121" y="215379"/>
                </a:lnTo>
                <a:lnTo>
                  <a:pt x="475665" y="196405"/>
                </a:lnTo>
                <a:lnTo>
                  <a:pt x="491502" y="174853"/>
                </a:lnTo>
                <a:lnTo>
                  <a:pt x="507479" y="150876"/>
                </a:lnTo>
                <a:lnTo>
                  <a:pt x="507377" y="334137"/>
                </a:lnTo>
                <a:lnTo>
                  <a:pt x="507276" y="345948"/>
                </a:lnTo>
                <a:lnTo>
                  <a:pt x="506806" y="375945"/>
                </a:lnTo>
                <a:lnTo>
                  <a:pt x="505955" y="409956"/>
                </a:lnTo>
                <a:lnTo>
                  <a:pt x="531863" y="397764"/>
                </a:lnTo>
                <a:lnTo>
                  <a:pt x="531609" y="361950"/>
                </a:lnTo>
                <a:lnTo>
                  <a:pt x="531101" y="334137"/>
                </a:lnTo>
                <a:lnTo>
                  <a:pt x="530580" y="311607"/>
                </a:lnTo>
                <a:lnTo>
                  <a:pt x="530339" y="295656"/>
                </a:lnTo>
                <a:lnTo>
                  <a:pt x="530339" y="150876"/>
                </a:lnTo>
                <a:lnTo>
                  <a:pt x="530339" y="144780"/>
                </a:lnTo>
                <a:lnTo>
                  <a:pt x="544055" y="131064"/>
                </a:lnTo>
                <a:lnTo>
                  <a:pt x="524243" y="118872"/>
                </a:lnTo>
                <a:lnTo>
                  <a:pt x="533946" y="98336"/>
                </a:lnTo>
                <a:lnTo>
                  <a:pt x="542340" y="80391"/>
                </a:lnTo>
                <a:lnTo>
                  <a:pt x="549211" y="65532"/>
                </a:lnTo>
                <a:lnTo>
                  <a:pt x="554723" y="53340"/>
                </a:lnTo>
                <a:lnTo>
                  <a:pt x="560463" y="43053"/>
                </a:lnTo>
                <a:lnTo>
                  <a:pt x="566343" y="35052"/>
                </a:lnTo>
                <a:lnTo>
                  <a:pt x="572516" y="29337"/>
                </a:lnTo>
                <a:lnTo>
                  <a:pt x="579107" y="25908"/>
                </a:lnTo>
                <a:close/>
              </a:path>
              <a:path w="844550" h="410210">
                <a:moveTo>
                  <a:pt x="821423" y="73152"/>
                </a:moveTo>
                <a:lnTo>
                  <a:pt x="812787" y="65532"/>
                </a:lnTo>
                <a:lnTo>
                  <a:pt x="795515" y="50292"/>
                </a:lnTo>
                <a:lnTo>
                  <a:pt x="786371" y="61722"/>
                </a:lnTo>
                <a:lnTo>
                  <a:pt x="786371" y="76200"/>
                </a:lnTo>
                <a:lnTo>
                  <a:pt x="786371" y="128016"/>
                </a:lnTo>
                <a:lnTo>
                  <a:pt x="623303" y="128016"/>
                </a:lnTo>
                <a:lnTo>
                  <a:pt x="623303" y="76200"/>
                </a:lnTo>
                <a:lnTo>
                  <a:pt x="786371" y="76200"/>
                </a:lnTo>
                <a:lnTo>
                  <a:pt x="786371" y="61722"/>
                </a:lnTo>
                <a:lnTo>
                  <a:pt x="783323" y="65532"/>
                </a:lnTo>
                <a:lnTo>
                  <a:pt x="708647" y="65532"/>
                </a:lnTo>
                <a:lnTo>
                  <a:pt x="716267" y="57912"/>
                </a:lnTo>
                <a:lnTo>
                  <a:pt x="720839" y="51816"/>
                </a:lnTo>
                <a:lnTo>
                  <a:pt x="723887" y="45720"/>
                </a:lnTo>
                <a:lnTo>
                  <a:pt x="723887" y="38100"/>
                </a:lnTo>
                <a:lnTo>
                  <a:pt x="689051" y="8572"/>
                </a:lnTo>
                <a:lnTo>
                  <a:pt x="673595" y="0"/>
                </a:lnTo>
                <a:lnTo>
                  <a:pt x="669023" y="4572"/>
                </a:lnTo>
                <a:lnTo>
                  <a:pt x="679577" y="17729"/>
                </a:lnTo>
                <a:lnTo>
                  <a:pt x="688263" y="29908"/>
                </a:lnTo>
                <a:lnTo>
                  <a:pt x="694956" y="41211"/>
                </a:lnTo>
                <a:lnTo>
                  <a:pt x="699503" y="51816"/>
                </a:lnTo>
                <a:lnTo>
                  <a:pt x="701027" y="60960"/>
                </a:lnTo>
                <a:lnTo>
                  <a:pt x="704075" y="65532"/>
                </a:lnTo>
                <a:lnTo>
                  <a:pt x="623303" y="65532"/>
                </a:lnTo>
                <a:lnTo>
                  <a:pt x="598919" y="50292"/>
                </a:lnTo>
                <a:lnTo>
                  <a:pt x="599414" y="98336"/>
                </a:lnTo>
                <a:lnTo>
                  <a:pt x="598919" y="153924"/>
                </a:lnTo>
                <a:lnTo>
                  <a:pt x="597179" y="192417"/>
                </a:lnTo>
                <a:lnTo>
                  <a:pt x="590613" y="245529"/>
                </a:lnTo>
                <a:lnTo>
                  <a:pt x="580847" y="290626"/>
                </a:lnTo>
                <a:lnTo>
                  <a:pt x="567156" y="330631"/>
                </a:lnTo>
                <a:lnTo>
                  <a:pt x="550113" y="365544"/>
                </a:lnTo>
                <a:lnTo>
                  <a:pt x="541007" y="381000"/>
                </a:lnTo>
                <a:lnTo>
                  <a:pt x="547103" y="384048"/>
                </a:lnTo>
                <a:lnTo>
                  <a:pt x="575487" y="342519"/>
                </a:lnTo>
                <a:lnTo>
                  <a:pt x="600443" y="289560"/>
                </a:lnTo>
                <a:lnTo>
                  <a:pt x="617588" y="223266"/>
                </a:lnTo>
                <a:lnTo>
                  <a:pt x="621880" y="183261"/>
                </a:lnTo>
                <a:lnTo>
                  <a:pt x="623303" y="138684"/>
                </a:lnTo>
                <a:lnTo>
                  <a:pt x="786371" y="138684"/>
                </a:lnTo>
                <a:lnTo>
                  <a:pt x="786371" y="158496"/>
                </a:lnTo>
                <a:lnTo>
                  <a:pt x="810755" y="149352"/>
                </a:lnTo>
                <a:lnTo>
                  <a:pt x="809879" y="141605"/>
                </a:lnTo>
                <a:lnTo>
                  <a:pt x="809701" y="138684"/>
                </a:lnTo>
                <a:lnTo>
                  <a:pt x="809472" y="134912"/>
                </a:lnTo>
                <a:lnTo>
                  <a:pt x="809282" y="128016"/>
                </a:lnTo>
                <a:lnTo>
                  <a:pt x="809231" y="82296"/>
                </a:lnTo>
                <a:lnTo>
                  <a:pt x="817359" y="76200"/>
                </a:lnTo>
                <a:lnTo>
                  <a:pt x="821423" y="73152"/>
                </a:lnTo>
                <a:close/>
              </a:path>
              <a:path w="844550" h="410210">
                <a:moveTo>
                  <a:pt x="844283" y="198120"/>
                </a:moveTo>
                <a:lnTo>
                  <a:pt x="834631" y="190500"/>
                </a:lnTo>
                <a:lnTo>
                  <a:pt x="815327" y="175260"/>
                </a:lnTo>
                <a:lnTo>
                  <a:pt x="804659" y="187121"/>
                </a:lnTo>
                <a:lnTo>
                  <a:pt x="804659" y="201168"/>
                </a:lnTo>
                <a:lnTo>
                  <a:pt x="804659" y="272796"/>
                </a:lnTo>
                <a:lnTo>
                  <a:pt x="771131" y="272796"/>
                </a:lnTo>
                <a:lnTo>
                  <a:pt x="771131" y="201168"/>
                </a:lnTo>
                <a:lnTo>
                  <a:pt x="804659" y="201168"/>
                </a:lnTo>
                <a:lnTo>
                  <a:pt x="804659" y="187121"/>
                </a:lnTo>
                <a:lnTo>
                  <a:pt x="801611" y="190500"/>
                </a:lnTo>
                <a:lnTo>
                  <a:pt x="748271" y="190500"/>
                </a:lnTo>
                <a:lnTo>
                  <a:pt x="748271" y="201168"/>
                </a:lnTo>
                <a:lnTo>
                  <a:pt x="748271" y="272796"/>
                </a:lnTo>
                <a:lnTo>
                  <a:pt x="710171" y="272796"/>
                </a:lnTo>
                <a:lnTo>
                  <a:pt x="710171" y="201168"/>
                </a:lnTo>
                <a:lnTo>
                  <a:pt x="748271" y="201168"/>
                </a:lnTo>
                <a:lnTo>
                  <a:pt x="748271" y="190500"/>
                </a:lnTo>
                <a:lnTo>
                  <a:pt x="687311" y="190500"/>
                </a:lnTo>
                <a:lnTo>
                  <a:pt x="687311" y="201168"/>
                </a:lnTo>
                <a:lnTo>
                  <a:pt x="687311" y="272796"/>
                </a:lnTo>
                <a:lnTo>
                  <a:pt x="652259" y="272796"/>
                </a:lnTo>
                <a:lnTo>
                  <a:pt x="652259" y="201168"/>
                </a:lnTo>
                <a:lnTo>
                  <a:pt x="687311" y="201168"/>
                </a:lnTo>
                <a:lnTo>
                  <a:pt x="687311" y="190500"/>
                </a:lnTo>
                <a:lnTo>
                  <a:pt x="652259" y="190500"/>
                </a:lnTo>
                <a:lnTo>
                  <a:pt x="627875" y="175260"/>
                </a:lnTo>
                <a:lnTo>
                  <a:pt x="628764" y="192417"/>
                </a:lnTo>
                <a:lnTo>
                  <a:pt x="629208" y="207454"/>
                </a:lnTo>
                <a:lnTo>
                  <a:pt x="629310" y="215379"/>
                </a:lnTo>
                <a:lnTo>
                  <a:pt x="629196" y="362712"/>
                </a:lnTo>
                <a:lnTo>
                  <a:pt x="628764" y="377444"/>
                </a:lnTo>
                <a:lnTo>
                  <a:pt x="627875" y="396240"/>
                </a:lnTo>
                <a:lnTo>
                  <a:pt x="652259" y="385572"/>
                </a:lnTo>
                <a:lnTo>
                  <a:pt x="652259" y="283464"/>
                </a:lnTo>
                <a:lnTo>
                  <a:pt x="687311" y="283464"/>
                </a:lnTo>
                <a:lnTo>
                  <a:pt x="687311" y="368808"/>
                </a:lnTo>
                <a:lnTo>
                  <a:pt x="710171" y="361188"/>
                </a:lnTo>
                <a:lnTo>
                  <a:pt x="710171" y="283464"/>
                </a:lnTo>
                <a:lnTo>
                  <a:pt x="748271" y="283464"/>
                </a:lnTo>
                <a:lnTo>
                  <a:pt x="748271" y="355092"/>
                </a:lnTo>
                <a:lnTo>
                  <a:pt x="771131" y="345948"/>
                </a:lnTo>
                <a:lnTo>
                  <a:pt x="771131" y="283464"/>
                </a:lnTo>
                <a:lnTo>
                  <a:pt x="804659" y="283464"/>
                </a:lnTo>
                <a:lnTo>
                  <a:pt x="804659" y="350520"/>
                </a:lnTo>
                <a:lnTo>
                  <a:pt x="806183" y="361188"/>
                </a:lnTo>
                <a:lnTo>
                  <a:pt x="803135" y="367284"/>
                </a:lnTo>
                <a:lnTo>
                  <a:pt x="793991" y="367284"/>
                </a:lnTo>
                <a:lnTo>
                  <a:pt x="786257" y="366991"/>
                </a:lnTo>
                <a:lnTo>
                  <a:pt x="776655" y="366141"/>
                </a:lnTo>
                <a:lnTo>
                  <a:pt x="765060" y="364705"/>
                </a:lnTo>
                <a:lnTo>
                  <a:pt x="751319" y="362712"/>
                </a:lnTo>
                <a:lnTo>
                  <a:pt x="751319" y="370332"/>
                </a:lnTo>
                <a:lnTo>
                  <a:pt x="769594" y="377444"/>
                </a:lnTo>
                <a:lnTo>
                  <a:pt x="783132" y="385000"/>
                </a:lnTo>
                <a:lnTo>
                  <a:pt x="791832" y="392823"/>
                </a:lnTo>
                <a:lnTo>
                  <a:pt x="795515" y="400812"/>
                </a:lnTo>
                <a:lnTo>
                  <a:pt x="810374" y="394233"/>
                </a:lnTo>
                <a:lnTo>
                  <a:pt x="820661" y="385953"/>
                </a:lnTo>
                <a:lnTo>
                  <a:pt x="826376" y="375945"/>
                </a:lnTo>
                <a:lnTo>
                  <a:pt x="827227" y="367284"/>
                </a:lnTo>
                <a:lnTo>
                  <a:pt x="827481" y="364705"/>
                </a:lnTo>
                <a:lnTo>
                  <a:pt x="827519" y="283464"/>
                </a:lnTo>
                <a:lnTo>
                  <a:pt x="827519" y="272796"/>
                </a:lnTo>
                <a:lnTo>
                  <a:pt x="827519" y="208788"/>
                </a:lnTo>
                <a:lnTo>
                  <a:pt x="839495" y="201168"/>
                </a:lnTo>
                <a:lnTo>
                  <a:pt x="844283" y="1981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" name="object 56"/>
          <p:cNvSpPr/>
          <p:nvPr/>
        </p:nvSpPr>
        <p:spPr>
          <a:xfrm>
            <a:off x="3686555" y="4882896"/>
            <a:ext cx="391795" cy="407034"/>
          </a:xfrm>
          <a:custGeom>
            <a:avLst/>
            <a:gdLst/>
            <a:ahLst/>
            <a:cxnLst/>
            <a:rect l="l" t="t" r="r" b="b"/>
            <a:pathLst>
              <a:path w="391795" h="407035">
                <a:moveTo>
                  <a:pt x="36576" y="51816"/>
                </a:moveTo>
                <a:lnTo>
                  <a:pt x="36576" y="45720"/>
                </a:lnTo>
                <a:lnTo>
                  <a:pt x="85963" y="42219"/>
                </a:lnTo>
                <a:lnTo>
                  <a:pt x="133350" y="38290"/>
                </a:lnTo>
                <a:lnTo>
                  <a:pt x="178450" y="33504"/>
                </a:lnTo>
                <a:lnTo>
                  <a:pt x="220980" y="27432"/>
                </a:lnTo>
                <a:lnTo>
                  <a:pt x="259603" y="21431"/>
                </a:lnTo>
                <a:lnTo>
                  <a:pt x="315706" y="7715"/>
                </a:lnTo>
                <a:lnTo>
                  <a:pt x="333756" y="0"/>
                </a:lnTo>
                <a:lnTo>
                  <a:pt x="359664" y="32004"/>
                </a:lnTo>
                <a:lnTo>
                  <a:pt x="305371" y="34099"/>
                </a:lnTo>
                <a:lnTo>
                  <a:pt x="231648" y="39624"/>
                </a:lnTo>
                <a:lnTo>
                  <a:pt x="187880" y="43886"/>
                </a:lnTo>
                <a:lnTo>
                  <a:pt x="140970" y="47434"/>
                </a:lnTo>
                <a:lnTo>
                  <a:pt x="90630" y="50125"/>
                </a:lnTo>
                <a:lnTo>
                  <a:pt x="36576" y="51816"/>
                </a:lnTo>
                <a:close/>
              </a:path>
              <a:path w="391795" h="407035">
                <a:moveTo>
                  <a:pt x="260604" y="128016"/>
                </a:moveTo>
                <a:lnTo>
                  <a:pt x="256032" y="124968"/>
                </a:lnTo>
                <a:lnTo>
                  <a:pt x="262628" y="114681"/>
                </a:lnTo>
                <a:lnTo>
                  <a:pt x="268795" y="104394"/>
                </a:lnTo>
                <a:lnTo>
                  <a:pt x="290204" y="62484"/>
                </a:lnTo>
                <a:lnTo>
                  <a:pt x="298704" y="38100"/>
                </a:lnTo>
                <a:lnTo>
                  <a:pt x="332232" y="60960"/>
                </a:lnTo>
                <a:lnTo>
                  <a:pt x="320040" y="65532"/>
                </a:lnTo>
                <a:lnTo>
                  <a:pt x="301752" y="87510"/>
                </a:lnTo>
                <a:lnTo>
                  <a:pt x="285750" y="105346"/>
                </a:lnTo>
                <a:lnTo>
                  <a:pt x="272034" y="118895"/>
                </a:lnTo>
                <a:lnTo>
                  <a:pt x="260604" y="128016"/>
                </a:lnTo>
                <a:close/>
              </a:path>
              <a:path w="391795" h="407035">
                <a:moveTo>
                  <a:pt x="207264" y="123444"/>
                </a:moveTo>
                <a:lnTo>
                  <a:pt x="202692" y="123444"/>
                </a:lnTo>
                <a:lnTo>
                  <a:pt x="199644" y="117348"/>
                </a:lnTo>
                <a:lnTo>
                  <a:pt x="196596" y="106680"/>
                </a:lnTo>
                <a:lnTo>
                  <a:pt x="192285" y="93821"/>
                </a:lnTo>
                <a:lnTo>
                  <a:pt x="186118" y="80391"/>
                </a:lnTo>
                <a:lnTo>
                  <a:pt x="177950" y="66389"/>
                </a:lnTo>
                <a:lnTo>
                  <a:pt x="167640" y="51816"/>
                </a:lnTo>
                <a:lnTo>
                  <a:pt x="170688" y="48768"/>
                </a:lnTo>
                <a:lnTo>
                  <a:pt x="202692" y="70104"/>
                </a:lnTo>
                <a:lnTo>
                  <a:pt x="220980" y="92964"/>
                </a:lnTo>
                <a:lnTo>
                  <a:pt x="220980" y="103632"/>
                </a:lnTo>
                <a:lnTo>
                  <a:pt x="219456" y="109728"/>
                </a:lnTo>
                <a:lnTo>
                  <a:pt x="208788" y="120396"/>
                </a:lnTo>
                <a:lnTo>
                  <a:pt x="207264" y="123444"/>
                </a:lnTo>
                <a:close/>
              </a:path>
              <a:path w="391795" h="407035">
                <a:moveTo>
                  <a:pt x="118872" y="126492"/>
                </a:moveTo>
                <a:lnTo>
                  <a:pt x="112776" y="126492"/>
                </a:lnTo>
                <a:lnTo>
                  <a:pt x="109728" y="121920"/>
                </a:lnTo>
                <a:lnTo>
                  <a:pt x="106680" y="111252"/>
                </a:lnTo>
                <a:lnTo>
                  <a:pt x="102393" y="98917"/>
                </a:lnTo>
                <a:lnTo>
                  <a:pt x="96393" y="86868"/>
                </a:lnTo>
                <a:lnTo>
                  <a:pt x="88677" y="74818"/>
                </a:lnTo>
                <a:lnTo>
                  <a:pt x="79248" y="62484"/>
                </a:lnTo>
                <a:lnTo>
                  <a:pt x="82296" y="57912"/>
                </a:lnTo>
                <a:lnTo>
                  <a:pt x="118943" y="80843"/>
                </a:lnTo>
                <a:lnTo>
                  <a:pt x="129540" y="94488"/>
                </a:lnTo>
                <a:lnTo>
                  <a:pt x="132492" y="98917"/>
                </a:lnTo>
                <a:lnTo>
                  <a:pt x="132588" y="108204"/>
                </a:lnTo>
                <a:lnTo>
                  <a:pt x="131064" y="114300"/>
                </a:lnTo>
                <a:lnTo>
                  <a:pt x="126474" y="118895"/>
                </a:lnTo>
                <a:lnTo>
                  <a:pt x="121920" y="124968"/>
                </a:lnTo>
                <a:lnTo>
                  <a:pt x="118872" y="126492"/>
                </a:lnTo>
                <a:close/>
              </a:path>
              <a:path w="391795" h="407035">
                <a:moveTo>
                  <a:pt x="21336" y="193548"/>
                </a:moveTo>
                <a:lnTo>
                  <a:pt x="13716" y="193548"/>
                </a:lnTo>
                <a:lnTo>
                  <a:pt x="9144" y="192024"/>
                </a:lnTo>
                <a:lnTo>
                  <a:pt x="6096" y="188976"/>
                </a:lnTo>
                <a:lnTo>
                  <a:pt x="1524" y="187452"/>
                </a:lnTo>
                <a:lnTo>
                  <a:pt x="0" y="185928"/>
                </a:lnTo>
                <a:lnTo>
                  <a:pt x="0" y="181356"/>
                </a:lnTo>
                <a:lnTo>
                  <a:pt x="4572" y="175260"/>
                </a:lnTo>
                <a:lnTo>
                  <a:pt x="22026" y="157805"/>
                </a:lnTo>
                <a:lnTo>
                  <a:pt x="28765" y="146494"/>
                </a:lnTo>
                <a:lnTo>
                  <a:pt x="34075" y="132040"/>
                </a:lnTo>
                <a:lnTo>
                  <a:pt x="38100" y="114300"/>
                </a:lnTo>
                <a:lnTo>
                  <a:pt x="45720" y="114300"/>
                </a:lnTo>
                <a:lnTo>
                  <a:pt x="45720" y="134112"/>
                </a:lnTo>
                <a:lnTo>
                  <a:pt x="373913" y="134112"/>
                </a:lnTo>
                <a:lnTo>
                  <a:pt x="384048" y="144780"/>
                </a:lnTo>
                <a:lnTo>
                  <a:pt x="45720" y="144780"/>
                </a:lnTo>
                <a:lnTo>
                  <a:pt x="44886" y="161305"/>
                </a:lnTo>
                <a:lnTo>
                  <a:pt x="42481" y="174117"/>
                </a:lnTo>
                <a:lnTo>
                  <a:pt x="38647" y="182927"/>
                </a:lnTo>
                <a:lnTo>
                  <a:pt x="33528" y="187452"/>
                </a:lnTo>
                <a:lnTo>
                  <a:pt x="21336" y="193548"/>
                </a:lnTo>
                <a:close/>
              </a:path>
              <a:path w="391795" h="407035">
                <a:moveTo>
                  <a:pt x="373913" y="134112"/>
                </a:moveTo>
                <a:lnTo>
                  <a:pt x="335280" y="134112"/>
                </a:lnTo>
                <a:lnTo>
                  <a:pt x="355092" y="114300"/>
                </a:lnTo>
                <a:lnTo>
                  <a:pt x="373913" y="134112"/>
                </a:lnTo>
                <a:close/>
              </a:path>
              <a:path w="391795" h="407035">
                <a:moveTo>
                  <a:pt x="327660" y="187452"/>
                </a:moveTo>
                <a:lnTo>
                  <a:pt x="321564" y="185928"/>
                </a:lnTo>
                <a:lnTo>
                  <a:pt x="339852" y="144780"/>
                </a:lnTo>
                <a:lnTo>
                  <a:pt x="384048" y="144780"/>
                </a:lnTo>
                <a:lnTo>
                  <a:pt x="378071" y="145589"/>
                </a:lnTo>
                <a:lnTo>
                  <a:pt x="371665" y="147828"/>
                </a:lnTo>
                <a:lnTo>
                  <a:pt x="335637" y="176879"/>
                </a:lnTo>
                <a:lnTo>
                  <a:pt x="327660" y="187452"/>
                </a:lnTo>
                <a:close/>
              </a:path>
              <a:path w="391795" h="407035">
                <a:moveTo>
                  <a:pt x="167640" y="207264"/>
                </a:moveTo>
                <a:lnTo>
                  <a:pt x="141732" y="207264"/>
                </a:lnTo>
                <a:lnTo>
                  <a:pt x="143732" y="190976"/>
                </a:lnTo>
                <a:lnTo>
                  <a:pt x="145114" y="176879"/>
                </a:lnTo>
                <a:lnTo>
                  <a:pt x="146018" y="163544"/>
                </a:lnTo>
                <a:lnTo>
                  <a:pt x="146304" y="152400"/>
                </a:lnTo>
                <a:lnTo>
                  <a:pt x="184404" y="170688"/>
                </a:lnTo>
                <a:lnTo>
                  <a:pt x="172212" y="181356"/>
                </a:lnTo>
                <a:lnTo>
                  <a:pt x="167640" y="207264"/>
                </a:lnTo>
                <a:close/>
              </a:path>
              <a:path w="391795" h="407035">
                <a:moveTo>
                  <a:pt x="48768" y="222504"/>
                </a:moveTo>
                <a:lnTo>
                  <a:pt x="33528" y="207264"/>
                </a:lnTo>
                <a:lnTo>
                  <a:pt x="295656" y="207264"/>
                </a:lnTo>
                <a:lnTo>
                  <a:pt x="316992" y="185928"/>
                </a:lnTo>
                <a:lnTo>
                  <a:pt x="345948" y="217932"/>
                </a:lnTo>
                <a:lnTo>
                  <a:pt x="91440" y="217932"/>
                </a:lnTo>
                <a:lnTo>
                  <a:pt x="80271" y="218217"/>
                </a:lnTo>
                <a:lnTo>
                  <a:pt x="69532" y="219075"/>
                </a:lnTo>
                <a:lnTo>
                  <a:pt x="59078" y="220503"/>
                </a:lnTo>
                <a:lnTo>
                  <a:pt x="48768" y="222504"/>
                </a:lnTo>
                <a:close/>
              </a:path>
              <a:path w="391795" h="407035">
                <a:moveTo>
                  <a:pt x="10668" y="397764"/>
                </a:moveTo>
                <a:lnTo>
                  <a:pt x="9144" y="391668"/>
                </a:lnTo>
                <a:lnTo>
                  <a:pt x="58316" y="352520"/>
                </a:lnTo>
                <a:lnTo>
                  <a:pt x="96202" y="310515"/>
                </a:lnTo>
                <a:lnTo>
                  <a:pt x="122943" y="265652"/>
                </a:lnTo>
                <a:lnTo>
                  <a:pt x="138684" y="217932"/>
                </a:lnTo>
                <a:lnTo>
                  <a:pt x="166116" y="217932"/>
                </a:lnTo>
                <a:lnTo>
                  <a:pt x="162925" y="226194"/>
                </a:lnTo>
                <a:lnTo>
                  <a:pt x="160020" y="234886"/>
                </a:lnTo>
                <a:lnTo>
                  <a:pt x="157114" y="243863"/>
                </a:lnTo>
                <a:lnTo>
                  <a:pt x="153924" y="252984"/>
                </a:lnTo>
                <a:lnTo>
                  <a:pt x="309372" y="252984"/>
                </a:lnTo>
                <a:lnTo>
                  <a:pt x="318516" y="262128"/>
                </a:lnTo>
                <a:lnTo>
                  <a:pt x="149352" y="262128"/>
                </a:lnTo>
                <a:lnTo>
                  <a:pt x="127039" y="301537"/>
                </a:lnTo>
                <a:lnTo>
                  <a:pt x="96583" y="337375"/>
                </a:lnTo>
                <a:lnTo>
                  <a:pt x="57840" y="369498"/>
                </a:lnTo>
                <a:lnTo>
                  <a:pt x="10668" y="397764"/>
                </a:lnTo>
                <a:close/>
              </a:path>
              <a:path w="391795" h="407035">
                <a:moveTo>
                  <a:pt x="309372" y="252984"/>
                </a:moveTo>
                <a:lnTo>
                  <a:pt x="278892" y="252984"/>
                </a:lnTo>
                <a:lnTo>
                  <a:pt x="294132" y="237744"/>
                </a:lnTo>
                <a:lnTo>
                  <a:pt x="309372" y="252984"/>
                </a:lnTo>
                <a:close/>
              </a:path>
              <a:path w="391795" h="407035">
                <a:moveTo>
                  <a:pt x="59436" y="406908"/>
                </a:moveTo>
                <a:lnTo>
                  <a:pt x="59436" y="399288"/>
                </a:lnTo>
                <a:lnTo>
                  <a:pt x="103751" y="387881"/>
                </a:lnTo>
                <a:lnTo>
                  <a:pt x="143065" y="374332"/>
                </a:lnTo>
                <a:lnTo>
                  <a:pt x="177522" y="358782"/>
                </a:lnTo>
                <a:lnTo>
                  <a:pt x="207264" y="341376"/>
                </a:lnTo>
                <a:lnTo>
                  <a:pt x="189214" y="322778"/>
                </a:lnTo>
                <a:lnTo>
                  <a:pt x="173736" y="303466"/>
                </a:lnTo>
                <a:lnTo>
                  <a:pt x="160543" y="283297"/>
                </a:lnTo>
                <a:lnTo>
                  <a:pt x="149352" y="262128"/>
                </a:lnTo>
                <a:lnTo>
                  <a:pt x="318516" y="262128"/>
                </a:lnTo>
                <a:lnTo>
                  <a:pt x="320040" y="263652"/>
                </a:lnTo>
                <a:lnTo>
                  <a:pt x="160020" y="263652"/>
                </a:lnTo>
                <a:lnTo>
                  <a:pt x="165163" y="271938"/>
                </a:lnTo>
                <a:lnTo>
                  <a:pt x="205930" y="316992"/>
                </a:lnTo>
                <a:lnTo>
                  <a:pt x="220980" y="329184"/>
                </a:lnTo>
                <a:lnTo>
                  <a:pt x="252351" y="329184"/>
                </a:lnTo>
                <a:lnTo>
                  <a:pt x="237744" y="341376"/>
                </a:lnTo>
                <a:lnTo>
                  <a:pt x="265563" y="352044"/>
                </a:lnTo>
                <a:lnTo>
                  <a:pt x="222504" y="352044"/>
                </a:lnTo>
                <a:lnTo>
                  <a:pt x="190809" y="370903"/>
                </a:lnTo>
                <a:lnTo>
                  <a:pt x="152971" y="386334"/>
                </a:lnTo>
                <a:lnTo>
                  <a:pt x="109132" y="398335"/>
                </a:lnTo>
                <a:lnTo>
                  <a:pt x="59436" y="406908"/>
                </a:lnTo>
                <a:close/>
              </a:path>
              <a:path w="391795" h="407035">
                <a:moveTo>
                  <a:pt x="252351" y="329184"/>
                </a:moveTo>
                <a:lnTo>
                  <a:pt x="220980" y="329184"/>
                </a:lnTo>
                <a:lnTo>
                  <a:pt x="236672" y="314015"/>
                </a:lnTo>
                <a:lnTo>
                  <a:pt x="251650" y="298132"/>
                </a:lnTo>
                <a:lnTo>
                  <a:pt x="265771" y="281392"/>
                </a:lnTo>
                <a:lnTo>
                  <a:pt x="278892" y="263652"/>
                </a:lnTo>
                <a:lnTo>
                  <a:pt x="320040" y="263652"/>
                </a:lnTo>
                <a:lnTo>
                  <a:pt x="304800" y="272796"/>
                </a:lnTo>
                <a:lnTo>
                  <a:pt x="286821" y="294227"/>
                </a:lnTo>
                <a:lnTo>
                  <a:pt x="269557" y="312801"/>
                </a:lnTo>
                <a:lnTo>
                  <a:pt x="253150" y="328517"/>
                </a:lnTo>
                <a:lnTo>
                  <a:pt x="252351" y="329184"/>
                </a:lnTo>
                <a:close/>
              </a:path>
              <a:path w="391795" h="407035">
                <a:moveTo>
                  <a:pt x="361188" y="400812"/>
                </a:moveTo>
                <a:lnTo>
                  <a:pt x="318222" y="391668"/>
                </a:lnTo>
                <a:lnTo>
                  <a:pt x="280987" y="380428"/>
                </a:lnTo>
                <a:lnTo>
                  <a:pt x="249102" y="367164"/>
                </a:lnTo>
                <a:lnTo>
                  <a:pt x="222504" y="352044"/>
                </a:lnTo>
                <a:lnTo>
                  <a:pt x="265563" y="352044"/>
                </a:lnTo>
                <a:lnTo>
                  <a:pt x="269724" y="353639"/>
                </a:lnTo>
                <a:lnTo>
                  <a:pt x="306133" y="362902"/>
                </a:lnTo>
                <a:lnTo>
                  <a:pt x="346829" y="369022"/>
                </a:lnTo>
                <a:lnTo>
                  <a:pt x="391668" y="371856"/>
                </a:lnTo>
                <a:lnTo>
                  <a:pt x="391668" y="376428"/>
                </a:lnTo>
                <a:lnTo>
                  <a:pt x="382190" y="378952"/>
                </a:lnTo>
                <a:lnTo>
                  <a:pt x="374142" y="384048"/>
                </a:lnTo>
                <a:lnTo>
                  <a:pt x="367236" y="391429"/>
                </a:lnTo>
                <a:lnTo>
                  <a:pt x="361188" y="40081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" name="object 57"/>
          <p:cNvSpPr/>
          <p:nvPr/>
        </p:nvSpPr>
        <p:spPr>
          <a:xfrm>
            <a:off x="4130040" y="4998720"/>
            <a:ext cx="317500" cy="248920"/>
          </a:xfrm>
          <a:custGeom>
            <a:avLst/>
            <a:gdLst/>
            <a:ahLst/>
            <a:cxnLst/>
            <a:rect l="l" t="t" r="r" b="b"/>
            <a:pathLst>
              <a:path w="317500" h="248920">
                <a:moveTo>
                  <a:pt x="316991" y="248412"/>
                </a:moveTo>
                <a:lnTo>
                  <a:pt x="275843" y="248412"/>
                </a:lnTo>
                <a:lnTo>
                  <a:pt x="275843" y="108204"/>
                </a:lnTo>
                <a:lnTo>
                  <a:pt x="275605" y="100226"/>
                </a:lnTo>
                <a:lnTo>
                  <a:pt x="274558" y="84843"/>
                </a:lnTo>
                <a:lnTo>
                  <a:pt x="274319" y="77724"/>
                </a:lnTo>
                <a:lnTo>
                  <a:pt x="272795" y="68580"/>
                </a:lnTo>
                <a:lnTo>
                  <a:pt x="271271" y="60960"/>
                </a:lnTo>
                <a:lnTo>
                  <a:pt x="268223" y="54864"/>
                </a:lnTo>
                <a:lnTo>
                  <a:pt x="266699" y="50292"/>
                </a:lnTo>
                <a:lnTo>
                  <a:pt x="262127" y="45719"/>
                </a:lnTo>
                <a:lnTo>
                  <a:pt x="256031" y="42671"/>
                </a:lnTo>
                <a:lnTo>
                  <a:pt x="251459" y="39624"/>
                </a:lnTo>
                <a:lnTo>
                  <a:pt x="243839" y="38100"/>
                </a:lnTo>
                <a:lnTo>
                  <a:pt x="234695" y="38100"/>
                </a:lnTo>
                <a:lnTo>
                  <a:pt x="192785" y="56007"/>
                </a:lnTo>
                <a:lnTo>
                  <a:pt x="178307" y="68580"/>
                </a:lnTo>
                <a:lnTo>
                  <a:pt x="178307" y="248412"/>
                </a:lnTo>
                <a:lnTo>
                  <a:pt x="137159" y="248412"/>
                </a:lnTo>
                <a:lnTo>
                  <a:pt x="137159" y="77724"/>
                </a:lnTo>
                <a:lnTo>
                  <a:pt x="135635" y="68580"/>
                </a:lnTo>
                <a:lnTo>
                  <a:pt x="106679" y="38100"/>
                </a:lnTo>
                <a:lnTo>
                  <a:pt x="97536" y="38100"/>
                </a:lnTo>
                <a:lnTo>
                  <a:pt x="61721" y="51220"/>
                </a:lnTo>
                <a:lnTo>
                  <a:pt x="41148" y="68580"/>
                </a:lnTo>
                <a:lnTo>
                  <a:pt x="41148" y="248412"/>
                </a:lnTo>
                <a:lnTo>
                  <a:pt x="0" y="248412"/>
                </a:lnTo>
                <a:lnTo>
                  <a:pt x="0" y="6095"/>
                </a:lnTo>
                <a:lnTo>
                  <a:pt x="41148" y="6095"/>
                </a:lnTo>
                <a:lnTo>
                  <a:pt x="41148" y="33528"/>
                </a:lnTo>
                <a:lnTo>
                  <a:pt x="49148" y="25860"/>
                </a:lnTo>
                <a:lnTo>
                  <a:pt x="81176" y="5143"/>
                </a:lnTo>
                <a:lnTo>
                  <a:pt x="106679" y="0"/>
                </a:lnTo>
                <a:lnTo>
                  <a:pt x="117562" y="571"/>
                </a:lnTo>
                <a:lnTo>
                  <a:pt x="153114" y="15430"/>
                </a:lnTo>
                <a:lnTo>
                  <a:pt x="170687" y="41148"/>
                </a:lnTo>
                <a:lnTo>
                  <a:pt x="179831" y="31670"/>
                </a:lnTo>
                <a:lnTo>
                  <a:pt x="215788" y="5786"/>
                </a:lnTo>
                <a:lnTo>
                  <a:pt x="245363" y="0"/>
                </a:lnTo>
                <a:lnTo>
                  <a:pt x="253103" y="285"/>
                </a:lnTo>
                <a:lnTo>
                  <a:pt x="290822" y="15287"/>
                </a:lnTo>
                <a:lnTo>
                  <a:pt x="313134" y="56697"/>
                </a:lnTo>
                <a:lnTo>
                  <a:pt x="316991" y="89916"/>
                </a:lnTo>
                <a:lnTo>
                  <a:pt x="316991" y="24841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" name="object 58"/>
          <p:cNvSpPr/>
          <p:nvPr/>
        </p:nvSpPr>
        <p:spPr>
          <a:xfrm>
            <a:off x="4494276" y="4899660"/>
            <a:ext cx="403860" cy="387350"/>
          </a:xfrm>
          <a:custGeom>
            <a:avLst/>
            <a:gdLst/>
            <a:ahLst/>
            <a:cxnLst/>
            <a:rect l="l" t="t" r="r" b="b"/>
            <a:pathLst>
              <a:path w="403860" h="387350">
                <a:moveTo>
                  <a:pt x="318516" y="387096"/>
                </a:moveTo>
                <a:lnTo>
                  <a:pt x="311943" y="376237"/>
                </a:lnTo>
                <a:lnTo>
                  <a:pt x="301371" y="366522"/>
                </a:lnTo>
                <a:lnTo>
                  <a:pt x="286797" y="357949"/>
                </a:lnTo>
                <a:lnTo>
                  <a:pt x="268224" y="350520"/>
                </a:lnTo>
                <a:lnTo>
                  <a:pt x="268224" y="342900"/>
                </a:lnTo>
                <a:lnTo>
                  <a:pt x="317087" y="347400"/>
                </a:lnTo>
                <a:lnTo>
                  <a:pt x="330708" y="338328"/>
                </a:lnTo>
                <a:lnTo>
                  <a:pt x="330708" y="126492"/>
                </a:lnTo>
                <a:lnTo>
                  <a:pt x="256032" y="126492"/>
                </a:lnTo>
                <a:lnTo>
                  <a:pt x="256032" y="350520"/>
                </a:lnTo>
                <a:lnTo>
                  <a:pt x="233172" y="358140"/>
                </a:lnTo>
                <a:lnTo>
                  <a:pt x="233172" y="126492"/>
                </a:lnTo>
                <a:lnTo>
                  <a:pt x="164592" y="126492"/>
                </a:lnTo>
                <a:lnTo>
                  <a:pt x="164592" y="352044"/>
                </a:lnTo>
                <a:lnTo>
                  <a:pt x="143256" y="362712"/>
                </a:lnTo>
                <a:lnTo>
                  <a:pt x="143256" y="126492"/>
                </a:lnTo>
                <a:lnTo>
                  <a:pt x="74676" y="126492"/>
                </a:lnTo>
                <a:lnTo>
                  <a:pt x="74676" y="364236"/>
                </a:lnTo>
                <a:lnTo>
                  <a:pt x="48767" y="381000"/>
                </a:lnTo>
                <a:lnTo>
                  <a:pt x="49649" y="343542"/>
                </a:lnTo>
                <a:lnTo>
                  <a:pt x="50101" y="304228"/>
                </a:lnTo>
                <a:lnTo>
                  <a:pt x="50268" y="178569"/>
                </a:lnTo>
                <a:lnTo>
                  <a:pt x="50101" y="144970"/>
                </a:lnTo>
                <a:lnTo>
                  <a:pt x="49649" y="118514"/>
                </a:lnTo>
                <a:lnTo>
                  <a:pt x="48767" y="99059"/>
                </a:lnTo>
                <a:lnTo>
                  <a:pt x="74676" y="115824"/>
                </a:lnTo>
                <a:lnTo>
                  <a:pt x="161544" y="115824"/>
                </a:lnTo>
                <a:lnTo>
                  <a:pt x="184404" y="35051"/>
                </a:lnTo>
                <a:lnTo>
                  <a:pt x="57912" y="35051"/>
                </a:lnTo>
                <a:lnTo>
                  <a:pt x="46743" y="35361"/>
                </a:lnTo>
                <a:lnTo>
                  <a:pt x="36004" y="36385"/>
                </a:lnTo>
                <a:lnTo>
                  <a:pt x="25550" y="38266"/>
                </a:lnTo>
                <a:lnTo>
                  <a:pt x="15240" y="41148"/>
                </a:lnTo>
                <a:lnTo>
                  <a:pt x="0" y="24384"/>
                </a:lnTo>
                <a:lnTo>
                  <a:pt x="341376" y="24384"/>
                </a:lnTo>
                <a:lnTo>
                  <a:pt x="368808" y="0"/>
                </a:lnTo>
                <a:lnTo>
                  <a:pt x="403860" y="35051"/>
                </a:lnTo>
                <a:lnTo>
                  <a:pt x="220980" y="35051"/>
                </a:lnTo>
                <a:lnTo>
                  <a:pt x="212693" y="46815"/>
                </a:lnTo>
                <a:lnTo>
                  <a:pt x="201549" y="64007"/>
                </a:lnTo>
                <a:lnTo>
                  <a:pt x="187547" y="86915"/>
                </a:lnTo>
                <a:lnTo>
                  <a:pt x="170688" y="115824"/>
                </a:lnTo>
                <a:lnTo>
                  <a:pt x="329184" y="115824"/>
                </a:lnTo>
                <a:lnTo>
                  <a:pt x="342900" y="97536"/>
                </a:lnTo>
                <a:lnTo>
                  <a:pt x="373380" y="123443"/>
                </a:lnTo>
                <a:lnTo>
                  <a:pt x="355092" y="135636"/>
                </a:lnTo>
                <a:lnTo>
                  <a:pt x="355092" y="338328"/>
                </a:lnTo>
                <a:lnTo>
                  <a:pt x="354544" y="347781"/>
                </a:lnTo>
                <a:lnTo>
                  <a:pt x="328826" y="381642"/>
                </a:lnTo>
                <a:lnTo>
                  <a:pt x="318516" y="38709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" name="object 59"/>
          <p:cNvSpPr/>
          <p:nvPr/>
        </p:nvSpPr>
        <p:spPr>
          <a:xfrm>
            <a:off x="4943855" y="4892040"/>
            <a:ext cx="396240" cy="394970"/>
          </a:xfrm>
          <a:custGeom>
            <a:avLst/>
            <a:gdLst/>
            <a:ahLst/>
            <a:cxnLst/>
            <a:rect l="l" t="t" r="r" b="b"/>
            <a:pathLst>
              <a:path w="396239" h="394970">
                <a:moveTo>
                  <a:pt x="19812" y="41148"/>
                </a:moveTo>
                <a:lnTo>
                  <a:pt x="4572" y="25908"/>
                </a:lnTo>
                <a:lnTo>
                  <a:pt x="333756" y="25908"/>
                </a:lnTo>
                <a:lnTo>
                  <a:pt x="359664" y="0"/>
                </a:lnTo>
                <a:lnTo>
                  <a:pt x="396240" y="36576"/>
                </a:lnTo>
                <a:lnTo>
                  <a:pt x="60960" y="36576"/>
                </a:lnTo>
                <a:lnTo>
                  <a:pt x="49815" y="36861"/>
                </a:lnTo>
                <a:lnTo>
                  <a:pt x="39243" y="37719"/>
                </a:lnTo>
                <a:lnTo>
                  <a:pt x="29241" y="39147"/>
                </a:lnTo>
                <a:lnTo>
                  <a:pt x="19812" y="41148"/>
                </a:lnTo>
                <a:close/>
              </a:path>
              <a:path w="396239" h="394970">
                <a:moveTo>
                  <a:pt x="4572" y="297179"/>
                </a:moveTo>
                <a:lnTo>
                  <a:pt x="0" y="289560"/>
                </a:lnTo>
                <a:lnTo>
                  <a:pt x="28527" y="267557"/>
                </a:lnTo>
                <a:lnTo>
                  <a:pt x="56769" y="242697"/>
                </a:lnTo>
                <a:lnTo>
                  <a:pt x="84439" y="214979"/>
                </a:lnTo>
                <a:lnTo>
                  <a:pt x="111252" y="184404"/>
                </a:lnTo>
                <a:lnTo>
                  <a:pt x="136374" y="151233"/>
                </a:lnTo>
                <a:lnTo>
                  <a:pt x="159067" y="115633"/>
                </a:lnTo>
                <a:lnTo>
                  <a:pt x="179189" y="77462"/>
                </a:lnTo>
                <a:lnTo>
                  <a:pt x="196596" y="36576"/>
                </a:lnTo>
                <a:lnTo>
                  <a:pt x="231648" y="36576"/>
                </a:lnTo>
                <a:lnTo>
                  <a:pt x="223599" y="52006"/>
                </a:lnTo>
                <a:lnTo>
                  <a:pt x="206359" y="86296"/>
                </a:lnTo>
                <a:lnTo>
                  <a:pt x="196596" y="105156"/>
                </a:lnTo>
                <a:lnTo>
                  <a:pt x="227076" y="123444"/>
                </a:lnTo>
                <a:lnTo>
                  <a:pt x="222885" y="126492"/>
                </a:lnTo>
                <a:lnTo>
                  <a:pt x="184404" y="126492"/>
                </a:lnTo>
                <a:lnTo>
                  <a:pt x="155167" y="167066"/>
                </a:lnTo>
                <a:lnTo>
                  <a:pt x="122419" y="204569"/>
                </a:lnTo>
                <a:lnTo>
                  <a:pt x="86307" y="238853"/>
                </a:lnTo>
                <a:lnTo>
                  <a:pt x="46975" y="269772"/>
                </a:lnTo>
                <a:lnTo>
                  <a:pt x="4572" y="297179"/>
                </a:lnTo>
                <a:close/>
              </a:path>
              <a:path w="396239" h="394970">
                <a:moveTo>
                  <a:pt x="182880" y="394716"/>
                </a:moveTo>
                <a:lnTo>
                  <a:pt x="183761" y="362688"/>
                </a:lnTo>
                <a:lnTo>
                  <a:pt x="184213" y="332803"/>
                </a:lnTo>
                <a:lnTo>
                  <a:pt x="184380" y="304919"/>
                </a:lnTo>
                <a:lnTo>
                  <a:pt x="184404" y="126492"/>
                </a:lnTo>
                <a:lnTo>
                  <a:pt x="222885" y="126492"/>
                </a:lnTo>
                <a:lnTo>
                  <a:pt x="210312" y="135636"/>
                </a:lnTo>
                <a:lnTo>
                  <a:pt x="210345" y="304919"/>
                </a:lnTo>
                <a:lnTo>
                  <a:pt x="210573" y="326374"/>
                </a:lnTo>
                <a:lnTo>
                  <a:pt x="211264" y="347853"/>
                </a:lnTo>
                <a:lnTo>
                  <a:pt x="212240" y="366474"/>
                </a:lnTo>
                <a:lnTo>
                  <a:pt x="213360" y="382524"/>
                </a:lnTo>
                <a:lnTo>
                  <a:pt x="182880" y="394716"/>
                </a:lnTo>
                <a:close/>
              </a:path>
              <a:path w="396239" h="394970">
                <a:moveTo>
                  <a:pt x="374904" y="278892"/>
                </a:moveTo>
                <a:lnTo>
                  <a:pt x="371856" y="278892"/>
                </a:lnTo>
                <a:lnTo>
                  <a:pt x="368117" y="277177"/>
                </a:lnTo>
                <a:lnTo>
                  <a:pt x="363664" y="272034"/>
                </a:lnTo>
                <a:lnTo>
                  <a:pt x="358354" y="263461"/>
                </a:lnTo>
                <a:lnTo>
                  <a:pt x="352044" y="251460"/>
                </a:lnTo>
                <a:lnTo>
                  <a:pt x="337756" y="230862"/>
                </a:lnTo>
                <a:lnTo>
                  <a:pt x="315468" y="205549"/>
                </a:lnTo>
                <a:lnTo>
                  <a:pt x="285178" y="175379"/>
                </a:lnTo>
                <a:lnTo>
                  <a:pt x="246888" y="140208"/>
                </a:lnTo>
                <a:lnTo>
                  <a:pt x="252984" y="135636"/>
                </a:lnTo>
                <a:lnTo>
                  <a:pt x="301823" y="168544"/>
                </a:lnTo>
                <a:lnTo>
                  <a:pt x="338518" y="194310"/>
                </a:lnTo>
                <a:lnTo>
                  <a:pt x="374904" y="225552"/>
                </a:lnTo>
                <a:lnTo>
                  <a:pt x="387096" y="252984"/>
                </a:lnTo>
                <a:lnTo>
                  <a:pt x="387096" y="257556"/>
                </a:lnTo>
                <a:lnTo>
                  <a:pt x="377952" y="275844"/>
                </a:lnTo>
                <a:lnTo>
                  <a:pt x="374904" y="27889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" name="object 60"/>
          <p:cNvSpPr/>
          <p:nvPr/>
        </p:nvSpPr>
        <p:spPr>
          <a:xfrm>
            <a:off x="5396484" y="4882896"/>
            <a:ext cx="390525" cy="407034"/>
          </a:xfrm>
          <a:custGeom>
            <a:avLst/>
            <a:gdLst/>
            <a:ahLst/>
            <a:cxnLst/>
            <a:rect l="l" t="t" r="r" b="b"/>
            <a:pathLst>
              <a:path w="390525" h="407035">
                <a:moveTo>
                  <a:pt x="36576" y="51816"/>
                </a:moveTo>
                <a:lnTo>
                  <a:pt x="36576" y="45720"/>
                </a:lnTo>
                <a:lnTo>
                  <a:pt x="85748" y="42219"/>
                </a:lnTo>
                <a:lnTo>
                  <a:pt x="132778" y="38290"/>
                </a:lnTo>
                <a:lnTo>
                  <a:pt x="177807" y="33504"/>
                </a:lnTo>
                <a:lnTo>
                  <a:pt x="220980" y="27432"/>
                </a:lnTo>
                <a:lnTo>
                  <a:pt x="258960" y="21431"/>
                </a:lnTo>
                <a:lnTo>
                  <a:pt x="315491" y="7715"/>
                </a:lnTo>
                <a:lnTo>
                  <a:pt x="333756" y="0"/>
                </a:lnTo>
                <a:lnTo>
                  <a:pt x="359664" y="32004"/>
                </a:lnTo>
                <a:lnTo>
                  <a:pt x="304800" y="34099"/>
                </a:lnTo>
                <a:lnTo>
                  <a:pt x="231648" y="39624"/>
                </a:lnTo>
                <a:lnTo>
                  <a:pt x="187880" y="43886"/>
                </a:lnTo>
                <a:lnTo>
                  <a:pt x="140970" y="47434"/>
                </a:lnTo>
                <a:lnTo>
                  <a:pt x="90630" y="50125"/>
                </a:lnTo>
                <a:lnTo>
                  <a:pt x="36576" y="51816"/>
                </a:lnTo>
                <a:close/>
              </a:path>
              <a:path w="390525" h="407035">
                <a:moveTo>
                  <a:pt x="260604" y="128016"/>
                </a:moveTo>
                <a:lnTo>
                  <a:pt x="256032" y="124968"/>
                </a:lnTo>
                <a:lnTo>
                  <a:pt x="262604" y="114681"/>
                </a:lnTo>
                <a:lnTo>
                  <a:pt x="268605" y="104394"/>
                </a:lnTo>
                <a:lnTo>
                  <a:pt x="274034" y="94107"/>
                </a:lnTo>
                <a:lnTo>
                  <a:pt x="278892" y="83820"/>
                </a:lnTo>
                <a:lnTo>
                  <a:pt x="284345" y="73890"/>
                </a:lnTo>
                <a:lnTo>
                  <a:pt x="289444" y="62484"/>
                </a:lnTo>
                <a:lnTo>
                  <a:pt x="294108" y="50601"/>
                </a:lnTo>
                <a:lnTo>
                  <a:pt x="298704" y="38100"/>
                </a:lnTo>
                <a:lnTo>
                  <a:pt x="332232" y="60960"/>
                </a:lnTo>
                <a:lnTo>
                  <a:pt x="320040" y="65532"/>
                </a:lnTo>
                <a:lnTo>
                  <a:pt x="301752" y="87510"/>
                </a:lnTo>
                <a:lnTo>
                  <a:pt x="285750" y="105346"/>
                </a:lnTo>
                <a:lnTo>
                  <a:pt x="272034" y="118895"/>
                </a:lnTo>
                <a:lnTo>
                  <a:pt x="260604" y="128016"/>
                </a:lnTo>
                <a:close/>
              </a:path>
              <a:path w="390525" h="407035">
                <a:moveTo>
                  <a:pt x="205740" y="123444"/>
                </a:moveTo>
                <a:lnTo>
                  <a:pt x="201168" y="123444"/>
                </a:lnTo>
                <a:lnTo>
                  <a:pt x="198120" y="117348"/>
                </a:lnTo>
                <a:lnTo>
                  <a:pt x="196596" y="106680"/>
                </a:lnTo>
                <a:lnTo>
                  <a:pt x="192047" y="93821"/>
                </a:lnTo>
                <a:lnTo>
                  <a:pt x="185356" y="80391"/>
                </a:lnTo>
                <a:lnTo>
                  <a:pt x="176664" y="66389"/>
                </a:lnTo>
                <a:lnTo>
                  <a:pt x="166116" y="51816"/>
                </a:lnTo>
                <a:lnTo>
                  <a:pt x="170688" y="48768"/>
                </a:lnTo>
                <a:lnTo>
                  <a:pt x="202692" y="70104"/>
                </a:lnTo>
                <a:lnTo>
                  <a:pt x="220980" y="92964"/>
                </a:lnTo>
                <a:lnTo>
                  <a:pt x="220980" y="103632"/>
                </a:lnTo>
                <a:lnTo>
                  <a:pt x="217932" y="109728"/>
                </a:lnTo>
                <a:lnTo>
                  <a:pt x="213360" y="115824"/>
                </a:lnTo>
                <a:lnTo>
                  <a:pt x="205740" y="123444"/>
                </a:lnTo>
                <a:close/>
              </a:path>
              <a:path w="390525" h="407035">
                <a:moveTo>
                  <a:pt x="118872" y="126492"/>
                </a:moveTo>
                <a:lnTo>
                  <a:pt x="112776" y="126492"/>
                </a:lnTo>
                <a:lnTo>
                  <a:pt x="109728" y="121920"/>
                </a:lnTo>
                <a:lnTo>
                  <a:pt x="105156" y="111252"/>
                </a:lnTo>
                <a:lnTo>
                  <a:pt x="100869" y="98917"/>
                </a:lnTo>
                <a:lnTo>
                  <a:pt x="94869" y="86868"/>
                </a:lnTo>
                <a:lnTo>
                  <a:pt x="87153" y="74818"/>
                </a:lnTo>
                <a:lnTo>
                  <a:pt x="77724" y="62484"/>
                </a:lnTo>
                <a:lnTo>
                  <a:pt x="80772" y="57912"/>
                </a:lnTo>
                <a:lnTo>
                  <a:pt x="118276" y="80843"/>
                </a:lnTo>
                <a:lnTo>
                  <a:pt x="132588" y="108204"/>
                </a:lnTo>
                <a:lnTo>
                  <a:pt x="129540" y="114300"/>
                </a:lnTo>
                <a:lnTo>
                  <a:pt x="126474" y="118895"/>
                </a:lnTo>
                <a:lnTo>
                  <a:pt x="121920" y="124968"/>
                </a:lnTo>
                <a:lnTo>
                  <a:pt x="118872" y="126492"/>
                </a:lnTo>
                <a:close/>
              </a:path>
              <a:path w="390525" h="407035">
                <a:moveTo>
                  <a:pt x="21336" y="193548"/>
                </a:moveTo>
                <a:lnTo>
                  <a:pt x="12192" y="193548"/>
                </a:lnTo>
                <a:lnTo>
                  <a:pt x="9144" y="192024"/>
                </a:lnTo>
                <a:lnTo>
                  <a:pt x="4572" y="188976"/>
                </a:lnTo>
                <a:lnTo>
                  <a:pt x="1524" y="187452"/>
                </a:lnTo>
                <a:lnTo>
                  <a:pt x="0" y="185928"/>
                </a:lnTo>
                <a:lnTo>
                  <a:pt x="0" y="181356"/>
                </a:lnTo>
                <a:lnTo>
                  <a:pt x="4572" y="175260"/>
                </a:lnTo>
                <a:lnTo>
                  <a:pt x="22026" y="157805"/>
                </a:lnTo>
                <a:lnTo>
                  <a:pt x="28765" y="146494"/>
                </a:lnTo>
                <a:lnTo>
                  <a:pt x="34075" y="132040"/>
                </a:lnTo>
                <a:lnTo>
                  <a:pt x="38100" y="114300"/>
                </a:lnTo>
                <a:lnTo>
                  <a:pt x="45720" y="114300"/>
                </a:lnTo>
                <a:lnTo>
                  <a:pt x="45720" y="134112"/>
                </a:lnTo>
                <a:lnTo>
                  <a:pt x="373913" y="134112"/>
                </a:lnTo>
                <a:lnTo>
                  <a:pt x="384048" y="144780"/>
                </a:lnTo>
                <a:lnTo>
                  <a:pt x="45720" y="144780"/>
                </a:lnTo>
                <a:lnTo>
                  <a:pt x="44886" y="161305"/>
                </a:lnTo>
                <a:lnTo>
                  <a:pt x="42481" y="174117"/>
                </a:lnTo>
                <a:lnTo>
                  <a:pt x="38647" y="182927"/>
                </a:lnTo>
                <a:lnTo>
                  <a:pt x="33528" y="187452"/>
                </a:lnTo>
                <a:lnTo>
                  <a:pt x="25908" y="190500"/>
                </a:lnTo>
                <a:lnTo>
                  <a:pt x="21336" y="193548"/>
                </a:lnTo>
                <a:close/>
              </a:path>
              <a:path w="390525" h="407035">
                <a:moveTo>
                  <a:pt x="373913" y="134112"/>
                </a:moveTo>
                <a:lnTo>
                  <a:pt x="335280" y="134112"/>
                </a:lnTo>
                <a:lnTo>
                  <a:pt x="355092" y="114300"/>
                </a:lnTo>
                <a:lnTo>
                  <a:pt x="373913" y="134112"/>
                </a:lnTo>
                <a:close/>
              </a:path>
              <a:path w="390525" h="407035">
                <a:moveTo>
                  <a:pt x="326136" y="187452"/>
                </a:moveTo>
                <a:lnTo>
                  <a:pt x="321564" y="185928"/>
                </a:lnTo>
                <a:lnTo>
                  <a:pt x="338328" y="144780"/>
                </a:lnTo>
                <a:lnTo>
                  <a:pt x="384048" y="144780"/>
                </a:lnTo>
                <a:lnTo>
                  <a:pt x="378071" y="145589"/>
                </a:lnTo>
                <a:lnTo>
                  <a:pt x="371665" y="147828"/>
                </a:lnTo>
                <a:lnTo>
                  <a:pt x="334994" y="176879"/>
                </a:lnTo>
                <a:lnTo>
                  <a:pt x="326136" y="187452"/>
                </a:lnTo>
                <a:close/>
              </a:path>
              <a:path w="390525" h="407035">
                <a:moveTo>
                  <a:pt x="166116" y="207264"/>
                </a:moveTo>
                <a:lnTo>
                  <a:pt x="140208" y="207264"/>
                </a:lnTo>
                <a:lnTo>
                  <a:pt x="143089" y="190976"/>
                </a:lnTo>
                <a:lnTo>
                  <a:pt x="144970" y="176403"/>
                </a:lnTo>
                <a:lnTo>
                  <a:pt x="145994" y="163544"/>
                </a:lnTo>
                <a:lnTo>
                  <a:pt x="146304" y="152400"/>
                </a:lnTo>
                <a:lnTo>
                  <a:pt x="184404" y="170688"/>
                </a:lnTo>
                <a:lnTo>
                  <a:pt x="172212" y="181356"/>
                </a:lnTo>
                <a:lnTo>
                  <a:pt x="166116" y="207264"/>
                </a:lnTo>
                <a:close/>
              </a:path>
              <a:path w="390525" h="407035">
                <a:moveTo>
                  <a:pt x="48768" y="222504"/>
                </a:moveTo>
                <a:lnTo>
                  <a:pt x="33528" y="207264"/>
                </a:lnTo>
                <a:lnTo>
                  <a:pt x="295656" y="207264"/>
                </a:lnTo>
                <a:lnTo>
                  <a:pt x="315468" y="185928"/>
                </a:lnTo>
                <a:lnTo>
                  <a:pt x="345948" y="217932"/>
                </a:lnTo>
                <a:lnTo>
                  <a:pt x="89916" y="217932"/>
                </a:lnTo>
                <a:lnTo>
                  <a:pt x="78771" y="218217"/>
                </a:lnTo>
                <a:lnTo>
                  <a:pt x="68199" y="219075"/>
                </a:lnTo>
                <a:lnTo>
                  <a:pt x="58197" y="220503"/>
                </a:lnTo>
                <a:lnTo>
                  <a:pt x="48768" y="222504"/>
                </a:lnTo>
                <a:close/>
              </a:path>
              <a:path w="390525" h="407035">
                <a:moveTo>
                  <a:pt x="10668" y="397764"/>
                </a:moveTo>
                <a:lnTo>
                  <a:pt x="9144" y="391668"/>
                </a:lnTo>
                <a:lnTo>
                  <a:pt x="57673" y="352520"/>
                </a:lnTo>
                <a:lnTo>
                  <a:pt x="95631" y="310515"/>
                </a:lnTo>
                <a:lnTo>
                  <a:pt x="122729" y="265652"/>
                </a:lnTo>
                <a:lnTo>
                  <a:pt x="138684" y="217932"/>
                </a:lnTo>
                <a:lnTo>
                  <a:pt x="164592" y="217932"/>
                </a:lnTo>
                <a:lnTo>
                  <a:pt x="162044" y="226194"/>
                </a:lnTo>
                <a:lnTo>
                  <a:pt x="159067" y="234886"/>
                </a:lnTo>
                <a:lnTo>
                  <a:pt x="155805" y="243863"/>
                </a:lnTo>
                <a:lnTo>
                  <a:pt x="152400" y="252984"/>
                </a:lnTo>
                <a:lnTo>
                  <a:pt x="309372" y="252984"/>
                </a:lnTo>
                <a:lnTo>
                  <a:pt x="318516" y="262128"/>
                </a:lnTo>
                <a:lnTo>
                  <a:pt x="149352" y="262128"/>
                </a:lnTo>
                <a:lnTo>
                  <a:pt x="127039" y="301537"/>
                </a:lnTo>
                <a:lnTo>
                  <a:pt x="96583" y="337375"/>
                </a:lnTo>
                <a:lnTo>
                  <a:pt x="57840" y="369498"/>
                </a:lnTo>
                <a:lnTo>
                  <a:pt x="10668" y="397764"/>
                </a:lnTo>
                <a:close/>
              </a:path>
              <a:path w="390525" h="407035">
                <a:moveTo>
                  <a:pt x="309372" y="252984"/>
                </a:moveTo>
                <a:lnTo>
                  <a:pt x="277368" y="252984"/>
                </a:lnTo>
                <a:lnTo>
                  <a:pt x="294132" y="237744"/>
                </a:lnTo>
                <a:lnTo>
                  <a:pt x="309372" y="252984"/>
                </a:lnTo>
                <a:close/>
              </a:path>
              <a:path w="390525" h="407035">
                <a:moveTo>
                  <a:pt x="59436" y="406908"/>
                </a:moveTo>
                <a:lnTo>
                  <a:pt x="59436" y="399288"/>
                </a:lnTo>
                <a:lnTo>
                  <a:pt x="103751" y="387881"/>
                </a:lnTo>
                <a:lnTo>
                  <a:pt x="143065" y="374332"/>
                </a:lnTo>
                <a:lnTo>
                  <a:pt x="177522" y="358782"/>
                </a:lnTo>
                <a:lnTo>
                  <a:pt x="207264" y="341376"/>
                </a:lnTo>
                <a:lnTo>
                  <a:pt x="188999" y="322778"/>
                </a:lnTo>
                <a:lnTo>
                  <a:pt x="173164" y="303466"/>
                </a:lnTo>
                <a:lnTo>
                  <a:pt x="159900" y="283297"/>
                </a:lnTo>
                <a:lnTo>
                  <a:pt x="149352" y="262128"/>
                </a:lnTo>
                <a:lnTo>
                  <a:pt x="318516" y="262128"/>
                </a:lnTo>
                <a:lnTo>
                  <a:pt x="320040" y="263652"/>
                </a:lnTo>
                <a:lnTo>
                  <a:pt x="160020" y="263652"/>
                </a:lnTo>
                <a:lnTo>
                  <a:pt x="165163" y="271938"/>
                </a:lnTo>
                <a:lnTo>
                  <a:pt x="196548" y="309038"/>
                </a:lnTo>
                <a:lnTo>
                  <a:pt x="220980" y="329184"/>
                </a:lnTo>
                <a:lnTo>
                  <a:pt x="252126" y="329184"/>
                </a:lnTo>
                <a:lnTo>
                  <a:pt x="237744" y="341376"/>
                </a:lnTo>
                <a:lnTo>
                  <a:pt x="265356" y="352044"/>
                </a:lnTo>
                <a:lnTo>
                  <a:pt x="222504" y="352044"/>
                </a:lnTo>
                <a:lnTo>
                  <a:pt x="190809" y="370903"/>
                </a:lnTo>
                <a:lnTo>
                  <a:pt x="152971" y="386334"/>
                </a:lnTo>
                <a:lnTo>
                  <a:pt x="109132" y="398335"/>
                </a:lnTo>
                <a:lnTo>
                  <a:pt x="59436" y="406908"/>
                </a:lnTo>
                <a:close/>
              </a:path>
              <a:path w="390525" h="407035">
                <a:moveTo>
                  <a:pt x="252126" y="329184"/>
                </a:moveTo>
                <a:lnTo>
                  <a:pt x="220980" y="329184"/>
                </a:lnTo>
                <a:lnTo>
                  <a:pt x="236648" y="314015"/>
                </a:lnTo>
                <a:lnTo>
                  <a:pt x="251460" y="298132"/>
                </a:lnTo>
                <a:lnTo>
                  <a:pt x="265128" y="281392"/>
                </a:lnTo>
                <a:lnTo>
                  <a:pt x="277368" y="263652"/>
                </a:lnTo>
                <a:lnTo>
                  <a:pt x="320040" y="263652"/>
                </a:lnTo>
                <a:lnTo>
                  <a:pt x="303276" y="272796"/>
                </a:lnTo>
                <a:lnTo>
                  <a:pt x="285535" y="294227"/>
                </a:lnTo>
                <a:lnTo>
                  <a:pt x="268795" y="312801"/>
                </a:lnTo>
                <a:lnTo>
                  <a:pt x="252912" y="328517"/>
                </a:lnTo>
                <a:lnTo>
                  <a:pt x="252126" y="329184"/>
                </a:lnTo>
                <a:close/>
              </a:path>
              <a:path w="390525" h="407035">
                <a:moveTo>
                  <a:pt x="361188" y="400812"/>
                </a:moveTo>
                <a:lnTo>
                  <a:pt x="318007" y="391668"/>
                </a:lnTo>
                <a:lnTo>
                  <a:pt x="280416" y="380428"/>
                </a:lnTo>
                <a:lnTo>
                  <a:pt x="248459" y="367164"/>
                </a:lnTo>
                <a:lnTo>
                  <a:pt x="222504" y="352044"/>
                </a:lnTo>
                <a:lnTo>
                  <a:pt x="265356" y="352044"/>
                </a:lnTo>
                <a:lnTo>
                  <a:pt x="269486" y="353639"/>
                </a:lnTo>
                <a:lnTo>
                  <a:pt x="305371" y="362902"/>
                </a:lnTo>
                <a:lnTo>
                  <a:pt x="345543" y="369022"/>
                </a:lnTo>
                <a:lnTo>
                  <a:pt x="390144" y="371856"/>
                </a:lnTo>
                <a:lnTo>
                  <a:pt x="390144" y="376428"/>
                </a:lnTo>
                <a:lnTo>
                  <a:pt x="381547" y="378952"/>
                </a:lnTo>
                <a:lnTo>
                  <a:pt x="373951" y="384048"/>
                </a:lnTo>
                <a:lnTo>
                  <a:pt x="367212" y="391429"/>
                </a:lnTo>
                <a:lnTo>
                  <a:pt x="361188" y="40081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" name="object 61"/>
          <p:cNvSpPr/>
          <p:nvPr/>
        </p:nvSpPr>
        <p:spPr>
          <a:xfrm>
            <a:off x="5839968" y="4998720"/>
            <a:ext cx="315595" cy="248920"/>
          </a:xfrm>
          <a:custGeom>
            <a:avLst/>
            <a:gdLst/>
            <a:ahLst/>
            <a:cxnLst/>
            <a:rect l="l" t="t" r="r" b="b"/>
            <a:pathLst>
              <a:path w="315595" h="248920">
                <a:moveTo>
                  <a:pt x="315467" y="248412"/>
                </a:moveTo>
                <a:lnTo>
                  <a:pt x="275843" y="248412"/>
                </a:lnTo>
                <a:lnTo>
                  <a:pt x="275843" y="108204"/>
                </a:lnTo>
                <a:lnTo>
                  <a:pt x="275605" y="100226"/>
                </a:lnTo>
                <a:lnTo>
                  <a:pt x="274558" y="84843"/>
                </a:lnTo>
                <a:lnTo>
                  <a:pt x="274319" y="77724"/>
                </a:lnTo>
                <a:lnTo>
                  <a:pt x="272795" y="68580"/>
                </a:lnTo>
                <a:lnTo>
                  <a:pt x="271271" y="60960"/>
                </a:lnTo>
                <a:lnTo>
                  <a:pt x="268223" y="54864"/>
                </a:lnTo>
                <a:lnTo>
                  <a:pt x="262127" y="45719"/>
                </a:lnTo>
                <a:lnTo>
                  <a:pt x="256031" y="42671"/>
                </a:lnTo>
                <a:lnTo>
                  <a:pt x="251459" y="39624"/>
                </a:lnTo>
                <a:lnTo>
                  <a:pt x="243839" y="38100"/>
                </a:lnTo>
                <a:lnTo>
                  <a:pt x="234695" y="38100"/>
                </a:lnTo>
                <a:lnTo>
                  <a:pt x="192595" y="56007"/>
                </a:lnTo>
                <a:lnTo>
                  <a:pt x="176783" y="68580"/>
                </a:lnTo>
                <a:lnTo>
                  <a:pt x="178307" y="71628"/>
                </a:lnTo>
                <a:lnTo>
                  <a:pt x="178307" y="248412"/>
                </a:lnTo>
                <a:lnTo>
                  <a:pt x="137159" y="248412"/>
                </a:lnTo>
                <a:lnTo>
                  <a:pt x="137136" y="100226"/>
                </a:lnTo>
                <a:lnTo>
                  <a:pt x="136969" y="92392"/>
                </a:lnTo>
                <a:lnTo>
                  <a:pt x="136517" y="84843"/>
                </a:lnTo>
                <a:lnTo>
                  <a:pt x="135635" y="77724"/>
                </a:lnTo>
                <a:lnTo>
                  <a:pt x="135635" y="68580"/>
                </a:lnTo>
                <a:lnTo>
                  <a:pt x="105155" y="38100"/>
                </a:lnTo>
                <a:lnTo>
                  <a:pt x="96011" y="38100"/>
                </a:lnTo>
                <a:lnTo>
                  <a:pt x="54863" y="56197"/>
                </a:lnTo>
                <a:lnTo>
                  <a:pt x="41148" y="68580"/>
                </a:lnTo>
                <a:lnTo>
                  <a:pt x="41148" y="248412"/>
                </a:lnTo>
                <a:lnTo>
                  <a:pt x="0" y="248412"/>
                </a:lnTo>
                <a:lnTo>
                  <a:pt x="0" y="6095"/>
                </a:lnTo>
                <a:lnTo>
                  <a:pt x="41148" y="6095"/>
                </a:lnTo>
                <a:lnTo>
                  <a:pt x="41148" y="33528"/>
                </a:lnTo>
                <a:lnTo>
                  <a:pt x="49148" y="25860"/>
                </a:lnTo>
                <a:lnTo>
                  <a:pt x="88772" y="2285"/>
                </a:lnTo>
                <a:lnTo>
                  <a:pt x="106679" y="0"/>
                </a:lnTo>
                <a:lnTo>
                  <a:pt x="117562" y="571"/>
                </a:lnTo>
                <a:lnTo>
                  <a:pt x="153114" y="15430"/>
                </a:lnTo>
                <a:lnTo>
                  <a:pt x="170687" y="41148"/>
                </a:lnTo>
                <a:lnTo>
                  <a:pt x="179831" y="31670"/>
                </a:lnTo>
                <a:lnTo>
                  <a:pt x="215788" y="5786"/>
                </a:lnTo>
                <a:lnTo>
                  <a:pt x="245363" y="0"/>
                </a:lnTo>
                <a:lnTo>
                  <a:pt x="252436" y="285"/>
                </a:lnTo>
                <a:lnTo>
                  <a:pt x="290798" y="15287"/>
                </a:lnTo>
                <a:lnTo>
                  <a:pt x="312896" y="56697"/>
                </a:lnTo>
                <a:lnTo>
                  <a:pt x="315467" y="89916"/>
                </a:lnTo>
                <a:lnTo>
                  <a:pt x="315467" y="24841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pic>
        <p:nvPicPr>
          <p:cNvPr id="62" name="object 62"/>
          <p:cNvPicPr/>
          <p:nvPr/>
        </p:nvPicPr>
        <p:blipFill>
          <a:blip r:embed="rId16" cstate="print"/>
          <a:stretch>
            <a:fillRect/>
          </a:stretch>
        </p:blipFill>
        <p:spPr>
          <a:xfrm>
            <a:off x="6227063" y="4946904"/>
            <a:ext cx="65532" cy="112775"/>
          </a:xfrm>
          <a:prstGeom prst="rect">
            <a:avLst/>
          </a:prstGeom>
        </p:spPr>
      </p:pic>
      <p:sp>
        <p:nvSpPr>
          <p:cNvPr id="63" name="object 63"/>
          <p:cNvSpPr/>
          <p:nvPr/>
        </p:nvSpPr>
        <p:spPr>
          <a:xfrm>
            <a:off x="1927860" y="5541264"/>
            <a:ext cx="401320" cy="403860"/>
          </a:xfrm>
          <a:custGeom>
            <a:avLst/>
            <a:gdLst/>
            <a:ahLst/>
            <a:cxnLst/>
            <a:rect l="l" t="t" r="r" b="b"/>
            <a:pathLst>
              <a:path w="401319" h="403860">
                <a:moveTo>
                  <a:pt x="173736" y="117348"/>
                </a:moveTo>
                <a:lnTo>
                  <a:pt x="169163" y="114300"/>
                </a:lnTo>
                <a:lnTo>
                  <a:pt x="178331" y="102298"/>
                </a:lnTo>
                <a:lnTo>
                  <a:pt x="187642" y="89154"/>
                </a:lnTo>
                <a:lnTo>
                  <a:pt x="215836" y="43719"/>
                </a:lnTo>
                <a:lnTo>
                  <a:pt x="234696" y="0"/>
                </a:lnTo>
                <a:lnTo>
                  <a:pt x="268224" y="19812"/>
                </a:lnTo>
                <a:lnTo>
                  <a:pt x="259961" y="24407"/>
                </a:lnTo>
                <a:lnTo>
                  <a:pt x="251269" y="31432"/>
                </a:lnTo>
                <a:lnTo>
                  <a:pt x="242292" y="41028"/>
                </a:lnTo>
                <a:lnTo>
                  <a:pt x="233172" y="53340"/>
                </a:lnTo>
                <a:lnTo>
                  <a:pt x="334742" y="53340"/>
                </a:lnTo>
                <a:lnTo>
                  <a:pt x="344424" y="62484"/>
                </a:lnTo>
                <a:lnTo>
                  <a:pt x="340274" y="64008"/>
                </a:lnTo>
                <a:lnTo>
                  <a:pt x="227075" y="64008"/>
                </a:lnTo>
                <a:lnTo>
                  <a:pt x="214195" y="79248"/>
                </a:lnTo>
                <a:lnTo>
                  <a:pt x="200977" y="92964"/>
                </a:lnTo>
                <a:lnTo>
                  <a:pt x="187428" y="105584"/>
                </a:lnTo>
                <a:lnTo>
                  <a:pt x="173736" y="117348"/>
                </a:lnTo>
                <a:close/>
              </a:path>
              <a:path w="401319" h="403860">
                <a:moveTo>
                  <a:pt x="12192" y="57912"/>
                </a:moveTo>
                <a:lnTo>
                  <a:pt x="10668" y="51816"/>
                </a:lnTo>
                <a:lnTo>
                  <a:pt x="28074" y="48101"/>
                </a:lnTo>
                <a:lnTo>
                  <a:pt x="45910" y="43815"/>
                </a:lnTo>
                <a:lnTo>
                  <a:pt x="99488" y="28384"/>
                </a:lnTo>
                <a:lnTo>
                  <a:pt x="140208" y="6096"/>
                </a:lnTo>
                <a:lnTo>
                  <a:pt x="166116" y="33528"/>
                </a:lnTo>
                <a:lnTo>
                  <a:pt x="154709" y="34980"/>
                </a:lnTo>
                <a:lnTo>
                  <a:pt x="141160" y="37147"/>
                </a:lnTo>
                <a:lnTo>
                  <a:pt x="125610" y="40171"/>
                </a:lnTo>
                <a:lnTo>
                  <a:pt x="108204" y="44196"/>
                </a:lnTo>
                <a:lnTo>
                  <a:pt x="108204" y="48768"/>
                </a:lnTo>
                <a:lnTo>
                  <a:pt x="85344" y="48768"/>
                </a:lnTo>
                <a:lnTo>
                  <a:pt x="12192" y="57912"/>
                </a:lnTo>
                <a:close/>
              </a:path>
              <a:path w="401319" h="403860">
                <a:moveTo>
                  <a:pt x="334742" y="53340"/>
                </a:moveTo>
                <a:lnTo>
                  <a:pt x="300228" y="53340"/>
                </a:lnTo>
                <a:lnTo>
                  <a:pt x="316992" y="36576"/>
                </a:lnTo>
                <a:lnTo>
                  <a:pt x="334742" y="53340"/>
                </a:lnTo>
                <a:close/>
              </a:path>
              <a:path w="401319" h="403860">
                <a:moveTo>
                  <a:pt x="108204" y="126492"/>
                </a:moveTo>
                <a:lnTo>
                  <a:pt x="85344" y="126492"/>
                </a:lnTo>
                <a:lnTo>
                  <a:pt x="85344" y="48768"/>
                </a:lnTo>
                <a:lnTo>
                  <a:pt x="108204" y="48768"/>
                </a:lnTo>
                <a:lnTo>
                  <a:pt x="108204" y="126492"/>
                </a:lnTo>
                <a:close/>
              </a:path>
              <a:path w="401319" h="403860">
                <a:moveTo>
                  <a:pt x="280416" y="124968"/>
                </a:moveTo>
                <a:lnTo>
                  <a:pt x="269748" y="124968"/>
                </a:lnTo>
                <a:lnTo>
                  <a:pt x="301751" y="64008"/>
                </a:lnTo>
                <a:lnTo>
                  <a:pt x="340274" y="64008"/>
                </a:lnTo>
                <a:lnTo>
                  <a:pt x="336708" y="65317"/>
                </a:lnTo>
                <a:lnTo>
                  <a:pt x="329565" y="69151"/>
                </a:lnTo>
                <a:lnTo>
                  <a:pt x="300990" y="96393"/>
                </a:lnTo>
                <a:lnTo>
                  <a:pt x="291274" y="109251"/>
                </a:lnTo>
                <a:lnTo>
                  <a:pt x="280416" y="124968"/>
                </a:lnTo>
                <a:close/>
              </a:path>
              <a:path w="401319" h="403860">
                <a:moveTo>
                  <a:pt x="19812" y="141732"/>
                </a:moveTo>
                <a:lnTo>
                  <a:pt x="3048" y="126492"/>
                </a:lnTo>
                <a:lnTo>
                  <a:pt x="121920" y="126492"/>
                </a:lnTo>
                <a:lnTo>
                  <a:pt x="143256" y="105156"/>
                </a:lnTo>
                <a:lnTo>
                  <a:pt x="172211" y="137160"/>
                </a:lnTo>
                <a:lnTo>
                  <a:pt x="60960" y="137160"/>
                </a:lnTo>
                <a:lnTo>
                  <a:pt x="49815" y="137445"/>
                </a:lnTo>
                <a:lnTo>
                  <a:pt x="39243" y="138303"/>
                </a:lnTo>
                <a:lnTo>
                  <a:pt x="29241" y="139731"/>
                </a:lnTo>
                <a:lnTo>
                  <a:pt x="19812" y="141732"/>
                </a:lnTo>
                <a:close/>
              </a:path>
              <a:path w="401319" h="403860">
                <a:moveTo>
                  <a:pt x="188975" y="140208"/>
                </a:moveTo>
                <a:lnTo>
                  <a:pt x="173736" y="124968"/>
                </a:lnTo>
                <a:lnTo>
                  <a:pt x="344424" y="124968"/>
                </a:lnTo>
                <a:lnTo>
                  <a:pt x="356616" y="106680"/>
                </a:lnTo>
                <a:lnTo>
                  <a:pt x="384048" y="128016"/>
                </a:lnTo>
                <a:lnTo>
                  <a:pt x="375475" y="135636"/>
                </a:lnTo>
                <a:lnTo>
                  <a:pt x="231648" y="135636"/>
                </a:lnTo>
                <a:lnTo>
                  <a:pt x="220479" y="135921"/>
                </a:lnTo>
                <a:lnTo>
                  <a:pt x="209740" y="136779"/>
                </a:lnTo>
                <a:lnTo>
                  <a:pt x="199286" y="138207"/>
                </a:lnTo>
                <a:lnTo>
                  <a:pt x="188975" y="140208"/>
                </a:lnTo>
                <a:close/>
              </a:path>
              <a:path w="401319" h="403860">
                <a:moveTo>
                  <a:pt x="207263" y="192024"/>
                </a:moveTo>
                <a:lnTo>
                  <a:pt x="190499" y="176784"/>
                </a:lnTo>
                <a:lnTo>
                  <a:pt x="347472" y="176784"/>
                </a:lnTo>
                <a:lnTo>
                  <a:pt x="347472" y="135636"/>
                </a:lnTo>
                <a:lnTo>
                  <a:pt x="375475" y="135636"/>
                </a:lnTo>
                <a:lnTo>
                  <a:pt x="370331" y="140208"/>
                </a:lnTo>
                <a:lnTo>
                  <a:pt x="370392" y="187452"/>
                </a:lnTo>
                <a:lnTo>
                  <a:pt x="248411" y="187452"/>
                </a:lnTo>
                <a:lnTo>
                  <a:pt x="237267" y="187737"/>
                </a:lnTo>
                <a:lnTo>
                  <a:pt x="226695" y="188595"/>
                </a:lnTo>
                <a:lnTo>
                  <a:pt x="216693" y="190023"/>
                </a:lnTo>
                <a:lnTo>
                  <a:pt x="207263" y="192024"/>
                </a:lnTo>
                <a:close/>
              </a:path>
              <a:path w="401319" h="403860">
                <a:moveTo>
                  <a:pt x="4572" y="323088"/>
                </a:moveTo>
                <a:lnTo>
                  <a:pt x="0" y="318516"/>
                </a:lnTo>
                <a:lnTo>
                  <a:pt x="15406" y="295417"/>
                </a:lnTo>
                <a:lnTo>
                  <a:pt x="29527" y="272034"/>
                </a:lnTo>
                <a:lnTo>
                  <a:pt x="53340" y="225552"/>
                </a:lnTo>
                <a:lnTo>
                  <a:pt x="70294" y="179641"/>
                </a:lnTo>
                <a:lnTo>
                  <a:pt x="83820" y="137160"/>
                </a:lnTo>
                <a:lnTo>
                  <a:pt x="108204" y="137160"/>
                </a:lnTo>
                <a:lnTo>
                  <a:pt x="108204" y="172212"/>
                </a:lnTo>
                <a:lnTo>
                  <a:pt x="119086" y="177069"/>
                </a:lnTo>
                <a:lnTo>
                  <a:pt x="126888" y="181356"/>
                </a:lnTo>
                <a:lnTo>
                  <a:pt x="108204" y="181356"/>
                </a:lnTo>
                <a:lnTo>
                  <a:pt x="108210" y="204216"/>
                </a:lnTo>
                <a:lnTo>
                  <a:pt x="85344" y="204216"/>
                </a:lnTo>
                <a:lnTo>
                  <a:pt x="69294" y="237363"/>
                </a:lnTo>
                <a:lnTo>
                  <a:pt x="50673" y="268224"/>
                </a:lnTo>
                <a:lnTo>
                  <a:pt x="29194" y="296799"/>
                </a:lnTo>
                <a:lnTo>
                  <a:pt x="4572" y="323088"/>
                </a:lnTo>
                <a:close/>
              </a:path>
              <a:path w="401319" h="403860">
                <a:moveTo>
                  <a:pt x="152400" y="248411"/>
                </a:moveTo>
                <a:lnTo>
                  <a:pt x="146304" y="248411"/>
                </a:lnTo>
                <a:lnTo>
                  <a:pt x="141732" y="242316"/>
                </a:lnTo>
                <a:lnTo>
                  <a:pt x="137160" y="230123"/>
                </a:lnTo>
                <a:lnTo>
                  <a:pt x="131778" y="216931"/>
                </a:lnTo>
                <a:lnTo>
                  <a:pt x="124968" y="204597"/>
                </a:lnTo>
                <a:lnTo>
                  <a:pt x="117014" y="192833"/>
                </a:lnTo>
                <a:lnTo>
                  <a:pt x="108204" y="181356"/>
                </a:lnTo>
                <a:lnTo>
                  <a:pt x="126888" y="181356"/>
                </a:lnTo>
                <a:lnTo>
                  <a:pt x="157924" y="207835"/>
                </a:lnTo>
                <a:lnTo>
                  <a:pt x="161544" y="219456"/>
                </a:lnTo>
                <a:lnTo>
                  <a:pt x="161544" y="225552"/>
                </a:lnTo>
                <a:lnTo>
                  <a:pt x="160020" y="231647"/>
                </a:lnTo>
                <a:lnTo>
                  <a:pt x="156972" y="237744"/>
                </a:lnTo>
                <a:lnTo>
                  <a:pt x="153924" y="245364"/>
                </a:lnTo>
                <a:lnTo>
                  <a:pt x="152400" y="248411"/>
                </a:lnTo>
                <a:close/>
              </a:path>
              <a:path w="401319" h="403860">
                <a:moveTo>
                  <a:pt x="188975" y="242316"/>
                </a:moveTo>
                <a:lnTo>
                  <a:pt x="173736" y="227076"/>
                </a:lnTo>
                <a:lnTo>
                  <a:pt x="347472" y="227076"/>
                </a:lnTo>
                <a:lnTo>
                  <a:pt x="347472" y="187452"/>
                </a:lnTo>
                <a:lnTo>
                  <a:pt x="370392" y="187452"/>
                </a:lnTo>
                <a:lnTo>
                  <a:pt x="370499" y="207835"/>
                </a:lnTo>
                <a:lnTo>
                  <a:pt x="370614" y="216931"/>
                </a:lnTo>
                <a:lnTo>
                  <a:pt x="370974" y="235362"/>
                </a:lnTo>
                <a:lnTo>
                  <a:pt x="371118" y="237744"/>
                </a:lnTo>
                <a:lnTo>
                  <a:pt x="231648" y="237744"/>
                </a:lnTo>
                <a:lnTo>
                  <a:pt x="220479" y="238029"/>
                </a:lnTo>
                <a:lnTo>
                  <a:pt x="209740" y="238887"/>
                </a:lnTo>
                <a:lnTo>
                  <a:pt x="199286" y="240315"/>
                </a:lnTo>
                <a:lnTo>
                  <a:pt x="188975" y="242316"/>
                </a:lnTo>
                <a:close/>
              </a:path>
              <a:path w="401319" h="403860">
                <a:moveTo>
                  <a:pt x="83820" y="403860"/>
                </a:moveTo>
                <a:lnTo>
                  <a:pt x="84058" y="368165"/>
                </a:lnTo>
                <a:lnTo>
                  <a:pt x="84649" y="315896"/>
                </a:lnTo>
                <a:lnTo>
                  <a:pt x="85105" y="268224"/>
                </a:lnTo>
                <a:lnTo>
                  <a:pt x="85344" y="204216"/>
                </a:lnTo>
                <a:lnTo>
                  <a:pt x="108210" y="204216"/>
                </a:lnTo>
                <a:lnTo>
                  <a:pt x="108330" y="296799"/>
                </a:lnTo>
                <a:lnTo>
                  <a:pt x="108453" y="325755"/>
                </a:lnTo>
                <a:lnTo>
                  <a:pt x="108798" y="358902"/>
                </a:lnTo>
                <a:lnTo>
                  <a:pt x="108921" y="365760"/>
                </a:lnTo>
                <a:lnTo>
                  <a:pt x="109728" y="390144"/>
                </a:lnTo>
                <a:lnTo>
                  <a:pt x="83820" y="403860"/>
                </a:lnTo>
                <a:close/>
              </a:path>
              <a:path w="401319" h="403860">
                <a:moveTo>
                  <a:pt x="347472" y="260604"/>
                </a:moveTo>
                <a:lnTo>
                  <a:pt x="347472" y="237744"/>
                </a:lnTo>
                <a:lnTo>
                  <a:pt x="371118" y="237744"/>
                </a:lnTo>
                <a:lnTo>
                  <a:pt x="371855" y="249935"/>
                </a:lnTo>
                <a:lnTo>
                  <a:pt x="347472" y="260604"/>
                </a:lnTo>
                <a:close/>
              </a:path>
              <a:path w="401319" h="403860">
                <a:moveTo>
                  <a:pt x="280416" y="315468"/>
                </a:moveTo>
                <a:lnTo>
                  <a:pt x="275844" y="315468"/>
                </a:lnTo>
                <a:lnTo>
                  <a:pt x="272796" y="310896"/>
                </a:lnTo>
                <a:lnTo>
                  <a:pt x="271272" y="301752"/>
                </a:lnTo>
                <a:lnTo>
                  <a:pt x="266985" y="290893"/>
                </a:lnTo>
                <a:lnTo>
                  <a:pt x="260985" y="278892"/>
                </a:lnTo>
                <a:lnTo>
                  <a:pt x="253269" y="265747"/>
                </a:lnTo>
                <a:lnTo>
                  <a:pt x="243840" y="251459"/>
                </a:lnTo>
                <a:lnTo>
                  <a:pt x="246887" y="248411"/>
                </a:lnTo>
                <a:lnTo>
                  <a:pt x="283749" y="273700"/>
                </a:lnTo>
                <a:lnTo>
                  <a:pt x="294132" y="289559"/>
                </a:lnTo>
                <a:lnTo>
                  <a:pt x="294132" y="295656"/>
                </a:lnTo>
                <a:lnTo>
                  <a:pt x="291084" y="301752"/>
                </a:lnTo>
                <a:lnTo>
                  <a:pt x="288036" y="306323"/>
                </a:lnTo>
                <a:lnTo>
                  <a:pt x="283463" y="312420"/>
                </a:lnTo>
                <a:lnTo>
                  <a:pt x="280416" y="315468"/>
                </a:lnTo>
                <a:close/>
              </a:path>
              <a:path w="401319" h="403860">
                <a:moveTo>
                  <a:pt x="312420" y="385572"/>
                </a:moveTo>
                <a:lnTo>
                  <a:pt x="237744" y="385572"/>
                </a:lnTo>
                <a:lnTo>
                  <a:pt x="224861" y="382952"/>
                </a:lnTo>
                <a:lnTo>
                  <a:pt x="215836" y="377190"/>
                </a:lnTo>
                <a:lnTo>
                  <a:pt x="210526" y="367998"/>
                </a:lnTo>
                <a:lnTo>
                  <a:pt x="208787" y="355092"/>
                </a:lnTo>
                <a:lnTo>
                  <a:pt x="208549" y="333946"/>
                </a:lnTo>
                <a:lnTo>
                  <a:pt x="207549" y="296799"/>
                </a:lnTo>
                <a:lnTo>
                  <a:pt x="207468" y="292608"/>
                </a:lnTo>
                <a:lnTo>
                  <a:pt x="207263" y="277368"/>
                </a:lnTo>
                <a:lnTo>
                  <a:pt x="243840" y="292608"/>
                </a:lnTo>
                <a:lnTo>
                  <a:pt x="231648" y="303276"/>
                </a:lnTo>
                <a:lnTo>
                  <a:pt x="231648" y="345948"/>
                </a:lnTo>
                <a:lnTo>
                  <a:pt x="233124" y="355044"/>
                </a:lnTo>
                <a:lnTo>
                  <a:pt x="237744" y="361569"/>
                </a:lnTo>
                <a:lnTo>
                  <a:pt x="245792" y="365236"/>
                </a:lnTo>
                <a:lnTo>
                  <a:pt x="257556" y="365760"/>
                </a:lnTo>
                <a:lnTo>
                  <a:pt x="353160" y="365760"/>
                </a:lnTo>
                <a:lnTo>
                  <a:pt x="348210" y="373570"/>
                </a:lnTo>
                <a:lnTo>
                  <a:pt x="338899" y="381000"/>
                </a:lnTo>
                <a:lnTo>
                  <a:pt x="327017" y="385000"/>
                </a:lnTo>
                <a:lnTo>
                  <a:pt x="312420" y="385572"/>
                </a:lnTo>
                <a:close/>
              </a:path>
              <a:path w="401319" h="403860">
                <a:moveTo>
                  <a:pt x="388620" y="365760"/>
                </a:moveTo>
                <a:lnTo>
                  <a:pt x="385572" y="365760"/>
                </a:lnTo>
                <a:lnTo>
                  <a:pt x="382524" y="362712"/>
                </a:lnTo>
                <a:lnTo>
                  <a:pt x="381000" y="358140"/>
                </a:lnTo>
                <a:lnTo>
                  <a:pt x="377809" y="351043"/>
                </a:lnTo>
                <a:lnTo>
                  <a:pt x="358902" y="313182"/>
                </a:lnTo>
                <a:lnTo>
                  <a:pt x="344424" y="292608"/>
                </a:lnTo>
                <a:lnTo>
                  <a:pt x="347472" y="289559"/>
                </a:lnTo>
                <a:lnTo>
                  <a:pt x="387096" y="315468"/>
                </a:lnTo>
                <a:lnTo>
                  <a:pt x="400812" y="339852"/>
                </a:lnTo>
                <a:lnTo>
                  <a:pt x="400812" y="344424"/>
                </a:lnTo>
                <a:lnTo>
                  <a:pt x="399288" y="350520"/>
                </a:lnTo>
                <a:lnTo>
                  <a:pt x="394716" y="356616"/>
                </a:lnTo>
                <a:lnTo>
                  <a:pt x="391668" y="362712"/>
                </a:lnTo>
                <a:lnTo>
                  <a:pt x="388620" y="365760"/>
                </a:lnTo>
                <a:close/>
              </a:path>
              <a:path w="401319" h="403860">
                <a:moveTo>
                  <a:pt x="156972" y="365760"/>
                </a:moveTo>
                <a:lnTo>
                  <a:pt x="141732" y="365760"/>
                </a:lnTo>
                <a:lnTo>
                  <a:pt x="138684" y="364236"/>
                </a:lnTo>
                <a:lnTo>
                  <a:pt x="135636" y="361188"/>
                </a:lnTo>
                <a:lnTo>
                  <a:pt x="135667" y="355044"/>
                </a:lnTo>
                <a:lnTo>
                  <a:pt x="138684" y="350520"/>
                </a:lnTo>
                <a:lnTo>
                  <a:pt x="146304" y="342900"/>
                </a:lnTo>
                <a:lnTo>
                  <a:pt x="152876" y="334613"/>
                </a:lnTo>
                <a:lnTo>
                  <a:pt x="158877" y="323469"/>
                </a:lnTo>
                <a:lnTo>
                  <a:pt x="164306" y="309467"/>
                </a:lnTo>
                <a:lnTo>
                  <a:pt x="169163" y="292608"/>
                </a:lnTo>
                <a:lnTo>
                  <a:pt x="175260" y="292608"/>
                </a:lnTo>
                <a:lnTo>
                  <a:pt x="176001" y="308633"/>
                </a:lnTo>
                <a:lnTo>
                  <a:pt x="176126" y="314825"/>
                </a:lnTo>
                <a:lnTo>
                  <a:pt x="176006" y="329184"/>
                </a:lnTo>
                <a:lnTo>
                  <a:pt x="175474" y="338042"/>
                </a:lnTo>
                <a:lnTo>
                  <a:pt x="173736" y="347472"/>
                </a:lnTo>
                <a:lnTo>
                  <a:pt x="172211" y="358140"/>
                </a:lnTo>
                <a:lnTo>
                  <a:pt x="167640" y="362712"/>
                </a:lnTo>
                <a:lnTo>
                  <a:pt x="163068" y="364236"/>
                </a:lnTo>
                <a:lnTo>
                  <a:pt x="156972" y="365760"/>
                </a:lnTo>
                <a:close/>
              </a:path>
              <a:path w="401319" h="403860">
                <a:moveTo>
                  <a:pt x="353160" y="365760"/>
                </a:moveTo>
                <a:lnTo>
                  <a:pt x="306324" y="365760"/>
                </a:lnTo>
                <a:lnTo>
                  <a:pt x="313467" y="363474"/>
                </a:lnTo>
                <a:lnTo>
                  <a:pt x="318897" y="358902"/>
                </a:lnTo>
                <a:lnTo>
                  <a:pt x="322611" y="352044"/>
                </a:lnTo>
                <a:lnTo>
                  <a:pt x="324612" y="342900"/>
                </a:lnTo>
                <a:lnTo>
                  <a:pt x="327255" y="321421"/>
                </a:lnTo>
                <a:lnTo>
                  <a:pt x="329184" y="304799"/>
                </a:lnTo>
                <a:lnTo>
                  <a:pt x="335280" y="304799"/>
                </a:lnTo>
                <a:lnTo>
                  <a:pt x="338328" y="342900"/>
                </a:lnTo>
                <a:lnTo>
                  <a:pt x="355092" y="362712"/>
                </a:lnTo>
                <a:lnTo>
                  <a:pt x="353160" y="36576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" name="object 64"/>
          <p:cNvSpPr/>
          <p:nvPr/>
        </p:nvSpPr>
        <p:spPr>
          <a:xfrm>
            <a:off x="2382011" y="5539740"/>
            <a:ext cx="387350" cy="403860"/>
          </a:xfrm>
          <a:custGeom>
            <a:avLst/>
            <a:gdLst/>
            <a:ahLst/>
            <a:cxnLst/>
            <a:rect l="l" t="t" r="r" b="b"/>
            <a:pathLst>
              <a:path w="387350" h="403860">
                <a:moveTo>
                  <a:pt x="198120" y="70103"/>
                </a:moveTo>
                <a:lnTo>
                  <a:pt x="193548" y="70103"/>
                </a:lnTo>
                <a:lnTo>
                  <a:pt x="190500" y="65531"/>
                </a:lnTo>
                <a:lnTo>
                  <a:pt x="188976" y="54863"/>
                </a:lnTo>
                <a:lnTo>
                  <a:pt x="185547" y="43124"/>
                </a:lnTo>
                <a:lnTo>
                  <a:pt x="179832" y="30670"/>
                </a:lnTo>
                <a:lnTo>
                  <a:pt x="171831" y="17359"/>
                </a:lnTo>
                <a:lnTo>
                  <a:pt x="161544" y="3048"/>
                </a:lnTo>
                <a:lnTo>
                  <a:pt x="164592" y="0"/>
                </a:lnTo>
                <a:lnTo>
                  <a:pt x="200382" y="20788"/>
                </a:lnTo>
                <a:lnTo>
                  <a:pt x="214884" y="38100"/>
                </a:lnTo>
                <a:lnTo>
                  <a:pt x="214884" y="50291"/>
                </a:lnTo>
                <a:lnTo>
                  <a:pt x="211836" y="56387"/>
                </a:lnTo>
                <a:lnTo>
                  <a:pt x="207264" y="62483"/>
                </a:lnTo>
                <a:lnTo>
                  <a:pt x="202692" y="67055"/>
                </a:lnTo>
                <a:lnTo>
                  <a:pt x="198120" y="70103"/>
                </a:lnTo>
                <a:close/>
              </a:path>
              <a:path w="387350" h="403860">
                <a:moveTo>
                  <a:pt x="36576" y="138683"/>
                </a:moveTo>
                <a:lnTo>
                  <a:pt x="27432" y="138683"/>
                </a:lnTo>
                <a:lnTo>
                  <a:pt x="22860" y="137159"/>
                </a:lnTo>
                <a:lnTo>
                  <a:pt x="19812" y="134111"/>
                </a:lnTo>
                <a:lnTo>
                  <a:pt x="15240" y="131063"/>
                </a:lnTo>
                <a:lnTo>
                  <a:pt x="13716" y="129539"/>
                </a:lnTo>
                <a:lnTo>
                  <a:pt x="13716" y="123443"/>
                </a:lnTo>
                <a:lnTo>
                  <a:pt x="18288" y="117347"/>
                </a:lnTo>
                <a:lnTo>
                  <a:pt x="27432" y="108203"/>
                </a:lnTo>
                <a:lnTo>
                  <a:pt x="35099" y="99417"/>
                </a:lnTo>
                <a:lnTo>
                  <a:pt x="41910" y="87058"/>
                </a:lnTo>
                <a:lnTo>
                  <a:pt x="47577" y="71556"/>
                </a:lnTo>
                <a:lnTo>
                  <a:pt x="51816" y="53339"/>
                </a:lnTo>
                <a:lnTo>
                  <a:pt x="57912" y="53339"/>
                </a:lnTo>
                <a:lnTo>
                  <a:pt x="57912" y="76200"/>
                </a:lnTo>
                <a:lnTo>
                  <a:pt x="366886" y="76200"/>
                </a:lnTo>
                <a:lnTo>
                  <a:pt x="375699" y="86867"/>
                </a:lnTo>
                <a:lnTo>
                  <a:pt x="57912" y="86867"/>
                </a:lnTo>
                <a:lnTo>
                  <a:pt x="58197" y="104298"/>
                </a:lnTo>
                <a:lnTo>
                  <a:pt x="56769" y="117728"/>
                </a:lnTo>
                <a:lnTo>
                  <a:pt x="53625" y="127158"/>
                </a:lnTo>
                <a:lnTo>
                  <a:pt x="48768" y="132587"/>
                </a:lnTo>
                <a:lnTo>
                  <a:pt x="41148" y="135635"/>
                </a:lnTo>
                <a:lnTo>
                  <a:pt x="36576" y="138683"/>
                </a:lnTo>
                <a:close/>
              </a:path>
              <a:path w="387350" h="403860">
                <a:moveTo>
                  <a:pt x="366886" y="76200"/>
                </a:moveTo>
                <a:lnTo>
                  <a:pt x="330708" y="76200"/>
                </a:lnTo>
                <a:lnTo>
                  <a:pt x="350520" y="56387"/>
                </a:lnTo>
                <a:lnTo>
                  <a:pt x="366886" y="76200"/>
                </a:lnTo>
                <a:close/>
              </a:path>
              <a:path w="387350" h="403860">
                <a:moveTo>
                  <a:pt x="316992" y="132587"/>
                </a:moveTo>
                <a:lnTo>
                  <a:pt x="312420" y="129539"/>
                </a:lnTo>
                <a:lnTo>
                  <a:pt x="335280" y="86867"/>
                </a:lnTo>
                <a:lnTo>
                  <a:pt x="375699" y="86867"/>
                </a:lnTo>
                <a:lnTo>
                  <a:pt x="379476" y="91439"/>
                </a:lnTo>
                <a:lnTo>
                  <a:pt x="366926" y="94011"/>
                </a:lnTo>
                <a:lnTo>
                  <a:pt x="352234" y="101726"/>
                </a:lnTo>
                <a:lnTo>
                  <a:pt x="335541" y="114585"/>
                </a:lnTo>
                <a:lnTo>
                  <a:pt x="316992" y="132587"/>
                </a:lnTo>
                <a:close/>
              </a:path>
              <a:path w="387350" h="403860">
                <a:moveTo>
                  <a:pt x="42672" y="175259"/>
                </a:moveTo>
                <a:lnTo>
                  <a:pt x="27432" y="158495"/>
                </a:lnTo>
                <a:lnTo>
                  <a:pt x="298704" y="158495"/>
                </a:lnTo>
                <a:lnTo>
                  <a:pt x="323088" y="134111"/>
                </a:lnTo>
                <a:lnTo>
                  <a:pt x="358140" y="169163"/>
                </a:lnTo>
                <a:lnTo>
                  <a:pt x="85344" y="169163"/>
                </a:lnTo>
                <a:lnTo>
                  <a:pt x="74175" y="169473"/>
                </a:lnTo>
                <a:lnTo>
                  <a:pt x="63436" y="170497"/>
                </a:lnTo>
                <a:lnTo>
                  <a:pt x="52982" y="172378"/>
                </a:lnTo>
                <a:lnTo>
                  <a:pt x="42672" y="175259"/>
                </a:lnTo>
                <a:close/>
              </a:path>
              <a:path w="387350" h="403860">
                <a:moveTo>
                  <a:pt x="205740" y="348996"/>
                </a:moveTo>
                <a:lnTo>
                  <a:pt x="181356" y="348996"/>
                </a:lnTo>
                <a:lnTo>
                  <a:pt x="181356" y="169163"/>
                </a:lnTo>
                <a:lnTo>
                  <a:pt x="205740" y="169163"/>
                </a:lnTo>
                <a:lnTo>
                  <a:pt x="205740" y="254507"/>
                </a:lnTo>
                <a:lnTo>
                  <a:pt x="329184" y="254507"/>
                </a:lnTo>
                <a:lnTo>
                  <a:pt x="339852" y="265175"/>
                </a:lnTo>
                <a:lnTo>
                  <a:pt x="205740" y="265175"/>
                </a:lnTo>
                <a:lnTo>
                  <a:pt x="205740" y="348996"/>
                </a:lnTo>
                <a:close/>
              </a:path>
              <a:path w="387350" h="403860">
                <a:moveTo>
                  <a:pt x="3048" y="403860"/>
                </a:moveTo>
                <a:lnTo>
                  <a:pt x="0" y="399287"/>
                </a:lnTo>
                <a:lnTo>
                  <a:pt x="15144" y="383285"/>
                </a:lnTo>
                <a:lnTo>
                  <a:pt x="28575" y="367284"/>
                </a:lnTo>
                <a:lnTo>
                  <a:pt x="50292" y="335280"/>
                </a:lnTo>
                <a:lnTo>
                  <a:pt x="69151" y="285773"/>
                </a:lnTo>
                <a:lnTo>
                  <a:pt x="78105" y="237553"/>
                </a:lnTo>
                <a:lnTo>
                  <a:pt x="80772" y="204215"/>
                </a:lnTo>
                <a:lnTo>
                  <a:pt x="123444" y="225551"/>
                </a:lnTo>
                <a:lnTo>
                  <a:pt x="102489" y="258698"/>
                </a:lnTo>
                <a:lnTo>
                  <a:pt x="99060" y="277367"/>
                </a:lnTo>
                <a:lnTo>
                  <a:pt x="105998" y="288035"/>
                </a:lnTo>
                <a:lnTo>
                  <a:pt x="94488" y="288035"/>
                </a:lnTo>
                <a:lnTo>
                  <a:pt x="78867" y="324231"/>
                </a:lnTo>
                <a:lnTo>
                  <a:pt x="49768" y="366141"/>
                </a:lnTo>
                <a:lnTo>
                  <a:pt x="21097" y="391287"/>
                </a:lnTo>
                <a:lnTo>
                  <a:pt x="3048" y="403860"/>
                </a:lnTo>
                <a:close/>
              </a:path>
              <a:path w="387350" h="403860">
                <a:moveTo>
                  <a:pt x="329184" y="254507"/>
                </a:moveTo>
                <a:lnTo>
                  <a:pt x="284987" y="254507"/>
                </a:lnTo>
                <a:lnTo>
                  <a:pt x="306323" y="231647"/>
                </a:lnTo>
                <a:lnTo>
                  <a:pt x="329184" y="254507"/>
                </a:lnTo>
                <a:close/>
              </a:path>
              <a:path w="387350" h="403860">
                <a:moveTo>
                  <a:pt x="350520" y="393192"/>
                </a:moveTo>
                <a:lnTo>
                  <a:pt x="308562" y="392382"/>
                </a:lnTo>
                <a:lnTo>
                  <a:pt x="241220" y="386762"/>
                </a:lnTo>
                <a:lnTo>
                  <a:pt x="194929" y="377070"/>
                </a:lnTo>
                <a:lnTo>
                  <a:pt x="159400" y="360449"/>
                </a:lnTo>
                <a:lnTo>
                  <a:pt x="118491" y="322516"/>
                </a:lnTo>
                <a:lnTo>
                  <a:pt x="94488" y="288035"/>
                </a:lnTo>
                <a:lnTo>
                  <a:pt x="105998" y="288035"/>
                </a:lnTo>
                <a:lnTo>
                  <a:pt x="107608" y="290512"/>
                </a:lnTo>
                <a:lnTo>
                  <a:pt x="117157" y="302513"/>
                </a:lnTo>
                <a:lnTo>
                  <a:pt x="149852" y="331636"/>
                </a:lnTo>
                <a:lnTo>
                  <a:pt x="181356" y="348996"/>
                </a:lnTo>
                <a:lnTo>
                  <a:pt x="205740" y="348996"/>
                </a:lnTo>
                <a:lnTo>
                  <a:pt x="205740" y="355092"/>
                </a:lnTo>
                <a:lnTo>
                  <a:pt x="230600" y="359068"/>
                </a:lnTo>
                <a:lnTo>
                  <a:pt x="254889" y="361759"/>
                </a:lnTo>
                <a:lnTo>
                  <a:pt x="278606" y="363021"/>
                </a:lnTo>
                <a:lnTo>
                  <a:pt x="387096" y="363021"/>
                </a:lnTo>
                <a:lnTo>
                  <a:pt x="387096" y="365760"/>
                </a:lnTo>
                <a:lnTo>
                  <a:pt x="373665" y="369189"/>
                </a:lnTo>
                <a:lnTo>
                  <a:pt x="363093" y="374904"/>
                </a:lnTo>
                <a:lnTo>
                  <a:pt x="355377" y="382905"/>
                </a:lnTo>
                <a:lnTo>
                  <a:pt x="350520" y="393192"/>
                </a:lnTo>
                <a:close/>
              </a:path>
              <a:path w="387350" h="403860">
                <a:moveTo>
                  <a:pt x="387096" y="363021"/>
                </a:moveTo>
                <a:lnTo>
                  <a:pt x="278606" y="363021"/>
                </a:lnTo>
                <a:lnTo>
                  <a:pt x="324945" y="362450"/>
                </a:lnTo>
                <a:lnTo>
                  <a:pt x="346710" y="361759"/>
                </a:lnTo>
                <a:lnTo>
                  <a:pt x="387096" y="359664"/>
                </a:lnTo>
                <a:lnTo>
                  <a:pt x="387096" y="363021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" name="object 65"/>
          <p:cNvSpPr/>
          <p:nvPr/>
        </p:nvSpPr>
        <p:spPr>
          <a:xfrm>
            <a:off x="2839212" y="5550407"/>
            <a:ext cx="373380" cy="381000"/>
          </a:xfrm>
          <a:custGeom>
            <a:avLst/>
            <a:gdLst/>
            <a:ahLst/>
            <a:cxnLst/>
            <a:rect l="l" t="t" r="r" b="b"/>
            <a:pathLst>
              <a:path w="373380" h="381000">
                <a:moveTo>
                  <a:pt x="24383" y="380999"/>
                </a:moveTo>
                <a:lnTo>
                  <a:pt x="0" y="358140"/>
                </a:lnTo>
                <a:lnTo>
                  <a:pt x="9143" y="348996"/>
                </a:lnTo>
                <a:lnTo>
                  <a:pt x="9143" y="106680"/>
                </a:lnTo>
                <a:lnTo>
                  <a:pt x="8953" y="59817"/>
                </a:lnTo>
                <a:lnTo>
                  <a:pt x="8501" y="35528"/>
                </a:lnTo>
                <a:lnTo>
                  <a:pt x="7619" y="10668"/>
                </a:lnTo>
                <a:lnTo>
                  <a:pt x="33527" y="24384"/>
                </a:lnTo>
                <a:lnTo>
                  <a:pt x="301751" y="24384"/>
                </a:lnTo>
                <a:lnTo>
                  <a:pt x="327659" y="0"/>
                </a:lnTo>
                <a:lnTo>
                  <a:pt x="359663" y="35052"/>
                </a:lnTo>
                <a:lnTo>
                  <a:pt x="239268" y="35052"/>
                </a:lnTo>
                <a:lnTo>
                  <a:pt x="239268" y="243840"/>
                </a:lnTo>
                <a:lnTo>
                  <a:pt x="240410" y="258722"/>
                </a:lnTo>
                <a:lnTo>
                  <a:pt x="243839" y="269176"/>
                </a:lnTo>
                <a:lnTo>
                  <a:pt x="249554" y="275343"/>
                </a:lnTo>
                <a:lnTo>
                  <a:pt x="257555" y="277368"/>
                </a:lnTo>
                <a:lnTo>
                  <a:pt x="304800" y="277368"/>
                </a:lnTo>
                <a:lnTo>
                  <a:pt x="325516" y="235577"/>
                </a:lnTo>
                <a:lnTo>
                  <a:pt x="326755" y="208764"/>
                </a:lnTo>
                <a:lnTo>
                  <a:pt x="327659" y="195072"/>
                </a:lnTo>
                <a:lnTo>
                  <a:pt x="336804" y="195072"/>
                </a:lnTo>
                <a:lnTo>
                  <a:pt x="336851" y="208287"/>
                </a:lnTo>
                <a:lnTo>
                  <a:pt x="337185" y="220789"/>
                </a:lnTo>
                <a:lnTo>
                  <a:pt x="345948" y="263461"/>
                </a:lnTo>
                <a:lnTo>
                  <a:pt x="361187" y="271272"/>
                </a:lnTo>
                <a:lnTo>
                  <a:pt x="352925" y="283011"/>
                </a:lnTo>
                <a:lnTo>
                  <a:pt x="341947" y="290893"/>
                </a:lnTo>
                <a:lnTo>
                  <a:pt x="328398" y="295060"/>
                </a:lnTo>
                <a:lnTo>
                  <a:pt x="312420" y="295656"/>
                </a:lnTo>
                <a:lnTo>
                  <a:pt x="248412" y="295656"/>
                </a:lnTo>
                <a:lnTo>
                  <a:pt x="233553" y="293131"/>
                </a:lnTo>
                <a:lnTo>
                  <a:pt x="223265" y="285750"/>
                </a:lnTo>
                <a:lnTo>
                  <a:pt x="217550" y="273796"/>
                </a:lnTo>
                <a:lnTo>
                  <a:pt x="216408" y="257556"/>
                </a:lnTo>
                <a:lnTo>
                  <a:pt x="216408" y="35052"/>
                </a:lnTo>
                <a:lnTo>
                  <a:pt x="143256" y="35052"/>
                </a:lnTo>
                <a:lnTo>
                  <a:pt x="142875" y="88963"/>
                </a:lnTo>
                <a:lnTo>
                  <a:pt x="140208" y="137160"/>
                </a:lnTo>
                <a:lnTo>
                  <a:pt x="132969" y="182880"/>
                </a:lnTo>
                <a:lnTo>
                  <a:pt x="118872" y="228600"/>
                </a:lnTo>
                <a:lnTo>
                  <a:pt x="93725" y="274320"/>
                </a:lnTo>
                <a:lnTo>
                  <a:pt x="54863" y="320040"/>
                </a:lnTo>
                <a:lnTo>
                  <a:pt x="50291" y="315468"/>
                </a:lnTo>
                <a:lnTo>
                  <a:pt x="66055" y="291798"/>
                </a:lnTo>
                <a:lnTo>
                  <a:pt x="79247" y="268985"/>
                </a:lnTo>
                <a:lnTo>
                  <a:pt x="99059" y="227076"/>
                </a:lnTo>
                <a:lnTo>
                  <a:pt x="109727" y="184785"/>
                </a:lnTo>
                <a:lnTo>
                  <a:pt x="115823" y="140208"/>
                </a:lnTo>
                <a:lnTo>
                  <a:pt x="117919" y="91059"/>
                </a:lnTo>
                <a:lnTo>
                  <a:pt x="118872" y="35052"/>
                </a:lnTo>
                <a:lnTo>
                  <a:pt x="33527" y="35052"/>
                </a:lnTo>
                <a:lnTo>
                  <a:pt x="33527" y="355092"/>
                </a:lnTo>
                <a:lnTo>
                  <a:pt x="310895" y="355092"/>
                </a:lnTo>
                <a:lnTo>
                  <a:pt x="336804" y="329184"/>
                </a:lnTo>
                <a:lnTo>
                  <a:pt x="373380" y="365760"/>
                </a:lnTo>
                <a:lnTo>
                  <a:pt x="36575" y="365760"/>
                </a:lnTo>
                <a:lnTo>
                  <a:pt x="24383" y="380999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" name="object 66"/>
          <p:cNvSpPr/>
          <p:nvPr/>
        </p:nvSpPr>
        <p:spPr>
          <a:xfrm>
            <a:off x="3261360" y="5535180"/>
            <a:ext cx="1702435" cy="410209"/>
          </a:xfrm>
          <a:custGeom>
            <a:avLst/>
            <a:gdLst/>
            <a:ahLst/>
            <a:cxnLst/>
            <a:rect l="l" t="t" r="r" b="b"/>
            <a:pathLst>
              <a:path w="1702435" h="410210">
                <a:moveTo>
                  <a:pt x="224028" y="50279"/>
                </a:moveTo>
                <a:lnTo>
                  <a:pt x="196596" y="19799"/>
                </a:lnTo>
                <a:lnTo>
                  <a:pt x="175260" y="39611"/>
                </a:lnTo>
                <a:lnTo>
                  <a:pt x="124968" y="39611"/>
                </a:lnTo>
                <a:lnTo>
                  <a:pt x="124968" y="50279"/>
                </a:lnTo>
                <a:lnTo>
                  <a:pt x="124968" y="106667"/>
                </a:lnTo>
                <a:lnTo>
                  <a:pt x="100584" y="106667"/>
                </a:lnTo>
                <a:lnTo>
                  <a:pt x="100584" y="50279"/>
                </a:lnTo>
                <a:lnTo>
                  <a:pt x="124968" y="50279"/>
                </a:lnTo>
                <a:lnTo>
                  <a:pt x="124968" y="39611"/>
                </a:lnTo>
                <a:lnTo>
                  <a:pt x="0" y="39611"/>
                </a:lnTo>
                <a:lnTo>
                  <a:pt x="15240" y="56375"/>
                </a:lnTo>
                <a:lnTo>
                  <a:pt x="24663" y="53505"/>
                </a:lnTo>
                <a:lnTo>
                  <a:pt x="34671" y="51612"/>
                </a:lnTo>
                <a:lnTo>
                  <a:pt x="45237" y="50596"/>
                </a:lnTo>
                <a:lnTo>
                  <a:pt x="56388" y="50279"/>
                </a:lnTo>
                <a:lnTo>
                  <a:pt x="79248" y="50279"/>
                </a:lnTo>
                <a:lnTo>
                  <a:pt x="79248" y="106667"/>
                </a:lnTo>
                <a:lnTo>
                  <a:pt x="79248" y="117335"/>
                </a:lnTo>
                <a:lnTo>
                  <a:pt x="77508" y="155613"/>
                </a:lnTo>
                <a:lnTo>
                  <a:pt x="72199" y="188010"/>
                </a:lnTo>
                <a:lnTo>
                  <a:pt x="63169" y="214426"/>
                </a:lnTo>
                <a:lnTo>
                  <a:pt x="50292" y="234683"/>
                </a:lnTo>
                <a:lnTo>
                  <a:pt x="50292" y="117335"/>
                </a:lnTo>
                <a:lnTo>
                  <a:pt x="79248" y="117335"/>
                </a:lnTo>
                <a:lnTo>
                  <a:pt x="79248" y="106667"/>
                </a:lnTo>
                <a:lnTo>
                  <a:pt x="50292" y="106667"/>
                </a:lnTo>
                <a:lnTo>
                  <a:pt x="25908" y="92951"/>
                </a:lnTo>
                <a:lnTo>
                  <a:pt x="26784" y="124104"/>
                </a:lnTo>
                <a:lnTo>
                  <a:pt x="27241" y="160388"/>
                </a:lnTo>
                <a:lnTo>
                  <a:pt x="27343" y="188010"/>
                </a:lnTo>
                <a:lnTo>
                  <a:pt x="27266" y="280403"/>
                </a:lnTo>
                <a:lnTo>
                  <a:pt x="27190" y="295605"/>
                </a:lnTo>
                <a:lnTo>
                  <a:pt x="26670" y="336791"/>
                </a:lnTo>
                <a:lnTo>
                  <a:pt x="26136" y="372275"/>
                </a:lnTo>
                <a:lnTo>
                  <a:pt x="25908" y="402323"/>
                </a:lnTo>
                <a:lnTo>
                  <a:pt x="50292" y="393179"/>
                </a:lnTo>
                <a:lnTo>
                  <a:pt x="50292" y="356603"/>
                </a:lnTo>
                <a:lnTo>
                  <a:pt x="175260" y="356603"/>
                </a:lnTo>
                <a:lnTo>
                  <a:pt x="175260" y="400799"/>
                </a:lnTo>
                <a:lnTo>
                  <a:pt x="199644" y="388607"/>
                </a:lnTo>
                <a:lnTo>
                  <a:pt x="198894" y="360438"/>
                </a:lnTo>
                <a:lnTo>
                  <a:pt x="198856" y="356603"/>
                </a:lnTo>
                <a:lnTo>
                  <a:pt x="198729" y="345935"/>
                </a:lnTo>
                <a:lnTo>
                  <a:pt x="198437" y="319747"/>
                </a:lnTo>
                <a:lnTo>
                  <a:pt x="198272" y="280403"/>
                </a:lnTo>
                <a:lnTo>
                  <a:pt x="198221" y="269735"/>
                </a:lnTo>
                <a:lnTo>
                  <a:pt x="198145" y="211823"/>
                </a:lnTo>
                <a:lnTo>
                  <a:pt x="198120" y="121907"/>
                </a:lnTo>
                <a:lnTo>
                  <a:pt x="203339" y="117335"/>
                </a:lnTo>
                <a:lnTo>
                  <a:pt x="210312" y="111239"/>
                </a:lnTo>
                <a:lnTo>
                  <a:pt x="204673" y="106667"/>
                </a:lnTo>
                <a:lnTo>
                  <a:pt x="185928" y="91427"/>
                </a:lnTo>
                <a:lnTo>
                  <a:pt x="175260" y="104762"/>
                </a:lnTo>
                <a:lnTo>
                  <a:pt x="175260" y="117335"/>
                </a:lnTo>
                <a:lnTo>
                  <a:pt x="175260" y="211823"/>
                </a:lnTo>
                <a:lnTo>
                  <a:pt x="175260" y="231635"/>
                </a:lnTo>
                <a:lnTo>
                  <a:pt x="175260" y="269735"/>
                </a:lnTo>
                <a:lnTo>
                  <a:pt x="175260" y="280403"/>
                </a:lnTo>
                <a:lnTo>
                  <a:pt x="175260" y="345935"/>
                </a:lnTo>
                <a:lnTo>
                  <a:pt x="50292" y="345935"/>
                </a:lnTo>
                <a:lnTo>
                  <a:pt x="50292" y="280403"/>
                </a:lnTo>
                <a:lnTo>
                  <a:pt x="175260" y="280403"/>
                </a:lnTo>
                <a:lnTo>
                  <a:pt x="175260" y="269735"/>
                </a:lnTo>
                <a:lnTo>
                  <a:pt x="50292" y="269735"/>
                </a:lnTo>
                <a:lnTo>
                  <a:pt x="50292" y="245351"/>
                </a:lnTo>
                <a:lnTo>
                  <a:pt x="61099" y="234683"/>
                </a:lnTo>
                <a:lnTo>
                  <a:pt x="72288" y="223634"/>
                </a:lnTo>
                <a:lnTo>
                  <a:pt x="88011" y="195059"/>
                </a:lnTo>
                <a:lnTo>
                  <a:pt x="97434" y="159626"/>
                </a:lnTo>
                <a:lnTo>
                  <a:pt x="100584" y="117335"/>
                </a:lnTo>
                <a:lnTo>
                  <a:pt x="124968" y="117335"/>
                </a:lnTo>
                <a:lnTo>
                  <a:pt x="125069" y="207251"/>
                </a:lnTo>
                <a:lnTo>
                  <a:pt x="150876" y="231635"/>
                </a:lnTo>
                <a:lnTo>
                  <a:pt x="175260" y="231635"/>
                </a:lnTo>
                <a:lnTo>
                  <a:pt x="175260" y="211823"/>
                </a:lnTo>
                <a:lnTo>
                  <a:pt x="149352" y="211823"/>
                </a:lnTo>
                <a:lnTo>
                  <a:pt x="144780" y="207251"/>
                </a:lnTo>
                <a:lnTo>
                  <a:pt x="144780" y="117335"/>
                </a:lnTo>
                <a:lnTo>
                  <a:pt x="175260" y="117335"/>
                </a:lnTo>
                <a:lnTo>
                  <a:pt x="175260" y="104762"/>
                </a:lnTo>
                <a:lnTo>
                  <a:pt x="173736" y="106667"/>
                </a:lnTo>
                <a:lnTo>
                  <a:pt x="144780" y="106667"/>
                </a:lnTo>
                <a:lnTo>
                  <a:pt x="144780" y="50279"/>
                </a:lnTo>
                <a:lnTo>
                  <a:pt x="224028" y="50279"/>
                </a:lnTo>
                <a:close/>
              </a:path>
              <a:path w="1702435" h="410210">
                <a:moveTo>
                  <a:pt x="408432" y="359651"/>
                </a:moveTo>
                <a:lnTo>
                  <a:pt x="387489" y="326504"/>
                </a:lnTo>
                <a:lnTo>
                  <a:pt x="385572" y="281927"/>
                </a:lnTo>
                <a:lnTo>
                  <a:pt x="376428" y="281927"/>
                </a:lnTo>
                <a:lnTo>
                  <a:pt x="374142" y="322694"/>
                </a:lnTo>
                <a:lnTo>
                  <a:pt x="364998" y="361175"/>
                </a:lnTo>
                <a:lnTo>
                  <a:pt x="353568" y="365747"/>
                </a:lnTo>
                <a:lnTo>
                  <a:pt x="284988" y="365747"/>
                </a:lnTo>
                <a:lnTo>
                  <a:pt x="272745" y="363994"/>
                </a:lnTo>
                <a:lnTo>
                  <a:pt x="263652" y="358508"/>
                </a:lnTo>
                <a:lnTo>
                  <a:pt x="257975" y="349034"/>
                </a:lnTo>
                <a:lnTo>
                  <a:pt x="256032" y="335267"/>
                </a:lnTo>
                <a:lnTo>
                  <a:pt x="256032" y="175247"/>
                </a:lnTo>
                <a:lnTo>
                  <a:pt x="350520" y="175247"/>
                </a:lnTo>
                <a:lnTo>
                  <a:pt x="350520" y="199631"/>
                </a:lnTo>
                <a:lnTo>
                  <a:pt x="374904" y="190487"/>
                </a:lnTo>
                <a:lnTo>
                  <a:pt x="374370" y="175247"/>
                </a:lnTo>
                <a:lnTo>
                  <a:pt x="374053" y="166103"/>
                </a:lnTo>
                <a:lnTo>
                  <a:pt x="374015" y="165036"/>
                </a:lnTo>
                <a:lnTo>
                  <a:pt x="373570" y="134289"/>
                </a:lnTo>
                <a:lnTo>
                  <a:pt x="373392" y="98120"/>
                </a:lnTo>
                <a:lnTo>
                  <a:pt x="373380" y="56375"/>
                </a:lnTo>
                <a:lnTo>
                  <a:pt x="380339" y="50279"/>
                </a:lnTo>
                <a:lnTo>
                  <a:pt x="385572" y="45707"/>
                </a:lnTo>
                <a:lnTo>
                  <a:pt x="359664" y="24371"/>
                </a:lnTo>
                <a:lnTo>
                  <a:pt x="347472" y="39611"/>
                </a:lnTo>
                <a:lnTo>
                  <a:pt x="225552" y="39611"/>
                </a:lnTo>
                <a:lnTo>
                  <a:pt x="240792" y="56375"/>
                </a:lnTo>
                <a:lnTo>
                  <a:pt x="251091" y="53505"/>
                </a:lnTo>
                <a:lnTo>
                  <a:pt x="261556" y="51612"/>
                </a:lnTo>
                <a:lnTo>
                  <a:pt x="272288" y="50596"/>
                </a:lnTo>
                <a:lnTo>
                  <a:pt x="283464" y="50279"/>
                </a:lnTo>
                <a:lnTo>
                  <a:pt x="350520" y="50279"/>
                </a:lnTo>
                <a:lnTo>
                  <a:pt x="350520" y="166103"/>
                </a:lnTo>
                <a:lnTo>
                  <a:pt x="256032" y="166103"/>
                </a:lnTo>
                <a:lnTo>
                  <a:pt x="231648" y="149339"/>
                </a:lnTo>
                <a:lnTo>
                  <a:pt x="232765" y="176796"/>
                </a:lnTo>
                <a:lnTo>
                  <a:pt x="233743" y="218109"/>
                </a:lnTo>
                <a:lnTo>
                  <a:pt x="234429" y="273431"/>
                </a:lnTo>
                <a:lnTo>
                  <a:pt x="234696" y="342887"/>
                </a:lnTo>
                <a:lnTo>
                  <a:pt x="236423" y="362610"/>
                </a:lnTo>
                <a:lnTo>
                  <a:pt x="244030" y="376034"/>
                </a:lnTo>
                <a:lnTo>
                  <a:pt x="257619" y="383184"/>
                </a:lnTo>
                <a:lnTo>
                  <a:pt x="277368" y="384035"/>
                </a:lnTo>
                <a:lnTo>
                  <a:pt x="367284" y="384035"/>
                </a:lnTo>
                <a:lnTo>
                  <a:pt x="380784" y="383451"/>
                </a:lnTo>
                <a:lnTo>
                  <a:pt x="391858" y="379272"/>
                </a:lnTo>
                <a:lnTo>
                  <a:pt x="400926" y="371398"/>
                </a:lnTo>
                <a:lnTo>
                  <a:pt x="404533" y="365747"/>
                </a:lnTo>
                <a:lnTo>
                  <a:pt x="408432" y="359651"/>
                </a:lnTo>
                <a:close/>
              </a:path>
              <a:path w="1702435" h="410210">
                <a:moveTo>
                  <a:pt x="766572" y="30480"/>
                </a:moveTo>
                <a:lnTo>
                  <a:pt x="758850" y="24384"/>
                </a:lnTo>
                <a:lnTo>
                  <a:pt x="737616" y="7620"/>
                </a:lnTo>
                <a:lnTo>
                  <a:pt x="725424" y="21031"/>
                </a:lnTo>
                <a:lnTo>
                  <a:pt x="725424" y="35052"/>
                </a:lnTo>
                <a:lnTo>
                  <a:pt x="725424" y="85344"/>
                </a:lnTo>
                <a:lnTo>
                  <a:pt x="725424" y="96012"/>
                </a:lnTo>
                <a:lnTo>
                  <a:pt x="725424" y="147828"/>
                </a:lnTo>
                <a:lnTo>
                  <a:pt x="574548" y="147828"/>
                </a:lnTo>
                <a:lnTo>
                  <a:pt x="574548" y="96012"/>
                </a:lnTo>
                <a:lnTo>
                  <a:pt x="725424" y="96012"/>
                </a:lnTo>
                <a:lnTo>
                  <a:pt x="725424" y="85344"/>
                </a:lnTo>
                <a:lnTo>
                  <a:pt x="574548" y="85344"/>
                </a:lnTo>
                <a:lnTo>
                  <a:pt x="574548" y="35052"/>
                </a:lnTo>
                <a:lnTo>
                  <a:pt x="725424" y="35052"/>
                </a:lnTo>
                <a:lnTo>
                  <a:pt x="725424" y="21031"/>
                </a:lnTo>
                <a:lnTo>
                  <a:pt x="722376" y="24384"/>
                </a:lnTo>
                <a:lnTo>
                  <a:pt x="576072" y="24384"/>
                </a:lnTo>
                <a:lnTo>
                  <a:pt x="548640" y="9144"/>
                </a:lnTo>
                <a:lnTo>
                  <a:pt x="549452" y="30480"/>
                </a:lnTo>
                <a:lnTo>
                  <a:pt x="549579" y="35052"/>
                </a:lnTo>
                <a:lnTo>
                  <a:pt x="549973" y="54673"/>
                </a:lnTo>
                <a:lnTo>
                  <a:pt x="550138" y="77076"/>
                </a:lnTo>
                <a:lnTo>
                  <a:pt x="550113" y="122301"/>
                </a:lnTo>
                <a:lnTo>
                  <a:pt x="549973" y="141160"/>
                </a:lnTo>
                <a:lnTo>
                  <a:pt x="549516" y="162699"/>
                </a:lnTo>
                <a:lnTo>
                  <a:pt x="548640" y="184404"/>
                </a:lnTo>
                <a:lnTo>
                  <a:pt x="574548" y="173736"/>
                </a:lnTo>
                <a:lnTo>
                  <a:pt x="574548" y="158496"/>
                </a:lnTo>
                <a:lnTo>
                  <a:pt x="725424" y="158496"/>
                </a:lnTo>
                <a:lnTo>
                  <a:pt x="725424" y="181356"/>
                </a:lnTo>
                <a:lnTo>
                  <a:pt x="751332" y="167640"/>
                </a:lnTo>
                <a:lnTo>
                  <a:pt x="751205" y="158496"/>
                </a:lnTo>
                <a:lnTo>
                  <a:pt x="751052" y="147828"/>
                </a:lnTo>
                <a:lnTo>
                  <a:pt x="750570" y="122301"/>
                </a:lnTo>
                <a:lnTo>
                  <a:pt x="750176" y="96012"/>
                </a:lnTo>
                <a:lnTo>
                  <a:pt x="750036" y="85344"/>
                </a:lnTo>
                <a:lnTo>
                  <a:pt x="749808" y="42672"/>
                </a:lnTo>
                <a:lnTo>
                  <a:pt x="760285" y="35052"/>
                </a:lnTo>
                <a:lnTo>
                  <a:pt x="766572" y="30480"/>
                </a:lnTo>
                <a:close/>
              </a:path>
              <a:path w="1702435" h="410210">
                <a:moveTo>
                  <a:pt x="848868" y="359664"/>
                </a:moveTo>
                <a:lnTo>
                  <a:pt x="829386" y="362305"/>
                </a:lnTo>
                <a:lnTo>
                  <a:pt x="807339" y="363664"/>
                </a:lnTo>
                <a:lnTo>
                  <a:pt x="782421" y="364159"/>
                </a:lnTo>
                <a:lnTo>
                  <a:pt x="754380" y="364236"/>
                </a:lnTo>
                <a:lnTo>
                  <a:pt x="727252" y="363664"/>
                </a:lnTo>
                <a:lnTo>
                  <a:pt x="703135" y="361950"/>
                </a:lnTo>
                <a:lnTo>
                  <a:pt x="682155" y="359092"/>
                </a:lnTo>
                <a:lnTo>
                  <a:pt x="664464" y="355092"/>
                </a:lnTo>
                <a:lnTo>
                  <a:pt x="664464" y="347472"/>
                </a:lnTo>
                <a:lnTo>
                  <a:pt x="664464" y="283464"/>
                </a:lnTo>
                <a:lnTo>
                  <a:pt x="810768" y="283464"/>
                </a:lnTo>
                <a:lnTo>
                  <a:pt x="800582" y="272796"/>
                </a:lnTo>
                <a:lnTo>
                  <a:pt x="778764" y="249936"/>
                </a:lnTo>
                <a:lnTo>
                  <a:pt x="755904" y="272796"/>
                </a:lnTo>
                <a:lnTo>
                  <a:pt x="664464" y="272796"/>
                </a:lnTo>
                <a:lnTo>
                  <a:pt x="664464" y="213360"/>
                </a:lnTo>
                <a:lnTo>
                  <a:pt x="841248" y="213360"/>
                </a:lnTo>
                <a:lnTo>
                  <a:pt x="804672" y="178308"/>
                </a:lnTo>
                <a:lnTo>
                  <a:pt x="778764" y="204216"/>
                </a:lnTo>
                <a:lnTo>
                  <a:pt x="457200" y="204216"/>
                </a:lnTo>
                <a:lnTo>
                  <a:pt x="472440" y="219456"/>
                </a:lnTo>
                <a:lnTo>
                  <a:pt x="481863" y="217208"/>
                </a:lnTo>
                <a:lnTo>
                  <a:pt x="491871" y="215265"/>
                </a:lnTo>
                <a:lnTo>
                  <a:pt x="502437" y="213880"/>
                </a:lnTo>
                <a:lnTo>
                  <a:pt x="513588" y="213360"/>
                </a:lnTo>
                <a:lnTo>
                  <a:pt x="640080" y="213360"/>
                </a:lnTo>
                <a:lnTo>
                  <a:pt x="640080" y="347472"/>
                </a:lnTo>
                <a:lnTo>
                  <a:pt x="615213" y="335203"/>
                </a:lnTo>
                <a:lnTo>
                  <a:pt x="574065" y="306108"/>
                </a:lnTo>
                <a:lnTo>
                  <a:pt x="566775" y="265760"/>
                </a:lnTo>
                <a:lnTo>
                  <a:pt x="569976" y="260604"/>
                </a:lnTo>
                <a:lnTo>
                  <a:pt x="573024" y="254508"/>
                </a:lnTo>
                <a:lnTo>
                  <a:pt x="577596" y="249936"/>
                </a:lnTo>
                <a:lnTo>
                  <a:pt x="585216" y="245364"/>
                </a:lnTo>
                <a:lnTo>
                  <a:pt x="547116" y="222504"/>
                </a:lnTo>
                <a:lnTo>
                  <a:pt x="533603" y="277075"/>
                </a:lnTo>
                <a:lnTo>
                  <a:pt x="513397" y="324231"/>
                </a:lnTo>
                <a:lnTo>
                  <a:pt x="486029" y="363943"/>
                </a:lnTo>
                <a:lnTo>
                  <a:pt x="451104" y="396240"/>
                </a:lnTo>
                <a:lnTo>
                  <a:pt x="454152" y="402336"/>
                </a:lnTo>
                <a:lnTo>
                  <a:pt x="485025" y="383755"/>
                </a:lnTo>
                <a:lnTo>
                  <a:pt x="511492" y="360045"/>
                </a:lnTo>
                <a:lnTo>
                  <a:pt x="533654" y="331177"/>
                </a:lnTo>
                <a:lnTo>
                  <a:pt x="551688" y="297180"/>
                </a:lnTo>
                <a:lnTo>
                  <a:pt x="562521" y="310578"/>
                </a:lnTo>
                <a:lnTo>
                  <a:pt x="600456" y="345948"/>
                </a:lnTo>
                <a:lnTo>
                  <a:pt x="649312" y="372948"/>
                </a:lnTo>
                <a:lnTo>
                  <a:pt x="694461" y="385737"/>
                </a:lnTo>
                <a:lnTo>
                  <a:pt x="767613" y="394258"/>
                </a:lnTo>
                <a:lnTo>
                  <a:pt x="815340" y="396240"/>
                </a:lnTo>
                <a:lnTo>
                  <a:pt x="818426" y="386803"/>
                </a:lnTo>
                <a:lnTo>
                  <a:pt x="825246" y="379095"/>
                </a:lnTo>
                <a:lnTo>
                  <a:pt x="835482" y="373087"/>
                </a:lnTo>
                <a:lnTo>
                  <a:pt x="848868" y="368808"/>
                </a:lnTo>
                <a:lnTo>
                  <a:pt x="848868" y="364236"/>
                </a:lnTo>
                <a:lnTo>
                  <a:pt x="848868" y="359664"/>
                </a:lnTo>
                <a:close/>
              </a:path>
              <a:path w="1702435" h="410210">
                <a:moveTo>
                  <a:pt x="1039355" y="24384"/>
                </a:moveTo>
                <a:lnTo>
                  <a:pt x="998207" y="0"/>
                </a:lnTo>
                <a:lnTo>
                  <a:pt x="986497" y="40830"/>
                </a:lnTo>
                <a:lnTo>
                  <a:pt x="974204" y="78676"/>
                </a:lnTo>
                <a:lnTo>
                  <a:pt x="947915" y="144780"/>
                </a:lnTo>
                <a:lnTo>
                  <a:pt x="918387" y="200787"/>
                </a:lnTo>
                <a:lnTo>
                  <a:pt x="890003" y="245364"/>
                </a:lnTo>
                <a:lnTo>
                  <a:pt x="894575" y="249936"/>
                </a:lnTo>
                <a:lnTo>
                  <a:pt x="915708" y="227088"/>
                </a:lnTo>
                <a:lnTo>
                  <a:pt x="935532" y="202120"/>
                </a:lnTo>
                <a:lnTo>
                  <a:pt x="953947" y="175133"/>
                </a:lnTo>
                <a:lnTo>
                  <a:pt x="970775" y="146304"/>
                </a:lnTo>
                <a:lnTo>
                  <a:pt x="970673" y="377393"/>
                </a:lnTo>
                <a:lnTo>
                  <a:pt x="970546" y="384136"/>
                </a:lnTo>
                <a:lnTo>
                  <a:pt x="970140" y="395681"/>
                </a:lnTo>
                <a:lnTo>
                  <a:pt x="969251" y="409956"/>
                </a:lnTo>
                <a:lnTo>
                  <a:pt x="996683" y="396240"/>
                </a:lnTo>
                <a:lnTo>
                  <a:pt x="995807" y="377393"/>
                </a:lnTo>
                <a:lnTo>
                  <a:pt x="995387" y="361188"/>
                </a:lnTo>
                <a:lnTo>
                  <a:pt x="995222" y="347560"/>
                </a:lnTo>
                <a:lnTo>
                  <a:pt x="995159" y="149352"/>
                </a:lnTo>
                <a:lnTo>
                  <a:pt x="999083" y="146304"/>
                </a:lnTo>
                <a:lnTo>
                  <a:pt x="1008875" y="138684"/>
                </a:lnTo>
                <a:lnTo>
                  <a:pt x="982967" y="123444"/>
                </a:lnTo>
                <a:lnTo>
                  <a:pt x="990041" y="108343"/>
                </a:lnTo>
                <a:lnTo>
                  <a:pt x="999540" y="88392"/>
                </a:lnTo>
                <a:lnTo>
                  <a:pt x="1011047" y="63855"/>
                </a:lnTo>
                <a:lnTo>
                  <a:pt x="1024115" y="35052"/>
                </a:lnTo>
                <a:lnTo>
                  <a:pt x="1039355" y="24384"/>
                </a:lnTo>
                <a:close/>
              </a:path>
              <a:path w="1702435" h="410210">
                <a:moveTo>
                  <a:pt x="1298435" y="167640"/>
                </a:moveTo>
                <a:lnTo>
                  <a:pt x="1263383" y="132588"/>
                </a:lnTo>
                <a:lnTo>
                  <a:pt x="1238999" y="156972"/>
                </a:lnTo>
                <a:lnTo>
                  <a:pt x="1164323" y="156972"/>
                </a:lnTo>
                <a:lnTo>
                  <a:pt x="1164323" y="35052"/>
                </a:lnTo>
                <a:lnTo>
                  <a:pt x="1179563" y="22860"/>
                </a:lnTo>
                <a:lnTo>
                  <a:pt x="1138415" y="1524"/>
                </a:lnTo>
                <a:lnTo>
                  <a:pt x="1138656" y="16116"/>
                </a:lnTo>
                <a:lnTo>
                  <a:pt x="1139710" y="44170"/>
                </a:lnTo>
                <a:lnTo>
                  <a:pt x="1139939" y="57912"/>
                </a:lnTo>
                <a:lnTo>
                  <a:pt x="1139939" y="156972"/>
                </a:lnTo>
                <a:lnTo>
                  <a:pt x="1010399" y="156972"/>
                </a:lnTo>
                <a:lnTo>
                  <a:pt x="1027163" y="172212"/>
                </a:lnTo>
                <a:lnTo>
                  <a:pt x="1036599" y="170205"/>
                </a:lnTo>
                <a:lnTo>
                  <a:pt x="1046594" y="168783"/>
                </a:lnTo>
                <a:lnTo>
                  <a:pt x="1057173" y="167919"/>
                </a:lnTo>
                <a:lnTo>
                  <a:pt x="1068311" y="167640"/>
                </a:lnTo>
                <a:lnTo>
                  <a:pt x="1139939" y="167640"/>
                </a:lnTo>
                <a:lnTo>
                  <a:pt x="1139939" y="335280"/>
                </a:lnTo>
                <a:lnTo>
                  <a:pt x="1139710" y="347560"/>
                </a:lnTo>
                <a:lnTo>
                  <a:pt x="1139164" y="364756"/>
                </a:lnTo>
                <a:lnTo>
                  <a:pt x="1138694" y="382714"/>
                </a:lnTo>
                <a:lnTo>
                  <a:pt x="1138643" y="386372"/>
                </a:lnTo>
                <a:lnTo>
                  <a:pt x="1138415" y="408432"/>
                </a:lnTo>
                <a:lnTo>
                  <a:pt x="1165847" y="397764"/>
                </a:lnTo>
                <a:lnTo>
                  <a:pt x="1164971" y="386372"/>
                </a:lnTo>
                <a:lnTo>
                  <a:pt x="1164513" y="375285"/>
                </a:lnTo>
                <a:lnTo>
                  <a:pt x="1164450" y="371157"/>
                </a:lnTo>
                <a:lnTo>
                  <a:pt x="1164323" y="167640"/>
                </a:lnTo>
                <a:lnTo>
                  <a:pt x="1298435" y="167640"/>
                </a:lnTo>
                <a:close/>
              </a:path>
              <a:path w="1702435" h="410210">
                <a:moveTo>
                  <a:pt x="1572755" y="39611"/>
                </a:moveTo>
                <a:lnTo>
                  <a:pt x="1534655" y="7607"/>
                </a:lnTo>
                <a:lnTo>
                  <a:pt x="1521777" y="36449"/>
                </a:lnTo>
                <a:lnTo>
                  <a:pt x="1505889" y="65709"/>
                </a:lnTo>
                <a:lnTo>
                  <a:pt x="1464551" y="124955"/>
                </a:lnTo>
                <a:lnTo>
                  <a:pt x="1439075" y="154660"/>
                </a:lnTo>
                <a:lnTo>
                  <a:pt x="1410449" y="184200"/>
                </a:lnTo>
                <a:lnTo>
                  <a:pt x="1378407" y="213474"/>
                </a:lnTo>
                <a:lnTo>
                  <a:pt x="1342631" y="242303"/>
                </a:lnTo>
                <a:lnTo>
                  <a:pt x="1345679" y="248399"/>
                </a:lnTo>
                <a:lnTo>
                  <a:pt x="1384947" y="223774"/>
                </a:lnTo>
                <a:lnTo>
                  <a:pt x="1421993" y="195630"/>
                </a:lnTo>
                <a:lnTo>
                  <a:pt x="1456931" y="164007"/>
                </a:lnTo>
                <a:lnTo>
                  <a:pt x="1489849" y="128968"/>
                </a:lnTo>
                <a:lnTo>
                  <a:pt x="1520799" y="90538"/>
                </a:lnTo>
                <a:lnTo>
                  <a:pt x="1549895" y="48755"/>
                </a:lnTo>
                <a:lnTo>
                  <a:pt x="1572755" y="39611"/>
                </a:lnTo>
                <a:close/>
              </a:path>
              <a:path w="1702435" h="410210">
                <a:moveTo>
                  <a:pt x="1702295" y="356603"/>
                </a:moveTo>
                <a:lnTo>
                  <a:pt x="1689747" y="318935"/>
                </a:lnTo>
                <a:lnTo>
                  <a:pt x="1640078" y="271983"/>
                </a:lnTo>
                <a:lnTo>
                  <a:pt x="1598663" y="236207"/>
                </a:lnTo>
                <a:lnTo>
                  <a:pt x="1592567" y="242303"/>
                </a:lnTo>
                <a:lnTo>
                  <a:pt x="1610004" y="263740"/>
                </a:lnTo>
                <a:lnTo>
                  <a:pt x="1625714" y="284594"/>
                </a:lnTo>
                <a:lnTo>
                  <a:pt x="1639722" y="304888"/>
                </a:lnTo>
                <a:lnTo>
                  <a:pt x="1652003" y="324599"/>
                </a:lnTo>
                <a:lnTo>
                  <a:pt x="1475206" y="334467"/>
                </a:lnTo>
                <a:lnTo>
                  <a:pt x="1443215" y="335267"/>
                </a:lnTo>
                <a:lnTo>
                  <a:pt x="1457845" y="324408"/>
                </a:lnTo>
                <a:lnTo>
                  <a:pt x="1474457" y="310121"/>
                </a:lnTo>
                <a:lnTo>
                  <a:pt x="1514843" y="271259"/>
                </a:lnTo>
                <a:lnTo>
                  <a:pt x="1562658" y="217157"/>
                </a:lnTo>
                <a:lnTo>
                  <a:pt x="1587931" y="185115"/>
                </a:lnTo>
                <a:lnTo>
                  <a:pt x="1613903" y="149339"/>
                </a:lnTo>
                <a:lnTo>
                  <a:pt x="1633715" y="141719"/>
                </a:lnTo>
                <a:lnTo>
                  <a:pt x="1597139" y="111239"/>
                </a:lnTo>
                <a:lnTo>
                  <a:pt x="1575142" y="156387"/>
                </a:lnTo>
                <a:lnTo>
                  <a:pt x="1550276" y="198107"/>
                </a:lnTo>
                <a:lnTo>
                  <a:pt x="1522564" y="236397"/>
                </a:lnTo>
                <a:lnTo>
                  <a:pt x="1491983" y="271259"/>
                </a:lnTo>
                <a:lnTo>
                  <a:pt x="1462557" y="299262"/>
                </a:lnTo>
                <a:lnTo>
                  <a:pt x="1419123" y="331266"/>
                </a:lnTo>
                <a:lnTo>
                  <a:pt x="1405115" y="335267"/>
                </a:lnTo>
                <a:lnTo>
                  <a:pt x="1429499" y="377939"/>
                </a:lnTo>
                <a:lnTo>
                  <a:pt x="1475524" y="359752"/>
                </a:lnTo>
                <a:lnTo>
                  <a:pt x="1521015" y="350837"/>
                </a:lnTo>
                <a:lnTo>
                  <a:pt x="1581810" y="342150"/>
                </a:lnTo>
                <a:lnTo>
                  <a:pt x="1644269" y="335267"/>
                </a:lnTo>
                <a:lnTo>
                  <a:pt x="1658099" y="333743"/>
                </a:lnTo>
                <a:lnTo>
                  <a:pt x="1662658" y="345795"/>
                </a:lnTo>
                <a:lnTo>
                  <a:pt x="1667052" y="356984"/>
                </a:lnTo>
                <a:lnTo>
                  <a:pt x="1671180" y="367614"/>
                </a:lnTo>
                <a:lnTo>
                  <a:pt x="1674863" y="377939"/>
                </a:lnTo>
                <a:lnTo>
                  <a:pt x="1677911" y="385559"/>
                </a:lnTo>
                <a:lnTo>
                  <a:pt x="1680959" y="390131"/>
                </a:lnTo>
                <a:lnTo>
                  <a:pt x="1685531" y="390131"/>
                </a:lnTo>
                <a:lnTo>
                  <a:pt x="1690103" y="387083"/>
                </a:lnTo>
                <a:lnTo>
                  <a:pt x="1694675" y="379463"/>
                </a:lnTo>
                <a:lnTo>
                  <a:pt x="1700771" y="373367"/>
                </a:lnTo>
                <a:lnTo>
                  <a:pt x="1702295" y="365747"/>
                </a:lnTo>
                <a:lnTo>
                  <a:pt x="1702295" y="356603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" name="object 67"/>
          <p:cNvSpPr/>
          <p:nvPr/>
        </p:nvSpPr>
        <p:spPr>
          <a:xfrm>
            <a:off x="5047488" y="5570220"/>
            <a:ext cx="175260" cy="330835"/>
          </a:xfrm>
          <a:custGeom>
            <a:avLst/>
            <a:gdLst/>
            <a:ahLst/>
            <a:cxnLst/>
            <a:rect l="l" t="t" r="r" b="b"/>
            <a:pathLst>
              <a:path w="175260" h="330835">
                <a:moveTo>
                  <a:pt x="3048" y="59436"/>
                </a:moveTo>
                <a:lnTo>
                  <a:pt x="0" y="59436"/>
                </a:lnTo>
                <a:lnTo>
                  <a:pt x="0" y="15240"/>
                </a:lnTo>
                <a:lnTo>
                  <a:pt x="8286" y="12715"/>
                </a:lnTo>
                <a:lnTo>
                  <a:pt x="17144" y="9906"/>
                </a:lnTo>
                <a:lnTo>
                  <a:pt x="58483" y="1143"/>
                </a:lnTo>
                <a:lnTo>
                  <a:pt x="79248" y="0"/>
                </a:lnTo>
                <a:lnTo>
                  <a:pt x="100060" y="1428"/>
                </a:lnTo>
                <a:lnTo>
                  <a:pt x="149352" y="22860"/>
                </a:lnTo>
                <a:lnTo>
                  <a:pt x="162184" y="38100"/>
                </a:lnTo>
                <a:lnTo>
                  <a:pt x="74676" y="38100"/>
                </a:lnTo>
                <a:lnTo>
                  <a:pt x="64389" y="38409"/>
                </a:lnTo>
                <a:lnTo>
                  <a:pt x="24693" y="47863"/>
                </a:lnTo>
                <a:lnTo>
                  <a:pt x="9310" y="55768"/>
                </a:lnTo>
                <a:lnTo>
                  <a:pt x="3048" y="59436"/>
                </a:lnTo>
                <a:close/>
              </a:path>
              <a:path w="175260" h="330835">
                <a:moveTo>
                  <a:pt x="91440" y="243839"/>
                </a:moveTo>
                <a:lnTo>
                  <a:pt x="51816" y="243839"/>
                </a:lnTo>
                <a:lnTo>
                  <a:pt x="51816" y="176784"/>
                </a:lnTo>
                <a:lnTo>
                  <a:pt x="58054" y="173093"/>
                </a:lnTo>
                <a:lnTo>
                  <a:pt x="80772" y="160020"/>
                </a:lnTo>
                <a:lnTo>
                  <a:pt x="88225" y="154566"/>
                </a:lnTo>
                <a:lnTo>
                  <a:pt x="119729" y="122420"/>
                </a:lnTo>
                <a:lnTo>
                  <a:pt x="131064" y="85344"/>
                </a:lnTo>
                <a:lnTo>
                  <a:pt x="129944" y="74485"/>
                </a:lnTo>
                <a:lnTo>
                  <a:pt x="106608" y="43886"/>
                </a:lnTo>
                <a:lnTo>
                  <a:pt x="74676" y="38100"/>
                </a:lnTo>
                <a:lnTo>
                  <a:pt x="162184" y="38100"/>
                </a:lnTo>
                <a:lnTo>
                  <a:pt x="168592" y="49149"/>
                </a:lnTo>
                <a:lnTo>
                  <a:pt x="173569" y="64865"/>
                </a:lnTo>
                <a:lnTo>
                  <a:pt x="175260" y="82296"/>
                </a:lnTo>
                <a:lnTo>
                  <a:pt x="174712" y="93178"/>
                </a:lnTo>
                <a:lnTo>
                  <a:pt x="159639" y="136017"/>
                </a:lnTo>
                <a:lnTo>
                  <a:pt x="129635" y="167997"/>
                </a:lnTo>
                <a:lnTo>
                  <a:pt x="91440" y="193548"/>
                </a:lnTo>
                <a:lnTo>
                  <a:pt x="91440" y="243839"/>
                </a:lnTo>
                <a:close/>
              </a:path>
              <a:path w="175260" h="330835">
                <a:moveTo>
                  <a:pt x="94488" y="330708"/>
                </a:moveTo>
                <a:lnTo>
                  <a:pt x="50292" y="330708"/>
                </a:lnTo>
                <a:lnTo>
                  <a:pt x="50292" y="284988"/>
                </a:lnTo>
                <a:lnTo>
                  <a:pt x="94488" y="284988"/>
                </a:lnTo>
                <a:lnTo>
                  <a:pt x="94488" y="330708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68" name="object 68"/>
          <p:cNvGrpSpPr/>
          <p:nvPr/>
        </p:nvGrpSpPr>
        <p:grpSpPr>
          <a:xfrm>
            <a:off x="2119883" y="6245351"/>
            <a:ext cx="1355090" cy="321945"/>
            <a:chOff x="2119883" y="6245351"/>
            <a:chExt cx="1355090" cy="321945"/>
          </a:xfrm>
        </p:grpSpPr>
        <p:sp>
          <p:nvSpPr>
            <p:cNvPr id="69" name="object 69"/>
            <p:cNvSpPr/>
            <p:nvPr/>
          </p:nvSpPr>
          <p:spPr>
            <a:xfrm>
              <a:off x="2119883" y="6245351"/>
              <a:ext cx="99060" cy="321945"/>
            </a:xfrm>
            <a:custGeom>
              <a:avLst/>
              <a:gdLst/>
              <a:ahLst/>
              <a:cxnLst/>
              <a:rect l="l" t="t" r="r" b="b"/>
              <a:pathLst>
                <a:path w="99060" h="321945">
                  <a:moveTo>
                    <a:pt x="99060" y="321563"/>
                  </a:moveTo>
                  <a:lnTo>
                    <a:pt x="60960" y="321563"/>
                  </a:lnTo>
                  <a:lnTo>
                    <a:pt x="47839" y="304157"/>
                  </a:lnTo>
                  <a:lnTo>
                    <a:pt x="25598" y="268200"/>
                  </a:lnTo>
                  <a:lnTo>
                    <a:pt x="9644" y="229885"/>
                  </a:lnTo>
                  <a:lnTo>
                    <a:pt x="1119" y="185213"/>
                  </a:lnTo>
                  <a:lnTo>
                    <a:pt x="0" y="160019"/>
                  </a:lnTo>
                  <a:lnTo>
                    <a:pt x="1119" y="135707"/>
                  </a:lnTo>
                  <a:lnTo>
                    <a:pt x="9644" y="91654"/>
                  </a:lnTo>
                  <a:lnTo>
                    <a:pt x="25598" y="52720"/>
                  </a:lnTo>
                  <a:lnTo>
                    <a:pt x="47839" y="17192"/>
                  </a:lnTo>
                  <a:lnTo>
                    <a:pt x="60960" y="0"/>
                  </a:lnTo>
                  <a:lnTo>
                    <a:pt x="99060" y="0"/>
                  </a:lnTo>
                  <a:lnTo>
                    <a:pt x="99060" y="1523"/>
                  </a:lnTo>
                  <a:lnTo>
                    <a:pt x="92440" y="7524"/>
                  </a:lnTo>
                  <a:lnTo>
                    <a:pt x="86106" y="14096"/>
                  </a:lnTo>
                  <a:lnTo>
                    <a:pt x="61912" y="46100"/>
                  </a:lnTo>
                  <a:lnTo>
                    <a:pt x="42291" y="86486"/>
                  </a:lnTo>
                  <a:lnTo>
                    <a:pt x="30861" y="134302"/>
                  </a:lnTo>
                  <a:lnTo>
                    <a:pt x="28956" y="160019"/>
                  </a:lnTo>
                  <a:lnTo>
                    <a:pt x="29479" y="174331"/>
                  </a:lnTo>
                  <a:lnTo>
                    <a:pt x="38528" y="223242"/>
                  </a:lnTo>
                  <a:lnTo>
                    <a:pt x="56649" y="266033"/>
                  </a:lnTo>
                  <a:lnTo>
                    <a:pt x="86106" y="307466"/>
                  </a:lnTo>
                  <a:lnTo>
                    <a:pt x="99060" y="320039"/>
                  </a:lnTo>
                  <a:lnTo>
                    <a:pt x="99060" y="321563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70" name="object 70"/>
            <p:cNvPicPr/>
            <p:nvPr/>
          </p:nvPicPr>
          <p:blipFill>
            <a:blip r:embed="rId17" cstate="print"/>
            <a:stretch>
              <a:fillRect/>
            </a:stretch>
          </p:blipFill>
          <p:spPr>
            <a:xfrm>
              <a:off x="2252471" y="6310884"/>
              <a:ext cx="237744" cy="188975"/>
            </a:xfrm>
            <a:prstGeom prst="rect">
              <a:avLst/>
            </a:prstGeom>
          </p:spPr>
        </p:pic>
        <p:sp>
          <p:nvSpPr>
            <p:cNvPr id="71" name="object 71"/>
            <p:cNvSpPr/>
            <p:nvPr/>
          </p:nvSpPr>
          <p:spPr>
            <a:xfrm>
              <a:off x="2523743" y="6452615"/>
              <a:ext cx="68580" cy="106680"/>
            </a:xfrm>
            <a:custGeom>
              <a:avLst/>
              <a:gdLst/>
              <a:ahLst/>
              <a:cxnLst/>
              <a:rect l="l" t="t" r="r" b="b"/>
              <a:pathLst>
                <a:path w="68580" h="106679">
                  <a:moveTo>
                    <a:pt x="22859" y="106680"/>
                  </a:moveTo>
                  <a:lnTo>
                    <a:pt x="0" y="106680"/>
                  </a:lnTo>
                  <a:lnTo>
                    <a:pt x="28956" y="0"/>
                  </a:lnTo>
                  <a:lnTo>
                    <a:pt x="68580" y="0"/>
                  </a:lnTo>
                  <a:lnTo>
                    <a:pt x="22859" y="106680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72" name="object 72"/>
            <p:cNvPicPr/>
            <p:nvPr/>
          </p:nvPicPr>
          <p:blipFill>
            <a:blip r:embed="rId18" cstate="print"/>
            <a:stretch>
              <a:fillRect/>
            </a:stretch>
          </p:blipFill>
          <p:spPr>
            <a:xfrm>
              <a:off x="2616707" y="6316980"/>
              <a:ext cx="237743" cy="182880"/>
            </a:xfrm>
            <a:prstGeom prst="rect">
              <a:avLst/>
            </a:prstGeom>
          </p:spPr>
        </p:pic>
        <p:sp>
          <p:nvSpPr>
            <p:cNvPr id="73" name="object 73"/>
            <p:cNvSpPr/>
            <p:nvPr/>
          </p:nvSpPr>
          <p:spPr>
            <a:xfrm>
              <a:off x="2871203" y="6245351"/>
              <a:ext cx="330835" cy="321945"/>
            </a:xfrm>
            <a:custGeom>
              <a:avLst/>
              <a:gdLst/>
              <a:ahLst/>
              <a:cxnLst/>
              <a:rect l="l" t="t" r="r" b="b"/>
              <a:pathLst>
                <a:path w="330835" h="321945">
                  <a:moveTo>
                    <a:pt x="99060" y="160020"/>
                  </a:moveTo>
                  <a:lnTo>
                    <a:pt x="94678" y="112966"/>
                  </a:lnTo>
                  <a:lnTo>
                    <a:pt x="82296" y="71628"/>
                  </a:lnTo>
                  <a:lnTo>
                    <a:pt x="63055" y="34671"/>
                  </a:lnTo>
                  <a:lnTo>
                    <a:pt x="38100" y="0"/>
                  </a:lnTo>
                  <a:lnTo>
                    <a:pt x="0" y="0"/>
                  </a:lnTo>
                  <a:lnTo>
                    <a:pt x="0" y="1524"/>
                  </a:lnTo>
                  <a:lnTo>
                    <a:pt x="6629" y="7531"/>
                  </a:lnTo>
                  <a:lnTo>
                    <a:pt x="12954" y="14097"/>
                  </a:lnTo>
                  <a:lnTo>
                    <a:pt x="37338" y="46101"/>
                  </a:lnTo>
                  <a:lnTo>
                    <a:pt x="57531" y="86487"/>
                  </a:lnTo>
                  <a:lnTo>
                    <a:pt x="68770" y="133731"/>
                  </a:lnTo>
                  <a:lnTo>
                    <a:pt x="70104" y="160020"/>
                  </a:lnTo>
                  <a:lnTo>
                    <a:pt x="69799" y="173482"/>
                  </a:lnTo>
                  <a:lnTo>
                    <a:pt x="64008" y="211836"/>
                  </a:lnTo>
                  <a:lnTo>
                    <a:pt x="48768" y="256032"/>
                  </a:lnTo>
                  <a:lnTo>
                    <a:pt x="25908" y="292608"/>
                  </a:lnTo>
                  <a:lnTo>
                    <a:pt x="0" y="320040"/>
                  </a:lnTo>
                  <a:lnTo>
                    <a:pt x="0" y="321564"/>
                  </a:lnTo>
                  <a:lnTo>
                    <a:pt x="38100" y="321564"/>
                  </a:lnTo>
                  <a:lnTo>
                    <a:pt x="51866" y="304165"/>
                  </a:lnTo>
                  <a:lnTo>
                    <a:pt x="73685" y="268211"/>
                  </a:lnTo>
                  <a:lnTo>
                    <a:pt x="89420" y="229679"/>
                  </a:lnTo>
                  <a:lnTo>
                    <a:pt x="97942" y="184581"/>
                  </a:lnTo>
                  <a:lnTo>
                    <a:pt x="99060" y="160020"/>
                  </a:lnTo>
                  <a:close/>
                </a:path>
                <a:path w="330835" h="321945">
                  <a:moveTo>
                    <a:pt x="196596" y="207264"/>
                  </a:moveTo>
                  <a:lnTo>
                    <a:pt x="155460" y="207264"/>
                  </a:lnTo>
                  <a:lnTo>
                    <a:pt x="126504" y="313956"/>
                  </a:lnTo>
                  <a:lnTo>
                    <a:pt x="150876" y="313956"/>
                  </a:lnTo>
                  <a:lnTo>
                    <a:pt x="196596" y="207264"/>
                  </a:lnTo>
                  <a:close/>
                </a:path>
                <a:path w="330835" h="321945">
                  <a:moveTo>
                    <a:pt x="330720" y="0"/>
                  </a:moveTo>
                  <a:lnTo>
                    <a:pt x="294144" y="0"/>
                  </a:lnTo>
                  <a:lnTo>
                    <a:pt x="280136" y="17195"/>
                  </a:lnTo>
                  <a:lnTo>
                    <a:pt x="257276" y="52730"/>
                  </a:lnTo>
                  <a:lnTo>
                    <a:pt x="241541" y="91655"/>
                  </a:lnTo>
                  <a:lnTo>
                    <a:pt x="234061" y="135712"/>
                  </a:lnTo>
                  <a:lnTo>
                    <a:pt x="233184" y="160020"/>
                  </a:lnTo>
                  <a:lnTo>
                    <a:pt x="234061" y="185216"/>
                  </a:lnTo>
                  <a:lnTo>
                    <a:pt x="241541" y="229895"/>
                  </a:lnTo>
                  <a:lnTo>
                    <a:pt x="257924" y="268211"/>
                  </a:lnTo>
                  <a:lnTo>
                    <a:pt x="280352" y="304165"/>
                  </a:lnTo>
                  <a:lnTo>
                    <a:pt x="294144" y="321564"/>
                  </a:lnTo>
                  <a:lnTo>
                    <a:pt x="330720" y="321564"/>
                  </a:lnTo>
                  <a:lnTo>
                    <a:pt x="330720" y="320040"/>
                  </a:lnTo>
                  <a:lnTo>
                    <a:pt x="324764" y="314045"/>
                  </a:lnTo>
                  <a:lnTo>
                    <a:pt x="318528" y="307467"/>
                  </a:lnTo>
                  <a:lnTo>
                    <a:pt x="293763" y="275463"/>
                  </a:lnTo>
                  <a:lnTo>
                    <a:pt x="274713" y="234505"/>
                  </a:lnTo>
                  <a:lnTo>
                    <a:pt x="263474" y="187642"/>
                  </a:lnTo>
                  <a:lnTo>
                    <a:pt x="262140" y="160020"/>
                  </a:lnTo>
                  <a:lnTo>
                    <a:pt x="262445" y="147243"/>
                  </a:lnTo>
                  <a:lnTo>
                    <a:pt x="271043" y="97688"/>
                  </a:lnTo>
                  <a:lnTo>
                    <a:pt x="289191" y="55537"/>
                  </a:lnTo>
                  <a:lnTo>
                    <a:pt x="312280" y="21247"/>
                  </a:lnTo>
                  <a:lnTo>
                    <a:pt x="330720" y="1524"/>
                  </a:lnTo>
                  <a:lnTo>
                    <a:pt x="330720" y="0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74" name="object 74"/>
            <p:cNvPicPr/>
            <p:nvPr/>
          </p:nvPicPr>
          <p:blipFill>
            <a:blip r:embed="rId19" cstate="print"/>
            <a:stretch>
              <a:fillRect/>
            </a:stretch>
          </p:blipFill>
          <p:spPr>
            <a:xfrm>
              <a:off x="3235451" y="6310884"/>
              <a:ext cx="239267" cy="188975"/>
            </a:xfrm>
            <a:prstGeom prst="rect">
              <a:avLst/>
            </a:prstGeom>
          </p:spPr>
        </p:pic>
      </p:grpSp>
      <p:sp>
        <p:nvSpPr>
          <p:cNvPr id="75" name="object 75"/>
          <p:cNvSpPr/>
          <p:nvPr/>
        </p:nvSpPr>
        <p:spPr>
          <a:xfrm>
            <a:off x="3526535" y="6272783"/>
            <a:ext cx="50800" cy="83820"/>
          </a:xfrm>
          <a:custGeom>
            <a:avLst/>
            <a:gdLst/>
            <a:ahLst/>
            <a:cxnLst/>
            <a:rect l="l" t="t" r="r" b="b"/>
            <a:pathLst>
              <a:path w="50800" h="83820">
                <a:moveTo>
                  <a:pt x="7620" y="83820"/>
                </a:moveTo>
                <a:lnTo>
                  <a:pt x="7620" y="76200"/>
                </a:lnTo>
                <a:lnTo>
                  <a:pt x="15049" y="71628"/>
                </a:lnTo>
                <a:lnTo>
                  <a:pt x="21336" y="67056"/>
                </a:lnTo>
                <a:lnTo>
                  <a:pt x="26479" y="62484"/>
                </a:lnTo>
                <a:lnTo>
                  <a:pt x="30480" y="57912"/>
                </a:lnTo>
                <a:lnTo>
                  <a:pt x="33528" y="48768"/>
                </a:lnTo>
                <a:lnTo>
                  <a:pt x="33528" y="38100"/>
                </a:lnTo>
                <a:lnTo>
                  <a:pt x="32004" y="35052"/>
                </a:lnTo>
                <a:lnTo>
                  <a:pt x="30480" y="33528"/>
                </a:lnTo>
                <a:lnTo>
                  <a:pt x="25908" y="33528"/>
                </a:lnTo>
                <a:lnTo>
                  <a:pt x="22860" y="35052"/>
                </a:lnTo>
                <a:lnTo>
                  <a:pt x="21336" y="35052"/>
                </a:lnTo>
                <a:lnTo>
                  <a:pt x="0" y="24384"/>
                </a:lnTo>
                <a:lnTo>
                  <a:pt x="0" y="13716"/>
                </a:lnTo>
                <a:lnTo>
                  <a:pt x="1524" y="9144"/>
                </a:lnTo>
                <a:lnTo>
                  <a:pt x="9144" y="1524"/>
                </a:lnTo>
                <a:lnTo>
                  <a:pt x="15240" y="0"/>
                </a:lnTo>
                <a:lnTo>
                  <a:pt x="28956" y="0"/>
                </a:lnTo>
                <a:lnTo>
                  <a:pt x="35052" y="3048"/>
                </a:lnTo>
                <a:lnTo>
                  <a:pt x="47244" y="15240"/>
                </a:lnTo>
                <a:lnTo>
                  <a:pt x="50292" y="22860"/>
                </a:lnTo>
                <a:lnTo>
                  <a:pt x="50292" y="32004"/>
                </a:lnTo>
                <a:lnTo>
                  <a:pt x="35052" y="67056"/>
                </a:lnTo>
                <a:lnTo>
                  <a:pt x="16192" y="80343"/>
                </a:lnTo>
                <a:lnTo>
                  <a:pt x="7620" y="8382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76" name="object 76"/>
          <p:cNvGrpSpPr/>
          <p:nvPr/>
        </p:nvGrpSpPr>
        <p:grpSpPr>
          <a:xfrm>
            <a:off x="3616452" y="6245351"/>
            <a:ext cx="664845" cy="321945"/>
            <a:chOff x="3616452" y="6245351"/>
            <a:chExt cx="664845" cy="321945"/>
          </a:xfrm>
        </p:grpSpPr>
        <p:sp>
          <p:nvSpPr>
            <p:cNvPr id="77" name="object 77"/>
            <p:cNvSpPr/>
            <p:nvPr/>
          </p:nvSpPr>
          <p:spPr>
            <a:xfrm>
              <a:off x="3616452" y="6452615"/>
              <a:ext cx="70485" cy="106680"/>
            </a:xfrm>
            <a:custGeom>
              <a:avLst/>
              <a:gdLst/>
              <a:ahLst/>
              <a:cxnLst/>
              <a:rect l="l" t="t" r="r" b="b"/>
              <a:pathLst>
                <a:path w="70485" h="106679">
                  <a:moveTo>
                    <a:pt x="24383" y="106680"/>
                  </a:moveTo>
                  <a:lnTo>
                    <a:pt x="0" y="106680"/>
                  </a:lnTo>
                  <a:lnTo>
                    <a:pt x="28956" y="0"/>
                  </a:lnTo>
                  <a:lnTo>
                    <a:pt x="70104" y="0"/>
                  </a:lnTo>
                  <a:lnTo>
                    <a:pt x="24383" y="106680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78" name="object 78"/>
            <p:cNvPicPr/>
            <p:nvPr/>
          </p:nvPicPr>
          <p:blipFill>
            <a:blip r:embed="rId18" cstate="print"/>
            <a:stretch>
              <a:fillRect/>
            </a:stretch>
          </p:blipFill>
          <p:spPr>
            <a:xfrm>
              <a:off x="3710940" y="6316980"/>
              <a:ext cx="237743" cy="182880"/>
            </a:xfrm>
            <a:prstGeom prst="rect">
              <a:avLst/>
            </a:prstGeom>
          </p:spPr>
        </p:pic>
        <p:sp>
          <p:nvSpPr>
            <p:cNvPr id="79" name="object 79"/>
            <p:cNvSpPr/>
            <p:nvPr/>
          </p:nvSpPr>
          <p:spPr>
            <a:xfrm>
              <a:off x="3985260" y="6245351"/>
              <a:ext cx="189230" cy="321945"/>
            </a:xfrm>
            <a:custGeom>
              <a:avLst/>
              <a:gdLst/>
              <a:ahLst/>
              <a:cxnLst/>
              <a:rect l="l" t="t" r="r" b="b"/>
              <a:pathLst>
                <a:path w="189229" h="321945">
                  <a:moveTo>
                    <a:pt x="48768" y="50292"/>
                  </a:moveTo>
                  <a:lnTo>
                    <a:pt x="47244" y="42672"/>
                  </a:lnTo>
                  <a:lnTo>
                    <a:pt x="35052" y="30480"/>
                  </a:lnTo>
                  <a:lnTo>
                    <a:pt x="28956" y="27432"/>
                  </a:lnTo>
                  <a:lnTo>
                    <a:pt x="15240" y="27432"/>
                  </a:lnTo>
                  <a:lnTo>
                    <a:pt x="9144" y="28956"/>
                  </a:lnTo>
                  <a:lnTo>
                    <a:pt x="1524" y="36576"/>
                  </a:lnTo>
                  <a:lnTo>
                    <a:pt x="0" y="41148"/>
                  </a:lnTo>
                  <a:lnTo>
                    <a:pt x="0" y="51816"/>
                  </a:lnTo>
                  <a:lnTo>
                    <a:pt x="1524" y="54864"/>
                  </a:lnTo>
                  <a:lnTo>
                    <a:pt x="7620" y="60960"/>
                  </a:lnTo>
                  <a:lnTo>
                    <a:pt x="12192" y="64008"/>
                  </a:lnTo>
                  <a:lnTo>
                    <a:pt x="18288" y="64008"/>
                  </a:lnTo>
                  <a:lnTo>
                    <a:pt x="21336" y="62484"/>
                  </a:lnTo>
                  <a:lnTo>
                    <a:pt x="22860" y="62484"/>
                  </a:lnTo>
                  <a:lnTo>
                    <a:pt x="25908" y="60960"/>
                  </a:lnTo>
                  <a:lnTo>
                    <a:pt x="30480" y="60960"/>
                  </a:lnTo>
                  <a:lnTo>
                    <a:pt x="32004" y="62484"/>
                  </a:lnTo>
                  <a:lnTo>
                    <a:pt x="33528" y="65532"/>
                  </a:lnTo>
                  <a:lnTo>
                    <a:pt x="33528" y="76200"/>
                  </a:lnTo>
                  <a:lnTo>
                    <a:pt x="7620" y="103632"/>
                  </a:lnTo>
                  <a:lnTo>
                    <a:pt x="7620" y="111252"/>
                  </a:lnTo>
                  <a:lnTo>
                    <a:pt x="41046" y="86233"/>
                  </a:lnTo>
                  <a:lnTo>
                    <a:pt x="48768" y="59436"/>
                  </a:lnTo>
                  <a:lnTo>
                    <a:pt x="48768" y="50292"/>
                  </a:lnTo>
                  <a:close/>
                </a:path>
                <a:path w="189229" h="321945">
                  <a:moveTo>
                    <a:pt x="188963" y="160020"/>
                  </a:moveTo>
                  <a:lnTo>
                    <a:pt x="184581" y="112966"/>
                  </a:lnTo>
                  <a:lnTo>
                    <a:pt x="172199" y="71628"/>
                  </a:lnTo>
                  <a:lnTo>
                    <a:pt x="152958" y="34671"/>
                  </a:lnTo>
                  <a:lnTo>
                    <a:pt x="128003" y="0"/>
                  </a:lnTo>
                  <a:lnTo>
                    <a:pt x="89903" y="0"/>
                  </a:lnTo>
                  <a:lnTo>
                    <a:pt x="89903" y="1524"/>
                  </a:lnTo>
                  <a:lnTo>
                    <a:pt x="96532" y="7531"/>
                  </a:lnTo>
                  <a:lnTo>
                    <a:pt x="102857" y="14097"/>
                  </a:lnTo>
                  <a:lnTo>
                    <a:pt x="127241" y="46101"/>
                  </a:lnTo>
                  <a:lnTo>
                    <a:pt x="147434" y="86487"/>
                  </a:lnTo>
                  <a:lnTo>
                    <a:pt x="158673" y="133731"/>
                  </a:lnTo>
                  <a:lnTo>
                    <a:pt x="160007" y="160020"/>
                  </a:lnTo>
                  <a:lnTo>
                    <a:pt x="159702" y="173482"/>
                  </a:lnTo>
                  <a:lnTo>
                    <a:pt x="153911" y="211836"/>
                  </a:lnTo>
                  <a:lnTo>
                    <a:pt x="138671" y="256032"/>
                  </a:lnTo>
                  <a:lnTo>
                    <a:pt x="115811" y="292608"/>
                  </a:lnTo>
                  <a:lnTo>
                    <a:pt x="89903" y="320040"/>
                  </a:lnTo>
                  <a:lnTo>
                    <a:pt x="89903" y="321564"/>
                  </a:lnTo>
                  <a:lnTo>
                    <a:pt x="128003" y="321564"/>
                  </a:lnTo>
                  <a:lnTo>
                    <a:pt x="141770" y="304165"/>
                  </a:lnTo>
                  <a:lnTo>
                    <a:pt x="163588" y="268211"/>
                  </a:lnTo>
                  <a:lnTo>
                    <a:pt x="179324" y="229679"/>
                  </a:lnTo>
                  <a:lnTo>
                    <a:pt x="187845" y="184581"/>
                  </a:lnTo>
                  <a:lnTo>
                    <a:pt x="188963" y="160020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80" name="object 80"/>
            <p:cNvPicPr/>
            <p:nvPr/>
          </p:nvPicPr>
          <p:blipFill>
            <a:blip r:embed="rId20" cstate="print"/>
            <a:stretch>
              <a:fillRect/>
            </a:stretch>
          </p:blipFill>
          <p:spPr>
            <a:xfrm>
              <a:off x="4210812" y="6316979"/>
              <a:ext cx="70104" cy="242315"/>
            </a:xfrm>
            <a:prstGeom prst="rect">
              <a:avLst/>
            </a:prstGeom>
          </p:spPr>
        </p:pic>
      </p:grpSp>
      <p:grpSp>
        <p:nvGrpSpPr>
          <p:cNvPr id="81" name="object 81"/>
          <p:cNvGrpSpPr/>
          <p:nvPr/>
        </p:nvGrpSpPr>
        <p:grpSpPr>
          <a:xfrm>
            <a:off x="2119883" y="6847332"/>
            <a:ext cx="1464945" cy="321945"/>
            <a:chOff x="2119883" y="6847332"/>
            <a:chExt cx="1464945" cy="321945"/>
          </a:xfrm>
        </p:grpSpPr>
        <p:sp>
          <p:nvSpPr>
            <p:cNvPr id="82" name="object 82"/>
            <p:cNvSpPr/>
            <p:nvPr/>
          </p:nvSpPr>
          <p:spPr>
            <a:xfrm>
              <a:off x="2119883" y="6847332"/>
              <a:ext cx="99060" cy="321945"/>
            </a:xfrm>
            <a:custGeom>
              <a:avLst/>
              <a:gdLst/>
              <a:ahLst/>
              <a:cxnLst/>
              <a:rect l="l" t="t" r="r" b="b"/>
              <a:pathLst>
                <a:path w="99060" h="321945">
                  <a:moveTo>
                    <a:pt x="99060" y="321563"/>
                  </a:moveTo>
                  <a:lnTo>
                    <a:pt x="60960" y="321563"/>
                  </a:lnTo>
                  <a:lnTo>
                    <a:pt x="47839" y="304371"/>
                  </a:lnTo>
                  <a:lnTo>
                    <a:pt x="25598" y="268843"/>
                  </a:lnTo>
                  <a:lnTo>
                    <a:pt x="9644" y="230552"/>
                  </a:lnTo>
                  <a:lnTo>
                    <a:pt x="1119" y="186070"/>
                  </a:lnTo>
                  <a:lnTo>
                    <a:pt x="0" y="161543"/>
                  </a:lnTo>
                  <a:lnTo>
                    <a:pt x="1119" y="136993"/>
                  </a:lnTo>
                  <a:lnTo>
                    <a:pt x="9644" y="91892"/>
                  </a:lnTo>
                  <a:lnTo>
                    <a:pt x="25598" y="53363"/>
                  </a:lnTo>
                  <a:lnTo>
                    <a:pt x="47839" y="17406"/>
                  </a:lnTo>
                  <a:lnTo>
                    <a:pt x="60960" y="0"/>
                  </a:lnTo>
                  <a:lnTo>
                    <a:pt x="99060" y="0"/>
                  </a:lnTo>
                  <a:lnTo>
                    <a:pt x="99060" y="1523"/>
                  </a:lnTo>
                  <a:lnTo>
                    <a:pt x="92440" y="7524"/>
                  </a:lnTo>
                  <a:lnTo>
                    <a:pt x="86106" y="14096"/>
                  </a:lnTo>
                  <a:lnTo>
                    <a:pt x="61912" y="46100"/>
                  </a:lnTo>
                  <a:lnTo>
                    <a:pt x="42291" y="87058"/>
                  </a:lnTo>
                  <a:lnTo>
                    <a:pt x="30861" y="135064"/>
                  </a:lnTo>
                  <a:lnTo>
                    <a:pt x="28956" y="161543"/>
                  </a:lnTo>
                  <a:lnTo>
                    <a:pt x="29479" y="174974"/>
                  </a:lnTo>
                  <a:lnTo>
                    <a:pt x="38528" y="223242"/>
                  </a:lnTo>
                  <a:lnTo>
                    <a:pt x="56649" y="266033"/>
                  </a:lnTo>
                  <a:lnTo>
                    <a:pt x="86106" y="307466"/>
                  </a:lnTo>
                  <a:lnTo>
                    <a:pt x="99060" y="320039"/>
                  </a:lnTo>
                  <a:lnTo>
                    <a:pt x="99060" y="321563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83" name="object 83"/>
            <p:cNvPicPr/>
            <p:nvPr/>
          </p:nvPicPr>
          <p:blipFill>
            <a:blip r:embed="rId21" cstate="print"/>
            <a:stretch>
              <a:fillRect/>
            </a:stretch>
          </p:blipFill>
          <p:spPr>
            <a:xfrm>
              <a:off x="2252471" y="6914388"/>
              <a:ext cx="237744" cy="187451"/>
            </a:xfrm>
            <a:prstGeom prst="rect">
              <a:avLst/>
            </a:prstGeom>
          </p:spPr>
        </p:pic>
        <p:sp>
          <p:nvSpPr>
            <p:cNvPr id="84" name="object 84"/>
            <p:cNvSpPr/>
            <p:nvPr/>
          </p:nvSpPr>
          <p:spPr>
            <a:xfrm>
              <a:off x="2523743" y="7054596"/>
              <a:ext cx="68580" cy="108585"/>
            </a:xfrm>
            <a:custGeom>
              <a:avLst/>
              <a:gdLst/>
              <a:ahLst/>
              <a:cxnLst/>
              <a:rect l="l" t="t" r="r" b="b"/>
              <a:pathLst>
                <a:path w="68580" h="108584">
                  <a:moveTo>
                    <a:pt x="22859" y="108203"/>
                  </a:moveTo>
                  <a:lnTo>
                    <a:pt x="0" y="108203"/>
                  </a:lnTo>
                  <a:lnTo>
                    <a:pt x="28956" y="0"/>
                  </a:lnTo>
                  <a:lnTo>
                    <a:pt x="68580" y="0"/>
                  </a:lnTo>
                  <a:lnTo>
                    <a:pt x="22859" y="108203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85" name="object 85"/>
            <p:cNvPicPr/>
            <p:nvPr/>
          </p:nvPicPr>
          <p:blipFill>
            <a:blip r:embed="rId22" cstate="print"/>
            <a:stretch>
              <a:fillRect/>
            </a:stretch>
          </p:blipFill>
          <p:spPr>
            <a:xfrm>
              <a:off x="2616707" y="6918960"/>
              <a:ext cx="237743" cy="182880"/>
            </a:xfrm>
            <a:prstGeom prst="rect">
              <a:avLst/>
            </a:prstGeom>
          </p:spPr>
        </p:pic>
        <p:sp>
          <p:nvSpPr>
            <p:cNvPr id="86" name="object 86"/>
            <p:cNvSpPr/>
            <p:nvPr/>
          </p:nvSpPr>
          <p:spPr>
            <a:xfrm>
              <a:off x="2891028" y="6847345"/>
              <a:ext cx="422275" cy="321945"/>
            </a:xfrm>
            <a:custGeom>
              <a:avLst/>
              <a:gdLst/>
              <a:ahLst/>
              <a:cxnLst/>
              <a:rect l="l" t="t" r="r" b="b"/>
              <a:pathLst>
                <a:path w="422275" h="321945">
                  <a:moveTo>
                    <a:pt x="48768" y="50279"/>
                  </a:moveTo>
                  <a:lnTo>
                    <a:pt x="45720" y="42659"/>
                  </a:lnTo>
                  <a:lnTo>
                    <a:pt x="41148" y="36563"/>
                  </a:lnTo>
                  <a:lnTo>
                    <a:pt x="35052" y="30467"/>
                  </a:lnTo>
                  <a:lnTo>
                    <a:pt x="27432" y="27419"/>
                  </a:lnTo>
                  <a:lnTo>
                    <a:pt x="13716" y="27419"/>
                  </a:lnTo>
                  <a:lnTo>
                    <a:pt x="4572" y="33515"/>
                  </a:lnTo>
                  <a:lnTo>
                    <a:pt x="1524" y="36563"/>
                  </a:lnTo>
                  <a:lnTo>
                    <a:pt x="0" y="41135"/>
                  </a:lnTo>
                  <a:lnTo>
                    <a:pt x="0" y="51803"/>
                  </a:lnTo>
                  <a:lnTo>
                    <a:pt x="1524" y="56375"/>
                  </a:lnTo>
                  <a:lnTo>
                    <a:pt x="7620" y="62471"/>
                  </a:lnTo>
                  <a:lnTo>
                    <a:pt x="12192" y="63995"/>
                  </a:lnTo>
                  <a:lnTo>
                    <a:pt x="19812" y="63995"/>
                  </a:lnTo>
                  <a:lnTo>
                    <a:pt x="22860" y="62471"/>
                  </a:lnTo>
                  <a:lnTo>
                    <a:pt x="24384" y="60947"/>
                  </a:lnTo>
                  <a:lnTo>
                    <a:pt x="28956" y="60947"/>
                  </a:lnTo>
                  <a:lnTo>
                    <a:pt x="33528" y="65519"/>
                  </a:lnTo>
                  <a:lnTo>
                    <a:pt x="33528" y="77711"/>
                  </a:lnTo>
                  <a:lnTo>
                    <a:pt x="32004" y="82283"/>
                  </a:lnTo>
                  <a:lnTo>
                    <a:pt x="28956" y="85331"/>
                  </a:lnTo>
                  <a:lnTo>
                    <a:pt x="25806" y="89928"/>
                  </a:lnTo>
                  <a:lnTo>
                    <a:pt x="20955" y="94665"/>
                  </a:lnTo>
                  <a:lnTo>
                    <a:pt x="14376" y="99695"/>
                  </a:lnTo>
                  <a:lnTo>
                    <a:pt x="6096" y="105143"/>
                  </a:lnTo>
                  <a:lnTo>
                    <a:pt x="6096" y="112763"/>
                  </a:lnTo>
                  <a:lnTo>
                    <a:pt x="41046" y="86436"/>
                  </a:lnTo>
                  <a:lnTo>
                    <a:pt x="48768" y="59423"/>
                  </a:lnTo>
                  <a:lnTo>
                    <a:pt x="48768" y="50279"/>
                  </a:lnTo>
                  <a:close/>
                </a:path>
                <a:path w="422275" h="321945">
                  <a:moveTo>
                    <a:pt x="188963" y="161544"/>
                  </a:moveTo>
                  <a:lnTo>
                    <a:pt x="184581" y="113157"/>
                  </a:lnTo>
                  <a:lnTo>
                    <a:pt x="172199" y="71628"/>
                  </a:lnTo>
                  <a:lnTo>
                    <a:pt x="152958" y="35242"/>
                  </a:lnTo>
                  <a:lnTo>
                    <a:pt x="128003" y="0"/>
                  </a:lnTo>
                  <a:lnTo>
                    <a:pt x="89903" y="0"/>
                  </a:lnTo>
                  <a:lnTo>
                    <a:pt x="89903" y="1524"/>
                  </a:lnTo>
                  <a:lnTo>
                    <a:pt x="96532" y="7518"/>
                  </a:lnTo>
                  <a:lnTo>
                    <a:pt x="102857" y="14097"/>
                  </a:lnTo>
                  <a:lnTo>
                    <a:pt x="127241" y="46101"/>
                  </a:lnTo>
                  <a:lnTo>
                    <a:pt x="147434" y="87058"/>
                  </a:lnTo>
                  <a:lnTo>
                    <a:pt x="158673" y="135064"/>
                  </a:lnTo>
                  <a:lnTo>
                    <a:pt x="160007" y="161544"/>
                  </a:lnTo>
                  <a:lnTo>
                    <a:pt x="159702" y="174967"/>
                  </a:lnTo>
                  <a:lnTo>
                    <a:pt x="151104" y="223240"/>
                  </a:lnTo>
                  <a:lnTo>
                    <a:pt x="127812" y="275463"/>
                  </a:lnTo>
                  <a:lnTo>
                    <a:pt x="102857" y="307467"/>
                  </a:lnTo>
                  <a:lnTo>
                    <a:pt x="89903" y="320040"/>
                  </a:lnTo>
                  <a:lnTo>
                    <a:pt x="89903" y="321564"/>
                  </a:lnTo>
                  <a:lnTo>
                    <a:pt x="128003" y="321564"/>
                  </a:lnTo>
                  <a:lnTo>
                    <a:pt x="141770" y="304368"/>
                  </a:lnTo>
                  <a:lnTo>
                    <a:pt x="163588" y="268833"/>
                  </a:lnTo>
                  <a:lnTo>
                    <a:pt x="179324" y="229908"/>
                  </a:lnTo>
                  <a:lnTo>
                    <a:pt x="187845" y="185851"/>
                  </a:lnTo>
                  <a:lnTo>
                    <a:pt x="188963" y="161544"/>
                  </a:lnTo>
                  <a:close/>
                </a:path>
                <a:path w="422275" h="321945">
                  <a:moveTo>
                    <a:pt x="288036" y="207264"/>
                  </a:moveTo>
                  <a:lnTo>
                    <a:pt x="246888" y="207264"/>
                  </a:lnTo>
                  <a:lnTo>
                    <a:pt x="217919" y="315455"/>
                  </a:lnTo>
                  <a:lnTo>
                    <a:pt x="240779" y="315455"/>
                  </a:lnTo>
                  <a:lnTo>
                    <a:pt x="288036" y="207264"/>
                  </a:lnTo>
                  <a:close/>
                </a:path>
                <a:path w="422275" h="321945">
                  <a:moveTo>
                    <a:pt x="422135" y="0"/>
                  </a:moveTo>
                  <a:lnTo>
                    <a:pt x="384035" y="0"/>
                  </a:lnTo>
                  <a:lnTo>
                    <a:pt x="370916" y="17399"/>
                  </a:lnTo>
                  <a:lnTo>
                    <a:pt x="348678" y="53352"/>
                  </a:lnTo>
                  <a:lnTo>
                    <a:pt x="332727" y="91884"/>
                  </a:lnTo>
                  <a:lnTo>
                    <a:pt x="324205" y="136982"/>
                  </a:lnTo>
                  <a:lnTo>
                    <a:pt x="323075" y="161544"/>
                  </a:lnTo>
                  <a:lnTo>
                    <a:pt x="324205" y="186067"/>
                  </a:lnTo>
                  <a:lnTo>
                    <a:pt x="332727" y="230543"/>
                  </a:lnTo>
                  <a:lnTo>
                    <a:pt x="348678" y="268833"/>
                  </a:lnTo>
                  <a:lnTo>
                    <a:pt x="370916" y="304368"/>
                  </a:lnTo>
                  <a:lnTo>
                    <a:pt x="384035" y="321564"/>
                  </a:lnTo>
                  <a:lnTo>
                    <a:pt x="422135" y="321564"/>
                  </a:lnTo>
                  <a:lnTo>
                    <a:pt x="422135" y="320040"/>
                  </a:lnTo>
                  <a:lnTo>
                    <a:pt x="415518" y="314032"/>
                  </a:lnTo>
                  <a:lnTo>
                    <a:pt x="409181" y="307467"/>
                  </a:lnTo>
                  <a:lnTo>
                    <a:pt x="384987" y="275463"/>
                  </a:lnTo>
                  <a:lnTo>
                    <a:pt x="365366" y="234505"/>
                  </a:lnTo>
                  <a:lnTo>
                    <a:pt x="353364" y="187833"/>
                  </a:lnTo>
                  <a:lnTo>
                    <a:pt x="352031" y="161544"/>
                  </a:lnTo>
                  <a:lnTo>
                    <a:pt x="352564" y="148082"/>
                  </a:lnTo>
                  <a:lnTo>
                    <a:pt x="358127" y="109728"/>
                  </a:lnTo>
                  <a:lnTo>
                    <a:pt x="379730" y="55524"/>
                  </a:lnTo>
                  <a:lnTo>
                    <a:pt x="409181" y="14097"/>
                  </a:lnTo>
                  <a:lnTo>
                    <a:pt x="422135" y="1524"/>
                  </a:lnTo>
                  <a:lnTo>
                    <a:pt x="422135" y="0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87" name="object 87"/>
            <p:cNvPicPr/>
            <p:nvPr/>
          </p:nvPicPr>
          <p:blipFill>
            <a:blip r:embed="rId23" cstate="print"/>
            <a:stretch>
              <a:fillRect/>
            </a:stretch>
          </p:blipFill>
          <p:spPr>
            <a:xfrm>
              <a:off x="3346703" y="6914388"/>
              <a:ext cx="237743" cy="187451"/>
            </a:xfrm>
            <a:prstGeom prst="rect">
              <a:avLst/>
            </a:prstGeom>
          </p:spPr>
        </p:pic>
      </p:grpSp>
      <p:sp>
        <p:nvSpPr>
          <p:cNvPr id="88" name="object 88"/>
          <p:cNvSpPr/>
          <p:nvPr/>
        </p:nvSpPr>
        <p:spPr>
          <a:xfrm>
            <a:off x="3636264" y="6874764"/>
            <a:ext cx="50800" cy="85725"/>
          </a:xfrm>
          <a:custGeom>
            <a:avLst/>
            <a:gdLst/>
            <a:ahLst/>
            <a:cxnLst/>
            <a:rect l="l" t="t" r="r" b="b"/>
            <a:pathLst>
              <a:path w="50800" h="85725">
                <a:moveTo>
                  <a:pt x="7620" y="85344"/>
                </a:moveTo>
                <a:lnTo>
                  <a:pt x="7620" y="77724"/>
                </a:lnTo>
                <a:lnTo>
                  <a:pt x="15049" y="72270"/>
                </a:lnTo>
                <a:lnTo>
                  <a:pt x="21336" y="67246"/>
                </a:lnTo>
                <a:lnTo>
                  <a:pt x="26479" y="62507"/>
                </a:lnTo>
                <a:lnTo>
                  <a:pt x="30480" y="57912"/>
                </a:lnTo>
                <a:lnTo>
                  <a:pt x="33528" y="54864"/>
                </a:lnTo>
                <a:lnTo>
                  <a:pt x="35052" y="50292"/>
                </a:lnTo>
                <a:lnTo>
                  <a:pt x="35052" y="41148"/>
                </a:lnTo>
                <a:lnTo>
                  <a:pt x="33528" y="38100"/>
                </a:lnTo>
                <a:lnTo>
                  <a:pt x="33528" y="36576"/>
                </a:lnTo>
                <a:lnTo>
                  <a:pt x="30480" y="33528"/>
                </a:lnTo>
                <a:lnTo>
                  <a:pt x="25908" y="33528"/>
                </a:lnTo>
                <a:lnTo>
                  <a:pt x="24384" y="35052"/>
                </a:lnTo>
                <a:lnTo>
                  <a:pt x="21336" y="36576"/>
                </a:lnTo>
                <a:lnTo>
                  <a:pt x="12192" y="36576"/>
                </a:lnTo>
                <a:lnTo>
                  <a:pt x="9144" y="35052"/>
                </a:lnTo>
                <a:lnTo>
                  <a:pt x="6096" y="32004"/>
                </a:lnTo>
                <a:lnTo>
                  <a:pt x="1524" y="28956"/>
                </a:lnTo>
                <a:lnTo>
                  <a:pt x="0" y="24384"/>
                </a:lnTo>
                <a:lnTo>
                  <a:pt x="0" y="13716"/>
                </a:lnTo>
                <a:lnTo>
                  <a:pt x="1524" y="9144"/>
                </a:lnTo>
                <a:lnTo>
                  <a:pt x="15240" y="0"/>
                </a:lnTo>
                <a:lnTo>
                  <a:pt x="28956" y="0"/>
                </a:lnTo>
                <a:lnTo>
                  <a:pt x="35052" y="3048"/>
                </a:lnTo>
                <a:lnTo>
                  <a:pt x="47244" y="15240"/>
                </a:lnTo>
                <a:lnTo>
                  <a:pt x="50292" y="22860"/>
                </a:lnTo>
                <a:lnTo>
                  <a:pt x="50292" y="32004"/>
                </a:lnTo>
                <a:lnTo>
                  <a:pt x="35052" y="67056"/>
                </a:lnTo>
                <a:lnTo>
                  <a:pt x="16192" y="81629"/>
                </a:lnTo>
                <a:lnTo>
                  <a:pt x="7620" y="85344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89" name="object 89"/>
          <p:cNvGrpSpPr/>
          <p:nvPr/>
        </p:nvGrpSpPr>
        <p:grpSpPr>
          <a:xfrm>
            <a:off x="3727703" y="6847332"/>
            <a:ext cx="447040" cy="321945"/>
            <a:chOff x="3727703" y="6847332"/>
            <a:chExt cx="447040" cy="321945"/>
          </a:xfrm>
        </p:grpSpPr>
        <p:sp>
          <p:nvSpPr>
            <p:cNvPr id="90" name="object 90"/>
            <p:cNvSpPr/>
            <p:nvPr/>
          </p:nvSpPr>
          <p:spPr>
            <a:xfrm>
              <a:off x="3727703" y="7054596"/>
              <a:ext cx="70485" cy="108585"/>
            </a:xfrm>
            <a:custGeom>
              <a:avLst/>
              <a:gdLst/>
              <a:ahLst/>
              <a:cxnLst/>
              <a:rect l="l" t="t" r="r" b="b"/>
              <a:pathLst>
                <a:path w="70485" h="108584">
                  <a:moveTo>
                    <a:pt x="24384" y="108203"/>
                  </a:moveTo>
                  <a:lnTo>
                    <a:pt x="0" y="108203"/>
                  </a:lnTo>
                  <a:lnTo>
                    <a:pt x="28956" y="0"/>
                  </a:lnTo>
                  <a:lnTo>
                    <a:pt x="70104" y="0"/>
                  </a:lnTo>
                  <a:lnTo>
                    <a:pt x="24384" y="108203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91" name="object 91"/>
            <p:cNvPicPr/>
            <p:nvPr/>
          </p:nvPicPr>
          <p:blipFill>
            <a:blip r:embed="rId24" cstate="print"/>
            <a:stretch>
              <a:fillRect/>
            </a:stretch>
          </p:blipFill>
          <p:spPr>
            <a:xfrm>
              <a:off x="3820667" y="6918960"/>
              <a:ext cx="239268" cy="182880"/>
            </a:xfrm>
            <a:prstGeom prst="rect">
              <a:avLst/>
            </a:prstGeom>
          </p:spPr>
        </p:pic>
        <p:sp>
          <p:nvSpPr>
            <p:cNvPr id="92" name="object 92"/>
            <p:cNvSpPr/>
            <p:nvPr/>
          </p:nvSpPr>
          <p:spPr>
            <a:xfrm>
              <a:off x="4076699" y="6847332"/>
              <a:ext cx="97790" cy="321945"/>
            </a:xfrm>
            <a:custGeom>
              <a:avLst/>
              <a:gdLst/>
              <a:ahLst/>
              <a:cxnLst/>
              <a:rect l="l" t="t" r="r" b="b"/>
              <a:pathLst>
                <a:path w="97789" h="321945">
                  <a:moveTo>
                    <a:pt x="36576" y="321563"/>
                  </a:moveTo>
                  <a:lnTo>
                    <a:pt x="0" y="321563"/>
                  </a:lnTo>
                  <a:lnTo>
                    <a:pt x="0" y="320039"/>
                  </a:lnTo>
                  <a:lnTo>
                    <a:pt x="5953" y="314039"/>
                  </a:lnTo>
                  <a:lnTo>
                    <a:pt x="12192" y="307466"/>
                  </a:lnTo>
                  <a:lnTo>
                    <a:pt x="36957" y="275462"/>
                  </a:lnTo>
                  <a:lnTo>
                    <a:pt x="56197" y="234505"/>
                  </a:lnTo>
                  <a:lnTo>
                    <a:pt x="68199" y="187832"/>
                  </a:lnTo>
                  <a:lnTo>
                    <a:pt x="70104" y="161543"/>
                  </a:lnTo>
                  <a:lnTo>
                    <a:pt x="69580" y="148089"/>
                  </a:lnTo>
                  <a:lnTo>
                    <a:pt x="64008" y="109727"/>
                  </a:lnTo>
                  <a:lnTo>
                    <a:pt x="47244" y="65531"/>
                  </a:lnTo>
                  <a:lnTo>
                    <a:pt x="18430" y="21240"/>
                  </a:lnTo>
                  <a:lnTo>
                    <a:pt x="0" y="1524"/>
                  </a:lnTo>
                  <a:lnTo>
                    <a:pt x="0" y="0"/>
                  </a:lnTo>
                  <a:lnTo>
                    <a:pt x="36576" y="0"/>
                  </a:lnTo>
                  <a:lnTo>
                    <a:pt x="50577" y="17406"/>
                  </a:lnTo>
                  <a:lnTo>
                    <a:pt x="73437" y="53363"/>
                  </a:lnTo>
                  <a:lnTo>
                    <a:pt x="89177" y="91678"/>
                  </a:lnTo>
                  <a:lnTo>
                    <a:pt x="96654" y="136350"/>
                  </a:lnTo>
                  <a:lnTo>
                    <a:pt x="97536" y="161543"/>
                  </a:lnTo>
                  <a:lnTo>
                    <a:pt x="96654" y="185856"/>
                  </a:lnTo>
                  <a:lnTo>
                    <a:pt x="89177" y="229909"/>
                  </a:lnTo>
                  <a:lnTo>
                    <a:pt x="73437" y="268843"/>
                  </a:lnTo>
                  <a:lnTo>
                    <a:pt x="50577" y="304371"/>
                  </a:lnTo>
                  <a:lnTo>
                    <a:pt x="36576" y="321563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</p:spTree>
  </p:cSld>
  <p:clrMapOvr>
    <a:masterClrMapping/>
  </p:clrMapOvr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9572244" y="7228331"/>
            <a:ext cx="186055" cy="147955"/>
            <a:chOff x="9572244" y="7228331"/>
            <a:chExt cx="186055" cy="147955"/>
          </a:xfrm>
        </p:grpSpPr>
        <p:pic>
          <p:nvPicPr>
            <p:cNvPr id="3" name="object 3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9572244" y="7231380"/>
              <a:ext cx="70103" cy="141732"/>
            </a:xfrm>
            <a:prstGeom prst="rect">
              <a:avLst/>
            </a:prstGeom>
          </p:spPr>
        </p:pic>
        <p:pic>
          <p:nvPicPr>
            <p:cNvPr id="4" name="object 4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9665208" y="7228331"/>
              <a:ext cx="92964" cy="147828"/>
            </a:xfrm>
            <a:prstGeom prst="rect">
              <a:avLst/>
            </a:prstGeom>
          </p:spPr>
        </p:pic>
      </p:grpSp>
      <p:sp>
        <p:nvSpPr>
          <p:cNvPr id="5" name="object 5"/>
          <p:cNvSpPr/>
          <p:nvPr/>
        </p:nvSpPr>
        <p:spPr>
          <a:xfrm>
            <a:off x="1717548" y="1278636"/>
            <a:ext cx="538480" cy="554990"/>
          </a:xfrm>
          <a:custGeom>
            <a:avLst/>
            <a:gdLst/>
            <a:ahLst/>
            <a:cxnLst/>
            <a:rect l="l" t="t" r="r" b="b"/>
            <a:pathLst>
              <a:path w="538480" h="554989">
                <a:moveTo>
                  <a:pt x="6095" y="300228"/>
                </a:moveTo>
                <a:lnTo>
                  <a:pt x="0" y="295656"/>
                </a:lnTo>
                <a:lnTo>
                  <a:pt x="24574" y="252817"/>
                </a:lnTo>
                <a:lnTo>
                  <a:pt x="45719" y="211264"/>
                </a:lnTo>
                <a:lnTo>
                  <a:pt x="63436" y="171140"/>
                </a:lnTo>
                <a:lnTo>
                  <a:pt x="77723" y="132588"/>
                </a:lnTo>
                <a:lnTo>
                  <a:pt x="100774" y="62865"/>
                </a:lnTo>
                <a:lnTo>
                  <a:pt x="115823" y="0"/>
                </a:lnTo>
                <a:lnTo>
                  <a:pt x="169164" y="27431"/>
                </a:lnTo>
                <a:lnTo>
                  <a:pt x="149352" y="39624"/>
                </a:lnTo>
                <a:lnTo>
                  <a:pt x="132516" y="81367"/>
                </a:lnTo>
                <a:lnTo>
                  <a:pt x="107989" y="141422"/>
                </a:lnTo>
                <a:lnTo>
                  <a:pt x="100583" y="160020"/>
                </a:lnTo>
                <a:lnTo>
                  <a:pt x="132588" y="173736"/>
                </a:lnTo>
                <a:lnTo>
                  <a:pt x="114300" y="190500"/>
                </a:lnTo>
                <a:lnTo>
                  <a:pt x="114300" y="195072"/>
                </a:lnTo>
                <a:lnTo>
                  <a:pt x="83819" y="195072"/>
                </a:lnTo>
                <a:lnTo>
                  <a:pt x="60959" y="229933"/>
                </a:lnTo>
                <a:lnTo>
                  <a:pt x="40385" y="259080"/>
                </a:lnTo>
                <a:lnTo>
                  <a:pt x="22097" y="282511"/>
                </a:lnTo>
                <a:lnTo>
                  <a:pt x="6095" y="300228"/>
                </a:lnTo>
                <a:close/>
              </a:path>
              <a:path w="538480" h="554989">
                <a:moveTo>
                  <a:pt x="172212" y="94488"/>
                </a:moveTo>
                <a:lnTo>
                  <a:pt x="149352" y="76200"/>
                </a:lnTo>
                <a:lnTo>
                  <a:pt x="320040" y="76200"/>
                </a:lnTo>
                <a:lnTo>
                  <a:pt x="345948" y="50292"/>
                </a:lnTo>
                <a:lnTo>
                  <a:pt x="387096" y="89916"/>
                </a:lnTo>
                <a:lnTo>
                  <a:pt x="198119" y="89916"/>
                </a:lnTo>
                <a:lnTo>
                  <a:pt x="172212" y="94488"/>
                </a:lnTo>
                <a:close/>
              </a:path>
              <a:path w="538480" h="554989">
                <a:moveTo>
                  <a:pt x="143255" y="348996"/>
                </a:moveTo>
                <a:lnTo>
                  <a:pt x="135635" y="341376"/>
                </a:lnTo>
                <a:lnTo>
                  <a:pt x="155090" y="312515"/>
                </a:lnTo>
                <a:lnTo>
                  <a:pt x="172402" y="280797"/>
                </a:lnTo>
                <a:lnTo>
                  <a:pt x="201167" y="208788"/>
                </a:lnTo>
                <a:lnTo>
                  <a:pt x="212574" y="172212"/>
                </a:lnTo>
                <a:lnTo>
                  <a:pt x="227957" y="112776"/>
                </a:lnTo>
                <a:lnTo>
                  <a:pt x="231647" y="89916"/>
                </a:lnTo>
                <a:lnTo>
                  <a:pt x="269747" y="89916"/>
                </a:lnTo>
                <a:lnTo>
                  <a:pt x="265199" y="106251"/>
                </a:lnTo>
                <a:lnTo>
                  <a:pt x="258508" y="128016"/>
                </a:lnTo>
                <a:lnTo>
                  <a:pt x="249816" y="155495"/>
                </a:lnTo>
                <a:lnTo>
                  <a:pt x="239267" y="188976"/>
                </a:lnTo>
                <a:lnTo>
                  <a:pt x="363931" y="188976"/>
                </a:lnTo>
                <a:lnTo>
                  <a:pt x="371856" y="195072"/>
                </a:lnTo>
                <a:lnTo>
                  <a:pt x="360426" y="202692"/>
                </a:lnTo>
                <a:lnTo>
                  <a:pt x="233171" y="202692"/>
                </a:lnTo>
                <a:lnTo>
                  <a:pt x="226313" y="219265"/>
                </a:lnTo>
                <a:lnTo>
                  <a:pt x="219455" y="234696"/>
                </a:lnTo>
                <a:lnTo>
                  <a:pt x="212597" y="248983"/>
                </a:lnTo>
                <a:lnTo>
                  <a:pt x="205739" y="262128"/>
                </a:lnTo>
                <a:lnTo>
                  <a:pt x="220000" y="272796"/>
                </a:lnTo>
                <a:lnTo>
                  <a:pt x="199643" y="272796"/>
                </a:lnTo>
                <a:lnTo>
                  <a:pt x="188261" y="291345"/>
                </a:lnTo>
                <a:lnTo>
                  <a:pt x="174878" y="310324"/>
                </a:lnTo>
                <a:lnTo>
                  <a:pt x="159781" y="329588"/>
                </a:lnTo>
                <a:lnTo>
                  <a:pt x="143255" y="348996"/>
                </a:lnTo>
                <a:close/>
              </a:path>
              <a:path w="538480" h="554989">
                <a:moveTo>
                  <a:pt x="363931" y="188976"/>
                </a:moveTo>
                <a:lnTo>
                  <a:pt x="312419" y="188976"/>
                </a:lnTo>
                <a:lnTo>
                  <a:pt x="332232" y="164592"/>
                </a:lnTo>
                <a:lnTo>
                  <a:pt x="363931" y="188976"/>
                </a:lnTo>
                <a:close/>
              </a:path>
              <a:path w="538480" h="554989">
                <a:moveTo>
                  <a:pt x="80771" y="554736"/>
                </a:moveTo>
                <a:lnTo>
                  <a:pt x="82877" y="486537"/>
                </a:lnTo>
                <a:lnTo>
                  <a:pt x="83558" y="461724"/>
                </a:lnTo>
                <a:lnTo>
                  <a:pt x="83759" y="446532"/>
                </a:lnTo>
                <a:lnTo>
                  <a:pt x="83819" y="195072"/>
                </a:lnTo>
                <a:lnTo>
                  <a:pt x="114300" y="195072"/>
                </a:lnTo>
                <a:lnTo>
                  <a:pt x="114359" y="472440"/>
                </a:lnTo>
                <a:lnTo>
                  <a:pt x="114510" y="490989"/>
                </a:lnTo>
                <a:lnTo>
                  <a:pt x="114942" y="513397"/>
                </a:lnTo>
                <a:lnTo>
                  <a:pt x="115823" y="537972"/>
                </a:lnTo>
                <a:lnTo>
                  <a:pt x="80771" y="554736"/>
                </a:lnTo>
                <a:close/>
              </a:path>
              <a:path w="538480" h="554989">
                <a:moveTo>
                  <a:pt x="131064" y="534924"/>
                </a:moveTo>
                <a:lnTo>
                  <a:pt x="126491" y="528828"/>
                </a:lnTo>
                <a:lnTo>
                  <a:pt x="153614" y="507968"/>
                </a:lnTo>
                <a:lnTo>
                  <a:pt x="177736" y="486537"/>
                </a:lnTo>
                <a:lnTo>
                  <a:pt x="216407" y="441960"/>
                </a:lnTo>
                <a:lnTo>
                  <a:pt x="247459" y="393954"/>
                </a:lnTo>
                <a:lnTo>
                  <a:pt x="272795" y="341376"/>
                </a:lnTo>
                <a:lnTo>
                  <a:pt x="294703" y="279463"/>
                </a:lnTo>
                <a:lnTo>
                  <a:pt x="315467" y="202692"/>
                </a:lnTo>
                <a:lnTo>
                  <a:pt x="360426" y="202692"/>
                </a:lnTo>
                <a:lnTo>
                  <a:pt x="348996" y="210312"/>
                </a:lnTo>
                <a:lnTo>
                  <a:pt x="335195" y="262128"/>
                </a:lnTo>
                <a:lnTo>
                  <a:pt x="321183" y="307276"/>
                </a:lnTo>
                <a:lnTo>
                  <a:pt x="306562" y="345971"/>
                </a:lnTo>
                <a:lnTo>
                  <a:pt x="275391" y="405360"/>
                </a:lnTo>
                <a:lnTo>
                  <a:pt x="239434" y="452747"/>
                </a:lnTo>
                <a:lnTo>
                  <a:pt x="198572" y="490989"/>
                </a:lnTo>
                <a:lnTo>
                  <a:pt x="154519" y="522374"/>
                </a:lnTo>
                <a:lnTo>
                  <a:pt x="131064" y="534924"/>
                </a:lnTo>
                <a:close/>
              </a:path>
              <a:path w="538480" h="554989">
                <a:moveTo>
                  <a:pt x="242315" y="356616"/>
                </a:moveTo>
                <a:lnTo>
                  <a:pt x="240791" y="356616"/>
                </a:lnTo>
                <a:lnTo>
                  <a:pt x="237386" y="354949"/>
                </a:lnTo>
                <a:lnTo>
                  <a:pt x="234124" y="350139"/>
                </a:lnTo>
                <a:lnTo>
                  <a:pt x="231147" y="342471"/>
                </a:lnTo>
                <a:lnTo>
                  <a:pt x="228599" y="332232"/>
                </a:lnTo>
                <a:lnTo>
                  <a:pt x="224289" y="316515"/>
                </a:lnTo>
                <a:lnTo>
                  <a:pt x="218122" y="301371"/>
                </a:lnTo>
                <a:lnTo>
                  <a:pt x="209954" y="286797"/>
                </a:lnTo>
                <a:lnTo>
                  <a:pt x="199643" y="272796"/>
                </a:lnTo>
                <a:lnTo>
                  <a:pt x="220000" y="272796"/>
                </a:lnTo>
                <a:lnTo>
                  <a:pt x="249935" y="300228"/>
                </a:lnTo>
                <a:lnTo>
                  <a:pt x="260603" y="316992"/>
                </a:lnTo>
                <a:lnTo>
                  <a:pt x="260603" y="330708"/>
                </a:lnTo>
                <a:lnTo>
                  <a:pt x="257555" y="338328"/>
                </a:lnTo>
                <a:lnTo>
                  <a:pt x="251459" y="344424"/>
                </a:lnTo>
                <a:lnTo>
                  <a:pt x="246887" y="352044"/>
                </a:lnTo>
                <a:lnTo>
                  <a:pt x="242315" y="356616"/>
                </a:lnTo>
                <a:close/>
              </a:path>
              <a:path w="538480" h="554989">
                <a:moveTo>
                  <a:pt x="517659" y="504110"/>
                </a:moveTo>
                <a:lnTo>
                  <a:pt x="462724" y="504110"/>
                </a:lnTo>
                <a:lnTo>
                  <a:pt x="472440" y="502920"/>
                </a:lnTo>
                <a:lnTo>
                  <a:pt x="479321" y="499705"/>
                </a:lnTo>
                <a:lnTo>
                  <a:pt x="484060" y="494347"/>
                </a:lnTo>
                <a:lnTo>
                  <a:pt x="486798" y="486417"/>
                </a:lnTo>
                <a:lnTo>
                  <a:pt x="487680" y="475488"/>
                </a:lnTo>
                <a:lnTo>
                  <a:pt x="487680" y="118872"/>
                </a:lnTo>
                <a:lnTo>
                  <a:pt x="487418" y="96535"/>
                </a:lnTo>
                <a:lnTo>
                  <a:pt x="486727" y="70485"/>
                </a:lnTo>
                <a:lnTo>
                  <a:pt x="484632" y="6095"/>
                </a:lnTo>
                <a:lnTo>
                  <a:pt x="537972" y="33528"/>
                </a:lnTo>
                <a:lnTo>
                  <a:pt x="518160" y="47243"/>
                </a:lnTo>
                <a:lnTo>
                  <a:pt x="518053" y="500776"/>
                </a:lnTo>
                <a:lnTo>
                  <a:pt x="517659" y="504110"/>
                </a:lnTo>
                <a:close/>
              </a:path>
              <a:path w="538480" h="554989">
                <a:moveTo>
                  <a:pt x="394716" y="420624"/>
                </a:moveTo>
                <a:lnTo>
                  <a:pt x="395597" y="384048"/>
                </a:lnTo>
                <a:lnTo>
                  <a:pt x="396049" y="354330"/>
                </a:lnTo>
                <a:lnTo>
                  <a:pt x="396139" y="341947"/>
                </a:lnTo>
                <a:lnTo>
                  <a:pt x="396216" y="161329"/>
                </a:lnTo>
                <a:lnTo>
                  <a:pt x="396049" y="142303"/>
                </a:lnTo>
                <a:lnTo>
                  <a:pt x="395597" y="124134"/>
                </a:lnTo>
                <a:lnTo>
                  <a:pt x="394716" y="106680"/>
                </a:lnTo>
                <a:lnTo>
                  <a:pt x="446532" y="131064"/>
                </a:lnTo>
                <a:lnTo>
                  <a:pt x="428244" y="149352"/>
                </a:lnTo>
                <a:lnTo>
                  <a:pt x="428351" y="331470"/>
                </a:lnTo>
                <a:lnTo>
                  <a:pt x="428434" y="341947"/>
                </a:lnTo>
                <a:lnTo>
                  <a:pt x="428886" y="369546"/>
                </a:lnTo>
                <a:lnTo>
                  <a:pt x="429768" y="403860"/>
                </a:lnTo>
                <a:lnTo>
                  <a:pt x="394716" y="420624"/>
                </a:lnTo>
                <a:close/>
              </a:path>
              <a:path w="538480" h="554989">
                <a:moveTo>
                  <a:pt x="470916" y="554736"/>
                </a:moveTo>
                <a:lnTo>
                  <a:pt x="465462" y="539877"/>
                </a:lnTo>
                <a:lnTo>
                  <a:pt x="451294" y="527304"/>
                </a:lnTo>
                <a:lnTo>
                  <a:pt x="428267" y="517017"/>
                </a:lnTo>
                <a:lnTo>
                  <a:pt x="396240" y="509016"/>
                </a:lnTo>
                <a:lnTo>
                  <a:pt x="399288" y="496824"/>
                </a:lnTo>
                <a:lnTo>
                  <a:pt x="426148" y="500776"/>
                </a:lnTo>
                <a:lnTo>
                  <a:pt x="447294" y="503301"/>
                </a:lnTo>
                <a:lnTo>
                  <a:pt x="462724" y="504110"/>
                </a:lnTo>
                <a:lnTo>
                  <a:pt x="517659" y="504110"/>
                </a:lnTo>
                <a:lnTo>
                  <a:pt x="516135" y="517017"/>
                </a:lnTo>
                <a:lnTo>
                  <a:pt x="507682" y="531876"/>
                </a:lnTo>
                <a:lnTo>
                  <a:pt x="492656" y="544449"/>
                </a:lnTo>
                <a:lnTo>
                  <a:pt x="470916" y="554736"/>
                </a:lnTo>
                <a:close/>
              </a:path>
            </a:pathLst>
          </a:custGeom>
          <a:solidFill>
            <a:srgbClr val="3333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" name="object 6"/>
          <p:cNvSpPr/>
          <p:nvPr/>
        </p:nvSpPr>
        <p:spPr>
          <a:xfrm>
            <a:off x="2331720" y="1289303"/>
            <a:ext cx="558165" cy="546100"/>
          </a:xfrm>
          <a:custGeom>
            <a:avLst/>
            <a:gdLst/>
            <a:ahLst/>
            <a:cxnLst/>
            <a:rect l="l" t="t" r="r" b="b"/>
            <a:pathLst>
              <a:path w="558164" h="546100">
                <a:moveTo>
                  <a:pt x="239268" y="545592"/>
                </a:moveTo>
                <a:lnTo>
                  <a:pt x="234386" y="529066"/>
                </a:lnTo>
                <a:lnTo>
                  <a:pt x="219646" y="513968"/>
                </a:lnTo>
                <a:lnTo>
                  <a:pt x="194905" y="500586"/>
                </a:lnTo>
                <a:lnTo>
                  <a:pt x="160020" y="489203"/>
                </a:lnTo>
                <a:lnTo>
                  <a:pt x="160020" y="477012"/>
                </a:lnTo>
                <a:lnTo>
                  <a:pt x="213741" y="482536"/>
                </a:lnTo>
                <a:lnTo>
                  <a:pt x="232886" y="484084"/>
                </a:lnTo>
                <a:lnTo>
                  <a:pt x="246888" y="484631"/>
                </a:lnTo>
                <a:lnTo>
                  <a:pt x="255746" y="482393"/>
                </a:lnTo>
                <a:lnTo>
                  <a:pt x="261747" y="475869"/>
                </a:lnTo>
                <a:lnTo>
                  <a:pt x="264890" y="465343"/>
                </a:lnTo>
                <a:lnTo>
                  <a:pt x="265176" y="451103"/>
                </a:lnTo>
                <a:lnTo>
                  <a:pt x="265176" y="249936"/>
                </a:lnTo>
                <a:lnTo>
                  <a:pt x="79248" y="249936"/>
                </a:lnTo>
                <a:lnTo>
                  <a:pt x="63769" y="250245"/>
                </a:lnTo>
                <a:lnTo>
                  <a:pt x="49149" y="251269"/>
                </a:lnTo>
                <a:lnTo>
                  <a:pt x="35099" y="253150"/>
                </a:lnTo>
                <a:lnTo>
                  <a:pt x="21335" y="256031"/>
                </a:lnTo>
                <a:lnTo>
                  <a:pt x="0" y="234695"/>
                </a:lnTo>
                <a:lnTo>
                  <a:pt x="265176" y="234695"/>
                </a:lnTo>
                <a:lnTo>
                  <a:pt x="264985" y="183070"/>
                </a:lnTo>
                <a:lnTo>
                  <a:pt x="264533" y="157757"/>
                </a:lnTo>
                <a:lnTo>
                  <a:pt x="263652" y="132587"/>
                </a:lnTo>
                <a:lnTo>
                  <a:pt x="297180" y="153923"/>
                </a:lnTo>
                <a:lnTo>
                  <a:pt x="428243" y="44195"/>
                </a:lnTo>
                <a:lnTo>
                  <a:pt x="155448" y="44195"/>
                </a:lnTo>
                <a:lnTo>
                  <a:pt x="140612" y="44505"/>
                </a:lnTo>
                <a:lnTo>
                  <a:pt x="125920" y="45529"/>
                </a:lnTo>
                <a:lnTo>
                  <a:pt x="111513" y="47410"/>
                </a:lnTo>
                <a:lnTo>
                  <a:pt x="97536" y="50291"/>
                </a:lnTo>
                <a:lnTo>
                  <a:pt x="76200" y="28955"/>
                </a:lnTo>
                <a:lnTo>
                  <a:pt x="428243" y="28955"/>
                </a:lnTo>
                <a:lnTo>
                  <a:pt x="458723" y="0"/>
                </a:lnTo>
                <a:lnTo>
                  <a:pt x="504443" y="53339"/>
                </a:lnTo>
                <a:lnTo>
                  <a:pt x="453008" y="66841"/>
                </a:lnTo>
                <a:lnTo>
                  <a:pt x="407265" y="92321"/>
                </a:lnTo>
                <a:lnTo>
                  <a:pt x="344924" y="134088"/>
                </a:lnTo>
                <a:lnTo>
                  <a:pt x="306324" y="161543"/>
                </a:lnTo>
                <a:lnTo>
                  <a:pt x="327659" y="175259"/>
                </a:lnTo>
                <a:lnTo>
                  <a:pt x="301752" y="188975"/>
                </a:lnTo>
                <a:lnTo>
                  <a:pt x="301752" y="234695"/>
                </a:lnTo>
                <a:lnTo>
                  <a:pt x="466343" y="234695"/>
                </a:lnTo>
                <a:lnTo>
                  <a:pt x="504443" y="196595"/>
                </a:lnTo>
                <a:lnTo>
                  <a:pt x="557784" y="249936"/>
                </a:lnTo>
                <a:lnTo>
                  <a:pt x="301752" y="249936"/>
                </a:lnTo>
                <a:lnTo>
                  <a:pt x="301752" y="478536"/>
                </a:lnTo>
                <a:lnTo>
                  <a:pt x="297775" y="499943"/>
                </a:lnTo>
                <a:lnTo>
                  <a:pt x="285940" y="518350"/>
                </a:lnTo>
                <a:lnTo>
                  <a:pt x="266390" y="533614"/>
                </a:lnTo>
                <a:lnTo>
                  <a:pt x="239268" y="545592"/>
                </a:lnTo>
                <a:close/>
              </a:path>
            </a:pathLst>
          </a:custGeom>
          <a:solidFill>
            <a:srgbClr val="3333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" name="object 7"/>
          <p:cNvSpPr/>
          <p:nvPr/>
        </p:nvSpPr>
        <p:spPr>
          <a:xfrm>
            <a:off x="1751075" y="2552700"/>
            <a:ext cx="155575" cy="155575"/>
          </a:xfrm>
          <a:custGeom>
            <a:avLst/>
            <a:gdLst/>
            <a:ahLst/>
            <a:cxnLst/>
            <a:rect l="l" t="t" r="r" b="b"/>
            <a:pathLst>
              <a:path w="155575" h="155575">
                <a:moveTo>
                  <a:pt x="155448" y="155448"/>
                </a:moveTo>
                <a:lnTo>
                  <a:pt x="0" y="155448"/>
                </a:lnTo>
                <a:lnTo>
                  <a:pt x="0" y="0"/>
                </a:lnTo>
                <a:lnTo>
                  <a:pt x="155448" y="0"/>
                </a:lnTo>
                <a:lnTo>
                  <a:pt x="155448" y="155448"/>
                </a:lnTo>
                <a:close/>
              </a:path>
            </a:pathLst>
          </a:custGeom>
          <a:solidFill>
            <a:srgbClr val="3333CC"/>
          </a:solidFill>
        </p:spPr>
        <p:txBody>
          <a:bodyPr wrap="square" lIns="0" tIns="0" rIns="0" bIns="0" rtlCol="0"/>
          <a:lstStyle/>
          <a:p>
            <a:endParaRPr/>
          </a:p>
        </p:txBody>
      </p:sp>
      <p:pic>
        <p:nvPicPr>
          <p:cNvPr id="8" name="object 8"/>
          <p:cNvPicPr/>
          <p:nvPr/>
        </p:nvPicPr>
        <p:blipFill>
          <a:blip r:embed="rId4" cstate="print"/>
          <a:stretch>
            <a:fillRect/>
          </a:stretch>
        </p:blipFill>
        <p:spPr>
          <a:xfrm>
            <a:off x="2135124" y="2478023"/>
            <a:ext cx="192024" cy="249936"/>
          </a:xfrm>
          <a:prstGeom prst="rect">
            <a:avLst/>
          </a:prstGeom>
        </p:spPr>
      </p:pic>
      <p:sp>
        <p:nvSpPr>
          <p:cNvPr id="9" name="object 9"/>
          <p:cNvSpPr/>
          <p:nvPr/>
        </p:nvSpPr>
        <p:spPr>
          <a:xfrm>
            <a:off x="2395727" y="2522220"/>
            <a:ext cx="241300" cy="35560"/>
          </a:xfrm>
          <a:custGeom>
            <a:avLst/>
            <a:gdLst/>
            <a:ahLst/>
            <a:cxnLst/>
            <a:rect l="l" t="t" r="r" b="b"/>
            <a:pathLst>
              <a:path w="241300" h="35560">
                <a:moveTo>
                  <a:pt x="240792" y="35052"/>
                </a:moveTo>
                <a:lnTo>
                  <a:pt x="0" y="35052"/>
                </a:lnTo>
                <a:lnTo>
                  <a:pt x="0" y="0"/>
                </a:lnTo>
                <a:lnTo>
                  <a:pt x="240792" y="0"/>
                </a:lnTo>
                <a:lnTo>
                  <a:pt x="240792" y="3505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2395727" y="2613660"/>
            <a:ext cx="241300" cy="35560"/>
          </a:xfrm>
          <a:custGeom>
            <a:avLst/>
            <a:gdLst/>
            <a:ahLst/>
            <a:cxnLst/>
            <a:rect l="l" t="t" r="r" b="b"/>
            <a:pathLst>
              <a:path w="241300" h="35560">
                <a:moveTo>
                  <a:pt x="240792" y="35052"/>
                </a:moveTo>
                <a:lnTo>
                  <a:pt x="0" y="35052"/>
                </a:lnTo>
                <a:lnTo>
                  <a:pt x="0" y="0"/>
                </a:lnTo>
                <a:lnTo>
                  <a:pt x="240792" y="0"/>
                </a:lnTo>
                <a:lnTo>
                  <a:pt x="240792" y="3505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2700515" y="2397251"/>
            <a:ext cx="330835" cy="410209"/>
          </a:xfrm>
          <a:custGeom>
            <a:avLst/>
            <a:gdLst/>
            <a:ahLst/>
            <a:cxnLst/>
            <a:rect l="l" t="t" r="r" b="b"/>
            <a:pathLst>
              <a:path w="330835" h="410210">
                <a:moveTo>
                  <a:pt x="196596" y="234696"/>
                </a:moveTo>
                <a:lnTo>
                  <a:pt x="186169" y="191312"/>
                </a:lnTo>
                <a:lnTo>
                  <a:pt x="160020" y="163068"/>
                </a:lnTo>
                <a:lnTo>
                  <a:pt x="129540" y="153924"/>
                </a:lnTo>
                <a:lnTo>
                  <a:pt x="129540" y="150876"/>
                </a:lnTo>
                <a:lnTo>
                  <a:pt x="172212" y="124968"/>
                </a:lnTo>
                <a:lnTo>
                  <a:pt x="188976" y="77724"/>
                </a:lnTo>
                <a:lnTo>
                  <a:pt x="188671" y="67970"/>
                </a:lnTo>
                <a:lnTo>
                  <a:pt x="173355" y="29337"/>
                </a:lnTo>
                <a:lnTo>
                  <a:pt x="139052" y="7150"/>
                </a:lnTo>
                <a:lnTo>
                  <a:pt x="92964" y="0"/>
                </a:lnTo>
                <a:lnTo>
                  <a:pt x="81534" y="317"/>
                </a:lnTo>
                <a:lnTo>
                  <a:pt x="35483" y="9525"/>
                </a:lnTo>
                <a:lnTo>
                  <a:pt x="7620" y="19812"/>
                </a:lnTo>
                <a:lnTo>
                  <a:pt x="7620" y="65532"/>
                </a:lnTo>
                <a:lnTo>
                  <a:pt x="10668" y="65532"/>
                </a:lnTo>
                <a:lnTo>
                  <a:pt x="24384" y="56388"/>
                </a:lnTo>
                <a:lnTo>
                  <a:pt x="30480" y="53340"/>
                </a:lnTo>
                <a:lnTo>
                  <a:pt x="35052" y="50292"/>
                </a:lnTo>
                <a:lnTo>
                  <a:pt x="50292" y="44196"/>
                </a:lnTo>
                <a:lnTo>
                  <a:pt x="57912" y="42672"/>
                </a:lnTo>
                <a:lnTo>
                  <a:pt x="65532" y="39624"/>
                </a:lnTo>
                <a:lnTo>
                  <a:pt x="80772" y="36576"/>
                </a:lnTo>
                <a:lnTo>
                  <a:pt x="89916" y="36576"/>
                </a:lnTo>
                <a:lnTo>
                  <a:pt x="97536" y="36576"/>
                </a:lnTo>
                <a:lnTo>
                  <a:pt x="103632" y="38100"/>
                </a:lnTo>
                <a:lnTo>
                  <a:pt x="111252" y="39624"/>
                </a:lnTo>
                <a:lnTo>
                  <a:pt x="117348" y="41148"/>
                </a:lnTo>
                <a:lnTo>
                  <a:pt x="129540" y="47244"/>
                </a:lnTo>
                <a:lnTo>
                  <a:pt x="134112" y="50292"/>
                </a:lnTo>
                <a:lnTo>
                  <a:pt x="137160" y="54864"/>
                </a:lnTo>
                <a:lnTo>
                  <a:pt x="141732" y="60960"/>
                </a:lnTo>
                <a:lnTo>
                  <a:pt x="144780" y="67056"/>
                </a:lnTo>
                <a:lnTo>
                  <a:pt x="146304" y="74676"/>
                </a:lnTo>
                <a:lnTo>
                  <a:pt x="146304" y="82296"/>
                </a:lnTo>
                <a:lnTo>
                  <a:pt x="128016" y="123444"/>
                </a:lnTo>
                <a:lnTo>
                  <a:pt x="79248" y="137160"/>
                </a:lnTo>
                <a:lnTo>
                  <a:pt x="65532" y="137160"/>
                </a:lnTo>
                <a:lnTo>
                  <a:pt x="65532" y="172212"/>
                </a:lnTo>
                <a:lnTo>
                  <a:pt x="83820" y="172212"/>
                </a:lnTo>
                <a:lnTo>
                  <a:pt x="90678" y="172478"/>
                </a:lnTo>
                <a:lnTo>
                  <a:pt x="138684" y="188976"/>
                </a:lnTo>
                <a:lnTo>
                  <a:pt x="146304" y="202692"/>
                </a:lnTo>
                <a:lnTo>
                  <a:pt x="149186" y="208724"/>
                </a:lnTo>
                <a:lnTo>
                  <a:pt x="151066" y="215455"/>
                </a:lnTo>
                <a:lnTo>
                  <a:pt x="152095" y="223062"/>
                </a:lnTo>
                <a:lnTo>
                  <a:pt x="152400" y="231648"/>
                </a:lnTo>
                <a:lnTo>
                  <a:pt x="152120" y="239610"/>
                </a:lnTo>
                <a:lnTo>
                  <a:pt x="134112" y="281940"/>
                </a:lnTo>
                <a:lnTo>
                  <a:pt x="98298" y="297751"/>
                </a:lnTo>
                <a:lnTo>
                  <a:pt x="85344" y="298704"/>
                </a:lnTo>
                <a:lnTo>
                  <a:pt x="73914" y="298132"/>
                </a:lnTo>
                <a:lnTo>
                  <a:pt x="28130" y="284988"/>
                </a:lnTo>
                <a:lnTo>
                  <a:pt x="3048" y="271272"/>
                </a:lnTo>
                <a:lnTo>
                  <a:pt x="0" y="271272"/>
                </a:lnTo>
                <a:lnTo>
                  <a:pt x="0" y="316992"/>
                </a:lnTo>
                <a:lnTo>
                  <a:pt x="8343" y="321284"/>
                </a:lnTo>
                <a:lnTo>
                  <a:pt x="17526" y="324993"/>
                </a:lnTo>
                <a:lnTo>
                  <a:pt x="27863" y="328142"/>
                </a:lnTo>
                <a:lnTo>
                  <a:pt x="39624" y="330708"/>
                </a:lnTo>
                <a:lnTo>
                  <a:pt x="51320" y="333590"/>
                </a:lnTo>
                <a:lnTo>
                  <a:pt x="63436" y="335470"/>
                </a:lnTo>
                <a:lnTo>
                  <a:pt x="75844" y="336499"/>
                </a:lnTo>
                <a:lnTo>
                  <a:pt x="88392" y="336804"/>
                </a:lnTo>
                <a:lnTo>
                  <a:pt x="100660" y="336257"/>
                </a:lnTo>
                <a:lnTo>
                  <a:pt x="142570" y="325183"/>
                </a:lnTo>
                <a:lnTo>
                  <a:pt x="173977" y="299186"/>
                </a:lnTo>
                <a:lnTo>
                  <a:pt x="192100" y="264922"/>
                </a:lnTo>
                <a:lnTo>
                  <a:pt x="196049" y="244970"/>
                </a:lnTo>
                <a:lnTo>
                  <a:pt x="196596" y="234696"/>
                </a:lnTo>
                <a:close/>
              </a:path>
              <a:path w="330835" h="410210">
                <a:moveTo>
                  <a:pt x="330708" y="268224"/>
                </a:moveTo>
                <a:lnTo>
                  <a:pt x="275856" y="268224"/>
                </a:lnTo>
                <a:lnTo>
                  <a:pt x="237756" y="409956"/>
                </a:lnTo>
                <a:lnTo>
                  <a:pt x="269748" y="409956"/>
                </a:lnTo>
                <a:lnTo>
                  <a:pt x="330708" y="26822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3081527" y="2365248"/>
            <a:ext cx="387350" cy="405765"/>
          </a:xfrm>
          <a:custGeom>
            <a:avLst/>
            <a:gdLst/>
            <a:ahLst/>
            <a:cxnLst/>
            <a:rect l="l" t="t" r="r" b="b"/>
            <a:pathLst>
              <a:path w="387350" h="405764">
                <a:moveTo>
                  <a:pt x="383394" y="92964"/>
                </a:moveTo>
                <a:lnTo>
                  <a:pt x="347472" y="92964"/>
                </a:lnTo>
                <a:lnTo>
                  <a:pt x="361188" y="74676"/>
                </a:lnTo>
                <a:lnTo>
                  <a:pt x="383394" y="92964"/>
                </a:lnTo>
                <a:close/>
              </a:path>
              <a:path w="387350" h="405764">
                <a:moveTo>
                  <a:pt x="227076" y="382524"/>
                </a:moveTo>
                <a:lnTo>
                  <a:pt x="227957" y="359163"/>
                </a:lnTo>
                <a:lnTo>
                  <a:pt x="228409" y="339661"/>
                </a:lnTo>
                <a:lnTo>
                  <a:pt x="228490" y="332232"/>
                </a:lnTo>
                <a:lnTo>
                  <a:pt x="228576" y="127254"/>
                </a:lnTo>
                <a:lnTo>
                  <a:pt x="228409" y="111252"/>
                </a:lnTo>
                <a:lnTo>
                  <a:pt x="227957" y="95249"/>
                </a:lnTo>
                <a:lnTo>
                  <a:pt x="227076" y="79247"/>
                </a:lnTo>
                <a:lnTo>
                  <a:pt x="251460" y="92964"/>
                </a:lnTo>
                <a:lnTo>
                  <a:pt x="383394" y="92964"/>
                </a:lnTo>
                <a:lnTo>
                  <a:pt x="387096" y="96012"/>
                </a:lnTo>
                <a:lnTo>
                  <a:pt x="378523" y="103632"/>
                </a:lnTo>
                <a:lnTo>
                  <a:pt x="251460" y="103632"/>
                </a:lnTo>
                <a:lnTo>
                  <a:pt x="251460" y="321564"/>
                </a:lnTo>
                <a:lnTo>
                  <a:pt x="373504" y="321564"/>
                </a:lnTo>
                <a:lnTo>
                  <a:pt x="373570" y="327088"/>
                </a:lnTo>
                <a:lnTo>
                  <a:pt x="373711" y="332232"/>
                </a:lnTo>
                <a:lnTo>
                  <a:pt x="251460" y="332232"/>
                </a:lnTo>
                <a:lnTo>
                  <a:pt x="251460" y="370332"/>
                </a:lnTo>
                <a:lnTo>
                  <a:pt x="227076" y="382524"/>
                </a:lnTo>
                <a:close/>
              </a:path>
              <a:path w="387350" h="405764">
                <a:moveTo>
                  <a:pt x="373504" y="321564"/>
                </a:moveTo>
                <a:lnTo>
                  <a:pt x="350520" y="321564"/>
                </a:lnTo>
                <a:lnTo>
                  <a:pt x="350520" y="103632"/>
                </a:lnTo>
                <a:lnTo>
                  <a:pt x="378523" y="103632"/>
                </a:lnTo>
                <a:lnTo>
                  <a:pt x="373380" y="108204"/>
                </a:lnTo>
                <a:lnTo>
                  <a:pt x="373504" y="321564"/>
                </a:lnTo>
                <a:close/>
              </a:path>
              <a:path w="387350" h="405764">
                <a:moveTo>
                  <a:pt x="350520" y="371856"/>
                </a:moveTo>
                <a:lnTo>
                  <a:pt x="350520" y="332232"/>
                </a:lnTo>
                <a:lnTo>
                  <a:pt x="373711" y="332232"/>
                </a:lnTo>
                <a:lnTo>
                  <a:pt x="374022" y="343542"/>
                </a:lnTo>
                <a:lnTo>
                  <a:pt x="374904" y="362712"/>
                </a:lnTo>
                <a:lnTo>
                  <a:pt x="350520" y="371856"/>
                </a:lnTo>
                <a:close/>
              </a:path>
              <a:path w="387350" h="405764">
                <a:moveTo>
                  <a:pt x="96012" y="108204"/>
                </a:moveTo>
                <a:lnTo>
                  <a:pt x="71628" y="108204"/>
                </a:lnTo>
                <a:lnTo>
                  <a:pt x="77676" y="76723"/>
                </a:lnTo>
                <a:lnTo>
                  <a:pt x="82296" y="48387"/>
                </a:lnTo>
                <a:lnTo>
                  <a:pt x="85772" y="22907"/>
                </a:lnTo>
                <a:lnTo>
                  <a:pt x="88392" y="0"/>
                </a:lnTo>
                <a:lnTo>
                  <a:pt x="129540" y="19812"/>
                </a:lnTo>
                <a:lnTo>
                  <a:pt x="114300" y="30480"/>
                </a:lnTo>
                <a:lnTo>
                  <a:pt x="110585" y="45624"/>
                </a:lnTo>
                <a:lnTo>
                  <a:pt x="106299" y="63627"/>
                </a:lnTo>
                <a:lnTo>
                  <a:pt x="101441" y="84486"/>
                </a:lnTo>
                <a:lnTo>
                  <a:pt x="96012" y="108204"/>
                </a:lnTo>
                <a:close/>
              </a:path>
              <a:path w="387350" h="405764">
                <a:moveTo>
                  <a:pt x="16764" y="123444"/>
                </a:moveTo>
                <a:lnTo>
                  <a:pt x="1524" y="108204"/>
                </a:lnTo>
                <a:lnTo>
                  <a:pt x="163068" y="108204"/>
                </a:lnTo>
                <a:lnTo>
                  <a:pt x="173736" y="88392"/>
                </a:lnTo>
                <a:lnTo>
                  <a:pt x="202692" y="109728"/>
                </a:lnTo>
                <a:lnTo>
                  <a:pt x="192405" y="118871"/>
                </a:lnTo>
                <a:lnTo>
                  <a:pt x="57912" y="118871"/>
                </a:lnTo>
                <a:lnTo>
                  <a:pt x="46767" y="119157"/>
                </a:lnTo>
                <a:lnTo>
                  <a:pt x="36195" y="120014"/>
                </a:lnTo>
                <a:lnTo>
                  <a:pt x="26193" y="121443"/>
                </a:lnTo>
                <a:lnTo>
                  <a:pt x="16764" y="123444"/>
                </a:lnTo>
                <a:close/>
              </a:path>
              <a:path w="387350" h="405764">
                <a:moveTo>
                  <a:pt x="3048" y="405384"/>
                </a:moveTo>
                <a:lnTo>
                  <a:pt x="0" y="400812"/>
                </a:lnTo>
                <a:lnTo>
                  <a:pt x="39171" y="381095"/>
                </a:lnTo>
                <a:lnTo>
                  <a:pt x="72199" y="358521"/>
                </a:lnTo>
                <a:lnTo>
                  <a:pt x="99226" y="333089"/>
                </a:lnTo>
                <a:lnTo>
                  <a:pt x="120396" y="304800"/>
                </a:lnTo>
                <a:lnTo>
                  <a:pt x="96131" y="294489"/>
                </a:lnTo>
                <a:lnTo>
                  <a:pt x="73723" y="286321"/>
                </a:lnTo>
                <a:lnTo>
                  <a:pt x="53316" y="280154"/>
                </a:lnTo>
                <a:lnTo>
                  <a:pt x="35052" y="275844"/>
                </a:lnTo>
                <a:lnTo>
                  <a:pt x="43100" y="245530"/>
                </a:lnTo>
                <a:lnTo>
                  <a:pt x="51435" y="209359"/>
                </a:lnTo>
                <a:lnTo>
                  <a:pt x="60340" y="167187"/>
                </a:lnTo>
                <a:lnTo>
                  <a:pt x="70104" y="118871"/>
                </a:lnTo>
                <a:lnTo>
                  <a:pt x="94488" y="118871"/>
                </a:lnTo>
                <a:lnTo>
                  <a:pt x="87939" y="148232"/>
                </a:lnTo>
                <a:lnTo>
                  <a:pt x="79819" y="183451"/>
                </a:lnTo>
                <a:lnTo>
                  <a:pt x="70270" y="224099"/>
                </a:lnTo>
                <a:lnTo>
                  <a:pt x="59436" y="269748"/>
                </a:lnTo>
                <a:lnTo>
                  <a:pt x="70580" y="272629"/>
                </a:lnTo>
                <a:lnTo>
                  <a:pt x="85725" y="276796"/>
                </a:lnTo>
                <a:lnTo>
                  <a:pt x="104870" y="282392"/>
                </a:lnTo>
                <a:lnTo>
                  <a:pt x="128016" y="289560"/>
                </a:lnTo>
                <a:lnTo>
                  <a:pt x="152874" y="289560"/>
                </a:lnTo>
                <a:lnTo>
                  <a:pt x="150876" y="295656"/>
                </a:lnTo>
                <a:lnTo>
                  <a:pt x="169425" y="304490"/>
                </a:lnTo>
                <a:lnTo>
                  <a:pt x="183832" y="312610"/>
                </a:lnTo>
                <a:lnTo>
                  <a:pt x="187814" y="315468"/>
                </a:lnTo>
                <a:lnTo>
                  <a:pt x="140208" y="315468"/>
                </a:lnTo>
                <a:lnTo>
                  <a:pt x="112776" y="345805"/>
                </a:lnTo>
                <a:lnTo>
                  <a:pt x="80772" y="370713"/>
                </a:lnTo>
                <a:lnTo>
                  <a:pt x="44196" y="390477"/>
                </a:lnTo>
                <a:lnTo>
                  <a:pt x="3048" y="405384"/>
                </a:lnTo>
                <a:close/>
              </a:path>
              <a:path w="387350" h="405764">
                <a:moveTo>
                  <a:pt x="152874" y="289560"/>
                </a:moveTo>
                <a:lnTo>
                  <a:pt x="128016" y="289560"/>
                </a:lnTo>
                <a:lnTo>
                  <a:pt x="138017" y="259246"/>
                </a:lnTo>
                <a:lnTo>
                  <a:pt x="147447" y="220789"/>
                </a:lnTo>
                <a:lnTo>
                  <a:pt x="156305" y="174045"/>
                </a:lnTo>
                <a:lnTo>
                  <a:pt x="164592" y="118871"/>
                </a:lnTo>
                <a:lnTo>
                  <a:pt x="192405" y="118871"/>
                </a:lnTo>
                <a:lnTo>
                  <a:pt x="188976" y="121920"/>
                </a:lnTo>
                <a:lnTo>
                  <a:pt x="179808" y="178212"/>
                </a:lnTo>
                <a:lnTo>
                  <a:pt x="170497" y="225933"/>
                </a:lnTo>
                <a:lnTo>
                  <a:pt x="160901" y="265080"/>
                </a:lnTo>
                <a:lnTo>
                  <a:pt x="152874" y="289560"/>
                </a:lnTo>
                <a:close/>
              </a:path>
              <a:path w="387350" h="405764">
                <a:moveTo>
                  <a:pt x="199644" y="362712"/>
                </a:moveTo>
                <a:lnTo>
                  <a:pt x="193548" y="362712"/>
                </a:lnTo>
                <a:lnTo>
                  <a:pt x="190500" y="359664"/>
                </a:lnTo>
                <a:lnTo>
                  <a:pt x="185928" y="353568"/>
                </a:lnTo>
                <a:lnTo>
                  <a:pt x="177927" y="344400"/>
                </a:lnTo>
                <a:lnTo>
                  <a:pt x="167640" y="335089"/>
                </a:lnTo>
                <a:lnTo>
                  <a:pt x="155067" y="325493"/>
                </a:lnTo>
                <a:lnTo>
                  <a:pt x="140208" y="315468"/>
                </a:lnTo>
                <a:lnTo>
                  <a:pt x="187814" y="315468"/>
                </a:lnTo>
                <a:lnTo>
                  <a:pt x="204750" y="344400"/>
                </a:lnTo>
                <a:lnTo>
                  <a:pt x="204685" y="345805"/>
                </a:lnTo>
                <a:lnTo>
                  <a:pt x="204216" y="350520"/>
                </a:lnTo>
                <a:lnTo>
                  <a:pt x="201168" y="358140"/>
                </a:lnTo>
                <a:lnTo>
                  <a:pt x="199644" y="36271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3525012" y="2363723"/>
            <a:ext cx="1294130" cy="407034"/>
          </a:xfrm>
          <a:custGeom>
            <a:avLst/>
            <a:gdLst/>
            <a:ahLst/>
            <a:cxnLst/>
            <a:rect l="l" t="t" r="r" b="b"/>
            <a:pathLst>
              <a:path w="1294129" h="407035">
                <a:moveTo>
                  <a:pt x="164592" y="57912"/>
                </a:moveTo>
                <a:lnTo>
                  <a:pt x="130492" y="17056"/>
                </a:lnTo>
                <a:lnTo>
                  <a:pt x="108204" y="3048"/>
                </a:lnTo>
                <a:lnTo>
                  <a:pt x="103632" y="7620"/>
                </a:lnTo>
                <a:lnTo>
                  <a:pt x="114173" y="23291"/>
                </a:lnTo>
                <a:lnTo>
                  <a:pt x="122872" y="38100"/>
                </a:lnTo>
                <a:lnTo>
                  <a:pt x="129552" y="51777"/>
                </a:lnTo>
                <a:lnTo>
                  <a:pt x="134112" y="64008"/>
                </a:lnTo>
                <a:lnTo>
                  <a:pt x="138684" y="76200"/>
                </a:lnTo>
                <a:lnTo>
                  <a:pt x="141732" y="82296"/>
                </a:lnTo>
                <a:lnTo>
                  <a:pt x="147828" y="82296"/>
                </a:lnTo>
                <a:lnTo>
                  <a:pt x="150876" y="79248"/>
                </a:lnTo>
                <a:lnTo>
                  <a:pt x="156972" y="71628"/>
                </a:lnTo>
                <a:lnTo>
                  <a:pt x="163068" y="65532"/>
                </a:lnTo>
                <a:lnTo>
                  <a:pt x="164592" y="57912"/>
                </a:lnTo>
                <a:close/>
              </a:path>
              <a:path w="1294129" h="407035">
                <a:moveTo>
                  <a:pt x="192024" y="143256"/>
                </a:moveTo>
                <a:lnTo>
                  <a:pt x="186461" y="138684"/>
                </a:lnTo>
                <a:lnTo>
                  <a:pt x="166116" y="121920"/>
                </a:lnTo>
                <a:lnTo>
                  <a:pt x="155448" y="136588"/>
                </a:lnTo>
                <a:lnTo>
                  <a:pt x="155448" y="149352"/>
                </a:lnTo>
                <a:lnTo>
                  <a:pt x="155448" y="207264"/>
                </a:lnTo>
                <a:lnTo>
                  <a:pt x="155448" y="217932"/>
                </a:lnTo>
                <a:lnTo>
                  <a:pt x="155448" y="274320"/>
                </a:lnTo>
                <a:lnTo>
                  <a:pt x="71628" y="274320"/>
                </a:lnTo>
                <a:lnTo>
                  <a:pt x="71628" y="217932"/>
                </a:lnTo>
                <a:lnTo>
                  <a:pt x="155448" y="217932"/>
                </a:lnTo>
                <a:lnTo>
                  <a:pt x="155448" y="207264"/>
                </a:lnTo>
                <a:lnTo>
                  <a:pt x="71628" y="207264"/>
                </a:lnTo>
                <a:lnTo>
                  <a:pt x="71628" y="149352"/>
                </a:lnTo>
                <a:lnTo>
                  <a:pt x="155448" y="149352"/>
                </a:lnTo>
                <a:lnTo>
                  <a:pt x="155448" y="136588"/>
                </a:lnTo>
                <a:lnTo>
                  <a:pt x="153924" y="138684"/>
                </a:lnTo>
                <a:lnTo>
                  <a:pt x="71628" y="138684"/>
                </a:lnTo>
                <a:lnTo>
                  <a:pt x="47244" y="123444"/>
                </a:lnTo>
                <a:lnTo>
                  <a:pt x="48120" y="136855"/>
                </a:lnTo>
                <a:lnTo>
                  <a:pt x="48501" y="149352"/>
                </a:lnTo>
                <a:lnTo>
                  <a:pt x="48590" y="153924"/>
                </a:lnTo>
                <a:lnTo>
                  <a:pt x="48742" y="168236"/>
                </a:lnTo>
                <a:lnTo>
                  <a:pt x="48742" y="348576"/>
                </a:lnTo>
                <a:lnTo>
                  <a:pt x="48590" y="361188"/>
                </a:lnTo>
                <a:lnTo>
                  <a:pt x="48463" y="367284"/>
                </a:lnTo>
                <a:lnTo>
                  <a:pt x="48120" y="381622"/>
                </a:lnTo>
                <a:lnTo>
                  <a:pt x="47244" y="403860"/>
                </a:lnTo>
                <a:lnTo>
                  <a:pt x="71628" y="393192"/>
                </a:lnTo>
                <a:lnTo>
                  <a:pt x="71628" y="284988"/>
                </a:lnTo>
                <a:lnTo>
                  <a:pt x="155448" y="284988"/>
                </a:lnTo>
                <a:lnTo>
                  <a:pt x="155448" y="361188"/>
                </a:lnTo>
                <a:lnTo>
                  <a:pt x="150876" y="367284"/>
                </a:lnTo>
                <a:lnTo>
                  <a:pt x="109728" y="367284"/>
                </a:lnTo>
                <a:lnTo>
                  <a:pt x="109728" y="373380"/>
                </a:lnTo>
                <a:lnTo>
                  <a:pt x="125742" y="378574"/>
                </a:lnTo>
                <a:lnTo>
                  <a:pt x="137350" y="385191"/>
                </a:lnTo>
                <a:lnTo>
                  <a:pt x="144653" y="393534"/>
                </a:lnTo>
                <a:lnTo>
                  <a:pt x="147828" y="403860"/>
                </a:lnTo>
                <a:lnTo>
                  <a:pt x="160947" y="396151"/>
                </a:lnTo>
                <a:lnTo>
                  <a:pt x="178308" y="284988"/>
                </a:lnTo>
                <a:lnTo>
                  <a:pt x="178308" y="274320"/>
                </a:lnTo>
                <a:lnTo>
                  <a:pt x="178308" y="217932"/>
                </a:lnTo>
                <a:lnTo>
                  <a:pt x="178308" y="207264"/>
                </a:lnTo>
                <a:lnTo>
                  <a:pt x="178308" y="153924"/>
                </a:lnTo>
                <a:lnTo>
                  <a:pt x="184175" y="149352"/>
                </a:lnTo>
                <a:lnTo>
                  <a:pt x="192024" y="143256"/>
                </a:lnTo>
                <a:close/>
              </a:path>
              <a:path w="1294129" h="407035">
                <a:moveTo>
                  <a:pt x="275844" y="153924"/>
                </a:moveTo>
                <a:lnTo>
                  <a:pt x="239268" y="137160"/>
                </a:lnTo>
                <a:lnTo>
                  <a:pt x="240144" y="156933"/>
                </a:lnTo>
                <a:lnTo>
                  <a:pt x="240601" y="179832"/>
                </a:lnTo>
                <a:lnTo>
                  <a:pt x="240766" y="206171"/>
                </a:lnTo>
                <a:lnTo>
                  <a:pt x="240715" y="274320"/>
                </a:lnTo>
                <a:lnTo>
                  <a:pt x="240601" y="294894"/>
                </a:lnTo>
                <a:lnTo>
                  <a:pt x="240144" y="318947"/>
                </a:lnTo>
                <a:lnTo>
                  <a:pt x="239268" y="339852"/>
                </a:lnTo>
                <a:lnTo>
                  <a:pt x="265176" y="327660"/>
                </a:lnTo>
                <a:lnTo>
                  <a:pt x="264287" y="315048"/>
                </a:lnTo>
                <a:lnTo>
                  <a:pt x="263842" y="302133"/>
                </a:lnTo>
                <a:lnTo>
                  <a:pt x="263740" y="294894"/>
                </a:lnTo>
                <a:lnTo>
                  <a:pt x="263652" y="166116"/>
                </a:lnTo>
                <a:lnTo>
                  <a:pt x="275844" y="153924"/>
                </a:lnTo>
                <a:close/>
              </a:path>
              <a:path w="1294129" h="407035">
                <a:moveTo>
                  <a:pt x="356616" y="132588"/>
                </a:moveTo>
                <a:lnTo>
                  <a:pt x="315468" y="109728"/>
                </a:lnTo>
                <a:lnTo>
                  <a:pt x="316344" y="125450"/>
                </a:lnTo>
                <a:lnTo>
                  <a:pt x="316801" y="142875"/>
                </a:lnTo>
                <a:lnTo>
                  <a:pt x="316915" y="156933"/>
                </a:lnTo>
                <a:lnTo>
                  <a:pt x="317004" y="348983"/>
                </a:lnTo>
                <a:lnTo>
                  <a:pt x="314896" y="355663"/>
                </a:lnTo>
                <a:lnTo>
                  <a:pt x="310769" y="359791"/>
                </a:lnTo>
                <a:lnTo>
                  <a:pt x="304927" y="361162"/>
                </a:lnTo>
                <a:lnTo>
                  <a:pt x="295910" y="361149"/>
                </a:lnTo>
                <a:lnTo>
                  <a:pt x="282892" y="360807"/>
                </a:lnTo>
                <a:lnTo>
                  <a:pt x="265569" y="359905"/>
                </a:lnTo>
                <a:lnTo>
                  <a:pt x="243840" y="358140"/>
                </a:lnTo>
                <a:lnTo>
                  <a:pt x="243840" y="365760"/>
                </a:lnTo>
                <a:lnTo>
                  <a:pt x="266979" y="372364"/>
                </a:lnTo>
                <a:lnTo>
                  <a:pt x="283845" y="380809"/>
                </a:lnTo>
                <a:lnTo>
                  <a:pt x="294411" y="391274"/>
                </a:lnTo>
                <a:lnTo>
                  <a:pt x="298704" y="403860"/>
                </a:lnTo>
                <a:lnTo>
                  <a:pt x="317563" y="395274"/>
                </a:lnTo>
                <a:lnTo>
                  <a:pt x="330708" y="383095"/>
                </a:lnTo>
                <a:lnTo>
                  <a:pt x="338137" y="367220"/>
                </a:lnTo>
                <a:lnTo>
                  <a:pt x="338658" y="361188"/>
                </a:lnTo>
                <a:lnTo>
                  <a:pt x="339852" y="347472"/>
                </a:lnTo>
                <a:lnTo>
                  <a:pt x="339852" y="146304"/>
                </a:lnTo>
                <a:lnTo>
                  <a:pt x="356616" y="132588"/>
                </a:lnTo>
                <a:close/>
              </a:path>
              <a:path w="1294129" h="407035">
                <a:moveTo>
                  <a:pt x="399288" y="96012"/>
                </a:moveTo>
                <a:lnTo>
                  <a:pt x="362712" y="59436"/>
                </a:lnTo>
                <a:lnTo>
                  <a:pt x="336804" y="85344"/>
                </a:lnTo>
                <a:lnTo>
                  <a:pt x="237744" y="85344"/>
                </a:lnTo>
                <a:lnTo>
                  <a:pt x="271272" y="48768"/>
                </a:lnTo>
                <a:lnTo>
                  <a:pt x="303276" y="24384"/>
                </a:lnTo>
                <a:lnTo>
                  <a:pt x="268224" y="0"/>
                </a:lnTo>
                <a:lnTo>
                  <a:pt x="251460" y="39624"/>
                </a:lnTo>
                <a:lnTo>
                  <a:pt x="227076" y="85344"/>
                </a:lnTo>
                <a:lnTo>
                  <a:pt x="0" y="85344"/>
                </a:lnTo>
                <a:lnTo>
                  <a:pt x="16764" y="100584"/>
                </a:lnTo>
                <a:lnTo>
                  <a:pt x="26187" y="98590"/>
                </a:lnTo>
                <a:lnTo>
                  <a:pt x="36195" y="97155"/>
                </a:lnTo>
                <a:lnTo>
                  <a:pt x="46761" y="96304"/>
                </a:lnTo>
                <a:lnTo>
                  <a:pt x="57912" y="96012"/>
                </a:lnTo>
                <a:lnTo>
                  <a:pt x="399288" y="96012"/>
                </a:lnTo>
                <a:close/>
              </a:path>
              <a:path w="1294129" h="407035">
                <a:moveTo>
                  <a:pt x="641591" y="35052"/>
                </a:moveTo>
                <a:lnTo>
                  <a:pt x="614159" y="6096"/>
                </a:lnTo>
                <a:lnTo>
                  <a:pt x="605586" y="12700"/>
                </a:lnTo>
                <a:lnTo>
                  <a:pt x="595871" y="18859"/>
                </a:lnTo>
                <a:lnTo>
                  <a:pt x="559257" y="35052"/>
                </a:lnTo>
                <a:lnTo>
                  <a:pt x="515099" y="48768"/>
                </a:lnTo>
                <a:lnTo>
                  <a:pt x="487667" y="33528"/>
                </a:lnTo>
                <a:lnTo>
                  <a:pt x="488480" y="53301"/>
                </a:lnTo>
                <a:lnTo>
                  <a:pt x="488607" y="57912"/>
                </a:lnTo>
                <a:lnTo>
                  <a:pt x="489000" y="82867"/>
                </a:lnTo>
                <a:lnTo>
                  <a:pt x="489064" y="95681"/>
                </a:lnTo>
                <a:lnTo>
                  <a:pt x="489204" y="160020"/>
                </a:lnTo>
                <a:lnTo>
                  <a:pt x="489508" y="200787"/>
                </a:lnTo>
                <a:lnTo>
                  <a:pt x="485559" y="271653"/>
                </a:lnTo>
                <a:lnTo>
                  <a:pt x="475335" y="326504"/>
                </a:lnTo>
                <a:lnTo>
                  <a:pt x="453720" y="378460"/>
                </a:lnTo>
                <a:lnTo>
                  <a:pt x="438899" y="403860"/>
                </a:lnTo>
                <a:lnTo>
                  <a:pt x="443471" y="406908"/>
                </a:lnTo>
                <a:lnTo>
                  <a:pt x="473506" y="368033"/>
                </a:lnTo>
                <a:lnTo>
                  <a:pt x="495096" y="326707"/>
                </a:lnTo>
                <a:lnTo>
                  <a:pt x="508419" y="282829"/>
                </a:lnTo>
                <a:lnTo>
                  <a:pt x="513575" y="236220"/>
                </a:lnTo>
                <a:lnTo>
                  <a:pt x="595871" y="236220"/>
                </a:lnTo>
                <a:lnTo>
                  <a:pt x="595871" y="262128"/>
                </a:lnTo>
                <a:lnTo>
                  <a:pt x="621779" y="252984"/>
                </a:lnTo>
                <a:lnTo>
                  <a:pt x="620991" y="236220"/>
                </a:lnTo>
                <a:lnTo>
                  <a:pt x="620903" y="234391"/>
                </a:lnTo>
                <a:lnTo>
                  <a:pt x="620737" y="225552"/>
                </a:lnTo>
                <a:lnTo>
                  <a:pt x="620445" y="210502"/>
                </a:lnTo>
                <a:lnTo>
                  <a:pt x="620293" y="182308"/>
                </a:lnTo>
                <a:lnTo>
                  <a:pt x="620255" y="146304"/>
                </a:lnTo>
                <a:lnTo>
                  <a:pt x="630059" y="138684"/>
                </a:lnTo>
                <a:lnTo>
                  <a:pt x="633971" y="135648"/>
                </a:lnTo>
                <a:lnTo>
                  <a:pt x="627062" y="129540"/>
                </a:lnTo>
                <a:lnTo>
                  <a:pt x="608063" y="112776"/>
                </a:lnTo>
                <a:lnTo>
                  <a:pt x="595871" y="126187"/>
                </a:lnTo>
                <a:lnTo>
                  <a:pt x="595871" y="138684"/>
                </a:lnTo>
                <a:lnTo>
                  <a:pt x="595871" y="225552"/>
                </a:lnTo>
                <a:lnTo>
                  <a:pt x="513575" y="225552"/>
                </a:lnTo>
                <a:lnTo>
                  <a:pt x="515099" y="138684"/>
                </a:lnTo>
                <a:lnTo>
                  <a:pt x="595871" y="138684"/>
                </a:lnTo>
                <a:lnTo>
                  <a:pt x="595871" y="126187"/>
                </a:lnTo>
                <a:lnTo>
                  <a:pt x="592823" y="129540"/>
                </a:lnTo>
                <a:lnTo>
                  <a:pt x="515099" y="129540"/>
                </a:lnTo>
                <a:lnTo>
                  <a:pt x="515099" y="59436"/>
                </a:lnTo>
                <a:lnTo>
                  <a:pt x="558215" y="48768"/>
                </a:lnTo>
                <a:lnTo>
                  <a:pt x="559092" y="48564"/>
                </a:lnTo>
                <a:lnTo>
                  <a:pt x="594918" y="40957"/>
                </a:lnTo>
                <a:lnTo>
                  <a:pt x="622477" y="36512"/>
                </a:lnTo>
                <a:lnTo>
                  <a:pt x="641591" y="35052"/>
                </a:lnTo>
                <a:close/>
              </a:path>
              <a:path w="1294129" h="407035">
                <a:moveTo>
                  <a:pt x="850379" y="160020"/>
                </a:moveTo>
                <a:lnTo>
                  <a:pt x="839711" y="149352"/>
                </a:lnTo>
                <a:lnTo>
                  <a:pt x="819899" y="129540"/>
                </a:lnTo>
                <a:lnTo>
                  <a:pt x="798563" y="149352"/>
                </a:lnTo>
                <a:lnTo>
                  <a:pt x="685787" y="149352"/>
                </a:lnTo>
                <a:lnTo>
                  <a:pt x="685787" y="57912"/>
                </a:lnTo>
                <a:lnTo>
                  <a:pt x="735444" y="48768"/>
                </a:lnTo>
                <a:lnTo>
                  <a:pt x="788276" y="40386"/>
                </a:lnTo>
                <a:lnTo>
                  <a:pt x="838187" y="36576"/>
                </a:lnTo>
                <a:lnTo>
                  <a:pt x="806183" y="3048"/>
                </a:lnTo>
                <a:lnTo>
                  <a:pt x="789952" y="14274"/>
                </a:lnTo>
                <a:lnTo>
                  <a:pt x="764273" y="25336"/>
                </a:lnTo>
                <a:lnTo>
                  <a:pt x="729462" y="36703"/>
                </a:lnTo>
                <a:lnTo>
                  <a:pt x="685787" y="48768"/>
                </a:lnTo>
                <a:lnTo>
                  <a:pt x="658355" y="33528"/>
                </a:lnTo>
                <a:lnTo>
                  <a:pt x="658647" y="54991"/>
                </a:lnTo>
                <a:lnTo>
                  <a:pt x="659650" y="95681"/>
                </a:lnTo>
                <a:lnTo>
                  <a:pt x="659828" y="112776"/>
                </a:lnTo>
                <a:lnTo>
                  <a:pt x="659752" y="129540"/>
                </a:lnTo>
                <a:lnTo>
                  <a:pt x="659650" y="138874"/>
                </a:lnTo>
                <a:lnTo>
                  <a:pt x="658596" y="182308"/>
                </a:lnTo>
                <a:lnTo>
                  <a:pt x="658355" y="205740"/>
                </a:lnTo>
                <a:lnTo>
                  <a:pt x="650163" y="256032"/>
                </a:lnTo>
                <a:lnTo>
                  <a:pt x="629399" y="310896"/>
                </a:lnTo>
                <a:lnTo>
                  <a:pt x="599490" y="362331"/>
                </a:lnTo>
                <a:lnTo>
                  <a:pt x="563867" y="402336"/>
                </a:lnTo>
                <a:lnTo>
                  <a:pt x="568439" y="406908"/>
                </a:lnTo>
                <a:lnTo>
                  <a:pt x="604761" y="374650"/>
                </a:lnTo>
                <a:lnTo>
                  <a:pt x="634428" y="338836"/>
                </a:lnTo>
                <a:lnTo>
                  <a:pt x="657402" y="299466"/>
                </a:lnTo>
                <a:lnTo>
                  <a:pt x="673658" y="256540"/>
                </a:lnTo>
                <a:lnTo>
                  <a:pt x="683133" y="210058"/>
                </a:lnTo>
                <a:lnTo>
                  <a:pt x="685787" y="160020"/>
                </a:lnTo>
                <a:lnTo>
                  <a:pt x="755891" y="160020"/>
                </a:lnTo>
                <a:lnTo>
                  <a:pt x="755865" y="310896"/>
                </a:lnTo>
                <a:lnTo>
                  <a:pt x="754976" y="352615"/>
                </a:lnTo>
                <a:lnTo>
                  <a:pt x="752843" y="403860"/>
                </a:lnTo>
                <a:lnTo>
                  <a:pt x="781799" y="390144"/>
                </a:lnTo>
                <a:lnTo>
                  <a:pt x="779018" y="344500"/>
                </a:lnTo>
                <a:lnTo>
                  <a:pt x="778751" y="160020"/>
                </a:lnTo>
                <a:lnTo>
                  <a:pt x="850379" y="160020"/>
                </a:lnTo>
                <a:close/>
              </a:path>
              <a:path w="1294129" h="407035">
                <a:moveTo>
                  <a:pt x="981443" y="76200"/>
                </a:moveTo>
                <a:lnTo>
                  <a:pt x="962139" y="41897"/>
                </a:lnTo>
                <a:lnTo>
                  <a:pt x="925055" y="19812"/>
                </a:lnTo>
                <a:lnTo>
                  <a:pt x="920483" y="22860"/>
                </a:lnTo>
                <a:lnTo>
                  <a:pt x="930795" y="36576"/>
                </a:lnTo>
                <a:lnTo>
                  <a:pt x="938961" y="50292"/>
                </a:lnTo>
                <a:lnTo>
                  <a:pt x="945134" y="64008"/>
                </a:lnTo>
                <a:lnTo>
                  <a:pt x="949439" y="77724"/>
                </a:lnTo>
                <a:lnTo>
                  <a:pt x="951992" y="87731"/>
                </a:lnTo>
                <a:lnTo>
                  <a:pt x="954963" y="94869"/>
                </a:lnTo>
                <a:lnTo>
                  <a:pt x="958227" y="99161"/>
                </a:lnTo>
                <a:lnTo>
                  <a:pt x="961631" y="100584"/>
                </a:lnTo>
                <a:lnTo>
                  <a:pt x="964679" y="100584"/>
                </a:lnTo>
                <a:lnTo>
                  <a:pt x="967727" y="99060"/>
                </a:lnTo>
                <a:lnTo>
                  <a:pt x="972299" y="94488"/>
                </a:lnTo>
                <a:lnTo>
                  <a:pt x="976871" y="91440"/>
                </a:lnTo>
                <a:lnTo>
                  <a:pt x="979919" y="83820"/>
                </a:lnTo>
                <a:lnTo>
                  <a:pt x="981443" y="76200"/>
                </a:lnTo>
                <a:close/>
              </a:path>
              <a:path w="1294129" h="407035">
                <a:moveTo>
                  <a:pt x="1232903" y="57912"/>
                </a:moveTo>
                <a:lnTo>
                  <a:pt x="1188974" y="34150"/>
                </a:lnTo>
                <a:lnTo>
                  <a:pt x="1174991" y="30480"/>
                </a:lnTo>
                <a:lnTo>
                  <a:pt x="1171943" y="35052"/>
                </a:lnTo>
                <a:lnTo>
                  <a:pt x="1184516" y="46202"/>
                </a:lnTo>
                <a:lnTo>
                  <a:pt x="1194803" y="56769"/>
                </a:lnTo>
                <a:lnTo>
                  <a:pt x="1202804" y="66776"/>
                </a:lnTo>
                <a:lnTo>
                  <a:pt x="1208519" y="76200"/>
                </a:lnTo>
                <a:lnTo>
                  <a:pt x="1213091" y="85344"/>
                </a:lnTo>
                <a:lnTo>
                  <a:pt x="1217663" y="89916"/>
                </a:lnTo>
                <a:lnTo>
                  <a:pt x="1223759" y="89916"/>
                </a:lnTo>
                <a:lnTo>
                  <a:pt x="1225283" y="88392"/>
                </a:lnTo>
                <a:lnTo>
                  <a:pt x="1231379" y="79248"/>
                </a:lnTo>
                <a:lnTo>
                  <a:pt x="1232903" y="73152"/>
                </a:lnTo>
                <a:lnTo>
                  <a:pt x="1232903" y="57912"/>
                </a:lnTo>
                <a:close/>
              </a:path>
              <a:path w="1294129" h="407035">
                <a:moveTo>
                  <a:pt x="1281671" y="124968"/>
                </a:moveTo>
                <a:lnTo>
                  <a:pt x="1248143" y="89916"/>
                </a:lnTo>
                <a:lnTo>
                  <a:pt x="1223759" y="114300"/>
                </a:lnTo>
                <a:lnTo>
                  <a:pt x="1142987" y="114300"/>
                </a:lnTo>
                <a:lnTo>
                  <a:pt x="1142987" y="35052"/>
                </a:lnTo>
                <a:lnTo>
                  <a:pt x="1158227" y="22860"/>
                </a:lnTo>
                <a:lnTo>
                  <a:pt x="1117079" y="3048"/>
                </a:lnTo>
                <a:lnTo>
                  <a:pt x="1117269" y="19812"/>
                </a:lnTo>
                <a:lnTo>
                  <a:pt x="1117371" y="27559"/>
                </a:lnTo>
                <a:lnTo>
                  <a:pt x="1118285" y="76200"/>
                </a:lnTo>
                <a:lnTo>
                  <a:pt x="1118400" y="85344"/>
                </a:lnTo>
                <a:lnTo>
                  <a:pt x="1118603" y="114300"/>
                </a:lnTo>
                <a:lnTo>
                  <a:pt x="992111" y="114300"/>
                </a:lnTo>
                <a:lnTo>
                  <a:pt x="1007351" y="131064"/>
                </a:lnTo>
                <a:lnTo>
                  <a:pt x="1017028" y="128193"/>
                </a:lnTo>
                <a:lnTo>
                  <a:pt x="1027544" y="126301"/>
                </a:lnTo>
                <a:lnTo>
                  <a:pt x="1038644" y="125285"/>
                </a:lnTo>
                <a:lnTo>
                  <a:pt x="1050023" y="124968"/>
                </a:lnTo>
                <a:lnTo>
                  <a:pt x="1107935" y="124968"/>
                </a:lnTo>
                <a:lnTo>
                  <a:pt x="1087361" y="171500"/>
                </a:lnTo>
                <a:lnTo>
                  <a:pt x="1059929" y="217170"/>
                </a:lnTo>
                <a:lnTo>
                  <a:pt x="1025639" y="261708"/>
                </a:lnTo>
                <a:lnTo>
                  <a:pt x="984491" y="304800"/>
                </a:lnTo>
                <a:lnTo>
                  <a:pt x="987539" y="309372"/>
                </a:lnTo>
                <a:lnTo>
                  <a:pt x="1028382" y="277939"/>
                </a:lnTo>
                <a:lnTo>
                  <a:pt x="1063929" y="243078"/>
                </a:lnTo>
                <a:lnTo>
                  <a:pt x="1094054" y="204787"/>
                </a:lnTo>
                <a:lnTo>
                  <a:pt x="1118603" y="163068"/>
                </a:lnTo>
                <a:lnTo>
                  <a:pt x="1118374" y="228219"/>
                </a:lnTo>
                <a:lnTo>
                  <a:pt x="1117892" y="277939"/>
                </a:lnTo>
                <a:lnTo>
                  <a:pt x="1117346" y="322592"/>
                </a:lnTo>
                <a:lnTo>
                  <a:pt x="1117079" y="355092"/>
                </a:lnTo>
                <a:lnTo>
                  <a:pt x="1144511" y="341376"/>
                </a:lnTo>
                <a:lnTo>
                  <a:pt x="1143635" y="319138"/>
                </a:lnTo>
                <a:lnTo>
                  <a:pt x="1143203" y="283464"/>
                </a:lnTo>
                <a:lnTo>
                  <a:pt x="1143114" y="261708"/>
                </a:lnTo>
                <a:lnTo>
                  <a:pt x="1142987" y="166116"/>
                </a:lnTo>
                <a:lnTo>
                  <a:pt x="1161072" y="181838"/>
                </a:lnTo>
                <a:lnTo>
                  <a:pt x="1190358" y="211556"/>
                </a:lnTo>
                <a:lnTo>
                  <a:pt x="1220711" y="253555"/>
                </a:lnTo>
                <a:lnTo>
                  <a:pt x="1234427" y="280416"/>
                </a:lnTo>
                <a:lnTo>
                  <a:pt x="1240523" y="291084"/>
                </a:lnTo>
                <a:lnTo>
                  <a:pt x="1245095" y="297180"/>
                </a:lnTo>
                <a:lnTo>
                  <a:pt x="1251191" y="297180"/>
                </a:lnTo>
                <a:lnTo>
                  <a:pt x="1254239" y="294132"/>
                </a:lnTo>
                <a:lnTo>
                  <a:pt x="1257287" y="289560"/>
                </a:lnTo>
                <a:lnTo>
                  <a:pt x="1258811" y="283464"/>
                </a:lnTo>
                <a:lnTo>
                  <a:pt x="1260335" y="275844"/>
                </a:lnTo>
                <a:lnTo>
                  <a:pt x="1260335" y="256032"/>
                </a:lnTo>
                <a:lnTo>
                  <a:pt x="1226807" y="214884"/>
                </a:lnTo>
                <a:lnTo>
                  <a:pt x="1190612" y="187452"/>
                </a:lnTo>
                <a:lnTo>
                  <a:pt x="1154531" y="163068"/>
                </a:lnTo>
                <a:lnTo>
                  <a:pt x="1142987" y="155448"/>
                </a:lnTo>
                <a:lnTo>
                  <a:pt x="1142987" y="124968"/>
                </a:lnTo>
                <a:lnTo>
                  <a:pt x="1281671" y="124968"/>
                </a:lnTo>
                <a:close/>
              </a:path>
              <a:path w="1294129" h="407035">
                <a:moveTo>
                  <a:pt x="1293863" y="358140"/>
                </a:moveTo>
                <a:lnTo>
                  <a:pt x="1248143" y="362978"/>
                </a:lnTo>
                <a:lnTo>
                  <a:pt x="1204709" y="365950"/>
                </a:lnTo>
                <a:lnTo>
                  <a:pt x="1163561" y="366928"/>
                </a:lnTo>
                <a:lnTo>
                  <a:pt x="1124699" y="365760"/>
                </a:lnTo>
                <a:lnTo>
                  <a:pt x="1062024" y="359854"/>
                </a:lnTo>
                <a:lnTo>
                  <a:pt x="1021067" y="345948"/>
                </a:lnTo>
                <a:lnTo>
                  <a:pt x="989177" y="326136"/>
                </a:lnTo>
                <a:lnTo>
                  <a:pt x="984211" y="322592"/>
                </a:lnTo>
                <a:lnTo>
                  <a:pt x="975347" y="315468"/>
                </a:lnTo>
                <a:lnTo>
                  <a:pt x="975347" y="175260"/>
                </a:lnTo>
                <a:lnTo>
                  <a:pt x="983729" y="170688"/>
                </a:lnTo>
                <a:lnTo>
                  <a:pt x="992111" y="166116"/>
                </a:lnTo>
                <a:lnTo>
                  <a:pt x="961631" y="143256"/>
                </a:lnTo>
                <a:lnTo>
                  <a:pt x="949439" y="160020"/>
                </a:lnTo>
                <a:lnTo>
                  <a:pt x="883907" y="160020"/>
                </a:lnTo>
                <a:lnTo>
                  <a:pt x="899147" y="175260"/>
                </a:lnTo>
                <a:lnTo>
                  <a:pt x="908011" y="173266"/>
                </a:lnTo>
                <a:lnTo>
                  <a:pt x="916292" y="171831"/>
                </a:lnTo>
                <a:lnTo>
                  <a:pt x="924013" y="170980"/>
                </a:lnTo>
                <a:lnTo>
                  <a:pt x="931151" y="170688"/>
                </a:lnTo>
                <a:lnTo>
                  <a:pt x="952487" y="170688"/>
                </a:lnTo>
                <a:lnTo>
                  <a:pt x="952487" y="313944"/>
                </a:lnTo>
                <a:lnTo>
                  <a:pt x="934491" y="322516"/>
                </a:lnTo>
                <a:lnTo>
                  <a:pt x="917054" y="332232"/>
                </a:lnTo>
                <a:lnTo>
                  <a:pt x="900201" y="343090"/>
                </a:lnTo>
                <a:lnTo>
                  <a:pt x="883907" y="355092"/>
                </a:lnTo>
                <a:lnTo>
                  <a:pt x="908291" y="377952"/>
                </a:lnTo>
                <a:lnTo>
                  <a:pt x="913434" y="369049"/>
                </a:lnTo>
                <a:lnTo>
                  <a:pt x="919721" y="360426"/>
                </a:lnTo>
                <a:lnTo>
                  <a:pt x="951725" y="329946"/>
                </a:lnTo>
                <a:lnTo>
                  <a:pt x="963155" y="326136"/>
                </a:lnTo>
                <a:lnTo>
                  <a:pt x="968565" y="327279"/>
                </a:lnTo>
                <a:lnTo>
                  <a:pt x="975537" y="330708"/>
                </a:lnTo>
                <a:lnTo>
                  <a:pt x="983945" y="336423"/>
                </a:lnTo>
                <a:lnTo>
                  <a:pt x="993635" y="344424"/>
                </a:lnTo>
                <a:lnTo>
                  <a:pt x="1004519" y="354380"/>
                </a:lnTo>
                <a:lnTo>
                  <a:pt x="1016685" y="363474"/>
                </a:lnTo>
                <a:lnTo>
                  <a:pt x="1062393" y="383336"/>
                </a:lnTo>
                <a:lnTo>
                  <a:pt x="1103109" y="391248"/>
                </a:lnTo>
                <a:lnTo>
                  <a:pt x="1154633" y="394957"/>
                </a:lnTo>
                <a:lnTo>
                  <a:pt x="1257287" y="396240"/>
                </a:lnTo>
                <a:lnTo>
                  <a:pt x="1259573" y="388264"/>
                </a:lnTo>
                <a:lnTo>
                  <a:pt x="1266431" y="380428"/>
                </a:lnTo>
                <a:lnTo>
                  <a:pt x="1277861" y="372884"/>
                </a:lnTo>
                <a:lnTo>
                  <a:pt x="1291247" y="366928"/>
                </a:lnTo>
                <a:lnTo>
                  <a:pt x="1293863" y="365760"/>
                </a:lnTo>
                <a:lnTo>
                  <a:pt x="1293863" y="35814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4890515" y="2363723"/>
            <a:ext cx="356870" cy="402590"/>
          </a:xfrm>
          <a:custGeom>
            <a:avLst/>
            <a:gdLst/>
            <a:ahLst/>
            <a:cxnLst/>
            <a:rect l="l" t="t" r="r" b="b"/>
            <a:pathLst>
              <a:path w="356870" h="402589">
                <a:moveTo>
                  <a:pt x="53340" y="89916"/>
                </a:moveTo>
                <a:lnTo>
                  <a:pt x="42672" y="89916"/>
                </a:lnTo>
                <a:lnTo>
                  <a:pt x="50696" y="62793"/>
                </a:lnTo>
                <a:lnTo>
                  <a:pt x="56578" y="38671"/>
                </a:lnTo>
                <a:lnTo>
                  <a:pt x="60459" y="17692"/>
                </a:lnTo>
                <a:lnTo>
                  <a:pt x="62484" y="0"/>
                </a:lnTo>
                <a:lnTo>
                  <a:pt x="100584" y="21336"/>
                </a:lnTo>
                <a:lnTo>
                  <a:pt x="90844" y="29051"/>
                </a:lnTo>
                <a:lnTo>
                  <a:pt x="79819" y="43053"/>
                </a:lnTo>
                <a:lnTo>
                  <a:pt x="67365" y="63341"/>
                </a:lnTo>
                <a:lnTo>
                  <a:pt x="53340" y="89916"/>
                </a:lnTo>
                <a:close/>
              </a:path>
              <a:path w="356870" h="402589">
                <a:moveTo>
                  <a:pt x="147828" y="192024"/>
                </a:moveTo>
                <a:lnTo>
                  <a:pt x="141732" y="187452"/>
                </a:lnTo>
                <a:lnTo>
                  <a:pt x="158877" y="160615"/>
                </a:lnTo>
                <a:lnTo>
                  <a:pt x="173736" y="135064"/>
                </a:lnTo>
                <a:lnTo>
                  <a:pt x="196596" y="88392"/>
                </a:lnTo>
                <a:lnTo>
                  <a:pt x="211264" y="44958"/>
                </a:lnTo>
                <a:lnTo>
                  <a:pt x="222503" y="1524"/>
                </a:lnTo>
                <a:lnTo>
                  <a:pt x="260603" y="24384"/>
                </a:lnTo>
                <a:lnTo>
                  <a:pt x="252626" y="32361"/>
                </a:lnTo>
                <a:lnTo>
                  <a:pt x="242506" y="47053"/>
                </a:lnTo>
                <a:lnTo>
                  <a:pt x="230385" y="68318"/>
                </a:lnTo>
                <a:lnTo>
                  <a:pt x="216408" y="96012"/>
                </a:lnTo>
                <a:lnTo>
                  <a:pt x="350161" y="96012"/>
                </a:lnTo>
                <a:lnTo>
                  <a:pt x="356616" y="102108"/>
                </a:lnTo>
                <a:lnTo>
                  <a:pt x="350329" y="106680"/>
                </a:lnTo>
                <a:lnTo>
                  <a:pt x="213360" y="106680"/>
                </a:lnTo>
                <a:lnTo>
                  <a:pt x="197334" y="130730"/>
                </a:lnTo>
                <a:lnTo>
                  <a:pt x="181165" y="152781"/>
                </a:lnTo>
                <a:lnTo>
                  <a:pt x="164711" y="173116"/>
                </a:lnTo>
                <a:lnTo>
                  <a:pt x="147828" y="192024"/>
                </a:lnTo>
                <a:close/>
              </a:path>
              <a:path w="356870" h="402589">
                <a:moveTo>
                  <a:pt x="144780" y="89916"/>
                </a:moveTo>
                <a:lnTo>
                  <a:pt x="111252" y="89916"/>
                </a:lnTo>
                <a:lnTo>
                  <a:pt x="128016" y="73152"/>
                </a:lnTo>
                <a:lnTo>
                  <a:pt x="144780" y="89916"/>
                </a:lnTo>
                <a:close/>
              </a:path>
              <a:path w="356870" h="402589">
                <a:moveTo>
                  <a:pt x="0" y="397764"/>
                </a:moveTo>
                <a:lnTo>
                  <a:pt x="174" y="368260"/>
                </a:lnTo>
                <a:lnTo>
                  <a:pt x="301" y="352615"/>
                </a:lnTo>
                <a:lnTo>
                  <a:pt x="1285" y="276463"/>
                </a:lnTo>
                <a:lnTo>
                  <a:pt x="1360" y="263842"/>
                </a:lnTo>
                <a:lnTo>
                  <a:pt x="1479" y="228600"/>
                </a:lnTo>
                <a:lnTo>
                  <a:pt x="1285" y="195333"/>
                </a:lnTo>
                <a:lnTo>
                  <a:pt x="238" y="114704"/>
                </a:lnTo>
                <a:lnTo>
                  <a:pt x="0" y="74676"/>
                </a:lnTo>
                <a:lnTo>
                  <a:pt x="25908" y="89916"/>
                </a:lnTo>
                <a:lnTo>
                  <a:pt x="144780" y="89916"/>
                </a:lnTo>
                <a:lnTo>
                  <a:pt x="153924" y="99060"/>
                </a:lnTo>
                <a:lnTo>
                  <a:pt x="151828" y="100584"/>
                </a:lnTo>
                <a:lnTo>
                  <a:pt x="24384" y="100584"/>
                </a:lnTo>
                <a:lnTo>
                  <a:pt x="24384" y="211836"/>
                </a:lnTo>
                <a:lnTo>
                  <a:pt x="137205" y="211836"/>
                </a:lnTo>
                <a:lnTo>
                  <a:pt x="137219" y="222504"/>
                </a:lnTo>
                <a:lnTo>
                  <a:pt x="24384" y="222504"/>
                </a:lnTo>
                <a:lnTo>
                  <a:pt x="24384" y="344424"/>
                </a:lnTo>
                <a:lnTo>
                  <a:pt x="137914" y="344424"/>
                </a:lnTo>
                <a:lnTo>
                  <a:pt x="137940" y="346850"/>
                </a:lnTo>
                <a:lnTo>
                  <a:pt x="138137" y="355092"/>
                </a:lnTo>
                <a:lnTo>
                  <a:pt x="24384" y="355092"/>
                </a:lnTo>
                <a:lnTo>
                  <a:pt x="24384" y="384048"/>
                </a:lnTo>
                <a:lnTo>
                  <a:pt x="0" y="397764"/>
                </a:lnTo>
                <a:close/>
              </a:path>
              <a:path w="356870" h="402589">
                <a:moveTo>
                  <a:pt x="350161" y="96012"/>
                </a:moveTo>
                <a:lnTo>
                  <a:pt x="310896" y="96012"/>
                </a:lnTo>
                <a:lnTo>
                  <a:pt x="329184" y="76200"/>
                </a:lnTo>
                <a:lnTo>
                  <a:pt x="350161" y="96012"/>
                </a:lnTo>
                <a:close/>
              </a:path>
              <a:path w="356870" h="402589">
                <a:moveTo>
                  <a:pt x="137205" y="211836"/>
                </a:moveTo>
                <a:lnTo>
                  <a:pt x="114300" y="211836"/>
                </a:lnTo>
                <a:lnTo>
                  <a:pt x="114300" y="100584"/>
                </a:lnTo>
                <a:lnTo>
                  <a:pt x="151828" y="100584"/>
                </a:lnTo>
                <a:lnTo>
                  <a:pt x="137160" y="111252"/>
                </a:lnTo>
                <a:lnTo>
                  <a:pt x="137205" y="211836"/>
                </a:lnTo>
                <a:close/>
              </a:path>
              <a:path w="356870" h="402589">
                <a:moveTo>
                  <a:pt x="326582" y="359664"/>
                </a:moveTo>
                <a:lnTo>
                  <a:pt x="283464" y="359664"/>
                </a:lnTo>
                <a:lnTo>
                  <a:pt x="291750" y="357925"/>
                </a:lnTo>
                <a:lnTo>
                  <a:pt x="298323" y="352615"/>
                </a:lnTo>
                <a:lnTo>
                  <a:pt x="308586" y="305562"/>
                </a:lnTo>
                <a:lnTo>
                  <a:pt x="310705" y="259842"/>
                </a:lnTo>
                <a:lnTo>
                  <a:pt x="312539" y="193548"/>
                </a:lnTo>
                <a:lnTo>
                  <a:pt x="313944" y="106680"/>
                </a:lnTo>
                <a:lnTo>
                  <a:pt x="350329" y="106680"/>
                </a:lnTo>
                <a:lnTo>
                  <a:pt x="339852" y="114300"/>
                </a:lnTo>
                <a:lnTo>
                  <a:pt x="338780" y="186976"/>
                </a:lnTo>
                <a:lnTo>
                  <a:pt x="337291" y="249167"/>
                </a:lnTo>
                <a:lnTo>
                  <a:pt x="335462" y="295570"/>
                </a:lnTo>
                <a:lnTo>
                  <a:pt x="333268" y="327855"/>
                </a:lnTo>
                <a:lnTo>
                  <a:pt x="330708" y="345948"/>
                </a:lnTo>
                <a:lnTo>
                  <a:pt x="327214" y="357925"/>
                </a:lnTo>
                <a:lnTo>
                  <a:pt x="326582" y="359664"/>
                </a:lnTo>
                <a:close/>
              </a:path>
              <a:path w="356870" h="402589">
                <a:moveTo>
                  <a:pt x="231648" y="269748"/>
                </a:moveTo>
                <a:lnTo>
                  <a:pt x="228600" y="269748"/>
                </a:lnTo>
                <a:lnTo>
                  <a:pt x="225432" y="268295"/>
                </a:lnTo>
                <a:lnTo>
                  <a:pt x="222694" y="263842"/>
                </a:lnTo>
                <a:lnTo>
                  <a:pt x="220241" y="256246"/>
                </a:lnTo>
                <a:lnTo>
                  <a:pt x="217932" y="245364"/>
                </a:lnTo>
                <a:lnTo>
                  <a:pt x="213598" y="228242"/>
                </a:lnTo>
                <a:lnTo>
                  <a:pt x="207264" y="211264"/>
                </a:lnTo>
                <a:lnTo>
                  <a:pt x="198643" y="194571"/>
                </a:lnTo>
                <a:lnTo>
                  <a:pt x="187452" y="178308"/>
                </a:lnTo>
                <a:lnTo>
                  <a:pt x="190500" y="172212"/>
                </a:lnTo>
                <a:lnTo>
                  <a:pt x="223456" y="199644"/>
                </a:lnTo>
                <a:lnTo>
                  <a:pt x="246888" y="236220"/>
                </a:lnTo>
                <a:lnTo>
                  <a:pt x="246888" y="248412"/>
                </a:lnTo>
                <a:lnTo>
                  <a:pt x="243840" y="254508"/>
                </a:lnTo>
                <a:lnTo>
                  <a:pt x="234696" y="266700"/>
                </a:lnTo>
                <a:lnTo>
                  <a:pt x="231648" y="269748"/>
                </a:lnTo>
                <a:close/>
              </a:path>
              <a:path w="356870" h="402589">
                <a:moveTo>
                  <a:pt x="137914" y="344424"/>
                </a:moveTo>
                <a:lnTo>
                  <a:pt x="114300" y="344424"/>
                </a:lnTo>
                <a:lnTo>
                  <a:pt x="114300" y="222504"/>
                </a:lnTo>
                <a:lnTo>
                  <a:pt x="137219" y="222504"/>
                </a:lnTo>
                <a:lnTo>
                  <a:pt x="137337" y="269748"/>
                </a:lnTo>
                <a:lnTo>
                  <a:pt x="137498" y="305562"/>
                </a:lnTo>
                <a:lnTo>
                  <a:pt x="137914" y="344424"/>
                </a:lnTo>
                <a:close/>
              </a:path>
              <a:path w="356870" h="402589">
                <a:moveTo>
                  <a:pt x="277367" y="402336"/>
                </a:moveTo>
                <a:lnTo>
                  <a:pt x="270486" y="389453"/>
                </a:lnTo>
                <a:lnTo>
                  <a:pt x="258889" y="378142"/>
                </a:lnTo>
                <a:lnTo>
                  <a:pt x="242375" y="368236"/>
                </a:lnTo>
                <a:lnTo>
                  <a:pt x="220979" y="359664"/>
                </a:lnTo>
                <a:lnTo>
                  <a:pt x="220979" y="352044"/>
                </a:lnTo>
                <a:lnTo>
                  <a:pt x="241030" y="355163"/>
                </a:lnTo>
                <a:lnTo>
                  <a:pt x="257937" y="357568"/>
                </a:lnTo>
                <a:lnTo>
                  <a:pt x="271986" y="359116"/>
                </a:lnTo>
                <a:lnTo>
                  <a:pt x="283464" y="359664"/>
                </a:lnTo>
                <a:lnTo>
                  <a:pt x="326582" y="359664"/>
                </a:lnTo>
                <a:lnTo>
                  <a:pt x="323456" y="368260"/>
                </a:lnTo>
                <a:lnTo>
                  <a:pt x="289023" y="397764"/>
                </a:lnTo>
                <a:lnTo>
                  <a:pt x="277367" y="402336"/>
                </a:lnTo>
                <a:close/>
              </a:path>
              <a:path w="356870" h="402589">
                <a:moveTo>
                  <a:pt x="114300" y="391668"/>
                </a:moveTo>
                <a:lnTo>
                  <a:pt x="114300" y="355092"/>
                </a:lnTo>
                <a:lnTo>
                  <a:pt x="138137" y="355092"/>
                </a:lnTo>
                <a:lnTo>
                  <a:pt x="138684" y="377952"/>
                </a:lnTo>
                <a:lnTo>
                  <a:pt x="114300" y="39166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" name="object 15"/>
          <p:cNvSpPr/>
          <p:nvPr/>
        </p:nvSpPr>
        <p:spPr>
          <a:xfrm>
            <a:off x="5295887" y="2363723"/>
            <a:ext cx="1300480" cy="408940"/>
          </a:xfrm>
          <a:custGeom>
            <a:avLst/>
            <a:gdLst/>
            <a:ahLst/>
            <a:cxnLst/>
            <a:rect l="l" t="t" r="r" b="b"/>
            <a:pathLst>
              <a:path w="1300479" h="408939">
                <a:moveTo>
                  <a:pt x="143256" y="22860"/>
                </a:moveTo>
                <a:lnTo>
                  <a:pt x="106680" y="0"/>
                </a:lnTo>
                <a:lnTo>
                  <a:pt x="97828" y="27749"/>
                </a:lnTo>
                <a:lnTo>
                  <a:pt x="87249" y="56197"/>
                </a:lnTo>
                <a:lnTo>
                  <a:pt x="60960" y="115824"/>
                </a:lnTo>
                <a:lnTo>
                  <a:pt x="30480" y="172021"/>
                </a:lnTo>
                <a:lnTo>
                  <a:pt x="0" y="217932"/>
                </a:lnTo>
                <a:lnTo>
                  <a:pt x="6096" y="222504"/>
                </a:lnTo>
                <a:lnTo>
                  <a:pt x="21551" y="205930"/>
                </a:lnTo>
                <a:lnTo>
                  <a:pt x="38290" y="185928"/>
                </a:lnTo>
                <a:lnTo>
                  <a:pt x="56464" y="162496"/>
                </a:lnTo>
                <a:lnTo>
                  <a:pt x="76200" y="135636"/>
                </a:lnTo>
                <a:lnTo>
                  <a:pt x="76123" y="327240"/>
                </a:lnTo>
                <a:lnTo>
                  <a:pt x="75958" y="338328"/>
                </a:lnTo>
                <a:lnTo>
                  <a:pt x="75882" y="341312"/>
                </a:lnTo>
                <a:lnTo>
                  <a:pt x="75247" y="359473"/>
                </a:lnTo>
                <a:lnTo>
                  <a:pt x="73152" y="405384"/>
                </a:lnTo>
                <a:lnTo>
                  <a:pt x="102108" y="391668"/>
                </a:lnTo>
                <a:lnTo>
                  <a:pt x="101231" y="371652"/>
                </a:lnTo>
                <a:lnTo>
                  <a:pt x="100787" y="355092"/>
                </a:lnTo>
                <a:lnTo>
                  <a:pt x="100685" y="347091"/>
                </a:lnTo>
                <a:lnTo>
                  <a:pt x="100584" y="146304"/>
                </a:lnTo>
                <a:lnTo>
                  <a:pt x="111252" y="135636"/>
                </a:lnTo>
                <a:lnTo>
                  <a:pt x="114300" y="132588"/>
                </a:lnTo>
                <a:lnTo>
                  <a:pt x="83820" y="117348"/>
                </a:lnTo>
                <a:lnTo>
                  <a:pt x="102971" y="80518"/>
                </a:lnTo>
                <a:lnTo>
                  <a:pt x="119253" y="52387"/>
                </a:lnTo>
                <a:lnTo>
                  <a:pt x="132689" y="33134"/>
                </a:lnTo>
                <a:lnTo>
                  <a:pt x="143256" y="22860"/>
                </a:lnTo>
                <a:close/>
              </a:path>
              <a:path w="1300479" h="408939">
                <a:moveTo>
                  <a:pt x="356616" y="70104"/>
                </a:moveTo>
                <a:lnTo>
                  <a:pt x="311353" y="34988"/>
                </a:lnTo>
                <a:lnTo>
                  <a:pt x="281940" y="24384"/>
                </a:lnTo>
                <a:lnTo>
                  <a:pt x="278892" y="30480"/>
                </a:lnTo>
                <a:lnTo>
                  <a:pt x="296633" y="45059"/>
                </a:lnTo>
                <a:lnTo>
                  <a:pt x="311086" y="59055"/>
                </a:lnTo>
                <a:lnTo>
                  <a:pt x="322402" y="72491"/>
                </a:lnTo>
                <a:lnTo>
                  <a:pt x="330708" y="85344"/>
                </a:lnTo>
                <a:lnTo>
                  <a:pt x="335280" y="96012"/>
                </a:lnTo>
                <a:lnTo>
                  <a:pt x="339852" y="100584"/>
                </a:lnTo>
                <a:lnTo>
                  <a:pt x="347472" y="100584"/>
                </a:lnTo>
                <a:lnTo>
                  <a:pt x="350520" y="97536"/>
                </a:lnTo>
                <a:lnTo>
                  <a:pt x="353568" y="92964"/>
                </a:lnTo>
                <a:lnTo>
                  <a:pt x="356616" y="86868"/>
                </a:lnTo>
                <a:lnTo>
                  <a:pt x="356616" y="70104"/>
                </a:lnTo>
                <a:close/>
              </a:path>
              <a:path w="1300479" h="408939">
                <a:moveTo>
                  <a:pt x="411480" y="364236"/>
                </a:moveTo>
                <a:lnTo>
                  <a:pt x="392074" y="325094"/>
                </a:lnTo>
                <a:lnTo>
                  <a:pt x="390144" y="286512"/>
                </a:lnTo>
                <a:lnTo>
                  <a:pt x="381000" y="286512"/>
                </a:lnTo>
                <a:lnTo>
                  <a:pt x="379717" y="327240"/>
                </a:lnTo>
                <a:lnTo>
                  <a:pt x="368096" y="363855"/>
                </a:lnTo>
                <a:lnTo>
                  <a:pt x="362712" y="367284"/>
                </a:lnTo>
                <a:lnTo>
                  <a:pt x="310896" y="367284"/>
                </a:lnTo>
                <a:lnTo>
                  <a:pt x="300024" y="365836"/>
                </a:lnTo>
                <a:lnTo>
                  <a:pt x="292417" y="361378"/>
                </a:lnTo>
                <a:lnTo>
                  <a:pt x="287972" y="353783"/>
                </a:lnTo>
                <a:lnTo>
                  <a:pt x="286512" y="342900"/>
                </a:lnTo>
                <a:lnTo>
                  <a:pt x="286512" y="143256"/>
                </a:lnTo>
                <a:lnTo>
                  <a:pt x="390144" y="143256"/>
                </a:lnTo>
                <a:lnTo>
                  <a:pt x="356616" y="109728"/>
                </a:lnTo>
                <a:lnTo>
                  <a:pt x="335280" y="132588"/>
                </a:lnTo>
                <a:lnTo>
                  <a:pt x="237744" y="132588"/>
                </a:lnTo>
                <a:lnTo>
                  <a:pt x="237744" y="36576"/>
                </a:lnTo>
                <a:lnTo>
                  <a:pt x="252984" y="22860"/>
                </a:lnTo>
                <a:lnTo>
                  <a:pt x="211836" y="3048"/>
                </a:lnTo>
                <a:lnTo>
                  <a:pt x="212077" y="20218"/>
                </a:lnTo>
                <a:lnTo>
                  <a:pt x="213144" y="56197"/>
                </a:lnTo>
                <a:lnTo>
                  <a:pt x="213321" y="70104"/>
                </a:lnTo>
                <a:lnTo>
                  <a:pt x="213360" y="132588"/>
                </a:lnTo>
                <a:lnTo>
                  <a:pt x="117348" y="132588"/>
                </a:lnTo>
                <a:lnTo>
                  <a:pt x="132588" y="147828"/>
                </a:lnTo>
                <a:lnTo>
                  <a:pt x="142900" y="145834"/>
                </a:lnTo>
                <a:lnTo>
                  <a:pt x="153352" y="144399"/>
                </a:lnTo>
                <a:lnTo>
                  <a:pt x="164096" y="143548"/>
                </a:lnTo>
                <a:lnTo>
                  <a:pt x="175260" y="143256"/>
                </a:lnTo>
                <a:lnTo>
                  <a:pt x="213360" y="143256"/>
                </a:lnTo>
                <a:lnTo>
                  <a:pt x="208788" y="199453"/>
                </a:lnTo>
                <a:lnTo>
                  <a:pt x="199644" y="249936"/>
                </a:lnTo>
                <a:lnTo>
                  <a:pt x="183642" y="296799"/>
                </a:lnTo>
                <a:lnTo>
                  <a:pt x="163068" y="336804"/>
                </a:lnTo>
                <a:lnTo>
                  <a:pt x="135445" y="372046"/>
                </a:lnTo>
                <a:lnTo>
                  <a:pt x="102108" y="403860"/>
                </a:lnTo>
                <a:lnTo>
                  <a:pt x="106680" y="408432"/>
                </a:lnTo>
                <a:lnTo>
                  <a:pt x="149923" y="374523"/>
                </a:lnTo>
                <a:lnTo>
                  <a:pt x="182880" y="338328"/>
                </a:lnTo>
                <a:lnTo>
                  <a:pt x="207454" y="298513"/>
                </a:lnTo>
                <a:lnTo>
                  <a:pt x="224028" y="252984"/>
                </a:lnTo>
                <a:lnTo>
                  <a:pt x="233172" y="201549"/>
                </a:lnTo>
                <a:lnTo>
                  <a:pt x="237744" y="143256"/>
                </a:lnTo>
                <a:lnTo>
                  <a:pt x="263652" y="143256"/>
                </a:lnTo>
                <a:lnTo>
                  <a:pt x="263652" y="355092"/>
                </a:lnTo>
                <a:lnTo>
                  <a:pt x="266204" y="369976"/>
                </a:lnTo>
                <a:lnTo>
                  <a:pt x="273748" y="380428"/>
                </a:lnTo>
                <a:lnTo>
                  <a:pt x="286156" y="386600"/>
                </a:lnTo>
                <a:lnTo>
                  <a:pt x="303276" y="388620"/>
                </a:lnTo>
                <a:lnTo>
                  <a:pt x="373380" y="388620"/>
                </a:lnTo>
                <a:lnTo>
                  <a:pt x="384479" y="386956"/>
                </a:lnTo>
                <a:lnTo>
                  <a:pt x="394716" y="382143"/>
                </a:lnTo>
                <a:lnTo>
                  <a:pt x="403821" y="374484"/>
                </a:lnTo>
                <a:lnTo>
                  <a:pt x="409206" y="367284"/>
                </a:lnTo>
                <a:lnTo>
                  <a:pt x="411480" y="364236"/>
                </a:lnTo>
                <a:close/>
              </a:path>
              <a:path w="1300479" h="408939">
                <a:moveTo>
                  <a:pt x="850404" y="364236"/>
                </a:moveTo>
                <a:lnTo>
                  <a:pt x="827938" y="323570"/>
                </a:lnTo>
                <a:lnTo>
                  <a:pt x="826020" y="284988"/>
                </a:lnTo>
                <a:lnTo>
                  <a:pt x="818400" y="284988"/>
                </a:lnTo>
                <a:lnTo>
                  <a:pt x="813828" y="348996"/>
                </a:lnTo>
                <a:lnTo>
                  <a:pt x="798588" y="370332"/>
                </a:lnTo>
                <a:lnTo>
                  <a:pt x="737628" y="370332"/>
                </a:lnTo>
                <a:lnTo>
                  <a:pt x="721004" y="368884"/>
                </a:lnTo>
                <a:lnTo>
                  <a:pt x="709815" y="362140"/>
                </a:lnTo>
                <a:lnTo>
                  <a:pt x="703757" y="349973"/>
                </a:lnTo>
                <a:lnTo>
                  <a:pt x="702576" y="332232"/>
                </a:lnTo>
                <a:lnTo>
                  <a:pt x="702576" y="213360"/>
                </a:lnTo>
                <a:lnTo>
                  <a:pt x="845832" y="213360"/>
                </a:lnTo>
                <a:lnTo>
                  <a:pt x="810780" y="179832"/>
                </a:lnTo>
                <a:lnTo>
                  <a:pt x="786396" y="204216"/>
                </a:lnTo>
                <a:lnTo>
                  <a:pt x="664476" y="204216"/>
                </a:lnTo>
                <a:lnTo>
                  <a:pt x="664476" y="109728"/>
                </a:lnTo>
                <a:lnTo>
                  <a:pt x="804684" y="109728"/>
                </a:lnTo>
                <a:lnTo>
                  <a:pt x="769632" y="74676"/>
                </a:lnTo>
                <a:lnTo>
                  <a:pt x="745248" y="99060"/>
                </a:lnTo>
                <a:lnTo>
                  <a:pt x="664476" y="99060"/>
                </a:lnTo>
                <a:lnTo>
                  <a:pt x="664476" y="32004"/>
                </a:lnTo>
                <a:lnTo>
                  <a:pt x="678192" y="18288"/>
                </a:lnTo>
                <a:lnTo>
                  <a:pt x="638568" y="0"/>
                </a:lnTo>
                <a:lnTo>
                  <a:pt x="639445" y="16573"/>
                </a:lnTo>
                <a:lnTo>
                  <a:pt x="639902" y="38862"/>
                </a:lnTo>
                <a:lnTo>
                  <a:pt x="640092" y="100584"/>
                </a:lnTo>
                <a:lnTo>
                  <a:pt x="550176" y="100584"/>
                </a:lnTo>
                <a:lnTo>
                  <a:pt x="564527" y="70370"/>
                </a:lnTo>
                <a:lnTo>
                  <a:pt x="568464" y="60960"/>
                </a:lnTo>
                <a:lnTo>
                  <a:pt x="583704" y="54864"/>
                </a:lnTo>
                <a:lnTo>
                  <a:pt x="544080" y="32004"/>
                </a:lnTo>
                <a:lnTo>
                  <a:pt x="534098" y="73152"/>
                </a:lnTo>
                <a:lnTo>
                  <a:pt x="520268" y="112014"/>
                </a:lnTo>
                <a:lnTo>
                  <a:pt x="502716" y="148590"/>
                </a:lnTo>
                <a:lnTo>
                  <a:pt x="481596" y="182880"/>
                </a:lnTo>
                <a:lnTo>
                  <a:pt x="487692" y="185928"/>
                </a:lnTo>
                <a:lnTo>
                  <a:pt x="503402" y="169125"/>
                </a:lnTo>
                <a:lnTo>
                  <a:pt x="518553" y="150876"/>
                </a:lnTo>
                <a:lnTo>
                  <a:pt x="533120" y="131495"/>
                </a:lnTo>
                <a:lnTo>
                  <a:pt x="547128" y="111252"/>
                </a:lnTo>
                <a:lnTo>
                  <a:pt x="640092" y="111252"/>
                </a:lnTo>
                <a:lnTo>
                  <a:pt x="640092" y="204216"/>
                </a:lnTo>
                <a:lnTo>
                  <a:pt x="455688" y="204216"/>
                </a:lnTo>
                <a:lnTo>
                  <a:pt x="472452" y="219456"/>
                </a:lnTo>
                <a:lnTo>
                  <a:pt x="481876" y="217220"/>
                </a:lnTo>
                <a:lnTo>
                  <a:pt x="491883" y="215265"/>
                </a:lnTo>
                <a:lnTo>
                  <a:pt x="502450" y="213893"/>
                </a:lnTo>
                <a:lnTo>
                  <a:pt x="513600" y="213360"/>
                </a:lnTo>
                <a:lnTo>
                  <a:pt x="589800" y="213360"/>
                </a:lnTo>
                <a:lnTo>
                  <a:pt x="580656" y="272986"/>
                </a:lnTo>
                <a:lnTo>
                  <a:pt x="562368" y="320040"/>
                </a:lnTo>
                <a:lnTo>
                  <a:pt x="524459" y="361950"/>
                </a:lnTo>
                <a:lnTo>
                  <a:pt x="455688" y="403860"/>
                </a:lnTo>
                <a:lnTo>
                  <a:pt x="457212" y="408432"/>
                </a:lnTo>
                <a:lnTo>
                  <a:pt x="500075" y="392696"/>
                </a:lnTo>
                <a:lnTo>
                  <a:pt x="534936" y="375094"/>
                </a:lnTo>
                <a:lnTo>
                  <a:pt x="580656" y="333756"/>
                </a:lnTo>
                <a:lnTo>
                  <a:pt x="604469" y="279844"/>
                </a:lnTo>
                <a:lnTo>
                  <a:pt x="615708" y="213360"/>
                </a:lnTo>
                <a:lnTo>
                  <a:pt x="678192" y="213360"/>
                </a:lnTo>
                <a:lnTo>
                  <a:pt x="678192" y="345948"/>
                </a:lnTo>
                <a:lnTo>
                  <a:pt x="680542" y="365099"/>
                </a:lnTo>
                <a:lnTo>
                  <a:pt x="687908" y="379095"/>
                </a:lnTo>
                <a:lnTo>
                  <a:pt x="700684" y="387959"/>
                </a:lnTo>
                <a:lnTo>
                  <a:pt x="719340" y="391668"/>
                </a:lnTo>
                <a:lnTo>
                  <a:pt x="801636" y="391668"/>
                </a:lnTo>
                <a:lnTo>
                  <a:pt x="819327" y="389953"/>
                </a:lnTo>
                <a:lnTo>
                  <a:pt x="833450" y="384810"/>
                </a:lnTo>
                <a:lnTo>
                  <a:pt x="843851" y="376237"/>
                </a:lnTo>
                <a:lnTo>
                  <a:pt x="850404" y="364236"/>
                </a:lnTo>
                <a:close/>
              </a:path>
              <a:path w="1300479" h="408939">
                <a:moveTo>
                  <a:pt x="1299984" y="355092"/>
                </a:moveTo>
                <a:lnTo>
                  <a:pt x="1251788" y="347091"/>
                </a:lnTo>
                <a:lnTo>
                  <a:pt x="1211592" y="332232"/>
                </a:lnTo>
                <a:lnTo>
                  <a:pt x="1179207" y="309753"/>
                </a:lnTo>
                <a:lnTo>
                  <a:pt x="1149108" y="280416"/>
                </a:lnTo>
                <a:lnTo>
                  <a:pt x="1207820" y="243560"/>
                </a:lnTo>
                <a:lnTo>
                  <a:pt x="1229880" y="230124"/>
                </a:lnTo>
                <a:lnTo>
                  <a:pt x="1246644" y="228600"/>
                </a:lnTo>
                <a:lnTo>
                  <a:pt x="1217688" y="198120"/>
                </a:lnTo>
                <a:lnTo>
                  <a:pt x="1204544" y="215798"/>
                </a:lnTo>
                <a:lnTo>
                  <a:pt x="1187970" y="234315"/>
                </a:lnTo>
                <a:lnTo>
                  <a:pt x="1167968" y="253415"/>
                </a:lnTo>
                <a:lnTo>
                  <a:pt x="1144536" y="272796"/>
                </a:lnTo>
                <a:lnTo>
                  <a:pt x="1132268" y="253733"/>
                </a:lnTo>
                <a:lnTo>
                  <a:pt x="1120724" y="233362"/>
                </a:lnTo>
                <a:lnTo>
                  <a:pt x="1110030" y="212153"/>
                </a:lnTo>
                <a:lnTo>
                  <a:pt x="1100340" y="190500"/>
                </a:lnTo>
                <a:lnTo>
                  <a:pt x="1293888" y="190500"/>
                </a:lnTo>
                <a:lnTo>
                  <a:pt x="1258836" y="153924"/>
                </a:lnTo>
                <a:lnTo>
                  <a:pt x="1232928" y="179832"/>
                </a:lnTo>
                <a:lnTo>
                  <a:pt x="1103388" y="179832"/>
                </a:lnTo>
                <a:lnTo>
                  <a:pt x="1103388" y="129540"/>
                </a:lnTo>
                <a:lnTo>
                  <a:pt x="1245120" y="129540"/>
                </a:lnTo>
                <a:lnTo>
                  <a:pt x="1214640" y="96012"/>
                </a:lnTo>
                <a:lnTo>
                  <a:pt x="1191780" y="118872"/>
                </a:lnTo>
                <a:lnTo>
                  <a:pt x="1103388" y="118872"/>
                </a:lnTo>
                <a:lnTo>
                  <a:pt x="1103388" y="71628"/>
                </a:lnTo>
                <a:lnTo>
                  <a:pt x="1272552" y="71628"/>
                </a:lnTo>
                <a:lnTo>
                  <a:pt x="1240548" y="36576"/>
                </a:lnTo>
                <a:lnTo>
                  <a:pt x="1216164" y="60960"/>
                </a:lnTo>
                <a:lnTo>
                  <a:pt x="1103388" y="60960"/>
                </a:lnTo>
                <a:lnTo>
                  <a:pt x="1103388" y="30480"/>
                </a:lnTo>
                <a:lnTo>
                  <a:pt x="1117104" y="18288"/>
                </a:lnTo>
                <a:lnTo>
                  <a:pt x="1075956" y="0"/>
                </a:lnTo>
                <a:lnTo>
                  <a:pt x="1077074" y="14249"/>
                </a:lnTo>
                <a:lnTo>
                  <a:pt x="1078052" y="29337"/>
                </a:lnTo>
                <a:lnTo>
                  <a:pt x="1078738" y="45008"/>
                </a:lnTo>
                <a:lnTo>
                  <a:pt x="1079004" y="60960"/>
                </a:lnTo>
                <a:lnTo>
                  <a:pt x="923556" y="60960"/>
                </a:lnTo>
                <a:lnTo>
                  <a:pt x="938796" y="76200"/>
                </a:lnTo>
                <a:lnTo>
                  <a:pt x="949096" y="74206"/>
                </a:lnTo>
                <a:lnTo>
                  <a:pt x="959561" y="72771"/>
                </a:lnTo>
                <a:lnTo>
                  <a:pt x="970292" y="71920"/>
                </a:lnTo>
                <a:lnTo>
                  <a:pt x="981468" y="71628"/>
                </a:lnTo>
                <a:lnTo>
                  <a:pt x="1079004" y="71628"/>
                </a:lnTo>
                <a:lnTo>
                  <a:pt x="1079004" y="118872"/>
                </a:lnTo>
                <a:lnTo>
                  <a:pt x="952512" y="118872"/>
                </a:lnTo>
                <a:lnTo>
                  <a:pt x="969276" y="134112"/>
                </a:lnTo>
                <a:lnTo>
                  <a:pt x="978700" y="132118"/>
                </a:lnTo>
                <a:lnTo>
                  <a:pt x="988707" y="130683"/>
                </a:lnTo>
                <a:lnTo>
                  <a:pt x="999274" y="129832"/>
                </a:lnTo>
                <a:lnTo>
                  <a:pt x="1010424" y="129540"/>
                </a:lnTo>
                <a:lnTo>
                  <a:pt x="1079004" y="129540"/>
                </a:lnTo>
                <a:lnTo>
                  <a:pt x="1079004" y="179832"/>
                </a:lnTo>
                <a:lnTo>
                  <a:pt x="897648" y="179832"/>
                </a:lnTo>
                <a:lnTo>
                  <a:pt x="912888" y="195072"/>
                </a:lnTo>
                <a:lnTo>
                  <a:pt x="923188" y="193078"/>
                </a:lnTo>
                <a:lnTo>
                  <a:pt x="933653" y="191643"/>
                </a:lnTo>
                <a:lnTo>
                  <a:pt x="944384" y="190792"/>
                </a:lnTo>
                <a:lnTo>
                  <a:pt x="955560" y="190500"/>
                </a:lnTo>
                <a:lnTo>
                  <a:pt x="1068336" y="190500"/>
                </a:lnTo>
                <a:lnTo>
                  <a:pt x="1034046" y="231648"/>
                </a:lnTo>
                <a:lnTo>
                  <a:pt x="995184" y="268224"/>
                </a:lnTo>
                <a:lnTo>
                  <a:pt x="948321" y="301180"/>
                </a:lnTo>
                <a:lnTo>
                  <a:pt x="890028" y="330708"/>
                </a:lnTo>
                <a:lnTo>
                  <a:pt x="891552" y="338328"/>
                </a:lnTo>
                <a:lnTo>
                  <a:pt x="924674" y="326313"/>
                </a:lnTo>
                <a:lnTo>
                  <a:pt x="955370" y="312991"/>
                </a:lnTo>
                <a:lnTo>
                  <a:pt x="983488" y="298259"/>
                </a:lnTo>
                <a:lnTo>
                  <a:pt x="1008900" y="281940"/>
                </a:lnTo>
                <a:lnTo>
                  <a:pt x="1008900" y="350520"/>
                </a:lnTo>
                <a:lnTo>
                  <a:pt x="1008329" y="359956"/>
                </a:lnTo>
                <a:lnTo>
                  <a:pt x="1006614" y="367665"/>
                </a:lnTo>
                <a:lnTo>
                  <a:pt x="1003757" y="373672"/>
                </a:lnTo>
                <a:lnTo>
                  <a:pt x="999756" y="377952"/>
                </a:lnTo>
                <a:lnTo>
                  <a:pt x="1021092" y="405384"/>
                </a:lnTo>
                <a:lnTo>
                  <a:pt x="1039710" y="391414"/>
                </a:lnTo>
                <a:lnTo>
                  <a:pt x="1063764" y="374713"/>
                </a:lnTo>
                <a:lnTo>
                  <a:pt x="1093520" y="355460"/>
                </a:lnTo>
                <a:lnTo>
                  <a:pt x="1129296" y="333756"/>
                </a:lnTo>
                <a:lnTo>
                  <a:pt x="1124724" y="327660"/>
                </a:lnTo>
                <a:lnTo>
                  <a:pt x="1034808" y="365760"/>
                </a:lnTo>
                <a:lnTo>
                  <a:pt x="1034808" y="262128"/>
                </a:lnTo>
                <a:lnTo>
                  <a:pt x="1051140" y="246989"/>
                </a:lnTo>
                <a:lnTo>
                  <a:pt x="1066050" y="231267"/>
                </a:lnTo>
                <a:lnTo>
                  <a:pt x="1079804" y="214985"/>
                </a:lnTo>
                <a:lnTo>
                  <a:pt x="1092720" y="198120"/>
                </a:lnTo>
                <a:lnTo>
                  <a:pt x="1107554" y="238493"/>
                </a:lnTo>
                <a:lnTo>
                  <a:pt x="1124534" y="272986"/>
                </a:lnTo>
                <a:lnTo>
                  <a:pt x="1164348" y="326136"/>
                </a:lnTo>
                <a:lnTo>
                  <a:pt x="1209878" y="361569"/>
                </a:lnTo>
                <a:lnTo>
                  <a:pt x="1258836" y="385572"/>
                </a:lnTo>
                <a:lnTo>
                  <a:pt x="1266329" y="376428"/>
                </a:lnTo>
                <a:lnTo>
                  <a:pt x="1275410" y="369570"/>
                </a:lnTo>
                <a:lnTo>
                  <a:pt x="1286471" y="364998"/>
                </a:lnTo>
                <a:lnTo>
                  <a:pt x="1299984" y="362712"/>
                </a:lnTo>
                <a:lnTo>
                  <a:pt x="1299984" y="35509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" name="object 16"/>
          <p:cNvSpPr/>
          <p:nvPr/>
        </p:nvSpPr>
        <p:spPr>
          <a:xfrm>
            <a:off x="1751075" y="3195827"/>
            <a:ext cx="155575" cy="155575"/>
          </a:xfrm>
          <a:custGeom>
            <a:avLst/>
            <a:gdLst/>
            <a:ahLst/>
            <a:cxnLst/>
            <a:rect l="l" t="t" r="r" b="b"/>
            <a:pathLst>
              <a:path w="155575" h="155575">
                <a:moveTo>
                  <a:pt x="155448" y="155448"/>
                </a:moveTo>
                <a:lnTo>
                  <a:pt x="0" y="155448"/>
                </a:lnTo>
                <a:lnTo>
                  <a:pt x="0" y="0"/>
                </a:lnTo>
                <a:lnTo>
                  <a:pt x="155448" y="0"/>
                </a:lnTo>
                <a:lnTo>
                  <a:pt x="155448" y="155448"/>
                </a:lnTo>
                <a:close/>
              </a:path>
            </a:pathLst>
          </a:custGeom>
          <a:solidFill>
            <a:srgbClr val="3333C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" name="object 17"/>
          <p:cNvSpPr/>
          <p:nvPr/>
        </p:nvSpPr>
        <p:spPr>
          <a:xfrm>
            <a:off x="2107692" y="3040379"/>
            <a:ext cx="775970" cy="410209"/>
          </a:xfrm>
          <a:custGeom>
            <a:avLst/>
            <a:gdLst/>
            <a:ahLst/>
            <a:cxnLst/>
            <a:rect l="l" t="t" r="r" b="b"/>
            <a:pathLst>
              <a:path w="775969" h="410210">
                <a:moveTo>
                  <a:pt x="254508" y="6108"/>
                </a:moveTo>
                <a:lnTo>
                  <a:pt x="208788" y="6108"/>
                </a:lnTo>
                <a:lnTo>
                  <a:pt x="129540" y="132600"/>
                </a:lnTo>
                <a:lnTo>
                  <a:pt x="51803" y="6108"/>
                </a:lnTo>
                <a:lnTo>
                  <a:pt x="3048" y="6108"/>
                </a:lnTo>
                <a:lnTo>
                  <a:pt x="103632" y="167652"/>
                </a:lnTo>
                <a:lnTo>
                  <a:pt x="0" y="329196"/>
                </a:lnTo>
                <a:lnTo>
                  <a:pt x="47244" y="329196"/>
                </a:lnTo>
                <a:lnTo>
                  <a:pt x="126492" y="199656"/>
                </a:lnTo>
                <a:lnTo>
                  <a:pt x="205740" y="329196"/>
                </a:lnTo>
                <a:lnTo>
                  <a:pt x="254508" y="329196"/>
                </a:lnTo>
                <a:lnTo>
                  <a:pt x="153924" y="166116"/>
                </a:lnTo>
                <a:lnTo>
                  <a:pt x="254508" y="6108"/>
                </a:lnTo>
                <a:close/>
              </a:path>
              <a:path w="775969" h="410210">
                <a:moveTo>
                  <a:pt x="382524" y="167640"/>
                </a:moveTo>
                <a:lnTo>
                  <a:pt x="259067" y="167640"/>
                </a:lnTo>
                <a:lnTo>
                  <a:pt x="259067" y="207264"/>
                </a:lnTo>
                <a:lnTo>
                  <a:pt x="382524" y="207264"/>
                </a:lnTo>
                <a:lnTo>
                  <a:pt x="382524" y="167640"/>
                </a:lnTo>
                <a:close/>
              </a:path>
              <a:path w="775969" h="410210">
                <a:moveTo>
                  <a:pt x="659892" y="27432"/>
                </a:moveTo>
                <a:lnTo>
                  <a:pt x="652272" y="24384"/>
                </a:lnTo>
                <a:lnTo>
                  <a:pt x="646176" y="19812"/>
                </a:lnTo>
                <a:lnTo>
                  <a:pt x="623316" y="10668"/>
                </a:lnTo>
                <a:lnTo>
                  <a:pt x="617220" y="9144"/>
                </a:lnTo>
                <a:lnTo>
                  <a:pt x="610565" y="7124"/>
                </a:lnTo>
                <a:lnTo>
                  <a:pt x="604075" y="5524"/>
                </a:lnTo>
                <a:lnTo>
                  <a:pt x="559308" y="0"/>
                </a:lnTo>
                <a:lnTo>
                  <a:pt x="543585" y="838"/>
                </a:lnTo>
                <a:lnTo>
                  <a:pt x="499872" y="12192"/>
                </a:lnTo>
                <a:lnTo>
                  <a:pt x="464718" y="34480"/>
                </a:lnTo>
                <a:lnTo>
                  <a:pt x="437388" y="69151"/>
                </a:lnTo>
                <a:lnTo>
                  <a:pt x="420306" y="113207"/>
                </a:lnTo>
                <a:lnTo>
                  <a:pt x="414528" y="167640"/>
                </a:lnTo>
                <a:lnTo>
                  <a:pt x="415112" y="187642"/>
                </a:lnTo>
                <a:lnTo>
                  <a:pt x="425196" y="240792"/>
                </a:lnTo>
                <a:lnTo>
                  <a:pt x="445338" y="281736"/>
                </a:lnTo>
                <a:lnTo>
                  <a:pt x="476059" y="312039"/>
                </a:lnTo>
                <a:lnTo>
                  <a:pt x="514515" y="329501"/>
                </a:lnTo>
                <a:lnTo>
                  <a:pt x="559308" y="335280"/>
                </a:lnTo>
                <a:lnTo>
                  <a:pt x="576453" y="335089"/>
                </a:lnTo>
                <a:lnTo>
                  <a:pt x="626364" y="323088"/>
                </a:lnTo>
                <a:lnTo>
                  <a:pt x="652272" y="310896"/>
                </a:lnTo>
                <a:lnTo>
                  <a:pt x="659892" y="307848"/>
                </a:lnTo>
                <a:lnTo>
                  <a:pt x="659892" y="256032"/>
                </a:lnTo>
                <a:lnTo>
                  <a:pt x="656844" y="256032"/>
                </a:lnTo>
                <a:lnTo>
                  <a:pt x="653796" y="260604"/>
                </a:lnTo>
                <a:lnTo>
                  <a:pt x="649224" y="263652"/>
                </a:lnTo>
                <a:lnTo>
                  <a:pt x="630936" y="277368"/>
                </a:lnTo>
                <a:lnTo>
                  <a:pt x="621792" y="281940"/>
                </a:lnTo>
                <a:lnTo>
                  <a:pt x="615784" y="285356"/>
                </a:lnTo>
                <a:lnTo>
                  <a:pt x="577405" y="297561"/>
                </a:lnTo>
                <a:lnTo>
                  <a:pt x="559308" y="298704"/>
                </a:lnTo>
                <a:lnTo>
                  <a:pt x="549275" y="298132"/>
                </a:lnTo>
                <a:lnTo>
                  <a:pt x="512343" y="285559"/>
                </a:lnTo>
                <a:lnTo>
                  <a:pt x="482625" y="257276"/>
                </a:lnTo>
                <a:lnTo>
                  <a:pt x="463219" y="212648"/>
                </a:lnTo>
                <a:lnTo>
                  <a:pt x="458724" y="167640"/>
                </a:lnTo>
                <a:lnTo>
                  <a:pt x="459270" y="152831"/>
                </a:lnTo>
                <a:lnTo>
                  <a:pt x="466344" y="111252"/>
                </a:lnTo>
                <a:lnTo>
                  <a:pt x="487680" y="70104"/>
                </a:lnTo>
                <a:lnTo>
                  <a:pt x="519684" y="45720"/>
                </a:lnTo>
                <a:lnTo>
                  <a:pt x="559308" y="36576"/>
                </a:lnTo>
                <a:lnTo>
                  <a:pt x="568401" y="36868"/>
                </a:lnTo>
                <a:lnTo>
                  <a:pt x="607123" y="45910"/>
                </a:lnTo>
                <a:lnTo>
                  <a:pt x="636981" y="63398"/>
                </a:lnTo>
                <a:lnTo>
                  <a:pt x="647700" y="71628"/>
                </a:lnTo>
                <a:lnTo>
                  <a:pt x="652272" y="76200"/>
                </a:lnTo>
                <a:lnTo>
                  <a:pt x="656844" y="79248"/>
                </a:lnTo>
                <a:lnTo>
                  <a:pt x="659892" y="79248"/>
                </a:lnTo>
                <a:lnTo>
                  <a:pt x="659892" y="27432"/>
                </a:lnTo>
                <a:close/>
              </a:path>
              <a:path w="775969" h="410210">
                <a:moveTo>
                  <a:pt x="775716" y="268224"/>
                </a:moveTo>
                <a:lnTo>
                  <a:pt x="722363" y="268224"/>
                </a:lnTo>
                <a:lnTo>
                  <a:pt x="684263" y="409956"/>
                </a:lnTo>
                <a:lnTo>
                  <a:pt x="714756" y="409956"/>
                </a:lnTo>
                <a:lnTo>
                  <a:pt x="775716" y="26822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" name="object 18"/>
          <p:cNvSpPr/>
          <p:nvPr/>
        </p:nvSpPr>
        <p:spPr>
          <a:xfrm>
            <a:off x="3054083" y="3046475"/>
            <a:ext cx="372110" cy="323215"/>
          </a:xfrm>
          <a:custGeom>
            <a:avLst/>
            <a:gdLst/>
            <a:ahLst/>
            <a:cxnLst/>
            <a:rect l="l" t="t" r="r" b="b"/>
            <a:pathLst>
              <a:path w="372110" h="323214">
                <a:moveTo>
                  <a:pt x="260616" y="0"/>
                </a:moveTo>
                <a:lnTo>
                  <a:pt x="216420" y="0"/>
                </a:lnTo>
                <a:lnTo>
                  <a:pt x="131076" y="143256"/>
                </a:lnTo>
                <a:lnTo>
                  <a:pt x="47256" y="0"/>
                </a:lnTo>
                <a:lnTo>
                  <a:pt x="0" y="0"/>
                </a:lnTo>
                <a:lnTo>
                  <a:pt x="108216" y="184404"/>
                </a:lnTo>
                <a:lnTo>
                  <a:pt x="108216" y="323088"/>
                </a:lnTo>
                <a:lnTo>
                  <a:pt x="152412" y="323088"/>
                </a:lnTo>
                <a:lnTo>
                  <a:pt x="152412" y="179832"/>
                </a:lnTo>
                <a:lnTo>
                  <a:pt x="260616" y="0"/>
                </a:lnTo>
                <a:close/>
              </a:path>
              <a:path w="372110" h="323214">
                <a:moveTo>
                  <a:pt x="371856" y="161544"/>
                </a:moveTo>
                <a:lnTo>
                  <a:pt x="248424" y="161544"/>
                </a:lnTo>
                <a:lnTo>
                  <a:pt x="248424" y="201168"/>
                </a:lnTo>
                <a:lnTo>
                  <a:pt x="371856" y="201168"/>
                </a:lnTo>
                <a:lnTo>
                  <a:pt x="371856" y="16154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" name="object 19"/>
          <p:cNvSpPr/>
          <p:nvPr/>
        </p:nvSpPr>
        <p:spPr>
          <a:xfrm>
            <a:off x="3477768" y="3046475"/>
            <a:ext cx="334010" cy="403860"/>
          </a:xfrm>
          <a:custGeom>
            <a:avLst/>
            <a:gdLst/>
            <a:ahLst/>
            <a:cxnLst/>
            <a:rect l="l" t="t" r="r" b="b"/>
            <a:pathLst>
              <a:path w="334010" h="403860">
                <a:moveTo>
                  <a:pt x="219456" y="224028"/>
                </a:moveTo>
                <a:lnTo>
                  <a:pt x="209804" y="183311"/>
                </a:lnTo>
                <a:lnTo>
                  <a:pt x="198513" y="167640"/>
                </a:lnTo>
                <a:lnTo>
                  <a:pt x="194068" y="162763"/>
                </a:lnTo>
                <a:lnTo>
                  <a:pt x="184023" y="154876"/>
                </a:lnTo>
                <a:lnTo>
                  <a:pt x="173736" y="149250"/>
                </a:lnTo>
                <a:lnTo>
                  <a:pt x="173736" y="225552"/>
                </a:lnTo>
                <a:lnTo>
                  <a:pt x="173443" y="234149"/>
                </a:lnTo>
                <a:lnTo>
                  <a:pt x="156298" y="268871"/>
                </a:lnTo>
                <a:lnTo>
                  <a:pt x="113080" y="285877"/>
                </a:lnTo>
                <a:lnTo>
                  <a:pt x="77724" y="286512"/>
                </a:lnTo>
                <a:lnTo>
                  <a:pt x="42672" y="286512"/>
                </a:lnTo>
                <a:lnTo>
                  <a:pt x="42672" y="167640"/>
                </a:lnTo>
                <a:lnTo>
                  <a:pt x="91440" y="167640"/>
                </a:lnTo>
                <a:lnTo>
                  <a:pt x="141732" y="172212"/>
                </a:lnTo>
                <a:lnTo>
                  <a:pt x="171157" y="202628"/>
                </a:lnTo>
                <a:lnTo>
                  <a:pt x="173736" y="225552"/>
                </a:lnTo>
                <a:lnTo>
                  <a:pt x="173736" y="149250"/>
                </a:lnTo>
                <a:lnTo>
                  <a:pt x="172250" y="148424"/>
                </a:lnTo>
                <a:lnTo>
                  <a:pt x="158496" y="143256"/>
                </a:lnTo>
                <a:lnTo>
                  <a:pt x="158496" y="141732"/>
                </a:lnTo>
                <a:lnTo>
                  <a:pt x="168440" y="136588"/>
                </a:lnTo>
                <a:lnTo>
                  <a:pt x="176441" y="131064"/>
                </a:lnTo>
                <a:lnTo>
                  <a:pt x="177546" y="130302"/>
                </a:lnTo>
                <a:lnTo>
                  <a:pt x="200977" y="94869"/>
                </a:lnTo>
                <a:lnTo>
                  <a:pt x="204216" y="73152"/>
                </a:lnTo>
                <a:lnTo>
                  <a:pt x="203657" y="63182"/>
                </a:lnTo>
                <a:lnTo>
                  <a:pt x="202120" y="53911"/>
                </a:lnTo>
                <a:lnTo>
                  <a:pt x="199707" y="45516"/>
                </a:lnTo>
                <a:lnTo>
                  <a:pt x="196596" y="38100"/>
                </a:lnTo>
                <a:lnTo>
                  <a:pt x="195541" y="36576"/>
                </a:lnTo>
                <a:lnTo>
                  <a:pt x="191465" y="30657"/>
                </a:lnTo>
                <a:lnTo>
                  <a:pt x="158496" y="7658"/>
                </a:lnTo>
                <a:lnTo>
                  <a:pt x="158496" y="64008"/>
                </a:lnTo>
                <a:lnTo>
                  <a:pt x="158496" y="88392"/>
                </a:lnTo>
                <a:lnTo>
                  <a:pt x="141732" y="120396"/>
                </a:lnTo>
                <a:lnTo>
                  <a:pt x="134112" y="124968"/>
                </a:lnTo>
                <a:lnTo>
                  <a:pt x="91440" y="131064"/>
                </a:lnTo>
                <a:lnTo>
                  <a:pt x="42672" y="131064"/>
                </a:lnTo>
                <a:lnTo>
                  <a:pt x="42672" y="36576"/>
                </a:lnTo>
                <a:lnTo>
                  <a:pt x="83820" y="36576"/>
                </a:lnTo>
                <a:lnTo>
                  <a:pt x="94653" y="36601"/>
                </a:lnTo>
                <a:lnTo>
                  <a:pt x="104203" y="36766"/>
                </a:lnTo>
                <a:lnTo>
                  <a:pt x="112318" y="37223"/>
                </a:lnTo>
                <a:lnTo>
                  <a:pt x="118872" y="38100"/>
                </a:lnTo>
                <a:lnTo>
                  <a:pt x="125463" y="38658"/>
                </a:lnTo>
                <a:lnTo>
                  <a:pt x="155448" y="59436"/>
                </a:lnTo>
                <a:lnTo>
                  <a:pt x="158496" y="64008"/>
                </a:lnTo>
                <a:lnTo>
                  <a:pt x="158496" y="7658"/>
                </a:lnTo>
                <a:lnTo>
                  <a:pt x="115824" y="190"/>
                </a:lnTo>
                <a:lnTo>
                  <a:pt x="85344" y="0"/>
                </a:lnTo>
                <a:lnTo>
                  <a:pt x="0" y="0"/>
                </a:lnTo>
                <a:lnTo>
                  <a:pt x="0" y="323088"/>
                </a:lnTo>
                <a:lnTo>
                  <a:pt x="92964" y="323088"/>
                </a:lnTo>
                <a:lnTo>
                  <a:pt x="135178" y="319874"/>
                </a:lnTo>
                <a:lnTo>
                  <a:pt x="176517" y="303707"/>
                </a:lnTo>
                <a:lnTo>
                  <a:pt x="196684" y="286512"/>
                </a:lnTo>
                <a:lnTo>
                  <a:pt x="199263" y="283654"/>
                </a:lnTo>
                <a:lnTo>
                  <a:pt x="217170" y="247078"/>
                </a:lnTo>
                <a:lnTo>
                  <a:pt x="218884" y="236054"/>
                </a:lnTo>
                <a:lnTo>
                  <a:pt x="219456" y="224028"/>
                </a:lnTo>
                <a:close/>
              </a:path>
              <a:path w="334010" h="403860">
                <a:moveTo>
                  <a:pt x="333756" y="262128"/>
                </a:moveTo>
                <a:lnTo>
                  <a:pt x="278879" y="262128"/>
                </a:lnTo>
                <a:lnTo>
                  <a:pt x="240779" y="403860"/>
                </a:lnTo>
                <a:lnTo>
                  <a:pt x="272796" y="403860"/>
                </a:lnTo>
                <a:lnTo>
                  <a:pt x="333756" y="26212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" name="object 20"/>
          <p:cNvSpPr/>
          <p:nvPr/>
        </p:nvSpPr>
        <p:spPr>
          <a:xfrm>
            <a:off x="3992880" y="3046488"/>
            <a:ext cx="641985" cy="323215"/>
          </a:xfrm>
          <a:custGeom>
            <a:avLst/>
            <a:gdLst/>
            <a:ahLst/>
            <a:cxnLst/>
            <a:rect l="l" t="t" r="r" b="b"/>
            <a:pathLst>
              <a:path w="641985" h="323214">
                <a:moveTo>
                  <a:pt x="225552" y="284988"/>
                </a:moveTo>
                <a:lnTo>
                  <a:pt x="45720" y="284988"/>
                </a:lnTo>
                <a:lnTo>
                  <a:pt x="220980" y="38100"/>
                </a:lnTo>
                <a:lnTo>
                  <a:pt x="220980" y="0"/>
                </a:lnTo>
                <a:lnTo>
                  <a:pt x="7620" y="0"/>
                </a:lnTo>
                <a:lnTo>
                  <a:pt x="7620" y="38100"/>
                </a:lnTo>
                <a:lnTo>
                  <a:pt x="173736" y="38100"/>
                </a:lnTo>
                <a:lnTo>
                  <a:pt x="0" y="283464"/>
                </a:lnTo>
                <a:lnTo>
                  <a:pt x="0" y="323088"/>
                </a:lnTo>
                <a:lnTo>
                  <a:pt x="225552" y="323088"/>
                </a:lnTo>
                <a:lnTo>
                  <a:pt x="225552" y="284988"/>
                </a:lnTo>
                <a:close/>
              </a:path>
              <a:path w="641985" h="323214">
                <a:moveTo>
                  <a:pt x="364236" y="161531"/>
                </a:moveTo>
                <a:lnTo>
                  <a:pt x="240792" y="161531"/>
                </a:lnTo>
                <a:lnTo>
                  <a:pt x="240792" y="201155"/>
                </a:lnTo>
                <a:lnTo>
                  <a:pt x="364236" y="201155"/>
                </a:lnTo>
                <a:lnTo>
                  <a:pt x="364236" y="161531"/>
                </a:lnTo>
                <a:close/>
              </a:path>
              <a:path w="641985" h="323214">
                <a:moveTo>
                  <a:pt x="641591" y="323088"/>
                </a:moveTo>
                <a:lnTo>
                  <a:pt x="611060" y="233172"/>
                </a:lnTo>
                <a:lnTo>
                  <a:pt x="598639" y="196596"/>
                </a:lnTo>
                <a:lnTo>
                  <a:pt x="554723" y="67297"/>
                </a:lnTo>
                <a:lnTo>
                  <a:pt x="554723" y="196596"/>
                </a:lnTo>
                <a:lnTo>
                  <a:pt x="454139" y="196596"/>
                </a:lnTo>
                <a:lnTo>
                  <a:pt x="504431" y="44183"/>
                </a:lnTo>
                <a:lnTo>
                  <a:pt x="554723" y="196596"/>
                </a:lnTo>
                <a:lnTo>
                  <a:pt x="554723" y="67297"/>
                </a:lnTo>
                <a:lnTo>
                  <a:pt x="546874" y="44183"/>
                </a:lnTo>
                <a:lnTo>
                  <a:pt x="531863" y="0"/>
                </a:lnTo>
                <a:lnTo>
                  <a:pt x="478523" y="0"/>
                </a:lnTo>
                <a:lnTo>
                  <a:pt x="370319" y="323088"/>
                </a:lnTo>
                <a:lnTo>
                  <a:pt x="412991" y="323088"/>
                </a:lnTo>
                <a:lnTo>
                  <a:pt x="441947" y="233172"/>
                </a:lnTo>
                <a:lnTo>
                  <a:pt x="566915" y="233172"/>
                </a:lnTo>
                <a:lnTo>
                  <a:pt x="595871" y="323088"/>
                </a:lnTo>
                <a:lnTo>
                  <a:pt x="641591" y="32308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" name="object 21"/>
          <p:cNvSpPr/>
          <p:nvPr/>
        </p:nvSpPr>
        <p:spPr>
          <a:xfrm>
            <a:off x="4803648" y="3009899"/>
            <a:ext cx="843280" cy="405765"/>
          </a:xfrm>
          <a:custGeom>
            <a:avLst/>
            <a:gdLst/>
            <a:ahLst/>
            <a:cxnLst/>
            <a:rect l="l" t="t" r="r" b="b"/>
            <a:pathLst>
              <a:path w="843279" h="405764">
                <a:moveTo>
                  <a:pt x="315468" y="24384"/>
                </a:moveTo>
                <a:lnTo>
                  <a:pt x="309981" y="19812"/>
                </a:lnTo>
                <a:lnTo>
                  <a:pt x="288036" y="1524"/>
                </a:lnTo>
                <a:lnTo>
                  <a:pt x="275844" y="14833"/>
                </a:lnTo>
                <a:lnTo>
                  <a:pt x="275844" y="30480"/>
                </a:lnTo>
                <a:lnTo>
                  <a:pt x="275844" y="80772"/>
                </a:lnTo>
                <a:lnTo>
                  <a:pt x="275844" y="89916"/>
                </a:lnTo>
                <a:lnTo>
                  <a:pt x="275844" y="143256"/>
                </a:lnTo>
                <a:lnTo>
                  <a:pt x="123444" y="143256"/>
                </a:lnTo>
                <a:lnTo>
                  <a:pt x="123444" y="89916"/>
                </a:lnTo>
                <a:lnTo>
                  <a:pt x="275844" y="89916"/>
                </a:lnTo>
                <a:lnTo>
                  <a:pt x="275844" y="80772"/>
                </a:lnTo>
                <a:lnTo>
                  <a:pt x="123444" y="80772"/>
                </a:lnTo>
                <a:lnTo>
                  <a:pt x="123444" y="30480"/>
                </a:lnTo>
                <a:lnTo>
                  <a:pt x="275844" y="30480"/>
                </a:lnTo>
                <a:lnTo>
                  <a:pt x="275844" y="14833"/>
                </a:lnTo>
                <a:lnTo>
                  <a:pt x="271272" y="19812"/>
                </a:lnTo>
                <a:lnTo>
                  <a:pt x="126492" y="19812"/>
                </a:lnTo>
                <a:lnTo>
                  <a:pt x="97536" y="3048"/>
                </a:lnTo>
                <a:lnTo>
                  <a:pt x="98412" y="26746"/>
                </a:lnTo>
                <a:lnTo>
                  <a:pt x="98869" y="49720"/>
                </a:lnTo>
                <a:lnTo>
                  <a:pt x="99034" y="71843"/>
                </a:lnTo>
                <a:lnTo>
                  <a:pt x="99009" y="116776"/>
                </a:lnTo>
                <a:lnTo>
                  <a:pt x="98869" y="136398"/>
                </a:lnTo>
                <a:lnTo>
                  <a:pt x="98412" y="158115"/>
                </a:lnTo>
                <a:lnTo>
                  <a:pt x="97536" y="179832"/>
                </a:lnTo>
                <a:lnTo>
                  <a:pt x="123444" y="169164"/>
                </a:lnTo>
                <a:lnTo>
                  <a:pt x="123444" y="153924"/>
                </a:lnTo>
                <a:lnTo>
                  <a:pt x="275844" y="153924"/>
                </a:lnTo>
                <a:lnTo>
                  <a:pt x="275844" y="175260"/>
                </a:lnTo>
                <a:lnTo>
                  <a:pt x="301752" y="161544"/>
                </a:lnTo>
                <a:lnTo>
                  <a:pt x="301371" y="153924"/>
                </a:lnTo>
                <a:lnTo>
                  <a:pt x="300863" y="143256"/>
                </a:lnTo>
                <a:lnTo>
                  <a:pt x="300418" y="116776"/>
                </a:lnTo>
                <a:lnTo>
                  <a:pt x="300291" y="89916"/>
                </a:lnTo>
                <a:lnTo>
                  <a:pt x="300240" y="80772"/>
                </a:lnTo>
                <a:lnTo>
                  <a:pt x="300228" y="36576"/>
                </a:lnTo>
                <a:lnTo>
                  <a:pt x="307848" y="30480"/>
                </a:lnTo>
                <a:lnTo>
                  <a:pt x="315468" y="24384"/>
                </a:lnTo>
                <a:close/>
              </a:path>
              <a:path w="843279" h="405764">
                <a:moveTo>
                  <a:pt x="399288" y="355092"/>
                </a:moveTo>
                <a:lnTo>
                  <a:pt x="379590" y="357098"/>
                </a:lnTo>
                <a:lnTo>
                  <a:pt x="357187" y="358521"/>
                </a:lnTo>
                <a:lnTo>
                  <a:pt x="332206" y="359384"/>
                </a:lnTo>
                <a:lnTo>
                  <a:pt x="304800" y="359664"/>
                </a:lnTo>
                <a:lnTo>
                  <a:pt x="276809" y="358241"/>
                </a:lnTo>
                <a:lnTo>
                  <a:pt x="252412" y="356235"/>
                </a:lnTo>
                <a:lnTo>
                  <a:pt x="231711" y="353669"/>
                </a:lnTo>
                <a:lnTo>
                  <a:pt x="214884" y="350520"/>
                </a:lnTo>
                <a:lnTo>
                  <a:pt x="214884" y="342900"/>
                </a:lnTo>
                <a:lnTo>
                  <a:pt x="214884" y="278892"/>
                </a:lnTo>
                <a:lnTo>
                  <a:pt x="361188" y="278892"/>
                </a:lnTo>
                <a:lnTo>
                  <a:pt x="350520" y="268224"/>
                </a:lnTo>
                <a:lnTo>
                  <a:pt x="327660" y="245364"/>
                </a:lnTo>
                <a:lnTo>
                  <a:pt x="304800" y="268224"/>
                </a:lnTo>
                <a:lnTo>
                  <a:pt x="214884" y="268224"/>
                </a:lnTo>
                <a:lnTo>
                  <a:pt x="214884" y="208788"/>
                </a:lnTo>
                <a:lnTo>
                  <a:pt x="390144" y="208788"/>
                </a:lnTo>
                <a:lnTo>
                  <a:pt x="353568" y="172212"/>
                </a:lnTo>
                <a:lnTo>
                  <a:pt x="327660" y="198120"/>
                </a:lnTo>
                <a:lnTo>
                  <a:pt x="6096" y="198120"/>
                </a:lnTo>
                <a:lnTo>
                  <a:pt x="21336" y="214884"/>
                </a:lnTo>
                <a:lnTo>
                  <a:pt x="31623" y="212013"/>
                </a:lnTo>
                <a:lnTo>
                  <a:pt x="41910" y="210121"/>
                </a:lnTo>
                <a:lnTo>
                  <a:pt x="52197" y="209105"/>
                </a:lnTo>
                <a:lnTo>
                  <a:pt x="62484" y="208788"/>
                </a:lnTo>
                <a:lnTo>
                  <a:pt x="190500" y="208788"/>
                </a:lnTo>
                <a:lnTo>
                  <a:pt x="190500" y="342900"/>
                </a:lnTo>
                <a:lnTo>
                  <a:pt x="164757" y="330619"/>
                </a:lnTo>
                <a:lnTo>
                  <a:pt x="122986" y="300901"/>
                </a:lnTo>
                <a:lnTo>
                  <a:pt x="116319" y="261175"/>
                </a:lnTo>
                <a:lnTo>
                  <a:pt x="134112" y="240792"/>
                </a:lnTo>
                <a:lnTo>
                  <a:pt x="96012" y="217932"/>
                </a:lnTo>
                <a:lnTo>
                  <a:pt x="83146" y="272516"/>
                </a:lnTo>
                <a:lnTo>
                  <a:pt x="62865" y="319659"/>
                </a:lnTo>
                <a:lnTo>
                  <a:pt x="35140" y="359384"/>
                </a:lnTo>
                <a:lnTo>
                  <a:pt x="0" y="391668"/>
                </a:lnTo>
                <a:lnTo>
                  <a:pt x="4572" y="396240"/>
                </a:lnTo>
                <a:lnTo>
                  <a:pt x="34594" y="378548"/>
                </a:lnTo>
                <a:lnTo>
                  <a:pt x="60769" y="355282"/>
                </a:lnTo>
                <a:lnTo>
                  <a:pt x="83223" y="326593"/>
                </a:lnTo>
                <a:lnTo>
                  <a:pt x="102108" y="292608"/>
                </a:lnTo>
                <a:lnTo>
                  <a:pt x="112699" y="306019"/>
                </a:lnTo>
                <a:lnTo>
                  <a:pt x="149352" y="341376"/>
                </a:lnTo>
                <a:lnTo>
                  <a:pt x="198856" y="367741"/>
                </a:lnTo>
                <a:lnTo>
                  <a:pt x="244005" y="380961"/>
                </a:lnTo>
                <a:lnTo>
                  <a:pt x="316534" y="389051"/>
                </a:lnTo>
                <a:lnTo>
                  <a:pt x="364236" y="391668"/>
                </a:lnTo>
                <a:lnTo>
                  <a:pt x="367347" y="382244"/>
                </a:lnTo>
                <a:lnTo>
                  <a:pt x="374332" y="374523"/>
                </a:lnTo>
                <a:lnTo>
                  <a:pt x="385013" y="368528"/>
                </a:lnTo>
                <a:lnTo>
                  <a:pt x="399288" y="364236"/>
                </a:lnTo>
                <a:lnTo>
                  <a:pt x="399288" y="359664"/>
                </a:lnTo>
                <a:lnTo>
                  <a:pt x="399288" y="355092"/>
                </a:lnTo>
                <a:close/>
              </a:path>
              <a:path w="843279" h="405764">
                <a:moveTo>
                  <a:pt x="612635" y="137160"/>
                </a:moveTo>
                <a:lnTo>
                  <a:pt x="582155" y="106680"/>
                </a:lnTo>
                <a:lnTo>
                  <a:pt x="562343" y="126492"/>
                </a:lnTo>
                <a:lnTo>
                  <a:pt x="548627" y="126492"/>
                </a:lnTo>
                <a:lnTo>
                  <a:pt x="548627" y="48768"/>
                </a:lnTo>
                <a:lnTo>
                  <a:pt x="548627" y="45720"/>
                </a:lnTo>
                <a:lnTo>
                  <a:pt x="566039" y="41706"/>
                </a:lnTo>
                <a:lnTo>
                  <a:pt x="581583" y="38671"/>
                </a:lnTo>
                <a:lnTo>
                  <a:pt x="595134" y="36512"/>
                </a:lnTo>
                <a:lnTo>
                  <a:pt x="606539" y="35052"/>
                </a:lnTo>
                <a:lnTo>
                  <a:pt x="580631" y="7620"/>
                </a:lnTo>
                <a:lnTo>
                  <a:pt x="539915" y="29057"/>
                </a:lnTo>
                <a:lnTo>
                  <a:pt x="486333" y="44577"/>
                </a:lnTo>
                <a:lnTo>
                  <a:pt x="451091" y="51816"/>
                </a:lnTo>
                <a:lnTo>
                  <a:pt x="452615" y="59436"/>
                </a:lnTo>
                <a:lnTo>
                  <a:pt x="506628" y="51295"/>
                </a:lnTo>
                <a:lnTo>
                  <a:pt x="525767" y="48768"/>
                </a:lnTo>
                <a:lnTo>
                  <a:pt x="525767" y="126492"/>
                </a:lnTo>
                <a:lnTo>
                  <a:pt x="443471" y="126492"/>
                </a:lnTo>
                <a:lnTo>
                  <a:pt x="458711" y="143256"/>
                </a:lnTo>
                <a:lnTo>
                  <a:pt x="469023" y="140385"/>
                </a:lnTo>
                <a:lnTo>
                  <a:pt x="479475" y="138493"/>
                </a:lnTo>
                <a:lnTo>
                  <a:pt x="490220" y="137477"/>
                </a:lnTo>
                <a:lnTo>
                  <a:pt x="501383" y="137160"/>
                </a:lnTo>
                <a:lnTo>
                  <a:pt x="524243" y="137160"/>
                </a:lnTo>
                <a:lnTo>
                  <a:pt x="510717" y="180975"/>
                </a:lnTo>
                <a:lnTo>
                  <a:pt x="493763" y="227076"/>
                </a:lnTo>
                <a:lnTo>
                  <a:pt x="469950" y="273558"/>
                </a:lnTo>
                <a:lnTo>
                  <a:pt x="440423" y="320040"/>
                </a:lnTo>
                <a:lnTo>
                  <a:pt x="444995" y="323088"/>
                </a:lnTo>
                <a:lnTo>
                  <a:pt x="468985" y="296824"/>
                </a:lnTo>
                <a:lnTo>
                  <a:pt x="490524" y="268414"/>
                </a:lnTo>
                <a:lnTo>
                  <a:pt x="509511" y="238010"/>
                </a:lnTo>
                <a:lnTo>
                  <a:pt x="525767" y="205740"/>
                </a:lnTo>
                <a:lnTo>
                  <a:pt x="525538" y="269735"/>
                </a:lnTo>
                <a:lnTo>
                  <a:pt x="525081" y="317207"/>
                </a:lnTo>
                <a:lnTo>
                  <a:pt x="524497" y="368884"/>
                </a:lnTo>
                <a:lnTo>
                  <a:pt x="524243" y="405384"/>
                </a:lnTo>
                <a:lnTo>
                  <a:pt x="550151" y="391668"/>
                </a:lnTo>
                <a:lnTo>
                  <a:pt x="549313" y="365760"/>
                </a:lnTo>
                <a:lnTo>
                  <a:pt x="549211" y="358140"/>
                </a:lnTo>
                <a:lnTo>
                  <a:pt x="548868" y="324993"/>
                </a:lnTo>
                <a:lnTo>
                  <a:pt x="548754" y="297180"/>
                </a:lnTo>
                <a:lnTo>
                  <a:pt x="548640" y="205740"/>
                </a:lnTo>
                <a:lnTo>
                  <a:pt x="548627" y="182880"/>
                </a:lnTo>
                <a:lnTo>
                  <a:pt x="557225" y="193725"/>
                </a:lnTo>
                <a:lnTo>
                  <a:pt x="564819" y="205549"/>
                </a:lnTo>
                <a:lnTo>
                  <a:pt x="571563" y="218249"/>
                </a:lnTo>
                <a:lnTo>
                  <a:pt x="577583" y="231648"/>
                </a:lnTo>
                <a:lnTo>
                  <a:pt x="582155" y="243840"/>
                </a:lnTo>
                <a:lnTo>
                  <a:pt x="586727" y="248412"/>
                </a:lnTo>
                <a:lnTo>
                  <a:pt x="592823" y="248412"/>
                </a:lnTo>
                <a:lnTo>
                  <a:pt x="600443" y="233172"/>
                </a:lnTo>
                <a:lnTo>
                  <a:pt x="601967" y="227076"/>
                </a:lnTo>
                <a:lnTo>
                  <a:pt x="601967" y="220980"/>
                </a:lnTo>
                <a:lnTo>
                  <a:pt x="578421" y="190004"/>
                </a:lnTo>
                <a:lnTo>
                  <a:pt x="548627" y="172212"/>
                </a:lnTo>
                <a:lnTo>
                  <a:pt x="548627" y="137160"/>
                </a:lnTo>
                <a:lnTo>
                  <a:pt x="612635" y="137160"/>
                </a:lnTo>
                <a:close/>
              </a:path>
              <a:path w="843279" h="405764">
                <a:moveTo>
                  <a:pt x="616559" y="328422"/>
                </a:moveTo>
                <a:lnTo>
                  <a:pt x="616521" y="312115"/>
                </a:lnTo>
                <a:lnTo>
                  <a:pt x="615683" y="294132"/>
                </a:lnTo>
                <a:lnTo>
                  <a:pt x="609587" y="294132"/>
                </a:lnTo>
                <a:lnTo>
                  <a:pt x="604735" y="310997"/>
                </a:lnTo>
                <a:lnTo>
                  <a:pt x="599300" y="324993"/>
                </a:lnTo>
                <a:lnTo>
                  <a:pt x="593318" y="336118"/>
                </a:lnTo>
                <a:lnTo>
                  <a:pt x="586727" y="344424"/>
                </a:lnTo>
                <a:lnTo>
                  <a:pt x="579107" y="352044"/>
                </a:lnTo>
                <a:lnTo>
                  <a:pt x="576059" y="356616"/>
                </a:lnTo>
                <a:lnTo>
                  <a:pt x="576059" y="362712"/>
                </a:lnTo>
                <a:lnTo>
                  <a:pt x="579107" y="365760"/>
                </a:lnTo>
                <a:lnTo>
                  <a:pt x="582155" y="367284"/>
                </a:lnTo>
                <a:lnTo>
                  <a:pt x="597395" y="367284"/>
                </a:lnTo>
                <a:lnTo>
                  <a:pt x="603491" y="365760"/>
                </a:lnTo>
                <a:lnTo>
                  <a:pt x="608063" y="364236"/>
                </a:lnTo>
                <a:lnTo>
                  <a:pt x="612635" y="358140"/>
                </a:lnTo>
                <a:lnTo>
                  <a:pt x="614159" y="347472"/>
                </a:lnTo>
                <a:lnTo>
                  <a:pt x="615899" y="338924"/>
                </a:lnTo>
                <a:lnTo>
                  <a:pt x="616559" y="328422"/>
                </a:lnTo>
                <a:close/>
              </a:path>
              <a:path w="843279" h="405764">
                <a:moveTo>
                  <a:pt x="734555" y="289560"/>
                </a:moveTo>
                <a:lnTo>
                  <a:pt x="703605" y="258991"/>
                </a:lnTo>
                <a:lnTo>
                  <a:pt x="687311" y="248412"/>
                </a:lnTo>
                <a:lnTo>
                  <a:pt x="684263" y="252984"/>
                </a:lnTo>
                <a:lnTo>
                  <a:pt x="693699" y="267271"/>
                </a:lnTo>
                <a:lnTo>
                  <a:pt x="701408" y="280416"/>
                </a:lnTo>
                <a:lnTo>
                  <a:pt x="707415" y="292417"/>
                </a:lnTo>
                <a:lnTo>
                  <a:pt x="711695" y="303276"/>
                </a:lnTo>
                <a:lnTo>
                  <a:pt x="716267" y="316992"/>
                </a:lnTo>
                <a:lnTo>
                  <a:pt x="720839" y="316992"/>
                </a:lnTo>
                <a:lnTo>
                  <a:pt x="723887" y="313944"/>
                </a:lnTo>
                <a:lnTo>
                  <a:pt x="728459" y="307848"/>
                </a:lnTo>
                <a:lnTo>
                  <a:pt x="731507" y="301752"/>
                </a:lnTo>
                <a:lnTo>
                  <a:pt x="734555" y="297180"/>
                </a:lnTo>
                <a:lnTo>
                  <a:pt x="734555" y="289560"/>
                </a:lnTo>
                <a:close/>
              </a:path>
              <a:path w="843279" h="405764">
                <a:moveTo>
                  <a:pt x="795515" y="364236"/>
                </a:moveTo>
                <a:lnTo>
                  <a:pt x="776655" y="327088"/>
                </a:lnTo>
                <a:lnTo>
                  <a:pt x="775703" y="306324"/>
                </a:lnTo>
                <a:lnTo>
                  <a:pt x="769607" y="306324"/>
                </a:lnTo>
                <a:lnTo>
                  <a:pt x="768680" y="313944"/>
                </a:lnTo>
                <a:lnTo>
                  <a:pt x="766216" y="334759"/>
                </a:lnTo>
                <a:lnTo>
                  <a:pt x="765035" y="344424"/>
                </a:lnTo>
                <a:lnTo>
                  <a:pt x="763041" y="353364"/>
                </a:lnTo>
                <a:lnTo>
                  <a:pt x="759320" y="359854"/>
                </a:lnTo>
                <a:lnTo>
                  <a:pt x="753897" y="364363"/>
                </a:lnTo>
                <a:lnTo>
                  <a:pt x="746747" y="367284"/>
                </a:lnTo>
                <a:lnTo>
                  <a:pt x="697979" y="367284"/>
                </a:lnTo>
                <a:lnTo>
                  <a:pt x="686219" y="366737"/>
                </a:lnTo>
                <a:lnTo>
                  <a:pt x="678167" y="362902"/>
                </a:lnTo>
                <a:lnTo>
                  <a:pt x="673557" y="355930"/>
                </a:lnTo>
                <a:lnTo>
                  <a:pt x="672071" y="345948"/>
                </a:lnTo>
                <a:lnTo>
                  <a:pt x="672071" y="304800"/>
                </a:lnTo>
                <a:lnTo>
                  <a:pt x="684263" y="294132"/>
                </a:lnTo>
                <a:lnTo>
                  <a:pt x="647687" y="278892"/>
                </a:lnTo>
                <a:lnTo>
                  <a:pt x="647941" y="297180"/>
                </a:lnTo>
                <a:lnTo>
                  <a:pt x="648982" y="335470"/>
                </a:lnTo>
                <a:lnTo>
                  <a:pt x="649211" y="356616"/>
                </a:lnTo>
                <a:lnTo>
                  <a:pt x="650951" y="368884"/>
                </a:lnTo>
                <a:lnTo>
                  <a:pt x="656259" y="378142"/>
                </a:lnTo>
                <a:lnTo>
                  <a:pt x="665289" y="384263"/>
                </a:lnTo>
                <a:lnTo>
                  <a:pt x="678167" y="387096"/>
                </a:lnTo>
                <a:lnTo>
                  <a:pt x="752843" y="387096"/>
                </a:lnTo>
                <a:lnTo>
                  <a:pt x="767448" y="386524"/>
                </a:lnTo>
                <a:lnTo>
                  <a:pt x="779322" y="382524"/>
                </a:lnTo>
                <a:lnTo>
                  <a:pt x="788644" y="375094"/>
                </a:lnTo>
                <a:lnTo>
                  <a:pt x="793584" y="367284"/>
                </a:lnTo>
                <a:lnTo>
                  <a:pt x="795515" y="364236"/>
                </a:lnTo>
                <a:close/>
              </a:path>
              <a:path w="843279" h="405764">
                <a:moveTo>
                  <a:pt x="824471" y="129540"/>
                </a:moveTo>
                <a:lnTo>
                  <a:pt x="797039" y="108204"/>
                </a:lnTo>
                <a:lnTo>
                  <a:pt x="784847" y="124968"/>
                </a:lnTo>
                <a:lnTo>
                  <a:pt x="720839" y="124968"/>
                </a:lnTo>
                <a:lnTo>
                  <a:pt x="731697" y="110134"/>
                </a:lnTo>
                <a:lnTo>
                  <a:pt x="741413" y="97726"/>
                </a:lnTo>
                <a:lnTo>
                  <a:pt x="749985" y="87896"/>
                </a:lnTo>
                <a:lnTo>
                  <a:pt x="757415" y="80772"/>
                </a:lnTo>
                <a:lnTo>
                  <a:pt x="763422" y="74701"/>
                </a:lnTo>
                <a:lnTo>
                  <a:pt x="769988" y="69913"/>
                </a:lnTo>
                <a:lnTo>
                  <a:pt x="777138" y="65989"/>
                </a:lnTo>
                <a:lnTo>
                  <a:pt x="781494" y="64008"/>
                </a:lnTo>
                <a:lnTo>
                  <a:pt x="784847" y="62484"/>
                </a:lnTo>
                <a:lnTo>
                  <a:pt x="776782" y="54864"/>
                </a:lnTo>
                <a:lnTo>
                  <a:pt x="757415" y="36576"/>
                </a:lnTo>
                <a:lnTo>
                  <a:pt x="740651" y="54864"/>
                </a:lnTo>
                <a:lnTo>
                  <a:pt x="673595" y="54864"/>
                </a:lnTo>
                <a:lnTo>
                  <a:pt x="682726" y="41706"/>
                </a:lnTo>
                <a:lnTo>
                  <a:pt x="691692" y="31813"/>
                </a:lnTo>
                <a:lnTo>
                  <a:pt x="700392" y="25082"/>
                </a:lnTo>
                <a:lnTo>
                  <a:pt x="708647" y="21336"/>
                </a:lnTo>
                <a:lnTo>
                  <a:pt x="675119" y="0"/>
                </a:lnTo>
                <a:lnTo>
                  <a:pt x="656259" y="44373"/>
                </a:lnTo>
                <a:lnTo>
                  <a:pt x="628065" y="90487"/>
                </a:lnTo>
                <a:lnTo>
                  <a:pt x="609587" y="114300"/>
                </a:lnTo>
                <a:lnTo>
                  <a:pt x="614159" y="118872"/>
                </a:lnTo>
                <a:lnTo>
                  <a:pt x="627862" y="106870"/>
                </a:lnTo>
                <a:lnTo>
                  <a:pt x="641400" y="93726"/>
                </a:lnTo>
                <a:lnTo>
                  <a:pt x="654672" y="79438"/>
                </a:lnTo>
                <a:lnTo>
                  <a:pt x="667499" y="64008"/>
                </a:lnTo>
                <a:lnTo>
                  <a:pt x="742175" y="64008"/>
                </a:lnTo>
                <a:lnTo>
                  <a:pt x="710171" y="124968"/>
                </a:lnTo>
                <a:lnTo>
                  <a:pt x="614159" y="124968"/>
                </a:lnTo>
                <a:lnTo>
                  <a:pt x="629399" y="141732"/>
                </a:lnTo>
                <a:lnTo>
                  <a:pt x="639711" y="138861"/>
                </a:lnTo>
                <a:lnTo>
                  <a:pt x="650163" y="136969"/>
                </a:lnTo>
                <a:lnTo>
                  <a:pt x="660908" y="135953"/>
                </a:lnTo>
                <a:lnTo>
                  <a:pt x="672071" y="135636"/>
                </a:lnTo>
                <a:lnTo>
                  <a:pt x="787895" y="135636"/>
                </a:lnTo>
                <a:lnTo>
                  <a:pt x="787895" y="178308"/>
                </a:lnTo>
                <a:lnTo>
                  <a:pt x="630923" y="178308"/>
                </a:lnTo>
                <a:lnTo>
                  <a:pt x="647687" y="193548"/>
                </a:lnTo>
                <a:lnTo>
                  <a:pt x="657123" y="191312"/>
                </a:lnTo>
                <a:lnTo>
                  <a:pt x="667118" y="189357"/>
                </a:lnTo>
                <a:lnTo>
                  <a:pt x="677697" y="187985"/>
                </a:lnTo>
                <a:lnTo>
                  <a:pt x="688835" y="187452"/>
                </a:lnTo>
                <a:lnTo>
                  <a:pt x="787895" y="187452"/>
                </a:lnTo>
                <a:lnTo>
                  <a:pt x="787895" y="228600"/>
                </a:lnTo>
                <a:lnTo>
                  <a:pt x="614159" y="228600"/>
                </a:lnTo>
                <a:lnTo>
                  <a:pt x="629399" y="243840"/>
                </a:lnTo>
                <a:lnTo>
                  <a:pt x="639711" y="241604"/>
                </a:lnTo>
                <a:lnTo>
                  <a:pt x="650163" y="239649"/>
                </a:lnTo>
                <a:lnTo>
                  <a:pt x="660908" y="238277"/>
                </a:lnTo>
                <a:lnTo>
                  <a:pt x="672071" y="237744"/>
                </a:lnTo>
                <a:lnTo>
                  <a:pt x="787895" y="237744"/>
                </a:lnTo>
                <a:lnTo>
                  <a:pt x="787895" y="260604"/>
                </a:lnTo>
                <a:lnTo>
                  <a:pt x="812279" y="249936"/>
                </a:lnTo>
                <a:lnTo>
                  <a:pt x="810933" y="208788"/>
                </a:lnTo>
                <a:lnTo>
                  <a:pt x="810755" y="141732"/>
                </a:lnTo>
                <a:lnTo>
                  <a:pt x="817613" y="135636"/>
                </a:lnTo>
                <a:lnTo>
                  <a:pt x="824471" y="129540"/>
                </a:lnTo>
                <a:close/>
              </a:path>
              <a:path w="843279" h="405764">
                <a:moveTo>
                  <a:pt x="842759" y="341376"/>
                </a:moveTo>
                <a:lnTo>
                  <a:pt x="819188" y="309524"/>
                </a:lnTo>
                <a:lnTo>
                  <a:pt x="787895" y="291084"/>
                </a:lnTo>
                <a:lnTo>
                  <a:pt x="784847" y="294132"/>
                </a:lnTo>
                <a:lnTo>
                  <a:pt x="791311" y="303276"/>
                </a:lnTo>
                <a:lnTo>
                  <a:pt x="799325" y="314706"/>
                </a:lnTo>
                <a:lnTo>
                  <a:pt x="818883" y="351282"/>
                </a:lnTo>
                <a:lnTo>
                  <a:pt x="822947" y="364236"/>
                </a:lnTo>
                <a:lnTo>
                  <a:pt x="825995" y="367284"/>
                </a:lnTo>
                <a:lnTo>
                  <a:pt x="829043" y="367284"/>
                </a:lnTo>
                <a:lnTo>
                  <a:pt x="832091" y="364236"/>
                </a:lnTo>
                <a:lnTo>
                  <a:pt x="836663" y="358140"/>
                </a:lnTo>
                <a:lnTo>
                  <a:pt x="839711" y="350520"/>
                </a:lnTo>
                <a:lnTo>
                  <a:pt x="842759" y="345948"/>
                </a:lnTo>
                <a:lnTo>
                  <a:pt x="842759" y="34137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" name="object 22"/>
          <p:cNvSpPr/>
          <p:nvPr/>
        </p:nvSpPr>
        <p:spPr>
          <a:xfrm>
            <a:off x="5698235" y="3008375"/>
            <a:ext cx="387350" cy="405765"/>
          </a:xfrm>
          <a:custGeom>
            <a:avLst/>
            <a:gdLst/>
            <a:ahLst/>
            <a:cxnLst/>
            <a:rect l="l" t="t" r="r" b="b"/>
            <a:pathLst>
              <a:path w="387350" h="405764">
                <a:moveTo>
                  <a:pt x="198120" y="71627"/>
                </a:moveTo>
                <a:lnTo>
                  <a:pt x="193548" y="71627"/>
                </a:lnTo>
                <a:lnTo>
                  <a:pt x="190500" y="65531"/>
                </a:lnTo>
                <a:lnTo>
                  <a:pt x="188976" y="56387"/>
                </a:lnTo>
                <a:lnTo>
                  <a:pt x="185547" y="44410"/>
                </a:lnTo>
                <a:lnTo>
                  <a:pt x="179832" y="31432"/>
                </a:lnTo>
                <a:lnTo>
                  <a:pt x="171831" y="17597"/>
                </a:lnTo>
                <a:lnTo>
                  <a:pt x="161544" y="3048"/>
                </a:lnTo>
                <a:lnTo>
                  <a:pt x="164592" y="0"/>
                </a:lnTo>
                <a:lnTo>
                  <a:pt x="179379" y="8358"/>
                </a:lnTo>
                <a:lnTo>
                  <a:pt x="191452" y="15430"/>
                </a:lnTo>
                <a:lnTo>
                  <a:pt x="200382" y="21645"/>
                </a:lnTo>
                <a:lnTo>
                  <a:pt x="205740" y="27431"/>
                </a:lnTo>
                <a:lnTo>
                  <a:pt x="211836" y="33527"/>
                </a:lnTo>
                <a:lnTo>
                  <a:pt x="214884" y="39624"/>
                </a:lnTo>
                <a:lnTo>
                  <a:pt x="214884" y="50291"/>
                </a:lnTo>
                <a:lnTo>
                  <a:pt x="211836" y="56387"/>
                </a:lnTo>
                <a:lnTo>
                  <a:pt x="207264" y="62483"/>
                </a:lnTo>
                <a:lnTo>
                  <a:pt x="198120" y="71627"/>
                </a:lnTo>
                <a:close/>
              </a:path>
              <a:path w="387350" h="405764">
                <a:moveTo>
                  <a:pt x="36576" y="138683"/>
                </a:moveTo>
                <a:lnTo>
                  <a:pt x="27432" y="138683"/>
                </a:lnTo>
                <a:lnTo>
                  <a:pt x="22860" y="137159"/>
                </a:lnTo>
                <a:lnTo>
                  <a:pt x="19812" y="134111"/>
                </a:lnTo>
                <a:lnTo>
                  <a:pt x="15240" y="132587"/>
                </a:lnTo>
                <a:lnTo>
                  <a:pt x="13716" y="129539"/>
                </a:lnTo>
                <a:lnTo>
                  <a:pt x="13716" y="123443"/>
                </a:lnTo>
                <a:lnTo>
                  <a:pt x="18288" y="117347"/>
                </a:lnTo>
                <a:lnTo>
                  <a:pt x="27432" y="109727"/>
                </a:lnTo>
                <a:lnTo>
                  <a:pt x="35099" y="100274"/>
                </a:lnTo>
                <a:lnTo>
                  <a:pt x="41910" y="87820"/>
                </a:lnTo>
                <a:lnTo>
                  <a:pt x="47577" y="72223"/>
                </a:lnTo>
                <a:lnTo>
                  <a:pt x="51816" y="53339"/>
                </a:lnTo>
                <a:lnTo>
                  <a:pt x="57912" y="53339"/>
                </a:lnTo>
                <a:lnTo>
                  <a:pt x="57912" y="76200"/>
                </a:lnTo>
                <a:lnTo>
                  <a:pt x="366314" y="76200"/>
                </a:lnTo>
                <a:lnTo>
                  <a:pt x="375527" y="86867"/>
                </a:lnTo>
                <a:lnTo>
                  <a:pt x="57912" y="86867"/>
                </a:lnTo>
                <a:lnTo>
                  <a:pt x="58197" y="105155"/>
                </a:lnTo>
                <a:lnTo>
                  <a:pt x="56769" y="118871"/>
                </a:lnTo>
                <a:lnTo>
                  <a:pt x="53625" y="128015"/>
                </a:lnTo>
                <a:lnTo>
                  <a:pt x="48768" y="132587"/>
                </a:lnTo>
                <a:lnTo>
                  <a:pt x="41148" y="137159"/>
                </a:lnTo>
                <a:lnTo>
                  <a:pt x="36576" y="138683"/>
                </a:lnTo>
                <a:close/>
              </a:path>
              <a:path w="387350" h="405764">
                <a:moveTo>
                  <a:pt x="366314" y="76200"/>
                </a:moveTo>
                <a:lnTo>
                  <a:pt x="332232" y="76200"/>
                </a:lnTo>
                <a:lnTo>
                  <a:pt x="350520" y="57912"/>
                </a:lnTo>
                <a:lnTo>
                  <a:pt x="366314" y="76200"/>
                </a:lnTo>
                <a:close/>
              </a:path>
              <a:path w="387350" h="405764">
                <a:moveTo>
                  <a:pt x="316992" y="134111"/>
                </a:moveTo>
                <a:lnTo>
                  <a:pt x="312420" y="131063"/>
                </a:lnTo>
                <a:lnTo>
                  <a:pt x="335280" y="86867"/>
                </a:lnTo>
                <a:lnTo>
                  <a:pt x="375527" y="86867"/>
                </a:lnTo>
                <a:lnTo>
                  <a:pt x="379476" y="91439"/>
                </a:lnTo>
                <a:lnTo>
                  <a:pt x="366926" y="94249"/>
                </a:lnTo>
                <a:lnTo>
                  <a:pt x="352234" y="102488"/>
                </a:lnTo>
                <a:lnTo>
                  <a:pt x="335541" y="115871"/>
                </a:lnTo>
                <a:lnTo>
                  <a:pt x="316992" y="134111"/>
                </a:lnTo>
                <a:close/>
              </a:path>
              <a:path w="387350" h="405764">
                <a:moveTo>
                  <a:pt x="42672" y="175259"/>
                </a:moveTo>
                <a:lnTo>
                  <a:pt x="27432" y="160019"/>
                </a:lnTo>
                <a:lnTo>
                  <a:pt x="298704" y="160019"/>
                </a:lnTo>
                <a:lnTo>
                  <a:pt x="323088" y="135635"/>
                </a:lnTo>
                <a:lnTo>
                  <a:pt x="358140" y="170687"/>
                </a:lnTo>
                <a:lnTo>
                  <a:pt x="83820" y="170687"/>
                </a:lnTo>
                <a:lnTo>
                  <a:pt x="73318" y="170973"/>
                </a:lnTo>
                <a:lnTo>
                  <a:pt x="62674" y="171830"/>
                </a:lnTo>
                <a:lnTo>
                  <a:pt x="52316" y="173259"/>
                </a:lnTo>
                <a:lnTo>
                  <a:pt x="42672" y="175259"/>
                </a:lnTo>
                <a:close/>
              </a:path>
              <a:path w="387350" h="405764">
                <a:moveTo>
                  <a:pt x="205740" y="348996"/>
                </a:moveTo>
                <a:lnTo>
                  <a:pt x="181356" y="348996"/>
                </a:lnTo>
                <a:lnTo>
                  <a:pt x="181356" y="170687"/>
                </a:lnTo>
                <a:lnTo>
                  <a:pt x="205740" y="170687"/>
                </a:lnTo>
                <a:lnTo>
                  <a:pt x="205740" y="256031"/>
                </a:lnTo>
                <a:lnTo>
                  <a:pt x="329668" y="256031"/>
                </a:lnTo>
                <a:lnTo>
                  <a:pt x="339852" y="266699"/>
                </a:lnTo>
                <a:lnTo>
                  <a:pt x="205740" y="266699"/>
                </a:lnTo>
                <a:lnTo>
                  <a:pt x="205740" y="348996"/>
                </a:lnTo>
                <a:close/>
              </a:path>
              <a:path w="387350" h="405764">
                <a:moveTo>
                  <a:pt x="3048" y="405384"/>
                </a:moveTo>
                <a:lnTo>
                  <a:pt x="0" y="399287"/>
                </a:lnTo>
                <a:lnTo>
                  <a:pt x="15226" y="384048"/>
                </a:lnTo>
                <a:lnTo>
                  <a:pt x="28575" y="368427"/>
                </a:lnTo>
                <a:lnTo>
                  <a:pt x="50292" y="335280"/>
                </a:lnTo>
                <a:lnTo>
                  <a:pt x="69151" y="286631"/>
                </a:lnTo>
                <a:lnTo>
                  <a:pt x="78105" y="237743"/>
                </a:lnTo>
                <a:lnTo>
                  <a:pt x="80772" y="205739"/>
                </a:lnTo>
                <a:lnTo>
                  <a:pt x="123444" y="225551"/>
                </a:lnTo>
                <a:lnTo>
                  <a:pt x="102489" y="259460"/>
                </a:lnTo>
                <a:lnTo>
                  <a:pt x="99060" y="278891"/>
                </a:lnTo>
                <a:lnTo>
                  <a:pt x="105006" y="288035"/>
                </a:lnTo>
                <a:lnTo>
                  <a:pt x="94488" y="288035"/>
                </a:lnTo>
                <a:lnTo>
                  <a:pt x="78105" y="324802"/>
                </a:lnTo>
                <a:lnTo>
                  <a:pt x="49125" y="366379"/>
                </a:lnTo>
                <a:lnTo>
                  <a:pt x="21074" y="392572"/>
                </a:lnTo>
                <a:lnTo>
                  <a:pt x="3048" y="405384"/>
                </a:lnTo>
                <a:close/>
              </a:path>
              <a:path w="387350" h="405764">
                <a:moveTo>
                  <a:pt x="329668" y="256031"/>
                </a:moveTo>
                <a:lnTo>
                  <a:pt x="284987" y="256031"/>
                </a:lnTo>
                <a:lnTo>
                  <a:pt x="307847" y="233171"/>
                </a:lnTo>
                <a:lnTo>
                  <a:pt x="329668" y="256031"/>
                </a:lnTo>
                <a:close/>
              </a:path>
              <a:path w="387350" h="405764">
                <a:moveTo>
                  <a:pt x="350520" y="394716"/>
                </a:moveTo>
                <a:lnTo>
                  <a:pt x="308562" y="393263"/>
                </a:lnTo>
                <a:lnTo>
                  <a:pt x="241220" y="388072"/>
                </a:lnTo>
                <a:lnTo>
                  <a:pt x="194929" y="378380"/>
                </a:lnTo>
                <a:lnTo>
                  <a:pt x="159400" y="361330"/>
                </a:lnTo>
                <a:lnTo>
                  <a:pt x="118491" y="323278"/>
                </a:lnTo>
                <a:lnTo>
                  <a:pt x="94488" y="288035"/>
                </a:lnTo>
                <a:lnTo>
                  <a:pt x="105006" y="288035"/>
                </a:lnTo>
                <a:lnTo>
                  <a:pt x="107608" y="292036"/>
                </a:lnTo>
                <a:lnTo>
                  <a:pt x="117157" y="304037"/>
                </a:lnTo>
                <a:lnTo>
                  <a:pt x="149852" y="332922"/>
                </a:lnTo>
                <a:lnTo>
                  <a:pt x="181356" y="348996"/>
                </a:lnTo>
                <a:lnTo>
                  <a:pt x="205740" y="348996"/>
                </a:lnTo>
                <a:lnTo>
                  <a:pt x="205740" y="356616"/>
                </a:lnTo>
                <a:lnTo>
                  <a:pt x="230600" y="360592"/>
                </a:lnTo>
                <a:lnTo>
                  <a:pt x="254889" y="363283"/>
                </a:lnTo>
                <a:lnTo>
                  <a:pt x="278606" y="364545"/>
                </a:lnTo>
                <a:lnTo>
                  <a:pt x="387096" y="364545"/>
                </a:lnTo>
                <a:lnTo>
                  <a:pt x="387096" y="367284"/>
                </a:lnTo>
                <a:lnTo>
                  <a:pt x="373665" y="370713"/>
                </a:lnTo>
                <a:lnTo>
                  <a:pt x="363093" y="376428"/>
                </a:lnTo>
                <a:lnTo>
                  <a:pt x="355377" y="384429"/>
                </a:lnTo>
                <a:lnTo>
                  <a:pt x="350520" y="394716"/>
                </a:lnTo>
                <a:close/>
              </a:path>
              <a:path w="387350" h="405764">
                <a:moveTo>
                  <a:pt x="387096" y="364545"/>
                </a:moveTo>
                <a:lnTo>
                  <a:pt x="278606" y="364545"/>
                </a:lnTo>
                <a:lnTo>
                  <a:pt x="324945" y="363950"/>
                </a:lnTo>
                <a:lnTo>
                  <a:pt x="346710" y="363093"/>
                </a:lnTo>
                <a:lnTo>
                  <a:pt x="367331" y="361664"/>
                </a:lnTo>
                <a:lnTo>
                  <a:pt x="387096" y="359664"/>
                </a:lnTo>
                <a:lnTo>
                  <a:pt x="387096" y="36454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" name="object 23"/>
          <p:cNvSpPr/>
          <p:nvPr/>
        </p:nvSpPr>
        <p:spPr>
          <a:xfrm>
            <a:off x="6153911" y="3020568"/>
            <a:ext cx="375285" cy="381000"/>
          </a:xfrm>
          <a:custGeom>
            <a:avLst/>
            <a:gdLst/>
            <a:ahLst/>
            <a:cxnLst/>
            <a:rect l="l" t="t" r="r" b="b"/>
            <a:pathLst>
              <a:path w="375284" h="381000">
                <a:moveTo>
                  <a:pt x="24383" y="380999"/>
                </a:moveTo>
                <a:lnTo>
                  <a:pt x="0" y="358139"/>
                </a:lnTo>
                <a:lnTo>
                  <a:pt x="10667" y="347472"/>
                </a:lnTo>
                <a:lnTo>
                  <a:pt x="10667" y="106679"/>
                </a:lnTo>
                <a:lnTo>
                  <a:pt x="10477" y="58673"/>
                </a:lnTo>
                <a:lnTo>
                  <a:pt x="10025" y="34670"/>
                </a:lnTo>
                <a:lnTo>
                  <a:pt x="9143" y="10667"/>
                </a:lnTo>
                <a:lnTo>
                  <a:pt x="35051" y="24383"/>
                </a:lnTo>
                <a:lnTo>
                  <a:pt x="303275" y="24383"/>
                </a:lnTo>
                <a:lnTo>
                  <a:pt x="329183" y="0"/>
                </a:lnTo>
                <a:lnTo>
                  <a:pt x="361187" y="35051"/>
                </a:lnTo>
                <a:lnTo>
                  <a:pt x="240791" y="35051"/>
                </a:lnTo>
                <a:lnTo>
                  <a:pt x="240791" y="243839"/>
                </a:lnTo>
                <a:lnTo>
                  <a:pt x="241958" y="257841"/>
                </a:lnTo>
                <a:lnTo>
                  <a:pt x="245554" y="267842"/>
                </a:lnTo>
                <a:lnTo>
                  <a:pt x="251721" y="273843"/>
                </a:lnTo>
                <a:lnTo>
                  <a:pt x="260603" y="275843"/>
                </a:lnTo>
                <a:lnTo>
                  <a:pt x="306324" y="275843"/>
                </a:lnTo>
                <a:lnTo>
                  <a:pt x="327040" y="235577"/>
                </a:lnTo>
                <a:lnTo>
                  <a:pt x="328279" y="208764"/>
                </a:lnTo>
                <a:lnTo>
                  <a:pt x="329183" y="195071"/>
                </a:lnTo>
                <a:lnTo>
                  <a:pt x="338328" y="195071"/>
                </a:lnTo>
                <a:lnTo>
                  <a:pt x="338375" y="207621"/>
                </a:lnTo>
                <a:lnTo>
                  <a:pt x="338709" y="220027"/>
                </a:lnTo>
                <a:lnTo>
                  <a:pt x="347472" y="262699"/>
                </a:lnTo>
                <a:lnTo>
                  <a:pt x="362711" y="271272"/>
                </a:lnTo>
                <a:lnTo>
                  <a:pt x="354449" y="282368"/>
                </a:lnTo>
                <a:lnTo>
                  <a:pt x="343471" y="290322"/>
                </a:lnTo>
                <a:lnTo>
                  <a:pt x="329922" y="294846"/>
                </a:lnTo>
                <a:lnTo>
                  <a:pt x="313943" y="295655"/>
                </a:lnTo>
                <a:lnTo>
                  <a:pt x="249936" y="295655"/>
                </a:lnTo>
                <a:lnTo>
                  <a:pt x="235076" y="292488"/>
                </a:lnTo>
                <a:lnTo>
                  <a:pt x="224789" y="285178"/>
                </a:lnTo>
                <a:lnTo>
                  <a:pt x="219074" y="273581"/>
                </a:lnTo>
                <a:lnTo>
                  <a:pt x="217931" y="257555"/>
                </a:lnTo>
                <a:lnTo>
                  <a:pt x="217931" y="35051"/>
                </a:lnTo>
                <a:lnTo>
                  <a:pt x="144779" y="35051"/>
                </a:lnTo>
                <a:lnTo>
                  <a:pt x="143827" y="87820"/>
                </a:lnTo>
                <a:lnTo>
                  <a:pt x="141731" y="137159"/>
                </a:lnTo>
                <a:lnTo>
                  <a:pt x="134492" y="182689"/>
                </a:lnTo>
                <a:lnTo>
                  <a:pt x="120395" y="227075"/>
                </a:lnTo>
                <a:lnTo>
                  <a:pt x="95249" y="272986"/>
                </a:lnTo>
                <a:lnTo>
                  <a:pt x="56387" y="320039"/>
                </a:lnTo>
                <a:lnTo>
                  <a:pt x="51815" y="315467"/>
                </a:lnTo>
                <a:lnTo>
                  <a:pt x="67579" y="291131"/>
                </a:lnTo>
                <a:lnTo>
                  <a:pt x="80771" y="268223"/>
                </a:lnTo>
                <a:lnTo>
                  <a:pt x="100583" y="225551"/>
                </a:lnTo>
                <a:lnTo>
                  <a:pt x="111251" y="184594"/>
                </a:lnTo>
                <a:lnTo>
                  <a:pt x="117347" y="140207"/>
                </a:lnTo>
                <a:lnTo>
                  <a:pt x="119443" y="91058"/>
                </a:lnTo>
                <a:lnTo>
                  <a:pt x="120395" y="35051"/>
                </a:lnTo>
                <a:lnTo>
                  <a:pt x="35051" y="35051"/>
                </a:lnTo>
                <a:lnTo>
                  <a:pt x="35051" y="355091"/>
                </a:lnTo>
                <a:lnTo>
                  <a:pt x="312419" y="355091"/>
                </a:lnTo>
                <a:lnTo>
                  <a:pt x="338328" y="329184"/>
                </a:lnTo>
                <a:lnTo>
                  <a:pt x="374904" y="365760"/>
                </a:lnTo>
                <a:lnTo>
                  <a:pt x="36575" y="365760"/>
                </a:lnTo>
                <a:lnTo>
                  <a:pt x="24383" y="38099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" name="object 24"/>
          <p:cNvSpPr/>
          <p:nvPr/>
        </p:nvSpPr>
        <p:spPr>
          <a:xfrm>
            <a:off x="6577583" y="3023616"/>
            <a:ext cx="408940" cy="382905"/>
          </a:xfrm>
          <a:custGeom>
            <a:avLst/>
            <a:gdLst/>
            <a:ahLst/>
            <a:cxnLst/>
            <a:rect l="l" t="t" r="r" b="b"/>
            <a:pathLst>
              <a:path w="408940" h="382904">
                <a:moveTo>
                  <a:pt x="240792" y="36576"/>
                </a:moveTo>
                <a:lnTo>
                  <a:pt x="225552" y="21336"/>
                </a:lnTo>
                <a:lnTo>
                  <a:pt x="347472" y="21336"/>
                </a:lnTo>
                <a:lnTo>
                  <a:pt x="359664" y="6096"/>
                </a:lnTo>
                <a:lnTo>
                  <a:pt x="385572" y="25908"/>
                </a:lnTo>
                <a:lnTo>
                  <a:pt x="378605" y="32004"/>
                </a:lnTo>
                <a:lnTo>
                  <a:pt x="283464" y="32004"/>
                </a:lnTo>
                <a:lnTo>
                  <a:pt x="272295" y="32289"/>
                </a:lnTo>
                <a:lnTo>
                  <a:pt x="261556" y="33147"/>
                </a:lnTo>
                <a:lnTo>
                  <a:pt x="251102" y="34575"/>
                </a:lnTo>
                <a:lnTo>
                  <a:pt x="240792" y="36576"/>
                </a:lnTo>
                <a:close/>
              </a:path>
              <a:path w="408940" h="382904">
                <a:moveTo>
                  <a:pt x="374030" y="146304"/>
                </a:moveTo>
                <a:lnTo>
                  <a:pt x="350520" y="146304"/>
                </a:lnTo>
                <a:lnTo>
                  <a:pt x="350520" y="32004"/>
                </a:lnTo>
                <a:lnTo>
                  <a:pt x="378605" y="32004"/>
                </a:lnTo>
                <a:lnTo>
                  <a:pt x="373380" y="36576"/>
                </a:lnTo>
                <a:lnTo>
                  <a:pt x="373403" y="79176"/>
                </a:lnTo>
                <a:lnTo>
                  <a:pt x="373570" y="115633"/>
                </a:lnTo>
                <a:lnTo>
                  <a:pt x="374030" y="146304"/>
                </a:lnTo>
                <a:close/>
              </a:path>
              <a:path w="408940" h="382904">
                <a:moveTo>
                  <a:pt x="368808" y="365760"/>
                </a:moveTo>
                <a:lnTo>
                  <a:pt x="277368" y="365760"/>
                </a:lnTo>
                <a:lnTo>
                  <a:pt x="257627" y="364045"/>
                </a:lnTo>
                <a:lnTo>
                  <a:pt x="244030" y="356616"/>
                </a:lnTo>
                <a:lnTo>
                  <a:pt x="236434" y="343471"/>
                </a:lnTo>
                <a:lnTo>
                  <a:pt x="234696" y="324612"/>
                </a:lnTo>
                <a:lnTo>
                  <a:pt x="234434" y="254936"/>
                </a:lnTo>
                <a:lnTo>
                  <a:pt x="233743" y="199263"/>
                </a:lnTo>
                <a:lnTo>
                  <a:pt x="232767" y="157876"/>
                </a:lnTo>
                <a:lnTo>
                  <a:pt x="231648" y="131064"/>
                </a:lnTo>
                <a:lnTo>
                  <a:pt x="256032" y="146304"/>
                </a:lnTo>
                <a:lnTo>
                  <a:pt x="374030" y="146304"/>
                </a:lnTo>
                <a:lnTo>
                  <a:pt x="374412" y="156972"/>
                </a:lnTo>
                <a:lnTo>
                  <a:pt x="256032" y="156972"/>
                </a:lnTo>
                <a:lnTo>
                  <a:pt x="256032" y="316992"/>
                </a:lnTo>
                <a:lnTo>
                  <a:pt x="257984" y="330731"/>
                </a:lnTo>
                <a:lnTo>
                  <a:pt x="263652" y="340042"/>
                </a:lnTo>
                <a:lnTo>
                  <a:pt x="272748" y="345066"/>
                </a:lnTo>
                <a:lnTo>
                  <a:pt x="284988" y="345948"/>
                </a:lnTo>
                <a:lnTo>
                  <a:pt x="405351" y="345948"/>
                </a:lnTo>
                <a:lnTo>
                  <a:pt x="400954" y="352472"/>
                </a:lnTo>
                <a:lnTo>
                  <a:pt x="392049" y="360426"/>
                </a:lnTo>
                <a:lnTo>
                  <a:pt x="381428" y="364950"/>
                </a:lnTo>
                <a:lnTo>
                  <a:pt x="368808" y="365760"/>
                </a:lnTo>
                <a:close/>
              </a:path>
              <a:path w="408940" h="382904">
                <a:moveTo>
                  <a:pt x="350520" y="181356"/>
                </a:moveTo>
                <a:lnTo>
                  <a:pt x="350520" y="156972"/>
                </a:lnTo>
                <a:lnTo>
                  <a:pt x="374412" y="156972"/>
                </a:lnTo>
                <a:lnTo>
                  <a:pt x="374904" y="170688"/>
                </a:lnTo>
                <a:lnTo>
                  <a:pt x="350520" y="181356"/>
                </a:lnTo>
                <a:close/>
              </a:path>
              <a:path w="408940" h="382904">
                <a:moveTo>
                  <a:pt x="405351" y="345948"/>
                </a:moveTo>
                <a:lnTo>
                  <a:pt x="362712" y="345948"/>
                </a:lnTo>
                <a:lnTo>
                  <a:pt x="368808" y="341376"/>
                </a:lnTo>
                <a:lnTo>
                  <a:pt x="371856" y="329184"/>
                </a:lnTo>
                <a:lnTo>
                  <a:pt x="372976" y="318516"/>
                </a:lnTo>
                <a:lnTo>
                  <a:pt x="374142" y="303847"/>
                </a:lnTo>
                <a:lnTo>
                  <a:pt x="375285" y="285678"/>
                </a:lnTo>
                <a:lnTo>
                  <a:pt x="376428" y="263652"/>
                </a:lnTo>
                <a:lnTo>
                  <a:pt x="385572" y="263652"/>
                </a:lnTo>
                <a:lnTo>
                  <a:pt x="387500" y="308229"/>
                </a:lnTo>
                <a:lnTo>
                  <a:pt x="408432" y="341376"/>
                </a:lnTo>
                <a:lnTo>
                  <a:pt x="405351" y="345948"/>
                </a:lnTo>
                <a:close/>
              </a:path>
              <a:path w="408940" h="382904">
                <a:moveTo>
                  <a:pt x="15240" y="36576"/>
                </a:moveTo>
                <a:lnTo>
                  <a:pt x="0" y="21336"/>
                </a:lnTo>
                <a:lnTo>
                  <a:pt x="175260" y="21336"/>
                </a:lnTo>
                <a:lnTo>
                  <a:pt x="196596" y="0"/>
                </a:lnTo>
                <a:lnTo>
                  <a:pt x="224028" y="32004"/>
                </a:lnTo>
                <a:lnTo>
                  <a:pt x="56388" y="32004"/>
                </a:lnTo>
                <a:lnTo>
                  <a:pt x="45243" y="32289"/>
                </a:lnTo>
                <a:lnTo>
                  <a:pt x="34671" y="33147"/>
                </a:lnTo>
                <a:lnTo>
                  <a:pt x="24669" y="34575"/>
                </a:lnTo>
                <a:lnTo>
                  <a:pt x="15240" y="36576"/>
                </a:lnTo>
                <a:close/>
              </a:path>
              <a:path w="408940" h="382904">
                <a:moveTo>
                  <a:pt x="100584" y="86868"/>
                </a:moveTo>
                <a:lnTo>
                  <a:pt x="79248" y="86868"/>
                </a:lnTo>
                <a:lnTo>
                  <a:pt x="79248" y="32004"/>
                </a:lnTo>
                <a:lnTo>
                  <a:pt x="100584" y="32004"/>
                </a:lnTo>
                <a:lnTo>
                  <a:pt x="100584" y="86868"/>
                </a:lnTo>
                <a:close/>
              </a:path>
              <a:path w="408940" h="382904">
                <a:moveTo>
                  <a:pt x="144780" y="86868"/>
                </a:moveTo>
                <a:lnTo>
                  <a:pt x="124968" y="86868"/>
                </a:lnTo>
                <a:lnTo>
                  <a:pt x="124968" y="32004"/>
                </a:lnTo>
                <a:lnTo>
                  <a:pt x="144780" y="32004"/>
                </a:lnTo>
                <a:lnTo>
                  <a:pt x="144780" y="86868"/>
                </a:lnTo>
                <a:close/>
              </a:path>
              <a:path w="408940" h="382904">
                <a:moveTo>
                  <a:pt x="203345" y="86868"/>
                </a:moveTo>
                <a:lnTo>
                  <a:pt x="173736" y="86868"/>
                </a:lnTo>
                <a:lnTo>
                  <a:pt x="185928" y="71628"/>
                </a:lnTo>
                <a:lnTo>
                  <a:pt x="203345" y="86868"/>
                </a:lnTo>
                <a:close/>
              </a:path>
              <a:path w="408940" h="382904">
                <a:moveTo>
                  <a:pt x="25908" y="382524"/>
                </a:moveTo>
                <a:lnTo>
                  <a:pt x="26146" y="353139"/>
                </a:lnTo>
                <a:lnTo>
                  <a:pt x="26670" y="317754"/>
                </a:lnTo>
                <a:lnTo>
                  <a:pt x="27193" y="276653"/>
                </a:lnTo>
                <a:lnTo>
                  <a:pt x="27276" y="260604"/>
                </a:lnTo>
                <a:lnTo>
                  <a:pt x="27346" y="213359"/>
                </a:lnTo>
                <a:lnTo>
                  <a:pt x="27222" y="188976"/>
                </a:lnTo>
                <a:lnTo>
                  <a:pt x="27102" y="176022"/>
                </a:lnTo>
                <a:lnTo>
                  <a:pt x="26603" y="136683"/>
                </a:lnTo>
                <a:lnTo>
                  <a:pt x="26146" y="104536"/>
                </a:lnTo>
                <a:lnTo>
                  <a:pt x="25908" y="73152"/>
                </a:lnTo>
                <a:lnTo>
                  <a:pt x="50292" y="86868"/>
                </a:lnTo>
                <a:lnTo>
                  <a:pt x="203345" y="86868"/>
                </a:lnTo>
                <a:lnTo>
                  <a:pt x="210312" y="92964"/>
                </a:lnTo>
                <a:lnTo>
                  <a:pt x="205086" y="97536"/>
                </a:lnTo>
                <a:lnTo>
                  <a:pt x="50292" y="97536"/>
                </a:lnTo>
                <a:lnTo>
                  <a:pt x="50292" y="216407"/>
                </a:lnTo>
                <a:lnTo>
                  <a:pt x="60983" y="216407"/>
                </a:lnTo>
                <a:lnTo>
                  <a:pt x="50292" y="227076"/>
                </a:lnTo>
                <a:lnTo>
                  <a:pt x="50292" y="251459"/>
                </a:lnTo>
                <a:lnTo>
                  <a:pt x="198234" y="251459"/>
                </a:lnTo>
                <a:lnTo>
                  <a:pt x="198274" y="260604"/>
                </a:lnTo>
                <a:lnTo>
                  <a:pt x="50292" y="260604"/>
                </a:lnTo>
                <a:lnTo>
                  <a:pt x="50292" y="327660"/>
                </a:lnTo>
                <a:lnTo>
                  <a:pt x="198749" y="327660"/>
                </a:lnTo>
                <a:lnTo>
                  <a:pt x="198868" y="338328"/>
                </a:lnTo>
                <a:lnTo>
                  <a:pt x="50292" y="338328"/>
                </a:lnTo>
                <a:lnTo>
                  <a:pt x="50292" y="374904"/>
                </a:lnTo>
                <a:lnTo>
                  <a:pt x="25908" y="382524"/>
                </a:lnTo>
                <a:close/>
              </a:path>
              <a:path w="408940" h="382904">
                <a:moveTo>
                  <a:pt x="60983" y="216407"/>
                </a:moveTo>
                <a:lnTo>
                  <a:pt x="50292" y="216407"/>
                </a:lnTo>
                <a:lnTo>
                  <a:pt x="63174" y="196119"/>
                </a:lnTo>
                <a:lnTo>
                  <a:pt x="72199" y="169545"/>
                </a:lnTo>
                <a:lnTo>
                  <a:pt x="77509" y="136683"/>
                </a:lnTo>
                <a:lnTo>
                  <a:pt x="79248" y="97536"/>
                </a:lnTo>
                <a:lnTo>
                  <a:pt x="100584" y="97536"/>
                </a:lnTo>
                <a:lnTo>
                  <a:pt x="97440" y="140065"/>
                </a:lnTo>
                <a:lnTo>
                  <a:pt x="88011" y="176022"/>
                </a:lnTo>
                <a:lnTo>
                  <a:pt x="72294" y="205120"/>
                </a:lnTo>
                <a:lnTo>
                  <a:pt x="60983" y="216407"/>
                </a:lnTo>
                <a:close/>
              </a:path>
              <a:path w="408940" h="382904">
                <a:moveTo>
                  <a:pt x="198234" y="251459"/>
                </a:moveTo>
                <a:lnTo>
                  <a:pt x="175260" y="251459"/>
                </a:lnTo>
                <a:lnTo>
                  <a:pt x="175260" y="213359"/>
                </a:lnTo>
                <a:lnTo>
                  <a:pt x="150876" y="213359"/>
                </a:lnTo>
                <a:lnTo>
                  <a:pt x="138898" y="211645"/>
                </a:lnTo>
                <a:lnTo>
                  <a:pt x="130492" y="206502"/>
                </a:lnTo>
                <a:lnTo>
                  <a:pt x="125801" y="197929"/>
                </a:lnTo>
                <a:lnTo>
                  <a:pt x="124968" y="185928"/>
                </a:lnTo>
                <a:lnTo>
                  <a:pt x="124968" y="97536"/>
                </a:lnTo>
                <a:lnTo>
                  <a:pt x="144780" y="97536"/>
                </a:lnTo>
                <a:lnTo>
                  <a:pt x="144780" y="188976"/>
                </a:lnTo>
                <a:lnTo>
                  <a:pt x="149352" y="193548"/>
                </a:lnTo>
                <a:lnTo>
                  <a:pt x="198147" y="193548"/>
                </a:lnTo>
                <a:lnTo>
                  <a:pt x="198234" y="251459"/>
                </a:lnTo>
                <a:close/>
              </a:path>
              <a:path w="408940" h="382904">
                <a:moveTo>
                  <a:pt x="198147" y="193548"/>
                </a:moveTo>
                <a:lnTo>
                  <a:pt x="175260" y="193548"/>
                </a:lnTo>
                <a:lnTo>
                  <a:pt x="175260" y="97536"/>
                </a:lnTo>
                <a:lnTo>
                  <a:pt x="205086" y="97536"/>
                </a:lnTo>
                <a:lnTo>
                  <a:pt x="198120" y="103632"/>
                </a:lnTo>
                <a:lnTo>
                  <a:pt x="198147" y="193548"/>
                </a:lnTo>
                <a:close/>
              </a:path>
              <a:path w="408940" h="382904">
                <a:moveTo>
                  <a:pt x="198749" y="327660"/>
                </a:moveTo>
                <a:lnTo>
                  <a:pt x="175260" y="327660"/>
                </a:lnTo>
                <a:lnTo>
                  <a:pt x="175260" y="260604"/>
                </a:lnTo>
                <a:lnTo>
                  <a:pt x="198274" y="260604"/>
                </a:lnTo>
                <a:lnTo>
                  <a:pt x="198449" y="300703"/>
                </a:lnTo>
                <a:lnTo>
                  <a:pt x="198749" y="327660"/>
                </a:lnTo>
                <a:close/>
              </a:path>
              <a:path w="408940" h="382904">
                <a:moveTo>
                  <a:pt x="175260" y="381000"/>
                </a:moveTo>
                <a:lnTo>
                  <a:pt x="175260" y="338328"/>
                </a:lnTo>
                <a:lnTo>
                  <a:pt x="198868" y="338328"/>
                </a:lnTo>
                <a:lnTo>
                  <a:pt x="198900" y="341229"/>
                </a:lnTo>
                <a:lnTo>
                  <a:pt x="199644" y="368808"/>
                </a:lnTo>
                <a:lnTo>
                  <a:pt x="175260" y="38100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" name="object 25"/>
          <p:cNvSpPr/>
          <p:nvPr/>
        </p:nvSpPr>
        <p:spPr>
          <a:xfrm>
            <a:off x="7050023" y="3028188"/>
            <a:ext cx="370840" cy="376555"/>
          </a:xfrm>
          <a:custGeom>
            <a:avLst/>
            <a:gdLst/>
            <a:ahLst/>
            <a:cxnLst/>
            <a:rect l="l" t="t" r="r" b="b"/>
            <a:pathLst>
              <a:path w="370840" h="376554">
                <a:moveTo>
                  <a:pt x="153924" y="32004"/>
                </a:moveTo>
                <a:lnTo>
                  <a:pt x="138684" y="16764"/>
                </a:lnTo>
                <a:lnTo>
                  <a:pt x="288035" y="16764"/>
                </a:lnTo>
                <a:lnTo>
                  <a:pt x="301752" y="0"/>
                </a:lnTo>
                <a:lnTo>
                  <a:pt x="327660" y="21336"/>
                </a:lnTo>
                <a:lnTo>
                  <a:pt x="319822" y="27432"/>
                </a:lnTo>
                <a:lnTo>
                  <a:pt x="196596" y="27432"/>
                </a:lnTo>
                <a:lnTo>
                  <a:pt x="185427" y="27717"/>
                </a:lnTo>
                <a:lnTo>
                  <a:pt x="174688" y="28575"/>
                </a:lnTo>
                <a:lnTo>
                  <a:pt x="164234" y="30003"/>
                </a:lnTo>
                <a:lnTo>
                  <a:pt x="153924" y="32004"/>
                </a:lnTo>
                <a:close/>
              </a:path>
              <a:path w="370840" h="376554">
                <a:moveTo>
                  <a:pt x="0" y="272795"/>
                </a:moveTo>
                <a:lnTo>
                  <a:pt x="246" y="248602"/>
                </a:lnTo>
                <a:lnTo>
                  <a:pt x="749" y="221622"/>
                </a:lnTo>
                <a:lnTo>
                  <a:pt x="1251" y="190500"/>
                </a:lnTo>
                <a:lnTo>
                  <a:pt x="1340" y="179832"/>
                </a:lnTo>
                <a:lnTo>
                  <a:pt x="1464" y="106537"/>
                </a:lnTo>
                <a:lnTo>
                  <a:pt x="1366" y="86868"/>
                </a:lnTo>
                <a:lnTo>
                  <a:pt x="1249" y="74676"/>
                </a:lnTo>
                <a:lnTo>
                  <a:pt x="878" y="50292"/>
                </a:lnTo>
                <a:lnTo>
                  <a:pt x="0" y="24384"/>
                </a:lnTo>
                <a:lnTo>
                  <a:pt x="24384" y="39624"/>
                </a:lnTo>
                <a:lnTo>
                  <a:pt x="116292" y="39624"/>
                </a:lnTo>
                <a:lnTo>
                  <a:pt x="121920" y="44196"/>
                </a:lnTo>
                <a:lnTo>
                  <a:pt x="114953" y="50292"/>
                </a:lnTo>
                <a:lnTo>
                  <a:pt x="24384" y="50292"/>
                </a:lnTo>
                <a:lnTo>
                  <a:pt x="24384" y="214883"/>
                </a:lnTo>
                <a:lnTo>
                  <a:pt x="110009" y="214883"/>
                </a:lnTo>
                <a:lnTo>
                  <a:pt x="110350" y="225552"/>
                </a:lnTo>
                <a:lnTo>
                  <a:pt x="24384" y="225552"/>
                </a:lnTo>
                <a:lnTo>
                  <a:pt x="24384" y="262128"/>
                </a:lnTo>
                <a:lnTo>
                  <a:pt x="0" y="272795"/>
                </a:lnTo>
                <a:close/>
              </a:path>
              <a:path w="370840" h="376554">
                <a:moveTo>
                  <a:pt x="116292" y="39624"/>
                </a:moveTo>
                <a:lnTo>
                  <a:pt x="85344" y="39624"/>
                </a:lnTo>
                <a:lnTo>
                  <a:pt x="97536" y="24384"/>
                </a:lnTo>
                <a:lnTo>
                  <a:pt x="116292" y="39624"/>
                </a:lnTo>
                <a:close/>
              </a:path>
              <a:path w="370840" h="376554">
                <a:moveTo>
                  <a:pt x="301752" y="179832"/>
                </a:moveTo>
                <a:lnTo>
                  <a:pt x="277368" y="179832"/>
                </a:lnTo>
                <a:lnTo>
                  <a:pt x="289559" y="27432"/>
                </a:lnTo>
                <a:lnTo>
                  <a:pt x="319822" y="27432"/>
                </a:lnTo>
                <a:lnTo>
                  <a:pt x="313944" y="32004"/>
                </a:lnTo>
                <a:lnTo>
                  <a:pt x="301752" y="179832"/>
                </a:lnTo>
                <a:close/>
              </a:path>
              <a:path w="370840" h="376554">
                <a:moveTo>
                  <a:pt x="110009" y="214883"/>
                </a:moveTo>
                <a:lnTo>
                  <a:pt x="86868" y="214883"/>
                </a:lnTo>
                <a:lnTo>
                  <a:pt x="86868" y="50292"/>
                </a:lnTo>
                <a:lnTo>
                  <a:pt x="114953" y="50292"/>
                </a:lnTo>
                <a:lnTo>
                  <a:pt x="109728" y="54864"/>
                </a:lnTo>
                <a:lnTo>
                  <a:pt x="109824" y="204216"/>
                </a:lnTo>
                <a:lnTo>
                  <a:pt x="109918" y="212026"/>
                </a:lnTo>
                <a:lnTo>
                  <a:pt x="110009" y="214883"/>
                </a:lnTo>
                <a:close/>
              </a:path>
              <a:path w="370840" h="376554">
                <a:moveTo>
                  <a:pt x="172212" y="204216"/>
                </a:moveTo>
                <a:lnTo>
                  <a:pt x="149352" y="184404"/>
                </a:lnTo>
                <a:lnTo>
                  <a:pt x="160020" y="175260"/>
                </a:lnTo>
                <a:lnTo>
                  <a:pt x="164044" y="136969"/>
                </a:lnTo>
                <a:lnTo>
                  <a:pt x="167068" y="104394"/>
                </a:lnTo>
                <a:lnTo>
                  <a:pt x="169235" y="77533"/>
                </a:lnTo>
                <a:lnTo>
                  <a:pt x="170688" y="56388"/>
                </a:lnTo>
                <a:lnTo>
                  <a:pt x="208788" y="74676"/>
                </a:lnTo>
                <a:lnTo>
                  <a:pt x="189166" y="128778"/>
                </a:lnTo>
                <a:lnTo>
                  <a:pt x="184404" y="179832"/>
                </a:lnTo>
                <a:lnTo>
                  <a:pt x="363016" y="179832"/>
                </a:lnTo>
                <a:lnTo>
                  <a:pt x="370332" y="185928"/>
                </a:lnTo>
                <a:lnTo>
                  <a:pt x="364453" y="190500"/>
                </a:lnTo>
                <a:lnTo>
                  <a:pt x="184404" y="190500"/>
                </a:lnTo>
                <a:lnTo>
                  <a:pt x="172212" y="204216"/>
                </a:lnTo>
                <a:close/>
              </a:path>
              <a:path w="370840" h="376554">
                <a:moveTo>
                  <a:pt x="363016" y="179832"/>
                </a:moveTo>
                <a:lnTo>
                  <a:pt x="330708" y="179832"/>
                </a:lnTo>
                <a:lnTo>
                  <a:pt x="342900" y="163068"/>
                </a:lnTo>
                <a:lnTo>
                  <a:pt x="363016" y="179832"/>
                </a:lnTo>
                <a:close/>
              </a:path>
              <a:path w="370840" h="376554">
                <a:moveTo>
                  <a:pt x="337001" y="338328"/>
                </a:moveTo>
                <a:lnTo>
                  <a:pt x="298704" y="338328"/>
                </a:lnTo>
                <a:lnTo>
                  <a:pt x="306323" y="335280"/>
                </a:lnTo>
                <a:lnTo>
                  <a:pt x="310896" y="330708"/>
                </a:lnTo>
                <a:lnTo>
                  <a:pt x="323088" y="289559"/>
                </a:lnTo>
                <a:lnTo>
                  <a:pt x="327660" y="248602"/>
                </a:lnTo>
                <a:lnTo>
                  <a:pt x="332232" y="190500"/>
                </a:lnTo>
                <a:lnTo>
                  <a:pt x="364453" y="190500"/>
                </a:lnTo>
                <a:lnTo>
                  <a:pt x="356616" y="196596"/>
                </a:lnTo>
                <a:lnTo>
                  <a:pt x="353448" y="227147"/>
                </a:lnTo>
                <a:lnTo>
                  <a:pt x="348257" y="279106"/>
                </a:lnTo>
                <a:lnTo>
                  <a:pt x="345948" y="300228"/>
                </a:lnTo>
                <a:lnTo>
                  <a:pt x="343114" y="317992"/>
                </a:lnTo>
                <a:lnTo>
                  <a:pt x="339280" y="332613"/>
                </a:lnTo>
                <a:lnTo>
                  <a:pt x="337001" y="338328"/>
                </a:lnTo>
                <a:close/>
              </a:path>
              <a:path w="370840" h="376554">
                <a:moveTo>
                  <a:pt x="86868" y="252983"/>
                </a:moveTo>
                <a:lnTo>
                  <a:pt x="86868" y="225552"/>
                </a:lnTo>
                <a:lnTo>
                  <a:pt x="110350" y="225552"/>
                </a:lnTo>
                <a:lnTo>
                  <a:pt x="110428" y="227147"/>
                </a:lnTo>
                <a:lnTo>
                  <a:pt x="111252" y="240792"/>
                </a:lnTo>
                <a:lnTo>
                  <a:pt x="86868" y="252983"/>
                </a:lnTo>
                <a:close/>
              </a:path>
              <a:path w="370840" h="376554">
                <a:moveTo>
                  <a:pt x="115824" y="271271"/>
                </a:moveTo>
                <a:lnTo>
                  <a:pt x="100584" y="254507"/>
                </a:lnTo>
                <a:lnTo>
                  <a:pt x="257556" y="254507"/>
                </a:lnTo>
                <a:lnTo>
                  <a:pt x="277368" y="234695"/>
                </a:lnTo>
                <a:lnTo>
                  <a:pt x="309371" y="265176"/>
                </a:lnTo>
                <a:lnTo>
                  <a:pt x="150876" y="265176"/>
                </a:lnTo>
                <a:lnTo>
                  <a:pt x="141755" y="265485"/>
                </a:lnTo>
                <a:lnTo>
                  <a:pt x="132778" y="266509"/>
                </a:lnTo>
                <a:lnTo>
                  <a:pt x="124086" y="268390"/>
                </a:lnTo>
                <a:lnTo>
                  <a:pt x="115824" y="271271"/>
                </a:lnTo>
                <a:close/>
              </a:path>
              <a:path w="370840" h="376554">
                <a:moveTo>
                  <a:pt x="289559" y="376427"/>
                </a:moveTo>
                <a:lnTo>
                  <a:pt x="286416" y="365307"/>
                </a:lnTo>
                <a:lnTo>
                  <a:pt x="276987" y="354901"/>
                </a:lnTo>
                <a:lnTo>
                  <a:pt x="261270" y="345352"/>
                </a:lnTo>
                <a:lnTo>
                  <a:pt x="239268" y="336804"/>
                </a:lnTo>
                <a:lnTo>
                  <a:pt x="239268" y="329184"/>
                </a:lnTo>
                <a:lnTo>
                  <a:pt x="255031" y="332089"/>
                </a:lnTo>
                <a:lnTo>
                  <a:pt x="268224" y="334137"/>
                </a:lnTo>
                <a:lnTo>
                  <a:pt x="298704" y="338328"/>
                </a:lnTo>
                <a:lnTo>
                  <a:pt x="337001" y="338328"/>
                </a:lnTo>
                <a:lnTo>
                  <a:pt x="334589" y="344376"/>
                </a:lnTo>
                <a:lnTo>
                  <a:pt x="329184" y="353568"/>
                </a:lnTo>
                <a:lnTo>
                  <a:pt x="322564" y="360140"/>
                </a:lnTo>
                <a:lnTo>
                  <a:pt x="313944" y="366141"/>
                </a:lnTo>
                <a:lnTo>
                  <a:pt x="303037" y="371570"/>
                </a:lnTo>
                <a:lnTo>
                  <a:pt x="289559" y="37642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" name="object 26"/>
          <p:cNvSpPr/>
          <p:nvPr/>
        </p:nvSpPr>
        <p:spPr>
          <a:xfrm>
            <a:off x="7473695" y="3040379"/>
            <a:ext cx="175260" cy="329565"/>
          </a:xfrm>
          <a:custGeom>
            <a:avLst/>
            <a:gdLst/>
            <a:ahLst/>
            <a:cxnLst/>
            <a:rect l="l" t="t" r="r" b="b"/>
            <a:pathLst>
              <a:path w="175259" h="329564">
                <a:moveTo>
                  <a:pt x="3048" y="59436"/>
                </a:moveTo>
                <a:lnTo>
                  <a:pt x="0" y="59436"/>
                </a:lnTo>
                <a:lnTo>
                  <a:pt x="0" y="15240"/>
                </a:lnTo>
                <a:lnTo>
                  <a:pt x="36576" y="4572"/>
                </a:lnTo>
                <a:lnTo>
                  <a:pt x="79248" y="0"/>
                </a:lnTo>
                <a:lnTo>
                  <a:pt x="99845" y="1428"/>
                </a:lnTo>
                <a:lnTo>
                  <a:pt x="149352" y="22860"/>
                </a:lnTo>
                <a:lnTo>
                  <a:pt x="161301" y="36576"/>
                </a:lnTo>
                <a:lnTo>
                  <a:pt x="74676" y="36576"/>
                </a:lnTo>
                <a:lnTo>
                  <a:pt x="63531" y="37123"/>
                </a:lnTo>
                <a:lnTo>
                  <a:pt x="24693" y="47648"/>
                </a:lnTo>
                <a:lnTo>
                  <a:pt x="9310" y="55125"/>
                </a:lnTo>
                <a:lnTo>
                  <a:pt x="3048" y="59436"/>
                </a:lnTo>
                <a:close/>
              </a:path>
              <a:path w="175259" h="329564">
                <a:moveTo>
                  <a:pt x="91440" y="242315"/>
                </a:moveTo>
                <a:lnTo>
                  <a:pt x="51816" y="242315"/>
                </a:lnTo>
                <a:lnTo>
                  <a:pt x="51816" y="176784"/>
                </a:lnTo>
                <a:lnTo>
                  <a:pt x="57840" y="173069"/>
                </a:lnTo>
                <a:lnTo>
                  <a:pt x="80772" y="158496"/>
                </a:lnTo>
                <a:lnTo>
                  <a:pt x="88225" y="153709"/>
                </a:lnTo>
                <a:lnTo>
                  <a:pt x="94678" y="148780"/>
                </a:lnTo>
                <a:lnTo>
                  <a:pt x="100274" y="144137"/>
                </a:lnTo>
                <a:lnTo>
                  <a:pt x="105156" y="140208"/>
                </a:lnTo>
                <a:lnTo>
                  <a:pt x="128206" y="101155"/>
                </a:lnTo>
                <a:lnTo>
                  <a:pt x="129540" y="85344"/>
                </a:lnTo>
                <a:lnTo>
                  <a:pt x="128658" y="73628"/>
                </a:lnTo>
                <a:lnTo>
                  <a:pt x="97345" y="39814"/>
                </a:lnTo>
                <a:lnTo>
                  <a:pt x="74676" y="36576"/>
                </a:lnTo>
                <a:lnTo>
                  <a:pt x="161301" y="36576"/>
                </a:lnTo>
                <a:lnTo>
                  <a:pt x="168592" y="49149"/>
                </a:lnTo>
                <a:lnTo>
                  <a:pt x="173569" y="64865"/>
                </a:lnTo>
                <a:lnTo>
                  <a:pt x="175260" y="82296"/>
                </a:lnTo>
                <a:lnTo>
                  <a:pt x="174712" y="92535"/>
                </a:lnTo>
                <a:lnTo>
                  <a:pt x="159639" y="135445"/>
                </a:lnTo>
                <a:lnTo>
                  <a:pt x="142708" y="155281"/>
                </a:lnTo>
                <a:lnTo>
                  <a:pt x="136207" y="161353"/>
                </a:lnTo>
                <a:lnTo>
                  <a:pt x="129420" y="167139"/>
                </a:lnTo>
                <a:lnTo>
                  <a:pt x="121920" y="172212"/>
                </a:lnTo>
                <a:lnTo>
                  <a:pt x="114800" y="177688"/>
                </a:lnTo>
                <a:lnTo>
                  <a:pt x="107251" y="182880"/>
                </a:lnTo>
                <a:lnTo>
                  <a:pt x="99417" y="188071"/>
                </a:lnTo>
                <a:lnTo>
                  <a:pt x="91440" y="193548"/>
                </a:lnTo>
                <a:lnTo>
                  <a:pt x="91440" y="242315"/>
                </a:lnTo>
                <a:close/>
              </a:path>
              <a:path w="175259" h="329564">
                <a:moveTo>
                  <a:pt x="94488" y="329184"/>
                </a:moveTo>
                <a:lnTo>
                  <a:pt x="50292" y="329184"/>
                </a:lnTo>
                <a:lnTo>
                  <a:pt x="50292" y="283464"/>
                </a:lnTo>
                <a:lnTo>
                  <a:pt x="94488" y="283464"/>
                </a:lnTo>
                <a:lnTo>
                  <a:pt x="94488" y="32918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pic>
        <p:nvPicPr>
          <p:cNvPr id="27" name="object 27"/>
          <p:cNvPicPr/>
          <p:nvPr/>
        </p:nvPicPr>
        <p:blipFill>
          <a:blip r:embed="rId5" cstate="print"/>
          <a:stretch>
            <a:fillRect/>
          </a:stretch>
        </p:blipFill>
        <p:spPr>
          <a:xfrm>
            <a:off x="677418" y="4194809"/>
            <a:ext cx="4361687" cy="1827276"/>
          </a:xfrm>
          <a:prstGeom prst="rect">
            <a:avLst/>
          </a:prstGeom>
        </p:spPr>
      </p:pic>
      <p:grpSp>
        <p:nvGrpSpPr>
          <p:cNvPr id="28" name="object 28"/>
          <p:cNvGrpSpPr/>
          <p:nvPr/>
        </p:nvGrpSpPr>
        <p:grpSpPr>
          <a:xfrm>
            <a:off x="1723644" y="6149339"/>
            <a:ext cx="498475" cy="157480"/>
            <a:chOff x="1723644" y="6149339"/>
            <a:chExt cx="498475" cy="157480"/>
          </a:xfrm>
        </p:grpSpPr>
        <p:pic>
          <p:nvPicPr>
            <p:cNvPr id="29" name="object 29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1723644" y="6153912"/>
              <a:ext cx="367284" cy="152400"/>
            </a:xfrm>
            <a:prstGeom prst="rect">
              <a:avLst/>
            </a:prstGeom>
          </p:spPr>
        </p:pic>
        <p:pic>
          <p:nvPicPr>
            <p:cNvPr id="30" name="object 30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2112264" y="6149339"/>
              <a:ext cx="109727" cy="155447"/>
            </a:xfrm>
            <a:prstGeom prst="rect">
              <a:avLst/>
            </a:prstGeom>
          </p:spPr>
        </p:pic>
      </p:grpSp>
      <p:pic>
        <p:nvPicPr>
          <p:cNvPr id="31" name="object 31"/>
          <p:cNvPicPr/>
          <p:nvPr/>
        </p:nvPicPr>
        <p:blipFill>
          <a:blip r:embed="rId8" cstate="print"/>
          <a:stretch>
            <a:fillRect/>
          </a:stretch>
        </p:blipFill>
        <p:spPr>
          <a:xfrm>
            <a:off x="2290572" y="6147815"/>
            <a:ext cx="998220" cy="166116"/>
          </a:xfrm>
          <a:prstGeom prst="rect">
            <a:avLst/>
          </a:prstGeom>
        </p:spPr>
      </p:pic>
      <p:grpSp>
        <p:nvGrpSpPr>
          <p:cNvPr id="32" name="object 32"/>
          <p:cNvGrpSpPr/>
          <p:nvPr/>
        </p:nvGrpSpPr>
        <p:grpSpPr>
          <a:xfrm>
            <a:off x="3366516" y="6146291"/>
            <a:ext cx="594360" cy="167640"/>
            <a:chOff x="3366516" y="6146291"/>
            <a:chExt cx="594360" cy="167640"/>
          </a:xfrm>
        </p:grpSpPr>
        <p:pic>
          <p:nvPicPr>
            <p:cNvPr id="33" name="object 33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3366516" y="6150863"/>
              <a:ext cx="281940" cy="153923"/>
            </a:xfrm>
            <a:prstGeom prst="rect">
              <a:avLst/>
            </a:prstGeom>
          </p:spPr>
        </p:pic>
        <p:pic>
          <p:nvPicPr>
            <p:cNvPr id="34" name="object 34"/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3672840" y="6146291"/>
              <a:ext cx="288035" cy="167639"/>
            </a:xfrm>
            <a:prstGeom prst="rect">
              <a:avLst/>
            </a:prstGeom>
          </p:spPr>
        </p:pic>
      </p:grpSp>
      <p:pic>
        <p:nvPicPr>
          <p:cNvPr id="35" name="object 35"/>
          <p:cNvPicPr/>
          <p:nvPr/>
        </p:nvPicPr>
        <p:blipFill>
          <a:blip r:embed="rId11" cstate="print"/>
          <a:stretch>
            <a:fillRect/>
          </a:stretch>
        </p:blipFill>
        <p:spPr>
          <a:xfrm>
            <a:off x="5526785" y="4194809"/>
            <a:ext cx="4363212" cy="1827276"/>
          </a:xfrm>
          <a:prstGeom prst="rect">
            <a:avLst/>
          </a:prstGeom>
        </p:spPr>
      </p:pic>
      <p:pic>
        <p:nvPicPr>
          <p:cNvPr id="36" name="object 36"/>
          <p:cNvPicPr/>
          <p:nvPr/>
        </p:nvPicPr>
        <p:blipFill>
          <a:blip r:embed="rId12" cstate="print"/>
          <a:stretch>
            <a:fillRect/>
          </a:stretch>
        </p:blipFill>
        <p:spPr>
          <a:xfrm>
            <a:off x="6454139" y="6149339"/>
            <a:ext cx="758952" cy="161544"/>
          </a:xfrm>
          <a:prstGeom prst="rect">
            <a:avLst/>
          </a:prstGeom>
        </p:spPr>
      </p:pic>
      <p:pic>
        <p:nvPicPr>
          <p:cNvPr id="37" name="object 37"/>
          <p:cNvPicPr/>
          <p:nvPr/>
        </p:nvPicPr>
        <p:blipFill>
          <a:blip r:embed="rId13" cstate="print"/>
          <a:stretch>
            <a:fillRect/>
          </a:stretch>
        </p:blipFill>
        <p:spPr>
          <a:xfrm>
            <a:off x="7283195" y="6147815"/>
            <a:ext cx="998220" cy="166116"/>
          </a:xfrm>
          <a:prstGeom prst="rect">
            <a:avLst/>
          </a:prstGeom>
        </p:spPr>
      </p:pic>
      <p:grpSp>
        <p:nvGrpSpPr>
          <p:cNvPr id="38" name="object 38"/>
          <p:cNvGrpSpPr/>
          <p:nvPr/>
        </p:nvGrpSpPr>
        <p:grpSpPr>
          <a:xfrm>
            <a:off x="8359140" y="6146291"/>
            <a:ext cx="593090" cy="167640"/>
            <a:chOff x="8359140" y="6146291"/>
            <a:chExt cx="593090" cy="167640"/>
          </a:xfrm>
        </p:grpSpPr>
        <p:pic>
          <p:nvPicPr>
            <p:cNvPr id="39" name="object 39"/>
            <p:cNvPicPr/>
            <p:nvPr/>
          </p:nvPicPr>
          <p:blipFill>
            <a:blip r:embed="rId14" cstate="print"/>
            <a:stretch>
              <a:fillRect/>
            </a:stretch>
          </p:blipFill>
          <p:spPr>
            <a:xfrm>
              <a:off x="8359140" y="6150863"/>
              <a:ext cx="280415" cy="153923"/>
            </a:xfrm>
            <a:prstGeom prst="rect">
              <a:avLst/>
            </a:prstGeom>
          </p:spPr>
        </p:pic>
        <p:pic>
          <p:nvPicPr>
            <p:cNvPr id="40" name="object 40"/>
            <p:cNvPicPr/>
            <p:nvPr/>
          </p:nvPicPr>
          <p:blipFill>
            <a:blip r:embed="rId15" cstate="print"/>
            <a:stretch>
              <a:fillRect/>
            </a:stretch>
          </p:blipFill>
          <p:spPr>
            <a:xfrm>
              <a:off x="8665463" y="6146291"/>
              <a:ext cx="286512" cy="167639"/>
            </a:xfrm>
            <a:prstGeom prst="rect">
              <a:avLst/>
            </a:prstGeom>
          </p:spPr>
        </p:pic>
      </p:grpSp>
      <p:grpSp>
        <p:nvGrpSpPr>
          <p:cNvPr id="41" name="object 41"/>
          <p:cNvGrpSpPr/>
          <p:nvPr/>
        </p:nvGrpSpPr>
        <p:grpSpPr>
          <a:xfrm>
            <a:off x="2045208" y="3688079"/>
            <a:ext cx="626745" cy="143510"/>
            <a:chOff x="2045208" y="3688079"/>
            <a:chExt cx="626745" cy="143510"/>
          </a:xfrm>
        </p:grpSpPr>
        <p:pic>
          <p:nvPicPr>
            <p:cNvPr id="42" name="object 42"/>
            <p:cNvPicPr/>
            <p:nvPr/>
          </p:nvPicPr>
          <p:blipFill>
            <a:blip r:embed="rId16" cstate="print"/>
            <a:stretch>
              <a:fillRect/>
            </a:stretch>
          </p:blipFill>
          <p:spPr>
            <a:xfrm>
              <a:off x="2045208" y="3688079"/>
              <a:ext cx="323087" cy="143255"/>
            </a:xfrm>
            <a:prstGeom prst="rect">
              <a:avLst/>
            </a:prstGeom>
          </p:spPr>
        </p:pic>
        <p:pic>
          <p:nvPicPr>
            <p:cNvPr id="43" name="object 43"/>
            <p:cNvPicPr/>
            <p:nvPr/>
          </p:nvPicPr>
          <p:blipFill>
            <a:blip r:embed="rId17" cstate="print"/>
            <a:stretch>
              <a:fillRect/>
            </a:stretch>
          </p:blipFill>
          <p:spPr>
            <a:xfrm>
              <a:off x="2388108" y="3732275"/>
              <a:ext cx="64008" cy="91440"/>
            </a:xfrm>
            <a:prstGeom prst="rect">
              <a:avLst/>
            </a:prstGeom>
          </p:spPr>
        </p:pic>
        <p:pic>
          <p:nvPicPr>
            <p:cNvPr id="44" name="object 44"/>
            <p:cNvPicPr/>
            <p:nvPr/>
          </p:nvPicPr>
          <p:blipFill>
            <a:blip r:embed="rId18" cstate="print"/>
            <a:stretch>
              <a:fillRect/>
            </a:stretch>
          </p:blipFill>
          <p:spPr>
            <a:xfrm>
              <a:off x="2471927" y="3697223"/>
              <a:ext cx="199644" cy="126492"/>
            </a:xfrm>
            <a:prstGeom prst="rect">
              <a:avLst/>
            </a:prstGeom>
          </p:spPr>
        </p:pic>
      </p:grpSp>
      <p:pic>
        <p:nvPicPr>
          <p:cNvPr id="45" name="object 45"/>
          <p:cNvPicPr/>
          <p:nvPr/>
        </p:nvPicPr>
        <p:blipFill>
          <a:blip r:embed="rId19" cstate="print"/>
          <a:stretch>
            <a:fillRect/>
          </a:stretch>
        </p:blipFill>
        <p:spPr>
          <a:xfrm>
            <a:off x="4046220" y="3688079"/>
            <a:ext cx="1054607" cy="143256"/>
          </a:xfrm>
          <a:prstGeom prst="rect">
            <a:avLst/>
          </a:prstGeom>
        </p:spPr>
      </p:pic>
      <p:grpSp>
        <p:nvGrpSpPr>
          <p:cNvPr id="46" name="object 46"/>
          <p:cNvGrpSpPr/>
          <p:nvPr/>
        </p:nvGrpSpPr>
        <p:grpSpPr>
          <a:xfrm>
            <a:off x="6897623" y="3688079"/>
            <a:ext cx="626745" cy="143510"/>
            <a:chOff x="6897623" y="3688079"/>
            <a:chExt cx="626745" cy="143510"/>
          </a:xfrm>
        </p:grpSpPr>
        <p:pic>
          <p:nvPicPr>
            <p:cNvPr id="47" name="object 47"/>
            <p:cNvPicPr/>
            <p:nvPr/>
          </p:nvPicPr>
          <p:blipFill>
            <a:blip r:embed="rId20" cstate="print"/>
            <a:stretch>
              <a:fillRect/>
            </a:stretch>
          </p:blipFill>
          <p:spPr>
            <a:xfrm>
              <a:off x="6897623" y="3688079"/>
              <a:ext cx="323087" cy="143256"/>
            </a:xfrm>
            <a:prstGeom prst="rect">
              <a:avLst/>
            </a:prstGeom>
          </p:spPr>
        </p:pic>
        <p:sp>
          <p:nvSpPr>
            <p:cNvPr id="48" name="object 48"/>
            <p:cNvSpPr/>
            <p:nvPr/>
          </p:nvSpPr>
          <p:spPr>
            <a:xfrm>
              <a:off x="7240523" y="3732275"/>
              <a:ext cx="62865" cy="91440"/>
            </a:xfrm>
            <a:custGeom>
              <a:avLst/>
              <a:gdLst/>
              <a:ahLst/>
              <a:cxnLst/>
              <a:rect l="l" t="t" r="r" b="b"/>
              <a:pathLst>
                <a:path w="62865" h="91439">
                  <a:moveTo>
                    <a:pt x="12191" y="91440"/>
                  </a:moveTo>
                  <a:lnTo>
                    <a:pt x="1523" y="91440"/>
                  </a:lnTo>
                  <a:lnTo>
                    <a:pt x="0" y="89916"/>
                  </a:lnTo>
                  <a:lnTo>
                    <a:pt x="0" y="4572"/>
                  </a:lnTo>
                  <a:lnTo>
                    <a:pt x="3047" y="1524"/>
                  </a:lnTo>
                  <a:lnTo>
                    <a:pt x="12191" y="1524"/>
                  </a:lnTo>
                  <a:lnTo>
                    <a:pt x="15239" y="6096"/>
                  </a:lnTo>
                  <a:lnTo>
                    <a:pt x="15239" y="15240"/>
                  </a:lnTo>
                  <a:lnTo>
                    <a:pt x="23288" y="9001"/>
                  </a:lnTo>
                  <a:lnTo>
                    <a:pt x="31622" y="4191"/>
                  </a:lnTo>
                  <a:lnTo>
                    <a:pt x="40528" y="1095"/>
                  </a:lnTo>
                  <a:lnTo>
                    <a:pt x="50291" y="0"/>
                  </a:lnTo>
                  <a:lnTo>
                    <a:pt x="54863" y="0"/>
                  </a:lnTo>
                  <a:lnTo>
                    <a:pt x="57911" y="1524"/>
                  </a:lnTo>
                  <a:lnTo>
                    <a:pt x="59435" y="6096"/>
                  </a:lnTo>
                  <a:lnTo>
                    <a:pt x="62483" y="9144"/>
                  </a:lnTo>
                  <a:lnTo>
                    <a:pt x="62483" y="25908"/>
                  </a:lnTo>
                  <a:lnTo>
                    <a:pt x="62483" y="33528"/>
                  </a:lnTo>
                  <a:lnTo>
                    <a:pt x="59435" y="36576"/>
                  </a:lnTo>
                  <a:lnTo>
                    <a:pt x="50291" y="36576"/>
                  </a:lnTo>
                  <a:lnTo>
                    <a:pt x="47243" y="33528"/>
                  </a:lnTo>
                  <a:lnTo>
                    <a:pt x="47243" y="15240"/>
                  </a:lnTo>
                  <a:lnTo>
                    <a:pt x="38099" y="16764"/>
                  </a:lnTo>
                  <a:lnTo>
                    <a:pt x="15239" y="39624"/>
                  </a:lnTo>
                  <a:lnTo>
                    <a:pt x="15239" y="89916"/>
                  </a:lnTo>
                  <a:lnTo>
                    <a:pt x="12191" y="9144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49" name="object 49"/>
            <p:cNvPicPr/>
            <p:nvPr/>
          </p:nvPicPr>
          <p:blipFill>
            <a:blip r:embed="rId21" cstate="print"/>
            <a:stretch>
              <a:fillRect/>
            </a:stretch>
          </p:blipFill>
          <p:spPr>
            <a:xfrm>
              <a:off x="7324343" y="3697223"/>
              <a:ext cx="199643" cy="126492"/>
            </a:xfrm>
            <a:prstGeom prst="rect">
              <a:avLst/>
            </a:prstGeom>
          </p:spPr>
        </p:pic>
      </p:grpSp>
      <p:sp>
        <p:nvSpPr>
          <p:cNvPr id="50" name="object 50"/>
          <p:cNvSpPr/>
          <p:nvPr/>
        </p:nvSpPr>
        <p:spPr>
          <a:xfrm>
            <a:off x="7161276" y="3912108"/>
            <a:ext cx="55244" cy="167640"/>
          </a:xfrm>
          <a:custGeom>
            <a:avLst/>
            <a:gdLst/>
            <a:ahLst/>
            <a:cxnLst/>
            <a:rect l="l" t="t" r="r" b="b"/>
            <a:pathLst>
              <a:path w="55245" h="167639">
                <a:moveTo>
                  <a:pt x="33528" y="124968"/>
                </a:moveTo>
                <a:lnTo>
                  <a:pt x="19812" y="124968"/>
                </a:lnTo>
                <a:lnTo>
                  <a:pt x="19812" y="0"/>
                </a:lnTo>
                <a:lnTo>
                  <a:pt x="33528" y="0"/>
                </a:lnTo>
                <a:lnTo>
                  <a:pt x="33528" y="124968"/>
                </a:lnTo>
                <a:close/>
              </a:path>
              <a:path w="55245" h="167639">
                <a:moveTo>
                  <a:pt x="27432" y="167640"/>
                </a:moveTo>
                <a:lnTo>
                  <a:pt x="0" y="111252"/>
                </a:lnTo>
                <a:lnTo>
                  <a:pt x="19812" y="111252"/>
                </a:lnTo>
                <a:lnTo>
                  <a:pt x="19812" y="124968"/>
                </a:lnTo>
                <a:lnTo>
                  <a:pt x="48191" y="124968"/>
                </a:lnTo>
                <a:lnTo>
                  <a:pt x="27432" y="167640"/>
                </a:lnTo>
                <a:close/>
              </a:path>
              <a:path w="55245" h="167639">
                <a:moveTo>
                  <a:pt x="48191" y="124968"/>
                </a:moveTo>
                <a:lnTo>
                  <a:pt x="33528" y="124968"/>
                </a:lnTo>
                <a:lnTo>
                  <a:pt x="33528" y="111252"/>
                </a:lnTo>
                <a:lnTo>
                  <a:pt x="54864" y="111252"/>
                </a:lnTo>
                <a:lnTo>
                  <a:pt x="48191" y="12496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" name="object 51"/>
          <p:cNvSpPr/>
          <p:nvPr/>
        </p:nvSpPr>
        <p:spPr>
          <a:xfrm>
            <a:off x="4507991" y="3912108"/>
            <a:ext cx="55244" cy="167640"/>
          </a:xfrm>
          <a:custGeom>
            <a:avLst/>
            <a:gdLst/>
            <a:ahLst/>
            <a:cxnLst/>
            <a:rect l="l" t="t" r="r" b="b"/>
            <a:pathLst>
              <a:path w="55245" h="167639">
                <a:moveTo>
                  <a:pt x="35052" y="124968"/>
                </a:moveTo>
                <a:lnTo>
                  <a:pt x="21336" y="124968"/>
                </a:lnTo>
                <a:lnTo>
                  <a:pt x="21336" y="0"/>
                </a:lnTo>
                <a:lnTo>
                  <a:pt x="35052" y="0"/>
                </a:lnTo>
                <a:lnTo>
                  <a:pt x="35052" y="124968"/>
                </a:lnTo>
                <a:close/>
              </a:path>
              <a:path w="55245" h="167639">
                <a:moveTo>
                  <a:pt x="27432" y="167640"/>
                </a:moveTo>
                <a:lnTo>
                  <a:pt x="0" y="111252"/>
                </a:lnTo>
                <a:lnTo>
                  <a:pt x="21336" y="111252"/>
                </a:lnTo>
                <a:lnTo>
                  <a:pt x="21336" y="124968"/>
                </a:lnTo>
                <a:lnTo>
                  <a:pt x="48191" y="124968"/>
                </a:lnTo>
                <a:lnTo>
                  <a:pt x="27432" y="167640"/>
                </a:lnTo>
                <a:close/>
              </a:path>
              <a:path w="55245" h="167639">
                <a:moveTo>
                  <a:pt x="48191" y="124968"/>
                </a:moveTo>
                <a:lnTo>
                  <a:pt x="35052" y="124968"/>
                </a:lnTo>
                <a:lnTo>
                  <a:pt x="35052" y="111252"/>
                </a:lnTo>
                <a:lnTo>
                  <a:pt x="54864" y="111252"/>
                </a:lnTo>
                <a:lnTo>
                  <a:pt x="48191" y="12496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" name="object 52"/>
          <p:cNvSpPr/>
          <p:nvPr/>
        </p:nvSpPr>
        <p:spPr>
          <a:xfrm>
            <a:off x="2310383" y="3912108"/>
            <a:ext cx="55244" cy="167640"/>
          </a:xfrm>
          <a:custGeom>
            <a:avLst/>
            <a:gdLst/>
            <a:ahLst/>
            <a:cxnLst/>
            <a:rect l="l" t="t" r="r" b="b"/>
            <a:pathLst>
              <a:path w="55244" h="167639">
                <a:moveTo>
                  <a:pt x="35052" y="124968"/>
                </a:moveTo>
                <a:lnTo>
                  <a:pt x="19812" y="124968"/>
                </a:lnTo>
                <a:lnTo>
                  <a:pt x="19812" y="0"/>
                </a:lnTo>
                <a:lnTo>
                  <a:pt x="35052" y="0"/>
                </a:lnTo>
                <a:lnTo>
                  <a:pt x="35052" y="124968"/>
                </a:lnTo>
                <a:close/>
              </a:path>
              <a:path w="55244" h="167639">
                <a:moveTo>
                  <a:pt x="27432" y="167640"/>
                </a:moveTo>
                <a:lnTo>
                  <a:pt x="0" y="111252"/>
                </a:lnTo>
                <a:lnTo>
                  <a:pt x="19812" y="111252"/>
                </a:lnTo>
                <a:lnTo>
                  <a:pt x="19812" y="124968"/>
                </a:lnTo>
                <a:lnTo>
                  <a:pt x="48191" y="124968"/>
                </a:lnTo>
                <a:lnTo>
                  <a:pt x="27432" y="167640"/>
                </a:lnTo>
                <a:close/>
              </a:path>
              <a:path w="55244" h="167639">
                <a:moveTo>
                  <a:pt x="48191" y="124968"/>
                </a:moveTo>
                <a:lnTo>
                  <a:pt x="35052" y="124968"/>
                </a:lnTo>
                <a:lnTo>
                  <a:pt x="35052" y="111252"/>
                </a:lnTo>
                <a:lnTo>
                  <a:pt x="54864" y="111252"/>
                </a:lnTo>
                <a:lnTo>
                  <a:pt x="48191" y="12496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pic>
        <p:nvPicPr>
          <p:cNvPr id="53" name="object 53"/>
          <p:cNvPicPr/>
          <p:nvPr/>
        </p:nvPicPr>
        <p:blipFill>
          <a:blip r:embed="rId22" cstate="print"/>
          <a:stretch>
            <a:fillRect/>
          </a:stretch>
        </p:blipFill>
        <p:spPr>
          <a:xfrm>
            <a:off x="8854440" y="3683508"/>
            <a:ext cx="1053084" cy="144780"/>
          </a:xfrm>
          <a:prstGeom prst="rect">
            <a:avLst/>
          </a:prstGeom>
        </p:spPr>
      </p:pic>
      <p:sp>
        <p:nvSpPr>
          <p:cNvPr id="54" name="object 54"/>
          <p:cNvSpPr/>
          <p:nvPr/>
        </p:nvSpPr>
        <p:spPr>
          <a:xfrm>
            <a:off x="9311640" y="3909059"/>
            <a:ext cx="55244" cy="167640"/>
          </a:xfrm>
          <a:custGeom>
            <a:avLst/>
            <a:gdLst/>
            <a:ahLst/>
            <a:cxnLst/>
            <a:rect l="l" t="t" r="r" b="b"/>
            <a:pathLst>
              <a:path w="55245" h="167639">
                <a:moveTo>
                  <a:pt x="35052" y="124968"/>
                </a:moveTo>
                <a:lnTo>
                  <a:pt x="21336" y="124968"/>
                </a:lnTo>
                <a:lnTo>
                  <a:pt x="21336" y="0"/>
                </a:lnTo>
                <a:lnTo>
                  <a:pt x="35052" y="0"/>
                </a:lnTo>
                <a:lnTo>
                  <a:pt x="35052" y="124968"/>
                </a:lnTo>
                <a:close/>
              </a:path>
              <a:path w="55245" h="167639">
                <a:moveTo>
                  <a:pt x="27432" y="167640"/>
                </a:moveTo>
                <a:lnTo>
                  <a:pt x="0" y="111252"/>
                </a:lnTo>
                <a:lnTo>
                  <a:pt x="21336" y="111252"/>
                </a:lnTo>
                <a:lnTo>
                  <a:pt x="21336" y="124968"/>
                </a:lnTo>
                <a:lnTo>
                  <a:pt x="48191" y="124968"/>
                </a:lnTo>
                <a:lnTo>
                  <a:pt x="27432" y="167640"/>
                </a:lnTo>
                <a:close/>
              </a:path>
              <a:path w="55245" h="167639">
                <a:moveTo>
                  <a:pt x="48191" y="124968"/>
                </a:moveTo>
                <a:lnTo>
                  <a:pt x="35052" y="124968"/>
                </a:lnTo>
                <a:lnTo>
                  <a:pt x="35052" y="111252"/>
                </a:lnTo>
                <a:lnTo>
                  <a:pt x="54864" y="111252"/>
                </a:lnTo>
                <a:lnTo>
                  <a:pt x="48191" y="12496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</p:spTree>
  </p:cSld>
  <p:clrMapOvr>
    <a:masterClrMapping/>
  </p:clrMapOvr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9572244" y="7229856"/>
            <a:ext cx="184785" cy="146685"/>
            <a:chOff x="9572244" y="7229856"/>
            <a:chExt cx="184785" cy="146685"/>
          </a:xfrm>
        </p:grpSpPr>
        <p:pic>
          <p:nvPicPr>
            <p:cNvPr id="3" name="object 3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9572244" y="7231380"/>
              <a:ext cx="70103" cy="141732"/>
            </a:xfrm>
            <a:prstGeom prst="rect">
              <a:avLst/>
            </a:prstGeom>
          </p:spPr>
        </p:pic>
        <p:pic>
          <p:nvPicPr>
            <p:cNvPr id="4" name="object 4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9665208" y="7229856"/>
              <a:ext cx="91390" cy="146304"/>
            </a:xfrm>
            <a:prstGeom prst="rect">
              <a:avLst/>
            </a:prstGeom>
          </p:spPr>
        </p:pic>
      </p:grpSp>
      <p:sp>
        <p:nvSpPr>
          <p:cNvPr id="5" name="object 5"/>
          <p:cNvSpPr/>
          <p:nvPr/>
        </p:nvSpPr>
        <p:spPr>
          <a:xfrm>
            <a:off x="1717548" y="1278636"/>
            <a:ext cx="538480" cy="554990"/>
          </a:xfrm>
          <a:custGeom>
            <a:avLst/>
            <a:gdLst/>
            <a:ahLst/>
            <a:cxnLst/>
            <a:rect l="l" t="t" r="r" b="b"/>
            <a:pathLst>
              <a:path w="538480" h="554989">
                <a:moveTo>
                  <a:pt x="6095" y="300228"/>
                </a:moveTo>
                <a:lnTo>
                  <a:pt x="0" y="295656"/>
                </a:lnTo>
                <a:lnTo>
                  <a:pt x="24574" y="252817"/>
                </a:lnTo>
                <a:lnTo>
                  <a:pt x="45719" y="211264"/>
                </a:lnTo>
                <a:lnTo>
                  <a:pt x="63436" y="171140"/>
                </a:lnTo>
                <a:lnTo>
                  <a:pt x="77723" y="132588"/>
                </a:lnTo>
                <a:lnTo>
                  <a:pt x="100774" y="62865"/>
                </a:lnTo>
                <a:lnTo>
                  <a:pt x="115823" y="0"/>
                </a:lnTo>
                <a:lnTo>
                  <a:pt x="169164" y="27431"/>
                </a:lnTo>
                <a:lnTo>
                  <a:pt x="149352" y="39624"/>
                </a:lnTo>
                <a:lnTo>
                  <a:pt x="132516" y="81367"/>
                </a:lnTo>
                <a:lnTo>
                  <a:pt x="107989" y="141422"/>
                </a:lnTo>
                <a:lnTo>
                  <a:pt x="100583" y="160020"/>
                </a:lnTo>
                <a:lnTo>
                  <a:pt x="132588" y="173736"/>
                </a:lnTo>
                <a:lnTo>
                  <a:pt x="114300" y="190500"/>
                </a:lnTo>
                <a:lnTo>
                  <a:pt x="114300" y="195072"/>
                </a:lnTo>
                <a:lnTo>
                  <a:pt x="83819" y="195072"/>
                </a:lnTo>
                <a:lnTo>
                  <a:pt x="60959" y="229933"/>
                </a:lnTo>
                <a:lnTo>
                  <a:pt x="40385" y="259080"/>
                </a:lnTo>
                <a:lnTo>
                  <a:pt x="22097" y="282511"/>
                </a:lnTo>
                <a:lnTo>
                  <a:pt x="6095" y="300228"/>
                </a:lnTo>
                <a:close/>
              </a:path>
              <a:path w="538480" h="554989">
                <a:moveTo>
                  <a:pt x="172212" y="94488"/>
                </a:moveTo>
                <a:lnTo>
                  <a:pt x="149352" y="76200"/>
                </a:lnTo>
                <a:lnTo>
                  <a:pt x="320040" y="76200"/>
                </a:lnTo>
                <a:lnTo>
                  <a:pt x="345948" y="50292"/>
                </a:lnTo>
                <a:lnTo>
                  <a:pt x="387096" y="89916"/>
                </a:lnTo>
                <a:lnTo>
                  <a:pt x="198119" y="89916"/>
                </a:lnTo>
                <a:lnTo>
                  <a:pt x="172212" y="94488"/>
                </a:lnTo>
                <a:close/>
              </a:path>
              <a:path w="538480" h="554989">
                <a:moveTo>
                  <a:pt x="143255" y="348996"/>
                </a:moveTo>
                <a:lnTo>
                  <a:pt x="135635" y="341376"/>
                </a:lnTo>
                <a:lnTo>
                  <a:pt x="155090" y="312515"/>
                </a:lnTo>
                <a:lnTo>
                  <a:pt x="172402" y="280797"/>
                </a:lnTo>
                <a:lnTo>
                  <a:pt x="201167" y="208788"/>
                </a:lnTo>
                <a:lnTo>
                  <a:pt x="212574" y="172212"/>
                </a:lnTo>
                <a:lnTo>
                  <a:pt x="227957" y="112776"/>
                </a:lnTo>
                <a:lnTo>
                  <a:pt x="231647" y="89916"/>
                </a:lnTo>
                <a:lnTo>
                  <a:pt x="269747" y="89916"/>
                </a:lnTo>
                <a:lnTo>
                  <a:pt x="265199" y="106251"/>
                </a:lnTo>
                <a:lnTo>
                  <a:pt x="258508" y="128016"/>
                </a:lnTo>
                <a:lnTo>
                  <a:pt x="249816" y="155495"/>
                </a:lnTo>
                <a:lnTo>
                  <a:pt x="239267" y="188976"/>
                </a:lnTo>
                <a:lnTo>
                  <a:pt x="363931" y="188976"/>
                </a:lnTo>
                <a:lnTo>
                  <a:pt x="371856" y="195072"/>
                </a:lnTo>
                <a:lnTo>
                  <a:pt x="360426" y="202692"/>
                </a:lnTo>
                <a:lnTo>
                  <a:pt x="233171" y="202692"/>
                </a:lnTo>
                <a:lnTo>
                  <a:pt x="226313" y="219265"/>
                </a:lnTo>
                <a:lnTo>
                  <a:pt x="219455" y="234696"/>
                </a:lnTo>
                <a:lnTo>
                  <a:pt x="212597" y="248983"/>
                </a:lnTo>
                <a:lnTo>
                  <a:pt x="205739" y="262128"/>
                </a:lnTo>
                <a:lnTo>
                  <a:pt x="220000" y="272796"/>
                </a:lnTo>
                <a:lnTo>
                  <a:pt x="199643" y="272796"/>
                </a:lnTo>
                <a:lnTo>
                  <a:pt x="188261" y="291345"/>
                </a:lnTo>
                <a:lnTo>
                  <a:pt x="174878" y="310324"/>
                </a:lnTo>
                <a:lnTo>
                  <a:pt x="159781" y="329588"/>
                </a:lnTo>
                <a:lnTo>
                  <a:pt x="143255" y="348996"/>
                </a:lnTo>
                <a:close/>
              </a:path>
              <a:path w="538480" h="554989">
                <a:moveTo>
                  <a:pt x="363931" y="188976"/>
                </a:moveTo>
                <a:lnTo>
                  <a:pt x="312419" y="188976"/>
                </a:lnTo>
                <a:lnTo>
                  <a:pt x="332232" y="164592"/>
                </a:lnTo>
                <a:lnTo>
                  <a:pt x="363931" y="188976"/>
                </a:lnTo>
                <a:close/>
              </a:path>
              <a:path w="538480" h="554989">
                <a:moveTo>
                  <a:pt x="80771" y="554736"/>
                </a:moveTo>
                <a:lnTo>
                  <a:pt x="82877" y="486537"/>
                </a:lnTo>
                <a:lnTo>
                  <a:pt x="83558" y="461724"/>
                </a:lnTo>
                <a:lnTo>
                  <a:pt x="83759" y="446532"/>
                </a:lnTo>
                <a:lnTo>
                  <a:pt x="83819" y="195072"/>
                </a:lnTo>
                <a:lnTo>
                  <a:pt x="114300" y="195072"/>
                </a:lnTo>
                <a:lnTo>
                  <a:pt x="114359" y="472440"/>
                </a:lnTo>
                <a:lnTo>
                  <a:pt x="114510" y="490989"/>
                </a:lnTo>
                <a:lnTo>
                  <a:pt x="114942" y="513397"/>
                </a:lnTo>
                <a:lnTo>
                  <a:pt x="115823" y="537972"/>
                </a:lnTo>
                <a:lnTo>
                  <a:pt x="80771" y="554736"/>
                </a:lnTo>
                <a:close/>
              </a:path>
              <a:path w="538480" h="554989">
                <a:moveTo>
                  <a:pt x="131064" y="534924"/>
                </a:moveTo>
                <a:lnTo>
                  <a:pt x="126491" y="528828"/>
                </a:lnTo>
                <a:lnTo>
                  <a:pt x="153614" y="507968"/>
                </a:lnTo>
                <a:lnTo>
                  <a:pt x="177736" y="486537"/>
                </a:lnTo>
                <a:lnTo>
                  <a:pt x="216407" y="441960"/>
                </a:lnTo>
                <a:lnTo>
                  <a:pt x="247459" y="393954"/>
                </a:lnTo>
                <a:lnTo>
                  <a:pt x="272795" y="341376"/>
                </a:lnTo>
                <a:lnTo>
                  <a:pt x="294703" y="279463"/>
                </a:lnTo>
                <a:lnTo>
                  <a:pt x="315467" y="202692"/>
                </a:lnTo>
                <a:lnTo>
                  <a:pt x="360426" y="202692"/>
                </a:lnTo>
                <a:lnTo>
                  <a:pt x="348996" y="210312"/>
                </a:lnTo>
                <a:lnTo>
                  <a:pt x="335195" y="262128"/>
                </a:lnTo>
                <a:lnTo>
                  <a:pt x="321183" y="307276"/>
                </a:lnTo>
                <a:lnTo>
                  <a:pt x="306562" y="345971"/>
                </a:lnTo>
                <a:lnTo>
                  <a:pt x="275391" y="405360"/>
                </a:lnTo>
                <a:lnTo>
                  <a:pt x="239434" y="452747"/>
                </a:lnTo>
                <a:lnTo>
                  <a:pt x="198572" y="490989"/>
                </a:lnTo>
                <a:lnTo>
                  <a:pt x="154519" y="522374"/>
                </a:lnTo>
                <a:lnTo>
                  <a:pt x="131064" y="534924"/>
                </a:lnTo>
                <a:close/>
              </a:path>
              <a:path w="538480" h="554989">
                <a:moveTo>
                  <a:pt x="242315" y="356616"/>
                </a:moveTo>
                <a:lnTo>
                  <a:pt x="240791" y="356616"/>
                </a:lnTo>
                <a:lnTo>
                  <a:pt x="237386" y="354949"/>
                </a:lnTo>
                <a:lnTo>
                  <a:pt x="234124" y="350139"/>
                </a:lnTo>
                <a:lnTo>
                  <a:pt x="231147" y="342471"/>
                </a:lnTo>
                <a:lnTo>
                  <a:pt x="228599" y="332232"/>
                </a:lnTo>
                <a:lnTo>
                  <a:pt x="224289" y="316515"/>
                </a:lnTo>
                <a:lnTo>
                  <a:pt x="218122" y="301371"/>
                </a:lnTo>
                <a:lnTo>
                  <a:pt x="209954" y="286797"/>
                </a:lnTo>
                <a:lnTo>
                  <a:pt x="199643" y="272796"/>
                </a:lnTo>
                <a:lnTo>
                  <a:pt x="220000" y="272796"/>
                </a:lnTo>
                <a:lnTo>
                  <a:pt x="249935" y="300228"/>
                </a:lnTo>
                <a:lnTo>
                  <a:pt x="260603" y="316992"/>
                </a:lnTo>
                <a:lnTo>
                  <a:pt x="260603" y="330708"/>
                </a:lnTo>
                <a:lnTo>
                  <a:pt x="257555" y="338328"/>
                </a:lnTo>
                <a:lnTo>
                  <a:pt x="251459" y="344424"/>
                </a:lnTo>
                <a:lnTo>
                  <a:pt x="246887" y="352044"/>
                </a:lnTo>
                <a:lnTo>
                  <a:pt x="242315" y="356616"/>
                </a:lnTo>
                <a:close/>
              </a:path>
              <a:path w="538480" h="554989">
                <a:moveTo>
                  <a:pt x="517659" y="504110"/>
                </a:moveTo>
                <a:lnTo>
                  <a:pt x="462724" y="504110"/>
                </a:lnTo>
                <a:lnTo>
                  <a:pt x="472440" y="502920"/>
                </a:lnTo>
                <a:lnTo>
                  <a:pt x="479321" y="499705"/>
                </a:lnTo>
                <a:lnTo>
                  <a:pt x="484060" y="494347"/>
                </a:lnTo>
                <a:lnTo>
                  <a:pt x="486798" y="486417"/>
                </a:lnTo>
                <a:lnTo>
                  <a:pt x="487680" y="475488"/>
                </a:lnTo>
                <a:lnTo>
                  <a:pt x="487680" y="118872"/>
                </a:lnTo>
                <a:lnTo>
                  <a:pt x="487418" y="96535"/>
                </a:lnTo>
                <a:lnTo>
                  <a:pt x="486727" y="70485"/>
                </a:lnTo>
                <a:lnTo>
                  <a:pt x="484632" y="6095"/>
                </a:lnTo>
                <a:lnTo>
                  <a:pt x="537972" y="33528"/>
                </a:lnTo>
                <a:lnTo>
                  <a:pt x="518160" y="47243"/>
                </a:lnTo>
                <a:lnTo>
                  <a:pt x="518053" y="500776"/>
                </a:lnTo>
                <a:lnTo>
                  <a:pt x="517659" y="504110"/>
                </a:lnTo>
                <a:close/>
              </a:path>
              <a:path w="538480" h="554989">
                <a:moveTo>
                  <a:pt x="394716" y="420624"/>
                </a:moveTo>
                <a:lnTo>
                  <a:pt x="395597" y="384048"/>
                </a:lnTo>
                <a:lnTo>
                  <a:pt x="396049" y="354330"/>
                </a:lnTo>
                <a:lnTo>
                  <a:pt x="396139" y="341947"/>
                </a:lnTo>
                <a:lnTo>
                  <a:pt x="396216" y="161329"/>
                </a:lnTo>
                <a:lnTo>
                  <a:pt x="396049" y="142303"/>
                </a:lnTo>
                <a:lnTo>
                  <a:pt x="395597" y="124134"/>
                </a:lnTo>
                <a:lnTo>
                  <a:pt x="394716" y="106680"/>
                </a:lnTo>
                <a:lnTo>
                  <a:pt x="446532" y="131064"/>
                </a:lnTo>
                <a:lnTo>
                  <a:pt x="428244" y="149352"/>
                </a:lnTo>
                <a:lnTo>
                  <a:pt x="428351" y="331470"/>
                </a:lnTo>
                <a:lnTo>
                  <a:pt x="428434" y="341947"/>
                </a:lnTo>
                <a:lnTo>
                  <a:pt x="428886" y="369546"/>
                </a:lnTo>
                <a:lnTo>
                  <a:pt x="429768" y="403860"/>
                </a:lnTo>
                <a:lnTo>
                  <a:pt x="394716" y="420624"/>
                </a:lnTo>
                <a:close/>
              </a:path>
              <a:path w="538480" h="554989">
                <a:moveTo>
                  <a:pt x="470916" y="554736"/>
                </a:moveTo>
                <a:lnTo>
                  <a:pt x="465462" y="539877"/>
                </a:lnTo>
                <a:lnTo>
                  <a:pt x="451294" y="527304"/>
                </a:lnTo>
                <a:lnTo>
                  <a:pt x="428267" y="517017"/>
                </a:lnTo>
                <a:lnTo>
                  <a:pt x="396240" y="509016"/>
                </a:lnTo>
                <a:lnTo>
                  <a:pt x="399288" y="496824"/>
                </a:lnTo>
                <a:lnTo>
                  <a:pt x="426148" y="500776"/>
                </a:lnTo>
                <a:lnTo>
                  <a:pt x="447294" y="503301"/>
                </a:lnTo>
                <a:lnTo>
                  <a:pt x="462724" y="504110"/>
                </a:lnTo>
                <a:lnTo>
                  <a:pt x="517659" y="504110"/>
                </a:lnTo>
                <a:lnTo>
                  <a:pt x="516135" y="517017"/>
                </a:lnTo>
                <a:lnTo>
                  <a:pt x="507682" y="531876"/>
                </a:lnTo>
                <a:lnTo>
                  <a:pt x="492656" y="544449"/>
                </a:lnTo>
                <a:lnTo>
                  <a:pt x="470916" y="554736"/>
                </a:lnTo>
                <a:close/>
              </a:path>
            </a:pathLst>
          </a:custGeom>
          <a:solidFill>
            <a:srgbClr val="3333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" name="object 6"/>
          <p:cNvSpPr/>
          <p:nvPr/>
        </p:nvSpPr>
        <p:spPr>
          <a:xfrm>
            <a:off x="2331720" y="1289303"/>
            <a:ext cx="558165" cy="546100"/>
          </a:xfrm>
          <a:custGeom>
            <a:avLst/>
            <a:gdLst/>
            <a:ahLst/>
            <a:cxnLst/>
            <a:rect l="l" t="t" r="r" b="b"/>
            <a:pathLst>
              <a:path w="558164" h="546100">
                <a:moveTo>
                  <a:pt x="239268" y="545592"/>
                </a:moveTo>
                <a:lnTo>
                  <a:pt x="234386" y="529066"/>
                </a:lnTo>
                <a:lnTo>
                  <a:pt x="219646" y="513968"/>
                </a:lnTo>
                <a:lnTo>
                  <a:pt x="194905" y="500586"/>
                </a:lnTo>
                <a:lnTo>
                  <a:pt x="160020" y="489203"/>
                </a:lnTo>
                <a:lnTo>
                  <a:pt x="160020" y="477012"/>
                </a:lnTo>
                <a:lnTo>
                  <a:pt x="213741" y="482536"/>
                </a:lnTo>
                <a:lnTo>
                  <a:pt x="232886" y="484084"/>
                </a:lnTo>
                <a:lnTo>
                  <a:pt x="246888" y="484631"/>
                </a:lnTo>
                <a:lnTo>
                  <a:pt x="255746" y="482393"/>
                </a:lnTo>
                <a:lnTo>
                  <a:pt x="261747" y="475869"/>
                </a:lnTo>
                <a:lnTo>
                  <a:pt x="264890" y="465343"/>
                </a:lnTo>
                <a:lnTo>
                  <a:pt x="265176" y="451103"/>
                </a:lnTo>
                <a:lnTo>
                  <a:pt x="265176" y="249936"/>
                </a:lnTo>
                <a:lnTo>
                  <a:pt x="79248" y="249936"/>
                </a:lnTo>
                <a:lnTo>
                  <a:pt x="63769" y="250245"/>
                </a:lnTo>
                <a:lnTo>
                  <a:pt x="49149" y="251269"/>
                </a:lnTo>
                <a:lnTo>
                  <a:pt x="35099" y="253150"/>
                </a:lnTo>
                <a:lnTo>
                  <a:pt x="21335" y="256031"/>
                </a:lnTo>
                <a:lnTo>
                  <a:pt x="0" y="234695"/>
                </a:lnTo>
                <a:lnTo>
                  <a:pt x="265176" y="234695"/>
                </a:lnTo>
                <a:lnTo>
                  <a:pt x="264985" y="183070"/>
                </a:lnTo>
                <a:lnTo>
                  <a:pt x="264533" y="157757"/>
                </a:lnTo>
                <a:lnTo>
                  <a:pt x="263652" y="132587"/>
                </a:lnTo>
                <a:lnTo>
                  <a:pt x="297180" y="153923"/>
                </a:lnTo>
                <a:lnTo>
                  <a:pt x="428243" y="44195"/>
                </a:lnTo>
                <a:lnTo>
                  <a:pt x="155448" y="44195"/>
                </a:lnTo>
                <a:lnTo>
                  <a:pt x="140612" y="44505"/>
                </a:lnTo>
                <a:lnTo>
                  <a:pt x="125920" y="45529"/>
                </a:lnTo>
                <a:lnTo>
                  <a:pt x="111513" y="47410"/>
                </a:lnTo>
                <a:lnTo>
                  <a:pt x="97536" y="50291"/>
                </a:lnTo>
                <a:lnTo>
                  <a:pt x="76200" y="28955"/>
                </a:lnTo>
                <a:lnTo>
                  <a:pt x="428243" y="28955"/>
                </a:lnTo>
                <a:lnTo>
                  <a:pt x="458723" y="0"/>
                </a:lnTo>
                <a:lnTo>
                  <a:pt x="504443" y="53339"/>
                </a:lnTo>
                <a:lnTo>
                  <a:pt x="453008" y="66841"/>
                </a:lnTo>
                <a:lnTo>
                  <a:pt x="407265" y="92321"/>
                </a:lnTo>
                <a:lnTo>
                  <a:pt x="344924" y="134088"/>
                </a:lnTo>
                <a:lnTo>
                  <a:pt x="306324" y="161543"/>
                </a:lnTo>
                <a:lnTo>
                  <a:pt x="327659" y="175259"/>
                </a:lnTo>
                <a:lnTo>
                  <a:pt x="301752" y="188975"/>
                </a:lnTo>
                <a:lnTo>
                  <a:pt x="301752" y="234695"/>
                </a:lnTo>
                <a:lnTo>
                  <a:pt x="466343" y="234695"/>
                </a:lnTo>
                <a:lnTo>
                  <a:pt x="504443" y="196595"/>
                </a:lnTo>
                <a:lnTo>
                  <a:pt x="557784" y="249936"/>
                </a:lnTo>
                <a:lnTo>
                  <a:pt x="301752" y="249936"/>
                </a:lnTo>
                <a:lnTo>
                  <a:pt x="301752" y="478536"/>
                </a:lnTo>
                <a:lnTo>
                  <a:pt x="297775" y="499943"/>
                </a:lnTo>
                <a:lnTo>
                  <a:pt x="285940" y="518350"/>
                </a:lnTo>
                <a:lnTo>
                  <a:pt x="266390" y="533614"/>
                </a:lnTo>
                <a:lnTo>
                  <a:pt x="239268" y="545592"/>
                </a:lnTo>
                <a:close/>
              </a:path>
            </a:pathLst>
          </a:custGeom>
          <a:solidFill>
            <a:srgbClr val="3333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" name="object 7"/>
          <p:cNvSpPr/>
          <p:nvPr/>
        </p:nvSpPr>
        <p:spPr>
          <a:xfrm>
            <a:off x="1706879" y="2513076"/>
            <a:ext cx="155575" cy="155575"/>
          </a:xfrm>
          <a:custGeom>
            <a:avLst/>
            <a:gdLst/>
            <a:ahLst/>
            <a:cxnLst/>
            <a:rect l="l" t="t" r="r" b="b"/>
            <a:pathLst>
              <a:path w="155575" h="155575">
                <a:moveTo>
                  <a:pt x="155448" y="155448"/>
                </a:moveTo>
                <a:lnTo>
                  <a:pt x="0" y="155448"/>
                </a:lnTo>
                <a:lnTo>
                  <a:pt x="0" y="0"/>
                </a:lnTo>
                <a:lnTo>
                  <a:pt x="155448" y="0"/>
                </a:lnTo>
                <a:lnTo>
                  <a:pt x="155448" y="155448"/>
                </a:lnTo>
                <a:close/>
              </a:path>
            </a:pathLst>
          </a:custGeom>
          <a:solidFill>
            <a:srgbClr val="3333C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2086355" y="2331720"/>
            <a:ext cx="396240" cy="394970"/>
          </a:xfrm>
          <a:custGeom>
            <a:avLst/>
            <a:gdLst/>
            <a:ahLst/>
            <a:cxnLst/>
            <a:rect l="l" t="t" r="r" b="b"/>
            <a:pathLst>
              <a:path w="396239" h="394969">
                <a:moveTo>
                  <a:pt x="19812" y="41148"/>
                </a:moveTo>
                <a:lnTo>
                  <a:pt x="4572" y="25908"/>
                </a:lnTo>
                <a:lnTo>
                  <a:pt x="333756" y="25908"/>
                </a:lnTo>
                <a:lnTo>
                  <a:pt x="359664" y="0"/>
                </a:lnTo>
                <a:lnTo>
                  <a:pt x="396240" y="36576"/>
                </a:lnTo>
                <a:lnTo>
                  <a:pt x="60960" y="36576"/>
                </a:lnTo>
                <a:lnTo>
                  <a:pt x="49815" y="36861"/>
                </a:lnTo>
                <a:lnTo>
                  <a:pt x="39243" y="37719"/>
                </a:lnTo>
                <a:lnTo>
                  <a:pt x="29241" y="39147"/>
                </a:lnTo>
                <a:lnTo>
                  <a:pt x="19812" y="41148"/>
                </a:lnTo>
                <a:close/>
              </a:path>
              <a:path w="396239" h="394969">
                <a:moveTo>
                  <a:pt x="4572" y="297179"/>
                </a:moveTo>
                <a:lnTo>
                  <a:pt x="0" y="289560"/>
                </a:lnTo>
                <a:lnTo>
                  <a:pt x="28527" y="267557"/>
                </a:lnTo>
                <a:lnTo>
                  <a:pt x="56769" y="242697"/>
                </a:lnTo>
                <a:lnTo>
                  <a:pt x="84439" y="214979"/>
                </a:lnTo>
                <a:lnTo>
                  <a:pt x="111252" y="184404"/>
                </a:lnTo>
                <a:lnTo>
                  <a:pt x="136374" y="151876"/>
                </a:lnTo>
                <a:lnTo>
                  <a:pt x="159067" y="116205"/>
                </a:lnTo>
                <a:lnTo>
                  <a:pt x="179189" y="77676"/>
                </a:lnTo>
                <a:lnTo>
                  <a:pt x="196596" y="36576"/>
                </a:lnTo>
                <a:lnTo>
                  <a:pt x="231648" y="36576"/>
                </a:lnTo>
                <a:lnTo>
                  <a:pt x="223599" y="52006"/>
                </a:lnTo>
                <a:lnTo>
                  <a:pt x="206359" y="86296"/>
                </a:lnTo>
                <a:lnTo>
                  <a:pt x="196596" y="105156"/>
                </a:lnTo>
                <a:lnTo>
                  <a:pt x="227076" y="123444"/>
                </a:lnTo>
                <a:lnTo>
                  <a:pt x="222885" y="126492"/>
                </a:lnTo>
                <a:lnTo>
                  <a:pt x="184404" y="126492"/>
                </a:lnTo>
                <a:lnTo>
                  <a:pt x="155167" y="167066"/>
                </a:lnTo>
                <a:lnTo>
                  <a:pt x="122419" y="204569"/>
                </a:lnTo>
                <a:lnTo>
                  <a:pt x="86307" y="238853"/>
                </a:lnTo>
                <a:lnTo>
                  <a:pt x="46975" y="269772"/>
                </a:lnTo>
                <a:lnTo>
                  <a:pt x="4572" y="297179"/>
                </a:lnTo>
                <a:close/>
              </a:path>
              <a:path w="396239" h="394969">
                <a:moveTo>
                  <a:pt x="182880" y="394716"/>
                </a:moveTo>
                <a:lnTo>
                  <a:pt x="183761" y="362688"/>
                </a:lnTo>
                <a:lnTo>
                  <a:pt x="184213" y="332803"/>
                </a:lnTo>
                <a:lnTo>
                  <a:pt x="184380" y="304919"/>
                </a:lnTo>
                <a:lnTo>
                  <a:pt x="184404" y="126492"/>
                </a:lnTo>
                <a:lnTo>
                  <a:pt x="222885" y="126492"/>
                </a:lnTo>
                <a:lnTo>
                  <a:pt x="210312" y="135636"/>
                </a:lnTo>
                <a:lnTo>
                  <a:pt x="210345" y="304919"/>
                </a:lnTo>
                <a:lnTo>
                  <a:pt x="210573" y="326588"/>
                </a:lnTo>
                <a:lnTo>
                  <a:pt x="211264" y="348424"/>
                </a:lnTo>
                <a:lnTo>
                  <a:pt x="212240" y="367117"/>
                </a:lnTo>
                <a:lnTo>
                  <a:pt x="213360" y="382524"/>
                </a:lnTo>
                <a:lnTo>
                  <a:pt x="182880" y="394716"/>
                </a:lnTo>
                <a:close/>
              </a:path>
              <a:path w="396239" h="394969">
                <a:moveTo>
                  <a:pt x="374904" y="278892"/>
                </a:moveTo>
                <a:lnTo>
                  <a:pt x="371856" y="278892"/>
                </a:lnTo>
                <a:lnTo>
                  <a:pt x="368117" y="277177"/>
                </a:lnTo>
                <a:lnTo>
                  <a:pt x="363664" y="272034"/>
                </a:lnTo>
                <a:lnTo>
                  <a:pt x="358354" y="263461"/>
                </a:lnTo>
                <a:lnTo>
                  <a:pt x="352044" y="251460"/>
                </a:lnTo>
                <a:lnTo>
                  <a:pt x="337756" y="230862"/>
                </a:lnTo>
                <a:lnTo>
                  <a:pt x="315468" y="205549"/>
                </a:lnTo>
                <a:lnTo>
                  <a:pt x="285178" y="175379"/>
                </a:lnTo>
                <a:lnTo>
                  <a:pt x="246888" y="140208"/>
                </a:lnTo>
                <a:lnTo>
                  <a:pt x="252984" y="135636"/>
                </a:lnTo>
                <a:lnTo>
                  <a:pt x="301823" y="168544"/>
                </a:lnTo>
                <a:lnTo>
                  <a:pt x="338518" y="194310"/>
                </a:lnTo>
                <a:lnTo>
                  <a:pt x="374904" y="225552"/>
                </a:lnTo>
                <a:lnTo>
                  <a:pt x="387096" y="252984"/>
                </a:lnTo>
                <a:lnTo>
                  <a:pt x="387096" y="257556"/>
                </a:lnTo>
                <a:lnTo>
                  <a:pt x="377952" y="275844"/>
                </a:lnTo>
                <a:lnTo>
                  <a:pt x="374904" y="27889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2531364" y="2330195"/>
            <a:ext cx="398145" cy="394970"/>
          </a:xfrm>
          <a:custGeom>
            <a:avLst/>
            <a:gdLst/>
            <a:ahLst/>
            <a:cxnLst/>
            <a:rect l="l" t="t" r="r" b="b"/>
            <a:pathLst>
              <a:path w="398144" h="394969">
                <a:moveTo>
                  <a:pt x="309263" y="16764"/>
                </a:moveTo>
                <a:lnTo>
                  <a:pt x="271272" y="16764"/>
                </a:lnTo>
                <a:lnTo>
                  <a:pt x="286512" y="0"/>
                </a:lnTo>
                <a:lnTo>
                  <a:pt x="309263" y="16764"/>
                </a:lnTo>
                <a:close/>
              </a:path>
              <a:path w="398144" h="394969">
                <a:moveTo>
                  <a:pt x="97536" y="176784"/>
                </a:moveTo>
                <a:lnTo>
                  <a:pt x="98417" y="155090"/>
                </a:lnTo>
                <a:lnTo>
                  <a:pt x="98869" y="133540"/>
                </a:lnTo>
                <a:lnTo>
                  <a:pt x="99023" y="113919"/>
                </a:lnTo>
                <a:lnTo>
                  <a:pt x="99036" y="69461"/>
                </a:lnTo>
                <a:lnTo>
                  <a:pt x="98869" y="47053"/>
                </a:lnTo>
                <a:lnTo>
                  <a:pt x="98417" y="24360"/>
                </a:lnTo>
                <a:lnTo>
                  <a:pt x="97536" y="1524"/>
                </a:lnTo>
                <a:lnTo>
                  <a:pt x="124968" y="16764"/>
                </a:lnTo>
                <a:lnTo>
                  <a:pt x="309263" y="16764"/>
                </a:lnTo>
                <a:lnTo>
                  <a:pt x="315468" y="21336"/>
                </a:lnTo>
                <a:lnTo>
                  <a:pt x="307086" y="27432"/>
                </a:lnTo>
                <a:lnTo>
                  <a:pt x="123444" y="27432"/>
                </a:lnTo>
                <a:lnTo>
                  <a:pt x="123444" y="77724"/>
                </a:lnTo>
                <a:lnTo>
                  <a:pt x="298963" y="77724"/>
                </a:lnTo>
                <a:lnTo>
                  <a:pt x="299163" y="88392"/>
                </a:lnTo>
                <a:lnTo>
                  <a:pt x="123444" y="88392"/>
                </a:lnTo>
                <a:lnTo>
                  <a:pt x="123444" y="140208"/>
                </a:lnTo>
                <a:lnTo>
                  <a:pt x="300600" y="140208"/>
                </a:lnTo>
                <a:lnTo>
                  <a:pt x="300632" y="141112"/>
                </a:lnTo>
                <a:lnTo>
                  <a:pt x="301210" y="150876"/>
                </a:lnTo>
                <a:lnTo>
                  <a:pt x="123444" y="150876"/>
                </a:lnTo>
                <a:lnTo>
                  <a:pt x="123444" y="166116"/>
                </a:lnTo>
                <a:lnTo>
                  <a:pt x="97536" y="176784"/>
                </a:lnTo>
                <a:close/>
              </a:path>
              <a:path w="398144" h="394969">
                <a:moveTo>
                  <a:pt x="298963" y="77724"/>
                </a:moveTo>
                <a:lnTo>
                  <a:pt x="275844" y="77724"/>
                </a:lnTo>
                <a:lnTo>
                  <a:pt x="275844" y="27432"/>
                </a:lnTo>
                <a:lnTo>
                  <a:pt x="307086" y="27432"/>
                </a:lnTo>
                <a:lnTo>
                  <a:pt x="298704" y="33528"/>
                </a:lnTo>
                <a:lnTo>
                  <a:pt x="298963" y="77724"/>
                </a:lnTo>
                <a:close/>
              </a:path>
              <a:path w="398144" h="394969">
                <a:moveTo>
                  <a:pt x="300600" y="140208"/>
                </a:moveTo>
                <a:lnTo>
                  <a:pt x="275844" y="140208"/>
                </a:lnTo>
                <a:lnTo>
                  <a:pt x="275844" y="88392"/>
                </a:lnTo>
                <a:lnTo>
                  <a:pt x="299163" y="88392"/>
                </a:lnTo>
                <a:lnTo>
                  <a:pt x="299656" y="113919"/>
                </a:lnTo>
                <a:lnTo>
                  <a:pt x="300600" y="140208"/>
                </a:lnTo>
                <a:close/>
              </a:path>
              <a:path w="398144" h="394969">
                <a:moveTo>
                  <a:pt x="275844" y="173736"/>
                </a:moveTo>
                <a:lnTo>
                  <a:pt x="275844" y="150876"/>
                </a:lnTo>
                <a:lnTo>
                  <a:pt x="301210" y="150876"/>
                </a:lnTo>
                <a:lnTo>
                  <a:pt x="301751" y="160020"/>
                </a:lnTo>
                <a:lnTo>
                  <a:pt x="275844" y="173736"/>
                </a:lnTo>
                <a:close/>
              </a:path>
              <a:path w="398144" h="394969">
                <a:moveTo>
                  <a:pt x="21336" y="211836"/>
                </a:moveTo>
                <a:lnTo>
                  <a:pt x="6096" y="196596"/>
                </a:lnTo>
                <a:lnTo>
                  <a:pt x="327660" y="196596"/>
                </a:lnTo>
                <a:lnTo>
                  <a:pt x="353568" y="169164"/>
                </a:lnTo>
                <a:lnTo>
                  <a:pt x="390144" y="205740"/>
                </a:lnTo>
                <a:lnTo>
                  <a:pt x="62484" y="205740"/>
                </a:lnTo>
                <a:lnTo>
                  <a:pt x="51982" y="206263"/>
                </a:lnTo>
                <a:lnTo>
                  <a:pt x="41338" y="207645"/>
                </a:lnTo>
                <a:lnTo>
                  <a:pt x="30980" y="209597"/>
                </a:lnTo>
                <a:lnTo>
                  <a:pt x="21336" y="211836"/>
                </a:lnTo>
                <a:close/>
              </a:path>
              <a:path w="398144" h="394969">
                <a:moveTo>
                  <a:pt x="214884" y="339852"/>
                </a:moveTo>
                <a:lnTo>
                  <a:pt x="190500" y="339852"/>
                </a:lnTo>
                <a:lnTo>
                  <a:pt x="190500" y="205740"/>
                </a:lnTo>
                <a:lnTo>
                  <a:pt x="214884" y="205740"/>
                </a:lnTo>
                <a:lnTo>
                  <a:pt x="214884" y="265175"/>
                </a:lnTo>
                <a:lnTo>
                  <a:pt x="349480" y="265175"/>
                </a:lnTo>
                <a:lnTo>
                  <a:pt x="359664" y="275844"/>
                </a:lnTo>
                <a:lnTo>
                  <a:pt x="214884" y="275844"/>
                </a:lnTo>
                <a:lnTo>
                  <a:pt x="214884" y="339852"/>
                </a:lnTo>
                <a:close/>
              </a:path>
              <a:path w="398144" h="394969">
                <a:moveTo>
                  <a:pt x="4572" y="394716"/>
                </a:moveTo>
                <a:lnTo>
                  <a:pt x="0" y="388620"/>
                </a:lnTo>
                <a:lnTo>
                  <a:pt x="35147" y="356330"/>
                </a:lnTo>
                <a:lnTo>
                  <a:pt x="62865" y="316611"/>
                </a:lnTo>
                <a:lnTo>
                  <a:pt x="83153" y="269462"/>
                </a:lnTo>
                <a:lnTo>
                  <a:pt x="96012" y="214884"/>
                </a:lnTo>
                <a:lnTo>
                  <a:pt x="134112" y="237744"/>
                </a:lnTo>
                <a:lnTo>
                  <a:pt x="110085" y="271843"/>
                </a:lnTo>
                <a:lnTo>
                  <a:pt x="106680" y="280416"/>
                </a:lnTo>
                <a:lnTo>
                  <a:pt x="115236" y="289560"/>
                </a:lnTo>
                <a:lnTo>
                  <a:pt x="100584" y="289560"/>
                </a:lnTo>
                <a:lnTo>
                  <a:pt x="82581" y="323564"/>
                </a:lnTo>
                <a:lnTo>
                  <a:pt x="60579" y="352425"/>
                </a:lnTo>
                <a:lnTo>
                  <a:pt x="34575" y="376142"/>
                </a:lnTo>
                <a:lnTo>
                  <a:pt x="4572" y="394716"/>
                </a:lnTo>
                <a:close/>
              </a:path>
              <a:path w="398144" h="394969">
                <a:moveTo>
                  <a:pt x="349480" y="265175"/>
                </a:moveTo>
                <a:lnTo>
                  <a:pt x="304800" y="265175"/>
                </a:lnTo>
                <a:lnTo>
                  <a:pt x="327660" y="242316"/>
                </a:lnTo>
                <a:lnTo>
                  <a:pt x="349480" y="265175"/>
                </a:lnTo>
                <a:close/>
              </a:path>
              <a:path w="398144" h="394969">
                <a:moveTo>
                  <a:pt x="364236" y="388620"/>
                </a:moveTo>
                <a:lnTo>
                  <a:pt x="316515" y="386643"/>
                </a:lnTo>
                <a:lnTo>
                  <a:pt x="276225" y="383095"/>
                </a:lnTo>
                <a:lnTo>
                  <a:pt x="217932" y="371856"/>
                </a:lnTo>
                <a:lnTo>
                  <a:pt x="180213" y="357378"/>
                </a:lnTo>
                <a:lnTo>
                  <a:pt x="136159" y="327493"/>
                </a:lnTo>
                <a:lnTo>
                  <a:pt x="100584" y="289560"/>
                </a:lnTo>
                <a:lnTo>
                  <a:pt x="115236" y="289560"/>
                </a:lnTo>
                <a:lnTo>
                  <a:pt x="122991" y="297846"/>
                </a:lnTo>
                <a:lnTo>
                  <a:pt x="142303" y="313563"/>
                </a:lnTo>
                <a:lnTo>
                  <a:pt x="164758" y="327564"/>
                </a:lnTo>
                <a:lnTo>
                  <a:pt x="190500" y="339852"/>
                </a:lnTo>
                <a:lnTo>
                  <a:pt x="214884" y="339852"/>
                </a:lnTo>
                <a:lnTo>
                  <a:pt x="214884" y="347472"/>
                </a:lnTo>
                <a:lnTo>
                  <a:pt x="231695" y="351472"/>
                </a:lnTo>
                <a:lnTo>
                  <a:pt x="252222" y="354330"/>
                </a:lnTo>
                <a:lnTo>
                  <a:pt x="276177" y="356044"/>
                </a:lnTo>
                <a:lnTo>
                  <a:pt x="303275" y="356616"/>
                </a:lnTo>
                <a:lnTo>
                  <a:pt x="397764" y="356616"/>
                </a:lnTo>
                <a:lnTo>
                  <a:pt x="397764" y="361188"/>
                </a:lnTo>
                <a:lnTo>
                  <a:pt x="384381" y="365474"/>
                </a:lnTo>
                <a:lnTo>
                  <a:pt x="374142" y="371475"/>
                </a:lnTo>
                <a:lnTo>
                  <a:pt x="367331" y="379190"/>
                </a:lnTo>
                <a:lnTo>
                  <a:pt x="364236" y="388620"/>
                </a:lnTo>
                <a:close/>
              </a:path>
              <a:path w="398144" h="394969">
                <a:moveTo>
                  <a:pt x="397764" y="356616"/>
                </a:moveTo>
                <a:lnTo>
                  <a:pt x="303275" y="356616"/>
                </a:lnTo>
                <a:lnTo>
                  <a:pt x="331541" y="356330"/>
                </a:lnTo>
                <a:lnTo>
                  <a:pt x="356806" y="355473"/>
                </a:lnTo>
                <a:lnTo>
                  <a:pt x="378928" y="354044"/>
                </a:lnTo>
                <a:lnTo>
                  <a:pt x="397764" y="352044"/>
                </a:lnTo>
                <a:lnTo>
                  <a:pt x="397764" y="35661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pic>
        <p:nvPicPr>
          <p:cNvPr id="10" name="object 10"/>
          <p:cNvPicPr/>
          <p:nvPr/>
        </p:nvPicPr>
        <p:blipFill>
          <a:blip r:embed="rId4" cstate="print"/>
          <a:stretch>
            <a:fillRect/>
          </a:stretch>
        </p:blipFill>
        <p:spPr>
          <a:xfrm>
            <a:off x="3006851" y="2585656"/>
            <a:ext cx="68579" cy="119443"/>
          </a:xfrm>
          <a:prstGeom prst="rect">
            <a:avLst/>
          </a:prstGeom>
        </p:spPr>
      </p:pic>
      <p:grpSp>
        <p:nvGrpSpPr>
          <p:cNvPr id="11" name="object 11"/>
          <p:cNvGrpSpPr/>
          <p:nvPr/>
        </p:nvGrpSpPr>
        <p:grpSpPr>
          <a:xfrm>
            <a:off x="3430523" y="2350007"/>
            <a:ext cx="1225550" cy="344805"/>
            <a:chOff x="3430523" y="2350007"/>
            <a:chExt cx="1225550" cy="344805"/>
          </a:xfrm>
        </p:grpSpPr>
        <p:sp>
          <p:nvSpPr>
            <p:cNvPr id="12" name="object 12"/>
            <p:cNvSpPr/>
            <p:nvPr/>
          </p:nvSpPr>
          <p:spPr>
            <a:xfrm>
              <a:off x="3430524" y="2363723"/>
              <a:ext cx="454659" cy="329565"/>
            </a:xfrm>
            <a:custGeom>
              <a:avLst/>
              <a:gdLst/>
              <a:ahLst/>
              <a:cxnLst/>
              <a:rect l="l" t="t" r="r" b="b"/>
              <a:pathLst>
                <a:path w="454660" h="329564">
                  <a:moveTo>
                    <a:pt x="219456" y="224028"/>
                  </a:moveTo>
                  <a:lnTo>
                    <a:pt x="210451" y="183311"/>
                  </a:lnTo>
                  <a:lnTo>
                    <a:pt x="199910" y="167640"/>
                  </a:lnTo>
                  <a:lnTo>
                    <a:pt x="195351" y="162788"/>
                  </a:lnTo>
                  <a:lnTo>
                    <a:pt x="184785" y="155067"/>
                  </a:lnTo>
                  <a:lnTo>
                    <a:pt x="175260" y="150431"/>
                  </a:lnTo>
                  <a:lnTo>
                    <a:pt x="175260" y="227076"/>
                  </a:lnTo>
                  <a:lnTo>
                    <a:pt x="174726" y="234797"/>
                  </a:lnTo>
                  <a:lnTo>
                    <a:pt x="156298" y="269735"/>
                  </a:lnTo>
                  <a:lnTo>
                    <a:pt x="113080" y="285877"/>
                  </a:lnTo>
                  <a:lnTo>
                    <a:pt x="77724" y="286512"/>
                  </a:lnTo>
                  <a:lnTo>
                    <a:pt x="42672" y="286512"/>
                  </a:lnTo>
                  <a:lnTo>
                    <a:pt x="42672" y="167640"/>
                  </a:lnTo>
                  <a:lnTo>
                    <a:pt x="91440" y="167640"/>
                  </a:lnTo>
                  <a:lnTo>
                    <a:pt x="141732" y="172212"/>
                  </a:lnTo>
                  <a:lnTo>
                    <a:pt x="147828" y="176784"/>
                  </a:lnTo>
                  <a:lnTo>
                    <a:pt x="155232" y="180746"/>
                  </a:lnTo>
                  <a:lnTo>
                    <a:pt x="174726" y="218249"/>
                  </a:lnTo>
                  <a:lnTo>
                    <a:pt x="175260" y="227076"/>
                  </a:lnTo>
                  <a:lnTo>
                    <a:pt x="175260" y="150431"/>
                  </a:lnTo>
                  <a:lnTo>
                    <a:pt x="172491" y="149072"/>
                  </a:lnTo>
                  <a:lnTo>
                    <a:pt x="158496" y="144780"/>
                  </a:lnTo>
                  <a:lnTo>
                    <a:pt x="158496" y="143256"/>
                  </a:lnTo>
                  <a:lnTo>
                    <a:pt x="168440" y="137236"/>
                  </a:lnTo>
                  <a:lnTo>
                    <a:pt x="174713" y="132588"/>
                  </a:lnTo>
                  <a:lnTo>
                    <a:pt x="177546" y="130492"/>
                  </a:lnTo>
                  <a:lnTo>
                    <a:pt x="200977" y="94869"/>
                  </a:lnTo>
                  <a:lnTo>
                    <a:pt x="204216" y="73152"/>
                  </a:lnTo>
                  <a:lnTo>
                    <a:pt x="203657" y="63182"/>
                  </a:lnTo>
                  <a:lnTo>
                    <a:pt x="185928" y="24193"/>
                  </a:lnTo>
                  <a:lnTo>
                    <a:pt x="160020" y="8724"/>
                  </a:lnTo>
                  <a:lnTo>
                    <a:pt x="160020" y="71628"/>
                  </a:lnTo>
                  <a:lnTo>
                    <a:pt x="160020" y="79248"/>
                  </a:lnTo>
                  <a:lnTo>
                    <a:pt x="147828" y="117348"/>
                  </a:lnTo>
                  <a:lnTo>
                    <a:pt x="134112" y="124968"/>
                  </a:lnTo>
                  <a:lnTo>
                    <a:pt x="128016" y="128016"/>
                  </a:lnTo>
                  <a:lnTo>
                    <a:pt x="91440" y="132588"/>
                  </a:lnTo>
                  <a:lnTo>
                    <a:pt x="42672" y="132588"/>
                  </a:lnTo>
                  <a:lnTo>
                    <a:pt x="42672" y="36576"/>
                  </a:lnTo>
                  <a:lnTo>
                    <a:pt x="83820" y="36576"/>
                  </a:lnTo>
                  <a:lnTo>
                    <a:pt x="94653" y="36817"/>
                  </a:lnTo>
                  <a:lnTo>
                    <a:pt x="112318" y="37871"/>
                  </a:lnTo>
                  <a:lnTo>
                    <a:pt x="118872" y="38100"/>
                  </a:lnTo>
                  <a:lnTo>
                    <a:pt x="158496" y="65532"/>
                  </a:lnTo>
                  <a:lnTo>
                    <a:pt x="160020" y="71628"/>
                  </a:lnTo>
                  <a:lnTo>
                    <a:pt x="160020" y="8724"/>
                  </a:lnTo>
                  <a:lnTo>
                    <a:pt x="115824" y="952"/>
                  </a:lnTo>
                  <a:lnTo>
                    <a:pt x="85344" y="0"/>
                  </a:lnTo>
                  <a:lnTo>
                    <a:pt x="0" y="0"/>
                  </a:lnTo>
                  <a:lnTo>
                    <a:pt x="0" y="324612"/>
                  </a:lnTo>
                  <a:lnTo>
                    <a:pt x="92964" y="324612"/>
                  </a:lnTo>
                  <a:lnTo>
                    <a:pt x="135178" y="320763"/>
                  </a:lnTo>
                  <a:lnTo>
                    <a:pt x="176517" y="304380"/>
                  </a:lnTo>
                  <a:lnTo>
                    <a:pt x="205422" y="275539"/>
                  </a:lnTo>
                  <a:lnTo>
                    <a:pt x="218884" y="236054"/>
                  </a:lnTo>
                  <a:lnTo>
                    <a:pt x="219456" y="224028"/>
                  </a:lnTo>
                  <a:close/>
                </a:path>
                <a:path w="454660" h="329564">
                  <a:moveTo>
                    <a:pt x="454139" y="184404"/>
                  </a:moveTo>
                  <a:lnTo>
                    <a:pt x="453783" y="175260"/>
                  </a:lnTo>
                  <a:lnTo>
                    <a:pt x="453593" y="170357"/>
                  </a:lnTo>
                  <a:lnTo>
                    <a:pt x="452043" y="157734"/>
                  </a:lnTo>
                  <a:lnTo>
                    <a:pt x="438327" y="117157"/>
                  </a:lnTo>
                  <a:lnTo>
                    <a:pt x="412991" y="89890"/>
                  </a:lnTo>
                  <a:lnTo>
                    <a:pt x="412991" y="175260"/>
                  </a:lnTo>
                  <a:lnTo>
                    <a:pt x="284975" y="175260"/>
                  </a:lnTo>
                  <a:lnTo>
                    <a:pt x="298691" y="134112"/>
                  </a:lnTo>
                  <a:lnTo>
                    <a:pt x="304787" y="128016"/>
                  </a:lnTo>
                  <a:lnTo>
                    <a:pt x="309626" y="122859"/>
                  </a:lnTo>
                  <a:lnTo>
                    <a:pt x="345846" y="108496"/>
                  </a:lnTo>
                  <a:lnTo>
                    <a:pt x="353555" y="108204"/>
                  </a:lnTo>
                  <a:lnTo>
                    <a:pt x="361276" y="108496"/>
                  </a:lnTo>
                  <a:lnTo>
                    <a:pt x="403847" y="132588"/>
                  </a:lnTo>
                  <a:lnTo>
                    <a:pt x="412991" y="175260"/>
                  </a:lnTo>
                  <a:lnTo>
                    <a:pt x="412991" y="89890"/>
                  </a:lnTo>
                  <a:lnTo>
                    <a:pt x="376986" y="76009"/>
                  </a:lnTo>
                  <a:lnTo>
                    <a:pt x="356603" y="74676"/>
                  </a:lnTo>
                  <a:lnTo>
                    <a:pt x="332600" y="76949"/>
                  </a:lnTo>
                  <a:lnTo>
                    <a:pt x="291452" y="94615"/>
                  </a:lnTo>
                  <a:lnTo>
                    <a:pt x="261188" y="128574"/>
                  </a:lnTo>
                  <a:lnTo>
                    <a:pt x="245808" y="175958"/>
                  </a:lnTo>
                  <a:lnTo>
                    <a:pt x="243827" y="204216"/>
                  </a:lnTo>
                  <a:lnTo>
                    <a:pt x="245833" y="232460"/>
                  </a:lnTo>
                  <a:lnTo>
                    <a:pt x="261835" y="279234"/>
                  </a:lnTo>
                  <a:lnTo>
                    <a:pt x="293535" y="311188"/>
                  </a:lnTo>
                  <a:lnTo>
                    <a:pt x="338632" y="327190"/>
                  </a:lnTo>
                  <a:lnTo>
                    <a:pt x="365747" y="329184"/>
                  </a:lnTo>
                  <a:lnTo>
                    <a:pt x="384035" y="329184"/>
                  </a:lnTo>
                  <a:lnTo>
                    <a:pt x="396227" y="326136"/>
                  </a:lnTo>
                  <a:lnTo>
                    <a:pt x="411467" y="323088"/>
                  </a:lnTo>
                  <a:lnTo>
                    <a:pt x="417563" y="321564"/>
                  </a:lnTo>
                  <a:lnTo>
                    <a:pt x="423659" y="318516"/>
                  </a:lnTo>
                  <a:lnTo>
                    <a:pt x="431279" y="316992"/>
                  </a:lnTo>
                  <a:lnTo>
                    <a:pt x="438899" y="313944"/>
                  </a:lnTo>
                  <a:lnTo>
                    <a:pt x="443471" y="310896"/>
                  </a:lnTo>
                  <a:lnTo>
                    <a:pt x="449567" y="309372"/>
                  </a:lnTo>
                  <a:lnTo>
                    <a:pt x="449567" y="294132"/>
                  </a:lnTo>
                  <a:lnTo>
                    <a:pt x="449567" y="265176"/>
                  </a:lnTo>
                  <a:lnTo>
                    <a:pt x="446519" y="265176"/>
                  </a:lnTo>
                  <a:lnTo>
                    <a:pt x="443471" y="268224"/>
                  </a:lnTo>
                  <a:lnTo>
                    <a:pt x="438899" y="269748"/>
                  </a:lnTo>
                  <a:lnTo>
                    <a:pt x="434327" y="272796"/>
                  </a:lnTo>
                  <a:lnTo>
                    <a:pt x="428231" y="277368"/>
                  </a:lnTo>
                  <a:lnTo>
                    <a:pt x="422135" y="280416"/>
                  </a:lnTo>
                  <a:lnTo>
                    <a:pt x="414515" y="283464"/>
                  </a:lnTo>
                  <a:lnTo>
                    <a:pt x="408419" y="286512"/>
                  </a:lnTo>
                  <a:lnTo>
                    <a:pt x="365747" y="294132"/>
                  </a:lnTo>
                  <a:lnTo>
                    <a:pt x="347459" y="292709"/>
                  </a:lnTo>
                  <a:lnTo>
                    <a:pt x="306311" y="271272"/>
                  </a:lnTo>
                  <a:lnTo>
                    <a:pt x="286385" y="226695"/>
                  </a:lnTo>
                  <a:lnTo>
                    <a:pt x="284975" y="207264"/>
                  </a:lnTo>
                  <a:lnTo>
                    <a:pt x="454139" y="207264"/>
                  </a:lnTo>
                  <a:lnTo>
                    <a:pt x="454139" y="184404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3" name="object 13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3924299" y="2444496"/>
              <a:ext cx="129539" cy="243839"/>
            </a:xfrm>
            <a:prstGeom prst="rect">
              <a:avLst/>
            </a:prstGeom>
          </p:spPr>
        </p:pic>
        <p:sp>
          <p:nvSpPr>
            <p:cNvPr id="14" name="object 14"/>
            <p:cNvSpPr/>
            <p:nvPr/>
          </p:nvSpPr>
          <p:spPr>
            <a:xfrm>
              <a:off x="4059936" y="2350007"/>
              <a:ext cx="596265" cy="344805"/>
            </a:xfrm>
            <a:custGeom>
              <a:avLst/>
              <a:gdLst/>
              <a:ahLst/>
              <a:cxnLst/>
              <a:rect l="l" t="t" r="r" b="b"/>
              <a:pathLst>
                <a:path w="596264" h="344805">
                  <a:moveTo>
                    <a:pt x="143256" y="94488"/>
                  </a:moveTo>
                  <a:lnTo>
                    <a:pt x="68580" y="94488"/>
                  </a:lnTo>
                  <a:lnTo>
                    <a:pt x="68580" y="25908"/>
                  </a:lnTo>
                  <a:lnTo>
                    <a:pt x="27432" y="25908"/>
                  </a:lnTo>
                  <a:lnTo>
                    <a:pt x="27432" y="94488"/>
                  </a:lnTo>
                  <a:lnTo>
                    <a:pt x="0" y="94488"/>
                  </a:lnTo>
                  <a:lnTo>
                    <a:pt x="0" y="129540"/>
                  </a:lnTo>
                  <a:lnTo>
                    <a:pt x="27432" y="129540"/>
                  </a:lnTo>
                  <a:lnTo>
                    <a:pt x="27432" y="263652"/>
                  </a:lnTo>
                  <a:lnTo>
                    <a:pt x="28587" y="282803"/>
                  </a:lnTo>
                  <a:lnTo>
                    <a:pt x="47244" y="323088"/>
                  </a:lnTo>
                  <a:lnTo>
                    <a:pt x="83032" y="341744"/>
                  </a:lnTo>
                  <a:lnTo>
                    <a:pt x="99060" y="342900"/>
                  </a:lnTo>
                  <a:lnTo>
                    <a:pt x="105156" y="342900"/>
                  </a:lnTo>
                  <a:lnTo>
                    <a:pt x="112776" y="341376"/>
                  </a:lnTo>
                  <a:lnTo>
                    <a:pt x="120396" y="341376"/>
                  </a:lnTo>
                  <a:lnTo>
                    <a:pt x="135636" y="338328"/>
                  </a:lnTo>
                  <a:lnTo>
                    <a:pt x="143256" y="335280"/>
                  </a:lnTo>
                  <a:lnTo>
                    <a:pt x="143256" y="298704"/>
                  </a:lnTo>
                  <a:lnTo>
                    <a:pt x="141732" y="298704"/>
                  </a:lnTo>
                  <a:lnTo>
                    <a:pt x="138684" y="300228"/>
                  </a:lnTo>
                  <a:lnTo>
                    <a:pt x="134112" y="301752"/>
                  </a:lnTo>
                  <a:lnTo>
                    <a:pt x="128016" y="303276"/>
                  </a:lnTo>
                  <a:lnTo>
                    <a:pt x="121920" y="306324"/>
                  </a:lnTo>
                  <a:lnTo>
                    <a:pt x="99060" y="306324"/>
                  </a:lnTo>
                  <a:lnTo>
                    <a:pt x="74676" y="291084"/>
                  </a:lnTo>
                  <a:lnTo>
                    <a:pt x="71628" y="284988"/>
                  </a:lnTo>
                  <a:lnTo>
                    <a:pt x="70104" y="278892"/>
                  </a:lnTo>
                  <a:lnTo>
                    <a:pt x="70104" y="272796"/>
                  </a:lnTo>
                  <a:lnTo>
                    <a:pt x="69215" y="267423"/>
                  </a:lnTo>
                  <a:lnTo>
                    <a:pt x="68770" y="260604"/>
                  </a:lnTo>
                  <a:lnTo>
                    <a:pt x="68592" y="252653"/>
                  </a:lnTo>
                  <a:lnTo>
                    <a:pt x="68580" y="129540"/>
                  </a:lnTo>
                  <a:lnTo>
                    <a:pt x="143256" y="129540"/>
                  </a:lnTo>
                  <a:lnTo>
                    <a:pt x="143256" y="94488"/>
                  </a:lnTo>
                  <a:close/>
                </a:path>
                <a:path w="596264" h="344805">
                  <a:moveTo>
                    <a:pt x="364236" y="179832"/>
                  </a:moveTo>
                  <a:lnTo>
                    <a:pt x="359473" y="140970"/>
                  </a:lnTo>
                  <a:lnTo>
                    <a:pt x="333248" y="101257"/>
                  </a:lnTo>
                  <a:lnTo>
                    <a:pt x="288036" y="88392"/>
                  </a:lnTo>
                  <a:lnTo>
                    <a:pt x="278676" y="88963"/>
                  </a:lnTo>
                  <a:lnTo>
                    <a:pt x="242316" y="101777"/>
                  </a:lnTo>
                  <a:lnTo>
                    <a:pt x="214884" y="121920"/>
                  </a:lnTo>
                  <a:lnTo>
                    <a:pt x="214884" y="0"/>
                  </a:lnTo>
                  <a:lnTo>
                    <a:pt x="173736" y="0"/>
                  </a:lnTo>
                  <a:lnTo>
                    <a:pt x="173736" y="338328"/>
                  </a:lnTo>
                  <a:lnTo>
                    <a:pt x="214884" y="338328"/>
                  </a:lnTo>
                  <a:lnTo>
                    <a:pt x="214884" y="156972"/>
                  </a:lnTo>
                  <a:lnTo>
                    <a:pt x="222885" y="150431"/>
                  </a:lnTo>
                  <a:lnTo>
                    <a:pt x="262699" y="128778"/>
                  </a:lnTo>
                  <a:lnTo>
                    <a:pt x="277368" y="126492"/>
                  </a:lnTo>
                  <a:lnTo>
                    <a:pt x="288036" y="126492"/>
                  </a:lnTo>
                  <a:lnTo>
                    <a:pt x="318516" y="150876"/>
                  </a:lnTo>
                  <a:lnTo>
                    <a:pt x="321564" y="158496"/>
                  </a:lnTo>
                  <a:lnTo>
                    <a:pt x="321564" y="167640"/>
                  </a:lnTo>
                  <a:lnTo>
                    <a:pt x="322440" y="175641"/>
                  </a:lnTo>
                  <a:lnTo>
                    <a:pt x="322897" y="183642"/>
                  </a:lnTo>
                  <a:lnTo>
                    <a:pt x="323062" y="191643"/>
                  </a:lnTo>
                  <a:lnTo>
                    <a:pt x="323088" y="338328"/>
                  </a:lnTo>
                  <a:lnTo>
                    <a:pt x="364236" y="338328"/>
                  </a:lnTo>
                  <a:lnTo>
                    <a:pt x="364236" y="179832"/>
                  </a:lnTo>
                  <a:close/>
                </a:path>
                <a:path w="596264" h="344805">
                  <a:moveTo>
                    <a:pt x="595884" y="172212"/>
                  </a:moveTo>
                  <a:lnTo>
                    <a:pt x="589788" y="132588"/>
                  </a:lnTo>
                  <a:lnTo>
                    <a:pt x="562851" y="102400"/>
                  </a:lnTo>
                  <a:lnTo>
                    <a:pt x="519874" y="90297"/>
                  </a:lnTo>
                  <a:lnTo>
                    <a:pt x="496824" y="89916"/>
                  </a:lnTo>
                  <a:lnTo>
                    <a:pt x="486537" y="89966"/>
                  </a:lnTo>
                  <a:lnTo>
                    <a:pt x="437388" y="96774"/>
                  </a:lnTo>
                  <a:lnTo>
                    <a:pt x="423672" y="100584"/>
                  </a:lnTo>
                  <a:lnTo>
                    <a:pt x="423672" y="141732"/>
                  </a:lnTo>
                  <a:lnTo>
                    <a:pt x="425196" y="141732"/>
                  </a:lnTo>
                  <a:lnTo>
                    <a:pt x="435216" y="137693"/>
                  </a:lnTo>
                  <a:lnTo>
                    <a:pt x="444817" y="134493"/>
                  </a:lnTo>
                  <a:lnTo>
                    <a:pt x="489648" y="125260"/>
                  </a:lnTo>
                  <a:lnTo>
                    <a:pt x="496824" y="124968"/>
                  </a:lnTo>
                  <a:lnTo>
                    <a:pt x="504444" y="124968"/>
                  </a:lnTo>
                  <a:lnTo>
                    <a:pt x="512064" y="126492"/>
                  </a:lnTo>
                  <a:lnTo>
                    <a:pt x="519684" y="126492"/>
                  </a:lnTo>
                  <a:lnTo>
                    <a:pt x="534924" y="129540"/>
                  </a:lnTo>
                  <a:lnTo>
                    <a:pt x="539496" y="134112"/>
                  </a:lnTo>
                  <a:lnTo>
                    <a:pt x="544068" y="137160"/>
                  </a:lnTo>
                  <a:lnTo>
                    <a:pt x="548640" y="141732"/>
                  </a:lnTo>
                  <a:lnTo>
                    <a:pt x="551688" y="146304"/>
                  </a:lnTo>
                  <a:lnTo>
                    <a:pt x="554736" y="152400"/>
                  </a:lnTo>
                  <a:lnTo>
                    <a:pt x="556260" y="160020"/>
                  </a:lnTo>
                  <a:lnTo>
                    <a:pt x="556260" y="178308"/>
                  </a:lnTo>
                  <a:lnTo>
                    <a:pt x="556260" y="210312"/>
                  </a:lnTo>
                  <a:lnTo>
                    <a:pt x="556260" y="277368"/>
                  </a:lnTo>
                  <a:lnTo>
                    <a:pt x="549160" y="283705"/>
                  </a:lnTo>
                  <a:lnTo>
                    <a:pt x="510349" y="304800"/>
                  </a:lnTo>
                  <a:lnTo>
                    <a:pt x="492252" y="306324"/>
                  </a:lnTo>
                  <a:lnTo>
                    <a:pt x="481406" y="305739"/>
                  </a:lnTo>
                  <a:lnTo>
                    <a:pt x="448246" y="283273"/>
                  </a:lnTo>
                  <a:lnTo>
                    <a:pt x="445008" y="265176"/>
                  </a:lnTo>
                  <a:lnTo>
                    <a:pt x="445808" y="256374"/>
                  </a:lnTo>
                  <a:lnTo>
                    <a:pt x="475386" y="223583"/>
                  </a:lnTo>
                  <a:lnTo>
                    <a:pt x="519684" y="214884"/>
                  </a:lnTo>
                  <a:lnTo>
                    <a:pt x="539115" y="212598"/>
                  </a:lnTo>
                  <a:lnTo>
                    <a:pt x="556260" y="210312"/>
                  </a:lnTo>
                  <a:lnTo>
                    <a:pt x="556260" y="178308"/>
                  </a:lnTo>
                  <a:lnTo>
                    <a:pt x="495300" y="182880"/>
                  </a:lnTo>
                  <a:lnTo>
                    <a:pt x="448056" y="196596"/>
                  </a:lnTo>
                  <a:lnTo>
                    <a:pt x="414528" y="224028"/>
                  </a:lnTo>
                  <a:lnTo>
                    <a:pt x="403860" y="266700"/>
                  </a:lnTo>
                  <a:lnTo>
                    <a:pt x="404164" y="275348"/>
                  </a:lnTo>
                  <a:lnTo>
                    <a:pt x="416433" y="312039"/>
                  </a:lnTo>
                  <a:lnTo>
                    <a:pt x="448056" y="338328"/>
                  </a:lnTo>
                  <a:lnTo>
                    <a:pt x="477012" y="344424"/>
                  </a:lnTo>
                  <a:lnTo>
                    <a:pt x="485597" y="344170"/>
                  </a:lnTo>
                  <a:lnTo>
                    <a:pt x="525780" y="332232"/>
                  </a:lnTo>
                  <a:lnTo>
                    <a:pt x="531876" y="330708"/>
                  </a:lnTo>
                  <a:lnTo>
                    <a:pt x="536448" y="326136"/>
                  </a:lnTo>
                  <a:lnTo>
                    <a:pt x="548640" y="316992"/>
                  </a:lnTo>
                  <a:lnTo>
                    <a:pt x="553212" y="313944"/>
                  </a:lnTo>
                  <a:lnTo>
                    <a:pt x="556260" y="312420"/>
                  </a:lnTo>
                  <a:lnTo>
                    <a:pt x="556260" y="338328"/>
                  </a:lnTo>
                  <a:lnTo>
                    <a:pt x="595884" y="338328"/>
                  </a:lnTo>
                  <a:lnTo>
                    <a:pt x="595884" y="312420"/>
                  </a:lnTo>
                  <a:lnTo>
                    <a:pt x="595884" y="306324"/>
                  </a:lnTo>
                  <a:lnTo>
                    <a:pt x="595884" y="210312"/>
                  </a:lnTo>
                  <a:lnTo>
                    <a:pt x="595884" y="172212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5" name="object 15"/>
          <p:cNvGrpSpPr/>
          <p:nvPr/>
        </p:nvGrpSpPr>
        <p:grpSpPr>
          <a:xfrm>
            <a:off x="4704588" y="2330195"/>
            <a:ext cx="1744980" cy="394970"/>
            <a:chOff x="4704588" y="2330195"/>
            <a:chExt cx="1744980" cy="394970"/>
          </a:xfrm>
        </p:grpSpPr>
        <p:sp>
          <p:nvSpPr>
            <p:cNvPr id="16" name="object 16"/>
            <p:cNvSpPr/>
            <p:nvPr/>
          </p:nvSpPr>
          <p:spPr>
            <a:xfrm>
              <a:off x="4704588" y="2363723"/>
              <a:ext cx="582295" cy="330835"/>
            </a:xfrm>
            <a:custGeom>
              <a:avLst/>
              <a:gdLst/>
              <a:ahLst/>
              <a:cxnLst/>
              <a:rect l="l" t="t" r="r" b="b"/>
              <a:pathLst>
                <a:path w="582295" h="330835">
                  <a:moveTo>
                    <a:pt x="123444" y="163068"/>
                  </a:moveTo>
                  <a:lnTo>
                    <a:pt x="0" y="163068"/>
                  </a:lnTo>
                  <a:lnTo>
                    <a:pt x="0" y="202692"/>
                  </a:lnTo>
                  <a:lnTo>
                    <a:pt x="123444" y="202692"/>
                  </a:lnTo>
                  <a:lnTo>
                    <a:pt x="123444" y="163068"/>
                  </a:lnTo>
                  <a:close/>
                </a:path>
                <a:path w="582295" h="330835">
                  <a:moveTo>
                    <a:pt x="382524" y="324612"/>
                  </a:moveTo>
                  <a:lnTo>
                    <a:pt x="280416" y="160020"/>
                  </a:lnTo>
                  <a:lnTo>
                    <a:pt x="381000" y="0"/>
                  </a:lnTo>
                  <a:lnTo>
                    <a:pt x="335280" y="0"/>
                  </a:lnTo>
                  <a:lnTo>
                    <a:pt x="256032" y="128016"/>
                  </a:lnTo>
                  <a:lnTo>
                    <a:pt x="179832" y="0"/>
                  </a:lnTo>
                  <a:lnTo>
                    <a:pt x="129540" y="0"/>
                  </a:lnTo>
                  <a:lnTo>
                    <a:pt x="230124" y="161544"/>
                  </a:lnTo>
                  <a:lnTo>
                    <a:pt x="126492" y="324612"/>
                  </a:lnTo>
                  <a:lnTo>
                    <a:pt x="173736" y="324612"/>
                  </a:lnTo>
                  <a:lnTo>
                    <a:pt x="252984" y="195072"/>
                  </a:lnTo>
                  <a:lnTo>
                    <a:pt x="332232" y="324612"/>
                  </a:lnTo>
                  <a:lnTo>
                    <a:pt x="382524" y="324612"/>
                  </a:lnTo>
                  <a:close/>
                </a:path>
                <a:path w="582295" h="330835">
                  <a:moveTo>
                    <a:pt x="582155" y="158496"/>
                  </a:moveTo>
                  <a:lnTo>
                    <a:pt x="576059" y="118872"/>
                  </a:lnTo>
                  <a:lnTo>
                    <a:pt x="549135" y="88684"/>
                  </a:lnTo>
                  <a:lnTo>
                    <a:pt x="506145" y="76581"/>
                  </a:lnTo>
                  <a:lnTo>
                    <a:pt x="483095" y="76200"/>
                  </a:lnTo>
                  <a:lnTo>
                    <a:pt x="472808" y="76250"/>
                  </a:lnTo>
                  <a:lnTo>
                    <a:pt x="422325" y="83058"/>
                  </a:lnTo>
                  <a:lnTo>
                    <a:pt x="408419" y="86868"/>
                  </a:lnTo>
                  <a:lnTo>
                    <a:pt x="408419" y="128016"/>
                  </a:lnTo>
                  <a:lnTo>
                    <a:pt x="411467" y="128016"/>
                  </a:lnTo>
                  <a:lnTo>
                    <a:pt x="420852" y="123977"/>
                  </a:lnTo>
                  <a:lnTo>
                    <a:pt x="430517" y="120777"/>
                  </a:lnTo>
                  <a:lnTo>
                    <a:pt x="475716" y="111544"/>
                  </a:lnTo>
                  <a:lnTo>
                    <a:pt x="483095" y="111252"/>
                  </a:lnTo>
                  <a:lnTo>
                    <a:pt x="490715" y="111252"/>
                  </a:lnTo>
                  <a:lnTo>
                    <a:pt x="498335" y="112776"/>
                  </a:lnTo>
                  <a:lnTo>
                    <a:pt x="505955" y="112776"/>
                  </a:lnTo>
                  <a:lnTo>
                    <a:pt x="513575" y="114300"/>
                  </a:lnTo>
                  <a:lnTo>
                    <a:pt x="519671" y="115824"/>
                  </a:lnTo>
                  <a:lnTo>
                    <a:pt x="525767" y="120396"/>
                  </a:lnTo>
                  <a:lnTo>
                    <a:pt x="530339" y="123444"/>
                  </a:lnTo>
                  <a:lnTo>
                    <a:pt x="534911" y="128016"/>
                  </a:lnTo>
                  <a:lnTo>
                    <a:pt x="537959" y="132588"/>
                  </a:lnTo>
                  <a:lnTo>
                    <a:pt x="541007" y="138684"/>
                  </a:lnTo>
                  <a:lnTo>
                    <a:pt x="541007" y="164592"/>
                  </a:lnTo>
                  <a:lnTo>
                    <a:pt x="541007" y="196596"/>
                  </a:lnTo>
                  <a:lnTo>
                    <a:pt x="541007" y="263652"/>
                  </a:lnTo>
                  <a:lnTo>
                    <a:pt x="534136" y="269989"/>
                  </a:lnTo>
                  <a:lnTo>
                    <a:pt x="495668" y="291084"/>
                  </a:lnTo>
                  <a:lnTo>
                    <a:pt x="476999" y="292608"/>
                  </a:lnTo>
                  <a:lnTo>
                    <a:pt x="466407" y="292023"/>
                  </a:lnTo>
                  <a:lnTo>
                    <a:pt x="434517" y="269557"/>
                  </a:lnTo>
                  <a:lnTo>
                    <a:pt x="431279" y="251460"/>
                  </a:lnTo>
                  <a:lnTo>
                    <a:pt x="431876" y="242658"/>
                  </a:lnTo>
                  <a:lnTo>
                    <a:pt x="461670" y="209867"/>
                  </a:lnTo>
                  <a:lnTo>
                    <a:pt x="504431" y="201168"/>
                  </a:lnTo>
                  <a:lnTo>
                    <a:pt x="515289" y="200025"/>
                  </a:lnTo>
                  <a:lnTo>
                    <a:pt x="525005" y="198882"/>
                  </a:lnTo>
                  <a:lnTo>
                    <a:pt x="533577" y="197739"/>
                  </a:lnTo>
                  <a:lnTo>
                    <a:pt x="541007" y="196596"/>
                  </a:lnTo>
                  <a:lnTo>
                    <a:pt x="541007" y="164592"/>
                  </a:lnTo>
                  <a:lnTo>
                    <a:pt x="481571" y="169164"/>
                  </a:lnTo>
                  <a:lnTo>
                    <a:pt x="443649" y="178600"/>
                  </a:lnTo>
                  <a:lnTo>
                    <a:pt x="405638" y="202336"/>
                  </a:lnTo>
                  <a:lnTo>
                    <a:pt x="389420" y="240969"/>
                  </a:lnTo>
                  <a:lnTo>
                    <a:pt x="388607" y="252984"/>
                  </a:lnTo>
                  <a:lnTo>
                    <a:pt x="389140" y="261632"/>
                  </a:lnTo>
                  <a:lnTo>
                    <a:pt x="401751" y="298323"/>
                  </a:lnTo>
                  <a:lnTo>
                    <a:pt x="441210" y="327494"/>
                  </a:lnTo>
                  <a:lnTo>
                    <a:pt x="463283" y="330708"/>
                  </a:lnTo>
                  <a:lnTo>
                    <a:pt x="471855" y="330454"/>
                  </a:lnTo>
                  <a:lnTo>
                    <a:pt x="479285" y="329755"/>
                  </a:lnTo>
                  <a:lnTo>
                    <a:pt x="485571" y="328790"/>
                  </a:lnTo>
                  <a:lnTo>
                    <a:pt x="490715" y="327660"/>
                  </a:lnTo>
                  <a:lnTo>
                    <a:pt x="498335" y="326136"/>
                  </a:lnTo>
                  <a:lnTo>
                    <a:pt x="504431" y="323088"/>
                  </a:lnTo>
                  <a:lnTo>
                    <a:pt x="512051" y="318516"/>
                  </a:lnTo>
                  <a:lnTo>
                    <a:pt x="516623" y="316992"/>
                  </a:lnTo>
                  <a:lnTo>
                    <a:pt x="528815" y="307848"/>
                  </a:lnTo>
                  <a:lnTo>
                    <a:pt x="533387" y="303276"/>
                  </a:lnTo>
                  <a:lnTo>
                    <a:pt x="537959" y="300228"/>
                  </a:lnTo>
                  <a:lnTo>
                    <a:pt x="541007" y="298704"/>
                  </a:lnTo>
                  <a:lnTo>
                    <a:pt x="541007" y="324612"/>
                  </a:lnTo>
                  <a:lnTo>
                    <a:pt x="582155" y="324612"/>
                  </a:lnTo>
                  <a:lnTo>
                    <a:pt x="582155" y="298704"/>
                  </a:lnTo>
                  <a:lnTo>
                    <a:pt x="582155" y="292608"/>
                  </a:lnTo>
                  <a:lnTo>
                    <a:pt x="582155" y="196596"/>
                  </a:lnTo>
                  <a:lnTo>
                    <a:pt x="582155" y="158496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7" name="object 17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5314187" y="2444496"/>
              <a:ext cx="217931" cy="243839"/>
            </a:xfrm>
            <a:prstGeom prst="rect">
              <a:avLst/>
            </a:prstGeom>
          </p:spPr>
        </p:pic>
        <p:sp>
          <p:nvSpPr>
            <p:cNvPr id="18" name="object 18"/>
            <p:cNvSpPr/>
            <p:nvPr/>
          </p:nvSpPr>
          <p:spPr>
            <a:xfrm>
              <a:off x="5561063" y="2362199"/>
              <a:ext cx="295910" cy="330835"/>
            </a:xfrm>
            <a:custGeom>
              <a:avLst/>
              <a:gdLst/>
              <a:ahLst/>
              <a:cxnLst/>
              <a:rect l="l" t="t" r="r" b="b"/>
              <a:pathLst>
                <a:path w="295910" h="330835">
                  <a:moveTo>
                    <a:pt x="44196" y="82296"/>
                  </a:moveTo>
                  <a:lnTo>
                    <a:pt x="3048" y="82296"/>
                  </a:lnTo>
                  <a:lnTo>
                    <a:pt x="3048" y="326136"/>
                  </a:lnTo>
                  <a:lnTo>
                    <a:pt x="44196" y="326136"/>
                  </a:lnTo>
                  <a:lnTo>
                    <a:pt x="44196" y="82296"/>
                  </a:lnTo>
                  <a:close/>
                </a:path>
                <a:path w="295910" h="330835">
                  <a:moveTo>
                    <a:pt x="47244" y="0"/>
                  </a:moveTo>
                  <a:lnTo>
                    <a:pt x="0" y="0"/>
                  </a:lnTo>
                  <a:lnTo>
                    <a:pt x="0" y="42672"/>
                  </a:lnTo>
                  <a:lnTo>
                    <a:pt x="47244" y="42672"/>
                  </a:lnTo>
                  <a:lnTo>
                    <a:pt x="47244" y="0"/>
                  </a:lnTo>
                  <a:close/>
                </a:path>
                <a:path w="295910" h="330835">
                  <a:moveTo>
                    <a:pt x="295656" y="185928"/>
                  </a:moveTo>
                  <a:lnTo>
                    <a:pt x="295300" y="176784"/>
                  </a:lnTo>
                  <a:lnTo>
                    <a:pt x="295109" y="171881"/>
                  </a:lnTo>
                  <a:lnTo>
                    <a:pt x="293560" y="159258"/>
                  </a:lnTo>
                  <a:lnTo>
                    <a:pt x="279844" y="118681"/>
                  </a:lnTo>
                  <a:lnTo>
                    <a:pt x="268224" y="103632"/>
                  </a:lnTo>
                  <a:lnTo>
                    <a:pt x="261962" y="96443"/>
                  </a:lnTo>
                  <a:lnTo>
                    <a:pt x="256032" y="91744"/>
                  </a:lnTo>
                  <a:lnTo>
                    <a:pt x="256032" y="176784"/>
                  </a:lnTo>
                  <a:lnTo>
                    <a:pt x="128016" y="176784"/>
                  </a:lnTo>
                  <a:lnTo>
                    <a:pt x="141732" y="135636"/>
                  </a:lnTo>
                  <a:lnTo>
                    <a:pt x="147828" y="129540"/>
                  </a:lnTo>
                  <a:lnTo>
                    <a:pt x="153924" y="121920"/>
                  </a:lnTo>
                  <a:lnTo>
                    <a:pt x="196596" y="109728"/>
                  </a:lnTo>
                  <a:lnTo>
                    <a:pt x="204317" y="110020"/>
                  </a:lnTo>
                  <a:lnTo>
                    <a:pt x="246888" y="134112"/>
                  </a:lnTo>
                  <a:lnTo>
                    <a:pt x="251460" y="149352"/>
                  </a:lnTo>
                  <a:lnTo>
                    <a:pt x="253466" y="155359"/>
                  </a:lnTo>
                  <a:lnTo>
                    <a:pt x="254889" y="161925"/>
                  </a:lnTo>
                  <a:lnTo>
                    <a:pt x="255752" y="169075"/>
                  </a:lnTo>
                  <a:lnTo>
                    <a:pt x="256032" y="176784"/>
                  </a:lnTo>
                  <a:lnTo>
                    <a:pt x="256032" y="91744"/>
                  </a:lnTo>
                  <a:lnTo>
                    <a:pt x="219646" y="77533"/>
                  </a:lnTo>
                  <a:lnTo>
                    <a:pt x="198120" y="76200"/>
                  </a:lnTo>
                  <a:lnTo>
                    <a:pt x="174142" y="78473"/>
                  </a:lnTo>
                  <a:lnTo>
                    <a:pt x="133616" y="96139"/>
                  </a:lnTo>
                  <a:lnTo>
                    <a:pt x="103352" y="130098"/>
                  </a:lnTo>
                  <a:lnTo>
                    <a:pt x="87350" y="177482"/>
                  </a:lnTo>
                  <a:lnTo>
                    <a:pt x="85344" y="205740"/>
                  </a:lnTo>
                  <a:lnTo>
                    <a:pt x="87350" y="233984"/>
                  </a:lnTo>
                  <a:lnTo>
                    <a:pt x="103352" y="280758"/>
                  </a:lnTo>
                  <a:lnTo>
                    <a:pt x="135051" y="312712"/>
                  </a:lnTo>
                  <a:lnTo>
                    <a:pt x="180149" y="328714"/>
                  </a:lnTo>
                  <a:lnTo>
                    <a:pt x="207264" y="330708"/>
                  </a:lnTo>
                  <a:lnTo>
                    <a:pt x="214744" y="330695"/>
                  </a:lnTo>
                  <a:lnTo>
                    <a:pt x="221361" y="330517"/>
                  </a:lnTo>
                  <a:lnTo>
                    <a:pt x="227418" y="330073"/>
                  </a:lnTo>
                  <a:lnTo>
                    <a:pt x="233172" y="329184"/>
                  </a:lnTo>
                  <a:lnTo>
                    <a:pt x="239268" y="327660"/>
                  </a:lnTo>
                  <a:lnTo>
                    <a:pt x="254508" y="324612"/>
                  </a:lnTo>
                  <a:lnTo>
                    <a:pt x="259080" y="323088"/>
                  </a:lnTo>
                  <a:lnTo>
                    <a:pt x="266700" y="320040"/>
                  </a:lnTo>
                  <a:lnTo>
                    <a:pt x="272796" y="318516"/>
                  </a:lnTo>
                  <a:lnTo>
                    <a:pt x="280416" y="315468"/>
                  </a:lnTo>
                  <a:lnTo>
                    <a:pt x="286512" y="312420"/>
                  </a:lnTo>
                  <a:lnTo>
                    <a:pt x="291084" y="310896"/>
                  </a:lnTo>
                  <a:lnTo>
                    <a:pt x="291084" y="295656"/>
                  </a:lnTo>
                  <a:lnTo>
                    <a:pt x="291084" y="266700"/>
                  </a:lnTo>
                  <a:lnTo>
                    <a:pt x="288036" y="266700"/>
                  </a:lnTo>
                  <a:lnTo>
                    <a:pt x="284988" y="269748"/>
                  </a:lnTo>
                  <a:lnTo>
                    <a:pt x="280416" y="271272"/>
                  </a:lnTo>
                  <a:lnTo>
                    <a:pt x="275844" y="274320"/>
                  </a:lnTo>
                  <a:lnTo>
                    <a:pt x="234696" y="292608"/>
                  </a:lnTo>
                  <a:lnTo>
                    <a:pt x="207264" y="295656"/>
                  </a:lnTo>
                  <a:lnTo>
                    <a:pt x="189865" y="294233"/>
                  </a:lnTo>
                  <a:lnTo>
                    <a:pt x="149352" y="272796"/>
                  </a:lnTo>
                  <a:lnTo>
                    <a:pt x="129209" y="228219"/>
                  </a:lnTo>
                  <a:lnTo>
                    <a:pt x="128016" y="208788"/>
                  </a:lnTo>
                  <a:lnTo>
                    <a:pt x="295656" y="208788"/>
                  </a:lnTo>
                  <a:lnTo>
                    <a:pt x="295656" y="185928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9" name="object 19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5897880" y="2444495"/>
              <a:ext cx="128015" cy="243839"/>
            </a:xfrm>
            <a:prstGeom prst="rect">
              <a:avLst/>
            </a:prstGeom>
          </p:spPr>
        </p:pic>
        <p:sp>
          <p:nvSpPr>
            <p:cNvPr id="20" name="object 20"/>
            <p:cNvSpPr/>
            <p:nvPr/>
          </p:nvSpPr>
          <p:spPr>
            <a:xfrm>
              <a:off x="6051803" y="2330195"/>
              <a:ext cx="398145" cy="394970"/>
            </a:xfrm>
            <a:custGeom>
              <a:avLst/>
              <a:gdLst/>
              <a:ahLst/>
              <a:cxnLst/>
              <a:rect l="l" t="t" r="r" b="b"/>
              <a:pathLst>
                <a:path w="398145" h="394969">
                  <a:moveTo>
                    <a:pt x="309263" y="16764"/>
                  </a:moveTo>
                  <a:lnTo>
                    <a:pt x="271272" y="16764"/>
                  </a:lnTo>
                  <a:lnTo>
                    <a:pt x="286512" y="0"/>
                  </a:lnTo>
                  <a:lnTo>
                    <a:pt x="309263" y="16764"/>
                  </a:lnTo>
                  <a:close/>
                </a:path>
                <a:path w="398145" h="394969">
                  <a:moveTo>
                    <a:pt x="97536" y="176784"/>
                  </a:moveTo>
                  <a:lnTo>
                    <a:pt x="98417" y="155090"/>
                  </a:lnTo>
                  <a:lnTo>
                    <a:pt x="98869" y="133540"/>
                  </a:lnTo>
                  <a:lnTo>
                    <a:pt x="99023" y="113919"/>
                  </a:lnTo>
                  <a:lnTo>
                    <a:pt x="99036" y="69461"/>
                  </a:lnTo>
                  <a:lnTo>
                    <a:pt x="98869" y="47053"/>
                  </a:lnTo>
                  <a:lnTo>
                    <a:pt x="98417" y="24360"/>
                  </a:lnTo>
                  <a:lnTo>
                    <a:pt x="97536" y="1524"/>
                  </a:lnTo>
                  <a:lnTo>
                    <a:pt x="124968" y="16764"/>
                  </a:lnTo>
                  <a:lnTo>
                    <a:pt x="309263" y="16764"/>
                  </a:lnTo>
                  <a:lnTo>
                    <a:pt x="315468" y="21336"/>
                  </a:lnTo>
                  <a:lnTo>
                    <a:pt x="307086" y="27432"/>
                  </a:lnTo>
                  <a:lnTo>
                    <a:pt x="123444" y="27432"/>
                  </a:lnTo>
                  <a:lnTo>
                    <a:pt x="123444" y="77724"/>
                  </a:lnTo>
                  <a:lnTo>
                    <a:pt x="298963" y="77724"/>
                  </a:lnTo>
                  <a:lnTo>
                    <a:pt x="299163" y="88392"/>
                  </a:lnTo>
                  <a:lnTo>
                    <a:pt x="123444" y="88392"/>
                  </a:lnTo>
                  <a:lnTo>
                    <a:pt x="123444" y="140208"/>
                  </a:lnTo>
                  <a:lnTo>
                    <a:pt x="300600" y="140208"/>
                  </a:lnTo>
                  <a:lnTo>
                    <a:pt x="300632" y="141112"/>
                  </a:lnTo>
                  <a:lnTo>
                    <a:pt x="301210" y="150876"/>
                  </a:lnTo>
                  <a:lnTo>
                    <a:pt x="123444" y="150876"/>
                  </a:lnTo>
                  <a:lnTo>
                    <a:pt x="123444" y="166116"/>
                  </a:lnTo>
                  <a:lnTo>
                    <a:pt x="97536" y="176784"/>
                  </a:lnTo>
                  <a:close/>
                </a:path>
                <a:path w="398145" h="394969">
                  <a:moveTo>
                    <a:pt x="298963" y="77724"/>
                  </a:moveTo>
                  <a:lnTo>
                    <a:pt x="274320" y="77724"/>
                  </a:lnTo>
                  <a:lnTo>
                    <a:pt x="274320" y="27432"/>
                  </a:lnTo>
                  <a:lnTo>
                    <a:pt x="307086" y="27432"/>
                  </a:lnTo>
                  <a:lnTo>
                    <a:pt x="298704" y="33528"/>
                  </a:lnTo>
                  <a:lnTo>
                    <a:pt x="298963" y="77724"/>
                  </a:lnTo>
                  <a:close/>
                </a:path>
                <a:path w="398145" h="394969">
                  <a:moveTo>
                    <a:pt x="300600" y="140208"/>
                  </a:moveTo>
                  <a:lnTo>
                    <a:pt x="274320" y="140208"/>
                  </a:lnTo>
                  <a:lnTo>
                    <a:pt x="274320" y="88392"/>
                  </a:lnTo>
                  <a:lnTo>
                    <a:pt x="299163" y="88392"/>
                  </a:lnTo>
                  <a:lnTo>
                    <a:pt x="299656" y="113919"/>
                  </a:lnTo>
                  <a:lnTo>
                    <a:pt x="300600" y="140208"/>
                  </a:lnTo>
                  <a:close/>
                </a:path>
                <a:path w="398145" h="394969">
                  <a:moveTo>
                    <a:pt x="274320" y="173736"/>
                  </a:moveTo>
                  <a:lnTo>
                    <a:pt x="274320" y="150876"/>
                  </a:lnTo>
                  <a:lnTo>
                    <a:pt x="301210" y="150876"/>
                  </a:lnTo>
                  <a:lnTo>
                    <a:pt x="301751" y="160020"/>
                  </a:lnTo>
                  <a:lnTo>
                    <a:pt x="274320" y="173736"/>
                  </a:lnTo>
                  <a:close/>
                </a:path>
                <a:path w="398145" h="394969">
                  <a:moveTo>
                    <a:pt x="21336" y="211836"/>
                  </a:moveTo>
                  <a:lnTo>
                    <a:pt x="6096" y="196596"/>
                  </a:lnTo>
                  <a:lnTo>
                    <a:pt x="327660" y="196596"/>
                  </a:lnTo>
                  <a:lnTo>
                    <a:pt x="353568" y="169164"/>
                  </a:lnTo>
                  <a:lnTo>
                    <a:pt x="390144" y="205740"/>
                  </a:lnTo>
                  <a:lnTo>
                    <a:pt x="62484" y="205740"/>
                  </a:lnTo>
                  <a:lnTo>
                    <a:pt x="51982" y="206263"/>
                  </a:lnTo>
                  <a:lnTo>
                    <a:pt x="41338" y="207645"/>
                  </a:lnTo>
                  <a:lnTo>
                    <a:pt x="30980" y="209597"/>
                  </a:lnTo>
                  <a:lnTo>
                    <a:pt x="21336" y="211836"/>
                  </a:lnTo>
                  <a:close/>
                </a:path>
                <a:path w="398145" h="394969">
                  <a:moveTo>
                    <a:pt x="214884" y="339852"/>
                  </a:moveTo>
                  <a:lnTo>
                    <a:pt x="190500" y="339852"/>
                  </a:lnTo>
                  <a:lnTo>
                    <a:pt x="190500" y="205740"/>
                  </a:lnTo>
                  <a:lnTo>
                    <a:pt x="214884" y="205740"/>
                  </a:lnTo>
                  <a:lnTo>
                    <a:pt x="214884" y="265175"/>
                  </a:lnTo>
                  <a:lnTo>
                    <a:pt x="349480" y="265175"/>
                  </a:lnTo>
                  <a:lnTo>
                    <a:pt x="359664" y="275844"/>
                  </a:lnTo>
                  <a:lnTo>
                    <a:pt x="214884" y="275844"/>
                  </a:lnTo>
                  <a:lnTo>
                    <a:pt x="214884" y="339852"/>
                  </a:lnTo>
                  <a:close/>
                </a:path>
                <a:path w="398145" h="394969">
                  <a:moveTo>
                    <a:pt x="4572" y="394716"/>
                  </a:moveTo>
                  <a:lnTo>
                    <a:pt x="0" y="388620"/>
                  </a:lnTo>
                  <a:lnTo>
                    <a:pt x="35147" y="356330"/>
                  </a:lnTo>
                  <a:lnTo>
                    <a:pt x="62865" y="316611"/>
                  </a:lnTo>
                  <a:lnTo>
                    <a:pt x="83153" y="269462"/>
                  </a:lnTo>
                  <a:lnTo>
                    <a:pt x="96012" y="214884"/>
                  </a:lnTo>
                  <a:lnTo>
                    <a:pt x="134112" y="237744"/>
                  </a:lnTo>
                  <a:lnTo>
                    <a:pt x="110085" y="271843"/>
                  </a:lnTo>
                  <a:lnTo>
                    <a:pt x="106680" y="280416"/>
                  </a:lnTo>
                  <a:lnTo>
                    <a:pt x="115236" y="289560"/>
                  </a:lnTo>
                  <a:lnTo>
                    <a:pt x="100584" y="289560"/>
                  </a:lnTo>
                  <a:lnTo>
                    <a:pt x="82581" y="323564"/>
                  </a:lnTo>
                  <a:lnTo>
                    <a:pt x="60579" y="352425"/>
                  </a:lnTo>
                  <a:lnTo>
                    <a:pt x="34575" y="376142"/>
                  </a:lnTo>
                  <a:lnTo>
                    <a:pt x="4572" y="394716"/>
                  </a:lnTo>
                  <a:close/>
                </a:path>
                <a:path w="398145" h="394969">
                  <a:moveTo>
                    <a:pt x="349480" y="265175"/>
                  </a:moveTo>
                  <a:lnTo>
                    <a:pt x="304800" y="265175"/>
                  </a:lnTo>
                  <a:lnTo>
                    <a:pt x="327660" y="242316"/>
                  </a:lnTo>
                  <a:lnTo>
                    <a:pt x="349480" y="265175"/>
                  </a:lnTo>
                  <a:close/>
                </a:path>
                <a:path w="398145" h="394969">
                  <a:moveTo>
                    <a:pt x="364236" y="388620"/>
                  </a:moveTo>
                  <a:lnTo>
                    <a:pt x="316515" y="386643"/>
                  </a:lnTo>
                  <a:lnTo>
                    <a:pt x="276225" y="383095"/>
                  </a:lnTo>
                  <a:lnTo>
                    <a:pt x="217932" y="371856"/>
                  </a:lnTo>
                  <a:lnTo>
                    <a:pt x="180213" y="357378"/>
                  </a:lnTo>
                  <a:lnTo>
                    <a:pt x="136159" y="327493"/>
                  </a:lnTo>
                  <a:lnTo>
                    <a:pt x="100584" y="289560"/>
                  </a:lnTo>
                  <a:lnTo>
                    <a:pt x="115236" y="289560"/>
                  </a:lnTo>
                  <a:lnTo>
                    <a:pt x="122991" y="297846"/>
                  </a:lnTo>
                  <a:lnTo>
                    <a:pt x="142303" y="313563"/>
                  </a:lnTo>
                  <a:lnTo>
                    <a:pt x="164758" y="327564"/>
                  </a:lnTo>
                  <a:lnTo>
                    <a:pt x="190500" y="339852"/>
                  </a:lnTo>
                  <a:lnTo>
                    <a:pt x="214884" y="339852"/>
                  </a:lnTo>
                  <a:lnTo>
                    <a:pt x="214884" y="347472"/>
                  </a:lnTo>
                  <a:lnTo>
                    <a:pt x="231695" y="351472"/>
                  </a:lnTo>
                  <a:lnTo>
                    <a:pt x="252222" y="354330"/>
                  </a:lnTo>
                  <a:lnTo>
                    <a:pt x="276177" y="356044"/>
                  </a:lnTo>
                  <a:lnTo>
                    <a:pt x="303275" y="356616"/>
                  </a:lnTo>
                  <a:lnTo>
                    <a:pt x="397764" y="356616"/>
                  </a:lnTo>
                  <a:lnTo>
                    <a:pt x="397764" y="361188"/>
                  </a:lnTo>
                  <a:lnTo>
                    <a:pt x="384381" y="365474"/>
                  </a:lnTo>
                  <a:lnTo>
                    <a:pt x="374142" y="371475"/>
                  </a:lnTo>
                  <a:lnTo>
                    <a:pt x="367331" y="379190"/>
                  </a:lnTo>
                  <a:lnTo>
                    <a:pt x="364236" y="388620"/>
                  </a:lnTo>
                  <a:close/>
                </a:path>
                <a:path w="398145" h="394969">
                  <a:moveTo>
                    <a:pt x="397764" y="356616"/>
                  </a:moveTo>
                  <a:lnTo>
                    <a:pt x="303275" y="356616"/>
                  </a:lnTo>
                  <a:lnTo>
                    <a:pt x="331327" y="356330"/>
                  </a:lnTo>
                  <a:lnTo>
                    <a:pt x="356235" y="355473"/>
                  </a:lnTo>
                  <a:lnTo>
                    <a:pt x="378285" y="354044"/>
                  </a:lnTo>
                  <a:lnTo>
                    <a:pt x="397764" y="352044"/>
                  </a:lnTo>
                  <a:lnTo>
                    <a:pt x="397764" y="356616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21" name="object 21"/>
          <p:cNvSpPr/>
          <p:nvPr/>
        </p:nvSpPr>
        <p:spPr>
          <a:xfrm>
            <a:off x="6495275" y="2328684"/>
            <a:ext cx="853440" cy="403860"/>
          </a:xfrm>
          <a:custGeom>
            <a:avLst/>
            <a:gdLst/>
            <a:ahLst/>
            <a:cxnLst/>
            <a:rect l="l" t="t" r="r" b="b"/>
            <a:pathLst>
              <a:path w="853440" h="403860">
                <a:moveTo>
                  <a:pt x="402336" y="359664"/>
                </a:moveTo>
                <a:lnTo>
                  <a:pt x="368617" y="361759"/>
                </a:lnTo>
                <a:lnTo>
                  <a:pt x="353263" y="362445"/>
                </a:lnTo>
                <a:lnTo>
                  <a:pt x="338328" y="362712"/>
                </a:lnTo>
                <a:lnTo>
                  <a:pt x="321741" y="362394"/>
                </a:lnTo>
                <a:lnTo>
                  <a:pt x="263652" y="356616"/>
                </a:lnTo>
                <a:lnTo>
                  <a:pt x="222504" y="344995"/>
                </a:lnTo>
                <a:lnTo>
                  <a:pt x="204952" y="336804"/>
                </a:lnTo>
                <a:lnTo>
                  <a:pt x="201930" y="335394"/>
                </a:lnTo>
                <a:lnTo>
                  <a:pt x="181356" y="323088"/>
                </a:lnTo>
                <a:lnTo>
                  <a:pt x="189344" y="309372"/>
                </a:lnTo>
                <a:lnTo>
                  <a:pt x="191668" y="305371"/>
                </a:lnTo>
                <a:lnTo>
                  <a:pt x="199834" y="284226"/>
                </a:lnTo>
                <a:lnTo>
                  <a:pt x="206006" y="259651"/>
                </a:lnTo>
                <a:lnTo>
                  <a:pt x="210312" y="231648"/>
                </a:lnTo>
                <a:lnTo>
                  <a:pt x="309372" y="231648"/>
                </a:lnTo>
                <a:lnTo>
                  <a:pt x="309372" y="251460"/>
                </a:lnTo>
                <a:lnTo>
                  <a:pt x="335280" y="239268"/>
                </a:lnTo>
                <a:lnTo>
                  <a:pt x="334949" y="231648"/>
                </a:lnTo>
                <a:lnTo>
                  <a:pt x="334492" y="220980"/>
                </a:lnTo>
                <a:lnTo>
                  <a:pt x="333844" y="164592"/>
                </a:lnTo>
                <a:lnTo>
                  <a:pt x="333756" y="106680"/>
                </a:lnTo>
                <a:lnTo>
                  <a:pt x="342468" y="100584"/>
                </a:lnTo>
                <a:lnTo>
                  <a:pt x="348996" y="96012"/>
                </a:lnTo>
                <a:lnTo>
                  <a:pt x="342519" y="89916"/>
                </a:lnTo>
                <a:lnTo>
                  <a:pt x="323088" y="71628"/>
                </a:lnTo>
                <a:lnTo>
                  <a:pt x="309372" y="86601"/>
                </a:lnTo>
                <a:lnTo>
                  <a:pt x="309372" y="100584"/>
                </a:lnTo>
                <a:lnTo>
                  <a:pt x="309372" y="153924"/>
                </a:lnTo>
                <a:lnTo>
                  <a:pt x="309372" y="164592"/>
                </a:lnTo>
                <a:lnTo>
                  <a:pt x="309372" y="220980"/>
                </a:lnTo>
                <a:lnTo>
                  <a:pt x="211836" y="220980"/>
                </a:lnTo>
                <a:lnTo>
                  <a:pt x="212725" y="205308"/>
                </a:lnTo>
                <a:lnTo>
                  <a:pt x="213156" y="191071"/>
                </a:lnTo>
                <a:lnTo>
                  <a:pt x="213347" y="176822"/>
                </a:lnTo>
                <a:lnTo>
                  <a:pt x="213360" y="164592"/>
                </a:lnTo>
                <a:lnTo>
                  <a:pt x="309372" y="164592"/>
                </a:lnTo>
                <a:lnTo>
                  <a:pt x="309372" y="153924"/>
                </a:lnTo>
                <a:lnTo>
                  <a:pt x="213360" y="153924"/>
                </a:lnTo>
                <a:lnTo>
                  <a:pt x="213360" y="100584"/>
                </a:lnTo>
                <a:lnTo>
                  <a:pt x="309372" y="100584"/>
                </a:lnTo>
                <a:lnTo>
                  <a:pt x="309372" y="86601"/>
                </a:lnTo>
                <a:lnTo>
                  <a:pt x="306324" y="89916"/>
                </a:lnTo>
                <a:lnTo>
                  <a:pt x="213360" y="89916"/>
                </a:lnTo>
                <a:lnTo>
                  <a:pt x="213360" y="39624"/>
                </a:lnTo>
                <a:lnTo>
                  <a:pt x="391668" y="39624"/>
                </a:lnTo>
                <a:lnTo>
                  <a:pt x="356616" y="4572"/>
                </a:lnTo>
                <a:lnTo>
                  <a:pt x="332232" y="28956"/>
                </a:lnTo>
                <a:lnTo>
                  <a:pt x="7620" y="28956"/>
                </a:lnTo>
                <a:lnTo>
                  <a:pt x="22860" y="44196"/>
                </a:lnTo>
                <a:lnTo>
                  <a:pt x="32296" y="42189"/>
                </a:lnTo>
                <a:lnTo>
                  <a:pt x="42291" y="40767"/>
                </a:lnTo>
                <a:lnTo>
                  <a:pt x="52870" y="39903"/>
                </a:lnTo>
                <a:lnTo>
                  <a:pt x="64008" y="39624"/>
                </a:lnTo>
                <a:lnTo>
                  <a:pt x="188976" y="39624"/>
                </a:lnTo>
                <a:lnTo>
                  <a:pt x="188976" y="89916"/>
                </a:lnTo>
                <a:lnTo>
                  <a:pt x="188976" y="100584"/>
                </a:lnTo>
                <a:lnTo>
                  <a:pt x="188976" y="153924"/>
                </a:lnTo>
                <a:lnTo>
                  <a:pt x="188976" y="164592"/>
                </a:lnTo>
                <a:lnTo>
                  <a:pt x="188937" y="176822"/>
                </a:lnTo>
                <a:lnTo>
                  <a:pt x="188785" y="188214"/>
                </a:lnTo>
                <a:lnTo>
                  <a:pt x="188341" y="203593"/>
                </a:lnTo>
                <a:lnTo>
                  <a:pt x="187452" y="220980"/>
                </a:lnTo>
                <a:lnTo>
                  <a:pt x="88392" y="220980"/>
                </a:lnTo>
                <a:lnTo>
                  <a:pt x="88392" y="164592"/>
                </a:lnTo>
                <a:lnTo>
                  <a:pt x="188976" y="164592"/>
                </a:lnTo>
                <a:lnTo>
                  <a:pt x="188976" y="153924"/>
                </a:lnTo>
                <a:lnTo>
                  <a:pt x="88392" y="153924"/>
                </a:lnTo>
                <a:lnTo>
                  <a:pt x="88392" y="100584"/>
                </a:lnTo>
                <a:lnTo>
                  <a:pt x="188976" y="100584"/>
                </a:lnTo>
                <a:lnTo>
                  <a:pt x="188976" y="89916"/>
                </a:lnTo>
                <a:lnTo>
                  <a:pt x="89916" y="89916"/>
                </a:lnTo>
                <a:lnTo>
                  <a:pt x="62484" y="74676"/>
                </a:lnTo>
                <a:lnTo>
                  <a:pt x="63347" y="96012"/>
                </a:lnTo>
                <a:lnTo>
                  <a:pt x="63817" y="119443"/>
                </a:lnTo>
                <a:lnTo>
                  <a:pt x="63995" y="143040"/>
                </a:lnTo>
                <a:lnTo>
                  <a:pt x="63881" y="205308"/>
                </a:lnTo>
                <a:lnTo>
                  <a:pt x="63817" y="213360"/>
                </a:lnTo>
                <a:lnTo>
                  <a:pt x="63373" y="234505"/>
                </a:lnTo>
                <a:lnTo>
                  <a:pt x="62484" y="254508"/>
                </a:lnTo>
                <a:lnTo>
                  <a:pt x="88392" y="243840"/>
                </a:lnTo>
                <a:lnTo>
                  <a:pt x="88392" y="231648"/>
                </a:lnTo>
                <a:lnTo>
                  <a:pt x="185928" y="231648"/>
                </a:lnTo>
                <a:lnTo>
                  <a:pt x="184505" y="244551"/>
                </a:lnTo>
                <a:lnTo>
                  <a:pt x="182499" y="256032"/>
                </a:lnTo>
                <a:lnTo>
                  <a:pt x="179933" y="266357"/>
                </a:lnTo>
                <a:lnTo>
                  <a:pt x="176784" y="275844"/>
                </a:lnTo>
                <a:lnTo>
                  <a:pt x="174218" y="284073"/>
                </a:lnTo>
                <a:lnTo>
                  <a:pt x="171069" y="292608"/>
                </a:lnTo>
                <a:lnTo>
                  <a:pt x="167360" y="301129"/>
                </a:lnTo>
                <a:lnTo>
                  <a:pt x="163068" y="309372"/>
                </a:lnTo>
                <a:lnTo>
                  <a:pt x="151307" y="299059"/>
                </a:lnTo>
                <a:lnTo>
                  <a:pt x="138684" y="286321"/>
                </a:lnTo>
                <a:lnTo>
                  <a:pt x="124929" y="271005"/>
                </a:lnTo>
                <a:lnTo>
                  <a:pt x="109728" y="252984"/>
                </a:lnTo>
                <a:lnTo>
                  <a:pt x="105156" y="256032"/>
                </a:lnTo>
                <a:lnTo>
                  <a:pt x="118325" y="278079"/>
                </a:lnTo>
                <a:lnTo>
                  <a:pt x="130492" y="296418"/>
                </a:lnTo>
                <a:lnTo>
                  <a:pt x="141808" y="311315"/>
                </a:lnTo>
                <a:lnTo>
                  <a:pt x="152400" y="323088"/>
                </a:lnTo>
                <a:lnTo>
                  <a:pt x="143852" y="332244"/>
                </a:lnTo>
                <a:lnTo>
                  <a:pt x="99060" y="361188"/>
                </a:lnTo>
                <a:lnTo>
                  <a:pt x="55245" y="378333"/>
                </a:lnTo>
                <a:lnTo>
                  <a:pt x="0" y="393192"/>
                </a:lnTo>
                <a:lnTo>
                  <a:pt x="1524" y="400812"/>
                </a:lnTo>
                <a:lnTo>
                  <a:pt x="55245" y="390334"/>
                </a:lnTo>
                <a:lnTo>
                  <a:pt x="102108" y="376428"/>
                </a:lnTo>
                <a:lnTo>
                  <a:pt x="139636" y="358330"/>
                </a:lnTo>
                <a:lnTo>
                  <a:pt x="169164" y="336804"/>
                </a:lnTo>
                <a:lnTo>
                  <a:pt x="188290" y="350748"/>
                </a:lnTo>
                <a:lnTo>
                  <a:pt x="231101" y="372376"/>
                </a:lnTo>
                <a:lnTo>
                  <a:pt x="279044" y="384594"/>
                </a:lnTo>
                <a:lnTo>
                  <a:pt x="337235" y="390829"/>
                </a:lnTo>
                <a:lnTo>
                  <a:pt x="370332" y="391668"/>
                </a:lnTo>
                <a:lnTo>
                  <a:pt x="373189" y="383095"/>
                </a:lnTo>
                <a:lnTo>
                  <a:pt x="379476" y="375666"/>
                </a:lnTo>
                <a:lnTo>
                  <a:pt x="389191" y="369379"/>
                </a:lnTo>
                <a:lnTo>
                  <a:pt x="402336" y="364236"/>
                </a:lnTo>
                <a:lnTo>
                  <a:pt x="402336" y="362712"/>
                </a:lnTo>
                <a:lnTo>
                  <a:pt x="402336" y="359664"/>
                </a:lnTo>
                <a:close/>
              </a:path>
              <a:path w="853440" h="403860">
                <a:moveTo>
                  <a:pt x="628180" y="334772"/>
                </a:moveTo>
                <a:lnTo>
                  <a:pt x="604215" y="306324"/>
                </a:lnTo>
                <a:lnTo>
                  <a:pt x="601218" y="304419"/>
                </a:lnTo>
                <a:lnTo>
                  <a:pt x="587463" y="297268"/>
                </a:lnTo>
                <a:lnTo>
                  <a:pt x="569976" y="289560"/>
                </a:lnTo>
                <a:lnTo>
                  <a:pt x="573214" y="280416"/>
                </a:lnTo>
                <a:lnTo>
                  <a:pt x="581977" y="255600"/>
                </a:lnTo>
                <a:lnTo>
                  <a:pt x="592836" y="215646"/>
                </a:lnTo>
                <a:lnTo>
                  <a:pt x="602551" y="169964"/>
                </a:lnTo>
                <a:lnTo>
                  <a:pt x="611124" y="118872"/>
                </a:lnTo>
                <a:lnTo>
                  <a:pt x="618972" y="112776"/>
                </a:lnTo>
                <a:lnTo>
                  <a:pt x="624840" y="108204"/>
                </a:lnTo>
                <a:lnTo>
                  <a:pt x="598932" y="86868"/>
                </a:lnTo>
                <a:lnTo>
                  <a:pt x="588264" y="100203"/>
                </a:lnTo>
                <a:lnTo>
                  <a:pt x="588264" y="112776"/>
                </a:lnTo>
                <a:lnTo>
                  <a:pt x="580580" y="162750"/>
                </a:lnTo>
                <a:lnTo>
                  <a:pt x="571360" y="207264"/>
                </a:lnTo>
                <a:lnTo>
                  <a:pt x="560628" y="246710"/>
                </a:lnTo>
                <a:lnTo>
                  <a:pt x="548640" y="280416"/>
                </a:lnTo>
                <a:lnTo>
                  <a:pt x="532384" y="275882"/>
                </a:lnTo>
                <a:lnTo>
                  <a:pt x="505574" y="267982"/>
                </a:lnTo>
                <a:lnTo>
                  <a:pt x="495300" y="265176"/>
                </a:lnTo>
                <a:lnTo>
                  <a:pt x="504710" y="229997"/>
                </a:lnTo>
                <a:lnTo>
                  <a:pt x="514540" y="192976"/>
                </a:lnTo>
                <a:lnTo>
                  <a:pt x="524598" y="154203"/>
                </a:lnTo>
                <a:lnTo>
                  <a:pt x="534924" y="112776"/>
                </a:lnTo>
                <a:lnTo>
                  <a:pt x="588264" y="112776"/>
                </a:lnTo>
                <a:lnTo>
                  <a:pt x="588264" y="100203"/>
                </a:lnTo>
                <a:lnTo>
                  <a:pt x="586740" y="102108"/>
                </a:lnTo>
                <a:lnTo>
                  <a:pt x="536448" y="102108"/>
                </a:lnTo>
                <a:lnTo>
                  <a:pt x="540981" y="81241"/>
                </a:lnTo>
                <a:lnTo>
                  <a:pt x="545211" y="62103"/>
                </a:lnTo>
                <a:lnTo>
                  <a:pt x="548881" y="44665"/>
                </a:lnTo>
                <a:lnTo>
                  <a:pt x="551688" y="28956"/>
                </a:lnTo>
                <a:lnTo>
                  <a:pt x="566928" y="18288"/>
                </a:lnTo>
                <a:lnTo>
                  <a:pt x="528828" y="0"/>
                </a:lnTo>
                <a:lnTo>
                  <a:pt x="526211" y="19380"/>
                </a:lnTo>
                <a:lnTo>
                  <a:pt x="522732" y="43053"/>
                </a:lnTo>
                <a:lnTo>
                  <a:pt x="518121" y="70713"/>
                </a:lnTo>
                <a:lnTo>
                  <a:pt x="512064" y="102108"/>
                </a:lnTo>
                <a:lnTo>
                  <a:pt x="445008" y="102108"/>
                </a:lnTo>
                <a:lnTo>
                  <a:pt x="458724" y="115824"/>
                </a:lnTo>
                <a:lnTo>
                  <a:pt x="475488" y="112776"/>
                </a:lnTo>
                <a:lnTo>
                  <a:pt x="510540" y="112776"/>
                </a:lnTo>
                <a:lnTo>
                  <a:pt x="502285" y="153936"/>
                </a:lnTo>
                <a:lnTo>
                  <a:pt x="493204" y="193929"/>
                </a:lnTo>
                <a:lnTo>
                  <a:pt x="483323" y="231927"/>
                </a:lnTo>
                <a:lnTo>
                  <a:pt x="472440" y="268224"/>
                </a:lnTo>
                <a:lnTo>
                  <a:pt x="485330" y="272529"/>
                </a:lnTo>
                <a:lnTo>
                  <a:pt x="501205" y="278701"/>
                </a:lnTo>
                <a:lnTo>
                  <a:pt x="520242" y="286867"/>
                </a:lnTo>
                <a:lnTo>
                  <a:pt x="542544" y="297180"/>
                </a:lnTo>
                <a:lnTo>
                  <a:pt x="525145" y="322008"/>
                </a:lnTo>
                <a:lnTo>
                  <a:pt x="502729" y="346138"/>
                </a:lnTo>
                <a:lnTo>
                  <a:pt x="475475" y="369392"/>
                </a:lnTo>
                <a:lnTo>
                  <a:pt x="443484" y="391668"/>
                </a:lnTo>
                <a:lnTo>
                  <a:pt x="448056" y="397764"/>
                </a:lnTo>
                <a:lnTo>
                  <a:pt x="484327" y="377469"/>
                </a:lnTo>
                <a:lnTo>
                  <a:pt x="515302" y="355473"/>
                </a:lnTo>
                <a:lnTo>
                  <a:pt x="540854" y="331749"/>
                </a:lnTo>
                <a:lnTo>
                  <a:pt x="560832" y="306324"/>
                </a:lnTo>
                <a:lnTo>
                  <a:pt x="572858" y="314604"/>
                </a:lnTo>
                <a:lnTo>
                  <a:pt x="583882" y="323469"/>
                </a:lnTo>
                <a:lnTo>
                  <a:pt x="594055" y="332892"/>
                </a:lnTo>
                <a:lnTo>
                  <a:pt x="603504" y="342900"/>
                </a:lnTo>
                <a:lnTo>
                  <a:pt x="608076" y="350520"/>
                </a:lnTo>
                <a:lnTo>
                  <a:pt x="614172" y="353568"/>
                </a:lnTo>
                <a:lnTo>
                  <a:pt x="621792" y="353568"/>
                </a:lnTo>
                <a:lnTo>
                  <a:pt x="624840" y="348996"/>
                </a:lnTo>
                <a:lnTo>
                  <a:pt x="627888" y="341376"/>
                </a:lnTo>
                <a:lnTo>
                  <a:pt x="628180" y="334772"/>
                </a:lnTo>
                <a:close/>
              </a:path>
              <a:path w="853440" h="403860">
                <a:moveTo>
                  <a:pt x="853440" y="207264"/>
                </a:moveTo>
                <a:lnTo>
                  <a:pt x="819912" y="175260"/>
                </a:lnTo>
                <a:lnTo>
                  <a:pt x="797052" y="198120"/>
                </a:lnTo>
                <a:lnTo>
                  <a:pt x="740664" y="198120"/>
                </a:lnTo>
                <a:lnTo>
                  <a:pt x="740664" y="143256"/>
                </a:lnTo>
                <a:lnTo>
                  <a:pt x="754380" y="131064"/>
                </a:lnTo>
                <a:lnTo>
                  <a:pt x="742188" y="124968"/>
                </a:lnTo>
                <a:lnTo>
                  <a:pt x="745769" y="120396"/>
                </a:lnTo>
                <a:lnTo>
                  <a:pt x="752475" y="111798"/>
                </a:lnTo>
                <a:lnTo>
                  <a:pt x="762762" y="99631"/>
                </a:lnTo>
                <a:lnTo>
                  <a:pt x="793648" y="69430"/>
                </a:lnTo>
                <a:lnTo>
                  <a:pt x="826008" y="54864"/>
                </a:lnTo>
                <a:lnTo>
                  <a:pt x="822820" y="51816"/>
                </a:lnTo>
                <a:lnTo>
                  <a:pt x="792480" y="22860"/>
                </a:lnTo>
                <a:lnTo>
                  <a:pt x="777240" y="41148"/>
                </a:lnTo>
                <a:lnTo>
                  <a:pt x="629412" y="41148"/>
                </a:lnTo>
                <a:lnTo>
                  <a:pt x="644652" y="56388"/>
                </a:lnTo>
                <a:lnTo>
                  <a:pt x="667512" y="51816"/>
                </a:lnTo>
                <a:lnTo>
                  <a:pt x="777240" y="51816"/>
                </a:lnTo>
                <a:lnTo>
                  <a:pt x="734568" y="120396"/>
                </a:lnTo>
                <a:lnTo>
                  <a:pt x="714756" y="108204"/>
                </a:lnTo>
                <a:lnTo>
                  <a:pt x="714997" y="129108"/>
                </a:lnTo>
                <a:lnTo>
                  <a:pt x="715962" y="169964"/>
                </a:lnTo>
                <a:lnTo>
                  <a:pt x="716064" y="175260"/>
                </a:lnTo>
                <a:lnTo>
                  <a:pt x="716280" y="198120"/>
                </a:lnTo>
                <a:lnTo>
                  <a:pt x="606552" y="198120"/>
                </a:lnTo>
                <a:lnTo>
                  <a:pt x="620268" y="211836"/>
                </a:lnTo>
                <a:lnTo>
                  <a:pt x="635508" y="207264"/>
                </a:lnTo>
                <a:lnTo>
                  <a:pt x="716280" y="207264"/>
                </a:lnTo>
                <a:lnTo>
                  <a:pt x="716280" y="344424"/>
                </a:lnTo>
                <a:lnTo>
                  <a:pt x="714756" y="355092"/>
                </a:lnTo>
                <a:lnTo>
                  <a:pt x="710184" y="361188"/>
                </a:lnTo>
                <a:lnTo>
                  <a:pt x="704088" y="362712"/>
                </a:lnTo>
                <a:lnTo>
                  <a:pt x="696087" y="363893"/>
                </a:lnTo>
                <a:lnTo>
                  <a:pt x="683514" y="363093"/>
                </a:lnTo>
                <a:lnTo>
                  <a:pt x="666369" y="360565"/>
                </a:lnTo>
                <a:lnTo>
                  <a:pt x="644652" y="356616"/>
                </a:lnTo>
                <a:lnTo>
                  <a:pt x="644652" y="365760"/>
                </a:lnTo>
                <a:lnTo>
                  <a:pt x="669785" y="374916"/>
                </a:lnTo>
                <a:lnTo>
                  <a:pt x="687895" y="384238"/>
                </a:lnTo>
                <a:lnTo>
                  <a:pt x="698881" y="393827"/>
                </a:lnTo>
                <a:lnTo>
                  <a:pt x="702564" y="403860"/>
                </a:lnTo>
                <a:lnTo>
                  <a:pt x="719455" y="394474"/>
                </a:lnTo>
                <a:lnTo>
                  <a:pt x="731329" y="382524"/>
                </a:lnTo>
                <a:lnTo>
                  <a:pt x="738365" y="368274"/>
                </a:lnTo>
                <a:lnTo>
                  <a:pt x="738987" y="363893"/>
                </a:lnTo>
                <a:lnTo>
                  <a:pt x="740664" y="352044"/>
                </a:lnTo>
                <a:lnTo>
                  <a:pt x="740664" y="207264"/>
                </a:lnTo>
                <a:lnTo>
                  <a:pt x="853440" y="20726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" name="object 22"/>
          <p:cNvSpPr/>
          <p:nvPr/>
        </p:nvSpPr>
        <p:spPr>
          <a:xfrm>
            <a:off x="7420356" y="2324100"/>
            <a:ext cx="355600" cy="402590"/>
          </a:xfrm>
          <a:custGeom>
            <a:avLst/>
            <a:gdLst/>
            <a:ahLst/>
            <a:cxnLst/>
            <a:rect l="l" t="t" r="r" b="b"/>
            <a:pathLst>
              <a:path w="355600" h="402589">
                <a:moveTo>
                  <a:pt x="53340" y="91440"/>
                </a:moveTo>
                <a:lnTo>
                  <a:pt x="42672" y="91440"/>
                </a:lnTo>
                <a:lnTo>
                  <a:pt x="50696" y="63436"/>
                </a:lnTo>
                <a:lnTo>
                  <a:pt x="56578" y="38862"/>
                </a:lnTo>
                <a:lnTo>
                  <a:pt x="60459" y="17716"/>
                </a:lnTo>
                <a:lnTo>
                  <a:pt x="62484" y="0"/>
                </a:lnTo>
                <a:lnTo>
                  <a:pt x="100584" y="21336"/>
                </a:lnTo>
                <a:lnTo>
                  <a:pt x="90844" y="29075"/>
                </a:lnTo>
                <a:lnTo>
                  <a:pt x="79819" y="43243"/>
                </a:lnTo>
                <a:lnTo>
                  <a:pt x="67365" y="63984"/>
                </a:lnTo>
                <a:lnTo>
                  <a:pt x="53340" y="91440"/>
                </a:lnTo>
                <a:close/>
              </a:path>
              <a:path w="355600" h="402589">
                <a:moveTo>
                  <a:pt x="146304" y="192024"/>
                </a:moveTo>
                <a:lnTo>
                  <a:pt x="141732" y="187452"/>
                </a:lnTo>
                <a:lnTo>
                  <a:pt x="158853" y="160615"/>
                </a:lnTo>
                <a:lnTo>
                  <a:pt x="173545" y="135064"/>
                </a:lnTo>
                <a:lnTo>
                  <a:pt x="195072" y="88392"/>
                </a:lnTo>
                <a:lnTo>
                  <a:pt x="211074" y="44958"/>
                </a:lnTo>
                <a:lnTo>
                  <a:pt x="222503" y="1524"/>
                </a:lnTo>
                <a:lnTo>
                  <a:pt x="260603" y="24384"/>
                </a:lnTo>
                <a:lnTo>
                  <a:pt x="252626" y="32361"/>
                </a:lnTo>
                <a:lnTo>
                  <a:pt x="242506" y="47053"/>
                </a:lnTo>
                <a:lnTo>
                  <a:pt x="230385" y="68318"/>
                </a:lnTo>
                <a:lnTo>
                  <a:pt x="216408" y="96012"/>
                </a:lnTo>
                <a:lnTo>
                  <a:pt x="347895" y="96012"/>
                </a:lnTo>
                <a:lnTo>
                  <a:pt x="355092" y="103632"/>
                </a:lnTo>
                <a:lnTo>
                  <a:pt x="351282" y="106680"/>
                </a:lnTo>
                <a:lnTo>
                  <a:pt x="213360" y="106680"/>
                </a:lnTo>
                <a:lnTo>
                  <a:pt x="197310" y="130730"/>
                </a:lnTo>
                <a:lnTo>
                  <a:pt x="180975" y="152781"/>
                </a:lnTo>
                <a:lnTo>
                  <a:pt x="164068" y="173116"/>
                </a:lnTo>
                <a:lnTo>
                  <a:pt x="146304" y="192024"/>
                </a:lnTo>
                <a:close/>
              </a:path>
              <a:path w="355600" h="402589">
                <a:moveTo>
                  <a:pt x="146304" y="91440"/>
                </a:moveTo>
                <a:lnTo>
                  <a:pt x="111252" y="91440"/>
                </a:lnTo>
                <a:lnTo>
                  <a:pt x="128016" y="73152"/>
                </a:lnTo>
                <a:lnTo>
                  <a:pt x="146304" y="91440"/>
                </a:lnTo>
                <a:close/>
              </a:path>
              <a:path w="355600" h="402589">
                <a:moveTo>
                  <a:pt x="0" y="397764"/>
                </a:moveTo>
                <a:lnTo>
                  <a:pt x="174" y="368236"/>
                </a:lnTo>
                <a:lnTo>
                  <a:pt x="301" y="352615"/>
                </a:lnTo>
                <a:lnTo>
                  <a:pt x="1285" y="276463"/>
                </a:lnTo>
                <a:lnTo>
                  <a:pt x="1360" y="263842"/>
                </a:lnTo>
                <a:lnTo>
                  <a:pt x="1479" y="228600"/>
                </a:lnTo>
                <a:lnTo>
                  <a:pt x="1285" y="195333"/>
                </a:lnTo>
                <a:lnTo>
                  <a:pt x="252" y="115824"/>
                </a:lnTo>
                <a:lnTo>
                  <a:pt x="0" y="74676"/>
                </a:lnTo>
                <a:lnTo>
                  <a:pt x="25908" y="91440"/>
                </a:lnTo>
                <a:lnTo>
                  <a:pt x="146304" y="91440"/>
                </a:lnTo>
                <a:lnTo>
                  <a:pt x="153924" y="99060"/>
                </a:lnTo>
                <a:lnTo>
                  <a:pt x="151828" y="100584"/>
                </a:lnTo>
                <a:lnTo>
                  <a:pt x="22860" y="100584"/>
                </a:lnTo>
                <a:lnTo>
                  <a:pt x="22860" y="211836"/>
                </a:lnTo>
                <a:lnTo>
                  <a:pt x="137205" y="211836"/>
                </a:lnTo>
                <a:lnTo>
                  <a:pt x="137219" y="222504"/>
                </a:lnTo>
                <a:lnTo>
                  <a:pt x="22860" y="222504"/>
                </a:lnTo>
                <a:lnTo>
                  <a:pt x="22860" y="344424"/>
                </a:lnTo>
                <a:lnTo>
                  <a:pt x="137914" y="344424"/>
                </a:lnTo>
                <a:lnTo>
                  <a:pt x="137940" y="346850"/>
                </a:lnTo>
                <a:lnTo>
                  <a:pt x="138137" y="355092"/>
                </a:lnTo>
                <a:lnTo>
                  <a:pt x="22860" y="355092"/>
                </a:lnTo>
                <a:lnTo>
                  <a:pt x="22860" y="384048"/>
                </a:lnTo>
                <a:lnTo>
                  <a:pt x="0" y="397764"/>
                </a:lnTo>
                <a:close/>
              </a:path>
              <a:path w="355600" h="402589">
                <a:moveTo>
                  <a:pt x="347895" y="96012"/>
                </a:moveTo>
                <a:lnTo>
                  <a:pt x="310896" y="96012"/>
                </a:lnTo>
                <a:lnTo>
                  <a:pt x="329184" y="76200"/>
                </a:lnTo>
                <a:lnTo>
                  <a:pt x="347895" y="96012"/>
                </a:lnTo>
                <a:close/>
              </a:path>
              <a:path w="355600" h="402589">
                <a:moveTo>
                  <a:pt x="137205" y="211836"/>
                </a:moveTo>
                <a:lnTo>
                  <a:pt x="114300" y="211836"/>
                </a:lnTo>
                <a:lnTo>
                  <a:pt x="114300" y="100584"/>
                </a:lnTo>
                <a:lnTo>
                  <a:pt x="151828" y="100584"/>
                </a:lnTo>
                <a:lnTo>
                  <a:pt x="137160" y="111252"/>
                </a:lnTo>
                <a:lnTo>
                  <a:pt x="137205" y="211836"/>
                </a:lnTo>
                <a:close/>
              </a:path>
              <a:path w="355600" h="402589">
                <a:moveTo>
                  <a:pt x="326254" y="359664"/>
                </a:moveTo>
                <a:lnTo>
                  <a:pt x="281940" y="359664"/>
                </a:lnTo>
                <a:lnTo>
                  <a:pt x="291107" y="357925"/>
                </a:lnTo>
                <a:lnTo>
                  <a:pt x="298132" y="352615"/>
                </a:lnTo>
                <a:lnTo>
                  <a:pt x="308371" y="305562"/>
                </a:lnTo>
                <a:lnTo>
                  <a:pt x="310134" y="259842"/>
                </a:lnTo>
                <a:lnTo>
                  <a:pt x="311932" y="192024"/>
                </a:lnTo>
                <a:lnTo>
                  <a:pt x="313943" y="106680"/>
                </a:lnTo>
                <a:lnTo>
                  <a:pt x="351282" y="106680"/>
                </a:lnTo>
                <a:lnTo>
                  <a:pt x="339852" y="115824"/>
                </a:lnTo>
                <a:lnTo>
                  <a:pt x="338651" y="186976"/>
                </a:lnTo>
                <a:lnTo>
                  <a:pt x="338311" y="199644"/>
                </a:lnTo>
                <a:lnTo>
                  <a:pt x="336852" y="249497"/>
                </a:lnTo>
                <a:lnTo>
                  <a:pt x="334804" y="295668"/>
                </a:lnTo>
                <a:lnTo>
                  <a:pt x="330708" y="345948"/>
                </a:lnTo>
                <a:lnTo>
                  <a:pt x="326973" y="357925"/>
                </a:lnTo>
                <a:lnTo>
                  <a:pt x="326254" y="359664"/>
                </a:lnTo>
                <a:close/>
              </a:path>
              <a:path w="355600" h="402589">
                <a:moveTo>
                  <a:pt x="231648" y="269748"/>
                </a:moveTo>
                <a:lnTo>
                  <a:pt x="228600" y="269748"/>
                </a:lnTo>
                <a:lnTo>
                  <a:pt x="225432" y="268295"/>
                </a:lnTo>
                <a:lnTo>
                  <a:pt x="222694" y="263842"/>
                </a:lnTo>
                <a:lnTo>
                  <a:pt x="220241" y="256246"/>
                </a:lnTo>
                <a:lnTo>
                  <a:pt x="217932" y="245364"/>
                </a:lnTo>
                <a:lnTo>
                  <a:pt x="213383" y="228242"/>
                </a:lnTo>
                <a:lnTo>
                  <a:pt x="206692" y="211264"/>
                </a:lnTo>
                <a:lnTo>
                  <a:pt x="198000" y="194571"/>
                </a:lnTo>
                <a:lnTo>
                  <a:pt x="187452" y="178308"/>
                </a:lnTo>
                <a:lnTo>
                  <a:pt x="190500" y="172212"/>
                </a:lnTo>
                <a:lnTo>
                  <a:pt x="223456" y="199644"/>
                </a:lnTo>
                <a:lnTo>
                  <a:pt x="245364" y="236220"/>
                </a:lnTo>
                <a:lnTo>
                  <a:pt x="245364" y="248412"/>
                </a:lnTo>
                <a:lnTo>
                  <a:pt x="243840" y="254508"/>
                </a:lnTo>
                <a:lnTo>
                  <a:pt x="234696" y="266700"/>
                </a:lnTo>
                <a:lnTo>
                  <a:pt x="231648" y="269748"/>
                </a:lnTo>
                <a:close/>
              </a:path>
              <a:path w="355600" h="402589">
                <a:moveTo>
                  <a:pt x="137914" y="344424"/>
                </a:moveTo>
                <a:lnTo>
                  <a:pt x="114300" y="344424"/>
                </a:lnTo>
                <a:lnTo>
                  <a:pt x="114300" y="222504"/>
                </a:lnTo>
                <a:lnTo>
                  <a:pt x="137219" y="222504"/>
                </a:lnTo>
                <a:lnTo>
                  <a:pt x="137337" y="269748"/>
                </a:lnTo>
                <a:lnTo>
                  <a:pt x="137498" y="305562"/>
                </a:lnTo>
                <a:lnTo>
                  <a:pt x="137914" y="344424"/>
                </a:lnTo>
                <a:close/>
              </a:path>
              <a:path w="355600" h="402589">
                <a:moveTo>
                  <a:pt x="277367" y="402336"/>
                </a:moveTo>
                <a:lnTo>
                  <a:pt x="270462" y="389239"/>
                </a:lnTo>
                <a:lnTo>
                  <a:pt x="258699" y="377571"/>
                </a:lnTo>
                <a:lnTo>
                  <a:pt x="241792" y="367617"/>
                </a:lnTo>
                <a:lnTo>
                  <a:pt x="219455" y="359664"/>
                </a:lnTo>
                <a:lnTo>
                  <a:pt x="219455" y="352044"/>
                </a:lnTo>
                <a:lnTo>
                  <a:pt x="239720" y="355163"/>
                </a:lnTo>
                <a:lnTo>
                  <a:pt x="256984" y="357568"/>
                </a:lnTo>
                <a:lnTo>
                  <a:pt x="271105" y="359116"/>
                </a:lnTo>
                <a:lnTo>
                  <a:pt x="281940" y="359664"/>
                </a:lnTo>
                <a:lnTo>
                  <a:pt x="326254" y="359664"/>
                </a:lnTo>
                <a:lnTo>
                  <a:pt x="322707" y="368236"/>
                </a:lnTo>
                <a:lnTo>
                  <a:pt x="288786" y="397764"/>
                </a:lnTo>
                <a:lnTo>
                  <a:pt x="277367" y="402336"/>
                </a:lnTo>
                <a:close/>
              </a:path>
              <a:path w="355600" h="402589">
                <a:moveTo>
                  <a:pt x="114300" y="391668"/>
                </a:moveTo>
                <a:lnTo>
                  <a:pt x="114300" y="355092"/>
                </a:lnTo>
                <a:lnTo>
                  <a:pt x="138137" y="355092"/>
                </a:lnTo>
                <a:lnTo>
                  <a:pt x="138684" y="377952"/>
                </a:lnTo>
                <a:lnTo>
                  <a:pt x="114300" y="39166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" name="object 23"/>
          <p:cNvSpPr/>
          <p:nvPr/>
        </p:nvSpPr>
        <p:spPr>
          <a:xfrm>
            <a:off x="7828775" y="2331719"/>
            <a:ext cx="855344" cy="398145"/>
          </a:xfrm>
          <a:custGeom>
            <a:avLst/>
            <a:gdLst/>
            <a:ahLst/>
            <a:cxnLst/>
            <a:rect l="l" t="t" r="r" b="b"/>
            <a:pathLst>
              <a:path w="855345" h="398144">
                <a:moveTo>
                  <a:pt x="224028" y="41148"/>
                </a:moveTo>
                <a:lnTo>
                  <a:pt x="195072" y="10668"/>
                </a:lnTo>
                <a:lnTo>
                  <a:pt x="175260" y="30480"/>
                </a:lnTo>
                <a:lnTo>
                  <a:pt x="124968" y="30480"/>
                </a:lnTo>
                <a:lnTo>
                  <a:pt x="124968" y="41148"/>
                </a:lnTo>
                <a:lnTo>
                  <a:pt x="124968" y="97536"/>
                </a:lnTo>
                <a:lnTo>
                  <a:pt x="100584" y="97536"/>
                </a:lnTo>
                <a:lnTo>
                  <a:pt x="100584" y="41148"/>
                </a:lnTo>
                <a:lnTo>
                  <a:pt x="124968" y="41148"/>
                </a:lnTo>
                <a:lnTo>
                  <a:pt x="124968" y="30480"/>
                </a:lnTo>
                <a:lnTo>
                  <a:pt x="0" y="30480"/>
                </a:lnTo>
                <a:lnTo>
                  <a:pt x="15240" y="47244"/>
                </a:lnTo>
                <a:lnTo>
                  <a:pt x="24676" y="44373"/>
                </a:lnTo>
                <a:lnTo>
                  <a:pt x="34671" y="42481"/>
                </a:lnTo>
                <a:lnTo>
                  <a:pt x="45250" y="41465"/>
                </a:lnTo>
                <a:lnTo>
                  <a:pt x="56388" y="41148"/>
                </a:lnTo>
                <a:lnTo>
                  <a:pt x="79248" y="41148"/>
                </a:lnTo>
                <a:lnTo>
                  <a:pt x="79248" y="97536"/>
                </a:lnTo>
                <a:lnTo>
                  <a:pt x="79248" y="108204"/>
                </a:lnTo>
                <a:lnTo>
                  <a:pt x="77304" y="146481"/>
                </a:lnTo>
                <a:lnTo>
                  <a:pt x="71628" y="178879"/>
                </a:lnTo>
                <a:lnTo>
                  <a:pt x="62534" y="205295"/>
                </a:lnTo>
                <a:lnTo>
                  <a:pt x="50292" y="225552"/>
                </a:lnTo>
                <a:lnTo>
                  <a:pt x="50292" y="108204"/>
                </a:lnTo>
                <a:lnTo>
                  <a:pt x="79248" y="108204"/>
                </a:lnTo>
                <a:lnTo>
                  <a:pt x="79248" y="97536"/>
                </a:lnTo>
                <a:lnTo>
                  <a:pt x="50292" y="97536"/>
                </a:lnTo>
                <a:lnTo>
                  <a:pt x="25908" y="83820"/>
                </a:lnTo>
                <a:lnTo>
                  <a:pt x="26149" y="114973"/>
                </a:lnTo>
                <a:lnTo>
                  <a:pt x="26606" y="146481"/>
                </a:lnTo>
                <a:lnTo>
                  <a:pt x="27114" y="185928"/>
                </a:lnTo>
                <a:lnTo>
                  <a:pt x="27228" y="198120"/>
                </a:lnTo>
                <a:lnTo>
                  <a:pt x="27355" y="222504"/>
                </a:lnTo>
                <a:lnTo>
                  <a:pt x="27279" y="271272"/>
                </a:lnTo>
                <a:lnTo>
                  <a:pt x="27203" y="286473"/>
                </a:lnTo>
                <a:lnTo>
                  <a:pt x="26670" y="327660"/>
                </a:lnTo>
                <a:lnTo>
                  <a:pt x="26149" y="363143"/>
                </a:lnTo>
                <a:lnTo>
                  <a:pt x="25908" y="393192"/>
                </a:lnTo>
                <a:lnTo>
                  <a:pt x="50292" y="384048"/>
                </a:lnTo>
                <a:lnTo>
                  <a:pt x="50292" y="347472"/>
                </a:lnTo>
                <a:lnTo>
                  <a:pt x="175260" y="347472"/>
                </a:lnTo>
                <a:lnTo>
                  <a:pt x="175260" y="390144"/>
                </a:lnTo>
                <a:lnTo>
                  <a:pt x="199644" y="377952"/>
                </a:lnTo>
                <a:lnTo>
                  <a:pt x="198907" y="350520"/>
                </a:lnTo>
                <a:lnTo>
                  <a:pt x="198869" y="347472"/>
                </a:lnTo>
                <a:lnTo>
                  <a:pt x="198755" y="336804"/>
                </a:lnTo>
                <a:lnTo>
                  <a:pt x="198450" y="310286"/>
                </a:lnTo>
                <a:lnTo>
                  <a:pt x="198285" y="271272"/>
                </a:lnTo>
                <a:lnTo>
                  <a:pt x="198234" y="260604"/>
                </a:lnTo>
                <a:lnTo>
                  <a:pt x="198158" y="202692"/>
                </a:lnTo>
                <a:lnTo>
                  <a:pt x="198120" y="112776"/>
                </a:lnTo>
                <a:lnTo>
                  <a:pt x="203352" y="108204"/>
                </a:lnTo>
                <a:lnTo>
                  <a:pt x="210312" y="102108"/>
                </a:lnTo>
                <a:lnTo>
                  <a:pt x="205092" y="97536"/>
                </a:lnTo>
                <a:lnTo>
                  <a:pt x="185928" y="80772"/>
                </a:lnTo>
                <a:lnTo>
                  <a:pt x="175260" y="95440"/>
                </a:lnTo>
                <a:lnTo>
                  <a:pt x="175260" y="108204"/>
                </a:lnTo>
                <a:lnTo>
                  <a:pt x="175260" y="202692"/>
                </a:lnTo>
                <a:lnTo>
                  <a:pt x="175260" y="222504"/>
                </a:lnTo>
                <a:lnTo>
                  <a:pt x="175260" y="260604"/>
                </a:lnTo>
                <a:lnTo>
                  <a:pt x="175260" y="271272"/>
                </a:lnTo>
                <a:lnTo>
                  <a:pt x="175260" y="336804"/>
                </a:lnTo>
                <a:lnTo>
                  <a:pt x="50292" y="336804"/>
                </a:lnTo>
                <a:lnTo>
                  <a:pt x="50292" y="271272"/>
                </a:lnTo>
                <a:lnTo>
                  <a:pt x="175260" y="271272"/>
                </a:lnTo>
                <a:lnTo>
                  <a:pt x="175260" y="260604"/>
                </a:lnTo>
                <a:lnTo>
                  <a:pt x="50292" y="260604"/>
                </a:lnTo>
                <a:lnTo>
                  <a:pt x="50292" y="236220"/>
                </a:lnTo>
                <a:lnTo>
                  <a:pt x="61112" y="225552"/>
                </a:lnTo>
                <a:lnTo>
                  <a:pt x="72301" y="214503"/>
                </a:lnTo>
                <a:lnTo>
                  <a:pt x="88011" y="185928"/>
                </a:lnTo>
                <a:lnTo>
                  <a:pt x="97447" y="150495"/>
                </a:lnTo>
                <a:lnTo>
                  <a:pt x="100584" y="108204"/>
                </a:lnTo>
                <a:lnTo>
                  <a:pt x="124968" y="108204"/>
                </a:lnTo>
                <a:lnTo>
                  <a:pt x="125082" y="198120"/>
                </a:lnTo>
                <a:lnTo>
                  <a:pt x="150876" y="222504"/>
                </a:lnTo>
                <a:lnTo>
                  <a:pt x="175260" y="222504"/>
                </a:lnTo>
                <a:lnTo>
                  <a:pt x="175260" y="202692"/>
                </a:lnTo>
                <a:lnTo>
                  <a:pt x="149352" y="202692"/>
                </a:lnTo>
                <a:lnTo>
                  <a:pt x="144780" y="198120"/>
                </a:lnTo>
                <a:lnTo>
                  <a:pt x="144780" y="108204"/>
                </a:lnTo>
                <a:lnTo>
                  <a:pt x="175260" y="108204"/>
                </a:lnTo>
                <a:lnTo>
                  <a:pt x="175260" y="95440"/>
                </a:lnTo>
                <a:lnTo>
                  <a:pt x="173736" y="97536"/>
                </a:lnTo>
                <a:lnTo>
                  <a:pt x="144780" y="97536"/>
                </a:lnTo>
                <a:lnTo>
                  <a:pt x="144780" y="41148"/>
                </a:lnTo>
                <a:lnTo>
                  <a:pt x="224028" y="41148"/>
                </a:lnTo>
                <a:close/>
              </a:path>
              <a:path w="855345" h="398144">
                <a:moveTo>
                  <a:pt x="408432" y="350520"/>
                </a:moveTo>
                <a:lnTo>
                  <a:pt x="386867" y="317373"/>
                </a:lnTo>
                <a:lnTo>
                  <a:pt x="385572" y="272796"/>
                </a:lnTo>
                <a:lnTo>
                  <a:pt x="376428" y="272796"/>
                </a:lnTo>
                <a:lnTo>
                  <a:pt x="374142" y="313563"/>
                </a:lnTo>
                <a:lnTo>
                  <a:pt x="364998" y="352044"/>
                </a:lnTo>
                <a:lnTo>
                  <a:pt x="353568" y="356616"/>
                </a:lnTo>
                <a:lnTo>
                  <a:pt x="284988" y="356616"/>
                </a:lnTo>
                <a:lnTo>
                  <a:pt x="272110" y="354863"/>
                </a:lnTo>
                <a:lnTo>
                  <a:pt x="263080" y="349377"/>
                </a:lnTo>
                <a:lnTo>
                  <a:pt x="257771" y="339902"/>
                </a:lnTo>
                <a:lnTo>
                  <a:pt x="256032" y="326136"/>
                </a:lnTo>
                <a:lnTo>
                  <a:pt x="256032" y="166116"/>
                </a:lnTo>
                <a:lnTo>
                  <a:pt x="350520" y="166116"/>
                </a:lnTo>
                <a:lnTo>
                  <a:pt x="350520" y="190500"/>
                </a:lnTo>
                <a:lnTo>
                  <a:pt x="374904" y="179832"/>
                </a:lnTo>
                <a:lnTo>
                  <a:pt x="374421" y="166116"/>
                </a:lnTo>
                <a:lnTo>
                  <a:pt x="374040" y="155448"/>
                </a:lnTo>
                <a:lnTo>
                  <a:pt x="373570" y="124968"/>
                </a:lnTo>
                <a:lnTo>
                  <a:pt x="373405" y="88963"/>
                </a:lnTo>
                <a:lnTo>
                  <a:pt x="373380" y="47244"/>
                </a:lnTo>
                <a:lnTo>
                  <a:pt x="380352" y="41148"/>
                </a:lnTo>
                <a:lnTo>
                  <a:pt x="385572" y="36576"/>
                </a:lnTo>
                <a:lnTo>
                  <a:pt x="359664" y="15240"/>
                </a:lnTo>
                <a:lnTo>
                  <a:pt x="347472" y="30480"/>
                </a:lnTo>
                <a:lnTo>
                  <a:pt x="225552" y="30480"/>
                </a:lnTo>
                <a:lnTo>
                  <a:pt x="240792" y="47244"/>
                </a:lnTo>
                <a:lnTo>
                  <a:pt x="250444" y="44373"/>
                </a:lnTo>
                <a:lnTo>
                  <a:pt x="260794" y="42481"/>
                </a:lnTo>
                <a:lnTo>
                  <a:pt x="271449" y="41465"/>
                </a:lnTo>
                <a:lnTo>
                  <a:pt x="281940" y="41148"/>
                </a:lnTo>
                <a:lnTo>
                  <a:pt x="350520" y="41148"/>
                </a:lnTo>
                <a:lnTo>
                  <a:pt x="350520" y="155448"/>
                </a:lnTo>
                <a:lnTo>
                  <a:pt x="256032" y="155448"/>
                </a:lnTo>
                <a:lnTo>
                  <a:pt x="231648" y="140208"/>
                </a:lnTo>
                <a:lnTo>
                  <a:pt x="232537" y="167665"/>
                </a:lnTo>
                <a:lnTo>
                  <a:pt x="232981" y="208978"/>
                </a:lnTo>
                <a:lnTo>
                  <a:pt x="233159" y="264299"/>
                </a:lnTo>
                <a:lnTo>
                  <a:pt x="233172" y="333756"/>
                </a:lnTo>
                <a:lnTo>
                  <a:pt x="235800" y="353479"/>
                </a:lnTo>
                <a:lnTo>
                  <a:pt x="243840" y="366903"/>
                </a:lnTo>
                <a:lnTo>
                  <a:pt x="257606" y="374053"/>
                </a:lnTo>
                <a:lnTo>
                  <a:pt x="277368" y="374904"/>
                </a:lnTo>
                <a:lnTo>
                  <a:pt x="367284" y="374904"/>
                </a:lnTo>
                <a:lnTo>
                  <a:pt x="380149" y="374319"/>
                </a:lnTo>
                <a:lnTo>
                  <a:pt x="391287" y="370141"/>
                </a:lnTo>
                <a:lnTo>
                  <a:pt x="400723" y="362267"/>
                </a:lnTo>
                <a:lnTo>
                  <a:pt x="404431" y="356616"/>
                </a:lnTo>
                <a:lnTo>
                  <a:pt x="408432" y="350520"/>
                </a:lnTo>
                <a:close/>
              </a:path>
              <a:path w="855345" h="398144">
                <a:moveTo>
                  <a:pt x="638556" y="67056"/>
                </a:moveTo>
                <a:lnTo>
                  <a:pt x="609600" y="42672"/>
                </a:lnTo>
                <a:lnTo>
                  <a:pt x="594360" y="60960"/>
                </a:lnTo>
                <a:lnTo>
                  <a:pt x="457200" y="60960"/>
                </a:lnTo>
                <a:lnTo>
                  <a:pt x="473964" y="76200"/>
                </a:lnTo>
                <a:lnTo>
                  <a:pt x="483400" y="74206"/>
                </a:lnTo>
                <a:lnTo>
                  <a:pt x="493395" y="72771"/>
                </a:lnTo>
                <a:lnTo>
                  <a:pt x="503974" y="71920"/>
                </a:lnTo>
                <a:lnTo>
                  <a:pt x="515112" y="71628"/>
                </a:lnTo>
                <a:lnTo>
                  <a:pt x="594360" y="71628"/>
                </a:lnTo>
                <a:lnTo>
                  <a:pt x="585216" y="105613"/>
                </a:lnTo>
                <a:lnTo>
                  <a:pt x="576072" y="136588"/>
                </a:lnTo>
                <a:lnTo>
                  <a:pt x="566928" y="164426"/>
                </a:lnTo>
                <a:lnTo>
                  <a:pt x="557784" y="188976"/>
                </a:lnTo>
                <a:lnTo>
                  <a:pt x="539242" y="167284"/>
                </a:lnTo>
                <a:lnTo>
                  <a:pt x="520255" y="145732"/>
                </a:lnTo>
                <a:lnTo>
                  <a:pt x="501103" y="124587"/>
                </a:lnTo>
                <a:lnTo>
                  <a:pt x="481584" y="103632"/>
                </a:lnTo>
                <a:lnTo>
                  <a:pt x="477012" y="109728"/>
                </a:lnTo>
                <a:lnTo>
                  <a:pt x="490156" y="127165"/>
                </a:lnTo>
                <a:lnTo>
                  <a:pt x="506730" y="149733"/>
                </a:lnTo>
                <a:lnTo>
                  <a:pt x="526732" y="177457"/>
                </a:lnTo>
                <a:lnTo>
                  <a:pt x="550164" y="210312"/>
                </a:lnTo>
                <a:lnTo>
                  <a:pt x="541337" y="226885"/>
                </a:lnTo>
                <a:lnTo>
                  <a:pt x="519099" y="263461"/>
                </a:lnTo>
                <a:lnTo>
                  <a:pt x="491096" y="303428"/>
                </a:lnTo>
                <a:lnTo>
                  <a:pt x="460756" y="338759"/>
                </a:lnTo>
                <a:lnTo>
                  <a:pt x="445008" y="353568"/>
                </a:lnTo>
                <a:lnTo>
                  <a:pt x="448056" y="362712"/>
                </a:lnTo>
                <a:lnTo>
                  <a:pt x="487108" y="328612"/>
                </a:lnTo>
                <a:lnTo>
                  <a:pt x="518160" y="295656"/>
                </a:lnTo>
                <a:lnTo>
                  <a:pt x="543306" y="262318"/>
                </a:lnTo>
                <a:lnTo>
                  <a:pt x="563880" y="230124"/>
                </a:lnTo>
                <a:lnTo>
                  <a:pt x="574433" y="255041"/>
                </a:lnTo>
                <a:lnTo>
                  <a:pt x="583120" y="277368"/>
                </a:lnTo>
                <a:lnTo>
                  <a:pt x="589813" y="297421"/>
                </a:lnTo>
                <a:lnTo>
                  <a:pt x="594360" y="315468"/>
                </a:lnTo>
                <a:lnTo>
                  <a:pt x="597560" y="328599"/>
                </a:lnTo>
                <a:lnTo>
                  <a:pt x="600456" y="338137"/>
                </a:lnTo>
                <a:lnTo>
                  <a:pt x="603364" y="343979"/>
                </a:lnTo>
                <a:lnTo>
                  <a:pt x="606552" y="345948"/>
                </a:lnTo>
                <a:lnTo>
                  <a:pt x="608076" y="345948"/>
                </a:lnTo>
                <a:lnTo>
                  <a:pt x="611124" y="342900"/>
                </a:lnTo>
                <a:lnTo>
                  <a:pt x="615696" y="339852"/>
                </a:lnTo>
                <a:lnTo>
                  <a:pt x="618744" y="335280"/>
                </a:lnTo>
                <a:lnTo>
                  <a:pt x="621792" y="327660"/>
                </a:lnTo>
                <a:lnTo>
                  <a:pt x="621792" y="318516"/>
                </a:lnTo>
                <a:lnTo>
                  <a:pt x="622134" y="311086"/>
                </a:lnTo>
                <a:lnTo>
                  <a:pt x="610552" y="269684"/>
                </a:lnTo>
                <a:lnTo>
                  <a:pt x="589978" y="233730"/>
                </a:lnTo>
                <a:lnTo>
                  <a:pt x="574548" y="210312"/>
                </a:lnTo>
                <a:lnTo>
                  <a:pt x="583361" y="188976"/>
                </a:lnTo>
                <a:lnTo>
                  <a:pt x="586003" y="182575"/>
                </a:lnTo>
                <a:lnTo>
                  <a:pt x="597598" y="151828"/>
                </a:lnTo>
                <a:lnTo>
                  <a:pt x="609485" y="117944"/>
                </a:lnTo>
                <a:lnTo>
                  <a:pt x="621792" y="80772"/>
                </a:lnTo>
                <a:lnTo>
                  <a:pt x="632968" y="71628"/>
                </a:lnTo>
                <a:lnTo>
                  <a:pt x="638556" y="67056"/>
                </a:lnTo>
                <a:close/>
              </a:path>
              <a:path w="855345" h="398144">
                <a:moveTo>
                  <a:pt x="702564" y="230124"/>
                </a:moveTo>
                <a:lnTo>
                  <a:pt x="680275" y="186118"/>
                </a:lnTo>
                <a:lnTo>
                  <a:pt x="650748" y="160020"/>
                </a:lnTo>
                <a:lnTo>
                  <a:pt x="646176" y="163068"/>
                </a:lnTo>
                <a:lnTo>
                  <a:pt x="656704" y="185077"/>
                </a:lnTo>
                <a:lnTo>
                  <a:pt x="665226" y="205359"/>
                </a:lnTo>
                <a:lnTo>
                  <a:pt x="671474" y="223939"/>
                </a:lnTo>
                <a:lnTo>
                  <a:pt x="675132" y="240792"/>
                </a:lnTo>
                <a:lnTo>
                  <a:pt x="676567" y="251675"/>
                </a:lnTo>
                <a:lnTo>
                  <a:pt x="678561" y="259270"/>
                </a:lnTo>
                <a:lnTo>
                  <a:pt x="681139" y="263728"/>
                </a:lnTo>
                <a:lnTo>
                  <a:pt x="684276" y="265176"/>
                </a:lnTo>
                <a:lnTo>
                  <a:pt x="688848" y="262128"/>
                </a:lnTo>
                <a:lnTo>
                  <a:pt x="693420" y="254508"/>
                </a:lnTo>
                <a:lnTo>
                  <a:pt x="697420" y="248780"/>
                </a:lnTo>
                <a:lnTo>
                  <a:pt x="700278" y="242887"/>
                </a:lnTo>
                <a:lnTo>
                  <a:pt x="701992" y="236728"/>
                </a:lnTo>
                <a:lnTo>
                  <a:pt x="702564" y="230124"/>
                </a:lnTo>
                <a:close/>
              </a:path>
              <a:path w="855345" h="398144">
                <a:moveTo>
                  <a:pt x="854964" y="123444"/>
                </a:moveTo>
                <a:lnTo>
                  <a:pt x="822960" y="89916"/>
                </a:lnTo>
                <a:lnTo>
                  <a:pt x="800100" y="112776"/>
                </a:lnTo>
                <a:lnTo>
                  <a:pt x="780288" y="112776"/>
                </a:lnTo>
                <a:lnTo>
                  <a:pt x="780288" y="35052"/>
                </a:lnTo>
                <a:lnTo>
                  <a:pt x="797052" y="19812"/>
                </a:lnTo>
                <a:lnTo>
                  <a:pt x="754380" y="0"/>
                </a:lnTo>
                <a:lnTo>
                  <a:pt x="755269" y="11772"/>
                </a:lnTo>
                <a:lnTo>
                  <a:pt x="755713" y="24384"/>
                </a:lnTo>
                <a:lnTo>
                  <a:pt x="755853" y="35052"/>
                </a:lnTo>
                <a:lnTo>
                  <a:pt x="755904" y="112776"/>
                </a:lnTo>
                <a:lnTo>
                  <a:pt x="617220" y="112776"/>
                </a:lnTo>
                <a:lnTo>
                  <a:pt x="633984" y="128016"/>
                </a:lnTo>
                <a:lnTo>
                  <a:pt x="643420" y="126022"/>
                </a:lnTo>
                <a:lnTo>
                  <a:pt x="653415" y="124587"/>
                </a:lnTo>
                <a:lnTo>
                  <a:pt x="663994" y="123736"/>
                </a:lnTo>
                <a:lnTo>
                  <a:pt x="675132" y="123444"/>
                </a:lnTo>
                <a:lnTo>
                  <a:pt x="755904" y="123444"/>
                </a:lnTo>
                <a:lnTo>
                  <a:pt x="755904" y="348996"/>
                </a:lnTo>
                <a:lnTo>
                  <a:pt x="752856" y="353568"/>
                </a:lnTo>
                <a:lnTo>
                  <a:pt x="745236" y="353568"/>
                </a:lnTo>
                <a:lnTo>
                  <a:pt x="736930" y="354126"/>
                </a:lnTo>
                <a:lnTo>
                  <a:pt x="723328" y="353377"/>
                </a:lnTo>
                <a:lnTo>
                  <a:pt x="704303" y="351218"/>
                </a:lnTo>
                <a:lnTo>
                  <a:pt x="679704" y="347472"/>
                </a:lnTo>
                <a:lnTo>
                  <a:pt x="679704" y="356616"/>
                </a:lnTo>
                <a:lnTo>
                  <a:pt x="707478" y="366903"/>
                </a:lnTo>
                <a:lnTo>
                  <a:pt x="726948" y="377190"/>
                </a:lnTo>
                <a:lnTo>
                  <a:pt x="738428" y="387477"/>
                </a:lnTo>
                <a:lnTo>
                  <a:pt x="742188" y="397764"/>
                </a:lnTo>
                <a:lnTo>
                  <a:pt x="759079" y="388912"/>
                </a:lnTo>
                <a:lnTo>
                  <a:pt x="770953" y="378333"/>
                </a:lnTo>
                <a:lnTo>
                  <a:pt x="777989" y="366052"/>
                </a:lnTo>
                <a:lnTo>
                  <a:pt x="779957" y="354126"/>
                </a:lnTo>
                <a:lnTo>
                  <a:pt x="780288" y="352044"/>
                </a:lnTo>
                <a:lnTo>
                  <a:pt x="780288" y="123444"/>
                </a:lnTo>
                <a:lnTo>
                  <a:pt x="854964" y="12344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pic>
        <p:nvPicPr>
          <p:cNvPr id="24" name="object 24"/>
          <p:cNvPicPr/>
          <p:nvPr/>
        </p:nvPicPr>
        <p:blipFill>
          <a:blip r:embed="rId8" cstate="print"/>
          <a:stretch>
            <a:fillRect/>
          </a:stretch>
        </p:blipFill>
        <p:spPr>
          <a:xfrm>
            <a:off x="677418" y="3979926"/>
            <a:ext cx="4361687" cy="1827276"/>
          </a:xfrm>
          <a:prstGeom prst="rect">
            <a:avLst/>
          </a:prstGeom>
        </p:spPr>
      </p:pic>
      <p:pic>
        <p:nvPicPr>
          <p:cNvPr id="25" name="object 25"/>
          <p:cNvPicPr/>
          <p:nvPr/>
        </p:nvPicPr>
        <p:blipFill>
          <a:blip r:embed="rId9" cstate="print"/>
          <a:stretch>
            <a:fillRect/>
          </a:stretch>
        </p:blipFill>
        <p:spPr>
          <a:xfrm>
            <a:off x="5526785" y="3979926"/>
            <a:ext cx="4363212" cy="1827276"/>
          </a:xfrm>
          <a:prstGeom prst="rect">
            <a:avLst/>
          </a:prstGeom>
        </p:spPr>
      </p:pic>
      <p:grpSp>
        <p:nvGrpSpPr>
          <p:cNvPr id="26" name="object 26"/>
          <p:cNvGrpSpPr/>
          <p:nvPr/>
        </p:nvGrpSpPr>
        <p:grpSpPr>
          <a:xfrm>
            <a:off x="2045208" y="3474720"/>
            <a:ext cx="626745" cy="143510"/>
            <a:chOff x="2045208" y="3474720"/>
            <a:chExt cx="626745" cy="143510"/>
          </a:xfrm>
        </p:grpSpPr>
        <p:pic>
          <p:nvPicPr>
            <p:cNvPr id="27" name="object 27"/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2045208" y="3474720"/>
              <a:ext cx="323087" cy="143255"/>
            </a:xfrm>
            <a:prstGeom prst="rect">
              <a:avLst/>
            </a:prstGeom>
          </p:spPr>
        </p:pic>
        <p:pic>
          <p:nvPicPr>
            <p:cNvPr id="28" name="object 28"/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2388108" y="3518916"/>
              <a:ext cx="64007" cy="91440"/>
            </a:xfrm>
            <a:prstGeom prst="rect">
              <a:avLst/>
            </a:prstGeom>
          </p:spPr>
        </p:pic>
        <p:pic>
          <p:nvPicPr>
            <p:cNvPr id="29" name="object 29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2471927" y="3482340"/>
              <a:ext cx="199644" cy="128016"/>
            </a:xfrm>
            <a:prstGeom prst="rect">
              <a:avLst/>
            </a:prstGeom>
          </p:spPr>
        </p:pic>
      </p:grpSp>
      <p:pic>
        <p:nvPicPr>
          <p:cNvPr id="30" name="object 30"/>
          <p:cNvPicPr/>
          <p:nvPr/>
        </p:nvPicPr>
        <p:blipFill>
          <a:blip r:embed="rId13" cstate="print"/>
          <a:stretch>
            <a:fillRect/>
          </a:stretch>
        </p:blipFill>
        <p:spPr>
          <a:xfrm>
            <a:off x="4046220" y="3473195"/>
            <a:ext cx="1054607" cy="144780"/>
          </a:xfrm>
          <a:prstGeom prst="rect">
            <a:avLst/>
          </a:prstGeom>
        </p:spPr>
      </p:pic>
      <p:grpSp>
        <p:nvGrpSpPr>
          <p:cNvPr id="31" name="object 31"/>
          <p:cNvGrpSpPr/>
          <p:nvPr/>
        </p:nvGrpSpPr>
        <p:grpSpPr>
          <a:xfrm>
            <a:off x="6897623" y="3474720"/>
            <a:ext cx="626745" cy="143510"/>
            <a:chOff x="6897623" y="3474720"/>
            <a:chExt cx="626745" cy="143510"/>
          </a:xfrm>
        </p:grpSpPr>
        <p:pic>
          <p:nvPicPr>
            <p:cNvPr id="32" name="object 32"/>
            <p:cNvPicPr/>
            <p:nvPr/>
          </p:nvPicPr>
          <p:blipFill>
            <a:blip r:embed="rId14" cstate="print"/>
            <a:stretch>
              <a:fillRect/>
            </a:stretch>
          </p:blipFill>
          <p:spPr>
            <a:xfrm>
              <a:off x="6897623" y="3474720"/>
              <a:ext cx="323087" cy="143255"/>
            </a:xfrm>
            <a:prstGeom prst="rect">
              <a:avLst/>
            </a:prstGeom>
          </p:spPr>
        </p:pic>
        <p:sp>
          <p:nvSpPr>
            <p:cNvPr id="33" name="object 33"/>
            <p:cNvSpPr/>
            <p:nvPr/>
          </p:nvSpPr>
          <p:spPr>
            <a:xfrm>
              <a:off x="7240523" y="3518916"/>
              <a:ext cx="62865" cy="91440"/>
            </a:xfrm>
            <a:custGeom>
              <a:avLst/>
              <a:gdLst/>
              <a:ahLst/>
              <a:cxnLst/>
              <a:rect l="l" t="t" r="r" b="b"/>
              <a:pathLst>
                <a:path w="62865" h="91439">
                  <a:moveTo>
                    <a:pt x="12191" y="91440"/>
                  </a:moveTo>
                  <a:lnTo>
                    <a:pt x="1523" y="91440"/>
                  </a:lnTo>
                  <a:lnTo>
                    <a:pt x="0" y="88392"/>
                  </a:lnTo>
                  <a:lnTo>
                    <a:pt x="0" y="4572"/>
                  </a:lnTo>
                  <a:lnTo>
                    <a:pt x="3047" y="1524"/>
                  </a:lnTo>
                  <a:lnTo>
                    <a:pt x="12191" y="1524"/>
                  </a:lnTo>
                  <a:lnTo>
                    <a:pt x="15239" y="6096"/>
                  </a:lnTo>
                  <a:lnTo>
                    <a:pt x="15239" y="15240"/>
                  </a:lnTo>
                  <a:lnTo>
                    <a:pt x="23288" y="8358"/>
                  </a:lnTo>
                  <a:lnTo>
                    <a:pt x="31622" y="3619"/>
                  </a:lnTo>
                  <a:lnTo>
                    <a:pt x="40528" y="881"/>
                  </a:lnTo>
                  <a:lnTo>
                    <a:pt x="50291" y="0"/>
                  </a:lnTo>
                  <a:lnTo>
                    <a:pt x="54863" y="0"/>
                  </a:lnTo>
                  <a:lnTo>
                    <a:pt x="57911" y="1524"/>
                  </a:lnTo>
                  <a:lnTo>
                    <a:pt x="59435" y="4572"/>
                  </a:lnTo>
                  <a:lnTo>
                    <a:pt x="62483" y="7620"/>
                  </a:lnTo>
                  <a:lnTo>
                    <a:pt x="62483" y="25908"/>
                  </a:lnTo>
                  <a:lnTo>
                    <a:pt x="62483" y="32004"/>
                  </a:lnTo>
                  <a:lnTo>
                    <a:pt x="59435" y="35052"/>
                  </a:lnTo>
                  <a:lnTo>
                    <a:pt x="50291" y="35052"/>
                  </a:lnTo>
                  <a:lnTo>
                    <a:pt x="47243" y="33528"/>
                  </a:lnTo>
                  <a:lnTo>
                    <a:pt x="47243" y="15240"/>
                  </a:lnTo>
                  <a:lnTo>
                    <a:pt x="38099" y="15240"/>
                  </a:lnTo>
                  <a:lnTo>
                    <a:pt x="32003" y="18288"/>
                  </a:lnTo>
                  <a:lnTo>
                    <a:pt x="27431" y="22860"/>
                  </a:lnTo>
                  <a:lnTo>
                    <a:pt x="21335" y="25908"/>
                  </a:lnTo>
                  <a:lnTo>
                    <a:pt x="18287" y="30480"/>
                  </a:lnTo>
                  <a:lnTo>
                    <a:pt x="15239" y="38100"/>
                  </a:lnTo>
                  <a:lnTo>
                    <a:pt x="15239" y="88392"/>
                  </a:lnTo>
                  <a:lnTo>
                    <a:pt x="12191" y="9144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34" name="object 34"/>
            <p:cNvPicPr/>
            <p:nvPr/>
          </p:nvPicPr>
          <p:blipFill>
            <a:blip r:embed="rId15" cstate="print"/>
            <a:stretch>
              <a:fillRect/>
            </a:stretch>
          </p:blipFill>
          <p:spPr>
            <a:xfrm>
              <a:off x="7324343" y="3482340"/>
              <a:ext cx="199643" cy="128016"/>
            </a:xfrm>
            <a:prstGeom prst="rect">
              <a:avLst/>
            </a:prstGeom>
          </p:spPr>
        </p:pic>
      </p:grpSp>
      <p:sp>
        <p:nvSpPr>
          <p:cNvPr id="35" name="object 35"/>
          <p:cNvSpPr/>
          <p:nvPr/>
        </p:nvSpPr>
        <p:spPr>
          <a:xfrm>
            <a:off x="7161276" y="3698748"/>
            <a:ext cx="55244" cy="166370"/>
          </a:xfrm>
          <a:custGeom>
            <a:avLst/>
            <a:gdLst/>
            <a:ahLst/>
            <a:cxnLst/>
            <a:rect l="l" t="t" r="r" b="b"/>
            <a:pathLst>
              <a:path w="55245" h="166370">
                <a:moveTo>
                  <a:pt x="33528" y="124968"/>
                </a:moveTo>
                <a:lnTo>
                  <a:pt x="19812" y="124968"/>
                </a:lnTo>
                <a:lnTo>
                  <a:pt x="19812" y="0"/>
                </a:lnTo>
                <a:lnTo>
                  <a:pt x="33528" y="0"/>
                </a:lnTo>
                <a:lnTo>
                  <a:pt x="33528" y="124968"/>
                </a:lnTo>
                <a:close/>
              </a:path>
              <a:path w="55245" h="166370">
                <a:moveTo>
                  <a:pt x="27432" y="166116"/>
                </a:moveTo>
                <a:lnTo>
                  <a:pt x="0" y="111252"/>
                </a:lnTo>
                <a:lnTo>
                  <a:pt x="19812" y="111252"/>
                </a:lnTo>
                <a:lnTo>
                  <a:pt x="19812" y="124968"/>
                </a:lnTo>
                <a:lnTo>
                  <a:pt x="48006" y="124968"/>
                </a:lnTo>
                <a:lnTo>
                  <a:pt x="27432" y="166116"/>
                </a:lnTo>
                <a:close/>
              </a:path>
              <a:path w="55245" h="166370">
                <a:moveTo>
                  <a:pt x="48006" y="124968"/>
                </a:moveTo>
                <a:lnTo>
                  <a:pt x="33528" y="124968"/>
                </a:lnTo>
                <a:lnTo>
                  <a:pt x="33528" y="111252"/>
                </a:lnTo>
                <a:lnTo>
                  <a:pt x="54864" y="111252"/>
                </a:lnTo>
                <a:lnTo>
                  <a:pt x="48006" y="12496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" name="object 36"/>
          <p:cNvSpPr/>
          <p:nvPr/>
        </p:nvSpPr>
        <p:spPr>
          <a:xfrm>
            <a:off x="4507991" y="3698748"/>
            <a:ext cx="55244" cy="166370"/>
          </a:xfrm>
          <a:custGeom>
            <a:avLst/>
            <a:gdLst/>
            <a:ahLst/>
            <a:cxnLst/>
            <a:rect l="l" t="t" r="r" b="b"/>
            <a:pathLst>
              <a:path w="55245" h="166370">
                <a:moveTo>
                  <a:pt x="35052" y="124968"/>
                </a:moveTo>
                <a:lnTo>
                  <a:pt x="21336" y="124968"/>
                </a:lnTo>
                <a:lnTo>
                  <a:pt x="21336" y="0"/>
                </a:lnTo>
                <a:lnTo>
                  <a:pt x="35052" y="0"/>
                </a:lnTo>
                <a:lnTo>
                  <a:pt x="35052" y="124968"/>
                </a:lnTo>
                <a:close/>
              </a:path>
              <a:path w="55245" h="166370">
                <a:moveTo>
                  <a:pt x="27432" y="166116"/>
                </a:moveTo>
                <a:lnTo>
                  <a:pt x="0" y="111252"/>
                </a:lnTo>
                <a:lnTo>
                  <a:pt x="21336" y="111252"/>
                </a:lnTo>
                <a:lnTo>
                  <a:pt x="21336" y="124968"/>
                </a:lnTo>
                <a:lnTo>
                  <a:pt x="48006" y="124968"/>
                </a:lnTo>
                <a:lnTo>
                  <a:pt x="27432" y="166116"/>
                </a:lnTo>
                <a:close/>
              </a:path>
              <a:path w="55245" h="166370">
                <a:moveTo>
                  <a:pt x="48006" y="124968"/>
                </a:moveTo>
                <a:lnTo>
                  <a:pt x="35052" y="124968"/>
                </a:lnTo>
                <a:lnTo>
                  <a:pt x="35052" y="111252"/>
                </a:lnTo>
                <a:lnTo>
                  <a:pt x="54864" y="111252"/>
                </a:lnTo>
                <a:lnTo>
                  <a:pt x="48006" y="12496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" name="object 37"/>
          <p:cNvSpPr/>
          <p:nvPr/>
        </p:nvSpPr>
        <p:spPr>
          <a:xfrm>
            <a:off x="2310383" y="3698748"/>
            <a:ext cx="55244" cy="166370"/>
          </a:xfrm>
          <a:custGeom>
            <a:avLst/>
            <a:gdLst/>
            <a:ahLst/>
            <a:cxnLst/>
            <a:rect l="l" t="t" r="r" b="b"/>
            <a:pathLst>
              <a:path w="55244" h="166370">
                <a:moveTo>
                  <a:pt x="35052" y="124968"/>
                </a:moveTo>
                <a:lnTo>
                  <a:pt x="19812" y="124968"/>
                </a:lnTo>
                <a:lnTo>
                  <a:pt x="19812" y="0"/>
                </a:lnTo>
                <a:lnTo>
                  <a:pt x="35052" y="0"/>
                </a:lnTo>
                <a:lnTo>
                  <a:pt x="35052" y="124968"/>
                </a:lnTo>
                <a:close/>
              </a:path>
              <a:path w="55244" h="166370">
                <a:moveTo>
                  <a:pt x="27432" y="166116"/>
                </a:moveTo>
                <a:lnTo>
                  <a:pt x="0" y="111252"/>
                </a:lnTo>
                <a:lnTo>
                  <a:pt x="19812" y="111252"/>
                </a:lnTo>
                <a:lnTo>
                  <a:pt x="19812" y="124968"/>
                </a:lnTo>
                <a:lnTo>
                  <a:pt x="48006" y="124968"/>
                </a:lnTo>
                <a:lnTo>
                  <a:pt x="27432" y="166116"/>
                </a:lnTo>
                <a:close/>
              </a:path>
              <a:path w="55244" h="166370">
                <a:moveTo>
                  <a:pt x="48006" y="124968"/>
                </a:moveTo>
                <a:lnTo>
                  <a:pt x="35052" y="124968"/>
                </a:lnTo>
                <a:lnTo>
                  <a:pt x="35052" y="111252"/>
                </a:lnTo>
                <a:lnTo>
                  <a:pt x="54864" y="111252"/>
                </a:lnTo>
                <a:lnTo>
                  <a:pt x="48006" y="12496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pic>
        <p:nvPicPr>
          <p:cNvPr id="38" name="object 38"/>
          <p:cNvPicPr/>
          <p:nvPr/>
        </p:nvPicPr>
        <p:blipFill>
          <a:blip r:embed="rId16" cstate="print"/>
          <a:stretch>
            <a:fillRect/>
          </a:stretch>
        </p:blipFill>
        <p:spPr>
          <a:xfrm>
            <a:off x="8854440" y="3470147"/>
            <a:ext cx="1053084" cy="143256"/>
          </a:xfrm>
          <a:prstGeom prst="rect">
            <a:avLst/>
          </a:prstGeom>
        </p:spPr>
      </p:pic>
      <p:sp>
        <p:nvSpPr>
          <p:cNvPr id="39" name="object 39"/>
          <p:cNvSpPr/>
          <p:nvPr/>
        </p:nvSpPr>
        <p:spPr>
          <a:xfrm>
            <a:off x="9311640" y="3694176"/>
            <a:ext cx="55244" cy="167640"/>
          </a:xfrm>
          <a:custGeom>
            <a:avLst/>
            <a:gdLst/>
            <a:ahLst/>
            <a:cxnLst/>
            <a:rect l="l" t="t" r="r" b="b"/>
            <a:pathLst>
              <a:path w="55245" h="167639">
                <a:moveTo>
                  <a:pt x="35052" y="126492"/>
                </a:moveTo>
                <a:lnTo>
                  <a:pt x="21336" y="126492"/>
                </a:lnTo>
                <a:lnTo>
                  <a:pt x="21336" y="0"/>
                </a:lnTo>
                <a:lnTo>
                  <a:pt x="35052" y="0"/>
                </a:lnTo>
                <a:lnTo>
                  <a:pt x="35052" y="126492"/>
                </a:lnTo>
                <a:close/>
              </a:path>
              <a:path w="55245" h="167639">
                <a:moveTo>
                  <a:pt x="27432" y="167640"/>
                </a:moveTo>
                <a:lnTo>
                  <a:pt x="0" y="112776"/>
                </a:lnTo>
                <a:lnTo>
                  <a:pt x="21336" y="112776"/>
                </a:lnTo>
                <a:lnTo>
                  <a:pt x="21336" y="126492"/>
                </a:lnTo>
                <a:lnTo>
                  <a:pt x="48006" y="126492"/>
                </a:lnTo>
                <a:lnTo>
                  <a:pt x="27432" y="167640"/>
                </a:lnTo>
                <a:close/>
              </a:path>
              <a:path w="55245" h="167639">
                <a:moveTo>
                  <a:pt x="48006" y="126492"/>
                </a:moveTo>
                <a:lnTo>
                  <a:pt x="35052" y="126492"/>
                </a:lnTo>
                <a:lnTo>
                  <a:pt x="35052" y="112776"/>
                </a:lnTo>
                <a:lnTo>
                  <a:pt x="54864" y="112776"/>
                </a:lnTo>
                <a:lnTo>
                  <a:pt x="48006" y="12649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40" name="object 40"/>
          <p:cNvGrpSpPr/>
          <p:nvPr/>
        </p:nvGrpSpPr>
        <p:grpSpPr>
          <a:xfrm>
            <a:off x="1723644" y="5934455"/>
            <a:ext cx="498475" cy="158750"/>
            <a:chOff x="1723644" y="5934455"/>
            <a:chExt cx="498475" cy="158750"/>
          </a:xfrm>
        </p:grpSpPr>
        <p:pic>
          <p:nvPicPr>
            <p:cNvPr id="41" name="object 41"/>
            <p:cNvPicPr/>
            <p:nvPr/>
          </p:nvPicPr>
          <p:blipFill>
            <a:blip r:embed="rId17" cstate="print"/>
            <a:stretch>
              <a:fillRect/>
            </a:stretch>
          </p:blipFill>
          <p:spPr>
            <a:xfrm>
              <a:off x="1723644" y="5939028"/>
              <a:ext cx="367284" cy="153923"/>
            </a:xfrm>
            <a:prstGeom prst="rect">
              <a:avLst/>
            </a:prstGeom>
          </p:spPr>
        </p:pic>
        <p:pic>
          <p:nvPicPr>
            <p:cNvPr id="42" name="object 42"/>
            <p:cNvPicPr/>
            <p:nvPr/>
          </p:nvPicPr>
          <p:blipFill>
            <a:blip r:embed="rId18" cstate="print"/>
            <a:stretch>
              <a:fillRect/>
            </a:stretch>
          </p:blipFill>
          <p:spPr>
            <a:xfrm>
              <a:off x="2112264" y="5934455"/>
              <a:ext cx="109727" cy="155448"/>
            </a:xfrm>
            <a:prstGeom prst="rect">
              <a:avLst/>
            </a:prstGeom>
          </p:spPr>
        </p:pic>
      </p:grpSp>
      <p:pic>
        <p:nvPicPr>
          <p:cNvPr id="43" name="object 43"/>
          <p:cNvPicPr/>
          <p:nvPr/>
        </p:nvPicPr>
        <p:blipFill>
          <a:blip r:embed="rId19" cstate="print"/>
          <a:stretch>
            <a:fillRect/>
          </a:stretch>
        </p:blipFill>
        <p:spPr>
          <a:xfrm>
            <a:off x="2290572" y="5932932"/>
            <a:ext cx="998220" cy="166116"/>
          </a:xfrm>
          <a:prstGeom prst="rect">
            <a:avLst/>
          </a:prstGeom>
        </p:spPr>
      </p:pic>
      <p:grpSp>
        <p:nvGrpSpPr>
          <p:cNvPr id="44" name="object 44"/>
          <p:cNvGrpSpPr/>
          <p:nvPr/>
        </p:nvGrpSpPr>
        <p:grpSpPr>
          <a:xfrm>
            <a:off x="3366516" y="5931407"/>
            <a:ext cx="594360" cy="167640"/>
            <a:chOff x="3366516" y="5931407"/>
            <a:chExt cx="594360" cy="167640"/>
          </a:xfrm>
        </p:grpSpPr>
        <p:pic>
          <p:nvPicPr>
            <p:cNvPr id="45" name="object 45"/>
            <p:cNvPicPr/>
            <p:nvPr/>
          </p:nvPicPr>
          <p:blipFill>
            <a:blip r:embed="rId20" cstate="print"/>
            <a:stretch>
              <a:fillRect/>
            </a:stretch>
          </p:blipFill>
          <p:spPr>
            <a:xfrm>
              <a:off x="3366516" y="5935979"/>
              <a:ext cx="281940" cy="155448"/>
            </a:xfrm>
            <a:prstGeom prst="rect">
              <a:avLst/>
            </a:prstGeom>
          </p:spPr>
        </p:pic>
        <p:pic>
          <p:nvPicPr>
            <p:cNvPr id="46" name="object 46"/>
            <p:cNvPicPr/>
            <p:nvPr/>
          </p:nvPicPr>
          <p:blipFill>
            <a:blip r:embed="rId21" cstate="print"/>
            <a:stretch>
              <a:fillRect/>
            </a:stretch>
          </p:blipFill>
          <p:spPr>
            <a:xfrm>
              <a:off x="3672840" y="5931407"/>
              <a:ext cx="288035" cy="167640"/>
            </a:xfrm>
            <a:prstGeom prst="rect">
              <a:avLst/>
            </a:prstGeom>
          </p:spPr>
        </p:pic>
      </p:grpSp>
      <p:pic>
        <p:nvPicPr>
          <p:cNvPr id="47" name="object 47"/>
          <p:cNvPicPr/>
          <p:nvPr/>
        </p:nvPicPr>
        <p:blipFill>
          <a:blip r:embed="rId22" cstate="print"/>
          <a:stretch>
            <a:fillRect/>
          </a:stretch>
        </p:blipFill>
        <p:spPr>
          <a:xfrm>
            <a:off x="6454139" y="5934455"/>
            <a:ext cx="758952" cy="161544"/>
          </a:xfrm>
          <a:prstGeom prst="rect">
            <a:avLst/>
          </a:prstGeom>
        </p:spPr>
      </p:pic>
      <p:pic>
        <p:nvPicPr>
          <p:cNvPr id="48" name="object 48"/>
          <p:cNvPicPr/>
          <p:nvPr/>
        </p:nvPicPr>
        <p:blipFill>
          <a:blip r:embed="rId23" cstate="print"/>
          <a:stretch>
            <a:fillRect/>
          </a:stretch>
        </p:blipFill>
        <p:spPr>
          <a:xfrm>
            <a:off x="7283195" y="5932932"/>
            <a:ext cx="998220" cy="166115"/>
          </a:xfrm>
          <a:prstGeom prst="rect">
            <a:avLst/>
          </a:prstGeom>
        </p:spPr>
      </p:pic>
      <p:grpSp>
        <p:nvGrpSpPr>
          <p:cNvPr id="49" name="object 49"/>
          <p:cNvGrpSpPr/>
          <p:nvPr/>
        </p:nvGrpSpPr>
        <p:grpSpPr>
          <a:xfrm>
            <a:off x="8359140" y="5931407"/>
            <a:ext cx="593090" cy="167640"/>
            <a:chOff x="8359140" y="5931407"/>
            <a:chExt cx="593090" cy="167640"/>
          </a:xfrm>
        </p:grpSpPr>
        <p:pic>
          <p:nvPicPr>
            <p:cNvPr id="50" name="object 50"/>
            <p:cNvPicPr/>
            <p:nvPr/>
          </p:nvPicPr>
          <p:blipFill>
            <a:blip r:embed="rId24" cstate="print"/>
            <a:stretch>
              <a:fillRect/>
            </a:stretch>
          </p:blipFill>
          <p:spPr>
            <a:xfrm>
              <a:off x="8359140" y="5935979"/>
              <a:ext cx="280415" cy="155448"/>
            </a:xfrm>
            <a:prstGeom prst="rect">
              <a:avLst/>
            </a:prstGeom>
          </p:spPr>
        </p:pic>
        <p:pic>
          <p:nvPicPr>
            <p:cNvPr id="51" name="object 51"/>
            <p:cNvPicPr/>
            <p:nvPr/>
          </p:nvPicPr>
          <p:blipFill>
            <a:blip r:embed="rId25" cstate="print"/>
            <a:stretch>
              <a:fillRect/>
            </a:stretch>
          </p:blipFill>
          <p:spPr>
            <a:xfrm>
              <a:off x="8665463" y="5931407"/>
              <a:ext cx="286512" cy="167640"/>
            </a:xfrm>
            <a:prstGeom prst="rect">
              <a:avLst/>
            </a:prstGeom>
          </p:spPr>
        </p:pic>
      </p:grpSp>
    </p:spTree>
  </p:cSld>
  <p:clrMapOvr>
    <a:masterClrMapping/>
  </p:clrMapOvr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object 2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9561576" y="7229855"/>
            <a:ext cx="195071" cy="146304"/>
          </a:xfrm>
          <a:prstGeom prst="rect">
            <a:avLst/>
          </a:prstGeom>
        </p:spPr>
      </p:pic>
      <p:sp>
        <p:nvSpPr>
          <p:cNvPr id="3" name="object 3"/>
          <p:cNvSpPr/>
          <p:nvPr/>
        </p:nvSpPr>
        <p:spPr>
          <a:xfrm>
            <a:off x="1717548" y="1278636"/>
            <a:ext cx="538480" cy="554990"/>
          </a:xfrm>
          <a:custGeom>
            <a:avLst/>
            <a:gdLst/>
            <a:ahLst/>
            <a:cxnLst/>
            <a:rect l="l" t="t" r="r" b="b"/>
            <a:pathLst>
              <a:path w="538480" h="554989">
                <a:moveTo>
                  <a:pt x="6095" y="300228"/>
                </a:moveTo>
                <a:lnTo>
                  <a:pt x="0" y="295656"/>
                </a:lnTo>
                <a:lnTo>
                  <a:pt x="24574" y="252817"/>
                </a:lnTo>
                <a:lnTo>
                  <a:pt x="45719" y="211264"/>
                </a:lnTo>
                <a:lnTo>
                  <a:pt x="63436" y="171140"/>
                </a:lnTo>
                <a:lnTo>
                  <a:pt x="77723" y="132588"/>
                </a:lnTo>
                <a:lnTo>
                  <a:pt x="100774" y="62865"/>
                </a:lnTo>
                <a:lnTo>
                  <a:pt x="115823" y="0"/>
                </a:lnTo>
                <a:lnTo>
                  <a:pt x="169164" y="27431"/>
                </a:lnTo>
                <a:lnTo>
                  <a:pt x="149352" y="39624"/>
                </a:lnTo>
                <a:lnTo>
                  <a:pt x="132516" y="81367"/>
                </a:lnTo>
                <a:lnTo>
                  <a:pt x="107989" y="141422"/>
                </a:lnTo>
                <a:lnTo>
                  <a:pt x="100583" y="160020"/>
                </a:lnTo>
                <a:lnTo>
                  <a:pt x="132588" y="173736"/>
                </a:lnTo>
                <a:lnTo>
                  <a:pt x="114300" y="190500"/>
                </a:lnTo>
                <a:lnTo>
                  <a:pt x="114300" y="195072"/>
                </a:lnTo>
                <a:lnTo>
                  <a:pt x="83819" y="195072"/>
                </a:lnTo>
                <a:lnTo>
                  <a:pt x="60959" y="229933"/>
                </a:lnTo>
                <a:lnTo>
                  <a:pt x="40385" y="259080"/>
                </a:lnTo>
                <a:lnTo>
                  <a:pt x="22097" y="282511"/>
                </a:lnTo>
                <a:lnTo>
                  <a:pt x="6095" y="300228"/>
                </a:lnTo>
                <a:close/>
              </a:path>
              <a:path w="538480" h="554989">
                <a:moveTo>
                  <a:pt x="172212" y="94488"/>
                </a:moveTo>
                <a:lnTo>
                  <a:pt x="149352" y="76200"/>
                </a:lnTo>
                <a:lnTo>
                  <a:pt x="320040" y="76200"/>
                </a:lnTo>
                <a:lnTo>
                  <a:pt x="345948" y="50292"/>
                </a:lnTo>
                <a:lnTo>
                  <a:pt x="387096" y="89916"/>
                </a:lnTo>
                <a:lnTo>
                  <a:pt x="198119" y="89916"/>
                </a:lnTo>
                <a:lnTo>
                  <a:pt x="172212" y="94488"/>
                </a:lnTo>
                <a:close/>
              </a:path>
              <a:path w="538480" h="554989">
                <a:moveTo>
                  <a:pt x="143255" y="348996"/>
                </a:moveTo>
                <a:lnTo>
                  <a:pt x="135635" y="341376"/>
                </a:lnTo>
                <a:lnTo>
                  <a:pt x="155090" y="312515"/>
                </a:lnTo>
                <a:lnTo>
                  <a:pt x="172402" y="280797"/>
                </a:lnTo>
                <a:lnTo>
                  <a:pt x="201167" y="208788"/>
                </a:lnTo>
                <a:lnTo>
                  <a:pt x="212574" y="172212"/>
                </a:lnTo>
                <a:lnTo>
                  <a:pt x="227957" y="112776"/>
                </a:lnTo>
                <a:lnTo>
                  <a:pt x="231647" y="89916"/>
                </a:lnTo>
                <a:lnTo>
                  <a:pt x="269747" y="89916"/>
                </a:lnTo>
                <a:lnTo>
                  <a:pt x="265199" y="106251"/>
                </a:lnTo>
                <a:lnTo>
                  <a:pt x="258508" y="128016"/>
                </a:lnTo>
                <a:lnTo>
                  <a:pt x="249816" y="155495"/>
                </a:lnTo>
                <a:lnTo>
                  <a:pt x="239267" y="188976"/>
                </a:lnTo>
                <a:lnTo>
                  <a:pt x="363931" y="188976"/>
                </a:lnTo>
                <a:lnTo>
                  <a:pt x="371856" y="195072"/>
                </a:lnTo>
                <a:lnTo>
                  <a:pt x="360426" y="202692"/>
                </a:lnTo>
                <a:lnTo>
                  <a:pt x="233171" y="202692"/>
                </a:lnTo>
                <a:lnTo>
                  <a:pt x="226313" y="219265"/>
                </a:lnTo>
                <a:lnTo>
                  <a:pt x="219455" y="234696"/>
                </a:lnTo>
                <a:lnTo>
                  <a:pt x="212597" y="248983"/>
                </a:lnTo>
                <a:lnTo>
                  <a:pt x="205739" y="262128"/>
                </a:lnTo>
                <a:lnTo>
                  <a:pt x="220000" y="272796"/>
                </a:lnTo>
                <a:lnTo>
                  <a:pt x="199643" y="272796"/>
                </a:lnTo>
                <a:lnTo>
                  <a:pt x="188261" y="291345"/>
                </a:lnTo>
                <a:lnTo>
                  <a:pt x="174878" y="310324"/>
                </a:lnTo>
                <a:lnTo>
                  <a:pt x="159781" y="329588"/>
                </a:lnTo>
                <a:lnTo>
                  <a:pt x="143255" y="348996"/>
                </a:lnTo>
                <a:close/>
              </a:path>
              <a:path w="538480" h="554989">
                <a:moveTo>
                  <a:pt x="363931" y="188976"/>
                </a:moveTo>
                <a:lnTo>
                  <a:pt x="312419" y="188976"/>
                </a:lnTo>
                <a:lnTo>
                  <a:pt x="332232" y="164592"/>
                </a:lnTo>
                <a:lnTo>
                  <a:pt x="363931" y="188976"/>
                </a:lnTo>
                <a:close/>
              </a:path>
              <a:path w="538480" h="554989">
                <a:moveTo>
                  <a:pt x="80771" y="554736"/>
                </a:moveTo>
                <a:lnTo>
                  <a:pt x="82877" y="486537"/>
                </a:lnTo>
                <a:lnTo>
                  <a:pt x="83558" y="461724"/>
                </a:lnTo>
                <a:lnTo>
                  <a:pt x="83759" y="446532"/>
                </a:lnTo>
                <a:lnTo>
                  <a:pt x="83819" y="195072"/>
                </a:lnTo>
                <a:lnTo>
                  <a:pt x="114300" y="195072"/>
                </a:lnTo>
                <a:lnTo>
                  <a:pt x="114359" y="472440"/>
                </a:lnTo>
                <a:lnTo>
                  <a:pt x="114510" y="490989"/>
                </a:lnTo>
                <a:lnTo>
                  <a:pt x="114942" y="513397"/>
                </a:lnTo>
                <a:lnTo>
                  <a:pt x="115823" y="537972"/>
                </a:lnTo>
                <a:lnTo>
                  <a:pt x="80771" y="554736"/>
                </a:lnTo>
                <a:close/>
              </a:path>
              <a:path w="538480" h="554989">
                <a:moveTo>
                  <a:pt x="131064" y="534924"/>
                </a:moveTo>
                <a:lnTo>
                  <a:pt x="126491" y="528828"/>
                </a:lnTo>
                <a:lnTo>
                  <a:pt x="153614" y="507968"/>
                </a:lnTo>
                <a:lnTo>
                  <a:pt x="177736" y="486537"/>
                </a:lnTo>
                <a:lnTo>
                  <a:pt x="216407" y="441960"/>
                </a:lnTo>
                <a:lnTo>
                  <a:pt x="247459" y="393954"/>
                </a:lnTo>
                <a:lnTo>
                  <a:pt x="272795" y="341376"/>
                </a:lnTo>
                <a:lnTo>
                  <a:pt x="294703" y="279463"/>
                </a:lnTo>
                <a:lnTo>
                  <a:pt x="315467" y="202692"/>
                </a:lnTo>
                <a:lnTo>
                  <a:pt x="360426" y="202692"/>
                </a:lnTo>
                <a:lnTo>
                  <a:pt x="348996" y="210312"/>
                </a:lnTo>
                <a:lnTo>
                  <a:pt x="335195" y="262128"/>
                </a:lnTo>
                <a:lnTo>
                  <a:pt x="321183" y="307276"/>
                </a:lnTo>
                <a:lnTo>
                  <a:pt x="306562" y="345971"/>
                </a:lnTo>
                <a:lnTo>
                  <a:pt x="275391" y="405360"/>
                </a:lnTo>
                <a:lnTo>
                  <a:pt x="239434" y="452747"/>
                </a:lnTo>
                <a:lnTo>
                  <a:pt x="198572" y="490989"/>
                </a:lnTo>
                <a:lnTo>
                  <a:pt x="154519" y="522374"/>
                </a:lnTo>
                <a:lnTo>
                  <a:pt x="131064" y="534924"/>
                </a:lnTo>
                <a:close/>
              </a:path>
              <a:path w="538480" h="554989">
                <a:moveTo>
                  <a:pt x="242315" y="356616"/>
                </a:moveTo>
                <a:lnTo>
                  <a:pt x="240791" y="356616"/>
                </a:lnTo>
                <a:lnTo>
                  <a:pt x="237386" y="354949"/>
                </a:lnTo>
                <a:lnTo>
                  <a:pt x="234124" y="350139"/>
                </a:lnTo>
                <a:lnTo>
                  <a:pt x="231147" y="342471"/>
                </a:lnTo>
                <a:lnTo>
                  <a:pt x="228599" y="332232"/>
                </a:lnTo>
                <a:lnTo>
                  <a:pt x="224289" y="316515"/>
                </a:lnTo>
                <a:lnTo>
                  <a:pt x="218122" y="301371"/>
                </a:lnTo>
                <a:lnTo>
                  <a:pt x="209954" y="286797"/>
                </a:lnTo>
                <a:lnTo>
                  <a:pt x="199643" y="272796"/>
                </a:lnTo>
                <a:lnTo>
                  <a:pt x="220000" y="272796"/>
                </a:lnTo>
                <a:lnTo>
                  <a:pt x="249935" y="300228"/>
                </a:lnTo>
                <a:lnTo>
                  <a:pt x="260603" y="316992"/>
                </a:lnTo>
                <a:lnTo>
                  <a:pt x="260603" y="330708"/>
                </a:lnTo>
                <a:lnTo>
                  <a:pt x="257555" y="338328"/>
                </a:lnTo>
                <a:lnTo>
                  <a:pt x="251459" y="344424"/>
                </a:lnTo>
                <a:lnTo>
                  <a:pt x="246887" y="352044"/>
                </a:lnTo>
                <a:lnTo>
                  <a:pt x="242315" y="356616"/>
                </a:lnTo>
                <a:close/>
              </a:path>
              <a:path w="538480" h="554989">
                <a:moveTo>
                  <a:pt x="517659" y="504110"/>
                </a:moveTo>
                <a:lnTo>
                  <a:pt x="462724" y="504110"/>
                </a:lnTo>
                <a:lnTo>
                  <a:pt x="472440" y="502920"/>
                </a:lnTo>
                <a:lnTo>
                  <a:pt x="479321" y="499705"/>
                </a:lnTo>
                <a:lnTo>
                  <a:pt x="484060" y="494347"/>
                </a:lnTo>
                <a:lnTo>
                  <a:pt x="486798" y="486417"/>
                </a:lnTo>
                <a:lnTo>
                  <a:pt x="487680" y="475488"/>
                </a:lnTo>
                <a:lnTo>
                  <a:pt x="487680" y="118872"/>
                </a:lnTo>
                <a:lnTo>
                  <a:pt x="487418" y="96535"/>
                </a:lnTo>
                <a:lnTo>
                  <a:pt x="486727" y="70485"/>
                </a:lnTo>
                <a:lnTo>
                  <a:pt x="484632" y="6095"/>
                </a:lnTo>
                <a:lnTo>
                  <a:pt x="537972" y="33528"/>
                </a:lnTo>
                <a:lnTo>
                  <a:pt x="518160" y="47243"/>
                </a:lnTo>
                <a:lnTo>
                  <a:pt x="518053" y="500776"/>
                </a:lnTo>
                <a:lnTo>
                  <a:pt x="517659" y="504110"/>
                </a:lnTo>
                <a:close/>
              </a:path>
              <a:path w="538480" h="554989">
                <a:moveTo>
                  <a:pt x="394716" y="420624"/>
                </a:moveTo>
                <a:lnTo>
                  <a:pt x="395597" y="384048"/>
                </a:lnTo>
                <a:lnTo>
                  <a:pt x="396049" y="354330"/>
                </a:lnTo>
                <a:lnTo>
                  <a:pt x="396139" y="341947"/>
                </a:lnTo>
                <a:lnTo>
                  <a:pt x="396216" y="161329"/>
                </a:lnTo>
                <a:lnTo>
                  <a:pt x="396049" y="142303"/>
                </a:lnTo>
                <a:lnTo>
                  <a:pt x="395597" y="124134"/>
                </a:lnTo>
                <a:lnTo>
                  <a:pt x="394716" y="106680"/>
                </a:lnTo>
                <a:lnTo>
                  <a:pt x="446532" y="131064"/>
                </a:lnTo>
                <a:lnTo>
                  <a:pt x="428244" y="149352"/>
                </a:lnTo>
                <a:lnTo>
                  <a:pt x="428351" y="331470"/>
                </a:lnTo>
                <a:lnTo>
                  <a:pt x="428434" y="341947"/>
                </a:lnTo>
                <a:lnTo>
                  <a:pt x="428886" y="369546"/>
                </a:lnTo>
                <a:lnTo>
                  <a:pt x="429768" y="403860"/>
                </a:lnTo>
                <a:lnTo>
                  <a:pt x="394716" y="420624"/>
                </a:lnTo>
                <a:close/>
              </a:path>
              <a:path w="538480" h="554989">
                <a:moveTo>
                  <a:pt x="470916" y="554736"/>
                </a:moveTo>
                <a:lnTo>
                  <a:pt x="465462" y="539877"/>
                </a:lnTo>
                <a:lnTo>
                  <a:pt x="451294" y="527304"/>
                </a:lnTo>
                <a:lnTo>
                  <a:pt x="428267" y="517017"/>
                </a:lnTo>
                <a:lnTo>
                  <a:pt x="396240" y="509016"/>
                </a:lnTo>
                <a:lnTo>
                  <a:pt x="399288" y="496824"/>
                </a:lnTo>
                <a:lnTo>
                  <a:pt x="426148" y="500776"/>
                </a:lnTo>
                <a:lnTo>
                  <a:pt x="447294" y="503301"/>
                </a:lnTo>
                <a:lnTo>
                  <a:pt x="462724" y="504110"/>
                </a:lnTo>
                <a:lnTo>
                  <a:pt x="517659" y="504110"/>
                </a:lnTo>
                <a:lnTo>
                  <a:pt x="516135" y="517017"/>
                </a:lnTo>
                <a:lnTo>
                  <a:pt x="507682" y="531876"/>
                </a:lnTo>
                <a:lnTo>
                  <a:pt x="492656" y="544449"/>
                </a:lnTo>
                <a:lnTo>
                  <a:pt x="470916" y="554736"/>
                </a:lnTo>
                <a:close/>
              </a:path>
            </a:pathLst>
          </a:custGeom>
          <a:solidFill>
            <a:srgbClr val="3333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" name="object 4"/>
          <p:cNvSpPr/>
          <p:nvPr/>
        </p:nvSpPr>
        <p:spPr>
          <a:xfrm>
            <a:off x="2331720" y="1289303"/>
            <a:ext cx="558165" cy="546100"/>
          </a:xfrm>
          <a:custGeom>
            <a:avLst/>
            <a:gdLst/>
            <a:ahLst/>
            <a:cxnLst/>
            <a:rect l="l" t="t" r="r" b="b"/>
            <a:pathLst>
              <a:path w="558164" h="546100">
                <a:moveTo>
                  <a:pt x="239268" y="545592"/>
                </a:moveTo>
                <a:lnTo>
                  <a:pt x="234386" y="529066"/>
                </a:lnTo>
                <a:lnTo>
                  <a:pt x="219646" y="513968"/>
                </a:lnTo>
                <a:lnTo>
                  <a:pt x="194905" y="500586"/>
                </a:lnTo>
                <a:lnTo>
                  <a:pt x="160020" y="489203"/>
                </a:lnTo>
                <a:lnTo>
                  <a:pt x="160020" y="477012"/>
                </a:lnTo>
                <a:lnTo>
                  <a:pt x="213741" y="482536"/>
                </a:lnTo>
                <a:lnTo>
                  <a:pt x="232886" y="484084"/>
                </a:lnTo>
                <a:lnTo>
                  <a:pt x="246888" y="484631"/>
                </a:lnTo>
                <a:lnTo>
                  <a:pt x="255746" y="482393"/>
                </a:lnTo>
                <a:lnTo>
                  <a:pt x="261747" y="475869"/>
                </a:lnTo>
                <a:lnTo>
                  <a:pt x="264890" y="465343"/>
                </a:lnTo>
                <a:lnTo>
                  <a:pt x="265176" y="451103"/>
                </a:lnTo>
                <a:lnTo>
                  <a:pt x="265176" y="249936"/>
                </a:lnTo>
                <a:lnTo>
                  <a:pt x="79248" y="249936"/>
                </a:lnTo>
                <a:lnTo>
                  <a:pt x="63769" y="250245"/>
                </a:lnTo>
                <a:lnTo>
                  <a:pt x="49149" y="251269"/>
                </a:lnTo>
                <a:lnTo>
                  <a:pt x="35099" y="253150"/>
                </a:lnTo>
                <a:lnTo>
                  <a:pt x="21335" y="256031"/>
                </a:lnTo>
                <a:lnTo>
                  <a:pt x="0" y="234695"/>
                </a:lnTo>
                <a:lnTo>
                  <a:pt x="265176" y="234695"/>
                </a:lnTo>
                <a:lnTo>
                  <a:pt x="264985" y="183070"/>
                </a:lnTo>
                <a:lnTo>
                  <a:pt x="264533" y="157757"/>
                </a:lnTo>
                <a:lnTo>
                  <a:pt x="263652" y="132587"/>
                </a:lnTo>
                <a:lnTo>
                  <a:pt x="297180" y="153923"/>
                </a:lnTo>
                <a:lnTo>
                  <a:pt x="428243" y="44195"/>
                </a:lnTo>
                <a:lnTo>
                  <a:pt x="155448" y="44195"/>
                </a:lnTo>
                <a:lnTo>
                  <a:pt x="140612" y="44505"/>
                </a:lnTo>
                <a:lnTo>
                  <a:pt x="125920" y="45529"/>
                </a:lnTo>
                <a:lnTo>
                  <a:pt x="111513" y="47410"/>
                </a:lnTo>
                <a:lnTo>
                  <a:pt x="97536" y="50291"/>
                </a:lnTo>
                <a:lnTo>
                  <a:pt x="76200" y="28955"/>
                </a:lnTo>
                <a:lnTo>
                  <a:pt x="428243" y="28955"/>
                </a:lnTo>
                <a:lnTo>
                  <a:pt x="458723" y="0"/>
                </a:lnTo>
                <a:lnTo>
                  <a:pt x="504443" y="53339"/>
                </a:lnTo>
                <a:lnTo>
                  <a:pt x="453008" y="66841"/>
                </a:lnTo>
                <a:lnTo>
                  <a:pt x="407265" y="92321"/>
                </a:lnTo>
                <a:lnTo>
                  <a:pt x="344924" y="134088"/>
                </a:lnTo>
                <a:lnTo>
                  <a:pt x="306324" y="161543"/>
                </a:lnTo>
                <a:lnTo>
                  <a:pt x="327659" y="175259"/>
                </a:lnTo>
                <a:lnTo>
                  <a:pt x="301752" y="188975"/>
                </a:lnTo>
                <a:lnTo>
                  <a:pt x="301752" y="234695"/>
                </a:lnTo>
                <a:lnTo>
                  <a:pt x="466343" y="234695"/>
                </a:lnTo>
                <a:lnTo>
                  <a:pt x="504443" y="196595"/>
                </a:lnTo>
                <a:lnTo>
                  <a:pt x="557784" y="249936"/>
                </a:lnTo>
                <a:lnTo>
                  <a:pt x="301752" y="249936"/>
                </a:lnTo>
                <a:lnTo>
                  <a:pt x="301752" y="478536"/>
                </a:lnTo>
                <a:lnTo>
                  <a:pt x="297775" y="499943"/>
                </a:lnTo>
                <a:lnTo>
                  <a:pt x="285940" y="518350"/>
                </a:lnTo>
                <a:lnTo>
                  <a:pt x="266390" y="533614"/>
                </a:lnTo>
                <a:lnTo>
                  <a:pt x="239268" y="545592"/>
                </a:lnTo>
                <a:close/>
              </a:path>
            </a:pathLst>
          </a:custGeom>
          <a:solidFill>
            <a:srgbClr val="3333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" name="object 5"/>
          <p:cNvSpPr/>
          <p:nvPr/>
        </p:nvSpPr>
        <p:spPr>
          <a:xfrm>
            <a:off x="1790700" y="2513076"/>
            <a:ext cx="155575" cy="155575"/>
          </a:xfrm>
          <a:custGeom>
            <a:avLst/>
            <a:gdLst/>
            <a:ahLst/>
            <a:cxnLst/>
            <a:rect l="l" t="t" r="r" b="b"/>
            <a:pathLst>
              <a:path w="155575" h="155575">
                <a:moveTo>
                  <a:pt x="155448" y="155448"/>
                </a:moveTo>
                <a:lnTo>
                  <a:pt x="0" y="155448"/>
                </a:lnTo>
                <a:lnTo>
                  <a:pt x="0" y="0"/>
                </a:lnTo>
                <a:lnTo>
                  <a:pt x="155448" y="0"/>
                </a:lnTo>
                <a:lnTo>
                  <a:pt x="155448" y="155448"/>
                </a:lnTo>
                <a:close/>
              </a:path>
            </a:pathLst>
          </a:custGeom>
          <a:solidFill>
            <a:srgbClr val="3333C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" name="object 6"/>
          <p:cNvSpPr/>
          <p:nvPr/>
        </p:nvSpPr>
        <p:spPr>
          <a:xfrm>
            <a:off x="2147316" y="2363723"/>
            <a:ext cx="767080" cy="403860"/>
          </a:xfrm>
          <a:custGeom>
            <a:avLst/>
            <a:gdLst/>
            <a:ahLst/>
            <a:cxnLst/>
            <a:rect l="l" t="t" r="r" b="b"/>
            <a:pathLst>
              <a:path w="767080" h="403860">
                <a:moveTo>
                  <a:pt x="256032" y="0"/>
                </a:moveTo>
                <a:lnTo>
                  <a:pt x="208788" y="0"/>
                </a:lnTo>
                <a:lnTo>
                  <a:pt x="129540" y="128016"/>
                </a:lnTo>
                <a:lnTo>
                  <a:pt x="53340" y="0"/>
                </a:lnTo>
                <a:lnTo>
                  <a:pt x="3048" y="0"/>
                </a:lnTo>
                <a:lnTo>
                  <a:pt x="103632" y="161544"/>
                </a:lnTo>
                <a:lnTo>
                  <a:pt x="0" y="324612"/>
                </a:lnTo>
                <a:lnTo>
                  <a:pt x="47244" y="324612"/>
                </a:lnTo>
                <a:lnTo>
                  <a:pt x="128016" y="195072"/>
                </a:lnTo>
                <a:lnTo>
                  <a:pt x="205740" y="324612"/>
                </a:lnTo>
                <a:lnTo>
                  <a:pt x="256032" y="324612"/>
                </a:lnTo>
                <a:lnTo>
                  <a:pt x="153924" y="160020"/>
                </a:lnTo>
                <a:lnTo>
                  <a:pt x="256032" y="0"/>
                </a:lnTo>
                <a:close/>
              </a:path>
              <a:path w="767080" h="403860">
                <a:moveTo>
                  <a:pt x="382524" y="163068"/>
                </a:moveTo>
                <a:lnTo>
                  <a:pt x="259067" y="163068"/>
                </a:lnTo>
                <a:lnTo>
                  <a:pt x="259067" y="202692"/>
                </a:lnTo>
                <a:lnTo>
                  <a:pt x="382524" y="202692"/>
                </a:lnTo>
                <a:lnTo>
                  <a:pt x="382524" y="163068"/>
                </a:lnTo>
                <a:close/>
              </a:path>
              <a:path w="767080" h="403860">
                <a:moveTo>
                  <a:pt x="659879" y="324612"/>
                </a:moveTo>
                <a:lnTo>
                  <a:pt x="628980" y="233172"/>
                </a:lnTo>
                <a:lnTo>
                  <a:pt x="616610" y="196596"/>
                </a:lnTo>
                <a:lnTo>
                  <a:pt x="573011" y="67614"/>
                </a:lnTo>
                <a:lnTo>
                  <a:pt x="573011" y="196596"/>
                </a:lnTo>
                <a:lnTo>
                  <a:pt x="472427" y="196596"/>
                </a:lnTo>
                <a:lnTo>
                  <a:pt x="522719" y="44196"/>
                </a:lnTo>
                <a:lnTo>
                  <a:pt x="573011" y="196596"/>
                </a:lnTo>
                <a:lnTo>
                  <a:pt x="573011" y="67614"/>
                </a:lnTo>
                <a:lnTo>
                  <a:pt x="565099" y="44196"/>
                </a:lnTo>
                <a:lnTo>
                  <a:pt x="550151" y="0"/>
                </a:lnTo>
                <a:lnTo>
                  <a:pt x="496811" y="0"/>
                </a:lnTo>
                <a:lnTo>
                  <a:pt x="388607" y="324612"/>
                </a:lnTo>
                <a:lnTo>
                  <a:pt x="431279" y="324612"/>
                </a:lnTo>
                <a:lnTo>
                  <a:pt x="460235" y="233172"/>
                </a:lnTo>
                <a:lnTo>
                  <a:pt x="585203" y="233172"/>
                </a:lnTo>
                <a:lnTo>
                  <a:pt x="614159" y="324612"/>
                </a:lnTo>
                <a:lnTo>
                  <a:pt x="659879" y="324612"/>
                </a:lnTo>
                <a:close/>
              </a:path>
              <a:path w="767080" h="403860">
                <a:moveTo>
                  <a:pt x="766572" y="262128"/>
                </a:moveTo>
                <a:lnTo>
                  <a:pt x="711708" y="262128"/>
                </a:lnTo>
                <a:lnTo>
                  <a:pt x="673608" y="403860"/>
                </a:lnTo>
                <a:lnTo>
                  <a:pt x="705599" y="403860"/>
                </a:lnTo>
                <a:lnTo>
                  <a:pt x="766572" y="26212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" name="object 7"/>
          <p:cNvSpPr/>
          <p:nvPr/>
        </p:nvSpPr>
        <p:spPr>
          <a:xfrm>
            <a:off x="3083052" y="2363723"/>
            <a:ext cx="373380" cy="325120"/>
          </a:xfrm>
          <a:custGeom>
            <a:avLst/>
            <a:gdLst/>
            <a:ahLst/>
            <a:cxnLst/>
            <a:rect l="l" t="t" r="r" b="b"/>
            <a:pathLst>
              <a:path w="373379" h="325119">
                <a:moveTo>
                  <a:pt x="262128" y="0"/>
                </a:moveTo>
                <a:lnTo>
                  <a:pt x="216408" y="0"/>
                </a:lnTo>
                <a:lnTo>
                  <a:pt x="131064" y="143256"/>
                </a:lnTo>
                <a:lnTo>
                  <a:pt x="48768" y="0"/>
                </a:lnTo>
                <a:lnTo>
                  <a:pt x="0" y="0"/>
                </a:lnTo>
                <a:lnTo>
                  <a:pt x="109728" y="185928"/>
                </a:lnTo>
                <a:lnTo>
                  <a:pt x="109728" y="324612"/>
                </a:lnTo>
                <a:lnTo>
                  <a:pt x="152400" y="324612"/>
                </a:lnTo>
                <a:lnTo>
                  <a:pt x="152400" y="181356"/>
                </a:lnTo>
                <a:lnTo>
                  <a:pt x="262128" y="0"/>
                </a:lnTo>
                <a:close/>
              </a:path>
              <a:path w="373379" h="325119">
                <a:moveTo>
                  <a:pt x="373380" y="163068"/>
                </a:moveTo>
                <a:lnTo>
                  <a:pt x="249936" y="163068"/>
                </a:lnTo>
                <a:lnTo>
                  <a:pt x="249936" y="202692"/>
                </a:lnTo>
                <a:lnTo>
                  <a:pt x="373380" y="202692"/>
                </a:lnTo>
                <a:lnTo>
                  <a:pt x="373380" y="16306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3506724" y="2363723"/>
            <a:ext cx="334010" cy="403860"/>
          </a:xfrm>
          <a:custGeom>
            <a:avLst/>
            <a:gdLst/>
            <a:ahLst/>
            <a:cxnLst/>
            <a:rect l="l" t="t" r="r" b="b"/>
            <a:pathLst>
              <a:path w="334010" h="403860">
                <a:moveTo>
                  <a:pt x="219456" y="224028"/>
                </a:moveTo>
                <a:lnTo>
                  <a:pt x="211086" y="183311"/>
                </a:lnTo>
                <a:lnTo>
                  <a:pt x="199923" y="167640"/>
                </a:lnTo>
                <a:lnTo>
                  <a:pt x="195376" y="162788"/>
                </a:lnTo>
                <a:lnTo>
                  <a:pt x="184975" y="155067"/>
                </a:lnTo>
                <a:lnTo>
                  <a:pt x="175260" y="150152"/>
                </a:lnTo>
                <a:lnTo>
                  <a:pt x="175260" y="227076"/>
                </a:lnTo>
                <a:lnTo>
                  <a:pt x="174942" y="234797"/>
                </a:lnTo>
                <a:lnTo>
                  <a:pt x="157797" y="269735"/>
                </a:lnTo>
                <a:lnTo>
                  <a:pt x="114604" y="285877"/>
                </a:lnTo>
                <a:lnTo>
                  <a:pt x="79248" y="286512"/>
                </a:lnTo>
                <a:lnTo>
                  <a:pt x="44196" y="286512"/>
                </a:lnTo>
                <a:lnTo>
                  <a:pt x="44196" y="167640"/>
                </a:lnTo>
                <a:lnTo>
                  <a:pt x="92964" y="167640"/>
                </a:lnTo>
                <a:lnTo>
                  <a:pt x="141732" y="172212"/>
                </a:lnTo>
                <a:lnTo>
                  <a:pt x="149352" y="176784"/>
                </a:lnTo>
                <a:lnTo>
                  <a:pt x="156540" y="180746"/>
                </a:lnTo>
                <a:lnTo>
                  <a:pt x="174967" y="218249"/>
                </a:lnTo>
                <a:lnTo>
                  <a:pt x="175260" y="227076"/>
                </a:lnTo>
                <a:lnTo>
                  <a:pt x="175260" y="150152"/>
                </a:lnTo>
                <a:lnTo>
                  <a:pt x="173139" y="149072"/>
                </a:lnTo>
                <a:lnTo>
                  <a:pt x="160020" y="144780"/>
                </a:lnTo>
                <a:lnTo>
                  <a:pt x="160020" y="143256"/>
                </a:lnTo>
                <a:lnTo>
                  <a:pt x="193548" y="114300"/>
                </a:lnTo>
                <a:lnTo>
                  <a:pt x="204216" y="73152"/>
                </a:lnTo>
                <a:lnTo>
                  <a:pt x="203873" y="63182"/>
                </a:lnTo>
                <a:lnTo>
                  <a:pt x="202692" y="53911"/>
                </a:lnTo>
                <a:lnTo>
                  <a:pt x="200355" y="45516"/>
                </a:lnTo>
                <a:lnTo>
                  <a:pt x="196596" y="38100"/>
                </a:lnTo>
                <a:lnTo>
                  <a:pt x="195719" y="36576"/>
                </a:lnTo>
                <a:lnTo>
                  <a:pt x="192328" y="30657"/>
                </a:lnTo>
                <a:lnTo>
                  <a:pt x="160020" y="8699"/>
                </a:lnTo>
                <a:lnTo>
                  <a:pt x="160020" y="71628"/>
                </a:lnTo>
                <a:lnTo>
                  <a:pt x="160020" y="79248"/>
                </a:lnTo>
                <a:lnTo>
                  <a:pt x="159727" y="86728"/>
                </a:lnTo>
                <a:lnTo>
                  <a:pt x="158877" y="93345"/>
                </a:lnTo>
                <a:lnTo>
                  <a:pt x="157441" y="99402"/>
                </a:lnTo>
                <a:lnTo>
                  <a:pt x="155448" y="105156"/>
                </a:lnTo>
                <a:lnTo>
                  <a:pt x="153924" y="111252"/>
                </a:lnTo>
                <a:lnTo>
                  <a:pt x="116751" y="130670"/>
                </a:lnTo>
                <a:lnTo>
                  <a:pt x="92964" y="132588"/>
                </a:lnTo>
                <a:lnTo>
                  <a:pt x="44196" y="132588"/>
                </a:lnTo>
                <a:lnTo>
                  <a:pt x="44196" y="36576"/>
                </a:lnTo>
                <a:lnTo>
                  <a:pt x="85344" y="36576"/>
                </a:lnTo>
                <a:lnTo>
                  <a:pt x="95961" y="36817"/>
                </a:lnTo>
                <a:lnTo>
                  <a:pt x="113195" y="37871"/>
                </a:lnTo>
                <a:lnTo>
                  <a:pt x="120396" y="38100"/>
                </a:lnTo>
                <a:lnTo>
                  <a:pt x="129540" y="39624"/>
                </a:lnTo>
                <a:lnTo>
                  <a:pt x="137160" y="41148"/>
                </a:lnTo>
                <a:lnTo>
                  <a:pt x="143256" y="45720"/>
                </a:lnTo>
                <a:lnTo>
                  <a:pt x="149352" y="48768"/>
                </a:lnTo>
                <a:lnTo>
                  <a:pt x="153924" y="53340"/>
                </a:lnTo>
                <a:lnTo>
                  <a:pt x="155448" y="59436"/>
                </a:lnTo>
                <a:lnTo>
                  <a:pt x="158496" y="65532"/>
                </a:lnTo>
                <a:lnTo>
                  <a:pt x="160020" y="8699"/>
                </a:lnTo>
                <a:lnTo>
                  <a:pt x="116776" y="952"/>
                </a:lnTo>
                <a:lnTo>
                  <a:pt x="86868" y="0"/>
                </a:lnTo>
                <a:lnTo>
                  <a:pt x="0" y="0"/>
                </a:lnTo>
                <a:lnTo>
                  <a:pt x="0" y="324612"/>
                </a:lnTo>
                <a:lnTo>
                  <a:pt x="92964" y="324612"/>
                </a:lnTo>
                <a:lnTo>
                  <a:pt x="136677" y="320763"/>
                </a:lnTo>
                <a:lnTo>
                  <a:pt x="176758" y="304380"/>
                </a:lnTo>
                <a:lnTo>
                  <a:pt x="205422" y="275539"/>
                </a:lnTo>
                <a:lnTo>
                  <a:pt x="218884" y="236054"/>
                </a:lnTo>
                <a:lnTo>
                  <a:pt x="219456" y="224028"/>
                </a:lnTo>
                <a:close/>
              </a:path>
              <a:path w="334010" h="403860">
                <a:moveTo>
                  <a:pt x="333756" y="262128"/>
                </a:moveTo>
                <a:lnTo>
                  <a:pt x="280416" y="262128"/>
                </a:lnTo>
                <a:lnTo>
                  <a:pt x="240792" y="403860"/>
                </a:lnTo>
                <a:lnTo>
                  <a:pt x="272783" y="403860"/>
                </a:lnTo>
                <a:lnTo>
                  <a:pt x="333756" y="26212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4021823" y="2357627"/>
            <a:ext cx="643255" cy="335280"/>
          </a:xfrm>
          <a:custGeom>
            <a:avLst/>
            <a:gdLst/>
            <a:ahLst/>
            <a:cxnLst/>
            <a:rect l="l" t="t" r="r" b="b"/>
            <a:pathLst>
              <a:path w="643254" h="335280">
                <a:moveTo>
                  <a:pt x="227076" y="291084"/>
                </a:moveTo>
                <a:lnTo>
                  <a:pt x="47244" y="291084"/>
                </a:lnTo>
                <a:lnTo>
                  <a:pt x="222504" y="45720"/>
                </a:lnTo>
                <a:lnTo>
                  <a:pt x="222504" y="6096"/>
                </a:lnTo>
                <a:lnTo>
                  <a:pt x="7620" y="6096"/>
                </a:lnTo>
                <a:lnTo>
                  <a:pt x="7620" y="44196"/>
                </a:lnTo>
                <a:lnTo>
                  <a:pt x="173736" y="44196"/>
                </a:lnTo>
                <a:lnTo>
                  <a:pt x="0" y="289560"/>
                </a:lnTo>
                <a:lnTo>
                  <a:pt x="0" y="330708"/>
                </a:lnTo>
                <a:lnTo>
                  <a:pt x="227076" y="330708"/>
                </a:lnTo>
                <a:lnTo>
                  <a:pt x="227076" y="291084"/>
                </a:lnTo>
                <a:close/>
              </a:path>
              <a:path w="643254" h="335280">
                <a:moveTo>
                  <a:pt x="365772" y="169164"/>
                </a:moveTo>
                <a:lnTo>
                  <a:pt x="242316" y="169164"/>
                </a:lnTo>
                <a:lnTo>
                  <a:pt x="242316" y="208788"/>
                </a:lnTo>
                <a:lnTo>
                  <a:pt x="365772" y="208788"/>
                </a:lnTo>
                <a:lnTo>
                  <a:pt x="365772" y="169164"/>
                </a:lnTo>
                <a:close/>
              </a:path>
              <a:path w="643254" h="335280">
                <a:moveTo>
                  <a:pt x="643140" y="27432"/>
                </a:moveTo>
                <a:lnTo>
                  <a:pt x="627900" y="21336"/>
                </a:lnTo>
                <a:lnTo>
                  <a:pt x="621804" y="16764"/>
                </a:lnTo>
                <a:lnTo>
                  <a:pt x="606564" y="10668"/>
                </a:lnTo>
                <a:lnTo>
                  <a:pt x="600468" y="9144"/>
                </a:lnTo>
                <a:lnTo>
                  <a:pt x="593813" y="7124"/>
                </a:lnTo>
                <a:lnTo>
                  <a:pt x="587324" y="5524"/>
                </a:lnTo>
                <a:lnTo>
                  <a:pt x="542556" y="0"/>
                </a:lnTo>
                <a:lnTo>
                  <a:pt x="526834" y="838"/>
                </a:lnTo>
                <a:lnTo>
                  <a:pt x="483120" y="12192"/>
                </a:lnTo>
                <a:lnTo>
                  <a:pt x="447967" y="35128"/>
                </a:lnTo>
                <a:lnTo>
                  <a:pt x="420636" y="69913"/>
                </a:lnTo>
                <a:lnTo>
                  <a:pt x="403555" y="113233"/>
                </a:lnTo>
                <a:lnTo>
                  <a:pt x="397776" y="169164"/>
                </a:lnTo>
                <a:lnTo>
                  <a:pt x="398360" y="188937"/>
                </a:lnTo>
                <a:lnTo>
                  <a:pt x="408444" y="240792"/>
                </a:lnTo>
                <a:lnTo>
                  <a:pt x="428586" y="282371"/>
                </a:lnTo>
                <a:lnTo>
                  <a:pt x="459308" y="312229"/>
                </a:lnTo>
                <a:lnTo>
                  <a:pt x="497763" y="329501"/>
                </a:lnTo>
                <a:lnTo>
                  <a:pt x="542556" y="335280"/>
                </a:lnTo>
                <a:lnTo>
                  <a:pt x="559511" y="335089"/>
                </a:lnTo>
                <a:lnTo>
                  <a:pt x="609612" y="323088"/>
                </a:lnTo>
                <a:lnTo>
                  <a:pt x="635520" y="310896"/>
                </a:lnTo>
                <a:lnTo>
                  <a:pt x="643140" y="307848"/>
                </a:lnTo>
                <a:lnTo>
                  <a:pt x="643140" y="257556"/>
                </a:lnTo>
                <a:lnTo>
                  <a:pt x="640092" y="257556"/>
                </a:lnTo>
                <a:lnTo>
                  <a:pt x="637044" y="260604"/>
                </a:lnTo>
                <a:lnTo>
                  <a:pt x="632472" y="263652"/>
                </a:lnTo>
                <a:lnTo>
                  <a:pt x="626376" y="268224"/>
                </a:lnTo>
                <a:lnTo>
                  <a:pt x="621538" y="272542"/>
                </a:lnTo>
                <a:lnTo>
                  <a:pt x="616280" y="276415"/>
                </a:lnTo>
                <a:lnTo>
                  <a:pt x="577608" y="294132"/>
                </a:lnTo>
                <a:lnTo>
                  <a:pt x="542556" y="298704"/>
                </a:lnTo>
                <a:lnTo>
                  <a:pt x="532523" y="298157"/>
                </a:lnTo>
                <a:lnTo>
                  <a:pt x="495592" y="286207"/>
                </a:lnTo>
                <a:lnTo>
                  <a:pt x="465874" y="258127"/>
                </a:lnTo>
                <a:lnTo>
                  <a:pt x="446468" y="213321"/>
                </a:lnTo>
                <a:lnTo>
                  <a:pt x="441972" y="169164"/>
                </a:lnTo>
                <a:lnTo>
                  <a:pt x="442518" y="153720"/>
                </a:lnTo>
                <a:lnTo>
                  <a:pt x="449592" y="112776"/>
                </a:lnTo>
                <a:lnTo>
                  <a:pt x="470928" y="71628"/>
                </a:lnTo>
                <a:lnTo>
                  <a:pt x="502932" y="45720"/>
                </a:lnTo>
                <a:lnTo>
                  <a:pt x="542556" y="38100"/>
                </a:lnTo>
                <a:lnTo>
                  <a:pt x="551649" y="38366"/>
                </a:lnTo>
                <a:lnTo>
                  <a:pt x="590372" y="46672"/>
                </a:lnTo>
                <a:lnTo>
                  <a:pt x="624852" y="67056"/>
                </a:lnTo>
                <a:lnTo>
                  <a:pt x="630948" y="73152"/>
                </a:lnTo>
                <a:lnTo>
                  <a:pt x="635520" y="76200"/>
                </a:lnTo>
                <a:lnTo>
                  <a:pt x="640092" y="80772"/>
                </a:lnTo>
                <a:lnTo>
                  <a:pt x="643140" y="80772"/>
                </a:lnTo>
                <a:lnTo>
                  <a:pt x="643140" y="2743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4844783" y="2328671"/>
            <a:ext cx="841375" cy="403860"/>
          </a:xfrm>
          <a:custGeom>
            <a:avLst/>
            <a:gdLst/>
            <a:ahLst/>
            <a:cxnLst/>
            <a:rect l="l" t="t" r="r" b="b"/>
            <a:pathLst>
              <a:path w="841375" h="403860">
                <a:moveTo>
                  <a:pt x="313944" y="22860"/>
                </a:moveTo>
                <a:lnTo>
                  <a:pt x="308076" y="18288"/>
                </a:lnTo>
                <a:lnTo>
                  <a:pt x="286512" y="1524"/>
                </a:lnTo>
                <a:lnTo>
                  <a:pt x="274320" y="13716"/>
                </a:lnTo>
                <a:lnTo>
                  <a:pt x="274320" y="28956"/>
                </a:lnTo>
                <a:lnTo>
                  <a:pt x="274320" y="79248"/>
                </a:lnTo>
                <a:lnTo>
                  <a:pt x="274320" y="89916"/>
                </a:lnTo>
                <a:lnTo>
                  <a:pt x="274320" y="141732"/>
                </a:lnTo>
                <a:lnTo>
                  <a:pt x="123444" y="141732"/>
                </a:lnTo>
                <a:lnTo>
                  <a:pt x="123444" y="89916"/>
                </a:lnTo>
                <a:lnTo>
                  <a:pt x="274320" y="89916"/>
                </a:lnTo>
                <a:lnTo>
                  <a:pt x="274320" y="79248"/>
                </a:lnTo>
                <a:lnTo>
                  <a:pt x="123444" y="79248"/>
                </a:lnTo>
                <a:lnTo>
                  <a:pt x="123444" y="28956"/>
                </a:lnTo>
                <a:lnTo>
                  <a:pt x="274320" y="28956"/>
                </a:lnTo>
                <a:lnTo>
                  <a:pt x="274320" y="13716"/>
                </a:lnTo>
                <a:lnTo>
                  <a:pt x="269748" y="18288"/>
                </a:lnTo>
                <a:lnTo>
                  <a:pt x="124968" y="18288"/>
                </a:lnTo>
                <a:lnTo>
                  <a:pt x="96012" y="3048"/>
                </a:lnTo>
                <a:lnTo>
                  <a:pt x="97142" y="25895"/>
                </a:lnTo>
                <a:lnTo>
                  <a:pt x="98107" y="48577"/>
                </a:lnTo>
                <a:lnTo>
                  <a:pt x="98806" y="70993"/>
                </a:lnTo>
                <a:lnTo>
                  <a:pt x="99060" y="92964"/>
                </a:lnTo>
                <a:lnTo>
                  <a:pt x="98806" y="113804"/>
                </a:lnTo>
                <a:lnTo>
                  <a:pt x="98107" y="135064"/>
                </a:lnTo>
                <a:lnTo>
                  <a:pt x="97142" y="156616"/>
                </a:lnTo>
                <a:lnTo>
                  <a:pt x="96012" y="178308"/>
                </a:lnTo>
                <a:lnTo>
                  <a:pt x="123444" y="167640"/>
                </a:lnTo>
                <a:lnTo>
                  <a:pt x="123444" y="152400"/>
                </a:lnTo>
                <a:lnTo>
                  <a:pt x="274320" y="152400"/>
                </a:lnTo>
                <a:lnTo>
                  <a:pt x="274320" y="175260"/>
                </a:lnTo>
                <a:lnTo>
                  <a:pt x="300228" y="161544"/>
                </a:lnTo>
                <a:lnTo>
                  <a:pt x="299808" y="152400"/>
                </a:lnTo>
                <a:lnTo>
                  <a:pt x="299351" y="142646"/>
                </a:lnTo>
                <a:lnTo>
                  <a:pt x="299339" y="141732"/>
                </a:lnTo>
                <a:lnTo>
                  <a:pt x="298894" y="115443"/>
                </a:lnTo>
                <a:lnTo>
                  <a:pt x="298780" y="89916"/>
                </a:lnTo>
                <a:lnTo>
                  <a:pt x="298729" y="79248"/>
                </a:lnTo>
                <a:lnTo>
                  <a:pt x="298704" y="35052"/>
                </a:lnTo>
                <a:lnTo>
                  <a:pt x="306324" y="28956"/>
                </a:lnTo>
                <a:lnTo>
                  <a:pt x="313944" y="22860"/>
                </a:lnTo>
                <a:close/>
              </a:path>
              <a:path w="841375" h="403860">
                <a:moveTo>
                  <a:pt x="397764" y="353568"/>
                </a:moveTo>
                <a:lnTo>
                  <a:pt x="378079" y="355574"/>
                </a:lnTo>
                <a:lnTo>
                  <a:pt x="355663" y="356997"/>
                </a:lnTo>
                <a:lnTo>
                  <a:pt x="330695" y="357860"/>
                </a:lnTo>
                <a:lnTo>
                  <a:pt x="303276" y="358140"/>
                </a:lnTo>
                <a:lnTo>
                  <a:pt x="275297" y="357568"/>
                </a:lnTo>
                <a:lnTo>
                  <a:pt x="250888" y="355854"/>
                </a:lnTo>
                <a:lnTo>
                  <a:pt x="230200" y="352996"/>
                </a:lnTo>
                <a:lnTo>
                  <a:pt x="213360" y="348996"/>
                </a:lnTo>
                <a:lnTo>
                  <a:pt x="213360" y="341376"/>
                </a:lnTo>
                <a:lnTo>
                  <a:pt x="213360" y="277368"/>
                </a:lnTo>
                <a:lnTo>
                  <a:pt x="359664" y="277368"/>
                </a:lnTo>
                <a:lnTo>
                  <a:pt x="348996" y="266700"/>
                </a:lnTo>
                <a:lnTo>
                  <a:pt x="326136" y="243840"/>
                </a:lnTo>
                <a:lnTo>
                  <a:pt x="303276" y="266700"/>
                </a:lnTo>
                <a:lnTo>
                  <a:pt x="213360" y="266700"/>
                </a:lnTo>
                <a:lnTo>
                  <a:pt x="213360" y="207264"/>
                </a:lnTo>
                <a:lnTo>
                  <a:pt x="388620" y="207264"/>
                </a:lnTo>
                <a:lnTo>
                  <a:pt x="352044" y="170688"/>
                </a:lnTo>
                <a:lnTo>
                  <a:pt x="326136" y="198120"/>
                </a:lnTo>
                <a:lnTo>
                  <a:pt x="4572" y="198120"/>
                </a:lnTo>
                <a:lnTo>
                  <a:pt x="19812" y="213360"/>
                </a:lnTo>
                <a:lnTo>
                  <a:pt x="30124" y="211124"/>
                </a:lnTo>
                <a:lnTo>
                  <a:pt x="40576" y="209169"/>
                </a:lnTo>
                <a:lnTo>
                  <a:pt x="51320" y="207797"/>
                </a:lnTo>
                <a:lnTo>
                  <a:pt x="62484" y="207264"/>
                </a:lnTo>
                <a:lnTo>
                  <a:pt x="188976" y="207264"/>
                </a:lnTo>
                <a:lnTo>
                  <a:pt x="188976" y="341376"/>
                </a:lnTo>
                <a:lnTo>
                  <a:pt x="163245" y="329095"/>
                </a:lnTo>
                <a:lnTo>
                  <a:pt x="140779" y="315087"/>
                </a:lnTo>
                <a:lnTo>
                  <a:pt x="121475" y="299377"/>
                </a:lnTo>
                <a:lnTo>
                  <a:pt x="113715" y="291084"/>
                </a:lnTo>
                <a:lnTo>
                  <a:pt x="105156" y="281940"/>
                </a:lnTo>
                <a:lnTo>
                  <a:pt x="132588" y="239268"/>
                </a:lnTo>
                <a:lnTo>
                  <a:pt x="94488" y="216408"/>
                </a:lnTo>
                <a:lnTo>
                  <a:pt x="81661" y="270992"/>
                </a:lnTo>
                <a:lnTo>
                  <a:pt x="61531" y="318135"/>
                </a:lnTo>
                <a:lnTo>
                  <a:pt x="34277" y="357860"/>
                </a:lnTo>
                <a:lnTo>
                  <a:pt x="0" y="390144"/>
                </a:lnTo>
                <a:lnTo>
                  <a:pt x="3048" y="396240"/>
                </a:lnTo>
                <a:lnTo>
                  <a:pt x="33083" y="377672"/>
                </a:lnTo>
                <a:lnTo>
                  <a:pt x="59245" y="353949"/>
                </a:lnTo>
                <a:lnTo>
                  <a:pt x="81711" y="325094"/>
                </a:lnTo>
                <a:lnTo>
                  <a:pt x="100584" y="291084"/>
                </a:lnTo>
                <a:lnTo>
                  <a:pt x="111188" y="304495"/>
                </a:lnTo>
                <a:lnTo>
                  <a:pt x="147828" y="339852"/>
                </a:lnTo>
                <a:lnTo>
                  <a:pt x="197345" y="366864"/>
                </a:lnTo>
                <a:lnTo>
                  <a:pt x="242493" y="379653"/>
                </a:lnTo>
                <a:lnTo>
                  <a:pt x="315023" y="388175"/>
                </a:lnTo>
                <a:lnTo>
                  <a:pt x="362712" y="390144"/>
                </a:lnTo>
                <a:lnTo>
                  <a:pt x="365836" y="380720"/>
                </a:lnTo>
                <a:lnTo>
                  <a:pt x="372808" y="372999"/>
                </a:lnTo>
                <a:lnTo>
                  <a:pt x="383501" y="367004"/>
                </a:lnTo>
                <a:lnTo>
                  <a:pt x="397764" y="362712"/>
                </a:lnTo>
                <a:lnTo>
                  <a:pt x="397764" y="358140"/>
                </a:lnTo>
                <a:lnTo>
                  <a:pt x="397764" y="353568"/>
                </a:lnTo>
                <a:close/>
              </a:path>
              <a:path w="841375" h="403860">
                <a:moveTo>
                  <a:pt x="611136" y="137160"/>
                </a:moveTo>
                <a:lnTo>
                  <a:pt x="582180" y="105156"/>
                </a:lnTo>
                <a:lnTo>
                  <a:pt x="560844" y="126492"/>
                </a:lnTo>
                <a:lnTo>
                  <a:pt x="547128" y="126492"/>
                </a:lnTo>
                <a:lnTo>
                  <a:pt x="547128" y="47244"/>
                </a:lnTo>
                <a:lnTo>
                  <a:pt x="547128" y="44196"/>
                </a:lnTo>
                <a:lnTo>
                  <a:pt x="565416" y="40182"/>
                </a:lnTo>
                <a:lnTo>
                  <a:pt x="581418" y="37147"/>
                </a:lnTo>
                <a:lnTo>
                  <a:pt x="595134" y="34988"/>
                </a:lnTo>
                <a:lnTo>
                  <a:pt x="606564" y="33528"/>
                </a:lnTo>
                <a:lnTo>
                  <a:pt x="580656" y="6096"/>
                </a:lnTo>
                <a:lnTo>
                  <a:pt x="538645" y="28384"/>
                </a:lnTo>
                <a:lnTo>
                  <a:pt x="484835" y="43815"/>
                </a:lnTo>
                <a:lnTo>
                  <a:pt x="449592" y="51816"/>
                </a:lnTo>
                <a:lnTo>
                  <a:pt x="451116" y="57912"/>
                </a:lnTo>
                <a:lnTo>
                  <a:pt x="487121" y="53149"/>
                </a:lnTo>
                <a:lnTo>
                  <a:pt x="505333" y="50419"/>
                </a:lnTo>
                <a:lnTo>
                  <a:pt x="524268" y="47244"/>
                </a:lnTo>
                <a:lnTo>
                  <a:pt x="524268" y="126492"/>
                </a:lnTo>
                <a:lnTo>
                  <a:pt x="443496" y="126492"/>
                </a:lnTo>
                <a:lnTo>
                  <a:pt x="458736" y="141732"/>
                </a:lnTo>
                <a:lnTo>
                  <a:pt x="468160" y="139738"/>
                </a:lnTo>
                <a:lnTo>
                  <a:pt x="478167" y="138303"/>
                </a:lnTo>
                <a:lnTo>
                  <a:pt x="488734" y="137452"/>
                </a:lnTo>
                <a:lnTo>
                  <a:pt x="499884" y="137160"/>
                </a:lnTo>
                <a:lnTo>
                  <a:pt x="522744" y="137160"/>
                </a:lnTo>
                <a:lnTo>
                  <a:pt x="509790" y="179641"/>
                </a:lnTo>
                <a:lnTo>
                  <a:pt x="492264" y="225552"/>
                </a:lnTo>
                <a:lnTo>
                  <a:pt x="469023" y="272034"/>
                </a:lnTo>
                <a:lnTo>
                  <a:pt x="438924" y="318516"/>
                </a:lnTo>
                <a:lnTo>
                  <a:pt x="445020" y="323088"/>
                </a:lnTo>
                <a:lnTo>
                  <a:pt x="468757" y="296799"/>
                </a:lnTo>
                <a:lnTo>
                  <a:pt x="489788" y="268224"/>
                </a:lnTo>
                <a:lnTo>
                  <a:pt x="508241" y="237363"/>
                </a:lnTo>
                <a:lnTo>
                  <a:pt x="524268" y="204216"/>
                </a:lnTo>
                <a:lnTo>
                  <a:pt x="524141" y="301942"/>
                </a:lnTo>
                <a:lnTo>
                  <a:pt x="524014" y="329184"/>
                </a:lnTo>
                <a:lnTo>
                  <a:pt x="523621" y="368173"/>
                </a:lnTo>
                <a:lnTo>
                  <a:pt x="522744" y="403860"/>
                </a:lnTo>
                <a:lnTo>
                  <a:pt x="548652" y="390144"/>
                </a:lnTo>
                <a:lnTo>
                  <a:pt x="547370" y="325755"/>
                </a:lnTo>
                <a:lnTo>
                  <a:pt x="547128" y="204216"/>
                </a:lnTo>
                <a:lnTo>
                  <a:pt x="547128" y="181356"/>
                </a:lnTo>
                <a:lnTo>
                  <a:pt x="570699" y="216725"/>
                </a:lnTo>
                <a:lnTo>
                  <a:pt x="580656" y="242316"/>
                </a:lnTo>
                <a:lnTo>
                  <a:pt x="585228" y="248412"/>
                </a:lnTo>
                <a:lnTo>
                  <a:pt x="591324" y="248412"/>
                </a:lnTo>
                <a:lnTo>
                  <a:pt x="594372" y="243840"/>
                </a:lnTo>
                <a:lnTo>
                  <a:pt x="595896" y="237744"/>
                </a:lnTo>
                <a:lnTo>
                  <a:pt x="598944" y="231648"/>
                </a:lnTo>
                <a:lnTo>
                  <a:pt x="600468" y="225552"/>
                </a:lnTo>
                <a:lnTo>
                  <a:pt x="600468" y="219456"/>
                </a:lnTo>
                <a:lnTo>
                  <a:pt x="576910" y="188480"/>
                </a:lnTo>
                <a:lnTo>
                  <a:pt x="547128" y="170688"/>
                </a:lnTo>
                <a:lnTo>
                  <a:pt x="547128" y="137160"/>
                </a:lnTo>
                <a:lnTo>
                  <a:pt x="611136" y="137160"/>
                </a:lnTo>
                <a:close/>
              </a:path>
              <a:path w="841375" h="403860">
                <a:moveTo>
                  <a:pt x="615048" y="314833"/>
                </a:moveTo>
                <a:lnTo>
                  <a:pt x="614921" y="308635"/>
                </a:lnTo>
                <a:lnTo>
                  <a:pt x="614184" y="292608"/>
                </a:lnTo>
                <a:lnTo>
                  <a:pt x="608088" y="292608"/>
                </a:lnTo>
                <a:lnTo>
                  <a:pt x="603224" y="309473"/>
                </a:lnTo>
                <a:lnTo>
                  <a:pt x="597801" y="323469"/>
                </a:lnTo>
                <a:lnTo>
                  <a:pt x="591807" y="334594"/>
                </a:lnTo>
                <a:lnTo>
                  <a:pt x="585228" y="342900"/>
                </a:lnTo>
                <a:lnTo>
                  <a:pt x="579132" y="350520"/>
                </a:lnTo>
                <a:lnTo>
                  <a:pt x="574560" y="355092"/>
                </a:lnTo>
                <a:lnTo>
                  <a:pt x="574560" y="361188"/>
                </a:lnTo>
                <a:lnTo>
                  <a:pt x="576084" y="362712"/>
                </a:lnTo>
                <a:lnTo>
                  <a:pt x="579132" y="364236"/>
                </a:lnTo>
                <a:lnTo>
                  <a:pt x="580656" y="365760"/>
                </a:lnTo>
                <a:lnTo>
                  <a:pt x="595896" y="365760"/>
                </a:lnTo>
                <a:lnTo>
                  <a:pt x="601992" y="364236"/>
                </a:lnTo>
                <a:lnTo>
                  <a:pt x="606564" y="362712"/>
                </a:lnTo>
                <a:lnTo>
                  <a:pt x="611136" y="356616"/>
                </a:lnTo>
                <a:lnTo>
                  <a:pt x="612660" y="347472"/>
                </a:lnTo>
                <a:lnTo>
                  <a:pt x="614387" y="338048"/>
                </a:lnTo>
                <a:lnTo>
                  <a:pt x="614921" y="329184"/>
                </a:lnTo>
                <a:lnTo>
                  <a:pt x="615048" y="314833"/>
                </a:lnTo>
                <a:close/>
              </a:path>
              <a:path w="841375" h="403860">
                <a:moveTo>
                  <a:pt x="733056" y="289560"/>
                </a:moveTo>
                <a:lnTo>
                  <a:pt x="702119" y="258114"/>
                </a:lnTo>
                <a:lnTo>
                  <a:pt x="685812" y="248412"/>
                </a:lnTo>
                <a:lnTo>
                  <a:pt x="682764" y="251460"/>
                </a:lnTo>
                <a:lnTo>
                  <a:pt x="692188" y="265747"/>
                </a:lnTo>
                <a:lnTo>
                  <a:pt x="699909" y="278892"/>
                </a:lnTo>
                <a:lnTo>
                  <a:pt x="705904" y="290893"/>
                </a:lnTo>
                <a:lnTo>
                  <a:pt x="710196" y="301752"/>
                </a:lnTo>
                <a:lnTo>
                  <a:pt x="713244" y="310896"/>
                </a:lnTo>
                <a:lnTo>
                  <a:pt x="716292" y="315468"/>
                </a:lnTo>
                <a:lnTo>
                  <a:pt x="720864" y="315468"/>
                </a:lnTo>
                <a:lnTo>
                  <a:pt x="722388" y="312420"/>
                </a:lnTo>
                <a:lnTo>
                  <a:pt x="726960" y="306324"/>
                </a:lnTo>
                <a:lnTo>
                  <a:pt x="731532" y="301752"/>
                </a:lnTo>
                <a:lnTo>
                  <a:pt x="733056" y="295656"/>
                </a:lnTo>
                <a:lnTo>
                  <a:pt x="733056" y="289560"/>
                </a:lnTo>
                <a:close/>
              </a:path>
              <a:path w="841375" h="403860">
                <a:moveTo>
                  <a:pt x="794016" y="362712"/>
                </a:moveTo>
                <a:lnTo>
                  <a:pt x="775169" y="325755"/>
                </a:lnTo>
                <a:lnTo>
                  <a:pt x="774204" y="304800"/>
                </a:lnTo>
                <a:lnTo>
                  <a:pt x="768108" y="304800"/>
                </a:lnTo>
                <a:lnTo>
                  <a:pt x="763536" y="342900"/>
                </a:lnTo>
                <a:lnTo>
                  <a:pt x="745248" y="365760"/>
                </a:lnTo>
                <a:lnTo>
                  <a:pt x="696480" y="365760"/>
                </a:lnTo>
                <a:lnTo>
                  <a:pt x="685355" y="365213"/>
                </a:lnTo>
                <a:lnTo>
                  <a:pt x="677240" y="361378"/>
                </a:lnTo>
                <a:lnTo>
                  <a:pt x="672261" y="354406"/>
                </a:lnTo>
                <a:lnTo>
                  <a:pt x="670572" y="344424"/>
                </a:lnTo>
                <a:lnTo>
                  <a:pt x="670572" y="303276"/>
                </a:lnTo>
                <a:lnTo>
                  <a:pt x="682764" y="292608"/>
                </a:lnTo>
                <a:lnTo>
                  <a:pt x="646188" y="277368"/>
                </a:lnTo>
                <a:lnTo>
                  <a:pt x="647065" y="295084"/>
                </a:lnTo>
                <a:lnTo>
                  <a:pt x="647446" y="310896"/>
                </a:lnTo>
                <a:lnTo>
                  <a:pt x="647573" y="320040"/>
                </a:lnTo>
                <a:lnTo>
                  <a:pt x="647687" y="342900"/>
                </a:lnTo>
                <a:lnTo>
                  <a:pt x="647801" y="355663"/>
                </a:lnTo>
                <a:lnTo>
                  <a:pt x="649681" y="367360"/>
                </a:lnTo>
                <a:lnTo>
                  <a:pt x="655523" y="376618"/>
                </a:lnTo>
                <a:lnTo>
                  <a:pt x="665060" y="382739"/>
                </a:lnTo>
                <a:lnTo>
                  <a:pt x="678192" y="385572"/>
                </a:lnTo>
                <a:lnTo>
                  <a:pt x="752868" y="385572"/>
                </a:lnTo>
                <a:lnTo>
                  <a:pt x="766584" y="385000"/>
                </a:lnTo>
                <a:lnTo>
                  <a:pt x="778014" y="381000"/>
                </a:lnTo>
                <a:lnTo>
                  <a:pt x="787158" y="373570"/>
                </a:lnTo>
                <a:lnTo>
                  <a:pt x="792086" y="365760"/>
                </a:lnTo>
                <a:lnTo>
                  <a:pt x="794016" y="362712"/>
                </a:lnTo>
                <a:close/>
              </a:path>
              <a:path w="841375" h="403860">
                <a:moveTo>
                  <a:pt x="822972" y="128016"/>
                </a:moveTo>
                <a:lnTo>
                  <a:pt x="795540" y="106680"/>
                </a:lnTo>
                <a:lnTo>
                  <a:pt x="783348" y="124968"/>
                </a:lnTo>
                <a:lnTo>
                  <a:pt x="719340" y="124968"/>
                </a:lnTo>
                <a:lnTo>
                  <a:pt x="749338" y="86398"/>
                </a:lnTo>
                <a:lnTo>
                  <a:pt x="783348" y="62484"/>
                </a:lnTo>
                <a:lnTo>
                  <a:pt x="774204" y="53340"/>
                </a:lnTo>
                <a:lnTo>
                  <a:pt x="755916" y="35052"/>
                </a:lnTo>
                <a:lnTo>
                  <a:pt x="740676" y="53340"/>
                </a:lnTo>
                <a:lnTo>
                  <a:pt x="672096" y="53340"/>
                </a:lnTo>
                <a:lnTo>
                  <a:pt x="681215" y="40817"/>
                </a:lnTo>
                <a:lnTo>
                  <a:pt x="690194" y="30861"/>
                </a:lnTo>
                <a:lnTo>
                  <a:pt x="698881" y="23774"/>
                </a:lnTo>
                <a:lnTo>
                  <a:pt x="707148" y="19812"/>
                </a:lnTo>
                <a:lnTo>
                  <a:pt x="673620" y="0"/>
                </a:lnTo>
                <a:lnTo>
                  <a:pt x="654761" y="43726"/>
                </a:lnTo>
                <a:lnTo>
                  <a:pt x="627138" y="89154"/>
                </a:lnTo>
                <a:lnTo>
                  <a:pt x="608088" y="114300"/>
                </a:lnTo>
                <a:lnTo>
                  <a:pt x="612660" y="117348"/>
                </a:lnTo>
                <a:lnTo>
                  <a:pt x="626376" y="105371"/>
                </a:lnTo>
                <a:lnTo>
                  <a:pt x="640092" y="92392"/>
                </a:lnTo>
                <a:lnTo>
                  <a:pt x="653808" y="78562"/>
                </a:lnTo>
                <a:lnTo>
                  <a:pt x="667524" y="64008"/>
                </a:lnTo>
                <a:lnTo>
                  <a:pt x="742200" y="64008"/>
                </a:lnTo>
                <a:lnTo>
                  <a:pt x="708672" y="124968"/>
                </a:lnTo>
                <a:lnTo>
                  <a:pt x="612660" y="124968"/>
                </a:lnTo>
                <a:lnTo>
                  <a:pt x="629424" y="140208"/>
                </a:lnTo>
                <a:lnTo>
                  <a:pt x="638848" y="137972"/>
                </a:lnTo>
                <a:lnTo>
                  <a:pt x="648855" y="136017"/>
                </a:lnTo>
                <a:lnTo>
                  <a:pt x="659422" y="134645"/>
                </a:lnTo>
                <a:lnTo>
                  <a:pt x="670572" y="134112"/>
                </a:lnTo>
                <a:lnTo>
                  <a:pt x="786396" y="134112"/>
                </a:lnTo>
                <a:lnTo>
                  <a:pt x="786396" y="176784"/>
                </a:lnTo>
                <a:lnTo>
                  <a:pt x="630948" y="176784"/>
                </a:lnTo>
                <a:lnTo>
                  <a:pt x="646188" y="192024"/>
                </a:lnTo>
                <a:lnTo>
                  <a:pt x="655828" y="190030"/>
                </a:lnTo>
                <a:lnTo>
                  <a:pt x="666191" y="188595"/>
                </a:lnTo>
                <a:lnTo>
                  <a:pt x="676833" y="187744"/>
                </a:lnTo>
                <a:lnTo>
                  <a:pt x="687336" y="187452"/>
                </a:lnTo>
                <a:lnTo>
                  <a:pt x="786396" y="187452"/>
                </a:lnTo>
                <a:lnTo>
                  <a:pt x="786396" y="227076"/>
                </a:lnTo>
                <a:lnTo>
                  <a:pt x="612660" y="227076"/>
                </a:lnTo>
                <a:lnTo>
                  <a:pt x="629424" y="242316"/>
                </a:lnTo>
                <a:lnTo>
                  <a:pt x="638848" y="240322"/>
                </a:lnTo>
                <a:lnTo>
                  <a:pt x="648855" y="238887"/>
                </a:lnTo>
                <a:lnTo>
                  <a:pt x="659422" y="238036"/>
                </a:lnTo>
                <a:lnTo>
                  <a:pt x="670572" y="237744"/>
                </a:lnTo>
                <a:lnTo>
                  <a:pt x="786396" y="237744"/>
                </a:lnTo>
                <a:lnTo>
                  <a:pt x="786396" y="260604"/>
                </a:lnTo>
                <a:lnTo>
                  <a:pt x="810780" y="249936"/>
                </a:lnTo>
                <a:lnTo>
                  <a:pt x="810577" y="237744"/>
                </a:lnTo>
                <a:lnTo>
                  <a:pt x="810539" y="235369"/>
                </a:lnTo>
                <a:lnTo>
                  <a:pt x="810044" y="213728"/>
                </a:lnTo>
                <a:lnTo>
                  <a:pt x="809599" y="187452"/>
                </a:lnTo>
                <a:lnTo>
                  <a:pt x="809523" y="182308"/>
                </a:lnTo>
                <a:lnTo>
                  <a:pt x="809472" y="176784"/>
                </a:lnTo>
                <a:lnTo>
                  <a:pt x="809256" y="140208"/>
                </a:lnTo>
                <a:lnTo>
                  <a:pt x="816114" y="134112"/>
                </a:lnTo>
                <a:lnTo>
                  <a:pt x="822972" y="128016"/>
                </a:lnTo>
                <a:close/>
              </a:path>
              <a:path w="841375" h="403860">
                <a:moveTo>
                  <a:pt x="841260" y="339852"/>
                </a:moveTo>
                <a:lnTo>
                  <a:pt x="818324" y="308635"/>
                </a:lnTo>
                <a:lnTo>
                  <a:pt x="786396" y="289560"/>
                </a:lnTo>
                <a:lnTo>
                  <a:pt x="783348" y="292608"/>
                </a:lnTo>
                <a:lnTo>
                  <a:pt x="791654" y="303466"/>
                </a:lnTo>
                <a:lnTo>
                  <a:pt x="798398" y="313182"/>
                </a:lnTo>
                <a:lnTo>
                  <a:pt x="817372" y="349758"/>
                </a:lnTo>
                <a:lnTo>
                  <a:pt x="819924" y="356616"/>
                </a:lnTo>
                <a:lnTo>
                  <a:pt x="824496" y="365760"/>
                </a:lnTo>
                <a:lnTo>
                  <a:pt x="827544" y="365760"/>
                </a:lnTo>
                <a:lnTo>
                  <a:pt x="830592" y="362712"/>
                </a:lnTo>
                <a:lnTo>
                  <a:pt x="835164" y="356616"/>
                </a:lnTo>
                <a:lnTo>
                  <a:pt x="841260" y="344424"/>
                </a:lnTo>
                <a:lnTo>
                  <a:pt x="841260" y="33985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5737859" y="2325623"/>
            <a:ext cx="387350" cy="405765"/>
          </a:xfrm>
          <a:custGeom>
            <a:avLst/>
            <a:gdLst/>
            <a:ahLst/>
            <a:cxnLst/>
            <a:rect l="l" t="t" r="r" b="b"/>
            <a:pathLst>
              <a:path w="387350" h="405764">
                <a:moveTo>
                  <a:pt x="199644" y="71628"/>
                </a:moveTo>
                <a:lnTo>
                  <a:pt x="193548" y="71628"/>
                </a:lnTo>
                <a:lnTo>
                  <a:pt x="190500" y="67056"/>
                </a:lnTo>
                <a:lnTo>
                  <a:pt x="188976" y="56388"/>
                </a:lnTo>
                <a:lnTo>
                  <a:pt x="185547" y="44648"/>
                </a:lnTo>
                <a:lnTo>
                  <a:pt x="179832" y="32194"/>
                </a:lnTo>
                <a:lnTo>
                  <a:pt x="171831" y="18883"/>
                </a:lnTo>
                <a:lnTo>
                  <a:pt x="161544" y="4572"/>
                </a:lnTo>
                <a:lnTo>
                  <a:pt x="164592" y="0"/>
                </a:lnTo>
                <a:lnTo>
                  <a:pt x="201239" y="22288"/>
                </a:lnTo>
                <a:lnTo>
                  <a:pt x="216408" y="39624"/>
                </a:lnTo>
                <a:lnTo>
                  <a:pt x="216408" y="51816"/>
                </a:lnTo>
                <a:lnTo>
                  <a:pt x="213360" y="57912"/>
                </a:lnTo>
                <a:lnTo>
                  <a:pt x="207264" y="62484"/>
                </a:lnTo>
                <a:lnTo>
                  <a:pt x="202692" y="68580"/>
                </a:lnTo>
                <a:lnTo>
                  <a:pt x="199644" y="71628"/>
                </a:lnTo>
                <a:close/>
              </a:path>
              <a:path w="387350" h="405764">
                <a:moveTo>
                  <a:pt x="36576" y="140208"/>
                </a:moveTo>
                <a:lnTo>
                  <a:pt x="28956" y="140208"/>
                </a:lnTo>
                <a:lnTo>
                  <a:pt x="24384" y="138684"/>
                </a:lnTo>
                <a:lnTo>
                  <a:pt x="19812" y="135636"/>
                </a:lnTo>
                <a:lnTo>
                  <a:pt x="16764" y="132588"/>
                </a:lnTo>
                <a:lnTo>
                  <a:pt x="13716" y="131064"/>
                </a:lnTo>
                <a:lnTo>
                  <a:pt x="13716" y="124968"/>
                </a:lnTo>
                <a:lnTo>
                  <a:pt x="18288" y="118872"/>
                </a:lnTo>
                <a:lnTo>
                  <a:pt x="27432" y="109728"/>
                </a:lnTo>
                <a:lnTo>
                  <a:pt x="35742" y="100298"/>
                </a:lnTo>
                <a:lnTo>
                  <a:pt x="42481" y="88011"/>
                </a:lnTo>
                <a:lnTo>
                  <a:pt x="47791" y="72866"/>
                </a:lnTo>
                <a:lnTo>
                  <a:pt x="51816" y="54864"/>
                </a:lnTo>
                <a:lnTo>
                  <a:pt x="59436" y="54864"/>
                </a:lnTo>
                <a:lnTo>
                  <a:pt x="59436" y="77724"/>
                </a:lnTo>
                <a:lnTo>
                  <a:pt x="367747" y="77724"/>
                </a:lnTo>
                <a:lnTo>
                  <a:pt x="375699" y="86868"/>
                </a:lnTo>
                <a:lnTo>
                  <a:pt x="59436" y="86868"/>
                </a:lnTo>
                <a:lnTo>
                  <a:pt x="59721" y="105179"/>
                </a:lnTo>
                <a:lnTo>
                  <a:pt x="58293" y="119062"/>
                </a:lnTo>
                <a:lnTo>
                  <a:pt x="55149" y="128658"/>
                </a:lnTo>
                <a:lnTo>
                  <a:pt x="50292" y="134112"/>
                </a:lnTo>
                <a:lnTo>
                  <a:pt x="42672" y="137160"/>
                </a:lnTo>
                <a:lnTo>
                  <a:pt x="36576" y="140208"/>
                </a:lnTo>
                <a:close/>
              </a:path>
              <a:path w="387350" h="405764">
                <a:moveTo>
                  <a:pt x="367747" y="77724"/>
                </a:moveTo>
                <a:lnTo>
                  <a:pt x="332232" y="77724"/>
                </a:lnTo>
                <a:lnTo>
                  <a:pt x="350520" y="57912"/>
                </a:lnTo>
                <a:lnTo>
                  <a:pt x="367747" y="77724"/>
                </a:lnTo>
                <a:close/>
              </a:path>
              <a:path w="387350" h="405764">
                <a:moveTo>
                  <a:pt x="318516" y="134112"/>
                </a:moveTo>
                <a:lnTo>
                  <a:pt x="312420" y="131064"/>
                </a:lnTo>
                <a:lnTo>
                  <a:pt x="335280" y="86868"/>
                </a:lnTo>
                <a:lnTo>
                  <a:pt x="375699" y="86868"/>
                </a:lnTo>
                <a:lnTo>
                  <a:pt x="381000" y="92964"/>
                </a:lnTo>
                <a:lnTo>
                  <a:pt x="367807" y="95535"/>
                </a:lnTo>
                <a:lnTo>
                  <a:pt x="353187" y="103251"/>
                </a:lnTo>
                <a:lnTo>
                  <a:pt x="336851" y="116109"/>
                </a:lnTo>
                <a:lnTo>
                  <a:pt x="318516" y="134112"/>
                </a:lnTo>
                <a:close/>
              </a:path>
              <a:path w="387350" h="405764">
                <a:moveTo>
                  <a:pt x="44196" y="176784"/>
                </a:moveTo>
                <a:lnTo>
                  <a:pt x="27432" y="160020"/>
                </a:lnTo>
                <a:lnTo>
                  <a:pt x="298704" y="160020"/>
                </a:lnTo>
                <a:lnTo>
                  <a:pt x="323088" y="135636"/>
                </a:lnTo>
                <a:lnTo>
                  <a:pt x="358140" y="170688"/>
                </a:lnTo>
                <a:lnTo>
                  <a:pt x="85344" y="170688"/>
                </a:lnTo>
                <a:lnTo>
                  <a:pt x="74199" y="170997"/>
                </a:lnTo>
                <a:lnTo>
                  <a:pt x="63627" y="172021"/>
                </a:lnTo>
                <a:lnTo>
                  <a:pt x="53625" y="173902"/>
                </a:lnTo>
                <a:lnTo>
                  <a:pt x="44196" y="176784"/>
                </a:lnTo>
                <a:close/>
              </a:path>
              <a:path w="387350" h="405764">
                <a:moveTo>
                  <a:pt x="207264" y="350520"/>
                </a:moveTo>
                <a:lnTo>
                  <a:pt x="182880" y="350520"/>
                </a:lnTo>
                <a:lnTo>
                  <a:pt x="182880" y="170688"/>
                </a:lnTo>
                <a:lnTo>
                  <a:pt x="207264" y="170688"/>
                </a:lnTo>
                <a:lnTo>
                  <a:pt x="207264" y="256032"/>
                </a:lnTo>
                <a:lnTo>
                  <a:pt x="330708" y="256032"/>
                </a:lnTo>
                <a:lnTo>
                  <a:pt x="341376" y="266700"/>
                </a:lnTo>
                <a:lnTo>
                  <a:pt x="207264" y="266700"/>
                </a:lnTo>
                <a:lnTo>
                  <a:pt x="207264" y="350520"/>
                </a:lnTo>
                <a:close/>
              </a:path>
              <a:path w="387350" h="405764">
                <a:moveTo>
                  <a:pt x="3048" y="405384"/>
                </a:moveTo>
                <a:lnTo>
                  <a:pt x="0" y="400812"/>
                </a:lnTo>
                <a:lnTo>
                  <a:pt x="16002" y="384786"/>
                </a:lnTo>
                <a:lnTo>
                  <a:pt x="29718" y="368617"/>
                </a:lnTo>
                <a:lnTo>
                  <a:pt x="50292" y="335280"/>
                </a:lnTo>
                <a:lnTo>
                  <a:pt x="70651" y="287274"/>
                </a:lnTo>
                <a:lnTo>
                  <a:pt x="79057" y="238506"/>
                </a:lnTo>
                <a:lnTo>
                  <a:pt x="82296" y="205740"/>
                </a:lnTo>
                <a:lnTo>
                  <a:pt x="123444" y="227076"/>
                </a:lnTo>
                <a:lnTo>
                  <a:pt x="101369" y="269486"/>
                </a:lnTo>
                <a:lnTo>
                  <a:pt x="99060" y="278892"/>
                </a:lnTo>
                <a:lnTo>
                  <a:pt x="106519" y="289560"/>
                </a:lnTo>
                <a:lnTo>
                  <a:pt x="96012" y="289560"/>
                </a:lnTo>
                <a:lnTo>
                  <a:pt x="79057" y="324993"/>
                </a:lnTo>
                <a:lnTo>
                  <a:pt x="50411" y="366379"/>
                </a:lnTo>
                <a:lnTo>
                  <a:pt x="21312" y="392572"/>
                </a:lnTo>
                <a:lnTo>
                  <a:pt x="3048" y="405384"/>
                </a:lnTo>
                <a:close/>
              </a:path>
              <a:path w="387350" h="405764">
                <a:moveTo>
                  <a:pt x="330708" y="256032"/>
                </a:moveTo>
                <a:lnTo>
                  <a:pt x="284988" y="256032"/>
                </a:lnTo>
                <a:lnTo>
                  <a:pt x="307847" y="233172"/>
                </a:lnTo>
                <a:lnTo>
                  <a:pt x="330708" y="256032"/>
                </a:lnTo>
                <a:close/>
              </a:path>
              <a:path w="387350" h="405764">
                <a:moveTo>
                  <a:pt x="350520" y="394716"/>
                </a:moveTo>
                <a:lnTo>
                  <a:pt x="308562" y="393906"/>
                </a:lnTo>
                <a:lnTo>
                  <a:pt x="241220" y="388286"/>
                </a:lnTo>
                <a:lnTo>
                  <a:pt x="195572" y="378380"/>
                </a:lnTo>
                <a:lnTo>
                  <a:pt x="159615" y="361330"/>
                </a:lnTo>
                <a:lnTo>
                  <a:pt x="119824" y="323469"/>
                </a:lnTo>
                <a:lnTo>
                  <a:pt x="96012" y="289560"/>
                </a:lnTo>
                <a:lnTo>
                  <a:pt x="106519" y="289560"/>
                </a:lnTo>
                <a:lnTo>
                  <a:pt x="108251" y="292036"/>
                </a:lnTo>
                <a:lnTo>
                  <a:pt x="117729" y="304038"/>
                </a:lnTo>
                <a:lnTo>
                  <a:pt x="150090" y="333160"/>
                </a:lnTo>
                <a:lnTo>
                  <a:pt x="182880" y="350520"/>
                </a:lnTo>
                <a:lnTo>
                  <a:pt x="207264" y="350520"/>
                </a:lnTo>
                <a:lnTo>
                  <a:pt x="207264" y="356616"/>
                </a:lnTo>
                <a:lnTo>
                  <a:pt x="231267" y="360592"/>
                </a:lnTo>
                <a:lnTo>
                  <a:pt x="255270" y="363283"/>
                </a:lnTo>
                <a:lnTo>
                  <a:pt x="279273" y="364545"/>
                </a:lnTo>
                <a:lnTo>
                  <a:pt x="387096" y="364545"/>
                </a:lnTo>
                <a:lnTo>
                  <a:pt x="387096" y="367284"/>
                </a:lnTo>
                <a:lnTo>
                  <a:pt x="374523" y="370713"/>
                </a:lnTo>
                <a:lnTo>
                  <a:pt x="364236" y="376428"/>
                </a:lnTo>
                <a:lnTo>
                  <a:pt x="356235" y="384429"/>
                </a:lnTo>
                <a:lnTo>
                  <a:pt x="350520" y="394716"/>
                </a:lnTo>
                <a:close/>
              </a:path>
              <a:path w="387350" h="405764">
                <a:moveTo>
                  <a:pt x="387096" y="364545"/>
                </a:moveTo>
                <a:lnTo>
                  <a:pt x="279273" y="364545"/>
                </a:lnTo>
                <a:lnTo>
                  <a:pt x="325802" y="363950"/>
                </a:lnTo>
                <a:lnTo>
                  <a:pt x="347472" y="363093"/>
                </a:lnTo>
                <a:lnTo>
                  <a:pt x="367998" y="361664"/>
                </a:lnTo>
                <a:lnTo>
                  <a:pt x="387096" y="359664"/>
                </a:lnTo>
                <a:lnTo>
                  <a:pt x="387096" y="36454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6195060" y="2337816"/>
            <a:ext cx="373380" cy="381000"/>
          </a:xfrm>
          <a:custGeom>
            <a:avLst/>
            <a:gdLst/>
            <a:ahLst/>
            <a:cxnLst/>
            <a:rect l="l" t="t" r="r" b="b"/>
            <a:pathLst>
              <a:path w="373379" h="381000">
                <a:moveTo>
                  <a:pt x="24383" y="380999"/>
                </a:moveTo>
                <a:lnTo>
                  <a:pt x="0" y="358139"/>
                </a:lnTo>
                <a:lnTo>
                  <a:pt x="10667" y="347472"/>
                </a:lnTo>
                <a:lnTo>
                  <a:pt x="10667" y="106679"/>
                </a:lnTo>
                <a:lnTo>
                  <a:pt x="10477" y="59245"/>
                </a:lnTo>
                <a:lnTo>
                  <a:pt x="10025" y="35313"/>
                </a:lnTo>
                <a:lnTo>
                  <a:pt x="9143" y="10667"/>
                </a:lnTo>
                <a:lnTo>
                  <a:pt x="35051" y="24383"/>
                </a:lnTo>
                <a:lnTo>
                  <a:pt x="303275" y="24383"/>
                </a:lnTo>
                <a:lnTo>
                  <a:pt x="329183" y="0"/>
                </a:lnTo>
                <a:lnTo>
                  <a:pt x="359663" y="35051"/>
                </a:lnTo>
                <a:lnTo>
                  <a:pt x="240791" y="35051"/>
                </a:lnTo>
                <a:lnTo>
                  <a:pt x="240791" y="243839"/>
                </a:lnTo>
                <a:lnTo>
                  <a:pt x="241934" y="258079"/>
                </a:lnTo>
                <a:lnTo>
                  <a:pt x="245363" y="268604"/>
                </a:lnTo>
                <a:lnTo>
                  <a:pt x="251078" y="275129"/>
                </a:lnTo>
                <a:lnTo>
                  <a:pt x="259079" y="277367"/>
                </a:lnTo>
                <a:lnTo>
                  <a:pt x="306324" y="277367"/>
                </a:lnTo>
                <a:lnTo>
                  <a:pt x="326397" y="235577"/>
                </a:lnTo>
                <a:lnTo>
                  <a:pt x="327088" y="222313"/>
                </a:lnTo>
                <a:lnTo>
                  <a:pt x="329183" y="195071"/>
                </a:lnTo>
                <a:lnTo>
                  <a:pt x="336804" y="195071"/>
                </a:lnTo>
                <a:lnTo>
                  <a:pt x="337065" y="207644"/>
                </a:lnTo>
                <a:lnTo>
                  <a:pt x="337756" y="220217"/>
                </a:lnTo>
                <a:lnTo>
                  <a:pt x="346519" y="263461"/>
                </a:lnTo>
                <a:lnTo>
                  <a:pt x="361187" y="271272"/>
                </a:lnTo>
                <a:lnTo>
                  <a:pt x="353163" y="283011"/>
                </a:lnTo>
                <a:lnTo>
                  <a:pt x="342709" y="290893"/>
                </a:lnTo>
                <a:lnTo>
                  <a:pt x="329684" y="295060"/>
                </a:lnTo>
                <a:lnTo>
                  <a:pt x="313943" y="295655"/>
                </a:lnTo>
                <a:lnTo>
                  <a:pt x="248411" y="295655"/>
                </a:lnTo>
                <a:lnTo>
                  <a:pt x="234434" y="293131"/>
                </a:lnTo>
                <a:lnTo>
                  <a:pt x="224599" y="285749"/>
                </a:lnTo>
                <a:lnTo>
                  <a:pt x="219051" y="273796"/>
                </a:lnTo>
                <a:lnTo>
                  <a:pt x="217931" y="257555"/>
                </a:lnTo>
                <a:lnTo>
                  <a:pt x="217931" y="35051"/>
                </a:lnTo>
                <a:lnTo>
                  <a:pt x="144779" y="35051"/>
                </a:lnTo>
                <a:lnTo>
                  <a:pt x="143827" y="88391"/>
                </a:lnTo>
                <a:lnTo>
                  <a:pt x="141731" y="137159"/>
                </a:lnTo>
                <a:lnTo>
                  <a:pt x="133730" y="182879"/>
                </a:lnTo>
                <a:lnTo>
                  <a:pt x="118871" y="228599"/>
                </a:lnTo>
                <a:lnTo>
                  <a:pt x="94487" y="273748"/>
                </a:lnTo>
                <a:lnTo>
                  <a:pt x="56387" y="320039"/>
                </a:lnTo>
                <a:lnTo>
                  <a:pt x="50291" y="315467"/>
                </a:lnTo>
                <a:lnTo>
                  <a:pt x="66913" y="291798"/>
                </a:lnTo>
                <a:lnTo>
                  <a:pt x="80390" y="268985"/>
                </a:lnTo>
                <a:lnTo>
                  <a:pt x="99059" y="227075"/>
                </a:lnTo>
                <a:lnTo>
                  <a:pt x="110489" y="184784"/>
                </a:lnTo>
                <a:lnTo>
                  <a:pt x="117347" y="140207"/>
                </a:lnTo>
                <a:lnTo>
                  <a:pt x="119443" y="91058"/>
                </a:lnTo>
                <a:lnTo>
                  <a:pt x="120395" y="35051"/>
                </a:lnTo>
                <a:lnTo>
                  <a:pt x="35051" y="35051"/>
                </a:lnTo>
                <a:lnTo>
                  <a:pt x="35051" y="355091"/>
                </a:lnTo>
                <a:lnTo>
                  <a:pt x="310895" y="355091"/>
                </a:lnTo>
                <a:lnTo>
                  <a:pt x="336804" y="329184"/>
                </a:lnTo>
                <a:lnTo>
                  <a:pt x="373380" y="365760"/>
                </a:lnTo>
                <a:lnTo>
                  <a:pt x="36575" y="365760"/>
                </a:lnTo>
                <a:lnTo>
                  <a:pt x="24383" y="38099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6618732" y="2342388"/>
            <a:ext cx="408940" cy="382905"/>
          </a:xfrm>
          <a:custGeom>
            <a:avLst/>
            <a:gdLst/>
            <a:ahLst/>
            <a:cxnLst/>
            <a:rect l="l" t="t" r="r" b="b"/>
            <a:pathLst>
              <a:path w="408940" h="382905">
                <a:moveTo>
                  <a:pt x="240792" y="36576"/>
                </a:moveTo>
                <a:lnTo>
                  <a:pt x="225552" y="19812"/>
                </a:lnTo>
                <a:lnTo>
                  <a:pt x="347472" y="19812"/>
                </a:lnTo>
                <a:lnTo>
                  <a:pt x="359664" y="4572"/>
                </a:lnTo>
                <a:lnTo>
                  <a:pt x="385572" y="25908"/>
                </a:lnTo>
                <a:lnTo>
                  <a:pt x="380346" y="30480"/>
                </a:lnTo>
                <a:lnTo>
                  <a:pt x="281940" y="30480"/>
                </a:lnTo>
                <a:lnTo>
                  <a:pt x="271653" y="30789"/>
                </a:lnTo>
                <a:lnTo>
                  <a:pt x="261366" y="31813"/>
                </a:lnTo>
                <a:lnTo>
                  <a:pt x="251079" y="33694"/>
                </a:lnTo>
                <a:lnTo>
                  <a:pt x="240792" y="36576"/>
                </a:lnTo>
                <a:close/>
              </a:path>
              <a:path w="408940" h="382905">
                <a:moveTo>
                  <a:pt x="374029" y="144780"/>
                </a:moveTo>
                <a:lnTo>
                  <a:pt x="350520" y="144780"/>
                </a:lnTo>
                <a:lnTo>
                  <a:pt x="350520" y="30480"/>
                </a:lnTo>
                <a:lnTo>
                  <a:pt x="380346" y="30480"/>
                </a:lnTo>
                <a:lnTo>
                  <a:pt x="373380" y="36576"/>
                </a:lnTo>
                <a:lnTo>
                  <a:pt x="373403" y="78295"/>
                </a:lnTo>
                <a:lnTo>
                  <a:pt x="373570" y="114300"/>
                </a:lnTo>
                <a:lnTo>
                  <a:pt x="374029" y="144780"/>
                </a:lnTo>
                <a:close/>
              </a:path>
              <a:path w="408940" h="382905">
                <a:moveTo>
                  <a:pt x="367284" y="364236"/>
                </a:moveTo>
                <a:lnTo>
                  <a:pt x="277368" y="364236"/>
                </a:lnTo>
                <a:lnTo>
                  <a:pt x="257627" y="363378"/>
                </a:lnTo>
                <a:lnTo>
                  <a:pt x="244030" y="356235"/>
                </a:lnTo>
                <a:lnTo>
                  <a:pt x="236434" y="342804"/>
                </a:lnTo>
                <a:lnTo>
                  <a:pt x="234696" y="323088"/>
                </a:lnTo>
                <a:lnTo>
                  <a:pt x="234434" y="253626"/>
                </a:lnTo>
                <a:lnTo>
                  <a:pt x="233743" y="198310"/>
                </a:lnTo>
                <a:lnTo>
                  <a:pt x="232767" y="156995"/>
                </a:lnTo>
                <a:lnTo>
                  <a:pt x="231648" y="129540"/>
                </a:lnTo>
                <a:lnTo>
                  <a:pt x="256032" y="144780"/>
                </a:lnTo>
                <a:lnTo>
                  <a:pt x="374029" y="144780"/>
                </a:lnTo>
                <a:lnTo>
                  <a:pt x="374412" y="155448"/>
                </a:lnTo>
                <a:lnTo>
                  <a:pt x="256032" y="155448"/>
                </a:lnTo>
                <a:lnTo>
                  <a:pt x="256032" y="315468"/>
                </a:lnTo>
                <a:lnTo>
                  <a:pt x="257770" y="329231"/>
                </a:lnTo>
                <a:lnTo>
                  <a:pt x="263080" y="338709"/>
                </a:lnTo>
                <a:lnTo>
                  <a:pt x="272105" y="344185"/>
                </a:lnTo>
                <a:lnTo>
                  <a:pt x="284988" y="345948"/>
                </a:lnTo>
                <a:lnTo>
                  <a:pt x="404537" y="345948"/>
                </a:lnTo>
                <a:lnTo>
                  <a:pt x="400931" y="351591"/>
                </a:lnTo>
                <a:lnTo>
                  <a:pt x="391858" y="359473"/>
                </a:lnTo>
                <a:lnTo>
                  <a:pt x="380785" y="363640"/>
                </a:lnTo>
                <a:lnTo>
                  <a:pt x="367284" y="364236"/>
                </a:lnTo>
                <a:close/>
              </a:path>
              <a:path w="408940" h="382905">
                <a:moveTo>
                  <a:pt x="350520" y="179832"/>
                </a:moveTo>
                <a:lnTo>
                  <a:pt x="350520" y="155448"/>
                </a:lnTo>
                <a:lnTo>
                  <a:pt x="374412" y="155448"/>
                </a:lnTo>
                <a:lnTo>
                  <a:pt x="374904" y="169164"/>
                </a:lnTo>
                <a:lnTo>
                  <a:pt x="350520" y="179832"/>
                </a:lnTo>
                <a:close/>
              </a:path>
              <a:path w="408940" h="382905">
                <a:moveTo>
                  <a:pt x="404537" y="345948"/>
                </a:moveTo>
                <a:lnTo>
                  <a:pt x="353568" y="345948"/>
                </a:lnTo>
                <a:lnTo>
                  <a:pt x="359854" y="344805"/>
                </a:lnTo>
                <a:lnTo>
                  <a:pt x="364998" y="341376"/>
                </a:lnTo>
                <a:lnTo>
                  <a:pt x="374142" y="302895"/>
                </a:lnTo>
                <a:lnTo>
                  <a:pt x="376428" y="262128"/>
                </a:lnTo>
                <a:lnTo>
                  <a:pt x="385572" y="262128"/>
                </a:lnTo>
                <a:lnTo>
                  <a:pt x="386857" y="306705"/>
                </a:lnTo>
                <a:lnTo>
                  <a:pt x="408432" y="339852"/>
                </a:lnTo>
                <a:lnTo>
                  <a:pt x="404537" y="345948"/>
                </a:lnTo>
                <a:close/>
              </a:path>
              <a:path w="408940" h="382905">
                <a:moveTo>
                  <a:pt x="15240" y="36576"/>
                </a:moveTo>
                <a:lnTo>
                  <a:pt x="0" y="19812"/>
                </a:lnTo>
                <a:lnTo>
                  <a:pt x="175260" y="19812"/>
                </a:lnTo>
                <a:lnTo>
                  <a:pt x="195072" y="0"/>
                </a:lnTo>
                <a:lnTo>
                  <a:pt x="224028" y="30480"/>
                </a:lnTo>
                <a:lnTo>
                  <a:pt x="56388" y="30480"/>
                </a:lnTo>
                <a:lnTo>
                  <a:pt x="45243" y="30789"/>
                </a:lnTo>
                <a:lnTo>
                  <a:pt x="34671" y="31813"/>
                </a:lnTo>
                <a:lnTo>
                  <a:pt x="24669" y="33694"/>
                </a:lnTo>
                <a:lnTo>
                  <a:pt x="15240" y="36576"/>
                </a:lnTo>
                <a:close/>
              </a:path>
              <a:path w="408940" h="382905">
                <a:moveTo>
                  <a:pt x="100584" y="86868"/>
                </a:moveTo>
                <a:lnTo>
                  <a:pt x="79248" y="86868"/>
                </a:lnTo>
                <a:lnTo>
                  <a:pt x="79248" y="30480"/>
                </a:lnTo>
                <a:lnTo>
                  <a:pt x="100584" y="30480"/>
                </a:lnTo>
                <a:lnTo>
                  <a:pt x="100584" y="86868"/>
                </a:lnTo>
                <a:close/>
              </a:path>
              <a:path w="408940" h="382905">
                <a:moveTo>
                  <a:pt x="144780" y="86868"/>
                </a:moveTo>
                <a:lnTo>
                  <a:pt x="124968" y="86868"/>
                </a:lnTo>
                <a:lnTo>
                  <a:pt x="124968" y="30480"/>
                </a:lnTo>
                <a:lnTo>
                  <a:pt x="144780" y="30480"/>
                </a:lnTo>
                <a:lnTo>
                  <a:pt x="144780" y="86868"/>
                </a:lnTo>
                <a:close/>
              </a:path>
              <a:path w="408940" h="382905">
                <a:moveTo>
                  <a:pt x="205086" y="86868"/>
                </a:moveTo>
                <a:lnTo>
                  <a:pt x="173736" y="86868"/>
                </a:lnTo>
                <a:lnTo>
                  <a:pt x="185928" y="70104"/>
                </a:lnTo>
                <a:lnTo>
                  <a:pt x="205086" y="86868"/>
                </a:lnTo>
                <a:close/>
              </a:path>
              <a:path w="408940" h="382905">
                <a:moveTo>
                  <a:pt x="25908" y="382524"/>
                </a:moveTo>
                <a:lnTo>
                  <a:pt x="26146" y="352472"/>
                </a:lnTo>
                <a:lnTo>
                  <a:pt x="26670" y="316992"/>
                </a:lnTo>
                <a:lnTo>
                  <a:pt x="27193" y="275796"/>
                </a:lnTo>
                <a:lnTo>
                  <a:pt x="27270" y="260604"/>
                </a:lnTo>
                <a:lnTo>
                  <a:pt x="27346" y="211836"/>
                </a:lnTo>
                <a:lnTo>
                  <a:pt x="27221" y="187452"/>
                </a:lnTo>
                <a:lnTo>
                  <a:pt x="27108" y="175260"/>
                </a:lnTo>
                <a:lnTo>
                  <a:pt x="26600" y="135802"/>
                </a:lnTo>
                <a:lnTo>
                  <a:pt x="26146" y="104298"/>
                </a:lnTo>
                <a:lnTo>
                  <a:pt x="25908" y="73152"/>
                </a:lnTo>
                <a:lnTo>
                  <a:pt x="50292" y="86868"/>
                </a:lnTo>
                <a:lnTo>
                  <a:pt x="205086" y="86868"/>
                </a:lnTo>
                <a:lnTo>
                  <a:pt x="210312" y="91440"/>
                </a:lnTo>
                <a:lnTo>
                  <a:pt x="203345" y="97536"/>
                </a:lnTo>
                <a:lnTo>
                  <a:pt x="50292" y="97536"/>
                </a:lnTo>
                <a:lnTo>
                  <a:pt x="50292" y="214883"/>
                </a:lnTo>
                <a:lnTo>
                  <a:pt x="61100" y="214883"/>
                </a:lnTo>
                <a:lnTo>
                  <a:pt x="50292" y="225552"/>
                </a:lnTo>
                <a:lnTo>
                  <a:pt x="50292" y="249936"/>
                </a:lnTo>
                <a:lnTo>
                  <a:pt x="198232" y="249936"/>
                </a:lnTo>
                <a:lnTo>
                  <a:pt x="198278" y="260604"/>
                </a:lnTo>
                <a:lnTo>
                  <a:pt x="50292" y="260604"/>
                </a:lnTo>
                <a:lnTo>
                  <a:pt x="50292" y="326136"/>
                </a:lnTo>
                <a:lnTo>
                  <a:pt x="198746" y="326136"/>
                </a:lnTo>
                <a:lnTo>
                  <a:pt x="198866" y="336804"/>
                </a:lnTo>
                <a:lnTo>
                  <a:pt x="50292" y="336804"/>
                </a:lnTo>
                <a:lnTo>
                  <a:pt x="50292" y="373380"/>
                </a:lnTo>
                <a:lnTo>
                  <a:pt x="25908" y="382524"/>
                </a:lnTo>
                <a:close/>
              </a:path>
              <a:path w="408940" h="382905">
                <a:moveTo>
                  <a:pt x="61100" y="214883"/>
                </a:moveTo>
                <a:lnTo>
                  <a:pt x="50292" y="214883"/>
                </a:lnTo>
                <a:lnTo>
                  <a:pt x="63174" y="194619"/>
                </a:lnTo>
                <a:lnTo>
                  <a:pt x="72199" y="168211"/>
                </a:lnTo>
                <a:lnTo>
                  <a:pt x="77509" y="135802"/>
                </a:lnTo>
                <a:lnTo>
                  <a:pt x="79248" y="97536"/>
                </a:lnTo>
                <a:lnTo>
                  <a:pt x="100584" y="97536"/>
                </a:lnTo>
                <a:lnTo>
                  <a:pt x="97440" y="139827"/>
                </a:lnTo>
                <a:lnTo>
                  <a:pt x="88011" y="175260"/>
                </a:lnTo>
                <a:lnTo>
                  <a:pt x="72294" y="203835"/>
                </a:lnTo>
                <a:lnTo>
                  <a:pt x="61100" y="214883"/>
                </a:lnTo>
                <a:close/>
              </a:path>
              <a:path w="408940" h="382905">
                <a:moveTo>
                  <a:pt x="198232" y="249936"/>
                </a:moveTo>
                <a:lnTo>
                  <a:pt x="175260" y="249936"/>
                </a:lnTo>
                <a:lnTo>
                  <a:pt x="175260" y="211836"/>
                </a:lnTo>
                <a:lnTo>
                  <a:pt x="150876" y="211836"/>
                </a:lnTo>
                <a:lnTo>
                  <a:pt x="124968" y="97536"/>
                </a:lnTo>
                <a:lnTo>
                  <a:pt x="144780" y="97536"/>
                </a:lnTo>
                <a:lnTo>
                  <a:pt x="144780" y="187452"/>
                </a:lnTo>
                <a:lnTo>
                  <a:pt x="149352" y="192024"/>
                </a:lnTo>
                <a:lnTo>
                  <a:pt x="198146" y="192024"/>
                </a:lnTo>
                <a:lnTo>
                  <a:pt x="198232" y="249936"/>
                </a:lnTo>
                <a:close/>
              </a:path>
              <a:path w="408940" h="382905">
                <a:moveTo>
                  <a:pt x="198146" y="192024"/>
                </a:moveTo>
                <a:lnTo>
                  <a:pt x="175260" y="192024"/>
                </a:lnTo>
                <a:lnTo>
                  <a:pt x="175260" y="97536"/>
                </a:lnTo>
                <a:lnTo>
                  <a:pt x="203345" y="97536"/>
                </a:lnTo>
                <a:lnTo>
                  <a:pt x="198120" y="102108"/>
                </a:lnTo>
                <a:lnTo>
                  <a:pt x="198146" y="192024"/>
                </a:lnTo>
                <a:close/>
              </a:path>
              <a:path w="408940" h="382905">
                <a:moveTo>
                  <a:pt x="198746" y="326136"/>
                </a:moveTo>
                <a:lnTo>
                  <a:pt x="175260" y="326136"/>
                </a:lnTo>
                <a:lnTo>
                  <a:pt x="175260" y="260604"/>
                </a:lnTo>
                <a:lnTo>
                  <a:pt x="198278" y="260604"/>
                </a:lnTo>
                <a:lnTo>
                  <a:pt x="198449" y="299618"/>
                </a:lnTo>
                <a:lnTo>
                  <a:pt x="198746" y="326136"/>
                </a:lnTo>
                <a:close/>
              </a:path>
              <a:path w="408940" h="382905">
                <a:moveTo>
                  <a:pt x="175260" y="379476"/>
                </a:moveTo>
                <a:lnTo>
                  <a:pt x="175260" y="336804"/>
                </a:lnTo>
                <a:lnTo>
                  <a:pt x="198866" y="336804"/>
                </a:lnTo>
                <a:lnTo>
                  <a:pt x="198900" y="339852"/>
                </a:lnTo>
                <a:lnTo>
                  <a:pt x="199644" y="367284"/>
                </a:lnTo>
                <a:lnTo>
                  <a:pt x="175260" y="37947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7091171" y="2345435"/>
            <a:ext cx="370840" cy="376555"/>
          </a:xfrm>
          <a:custGeom>
            <a:avLst/>
            <a:gdLst/>
            <a:ahLst/>
            <a:cxnLst/>
            <a:rect l="l" t="t" r="r" b="b"/>
            <a:pathLst>
              <a:path w="370840" h="376555">
                <a:moveTo>
                  <a:pt x="153924" y="33528"/>
                </a:moveTo>
                <a:lnTo>
                  <a:pt x="138684" y="16764"/>
                </a:lnTo>
                <a:lnTo>
                  <a:pt x="288035" y="16764"/>
                </a:lnTo>
                <a:lnTo>
                  <a:pt x="301752" y="0"/>
                </a:lnTo>
                <a:lnTo>
                  <a:pt x="329184" y="22860"/>
                </a:lnTo>
                <a:lnTo>
                  <a:pt x="322652" y="27432"/>
                </a:lnTo>
                <a:lnTo>
                  <a:pt x="196596" y="27432"/>
                </a:lnTo>
                <a:lnTo>
                  <a:pt x="185427" y="27741"/>
                </a:lnTo>
                <a:lnTo>
                  <a:pt x="174688" y="28765"/>
                </a:lnTo>
                <a:lnTo>
                  <a:pt x="164234" y="30646"/>
                </a:lnTo>
                <a:lnTo>
                  <a:pt x="153924" y="33528"/>
                </a:lnTo>
                <a:close/>
              </a:path>
              <a:path w="370840" h="376555">
                <a:moveTo>
                  <a:pt x="0" y="272795"/>
                </a:moveTo>
                <a:lnTo>
                  <a:pt x="881" y="249697"/>
                </a:lnTo>
                <a:lnTo>
                  <a:pt x="1261" y="226194"/>
                </a:lnTo>
                <a:lnTo>
                  <a:pt x="1368" y="214883"/>
                </a:lnTo>
                <a:lnTo>
                  <a:pt x="1464" y="107203"/>
                </a:lnTo>
                <a:lnTo>
                  <a:pt x="1365" y="86868"/>
                </a:lnTo>
                <a:lnTo>
                  <a:pt x="1247" y="74676"/>
                </a:lnTo>
                <a:lnTo>
                  <a:pt x="877" y="50292"/>
                </a:lnTo>
                <a:lnTo>
                  <a:pt x="0" y="24384"/>
                </a:lnTo>
                <a:lnTo>
                  <a:pt x="24384" y="39624"/>
                </a:lnTo>
                <a:lnTo>
                  <a:pt x="114953" y="39624"/>
                </a:lnTo>
                <a:lnTo>
                  <a:pt x="121920" y="45720"/>
                </a:lnTo>
                <a:lnTo>
                  <a:pt x="115824" y="50292"/>
                </a:lnTo>
                <a:lnTo>
                  <a:pt x="24384" y="50292"/>
                </a:lnTo>
                <a:lnTo>
                  <a:pt x="24384" y="214883"/>
                </a:lnTo>
                <a:lnTo>
                  <a:pt x="110009" y="214883"/>
                </a:lnTo>
                <a:lnTo>
                  <a:pt x="110350" y="225552"/>
                </a:lnTo>
                <a:lnTo>
                  <a:pt x="24384" y="225552"/>
                </a:lnTo>
                <a:lnTo>
                  <a:pt x="24384" y="262128"/>
                </a:lnTo>
                <a:lnTo>
                  <a:pt x="0" y="272795"/>
                </a:lnTo>
                <a:close/>
              </a:path>
              <a:path w="370840" h="376555">
                <a:moveTo>
                  <a:pt x="114953" y="39624"/>
                </a:moveTo>
                <a:lnTo>
                  <a:pt x="85344" y="39624"/>
                </a:lnTo>
                <a:lnTo>
                  <a:pt x="97536" y="24384"/>
                </a:lnTo>
                <a:lnTo>
                  <a:pt x="114953" y="39624"/>
                </a:lnTo>
                <a:close/>
              </a:path>
              <a:path w="370840" h="376555">
                <a:moveTo>
                  <a:pt x="301752" y="181356"/>
                </a:moveTo>
                <a:lnTo>
                  <a:pt x="277368" y="181356"/>
                </a:lnTo>
                <a:lnTo>
                  <a:pt x="289559" y="27432"/>
                </a:lnTo>
                <a:lnTo>
                  <a:pt x="322652" y="27432"/>
                </a:lnTo>
                <a:lnTo>
                  <a:pt x="313944" y="33528"/>
                </a:lnTo>
                <a:lnTo>
                  <a:pt x="301752" y="181356"/>
                </a:lnTo>
                <a:close/>
              </a:path>
              <a:path w="370840" h="376555">
                <a:moveTo>
                  <a:pt x="110009" y="214883"/>
                </a:moveTo>
                <a:lnTo>
                  <a:pt x="86868" y="214883"/>
                </a:lnTo>
                <a:lnTo>
                  <a:pt x="86868" y="50292"/>
                </a:lnTo>
                <a:lnTo>
                  <a:pt x="115824" y="50292"/>
                </a:lnTo>
                <a:lnTo>
                  <a:pt x="109728" y="54864"/>
                </a:lnTo>
                <a:lnTo>
                  <a:pt x="109824" y="204216"/>
                </a:lnTo>
                <a:lnTo>
                  <a:pt x="109918" y="212026"/>
                </a:lnTo>
                <a:lnTo>
                  <a:pt x="110009" y="214883"/>
                </a:lnTo>
                <a:close/>
              </a:path>
              <a:path w="370840" h="376555">
                <a:moveTo>
                  <a:pt x="172212" y="204216"/>
                </a:moveTo>
                <a:lnTo>
                  <a:pt x="149352" y="184404"/>
                </a:lnTo>
                <a:lnTo>
                  <a:pt x="160020" y="175260"/>
                </a:lnTo>
                <a:lnTo>
                  <a:pt x="164044" y="137207"/>
                </a:lnTo>
                <a:lnTo>
                  <a:pt x="167068" y="105156"/>
                </a:lnTo>
                <a:lnTo>
                  <a:pt x="169235" y="78819"/>
                </a:lnTo>
                <a:lnTo>
                  <a:pt x="170688" y="57912"/>
                </a:lnTo>
                <a:lnTo>
                  <a:pt x="208788" y="74676"/>
                </a:lnTo>
                <a:lnTo>
                  <a:pt x="189166" y="129540"/>
                </a:lnTo>
                <a:lnTo>
                  <a:pt x="184404" y="181356"/>
                </a:lnTo>
                <a:lnTo>
                  <a:pt x="364845" y="181356"/>
                </a:lnTo>
                <a:lnTo>
                  <a:pt x="370332" y="185928"/>
                </a:lnTo>
                <a:lnTo>
                  <a:pt x="364453" y="190500"/>
                </a:lnTo>
                <a:lnTo>
                  <a:pt x="184404" y="190500"/>
                </a:lnTo>
                <a:lnTo>
                  <a:pt x="172212" y="204216"/>
                </a:lnTo>
                <a:close/>
              </a:path>
              <a:path w="370840" h="376555">
                <a:moveTo>
                  <a:pt x="364845" y="181356"/>
                </a:moveTo>
                <a:lnTo>
                  <a:pt x="330708" y="181356"/>
                </a:lnTo>
                <a:lnTo>
                  <a:pt x="342900" y="163068"/>
                </a:lnTo>
                <a:lnTo>
                  <a:pt x="364845" y="181356"/>
                </a:lnTo>
                <a:close/>
              </a:path>
              <a:path w="370840" h="376555">
                <a:moveTo>
                  <a:pt x="337241" y="338328"/>
                </a:moveTo>
                <a:lnTo>
                  <a:pt x="298704" y="338328"/>
                </a:lnTo>
                <a:lnTo>
                  <a:pt x="306323" y="336804"/>
                </a:lnTo>
                <a:lnTo>
                  <a:pt x="310896" y="330708"/>
                </a:lnTo>
                <a:lnTo>
                  <a:pt x="323088" y="289559"/>
                </a:lnTo>
                <a:lnTo>
                  <a:pt x="327660" y="248602"/>
                </a:lnTo>
                <a:lnTo>
                  <a:pt x="332232" y="190500"/>
                </a:lnTo>
                <a:lnTo>
                  <a:pt x="364453" y="190500"/>
                </a:lnTo>
                <a:lnTo>
                  <a:pt x="356616" y="196596"/>
                </a:lnTo>
                <a:lnTo>
                  <a:pt x="353448" y="227790"/>
                </a:lnTo>
                <a:lnTo>
                  <a:pt x="350632" y="256032"/>
                </a:lnTo>
                <a:lnTo>
                  <a:pt x="348257" y="279320"/>
                </a:lnTo>
                <a:lnTo>
                  <a:pt x="345948" y="300228"/>
                </a:lnTo>
                <a:lnTo>
                  <a:pt x="343114" y="318206"/>
                </a:lnTo>
                <a:lnTo>
                  <a:pt x="339280" y="333184"/>
                </a:lnTo>
                <a:lnTo>
                  <a:pt x="337241" y="338328"/>
                </a:lnTo>
                <a:close/>
              </a:path>
              <a:path w="370840" h="376555">
                <a:moveTo>
                  <a:pt x="86868" y="252983"/>
                </a:moveTo>
                <a:lnTo>
                  <a:pt x="86868" y="225552"/>
                </a:lnTo>
                <a:lnTo>
                  <a:pt x="110350" y="225552"/>
                </a:lnTo>
                <a:lnTo>
                  <a:pt x="110467" y="227790"/>
                </a:lnTo>
                <a:lnTo>
                  <a:pt x="111252" y="240792"/>
                </a:lnTo>
                <a:lnTo>
                  <a:pt x="86868" y="252983"/>
                </a:lnTo>
                <a:close/>
              </a:path>
              <a:path w="370840" h="376555">
                <a:moveTo>
                  <a:pt x="115824" y="271271"/>
                </a:moveTo>
                <a:lnTo>
                  <a:pt x="100584" y="256032"/>
                </a:lnTo>
                <a:lnTo>
                  <a:pt x="257556" y="256032"/>
                </a:lnTo>
                <a:lnTo>
                  <a:pt x="277368" y="234695"/>
                </a:lnTo>
                <a:lnTo>
                  <a:pt x="309371" y="265176"/>
                </a:lnTo>
                <a:lnTo>
                  <a:pt x="150876" y="265176"/>
                </a:lnTo>
                <a:lnTo>
                  <a:pt x="141755" y="265699"/>
                </a:lnTo>
                <a:lnTo>
                  <a:pt x="132778" y="267081"/>
                </a:lnTo>
                <a:lnTo>
                  <a:pt x="124086" y="269033"/>
                </a:lnTo>
                <a:lnTo>
                  <a:pt x="115824" y="271271"/>
                </a:lnTo>
                <a:close/>
              </a:path>
              <a:path w="370840" h="376555">
                <a:moveTo>
                  <a:pt x="289559" y="376427"/>
                </a:moveTo>
                <a:lnTo>
                  <a:pt x="286416" y="365307"/>
                </a:lnTo>
                <a:lnTo>
                  <a:pt x="276987" y="354901"/>
                </a:lnTo>
                <a:lnTo>
                  <a:pt x="261270" y="345352"/>
                </a:lnTo>
                <a:lnTo>
                  <a:pt x="239268" y="336804"/>
                </a:lnTo>
                <a:lnTo>
                  <a:pt x="239268" y="330708"/>
                </a:lnTo>
                <a:lnTo>
                  <a:pt x="288035" y="336804"/>
                </a:lnTo>
                <a:lnTo>
                  <a:pt x="298704" y="338328"/>
                </a:lnTo>
                <a:lnTo>
                  <a:pt x="337241" y="338328"/>
                </a:lnTo>
                <a:lnTo>
                  <a:pt x="303037" y="372213"/>
                </a:lnTo>
                <a:lnTo>
                  <a:pt x="289559" y="37642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" name="object 15"/>
          <p:cNvSpPr/>
          <p:nvPr/>
        </p:nvSpPr>
        <p:spPr>
          <a:xfrm>
            <a:off x="7513320" y="2357627"/>
            <a:ext cx="175260" cy="330835"/>
          </a:xfrm>
          <a:custGeom>
            <a:avLst/>
            <a:gdLst/>
            <a:ahLst/>
            <a:cxnLst/>
            <a:rect l="l" t="t" r="r" b="b"/>
            <a:pathLst>
              <a:path w="175259" h="330835">
                <a:moveTo>
                  <a:pt x="3048" y="59436"/>
                </a:moveTo>
                <a:lnTo>
                  <a:pt x="0" y="59436"/>
                </a:lnTo>
                <a:lnTo>
                  <a:pt x="0" y="15240"/>
                </a:lnTo>
                <a:lnTo>
                  <a:pt x="36576" y="4572"/>
                </a:lnTo>
                <a:lnTo>
                  <a:pt x="79248" y="0"/>
                </a:lnTo>
                <a:lnTo>
                  <a:pt x="100060" y="1428"/>
                </a:lnTo>
                <a:lnTo>
                  <a:pt x="149352" y="22860"/>
                </a:lnTo>
                <a:lnTo>
                  <a:pt x="161301" y="36576"/>
                </a:lnTo>
                <a:lnTo>
                  <a:pt x="74676" y="36576"/>
                </a:lnTo>
                <a:lnTo>
                  <a:pt x="64389" y="37123"/>
                </a:lnTo>
                <a:lnTo>
                  <a:pt x="24693" y="47863"/>
                </a:lnTo>
                <a:lnTo>
                  <a:pt x="9310" y="55768"/>
                </a:lnTo>
                <a:lnTo>
                  <a:pt x="3048" y="59436"/>
                </a:lnTo>
                <a:close/>
              </a:path>
              <a:path w="175259" h="330835">
                <a:moveTo>
                  <a:pt x="91440" y="243839"/>
                </a:moveTo>
                <a:lnTo>
                  <a:pt x="51816" y="243839"/>
                </a:lnTo>
                <a:lnTo>
                  <a:pt x="51816" y="176784"/>
                </a:lnTo>
                <a:lnTo>
                  <a:pt x="58697" y="173069"/>
                </a:lnTo>
                <a:lnTo>
                  <a:pt x="65722" y="168783"/>
                </a:lnTo>
                <a:lnTo>
                  <a:pt x="73032" y="163925"/>
                </a:lnTo>
                <a:lnTo>
                  <a:pt x="80772" y="158496"/>
                </a:lnTo>
                <a:lnTo>
                  <a:pt x="88439" y="153924"/>
                </a:lnTo>
                <a:lnTo>
                  <a:pt x="95250" y="149352"/>
                </a:lnTo>
                <a:lnTo>
                  <a:pt x="100917" y="144780"/>
                </a:lnTo>
                <a:lnTo>
                  <a:pt x="105156" y="140208"/>
                </a:lnTo>
                <a:lnTo>
                  <a:pt x="111442" y="134469"/>
                </a:lnTo>
                <a:lnTo>
                  <a:pt x="116586" y="128587"/>
                </a:lnTo>
                <a:lnTo>
                  <a:pt x="120586" y="122420"/>
                </a:lnTo>
                <a:lnTo>
                  <a:pt x="123444" y="115824"/>
                </a:lnTo>
                <a:lnTo>
                  <a:pt x="126563" y="108918"/>
                </a:lnTo>
                <a:lnTo>
                  <a:pt x="128968" y="101727"/>
                </a:lnTo>
                <a:lnTo>
                  <a:pt x="130516" y="93964"/>
                </a:lnTo>
                <a:lnTo>
                  <a:pt x="131064" y="85344"/>
                </a:lnTo>
                <a:lnTo>
                  <a:pt x="129968" y="74485"/>
                </a:lnTo>
                <a:lnTo>
                  <a:pt x="107251" y="43648"/>
                </a:lnTo>
                <a:lnTo>
                  <a:pt x="74676" y="36576"/>
                </a:lnTo>
                <a:lnTo>
                  <a:pt x="161301" y="36576"/>
                </a:lnTo>
                <a:lnTo>
                  <a:pt x="168592" y="49149"/>
                </a:lnTo>
                <a:lnTo>
                  <a:pt x="173569" y="64865"/>
                </a:lnTo>
                <a:lnTo>
                  <a:pt x="175260" y="82296"/>
                </a:lnTo>
                <a:lnTo>
                  <a:pt x="174712" y="92535"/>
                </a:lnTo>
                <a:lnTo>
                  <a:pt x="159639" y="136017"/>
                </a:lnTo>
                <a:lnTo>
                  <a:pt x="129635" y="167997"/>
                </a:lnTo>
                <a:lnTo>
                  <a:pt x="91440" y="193548"/>
                </a:lnTo>
                <a:lnTo>
                  <a:pt x="91440" y="243839"/>
                </a:lnTo>
                <a:close/>
              </a:path>
              <a:path w="175259" h="330835">
                <a:moveTo>
                  <a:pt x="94488" y="330708"/>
                </a:moveTo>
                <a:lnTo>
                  <a:pt x="50292" y="330708"/>
                </a:lnTo>
                <a:lnTo>
                  <a:pt x="50292" y="284988"/>
                </a:lnTo>
                <a:lnTo>
                  <a:pt x="94488" y="284988"/>
                </a:lnTo>
                <a:lnTo>
                  <a:pt x="94488" y="33070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pic>
        <p:nvPicPr>
          <p:cNvPr id="16" name="object 16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677418" y="3900677"/>
            <a:ext cx="4361687" cy="1827276"/>
          </a:xfrm>
          <a:prstGeom prst="rect">
            <a:avLst/>
          </a:prstGeom>
        </p:spPr>
      </p:pic>
      <p:pic>
        <p:nvPicPr>
          <p:cNvPr id="17" name="object 17"/>
          <p:cNvPicPr/>
          <p:nvPr/>
        </p:nvPicPr>
        <p:blipFill>
          <a:blip r:embed="rId4" cstate="print"/>
          <a:stretch>
            <a:fillRect/>
          </a:stretch>
        </p:blipFill>
        <p:spPr>
          <a:xfrm>
            <a:off x="5526785" y="3900677"/>
            <a:ext cx="4363212" cy="1827276"/>
          </a:xfrm>
          <a:prstGeom prst="rect">
            <a:avLst/>
          </a:prstGeom>
        </p:spPr>
      </p:pic>
      <p:grpSp>
        <p:nvGrpSpPr>
          <p:cNvPr id="18" name="object 18"/>
          <p:cNvGrpSpPr/>
          <p:nvPr/>
        </p:nvGrpSpPr>
        <p:grpSpPr>
          <a:xfrm>
            <a:off x="2045208" y="3393948"/>
            <a:ext cx="626745" cy="143510"/>
            <a:chOff x="2045208" y="3393948"/>
            <a:chExt cx="626745" cy="143510"/>
          </a:xfrm>
        </p:grpSpPr>
        <p:pic>
          <p:nvPicPr>
            <p:cNvPr id="19" name="object 19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2045208" y="3393948"/>
              <a:ext cx="323087" cy="143255"/>
            </a:xfrm>
            <a:prstGeom prst="rect">
              <a:avLst/>
            </a:prstGeom>
          </p:spPr>
        </p:pic>
        <p:pic>
          <p:nvPicPr>
            <p:cNvPr id="20" name="object 20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2388108" y="3438144"/>
              <a:ext cx="64007" cy="91440"/>
            </a:xfrm>
            <a:prstGeom prst="rect">
              <a:avLst/>
            </a:prstGeom>
          </p:spPr>
        </p:pic>
        <p:pic>
          <p:nvPicPr>
            <p:cNvPr id="21" name="object 21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2471927" y="3401568"/>
              <a:ext cx="199644" cy="128015"/>
            </a:xfrm>
            <a:prstGeom prst="rect">
              <a:avLst/>
            </a:prstGeom>
          </p:spPr>
        </p:pic>
      </p:grpSp>
      <p:pic>
        <p:nvPicPr>
          <p:cNvPr id="22" name="object 22"/>
          <p:cNvPicPr/>
          <p:nvPr/>
        </p:nvPicPr>
        <p:blipFill>
          <a:blip r:embed="rId8" cstate="print"/>
          <a:stretch>
            <a:fillRect/>
          </a:stretch>
        </p:blipFill>
        <p:spPr>
          <a:xfrm>
            <a:off x="4046220" y="3392423"/>
            <a:ext cx="1054607" cy="144780"/>
          </a:xfrm>
          <a:prstGeom prst="rect">
            <a:avLst/>
          </a:prstGeom>
        </p:spPr>
      </p:pic>
      <p:grpSp>
        <p:nvGrpSpPr>
          <p:cNvPr id="23" name="object 23"/>
          <p:cNvGrpSpPr/>
          <p:nvPr/>
        </p:nvGrpSpPr>
        <p:grpSpPr>
          <a:xfrm>
            <a:off x="6897623" y="3393948"/>
            <a:ext cx="626745" cy="143510"/>
            <a:chOff x="6897623" y="3393948"/>
            <a:chExt cx="626745" cy="143510"/>
          </a:xfrm>
        </p:grpSpPr>
        <p:pic>
          <p:nvPicPr>
            <p:cNvPr id="24" name="object 24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6897623" y="3393948"/>
              <a:ext cx="323087" cy="143255"/>
            </a:xfrm>
            <a:prstGeom prst="rect">
              <a:avLst/>
            </a:prstGeom>
          </p:spPr>
        </p:pic>
        <p:sp>
          <p:nvSpPr>
            <p:cNvPr id="25" name="object 25"/>
            <p:cNvSpPr/>
            <p:nvPr/>
          </p:nvSpPr>
          <p:spPr>
            <a:xfrm>
              <a:off x="7240523" y="3438144"/>
              <a:ext cx="62865" cy="91440"/>
            </a:xfrm>
            <a:custGeom>
              <a:avLst/>
              <a:gdLst/>
              <a:ahLst/>
              <a:cxnLst/>
              <a:rect l="l" t="t" r="r" b="b"/>
              <a:pathLst>
                <a:path w="62865" h="91439">
                  <a:moveTo>
                    <a:pt x="12191" y="91440"/>
                  </a:moveTo>
                  <a:lnTo>
                    <a:pt x="1523" y="91440"/>
                  </a:lnTo>
                  <a:lnTo>
                    <a:pt x="0" y="88392"/>
                  </a:lnTo>
                  <a:lnTo>
                    <a:pt x="0" y="4572"/>
                  </a:lnTo>
                  <a:lnTo>
                    <a:pt x="3047" y="1524"/>
                  </a:lnTo>
                  <a:lnTo>
                    <a:pt x="12191" y="1524"/>
                  </a:lnTo>
                  <a:lnTo>
                    <a:pt x="15239" y="6096"/>
                  </a:lnTo>
                  <a:lnTo>
                    <a:pt x="15239" y="15240"/>
                  </a:lnTo>
                  <a:lnTo>
                    <a:pt x="23288" y="8358"/>
                  </a:lnTo>
                  <a:lnTo>
                    <a:pt x="31622" y="3619"/>
                  </a:lnTo>
                  <a:lnTo>
                    <a:pt x="40528" y="881"/>
                  </a:lnTo>
                  <a:lnTo>
                    <a:pt x="50291" y="0"/>
                  </a:lnTo>
                  <a:lnTo>
                    <a:pt x="54863" y="0"/>
                  </a:lnTo>
                  <a:lnTo>
                    <a:pt x="57911" y="1524"/>
                  </a:lnTo>
                  <a:lnTo>
                    <a:pt x="59435" y="4572"/>
                  </a:lnTo>
                  <a:lnTo>
                    <a:pt x="62483" y="7620"/>
                  </a:lnTo>
                  <a:lnTo>
                    <a:pt x="62483" y="25908"/>
                  </a:lnTo>
                  <a:lnTo>
                    <a:pt x="62483" y="32004"/>
                  </a:lnTo>
                  <a:lnTo>
                    <a:pt x="59435" y="36576"/>
                  </a:lnTo>
                  <a:lnTo>
                    <a:pt x="50291" y="36576"/>
                  </a:lnTo>
                  <a:lnTo>
                    <a:pt x="47243" y="33528"/>
                  </a:lnTo>
                  <a:lnTo>
                    <a:pt x="47243" y="15240"/>
                  </a:lnTo>
                  <a:lnTo>
                    <a:pt x="38099" y="16764"/>
                  </a:lnTo>
                  <a:lnTo>
                    <a:pt x="32003" y="18288"/>
                  </a:lnTo>
                  <a:lnTo>
                    <a:pt x="27431" y="22860"/>
                  </a:lnTo>
                  <a:lnTo>
                    <a:pt x="21335" y="25908"/>
                  </a:lnTo>
                  <a:lnTo>
                    <a:pt x="15239" y="38100"/>
                  </a:lnTo>
                  <a:lnTo>
                    <a:pt x="15239" y="88392"/>
                  </a:lnTo>
                  <a:lnTo>
                    <a:pt x="12191" y="9144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6" name="object 26"/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7324343" y="3401568"/>
              <a:ext cx="199643" cy="128015"/>
            </a:xfrm>
            <a:prstGeom prst="rect">
              <a:avLst/>
            </a:prstGeom>
          </p:spPr>
        </p:pic>
      </p:grpSp>
      <p:sp>
        <p:nvSpPr>
          <p:cNvPr id="27" name="object 27"/>
          <p:cNvSpPr/>
          <p:nvPr/>
        </p:nvSpPr>
        <p:spPr>
          <a:xfrm>
            <a:off x="7161276" y="3617976"/>
            <a:ext cx="55244" cy="167640"/>
          </a:xfrm>
          <a:custGeom>
            <a:avLst/>
            <a:gdLst/>
            <a:ahLst/>
            <a:cxnLst/>
            <a:rect l="l" t="t" r="r" b="b"/>
            <a:pathLst>
              <a:path w="55245" h="167639">
                <a:moveTo>
                  <a:pt x="33528" y="124968"/>
                </a:moveTo>
                <a:lnTo>
                  <a:pt x="19812" y="124968"/>
                </a:lnTo>
                <a:lnTo>
                  <a:pt x="19812" y="0"/>
                </a:lnTo>
                <a:lnTo>
                  <a:pt x="33528" y="0"/>
                </a:lnTo>
                <a:lnTo>
                  <a:pt x="33528" y="124968"/>
                </a:lnTo>
                <a:close/>
              </a:path>
              <a:path w="55245" h="167639">
                <a:moveTo>
                  <a:pt x="27432" y="167640"/>
                </a:moveTo>
                <a:lnTo>
                  <a:pt x="0" y="111252"/>
                </a:lnTo>
                <a:lnTo>
                  <a:pt x="19812" y="111252"/>
                </a:lnTo>
                <a:lnTo>
                  <a:pt x="19812" y="124968"/>
                </a:lnTo>
                <a:lnTo>
                  <a:pt x="48191" y="124968"/>
                </a:lnTo>
                <a:lnTo>
                  <a:pt x="27432" y="167640"/>
                </a:lnTo>
                <a:close/>
              </a:path>
              <a:path w="55245" h="167639">
                <a:moveTo>
                  <a:pt x="48191" y="124968"/>
                </a:moveTo>
                <a:lnTo>
                  <a:pt x="33528" y="124968"/>
                </a:lnTo>
                <a:lnTo>
                  <a:pt x="33528" y="111252"/>
                </a:lnTo>
                <a:lnTo>
                  <a:pt x="54864" y="111252"/>
                </a:lnTo>
                <a:lnTo>
                  <a:pt x="48191" y="12496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" name="object 28"/>
          <p:cNvSpPr/>
          <p:nvPr/>
        </p:nvSpPr>
        <p:spPr>
          <a:xfrm>
            <a:off x="4507991" y="3617976"/>
            <a:ext cx="55244" cy="167640"/>
          </a:xfrm>
          <a:custGeom>
            <a:avLst/>
            <a:gdLst/>
            <a:ahLst/>
            <a:cxnLst/>
            <a:rect l="l" t="t" r="r" b="b"/>
            <a:pathLst>
              <a:path w="55245" h="167639">
                <a:moveTo>
                  <a:pt x="35052" y="124968"/>
                </a:moveTo>
                <a:lnTo>
                  <a:pt x="21336" y="124968"/>
                </a:lnTo>
                <a:lnTo>
                  <a:pt x="21336" y="0"/>
                </a:lnTo>
                <a:lnTo>
                  <a:pt x="35052" y="0"/>
                </a:lnTo>
                <a:lnTo>
                  <a:pt x="35052" y="124968"/>
                </a:lnTo>
                <a:close/>
              </a:path>
              <a:path w="55245" h="167639">
                <a:moveTo>
                  <a:pt x="27432" y="167640"/>
                </a:moveTo>
                <a:lnTo>
                  <a:pt x="0" y="111252"/>
                </a:lnTo>
                <a:lnTo>
                  <a:pt x="21336" y="111252"/>
                </a:lnTo>
                <a:lnTo>
                  <a:pt x="21336" y="124968"/>
                </a:lnTo>
                <a:lnTo>
                  <a:pt x="48191" y="124968"/>
                </a:lnTo>
                <a:lnTo>
                  <a:pt x="27432" y="167640"/>
                </a:lnTo>
                <a:close/>
              </a:path>
              <a:path w="55245" h="167639">
                <a:moveTo>
                  <a:pt x="48191" y="124968"/>
                </a:moveTo>
                <a:lnTo>
                  <a:pt x="35052" y="124968"/>
                </a:lnTo>
                <a:lnTo>
                  <a:pt x="35052" y="111252"/>
                </a:lnTo>
                <a:lnTo>
                  <a:pt x="54864" y="111252"/>
                </a:lnTo>
                <a:lnTo>
                  <a:pt x="48191" y="12496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" name="object 29"/>
          <p:cNvSpPr/>
          <p:nvPr/>
        </p:nvSpPr>
        <p:spPr>
          <a:xfrm>
            <a:off x="2310383" y="3617976"/>
            <a:ext cx="55244" cy="167640"/>
          </a:xfrm>
          <a:custGeom>
            <a:avLst/>
            <a:gdLst/>
            <a:ahLst/>
            <a:cxnLst/>
            <a:rect l="l" t="t" r="r" b="b"/>
            <a:pathLst>
              <a:path w="55244" h="167639">
                <a:moveTo>
                  <a:pt x="35052" y="124968"/>
                </a:moveTo>
                <a:lnTo>
                  <a:pt x="19812" y="124968"/>
                </a:lnTo>
                <a:lnTo>
                  <a:pt x="19812" y="0"/>
                </a:lnTo>
                <a:lnTo>
                  <a:pt x="35052" y="0"/>
                </a:lnTo>
                <a:lnTo>
                  <a:pt x="35052" y="124968"/>
                </a:lnTo>
                <a:close/>
              </a:path>
              <a:path w="55244" h="167639">
                <a:moveTo>
                  <a:pt x="27432" y="167640"/>
                </a:moveTo>
                <a:lnTo>
                  <a:pt x="0" y="111252"/>
                </a:lnTo>
                <a:lnTo>
                  <a:pt x="19812" y="111252"/>
                </a:lnTo>
                <a:lnTo>
                  <a:pt x="19812" y="124968"/>
                </a:lnTo>
                <a:lnTo>
                  <a:pt x="48191" y="124968"/>
                </a:lnTo>
                <a:lnTo>
                  <a:pt x="27432" y="167640"/>
                </a:lnTo>
                <a:close/>
              </a:path>
              <a:path w="55244" h="167639">
                <a:moveTo>
                  <a:pt x="48191" y="124968"/>
                </a:moveTo>
                <a:lnTo>
                  <a:pt x="35052" y="124968"/>
                </a:lnTo>
                <a:lnTo>
                  <a:pt x="35052" y="111252"/>
                </a:lnTo>
                <a:lnTo>
                  <a:pt x="54864" y="111252"/>
                </a:lnTo>
                <a:lnTo>
                  <a:pt x="48191" y="12496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pic>
        <p:nvPicPr>
          <p:cNvPr id="30" name="object 30"/>
          <p:cNvPicPr/>
          <p:nvPr/>
        </p:nvPicPr>
        <p:blipFill>
          <a:blip r:embed="rId11" cstate="print"/>
          <a:stretch>
            <a:fillRect/>
          </a:stretch>
        </p:blipFill>
        <p:spPr>
          <a:xfrm>
            <a:off x="8854440" y="3389376"/>
            <a:ext cx="1053084" cy="144780"/>
          </a:xfrm>
          <a:prstGeom prst="rect">
            <a:avLst/>
          </a:prstGeom>
        </p:spPr>
      </p:pic>
      <p:sp>
        <p:nvSpPr>
          <p:cNvPr id="31" name="object 31"/>
          <p:cNvSpPr/>
          <p:nvPr/>
        </p:nvSpPr>
        <p:spPr>
          <a:xfrm>
            <a:off x="9311640" y="3614927"/>
            <a:ext cx="55244" cy="167640"/>
          </a:xfrm>
          <a:custGeom>
            <a:avLst/>
            <a:gdLst/>
            <a:ahLst/>
            <a:cxnLst/>
            <a:rect l="l" t="t" r="r" b="b"/>
            <a:pathLst>
              <a:path w="55245" h="167639">
                <a:moveTo>
                  <a:pt x="35052" y="124968"/>
                </a:moveTo>
                <a:lnTo>
                  <a:pt x="21336" y="124968"/>
                </a:lnTo>
                <a:lnTo>
                  <a:pt x="21336" y="0"/>
                </a:lnTo>
                <a:lnTo>
                  <a:pt x="35052" y="0"/>
                </a:lnTo>
                <a:lnTo>
                  <a:pt x="35052" y="124968"/>
                </a:lnTo>
                <a:close/>
              </a:path>
              <a:path w="55245" h="167639">
                <a:moveTo>
                  <a:pt x="27432" y="167640"/>
                </a:moveTo>
                <a:lnTo>
                  <a:pt x="0" y="111252"/>
                </a:lnTo>
                <a:lnTo>
                  <a:pt x="21336" y="111252"/>
                </a:lnTo>
                <a:lnTo>
                  <a:pt x="21336" y="124968"/>
                </a:lnTo>
                <a:lnTo>
                  <a:pt x="48191" y="124968"/>
                </a:lnTo>
                <a:lnTo>
                  <a:pt x="27432" y="167640"/>
                </a:lnTo>
                <a:close/>
              </a:path>
              <a:path w="55245" h="167639">
                <a:moveTo>
                  <a:pt x="48191" y="124968"/>
                </a:moveTo>
                <a:lnTo>
                  <a:pt x="35052" y="124968"/>
                </a:lnTo>
                <a:lnTo>
                  <a:pt x="35052" y="111252"/>
                </a:lnTo>
                <a:lnTo>
                  <a:pt x="54864" y="111252"/>
                </a:lnTo>
                <a:lnTo>
                  <a:pt x="48191" y="12496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32" name="object 32"/>
          <p:cNvGrpSpPr/>
          <p:nvPr/>
        </p:nvGrpSpPr>
        <p:grpSpPr>
          <a:xfrm>
            <a:off x="1723644" y="5853683"/>
            <a:ext cx="498475" cy="158750"/>
            <a:chOff x="1723644" y="5853683"/>
            <a:chExt cx="498475" cy="158750"/>
          </a:xfrm>
        </p:grpSpPr>
        <p:pic>
          <p:nvPicPr>
            <p:cNvPr id="33" name="object 33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1723644" y="5858256"/>
              <a:ext cx="367284" cy="153924"/>
            </a:xfrm>
            <a:prstGeom prst="rect">
              <a:avLst/>
            </a:prstGeom>
          </p:spPr>
        </p:pic>
        <p:pic>
          <p:nvPicPr>
            <p:cNvPr id="34" name="object 34"/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2112264" y="5853683"/>
              <a:ext cx="109727" cy="155448"/>
            </a:xfrm>
            <a:prstGeom prst="rect">
              <a:avLst/>
            </a:prstGeom>
          </p:spPr>
        </p:pic>
      </p:grpSp>
      <p:pic>
        <p:nvPicPr>
          <p:cNvPr id="35" name="object 35"/>
          <p:cNvPicPr/>
          <p:nvPr/>
        </p:nvPicPr>
        <p:blipFill>
          <a:blip r:embed="rId14" cstate="print"/>
          <a:stretch>
            <a:fillRect/>
          </a:stretch>
        </p:blipFill>
        <p:spPr>
          <a:xfrm>
            <a:off x="2290572" y="5852160"/>
            <a:ext cx="998220" cy="167640"/>
          </a:xfrm>
          <a:prstGeom prst="rect">
            <a:avLst/>
          </a:prstGeom>
        </p:spPr>
      </p:pic>
      <p:grpSp>
        <p:nvGrpSpPr>
          <p:cNvPr id="36" name="object 36"/>
          <p:cNvGrpSpPr/>
          <p:nvPr/>
        </p:nvGrpSpPr>
        <p:grpSpPr>
          <a:xfrm>
            <a:off x="3366516" y="5852159"/>
            <a:ext cx="594360" cy="167640"/>
            <a:chOff x="3366516" y="5852159"/>
            <a:chExt cx="594360" cy="167640"/>
          </a:xfrm>
        </p:grpSpPr>
        <p:pic>
          <p:nvPicPr>
            <p:cNvPr id="37" name="object 37"/>
            <p:cNvPicPr/>
            <p:nvPr/>
          </p:nvPicPr>
          <p:blipFill>
            <a:blip r:embed="rId15" cstate="print"/>
            <a:stretch>
              <a:fillRect/>
            </a:stretch>
          </p:blipFill>
          <p:spPr>
            <a:xfrm>
              <a:off x="3366516" y="5855207"/>
              <a:ext cx="281940" cy="155447"/>
            </a:xfrm>
            <a:prstGeom prst="rect">
              <a:avLst/>
            </a:prstGeom>
          </p:spPr>
        </p:pic>
        <p:pic>
          <p:nvPicPr>
            <p:cNvPr id="38" name="object 38"/>
            <p:cNvPicPr/>
            <p:nvPr/>
          </p:nvPicPr>
          <p:blipFill>
            <a:blip r:embed="rId16" cstate="print"/>
            <a:stretch>
              <a:fillRect/>
            </a:stretch>
          </p:blipFill>
          <p:spPr>
            <a:xfrm>
              <a:off x="3672840" y="5852159"/>
              <a:ext cx="288035" cy="167640"/>
            </a:xfrm>
            <a:prstGeom prst="rect">
              <a:avLst/>
            </a:prstGeom>
          </p:spPr>
        </p:pic>
      </p:grpSp>
      <p:pic>
        <p:nvPicPr>
          <p:cNvPr id="39" name="object 39"/>
          <p:cNvPicPr/>
          <p:nvPr/>
        </p:nvPicPr>
        <p:blipFill>
          <a:blip r:embed="rId17" cstate="print"/>
          <a:stretch>
            <a:fillRect/>
          </a:stretch>
        </p:blipFill>
        <p:spPr>
          <a:xfrm>
            <a:off x="6454139" y="5853683"/>
            <a:ext cx="758952" cy="163068"/>
          </a:xfrm>
          <a:prstGeom prst="rect">
            <a:avLst/>
          </a:prstGeom>
        </p:spPr>
      </p:pic>
      <p:pic>
        <p:nvPicPr>
          <p:cNvPr id="40" name="object 40"/>
          <p:cNvPicPr/>
          <p:nvPr/>
        </p:nvPicPr>
        <p:blipFill>
          <a:blip r:embed="rId18" cstate="print"/>
          <a:stretch>
            <a:fillRect/>
          </a:stretch>
        </p:blipFill>
        <p:spPr>
          <a:xfrm>
            <a:off x="7283195" y="5852160"/>
            <a:ext cx="998220" cy="167640"/>
          </a:xfrm>
          <a:prstGeom prst="rect">
            <a:avLst/>
          </a:prstGeom>
        </p:spPr>
      </p:pic>
      <p:grpSp>
        <p:nvGrpSpPr>
          <p:cNvPr id="41" name="object 41"/>
          <p:cNvGrpSpPr/>
          <p:nvPr/>
        </p:nvGrpSpPr>
        <p:grpSpPr>
          <a:xfrm>
            <a:off x="8359140" y="5852159"/>
            <a:ext cx="593090" cy="167640"/>
            <a:chOff x="8359140" y="5852159"/>
            <a:chExt cx="593090" cy="167640"/>
          </a:xfrm>
        </p:grpSpPr>
        <p:pic>
          <p:nvPicPr>
            <p:cNvPr id="42" name="object 42"/>
            <p:cNvPicPr/>
            <p:nvPr/>
          </p:nvPicPr>
          <p:blipFill>
            <a:blip r:embed="rId19" cstate="print"/>
            <a:stretch>
              <a:fillRect/>
            </a:stretch>
          </p:blipFill>
          <p:spPr>
            <a:xfrm>
              <a:off x="8359140" y="5855207"/>
              <a:ext cx="280415" cy="155447"/>
            </a:xfrm>
            <a:prstGeom prst="rect">
              <a:avLst/>
            </a:prstGeom>
          </p:spPr>
        </p:pic>
        <p:pic>
          <p:nvPicPr>
            <p:cNvPr id="43" name="object 43"/>
            <p:cNvPicPr/>
            <p:nvPr/>
          </p:nvPicPr>
          <p:blipFill>
            <a:blip r:embed="rId20" cstate="print"/>
            <a:stretch>
              <a:fillRect/>
            </a:stretch>
          </p:blipFill>
          <p:spPr>
            <a:xfrm>
              <a:off x="8665463" y="5852159"/>
              <a:ext cx="286512" cy="167640"/>
            </a:xfrm>
            <a:prstGeom prst="rect">
              <a:avLst/>
            </a:prstGeom>
          </p:spPr>
        </p:pic>
      </p:grpSp>
      <p:sp>
        <p:nvSpPr>
          <p:cNvPr id="44" name="object 44"/>
          <p:cNvSpPr/>
          <p:nvPr/>
        </p:nvSpPr>
        <p:spPr>
          <a:xfrm>
            <a:off x="1764792" y="6810756"/>
            <a:ext cx="739140" cy="372110"/>
          </a:xfrm>
          <a:custGeom>
            <a:avLst/>
            <a:gdLst/>
            <a:ahLst/>
            <a:cxnLst/>
            <a:rect l="l" t="t" r="r" b="b"/>
            <a:pathLst>
              <a:path w="739139" h="372109">
                <a:moveTo>
                  <a:pt x="295656" y="0"/>
                </a:moveTo>
                <a:lnTo>
                  <a:pt x="243840" y="0"/>
                </a:lnTo>
                <a:lnTo>
                  <a:pt x="147828" y="160020"/>
                </a:lnTo>
                <a:lnTo>
                  <a:pt x="54864" y="0"/>
                </a:lnTo>
                <a:lnTo>
                  <a:pt x="0" y="0"/>
                </a:lnTo>
                <a:lnTo>
                  <a:pt x="123444" y="208788"/>
                </a:lnTo>
                <a:lnTo>
                  <a:pt x="123444" y="364236"/>
                </a:lnTo>
                <a:lnTo>
                  <a:pt x="172212" y="364236"/>
                </a:lnTo>
                <a:lnTo>
                  <a:pt x="172212" y="202692"/>
                </a:lnTo>
                <a:lnTo>
                  <a:pt x="295656" y="0"/>
                </a:lnTo>
                <a:close/>
              </a:path>
              <a:path w="739139" h="372109">
                <a:moveTo>
                  <a:pt x="512051" y="207264"/>
                </a:moveTo>
                <a:lnTo>
                  <a:pt x="507555" y="164401"/>
                </a:lnTo>
                <a:lnTo>
                  <a:pt x="488746" y="121920"/>
                </a:lnTo>
                <a:lnTo>
                  <a:pt x="467855" y="101892"/>
                </a:lnTo>
                <a:lnTo>
                  <a:pt x="467855" y="196596"/>
                </a:lnTo>
                <a:lnTo>
                  <a:pt x="323075" y="196596"/>
                </a:lnTo>
                <a:lnTo>
                  <a:pt x="335648" y="154114"/>
                </a:lnTo>
                <a:lnTo>
                  <a:pt x="368795" y="126492"/>
                </a:lnTo>
                <a:lnTo>
                  <a:pt x="399275" y="121920"/>
                </a:lnTo>
                <a:lnTo>
                  <a:pt x="408139" y="122212"/>
                </a:lnTo>
                <a:lnTo>
                  <a:pt x="446519" y="135636"/>
                </a:lnTo>
                <a:lnTo>
                  <a:pt x="451091" y="141732"/>
                </a:lnTo>
                <a:lnTo>
                  <a:pt x="455142" y="146596"/>
                </a:lnTo>
                <a:lnTo>
                  <a:pt x="466928" y="187744"/>
                </a:lnTo>
                <a:lnTo>
                  <a:pt x="467855" y="196596"/>
                </a:lnTo>
                <a:lnTo>
                  <a:pt x="467855" y="101892"/>
                </a:lnTo>
                <a:lnTo>
                  <a:pt x="465950" y="100393"/>
                </a:lnTo>
                <a:lnTo>
                  <a:pt x="426326" y="85153"/>
                </a:lnTo>
                <a:lnTo>
                  <a:pt x="402323" y="83820"/>
                </a:lnTo>
                <a:lnTo>
                  <a:pt x="375183" y="86156"/>
                </a:lnTo>
                <a:lnTo>
                  <a:pt x="329463" y="105689"/>
                </a:lnTo>
                <a:lnTo>
                  <a:pt x="295122" y="144589"/>
                </a:lnTo>
                <a:lnTo>
                  <a:pt x="277888" y="197167"/>
                </a:lnTo>
                <a:lnTo>
                  <a:pt x="275831" y="228600"/>
                </a:lnTo>
                <a:lnTo>
                  <a:pt x="278117" y="260896"/>
                </a:lnTo>
                <a:lnTo>
                  <a:pt x="296405" y="313474"/>
                </a:lnTo>
                <a:lnTo>
                  <a:pt x="331774" y="349758"/>
                </a:lnTo>
                <a:lnTo>
                  <a:pt x="382498" y="368046"/>
                </a:lnTo>
                <a:lnTo>
                  <a:pt x="412991" y="370332"/>
                </a:lnTo>
                <a:lnTo>
                  <a:pt x="421563" y="370319"/>
                </a:lnTo>
                <a:lnTo>
                  <a:pt x="464807" y="362712"/>
                </a:lnTo>
                <a:lnTo>
                  <a:pt x="472427" y="361188"/>
                </a:lnTo>
                <a:lnTo>
                  <a:pt x="478523" y="359664"/>
                </a:lnTo>
                <a:lnTo>
                  <a:pt x="487667" y="356616"/>
                </a:lnTo>
                <a:lnTo>
                  <a:pt x="495287" y="352044"/>
                </a:lnTo>
                <a:lnTo>
                  <a:pt x="501383" y="350520"/>
                </a:lnTo>
                <a:lnTo>
                  <a:pt x="507479" y="347472"/>
                </a:lnTo>
                <a:lnTo>
                  <a:pt x="507479" y="330708"/>
                </a:lnTo>
                <a:lnTo>
                  <a:pt x="507479" y="297180"/>
                </a:lnTo>
                <a:lnTo>
                  <a:pt x="504431" y="297180"/>
                </a:lnTo>
                <a:lnTo>
                  <a:pt x="499859" y="300228"/>
                </a:lnTo>
                <a:lnTo>
                  <a:pt x="495287" y="304800"/>
                </a:lnTo>
                <a:lnTo>
                  <a:pt x="490715" y="307848"/>
                </a:lnTo>
                <a:lnTo>
                  <a:pt x="484619" y="310896"/>
                </a:lnTo>
                <a:lnTo>
                  <a:pt x="476999" y="315468"/>
                </a:lnTo>
                <a:lnTo>
                  <a:pt x="469379" y="318516"/>
                </a:lnTo>
                <a:lnTo>
                  <a:pt x="428040" y="329755"/>
                </a:lnTo>
                <a:lnTo>
                  <a:pt x="412991" y="330708"/>
                </a:lnTo>
                <a:lnTo>
                  <a:pt x="392658" y="329260"/>
                </a:lnTo>
                <a:lnTo>
                  <a:pt x="345935" y="306324"/>
                </a:lnTo>
                <a:lnTo>
                  <a:pt x="324510" y="254889"/>
                </a:lnTo>
                <a:lnTo>
                  <a:pt x="323075" y="233172"/>
                </a:lnTo>
                <a:lnTo>
                  <a:pt x="512051" y="233172"/>
                </a:lnTo>
                <a:lnTo>
                  <a:pt x="512051" y="207264"/>
                </a:lnTo>
                <a:close/>
              </a:path>
              <a:path w="739139" h="372109">
                <a:moveTo>
                  <a:pt x="739127" y="285000"/>
                </a:moveTo>
                <a:lnTo>
                  <a:pt x="730770" y="247484"/>
                </a:lnTo>
                <a:lnTo>
                  <a:pt x="693026" y="216750"/>
                </a:lnTo>
                <a:lnTo>
                  <a:pt x="664641" y="209372"/>
                </a:lnTo>
                <a:lnTo>
                  <a:pt x="658241" y="207772"/>
                </a:lnTo>
                <a:lnTo>
                  <a:pt x="652259" y="205752"/>
                </a:lnTo>
                <a:lnTo>
                  <a:pt x="643115" y="204228"/>
                </a:lnTo>
                <a:lnTo>
                  <a:pt x="635495" y="202704"/>
                </a:lnTo>
                <a:lnTo>
                  <a:pt x="598919" y="187464"/>
                </a:lnTo>
                <a:lnTo>
                  <a:pt x="589775" y="161556"/>
                </a:lnTo>
                <a:lnTo>
                  <a:pt x="590880" y="152742"/>
                </a:lnTo>
                <a:lnTo>
                  <a:pt x="623112" y="125742"/>
                </a:lnTo>
                <a:lnTo>
                  <a:pt x="644639" y="123456"/>
                </a:lnTo>
                <a:lnTo>
                  <a:pt x="655167" y="124002"/>
                </a:lnTo>
                <a:lnTo>
                  <a:pt x="698220" y="135712"/>
                </a:lnTo>
                <a:lnTo>
                  <a:pt x="726935" y="153936"/>
                </a:lnTo>
                <a:lnTo>
                  <a:pt x="729983" y="153936"/>
                </a:lnTo>
                <a:lnTo>
                  <a:pt x="729983" y="103644"/>
                </a:lnTo>
                <a:lnTo>
                  <a:pt x="721436" y="99352"/>
                </a:lnTo>
                <a:lnTo>
                  <a:pt x="711885" y="95643"/>
                </a:lnTo>
                <a:lnTo>
                  <a:pt x="701484" y="92494"/>
                </a:lnTo>
                <a:lnTo>
                  <a:pt x="690359" y="89928"/>
                </a:lnTo>
                <a:lnTo>
                  <a:pt x="678929" y="87045"/>
                </a:lnTo>
                <a:lnTo>
                  <a:pt x="667499" y="85166"/>
                </a:lnTo>
                <a:lnTo>
                  <a:pt x="656069" y="84137"/>
                </a:lnTo>
                <a:lnTo>
                  <a:pt x="644639" y="83832"/>
                </a:lnTo>
                <a:lnTo>
                  <a:pt x="622922" y="85280"/>
                </a:lnTo>
                <a:lnTo>
                  <a:pt x="586346" y="97332"/>
                </a:lnTo>
                <a:lnTo>
                  <a:pt x="549579" y="134505"/>
                </a:lnTo>
                <a:lnTo>
                  <a:pt x="542531" y="167652"/>
                </a:lnTo>
                <a:lnTo>
                  <a:pt x="543420" y="180797"/>
                </a:lnTo>
                <a:lnTo>
                  <a:pt x="565759" y="222821"/>
                </a:lnTo>
                <a:lnTo>
                  <a:pt x="601967" y="242328"/>
                </a:lnTo>
                <a:lnTo>
                  <a:pt x="608825" y="243700"/>
                </a:lnTo>
                <a:lnTo>
                  <a:pt x="622541" y="247040"/>
                </a:lnTo>
                <a:lnTo>
                  <a:pt x="629399" y="248424"/>
                </a:lnTo>
                <a:lnTo>
                  <a:pt x="638543" y="249948"/>
                </a:lnTo>
                <a:lnTo>
                  <a:pt x="646163" y="251472"/>
                </a:lnTo>
                <a:lnTo>
                  <a:pt x="684263" y="266712"/>
                </a:lnTo>
                <a:lnTo>
                  <a:pt x="693407" y="292620"/>
                </a:lnTo>
                <a:lnTo>
                  <a:pt x="693407" y="300240"/>
                </a:lnTo>
                <a:lnTo>
                  <a:pt x="691883" y="306336"/>
                </a:lnTo>
                <a:lnTo>
                  <a:pt x="682739" y="320052"/>
                </a:lnTo>
                <a:lnTo>
                  <a:pt x="676643" y="323100"/>
                </a:lnTo>
                <a:lnTo>
                  <a:pt x="672071" y="326148"/>
                </a:lnTo>
                <a:lnTo>
                  <a:pt x="665975" y="327672"/>
                </a:lnTo>
                <a:lnTo>
                  <a:pt x="658355" y="329196"/>
                </a:lnTo>
                <a:lnTo>
                  <a:pt x="649211" y="330720"/>
                </a:lnTo>
                <a:lnTo>
                  <a:pt x="641591" y="332244"/>
                </a:lnTo>
                <a:lnTo>
                  <a:pt x="633971" y="332244"/>
                </a:lnTo>
                <a:lnTo>
                  <a:pt x="626884" y="331952"/>
                </a:lnTo>
                <a:lnTo>
                  <a:pt x="579107" y="318528"/>
                </a:lnTo>
                <a:lnTo>
                  <a:pt x="557771" y="306336"/>
                </a:lnTo>
                <a:lnTo>
                  <a:pt x="544055" y="297192"/>
                </a:lnTo>
                <a:lnTo>
                  <a:pt x="541007" y="297192"/>
                </a:lnTo>
                <a:lnTo>
                  <a:pt x="541007" y="349008"/>
                </a:lnTo>
                <a:lnTo>
                  <a:pt x="580631" y="364248"/>
                </a:lnTo>
                <a:lnTo>
                  <a:pt x="618998" y="371309"/>
                </a:lnTo>
                <a:lnTo>
                  <a:pt x="632447" y="371868"/>
                </a:lnTo>
                <a:lnTo>
                  <a:pt x="645833" y="371309"/>
                </a:lnTo>
                <a:lnTo>
                  <a:pt x="688555" y="361391"/>
                </a:lnTo>
                <a:lnTo>
                  <a:pt x="724077" y="333387"/>
                </a:lnTo>
                <a:lnTo>
                  <a:pt x="738822" y="294093"/>
                </a:lnTo>
                <a:lnTo>
                  <a:pt x="739127" y="28500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" name="object 45"/>
          <p:cNvSpPr/>
          <p:nvPr/>
        </p:nvSpPr>
        <p:spPr>
          <a:xfrm>
            <a:off x="2569463" y="6810755"/>
            <a:ext cx="55244" cy="364490"/>
          </a:xfrm>
          <a:custGeom>
            <a:avLst/>
            <a:gdLst/>
            <a:ahLst/>
            <a:cxnLst/>
            <a:rect l="l" t="t" r="r" b="b"/>
            <a:pathLst>
              <a:path w="55244" h="364490">
                <a:moveTo>
                  <a:pt x="48768" y="263652"/>
                </a:moveTo>
                <a:lnTo>
                  <a:pt x="7620" y="263652"/>
                </a:lnTo>
                <a:lnTo>
                  <a:pt x="0" y="0"/>
                </a:lnTo>
                <a:lnTo>
                  <a:pt x="54864" y="0"/>
                </a:lnTo>
                <a:lnTo>
                  <a:pt x="48768" y="263652"/>
                </a:lnTo>
                <a:close/>
              </a:path>
              <a:path w="55244" h="364490">
                <a:moveTo>
                  <a:pt x="53340" y="364236"/>
                </a:moveTo>
                <a:lnTo>
                  <a:pt x="3048" y="364236"/>
                </a:lnTo>
                <a:lnTo>
                  <a:pt x="3048" y="312419"/>
                </a:lnTo>
                <a:lnTo>
                  <a:pt x="53340" y="312419"/>
                </a:lnTo>
                <a:lnTo>
                  <a:pt x="53340" y="364236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" name="object 46"/>
          <p:cNvSpPr/>
          <p:nvPr/>
        </p:nvSpPr>
        <p:spPr>
          <a:xfrm>
            <a:off x="2738627" y="6810755"/>
            <a:ext cx="55244" cy="364490"/>
          </a:xfrm>
          <a:custGeom>
            <a:avLst/>
            <a:gdLst/>
            <a:ahLst/>
            <a:cxnLst/>
            <a:rect l="l" t="t" r="r" b="b"/>
            <a:pathLst>
              <a:path w="55244" h="364490">
                <a:moveTo>
                  <a:pt x="47244" y="263652"/>
                </a:moveTo>
                <a:lnTo>
                  <a:pt x="6096" y="263652"/>
                </a:lnTo>
                <a:lnTo>
                  <a:pt x="0" y="0"/>
                </a:lnTo>
                <a:lnTo>
                  <a:pt x="54864" y="0"/>
                </a:lnTo>
                <a:lnTo>
                  <a:pt x="47244" y="263652"/>
                </a:lnTo>
                <a:close/>
              </a:path>
              <a:path w="55244" h="364490">
                <a:moveTo>
                  <a:pt x="51816" y="364236"/>
                </a:moveTo>
                <a:lnTo>
                  <a:pt x="1524" y="364236"/>
                </a:lnTo>
                <a:lnTo>
                  <a:pt x="1524" y="312419"/>
                </a:lnTo>
                <a:lnTo>
                  <a:pt x="51816" y="312419"/>
                </a:lnTo>
                <a:lnTo>
                  <a:pt x="51816" y="364236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" name="object 47"/>
          <p:cNvSpPr/>
          <p:nvPr/>
        </p:nvSpPr>
        <p:spPr>
          <a:xfrm>
            <a:off x="2904744" y="6810755"/>
            <a:ext cx="55244" cy="364490"/>
          </a:xfrm>
          <a:custGeom>
            <a:avLst/>
            <a:gdLst/>
            <a:ahLst/>
            <a:cxnLst/>
            <a:rect l="l" t="t" r="r" b="b"/>
            <a:pathLst>
              <a:path w="55244" h="364490">
                <a:moveTo>
                  <a:pt x="48768" y="263652"/>
                </a:moveTo>
                <a:lnTo>
                  <a:pt x="7620" y="263652"/>
                </a:lnTo>
                <a:lnTo>
                  <a:pt x="0" y="0"/>
                </a:lnTo>
                <a:lnTo>
                  <a:pt x="54864" y="0"/>
                </a:lnTo>
                <a:lnTo>
                  <a:pt x="48768" y="263652"/>
                </a:lnTo>
                <a:close/>
              </a:path>
              <a:path w="55244" h="364490">
                <a:moveTo>
                  <a:pt x="51816" y="364236"/>
                </a:moveTo>
                <a:lnTo>
                  <a:pt x="3048" y="364236"/>
                </a:lnTo>
                <a:lnTo>
                  <a:pt x="3048" y="312419"/>
                </a:lnTo>
                <a:lnTo>
                  <a:pt x="51816" y="312419"/>
                </a:lnTo>
                <a:lnTo>
                  <a:pt x="51816" y="364236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/>
          <a:lstStyle/>
          <a:p>
            <a:endParaRPr/>
          </a:p>
        </p:txBody>
      </p:sp>
    </p:spTree>
  </p:cSld>
  <p:clrMapOvr>
    <a:masterClrMapping/>
  </p:clrMapOvr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9561576" y="7229856"/>
            <a:ext cx="187960" cy="143510"/>
            <a:chOff x="9561576" y="7229856"/>
            <a:chExt cx="187960" cy="143510"/>
          </a:xfrm>
        </p:grpSpPr>
        <p:pic>
          <p:nvPicPr>
            <p:cNvPr id="3" name="object 3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9561576" y="7229856"/>
              <a:ext cx="86868" cy="143256"/>
            </a:xfrm>
            <a:prstGeom prst="rect">
              <a:avLst/>
            </a:prstGeom>
          </p:spPr>
        </p:pic>
        <p:pic>
          <p:nvPicPr>
            <p:cNvPr id="4" name="object 4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9680448" y="7231380"/>
              <a:ext cx="68579" cy="141732"/>
            </a:xfrm>
            <a:prstGeom prst="rect">
              <a:avLst/>
            </a:prstGeom>
          </p:spPr>
        </p:pic>
      </p:grpSp>
      <p:sp>
        <p:nvSpPr>
          <p:cNvPr id="5" name="object 5"/>
          <p:cNvSpPr/>
          <p:nvPr/>
        </p:nvSpPr>
        <p:spPr>
          <a:xfrm>
            <a:off x="1722120" y="1271015"/>
            <a:ext cx="554990" cy="567055"/>
          </a:xfrm>
          <a:custGeom>
            <a:avLst/>
            <a:gdLst/>
            <a:ahLst/>
            <a:cxnLst/>
            <a:rect l="l" t="t" r="r" b="b"/>
            <a:pathLst>
              <a:path w="554989" h="567055">
                <a:moveTo>
                  <a:pt x="16764" y="196595"/>
                </a:moveTo>
                <a:lnTo>
                  <a:pt x="12192" y="188975"/>
                </a:lnTo>
                <a:lnTo>
                  <a:pt x="23050" y="176641"/>
                </a:lnTo>
                <a:lnTo>
                  <a:pt x="35051" y="162305"/>
                </a:lnTo>
                <a:lnTo>
                  <a:pt x="62483" y="126491"/>
                </a:lnTo>
                <a:lnTo>
                  <a:pt x="91059" y="74675"/>
                </a:lnTo>
                <a:lnTo>
                  <a:pt x="121920" y="0"/>
                </a:lnTo>
                <a:lnTo>
                  <a:pt x="169164" y="25907"/>
                </a:lnTo>
                <a:lnTo>
                  <a:pt x="137160" y="55244"/>
                </a:lnTo>
                <a:lnTo>
                  <a:pt x="123444" y="74675"/>
                </a:lnTo>
                <a:lnTo>
                  <a:pt x="283409" y="74675"/>
                </a:lnTo>
                <a:lnTo>
                  <a:pt x="295656" y="88391"/>
                </a:lnTo>
                <a:lnTo>
                  <a:pt x="117348" y="88391"/>
                </a:lnTo>
                <a:lnTo>
                  <a:pt x="105060" y="105822"/>
                </a:lnTo>
                <a:lnTo>
                  <a:pt x="93345" y="121538"/>
                </a:lnTo>
                <a:lnTo>
                  <a:pt x="59626" y="160162"/>
                </a:lnTo>
                <a:lnTo>
                  <a:pt x="32194" y="184261"/>
                </a:lnTo>
                <a:lnTo>
                  <a:pt x="16764" y="196595"/>
                </a:lnTo>
                <a:close/>
              </a:path>
              <a:path w="554989" h="567055">
                <a:moveTo>
                  <a:pt x="278892" y="156971"/>
                </a:moveTo>
                <a:lnTo>
                  <a:pt x="272796" y="152399"/>
                </a:lnTo>
                <a:lnTo>
                  <a:pt x="286488" y="134159"/>
                </a:lnTo>
                <a:lnTo>
                  <a:pt x="300037" y="113918"/>
                </a:lnTo>
                <a:lnTo>
                  <a:pt x="326136" y="68579"/>
                </a:lnTo>
                <a:lnTo>
                  <a:pt x="345567" y="27050"/>
                </a:lnTo>
                <a:lnTo>
                  <a:pt x="353568" y="1523"/>
                </a:lnTo>
                <a:lnTo>
                  <a:pt x="396240" y="30479"/>
                </a:lnTo>
                <a:lnTo>
                  <a:pt x="367022" y="54983"/>
                </a:lnTo>
                <a:lnTo>
                  <a:pt x="356020" y="69318"/>
                </a:lnTo>
                <a:lnTo>
                  <a:pt x="350520" y="76199"/>
                </a:lnTo>
                <a:lnTo>
                  <a:pt x="532045" y="76199"/>
                </a:lnTo>
                <a:lnTo>
                  <a:pt x="545592" y="91439"/>
                </a:lnTo>
                <a:lnTo>
                  <a:pt x="344424" y="91439"/>
                </a:lnTo>
                <a:lnTo>
                  <a:pt x="335256" y="100655"/>
                </a:lnTo>
                <a:lnTo>
                  <a:pt x="328422" y="107632"/>
                </a:lnTo>
                <a:lnTo>
                  <a:pt x="320421" y="116085"/>
                </a:lnTo>
                <a:lnTo>
                  <a:pt x="304395" y="133826"/>
                </a:lnTo>
                <a:lnTo>
                  <a:pt x="296227" y="142112"/>
                </a:lnTo>
                <a:lnTo>
                  <a:pt x="287774" y="149828"/>
                </a:lnTo>
                <a:lnTo>
                  <a:pt x="278892" y="156971"/>
                </a:lnTo>
                <a:close/>
              </a:path>
              <a:path w="554989" h="567055">
                <a:moveTo>
                  <a:pt x="283409" y="74675"/>
                </a:moveTo>
                <a:lnTo>
                  <a:pt x="228600" y="74675"/>
                </a:lnTo>
                <a:lnTo>
                  <a:pt x="257556" y="45719"/>
                </a:lnTo>
                <a:lnTo>
                  <a:pt x="283409" y="74675"/>
                </a:lnTo>
                <a:close/>
              </a:path>
              <a:path w="554989" h="567055">
                <a:moveTo>
                  <a:pt x="532045" y="76199"/>
                </a:moveTo>
                <a:lnTo>
                  <a:pt x="480060" y="76199"/>
                </a:lnTo>
                <a:lnTo>
                  <a:pt x="509016" y="50291"/>
                </a:lnTo>
                <a:lnTo>
                  <a:pt x="532045" y="76199"/>
                </a:lnTo>
                <a:close/>
              </a:path>
              <a:path w="554989" h="567055">
                <a:moveTo>
                  <a:pt x="202692" y="156971"/>
                </a:moveTo>
                <a:lnTo>
                  <a:pt x="190500" y="156971"/>
                </a:lnTo>
                <a:lnTo>
                  <a:pt x="187452" y="155447"/>
                </a:lnTo>
                <a:lnTo>
                  <a:pt x="184365" y="143065"/>
                </a:lnTo>
                <a:lnTo>
                  <a:pt x="182866" y="135540"/>
                </a:lnTo>
                <a:lnTo>
                  <a:pt x="181356" y="124967"/>
                </a:lnTo>
                <a:lnTo>
                  <a:pt x="178188" y="116681"/>
                </a:lnTo>
                <a:lnTo>
                  <a:pt x="173164" y="107822"/>
                </a:lnTo>
                <a:lnTo>
                  <a:pt x="166139" y="98393"/>
                </a:lnTo>
                <a:lnTo>
                  <a:pt x="156972" y="88391"/>
                </a:lnTo>
                <a:lnTo>
                  <a:pt x="173736" y="88391"/>
                </a:lnTo>
                <a:lnTo>
                  <a:pt x="195429" y="100655"/>
                </a:lnTo>
                <a:lnTo>
                  <a:pt x="210121" y="112204"/>
                </a:lnTo>
                <a:lnTo>
                  <a:pt x="217670" y="122896"/>
                </a:lnTo>
                <a:lnTo>
                  <a:pt x="217932" y="132587"/>
                </a:lnTo>
                <a:lnTo>
                  <a:pt x="214884" y="144779"/>
                </a:lnTo>
                <a:lnTo>
                  <a:pt x="210312" y="152399"/>
                </a:lnTo>
                <a:lnTo>
                  <a:pt x="207264" y="153923"/>
                </a:lnTo>
                <a:lnTo>
                  <a:pt x="202692" y="156971"/>
                </a:lnTo>
                <a:close/>
              </a:path>
              <a:path w="554989" h="567055">
                <a:moveTo>
                  <a:pt x="460248" y="160019"/>
                </a:moveTo>
                <a:lnTo>
                  <a:pt x="455676" y="160019"/>
                </a:lnTo>
                <a:lnTo>
                  <a:pt x="452628" y="156971"/>
                </a:lnTo>
                <a:lnTo>
                  <a:pt x="448056" y="149351"/>
                </a:lnTo>
                <a:lnTo>
                  <a:pt x="445484" y="143613"/>
                </a:lnTo>
                <a:lnTo>
                  <a:pt x="442341" y="137731"/>
                </a:lnTo>
                <a:lnTo>
                  <a:pt x="413123" y="101393"/>
                </a:lnTo>
                <a:lnTo>
                  <a:pt x="400812" y="91439"/>
                </a:lnTo>
                <a:lnTo>
                  <a:pt x="417576" y="91439"/>
                </a:lnTo>
                <a:lnTo>
                  <a:pt x="444460" y="100583"/>
                </a:lnTo>
                <a:lnTo>
                  <a:pt x="463486" y="109727"/>
                </a:lnTo>
                <a:lnTo>
                  <a:pt x="474797" y="118871"/>
                </a:lnTo>
                <a:lnTo>
                  <a:pt x="478536" y="128015"/>
                </a:lnTo>
                <a:lnTo>
                  <a:pt x="477964" y="136326"/>
                </a:lnTo>
                <a:lnTo>
                  <a:pt x="476250" y="143065"/>
                </a:lnTo>
                <a:lnTo>
                  <a:pt x="473392" y="148375"/>
                </a:lnTo>
                <a:lnTo>
                  <a:pt x="464820" y="156971"/>
                </a:lnTo>
                <a:lnTo>
                  <a:pt x="460248" y="160019"/>
                </a:lnTo>
                <a:close/>
              </a:path>
              <a:path w="554989" h="567055">
                <a:moveTo>
                  <a:pt x="450596" y="163067"/>
                </a:moveTo>
                <a:lnTo>
                  <a:pt x="403860" y="163067"/>
                </a:lnTo>
                <a:lnTo>
                  <a:pt x="417576" y="140207"/>
                </a:lnTo>
                <a:lnTo>
                  <a:pt x="450596" y="163067"/>
                </a:lnTo>
                <a:close/>
              </a:path>
              <a:path w="554989" h="567055">
                <a:moveTo>
                  <a:pt x="114300" y="390143"/>
                </a:moveTo>
                <a:lnTo>
                  <a:pt x="115181" y="352401"/>
                </a:lnTo>
                <a:lnTo>
                  <a:pt x="115633" y="314515"/>
                </a:lnTo>
                <a:lnTo>
                  <a:pt x="115743" y="234695"/>
                </a:lnTo>
                <a:lnTo>
                  <a:pt x="114895" y="202620"/>
                </a:lnTo>
                <a:lnTo>
                  <a:pt x="114109" y="175069"/>
                </a:lnTo>
                <a:lnTo>
                  <a:pt x="113037" y="155233"/>
                </a:lnTo>
                <a:lnTo>
                  <a:pt x="111252" y="143255"/>
                </a:lnTo>
                <a:lnTo>
                  <a:pt x="147828" y="163067"/>
                </a:lnTo>
                <a:lnTo>
                  <a:pt x="450596" y="163067"/>
                </a:lnTo>
                <a:lnTo>
                  <a:pt x="457200" y="167639"/>
                </a:lnTo>
                <a:lnTo>
                  <a:pt x="446024" y="176783"/>
                </a:lnTo>
                <a:lnTo>
                  <a:pt x="147828" y="176783"/>
                </a:lnTo>
                <a:lnTo>
                  <a:pt x="147828" y="219455"/>
                </a:lnTo>
                <a:lnTo>
                  <a:pt x="440436" y="219455"/>
                </a:lnTo>
                <a:lnTo>
                  <a:pt x="440436" y="234695"/>
                </a:lnTo>
                <a:lnTo>
                  <a:pt x="147828" y="234695"/>
                </a:lnTo>
                <a:lnTo>
                  <a:pt x="147828" y="280415"/>
                </a:lnTo>
                <a:lnTo>
                  <a:pt x="440436" y="280415"/>
                </a:lnTo>
                <a:lnTo>
                  <a:pt x="440436" y="294131"/>
                </a:lnTo>
                <a:lnTo>
                  <a:pt x="147828" y="294131"/>
                </a:lnTo>
                <a:lnTo>
                  <a:pt x="147828" y="344423"/>
                </a:lnTo>
                <a:lnTo>
                  <a:pt x="440970" y="344423"/>
                </a:lnTo>
                <a:lnTo>
                  <a:pt x="441078" y="348543"/>
                </a:lnTo>
                <a:lnTo>
                  <a:pt x="441496" y="358139"/>
                </a:lnTo>
                <a:lnTo>
                  <a:pt x="147828" y="358139"/>
                </a:lnTo>
                <a:lnTo>
                  <a:pt x="147828" y="377951"/>
                </a:lnTo>
                <a:lnTo>
                  <a:pt x="114300" y="390143"/>
                </a:lnTo>
                <a:close/>
              </a:path>
              <a:path w="554989" h="567055">
                <a:moveTo>
                  <a:pt x="440436" y="219455"/>
                </a:moveTo>
                <a:lnTo>
                  <a:pt x="406908" y="219455"/>
                </a:lnTo>
                <a:lnTo>
                  <a:pt x="406908" y="176783"/>
                </a:lnTo>
                <a:lnTo>
                  <a:pt x="446024" y="176783"/>
                </a:lnTo>
                <a:lnTo>
                  <a:pt x="440436" y="181355"/>
                </a:lnTo>
                <a:lnTo>
                  <a:pt x="440436" y="219455"/>
                </a:lnTo>
                <a:close/>
              </a:path>
              <a:path w="554989" h="567055">
                <a:moveTo>
                  <a:pt x="440436" y="280415"/>
                </a:moveTo>
                <a:lnTo>
                  <a:pt x="406908" y="280415"/>
                </a:lnTo>
                <a:lnTo>
                  <a:pt x="406908" y="234695"/>
                </a:lnTo>
                <a:lnTo>
                  <a:pt x="440436" y="234695"/>
                </a:lnTo>
                <a:lnTo>
                  <a:pt x="440436" y="280415"/>
                </a:lnTo>
                <a:close/>
              </a:path>
              <a:path w="554989" h="567055">
                <a:moveTo>
                  <a:pt x="440970" y="344423"/>
                </a:moveTo>
                <a:lnTo>
                  <a:pt x="406908" y="344423"/>
                </a:lnTo>
                <a:lnTo>
                  <a:pt x="406908" y="294131"/>
                </a:lnTo>
                <a:lnTo>
                  <a:pt x="440436" y="294131"/>
                </a:lnTo>
                <a:lnTo>
                  <a:pt x="440459" y="317158"/>
                </a:lnTo>
                <a:lnTo>
                  <a:pt x="440626" y="331279"/>
                </a:lnTo>
                <a:lnTo>
                  <a:pt x="440970" y="344423"/>
                </a:lnTo>
                <a:close/>
              </a:path>
              <a:path w="554989" h="567055">
                <a:moveTo>
                  <a:pt x="219456" y="432815"/>
                </a:moveTo>
                <a:lnTo>
                  <a:pt x="184404" y="432815"/>
                </a:lnTo>
                <a:lnTo>
                  <a:pt x="186428" y="415361"/>
                </a:lnTo>
                <a:lnTo>
                  <a:pt x="188023" y="397192"/>
                </a:lnTo>
                <a:lnTo>
                  <a:pt x="189383" y="377309"/>
                </a:lnTo>
                <a:lnTo>
                  <a:pt x="190500" y="358139"/>
                </a:lnTo>
                <a:lnTo>
                  <a:pt x="227076" y="358139"/>
                </a:lnTo>
                <a:lnTo>
                  <a:pt x="225671" y="377309"/>
                </a:lnTo>
                <a:lnTo>
                  <a:pt x="223837" y="396049"/>
                </a:lnTo>
                <a:lnTo>
                  <a:pt x="221612" y="415361"/>
                </a:lnTo>
                <a:lnTo>
                  <a:pt x="219456" y="432815"/>
                </a:lnTo>
                <a:close/>
              </a:path>
              <a:path w="554989" h="567055">
                <a:moveTo>
                  <a:pt x="21336" y="454151"/>
                </a:moveTo>
                <a:lnTo>
                  <a:pt x="0" y="432815"/>
                </a:lnTo>
                <a:lnTo>
                  <a:pt x="336804" y="432815"/>
                </a:lnTo>
                <a:lnTo>
                  <a:pt x="336804" y="358139"/>
                </a:lnTo>
                <a:lnTo>
                  <a:pt x="370332" y="358139"/>
                </a:lnTo>
                <a:lnTo>
                  <a:pt x="370332" y="429767"/>
                </a:lnTo>
                <a:lnTo>
                  <a:pt x="540512" y="429767"/>
                </a:lnTo>
                <a:lnTo>
                  <a:pt x="554736" y="445007"/>
                </a:lnTo>
                <a:lnTo>
                  <a:pt x="370332" y="445007"/>
                </a:lnTo>
                <a:lnTo>
                  <a:pt x="370342" y="446531"/>
                </a:lnTo>
                <a:lnTo>
                  <a:pt x="79248" y="446531"/>
                </a:lnTo>
                <a:lnTo>
                  <a:pt x="63555" y="447079"/>
                </a:lnTo>
                <a:lnTo>
                  <a:pt x="48577" y="448627"/>
                </a:lnTo>
                <a:lnTo>
                  <a:pt x="34456" y="451032"/>
                </a:lnTo>
                <a:lnTo>
                  <a:pt x="21336" y="454151"/>
                </a:lnTo>
                <a:close/>
              </a:path>
              <a:path w="554989" h="567055">
                <a:moveTo>
                  <a:pt x="406908" y="382523"/>
                </a:moveTo>
                <a:lnTo>
                  <a:pt x="406908" y="358139"/>
                </a:lnTo>
                <a:lnTo>
                  <a:pt x="441496" y="358139"/>
                </a:lnTo>
                <a:lnTo>
                  <a:pt x="441960" y="368807"/>
                </a:lnTo>
                <a:lnTo>
                  <a:pt x="406908" y="382523"/>
                </a:lnTo>
                <a:close/>
              </a:path>
              <a:path w="554989" h="567055">
                <a:moveTo>
                  <a:pt x="540512" y="429767"/>
                </a:moveTo>
                <a:lnTo>
                  <a:pt x="478536" y="429767"/>
                </a:lnTo>
                <a:lnTo>
                  <a:pt x="512064" y="399287"/>
                </a:lnTo>
                <a:lnTo>
                  <a:pt x="540512" y="429767"/>
                </a:lnTo>
                <a:close/>
              </a:path>
              <a:path w="554989" h="567055">
                <a:moveTo>
                  <a:pt x="30480" y="566927"/>
                </a:moveTo>
                <a:lnTo>
                  <a:pt x="28956" y="559308"/>
                </a:lnTo>
                <a:lnTo>
                  <a:pt x="61221" y="547616"/>
                </a:lnTo>
                <a:lnTo>
                  <a:pt x="89344" y="535495"/>
                </a:lnTo>
                <a:lnTo>
                  <a:pt x="132588" y="510539"/>
                </a:lnTo>
                <a:lnTo>
                  <a:pt x="162115" y="481964"/>
                </a:lnTo>
                <a:lnTo>
                  <a:pt x="181356" y="446531"/>
                </a:lnTo>
                <a:lnTo>
                  <a:pt x="217932" y="446531"/>
                </a:lnTo>
                <a:lnTo>
                  <a:pt x="191262" y="493394"/>
                </a:lnTo>
                <a:lnTo>
                  <a:pt x="146304" y="528827"/>
                </a:lnTo>
                <a:lnTo>
                  <a:pt x="90678" y="552450"/>
                </a:lnTo>
                <a:lnTo>
                  <a:pt x="61007" y="560974"/>
                </a:lnTo>
                <a:lnTo>
                  <a:pt x="30480" y="566927"/>
                </a:lnTo>
                <a:close/>
              </a:path>
              <a:path w="554989" h="567055">
                <a:moveTo>
                  <a:pt x="335280" y="566927"/>
                </a:moveTo>
                <a:lnTo>
                  <a:pt x="335455" y="541639"/>
                </a:lnTo>
                <a:lnTo>
                  <a:pt x="335581" y="528827"/>
                </a:lnTo>
                <a:lnTo>
                  <a:pt x="336565" y="472201"/>
                </a:lnTo>
                <a:lnTo>
                  <a:pt x="336804" y="446531"/>
                </a:lnTo>
                <a:lnTo>
                  <a:pt x="370342" y="446531"/>
                </a:lnTo>
                <a:lnTo>
                  <a:pt x="370602" y="481964"/>
                </a:lnTo>
                <a:lnTo>
                  <a:pt x="371266" y="510539"/>
                </a:lnTo>
                <a:lnTo>
                  <a:pt x="371337" y="512540"/>
                </a:lnTo>
                <a:lnTo>
                  <a:pt x="372260" y="534161"/>
                </a:lnTo>
                <a:lnTo>
                  <a:pt x="373380" y="550163"/>
                </a:lnTo>
                <a:lnTo>
                  <a:pt x="335280" y="566927"/>
                </a:lnTo>
                <a:close/>
              </a:path>
            </a:pathLst>
          </a:custGeom>
          <a:solidFill>
            <a:srgbClr val="3333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" name="object 6"/>
          <p:cNvSpPr/>
          <p:nvPr/>
        </p:nvSpPr>
        <p:spPr>
          <a:xfrm>
            <a:off x="2331720" y="1271015"/>
            <a:ext cx="565785" cy="547370"/>
          </a:xfrm>
          <a:custGeom>
            <a:avLst/>
            <a:gdLst/>
            <a:ahLst/>
            <a:cxnLst/>
            <a:rect l="l" t="t" r="r" b="b"/>
            <a:pathLst>
              <a:path w="565785" h="547369">
                <a:moveTo>
                  <a:pt x="368808" y="135636"/>
                </a:moveTo>
                <a:lnTo>
                  <a:pt x="336804" y="135636"/>
                </a:lnTo>
                <a:lnTo>
                  <a:pt x="336705" y="71628"/>
                </a:lnTo>
                <a:lnTo>
                  <a:pt x="336600" y="49815"/>
                </a:lnTo>
                <a:lnTo>
                  <a:pt x="336161" y="21193"/>
                </a:lnTo>
                <a:lnTo>
                  <a:pt x="335280" y="0"/>
                </a:lnTo>
                <a:lnTo>
                  <a:pt x="393192" y="28956"/>
                </a:lnTo>
                <a:lnTo>
                  <a:pt x="368808" y="51816"/>
                </a:lnTo>
                <a:lnTo>
                  <a:pt x="368808" y="135636"/>
                </a:lnTo>
                <a:close/>
              </a:path>
              <a:path w="565785" h="547369">
                <a:moveTo>
                  <a:pt x="120396" y="126492"/>
                </a:moveTo>
                <a:lnTo>
                  <a:pt x="117348" y="126492"/>
                </a:lnTo>
                <a:lnTo>
                  <a:pt x="113919" y="125039"/>
                </a:lnTo>
                <a:lnTo>
                  <a:pt x="110490" y="120586"/>
                </a:lnTo>
                <a:lnTo>
                  <a:pt x="107061" y="112990"/>
                </a:lnTo>
                <a:lnTo>
                  <a:pt x="103632" y="102108"/>
                </a:lnTo>
                <a:lnTo>
                  <a:pt x="95583" y="86391"/>
                </a:lnTo>
                <a:lnTo>
                  <a:pt x="84963" y="68961"/>
                </a:lnTo>
                <a:lnTo>
                  <a:pt x="71485" y="49815"/>
                </a:lnTo>
                <a:lnTo>
                  <a:pt x="54864" y="28956"/>
                </a:lnTo>
                <a:lnTo>
                  <a:pt x="59436" y="21336"/>
                </a:lnTo>
                <a:lnTo>
                  <a:pt x="112014" y="51054"/>
                </a:lnTo>
                <a:lnTo>
                  <a:pt x="137160" y="82296"/>
                </a:lnTo>
                <a:lnTo>
                  <a:pt x="138684" y="91440"/>
                </a:lnTo>
                <a:lnTo>
                  <a:pt x="138684" y="103632"/>
                </a:lnTo>
                <a:lnTo>
                  <a:pt x="135636" y="111252"/>
                </a:lnTo>
                <a:lnTo>
                  <a:pt x="131064" y="117348"/>
                </a:lnTo>
                <a:lnTo>
                  <a:pt x="124968" y="123444"/>
                </a:lnTo>
                <a:lnTo>
                  <a:pt x="120396" y="126492"/>
                </a:lnTo>
                <a:close/>
              </a:path>
              <a:path w="565785" h="547369">
                <a:moveTo>
                  <a:pt x="102269" y="381595"/>
                </a:moveTo>
                <a:lnTo>
                  <a:pt x="48696" y="381595"/>
                </a:lnTo>
                <a:lnTo>
                  <a:pt x="56388" y="381000"/>
                </a:lnTo>
                <a:lnTo>
                  <a:pt x="62126" y="379595"/>
                </a:lnTo>
                <a:lnTo>
                  <a:pt x="88977" y="342997"/>
                </a:lnTo>
                <a:lnTo>
                  <a:pt x="126748" y="258604"/>
                </a:lnTo>
                <a:lnTo>
                  <a:pt x="156021" y="190585"/>
                </a:lnTo>
                <a:lnTo>
                  <a:pt x="192024" y="105156"/>
                </a:lnTo>
                <a:lnTo>
                  <a:pt x="201168" y="108204"/>
                </a:lnTo>
                <a:lnTo>
                  <a:pt x="172331" y="185928"/>
                </a:lnTo>
                <a:lnTo>
                  <a:pt x="148279" y="251460"/>
                </a:lnTo>
                <a:lnTo>
                  <a:pt x="128968" y="304800"/>
                </a:lnTo>
                <a:lnTo>
                  <a:pt x="114356" y="345948"/>
                </a:lnTo>
                <a:lnTo>
                  <a:pt x="104401" y="374904"/>
                </a:lnTo>
                <a:lnTo>
                  <a:pt x="102269" y="381595"/>
                </a:lnTo>
                <a:close/>
              </a:path>
              <a:path w="565785" h="547369">
                <a:moveTo>
                  <a:pt x="227076" y="156972"/>
                </a:moveTo>
                <a:lnTo>
                  <a:pt x="205740" y="135636"/>
                </a:lnTo>
                <a:lnTo>
                  <a:pt x="461772" y="135636"/>
                </a:lnTo>
                <a:lnTo>
                  <a:pt x="487680" y="109728"/>
                </a:lnTo>
                <a:lnTo>
                  <a:pt x="525780" y="150876"/>
                </a:lnTo>
                <a:lnTo>
                  <a:pt x="284988" y="150876"/>
                </a:lnTo>
                <a:lnTo>
                  <a:pt x="269509" y="151185"/>
                </a:lnTo>
                <a:lnTo>
                  <a:pt x="254889" y="152209"/>
                </a:lnTo>
                <a:lnTo>
                  <a:pt x="240839" y="154090"/>
                </a:lnTo>
                <a:lnTo>
                  <a:pt x="227076" y="156972"/>
                </a:lnTo>
                <a:close/>
              </a:path>
              <a:path w="565785" h="547369">
                <a:moveTo>
                  <a:pt x="368808" y="280416"/>
                </a:moveTo>
                <a:lnTo>
                  <a:pt x="336804" y="280416"/>
                </a:lnTo>
                <a:lnTo>
                  <a:pt x="336804" y="150876"/>
                </a:lnTo>
                <a:lnTo>
                  <a:pt x="368808" y="150876"/>
                </a:lnTo>
                <a:lnTo>
                  <a:pt x="368808" y="280416"/>
                </a:lnTo>
                <a:close/>
              </a:path>
              <a:path w="565785" h="547369">
                <a:moveTo>
                  <a:pt x="68984" y="270200"/>
                </a:moveTo>
                <a:lnTo>
                  <a:pt x="63436" y="266890"/>
                </a:lnTo>
                <a:lnTo>
                  <a:pt x="58173" y="258151"/>
                </a:lnTo>
                <a:lnTo>
                  <a:pt x="53340" y="243840"/>
                </a:lnTo>
                <a:lnTo>
                  <a:pt x="45005" y="227218"/>
                </a:lnTo>
                <a:lnTo>
                  <a:pt x="33528" y="209169"/>
                </a:lnTo>
                <a:lnTo>
                  <a:pt x="18621" y="189404"/>
                </a:lnTo>
                <a:lnTo>
                  <a:pt x="0" y="167640"/>
                </a:lnTo>
                <a:lnTo>
                  <a:pt x="4572" y="160020"/>
                </a:lnTo>
                <a:lnTo>
                  <a:pt x="41457" y="180617"/>
                </a:lnTo>
                <a:lnTo>
                  <a:pt x="67627" y="199072"/>
                </a:lnTo>
                <a:lnTo>
                  <a:pt x="83224" y="215526"/>
                </a:lnTo>
                <a:lnTo>
                  <a:pt x="88392" y="230124"/>
                </a:lnTo>
                <a:lnTo>
                  <a:pt x="87534" y="242720"/>
                </a:lnTo>
                <a:lnTo>
                  <a:pt x="84963" y="253174"/>
                </a:lnTo>
                <a:lnTo>
                  <a:pt x="80676" y="261627"/>
                </a:lnTo>
                <a:lnTo>
                  <a:pt x="74676" y="268224"/>
                </a:lnTo>
                <a:lnTo>
                  <a:pt x="68984" y="270200"/>
                </a:lnTo>
                <a:close/>
              </a:path>
              <a:path w="565785" h="547369">
                <a:moveTo>
                  <a:pt x="181356" y="301752"/>
                </a:moveTo>
                <a:lnTo>
                  <a:pt x="160020" y="280416"/>
                </a:lnTo>
                <a:lnTo>
                  <a:pt x="495300" y="280416"/>
                </a:lnTo>
                <a:lnTo>
                  <a:pt x="524256" y="251460"/>
                </a:lnTo>
                <a:lnTo>
                  <a:pt x="565404" y="294131"/>
                </a:lnTo>
                <a:lnTo>
                  <a:pt x="239268" y="294131"/>
                </a:lnTo>
                <a:lnTo>
                  <a:pt x="223789" y="294679"/>
                </a:lnTo>
                <a:lnTo>
                  <a:pt x="209169" y="296227"/>
                </a:lnTo>
                <a:lnTo>
                  <a:pt x="195119" y="298632"/>
                </a:lnTo>
                <a:lnTo>
                  <a:pt x="181356" y="301752"/>
                </a:lnTo>
                <a:close/>
              </a:path>
              <a:path w="565785" h="547369">
                <a:moveTo>
                  <a:pt x="198120" y="547116"/>
                </a:moveTo>
                <a:lnTo>
                  <a:pt x="175260" y="492252"/>
                </a:lnTo>
                <a:lnTo>
                  <a:pt x="191547" y="487918"/>
                </a:lnTo>
                <a:lnTo>
                  <a:pt x="210693" y="474726"/>
                </a:lnTo>
                <a:lnTo>
                  <a:pt x="257556" y="420624"/>
                </a:lnTo>
                <a:lnTo>
                  <a:pt x="280939" y="386072"/>
                </a:lnTo>
                <a:lnTo>
                  <a:pt x="300609" y="353377"/>
                </a:lnTo>
                <a:lnTo>
                  <a:pt x="327660" y="294131"/>
                </a:lnTo>
                <a:lnTo>
                  <a:pt x="339852" y="294131"/>
                </a:lnTo>
                <a:lnTo>
                  <a:pt x="377952" y="320040"/>
                </a:lnTo>
                <a:lnTo>
                  <a:pt x="367379" y="326326"/>
                </a:lnTo>
                <a:lnTo>
                  <a:pt x="356235" y="336042"/>
                </a:lnTo>
                <a:lnTo>
                  <a:pt x="344519" y="349186"/>
                </a:lnTo>
                <a:lnTo>
                  <a:pt x="332232" y="365760"/>
                </a:lnTo>
                <a:lnTo>
                  <a:pt x="316801" y="387238"/>
                </a:lnTo>
                <a:lnTo>
                  <a:pt x="293370" y="415290"/>
                </a:lnTo>
                <a:lnTo>
                  <a:pt x="261937" y="450199"/>
                </a:lnTo>
                <a:lnTo>
                  <a:pt x="222504" y="492252"/>
                </a:lnTo>
                <a:lnTo>
                  <a:pt x="441137" y="492252"/>
                </a:lnTo>
                <a:lnTo>
                  <a:pt x="363474" y="502539"/>
                </a:lnTo>
                <a:lnTo>
                  <a:pt x="316563" y="510825"/>
                </a:lnTo>
                <a:lnTo>
                  <a:pt x="277368" y="519684"/>
                </a:lnTo>
                <a:lnTo>
                  <a:pt x="223456" y="534543"/>
                </a:lnTo>
                <a:lnTo>
                  <a:pt x="207287" y="541115"/>
                </a:lnTo>
                <a:lnTo>
                  <a:pt x="198120" y="547116"/>
                </a:lnTo>
                <a:close/>
              </a:path>
              <a:path w="565785" h="547369">
                <a:moveTo>
                  <a:pt x="91440" y="533399"/>
                </a:moveTo>
                <a:lnTo>
                  <a:pt x="77724" y="533399"/>
                </a:lnTo>
                <a:lnTo>
                  <a:pt x="70104" y="531875"/>
                </a:lnTo>
                <a:lnTo>
                  <a:pt x="59436" y="528828"/>
                </a:lnTo>
                <a:lnTo>
                  <a:pt x="50292" y="525780"/>
                </a:lnTo>
                <a:lnTo>
                  <a:pt x="45720" y="518160"/>
                </a:lnTo>
                <a:lnTo>
                  <a:pt x="45720" y="507492"/>
                </a:lnTo>
                <a:lnTo>
                  <a:pt x="46053" y="500919"/>
                </a:lnTo>
                <a:lnTo>
                  <a:pt x="47244" y="492633"/>
                </a:lnTo>
                <a:lnTo>
                  <a:pt x="49577" y="482631"/>
                </a:lnTo>
                <a:lnTo>
                  <a:pt x="53340" y="470916"/>
                </a:lnTo>
                <a:lnTo>
                  <a:pt x="56221" y="459819"/>
                </a:lnTo>
                <a:lnTo>
                  <a:pt x="58102" y="449580"/>
                </a:lnTo>
                <a:lnTo>
                  <a:pt x="59126" y="440483"/>
                </a:lnTo>
                <a:lnTo>
                  <a:pt x="59436" y="432816"/>
                </a:lnTo>
                <a:lnTo>
                  <a:pt x="58840" y="425124"/>
                </a:lnTo>
                <a:lnTo>
                  <a:pt x="32194" y="397002"/>
                </a:lnTo>
                <a:lnTo>
                  <a:pt x="3048" y="387096"/>
                </a:lnTo>
                <a:lnTo>
                  <a:pt x="3048" y="377952"/>
                </a:lnTo>
                <a:lnTo>
                  <a:pt x="21883" y="379928"/>
                </a:lnTo>
                <a:lnTo>
                  <a:pt x="37147" y="381190"/>
                </a:lnTo>
                <a:lnTo>
                  <a:pt x="48696" y="381595"/>
                </a:lnTo>
                <a:lnTo>
                  <a:pt x="102269" y="381595"/>
                </a:lnTo>
                <a:lnTo>
                  <a:pt x="99060" y="391668"/>
                </a:lnTo>
                <a:lnTo>
                  <a:pt x="95940" y="407360"/>
                </a:lnTo>
                <a:lnTo>
                  <a:pt x="93535" y="424624"/>
                </a:lnTo>
                <a:lnTo>
                  <a:pt x="91987" y="443317"/>
                </a:lnTo>
                <a:lnTo>
                  <a:pt x="91440" y="463296"/>
                </a:lnTo>
                <a:lnTo>
                  <a:pt x="92583" y="483322"/>
                </a:lnTo>
                <a:lnTo>
                  <a:pt x="93726" y="500062"/>
                </a:lnTo>
                <a:lnTo>
                  <a:pt x="94869" y="513659"/>
                </a:lnTo>
                <a:lnTo>
                  <a:pt x="96012" y="524256"/>
                </a:lnTo>
                <a:lnTo>
                  <a:pt x="96012" y="530352"/>
                </a:lnTo>
                <a:lnTo>
                  <a:pt x="91440" y="533399"/>
                </a:lnTo>
                <a:close/>
              </a:path>
              <a:path w="565785" h="547369">
                <a:moveTo>
                  <a:pt x="441137" y="492252"/>
                </a:moveTo>
                <a:lnTo>
                  <a:pt x="222504" y="492252"/>
                </a:lnTo>
                <a:lnTo>
                  <a:pt x="473964" y="475488"/>
                </a:lnTo>
                <a:lnTo>
                  <a:pt x="457914" y="454032"/>
                </a:lnTo>
                <a:lnTo>
                  <a:pt x="441579" y="433006"/>
                </a:lnTo>
                <a:lnTo>
                  <a:pt x="424672" y="412265"/>
                </a:lnTo>
                <a:lnTo>
                  <a:pt x="406908" y="391668"/>
                </a:lnTo>
                <a:lnTo>
                  <a:pt x="411480" y="385572"/>
                </a:lnTo>
                <a:lnTo>
                  <a:pt x="432054" y="399859"/>
                </a:lnTo>
                <a:lnTo>
                  <a:pt x="450342" y="413004"/>
                </a:lnTo>
                <a:lnTo>
                  <a:pt x="466344" y="425005"/>
                </a:lnTo>
                <a:lnTo>
                  <a:pt x="480060" y="435864"/>
                </a:lnTo>
                <a:lnTo>
                  <a:pt x="492061" y="445008"/>
                </a:lnTo>
                <a:lnTo>
                  <a:pt x="521208" y="472440"/>
                </a:lnTo>
                <a:lnTo>
                  <a:pt x="531151" y="487680"/>
                </a:lnTo>
                <a:lnTo>
                  <a:pt x="481584" y="487680"/>
                </a:lnTo>
                <a:lnTo>
                  <a:pt x="441137" y="492252"/>
                </a:lnTo>
                <a:close/>
              </a:path>
              <a:path w="565785" h="547369">
                <a:moveTo>
                  <a:pt x="516636" y="547116"/>
                </a:moveTo>
                <a:lnTo>
                  <a:pt x="509016" y="547116"/>
                </a:lnTo>
                <a:lnTo>
                  <a:pt x="505968" y="542544"/>
                </a:lnTo>
                <a:lnTo>
                  <a:pt x="502920" y="533399"/>
                </a:lnTo>
                <a:lnTo>
                  <a:pt x="498086" y="521970"/>
                </a:lnTo>
                <a:lnTo>
                  <a:pt x="492823" y="510540"/>
                </a:lnTo>
                <a:lnTo>
                  <a:pt x="487275" y="499110"/>
                </a:lnTo>
                <a:lnTo>
                  <a:pt x="481584" y="487680"/>
                </a:lnTo>
                <a:lnTo>
                  <a:pt x="531151" y="487680"/>
                </a:lnTo>
                <a:lnTo>
                  <a:pt x="532257" y="489585"/>
                </a:lnTo>
                <a:lnTo>
                  <a:pt x="535352" y="497300"/>
                </a:lnTo>
                <a:lnTo>
                  <a:pt x="536448" y="504444"/>
                </a:lnTo>
                <a:lnTo>
                  <a:pt x="535852" y="511540"/>
                </a:lnTo>
                <a:lnTo>
                  <a:pt x="533971" y="518922"/>
                </a:lnTo>
                <a:lnTo>
                  <a:pt x="530661" y="526303"/>
                </a:lnTo>
                <a:lnTo>
                  <a:pt x="525780" y="533399"/>
                </a:lnTo>
                <a:lnTo>
                  <a:pt x="516636" y="547116"/>
                </a:lnTo>
                <a:close/>
              </a:path>
            </a:pathLst>
          </a:custGeom>
          <a:solidFill>
            <a:srgbClr val="3333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" name="object 7"/>
          <p:cNvSpPr/>
          <p:nvPr/>
        </p:nvSpPr>
        <p:spPr>
          <a:xfrm>
            <a:off x="1734312" y="2389631"/>
            <a:ext cx="1186180" cy="344805"/>
          </a:xfrm>
          <a:custGeom>
            <a:avLst/>
            <a:gdLst/>
            <a:ahLst/>
            <a:cxnLst/>
            <a:rect l="l" t="t" r="r" b="b"/>
            <a:pathLst>
              <a:path w="1186180" h="344805">
                <a:moveTo>
                  <a:pt x="445008" y="13716"/>
                </a:moveTo>
                <a:lnTo>
                  <a:pt x="362712" y="13716"/>
                </a:lnTo>
                <a:lnTo>
                  <a:pt x="315468" y="231648"/>
                </a:lnTo>
                <a:lnTo>
                  <a:pt x="263652" y="13716"/>
                </a:lnTo>
                <a:lnTo>
                  <a:pt x="182880" y="13716"/>
                </a:lnTo>
                <a:lnTo>
                  <a:pt x="129540" y="231648"/>
                </a:lnTo>
                <a:lnTo>
                  <a:pt x="85344" y="13716"/>
                </a:lnTo>
                <a:lnTo>
                  <a:pt x="0" y="13716"/>
                </a:lnTo>
                <a:lnTo>
                  <a:pt x="82296" y="338328"/>
                </a:lnTo>
                <a:lnTo>
                  <a:pt x="170688" y="338328"/>
                </a:lnTo>
                <a:lnTo>
                  <a:pt x="222504" y="137160"/>
                </a:lnTo>
                <a:lnTo>
                  <a:pt x="274320" y="338328"/>
                </a:lnTo>
                <a:lnTo>
                  <a:pt x="362712" y="338328"/>
                </a:lnTo>
                <a:lnTo>
                  <a:pt x="445008" y="13716"/>
                </a:lnTo>
                <a:close/>
              </a:path>
              <a:path w="1186180" h="344805">
                <a:moveTo>
                  <a:pt x="708660" y="178308"/>
                </a:moveTo>
                <a:lnTo>
                  <a:pt x="703897" y="139446"/>
                </a:lnTo>
                <a:lnTo>
                  <a:pt x="678319" y="99733"/>
                </a:lnTo>
                <a:lnTo>
                  <a:pt x="632460" y="86868"/>
                </a:lnTo>
                <a:lnTo>
                  <a:pt x="622185" y="87439"/>
                </a:lnTo>
                <a:lnTo>
                  <a:pt x="583692" y="100901"/>
                </a:lnTo>
                <a:lnTo>
                  <a:pt x="556260" y="120396"/>
                </a:lnTo>
                <a:lnTo>
                  <a:pt x="556260" y="0"/>
                </a:lnTo>
                <a:lnTo>
                  <a:pt x="480060" y="0"/>
                </a:lnTo>
                <a:lnTo>
                  <a:pt x="480060" y="338328"/>
                </a:lnTo>
                <a:lnTo>
                  <a:pt x="556260" y="338328"/>
                </a:lnTo>
                <a:lnTo>
                  <a:pt x="556260" y="164592"/>
                </a:lnTo>
                <a:lnTo>
                  <a:pt x="571500" y="155448"/>
                </a:lnTo>
                <a:lnTo>
                  <a:pt x="577596" y="153924"/>
                </a:lnTo>
                <a:lnTo>
                  <a:pt x="583692" y="150876"/>
                </a:lnTo>
                <a:lnTo>
                  <a:pt x="611124" y="150876"/>
                </a:lnTo>
                <a:lnTo>
                  <a:pt x="615696" y="153924"/>
                </a:lnTo>
                <a:lnTo>
                  <a:pt x="620268" y="155448"/>
                </a:lnTo>
                <a:lnTo>
                  <a:pt x="624840" y="160020"/>
                </a:lnTo>
                <a:lnTo>
                  <a:pt x="627888" y="166116"/>
                </a:lnTo>
                <a:lnTo>
                  <a:pt x="629412" y="170688"/>
                </a:lnTo>
                <a:lnTo>
                  <a:pt x="630936" y="176784"/>
                </a:lnTo>
                <a:lnTo>
                  <a:pt x="630936" y="187452"/>
                </a:lnTo>
                <a:lnTo>
                  <a:pt x="631812" y="194551"/>
                </a:lnTo>
                <a:lnTo>
                  <a:pt x="632269" y="201930"/>
                </a:lnTo>
                <a:lnTo>
                  <a:pt x="632434" y="209321"/>
                </a:lnTo>
                <a:lnTo>
                  <a:pt x="632460" y="338328"/>
                </a:lnTo>
                <a:lnTo>
                  <a:pt x="708660" y="338328"/>
                </a:lnTo>
                <a:lnTo>
                  <a:pt x="708660" y="178308"/>
                </a:lnTo>
                <a:close/>
              </a:path>
              <a:path w="1186180" h="344805">
                <a:moveTo>
                  <a:pt x="975360" y="172212"/>
                </a:moveTo>
                <a:lnTo>
                  <a:pt x="968311" y="134493"/>
                </a:lnTo>
                <a:lnTo>
                  <a:pt x="930402" y="98450"/>
                </a:lnTo>
                <a:lnTo>
                  <a:pt x="884682" y="88061"/>
                </a:lnTo>
                <a:lnTo>
                  <a:pt x="854964" y="86868"/>
                </a:lnTo>
                <a:lnTo>
                  <a:pt x="842391" y="87160"/>
                </a:lnTo>
                <a:lnTo>
                  <a:pt x="782955" y="95250"/>
                </a:lnTo>
                <a:lnTo>
                  <a:pt x="768096" y="99060"/>
                </a:lnTo>
                <a:lnTo>
                  <a:pt x="768096" y="158496"/>
                </a:lnTo>
                <a:lnTo>
                  <a:pt x="774192" y="158496"/>
                </a:lnTo>
                <a:lnTo>
                  <a:pt x="783094" y="154216"/>
                </a:lnTo>
                <a:lnTo>
                  <a:pt x="791718" y="150495"/>
                </a:lnTo>
                <a:lnTo>
                  <a:pt x="834097" y="140500"/>
                </a:lnTo>
                <a:lnTo>
                  <a:pt x="841248" y="140208"/>
                </a:lnTo>
                <a:lnTo>
                  <a:pt x="855218" y="140766"/>
                </a:lnTo>
                <a:lnTo>
                  <a:pt x="892314" y="152996"/>
                </a:lnTo>
                <a:lnTo>
                  <a:pt x="900684" y="176784"/>
                </a:lnTo>
                <a:lnTo>
                  <a:pt x="900684" y="222504"/>
                </a:lnTo>
                <a:lnTo>
                  <a:pt x="900684" y="274320"/>
                </a:lnTo>
                <a:lnTo>
                  <a:pt x="888492" y="283464"/>
                </a:lnTo>
                <a:lnTo>
                  <a:pt x="880872" y="286512"/>
                </a:lnTo>
                <a:lnTo>
                  <a:pt x="874776" y="289560"/>
                </a:lnTo>
                <a:lnTo>
                  <a:pt x="867156" y="291084"/>
                </a:lnTo>
                <a:lnTo>
                  <a:pt x="861060" y="291084"/>
                </a:lnTo>
                <a:lnTo>
                  <a:pt x="824484" y="272796"/>
                </a:lnTo>
                <a:lnTo>
                  <a:pt x="824484" y="252984"/>
                </a:lnTo>
                <a:lnTo>
                  <a:pt x="826008" y="246888"/>
                </a:lnTo>
                <a:lnTo>
                  <a:pt x="830580" y="242316"/>
                </a:lnTo>
                <a:lnTo>
                  <a:pt x="833628" y="237744"/>
                </a:lnTo>
                <a:lnTo>
                  <a:pt x="838200" y="234696"/>
                </a:lnTo>
                <a:lnTo>
                  <a:pt x="853440" y="228600"/>
                </a:lnTo>
                <a:lnTo>
                  <a:pt x="861060" y="227076"/>
                </a:lnTo>
                <a:lnTo>
                  <a:pt x="868680" y="227076"/>
                </a:lnTo>
                <a:lnTo>
                  <a:pt x="874966" y="225933"/>
                </a:lnTo>
                <a:lnTo>
                  <a:pt x="882396" y="224790"/>
                </a:lnTo>
                <a:lnTo>
                  <a:pt x="890968" y="223647"/>
                </a:lnTo>
                <a:lnTo>
                  <a:pt x="900684" y="222504"/>
                </a:lnTo>
                <a:lnTo>
                  <a:pt x="900684" y="176784"/>
                </a:lnTo>
                <a:lnTo>
                  <a:pt x="884059" y="178168"/>
                </a:lnTo>
                <a:lnTo>
                  <a:pt x="853097" y="181508"/>
                </a:lnTo>
                <a:lnTo>
                  <a:pt x="838200" y="182880"/>
                </a:lnTo>
                <a:lnTo>
                  <a:pt x="800265" y="192316"/>
                </a:lnTo>
                <a:lnTo>
                  <a:pt x="764349" y="216319"/>
                </a:lnTo>
                <a:lnTo>
                  <a:pt x="747585" y="255104"/>
                </a:lnTo>
                <a:lnTo>
                  <a:pt x="746760" y="268224"/>
                </a:lnTo>
                <a:lnTo>
                  <a:pt x="748157" y="283654"/>
                </a:lnTo>
                <a:lnTo>
                  <a:pt x="768096" y="323088"/>
                </a:lnTo>
                <a:lnTo>
                  <a:pt x="807529" y="343027"/>
                </a:lnTo>
                <a:lnTo>
                  <a:pt x="822960" y="344424"/>
                </a:lnTo>
                <a:lnTo>
                  <a:pt x="830668" y="344170"/>
                </a:lnTo>
                <a:lnTo>
                  <a:pt x="862584" y="336804"/>
                </a:lnTo>
                <a:lnTo>
                  <a:pt x="870204" y="333756"/>
                </a:lnTo>
                <a:lnTo>
                  <a:pt x="882396" y="327660"/>
                </a:lnTo>
                <a:lnTo>
                  <a:pt x="885444" y="323088"/>
                </a:lnTo>
                <a:lnTo>
                  <a:pt x="894588" y="316992"/>
                </a:lnTo>
                <a:lnTo>
                  <a:pt x="900684" y="312420"/>
                </a:lnTo>
                <a:lnTo>
                  <a:pt x="900684" y="338328"/>
                </a:lnTo>
                <a:lnTo>
                  <a:pt x="975360" y="338328"/>
                </a:lnTo>
                <a:lnTo>
                  <a:pt x="975360" y="312420"/>
                </a:lnTo>
                <a:lnTo>
                  <a:pt x="975360" y="291084"/>
                </a:lnTo>
                <a:lnTo>
                  <a:pt x="975360" y="222504"/>
                </a:lnTo>
                <a:lnTo>
                  <a:pt x="975360" y="172212"/>
                </a:lnTo>
                <a:close/>
              </a:path>
              <a:path w="1186180" h="344805">
                <a:moveTo>
                  <a:pt x="1185672" y="92964"/>
                </a:moveTo>
                <a:lnTo>
                  <a:pt x="1112520" y="92964"/>
                </a:lnTo>
                <a:lnTo>
                  <a:pt x="1112520" y="24384"/>
                </a:lnTo>
                <a:lnTo>
                  <a:pt x="1036320" y="24384"/>
                </a:lnTo>
                <a:lnTo>
                  <a:pt x="1036320" y="92964"/>
                </a:lnTo>
                <a:lnTo>
                  <a:pt x="1007364" y="92964"/>
                </a:lnTo>
                <a:lnTo>
                  <a:pt x="1007364" y="146304"/>
                </a:lnTo>
                <a:lnTo>
                  <a:pt x="1036320" y="146304"/>
                </a:lnTo>
                <a:lnTo>
                  <a:pt x="1036320" y="260604"/>
                </a:lnTo>
                <a:lnTo>
                  <a:pt x="1037717" y="280873"/>
                </a:lnTo>
                <a:lnTo>
                  <a:pt x="1057656" y="323088"/>
                </a:lnTo>
                <a:lnTo>
                  <a:pt x="1104150" y="341744"/>
                </a:lnTo>
                <a:lnTo>
                  <a:pt x="1126236" y="342900"/>
                </a:lnTo>
                <a:lnTo>
                  <a:pt x="1135964" y="342671"/>
                </a:lnTo>
                <a:lnTo>
                  <a:pt x="1152588" y="341617"/>
                </a:lnTo>
                <a:lnTo>
                  <a:pt x="1159764" y="341376"/>
                </a:lnTo>
                <a:lnTo>
                  <a:pt x="1173289" y="338899"/>
                </a:lnTo>
                <a:lnTo>
                  <a:pt x="1179690" y="337312"/>
                </a:lnTo>
                <a:lnTo>
                  <a:pt x="1185672" y="335280"/>
                </a:lnTo>
                <a:lnTo>
                  <a:pt x="1185672" y="281940"/>
                </a:lnTo>
                <a:lnTo>
                  <a:pt x="1179576" y="281940"/>
                </a:lnTo>
                <a:lnTo>
                  <a:pt x="1176528" y="283464"/>
                </a:lnTo>
                <a:lnTo>
                  <a:pt x="1171956" y="284988"/>
                </a:lnTo>
                <a:lnTo>
                  <a:pt x="1153668" y="289560"/>
                </a:lnTo>
                <a:lnTo>
                  <a:pt x="1139952" y="289560"/>
                </a:lnTo>
                <a:lnTo>
                  <a:pt x="1132332" y="288036"/>
                </a:lnTo>
                <a:lnTo>
                  <a:pt x="1127760" y="284988"/>
                </a:lnTo>
                <a:lnTo>
                  <a:pt x="1121664" y="281940"/>
                </a:lnTo>
                <a:lnTo>
                  <a:pt x="1118616" y="277368"/>
                </a:lnTo>
                <a:lnTo>
                  <a:pt x="1117092" y="272796"/>
                </a:lnTo>
                <a:lnTo>
                  <a:pt x="1114044" y="268224"/>
                </a:lnTo>
                <a:lnTo>
                  <a:pt x="1114044" y="262128"/>
                </a:lnTo>
                <a:lnTo>
                  <a:pt x="1112520" y="256032"/>
                </a:lnTo>
                <a:lnTo>
                  <a:pt x="1112520" y="146304"/>
                </a:lnTo>
                <a:lnTo>
                  <a:pt x="1185672" y="146304"/>
                </a:lnTo>
                <a:lnTo>
                  <a:pt x="1185672" y="9296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3079991" y="2389631"/>
            <a:ext cx="329565" cy="344805"/>
          </a:xfrm>
          <a:custGeom>
            <a:avLst/>
            <a:gdLst/>
            <a:ahLst/>
            <a:cxnLst/>
            <a:rect l="l" t="t" r="r" b="b"/>
            <a:pathLst>
              <a:path w="329564" h="344805">
                <a:moveTo>
                  <a:pt x="77724" y="92964"/>
                </a:moveTo>
                <a:lnTo>
                  <a:pt x="3048" y="92964"/>
                </a:lnTo>
                <a:lnTo>
                  <a:pt x="3048" y="338328"/>
                </a:lnTo>
                <a:lnTo>
                  <a:pt x="77724" y="338328"/>
                </a:lnTo>
                <a:lnTo>
                  <a:pt x="77724" y="92964"/>
                </a:lnTo>
                <a:close/>
              </a:path>
              <a:path w="329564" h="344805">
                <a:moveTo>
                  <a:pt x="80772" y="0"/>
                </a:moveTo>
                <a:lnTo>
                  <a:pt x="0" y="0"/>
                </a:lnTo>
                <a:lnTo>
                  <a:pt x="0" y="59436"/>
                </a:lnTo>
                <a:lnTo>
                  <a:pt x="80772" y="59436"/>
                </a:lnTo>
                <a:lnTo>
                  <a:pt x="80772" y="0"/>
                </a:lnTo>
                <a:close/>
              </a:path>
              <a:path w="329564" h="344805">
                <a:moveTo>
                  <a:pt x="329196" y="262128"/>
                </a:moveTo>
                <a:lnTo>
                  <a:pt x="315480" y="217932"/>
                </a:lnTo>
                <a:lnTo>
                  <a:pt x="275856" y="193548"/>
                </a:lnTo>
                <a:lnTo>
                  <a:pt x="268236" y="190500"/>
                </a:lnTo>
                <a:lnTo>
                  <a:pt x="260616" y="188976"/>
                </a:lnTo>
                <a:lnTo>
                  <a:pt x="251472" y="187452"/>
                </a:lnTo>
                <a:lnTo>
                  <a:pt x="228612" y="182892"/>
                </a:lnTo>
                <a:lnTo>
                  <a:pt x="199656" y="164604"/>
                </a:lnTo>
                <a:lnTo>
                  <a:pt x="199656" y="153924"/>
                </a:lnTo>
                <a:lnTo>
                  <a:pt x="202704" y="147840"/>
                </a:lnTo>
                <a:lnTo>
                  <a:pt x="210324" y="144792"/>
                </a:lnTo>
                <a:lnTo>
                  <a:pt x="216319" y="141909"/>
                </a:lnTo>
                <a:lnTo>
                  <a:pt x="222897" y="140017"/>
                </a:lnTo>
                <a:lnTo>
                  <a:pt x="230035" y="139001"/>
                </a:lnTo>
                <a:lnTo>
                  <a:pt x="237756" y="138684"/>
                </a:lnTo>
                <a:lnTo>
                  <a:pt x="246900" y="138684"/>
                </a:lnTo>
                <a:lnTo>
                  <a:pt x="269760" y="143256"/>
                </a:lnTo>
                <a:lnTo>
                  <a:pt x="277380" y="146316"/>
                </a:lnTo>
                <a:lnTo>
                  <a:pt x="283476" y="149352"/>
                </a:lnTo>
                <a:lnTo>
                  <a:pt x="289572" y="150876"/>
                </a:lnTo>
                <a:lnTo>
                  <a:pt x="294144" y="153924"/>
                </a:lnTo>
                <a:lnTo>
                  <a:pt x="300240" y="158496"/>
                </a:lnTo>
                <a:lnTo>
                  <a:pt x="306336" y="161544"/>
                </a:lnTo>
                <a:lnTo>
                  <a:pt x="310908" y="164604"/>
                </a:lnTo>
                <a:lnTo>
                  <a:pt x="312432" y="166128"/>
                </a:lnTo>
                <a:lnTo>
                  <a:pt x="318528" y="166128"/>
                </a:lnTo>
                <a:lnTo>
                  <a:pt x="318528" y="103632"/>
                </a:lnTo>
                <a:lnTo>
                  <a:pt x="311099" y="100444"/>
                </a:lnTo>
                <a:lnTo>
                  <a:pt x="271348" y="89446"/>
                </a:lnTo>
                <a:lnTo>
                  <a:pt x="234708" y="86868"/>
                </a:lnTo>
                <a:lnTo>
                  <a:pt x="222173" y="87185"/>
                </a:lnTo>
                <a:lnTo>
                  <a:pt x="176606" y="96685"/>
                </a:lnTo>
                <a:lnTo>
                  <a:pt x="144335" y="117017"/>
                </a:lnTo>
                <a:lnTo>
                  <a:pt x="123456" y="151841"/>
                </a:lnTo>
                <a:lnTo>
                  <a:pt x="121932" y="167652"/>
                </a:lnTo>
                <a:lnTo>
                  <a:pt x="122783" y="180797"/>
                </a:lnTo>
                <a:lnTo>
                  <a:pt x="144259" y="221919"/>
                </a:lnTo>
                <a:lnTo>
                  <a:pt x="179844" y="239268"/>
                </a:lnTo>
                <a:lnTo>
                  <a:pt x="185940" y="242316"/>
                </a:lnTo>
                <a:lnTo>
                  <a:pt x="193560" y="243840"/>
                </a:lnTo>
                <a:lnTo>
                  <a:pt x="211848" y="246888"/>
                </a:lnTo>
                <a:lnTo>
                  <a:pt x="219468" y="248412"/>
                </a:lnTo>
                <a:lnTo>
                  <a:pt x="224040" y="249936"/>
                </a:lnTo>
                <a:lnTo>
                  <a:pt x="234708" y="252984"/>
                </a:lnTo>
                <a:lnTo>
                  <a:pt x="242328" y="256032"/>
                </a:lnTo>
                <a:lnTo>
                  <a:pt x="246900" y="259080"/>
                </a:lnTo>
                <a:lnTo>
                  <a:pt x="249948" y="262128"/>
                </a:lnTo>
                <a:lnTo>
                  <a:pt x="251472" y="265176"/>
                </a:lnTo>
                <a:lnTo>
                  <a:pt x="251472" y="278892"/>
                </a:lnTo>
                <a:lnTo>
                  <a:pt x="211848" y="292608"/>
                </a:lnTo>
                <a:lnTo>
                  <a:pt x="204101" y="292328"/>
                </a:lnTo>
                <a:lnTo>
                  <a:pt x="196799" y="291465"/>
                </a:lnTo>
                <a:lnTo>
                  <a:pt x="189763" y="290042"/>
                </a:lnTo>
                <a:lnTo>
                  <a:pt x="182892" y="288036"/>
                </a:lnTo>
                <a:lnTo>
                  <a:pt x="176288" y="286639"/>
                </a:lnTo>
                <a:lnTo>
                  <a:pt x="170129" y="284797"/>
                </a:lnTo>
                <a:lnTo>
                  <a:pt x="158508" y="280416"/>
                </a:lnTo>
                <a:lnTo>
                  <a:pt x="150888" y="275844"/>
                </a:lnTo>
                <a:lnTo>
                  <a:pt x="143268" y="272796"/>
                </a:lnTo>
                <a:lnTo>
                  <a:pt x="134124" y="266700"/>
                </a:lnTo>
                <a:lnTo>
                  <a:pt x="131076" y="263652"/>
                </a:lnTo>
                <a:lnTo>
                  <a:pt x="126504" y="260604"/>
                </a:lnTo>
                <a:lnTo>
                  <a:pt x="120408" y="260604"/>
                </a:lnTo>
                <a:lnTo>
                  <a:pt x="120408" y="324612"/>
                </a:lnTo>
                <a:lnTo>
                  <a:pt x="172618" y="341210"/>
                </a:lnTo>
                <a:lnTo>
                  <a:pt x="211848" y="344424"/>
                </a:lnTo>
                <a:lnTo>
                  <a:pt x="226136" y="344119"/>
                </a:lnTo>
                <a:lnTo>
                  <a:pt x="272135" y="334619"/>
                </a:lnTo>
                <a:lnTo>
                  <a:pt x="305930" y="314921"/>
                </a:lnTo>
                <a:lnTo>
                  <a:pt x="327672" y="278130"/>
                </a:lnTo>
                <a:lnTo>
                  <a:pt x="328853" y="270129"/>
                </a:lnTo>
                <a:lnTo>
                  <a:pt x="329196" y="26212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3558540" y="2476500"/>
            <a:ext cx="228600" cy="257810"/>
          </a:xfrm>
          <a:custGeom>
            <a:avLst/>
            <a:gdLst/>
            <a:ahLst/>
            <a:cxnLst/>
            <a:rect l="l" t="t" r="r" b="b"/>
            <a:pathLst>
              <a:path w="228600" h="257810">
                <a:moveTo>
                  <a:pt x="27432" y="71628"/>
                </a:moveTo>
                <a:lnTo>
                  <a:pt x="21336" y="71628"/>
                </a:lnTo>
                <a:lnTo>
                  <a:pt x="21336" y="12192"/>
                </a:lnTo>
                <a:lnTo>
                  <a:pt x="69199" y="2571"/>
                </a:lnTo>
                <a:lnTo>
                  <a:pt x="108204" y="0"/>
                </a:lnTo>
                <a:lnTo>
                  <a:pt x="137279" y="1190"/>
                </a:lnTo>
                <a:lnTo>
                  <a:pt x="183427" y="11572"/>
                </a:lnTo>
                <a:lnTo>
                  <a:pt x="221551" y="47625"/>
                </a:lnTo>
                <a:lnTo>
                  <a:pt x="223292" y="53340"/>
                </a:lnTo>
                <a:lnTo>
                  <a:pt x="94488" y="53340"/>
                </a:lnTo>
                <a:lnTo>
                  <a:pt x="87344" y="53625"/>
                </a:lnTo>
                <a:lnTo>
                  <a:pt x="44386" y="63627"/>
                </a:lnTo>
                <a:lnTo>
                  <a:pt x="35694" y="67341"/>
                </a:lnTo>
                <a:lnTo>
                  <a:pt x="27432" y="71628"/>
                </a:lnTo>
                <a:close/>
              </a:path>
              <a:path w="228600" h="257810">
                <a:moveTo>
                  <a:pt x="74676" y="257556"/>
                </a:moveTo>
                <a:lnTo>
                  <a:pt x="33099" y="245340"/>
                </a:lnTo>
                <a:lnTo>
                  <a:pt x="5524" y="211074"/>
                </a:lnTo>
                <a:lnTo>
                  <a:pt x="0" y="181356"/>
                </a:lnTo>
                <a:lnTo>
                  <a:pt x="595" y="168235"/>
                </a:lnTo>
                <a:lnTo>
                  <a:pt x="16954" y="129444"/>
                </a:lnTo>
                <a:lnTo>
                  <a:pt x="53506" y="105441"/>
                </a:lnTo>
                <a:lnTo>
                  <a:pt x="91440" y="96012"/>
                </a:lnTo>
                <a:lnTo>
                  <a:pt x="106346" y="94630"/>
                </a:lnTo>
                <a:lnTo>
                  <a:pt x="137302" y="91297"/>
                </a:lnTo>
                <a:lnTo>
                  <a:pt x="153924" y="89916"/>
                </a:lnTo>
                <a:lnTo>
                  <a:pt x="152828" y="80462"/>
                </a:lnTo>
                <a:lnTo>
                  <a:pt x="149733" y="72580"/>
                </a:lnTo>
                <a:lnTo>
                  <a:pt x="108251" y="53887"/>
                </a:lnTo>
                <a:lnTo>
                  <a:pt x="94488" y="53340"/>
                </a:lnTo>
                <a:lnTo>
                  <a:pt x="223292" y="53340"/>
                </a:lnTo>
                <a:lnTo>
                  <a:pt x="226861" y="65055"/>
                </a:lnTo>
                <a:lnTo>
                  <a:pt x="228600" y="85344"/>
                </a:lnTo>
                <a:lnTo>
                  <a:pt x="228600" y="135636"/>
                </a:lnTo>
                <a:lnTo>
                  <a:pt x="152400" y="135636"/>
                </a:lnTo>
                <a:lnTo>
                  <a:pt x="143565" y="136779"/>
                </a:lnTo>
                <a:lnTo>
                  <a:pt x="135445" y="137922"/>
                </a:lnTo>
                <a:lnTo>
                  <a:pt x="128182" y="139065"/>
                </a:lnTo>
                <a:lnTo>
                  <a:pt x="121920" y="140208"/>
                </a:lnTo>
                <a:lnTo>
                  <a:pt x="114300" y="140208"/>
                </a:lnTo>
                <a:lnTo>
                  <a:pt x="79248" y="160020"/>
                </a:lnTo>
                <a:lnTo>
                  <a:pt x="77724" y="166116"/>
                </a:lnTo>
                <a:lnTo>
                  <a:pt x="77724" y="185928"/>
                </a:lnTo>
                <a:lnTo>
                  <a:pt x="114300" y="204216"/>
                </a:lnTo>
                <a:lnTo>
                  <a:pt x="228600" y="204216"/>
                </a:lnTo>
                <a:lnTo>
                  <a:pt x="228600" y="225552"/>
                </a:lnTo>
                <a:lnTo>
                  <a:pt x="152400" y="225552"/>
                </a:lnTo>
                <a:lnTo>
                  <a:pt x="147828" y="230124"/>
                </a:lnTo>
                <a:lnTo>
                  <a:pt x="138684" y="236220"/>
                </a:lnTo>
                <a:lnTo>
                  <a:pt x="134112" y="240792"/>
                </a:lnTo>
                <a:lnTo>
                  <a:pt x="129540" y="243840"/>
                </a:lnTo>
                <a:lnTo>
                  <a:pt x="121920" y="246888"/>
                </a:lnTo>
                <a:lnTo>
                  <a:pt x="109728" y="252984"/>
                </a:lnTo>
                <a:lnTo>
                  <a:pt x="102108" y="254508"/>
                </a:lnTo>
                <a:lnTo>
                  <a:pt x="96964" y="255627"/>
                </a:lnTo>
                <a:lnTo>
                  <a:pt x="90678" y="256603"/>
                </a:lnTo>
                <a:lnTo>
                  <a:pt x="83248" y="257294"/>
                </a:lnTo>
                <a:lnTo>
                  <a:pt x="74676" y="257556"/>
                </a:lnTo>
                <a:close/>
              </a:path>
              <a:path w="228600" h="257810">
                <a:moveTo>
                  <a:pt x="228600" y="204216"/>
                </a:moveTo>
                <a:lnTo>
                  <a:pt x="120396" y="204216"/>
                </a:lnTo>
                <a:lnTo>
                  <a:pt x="126492" y="202692"/>
                </a:lnTo>
                <a:lnTo>
                  <a:pt x="141732" y="196596"/>
                </a:lnTo>
                <a:lnTo>
                  <a:pt x="147828" y="192024"/>
                </a:lnTo>
                <a:lnTo>
                  <a:pt x="152400" y="187452"/>
                </a:lnTo>
                <a:lnTo>
                  <a:pt x="152400" y="135636"/>
                </a:lnTo>
                <a:lnTo>
                  <a:pt x="228600" y="135636"/>
                </a:lnTo>
                <a:lnTo>
                  <a:pt x="228600" y="204216"/>
                </a:lnTo>
                <a:close/>
              </a:path>
              <a:path w="228600" h="257810">
                <a:moveTo>
                  <a:pt x="228600" y="251460"/>
                </a:moveTo>
                <a:lnTo>
                  <a:pt x="152400" y="251460"/>
                </a:lnTo>
                <a:lnTo>
                  <a:pt x="152400" y="225552"/>
                </a:lnTo>
                <a:lnTo>
                  <a:pt x="228600" y="225552"/>
                </a:lnTo>
                <a:lnTo>
                  <a:pt x="228600" y="25146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3957815" y="2389631"/>
            <a:ext cx="596265" cy="346075"/>
          </a:xfrm>
          <a:custGeom>
            <a:avLst/>
            <a:gdLst/>
            <a:ahLst/>
            <a:cxnLst/>
            <a:rect l="l" t="t" r="r" b="b"/>
            <a:pathLst>
              <a:path w="596264" h="346075">
                <a:moveTo>
                  <a:pt x="208788" y="262128"/>
                </a:moveTo>
                <a:lnTo>
                  <a:pt x="195072" y="217932"/>
                </a:lnTo>
                <a:lnTo>
                  <a:pt x="155448" y="193548"/>
                </a:lnTo>
                <a:lnTo>
                  <a:pt x="147828" y="190500"/>
                </a:lnTo>
                <a:lnTo>
                  <a:pt x="140208" y="188976"/>
                </a:lnTo>
                <a:lnTo>
                  <a:pt x="131064" y="187452"/>
                </a:lnTo>
                <a:lnTo>
                  <a:pt x="108204" y="182892"/>
                </a:lnTo>
                <a:lnTo>
                  <a:pt x="77724" y="164604"/>
                </a:lnTo>
                <a:lnTo>
                  <a:pt x="77724" y="153924"/>
                </a:lnTo>
                <a:lnTo>
                  <a:pt x="82296" y="147840"/>
                </a:lnTo>
                <a:lnTo>
                  <a:pt x="89916" y="144792"/>
                </a:lnTo>
                <a:lnTo>
                  <a:pt x="95923" y="141909"/>
                </a:lnTo>
                <a:lnTo>
                  <a:pt x="102489" y="140017"/>
                </a:lnTo>
                <a:lnTo>
                  <a:pt x="109639" y="139001"/>
                </a:lnTo>
                <a:lnTo>
                  <a:pt x="117348" y="138684"/>
                </a:lnTo>
                <a:lnTo>
                  <a:pt x="126492" y="138684"/>
                </a:lnTo>
                <a:lnTo>
                  <a:pt x="149352" y="143256"/>
                </a:lnTo>
                <a:lnTo>
                  <a:pt x="156972" y="146316"/>
                </a:lnTo>
                <a:lnTo>
                  <a:pt x="163068" y="149352"/>
                </a:lnTo>
                <a:lnTo>
                  <a:pt x="169164" y="150876"/>
                </a:lnTo>
                <a:lnTo>
                  <a:pt x="173736" y="153924"/>
                </a:lnTo>
                <a:lnTo>
                  <a:pt x="179832" y="158496"/>
                </a:lnTo>
                <a:lnTo>
                  <a:pt x="185928" y="161544"/>
                </a:lnTo>
                <a:lnTo>
                  <a:pt x="190500" y="164604"/>
                </a:lnTo>
                <a:lnTo>
                  <a:pt x="192024" y="166128"/>
                </a:lnTo>
                <a:lnTo>
                  <a:pt x="198120" y="166128"/>
                </a:lnTo>
                <a:lnTo>
                  <a:pt x="198120" y="103632"/>
                </a:lnTo>
                <a:lnTo>
                  <a:pt x="190690" y="100444"/>
                </a:lnTo>
                <a:lnTo>
                  <a:pt x="150952" y="89446"/>
                </a:lnTo>
                <a:lnTo>
                  <a:pt x="114300" y="86868"/>
                </a:lnTo>
                <a:lnTo>
                  <a:pt x="101777" y="87185"/>
                </a:lnTo>
                <a:lnTo>
                  <a:pt x="56197" y="96685"/>
                </a:lnTo>
                <a:lnTo>
                  <a:pt x="23939" y="117017"/>
                </a:lnTo>
                <a:lnTo>
                  <a:pt x="3048" y="151841"/>
                </a:lnTo>
                <a:lnTo>
                  <a:pt x="1524" y="167652"/>
                </a:lnTo>
                <a:lnTo>
                  <a:pt x="2387" y="180797"/>
                </a:lnTo>
                <a:lnTo>
                  <a:pt x="23863" y="221919"/>
                </a:lnTo>
                <a:lnTo>
                  <a:pt x="59436" y="239268"/>
                </a:lnTo>
                <a:lnTo>
                  <a:pt x="65532" y="242316"/>
                </a:lnTo>
                <a:lnTo>
                  <a:pt x="73152" y="243840"/>
                </a:lnTo>
                <a:lnTo>
                  <a:pt x="91440" y="246888"/>
                </a:lnTo>
                <a:lnTo>
                  <a:pt x="99060" y="248412"/>
                </a:lnTo>
                <a:lnTo>
                  <a:pt x="103632" y="249936"/>
                </a:lnTo>
                <a:lnTo>
                  <a:pt x="114300" y="252984"/>
                </a:lnTo>
                <a:lnTo>
                  <a:pt x="121920" y="256032"/>
                </a:lnTo>
                <a:lnTo>
                  <a:pt x="126492" y="259080"/>
                </a:lnTo>
                <a:lnTo>
                  <a:pt x="129540" y="262128"/>
                </a:lnTo>
                <a:lnTo>
                  <a:pt x="131064" y="265176"/>
                </a:lnTo>
                <a:lnTo>
                  <a:pt x="131064" y="278892"/>
                </a:lnTo>
                <a:lnTo>
                  <a:pt x="91440" y="292608"/>
                </a:lnTo>
                <a:lnTo>
                  <a:pt x="83705" y="292328"/>
                </a:lnTo>
                <a:lnTo>
                  <a:pt x="76390" y="291465"/>
                </a:lnTo>
                <a:lnTo>
                  <a:pt x="69367" y="290042"/>
                </a:lnTo>
                <a:lnTo>
                  <a:pt x="62484" y="288036"/>
                </a:lnTo>
                <a:lnTo>
                  <a:pt x="55892" y="286639"/>
                </a:lnTo>
                <a:lnTo>
                  <a:pt x="49720" y="284797"/>
                </a:lnTo>
                <a:lnTo>
                  <a:pt x="38100" y="280416"/>
                </a:lnTo>
                <a:lnTo>
                  <a:pt x="30480" y="275844"/>
                </a:lnTo>
                <a:lnTo>
                  <a:pt x="22860" y="272796"/>
                </a:lnTo>
                <a:lnTo>
                  <a:pt x="9144" y="263652"/>
                </a:lnTo>
                <a:lnTo>
                  <a:pt x="6096" y="260604"/>
                </a:lnTo>
                <a:lnTo>
                  <a:pt x="0" y="260604"/>
                </a:lnTo>
                <a:lnTo>
                  <a:pt x="0" y="324612"/>
                </a:lnTo>
                <a:lnTo>
                  <a:pt x="8559" y="328904"/>
                </a:lnTo>
                <a:lnTo>
                  <a:pt x="52197" y="341210"/>
                </a:lnTo>
                <a:lnTo>
                  <a:pt x="89916" y="344424"/>
                </a:lnTo>
                <a:lnTo>
                  <a:pt x="104444" y="344119"/>
                </a:lnTo>
                <a:lnTo>
                  <a:pt x="151739" y="334619"/>
                </a:lnTo>
                <a:lnTo>
                  <a:pt x="184886" y="314921"/>
                </a:lnTo>
                <a:lnTo>
                  <a:pt x="207264" y="278130"/>
                </a:lnTo>
                <a:lnTo>
                  <a:pt x="208457" y="270129"/>
                </a:lnTo>
                <a:lnTo>
                  <a:pt x="208788" y="262128"/>
                </a:lnTo>
                <a:close/>
              </a:path>
              <a:path w="596264" h="346075">
                <a:moveTo>
                  <a:pt x="480072" y="216408"/>
                </a:moveTo>
                <a:lnTo>
                  <a:pt x="471881" y="161544"/>
                </a:lnTo>
                <a:lnTo>
                  <a:pt x="446544" y="120396"/>
                </a:lnTo>
                <a:lnTo>
                  <a:pt x="406920" y="94297"/>
                </a:lnTo>
                <a:lnTo>
                  <a:pt x="402348" y="93091"/>
                </a:lnTo>
                <a:lnTo>
                  <a:pt x="402348" y="216408"/>
                </a:lnTo>
                <a:lnTo>
                  <a:pt x="402056" y="227266"/>
                </a:lnTo>
                <a:lnTo>
                  <a:pt x="401205" y="236982"/>
                </a:lnTo>
                <a:lnTo>
                  <a:pt x="399770" y="245554"/>
                </a:lnTo>
                <a:lnTo>
                  <a:pt x="397776" y="252984"/>
                </a:lnTo>
                <a:lnTo>
                  <a:pt x="396252" y="262128"/>
                </a:lnTo>
                <a:lnTo>
                  <a:pt x="393204" y="268224"/>
                </a:lnTo>
                <a:lnTo>
                  <a:pt x="388632" y="275844"/>
                </a:lnTo>
                <a:lnTo>
                  <a:pt x="379488" y="284988"/>
                </a:lnTo>
                <a:lnTo>
                  <a:pt x="373392" y="286512"/>
                </a:lnTo>
                <a:lnTo>
                  <a:pt x="367296" y="289560"/>
                </a:lnTo>
                <a:lnTo>
                  <a:pt x="361200" y="291084"/>
                </a:lnTo>
                <a:lnTo>
                  <a:pt x="347484" y="291084"/>
                </a:lnTo>
                <a:lnTo>
                  <a:pt x="339864" y="289560"/>
                </a:lnTo>
                <a:lnTo>
                  <a:pt x="333768" y="286512"/>
                </a:lnTo>
                <a:lnTo>
                  <a:pt x="327672" y="284988"/>
                </a:lnTo>
                <a:lnTo>
                  <a:pt x="307619" y="245554"/>
                </a:lnTo>
                <a:lnTo>
                  <a:pt x="306336" y="216408"/>
                </a:lnTo>
                <a:lnTo>
                  <a:pt x="306590" y="205549"/>
                </a:lnTo>
                <a:lnTo>
                  <a:pt x="314147" y="165925"/>
                </a:lnTo>
                <a:lnTo>
                  <a:pt x="347484" y="140208"/>
                </a:lnTo>
                <a:lnTo>
                  <a:pt x="361200" y="140208"/>
                </a:lnTo>
                <a:lnTo>
                  <a:pt x="367296" y="141732"/>
                </a:lnTo>
                <a:lnTo>
                  <a:pt x="373392" y="144780"/>
                </a:lnTo>
                <a:lnTo>
                  <a:pt x="379488" y="146304"/>
                </a:lnTo>
                <a:lnTo>
                  <a:pt x="384060" y="150876"/>
                </a:lnTo>
                <a:lnTo>
                  <a:pt x="393204" y="163068"/>
                </a:lnTo>
                <a:lnTo>
                  <a:pt x="396252" y="170688"/>
                </a:lnTo>
                <a:lnTo>
                  <a:pt x="397776" y="179832"/>
                </a:lnTo>
                <a:lnTo>
                  <a:pt x="399770" y="187261"/>
                </a:lnTo>
                <a:lnTo>
                  <a:pt x="401205" y="195834"/>
                </a:lnTo>
                <a:lnTo>
                  <a:pt x="402056" y="205549"/>
                </a:lnTo>
                <a:lnTo>
                  <a:pt x="402348" y="216408"/>
                </a:lnTo>
                <a:lnTo>
                  <a:pt x="402348" y="93091"/>
                </a:lnTo>
                <a:lnTo>
                  <a:pt x="381812" y="87617"/>
                </a:lnTo>
                <a:lnTo>
                  <a:pt x="353580" y="85344"/>
                </a:lnTo>
                <a:lnTo>
                  <a:pt x="325551" y="87617"/>
                </a:lnTo>
                <a:lnTo>
                  <a:pt x="279209" y="105283"/>
                </a:lnTo>
                <a:lnTo>
                  <a:pt x="246367" y="139255"/>
                </a:lnTo>
                <a:lnTo>
                  <a:pt x="229323" y="187261"/>
                </a:lnTo>
                <a:lnTo>
                  <a:pt x="227088" y="216408"/>
                </a:lnTo>
                <a:lnTo>
                  <a:pt x="229323" y="244678"/>
                </a:lnTo>
                <a:lnTo>
                  <a:pt x="246367" y="292061"/>
                </a:lnTo>
                <a:lnTo>
                  <a:pt x="279209" y="326021"/>
                </a:lnTo>
                <a:lnTo>
                  <a:pt x="325551" y="343687"/>
                </a:lnTo>
                <a:lnTo>
                  <a:pt x="353580" y="345948"/>
                </a:lnTo>
                <a:lnTo>
                  <a:pt x="382460" y="343687"/>
                </a:lnTo>
                <a:lnTo>
                  <a:pt x="428802" y="326021"/>
                </a:lnTo>
                <a:lnTo>
                  <a:pt x="461416" y="292061"/>
                </a:lnTo>
                <a:lnTo>
                  <a:pt x="478040" y="244678"/>
                </a:lnTo>
                <a:lnTo>
                  <a:pt x="480072" y="216408"/>
                </a:lnTo>
                <a:close/>
              </a:path>
              <a:path w="596264" h="346075">
                <a:moveTo>
                  <a:pt x="595884" y="0"/>
                </a:moveTo>
                <a:lnTo>
                  <a:pt x="519684" y="0"/>
                </a:lnTo>
                <a:lnTo>
                  <a:pt x="519684" y="338328"/>
                </a:lnTo>
                <a:lnTo>
                  <a:pt x="595884" y="338328"/>
                </a:lnTo>
                <a:lnTo>
                  <a:pt x="595884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1" name="object 11"/>
          <p:cNvGrpSpPr/>
          <p:nvPr/>
        </p:nvGrpSpPr>
        <p:grpSpPr>
          <a:xfrm>
            <a:off x="4608576" y="2389631"/>
            <a:ext cx="1108075" cy="346075"/>
            <a:chOff x="4608576" y="2389631"/>
            <a:chExt cx="1108075" cy="346075"/>
          </a:xfrm>
        </p:grpSpPr>
        <p:pic>
          <p:nvPicPr>
            <p:cNvPr id="12" name="object 12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4608576" y="2482595"/>
              <a:ext cx="228600" cy="251460"/>
            </a:xfrm>
            <a:prstGeom prst="rect">
              <a:avLst/>
            </a:prstGeom>
          </p:spPr>
        </p:pic>
        <p:sp>
          <p:nvSpPr>
            <p:cNvPr id="13" name="object 13"/>
            <p:cNvSpPr/>
            <p:nvPr/>
          </p:nvSpPr>
          <p:spPr>
            <a:xfrm>
              <a:off x="4870704" y="2389631"/>
              <a:ext cx="577850" cy="346075"/>
            </a:xfrm>
            <a:custGeom>
              <a:avLst/>
              <a:gdLst/>
              <a:ahLst/>
              <a:cxnLst/>
              <a:rect l="l" t="t" r="r" b="b"/>
              <a:pathLst>
                <a:path w="577850" h="346075">
                  <a:moveTo>
                    <a:pt x="178308" y="92964"/>
                  </a:moveTo>
                  <a:lnTo>
                    <a:pt x="105156" y="92964"/>
                  </a:lnTo>
                  <a:lnTo>
                    <a:pt x="105156" y="24384"/>
                  </a:lnTo>
                  <a:lnTo>
                    <a:pt x="28956" y="24384"/>
                  </a:lnTo>
                  <a:lnTo>
                    <a:pt x="28956" y="92964"/>
                  </a:lnTo>
                  <a:lnTo>
                    <a:pt x="0" y="92964"/>
                  </a:lnTo>
                  <a:lnTo>
                    <a:pt x="0" y="146304"/>
                  </a:lnTo>
                  <a:lnTo>
                    <a:pt x="28956" y="146304"/>
                  </a:lnTo>
                  <a:lnTo>
                    <a:pt x="28956" y="260604"/>
                  </a:lnTo>
                  <a:lnTo>
                    <a:pt x="30353" y="280873"/>
                  </a:lnTo>
                  <a:lnTo>
                    <a:pt x="50292" y="323088"/>
                  </a:lnTo>
                  <a:lnTo>
                    <a:pt x="96786" y="341744"/>
                  </a:lnTo>
                  <a:lnTo>
                    <a:pt x="118872" y="342900"/>
                  </a:lnTo>
                  <a:lnTo>
                    <a:pt x="128600" y="342671"/>
                  </a:lnTo>
                  <a:lnTo>
                    <a:pt x="145224" y="341617"/>
                  </a:lnTo>
                  <a:lnTo>
                    <a:pt x="152400" y="341376"/>
                  </a:lnTo>
                  <a:lnTo>
                    <a:pt x="165925" y="338899"/>
                  </a:lnTo>
                  <a:lnTo>
                    <a:pt x="172326" y="337312"/>
                  </a:lnTo>
                  <a:lnTo>
                    <a:pt x="178308" y="335280"/>
                  </a:lnTo>
                  <a:lnTo>
                    <a:pt x="178308" y="281940"/>
                  </a:lnTo>
                  <a:lnTo>
                    <a:pt x="172212" y="281940"/>
                  </a:lnTo>
                  <a:lnTo>
                    <a:pt x="169164" y="283464"/>
                  </a:lnTo>
                  <a:lnTo>
                    <a:pt x="164592" y="284988"/>
                  </a:lnTo>
                  <a:lnTo>
                    <a:pt x="146304" y="289560"/>
                  </a:lnTo>
                  <a:lnTo>
                    <a:pt x="132588" y="289560"/>
                  </a:lnTo>
                  <a:lnTo>
                    <a:pt x="124968" y="288036"/>
                  </a:lnTo>
                  <a:lnTo>
                    <a:pt x="120396" y="284988"/>
                  </a:lnTo>
                  <a:lnTo>
                    <a:pt x="114300" y="281940"/>
                  </a:lnTo>
                  <a:lnTo>
                    <a:pt x="111252" y="277368"/>
                  </a:lnTo>
                  <a:lnTo>
                    <a:pt x="109728" y="272796"/>
                  </a:lnTo>
                  <a:lnTo>
                    <a:pt x="106680" y="268224"/>
                  </a:lnTo>
                  <a:lnTo>
                    <a:pt x="106680" y="256032"/>
                  </a:lnTo>
                  <a:lnTo>
                    <a:pt x="105156" y="249936"/>
                  </a:lnTo>
                  <a:lnTo>
                    <a:pt x="105156" y="146304"/>
                  </a:lnTo>
                  <a:lnTo>
                    <a:pt x="178308" y="146304"/>
                  </a:lnTo>
                  <a:lnTo>
                    <a:pt x="178308" y="92964"/>
                  </a:lnTo>
                  <a:close/>
                </a:path>
                <a:path w="577850" h="346075">
                  <a:moveTo>
                    <a:pt x="284988" y="92964"/>
                  </a:moveTo>
                  <a:lnTo>
                    <a:pt x="208788" y="92964"/>
                  </a:lnTo>
                  <a:lnTo>
                    <a:pt x="208788" y="338328"/>
                  </a:lnTo>
                  <a:lnTo>
                    <a:pt x="284988" y="338328"/>
                  </a:lnTo>
                  <a:lnTo>
                    <a:pt x="284988" y="92964"/>
                  </a:lnTo>
                  <a:close/>
                </a:path>
                <a:path w="577850" h="346075">
                  <a:moveTo>
                    <a:pt x="286512" y="0"/>
                  </a:moveTo>
                  <a:lnTo>
                    <a:pt x="205740" y="0"/>
                  </a:lnTo>
                  <a:lnTo>
                    <a:pt x="205740" y="59436"/>
                  </a:lnTo>
                  <a:lnTo>
                    <a:pt x="286512" y="59436"/>
                  </a:lnTo>
                  <a:lnTo>
                    <a:pt x="286512" y="0"/>
                  </a:lnTo>
                  <a:close/>
                </a:path>
                <a:path w="577850" h="346075">
                  <a:moveTo>
                    <a:pt x="577596" y="216408"/>
                  </a:moveTo>
                  <a:lnTo>
                    <a:pt x="569391" y="161544"/>
                  </a:lnTo>
                  <a:lnTo>
                    <a:pt x="544055" y="120396"/>
                  </a:lnTo>
                  <a:lnTo>
                    <a:pt x="504431" y="94297"/>
                  </a:lnTo>
                  <a:lnTo>
                    <a:pt x="499859" y="93091"/>
                  </a:lnTo>
                  <a:lnTo>
                    <a:pt x="499859" y="216408"/>
                  </a:lnTo>
                  <a:lnTo>
                    <a:pt x="499579" y="227266"/>
                  </a:lnTo>
                  <a:lnTo>
                    <a:pt x="498716" y="236982"/>
                  </a:lnTo>
                  <a:lnTo>
                    <a:pt x="497293" y="245554"/>
                  </a:lnTo>
                  <a:lnTo>
                    <a:pt x="495287" y="252984"/>
                  </a:lnTo>
                  <a:lnTo>
                    <a:pt x="493763" y="262128"/>
                  </a:lnTo>
                  <a:lnTo>
                    <a:pt x="490715" y="268224"/>
                  </a:lnTo>
                  <a:lnTo>
                    <a:pt x="486143" y="275844"/>
                  </a:lnTo>
                  <a:lnTo>
                    <a:pt x="476999" y="284988"/>
                  </a:lnTo>
                  <a:lnTo>
                    <a:pt x="470903" y="286512"/>
                  </a:lnTo>
                  <a:lnTo>
                    <a:pt x="464807" y="289560"/>
                  </a:lnTo>
                  <a:lnTo>
                    <a:pt x="458711" y="291084"/>
                  </a:lnTo>
                  <a:lnTo>
                    <a:pt x="444995" y="291084"/>
                  </a:lnTo>
                  <a:lnTo>
                    <a:pt x="437375" y="289560"/>
                  </a:lnTo>
                  <a:lnTo>
                    <a:pt x="431279" y="286512"/>
                  </a:lnTo>
                  <a:lnTo>
                    <a:pt x="425183" y="284988"/>
                  </a:lnTo>
                  <a:lnTo>
                    <a:pt x="405142" y="245554"/>
                  </a:lnTo>
                  <a:lnTo>
                    <a:pt x="403898" y="227266"/>
                  </a:lnTo>
                  <a:lnTo>
                    <a:pt x="403898" y="205549"/>
                  </a:lnTo>
                  <a:lnTo>
                    <a:pt x="411657" y="165925"/>
                  </a:lnTo>
                  <a:lnTo>
                    <a:pt x="444995" y="140208"/>
                  </a:lnTo>
                  <a:lnTo>
                    <a:pt x="458711" y="140208"/>
                  </a:lnTo>
                  <a:lnTo>
                    <a:pt x="464807" y="141732"/>
                  </a:lnTo>
                  <a:lnTo>
                    <a:pt x="470903" y="144780"/>
                  </a:lnTo>
                  <a:lnTo>
                    <a:pt x="475475" y="146304"/>
                  </a:lnTo>
                  <a:lnTo>
                    <a:pt x="481571" y="150876"/>
                  </a:lnTo>
                  <a:lnTo>
                    <a:pt x="490715" y="163068"/>
                  </a:lnTo>
                  <a:lnTo>
                    <a:pt x="493763" y="170688"/>
                  </a:lnTo>
                  <a:lnTo>
                    <a:pt x="495287" y="179832"/>
                  </a:lnTo>
                  <a:lnTo>
                    <a:pt x="497293" y="187261"/>
                  </a:lnTo>
                  <a:lnTo>
                    <a:pt x="498716" y="195834"/>
                  </a:lnTo>
                  <a:lnTo>
                    <a:pt x="499579" y="205549"/>
                  </a:lnTo>
                  <a:lnTo>
                    <a:pt x="499859" y="216408"/>
                  </a:lnTo>
                  <a:lnTo>
                    <a:pt x="499859" y="93091"/>
                  </a:lnTo>
                  <a:lnTo>
                    <a:pt x="479336" y="87617"/>
                  </a:lnTo>
                  <a:lnTo>
                    <a:pt x="451091" y="85344"/>
                  </a:lnTo>
                  <a:lnTo>
                    <a:pt x="423075" y="87617"/>
                  </a:lnTo>
                  <a:lnTo>
                    <a:pt x="376732" y="105283"/>
                  </a:lnTo>
                  <a:lnTo>
                    <a:pt x="343890" y="139255"/>
                  </a:lnTo>
                  <a:lnTo>
                    <a:pt x="326847" y="187261"/>
                  </a:lnTo>
                  <a:lnTo>
                    <a:pt x="324612" y="216408"/>
                  </a:lnTo>
                  <a:lnTo>
                    <a:pt x="326847" y="244678"/>
                  </a:lnTo>
                  <a:lnTo>
                    <a:pt x="343890" y="292061"/>
                  </a:lnTo>
                  <a:lnTo>
                    <a:pt x="376732" y="326021"/>
                  </a:lnTo>
                  <a:lnTo>
                    <a:pt x="423075" y="343687"/>
                  </a:lnTo>
                  <a:lnTo>
                    <a:pt x="451091" y="345948"/>
                  </a:lnTo>
                  <a:lnTo>
                    <a:pt x="479336" y="343687"/>
                  </a:lnTo>
                  <a:lnTo>
                    <a:pt x="526110" y="326021"/>
                  </a:lnTo>
                  <a:lnTo>
                    <a:pt x="558939" y="292061"/>
                  </a:lnTo>
                  <a:lnTo>
                    <a:pt x="575564" y="244678"/>
                  </a:lnTo>
                  <a:lnTo>
                    <a:pt x="577596" y="216408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4" name="object 14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5487923" y="2476499"/>
              <a:ext cx="228600" cy="251460"/>
            </a:xfrm>
            <a:prstGeom prst="rect">
              <a:avLst/>
            </a:prstGeom>
          </p:spPr>
        </p:pic>
      </p:grpSp>
      <p:sp>
        <p:nvSpPr>
          <p:cNvPr id="15" name="object 15"/>
          <p:cNvSpPr/>
          <p:nvPr/>
        </p:nvSpPr>
        <p:spPr>
          <a:xfrm>
            <a:off x="5766815" y="2397252"/>
            <a:ext cx="212090" cy="330835"/>
          </a:xfrm>
          <a:custGeom>
            <a:avLst/>
            <a:gdLst/>
            <a:ahLst/>
            <a:cxnLst/>
            <a:rect l="l" t="t" r="r" b="b"/>
            <a:pathLst>
              <a:path w="212089" h="330835">
                <a:moveTo>
                  <a:pt x="6096" y="83820"/>
                </a:moveTo>
                <a:lnTo>
                  <a:pt x="0" y="83820"/>
                </a:lnTo>
                <a:lnTo>
                  <a:pt x="0" y="18288"/>
                </a:lnTo>
                <a:lnTo>
                  <a:pt x="41148" y="6096"/>
                </a:lnTo>
                <a:lnTo>
                  <a:pt x="82724" y="309"/>
                </a:lnTo>
                <a:lnTo>
                  <a:pt x="97536" y="0"/>
                </a:lnTo>
                <a:lnTo>
                  <a:pt x="110942" y="309"/>
                </a:lnTo>
                <a:lnTo>
                  <a:pt x="156281" y="9810"/>
                </a:lnTo>
                <a:lnTo>
                  <a:pt x="188571" y="30384"/>
                </a:lnTo>
                <a:lnTo>
                  <a:pt x="207404" y="59436"/>
                </a:lnTo>
                <a:lnTo>
                  <a:pt x="77724" y="59436"/>
                </a:lnTo>
                <a:lnTo>
                  <a:pt x="68318" y="60007"/>
                </a:lnTo>
                <a:lnTo>
                  <a:pt x="58483" y="61722"/>
                </a:lnTo>
                <a:lnTo>
                  <a:pt x="48363" y="64579"/>
                </a:lnTo>
                <a:lnTo>
                  <a:pt x="38100" y="68580"/>
                </a:lnTo>
                <a:lnTo>
                  <a:pt x="28384" y="72247"/>
                </a:lnTo>
                <a:lnTo>
                  <a:pt x="19722" y="76247"/>
                </a:lnTo>
                <a:lnTo>
                  <a:pt x="12382" y="80152"/>
                </a:lnTo>
                <a:lnTo>
                  <a:pt x="6096" y="83820"/>
                </a:lnTo>
                <a:close/>
              </a:path>
              <a:path w="212089" h="330835">
                <a:moveTo>
                  <a:pt x="123444" y="243839"/>
                </a:moveTo>
                <a:lnTo>
                  <a:pt x="48767" y="243839"/>
                </a:lnTo>
                <a:lnTo>
                  <a:pt x="48767" y="170688"/>
                </a:lnTo>
                <a:lnTo>
                  <a:pt x="54768" y="168402"/>
                </a:lnTo>
                <a:lnTo>
                  <a:pt x="61341" y="166116"/>
                </a:lnTo>
                <a:lnTo>
                  <a:pt x="68484" y="163830"/>
                </a:lnTo>
                <a:lnTo>
                  <a:pt x="76200" y="161544"/>
                </a:lnTo>
                <a:lnTo>
                  <a:pt x="83034" y="158757"/>
                </a:lnTo>
                <a:lnTo>
                  <a:pt x="117324" y="133469"/>
                </a:lnTo>
                <a:lnTo>
                  <a:pt x="129540" y="100584"/>
                </a:lnTo>
                <a:lnTo>
                  <a:pt x="128682" y="90892"/>
                </a:lnTo>
                <a:lnTo>
                  <a:pt x="99060" y="61912"/>
                </a:lnTo>
                <a:lnTo>
                  <a:pt x="77724" y="59436"/>
                </a:lnTo>
                <a:lnTo>
                  <a:pt x="207404" y="59436"/>
                </a:lnTo>
                <a:lnTo>
                  <a:pt x="209740" y="67437"/>
                </a:lnTo>
                <a:lnTo>
                  <a:pt x="211288" y="76247"/>
                </a:lnTo>
                <a:lnTo>
                  <a:pt x="211836" y="85344"/>
                </a:lnTo>
                <a:lnTo>
                  <a:pt x="211288" y="95583"/>
                </a:lnTo>
                <a:lnTo>
                  <a:pt x="209740" y="105537"/>
                </a:lnTo>
                <a:lnTo>
                  <a:pt x="207335" y="114919"/>
                </a:lnTo>
                <a:lnTo>
                  <a:pt x="204216" y="123444"/>
                </a:lnTo>
                <a:lnTo>
                  <a:pt x="201382" y="132064"/>
                </a:lnTo>
                <a:lnTo>
                  <a:pt x="174117" y="165163"/>
                </a:lnTo>
                <a:lnTo>
                  <a:pt x="158496" y="175260"/>
                </a:lnTo>
                <a:lnTo>
                  <a:pt x="150233" y="180474"/>
                </a:lnTo>
                <a:lnTo>
                  <a:pt x="141541" y="184975"/>
                </a:lnTo>
                <a:lnTo>
                  <a:pt x="123444" y="193548"/>
                </a:lnTo>
                <a:lnTo>
                  <a:pt x="123444" y="243839"/>
                </a:lnTo>
                <a:close/>
              </a:path>
              <a:path w="212089" h="330835">
                <a:moveTo>
                  <a:pt x="129540" y="330708"/>
                </a:moveTo>
                <a:lnTo>
                  <a:pt x="42672" y="330708"/>
                </a:lnTo>
                <a:lnTo>
                  <a:pt x="42672" y="272796"/>
                </a:lnTo>
                <a:lnTo>
                  <a:pt x="129540" y="272796"/>
                </a:lnTo>
                <a:lnTo>
                  <a:pt x="129540" y="33070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" name="object 16"/>
          <p:cNvSpPr/>
          <p:nvPr/>
        </p:nvSpPr>
        <p:spPr>
          <a:xfrm>
            <a:off x="1758695" y="4328159"/>
            <a:ext cx="384175" cy="386080"/>
          </a:xfrm>
          <a:custGeom>
            <a:avLst/>
            <a:gdLst/>
            <a:ahLst/>
            <a:cxnLst/>
            <a:rect l="l" t="t" r="r" b="b"/>
            <a:pathLst>
              <a:path w="384175" h="386079">
                <a:moveTo>
                  <a:pt x="167640" y="385571"/>
                </a:moveTo>
                <a:lnTo>
                  <a:pt x="168521" y="356115"/>
                </a:lnTo>
                <a:lnTo>
                  <a:pt x="168973" y="331660"/>
                </a:lnTo>
                <a:lnTo>
                  <a:pt x="169164" y="297179"/>
                </a:lnTo>
                <a:lnTo>
                  <a:pt x="169164" y="36575"/>
                </a:lnTo>
                <a:lnTo>
                  <a:pt x="57912" y="36575"/>
                </a:lnTo>
                <a:lnTo>
                  <a:pt x="46767" y="36861"/>
                </a:lnTo>
                <a:lnTo>
                  <a:pt x="36195" y="37718"/>
                </a:lnTo>
                <a:lnTo>
                  <a:pt x="26193" y="39147"/>
                </a:lnTo>
                <a:lnTo>
                  <a:pt x="16764" y="41147"/>
                </a:lnTo>
                <a:lnTo>
                  <a:pt x="0" y="25907"/>
                </a:lnTo>
                <a:lnTo>
                  <a:pt x="321563" y="25907"/>
                </a:lnTo>
                <a:lnTo>
                  <a:pt x="348995" y="0"/>
                </a:lnTo>
                <a:lnTo>
                  <a:pt x="384048" y="36575"/>
                </a:lnTo>
                <a:lnTo>
                  <a:pt x="195072" y="36575"/>
                </a:lnTo>
                <a:lnTo>
                  <a:pt x="195072" y="126491"/>
                </a:lnTo>
                <a:lnTo>
                  <a:pt x="241958" y="141636"/>
                </a:lnTo>
                <a:lnTo>
                  <a:pt x="277558" y="155066"/>
                </a:lnTo>
                <a:lnTo>
                  <a:pt x="315467" y="176783"/>
                </a:lnTo>
                <a:lnTo>
                  <a:pt x="332232" y="208788"/>
                </a:lnTo>
                <a:lnTo>
                  <a:pt x="332232" y="211835"/>
                </a:lnTo>
                <a:lnTo>
                  <a:pt x="330708" y="216407"/>
                </a:lnTo>
                <a:lnTo>
                  <a:pt x="327660" y="222503"/>
                </a:lnTo>
                <a:lnTo>
                  <a:pt x="326136" y="230124"/>
                </a:lnTo>
                <a:lnTo>
                  <a:pt x="323087" y="233171"/>
                </a:lnTo>
                <a:lnTo>
                  <a:pt x="320039" y="233171"/>
                </a:lnTo>
                <a:lnTo>
                  <a:pt x="316015" y="231743"/>
                </a:lnTo>
                <a:lnTo>
                  <a:pt x="310705" y="227456"/>
                </a:lnTo>
                <a:lnTo>
                  <a:pt x="303966" y="220313"/>
                </a:lnTo>
                <a:lnTo>
                  <a:pt x="295656" y="210312"/>
                </a:lnTo>
                <a:lnTo>
                  <a:pt x="280797" y="192857"/>
                </a:lnTo>
                <a:lnTo>
                  <a:pt x="259080" y="174688"/>
                </a:lnTo>
                <a:lnTo>
                  <a:pt x="230505" y="155662"/>
                </a:lnTo>
                <a:lnTo>
                  <a:pt x="195072" y="135635"/>
                </a:lnTo>
                <a:lnTo>
                  <a:pt x="195072" y="312419"/>
                </a:lnTo>
                <a:lnTo>
                  <a:pt x="195310" y="329874"/>
                </a:lnTo>
                <a:lnTo>
                  <a:pt x="196357" y="360211"/>
                </a:lnTo>
                <a:lnTo>
                  <a:pt x="196595" y="373379"/>
                </a:lnTo>
                <a:lnTo>
                  <a:pt x="167640" y="38557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" name="object 17"/>
          <p:cNvSpPr/>
          <p:nvPr/>
        </p:nvSpPr>
        <p:spPr>
          <a:xfrm>
            <a:off x="2191512" y="4309884"/>
            <a:ext cx="1283335" cy="403860"/>
          </a:xfrm>
          <a:custGeom>
            <a:avLst/>
            <a:gdLst/>
            <a:ahLst/>
            <a:cxnLst/>
            <a:rect l="l" t="t" r="r" b="b"/>
            <a:pathLst>
              <a:path w="1283335" h="403860">
                <a:moveTo>
                  <a:pt x="406908" y="39624"/>
                </a:moveTo>
                <a:lnTo>
                  <a:pt x="376428" y="3048"/>
                </a:lnTo>
                <a:lnTo>
                  <a:pt x="347472" y="28956"/>
                </a:lnTo>
                <a:lnTo>
                  <a:pt x="0" y="28956"/>
                </a:lnTo>
                <a:lnTo>
                  <a:pt x="16764" y="44196"/>
                </a:lnTo>
                <a:lnTo>
                  <a:pt x="26454" y="42189"/>
                </a:lnTo>
                <a:lnTo>
                  <a:pt x="37147" y="40767"/>
                </a:lnTo>
                <a:lnTo>
                  <a:pt x="48691" y="39903"/>
                </a:lnTo>
                <a:lnTo>
                  <a:pt x="60960" y="39624"/>
                </a:lnTo>
                <a:lnTo>
                  <a:pt x="172212" y="39624"/>
                </a:lnTo>
                <a:lnTo>
                  <a:pt x="169354" y="57073"/>
                </a:lnTo>
                <a:lnTo>
                  <a:pt x="165354" y="75247"/>
                </a:lnTo>
                <a:lnTo>
                  <a:pt x="160210" y="94272"/>
                </a:lnTo>
                <a:lnTo>
                  <a:pt x="153924" y="114300"/>
                </a:lnTo>
                <a:lnTo>
                  <a:pt x="143256" y="114300"/>
                </a:lnTo>
                <a:lnTo>
                  <a:pt x="143256" y="123444"/>
                </a:lnTo>
                <a:lnTo>
                  <a:pt x="143256" y="356616"/>
                </a:lnTo>
                <a:lnTo>
                  <a:pt x="68580" y="356616"/>
                </a:lnTo>
                <a:lnTo>
                  <a:pt x="68580" y="123444"/>
                </a:lnTo>
                <a:lnTo>
                  <a:pt x="143256" y="123444"/>
                </a:lnTo>
                <a:lnTo>
                  <a:pt x="143256" y="114300"/>
                </a:lnTo>
                <a:lnTo>
                  <a:pt x="68580" y="114300"/>
                </a:lnTo>
                <a:lnTo>
                  <a:pt x="42672" y="99060"/>
                </a:lnTo>
                <a:lnTo>
                  <a:pt x="43548" y="129032"/>
                </a:lnTo>
                <a:lnTo>
                  <a:pt x="44005" y="164020"/>
                </a:lnTo>
                <a:lnTo>
                  <a:pt x="44107" y="190500"/>
                </a:lnTo>
                <a:lnTo>
                  <a:pt x="44018" y="280416"/>
                </a:lnTo>
                <a:lnTo>
                  <a:pt x="43954" y="293268"/>
                </a:lnTo>
                <a:lnTo>
                  <a:pt x="43434" y="334137"/>
                </a:lnTo>
                <a:lnTo>
                  <a:pt x="42900" y="370992"/>
                </a:lnTo>
                <a:lnTo>
                  <a:pt x="42672" y="403860"/>
                </a:lnTo>
                <a:lnTo>
                  <a:pt x="68580" y="391668"/>
                </a:lnTo>
                <a:lnTo>
                  <a:pt x="68580" y="367284"/>
                </a:lnTo>
                <a:lnTo>
                  <a:pt x="338328" y="367284"/>
                </a:lnTo>
                <a:lnTo>
                  <a:pt x="338328" y="402336"/>
                </a:lnTo>
                <a:lnTo>
                  <a:pt x="364236" y="390144"/>
                </a:lnTo>
                <a:lnTo>
                  <a:pt x="363842" y="367284"/>
                </a:lnTo>
                <a:lnTo>
                  <a:pt x="363664" y="356616"/>
                </a:lnTo>
                <a:lnTo>
                  <a:pt x="363486" y="346062"/>
                </a:lnTo>
                <a:lnTo>
                  <a:pt x="363029" y="297967"/>
                </a:lnTo>
                <a:lnTo>
                  <a:pt x="362813" y="248412"/>
                </a:lnTo>
                <a:lnTo>
                  <a:pt x="362712" y="129540"/>
                </a:lnTo>
                <a:lnTo>
                  <a:pt x="368808" y="123444"/>
                </a:lnTo>
                <a:lnTo>
                  <a:pt x="374904" y="117348"/>
                </a:lnTo>
                <a:lnTo>
                  <a:pt x="370763" y="114300"/>
                </a:lnTo>
                <a:lnTo>
                  <a:pt x="345948" y="96012"/>
                </a:lnTo>
                <a:lnTo>
                  <a:pt x="338328" y="107442"/>
                </a:lnTo>
                <a:lnTo>
                  <a:pt x="338328" y="123444"/>
                </a:lnTo>
                <a:lnTo>
                  <a:pt x="338328" y="356616"/>
                </a:lnTo>
                <a:lnTo>
                  <a:pt x="260604" y="356616"/>
                </a:lnTo>
                <a:lnTo>
                  <a:pt x="260604" y="123444"/>
                </a:lnTo>
                <a:lnTo>
                  <a:pt x="338328" y="123444"/>
                </a:lnTo>
                <a:lnTo>
                  <a:pt x="338328" y="107442"/>
                </a:lnTo>
                <a:lnTo>
                  <a:pt x="333756" y="114300"/>
                </a:lnTo>
                <a:lnTo>
                  <a:pt x="239268" y="114300"/>
                </a:lnTo>
                <a:lnTo>
                  <a:pt x="239268" y="356616"/>
                </a:lnTo>
                <a:lnTo>
                  <a:pt x="166116" y="356616"/>
                </a:lnTo>
                <a:lnTo>
                  <a:pt x="166116" y="280416"/>
                </a:lnTo>
                <a:lnTo>
                  <a:pt x="239268" y="280416"/>
                </a:lnTo>
                <a:lnTo>
                  <a:pt x="239268" y="269748"/>
                </a:lnTo>
                <a:lnTo>
                  <a:pt x="166116" y="269748"/>
                </a:lnTo>
                <a:lnTo>
                  <a:pt x="166116" y="201168"/>
                </a:lnTo>
                <a:lnTo>
                  <a:pt x="239268" y="201168"/>
                </a:lnTo>
                <a:lnTo>
                  <a:pt x="239268" y="190500"/>
                </a:lnTo>
                <a:lnTo>
                  <a:pt x="166116" y="190500"/>
                </a:lnTo>
                <a:lnTo>
                  <a:pt x="166116" y="123444"/>
                </a:lnTo>
                <a:lnTo>
                  <a:pt x="239268" y="123444"/>
                </a:lnTo>
                <a:lnTo>
                  <a:pt x="239268" y="114300"/>
                </a:lnTo>
                <a:lnTo>
                  <a:pt x="164592" y="114300"/>
                </a:lnTo>
                <a:lnTo>
                  <a:pt x="171754" y="100558"/>
                </a:lnTo>
                <a:lnTo>
                  <a:pt x="179641" y="86677"/>
                </a:lnTo>
                <a:lnTo>
                  <a:pt x="188379" y="72504"/>
                </a:lnTo>
                <a:lnTo>
                  <a:pt x="198120" y="57912"/>
                </a:lnTo>
                <a:lnTo>
                  <a:pt x="216408" y="53340"/>
                </a:lnTo>
                <a:lnTo>
                  <a:pt x="190500" y="39624"/>
                </a:lnTo>
                <a:lnTo>
                  <a:pt x="406908" y="39624"/>
                </a:lnTo>
                <a:close/>
              </a:path>
              <a:path w="1283335" h="403860">
                <a:moveTo>
                  <a:pt x="806183" y="82296"/>
                </a:moveTo>
                <a:lnTo>
                  <a:pt x="774877" y="44958"/>
                </a:lnTo>
                <a:lnTo>
                  <a:pt x="736079" y="24384"/>
                </a:lnTo>
                <a:lnTo>
                  <a:pt x="733031" y="30480"/>
                </a:lnTo>
                <a:lnTo>
                  <a:pt x="747636" y="47637"/>
                </a:lnTo>
                <a:lnTo>
                  <a:pt x="759523" y="62674"/>
                </a:lnTo>
                <a:lnTo>
                  <a:pt x="768832" y="75692"/>
                </a:lnTo>
                <a:lnTo>
                  <a:pt x="775703" y="86868"/>
                </a:lnTo>
                <a:lnTo>
                  <a:pt x="780275" y="97536"/>
                </a:lnTo>
                <a:lnTo>
                  <a:pt x="784860" y="102108"/>
                </a:lnTo>
                <a:lnTo>
                  <a:pt x="792467" y="102108"/>
                </a:lnTo>
                <a:lnTo>
                  <a:pt x="795515" y="99060"/>
                </a:lnTo>
                <a:lnTo>
                  <a:pt x="800087" y="92964"/>
                </a:lnTo>
                <a:lnTo>
                  <a:pt x="804659" y="88392"/>
                </a:lnTo>
                <a:lnTo>
                  <a:pt x="806183" y="82296"/>
                </a:lnTo>
                <a:close/>
              </a:path>
              <a:path w="1283335" h="403860">
                <a:moveTo>
                  <a:pt x="853440" y="394716"/>
                </a:moveTo>
                <a:lnTo>
                  <a:pt x="850392" y="391668"/>
                </a:lnTo>
                <a:lnTo>
                  <a:pt x="842911" y="378282"/>
                </a:lnTo>
                <a:lnTo>
                  <a:pt x="840409" y="365760"/>
                </a:lnTo>
                <a:lnTo>
                  <a:pt x="838568" y="356616"/>
                </a:lnTo>
                <a:lnTo>
                  <a:pt x="837095" y="326936"/>
                </a:lnTo>
                <a:lnTo>
                  <a:pt x="838187" y="289560"/>
                </a:lnTo>
                <a:lnTo>
                  <a:pt x="832104" y="289560"/>
                </a:lnTo>
                <a:lnTo>
                  <a:pt x="816864" y="365760"/>
                </a:lnTo>
                <a:lnTo>
                  <a:pt x="789432" y="354063"/>
                </a:lnTo>
                <a:lnTo>
                  <a:pt x="764273" y="337375"/>
                </a:lnTo>
                <a:lnTo>
                  <a:pt x="741426" y="315823"/>
                </a:lnTo>
                <a:lnTo>
                  <a:pt x="732777" y="304800"/>
                </a:lnTo>
                <a:lnTo>
                  <a:pt x="720839" y="289560"/>
                </a:lnTo>
                <a:lnTo>
                  <a:pt x="738898" y="266700"/>
                </a:lnTo>
                <a:lnTo>
                  <a:pt x="742251" y="262458"/>
                </a:lnTo>
                <a:lnTo>
                  <a:pt x="760653" y="238506"/>
                </a:lnTo>
                <a:lnTo>
                  <a:pt x="775919" y="217970"/>
                </a:lnTo>
                <a:lnTo>
                  <a:pt x="787895" y="201168"/>
                </a:lnTo>
                <a:lnTo>
                  <a:pt x="807707" y="193548"/>
                </a:lnTo>
                <a:lnTo>
                  <a:pt x="777227" y="164592"/>
                </a:lnTo>
                <a:lnTo>
                  <a:pt x="763778" y="189966"/>
                </a:lnTo>
                <a:lnTo>
                  <a:pt x="748461" y="215646"/>
                </a:lnTo>
                <a:lnTo>
                  <a:pt x="731151" y="241312"/>
                </a:lnTo>
                <a:lnTo>
                  <a:pt x="711695" y="266700"/>
                </a:lnTo>
                <a:lnTo>
                  <a:pt x="705624" y="246354"/>
                </a:lnTo>
                <a:lnTo>
                  <a:pt x="700836" y="219456"/>
                </a:lnTo>
                <a:lnTo>
                  <a:pt x="696912" y="185686"/>
                </a:lnTo>
                <a:lnTo>
                  <a:pt x="693407" y="144780"/>
                </a:lnTo>
                <a:lnTo>
                  <a:pt x="841235" y="144780"/>
                </a:lnTo>
                <a:lnTo>
                  <a:pt x="807707" y="109728"/>
                </a:lnTo>
                <a:lnTo>
                  <a:pt x="783336" y="134112"/>
                </a:lnTo>
                <a:lnTo>
                  <a:pt x="691896" y="134112"/>
                </a:lnTo>
                <a:lnTo>
                  <a:pt x="691007" y="105537"/>
                </a:lnTo>
                <a:lnTo>
                  <a:pt x="690613" y="82296"/>
                </a:lnTo>
                <a:lnTo>
                  <a:pt x="690486" y="68961"/>
                </a:lnTo>
                <a:lnTo>
                  <a:pt x="690372" y="33528"/>
                </a:lnTo>
                <a:lnTo>
                  <a:pt x="708660" y="21336"/>
                </a:lnTo>
                <a:lnTo>
                  <a:pt x="662927" y="0"/>
                </a:lnTo>
                <a:lnTo>
                  <a:pt x="664032" y="21336"/>
                </a:lnTo>
                <a:lnTo>
                  <a:pt x="665175" y="51054"/>
                </a:lnTo>
                <a:lnTo>
                  <a:pt x="666280" y="86868"/>
                </a:lnTo>
                <a:lnTo>
                  <a:pt x="667499" y="134112"/>
                </a:lnTo>
                <a:lnTo>
                  <a:pt x="576059" y="134112"/>
                </a:lnTo>
                <a:lnTo>
                  <a:pt x="576059" y="54864"/>
                </a:lnTo>
                <a:lnTo>
                  <a:pt x="576059" y="51816"/>
                </a:lnTo>
                <a:lnTo>
                  <a:pt x="594690" y="47790"/>
                </a:lnTo>
                <a:lnTo>
                  <a:pt x="611873" y="44767"/>
                </a:lnTo>
                <a:lnTo>
                  <a:pt x="627926" y="42595"/>
                </a:lnTo>
                <a:lnTo>
                  <a:pt x="643115" y="41148"/>
                </a:lnTo>
                <a:lnTo>
                  <a:pt x="617207" y="9144"/>
                </a:lnTo>
                <a:lnTo>
                  <a:pt x="572427" y="32715"/>
                </a:lnTo>
                <a:lnTo>
                  <a:pt x="526110" y="45910"/>
                </a:lnTo>
                <a:lnTo>
                  <a:pt x="483717" y="55054"/>
                </a:lnTo>
                <a:lnTo>
                  <a:pt x="464807" y="57912"/>
                </a:lnTo>
                <a:lnTo>
                  <a:pt x="464807" y="65532"/>
                </a:lnTo>
                <a:lnTo>
                  <a:pt x="487387" y="62357"/>
                </a:lnTo>
                <a:lnTo>
                  <a:pt x="509384" y="59626"/>
                </a:lnTo>
                <a:lnTo>
                  <a:pt x="551675" y="54864"/>
                </a:lnTo>
                <a:lnTo>
                  <a:pt x="551675" y="134112"/>
                </a:lnTo>
                <a:lnTo>
                  <a:pt x="446519" y="134112"/>
                </a:lnTo>
                <a:lnTo>
                  <a:pt x="463283" y="150876"/>
                </a:lnTo>
                <a:lnTo>
                  <a:pt x="472719" y="147993"/>
                </a:lnTo>
                <a:lnTo>
                  <a:pt x="482714" y="146113"/>
                </a:lnTo>
                <a:lnTo>
                  <a:pt x="493293" y="145084"/>
                </a:lnTo>
                <a:lnTo>
                  <a:pt x="504431" y="144780"/>
                </a:lnTo>
                <a:lnTo>
                  <a:pt x="551675" y="144780"/>
                </a:lnTo>
                <a:lnTo>
                  <a:pt x="551675" y="231648"/>
                </a:lnTo>
                <a:lnTo>
                  <a:pt x="515962" y="242785"/>
                </a:lnTo>
                <a:lnTo>
                  <a:pt x="486524" y="251079"/>
                </a:lnTo>
                <a:lnTo>
                  <a:pt x="463384" y="256501"/>
                </a:lnTo>
                <a:lnTo>
                  <a:pt x="446519" y="259080"/>
                </a:lnTo>
                <a:lnTo>
                  <a:pt x="467855" y="294132"/>
                </a:lnTo>
                <a:lnTo>
                  <a:pt x="475602" y="287032"/>
                </a:lnTo>
                <a:lnTo>
                  <a:pt x="492048" y="277368"/>
                </a:lnTo>
                <a:lnTo>
                  <a:pt x="517372" y="265404"/>
                </a:lnTo>
                <a:lnTo>
                  <a:pt x="551675" y="251460"/>
                </a:lnTo>
                <a:lnTo>
                  <a:pt x="551675" y="342900"/>
                </a:lnTo>
                <a:lnTo>
                  <a:pt x="551154" y="351777"/>
                </a:lnTo>
                <a:lnTo>
                  <a:pt x="547484" y="357949"/>
                </a:lnTo>
                <a:lnTo>
                  <a:pt x="540969" y="361543"/>
                </a:lnTo>
                <a:lnTo>
                  <a:pt x="531863" y="362712"/>
                </a:lnTo>
                <a:lnTo>
                  <a:pt x="520674" y="361543"/>
                </a:lnTo>
                <a:lnTo>
                  <a:pt x="509765" y="360235"/>
                </a:lnTo>
                <a:lnTo>
                  <a:pt x="498868" y="358635"/>
                </a:lnTo>
                <a:lnTo>
                  <a:pt x="487667" y="356616"/>
                </a:lnTo>
                <a:lnTo>
                  <a:pt x="487667" y="364236"/>
                </a:lnTo>
                <a:lnTo>
                  <a:pt x="507911" y="372541"/>
                </a:lnTo>
                <a:lnTo>
                  <a:pt x="522719" y="381571"/>
                </a:lnTo>
                <a:lnTo>
                  <a:pt x="531825" y="391452"/>
                </a:lnTo>
                <a:lnTo>
                  <a:pt x="534911" y="402336"/>
                </a:lnTo>
                <a:lnTo>
                  <a:pt x="552919" y="395185"/>
                </a:lnTo>
                <a:lnTo>
                  <a:pt x="565772" y="385191"/>
                </a:lnTo>
                <a:lnTo>
                  <a:pt x="573493" y="372325"/>
                </a:lnTo>
                <a:lnTo>
                  <a:pt x="575068" y="362712"/>
                </a:lnTo>
                <a:lnTo>
                  <a:pt x="576059" y="356616"/>
                </a:lnTo>
                <a:lnTo>
                  <a:pt x="576059" y="251460"/>
                </a:lnTo>
                <a:lnTo>
                  <a:pt x="576059" y="240792"/>
                </a:lnTo>
                <a:lnTo>
                  <a:pt x="611390" y="225552"/>
                </a:lnTo>
                <a:lnTo>
                  <a:pt x="653796" y="207264"/>
                </a:lnTo>
                <a:lnTo>
                  <a:pt x="650748" y="202692"/>
                </a:lnTo>
                <a:lnTo>
                  <a:pt x="576059" y="225552"/>
                </a:lnTo>
                <a:lnTo>
                  <a:pt x="576059" y="144780"/>
                </a:lnTo>
                <a:lnTo>
                  <a:pt x="669036" y="144780"/>
                </a:lnTo>
                <a:lnTo>
                  <a:pt x="673671" y="191325"/>
                </a:lnTo>
                <a:lnTo>
                  <a:pt x="678738" y="230314"/>
                </a:lnTo>
                <a:lnTo>
                  <a:pt x="684669" y="261569"/>
                </a:lnTo>
                <a:lnTo>
                  <a:pt x="691896" y="284988"/>
                </a:lnTo>
                <a:lnTo>
                  <a:pt x="671309" y="303555"/>
                </a:lnTo>
                <a:lnTo>
                  <a:pt x="646163" y="322707"/>
                </a:lnTo>
                <a:lnTo>
                  <a:pt x="616445" y="342417"/>
                </a:lnTo>
                <a:lnTo>
                  <a:pt x="582155" y="362712"/>
                </a:lnTo>
                <a:lnTo>
                  <a:pt x="585203" y="368808"/>
                </a:lnTo>
                <a:lnTo>
                  <a:pt x="619188" y="354520"/>
                </a:lnTo>
                <a:lnTo>
                  <a:pt x="650163" y="339090"/>
                </a:lnTo>
                <a:lnTo>
                  <a:pt x="678002" y="322516"/>
                </a:lnTo>
                <a:lnTo>
                  <a:pt x="702551" y="304800"/>
                </a:lnTo>
                <a:lnTo>
                  <a:pt x="726033" y="334772"/>
                </a:lnTo>
                <a:lnTo>
                  <a:pt x="770712" y="375297"/>
                </a:lnTo>
                <a:lnTo>
                  <a:pt x="812431" y="392442"/>
                </a:lnTo>
                <a:lnTo>
                  <a:pt x="848855" y="400812"/>
                </a:lnTo>
                <a:lnTo>
                  <a:pt x="851916" y="400812"/>
                </a:lnTo>
                <a:lnTo>
                  <a:pt x="853440" y="399288"/>
                </a:lnTo>
                <a:lnTo>
                  <a:pt x="853440" y="394716"/>
                </a:lnTo>
                <a:close/>
              </a:path>
              <a:path w="1283335" h="403860">
                <a:moveTo>
                  <a:pt x="1022591" y="28943"/>
                </a:moveTo>
                <a:lnTo>
                  <a:pt x="984491" y="3035"/>
                </a:lnTo>
                <a:lnTo>
                  <a:pt x="972185" y="41313"/>
                </a:lnTo>
                <a:lnTo>
                  <a:pt x="960297" y="75996"/>
                </a:lnTo>
                <a:lnTo>
                  <a:pt x="937247" y="134099"/>
                </a:lnTo>
                <a:lnTo>
                  <a:pt x="912863" y="180962"/>
                </a:lnTo>
                <a:lnTo>
                  <a:pt x="888479" y="220967"/>
                </a:lnTo>
                <a:lnTo>
                  <a:pt x="891527" y="227063"/>
                </a:lnTo>
                <a:lnTo>
                  <a:pt x="908443" y="207632"/>
                </a:lnTo>
                <a:lnTo>
                  <a:pt x="925055" y="185915"/>
                </a:lnTo>
                <a:lnTo>
                  <a:pt x="941679" y="161912"/>
                </a:lnTo>
                <a:lnTo>
                  <a:pt x="958583" y="135623"/>
                </a:lnTo>
                <a:lnTo>
                  <a:pt x="958583" y="321551"/>
                </a:lnTo>
                <a:lnTo>
                  <a:pt x="958354" y="337578"/>
                </a:lnTo>
                <a:lnTo>
                  <a:pt x="957821" y="356031"/>
                </a:lnTo>
                <a:lnTo>
                  <a:pt x="957300" y="377063"/>
                </a:lnTo>
                <a:lnTo>
                  <a:pt x="957059" y="400799"/>
                </a:lnTo>
                <a:lnTo>
                  <a:pt x="984491" y="387083"/>
                </a:lnTo>
                <a:lnTo>
                  <a:pt x="983615" y="372516"/>
                </a:lnTo>
                <a:lnTo>
                  <a:pt x="983157" y="356222"/>
                </a:lnTo>
                <a:lnTo>
                  <a:pt x="982992" y="338226"/>
                </a:lnTo>
                <a:lnTo>
                  <a:pt x="982967" y="138671"/>
                </a:lnTo>
                <a:lnTo>
                  <a:pt x="986891" y="135623"/>
                </a:lnTo>
                <a:lnTo>
                  <a:pt x="996683" y="128003"/>
                </a:lnTo>
                <a:lnTo>
                  <a:pt x="969251" y="111239"/>
                </a:lnTo>
                <a:lnTo>
                  <a:pt x="975829" y="97218"/>
                </a:lnTo>
                <a:lnTo>
                  <a:pt x="984110" y="80187"/>
                </a:lnTo>
                <a:lnTo>
                  <a:pt x="994117" y="60020"/>
                </a:lnTo>
                <a:lnTo>
                  <a:pt x="1005827" y="36563"/>
                </a:lnTo>
                <a:lnTo>
                  <a:pt x="1022591" y="28943"/>
                </a:lnTo>
                <a:close/>
              </a:path>
              <a:path w="1283335" h="403860">
                <a:moveTo>
                  <a:pt x="1077455" y="102095"/>
                </a:moveTo>
                <a:lnTo>
                  <a:pt x="1037831" y="80759"/>
                </a:lnTo>
                <a:lnTo>
                  <a:pt x="1038720" y="96456"/>
                </a:lnTo>
                <a:lnTo>
                  <a:pt x="1039164" y="111429"/>
                </a:lnTo>
                <a:lnTo>
                  <a:pt x="1039342" y="125552"/>
                </a:lnTo>
                <a:lnTo>
                  <a:pt x="1039342" y="338632"/>
                </a:lnTo>
                <a:lnTo>
                  <a:pt x="1039164" y="355650"/>
                </a:lnTo>
                <a:lnTo>
                  <a:pt x="1038720" y="375831"/>
                </a:lnTo>
                <a:lnTo>
                  <a:pt x="1037831" y="399275"/>
                </a:lnTo>
                <a:lnTo>
                  <a:pt x="1065263" y="384035"/>
                </a:lnTo>
                <a:lnTo>
                  <a:pt x="1065034" y="368604"/>
                </a:lnTo>
                <a:lnTo>
                  <a:pt x="1064628" y="355650"/>
                </a:lnTo>
                <a:lnTo>
                  <a:pt x="1063980" y="334314"/>
                </a:lnTo>
                <a:lnTo>
                  <a:pt x="1063866" y="324599"/>
                </a:lnTo>
                <a:lnTo>
                  <a:pt x="1063739" y="115811"/>
                </a:lnTo>
                <a:lnTo>
                  <a:pt x="1077455" y="102095"/>
                </a:lnTo>
                <a:close/>
              </a:path>
              <a:path w="1283335" h="403860">
                <a:moveTo>
                  <a:pt x="1123226" y="62852"/>
                </a:moveTo>
                <a:lnTo>
                  <a:pt x="1095362" y="31038"/>
                </a:lnTo>
                <a:lnTo>
                  <a:pt x="1071359" y="15227"/>
                </a:lnTo>
                <a:lnTo>
                  <a:pt x="1065263" y="18275"/>
                </a:lnTo>
                <a:lnTo>
                  <a:pt x="1075817" y="33947"/>
                </a:lnTo>
                <a:lnTo>
                  <a:pt x="1084503" y="48755"/>
                </a:lnTo>
                <a:lnTo>
                  <a:pt x="1091196" y="62433"/>
                </a:lnTo>
                <a:lnTo>
                  <a:pt x="1095743" y="74663"/>
                </a:lnTo>
                <a:lnTo>
                  <a:pt x="1097267" y="88379"/>
                </a:lnTo>
                <a:lnTo>
                  <a:pt x="1101839" y="94475"/>
                </a:lnTo>
                <a:lnTo>
                  <a:pt x="1106411" y="94475"/>
                </a:lnTo>
                <a:lnTo>
                  <a:pt x="1118603" y="82283"/>
                </a:lnTo>
                <a:lnTo>
                  <a:pt x="1120127" y="76187"/>
                </a:lnTo>
                <a:lnTo>
                  <a:pt x="1123175" y="68567"/>
                </a:lnTo>
                <a:lnTo>
                  <a:pt x="1123226" y="62852"/>
                </a:lnTo>
                <a:close/>
              </a:path>
              <a:path w="1283335" h="403860">
                <a:moveTo>
                  <a:pt x="1283195" y="65519"/>
                </a:moveTo>
                <a:lnTo>
                  <a:pt x="1255763" y="42659"/>
                </a:lnTo>
                <a:lnTo>
                  <a:pt x="1238999" y="59423"/>
                </a:lnTo>
                <a:lnTo>
                  <a:pt x="1152131" y="59423"/>
                </a:lnTo>
                <a:lnTo>
                  <a:pt x="1168895" y="74663"/>
                </a:lnTo>
                <a:lnTo>
                  <a:pt x="1178331" y="72669"/>
                </a:lnTo>
                <a:lnTo>
                  <a:pt x="1188326" y="71234"/>
                </a:lnTo>
                <a:lnTo>
                  <a:pt x="1198905" y="70383"/>
                </a:lnTo>
                <a:lnTo>
                  <a:pt x="1210043" y="70091"/>
                </a:lnTo>
                <a:lnTo>
                  <a:pt x="1243571" y="70091"/>
                </a:lnTo>
                <a:lnTo>
                  <a:pt x="1243571" y="338315"/>
                </a:lnTo>
                <a:lnTo>
                  <a:pt x="1242479" y="348322"/>
                </a:lnTo>
                <a:lnTo>
                  <a:pt x="1239380" y="355460"/>
                </a:lnTo>
                <a:lnTo>
                  <a:pt x="1234579" y="359752"/>
                </a:lnTo>
                <a:lnTo>
                  <a:pt x="1228331" y="361175"/>
                </a:lnTo>
                <a:lnTo>
                  <a:pt x="1218615" y="360654"/>
                </a:lnTo>
                <a:lnTo>
                  <a:pt x="1168895" y="355079"/>
                </a:lnTo>
                <a:lnTo>
                  <a:pt x="1168895" y="362699"/>
                </a:lnTo>
                <a:lnTo>
                  <a:pt x="1194904" y="370370"/>
                </a:lnTo>
                <a:lnTo>
                  <a:pt x="1213472" y="379463"/>
                </a:lnTo>
                <a:lnTo>
                  <a:pt x="1224622" y="389712"/>
                </a:lnTo>
                <a:lnTo>
                  <a:pt x="1228331" y="400799"/>
                </a:lnTo>
                <a:lnTo>
                  <a:pt x="1246098" y="392544"/>
                </a:lnTo>
                <a:lnTo>
                  <a:pt x="1258430" y="381558"/>
                </a:lnTo>
                <a:lnTo>
                  <a:pt x="1265631" y="368020"/>
                </a:lnTo>
                <a:lnTo>
                  <a:pt x="1266621" y="361175"/>
                </a:lnTo>
                <a:lnTo>
                  <a:pt x="1267955" y="352031"/>
                </a:lnTo>
                <a:lnTo>
                  <a:pt x="1267955" y="77711"/>
                </a:lnTo>
                <a:lnTo>
                  <a:pt x="1277480" y="70091"/>
                </a:lnTo>
                <a:lnTo>
                  <a:pt x="1283195" y="6551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" name="object 18"/>
          <p:cNvSpPr/>
          <p:nvPr/>
        </p:nvSpPr>
        <p:spPr>
          <a:xfrm>
            <a:off x="3528059" y="4309871"/>
            <a:ext cx="401320" cy="407034"/>
          </a:xfrm>
          <a:custGeom>
            <a:avLst/>
            <a:gdLst/>
            <a:ahLst/>
            <a:cxnLst/>
            <a:rect l="l" t="t" r="r" b="b"/>
            <a:pathLst>
              <a:path w="401320" h="407035">
                <a:moveTo>
                  <a:pt x="99059" y="102108"/>
                </a:moveTo>
                <a:lnTo>
                  <a:pt x="74676" y="102108"/>
                </a:lnTo>
                <a:lnTo>
                  <a:pt x="74625" y="70104"/>
                </a:lnTo>
                <a:lnTo>
                  <a:pt x="74498" y="50292"/>
                </a:lnTo>
                <a:lnTo>
                  <a:pt x="74033" y="23455"/>
                </a:lnTo>
                <a:lnTo>
                  <a:pt x="73152" y="0"/>
                </a:lnTo>
                <a:lnTo>
                  <a:pt x="115824" y="21336"/>
                </a:lnTo>
                <a:lnTo>
                  <a:pt x="99059" y="33528"/>
                </a:lnTo>
                <a:lnTo>
                  <a:pt x="99059" y="102108"/>
                </a:lnTo>
                <a:close/>
              </a:path>
              <a:path w="401320" h="407035">
                <a:moveTo>
                  <a:pt x="269748" y="71628"/>
                </a:moveTo>
                <a:lnTo>
                  <a:pt x="263652" y="71628"/>
                </a:lnTo>
                <a:lnTo>
                  <a:pt x="260604" y="67056"/>
                </a:lnTo>
                <a:lnTo>
                  <a:pt x="259080" y="56388"/>
                </a:lnTo>
                <a:lnTo>
                  <a:pt x="255651" y="45291"/>
                </a:lnTo>
                <a:lnTo>
                  <a:pt x="249936" y="32766"/>
                </a:lnTo>
                <a:lnTo>
                  <a:pt x="241935" y="19097"/>
                </a:lnTo>
                <a:lnTo>
                  <a:pt x="231648" y="4572"/>
                </a:lnTo>
                <a:lnTo>
                  <a:pt x="236220" y="0"/>
                </a:lnTo>
                <a:lnTo>
                  <a:pt x="269224" y="22931"/>
                </a:lnTo>
                <a:lnTo>
                  <a:pt x="284988" y="42672"/>
                </a:lnTo>
                <a:lnTo>
                  <a:pt x="284988" y="50292"/>
                </a:lnTo>
                <a:lnTo>
                  <a:pt x="283464" y="57912"/>
                </a:lnTo>
                <a:lnTo>
                  <a:pt x="281940" y="62484"/>
                </a:lnTo>
                <a:lnTo>
                  <a:pt x="277368" y="67056"/>
                </a:lnTo>
                <a:lnTo>
                  <a:pt x="272796" y="70104"/>
                </a:lnTo>
                <a:lnTo>
                  <a:pt x="269748" y="71628"/>
                </a:lnTo>
                <a:close/>
              </a:path>
              <a:path w="401320" h="407035">
                <a:moveTo>
                  <a:pt x="169164" y="134112"/>
                </a:moveTo>
                <a:lnTo>
                  <a:pt x="158495" y="134112"/>
                </a:lnTo>
                <a:lnTo>
                  <a:pt x="152400" y="128016"/>
                </a:lnTo>
                <a:lnTo>
                  <a:pt x="149352" y="126492"/>
                </a:lnTo>
                <a:lnTo>
                  <a:pt x="149352" y="123444"/>
                </a:lnTo>
                <a:lnTo>
                  <a:pt x="156971" y="115824"/>
                </a:lnTo>
                <a:lnTo>
                  <a:pt x="163068" y="108204"/>
                </a:lnTo>
                <a:lnTo>
                  <a:pt x="180389" y="71628"/>
                </a:lnTo>
                <a:lnTo>
                  <a:pt x="182880" y="59436"/>
                </a:lnTo>
                <a:lnTo>
                  <a:pt x="190500" y="59436"/>
                </a:lnTo>
                <a:lnTo>
                  <a:pt x="190500" y="79248"/>
                </a:lnTo>
                <a:lnTo>
                  <a:pt x="388620" y="79248"/>
                </a:lnTo>
                <a:lnTo>
                  <a:pt x="399288" y="89916"/>
                </a:lnTo>
                <a:lnTo>
                  <a:pt x="190500" y="89916"/>
                </a:lnTo>
                <a:lnTo>
                  <a:pt x="190142" y="104441"/>
                </a:lnTo>
                <a:lnTo>
                  <a:pt x="188785" y="115824"/>
                </a:lnTo>
                <a:lnTo>
                  <a:pt x="185999" y="123777"/>
                </a:lnTo>
                <a:lnTo>
                  <a:pt x="181356" y="128016"/>
                </a:lnTo>
                <a:lnTo>
                  <a:pt x="173735" y="132588"/>
                </a:lnTo>
                <a:lnTo>
                  <a:pt x="169164" y="134112"/>
                </a:lnTo>
                <a:close/>
              </a:path>
              <a:path w="401320" h="407035">
                <a:moveTo>
                  <a:pt x="388620" y="79248"/>
                </a:moveTo>
                <a:lnTo>
                  <a:pt x="355092" y="79248"/>
                </a:lnTo>
                <a:lnTo>
                  <a:pt x="370332" y="60960"/>
                </a:lnTo>
                <a:lnTo>
                  <a:pt x="388620" y="79248"/>
                </a:lnTo>
                <a:close/>
              </a:path>
              <a:path w="401320" h="407035">
                <a:moveTo>
                  <a:pt x="13715" y="115824"/>
                </a:moveTo>
                <a:lnTo>
                  <a:pt x="0" y="102108"/>
                </a:lnTo>
                <a:lnTo>
                  <a:pt x="109728" y="102108"/>
                </a:lnTo>
                <a:lnTo>
                  <a:pt x="128016" y="83820"/>
                </a:lnTo>
                <a:lnTo>
                  <a:pt x="155447" y="111252"/>
                </a:lnTo>
                <a:lnTo>
                  <a:pt x="30480" y="111252"/>
                </a:lnTo>
                <a:lnTo>
                  <a:pt x="13715" y="115824"/>
                </a:lnTo>
                <a:close/>
              </a:path>
              <a:path w="401320" h="407035">
                <a:moveTo>
                  <a:pt x="344424" y="135636"/>
                </a:moveTo>
                <a:lnTo>
                  <a:pt x="339852" y="132588"/>
                </a:lnTo>
                <a:lnTo>
                  <a:pt x="356616" y="89916"/>
                </a:lnTo>
                <a:lnTo>
                  <a:pt x="399288" y="89916"/>
                </a:lnTo>
                <a:lnTo>
                  <a:pt x="400812" y="91440"/>
                </a:lnTo>
                <a:lnTo>
                  <a:pt x="387929" y="95130"/>
                </a:lnTo>
                <a:lnTo>
                  <a:pt x="374332" y="103822"/>
                </a:lnTo>
                <a:lnTo>
                  <a:pt x="359878" y="117371"/>
                </a:lnTo>
                <a:lnTo>
                  <a:pt x="344424" y="135636"/>
                </a:lnTo>
                <a:close/>
              </a:path>
              <a:path w="401320" h="407035">
                <a:moveTo>
                  <a:pt x="234696" y="193548"/>
                </a:moveTo>
                <a:lnTo>
                  <a:pt x="210312" y="193548"/>
                </a:lnTo>
                <a:lnTo>
                  <a:pt x="221480" y="166068"/>
                </a:lnTo>
                <a:lnTo>
                  <a:pt x="229933" y="142875"/>
                </a:lnTo>
                <a:lnTo>
                  <a:pt x="235786" y="123777"/>
                </a:lnTo>
                <a:lnTo>
                  <a:pt x="239268" y="108204"/>
                </a:lnTo>
                <a:lnTo>
                  <a:pt x="275844" y="131064"/>
                </a:lnTo>
                <a:lnTo>
                  <a:pt x="260604" y="138684"/>
                </a:lnTo>
                <a:lnTo>
                  <a:pt x="234696" y="193548"/>
                </a:lnTo>
                <a:close/>
              </a:path>
              <a:path w="401320" h="407035">
                <a:moveTo>
                  <a:pt x="25908" y="263652"/>
                </a:moveTo>
                <a:lnTo>
                  <a:pt x="3047" y="234696"/>
                </a:lnTo>
                <a:lnTo>
                  <a:pt x="15311" y="229838"/>
                </a:lnTo>
                <a:lnTo>
                  <a:pt x="31432" y="222123"/>
                </a:lnTo>
                <a:lnTo>
                  <a:pt x="51268" y="211550"/>
                </a:lnTo>
                <a:lnTo>
                  <a:pt x="74676" y="198120"/>
                </a:lnTo>
                <a:lnTo>
                  <a:pt x="74676" y="111252"/>
                </a:lnTo>
                <a:lnTo>
                  <a:pt x="99059" y="111252"/>
                </a:lnTo>
                <a:lnTo>
                  <a:pt x="99059" y="185928"/>
                </a:lnTo>
                <a:lnTo>
                  <a:pt x="121411" y="185928"/>
                </a:lnTo>
                <a:lnTo>
                  <a:pt x="99059" y="202692"/>
                </a:lnTo>
                <a:lnTo>
                  <a:pt x="99059" y="217932"/>
                </a:lnTo>
                <a:lnTo>
                  <a:pt x="74676" y="217932"/>
                </a:lnTo>
                <a:lnTo>
                  <a:pt x="56983" y="232791"/>
                </a:lnTo>
                <a:lnTo>
                  <a:pt x="42862" y="245364"/>
                </a:lnTo>
                <a:lnTo>
                  <a:pt x="32456" y="255651"/>
                </a:lnTo>
                <a:lnTo>
                  <a:pt x="25908" y="263652"/>
                </a:lnTo>
                <a:close/>
              </a:path>
              <a:path w="401320" h="407035">
                <a:moveTo>
                  <a:pt x="121411" y="185928"/>
                </a:moveTo>
                <a:lnTo>
                  <a:pt x="99059" y="185928"/>
                </a:lnTo>
                <a:lnTo>
                  <a:pt x="144780" y="158496"/>
                </a:lnTo>
                <a:lnTo>
                  <a:pt x="147828" y="166116"/>
                </a:lnTo>
                <a:lnTo>
                  <a:pt x="121411" y="185928"/>
                </a:lnTo>
                <a:close/>
              </a:path>
              <a:path w="401320" h="407035">
                <a:moveTo>
                  <a:pt x="149352" y="207264"/>
                </a:moveTo>
                <a:lnTo>
                  <a:pt x="135635" y="193548"/>
                </a:lnTo>
                <a:lnTo>
                  <a:pt x="344424" y="193548"/>
                </a:lnTo>
                <a:lnTo>
                  <a:pt x="365760" y="172212"/>
                </a:lnTo>
                <a:lnTo>
                  <a:pt x="396240" y="204216"/>
                </a:lnTo>
                <a:lnTo>
                  <a:pt x="169164" y="204216"/>
                </a:lnTo>
                <a:lnTo>
                  <a:pt x="149352" y="207264"/>
                </a:lnTo>
                <a:close/>
              </a:path>
              <a:path w="401320" h="407035">
                <a:moveTo>
                  <a:pt x="121920" y="402336"/>
                </a:moveTo>
                <a:lnTo>
                  <a:pt x="118871" y="394716"/>
                </a:lnTo>
                <a:lnTo>
                  <a:pt x="166639" y="381285"/>
                </a:lnTo>
                <a:lnTo>
                  <a:pt x="207264" y="363855"/>
                </a:lnTo>
                <a:lnTo>
                  <a:pt x="241030" y="342423"/>
                </a:lnTo>
                <a:lnTo>
                  <a:pt x="268224" y="316992"/>
                </a:lnTo>
                <a:lnTo>
                  <a:pt x="246507" y="308109"/>
                </a:lnTo>
                <a:lnTo>
                  <a:pt x="222504" y="299656"/>
                </a:lnTo>
                <a:lnTo>
                  <a:pt x="196215" y="291488"/>
                </a:lnTo>
                <a:lnTo>
                  <a:pt x="167640" y="283464"/>
                </a:lnTo>
                <a:lnTo>
                  <a:pt x="177045" y="266366"/>
                </a:lnTo>
                <a:lnTo>
                  <a:pt x="186880" y="247269"/>
                </a:lnTo>
                <a:lnTo>
                  <a:pt x="197000" y="226456"/>
                </a:lnTo>
                <a:lnTo>
                  <a:pt x="207264" y="204216"/>
                </a:lnTo>
                <a:lnTo>
                  <a:pt x="231648" y="204216"/>
                </a:lnTo>
                <a:lnTo>
                  <a:pt x="195072" y="280416"/>
                </a:lnTo>
                <a:lnTo>
                  <a:pt x="218217" y="286131"/>
                </a:lnTo>
                <a:lnTo>
                  <a:pt x="239649" y="291846"/>
                </a:lnTo>
                <a:lnTo>
                  <a:pt x="259365" y="297561"/>
                </a:lnTo>
                <a:lnTo>
                  <a:pt x="277368" y="303276"/>
                </a:lnTo>
                <a:lnTo>
                  <a:pt x="305180" y="303276"/>
                </a:lnTo>
                <a:lnTo>
                  <a:pt x="300228" y="312419"/>
                </a:lnTo>
                <a:lnTo>
                  <a:pt x="318492" y="319492"/>
                </a:lnTo>
                <a:lnTo>
                  <a:pt x="334327" y="326707"/>
                </a:lnTo>
                <a:lnTo>
                  <a:pt x="336150" y="327660"/>
                </a:lnTo>
                <a:lnTo>
                  <a:pt x="289560" y="327660"/>
                </a:lnTo>
                <a:lnTo>
                  <a:pt x="278344" y="338828"/>
                </a:lnTo>
                <a:lnTo>
                  <a:pt x="230124" y="370332"/>
                </a:lnTo>
                <a:lnTo>
                  <a:pt x="184023" y="388048"/>
                </a:lnTo>
                <a:lnTo>
                  <a:pt x="155114" y="395835"/>
                </a:lnTo>
                <a:lnTo>
                  <a:pt x="121920" y="402336"/>
                </a:lnTo>
                <a:close/>
              </a:path>
              <a:path w="401320" h="407035">
                <a:moveTo>
                  <a:pt x="305180" y="303276"/>
                </a:moveTo>
                <a:lnTo>
                  <a:pt x="277368" y="303276"/>
                </a:lnTo>
                <a:lnTo>
                  <a:pt x="288488" y="280725"/>
                </a:lnTo>
                <a:lnTo>
                  <a:pt x="298894" y="256603"/>
                </a:lnTo>
                <a:lnTo>
                  <a:pt x="308443" y="231052"/>
                </a:lnTo>
                <a:lnTo>
                  <a:pt x="316992" y="204216"/>
                </a:lnTo>
                <a:lnTo>
                  <a:pt x="344424" y="204216"/>
                </a:lnTo>
                <a:lnTo>
                  <a:pt x="333017" y="239125"/>
                </a:lnTo>
                <a:lnTo>
                  <a:pt x="321754" y="268605"/>
                </a:lnTo>
                <a:lnTo>
                  <a:pt x="310776" y="292941"/>
                </a:lnTo>
                <a:lnTo>
                  <a:pt x="305180" y="303276"/>
                </a:lnTo>
                <a:close/>
              </a:path>
              <a:path w="401320" h="407035">
                <a:moveTo>
                  <a:pt x="98563" y="367284"/>
                </a:moveTo>
                <a:lnTo>
                  <a:pt x="71628" y="367284"/>
                </a:lnTo>
                <a:lnTo>
                  <a:pt x="74676" y="361188"/>
                </a:lnTo>
                <a:lnTo>
                  <a:pt x="74676" y="217932"/>
                </a:lnTo>
                <a:lnTo>
                  <a:pt x="99059" y="217932"/>
                </a:lnTo>
                <a:lnTo>
                  <a:pt x="98982" y="364712"/>
                </a:lnTo>
                <a:lnTo>
                  <a:pt x="98563" y="367284"/>
                </a:lnTo>
                <a:close/>
              </a:path>
              <a:path w="401320" h="407035">
                <a:moveTo>
                  <a:pt x="376428" y="393192"/>
                </a:moveTo>
                <a:lnTo>
                  <a:pt x="372189" y="392049"/>
                </a:lnTo>
                <a:lnTo>
                  <a:pt x="366521" y="388620"/>
                </a:lnTo>
                <a:lnTo>
                  <a:pt x="359711" y="382905"/>
                </a:lnTo>
                <a:lnTo>
                  <a:pt x="339494" y="361735"/>
                </a:lnTo>
                <a:lnTo>
                  <a:pt x="324802" y="349567"/>
                </a:lnTo>
                <a:lnTo>
                  <a:pt x="308109" y="338256"/>
                </a:lnTo>
                <a:lnTo>
                  <a:pt x="289560" y="327660"/>
                </a:lnTo>
                <a:lnTo>
                  <a:pt x="336150" y="327660"/>
                </a:lnTo>
                <a:lnTo>
                  <a:pt x="372237" y="352234"/>
                </a:lnTo>
                <a:lnTo>
                  <a:pt x="382524" y="371856"/>
                </a:lnTo>
                <a:lnTo>
                  <a:pt x="382524" y="384048"/>
                </a:lnTo>
                <a:lnTo>
                  <a:pt x="380999" y="388620"/>
                </a:lnTo>
                <a:lnTo>
                  <a:pt x="376428" y="393192"/>
                </a:lnTo>
                <a:close/>
              </a:path>
              <a:path w="401320" h="407035">
                <a:moveTo>
                  <a:pt x="65532" y="406908"/>
                </a:moveTo>
                <a:lnTo>
                  <a:pt x="62674" y="396049"/>
                </a:lnTo>
                <a:lnTo>
                  <a:pt x="54102" y="386334"/>
                </a:lnTo>
                <a:lnTo>
                  <a:pt x="39814" y="377761"/>
                </a:lnTo>
                <a:lnTo>
                  <a:pt x="19812" y="370332"/>
                </a:lnTo>
                <a:lnTo>
                  <a:pt x="19812" y="362712"/>
                </a:lnTo>
                <a:lnTo>
                  <a:pt x="34409" y="364712"/>
                </a:lnTo>
                <a:lnTo>
                  <a:pt x="46291" y="366141"/>
                </a:lnTo>
                <a:lnTo>
                  <a:pt x="55602" y="366998"/>
                </a:lnTo>
                <a:lnTo>
                  <a:pt x="62483" y="367284"/>
                </a:lnTo>
                <a:lnTo>
                  <a:pt x="98563" y="367284"/>
                </a:lnTo>
                <a:lnTo>
                  <a:pt x="96821" y="377975"/>
                </a:lnTo>
                <a:lnTo>
                  <a:pt x="90297" y="389572"/>
                </a:lnTo>
                <a:lnTo>
                  <a:pt x="79771" y="399168"/>
                </a:lnTo>
                <a:lnTo>
                  <a:pt x="65532" y="40690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" name="object 19"/>
          <p:cNvSpPr/>
          <p:nvPr/>
        </p:nvSpPr>
        <p:spPr>
          <a:xfrm>
            <a:off x="3983736" y="4317491"/>
            <a:ext cx="378460" cy="386080"/>
          </a:xfrm>
          <a:custGeom>
            <a:avLst/>
            <a:gdLst/>
            <a:ahLst/>
            <a:cxnLst/>
            <a:rect l="l" t="t" r="r" b="b"/>
            <a:pathLst>
              <a:path w="378460" h="386079">
                <a:moveTo>
                  <a:pt x="181355" y="32004"/>
                </a:moveTo>
                <a:lnTo>
                  <a:pt x="164592" y="15240"/>
                </a:lnTo>
                <a:lnTo>
                  <a:pt x="324612" y="15240"/>
                </a:lnTo>
                <a:lnTo>
                  <a:pt x="336804" y="0"/>
                </a:lnTo>
                <a:lnTo>
                  <a:pt x="365760" y="22860"/>
                </a:lnTo>
                <a:lnTo>
                  <a:pt x="361405" y="25908"/>
                </a:lnTo>
                <a:lnTo>
                  <a:pt x="222504" y="25908"/>
                </a:lnTo>
                <a:lnTo>
                  <a:pt x="211359" y="26217"/>
                </a:lnTo>
                <a:lnTo>
                  <a:pt x="200787" y="27241"/>
                </a:lnTo>
                <a:lnTo>
                  <a:pt x="190785" y="29122"/>
                </a:lnTo>
                <a:lnTo>
                  <a:pt x="181355" y="32004"/>
                </a:lnTo>
                <a:close/>
              </a:path>
              <a:path w="378460" h="386079">
                <a:moveTo>
                  <a:pt x="145897" y="24384"/>
                </a:moveTo>
                <a:lnTo>
                  <a:pt x="111252" y="24384"/>
                </a:lnTo>
                <a:lnTo>
                  <a:pt x="123444" y="4572"/>
                </a:lnTo>
                <a:lnTo>
                  <a:pt x="145897" y="24384"/>
                </a:lnTo>
                <a:close/>
              </a:path>
              <a:path w="378460" h="386079">
                <a:moveTo>
                  <a:pt x="21336" y="283463"/>
                </a:moveTo>
                <a:lnTo>
                  <a:pt x="22216" y="260604"/>
                </a:lnTo>
                <a:lnTo>
                  <a:pt x="22608" y="234696"/>
                </a:lnTo>
                <a:lnTo>
                  <a:pt x="22714" y="220599"/>
                </a:lnTo>
                <a:lnTo>
                  <a:pt x="22838" y="108204"/>
                </a:lnTo>
                <a:lnTo>
                  <a:pt x="22712" y="76390"/>
                </a:lnTo>
                <a:lnTo>
                  <a:pt x="22597" y="61626"/>
                </a:lnTo>
                <a:lnTo>
                  <a:pt x="22219" y="35052"/>
                </a:lnTo>
                <a:lnTo>
                  <a:pt x="21336" y="9144"/>
                </a:lnTo>
                <a:lnTo>
                  <a:pt x="45720" y="24384"/>
                </a:lnTo>
                <a:lnTo>
                  <a:pt x="145897" y="24384"/>
                </a:lnTo>
                <a:lnTo>
                  <a:pt x="149352" y="27432"/>
                </a:lnTo>
                <a:lnTo>
                  <a:pt x="140779" y="35052"/>
                </a:lnTo>
                <a:lnTo>
                  <a:pt x="45720" y="35052"/>
                </a:lnTo>
                <a:lnTo>
                  <a:pt x="45720" y="126492"/>
                </a:lnTo>
                <a:lnTo>
                  <a:pt x="135659" y="126492"/>
                </a:lnTo>
                <a:lnTo>
                  <a:pt x="135685" y="137160"/>
                </a:lnTo>
                <a:lnTo>
                  <a:pt x="45720" y="137160"/>
                </a:lnTo>
                <a:lnTo>
                  <a:pt x="45720" y="231648"/>
                </a:lnTo>
                <a:lnTo>
                  <a:pt x="136220" y="231648"/>
                </a:lnTo>
                <a:lnTo>
                  <a:pt x="136323" y="238601"/>
                </a:lnTo>
                <a:lnTo>
                  <a:pt x="136464" y="242316"/>
                </a:lnTo>
                <a:lnTo>
                  <a:pt x="45720" y="242316"/>
                </a:lnTo>
                <a:lnTo>
                  <a:pt x="45720" y="271272"/>
                </a:lnTo>
                <a:lnTo>
                  <a:pt x="21336" y="283463"/>
                </a:lnTo>
                <a:close/>
              </a:path>
              <a:path w="378460" h="386079">
                <a:moveTo>
                  <a:pt x="150876" y="163068"/>
                </a:moveTo>
                <a:lnTo>
                  <a:pt x="147828" y="158496"/>
                </a:lnTo>
                <a:lnTo>
                  <a:pt x="178617" y="127920"/>
                </a:lnTo>
                <a:lnTo>
                  <a:pt x="202120" y="95631"/>
                </a:lnTo>
                <a:lnTo>
                  <a:pt x="217908" y="61626"/>
                </a:lnTo>
                <a:lnTo>
                  <a:pt x="225552" y="25908"/>
                </a:lnTo>
                <a:lnTo>
                  <a:pt x="251460" y="25908"/>
                </a:lnTo>
                <a:lnTo>
                  <a:pt x="239172" y="69627"/>
                </a:lnTo>
                <a:lnTo>
                  <a:pt x="218313" y="107061"/>
                </a:lnTo>
                <a:lnTo>
                  <a:pt x="188880" y="138207"/>
                </a:lnTo>
                <a:lnTo>
                  <a:pt x="150876" y="163068"/>
                </a:lnTo>
                <a:close/>
              </a:path>
              <a:path w="378460" h="386079">
                <a:moveTo>
                  <a:pt x="337824" y="99060"/>
                </a:moveTo>
                <a:lnTo>
                  <a:pt x="301752" y="99060"/>
                </a:lnTo>
                <a:lnTo>
                  <a:pt x="306324" y="97536"/>
                </a:lnTo>
                <a:lnTo>
                  <a:pt x="312419" y="96012"/>
                </a:lnTo>
                <a:lnTo>
                  <a:pt x="315872" y="89987"/>
                </a:lnTo>
                <a:lnTo>
                  <a:pt x="319468" y="76390"/>
                </a:lnTo>
                <a:lnTo>
                  <a:pt x="323349" y="55078"/>
                </a:lnTo>
                <a:lnTo>
                  <a:pt x="327660" y="25908"/>
                </a:lnTo>
                <a:lnTo>
                  <a:pt x="361405" y="25908"/>
                </a:lnTo>
                <a:lnTo>
                  <a:pt x="350520" y="33528"/>
                </a:lnTo>
                <a:lnTo>
                  <a:pt x="347043" y="58912"/>
                </a:lnTo>
                <a:lnTo>
                  <a:pt x="343281" y="80010"/>
                </a:lnTo>
                <a:lnTo>
                  <a:pt x="338947" y="96535"/>
                </a:lnTo>
                <a:lnTo>
                  <a:pt x="337824" y="99060"/>
                </a:lnTo>
                <a:close/>
              </a:path>
              <a:path w="378460" h="386079">
                <a:moveTo>
                  <a:pt x="135659" y="126492"/>
                </a:moveTo>
                <a:lnTo>
                  <a:pt x="112776" y="126492"/>
                </a:lnTo>
                <a:lnTo>
                  <a:pt x="112776" y="35052"/>
                </a:lnTo>
                <a:lnTo>
                  <a:pt x="140779" y="35052"/>
                </a:lnTo>
                <a:lnTo>
                  <a:pt x="135636" y="39624"/>
                </a:lnTo>
                <a:lnTo>
                  <a:pt x="135659" y="126492"/>
                </a:lnTo>
                <a:close/>
              </a:path>
              <a:path w="378460" h="386079">
                <a:moveTo>
                  <a:pt x="295655" y="135636"/>
                </a:moveTo>
                <a:lnTo>
                  <a:pt x="293346" y="124158"/>
                </a:lnTo>
                <a:lnTo>
                  <a:pt x="286321" y="114681"/>
                </a:lnTo>
                <a:lnTo>
                  <a:pt x="274439" y="106918"/>
                </a:lnTo>
                <a:lnTo>
                  <a:pt x="257555" y="100584"/>
                </a:lnTo>
                <a:lnTo>
                  <a:pt x="259079" y="94488"/>
                </a:lnTo>
                <a:lnTo>
                  <a:pt x="269938" y="96488"/>
                </a:lnTo>
                <a:lnTo>
                  <a:pt x="279654" y="97917"/>
                </a:lnTo>
                <a:lnTo>
                  <a:pt x="288226" y="98774"/>
                </a:lnTo>
                <a:lnTo>
                  <a:pt x="295655" y="99060"/>
                </a:lnTo>
                <a:lnTo>
                  <a:pt x="337824" y="99060"/>
                </a:lnTo>
                <a:lnTo>
                  <a:pt x="333756" y="108204"/>
                </a:lnTo>
                <a:lnTo>
                  <a:pt x="327802" y="117633"/>
                </a:lnTo>
                <a:lnTo>
                  <a:pt x="319278" y="125349"/>
                </a:lnTo>
                <a:lnTo>
                  <a:pt x="308467" y="131349"/>
                </a:lnTo>
                <a:lnTo>
                  <a:pt x="295655" y="135636"/>
                </a:lnTo>
                <a:close/>
              </a:path>
              <a:path w="378460" h="386079">
                <a:moveTo>
                  <a:pt x="136220" y="231648"/>
                </a:moveTo>
                <a:lnTo>
                  <a:pt x="112776" y="231648"/>
                </a:lnTo>
                <a:lnTo>
                  <a:pt x="112776" y="137160"/>
                </a:lnTo>
                <a:lnTo>
                  <a:pt x="135685" y="137160"/>
                </a:lnTo>
                <a:lnTo>
                  <a:pt x="135806" y="185046"/>
                </a:lnTo>
                <a:lnTo>
                  <a:pt x="135894" y="199644"/>
                </a:lnTo>
                <a:lnTo>
                  <a:pt x="136220" y="231648"/>
                </a:lnTo>
                <a:close/>
              </a:path>
              <a:path w="378460" h="386079">
                <a:moveTo>
                  <a:pt x="354154" y="153924"/>
                </a:moveTo>
                <a:lnTo>
                  <a:pt x="320040" y="153924"/>
                </a:lnTo>
                <a:lnTo>
                  <a:pt x="332232" y="137160"/>
                </a:lnTo>
                <a:lnTo>
                  <a:pt x="354154" y="153924"/>
                </a:lnTo>
                <a:close/>
              </a:path>
              <a:path w="378460" h="386079">
                <a:moveTo>
                  <a:pt x="193548" y="263651"/>
                </a:moveTo>
                <a:lnTo>
                  <a:pt x="193786" y="245935"/>
                </a:lnTo>
                <a:lnTo>
                  <a:pt x="194310" y="229362"/>
                </a:lnTo>
                <a:lnTo>
                  <a:pt x="194833" y="213931"/>
                </a:lnTo>
                <a:lnTo>
                  <a:pt x="195072" y="199644"/>
                </a:lnTo>
                <a:lnTo>
                  <a:pt x="195048" y="185046"/>
                </a:lnTo>
                <a:lnTo>
                  <a:pt x="194881" y="170878"/>
                </a:lnTo>
                <a:lnTo>
                  <a:pt x="194427" y="156972"/>
                </a:lnTo>
                <a:lnTo>
                  <a:pt x="193548" y="143256"/>
                </a:lnTo>
                <a:lnTo>
                  <a:pt x="219455" y="153924"/>
                </a:lnTo>
                <a:lnTo>
                  <a:pt x="354154" y="153924"/>
                </a:lnTo>
                <a:lnTo>
                  <a:pt x="358140" y="156972"/>
                </a:lnTo>
                <a:lnTo>
                  <a:pt x="350520" y="164592"/>
                </a:lnTo>
                <a:lnTo>
                  <a:pt x="219455" y="164592"/>
                </a:lnTo>
                <a:lnTo>
                  <a:pt x="219455" y="234696"/>
                </a:lnTo>
                <a:lnTo>
                  <a:pt x="346492" y="234696"/>
                </a:lnTo>
                <a:lnTo>
                  <a:pt x="346590" y="238601"/>
                </a:lnTo>
                <a:lnTo>
                  <a:pt x="347054" y="245363"/>
                </a:lnTo>
                <a:lnTo>
                  <a:pt x="219455" y="245363"/>
                </a:lnTo>
                <a:lnTo>
                  <a:pt x="219455" y="256032"/>
                </a:lnTo>
                <a:lnTo>
                  <a:pt x="193548" y="263651"/>
                </a:lnTo>
                <a:close/>
              </a:path>
              <a:path w="378460" h="386079">
                <a:moveTo>
                  <a:pt x="346492" y="234696"/>
                </a:moveTo>
                <a:lnTo>
                  <a:pt x="321564" y="234696"/>
                </a:lnTo>
                <a:lnTo>
                  <a:pt x="321564" y="164592"/>
                </a:lnTo>
                <a:lnTo>
                  <a:pt x="350520" y="164592"/>
                </a:lnTo>
                <a:lnTo>
                  <a:pt x="345948" y="169163"/>
                </a:lnTo>
                <a:lnTo>
                  <a:pt x="345987" y="199644"/>
                </a:lnTo>
                <a:lnTo>
                  <a:pt x="346138" y="220599"/>
                </a:lnTo>
                <a:lnTo>
                  <a:pt x="346492" y="234696"/>
                </a:lnTo>
                <a:close/>
              </a:path>
              <a:path w="378460" h="386079">
                <a:moveTo>
                  <a:pt x="112776" y="269748"/>
                </a:moveTo>
                <a:lnTo>
                  <a:pt x="112776" y="242316"/>
                </a:lnTo>
                <a:lnTo>
                  <a:pt x="136464" y="242316"/>
                </a:lnTo>
                <a:lnTo>
                  <a:pt x="137160" y="260604"/>
                </a:lnTo>
                <a:lnTo>
                  <a:pt x="112776" y="269748"/>
                </a:lnTo>
                <a:close/>
              </a:path>
              <a:path w="378460" h="386079">
                <a:moveTo>
                  <a:pt x="321564" y="260604"/>
                </a:moveTo>
                <a:lnTo>
                  <a:pt x="321564" y="245363"/>
                </a:lnTo>
                <a:lnTo>
                  <a:pt x="347054" y="245363"/>
                </a:lnTo>
                <a:lnTo>
                  <a:pt x="347472" y="251460"/>
                </a:lnTo>
                <a:lnTo>
                  <a:pt x="321564" y="260604"/>
                </a:lnTo>
                <a:close/>
              </a:path>
              <a:path w="378460" h="386079">
                <a:moveTo>
                  <a:pt x="248412" y="376428"/>
                </a:moveTo>
                <a:lnTo>
                  <a:pt x="242316" y="376428"/>
                </a:lnTo>
                <a:lnTo>
                  <a:pt x="239267" y="371856"/>
                </a:lnTo>
                <a:lnTo>
                  <a:pt x="236219" y="359664"/>
                </a:lnTo>
                <a:lnTo>
                  <a:pt x="232767" y="343947"/>
                </a:lnTo>
                <a:lnTo>
                  <a:pt x="226885" y="326517"/>
                </a:lnTo>
                <a:lnTo>
                  <a:pt x="218432" y="307371"/>
                </a:lnTo>
                <a:lnTo>
                  <a:pt x="207264" y="286512"/>
                </a:lnTo>
                <a:lnTo>
                  <a:pt x="211836" y="283463"/>
                </a:lnTo>
                <a:lnTo>
                  <a:pt x="242697" y="309943"/>
                </a:lnTo>
                <a:lnTo>
                  <a:pt x="263652" y="339852"/>
                </a:lnTo>
                <a:lnTo>
                  <a:pt x="263652" y="353568"/>
                </a:lnTo>
                <a:lnTo>
                  <a:pt x="262128" y="361188"/>
                </a:lnTo>
                <a:lnTo>
                  <a:pt x="252984" y="373380"/>
                </a:lnTo>
                <a:lnTo>
                  <a:pt x="248412" y="376428"/>
                </a:lnTo>
                <a:close/>
              </a:path>
              <a:path w="378460" h="386079">
                <a:moveTo>
                  <a:pt x="361188" y="385572"/>
                </a:moveTo>
                <a:lnTo>
                  <a:pt x="355092" y="385572"/>
                </a:lnTo>
                <a:lnTo>
                  <a:pt x="350520" y="379476"/>
                </a:lnTo>
                <a:lnTo>
                  <a:pt x="347472" y="367283"/>
                </a:lnTo>
                <a:lnTo>
                  <a:pt x="341447" y="350162"/>
                </a:lnTo>
                <a:lnTo>
                  <a:pt x="332422" y="330898"/>
                </a:lnTo>
                <a:lnTo>
                  <a:pt x="320254" y="309633"/>
                </a:lnTo>
                <a:lnTo>
                  <a:pt x="304800" y="286512"/>
                </a:lnTo>
                <a:lnTo>
                  <a:pt x="309372" y="283463"/>
                </a:lnTo>
                <a:lnTo>
                  <a:pt x="350520" y="312801"/>
                </a:lnTo>
                <a:lnTo>
                  <a:pt x="377952" y="345948"/>
                </a:lnTo>
                <a:lnTo>
                  <a:pt x="377952" y="358140"/>
                </a:lnTo>
                <a:lnTo>
                  <a:pt x="374904" y="365760"/>
                </a:lnTo>
                <a:lnTo>
                  <a:pt x="368808" y="373380"/>
                </a:lnTo>
                <a:lnTo>
                  <a:pt x="364236" y="381000"/>
                </a:lnTo>
                <a:lnTo>
                  <a:pt x="361188" y="385572"/>
                </a:lnTo>
                <a:close/>
              </a:path>
              <a:path w="378460" h="386079">
                <a:moveTo>
                  <a:pt x="144780" y="381000"/>
                </a:moveTo>
                <a:lnTo>
                  <a:pt x="138684" y="381000"/>
                </a:lnTo>
                <a:lnTo>
                  <a:pt x="135636" y="373380"/>
                </a:lnTo>
                <a:lnTo>
                  <a:pt x="134112" y="358140"/>
                </a:lnTo>
                <a:lnTo>
                  <a:pt x="131183" y="341614"/>
                </a:lnTo>
                <a:lnTo>
                  <a:pt x="126682" y="324231"/>
                </a:lnTo>
                <a:lnTo>
                  <a:pt x="120181" y="306276"/>
                </a:lnTo>
                <a:lnTo>
                  <a:pt x="111252" y="288036"/>
                </a:lnTo>
                <a:lnTo>
                  <a:pt x="117348" y="284987"/>
                </a:lnTo>
                <a:lnTo>
                  <a:pt x="148209" y="316277"/>
                </a:lnTo>
                <a:lnTo>
                  <a:pt x="163068" y="348996"/>
                </a:lnTo>
                <a:lnTo>
                  <a:pt x="163068" y="358140"/>
                </a:lnTo>
                <a:lnTo>
                  <a:pt x="160020" y="364236"/>
                </a:lnTo>
                <a:lnTo>
                  <a:pt x="155448" y="370331"/>
                </a:lnTo>
                <a:lnTo>
                  <a:pt x="149352" y="377952"/>
                </a:lnTo>
                <a:lnTo>
                  <a:pt x="144780" y="381000"/>
                </a:lnTo>
                <a:close/>
              </a:path>
              <a:path w="378460" h="386079">
                <a:moveTo>
                  <a:pt x="16764" y="382524"/>
                </a:moveTo>
                <a:lnTo>
                  <a:pt x="6096" y="379476"/>
                </a:lnTo>
                <a:lnTo>
                  <a:pt x="0" y="376428"/>
                </a:lnTo>
                <a:lnTo>
                  <a:pt x="0" y="368807"/>
                </a:lnTo>
                <a:lnTo>
                  <a:pt x="3048" y="364236"/>
                </a:lnTo>
                <a:lnTo>
                  <a:pt x="10668" y="358140"/>
                </a:lnTo>
                <a:lnTo>
                  <a:pt x="20693" y="346114"/>
                </a:lnTo>
                <a:lnTo>
                  <a:pt x="30289" y="330517"/>
                </a:lnTo>
                <a:lnTo>
                  <a:pt x="39600" y="311205"/>
                </a:lnTo>
                <a:lnTo>
                  <a:pt x="48768" y="288036"/>
                </a:lnTo>
                <a:lnTo>
                  <a:pt x="56388" y="288036"/>
                </a:lnTo>
                <a:lnTo>
                  <a:pt x="53911" y="337375"/>
                </a:lnTo>
                <a:lnTo>
                  <a:pt x="39481" y="375023"/>
                </a:lnTo>
                <a:lnTo>
                  <a:pt x="24717" y="382500"/>
                </a:lnTo>
                <a:lnTo>
                  <a:pt x="16764" y="38252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pic>
        <p:nvPicPr>
          <p:cNvPr id="20" name="object 20"/>
          <p:cNvPicPr/>
          <p:nvPr/>
        </p:nvPicPr>
        <p:blipFill>
          <a:blip r:embed="rId6" cstate="print"/>
          <a:stretch>
            <a:fillRect/>
          </a:stretch>
        </p:blipFill>
        <p:spPr>
          <a:xfrm>
            <a:off x="4456176" y="4302251"/>
            <a:ext cx="2145791" cy="420624"/>
          </a:xfrm>
          <a:prstGeom prst="rect">
            <a:avLst/>
          </a:prstGeom>
        </p:spPr>
      </p:pic>
      <p:sp>
        <p:nvSpPr>
          <p:cNvPr id="21" name="object 21"/>
          <p:cNvSpPr/>
          <p:nvPr/>
        </p:nvSpPr>
        <p:spPr>
          <a:xfrm>
            <a:off x="6669023" y="4317491"/>
            <a:ext cx="382905" cy="379730"/>
          </a:xfrm>
          <a:custGeom>
            <a:avLst/>
            <a:gdLst/>
            <a:ahLst/>
            <a:cxnLst/>
            <a:rect l="l" t="t" r="r" b="b"/>
            <a:pathLst>
              <a:path w="382904" h="379729">
                <a:moveTo>
                  <a:pt x="330272" y="16764"/>
                </a:moveTo>
                <a:lnTo>
                  <a:pt x="294132" y="16764"/>
                </a:lnTo>
                <a:lnTo>
                  <a:pt x="306324" y="0"/>
                </a:lnTo>
                <a:lnTo>
                  <a:pt x="330272" y="16764"/>
                </a:lnTo>
                <a:close/>
              </a:path>
              <a:path w="382904" h="379729">
                <a:moveTo>
                  <a:pt x="57912" y="231648"/>
                </a:moveTo>
                <a:lnTo>
                  <a:pt x="58793" y="204192"/>
                </a:lnTo>
                <a:lnTo>
                  <a:pt x="59245" y="174307"/>
                </a:lnTo>
                <a:lnTo>
                  <a:pt x="59285" y="166449"/>
                </a:lnTo>
                <a:lnTo>
                  <a:pt x="59412" y="73533"/>
                </a:lnTo>
                <a:lnTo>
                  <a:pt x="59245" y="44958"/>
                </a:lnTo>
                <a:lnTo>
                  <a:pt x="58793" y="20955"/>
                </a:lnTo>
                <a:lnTo>
                  <a:pt x="57912" y="1524"/>
                </a:lnTo>
                <a:lnTo>
                  <a:pt x="83820" y="16764"/>
                </a:lnTo>
                <a:lnTo>
                  <a:pt x="330272" y="16764"/>
                </a:lnTo>
                <a:lnTo>
                  <a:pt x="336804" y="21336"/>
                </a:lnTo>
                <a:lnTo>
                  <a:pt x="329184" y="27432"/>
                </a:lnTo>
                <a:lnTo>
                  <a:pt x="83820" y="27432"/>
                </a:lnTo>
                <a:lnTo>
                  <a:pt x="83820" y="106680"/>
                </a:lnTo>
                <a:lnTo>
                  <a:pt x="321564" y="106680"/>
                </a:lnTo>
                <a:lnTo>
                  <a:pt x="321564" y="115824"/>
                </a:lnTo>
                <a:lnTo>
                  <a:pt x="83820" y="115824"/>
                </a:lnTo>
                <a:lnTo>
                  <a:pt x="83820" y="193548"/>
                </a:lnTo>
                <a:lnTo>
                  <a:pt x="323134" y="193548"/>
                </a:lnTo>
                <a:lnTo>
                  <a:pt x="323492" y="199501"/>
                </a:lnTo>
                <a:lnTo>
                  <a:pt x="323724" y="202692"/>
                </a:lnTo>
                <a:lnTo>
                  <a:pt x="83820" y="202692"/>
                </a:lnTo>
                <a:lnTo>
                  <a:pt x="83820" y="220980"/>
                </a:lnTo>
                <a:lnTo>
                  <a:pt x="57912" y="231648"/>
                </a:lnTo>
                <a:close/>
              </a:path>
              <a:path w="382904" h="379729">
                <a:moveTo>
                  <a:pt x="204216" y="106680"/>
                </a:moveTo>
                <a:lnTo>
                  <a:pt x="179832" y="106680"/>
                </a:lnTo>
                <a:lnTo>
                  <a:pt x="179832" y="27432"/>
                </a:lnTo>
                <a:lnTo>
                  <a:pt x="204216" y="27432"/>
                </a:lnTo>
                <a:lnTo>
                  <a:pt x="204216" y="106680"/>
                </a:lnTo>
                <a:close/>
              </a:path>
              <a:path w="382904" h="379729">
                <a:moveTo>
                  <a:pt x="321564" y="106680"/>
                </a:moveTo>
                <a:lnTo>
                  <a:pt x="297179" y="106680"/>
                </a:lnTo>
                <a:lnTo>
                  <a:pt x="297179" y="27432"/>
                </a:lnTo>
                <a:lnTo>
                  <a:pt x="329184" y="27432"/>
                </a:lnTo>
                <a:lnTo>
                  <a:pt x="321564" y="33528"/>
                </a:lnTo>
                <a:lnTo>
                  <a:pt x="321564" y="106680"/>
                </a:lnTo>
                <a:close/>
              </a:path>
              <a:path w="382904" h="379729">
                <a:moveTo>
                  <a:pt x="204216" y="193548"/>
                </a:moveTo>
                <a:lnTo>
                  <a:pt x="179832" y="193548"/>
                </a:lnTo>
                <a:lnTo>
                  <a:pt x="179832" y="115824"/>
                </a:lnTo>
                <a:lnTo>
                  <a:pt x="204216" y="115824"/>
                </a:lnTo>
                <a:lnTo>
                  <a:pt x="204216" y="193548"/>
                </a:lnTo>
                <a:close/>
              </a:path>
              <a:path w="382904" h="379729">
                <a:moveTo>
                  <a:pt x="323134" y="193548"/>
                </a:moveTo>
                <a:lnTo>
                  <a:pt x="297179" y="193548"/>
                </a:lnTo>
                <a:lnTo>
                  <a:pt x="297179" y="115824"/>
                </a:lnTo>
                <a:lnTo>
                  <a:pt x="321564" y="115824"/>
                </a:lnTo>
                <a:lnTo>
                  <a:pt x="321564" y="149352"/>
                </a:lnTo>
                <a:lnTo>
                  <a:pt x="321825" y="166449"/>
                </a:lnTo>
                <a:lnTo>
                  <a:pt x="322516" y="183261"/>
                </a:lnTo>
                <a:lnTo>
                  <a:pt x="323134" y="193548"/>
                </a:lnTo>
                <a:close/>
              </a:path>
              <a:path w="382904" h="379729">
                <a:moveTo>
                  <a:pt x="297179" y="225552"/>
                </a:moveTo>
                <a:lnTo>
                  <a:pt x="297179" y="202692"/>
                </a:lnTo>
                <a:lnTo>
                  <a:pt x="323724" y="202692"/>
                </a:lnTo>
                <a:lnTo>
                  <a:pt x="324612" y="214884"/>
                </a:lnTo>
                <a:lnTo>
                  <a:pt x="297179" y="225552"/>
                </a:lnTo>
                <a:close/>
              </a:path>
              <a:path w="382904" h="379729">
                <a:moveTo>
                  <a:pt x="208788" y="292608"/>
                </a:moveTo>
                <a:lnTo>
                  <a:pt x="202692" y="292608"/>
                </a:lnTo>
                <a:lnTo>
                  <a:pt x="198120" y="288036"/>
                </a:lnTo>
                <a:lnTo>
                  <a:pt x="195072" y="277368"/>
                </a:lnTo>
                <a:lnTo>
                  <a:pt x="189047" y="266223"/>
                </a:lnTo>
                <a:lnTo>
                  <a:pt x="180022" y="253365"/>
                </a:lnTo>
                <a:lnTo>
                  <a:pt x="167854" y="238791"/>
                </a:lnTo>
                <a:lnTo>
                  <a:pt x="152400" y="222504"/>
                </a:lnTo>
                <a:lnTo>
                  <a:pt x="155448" y="217932"/>
                </a:lnTo>
                <a:lnTo>
                  <a:pt x="193809" y="234434"/>
                </a:lnTo>
                <a:lnTo>
                  <a:pt x="220980" y="269748"/>
                </a:lnTo>
                <a:lnTo>
                  <a:pt x="219456" y="275844"/>
                </a:lnTo>
                <a:lnTo>
                  <a:pt x="214884" y="281940"/>
                </a:lnTo>
                <a:lnTo>
                  <a:pt x="211836" y="288036"/>
                </a:lnTo>
                <a:lnTo>
                  <a:pt x="208788" y="292608"/>
                </a:lnTo>
                <a:close/>
              </a:path>
              <a:path w="382904" h="379729">
                <a:moveTo>
                  <a:pt x="257555" y="379476"/>
                </a:moveTo>
                <a:lnTo>
                  <a:pt x="138684" y="379476"/>
                </a:lnTo>
                <a:lnTo>
                  <a:pt x="121824" y="378285"/>
                </a:lnTo>
                <a:lnTo>
                  <a:pt x="110109" y="372237"/>
                </a:lnTo>
                <a:lnTo>
                  <a:pt x="103536" y="361045"/>
                </a:lnTo>
                <a:lnTo>
                  <a:pt x="102108" y="344424"/>
                </a:lnTo>
                <a:lnTo>
                  <a:pt x="101878" y="313944"/>
                </a:lnTo>
                <a:lnTo>
                  <a:pt x="101782" y="306895"/>
                </a:lnTo>
                <a:lnTo>
                  <a:pt x="101155" y="280416"/>
                </a:lnTo>
                <a:lnTo>
                  <a:pt x="100203" y="257556"/>
                </a:lnTo>
                <a:lnTo>
                  <a:pt x="99060" y="239268"/>
                </a:lnTo>
                <a:lnTo>
                  <a:pt x="140208" y="257556"/>
                </a:lnTo>
                <a:lnTo>
                  <a:pt x="126492" y="269748"/>
                </a:lnTo>
                <a:lnTo>
                  <a:pt x="126612" y="336804"/>
                </a:lnTo>
                <a:lnTo>
                  <a:pt x="126756" y="342257"/>
                </a:lnTo>
                <a:lnTo>
                  <a:pt x="126831" y="344043"/>
                </a:lnTo>
                <a:lnTo>
                  <a:pt x="130111" y="351853"/>
                </a:lnTo>
                <a:lnTo>
                  <a:pt x="136564" y="356020"/>
                </a:lnTo>
                <a:lnTo>
                  <a:pt x="146304" y="356616"/>
                </a:lnTo>
                <a:lnTo>
                  <a:pt x="317507" y="356616"/>
                </a:lnTo>
                <a:lnTo>
                  <a:pt x="312420" y="364259"/>
                </a:lnTo>
                <a:lnTo>
                  <a:pt x="298704" y="373570"/>
                </a:lnTo>
                <a:lnTo>
                  <a:pt x="280416" y="378594"/>
                </a:lnTo>
                <a:lnTo>
                  <a:pt x="257555" y="379476"/>
                </a:lnTo>
                <a:close/>
              </a:path>
              <a:path w="382904" h="379729">
                <a:moveTo>
                  <a:pt x="368808" y="344424"/>
                </a:moveTo>
                <a:lnTo>
                  <a:pt x="362712" y="344424"/>
                </a:lnTo>
                <a:lnTo>
                  <a:pt x="358140" y="336804"/>
                </a:lnTo>
                <a:lnTo>
                  <a:pt x="353568" y="323088"/>
                </a:lnTo>
                <a:lnTo>
                  <a:pt x="346662" y="308824"/>
                </a:lnTo>
                <a:lnTo>
                  <a:pt x="337185" y="293560"/>
                </a:lnTo>
                <a:lnTo>
                  <a:pt x="324784" y="277368"/>
                </a:lnTo>
                <a:lnTo>
                  <a:pt x="309372" y="260604"/>
                </a:lnTo>
                <a:lnTo>
                  <a:pt x="313943" y="256032"/>
                </a:lnTo>
                <a:lnTo>
                  <a:pt x="355734" y="279392"/>
                </a:lnTo>
                <a:lnTo>
                  <a:pt x="382524" y="313944"/>
                </a:lnTo>
                <a:lnTo>
                  <a:pt x="382524" y="323088"/>
                </a:lnTo>
                <a:lnTo>
                  <a:pt x="381000" y="330708"/>
                </a:lnTo>
                <a:lnTo>
                  <a:pt x="376428" y="336804"/>
                </a:lnTo>
                <a:lnTo>
                  <a:pt x="368808" y="344424"/>
                </a:lnTo>
                <a:close/>
              </a:path>
              <a:path w="382904" h="379729">
                <a:moveTo>
                  <a:pt x="317507" y="356616"/>
                </a:moveTo>
                <a:lnTo>
                  <a:pt x="262128" y="356616"/>
                </a:lnTo>
                <a:lnTo>
                  <a:pt x="271272" y="354306"/>
                </a:lnTo>
                <a:lnTo>
                  <a:pt x="278130" y="349567"/>
                </a:lnTo>
                <a:lnTo>
                  <a:pt x="287274" y="306895"/>
                </a:lnTo>
                <a:lnTo>
                  <a:pt x="289560" y="275844"/>
                </a:lnTo>
                <a:lnTo>
                  <a:pt x="297179" y="275844"/>
                </a:lnTo>
                <a:lnTo>
                  <a:pt x="301894" y="321278"/>
                </a:lnTo>
                <a:lnTo>
                  <a:pt x="321564" y="350520"/>
                </a:lnTo>
                <a:lnTo>
                  <a:pt x="317507" y="356616"/>
                </a:lnTo>
                <a:close/>
              </a:path>
              <a:path w="382904" h="379729">
                <a:moveTo>
                  <a:pt x="25908" y="348996"/>
                </a:moveTo>
                <a:lnTo>
                  <a:pt x="10668" y="348996"/>
                </a:lnTo>
                <a:lnTo>
                  <a:pt x="6096" y="347472"/>
                </a:lnTo>
                <a:lnTo>
                  <a:pt x="3048" y="344424"/>
                </a:lnTo>
                <a:lnTo>
                  <a:pt x="0" y="342900"/>
                </a:lnTo>
                <a:lnTo>
                  <a:pt x="881" y="338923"/>
                </a:lnTo>
                <a:lnTo>
                  <a:pt x="3619" y="333946"/>
                </a:lnTo>
                <a:lnTo>
                  <a:pt x="8358" y="328112"/>
                </a:lnTo>
                <a:lnTo>
                  <a:pt x="15240" y="321564"/>
                </a:lnTo>
                <a:lnTo>
                  <a:pt x="24955" y="309538"/>
                </a:lnTo>
                <a:lnTo>
                  <a:pt x="33528" y="293941"/>
                </a:lnTo>
                <a:lnTo>
                  <a:pt x="40957" y="274629"/>
                </a:lnTo>
                <a:lnTo>
                  <a:pt x="47244" y="251460"/>
                </a:lnTo>
                <a:lnTo>
                  <a:pt x="54864" y="251460"/>
                </a:lnTo>
                <a:lnTo>
                  <a:pt x="52935" y="304395"/>
                </a:lnTo>
                <a:lnTo>
                  <a:pt x="38100" y="342900"/>
                </a:lnTo>
                <a:lnTo>
                  <a:pt x="32004" y="347472"/>
                </a:lnTo>
                <a:lnTo>
                  <a:pt x="25908" y="34899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" name="object 22"/>
          <p:cNvSpPr/>
          <p:nvPr/>
        </p:nvSpPr>
        <p:spPr>
          <a:xfrm>
            <a:off x="7101840" y="4308347"/>
            <a:ext cx="407034" cy="408940"/>
          </a:xfrm>
          <a:custGeom>
            <a:avLst/>
            <a:gdLst/>
            <a:ahLst/>
            <a:cxnLst/>
            <a:rect l="l" t="t" r="r" b="b"/>
            <a:pathLst>
              <a:path w="407034" h="408939">
                <a:moveTo>
                  <a:pt x="170688" y="175260"/>
                </a:moveTo>
                <a:lnTo>
                  <a:pt x="166116" y="172212"/>
                </a:lnTo>
                <a:lnTo>
                  <a:pt x="189261" y="130516"/>
                </a:lnTo>
                <a:lnTo>
                  <a:pt x="208407" y="87820"/>
                </a:lnTo>
                <a:lnTo>
                  <a:pt x="223551" y="44267"/>
                </a:lnTo>
                <a:lnTo>
                  <a:pt x="234696" y="0"/>
                </a:lnTo>
                <a:lnTo>
                  <a:pt x="269748" y="19812"/>
                </a:lnTo>
                <a:lnTo>
                  <a:pt x="256032" y="30480"/>
                </a:lnTo>
                <a:lnTo>
                  <a:pt x="254317" y="34790"/>
                </a:lnTo>
                <a:lnTo>
                  <a:pt x="251460" y="40957"/>
                </a:lnTo>
                <a:lnTo>
                  <a:pt x="247459" y="49125"/>
                </a:lnTo>
                <a:lnTo>
                  <a:pt x="242316" y="59436"/>
                </a:lnTo>
                <a:lnTo>
                  <a:pt x="364453" y="59436"/>
                </a:lnTo>
                <a:lnTo>
                  <a:pt x="370332" y="64008"/>
                </a:lnTo>
                <a:lnTo>
                  <a:pt x="362712" y="70104"/>
                </a:lnTo>
                <a:lnTo>
                  <a:pt x="239268" y="70104"/>
                </a:lnTo>
                <a:lnTo>
                  <a:pt x="231648" y="83820"/>
                </a:lnTo>
                <a:lnTo>
                  <a:pt x="236600" y="92964"/>
                </a:lnTo>
                <a:lnTo>
                  <a:pt x="227076" y="92964"/>
                </a:lnTo>
                <a:lnTo>
                  <a:pt x="213336" y="116967"/>
                </a:lnTo>
                <a:lnTo>
                  <a:pt x="199453" y="138684"/>
                </a:lnTo>
                <a:lnTo>
                  <a:pt x="185285" y="158115"/>
                </a:lnTo>
                <a:lnTo>
                  <a:pt x="170688" y="175260"/>
                </a:lnTo>
                <a:close/>
              </a:path>
              <a:path w="407034" h="408939">
                <a:moveTo>
                  <a:pt x="165178" y="42672"/>
                </a:moveTo>
                <a:lnTo>
                  <a:pt x="131064" y="42672"/>
                </a:lnTo>
                <a:lnTo>
                  <a:pt x="143256" y="25908"/>
                </a:lnTo>
                <a:lnTo>
                  <a:pt x="165178" y="42672"/>
                </a:lnTo>
                <a:close/>
              </a:path>
              <a:path w="407034" h="408939">
                <a:moveTo>
                  <a:pt x="30479" y="175260"/>
                </a:moveTo>
                <a:lnTo>
                  <a:pt x="31361" y="154947"/>
                </a:lnTo>
                <a:lnTo>
                  <a:pt x="31731" y="138684"/>
                </a:lnTo>
                <a:lnTo>
                  <a:pt x="31852" y="130516"/>
                </a:lnTo>
                <a:lnTo>
                  <a:pt x="31968" y="76200"/>
                </a:lnTo>
                <a:lnTo>
                  <a:pt x="31848" y="64008"/>
                </a:lnTo>
                <a:lnTo>
                  <a:pt x="31741" y="57912"/>
                </a:lnTo>
                <a:lnTo>
                  <a:pt x="31388" y="45720"/>
                </a:lnTo>
                <a:lnTo>
                  <a:pt x="31328" y="44267"/>
                </a:lnTo>
                <a:lnTo>
                  <a:pt x="30479" y="30480"/>
                </a:lnTo>
                <a:lnTo>
                  <a:pt x="54864" y="42672"/>
                </a:lnTo>
                <a:lnTo>
                  <a:pt x="165178" y="42672"/>
                </a:lnTo>
                <a:lnTo>
                  <a:pt x="169164" y="45720"/>
                </a:lnTo>
                <a:lnTo>
                  <a:pt x="160591" y="53340"/>
                </a:lnTo>
                <a:lnTo>
                  <a:pt x="54864" y="53340"/>
                </a:lnTo>
                <a:lnTo>
                  <a:pt x="54864" y="143256"/>
                </a:lnTo>
                <a:lnTo>
                  <a:pt x="156117" y="143256"/>
                </a:lnTo>
                <a:lnTo>
                  <a:pt x="156715" y="153924"/>
                </a:lnTo>
                <a:lnTo>
                  <a:pt x="54864" y="153924"/>
                </a:lnTo>
                <a:lnTo>
                  <a:pt x="54864" y="167640"/>
                </a:lnTo>
                <a:lnTo>
                  <a:pt x="30479" y="175260"/>
                </a:lnTo>
                <a:close/>
              </a:path>
              <a:path w="407034" h="408939">
                <a:moveTo>
                  <a:pt x="364453" y="59436"/>
                </a:moveTo>
                <a:lnTo>
                  <a:pt x="330708" y="59436"/>
                </a:lnTo>
                <a:lnTo>
                  <a:pt x="342900" y="42672"/>
                </a:lnTo>
                <a:lnTo>
                  <a:pt x="364453" y="59436"/>
                </a:lnTo>
                <a:close/>
              </a:path>
              <a:path w="407034" h="408939">
                <a:moveTo>
                  <a:pt x="156117" y="143256"/>
                </a:moveTo>
                <a:lnTo>
                  <a:pt x="134112" y="143256"/>
                </a:lnTo>
                <a:lnTo>
                  <a:pt x="134112" y="53340"/>
                </a:lnTo>
                <a:lnTo>
                  <a:pt x="160591" y="53340"/>
                </a:lnTo>
                <a:lnTo>
                  <a:pt x="155448" y="57912"/>
                </a:lnTo>
                <a:lnTo>
                  <a:pt x="155526" y="101846"/>
                </a:lnTo>
                <a:lnTo>
                  <a:pt x="155638" y="120777"/>
                </a:lnTo>
                <a:lnTo>
                  <a:pt x="156006" y="138684"/>
                </a:lnTo>
                <a:lnTo>
                  <a:pt x="156117" y="143256"/>
                </a:lnTo>
                <a:close/>
              </a:path>
              <a:path w="407034" h="408939">
                <a:moveTo>
                  <a:pt x="306406" y="153924"/>
                </a:moveTo>
                <a:lnTo>
                  <a:pt x="280416" y="153924"/>
                </a:lnTo>
                <a:lnTo>
                  <a:pt x="292965" y="135040"/>
                </a:lnTo>
                <a:lnTo>
                  <a:pt x="305371" y="114871"/>
                </a:lnTo>
                <a:lnTo>
                  <a:pt x="317492" y="93273"/>
                </a:lnTo>
                <a:lnTo>
                  <a:pt x="329184" y="70104"/>
                </a:lnTo>
                <a:lnTo>
                  <a:pt x="362712" y="70104"/>
                </a:lnTo>
                <a:lnTo>
                  <a:pt x="355092" y="76200"/>
                </a:lnTo>
                <a:lnTo>
                  <a:pt x="341947" y="100774"/>
                </a:lnTo>
                <a:lnTo>
                  <a:pt x="327660" y="124206"/>
                </a:lnTo>
                <a:lnTo>
                  <a:pt x="312229" y="146494"/>
                </a:lnTo>
                <a:lnTo>
                  <a:pt x="306406" y="153924"/>
                </a:lnTo>
                <a:close/>
              </a:path>
              <a:path w="407034" h="408939">
                <a:moveTo>
                  <a:pt x="143256" y="274320"/>
                </a:moveTo>
                <a:lnTo>
                  <a:pt x="141732" y="269748"/>
                </a:lnTo>
                <a:lnTo>
                  <a:pt x="176045" y="249721"/>
                </a:lnTo>
                <a:lnTo>
                  <a:pt x="208216" y="226123"/>
                </a:lnTo>
                <a:lnTo>
                  <a:pt x="238386" y="198810"/>
                </a:lnTo>
                <a:lnTo>
                  <a:pt x="266700" y="167640"/>
                </a:lnTo>
                <a:lnTo>
                  <a:pt x="255579" y="150185"/>
                </a:lnTo>
                <a:lnTo>
                  <a:pt x="245173" y="132016"/>
                </a:lnTo>
                <a:lnTo>
                  <a:pt x="235624" y="112990"/>
                </a:lnTo>
                <a:lnTo>
                  <a:pt x="227076" y="92964"/>
                </a:lnTo>
                <a:lnTo>
                  <a:pt x="236600" y="92964"/>
                </a:lnTo>
                <a:lnTo>
                  <a:pt x="241411" y="101846"/>
                </a:lnTo>
                <a:lnTo>
                  <a:pt x="252603" y="119443"/>
                </a:lnTo>
                <a:lnTo>
                  <a:pt x="265509" y="136755"/>
                </a:lnTo>
                <a:lnTo>
                  <a:pt x="280416" y="153924"/>
                </a:lnTo>
                <a:lnTo>
                  <a:pt x="306406" y="153924"/>
                </a:lnTo>
                <a:lnTo>
                  <a:pt x="295656" y="167640"/>
                </a:lnTo>
                <a:lnTo>
                  <a:pt x="318537" y="184404"/>
                </a:lnTo>
                <a:lnTo>
                  <a:pt x="281940" y="184404"/>
                </a:lnTo>
                <a:lnTo>
                  <a:pt x="270771" y="195262"/>
                </a:lnTo>
                <a:lnTo>
                  <a:pt x="257746" y="207264"/>
                </a:lnTo>
                <a:lnTo>
                  <a:pt x="242720" y="220408"/>
                </a:lnTo>
                <a:lnTo>
                  <a:pt x="225552" y="234696"/>
                </a:lnTo>
                <a:lnTo>
                  <a:pt x="236437" y="242315"/>
                </a:lnTo>
                <a:lnTo>
                  <a:pt x="213360" y="242315"/>
                </a:lnTo>
                <a:lnTo>
                  <a:pt x="199620" y="250531"/>
                </a:lnTo>
                <a:lnTo>
                  <a:pt x="183451" y="258889"/>
                </a:lnTo>
                <a:lnTo>
                  <a:pt x="164711" y="266961"/>
                </a:lnTo>
                <a:lnTo>
                  <a:pt x="143256" y="274320"/>
                </a:lnTo>
                <a:close/>
              </a:path>
              <a:path w="407034" h="408939">
                <a:moveTo>
                  <a:pt x="105118" y="339852"/>
                </a:moveTo>
                <a:lnTo>
                  <a:pt x="48767" y="339852"/>
                </a:lnTo>
                <a:lnTo>
                  <a:pt x="83820" y="330708"/>
                </a:lnTo>
                <a:lnTo>
                  <a:pt x="83820" y="153924"/>
                </a:lnTo>
                <a:lnTo>
                  <a:pt x="105156" y="153924"/>
                </a:lnTo>
                <a:lnTo>
                  <a:pt x="105156" y="219456"/>
                </a:lnTo>
                <a:lnTo>
                  <a:pt x="162610" y="219456"/>
                </a:lnTo>
                <a:lnTo>
                  <a:pt x="172212" y="230124"/>
                </a:lnTo>
                <a:lnTo>
                  <a:pt x="105156" y="230124"/>
                </a:lnTo>
                <a:lnTo>
                  <a:pt x="105156" y="326136"/>
                </a:lnTo>
                <a:lnTo>
                  <a:pt x="143816" y="326136"/>
                </a:lnTo>
                <a:lnTo>
                  <a:pt x="138707" y="327874"/>
                </a:lnTo>
                <a:lnTo>
                  <a:pt x="105118" y="339852"/>
                </a:lnTo>
                <a:close/>
              </a:path>
              <a:path w="407034" h="408939">
                <a:moveTo>
                  <a:pt x="134112" y="169164"/>
                </a:moveTo>
                <a:lnTo>
                  <a:pt x="134112" y="153924"/>
                </a:lnTo>
                <a:lnTo>
                  <a:pt x="156715" y="153924"/>
                </a:lnTo>
                <a:lnTo>
                  <a:pt x="156972" y="158496"/>
                </a:lnTo>
                <a:lnTo>
                  <a:pt x="134112" y="169164"/>
                </a:lnTo>
                <a:close/>
              </a:path>
              <a:path w="407034" h="408939">
                <a:moveTo>
                  <a:pt x="376428" y="248412"/>
                </a:moveTo>
                <a:lnTo>
                  <a:pt x="351591" y="235839"/>
                </a:lnTo>
                <a:lnTo>
                  <a:pt x="327469" y="220980"/>
                </a:lnTo>
                <a:lnTo>
                  <a:pt x="304204" y="203835"/>
                </a:lnTo>
                <a:lnTo>
                  <a:pt x="281940" y="184404"/>
                </a:lnTo>
                <a:lnTo>
                  <a:pt x="318537" y="184404"/>
                </a:lnTo>
                <a:lnTo>
                  <a:pt x="321397" y="186499"/>
                </a:lnTo>
                <a:lnTo>
                  <a:pt x="348424" y="201930"/>
                </a:lnTo>
                <a:lnTo>
                  <a:pt x="376880" y="213931"/>
                </a:lnTo>
                <a:lnTo>
                  <a:pt x="406908" y="222504"/>
                </a:lnTo>
                <a:lnTo>
                  <a:pt x="406908" y="230124"/>
                </a:lnTo>
                <a:lnTo>
                  <a:pt x="396573" y="232124"/>
                </a:lnTo>
                <a:lnTo>
                  <a:pt x="388239" y="235839"/>
                </a:lnTo>
                <a:lnTo>
                  <a:pt x="381619" y="241268"/>
                </a:lnTo>
                <a:lnTo>
                  <a:pt x="376428" y="248412"/>
                </a:lnTo>
                <a:close/>
              </a:path>
              <a:path w="407034" h="408939">
                <a:moveTo>
                  <a:pt x="162610" y="219456"/>
                </a:moveTo>
                <a:lnTo>
                  <a:pt x="126492" y="219456"/>
                </a:lnTo>
                <a:lnTo>
                  <a:pt x="144780" y="199644"/>
                </a:lnTo>
                <a:lnTo>
                  <a:pt x="162610" y="219456"/>
                </a:lnTo>
                <a:close/>
              </a:path>
              <a:path w="407034" h="408939">
                <a:moveTo>
                  <a:pt x="18288" y="377952"/>
                </a:moveTo>
                <a:lnTo>
                  <a:pt x="0" y="352044"/>
                </a:lnTo>
                <a:lnTo>
                  <a:pt x="28955" y="344424"/>
                </a:lnTo>
                <a:lnTo>
                  <a:pt x="28698" y="294632"/>
                </a:lnTo>
                <a:lnTo>
                  <a:pt x="28193" y="256413"/>
                </a:lnTo>
                <a:lnTo>
                  <a:pt x="27670" y="225266"/>
                </a:lnTo>
                <a:lnTo>
                  <a:pt x="27431" y="202692"/>
                </a:lnTo>
                <a:lnTo>
                  <a:pt x="62484" y="219456"/>
                </a:lnTo>
                <a:lnTo>
                  <a:pt x="48767" y="231648"/>
                </a:lnTo>
                <a:lnTo>
                  <a:pt x="48767" y="339852"/>
                </a:lnTo>
                <a:lnTo>
                  <a:pt x="105118" y="339852"/>
                </a:lnTo>
                <a:lnTo>
                  <a:pt x="68460" y="353639"/>
                </a:lnTo>
                <a:lnTo>
                  <a:pt x="30479" y="368808"/>
                </a:lnTo>
                <a:lnTo>
                  <a:pt x="18288" y="377952"/>
                </a:lnTo>
                <a:close/>
              </a:path>
              <a:path w="407034" h="408939">
                <a:moveTo>
                  <a:pt x="353459" y="245363"/>
                </a:moveTo>
                <a:lnTo>
                  <a:pt x="326136" y="245363"/>
                </a:lnTo>
                <a:lnTo>
                  <a:pt x="336804" y="231648"/>
                </a:lnTo>
                <a:lnTo>
                  <a:pt x="353459" y="245363"/>
                </a:lnTo>
                <a:close/>
              </a:path>
              <a:path w="407034" h="408939">
                <a:moveTo>
                  <a:pt x="210312" y="408432"/>
                </a:moveTo>
                <a:lnTo>
                  <a:pt x="211431" y="377547"/>
                </a:lnTo>
                <a:lnTo>
                  <a:pt x="212397" y="340042"/>
                </a:lnTo>
                <a:lnTo>
                  <a:pt x="213075" y="296132"/>
                </a:lnTo>
                <a:lnTo>
                  <a:pt x="213360" y="242315"/>
                </a:lnTo>
                <a:lnTo>
                  <a:pt x="236437" y="242315"/>
                </a:lnTo>
                <a:lnTo>
                  <a:pt x="240792" y="245363"/>
                </a:lnTo>
                <a:lnTo>
                  <a:pt x="353459" y="245363"/>
                </a:lnTo>
                <a:lnTo>
                  <a:pt x="362712" y="252984"/>
                </a:lnTo>
                <a:lnTo>
                  <a:pt x="359228" y="256032"/>
                </a:lnTo>
                <a:lnTo>
                  <a:pt x="234696" y="256032"/>
                </a:lnTo>
                <a:lnTo>
                  <a:pt x="234696" y="358140"/>
                </a:lnTo>
                <a:lnTo>
                  <a:pt x="351098" y="358140"/>
                </a:lnTo>
                <a:lnTo>
                  <a:pt x="351162" y="362450"/>
                </a:lnTo>
                <a:lnTo>
                  <a:pt x="351365" y="368808"/>
                </a:lnTo>
                <a:lnTo>
                  <a:pt x="234696" y="368808"/>
                </a:lnTo>
                <a:lnTo>
                  <a:pt x="234696" y="394716"/>
                </a:lnTo>
                <a:lnTo>
                  <a:pt x="210312" y="408432"/>
                </a:lnTo>
                <a:close/>
              </a:path>
              <a:path w="407034" h="408939">
                <a:moveTo>
                  <a:pt x="351098" y="358140"/>
                </a:moveTo>
                <a:lnTo>
                  <a:pt x="327660" y="358140"/>
                </a:lnTo>
                <a:lnTo>
                  <a:pt x="327660" y="256032"/>
                </a:lnTo>
                <a:lnTo>
                  <a:pt x="359228" y="256032"/>
                </a:lnTo>
                <a:lnTo>
                  <a:pt x="350520" y="263651"/>
                </a:lnTo>
                <a:lnTo>
                  <a:pt x="350634" y="316992"/>
                </a:lnTo>
                <a:lnTo>
                  <a:pt x="350710" y="332041"/>
                </a:lnTo>
                <a:lnTo>
                  <a:pt x="351098" y="358140"/>
                </a:lnTo>
                <a:close/>
              </a:path>
              <a:path w="407034" h="408939">
                <a:moveTo>
                  <a:pt x="143816" y="326136"/>
                </a:moveTo>
                <a:lnTo>
                  <a:pt x="105156" y="326136"/>
                </a:lnTo>
                <a:lnTo>
                  <a:pt x="169164" y="309372"/>
                </a:lnTo>
                <a:lnTo>
                  <a:pt x="170688" y="316992"/>
                </a:lnTo>
                <a:lnTo>
                  <a:pt x="143816" y="326136"/>
                </a:lnTo>
                <a:close/>
              </a:path>
              <a:path w="407034" h="408939">
                <a:moveTo>
                  <a:pt x="327660" y="402336"/>
                </a:moveTo>
                <a:lnTo>
                  <a:pt x="327660" y="368808"/>
                </a:lnTo>
                <a:lnTo>
                  <a:pt x="351365" y="368808"/>
                </a:lnTo>
                <a:lnTo>
                  <a:pt x="352044" y="390144"/>
                </a:lnTo>
                <a:lnTo>
                  <a:pt x="327660" y="40233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pic>
        <p:nvPicPr>
          <p:cNvPr id="23" name="object 23"/>
          <p:cNvPicPr/>
          <p:nvPr/>
        </p:nvPicPr>
        <p:blipFill>
          <a:blip r:embed="rId7" cstate="print"/>
          <a:stretch>
            <a:fillRect/>
          </a:stretch>
        </p:blipFill>
        <p:spPr>
          <a:xfrm>
            <a:off x="7580376" y="4570547"/>
            <a:ext cx="70103" cy="118800"/>
          </a:xfrm>
          <a:prstGeom prst="rect">
            <a:avLst/>
          </a:prstGeom>
        </p:spPr>
      </p:pic>
      <p:sp>
        <p:nvSpPr>
          <p:cNvPr id="24" name="object 24"/>
          <p:cNvSpPr/>
          <p:nvPr/>
        </p:nvSpPr>
        <p:spPr>
          <a:xfrm>
            <a:off x="8004048" y="4305300"/>
            <a:ext cx="1285240" cy="410209"/>
          </a:xfrm>
          <a:custGeom>
            <a:avLst/>
            <a:gdLst/>
            <a:ahLst/>
            <a:cxnLst/>
            <a:rect l="l" t="t" r="r" b="b"/>
            <a:pathLst>
              <a:path w="1285240" h="410210">
                <a:moveTo>
                  <a:pt x="132588" y="88392"/>
                </a:moveTo>
                <a:lnTo>
                  <a:pt x="131064" y="79248"/>
                </a:lnTo>
                <a:lnTo>
                  <a:pt x="130225" y="73533"/>
                </a:lnTo>
                <a:lnTo>
                  <a:pt x="127825" y="67818"/>
                </a:lnTo>
                <a:lnTo>
                  <a:pt x="87363" y="34747"/>
                </a:lnTo>
                <a:lnTo>
                  <a:pt x="71628" y="25908"/>
                </a:lnTo>
                <a:lnTo>
                  <a:pt x="68580" y="28956"/>
                </a:lnTo>
                <a:lnTo>
                  <a:pt x="80264" y="44653"/>
                </a:lnTo>
                <a:lnTo>
                  <a:pt x="90106" y="59626"/>
                </a:lnTo>
                <a:lnTo>
                  <a:pt x="97929" y="73748"/>
                </a:lnTo>
                <a:lnTo>
                  <a:pt x="103632" y="86868"/>
                </a:lnTo>
                <a:lnTo>
                  <a:pt x="106680" y="99060"/>
                </a:lnTo>
                <a:lnTo>
                  <a:pt x="111252" y="106680"/>
                </a:lnTo>
                <a:lnTo>
                  <a:pt x="115824" y="106680"/>
                </a:lnTo>
                <a:lnTo>
                  <a:pt x="118872" y="103632"/>
                </a:lnTo>
                <a:lnTo>
                  <a:pt x="124968" y="99060"/>
                </a:lnTo>
                <a:lnTo>
                  <a:pt x="129540" y="94488"/>
                </a:lnTo>
                <a:lnTo>
                  <a:pt x="132588" y="88392"/>
                </a:lnTo>
                <a:close/>
              </a:path>
              <a:path w="1285240" h="410210">
                <a:moveTo>
                  <a:pt x="318516" y="193548"/>
                </a:moveTo>
                <a:lnTo>
                  <a:pt x="284988" y="160020"/>
                </a:lnTo>
                <a:lnTo>
                  <a:pt x="262128" y="182880"/>
                </a:lnTo>
                <a:lnTo>
                  <a:pt x="60960" y="182880"/>
                </a:lnTo>
                <a:lnTo>
                  <a:pt x="76200" y="198120"/>
                </a:lnTo>
                <a:lnTo>
                  <a:pt x="84747" y="196126"/>
                </a:lnTo>
                <a:lnTo>
                  <a:pt x="94297" y="194691"/>
                </a:lnTo>
                <a:lnTo>
                  <a:pt x="104698" y="193840"/>
                </a:lnTo>
                <a:lnTo>
                  <a:pt x="115824" y="193548"/>
                </a:lnTo>
                <a:lnTo>
                  <a:pt x="318516" y="193548"/>
                </a:lnTo>
                <a:close/>
              </a:path>
              <a:path w="1285240" h="410210">
                <a:moveTo>
                  <a:pt x="377952" y="263652"/>
                </a:moveTo>
                <a:lnTo>
                  <a:pt x="338328" y="224028"/>
                </a:lnTo>
                <a:lnTo>
                  <a:pt x="307848" y="254508"/>
                </a:lnTo>
                <a:lnTo>
                  <a:pt x="1524" y="254508"/>
                </a:lnTo>
                <a:lnTo>
                  <a:pt x="18288" y="269748"/>
                </a:lnTo>
                <a:lnTo>
                  <a:pt x="27711" y="267512"/>
                </a:lnTo>
                <a:lnTo>
                  <a:pt x="37719" y="265557"/>
                </a:lnTo>
                <a:lnTo>
                  <a:pt x="48285" y="264185"/>
                </a:lnTo>
                <a:lnTo>
                  <a:pt x="59436" y="263652"/>
                </a:lnTo>
                <a:lnTo>
                  <a:pt x="147828" y="263652"/>
                </a:lnTo>
                <a:lnTo>
                  <a:pt x="116967" y="310159"/>
                </a:lnTo>
                <a:lnTo>
                  <a:pt x="86690" y="343687"/>
                </a:lnTo>
                <a:lnTo>
                  <a:pt x="48768" y="365760"/>
                </a:lnTo>
                <a:lnTo>
                  <a:pt x="70104" y="400812"/>
                </a:lnTo>
                <a:lnTo>
                  <a:pt x="113385" y="387096"/>
                </a:lnTo>
                <a:lnTo>
                  <a:pt x="165709" y="378866"/>
                </a:lnTo>
                <a:lnTo>
                  <a:pt x="242811" y="370954"/>
                </a:lnTo>
                <a:lnTo>
                  <a:pt x="291084" y="367284"/>
                </a:lnTo>
                <a:lnTo>
                  <a:pt x="295389" y="374408"/>
                </a:lnTo>
                <a:lnTo>
                  <a:pt x="299275" y="381952"/>
                </a:lnTo>
                <a:lnTo>
                  <a:pt x="302869" y="389788"/>
                </a:lnTo>
                <a:lnTo>
                  <a:pt x="306324" y="397764"/>
                </a:lnTo>
                <a:lnTo>
                  <a:pt x="307848" y="402336"/>
                </a:lnTo>
                <a:lnTo>
                  <a:pt x="309372" y="405384"/>
                </a:lnTo>
                <a:lnTo>
                  <a:pt x="315468" y="405384"/>
                </a:lnTo>
                <a:lnTo>
                  <a:pt x="318516" y="402336"/>
                </a:lnTo>
                <a:lnTo>
                  <a:pt x="323088" y="394716"/>
                </a:lnTo>
                <a:lnTo>
                  <a:pt x="327660" y="388620"/>
                </a:lnTo>
                <a:lnTo>
                  <a:pt x="330708" y="382524"/>
                </a:lnTo>
                <a:lnTo>
                  <a:pt x="330708" y="376428"/>
                </a:lnTo>
                <a:lnTo>
                  <a:pt x="307035" y="341376"/>
                </a:lnTo>
                <a:lnTo>
                  <a:pt x="269405" y="316230"/>
                </a:lnTo>
                <a:lnTo>
                  <a:pt x="242316" y="300228"/>
                </a:lnTo>
                <a:lnTo>
                  <a:pt x="239268" y="306324"/>
                </a:lnTo>
                <a:lnTo>
                  <a:pt x="250926" y="318096"/>
                </a:lnTo>
                <a:lnTo>
                  <a:pt x="262890" y="330708"/>
                </a:lnTo>
                <a:lnTo>
                  <a:pt x="274840" y="344474"/>
                </a:lnTo>
                <a:lnTo>
                  <a:pt x="286512" y="359664"/>
                </a:lnTo>
                <a:lnTo>
                  <a:pt x="80772" y="367284"/>
                </a:lnTo>
                <a:lnTo>
                  <a:pt x="102108" y="348996"/>
                </a:lnTo>
                <a:lnTo>
                  <a:pt x="116344" y="336423"/>
                </a:lnTo>
                <a:lnTo>
                  <a:pt x="148844" y="308165"/>
                </a:lnTo>
                <a:lnTo>
                  <a:pt x="185928" y="286512"/>
                </a:lnTo>
                <a:lnTo>
                  <a:pt x="156972" y="263652"/>
                </a:lnTo>
                <a:lnTo>
                  <a:pt x="377952" y="263652"/>
                </a:lnTo>
                <a:close/>
              </a:path>
              <a:path w="1285240" h="410210">
                <a:moveTo>
                  <a:pt x="390144" y="126492"/>
                </a:moveTo>
                <a:lnTo>
                  <a:pt x="387235" y="123444"/>
                </a:lnTo>
                <a:lnTo>
                  <a:pt x="377075" y="112776"/>
                </a:lnTo>
                <a:lnTo>
                  <a:pt x="359664" y="94488"/>
                </a:lnTo>
                <a:lnTo>
                  <a:pt x="341376" y="112776"/>
                </a:lnTo>
                <a:lnTo>
                  <a:pt x="245364" y="112776"/>
                </a:lnTo>
                <a:lnTo>
                  <a:pt x="259359" y="98806"/>
                </a:lnTo>
                <a:lnTo>
                  <a:pt x="291084" y="68580"/>
                </a:lnTo>
                <a:lnTo>
                  <a:pt x="321564" y="50292"/>
                </a:lnTo>
                <a:lnTo>
                  <a:pt x="289560" y="22860"/>
                </a:lnTo>
                <a:lnTo>
                  <a:pt x="280123" y="41414"/>
                </a:lnTo>
                <a:lnTo>
                  <a:pt x="267843" y="62674"/>
                </a:lnTo>
                <a:lnTo>
                  <a:pt x="252691" y="86512"/>
                </a:lnTo>
                <a:lnTo>
                  <a:pt x="234696" y="112776"/>
                </a:lnTo>
                <a:lnTo>
                  <a:pt x="202692" y="112776"/>
                </a:lnTo>
                <a:lnTo>
                  <a:pt x="202692" y="38100"/>
                </a:lnTo>
                <a:lnTo>
                  <a:pt x="216408" y="22860"/>
                </a:lnTo>
                <a:lnTo>
                  <a:pt x="175260" y="3048"/>
                </a:lnTo>
                <a:lnTo>
                  <a:pt x="178269" y="42862"/>
                </a:lnTo>
                <a:lnTo>
                  <a:pt x="178308" y="112776"/>
                </a:lnTo>
                <a:lnTo>
                  <a:pt x="45720" y="112776"/>
                </a:lnTo>
                <a:lnTo>
                  <a:pt x="45720" y="94488"/>
                </a:lnTo>
                <a:lnTo>
                  <a:pt x="38100" y="94488"/>
                </a:lnTo>
                <a:lnTo>
                  <a:pt x="21374" y="135216"/>
                </a:lnTo>
                <a:lnTo>
                  <a:pt x="6858" y="148717"/>
                </a:lnTo>
                <a:lnTo>
                  <a:pt x="2286" y="153733"/>
                </a:lnTo>
                <a:lnTo>
                  <a:pt x="0" y="158483"/>
                </a:lnTo>
                <a:lnTo>
                  <a:pt x="0" y="163068"/>
                </a:lnTo>
                <a:lnTo>
                  <a:pt x="1524" y="169164"/>
                </a:lnTo>
                <a:lnTo>
                  <a:pt x="6096" y="172212"/>
                </a:lnTo>
                <a:lnTo>
                  <a:pt x="21336" y="175260"/>
                </a:lnTo>
                <a:lnTo>
                  <a:pt x="28956" y="172212"/>
                </a:lnTo>
                <a:lnTo>
                  <a:pt x="45123" y="137160"/>
                </a:lnTo>
                <a:lnTo>
                  <a:pt x="45720" y="123444"/>
                </a:lnTo>
                <a:lnTo>
                  <a:pt x="342900" y="123444"/>
                </a:lnTo>
                <a:lnTo>
                  <a:pt x="320040" y="166116"/>
                </a:lnTo>
                <a:lnTo>
                  <a:pt x="327660" y="170688"/>
                </a:lnTo>
                <a:lnTo>
                  <a:pt x="345351" y="151574"/>
                </a:lnTo>
                <a:lnTo>
                  <a:pt x="361759" y="137731"/>
                </a:lnTo>
                <a:lnTo>
                  <a:pt x="376732" y="129336"/>
                </a:lnTo>
                <a:lnTo>
                  <a:pt x="390144" y="126492"/>
                </a:lnTo>
                <a:close/>
              </a:path>
              <a:path w="1285240" h="410210">
                <a:moveTo>
                  <a:pt x="527532" y="86728"/>
                </a:moveTo>
                <a:lnTo>
                  <a:pt x="497001" y="46482"/>
                </a:lnTo>
                <a:lnTo>
                  <a:pt x="475475" y="28956"/>
                </a:lnTo>
                <a:lnTo>
                  <a:pt x="469379" y="33528"/>
                </a:lnTo>
                <a:lnTo>
                  <a:pt x="479666" y="52108"/>
                </a:lnTo>
                <a:lnTo>
                  <a:pt x="487667" y="68961"/>
                </a:lnTo>
                <a:lnTo>
                  <a:pt x="493382" y="84112"/>
                </a:lnTo>
                <a:lnTo>
                  <a:pt x="496811" y="97536"/>
                </a:lnTo>
                <a:lnTo>
                  <a:pt x="499859" y="111252"/>
                </a:lnTo>
                <a:lnTo>
                  <a:pt x="502907" y="118872"/>
                </a:lnTo>
                <a:lnTo>
                  <a:pt x="507479" y="118872"/>
                </a:lnTo>
                <a:lnTo>
                  <a:pt x="521195" y="109728"/>
                </a:lnTo>
                <a:lnTo>
                  <a:pt x="524243" y="103632"/>
                </a:lnTo>
                <a:lnTo>
                  <a:pt x="527291" y="94488"/>
                </a:lnTo>
                <a:lnTo>
                  <a:pt x="527532" y="86728"/>
                </a:lnTo>
                <a:close/>
              </a:path>
              <a:path w="1285240" h="410210">
                <a:moveTo>
                  <a:pt x="589775" y="283464"/>
                </a:moveTo>
                <a:lnTo>
                  <a:pt x="583679" y="277368"/>
                </a:lnTo>
                <a:lnTo>
                  <a:pt x="524243" y="345948"/>
                </a:lnTo>
                <a:lnTo>
                  <a:pt x="524243" y="190500"/>
                </a:lnTo>
                <a:lnTo>
                  <a:pt x="529958" y="185928"/>
                </a:lnTo>
                <a:lnTo>
                  <a:pt x="539483" y="178308"/>
                </a:lnTo>
                <a:lnTo>
                  <a:pt x="507479" y="158496"/>
                </a:lnTo>
                <a:lnTo>
                  <a:pt x="496811" y="175260"/>
                </a:lnTo>
                <a:lnTo>
                  <a:pt x="429755" y="175260"/>
                </a:lnTo>
                <a:lnTo>
                  <a:pt x="444995" y="190500"/>
                </a:lnTo>
                <a:lnTo>
                  <a:pt x="454736" y="188506"/>
                </a:lnTo>
                <a:lnTo>
                  <a:pt x="463473" y="187071"/>
                </a:lnTo>
                <a:lnTo>
                  <a:pt x="471360" y="186220"/>
                </a:lnTo>
                <a:lnTo>
                  <a:pt x="478523" y="185928"/>
                </a:lnTo>
                <a:lnTo>
                  <a:pt x="499859" y="185928"/>
                </a:lnTo>
                <a:lnTo>
                  <a:pt x="499795" y="338518"/>
                </a:lnTo>
                <a:lnTo>
                  <a:pt x="492239" y="365760"/>
                </a:lnTo>
                <a:lnTo>
                  <a:pt x="519671" y="394716"/>
                </a:lnTo>
                <a:lnTo>
                  <a:pt x="532625" y="370713"/>
                </a:lnTo>
                <a:lnTo>
                  <a:pt x="538873" y="359740"/>
                </a:lnTo>
                <a:lnTo>
                  <a:pt x="545579" y="348996"/>
                </a:lnTo>
                <a:lnTo>
                  <a:pt x="547827" y="345948"/>
                </a:lnTo>
                <a:lnTo>
                  <a:pt x="554202" y="337261"/>
                </a:lnTo>
                <a:lnTo>
                  <a:pt x="564248" y="322516"/>
                </a:lnTo>
                <a:lnTo>
                  <a:pt x="575906" y="304800"/>
                </a:lnTo>
                <a:lnTo>
                  <a:pt x="589775" y="283464"/>
                </a:lnTo>
                <a:close/>
              </a:path>
              <a:path w="1285240" h="410210">
                <a:moveTo>
                  <a:pt x="717791" y="310896"/>
                </a:moveTo>
                <a:lnTo>
                  <a:pt x="716267" y="304800"/>
                </a:lnTo>
                <a:lnTo>
                  <a:pt x="650735" y="323088"/>
                </a:lnTo>
                <a:lnTo>
                  <a:pt x="650735" y="205740"/>
                </a:lnTo>
                <a:lnTo>
                  <a:pt x="707123" y="205740"/>
                </a:lnTo>
                <a:lnTo>
                  <a:pt x="681215" y="173736"/>
                </a:lnTo>
                <a:lnTo>
                  <a:pt x="661403" y="195072"/>
                </a:lnTo>
                <a:lnTo>
                  <a:pt x="562343" y="195072"/>
                </a:lnTo>
                <a:lnTo>
                  <a:pt x="577583" y="210312"/>
                </a:lnTo>
                <a:lnTo>
                  <a:pt x="586689" y="208318"/>
                </a:lnTo>
                <a:lnTo>
                  <a:pt x="595490" y="206883"/>
                </a:lnTo>
                <a:lnTo>
                  <a:pt x="603732" y="206032"/>
                </a:lnTo>
                <a:lnTo>
                  <a:pt x="611111" y="205740"/>
                </a:lnTo>
                <a:lnTo>
                  <a:pt x="626351" y="205740"/>
                </a:lnTo>
                <a:lnTo>
                  <a:pt x="626351" y="330708"/>
                </a:lnTo>
                <a:lnTo>
                  <a:pt x="614667" y="334403"/>
                </a:lnTo>
                <a:lnTo>
                  <a:pt x="600252" y="338518"/>
                </a:lnTo>
                <a:lnTo>
                  <a:pt x="583285" y="342925"/>
                </a:lnTo>
                <a:lnTo>
                  <a:pt x="563867" y="347472"/>
                </a:lnTo>
                <a:lnTo>
                  <a:pt x="583679" y="379476"/>
                </a:lnTo>
                <a:lnTo>
                  <a:pt x="626719" y="351193"/>
                </a:lnTo>
                <a:lnTo>
                  <a:pt x="687819" y="323761"/>
                </a:lnTo>
                <a:lnTo>
                  <a:pt x="689368" y="323088"/>
                </a:lnTo>
                <a:lnTo>
                  <a:pt x="717791" y="310896"/>
                </a:lnTo>
                <a:close/>
              </a:path>
              <a:path w="1285240" h="410210">
                <a:moveTo>
                  <a:pt x="809231" y="64008"/>
                </a:moveTo>
                <a:lnTo>
                  <a:pt x="777417" y="31051"/>
                </a:lnTo>
                <a:lnTo>
                  <a:pt x="751319" y="19812"/>
                </a:lnTo>
                <a:lnTo>
                  <a:pt x="748271" y="24384"/>
                </a:lnTo>
                <a:lnTo>
                  <a:pt x="759091" y="36703"/>
                </a:lnTo>
                <a:lnTo>
                  <a:pt x="768464" y="48577"/>
                </a:lnTo>
                <a:lnTo>
                  <a:pt x="776135" y="60185"/>
                </a:lnTo>
                <a:lnTo>
                  <a:pt x="781799" y="71628"/>
                </a:lnTo>
                <a:lnTo>
                  <a:pt x="787895" y="82296"/>
                </a:lnTo>
                <a:lnTo>
                  <a:pt x="790943" y="88392"/>
                </a:lnTo>
                <a:lnTo>
                  <a:pt x="795515" y="88392"/>
                </a:lnTo>
                <a:lnTo>
                  <a:pt x="798563" y="86868"/>
                </a:lnTo>
                <a:lnTo>
                  <a:pt x="804659" y="77724"/>
                </a:lnTo>
                <a:lnTo>
                  <a:pt x="807707" y="71628"/>
                </a:lnTo>
                <a:lnTo>
                  <a:pt x="809231" y="64008"/>
                </a:lnTo>
                <a:close/>
              </a:path>
              <a:path w="1285240" h="410210">
                <a:moveTo>
                  <a:pt x="839711" y="121920"/>
                </a:moveTo>
                <a:lnTo>
                  <a:pt x="809231" y="86868"/>
                </a:lnTo>
                <a:lnTo>
                  <a:pt x="786371" y="111252"/>
                </a:lnTo>
                <a:lnTo>
                  <a:pt x="726935" y="111252"/>
                </a:lnTo>
                <a:lnTo>
                  <a:pt x="726059" y="95808"/>
                </a:lnTo>
                <a:lnTo>
                  <a:pt x="725601" y="79057"/>
                </a:lnTo>
                <a:lnTo>
                  <a:pt x="725538" y="71628"/>
                </a:lnTo>
                <a:lnTo>
                  <a:pt x="725411" y="41148"/>
                </a:lnTo>
                <a:lnTo>
                  <a:pt x="740651" y="28956"/>
                </a:lnTo>
                <a:lnTo>
                  <a:pt x="699503" y="7620"/>
                </a:lnTo>
                <a:lnTo>
                  <a:pt x="700455" y="58293"/>
                </a:lnTo>
                <a:lnTo>
                  <a:pt x="702551" y="111252"/>
                </a:lnTo>
                <a:lnTo>
                  <a:pt x="553199" y="111252"/>
                </a:lnTo>
                <a:lnTo>
                  <a:pt x="568439" y="126492"/>
                </a:lnTo>
                <a:lnTo>
                  <a:pt x="578180" y="124498"/>
                </a:lnTo>
                <a:lnTo>
                  <a:pt x="586917" y="123063"/>
                </a:lnTo>
                <a:lnTo>
                  <a:pt x="594804" y="122212"/>
                </a:lnTo>
                <a:lnTo>
                  <a:pt x="601967" y="121920"/>
                </a:lnTo>
                <a:lnTo>
                  <a:pt x="704075" y="121920"/>
                </a:lnTo>
                <a:lnTo>
                  <a:pt x="707796" y="172199"/>
                </a:lnTo>
                <a:lnTo>
                  <a:pt x="714362" y="217741"/>
                </a:lnTo>
                <a:lnTo>
                  <a:pt x="723798" y="258445"/>
                </a:lnTo>
                <a:lnTo>
                  <a:pt x="749211" y="324472"/>
                </a:lnTo>
                <a:lnTo>
                  <a:pt x="778306" y="369150"/>
                </a:lnTo>
                <a:lnTo>
                  <a:pt x="808545" y="394931"/>
                </a:lnTo>
                <a:lnTo>
                  <a:pt x="833615" y="408432"/>
                </a:lnTo>
                <a:lnTo>
                  <a:pt x="836663" y="408432"/>
                </a:lnTo>
                <a:lnTo>
                  <a:pt x="836663" y="405384"/>
                </a:lnTo>
                <a:lnTo>
                  <a:pt x="835139" y="397764"/>
                </a:lnTo>
                <a:lnTo>
                  <a:pt x="832027" y="386359"/>
                </a:lnTo>
                <a:lnTo>
                  <a:pt x="829614" y="375094"/>
                </a:lnTo>
                <a:lnTo>
                  <a:pt x="828078" y="364121"/>
                </a:lnTo>
                <a:lnTo>
                  <a:pt x="827925" y="361188"/>
                </a:lnTo>
                <a:lnTo>
                  <a:pt x="827519" y="353568"/>
                </a:lnTo>
                <a:lnTo>
                  <a:pt x="827786" y="340995"/>
                </a:lnTo>
                <a:lnTo>
                  <a:pt x="828471" y="326136"/>
                </a:lnTo>
                <a:lnTo>
                  <a:pt x="830567" y="289560"/>
                </a:lnTo>
                <a:lnTo>
                  <a:pt x="824471" y="289560"/>
                </a:lnTo>
                <a:lnTo>
                  <a:pt x="810755" y="361188"/>
                </a:lnTo>
                <a:lnTo>
                  <a:pt x="782599" y="330454"/>
                </a:lnTo>
                <a:lnTo>
                  <a:pt x="760285" y="291236"/>
                </a:lnTo>
                <a:lnTo>
                  <a:pt x="743826" y="243459"/>
                </a:lnTo>
                <a:lnTo>
                  <a:pt x="733221" y="187071"/>
                </a:lnTo>
                <a:lnTo>
                  <a:pt x="728459" y="121920"/>
                </a:lnTo>
                <a:lnTo>
                  <a:pt x="839711" y="121920"/>
                </a:lnTo>
                <a:close/>
              </a:path>
              <a:path w="1285240" h="410210">
                <a:moveTo>
                  <a:pt x="1034783" y="330708"/>
                </a:moveTo>
                <a:lnTo>
                  <a:pt x="1033259" y="321564"/>
                </a:lnTo>
                <a:lnTo>
                  <a:pt x="933627" y="346329"/>
                </a:lnTo>
                <a:lnTo>
                  <a:pt x="903173" y="352856"/>
                </a:lnTo>
                <a:lnTo>
                  <a:pt x="885431" y="355092"/>
                </a:lnTo>
                <a:lnTo>
                  <a:pt x="902195" y="388620"/>
                </a:lnTo>
                <a:lnTo>
                  <a:pt x="914768" y="379793"/>
                </a:lnTo>
                <a:lnTo>
                  <a:pt x="941057" y="367093"/>
                </a:lnTo>
                <a:lnTo>
                  <a:pt x="981062" y="350697"/>
                </a:lnTo>
                <a:lnTo>
                  <a:pt x="1034783" y="330708"/>
                </a:lnTo>
                <a:close/>
              </a:path>
              <a:path w="1285240" h="410210">
                <a:moveTo>
                  <a:pt x="1043927" y="114300"/>
                </a:moveTo>
                <a:lnTo>
                  <a:pt x="1011923" y="91440"/>
                </a:lnTo>
                <a:lnTo>
                  <a:pt x="1004760" y="109207"/>
                </a:lnTo>
                <a:lnTo>
                  <a:pt x="996873" y="126111"/>
                </a:lnTo>
                <a:lnTo>
                  <a:pt x="988136" y="142455"/>
                </a:lnTo>
                <a:lnTo>
                  <a:pt x="978395" y="158496"/>
                </a:lnTo>
                <a:lnTo>
                  <a:pt x="900671" y="161544"/>
                </a:lnTo>
                <a:lnTo>
                  <a:pt x="918705" y="135521"/>
                </a:lnTo>
                <a:lnTo>
                  <a:pt x="936294" y="107632"/>
                </a:lnTo>
                <a:lnTo>
                  <a:pt x="953617" y="77749"/>
                </a:lnTo>
                <a:lnTo>
                  <a:pt x="970775" y="45720"/>
                </a:lnTo>
                <a:lnTo>
                  <a:pt x="986015" y="35052"/>
                </a:lnTo>
                <a:lnTo>
                  <a:pt x="950963" y="12192"/>
                </a:lnTo>
                <a:lnTo>
                  <a:pt x="945273" y="36436"/>
                </a:lnTo>
                <a:lnTo>
                  <a:pt x="937437" y="60960"/>
                </a:lnTo>
                <a:lnTo>
                  <a:pt x="915911" y="109728"/>
                </a:lnTo>
                <a:lnTo>
                  <a:pt x="894384" y="147447"/>
                </a:lnTo>
                <a:lnTo>
                  <a:pt x="876287" y="160020"/>
                </a:lnTo>
                <a:lnTo>
                  <a:pt x="891527" y="190500"/>
                </a:lnTo>
                <a:lnTo>
                  <a:pt x="904367" y="183959"/>
                </a:lnTo>
                <a:lnTo>
                  <a:pt x="922197" y="178117"/>
                </a:lnTo>
                <a:lnTo>
                  <a:pt x="944892" y="173151"/>
                </a:lnTo>
                <a:lnTo>
                  <a:pt x="972299" y="169164"/>
                </a:lnTo>
                <a:lnTo>
                  <a:pt x="953211" y="196075"/>
                </a:lnTo>
                <a:lnTo>
                  <a:pt x="915911" y="245364"/>
                </a:lnTo>
                <a:lnTo>
                  <a:pt x="888479" y="263652"/>
                </a:lnTo>
                <a:lnTo>
                  <a:pt x="905243" y="298704"/>
                </a:lnTo>
                <a:lnTo>
                  <a:pt x="942962" y="281559"/>
                </a:lnTo>
                <a:lnTo>
                  <a:pt x="995921" y="265747"/>
                </a:lnTo>
                <a:lnTo>
                  <a:pt x="1027163" y="259080"/>
                </a:lnTo>
                <a:lnTo>
                  <a:pt x="1027163" y="251460"/>
                </a:lnTo>
                <a:lnTo>
                  <a:pt x="915911" y="263652"/>
                </a:lnTo>
                <a:lnTo>
                  <a:pt x="947013" y="228244"/>
                </a:lnTo>
                <a:lnTo>
                  <a:pt x="976109" y="192976"/>
                </a:lnTo>
                <a:lnTo>
                  <a:pt x="994371" y="169164"/>
                </a:lnTo>
                <a:lnTo>
                  <a:pt x="1000213" y="161544"/>
                </a:lnTo>
                <a:lnTo>
                  <a:pt x="1002931" y="158000"/>
                </a:lnTo>
                <a:lnTo>
                  <a:pt x="1027163" y="123444"/>
                </a:lnTo>
                <a:lnTo>
                  <a:pt x="1043927" y="114300"/>
                </a:lnTo>
                <a:close/>
              </a:path>
              <a:path w="1285240" h="410210">
                <a:moveTo>
                  <a:pt x="1211567" y="188976"/>
                </a:moveTo>
                <a:lnTo>
                  <a:pt x="1184135" y="158496"/>
                </a:lnTo>
                <a:lnTo>
                  <a:pt x="1165847" y="178308"/>
                </a:lnTo>
                <a:lnTo>
                  <a:pt x="1059167" y="178308"/>
                </a:lnTo>
                <a:lnTo>
                  <a:pt x="1074407" y="195072"/>
                </a:lnTo>
                <a:lnTo>
                  <a:pt x="1083513" y="192201"/>
                </a:lnTo>
                <a:lnTo>
                  <a:pt x="1092314" y="190309"/>
                </a:lnTo>
                <a:lnTo>
                  <a:pt x="1100556" y="189293"/>
                </a:lnTo>
                <a:lnTo>
                  <a:pt x="1107935" y="188976"/>
                </a:lnTo>
                <a:lnTo>
                  <a:pt x="1211567" y="188976"/>
                </a:lnTo>
                <a:close/>
              </a:path>
              <a:path w="1285240" h="410210">
                <a:moveTo>
                  <a:pt x="1231379" y="257556"/>
                </a:moveTo>
                <a:lnTo>
                  <a:pt x="1223759" y="249936"/>
                </a:lnTo>
                <a:lnTo>
                  <a:pt x="1206995" y="233172"/>
                </a:lnTo>
                <a:lnTo>
                  <a:pt x="1193279" y="245745"/>
                </a:lnTo>
                <a:lnTo>
                  <a:pt x="1193279" y="260604"/>
                </a:lnTo>
                <a:lnTo>
                  <a:pt x="1193279" y="359664"/>
                </a:lnTo>
                <a:lnTo>
                  <a:pt x="1072883" y="359664"/>
                </a:lnTo>
                <a:lnTo>
                  <a:pt x="1072883" y="260604"/>
                </a:lnTo>
                <a:lnTo>
                  <a:pt x="1193279" y="260604"/>
                </a:lnTo>
                <a:lnTo>
                  <a:pt x="1193279" y="245745"/>
                </a:lnTo>
                <a:lnTo>
                  <a:pt x="1188707" y="249936"/>
                </a:lnTo>
                <a:lnTo>
                  <a:pt x="1072883" y="249936"/>
                </a:lnTo>
                <a:lnTo>
                  <a:pt x="1048499" y="236220"/>
                </a:lnTo>
                <a:lnTo>
                  <a:pt x="1049388" y="257086"/>
                </a:lnTo>
                <a:lnTo>
                  <a:pt x="1049782" y="275844"/>
                </a:lnTo>
                <a:lnTo>
                  <a:pt x="1049909" y="287274"/>
                </a:lnTo>
                <a:lnTo>
                  <a:pt x="1049782" y="370332"/>
                </a:lnTo>
                <a:lnTo>
                  <a:pt x="1049401" y="388620"/>
                </a:lnTo>
                <a:lnTo>
                  <a:pt x="1048499" y="409956"/>
                </a:lnTo>
                <a:lnTo>
                  <a:pt x="1072883" y="399288"/>
                </a:lnTo>
                <a:lnTo>
                  <a:pt x="1072883" y="370332"/>
                </a:lnTo>
                <a:lnTo>
                  <a:pt x="1193279" y="370332"/>
                </a:lnTo>
                <a:lnTo>
                  <a:pt x="1193279" y="406908"/>
                </a:lnTo>
                <a:lnTo>
                  <a:pt x="1217663" y="394716"/>
                </a:lnTo>
                <a:lnTo>
                  <a:pt x="1215567" y="372618"/>
                </a:lnTo>
                <a:lnTo>
                  <a:pt x="1215402" y="370332"/>
                </a:lnTo>
                <a:lnTo>
                  <a:pt x="1214882" y="363435"/>
                </a:lnTo>
                <a:lnTo>
                  <a:pt x="1214767" y="359664"/>
                </a:lnTo>
                <a:lnTo>
                  <a:pt x="1214615" y="355092"/>
                </a:lnTo>
                <a:lnTo>
                  <a:pt x="1214615" y="268224"/>
                </a:lnTo>
                <a:lnTo>
                  <a:pt x="1226591" y="260604"/>
                </a:lnTo>
                <a:lnTo>
                  <a:pt x="1231379" y="257556"/>
                </a:lnTo>
                <a:close/>
              </a:path>
              <a:path w="1285240" h="410210">
                <a:moveTo>
                  <a:pt x="1284719" y="164592"/>
                </a:moveTo>
                <a:lnTo>
                  <a:pt x="1237475" y="143065"/>
                </a:lnTo>
                <a:lnTo>
                  <a:pt x="1199375" y="115824"/>
                </a:lnTo>
                <a:lnTo>
                  <a:pt x="1167371" y="79248"/>
                </a:lnTo>
                <a:lnTo>
                  <a:pt x="1141730" y="39624"/>
                </a:lnTo>
                <a:lnTo>
                  <a:pt x="1135367" y="28956"/>
                </a:lnTo>
                <a:lnTo>
                  <a:pt x="1150607" y="19812"/>
                </a:lnTo>
                <a:lnTo>
                  <a:pt x="1112507" y="0"/>
                </a:lnTo>
                <a:lnTo>
                  <a:pt x="1103655" y="33147"/>
                </a:lnTo>
                <a:lnTo>
                  <a:pt x="1093076" y="64008"/>
                </a:lnTo>
                <a:lnTo>
                  <a:pt x="1066787" y="118872"/>
                </a:lnTo>
                <a:lnTo>
                  <a:pt x="1034973" y="164782"/>
                </a:lnTo>
                <a:lnTo>
                  <a:pt x="999731" y="202692"/>
                </a:lnTo>
                <a:lnTo>
                  <a:pt x="1002779" y="208788"/>
                </a:lnTo>
                <a:lnTo>
                  <a:pt x="1042212" y="175260"/>
                </a:lnTo>
                <a:lnTo>
                  <a:pt x="1075931" y="137160"/>
                </a:lnTo>
                <a:lnTo>
                  <a:pt x="1104506" y="92964"/>
                </a:lnTo>
                <a:lnTo>
                  <a:pt x="1130795" y="39624"/>
                </a:lnTo>
                <a:lnTo>
                  <a:pt x="1140536" y="61912"/>
                </a:lnTo>
                <a:lnTo>
                  <a:pt x="1164018" y="103060"/>
                </a:lnTo>
                <a:lnTo>
                  <a:pt x="1192885" y="139661"/>
                </a:lnTo>
                <a:lnTo>
                  <a:pt x="1228839" y="172288"/>
                </a:lnTo>
                <a:lnTo>
                  <a:pt x="1249667" y="187452"/>
                </a:lnTo>
                <a:lnTo>
                  <a:pt x="1256004" y="180340"/>
                </a:lnTo>
                <a:lnTo>
                  <a:pt x="1263764" y="175069"/>
                </a:lnTo>
                <a:lnTo>
                  <a:pt x="1273251" y="171818"/>
                </a:lnTo>
                <a:lnTo>
                  <a:pt x="1284719" y="170688"/>
                </a:lnTo>
                <a:lnTo>
                  <a:pt x="1284719" y="16459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" name="object 25"/>
          <p:cNvSpPr/>
          <p:nvPr/>
        </p:nvSpPr>
        <p:spPr>
          <a:xfrm>
            <a:off x="9361931" y="4315967"/>
            <a:ext cx="335280" cy="393700"/>
          </a:xfrm>
          <a:custGeom>
            <a:avLst/>
            <a:gdLst/>
            <a:ahLst/>
            <a:cxnLst/>
            <a:rect l="l" t="t" r="r" b="b"/>
            <a:pathLst>
              <a:path w="335279" h="393700">
                <a:moveTo>
                  <a:pt x="297179" y="393191"/>
                </a:moveTo>
                <a:lnTo>
                  <a:pt x="297179" y="364236"/>
                </a:lnTo>
                <a:lnTo>
                  <a:pt x="36575" y="364236"/>
                </a:lnTo>
                <a:lnTo>
                  <a:pt x="24383" y="376428"/>
                </a:lnTo>
                <a:lnTo>
                  <a:pt x="0" y="358140"/>
                </a:lnTo>
                <a:lnTo>
                  <a:pt x="12192" y="345948"/>
                </a:lnTo>
                <a:lnTo>
                  <a:pt x="12168" y="264271"/>
                </a:lnTo>
                <a:lnTo>
                  <a:pt x="12001" y="250316"/>
                </a:lnTo>
                <a:lnTo>
                  <a:pt x="11549" y="235791"/>
                </a:lnTo>
                <a:lnTo>
                  <a:pt x="10668" y="220980"/>
                </a:lnTo>
                <a:lnTo>
                  <a:pt x="50292" y="240791"/>
                </a:lnTo>
                <a:lnTo>
                  <a:pt x="36575" y="252984"/>
                </a:lnTo>
                <a:lnTo>
                  <a:pt x="36575" y="355091"/>
                </a:lnTo>
                <a:lnTo>
                  <a:pt x="152399" y="355091"/>
                </a:lnTo>
                <a:lnTo>
                  <a:pt x="152399" y="185928"/>
                </a:lnTo>
                <a:lnTo>
                  <a:pt x="51815" y="185928"/>
                </a:lnTo>
                <a:lnTo>
                  <a:pt x="38099" y="198120"/>
                </a:lnTo>
                <a:lnTo>
                  <a:pt x="13715" y="178308"/>
                </a:lnTo>
                <a:lnTo>
                  <a:pt x="25907" y="167640"/>
                </a:lnTo>
                <a:lnTo>
                  <a:pt x="25884" y="86963"/>
                </a:lnTo>
                <a:lnTo>
                  <a:pt x="25717" y="75819"/>
                </a:lnTo>
                <a:lnTo>
                  <a:pt x="25265" y="64103"/>
                </a:lnTo>
                <a:lnTo>
                  <a:pt x="24383" y="51816"/>
                </a:lnTo>
                <a:lnTo>
                  <a:pt x="65532" y="73152"/>
                </a:lnTo>
                <a:lnTo>
                  <a:pt x="50292" y="83820"/>
                </a:lnTo>
                <a:lnTo>
                  <a:pt x="50292" y="175260"/>
                </a:lnTo>
                <a:lnTo>
                  <a:pt x="152399" y="175260"/>
                </a:lnTo>
                <a:lnTo>
                  <a:pt x="152376" y="45219"/>
                </a:lnTo>
                <a:lnTo>
                  <a:pt x="152209" y="29908"/>
                </a:lnTo>
                <a:lnTo>
                  <a:pt x="151757" y="14882"/>
                </a:lnTo>
                <a:lnTo>
                  <a:pt x="150875" y="0"/>
                </a:lnTo>
                <a:lnTo>
                  <a:pt x="190499" y="18288"/>
                </a:lnTo>
                <a:lnTo>
                  <a:pt x="176783" y="35052"/>
                </a:lnTo>
                <a:lnTo>
                  <a:pt x="176783" y="175260"/>
                </a:lnTo>
                <a:lnTo>
                  <a:pt x="280415" y="175260"/>
                </a:lnTo>
                <a:lnTo>
                  <a:pt x="280415" y="97536"/>
                </a:lnTo>
                <a:lnTo>
                  <a:pt x="280154" y="86701"/>
                </a:lnTo>
                <a:lnTo>
                  <a:pt x="279463" y="74866"/>
                </a:lnTo>
                <a:lnTo>
                  <a:pt x="277367" y="48768"/>
                </a:lnTo>
                <a:lnTo>
                  <a:pt x="318515" y="67056"/>
                </a:lnTo>
                <a:lnTo>
                  <a:pt x="303275" y="79248"/>
                </a:lnTo>
                <a:lnTo>
                  <a:pt x="303275" y="147828"/>
                </a:lnTo>
                <a:lnTo>
                  <a:pt x="303561" y="156948"/>
                </a:lnTo>
                <a:lnTo>
                  <a:pt x="304418" y="168211"/>
                </a:lnTo>
                <a:lnTo>
                  <a:pt x="305847" y="181475"/>
                </a:lnTo>
                <a:lnTo>
                  <a:pt x="307847" y="196596"/>
                </a:lnTo>
                <a:lnTo>
                  <a:pt x="280415" y="207264"/>
                </a:lnTo>
                <a:lnTo>
                  <a:pt x="280415" y="185928"/>
                </a:lnTo>
                <a:lnTo>
                  <a:pt x="176783" y="185928"/>
                </a:lnTo>
                <a:lnTo>
                  <a:pt x="176783" y="355091"/>
                </a:lnTo>
                <a:lnTo>
                  <a:pt x="297179" y="355091"/>
                </a:lnTo>
                <a:lnTo>
                  <a:pt x="297156" y="265390"/>
                </a:lnTo>
                <a:lnTo>
                  <a:pt x="296989" y="252412"/>
                </a:lnTo>
                <a:lnTo>
                  <a:pt x="296537" y="238577"/>
                </a:lnTo>
                <a:lnTo>
                  <a:pt x="295655" y="224028"/>
                </a:lnTo>
                <a:lnTo>
                  <a:pt x="335279" y="246888"/>
                </a:lnTo>
                <a:lnTo>
                  <a:pt x="321563" y="257555"/>
                </a:lnTo>
                <a:lnTo>
                  <a:pt x="321587" y="337327"/>
                </a:lnTo>
                <a:lnTo>
                  <a:pt x="321754" y="352806"/>
                </a:lnTo>
                <a:lnTo>
                  <a:pt x="322206" y="368284"/>
                </a:lnTo>
                <a:lnTo>
                  <a:pt x="323087" y="384048"/>
                </a:lnTo>
                <a:lnTo>
                  <a:pt x="297179" y="39319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" name="object 26"/>
          <p:cNvSpPr/>
          <p:nvPr/>
        </p:nvSpPr>
        <p:spPr>
          <a:xfrm>
            <a:off x="2130539" y="4824983"/>
            <a:ext cx="1739264" cy="412115"/>
          </a:xfrm>
          <a:custGeom>
            <a:avLst/>
            <a:gdLst/>
            <a:ahLst/>
            <a:cxnLst/>
            <a:rect l="l" t="t" r="r" b="b"/>
            <a:pathLst>
              <a:path w="1739264" h="412114">
                <a:moveTo>
                  <a:pt x="396240" y="192024"/>
                </a:moveTo>
                <a:lnTo>
                  <a:pt x="358140" y="153924"/>
                </a:lnTo>
                <a:lnTo>
                  <a:pt x="323088" y="181356"/>
                </a:lnTo>
                <a:lnTo>
                  <a:pt x="0" y="181356"/>
                </a:lnTo>
                <a:lnTo>
                  <a:pt x="15240" y="198120"/>
                </a:lnTo>
                <a:lnTo>
                  <a:pt x="25844" y="195249"/>
                </a:lnTo>
                <a:lnTo>
                  <a:pt x="37147" y="193357"/>
                </a:lnTo>
                <a:lnTo>
                  <a:pt x="49326" y="192341"/>
                </a:lnTo>
                <a:lnTo>
                  <a:pt x="62484" y="192024"/>
                </a:lnTo>
                <a:lnTo>
                  <a:pt x="396240" y="192024"/>
                </a:lnTo>
                <a:close/>
              </a:path>
              <a:path w="1739264" h="412114">
                <a:moveTo>
                  <a:pt x="669048" y="146304"/>
                </a:moveTo>
                <a:lnTo>
                  <a:pt x="627900" y="124968"/>
                </a:lnTo>
                <a:lnTo>
                  <a:pt x="628142" y="146304"/>
                </a:lnTo>
                <a:lnTo>
                  <a:pt x="629183" y="183057"/>
                </a:lnTo>
                <a:lnTo>
                  <a:pt x="629297" y="191262"/>
                </a:lnTo>
                <a:lnTo>
                  <a:pt x="629183" y="330263"/>
                </a:lnTo>
                <a:lnTo>
                  <a:pt x="628662" y="351866"/>
                </a:lnTo>
                <a:lnTo>
                  <a:pt x="628129" y="378891"/>
                </a:lnTo>
                <a:lnTo>
                  <a:pt x="627900" y="411492"/>
                </a:lnTo>
                <a:lnTo>
                  <a:pt x="656856" y="393204"/>
                </a:lnTo>
                <a:lnTo>
                  <a:pt x="655967" y="377215"/>
                </a:lnTo>
                <a:lnTo>
                  <a:pt x="655523" y="361391"/>
                </a:lnTo>
                <a:lnTo>
                  <a:pt x="655408" y="351866"/>
                </a:lnTo>
                <a:lnTo>
                  <a:pt x="655332" y="156984"/>
                </a:lnTo>
                <a:lnTo>
                  <a:pt x="669048" y="146304"/>
                </a:lnTo>
                <a:close/>
              </a:path>
              <a:path w="1739264" h="412114">
                <a:moveTo>
                  <a:pt x="845832" y="179832"/>
                </a:moveTo>
                <a:lnTo>
                  <a:pt x="798207" y="165938"/>
                </a:lnTo>
                <a:lnTo>
                  <a:pt x="748296" y="137172"/>
                </a:lnTo>
                <a:lnTo>
                  <a:pt x="697623" y="92964"/>
                </a:lnTo>
                <a:lnTo>
                  <a:pt x="656920" y="41148"/>
                </a:lnTo>
                <a:lnTo>
                  <a:pt x="649236" y="30480"/>
                </a:lnTo>
                <a:lnTo>
                  <a:pt x="666000" y="19824"/>
                </a:lnTo>
                <a:lnTo>
                  <a:pt x="629424" y="0"/>
                </a:lnTo>
                <a:lnTo>
                  <a:pt x="618515" y="27127"/>
                </a:lnTo>
                <a:lnTo>
                  <a:pt x="603897" y="55816"/>
                </a:lnTo>
                <a:lnTo>
                  <a:pt x="562368" y="117360"/>
                </a:lnTo>
                <a:lnTo>
                  <a:pt x="535762" y="147650"/>
                </a:lnTo>
                <a:lnTo>
                  <a:pt x="506171" y="174510"/>
                </a:lnTo>
                <a:lnTo>
                  <a:pt x="473417" y="197942"/>
                </a:lnTo>
                <a:lnTo>
                  <a:pt x="437400" y="217944"/>
                </a:lnTo>
                <a:lnTo>
                  <a:pt x="438924" y="225564"/>
                </a:lnTo>
                <a:lnTo>
                  <a:pt x="474662" y="208991"/>
                </a:lnTo>
                <a:lnTo>
                  <a:pt x="534720" y="172402"/>
                </a:lnTo>
                <a:lnTo>
                  <a:pt x="581863" y="129882"/>
                </a:lnTo>
                <a:lnTo>
                  <a:pt x="624674" y="73964"/>
                </a:lnTo>
                <a:lnTo>
                  <a:pt x="644664" y="41148"/>
                </a:lnTo>
                <a:lnTo>
                  <a:pt x="662952" y="71678"/>
                </a:lnTo>
                <a:lnTo>
                  <a:pt x="699528" y="123024"/>
                </a:lnTo>
                <a:lnTo>
                  <a:pt x="736981" y="161886"/>
                </a:lnTo>
                <a:lnTo>
                  <a:pt x="781037" y="195122"/>
                </a:lnTo>
                <a:lnTo>
                  <a:pt x="806208" y="210312"/>
                </a:lnTo>
                <a:lnTo>
                  <a:pt x="813041" y="200317"/>
                </a:lnTo>
                <a:lnTo>
                  <a:pt x="822020" y="193179"/>
                </a:lnTo>
                <a:lnTo>
                  <a:pt x="832993" y="188887"/>
                </a:lnTo>
                <a:lnTo>
                  <a:pt x="845832" y="187452"/>
                </a:lnTo>
                <a:lnTo>
                  <a:pt x="845832" y="179832"/>
                </a:lnTo>
                <a:close/>
              </a:path>
              <a:path w="1739264" h="412114">
                <a:moveTo>
                  <a:pt x="1101852" y="64008"/>
                </a:moveTo>
                <a:lnTo>
                  <a:pt x="1092708" y="53340"/>
                </a:lnTo>
                <a:lnTo>
                  <a:pt x="1074420" y="32004"/>
                </a:lnTo>
                <a:lnTo>
                  <a:pt x="1053084" y="53340"/>
                </a:lnTo>
                <a:lnTo>
                  <a:pt x="976884" y="53340"/>
                </a:lnTo>
                <a:lnTo>
                  <a:pt x="981443" y="45910"/>
                </a:lnTo>
                <a:lnTo>
                  <a:pt x="985837" y="39624"/>
                </a:lnTo>
                <a:lnTo>
                  <a:pt x="989965" y="34480"/>
                </a:lnTo>
                <a:lnTo>
                  <a:pt x="993648" y="30480"/>
                </a:lnTo>
                <a:lnTo>
                  <a:pt x="996696" y="25908"/>
                </a:lnTo>
                <a:lnTo>
                  <a:pt x="1002792" y="21336"/>
                </a:lnTo>
                <a:lnTo>
                  <a:pt x="1008888" y="18288"/>
                </a:lnTo>
                <a:lnTo>
                  <a:pt x="975360" y="0"/>
                </a:lnTo>
                <a:lnTo>
                  <a:pt x="952690" y="53721"/>
                </a:lnTo>
                <a:lnTo>
                  <a:pt x="931164" y="91440"/>
                </a:lnTo>
                <a:lnTo>
                  <a:pt x="902881" y="128308"/>
                </a:lnTo>
                <a:lnTo>
                  <a:pt x="894588" y="137160"/>
                </a:lnTo>
                <a:lnTo>
                  <a:pt x="899160" y="141732"/>
                </a:lnTo>
                <a:lnTo>
                  <a:pt x="930236" y="115595"/>
                </a:lnTo>
                <a:lnTo>
                  <a:pt x="962787" y="76250"/>
                </a:lnTo>
                <a:lnTo>
                  <a:pt x="970788" y="64008"/>
                </a:lnTo>
                <a:lnTo>
                  <a:pt x="1001268" y="64008"/>
                </a:lnTo>
                <a:lnTo>
                  <a:pt x="1019556" y="97536"/>
                </a:lnTo>
                <a:lnTo>
                  <a:pt x="1021080" y="103632"/>
                </a:lnTo>
                <a:lnTo>
                  <a:pt x="1021207" y="108572"/>
                </a:lnTo>
                <a:lnTo>
                  <a:pt x="1022604" y="112776"/>
                </a:lnTo>
                <a:lnTo>
                  <a:pt x="1025652" y="114300"/>
                </a:lnTo>
                <a:lnTo>
                  <a:pt x="1031748" y="114300"/>
                </a:lnTo>
                <a:lnTo>
                  <a:pt x="1033272" y="112776"/>
                </a:lnTo>
                <a:lnTo>
                  <a:pt x="1039368" y="109728"/>
                </a:lnTo>
                <a:lnTo>
                  <a:pt x="1042416" y="105156"/>
                </a:lnTo>
                <a:lnTo>
                  <a:pt x="1045464" y="96012"/>
                </a:lnTo>
                <a:lnTo>
                  <a:pt x="1045184" y="88874"/>
                </a:lnTo>
                <a:lnTo>
                  <a:pt x="1039749" y="81153"/>
                </a:lnTo>
                <a:lnTo>
                  <a:pt x="1029182" y="72872"/>
                </a:lnTo>
                <a:lnTo>
                  <a:pt x="1013460" y="64008"/>
                </a:lnTo>
                <a:lnTo>
                  <a:pt x="1101852" y="64008"/>
                </a:lnTo>
                <a:close/>
              </a:path>
              <a:path w="1739264" h="412114">
                <a:moveTo>
                  <a:pt x="1283208" y="65532"/>
                </a:moveTo>
                <a:lnTo>
                  <a:pt x="1273606" y="54864"/>
                </a:lnTo>
                <a:lnTo>
                  <a:pt x="1255776" y="35052"/>
                </a:lnTo>
                <a:lnTo>
                  <a:pt x="1235964" y="54864"/>
                </a:lnTo>
                <a:lnTo>
                  <a:pt x="1141476" y="54864"/>
                </a:lnTo>
                <a:lnTo>
                  <a:pt x="1145146" y="49390"/>
                </a:lnTo>
                <a:lnTo>
                  <a:pt x="1153058" y="39014"/>
                </a:lnTo>
                <a:lnTo>
                  <a:pt x="1156716" y="33528"/>
                </a:lnTo>
                <a:lnTo>
                  <a:pt x="1162812" y="27432"/>
                </a:lnTo>
                <a:lnTo>
                  <a:pt x="1168908" y="22860"/>
                </a:lnTo>
                <a:lnTo>
                  <a:pt x="1175004" y="21336"/>
                </a:lnTo>
                <a:lnTo>
                  <a:pt x="1143000" y="1524"/>
                </a:lnTo>
                <a:lnTo>
                  <a:pt x="1123188" y="48768"/>
                </a:lnTo>
                <a:lnTo>
                  <a:pt x="1104709" y="82296"/>
                </a:lnTo>
                <a:lnTo>
                  <a:pt x="1085088" y="111252"/>
                </a:lnTo>
                <a:lnTo>
                  <a:pt x="1089660" y="114300"/>
                </a:lnTo>
                <a:lnTo>
                  <a:pt x="1095616" y="108572"/>
                </a:lnTo>
                <a:lnTo>
                  <a:pt x="1101852" y="102679"/>
                </a:lnTo>
                <a:lnTo>
                  <a:pt x="1108100" y="96520"/>
                </a:lnTo>
                <a:lnTo>
                  <a:pt x="1114044" y="89916"/>
                </a:lnTo>
                <a:lnTo>
                  <a:pt x="1118908" y="83324"/>
                </a:lnTo>
                <a:lnTo>
                  <a:pt x="1124331" y="77152"/>
                </a:lnTo>
                <a:lnTo>
                  <a:pt x="1130338" y="71272"/>
                </a:lnTo>
                <a:lnTo>
                  <a:pt x="1136904" y="65532"/>
                </a:lnTo>
                <a:lnTo>
                  <a:pt x="1178052" y="65532"/>
                </a:lnTo>
                <a:lnTo>
                  <a:pt x="1205484" y="97536"/>
                </a:lnTo>
                <a:lnTo>
                  <a:pt x="1208532" y="102108"/>
                </a:lnTo>
                <a:lnTo>
                  <a:pt x="1211580" y="108204"/>
                </a:lnTo>
                <a:lnTo>
                  <a:pt x="1214628" y="112776"/>
                </a:lnTo>
                <a:lnTo>
                  <a:pt x="1217676" y="115824"/>
                </a:lnTo>
                <a:lnTo>
                  <a:pt x="1220724" y="115824"/>
                </a:lnTo>
                <a:lnTo>
                  <a:pt x="1223772" y="114300"/>
                </a:lnTo>
                <a:lnTo>
                  <a:pt x="1228344" y="111252"/>
                </a:lnTo>
                <a:lnTo>
                  <a:pt x="1231392" y="106680"/>
                </a:lnTo>
                <a:lnTo>
                  <a:pt x="1234440" y="100584"/>
                </a:lnTo>
                <a:lnTo>
                  <a:pt x="1234440" y="92964"/>
                </a:lnTo>
                <a:lnTo>
                  <a:pt x="1231607" y="86106"/>
                </a:lnTo>
                <a:lnTo>
                  <a:pt x="1223200" y="79248"/>
                </a:lnTo>
                <a:lnTo>
                  <a:pt x="1209370" y="72390"/>
                </a:lnTo>
                <a:lnTo>
                  <a:pt x="1190244" y="65532"/>
                </a:lnTo>
                <a:lnTo>
                  <a:pt x="1283208" y="65532"/>
                </a:lnTo>
                <a:close/>
              </a:path>
              <a:path w="1739264" h="412114">
                <a:moveTo>
                  <a:pt x="1289304" y="323088"/>
                </a:moveTo>
                <a:lnTo>
                  <a:pt x="1279613" y="312420"/>
                </a:lnTo>
                <a:lnTo>
                  <a:pt x="1258824" y="289560"/>
                </a:lnTo>
                <a:lnTo>
                  <a:pt x="1234440" y="312420"/>
                </a:lnTo>
                <a:lnTo>
                  <a:pt x="1155192" y="312420"/>
                </a:lnTo>
                <a:lnTo>
                  <a:pt x="1155192" y="260604"/>
                </a:lnTo>
                <a:lnTo>
                  <a:pt x="1181100" y="260604"/>
                </a:lnTo>
                <a:lnTo>
                  <a:pt x="1181100" y="277368"/>
                </a:lnTo>
                <a:lnTo>
                  <a:pt x="1207008" y="266700"/>
                </a:lnTo>
                <a:lnTo>
                  <a:pt x="1206919" y="260604"/>
                </a:lnTo>
                <a:lnTo>
                  <a:pt x="1206779" y="252082"/>
                </a:lnTo>
                <a:lnTo>
                  <a:pt x="1206677" y="249936"/>
                </a:lnTo>
                <a:lnTo>
                  <a:pt x="1206246" y="240030"/>
                </a:lnTo>
                <a:lnTo>
                  <a:pt x="1205725" y="230276"/>
                </a:lnTo>
                <a:lnTo>
                  <a:pt x="1205484" y="222504"/>
                </a:lnTo>
                <a:lnTo>
                  <a:pt x="1205484" y="213360"/>
                </a:lnTo>
                <a:lnTo>
                  <a:pt x="1205484" y="202692"/>
                </a:lnTo>
                <a:lnTo>
                  <a:pt x="1205484" y="169164"/>
                </a:lnTo>
                <a:lnTo>
                  <a:pt x="1205484" y="158496"/>
                </a:lnTo>
                <a:lnTo>
                  <a:pt x="1205484" y="131064"/>
                </a:lnTo>
                <a:lnTo>
                  <a:pt x="1208976" y="128016"/>
                </a:lnTo>
                <a:lnTo>
                  <a:pt x="1217676" y="120396"/>
                </a:lnTo>
                <a:lnTo>
                  <a:pt x="1213104" y="117348"/>
                </a:lnTo>
                <a:lnTo>
                  <a:pt x="1190244" y="102108"/>
                </a:lnTo>
                <a:lnTo>
                  <a:pt x="1181100" y="115176"/>
                </a:lnTo>
                <a:lnTo>
                  <a:pt x="1181100" y="128016"/>
                </a:lnTo>
                <a:lnTo>
                  <a:pt x="1181100" y="158496"/>
                </a:lnTo>
                <a:lnTo>
                  <a:pt x="1181100" y="169164"/>
                </a:lnTo>
                <a:lnTo>
                  <a:pt x="1181100" y="202692"/>
                </a:lnTo>
                <a:lnTo>
                  <a:pt x="1181100" y="213360"/>
                </a:lnTo>
                <a:lnTo>
                  <a:pt x="1181100" y="249936"/>
                </a:lnTo>
                <a:lnTo>
                  <a:pt x="1130808" y="249936"/>
                </a:lnTo>
                <a:lnTo>
                  <a:pt x="1130808" y="260604"/>
                </a:lnTo>
                <a:lnTo>
                  <a:pt x="1130808" y="313944"/>
                </a:lnTo>
                <a:lnTo>
                  <a:pt x="1045464" y="313944"/>
                </a:lnTo>
                <a:lnTo>
                  <a:pt x="1047457" y="301332"/>
                </a:lnTo>
                <a:lnTo>
                  <a:pt x="1049083" y="287845"/>
                </a:lnTo>
                <a:lnTo>
                  <a:pt x="1050340" y="274942"/>
                </a:lnTo>
                <a:lnTo>
                  <a:pt x="1051560" y="260604"/>
                </a:lnTo>
                <a:lnTo>
                  <a:pt x="1130808" y="260604"/>
                </a:lnTo>
                <a:lnTo>
                  <a:pt x="1130808" y="249936"/>
                </a:lnTo>
                <a:lnTo>
                  <a:pt x="993648" y="249936"/>
                </a:lnTo>
                <a:lnTo>
                  <a:pt x="993648" y="213360"/>
                </a:lnTo>
                <a:lnTo>
                  <a:pt x="1181100" y="213360"/>
                </a:lnTo>
                <a:lnTo>
                  <a:pt x="1181100" y="202692"/>
                </a:lnTo>
                <a:lnTo>
                  <a:pt x="993648" y="202692"/>
                </a:lnTo>
                <a:lnTo>
                  <a:pt x="993648" y="169164"/>
                </a:lnTo>
                <a:lnTo>
                  <a:pt x="1181100" y="169164"/>
                </a:lnTo>
                <a:lnTo>
                  <a:pt x="1181100" y="158496"/>
                </a:lnTo>
                <a:lnTo>
                  <a:pt x="993648" y="158496"/>
                </a:lnTo>
                <a:lnTo>
                  <a:pt x="993648" y="128016"/>
                </a:lnTo>
                <a:lnTo>
                  <a:pt x="1181100" y="128016"/>
                </a:lnTo>
                <a:lnTo>
                  <a:pt x="1181100" y="115176"/>
                </a:lnTo>
                <a:lnTo>
                  <a:pt x="1179576" y="117348"/>
                </a:lnTo>
                <a:lnTo>
                  <a:pt x="993648" y="117348"/>
                </a:lnTo>
                <a:lnTo>
                  <a:pt x="967740" y="103632"/>
                </a:lnTo>
                <a:lnTo>
                  <a:pt x="968552" y="111252"/>
                </a:lnTo>
                <a:lnTo>
                  <a:pt x="968679" y="112776"/>
                </a:lnTo>
                <a:lnTo>
                  <a:pt x="969264" y="126492"/>
                </a:lnTo>
                <a:lnTo>
                  <a:pt x="969886" y="146494"/>
                </a:lnTo>
                <a:lnTo>
                  <a:pt x="970686" y="169164"/>
                </a:lnTo>
                <a:lnTo>
                  <a:pt x="970572" y="230276"/>
                </a:lnTo>
                <a:lnTo>
                  <a:pt x="970153" y="255371"/>
                </a:lnTo>
                <a:lnTo>
                  <a:pt x="969264" y="281940"/>
                </a:lnTo>
                <a:lnTo>
                  <a:pt x="993648" y="274320"/>
                </a:lnTo>
                <a:lnTo>
                  <a:pt x="993648" y="260604"/>
                </a:lnTo>
                <a:lnTo>
                  <a:pt x="1025652" y="260604"/>
                </a:lnTo>
                <a:lnTo>
                  <a:pt x="1024547" y="274307"/>
                </a:lnTo>
                <a:lnTo>
                  <a:pt x="1023175" y="288417"/>
                </a:lnTo>
                <a:lnTo>
                  <a:pt x="1021613" y="301117"/>
                </a:lnTo>
                <a:lnTo>
                  <a:pt x="1019556" y="313944"/>
                </a:lnTo>
                <a:lnTo>
                  <a:pt x="886968" y="313944"/>
                </a:lnTo>
                <a:lnTo>
                  <a:pt x="902208" y="329184"/>
                </a:lnTo>
                <a:lnTo>
                  <a:pt x="911644" y="327190"/>
                </a:lnTo>
                <a:lnTo>
                  <a:pt x="921639" y="325755"/>
                </a:lnTo>
                <a:lnTo>
                  <a:pt x="932218" y="324904"/>
                </a:lnTo>
                <a:lnTo>
                  <a:pt x="943356" y="324612"/>
                </a:lnTo>
                <a:lnTo>
                  <a:pt x="1018032" y="324612"/>
                </a:lnTo>
                <a:lnTo>
                  <a:pt x="994676" y="360616"/>
                </a:lnTo>
                <a:lnTo>
                  <a:pt x="951166" y="388429"/>
                </a:lnTo>
                <a:lnTo>
                  <a:pt x="906780" y="405384"/>
                </a:lnTo>
                <a:lnTo>
                  <a:pt x="908304" y="411480"/>
                </a:lnTo>
                <a:lnTo>
                  <a:pt x="952690" y="401193"/>
                </a:lnTo>
                <a:lnTo>
                  <a:pt x="993648" y="384048"/>
                </a:lnTo>
                <a:lnTo>
                  <a:pt x="1025652" y="357759"/>
                </a:lnTo>
                <a:lnTo>
                  <a:pt x="1043940" y="324612"/>
                </a:lnTo>
                <a:lnTo>
                  <a:pt x="1130808" y="324612"/>
                </a:lnTo>
                <a:lnTo>
                  <a:pt x="1130617" y="363474"/>
                </a:lnTo>
                <a:lnTo>
                  <a:pt x="1129284" y="411480"/>
                </a:lnTo>
                <a:lnTo>
                  <a:pt x="1156716" y="399288"/>
                </a:lnTo>
                <a:lnTo>
                  <a:pt x="1156487" y="387604"/>
                </a:lnTo>
                <a:lnTo>
                  <a:pt x="1155992" y="371767"/>
                </a:lnTo>
                <a:lnTo>
                  <a:pt x="1155446" y="349758"/>
                </a:lnTo>
                <a:lnTo>
                  <a:pt x="1155217" y="324612"/>
                </a:lnTo>
                <a:lnTo>
                  <a:pt x="1155192" y="323088"/>
                </a:lnTo>
                <a:lnTo>
                  <a:pt x="1289304" y="323088"/>
                </a:lnTo>
                <a:close/>
              </a:path>
              <a:path w="1739264" h="412114">
                <a:moveTo>
                  <a:pt x="1394460" y="167652"/>
                </a:moveTo>
                <a:lnTo>
                  <a:pt x="1390510" y="156768"/>
                </a:lnTo>
                <a:lnTo>
                  <a:pt x="1378839" y="144602"/>
                </a:lnTo>
                <a:lnTo>
                  <a:pt x="1359750" y="131000"/>
                </a:lnTo>
                <a:lnTo>
                  <a:pt x="1333500" y="115836"/>
                </a:lnTo>
                <a:lnTo>
                  <a:pt x="1328928" y="120408"/>
                </a:lnTo>
                <a:lnTo>
                  <a:pt x="1342605" y="136715"/>
                </a:lnTo>
                <a:lnTo>
                  <a:pt x="1353693" y="151460"/>
                </a:lnTo>
                <a:lnTo>
                  <a:pt x="1361935" y="164769"/>
                </a:lnTo>
                <a:lnTo>
                  <a:pt x="1367028" y="176796"/>
                </a:lnTo>
                <a:lnTo>
                  <a:pt x="1370723" y="187121"/>
                </a:lnTo>
                <a:lnTo>
                  <a:pt x="1374838" y="193179"/>
                </a:lnTo>
                <a:lnTo>
                  <a:pt x="1379245" y="195224"/>
                </a:lnTo>
                <a:lnTo>
                  <a:pt x="1383792" y="193560"/>
                </a:lnTo>
                <a:lnTo>
                  <a:pt x="1388033" y="189293"/>
                </a:lnTo>
                <a:lnTo>
                  <a:pt x="1391412" y="183464"/>
                </a:lnTo>
                <a:lnTo>
                  <a:pt x="1393659" y="176199"/>
                </a:lnTo>
                <a:lnTo>
                  <a:pt x="1394460" y="167652"/>
                </a:lnTo>
                <a:close/>
              </a:path>
              <a:path w="1739264" h="412114">
                <a:moveTo>
                  <a:pt x="1429512" y="65544"/>
                </a:moveTo>
                <a:lnTo>
                  <a:pt x="1427988" y="59448"/>
                </a:lnTo>
                <a:lnTo>
                  <a:pt x="1426464" y="51828"/>
                </a:lnTo>
                <a:lnTo>
                  <a:pt x="1421345" y="44399"/>
                </a:lnTo>
                <a:lnTo>
                  <a:pt x="1410652" y="35826"/>
                </a:lnTo>
                <a:lnTo>
                  <a:pt x="1394536" y="26111"/>
                </a:lnTo>
                <a:lnTo>
                  <a:pt x="1373124" y="15252"/>
                </a:lnTo>
                <a:lnTo>
                  <a:pt x="1370076" y="19824"/>
                </a:lnTo>
                <a:lnTo>
                  <a:pt x="1381747" y="35255"/>
                </a:lnTo>
                <a:lnTo>
                  <a:pt x="1391412" y="49542"/>
                </a:lnTo>
                <a:lnTo>
                  <a:pt x="1398803" y="62687"/>
                </a:lnTo>
                <a:lnTo>
                  <a:pt x="1403604" y="74688"/>
                </a:lnTo>
                <a:lnTo>
                  <a:pt x="1408176" y="85356"/>
                </a:lnTo>
                <a:lnTo>
                  <a:pt x="1411224" y="91452"/>
                </a:lnTo>
                <a:lnTo>
                  <a:pt x="1417320" y="91452"/>
                </a:lnTo>
                <a:lnTo>
                  <a:pt x="1420368" y="88404"/>
                </a:lnTo>
                <a:lnTo>
                  <a:pt x="1423416" y="83832"/>
                </a:lnTo>
                <a:lnTo>
                  <a:pt x="1427988" y="79260"/>
                </a:lnTo>
                <a:lnTo>
                  <a:pt x="1429512" y="74688"/>
                </a:lnTo>
                <a:lnTo>
                  <a:pt x="1429512" y="65544"/>
                </a:lnTo>
                <a:close/>
              </a:path>
              <a:path w="1739264" h="412114">
                <a:moveTo>
                  <a:pt x="1475232" y="77736"/>
                </a:moveTo>
                <a:lnTo>
                  <a:pt x="1469136" y="76212"/>
                </a:lnTo>
                <a:lnTo>
                  <a:pt x="1436801" y="151307"/>
                </a:lnTo>
                <a:lnTo>
                  <a:pt x="1412748" y="207276"/>
                </a:lnTo>
                <a:lnTo>
                  <a:pt x="1396707" y="243801"/>
                </a:lnTo>
                <a:lnTo>
                  <a:pt x="1388364" y="260616"/>
                </a:lnTo>
                <a:lnTo>
                  <a:pt x="1380744" y="271284"/>
                </a:lnTo>
                <a:lnTo>
                  <a:pt x="1376172" y="275856"/>
                </a:lnTo>
                <a:lnTo>
                  <a:pt x="1370076" y="275856"/>
                </a:lnTo>
                <a:lnTo>
                  <a:pt x="1364957" y="276466"/>
                </a:lnTo>
                <a:lnTo>
                  <a:pt x="1356550" y="276237"/>
                </a:lnTo>
                <a:lnTo>
                  <a:pt x="1330452" y="274332"/>
                </a:lnTo>
                <a:lnTo>
                  <a:pt x="1330452" y="280428"/>
                </a:lnTo>
                <a:lnTo>
                  <a:pt x="1370076" y="298716"/>
                </a:lnTo>
                <a:lnTo>
                  <a:pt x="1373124" y="306336"/>
                </a:lnTo>
                <a:lnTo>
                  <a:pt x="1373047" y="315480"/>
                </a:lnTo>
                <a:lnTo>
                  <a:pt x="1372819" y="319951"/>
                </a:lnTo>
                <a:lnTo>
                  <a:pt x="1371790" y="326529"/>
                </a:lnTo>
                <a:lnTo>
                  <a:pt x="1369910" y="333667"/>
                </a:lnTo>
                <a:lnTo>
                  <a:pt x="1367028" y="341388"/>
                </a:lnTo>
                <a:lnTo>
                  <a:pt x="1365034" y="349935"/>
                </a:lnTo>
                <a:lnTo>
                  <a:pt x="1363599" y="357200"/>
                </a:lnTo>
                <a:lnTo>
                  <a:pt x="1362748" y="363029"/>
                </a:lnTo>
                <a:lnTo>
                  <a:pt x="1362570" y="365772"/>
                </a:lnTo>
                <a:lnTo>
                  <a:pt x="1362456" y="376440"/>
                </a:lnTo>
                <a:lnTo>
                  <a:pt x="1365504" y="381012"/>
                </a:lnTo>
                <a:lnTo>
                  <a:pt x="1373124" y="384060"/>
                </a:lnTo>
                <a:lnTo>
                  <a:pt x="1385316" y="387108"/>
                </a:lnTo>
                <a:lnTo>
                  <a:pt x="1395984" y="387108"/>
                </a:lnTo>
                <a:lnTo>
                  <a:pt x="1399032" y="384060"/>
                </a:lnTo>
                <a:lnTo>
                  <a:pt x="1399032" y="379488"/>
                </a:lnTo>
                <a:lnTo>
                  <a:pt x="1398130" y="372389"/>
                </a:lnTo>
                <a:lnTo>
                  <a:pt x="1397533" y="363029"/>
                </a:lnTo>
                <a:lnTo>
                  <a:pt x="1396898" y="350761"/>
                </a:lnTo>
                <a:lnTo>
                  <a:pt x="1395984" y="336816"/>
                </a:lnTo>
                <a:lnTo>
                  <a:pt x="1396276" y="322338"/>
                </a:lnTo>
                <a:lnTo>
                  <a:pt x="1401991" y="283857"/>
                </a:lnTo>
                <a:lnTo>
                  <a:pt x="1422654" y="220611"/>
                </a:lnTo>
                <a:lnTo>
                  <a:pt x="1444942" y="159169"/>
                </a:lnTo>
                <a:lnTo>
                  <a:pt x="1475232" y="77736"/>
                </a:lnTo>
                <a:close/>
              </a:path>
              <a:path w="1739264" h="412114">
                <a:moveTo>
                  <a:pt x="1738884" y="213372"/>
                </a:moveTo>
                <a:lnTo>
                  <a:pt x="1709928" y="181368"/>
                </a:lnTo>
                <a:lnTo>
                  <a:pt x="1688592" y="202704"/>
                </a:lnTo>
                <a:lnTo>
                  <a:pt x="1597152" y="202704"/>
                </a:lnTo>
                <a:lnTo>
                  <a:pt x="1597152" y="108216"/>
                </a:lnTo>
                <a:lnTo>
                  <a:pt x="1711452" y="108216"/>
                </a:lnTo>
                <a:lnTo>
                  <a:pt x="1684020" y="79260"/>
                </a:lnTo>
                <a:lnTo>
                  <a:pt x="1664208" y="99072"/>
                </a:lnTo>
                <a:lnTo>
                  <a:pt x="1597152" y="99072"/>
                </a:lnTo>
                <a:lnTo>
                  <a:pt x="1597152" y="38112"/>
                </a:lnTo>
                <a:lnTo>
                  <a:pt x="1613916" y="19824"/>
                </a:lnTo>
                <a:lnTo>
                  <a:pt x="1572768" y="12"/>
                </a:lnTo>
                <a:lnTo>
                  <a:pt x="1573657" y="14846"/>
                </a:lnTo>
                <a:lnTo>
                  <a:pt x="1574088" y="35255"/>
                </a:lnTo>
                <a:lnTo>
                  <a:pt x="1574203" y="51828"/>
                </a:lnTo>
                <a:lnTo>
                  <a:pt x="1574292" y="99072"/>
                </a:lnTo>
                <a:lnTo>
                  <a:pt x="1478280" y="99072"/>
                </a:lnTo>
                <a:lnTo>
                  <a:pt x="1495044" y="114312"/>
                </a:lnTo>
                <a:lnTo>
                  <a:pt x="1504480" y="112064"/>
                </a:lnTo>
                <a:lnTo>
                  <a:pt x="1514475" y="110121"/>
                </a:lnTo>
                <a:lnTo>
                  <a:pt x="1525054" y="108737"/>
                </a:lnTo>
                <a:lnTo>
                  <a:pt x="1536192" y="108216"/>
                </a:lnTo>
                <a:lnTo>
                  <a:pt x="1574292" y="108216"/>
                </a:lnTo>
                <a:lnTo>
                  <a:pt x="1574292" y="202704"/>
                </a:lnTo>
                <a:lnTo>
                  <a:pt x="1446276" y="202704"/>
                </a:lnTo>
                <a:lnTo>
                  <a:pt x="1461516" y="217944"/>
                </a:lnTo>
                <a:lnTo>
                  <a:pt x="1471168" y="215938"/>
                </a:lnTo>
                <a:lnTo>
                  <a:pt x="1481518" y="214515"/>
                </a:lnTo>
                <a:lnTo>
                  <a:pt x="1492173" y="213652"/>
                </a:lnTo>
                <a:lnTo>
                  <a:pt x="1502664" y="213372"/>
                </a:lnTo>
                <a:lnTo>
                  <a:pt x="1568196" y="213372"/>
                </a:lnTo>
                <a:lnTo>
                  <a:pt x="1547431" y="255663"/>
                </a:lnTo>
                <a:lnTo>
                  <a:pt x="1516380" y="304812"/>
                </a:lnTo>
                <a:lnTo>
                  <a:pt x="1482661" y="343865"/>
                </a:lnTo>
                <a:lnTo>
                  <a:pt x="1456944" y="356628"/>
                </a:lnTo>
                <a:lnTo>
                  <a:pt x="1473708" y="397776"/>
                </a:lnTo>
                <a:lnTo>
                  <a:pt x="1509077" y="382130"/>
                </a:lnTo>
                <a:lnTo>
                  <a:pt x="1559648" y="370725"/>
                </a:lnTo>
                <a:lnTo>
                  <a:pt x="1633423" y="359295"/>
                </a:lnTo>
                <a:lnTo>
                  <a:pt x="1679448" y="353580"/>
                </a:lnTo>
                <a:lnTo>
                  <a:pt x="1683118" y="361594"/>
                </a:lnTo>
                <a:lnTo>
                  <a:pt x="1687068" y="369773"/>
                </a:lnTo>
                <a:lnTo>
                  <a:pt x="1691030" y="378218"/>
                </a:lnTo>
                <a:lnTo>
                  <a:pt x="1694688" y="387108"/>
                </a:lnTo>
                <a:lnTo>
                  <a:pt x="1696212" y="393204"/>
                </a:lnTo>
                <a:lnTo>
                  <a:pt x="1699260" y="397776"/>
                </a:lnTo>
                <a:lnTo>
                  <a:pt x="1703832" y="397776"/>
                </a:lnTo>
                <a:lnTo>
                  <a:pt x="1706880" y="393204"/>
                </a:lnTo>
                <a:lnTo>
                  <a:pt x="1711452" y="387108"/>
                </a:lnTo>
                <a:lnTo>
                  <a:pt x="1716024" y="379488"/>
                </a:lnTo>
                <a:lnTo>
                  <a:pt x="1719072" y="373392"/>
                </a:lnTo>
                <a:lnTo>
                  <a:pt x="1718957" y="365010"/>
                </a:lnTo>
                <a:lnTo>
                  <a:pt x="1718246" y="360692"/>
                </a:lnTo>
                <a:lnTo>
                  <a:pt x="1715833" y="354914"/>
                </a:lnTo>
                <a:lnTo>
                  <a:pt x="1714995" y="353580"/>
                </a:lnTo>
                <a:lnTo>
                  <a:pt x="1712010" y="348830"/>
                </a:lnTo>
                <a:lnTo>
                  <a:pt x="1677924" y="315480"/>
                </a:lnTo>
                <a:lnTo>
                  <a:pt x="1627632" y="278904"/>
                </a:lnTo>
                <a:lnTo>
                  <a:pt x="1624584" y="285000"/>
                </a:lnTo>
                <a:lnTo>
                  <a:pt x="1637779" y="299859"/>
                </a:lnTo>
                <a:lnTo>
                  <a:pt x="1650111" y="314718"/>
                </a:lnTo>
                <a:lnTo>
                  <a:pt x="1661883" y="329577"/>
                </a:lnTo>
                <a:lnTo>
                  <a:pt x="1673352" y="344436"/>
                </a:lnTo>
                <a:lnTo>
                  <a:pt x="1490472" y="356628"/>
                </a:lnTo>
                <a:lnTo>
                  <a:pt x="1519389" y="326694"/>
                </a:lnTo>
                <a:lnTo>
                  <a:pt x="1542288" y="301193"/>
                </a:lnTo>
                <a:lnTo>
                  <a:pt x="1559483" y="280543"/>
                </a:lnTo>
                <a:lnTo>
                  <a:pt x="1571244" y="265188"/>
                </a:lnTo>
                <a:lnTo>
                  <a:pt x="1579460" y="253517"/>
                </a:lnTo>
                <a:lnTo>
                  <a:pt x="1587817" y="243852"/>
                </a:lnTo>
                <a:lnTo>
                  <a:pt x="1595894" y="236461"/>
                </a:lnTo>
                <a:lnTo>
                  <a:pt x="1603248" y="231660"/>
                </a:lnTo>
                <a:lnTo>
                  <a:pt x="1575816" y="213372"/>
                </a:lnTo>
                <a:lnTo>
                  <a:pt x="1738884" y="21337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</p:spTree>
  </p:cSld>
  <p:clrMapOvr>
    <a:masterClrMapping/>
  </p:clrMapOvr>
</p:sld>
</file>

<file path=ppt/slides/slide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9561576" y="7229856"/>
            <a:ext cx="195580" cy="143510"/>
            <a:chOff x="9561576" y="7229856"/>
            <a:chExt cx="195580" cy="143510"/>
          </a:xfrm>
        </p:grpSpPr>
        <p:pic>
          <p:nvPicPr>
            <p:cNvPr id="3" name="object 3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9561576" y="7229856"/>
              <a:ext cx="86868" cy="143256"/>
            </a:xfrm>
            <a:prstGeom prst="rect">
              <a:avLst/>
            </a:prstGeom>
          </p:spPr>
        </p:pic>
        <p:pic>
          <p:nvPicPr>
            <p:cNvPr id="4" name="object 4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9668255" y="7229856"/>
              <a:ext cx="88392" cy="143256"/>
            </a:xfrm>
            <a:prstGeom prst="rect">
              <a:avLst/>
            </a:prstGeom>
          </p:spPr>
        </p:pic>
      </p:grpSp>
      <p:sp>
        <p:nvSpPr>
          <p:cNvPr id="5" name="object 5"/>
          <p:cNvSpPr/>
          <p:nvPr/>
        </p:nvSpPr>
        <p:spPr>
          <a:xfrm>
            <a:off x="1722120" y="1271015"/>
            <a:ext cx="554990" cy="567055"/>
          </a:xfrm>
          <a:custGeom>
            <a:avLst/>
            <a:gdLst/>
            <a:ahLst/>
            <a:cxnLst/>
            <a:rect l="l" t="t" r="r" b="b"/>
            <a:pathLst>
              <a:path w="554989" h="567055">
                <a:moveTo>
                  <a:pt x="16764" y="196595"/>
                </a:moveTo>
                <a:lnTo>
                  <a:pt x="12192" y="188975"/>
                </a:lnTo>
                <a:lnTo>
                  <a:pt x="23050" y="176641"/>
                </a:lnTo>
                <a:lnTo>
                  <a:pt x="35051" y="162305"/>
                </a:lnTo>
                <a:lnTo>
                  <a:pt x="62483" y="126491"/>
                </a:lnTo>
                <a:lnTo>
                  <a:pt x="91059" y="74675"/>
                </a:lnTo>
                <a:lnTo>
                  <a:pt x="121920" y="0"/>
                </a:lnTo>
                <a:lnTo>
                  <a:pt x="169164" y="25907"/>
                </a:lnTo>
                <a:lnTo>
                  <a:pt x="137160" y="55244"/>
                </a:lnTo>
                <a:lnTo>
                  <a:pt x="123444" y="74675"/>
                </a:lnTo>
                <a:lnTo>
                  <a:pt x="283409" y="74675"/>
                </a:lnTo>
                <a:lnTo>
                  <a:pt x="295656" y="88391"/>
                </a:lnTo>
                <a:lnTo>
                  <a:pt x="117348" y="88391"/>
                </a:lnTo>
                <a:lnTo>
                  <a:pt x="105060" y="105822"/>
                </a:lnTo>
                <a:lnTo>
                  <a:pt x="93345" y="121538"/>
                </a:lnTo>
                <a:lnTo>
                  <a:pt x="59626" y="160162"/>
                </a:lnTo>
                <a:lnTo>
                  <a:pt x="32194" y="184261"/>
                </a:lnTo>
                <a:lnTo>
                  <a:pt x="16764" y="196595"/>
                </a:lnTo>
                <a:close/>
              </a:path>
              <a:path w="554989" h="567055">
                <a:moveTo>
                  <a:pt x="278892" y="156971"/>
                </a:moveTo>
                <a:lnTo>
                  <a:pt x="272796" y="152399"/>
                </a:lnTo>
                <a:lnTo>
                  <a:pt x="286488" y="134159"/>
                </a:lnTo>
                <a:lnTo>
                  <a:pt x="300037" y="113918"/>
                </a:lnTo>
                <a:lnTo>
                  <a:pt x="326136" y="68579"/>
                </a:lnTo>
                <a:lnTo>
                  <a:pt x="345567" y="27050"/>
                </a:lnTo>
                <a:lnTo>
                  <a:pt x="353568" y="1523"/>
                </a:lnTo>
                <a:lnTo>
                  <a:pt x="396240" y="30479"/>
                </a:lnTo>
                <a:lnTo>
                  <a:pt x="367022" y="54983"/>
                </a:lnTo>
                <a:lnTo>
                  <a:pt x="356020" y="69318"/>
                </a:lnTo>
                <a:lnTo>
                  <a:pt x="350520" y="76199"/>
                </a:lnTo>
                <a:lnTo>
                  <a:pt x="532045" y="76199"/>
                </a:lnTo>
                <a:lnTo>
                  <a:pt x="545592" y="91439"/>
                </a:lnTo>
                <a:lnTo>
                  <a:pt x="344424" y="91439"/>
                </a:lnTo>
                <a:lnTo>
                  <a:pt x="335256" y="100655"/>
                </a:lnTo>
                <a:lnTo>
                  <a:pt x="328422" y="107632"/>
                </a:lnTo>
                <a:lnTo>
                  <a:pt x="320421" y="116085"/>
                </a:lnTo>
                <a:lnTo>
                  <a:pt x="304395" y="133826"/>
                </a:lnTo>
                <a:lnTo>
                  <a:pt x="296227" y="142112"/>
                </a:lnTo>
                <a:lnTo>
                  <a:pt x="287774" y="149828"/>
                </a:lnTo>
                <a:lnTo>
                  <a:pt x="278892" y="156971"/>
                </a:lnTo>
                <a:close/>
              </a:path>
              <a:path w="554989" h="567055">
                <a:moveTo>
                  <a:pt x="283409" y="74675"/>
                </a:moveTo>
                <a:lnTo>
                  <a:pt x="228600" y="74675"/>
                </a:lnTo>
                <a:lnTo>
                  <a:pt x="257556" y="45719"/>
                </a:lnTo>
                <a:lnTo>
                  <a:pt x="283409" y="74675"/>
                </a:lnTo>
                <a:close/>
              </a:path>
              <a:path w="554989" h="567055">
                <a:moveTo>
                  <a:pt x="532045" y="76199"/>
                </a:moveTo>
                <a:lnTo>
                  <a:pt x="480060" y="76199"/>
                </a:lnTo>
                <a:lnTo>
                  <a:pt x="509016" y="50291"/>
                </a:lnTo>
                <a:lnTo>
                  <a:pt x="532045" y="76199"/>
                </a:lnTo>
                <a:close/>
              </a:path>
              <a:path w="554989" h="567055">
                <a:moveTo>
                  <a:pt x="202692" y="156971"/>
                </a:moveTo>
                <a:lnTo>
                  <a:pt x="190500" y="156971"/>
                </a:lnTo>
                <a:lnTo>
                  <a:pt x="187452" y="155447"/>
                </a:lnTo>
                <a:lnTo>
                  <a:pt x="184365" y="143065"/>
                </a:lnTo>
                <a:lnTo>
                  <a:pt x="182866" y="135540"/>
                </a:lnTo>
                <a:lnTo>
                  <a:pt x="181356" y="124967"/>
                </a:lnTo>
                <a:lnTo>
                  <a:pt x="178188" y="116681"/>
                </a:lnTo>
                <a:lnTo>
                  <a:pt x="173164" y="107822"/>
                </a:lnTo>
                <a:lnTo>
                  <a:pt x="166139" y="98393"/>
                </a:lnTo>
                <a:lnTo>
                  <a:pt x="156972" y="88391"/>
                </a:lnTo>
                <a:lnTo>
                  <a:pt x="173736" y="88391"/>
                </a:lnTo>
                <a:lnTo>
                  <a:pt x="195429" y="100655"/>
                </a:lnTo>
                <a:lnTo>
                  <a:pt x="210121" y="112204"/>
                </a:lnTo>
                <a:lnTo>
                  <a:pt x="217670" y="122896"/>
                </a:lnTo>
                <a:lnTo>
                  <a:pt x="217932" y="132587"/>
                </a:lnTo>
                <a:lnTo>
                  <a:pt x="214884" y="144779"/>
                </a:lnTo>
                <a:lnTo>
                  <a:pt x="210312" y="152399"/>
                </a:lnTo>
                <a:lnTo>
                  <a:pt x="207264" y="153923"/>
                </a:lnTo>
                <a:lnTo>
                  <a:pt x="202692" y="156971"/>
                </a:lnTo>
                <a:close/>
              </a:path>
              <a:path w="554989" h="567055">
                <a:moveTo>
                  <a:pt x="460248" y="160019"/>
                </a:moveTo>
                <a:lnTo>
                  <a:pt x="455676" y="160019"/>
                </a:lnTo>
                <a:lnTo>
                  <a:pt x="452628" y="156971"/>
                </a:lnTo>
                <a:lnTo>
                  <a:pt x="448056" y="149351"/>
                </a:lnTo>
                <a:lnTo>
                  <a:pt x="445484" y="143613"/>
                </a:lnTo>
                <a:lnTo>
                  <a:pt x="442341" y="137731"/>
                </a:lnTo>
                <a:lnTo>
                  <a:pt x="413123" y="101393"/>
                </a:lnTo>
                <a:lnTo>
                  <a:pt x="400812" y="91439"/>
                </a:lnTo>
                <a:lnTo>
                  <a:pt x="417576" y="91439"/>
                </a:lnTo>
                <a:lnTo>
                  <a:pt x="444460" y="100583"/>
                </a:lnTo>
                <a:lnTo>
                  <a:pt x="463486" y="109727"/>
                </a:lnTo>
                <a:lnTo>
                  <a:pt x="474797" y="118871"/>
                </a:lnTo>
                <a:lnTo>
                  <a:pt x="478536" y="128015"/>
                </a:lnTo>
                <a:lnTo>
                  <a:pt x="477964" y="136326"/>
                </a:lnTo>
                <a:lnTo>
                  <a:pt x="476250" y="143065"/>
                </a:lnTo>
                <a:lnTo>
                  <a:pt x="473392" y="148375"/>
                </a:lnTo>
                <a:lnTo>
                  <a:pt x="464820" y="156971"/>
                </a:lnTo>
                <a:lnTo>
                  <a:pt x="460248" y="160019"/>
                </a:lnTo>
                <a:close/>
              </a:path>
              <a:path w="554989" h="567055">
                <a:moveTo>
                  <a:pt x="450596" y="163067"/>
                </a:moveTo>
                <a:lnTo>
                  <a:pt x="403860" y="163067"/>
                </a:lnTo>
                <a:lnTo>
                  <a:pt x="417576" y="140207"/>
                </a:lnTo>
                <a:lnTo>
                  <a:pt x="450596" y="163067"/>
                </a:lnTo>
                <a:close/>
              </a:path>
              <a:path w="554989" h="567055">
                <a:moveTo>
                  <a:pt x="114300" y="390143"/>
                </a:moveTo>
                <a:lnTo>
                  <a:pt x="115181" y="352401"/>
                </a:lnTo>
                <a:lnTo>
                  <a:pt x="115633" y="314515"/>
                </a:lnTo>
                <a:lnTo>
                  <a:pt x="115743" y="234695"/>
                </a:lnTo>
                <a:lnTo>
                  <a:pt x="114895" y="202620"/>
                </a:lnTo>
                <a:lnTo>
                  <a:pt x="114109" y="175069"/>
                </a:lnTo>
                <a:lnTo>
                  <a:pt x="113037" y="155233"/>
                </a:lnTo>
                <a:lnTo>
                  <a:pt x="111252" y="143255"/>
                </a:lnTo>
                <a:lnTo>
                  <a:pt x="147828" y="163067"/>
                </a:lnTo>
                <a:lnTo>
                  <a:pt x="450596" y="163067"/>
                </a:lnTo>
                <a:lnTo>
                  <a:pt x="457200" y="167639"/>
                </a:lnTo>
                <a:lnTo>
                  <a:pt x="446024" y="176783"/>
                </a:lnTo>
                <a:lnTo>
                  <a:pt x="147828" y="176783"/>
                </a:lnTo>
                <a:lnTo>
                  <a:pt x="147828" y="219455"/>
                </a:lnTo>
                <a:lnTo>
                  <a:pt x="440436" y="219455"/>
                </a:lnTo>
                <a:lnTo>
                  <a:pt x="440436" y="234695"/>
                </a:lnTo>
                <a:lnTo>
                  <a:pt x="147828" y="234695"/>
                </a:lnTo>
                <a:lnTo>
                  <a:pt x="147828" y="280415"/>
                </a:lnTo>
                <a:lnTo>
                  <a:pt x="440436" y="280415"/>
                </a:lnTo>
                <a:lnTo>
                  <a:pt x="440436" y="294131"/>
                </a:lnTo>
                <a:lnTo>
                  <a:pt x="147828" y="294131"/>
                </a:lnTo>
                <a:lnTo>
                  <a:pt x="147828" y="344423"/>
                </a:lnTo>
                <a:lnTo>
                  <a:pt x="440970" y="344423"/>
                </a:lnTo>
                <a:lnTo>
                  <a:pt x="441078" y="348543"/>
                </a:lnTo>
                <a:lnTo>
                  <a:pt x="441496" y="358139"/>
                </a:lnTo>
                <a:lnTo>
                  <a:pt x="147828" y="358139"/>
                </a:lnTo>
                <a:lnTo>
                  <a:pt x="147828" y="377951"/>
                </a:lnTo>
                <a:lnTo>
                  <a:pt x="114300" y="390143"/>
                </a:lnTo>
                <a:close/>
              </a:path>
              <a:path w="554989" h="567055">
                <a:moveTo>
                  <a:pt x="440436" y="219455"/>
                </a:moveTo>
                <a:lnTo>
                  <a:pt x="406908" y="219455"/>
                </a:lnTo>
                <a:lnTo>
                  <a:pt x="406908" y="176783"/>
                </a:lnTo>
                <a:lnTo>
                  <a:pt x="446024" y="176783"/>
                </a:lnTo>
                <a:lnTo>
                  <a:pt x="440436" y="181355"/>
                </a:lnTo>
                <a:lnTo>
                  <a:pt x="440436" y="219455"/>
                </a:lnTo>
                <a:close/>
              </a:path>
              <a:path w="554989" h="567055">
                <a:moveTo>
                  <a:pt x="440436" y="280415"/>
                </a:moveTo>
                <a:lnTo>
                  <a:pt x="406908" y="280415"/>
                </a:lnTo>
                <a:lnTo>
                  <a:pt x="406908" y="234695"/>
                </a:lnTo>
                <a:lnTo>
                  <a:pt x="440436" y="234695"/>
                </a:lnTo>
                <a:lnTo>
                  <a:pt x="440436" y="280415"/>
                </a:lnTo>
                <a:close/>
              </a:path>
              <a:path w="554989" h="567055">
                <a:moveTo>
                  <a:pt x="440970" y="344423"/>
                </a:moveTo>
                <a:lnTo>
                  <a:pt x="406908" y="344423"/>
                </a:lnTo>
                <a:lnTo>
                  <a:pt x="406908" y="294131"/>
                </a:lnTo>
                <a:lnTo>
                  <a:pt x="440436" y="294131"/>
                </a:lnTo>
                <a:lnTo>
                  <a:pt x="440459" y="317158"/>
                </a:lnTo>
                <a:lnTo>
                  <a:pt x="440626" y="331279"/>
                </a:lnTo>
                <a:lnTo>
                  <a:pt x="440970" y="344423"/>
                </a:lnTo>
                <a:close/>
              </a:path>
              <a:path w="554989" h="567055">
                <a:moveTo>
                  <a:pt x="219456" y="432815"/>
                </a:moveTo>
                <a:lnTo>
                  <a:pt x="184404" y="432815"/>
                </a:lnTo>
                <a:lnTo>
                  <a:pt x="186428" y="415361"/>
                </a:lnTo>
                <a:lnTo>
                  <a:pt x="188023" y="397192"/>
                </a:lnTo>
                <a:lnTo>
                  <a:pt x="189383" y="377309"/>
                </a:lnTo>
                <a:lnTo>
                  <a:pt x="190500" y="358139"/>
                </a:lnTo>
                <a:lnTo>
                  <a:pt x="227076" y="358139"/>
                </a:lnTo>
                <a:lnTo>
                  <a:pt x="225671" y="377309"/>
                </a:lnTo>
                <a:lnTo>
                  <a:pt x="223837" y="396049"/>
                </a:lnTo>
                <a:lnTo>
                  <a:pt x="221612" y="415361"/>
                </a:lnTo>
                <a:lnTo>
                  <a:pt x="219456" y="432815"/>
                </a:lnTo>
                <a:close/>
              </a:path>
              <a:path w="554989" h="567055">
                <a:moveTo>
                  <a:pt x="21336" y="454151"/>
                </a:moveTo>
                <a:lnTo>
                  <a:pt x="0" y="432815"/>
                </a:lnTo>
                <a:lnTo>
                  <a:pt x="336804" y="432815"/>
                </a:lnTo>
                <a:lnTo>
                  <a:pt x="336804" y="358139"/>
                </a:lnTo>
                <a:lnTo>
                  <a:pt x="370332" y="358139"/>
                </a:lnTo>
                <a:lnTo>
                  <a:pt x="370332" y="429767"/>
                </a:lnTo>
                <a:lnTo>
                  <a:pt x="540512" y="429767"/>
                </a:lnTo>
                <a:lnTo>
                  <a:pt x="554736" y="445007"/>
                </a:lnTo>
                <a:lnTo>
                  <a:pt x="370332" y="445007"/>
                </a:lnTo>
                <a:lnTo>
                  <a:pt x="370342" y="446531"/>
                </a:lnTo>
                <a:lnTo>
                  <a:pt x="79248" y="446531"/>
                </a:lnTo>
                <a:lnTo>
                  <a:pt x="63555" y="447079"/>
                </a:lnTo>
                <a:lnTo>
                  <a:pt x="48577" y="448627"/>
                </a:lnTo>
                <a:lnTo>
                  <a:pt x="34456" y="451032"/>
                </a:lnTo>
                <a:lnTo>
                  <a:pt x="21336" y="454151"/>
                </a:lnTo>
                <a:close/>
              </a:path>
              <a:path w="554989" h="567055">
                <a:moveTo>
                  <a:pt x="406908" y="382523"/>
                </a:moveTo>
                <a:lnTo>
                  <a:pt x="406908" y="358139"/>
                </a:lnTo>
                <a:lnTo>
                  <a:pt x="441496" y="358139"/>
                </a:lnTo>
                <a:lnTo>
                  <a:pt x="441960" y="368807"/>
                </a:lnTo>
                <a:lnTo>
                  <a:pt x="406908" y="382523"/>
                </a:lnTo>
                <a:close/>
              </a:path>
              <a:path w="554989" h="567055">
                <a:moveTo>
                  <a:pt x="540512" y="429767"/>
                </a:moveTo>
                <a:lnTo>
                  <a:pt x="478536" y="429767"/>
                </a:lnTo>
                <a:lnTo>
                  <a:pt x="512064" y="399287"/>
                </a:lnTo>
                <a:lnTo>
                  <a:pt x="540512" y="429767"/>
                </a:lnTo>
                <a:close/>
              </a:path>
              <a:path w="554989" h="567055">
                <a:moveTo>
                  <a:pt x="30480" y="566927"/>
                </a:moveTo>
                <a:lnTo>
                  <a:pt x="28956" y="559308"/>
                </a:lnTo>
                <a:lnTo>
                  <a:pt x="61221" y="547616"/>
                </a:lnTo>
                <a:lnTo>
                  <a:pt x="89344" y="535495"/>
                </a:lnTo>
                <a:lnTo>
                  <a:pt x="132588" y="510539"/>
                </a:lnTo>
                <a:lnTo>
                  <a:pt x="162115" y="481964"/>
                </a:lnTo>
                <a:lnTo>
                  <a:pt x="181356" y="446531"/>
                </a:lnTo>
                <a:lnTo>
                  <a:pt x="217932" y="446531"/>
                </a:lnTo>
                <a:lnTo>
                  <a:pt x="191262" y="493394"/>
                </a:lnTo>
                <a:lnTo>
                  <a:pt x="146304" y="528827"/>
                </a:lnTo>
                <a:lnTo>
                  <a:pt x="90678" y="552450"/>
                </a:lnTo>
                <a:lnTo>
                  <a:pt x="61007" y="560974"/>
                </a:lnTo>
                <a:lnTo>
                  <a:pt x="30480" y="566927"/>
                </a:lnTo>
                <a:close/>
              </a:path>
              <a:path w="554989" h="567055">
                <a:moveTo>
                  <a:pt x="335280" y="566927"/>
                </a:moveTo>
                <a:lnTo>
                  <a:pt x="335455" y="541639"/>
                </a:lnTo>
                <a:lnTo>
                  <a:pt x="335581" y="528827"/>
                </a:lnTo>
                <a:lnTo>
                  <a:pt x="336565" y="472201"/>
                </a:lnTo>
                <a:lnTo>
                  <a:pt x="336804" y="446531"/>
                </a:lnTo>
                <a:lnTo>
                  <a:pt x="370342" y="446531"/>
                </a:lnTo>
                <a:lnTo>
                  <a:pt x="370602" y="481964"/>
                </a:lnTo>
                <a:lnTo>
                  <a:pt x="371266" y="510539"/>
                </a:lnTo>
                <a:lnTo>
                  <a:pt x="371337" y="512540"/>
                </a:lnTo>
                <a:lnTo>
                  <a:pt x="372260" y="534161"/>
                </a:lnTo>
                <a:lnTo>
                  <a:pt x="373380" y="550163"/>
                </a:lnTo>
                <a:lnTo>
                  <a:pt x="335280" y="566927"/>
                </a:lnTo>
                <a:close/>
              </a:path>
            </a:pathLst>
          </a:custGeom>
          <a:solidFill>
            <a:srgbClr val="3333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" name="object 6"/>
          <p:cNvSpPr/>
          <p:nvPr/>
        </p:nvSpPr>
        <p:spPr>
          <a:xfrm>
            <a:off x="2331720" y="1271015"/>
            <a:ext cx="565785" cy="547370"/>
          </a:xfrm>
          <a:custGeom>
            <a:avLst/>
            <a:gdLst/>
            <a:ahLst/>
            <a:cxnLst/>
            <a:rect l="l" t="t" r="r" b="b"/>
            <a:pathLst>
              <a:path w="565785" h="547369">
                <a:moveTo>
                  <a:pt x="368808" y="135636"/>
                </a:moveTo>
                <a:lnTo>
                  <a:pt x="336804" y="135636"/>
                </a:lnTo>
                <a:lnTo>
                  <a:pt x="336705" y="71628"/>
                </a:lnTo>
                <a:lnTo>
                  <a:pt x="336600" y="49815"/>
                </a:lnTo>
                <a:lnTo>
                  <a:pt x="336161" y="21193"/>
                </a:lnTo>
                <a:lnTo>
                  <a:pt x="335280" y="0"/>
                </a:lnTo>
                <a:lnTo>
                  <a:pt x="393192" y="28956"/>
                </a:lnTo>
                <a:lnTo>
                  <a:pt x="368808" y="51816"/>
                </a:lnTo>
                <a:lnTo>
                  <a:pt x="368808" y="135636"/>
                </a:lnTo>
                <a:close/>
              </a:path>
              <a:path w="565785" h="547369">
                <a:moveTo>
                  <a:pt x="120396" y="126492"/>
                </a:moveTo>
                <a:lnTo>
                  <a:pt x="117348" y="126492"/>
                </a:lnTo>
                <a:lnTo>
                  <a:pt x="113919" y="125039"/>
                </a:lnTo>
                <a:lnTo>
                  <a:pt x="110490" y="120586"/>
                </a:lnTo>
                <a:lnTo>
                  <a:pt x="107061" y="112990"/>
                </a:lnTo>
                <a:lnTo>
                  <a:pt x="103632" y="102108"/>
                </a:lnTo>
                <a:lnTo>
                  <a:pt x="95583" y="86391"/>
                </a:lnTo>
                <a:lnTo>
                  <a:pt x="84963" y="68961"/>
                </a:lnTo>
                <a:lnTo>
                  <a:pt x="71485" y="49815"/>
                </a:lnTo>
                <a:lnTo>
                  <a:pt x="54864" y="28956"/>
                </a:lnTo>
                <a:lnTo>
                  <a:pt x="59436" y="21336"/>
                </a:lnTo>
                <a:lnTo>
                  <a:pt x="112014" y="51054"/>
                </a:lnTo>
                <a:lnTo>
                  <a:pt x="137160" y="82296"/>
                </a:lnTo>
                <a:lnTo>
                  <a:pt x="138684" y="91440"/>
                </a:lnTo>
                <a:lnTo>
                  <a:pt x="138684" y="103632"/>
                </a:lnTo>
                <a:lnTo>
                  <a:pt x="135636" y="111252"/>
                </a:lnTo>
                <a:lnTo>
                  <a:pt x="131064" y="117348"/>
                </a:lnTo>
                <a:lnTo>
                  <a:pt x="124968" y="123444"/>
                </a:lnTo>
                <a:lnTo>
                  <a:pt x="120396" y="126492"/>
                </a:lnTo>
                <a:close/>
              </a:path>
              <a:path w="565785" h="547369">
                <a:moveTo>
                  <a:pt x="102269" y="381595"/>
                </a:moveTo>
                <a:lnTo>
                  <a:pt x="48696" y="381595"/>
                </a:lnTo>
                <a:lnTo>
                  <a:pt x="56388" y="381000"/>
                </a:lnTo>
                <a:lnTo>
                  <a:pt x="62126" y="379595"/>
                </a:lnTo>
                <a:lnTo>
                  <a:pt x="88977" y="342997"/>
                </a:lnTo>
                <a:lnTo>
                  <a:pt x="126748" y="258604"/>
                </a:lnTo>
                <a:lnTo>
                  <a:pt x="156021" y="190585"/>
                </a:lnTo>
                <a:lnTo>
                  <a:pt x="192024" y="105156"/>
                </a:lnTo>
                <a:lnTo>
                  <a:pt x="201168" y="108204"/>
                </a:lnTo>
                <a:lnTo>
                  <a:pt x="172331" y="185928"/>
                </a:lnTo>
                <a:lnTo>
                  <a:pt x="148279" y="251460"/>
                </a:lnTo>
                <a:lnTo>
                  <a:pt x="128968" y="304800"/>
                </a:lnTo>
                <a:lnTo>
                  <a:pt x="114356" y="345948"/>
                </a:lnTo>
                <a:lnTo>
                  <a:pt x="104401" y="374904"/>
                </a:lnTo>
                <a:lnTo>
                  <a:pt x="102269" y="381595"/>
                </a:lnTo>
                <a:close/>
              </a:path>
              <a:path w="565785" h="547369">
                <a:moveTo>
                  <a:pt x="227076" y="156972"/>
                </a:moveTo>
                <a:lnTo>
                  <a:pt x="205740" y="135636"/>
                </a:lnTo>
                <a:lnTo>
                  <a:pt x="461772" y="135636"/>
                </a:lnTo>
                <a:lnTo>
                  <a:pt x="487680" y="109728"/>
                </a:lnTo>
                <a:lnTo>
                  <a:pt x="525780" y="150876"/>
                </a:lnTo>
                <a:lnTo>
                  <a:pt x="284988" y="150876"/>
                </a:lnTo>
                <a:lnTo>
                  <a:pt x="269509" y="151185"/>
                </a:lnTo>
                <a:lnTo>
                  <a:pt x="254889" y="152209"/>
                </a:lnTo>
                <a:lnTo>
                  <a:pt x="240839" y="154090"/>
                </a:lnTo>
                <a:lnTo>
                  <a:pt x="227076" y="156972"/>
                </a:lnTo>
                <a:close/>
              </a:path>
              <a:path w="565785" h="547369">
                <a:moveTo>
                  <a:pt x="368808" y="280416"/>
                </a:moveTo>
                <a:lnTo>
                  <a:pt x="336804" y="280416"/>
                </a:lnTo>
                <a:lnTo>
                  <a:pt x="336804" y="150876"/>
                </a:lnTo>
                <a:lnTo>
                  <a:pt x="368808" y="150876"/>
                </a:lnTo>
                <a:lnTo>
                  <a:pt x="368808" y="280416"/>
                </a:lnTo>
                <a:close/>
              </a:path>
              <a:path w="565785" h="547369">
                <a:moveTo>
                  <a:pt x="68984" y="270200"/>
                </a:moveTo>
                <a:lnTo>
                  <a:pt x="63436" y="266890"/>
                </a:lnTo>
                <a:lnTo>
                  <a:pt x="58173" y="258151"/>
                </a:lnTo>
                <a:lnTo>
                  <a:pt x="53340" y="243840"/>
                </a:lnTo>
                <a:lnTo>
                  <a:pt x="45005" y="227218"/>
                </a:lnTo>
                <a:lnTo>
                  <a:pt x="33528" y="209169"/>
                </a:lnTo>
                <a:lnTo>
                  <a:pt x="18621" y="189404"/>
                </a:lnTo>
                <a:lnTo>
                  <a:pt x="0" y="167640"/>
                </a:lnTo>
                <a:lnTo>
                  <a:pt x="4572" y="160020"/>
                </a:lnTo>
                <a:lnTo>
                  <a:pt x="41457" y="180617"/>
                </a:lnTo>
                <a:lnTo>
                  <a:pt x="67627" y="199072"/>
                </a:lnTo>
                <a:lnTo>
                  <a:pt x="83224" y="215526"/>
                </a:lnTo>
                <a:lnTo>
                  <a:pt x="88392" y="230124"/>
                </a:lnTo>
                <a:lnTo>
                  <a:pt x="87534" y="242720"/>
                </a:lnTo>
                <a:lnTo>
                  <a:pt x="84963" y="253174"/>
                </a:lnTo>
                <a:lnTo>
                  <a:pt x="80676" y="261627"/>
                </a:lnTo>
                <a:lnTo>
                  <a:pt x="74676" y="268224"/>
                </a:lnTo>
                <a:lnTo>
                  <a:pt x="68984" y="270200"/>
                </a:lnTo>
                <a:close/>
              </a:path>
              <a:path w="565785" h="547369">
                <a:moveTo>
                  <a:pt x="181356" y="301752"/>
                </a:moveTo>
                <a:lnTo>
                  <a:pt x="160020" y="280416"/>
                </a:lnTo>
                <a:lnTo>
                  <a:pt x="495300" y="280416"/>
                </a:lnTo>
                <a:lnTo>
                  <a:pt x="524256" y="251460"/>
                </a:lnTo>
                <a:lnTo>
                  <a:pt x="565404" y="294131"/>
                </a:lnTo>
                <a:lnTo>
                  <a:pt x="239268" y="294131"/>
                </a:lnTo>
                <a:lnTo>
                  <a:pt x="223789" y="294679"/>
                </a:lnTo>
                <a:lnTo>
                  <a:pt x="209169" y="296227"/>
                </a:lnTo>
                <a:lnTo>
                  <a:pt x="195119" y="298632"/>
                </a:lnTo>
                <a:lnTo>
                  <a:pt x="181356" y="301752"/>
                </a:lnTo>
                <a:close/>
              </a:path>
              <a:path w="565785" h="547369">
                <a:moveTo>
                  <a:pt x="198120" y="547116"/>
                </a:moveTo>
                <a:lnTo>
                  <a:pt x="175260" y="492252"/>
                </a:lnTo>
                <a:lnTo>
                  <a:pt x="191547" y="487918"/>
                </a:lnTo>
                <a:lnTo>
                  <a:pt x="210693" y="474726"/>
                </a:lnTo>
                <a:lnTo>
                  <a:pt x="257556" y="420624"/>
                </a:lnTo>
                <a:lnTo>
                  <a:pt x="280939" y="386072"/>
                </a:lnTo>
                <a:lnTo>
                  <a:pt x="300609" y="353377"/>
                </a:lnTo>
                <a:lnTo>
                  <a:pt x="327660" y="294131"/>
                </a:lnTo>
                <a:lnTo>
                  <a:pt x="339852" y="294131"/>
                </a:lnTo>
                <a:lnTo>
                  <a:pt x="377952" y="320040"/>
                </a:lnTo>
                <a:lnTo>
                  <a:pt x="367379" y="326326"/>
                </a:lnTo>
                <a:lnTo>
                  <a:pt x="356235" y="336042"/>
                </a:lnTo>
                <a:lnTo>
                  <a:pt x="344519" y="349186"/>
                </a:lnTo>
                <a:lnTo>
                  <a:pt x="332232" y="365760"/>
                </a:lnTo>
                <a:lnTo>
                  <a:pt x="316801" y="387238"/>
                </a:lnTo>
                <a:lnTo>
                  <a:pt x="293370" y="415290"/>
                </a:lnTo>
                <a:lnTo>
                  <a:pt x="261937" y="450199"/>
                </a:lnTo>
                <a:lnTo>
                  <a:pt x="222504" y="492252"/>
                </a:lnTo>
                <a:lnTo>
                  <a:pt x="441137" y="492252"/>
                </a:lnTo>
                <a:lnTo>
                  <a:pt x="363474" y="502539"/>
                </a:lnTo>
                <a:lnTo>
                  <a:pt x="316563" y="510825"/>
                </a:lnTo>
                <a:lnTo>
                  <a:pt x="277368" y="519684"/>
                </a:lnTo>
                <a:lnTo>
                  <a:pt x="223456" y="534543"/>
                </a:lnTo>
                <a:lnTo>
                  <a:pt x="207287" y="541115"/>
                </a:lnTo>
                <a:lnTo>
                  <a:pt x="198120" y="547116"/>
                </a:lnTo>
                <a:close/>
              </a:path>
              <a:path w="565785" h="547369">
                <a:moveTo>
                  <a:pt x="91440" y="533399"/>
                </a:moveTo>
                <a:lnTo>
                  <a:pt x="77724" y="533399"/>
                </a:lnTo>
                <a:lnTo>
                  <a:pt x="70104" y="531875"/>
                </a:lnTo>
                <a:lnTo>
                  <a:pt x="59436" y="528828"/>
                </a:lnTo>
                <a:lnTo>
                  <a:pt x="50292" y="525780"/>
                </a:lnTo>
                <a:lnTo>
                  <a:pt x="45720" y="518160"/>
                </a:lnTo>
                <a:lnTo>
                  <a:pt x="45720" y="507492"/>
                </a:lnTo>
                <a:lnTo>
                  <a:pt x="46053" y="500919"/>
                </a:lnTo>
                <a:lnTo>
                  <a:pt x="47244" y="492633"/>
                </a:lnTo>
                <a:lnTo>
                  <a:pt x="49577" y="482631"/>
                </a:lnTo>
                <a:lnTo>
                  <a:pt x="53340" y="470916"/>
                </a:lnTo>
                <a:lnTo>
                  <a:pt x="56221" y="459819"/>
                </a:lnTo>
                <a:lnTo>
                  <a:pt x="58102" y="449580"/>
                </a:lnTo>
                <a:lnTo>
                  <a:pt x="59126" y="440483"/>
                </a:lnTo>
                <a:lnTo>
                  <a:pt x="59436" y="432816"/>
                </a:lnTo>
                <a:lnTo>
                  <a:pt x="58840" y="425124"/>
                </a:lnTo>
                <a:lnTo>
                  <a:pt x="32194" y="397002"/>
                </a:lnTo>
                <a:lnTo>
                  <a:pt x="3048" y="387096"/>
                </a:lnTo>
                <a:lnTo>
                  <a:pt x="3048" y="377952"/>
                </a:lnTo>
                <a:lnTo>
                  <a:pt x="21883" y="379928"/>
                </a:lnTo>
                <a:lnTo>
                  <a:pt x="37147" y="381190"/>
                </a:lnTo>
                <a:lnTo>
                  <a:pt x="48696" y="381595"/>
                </a:lnTo>
                <a:lnTo>
                  <a:pt x="102269" y="381595"/>
                </a:lnTo>
                <a:lnTo>
                  <a:pt x="99060" y="391668"/>
                </a:lnTo>
                <a:lnTo>
                  <a:pt x="95940" y="407360"/>
                </a:lnTo>
                <a:lnTo>
                  <a:pt x="93535" y="424624"/>
                </a:lnTo>
                <a:lnTo>
                  <a:pt x="91987" y="443317"/>
                </a:lnTo>
                <a:lnTo>
                  <a:pt x="91440" y="463296"/>
                </a:lnTo>
                <a:lnTo>
                  <a:pt x="92583" y="483322"/>
                </a:lnTo>
                <a:lnTo>
                  <a:pt x="93726" y="500062"/>
                </a:lnTo>
                <a:lnTo>
                  <a:pt x="94869" y="513659"/>
                </a:lnTo>
                <a:lnTo>
                  <a:pt x="96012" y="524256"/>
                </a:lnTo>
                <a:lnTo>
                  <a:pt x="96012" y="530352"/>
                </a:lnTo>
                <a:lnTo>
                  <a:pt x="91440" y="533399"/>
                </a:lnTo>
                <a:close/>
              </a:path>
              <a:path w="565785" h="547369">
                <a:moveTo>
                  <a:pt x="441137" y="492252"/>
                </a:moveTo>
                <a:lnTo>
                  <a:pt x="222504" y="492252"/>
                </a:lnTo>
                <a:lnTo>
                  <a:pt x="473964" y="475488"/>
                </a:lnTo>
                <a:lnTo>
                  <a:pt x="457914" y="454032"/>
                </a:lnTo>
                <a:lnTo>
                  <a:pt x="441579" y="433006"/>
                </a:lnTo>
                <a:lnTo>
                  <a:pt x="424672" y="412265"/>
                </a:lnTo>
                <a:lnTo>
                  <a:pt x="406908" y="391668"/>
                </a:lnTo>
                <a:lnTo>
                  <a:pt x="411480" y="385572"/>
                </a:lnTo>
                <a:lnTo>
                  <a:pt x="432054" y="399859"/>
                </a:lnTo>
                <a:lnTo>
                  <a:pt x="450342" y="413004"/>
                </a:lnTo>
                <a:lnTo>
                  <a:pt x="466344" y="425005"/>
                </a:lnTo>
                <a:lnTo>
                  <a:pt x="480060" y="435864"/>
                </a:lnTo>
                <a:lnTo>
                  <a:pt x="492061" y="445008"/>
                </a:lnTo>
                <a:lnTo>
                  <a:pt x="521208" y="472440"/>
                </a:lnTo>
                <a:lnTo>
                  <a:pt x="531151" y="487680"/>
                </a:lnTo>
                <a:lnTo>
                  <a:pt x="481584" y="487680"/>
                </a:lnTo>
                <a:lnTo>
                  <a:pt x="441137" y="492252"/>
                </a:lnTo>
                <a:close/>
              </a:path>
              <a:path w="565785" h="547369">
                <a:moveTo>
                  <a:pt x="516636" y="547116"/>
                </a:moveTo>
                <a:lnTo>
                  <a:pt x="509016" y="547116"/>
                </a:lnTo>
                <a:lnTo>
                  <a:pt x="505968" y="542544"/>
                </a:lnTo>
                <a:lnTo>
                  <a:pt x="502920" y="533399"/>
                </a:lnTo>
                <a:lnTo>
                  <a:pt x="498086" y="521970"/>
                </a:lnTo>
                <a:lnTo>
                  <a:pt x="492823" y="510540"/>
                </a:lnTo>
                <a:lnTo>
                  <a:pt x="487275" y="499110"/>
                </a:lnTo>
                <a:lnTo>
                  <a:pt x="481584" y="487680"/>
                </a:lnTo>
                <a:lnTo>
                  <a:pt x="531151" y="487680"/>
                </a:lnTo>
                <a:lnTo>
                  <a:pt x="532257" y="489585"/>
                </a:lnTo>
                <a:lnTo>
                  <a:pt x="535352" y="497300"/>
                </a:lnTo>
                <a:lnTo>
                  <a:pt x="536448" y="504444"/>
                </a:lnTo>
                <a:lnTo>
                  <a:pt x="535852" y="511540"/>
                </a:lnTo>
                <a:lnTo>
                  <a:pt x="533971" y="518922"/>
                </a:lnTo>
                <a:lnTo>
                  <a:pt x="530661" y="526303"/>
                </a:lnTo>
                <a:lnTo>
                  <a:pt x="525780" y="533399"/>
                </a:lnTo>
                <a:lnTo>
                  <a:pt x="516636" y="547116"/>
                </a:lnTo>
                <a:close/>
              </a:path>
            </a:pathLst>
          </a:custGeom>
          <a:solidFill>
            <a:srgbClr val="3333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" name="object 7"/>
          <p:cNvSpPr/>
          <p:nvPr/>
        </p:nvSpPr>
        <p:spPr>
          <a:xfrm>
            <a:off x="1751075" y="2569464"/>
            <a:ext cx="155575" cy="155575"/>
          </a:xfrm>
          <a:custGeom>
            <a:avLst/>
            <a:gdLst/>
            <a:ahLst/>
            <a:cxnLst/>
            <a:rect l="l" t="t" r="r" b="b"/>
            <a:pathLst>
              <a:path w="155575" h="155575">
                <a:moveTo>
                  <a:pt x="155448" y="155447"/>
                </a:moveTo>
                <a:lnTo>
                  <a:pt x="0" y="155447"/>
                </a:lnTo>
                <a:lnTo>
                  <a:pt x="0" y="0"/>
                </a:lnTo>
                <a:lnTo>
                  <a:pt x="155448" y="0"/>
                </a:lnTo>
                <a:lnTo>
                  <a:pt x="155448" y="155447"/>
                </a:lnTo>
                <a:close/>
              </a:path>
            </a:pathLst>
          </a:custGeom>
          <a:solidFill>
            <a:srgbClr val="3333C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2121395" y="2377452"/>
            <a:ext cx="845819" cy="408940"/>
          </a:xfrm>
          <a:custGeom>
            <a:avLst/>
            <a:gdLst/>
            <a:ahLst/>
            <a:cxnLst/>
            <a:rect l="l" t="t" r="r" b="b"/>
            <a:pathLst>
              <a:path w="845819" h="408939">
                <a:moveTo>
                  <a:pt x="128016" y="44196"/>
                </a:moveTo>
                <a:lnTo>
                  <a:pt x="124637" y="36207"/>
                </a:lnTo>
                <a:lnTo>
                  <a:pt x="114681" y="26098"/>
                </a:lnTo>
                <a:lnTo>
                  <a:pt x="98450" y="13970"/>
                </a:lnTo>
                <a:lnTo>
                  <a:pt x="76200" y="0"/>
                </a:lnTo>
                <a:lnTo>
                  <a:pt x="71628" y="4572"/>
                </a:lnTo>
                <a:lnTo>
                  <a:pt x="81940" y="19735"/>
                </a:lnTo>
                <a:lnTo>
                  <a:pt x="90106" y="33337"/>
                </a:lnTo>
                <a:lnTo>
                  <a:pt x="96278" y="45504"/>
                </a:lnTo>
                <a:lnTo>
                  <a:pt x="100584" y="56388"/>
                </a:lnTo>
                <a:lnTo>
                  <a:pt x="103632" y="67056"/>
                </a:lnTo>
                <a:lnTo>
                  <a:pt x="106680" y="73152"/>
                </a:lnTo>
                <a:lnTo>
                  <a:pt x="114300" y="73152"/>
                </a:lnTo>
                <a:lnTo>
                  <a:pt x="117348" y="70104"/>
                </a:lnTo>
                <a:lnTo>
                  <a:pt x="121920" y="67056"/>
                </a:lnTo>
                <a:lnTo>
                  <a:pt x="126492" y="62484"/>
                </a:lnTo>
                <a:lnTo>
                  <a:pt x="128016" y="54864"/>
                </a:lnTo>
                <a:lnTo>
                  <a:pt x="128016" y="44196"/>
                </a:lnTo>
                <a:close/>
              </a:path>
              <a:path w="845819" h="408939">
                <a:moveTo>
                  <a:pt x="202692" y="169164"/>
                </a:moveTo>
                <a:lnTo>
                  <a:pt x="173736" y="144780"/>
                </a:lnTo>
                <a:lnTo>
                  <a:pt x="167741" y="157010"/>
                </a:lnTo>
                <a:lnTo>
                  <a:pt x="158877" y="172974"/>
                </a:lnTo>
                <a:lnTo>
                  <a:pt x="147167" y="192354"/>
                </a:lnTo>
                <a:lnTo>
                  <a:pt x="132588" y="214884"/>
                </a:lnTo>
                <a:lnTo>
                  <a:pt x="124968" y="213360"/>
                </a:lnTo>
                <a:lnTo>
                  <a:pt x="118872" y="211836"/>
                </a:lnTo>
                <a:lnTo>
                  <a:pt x="115824" y="210312"/>
                </a:lnTo>
                <a:lnTo>
                  <a:pt x="115824" y="190500"/>
                </a:lnTo>
                <a:lnTo>
                  <a:pt x="115824" y="161544"/>
                </a:lnTo>
                <a:lnTo>
                  <a:pt x="143471" y="121462"/>
                </a:lnTo>
                <a:lnTo>
                  <a:pt x="172212" y="97536"/>
                </a:lnTo>
                <a:lnTo>
                  <a:pt x="146304" y="71628"/>
                </a:lnTo>
                <a:lnTo>
                  <a:pt x="131064" y="86868"/>
                </a:lnTo>
                <a:lnTo>
                  <a:pt x="7620" y="86868"/>
                </a:lnTo>
                <a:lnTo>
                  <a:pt x="22860" y="102108"/>
                </a:lnTo>
                <a:lnTo>
                  <a:pt x="32512" y="100101"/>
                </a:lnTo>
                <a:lnTo>
                  <a:pt x="42862" y="98679"/>
                </a:lnTo>
                <a:lnTo>
                  <a:pt x="53517" y="97815"/>
                </a:lnTo>
                <a:lnTo>
                  <a:pt x="64008" y="97536"/>
                </a:lnTo>
                <a:lnTo>
                  <a:pt x="131064" y="97536"/>
                </a:lnTo>
                <a:lnTo>
                  <a:pt x="103251" y="144208"/>
                </a:lnTo>
                <a:lnTo>
                  <a:pt x="73152" y="187452"/>
                </a:lnTo>
                <a:lnTo>
                  <a:pt x="38290" y="225933"/>
                </a:lnTo>
                <a:lnTo>
                  <a:pt x="0" y="262128"/>
                </a:lnTo>
                <a:lnTo>
                  <a:pt x="4572" y="268224"/>
                </a:lnTo>
                <a:lnTo>
                  <a:pt x="27178" y="252222"/>
                </a:lnTo>
                <a:lnTo>
                  <a:pt x="49339" y="233934"/>
                </a:lnTo>
                <a:lnTo>
                  <a:pt x="71234" y="213360"/>
                </a:lnTo>
                <a:lnTo>
                  <a:pt x="92964" y="190500"/>
                </a:lnTo>
                <a:lnTo>
                  <a:pt x="92964" y="318516"/>
                </a:lnTo>
                <a:lnTo>
                  <a:pt x="92735" y="335102"/>
                </a:lnTo>
                <a:lnTo>
                  <a:pt x="92278" y="352806"/>
                </a:lnTo>
                <a:lnTo>
                  <a:pt x="91681" y="379158"/>
                </a:lnTo>
                <a:lnTo>
                  <a:pt x="91440" y="406908"/>
                </a:lnTo>
                <a:lnTo>
                  <a:pt x="117348" y="396240"/>
                </a:lnTo>
                <a:lnTo>
                  <a:pt x="116471" y="381063"/>
                </a:lnTo>
                <a:lnTo>
                  <a:pt x="116014" y="367474"/>
                </a:lnTo>
                <a:lnTo>
                  <a:pt x="115938" y="361010"/>
                </a:lnTo>
                <a:lnTo>
                  <a:pt x="115824" y="219456"/>
                </a:lnTo>
                <a:lnTo>
                  <a:pt x="132689" y="233451"/>
                </a:lnTo>
                <a:lnTo>
                  <a:pt x="146685" y="245745"/>
                </a:lnTo>
                <a:lnTo>
                  <a:pt x="157835" y="256311"/>
                </a:lnTo>
                <a:lnTo>
                  <a:pt x="166116" y="265176"/>
                </a:lnTo>
                <a:lnTo>
                  <a:pt x="170688" y="275844"/>
                </a:lnTo>
                <a:lnTo>
                  <a:pt x="173736" y="280416"/>
                </a:lnTo>
                <a:lnTo>
                  <a:pt x="178308" y="280416"/>
                </a:lnTo>
                <a:lnTo>
                  <a:pt x="181356" y="277368"/>
                </a:lnTo>
                <a:lnTo>
                  <a:pt x="182880" y="274320"/>
                </a:lnTo>
                <a:lnTo>
                  <a:pt x="185928" y="269748"/>
                </a:lnTo>
                <a:lnTo>
                  <a:pt x="185928" y="246888"/>
                </a:lnTo>
                <a:lnTo>
                  <a:pt x="184404" y="242316"/>
                </a:lnTo>
                <a:lnTo>
                  <a:pt x="180746" y="238099"/>
                </a:lnTo>
                <a:lnTo>
                  <a:pt x="172212" y="232600"/>
                </a:lnTo>
                <a:lnTo>
                  <a:pt x="159118" y="226237"/>
                </a:lnTo>
                <a:lnTo>
                  <a:pt x="141732" y="219456"/>
                </a:lnTo>
                <a:lnTo>
                  <a:pt x="145389" y="214884"/>
                </a:lnTo>
                <a:lnTo>
                  <a:pt x="172212" y="187452"/>
                </a:lnTo>
                <a:lnTo>
                  <a:pt x="195580" y="172021"/>
                </a:lnTo>
                <a:lnTo>
                  <a:pt x="202692" y="169164"/>
                </a:lnTo>
                <a:close/>
              </a:path>
              <a:path w="845819" h="408939">
                <a:moveTo>
                  <a:pt x="405384" y="73152"/>
                </a:moveTo>
                <a:lnTo>
                  <a:pt x="379476" y="50292"/>
                </a:lnTo>
                <a:lnTo>
                  <a:pt x="364236" y="67056"/>
                </a:lnTo>
                <a:lnTo>
                  <a:pt x="182880" y="67056"/>
                </a:lnTo>
                <a:lnTo>
                  <a:pt x="196596" y="80772"/>
                </a:lnTo>
                <a:lnTo>
                  <a:pt x="219456" y="77724"/>
                </a:lnTo>
                <a:lnTo>
                  <a:pt x="245364" y="77724"/>
                </a:lnTo>
                <a:lnTo>
                  <a:pt x="241935" y="145923"/>
                </a:lnTo>
                <a:lnTo>
                  <a:pt x="236220" y="207264"/>
                </a:lnTo>
                <a:lnTo>
                  <a:pt x="224218" y="262318"/>
                </a:lnTo>
                <a:lnTo>
                  <a:pt x="204216" y="309372"/>
                </a:lnTo>
                <a:lnTo>
                  <a:pt x="174688" y="352806"/>
                </a:lnTo>
                <a:lnTo>
                  <a:pt x="132588" y="396240"/>
                </a:lnTo>
                <a:lnTo>
                  <a:pt x="135636" y="400812"/>
                </a:lnTo>
                <a:lnTo>
                  <a:pt x="185166" y="363093"/>
                </a:lnTo>
                <a:lnTo>
                  <a:pt x="220980" y="318516"/>
                </a:lnTo>
                <a:lnTo>
                  <a:pt x="244602" y="268224"/>
                </a:lnTo>
                <a:lnTo>
                  <a:pt x="259080" y="213360"/>
                </a:lnTo>
                <a:lnTo>
                  <a:pt x="266128" y="150114"/>
                </a:lnTo>
                <a:lnTo>
                  <a:pt x="269748" y="77724"/>
                </a:lnTo>
                <a:lnTo>
                  <a:pt x="365760" y="77724"/>
                </a:lnTo>
                <a:lnTo>
                  <a:pt x="359867" y="172021"/>
                </a:lnTo>
                <a:lnTo>
                  <a:pt x="354330" y="250088"/>
                </a:lnTo>
                <a:lnTo>
                  <a:pt x="349529" y="305181"/>
                </a:lnTo>
                <a:lnTo>
                  <a:pt x="341376" y="353568"/>
                </a:lnTo>
                <a:lnTo>
                  <a:pt x="332232" y="364236"/>
                </a:lnTo>
                <a:lnTo>
                  <a:pt x="327660" y="364236"/>
                </a:lnTo>
                <a:lnTo>
                  <a:pt x="321741" y="363918"/>
                </a:lnTo>
                <a:lnTo>
                  <a:pt x="308800" y="362902"/>
                </a:lnTo>
                <a:lnTo>
                  <a:pt x="289306" y="361010"/>
                </a:lnTo>
                <a:lnTo>
                  <a:pt x="263652" y="358140"/>
                </a:lnTo>
                <a:lnTo>
                  <a:pt x="263652" y="367284"/>
                </a:lnTo>
                <a:lnTo>
                  <a:pt x="284467" y="373875"/>
                </a:lnTo>
                <a:lnTo>
                  <a:pt x="300990" y="382333"/>
                </a:lnTo>
                <a:lnTo>
                  <a:pt x="312953" y="392785"/>
                </a:lnTo>
                <a:lnTo>
                  <a:pt x="320040" y="405384"/>
                </a:lnTo>
                <a:lnTo>
                  <a:pt x="333781" y="399948"/>
                </a:lnTo>
                <a:lnTo>
                  <a:pt x="362712" y="373380"/>
                </a:lnTo>
                <a:lnTo>
                  <a:pt x="371856" y="330200"/>
                </a:lnTo>
                <a:lnTo>
                  <a:pt x="376428" y="288798"/>
                </a:lnTo>
                <a:lnTo>
                  <a:pt x="381000" y="234188"/>
                </a:lnTo>
                <a:lnTo>
                  <a:pt x="385572" y="166370"/>
                </a:lnTo>
                <a:lnTo>
                  <a:pt x="390144" y="85344"/>
                </a:lnTo>
                <a:lnTo>
                  <a:pt x="399669" y="77724"/>
                </a:lnTo>
                <a:lnTo>
                  <a:pt x="405384" y="73152"/>
                </a:lnTo>
                <a:close/>
              </a:path>
              <a:path w="845819" h="408939">
                <a:moveTo>
                  <a:pt x="629412" y="117335"/>
                </a:moveTo>
                <a:lnTo>
                  <a:pt x="601980" y="95999"/>
                </a:lnTo>
                <a:lnTo>
                  <a:pt x="591312" y="109334"/>
                </a:lnTo>
                <a:lnTo>
                  <a:pt x="591312" y="121907"/>
                </a:lnTo>
                <a:lnTo>
                  <a:pt x="582739" y="170510"/>
                </a:lnTo>
                <a:lnTo>
                  <a:pt x="573024" y="213537"/>
                </a:lnTo>
                <a:lnTo>
                  <a:pt x="562165" y="251142"/>
                </a:lnTo>
                <a:lnTo>
                  <a:pt x="550164" y="283451"/>
                </a:lnTo>
                <a:lnTo>
                  <a:pt x="536409" y="277977"/>
                </a:lnTo>
                <a:lnTo>
                  <a:pt x="522351" y="272783"/>
                </a:lnTo>
                <a:lnTo>
                  <a:pt x="492252" y="262115"/>
                </a:lnTo>
                <a:lnTo>
                  <a:pt x="505968" y="215569"/>
                </a:lnTo>
                <a:lnTo>
                  <a:pt x="533400" y="121907"/>
                </a:lnTo>
                <a:lnTo>
                  <a:pt x="591312" y="121907"/>
                </a:lnTo>
                <a:lnTo>
                  <a:pt x="591312" y="109334"/>
                </a:lnTo>
                <a:lnTo>
                  <a:pt x="589788" y="111239"/>
                </a:lnTo>
                <a:lnTo>
                  <a:pt x="536448" y="111239"/>
                </a:lnTo>
                <a:lnTo>
                  <a:pt x="548068" y="64566"/>
                </a:lnTo>
                <a:lnTo>
                  <a:pt x="552526" y="47599"/>
                </a:lnTo>
                <a:lnTo>
                  <a:pt x="556260" y="35039"/>
                </a:lnTo>
                <a:lnTo>
                  <a:pt x="571500" y="24371"/>
                </a:lnTo>
                <a:lnTo>
                  <a:pt x="531876" y="4559"/>
                </a:lnTo>
                <a:lnTo>
                  <a:pt x="529640" y="23164"/>
                </a:lnTo>
                <a:lnTo>
                  <a:pt x="525399" y="47040"/>
                </a:lnTo>
                <a:lnTo>
                  <a:pt x="519455" y="76365"/>
                </a:lnTo>
                <a:lnTo>
                  <a:pt x="512064" y="111239"/>
                </a:lnTo>
                <a:lnTo>
                  <a:pt x="448056" y="111239"/>
                </a:lnTo>
                <a:lnTo>
                  <a:pt x="464820" y="126479"/>
                </a:lnTo>
                <a:lnTo>
                  <a:pt x="474256" y="124485"/>
                </a:lnTo>
                <a:lnTo>
                  <a:pt x="484251" y="123050"/>
                </a:lnTo>
                <a:lnTo>
                  <a:pt x="494830" y="122199"/>
                </a:lnTo>
                <a:lnTo>
                  <a:pt x="505968" y="121907"/>
                </a:lnTo>
                <a:lnTo>
                  <a:pt x="509016" y="121907"/>
                </a:lnTo>
                <a:lnTo>
                  <a:pt x="499618" y="158445"/>
                </a:lnTo>
                <a:lnTo>
                  <a:pt x="489775" y="194678"/>
                </a:lnTo>
                <a:lnTo>
                  <a:pt x="479666" y="230352"/>
                </a:lnTo>
                <a:lnTo>
                  <a:pt x="469392" y="265163"/>
                </a:lnTo>
                <a:lnTo>
                  <a:pt x="485114" y="271716"/>
                </a:lnTo>
                <a:lnTo>
                  <a:pt x="502539" y="279831"/>
                </a:lnTo>
                <a:lnTo>
                  <a:pt x="521690" y="289382"/>
                </a:lnTo>
                <a:lnTo>
                  <a:pt x="542544" y="300215"/>
                </a:lnTo>
                <a:lnTo>
                  <a:pt x="525716" y="327126"/>
                </a:lnTo>
                <a:lnTo>
                  <a:pt x="505015" y="353174"/>
                </a:lnTo>
                <a:lnTo>
                  <a:pt x="480618" y="378663"/>
                </a:lnTo>
                <a:lnTo>
                  <a:pt x="452628" y="403847"/>
                </a:lnTo>
                <a:lnTo>
                  <a:pt x="455676" y="408419"/>
                </a:lnTo>
                <a:lnTo>
                  <a:pt x="486524" y="389331"/>
                </a:lnTo>
                <a:lnTo>
                  <a:pt x="514921" y="366509"/>
                </a:lnTo>
                <a:lnTo>
                  <a:pt x="540766" y="340271"/>
                </a:lnTo>
                <a:lnTo>
                  <a:pt x="563880" y="310883"/>
                </a:lnTo>
                <a:lnTo>
                  <a:pt x="573887" y="320294"/>
                </a:lnTo>
                <a:lnTo>
                  <a:pt x="583311" y="330123"/>
                </a:lnTo>
                <a:lnTo>
                  <a:pt x="592175" y="340245"/>
                </a:lnTo>
                <a:lnTo>
                  <a:pt x="600456" y="350507"/>
                </a:lnTo>
                <a:lnTo>
                  <a:pt x="606552" y="359651"/>
                </a:lnTo>
                <a:lnTo>
                  <a:pt x="611124" y="364223"/>
                </a:lnTo>
                <a:lnTo>
                  <a:pt x="615696" y="364223"/>
                </a:lnTo>
                <a:lnTo>
                  <a:pt x="615696" y="362699"/>
                </a:lnTo>
                <a:lnTo>
                  <a:pt x="617220" y="356603"/>
                </a:lnTo>
                <a:lnTo>
                  <a:pt x="618744" y="352031"/>
                </a:lnTo>
                <a:lnTo>
                  <a:pt x="618629" y="330123"/>
                </a:lnTo>
                <a:lnTo>
                  <a:pt x="617220" y="323075"/>
                </a:lnTo>
                <a:lnTo>
                  <a:pt x="571500" y="292595"/>
                </a:lnTo>
                <a:lnTo>
                  <a:pt x="574954" y="283451"/>
                </a:lnTo>
                <a:lnTo>
                  <a:pt x="583768" y="260019"/>
                </a:lnTo>
                <a:lnTo>
                  <a:pt x="595312" y="221729"/>
                </a:lnTo>
                <a:lnTo>
                  <a:pt x="606005" y="177723"/>
                </a:lnTo>
                <a:lnTo>
                  <a:pt x="615696" y="128003"/>
                </a:lnTo>
                <a:lnTo>
                  <a:pt x="623544" y="121907"/>
                </a:lnTo>
                <a:lnTo>
                  <a:pt x="629412" y="117335"/>
                </a:lnTo>
                <a:close/>
              </a:path>
              <a:path w="845819" h="408939">
                <a:moveTo>
                  <a:pt x="833628" y="236207"/>
                </a:moveTo>
                <a:lnTo>
                  <a:pt x="827532" y="231635"/>
                </a:lnTo>
                <a:lnTo>
                  <a:pt x="803148" y="213347"/>
                </a:lnTo>
                <a:lnTo>
                  <a:pt x="795528" y="224777"/>
                </a:lnTo>
                <a:lnTo>
                  <a:pt x="795528" y="240779"/>
                </a:lnTo>
                <a:lnTo>
                  <a:pt x="795528" y="356603"/>
                </a:lnTo>
                <a:lnTo>
                  <a:pt x="679704" y="356603"/>
                </a:lnTo>
                <a:lnTo>
                  <a:pt x="679704" y="240779"/>
                </a:lnTo>
                <a:lnTo>
                  <a:pt x="795528" y="240779"/>
                </a:lnTo>
                <a:lnTo>
                  <a:pt x="795528" y="224777"/>
                </a:lnTo>
                <a:lnTo>
                  <a:pt x="790956" y="231635"/>
                </a:lnTo>
                <a:lnTo>
                  <a:pt x="679704" y="231635"/>
                </a:lnTo>
                <a:lnTo>
                  <a:pt x="653796" y="214871"/>
                </a:lnTo>
                <a:lnTo>
                  <a:pt x="654685" y="233781"/>
                </a:lnTo>
                <a:lnTo>
                  <a:pt x="655129" y="256400"/>
                </a:lnTo>
                <a:lnTo>
                  <a:pt x="655307" y="283032"/>
                </a:lnTo>
                <a:lnTo>
                  <a:pt x="655218" y="356603"/>
                </a:lnTo>
                <a:lnTo>
                  <a:pt x="655129" y="368795"/>
                </a:lnTo>
                <a:lnTo>
                  <a:pt x="654685" y="389369"/>
                </a:lnTo>
                <a:lnTo>
                  <a:pt x="653796" y="405371"/>
                </a:lnTo>
                <a:lnTo>
                  <a:pt x="679704" y="394703"/>
                </a:lnTo>
                <a:lnTo>
                  <a:pt x="679704" y="367271"/>
                </a:lnTo>
                <a:lnTo>
                  <a:pt x="795528" y="367271"/>
                </a:lnTo>
                <a:lnTo>
                  <a:pt x="795528" y="400799"/>
                </a:lnTo>
                <a:lnTo>
                  <a:pt x="821436" y="388607"/>
                </a:lnTo>
                <a:lnTo>
                  <a:pt x="820559" y="372922"/>
                </a:lnTo>
                <a:lnTo>
                  <a:pt x="820470" y="367271"/>
                </a:lnTo>
                <a:lnTo>
                  <a:pt x="820305" y="356603"/>
                </a:lnTo>
                <a:lnTo>
                  <a:pt x="820102" y="344220"/>
                </a:lnTo>
                <a:lnTo>
                  <a:pt x="819988" y="313931"/>
                </a:lnTo>
                <a:lnTo>
                  <a:pt x="819912" y="248399"/>
                </a:lnTo>
                <a:lnTo>
                  <a:pt x="828484" y="240779"/>
                </a:lnTo>
                <a:lnTo>
                  <a:pt x="833628" y="236207"/>
                </a:lnTo>
                <a:close/>
              </a:path>
              <a:path w="845819" h="408939">
                <a:moveTo>
                  <a:pt x="845820" y="155435"/>
                </a:moveTo>
                <a:lnTo>
                  <a:pt x="820483" y="119621"/>
                </a:lnTo>
                <a:lnTo>
                  <a:pt x="766572" y="80759"/>
                </a:lnTo>
                <a:lnTo>
                  <a:pt x="762000" y="86855"/>
                </a:lnTo>
                <a:lnTo>
                  <a:pt x="776033" y="102857"/>
                </a:lnTo>
                <a:lnTo>
                  <a:pt x="788479" y="118859"/>
                </a:lnTo>
                <a:lnTo>
                  <a:pt x="799515" y="134861"/>
                </a:lnTo>
                <a:lnTo>
                  <a:pt x="809244" y="150863"/>
                </a:lnTo>
                <a:lnTo>
                  <a:pt x="656844" y="156959"/>
                </a:lnTo>
                <a:lnTo>
                  <a:pt x="670013" y="139839"/>
                </a:lnTo>
                <a:lnTo>
                  <a:pt x="686752" y="113715"/>
                </a:lnTo>
                <a:lnTo>
                  <a:pt x="707212" y="78740"/>
                </a:lnTo>
                <a:lnTo>
                  <a:pt x="731520" y="35039"/>
                </a:lnTo>
                <a:lnTo>
                  <a:pt x="748284" y="25895"/>
                </a:lnTo>
                <a:lnTo>
                  <a:pt x="710184" y="1511"/>
                </a:lnTo>
                <a:lnTo>
                  <a:pt x="699897" y="33858"/>
                </a:lnTo>
                <a:lnTo>
                  <a:pt x="689610" y="62471"/>
                </a:lnTo>
                <a:lnTo>
                  <a:pt x="669036" y="109715"/>
                </a:lnTo>
                <a:lnTo>
                  <a:pt x="647319" y="141338"/>
                </a:lnTo>
                <a:lnTo>
                  <a:pt x="627888" y="156959"/>
                </a:lnTo>
                <a:lnTo>
                  <a:pt x="649224" y="192011"/>
                </a:lnTo>
                <a:lnTo>
                  <a:pt x="699516" y="172199"/>
                </a:lnTo>
                <a:lnTo>
                  <a:pt x="746760" y="165531"/>
                </a:lnTo>
                <a:lnTo>
                  <a:pt x="812292" y="160007"/>
                </a:lnTo>
                <a:lnTo>
                  <a:pt x="814819" y="165963"/>
                </a:lnTo>
                <a:lnTo>
                  <a:pt x="820445" y="178447"/>
                </a:lnTo>
                <a:lnTo>
                  <a:pt x="822960" y="184391"/>
                </a:lnTo>
                <a:lnTo>
                  <a:pt x="824484" y="188963"/>
                </a:lnTo>
                <a:lnTo>
                  <a:pt x="826008" y="190487"/>
                </a:lnTo>
                <a:lnTo>
                  <a:pt x="830580" y="190487"/>
                </a:lnTo>
                <a:lnTo>
                  <a:pt x="838200" y="182867"/>
                </a:lnTo>
                <a:lnTo>
                  <a:pt x="842759" y="176796"/>
                </a:lnTo>
                <a:lnTo>
                  <a:pt x="845820" y="169151"/>
                </a:lnTo>
                <a:lnTo>
                  <a:pt x="845820" y="160007"/>
                </a:lnTo>
                <a:lnTo>
                  <a:pt x="845820" y="156959"/>
                </a:lnTo>
                <a:lnTo>
                  <a:pt x="845820" y="15543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pic>
        <p:nvPicPr>
          <p:cNvPr id="9" name="object 9"/>
          <p:cNvPicPr/>
          <p:nvPr/>
        </p:nvPicPr>
        <p:blipFill>
          <a:blip r:embed="rId4" cstate="print"/>
          <a:stretch>
            <a:fillRect/>
          </a:stretch>
        </p:blipFill>
        <p:spPr>
          <a:xfrm>
            <a:off x="3049524" y="2642044"/>
            <a:ext cx="70103" cy="119443"/>
          </a:xfrm>
          <a:prstGeom prst="rect">
            <a:avLst/>
          </a:prstGeom>
        </p:spPr>
      </p:pic>
      <p:sp>
        <p:nvSpPr>
          <p:cNvPr id="10" name="object 10"/>
          <p:cNvSpPr/>
          <p:nvPr/>
        </p:nvSpPr>
        <p:spPr>
          <a:xfrm>
            <a:off x="3457943" y="2377439"/>
            <a:ext cx="2185670" cy="411480"/>
          </a:xfrm>
          <a:custGeom>
            <a:avLst/>
            <a:gdLst/>
            <a:ahLst/>
            <a:cxnLst/>
            <a:rect l="l" t="t" r="r" b="b"/>
            <a:pathLst>
              <a:path w="2185670" h="411480">
                <a:moveTo>
                  <a:pt x="230124" y="274320"/>
                </a:moveTo>
                <a:lnTo>
                  <a:pt x="202501" y="247840"/>
                </a:lnTo>
                <a:lnTo>
                  <a:pt x="169164" y="231648"/>
                </a:lnTo>
                <a:lnTo>
                  <a:pt x="166116" y="236220"/>
                </a:lnTo>
                <a:lnTo>
                  <a:pt x="179578" y="251701"/>
                </a:lnTo>
                <a:lnTo>
                  <a:pt x="190309" y="266319"/>
                </a:lnTo>
                <a:lnTo>
                  <a:pt x="198488" y="280377"/>
                </a:lnTo>
                <a:lnTo>
                  <a:pt x="204216" y="294132"/>
                </a:lnTo>
                <a:lnTo>
                  <a:pt x="207264" y="304800"/>
                </a:lnTo>
                <a:lnTo>
                  <a:pt x="210312" y="310896"/>
                </a:lnTo>
                <a:lnTo>
                  <a:pt x="216408" y="310896"/>
                </a:lnTo>
                <a:lnTo>
                  <a:pt x="219456" y="307848"/>
                </a:lnTo>
                <a:lnTo>
                  <a:pt x="224028" y="300228"/>
                </a:lnTo>
                <a:lnTo>
                  <a:pt x="228600" y="294132"/>
                </a:lnTo>
                <a:lnTo>
                  <a:pt x="230124" y="286512"/>
                </a:lnTo>
                <a:lnTo>
                  <a:pt x="230124" y="274320"/>
                </a:lnTo>
                <a:close/>
              </a:path>
              <a:path w="2185670" h="411480">
                <a:moveTo>
                  <a:pt x="233172" y="169164"/>
                </a:moveTo>
                <a:lnTo>
                  <a:pt x="201739" y="146685"/>
                </a:lnTo>
                <a:lnTo>
                  <a:pt x="172212" y="134112"/>
                </a:lnTo>
                <a:lnTo>
                  <a:pt x="169164" y="138684"/>
                </a:lnTo>
                <a:lnTo>
                  <a:pt x="182867" y="152361"/>
                </a:lnTo>
                <a:lnTo>
                  <a:pt x="194119" y="165735"/>
                </a:lnTo>
                <a:lnTo>
                  <a:pt x="202819" y="178549"/>
                </a:lnTo>
                <a:lnTo>
                  <a:pt x="208788" y="190500"/>
                </a:lnTo>
                <a:lnTo>
                  <a:pt x="213360" y="201168"/>
                </a:lnTo>
                <a:lnTo>
                  <a:pt x="217932" y="207264"/>
                </a:lnTo>
                <a:lnTo>
                  <a:pt x="222504" y="207264"/>
                </a:lnTo>
                <a:lnTo>
                  <a:pt x="224028" y="202692"/>
                </a:lnTo>
                <a:lnTo>
                  <a:pt x="228600" y="196596"/>
                </a:lnTo>
                <a:lnTo>
                  <a:pt x="231648" y="188976"/>
                </a:lnTo>
                <a:lnTo>
                  <a:pt x="233172" y="182880"/>
                </a:lnTo>
                <a:lnTo>
                  <a:pt x="233172" y="169164"/>
                </a:lnTo>
                <a:close/>
              </a:path>
              <a:path w="2185670" h="411480">
                <a:moveTo>
                  <a:pt x="384048" y="65532"/>
                </a:moveTo>
                <a:lnTo>
                  <a:pt x="373380" y="54864"/>
                </a:lnTo>
                <a:lnTo>
                  <a:pt x="347472" y="28956"/>
                </a:lnTo>
                <a:lnTo>
                  <a:pt x="321564" y="54864"/>
                </a:lnTo>
                <a:lnTo>
                  <a:pt x="115824" y="54864"/>
                </a:lnTo>
                <a:lnTo>
                  <a:pt x="119545" y="48895"/>
                </a:lnTo>
                <a:lnTo>
                  <a:pt x="123825" y="42481"/>
                </a:lnTo>
                <a:lnTo>
                  <a:pt x="128689" y="35801"/>
                </a:lnTo>
                <a:lnTo>
                  <a:pt x="134112" y="28956"/>
                </a:lnTo>
                <a:lnTo>
                  <a:pt x="147828" y="22860"/>
                </a:lnTo>
                <a:lnTo>
                  <a:pt x="109728" y="0"/>
                </a:lnTo>
                <a:lnTo>
                  <a:pt x="92964" y="40957"/>
                </a:lnTo>
                <a:lnTo>
                  <a:pt x="67056" y="85344"/>
                </a:lnTo>
                <a:lnTo>
                  <a:pt x="34861" y="127254"/>
                </a:lnTo>
                <a:lnTo>
                  <a:pt x="1524" y="160020"/>
                </a:lnTo>
                <a:lnTo>
                  <a:pt x="6096" y="164592"/>
                </a:lnTo>
                <a:lnTo>
                  <a:pt x="39052" y="141732"/>
                </a:lnTo>
                <a:lnTo>
                  <a:pt x="75438" y="106895"/>
                </a:lnTo>
                <a:lnTo>
                  <a:pt x="109728" y="65532"/>
                </a:lnTo>
                <a:lnTo>
                  <a:pt x="384048" y="65532"/>
                </a:lnTo>
                <a:close/>
              </a:path>
              <a:path w="2185670" h="411480">
                <a:moveTo>
                  <a:pt x="408432" y="222504"/>
                </a:moveTo>
                <a:lnTo>
                  <a:pt x="374904" y="187452"/>
                </a:lnTo>
                <a:lnTo>
                  <a:pt x="350520" y="211836"/>
                </a:lnTo>
                <a:lnTo>
                  <a:pt x="327660" y="211836"/>
                </a:lnTo>
                <a:lnTo>
                  <a:pt x="330708" y="132588"/>
                </a:lnTo>
                <a:lnTo>
                  <a:pt x="338328" y="126492"/>
                </a:lnTo>
                <a:lnTo>
                  <a:pt x="345948" y="120396"/>
                </a:lnTo>
                <a:lnTo>
                  <a:pt x="340156" y="115824"/>
                </a:lnTo>
                <a:lnTo>
                  <a:pt x="316992" y="97536"/>
                </a:lnTo>
                <a:lnTo>
                  <a:pt x="306324" y="111760"/>
                </a:lnTo>
                <a:lnTo>
                  <a:pt x="306324" y="126492"/>
                </a:lnTo>
                <a:lnTo>
                  <a:pt x="303276" y="211836"/>
                </a:lnTo>
                <a:lnTo>
                  <a:pt x="301752" y="211836"/>
                </a:lnTo>
                <a:lnTo>
                  <a:pt x="301752" y="222504"/>
                </a:lnTo>
                <a:lnTo>
                  <a:pt x="295656" y="320040"/>
                </a:lnTo>
                <a:lnTo>
                  <a:pt x="97536" y="320040"/>
                </a:lnTo>
                <a:lnTo>
                  <a:pt x="109728" y="222504"/>
                </a:lnTo>
                <a:lnTo>
                  <a:pt x="301752" y="222504"/>
                </a:lnTo>
                <a:lnTo>
                  <a:pt x="301752" y="211836"/>
                </a:lnTo>
                <a:lnTo>
                  <a:pt x="111252" y="211836"/>
                </a:lnTo>
                <a:lnTo>
                  <a:pt x="120396" y="126492"/>
                </a:lnTo>
                <a:lnTo>
                  <a:pt x="306324" y="126492"/>
                </a:lnTo>
                <a:lnTo>
                  <a:pt x="306324" y="111760"/>
                </a:lnTo>
                <a:lnTo>
                  <a:pt x="303276" y="115824"/>
                </a:lnTo>
                <a:lnTo>
                  <a:pt x="121920" y="115824"/>
                </a:lnTo>
                <a:lnTo>
                  <a:pt x="97536" y="100584"/>
                </a:lnTo>
                <a:lnTo>
                  <a:pt x="86868" y="211836"/>
                </a:lnTo>
                <a:lnTo>
                  <a:pt x="0" y="211836"/>
                </a:lnTo>
                <a:lnTo>
                  <a:pt x="13716" y="225552"/>
                </a:lnTo>
                <a:lnTo>
                  <a:pt x="39624" y="222504"/>
                </a:lnTo>
                <a:lnTo>
                  <a:pt x="85344" y="222504"/>
                </a:lnTo>
                <a:lnTo>
                  <a:pt x="73152" y="312420"/>
                </a:lnTo>
                <a:lnTo>
                  <a:pt x="59436" y="323088"/>
                </a:lnTo>
                <a:lnTo>
                  <a:pt x="83820" y="345948"/>
                </a:lnTo>
                <a:lnTo>
                  <a:pt x="97536" y="330708"/>
                </a:lnTo>
                <a:lnTo>
                  <a:pt x="294132" y="330708"/>
                </a:lnTo>
                <a:lnTo>
                  <a:pt x="291515" y="349834"/>
                </a:lnTo>
                <a:lnTo>
                  <a:pt x="288036" y="363664"/>
                </a:lnTo>
                <a:lnTo>
                  <a:pt x="283425" y="372071"/>
                </a:lnTo>
                <a:lnTo>
                  <a:pt x="277368" y="374904"/>
                </a:lnTo>
                <a:lnTo>
                  <a:pt x="269417" y="374319"/>
                </a:lnTo>
                <a:lnTo>
                  <a:pt x="257175" y="372427"/>
                </a:lnTo>
                <a:lnTo>
                  <a:pt x="240944" y="369125"/>
                </a:lnTo>
                <a:lnTo>
                  <a:pt x="220980" y="364236"/>
                </a:lnTo>
                <a:lnTo>
                  <a:pt x="220980" y="373380"/>
                </a:lnTo>
                <a:lnTo>
                  <a:pt x="241846" y="382549"/>
                </a:lnTo>
                <a:lnTo>
                  <a:pt x="256413" y="391858"/>
                </a:lnTo>
                <a:lnTo>
                  <a:pt x="264706" y="401459"/>
                </a:lnTo>
                <a:lnTo>
                  <a:pt x="266700" y="411480"/>
                </a:lnTo>
                <a:lnTo>
                  <a:pt x="281279" y="407466"/>
                </a:lnTo>
                <a:lnTo>
                  <a:pt x="312115" y="377431"/>
                </a:lnTo>
                <a:lnTo>
                  <a:pt x="312813" y="374904"/>
                </a:lnTo>
                <a:lnTo>
                  <a:pt x="315658" y="364617"/>
                </a:lnTo>
                <a:lnTo>
                  <a:pt x="318350" y="348957"/>
                </a:lnTo>
                <a:lnTo>
                  <a:pt x="320040" y="330708"/>
                </a:lnTo>
                <a:lnTo>
                  <a:pt x="400812" y="330708"/>
                </a:lnTo>
                <a:lnTo>
                  <a:pt x="390144" y="320040"/>
                </a:lnTo>
                <a:lnTo>
                  <a:pt x="365760" y="295656"/>
                </a:lnTo>
                <a:lnTo>
                  <a:pt x="341376" y="320040"/>
                </a:lnTo>
                <a:lnTo>
                  <a:pt x="321564" y="320040"/>
                </a:lnTo>
                <a:lnTo>
                  <a:pt x="327660" y="222504"/>
                </a:lnTo>
                <a:lnTo>
                  <a:pt x="408432" y="222504"/>
                </a:lnTo>
                <a:close/>
              </a:path>
              <a:path w="2185670" h="411480">
                <a:moveTo>
                  <a:pt x="676668" y="147828"/>
                </a:moveTo>
                <a:lnTo>
                  <a:pt x="635520" y="124968"/>
                </a:lnTo>
                <a:lnTo>
                  <a:pt x="635749" y="145859"/>
                </a:lnTo>
                <a:lnTo>
                  <a:pt x="636803" y="183057"/>
                </a:lnTo>
                <a:lnTo>
                  <a:pt x="636930" y="191833"/>
                </a:lnTo>
                <a:lnTo>
                  <a:pt x="636803" y="331114"/>
                </a:lnTo>
                <a:lnTo>
                  <a:pt x="636282" y="352996"/>
                </a:lnTo>
                <a:lnTo>
                  <a:pt x="635749" y="379742"/>
                </a:lnTo>
                <a:lnTo>
                  <a:pt x="635520" y="411480"/>
                </a:lnTo>
                <a:lnTo>
                  <a:pt x="664476" y="394716"/>
                </a:lnTo>
                <a:lnTo>
                  <a:pt x="663587" y="378104"/>
                </a:lnTo>
                <a:lnTo>
                  <a:pt x="663143" y="362331"/>
                </a:lnTo>
                <a:lnTo>
                  <a:pt x="663028" y="352996"/>
                </a:lnTo>
                <a:lnTo>
                  <a:pt x="662952" y="158496"/>
                </a:lnTo>
                <a:lnTo>
                  <a:pt x="676668" y="147828"/>
                </a:lnTo>
                <a:close/>
              </a:path>
              <a:path w="2185670" h="411480">
                <a:moveTo>
                  <a:pt x="853452" y="181356"/>
                </a:moveTo>
                <a:lnTo>
                  <a:pt x="805827" y="166306"/>
                </a:lnTo>
                <a:lnTo>
                  <a:pt x="755916" y="138684"/>
                </a:lnTo>
                <a:lnTo>
                  <a:pt x="705243" y="93726"/>
                </a:lnTo>
                <a:lnTo>
                  <a:pt x="664387" y="41148"/>
                </a:lnTo>
                <a:lnTo>
                  <a:pt x="656856" y="30480"/>
                </a:lnTo>
                <a:lnTo>
                  <a:pt x="673620" y="21336"/>
                </a:lnTo>
                <a:lnTo>
                  <a:pt x="637044" y="0"/>
                </a:lnTo>
                <a:lnTo>
                  <a:pt x="625919" y="27127"/>
                </a:lnTo>
                <a:lnTo>
                  <a:pt x="610946" y="55816"/>
                </a:lnTo>
                <a:lnTo>
                  <a:pt x="569988" y="117348"/>
                </a:lnTo>
                <a:lnTo>
                  <a:pt x="543382" y="148526"/>
                </a:lnTo>
                <a:lnTo>
                  <a:pt x="513791" y="175831"/>
                </a:lnTo>
                <a:lnTo>
                  <a:pt x="481037" y="199440"/>
                </a:lnTo>
                <a:lnTo>
                  <a:pt x="445020" y="219456"/>
                </a:lnTo>
                <a:lnTo>
                  <a:pt x="446544" y="225552"/>
                </a:lnTo>
                <a:lnTo>
                  <a:pt x="482282" y="209194"/>
                </a:lnTo>
                <a:lnTo>
                  <a:pt x="542340" y="173050"/>
                </a:lnTo>
                <a:lnTo>
                  <a:pt x="589267" y="130098"/>
                </a:lnTo>
                <a:lnTo>
                  <a:pt x="631659" y="74612"/>
                </a:lnTo>
                <a:lnTo>
                  <a:pt x="652284" y="41148"/>
                </a:lnTo>
                <a:lnTo>
                  <a:pt x="670572" y="71704"/>
                </a:lnTo>
                <a:lnTo>
                  <a:pt x="707148" y="123659"/>
                </a:lnTo>
                <a:lnTo>
                  <a:pt x="744601" y="162737"/>
                </a:lnTo>
                <a:lnTo>
                  <a:pt x="788657" y="195795"/>
                </a:lnTo>
                <a:lnTo>
                  <a:pt x="813828" y="210312"/>
                </a:lnTo>
                <a:lnTo>
                  <a:pt x="820661" y="201168"/>
                </a:lnTo>
                <a:lnTo>
                  <a:pt x="829640" y="194310"/>
                </a:lnTo>
                <a:lnTo>
                  <a:pt x="840613" y="189738"/>
                </a:lnTo>
                <a:lnTo>
                  <a:pt x="853452" y="187452"/>
                </a:lnTo>
                <a:lnTo>
                  <a:pt x="853452" y="181356"/>
                </a:lnTo>
                <a:close/>
              </a:path>
              <a:path w="2185670" h="411480">
                <a:moveTo>
                  <a:pt x="1298460" y="362712"/>
                </a:moveTo>
                <a:lnTo>
                  <a:pt x="1248930" y="345376"/>
                </a:lnTo>
                <a:lnTo>
                  <a:pt x="1203972" y="310896"/>
                </a:lnTo>
                <a:lnTo>
                  <a:pt x="1165872" y="260604"/>
                </a:lnTo>
                <a:lnTo>
                  <a:pt x="1136916" y="201168"/>
                </a:lnTo>
                <a:lnTo>
                  <a:pt x="1114628" y="130111"/>
                </a:lnTo>
                <a:lnTo>
                  <a:pt x="1106690" y="89090"/>
                </a:lnTo>
                <a:lnTo>
                  <a:pt x="1100340" y="44196"/>
                </a:lnTo>
                <a:lnTo>
                  <a:pt x="1118628" y="28956"/>
                </a:lnTo>
                <a:lnTo>
                  <a:pt x="1065288" y="6096"/>
                </a:lnTo>
                <a:lnTo>
                  <a:pt x="1065542" y="46342"/>
                </a:lnTo>
                <a:lnTo>
                  <a:pt x="1063955" y="86868"/>
                </a:lnTo>
                <a:lnTo>
                  <a:pt x="1060348" y="127406"/>
                </a:lnTo>
                <a:lnTo>
                  <a:pt x="1054620" y="167640"/>
                </a:lnTo>
                <a:lnTo>
                  <a:pt x="1046327" y="206171"/>
                </a:lnTo>
                <a:lnTo>
                  <a:pt x="1021181" y="273519"/>
                </a:lnTo>
                <a:lnTo>
                  <a:pt x="982865" y="327710"/>
                </a:lnTo>
                <a:lnTo>
                  <a:pt x="927379" y="376770"/>
                </a:lnTo>
                <a:lnTo>
                  <a:pt x="893076" y="399288"/>
                </a:lnTo>
                <a:lnTo>
                  <a:pt x="897648" y="405384"/>
                </a:lnTo>
                <a:lnTo>
                  <a:pt x="932218" y="388531"/>
                </a:lnTo>
                <a:lnTo>
                  <a:pt x="989368" y="349669"/>
                </a:lnTo>
                <a:lnTo>
                  <a:pt x="1031087" y="303999"/>
                </a:lnTo>
                <a:lnTo>
                  <a:pt x="1060805" y="252653"/>
                </a:lnTo>
                <a:lnTo>
                  <a:pt x="1079042" y="195287"/>
                </a:lnTo>
                <a:lnTo>
                  <a:pt x="1091526" y="125044"/>
                </a:lnTo>
                <a:lnTo>
                  <a:pt x="1095768" y="85344"/>
                </a:lnTo>
                <a:lnTo>
                  <a:pt x="1100912" y="127381"/>
                </a:lnTo>
                <a:lnTo>
                  <a:pt x="1114628" y="196583"/>
                </a:lnTo>
                <a:lnTo>
                  <a:pt x="1133195" y="248869"/>
                </a:lnTo>
                <a:lnTo>
                  <a:pt x="1158341" y="296252"/>
                </a:lnTo>
                <a:lnTo>
                  <a:pt x="1189469" y="340525"/>
                </a:lnTo>
                <a:lnTo>
                  <a:pt x="1227709" y="379387"/>
                </a:lnTo>
                <a:lnTo>
                  <a:pt x="1249692" y="396240"/>
                </a:lnTo>
                <a:lnTo>
                  <a:pt x="1257947" y="386219"/>
                </a:lnTo>
                <a:lnTo>
                  <a:pt x="1268933" y="378904"/>
                </a:lnTo>
                <a:lnTo>
                  <a:pt x="1282471" y="374167"/>
                </a:lnTo>
                <a:lnTo>
                  <a:pt x="1298460" y="371856"/>
                </a:lnTo>
                <a:lnTo>
                  <a:pt x="1298460" y="362712"/>
                </a:lnTo>
                <a:close/>
              </a:path>
              <a:path w="2185670" h="411480">
                <a:moveTo>
                  <a:pt x="1595640" y="158496"/>
                </a:moveTo>
                <a:lnTo>
                  <a:pt x="1568208" y="128016"/>
                </a:lnTo>
                <a:lnTo>
                  <a:pt x="1548396" y="147828"/>
                </a:lnTo>
                <a:lnTo>
                  <a:pt x="1507248" y="147828"/>
                </a:lnTo>
                <a:lnTo>
                  <a:pt x="1523225" y="125780"/>
                </a:lnTo>
                <a:lnTo>
                  <a:pt x="1547749" y="92544"/>
                </a:lnTo>
                <a:lnTo>
                  <a:pt x="1553870" y="83820"/>
                </a:lnTo>
                <a:lnTo>
                  <a:pt x="1578876" y="60960"/>
                </a:lnTo>
                <a:lnTo>
                  <a:pt x="1546872" y="35052"/>
                </a:lnTo>
                <a:lnTo>
                  <a:pt x="1542008" y="46469"/>
                </a:lnTo>
                <a:lnTo>
                  <a:pt x="1536585" y="57721"/>
                </a:lnTo>
                <a:lnTo>
                  <a:pt x="1530578" y="68707"/>
                </a:lnTo>
                <a:lnTo>
                  <a:pt x="1524012" y="79248"/>
                </a:lnTo>
                <a:lnTo>
                  <a:pt x="1524012" y="83820"/>
                </a:lnTo>
                <a:lnTo>
                  <a:pt x="1514335" y="98971"/>
                </a:lnTo>
                <a:lnTo>
                  <a:pt x="1503819" y="114681"/>
                </a:lnTo>
                <a:lnTo>
                  <a:pt x="1492719" y="130975"/>
                </a:lnTo>
                <a:lnTo>
                  <a:pt x="1481340" y="147828"/>
                </a:lnTo>
                <a:lnTo>
                  <a:pt x="1469148" y="147828"/>
                </a:lnTo>
                <a:lnTo>
                  <a:pt x="1469148" y="83820"/>
                </a:lnTo>
                <a:lnTo>
                  <a:pt x="1524012" y="83820"/>
                </a:lnTo>
                <a:lnTo>
                  <a:pt x="1524012" y="79248"/>
                </a:lnTo>
                <a:lnTo>
                  <a:pt x="1499628" y="54864"/>
                </a:lnTo>
                <a:lnTo>
                  <a:pt x="1482864" y="73152"/>
                </a:lnTo>
                <a:lnTo>
                  <a:pt x="1469148" y="73152"/>
                </a:lnTo>
                <a:lnTo>
                  <a:pt x="1469148" y="28956"/>
                </a:lnTo>
                <a:lnTo>
                  <a:pt x="1481340" y="16764"/>
                </a:lnTo>
                <a:lnTo>
                  <a:pt x="1444764" y="1524"/>
                </a:lnTo>
                <a:lnTo>
                  <a:pt x="1446212" y="46469"/>
                </a:lnTo>
                <a:lnTo>
                  <a:pt x="1446288" y="73152"/>
                </a:lnTo>
                <a:lnTo>
                  <a:pt x="1370088" y="73152"/>
                </a:lnTo>
                <a:lnTo>
                  <a:pt x="1385328" y="88392"/>
                </a:lnTo>
                <a:lnTo>
                  <a:pt x="1395615" y="86398"/>
                </a:lnTo>
                <a:lnTo>
                  <a:pt x="1405902" y="84963"/>
                </a:lnTo>
                <a:lnTo>
                  <a:pt x="1416189" y="84112"/>
                </a:lnTo>
                <a:lnTo>
                  <a:pt x="1426476" y="83820"/>
                </a:lnTo>
                <a:lnTo>
                  <a:pt x="1446288" y="83820"/>
                </a:lnTo>
                <a:lnTo>
                  <a:pt x="1446288" y="147828"/>
                </a:lnTo>
                <a:lnTo>
                  <a:pt x="1342656" y="147828"/>
                </a:lnTo>
                <a:lnTo>
                  <a:pt x="1357896" y="163068"/>
                </a:lnTo>
                <a:lnTo>
                  <a:pt x="1366774" y="161074"/>
                </a:lnTo>
                <a:lnTo>
                  <a:pt x="1375232" y="159639"/>
                </a:lnTo>
                <a:lnTo>
                  <a:pt x="1383398" y="158788"/>
                </a:lnTo>
                <a:lnTo>
                  <a:pt x="1391424" y="158496"/>
                </a:lnTo>
                <a:lnTo>
                  <a:pt x="1473720" y="158496"/>
                </a:lnTo>
                <a:lnTo>
                  <a:pt x="1462836" y="170459"/>
                </a:lnTo>
                <a:lnTo>
                  <a:pt x="1450670" y="183261"/>
                </a:lnTo>
                <a:lnTo>
                  <a:pt x="1437068" y="196646"/>
                </a:lnTo>
                <a:lnTo>
                  <a:pt x="1421904" y="210312"/>
                </a:lnTo>
                <a:lnTo>
                  <a:pt x="1400568" y="201168"/>
                </a:lnTo>
                <a:lnTo>
                  <a:pt x="1402092" y="211836"/>
                </a:lnTo>
                <a:lnTo>
                  <a:pt x="1403616" y="219456"/>
                </a:lnTo>
                <a:lnTo>
                  <a:pt x="1403616" y="224028"/>
                </a:lnTo>
                <a:lnTo>
                  <a:pt x="1389583" y="233413"/>
                </a:lnTo>
                <a:lnTo>
                  <a:pt x="1374851" y="243078"/>
                </a:lnTo>
                <a:lnTo>
                  <a:pt x="1359242" y="252755"/>
                </a:lnTo>
                <a:lnTo>
                  <a:pt x="1342656" y="262128"/>
                </a:lnTo>
                <a:lnTo>
                  <a:pt x="1344180" y="269748"/>
                </a:lnTo>
                <a:lnTo>
                  <a:pt x="1361846" y="261772"/>
                </a:lnTo>
                <a:lnTo>
                  <a:pt x="1378089" y="253936"/>
                </a:lnTo>
                <a:lnTo>
                  <a:pt x="1392605" y="246392"/>
                </a:lnTo>
                <a:lnTo>
                  <a:pt x="1405140" y="239268"/>
                </a:lnTo>
                <a:lnTo>
                  <a:pt x="1404899" y="294398"/>
                </a:lnTo>
                <a:lnTo>
                  <a:pt x="1404378" y="340804"/>
                </a:lnTo>
                <a:lnTo>
                  <a:pt x="1403845" y="378358"/>
                </a:lnTo>
                <a:lnTo>
                  <a:pt x="1403616" y="406908"/>
                </a:lnTo>
                <a:lnTo>
                  <a:pt x="1426476" y="394716"/>
                </a:lnTo>
                <a:lnTo>
                  <a:pt x="1426476" y="358140"/>
                </a:lnTo>
                <a:lnTo>
                  <a:pt x="1522488" y="358140"/>
                </a:lnTo>
                <a:lnTo>
                  <a:pt x="1522488" y="393192"/>
                </a:lnTo>
                <a:lnTo>
                  <a:pt x="1548396" y="379476"/>
                </a:lnTo>
                <a:lnTo>
                  <a:pt x="1547355" y="358140"/>
                </a:lnTo>
                <a:lnTo>
                  <a:pt x="1547266" y="356311"/>
                </a:lnTo>
                <a:lnTo>
                  <a:pt x="1547012" y="347472"/>
                </a:lnTo>
                <a:lnTo>
                  <a:pt x="1546301" y="323278"/>
                </a:lnTo>
                <a:lnTo>
                  <a:pt x="1545678" y="284988"/>
                </a:lnTo>
                <a:lnTo>
                  <a:pt x="1545577" y="274320"/>
                </a:lnTo>
                <a:lnTo>
                  <a:pt x="1545348" y="227076"/>
                </a:lnTo>
                <a:lnTo>
                  <a:pt x="1560588" y="219456"/>
                </a:lnTo>
                <a:lnTo>
                  <a:pt x="1552879" y="210312"/>
                </a:lnTo>
                <a:lnTo>
                  <a:pt x="1551597" y="208788"/>
                </a:lnTo>
                <a:lnTo>
                  <a:pt x="1536204" y="190500"/>
                </a:lnTo>
                <a:lnTo>
                  <a:pt x="1522488" y="208788"/>
                </a:lnTo>
                <a:lnTo>
                  <a:pt x="1522488" y="219456"/>
                </a:lnTo>
                <a:lnTo>
                  <a:pt x="1522488" y="274320"/>
                </a:lnTo>
                <a:lnTo>
                  <a:pt x="1522488" y="284988"/>
                </a:lnTo>
                <a:lnTo>
                  <a:pt x="1522488" y="347472"/>
                </a:lnTo>
                <a:lnTo>
                  <a:pt x="1426476" y="347472"/>
                </a:lnTo>
                <a:lnTo>
                  <a:pt x="1426476" y="284988"/>
                </a:lnTo>
                <a:lnTo>
                  <a:pt x="1522488" y="284988"/>
                </a:lnTo>
                <a:lnTo>
                  <a:pt x="1522488" y="274320"/>
                </a:lnTo>
                <a:lnTo>
                  <a:pt x="1426476" y="274320"/>
                </a:lnTo>
                <a:lnTo>
                  <a:pt x="1426476" y="239268"/>
                </a:lnTo>
                <a:lnTo>
                  <a:pt x="1426476" y="227076"/>
                </a:lnTo>
                <a:lnTo>
                  <a:pt x="1441716" y="219456"/>
                </a:lnTo>
                <a:lnTo>
                  <a:pt x="1522488" y="219456"/>
                </a:lnTo>
                <a:lnTo>
                  <a:pt x="1522488" y="208788"/>
                </a:lnTo>
                <a:lnTo>
                  <a:pt x="1450860" y="208788"/>
                </a:lnTo>
                <a:lnTo>
                  <a:pt x="1466875" y="193649"/>
                </a:lnTo>
                <a:lnTo>
                  <a:pt x="1480769" y="180213"/>
                </a:lnTo>
                <a:lnTo>
                  <a:pt x="1492643" y="168503"/>
                </a:lnTo>
                <a:lnTo>
                  <a:pt x="1502676" y="158496"/>
                </a:lnTo>
                <a:lnTo>
                  <a:pt x="1595640" y="158496"/>
                </a:lnTo>
                <a:close/>
              </a:path>
              <a:path w="2185670" h="411480">
                <a:moveTo>
                  <a:pt x="1743468" y="51816"/>
                </a:moveTo>
                <a:lnTo>
                  <a:pt x="1734324" y="42672"/>
                </a:lnTo>
                <a:lnTo>
                  <a:pt x="1717560" y="25908"/>
                </a:lnTo>
                <a:lnTo>
                  <a:pt x="1700796" y="42672"/>
                </a:lnTo>
                <a:lnTo>
                  <a:pt x="1623072" y="42672"/>
                </a:lnTo>
                <a:lnTo>
                  <a:pt x="1598688" y="27432"/>
                </a:lnTo>
                <a:lnTo>
                  <a:pt x="1599806" y="70040"/>
                </a:lnTo>
                <a:lnTo>
                  <a:pt x="1600784" y="115633"/>
                </a:lnTo>
                <a:lnTo>
                  <a:pt x="1601470" y="164388"/>
                </a:lnTo>
                <a:lnTo>
                  <a:pt x="1601622" y="193929"/>
                </a:lnTo>
                <a:lnTo>
                  <a:pt x="1601495" y="265176"/>
                </a:lnTo>
                <a:lnTo>
                  <a:pt x="1601381" y="275590"/>
                </a:lnTo>
                <a:lnTo>
                  <a:pt x="1600784" y="319659"/>
                </a:lnTo>
                <a:lnTo>
                  <a:pt x="1599806" y="366864"/>
                </a:lnTo>
                <a:lnTo>
                  <a:pt x="1598688" y="411480"/>
                </a:lnTo>
                <a:lnTo>
                  <a:pt x="1623072" y="400812"/>
                </a:lnTo>
                <a:lnTo>
                  <a:pt x="1623072" y="53340"/>
                </a:lnTo>
                <a:lnTo>
                  <a:pt x="1700796" y="53340"/>
                </a:lnTo>
                <a:lnTo>
                  <a:pt x="1662696" y="172212"/>
                </a:lnTo>
                <a:lnTo>
                  <a:pt x="1677238" y="193929"/>
                </a:lnTo>
                <a:lnTo>
                  <a:pt x="1697189" y="230505"/>
                </a:lnTo>
                <a:lnTo>
                  <a:pt x="1707083" y="268033"/>
                </a:lnTo>
                <a:lnTo>
                  <a:pt x="1708416" y="280416"/>
                </a:lnTo>
                <a:lnTo>
                  <a:pt x="1708416" y="286512"/>
                </a:lnTo>
                <a:lnTo>
                  <a:pt x="1676412" y="307848"/>
                </a:lnTo>
                <a:lnTo>
                  <a:pt x="1669834" y="307543"/>
                </a:lnTo>
                <a:lnTo>
                  <a:pt x="1661553" y="306514"/>
                </a:lnTo>
                <a:lnTo>
                  <a:pt x="1651546" y="304634"/>
                </a:lnTo>
                <a:lnTo>
                  <a:pt x="1639836" y="301752"/>
                </a:lnTo>
                <a:lnTo>
                  <a:pt x="1639836" y="310896"/>
                </a:lnTo>
                <a:lnTo>
                  <a:pt x="1656638" y="317233"/>
                </a:lnTo>
                <a:lnTo>
                  <a:pt x="1670316" y="324993"/>
                </a:lnTo>
                <a:lnTo>
                  <a:pt x="1680552" y="334479"/>
                </a:lnTo>
                <a:lnTo>
                  <a:pt x="1687080" y="345948"/>
                </a:lnTo>
                <a:lnTo>
                  <a:pt x="1697939" y="339928"/>
                </a:lnTo>
                <a:lnTo>
                  <a:pt x="1707654" y="333184"/>
                </a:lnTo>
                <a:lnTo>
                  <a:pt x="1716227" y="325589"/>
                </a:lnTo>
                <a:lnTo>
                  <a:pt x="1723656" y="316992"/>
                </a:lnTo>
                <a:lnTo>
                  <a:pt x="1728863" y="307848"/>
                </a:lnTo>
                <a:lnTo>
                  <a:pt x="1729371" y="306971"/>
                </a:lnTo>
                <a:lnTo>
                  <a:pt x="1732800" y="295084"/>
                </a:lnTo>
                <a:lnTo>
                  <a:pt x="1733943" y="281203"/>
                </a:lnTo>
                <a:lnTo>
                  <a:pt x="1732800" y="265176"/>
                </a:lnTo>
                <a:lnTo>
                  <a:pt x="1727987" y="246341"/>
                </a:lnTo>
                <a:lnTo>
                  <a:pt x="1716036" y="224218"/>
                </a:lnTo>
                <a:lnTo>
                  <a:pt x="1697215" y="198958"/>
                </a:lnTo>
                <a:lnTo>
                  <a:pt x="1671840" y="170688"/>
                </a:lnTo>
                <a:lnTo>
                  <a:pt x="1726704" y="60960"/>
                </a:lnTo>
                <a:lnTo>
                  <a:pt x="1740674" y="53340"/>
                </a:lnTo>
                <a:lnTo>
                  <a:pt x="1743468" y="51816"/>
                </a:lnTo>
                <a:close/>
              </a:path>
              <a:path w="2185670" h="411480">
                <a:moveTo>
                  <a:pt x="2101596" y="30480"/>
                </a:moveTo>
                <a:lnTo>
                  <a:pt x="2095728" y="25908"/>
                </a:lnTo>
                <a:lnTo>
                  <a:pt x="2074164" y="9144"/>
                </a:lnTo>
                <a:lnTo>
                  <a:pt x="2061972" y="22555"/>
                </a:lnTo>
                <a:lnTo>
                  <a:pt x="2061972" y="36576"/>
                </a:lnTo>
                <a:lnTo>
                  <a:pt x="2061972" y="86868"/>
                </a:lnTo>
                <a:lnTo>
                  <a:pt x="2061972" y="97536"/>
                </a:lnTo>
                <a:lnTo>
                  <a:pt x="2061972" y="149352"/>
                </a:lnTo>
                <a:lnTo>
                  <a:pt x="1911096" y="149352"/>
                </a:lnTo>
                <a:lnTo>
                  <a:pt x="1911096" y="97536"/>
                </a:lnTo>
                <a:lnTo>
                  <a:pt x="2061972" y="97536"/>
                </a:lnTo>
                <a:lnTo>
                  <a:pt x="2061972" y="86868"/>
                </a:lnTo>
                <a:lnTo>
                  <a:pt x="1911096" y="86868"/>
                </a:lnTo>
                <a:lnTo>
                  <a:pt x="1911096" y="36576"/>
                </a:lnTo>
                <a:lnTo>
                  <a:pt x="2061972" y="36576"/>
                </a:lnTo>
                <a:lnTo>
                  <a:pt x="2061972" y="22555"/>
                </a:lnTo>
                <a:lnTo>
                  <a:pt x="2058924" y="25908"/>
                </a:lnTo>
                <a:lnTo>
                  <a:pt x="1912620" y="25908"/>
                </a:lnTo>
                <a:lnTo>
                  <a:pt x="1883664" y="10668"/>
                </a:lnTo>
                <a:lnTo>
                  <a:pt x="1884794" y="33489"/>
                </a:lnTo>
                <a:lnTo>
                  <a:pt x="1885759" y="56007"/>
                </a:lnTo>
                <a:lnTo>
                  <a:pt x="1886458" y="77965"/>
                </a:lnTo>
                <a:lnTo>
                  <a:pt x="1886712" y="99060"/>
                </a:lnTo>
                <a:lnTo>
                  <a:pt x="1886458" y="120777"/>
                </a:lnTo>
                <a:lnTo>
                  <a:pt x="1885759" y="142494"/>
                </a:lnTo>
                <a:lnTo>
                  <a:pt x="1884794" y="164211"/>
                </a:lnTo>
                <a:lnTo>
                  <a:pt x="1883664" y="185928"/>
                </a:lnTo>
                <a:lnTo>
                  <a:pt x="1911096" y="175260"/>
                </a:lnTo>
                <a:lnTo>
                  <a:pt x="1911096" y="160020"/>
                </a:lnTo>
                <a:lnTo>
                  <a:pt x="2061972" y="160020"/>
                </a:lnTo>
                <a:lnTo>
                  <a:pt x="2061972" y="182880"/>
                </a:lnTo>
                <a:lnTo>
                  <a:pt x="2087880" y="169164"/>
                </a:lnTo>
                <a:lnTo>
                  <a:pt x="2087460" y="160020"/>
                </a:lnTo>
                <a:lnTo>
                  <a:pt x="2087003" y="150266"/>
                </a:lnTo>
                <a:lnTo>
                  <a:pt x="2086991" y="149352"/>
                </a:lnTo>
                <a:lnTo>
                  <a:pt x="2086546" y="123063"/>
                </a:lnTo>
                <a:lnTo>
                  <a:pt x="2086432" y="97536"/>
                </a:lnTo>
                <a:lnTo>
                  <a:pt x="2086381" y="86868"/>
                </a:lnTo>
                <a:lnTo>
                  <a:pt x="2086356" y="42672"/>
                </a:lnTo>
                <a:lnTo>
                  <a:pt x="2093976" y="36576"/>
                </a:lnTo>
                <a:lnTo>
                  <a:pt x="2101596" y="30480"/>
                </a:lnTo>
                <a:close/>
              </a:path>
              <a:path w="2185670" h="411480">
                <a:moveTo>
                  <a:pt x="2185416" y="361188"/>
                </a:moveTo>
                <a:lnTo>
                  <a:pt x="2165731" y="363194"/>
                </a:lnTo>
                <a:lnTo>
                  <a:pt x="2143315" y="364617"/>
                </a:lnTo>
                <a:lnTo>
                  <a:pt x="2118347" y="365480"/>
                </a:lnTo>
                <a:lnTo>
                  <a:pt x="2090928" y="365760"/>
                </a:lnTo>
                <a:lnTo>
                  <a:pt x="2063165" y="365188"/>
                </a:lnTo>
                <a:lnTo>
                  <a:pt x="2039112" y="363474"/>
                </a:lnTo>
                <a:lnTo>
                  <a:pt x="2018499" y="360616"/>
                </a:lnTo>
                <a:lnTo>
                  <a:pt x="2001012" y="356616"/>
                </a:lnTo>
                <a:lnTo>
                  <a:pt x="2001012" y="348996"/>
                </a:lnTo>
                <a:lnTo>
                  <a:pt x="2001012" y="284988"/>
                </a:lnTo>
                <a:lnTo>
                  <a:pt x="2147316" y="284988"/>
                </a:lnTo>
                <a:lnTo>
                  <a:pt x="2136648" y="274320"/>
                </a:lnTo>
                <a:lnTo>
                  <a:pt x="2113788" y="251460"/>
                </a:lnTo>
                <a:lnTo>
                  <a:pt x="2090928" y="274320"/>
                </a:lnTo>
                <a:lnTo>
                  <a:pt x="2001012" y="274320"/>
                </a:lnTo>
                <a:lnTo>
                  <a:pt x="2001012" y="214884"/>
                </a:lnTo>
                <a:lnTo>
                  <a:pt x="2176272" y="214884"/>
                </a:lnTo>
                <a:lnTo>
                  <a:pt x="2139696" y="178308"/>
                </a:lnTo>
                <a:lnTo>
                  <a:pt x="2113788" y="204216"/>
                </a:lnTo>
                <a:lnTo>
                  <a:pt x="1792224" y="204216"/>
                </a:lnTo>
                <a:lnTo>
                  <a:pt x="1807464" y="220980"/>
                </a:lnTo>
                <a:lnTo>
                  <a:pt x="1817776" y="218109"/>
                </a:lnTo>
                <a:lnTo>
                  <a:pt x="1828228" y="216217"/>
                </a:lnTo>
                <a:lnTo>
                  <a:pt x="1838972" y="215201"/>
                </a:lnTo>
                <a:lnTo>
                  <a:pt x="1850136" y="214884"/>
                </a:lnTo>
                <a:lnTo>
                  <a:pt x="1976628" y="214884"/>
                </a:lnTo>
                <a:lnTo>
                  <a:pt x="1976628" y="348996"/>
                </a:lnTo>
                <a:lnTo>
                  <a:pt x="1950897" y="336715"/>
                </a:lnTo>
                <a:lnTo>
                  <a:pt x="1928431" y="322707"/>
                </a:lnTo>
                <a:lnTo>
                  <a:pt x="1909127" y="306997"/>
                </a:lnTo>
                <a:lnTo>
                  <a:pt x="1901367" y="298704"/>
                </a:lnTo>
                <a:lnTo>
                  <a:pt x="1892808" y="289560"/>
                </a:lnTo>
                <a:lnTo>
                  <a:pt x="1920240" y="246888"/>
                </a:lnTo>
                <a:lnTo>
                  <a:pt x="1882140" y="224028"/>
                </a:lnTo>
                <a:lnTo>
                  <a:pt x="1869287" y="278612"/>
                </a:lnTo>
                <a:lnTo>
                  <a:pt x="1848993" y="325755"/>
                </a:lnTo>
                <a:lnTo>
                  <a:pt x="1821281" y="365480"/>
                </a:lnTo>
                <a:lnTo>
                  <a:pt x="1786128" y="397764"/>
                </a:lnTo>
                <a:lnTo>
                  <a:pt x="1790700" y="403860"/>
                </a:lnTo>
                <a:lnTo>
                  <a:pt x="1820735" y="385292"/>
                </a:lnTo>
                <a:lnTo>
                  <a:pt x="1846897" y="361569"/>
                </a:lnTo>
                <a:lnTo>
                  <a:pt x="1869363" y="332714"/>
                </a:lnTo>
                <a:lnTo>
                  <a:pt x="1888236" y="298704"/>
                </a:lnTo>
                <a:lnTo>
                  <a:pt x="1898840" y="312115"/>
                </a:lnTo>
                <a:lnTo>
                  <a:pt x="1935480" y="347472"/>
                </a:lnTo>
                <a:lnTo>
                  <a:pt x="1984997" y="374484"/>
                </a:lnTo>
                <a:lnTo>
                  <a:pt x="2030145" y="387273"/>
                </a:lnTo>
                <a:lnTo>
                  <a:pt x="2102675" y="395795"/>
                </a:lnTo>
                <a:lnTo>
                  <a:pt x="2150364" y="397764"/>
                </a:lnTo>
                <a:lnTo>
                  <a:pt x="2154136" y="388340"/>
                </a:lnTo>
                <a:lnTo>
                  <a:pt x="2161032" y="380619"/>
                </a:lnTo>
                <a:lnTo>
                  <a:pt x="2171369" y="374624"/>
                </a:lnTo>
                <a:lnTo>
                  <a:pt x="2185416" y="370332"/>
                </a:lnTo>
                <a:lnTo>
                  <a:pt x="2185416" y="365760"/>
                </a:lnTo>
                <a:lnTo>
                  <a:pt x="2185416" y="36118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5756148" y="2380488"/>
            <a:ext cx="280670" cy="407034"/>
          </a:xfrm>
          <a:custGeom>
            <a:avLst/>
            <a:gdLst/>
            <a:ahLst/>
            <a:cxnLst/>
            <a:rect l="l" t="t" r="r" b="b"/>
            <a:pathLst>
              <a:path w="280670" h="407035">
                <a:moveTo>
                  <a:pt x="91440" y="83819"/>
                </a:moveTo>
                <a:lnTo>
                  <a:pt x="79247" y="83819"/>
                </a:lnTo>
                <a:lnTo>
                  <a:pt x="88439" y="62364"/>
                </a:lnTo>
                <a:lnTo>
                  <a:pt x="95631" y="41338"/>
                </a:lnTo>
                <a:lnTo>
                  <a:pt x="101107" y="20597"/>
                </a:lnTo>
                <a:lnTo>
                  <a:pt x="105156" y="0"/>
                </a:lnTo>
                <a:lnTo>
                  <a:pt x="147828" y="19811"/>
                </a:lnTo>
                <a:lnTo>
                  <a:pt x="139827" y="24360"/>
                </a:lnTo>
                <a:lnTo>
                  <a:pt x="131826" y="31051"/>
                </a:lnTo>
                <a:lnTo>
                  <a:pt x="123825" y="39743"/>
                </a:lnTo>
                <a:lnTo>
                  <a:pt x="115824" y="50291"/>
                </a:lnTo>
                <a:lnTo>
                  <a:pt x="107513" y="60245"/>
                </a:lnTo>
                <a:lnTo>
                  <a:pt x="100774" y="69341"/>
                </a:lnTo>
                <a:lnTo>
                  <a:pt x="95464" y="77295"/>
                </a:lnTo>
                <a:lnTo>
                  <a:pt x="91440" y="83819"/>
                </a:lnTo>
                <a:close/>
              </a:path>
              <a:path w="280670" h="407035">
                <a:moveTo>
                  <a:pt x="276224" y="83819"/>
                </a:moveTo>
                <a:lnTo>
                  <a:pt x="233172" y="83819"/>
                </a:lnTo>
                <a:lnTo>
                  <a:pt x="246888" y="62483"/>
                </a:lnTo>
                <a:lnTo>
                  <a:pt x="276224" y="83819"/>
                </a:lnTo>
                <a:close/>
              </a:path>
              <a:path w="280670" h="407035">
                <a:moveTo>
                  <a:pt x="0" y="406907"/>
                </a:moveTo>
                <a:lnTo>
                  <a:pt x="881" y="385167"/>
                </a:lnTo>
                <a:lnTo>
                  <a:pt x="1333" y="349567"/>
                </a:lnTo>
                <a:lnTo>
                  <a:pt x="1500" y="299966"/>
                </a:lnTo>
                <a:lnTo>
                  <a:pt x="1491" y="170687"/>
                </a:lnTo>
                <a:lnTo>
                  <a:pt x="1333" y="124396"/>
                </a:lnTo>
                <a:lnTo>
                  <a:pt x="881" y="89415"/>
                </a:lnTo>
                <a:lnTo>
                  <a:pt x="0" y="68579"/>
                </a:lnTo>
                <a:lnTo>
                  <a:pt x="27432" y="83819"/>
                </a:lnTo>
                <a:lnTo>
                  <a:pt x="276224" y="83819"/>
                </a:lnTo>
                <a:lnTo>
                  <a:pt x="280416" y="86867"/>
                </a:lnTo>
                <a:lnTo>
                  <a:pt x="270256" y="94487"/>
                </a:lnTo>
                <a:lnTo>
                  <a:pt x="27432" y="94487"/>
                </a:lnTo>
                <a:lnTo>
                  <a:pt x="27432" y="170687"/>
                </a:lnTo>
                <a:lnTo>
                  <a:pt x="262128" y="170687"/>
                </a:lnTo>
                <a:lnTo>
                  <a:pt x="262128" y="181355"/>
                </a:lnTo>
                <a:lnTo>
                  <a:pt x="27432" y="181355"/>
                </a:lnTo>
                <a:lnTo>
                  <a:pt x="27432" y="268223"/>
                </a:lnTo>
                <a:lnTo>
                  <a:pt x="262128" y="268223"/>
                </a:lnTo>
                <a:lnTo>
                  <a:pt x="262128" y="278891"/>
                </a:lnTo>
                <a:lnTo>
                  <a:pt x="27432" y="278891"/>
                </a:lnTo>
                <a:lnTo>
                  <a:pt x="27432" y="359663"/>
                </a:lnTo>
                <a:lnTo>
                  <a:pt x="262128" y="359663"/>
                </a:lnTo>
                <a:lnTo>
                  <a:pt x="262152" y="370331"/>
                </a:lnTo>
                <a:lnTo>
                  <a:pt x="27432" y="370331"/>
                </a:lnTo>
                <a:lnTo>
                  <a:pt x="27432" y="397763"/>
                </a:lnTo>
                <a:lnTo>
                  <a:pt x="0" y="406907"/>
                </a:lnTo>
                <a:close/>
              </a:path>
              <a:path w="280670" h="407035">
                <a:moveTo>
                  <a:pt x="262128" y="170687"/>
                </a:moveTo>
                <a:lnTo>
                  <a:pt x="236220" y="170687"/>
                </a:lnTo>
                <a:lnTo>
                  <a:pt x="236220" y="94487"/>
                </a:lnTo>
                <a:lnTo>
                  <a:pt x="270256" y="94487"/>
                </a:lnTo>
                <a:lnTo>
                  <a:pt x="262128" y="100583"/>
                </a:lnTo>
                <a:lnTo>
                  <a:pt x="262128" y="170687"/>
                </a:lnTo>
                <a:close/>
              </a:path>
              <a:path w="280670" h="407035">
                <a:moveTo>
                  <a:pt x="262128" y="268223"/>
                </a:moveTo>
                <a:lnTo>
                  <a:pt x="236220" y="268223"/>
                </a:lnTo>
                <a:lnTo>
                  <a:pt x="236220" y="181355"/>
                </a:lnTo>
                <a:lnTo>
                  <a:pt x="262128" y="181355"/>
                </a:lnTo>
                <a:lnTo>
                  <a:pt x="262128" y="268223"/>
                </a:lnTo>
                <a:close/>
              </a:path>
              <a:path w="280670" h="407035">
                <a:moveTo>
                  <a:pt x="262128" y="359663"/>
                </a:moveTo>
                <a:lnTo>
                  <a:pt x="236220" y="359663"/>
                </a:lnTo>
                <a:lnTo>
                  <a:pt x="236220" y="278891"/>
                </a:lnTo>
                <a:lnTo>
                  <a:pt x="262128" y="278891"/>
                </a:lnTo>
                <a:lnTo>
                  <a:pt x="262128" y="359663"/>
                </a:lnTo>
                <a:close/>
              </a:path>
              <a:path w="280670" h="407035">
                <a:moveTo>
                  <a:pt x="236220" y="406907"/>
                </a:moveTo>
                <a:lnTo>
                  <a:pt x="236220" y="370331"/>
                </a:lnTo>
                <a:lnTo>
                  <a:pt x="262152" y="370331"/>
                </a:lnTo>
                <a:lnTo>
                  <a:pt x="262318" y="379285"/>
                </a:lnTo>
                <a:lnTo>
                  <a:pt x="262770" y="387977"/>
                </a:lnTo>
                <a:lnTo>
                  <a:pt x="263652" y="396239"/>
                </a:lnTo>
                <a:lnTo>
                  <a:pt x="236220" y="40690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6181344" y="2383535"/>
            <a:ext cx="321945" cy="393700"/>
          </a:xfrm>
          <a:custGeom>
            <a:avLst/>
            <a:gdLst/>
            <a:ahLst/>
            <a:cxnLst/>
            <a:rect l="l" t="t" r="r" b="b"/>
            <a:pathLst>
              <a:path w="321945" h="393700">
                <a:moveTo>
                  <a:pt x="163068" y="108204"/>
                </a:moveTo>
                <a:lnTo>
                  <a:pt x="138684" y="108204"/>
                </a:lnTo>
                <a:lnTo>
                  <a:pt x="138660" y="73294"/>
                </a:lnTo>
                <a:lnTo>
                  <a:pt x="138493" y="43815"/>
                </a:lnTo>
                <a:lnTo>
                  <a:pt x="138041" y="19478"/>
                </a:lnTo>
                <a:lnTo>
                  <a:pt x="137160" y="0"/>
                </a:lnTo>
                <a:lnTo>
                  <a:pt x="178308" y="18288"/>
                </a:lnTo>
                <a:lnTo>
                  <a:pt x="163068" y="30480"/>
                </a:lnTo>
                <a:lnTo>
                  <a:pt x="163068" y="108204"/>
                </a:lnTo>
                <a:close/>
              </a:path>
              <a:path w="321945" h="393700">
                <a:moveTo>
                  <a:pt x="314706" y="108204"/>
                </a:moveTo>
                <a:lnTo>
                  <a:pt x="280416" y="108204"/>
                </a:lnTo>
                <a:lnTo>
                  <a:pt x="294132" y="89916"/>
                </a:lnTo>
                <a:lnTo>
                  <a:pt x="314706" y="108204"/>
                </a:lnTo>
                <a:close/>
              </a:path>
              <a:path w="321945" h="393700">
                <a:moveTo>
                  <a:pt x="0" y="393192"/>
                </a:moveTo>
                <a:lnTo>
                  <a:pt x="881" y="367760"/>
                </a:lnTo>
                <a:lnTo>
                  <a:pt x="1333" y="334899"/>
                </a:lnTo>
                <a:lnTo>
                  <a:pt x="1407" y="316992"/>
                </a:lnTo>
                <a:lnTo>
                  <a:pt x="1500" y="199501"/>
                </a:lnTo>
                <a:lnTo>
                  <a:pt x="1333" y="158115"/>
                </a:lnTo>
                <a:lnTo>
                  <a:pt x="881" y="123015"/>
                </a:lnTo>
                <a:lnTo>
                  <a:pt x="0" y="94488"/>
                </a:lnTo>
                <a:lnTo>
                  <a:pt x="27432" y="108204"/>
                </a:lnTo>
                <a:lnTo>
                  <a:pt x="314706" y="108204"/>
                </a:lnTo>
                <a:lnTo>
                  <a:pt x="321564" y="114300"/>
                </a:lnTo>
                <a:lnTo>
                  <a:pt x="315849" y="118872"/>
                </a:lnTo>
                <a:lnTo>
                  <a:pt x="25908" y="118872"/>
                </a:lnTo>
                <a:lnTo>
                  <a:pt x="25908" y="230124"/>
                </a:lnTo>
                <a:lnTo>
                  <a:pt x="306324" y="230124"/>
                </a:lnTo>
                <a:lnTo>
                  <a:pt x="306324" y="240792"/>
                </a:lnTo>
                <a:lnTo>
                  <a:pt x="25908" y="240792"/>
                </a:lnTo>
                <a:lnTo>
                  <a:pt x="25908" y="356616"/>
                </a:lnTo>
                <a:lnTo>
                  <a:pt x="306494" y="356616"/>
                </a:lnTo>
                <a:lnTo>
                  <a:pt x="306514" y="358902"/>
                </a:lnTo>
                <a:lnTo>
                  <a:pt x="306780" y="367284"/>
                </a:lnTo>
                <a:lnTo>
                  <a:pt x="25908" y="367284"/>
                </a:lnTo>
                <a:lnTo>
                  <a:pt x="25908" y="387096"/>
                </a:lnTo>
                <a:lnTo>
                  <a:pt x="0" y="393192"/>
                </a:lnTo>
                <a:close/>
              </a:path>
              <a:path w="321945" h="393700">
                <a:moveTo>
                  <a:pt x="163068" y="230124"/>
                </a:moveTo>
                <a:lnTo>
                  <a:pt x="138684" y="230124"/>
                </a:lnTo>
                <a:lnTo>
                  <a:pt x="138684" y="118872"/>
                </a:lnTo>
                <a:lnTo>
                  <a:pt x="163068" y="118872"/>
                </a:lnTo>
                <a:lnTo>
                  <a:pt x="163068" y="230124"/>
                </a:lnTo>
                <a:close/>
              </a:path>
              <a:path w="321945" h="393700">
                <a:moveTo>
                  <a:pt x="306324" y="230124"/>
                </a:moveTo>
                <a:lnTo>
                  <a:pt x="281940" y="230124"/>
                </a:lnTo>
                <a:lnTo>
                  <a:pt x="281940" y="118872"/>
                </a:lnTo>
                <a:lnTo>
                  <a:pt x="315849" y="118872"/>
                </a:lnTo>
                <a:lnTo>
                  <a:pt x="306324" y="126492"/>
                </a:lnTo>
                <a:lnTo>
                  <a:pt x="306324" y="230124"/>
                </a:lnTo>
                <a:close/>
              </a:path>
              <a:path w="321945" h="393700">
                <a:moveTo>
                  <a:pt x="163068" y="356616"/>
                </a:moveTo>
                <a:lnTo>
                  <a:pt x="138684" y="356616"/>
                </a:lnTo>
                <a:lnTo>
                  <a:pt x="138684" y="240792"/>
                </a:lnTo>
                <a:lnTo>
                  <a:pt x="163068" y="240792"/>
                </a:lnTo>
                <a:lnTo>
                  <a:pt x="163068" y="356616"/>
                </a:lnTo>
                <a:close/>
              </a:path>
              <a:path w="321945" h="393700">
                <a:moveTo>
                  <a:pt x="306494" y="356616"/>
                </a:moveTo>
                <a:lnTo>
                  <a:pt x="281940" y="356616"/>
                </a:lnTo>
                <a:lnTo>
                  <a:pt x="281940" y="240792"/>
                </a:lnTo>
                <a:lnTo>
                  <a:pt x="306324" y="240792"/>
                </a:lnTo>
                <a:lnTo>
                  <a:pt x="306347" y="340090"/>
                </a:lnTo>
                <a:lnTo>
                  <a:pt x="306494" y="356616"/>
                </a:lnTo>
                <a:close/>
              </a:path>
              <a:path w="321945" h="393700">
                <a:moveTo>
                  <a:pt x="281940" y="393192"/>
                </a:moveTo>
                <a:lnTo>
                  <a:pt x="281940" y="367284"/>
                </a:lnTo>
                <a:lnTo>
                  <a:pt x="306780" y="367284"/>
                </a:lnTo>
                <a:lnTo>
                  <a:pt x="306966" y="373141"/>
                </a:lnTo>
                <a:lnTo>
                  <a:pt x="307848" y="382524"/>
                </a:lnTo>
                <a:lnTo>
                  <a:pt x="281940" y="39319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6609588" y="2380488"/>
            <a:ext cx="356870" cy="402590"/>
          </a:xfrm>
          <a:custGeom>
            <a:avLst/>
            <a:gdLst/>
            <a:ahLst/>
            <a:cxnLst/>
            <a:rect l="l" t="t" r="r" b="b"/>
            <a:pathLst>
              <a:path w="356870" h="402589">
                <a:moveTo>
                  <a:pt x="53340" y="89916"/>
                </a:moveTo>
                <a:lnTo>
                  <a:pt x="42672" y="89916"/>
                </a:lnTo>
                <a:lnTo>
                  <a:pt x="50696" y="62793"/>
                </a:lnTo>
                <a:lnTo>
                  <a:pt x="56578" y="38671"/>
                </a:lnTo>
                <a:lnTo>
                  <a:pt x="60459" y="17692"/>
                </a:lnTo>
                <a:lnTo>
                  <a:pt x="62484" y="0"/>
                </a:lnTo>
                <a:lnTo>
                  <a:pt x="100584" y="21336"/>
                </a:lnTo>
                <a:lnTo>
                  <a:pt x="90844" y="29051"/>
                </a:lnTo>
                <a:lnTo>
                  <a:pt x="79819" y="43053"/>
                </a:lnTo>
                <a:lnTo>
                  <a:pt x="67365" y="63341"/>
                </a:lnTo>
                <a:lnTo>
                  <a:pt x="53340" y="89916"/>
                </a:lnTo>
                <a:close/>
              </a:path>
              <a:path w="356870" h="402589">
                <a:moveTo>
                  <a:pt x="147828" y="192024"/>
                </a:moveTo>
                <a:lnTo>
                  <a:pt x="141732" y="187452"/>
                </a:lnTo>
                <a:lnTo>
                  <a:pt x="158877" y="160615"/>
                </a:lnTo>
                <a:lnTo>
                  <a:pt x="173736" y="135064"/>
                </a:lnTo>
                <a:lnTo>
                  <a:pt x="196596" y="88392"/>
                </a:lnTo>
                <a:lnTo>
                  <a:pt x="211264" y="44958"/>
                </a:lnTo>
                <a:lnTo>
                  <a:pt x="222503" y="1524"/>
                </a:lnTo>
                <a:lnTo>
                  <a:pt x="260603" y="24384"/>
                </a:lnTo>
                <a:lnTo>
                  <a:pt x="252626" y="32146"/>
                </a:lnTo>
                <a:lnTo>
                  <a:pt x="242506" y="46482"/>
                </a:lnTo>
                <a:lnTo>
                  <a:pt x="230385" y="67675"/>
                </a:lnTo>
                <a:lnTo>
                  <a:pt x="216408" y="96012"/>
                </a:lnTo>
                <a:lnTo>
                  <a:pt x="350520" y="96012"/>
                </a:lnTo>
                <a:lnTo>
                  <a:pt x="356616" y="102108"/>
                </a:lnTo>
                <a:lnTo>
                  <a:pt x="350329" y="106680"/>
                </a:lnTo>
                <a:lnTo>
                  <a:pt x="213360" y="106680"/>
                </a:lnTo>
                <a:lnTo>
                  <a:pt x="197334" y="130730"/>
                </a:lnTo>
                <a:lnTo>
                  <a:pt x="181165" y="152781"/>
                </a:lnTo>
                <a:lnTo>
                  <a:pt x="164711" y="173116"/>
                </a:lnTo>
                <a:lnTo>
                  <a:pt x="147828" y="192024"/>
                </a:lnTo>
                <a:close/>
              </a:path>
              <a:path w="356870" h="402589">
                <a:moveTo>
                  <a:pt x="144780" y="89916"/>
                </a:moveTo>
                <a:lnTo>
                  <a:pt x="111252" y="89916"/>
                </a:lnTo>
                <a:lnTo>
                  <a:pt x="128016" y="73152"/>
                </a:lnTo>
                <a:lnTo>
                  <a:pt x="144780" y="89916"/>
                </a:lnTo>
                <a:close/>
              </a:path>
              <a:path w="356870" h="402589">
                <a:moveTo>
                  <a:pt x="0" y="397764"/>
                </a:moveTo>
                <a:lnTo>
                  <a:pt x="174" y="368236"/>
                </a:lnTo>
                <a:lnTo>
                  <a:pt x="301" y="352615"/>
                </a:lnTo>
                <a:lnTo>
                  <a:pt x="1285" y="276463"/>
                </a:lnTo>
                <a:lnTo>
                  <a:pt x="1360" y="263842"/>
                </a:lnTo>
                <a:lnTo>
                  <a:pt x="1479" y="228600"/>
                </a:lnTo>
                <a:lnTo>
                  <a:pt x="1285" y="195333"/>
                </a:lnTo>
                <a:lnTo>
                  <a:pt x="238" y="114704"/>
                </a:lnTo>
                <a:lnTo>
                  <a:pt x="0" y="74676"/>
                </a:lnTo>
                <a:lnTo>
                  <a:pt x="25908" y="89916"/>
                </a:lnTo>
                <a:lnTo>
                  <a:pt x="144780" y="89916"/>
                </a:lnTo>
                <a:lnTo>
                  <a:pt x="153924" y="99060"/>
                </a:lnTo>
                <a:lnTo>
                  <a:pt x="151828" y="100584"/>
                </a:lnTo>
                <a:lnTo>
                  <a:pt x="24384" y="100584"/>
                </a:lnTo>
                <a:lnTo>
                  <a:pt x="24384" y="211836"/>
                </a:lnTo>
                <a:lnTo>
                  <a:pt x="137205" y="211836"/>
                </a:lnTo>
                <a:lnTo>
                  <a:pt x="137219" y="222504"/>
                </a:lnTo>
                <a:lnTo>
                  <a:pt x="24384" y="222504"/>
                </a:lnTo>
                <a:lnTo>
                  <a:pt x="24384" y="344424"/>
                </a:lnTo>
                <a:lnTo>
                  <a:pt x="137914" y="344424"/>
                </a:lnTo>
                <a:lnTo>
                  <a:pt x="137940" y="346850"/>
                </a:lnTo>
                <a:lnTo>
                  <a:pt x="138137" y="355092"/>
                </a:lnTo>
                <a:lnTo>
                  <a:pt x="24384" y="355092"/>
                </a:lnTo>
                <a:lnTo>
                  <a:pt x="24384" y="384048"/>
                </a:lnTo>
                <a:lnTo>
                  <a:pt x="0" y="397764"/>
                </a:lnTo>
                <a:close/>
              </a:path>
              <a:path w="356870" h="402589">
                <a:moveTo>
                  <a:pt x="350520" y="96012"/>
                </a:moveTo>
                <a:lnTo>
                  <a:pt x="310896" y="96012"/>
                </a:lnTo>
                <a:lnTo>
                  <a:pt x="330708" y="76200"/>
                </a:lnTo>
                <a:lnTo>
                  <a:pt x="350520" y="96012"/>
                </a:lnTo>
                <a:close/>
              </a:path>
              <a:path w="356870" h="402589">
                <a:moveTo>
                  <a:pt x="137205" y="211836"/>
                </a:moveTo>
                <a:lnTo>
                  <a:pt x="114300" y="211836"/>
                </a:lnTo>
                <a:lnTo>
                  <a:pt x="114300" y="100584"/>
                </a:lnTo>
                <a:lnTo>
                  <a:pt x="151828" y="100584"/>
                </a:lnTo>
                <a:lnTo>
                  <a:pt x="137160" y="111252"/>
                </a:lnTo>
                <a:lnTo>
                  <a:pt x="137205" y="211836"/>
                </a:lnTo>
                <a:close/>
              </a:path>
              <a:path w="356870" h="402589">
                <a:moveTo>
                  <a:pt x="326582" y="359664"/>
                </a:moveTo>
                <a:lnTo>
                  <a:pt x="283464" y="359664"/>
                </a:lnTo>
                <a:lnTo>
                  <a:pt x="291750" y="357925"/>
                </a:lnTo>
                <a:lnTo>
                  <a:pt x="298323" y="352615"/>
                </a:lnTo>
                <a:lnTo>
                  <a:pt x="308586" y="305562"/>
                </a:lnTo>
                <a:lnTo>
                  <a:pt x="310705" y="259842"/>
                </a:lnTo>
                <a:lnTo>
                  <a:pt x="312539" y="193548"/>
                </a:lnTo>
                <a:lnTo>
                  <a:pt x="313944" y="106680"/>
                </a:lnTo>
                <a:lnTo>
                  <a:pt x="350329" y="106680"/>
                </a:lnTo>
                <a:lnTo>
                  <a:pt x="339852" y="114300"/>
                </a:lnTo>
                <a:lnTo>
                  <a:pt x="338780" y="186976"/>
                </a:lnTo>
                <a:lnTo>
                  <a:pt x="337291" y="249167"/>
                </a:lnTo>
                <a:lnTo>
                  <a:pt x="335462" y="295570"/>
                </a:lnTo>
                <a:lnTo>
                  <a:pt x="333268" y="327855"/>
                </a:lnTo>
                <a:lnTo>
                  <a:pt x="330708" y="345948"/>
                </a:lnTo>
                <a:lnTo>
                  <a:pt x="327214" y="357925"/>
                </a:lnTo>
                <a:lnTo>
                  <a:pt x="326582" y="359664"/>
                </a:lnTo>
                <a:close/>
              </a:path>
              <a:path w="356870" h="402589">
                <a:moveTo>
                  <a:pt x="231648" y="269748"/>
                </a:moveTo>
                <a:lnTo>
                  <a:pt x="228600" y="269748"/>
                </a:lnTo>
                <a:lnTo>
                  <a:pt x="225432" y="268295"/>
                </a:lnTo>
                <a:lnTo>
                  <a:pt x="222694" y="263842"/>
                </a:lnTo>
                <a:lnTo>
                  <a:pt x="220241" y="256246"/>
                </a:lnTo>
                <a:lnTo>
                  <a:pt x="217932" y="245364"/>
                </a:lnTo>
                <a:lnTo>
                  <a:pt x="213598" y="228242"/>
                </a:lnTo>
                <a:lnTo>
                  <a:pt x="207264" y="211264"/>
                </a:lnTo>
                <a:lnTo>
                  <a:pt x="198643" y="194571"/>
                </a:lnTo>
                <a:lnTo>
                  <a:pt x="187452" y="178308"/>
                </a:lnTo>
                <a:lnTo>
                  <a:pt x="190500" y="172212"/>
                </a:lnTo>
                <a:lnTo>
                  <a:pt x="223456" y="199644"/>
                </a:lnTo>
                <a:lnTo>
                  <a:pt x="246888" y="236220"/>
                </a:lnTo>
                <a:lnTo>
                  <a:pt x="246888" y="248412"/>
                </a:lnTo>
                <a:lnTo>
                  <a:pt x="243840" y="254508"/>
                </a:lnTo>
                <a:lnTo>
                  <a:pt x="234696" y="266700"/>
                </a:lnTo>
                <a:lnTo>
                  <a:pt x="231648" y="269748"/>
                </a:lnTo>
                <a:close/>
              </a:path>
              <a:path w="356870" h="402589">
                <a:moveTo>
                  <a:pt x="137914" y="344424"/>
                </a:moveTo>
                <a:lnTo>
                  <a:pt x="114300" y="344424"/>
                </a:lnTo>
                <a:lnTo>
                  <a:pt x="114300" y="222504"/>
                </a:lnTo>
                <a:lnTo>
                  <a:pt x="137219" y="222504"/>
                </a:lnTo>
                <a:lnTo>
                  <a:pt x="137337" y="269748"/>
                </a:lnTo>
                <a:lnTo>
                  <a:pt x="137498" y="305562"/>
                </a:lnTo>
                <a:lnTo>
                  <a:pt x="137914" y="344424"/>
                </a:lnTo>
                <a:close/>
              </a:path>
              <a:path w="356870" h="402589">
                <a:moveTo>
                  <a:pt x="277367" y="402336"/>
                </a:moveTo>
                <a:lnTo>
                  <a:pt x="271129" y="389239"/>
                </a:lnTo>
                <a:lnTo>
                  <a:pt x="259461" y="377571"/>
                </a:lnTo>
                <a:lnTo>
                  <a:pt x="242649" y="367617"/>
                </a:lnTo>
                <a:lnTo>
                  <a:pt x="220979" y="359664"/>
                </a:lnTo>
                <a:lnTo>
                  <a:pt x="220979" y="352044"/>
                </a:lnTo>
                <a:lnTo>
                  <a:pt x="241030" y="355163"/>
                </a:lnTo>
                <a:lnTo>
                  <a:pt x="257937" y="357568"/>
                </a:lnTo>
                <a:lnTo>
                  <a:pt x="271986" y="359116"/>
                </a:lnTo>
                <a:lnTo>
                  <a:pt x="283464" y="359664"/>
                </a:lnTo>
                <a:lnTo>
                  <a:pt x="326582" y="359664"/>
                </a:lnTo>
                <a:lnTo>
                  <a:pt x="323469" y="368236"/>
                </a:lnTo>
                <a:lnTo>
                  <a:pt x="289023" y="397764"/>
                </a:lnTo>
                <a:lnTo>
                  <a:pt x="277367" y="402336"/>
                </a:lnTo>
                <a:close/>
              </a:path>
              <a:path w="356870" h="402589">
                <a:moveTo>
                  <a:pt x="114300" y="391668"/>
                </a:moveTo>
                <a:lnTo>
                  <a:pt x="114300" y="355092"/>
                </a:lnTo>
                <a:lnTo>
                  <a:pt x="138137" y="355092"/>
                </a:lnTo>
                <a:lnTo>
                  <a:pt x="138684" y="377952"/>
                </a:lnTo>
                <a:lnTo>
                  <a:pt x="114300" y="39166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pic>
        <p:nvPicPr>
          <p:cNvPr id="14" name="object 14"/>
          <p:cNvPicPr/>
          <p:nvPr/>
        </p:nvPicPr>
        <p:blipFill>
          <a:blip r:embed="rId5" cstate="print"/>
          <a:stretch>
            <a:fillRect/>
          </a:stretch>
        </p:blipFill>
        <p:spPr>
          <a:xfrm>
            <a:off x="7061956" y="2650236"/>
            <a:ext cx="96271" cy="96012"/>
          </a:xfrm>
          <a:prstGeom prst="rect">
            <a:avLst/>
          </a:prstGeom>
        </p:spPr>
      </p:pic>
      <p:sp>
        <p:nvSpPr>
          <p:cNvPr id="15" name="object 15"/>
          <p:cNvSpPr/>
          <p:nvPr/>
        </p:nvSpPr>
        <p:spPr>
          <a:xfrm>
            <a:off x="7469111" y="2377439"/>
            <a:ext cx="847725" cy="411480"/>
          </a:xfrm>
          <a:custGeom>
            <a:avLst/>
            <a:gdLst/>
            <a:ahLst/>
            <a:cxnLst/>
            <a:rect l="l" t="t" r="r" b="b"/>
            <a:pathLst>
              <a:path w="847725" h="411480">
                <a:moveTo>
                  <a:pt x="396240" y="192024"/>
                </a:moveTo>
                <a:lnTo>
                  <a:pt x="358140" y="153924"/>
                </a:lnTo>
                <a:lnTo>
                  <a:pt x="323088" y="182880"/>
                </a:lnTo>
                <a:lnTo>
                  <a:pt x="0" y="182880"/>
                </a:lnTo>
                <a:lnTo>
                  <a:pt x="15240" y="198120"/>
                </a:lnTo>
                <a:lnTo>
                  <a:pt x="25844" y="195884"/>
                </a:lnTo>
                <a:lnTo>
                  <a:pt x="37147" y="193929"/>
                </a:lnTo>
                <a:lnTo>
                  <a:pt x="49326" y="192557"/>
                </a:lnTo>
                <a:lnTo>
                  <a:pt x="62484" y="192024"/>
                </a:lnTo>
                <a:lnTo>
                  <a:pt x="396240" y="192024"/>
                </a:lnTo>
                <a:close/>
              </a:path>
              <a:path w="847725" h="411480">
                <a:moveTo>
                  <a:pt x="669048" y="147828"/>
                </a:moveTo>
                <a:lnTo>
                  <a:pt x="627900" y="124968"/>
                </a:lnTo>
                <a:lnTo>
                  <a:pt x="628726" y="144780"/>
                </a:lnTo>
                <a:lnTo>
                  <a:pt x="628840" y="148526"/>
                </a:lnTo>
                <a:lnTo>
                  <a:pt x="629234" y="166306"/>
                </a:lnTo>
                <a:lnTo>
                  <a:pt x="629361" y="179832"/>
                </a:lnTo>
                <a:lnTo>
                  <a:pt x="629272" y="347141"/>
                </a:lnTo>
                <a:lnTo>
                  <a:pt x="629234" y="352996"/>
                </a:lnTo>
                <a:lnTo>
                  <a:pt x="628777" y="379742"/>
                </a:lnTo>
                <a:lnTo>
                  <a:pt x="627900" y="411480"/>
                </a:lnTo>
                <a:lnTo>
                  <a:pt x="656856" y="394716"/>
                </a:lnTo>
                <a:lnTo>
                  <a:pt x="656615" y="378104"/>
                </a:lnTo>
                <a:lnTo>
                  <a:pt x="655561" y="347141"/>
                </a:lnTo>
                <a:lnTo>
                  <a:pt x="655332" y="332232"/>
                </a:lnTo>
                <a:lnTo>
                  <a:pt x="655332" y="158496"/>
                </a:lnTo>
                <a:lnTo>
                  <a:pt x="669048" y="147828"/>
                </a:lnTo>
                <a:close/>
              </a:path>
              <a:path w="847725" h="411480">
                <a:moveTo>
                  <a:pt x="847356" y="181356"/>
                </a:moveTo>
                <a:lnTo>
                  <a:pt x="798969" y="166306"/>
                </a:lnTo>
                <a:lnTo>
                  <a:pt x="748296" y="138684"/>
                </a:lnTo>
                <a:lnTo>
                  <a:pt x="698385" y="93726"/>
                </a:lnTo>
                <a:lnTo>
                  <a:pt x="658075" y="41148"/>
                </a:lnTo>
                <a:lnTo>
                  <a:pt x="650760" y="30480"/>
                </a:lnTo>
                <a:lnTo>
                  <a:pt x="666000" y="21336"/>
                </a:lnTo>
                <a:lnTo>
                  <a:pt x="629424" y="0"/>
                </a:lnTo>
                <a:lnTo>
                  <a:pt x="603897" y="55816"/>
                </a:lnTo>
                <a:lnTo>
                  <a:pt x="562368" y="117348"/>
                </a:lnTo>
                <a:lnTo>
                  <a:pt x="535787" y="148526"/>
                </a:lnTo>
                <a:lnTo>
                  <a:pt x="506361" y="175831"/>
                </a:lnTo>
                <a:lnTo>
                  <a:pt x="474065" y="199440"/>
                </a:lnTo>
                <a:lnTo>
                  <a:pt x="438924" y="219456"/>
                </a:lnTo>
                <a:lnTo>
                  <a:pt x="440448" y="225552"/>
                </a:lnTo>
                <a:lnTo>
                  <a:pt x="475513" y="209194"/>
                </a:lnTo>
                <a:lnTo>
                  <a:pt x="535381" y="173050"/>
                </a:lnTo>
                <a:lnTo>
                  <a:pt x="581863" y="130098"/>
                </a:lnTo>
                <a:lnTo>
                  <a:pt x="624674" y="74612"/>
                </a:lnTo>
                <a:lnTo>
                  <a:pt x="644664" y="41148"/>
                </a:lnTo>
                <a:lnTo>
                  <a:pt x="662952" y="71704"/>
                </a:lnTo>
                <a:lnTo>
                  <a:pt x="699528" y="123659"/>
                </a:lnTo>
                <a:lnTo>
                  <a:pt x="737196" y="162737"/>
                </a:lnTo>
                <a:lnTo>
                  <a:pt x="781672" y="195795"/>
                </a:lnTo>
                <a:lnTo>
                  <a:pt x="806208" y="210312"/>
                </a:lnTo>
                <a:lnTo>
                  <a:pt x="813917" y="201168"/>
                </a:lnTo>
                <a:lnTo>
                  <a:pt x="823353" y="194310"/>
                </a:lnTo>
                <a:lnTo>
                  <a:pt x="834491" y="189738"/>
                </a:lnTo>
                <a:lnTo>
                  <a:pt x="847356" y="187452"/>
                </a:lnTo>
                <a:lnTo>
                  <a:pt x="847356" y="18135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6" name="object 16"/>
          <p:cNvGrpSpPr/>
          <p:nvPr/>
        </p:nvGrpSpPr>
        <p:grpSpPr>
          <a:xfrm>
            <a:off x="8421623" y="2374391"/>
            <a:ext cx="291465" cy="419100"/>
            <a:chOff x="8421623" y="2374391"/>
            <a:chExt cx="291465" cy="419100"/>
          </a:xfrm>
        </p:grpSpPr>
        <p:sp>
          <p:nvSpPr>
            <p:cNvPr id="17" name="object 17"/>
            <p:cNvSpPr/>
            <p:nvPr/>
          </p:nvSpPr>
          <p:spPr>
            <a:xfrm>
              <a:off x="8427719" y="2380487"/>
              <a:ext cx="279400" cy="407034"/>
            </a:xfrm>
            <a:custGeom>
              <a:avLst/>
              <a:gdLst/>
              <a:ahLst/>
              <a:cxnLst/>
              <a:rect l="l" t="t" r="r" b="b"/>
              <a:pathLst>
                <a:path w="279400" h="407035">
                  <a:moveTo>
                    <a:pt x="91440" y="83819"/>
                  </a:moveTo>
                  <a:lnTo>
                    <a:pt x="79247" y="83819"/>
                  </a:lnTo>
                  <a:lnTo>
                    <a:pt x="88439" y="62364"/>
                  </a:lnTo>
                  <a:lnTo>
                    <a:pt x="95631" y="41338"/>
                  </a:lnTo>
                  <a:lnTo>
                    <a:pt x="101107" y="20597"/>
                  </a:lnTo>
                  <a:lnTo>
                    <a:pt x="105156" y="0"/>
                  </a:lnTo>
                  <a:lnTo>
                    <a:pt x="147828" y="19811"/>
                  </a:lnTo>
                  <a:lnTo>
                    <a:pt x="139827" y="24360"/>
                  </a:lnTo>
                  <a:lnTo>
                    <a:pt x="131826" y="31051"/>
                  </a:lnTo>
                  <a:lnTo>
                    <a:pt x="123825" y="39743"/>
                  </a:lnTo>
                  <a:lnTo>
                    <a:pt x="115824" y="50291"/>
                  </a:lnTo>
                  <a:lnTo>
                    <a:pt x="107513" y="60245"/>
                  </a:lnTo>
                  <a:lnTo>
                    <a:pt x="100774" y="69341"/>
                  </a:lnTo>
                  <a:lnTo>
                    <a:pt x="95464" y="77295"/>
                  </a:lnTo>
                  <a:lnTo>
                    <a:pt x="91440" y="83819"/>
                  </a:lnTo>
                  <a:close/>
                </a:path>
                <a:path w="279400" h="407035">
                  <a:moveTo>
                    <a:pt x="274891" y="83819"/>
                  </a:moveTo>
                  <a:lnTo>
                    <a:pt x="233172" y="83819"/>
                  </a:lnTo>
                  <a:lnTo>
                    <a:pt x="246888" y="62483"/>
                  </a:lnTo>
                  <a:lnTo>
                    <a:pt x="274891" y="83819"/>
                  </a:lnTo>
                  <a:close/>
                </a:path>
                <a:path w="279400" h="407035">
                  <a:moveTo>
                    <a:pt x="0" y="406907"/>
                  </a:moveTo>
                  <a:lnTo>
                    <a:pt x="207" y="387977"/>
                  </a:lnTo>
                  <a:lnTo>
                    <a:pt x="761" y="349567"/>
                  </a:lnTo>
                  <a:lnTo>
                    <a:pt x="1285" y="299966"/>
                  </a:lnTo>
                  <a:lnTo>
                    <a:pt x="1523" y="236219"/>
                  </a:lnTo>
                  <a:lnTo>
                    <a:pt x="1316" y="181355"/>
                  </a:lnTo>
                  <a:lnTo>
                    <a:pt x="1257" y="170687"/>
                  </a:lnTo>
                  <a:lnTo>
                    <a:pt x="761" y="124396"/>
                  </a:lnTo>
                  <a:lnTo>
                    <a:pt x="209" y="86867"/>
                  </a:lnTo>
                  <a:lnTo>
                    <a:pt x="0" y="68579"/>
                  </a:lnTo>
                  <a:lnTo>
                    <a:pt x="27432" y="83819"/>
                  </a:lnTo>
                  <a:lnTo>
                    <a:pt x="274891" y="83819"/>
                  </a:lnTo>
                  <a:lnTo>
                    <a:pt x="278892" y="86867"/>
                  </a:lnTo>
                  <a:lnTo>
                    <a:pt x="269578" y="94487"/>
                  </a:lnTo>
                  <a:lnTo>
                    <a:pt x="27432" y="94487"/>
                  </a:lnTo>
                  <a:lnTo>
                    <a:pt x="27432" y="170687"/>
                  </a:lnTo>
                  <a:lnTo>
                    <a:pt x="262128" y="170687"/>
                  </a:lnTo>
                  <a:lnTo>
                    <a:pt x="262128" y="181355"/>
                  </a:lnTo>
                  <a:lnTo>
                    <a:pt x="27432" y="181355"/>
                  </a:lnTo>
                  <a:lnTo>
                    <a:pt x="27432" y="268223"/>
                  </a:lnTo>
                  <a:lnTo>
                    <a:pt x="262128" y="268223"/>
                  </a:lnTo>
                  <a:lnTo>
                    <a:pt x="262128" y="278891"/>
                  </a:lnTo>
                  <a:lnTo>
                    <a:pt x="27432" y="278891"/>
                  </a:lnTo>
                  <a:lnTo>
                    <a:pt x="27432" y="359663"/>
                  </a:lnTo>
                  <a:lnTo>
                    <a:pt x="262128" y="359663"/>
                  </a:lnTo>
                  <a:lnTo>
                    <a:pt x="262152" y="370331"/>
                  </a:lnTo>
                  <a:lnTo>
                    <a:pt x="27432" y="370331"/>
                  </a:lnTo>
                  <a:lnTo>
                    <a:pt x="27432" y="397763"/>
                  </a:lnTo>
                  <a:lnTo>
                    <a:pt x="0" y="406907"/>
                  </a:lnTo>
                  <a:close/>
                </a:path>
                <a:path w="279400" h="407035">
                  <a:moveTo>
                    <a:pt x="262128" y="170687"/>
                  </a:moveTo>
                  <a:lnTo>
                    <a:pt x="236220" y="170687"/>
                  </a:lnTo>
                  <a:lnTo>
                    <a:pt x="236220" y="94487"/>
                  </a:lnTo>
                  <a:lnTo>
                    <a:pt x="269578" y="94487"/>
                  </a:lnTo>
                  <a:lnTo>
                    <a:pt x="262128" y="100583"/>
                  </a:lnTo>
                  <a:lnTo>
                    <a:pt x="262128" y="170687"/>
                  </a:lnTo>
                  <a:close/>
                </a:path>
                <a:path w="279400" h="407035">
                  <a:moveTo>
                    <a:pt x="262128" y="268223"/>
                  </a:moveTo>
                  <a:lnTo>
                    <a:pt x="236220" y="268223"/>
                  </a:lnTo>
                  <a:lnTo>
                    <a:pt x="236220" y="181355"/>
                  </a:lnTo>
                  <a:lnTo>
                    <a:pt x="262128" y="181355"/>
                  </a:lnTo>
                  <a:lnTo>
                    <a:pt x="262128" y="268223"/>
                  </a:lnTo>
                  <a:close/>
                </a:path>
                <a:path w="279400" h="407035">
                  <a:moveTo>
                    <a:pt x="262128" y="359663"/>
                  </a:moveTo>
                  <a:lnTo>
                    <a:pt x="236220" y="359663"/>
                  </a:lnTo>
                  <a:lnTo>
                    <a:pt x="236220" y="278891"/>
                  </a:lnTo>
                  <a:lnTo>
                    <a:pt x="262128" y="278891"/>
                  </a:lnTo>
                  <a:lnTo>
                    <a:pt x="262128" y="359663"/>
                  </a:lnTo>
                  <a:close/>
                </a:path>
                <a:path w="279400" h="407035">
                  <a:moveTo>
                    <a:pt x="236220" y="406907"/>
                  </a:moveTo>
                  <a:lnTo>
                    <a:pt x="236220" y="370331"/>
                  </a:lnTo>
                  <a:lnTo>
                    <a:pt x="262152" y="370331"/>
                  </a:lnTo>
                  <a:lnTo>
                    <a:pt x="262318" y="379285"/>
                  </a:lnTo>
                  <a:lnTo>
                    <a:pt x="262770" y="387977"/>
                  </a:lnTo>
                  <a:lnTo>
                    <a:pt x="263652" y="396239"/>
                  </a:lnTo>
                  <a:lnTo>
                    <a:pt x="236220" y="40690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" name="object 18"/>
            <p:cNvSpPr/>
            <p:nvPr/>
          </p:nvSpPr>
          <p:spPr>
            <a:xfrm>
              <a:off x="8427719" y="2380487"/>
              <a:ext cx="279400" cy="407034"/>
            </a:xfrm>
            <a:custGeom>
              <a:avLst/>
              <a:gdLst/>
              <a:ahLst/>
              <a:cxnLst/>
              <a:rect l="l" t="t" r="r" b="b"/>
              <a:pathLst>
                <a:path w="279400" h="407035">
                  <a:moveTo>
                    <a:pt x="262127" y="361187"/>
                  </a:moveTo>
                  <a:lnTo>
                    <a:pt x="262151" y="370308"/>
                  </a:lnTo>
                  <a:lnTo>
                    <a:pt x="262318" y="379285"/>
                  </a:lnTo>
                  <a:lnTo>
                    <a:pt x="262770" y="387977"/>
                  </a:lnTo>
                  <a:lnTo>
                    <a:pt x="263651" y="396239"/>
                  </a:lnTo>
                  <a:lnTo>
                    <a:pt x="236219" y="406907"/>
                  </a:lnTo>
                  <a:lnTo>
                    <a:pt x="236219" y="370331"/>
                  </a:lnTo>
                  <a:lnTo>
                    <a:pt x="27432" y="370331"/>
                  </a:lnTo>
                  <a:lnTo>
                    <a:pt x="27432" y="397763"/>
                  </a:lnTo>
                  <a:lnTo>
                    <a:pt x="0" y="406907"/>
                  </a:lnTo>
                  <a:lnTo>
                    <a:pt x="238" y="385167"/>
                  </a:lnTo>
                  <a:lnTo>
                    <a:pt x="761" y="349567"/>
                  </a:lnTo>
                  <a:lnTo>
                    <a:pt x="1285" y="299966"/>
                  </a:lnTo>
                  <a:lnTo>
                    <a:pt x="1523" y="236219"/>
                  </a:lnTo>
                  <a:lnTo>
                    <a:pt x="1285" y="173378"/>
                  </a:lnTo>
                  <a:lnTo>
                    <a:pt x="761" y="124396"/>
                  </a:lnTo>
                  <a:lnTo>
                    <a:pt x="238" y="89415"/>
                  </a:lnTo>
                  <a:lnTo>
                    <a:pt x="0" y="68579"/>
                  </a:lnTo>
                  <a:lnTo>
                    <a:pt x="27432" y="83819"/>
                  </a:lnTo>
                  <a:lnTo>
                    <a:pt x="79247" y="83819"/>
                  </a:lnTo>
                  <a:lnTo>
                    <a:pt x="88439" y="62364"/>
                  </a:lnTo>
                  <a:lnTo>
                    <a:pt x="95631" y="41338"/>
                  </a:lnTo>
                  <a:lnTo>
                    <a:pt x="101107" y="20597"/>
                  </a:lnTo>
                  <a:lnTo>
                    <a:pt x="105155" y="0"/>
                  </a:lnTo>
                  <a:lnTo>
                    <a:pt x="147827" y="19811"/>
                  </a:lnTo>
                  <a:lnTo>
                    <a:pt x="139826" y="24360"/>
                  </a:lnTo>
                  <a:lnTo>
                    <a:pt x="131825" y="31051"/>
                  </a:lnTo>
                  <a:lnTo>
                    <a:pt x="123824" y="39743"/>
                  </a:lnTo>
                  <a:lnTo>
                    <a:pt x="115823" y="50291"/>
                  </a:lnTo>
                  <a:lnTo>
                    <a:pt x="107513" y="60245"/>
                  </a:lnTo>
                  <a:lnTo>
                    <a:pt x="100774" y="69341"/>
                  </a:lnTo>
                  <a:lnTo>
                    <a:pt x="95464" y="77295"/>
                  </a:lnTo>
                  <a:lnTo>
                    <a:pt x="91439" y="83819"/>
                  </a:lnTo>
                  <a:lnTo>
                    <a:pt x="233171" y="83819"/>
                  </a:lnTo>
                  <a:lnTo>
                    <a:pt x="246887" y="62483"/>
                  </a:lnTo>
                  <a:lnTo>
                    <a:pt x="278891" y="86867"/>
                  </a:lnTo>
                  <a:lnTo>
                    <a:pt x="262127" y="100583"/>
                  </a:lnTo>
                  <a:lnTo>
                    <a:pt x="262127" y="361187"/>
                  </a:lnTo>
                  <a:close/>
                </a:path>
              </a:pathLst>
            </a:custGeom>
            <a:ln w="1219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" name="object 19"/>
            <p:cNvSpPr/>
            <p:nvPr/>
          </p:nvSpPr>
          <p:spPr>
            <a:xfrm>
              <a:off x="8455151" y="2474975"/>
              <a:ext cx="208915" cy="265430"/>
            </a:xfrm>
            <a:custGeom>
              <a:avLst/>
              <a:gdLst/>
              <a:ahLst/>
              <a:cxnLst/>
              <a:rect l="l" t="t" r="r" b="b"/>
              <a:pathLst>
                <a:path w="208915" h="265430">
                  <a:moveTo>
                    <a:pt x="0" y="0"/>
                  </a:moveTo>
                  <a:lnTo>
                    <a:pt x="0" y="76200"/>
                  </a:lnTo>
                  <a:lnTo>
                    <a:pt x="208787" y="76200"/>
                  </a:lnTo>
                  <a:lnTo>
                    <a:pt x="208787" y="0"/>
                  </a:lnTo>
                  <a:lnTo>
                    <a:pt x="0" y="0"/>
                  </a:lnTo>
                  <a:close/>
                </a:path>
                <a:path w="208915" h="265430">
                  <a:moveTo>
                    <a:pt x="0" y="86867"/>
                  </a:moveTo>
                  <a:lnTo>
                    <a:pt x="0" y="173735"/>
                  </a:lnTo>
                  <a:lnTo>
                    <a:pt x="208787" y="173735"/>
                  </a:lnTo>
                  <a:lnTo>
                    <a:pt x="208787" y="86867"/>
                  </a:lnTo>
                  <a:lnTo>
                    <a:pt x="0" y="86867"/>
                  </a:lnTo>
                  <a:close/>
                </a:path>
                <a:path w="208915" h="265430">
                  <a:moveTo>
                    <a:pt x="0" y="184404"/>
                  </a:moveTo>
                  <a:lnTo>
                    <a:pt x="0" y="265175"/>
                  </a:lnTo>
                  <a:lnTo>
                    <a:pt x="208787" y="265175"/>
                  </a:lnTo>
                  <a:lnTo>
                    <a:pt x="208787" y="184404"/>
                  </a:lnTo>
                  <a:lnTo>
                    <a:pt x="0" y="184404"/>
                  </a:lnTo>
                  <a:close/>
                </a:path>
              </a:pathLst>
            </a:custGeom>
            <a:ln w="1219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20" name="object 20"/>
          <p:cNvGrpSpPr/>
          <p:nvPr/>
        </p:nvGrpSpPr>
        <p:grpSpPr>
          <a:xfrm>
            <a:off x="8849868" y="2377439"/>
            <a:ext cx="334010" cy="405765"/>
            <a:chOff x="8849868" y="2377439"/>
            <a:chExt cx="334010" cy="405765"/>
          </a:xfrm>
        </p:grpSpPr>
        <p:sp>
          <p:nvSpPr>
            <p:cNvPr id="21" name="object 21"/>
            <p:cNvSpPr/>
            <p:nvPr/>
          </p:nvSpPr>
          <p:spPr>
            <a:xfrm>
              <a:off x="8855964" y="2383535"/>
              <a:ext cx="321945" cy="393700"/>
            </a:xfrm>
            <a:custGeom>
              <a:avLst/>
              <a:gdLst/>
              <a:ahLst/>
              <a:cxnLst/>
              <a:rect l="l" t="t" r="r" b="b"/>
              <a:pathLst>
                <a:path w="321945" h="393700">
                  <a:moveTo>
                    <a:pt x="164592" y="108204"/>
                  </a:moveTo>
                  <a:lnTo>
                    <a:pt x="140208" y="108204"/>
                  </a:lnTo>
                  <a:lnTo>
                    <a:pt x="139946" y="73294"/>
                  </a:lnTo>
                  <a:lnTo>
                    <a:pt x="139255" y="43815"/>
                  </a:lnTo>
                  <a:lnTo>
                    <a:pt x="138279" y="19478"/>
                  </a:lnTo>
                  <a:lnTo>
                    <a:pt x="137160" y="0"/>
                  </a:lnTo>
                  <a:lnTo>
                    <a:pt x="178308" y="18288"/>
                  </a:lnTo>
                  <a:lnTo>
                    <a:pt x="164592" y="30480"/>
                  </a:lnTo>
                  <a:lnTo>
                    <a:pt x="164592" y="108204"/>
                  </a:lnTo>
                  <a:close/>
                </a:path>
                <a:path w="321945" h="393700">
                  <a:moveTo>
                    <a:pt x="314706" y="108204"/>
                  </a:moveTo>
                  <a:lnTo>
                    <a:pt x="280416" y="108204"/>
                  </a:lnTo>
                  <a:lnTo>
                    <a:pt x="294132" y="89916"/>
                  </a:lnTo>
                  <a:lnTo>
                    <a:pt x="314706" y="108204"/>
                  </a:lnTo>
                  <a:close/>
                </a:path>
                <a:path w="321945" h="393700">
                  <a:moveTo>
                    <a:pt x="0" y="393192"/>
                  </a:moveTo>
                  <a:lnTo>
                    <a:pt x="881" y="367760"/>
                  </a:lnTo>
                  <a:lnTo>
                    <a:pt x="1333" y="334899"/>
                  </a:lnTo>
                  <a:lnTo>
                    <a:pt x="1407" y="316992"/>
                  </a:lnTo>
                  <a:lnTo>
                    <a:pt x="1500" y="199501"/>
                  </a:lnTo>
                  <a:lnTo>
                    <a:pt x="1333" y="158115"/>
                  </a:lnTo>
                  <a:lnTo>
                    <a:pt x="881" y="123015"/>
                  </a:lnTo>
                  <a:lnTo>
                    <a:pt x="0" y="94488"/>
                  </a:lnTo>
                  <a:lnTo>
                    <a:pt x="28956" y="108204"/>
                  </a:lnTo>
                  <a:lnTo>
                    <a:pt x="314706" y="108204"/>
                  </a:lnTo>
                  <a:lnTo>
                    <a:pt x="321564" y="114300"/>
                  </a:lnTo>
                  <a:lnTo>
                    <a:pt x="315849" y="118872"/>
                  </a:lnTo>
                  <a:lnTo>
                    <a:pt x="25908" y="118872"/>
                  </a:lnTo>
                  <a:lnTo>
                    <a:pt x="25908" y="230124"/>
                  </a:lnTo>
                  <a:lnTo>
                    <a:pt x="306324" y="230124"/>
                  </a:lnTo>
                  <a:lnTo>
                    <a:pt x="306324" y="240792"/>
                  </a:lnTo>
                  <a:lnTo>
                    <a:pt x="25908" y="240792"/>
                  </a:lnTo>
                  <a:lnTo>
                    <a:pt x="25908" y="356616"/>
                  </a:lnTo>
                  <a:lnTo>
                    <a:pt x="306494" y="356616"/>
                  </a:lnTo>
                  <a:lnTo>
                    <a:pt x="306514" y="358902"/>
                  </a:lnTo>
                  <a:lnTo>
                    <a:pt x="306780" y="367284"/>
                  </a:lnTo>
                  <a:lnTo>
                    <a:pt x="25908" y="367284"/>
                  </a:lnTo>
                  <a:lnTo>
                    <a:pt x="25908" y="387096"/>
                  </a:lnTo>
                  <a:lnTo>
                    <a:pt x="0" y="393192"/>
                  </a:lnTo>
                  <a:close/>
                </a:path>
                <a:path w="321945" h="393700">
                  <a:moveTo>
                    <a:pt x="164592" y="230124"/>
                  </a:moveTo>
                  <a:lnTo>
                    <a:pt x="140208" y="230124"/>
                  </a:lnTo>
                  <a:lnTo>
                    <a:pt x="140208" y="118872"/>
                  </a:lnTo>
                  <a:lnTo>
                    <a:pt x="164592" y="118872"/>
                  </a:lnTo>
                  <a:lnTo>
                    <a:pt x="164592" y="230124"/>
                  </a:lnTo>
                  <a:close/>
                </a:path>
                <a:path w="321945" h="393700">
                  <a:moveTo>
                    <a:pt x="306324" y="230124"/>
                  </a:moveTo>
                  <a:lnTo>
                    <a:pt x="281940" y="230124"/>
                  </a:lnTo>
                  <a:lnTo>
                    <a:pt x="281940" y="118872"/>
                  </a:lnTo>
                  <a:lnTo>
                    <a:pt x="315849" y="118872"/>
                  </a:lnTo>
                  <a:lnTo>
                    <a:pt x="306324" y="126492"/>
                  </a:lnTo>
                  <a:lnTo>
                    <a:pt x="306324" y="230124"/>
                  </a:lnTo>
                  <a:close/>
                </a:path>
                <a:path w="321945" h="393700">
                  <a:moveTo>
                    <a:pt x="164592" y="356616"/>
                  </a:moveTo>
                  <a:lnTo>
                    <a:pt x="140208" y="356616"/>
                  </a:lnTo>
                  <a:lnTo>
                    <a:pt x="140208" y="240792"/>
                  </a:lnTo>
                  <a:lnTo>
                    <a:pt x="164592" y="240792"/>
                  </a:lnTo>
                  <a:lnTo>
                    <a:pt x="164592" y="356616"/>
                  </a:lnTo>
                  <a:close/>
                </a:path>
                <a:path w="321945" h="393700">
                  <a:moveTo>
                    <a:pt x="306494" y="356616"/>
                  </a:moveTo>
                  <a:lnTo>
                    <a:pt x="281940" y="356616"/>
                  </a:lnTo>
                  <a:lnTo>
                    <a:pt x="281940" y="240792"/>
                  </a:lnTo>
                  <a:lnTo>
                    <a:pt x="306324" y="240792"/>
                  </a:lnTo>
                  <a:lnTo>
                    <a:pt x="306347" y="340090"/>
                  </a:lnTo>
                  <a:lnTo>
                    <a:pt x="306494" y="356616"/>
                  </a:lnTo>
                  <a:close/>
                </a:path>
                <a:path w="321945" h="393700">
                  <a:moveTo>
                    <a:pt x="281940" y="393192"/>
                  </a:moveTo>
                  <a:lnTo>
                    <a:pt x="281940" y="367284"/>
                  </a:lnTo>
                  <a:lnTo>
                    <a:pt x="306780" y="367284"/>
                  </a:lnTo>
                  <a:lnTo>
                    <a:pt x="306966" y="373141"/>
                  </a:lnTo>
                  <a:lnTo>
                    <a:pt x="307848" y="382524"/>
                  </a:lnTo>
                  <a:lnTo>
                    <a:pt x="281940" y="393192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" name="object 22"/>
            <p:cNvSpPr/>
            <p:nvPr/>
          </p:nvSpPr>
          <p:spPr>
            <a:xfrm>
              <a:off x="9020556" y="2624327"/>
              <a:ext cx="117475" cy="116205"/>
            </a:xfrm>
            <a:custGeom>
              <a:avLst/>
              <a:gdLst/>
              <a:ahLst/>
              <a:cxnLst/>
              <a:rect l="l" t="t" r="r" b="b"/>
              <a:pathLst>
                <a:path w="117475" h="116205">
                  <a:moveTo>
                    <a:pt x="0" y="0"/>
                  </a:moveTo>
                  <a:lnTo>
                    <a:pt x="0" y="115824"/>
                  </a:lnTo>
                  <a:lnTo>
                    <a:pt x="117348" y="115824"/>
                  </a:lnTo>
                  <a:lnTo>
                    <a:pt x="117348" y="0"/>
                  </a:lnTo>
                  <a:lnTo>
                    <a:pt x="0" y="0"/>
                  </a:lnTo>
                  <a:close/>
                </a:path>
              </a:pathLst>
            </a:custGeom>
            <a:ln w="1219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" name="object 23"/>
            <p:cNvSpPr/>
            <p:nvPr/>
          </p:nvSpPr>
          <p:spPr>
            <a:xfrm>
              <a:off x="8855964" y="2383535"/>
              <a:ext cx="321945" cy="393700"/>
            </a:xfrm>
            <a:custGeom>
              <a:avLst/>
              <a:gdLst/>
              <a:ahLst/>
              <a:cxnLst/>
              <a:rect l="l" t="t" r="r" b="b"/>
              <a:pathLst>
                <a:path w="321945" h="393700">
                  <a:moveTo>
                    <a:pt x="0" y="393191"/>
                  </a:moveTo>
                  <a:lnTo>
                    <a:pt x="881" y="367760"/>
                  </a:lnTo>
                  <a:lnTo>
                    <a:pt x="1333" y="334898"/>
                  </a:lnTo>
                  <a:lnTo>
                    <a:pt x="1500" y="294608"/>
                  </a:lnTo>
                  <a:lnTo>
                    <a:pt x="1524" y="246887"/>
                  </a:lnTo>
                  <a:lnTo>
                    <a:pt x="1500" y="199501"/>
                  </a:lnTo>
                  <a:lnTo>
                    <a:pt x="1333" y="158114"/>
                  </a:lnTo>
                  <a:lnTo>
                    <a:pt x="881" y="123015"/>
                  </a:lnTo>
                  <a:lnTo>
                    <a:pt x="0" y="94487"/>
                  </a:lnTo>
                  <a:lnTo>
                    <a:pt x="28956" y="108203"/>
                  </a:lnTo>
                  <a:lnTo>
                    <a:pt x="140208" y="108203"/>
                  </a:lnTo>
                  <a:lnTo>
                    <a:pt x="139946" y="73294"/>
                  </a:lnTo>
                  <a:lnTo>
                    <a:pt x="139255" y="43814"/>
                  </a:lnTo>
                  <a:lnTo>
                    <a:pt x="138279" y="19478"/>
                  </a:lnTo>
                  <a:lnTo>
                    <a:pt x="137160" y="0"/>
                  </a:lnTo>
                  <a:lnTo>
                    <a:pt x="178307" y="18287"/>
                  </a:lnTo>
                  <a:lnTo>
                    <a:pt x="164592" y="30479"/>
                  </a:lnTo>
                  <a:lnTo>
                    <a:pt x="164592" y="108203"/>
                  </a:lnTo>
                  <a:lnTo>
                    <a:pt x="280416" y="108203"/>
                  </a:lnTo>
                  <a:lnTo>
                    <a:pt x="294131" y="89915"/>
                  </a:lnTo>
                  <a:lnTo>
                    <a:pt x="321563" y="114299"/>
                  </a:lnTo>
                  <a:lnTo>
                    <a:pt x="306323" y="126491"/>
                  </a:lnTo>
                  <a:lnTo>
                    <a:pt x="306323" y="316991"/>
                  </a:lnTo>
                  <a:lnTo>
                    <a:pt x="306347" y="340090"/>
                  </a:lnTo>
                  <a:lnTo>
                    <a:pt x="306514" y="358901"/>
                  </a:lnTo>
                  <a:lnTo>
                    <a:pt x="306966" y="373141"/>
                  </a:lnTo>
                  <a:lnTo>
                    <a:pt x="307848" y="382523"/>
                  </a:lnTo>
                  <a:lnTo>
                    <a:pt x="281940" y="393191"/>
                  </a:lnTo>
                  <a:lnTo>
                    <a:pt x="281940" y="367283"/>
                  </a:lnTo>
                  <a:lnTo>
                    <a:pt x="25908" y="367283"/>
                  </a:lnTo>
                  <a:lnTo>
                    <a:pt x="25908" y="387095"/>
                  </a:lnTo>
                  <a:lnTo>
                    <a:pt x="0" y="393191"/>
                  </a:lnTo>
                  <a:close/>
                </a:path>
              </a:pathLst>
            </a:custGeom>
            <a:ln w="1219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" name="object 24"/>
            <p:cNvSpPr/>
            <p:nvPr/>
          </p:nvSpPr>
          <p:spPr>
            <a:xfrm>
              <a:off x="8881872" y="2502408"/>
              <a:ext cx="256540" cy="238125"/>
            </a:xfrm>
            <a:custGeom>
              <a:avLst/>
              <a:gdLst/>
              <a:ahLst/>
              <a:cxnLst/>
              <a:rect l="l" t="t" r="r" b="b"/>
              <a:pathLst>
                <a:path w="256540" h="238125">
                  <a:moveTo>
                    <a:pt x="0" y="0"/>
                  </a:moveTo>
                  <a:lnTo>
                    <a:pt x="0" y="111251"/>
                  </a:lnTo>
                  <a:lnTo>
                    <a:pt x="114300" y="111251"/>
                  </a:lnTo>
                  <a:lnTo>
                    <a:pt x="114300" y="0"/>
                  </a:lnTo>
                  <a:lnTo>
                    <a:pt x="0" y="0"/>
                  </a:lnTo>
                  <a:close/>
                </a:path>
                <a:path w="256540" h="238125">
                  <a:moveTo>
                    <a:pt x="138683" y="0"/>
                  </a:moveTo>
                  <a:lnTo>
                    <a:pt x="138683" y="111251"/>
                  </a:lnTo>
                  <a:lnTo>
                    <a:pt x="256032" y="111251"/>
                  </a:lnTo>
                  <a:lnTo>
                    <a:pt x="256032" y="0"/>
                  </a:lnTo>
                  <a:lnTo>
                    <a:pt x="138683" y="0"/>
                  </a:lnTo>
                  <a:close/>
                </a:path>
                <a:path w="256540" h="238125">
                  <a:moveTo>
                    <a:pt x="0" y="121919"/>
                  </a:moveTo>
                  <a:lnTo>
                    <a:pt x="0" y="237743"/>
                  </a:lnTo>
                  <a:lnTo>
                    <a:pt x="114300" y="237743"/>
                  </a:lnTo>
                  <a:lnTo>
                    <a:pt x="114300" y="121919"/>
                  </a:lnTo>
                  <a:lnTo>
                    <a:pt x="0" y="121919"/>
                  </a:lnTo>
                  <a:close/>
                </a:path>
              </a:pathLst>
            </a:custGeom>
            <a:ln w="1219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25" name="object 25"/>
          <p:cNvSpPr/>
          <p:nvPr/>
        </p:nvSpPr>
        <p:spPr>
          <a:xfrm>
            <a:off x="9287255" y="2380488"/>
            <a:ext cx="356870" cy="402590"/>
          </a:xfrm>
          <a:custGeom>
            <a:avLst/>
            <a:gdLst/>
            <a:ahLst/>
            <a:cxnLst/>
            <a:rect l="l" t="t" r="r" b="b"/>
            <a:pathLst>
              <a:path w="356870" h="402589">
                <a:moveTo>
                  <a:pt x="54864" y="89916"/>
                </a:moveTo>
                <a:lnTo>
                  <a:pt x="44196" y="89916"/>
                </a:lnTo>
                <a:lnTo>
                  <a:pt x="51554" y="62793"/>
                </a:lnTo>
                <a:lnTo>
                  <a:pt x="57340" y="38671"/>
                </a:lnTo>
                <a:lnTo>
                  <a:pt x="61126" y="17692"/>
                </a:lnTo>
                <a:lnTo>
                  <a:pt x="62484" y="0"/>
                </a:lnTo>
                <a:lnTo>
                  <a:pt x="100584" y="21336"/>
                </a:lnTo>
                <a:lnTo>
                  <a:pt x="91725" y="29051"/>
                </a:lnTo>
                <a:lnTo>
                  <a:pt x="81153" y="43053"/>
                </a:lnTo>
                <a:lnTo>
                  <a:pt x="68865" y="63341"/>
                </a:lnTo>
                <a:lnTo>
                  <a:pt x="54864" y="89916"/>
                </a:lnTo>
                <a:close/>
              </a:path>
              <a:path w="356870" h="402589">
                <a:moveTo>
                  <a:pt x="147828" y="192024"/>
                </a:moveTo>
                <a:lnTo>
                  <a:pt x="143256" y="187452"/>
                </a:lnTo>
                <a:lnTo>
                  <a:pt x="160377" y="160615"/>
                </a:lnTo>
                <a:lnTo>
                  <a:pt x="175069" y="135064"/>
                </a:lnTo>
                <a:lnTo>
                  <a:pt x="196596" y="88392"/>
                </a:lnTo>
                <a:lnTo>
                  <a:pt x="211836" y="44958"/>
                </a:lnTo>
                <a:lnTo>
                  <a:pt x="222503" y="1524"/>
                </a:lnTo>
                <a:lnTo>
                  <a:pt x="260603" y="24384"/>
                </a:lnTo>
                <a:lnTo>
                  <a:pt x="252864" y="32146"/>
                </a:lnTo>
                <a:lnTo>
                  <a:pt x="243268" y="46482"/>
                </a:lnTo>
                <a:lnTo>
                  <a:pt x="231671" y="67675"/>
                </a:lnTo>
                <a:lnTo>
                  <a:pt x="217932" y="96012"/>
                </a:lnTo>
                <a:lnTo>
                  <a:pt x="350520" y="96012"/>
                </a:lnTo>
                <a:lnTo>
                  <a:pt x="356616" y="102108"/>
                </a:lnTo>
                <a:lnTo>
                  <a:pt x="350901" y="106680"/>
                </a:lnTo>
                <a:lnTo>
                  <a:pt x="214884" y="106680"/>
                </a:lnTo>
                <a:lnTo>
                  <a:pt x="198834" y="130730"/>
                </a:lnTo>
                <a:lnTo>
                  <a:pt x="182499" y="152781"/>
                </a:lnTo>
                <a:lnTo>
                  <a:pt x="165592" y="173116"/>
                </a:lnTo>
                <a:lnTo>
                  <a:pt x="147828" y="192024"/>
                </a:lnTo>
                <a:close/>
              </a:path>
              <a:path w="356870" h="402589">
                <a:moveTo>
                  <a:pt x="146304" y="89916"/>
                </a:moveTo>
                <a:lnTo>
                  <a:pt x="111252" y="89916"/>
                </a:lnTo>
                <a:lnTo>
                  <a:pt x="129540" y="73152"/>
                </a:lnTo>
                <a:lnTo>
                  <a:pt x="146304" y="89916"/>
                </a:lnTo>
                <a:close/>
              </a:path>
              <a:path w="356870" h="402589">
                <a:moveTo>
                  <a:pt x="0" y="397764"/>
                </a:moveTo>
                <a:lnTo>
                  <a:pt x="834" y="359664"/>
                </a:lnTo>
                <a:lnTo>
                  <a:pt x="935" y="352615"/>
                </a:lnTo>
                <a:lnTo>
                  <a:pt x="1333" y="316992"/>
                </a:lnTo>
                <a:lnTo>
                  <a:pt x="1430" y="178308"/>
                </a:lnTo>
                <a:lnTo>
                  <a:pt x="1309" y="152781"/>
                </a:lnTo>
                <a:lnTo>
                  <a:pt x="881" y="114704"/>
                </a:lnTo>
                <a:lnTo>
                  <a:pt x="0" y="74676"/>
                </a:lnTo>
                <a:lnTo>
                  <a:pt x="25908" y="89916"/>
                </a:lnTo>
                <a:lnTo>
                  <a:pt x="146304" y="89916"/>
                </a:lnTo>
                <a:lnTo>
                  <a:pt x="155448" y="99060"/>
                </a:lnTo>
                <a:lnTo>
                  <a:pt x="153162" y="100584"/>
                </a:lnTo>
                <a:lnTo>
                  <a:pt x="24384" y="100584"/>
                </a:lnTo>
                <a:lnTo>
                  <a:pt x="24384" y="211836"/>
                </a:lnTo>
                <a:lnTo>
                  <a:pt x="137509" y="211836"/>
                </a:lnTo>
                <a:lnTo>
                  <a:pt x="137586" y="222504"/>
                </a:lnTo>
                <a:lnTo>
                  <a:pt x="24384" y="222504"/>
                </a:lnTo>
                <a:lnTo>
                  <a:pt x="24384" y="344424"/>
                </a:lnTo>
                <a:lnTo>
                  <a:pt x="139258" y="344424"/>
                </a:lnTo>
                <a:lnTo>
                  <a:pt x="139305" y="346850"/>
                </a:lnTo>
                <a:lnTo>
                  <a:pt x="139544" y="355092"/>
                </a:lnTo>
                <a:lnTo>
                  <a:pt x="24384" y="355092"/>
                </a:lnTo>
                <a:lnTo>
                  <a:pt x="24384" y="384048"/>
                </a:lnTo>
                <a:lnTo>
                  <a:pt x="0" y="397764"/>
                </a:lnTo>
                <a:close/>
              </a:path>
              <a:path w="356870" h="402589">
                <a:moveTo>
                  <a:pt x="350520" y="96012"/>
                </a:moveTo>
                <a:lnTo>
                  <a:pt x="312420" y="96012"/>
                </a:lnTo>
                <a:lnTo>
                  <a:pt x="330708" y="76200"/>
                </a:lnTo>
                <a:lnTo>
                  <a:pt x="350520" y="96012"/>
                </a:lnTo>
                <a:close/>
              </a:path>
              <a:path w="356870" h="402589">
                <a:moveTo>
                  <a:pt x="137509" y="211836"/>
                </a:moveTo>
                <a:lnTo>
                  <a:pt x="115824" y="211836"/>
                </a:lnTo>
                <a:lnTo>
                  <a:pt x="115824" y="100584"/>
                </a:lnTo>
                <a:lnTo>
                  <a:pt x="153162" y="100584"/>
                </a:lnTo>
                <a:lnTo>
                  <a:pt x="137160" y="111252"/>
                </a:lnTo>
                <a:lnTo>
                  <a:pt x="137271" y="160615"/>
                </a:lnTo>
                <a:lnTo>
                  <a:pt x="137390" y="195333"/>
                </a:lnTo>
                <a:lnTo>
                  <a:pt x="137509" y="211836"/>
                </a:lnTo>
                <a:close/>
              </a:path>
              <a:path w="356870" h="402589">
                <a:moveTo>
                  <a:pt x="327778" y="359664"/>
                </a:moveTo>
                <a:lnTo>
                  <a:pt x="283464" y="359664"/>
                </a:lnTo>
                <a:lnTo>
                  <a:pt x="292631" y="357925"/>
                </a:lnTo>
                <a:lnTo>
                  <a:pt x="299656" y="352615"/>
                </a:lnTo>
                <a:lnTo>
                  <a:pt x="309895" y="305562"/>
                </a:lnTo>
                <a:lnTo>
                  <a:pt x="311658" y="259842"/>
                </a:lnTo>
                <a:lnTo>
                  <a:pt x="313456" y="192024"/>
                </a:lnTo>
                <a:lnTo>
                  <a:pt x="315467" y="106680"/>
                </a:lnTo>
                <a:lnTo>
                  <a:pt x="350901" y="106680"/>
                </a:lnTo>
                <a:lnTo>
                  <a:pt x="341376" y="114300"/>
                </a:lnTo>
                <a:lnTo>
                  <a:pt x="339547" y="188719"/>
                </a:lnTo>
                <a:lnTo>
                  <a:pt x="337718" y="249167"/>
                </a:lnTo>
                <a:lnTo>
                  <a:pt x="335889" y="295570"/>
                </a:lnTo>
                <a:lnTo>
                  <a:pt x="334060" y="327855"/>
                </a:lnTo>
                <a:lnTo>
                  <a:pt x="332232" y="345948"/>
                </a:lnTo>
                <a:lnTo>
                  <a:pt x="328497" y="357925"/>
                </a:lnTo>
                <a:lnTo>
                  <a:pt x="327778" y="359664"/>
                </a:lnTo>
                <a:close/>
              </a:path>
              <a:path w="356870" h="402589">
                <a:moveTo>
                  <a:pt x="231648" y="269748"/>
                </a:moveTo>
                <a:lnTo>
                  <a:pt x="230124" y="269748"/>
                </a:lnTo>
                <a:lnTo>
                  <a:pt x="226956" y="268295"/>
                </a:lnTo>
                <a:lnTo>
                  <a:pt x="224218" y="263842"/>
                </a:lnTo>
                <a:lnTo>
                  <a:pt x="221765" y="256246"/>
                </a:lnTo>
                <a:lnTo>
                  <a:pt x="219456" y="245364"/>
                </a:lnTo>
                <a:lnTo>
                  <a:pt x="214907" y="228242"/>
                </a:lnTo>
                <a:lnTo>
                  <a:pt x="208216" y="211264"/>
                </a:lnTo>
                <a:lnTo>
                  <a:pt x="199524" y="194571"/>
                </a:lnTo>
                <a:lnTo>
                  <a:pt x="188976" y="178308"/>
                </a:lnTo>
                <a:lnTo>
                  <a:pt x="192024" y="172212"/>
                </a:lnTo>
                <a:lnTo>
                  <a:pt x="224980" y="199644"/>
                </a:lnTo>
                <a:lnTo>
                  <a:pt x="246888" y="236220"/>
                </a:lnTo>
                <a:lnTo>
                  <a:pt x="246888" y="248412"/>
                </a:lnTo>
                <a:lnTo>
                  <a:pt x="245364" y="254508"/>
                </a:lnTo>
                <a:lnTo>
                  <a:pt x="236220" y="266700"/>
                </a:lnTo>
                <a:lnTo>
                  <a:pt x="231648" y="269748"/>
                </a:lnTo>
                <a:close/>
              </a:path>
              <a:path w="356870" h="402589">
                <a:moveTo>
                  <a:pt x="139258" y="344424"/>
                </a:moveTo>
                <a:lnTo>
                  <a:pt x="115824" y="344424"/>
                </a:lnTo>
                <a:lnTo>
                  <a:pt x="115824" y="222504"/>
                </a:lnTo>
                <a:lnTo>
                  <a:pt x="137586" y="222504"/>
                </a:lnTo>
                <a:lnTo>
                  <a:pt x="137793" y="251435"/>
                </a:lnTo>
                <a:lnTo>
                  <a:pt x="138493" y="305562"/>
                </a:lnTo>
                <a:lnTo>
                  <a:pt x="139258" y="344424"/>
                </a:lnTo>
                <a:close/>
              </a:path>
              <a:path w="356870" h="402589">
                <a:moveTo>
                  <a:pt x="278891" y="402336"/>
                </a:moveTo>
                <a:lnTo>
                  <a:pt x="271986" y="389239"/>
                </a:lnTo>
                <a:lnTo>
                  <a:pt x="260223" y="377571"/>
                </a:lnTo>
                <a:lnTo>
                  <a:pt x="243316" y="367617"/>
                </a:lnTo>
                <a:lnTo>
                  <a:pt x="220979" y="359664"/>
                </a:lnTo>
                <a:lnTo>
                  <a:pt x="220979" y="352044"/>
                </a:lnTo>
                <a:lnTo>
                  <a:pt x="241244" y="355163"/>
                </a:lnTo>
                <a:lnTo>
                  <a:pt x="258508" y="357568"/>
                </a:lnTo>
                <a:lnTo>
                  <a:pt x="272629" y="359116"/>
                </a:lnTo>
                <a:lnTo>
                  <a:pt x="283464" y="359664"/>
                </a:lnTo>
                <a:lnTo>
                  <a:pt x="327778" y="359664"/>
                </a:lnTo>
                <a:lnTo>
                  <a:pt x="324231" y="368236"/>
                </a:lnTo>
                <a:lnTo>
                  <a:pt x="290310" y="397764"/>
                </a:lnTo>
                <a:lnTo>
                  <a:pt x="278891" y="402336"/>
                </a:lnTo>
                <a:close/>
              </a:path>
              <a:path w="356870" h="402589">
                <a:moveTo>
                  <a:pt x="115824" y="391668"/>
                </a:moveTo>
                <a:lnTo>
                  <a:pt x="115824" y="355092"/>
                </a:lnTo>
                <a:lnTo>
                  <a:pt x="139544" y="355092"/>
                </a:lnTo>
                <a:lnTo>
                  <a:pt x="140208" y="377952"/>
                </a:lnTo>
                <a:lnTo>
                  <a:pt x="115824" y="39166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" name="object 26"/>
          <p:cNvSpPr/>
          <p:nvPr/>
        </p:nvSpPr>
        <p:spPr>
          <a:xfrm>
            <a:off x="2141220" y="2903220"/>
            <a:ext cx="361315" cy="403860"/>
          </a:xfrm>
          <a:custGeom>
            <a:avLst/>
            <a:gdLst/>
            <a:ahLst/>
            <a:cxnLst/>
            <a:rect l="l" t="t" r="r" b="b"/>
            <a:pathLst>
              <a:path w="361314" h="403860">
                <a:moveTo>
                  <a:pt x="326353" y="15239"/>
                </a:moveTo>
                <a:lnTo>
                  <a:pt x="295656" y="15239"/>
                </a:lnTo>
                <a:lnTo>
                  <a:pt x="307848" y="0"/>
                </a:lnTo>
                <a:lnTo>
                  <a:pt x="326353" y="15239"/>
                </a:lnTo>
                <a:close/>
              </a:path>
              <a:path w="361314" h="403860">
                <a:moveTo>
                  <a:pt x="56388" y="199643"/>
                </a:moveTo>
                <a:lnTo>
                  <a:pt x="58388" y="179022"/>
                </a:lnTo>
                <a:lnTo>
                  <a:pt x="59817" y="155828"/>
                </a:lnTo>
                <a:lnTo>
                  <a:pt x="60674" y="129778"/>
                </a:lnTo>
                <a:lnTo>
                  <a:pt x="60960" y="100583"/>
                </a:lnTo>
                <a:lnTo>
                  <a:pt x="60721" y="71389"/>
                </a:lnTo>
                <a:lnTo>
                  <a:pt x="60198" y="45338"/>
                </a:lnTo>
                <a:lnTo>
                  <a:pt x="59674" y="22145"/>
                </a:lnTo>
                <a:lnTo>
                  <a:pt x="59436" y="1524"/>
                </a:lnTo>
                <a:lnTo>
                  <a:pt x="83820" y="15239"/>
                </a:lnTo>
                <a:lnTo>
                  <a:pt x="326353" y="15239"/>
                </a:lnTo>
                <a:lnTo>
                  <a:pt x="333756" y="21336"/>
                </a:lnTo>
                <a:lnTo>
                  <a:pt x="329184" y="25907"/>
                </a:lnTo>
                <a:lnTo>
                  <a:pt x="83820" y="25907"/>
                </a:lnTo>
                <a:lnTo>
                  <a:pt x="83820" y="89915"/>
                </a:lnTo>
                <a:lnTo>
                  <a:pt x="321564" y="89915"/>
                </a:lnTo>
                <a:lnTo>
                  <a:pt x="321564" y="100583"/>
                </a:lnTo>
                <a:lnTo>
                  <a:pt x="83820" y="100583"/>
                </a:lnTo>
                <a:lnTo>
                  <a:pt x="83820" y="163067"/>
                </a:lnTo>
                <a:lnTo>
                  <a:pt x="322025" y="163067"/>
                </a:lnTo>
                <a:lnTo>
                  <a:pt x="322206" y="168925"/>
                </a:lnTo>
                <a:lnTo>
                  <a:pt x="322480" y="173735"/>
                </a:lnTo>
                <a:lnTo>
                  <a:pt x="83820" y="173735"/>
                </a:lnTo>
                <a:lnTo>
                  <a:pt x="83820" y="188975"/>
                </a:lnTo>
                <a:lnTo>
                  <a:pt x="56388" y="199643"/>
                </a:lnTo>
                <a:close/>
              </a:path>
              <a:path w="361314" h="403860">
                <a:moveTo>
                  <a:pt x="199644" y="89915"/>
                </a:moveTo>
                <a:lnTo>
                  <a:pt x="176784" y="89915"/>
                </a:lnTo>
                <a:lnTo>
                  <a:pt x="176784" y="25907"/>
                </a:lnTo>
                <a:lnTo>
                  <a:pt x="199644" y="25907"/>
                </a:lnTo>
                <a:lnTo>
                  <a:pt x="199644" y="89915"/>
                </a:lnTo>
                <a:close/>
              </a:path>
              <a:path w="361314" h="403860">
                <a:moveTo>
                  <a:pt x="321564" y="89915"/>
                </a:moveTo>
                <a:lnTo>
                  <a:pt x="297180" y="89915"/>
                </a:lnTo>
                <a:lnTo>
                  <a:pt x="297180" y="25907"/>
                </a:lnTo>
                <a:lnTo>
                  <a:pt x="329184" y="25907"/>
                </a:lnTo>
                <a:lnTo>
                  <a:pt x="321564" y="33527"/>
                </a:lnTo>
                <a:lnTo>
                  <a:pt x="321564" y="89915"/>
                </a:lnTo>
                <a:close/>
              </a:path>
              <a:path w="361314" h="403860">
                <a:moveTo>
                  <a:pt x="199644" y="163067"/>
                </a:moveTo>
                <a:lnTo>
                  <a:pt x="176784" y="163067"/>
                </a:lnTo>
                <a:lnTo>
                  <a:pt x="176784" y="100583"/>
                </a:lnTo>
                <a:lnTo>
                  <a:pt x="199644" y="100583"/>
                </a:lnTo>
                <a:lnTo>
                  <a:pt x="199644" y="163067"/>
                </a:lnTo>
                <a:close/>
              </a:path>
              <a:path w="361314" h="403860">
                <a:moveTo>
                  <a:pt x="322025" y="163067"/>
                </a:moveTo>
                <a:lnTo>
                  <a:pt x="297180" y="163067"/>
                </a:lnTo>
                <a:lnTo>
                  <a:pt x="297180" y="100583"/>
                </a:lnTo>
                <a:lnTo>
                  <a:pt x="321564" y="100583"/>
                </a:lnTo>
                <a:lnTo>
                  <a:pt x="321587" y="140255"/>
                </a:lnTo>
                <a:lnTo>
                  <a:pt x="321754" y="154304"/>
                </a:lnTo>
                <a:lnTo>
                  <a:pt x="322025" y="163067"/>
                </a:lnTo>
                <a:close/>
              </a:path>
              <a:path w="361314" h="403860">
                <a:moveTo>
                  <a:pt x="297180" y="193547"/>
                </a:moveTo>
                <a:lnTo>
                  <a:pt x="297180" y="173735"/>
                </a:lnTo>
                <a:lnTo>
                  <a:pt x="322480" y="173735"/>
                </a:lnTo>
                <a:lnTo>
                  <a:pt x="323088" y="184403"/>
                </a:lnTo>
                <a:lnTo>
                  <a:pt x="297180" y="193547"/>
                </a:lnTo>
                <a:close/>
              </a:path>
              <a:path w="361314" h="403860">
                <a:moveTo>
                  <a:pt x="196596" y="236219"/>
                </a:moveTo>
                <a:lnTo>
                  <a:pt x="172212" y="236219"/>
                </a:lnTo>
                <a:lnTo>
                  <a:pt x="174307" y="201167"/>
                </a:lnTo>
                <a:lnTo>
                  <a:pt x="174998" y="186928"/>
                </a:lnTo>
                <a:lnTo>
                  <a:pt x="175260" y="175259"/>
                </a:lnTo>
                <a:lnTo>
                  <a:pt x="214884" y="196595"/>
                </a:lnTo>
                <a:lnTo>
                  <a:pt x="202692" y="205739"/>
                </a:lnTo>
                <a:lnTo>
                  <a:pt x="201310" y="212645"/>
                </a:lnTo>
                <a:lnTo>
                  <a:pt x="199644" y="219836"/>
                </a:lnTo>
                <a:lnTo>
                  <a:pt x="197977" y="227599"/>
                </a:lnTo>
                <a:lnTo>
                  <a:pt x="196596" y="236219"/>
                </a:lnTo>
                <a:close/>
              </a:path>
              <a:path w="361314" h="403860">
                <a:moveTo>
                  <a:pt x="36576" y="251459"/>
                </a:moveTo>
                <a:lnTo>
                  <a:pt x="19812" y="236219"/>
                </a:lnTo>
                <a:lnTo>
                  <a:pt x="320040" y="236219"/>
                </a:lnTo>
                <a:lnTo>
                  <a:pt x="333756" y="219455"/>
                </a:lnTo>
                <a:lnTo>
                  <a:pt x="361188" y="243839"/>
                </a:lnTo>
                <a:lnTo>
                  <a:pt x="356833" y="246887"/>
                </a:lnTo>
                <a:lnTo>
                  <a:pt x="77724" y="246887"/>
                </a:lnTo>
                <a:lnTo>
                  <a:pt x="66579" y="247173"/>
                </a:lnTo>
                <a:lnTo>
                  <a:pt x="56007" y="248030"/>
                </a:lnTo>
                <a:lnTo>
                  <a:pt x="46005" y="249459"/>
                </a:lnTo>
                <a:lnTo>
                  <a:pt x="36576" y="251459"/>
                </a:lnTo>
                <a:close/>
              </a:path>
              <a:path w="361314" h="403860">
                <a:moveTo>
                  <a:pt x="1524" y="403860"/>
                </a:moveTo>
                <a:lnTo>
                  <a:pt x="0" y="397763"/>
                </a:lnTo>
                <a:lnTo>
                  <a:pt x="34575" y="385762"/>
                </a:lnTo>
                <a:lnTo>
                  <a:pt x="65151" y="372618"/>
                </a:lnTo>
                <a:lnTo>
                  <a:pt x="114300" y="342900"/>
                </a:lnTo>
                <a:lnTo>
                  <a:pt x="148209" y="302894"/>
                </a:lnTo>
                <a:lnTo>
                  <a:pt x="170688" y="246887"/>
                </a:lnTo>
                <a:lnTo>
                  <a:pt x="195072" y="246887"/>
                </a:lnTo>
                <a:lnTo>
                  <a:pt x="171259" y="309371"/>
                </a:lnTo>
                <a:lnTo>
                  <a:pt x="132588" y="353568"/>
                </a:lnTo>
                <a:lnTo>
                  <a:pt x="76771" y="384428"/>
                </a:lnTo>
                <a:lnTo>
                  <a:pt x="41505" y="395573"/>
                </a:lnTo>
                <a:lnTo>
                  <a:pt x="1524" y="403860"/>
                </a:lnTo>
                <a:close/>
              </a:path>
              <a:path w="361314" h="403860">
                <a:moveTo>
                  <a:pt x="320988" y="360521"/>
                </a:moveTo>
                <a:lnTo>
                  <a:pt x="282797" y="360521"/>
                </a:lnTo>
                <a:lnTo>
                  <a:pt x="291084" y="359664"/>
                </a:lnTo>
                <a:lnTo>
                  <a:pt x="295632" y="355973"/>
                </a:lnTo>
                <a:lnTo>
                  <a:pt x="311277" y="313753"/>
                </a:lnTo>
                <a:lnTo>
                  <a:pt x="318135" y="272605"/>
                </a:lnTo>
                <a:lnTo>
                  <a:pt x="321564" y="246887"/>
                </a:lnTo>
                <a:lnTo>
                  <a:pt x="356833" y="246887"/>
                </a:lnTo>
                <a:lnTo>
                  <a:pt x="345948" y="254507"/>
                </a:lnTo>
                <a:lnTo>
                  <a:pt x="340518" y="284202"/>
                </a:lnTo>
                <a:lnTo>
                  <a:pt x="335620" y="309371"/>
                </a:lnTo>
                <a:lnTo>
                  <a:pt x="331374" y="329303"/>
                </a:lnTo>
                <a:lnTo>
                  <a:pt x="327660" y="344424"/>
                </a:lnTo>
                <a:lnTo>
                  <a:pt x="323064" y="356139"/>
                </a:lnTo>
                <a:lnTo>
                  <a:pt x="320988" y="360521"/>
                </a:lnTo>
                <a:close/>
              </a:path>
              <a:path w="361314" h="403860">
                <a:moveTo>
                  <a:pt x="262128" y="397763"/>
                </a:moveTo>
                <a:lnTo>
                  <a:pt x="260699" y="386357"/>
                </a:lnTo>
                <a:lnTo>
                  <a:pt x="251841" y="375094"/>
                </a:lnTo>
                <a:lnTo>
                  <a:pt x="235553" y="364116"/>
                </a:lnTo>
                <a:lnTo>
                  <a:pt x="211836" y="353568"/>
                </a:lnTo>
                <a:lnTo>
                  <a:pt x="213360" y="345948"/>
                </a:lnTo>
                <a:lnTo>
                  <a:pt x="243935" y="353663"/>
                </a:lnTo>
                <a:lnTo>
                  <a:pt x="267081" y="358521"/>
                </a:lnTo>
                <a:lnTo>
                  <a:pt x="282797" y="360521"/>
                </a:lnTo>
                <a:lnTo>
                  <a:pt x="320988" y="360521"/>
                </a:lnTo>
                <a:lnTo>
                  <a:pt x="318325" y="366141"/>
                </a:lnTo>
                <a:lnTo>
                  <a:pt x="277844" y="394930"/>
                </a:lnTo>
                <a:lnTo>
                  <a:pt x="262128" y="39776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" name="object 27"/>
          <p:cNvSpPr/>
          <p:nvPr/>
        </p:nvSpPr>
        <p:spPr>
          <a:xfrm>
            <a:off x="2572511" y="2903219"/>
            <a:ext cx="405765" cy="398145"/>
          </a:xfrm>
          <a:custGeom>
            <a:avLst/>
            <a:gdLst/>
            <a:ahLst/>
            <a:cxnLst/>
            <a:rect l="l" t="t" r="r" b="b"/>
            <a:pathLst>
              <a:path w="405764" h="398145">
                <a:moveTo>
                  <a:pt x="3048" y="397763"/>
                </a:moveTo>
                <a:lnTo>
                  <a:pt x="0" y="393191"/>
                </a:lnTo>
                <a:lnTo>
                  <a:pt x="34290" y="369998"/>
                </a:lnTo>
                <a:lnTo>
                  <a:pt x="64008" y="345948"/>
                </a:lnTo>
                <a:lnTo>
                  <a:pt x="109728" y="294131"/>
                </a:lnTo>
                <a:lnTo>
                  <a:pt x="140589" y="234505"/>
                </a:lnTo>
                <a:lnTo>
                  <a:pt x="160020" y="160019"/>
                </a:lnTo>
                <a:lnTo>
                  <a:pt x="165782" y="120014"/>
                </a:lnTo>
                <a:lnTo>
                  <a:pt x="169545" y="80009"/>
                </a:lnTo>
                <a:lnTo>
                  <a:pt x="171592" y="40004"/>
                </a:lnTo>
                <a:lnTo>
                  <a:pt x="172212" y="0"/>
                </a:lnTo>
                <a:lnTo>
                  <a:pt x="224028" y="22859"/>
                </a:lnTo>
                <a:lnTo>
                  <a:pt x="205740" y="38100"/>
                </a:lnTo>
                <a:lnTo>
                  <a:pt x="212312" y="82343"/>
                </a:lnTo>
                <a:lnTo>
                  <a:pt x="220599" y="123444"/>
                </a:lnTo>
                <a:lnTo>
                  <a:pt x="230600" y="161115"/>
                </a:lnTo>
                <a:lnTo>
                  <a:pt x="256008" y="225909"/>
                </a:lnTo>
                <a:lnTo>
                  <a:pt x="289679" y="280154"/>
                </a:lnTo>
                <a:lnTo>
                  <a:pt x="331660" y="322968"/>
                </a:lnTo>
                <a:lnTo>
                  <a:pt x="379666" y="349781"/>
                </a:lnTo>
                <a:lnTo>
                  <a:pt x="405384" y="356615"/>
                </a:lnTo>
                <a:lnTo>
                  <a:pt x="405384" y="365760"/>
                </a:lnTo>
                <a:lnTo>
                  <a:pt x="388762" y="367426"/>
                </a:lnTo>
                <a:lnTo>
                  <a:pt x="375285" y="372237"/>
                </a:lnTo>
                <a:lnTo>
                  <a:pt x="364664" y="379904"/>
                </a:lnTo>
                <a:lnTo>
                  <a:pt x="356616" y="390143"/>
                </a:lnTo>
                <a:lnTo>
                  <a:pt x="333756" y="372427"/>
                </a:lnTo>
                <a:lnTo>
                  <a:pt x="294894" y="333565"/>
                </a:lnTo>
                <a:lnTo>
                  <a:pt x="264604" y="289512"/>
                </a:lnTo>
                <a:lnTo>
                  <a:pt x="239458" y="242554"/>
                </a:lnTo>
                <a:lnTo>
                  <a:pt x="220027" y="190238"/>
                </a:lnTo>
                <a:lnTo>
                  <a:pt x="206311" y="119991"/>
                </a:lnTo>
                <a:lnTo>
                  <a:pt x="201168" y="77724"/>
                </a:lnTo>
                <a:lnTo>
                  <a:pt x="197143" y="118062"/>
                </a:lnTo>
                <a:lnTo>
                  <a:pt x="185094" y="187880"/>
                </a:lnTo>
                <a:lnTo>
                  <a:pt x="166211" y="245673"/>
                </a:lnTo>
                <a:lnTo>
                  <a:pt x="136493" y="296584"/>
                </a:lnTo>
                <a:lnTo>
                  <a:pt x="94773" y="342899"/>
                </a:lnTo>
                <a:lnTo>
                  <a:pt x="37623" y="381761"/>
                </a:lnTo>
                <a:lnTo>
                  <a:pt x="3048" y="39776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" name="object 28"/>
          <p:cNvSpPr/>
          <p:nvPr/>
        </p:nvSpPr>
        <p:spPr>
          <a:xfrm>
            <a:off x="3025127" y="2895599"/>
            <a:ext cx="1664335" cy="411480"/>
          </a:xfrm>
          <a:custGeom>
            <a:avLst/>
            <a:gdLst/>
            <a:ahLst/>
            <a:cxnLst/>
            <a:rect l="l" t="t" r="r" b="b"/>
            <a:pathLst>
              <a:path w="1664335" h="411479">
                <a:moveTo>
                  <a:pt x="316992" y="207264"/>
                </a:moveTo>
                <a:lnTo>
                  <a:pt x="312420" y="166116"/>
                </a:lnTo>
                <a:lnTo>
                  <a:pt x="292328" y="133527"/>
                </a:lnTo>
                <a:lnTo>
                  <a:pt x="253111" y="117665"/>
                </a:lnTo>
                <a:lnTo>
                  <a:pt x="245364" y="117348"/>
                </a:lnTo>
                <a:lnTo>
                  <a:pt x="235343" y="118160"/>
                </a:lnTo>
                <a:lnTo>
                  <a:pt x="199009" y="134302"/>
                </a:lnTo>
                <a:lnTo>
                  <a:pt x="172212" y="160020"/>
                </a:lnTo>
                <a:lnTo>
                  <a:pt x="167093" y="149453"/>
                </a:lnTo>
                <a:lnTo>
                  <a:pt x="137782" y="123786"/>
                </a:lnTo>
                <a:lnTo>
                  <a:pt x="108204" y="117348"/>
                </a:lnTo>
                <a:lnTo>
                  <a:pt x="99085" y="117919"/>
                </a:lnTo>
                <a:lnTo>
                  <a:pt x="57150" y="136969"/>
                </a:lnTo>
                <a:lnTo>
                  <a:pt x="41148" y="150876"/>
                </a:lnTo>
                <a:lnTo>
                  <a:pt x="41148" y="124968"/>
                </a:lnTo>
                <a:lnTo>
                  <a:pt x="0" y="124968"/>
                </a:lnTo>
                <a:lnTo>
                  <a:pt x="0" y="367284"/>
                </a:lnTo>
                <a:lnTo>
                  <a:pt x="41148" y="367284"/>
                </a:lnTo>
                <a:lnTo>
                  <a:pt x="41148" y="185928"/>
                </a:lnTo>
                <a:lnTo>
                  <a:pt x="48031" y="180238"/>
                </a:lnTo>
                <a:lnTo>
                  <a:pt x="83820" y="159067"/>
                </a:lnTo>
                <a:lnTo>
                  <a:pt x="97536" y="156972"/>
                </a:lnTo>
                <a:lnTo>
                  <a:pt x="106680" y="156972"/>
                </a:lnTo>
                <a:lnTo>
                  <a:pt x="114300" y="158496"/>
                </a:lnTo>
                <a:lnTo>
                  <a:pt x="118872" y="161544"/>
                </a:lnTo>
                <a:lnTo>
                  <a:pt x="124968" y="163068"/>
                </a:lnTo>
                <a:lnTo>
                  <a:pt x="129540" y="167640"/>
                </a:lnTo>
                <a:lnTo>
                  <a:pt x="131064" y="173736"/>
                </a:lnTo>
                <a:lnTo>
                  <a:pt x="134112" y="179832"/>
                </a:lnTo>
                <a:lnTo>
                  <a:pt x="138671" y="219100"/>
                </a:lnTo>
                <a:lnTo>
                  <a:pt x="138684" y="367284"/>
                </a:lnTo>
                <a:lnTo>
                  <a:pt x="179832" y="367284"/>
                </a:lnTo>
                <a:lnTo>
                  <a:pt x="179832" y="199644"/>
                </a:lnTo>
                <a:lnTo>
                  <a:pt x="178308" y="195072"/>
                </a:lnTo>
                <a:lnTo>
                  <a:pt x="178308" y="187452"/>
                </a:lnTo>
                <a:lnTo>
                  <a:pt x="208788" y="164592"/>
                </a:lnTo>
                <a:lnTo>
                  <a:pt x="234696" y="156972"/>
                </a:lnTo>
                <a:lnTo>
                  <a:pt x="243840" y="156972"/>
                </a:lnTo>
                <a:lnTo>
                  <a:pt x="251460" y="158496"/>
                </a:lnTo>
                <a:lnTo>
                  <a:pt x="257556" y="161544"/>
                </a:lnTo>
                <a:lnTo>
                  <a:pt x="262128" y="163068"/>
                </a:lnTo>
                <a:lnTo>
                  <a:pt x="266700" y="167640"/>
                </a:lnTo>
                <a:lnTo>
                  <a:pt x="272796" y="179832"/>
                </a:lnTo>
                <a:lnTo>
                  <a:pt x="274320" y="185928"/>
                </a:lnTo>
                <a:lnTo>
                  <a:pt x="274320" y="196596"/>
                </a:lnTo>
                <a:lnTo>
                  <a:pt x="275209" y="203720"/>
                </a:lnTo>
                <a:lnTo>
                  <a:pt x="275653" y="211264"/>
                </a:lnTo>
                <a:lnTo>
                  <a:pt x="275831" y="219100"/>
                </a:lnTo>
                <a:lnTo>
                  <a:pt x="275844" y="367284"/>
                </a:lnTo>
                <a:lnTo>
                  <a:pt x="316992" y="367284"/>
                </a:lnTo>
                <a:lnTo>
                  <a:pt x="316992" y="207264"/>
                </a:lnTo>
                <a:close/>
              </a:path>
              <a:path w="1664335" h="411479">
                <a:moveTo>
                  <a:pt x="462089" y="79400"/>
                </a:moveTo>
                <a:lnTo>
                  <a:pt x="439102" y="46101"/>
                </a:lnTo>
                <a:lnTo>
                  <a:pt x="416052" y="28956"/>
                </a:lnTo>
                <a:lnTo>
                  <a:pt x="409956" y="30480"/>
                </a:lnTo>
                <a:lnTo>
                  <a:pt x="419366" y="48158"/>
                </a:lnTo>
                <a:lnTo>
                  <a:pt x="426910" y="64389"/>
                </a:lnTo>
                <a:lnTo>
                  <a:pt x="432460" y="78917"/>
                </a:lnTo>
                <a:lnTo>
                  <a:pt x="435864" y="91440"/>
                </a:lnTo>
                <a:lnTo>
                  <a:pt x="438912" y="102108"/>
                </a:lnTo>
                <a:lnTo>
                  <a:pt x="441960" y="108204"/>
                </a:lnTo>
                <a:lnTo>
                  <a:pt x="446532" y="108204"/>
                </a:lnTo>
                <a:lnTo>
                  <a:pt x="449580" y="106680"/>
                </a:lnTo>
                <a:lnTo>
                  <a:pt x="454152" y="103632"/>
                </a:lnTo>
                <a:lnTo>
                  <a:pt x="458724" y="99060"/>
                </a:lnTo>
                <a:lnTo>
                  <a:pt x="461772" y="94488"/>
                </a:lnTo>
                <a:lnTo>
                  <a:pt x="461772" y="85344"/>
                </a:lnTo>
                <a:lnTo>
                  <a:pt x="462089" y="79400"/>
                </a:lnTo>
                <a:close/>
              </a:path>
              <a:path w="1664335" h="411479">
                <a:moveTo>
                  <a:pt x="758952" y="315468"/>
                </a:moveTo>
                <a:lnTo>
                  <a:pt x="739330" y="276796"/>
                </a:lnTo>
                <a:lnTo>
                  <a:pt x="739140" y="249936"/>
                </a:lnTo>
                <a:lnTo>
                  <a:pt x="731520" y="249936"/>
                </a:lnTo>
                <a:lnTo>
                  <a:pt x="726808" y="296875"/>
                </a:lnTo>
                <a:lnTo>
                  <a:pt x="716280" y="320040"/>
                </a:lnTo>
                <a:lnTo>
                  <a:pt x="705612" y="318516"/>
                </a:lnTo>
                <a:lnTo>
                  <a:pt x="678180" y="318516"/>
                </a:lnTo>
                <a:lnTo>
                  <a:pt x="655320" y="188976"/>
                </a:lnTo>
                <a:lnTo>
                  <a:pt x="752856" y="188976"/>
                </a:lnTo>
                <a:lnTo>
                  <a:pt x="720852" y="155448"/>
                </a:lnTo>
                <a:lnTo>
                  <a:pt x="699516" y="178308"/>
                </a:lnTo>
                <a:lnTo>
                  <a:pt x="626364" y="178308"/>
                </a:lnTo>
                <a:lnTo>
                  <a:pt x="626364" y="106680"/>
                </a:lnTo>
                <a:lnTo>
                  <a:pt x="725424" y="106680"/>
                </a:lnTo>
                <a:lnTo>
                  <a:pt x="715733" y="96012"/>
                </a:lnTo>
                <a:lnTo>
                  <a:pt x="694944" y="73152"/>
                </a:lnTo>
                <a:lnTo>
                  <a:pt x="672084" y="96012"/>
                </a:lnTo>
                <a:lnTo>
                  <a:pt x="626364" y="96012"/>
                </a:lnTo>
                <a:lnTo>
                  <a:pt x="626364" y="36576"/>
                </a:lnTo>
                <a:lnTo>
                  <a:pt x="641604" y="22860"/>
                </a:lnTo>
                <a:lnTo>
                  <a:pt x="601980" y="6096"/>
                </a:lnTo>
                <a:lnTo>
                  <a:pt x="602221" y="22720"/>
                </a:lnTo>
                <a:lnTo>
                  <a:pt x="602742" y="42697"/>
                </a:lnTo>
                <a:lnTo>
                  <a:pt x="603211" y="64389"/>
                </a:lnTo>
                <a:lnTo>
                  <a:pt x="603326" y="73152"/>
                </a:lnTo>
                <a:lnTo>
                  <a:pt x="603504" y="96012"/>
                </a:lnTo>
                <a:lnTo>
                  <a:pt x="545592" y="96012"/>
                </a:lnTo>
                <a:lnTo>
                  <a:pt x="549910" y="87109"/>
                </a:lnTo>
                <a:lnTo>
                  <a:pt x="553783" y="78486"/>
                </a:lnTo>
                <a:lnTo>
                  <a:pt x="557390" y="69875"/>
                </a:lnTo>
                <a:lnTo>
                  <a:pt x="560832" y="60960"/>
                </a:lnTo>
                <a:lnTo>
                  <a:pt x="576072" y="54864"/>
                </a:lnTo>
                <a:lnTo>
                  <a:pt x="541020" y="33528"/>
                </a:lnTo>
                <a:lnTo>
                  <a:pt x="539330" y="42697"/>
                </a:lnTo>
                <a:lnTo>
                  <a:pt x="536752" y="53822"/>
                </a:lnTo>
                <a:lnTo>
                  <a:pt x="523405" y="103873"/>
                </a:lnTo>
                <a:lnTo>
                  <a:pt x="507403" y="141503"/>
                </a:lnTo>
                <a:lnTo>
                  <a:pt x="496824" y="160020"/>
                </a:lnTo>
                <a:lnTo>
                  <a:pt x="502920" y="164592"/>
                </a:lnTo>
                <a:lnTo>
                  <a:pt x="514045" y="150837"/>
                </a:lnTo>
                <a:lnTo>
                  <a:pt x="524446" y="136779"/>
                </a:lnTo>
                <a:lnTo>
                  <a:pt x="533996" y="122161"/>
                </a:lnTo>
                <a:lnTo>
                  <a:pt x="542544" y="106680"/>
                </a:lnTo>
                <a:lnTo>
                  <a:pt x="603504" y="106680"/>
                </a:lnTo>
                <a:lnTo>
                  <a:pt x="603504" y="178308"/>
                </a:lnTo>
                <a:lnTo>
                  <a:pt x="480060" y="178308"/>
                </a:lnTo>
                <a:lnTo>
                  <a:pt x="495300" y="193548"/>
                </a:lnTo>
                <a:lnTo>
                  <a:pt x="504405" y="191554"/>
                </a:lnTo>
                <a:lnTo>
                  <a:pt x="513207" y="190119"/>
                </a:lnTo>
                <a:lnTo>
                  <a:pt x="521449" y="189268"/>
                </a:lnTo>
                <a:lnTo>
                  <a:pt x="528828" y="188976"/>
                </a:lnTo>
                <a:lnTo>
                  <a:pt x="566928" y="188976"/>
                </a:lnTo>
                <a:lnTo>
                  <a:pt x="560070" y="236982"/>
                </a:lnTo>
                <a:lnTo>
                  <a:pt x="544068" y="278130"/>
                </a:lnTo>
                <a:lnTo>
                  <a:pt x="518922" y="312420"/>
                </a:lnTo>
                <a:lnTo>
                  <a:pt x="484632" y="339852"/>
                </a:lnTo>
                <a:lnTo>
                  <a:pt x="487680" y="344424"/>
                </a:lnTo>
                <a:lnTo>
                  <a:pt x="530885" y="320789"/>
                </a:lnTo>
                <a:lnTo>
                  <a:pt x="562356" y="286702"/>
                </a:lnTo>
                <a:lnTo>
                  <a:pt x="582409" y="242633"/>
                </a:lnTo>
                <a:lnTo>
                  <a:pt x="591312" y="188976"/>
                </a:lnTo>
                <a:lnTo>
                  <a:pt x="632460" y="188976"/>
                </a:lnTo>
                <a:lnTo>
                  <a:pt x="632587" y="306324"/>
                </a:lnTo>
                <a:lnTo>
                  <a:pt x="664464" y="338328"/>
                </a:lnTo>
                <a:lnTo>
                  <a:pt x="717804" y="338328"/>
                </a:lnTo>
                <a:lnTo>
                  <a:pt x="733234" y="337756"/>
                </a:lnTo>
                <a:lnTo>
                  <a:pt x="745236" y="333756"/>
                </a:lnTo>
                <a:lnTo>
                  <a:pt x="753808" y="326326"/>
                </a:lnTo>
                <a:lnTo>
                  <a:pt x="756793" y="320040"/>
                </a:lnTo>
                <a:lnTo>
                  <a:pt x="758952" y="315468"/>
                </a:lnTo>
                <a:close/>
              </a:path>
              <a:path w="1664335" h="411479">
                <a:moveTo>
                  <a:pt x="774192" y="364236"/>
                </a:moveTo>
                <a:lnTo>
                  <a:pt x="728243" y="368223"/>
                </a:lnTo>
                <a:lnTo>
                  <a:pt x="684276" y="370903"/>
                </a:lnTo>
                <a:lnTo>
                  <a:pt x="650087" y="371957"/>
                </a:lnTo>
                <a:lnTo>
                  <a:pt x="603504" y="371856"/>
                </a:lnTo>
                <a:lnTo>
                  <a:pt x="538353" y="366141"/>
                </a:lnTo>
                <a:lnTo>
                  <a:pt x="498348" y="353568"/>
                </a:lnTo>
                <a:lnTo>
                  <a:pt x="465277" y="329184"/>
                </a:lnTo>
                <a:lnTo>
                  <a:pt x="464273" y="328282"/>
                </a:lnTo>
                <a:lnTo>
                  <a:pt x="455676" y="318516"/>
                </a:lnTo>
                <a:lnTo>
                  <a:pt x="455676" y="181356"/>
                </a:lnTo>
                <a:lnTo>
                  <a:pt x="461391" y="176784"/>
                </a:lnTo>
                <a:lnTo>
                  <a:pt x="470916" y="169164"/>
                </a:lnTo>
                <a:lnTo>
                  <a:pt x="443484" y="147828"/>
                </a:lnTo>
                <a:lnTo>
                  <a:pt x="431292" y="166116"/>
                </a:lnTo>
                <a:lnTo>
                  <a:pt x="364236" y="166116"/>
                </a:lnTo>
                <a:lnTo>
                  <a:pt x="381000" y="181356"/>
                </a:lnTo>
                <a:lnTo>
                  <a:pt x="389813" y="179362"/>
                </a:lnTo>
                <a:lnTo>
                  <a:pt x="397764" y="177927"/>
                </a:lnTo>
                <a:lnTo>
                  <a:pt x="404583" y="177076"/>
                </a:lnTo>
                <a:lnTo>
                  <a:pt x="409956" y="176784"/>
                </a:lnTo>
                <a:lnTo>
                  <a:pt x="432816" y="176784"/>
                </a:lnTo>
                <a:lnTo>
                  <a:pt x="432816" y="315468"/>
                </a:lnTo>
                <a:lnTo>
                  <a:pt x="413054" y="324980"/>
                </a:lnTo>
                <a:lnTo>
                  <a:pt x="394766" y="335457"/>
                </a:lnTo>
                <a:lnTo>
                  <a:pt x="377532" y="347408"/>
                </a:lnTo>
                <a:lnTo>
                  <a:pt x="361188" y="361188"/>
                </a:lnTo>
                <a:lnTo>
                  <a:pt x="387096" y="382524"/>
                </a:lnTo>
                <a:lnTo>
                  <a:pt x="391414" y="375094"/>
                </a:lnTo>
                <a:lnTo>
                  <a:pt x="397573" y="366522"/>
                </a:lnTo>
                <a:lnTo>
                  <a:pt x="425488" y="337337"/>
                </a:lnTo>
                <a:lnTo>
                  <a:pt x="443484" y="329184"/>
                </a:lnTo>
                <a:lnTo>
                  <a:pt x="448652" y="332333"/>
                </a:lnTo>
                <a:lnTo>
                  <a:pt x="455104" y="337185"/>
                </a:lnTo>
                <a:lnTo>
                  <a:pt x="462991" y="343763"/>
                </a:lnTo>
                <a:lnTo>
                  <a:pt x="483539" y="361759"/>
                </a:lnTo>
                <a:lnTo>
                  <a:pt x="496062" y="370332"/>
                </a:lnTo>
                <a:lnTo>
                  <a:pt x="541401" y="389191"/>
                </a:lnTo>
                <a:lnTo>
                  <a:pt x="582549" y="396049"/>
                </a:lnTo>
                <a:lnTo>
                  <a:pt x="633679" y="398030"/>
                </a:lnTo>
                <a:lnTo>
                  <a:pt x="737616" y="400812"/>
                </a:lnTo>
                <a:lnTo>
                  <a:pt x="739902" y="391337"/>
                </a:lnTo>
                <a:lnTo>
                  <a:pt x="746760" y="383286"/>
                </a:lnTo>
                <a:lnTo>
                  <a:pt x="758190" y="376389"/>
                </a:lnTo>
                <a:lnTo>
                  <a:pt x="769353" y="372173"/>
                </a:lnTo>
                <a:lnTo>
                  <a:pt x="774192" y="370332"/>
                </a:lnTo>
                <a:lnTo>
                  <a:pt x="774192" y="364236"/>
                </a:lnTo>
                <a:close/>
              </a:path>
              <a:path w="1664335" h="411479">
                <a:moveTo>
                  <a:pt x="999744" y="114300"/>
                </a:moveTo>
                <a:lnTo>
                  <a:pt x="970788" y="83820"/>
                </a:lnTo>
                <a:lnTo>
                  <a:pt x="950976" y="103632"/>
                </a:lnTo>
                <a:lnTo>
                  <a:pt x="923544" y="103632"/>
                </a:lnTo>
                <a:lnTo>
                  <a:pt x="923544" y="35052"/>
                </a:lnTo>
                <a:lnTo>
                  <a:pt x="938784" y="22860"/>
                </a:lnTo>
                <a:lnTo>
                  <a:pt x="897636" y="4572"/>
                </a:lnTo>
                <a:lnTo>
                  <a:pt x="897902" y="22860"/>
                </a:lnTo>
                <a:lnTo>
                  <a:pt x="898398" y="44386"/>
                </a:lnTo>
                <a:lnTo>
                  <a:pt x="898931" y="71653"/>
                </a:lnTo>
                <a:lnTo>
                  <a:pt x="899160" y="103632"/>
                </a:lnTo>
                <a:lnTo>
                  <a:pt x="815340" y="103632"/>
                </a:lnTo>
                <a:lnTo>
                  <a:pt x="830580" y="118872"/>
                </a:lnTo>
                <a:lnTo>
                  <a:pt x="840892" y="116878"/>
                </a:lnTo>
                <a:lnTo>
                  <a:pt x="851344" y="115443"/>
                </a:lnTo>
                <a:lnTo>
                  <a:pt x="862088" y="114592"/>
                </a:lnTo>
                <a:lnTo>
                  <a:pt x="873252" y="114300"/>
                </a:lnTo>
                <a:lnTo>
                  <a:pt x="899160" y="114300"/>
                </a:lnTo>
                <a:lnTo>
                  <a:pt x="899160" y="196596"/>
                </a:lnTo>
                <a:lnTo>
                  <a:pt x="869734" y="210007"/>
                </a:lnTo>
                <a:lnTo>
                  <a:pt x="845439" y="220408"/>
                </a:lnTo>
                <a:lnTo>
                  <a:pt x="826300" y="227672"/>
                </a:lnTo>
                <a:lnTo>
                  <a:pt x="812292" y="231648"/>
                </a:lnTo>
                <a:lnTo>
                  <a:pt x="836676" y="262128"/>
                </a:lnTo>
                <a:lnTo>
                  <a:pt x="843876" y="253492"/>
                </a:lnTo>
                <a:lnTo>
                  <a:pt x="856488" y="243268"/>
                </a:lnTo>
                <a:lnTo>
                  <a:pt x="874826" y="231063"/>
                </a:lnTo>
                <a:lnTo>
                  <a:pt x="899160" y="216408"/>
                </a:lnTo>
                <a:lnTo>
                  <a:pt x="899160" y="344424"/>
                </a:lnTo>
                <a:lnTo>
                  <a:pt x="897788" y="354406"/>
                </a:lnTo>
                <a:lnTo>
                  <a:pt x="893826" y="361378"/>
                </a:lnTo>
                <a:lnTo>
                  <a:pt x="887590" y="365213"/>
                </a:lnTo>
                <a:lnTo>
                  <a:pt x="879348" y="365760"/>
                </a:lnTo>
                <a:lnTo>
                  <a:pt x="868756" y="364578"/>
                </a:lnTo>
                <a:lnTo>
                  <a:pt x="857440" y="363093"/>
                </a:lnTo>
                <a:lnTo>
                  <a:pt x="845273" y="361048"/>
                </a:lnTo>
                <a:lnTo>
                  <a:pt x="832104" y="358140"/>
                </a:lnTo>
                <a:lnTo>
                  <a:pt x="832104" y="367284"/>
                </a:lnTo>
                <a:lnTo>
                  <a:pt x="854989" y="376694"/>
                </a:lnTo>
                <a:lnTo>
                  <a:pt x="871156" y="386524"/>
                </a:lnTo>
                <a:lnTo>
                  <a:pt x="880757" y="396646"/>
                </a:lnTo>
                <a:lnTo>
                  <a:pt x="883920" y="406908"/>
                </a:lnTo>
                <a:lnTo>
                  <a:pt x="900188" y="398653"/>
                </a:lnTo>
                <a:lnTo>
                  <a:pt x="912304" y="387667"/>
                </a:lnTo>
                <a:lnTo>
                  <a:pt x="920140" y="374129"/>
                </a:lnTo>
                <a:lnTo>
                  <a:pt x="921931" y="365760"/>
                </a:lnTo>
                <a:lnTo>
                  <a:pt x="923544" y="358140"/>
                </a:lnTo>
                <a:lnTo>
                  <a:pt x="923544" y="216408"/>
                </a:lnTo>
                <a:lnTo>
                  <a:pt x="923544" y="204216"/>
                </a:lnTo>
                <a:lnTo>
                  <a:pt x="950976" y="185928"/>
                </a:lnTo>
                <a:lnTo>
                  <a:pt x="987552" y="161544"/>
                </a:lnTo>
                <a:lnTo>
                  <a:pt x="984504" y="156972"/>
                </a:lnTo>
                <a:lnTo>
                  <a:pt x="923544" y="185928"/>
                </a:lnTo>
                <a:lnTo>
                  <a:pt x="923544" y="114300"/>
                </a:lnTo>
                <a:lnTo>
                  <a:pt x="999744" y="114300"/>
                </a:lnTo>
                <a:close/>
              </a:path>
              <a:path w="1664335" h="411479">
                <a:moveTo>
                  <a:pt x="1213104" y="167640"/>
                </a:moveTo>
                <a:lnTo>
                  <a:pt x="1168323" y="164426"/>
                </a:lnTo>
                <a:lnTo>
                  <a:pt x="1127760" y="151257"/>
                </a:lnTo>
                <a:lnTo>
                  <a:pt x="1120902" y="147828"/>
                </a:lnTo>
                <a:lnTo>
                  <a:pt x="1112329" y="143548"/>
                </a:lnTo>
                <a:lnTo>
                  <a:pt x="1095756" y="134112"/>
                </a:lnTo>
                <a:lnTo>
                  <a:pt x="1109535" y="120396"/>
                </a:lnTo>
                <a:lnTo>
                  <a:pt x="1113815" y="116141"/>
                </a:lnTo>
                <a:lnTo>
                  <a:pt x="1131570" y="96583"/>
                </a:lnTo>
                <a:lnTo>
                  <a:pt x="1149337" y="75615"/>
                </a:lnTo>
                <a:lnTo>
                  <a:pt x="1167384" y="53340"/>
                </a:lnTo>
                <a:lnTo>
                  <a:pt x="1179576" y="47244"/>
                </a:lnTo>
                <a:lnTo>
                  <a:pt x="1182624" y="45720"/>
                </a:lnTo>
                <a:lnTo>
                  <a:pt x="1152144" y="19812"/>
                </a:lnTo>
                <a:lnTo>
                  <a:pt x="1138428" y="34899"/>
                </a:lnTo>
                <a:lnTo>
                  <a:pt x="1138428" y="47244"/>
                </a:lnTo>
                <a:lnTo>
                  <a:pt x="1126121" y="65532"/>
                </a:lnTo>
                <a:lnTo>
                  <a:pt x="1111948" y="83820"/>
                </a:lnTo>
                <a:lnTo>
                  <a:pt x="1095781" y="102108"/>
                </a:lnTo>
                <a:lnTo>
                  <a:pt x="1077468" y="120396"/>
                </a:lnTo>
                <a:lnTo>
                  <a:pt x="1062037" y="106400"/>
                </a:lnTo>
                <a:lnTo>
                  <a:pt x="1047750" y="89535"/>
                </a:lnTo>
                <a:lnTo>
                  <a:pt x="1034605" y="69824"/>
                </a:lnTo>
                <a:lnTo>
                  <a:pt x="1022604" y="47244"/>
                </a:lnTo>
                <a:lnTo>
                  <a:pt x="1138428" y="47244"/>
                </a:lnTo>
                <a:lnTo>
                  <a:pt x="1138428" y="34899"/>
                </a:lnTo>
                <a:lnTo>
                  <a:pt x="1136904" y="36576"/>
                </a:lnTo>
                <a:lnTo>
                  <a:pt x="970788" y="36576"/>
                </a:lnTo>
                <a:lnTo>
                  <a:pt x="984504" y="50292"/>
                </a:lnTo>
                <a:lnTo>
                  <a:pt x="1002792" y="47244"/>
                </a:lnTo>
                <a:lnTo>
                  <a:pt x="1013460" y="47244"/>
                </a:lnTo>
                <a:lnTo>
                  <a:pt x="1022591" y="69824"/>
                </a:lnTo>
                <a:lnTo>
                  <a:pt x="1033843" y="91821"/>
                </a:lnTo>
                <a:lnTo>
                  <a:pt x="1047115" y="113258"/>
                </a:lnTo>
                <a:lnTo>
                  <a:pt x="1062228" y="134112"/>
                </a:lnTo>
                <a:lnTo>
                  <a:pt x="1037424" y="154114"/>
                </a:lnTo>
                <a:lnTo>
                  <a:pt x="1008888" y="172974"/>
                </a:lnTo>
                <a:lnTo>
                  <a:pt x="976934" y="190690"/>
                </a:lnTo>
                <a:lnTo>
                  <a:pt x="941832" y="207264"/>
                </a:lnTo>
                <a:lnTo>
                  <a:pt x="943356" y="214884"/>
                </a:lnTo>
                <a:lnTo>
                  <a:pt x="978242" y="202907"/>
                </a:lnTo>
                <a:lnTo>
                  <a:pt x="1012126" y="187642"/>
                </a:lnTo>
                <a:lnTo>
                  <a:pt x="1045159" y="169240"/>
                </a:lnTo>
                <a:lnTo>
                  <a:pt x="1077468" y="147828"/>
                </a:lnTo>
                <a:lnTo>
                  <a:pt x="1102042" y="164693"/>
                </a:lnTo>
                <a:lnTo>
                  <a:pt x="1127760" y="178689"/>
                </a:lnTo>
                <a:lnTo>
                  <a:pt x="1154569" y="189814"/>
                </a:lnTo>
                <a:lnTo>
                  <a:pt x="1182624" y="198120"/>
                </a:lnTo>
                <a:lnTo>
                  <a:pt x="1185240" y="189839"/>
                </a:lnTo>
                <a:lnTo>
                  <a:pt x="1191006" y="183070"/>
                </a:lnTo>
                <a:lnTo>
                  <a:pt x="1200200" y="177761"/>
                </a:lnTo>
                <a:lnTo>
                  <a:pt x="1213104" y="173736"/>
                </a:lnTo>
                <a:lnTo>
                  <a:pt x="1213104" y="167640"/>
                </a:lnTo>
                <a:close/>
              </a:path>
              <a:path w="1664335" h="411479">
                <a:moveTo>
                  <a:pt x="1217676" y="312420"/>
                </a:moveTo>
                <a:lnTo>
                  <a:pt x="1184148" y="278892"/>
                </a:lnTo>
                <a:lnTo>
                  <a:pt x="1161288" y="301752"/>
                </a:lnTo>
                <a:lnTo>
                  <a:pt x="1089660" y="301752"/>
                </a:lnTo>
                <a:lnTo>
                  <a:pt x="1089660" y="240792"/>
                </a:lnTo>
                <a:lnTo>
                  <a:pt x="1193292" y="240792"/>
                </a:lnTo>
                <a:lnTo>
                  <a:pt x="1161288" y="208788"/>
                </a:lnTo>
                <a:lnTo>
                  <a:pt x="1139952" y="230124"/>
                </a:lnTo>
                <a:lnTo>
                  <a:pt x="1089660" y="230124"/>
                </a:lnTo>
                <a:lnTo>
                  <a:pt x="1089660" y="196596"/>
                </a:lnTo>
                <a:lnTo>
                  <a:pt x="1107948" y="185928"/>
                </a:lnTo>
                <a:lnTo>
                  <a:pt x="1063752" y="166116"/>
                </a:lnTo>
                <a:lnTo>
                  <a:pt x="1064641" y="182118"/>
                </a:lnTo>
                <a:lnTo>
                  <a:pt x="1065047" y="196596"/>
                </a:lnTo>
                <a:lnTo>
                  <a:pt x="1065149" y="204216"/>
                </a:lnTo>
                <a:lnTo>
                  <a:pt x="1065276" y="230124"/>
                </a:lnTo>
                <a:lnTo>
                  <a:pt x="970788" y="230124"/>
                </a:lnTo>
                <a:lnTo>
                  <a:pt x="986028" y="245364"/>
                </a:lnTo>
                <a:lnTo>
                  <a:pt x="995464" y="243370"/>
                </a:lnTo>
                <a:lnTo>
                  <a:pt x="1005459" y="241935"/>
                </a:lnTo>
                <a:lnTo>
                  <a:pt x="1016038" y="241084"/>
                </a:lnTo>
                <a:lnTo>
                  <a:pt x="1027176" y="240792"/>
                </a:lnTo>
                <a:lnTo>
                  <a:pt x="1065276" y="240792"/>
                </a:lnTo>
                <a:lnTo>
                  <a:pt x="1065276" y="301752"/>
                </a:lnTo>
                <a:lnTo>
                  <a:pt x="947928" y="301752"/>
                </a:lnTo>
                <a:lnTo>
                  <a:pt x="963168" y="316992"/>
                </a:lnTo>
                <a:lnTo>
                  <a:pt x="972820" y="314998"/>
                </a:lnTo>
                <a:lnTo>
                  <a:pt x="983170" y="313563"/>
                </a:lnTo>
                <a:lnTo>
                  <a:pt x="993825" y="312712"/>
                </a:lnTo>
                <a:lnTo>
                  <a:pt x="1004316" y="312420"/>
                </a:lnTo>
                <a:lnTo>
                  <a:pt x="1065276" y="312420"/>
                </a:lnTo>
                <a:lnTo>
                  <a:pt x="1065085" y="359473"/>
                </a:lnTo>
                <a:lnTo>
                  <a:pt x="1063752" y="409956"/>
                </a:lnTo>
                <a:lnTo>
                  <a:pt x="1091184" y="399288"/>
                </a:lnTo>
                <a:lnTo>
                  <a:pt x="1090955" y="382714"/>
                </a:lnTo>
                <a:lnTo>
                  <a:pt x="1090549" y="367284"/>
                </a:lnTo>
                <a:lnTo>
                  <a:pt x="1089901" y="339280"/>
                </a:lnTo>
                <a:lnTo>
                  <a:pt x="1089660" y="312420"/>
                </a:lnTo>
                <a:lnTo>
                  <a:pt x="1217676" y="312420"/>
                </a:lnTo>
                <a:close/>
              </a:path>
              <a:path w="1664335" h="411479">
                <a:moveTo>
                  <a:pt x="1394472" y="21336"/>
                </a:moveTo>
                <a:lnTo>
                  <a:pt x="1354848" y="0"/>
                </a:lnTo>
                <a:lnTo>
                  <a:pt x="1349146" y="23152"/>
                </a:lnTo>
                <a:lnTo>
                  <a:pt x="1341323" y="49149"/>
                </a:lnTo>
                <a:lnTo>
                  <a:pt x="1319796" y="109728"/>
                </a:lnTo>
                <a:lnTo>
                  <a:pt x="1290459" y="177355"/>
                </a:lnTo>
                <a:lnTo>
                  <a:pt x="1254264" y="243840"/>
                </a:lnTo>
                <a:lnTo>
                  <a:pt x="1258836" y="246888"/>
                </a:lnTo>
                <a:lnTo>
                  <a:pt x="1273429" y="229438"/>
                </a:lnTo>
                <a:lnTo>
                  <a:pt x="1289888" y="206692"/>
                </a:lnTo>
                <a:lnTo>
                  <a:pt x="1308341" y="178523"/>
                </a:lnTo>
                <a:lnTo>
                  <a:pt x="1328940" y="144780"/>
                </a:lnTo>
                <a:lnTo>
                  <a:pt x="1328851" y="336384"/>
                </a:lnTo>
                <a:lnTo>
                  <a:pt x="1328699" y="345948"/>
                </a:lnTo>
                <a:lnTo>
                  <a:pt x="1328254" y="361950"/>
                </a:lnTo>
                <a:lnTo>
                  <a:pt x="1327645" y="386651"/>
                </a:lnTo>
                <a:lnTo>
                  <a:pt x="1327416" y="411480"/>
                </a:lnTo>
                <a:lnTo>
                  <a:pt x="1353324" y="399288"/>
                </a:lnTo>
                <a:lnTo>
                  <a:pt x="1353324" y="152400"/>
                </a:lnTo>
                <a:lnTo>
                  <a:pt x="1363116" y="144780"/>
                </a:lnTo>
                <a:lnTo>
                  <a:pt x="1367040" y="141732"/>
                </a:lnTo>
                <a:lnTo>
                  <a:pt x="1336560" y="126492"/>
                </a:lnTo>
                <a:lnTo>
                  <a:pt x="1344536" y="108521"/>
                </a:lnTo>
                <a:lnTo>
                  <a:pt x="1367040" y="59436"/>
                </a:lnTo>
                <a:lnTo>
                  <a:pt x="1387614" y="26225"/>
                </a:lnTo>
                <a:lnTo>
                  <a:pt x="1394472" y="21336"/>
                </a:lnTo>
                <a:close/>
              </a:path>
              <a:path w="1664335" h="411479">
                <a:moveTo>
                  <a:pt x="1664220" y="368808"/>
                </a:moveTo>
                <a:lnTo>
                  <a:pt x="1640878" y="335089"/>
                </a:lnTo>
                <a:lnTo>
                  <a:pt x="1638312" y="295656"/>
                </a:lnTo>
                <a:lnTo>
                  <a:pt x="1629168" y="295656"/>
                </a:lnTo>
                <a:lnTo>
                  <a:pt x="1627873" y="336384"/>
                </a:lnTo>
                <a:lnTo>
                  <a:pt x="1612404" y="376428"/>
                </a:lnTo>
                <a:lnTo>
                  <a:pt x="1458480" y="376428"/>
                </a:lnTo>
                <a:lnTo>
                  <a:pt x="1450479" y="375031"/>
                </a:lnTo>
                <a:lnTo>
                  <a:pt x="1444764" y="370903"/>
                </a:lnTo>
                <a:lnTo>
                  <a:pt x="1441335" y="364223"/>
                </a:lnTo>
                <a:lnTo>
                  <a:pt x="1440192" y="355092"/>
                </a:lnTo>
                <a:lnTo>
                  <a:pt x="1440192" y="172212"/>
                </a:lnTo>
                <a:lnTo>
                  <a:pt x="1440192" y="167640"/>
                </a:lnTo>
                <a:lnTo>
                  <a:pt x="1480731" y="156972"/>
                </a:lnTo>
                <a:lnTo>
                  <a:pt x="1498104" y="152400"/>
                </a:lnTo>
                <a:lnTo>
                  <a:pt x="1498104" y="330708"/>
                </a:lnTo>
                <a:lnTo>
                  <a:pt x="1520964" y="316992"/>
                </a:lnTo>
                <a:lnTo>
                  <a:pt x="1520964" y="152400"/>
                </a:lnTo>
                <a:lnTo>
                  <a:pt x="1520964" y="144780"/>
                </a:lnTo>
                <a:lnTo>
                  <a:pt x="1566545" y="134112"/>
                </a:lnTo>
                <a:lnTo>
                  <a:pt x="1592592" y="128016"/>
                </a:lnTo>
                <a:lnTo>
                  <a:pt x="1592008" y="152400"/>
                </a:lnTo>
                <a:lnTo>
                  <a:pt x="1591068" y="196405"/>
                </a:lnTo>
                <a:lnTo>
                  <a:pt x="1588020" y="245364"/>
                </a:lnTo>
                <a:lnTo>
                  <a:pt x="1577365" y="254508"/>
                </a:lnTo>
                <a:lnTo>
                  <a:pt x="1560677" y="254495"/>
                </a:lnTo>
                <a:lnTo>
                  <a:pt x="1554111" y="254317"/>
                </a:lnTo>
                <a:lnTo>
                  <a:pt x="1546961" y="253873"/>
                </a:lnTo>
                <a:lnTo>
                  <a:pt x="1539252" y="252984"/>
                </a:lnTo>
                <a:lnTo>
                  <a:pt x="1539252" y="259080"/>
                </a:lnTo>
                <a:lnTo>
                  <a:pt x="1556981" y="265137"/>
                </a:lnTo>
                <a:lnTo>
                  <a:pt x="1569161" y="272034"/>
                </a:lnTo>
                <a:lnTo>
                  <a:pt x="1575892" y="280085"/>
                </a:lnTo>
                <a:lnTo>
                  <a:pt x="1577352" y="289560"/>
                </a:lnTo>
                <a:lnTo>
                  <a:pt x="1587893" y="285546"/>
                </a:lnTo>
                <a:lnTo>
                  <a:pt x="1596593" y="280225"/>
                </a:lnTo>
                <a:lnTo>
                  <a:pt x="1603273" y="273494"/>
                </a:lnTo>
                <a:lnTo>
                  <a:pt x="1607832" y="265176"/>
                </a:lnTo>
                <a:lnTo>
                  <a:pt x="1610741" y="254508"/>
                </a:lnTo>
                <a:lnTo>
                  <a:pt x="1611807" y="250634"/>
                </a:lnTo>
                <a:lnTo>
                  <a:pt x="1614500" y="223075"/>
                </a:lnTo>
                <a:lnTo>
                  <a:pt x="1615655" y="185928"/>
                </a:lnTo>
                <a:lnTo>
                  <a:pt x="1615655" y="166293"/>
                </a:lnTo>
                <a:lnTo>
                  <a:pt x="1615452" y="129540"/>
                </a:lnTo>
                <a:lnTo>
                  <a:pt x="1616976" y="128016"/>
                </a:lnTo>
                <a:lnTo>
                  <a:pt x="1627644" y="117348"/>
                </a:lnTo>
                <a:lnTo>
                  <a:pt x="1598688" y="97536"/>
                </a:lnTo>
                <a:lnTo>
                  <a:pt x="1588020" y="117348"/>
                </a:lnTo>
                <a:lnTo>
                  <a:pt x="1520964" y="134112"/>
                </a:lnTo>
                <a:lnTo>
                  <a:pt x="1520964" y="33528"/>
                </a:lnTo>
                <a:lnTo>
                  <a:pt x="1537728" y="21336"/>
                </a:lnTo>
                <a:lnTo>
                  <a:pt x="1496580" y="4572"/>
                </a:lnTo>
                <a:lnTo>
                  <a:pt x="1497457" y="35433"/>
                </a:lnTo>
                <a:lnTo>
                  <a:pt x="1497914" y="68580"/>
                </a:lnTo>
                <a:lnTo>
                  <a:pt x="1498015" y="91249"/>
                </a:lnTo>
                <a:lnTo>
                  <a:pt x="1498104" y="141732"/>
                </a:lnTo>
                <a:lnTo>
                  <a:pt x="1440192" y="156972"/>
                </a:lnTo>
                <a:lnTo>
                  <a:pt x="1440192" y="115824"/>
                </a:lnTo>
                <a:lnTo>
                  <a:pt x="1456956" y="103632"/>
                </a:lnTo>
                <a:lnTo>
                  <a:pt x="1415808" y="85344"/>
                </a:lnTo>
                <a:lnTo>
                  <a:pt x="1416685" y="104762"/>
                </a:lnTo>
                <a:lnTo>
                  <a:pt x="1417142" y="124015"/>
                </a:lnTo>
                <a:lnTo>
                  <a:pt x="1417218" y="134112"/>
                </a:lnTo>
                <a:lnTo>
                  <a:pt x="1417332" y="161544"/>
                </a:lnTo>
                <a:lnTo>
                  <a:pt x="1365516" y="173736"/>
                </a:lnTo>
                <a:lnTo>
                  <a:pt x="1382280" y="185928"/>
                </a:lnTo>
                <a:lnTo>
                  <a:pt x="1392948" y="179832"/>
                </a:lnTo>
                <a:lnTo>
                  <a:pt x="1417332" y="172212"/>
                </a:lnTo>
                <a:lnTo>
                  <a:pt x="1417332" y="362712"/>
                </a:lnTo>
                <a:lnTo>
                  <a:pt x="1419047" y="377571"/>
                </a:lnTo>
                <a:lnTo>
                  <a:pt x="1426476" y="387858"/>
                </a:lnTo>
                <a:lnTo>
                  <a:pt x="1439621" y="393573"/>
                </a:lnTo>
                <a:lnTo>
                  <a:pt x="1458480" y="394716"/>
                </a:lnTo>
                <a:lnTo>
                  <a:pt x="1606308" y="394716"/>
                </a:lnTo>
                <a:lnTo>
                  <a:pt x="1627136" y="393242"/>
                </a:lnTo>
                <a:lnTo>
                  <a:pt x="1643837" y="388620"/>
                </a:lnTo>
                <a:lnTo>
                  <a:pt x="1656232" y="380580"/>
                </a:lnTo>
                <a:lnTo>
                  <a:pt x="1659051" y="376428"/>
                </a:lnTo>
                <a:lnTo>
                  <a:pt x="1664220" y="36880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" name="object 29"/>
          <p:cNvSpPr/>
          <p:nvPr/>
        </p:nvSpPr>
        <p:spPr>
          <a:xfrm>
            <a:off x="4760976" y="2900172"/>
            <a:ext cx="356870" cy="401320"/>
          </a:xfrm>
          <a:custGeom>
            <a:avLst/>
            <a:gdLst/>
            <a:ahLst/>
            <a:cxnLst/>
            <a:rect l="l" t="t" r="r" b="b"/>
            <a:pathLst>
              <a:path w="356870" h="401320">
                <a:moveTo>
                  <a:pt x="53340" y="89916"/>
                </a:moveTo>
                <a:lnTo>
                  <a:pt x="42672" y="89916"/>
                </a:lnTo>
                <a:lnTo>
                  <a:pt x="50696" y="61936"/>
                </a:lnTo>
                <a:lnTo>
                  <a:pt x="56578" y="37528"/>
                </a:lnTo>
                <a:lnTo>
                  <a:pt x="60459" y="16835"/>
                </a:lnTo>
                <a:lnTo>
                  <a:pt x="62484" y="0"/>
                </a:lnTo>
                <a:lnTo>
                  <a:pt x="100584" y="19812"/>
                </a:lnTo>
                <a:lnTo>
                  <a:pt x="90844" y="27551"/>
                </a:lnTo>
                <a:lnTo>
                  <a:pt x="79819" y="41719"/>
                </a:lnTo>
                <a:lnTo>
                  <a:pt x="67365" y="62460"/>
                </a:lnTo>
                <a:lnTo>
                  <a:pt x="53340" y="89916"/>
                </a:lnTo>
                <a:close/>
              </a:path>
              <a:path w="356870" h="401320">
                <a:moveTo>
                  <a:pt x="147828" y="190500"/>
                </a:moveTo>
                <a:lnTo>
                  <a:pt x="141732" y="187452"/>
                </a:lnTo>
                <a:lnTo>
                  <a:pt x="158877" y="160615"/>
                </a:lnTo>
                <a:lnTo>
                  <a:pt x="173736" y="135064"/>
                </a:lnTo>
                <a:lnTo>
                  <a:pt x="196596" y="88392"/>
                </a:lnTo>
                <a:lnTo>
                  <a:pt x="211264" y="44958"/>
                </a:lnTo>
                <a:lnTo>
                  <a:pt x="222503" y="1524"/>
                </a:lnTo>
                <a:lnTo>
                  <a:pt x="260603" y="24384"/>
                </a:lnTo>
                <a:lnTo>
                  <a:pt x="252626" y="31480"/>
                </a:lnTo>
                <a:lnTo>
                  <a:pt x="242506" y="45720"/>
                </a:lnTo>
                <a:lnTo>
                  <a:pt x="230385" y="66817"/>
                </a:lnTo>
                <a:lnTo>
                  <a:pt x="216408" y="94488"/>
                </a:lnTo>
                <a:lnTo>
                  <a:pt x="348996" y="94488"/>
                </a:lnTo>
                <a:lnTo>
                  <a:pt x="356616" y="102108"/>
                </a:lnTo>
                <a:lnTo>
                  <a:pt x="352425" y="105156"/>
                </a:lnTo>
                <a:lnTo>
                  <a:pt x="213360" y="105156"/>
                </a:lnTo>
                <a:lnTo>
                  <a:pt x="197334" y="129420"/>
                </a:lnTo>
                <a:lnTo>
                  <a:pt x="181165" y="151828"/>
                </a:lnTo>
                <a:lnTo>
                  <a:pt x="164711" y="172235"/>
                </a:lnTo>
                <a:lnTo>
                  <a:pt x="147828" y="190500"/>
                </a:lnTo>
                <a:close/>
              </a:path>
              <a:path w="356870" h="401320">
                <a:moveTo>
                  <a:pt x="144780" y="89916"/>
                </a:moveTo>
                <a:lnTo>
                  <a:pt x="111252" y="89916"/>
                </a:lnTo>
                <a:lnTo>
                  <a:pt x="128016" y="73152"/>
                </a:lnTo>
                <a:lnTo>
                  <a:pt x="144780" y="89916"/>
                </a:lnTo>
                <a:close/>
              </a:path>
              <a:path w="356870" h="401320">
                <a:moveTo>
                  <a:pt x="0" y="397764"/>
                </a:moveTo>
                <a:lnTo>
                  <a:pt x="176" y="367474"/>
                </a:lnTo>
                <a:lnTo>
                  <a:pt x="302" y="351853"/>
                </a:lnTo>
                <a:lnTo>
                  <a:pt x="1285" y="275605"/>
                </a:lnTo>
                <a:lnTo>
                  <a:pt x="1357" y="263271"/>
                </a:lnTo>
                <a:lnTo>
                  <a:pt x="1481" y="227576"/>
                </a:lnTo>
                <a:lnTo>
                  <a:pt x="1285" y="194691"/>
                </a:lnTo>
                <a:lnTo>
                  <a:pt x="238" y="114681"/>
                </a:lnTo>
                <a:lnTo>
                  <a:pt x="0" y="74676"/>
                </a:lnTo>
                <a:lnTo>
                  <a:pt x="25908" y="89916"/>
                </a:lnTo>
                <a:lnTo>
                  <a:pt x="144780" y="89916"/>
                </a:lnTo>
                <a:lnTo>
                  <a:pt x="153924" y="99060"/>
                </a:lnTo>
                <a:lnTo>
                  <a:pt x="151828" y="100584"/>
                </a:lnTo>
                <a:lnTo>
                  <a:pt x="24384" y="100584"/>
                </a:lnTo>
                <a:lnTo>
                  <a:pt x="24384" y="211836"/>
                </a:lnTo>
                <a:lnTo>
                  <a:pt x="137205" y="211836"/>
                </a:lnTo>
                <a:lnTo>
                  <a:pt x="137219" y="222504"/>
                </a:lnTo>
                <a:lnTo>
                  <a:pt x="24384" y="222504"/>
                </a:lnTo>
                <a:lnTo>
                  <a:pt x="24384" y="344424"/>
                </a:lnTo>
                <a:lnTo>
                  <a:pt x="137922" y="344424"/>
                </a:lnTo>
                <a:lnTo>
                  <a:pt x="138123" y="353568"/>
                </a:lnTo>
                <a:lnTo>
                  <a:pt x="24384" y="353568"/>
                </a:lnTo>
                <a:lnTo>
                  <a:pt x="24384" y="384048"/>
                </a:lnTo>
                <a:lnTo>
                  <a:pt x="0" y="397764"/>
                </a:lnTo>
                <a:close/>
              </a:path>
              <a:path w="356870" h="401320">
                <a:moveTo>
                  <a:pt x="348996" y="94488"/>
                </a:moveTo>
                <a:lnTo>
                  <a:pt x="310896" y="94488"/>
                </a:lnTo>
                <a:lnTo>
                  <a:pt x="330708" y="76200"/>
                </a:lnTo>
                <a:lnTo>
                  <a:pt x="348996" y="94488"/>
                </a:lnTo>
                <a:close/>
              </a:path>
              <a:path w="356870" h="401320">
                <a:moveTo>
                  <a:pt x="137205" y="211836"/>
                </a:moveTo>
                <a:lnTo>
                  <a:pt x="114300" y="211836"/>
                </a:lnTo>
                <a:lnTo>
                  <a:pt x="114300" y="100584"/>
                </a:lnTo>
                <a:lnTo>
                  <a:pt x="151828" y="100584"/>
                </a:lnTo>
                <a:lnTo>
                  <a:pt x="137160" y="111252"/>
                </a:lnTo>
                <a:lnTo>
                  <a:pt x="137205" y="211836"/>
                </a:lnTo>
                <a:close/>
              </a:path>
              <a:path w="356870" h="401320">
                <a:moveTo>
                  <a:pt x="326280" y="359664"/>
                </a:moveTo>
                <a:lnTo>
                  <a:pt x="283464" y="359664"/>
                </a:lnTo>
                <a:lnTo>
                  <a:pt x="291750" y="357687"/>
                </a:lnTo>
                <a:lnTo>
                  <a:pt x="298323" y="351853"/>
                </a:lnTo>
                <a:lnTo>
                  <a:pt x="308586" y="304680"/>
                </a:lnTo>
                <a:lnTo>
                  <a:pt x="310705" y="258889"/>
                </a:lnTo>
                <a:lnTo>
                  <a:pt x="312539" y="192238"/>
                </a:lnTo>
                <a:lnTo>
                  <a:pt x="313944" y="105156"/>
                </a:lnTo>
                <a:lnTo>
                  <a:pt x="352425" y="105156"/>
                </a:lnTo>
                <a:lnTo>
                  <a:pt x="339852" y="114300"/>
                </a:lnTo>
                <a:lnTo>
                  <a:pt x="338789" y="186213"/>
                </a:lnTo>
                <a:lnTo>
                  <a:pt x="337291" y="248631"/>
                </a:lnTo>
                <a:lnTo>
                  <a:pt x="335462" y="294583"/>
                </a:lnTo>
                <a:lnTo>
                  <a:pt x="333268" y="326489"/>
                </a:lnTo>
                <a:lnTo>
                  <a:pt x="330708" y="344424"/>
                </a:lnTo>
                <a:lnTo>
                  <a:pt x="327231" y="357020"/>
                </a:lnTo>
                <a:lnTo>
                  <a:pt x="326280" y="359664"/>
                </a:lnTo>
                <a:close/>
              </a:path>
              <a:path w="356870" h="401320">
                <a:moveTo>
                  <a:pt x="231648" y="269748"/>
                </a:moveTo>
                <a:lnTo>
                  <a:pt x="228600" y="269748"/>
                </a:lnTo>
                <a:lnTo>
                  <a:pt x="225456" y="268081"/>
                </a:lnTo>
                <a:lnTo>
                  <a:pt x="222885" y="263271"/>
                </a:lnTo>
                <a:lnTo>
                  <a:pt x="220884" y="255603"/>
                </a:lnTo>
                <a:lnTo>
                  <a:pt x="219456" y="245364"/>
                </a:lnTo>
                <a:lnTo>
                  <a:pt x="214884" y="227576"/>
                </a:lnTo>
                <a:lnTo>
                  <a:pt x="208026" y="210502"/>
                </a:lnTo>
                <a:lnTo>
                  <a:pt x="198882" y="193714"/>
                </a:lnTo>
                <a:lnTo>
                  <a:pt x="187452" y="176784"/>
                </a:lnTo>
                <a:lnTo>
                  <a:pt x="190500" y="172212"/>
                </a:lnTo>
                <a:lnTo>
                  <a:pt x="224028" y="198501"/>
                </a:lnTo>
                <a:lnTo>
                  <a:pt x="246888" y="234696"/>
                </a:lnTo>
                <a:lnTo>
                  <a:pt x="246888" y="246888"/>
                </a:lnTo>
                <a:lnTo>
                  <a:pt x="243840" y="254508"/>
                </a:lnTo>
                <a:lnTo>
                  <a:pt x="234696" y="266700"/>
                </a:lnTo>
                <a:lnTo>
                  <a:pt x="231648" y="269748"/>
                </a:lnTo>
                <a:close/>
              </a:path>
              <a:path w="356870" h="401320">
                <a:moveTo>
                  <a:pt x="137922" y="344424"/>
                </a:moveTo>
                <a:lnTo>
                  <a:pt x="114300" y="344424"/>
                </a:lnTo>
                <a:lnTo>
                  <a:pt x="114300" y="222504"/>
                </a:lnTo>
                <a:lnTo>
                  <a:pt x="137219" y="222504"/>
                </a:lnTo>
                <a:lnTo>
                  <a:pt x="137337" y="269748"/>
                </a:lnTo>
                <a:lnTo>
                  <a:pt x="137492" y="304680"/>
                </a:lnTo>
                <a:lnTo>
                  <a:pt x="137922" y="344424"/>
                </a:lnTo>
                <a:close/>
              </a:path>
              <a:path w="356870" h="401320">
                <a:moveTo>
                  <a:pt x="277367" y="400812"/>
                </a:moveTo>
                <a:lnTo>
                  <a:pt x="271129" y="387953"/>
                </a:lnTo>
                <a:lnTo>
                  <a:pt x="259461" y="376809"/>
                </a:lnTo>
                <a:lnTo>
                  <a:pt x="242649" y="367379"/>
                </a:lnTo>
                <a:lnTo>
                  <a:pt x="220979" y="359664"/>
                </a:lnTo>
                <a:lnTo>
                  <a:pt x="220979" y="350520"/>
                </a:lnTo>
                <a:lnTo>
                  <a:pt x="241030" y="354520"/>
                </a:lnTo>
                <a:lnTo>
                  <a:pt x="257937" y="357378"/>
                </a:lnTo>
                <a:lnTo>
                  <a:pt x="271986" y="359092"/>
                </a:lnTo>
                <a:lnTo>
                  <a:pt x="283464" y="359664"/>
                </a:lnTo>
                <a:lnTo>
                  <a:pt x="326280" y="359664"/>
                </a:lnTo>
                <a:lnTo>
                  <a:pt x="323469" y="367474"/>
                </a:lnTo>
                <a:lnTo>
                  <a:pt x="289083" y="396240"/>
                </a:lnTo>
                <a:lnTo>
                  <a:pt x="277367" y="400812"/>
                </a:lnTo>
                <a:close/>
              </a:path>
              <a:path w="356870" h="401320">
                <a:moveTo>
                  <a:pt x="114300" y="390144"/>
                </a:moveTo>
                <a:lnTo>
                  <a:pt x="114300" y="353568"/>
                </a:lnTo>
                <a:lnTo>
                  <a:pt x="138123" y="353568"/>
                </a:lnTo>
                <a:lnTo>
                  <a:pt x="138684" y="376428"/>
                </a:lnTo>
                <a:lnTo>
                  <a:pt x="114300" y="39014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" name="object 30"/>
          <p:cNvSpPr/>
          <p:nvPr/>
        </p:nvSpPr>
        <p:spPr>
          <a:xfrm>
            <a:off x="5167883" y="2900172"/>
            <a:ext cx="410209" cy="408940"/>
          </a:xfrm>
          <a:custGeom>
            <a:avLst/>
            <a:gdLst/>
            <a:ahLst/>
            <a:cxnLst/>
            <a:rect l="l" t="t" r="r" b="b"/>
            <a:pathLst>
              <a:path w="410210" h="408939">
                <a:moveTo>
                  <a:pt x="4572" y="222504"/>
                </a:moveTo>
                <a:lnTo>
                  <a:pt x="0" y="216408"/>
                </a:lnTo>
                <a:lnTo>
                  <a:pt x="14859" y="195548"/>
                </a:lnTo>
                <a:lnTo>
                  <a:pt x="29718" y="171831"/>
                </a:lnTo>
                <a:lnTo>
                  <a:pt x="59436" y="115824"/>
                </a:lnTo>
                <a:lnTo>
                  <a:pt x="86296" y="55626"/>
                </a:lnTo>
                <a:lnTo>
                  <a:pt x="105156" y="0"/>
                </a:lnTo>
                <a:lnTo>
                  <a:pt x="141732" y="21336"/>
                </a:lnTo>
                <a:lnTo>
                  <a:pt x="131183" y="32242"/>
                </a:lnTo>
                <a:lnTo>
                  <a:pt x="117919" y="51435"/>
                </a:lnTo>
                <a:lnTo>
                  <a:pt x="102060" y="79247"/>
                </a:lnTo>
                <a:lnTo>
                  <a:pt x="83820" y="115824"/>
                </a:lnTo>
                <a:lnTo>
                  <a:pt x="112776" y="131064"/>
                </a:lnTo>
                <a:lnTo>
                  <a:pt x="108204" y="135636"/>
                </a:lnTo>
                <a:lnTo>
                  <a:pt x="74676" y="135636"/>
                </a:lnTo>
                <a:lnTo>
                  <a:pt x="54935" y="162496"/>
                </a:lnTo>
                <a:lnTo>
                  <a:pt x="36766" y="185928"/>
                </a:lnTo>
                <a:lnTo>
                  <a:pt x="20026" y="205930"/>
                </a:lnTo>
                <a:lnTo>
                  <a:pt x="4572" y="222504"/>
                </a:lnTo>
                <a:close/>
              </a:path>
              <a:path w="410210" h="408939">
                <a:moveTo>
                  <a:pt x="236220" y="131064"/>
                </a:moveTo>
                <a:lnTo>
                  <a:pt x="211836" y="131064"/>
                </a:lnTo>
                <a:lnTo>
                  <a:pt x="211714" y="44410"/>
                </a:lnTo>
                <a:lnTo>
                  <a:pt x="211645" y="36957"/>
                </a:lnTo>
                <a:lnTo>
                  <a:pt x="211193" y="19573"/>
                </a:lnTo>
                <a:lnTo>
                  <a:pt x="210312" y="3047"/>
                </a:lnTo>
                <a:lnTo>
                  <a:pt x="251459" y="21336"/>
                </a:lnTo>
                <a:lnTo>
                  <a:pt x="236220" y="36576"/>
                </a:lnTo>
                <a:lnTo>
                  <a:pt x="236220" y="131064"/>
                </a:lnTo>
                <a:close/>
              </a:path>
              <a:path w="410210" h="408939">
                <a:moveTo>
                  <a:pt x="345948" y="100584"/>
                </a:moveTo>
                <a:lnTo>
                  <a:pt x="339852" y="100584"/>
                </a:lnTo>
                <a:lnTo>
                  <a:pt x="335280" y="94488"/>
                </a:lnTo>
                <a:lnTo>
                  <a:pt x="330676" y="85296"/>
                </a:lnTo>
                <a:lnTo>
                  <a:pt x="322159" y="72461"/>
                </a:lnTo>
                <a:lnTo>
                  <a:pt x="310324" y="58864"/>
                </a:lnTo>
                <a:lnTo>
                  <a:pt x="295346" y="44410"/>
                </a:lnTo>
                <a:lnTo>
                  <a:pt x="277368" y="28956"/>
                </a:lnTo>
                <a:lnTo>
                  <a:pt x="281940" y="24384"/>
                </a:lnTo>
                <a:lnTo>
                  <a:pt x="332422" y="43243"/>
                </a:lnTo>
                <a:lnTo>
                  <a:pt x="356616" y="70104"/>
                </a:lnTo>
                <a:lnTo>
                  <a:pt x="356616" y="79247"/>
                </a:lnTo>
                <a:lnTo>
                  <a:pt x="355092" y="85344"/>
                </a:lnTo>
                <a:lnTo>
                  <a:pt x="348996" y="97536"/>
                </a:lnTo>
                <a:lnTo>
                  <a:pt x="345948" y="100584"/>
                </a:lnTo>
                <a:close/>
              </a:path>
              <a:path w="410210" h="408939">
                <a:moveTo>
                  <a:pt x="131064" y="147828"/>
                </a:moveTo>
                <a:lnTo>
                  <a:pt x="115824" y="131064"/>
                </a:lnTo>
                <a:lnTo>
                  <a:pt x="333756" y="131064"/>
                </a:lnTo>
                <a:lnTo>
                  <a:pt x="356616" y="109728"/>
                </a:lnTo>
                <a:lnTo>
                  <a:pt x="388620" y="141732"/>
                </a:lnTo>
                <a:lnTo>
                  <a:pt x="173736" y="141732"/>
                </a:lnTo>
                <a:lnTo>
                  <a:pt x="162567" y="142041"/>
                </a:lnTo>
                <a:lnTo>
                  <a:pt x="151828" y="143065"/>
                </a:lnTo>
                <a:lnTo>
                  <a:pt x="141374" y="144946"/>
                </a:lnTo>
                <a:lnTo>
                  <a:pt x="131064" y="147828"/>
                </a:lnTo>
                <a:close/>
              </a:path>
              <a:path w="410210" h="408939">
                <a:moveTo>
                  <a:pt x="73152" y="405384"/>
                </a:moveTo>
                <a:lnTo>
                  <a:pt x="73400" y="380047"/>
                </a:lnTo>
                <a:lnTo>
                  <a:pt x="74443" y="338328"/>
                </a:lnTo>
                <a:lnTo>
                  <a:pt x="74570" y="329184"/>
                </a:lnTo>
                <a:lnTo>
                  <a:pt x="74676" y="135636"/>
                </a:lnTo>
                <a:lnTo>
                  <a:pt x="108204" y="135636"/>
                </a:lnTo>
                <a:lnTo>
                  <a:pt x="99060" y="144780"/>
                </a:lnTo>
                <a:lnTo>
                  <a:pt x="99165" y="346424"/>
                </a:lnTo>
                <a:lnTo>
                  <a:pt x="99286" y="354711"/>
                </a:lnTo>
                <a:lnTo>
                  <a:pt x="99702" y="370117"/>
                </a:lnTo>
                <a:lnTo>
                  <a:pt x="100584" y="390144"/>
                </a:lnTo>
                <a:lnTo>
                  <a:pt x="73152" y="405384"/>
                </a:lnTo>
                <a:close/>
              </a:path>
              <a:path w="410210" h="408939">
                <a:moveTo>
                  <a:pt x="105156" y="408432"/>
                </a:moveTo>
                <a:lnTo>
                  <a:pt x="100584" y="402336"/>
                </a:lnTo>
                <a:lnTo>
                  <a:pt x="118085" y="387096"/>
                </a:lnTo>
                <a:lnTo>
                  <a:pt x="133921" y="371094"/>
                </a:lnTo>
                <a:lnTo>
                  <a:pt x="161544" y="335280"/>
                </a:lnTo>
                <a:lnTo>
                  <a:pt x="183261" y="295465"/>
                </a:lnTo>
                <a:lnTo>
                  <a:pt x="198120" y="249936"/>
                </a:lnTo>
                <a:lnTo>
                  <a:pt x="207264" y="198691"/>
                </a:lnTo>
                <a:lnTo>
                  <a:pt x="211836" y="141732"/>
                </a:lnTo>
                <a:lnTo>
                  <a:pt x="236220" y="141732"/>
                </a:lnTo>
                <a:lnTo>
                  <a:pt x="231648" y="201358"/>
                </a:lnTo>
                <a:lnTo>
                  <a:pt x="222504" y="252984"/>
                </a:lnTo>
                <a:lnTo>
                  <a:pt x="206692" y="297942"/>
                </a:lnTo>
                <a:lnTo>
                  <a:pt x="182880" y="338328"/>
                </a:lnTo>
                <a:lnTo>
                  <a:pt x="149161" y="373951"/>
                </a:lnTo>
                <a:lnTo>
                  <a:pt x="128658" y="391263"/>
                </a:lnTo>
                <a:lnTo>
                  <a:pt x="105156" y="408432"/>
                </a:lnTo>
                <a:close/>
              </a:path>
              <a:path w="410210" h="408939">
                <a:moveTo>
                  <a:pt x="371856" y="387096"/>
                </a:moveTo>
                <a:lnTo>
                  <a:pt x="301752" y="387096"/>
                </a:lnTo>
                <a:lnTo>
                  <a:pt x="284630" y="385929"/>
                </a:lnTo>
                <a:lnTo>
                  <a:pt x="272224" y="380047"/>
                </a:lnTo>
                <a:lnTo>
                  <a:pt x="264675" y="369308"/>
                </a:lnTo>
                <a:lnTo>
                  <a:pt x="262181" y="353901"/>
                </a:lnTo>
                <a:lnTo>
                  <a:pt x="262128" y="141732"/>
                </a:lnTo>
                <a:lnTo>
                  <a:pt x="284988" y="141732"/>
                </a:lnTo>
                <a:lnTo>
                  <a:pt x="284988" y="341376"/>
                </a:lnTo>
                <a:lnTo>
                  <a:pt x="286440" y="352258"/>
                </a:lnTo>
                <a:lnTo>
                  <a:pt x="290893" y="359854"/>
                </a:lnTo>
                <a:lnTo>
                  <a:pt x="298489" y="364307"/>
                </a:lnTo>
                <a:lnTo>
                  <a:pt x="309371" y="365760"/>
                </a:lnTo>
                <a:lnTo>
                  <a:pt x="407868" y="365760"/>
                </a:lnTo>
                <a:lnTo>
                  <a:pt x="402502" y="373594"/>
                </a:lnTo>
                <a:lnTo>
                  <a:pt x="393763" y="381190"/>
                </a:lnTo>
                <a:lnTo>
                  <a:pt x="383595" y="385643"/>
                </a:lnTo>
                <a:lnTo>
                  <a:pt x="371856" y="387096"/>
                </a:lnTo>
                <a:close/>
              </a:path>
              <a:path w="410210" h="408939">
                <a:moveTo>
                  <a:pt x="407868" y="365760"/>
                </a:moveTo>
                <a:lnTo>
                  <a:pt x="361188" y="365760"/>
                </a:lnTo>
                <a:lnTo>
                  <a:pt x="366569" y="363188"/>
                </a:lnTo>
                <a:lnTo>
                  <a:pt x="371094" y="357759"/>
                </a:lnTo>
                <a:lnTo>
                  <a:pt x="379857" y="313563"/>
                </a:lnTo>
                <a:lnTo>
                  <a:pt x="381000" y="286512"/>
                </a:lnTo>
                <a:lnTo>
                  <a:pt x="388620" y="286512"/>
                </a:lnTo>
                <a:lnTo>
                  <a:pt x="391668" y="335280"/>
                </a:lnTo>
                <a:lnTo>
                  <a:pt x="409956" y="362712"/>
                </a:lnTo>
                <a:lnTo>
                  <a:pt x="407868" y="36576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" name="object 31"/>
          <p:cNvSpPr/>
          <p:nvPr/>
        </p:nvSpPr>
        <p:spPr>
          <a:xfrm>
            <a:off x="5623560" y="2897123"/>
            <a:ext cx="2143125" cy="411480"/>
          </a:xfrm>
          <a:custGeom>
            <a:avLst/>
            <a:gdLst/>
            <a:ahLst/>
            <a:cxnLst/>
            <a:rect l="l" t="t" r="r" b="b"/>
            <a:pathLst>
              <a:path w="2143125" h="411479">
                <a:moveTo>
                  <a:pt x="394716" y="365760"/>
                </a:moveTo>
                <a:lnTo>
                  <a:pt x="371614" y="325970"/>
                </a:lnTo>
                <a:lnTo>
                  <a:pt x="370332" y="288048"/>
                </a:lnTo>
                <a:lnTo>
                  <a:pt x="361188" y="288048"/>
                </a:lnTo>
                <a:lnTo>
                  <a:pt x="357759" y="338836"/>
                </a:lnTo>
                <a:lnTo>
                  <a:pt x="342900" y="373380"/>
                </a:lnTo>
                <a:lnTo>
                  <a:pt x="281940" y="373380"/>
                </a:lnTo>
                <a:lnTo>
                  <a:pt x="265099" y="371081"/>
                </a:lnTo>
                <a:lnTo>
                  <a:pt x="253555" y="364058"/>
                </a:lnTo>
                <a:lnTo>
                  <a:pt x="247434" y="352171"/>
                </a:lnTo>
                <a:lnTo>
                  <a:pt x="246888" y="335280"/>
                </a:lnTo>
                <a:lnTo>
                  <a:pt x="246888" y="216408"/>
                </a:lnTo>
                <a:lnTo>
                  <a:pt x="388620" y="216408"/>
                </a:lnTo>
                <a:lnTo>
                  <a:pt x="355092" y="181356"/>
                </a:lnTo>
                <a:lnTo>
                  <a:pt x="330708" y="205740"/>
                </a:lnTo>
                <a:lnTo>
                  <a:pt x="208788" y="205740"/>
                </a:lnTo>
                <a:lnTo>
                  <a:pt x="208788" y="112776"/>
                </a:lnTo>
                <a:lnTo>
                  <a:pt x="347472" y="112776"/>
                </a:lnTo>
                <a:lnTo>
                  <a:pt x="312420" y="77724"/>
                </a:lnTo>
                <a:lnTo>
                  <a:pt x="288036" y="102108"/>
                </a:lnTo>
                <a:lnTo>
                  <a:pt x="208788" y="102108"/>
                </a:lnTo>
                <a:lnTo>
                  <a:pt x="208788" y="33528"/>
                </a:lnTo>
                <a:lnTo>
                  <a:pt x="222504" y="19812"/>
                </a:lnTo>
                <a:lnTo>
                  <a:pt x="182880" y="3048"/>
                </a:lnTo>
                <a:lnTo>
                  <a:pt x="184162" y="69062"/>
                </a:lnTo>
                <a:lnTo>
                  <a:pt x="184404" y="103632"/>
                </a:lnTo>
                <a:lnTo>
                  <a:pt x="92964" y="103632"/>
                </a:lnTo>
                <a:lnTo>
                  <a:pt x="98412" y="93370"/>
                </a:lnTo>
                <a:lnTo>
                  <a:pt x="112776" y="64008"/>
                </a:lnTo>
                <a:lnTo>
                  <a:pt x="126492" y="56388"/>
                </a:lnTo>
                <a:lnTo>
                  <a:pt x="88392" y="33528"/>
                </a:lnTo>
                <a:lnTo>
                  <a:pt x="77762" y="74891"/>
                </a:lnTo>
                <a:lnTo>
                  <a:pt x="64008" y="114109"/>
                </a:lnTo>
                <a:lnTo>
                  <a:pt x="46812" y="150761"/>
                </a:lnTo>
                <a:lnTo>
                  <a:pt x="25908" y="184404"/>
                </a:lnTo>
                <a:lnTo>
                  <a:pt x="30480" y="188976"/>
                </a:lnTo>
                <a:lnTo>
                  <a:pt x="47053" y="171526"/>
                </a:lnTo>
                <a:lnTo>
                  <a:pt x="62484" y="153352"/>
                </a:lnTo>
                <a:lnTo>
                  <a:pt x="76771" y="134327"/>
                </a:lnTo>
                <a:lnTo>
                  <a:pt x="89916" y="114300"/>
                </a:lnTo>
                <a:lnTo>
                  <a:pt x="184404" y="114300"/>
                </a:lnTo>
                <a:lnTo>
                  <a:pt x="184404" y="205740"/>
                </a:lnTo>
                <a:lnTo>
                  <a:pt x="0" y="205740"/>
                </a:lnTo>
                <a:lnTo>
                  <a:pt x="15240" y="220980"/>
                </a:lnTo>
                <a:lnTo>
                  <a:pt x="24879" y="218986"/>
                </a:lnTo>
                <a:lnTo>
                  <a:pt x="35242" y="217551"/>
                </a:lnTo>
                <a:lnTo>
                  <a:pt x="45885" y="216700"/>
                </a:lnTo>
                <a:lnTo>
                  <a:pt x="56388" y="216408"/>
                </a:lnTo>
                <a:lnTo>
                  <a:pt x="134112" y="216408"/>
                </a:lnTo>
                <a:lnTo>
                  <a:pt x="123634" y="274891"/>
                </a:lnTo>
                <a:lnTo>
                  <a:pt x="105156" y="323100"/>
                </a:lnTo>
                <a:lnTo>
                  <a:pt x="67437" y="364236"/>
                </a:lnTo>
                <a:lnTo>
                  <a:pt x="0" y="405384"/>
                </a:lnTo>
                <a:lnTo>
                  <a:pt x="1524" y="411480"/>
                </a:lnTo>
                <a:lnTo>
                  <a:pt x="43497" y="395503"/>
                </a:lnTo>
                <a:lnTo>
                  <a:pt x="77914" y="377380"/>
                </a:lnTo>
                <a:lnTo>
                  <a:pt x="123444" y="335280"/>
                </a:lnTo>
                <a:lnTo>
                  <a:pt x="148018" y="282702"/>
                </a:lnTo>
                <a:lnTo>
                  <a:pt x="160020" y="216408"/>
                </a:lnTo>
                <a:lnTo>
                  <a:pt x="222504" y="216408"/>
                </a:lnTo>
                <a:lnTo>
                  <a:pt x="222504" y="348996"/>
                </a:lnTo>
                <a:lnTo>
                  <a:pt x="224193" y="368122"/>
                </a:lnTo>
                <a:lnTo>
                  <a:pt x="231457" y="381952"/>
                </a:lnTo>
                <a:lnTo>
                  <a:pt x="244144" y="390359"/>
                </a:lnTo>
                <a:lnTo>
                  <a:pt x="262128" y="393192"/>
                </a:lnTo>
                <a:lnTo>
                  <a:pt x="345948" y="393192"/>
                </a:lnTo>
                <a:lnTo>
                  <a:pt x="363423" y="391477"/>
                </a:lnTo>
                <a:lnTo>
                  <a:pt x="377190" y="386346"/>
                </a:lnTo>
                <a:lnTo>
                  <a:pt x="387515" y="377774"/>
                </a:lnTo>
                <a:lnTo>
                  <a:pt x="394716" y="365760"/>
                </a:lnTo>
                <a:close/>
              </a:path>
              <a:path w="2143125" h="411479">
                <a:moveTo>
                  <a:pt x="842772" y="356616"/>
                </a:moveTo>
                <a:lnTo>
                  <a:pt x="794766" y="348615"/>
                </a:lnTo>
                <a:lnTo>
                  <a:pt x="755904" y="333756"/>
                </a:lnTo>
                <a:lnTo>
                  <a:pt x="722947" y="311848"/>
                </a:lnTo>
                <a:lnTo>
                  <a:pt x="693420" y="281940"/>
                </a:lnTo>
                <a:lnTo>
                  <a:pt x="711390" y="270230"/>
                </a:lnTo>
                <a:lnTo>
                  <a:pt x="730948" y="257937"/>
                </a:lnTo>
                <a:lnTo>
                  <a:pt x="774192" y="231648"/>
                </a:lnTo>
                <a:lnTo>
                  <a:pt x="790956" y="230124"/>
                </a:lnTo>
                <a:lnTo>
                  <a:pt x="762000" y="201168"/>
                </a:lnTo>
                <a:lnTo>
                  <a:pt x="748855" y="218630"/>
                </a:lnTo>
                <a:lnTo>
                  <a:pt x="732282" y="236791"/>
                </a:lnTo>
                <a:lnTo>
                  <a:pt x="712279" y="255828"/>
                </a:lnTo>
                <a:lnTo>
                  <a:pt x="688848" y="275844"/>
                </a:lnTo>
                <a:lnTo>
                  <a:pt x="675932" y="256108"/>
                </a:lnTo>
                <a:lnTo>
                  <a:pt x="664464" y="235648"/>
                </a:lnTo>
                <a:lnTo>
                  <a:pt x="654126" y="214337"/>
                </a:lnTo>
                <a:lnTo>
                  <a:pt x="644652" y="192024"/>
                </a:lnTo>
                <a:lnTo>
                  <a:pt x="838200" y="192024"/>
                </a:lnTo>
                <a:lnTo>
                  <a:pt x="803148" y="155448"/>
                </a:lnTo>
                <a:lnTo>
                  <a:pt x="777240" y="181356"/>
                </a:lnTo>
                <a:lnTo>
                  <a:pt x="646176" y="181356"/>
                </a:lnTo>
                <a:lnTo>
                  <a:pt x="646176" y="131064"/>
                </a:lnTo>
                <a:lnTo>
                  <a:pt x="789432" y="131064"/>
                </a:lnTo>
                <a:lnTo>
                  <a:pt x="757428" y="97536"/>
                </a:lnTo>
                <a:lnTo>
                  <a:pt x="734568" y="120396"/>
                </a:lnTo>
                <a:lnTo>
                  <a:pt x="646176" y="120396"/>
                </a:lnTo>
                <a:lnTo>
                  <a:pt x="646176" y="73152"/>
                </a:lnTo>
                <a:lnTo>
                  <a:pt x="816864" y="73152"/>
                </a:lnTo>
                <a:lnTo>
                  <a:pt x="783336" y="39624"/>
                </a:lnTo>
                <a:lnTo>
                  <a:pt x="758952" y="64008"/>
                </a:lnTo>
                <a:lnTo>
                  <a:pt x="646176" y="64008"/>
                </a:lnTo>
                <a:lnTo>
                  <a:pt x="646176" y="32004"/>
                </a:lnTo>
                <a:lnTo>
                  <a:pt x="659892" y="19812"/>
                </a:lnTo>
                <a:lnTo>
                  <a:pt x="620268" y="3048"/>
                </a:lnTo>
                <a:lnTo>
                  <a:pt x="621144" y="17081"/>
                </a:lnTo>
                <a:lnTo>
                  <a:pt x="621601" y="31813"/>
                </a:lnTo>
                <a:lnTo>
                  <a:pt x="621792" y="64008"/>
                </a:lnTo>
                <a:lnTo>
                  <a:pt x="467868" y="64008"/>
                </a:lnTo>
                <a:lnTo>
                  <a:pt x="483108" y="79248"/>
                </a:lnTo>
                <a:lnTo>
                  <a:pt x="492747" y="77012"/>
                </a:lnTo>
                <a:lnTo>
                  <a:pt x="503110" y="75057"/>
                </a:lnTo>
                <a:lnTo>
                  <a:pt x="513753" y="73685"/>
                </a:lnTo>
                <a:lnTo>
                  <a:pt x="524256" y="73152"/>
                </a:lnTo>
                <a:lnTo>
                  <a:pt x="621792" y="73152"/>
                </a:lnTo>
                <a:lnTo>
                  <a:pt x="621792" y="120396"/>
                </a:lnTo>
                <a:lnTo>
                  <a:pt x="496824" y="120396"/>
                </a:lnTo>
                <a:lnTo>
                  <a:pt x="512064" y="135636"/>
                </a:lnTo>
                <a:lnTo>
                  <a:pt x="522363" y="133642"/>
                </a:lnTo>
                <a:lnTo>
                  <a:pt x="532828" y="132207"/>
                </a:lnTo>
                <a:lnTo>
                  <a:pt x="543560" y="131356"/>
                </a:lnTo>
                <a:lnTo>
                  <a:pt x="554736" y="131064"/>
                </a:lnTo>
                <a:lnTo>
                  <a:pt x="621792" y="131064"/>
                </a:lnTo>
                <a:lnTo>
                  <a:pt x="621792" y="181356"/>
                </a:lnTo>
                <a:lnTo>
                  <a:pt x="441960" y="181356"/>
                </a:lnTo>
                <a:lnTo>
                  <a:pt x="457200" y="196596"/>
                </a:lnTo>
                <a:lnTo>
                  <a:pt x="466623" y="194602"/>
                </a:lnTo>
                <a:lnTo>
                  <a:pt x="476631" y="193167"/>
                </a:lnTo>
                <a:lnTo>
                  <a:pt x="487197" y="192316"/>
                </a:lnTo>
                <a:lnTo>
                  <a:pt x="498348" y="192024"/>
                </a:lnTo>
                <a:lnTo>
                  <a:pt x="611124" y="192024"/>
                </a:lnTo>
                <a:lnTo>
                  <a:pt x="578167" y="233172"/>
                </a:lnTo>
                <a:lnTo>
                  <a:pt x="539496" y="269748"/>
                </a:lnTo>
                <a:lnTo>
                  <a:pt x="491490" y="303276"/>
                </a:lnTo>
                <a:lnTo>
                  <a:pt x="434340" y="332232"/>
                </a:lnTo>
                <a:lnTo>
                  <a:pt x="435864" y="339852"/>
                </a:lnTo>
                <a:lnTo>
                  <a:pt x="468769" y="328714"/>
                </a:lnTo>
                <a:lnTo>
                  <a:pt x="499110" y="315849"/>
                </a:lnTo>
                <a:lnTo>
                  <a:pt x="527151" y="301282"/>
                </a:lnTo>
                <a:lnTo>
                  <a:pt x="553212" y="284988"/>
                </a:lnTo>
                <a:lnTo>
                  <a:pt x="553212" y="352044"/>
                </a:lnTo>
                <a:lnTo>
                  <a:pt x="552640" y="361480"/>
                </a:lnTo>
                <a:lnTo>
                  <a:pt x="550926" y="369189"/>
                </a:lnTo>
                <a:lnTo>
                  <a:pt x="548068" y="375196"/>
                </a:lnTo>
                <a:lnTo>
                  <a:pt x="544068" y="379476"/>
                </a:lnTo>
                <a:lnTo>
                  <a:pt x="565404" y="408432"/>
                </a:lnTo>
                <a:lnTo>
                  <a:pt x="583349" y="393598"/>
                </a:lnTo>
                <a:lnTo>
                  <a:pt x="607314" y="376618"/>
                </a:lnTo>
                <a:lnTo>
                  <a:pt x="636981" y="357644"/>
                </a:lnTo>
                <a:lnTo>
                  <a:pt x="672084" y="336804"/>
                </a:lnTo>
                <a:lnTo>
                  <a:pt x="669036" y="329184"/>
                </a:lnTo>
                <a:lnTo>
                  <a:pt x="579120" y="367284"/>
                </a:lnTo>
                <a:lnTo>
                  <a:pt x="579120" y="265176"/>
                </a:lnTo>
                <a:lnTo>
                  <a:pt x="594779" y="249174"/>
                </a:lnTo>
                <a:lnTo>
                  <a:pt x="609600" y="233172"/>
                </a:lnTo>
                <a:lnTo>
                  <a:pt x="623265" y="217170"/>
                </a:lnTo>
                <a:lnTo>
                  <a:pt x="635508" y="201168"/>
                </a:lnTo>
                <a:lnTo>
                  <a:pt x="651002" y="240868"/>
                </a:lnTo>
                <a:lnTo>
                  <a:pt x="668083" y="275272"/>
                </a:lnTo>
                <a:lnTo>
                  <a:pt x="708660" y="327660"/>
                </a:lnTo>
                <a:lnTo>
                  <a:pt x="754189" y="363855"/>
                </a:lnTo>
                <a:lnTo>
                  <a:pt x="803148" y="388620"/>
                </a:lnTo>
                <a:lnTo>
                  <a:pt x="809980" y="379247"/>
                </a:lnTo>
                <a:lnTo>
                  <a:pt x="818959" y="371856"/>
                </a:lnTo>
                <a:lnTo>
                  <a:pt x="829932" y="366763"/>
                </a:lnTo>
                <a:lnTo>
                  <a:pt x="842772" y="364236"/>
                </a:lnTo>
                <a:lnTo>
                  <a:pt x="842772" y="356616"/>
                </a:lnTo>
                <a:close/>
              </a:path>
              <a:path w="2143125" h="411479">
                <a:moveTo>
                  <a:pt x="1290828" y="374904"/>
                </a:moveTo>
                <a:lnTo>
                  <a:pt x="1251204" y="336804"/>
                </a:lnTo>
                <a:lnTo>
                  <a:pt x="1223772" y="364236"/>
                </a:lnTo>
                <a:lnTo>
                  <a:pt x="1082040" y="364236"/>
                </a:lnTo>
                <a:lnTo>
                  <a:pt x="1082040" y="167640"/>
                </a:lnTo>
                <a:lnTo>
                  <a:pt x="1246632" y="167640"/>
                </a:lnTo>
                <a:lnTo>
                  <a:pt x="1210056" y="131064"/>
                </a:lnTo>
                <a:lnTo>
                  <a:pt x="1184148" y="156972"/>
                </a:lnTo>
                <a:lnTo>
                  <a:pt x="1082040" y="156972"/>
                </a:lnTo>
                <a:lnTo>
                  <a:pt x="1082040" y="41148"/>
                </a:lnTo>
                <a:lnTo>
                  <a:pt x="1100328" y="27432"/>
                </a:lnTo>
                <a:lnTo>
                  <a:pt x="1053084" y="6096"/>
                </a:lnTo>
                <a:lnTo>
                  <a:pt x="1053960" y="23202"/>
                </a:lnTo>
                <a:lnTo>
                  <a:pt x="1054417" y="40005"/>
                </a:lnTo>
                <a:lnTo>
                  <a:pt x="1054582" y="56248"/>
                </a:lnTo>
                <a:lnTo>
                  <a:pt x="1054608" y="364236"/>
                </a:lnTo>
                <a:lnTo>
                  <a:pt x="885444" y="364236"/>
                </a:lnTo>
                <a:lnTo>
                  <a:pt x="900684" y="379476"/>
                </a:lnTo>
                <a:lnTo>
                  <a:pt x="910107" y="377482"/>
                </a:lnTo>
                <a:lnTo>
                  <a:pt x="920115" y="376047"/>
                </a:lnTo>
                <a:lnTo>
                  <a:pt x="930681" y="375196"/>
                </a:lnTo>
                <a:lnTo>
                  <a:pt x="941832" y="374904"/>
                </a:lnTo>
                <a:lnTo>
                  <a:pt x="1290828" y="374904"/>
                </a:lnTo>
                <a:close/>
              </a:path>
              <a:path w="2143125" h="411479">
                <a:moveTo>
                  <a:pt x="1482852" y="115824"/>
                </a:moveTo>
                <a:lnTo>
                  <a:pt x="1455420" y="88392"/>
                </a:lnTo>
                <a:lnTo>
                  <a:pt x="1438656" y="105156"/>
                </a:lnTo>
                <a:lnTo>
                  <a:pt x="1423416" y="105156"/>
                </a:lnTo>
                <a:lnTo>
                  <a:pt x="1423416" y="30480"/>
                </a:lnTo>
                <a:lnTo>
                  <a:pt x="1440180" y="19812"/>
                </a:lnTo>
                <a:lnTo>
                  <a:pt x="1399032" y="0"/>
                </a:lnTo>
                <a:lnTo>
                  <a:pt x="1400162" y="19812"/>
                </a:lnTo>
                <a:lnTo>
                  <a:pt x="1401127" y="43434"/>
                </a:lnTo>
                <a:lnTo>
                  <a:pt x="1401813" y="72009"/>
                </a:lnTo>
                <a:lnTo>
                  <a:pt x="1402080" y="105156"/>
                </a:lnTo>
                <a:lnTo>
                  <a:pt x="1328928" y="105156"/>
                </a:lnTo>
                <a:lnTo>
                  <a:pt x="1342644" y="118872"/>
                </a:lnTo>
                <a:lnTo>
                  <a:pt x="1359408" y="115824"/>
                </a:lnTo>
                <a:lnTo>
                  <a:pt x="1402080" y="115824"/>
                </a:lnTo>
                <a:lnTo>
                  <a:pt x="1402080" y="195072"/>
                </a:lnTo>
                <a:lnTo>
                  <a:pt x="1376045" y="206248"/>
                </a:lnTo>
                <a:lnTo>
                  <a:pt x="1355026" y="214693"/>
                </a:lnTo>
                <a:lnTo>
                  <a:pt x="1338846" y="220586"/>
                </a:lnTo>
                <a:lnTo>
                  <a:pt x="1327404" y="224028"/>
                </a:lnTo>
                <a:lnTo>
                  <a:pt x="1347216" y="256032"/>
                </a:lnTo>
                <a:lnTo>
                  <a:pt x="1354074" y="248348"/>
                </a:lnTo>
                <a:lnTo>
                  <a:pt x="1365504" y="239077"/>
                </a:lnTo>
                <a:lnTo>
                  <a:pt x="1381506" y="228396"/>
                </a:lnTo>
                <a:lnTo>
                  <a:pt x="1402080" y="216408"/>
                </a:lnTo>
                <a:lnTo>
                  <a:pt x="1402080" y="359664"/>
                </a:lnTo>
                <a:lnTo>
                  <a:pt x="1397508" y="365760"/>
                </a:lnTo>
                <a:lnTo>
                  <a:pt x="1388364" y="365760"/>
                </a:lnTo>
                <a:lnTo>
                  <a:pt x="1380363" y="365480"/>
                </a:lnTo>
                <a:lnTo>
                  <a:pt x="1370076" y="364617"/>
                </a:lnTo>
                <a:lnTo>
                  <a:pt x="1357503" y="363194"/>
                </a:lnTo>
                <a:lnTo>
                  <a:pt x="1342644" y="361188"/>
                </a:lnTo>
                <a:lnTo>
                  <a:pt x="1342644" y="367284"/>
                </a:lnTo>
                <a:lnTo>
                  <a:pt x="1362621" y="376428"/>
                </a:lnTo>
                <a:lnTo>
                  <a:pt x="1376743" y="385572"/>
                </a:lnTo>
                <a:lnTo>
                  <a:pt x="1384858" y="394716"/>
                </a:lnTo>
                <a:lnTo>
                  <a:pt x="1386840" y="403860"/>
                </a:lnTo>
                <a:lnTo>
                  <a:pt x="1403692" y="394703"/>
                </a:lnTo>
                <a:lnTo>
                  <a:pt x="1415415" y="383095"/>
                </a:lnTo>
                <a:lnTo>
                  <a:pt x="1421980" y="368935"/>
                </a:lnTo>
                <a:lnTo>
                  <a:pt x="1422247" y="365760"/>
                </a:lnTo>
                <a:lnTo>
                  <a:pt x="1423339" y="352806"/>
                </a:lnTo>
                <a:lnTo>
                  <a:pt x="1423416" y="216408"/>
                </a:lnTo>
                <a:lnTo>
                  <a:pt x="1423416" y="204216"/>
                </a:lnTo>
                <a:lnTo>
                  <a:pt x="1449959" y="187452"/>
                </a:lnTo>
                <a:lnTo>
                  <a:pt x="1481328" y="167640"/>
                </a:lnTo>
                <a:lnTo>
                  <a:pt x="1478280" y="163068"/>
                </a:lnTo>
                <a:lnTo>
                  <a:pt x="1423416" y="187452"/>
                </a:lnTo>
                <a:lnTo>
                  <a:pt x="1423416" y="115824"/>
                </a:lnTo>
                <a:lnTo>
                  <a:pt x="1482852" y="115824"/>
                </a:lnTo>
                <a:close/>
              </a:path>
              <a:path w="2143125" h="411479">
                <a:moveTo>
                  <a:pt x="1586484" y="22860"/>
                </a:moveTo>
                <a:lnTo>
                  <a:pt x="1545336" y="3048"/>
                </a:lnTo>
                <a:lnTo>
                  <a:pt x="1546212" y="18173"/>
                </a:lnTo>
                <a:lnTo>
                  <a:pt x="1546593" y="35052"/>
                </a:lnTo>
                <a:lnTo>
                  <a:pt x="1546694" y="43434"/>
                </a:lnTo>
                <a:lnTo>
                  <a:pt x="1546834" y="63271"/>
                </a:lnTo>
                <a:lnTo>
                  <a:pt x="1546860" y="92964"/>
                </a:lnTo>
                <a:lnTo>
                  <a:pt x="1470660" y="92964"/>
                </a:lnTo>
                <a:lnTo>
                  <a:pt x="1484376" y="106680"/>
                </a:lnTo>
                <a:lnTo>
                  <a:pt x="1502664" y="103632"/>
                </a:lnTo>
                <a:lnTo>
                  <a:pt x="1546860" y="103632"/>
                </a:lnTo>
                <a:lnTo>
                  <a:pt x="1546860" y="181356"/>
                </a:lnTo>
                <a:lnTo>
                  <a:pt x="1481328" y="181356"/>
                </a:lnTo>
                <a:lnTo>
                  <a:pt x="1495044" y="195072"/>
                </a:lnTo>
                <a:lnTo>
                  <a:pt x="1510284" y="192024"/>
                </a:lnTo>
                <a:lnTo>
                  <a:pt x="1546860" y="192024"/>
                </a:lnTo>
                <a:lnTo>
                  <a:pt x="1546860" y="272796"/>
                </a:lnTo>
                <a:lnTo>
                  <a:pt x="1453896" y="272796"/>
                </a:lnTo>
                <a:lnTo>
                  <a:pt x="1467612" y="286512"/>
                </a:lnTo>
                <a:lnTo>
                  <a:pt x="1482852" y="281940"/>
                </a:lnTo>
                <a:lnTo>
                  <a:pt x="1546860" y="281940"/>
                </a:lnTo>
                <a:lnTo>
                  <a:pt x="1546834" y="319659"/>
                </a:lnTo>
                <a:lnTo>
                  <a:pt x="1546669" y="352044"/>
                </a:lnTo>
                <a:lnTo>
                  <a:pt x="1546212" y="381381"/>
                </a:lnTo>
                <a:lnTo>
                  <a:pt x="1545336" y="405384"/>
                </a:lnTo>
                <a:lnTo>
                  <a:pt x="1569720" y="393192"/>
                </a:lnTo>
                <a:lnTo>
                  <a:pt x="1569720" y="281940"/>
                </a:lnTo>
                <a:lnTo>
                  <a:pt x="1569720" y="192024"/>
                </a:lnTo>
                <a:lnTo>
                  <a:pt x="1569720" y="103632"/>
                </a:lnTo>
                <a:lnTo>
                  <a:pt x="1569720" y="35052"/>
                </a:lnTo>
                <a:lnTo>
                  <a:pt x="1586484" y="22860"/>
                </a:lnTo>
                <a:close/>
              </a:path>
              <a:path w="2143125" h="411479">
                <a:moveTo>
                  <a:pt x="1737360" y="284988"/>
                </a:moveTo>
                <a:lnTo>
                  <a:pt x="1726692" y="274320"/>
                </a:lnTo>
                <a:lnTo>
                  <a:pt x="1706880" y="254508"/>
                </a:lnTo>
                <a:lnTo>
                  <a:pt x="1688592" y="274320"/>
                </a:lnTo>
                <a:lnTo>
                  <a:pt x="1638300" y="274320"/>
                </a:lnTo>
                <a:lnTo>
                  <a:pt x="1638300" y="193548"/>
                </a:lnTo>
                <a:lnTo>
                  <a:pt x="1728216" y="193548"/>
                </a:lnTo>
                <a:lnTo>
                  <a:pt x="1717548" y="182880"/>
                </a:lnTo>
                <a:lnTo>
                  <a:pt x="1700784" y="166116"/>
                </a:lnTo>
                <a:lnTo>
                  <a:pt x="1682496" y="182880"/>
                </a:lnTo>
                <a:lnTo>
                  <a:pt x="1638300" y="182880"/>
                </a:lnTo>
                <a:lnTo>
                  <a:pt x="1638300" y="105156"/>
                </a:lnTo>
                <a:lnTo>
                  <a:pt x="1734312" y="105156"/>
                </a:lnTo>
                <a:lnTo>
                  <a:pt x="1723047" y="94488"/>
                </a:lnTo>
                <a:lnTo>
                  <a:pt x="1705356" y="77724"/>
                </a:lnTo>
                <a:lnTo>
                  <a:pt x="1688592" y="94488"/>
                </a:lnTo>
                <a:lnTo>
                  <a:pt x="1638300" y="94488"/>
                </a:lnTo>
                <a:lnTo>
                  <a:pt x="1638300" y="35052"/>
                </a:lnTo>
                <a:lnTo>
                  <a:pt x="1655064" y="22860"/>
                </a:lnTo>
                <a:lnTo>
                  <a:pt x="1613916" y="4572"/>
                </a:lnTo>
                <a:lnTo>
                  <a:pt x="1614792" y="20815"/>
                </a:lnTo>
                <a:lnTo>
                  <a:pt x="1615249" y="39624"/>
                </a:lnTo>
                <a:lnTo>
                  <a:pt x="1615414" y="60731"/>
                </a:lnTo>
                <a:lnTo>
                  <a:pt x="1615440" y="405384"/>
                </a:lnTo>
                <a:lnTo>
                  <a:pt x="1639824" y="393192"/>
                </a:lnTo>
                <a:lnTo>
                  <a:pt x="1638935" y="370928"/>
                </a:lnTo>
                <a:lnTo>
                  <a:pt x="1638490" y="345376"/>
                </a:lnTo>
                <a:lnTo>
                  <a:pt x="1638312" y="316687"/>
                </a:lnTo>
                <a:lnTo>
                  <a:pt x="1638300" y="284988"/>
                </a:lnTo>
                <a:lnTo>
                  <a:pt x="1737360" y="284988"/>
                </a:lnTo>
                <a:close/>
              </a:path>
              <a:path w="2143125" h="411479">
                <a:moveTo>
                  <a:pt x="2142744" y="251460"/>
                </a:moveTo>
                <a:lnTo>
                  <a:pt x="2135009" y="245364"/>
                </a:lnTo>
                <a:lnTo>
                  <a:pt x="2113788" y="228600"/>
                </a:lnTo>
                <a:lnTo>
                  <a:pt x="2104631" y="239788"/>
                </a:lnTo>
                <a:lnTo>
                  <a:pt x="2104631" y="256032"/>
                </a:lnTo>
                <a:lnTo>
                  <a:pt x="2104631" y="361188"/>
                </a:lnTo>
                <a:lnTo>
                  <a:pt x="1930908" y="361188"/>
                </a:lnTo>
                <a:lnTo>
                  <a:pt x="1930908" y="268224"/>
                </a:lnTo>
                <a:lnTo>
                  <a:pt x="1930908" y="256032"/>
                </a:lnTo>
                <a:lnTo>
                  <a:pt x="2104631" y="256032"/>
                </a:lnTo>
                <a:lnTo>
                  <a:pt x="2104631" y="239788"/>
                </a:lnTo>
                <a:lnTo>
                  <a:pt x="2100059" y="245364"/>
                </a:lnTo>
                <a:lnTo>
                  <a:pt x="1946135" y="245364"/>
                </a:lnTo>
                <a:lnTo>
                  <a:pt x="1959584" y="236220"/>
                </a:lnTo>
                <a:lnTo>
                  <a:pt x="1965858" y="231965"/>
                </a:lnTo>
                <a:lnTo>
                  <a:pt x="1986140" y="216979"/>
                </a:lnTo>
                <a:lnTo>
                  <a:pt x="2028431" y="182880"/>
                </a:lnTo>
                <a:lnTo>
                  <a:pt x="2070722" y="140208"/>
                </a:lnTo>
                <a:lnTo>
                  <a:pt x="2110740" y="88392"/>
                </a:lnTo>
                <a:lnTo>
                  <a:pt x="2124887" y="80772"/>
                </a:lnTo>
                <a:lnTo>
                  <a:pt x="2130552" y="77724"/>
                </a:lnTo>
                <a:lnTo>
                  <a:pt x="2120684" y="70104"/>
                </a:lnTo>
                <a:lnTo>
                  <a:pt x="2097011" y="51816"/>
                </a:lnTo>
                <a:lnTo>
                  <a:pt x="2081771" y="70104"/>
                </a:lnTo>
                <a:lnTo>
                  <a:pt x="1935467" y="70104"/>
                </a:lnTo>
                <a:lnTo>
                  <a:pt x="1940331" y="63804"/>
                </a:lnTo>
                <a:lnTo>
                  <a:pt x="1945754" y="56197"/>
                </a:lnTo>
                <a:lnTo>
                  <a:pt x="1951761" y="47180"/>
                </a:lnTo>
                <a:lnTo>
                  <a:pt x="1958327" y="36576"/>
                </a:lnTo>
                <a:lnTo>
                  <a:pt x="1976615" y="30480"/>
                </a:lnTo>
                <a:lnTo>
                  <a:pt x="1938515" y="3048"/>
                </a:lnTo>
                <a:lnTo>
                  <a:pt x="1929091" y="29324"/>
                </a:lnTo>
                <a:lnTo>
                  <a:pt x="1916798" y="55435"/>
                </a:lnTo>
                <a:lnTo>
                  <a:pt x="1883651" y="106680"/>
                </a:lnTo>
                <a:lnTo>
                  <a:pt x="1845932" y="152209"/>
                </a:lnTo>
                <a:lnTo>
                  <a:pt x="1805927" y="187452"/>
                </a:lnTo>
                <a:lnTo>
                  <a:pt x="1812023" y="192024"/>
                </a:lnTo>
                <a:lnTo>
                  <a:pt x="1842604" y="171437"/>
                </a:lnTo>
                <a:lnTo>
                  <a:pt x="1872576" y="146138"/>
                </a:lnTo>
                <a:lnTo>
                  <a:pt x="1889975" y="128308"/>
                </a:lnTo>
                <a:lnTo>
                  <a:pt x="1903920" y="142760"/>
                </a:lnTo>
                <a:lnTo>
                  <a:pt x="1916607" y="157162"/>
                </a:lnTo>
                <a:lnTo>
                  <a:pt x="1926158" y="169570"/>
                </a:lnTo>
                <a:lnTo>
                  <a:pt x="1932432" y="179832"/>
                </a:lnTo>
                <a:lnTo>
                  <a:pt x="1933956" y="187452"/>
                </a:lnTo>
                <a:lnTo>
                  <a:pt x="1936991" y="192024"/>
                </a:lnTo>
                <a:lnTo>
                  <a:pt x="1944611" y="192024"/>
                </a:lnTo>
                <a:lnTo>
                  <a:pt x="1947659" y="188976"/>
                </a:lnTo>
                <a:lnTo>
                  <a:pt x="1952244" y="182880"/>
                </a:lnTo>
                <a:lnTo>
                  <a:pt x="1955279" y="176784"/>
                </a:lnTo>
                <a:lnTo>
                  <a:pt x="1956803" y="169164"/>
                </a:lnTo>
                <a:lnTo>
                  <a:pt x="1953755" y="160020"/>
                </a:lnTo>
                <a:lnTo>
                  <a:pt x="1949196" y="151688"/>
                </a:lnTo>
                <a:lnTo>
                  <a:pt x="1937766" y="142494"/>
                </a:lnTo>
                <a:lnTo>
                  <a:pt x="1919478" y="132168"/>
                </a:lnTo>
                <a:lnTo>
                  <a:pt x="1896643" y="121488"/>
                </a:lnTo>
                <a:lnTo>
                  <a:pt x="1897697" y="120396"/>
                </a:lnTo>
                <a:lnTo>
                  <a:pt x="1902040" y="115951"/>
                </a:lnTo>
                <a:lnTo>
                  <a:pt x="1930908" y="80772"/>
                </a:lnTo>
                <a:lnTo>
                  <a:pt x="2081771" y="80772"/>
                </a:lnTo>
                <a:lnTo>
                  <a:pt x="2048624" y="125158"/>
                </a:lnTo>
                <a:lnTo>
                  <a:pt x="2008619" y="166116"/>
                </a:lnTo>
                <a:lnTo>
                  <a:pt x="1966137" y="204025"/>
                </a:lnTo>
                <a:lnTo>
                  <a:pt x="1924799" y="236220"/>
                </a:lnTo>
                <a:lnTo>
                  <a:pt x="1906511" y="228600"/>
                </a:lnTo>
                <a:lnTo>
                  <a:pt x="1906511" y="245364"/>
                </a:lnTo>
                <a:lnTo>
                  <a:pt x="1877923" y="264210"/>
                </a:lnTo>
                <a:lnTo>
                  <a:pt x="1846884" y="281749"/>
                </a:lnTo>
                <a:lnTo>
                  <a:pt x="1813293" y="297878"/>
                </a:lnTo>
                <a:lnTo>
                  <a:pt x="1776971" y="312420"/>
                </a:lnTo>
                <a:lnTo>
                  <a:pt x="1778495" y="316992"/>
                </a:lnTo>
                <a:lnTo>
                  <a:pt x="1811362" y="308089"/>
                </a:lnTo>
                <a:lnTo>
                  <a:pt x="1843646" y="297180"/>
                </a:lnTo>
                <a:lnTo>
                  <a:pt x="1875370" y="283997"/>
                </a:lnTo>
                <a:lnTo>
                  <a:pt x="1906511" y="268224"/>
                </a:lnTo>
                <a:lnTo>
                  <a:pt x="1906422" y="327660"/>
                </a:lnTo>
                <a:lnTo>
                  <a:pt x="1906257" y="335051"/>
                </a:lnTo>
                <a:lnTo>
                  <a:pt x="1905558" y="352425"/>
                </a:lnTo>
                <a:lnTo>
                  <a:pt x="1904834" y="369239"/>
                </a:lnTo>
                <a:lnTo>
                  <a:pt x="1903463" y="402336"/>
                </a:lnTo>
                <a:lnTo>
                  <a:pt x="1930908" y="391668"/>
                </a:lnTo>
                <a:lnTo>
                  <a:pt x="1930908" y="371856"/>
                </a:lnTo>
                <a:lnTo>
                  <a:pt x="2104631" y="371856"/>
                </a:lnTo>
                <a:lnTo>
                  <a:pt x="2104631" y="397764"/>
                </a:lnTo>
                <a:lnTo>
                  <a:pt x="2130552" y="384048"/>
                </a:lnTo>
                <a:lnTo>
                  <a:pt x="2129815" y="371856"/>
                </a:lnTo>
                <a:lnTo>
                  <a:pt x="2129663" y="369239"/>
                </a:lnTo>
                <a:lnTo>
                  <a:pt x="2129409" y="361188"/>
                </a:lnTo>
                <a:lnTo>
                  <a:pt x="2129218" y="354711"/>
                </a:lnTo>
                <a:lnTo>
                  <a:pt x="2129040" y="340766"/>
                </a:lnTo>
                <a:lnTo>
                  <a:pt x="2129028" y="262128"/>
                </a:lnTo>
                <a:lnTo>
                  <a:pt x="2136864" y="256032"/>
                </a:lnTo>
                <a:lnTo>
                  <a:pt x="2142744" y="25146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" name="object 32"/>
          <p:cNvSpPr/>
          <p:nvPr/>
        </p:nvSpPr>
        <p:spPr>
          <a:xfrm>
            <a:off x="7845552" y="2900172"/>
            <a:ext cx="401320" cy="408940"/>
          </a:xfrm>
          <a:custGeom>
            <a:avLst/>
            <a:gdLst/>
            <a:ahLst/>
            <a:cxnLst/>
            <a:rect l="l" t="t" r="r" b="b"/>
            <a:pathLst>
              <a:path w="401320" h="408939">
                <a:moveTo>
                  <a:pt x="334459" y="18288"/>
                </a:moveTo>
                <a:lnTo>
                  <a:pt x="294132" y="18288"/>
                </a:lnTo>
                <a:lnTo>
                  <a:pt x="306324" y="0"/>
                </a:lnTo>
                <a:lnTo>
                  <a:pt x="334459" y="18288"/>
                </a:lnTo>
                <a:close/>
              </a:path>
              <a:path w="401320" h="408939">
                <a:moveTo>
                  <a:pt x="83820" y="149352"/>
                </a:moveTo>
                <a:lnTo>
                  <a:pt x="84701" y="132135"/>
                </a:lnTo>
                <a:lnTo>
                  <a:pt x="85153" y="114490"/>
                </a:lnTo>
                <a:lnTo>
                  <a:pt x="85275" y="100965"/>
                </a:lnTo>
                <a:lnTo>
                  <a:pt x="85320" y="57292"/>
                </a:lnTo>
                <a:lnTo>
                  <a:pt x="85153" y="39243"/>
                </a:lnTo>
                <a:lnTo>
                  <a:pt x="84701" y="21764"/>
                </a:lnTo>
                <a:lnTo>
                  <a:pt x="83820" y="4572"/>
                </a:lnTo>
                <a:lnTo>
                  <a:pt x="109728" y="18288"/>
                </a:lnTo>
                <a:lnTo>
                  <a:pt x="334459" y="18288"/>
                </a:lnTo>
                <a:lnTo>
                  <a:pt x="336804" y="19812"/>
                </a:lnTo>
                <a:lnTo>
                  <a:pt x="325374" y="28956"/>
                </a:lnTo>
                <a:lnTo>
                  <a:pt x="109728" y="28956"/>
                </a:lnTo>
                <a:lnTo>
                  <a:pt x="109728" y="67056"/>
                </a:lnTo>
                <a:lnTo>
                  <a:pt x="321799" y="67056"/>
                </a:lnTo>
                <a:lnTo>
                  <a:pt x="321825" y="70913"/>
                </a:lnTo>
                <a:lnTo>
                  <a:pt x="321982" y="77724"/>
                </a:lnTo>
                <a:lnTo>
                  <a:pt x="109728" y="77724"/>
                </a:lnTo>
                <a:lnTo>
                  <a:pt x="109728" y="115824"/>
                </a:lnTo>
                <a:lnTo>
                  <a:pt x="323191" y="115824"/>
                </a:lnTo>
                <a:lnTo>
                  <a:pt x="323492" y="122443"/>
                </a:lnTo>
                <a:lnTo>
                  <a:pt x="323836" y="126492"/>
                </a:lnTo>
                <a:lnTo>
                  <a:pt x="109728" y="126492"/>
                </a:lnTo>
                <a:lnTo>
                  <a:pt x="109728" y="140208"/>
                </a:lnTo>
                <a:lnTo>
                  <a:pt x="83820" y="149352"/>
                </a:lnTo>
                <a:close/>
              </a:path>
              <a:path w="401320" h="408939">
                <a:moveTo>
                  <a:pt x="321799" y="67056"/>
                </a:moveTo>
                <a:lnTo>
                  <a:pt x="297180" y="67056"/>
                </a:lnTo>
                <a:lnTo>
                  <a:pt x="297180" y="28956"/>
                </a:lnTo>
                <a:lnTo>
                  <a:pt x="325374" y="28956"/>
                </a:lnTo>
                <a:lnTo>
                  <a:pt x="321564" y="32004"/>
                </a:lnTo>
                <a:lnTo>
                  <a:pt x="321799" y="67056"/>
                </a:lnTo>
                <a:close/>
              </a:path>
              <a:path w="401320" h="408939">
                <a:moveTo>
                  <a:pt x="323191" y="115824"/>
                </a:moveTo>
                <a:lnTo>
                  <a:pt x="297180" y="115824"/>
                </a:lnTo>
                <a:lnTo>
                  <a:pt x="297180" y="77724"/>
                </a:lnTo>
                <a:lnTo>
                  <a:pt x="321982" y="77724"/>
                </a:lnTo>
                <a:lnTo>
                  <a:pt x="322516" y="100965"/>
                </a:lnTo>
                <a:lnTo>
                  <a:pt x="323191" y="115824"/>
                </a:lnTo>
                <a:close/>
              </a:path>
              <a:path w="401320" h="408939">
                <a:moveTo>
                  <a:pt x="297180" y="147828"/>
                </a:moveTo>
                <a:lnTo>
                  <a:pt x="297180" y="126492"/>
                </a:lnTo>
                <a:lnTo>
                  <a:pt x="323836" y="126492"/>
                </a:lnTo>
                <a:lnTo>
                  <a:pt x="324612" y="135636"/>
                </a:lnTo>
                <a:lnTo>
                  <a:pt x="297180" y="147828"/>
                </a:lnTo>
                <a:close/>
              </a:path>
              <a:path w="401320" h="408939">
                <a:moveTo>
                  <a:pt x="13716" y="176784"/>
                </a:moveTo>
                <a:lnTo>
                  <a:pt x="0" y="163068"/>
                </a:lnTo>
                <a:lnTo>
                  <a:pt x="332232" y="163068"/>
                </a:lnTo>
                <a:lnTo>
                  <a:pt x="359664" y="135636"/>
                </a:lnTo>
                <a:lnTo>
                  <a:pt x="399288" y="173736"/>
                </a:lnTo>
                <a:lnTo>
                  <a:pt x="36576" y="173736"/>
                </a:lnTo>
                <a:lnTo>
                  <a:pt x="13716" y="176784"/>
                </a:lnTo>
                <a:close/>
              </a:path>
              <a:path w="401320" h="408939">
                <a:moveTo>
                  <a:pt x="24384" y="373380"/>
                </a:moveTo>
                <a:lnTo>
                  <a:pt x="4572" y="339852"/>
                </a:lnTo>
                <a:lnTo>
                  <a:pt x="16811" y="338447"/>
                </a:lnTo>
                <a:lnTo>
                  <a:pt x="60960" y="332232"/>
                </a:lnTo>
                <a:lnTo>
                  <a:pt x="60960" y="173736"/>
                </a:lnTo>
                <a:lnTo>
                  <a:pt x="85344" y="173736"/>
                </a:lnTo>
                <a:lnTo>
                  <a:pt x="85344" y="210312"/>
                </a:lnTo>
                <a:lnTo>
                  <a:pt x="190500" y="210312"/>
                </a:lnTo>
                <a:lnTo>
                  <a:pt x="190500" y="220980"/>
                </a:lnTo>
                <a:lnTo>
                  <a:pt x="85344" y="220980"/>
                </a:lnTo>
                <a:lnTo>
                  <a:pt x="85344" y="260604"/>
                </a:lnTo>
                <a:lnTo>
                  <a:pt x="190500" y="260604"/>
                </a:lnTo>
                <a:lnTo>
                  <a:pt x="190500" y="271272"/>
                </a:lnTo>
                <a:lnTo>
                  <a:pt x="85344" y="271272"/>
                </a:lnTo>
                <a:lnTo>
                  <a:pt x="85344" y="326136"/>
                </a:lnTo>
                <a:lnTo>
                  <a:pt x="167640" y="326136"/>
                </a:lnTo>
                <a:lnTo>
                  <a:pt x="88773" y="346710"/>
                </a:lnTo>
                <a:lnTo>
                  <a:pt x="63912" y="353568"/>
                </a:lnTo>
                <a:lnTo>
                  <a:pt x="48768" y="358140"/>
                </a:lnTo>
                <a:lnTo>
                  <a:pt x="39600" y="362450"/>
                </a:lnTo>
                <a:lnTo>
                  <a:pt x="32575" y="366331"/>
                </a:lnTo>
                <a:lnTo>
                  <a:pt x="27551" y="369927"/>
                </a:lnTo>
                <a:lnTo>
                  <a:pt x="24384" y="373380"/>
                </a:lnTo>
                <a:close/>
              </a:path>
              <a:path w="401320" h="408939">
                <a:moveTo>
                  <a:pt x="190500" y="210312"/>
                </a:moveTo>
                <a:lnTo>
                  <a:pt x="167640" y="210312"/>
                </a:lnTo>
                <a:lnTo>
                  <a:pt x="167640" y="173736"/>
                </a:lnTo>
                <a:lnTo>
                  <a:pt x="190500" y="173736"/>
                </a:lnTo>
                <a:lnTo>
                  <a:pt x="190500" y="210312"/>
                </a:lnTo>
                <a:close/>
              </a:path>
              <a:path w="401320" h="408939">
                <a:moveTo>
                  <a:pt x="210312" y="217932"/>
                </a:moveTo>
                <a:lnTo>
                  <a:pt x="196596" y="204216"/>
                </a:lnTo>
                <a:lnTo>
                  <a:pt x="330708" y="204216"/>
                </a:lnTo>
                <a:lnTo>
                  <a:pt x="344424" y="187452"/>
                </a:lnTo>
                <a:lnTo>
                  <a:pt x="371856" y="211836"/>
                </a:lnTo>
                <a:lnTo>
                  <a:pt x="366776" y="214884"/>
                </a:lnTo>
                <a:lnTo>
                  <a:pt x="233172" y="214884"/>
                </a:lnTo>
                <a:lnTo>
                  <a:pt x="210312" y="217932"/>
                </a:lnTo>
                <a:close/>
              </a:path>
              <a:path w="401320" h="408939">
                <a:moveTo>
                  <a:pt x="195072" y="402336"/>
                </a:moveTo>
                <a:lnTo>
                  <a:pt x="190500" y="397764"/>
                </a:lnTo>
                <a:lnTo>
                  <a:pt x="214550" y="380071"/>
                </a:lnTo>
                <a:lnTo>
                  <a:pt x="236601" y="361378"/>
                </a:lnTo>
                <a:lnTo>
                  <a:pt x="257003" y="341757"/>
                </a:lnTo>
                <a:lnTo>
                  <a:pt x="275844" y="321564"/>
                </a:lnTo>
                <a:lnTo>
                  <a:pt x="268152" y="308991"/>
                </a:lnTo>
                <a:lnTo>
                  <a:pt x="261175" y="296418"/>
                </a:lnTo>
                <a:lnTo>
                  <a:pt x="245387" y="258389"/>
                </a:lnTo>
                <a:lnTo>
                  <a:pt x="233172" y="214884"/>
                </a:lnTo>
                <a:lnTo>
                  <a:pt x="242316" y="214884"/>
                </a:lnTo>
                <a:lnTo>
                  <a:pt x="246030" y="227218"/>
                </a:lnTo>
                <a:lnTo>
                  <a:pt x="250317" y="239268"/>
                </a:lnTo>
                <a:lnTo>
                  <a:pt x="267247" y="275415"/>
                </a:lnTo>
                <a:lnTo>
                  <a:pt x="288036" y="303276"/>
                </a:lnTo>
                <a:lnTo>
                  <a:pt x="313013" y="303276"/>
                </a:lnTo>
                <a:lnTo>
                  <a:pt x="301751" y="320040"/>
                </a:lnTo>
                <a:lnTo>
                  <a:pt x="315158" y="331755"/>
                </a:lnTo>
                <a:lnTo>
                  <a:pt x="319630" y="335280"/>
                </a:lnTo>
                <a:lnTo>
                  <a:pt x="288036" y="335280"/>
                </a:lnTo>
                <a:lnTo>
                  <a:pt x="268581" y="352401"/>
                </a:lnTo>
                <a:lnTo>
                  <a:pt x="246697" y="369379"/>
                </a:lnTo>
                <a:lnTo>
                  <a:pt x="222242" y="386072"/>
                </a:lnTo>
                <a:lnTo>
                  <a:pt x="195072" y="402336"/>
                </a:lnTo>
                <a:close/>
              </a:path>
              <a:path w="401320" h="408939">
                <a:moveTo>
                  <a:pt x="313013" y="303276"/>
                </a:moveTo>
                <a:lnTo>
                  <a:pt x="288036" y="303276"/>
                </a:lnTo>
                <a:lnTo>
                  <a:pt x="294632" y="292965"/>
                </a:lnTo>
                <a:lnTo>
                  <a:pt x="300799" y="282511"/>
                </a:lnTo>
                <a:lnTo>
                  <a:pt x="322897" y="237744"/>
                </a:lnTo>
                <a:lnTo>
                  <a:pt x="332232" y="214884"/>
                </a:lnTo>
                <a:lnTo>
                  <a:pt x="366776" y="214884"/>
                </a:lnTo>
                <a:lnTo>
                  <a:pt x="356616" y="220980"/>
                </a:lnTo>
                <a:lnTo>
                  <a:pt x="343757" y="248673"/>
                </a:lnTo>
                <a:lnTo>
                  <a:pt x="330327" y="274510"/>
                </a:lnTo>
                <a:lnTo>
                  <a:pt x="316325" y="298346"/>
                </a:lnTo>
                <a:lnTo>
                  <a:pt x="313013" y="303276"/>
                </a:lnTo>
                <a:close/>
              </a:path>
              <a:path w="401320" h="408939">
                <a:moveTo>
                  <a:pt x="190500" y="260604"/>
                </a:moveTo>
                <a:lnTo>
                  <a:pt x="167640" y="260604"/>
                </a:lnTo>
                <a:lnTo>
                  <a:pt x="167640" y="220980"/>
                </a:lnTo>
                <a:lnTo>
                  <a:pt x="190500" y="220980"/>
                </a:lnTo>
                <a:lnTo>
                  <a:pt x="190500" y="260604"/>
                </a:lnTo>
                <a:close/>
              </a:path>
              <a:path w="401320" h="408939">
                <a:moveTo>
                  <a:pt x="167640" y="408432"/>
                </a:moveTo>
                <a:lnTo>
                  <a:pt x="167640" y="326136"/>
                </a:lnTo>
                <a:lnTo>
                  <a:pt x="85344" y="326136"/>
                </a:lnTo>
                <a:lnTo>
                  <a:pt x="167640" y="312420"/>
                </a:lnTo>
                <a:lnTo>
                  <a:pt x="167640" y="271272"/>
                </a:lnTo>
                <a:lnTo>
                  <a:pt x="190500" y="271272"/>
                </a:lnTo>
                <a:lnTo>
                  <a:pt x="190500" y="307848"/>
                </a:lnTo>
                <a:lnTo>
                  <a:pt x="228184" y="307848"/>
                </a:lnTo>
                <a:lnTo>
                  <a:pt x="190500" y="320040"/>
                </a:lnTo>
                <a:lnTo>
                  <a:pt x="190500" y="394716"/>
                </a:lnTo>
                <a:lnTo>
                  <a:pt x="167640" y="408432"/>
                </a:lnTo>
                <a:close/>
              </a:path>
              <a:path w="401320" h="408939">
                <a:moveTo>
                  <a:pt x="228184" y="307848"/>
                </a:moveTo>
                <a:lnTo>
                  <a:pt x="190500" y="307848"/>
                </a:lnTo>
                <a:lnTo>
                  <a:pt x="240792" y="297180"/>
                </a:lnTo>
                <a:lnTo>
                  <a:pt x="242316" y="303276"/>
                </a:lnTo>
                <a:lnTo>
                  <a:pt x="228184" y="307848"/>
                </a:lnTo>
                <a:close/>
              </a:path>
              <a:path w="401320" h="408939">
                <a:moveTo>
                  <a:pt x="365760" y="396240"/>
                </a:moveTo>
                <a:lnTo>
                  <a:pt x="356377" y="391358"/>
                </a:lnTo>
                <a:lnTo>
                  <a:pt x="346710" y="385762"/>
                </a:lnTo>
                <a:lnTo>
                  <a:pt x="337042" y="379309"/>
                </a:lnTo>
                <a:lnTo>
                  <a:pt x="327660" y="371856"/>
                </a:lnTo>
                <a:lnTo>
                  <a:pt x="317611" y="364426"/>
                </a:lnTo>
                <a:lnTo>
                  <a:pt x="307848" y="355854"/>
                </a:lnTo>
                <a:lnTo>
                  <a:pt x="298084" y="346138"/>
                </a:lnTo>
                <a:lnTo>
                  <a:pt x="288036" y="335280"/>
                </a:lnTo>
                <a:lnTo>
                  <a:pt x="319630" y="335280"/>
                </a:lnTo>
                <a:lnTo>
                  <a:pt x="327952" y="341828"/>
                </a:lnTo>
                <a:lnTo>
                  <a:pt x="339685" y="350043"/>
                </a:lnTo>
                <a:lnTo>
                  <a:pt x="386524" y="367117"/>
                </a:lnTo>
                <a:lnTo>
                  <a:pt x="400812" y="368808"/>
                </a:lnTo>
                <a:lnTo>
                  <a:pt x="400812" y="374904"/>
                </a:lnTo>
                <a:lnTo>
                  <a:pt x="388262" y="377809"/>
                </a:lnTo>
                <a:lnTo>
                  <a:pt x="378142" y="382143"/>
                </a:lnTo>
                <a:lnTo>
                  <a:pt x="370593" y="388191"/>
                </a:lnTo>
                <a:lnTo>
                  <a:pt x="365760" y="39624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" name="object 33"/>
          <p:cNvSpPr/>
          <p:nvPr/>
        </p:nvSpPr>
        <p:spPr>
          <a:xfrm>
            <a:off x="8298180" y="2895600"/>
            <a:ext cx="396240" cy="413384"/>
          </a:xfrm>
          <a:custGeom>
            <a:avLst/>
            <a:gdLst/>
            <a:ahLst/>
            <a:cxnLst/>
            <a:rect l="l" t="t" r="r" b="b"/>
            <a:pathLst>
              <a:path w="396240" h="413385">
                <a:moveTo>
                  <a:pt x="192024" y="59436"/>
                </a:moveTo>
                <a:lnTo>
                  <a:pt x="187452" y="59436"/>
                </a:lnTo>
                <a:lnTo>
                  <a:pt x="184404" y="54864"/>
                </a:lnTo>
                <a:lnTo>
                  <a:pt x="181356" y="45720"/>
                </a:lnTo>
                <a:lnTo>
                  <a:pt x="177045" y="36314"/>
                </a:lnTo>
                <a:lnTo>
                  <a:pt x="170878" y="26479"/>
                </a:lnTo>
                <a:lnTo>
                  <a:pt x="162710" y="16359"/>
                </a:lnTo>
                <a:lnTo>
                  <a:pt x="152400" y="6096"/>
                </a:lnTo>
                <a:lnTo>
                  <a:pt x="155448" y="0"/>
                </a:lnTo>
                <a:lnTo>
                  <a:pt x="193548" y="18288"/>
                </a:lnTo>
                <a:lnTo>
                  <a:pt x="204216" y="30480"/>
                </a:lnTo>
                <a:lnTo>
                  <a:pt x="204216" y="44196"/>
                </a:lnTo>
                <a:lnTo>
                  <a:pt x="202692" y="48768"/>
                </a:lnTo>
                <a:lnTo>
                  <a:pt x="199644" y="53340"/>
                </a:lnTo>
                <a:lnTo>
                  <a:pt x="195072" y="57912"/>
                </a:lnTo>
                <a:lnTo>
                  <a:pt x="192024" y="59436"/>
                </a:lnTo>
                <a:close/>
              </a:path>
              <a:path w="396240" h="413385">
                <a:moveTo>
                  <a:pt x="15240" y="79248"/>
                </a:moveTo>
                <a:lnTo>
                  <a:pt x="0" y="62484"/>
                </a:lnTo>
                <a:lnTo>
                  <a:pt x="345948" y="62484"/>
                </a:lnTo>
                <a:lnTo>
                  <a:pt x="367284" y="42672"/>
                </a:lnTo>
                <a:lnTo>
                  <a:pt x="396240" y="73152"/>
                </a:lnTo>
                <a:lnTo>
                  <a:pt x="57912" y="73152"/>
                </a:lnTo>
                <a:lnTo>
                  <a:pt x="46743" y="73461"/>
                </a:lnTo>
                <a:lnTo>
                  <a:pt x="36004" y="74485"/>
                </a:lnTo>
                <a:lnTo>
                  <a:pt x="25550" y="76366"/>
                </a:lnTo>
                <a:lnTo>
                  <a:pt x="15240" y="79248"/>
                </a:lnTo>
                <a:close/>
              </a:path>
              <a:path w="396240" h="413385">
                <a:moveTo>
                  <a:pt x="293116" y="106680"/>
                </a:moveTo>
                <a:lnTo>
                  <a:pt x="262128" y="106680"/>
                </a:lnTo>
                <a:lnTo>
                  <a:pt x="278892" y="91440"/>
                </a:lnTo>
                <a:lnTo>
                  <a:pt x="293116" y="106680"/>
                </a:lnTo>
                <a:close/>
              </a:path>
              <a:path w="396240" h="413385">
                <a:moveTo>
                  <a:pt x="88392" y="198120"/>
                </a:moveTo>
                <a:lnTo>
                  <a:pt x="89273" y="184427"/>
                </a:lnTo>
                <a:lnTo>
                  <a:pt x="89725" y="170878"/>
                </a:lnTo>
                <a:lnTo>
                  <a:pt x="89785" y="166115"/>
                </a:lnTo>
                <a:lnTo>
                  <a:pt x="89892" y="131968"/>
                </a:lnTo>
                <a:lnTo>
                  <a:pt x="89764" y="121920"/>
                </a:lnTo>
                <a:lnTo>
                  <a:pt x="89672" y="117348"/>
                </a:lnTo>
                <a:lnTo>
                  <a:pt x="89273" y="105775"/>
                </a:lnTo>
                <a:lnTo>
                  <a:pt x="88392" y="92964"/>
                </a:lnTo>
                <a:lnTo>
                  <a:pt x="115824" y="106680"/>
                </a:lnTo>
                <a:lnTo>
                  <a:pt x="293116" y="106680"/>
                </a:lnTo>
                <a:lnTo>
                  <a:pt x="300228" y="114300"/>
                </a:lnTo>
                <a:lnTo>
                  <a:pt x="295351" y="117348"/>
                </a:lnTo>
                <a:lnTo>
                  <a:pt x="114300" y="117348"/>
                </a:lnTo>
                <a:lnTo>
                  <a:pt x="114300" y="166115"/>
                </a:lnTo>
                <a:lnTo>
                  <a:pt x="289449" y="166115"/>
                </a:lnTo>
                <a:lnTo>
                  <a:pt x="289964" y="173997"/>
                </a:lnTo>
                <a:lnTo>
                  <a:pt x="290226" y="176784"/>
                </a:lnTo>
                <a:lnTo>
                  <a:pt x="114300" y="176784"/>
                </a:lnTo>
                <a:lnTo>
                  <a:pt x="114300" y="188976"/>
                </a:lnTo>
                <a:lnTo>
                  <a:pt x="88392" y="198120"/>
                </a:lnTo>
                <a:close/>
              </a:path>
              <a:path w="396240" h="413385">
                <a:moveTo>
                  <a:pt x="289449" y="166115"/>
                </a:moveTo>
                <a:lnTo>
                  <a:pt x="266700" y="166115"/>
                </a:lnTo>
                <a:lnTo>
                  <a:pt x="266700" y="117348"/>
                </a:lnTo>
                <a:lnTo>
                  <a:pt x="295351" y="117348"/>
                </a:lnTo>
                <a:lnTo>
                  <a:pt x="288036" y="121920"/>
                </a:lnTo>
                <a:lnTo>
                  <a:pt x="288297" y="141565"/>
                </a:lnTo>
                <a:lnTo>
                  <a:pt x="288988" y="159067"/>
                </a:lnTo>
                <a:lnTo>
                  <a:pt x="289449" y="166115"/>
                </a:lnTo>
                <a:close/>
              </a:path>
              <a:path w="396240" h="413385">
                <a:moveTo>
                  <a:pt x="266700" y="195072"/>
                </a:moveTo>
                <a:lnTo>
                  <a:pt x="266700" y="176784"/>
                </a:lnTo>
                <a:lnTo>
                  <a:pt x="290226" y="176784"/>
                </a:lnTo>
                <a:lnTo>
                  <a:pt x="291084" y="185927"/>
                </a:lnTo>
                <a:lnTo>
                  <a:pt x="266700" y="195072"/>
                </a:lnTo>
                <a:close/>
              </a:path>
              <a:path w="396240" h="413385">
                <a:moveTo>
                  <a:pt x="365760" y="216408"/>
                </a:moveTo>
                <a:lnTo>
                  <a:pt x="330708" y="216408"/>
                </a:lnTo>
                <a:lnTo>
                  <a:pt x="347472" y="198120"/>
                </a:lnTo>
                <a:lnTo>
                  <a:pt x="365760" y="216408"/>
                </a:lnTo>
                <a:close/>
              </a:path>
              <a:path w="396240" h="413385">
                <a:moveTo>
                  <a:pt x="32004" y="406908"/>
                </a:moveTo>
                <a:lnTo>
                  <a:pt x="32211" y="384810"/>
                </a:lnTo>
                <a:lnTo>
                  <a:pt x="32375" y="374904"/>
                </a:lnTo>
                <a:lnTo>
                  <a:pt x="33289" y="329541"/>
                </a:lnTo>
                <a:lnTo>
                  <a:pt x="33402" y="289941"/>
                </a:lnTo>
                <a:lnTo>
                  <a:pt x="33289" y="277891"/>
                </a:lnTo>
                <a:lnTo>
                  <a:pt x="32252" y="227076"/>
                </a:lnTo>
                <a:lnTo>
                  <a:pt x="32004" y="201168"/>
                </a:lnTo>
                <a:lnTo>
                  <a:pt x="54864" y="216408"/>
                </a:lnTo>
                <a:lnTo>
                  <a:pt x="365760" y="216408"/>
                </a:lnTo>
                <a:lnTo>
                  <a:pt x="371856" y="222503"/>
                </a:lnTo>
                <a:lnTo>
                  <a:pt x="365324" y="227076"/>
                </a:lnTo>
                <a:lnTo>
                  <a:pt x="54864" y="227076"/>
                </a:lnTo>
                <a:lnTo>
                  <a:pt x="54864" y="394716"/>
                </a:lnTo>
                <a:lnTo>
                  <a:pt x="32004" y="406908"/>
                </a:lnTo>
                <a:close/>
              </a:path>
              <a:path w="396240" h="413385">
                <a:moveTo>
                  <a:pt x="356340" y="376428"/>
                </a:moveTo>
                <a:lnTo>
                  <a:pt x="329184" y="376428"/>
                </a:lnTo>
                <a:lnTo>
                  <a:pt x="332232" y="371856"/>
                </a:lnTo>
                <a:lnTo>
                  <a:pt x="332232" y="227076"/>
                </a:lnTo>
                <a:lnTo>
                  <a:pt x="365324" y="227076"/>
                </a:lnTo>
                <a:lnTo>
                  <a:pt x="356616" y="233172"/>
                </a:lnTo>
                <a:lnTo>
                  <a:pt x="356505" y="371856"/>
                </a:lnTo>
                <a:lnTo>
                  <a:pt x="356340" y="376428"/>
                </a:lnTo>
                <a:close/>
              </a:path>
              <a:path w="396240" h="413385">
                <a:moveTo>
                  <a:pt x="268732" y="257556"/>
                </a:moveTo>
                <a:lnTo>
                  <a:pt x="237744" y="257556"/>
                </a:lnTo>
                <a:lnTo>
                  <a:pt x="254508" y="242315"/>
                </a:lnTo>
                <a:lnTo>
                  <a:pt x="268732" y="257556"/>
                </a:lnTo>
                <a:close/>
              </a:path>
              <a:path w="396240" h="413385">
                <a:moveTo>
                  <a:pt x="112776" y="364235"/>
                </a:moveTo>
                <a:lnTo>
                  <a:pt x="113657" y="349377"/>
                </a:lnTo>
                <a:lnTo>
                  <a:pt x="114039" y="336804"/>
                </a:lnTo>
                <a:lnTo>
                  <a:pt x="114165" y="329541"/>
                </a:lnTo>
                <a:lnTo>
                  <a:pt x="114276" y="289941"/>
                </a:lnTo>
                <a:lnTo>
                  <a:pt x="114109" y="275082"/>
                </a:lnTo>
                <a:lnTo>
                  <a:pt x="113657" y="260223"/>
                </a:lnTo>
                <a:lnTo>
                  <a:pt x="112776" y="245364"/>
                </a:lnTo>
                <a:lnTo>
                  <a:pt x="137160" y="257556"/>
                </a:lnTo>
                <a:lnTo>
                  <a:pt x="268732" y="257556"/>
                </a:lnTo>
                <a:lnTo>
                  <a:pt x="275844" y="265176"/>
                </a:lnTo>
                <a:lnTo>
                  <a:pt x="272360" y="268224"/>
                </a:lnTo>
                <a:lnTo>
                  <a:pt x="137160" y="268224"/>
                </a:lnTo>
                <a:lnTo>
                  <a:pt x="137160" y="326135"/>
                </a:lnTo>
                <a:lnTo>
                  <a:pt x="265208" y="326135"/>
                </a:lnTo>
                <a:lnTo>
                  <a:pt x="265673" y="334518"/>
                </a:lnTo>
                <a:lnTo>
                  <a:pt x="265820" y="336804"/>
                </a:lnTo>
                <a:lnTo>
                  <a:pt x="137160" y="336804"/>
                </a:lnTo>
                <a:lnTo>
                  <a:pt x="137160" y="352044"/>
                </a:lnTo>
                <a:lnTo>
                  <a:pt x="112776" y="364235"/>
                </a:lnTo>
                <a:close/>
              </a:path>
              <a:path w="396240" h="413385">
                <a:moveTo>
                  <a:pt x="265208" y="326135"/>
                </a:moveTo>
                <a:lnTo>
                  <a:pt x="242316" y="326135"/>
                </a:lnTo>
                <a:lnTo>
                  <a:pt x="242316" y="268224"/>
                </a:lnTo>
                <a:lnTo>
                  <a:pt x="272360" y="268224"/>
                </a:lnTo>
                <a:lnTo>
                  <a:pt x="263652" y="275844"/>
                </a:lnTo>
                <a:lnTo>
                  <a:pt x="263913" y="295870"/>
                </a:lnTo>
                <a:lnTo>
                  <a:pt x="264604" y="314896"/>
                </a:lnTo>
                <a:lnTo>
                  <a:pt x="265208" y="326135"/>
                </a:lnTo>
                <a:close/>
              </a:path>
              <a:path w="396240" h="413385">
                <a:moveTo>
                  <a:pt x="242316" y="361188"/>
                </a:moveTo>
                <a:lnTo>
                  <a:pt x="242316" y="336804"/>
                </a:lnTo>
                <a:lnTo>
                  <a:pt x="265820" y="336804"/>
                </a:lnTo>
                <a:lnTo>
                  <a:pt x="266700" y="350520"/>
                </a:lnTo>
                <a:lnTo>
                  <a:pt x="242316" y="361188"/>
                </a:lnTo>
                <a:close/>
              </a:path>
              <a:path w="396240" h="413385">
                <a:moveTo>
                  <a:pt x="327660" y="413004"/>
                </a:moveTo>
                <a:lnTo>
                  <a:pt x="321373" y="401288"/>
                </a:lnTo>
                <a:lnTo>
                  <a:pt x="309372" y="391287"/>
                </a:lnTo>
                <a:lnTo>
                  <a:pt x="291655" y="383000"/>
                </a:lnTo>
                <a:lnTo>
                  <a:pt x="268224" y="376428"/>
                </a:lnTo>
                <a:lnTo>
                  <a:pt x="268224" y="368808"/>
                </a:lnTo>
                <a:lnTo>
                  <a:pt x="287916" y="371689"/>
                </a:lnTo>
                <a:lnTo>
                  <a:pt x="303466" y="373570"/>
                </a:lnTo>
                <a:lnTo>
                  <a:pt x="314729" y="374594"/>
                </a:lnTo>
                <a:lnTo>
                  <a:pt x="321564" y="374904"/>
                </a:lnTo>
                <a:lnTo>
                  <a:pt x="329184" y="376428"/>
                </a:lnTo>
                <a:lnTo>
                  <a:pt x="356340" y="376428"/>
                </a:lnTo>
                <a:lnTo>
                  <a:pt x="356306" y="377380"/>
                </a:lnTo>
                <a:lnTo>
                  <a:pt x="335946" y="409313"/>
                </a:lnTo>
                <a:lnTo>
                  <a:pt x="327660" y="41300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" name="object 34"/>
          <p:cNvSpPr/>
          <p:nvPr/>
        </p:nvSpPr>
        <p:spPr>
          <a:xfrm>
            <a:off x="8767571" y="2900172"/>
            <a:ext cx="356870" cy="401320"/>
          </a:xfrm>
          <a:custGeom>
            <a:avLst/>
            <a:gdLst/>
            <a:ahLst/>
            <a:cxnLst/>
            <a:rect l="l" t="t" r="r" b="b"/>
            <a:pathLst>
              <a:path w="356870" h="401320">
                <a:moveTo>
                  <a:pt x="53340" y="89916"/>
                </a:moveTo>
                <a:lnTo>
                  <a:pt x="44196" y="89916"/>
                </a:lnTo>
                <a:lnTo>
                  <a:pt x="51339" y="61936"/>
                </a:lnTo>
                <a:lnTo>
                  <a:pt x="56769" y="37528"/>
                </a:lnTo>
                <a:lnTo>
                  <a:pt x="60483" y="16835"/>
                </a:lnTo>
                <a:lnTo>
                  <a:pt x="62484" y="0"/>
                </a:lnTo>
                <a:lnTo>
                  <a:pt x="100584" y="19812"/>
                </a:lnTo>
                <a:lnTo>
                  <a:pt x="91487" y="27551"/>
                </a:lnTo>
                <a:lnTo>
                  <a:pt x="80391" y="41719"/>
                </a:lnTo>
                <a:lnTo>
                  <a:pt x="67579" y="62460"/>
                </a:lnTo>
                <a:lnTo>
                  <a:pt x="53340" y="89916"/>
                </a:lnTo>
                <a:close/>
              </a:path>
              <a:path w="356870" h="401320">
                <a:moveTo>
                  <a:pt x="147828" y="190500"/>
                </a:moveTo>
                <a:lnTo>
                  <a:pt x="143256" y="187452"/>
                </a:lnTo>
                <a:lnTo>
                  <a:pt x="160162" y="160615"/>
                </a:lnTo>
                <a:lnTo>
                  <a:pt x="174498" y="135064"/>
                </a:lnTo>
                <a:lnTo>
                  <a:pt x="196596" y="88392"/>
                </a:lnTo>
                <a:lnTo>
                  <a:pt x="211836" y="44958"/>
                </a:lnTo>
                <a:lnTo>
                  <a:pt x="222503" y="1524"/>
                </a:lnTo>
                <a:lnTo>
                  <a:pt x="260603" y="24384"/>
                </a:lnTo>
                <a:lnTo>
                  <a:pt x="252864" y="31480"/>
                </a:lnTo>
                <a:lnTo>
                  <a:pt x="243268" y="45720"/>
                </a:lnTo>
                <a:lnTo>
                  <a:pt x="231671" y="66817"/>
                </a:lnTo>
                <a:lnTo>
                  <a:pt x="217932" y="94488"/>
                </a:lnTo>
                <a:lnTo>
                  <a:pt x="348996" y="94488"/>
                </a:lnTo>
                <a:lnTo>
                  <a:pt x="356616" y="102108"/>
                </a:lnTo>
                <a:lnTo>
                  <a:pt x="352806" y="105156"/>
                </a:lnTo>
                <a:lnTo>
                  <a:pt x="213360" y="105156"/>
                </a:lnTo>
                <a:lnTo>
                  <a:pt x="197977" y="129420"/>
                </a:lnTo>
                <a:lnTo>
                  <a:pt x="181737" y="151828"/>
                </a:lnTo>
                <a:lnTo>
                  <a:pt x="164925" y="172235"/>
                </a:lnTo>
                <a:lnTo>
                  <a:pt x="147828" y="190500"/>
                </a:lnTo>
                <a:close/>
              </a:path>
              <a:path w="356870" h="401320">
                <a:moveTo>
                  <a:pt x="146304" y="89916"/>
                </a:moveTo>
                <a:lnTo>
                  <a:pt x="111252" y="89916"/>
                </a:lnTo>
                <a:lnTo>
                  <a:pt x="129540" y="73152"/>
                </a:lnTo>
                <a:lnTo>
                  <a:pt x="146304" y="89916"/>
                </a:lnTo>
                <a:close/>
              </a:path>
              <a:path w="356870" h="401320">
                <a:moveTo>
                  <a:pt x="0" y="397764"/>
                </a:moveTo>
                <a:lnTo>
                  <a:pt x="820" y="359664"/>
                </a:lnTo>
                <a:lnTo>
                  <a:pt x="917" y="353568"/>
                </a:lnTo>
                <a:lnTo>
                  <a:pt x="1333" y="316230"/>
                </a:lnTo>
                <a:lnTo>
                  <a:pt x="1425" y="176784"/>
                </a:lnTo>
                <a:lnTo>
                  <a:pt x="1301" y="151828"/>
                </a:lnTo>
                <a:lnTo>
                  <a:pt x="881" y="114681"/>
                </a:lnTo>
                <a:lnTo>
                  <a:pt x="0" y="74676"/>
                </a:lnTo>
                <a:lnTo>
                  <a:pt x="25908" y="89916"/>
                </a:lnTo>
                <a:lnTo>
                  <a:pt x="146304" y="89916"/>
                </a:lnTo>
                <a:lnTo>
                  <a:pt x="155448" y="99060"/>
                </a:lnTo>
                <a:lnTo>
                  <a:pt x="153162" y="100584"/>
                </a:lnTo>
                <a:lnTo>
                  <a:pt x="24384" y="100584"/>
                </a:lnTo>
                <a:lnTo>
                  <a:pt x="24384" y="211836"/>
                </a:lnTo>
                <a:lnTo>
                  <a:pt x="137464" y="211836"/>
                </a:lnTo>
                <a:lnTo>
                  <a:pt x="137527" y="222504"/>
                </a:lnTo>
                <a:lnTo>
                  <a:pt x="24384" y="222504"/>
                </a:lnTo>
                <a:lnTo>
                  <a:pt x="24384" y="344424"/>
                </a:lnTo>
                <a:lnTo>
                  <a:pt x="138510" y="344424"/>
                </a:lnTo>
                <a:lnTo>
                  <a:pt x="138564" y="353568"/>
                </a:lnTo>
                <a:lnTo>
                  <a:pt x="24384" y="353568"/>
                </a:lnTo>
                <a:lnTo>
                  <a:pt x="24384" y="384048"/>
                </a:lnTo>
                <a:lnTo>
                  <a:pt x="0" y="397764"/>
                </a:lnTo>
                <a:close/>
              </a:path>
              <a:path w="356870" h="401320">
                <a:moveTo>
                  <a:pt x="348996" y="94488"/>
                </a:moveTo>
                <a:lnTo>
                  <a:pt x="310896" y="94488"/>
                </a:lnTo>
                <a:lnTo>
                  <a:pt x="330708" y="76200"/>
                </a:lnTo>
                <a:lnTo>
                  <a:pt x="348996" y="94488"/>
                </a:lnTo>
                <a:close/>
              </a:path>
              <a:path w="356870" h="401320">
                <a:moveTo>
                  <a:pt x="137464" y="211836"/>
                </a:moveTo>
                <a:lnTo>
                  <a:pt x="114300" y="211836"/>
                </a:lnTo>
                <a:lnTo>
                  <a:pt x="114300" y="100584"/>
                </a:lnTo>
                <a:lnTo>
                  <a:pt x="153162" y="100584"/>
                </a:lnTo>
                <a:lnTo>
                  <a:pt x="137160" y="111252"/>
                </a:lnTo>
                <a:lnTo>
                  <a:pt x="137263" y="160615"/>
                </a:lnTo>
                <a:lnTo>
                  <a:pt x="137386" y="198501"/>
                </a:lnTo>
                <a:lnTo>
                  <a:pt x="137464" y="211836"/>
                </a:lnTo>
                <a:close/>
              </a:path>
              <a:path w="356870" h="401320">
                <a:moveTo>
                  <a:pt x="327433" y="359664"/>
                </a:moveTo>
                <a:lnTo>
                  <a:pt x="283464" y="359664"/>
                </a:lnTo>
                <a:lnTo>
                  <a:pt x="291988" y="357687"/>
                </a:lnTo>
                <a:lnTo>
                  <a:pt x="299085" y="351853"/>
                </a:lnTo>
                <a:lnTo>
                  <a:pt x="309265" y="304373"/>
                </a:lnTo>
                <a:lnTo>
                  <a:pt x="311086" y="258889"/>
                </a:lnTo>
                <a:lnTo>
                  <a:pt x="313250" y="190500"/>
                </a:lnTo>
                <a:lnTo>
                  <a:pt x="315467" y="105156"/>
                </a:lnTo>
                <a:lnTo>
                  <a:pt x="352806" y="105156"/>
                </a:lnTo>
                <a:lnTo>
                  <a:pt x="341376" y="114300"/>
                </a:lnTo>
                <a:lnTo>
                  <a:pt x="339488" y="190500"/>
                </a:lnTo>
                <a:lnTo>
                  <a:pt x="337718" y="248631"/>
                </a:lnTo>
                <a:lnTo>
                  <a:pt x="335889" y="294583"/>
                </a:lnTo>
                <a:lnTo>
                  <a:pt x="334060" y="326489"/>
                </a:lnTo>
                <a:lnTo>
                  <a:pt x="332232" y="344424"/>
                </a:lnTo>
                <a:lnTo>
                  <a:pt x="328517" y="357020"/>
                </a:lnTo>
                <a:lnTo>
                  <a:pt x="327433" y="359664"/>
                </a:lnTo>
                <a:close/>
              </a:path>
              <a:path w="356870" h="401320">
                <a:moveTo>
                  <a:pt x="231648" y="269748"/>
                </a:moveTo>
                <a:lnTo>
                  <a:pt x="230124" y="269748"/>
                </a:lnTo>
                <a:lnTo>
                  <a:pt x="226742" y="268081"/>
                </a:lnTo>
                <a:lnTo>
                  <a:pt x="223647" y="263271"/>
                </a:lnTo>
                <a:lnTo>
                  <a:pt x="221122" y="255603"/>
                </a:lnTo>
                <a:lnTo>
                  <a:pt x="219456" y="245364"/>
                </a:lnTo>
                <a:lnTo>
                  <a:pt x="214884" y="227576"/>
                </a:lnTo>
                <a:lnTo>
                  <a:pt x="208026" y="210502"/>
                </a:lnTo>
                <a:lnTo>
                  <a:pt x="198882" y="193714"/>
                </a:lnTo>
                <a:lnTo>
                  <a:pt x="187452" y="176784"/>
                </a:lnTo>
                <a:lnTo>
                  <a:pt x="192024" y="172212"/>
                </a:lnTo>
                <a:lnTo>
                  <a:pt x="224980" y="198501"/>
                </a:lnTo>
                <a:lnTo>
                  <a:pt x="246888" y="234696"/>
                </a:lnTo>
                <a:lnTo>
                  <a:pt x="246888" y="246888"/>
                </a:lnTo>
                <a:lnTo>
                  <a:pt x="245364" y="254508"/>
                </a:lnTo>
                <a:lnTo>
                  <a:pt x="236220" y="266700"/>
                </a:lnTo>
                <a:lnTo>
                  <a:pt x="231648" y="269748"/>
                </a:lnTo>
                <a:close/>
              </a:path>
              <a:path w="356870" h="401320">
                <a:moveTo>
                  <a:pt x="138510" y="344424"/>
                </a:moveTo>
                <a:lnTo>
                  <a:pt x="114300" y="344424"/>
                </a:lnTo>
                <a:lnTo>
                  <a:pt x="114300" y="222504"/>
                </a:lnTo>
                <a:lnTo>
                  <a:pt x="137527" y="222504"/>
                </a:lnTo>
                <a:lnTo>
                  <a:pt x="137723" y="254508"/>
                </a:lnTo>
                <a:lnTo>
                  <a:pt x="138510" y="344424"/>
                </a:lnTo>
                <a:close/>
              </a:path>
              <a:path w="356870" h="401320">
                <a:moveTo>
                  <a:pt x="278891" y="400812"/>
                </a:moveTo>
                <a:lnTo>
                  <a:pt x="271772" y="387953"/>
                </a:lnTo>
                <a:lnTo>
                  <a:pt x="259651" y="376809"/>
                </a:lnTo>
                <a:lnTo>
                  <a:pt x="242673" y="367379"/>
                </a:lnTo>
                <a:lnTo>
                  <a:pt x="220979" y="359664"/>
                </a:lnTo>
                <a:lnTo>
                  <a:pt x="220979" y="350520"/>
                </a:lnTo>
                <a:lnTo>
                  <a:pt x="241244" y="354520"/>
                </a:lnTo>
                <a:lnTo>
                  <a:pt x="258508" y="357378"/>
                </a:lnTo>
                <a:lnTo>
                  <a:pt x="272629" y="359092"/>
                </a:lnTo>
                <a:lnTo>
                  <a:pt x="283464" y="359664"/>
                </a:lnTo>
                <a:lnTo>
                  <a:pt x="327433" y="359664"/>
                </a:lnTo>
                <a:lnTo>
                  <a:pt x="324231" y="367474"/>
                </a:lnTo>
                <a:lnTo>
                  <a:pt x="289726" y="396240"/>
                </a:lnTo>
                <a:lnTo>
                  <a:pt x="278891" y="400812"/>
                </a:lnTo>
                <a:close/>
              </a:path>
              <a:path w="356870" h="401320">
                <a:moveTo>
                  <a:pt x="114300" y="390144"/>
                </a:moveTo>
                <a:lnTo>
                  <a:pt x="114300" y="353568"/>
                </a:lnTo>
                <a:lnTo>
                  <a:pt x="138564" y="353568"/>
                </a:lnTo>
                <a:lnTo>
                  <a:pt x="138684" y="376428"/>
                </a:lnTo>
                <a:lnTo>
                  <a:pt x="114300" y="39014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" name="object 35"/>
          <p:cNvSpPr/>
          <p:nvPr/>
        </p:nvSpPr>
        <p:spPr>
          <a:xfrm>
            <a:off x="9188195" y="2901696"/>
            <a:ext cx="394970" cy="407034"/>
          </a:xfrm>
          <a:custGeom>
            <a:avLst/>
            <a:gdLst/>
            <a:ahLst/>
            <a:cxnLst/>
            <a:rect l="l" t="t" r="r" b="b"/>
            <a:pathLst>
              <a:path w="394970" h="407035">
                <a:moveTo>
                  <a:pt x="169164" y="126492"/>
                </a:moveTo>
                <a:lnTo>
                  <a:pt x="143256" y="126492"/>
                </a:lnTo>
                <a:lnTo>
                  <a:pt x="153233" y="95369"/>
                </a:lnTo>
                <a:lnTo>
                  <a:pt x="162496" y="63817"/>
                </a:lnTo>
                <a:lnTo>
                  <a:pt x="170902" y="31980"/>
                </a:lnTo>
                <a:lnTo>
                  <a:pt x="178308" y="0"/>
                </a:lnTo>
                <a:lnTo>
                  <a:pt x="219456" y="22860"/>
                </a:lnTo>
                <a:lnTo>
                  <a:pt x="204216" y="32004"/>
                </a:lnTo>
                <a:lnTo>
                  <a:pt x="195310" y="55983"/>
                </a:lnTo>
                <a:lnTo>
                  <a:pt x="186690" y="79819"/>
                </a:lnTo>
                <a:lnTo>
                  <a:pt x="178069" y="103370"/>
                </a:lnTo>
                <a:lnTo>
                  <a:pt x="169164" y="126492"/>
                </a:lnTo>
                <a:close/>
              </a:path>
              <a:path w="394970" h="407035">
                <a:moveTo>
                  <a:pt x="16764" y="141732"/>
                </a:moveTo>
                <a:lnTo>
                  <a:pt x="0" y="126492"/>
                </a:lnTo>
                <a:lnTo>
                  <a:pt x="329184" y="126492"/>
                </a:lnTo>
                <a:lnTo>
                  <a:pt x="356616" y="99060"/>
                </a:lnTo>
                <a:lnTo>
                  <a:pt x="394716" y="137160"/>
                </a:lnTo>
                <a:lnTo>
                  <a:pt x="57912" y="137160"/>
                </a:lnTo>
                <a:lnTo>
                  <a:pt x="46767" y="137445"/>
                </a:lnTo>
                <a:lnTo>
                  <a:pt x="36195" y="138303"/>
                </a:lnTo>
                <a:lnTo>
                  <a:pt x="26193" y="139731"/>
                </a:lnTo>
                <a:lnTo>
                  <a:pt x="16764" y="141732"/>
                </a:lnTo>
                <a:close/>
              </a:path>
              <a:path w="394970" h="407035">
                <a:moveTo>
                  <a:pt x="10668" y="406908"/>
                </a:moveTo>
                <a:lnTo>
                  <a:pt x="7620" y="397764"/>
                </a:lnTo>
                <a:lnTo>
                  <a:pt x="40505" y="389191"/>
                </a:lnTo>
                <a:lnTo>
                  <a:pt x="70675" y="379476"/>
                </a:lnTo>
                <a:lnTo>
                  <a:pt x="123444" y="356616"/>
                </a:lnTo>
                <a:lnTo>
                  <a:pt x="168211" y="330136"/>
                </a:lnTo>
                <a:lnTo>
                  <a:pt x="202692" y="300228"/>
                </a:lnTo>
                <a:lnTo>
                  <a:pt x="171807" y="288250"/>
                </a:lnTo>
                <a:lnTo>
                  <a:pt x="143065" y="277558"/>
                </a:lnTo>
                <a:lnTo>
                  <a:pt x="116324" y="268295"/>
                </a:lnTo>
                <a:lnTo>
                  <a:pt x="91440" y="260604"/>
                </a:lnTo>
                <a:lnTo>
                  <a:pt x="102274" y="234886"/>
                </a:lnTo>
                <a:lnTo>
                  <a:pt x="114109" y="205740"/>
                </a:lnTo>
                <a:lnTo>
                  <a:pt x="126801" y="173164"/>
                </a:lnTo>
                <a:lnTo>
                  <a:pt x="140208" y="137160"/>
                </a:lnTo>
                <a:lnTo>
                  <a:pt x="167640" y="137160"/>
                </a:lnTo>
                <a:lnTo>
                  <a:pt x="158757" y="159186"/>
                </a:lnTo>
                <a:lnTo>
                  <a:pt x="148018" y="186499"/>
                </a:lnTo>
                <a:lnTo>
                  <a:pt x="120396" y="257556"/>
                </a:lnTo>
                <a:lnTo>
                  <a:pt x="197762" y="279844"/>
                </a:lnTo>
                <a:lnTo>
                  <a:pt x="214884" y="284988"/>
                </a:lnTo>
                <a:lnTo>
                  <a:pt x="245411" y="284988"/>
                </a:lnTo>
                <a:lnTo>
                  <a:pt x="240792" y="294132"/>
                </a:lnTo>
                <a:lnTo>
                  <a:pt x="273343" y="306133"/>
                </a:lnTo>
                <a:lnTo>
                  <a:pt x="285051" y="310896"/>
                </a:lnTo>
                <a:lnTo>
                  <a:pt x="227076" y="310896"/>
                </a:lnTo>
                <a:lnTo>
                  <a:pt x="211883" y="324588"/>
                </a:lnTo>
                <a:lnTo>
                  <a:pt x="171783" y="351401"/>
                </a:lnTo>
                <a:lnTo>
                  <a:pt x="117181" y="377118"/>
                </a:lnTo>
                <a:lnTo>
                  <a:pt x="49220" y="398311"/>
                </a:lnTo>
                <a:lnTo>
                  <a:pt x="10668" y="406908"/>
                </a:lnTo>
                <a:close/>
              </a:path>
              <a:path w="394970" h="407035">
                <a:moveTo>
                  <a:pt x="245411" y="284988"/>
                </a:moveTo>
                <a:lnTo>
                  <a:pt x="214884" y="284988"/>
                </a:lnTo>
                <a:lnTo>
                  <a:pt x="231195" y="252674"/>
                </a:lnTo>
                <a:lnTo>
                  <a:pt x="245935" y="217360"/>
                </a:lnTo>
                <a:lnTo>
                  <a:pt x="259246" y="178903"/>
                </a:lnTo>
                <a:lnTo>
                  <a:pt x="271272" y="137160"/>
                </a:lnTo>
                <a:lnTo>
                  <a:pt x="303276" y="137160"/>
                </a:lnTo>
                <a:lnTo>
                  <a:pt x="289226" y="181189"/>
                </a:lnTo>
                <a:lnTo>
                  <a:pt x="274320" y="221932"/>
                </a:lnTo>
                <a:lnTo>
                  <a:pt x="258270" y="259532"/>
                </a:lnTo>
                <a:lnTo>
                  <a:pt x="245411" y="284988"/>
                </a:lnTo>
                <a:close/>
              </a:path>
              <a:path w="394970" h="407035">
                <a:moveTo>
                  <a:pt x="355092" y="388620"/>
                </a:moveTo>
                <a:lnTo>
                  <a:pt x="350520" y="388620"/>
                </a:lnTo>
                <a:lnTo>
                  <a:pt x="346281" y="387738"/>
                </a:lnTo>
                <a:lnTo>
                  <a:pt x="340614" y="385000"/>
                </a:lnTo>
                <a:lnTo>
                  <a:pt x="333803" y="380261"/>
                </a:lnTo>
                <a:lnTo>
                  <a:pt x="326136" y="373380"/>
                </a:lnTo>
                <a:lnTo>
                  <a:pt x="307228" y="357616"/>
                </a:lnTo>
                <a:lnTo>
                  <a:pt x="284607" y="342138"/>
                </a:lnTo>
                <a:lnTo>
                  <a:pt x="257984" y="326659"/>
                </a:lnTo>
                <a:lnTo>
                  <a:pt x="227076" y="310896"/>
                </a:lnTo>
                <a:lnTo>
                  <a:pt x="285051" y="310896"/>
                </a:lnTo>
                <a:lnTo>
                  <a:pt x="320730" y="326707"/>
                </a:lnTo>
                <a:lnTo>
                  <a:pt x="352425" y="351663"/>
                </a:lnTo>
                <a:lnTo>
                  <a:pt x="358140" y="370332"/>
                </a:lnTo>
                <a:lnTo>
                  <a:pt x="356616" y="382524"/>
                </a:lnTo>
                <a:lnTo>
                  <a:pt x="355092" y="3886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" name="object 36"/>
          <p:cNvSpPr/>
          <p:nvPr/>
        </p:nvSpPr>
        <p:spPr>
          <a:xfrm>
            <a:off x="2127504" y="3438144"/>
            <a:ext cx="850900" cy="440690"/>
          </a:xfrm>
          <a:custGeom>
            <a:avLst/>
            <a:gdLst/>
            <a:ahLst/>
            <a:cxnLst/>
            <a:rect l="l" t="t" r="r" b="b"/>
            <a:pathLst>
              <a:path w="850900" h="440689">
                <a:moveTo>
                  <a:pt x="403860" y="356616"/>
                </a:moveTo>
                <a:lnTo>
                  <a:pt x="354901" y="339090"/>
                </a:lnTo>
                <a:lnTo>
                  <a:pt x="309372" y="303276"/>
                </a:lnTo>
                <a:lnTo>
                  <a:pt x="271843" y="254317"/>
                </a:lnTo>
                <a:lnTo>
                  <a:pt x="242316" y="195072"/>
                </a:lnTo>
                <a:lnTo>
                  <a:pt x="220599" y="124206"/>
                </a:lnTo>
                <a:lnTo>
                  <a:pt x="212305" y="83629"/>
                </a:lnTo>
                <a:lnTo>
                  <a:pt x="205740" y="39624"/>
                </a:lnTo>
                <a:lnTo>
                  <a:pt x="224028" y="22860"/>
                </a:lnTo>
                <a:lnTo>
                  <a:pt x="172212" y="0"/>
                </a:lnTo>
                <a:lnTo>
                  <a:pt x="171589" y="40246"/>
                </a:lnTo>
                <a:lnTo>
                  <a:pt x="169545" y="80772"/>
                </a:lnTo>
                <a:lnTo>
                  <a:pt x="165773" y="121310"/>
                </a:lnTo>
                <a:lnTo>
                  <a:pt x="160020" y="161544"/>
                </a:lnTo>
                <a:lnTo>
                  <a:pt x="151726" y="200075"/>
                </a:lnTo>
                <a:lnTo>
                  <a:pt x="126580" y="267423"/>
                </a:lnTo>
                <a:lnTo>
                  <a:pt x="89154" y="321398"/>
                </a:lnTo>
                <a:lnTo>
                  <a:pt x="34290" y="370027"/>
                </a:lnTo>
                <a:lnTo>
                  <a:pt x="0" y="393192"/>
                </a:lnTo>
                <a:lnTo>
                  <a:pt x="3048" y="399288"/>
                </a:lnTo>
                <a:lnTo>
                  <a:pt x="37617" y="382435"/>
                </a:lnTo>
                <a:lnTo>
                  <a:pt x="94767" y="343573"/>
                </a:lnTo>
                <a:lnTo>
                  <a:pt x="136486" y="297903"/>
                </a:lnTo>
                <a:lnTo>
                  <a:pt x="166204" y="246557"/>
                </a:lnTo>
                <a:lnTo>
                  <a:pt x="185089" y="189191"/>
                </a:lnTo>
                <a:lnTo>
                  <a:pt x="197142" y="118948"/>
                </a:lnTo>
                <a:lnTo>
                  <a:pt x="201168" y="79248"/>
                </a:lnTo>
                <a:lnTo>
                  <a:pt x="206311" y="121285"/>
                </a:lnTo>
                <a:lnTo>
                  <a:pt x="220027" y="190487"/>
                </a:lnTo>
                <a:lnTo>
                  <a:pt x="239242" y="242773"/>
                </a:lnTo>
                <a:lnTo>
                  <a:pt x="263956" y="290156"/>
                </a:lnTo>
                <a:lnTo>
                  <a:pt x="294868" y="334429"/>
                </a:lnTo>
                <a:lnTo>
                  <a:pt x="333108" y="373291"/>
                </a:lnTo>
                <a:lnTo>
                  <a:pt x="355092" y="390144"/>
                </a:lnTo>
                <a:lnTo>
                  <a:pt x="363994" y="380123"/>
                </a:lnTo>
                <a:lnTo>
                  <a:pt x="374904" y="372808"/>
                </a:lnTo>
                <a:lnTo>
                  <a:pt x="388086" y="368071"/>
                </a:lnTo>
                <a:lnTo>
                  <a:pt x="403860" y="365760"/>
                </a:lnTo>
                <a:lnTo>
                  <a:pt x="403860" y="356616"/>
                </a:lnTo>
                <a:close/>
              </a:path>
              <a:path w="850900" h="440689">
                <a:moveTo>
                  <a:pt x="746760" y="117348"/>
                </a:moveTo>
                <a:lnTo>
                  <a:pt x="705612" y="117348"/>
                </a:lnTo>
                <a:lnTo>
                  <a:pt x="665988" y="306324"/>
                </a:lnTo>
                <a:lnTo>
                  <a:pt x="606552" y="117348"/>
                </a:lnTo>
                <a:lnTo>
                  <a:pt x="573024" y="117348"/>
                </a:lnTo>
                <a:lnTo>
                  <a:pt x="515112" y="306324"/>
                </a:lnTo>
                <a:lnTo>
                  <a:pt x="472440" y="117348"/>
                </a:lnTo>
                <a:lnTo>
                  <a:pt x="429768" y="117348"/>
                </a:lnTo>
                <a:lnTo>
                  <a:pt x="492252" y="361188"/>
                </a:lnTo>
                <a:lnTo>
                  <a:pt x="530352" y="361188"/>
                </a:lnTo>
                <a:lnTo>
                  <a:pt x="588264" y="173736"/>
                </a:lnTo>
                <a:lnTo>
                  <a:pt x="647700" y="361188"/>
                </a:lnTo>
                <a:lnTo>
                  <a:pt x="685800" y="361188"/>
                </a:lnTo>
                <a:lnTo>
                  <a:pt x="746760" y="117348"/>
                </a:lnTo>
                <a:close/>
              </a:path>
              <a:path w="850900" h="440689">
                <a:moveTo>
                  <a:pt x="850392" y="298704"/>
                </a:moveTo>
                <a:lnTo>
                  <a:pt x="795528" y="298704"/>
                </a:lnTo>
                <a:lnTo>
                  <a:pt x="757428" y="440448"/>
                </a:lnTo>
                <a:lnTo>
                  <a:pt x="789419" y="440448"/>
                </a:lnTo>
                <a:lnTo>
                  <a:pt x="850392" y="29870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" name="object 37"/>
          <p:cNvSpPr/>
          <p:nvPr/>
        </p:nvSpPr>
        <p:spPr>
          <a:xfrm>
            <a:off x="3026664" y="3433571"/>
            <a:ext cx="1734820" cy="408940"/>
          </a:xfrm>
          <a:custGeom>
            <a:avLst/>
            <a:gdLst/>
            <a:ahLst/>
            <a:cxnLst/>
            <a:rect l="l" t="t" r="r" b="b"/>
            <a:pathLst>
              <a:path w="1734820" h="408939">
                <a:moveTo>
                  <a:pt x="326136" y="68592"/>
                </a:moveTo>
                <a:lnTo>
                  <a:pt x="299986" y="35509"/>
                </a:lnTo>
                <a:lnTo>
                  <a:pt x="243840" y="9156"/>
                </a:lnTo>
                <a:lnTo>
                  <a:pt x="240792" y="13728"/>
                </a:lnTo>
                <a:lnTo>
                  <a:pt x="260794" y="32296"/>
                </a:lnTo>
                <a:lnTo>
                  <a:pt x="277368" y="49161"/>
                </a:lnTo>
                <a:lnTo>
                  <a:pt x="290512" y="64300"/>
                </a:lnTo>
                <a:lnTo>
                  <a:pt x="300228" y="77736"/>
                </a:lnTo>
                <a:lnTo>
                  <a:pt x="304800" y="88404"/>
                </a:lnTo>
                <a:lnTo>
                  <a:pt x="309372" y="94500"/>
                </a:lnTo>
                <a:lnTo>
                  <a:pt x="315468" y="94500"/>
                </a:lnTo>
                <a:lnTo>
                  <a:pt x="318516" y="89928"/>
                </a:lnTo>
                <a:lnTo>
                  <a:pt x="321564" y="83832"/>
                </a:lnTo>
                <a:lnTo>
                  <a:pt x="324612" y="76212"/>
                </a:lnTo>
                <a:lnTo>
                  <a:pt x="326136" y="71640"/>
                </a:lnTo>
                <a:lnTo>
                  <a:pt x="326136" y="68592"/>
                </a:lnTo>
                <a:close/>
              </a:path>
              <a:path w="1734820" h="408939">
                <a:moveTo>
                  <a:pt x="402336" y="374916"/>
                </a:moveTo>
                <a:lnTo>
                  <a:pt x="357987" y="364909"/>
                </a:lnTo>
                <a:lnTo>
                  <a:pt x="318516" y="350913"/>
                </a:lnTo>
                <a:lnTo>
                  <a:pt x="283603" y="332905"/>
                </a:lnTo>
                <a:lnTo>
                  <a:pt x="252984" y="310908"/>
                </a:lnTo>
                <a:lnTo>
                  <a:pt x="265391" y="295668"/>
                </a:lnTo>
                <a:lnTo>
                  <a:pt x="272072" y="287451"/>
                </a:lnTo>
                <a:lnTo>
                  <a:pt x="290322" y="262712"/>
                </a:lnTo>
                <a:lnTo>
                  <a:pt x="307416" y="236537"/>
                </a:lnTo>
                <a:lnTo>
                  <a:pt x="323088" y="208800"/>
                </a:lnTo>
                <a:lnTo>
                  <a:pt x="335661" y="199656"/>
                </a:lnTo>
                <a:lnTo>
                  <a:pt x="339852" y="196608"/>
                </a:lnTo>
                <a:lnTo>
                  <a:pt x="330885" y="188988"/>
                </a:lnTo>
                <a:lnTo>
                  <a:pt x="309372" y="170700"/>
                </a:lnTo>
                <a:lnTo>
                  <a:pt x="297180" y="188988"/>
                </a:lnTo>
                <a:lnTo>
                  <a:pt x="297180" y="199656"/>
                </a:lnTo>
                <a:lnTo>
                  <a:pt x="283146" y="227088"/>
                </a:lnTo>
                <a:lnTo>
                  <a:pt x="268414" y="252234"/>
                </a:lnTo>
                <a:lnTo>
                  <a:pt x="252806" y="275094"/>
                </a:lnTo>
                <a:lnTo>
                  <a:pt x="236220" y="295668"/>
                </a:lnTo>
                <a:lnTo>
                  <a:pt x="218262" y="274447"/>
                </a:lnTo>
                <a:lnTo>
                  <a:pt x="201168" y="251663"/>
                </a:lnTo>
                <a:lnTo>
                  <a:pt x="185204" y="226872"/>
                </a:lnTo>
                <a:lnTo>
                  <a:pt x="170688" y="199656"/>
                </a:lnTo>
                <a:lnTo>
                  <a:pt x="297180" y="199656"/>
                </a:lnTo>
                <a:lnTo>
                  <a:pt x="297180" y="188988"/>
                </a:lnTo>
                <a:lnTo>
                  <a:pt x="147828" y="188988"/>
                </a:lnTo>
                <a:lnTo>
                  <a:pt x="152107" y="173837"/>
                </a:lnTo>
                <a:lnTo>
                  <a:pt x="155829" y="158127"/>
                </a:lnTo>
                <a:lnTo>
                  <a:pt x="158965" y="141833"/>
                </a:lnTo>
                <a:lnTo>
                  <a:pt x="161544" y="124980"/>
                </a:lnTo>
                <a:lnTo>
                  <a:pt x="394716" y="124980"/>
                </a:lnTo>
                <a:lnTo>
                  <a:pt x="384975" y="114312"/>
                </a:lnTo>
                <a:lnTo>
                  <a:pt x="362712" y="89928"/>
                </a:lnTo>
                <a:lnTo>
                  <a:pt x="338328" y="114312"/>
                </a:lnTo>
                <a:lnTo>
                  <a:pt x="164592" y="114312"/>
                </a:lnTo>
                <a:lnTo>
                  <a:pt x="166433" y="103466"/>
                </a:lnTo>
                <a:lnTo>
                  <a:pt x="169926" y="84594"/>
                </a:lnTo>
                <a:lnTo>
                  <a:pt x="174447" y="59448"/>
                </a:lnTo>
                <a:lnTo>
                  <a:pt x="179832" y="27444"/>
                </a:lnTo>
                <a:lnTo>
                  <a:pt x="192024" y="15252"/>
                </a:lnTo>
                <a:lnTo>
                  <a:pt x="155448" y="12"/>
                </a:lnTo>
                <a:lnTo>
                  <a:pt x="151422" y="41160"/>
                </a:lnTo>
                <a:lnTo>
                  <a:pt x="145097" y="83832"/>
                </a:lnTo>
                <a:lnTo>
                  <a:pt x="140208" y="114312"/>
                </a:lnTo>
                <a:lnTo>
                  <a:pt x="59436" y="114312"/>
                </a:lnTo>
                <a:lnTo>
                  <a:pt x="64554" y="103466"/>
                </a:lnTo>
                <a:lnTo>
                  <a:pt x="70675" y="89357"/>
                </a:lnTo>
                <a:lnTo>
                  <a:pt x="77647" y="72085"/>
                </a:lnTo>
                <a:lnTo>
                  <a:pt x="85344" y="51828"/>
                </a:lnTo>
                <a:lnTo>
                  <a:pt x="99060" y="41160"/>
                </a:lnTo>
                <a:lnTo>
                  <a:pt x="65532" y="22872"/>
                </a:lnTo>
                <a:lnTo>
                  <a:pt x="61188" y="39204"/>
                </a:lnTo>
                <a:lnTo>
                  <a:pt x="54864" y="58686"/>
                </a:lnTo>
                <a:lnTo>
                  <a:pt x="46240" y="81584"/>
                </a:lnTo>
                <a:lnTo>
                  <a:pt x="35052" y="108216"/>
                </a:lnTo>
                <a:lnTo>
                  <a:pt x="21336" y="115836"/>
                </a:lnTo>
                <a:lnTo>
                  <a:pt x="44196" y="140220"/>
                </a:lnTo>
                <a:lnTo>
                  <a:pt x="57912" y="124980"/>
                </a:lnTo>
                <a:lnTo>
                  <a:pt x="137160" y="124980"/>
                </a:lnTo>
                <a:lnTo>
                  <a:pt x="121348" y="194132"/>
                </a:lnTo>
                <a:lnTo>
                  <a:pt x="102108" y="248424"/>
                </a:lnTo>
                <a:lnTo>
                  <a:pt x="80200" y="291858"/>
                </a:lnTo>
                <a:lnTo>
                  <a:pt x="54864" y="330720"/>
                </a:lnTo>
                <a:lnTo>
                  <a:pt x="27432" y="364058"/>
                </a:lnTo>
                <a:lnTo>
                  <a:pt x="0" y="391680"/>
                </a:lnTo>
                <a:lnTo>
                  <a:pt x="4572" y="396252"/>
                </a:lnTo>
                <a:lnTo>
                  <a:pt x="54483" y="356057"/>
                </a:lnTo>
                <a:lnTo>
                  <a:pt x="92964" y="307860"/>
                </a:lnTo>
                <a:lnTo>
                  <a:pt x="123634" y="255473"/>
                </a:lnTo>
                <a:lnTo>
                  <a:pt x="146304" y="199656"/>
                </a:lnTo>
                <a:lnTo>
                  <a:pt x="161544" y="199656"/>
                </a:lnTo>
                <a:lnTo>
                  <a:pt x="174066" y="229679"/>
                </a:lnTo>
                <a:lnTo>
                  <a:pt x="188595" y="258140"/>
                </a:lnTo>
                <a:lnTo>
                  <a:pt x="204825" y="285165"/>
                </a:lnTo>
                <a:lnTo>
                  <a:pt x="222504" y="310908"/>
                </a:lnTo>
                <a:lnTo>
                  <a:pt x="193903" y="338074"/>
                </a:lnTo>
                <a:lnTo>
                  <a:pt x="158305" y="362534"/>
                </a:lnTo>
                <a:lnTo>
                  <a:pt x="115557" y="384416"/>
                </a:lnTo>
                <a:lnTo>
                  <a:pt x="65532" y="403872"/>
                </a:lnTo>
                <a:lnTo>
                  <a:pt x="67056" y="408444"/>
                </a:lnTo>
                <a:lnTo>
                  <a:pt x="116459" y="394982"/>
                </a:lnTo>
                <a:lnTo>
                  <a:pt x="161734" y="377393"/>
                </a:lnTo>
                <a:lnTo>
                  <a:pt x="202704" y="355498"/>
                </a:lnTo>
                <a:lnTo>
                  <a:pt x="239268" y="329196"/>
                </a:lnTo>
                <a:lnTo>
                  <a:pt x="265290" y="351167"/>
                </a:lnTo>
                <a:lnTo>
                  <a:pt x="295465" y="371297"/>
                </a:lnTo>
                <a:lnTo>
                  <a:pt x="329920" y="389407"/>
                </a:lnTo>
                <a:lnTo>
                  <a:pt x="368808" y="405396"/>
                </a:lnTo>
                <a:lnTo>
                  <a:pt x="373380" y="396252"/>
                </a:lnTo>
                <a:lnTo>
                  <a:pt x="380428" y="389204"/>
                </a:lnTo>
                <a:lnTo>
                  <a:pt x="390017" y="384175"/>
                </a:lnTo>
                <a:lnTo>
                  <a:pt x="402336" y="381012"/>
                </a:lnTo>
                <a:lnTo>
                  <a:pt x="402336" y="374916"/>
                </a:lnTo>
                <a:close/>
              </a:path>
              <a:path w="1734820" h="408939">
                <a:moveTo>
                  <a:pt x="845820" y="301752"/>
                </a:moveTo>
                <a:lnTo>
                  <a:pt x="824242" y="266496"/>
                </a:lnTo>
                <a:lnTo>
                  <a:pt x="822960" y="225552"/>
                </a:lnTo>
                <a:lnTo>
                  <a:pt x="813816" y="225552"/>
                </a:lnTo>
                <a:lnTo>
                  <a:pt x="812292" y="274320"/>
                </a:lnTo>
                <a:lnTo>
                  <a:pt x="792480" y="307848"/>
                </a:lnTo>
                <a:lnTo>
                  <a:pt x="719328" y="307848"/>
                </a:lnTo>
                <a:lnTo>
                  <a:pt x="708482" y="306755"/>
                </a:lnTo>
                <a:lnTo>
                  <a:pt x="701230" y="301371"/>
                </a:lnTo>
                <a:lnTo>
                  <a:pt x="697674" y="291998"/>
                </a:lnTo>
                <a:lnTo>
                  <a:pt x="697992" y="278892"/>
                </a:lnTo>
                <a:lnTo>
                  <a:pt x="697992" y="170688"/>
                </a:lnTo>
                <a:lnTo>
                  <a:pt x="784860" y="170688"/>
                </a:lnTo>
                <a:lnTo>
                  <a:pt x="784860" y="193548"/>
                </a:lnTo>
                <a:lnTo>
                  <a:pt x="809244" y="182880"/>
                </a:lnTo>
                <a:lnTo>
                  <a:pt x="808570" y="170688"/>
                </a:lnTo>
                <a:lnTo>
                  <a:pt x="808355" y="166839"/>
                </a:lnTo>
                <a:lnTo>
                  <a:pt x="808228" y="160020"/>
                </a:lnTo>
                <a:lnTo>
                  <a:pt x="807961" y="146304"/>
                </a:lnTo>
                <a:lnTo>
                  <a:pt x="807872" y="138684"/>
                </a:lnTo>
                <a:lnTo>
                  <a:pt x="807732" y="113017"/>
                </a:lnTo>
                <a:lnTo>
                  <a:pt x="807720" y="74676"/>
                </a:lnTo>
                <a:lnTo>
                  <a:pt x="809053" y="73152"/>
                </a:lnTo>
                <a:lnTo>
                  <a:pt x="818388" y="62484"/>
                </a:lnTo>
                <a:lnTo>
                  <a:pt x="790956" y="45720"/>
                </a:lnTo>
                <a:lnTo>
                  <a:pt x="780288" y="62484"/>
                </a:lnTo>
                <a:lnTo>
                  <a:pt x="664464" y="62484"/>
                </a:lnTo>
                <a:lnTo>
                  <a:pt x="679704" y="77724"/>
                </a:lnTo>
                <a:lnTo>
                  <a:pt x="690003" y="75730"/>
                </a:lnTo>
                <a:lnTo>
                  <a:pt x="700468" y="74295"/>
                </a:lnTo>
                <a:lnTo>
                  <a:pt x="711200" y="73444"/>
                </a:lnTo>
                <a:lnTo>
                  <a:pt x="722376" y="73152"/>
                </a:lnTo>
                <a:lnTo>
                  <a:pt x="784860" y="73152"/>
                </a:lnTo>
                <a:lnTo>
                  <a:pt x="784860" y="160020"/>
                </a:lnTo>
                <a:lnTo>
                  <a:pt x="697992" y="160020"/>
                </a:lnTo>
                <a:lnTo>
                  <a:pt x="673608" y="146304"/>
                </a:lnTo>
                <a:lnTo>
                  <a:pt x="675132" y="181356"/>
                </a:lnTo>
                <a:lnTo>
                  <a:pt x="675246" y="288036"/>
                </a:lnTo>
                <a:lnTo>
                  <a:pt x="695490" y="324446"/>
                </a:lnTo>
                <a:lnTo>
                  <a:pt x="713232" y="326136"/>
                </a:lnTo>
                <a:lnTo>
                  <a:pt x="798576" y="326136"/>
                </a:lnTo>
                <a:lnTo>
                  <a:pt x="813663" y="325551"/>
                </a:lnTo>
                <a:lnTo>
                  <a:pt x="826770" y="321373"/>
                </a:lnTo>
                <a:lnTo>
                  <a:pt x="837577" y="313499"/>
                </a:lnTo>
                <a:lnTo>
                  <a:pt x="841540" y="307848"/>
                </a:lnTo>
                <a:lnTo>
                  <a:pt x="845820" y="301752"/>
                </a:lnTo>
                <a:close/>
              </a:path>
              <a:path w="1734820" h="408939">
                <a:moveTo>
                  <a:pt x="847344" y="368808"/>
                </a:moveTo>
                <a:lnTo>
                  <a:pt x="814476" y="371665"/>
                </a:lnTo>
                <a:lnTo>
                  <a:pt x="779907" y="373380"/>
                </a:lnTo>
                <a:lnTo>
                  <a:pt x="743610" y="373951"/>
                </a:lnTo>
                <a:lnTo>
                  <a:pt x="705612" y="373380"/>
                </a:lnTo>
                <a:lnTo>
                  <a:pt x="668477" y="370865"/>
                </a:lnTo>
                <a:lnTo>
                  <a:pt x="634936" y="365760"/>
                </a:lnTo>
                <a:lnTo>
                  <a:pt x="605091" y="358381"/>
                </a:lnTo>
                <a:lnTo>
                  <a:pt x="579120" y="348996"/>
                </a:lnTo>
                <a:lnTo>
                  <a:pt x="579120" y="341376"/>
                </a:lnTo>
                <a:lnTo>
                  <a:pt x="579120" y="263652"/>
                </a:lnTo>
                <a:lnTo>
                  <a:pt x="659892" y="263652"/>
                </a:lnTo>
                <a:lnTo>
                  <a:pt x="651205" y="254508"/>
                </a:lnTo>
                <a:lnTo>
                  <a:pt x="630936" y="233172"/>
                </a:lnTo>
                <a:lnTo>
                  <a:pt x="609600" y="254508"/>
                </a:lnTo>
                <a:lnTo>
                  <a:pt x="579120" y="254508"/>
                </a:lnTo>
                <a:lnTo>
                  <a:pt x="579120" y="196596"/>
                </a:lnTo>
                <a:lnTo>
                  <a:pt x="592836" y="184404"/>
                </a:lnTo>
                <a:lnTo>
                  <a:pt x="568452" y="170688"/>
                </a:lnTo>
                <a:lnTo>
                  <a:pt x="665988" y="170688"/>
                </a:lnTo>
                <a:lnTo>
                  <a:pt x="637032" y="138684"/>
                </a:lnTo>
                <a:lnTo>
                  <a:pt x="615696" y="160020"/>
                </a:lnTo>
                <a:lnTo>
                  <a:pt x="576072" y="160020"/>
                </a:lnTo>
                <a:lnTo>
                  <a:pt x="576072" y="88392"/>
                </a:lnTo>
                <a:lnTo>
                  <a:pt x="652272" y="88392"/>
                </a:lnTo>
                <a:lnTo>
                  <a:pt x="626364" y="57912"/>
                </a:lnTo>
                <a:lnTo>
                  <a:pt x="603504" y="77724"/>
                </a:lnTo>
                <a:lnTo>
                  <a:pt x="576072" y="77724"/>
                </a:lnTo>
                <a:lnTo>
                  <a:pt x="576072" y="32004"/>
                </a:lnTo>
                <a:lnTo>
                  <a:pt x="589788" y="16764"/>
                </a:lnTo>
                <a:lnTo>
                  <a:pt x="551688" y="0"/>
                </a:lnTo>
                <a:lnTo>
                  <a:pt x="552564" y="16002"/>
                </a:lnTo>
                <a:lnTo>
                  <a:pt x="553021" y="34290"/>
                </a:lnTo>
                <a:lnTo>
                  <a:pt x="553110" y="45720"/>
                </a:lnTo>
                <a:lnTo>
                  <a:pt x="553212" y="77724"/>
                </a:lnTo>
                <a:lnTo>
                  <a:pt x="467868" y="77724"/>
                </a:lnTo>
                <a:lnTo>
                  <a:pt x="483108" y="94488"/>
                </a:lnTo>
                <a:lnTo>
                  <a:pt x="492836" y="91617"/>
                </a:lnTo>
                <a:lnTo>
                  <a:pt x="501586" y="89725"/>
                </a:lnTo>
                <a:lnTo>
                  <a:pt x="509460" y="88709"/>
                </a:lnTo>
                <a:lnTo>
                  <a:pt x="516636" y="88392"/>
                </a:lnTo>
                <a:lnTo>
                  <a:pt x="553212" y="88392"/>
                </a:lnTo>
                <a:lnTo>
                  <a:pt x="553212" y="160020"/>
                </a:lnTo>
                <a:lnTo>
                  <a:pt x="446532" y="160020"/>
                </a:lnTo>
                <a:lnTo>
                  <a:pt x="463296" y="175260"/>
                </a:lnTo>
                <a:lnTo>
                  <a:pt x="472147" y="173266"/>
                </a:lnTo>
                <a:lnTo>
                  <a:pt x="480441" y="171831"/>
                </a:lnTo>
                <a:lnTo>
                  <a:pt x="488149" y="170980"/>
                </a:lnTo>
                <a:lnTo>
                  <a:pt x="495300" y="170688"/>
                </a:lnTo>
                <a:lnTo>
                  <a:pt x="556260" y="170688"/>
                </a:lnTo>
                <a:lnTo>
                  <a:pt x="556260" y="341376"/>
                </a:lnTo>
                <a:lnTo>
                  <a:pt x="543420" y="332498"/>
                </a:lnTo>
                <a:lnTo>
                  <a:pt x="512724" y="304800"/>
                </a:lnTo>
                <a:lnTo>
                  <a:pt x="507492" y="263080"/>
                </a:lnTo>
                <a:lnTo>
                  <a:pt x="525780" y="224028"/>
                </a:lnTo>
                <a:lnTo>
                  <a:pt x="487680" y="205740"/>
                </a:lnTo>
                <a:lnTo>
                  <a:pt x="483171" y="259753"/>
                </a:lnTo>
                <a:lnTo>
                  <a:pt x="474294" y="318376"/>
                </a:lnTo>
                <a:lnTo>
                  <a:pt x="454761" y="376770"/>
                </a:lnTo>
                <a:lnTo>
                  <a:pt x="440436" y="405384"/>
                </a:lnTo>
                <a:lnTo>
                  <a:pt x="445008" y="408432"/>
                </a:lnTo>
                <a:lnTo>
                  <a:pt x="461289" y="387311"/>
                </a:lnTo>
                <a:lnTo>
                  <a:pt x="475869" y="362902"/>
                </a:lnTo>
                <a:lnTo>
                  <a:pt x="488721" y="335356"/>
                </a:lnTo>
                <a:lnTo>
                  <a:pt x="499872" y="304800"/>
                </a:lnTo>
                <a:lnTo>
                  <a:pt x="516153" y="327088"/>
                </a:lnTo>
                <a:lnTo>
                  <a:pt x="557301" y="361378"/>
                </a:lnTo>
                <a:lnTo>
                  <a:pt x="608406" y="382790"/>
                </a:lnTo>
                <a:lnTo>
                  <a:pt x="666597" y="395884"/>
                </a:lnTo>
                <a:lnTo>
                  <a:pt x="730008" y="401942"/>
                </a:lnTo>
                <a:lnTo>
                  <a:pt x="787781" y="403796"/>
                </a:lnTo>
                <a:lnTo>
                  <a:pt x="813816" y="403860"/>
                </a:lnTo>
                <a:lnTo>
                  <a:pt x="816686" y="393560"/>
                </a:lnTo>
                <a:lnTo>
                  <a:pt x="823150" y="385381"/>
                </a:lnTo>
                <a:lnTo>
                  <a:pt x="833310" y="379222"/>
                </a:lnTo>
                <a:lnTo>
                  <a:pt x="847344" y="374904"/>
                </a:lnTo>
                <a:lnTo>
                  <a:pt x="847344" y="373951"/>
                </a:lnTo>
                <a:lnTo>
                  <a:pt x="847344" y="368808"/>
                </a:lnTo>
                <a:close/>
              </a:path>
              <a:path w="1734820" h="408939">
                <a:moveTo>
                  <a:pt x="975347" y="71628"/>
                </a:moveTo>
                <a:lnTo>
                  <a:pt x="945819" y="36068"/>
                </a:lnTo>
                <a:lnTo>
                  <a:pt x="922007" y="20828"/>
                </a:lnTo>
                <a:lnTo>
                  <a:pt x="915911" y="23368"/>
                </a:lnTo>
                <a:lnTo>
                  <a:pt x="927112" y="39878"/>
                </a:lnTo>
                <a:lnTo>
                  <a:pt x="935723" y="53848"/>
                </a:lnTo>
                <a:lnTo>
                  <a:pt x="942060" y="69088"/>
                </a:lnTo>
                <a:lnTo>
                  <a:pt x="946391" y="81788"/>
                </a:lnTo>
                <a:lnTo>
                  <a:pt x="947915" y="91948"/>
                </a:lnTo>
                <a:lnTo>
                  <a:pt x="949439" y="98298"/>
                </a:lnTo>
                <a:lnTo>
                  <a:pt x="957059" y="98298"/>
                </a:lnTo>
                <a:lnTo>
                  <a:pt x="961631" y="95758"/>
                </a:lnTo>
                <a:lnTo>
                  <a:pt x="966203" y="90678"/>
                </a:lnTo>
                <a:lnTo>
                  <a:pt x="972299" y="86868"/>
                </a:lnTo>
                <a:lnTo>
                  <a:pt x="975347" y="79248"/>
                </a:lnTo>
                <a:lnTo>
                  <a:pt x="975347" y="71628"/>
                </a:lnTo>
                <a:close/>
              </a:path>
              <a:path w="1734820" h="408939">
                <a:moveTo>
                  <a:pt x="1142987" y="58928"/>
                </a:moveTo>
                <a:lnTo>
                  <a:pt x="1140129" y="56388"/>
                </a:lnTo>
                <a:lnTo>
                  <a:pt x="1120127" y="38608"/>
                </a:lnTo>
                <a:lnTo>
                  <a:pt x="1109459" y="54165"/>
                </a:lnTo>
                <a:lnTo>
                  <a:pt x="1109459" y="65278"/>
                </a:lnTo>
                <a:lnTo>
                  <a:pt x="1109459" y="98298"/>
                </a:lnTo>
                <a:lnTo>
                  <a:pt x="1109459" y="108458"/>
                </a:lnTo>
                <a:lnTo>
                  <a:pt x="1109459" y="145288"/>
                </a:lnTo>
                <a:lnTo>
                  <a:pt x="1034783" y="145288"/>
                </a:lnTo>
                <a:lnTo>
                  <a:pt x="1034783" y="108458"/>
                </a:lnTo>
                <a:lnTo>
                  <a:pt x="1109459" y="108458"/>
                </a:lnTo>
                <a:lnTo>
                  <a:pt x="1109459" y="98298"/>
                </a:lnTo>
                <a:lnTo>
                  <a:pt x="1034783" y="98298"/>
                </a:lnTo>
                <a:lnTo>
                  <a:pt x="1034783" y="65278"/>
                </a:lnTo>
                <a:lnTo>
                  <a:pt x="1109459" y="65278"/>
                </a:lnTo>
                <a:lnTo>
                  <a:pt x="1109459" y="54165"/>
                </a:lnTo>
                <a:lnTo>
                  <a:pt x="1107935" y="56388"/>
                </a:lnTo>
                <a:lnTo>
                  <a:pt x="1062215" y="56388"/>
                </a:lnTo>
                <a:lnTo>
                  <a:pt x="1071740" y="42418"/>
                </a:lnTo>
                <a:lnTo>
                  <a:pt x="1075512" y="37338"/>
                </a:lnTo>
                <a:lnTo>
                  <a:pt x="1078979" y="33528"/>
                </a:lnTo>
                <a:lnTo>
                  <a:pt x="1088123" y="23368"/>
                </a:lnTo>
                <a:lnTo>
                  <a:pt x="1094219" y="19558"/>
                </a:lnTo>
                <a:lnTo>
                  <a:pt x="1068311" y="4318"/>
                </a:lnTo>
                <a:lnTo>
                  <a:pt x="1065720" y="15748"/>
                </a:lnTo>
                <a:lnTo>
                  <a:pt x="1062405" y="28448"/>
                </a:lnTo>
                <a:lnTo>
                  <a:pt x="1058240" y="41148"/>
                </a:lnTo>
                <a:lnTo>
                  <a:pt x="1053071" y="56388"/>
                </a:lnTo>
                <a:lnTo>
                  <a:pt x="1034783" y="56388"/>
                </a:lnTo>
                <a:lnTo>
                  <a:pt x="1011923" y="41148"/>
                </a:lnTo>
                <a:lnTo>
                  <a:pt x="1012812" y="61468"/>
                </a:lnTo>
                <a:lnTo>
                  <a:pt x="1013256" y="79248"/>
                </a:lnTo>
                <a:lnTo>
                  <a:pt x="1013383" y="90678"/>
                </a:lnTo>
                <a:lnTo>
                  <a:pt x="1013256" y="137668"/>
                </a:lnTo>
                <a:lnTo>
                  <a:pt x="1012812" y="154178"/>
                </a:lnTo>
                <a:lnTo>
                  <a:pt x="1011923" y="173228"/>
                </a:lnTo>
                <a:lnTo>
                  <a:pt x="1034783" y="166878"/>
                </a:lnTo>
                <a:lnTo>
                  <a:pt x="1034783" y="156718"/>
                </a:lnTo>
                <a:lnTo>
                  <a:pt x="1109459" y="156718"/>
                </a:lnTo>
                <a:lnTo>
                  <a:pt x="1109459" y="170688"/>
                </a:lnTo>
                <a:lnTo>
                  <a:pt x="1132319" y="159258"/>
                </a:lnTo>
                <a:lnTo>
                  <a:pt x="1132154" y="156718"/>
                </a:lnTo>
                <a:lnTo>
                  <a:pt x="1131443" y="146558"/>
                </a:lnTo>
                <a:lnTo>
                  <a:pt x="1131417" y="145288"/>
                </a:lnTo>
                <a:lnTo>
                  <a:pt x="1130985" y="127508"/>
                </a:lnTo>
                <a:lnTo>
                  <a:pt x="1130871" y="108458"/>
                </a:lnTo>
                <a:lnTo>
                  <a:pt x="1130820" y="98298"/>
                </a:lnTo>
                <a:lnTo>
                  <a:pt x="1130795" y="69088"/>
                </a:lnTo>
                <a:lnTo>
                  <a:pt x="1135367" y="65278"/>
                </a:lnTo>
                <a:lnTo>
                  <a:pt x="1142987" y="58928"/>
                </a:lnTo>
                <a:close/>
              </a:path>
              <a:path w="1734820" h="408939">
                <a:moveTo>
                  <a:pt x="1164323" y="212598"/>
                </a:moveTo>
                <a:lnTo>
                  <a:pt x="1139939" y="185928"/>
                </a:lnTo>
                <a:lnTo>
                  <a:pt x="1121651" y="202438"/>
                </a:lnTo>
                <a:lnTo>
                  <a:pt x="1083551" y="202438"/>
                </a:lnTo>
                <a:lnTo>
                  <a:pt x="1091171" y="196088"/>
                </a:lnTo>
                <a:lnTo>
                  <a:pt x="1094219" y="188468"/>
                </a:lnTo>
                <a:lnTo>
                  <a:pt x="1089647" y="182118"/>
                </a:lnTo>
                <a:lnTo>
                  <a:pt x="1085646" y="177038"/>
                </a:lnTo>
                <a:lnTo>
                  <a:pt x="1078217" y="171958"/>
                </a:lnTo>
                <a:lnTo>
                  <a:pt x="1067358" y="166878"/>
                </a:lnTo>
                <a:lnTo>
                  <a:pt x="1053071" y="160528"/>
                </a:lnTo>
                <a:lnTo>
                  <a:pt x="1050023" y="164338"/>
                </a:lnTo>
                <a:lnTo>
                  <a:pt x="1058938" y="174498"/>
                </a:lnTo>
                <a:lnTo>
                  <a:pt x="1065263" y="183388"/>
                </a:lnTo>
                <a:lnTo>
                  <a:pt x="1069314" y="192278"/>
                </a:lnTo>
                <a:lnTo>
                  <a:pt x="1071359" y="202438"/>
                </a:lnTo>
                <a:lnTo>
                  <a:pt x="989063" y="202438"/>
                </a:lnTo>
                <a:lnTo>
                  <a:pt x="1005827" y="218948"/>
                </a:lnTo>
                <a:lnTo>
                  <a:pt x="1024305" y="213868"/>
                </a:lnTo>
                <a:lnTo>
                  <a:pt x="1033907" y="212598"/>
                </a:lnTo>
                <a:lnTo>
                  <a:pt x="1043927" y="212598"/>
                </a:lnTo>
                <a:lnTo>
                  <a:pt x="1040739" y="239268"/>
                </a:lnTo>
                <a:lnTo>
                  <a:pt x="1030973" y="267208"/>
                </a:lnTo>
                <a:lnTo>
                  <a:pt x="1014361" y="297688"/>
                </a:lnTo>
                <a:lnTo>
                  <a:pt x="990587" y="328168"/>
                </a:lnTo>
                <a:lnTo>
                  <a:pt x="995159" y="331978"/>
                </a:lnTo>
                <a:lnTo>
                  <a:pt x="1018882" y="312928"/>
                </a:lnTo>
                <a:lnTo>
                  <a:pt x="1037450" y="292608"/>
                </a:lnTo>
                <a:lnTo>
                  <a:pt x="1050886" y="272288"/>
                </a:lnTo>
                <a:lnTo>
                  <a:pt x="1059167" y="250698"/>
                </a:lnTo>
                <a:lnTo>
                  <a:pt x="1104887" y="250698"/>
                </a:lnTo>
                <a:lnTo>
                  <a:pt x="1098791" y="292608"/>
                </a:lnTo>
                <a:lnTo>
                  <a:pt x="1088123" y="311658"/>
                </a:lnTo>
                <a:lnTo>
                  <a:pt x="1073365" y="311658"/>
                </a:lnTo>
                <a:lnTo>
                  <a:pt x="1065644" y="310388"/>
                </a:lnTo>
                <a:lnTo>
                  <a:pt x="1048499" y="307848"/>
                </a:lnTo>
                <a:lnTo>
                  <a:pt x="1046975" y="311658"/>
                </a:lnTo>
                <a:lnTo>
                  <a:pt x="1062977" y="319278"/>
                </a:lnTo>
                <a:lnTo>
                  <a:pt x="1074407" y="326898"/>
                </a:lnTo>
                <a:lnTo>
                  <a:pt x="1081265" y="334518"/>
                </a:lnTo>
                <a:lnTo>
                  <a:pt x="1083551" y="342138"/>
                </a:lnTo>
                <a:lnTo>
                  <a:pt x="1093863" y="338328"/>
                </a:lnTo>
                <a:lnTo>
                  <a:pt x="1118031" y="296418"/>
                </a:lnTo>
                <a:lnTo>
                  <a:pt x="1124699" y="255778"/>
                </a:lnTo>
                <a:lnTo>
                  <a:pt x="1132547" y="250698"/>
                </a:lnTo>
                <a:lnTo>
                  <a:pt x="1138415" y="246888"/>
                </a:lnTo>
                <a:lnTo>
                  <a:pt x="1132319" y="241808"/>
                </a:lnTo>
                <a:lnTo>
                  <a:pt x="1114031" y="226568"/>
                </a:lnTo>
                <a:lnTo>
                  <a:pt x="1101839" y="241808"/>
                </a:lnTo>
                <a:lnTo>
                  <a:pt x="1060691" y="241808"/>
                </a:lnTo>
                <a:lnTo>
                  <a:pt x="1062456" y="234188"/>
                </a:lnTo>
                <a:lnTo>
                  <a:pt x="1063358" y="226568"/>
                </a:lnTo>
                <a:lnTo>
                  <a:pt x="1063701" y="220218"/>
                </a:lnTo>
                <a:lnTo>
                  <a:pt x="1063739" y="212598"/>
                </a:lnTo>
                <a:lnTo>
                  <a:pt x="1164323" y="212598"/>
                </a:lnTo>
                <a:close/>
              </a:path>
              <a:path w="1734820" h="408939">
                <a:moveTo>
                  <a:pt x="1292339" y="361188"/>
                </a:moveTo>
                <a:lnTo>
                  <a:pt x="1208709" y="366268"/>
                </a:lnTo>
                <a:lnTo>
                  <a:pt x="1144511" y="368808"/>
                </a:lnTo>
                <a:lnTo>
                  <a:pt x="1130223" y="367538"/>
                </a:lnTo>
                <a:lnTo>
                  <a:pt x="1114793" y="367538"/>
                </a:lnTo>
                <a:lnTo>
                  <a:pt x="1063650" y="362458"/>
                </a:lnTo>
                <a:lnTo>
                  <a:pt x="1016495" y="347218"/>
                </a:lnTo>
                <a:lnTo>
                  <a:pt x="1003617" y="338328"/>
                </a:lnTo>
                <a:lnTo>
                  <a:pt x="992301" y="330708"/>
                </a:lnTo>
                <a:lnTo>
                  <a:pt x="985253" y="324358"/>
                </a:lnTo>
                <a:lnTo>
                  <a:pt x="982421" y="321818"/>
                </a:lnTo>
                <a:lnTo>
                  <a:pt x="973823" y="312928"/>
                </a:lnTo>
                <a:lnTo>
                  <a:pt x="973823" y="168148"/>
                </a:lnTo>
                <a:lnTo>
                  <a:pt x="978966" y="164338"/>
                </a:lnTo>
                <a:lnTo>
                  <a:pt x="987539" y="157988"/>
                </a:lnTo>
                <a:lnTo>
                  <a:pt x="961631" y="135128"/>
                </a:lnTo>
                <a:lnTo>
                  <a:pt x="947915" y="155448"/>
                </a:lnTo>
                <a:lnTo>
                  <a:pt x="879335" y="155448"/>
                </a:lnTo>
                <a:lnTo>
                  <a:pt x="896099" y="170688"/>
                </a:lnTo>
                <a:lnTo>
                  <a:pt x="905535" y="168148"/>
                </a:lnTo>
                <a:lnTo>
                  <a:pt x="915530" y="165608"/>
                </a:lnTo>
                <a:lnTo>
                  <a:pt x="926109" y="164338"/>
                </a:lnTo>
                <a:lnTo>
                  <a:pt x="950963" y="164338"/>
                </a:lnTo>
                <a:lnTo>
                  <a:pt x="950963" y="312928"/>
                </a:lnTo>
                <a:lnTo>
                  <a:pt x="912101" y="331978"/>
                </a:lnTo>
                <a:lnTo>
                  <a:pt x="896099" y="340868"/>
                </a:lnTo>
                <a:lnTo>
                  <a:pt x="882383" y="349758"/>
                </a:lnTo>
                <a:lnTo>
                  <a:pt x="906767" y="373888"/>
                </a:lnTo>
                <a:lnTo>
                  <a:pt x="912799" y="367538"/>
                </a:lnTo>
                <a:lnTo>
                  <a:pt x="919530" y="358648"/>
                </a:lnTo>
                <a:lnTo>
                  <a:pt x="927138" y="351028"/>
                </a:lnTo>
                <a:lnTo>
                  <a:pt x="935723" y="342138"/>
                </a:lnTo>
                <a:lnTo>
                  <a:pt x="950963" y="328168"/>
                </a:lnTo>
                <a:lnTo>
                  <a:pt x="956729" y="325628"/>
                </a:lnTo>
                <a:lnTo>
                  <a:pt x="961631" y="324358"/>
                </a:lnTo>
                <a:lnTo>
                  <a:pt x="966774" y="325628"/>
                </a:lnTo>
                <a:lnTo>
                  <a:pt x="973061" y="329438"/>
                </a:lnTo>
                <a:lnTo>
                  <a:pt x="980490" y="335788"/>
                </a:lnTo>
                <a:lnTo>
                  <a:pt x="989063" y="345948"/>
                </a:lnTo>
                <a:lnTo>
                  <a:pt x="1000785" y="354838"/>
                </a:lnTo>
                <a:lnTo>
                  <a:pt x="1053071" y="380238"/>
                </a:lnTo>
                <a:lnTo>
                  <a:pt x="1127366" y="391668"/>
                </a:lnTo>
                <a:lnTo>
                  <a:pt x="1185951" y="394208"/>
                </a:lnTo>
                <a:lnTo>
                  <a:pt x="1258811" y="395478"/>
                </a:lnTo>
                <a:lnTo>
                  <a:pt x="1260843" y="386588"/>
                </a:lnTo>
                <a:lnTo>
                  <a:pt x="1267002" y="378968"/>
                </a:lnTo>
                <a:lnTo>
                  <a:pt x="1277467" y="373888"/>
                </a:lnTo>
                <a:lnTo>
                  <a:pt x="1292339" y="368808"/>
                </a:lnTo>
                <a:lnTo>
                  <a:pt x="1292339" y="361188"/>
                </a:lnTo>
                <a:close/>
              </a:path>
              <a:path w="1734820" h="408939">
                <a:moveTo>
                  <a:pt x="1293863" y="112268"/>
                </a:moveTo>
                <a:lnTo>
                  <a:pt x="1285519" y="103378"/>
                </a:lnTo>
                <a:lnTo>
                  <a:pt x="1266431" y="83058"/>
                </a:lnTo>
                <a:lnTo>
                  <a:pt x="1246619" y="103378"/>
                </a:lnTo>
                <a:lnTo>
                  <a:pt x="1184135" y="103378"/>
                </a:lnTo>
                <a:lnTo>
                  <a:pt x="1189901" y="88138"/>
                </a:lnTo>
                <a:lnTo>
                  <a:pt x="1195946" y="70358"/>
                </a:lnTo>
                <a:lnTo>
                  <a:pt x="1202575" y="50038"/>
                </a:lnTo>
                <a:lnTo>
                  <a:pt x="1210043" y="28448"/>
                </a:lnTo>
                <a:lnTo>
                  <a:pt x="1223759" y="22098"/>
                </a:lnTo>
                <a:lnTo>
                  <a:pt x="1187183" y="3048"/>
                </a:lnTo>
                <a:lnTo>
                  <a:pt x="1183474" y="27178"/>
                </a:lnTo>
                <a:lnTo>
                  <a:pt x="1179182" y="51308"/>
                </a:lnTo>
                <a:lnTo>
                  <a:pt x="1168895" y="95758"/>
                </a:lnTo>
                <a:lnTo>
                  <a:pt x="1154798" y="136398"/>
                </a:lnTo>
                <a:lnTo>
                  <a:pt x="1138415" y="175768"/>
                </a:lnTo>
                <a:lnTo>
                  <a:pt x="1144511" y="180848"/>
                </a:lnTo>
                <a:lnTo>
                  <a:pt x="1152804" y="166878"/>
                </a:lnTo>
                <a:lnTo>
                  <a:pt x="1161656" y="151638"/>
                </a:lnTo>
                <a:lnTo>
                  <a:pt x="1171092" y="133858"/>
                </a:lnTo>
                <a:lnTo>
                  <a:pt x="1181087" y="113538"/>
                </a:lnTo>
                <a:lnTo>
                  <a:pt x="1232903" y="113538"/>
                </a:lnTo>
                <a:lnTo>
                  <a:pt x="1229817" y="141478"/>
                </a:lnTo>
                <a:lnTo>
                  <a:pt x="1225283" y="168148"/>
                </a:lnTo>
                <a:lnTo>
                  <a:pt x="1219619" y="193548"/>
                </a:lnTo>
                <a:lnTo>
                  <a:pt x="1213091" y="217678"/>
                </a:lnTo>
                <a:lnTo>
                  <a:pt x="1204023" y="204978"/>
                </a:lnTo>
                <a:lnTo>
                  <a:pt x="1193088" y="192278"/>
                </a:lnTo>
                <a:lnTo>
                  <a:pt x="1167371" y="163068"/>
                </a:lnTo>
                <a:lnTo>
                  <a:pt x="1161275" y="166878"/>
                </a:lnTo>
                <a:lnTo>
                  <a:pt x="1172095" y="182118"/>
                </a:lnTo>
                <a:lnTo>
                  <a:pt x="1183754" y="197358"/>
                </a:lnTo>
                <a:lnTo>
                  <a:pt x="1195997" y="215138"/>
                </a:lnTo>
                <a:lnTo>
                  <a:pt x="1189875" y="267208"/>
                </a:lnTo>
                <a:lnTo>
                  <a:pt x="1142301" y="326898"/>
                </a:lnTo>
                <a:lnTo>
                  <a:pt x="1112507" y="354838"/>
                </a:lnTo>
                <a:lnTo>
                  <a:pt x="1115555" y="358648"/>
                </a:lnTo>
                <a:lnTo>
                  <a:pt x="1147876" y="337058"/>
                </a:lnTo>
                <a:lnTo>
                  <a:pt x="1176324" y="311658"/>
                </a:lnTo>
                <a:lnTo>
                  <a:pt x="1201077" y="284988"/>
                </a:lnTo>
                <a:lnTo>
                  <a:pt x="1222235" y="253238"/>
                </a:lnTo>
                <a:lnTo>
                  <a:pt x="1231912" y="271018"/>
                </a:lnTo>
                <a:lnTo>
                  <a:pt x="1240142" y="287528"/>
                </a:lnTo>
                <a:lnTo>
                  <a:pt x="1246670" y="304038"/>
                </a:lnTo>
                <a:lnTo>
                  <a:pt x="1251191" y="318008"/>
                </a:lnTo>
                <a:lnTo>
                  <a:pt x="1255763" y="333248"/>
                </a:lnTo>
                <a:lnTo>
                  <a:pt x="1258811" y="340868"/>
                </a:lnTo>
                <a:lnTo>
                  <a:pt x="1263383" y="340868"/>
                </a:lnTo>
                <a:lnTo>
                  <a:pt x="1266431" y="337058"/>
                </a:lnTo>
                <a:lnTo>
                  <a:pt x="1272527" y="328168"/>
                </a:lnTo>
                <a:lnTo>
                  <a:pt x="1274051" y="323088"/>
                </a:lnTo>
                <a:lnTo>
                  <a:pt x="1274051" y="309118"/>
                </a:lnTo>
                <a:lnTo>
                  <a:pt x="1272527" y="302768"/>
                </a:lnTo>
                <a:lnTo>
                  <a:pt x="1271003" y="293878"/>
                </a:lnTo>
                <a:lnTo>
                  <a:pt x="1266964" y="284988"/>
                </a:lnTo>
                <a:lnTo>
                  <a:pt x="1259192" y="273558"/>
                </a:lnTo>
                <a:lnTo>
                  <a:pt x="1247432" y="255778"/>
                </a:lnTo>
                <a:lnTo>
                  <a:pt x="1245552" y="253238"/>
                </a:lnTo>
                <a:lnTo>
                  <a:pt x="1231379" y="234188"/>
                </a:lnTo>
                <a:lnTo>
                  <a:pt x="1235722" y="217678"/>
                </a:lnTo>
                <a:lnTo>
                  <a:pt x="1245857" y="174498"/>
                </a:lnTo>
                <a:lnTo>
                  <a:pt x="1255598" y="113538"/>
                </a:lnTo>
                <a:lnTo>
                  <a:pt x="1255763" y="112268"/>
                </a:lnTo>
                <a:lnTo>
                  <a:pt x="1293863" y="112268"/>
                </a:lnTo>
                <a:close/>
              </a:path>
              <a:path w="1734820" h="408939">
                <a:moveTo>
                  <a:pt x="1423073" y="67183"/>
                </a:moveTo>
                <a:lnTo>
                  <a:pt x="1400937" y="32766"/>
                </a:lnTo>
                <a:lnTo>
                  <a:pt x="1374648" y="13716"/>
                </a:lnTo>
                <a:lnTo>
                  <a:pt x="1370076" y="16764"/>
                </a:lnTo>
                <a:lnTo>
                  <a:pt x="1379232" y="34201"/>
                </a:lnTo>
                <a:lnTo>
                  <a:pt x="1386268" y="49911"/>
                </a:lnTo>
                <a:lnTo>
                  <a:pt x="1391285" y="63919"/>
                </a:lnTo>
                <a:lnTo>
                  <a:pt x="1394460" y="76200"/>
                </a:lnTo>
                <a:lnTo>
                  <a:pt x="1395984" y="89916"/>
                </a:lnTo>
                <a:lnTo>
                  <a:pt x="1399032" y="96012"/>
                </a:lnTo>
                <a:lnTo>
                  <a:pt x="1403604" y="96012"/>
                </a:lnTo>
                <a:lnTo>
                  <a:pt x="1411224" y="89916"/>
                </a:lnTo>
                <a:lnTo>
                  <a:pt x="1415796" y="86868"/>
                </a:lnTo>
                <a:lnTo>
                  <a:pt x="1420368" y="80772"/>
                </a:lnTo>
                <a:lnTo>
                  <a:pt x="1423073" y="67183"/>
                </a:lnTo>
                <a:close/>
              </a:path>
              <a:path w="1734820" h="408939">
                <a:moveTo>
                  <a:pt x="1482852" y="271272"/>
                </a:moveTo>
                <a:lnTo>
                  <a:pt x="1478280" y="266700"/>
                </a:lnTo>
                <a:lnTo>
                  <a:pt x="1415796" y="323088"/>
                </a:lnTo>
                <a:lnTo>
                  <a:pt x="1415796" y="169164"/>
                </a:lnTo>
                <a:lnTo>
                  <a:pt x="1425321" y="161544"/>
                </a:lnTo>
                <a:lnTo>
                  <a:pt x="1431036" y="156972"/>
                </a:lnTo>
                <a:lnTo>
                  <a:pt x="1402080" y="134112"/>
                </a:lnTo>
                <a:lnTo>
                  <a:pt x="1386840" y="150876"/>
                </a:lnTo>
                <a:lnTo>
                  <a:pt x="1324356" y="150876"/>
                </a:lnTo>
                <a:lnTo>
                  <a:pt x="1341120" y="167640"/>
                </a:lnTo>
                <a:lnTo>
                  <a:pt x="1349971" y="164769"/>
                </a:lnTo>
                <a:lnTo>
                  <a:pt x="1358265" y="162877"/>
                </a:lnTo>
                <a:lnTo>
                  <a:pt x="1365973" y="161861"/>
                </a:lnTo>
                <a:lnTo>
                  <a:pt x="1373124" y="161544"/>
                </a:lnTo>
                <a:lnTo>
                  <a:pt x="1391412" y="161544"/>
                </a:lnTo>
                <a:lnTo>
                  <a:pt x="1391412" y="323088"/>
                </a:lnTo>
                <a:lnTo>
                  <a:pt x="1390853" y="329907"/>
                </a:lnTo>
                <a:lnTo>
                  <a:pt x="1389316" y="336423"/>
                </a:lnTo>
                <a:lnTo>
                  <a:pt x="1386903" y="342379"/>
                </a:lnTo>
                <a:lnTo>
                  <a:pt x="1383792" y="347472"/>
                </a:lnTo>
                <a:lnTo>
                  <a:pt x="1408176" y="374904"/>
                </a:lnTo>
                <a:lnTo>
                  <a:pt x="1422412" y="351218"/>
                </a:lnTo>
                <a:lnTo>
                  <a:pt x="1439799" y="325945"/>
                </a:lnTo>
                <a:lnTo>
                  <a:pt x="1441958" y="323088"/>
                </a:lnTo>
                <a:lnTo>
                  <a:pt x="1460030" y="299262"/>
                </a:lnTo>
                <a:lnTo>
                  <a:pt x="1482852" y="271272"/>
                </a:lnTo>
                <a:close/>
              </a:path>
              <a:path w="1734820" h="408939">
                <a:moveTo>
                  <a:pt x="1691640" y="210312"/>
                </a:moveTo>
                <a:lnTo>
                  <a:pt x="1685759" y="205740"/>
                </a:lnTo>
                <a:lnTo>
                  <a:pt x="1664208" y="188976"/>
                </a:lnTo>
                <a:lnTo>
                  <a:pt x="1656588" y="200952"/>
                </a:lnTo>
                <a:lnTo>
                  <a:pt x="1656588" y="214884"/>
                </a:lnTo>
                <a:lnTo>
                  <a:pt x="1656588" y="249936"/>
                </a:lnTo>
                <a:lnTo>
                  <a:pt x="1656588" y="260604"/>
                </a:lnTo>
                <a:lnTo>
                  <a:pt x="1656588" y="300228"/>
                </a:lnTo>
                <a:lnTo>
                  <a:pt x="1524000" y="300228"/>
                </a:lnTo>
                <a:lnTo>
                  <a:pt x="1524000" y="260604"/>
                </a:lnTo>
                <a:lnTo>
                  <a:pt x="1656588" y="260604"/>
                </a:lnTo>
                <a:lnTo>
                  <a:pt x="1656588" y="249936"/>
                </a:lnTo>
                <a:lnTo>
                  <a:pt x="1524000" y="249936"/>
                </a:lnTo>
                <a:lnTo>
                  <a:pt x="1524000" y="214884"/>
                </a:lnTo>
                <a:lnTo>
                  <a:pt x="1656588" y="214884"/>
                </a:lnTo>
                <a:lnTo>
                  <a:pt x="1656588" y="200952"/>
                </a:lnTo>
                <a:lnTo>
                  <a:pt x="1653540" y="205740"/>
                </a:lnTo>
                <a:lnTo>
                  <a:pt x="1522476" y="205740"/>
                </a:lnTo>
                <a:lnTo>
                  <a:pt x="1501140" y="190500"/>
                </a:lnTo>
                <a:lnTo>
                  <a:pt x="1501394" y="214884"/>
                </a:lnTo>
                <a:lnTo>
                  <a:pt x="1501902" y="239077"/>
                </a:lnTo>
                <a:lnTo>
                  <a:pt x="1502422" y="266700"/>
                </a:lnTo>
                <a:lnTo>
                  <a:pt x="1502664" y="295656"/>
                </a:lnTo>
                <a:lnTo>
                  <a:pt x="1502410" y="325945"/>
                </a:lnTo>
                <a:lnTo>
                  <a:pt x="1501406" y="379691"/>
                </a:lnTo>
                <a:lnTo>
                  <a:pt x="1501305" y="389763"/>
                </a:lnTo>
                <a:lnTo>
                  <a:pt x="1501140" y="408432"/>
                </a:lnTo>
                <a:lnTo>
                  <a:pt x="1524000" y="396240"/>
                </a:lnTo>
                <a:lnTo>
                  <a:pt x="1524000" y="310896"/>
                </a:lnTo>
                <a:lnTo>
                  <a:pt x="1656588" y="310896"/>
                </a:lnTo>
                <a:lnTo>
                  <a:pt x="1656588" y="353568"/>
                </a:lnTo>
                <a:lnTo>
                  <a:pt x="1656346" y="360667"/>
                </a:lnTo>
                <a:lnTo>
                  <a:pt x="1653540" y="365760"/>
                </a:lnTo>
                <a:lnTo>
                  <a:pt x="1648434" y="368579"/>
                </a:lnTo>
                <a:lnTo>
                  <a:pt x="1641348" y="368808"/>
                </a:lnTo>
                <a:lnTo>
                  <a:pt x="1631607" y="368579"/>
                </a:lnTo>
                <a:lnTo>
                  <a:pt x="1608124" y="367525"/>
                </a:lnTo>
                <a:lnTo>
                  <a:pt x="1594104" y="367284"/>
                </a:lnTo>
                <a:lnTo>
                  <a:pt x="1594104" y="373380"/>
                </a:lnTo>
                <a:lnTo>
                  <a:pt x="1614982" y="379691"/>
                </a:lnTo>
                <a:lnTo>
                  <a:pt x="1629727" y="387286"/>
                </a:lnTo>
                <a:lnTo>
                  <a:pt x="1638465" y="396316"/>
                </a:lnTo>
                <a:lnTo>
                  <a:pt x="1641348" y="406908"/>
                </a:lnTo>
                <a:lnTo>
                  <a:pt x="1658442" y="399770"/>
                </a:lnTo>
                <a:lnTo>
                  <a:pt x="1670685" y="389763"/>
                </a:lnTo>
                <a:lnTo>
                  <a:pt x="1677771" y="376910"/>
                </a:lnTo>
                <a:lnTo>
                  <a:pt x="1678635" y="368808"/>
                </a:lnTo>
                <a:lnTo>
                  <a:pt x="1679448" y="361188"/>
                </a:lnTo>
                <a:lnTo>
                  <a:pt x="1679448" y="220980"/>
                </a:lnTo>
                <a:lnTo>
                  <a:pt x="1686407" y="214884"/>
                </a:lnTo>
                <a:lnTo>
                  <a:pt x="1691640" y="210312"/>
                </a:lnTo>
                <a:close/>
              </a:path>
              <a:path w="1734820" h="408939">
                <a:moveTo>
                  <a:pt x="1734312" y="170688"/>
                </a:moveTo>
                <a:lnTo>
                  <a:pt x="1705356" y="137160"/>
                </a:lnTo>
                <a:lnTo>
                  <a:pt x="1680972" y="160020"/>
                </a:lnTo>
                <a:lnTo>
                  <a:pt x="1600200" y="160020"/>
                </a:lnTo>
                <a:lnTo>
                  <a:pt x="1600200" y="115824"/>
                </a:lnTo>
                <a:lnTo>
                  <a:pt x="1700784" y="115824"/>
                </a:lnTo>
                <a:lnTo>
                  <a:pt x="1671828" y="85344"/>
                </a:lnTo>
                <a:lnTo>
                  <a:pt x="1650492" y="106680"/>
                </a:lnTo>
                <a:lnTo>
                  <a:pt x="1600200" y="106680"/>
                </a:lnTo>
                <a:lnTo>
                  <a:pt x="1600200" y="70104"/>
                </a:lnTo>
                <a:lnTo>
                  <a:pt x="1725168" y="70104"/>
                </a:lnTo>
                <a:lnTo>
                  <a:pt x="1694688" y="36576"/>
                </a:lnTo>
                <a:lnTo>
                  <a:pt x="1670304" y="59436"/>
                </a:lnTo>
                <a:lnTo>
                  <a:pt x="1600200" y="59436"/>
                </a:lnTo>
                <a:lnTo>
                  <a:pt x="1600200" y="28956"/>
                </a:lnTo>
                <a:lnTo>
                  <a:pt x="1613916" y="16764"/>
                </a:lnTo>
                <a:lnTo>
                  <a:pt x="1572768" y="0"/>
                </a:lnTo>
                <a:lnTo>
                  <a:pt x="1573885" y="12293"/>
                </a:lnTo>
                <a:lnTo>
                  <a:pt x="1574863" y="26289"/>
                </a:lnTo>
                <a:lnTo>
                  <a:pt x="1575549" y="42011"/>
                </a:lnTo>
                <a:lnTo>
                  <a:pt x="1575816" y="59436"/>
                </a:lnTo>
                <a:lnTo>
                  <a:pt x="1459992" y="59436"/>
                </a:lnTo>
                <a:lnTo>
                  <a:pt x="1476756" y="74676"/>
                </a:lnTo>
                <a:lnTo>
                  <a:pt x="1485607" y="72682"/>
                </a:lnTo>
                <a:lnTo>
                  <a:pt x="1493901" y="71247"/>
                </a:lnTo>
                <a:lnTo>
                  <a:pt x="1501609" y="70396"/>
                </a:lnTo>
                <a:lnTo>
                  <a:pt x="1508760" y="70104"/>
                </a:lnTo>
                <a:lnTo>
                  <a:pt x="1575816" y="70104"/>
                </a:lnTo>
                <a:lnTo>
                  <a:pt x="1575816" y="106680"/>
                </a:lnTo>
                <a:lnTo>
                  <a:pt x="1485900" y="106680"/>
                </a:lnTo>
                <a:lnTo>
                  <a:pt x="1502664" y="121920"/>
                </a:lnTo>
                <a:lnTo>
                  <a:pt x="1511515" y="119684"/>
                </a:lnTo>
                <a:lnTo>
                  <a:pt x="1519809" y="117729"/>
                </a:lnTo>
                <a:lnTo>
                  <a:pt x="1527517" y="116357"/>
                </a:lnTo>
                <a:lnTo>
                  <a:pt x="1534668" y="115824"/>
                </a:lnTo>
                <a:lnTo>
                  <a:pt x="1575816" y="115824"/>
                </a:lnTo>
                <a:lnTo>
                  <a:pt x="1575816" y="160020"/>
                </a:lnTo>
                <a:lnTo>
                  <a:pt x="1446276" y="160020"/>
                </a:lnTo>
                <a:lnTo>
                  <a:pt x="1461516" y="175260"/>
                </a:lnTo>
                <a:lnTo>
                  <a:pt x="1471244" y="173266"/>
                </a:lnTo>
                <a:lnTo>
                  <a:pt x="1479994" y="171831"/>
                </a:lnTo>
                <a:lnTo>
                  <a:pt x="1487868" y="170980"/>
                </a:lnTo>
                <a:lnTo>
                  <a:pt x="1495044" y="170688"/>
                </a:lnTo>
                <a:lnTo>
                  <a:pt x="1734312" y="17068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pic>
        <p:nvPicPr>
          <p:cNvPr id="38" name="object 38"/>
          <p:cNvPicPr/>
          <p:nvPr/>
        </p:nvPicPr>
        <p:blipFill>
          <a:blip r:embed="rId6" cstate="print"/>
          <a:stretch>
            <a:fillRect/>
          </a:stretch>
        </p:blipFill>
        <p:spPr>
          <a:xfrm>
            <a:off x="4837176" y="3696652"/>
            <a:ext cx="68580" cy="119443"/>
          </a:xfrm>
          <a:prstGeom prst="rect">
            <a:avLst/>
          </a:prstGeom>
        </p:spPr>
      </p:pic>
      <p:sp>
        <p:nvSpPr>
          <p:cNvPr id="39" name="object 39"/>
          <p:cNvSpPr/>
          <p:nvPr/>
        </p:nvSpPr>
        <p:spPr>
          <a:xfrm>
            <a:off x="5244084" y="3450335"/>
            <a:ext cx="396240" cy="390525"/>
          </a:xfrm>
          <a:custGeom>
            <a:avLst/>
            <a:gdLst/>
            <a:ahLst/>
            <a:cxnLst/>
            <a:rect l="l" t="t" r="r" b="b"/>
            <a:pathLst>
              <a:path w="396239" h="390525">
                <a:moveTo>
                  <a:pt x="36576" y="35052"/>
                </a:moveTo>
                <a:lnTo>
                  <a:pt x="21336" y="19812"/>
                </a:lnTo>
                <a:lnTo>
                  <a:pt x="181356" y="19812"/>
                </a:lnTo>
                <a:lnTo>
                  <a:pt x="195072" y="3048"/>
                </a:lnTo>
                <a:lnTo>
                  <a:pt x="222504" y="24384"/>
                </a:lnTo>
                <a:lnTo>
                  <a:pt x="214884" y="30480"/>
                </a:lnTo>
                <a:lnTo>
                  <a:pt x="79248" y="30480"/>
                </a:lnTo>
                <a:lnTo>
                  <a:pt x="68079" y="30765"/>
                </a:lnTo>
                <a:lnTo>
                  <a:pt x="57340" y="31623"/>
                </a:lnTo>
                <a:lnTo>
                  <a:pt x="46886" y="33051"/>
                </a:lnTo>
                <a:lnTo>
                  <a:pt x="36576" y="35052"/>
                </a:lnTo>
                <a:close/>
              </a:path>
              <a:path w="396239" h="390525">
                <a:moveTo>
                  <a:pt x="123444" y="117348"/>
                </a:moveTo>
                <a:lnTo>
                  <a:pt x="102108" y="117348"/>
                </a:lnTo>
                <a:lnTo>
                  <a:pt x="102108" y="30480"/>
                </a:lnTo>
                <a:lnTo>
                  <a:pt x="123444" y="30480"/>
                </a:lnTo>
                <a:lnTo>
                  <a:pt x="123444" y="117348"/>
                </a:lnTo>
                <a:close/>
              </a:path>
              <a:path w="396239" h="390525">
                <a:moveTo>
                  <a:pt x="42672" y="132588"/>
                </a:moveTo>
                <a:lnTo>
                  <a:pt x="27432" y="117348"/>
                </a:lnTo>
                <a:lnTo>
                  <a:pt x="184404" y="117348"/>
                </a:lnTo>
                <a:lnTo>
                  <a:pt x="184404" y="30480"/>
                </a:lnTo>
                <a:lnTo>
                  <a:pt x="214884" y="30480"/>
                </a:lnTo>
                <a:lnTo>
                  <a:pt x="207264" y="36576"/>
                </a:lnTo>
                <a:lnTo>
                  <a:pt x="207264" y="128016"/>
                </a:lnTo>
                <a:lnTo>
                  <a:pt x="83820" y="128016"/>
                </a:lnTo>
                <a:lnTo>
                  <a:pt x="72675" y="128301"/>
                </a:lnTo>
                <a:lnTo>
                  <a:pt x="62103" y="129159"/>
                </a:lnTo>
                <a:lnTo>
                  <a:pt x="52101" y="130587"/>
                </a:lnTo>
                <a:lnTo>
                  <a:pt x="42672" y="132588"/>
                </a:lnTo>
                <a:close/>
              </a:path>
              <a:path w="396239" h="390525">
                <a:moveTo>
                  <a:pt x="120396" y="205740"/>
                </a:moveTo>
                <a:lnTo>
                  <a:pt x="97536" y="205740"/>
                </a:lnTo>
                <a:lnTo>
                  <a:pt x="99536" y="187166"/>
                </a:lnTo>
                <a:lnTo>
                  <a:pt x="100965" y="168021"/>
                </a:lnTo>
                <a:lnTo>
                  <a:pt x="101822" y="148304"/>
                </a:lnTo>
                <a:lnTo>
                  <a:pt x="102108" y="128016"/>
                </a:lnTo>
                <a:lnTo>
                  <a:pt x="123444" y="128016"/>
                </a:lnTo>
                <a:lnTo>
                  <a:pt x="123366" y="148304"/>
                </a:lnTo>
                <a:lnTo>
                  <a:pt x="123063" y="165735"/>
                </a:lnTo>
                <a:lnTo>
                  <a:pt x="122158" y="185451"/>
                </a:lnTo>
                <a:lnTo>
                  <a:pt x="120396" y="205740"/>
                </a:lnTo>
                <a:close/>
              </a:path>
              <a:path w="396239" h="390525">
                <a:moveTo>
                  <a:pt x="35052" y="220980"/>
                </a:moveTo>
                <a:lnTo>
                  <a:pt x="19812" y="205740"/>
                </a:lnTo>
                <a:lnTo>
                  <a:pt x="184404" y="205740"/>
                </a:lnTo>
                <a:lnTo>
                  <a:pt x="184404" y="128016"/>
                </a:lnTo>
                <a:lnTo>
                  <a:pt x="207264" y="128016"/>
                </a:lnTo>
                <a:lnTo>
                  <a:pt x="207264" y="216408"/>
                </a:lnTo>
                <a:lnTo>
                  <a:pt x="77724" y="216408"/>
                </a:lnTo>
                <a:lnTo>
                  <a:pt x="66555" y="216693"/>
                </a:lnTo>
                <a:lnTo>
                  <a:pt x="55816" y="217551"/>
                </a:lnTo>
                <a:lnTo>
                  <a:pt x="45362" y="218979"/>
                </a:lnTo>
                <a:lnTo>
                  <a:pt x="35052" y="220980"/>
                </a:lnTo>
                <a:close/>
              </a:path>
              <a:path w="396239" h="390525">
                <a:moveTo>
                  <a:pt x="4572" y="384048"/>
                </a:moveTo>
                <a:lnTo>
                  <a:pt x="0" y="381000"/>
                </a:lnTo>
                <a:lnTo>
                  <a:pt x="37719" y="343066"/>
                </a:lnTo>
                <a:lnTo>
                  <a:pt x="66294" y="302704"/>
                </a:lnTo>
                <a:lnTo>
                  <a:pt x="85725" y="260342"/>
                </a:lnTo>
                <a:lnTo>
                  <a:pt x="96012" y="216408"/>
                </a:lnTo>
                <a:lnTo>
                  <a:pt x="118872" y="216408"/>
                </a:lnTo>
                <a:lnTo>
                  <a:pt x="104870" y="267247"/>
                </a:lnTo>
                <a:lnTo>
                  <a:pt x="81153" y="312229"/>
                </a:lnTo>
                <a:lnTo>
                  <a:pt x="47720" y="351210"/>
                </a:lnTo>
                <a:lnTo>
                  <a:pt x="4572" y="384048"/>
                </a:lnTo>
                <a:close/>
              </a:path>
              <a:path w="396239" h="390525">
                <a:moveTo>
                  <a:pt x="203491" y="324612"/>
                </a:moveTo>
                <a:lnTo>
                  <a:pt x="163068" y="324612"/>
                </a:lnTo>
                <a:lnTo>
                  <a:pt x="173045" y="322921"/>
                </a:lnTo>
                <a:lnTo>
                  <a:pt x="180022" y="315658"/>
                </a:lnTo>
                <a:lnTo>
                  <a:pt x="183856" y="302966"/>
                </a:lnTo>
                <a:lnTo>
                  <a:pt x="184404" y="284988"/>
                </a:lnTo>
                <a:lnTo>
                  <a:pt x="184404" y="216408"/>
                </a:lnTo>
                <a:lnTo>
                  <a:pt x="207264" y="216408"/>
                </a:lnTo>
                <a:lnTo>
                  <a:pt x="207264" y="304799"/>
                </a:lnTo>
                <a:lnTo>
                  <a:pt x="203491" y="324612"/>
                </a:lnTo>
                <a:close/>
              </a:path>
              <a:path w="396239" h="390525">
                <a:moveTo>
                  <a:pt x="158496" y="365760"/>
                </a:moveTo>
                <a:lnTo>
                  <a:pt x="154495" y="353806"/>
                </a:lnTo>
                <a:lnTo>
                  <a:pt x="144780" y="343281"/>
                </a:lnTo>
                <a:lnTo>
                  <a:pt x="129349" y="334470"/>
                </a:lnTo>
                <a:lnTo>
                  <a:pt x="108204" y="327660"/>
                </a:lnTo>
                <a:lnTo>
                  <a:pt x="108204" y="320040"/>
                </a:lnTo>
                <a:lnTo>
                  <a:pt x="122777" y="322040"/>
                </a:lnTo>
                <a:lnTo>
                  <a:pt x="136779" y="323469"/>
                </a:lnTo>
                <a:lnTo>
                  <a:pt x="150209" y="324326"/>
                </a:lnTo>
                <a:lnTo>
                  <a:pt x="163068" y="324612"/>
                </a:lnTo>
                <a:lnTo>
                  <a:pt x="203491" y="324612"/>
                </a:lnTo>
                <a:lnTo>
                  <a:pt x="203287" y="325683"/>
                </a:lnTo>
                <a:lnTo>
                  <a:pt x="193738" y="342709"/>
                </a:lnTo>
                <a:lnTo>
                  <a:pt x="178760" y="356020"/>
                </a:lnTo>
                <a:lnTo>
                  <a:pt x="158496" y="365760"/>
                </a:lnTo>
                <a:close/>
              </a:path>
              <a:path w="396239" h="390525">
                <a:moveTo>
                  <a:pt x="243840" y="390144"/>
                </a:moveTo>
                <a:lnTo>
                  <a:pt x="244721" y="347900"/>
                </a:lnTo>
                <a:lnTo>
                  <a:pt x="245173" y="299085"/>
                </a:lnTo>
                <a:lnTo>
                  <a:pt x="245295" y="108966"/>
                </a:lnTo>
                <a:lnTo>
                  <a:pt x="245169" y="71628"/>
                </a:lnTo>
                <a:lnTo>
                  <a:pt x="244702" y="30480"/>
                </a:lnTo>
                <a:lnTo>
                  <a:pt x="243840" y="0"/>
                </a:lnTo>
                <a:lnTo>
                  <a:pt x="268224" y="19812"/>
                </a:lnTo>
                <a:lnTo>
                  <a:pt x="382524" y="19812"/>
                </a:lnTo>
                <a:lnTo>
                  <a:pt x="393192" y="30480"/>
                </a:lnTo>
                <a:lnTo>
                  <a:pt x="268224" y="30480"/>
                </a:lnTo>
                <a:lnTo>
                  <a:pt x="268328" y="302752"/>
                </a:lnTo>
                <a:lnTo>
                  <a:pt x="268414" y="313944"/>
                </a:lnTo>
                <a:lnTo>
                  <a:pt x="268866" y="342519"/>
                </a:lnTo>
                <a:lnTo>
                  <a:pt x="269748" y="377952"/>
                </a:lnTo>
                <a:lnTo>
                  <a:pt x="243840" y="390144"/>
                </a:lnTo>
                <a:close/>
              </a:path>
              <a:path w="396239" h="390525">
                <a:moveTo>
                  <a:pt x="382524" y="19812"/>
                </a:moveTo>
                <a:lnTo>
                  <a:pt x="352044" y="19812"/>
                </a:lnTo>
                <a:lnTo>
                  <a:pt x="367284" y="4572"/>
                </a:lnTo>
                <a:lnTo>
                  <a:pt x="382524" y="19812"/>
                </a:lnTo>
                <a:close/>
              </a:path>
              <a:path w="396239" h="390525">
                <a:moveTo>
                  <a:pt x="385932" y="281940"/>
                </a:moveTo>
                <a:lnTo>
                  <a:pt x="352044" y="281940"/>
                </a:lnTo>
                <a:lnTo>
                  <a:pt x="358140" y="277368"/>
                </a:lnTo>
                <a:lnTo>
                  <a:pt x="361188" y="269748"/>
                </a:lnTo>
                <a:lnTo>
                  <a:pt x="362712" y="260604"/>
                </a:lnTo>
                <a:lnTo>
                  <a:pt x="364236" y="254508"/>
                </a:lnTo>
                <a:lnTo>
                  <a:pt x="364236" y="249936"/>
                </a:lnTo>
                <a:lnTo>
                  <a:pt x="355092" y="210312"/>
                </a:lnTo>
                <a:lnTo>
                  <a:pt x="329803" y="165735"/>
                </a:lnTo>
                <a:lnTo>
                  <a:pt x="315468" y="146304"/>
                </a:lnTo>
                <a:lnTo>
                  <a:pt x="353568" y="30480"/>
                </a:lnTo>
                <a:lnTo>
                  <a:pt x="393192" y="30480"/>
                </a:lnTo>
                <a:lnTo>
                  <a:pt x="396240" y="33528"/>
                </a:lnTo>
                <a:lnTo>
                  <a:pt x="387119" y="36695"/>
                </a:lnTo>
                <a:lnTo>
                  <a:pt x="378142" y="44005"/>
                </a:lnTo>
                <a:lnTo>
                  <a:pt x="352067" y="90154"/>
                </a:lnTo>
                <a:lnTo>
                  <a:pt x="334398" y="127777"/>
                </a:lnTo>
                <a:lnTo>
                  <a:pt x="326136" y="146304"/>
                </a:lnTo>
                <a:lnTo>
                  <a:pt x="347591" y="170021"/>
                </a:lnTo>
                <a:lnTo>
                  <a:pt x="364045" y="190881"/>
                </a:lnTo>
                <a:lnTo>
                  <a:pt x="385643" y="236624"/>
                </a:lnTo>
                <a:lnTo>
                  <a:pt x="390144" y="262128"/>
                </a:lnTo>
                <a:lnTo>
                  <a:pt x="389548" y="269486"/>
                </a:lnTo>
                <a:lnTo>
                  <a:pt x="387667" y="277558"/>
                </a:lnTo>
                <a:lnTo>
                  <a:pt x="385932" y="281940"/>
                </a:lnTo>
                <a:close/>
              </a:path>
              <a:path w="396239" h="390525">
                <a:moveTo>
                  <a:pt x="338328" y="324612"/>
                </a:moveTo>
                <a:lnTo>
                  <a:pt x="333470" y="312277"/>
                </a:lnTo>
                <a:lnTo>
                  <a:pt x="323469" y="302514"/>
                </a:lnTo>
                <a:lnTo>
                  <a:pt x="308324" y="295036"/>
                </a:lnTo>
                <a:lnTo>
                  <a:pt x="288036" y="289559"/>
                </a:lnTo>
                <a:lnTo>
                  <a:pt x="288036" y="280416"/>
                </a:lnTo>
                <a:lnTo>
                  <a:pt x="304919" y="281297"/>
                </a:lnTo>
                <a:lnTo>
                  <a:pt x="319087" y="281749"/>
                </a:lnTo>
                <a:lnTo>
                  <a:pt x="330684" y="281916"/>
                </a:lnTo>
                <a:lnTo>
                  <a:pt x="385932" y="281940"/>
                </a:lnTo>
                <a:lnTo>
                  <a:pt x="384357" y="285916"/>
                </a:lnTo>
                <a:lnTo>
                  <a:pt x="379476" y="294132"/>
                </a:lnTo>
                <a:lnTo>
                  <a:pt x="373260" y="302752"/>
                </a:lnTo>
                <a:lnTo>
                  <a:pt x="364045" y="310515"/>
                </a:lnTo>
                <a:lnTo>
                  <a:pt x="352258" y="317706"/>
                </a:lnTo>
                <a:lnTo>
                  <a:pt x="338328" y="32461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" name="object 40"/>
          <p:cNvSpPr/>
          <p:nvPr/>
        </p:nvSpPr>
        <p:spPr>
          <a:xfrm>
            <a:off x="5698235" y="3441191"/>
            <a:ext cx="360045" cy="382905"/>
          </a:xfrm>
          <a:custGeom>
            <a:avLst/>
            <a:gdLst/>
            <a:ahLst/>
            <a:cxnLst/>
            <a:rect l="l" t="t" r="r" b="b"/>
            <a:pathLst>
              <a:path w="360045" h="382904">
                <a:moveTo>
                  <a:pt x="3047" y="240791"/>
                </a:moveTo>
                <a:lnTo>
                  <a:pt x="0" y="234696"/>
                </a:lnTo>
                <a:lnTo>
                  <a:pt x="35766" y="205216"/>
                </a:lnTo>
                <a:lnTo>
                  <a:pt x="67818" y="176022"/>
                </a:lnTo>
                <a:lnTo>
                  <a:pt x="96440" y="146827"/>
                </a:lnTo>
                <a:lnTo>
                  <a:pt x="121920" y="117348"/>
                </a:lnTo>
                <a:lnTo>
                  <a:pt x="162687" y="57531"/>
                </a:lnTo>
                <a:lnTo>
                  <a:pt x="192024" y="0"/>
                </a:lnTo>
                <a:lnTo>
                  <a:pt x="230124" y="32004"/>
                </a:lnTo>
                <a:lnTo>
                  <a:pt x="207264" y="41148"/>
                </a:lnTo>
                <a:lnTo>
                  <a:pt x="178166" y="82923"/>
                </a:lnTo>
                <a:lnTo>
                  <a:pt x="147207" y="121355"/>
                </a:lnTo>
                <a:lnTo>
                  <a:pt x="114300" y="156400"/>
                </a:lnTo>
                <a:lnTo>
                  <a:pt x="79360" y="188016"/>
                </a:lnTo>
                <a:lnTo>
                  <a:pt x="42305" y="216161"/>
                </a:lnTo>
                <a:lnTo>
                  <a:pt x="3047" y="240791"/>
                </a:lnTo>
                <a:close/>
              </a:path>
              <a:path w="360045" h="382904">
                <a:moveTo>
                  <a:pt x="86868" y="370332"/>
                </a:moveTo>
                <a:lnTo>
                  <a:pt x="62484" y="327660"/>
                </a:lnTo>
                <a:lnTo>
                  <a:pt x="76485" y="323635"/>
                </a:lnTo>
                <a:lnTo>
                  <a:pt x="95631" y="311467"/>
                </a:lnTo>
                <a:lnTo>
                  <a:pt x="149352" y="262128"/>
                </a:lnTo>
                <a:lnTo>
                  <a:pt x="179927" y="228147"/>
                </a:lnTo>
                <a:lnTo>
                  <a:pt x="207645" y="190309"/>
                </a:lnTo>
                <a:lnTo>
                  <a:pt x="232505" y="148756"/>
                </a:lnTo>
                <a:lnTo>
                  <a:pt x="254508" y="103632"/>
                </a:lnTo>
                <a:lnTo>
                  <a:pt x="291084" y="132588"/>
                </a:lnTo>
                <a:lnTo>
                  <a:pt x="271272" y="141732"/>
                </a:lnTo>
                <a:lnTo>
                  <a:pt x="245292" y="177474"/>
                </a:lnTo>
                <a:lnTo>
                  <a:pt x="220027" y="209359"/>
                </a:lnTo>
                <a:lnTo>
                  <a:pt x="172212" y="262128"/>
                </a:lnTo>
                <a:lnTo>
                  <a:pt x="131826" y="301752"/>
                </a:lnTo>
                <a:lnTo>
                  <a:pt x="100584" y="327660"/>
                </a:lnTo>
                <a:lnTo>
                  <a:pt x="301625" y="327660"/>
                </a:lnTo>
                <a:lnTo>
                  <a:pt x="239170" y="334536"/>
                </a:lnTo>
                <a:lnTo>
                  <a:pt x="178381" y="343229"/>
                </a:lnTo>
                <a:lnTo>
                  <a:pt x="132880" y="352141"/>
                </a:lnTo>
                <a:lnTo>
                  <a:pt x="102449" y="361200"/>
                </a:lnTo>
                <a:lnTo>
                  <a:pt x="86868" y="370332"/>
                </a:lnTo>
                <a:close/>
              </a:path>
              <a:path w="360045" h="382904">
                <a:moveTo>
                  <a:pt x="301625" y="327660"/>
                </a:moveTo>
                <a:lnTo>
                  <a:pt x="100584" y="327660"/>
                </a:lnTo>
                <a:lnTo>
                  <a:pt x="309372" y="316991"/>
                </a:lnTo>
                <a:lnTo>
                  <a:pt x="297084" y="297275"/>
                </a:lnTo>
                <a:lnTo>
                  <a:pt x="283083" y="276987"/>
                </a:lnTo>
                <a:lnTo>
                  <a:pt x="267366" y="256127"/>
                </a:lnTo>
                <a:lnTo>
                  <a:pt x="249936" y="234696"/>
                </a:lnTo>
                <a:lnTo>
                  <a:pt x="256032" y="228600"/>
                </a:lnTo>
                <a:lnTo>
                  <a:pt x="297227" y="263723"/>
                </a:lnTo>
                <a:lnTo>
                  <a:pt x="327279" y="291274"/>
                </a:lnTo>
                <a:lnTo>
                  <a:pt x="355092" y="323088"/>
                </a:lnTo>
                <a:lnTo>
                  <a:pt x="355823" y="326136"/>
                </a:lnTo>
                <a:lnTo>
                  <a:pt x="315468" y="326136"/>
                </a:lnTo>
                <a:lnTo>
                  <a:pt x="301625" y="327660"/>
                </a:lnTo>
                <a:close/>
              </a:path>
              <a:path w="360045" h="382904">
                <a:moveTo>
                  <a:pt x="342900" y="382524"/>
                </a:moveTo>
                <a:lnTo>
                  <a:pt x="338328" y="382524"/>
                </a:lnTo>
                <a:lnTo>
                  <a:pt x="335280" y="377952"/>
                </a:lnTo>
                <a:lnTo>
                  <a:pt x="332232" y="370332"/>
                </a:lnTo>
                <a:lnTo>
                  <a:pt x="328541" y="359997"/>
                </a:lnTo>
                <a:lnTo>
                  <a:pt x="324421" y="349377"/>
                </a:lnTo>
                <a:lnTo>
                  <a:pt x="320016" y="338185"/>
                </a:lnTo>
                <a:lnTo>
                  <a:pt x="315468" y="326136"/>
                </a:lnTo>
                <a:lnTo>
                  <a:pt x="355823" y="326136"/>
                </a:lnTo>
                <a:lnTo>
                  <a:pt x="357092" y="331422"/>
                </a:lnTo>
                <a:lnTo>
                  <a:pt x="358521" y="338328"/>
                </a:lnTo>
                <a:lnTo>
                  <a:pt x="359378" y="344090"/>
                </a:lnTo>
                <a:lnTo>
                  <a:pt x="359664" y="348996"/>
                </a:lnTo>
                <a:lnTo>
                  <a:pt x="359664" y="358140"/>
                </a:lnTo>
                <a:lnTo>
                  <a:pt x="356616" y="365760"/>
                </a:lnTo>
                <a:lnTo>
                  <a:pt x="347472" y="377952"/>
                </a:lnTo>
                <a:lnTo>
                  <a:pt x="342900" y="38252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" name="object 41"/>
          <p:cNvSpPr/>
          <p:nvPr/>
        </p:nvSpPr>
        <p:spPr>
          <a:xfrm>
            <a:off x="6289547" y="3461003"/>
            <a:ext cx="129539" cy="426720"/>
          </a:xfrm>
          <a:custGeom>
            <a:avLst/>
            <a:gdLst/>
            <a:ahLst/>
            <a:cxnLst/>
            <a:rect l="l" t="t" r="r" b="b"/>
            <a:pathLst>
              <a:path w="129539" h="426720">
                <a:moveTo>
                  <a:pt x="129539" y="426719"/>
                </a:moveTo>
                <a:lnTo>
                  <a:pt x="80771" y="426719"/>
                </a:lnTo>
                <a:lnTo>
                  <a:pt x="62483" y="404455"/>
                </a:lnTo>
                <a:lnTo>
                  <a:pt x="32765" y="357068"/>
                </a:lnTo>
                <a:lnTo>
                  <a:pt x="11572" y="305942"/>
                </a:lnTo>
                <a:lnTo>
                  <a:pt x="1190" y="246506"/>
                </a:lnTo>
                <a:lnTo>
                  <a:pt x="0" y="213359"/>
                </a:lnTo>
                <a:lnTo>
                  <a:pt x="1190" y="181094"/>
                </a:lnTo>
                <a:lnTo>
                  <a:pt x="11572" y="122277"/>
                </a:lnTo>
                <a:lnTo>
                  <a:pt x="32765" y="70294"/>
                </a:lnTo>
                <a:lnTo>
                  <a:pt x="62483" y="22288"/>
                </a:lnTo>
                <a:lnTo>
                  <a:pt x="80771" y="0"/>
                </a:lnTo>
                <a:lnTo>
                  <a:pt x="129539" y="0"/>
                </a:lnTo>
                <a:lnTo>
                  <a:pt x="129539" y="1523"/>
                </a:lnTo>
                <a:lnTo>
                  <a:pt x="121300" y="9810"/>
                </a:lnTo>
                <a:lnTo>
                  <a:pt x="112775" y="18668"/>
                </a:lnTo>
                <a:lnTo>
                  <a:pt x="88272" y="48934"/>
                </a:lnTo>
                <a:lnTo>
                  <a:pt x="67055" y="86867"/>
                </a:lnTo>
                <a:lnTo>
                  <a:pt x="50339" y="129944"/>
                </a:lnTo>
                <a:lnTo>
                  <a:pt x="39623" y="178688"/>
                </a:lnTo>
                <a:lnTo>
                  <a:pt x="38099" y="213359"/>
                </a:lnTo>
                <a:lnTo>
                  <a:pt x="38433" y="231362"/>
                </a:lnTo>
                <a:lnTo>
                  <a:pt x="45719" y="281939"/>
                </a:lnTo>
                <a:lnTo>
                  <a:pt x="60507" y="325874"/>
                </a:lnTo>
                <a:lnTo>
                  <a:pt x="80962" y="365378"/>
                </a:lnTo>
                <a:lnTo>
                  <a:pt x="113347" y="408050"/>
                </a:lnTo>
                <a:lnTo>
                  <a:pt x="129539" y="425195"/>
                </a:lnTo>
                <a:lnTo>
                  <a:pt x="129539" y="42671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" name="object 42"/>
          <p:cNvSpPr/>
          <p:nvPr/>
        </p:nvSpPr>
        <p:spPr>
          <a:xfrm>
            <a:off x="6466319" y="3441191"/>
            <a:ext cx="1851660" cy="447040"/>
          </a:xfrm>
          <a:custGeom>
            <a:avLst/>
            <a:gdLst/>
            <a:ahLst/>
            <a:cxnLst/>
            <a:rect l="l" t="t" r="r" b="b"/>
            <a:pathLst>
              <a:path w="1851659" h="447039">
                <a:moveTo>
                  <a:pt x="315468" y="198120"/>
                </a:moveTo>
                <a:lnTo>
                  <a:pt x="310896" y="156972"/>
                </a:lnTo>
                <a:lnTo>
                  <a:pt x="284797" y="119253"/>
                </a:lnTo>
                <a:lnTo>
                  <a:pt x="243840" y="108204"/>
                </a:lnTo>
                <a:lnTo>
                  <a:pt x="233819" y="108800"/>
                </a:lnTo>
                <a:lnTo>
                  <a:pt x="197485" y="124929"/>
                </a:lnTo>
                <a:lnTo>
                  <a:pt x="170688" y="149352"/>
                </a:lnTo>
                <a:lnTo>
                  <a:pt x="165569" y="139636"/>
                </a:lnTo>
                <a:lnTo>
                  <a:pt x="136258" y="113347"/>
                </a:lnTo>
                <a:lnTo>
                  <a:pt x="106680" y="108204"/>
                </a:lnTo>
                <a:lnTo>
                  <a:pt x="97561" y="108775"/>
                </a:lnTo>
                <a:lnTo>
                  <a:pt x="55626" y="127825"/>
                </a:lnTo>
                <a:lnTo>
                  <a:pt x="39624" y="141732"/>
                </a:lnTo>
                <a:lnTo>
                  <a:pt x="39624" y="114300"/>
                </a:lnTo>
                <a:lnTo>
                  <a:pt x="0" y="114300"/>
                </a:lnTo>
                <a:lnTo>
                  <a:pt x="0" y="358140"/>
                </a:lnTo>
                <a:lnTo>
                  <a:pt x="39624" y="358140"/>
                </a:lnTo>
                <a:lnTo>
                  <a:pt x="39624" y="176784"/>
                </a:lnTo>
                <a:lnTo>
                  <a:pt x="46507" y="170243"/>
                </a:lnTo>
                <a:lnTo>
                  <a:pt x="53530" y="164401"/>
                </a:lnTo>
                <a:lnTo>
                  <a:pt x="60845" y="159435"/>
                </a:lnTo>
                <a:lnTo>
                  <a:pt x="68580" y="155448"/>
                </a:lnTo>
                <a:lnTo>
                  <a:pt x="75438" y="151447"/>
                </a:lnTo>
                <a:lnTo>
                  <a:pt x="82296" y="148590"/>
                </a:lnTo>
                <a:lnTo>
                  <a:pt x="89154" y="146875"/>
                </a:lnTo>
                <a:lnTo>
                  <a:pt x="96012" y="146304"/>
                </a:lnTo>
                <a:lnTo>
                  <a:pt x="105156" y="146304"/>
                </a:lnTo>
                <a:lnTo>
                  <a:pt x="112776" y="147828"/>
                </a:lnTo>
                <a:lnTo>
                  <a:pt x="117348" y="150876"/>
                </a:lnTo>
                <a:lnTo>
                  <a:pt x="123444" y="153924"/>
                </a:lnTo>
                <a:lnTo>
                  <a:pt x="128016" y="158496"/>
                </a:lnTo>
                <a:lnTo>
                  <a:pt x="129540" y="164592"/>
                </a:lnTo>
                <a:lnTo>
                  <a:pt x="132588" y="169164"/>
                </a:lnTo>
                <a:lnTo>
                  <a:pt x="137147" y="208432"/>
                </a:lnTo>
                <a:lnTo>
                  <a:pt x="137160" y="358140"/>
                </a:lnTo>
                <a:lnTo>
                  <a:pt x="178308" y="358140"/>
                </a:lnTo>
                <a:lnTo>
                  <a:pt x="178308" y="188976"/>
                </a:lnTo>
                <a:lnTo>
                  <a:pt x="176784" y="185928"/>
                </a:lnTo>
                <a:lnTo>
                  <a:pt x="176784" y="176784"/>
                </a:lnTo>
                <a:lnTo>
                  <a:pt x="207264" y="153924"/>
                </a:lnTo>
                <a:lnTo>
                  <a:pt x="233172" y="146304"/>
                </a:lnTo>
                <a:lnTo>
                  <a:pt x="242316" y="146304"/>
                </a:lnTo>
                <a:lnTo>
                  <a:pt x="268224" y="164592"/>
                </a:lnTo>
                <a:lnTo>
                  <a:pt x="271272" y="169164"/>
                </a:lnTo>
                <a:lnTo>
                  <a:pt x="272796" y="176784"/>
                </a:lnTo>
                <a:lnTo>
                  <a:pt x="272796" y="185928"/>
                </a:lnTo>
                <a:lnTo>
                  <a:pt x="273685" y="193052"/>
                </a:lnTo>
                <a:lnTo>
                  <a:pt x="274129" y="200596"/>
                </a:lnTo>
                <a:lnTo>
                  <a:pt x="274307" y="208432"/>
                </a:lnTo>
                <a:lnTo>
                  <a:pt x="274320" y="358140"/>
                </a:lnTo>
                <a:lnTo>
                  <a:pt x="315468" y="358140"/>
                </a:lnTo>
                <a:lnTo>
                  <a:pt x="315468" y="198120"/>
                </a:lnTo>
                <a:close/>
              </a:path>
              <a:path w="1851659" h="447039">
                <a:moveTo>
                  <a:pt x="452640" y="295656"/>
                </a:moveTo>
                <a:lnTo>
                  <a:pt x="397776" y="295656"/>
                </a:lnTo>
                <a:lnTo>
                  <a:pt x="359676" y="437400"/>
                </a:lnTo>
                <a:lnTo>
                  <a:pt x="391680" y="437400"/>
                </a:lnTo>
                <a:lnTo>
                  <a:pt x="452640" y="295656"/>
                </a:lnTo>
                <a:close/>
              </a:path>
              <a:path w="1851659" h="447039">
                <a:moveTo>
                  <a:pt x="801624" y="114300"/>
                </a:moveTo>
                <a:lnTo>
                  <a:pt x="760476" y="114300"/>
                </a:lnTo>
                <a:lnTo>
                  <a:pt x="720852" y="303276"/>
                </a:lnTo>
                <a:lnTo>
                  <a:pt x="661416" y="114300"/>
                </a:lnTo>
                <a:lnTo>
                  <a:pt x="627888" y="114300"/>
                </a:lnTo>
                <a:lnTo>
                  <a:pt x="569976" y="303276"/>
                </a:lnTo>
                <a:lnTo>
                  <a:pt x="527304" y="114300"/>
                </a:lnTo>
                <a:lnTo>
                  <a:pt x="484632" y="114300"/>
                </a:lnTo>
                <a:lnTo>
                  <a:pt x="547116" y="358140"/>
                </a:lnTo>
                <a:lnTo>
                  <a:pt x="585216" y="358140"/>
                </a:lnTo>
                <a:lnTo>
                  <a:pt x="643128" y="170688"/>
                </a:lnTo>
                <a:lnTo>
                  <a:pt x="702564" y="358140"/>
                </a:lnTo>
                <a:lnTo>
                  <a:pt x="740664" y="358140"/>
                </a:lnTo>
                <a:lnTo>
                  <a:pt x="801624" y="114300"/>
                </a:lnTo>
                <a:close/>
              </a:path>
              <a:path w="1851659" h="447039">
                <a:moveTo>
                  <a:pt x="955560" y="233184"/>
                </a:moveTo>
                <a:lnTo>
                  <a:pt x="950036" y="169748"/>
                </a:lnTo>
                <a:lnTo>
                  <a:pt x="934224" y="114312"/>
                </a:lnTo>
                <a:lnTo>
                  <a:pt x="907935" y="65354"/>
                </a:lnTo>
                <a:lnTo>
                  <a:pt x="874788" y="19824"/>
                </a:lnTo>
                <a:lnTo>
                  <a:pt x="824496" y="19824"/>
                </a:lnTo>
                <a:lnTo>
                  <a:pt x="824496" y="21348"/>
                </a:lnTo>
                <a:lnTo>
                  <a:pt x="832726" y="29629"/>
                </a:lnTo>
                <a:lnTo>
                  <a:pt x="841260" y="38493"/>
                </a:lnTo>
                <a:lnTo>
                  <a:pt x="865974" y="69392"/>
                </a:lnTo>
                <a:lnTo>
                  <a:pt x="893521" y="120688"/>
                </a:lnTo>
                <a:lnTo>
                  <a:pt x="912317" y="181533"/>
                </a:lnTo>
                <a:lnTo>
                  <a:pt x="917460" y="233184"/>
                </a:lnTo>
                <a:lnTo>
                  <a:pt x="916889" y="251155"/>
                </a:lnTo>
                <a:lnTo>
                  <a:pt x="904328" y="315950"/>
                </a:lnTo>
                <a:lnTo>
                  <a:pt x="880732" y="372859"/>
                </a:lnTo>
                <a:lnTo>
                  <a:pt x="858024" y="408444"/>
                </a:lnTo>
                <a:lnTo>
                  <a:pt x="824496" y="445020"/>
                </a:lnTo>
                <a:lnTo>
                  <a:pt x="824496" y="446544"/>
                </a:lnTo>
                <a:lnTo>
                  <a:pt x="874788" y="446544"/>
                </a:lnTo>
                <a:lnTo>
                  <a:pt x="892213" y="424256"/>
                </a:lnTo>
                <a:lnTo>
                  <a:pt x="921931" y="376250"/>
                </a:lnTo>
                <a:lnTo>
                  <a:pt x="943343" y="324256"/>
                </a:lnTo>
                <a:lnTo>
                  <a:pt x="954151" y="265442"/>
                </a:lnTo>
                <a:lnTo>
                  <a:pt x="955560" y="233184"/>
                </a:lnTo>
                <a:close/>
              </a:path>
              <a:path w="1851659" h="447039">
                <a:moveTo>
                  <a:pt x="1101902" y="62636"/>
                </a:moveTo>
                <a:lnTo>
                  <a:pt x="1072718" y="29527"/>
                </a:lnTo>
                <a:lnTo>
                  <a:pt x="1043952" y="13716"/>
                </a:lnTo>
                <a:lnTo>
                  <a:pt x="1040904" y="16764"/>
                </a:lnTo>
                <a:lnTo>
                  <a:pt x="1052334" y="30467"/>
                </a:lnTo>
                <a:lnTo>
                  <a:pt x="1061478" y="44005"/>
                </a:lnTo>
                <a:lnTo>
                  <a:pt x="1068336" y="57277"/>
                </a:lnTo>
                <a:lnTo>
                  <a:pt x="1072908" y="70104"/>
                </a:lnTo>
                <a:lnTo>
                  <a:pt x="1075956" y="83820"/>
                </a:lnTo>
                <a:lnTo>
                  <a:pt x="1080528" y="91440"/>
                </a:lnTo>
                <a:lnTo>
                  <a:pt x="1085100" y="91440"/>
                </a:lnTo>
                <a:lnTo>
                  <a:pt x="1088148" y="89916"/>
                </a:lnTo>
                <a:lnTo>
                  <a:pt x="1092720" y="86868"/>
                </a:lnTo>
                <a:lnTo>
                  <a:pt x="1097292" y="82296"/>
                </a:lnTo>
                <a:lnTo>
                  <a:pt x="1100340" y="77724"/>
                </a:lnTo>
                <a:lnTo>
                  <a:pt x="1101788" y="69011"/>
                </a:lnTo>
                <a:lnTo>
                  <a:pt x="1101902" y="62636"/>
                </a:lnTo>
                <a:close/>
              </a:path>
              <a:path w="1851659" h="447039">
                <a:moveTo>
                  <a:pt x="1400568" y="211836"/>
                </a:moveTo>
                <a:lnTo>
                  <a:pt x="1371612" y="179832"/>
                </a:lnTo>
                <a:lnTo>
                  <a:pt x="1350276" y="201168"/>
                </a:lnTo>
                <a:lnTo>
                  <a:pt x="1310652" y="201168"/>
                </a:lnTo>
                <a:lnTo>
                  <a:pt x="1310652" y="103632"/>
                </a:lnTo>
                <a:lnTo>
                  <a:pt x="1388376" y="103632"/>
                </a:lnTo>
                <a:lnTo>
                  <a:pt x="1359420" y="73152"/>
                </a:lnTo>
                <a:lnTo>
                  <a:pt x="1338084" y="92964"/>
                </a:lnTo>
                <a:lnTo>
                  <a:pt x="1310652" y="92964"/>
                </a:lnTo>
                <a:lnTo>
                  <a:pt x="1310652" y="32004"/>
                </a:lnTo>
                <a:lnTo>
                  <a:pt x="1325892" y="18288"/>
                </a:lnTo>
                <a:lnTo>
                  <a:pt x="1286268" y="0"/>
                </a:lnTo>
                <a:lnTo>
                  <a:pt x="1287157" y="23101"/>
                </a:lnTo>
                <a:lnTo>
                  <a:pt x="1287564" y="44005"/>
                </a:lnTo>
                <a:lnTo>
                  <a:pt x="1287678" y="57277"/>
                </a:lnTo>
                <a:lnTo>
                  <a:pt x="1287792" y="92964"/>
                </a:lnTo>
                <a:lnTo>
                  <a:pt x="1287792" y="103632"/>
                </a:lnTo>
                <a:lnTo>
                  <a:pt x="1287792" y="201168"/>
                </a:lnTo>
                <a:lnTo>
                  <a:pt x="1219212" y="201168"/>
                </a:lnTo>
                <a:lnTo>
                  <a:pt x="1219212" y="103632"/>
                </a:lnTo>
                <a:lnTo>
                  <a:pt x="1287792" y="103632"/>
                </a:lnTo>
                <a:lnTo>
                  <a:pt x="1287792" y="92964"/>
                </a:lnTo>
                <a:lnTo>
                  <a:pt x="1219212" y="92964"/>
                </a:lnTo>
                <a:lnTo>
                  <a:pt x="1219212" y="32004"/>
                </a:lnTo>
                <a:lnTo>
                  <a:pt x="1234452" y="19812"/>
                </a:lnTo>
                <a:lnTo>
                  <a:pt x="1194828" y="0"/>
                </a:lnTo>
                <a:lnTo>
                  <a:pt x="1195057" y="23101"/>
                </a:lnTo>
                <a:lnTo>
                  <a:pt x="1196073" y="68580"/>
                </a:lnTo>
                <a:lnTo>
                  <a:pt x="1196352" y="92964"/>
                </a:lnTo>
                <a:lnTo>
                  <a:pt x="1121676" y="92964"/>
                </a:lnTo>
                <a:lnTo>
                  <a:pt x="1136916" y="108204"/>
                </a:lnTo>
                <a:lnTo>
                  <a:pt x="1146340" y="106210"/>
                </a:lnTo>
                <a:lnTo>
                  <a:pt x="1156347" y="104775"/>
                </a:lnTo>
                <a:lnTo>
                  <a:pt x="1166914" y="103924"/>
                </a:lnTo>
                <a:lnTo>
                  <a:pt x="1178064" y="103632"/>
                </a:lnTo>
                <a:lnTo>
                  <a:pt x="1196352" y="103632"/>
                </a:lnTo>
                <a:lnTo>
                  <a:pt x="1196352" y="201168"/>
                </a:lnTo>
                <a:lnTo>
                  <a:pt x="1111008" y="201168"/>
                </a:lnTo>
                <a:lnTo>
                  <a:pt x="1126248" y="216408"/>
                </a:lnTo>
                <a:lnTo>
                  <a:pt x="1135888" y="214414"/>
                </a:lnTo>
                <a:lnTo>
                  <a:pt x="1146251" y="212979"/>
                </a:lnTo>
                <a:lnTo>
                  <a:pt x="1156893" y="212128"/>
                </a:lnTo>
                <a:lnTo>
                  <a:pt x="1167396" y="211836"/>
                </a:lnTo>
                <a:lnTo>
                  <a:pt x="1196352" y="211836"/>
                </a:lnTo>
                <a:lnTo>
                  <a:pt x="1190320" y="245846"/>
                </a:lnTo>
                <a:lnTo>
                  <a:pt x="1176731" y="276987"/>
                </a:lnTo>
                <a:lnTo>
                  <a:pt x="1155407" y="305282"/>
                </a:lnTo>
                <a:lnTo>
                  <a:pt x="1126248" y="330708"/>
                </a:lnTo>
                <a:lnTo>
                  <a:pt x="1129296" y="336804"/>
                </a:lnTo>
                <a:lnTo>
                  <a:pt x="1166482" y="312572"/>
                </a:lnTo>
                <a:lnTo>
                  <a:pt x="1193685" y="283464"/>
                </a:lnTo>
                <a:lnTo>
                  <a:pt x="1211160" y="249796"/>
                </a:lnTo>
                <a:lnTo>
                  <a:pt x="1219212" y="211836"/>
                </a:lnTo>
                <a:lnTo>
                  <a:pt x="1287792" y="211836"/>
                </a:lnTo>
                <a:lnTo>
                  <a:pt x="1287691" y="276987"/>
                </a:lnTo>
                <a:lnTo>
                  <a:pt x="1287602" y="297561"/>
                </a:lnTo>
                <a:lnTo>
                  <a:pt x="1287145" y="327660"/>
                </a:lnTo>
                <a:lnTo>
                  <a:pt x="1286268" y="348996"/>
                </a:lnTo>
                <a:lnTo>
                  <a:pt x="1312176" y="336804"/>
                </a:lnTo>
                <a:lnTo>
                  <a:pt x="1311287" y="319646"/>
                </a:lnTo>
                <a:lnTo>
                  <a:pt x="1310843" y="293179"/>
                </a:lnTo>
                <a:lnTo>
                  <a:pt x="1310767" y="276987"/>
                </a:lnTo>
                <a:lnTo>
                  <a:pt x="1310652" y="211836"/>
                </a:lnTo>
                <a:lnTo>
                  <a:pt x="1400568" y="211836"/>
                </a:lnTo>
                <a:close/>
              </a:path>
              <a:path w="1851659" h="447039">
                <a:moveTo>
                  <a:pt x="1408188" y="353568"/>
                </a:moveTo>
                <a:lnTo>
                  <a:pt x="1363611" y="358521"/>
                </a:lnTo>
                <a:lnTo>
                  <a:pt x="1316748" y="361188"/>
                </a:lnTo>
                <a:lnTo>
                  <a:pt x="1299679" y="361632"/>
                </a:lnTo>
                <a:lnTo>
                  <a:pt x="1267599" y="361569"/>
                </a:lnTo>
                <a:lnTo>
                  <a:pt x="1216164" y="359664"/>
                </a:lnTo>
                <a:lnTo>
                  <a:pt x="1169492" y="354139"/>
                </a:lnTo>
                <a:lnTo>
                  <a:pt x="1110818" y="327660"/>
                </a:lnTo>
                <a:lnTo>
                  <a:pt x="1099413" y="320040"/>
                </a:lnTo>
                <a:lnTo>
                  <a:pt x="1089672" y="312420"/>
                </a:lnTo>
                <a:lnTo>
                  <a:pt x="1089672" y="172212"/>
                </a:lnTo>
                <a:lnTo>
                  <a:pt x="1099197" y="164592"/>
                </a:lnTo>
                <a:lnTo>
                  <a:pt x="1104912" y="160020"/>
                </a:lnTo>
                <a:lnTo>
                  <a:pt x="1080528" y="135636"/>
                </a:lnTo>
                <a:lnTo>
                  <a:pt x="1062240" y="153924"/>
                </a:lnTo>
                <a:lnTo>
                  <a:pt x="993660" y="153924"/>
                </a:lnTo>
                <a:lnTo>
                  <a:pt x="1010424" y="169164"/>
                </a:lnTo>
                <a:lnTo>
                  <a:pt x="1019848" y="167170"/>
                </a:lnTo>
                <a:lnTo>
                  <a:pt x="1029855" y="165735"/>
                </a:lnTo>
                <a:lnTo>
                  <a:pt x="1040422" y="164884"/>
                </a:lnTo>
                <a:lnTo>
                  <a:pt x="1051572" y="164592"/>
                </a:lnTo>
                <a:lnTo>
                  <a:pt x="1066812" y="164592"/>
                </a:lnTo>
                <a:lnTo>
                  <a:pt x="1066812" y="310896"/>
                </a:lnTo>
                <a:lnTo>
                  <a:pt x="1044562" y="327571"/>
                </a:lnTo>
                <a:lnTo>
                  <a:pt x="1031570" y="337375"/>
                </a:lnTo>
                <a:lnTo>
                  <a:pt x="1015161" y="350126"/>
                </a:lnTo>
                <a:lnTo>
                  <a:pt x="999756" y="362712"/>
                </a:lnTo>
                <a:lnTo>
                  <a:pt x="1022616" y="384048"/>
                </a:lnTo>
                <a:lnTo>
                  <a:pt x="1033703" y="367195"/>
                </a:lnTo>
                <a:lnTo>
                  <a:pt x="1043952" y="353187"/>
                </a:lnTo>
                <a:lnTo>
                  <a:pt x="1053045" y="342049"/>
                </a:lnTo>
                <a:lnTo>
                  <a:pt x="1060716" y="333756"/>
                </a:lnTo>
                <a:lnTo>
                  <a:pt x="1069860" y="323088"/>
                </a:lnTo>
                <a:lnTo>
                  <a:pt x="1075956" y="320040"/>
                </a:lnTo>
                <a:lnTo>
                  <a:pt x="1079004" y="320040"/>
                </a:lnTo>
                <a:lnTo>
                  <a:pt x="1083360" y="321691"/>
                </a:lnTo>
                <a:lnTo>
                  <a:pt x="1089863" y="326326"/>
                </a:lnTo>
                <a:lnTo>
                  <a:pt x="1098931" y="333552"/>
                </a:lnTo>
                <a:lnTo>
                  <a:pt x="1111008" y="342900"/>
                </a:lnTo>
                <a:lnTo>
                  <a:pt x="1150645" y="370979"/>
                </a:lnTo>
                <a:lnTo>
                  <a:pt x="1197495" y="383476"/>
                </a:lnTo>
                <a:lnTo>
                  <a:pt x="1242072" y="387096"/>
                </a:lnTo>
                <a:lnTo>
                  <a:pt x="1371612" y="388620"/>
                </a:lnTo>
                <a:lnTo>
                  <a:pt x="1372184" y="380047"/>
                </a:lnTo>
                <a:lnTo>
                  <a:pt x="1378470" y="372618"/>
                </a:lnTo>
                <a:lnTo>
                  <a:pt x="1390472" y="366331"/>
                </a:lnTo>
                <a:lnTo>
                  <a:pt x="1406055" y="361810"/>
                </a:lnTo>
                <a:lnTo>
                  <a:pt x="1408188" y="361188"/>
                </a:lnTo>
                <a:lnTo>
                  <a:pt x="1408188" y="353568"/>
                </a:lnTo>
                <a:close/>
              </a:path>
              <a:path w="1851659" h="447039">
                <a:moveTo>
                  <a:pt x="1851660" y="341376"/>
                </a:moveTo>
                <a:lnTo>
                  <a:pt x="1792986" y="312039"/>
                </a:lnTo>
                <a:lnTo>
                  <a:pt x="1743456" y="262128"/>
                </a:lnTo>
                <a:lnTo>
                  <a:pt x="1703451" y="201549"/>
                </a:lnTo>
                <a:lnTo>
                  <a:pt x="1670354" y="116662"/>
                </a:lnTo>
                <a:lnTo>
                  <a:pt x="1661541" y="93916"/>
                </a:lnTo>
                <a:lnTo>
                  <a:pt x="1635925" y="46012"/>
                </a:lnTo>
                <a:lnTo>
                  <a:pt x="1597063" y="20866"/>
                </a:lnTo>
                <a:lnTo>
                  <a:pt x="1568196" y="9144"/>
                </a:lnTo>
                <a:lnTo>
                  <a:pt x="1552956" y="25908"/>
                </a:lnTo>
                <a:lnTo>
                  <a:pt x="1571485" y="31915"/>
                </a:lnTo>
                <a:lnTo>
                  <a:pt x="1588008" y="38481"/>
                </a:lnTo>
                <a:lnTo>
                  <a:pt x="1623402" y="61633"/>
                </a:lnTo>
                <a:lnTo>
                  <a:pt x="1631492" y="79921"/>
                </a:lnTo>
                <a:lnTo>
                  <a:pt x="1630680" y="89916"/>
                </a:lnTo>
                <a:lnTo>
                  <a:pt x="1619592" y="133121"/>
                </a:lnTo>
                <a:lnTo>
                  <a:pt x="1604772" y="173736"/>
                </a:lnTo>
                <a:lnTo>
                  <a:pt x="1586534" y="212077"/>
                </a:lnTo>
                <a:lnTo>
                  <a:pt x="1565148" y="248412"/>
                </a:lnTo>
                <a:lnTo>
                  <a:pt x="1540294" y="283260"/>
                </a:lnTo>
                <a:lnTo>
                  <a:pt x="1511427" y="316801"/>
                </a:lnTo>
                <a:lnTo>
                  <a:pt x="1478572" y="348932"/>
                </a:lnTo>
                <a:lnTo>
                  <a:pt x="1441704" y="379476"/>
                </a:lnTo>
                <a:lnTo>
                  <a:pt x="1444752" y="387096"/>
                </a:lnTo>
                <a:lnTo>
                  <a:pt x="1487614" y="357124"/>
                </a:lnTo>
                <a:lnTo>
                  <a:pt x="1524762" y="326707"/>
                </a:lnTo>
                <a:lnTo>
                  <a:pt x="1556194" y="296024"/>
                </a:lnTo>
                <a:lnTo>
                  <a:pt x="1581912" y="265176"/>
                </a:lnTo>
                <a:lnTo>
                  <a:pt x="1603375" y="232054"/>
                </a:lnTo>
                <a:lnTo>
                  <a:pt x="1622107" y="196786"/>
                </a:lnTo>
                <a:lnTo>
                  <a:pt x="1638287" y="159524"/>
                </a:lnTo>
                <a:lnTo>
                  <a:pt x="1652016" y="120396"/>
                </a:lnTo>
                <a:lnTo>
                  <a:pt x="1660042" y="148958"/>
                </a:lnTo>
                <a:lnTo>
                  <a:pt x="1676666" y="198628"/>
                </a:lnTo>
                <a:lnTo>
                  <a:pt x="1695284" y="239776"/>
                </a:lnTo>
                <a:lnTo>
                  <a:pt x="1718767" y="279260"/>
                </a:lnTo>
                <a:lnTo>
                  <a:pt x="1748510" y="317855"/>
                </a:lnTo>
                <a:lnTo>
                  <a:pt x="1785086" y="354431"/>
                </a:lnTo>
                <a:lnTo>
                  <a:pt x="1805940" y="371856"/>
                </a:lnTo>
                <a:lnTo>
                  <a:pt x="1814804" y="361861"/>
                </a:lnTo>
                <a:lnTo>
                  <a:pt x="1825371" y="354711"/>
                </a:lnTo>
                <a:lnTo>
                  <a:pt x="1837664" y="350431"/>
                </a:lnTo>
                <a:lnTo>
                  <a:pt x="1851660" y="348996"/>
                </a:lnTo>
                <a:lnTo>
                  <a:pt x="1851660" y="34137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43" name="object 43"/>
          <p:cNvGrpSpPr/>
          <p:nvPr/>
        </p:nvGrpSpPr>
        <p:grpSpPr>
          <a:xfrm>
            <a:off x="8389619" y="3427476"/>
            <a:ext cx="349250" cy="421005"/>
            <a:chOff x="8389619" y="3427476"/>
            <a:chExt cx="349250" cy="421005"/>
          </a:xfrm>
        </p:grpSpPr>
        <p:sp>
          <p:nvSpPr>
            <p:cNvPr id="44" name="object 44"/>
            <p:cNvSpPr/>
            <p:nvPr/>
          </p:nvSpPr>
          <p:spPr>
            <a:xfrm>
              <a:off x="8395715" y="3433572"/>
              <a:ext cx="337185" cy="408940"/>
            </a:xfrm>
            <a:custGeom>
              <a:avLst/>
              <a:gdLst/>
              <a:ahLst/>
              <a:cxnLst/>
              <a:rect l="l" t="t" r="r" b="b"/>
              <a:pathLst>
                <a:path w="337184" h="408939">
                  <a:moveTo>
                    <a:pt x="172212" y="102108"/>
                  </a:moveTo>
                  <a:lnTo>
                    <a:pt x="146304" y="102108"/>
                  </a:lnTo>
                  <a:lnTo>
                    <a:pt x="146280" y="70723"/>
                  </a:lnTo>
                  <a:lnTo>
                    <a:pt x="146113" y="43053"/>
                  </a:lnTo>
                  <a:lnTo>
                    <a:pt x="145661" y="19383"/>
                  </a:lnTo>
                  <a:lnTo>
                    <a:pt x="144780" y="0"/>
                  </a:lnTo>
                  <a:lnTo>
                    <a:pt x="185928" y="19812"/>
                  </a:lnTo>
                  <a:lnTo>
                    <a:pt x="172212" y="33528"/>
                  </a:lnTo>
                  <a:lnTo>
                    <a:pt x="172212" y="102108"/>
                  </a:lnTo>
                  <a:close/>
                </a:path>
                <a:path w="337184" h="408939">
                  <a:moveTo>
                    <a:pt x="334735" y="102108"/>
                  </a:moveTo>
                  <a:lnTo>
                    <a:pt x="294132" y="102108"/>
                  </a:lnTo>
                  <a:lnTo>
                    <a:pt x="307848" y="82296"/>
                  </a:lnTo>
                  <a:lnTo>
                    <a:pt x="334735" y="102108"/>
                  </a:lnTo>
                  <a:close/>
                </a:path>
                <a:path w="337184" h="408939">
                  <a:moveTo>
                    <a:pt x="0" y="272795"/>
                  </a:moveTo>
                  <a:lnTo>
                    <a:pt x="881" y="255317"/>
                  </a:lnTo>
                  <a:lnTo>
                    <a:pt x="1266" y="237744"/>
                  </a:lnTo>
                  <a:lnTo>
                    <a:pt x="1373" y="228861"/>
                  </a:lnTo>
                  <a:lnTo>
                    <a:pt x="1500" y="154590"/>
                  </a:lnTo>
                  <a:lnTo>
                    <a:pt x="1333" y="129159"/>
                  </a:lnTo>
                  <a:lnTo>
                    <a:pt x="881" y="106584"/>
                  </a:lnTo>
                  <a:lnTo>
                    <a:pt x="0" y="86868"/>
                  </a:lnTo>
                  <a:lnTo>
                    <a:pt x="25908" y="102108"/>
                  </a:lnTo>
                  <a:lnTo>
                    <a:pt x="334735" y="102108"/>
                  </a:lnTo>
                  <a:lnTo>
                    <a:pt x="336804" y="103632"/>
                  </a:lnTo>
                  <a:lnTo>
                    <a:pt x="327660" y="112776"/>
                  </a:lnTo>
                  <a:lnTo>
                    <a:pt x="25908" y="112776"/>
                  </a:lnTo>
                  <a:lnTo>
                    <a:pt x="25908" y="227076"/>
                  </a:lnTo>
                  <a:lnTo>
                    <a:pt x="321583" y="227076"/>
                  </a:lnTo>
                  <a:lnTo>
                    <a:pt x="321738" y="237744"/>
                  </a:lnTo>
                  <a:lnTo>
                    <a:pt x="25908" y="237744"/>
                  </a:lnTo>
                  <a:lnTo>
                    <a:pt x="25908" y="259080"/>
                  </a:lnTo>
                  <a:lnTo>
                    <a:pt x="0" y="272795"/>
                  </a:lnTo>
                  <a:close/>
                </a:path>
                <a:path w="337184" h="408939">
                  <a:moveTo>
                    <a:pt x="172212" y="227076"/>
                  </a:moveTo>
                  <a:lnTo>
                    <a:pt x="146304" y="227076"/>
                  </a:lnTo>
                  <a:lnTo>
                    <a:pt x="146304" y="112776"/>
                  </a:lnTo>
                  <a:lnTo>
                    <a:pt x="172212" y="112776"/>
                  </a:lnTo>
                  <a:lnTo>
                    <a:pt x="172212" y="227076"/>
                  </a:lnTo>
                  <a:close/>
                </a:path>
                <a:path w="337184" h="408939">
                  <a:moveTo>
                    <a:pt x="321583" y="227076"/>
                  </a:moveTo>
                  <a:lnTo>
                    <a:pt x="297180" y="227076"/>
                  </a:lnTo>
                  <a:lnTo>
                    <a:pt x="297180" y="112776"/>
                  </a:lnTo>
                  <a:lnTo>
                    <a:pt x="327660" y="112776"/>
                  </a:lnTo>
                  <a:lnTo>
                    <a:pt x="321564" y="118872"/>
                  </a:lnTo>
                  <a:lnTo>
                    <a:pt x="321583" y="227076"/>
                  </a:lnTo>
                  <a:close/>
                </a:path>
                <a:path w="337184" h="408939">
                  <a:moveTo>
                    <a:pt x="144780" y="408432"/>
                  </a:moveTo>
                  <a:lnTo>
                    <a:pt x="145018" y="383047"/>
                  </a:lnTo>
                  <a:lnTo>
                    <a:pt x="145574" y="342900"/>
                  </a:lnTo>
                  <a:lnTo>
                    <a:pt x="146065" y="297418"/>
                  </a:lnTo>
                  <a:lnTo>
                    <a:pt x="146304" y="237744"/>
                  </a:lnTo>
                  <a:lnTo>
                    <a:pt x="172212" y="237744"/>
                  </a:lnTo>
                  <a:lnTo>
                    <a:pt x="172236" y="297418"/>
                  </a:lnTo>
                  <a:lnTo>
                    <a:pt x="172402" y="342900"/>
                  </a:lnTo>
                  <a:lnTo>
                    <a:pt x="172854" y="374904"/>
                  </a:lnTo>
                  <a:lnTo>
                    <a:pt x="173736" y="393192"/>
                  </a:lnTo>
                  <a:lnTo>
                    <a:pt x="144780" y="408432"/>
                  </a:lnTo>
                  <a:close/>
                </a:path>
                <a:path w="337184" h="408939">
                  <a:moveTo>
                    <a:pt x="297180" y="269748"/>
                  </a:moveTo>
                  <a:lnTo>
                    <a:pt x="297180" y="237744"/>
                  </a:lnTo>
                  <a:lnTo>
                    <a:pt x="321738" y="237744"/>
                  </a:lnTo>
                  <a:lnTo>
                    <a:pt x="321754" y="238696"/>
                  </a:lnTo>
                  <a:lnTo>
                    <a:pt x="322206" y="248816"/>
                  </a:lnTo>
                  <a:lnTo>
                    <a:pt x="323088" y="259080"/>
                  </a:lnTo>
                  <a:lnTo>
                    <a:pt x="297180" y="269748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" name="object 45"/>
            <p:cNvSpPr/>
            <p:nvPr/>
          </p:nvSpPr>
          <p:spPr>
            <a:xfrm>
              <a:off x="8567927" y="3546348"/>
              <a:ext cx="125095" cy="114300"/>
            </a:xfrm>
            <a:custGeom>
              <a:avLst/>
              <a:gdLst/>
              <a:ahLst/>
              <a:cxnLst/>
              <a:rect l="l" t="t" r="r" b="b"/>
              <a:pathLst>
                <a:path w="125095" h="114300">
                  <a:moveTo>
                    <a:pt x="0" y="0"/>
                  </a:moveTo>
                  <a:lnTo>
                    <a:pt x="0" y="114300"/>
                  </a:lnTo>
                  <a:lnTo>
                    <a:pt x="124967" y="114300"/>
                  </a:lnTo>
                  <a:lnTo>
                    <a:pt x="124967" y="0"/>
                  </a:lnTo>
                  <a:lnTo>
                    <a:pt x="0" y="0"/>
                  </a:lnTo>
                  <a:close/>
                </a:path>
              </a:pathLst>
            </a:custGeom>
            <a:ln w="1219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" name="object 46"/>
            <p:cNvSpPr/>
            <p:nvPr/>
          </p:nvSpPr>
          <p:spPr>
            <a:xfrm>
              <a:off x="8395715" y="3433572"/>
              <a:ext cx="337185" cy="408940"/>
            </a:xfrm>
            <a:custGeom>
              <a:avLst/>
              <a:gdLst/>
              <a:ahLst/>
              <a:cxnLst/>
              <a:rect l="l" t="t" r="r" b="b"/>
              <a:pathLst>
                <a:path w="337184" h="408939">
                  <a:moveTo>
                    <a:pt x="146303" y="102108"/>
                  </a:moveTo>
                  <a:lnTo>
                    <a:pt x="146280" y="70723"/>
                  </a:lnTo>
                  <a:lnTo>
                    <a:pt x="146113" y="43053"/>
                  </a:lnTo>
                  <a:lnTo>
                    <a:pt x="145661" y="19383"/>
                  </a:lnTo>
                  <a:lnTo>
                    <a:pt x="144779" y="0"/>
                  </a:lnTo>
                  <a:lnTo>
                    <a:pt x="185927" y="19812"/>
                  </a:lnTo>
                  <a:lnTo>
                    <a:pt x="172211" y="33528"/>
                  </a:lnTo>
                  <a:lnTo>
                    <a:pt x="172211" y="102108"/>
                  </a:lnTo>
                  <a:lnTo>
                    <a:pt x="294131" y="102108"/>
                  </a:lnTo>
                  <a:lnTo>
                    <a:pt x="307847" y="82296"/>
                  </a:lnTo>
                  <a:lnTo>
                    <a:pt x="336803" y="103632"/>
                  </a:lnTo>
                  <a:lnTo>
                    <a:pt x="321563" y="118872"/>
                  </a:lnTo>
                  <a:lnTo>
                    <a:pt x="321563" y="219456"/>
                  </a:lnTo>
                  <a:lnTo>
                    <a:pt x="321587" y="228861"/>
                  </a:lnTo>
                  <a:lnTo>
                    <a:pt x="321754" y="238696"/>
                  </a:lnTo>
                  <a:lnTo>
                    <a:pt x="322206" y="248816"/>
                  </a:lnTo>
                  <a:lnTo>
                    <a:pt x="323087" y="259080"/>
                  </a:lnTo>
                  <a:lnTo>
                    <a:pt x="297179" y="269748"/>
                  </a:lnTo>
                  <a:lnTo>
                    <a:pt x="297179" y="237744"/>
                  </a:lnTo>
                  <a:lnTo>
                    <a:pt x="172211" y="237744"/>
                  </a:lnTo>
                  <a:lnTo>
                    <a:pt x="172235" y="297179"/>
                  </a:lnTo>
                  <a:lnTo>
                    <a:pt x="172402" y="342899"/>
                  </a:lnTo>
                  <a:lnTo>
                    <a:pt x="172854" y="374903"/>
                  </a:lnTo>
                  <a:lnTo>
                    <a:pt x="173735" y="393191"/>
                  </a:lnTo>
                  <a:lnTo>
                    <a:pt x="144779" y="408432"/>
                  </a:lnTo>
                  <a:lnTo>
                    <a:pt x="145018" y="383047"/>
                  </a:lnTo>
                  <a:lnTo>
                    <a:pt x="145541" y="345948"/>
                  </a:lnTo>
                  <a:lnTo>
                    <a:pt x="146065" y="297418"/>
                  </a:lnTo>
                  <a:lnTo>
                    <a:pt x="146303" y="237744"/>
                  </a:lnTo>
                  <a:lnTo>
                    <a:pt x="25907" y="237744"/>
                  </a:lnTo>
                  <a:lnTo>
                    <a:pt x="25907" y="259080"/>
                  </a:lnTo>
                  <a:lnTo>
                    <a:pt x="0" y="272796"/>
                  </a:lnTo>
                  <a:lnTo>
                    <a:pt x="881" y="255317"/>
                  </a:lnTo>
                  <a:lnTo>
                    <a:pt x="1333" y="234696"/>
                  </a:lnTo>
                  <a:lnTo>
                    <a:pt x="1500" y="210645"/>
                  </a:lnTo>
                  <a:lnTo>
                    <a:pt x="1523" y="182880"/>
                  </a:lnTo>
                  <a:lnTo>
                    <a:pt x="1500" y="154590"/>
                  </a:lnTo>
                  <a:lnTo>
                    <a:pt x="1333" y="129159"/>
                  </a:lnTo>
                  <a:lnTo>
                    <a:pt x="881" y="106584"/>
                  </a:lnTo>
                  <a:lnTo>
                    <a:pt x="0" y="86868"/>
                  </a:lnTo>
                  <a:lnTo>
                    <a:pt x="25907" y="102108"/>
                  </a:lnTo>
                  <a:lnTo>
                    <a:pt x="146303" y="102108"/>
                  </a:lnTo>
                  <a:close/>
                </a:path>
              </a:pathLst>
            </a:custGeom>
            <a:ln w="1219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" name="object 47"/>
            <p:cNvSpPr/>
            <p:nvPr/>
          </p:nvSpPr>
          <p:spPr>
            <a:xfrm>
              <a:off x="8421623" y="3546348"/>
              <a:ext cx="120650" cy="114300"/>
            </a:xfrm>
            <a:custGeom>
              <a:avLst/>
              <a:gdLst/>
              <a:ahLst/>
              <a:cxnLst/>
              <a:rect l="l" t="t" r="r" b="b"/>
              <a:pathLst>
                <a:path w="120650" h="114300">
                  <a:moveTo>
                    <a:pt x="0" y="0"/>
                  </a:moveTo>
                  <a:lnTo>
                    <a:pt x="0" y="114300"/>
                  </a:lnTo>
                  <a:lnTo>
                    <a:pt x="120396" y="114300"/>
                  </a:lnTo>
                  <a:lnTo>
                    <a:pt x="120396" y="0"/>
                  </a:lnTo>
                  <a:lnTo>
                    <a:pt x="0" y="0"/>
                  </a:lnTo>
                  <a:close/>
                </a:path>
              </a:pathLst>
            </a:custGeom>
            <a:ln w="1219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48" name="object 48"/>
          <p:cNvGrpSpPr/>
          <p:nvPr/>
        </p:nvGrpSpPr>
        <p:grpSpPr>
          <a:xfrm>
            <a:off x="8831580" y="3430523"/>
            <a:ext cx="361315" cy="413384"/>
            <a:chOff x="8831580" y="3430523"/>
            <a:chExt cx="361315" cy="413384"/>
          </a:xfrm>
        </p:grpSpPr>
        <p:sp>
          <p:nvSpPr>
            <p:cNvPr id="49" name="object 49"/>
            <p:cNvSpPr/>
            <p:nvPr/>
          </p:nvSpPr>
          <p:spPr>
            <a:xfrm>
              <a:off x="8837676" y="3436620"/>
              <a:ext cx="349250" cy="401320"/>
            </a:xfrm>
            <a:custGeom>
              <a:avLst/>
              <a:gdLst/>
              <a:ahLst/>
              <a:cxnLst/>
              <a:rect l="l" t="t" r="r" b="b"/>
              <a:pathLst>
                <a:path w="349250" h="401320">
                  <a:moveTo>
                    <a:pt x="129540" y="57912"/>
                  </a:moveTo>
                  <a:lnTo>
                    <a:pt x="114300" y="42672"/>
                  </a:lnTo>
                  <a:lnTo>
                    <a:pt x="307848" y="42672"/>
                  </a:lnTo>
                  <a:lnTo>
                    <a:pt x="324612" y="24384"/>
                  </a:lnTo>
                  <a:lnTo>
                    <a:pt x="348996" y="48768"/>
                  </a:lnTo>
                  <a:lnTo>
                    <a:pt x="343117" y="53340"/>
                  </a:lnTo>
                  <a:lnTo>
                    <a:pt x="172212" y="53340"/>
                  </a:lnTo>
                  <a:lnTo>
                    <a:pt x="161043" y="53625"/>
                  </a:lnTo>
                  <a:lnTo>
                    <a:pt x="150304" y="54483"/>
                  </a:lnTo>
                  <a:lnTo>
                    <a:pt x="139850" y="55911"/>
                  </a:lnTo>
                  <a:lnTo>
                    <a:pt x="129540" y="57912"/>
                  </a:lnTo>
                  <a:close/>
                </a:path>
                <a:path w="349250" h="401320">
                  <a:moveTo>
                    <a:pt x="334103" y="360211"/>
                  </a:moveTo>
                  <a:lnTo>
                    <a:pt x="296727" y="360211"/>
                  </a:lnTo>
                  <a:lnTo>
                    <a:pt x="303276" y="359664"/>
                  </a:lnTo>
                  <a:lnTo>
                    <a:pt x="307848" y="358140"/>
                  </a:lnTo>
                  <a:lnTo>
                    <a:pt x="310896" y="352044"/>
                  </a:lnTo>
                  <a:lnTo>
                    <a:pt x="310896" y="53340"/>
                  </a:lnTo>
                  <a:lnTo>
                    <a:pt x="343117" y="53340"/>
                  </a:lnTo>
                  <a:lnTo>
                    <a:pt x="335280" y="59436"/>
                  </a:lnTo>
                  <a:lnTo>
                    <a:pt x="335280" y="345948"/>
                  </a:lnTo>
                  <a:lnTo>
                    <a:pt x="334732" y="356544"/>
                  </a:lnTo>
                  <a:lnTo>
                    <a:pt x="334103" y="360211"/>
                  </a:lnTo>
                  <a:close/>
                </a:path>
                <a:path w="349250" h="401320">
                  <a:moveTo>
                    <a:pt x="242315" y="121920"/>
                  </a:moveTo>
                  <a:lnTo>
                    <a:pt x="208788" y="121920"/>
                  </a:lnTo>
                  <a:lnTo>
                    <a:pt x="225552" y="105156"/>
                  </a:lnTo>
                  <a:lnTo>
                    <a:pt x="242315" y="121920"/>
                  </a:lnTo>
                  <a:close/>
                </a:path>
                <a:path w="349250" h="401320">
                  <a:moveTo>
                    <a:pt x="97536" y="326136"/>
                  </a:moveTo>
                  <a:lnTo>
                    <a:pt x="97774" y="297822"/>
                  </a:lnTo>
                  <a:lnTo>
                    <a:pt x="98821" y="242339"/>
                  </a:lnTo>
                  <a:lnTo>
                    <a:pt x="99060" y="214884"/>
                  </a:lnTo>
                  <a:lnTo>
                    <a:pt x="98821" y="187475"/>
                  </a:lnTo>
                  <a:lnTo>
                    <a:pt x="97774" y="133230"/>
                  </a:lnTo>
                  <a:lnTo>
                    <a:pt x="97536" y="106680"/>
                  </a:lnTo>
                  <a:lnTo>
                    <a:pt x="123444" y="121920"/>
                  </a:lnTo>
                  <a:lnTo>
                    <a:pt x="242315" y="121920"/>
                  </a:lnTo>
                  <a:lnTo>
                    <a:pt x="248412" y="128016"/>
                  </a:lnTo>
                  <a:lnTo>
                    <a:pt x="243268" y="132588"/>
                  </a:lnTo>
                  <a:lnTo>
                    <a:pt x="121920" y="132588"/>
                  </a:lnTo>
                  <a:lnTo>
                    <a:pt x="121920" y="199644"/>
                  </a:lnTo>
                  <a:lnTo>
                    <a:pt x="234741" y="199644"/>
                  </a:lnTo>
                  <a:lnTo>
                    <a:pt x="234780" y="210312"/>
                  </a:lnTo>
                  <a:lnTo>
                    <a:pt x="121920" y="210312"/>
                  </a:lnTo>
                  <a:lnTo>
                    <a:pt x="121920" y="283464"/>
                  </a:lnTo>
                  <a:lnTo>
                    <a:pt x="235510" y="283464"/>
                  </a:lnTo>
                  <a:lnTo>
                    <a:pt x="235820" y="294132"/>
                  </a:lnTo>
                  <a:lnTo>
                    <a:pt x="121920" y="294132"/>
                  </a:lnTo>
                  <a:lnTo>
                    <a:pt x="121920" y="313944"/>
                  </a:lnTo>
                  <a:lnTo>
                    <a:pt x="97536" y="326136"/>
                  </a:lnTo>
                  <a:close/>
                </a:path>
                <a:path w="349250" h="401320">
                  <a:moveTo>
                    <a:pt x="234741" y="199644"/>
                  </a:moveTo>
                  <a:lnTo>
                    <a:pt x="211836" y="199644"/>
                  </a:lnTo>
                  <a:lnTo>
                    <a:pt x="211836" y="132588"/>
                  </a:lnTo>
                  <a:lnTo>
                    <a:pt x="243268" y="132588"/>
                  </a:lnTo>
                  <a:lnTo>
                    <a:pt x="234696" y="140208"/>
                  </a:lnTo>
                  <a:lnTo>
                    <a:pt x="234741" y="199644"/>
                  </a:lnTo>
                  <a:close/>
                </a:path>
                <a:path w="349250" h="401320">
                  <a:moveTo>
                    <a:pt x="235510" y="283464"/>
                  </a:moveTo>
                  <a:lnTo>
                    <a:pt x="211836" y="283464"/>
                  </a:lnTo>
                  <a:lnTo>
                    <a:pt x="211836" y="210312"/>
                  </a:lnTo>
                  <a:lnTo>
                    <a:pt x="234780" y="210312"/>
                  </a:lnTo>
                  <a:lnTo>
                    <a:pt x="234886" y="239458"/>
                  </a:lnTo>
                  <a:lnTo>
                    <a:pt x="235338" y="277582"/>
                  </a:lnTo>
                  <a:lnTo>
                    <a:pt x="235510" y="283464"/>
                  </a:lnTo>
                  <a:close/>
                </a:path>
                <a:path w="349250" h="401320">
                  <a:moveTo>
                    <a:pt x="211836" y="321564"/>
                  </a:moveTo>
                  <a:lnTo>
                    <a:pt x="211836" y="294132"/>
                  </a:lnTo>
                  <a:lnTo>
                    <a:pt x="235820" y="294132"/>
                  </a:lnTo>
                  <a:lnTo>
                    <a:pt x="236220" y="307848"/>
                  </a:lnTo>
                  <a:lnTo>
                    <a:pt x="211836" y="321564"/>
                  </a:lnTo>
                  <a:close/>
                </a:path>
                <a:path w="349250" h="401320">
                  <a:moveTo>
                    <a:pt x="295655" y="400812"/>
                  </a:moveTo>
                  <a:lnTo>
                    <a:pt x="286440" y="387096"/>
                  </a:lnTo>
                  <a:lnTo>
                    <a:pt x="274510" y="375666"/>
                  </a:lnTo>
                  <a:lnTo>
                    <a:pt x="259437" y="366522"/>
                  </a:lnTo>
                  <a:lnTo>
                    <a:pt x="240792" y="359664"/>
                  </a:lnTo>
                  <a:lnTo>
                    <a:pt x="240792" y="353568"/>
                  </a:lnTo>
                  <a:lnTo>
                    <a:pt x="265342" y="357306"/>
                  </a:lnTo>
                  <a:lnTo>
                    <a:pt x="284035" y="359473"/>
                  </a:lnTo>
                  <a:lnTo>
                    <a:pt x="296727" y="360211"/>
                  </a:lnTo>
                  <a:lnTo>
                    <a:pt x="334103" y="360211"/>
                  </a:lnTo>
                  <a:lnTo>
                    <a:pt x="333184" y="365569"/>
                  </a:lnTo>
                  <a:lnTo>
                    <a:pt x="306228" y="395335"/>
                  </a:lnTo>
                  <a:lnTo>
                    <a:pt x="295655" y="400812"/>
                  </a:lnTo>
                  <a:close/>
                </a:path>
                <a:path w="349250" h="401320">
                  <a:moveTo>
                    <a:pt x="76200" y="83820"/>
                  </a:moveTo>
                  <a:lnTo>
                    <a:pt x="70104" y="83820"/>
                  </a:lnTo>
                  <a:lnTo>
                    <a:pt x="67056" y="77724"/>
                  </a:lnTo>
                  <a:lnTo>
                    <a:pt x="64008" y="65532"/>
                  </a:lnTo>
                  <a:lnTo>
                    <a:pt x="58554" y="51530"/>
                  </a:lnTo>
                  <a:lnTo>
                    <a:pt x="51244" y="36957"/>
                  </a:lnTo>
                  <a:lnTo>
                    <a:pt x="41933" y="21812"/>
                  </a:lnTo>
                  <a:lnTo>
                    <a:pt x="30480" y="6096"/>
                  </a:lnTo>
                  <a:lnTo>
                    <a:pt x="36576" y="0"/>
                  </a:lnTo>
                  <a:lnTo>
                    <a:pt x="67437" y="22860"/>
                  </a:lnTo>
                  <a:lnTo>
                    <a:pt x="89916" y="50292"/>
                  </a:lnTo>
                  <a:lnTo>
                    <a:pt x="89916" y="60960"/>
                  </a:lnTo>
                  <a:lnTo>
                    <a:pt x="86868" y="68580"/>
                  </a:lnTo>
                  <a:lnTo>
                    <a:pt x="77724" y="80772"/>
                  </a:lnTo>
                  <a:lnTo>
                    <a:pt x="76200" y="83820"/>
                  </a:lnTo>
                  <a:close/>
                </a:path>
                <a:path w="349250" h="401320">
                  <a:moveTo>
                    <a:pt x="0" y="397764"/>
                  </a:moveTo>
                  <a:lnTo>
                    <a:pt x="289" y="374022"/>
                  </a:lnTo>
                  <a:lnTo>
                    <a:pt x="762" y="342138"/>
                  </a:lnTo>
                  <a:lnTo>
                    <a:pt x="1285" y="291893"/>
                  </a:lnTo>
                  <a:lnTo>
                    <a:pt x="1524" y="227076"/>
                  </a:lnTo>
                  <a:lnTo>
                    <a:pt x="1285" y="161377"/>
                  </a:lnTo>
                  <a:lnTo>
                    <a:pt x="762" y="110680"/>
                  </a:lnTo>
                  <a:lnTo>
                    <a:pt x="238" y="75128"/>
                  </a:lnTo>
                  <a:lnTo>
                    <a:pt x="0" y="54864"/>
                  </a:lnTo>
                  <a:lnTo>
                    <a:pt x="41148" y="74676"/>
                  </a:lnTo>
                  <a:lnTo>
                    <a:pt x="25908" y="85344"/>
                  </a:lnTo>
                  <a:lnTo>
                    <a:pt x="25931" y="345971"/>
                  </a:lnTo>
                  <a:lnTo>
                    <a:pt x="26098" y="359854"/>
                  </a:lnTo>
                  <a:lnTo>
                    <a:pt x="26550" y="374022"/>
                  </a:lnTo>
                  <a:lnTo>
                    <a:pt x="27432" y="388620"/>
                  </a:lnTo>
                  <a:lnTo>
                    <a:pt x="0" y="397764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50" name="object 50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8862060" y="3430523"/>
              <a:ext cx="230124" cy="338328"/>
            </a:xfrm>
            <a:prstGeom prst="rect">
              <a:avLst/>
            </a:prstGeom>
          </p:spPr>
        </p:pic>
        <p:sp>
          <p:nvSpPr>
            <p:cNvPr id="51" name="object 51"/>
            <p:cNvSpPr/>
            <p:nvPr/>
          </p:nvSpPr>
          <p:spPr>
            <a:xfrm>
              <a:off x="8837676" y="3491483"/>
              <a:ext cx="41275" cy="342900"/>
            </a:xfrm>
            <a:custGeom>
              <a:avLst/>
              <a:gdLst/>
              <a:ahLst/>
              <a:cxnLst/>
              <a:rect l="l" t="t" r="r" b="b"/>
              <a:pathLst>
                <a:path w="41275" h="342900">
                  <a:moveTo>
                    <a:pt x="25907" y="277368"/>
                  </a:moveTo>
                  <a:lnTo>
                    <a:pt x="25931" y="291107"/>
                  </a:lnTo>
                  <a:lnTo>
                    <a:pt x="26098" y="304990"/>
                  </a:lnTo>
                  <a:lnTo>
                    <a:pt x="26550" y="319158"/>
                  </a:lnTo>
                  <a:lnTo>
                    <a:pt x="27431" y="333756"/>
                  </a:lnTo>
                  <a:lnTo>
                    <a:pt x="0" y="342900"/>
                  </a:lnTo>
                  <a:lnTo>
                    <a:pt x="238" y="322659"/>
                  </a:lnTo>
                  <a:lnTo>
                    <a:pt x="761" y="287274"/>
                  </a:lnTo>
                  <a:lnTo>
                    <a:pt x="1285" y="237029"/>
                  </a:lnTo>
                  <a:lnTo>
                    <a:pt x="1523" y="172212"/>
                  </a:lnTo>
                  <a:lnTo>
                    <a:pt x="1285" y="106513"/>
                  </a:lnTo>
                  <a:lnTo>
                    <a:pt x="761" y="55816"/>
                  </a:lnTo>
                  <a:lnTo>
                    <a:pt x="238" y="20264"/>
                  </a:lnTo>
                  <a:lnTo>
                    <a:pt x="0" y="0"/>
                  </a:lnTo>
                  <a:lnTo>
                    <a:pt x="41147" y="19812"/>
                  </a:lnTo>
                  <a:lnTo>
                    <a:pt x="25907" y="30480"/>
                  </a:lnTo>
                  <a:lnTo>
                    <a:pt x="25907" y="277368"/>
                  </a:lnTo>
                  <a:close/>
                </a:path>
              </a:pathLst>
            </a:custGeom>
            <a:ln w="1219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" name="object 52"/>
            <p:cNvSpPr/>
            <p:nvPr/>
          </p:nvSpPr>
          <p:spPr>
            <a:xfrm>
              <a:off x="8951976" y="3461004"/>
              <a:ext cx="234950" cy="376555"/>
            </a:xfrm>
            <a:custGeom>
              <a:avLst/>
              <a:gdLst/>
              <a:ahLst/>
              <a:cxnLst/>
              <a:rect l="l" t="t" r="r" b="b"/>
              <a:pathLst>
                <a:path w="234950" h="376554">
                  <a:moveTo>
                    <a:pt x="126492" y="329184"/>
                  </a:moveTo>
                  <a:lnTo>
                    <a:pt x="151042" y="332922"/>
                  </a:lnTo>
                  <a:lnTo>
                    <a:pt x="169735" y="335089"/>
                  </a:lnTo>
                  <a:lnTo>
                    <a:pt x="182427" y="335827"/>
                  </a:lnTo>
                  <a:lnTo>
                    <a:pt x="188976" y="335280"/>
                  </a:lnTo>
                  <a:lnTo>
                    <a:pt x="193548" y="333756"/>
                  </a:lnTo>
                  <a:lnTo>
                    <a:pt x="196596" y="327660"/>
                  </a:lnTo>
                  <a:lnTo>
                    <a:pt x="196596" y="320040"/>
                  </a:lnTo>
                  <a:lnTo>
                    <a:pt x="196596" y="28956"/>
                  </a:lnTo>
                  <a:lnTo>
                    <a:pt x="57912" y="28956"/>
                  </a:lnTo>
                  <a:lnTo>
                    <a:pt x="46743" y="29241"/>
                  </a:lnTo>
                  <a:lnTo>
                    <a:pt x="36004" y="30099"/>
                  </a:lnTo>
                  <a:lnTo>
                    <a:pt x="25550" y="31527"/>
                  </a:lnTo>
                  <a:lnTo>
                    <a:pt x="15240" y="33527"/>
                  </a:lnTo>
                  <a:lnTo>
                    <a:pt x="0" y="18288"/>
                  </a:lnTo>
                  <a:lnTo>
                    <a:pt x="193548" y="18288"/>
                  </a:lnTo>
                  <a:lnTo>
                    <a:pt x="210312" y="0"/>
                  </a:lnTo>
                  <a:lnTo>
                    <a:pt x="234696" y="24384"/>
                  </a:lnTo>
                  <a:lnTo>
                    <a:pt x="220980" y="35052"/>
                  </a:lnTo>
                  <a:lnTo>
                    <a:pt x="220980" y="321564"/>
                  </a:lnTo>
                  <a:lnTo>
                    <a:pt x="220432" y="332160"/>
                  </a:lnTo>
                  <a:lnTo>
                    <a:pt x="200787" y="365760"/>
                  </a:lnTo>
                  <a:lnTo>
                    <a:pt x="181356" y="376428"/>
                  </a:lnTo>
                  <a:lnTo>
                    <a:pt x="172140" y="362712"/>
                  </a:lnTo>
                  <a:lnTo>
                    <a:pt x="160210" y="351282"/>
                  </a:lnTo>
                  <a:lnTo>
                    <a:pt x="145137" y="342138"/>
                  </a:lnTo>
                  <a:lnTo>
                    <a:pt x="126492" y="335280"/>
                  </a:lnTo>
                  <a:lnTo>
                    <a:pt x="126492" y="329184"/>
                  </a:lnTo>
                  <a:close/>
                </a:path>
              </a:pathLst>
            </a:custGeom>
            <a:ln w="12191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53" name="object 53"/>
          <p:cNvGrpSpPr/>
          <p:nvPr/>
        </p:nvGrpSpPr>
        <p:grpSpPr>
          <a:xfrm>
            <a:off x="9244583" y="3432048"/>
            <a:ext cx="421005" cy="417830"/>
            <a:chOff x="9244583" y="3432048"/>
            <a:chExt cx="421005" cy="417830"/>
          </a:xfrm>
        </p:grpSpPr>
        <p:sp>
          <p:nvSpPr>
            <p:cNvPr id="54" name="object 54"/>
            <p:cNvSpPr/>
            <p:nvPr/>
          </p:nvSpPr>
          <p:spPr>
            <a:xfrm>
              <a:off x="9250679" y="3438144"/>
              <a:ext cx="408940" cy="405765"/>
            </a:xfrm>
            <a:custGeom>
              <a:avLst/>
              <a:gdLst/>
              <a:ahLst/>
              <a:cxnLst/>
              <a:rect l="l" t="t" r="r" b="b"/>
              <a:pathLst>
                <a:path w="408940" h="405764">
                  <a:moveTo>
                    <a:pt x="22860" y="306324"/>
                  </a:moveTo>
                  <a:lnTo>
                    <a:pt x="0" y="275843"/>
                  </a:lnTo>
                  <a:lnTo>
                    <a:pt x="16835" y="266700"/>
                  </a:lnTo>
                  <a:lnTo>
                    <a:pt x="39814" y="250698"/>
                  </a:lnTo>
                  <a:lnTo>
                    <a:pt x="68794" y="227838"/>
                  </a:lnTo>
                  <a:lnTo>
                    <a:pt x="103632" y="198119"/>
                  </a:lnTo>
                  <a:lnTo>
                    <a:pt x="103522" y="89916"/>
                  </a:lnTo>
                  <a:lnTo>
                    <a:pt x="103402" y="57912"/>
                  </a:lnTo>
                  <a:lnTo>
                    <a:pt x="103046" y="26193"/>
                  </a:lnTo>
                  <a:lnTo>
                    <a:pt x="102935" y="19812"/>
                  </a:lnTo>
                  <a:lnTo>
                    <a:pt x="102108" y="0"/>
                  </a:lnTo>
                  <a:lnTo>
                    <a:pt x="146304" y="19812"/>
                  </a:lnTo>
                  <a:lnTo>
                    <a:pt x="128016" y="32004"/>
                  </a:lnTo>
                  <a:lnTo>
                    <a:pt x="128016" y="210312"/>
                  </a:lnTo>
                  <a:lnTo>
                    <a:pt x="103632" y="210312"/>
                  </a:lnTo>
                  <a:lnTo>
                    <a:pt x="73652" y="242887"/>
                  </a:lnTo>
                  <a:lnTo>
                    <a:pt x="50101" y="269748"/>
                  </a:lnTo>
                  <a:lnTo>
                    <a:pt x="33123" y="290893"/>
                  </a:lnTo>
                  <a:lnTo>
                    <a:pt x="22860" y="306324"/>
                  </a:lnTo>
                  <a:close/>
                </a:path>
                <a:path w="408940" h="405764">
                  <a:moveTo>
                    <a:pt x="260604" y="140208"/>
                  </a:moveTo>
                  <a:lnTo>
                    <a:pt x="236220" y="140208"/>
                  </a:lnTo>
                  <a:lnTo>
                    <a:pt x="236188" y="92964"/>
                  </a:lnTo>
                  <a:lnTo>
                    <a:pt x="236067" y="65532"/>
                  </a:lnTo>
                  <a:lnTo>
                    <a:pt x="235956" y="51816"/>
                  </a:lnTo>
                  <a:lnTo>
                    <a:pt x="235577" y="26193"/>
                  </a:lnTo>
                  <a:lnTo>
                    <a:pt x="234696" y="3048"/>
                  </a:lnTo>
                  <a:lnTo>
                    <a:pt x="277368" y="21336"/>
                  </a:lnTo>
                  <a:lnTo>
                    <a:pt x="260604" y="35052"/>
                  </a:lnTo>
                  <a:lnTo>
                    <a:pt x="260604" y="140208"/>
                  </a:lnTo>
                  <a:close/>
                </a:path>
                <a:path w="408940" h="405764">
                  <a:moveTo>
                    <a:pt x="358140" y="105156"/>
                  </a:moveTo>
                  <a:lnTo>
                    <a:pt x="353568" y="105156"/>
                  </a:lnTo>
                  <a:lnTo>
                    <a:pt x="348996" y="99060"/>
                  </a:lnTo>
                  <a:lnTo>
                    <a:pt x="344333" y="89749"/>
                  </a:lnTo>
                  <a:lnTo>
                    <a:pt x="337280" y="76771"/>
                  </a:lnTo>
                  <a:lnTo>
                    <a:pt x="327279" y="62484"/>
                  </a:lnTo>
                  <a:lnTo>
                    <a:pt x="314420" y="47053"/>
                  </a:lnTo>
                  <a:lnTo>
                    <a:pt x="298704" y="30480"/>
                  </a:lnTo>
                  <a:lnTo>
                    <a:pt x="301752" y="24384"/>
                  </a:lnTo>
                  <a:lnTo>
                    <a:pt x="336613" y="40386"/>
                  </a:lnTo>
                  <a:lnTo>
                    <a:pt x="368808" y="65532"/>
                  </a:lnTo>
                  <a:lnTo>
                    <a:pt x="368808" y="79248"/>
                  </a:lnTo>
                  <a:lnTo>
                    <a:pt x="367284" y="85344"/>
                  </a:lnTo>
                  <a:lnTo>
                    <a:pt x="362712" y="92964"/>
                  </a:lnTo>
                  <a:lnTo>
                    <a:pt x="359664" y="100584"/>
                  </a:lnTo>
                  <a:lnTo>
                    <a:pt x="358140" y="105156"/>
                  </a:lnTo>
                  <a:close/>
                </a:path>
                <a:path w="408940" h="405764">
                  <a:moveTo>
                    <a:pt x="60960" y="170688"/>
                  </a:moveTo>
                  <a:lnTo>
                    <a:pt x="54864" y="170688"/>
                  </a:lnTo>
                  <a:lnTo>
                    <a:pt x="51816" y="164592"/>
                  </a:lnTo>
                  <a:lnTo>
                    <a:pt x="48768" y="150876"/>
                  </a:lnTo>
                  <a:lnTo>
                    <a:pt x="43291" y="134326"/>
                  </a:lnTo>
                  <a:lnTo>
                    <a:pt x="35814" y="116776"/>
                  </a:lnTo>
                  <a:lnTo>
                    <a:pt x="26050" y="98369"/>
                  </a:lnTo>
                  <a:lnTo>
                    <a:pt x="13716" y="79248"/>
                  </a:lnTo>
                  <a:lnTo>
                    <a:pt x="16764" y="73152"/>
                  </a:lnTo>
                  <a:lnTo>
                    <a:pt x="54483" y="103060"/>
                  </a:lnTo>
                  <a:lnTo>
                    <a:pt x="77724" y="135636"/>
                  </a:lnTo>
                  <a:lnTo>
                    <a:pt x="77724" y="144780"/>
                  </a:lnTo>
                  <a:lnTo>
                    <a:pt x="76200" y="152400"/>
                  </a:lnTo>
                  <a:lnTo>
                    <a:pt x="70104" y="160020"/>
                  </a:lnTo>
                  <a:lnTo>
                    <a:pt x="65532" y="167640"/>
                  </a:lnTo>
                  <a:lnTo>
                    <a:pt x="60960" y="170688"/>
                  </a:lnTo>
                  <a:close/>
                </a:path>
                <a:path w="408940" h="405764">
                  <a:moveTo>
                    <a:pt x="152400" y="155448"/>
                  </a:moveTo>
                  <a:lnTo>
                    <a:pt x="137160" y="140208"/>
                  </a:lnTo>
                  <a:lnTo>
                    <a:pt x="344424" y="140208"/>
                  </a:lnTo>
                  <a:lnTo>
                    <a:pt x="370332" y="114300"/>
                  </a:lnTo>
                  <a:lnTo>
                    <a:pt x="403860" y="150876"/>
                  </a:lnTo>
                  <a:lnTo>
                    <a:pt x="195072" y="150876"/>
                  </a:lnTo>
                  <a:lnTo>
                    <a:pt x="183903" y="151161"/>
                  </a:lnTo>
                  <a:lnTo>
                    <a:pt x="173164" y="152019"/>
                  </a:lnTo>
                  <a:lnTo>
                    <a:pt x="162710" y="153447"/>
                  </a:lnTo>
                  <a:lnTo>
                    <a:pt x="152400" y="155448"/>
                  </a:lnTo>
                  <a:close/>
                </a:path>
                <a:path w="408940" h="405764">
                  <a:moveTo>
                    <a:pt x="132588" y="405384"/>
                  </a:moveTo>
                  <a:lnTo>
                    <a:pt x="128016" y="400812"/>
                  </a:lnTo>
                  <a:lnTo>
                    <a:pt x="158891" y="370339"/>
                  </a:lnTo>
                  <a:lnTo>
                    <a:pt x="184516" y="335336"/>
                  </a:lnTo>
                  <a:lnTo>
                    <a:pt x="204978" y="295846"/>
                  </a:lnTo>
                  <a:lnTo>
                    <a:pt x="220359" y="251911"/>
                  </a:lnTo>
                  <a:lnTo>
                    <a:pt x="230744" y="203573"/>
                  </a:lnTo>
                  <a:lnTo>
                    <a:pt x="236220" y="150876"/>
                  </a:lnTo>
                  <a:lnTo>
                    <a:pt x="260604" y="150876"/>
                  </a:lnTo>
                  <a:lnTo>
                    <a:pt x="254508" y="208780"/>
                  </a:lnTo>
                  <a:lnTo>
                    <a:pt x="242316" y="260547"/>
                  </a:lnTo>
                  <a:lnTo>
                    <a:pt x="224028" y="306133"/>
                  </a:lnTo>
                  <a:lnTo>
                    <a:pt x="199644" y="345496"/>
                  </a:lnTo>
                  <a:lnTo>
                    <a:pt x="169164" y="378594"/>
                  </a:lnTo>
                  <a:lnTo>
                    <a:pt x="132588" y="405384"/>
                  </a:lnTo>
                  <a:close/>
                </a:path>
                <a:path w="408940" h="405764">
                  <a:moveTo>
                    <a:pt x="367284" y="393192"/>
                  </a:moveTo>
                  <a:lnTo>
                    <a:pt x="337108" y="357164"/>
                  </a:lnTo>
                  <a:lnTo>
                    <a:pt x="312420" y="314919"/>
                  </a:lnTo>
                  <a:lnTo>
                    <a:pt x="293217" y="266456"/>
                  </a:lnTo>
                  <a:lnTo>
                    <a:pt x="279501" y="211775"/>
                  </a:lnTo>
                  <a:lnTo>
                    <a:pt x="271272" y="150876"/>
                  </a:lnTo>
                  <a:lnTo>
                    <a:pt x="280416" y="150876"/>
                  </a:lnTo>
                  <a:lnTo>
                    <a:pt x="295046" y="214347"/>
                  </a:lnTo>
                  <a:lnTo>
                    <a:pt x="315163" y="267650"/>
                  </a:lnTo>
                  <a:lnTo>
                    <a:pt x="340766" y="310859"/>
                  </a:lnTo>
                  <a:lnTo>
                    <a:pt x="371856" y="344046"/>
                  </a:lnTo>
                  <a:lnTo>
                    <a:pt x="408432" y="367284"/>
                  </a:lnTo>
                  <a:lnTo>
                    <a:pt x="408432" y="374904"/>
                  </a:lnTo>
                  <a:lnTo>
                    <a:pt x="395573" y="375189"/>
                  </a:lnTo>
                  <a:lnTo>
                    <a:pt x="384429" y="378333"/>
                  </a:lnTo>
                  <a:lnTo>
                    <a:pt x="374999" y="384333"/>
                  </a:lnTo>
                  <a:lnTo>
                    <a:pt x="367284" y="393192"/>
                  </a:lnTo>
                  <a:close/>
                </a:path>
                <a:path w="408940" h="405764">
                  <a:moveTo>
                    <a:pt x="102108" y="402336"/>
                  </a:moveTo>
                  <a:lnTo>
                    <a:pt x="102986" y="375189"/>
                  </a:lnTo>
                  <a:lnTo>
                    <a:pt x="103430" y="335336"/>
                  </a:lnTo>
                  <a:lnTo>
                    <a:pt x="103512" y="310859"/>
                  </a:lnTo>
                  <a:lnTo>
                    <a:pt x="103632" y="210312"/>
                  </a:lnTo>
                  <a:lnTo>
                    <a:pt x="128016" y="210312"/>
                  </a:lnTo>
                  <a:lnTo>
                    <a:pt x="128133" y="314919"/>
                  </a:lnTo>
                  <a:lnTo>
                    <a:pt x="129944" y="372070"/>
                  </a:lnTo>
                  <a:lnTo>
                    <a:pt x="131064" y="388620"/>
                  </a:lnTo>
                  <a:lnTo>
                    <a:pt x="102108" y="402336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5" name="object 55"/>
            <p:cNvSpPr/>
            <p:nvPr/>
          </p:nvSpPr>
          <p:spPr>
            <a:xfrm>
              <a:off x="9378696" y="3441192"/>
              <a:ext cx="280670" cy="402590"/>
            </a:xfrm>
            <a:custGeom>
              <a:avLst/>
              <a:gdLst/>
              <a:ahLst/>
              <a:cxnLst/>
              <a:rect l="l" t="t" r="r" b="b"/>
              <a:pathLst>
                <a:path w="280670" h="402589">
                  <a:moveTo>
                    <a:pt x="149351" y="18287"/>
                  </a:moveTo>
                  <a:lnTo>
                    <a:pt x="132587" y="32003"/>
                  </a:lnTo>
                  <a:lnTo>
                    <a:pt x="132587" y="137159"/>
                  </a:lnTo>
                  <a:lnTo>
                    <a:pt x="216407" y="137159"/>
                  </a:lnTo>
                  <a:lnTo>
                    <a:pt x="242315" y="111251"/>
                  </a:lnTo>
                  <a:lnTo>
                    <a:pt x="275843" y="147827"/>
                  </a:lnTo>
                  <a:lnTo>
                    <a:pt x="152399" y="147827"/>
                  </a:lnTo>
                  <a:lnTo>
                    <a:pt x="167030" y="211299"/>
                  </a:lnTo>
                  <a:lnTo>
                    <a:pt x="187147" y="264602"/>
                  </a:lnTo>
                  <a:lnTo>
                    <a:pt x="212750" y="307811"/>
                  </a:lnTo>
                  <a:lnTo>
                    <a:pt x="243839" y="340998"/>
                  </a:lnTo>
                  <a:lnTo>
                    <a:pt x="280415" y="364236"/>
                  </a:lnTo>
                  <a:lnTo>
                    <a:pt x="280415" y="371855"/>
                  </a:lnTo>
                  <a:lnTo>
                    <a:pt x="267557" y="372141"/>
                  </a:lnTo>
                  <a:lnTo>
                    <a:pt x="256412" y="375284"/>
                  </a:lnTo>
                  <a:lnTo>
                    <a:pt x="246983" y="381285"/>
                  </a:lnTo>
                  <a:lnTo>
                    <a:pt x="239267" y="390144"/>
                  </a:lnTo>
                  <a:lnTo>
                    <a:pt x="209092" y="354116"/>
                  </a:lnTo>
                  <a:lnTo>
                    <a:pt x="184403" y="311871"/>
                  </a:lnTo>
                  <a:lnTo>
                    <a:pt x="165201" y="263408"/>
                  </a:lnTo>
                  <a:lnTo>
                    <a:pt x="151485" y="208727"/>
                  </a:lnTo>
                  <a:lnTo>
                    <a:pt x="143255" y="147827"/>
                  </a:lnTo>
                  <a:lnTo>
                    <a:pt x="132587" y="147827"/>
                  </a:lnTo>
                  <a:lnTo>
                    <a:pt x="126491" y="205732"/>
                  </a:lnTo>
                  <a:lnTo>
                    <a:pt x="114299" y="257499"/>
                  </a:lnTo>
                  <a:lnTo>
                    <a:pt x="96011" y="303085"/>
                  </a:lnTo>
                  <a:lnTo>
                    <a:pt x="71627" y="342448"/>
                  </a:lnTo>
                  <a:lnTo>
                    <a:pt x="41147" y="375546"/>
                  </a:lnTo>
                  <a:lnTo>
                    <a:pt x="4571" y="402336"/>
                  </a:lnTo>
                  <a:lnTo>
                    <a:pt x="0" y="397764"/>
                  </a:lnTo>
                  <a:lnTo>
                    <a:pt x="30875" y="367291"/>
                  </a:lnTo>
                  <a:lnTo>
                    <a:pt x="56500" y="332288"/>
                  </a:lnTo>
                  <a:lnTo>
                    <a:pt x="76961" y="292798"/>
                  </a:lnTo>
                  <a:lnTo>
                    <a:pt x="92343" y="248863"/>
                  </a:lnTo>
                  <a:lnTo>
                    <a:pt x="102728" y="200525"/>
                  </a:lnTo>
                  <a:lnTo>
                    <a:pt x="108203" y="147827"/>
                  </a:lnTo>
                  <a:lnTo>
                    <a:pt x="67055" y="147827"/>
                  </a:lnTo>
                  <a:lnTo>
                    <a:pt x="55887" y="148113"/>
                  </a:lnTo>
                  <a:lnTo>
                    <a:pt x="45148" y="148970"/>
                  </a:lnTo>
                  <a:lnTo>
                    <a:pt x="34694" y="150399"/>
                  </a:lnTo>
                  <a:lnTo>
                    <a:pt x="24383" y="152399"/>
                  </a:lnTo>
                  <a:lnTo>
                    <a:pt x="9143" y="137159"/>
                  </a:lnTo>
                  <a:lnTo>
                    <a:pt x="108203" y="137159"/>
                  </a:lnTo>
                  <a:lnTo>
                    <a:pt x="108180" y="91725"/>
                  </a:lnTo>
                  <a:lnTo>
                    <a:pt x="108013" y="53720"/>
                  </a:lnTo>
                  <a:lnTo>
                    <a:pt x="107561" y="23145"/>
                  </a:lnTo>
                  <a:lnTo>
                    <a:pt x="106679" y="0"/>
                  </a:lnTo>
                  <a:lnTo>
                    <a:pt x="149351" y="18287"/>
                  </a:lnTo>
                  <a:close/>
                </a:path>
              </a:pathLst>
            </a:custGeom>
            <a:ln w="1219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56" name="object 56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9543287" y="3456432"/>
              <a:ext cx="82296" cy="92964"/>
            </a:xfrm>
            <a:prstGeom prst="rect">
              <a:avLst/>
            </a:prstGeom>
          </p:spPr>
        </p:pic>
        <p:sp>
          <p:nvSpPr>
            <p:cNvPr id="57" name="object 57"/>
            <p:cNvSpPr/>
            <p:nvPr/>
          </p:nvSpPr>
          <p:spPr>
            <a:xfrm>
              <a:off x="9250679" y="3438144"/>
              <a:ext cx="146685" cy="402590"/>
            </a:xfrm>
            <a:custGeom>
              <a:avLst/>
              <a:gdLst/>
              <a:ahLst/>
              <a:cxnLst/>
              <a:rect l="l" t="t" r="r" b="b"/>
              <a:pathLst>
                <a:path w="146684" h="402589">
                  <a:moveTo>
                    <a:pt x="102107" y="402336"/>
                  </a:moveTo>
                  <a:lnTo>
                    <a:pt x="102989" y="375118"/>
                  </a:lnTo>
                  <a:lnTo>
                    <a:pt x="103441" y="334327"/>
                  </a:lnTo>
                  <a:lnTo>
                    <a:pt x="103608" y="279534"/>
                  </a:lnTo>
                  <a:lnTo>
                    <a:pt x="103631" y="210312"/>
                  </a:lnTo>
                  <a:lnTo>
                    <a:pt x="73652" y="242887"/>
                  </a:lnTo>
                  <a:lnTo>
                    <a:pt x="50101" y="269748"/>
                  </a:lnTo>
                  <a:lnTo>
                    <a:pt x="33123" y="290893"/>
                  </a:lnTo>
                  <a:lnTo>
                    <a:pt x="22859" y="306324"/>
                  </a:lnTo>
                  <a:lnTo>
                    <a:pt x="0" y="275844"/>
                  </a:lnTo>
                  <a:lnTo>
                    <a:pt x="16835" y="266700"/>
                  </a:lnTo>
                  <a:lnTo>
                    <a:pt x="39814" y="250698"/>
                  </a:lnTo>
                  <a:lnTo>
                    <a:pt x="68794" y="227838"/>
                  </a:lnTo>
                  <a:lnTo>
                    <a:pt x="103631" y="198120"/>
                  </a:lnTo>
                  <a:lnTo>
                    <a:pt x="103608" y="120443"/>
                  </a:lnTo>
                  <a:lnTo>
                    <a:pt x="103441" y="61341"/>
                  </a:lnTo>
                  <a:lnTo>
                    <a:pt x="102989" y="21097"/>
                  </a:lnTo>
                  <a:lnTo>
                    <a:pt x="102107" y="0"/>
                  </a:lnTo>
                  <a:lnTo>
                    <a:pt x="146303" y="19812"/>
                  </a:lnTo>
                  <a:lnTo>
                    <a:pt x="128015" y="32004"/>
                  </a:lnTo>
                  <a:lnTo>
                    <a:pt x="128015" y="303276"/>
                  </a:lnTo>
                  <a:lnTo>
                    <a:pt x="128277" y="329255"/>
                  </a:lnTo>
                  <a:lnTo>
                    <a:pt x="128968" y="352234"/>
                  </a:lnTo>
                  <a:lnTo>
                    <a:pt x="129944" y="372070"/>
                  </a:lnTo>
                  <a:lnTo>
                    <a:pt x="131063" y="388620"/>
                  </a:lnTo>
                  <a:lnTo>
                    <a:pt x="102107" y="402336"/>
                  </a:lnTo>
                  <a:close/>
                </a:path>
              </a:pathLst>
            </a:custGeom>
            <a:ln w="12191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58" name="object 58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9258300" y="3505200"/>
              <a:ext cx="76200" cy="109728"/>
            </a:xfrm>
            <a:prstGeom prst="rect">
              <a:avLst/>
            </a:prstGeom>
          </p:spPr>
        </p:pic>
      </p:grpSp>
      <p:grpSp>
        <p:nvGrpSpPr>
          <p:cNvPr id="59" name="object 59"/>
          <p:cNvGrpSpPr/>
          <p:nvPr/>
        </p:nvGrpSpPr>
        <p:grpSpPr>
          <a:xfrm>
            <a:off x="2116835" y="3963923"/>
            <a:ext cx="417830" cy="405765"/>
            <a:chOff x="2116835" y="3963923"/>
            <a:chExt cx="417830" cy="405765"/>
          </a:xfrm>
        </p:grpSpPr>
        <p:sp>
          <p:nvSpPr>
            <p:cNvPr id="60" name="object 60"/>
            <p:cNvSpPr/>
            <p:nvPr/>
          </p:nvSpPr>
          <p:spPr>
            <a:xfrm>
              <a:off x="2122931" y="3970019"/>
              <a:ext cx="405765" cy="393700"/>
            </a:xfrm>
            <a:custGeom>
              <a:avLst/>
              <a:gdLst/>
              <a:ahLst/>
              <a:cxnLst/>
              <a:rect l="l" t="t" r="r" b="b"/>
              <a:pathLst>
                <a:path w="405764" h="393700">
                  <a:moveTo>
                    <a:pt x="201168" y="83820"/>
                  </a:moveTo>
                  <a:lnTo>
                    <a:pt x="175260" y="83820"/>
                  </a:lnTo>
                  <a:lnTo>
                    <a:pt x="178141" y="59793"/>
                  </a:lnTo>
                  <a:lnTo>
                    <a:pt x="180022" y="37909"/>
                  </a:lnTo>
                  <a:lnTo>
                    <a:pt x="181046" y="18026"/>
                  </a:lnTo>
                  <a:lnTo>
                    <a:pt x="181356" y="0"/>
                  </a:lnTo>
                  <a:lnTo>
                    <a:pt x="227076" y="21336"/>
                  </a:lnTo>
                  <a:lnTo>
                    <a:pt x="208788" y="30480"/>
                  </a:lnTo>
                  <a:lnTo>
                    <a:pt x="207383" y="41600"/>
                  </a:lnTo>
                  <a:lnTo>
                    <a:pt x="205549" y="54292"/>
                  </a:lnTo>
                  <a:lnTo>
                    <a:pt x="203430" y="68413"/>
                  </a:lnTo>
                  <a:lnTo>
                    <a:pt x="201168" y="83820"/>
                  </a:lnTo>
                  <a:close/>
                </a:path>
                <a:path w="405764" h="393700">
                  <a:moveTo>
                    <a:pt x="27432" y="99060"/>
                  </a:moveTo>
                  <a:lnTo>
                    <a:pt x="10668" y="83820"/>
                  </a:lnTo>
                  <a:lnTo>
                    <a:pt x="333756" y="83820"/>
                  </a:lnTo>
                  <a:lnTo>
                    <a:pt x="361188" y="57912"/>
                  </a:lnTo>
                  <a:lnTo>
                    <a:pt x="397764" y="94488"/>
                  </a:lnTo>
                  <a:lnTo>
                    <a:pt x="68580" y="94488"/>
                  </a:lnTo>
                  <a:lnTo>
                    <a:pt x="57435" y="94773"/>
                  </a:lnTo>
                  <a:lnTo>
                    <a:pt x="46863" y="95631"/>
                  </a:lnTo>
                  <a:lnTo>
                    <a:pt x="36861" y="97059"/>
                  </a:lnTo>
                  <a:lnTo>
                    <a:pt x="27432" y="99060"/>
                  </a:lnTo>
                  <a:close/>
                </a:path>
                <a:path w="405764" h="393700">
                  <a:moveTo>
                    <a:pt x="4572" y="256031"/>
                  </a:moveTo>
                  <a:lnTo>
                    <a:pt x="0" y="248412"/>
                  </a:lnTo>
                  <a:lnTo>
                    <a:pt x="32599" y="238101"/>
                  </a:lnTo>
                  <a:lnTo>
                    <a:pt x="61912" y="225361"/>
                  </a:lnTo>
                  <a:lnTo>
                    <a:pt x="111252" y="192024"/>
                  </a:lnTo>
                  <a:lnTo>
                    <a:pt x="148590" y="149542"/>
                  </a:lnTo>
                  <a:lnTo>
                    <a:pt x="172212" y="94488"/>
                  </a:lnTo>
                  <a:lnTo>
                    <a:pt x="198120" y="94488"/>
                  </a:lnTo>
                  <a:lnTo>
                    <a:pt x="189547" y="119372"/>
                  </a:lnTo>
                  <a:lnTo>
                    <a:pt x="179832" y="141541"/>
                  </a:lnTo>
                  <a:lnTo>
                    <a:pt x="168973" y="161139"/>
                  </a:lnTo>
                  <a:lnTo>
                    <a:pt x="156972" y="178307"/>
                  </a:lnTo>
                  <a:lnTo>
                    <a:pt x="172140" y="184046"/>
                  </a:lnTo>
                  <a:lnTo>
                    <a:pt x="172966" y="184404"/>
                  </a:lnTo>
                  <a:lnTo>
                    <a:pt x="152400" y="184404"/>
                  </a:lnTo>
                  <a:lnTo>
                    <a:pt x="122658" y="206954"/>
                  </a:lnTo>
                  <a:lnTo>
                    <a:pt x="88201" y="226504"/>
                  </a:lnTo>
                  <a:lnTo>
                    <a:pt x="48887" y="242911"/>
                  </a:lnTo>
                  <a:lnTo>
                    <a:pt x="4572" y="256031"/>
                  </a:lnTo>
                  <a:close/>
                </a:path>
                <a:path w="405764" h="393700">
                  <a:moveTo>
                    <a:pt x="368808" y="246888"/>
                  </a:moveTo>
                  <a:lnTo>
                    <a:pt x="306133" y="217170"/>
                  </a:lnTo>
                  <a:lnTo>
                    <a:pt x="260604" y="178307"/>
                  </a:lnTo>
                  <a:lnTo>
                    <a:pt x="228790" y="136398"/>
                  </a:lnTo>
                  <a:lnTo>
                    <a:pt x="207264" y="94488"/>
                  </a:lnTo>
                  <a:lnTo>
                    <a:pt x="216408" y="94488"/>
                  </a:lnTo>
                  <a:lnTo>
                    <a:pt x="235815" y="124206"/>
                  </a:lnTo>
                  <a:lnTo>
                    <a:pt x="257365" y="149352"/>
                  </a:lnTo>
                  <a:lnTo>
                    <a:pt x="306324" y="185928"/>
                  </a:lnTo>
                  <a:lnTo>
                    <a:pt x="358140" y="207645"/>
                  </a:lnTo>
                  <a:lnTo>
                    <a:pt x="405384" y="217931"/>
                  </a:lnTo>
                  <a:lnTo>
                    <a:pt x="405384" y="224028"/>
                  </a:lnTo>
                  <a:lnTo>
                    <a:pt x="391096" y="228028"/>
                  </a:lnTo>
                  <a:lnTo>
                    <a:pt x="380238" y="233172"/>
                  </a:lnTo>
                  <a:lnTo>
                    <a:pt x="372808" y="239458"/>
                  </a:lnTo>
                  <a:lnTo>
                    <a:pt x="368808" y="246888"/>
                  </a:lnTo>
                  <a:close/>
                </a:path>
                <a:path w="405764" h="393700">
                  <a:moveTo>
                    <a:pt x="219456" y="251460"/>
                  </a:moveTo>
                  <a:lnTo>
                    <a:pt x="213360" y="251460"/>
                  </a:lnTo>
                  <a:lnTo>
                    <a:pt x="207264" y="245364"/>
                  </a:lnTo>
                  <a:lnTo>
                    <a:pt x="201168" y="233172"/>
                  </a:lnTo>
                  <a:lnTo>
                    <a:pt x="192047" y="221480"/>
                  </a:lnTo>
                  <a:lnTo>
                    <a:pt x="180784" y="209359"/>
                  </a:lnTo>
                  <a:lnTo>
                    <a:pt x="167520" y="196953"/>
                  </a:lnTo>
                  <a:lnTo>
                    <a:pt x="152400" y="184404"/>
                  </a:lnTo>
                  <a:lnTo>
                    <a:pt x="172966" y="184404"/>
                  </a:lnTo>
                  <a:lnTo>
                    <a:pt x="208788" y="202692"/>
                  </a:lnTo>
                  <a:lnTo>
                    <a:pt x="228600" y="236219"/>
                  </a:lnTo>
                  <a:lnTo>
                    <a:pt x="227076" y="242316"/>
                  </a:lnTo>
                  <a:lnTo>
                    <a:pt x="220980" y="248412"/>
                  </a:lnTo>
                  <a:lnTo>
                    <a:pt x="219456" y="251460"/>
                  </a:lnTo>
                  <a:close/>
                </a:path>
                <a:path w="405764" h="393700">
                  <a:moveTo>
                    <a:pt x="219456" y="321563"/>
                  </a:moveTo>
                  <a:lnTo>
                    <a:pt x="213360" y="321563"/>
                  </a:lnTo>
                  <a:lnTo>
                    <a:pt x="208788" y="316991"/>
                  </a:lnTo>
                  <a:lnTo>
                    <a:pt x="205740" y="306324"/>
                  </a:lnTo>
                  <a:lnTo>
                    <a:pt x="199739" y="295203"/>
                  </a:lnTo>
                  <a:lnTo>
                    <a:pt x="190881" y="282511"/>
                  </a:lnTo>
                  <a:lnTo>
                    <a:pt x="179165" y="268390"/>
                  </a:lnTo>
                  <a:lnTo>
                    <a:pt x="164592" y="252983"/>
                  </a:lnTo>
                  <a:lnTo>
                    <a:pt x="167640" y="246888"/>
                  </a:lnTo>
                  <a:lnTo>
                    <a:pt x="207287" y="266819"/>
                  </a:lnTo>
                  <a:lnTo>
                    <a:pt x="233172" y="295656"/>
                  </a:lnTo>
                  <a:lnTo>
                    <a:pt x="231648" y="304800"/>
                  </a:lnTo>
                  <a:lnTo>
                    <a:pt x="230124" y="310895"/>
                  </a:lnTo>
                  <a:lnTo>
                    <a:pt x="225552" y="315467"/>
                  </a:lnTo>
                  <a:lnTo>
                    <a:pt x="222504" y="320039"/>
                  </a:lnTo>
                  <a:lnTo>
                    <a:pt x="219456" y="321563"/>
                  </a:lnTo>
                  <a:close/>
                </a:path>
                <a:path w="405764" h="393700">
                  <a:moveTo>
                    <a:pt x="266700" y="393192"/>
                  </a:moveTo>
                  <a:lnTo>
                    <a:pt x="163068" y="393192"/>
                  </a:lnTo>
                  <a:lnTo>
                    <a:pt x="141327" y="392668"/>
                  </a:lnTo>
                  <a:lnTo>
                    <a:pt x="126301" y="386715"/>
                  </a:lnTo>
                  <a:lnTo>
                    <a:pt x="117848" y="375618"/>
                  </a:lnTo>
                  <a:lnTo>
                    <a:pt x="115824" y="359663"/>
                  </a:lnTo>
                  <a:lnTo>
                    <a:pt x="115628" y="332232"/>
                  </a:lnTo>
                  <a:lnTo>
                    <a:pt x="115501" y="321564"/>
                  </a:lnTo>
                  <a:lnTo>
                    <a:pt x="115034" y="295656"/>
                  </a:lnTo>
                  <a:lnTo>
                    <a:pt x="114529" y="271272"/>
                  </a:lnTo>
                  <a:lnTo>
                    <a:pt x="114300" y="251460"/>
                  </a:lnTo>
                  <a:lnTo>
                    <a:pt x="153924" y="271272"/>
                  </a:lnTo>
                  <a:lnTo>
                    <a:pt x="140208" y="283464"/>
                  </a:lnTo>
                  <a:lnTo>
                    <a:pt x="140103" y="355092"/>
                  </a:lnTo>
                  <a:lnTo>
                    <a:pt x="139874" y="361783"/>
                  </a:lnTo>
                  <a:lnTo>
                    <a:pt x="143256" y="368236"/>
                  </a:lnTo>
                  <a:lnTo>
                    <a:pt x="150066" y="371546"/>
                  </a:lnTo>
                  <a:lnTo>
                    <a:pt x="160020" y="371856"/>
                  </a:lnTo>
                  <a:lnTo>
                    <a:pt x="314308" y="371856"/>
                  </a:lnTo>
                  <a:lnTo>
                    <a:pt x="307205" y="381190"/>
                  </a:lnTo>
                  <a:lnTo>
                    <a:pt x="296227" y="388620"/>
                  </a:lnTo>
                  <a:lnTo>
                    <a:pt x="282678" y="392620"/>
                  </a:lnTo>
                  <a:lnTo>
                    <a:pt x="266700" y="393192"/>
                  </a:lnTo>
                  <a:close/>
                </a:path>
                <a:path w="405764" h="393700">
                  <a:moveTo>
                    <a:pt x="365760" y="359663"/>
                  </a:moveTo>
                  <a:lnTo>
                    <a:pt x="359664" y="359663"/>
                  </a:lnTo>
                  <a:lnTo>
                    <a:pt x="355092" y="353568"/>
                  </a:lnTo>
                  <a:lnTo>
                    <a:pt x="350520" y="339852"/>
                  </a:lnTo>
                  <a:lnTo>
                    <a:pt x="343376" y="325302"/>
                  </a:lnTo>
                  <a:lnTo>
                    <a:pt x="333375" y="309181"/>
                  </a:lnTo>
                  <a:lnTo>
                    <a:pt x="320516" y="291631"/>
                  </a:lnTo>
                  <a:lnTo>
                    <a:pt x="304800" y="272795"/>
                  </a:lnTo>
                  <a:lnTo>
                    <a:pt x="310896" y="269748"/>
                  </a:lnTo>
                  <a:lnTo>
                    <a:pt x="345376" y="290512"/>
                  </a:lnTo>
                  <a:lnTo>
                    <a:pt x="378714" y="321564"/>
                  </a:lnTo>
                  <a:lnTo>
                    <a:pt x="381000" y="335280"/>
                  </a:lnTo>
                  <a:lnTo>
                    <a:pt x="379476" y="345948"/>
                  </a:lnTo>
                  <a:lnTo>
                    <a:pt x="376428" y="352044"/>
                  </a:lnTo>
                  <a:lnTo>
                    <a:pt x="367284" y="358139"/>
                  </a:lnTo>
                  <a:lnTo>
                    <a:pt x="365760" y="359663"/>
                  </a:lnTo>
                  <a:close/>
                </a:path>
                <a:path w="405764" h="393700">
                  <a:moveTo>
                    <a:pt x="41148" y="364236"/>
                  </a:moveTo>
                  <a:lnTo>
                    <a:pt x="32004" y="364236"/>
                  </a:lnTo>
                  <a:lnTo>
                    <a:pt x="25908" y="362712"/>
                  </a:lnTo>
                  <a:lnTo>
                    <a:pt x="22860" y="361187"/>
                  </a:lnTo>
                  <a:lnTo>
                    <a:pt x="18288" y="359663"/>
                  </a:lnTo>
                  <a:lnTo>
                    <a:pt x="16764" y="358139"/>
                  </a:lnTo>
                  <a:lnTo>
                    <a:pt x="16764" y="352044"/>
                  </a:lnTo>
                  <a:lnTo>
                    <a:pt x="21336" y="345948"/>
                  </a:lnTo>
                  <a:lnTo>
                    <a:pt x="30480" y="338328"/>
                  </a:lnTo>
                  <a:lnTo>
                    <a:pt x="40505" y="328350"/>
                  </a:lnTo>
                  <a:lnTo>
                    <a:pt x="50101" y="314515"/>
                  </a:lnTo>
                  <a:lnTo>
                    <a:pt x="59412" y="296965"/>
                  </a:lnTo>
                  <a:lnTo>
                    <a:pt x="68580" y="275843"/>
                  </a:lnTo>
                  <a:lnTo>
                    <a:pt x="74676" y="277368"/>
                  </a:lnTo>
                  <a:lnTo>
                    <a:pt x="71461" y="319373"/>
                  </a:lnTo>
                  <a:lnTo>
                    <a:pt x="57864" y="356234"/>
                  </a:lnTo>
                  <a:lnTo>
                    <a:pt x="47244" y="362712"/>
                  </a:lnTo>
                  <a:lnTo>
                    <a:pt x="41148" y="364236"/>
                  </a:lnTo>
                  <a:close/>
                </a:path>
                <a:path w="405764" h="393700">
                  <a:moveTo>
                    <a:pt x="314308" y="371856"/>
                  </a:moveTo>
                  <a:lnTo>
                    <a:pt x="252984" y="371856"/>
                  </a:lnTo>
                  <a:lnTo>
                    <a:pt x="262151" y="370951"/>
                  </a:lnTo>
                  <a:lnTo>
                    <a:pt x="269176" y="368046"/>
                  </a:lnTo>
                  <a:lnTo>
                    <a:pt x="280087" y="320039"/>
                  </a:lnTo>
                  <a:lnTo>
                    <a:pt x="280416" y="301752"/>
                  </a:lnTo>
                  <a:lnTo>
                    <a:pt x="289560" y="301752"/>
                  </a:lnTo>
                  <a:lnTo>
                    <a:pt x="292989" y="340542"/>
                  </a:lnTo>
                  <a:lnTo>
                    <a:pt x="315468" y="370332"/>
                  </a:lnTo>
                  <a:lnTo>
                    <a:pt x="314308" y="371856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1" name="object 61"/>
            <p:cNvSpPr/>
            <p:nvPr/>
          </p:nvSpPr>
          <p:spPr>
            <a:xfrm>
              <a:off x="2122931" y="3970019"/>
              <a:ext cx="405765" cy="256540"/>
            </a:xfrm>
            <a:custGeom>
              <a:avLst/>
              <a:gdLst/>
              <a:ahLst/>
              <a:cxnLst/>
              <a:rect l="l" t="t" r="r" b="b"/>
              <a:pathLst>
                <a:path w="405764" h="256539">
                  <a:moveTo>
                    <a:pt x="181356" y="0"/>
                  </a:moveTo>
                  <a:lnTo>
                    <a:pt x="227076" y="21336"/>
                  </a:lnTo>
                  <a:lnTo>
                    <a:pt x="208788" y="30480"/>
                  </a:lnTo>
                  <a:lnTo>
                    <a:pt x="207383" y="41600"/>
                  </a:lnTo>
                  <a:lnTo>
                    <a:pt x="205549" y="54292"/>
                  </a:lnTo>
                  <a:lnTo>
                    <a:pt x="203430" y="68413"/>
                  </a:lnTo>
                  <a:lnTo>
                    <a:pt x="201168" y="83820"/>
                  </a:lnTo>
                  <a:lnTo>
                    <a:pt x="333756" y="83820"/>
                  </a:lnTo>
                  <a:lnTo>
                    <a:pt x="361188" y="57912"/>
                  </a:lnTo>
                  <a:lnTo>
                    <a:pt x="397764" y="94488"/>
                  </a:lnTo>
                  <a:lnTo>
                    <a:pt x="216408" y="94488"/>
                  </a:lnTo>
                  <a:lnTo>
                    <a:pt x="235815" y="124206"/>
                  </a:lnTo>
                  <a:lnTo>
                    <a:pt x="280916" y="169926"/>
                  </a:lnTo>
                  <a:lnTo>
                    <a:pt x="332946" y="198215"/>
                  </a:lnTo>
                  <a:lnTo>
                    <a:pt x="382190" y="214217"/>
                  </a:lnTo>
                  <a:lnTo>
                    <a:pt x="405384" y="217931"/>
                  </a:lnTo>
                  <a:lnTo>
                    <a:pt x="405384" y="224028"/>
                  </a:lnTo>
                  <a:lnTo>
                    <a:pt x="391096" y="228028"/>
                  </a:lnTo>
                  <a:lnTo>
                    <a:pt x="380238" y="233171"/>
                  </a:lnTo>
                  <a:lnTo>
                    <a:pt x="372808" y="239458"/>
                  </a:lnTo>
                  <a:lnTo>
                    <a:pt x="368808" y="246888"/>
                  </a:lnTo>
                  <a:lnTo>
                    <a:pt x="335399" y="233171"/>
                  </a:lnTo>
                  <a:lnTo>
                    <a:pt x="281154" y="198881"/>
                  </a:lnTo>
                  <a:lnTo>
                    <a:pt x="243482" y="157495"/>
                  </a:lnTo>
                  <a:lnTo>
                    <a:pt x="216669" y="115300"/>
                  </a:lnTo>
                  <a:lnTo>
                    <a:pt x="207264" y="94488"/>
                  </a:lnTo>
                  <a:lnTo>
                    <a:pt x="198120" y="94488"/>
                  </a:lnTo>
                  <a:lnTo>
                    <a:pt x="189547" y="119372"/>
                  </a:lnTo>
                  <a:lnTo>
                    <a:pt x="179832" y="141541"/>
                  </a:lnTo>
                  <a:lnTo>
                    <a:pt x="168973" y="161139"/>
                  </a:lnTo>
                  <a:lnTo>
                    <a:pt x="156972" y="178307"/>
                  </a:lnTo>
                  <a:lnTo>
                    <a:pt x="172140" y="184046"/>
                  </a:lnTo>
                  <a:lnTo>
                    <a:pt x="208788" y="202692"/>
                  </a:lnTo>
                  <a:lnTo>
                    <a:pt x="228600" y="227076"/>
                  </a:lnTo>
                  <a:lnTo>
                    <a:pt x="228600" y="236219"/>
                  </a:lnTo>
                  <a:lnTo>
                    <a:pt x="227076" y="242316"/>
                  </a:lnTo>
                  <a:lnTo>
                    <a:pt x="224028" y="245364"/>
                  </a:lnTo>
                  <a:lnTo>
                    <a:pt x="220980" y="248411"/>
                  </a:lnTo>
                  <a:lnTo>
                    <a:pt x="219456" y="251459"/>
                  </a:lnTo>
                  <a:lnTo>
                    <a:pt x="217932" y="251459"/>
                  </a:lnTo>
                  <a:lnTo>
                    <a:pt x="213360" y="251459"/>
                  </a:lnTo>
                  <a:lnTo>
                    <a:pt x="207264" y="245364"/>
                  </a:lnTo>
                  <a:lnTo>
                    <a:pt x="201168" y="233172"/>
                  </a:lnTo>
                  <a:lnTo>
                    <a:pt x="192047" y="221480"/>
                  </a:lnTo>
                  <a:lnTo>
                    <a:pt x="180784" y="209359"/>
                  </a:lnTo>
                  <a:lnTo>
                    <a:pt x="167520" y="196953"/>
                  </a:lnTo>
                  <a:lnTo>
                    <a:pt x="152400" y="184404"/>
                  </a:lnTo>
                  <a:lnTo>
                    <a:pt x="122658" y="206954"/>
                  </a:lnTo>
                  <a:lnTo>
                    <a:pt x="88201" y="226504"/>
                  </a:lnTo>
                  <a:lnTo>
                    <a:pt x="48887" y="242911"/>
                  </a:lnTo>
                  <a:lnTo>
                    <a:pt x="4572" y="256031"/>
                  </a:lnTo>
                  <a:lnTo>
                    <a:pt x="0" y="248411"/>
                  </a:lnTo>
                  <a:lnTo>
                    <a:pt x="32599" y="238101"/>
                  </a:lnTo>
                  <a:lnTo>
                    <a:pt x="61912" y="225361"/>
                  </a:lnTo>
                  <a:lnTo>
                    <a:pt x="111252" y="192024"/>
                  </a:lnTo>
                  <a:lnTo>
                    <a:pt x="148590" y="149542"/>
                  </a:lnTo>
                  <a:lnTo>
                    <a:pt x="172212" y="94488"/>
                  </a:lnTo>
                  <a:lnTo>
                    <a:pt x="68580" y="94488"/>
                  </a:lnTo>
                  <a:lnTo>
                    <a:pt x="57435" y="94773"/>
                  </a:lnTo>
                  <a:lnTo>
                    <a:pt x="46863" y="95631"/>
                  </a:lnTo>
                  <a:lnTo>
                    <a:pt x="36861" y="97059"/>
                  </a:lnTo>
                  <a:lnTo>
                    <a:pt x="27432" y="99060"/>
                  </a:lnTo>
                  <a:lnTo>
                    <a:pt x="10668" y="83820"/>
                  </a:lnTo>
                  <a:lnTo>
                    <a:pt x="175260" y="83820"/>
                  </a:lnTo>
                  <a:lnTo>
                    <a:pt x="178141" y="59793"/>
                  </a:lnTo>
                  <a:lnTo>
                    <a:pt x="180022" y="37909"/>
                  </a:lnTo>
                  <a:lnTo>
                    <a:pt x="181046" y="18026"/>
                  </a:lnTo>
                  <a:lnTo>
                    <a:pt x="181356" y="0"/>
                  </a:lnTo>
                  <a:close/>
                </a:path>
              </a:pathLst>
            </a:custGeom>
            <a:ln w="1219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62" name="object 62"/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2133599" y="4239768"/>
              <a:ext cx="70103" cy="100584"/>
            </a:xfrm>
            <a:prstGeom prst="rect">
              <a:avLst/>
            </a:prstGeom>
          </p:spPr>
        </p:pic>
        <p:pic>
          <p:nvPicPr>
            <p:cNvPr id="63" name="object 63"/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2231135" y="4210811"/>
              <a:ext cx="278892" cy="158496"/>
            </a:xfrm>
            <a:prstGeom prst="rect">
              <a:avLst/>
            </a:prstGeom>
          </p:spPr>
        </p:pic>
      </p:grpSp>
      <p:pic>
        <p:nvPicPr>
          <p:cNvPr id="64" name="object 64"/>
          <p:cNvPicPr/>
          <p:nvPr/>
        </p:nvPicPr>
        <p:blipFill>
          <a:blip r:embed="rId12" cstate="print"/>
          <a:stretch>
            <a:fillRect/>
          </a:stretch>
        </p:blipFill>
        <p:spPr>
          <a:xfrm>
            <a:off x="2610611" y="4175759"/>
            <a:ext cx="64008" cy="164592"/>
          </a:xfrm>
          <a:prstGeom prst="rect">
            <a:avLst/>
          </a:prstGeom>
        </p:spPr>
      </p:pic>
      <p:pic>
        <p:nvPicPr>
          <p:cNvPr id="65" name="object 65"/>
          <p:cNvPicPr/>
          <p:nvPr/>
        </p:nvPicPr>
        <p:blipFill>
          <a:blip r:embed="rId13" cstate="print"/>
          <a:stretch>
            <a:fillRect/>
          </a:stretch>
        </p:blipFill>
        <p:spPr>
          <a:xfrm>
            <a:off x="3028188" y="3960876"/>
            <a:ext cx="1027176" cy="426719"/>
          </a:xfrm>
          <a:prstGeom prst="rect">
            <a:avLst/>
          </a:prstGeom>
        </p:spPr>
      </p:pic>
      <p:sp>
        <p:nvSpPr>
          <p:cNvPr id="66" name="object 66"/>
          <p:cNvSpPr/>
          <p:nvPr/>
        </p:nvSpPr>
        <p:spPr>
          <a:xfrm>
            <a:off x="1751075" y="4791455"/>
            <a:ext cx="155575" cy="155575"/>
          </a:xfrm>
          <a:custGeom>
            <a:avLst/>
            <a:gdLst/>
            <a:ahLst/>
            <a:cxnLst/>
            <a:rect l="l" t="t" r="r" b="b"/>
            <a:pathLst>
              <a:path w="155575" h="155575">
                <a:moveTo>
                  <a:pt x="155448" y="155447"/>
                </a:moveTo>
                <a:lnTo>
                  <a:pt x="0" y="155447"/>
                </a:lnTo>
                <a:lnTo>
                  <a:pt x="0" y="0"/>
                </a:lnTo>
                <a:lnTo>
                  <a:pt x="155448" y="0"/>
                </a:lnTo>
                <a:lnTo>
                  <a:pt x="155448" y="155447"/>
                </a:lnTo>
                <a:close/>
              </a:path>
            </a:pathLst>
          </a:custGeom>
          <a:solidFill>
            <a:srgbClr val="3333C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" name="object 67"/>
          <p:cNvSpPr/>
          <p:nvPr/>
        </p:nvSpPr>
        <p:spPr>
          <a:xfrm>
            <a:off x="2130551" y="4604003"/>
            <a:ext cx="387350" cy="405765"/>
          </a:xfrm>
          <a:custGeom>
            <a:avLst/>
            <a:gdLst/>
            <a:ahLst/>
            <a:cxnLst/>
            <a:rect l="l" t="t" r="r" b="b"/>
            <a:pathLst>
              <a:path w="387350" h="405764">
                <a:moveTo>
                  <a:pt x="383110" y="92964"/>
                </a:moveTo>
                <a:lnTo>
                  <a:pt x="347472" y="92964"/>
                </a:lnTo>
                <a:lnTo>
                  <a:pt x="361188" y="76200"/>
                </a:lnTo>
                <a:lnTo>
                  <a:pt x="383110" y="92964"/>
                </a:lnTo>
                <a:close/>
              </a:path>
              <a:path w="387350" h="405764">
                <a:moveTo>
                  <a:pt x="227076" y="384048"/>
                </a:moveTo>
                <a:lnTo>
                  <a:pt x="228195" y="359806"/>
                </a:lnTo>
                <a:lnTo>
                  <a:pt x="229171" y="339852"/>
                </a:lnTo>
                <a:lnTo>
                  <a:pt x="229862" y="324469"/>
                </a:lnTo>
                <a:lnTo>
                  <a:pt x="230124" y="313944"/>
                </a:lnTo>
                <a:lnTo>
                  <a:pt x="230124" y="143256"/>
                </a:lnTo>
                <a:lnTo>
                  <a:pt x="229862" y="127254"/>
                </a:lnTo>
                <a:lnTo>
                  <a:pt x="229171" y="111252"/>
                </a:lnTo>
                <a:lnTo>
                  <a:pt x="228195" y="95249"/>
                </a:lnTo>
                <a:lnTo>
                  <a:pt x="227076" y="79247"/>
                </a:lnTo>
                <a:lnTo>
                  <a:pt x="251460" y="92964"/>
                </a:lnTo>
                <a:lnTo>
                  <a:pt x="383110" y="92964"/>
                </a:lnTo>
                <a:lnTo>
                  <a:pt x="387096" y="96012"/>
                </a:lnTo>
                <a:lnTo>
                  <a:pt x="378523" y="103632"/>
                </a:lnTo>
                <a:lnTo>
                  <a:pt x="251460" y="103632"/>
                </a:lnTo>
                <a:lnTo>
                  <a:pt x="251460" y="323088"/>
                </a:lnTo>
                <a:lnTo>
                  <a:pt x="373991" y="323088"/>
                </a:lnTo>
                <a:lnTo>
                  <a:pt x="374142" y="327088"/>
                </a:lnTo>
                <a:lnTo>
                  <a:pt x="374305" y="332232"/>
                </a:lnTo>
                <a:lnTo>
                  <a:pt x="251460" y="332232"/>
                </a:lnTo>
                <a:lnTo>
                  <a:pt x="251460" y="371856"/>
                </a:lnTo>
                <a:lnTo>
                  <a:pt x="227076" y="384048"/>
                </a:lnTo>
                <a:close/>
              </a:path>
              <a:path w="387350" h="405764">
                <a:moveTo>
                  <a:pt x="373991" y="323088"/>
                </a:moveTo>
                <a:lnTo>
                  <a:pt x="350520" y="323088"/>
                </a:lnTo>
                <a:lnTo>
                  <a:pt x="350520" y="103632"/>
                </a:lnTo>
                <a:lnTo>
                  <a:pt x="378523" y="103632"/>
                </a:lnTo>
                <a:lnTo>
                  <a:pt x="373380" y="108204"/>
                </a:lnTo>
                <a:lnTo>
                  <a:pt x="373380" y="301752"/>
                </a:lnTo>
                <a:lnTo>
                  <a:pt x="373646" y="313944"/>
                </a:lnTo>
                <a:lnTo>
                  <a:pt x="373991" y="323088"/>
                </a:lnTo>
                <a:close/>
              </a:path>
              <a:path w="387350" h="405764">
                <a:moveTo>
                  <a:pt x="350520" y="373380"/>
                </a:moveTo>
                <a:lnTo>
                  <a:pt x="350520" y="332232"/>
                </a:lnTo>
                <a:lnTo>
                  <a:pt x="374305" y="332232"/>
                </a:lnTo>
                <a:lnTo>
                  <a:pt x="374665" y="343542"/>
                </a:lnTo>
                <a:lnTo>
                  <a:pt x="374904" y="362712"/>
                </a:lnTo>
                <a:lnTo>
                  <a:pt x="350520" y="373380"/>
                </a:lnTo>
                <a:close/>
              </a:path>
              <a:path w="387350" h="405764">
                <a:moveTo>
                  <a:pt x="97536" y="108204"/>
                </a:moveTo>
                <a:lnTo>
                  <a:pt x="73152" y="108204"/>
                </a:lnTo>
                <a:lnTo>
                  <a:pt x="78533" y="76723"/>
                </a:lnTo>
                <a:lnTo>
                  <a:pt x="83058" y="48387"/>
                </a:lnTo>
                <a:lnTo>
                  <a:pt x="86439" y="22907"/>
                </a:lnTo>
                <a:lnTo>
                  <a:pt x="88392" y="0"/>
                </a:lnTo>
                <a:lnTo>
                  <a:pt x="131064" y="19812"/>
                </a:lnTo>
                <a:lnTo>
                  <a:pt x="114300" y="30480"/>
                </a:lnTo>
                <a:lnTo>
                  <a:pt x="110609" y="45624"/>
                </a:lnTo>
                <a:lnTo>
                  <a:pt x="106489" y="63627"/>
                </a:lnTo>
                <a:lnTo>
                  <a:pt x="102084" y="84486"/>
                </a:lnTo>
                <a:lnTo>
                  <a:pt x="97536" y="108204"/>
                </a:lnTo>
                <a:close/>
              </a:path>
              <a:path w="387350" h="405764">
                <a:moveTo>
                  <a:pt x="16764" y="123444"/>
                </a:moveTo>
                <a:lnTo>
                  <a:pt x="1524" y="108204"/>
                </a:lnTo>
                <a:lnTo>
                  <a:pt x="163068" y="108204"/>
                </a:lnTo>
                <a:lnTo>
                  <a:pt x="173736" y="89916"/>
                </a:lnTo>
                <a:lnTo>
                  <a:pt x="202692" y="109728"/>
                </a:lnTo>
                <a:lnTo>
                  <a:pt x="192405" y="118871"/>
                </a:lnTo>
                <a:lnTo>
                  <a:pt x="59436" y="118871"/>
                </a:lnTo>
                <a:lnTo>
                  <a:pt x="48267" y="119157"/>
                </a:lnTo>
                <a:lnTo>
                  <a:pt x="37528" y="120014"/>
                </a:lnTo>
                <a:lnTo>
                  <a:pt x="27074" y="121443"/>
                </a:lnTo>
                <a:lnTo>
                  <a:pt x="16764" y="123444"/>
                </a:lnTo>
                <a:close/>
              </a:path>
              <a:path w="387350" h="405764">
                <a:moveTo>
                  <a:pt x="3048" y="405384"/>
                </a:moveTo>
                <a:lnTo>
                  <a:pt x="0" y="400812"/>
                </a:lnTo>
                <a:lnTo>
                  <a:pt x="39409" y="381095"/>
                </a:lnTo>
                <a:lnTo>
                  <a:pt x="72961" y="358521"/>
                </a:lnTo>
                <a:lnTo>
                  <a:pt x="100512" y="333089"/>
                </a:lnTo>
                <a:lnTo>
                  <a:pt x="121920" y="304800"/>
                </a:lnTo>
                <a:lnTo>
                  <a:pt x="96797" y="294489"/>
                </a:lnTo>
                <a:lnTo>
                  <a:pt x="74104" y="286321"/>
                </a:lnTo>
                <a:lnTo>
                  <a:pt x="53982" y="280154"/>
                </a:lnTo>
                <a:lnTo>
                  <a:pt x="36576" y="275844"/>
                </a:lnTo>
                <a:lnTo>
                  <a:pt x="43981" y="245530"/>
                </a:lnTo>
                <a:lnTo>
                  <a:pt x="52387" y="209359"/>
                </a:lnTo>
                <a:lnTo>
                  <a:pt x="61650" y="167187"/>
                </a:lnTo>
                <a:lnTo>
                  <a:pt x="71628" y="118871"/>
                </a:lnTo>
                <a:lnTo>
                  <a:pt x="96012" y="118871"/>
                </a:lnTo>
                <a:lnTo>
                  <a:pt x="88820" y="148875"/>
                </a:lnTo>
                <a:lnTo>
                  <a:pt x="80772" y="184023"/>
                </a:lnTo>
                <a:lnTo>
                  <a:pt x="71580" y="224313"/>
                </a:lnTo>
                <a:lnTo>
                  <a:pt x="60960" y="269748"/>
                </a:lnTo>
                <a:lnTo>
                  <a:pt x="85915" y="276796"/>
                </a:lnTo>
                <a:lnTo>
                  <a:pt x="104894" y="282392"/>
                </a:lnTo>
                <a:lnTo>
                  <a:pt x="128016" y="289560"/>
                </a:lnTo>
                <a:lnTo>
                  <a:pt x="152976" y="289560"/>
                </a:lnTo>
                <a:lnTo>
                  <a:pt x="150876" y="295656"/>
                </a:lnTo>
                <a:lnTo>
                  <a:pt x="169425" y="304490"/>
                </a:lnTo>
                <a:lnTo>
                  <a:pt x="183832" y="312610"/>
                </a:lnTo>
                <a:lnTo>
                  <a:pt x="187814" y="315468"/>
                </a:lnTo>
                <a:lnTo>
                  <a:pt x="140208" y="315468"/>
                </a:lnTo>
                <a:lnTo>
                  <a:pt x="112776" y="346019"/>
                </a:lnTo>
                <a:lnTo>
                  <a:pt x="80772" y="371284"/>
                </a:lnTo>
                <a:lnTo>
                  <a:pt x="44196" y="391120"/>
                </a:lnTo>
                <a:lnTo>
                  <a:pt x="3048" y="405384"/>
                </a:lnTo>
                <a:close/>
              </a:path>
              <a:path w="387350" h="405764">
                <a:moveTo>
                  <a:pt x="152976" y="289560"/>
                </a:moveTo>
                <a:lnTo>
                  <a:pt x="128016" y="289560"/>
                </a:lnTo>
                <a:lnTo>
                  <a:pt x="138874" y="259246"/>
                </a:lnTo>
                <a:lnTo>
                  <a:pt x="148590" y="220789"/>
                </a:lnTo>
                <a:lnTo>
                  <a:pt x="157162" y="174045"/>
                </a:lnTo>
                <a:lnTo>
                  <a:pt x="164592" y="118871"/>
                </a:lnTo>
                <a:lnTo>
                  <a:pt x="192405" y="118871"/>
                </a:lnTo>
                <a:lnTo>
                  <a:pt x="188976" y="121920"/>
                </a:lnTo>
                <a:lnTo>
                  <a:pt x="180451" y="179070"/>
                </a:lnTo>
                <a:lnTo>
                  <a:pt x="171069" y="227076"/>
                </a:lnTo>
                <a:lnTo>
                  <a:pt x="161115" y="265938"/>
                </a:lnTo>
                <a:lnTo>
                  <a:pt x="152976" y="289560"/>
                </a:lnTo>
                <a:close/>
              </a:path>
              <a:path w="387350" h="405764">
                <a:moveTo>
                  <a:pt x="201168" y="362712"/>
                </a:moveTo>
                <a:lnTo>
                  <a:pt x="195072" y="362712"/>
                </a:lnTo>
                <a:lnTo>
                  <a:pt x="190500" y="359664"/>
                </a:lnTo>
                <a:lnTo>
                  <a:pt x="185928" y="353568"/>
                </a:lnTo>
                <a:lnTo>
                  <a:pt x="177927" y="345043"/>
                </a:lnTo>
                <a:lnTo>
                  <a:pt x="167640" y="335661"/>
                </a:lnTo>
                <a:lnTo>
                  <a:pt x="155067" y="325707"/>
                </a:lnTo>
                <a:lnTo>
                  <a:pt x="140208" y="315468"/>
                </a:lnTo>
                <a:lnTo>
                  <a:pt x="187814" y="315468"/>
                </a:lnTo>
                <a:lnTo>
                  <a:pt x="204787" y="344781"/>
                </a:lnTo>
                <a:lnTo>
                  <a:pt x="204216" y="350520"/>
                </a:lnTo>
                <a:lnTo>
                  <a:pt x="202692" y="358140"/>
                </a:lnTo>
                <a:lnTo>
                  <a:pt x="201168" y="36271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" name="object 68"/>
          <p:cNvSpPr/>
          <p:nvPr/>
        </p:nvSpPr>
        <p:spPr>
          <a:xfrm>
            <a:off x="2577084" y="4611623"/>
            <a:ext cx="393700" cy="398145"/>
          </a:xfrm>
          <a:custGeom>
            <a:avLst/>
            <a:gdLst/>
            <a:ahLst/>
            <a:cxnLst/>
            <a:rect l="l" t="t" r="r" b="b"/>
            <a:pathLst>
              <a:path w="393700" h="398145">
                <a:moveTo>
                  <a:pt x="333184" y="15240"/>
                </a:moveTo>
                <a:lnTo>
                  <a:pt x="300228" y="15240"/>
                </a:lnTo>
                <a:lnTo>
                  <a:pt x="316992" y="0"/>
                </a:lnTo>
                <a:lnTo>
                  <a:pt x="333184" y="15240"/>
                </a:lnTo>
                <a:close/>
              </a:path>
              <a:path w="393700" h="398145">
                <a:moveTo>
                  <a:pt x="68580" y="195072"/>
                </a:moveTo>
                <a:lnTo>
                  <a:pt x="68818" y="170830"/>
                </a:lnTo>
                <a:lnTo>
                  <a:pt x="69865" y="121777"/>
                </a:lnTo>
                <a:lnTo>
                  <a:pt x="69983" y="85344"/>
                </a:lnTo>
                <a:lnTo>
                  <a:pt x="69865" y="73533"/>
                </a:lnTo>
                <a:lnTo>
                  <a:pt x="68826" y="25908"/>
                </a:lnTo>
                <a:lnTo>
                  <a:pt x="68580" y="1524"/>
                </a:lnTo>
                <a:lnTo>
                  <a:pt x="94488" y="15240"/>
                </a:lnTo>
                <a:lnTo>
                  <a:pt x="333184" y="15240"/>
                </a:lnTo>
                <a:lnTo>
                  <a:pt x="342900" y="24384"/>
                </a:lnTo>
                <a:lnTo>
                  <a:pt x="340722" y="25908"/>
                </a:lnTo>
                <a:lnTo>
                  <a:pt x="94488" y="25908"/>
                </a:lnTo>
                <a:lnTo>
                  <a:pt x="94488" y="85344"/>
                </a:lnTo>
                <a:lnTo>
                  <a:pt x="327681" y="85344"/>
                </a:lnTo>
                <a:lnTo>
                  <a:pt x="327708" y="96012"/>
                </a:lnTo>
                <a:lnTo>
                  <a:pt x="94488" y="96012"/>
                </a:lnTo>
                <a:lnTo>
                  <a:pt x="94488" y="158496"/>
                </a:lnTo>
                <a:lnTo>
                  <a:pt x="328239" y="158496"/>
                </a:lnTo>
                <a:lnTo>
                  <a:pt x="328302" y="162782"/>
                </a:lnTo>
                <a:lnTo>
                  <a:pt x="328605" y="169164"/>
                </a:lnTo>
                <a:lnTo>
                  <a:pt x="94488" y="169164"/>
                </a:lnTo>
                <a:lnTo>
                  <a:pt x="94488" y="184403"/>
                </a:lnTo>
                <a:lnTo>
                  <a:pt x="68580" y="195072"/>
                </a:lnTo>
                <a:close/>
              </a:path>
              <a:path w="393700" h="398145">
                <a:moveTo>
                  <a:pt x="210312" y="85344"/>
                </a:moveTo>
                <a:lnTo>
                  <a:pt x="184404" y="85344"/>
                </a:lnTo>
                <a:lnTo>
                  <a:pt x="184404" y="25908"/>
                </a:lnTo>
                <a:lnTo>
                  <a:pt x="210312" y="25908"/>
                </a:lnTo>
                <a:lnTo>
                  <a:pt x="210312" y="85344"/>
                </a:lnTo>
                <a:close/>
              </a:path>
              <a:path w="393700" h="398145">
                <a:moveTo>
                  <a:pt x="327681" y="85344"/>
                </a:moveTo>
                <a:lnTo>
                  <a:pt x="303276" y="85344"/>
                </a:lnTo>
                <a:lnTo>
                  <a:pt x="303276" y="25908"/>
                </a:lnTo>
                <a:lnTo>
                  <a:pt x="340722" y="25908"/>
                </a:lnTo>
                <a:lnTo>
                  <a:pt x="327660" y="35052"/>
                </a:lnTo>
                <a:lnTo>
                  <a:pt x="327681" y="85344"/>
                </a:lnTo>
                <a:close/>
              </a:path>
              <a:path w="393700" h="398145">
                <a:moveTo>
                  <a:pt x="210312" y="158496"/>
                </a:moveTo>
                <a:lnTo>
                  <a:pt x="184404" y="158496"/>
                </a:lnTo>
                <a:lnTo>
                  <a:pt x="184404" y="96012"/>
                </a:lnTo>
                <a:lnTo>
                  <a:pt x="210312" y="96012"/>
                </a:lnTo>
                <a:lnTo>
                  <a:pt x="210312" y="158496"/>
                </a:lnTo>
                <a:close/>
              </a:path>
              <a:path w="393700" h="398145">
                <a:moveTo>
                  <a:pt x="328239" y="158496"/>
                </a:moveTo>
                <a:lnTo>
                  <a:pt x="303276" y="158496"/>
                </a:lnTo>
                <a:lnTo>
                  <a:pt x="303276" y="96012"/>
                </a:lnTo>
                <a:lnTo>
                  <a:pt x="327708" y="96012"/>
                </a:lnTo>
                <a:lnTo>
                  <a:pt x="327850" y="132207"/>
                </a:lnTo>
                <a:lnTo>
                  <a:pt x="328239" y="158496"/>
                </a:lnTo>
                <a:close/>
              </a:path>
              <a:path w="393700" h="398145">
                <a:moveTo>
                  <a:pt x="210312" y="219456"/>
                </a:moveTo>
                <a:lnTo>
                  <a:pt x="184404" y="219456"/>
                </a:lnTo>
                <a:lnTo>
                  <a:pt x="184404" y="169164"/>
                </a:lnTo>
                <a:lnTo>
                  <a:pt x="210312" y="169164"/>
                </a:lnTo>
                <a:lnTo>
                  <a:pt x="210312" y="219456"/>
                </a:lnTo>
                <a:close/>
              </a:path>
              <a:path w="393700" h="398145">
                <a:moveTo>
                  <a:pt x="303276" y="193548"/>
                </a:moveTo>
                <a:lnTo>
                  <a:pt x="303276" y="169164"/>
                </a:lnTo>
                <a:lnTo>
                  <a:pt x="328605" y="169164"/>
                </a:lnTo>
                <a:lnTo>
                  <a:pt x="329184" y="181356"/>
                </a:lnTo>
                <a:lnTo>
                  <a:pt x="303276" y="193548"/>
                </a:lnTo>
                <a:close/>
              </a:path>
              <a:path w="393700" h="398145">
                <a:moveTo>
                  <a:pt x="22860" y="234696"/>
                </a:moveTo>
                <a:lnTo>
                  <a:pt x="7620" y="219456"/>
                </a:lnTo>
                <a:lnTo>
                  <a:pt x="329184" y="219456"/>
                </a:lnTo>
                <a:lnTo>
                  <a:pt x="355092" y="193548"/>
                </a:lnTo>
                <a:lnTo>
                  <a:pt x="391668" y="230124"/>
                </a:lnTo>
                <a:lnTo>
                  <a:pt x="64008" y="230124"/>
                </a:lnTo>
                <a:lnTo>
                  <a:pt x="52863" y="230409"/>
                </a:lnTo>
                <a:lnTo>
                  <a:pt x="42291" y="231267"/>
                </a:lnTo>
                <a:lnTo>
                  <a:pt x="32289" y="232695"/>
                </a:lnTo>
                <a:lnTo>
                  <a:pt x="22860" y="234696"/>
                </a:lnTo>
                <a:close/>
              </a:path>
              <a:path w="393700" h="398145">
                <a:moveTo>
                  <a:pt x="1524" y="381000"/>
                </a:moveTo>
                <a:lnTo>
                  <a:pt x="0" y="373380"/>
                </a:lnTo>
                <a:lnTo>
                  <a:pt x="48601" y="343066"/>
                </a:lnTo>
                <a:lnTo>
                  <a:pt x="91630" y="309181"/>
                </a:lnTo>
                <a:lnTo>
                  <a:pt x="129230" y="271581"/>
                </a:lnTo>
                <a:lnTo>
                  <a:pt x="161544" y="230124"/>
                </a:lnTo>
                <a:lnTo>
                  <a:pt x="213360" y="230124"/>
                </a:lnTo>
                <a:lnTo>
                  <a:pt x="218920" y="236220"/>
                </a:lnTo>
                <a:lnTo>
                  <a:pt x="210312" y="236220"/>
                </a:lnTo>
                <a:lnTo>
                  <a:pt x="210313" y="239268"/>
                </a:lnTo>
                <a:lnTo>
                  <a:pt x="184404" y="239268"/>
                </a:lnTo>
                <a:lnTo>
                  <a:pt x="156606" y="274929"/>
                </a:lnTo>
                <a:lnTo>
                  <a:pt x="124419" y="306933"/>
                </a:lnTo>
                <a:lnTo>
                  <a:pt x="87843" y="335279"/>
                </a:lnTo>
                <a:lnTo>
                  <a:pt x="46878" y="359968"/>
                </a:lnTo>
                <a:lnTo>
                  <a:pt x="1524" y="381000"/>
                </a:lnTo>
                <a:close/>
              </a:path>
              <a:path w="393700" h="398145">
                <a:moveTo>
                  <a:pt x="353568" y="376428"/>
                </a:moveTo>
                <a:lnTo>
                  <a:pt x="305252" y="345519"/>
                </a:lnTo>
                <a:lnTo>
                  <a:pt x="265366" y="312039"/>
                </a:lnTo>
                <a:lnTo>
                  <a:pt x="233767" y="275701"/>
                </a:lnTo>
                <a:lnTo>
                  <a:pt x="210312" y="236220"/>
                </a:lnTo>
                <a:lnTo>
                  <a:pt x="218920" y="236220"/>
                </a:lnTo>
                <a:lnTo>
                  <a:pt x="252174" y="272676"/>
                </a:lnTo>
                <a:lnTo>
                  <a:pt x="295275" y="306514"/>
                </a:lnTo>
                <a:lnTo>
                  <a:pt x="342376" y="331493"/>
                </a:lnTo>
                <a:lnTo>
                  <a:pt x="393192" y="347471"/>
                </a:lnTo>
                <a:lnTo>
                  <a:pt x="393192" y="355092"/>
                </a:lnTo>
                <a:lnTo>
                  <a:pt x="378642" y="357139"/>
                </a:lnTo>
                <a:lnTo>
                  <a:pt x="367093" y="361188"/>
                </a:lnTo>
                <a:lnTo>
                  <a:pt x="358687" y="367522"/>
                </a:lnTo>
                <a:lnTo>
                  <a:pt x="353568" y="376428"/>
                </a:lnTo>
                <a:close/>
              </a:path>
              <a:path w="393700" h="398145">
                <a:moveTo>
                  <a:pt x="182880" y="397764"/>
                </a:moveTo>
                <a:lnTo>
                  <a:pt x="183761" y="362926"/>
                </a:lnTo>
                <a:lnTo>
                  <a:pt x="184213" y="324802"/>
                </a:lnTo>
                <a:lnTo>
                  <a:pt x="184285" y="306933"/>
                </a:lnTo>
                <a:lnTo>
                  <a:pt x="184404" y="239268"/>
                </a:lnTo>
                <a:lnTo>
                  <a:pt x="210313" y="239268"/>
                </a:lnTo>
                <a:lnTo>
                  <a:pt x="210417" y="312039"/>
                </a:lnTo>
                <a:lnTo>
                  <a:pt x="210519" y="335279"/>
                </a:lnTo>
                <a:lnTo>
                  <a:pt x="210954" y="365236"/>
                </a:lnTo>
                <a:lnTo>
                  <a:pt x="211836" y="384047"/>
                </a:lnTo>
                <a:lnTo>
                  <a:pt x="182880" y="39776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" name="object 69"/>
          <p:cNvSpPr/>
          <p:nvPr/>
        </p:nvSpPr>
        <p:spPr>
          <a:xfrm>
            <a:off x="3017507" y="4600955"/>
            <a:ext cx="846455" cy="408940"/>
          </a:xfrm>
          <a:custGeom>
            <a:avLst/>
            <a:gdLst/>
            <a:ahLst/>
            <a:cxnLst/>
            <a:rect l="l" t="t" r="r" b="b"/>
            <a:pathLst>
              <a:path w="846454" h="408939">
                <a:moveTo>
                  <a:pt x="403860" y="359664"/>
                </a:moveTo>
                <a:lnTo>
                  <a:pt x="363664" y="353187"/>
                </a:lnTo>
                <a:lnTo>
                  <a:pt x="315468" y="335280"/>
                </a:lnTo>
                <a:lnTo>
                  <a:pt x="266128" y="308419"/>
                </a:lnTo>
                <a:lnTo>
                  <a:pt x="237286" y="284988"/>
                </a:lnTo>
                <a:lnTo>
                  <a:pt x="222504" y="271272"/>
                </a:lnTo>
                <a:lnTo>
                  <a:pt x="234581" y="252984"/>
                </a:lnTo>
                <a:lnTo>
                  <a:pt x="245567" y="236359"/>
                </a:lnTo>
                <a:lnTo>
                  <a:pt x="267233" y="197497"/>
                </a:lnTo>
                <a:lnTo>
                  <a:pt x="287578" y="154749"/>
                </a:lnTo>
                <a:lnTo>
                  <a:pt x="306679" y="108204"/>
                </a:lnTo>
                <a:lnTo>
                  <a:pt x="324612" y="57912"/>
                </a:lnTo>
                <a:lnTo>
                  <a:pt x="336042" y="48768"/>
                </a:lnTo>
                <a:lnTo>
                  <a:pt x="339852" y="45720"/>
                </a:lnTo>
                <a:lnTo>
                  <a:pt x="312420" y="21336"/>
                </a:lnTo>
                <a:lnTo>
                  <a:pt x="300228" y="36245"/>
                </a:lnTo>
                <a:lnTo>
                  <a:pt x="300228" y="48768"/>
                </a:lnTo>
                <a:lnTo>
                  <a:pt x="281393" y="107048"/>
                </a:lnTo>
                <a:lnTo>
                  <a:pt x="259270" y="160591"/>
                </a:lnTo>
                <a:lnTo>
                  <a:pt x="234010" y="209296"/>
                </a:lnTo>
                <a:lnTo>
                  <a:pt x="205740" y="252984"/>
                </a:lnTo>
                <a:lnTo>
                  <a:pt x="174955" y="209296"/>
                </a:lnTo>
                <a:lnTo>
                  <a:pt x="149161" y="160591"/>
                </a:lnTo>
                <a:lnTo>
                  <a:pt x="128803" y="107048"/>
                </a:lnTo>
                <a:lnTo>
                  <a:pt x="114300" y="48768"/>
                </a:lnTo>
                <a:lnTo>
                  <a:pt x="300228" y="48768"/>
                </a:lnTo>
                <a:lnTo>
                  <a:pt x="300228" y="36245"/>
                </a:lnTo>
                <a:lnTo>
                  <a:pt x="298704" y="38100"/>
                </a:lnTo>
                <a:lnTo>
                  <a:pt x="39624" y="38100"/>
                </a:lnTo>
                <a:lnTo>
                  <a:pt x="54864" y="54864"/>
                </a:lnTo>
                <a:lnTo>
                  <a:pt x="64516" y="51993"/>
                </a:lnTo>
                <a:lnTo>
                  <a:pt x="74866" y="50101"/>
                </a:lnTo>
                <a:lnTo>
                  <a:pt x="85521" y="49085"/>
                </a:lnTo>
                <a:lnTo>
                  <a:pt x="96012" y="48768"/>
                </a:lnTo>
                <a:lnTo>
                  <a:pt x="105156" y="48768"/>
                </a:lnTo>
                <a:lnTo>
                  <a:pt x="115214" y="97802"/>
                </a:lnTo>
                <a:lnTo>
                  <a:pt x="128930" y="144335"/>
                </a:lnTo>
                <a:lnTo>
                  <a:pt x="146304" y="188455"/>
                </a:lnTo>
                <a:lnTo>
                  <a:pt x="167335" y="230238"/>
                </a:lnTo>
                <a:lnTo>
                  <a:pt x="192024" y="269748"/>
                </a:lnTo>
                <a:lnTo>
                  <a:pt x="160934" y="299758"/>
                </a:lnTo>
                <a:lnTo>
                  <a:pt x="126187" y="327647"/>
                </a:lnTo>
                <a:lnTo>
                  <a:pt x="87782" y="353479"/>
                </a:lnTo>
                <a:lnTo>
                  <a:pt x="45720" y="377342"/>
                </a:lnTo>
                <a:lnTo>
                  <a:pt x="0" y="399288"/>
                </a:lnTo>
                <a:lnTo>
                  <a:pt x="1524" y="403860"/>
                </a:lnTo>
                <a:lnTo>
                  <a:pt x="49987" y="386676"/>
                </a:lnTo>
                <a:lnTo>
                  <a:pt x="94703" y="366191"/>
                </a:lnTo>
                <a:lnTo>
                  <a:pt x="135623" y="342417"/>
                </a:lnTo>
                <a:lnTo>
                  <a:pt x="172656" y="315353"/>
                </a:lnTo>
                <a:lnTo>
                  <a:pt x="205740" y="284988"/>
                </a:lnTo>
                <a:lnTo>
                  <a:pt x="242341" y="320116"/>
                </a:lnTo>
                <a:lnTo>
                  <a:pt x="281368" y="349948"/>
                </a:lnTo>
                <a:lnTo>
                  <a:pt x="322973" y="374357"/>
                </a:lnTo>
                <a:lnTo>
                  <a:pt x="367284" y="393192"/>
                </a:lnTo>
                <a:lnTo>
                  <a:pt x="372148" y="384644"/>
                </a:lnTo>
                <a:lnTo>
                  <a:pt x="379857" y="377380"/>
                </a:lnTo>
                <a:lnTo>
                  <a:pt x="390436" y="371551"/>
                </a:lnTo>
                <a:lnTo>
                  <a:pt x="403860" y="367284"/>
                </a:lnTo>
                <a:lnTo>
                  <a:pt x="403860" y="359664"/>
                </a:lnTo>
                <a:close/>
              </a:path>
              <a:path w="846454" h="408939">
                <a:moveTo>
                  <a:pt x="845832" y="82296"/>
                </a:moveTo>
                <a:lnTo>
                  <a:pt x="806208" y="42672"/>
                </a:lnTo>
                <a:lnTo>
                  <a:pt x="775728" y="71628"/>
                </a:lnTo>
                <a:lnTo>
                  <a:pt x="627900" y="71628"/>
                </a:lnTo>
                <a:lnTo>
                  <a:pt x="632726" y="63080"/>
                </a:lnTo>
                <a:lnTo>
                  <a:pt x="637997" y="53530"/>
                </a:lnTo>
                <a:lnTo>
                  <a:pt x="643534" y="43129"/>
                </a:lnTo>
                <a:lnTo>
                  <a:pt x="649236" y="32004"/>
                </a:lnTo>
                <a:lnTo>
                  <a:pt x="667524" y="24384"/>
                </a:lnTo>
                <a:lnTo>
                  <a:pt x="623328" y="0"/>
                </a:lnTo>
                <a:lnTo>
                  <a:pt x="619937" y="14846"/>
                </a:lnTo>
                <a:lnTo>
                  <a:pt x="614565" y="31813"/>
                </a:lnTo>
                <a:lnTo>
                  <a:pt x="607466" y="50800"/>
                </a:lnTo>
                <a:lnTo>
                  <a:pt x="598944" y="71628"/>
                </a:lnTo>
                <a:lnTo>
                  <a:pt x="441972" y="71628"/>
                </a:lnTo>
                <a:lnTo>
                  <a:pt x="458736" y="86868"/>
                </a:lnTo>
                <a:lnTo>
                  <a:pt x="468160" y="84874"/>
                </a:lnTo>
                <a:lnTo>
                  <a:pt x="478167" y="83439"/>
                </a:lnTo>
                <a:lnTo>
                  <a:pt x="488734" y="82588"/>
                </a:lnTo>
                <a:lnTo>
                  <a:pt x="499884" y="82296"/>
                </a:lnTo>
                <a:lnTo>
                  <a:pt x="595896" y="82296"/>
                </a:lnTo>
                <a:lnTo>
                  <a:pt x="561606" y="139255"/>
                </a:lnTo>
                <a:lnTo>
                  <a:pt x="527316" y="185928"/>
                </a:lnTo>
                <a:lnTo>
                  <a:pt x="488073" y="226123"/>
                </a:lnTo>
                <a:lnTo>
                  <a:pt x="441972" y="265176"/>
                </a:lnTo>
                <a:lnTo>
                  <a:pt x="448068" y="269748"/>
                </a:lnTo>
                <a:lnTo>
                  <a:pt x="476072" y="251460"/>
                </a:lnTo>
                <a:lnTo>
                  <a:pt x="502932" y="230886"/>
                </a:lnTo>
                <a:lnTo>
                  <a:pt x="528650" y="208026"/>
                </a:lnTo>
                <a:lnTo>
                  <a:pt x="553224" y="182880"/>
                </a:lnTo>
                <a:lnTo>
                  <a:pt x="553135" y="294132"/>
                </a:lnTo>
                <a:lnTo>
                  <a:pt x="553034" y="337375"/>
                </a:lnTo>
                <a:lnTo>
                  <a:pt x="552577" y="383273"/>
                </a:lnTo>
                <a:lnTo>
                  <a:pt x="551700" y="408432"/>
                </a:lnTo>
                <a:lnTo>
                  <a:pt x="577608" y="393192"/>
                </a:lnTo>
                <a:lnTo>
                  <a:pt x="577608" y="294132"/>
                </a:lnTo>
                <a:lnTo>
                  <a:pt x="737628" y="294132"/>
                </a:lnTo>
                <a:lnTo>
                  <a:pt x="737628" y="365760"/>
                </a:lnTo>
                <a:lnTo>
                  <a:pt x="733056" y="370332"/>
                </a:lnTo>
                <a:lnTo>
                  <a:pt x="690664" y="367766"/>
                </a:lnTo>
                <a:lnTo>
                  <a:pt x="676668" y="365760"/>
                </a:lnTo>
                <a:lnTo>
                  <a:pt x="676668" y="374904"/>
                </a:lnTo>
                <a:lnTo>
                  <a:pt x="698398" y="382079"/>
                </a:lnTo>
                <a:lnTo>
                  <a:pt x="713435" y="389953"/>
                </a:lnTo>
                <a:lnTo>
                  <a:pt x="721880" y="398703"/>
                </a:lnTo>
                <a:lnTo>
                  <a:pt x="723912" y="408432"/>
                </a:lnTo>
                <a:lnTo>
                  <a:pt x="740791" y="400723"/>
                </a:lnTo>
                <a:lnTo>
                  <a:pt x="752678" y="391287"/>
                </a:lnTo>
                <a:lnTo>
                  <a:pt x="759701" y="380149"/>
                </a:lnTo>
                <a:lnTo>
                  <a:pt x="761453" y="370332"/>
                </a:lnTo>
                <a:lnTo>
                  <a:pt x="761923" y="367766"/>
                </a:lnTo>
                <a:lnTo>
                  <a:pt x="762012" y="294132"/>
                </a:lnTo>
                <a:lnTo>
                  <a:pt x="762012" y="283464"/>
                </a:lnTo>
                <a:lnTo>
                  <a:pt x="762012" y="227076"/>
                </a:lnTo>
                <a:lnTo>
                  <a:pt x="762012" y="216408"/>
                </a:lnTo>
                <a:lnTo>
                  <a:pt x="762012" y="161544"/>
                </a:lnTo>
                <a:lnTo>
                  <a:pt x="770394" y="155448"/>
                </a:lnTo>
                <a:lnTo>
                  <a:pt x="778776" y="149352"/>
                </a:lnTo>
                <a:lnTo>
                  <a:pt x="772680" y="144780"/>
                </a:lnTo>
                <a:lnTo>
                  <a:pt x="748296" y="126492"/>
                </a:lnTo>
                <a:lnTo>
                  <a:pt x="737628" y="140716"/>
                </a:lnTo>
                <a:lnTo>
                  <a:pt x="737628" y="155448"/>
                </a:lnTo>
                <a:lnTo>
                  <a:pt x="737628" y="216408"/>
                </a:lnTo>
                <a:lnTo>
                  <a:pt x="737628" y="227076"/>
                </a:lnTo>
                <a:lnTo>
                  <a:pt x="737628" y="283464"/>
                </a:lnTo>
                <a:lnTo>
                  <a:pt x="577608" y="283464"/>
                </a:lnTo>
                <a:lnTo>
                  <a:pt x="577608" y="227076"/>
                </a:lnTo>
                <a:lnTo>
                  <a:pt x="737628" y="227076"/>
                </a:lnTo>
                <a:lnTo>
                  <a:pt x="737628" y="216408"/>
                </a:lnTo>
                <a:lnTo>
                  <a:pt x="577608" y="216408"/>
                </a:lnTo>
                <a:lnTo>
                  <a:pt x="577608" y="182880"/>
                </a:lnTo>
                <a:lnTo>
                  <a:pt x="577608" y="155448"/>
                </a:lnTo>
                <a:lnTo>
                  <a:pt x="737628" y="155448"/>
                </a:lnTo>
                <a:lnTo>
                  <a:pt x="737628" y="140716"/>
                </a:lnTo>
                <a:lnTo>
                  <a:pt x="734580" y="144780"/>
                </a:lnTo>
                <a:lnTo>
                  <a:pt x="585228" y="144780"/>
                </a:lnTo>
                <a:lnTo>
                  <a:pt x="595490" y="130517"/>
                </a:lnTo>
                <a:lnTo>
                  <a:pt x="605612" y="115252"/>
                </a:lnTo>
                <a:lnTo>
                  <a:pt x="615442" y="99136"/>
                </a:lnTo>
                <a:lnTo>
                  <a:pt x="624852" y="82296"/>
                </a:lnTo>
                <a:lnTo>
                  <a:pt x="845832" y="8229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" name="object 70"/>
          <p:cNvSpPr/>
          <p:nvPr/>
        </p:nvSpPr>
        <p:spPr>
          <a:xfrm>
            <a:off x="3913632" y="4608576"/>
            <a:ext cx="363220" cy="399415"/>
          </a:xfrm>
          <a:custGeom>
            <a:avLst/>
            <a:gdLst/>
            <a:ahLst/>
            <a:cxnLst/>
            <a:rect l="l" t="t" r="r" b="b"/>
            <a:pathLst>
              <a:path w="363220" h="399414">
                <a:moveTo>
                  <a:pt x="326440" y="16764"/>
                </a:moveTo>
                <a:lnTo>
                  <a:pt x="292608" y="16764"/>
                </a:lnTo>
                <a:lnTo>
                  <a:pt x="306324" y="0"/>
                </a:lnTo>
                <a:lnTo>
                  <a:pt x="326440" y="16764"/>
                </a:lnTo>
                <a:close/>
              </a:path>
              <a:path w="363220" h="399414">
                <a:moveTo>
                  <a:pt x="82296" y="167640"/>
                </a:moveTo>
                <a:lnTo>
                  <a:pt x="82534" y="145994"/>
                </a:lnTo>
                <a:lnTo>
                  <a:pt x="83581" y="104417"/>
                </a:lnTo>
                <a:lnTo>
                  <a:pt x="83820" y="85344"/>
                </a:lnTo>
                <a:lnTo>
                  <a:pt x="83581" y="65627"/>
                </a:lnTo>
                <a:lnTo>
                  <a:pt x="82534" y="24479"/>
                </a:lnTo>
                <a:lnTo>
                  <a:pt x="82296" y="3047"/>
                </a:lnTo>
                <a:lnTo>
                  <a:pt x="108204" y="16764"/>
                </a:lnTo>
                <a:lnTo>
                  <a:pt x="326440" y="16764"/>
                </a:lnTo>
                <a:lnTo>
                  <a:pt x="333756" y="22860"/>
                </a:lnTo>
                <a:lnTo>
                  <a:pt x="328612" y="27432"/>
                </a:lnTo>
                <a:lnTo>
                  <a:pt x="108204" y="27432"/>
                </a:lnTo>
                <a:lnTo>
                  <a:pt x="108204" y="128016"/>
                </a:lnTo>
                <a:lnTo>
                  <a:pt x="320617" y="128016"/>
                </a:lnTo>
                <a:lnTo>
                  <a:pt x="320682" y="131706"/>
                </a:lnTo>
                <a:lnTo>
                  <a:pt x="321003" y="138684"/>
                </a:lnTo>
                <a:lnTo>
                  <a:pt x="108204" y="138684"/>
                </a:lnTo>
                <a:lnTo>
                  <a:pt x="108204" y="158496"/>
                </a:lnTo>
                <a:lnTo>
                  <a:pt x="82296" y="167640"/>
                </a:lnTo>
                <a:close/>
              </a:path>
              <a:path w="363220" h="399414">
                <a:moveTo>
                  <a:pt x="320617" y="128016"/>
                </a:moveTo>
                <a:lnTo>
                  <a:pt x="295656" y="128016"/>
                </a:lnTo>
                <a:lnTo>
                  <a:pt x="295656" y="27432"/>
                </a:lnTo>
                <a:lnTo>
                  <a:pt x="328612" y="27432"/>
                </a:lnTo>
                <a:lnTo>
                  <a:pt x="320040" y="35052"/>
                </a:lnTo>
                <a:lnTo>
                  <a:pt x="320122" y="85344"/>
                </a:lnTo>
                <a:lnTo>
                  <a:pt x="320230" y="106108"/>
                </a:lnTo>
                <a:lnTo>
                  <a:pt x="320617" y="128016"/>
                </a:lnTo>
                <a:close/>
              </a:path>
              <a:path w="363220" h="399414">
                <a:moveTo>
                  <a:pt x="295656" y="161544"/>
                </a:moveTo>
                <a:lnTo>
                  <a:pt x="295656" y="138684"/>
                </a:lnTo>
                <a:lnTo>
                  <a:pt x="321003" y="138684"/>
                </a:lnTo>
                <a:lnTo>
                  <a:pt x="321564" y="150876"/>
                </a:lnTo>
                <a:lnTo>
                  <a:pt x="295656" y="161544"/>
                </a:lnTo>
                <a:close/>
              </a:path>
              <a:path w="363220" h="399414">
                <a:moveTo>
                  <a:pt x="192024" y="202692"/>
                </a:moveTo>
                <a:lnTo>
                  <a:pt x="164592" y="202692"/>
                </a:lnTo>
                <a:lnTo>
                  <a:pt x="166687" y="166306"/>
                </a:lnTo>
                <a:lnTo>
                  <a:pt x="167378" y="151899"/>
                </a:lnTo>
                <a:lnTo>
                  <a:pt x="167640" y="140208"/>
                </a:lnTo>
                <a:lnTo>
                  <a:pt x="210312" y="161544"/>
                </a:lnTo>
                <a:lnTo>
                  <a:pt x="195072" y="172212"/>
                </a:lnTo>
                <a:lnTo>
                  <a:pt x="193952" y="178474"/>
                </a:lnTo>
                <a:lnTo>
                  <a:pt x="192976" y="185737"/>
                </a:lnTo>
                <a:lnTo>
                  <a:pt x="192285" y="193857"/>
                </a:lnTo>
                <a:lnTo>
                  <a:pt x="192024" y="202692"/>
                </a:lnTo>
                <a:close/>
              </a:path>
              <a:path w="363220" h="399414">
                <a:moveTo>
                  <a:pt x="41148" y="219456"/>
                </a:moveTo>
                <a:lnTo>
                  <a:pt x="25908" y="202692"/>
                </a:lnTo>
                <a:lnTo>
                  <a:pt x="320040" y="202692"/>
                </a:lnTo>
                <a:lnTo>
                  <a:pt x="332232" y="184404"/>
                </a:lnTo>
                <a:lnTo>
                  <a:pt x="362712" y="208788"/>
                </a:lnTo>
                <a:lnTo>
                  <a:pt x="356997" y="213360"/>
                </a:lnTo>
                <a:lnTo>
                  <a:pt x="88392" y="213360"/>
                </a:lnTo>
                <a:lnTo>
                  <a:pt x="75223" y="213669"/>
                </a:lnTo>
                <a:lnTo>
                  <a:pt x="63055" y="214693"/>
                </a:lnTo>
                <a:lnTo>
                  <a:pt x="51744" y="216574"/>
                </a:lnTo>
                <a:lnTo>
                  <a:pt x="41148" y="219456"/>
                </a:lnTo>
                <a:close/>
              </a:path>
              <a:path w="363220" h="399414">
                <a:moveTo>
                  <a:pt x="1524" y="399288"/>
                </a:moveTo>
                <a:lnTo>
                  <a:pt x="0" y="394716"/>
                </a:lnTo>
                <a:lnTo>
                  <a:pt x="35671" y="379571"/>
                </a:lnTo>
                <a:lnTo>
                  <a:pt x="67056" y="363855"/>
                </a:lnTo>
                <a:lnTo>
                  <a:pt x="115824" y="330708"/>
                </a:lnTo>
                <a:lnTo>
                  <a:pt x="146875" y="283464"/>
                </a:lnTo>
                <a:lnTo>
                  <a:pt x="163068" y="213360"/>
                </a:lnTo>
                <a:lnTo>
                  <a:pt x="188976" y="213360"/>
                </a:lnTo>
                <a:lnTo>
                  <a:pt x="181236" y="255412"/>
                </a:lnTo>
                <a:lnTo>
                  <a:pt x="153185" y="318373"/>
                </a:lnTo>
                <a:lnTo>
                  <a:pt x="107180" y="357282"/>
                </a:lnTo>
                <a:lnTo>
                  <a:pt x="41505" y="387000"/>
                </a:lnTo>
                <a:lnTo>
                  <a:pt x="1524" y="399288"/>
                </a:lnTo>
                <a:close/>
              </a:path>
              <a:path w="363220" h="399414">
                <a:moveTo>
                  <a:pt x="336888" y="356925"/>
                </a:moveTo>
                <a:lnTo>
                  <a:pt x="287178" y="356925"/>
                </a:lnTo>
                <a:lnTo>
                  <a:pt x="297179" y="356616"/>
                </a:lnTo>
                <a:lnTo>
                  <a:pt x="304347" y="354901"/>
                </a:lnTo>
                <a:lnTo>
                  <a:pt x="318373" y="311729"/>
                </a:lnTo>
                <a:lnTo>
                  <a:pt x="321706" y="253960"/>
                </a:lnTo>
                <a:lnTo>
                  <a:pt x="323088" y="213360"/>
                </a:lnTo>
                <a:lnTo>
                  <a:pt x="356997" y="213360"/>
                </a:lnTo>
                <a:lnTo>
                  <a:pt x="347472" y="220980"/>
                </a:lnTo>
                <a:lnTo>
                  <a:pt x="346400" y="276415"/>
                </a:lnTo>
                <a:lnTo>
                  <a:pt x="343471" y="319278"/>
                </a:lnTo>
                <a:lnTo>
                  <a:pt x="339113" y="349567"/>
                </a:lnTo>
                <a:lnTo>
                  <a:pt x="336888" y="356925"/>
                </a:lnTo>
                <a:close/>
              </a:path>
              <a:path w="363220" h="399414">
                <a:moveTo>
                  <a:pt x="291084" y="397764"/>
                </a:moveTo>
                <a:lnTo>
                  <a:pt x="284797" y="385762"/>
                </a:lnTo>
                <a:lnTo>
                  <a:pt x="272796" y="374904"/>
                </a:lnTo>
                <a:lnTo>
                  <a:pt x="255079" y="365188"/>
                </a:lnTo>
                <a:lnTo>
                  <a:pt x="231648" y="356616"/>
                </a:lnTo>
                <a:lnTo>
                  <a:pt x="233172" y="348996"/>
                </a:lnTo>
                <a:lnTo>
                  <a:pt x="255174" y="352972"/>
                </a:lnTo>
                <a:lnTo>
                  <a:pt x="273177" y="355663"/>
                </a:lnTo>
                <a:lnTo>
                  <a:pt x="287178" y="356925"/>
                </a:lnTo>
                <a:lnTo>
                  <a:pt x="336888" y="356925"/>
                </a:lnTo>
                <a:lnTo>
                  <a:pt x="333756" y="367284"/>
                </a:lnTo>
                <a:lnTo>
                  <a:pt x="326659" y="376975"/>
                </a:lnTo>
                <a:lnTo>
                  <a:pt x="316992" y="385381"/>
                </a:lnTo>
                <a:lnTo>
                  <a:pt x="305038" y="392358"/>
                </a:lnTo>
                <a:lnTo>
                  <a:pt x="291084" y="39776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" name="object 71"/>
          <p:cNvSpPr/>
          <p:nvPr/>
        </p:nvSpPr>
        <p:spPr>
          <a:xfrm>
            <a:off x="4355579" y="4599444"/>
            <a:ext cx="845819" cy="411480"/>
          </a:xfrm>
          <a:custGeom>
            <a:avLst/>
            <a:gdLst/>
            <a:ahLst/>
            <a:cxnLst/>
            <a:rect l="l" t="t" r="r" b="b"/>
            <a:pathLst>
              <a:path w="845820" h="411479">
                <a:moveTo>
                  <a:pt x="396240" y="193535"/>
                </a:moveTo>
                <a:lnTo>
                  <a:pt x="358140" y="155435"/>
                </a:lnTo>
                <a:lnTo>
                  <a:pt x="323088" y="182867"/>
                </a:lnTo>
                <a:lnTo>
                  <a:pt x="0" y="182867"/>
                </a:lnTo>
                <a:lnTo>
                  <a:pt x="15240" y="198107"/>
                </a:lnTo>
                <a:lnTo>
                  <a:pt x="25196" y="196113"/>
                </a:lnTo>
                <a:lnTo>
                  <a:pt x="36576" y="194678"/>
                </a:lnTo>
                <a:lnTo>
                  <a:pt x="49110" y="193827"/>
                </a:lnTo>
                <a:lnTo>
                  <a:pt x="62484" y="193535"/>
                </a:lnTo>
                <a:lnTo>
                  <a:pt x="396240" y="193535"/>
                </a:lnTo>
                <a:close/>
              </a:path>
              <a:path w="845820" h="411479">
                <a:moveTo>
                  <a:pt x="669036" y="147828"/>
                </a:moveTo>
                <a:lnTo>
                  <a:pt x="626364" y="124968"/>
                </a:lnTo>
                <a:lnTo>
                  <a:pt x="627418" y="144780"/>
                </a:lnTo>
                <a:lnTo>
                  <a:pt x="628459" y="165735"/>
                </a:lnTo>
                <a:lnTo>
                  <a:pt x="629158" y="183680"/>
                </a:lnTo>
                <a:lnTo>
                  <a:pt x="629348" y="195783"/>
                </a:lnTo>
                <a:lnTo>
                  <a:pt x="629412" y="315468"/>
                </a:lnTo>
                <a:lnTo>
                  <a:pt x="629158" y="331749"/>
                </a:lnTo>
                <a:lnTo>
                  <a:pt x="628459" y="353187"/>
                </a:lnTo>
                <a:lnTo>
                  <a:pt x="627532" y="378726"/>
                </a:lnTo>
                <a:lnTo>
                  <a:pt x="626364" y="411480"/>
                </a:lnTo>
                <a:lnTo>
                  <a:pt x="656844" y="394716"/>
                </a:lnTo>
                <a:lnTo>
                  <a:pt x="655967" y="378726"/>
                </a:lnTo>
                <a:lnTo>
                  <a:pt x="655510" y="362902"/>
                </a:lnTo>
                <a:lnTo>
                  <a:pt x="655408" y="353187"/>
                </a:lnTo>
                <a:lnTo>
                  <a:pt x="655320" y="158496"/>
                </a:lnTo>
                <a:lnTo>
                  <a:pt x="669036" y="147828"/>
                </a:lnTo>
                <a:close/>
              </a:path>
              <a:path w="845820" h="411479">
                <a:moveTo>
                  <a:pt x="845820" y="181356"/>
                </a:moveTo>
                <a:lnTo>
                  <a:pt x="798195" y="166878"/>
                </a:lnTo>
                <a:lnTo>
                  <a:pt x="748284" y="138684"/>
                </a:lnTo>
                <a:lnTo>
                  <a:pt x="697611" y="93916"/>
                </a:lnTo>
                <a:lnTo>
                  <a:pt x="655866" y="41148"/>
                </a:lnTo>
                <a:lnTo>
                  <a:pt x="649224" y="32004"/>
                </a:lnTo>
                <a:lnTo>
                  <a:pt x="664464" y="21336"/>
                </a:lnTo>
                <a:lnTo>
                  <a:pt x="629412" y="0"/>
                </a:lnTo>
                <a:lnTo>
                  <a:pt x="618299" y="28003"/>
                </a:lnTo>
                <a:lnTo>
                  <a:pt x="603313" y="57150"/>
                </a:lnTo>
                <a:lnTo>
                  <a:pt x="562356" y="118872"/>
                </a:lnTo>
                <a:lnTo>
                  <a:pt x="535762" y="149161"/>
                </a:lnTo>
                <a:lnTo>
                  <a:pt x="506222" y="175971"/>
                </a:lnTo>
                <a:lnTo>
                  <a:pt x="473417" y="199453"/>
                </a:lnTo>
                <a:lnTo>
                  <a:pt x="437388" y="219456"/>
                </a:lnTo>
                <a:lnTo>
                  <a:pt x="438912" y="225552"/>
                </a:lnTo>
                <a:lnTo>
                  <a:pt x="474662" y="209829"/>
                </a:lnTo>
                <a:lnTo>
                  <a:pt x="534720" y="173253"/>
                </a:lnTo>
                <a:lnTo>
                  <a:pt x="581647" y="130086"/>
                </a:lnTo>
                <a:lnTo>
                  <a:pt x="624039" y="74599"/>
                </a:lnTo>
                <a:lnTo>
                  <a:pt x="644652" y="41148"/>
                </a:lnTo>
                <a:lnTo>
                  <a:pt x="662940" y="72339"/>
                </a:lnTo>
                <a:lnTo>
                  <a:pt x="699516" y="123863"/>
                </a:lnTo>
                <a:lnTo>
                  <a:pt x="736981" y="162725"/>
                </a:lnTo>
                <a:lnTo>
                  <a:pt x="781037" y="195783"/>
                </a:lnTo>
                <a:lnTo>
                  <a:pt x="806196" y="210312"/>
                </a:lnTo>
                <a:lnTo>
                  <a:pt x="813041" y="201168"/>
                </a:lnTo>
                <a:lnTo>
                  <a:pt x="822007" y="194310"/>
                </a:lnTo>
                <a:lnTo>
                  <a:pt x="832993" y="189738"/>
                </a:lnTo>
                <a:lnTo>
                  <a:pt x="845820" y="187452"/>
                </a:lnTo>
                <a:lnTo>
                  <a:pt x="845820" y="18135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" name="object 72"/>
          <p:cNvSpPr/>
          <p:nvPr/>
        </p:nvSpPr>
        <p:spPr>
          <a:xfrm>
            <a:off x="5254752" y="4607052"/>
            <a:ext cx="363220" cy="402590"/>
          </a:xfrm>
          <a:custGeom>
            <a:avLst/>
            <a:gdLst/>
            <a:ahLst/>
            <a:cxnLst/>
            <a:rect l="l" t="t" r="r" b="b"/>
            <a:pathLst>
              <a:path w="363220" h="402589">
                <a:moveTo>
                  <a:pt x="327777" y="15239"/>
                </a:moveTo>
                <a:lnTo>
                  <a:pt x="295656" y="15239"/>
                </a:lnTo>
                <a:lnTo>
                  <a:pt x="307848" y="0"/>
                </a:lnTo>
                <a:lnTo>
                  <a:pt x="327777" y="15239"/>
                </a:lnTo>
                <a:close/>
              </a:path>
              <a:path w="363220" h="402589">
                <a:moveTo>
                  <a:pt x="57912" y="199643"/>
                </a:moveTo>
                <a:lnTo>
                  <a:pt x="59031" y="178808"/>
                </a:lnTo>
                <a:lnTo>
                  <a:pt x="60007" y="155257"/>
                </a:lnTo>
                <a:lnTo>
                  <a:pt x="60698" y="129135"/>
                </a:lnTo>
                <a:lnTo>
                  <a:pt x="60960" y="100583"/>
                </a:lnTo>
                <a:lnTo>
                  <a:pt x="60936" y="71175"/>
                </a:lnTo>
                <a:lnTo>
                  <a:pt x="60769" y="44767"/>
                </a:lnTo>
                <a:lnTo>
                  <a:pt x="60317" y="21502"/>
                </a:lnTo>
                <a:lnTo>
                  <a:pt x="59436" y="1524"/>
                </a:lnTo>
                <a:lnTo>
                  <a:pt x="83820" y="15239"/>
                </a:lnTo>
                <a:lnTo>
                  <a:pt x="327777" y="15239"/>
                </a:lnTo>
                <a:lnTo>
                  <a:pt x="333756" y="19812"/>
                </a:lnTo>
                <a:lnTo>
                  <a:pt x="327660" y="25907"/>
                </a:lnTo>
                <a:lnTo>
                  <a:pt x="83820" y="25907"/>
                </a:lnTo>
                <a:lnTo>
                  <a:pt x="83820" y="89915"/>
                </a:lnTo>
                <a:lnTo>
                  <a:pt x="321564" y="89915"/>
                </a:lnTo>
                <a:lnTo>
                  <a:pt x="321564" y="100583"/>
                </a:lnTo>
                <a:lnTo>
                  <a:pt x="83820" y="100583"/>
                </a:lnTo>
                <a:lnTo>
                  <a:pt x="83820" y="163067"/>
                </a:lnTo>
                <a:lnTo>
                  <a:pt x="323124" y="163067"/>
                </a:lnTo>
                <a:lnTo>
                  <a:pt x="323492" y="168711"/>
                </a:lnTo>
                <a:lnTo>
                  <a:pt x="323851" y="173735"/>
                </a:lnTo>
                <a:lnTo>
                  <a:pt x="83820" y="173735"/>
                </a:lnTo>
                <a:lnTo>
                  <a:pt x="83820" y="188975"/>
                </a:lnTo>
                <a:lnTo>
                  <a:pt x="57912" y="199643"/>
                </a:lnTo>
                <a:close/>
              </a:path>
              <a:path w="363220" h="402589">
                <a:moveTo>
                  <a:pt x="201168" y="89915"/>
                </a:moveTo>
                <a:lnTo>
                  <a:pt x="178308" y="89915"/>
                </a:lnTo>
                <a:lnTo>
                  <a:pt x="178308" y="25907"/>
                </a:lnTo>
                <a:lnTo>
                  <a:pt x="201168" y="25907"/>
                </a:lnTo>
                <a:lnTo>
                  <a:pt x="201168" y="89915"/>
                </a:lnTo>
                <a:close/>
              </a:path>
              <a:path w="363220" h="402589">
                <a:moveTo>
                  <a:pt x="321564" y="89915"/>
                </a:moveTo>
                <a:lnTo>
                  <a:pt x="297180" y="89915"/>
                </a:lnTo>
                <a:lnTo>
                  <a:pt x="297180" y="25907"/>
                </a:lnTo>
                <a:lnTo>
                  <a:pt x="327660" y="25907"/>
                </a:lnTo>
                <a:lnTo>
                  <a:pt x="321564" y="32003"/>
                </a:lnTo>
                <a:lnTo>
                  <a:pt x="321564" y="89915"/>
                </a:lnTo>
                <a:close/>
              </a:path>
              <a:path w="363220" h="402589">
                <a:moveTo>
                  <a:pt x="201168" y="163067"/>
                </a:moveTo>
                <a:lnTo>
                  <a:pt x="178308" y="163067"/>
                </a:lnTo>
                <a:lnTo>
                  <a:pt x="178308" y="100583"/>
                </a:lnTo>
                <a:lnTo>
                  <a:pt x="201168" y="100583"/>
                </a:lnTo>
                <a:lnTo>
                  <a:pt x="201168" y="163067"/>
                </a:lnTo>
                <a:close/>
              </a:path>
              <a:path w="363220" h="402589">
                <a:moveTo>
                  <a:pt x="323124" y="163067"/>
                </a:moveTo>
                <a:lnTo>
                  <a:pt x="297180" y="163067"/>
                </a:lnTo>
                <a:lnTo>
                  <a:pt x="297180" y="100583"/>
                </a:lnTo>
                <a:lnTo>
                  <a:pt x="321564" y="100583"/>
                </a:lnTo>
                <a:lnTo>
                  <a:pt x="321616" y="129135"/>
                </a:lnTo>
                <a:lnTo>
                  <a:pt x="321825" y="139612"/>
                </a:lnTo>
                <a:lnTo>
                  <a:pt x="322516" y="153733"/>
                </a:lnTo>
                <a:lnTo>
                  <a:pt x="323124" y="163067"/>
                </a:lnTo>
                <a:close/>
              </a:path>
              <a:path w="363220" h="402589">
                <a:moveTo>
                  <a:pt x="297180" y="192023"/>
                </a:moveTo>
                <a:lnTo>
                  <a:pt x="297180" y="173735"/>
                </a:lnTo>
                <a:lnTo>
                  <a:pt x="323851" y="173735"/>
                </a:lnTo>
                <a:lnTo>
                  <a:pt x="324612" y="184403"/>
                </a:lnTo>
                <a:lnTo>
                  <a:pt x="297180" y="192023"/>
                </a:lnTo>
                <a:close/>
              </a:path>
              <a:path w="363220" h="402589">
                <a:moveTo>
                  <a:pt x="196596" y="236219"/>
                </a:moveTo>
                <a:lnTo>
                  <a:pt x="172212" y="236219"/>
                </a:lnTo>
                <a:lnTo>
                  <a:pt x="174212" y="217050"/>
                </a:lnTo>
                <a:lnTo>
                  <a:pt x="175641" y="200596"/>
                </a:lnTo>
                <a:lnTo>
                  <a:pt x="176498" y="186713"/>
                </a:lnTo>
                <a:lnTo>
                  <a:pt x="176784" y="175259"/>
                </a:lnTo>
                <a:lnTo>
                  <a:pt x="216408" y="196595"/>
                </a:lnTo>
                <a:lnTo>
                  <a:pt x="204216" y="204215"/>
                </a:lnTo>
                <a:lnTo>
                  <a:pt x="202168" y="211359"/>
                </a:lnTo>
                <a:lnTo>
                  <a:pt x="200406" y="219074"/>
                </a:lnTo>
                <a:lnTo>
                  <a:pt x="198643" y="227361"/>
                </a:lnTo>
                <a:lnTo>
                  <a:pt x="196596" y="236219"/>
                </a:lnTo>
                <a:close/>
              </a:path>
              <a:path w="363220" h="402589">
                <a:moveTo>
                  <a:pt x="36576" y="251459"/>
                </a:moveTo>
                <a:lnTo>
                  <a:pt x="21336" y="236219"/>
                </a:lnTo>
                <a:lnTo>
                  <a:pt x="320040" y="236219"/>
                </a:lnTo>
                <a:lnTo>
                  <a:pt x="333756" y="217931"/>
                </a:lnTo>
                <a:lnTo>
                  <a:pt x="362712" y="242315"/>
                </a:lnTo>
                <a:lnTo>
                  <a:pt x="355527" y="246887"/>
                </a:lnTo>
                <a:lnTo>
                  <a:pt x="79248" y="246887"/>
                </a:lnTo>
                <a:lnTo>
                  <a:pt x="68079" y="247173"/>
                </a:lnTo>
                <a:lnTo>
                  <a:pt x="57340" y="248030"/>
                </a:lnTo>
                <a:lnTo>
                  <a:pt x="46886" y="249459"/>
                </a:lnTo>
                <a:lnTo>
                  <a:pt x="36576" y="251459"/>
                </a:lnTo>
                <a:close/>
              </a:path>
              <a:path w="363220" h="402589">
                <a:moveTo>
                  <a:pt x="1524" y="402336"/>
                </a:moveTo>
                <a:lnTo>
                  <a:pt x="0" y="397763"/>
                </a:lnTo>
                <a:lnTo>
                  <a:pt x="34575" y="385762"/>
                </a:lnTo>
                <a:lnTo>
                  <a:pt x="65151" y="372618"/>
                </a:lnTo>
                <a:lnTo>
                  <a:pt x="114300" y="342900"/>
                </a:lnTo>
                <a:lnTo>
                  <a:pt x="148780" y="302894"/>
                </a:lnTo>
                <a:lnTo>
                  <a:pt x="170688" y="246887"/>
                </a:lnTo>
                <a:lnTo>
                  <a:pt x="195072" y="246887"/>
                </a:lnTo>
                <a:lnTo>
                  <a:pt x="172021" y="308800"/>
                </a:lnTo>
                <a:lnTo>
                  <a:pt x="134112" y="353568"/>
                </a:lnTo>
                <a:lnTo>
                  <a:pt x="78105" y="383095"/>
                </a:lnTo>
                <a:lnTo>
                  <a:pt x="42386" y="394073"/>
                </a:lnTo>
                <a:lnTo>
                  <a:pt x="1524" y="402336"/>
                </a:lnTo>
                <a:close/>
              </a:path>
              <a:path w="363220" h="402589">
                <a:moveTo>
                  <a:pt x="322067" y="360521"/>
                </a:moveTo>
                <a:lnTo>
                  <a:pt x="282821" y="360521"/>
                </a:lnTo>
                <a:lnTo>
                  <a:pt x="291084" y="359664"/>
                </a:lnTo>
                <a:lnTo>
                  <a:pt x="296275" y="355949"/>
                </a:lnTo>
                <a:lnTo>
                  <a:pt x="311277" y="313110"/>
                </a:lnTo>
                <a:lnTo>
                  <a:pt x="318135" y="272581"/>
                </a:lnTo>
                <a:lnTo>
                  <a:pt x="321564" y="246887"/>
                </a:lnTo>
                <a:lnTo>
                  <a:pt x="355527" y="246887"/>
                </a:lnTo>
                <a:lnTo>
                  <a:pt x="345948" y="252983"/>
                </a:lnTo>
                <a:lnTo>
                  <a:pt x="341376" y="283559"/>
                </a:lnTo>
                <a:lnTo>
                  <a:pt x="336804" y="308990"/>
                </a:lnTo>
                <a:lnTo>
                  <a:pt x="332232" y="329279"/>
                </a:lnTo>
                <a:lnTo>
                  <a:pt x="327660" y="344424"/>
                </a:lnTo>
                <a:lnTo>
                  <a:pt x="323945" y="356139"/>
                </a:lnTo>
                <a:lnTo>
                  <a:pt x="322067" y="360521"/>
                </a:lnTo>
                <a:close/>
              </a:path>
              <a:path w="363220" h="402589">
                <a:moveTo>
                  <a:pt x="263652" y="397763"/>
                </a:moveTo>
                <a:lnTo>
                  <a:pt x="261366" y="385476"/>
                </a:lnTo>
                <a:lnTo>
                  <a:pt x="252222" y="373761"/>
                </a:lnTo>
                <a:lnTo>
                  <a:pt x="236220" y="362616"/>
                </a:lnTo>
                <a:lnTo>
                  <a:pt x="213360" y="352044"/>
                </a:lnTo>
                <a:lnTo>
                  <a:pt x="214884" y="345948"/>
                </a:lnTo>
                <a:lnTo>
                  <a:pt x="244578" y="353663"/>
                </a:lnTo>
                <a:lnTo>
                  <a:pt x="267271" y="358521"/>
                </a:lnTo>
                <a:lnTo>
                  <a:pt x="282821" y="360521"/>
                </a:lnTo>
                <a:lnTo>
                  <a:pt x="322067" y="360521"/>
                </a:lnTo>
                <a:lnTo>
                  <a:pt x="319659" y="366141"/>
                </a:lnTo>
                <a:lnTo>
                  <a:pt x="279368" y="394930"/>
                </a:lnTo>
                <a:lnTo>
                  <a:pt x="263652" y="39776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" name="object 73"/>
          <p:cNvSpPr/>
          <p:nvPr/>
        </p:nvSpPr>
        <p:spPr>
          <a:xfrm>
            <a:off x="5686043" y="4607052"/>
            <a:ext cx="405765" cy="398145"/>
          </a:xfrm>
          <a:custGeom>
            <a:avLst/>
            <a:gdLst/>
            <a:ahLst/>
            <a:cxnLst/>
            <a:rect l="l" t="t" r="r" b="b"/>
            <a:pathLst>
              <a:path w="405764" h="398145">
                <a:moveTo>
                  <a:pt x="3048" y="397763"/>
                </a:moveTo>
                <a:lnTo>
                  <a:pt x="0" y="393191"/>
                </a:lnTo>
                <a:lnTo>
                  <a:pt x="34313" y="369784"/>
                </a:lnTo>
                <a:lnTo>
                  <a:pt x="64198" y="345376"/>
                </a:lnTo>
                <a:lnTo>
                  <a:pt x="111252" y="294131"/>
                </a:lnTo>
                <a:lnTo>
                  <a:pt x="142113" y="234505"/>
                </a:lnTo>
                <a:lnTo>
                  <a:pt x="161544" y="160019"/>
                </a:lnTo>
                <a:lnTo>
                  <a:pt x="166639" y="120014"/>
                </a:lnTo>
                <a:lnTo>
                  <a:pt x="170307" y="80009"/>
                </a:lnTo>
                <a:lnTo>
                  <a:pt x="172259" y="40004"/>
                </a:lnTo>
                <a:lnTo>
                  <a:pt x="172212" y="0"/>
                </a:lnTo>
                <a:lnTo>
                  <a:pt x="224028" y="21336"/>
                </a:lnTo>
                <a:lnTo>
                  <a:pt x="207264" y="38100"/>
                </a:lnTo>
                <a:lnTo>
                  <a:pt x="213598" y="82105"/>
                </a:lnTo>
                <a:lnTo>
                  <a:pt x="221361" y="122682"/>
                </a:lnTo>
                <a:lnTo>
                  <a:pt x="230838" y="159829"/>
                </a:lnTo>
                <a:lnTo>
                  <a:pt x="256032" y="225051"/>
                </a:lnTo>
                <a:lnTo>
                  <a:pt x="290322" y="279487"/>
                </a:lnTo>
                <a:lnTo>
                  <a:pt x="332303" y="322968"/>
                </a:lnTo>
                <a:lnTo>
                  <a:pt x="379690" y="349781"/>
                </a:lnTo>
                <a:lnTo>
                  <a:pt x="405384" y="356615"/>
                </a:lnTo>
                <a:lnTo>
                  <a:pt x="405384" y="364236"/>
                </a:lnTo>
                <a:lnTo>
                  <a:pt x="389405" y="366545"/>
                </a:lnTo>
                <a:lnTo>
                  <a:pt x="375856" y="371284"/>
                </a:lnTo>
                <a:lnTo>
                  <a:pt x="364878" y="378594"/>
                </a:lnTo>
                <a:lnTo>
                  <a:pt x="356616" y="388619"/>
                </a:lnTo>
                <a:lnTo>
                  <a:pt x="334613" y="371760"/>
                </a:lnTo>
                <a:lnTo>
                  <a:pt x="295751" y="332898"/>
                </a:lnTo>
                <a:lnTo>
                  <a:pt x="264628" y="288631"/>
                </a:lnTo>
                <a:lnTo>
                  <a:pt x="240101" y="241244"/>
                </a:lnTo>
                <a:lnTo>
                  <a:pt x="220694" y="188952"/>
                </a:lnTo>
                <a:lnTo>
                  <a:pt x="206978" y="119753"/>
                </a:lnTo>
                <a:lnTo>
                  <a:pt x="202692" y="77724"/>
                </a:lnTo>
                <a:lnTo>
                  <a:pt x="198453" y="117419"/>
                </a:lnTo>
                <a:lnTo>
                  <a:pt x="185975" y="187666"/>
                </a:lnTo>
                <a:lnTo>
                  <a:pt x="167735" y="245030"/>
                </a:lnTo>
                <a:lnTo>
                  <a:pt x="138017" y="296370"/>
                </a:lnTo>
                <a:lnTo>
                  <a:pt x="95416" y="342042"/>
                </a:lnTo>
                <a:lnTo>
                  <a:pt x="37647" y="380904"/>
                </a:lnTo>
                <a:lnTo>
                  <a:pt x="3048" y="39776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4" name="object 74"/>
          <p:cNvSpPr/>
          <p:nvPr/>
        </p:nvSpPr>
        <p:spPr>
          <a:xfrm>
            <a:off x="6141719" y="4716779"/>
            <a:ext cx="315595" cy="250190"/>
          </a:xfrm>
          <a:custGeom>
            <a:avLst/>
            <a:gdLst/>
            <a:ahLst/>
            <a:cxnLst/>
            <a:rect l="l" t="t" r="r" b="b"/>
            <a:pathLst>
              <a:path w="315595" h="250189">
                <a:moveTo>
                  <a:pt x="315467" y="249936"/>
                </a:moveTo>
                <a:lnTo>
                  <a:pt x="274319" y="249936"/>
                </a:lnTo>
                <a:lnTo>
                  <a:pt x="274319" y="77724"/>
                </a:lnTo>
                <a:lnTo>
                  <a:pt x="272795" y="68579"/>
                </a:lnTo>
                <a:lnTo>
                  <a:pt x="271271" y="60960"/>
                </a:lnTo>
                <a:lnTo>
                  <a:pt x="268223" y="56388"/>
                </a:lnTo>
                <a:lnTo>
                  <a:pt x="265175" y="50292"/>
                </a:lnTo>
                <a:lnTo>
                  <a:pt x="262127" y="45719"/>
                </a:lnTo>
                <a:lnTo>
                  <a:pt x="256031" y="42672"/>
                </a:lnTo>
                <a:lnTo>
                  <a:pt x="243839" y="39624"/>
                </a:lnTo>
                <a:lnTo>
                  <a:pt x="234695" y="39624"/>
                </a:lnTo>
                <a:lnTo>
                  <a:pt x="192595" y="56197"/>
                </a:lnTo>
                <a:lnTo>
                  <a:pt x="176783" y="68579"/>
                </a:lnTo>
                <a:lnTo>
                  <a:pt x="176783" y="71628"/>
                </a:lnTo>
                <a:lnTo>
                  <a:pt x="178307" y="74676"/>
                </a:lnTo>
                <a:lnTo>
                  <a:pt x="178307" y="249936"/>
                </a:lnTo>
                <a:lnTo>
                  <a:pt x="137159" y="249936"/>
                </a:lnTo>
                <a:lnTo>
                  <a:pt x="137136" y="101084"/>
                </a:lnTo>
                <a:lnTo>
                  <a:pt x="136969" y="93154"/>
                </a:lnTo>
                <a:lnTo>
                  <a:pt x="136517" y="85510"/>
                </a:lnTo>
                <a:lnTo>
                  <a:pt x="135635" y="77724"/>
                </a:lnTo>
                <a:lnTo>
                  <a:pt x="135635" y="68579"/>
                </a:lnTo>
                <a:lnTo>
                  <a:pt x="132587" y="60960"/>
                </a:lnTo>
                <a:lnTo>
                  <a:pt x="131063" y="56388"/>
                </a:lnTo>
                <a:lnTo>
                  <a:pt x="128015" y="50292"/>
                </a:lnTo>
                <a:lnTo>
                  <a:pt x="123443" y="45719"/>
                </a:lnTo>
                <a:lnTo>
                  <a:pt x="117347" y="42672"/>
                </a:lnTo>
                <a:lnTo>
                  <a:pt x="112775" y="41148"/>
                </a:lnTo>
                <a:lnTo>
                  <a:pt x="105155" y="39624"/>
                </a:lnTo>
                <a:lnTo>
                  <a:pt x="96011" y="39624"/>
                </a:lnTo>
                <a:lnTo>
                  <a:pt x="54101" y="56769"/>
                </a:lnTo>
                <a:lnTo>
                  <a:pt x="39623" y="68579"/>
                </a:lnTo>
                <a:lnTo>
                  <a:pt x="39623" y="249936"/>
                </a:lnTo>
                <a:lnTo>
                  <a:pt x="0" y="249936"/>
                </a:lnTo>
                <a:lnTo>
                  <a:pt x="0" y="6096"/>
                </a:lnTo>
                <a:lnTo>
                  <a:pt x="39623" y="6096"/>
                </a:lnTo>
                <a:lnTo>
                  <a:pt x="39623" y="33528"/>
                </a:lnTo>
                <a:lnTo>
                  <a:pt x="47624" y="26074"/>
                </a:lnTo>
                <a:lnTo>
                  <a:pt x="79890" y="5143"/>
                </a:lnTo>
                <a:lnTo>
                  <a:pt x="106679" y="0"/>
                </a:lnTo>
                <a:lnTo>
                  <a:pt x="116919" y="571"/>
                </a:lnTo>
                <a:lnTo>
                  <a:pt x="152471" y="15454"/>
                </a:lnTo>
                <a:lnTo>
                  <a:pt x="170687" y="42672"/>
                </a:lnTo>
                <a:lnTo>
                  <a:pt x="179808" y="32956"/>
                </a:lnTo>
                <a:lnTo>
                  <a:pt x="214931" y="5786"/>
                </a:lnTo>
                <a:lnTo>
                  <a:pt x="245363" y="0"/>
                </a:lnTo>
                <a:lnTo>
                  <a:pt x="252436" y="285"/>
                </a:lnTo>
                <a:lnTo>
                  <a:pt x="290798" y="15930"/>
                </a:lnTo>
                <a:lnTo>
                  <a:pt x="310895" y="48767"/>
                </a:lnTo>
                <a:lnTo>
                  <a:pt x="315467" y="89916"/>
                </a:lnTo>
                <a:lnTo>
                  <a:pt x="315467" y="24993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pic>
        <p:nvPicPr>
          <p:cNvPr id="75" name="object 75"/>
          <p:cNvPicPr/>
          <p:nvPr/>
        </p:nvPicPr>
        <p:blipFill>
          <a:blip r:embed="rId14" cstate="print"/>
          <a:stretch>
            <a:fillRect/>
          </a:stretch>
        </p:blipFill>
        <p:spPr>
          <a:xfrm>
            <a:off x="6528816" y="4664964"/>
            <a:ext cx="65532" cy="112775"/>
          </a:xfrm>
          <a:prstGeom prst="rect">
            <a:avLst/>
          </a:prstGeom>
        </p:spPr>
      </p:pic>
      <p:sp>
        <p:nvSpPr>
          <p:cNvPr id="76" name="object 76"/>
          <p:cNvSpPr/>
          <p:nvPr/>
        </p:nvSpPr>
        <p:spPr>
          <a:xfrm>
            <a:off x="6658343" y="4600955"/>
            <a:ext cx="1736089" cy="408940"/>
          </a:xfrm>
          <a:custGeom>
            <a:avLst/>
            <a:gdLst/>
            <a:ahLst/>
            <a:cxnLst/>
            <a:rect l="l" t="t" r="r" b="b"/>
            <a:pathLst>
              <a:path w="1736090" h="408939">
                <a:moveTo>
                  <a:pt x="324612" y="68580"/>
                </a:moveTo>
                <a:lnTo>
                  <a:pt x="299110" y="35509"/>
                </a:lnTo>
                <a:lnTo>
                  <a:pt x="242316" y="9144"/>
                </a:lnTo>
                <a:lnTo>
                  <a:pt x="239268" y="13716"/>
                </a:lnTo>
                <a:lnTo>
                  <a:pt x="259270" y="32321"/>
                </a:lnTo>
                <a:lnTo>
                  <a:pt x="275805" y="49301"/>
                </a:lnTo>
                <a:lnTo>
                  <a:pt x="288988" y="64947"/>
                </a:lnTo>
                <a:lnTo>
                  <a:pt x="298704" y="79248"/>
                </a:lnTo>
                <a:lnTo>
                  <a:pt x="304800" y="88392"/>
                </a:lnTo>
                <a:lnTo>
                  <a:pt x="309372" y="94488"/>
                </a:lnTo>
                <a:lnTo>
                  <a:pt x="315468" y="94488"/>
                </a:lnTo>
                <a:lnTo>
                  <a:pt x="316992" y="89916"/>
                </a:lnTo>
                <a:lnTo>
                  <a:pt x="320040" y="83820"/>
                </a:lnTo>
                <a:lnTo>
                  <a:pt x="323088" y="76200"/>
                </a:lnTo>
                <a:lnTo>
                  <a:pt x="324535" y="71869"/>
                </a:lnTo>
                <a:lnTo>
                  <a:pt x="324612" y="68580"/>
                </a:lnTo>
                <a:close/>
              </a:path>
              <a:path w="1736090" h="408939">
                <a:moveTo>
                  <a:pt x="400812" y="376440"/>
                </a:moveTo>
                <a:lnTo>
                  <a:pt x="357124" y="365556"/>
                </a:lnTo>
                <a:lnTo>
                  <a:pt x="317563" y="351104"/>
                </a:lnTo>
                <a:lnTo>
                  <a:pt x="282308" y="332930"/>
                </a:lnTo>
                <a:lnTo>
                  <a:pt x="277063" y="329184"/>
                </a:lnTo>
                <a:lnTo>
                  <a:pt x="251460" y="310896"/>
                </a:lnTo>
                <a:lnTo>
                  <a:pt x="289560" y="263283"/>
                </a:lnTo>
                <a:lnTo>
                  <a:pt x="323088" y="208788"/>
                </a:lnTo>
                <a:lnTo>
                  <a:pt x="334518" y="199644"/>
                </a:lnTo>
                <a:lnTo>
                  <a:pt x="338328" y="196596"/>
                </a:lnTo>
                <a:lnTo>
                  <a:pt x="331520" y="190500"/>
                </a:lnTo>
                <a:lnTo>
                  <a:pt x="309372" y="170688"/>
                </a:lnTo>
                <a:lnTo>
                  <a:pt x="297180" y="190500"/>
                </a:lnTo>
                <a:lnTo>
                  <a:pt x="297180" y="199644"/>
                </a:lnTo>
                <a:lnTo>
                  <a:pt x="282943" y="227723"/>
                </a:lnTo>
                <a:lnTo>
                  <a:pt x="267843" y="252806"/>
                </a:lnTo>
                <a:lnTo>
                  <a:pt x="252183" y="275297"/>
                </a:lnTo>
                <a:lnTo>
                  <a:pt x="236220" y="295668"/>
                </a:lnTo>
                <a:lnTo>
                  <a:pt x="217601" y="275094"/>
                </a:lnTo>
                <a:lnTo>
                  <a:pt x="200406" y="252234"/>
                </a:lnTo>
                <a:lnTo>
                  <a:pt x="184365" y="227088"/>
                </a:lnTo>
                <a:lnTo>
                  <a:pt x="169164" y="199644"/>
                </a:lnTo>
                <a:lnTo>
                  <a:pt x="297180" y="199644"/>
                </a:lnTo>
                <a:lnTo>
                  <a:pt x="297180" y="190500"/>
                </a:lnTo>
                <a:lnTo>
                  <a:pt x="147828" y="190500"/>
                </a:lnTo>
                <a:lnTo>
                  <a:pt x="151257" y="174485"/>
                </a:lnTo>
                <a:lnTo>
                  <a:pt x="154686" y="158305"/>
                </a:lnTo>
                <a:lnTo>
                  <a:pt x="158115" y="141859"/>
                </a:lnTo>
                <a:lnTo>
                  <a:pt x="161544" y="124968"/>
                </a:lnTo>
                <a:lnTo>
                  <a:pt x="394716" y="124968"/>
                </a:lnTo>
                <a:lnTo>
                  <a:pt x="384517" y="114300"/>
                </a:lnTo>
                <a:lnTo>
                  <a:pt x="361188" y="89916"/>
                </a:lnTo>
                <a:lnTo>
                  <a:pt x="336804" y="114300"/>
                </a:lnTo>
                <a:lnTo>
                  <a:pt x="163068" y="114300"/>
                </a:lnTo>
                <a:lnTo>
                  <a:pt x="164922" y="103466"/>
                </a:lnTo>
                <a:lnTo>
                  <a:pt x="168402" y="84582"/>
                </a:lnTo>
                <a:lnTo>
                  <a:pt x="172935" y="59436"/>
                </a:lnTo>
                <a:lnTo>
                  <a:pt x="178308" y="27432"/>
                </a:lnTo>
                <a:lnTo>
                  <a:pt x="190500" y="15240"/>
                </a:lnTo>
                <a:lnTo>
                  <a:pt x="153924" y="0"/>
                </a:lnTo>
                <a:lnTo>
                  <a:pt x="149860" y="41795"/>
                </a:lnTo>
                <a:lnTo>
                  <a:pt x="143675" y="83820"/>
                </a:lnTo>
                <a:lnTo>
                  <a:pt x="138684" y="114300"/>
                </a:lnTo>
                <a:lnTo>
                  <a:pt x="57912" y="114300"/>
                </a:lnTo>
                <a:lnTo>
                  <a:pt x="63055" y="103466"/>
                </a:lnTo>
                <a:lnTo>
                  <a:pt x="69342" y="89344"/>
                </a:lnTo>
                <a:lnTo>
                  <a:pt x="76771" y="72085"/>
                </a:lnTo>
                <a:lnTo>
                  <a:pt x="85344" y="51816"/>
                </a:lnTo>
                <a:lnTo>
                  <a:pt x="99060" y="42672"/>
                </a:lnTo>
                <a:lnTo>
                  <a:pt x="64008" y="22860"/>
                </a:lnTo>
                <a:lnTo>
                  <a:pt x="60325" y="39420"/>
                </a:lnTo>
                <a:lnTo>
                  <a:pt x="53911" y="59245"/>
                </a:lnTo>
                <a:lnTo>
                  <a:pt x="44945" y="82232"/>
                </a:lnTo>
                <a:lnTo>
                  <a:pt x="33528" y="108204"/>
                </a:lnTo>
                <a:lnTo>
                  <a:pt x="19812" y="117348"/>
                </a:lnTo>
                <a:lnTo>
                  <a:pt x="42672" y="141732"/>
                </a:lnTo>
                <a:lnTo>
                  <a:pt x="56388" y="124968"/>
                </a:lnTo>
                <a:lnTo>
                  <a:pt x="137160" y="124968"/>
                </a:lnTo>
                <a:lnTo>
                  <a:pt x="120015" y="194691"/>
                </a:lnTo>
                <a:lnTo>
                  <a:pt x="100584" y="248424"/>
                </a:lnTo>
                <a:lnTo>
                  <a:pt x="79438" y="291858"/>
                </a:lnTo>
                <a:lnTo>
                  <a:pt x="54864" y="330708"/>
                </a:lnTo>
                <a:lnTo>
                  <a:pt x="27432" y="364058"/>
                </a:lnTo>
                <a:lnTo>
                  <a:pt x="0" y="391680"/>
                </a:lnTo>
                <a:lnTo>
                  <a:pt x="3048" y="396252"/>
                </a:lnTo>
                <a:lnTo>
                  <a:pt x="53149" y="356247"/>
                </a:lnTo>
                <a:lnTo>
                  <a:pt x="92964" y="309384"/>
                </a:lnTo>
                <a:lnTo>
                  <a:pt x="122301" y="256222"/>
                </a:lnTo>
                <a:lnTo>
                  <a:pt x="144780" y="199644"/>
                </a:lnTo>
                <a:lnTo>
                  <a:pt x="161544" y="199644"/>
                </a:lnTo>
                <a:lnTo>
                  <a:pt x="173863" y="229679"/>
                </a:lnTo>
                <a:lnTo>
                  <a:pt x="188023" y="258140"/>
                </a:lnTo>
                <a:lnTo>
                  <a:pt x="204203" y="285165"/>
                </a:lnTo>
                <a:lnTo>
                  <a:pt x="222504" y="310896"/>
                </a:lnTo>
                <a:lnTo>
                  <a:pt x="193675" y="338074"/>
                </a:lnTo>
                <a:lnTo>
                  <a:pt x="157543" y="362521"/>
                </a:lnTo>
                <a:lnTo>
                  <a:pt x="114325" y="384390"/>
                </a:lnTo>
                <a:lnTo>
                  <a:pt x="64008" y="403872"/>
                </a:lnTo>
                <a:lnTo>
                  <a:pt x="65532" y="408432"/>
                </a:lnTo>
                <a:lnTo>
                  <a:pt x="115595" y="394982"/>
                </a:lnTo>
                <a:lnTo>
                  <a:pt x="160782" y="377393"/>
                </a:lnTo>
                <a:lnTo>
                  <a:pt x="201409" y="355498"/>
                </a:lnTo>
                <a:lnTo>
                  <a:pt x="237744" y="329184"/>
                </a:lnTo>
                <a:lnTo>
                  <a:pt x="264020" y="351167"/>
                </a:lnTo>
                <a:lnTo>
                  <a:pt x="294703" y="371297"/>
                </a:lnTo>
                <a:lnTo>
                  <a:pt x="329692" y="389407"/>
                </a:lnTo>
                <a:lnTo>
                  <a:pt x="368808" y="405384"/>
                </a:lnTo>
                <a:lnTo>
                  <a:pt x="373380" y="396862"/>
                </a:lnTo>
                <a:lnTo>
                  <a:pt x="380238" y="389775"/>
                </a:lnTo>
                <a:lnTo>
                  <a:pt x="389343" y="384416"/>
                </a:lnTo>
                <a:lnTo>
                  <a:pt x="400812" y="381012"/>
                </a:lnTo>
                <a:lnTo>
                  <a:pt x="400812" y="376440"/>
                </a:lnTo>
                <a:close/>
              </a:path>
              <a:path w="1736090" h="408939">
                <a:moveTo>
                  <a:pt x="844308" y="303276"/>
                </a:moveTo>
                <a:lnTo>
                  <a:pt x="824014" y="266509"/>
                </a:lnTo>
                <a:lnTo>
                  <a:pt x="821448" y="227076"/>
                </a:lnTo>
                <a:lnTo>
                  <a:pt x="813828" y="227076"/>
                </a:lnTo>
                <a:lnTo>
                  <a:pt x="813562" y="236601"/>
                </a:lnTo>
                <a:lnTo>
                  <a:pt x="813066" y="247269"/>
                </a:lnTo>
                <a:lnTo>
                  <a:pt x="812546" y="259753"/>
                </a:lnTo>
                <a:lnTo>
                  <a:pt x="806399" y="298513"/>
                </a:lnTo>
                <a:lnTo>
                  <a:pt x="792492" y="307848"/>
                </a:lnTo>
                <a:lnTo>
                  <a:pt x="719340" y="307848"/>
                </a:lnTo>
                <a:lnTo>
                  <a:pt x="708482" y="306755"/>
                </a:lnTo>
                <a:lnTo>
                  <a:pt x="701052" y="301371"/>
                </a:lnTo>
                <a:lnTo>
                  <a:pt x="697052" y="291998"/>
                </a:lnTo>
                <a:lnTo>
                  <a:pt x="696480" y="278892"/>
                </a:lnTo>
                <a:lnTo>
                  <a:pt x="696480" y="170688"/>
                </a:lnTo>
                <a:lnTo>
                  <a:pt x="783348" y="170688"/>
                </a:lnTo>
                <a:lnTo>
                  <a:pt x="783348" y="193548"/>
                </a:lnTo>
                <a:lnTo>
                  <a:pt x="807732" y="182880"/>
                </a:lnTo>
                <a:lnTo>
                  <a:pt x="807059" y="170688"/>
                </a:lnTo>
                <a:lnTo>
                  <a:pt x="806843" y="166839"/>
                </a:lnTo>
                <a:lnTo>
                  <a:pt x="806716" y="160020"/>
                </a:lnTo>
                <a:lnTo>
                  <a:pt x="806450" y="146304"/>
                </a:lnTo>
                <a:lnTo>
                  <a:pt x="806361" y="138684"/>
                </a:lnTo>
                <a:lnTo>
                  <a:pt x="806221" y="113017"/>
                </a:lnTo>
                <a:lnTo>
                  <a:pt x="806208" y="74676"/>
                </a:lnTo>
                <a:lnTo>
                  <a:pt x="807732" y="73152"/>
                </a:lnTo>
                <a:lnTo>
                  <a:pt x="818400" y="62484"/>
                </a:lnTo>
                <a:lnTo>
                  <a:pt x="790968" y="45720"/>
                </a:lnTo>
                <a:lnTo>
                  <a:pt x="780300" y="62484"/>
                </a:lnTo>
                <a:lnTo>
                  <a:pt x="664476" y="62484"/>
                </a:lnTo>
                <a:lnTo>
                  <a:pt x="679716" y="79248"/>
                </a:lnTo>
                <a:lnTo>
                  <a:pt x="689140" y="76377"/>
                </a:lnTo>
                <a:lnTo>
                  <a:pt x="699147" y="74485"/>
                </a:lnTo>
                <a:lnTo>
                  <a:pt x="709714" y="73469"/>
                </a:lnTo>
                <a:lnTo>
                  <a:pt x="720864" y="73152"/>
                </a:lnTo>
                <a:lnTo>
                  <a:pt x="783348" y="73152"/>
                </a:lnTo>
                <a:lnTo>
                  <a:pt x="783348" y="160020"/>
                </a:lnTo>
                <a:lnTo>
                  <a:pt x="696480" y="160020"/>
                </a:lnTo>
                <a:lnTo>
                  <a:pt x="672096" y="146304"/>
                </a:lnTo>
                <a:lnTo>
                  <a:pt x="673620" y="181356"/>
                </a:lnTo>
                <a:lnTo>
                  <a:pt x="673620" y="286562"/>
                </a:lnTo>
                <a:lnTo>
                  <a:pt x="675944" y="305168"/>
                </a:lnTo>
                <a:lnTo>
                  <a:pt x="683145" y="317944"/>
                </a:lnTo>
                <a:lnTo>
                  <a:pt x="695477" y="325310"/>
                </a:lnTo>
                <a:lnTo>
                  <a:pt x="713244" y="327660"/>
                </a:lnTo>
                <a:lnTo>
                  <a:pt x="797064" y="327660"/>
                </a:lnTo>
                <a:lnTo>
                  <a:pt x="812800" y="326212"/>
                </a:lnTo>
                <a:lnTo>
                  <a:pt x="825830" y="321754"/>
                </a:lnTo>
                <a:lnTo>
                  <a:pt x="836282" y="314159"/>
                </a:lnTo>
                <a:lnTo>
                  <a:pt x="840930" y="307848"/>
                </a:lnTo>
                <a:lnTo>
                  <a:pt x="844308" y="303276"/>
                </a:lnTo>
                <a:close/>
              </a:path>
              <a:path w="1736090" h="408939">
                <a:moveTo>
                  <a:pt x="845832" y="368808"/>
                </a:moveTo>
                <a:lnTo>
                  <a:pt x="812965" y="371665"/>
                </a:lnTo>
                <a:lnTo>
                  <a:pt x="778395" y="373380"/>
                </a:lnTo>
                <a:lnTo>
                  <a:pt x="742099" y="373951"/>
                </a:lnTo>
                <a:lnTo>
                  <a:pt x="704100" y="373380"/>
                </a:lnTo>
                <a:lnTo>
                  <a:pt x="667207" y="371094"/>
                </a:lnTo>
                <a:lnTo>
                  <a:pt x="634187" y="366522"/>
                </a:lnTo>
                <a:lnTo>
                  <a:pt x="604862" y="359664"/>
                </a:lnTo>
                <a:lnTo>
                  <a:pt x="579132" y="350520"/>
                </a:lnTo>
                <a:lnTo>
                  <a:pt x="579132" y="341376"/>
                </a:lnTo>
                <a:lnTo>
                  <a:pt x="579132" y="265176"/>
                </a:lnTo>
                <a:lnTo>
                  <a:pt x="658380" y="265176"/>
                </a:lnTo>
                <a:lnTo>
                  <a:pt x="649236" y="254508"/>
                </a:lnTo>
                <a:lnTo>
                  <a:pt x="630948" y="233172"/>
                </a:lnTo>
                <a:lnTo>
                  <a:pt x="608088" y="254508"/>
                </a:lnTo>
                <a:lnTo>
                  <a:pt x="579132" y="254508"/>
                </a:lnTo>
                <a:lnTo>
                  <a:pt x="579132" y="196596"/>
                </a:lnTo>
                <a:lnTo>
                  <a:pt x="592848" y="184404"/>
                </a:lnTo>
                <a:lnTo>
                  <a:pt x="568464" y="170688"/>
                </a:lnTo>
                <a:lnTo>
                  <a:pt x="666000" y="170688"/>
                </a:lnTo>
                <a:lnTo>
                  <a:pt x="635520" y="138684"/>
                </a:lnTo>
                <a:lnTo>
                  <a:pt x="615708" y="160020"/>
                </a:lnTo>
                <a:lnTo>
                  <a:pt x="574560" y="160020"/>
                </a:lnTo>
                <a:lnTo>
                  <a:pt x="574560" y="88392"/>
                </a:lnTo>
                <a:lnTo>
                  <a:pt x="652284" y="88392"/>
                </a:lnTo>
                <a:lnTo>
                  <a:pt x="624852" y="57912"/>
                </a:lnTo>
                <a:lnTo>
                  <a:pt x="603516" y="79248"/>
                </a:lnTo>
                <a:lnTo>
                  <a:pt x="574560" y="79248"/>
                </a:lnTo>
                <a:lnTo>
                  <a:pt x="574560" y="32004"/>
                </a:lnTo>
                <a:lnTo>
                  <a:pt x="588276" y="18288"/>
                </a:lnTo>
                <a:lnTo>
                  <a:pt x="550176" y="0"/>
                </a:lnTo>
                <a:lnTo>
                  <a:pt x="551294" y="16027"/>
                </a:lnTo>
                <a:lnTo>
                  <a:pt x="552272" y="34480"/>
                </a:lnTo>
                <a:lnTo>
                  <a:pt x="552958" y="55511"/>
                </a:lnTo>
                <a:lnTo>
                  <a:pt x="553224" y="79248"/>
                </a:lnTo>
                <a:lnTo>
                  <a:pt x="467880" y="79248"/>
                </a:lnTo>
                <a:lnTo>
                  <a:pt x="483120" y="94488"/>
                </a:lnTo>
                <a:lnTo>
                  <a:pt x="491998" y="91617"/>
                </a:lnTo>
                <a:lnTo>
                  <a:pt x="500456" y="89725"/>
                </a:lnTo>
                <a:lnTo>
                  <a:pt x="508622" y="88709"/>
                </a:lnTo>
                <a:lnTo>
                  <a:pt x="516648" y="88392"/>
                </a:lnTo>
                <a:lnTo>
                  <a:pt x="553224" y="88392"/>
                </a:lnTo>
                <a:lnTo>
                  <a:pt x="553224" y="160020"/>
                </a:lnTo>
                <a:lnTo>
                  <a:pt x="446544" y="160020"/>
                </a:lnTo>
                <a:lnTo>
                  <a:pt x="461784" y="175260"/>
                </a:lnTo>
                <a:lnTo>
                  <a:pt x="471512" y="173266"/>
                </a:lnTo>
                <a:lnTo>
                  <a:pt x="480263" y="171831"/>
                </a:lnTo>
                <a:lnTo>
                  <a:pt x="488137" y="170980"/>
                </a:lnTo>
                <a:lnTo>
                  <a:pt x="495312" y="170688"/>
                </a:lnTo>
                <a:lnTo>
                  <a:pt x="556272" y="170688"/>
                </a:lnTo>
                <a:lnTo>
                  <a:pt x="556272" y="341376"/>
                </a:lnTo>
                <a:lnTo>
                  <a:pt x="542759" y="333146"/>
                </a:lnTo>
                <a:lnTo>
                  <a:pt x="511543" y="304800"/>
                </a:lnTo>
                <a:lnTo>
                  <a:pt x="507314" y="263080"/>
                </a:lnTo>
                <a:lnTo>
                  <a:pt x="524268" y="224028"/>
                </a:lnTo>
                <a:lnTo>
                  <a:pt x="486168" y="205740"/>
                </a:lnTo>
                <a:lnTo>
                  <a:pt x="481660" y="259753"/>
                </a:lnTo>
                <a:lnTo>
                  <a:pt x="473417" y="318592"/>
                </a:lnTo>
                <a:lnTo>
                  <a:pt x="453466" y="377405"/>
                </a:lnTo>
                <a:lnTo>
                  <a:pt x="438924" y="405384"/>
                </a:lnTo>
                <a:lnTo>
                  <a:pt x="445020" y="408432"/>
                </a:lnTo>
                <a:lnTo>
                  <a:pt x="460425" y="388175"/>
                </a:lnTo>
                <a:lnTo>
                  <a:pt x="474548" y="364045"/>
                </a:lnTo>
                <a:lnTo>
                  <a:pt x="487235" y="336219"/>
                </a:lnTo>
                <a:lnTo>
                  <a:pt x="498360" y="304800"/>
                </a:lnTo>
                <a:lnTo>
                  <a:pt x="515505" y="327113"/>
                </a:lnTo>
                <a:lnTo>
                  <a:pt x="556653" y="362026"/>
                </a:lnTo>
                <a:lnTo>
                  <a:pt x="607555" y="384098"/>
                </a:lnTo>
                <a:lnTo>
                  <a:pt x="665949" y="396773"/>
                </a:lnTo>
                <a:lnTo>
                  <a:pt x="729386" y="402793"/>
                </a:lnTo>
                <a:lnTo>
                  <a:pt x="787577" y="404456"/>
                </a:lnTo>
                <a:lnTo>
                  <a:pt x="813828" y="403860"/>
                </a:lnTo>
                <a:lnTo>
                  <a:pt x="816038" y="393573"/>
                </a:lnTo>
                <a:lnTo>
                  <a:pt x="822401" y="385572"/>
                </a:lnTo>
                <a:lnTo>
                  <a:pt x="832472" y="379857"/>
                </a:lnTo>
                <a:lnTo>
                  <a:pt x="845832" y="376428"/>
                </a:lnTo>
                <a:lnTo>
                  <a:pt x="845832" y="373951"/>
                </a:lnTo>
                <a:lnTo>
                  <a:pt x="845832" y="368808"/>
                </a:lnTo>
                <a:close/>
              </a:path>
              <a:path w="1736090" h="408939">
                <a:moveTo>
                  <a:pt x="975360" y="79248"/>
                </a:moveTo>
                <a:lnTo>
                  <a:pt x="973836" y="72898"/>
                </a:lnTo>
                <a:lnTo>
                  <a:pt x="973010" y="66548"/>
                </a:lnTo>
                <a:lnTo>
                  <a:pt x="970597" y="60198"/>
                </a:lnTo>
                <a:lnTo>
                  <a:pt x="934008" y="28448"/>
                </a:lnTo>
                <a:lnTo>
                  <a:pt x="920496" y="20828"/>
                </a:lnTo>
                <a:lnTo>
                  <a:pt x="915924" y="23368"/>
                </a:lnTo>
                <a:lnTo>
                  <a:pt x="927100" y="39878"/>
                </a:lnTo>
                <a:lnTo>
                  <a:pt x="935545" y="55118"/>
                </a:lnTo>
                <a:lnTo>
                  <a:pt x="941438" y="69088"/>
                </a:lnTo>
                <a:lnTo>
                  <a:pt x="944880" y="81788"/>
                </a:lnTo>
                <a:lnTo>
                  <a:pt x="946404" y="91948"/>
                </a:lnTo>
                <a:lnTo>
                  <a:pt x="949452" y="98298"/>
                </a:lnTo>
                <a:lnTo>
                  <a:pt x="957072" y="98298"/>
                </a:lnTo>
                <a:lnTo>
                  <a:pt x="960120" y="95758"/>
                </a:lnTo>
                <a:lnTo>
                  <a:pt x="972312" y="86868"/>
                </a:lnTo>
                <a:lnTo>
                  <a:pt x="975360" y="79248"/>
                </a:lnTo>
                <a:close/>
              </a:path>
              <a:path w="1736090" h="408939">
                <a:moveTo>
                  <a:pt x="1141476" y="58928"/>
                </a:moveTo>
                <a:lnTo>
                  <a:pt x="1138809" y="56388"/>
                </a:lnTo>
                <a:lnTo>
                  <a:pt x="1120140" y="38608"/>
                </a:lnTo>
                <a:lnTo>
                  <a:pt x="1109472" y="54165"/>
                </a:lnTo>
                <a:lnTo>
                  <a:pt x="1109472" y="66548"/>
                </a:lnTo>
                <a:lnTo>
                  <a:pt x="1109472" y="98298"/>
                </a:lnTo>
                <a:lnTo>
                  <a:pt x="1109472" y="109728"/>
                </a:lnTo>
                <a:lnTo>
                  <a:pt x="1109472" y="145288"/>
                </a:lnTo>
                <a:lnTo>
                  <a:pt x="1034796" y="145288"/>
                </a:lnTo>
                <a:lnTo>
                  <a:pt x="1034796" y="109728"/>
                </a:lnTo>
                <a:lnTo>
                  <a:pt x="1109472" y="109728"/>
                </a:lnTo>
                <a:lnTo>
                  <a:pt x="1109472" y="98298"/>
                </a:lnTo>
                <a:lnTo>
                  <a:pt x="1034796" y="98298"/>
                </a:lnTo>
                <a:lnTo>
                  <a:pt x="1034796" y="66548"/>
                </a:lnTo>
                <a:lnTo>
                  <a:pt x="1109472" y="66548"/>
                </a:lnTo>
                <a:lnTo>
                  <a:pt x="1109472" y="54165"/>
                </a:lnTo>
                <a:lnTo>
                  <a:pt x="1107948" y="56388"/>
                </a:lnTo>
                <a:lnTo>
                  <a:pt x="1062228" y="56388"/>
                </a:lnTo>
                <a:lnTo>
                  <a:pt x="1066787" y="48768"/>
                </a:lnTo>
                <a:lnTo>
                  <a:pt x="1071181" y="42418"/>
                </a:lnTo>
                <a:lnTo>
                  <a:pt x="1075309" y="37338"/>
                </a:lnTo>
                <a:lnTo>
                  <a:pt x="1078992" y="33528"/>
                </a:lnTo>
                <a:lnTo>
                  <a:pt x="1082040" y="28448"/>
                </a:lnTo>
                <a:lnTo>
                  <a:pt x="1092708" y="19558"/>
                </a:lnTo>
                <a:lnTo>
                  <a:pt x="1066800" y="5588"/>
                </a:lnTo>
                <a:lnTo>
                  <a:pt x="1065085" y="15748"/>
                </a:lnTo>
                <a:lnTo>
                  <a:pt x="1062228" y="28448"/>
                </a:lnTo>
                <a:lnTo>
                  <a:pt x="1058227" y="41148"/>
                </a:lnTo>
                <a:lnTo>
                  <a:pt x="1053084" y="56388"/>
                </a:lnTo>
                <a:lnTo>
                  <a:pt x="1034796" y="56388"/>
                </a:lnTo>
                <a:lnTo>
                  <a:pt x="1011936" y="42418"/>
                </a:lnTo>
                <a:lnTo>
                  <a:pt x="1012825" y="61468"/>
                </a:lnTo>
                <a:lnTo>
                  <a:pt x="1013269" y="79248"/>
                </a:lnTo>
                <a:lnTo>
                  <a:pt x="1013371" y="88138"/>
                </a:lnTo>
                <a:lnTo>
                  <a:pt x="1013269" y="137668"/>
                </a:lnTo>
                <a:lnTo>
                  <a:pt x="1012825" y="155448"/>
                </a:lnTo>
                <a:lnTo>
                  <a:pt x="1011936" y="173228"/>
                </a:lnTo>
                <a:lnTo>
                  <a:pt x="1034796" y="166878"/>
                </a:lnTo>
                <a:lnTo>
                  <a:pt x="1034796" y="156718"/>
                </a:lnTo>
                <a:lnTo>
                  <a:pt x="1109472" y="156718"/>
                </a:lnTo>
                <a:lnTo>
                  <a:pt x="1109472" y="170688"/>
                </a:lnTo>
                <a:lnTo>
                  <a:pt x="1132332" y="159258"/>
                </a:lnTo>
                <a:lnTo>
                  <a:pt x="1132116" y="156718"/>
                </a:lnTo>
                <a:lnTo>
                  <a:pt x="1131214" y="146558"/>
                </a:lnTo>
                <a:lnTo>
                  <a:pt x="1131150" y="145288"/>
                </a:lnTo>
                <a:lnTo>
                  <a:pt x="1129626" y="104648"/>
                </a:lnTo>
                <a:lnTo>
                  <a:pt x="1129284" y="69088"/>
                </a:lnTo>
                <a:lnTo>
                  <a:pt x="1132332" y="66548"/>
                </a:lnTo>
                <a:lnTo>
                  <a:pt x="1141476" y="58928"/>
                </a:lnTo>
                <a:close/>
              </a:path>
              <a:path w="1736090" h="408939">
                <a:moveTo>
                  <a:pt x="1292352" y="362458"/>
                </a:moveTo>
                <a:lnTo>
                  <a:pt x="1248041" y="364998"/>
                </a:lnTo>
                <a:lnTo>
                  <a:pt x="1144524" y="368808"/>
                </a:lnTo>
                <a:lnTo>
                  <a:pt x="1129385" y="367538"/>
                </a:lnTo>
                <a:lnTo>
                  <a:pt x="1113663" y="367538"/>
                </a:lnTo>
                <a:lnTo>
                  <a:pt x="1062799" y="362458"/>
                </a:lnTo>
                <a:lnTo>
                  <a:pt x="1016508" y="347218"/>
                </a:lnTo>
                <a:lnTo>
                  <a:pt x="1003630" y="338328"/>
                </a:lnTo>
                <a:lnTo>
                  <a:pt x="994206" y="331978"/>
                </a:lnTo>
                <a:lnTo>
                  <a:pt x="993914" y="331787"/>
                </a:lnTo>
                <a:lnTo>
                  <a:pt x="1018247" y="312928"/>
                </a:lnTo>
                <a:lnTo>
                  <a:pt x="1037272" y="293878"/>
                </a:lnTo>
                <a:lnTo>
                  <a:pt x="1050874" y="273558"/>
                </a:lnTo>
                <a:lnTo>
                  <a:pt x="1059180" y="251968"/>
                </a:lnTo>
                <a:lnTo>
                  <a:pt x="1103376" y="251968"/>
                </a:lnTo>
                <a:lnTo>
                  <a:pt x="1098613" y="292608"/>
                </a:lnTo>
                <a:lnTo>
                  <a:pt x="1083564" y="312928"/>
                </a:lnTo>
                <a:lnTo>
                  <a:pt x="1072730" y="312928"/>
                </a:lnTo>
                <a:lnTo>
                  <a:pt x="1065466" y="311658"/>
                </a:lnTo>
                <a:lnTo>
                  <a:pt x="1057351" y="309118"/>
                </a:lnTo>
                <a:lnTo>
                  <a:pt x="1048512" y="307848"/>
                </a:lnTo>
                <a:lnTo>
                  <a:pt x="1046988" y="312928"/>
                </a:lnTo>
                <a:lnTo>
                  <a:pt x="1062990" y="320548"/>
                </a:lnTo>
                <a:lnTo>
                  <a:pt x="1074420" y="326898"/>
                </a:lnTo>
                <a:lnTo>
                  <a:pt x="1081278" y="334518"/>
                </a:lnTo>
                <a:lnTo>
                  <a:pt x="1083564" y="342138"/>
                </a:lnTo>
                <a:lnTo>
                  <a:pt x="1093851" y="339598"/>
                </a:lnTo>
                <a:lnTo>
                  <a:pt x="1117854" y="296418"/>
                </a:lnTo>
                <a:lnTo>
                  <a:pt x="1124712" y="255778"/>
                </a:lnTo>
                <a:lnTo>
                  <a:pt x="1129855" y="251968"/>
                </a:lnTo>
                <a:lnTo>
                  <a:pt x="1138428" y="245618"/>
                </a:lnTo>
                <a:lnTo>
                  <a:pt x="1133208" y="241808"/>
                </a:lnTo>
                <a:lnTo>
                  <a:pt x="1114044" y="227838"/>
                </a:lnTo>
                <a:lnTo>
                  <a:pt x="1101852" y="241808"/>
                </a:lnTo>
                <a:lnTo>
                  <a:pt x="1060704" y="241808"/>
                </a:lnTo>
                <a:lnTo>
                  <a:pt x="1061834" y="234188"/>
                </a:lnTo>
                <a:lnTo>
                  <a:pt x="1062799" y="226568"/>
                </a:lnTo>
                <a:lnTo>
                  <a:pt x="1063498" y="220218"/>
                </a:lnTo>
                <a:lnTo>
                  <a:pt x="1063752" y="213868"/>
                </a:lnTo>
                <a:lnTo>
                  <a:pt x="1164336" y="213868"/>
                </a:lnTo>
                <a:lnTo>
                  <a:pt x="1139952" y="185928"/>
                </a:lnTo>
                <a:lnTo>
                  <a:pt x="1121664" y="203708"/>
                </a:lnTo>
                <a:lnTo>
                  <a:pt x="1083564" y="203708"/>
                </a:lnTo>
                <a:lnTo>
                  <a:pt x="1091184" y="196088"/>
                </a:lnTo>
                <a:lnTo>
                  <a:pt x="1092708" y="189738"/>
                </a:lnTo>
                <a:lnTo>
                  <a:pt x="1089660" y="182118"/>
                </a:lnTo>
                <a:lnTo>
                  <a:pt x="1085659" y="177038"/>
                </a:lnTo>
                <a:lnTo>
                  <a:pt x="1078230" y="171958"/>
                </a:lnTo>
                <a:lnTo>
                  <a:pt x="1067371" y="166878"/>
                </a:lnTo>
                <a:lnTo>
                  <a:pt x="1053084" y="160528"/>
                </a:lnTo>
                <a:lnTo>
                  <a:pt x="1050036" y="165608"/>
                </a:lnTo>
                <a:lnTo>
                  <a:pt x="1058303" y="174498"/>
                </a:lnTo>
                <a:lnTo>
                  <a:pt x="1064704" y="183388"/>
                </a:lnTo>
                <a:lnTo>
                  <a:pt x="1069111" y="193548"/>
                </a:lnTo>
                <a:lnTo>
                  <a:pt x="1071372" y="203708"/>
                </a:lnTo>
                <a:lnTo>
                  <a:pt x="989076" y="203708"/>
                </a:lnTo>
                <a:lnTo>
                  <a:pt x="1004316" y="218948"/>
                </a:lnTo>
                <a:lnTo>
                  <a:pt x="1014349" y="216408"/>
                </a:lnTo>
                <a:lnTo>
                  <a:pt x="1023937" y="215138"/>
                </a:lnTo>
                <a:lnTo>
                  <a:pt x="1033259" y="215138"/>
                </a:lnTo>
                <a:lnTo>
                  <a:pt x="1042416" y="213868"/>
                </a:lnTo>
                <a:lnTo>
                  <a:pt x="1040117" y="240538"/>
                </a:lnTo>
                <a:lnTo>
                  <a:pt x="1030795" y="268478"/>
                </a:lnTo>
                <a:lnTo>
                  <a:pt x="1014349" y="297688"/>
                </a:lnTo>
                <a:lnTo>
                  <a:pt x="990600" y="328168"/>
                </a:lnTo>
                <a:lnTo>
                  <a:pt x="993013" y="331177"/>
                </a:lnTo>
                <a:lnTo>
                  <a:pt x="992314" y="330708"/>
                </a:lnTo>
                <a:lnTo>
                  <a:pt x="985735" y="325628"/>
                </a:lnTo>
                <a:lnTo>
                  <a:pt x="982433" y="323088"/>
                </a:lnTo>
                <a:lnTo>
                  <a:pt x="973836" y="314198"/>
                </a:lnTo>
                <a:lnTo>
                  <a:pt x="973836" y="168148"/>
                </a:lnTo>
                <a:lnTo>
                  <a:pt x="977265" y="165608"/>
                </a:lnTo>
                <a:lnTo>
                  <a:pt x="987552" y="157988"/>
                </a:lnTo>
                <a:lnTo>
                  <a:pt x="961644" y="135128"/>
                </a:lnTo>
                <a:lnTo>
                  <a:pt x="947928" y="155448"/>
                </a:lnTo>
                <a:lnTo>
                  <a:pt x="879348" y="155448"/>
                </a:lnTo>
                <a:lnTo>
                  <a:pt x="894588" y="170688"/>
                </a:lnTo>
                <a:lnTo>
                  <a:pt x="904900" y="168148"/>
                </a:lnTo>
                <a:lnTo>
                  <a:pt x="926096" y="165608"/>
                </a:lnTo>
                <a:lnTo>
                  <a:pt x="950976" y="165608"/>
                </a:lnTo>
                <a:lnTo>
                  <a:pt x="950976" y="314198"/>
                </a:lnTo>
                <a:lnTo>
                  <a:pt x="930389" y="323088"/>
                </a:lnTo>
                <a:lnTo>
                  <a:pt x="911923" y="331978"/>
                </a:lnTo>
                <a:lnTo>
                  <a:pt x="895477" y="340868"/>
                </a:lnTo>
                <a:lnTo>
                  <a:pt x="880872" y="351028"/>
                </a:lnTo>
                <a:lnTo>
                  <a:pt x="905256" y="376428"/>
                </a:lnTo>
                <a:lnTo>
                  <a:pt x="912164" y="367538"/>
                </a:lnTo>
                <a:lnTo>
                  <a:pt x="919353" y="359918"/>
                </a:lnTo>
                <a:lnTo>
                  <a:pt x="950404" y="329438"/>
                </a:lnTo>
                <a:lnTo>
                  <a:pt x="961644" y="325628"/>
                </a:lnTo>
                <a:lnTo>
                  <a:pt x="966787" y="326898"/>
                </a:lnTo>
                <a:lnTo>
                  <a:pt x="973074" y="330708"/>
                </a:lnTo>
                <a:lnTo>
                  <a:pt x="980503" y="337058"/>
                </a:lnTo>
                <a:lnTo>
                  <a:pt x="989076" y="345948"/>
                </a:lnTo>
                <a:lnTo>
                  <a:pt x="999934" y="354838"/>
                </a:lnTo>
                <a:lnTo>
                  <a:pt x="1053084" y="381508"/>
                </a:lnTo>
                <a:lnTo>
                  <a:pt x="1127379" y="391668"/>
                </a:lnTo>
                <a:lnTo>
                  <a:pt x="1185964" y="394208"/>
                </a:lnTo>
                <a:lnTo>
                  <a:pt x="1258824" y="395478"/>
                </a:lnTo>
                <a:lnTo>
                  <a:pt x="1260856" y="387858"/>
                </a:lnTo>
                <a:lnTo>
                  <a:pt x="1267015" y="380238"/>
                </a:lnTo>
                <a:lnTo>
                  <a:pt x="1277480" y="373888"/>
                </a:lnTo>
                <a:lnTo>
                  <a:pt x="1292352" y="368808"/>
                </a:lnTo>
                <a:lnTo>
                  <a:pt x="1292352" y="362458"/>
                </a:lnTo>
                <a:close/>
              </a:path>
              <a:path w="1736090" h="408939">
                <a:moveTo>
                  <a:pt x="1293876" y="112268"/>
                </a:moveTo>
                <a:lnTo>
                  <a:pt x="1286332" y="104648"/>
                </a:lnTo>
                <a:lnTo>
                  <a:pt x="1264920" y="83058"/>
                </a:lnTo>
                <a:lnTo>
                  <a:pt x="1246632" y="104648"/>
                </a:lnTo>
                <a:lnTo>
                  <a:pt x="1184148" y="104648"/>
                </a:lnTo>
                <a:lnTo>
                  <a:pt x="1189278" y="88138"/>
                </a:lnTo>
                <a:lnTo>
                  <a:pt x="1195387" y="70358"/>
                </a:lnTo>
                <a:lnTo>
                  <a:pt x="1202372" y="51308"/>
                </a:lnTo>
                <a:lnTo>
                  <a:pt x="1210056" y="29718"/>
                </a:lnTo>
                <a:lnTo>
                  <a:pt x="1223772" y="22098"/>
                </a:lnTo>
                <a:lnTo>
                  <a:pt x="1187196" y="3048"/>
                </a:lnTo>
                <a:lnTo>
                  <a:pt x="1183487" y="28448"/>
                </a:lnTo>
                <a:lnTo>
                  <a:pt x="1179195" y="51308"/>
                </a:lnTo>
                <a:lnTo>
                  <a:pt x="1168908" y="95758"/>
                </a:lnTo>
                <a:lnTo>
                  <a:pt x="1154811" y="136398"/>
                </a:lnTo>
                <a:lnTo>
                  <a:pt x="1138428" y="178308"/>
                </a:lnTo>
                <a:lnTo>
                  <a:pt x="1144524" y="180848"/>
                </a:lnTo>
                <a:lnTo>
                  <a:pt x="1152817" y="166878"/>
                </a:lnTo>
                <a:lnTo>
                  <a:pt x="1161669" y="151638"/>
                </a:lnTo>
                <a:lnTo>
                  <a:pt x="1171105" y="133858"/>
                </a:lnTo>
                <a:lnTo>
                  <a:pt x="1181100" y="113538"/>
                </a:lnTo>
                <a:lnTo>
                  <a:pt x="1232916" y="113538"/>
                </a:lnTo>
                <a:lnTo>
                  <a:pt x="1229182" y="141478"/>
                </a:lnTo>
                <a:lnTo>
                  <a:pt x="1224724" y="168148"/>
                </a:lnTo>
                <a:lnTo>
                  <a:pt x="1219415" y="193548"/>
                </a:lnTo>
                <a:lnTo>
                  <a:pt x="1213104" y="217678"/>
                </a:lnTo>
                <a:lnTo>
                  <a:pt x="1204010" y="204978"/>
                </a:lnTo>
                <a:lnTo>
                  <a:pt x="1192911" y="192278"/>
                </a:lnTo>
                <a:lnTo>
                  <a:pt x="1180109" y="178308"/>
                </a:lnTo>
                <a:lnTo>
                  <a:pt x="1165860" y="163068"/>
                </a:lnTo>
                <a:lnTo>
                  <a:pt x="1161288" y="166878"/>
                </a:lnTo>
                <a:lnTo>
                  <a:pt x="1171892" y="182118"/>
                </a:lnTo>
                <a:lnTo>
                  <a:pt x="1183195" y="197358"/>
                </a:lnTo>
                <a:lnTo>
                  <a:pt x="1195374" y="215138"/>
                </a:lnTo>
                <a:lnTo>
                  <a:pt x="1189672" y="267208"/>
                </a:lnTo>
                <a:lnTo>
                  <a:pt x="1141666" y="326898"/>
                </a:lnTo>
                <a:lnTo>
                  <a:pt x="1112520" y="354838"/>
                </a:lnTo>
                <a:lnTo>
                  <a:pt x="1115568" y="358648"/>
                </a:lnTo>
                <a:lnTo>
                  <a:pt x="1147889" y="337058"/>
                </a:lnTo>
                <a:lnTo>
                  <a:pt x="1176337" y="311658"/>
                </a:lnTo>
                <a:lnTo>
                  <a:pt x="1201089" y="284988"/>
                </a:lnTo>
                <a:lnTo>
                  <a:pt x="1222248" y="254508"/>
                </a:lnTo>
                <a:lnTo>
                  <a:pt x="1231925" y="271018"/>
                </a:lnTo>
                <a:lnTo>
                  <a:pt x="1240155" y="287528"/>
                </a:lnTo>
                <a:lnTo>
                  <a:pt x="1246682" y="304038"/>
                </a:lnTo>
                <a:lnTo>
                  <a:pt x="1251204" y="318008"/>
                </a:lnTo>
                <a:lnTo>
                  <a:pt x="1255776" y="333248"/>
                </a:lnTo>
                <a:lnTo>
                  <a:pt x="1258824" y="340868"/>
                </a:lnTo>
                <a:lnTo>
                  <a:pt x="1263396" y="340868"/>
                </a:lnTo>
                <a:lnTo>
                  <a:pt x="1264920" y="338328"/>
                </a:lnTo>
                <a:lnTo>
                  <a:pt x="1269492" y="333248"/>
                </a:lnTo>
                <a:lnTo>
                  <a:pt x="1272540" y="328168"/>
                </a:lnTo>
                <a:lnTo>
                  <a:pt x="1274064" y="321818"/>
                </a:lnTo>
                <a:lnTo>
                  <a:pt x="1274064" y="310388"/>
                </a:lnTo>
                <a:lnTo>
                  <a:pt x="1259205" y="273558"/>
                </a:lnTo>
                <a:lnTo>
                  <a:pt x="1231392" y="234188"/>
                </a:lnTo>
                <a:lnTo>
                  <a:pt x="1235735" y="217678"/>
                </a:lnTo>
                <a:lnTo>
                  <a:pt x="1245870" y="174498"/>
                </a:lnTo>
                <a:lnTo>
                  <a:pt x="1255610" y="113538"/>
                </a:lnTo>
                <a:lnTo>
                  <a:pt x="1255776" y="112268"/>
                </a:lnTo>
                <a:lnTo>
                  <a:pt x="1293876" y="112268"/>
                </a:lnTo>
                <a:close/>
              </a:path>
              <a:path w="1736090" h="408939">
                <a:moveTo>
                  <a:pt x="1423085" y="67208"/>
                </a:moveTo>
                <a:lnTo>
                  <a:pt x="1400937" y="32956"/>
                </a:lnTo>
                <a:lnTo>
                  <a:pt x="1374648" y="13716"/>
                </a:lnTo>
                <a:lnTo>
                  <a:pt x="1370076" y="18288"/>
                </a:lnTo>
                <a:lnTo>
                  <a:pt x="1379245" y="34848"/>
                </a:lnTo>
                <a:lnTo>
                  <a:pt x="1386268" y="50101"/>
                </a:lnTo>
                <a:lnTo>
                  <a:pt x="1391297" y="63944"/>
                </a:lnTo>
                <a:lnTo>
                  <a:pt x="1394460" y="76200"/>
                </a:lnTo>
                <a:lnTo>
                  <a:pt x="1395984" y="89916"/>
                </a:lnTo>
                <a:lnTo>
                  <a:pt x="1399032" y="96012"/>
                </a:lnTo>
                <a:lnTo>
                  <a:pt x="1403604" y="96012"/>
                </a:lnTo>
                <a:lnTo>
                  <a:pt x="1411224" y="89916"/>
                </a:lnTo>
                <a:lnTo>
                  <a:pt x="1415796" y="86868"/>
                </a:lnTo>
                <a:lnTo>
                  <a:pt x="1420368" y="80772"/>
                </a:lnTo>
                <a:lnTo>
                  <a:pt x="1423085" y="67208"/>
                </a:lnTo>
                <a:close/>
              </a:path>
              <a:path w="1736090" h="408939">
                <a:moveTo>
                  <a:pt x="1482852" y="271272"/>
                </a:moveTo>
                <a:lnTo>
                  <a:pt x="1478280" y="266700"/>
                </a:lnTo>
                <a:lnTo>
                  <a:pt x="1415796" y="323088"/>
                </a:lnTo>
                <a:lnTo>
                  <a:pt x="1415796" y="169164"/>
                </a:lnTo>
                <a:lnTo>
                  <a:pt x="1425321" y="161544"/>
                </a:lnTo>
                <a:lnTo>
                  <a:pt x="1431036" y="156972"/>
                </a:lnTo>
                <a:lnTo>
                  <a:pt x="1400556" y="134112"/>
                </a:lnTo>
                <a:lnTo>
                  <a:pt x="1386840" y="150876"/>
                </a:lnTo>
                <a:lnTo>
                  <a:pt x="1324356" y="150876"/>
                </a:lnTo>
                <a:lnTo>
                  <a:pt x="1339596" y="167640"/>
                </a:lnTo>
                <a:lnTo>
                  <a:pt x="1349336" y="164769"/>
                </a:lnTo>
                <a:lnTo>
                  <a:pt x="1358074" y="162877"/>
                </a:lnTo>
                <a:lnTo>
                  <a:pt x="1365961" y="161861"/>
                </a:lnTo>
                <a:lnTo>
                  <a:pt x="1373124" y="161544"/>
                </a:lnTo>
                <a:lnTo>
                  <a:pt x="1391412" y="161544"/>
                </a:lnTo>
                <a:lnTo>
                  <a:pt x="1391412" y="323088"/>
                </a:lnTo>
                <a:lnTo>
                  <a:pt x="1390865" y="330542"/>
                </a:lnTo>
                <a:lnTo>
                  <a:pt x="1389316" y="336994"/>
                </a:lnTo>
                <a:lnTo>
                  <a:pt x="1386916" y="342595"/>
                </a:lnTo>
                <a:lnTo>
                  <a:pt x="1383792" y="347472"/>
                </a:lnTo>
                <a:lnTo>
                  <a:pt x="1408176" y="376428"/>
                </a:lnTo>
                <a:lnTo>
                  <a:pt x="1422425" y="351853"/>
                </a:lnTo>
                <a:lnTo>
                  <a:pt x="1439799" y="326136"/>
                </a:lnTo>
                <a:lnTo>
                  <a:pt x="1442097" y="323088"/>
                </a:lnTo>
                <a:lnTo>
                  <a:pt x="1460042" y="299275"/>
                </a:lnTo>
                <a:lnTo>
                  <a:pt x="1482852" y="271272"/>
                </a:lnTo>
                <a:close/>
              </a:path>
              <a:path w="1736090" h="408939">
                <a:moveTo>
                  <a:pt x="1691640" y="210312"/>
                </a:moveTo>
                <a:lnTo>
                  <a:pt x="1685315" y="205740"/>
                </a:lnTo>
                <a:lnTo>
                  <a:pt x="1664208" y="190500"/>
                </a:lnTo>
                <a:lnTo>
                  <a:pt x="1656588" y="201396"/>
                </a:lnTo>
                <a:lnTo>
                  <a:pt x="1656588" y="216408"/>
                </a:lnTo>
                <a:lnTo>
                  <a:pt x="1656588" y="249936"/>
                </a:lnTo>
                <a:lnTo>
                  <a:pt x="1656588" y="260604"/>
                </a:lnTo>
                <a:lnTo>
                  <a:pt x="1656588" y="301752"/>
                </a:lnTo>
                <a:lnTo>
                  <a:pt x="1524000" y="301752"/>
                </a:lnTo>
                <a:lnTo>
                  <a:pt x="1524000" y="260604"/>
                </a:lnTo>
                <a:lnTo>
                  <a:pt x="1656588" y="260604"/>
                </a:lnTo>
                <a:lnTo>
                  <a:pt x="1656588" y="249936"/>
                </a:lnTo>
                <a:lnTo>
                  <a:pt x="1524000" y="249936"/>
                </a:lnTo>
                <a:lnTo>
                  <a:pt x="1524000" y="216408"/>
                </a:lnTo>
                <a:lnTo>
                  <a:pt x="1656588" y="216408"/>
                </a:lnTo>
                <a:lnTo>
                  <a:pt x="1656588" y="201396"/>
                </a:lnTo>
                <a:lnTo>
                  <a:pt x="1653540" y="205740"/>
                </a:lnTo>
                <a:lnTo>
                  <a:pt x="1522476" y="205740"/>
                </a:lnTo>
                <a:lnTo>
                  <a:pt x="1499616" y="192024"/>
                </a:lnTo>
                <a:lnTo>
                  <a:pt x="1500746" y="214871"/>
                </a:lnTo>
                <a:lnTo>
                  <a:pt x="1501711" y="239839"/>
                </a:lnTo>
                <a:lnTo>
                  <a:pt x="1502410" y="266700"/>
                </a:lnTo>
                <a:lnTo>
                  <a:pt x="1502664" y="295656"/>
                </a:lnTo>
                <a:lnTo>
                  <a:pt x="1502397" y="326136"/>
                </a:lnTo>
                <a:lnTo>
                  <a:pt x="1501711" y="354901"/>
                </a:lnTo>
                <a:lnTo>
                  <a:pt x="1500746" y="382460"/>
                </a:lnTo>
                <a:lnTo>
                  <a:pt x="1499616" y="408432"/>
                </a:lnTo>
                <a:lnTo>
                  <a:pt x="1524000" y="396240"/>
                </a:lnTo>
                <a:lnTo>
                  <a:pt x="1524000" y="310896"/>
                </a:lnTo>
                <a:lnTo>
                  <a:pt x="1656588" y="310896"/>
                </a:lnTo>
                <a:lnTo>
                  <a:pt x="1656588" y="353568"/>
                </a:lnTo>
                <a:lnTo>
                  <a:pt x="1658112" y="364236"/>
                </a:lnTo>
                <a:lnTo>
                  <a:pt x="1652016" y="370332"/>
                </a:lnTo>
                <a:lnTo>
                  <a:pt x="1641348" y="370332"/>
                </a:lnTo>
                <a:lnTo>
                  <a:pt x="1631619" y="369430"/>
                </a:lnTo>
                <a:lnTo>
                  <a:pt x="1608137" y="368198"/>
                </a:lnTo>
                <a:lnTo>
                  <a:pt x="1594104" y="367284"/>
                </a:lnTo>
                <a:lnTo>
                  <a:pt x="1594104" y="374904"/>
                </a:lnTo>
                <a:lnTo>
                  <a:pt x="1614995" y="380339"/>
                </a:lnTo>
                <a:lnTo>
                  <a:pt x="1629727" y="387477"/>
                </a:lnTo>
                <a:lnTo>
                  <a:pt x="1638477" y="396341"/>
                </a:lnTo>
                <a:lnTo>
                  <a:pt x="1641348" y="406908"/>
                </a:lnTo>
                <a:lnTo>
                  <a:pt x="1658454" y="399796"/>
                </a:lnTo>
                <a:lnTo>
                  <a:pt x="1670685" y="389953"/>
                </a:lnTo>
                <a:lnTo>
                  <a:pt x="1677784" y="377558"/>
                </a:lnTo>
                <a:lnTo>
                  <a:pt x="1678597" y="370332"/>
                </a:lnTo>
                <a:lnTo>
                  <a:pt x="1679448" y="362712"/>
                </a:lnTo>
                <a:lnTo>
                  <a:pt x="1679448" y="310896"/>
                </a:lnTo>
                <a:lnTo>
                  <a:pt x="1679448" y="301752"/>
                </a:lnTo>
                <a:lnTo>
                  <a:pt x="1679448" y="260604"/>
                </a:lnTo>
                <a:lnTo>
                  <a:pt x="1679448" y="249936"/>
                </a:lnTo>
                <a:lnTo>
                  <a:pt x="1679448" y="220980"/>
                </a:lnTo>
                <a:lnTo>
                  <a:pt x="1684680" y="216408"/>
                </a:lnTo>
                <a:lnTo>
                  <a:pt x="1691640" y="210312"/>
                </a:lnTo>
                <a:close/>
              </a:path>
              <a:path w="1736090" h="408939">
                <a:moveTo>
                  <a:pt x="1735836" y="170688"/>
                </a:moveTo>
                <a:lnTo>
                  <a:pt x="1705356" y="137160"/>
                </a:lnTo>
                <a:lnTo>
                  <a:pt x="1680972" y="160020"/>
                </a:lnTo>
                <a:lnTo>
                  <a:pt x="1600200" y="160020"/>
                </a:lnTo>
                <a:lnTo>
                  <a:pt x="1600200" y="117348"/>
                </a:lnTo>
                <a:lnTo>
                  <a:pt x="1700784" y="117348"/>
                </a:lnTo>
                <a:lnTo>
                  <a:pt x="1671828" y="85344"/>
                </a:lnTo>
                <a:lnTo>
                  <a:pt x="1650492" y="106680"/>
                </a:lnTo>
                <a:lnTo>
                  <a:pt x="1600200" y="106680"/>
                </a:lnTo>
                <a:lnTo>
                  <a:pt x="1600200" y="70104"/>
                </a:lnTo>
                <a:lnTo>
                  <a:pt x="1725168" y="70104"/>
                </a:lnTo>
                <a:lnTo>
                  <a:pt x="1694688" y="36576"/>
                </a:lnTo>
                <a:lnTo>
                  <a:pt x="1670304" y="59436"/>
                </a:lnTo>
                <a:lnTo>
                  <a:pt x="1600200" y="59436"/>
                </a:lnTo>
                <a:lnTo>
                  <a:pt x="1600200" y="30480"/>
                </a:lnTo>
                <a:lnTo>
                  <a:pt x="1613916" y="18288"/>
                </a:lnTo>
                <a:lnTo>
                  <a:pt x="1572768" y="0"/>
                </a:lnTo>
                <a:lnTo>
                  <a:pt x="1573898" y="12293"/>
                </a:lnTo>
                <a:lnTo>
                  <a:pt x="1574863" y="26289"/>
                </a:lnTo>
                <a:lnTo>
                  <a:pt x="1575562" y="42011"/>
                </a:lnTo>
                <a:lnTo>
                  <a:pt x="1575816" y="59436"/>
                </a:lnTo>
                <a:lnTo>
                  <a:pt x="1459992" y="59436"/>
                </a:lnTo>
                <a:lnTo>
                  <a:pt x="1476756" y="74676"/>
                </a:lnTo>
                <a:lnTo>
                  <a:pt x="1485620" y="72682"/>
                </a:lnTo>
                <a:lnTo>
                  <a:pt x="1493901" y="71247"/>
                </a:lnTo>
                <a:lnTo>
                  <a:pt x="1501622" y="70396"/>
                </a:lnTo>
                <a:lnTo>
                  <a:pt x="1508760" y="70104"/>
                </a:lnTo>
                <a:lnTo>
                  <a:pt x="1575816" y="70104"/>
                </a:lnTo>
                <a:lnTo>
                  <a:pt x="1575816" y="106680"/>
                </a:lnTo>
                <a:lnTo>
                  <a:pt x="1485900" y="106680"/>
                </a:lnTo>
                <a:lnTo>
                  <a:pt x="1502664" y="121920"/>
                </a:lnTo>
                <a:lnTo>
                  <a:pt x="1511528" y="119926"/>
                </a:lnTo>
                <a:lnTo>
                  <a:pt x="1519809" y="118491"/>
                </a:lnTo>
                <a:lnTo>
                  <a:pt x="1527530" y="117640"/>
                </a:lnTo>
                <a:lnTo>
                  <a:pt x="1534668" y="117348"/>
                </a:lnTo>
                <a:lnTo>
                  <a:pt x="1575816" y="117348"/>
                </a:lnTo>
                <a:lnTo>
                  <a:pt x="1575816" y="160020"/>
                </a:lnTo>
                <a:lnTo>
                  <a:pt x="1446276" y="160020"/>
                </a:lnTo>
                <a:lnTo>
                  <a:pt x="1461516" y="175260"/>
                </a:lnTo>
                <a:lnTo>
                  <a:pt x="1471256" y="173266"/>
                </a:lnTo>
                <a:lnTo>
                  <a:pt x="1479994" y="171831"/>
                </a:lnTo>
                <a:lnTo>
                  <a:pt x="1487881" y="170980"/>
                </a:lnTo>
                <a:lnTo>
                  <a:pt x="1495044" y="170688"/>
                </a:lnTo>
                <a:lnTo>
                  <a:pt x="1735836" y="17068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pic>
        <p:nvPicPr>
          <p:cNvPr id="77" name="object 77"/>
          <p:cNvPicPr/>
          <p:nvPr/>
        </p:nvPicPr>
        <p:blipFill>
          <a:blip r:embed="rId15" cstate="print"/>
          <a:stretch>
            <a:fillRect/>
          </a:stretch>
        </p:blipFill>
        <p:spPr>
          <a:xfrm>
            <a:off x="8468867" y="4864679"/>
            <a:ext cx="68579" cy="118800"/>
          </a:xfrm>
          <a:prstGeom prst="rect">
            <a:avLst/>
          </a:prstGeom>
        </p:spPr>
      </p:pic>
      <p:sp>
        <p:nvSpPr>
          <p:cNvPr id="78" name="object 78"/>
          <p:cNvSpPr/>
          <p:nvPr/>
        </p:nvSpPr>
        <p:spPr>
          <a:xfrm>
            <a:off x="8877300" y="4619244"/>
            <a:ext cx="396240" cy="388620"/>
          </a:xfrm>
          <a:custGeom>
            <a:avLst/>
            <a:gdLst/>
            <a:ahLst/>
            <a:cxnLst/>
            <a:rect l="l" t="t" r="r" b="b"/>
            <a:pathLst>
              <a:path w="396240" h="388620">
                <a:moveTo>
                  <a:pt x="36576" y="33528"/>
                </a:moveTo>
                <a:lnTo>
                  <a:pt x="21336" y="18288"/>
                </a:lnTo>
                <a:lnTo>
                  <a:pt x="181356" y="18288"/>
                </a:lnTo>
                <a:lnTo>
                  <a:pt x="195072" y="1524"/>
                </a:lnTo>
                <a:lnTo>
                  <a:pt x="222504" y="24384"/>
                </a:lnTo>
                <a:lnTo>
                  <a:pt x="216789" y="28956"/>
                </a:lnTo>
                <a:lnTo>
                  <a:pt x="77724" y="28956"/>
                </a:lnTo>
                <a:lnTo>
                  <a:pt x="66579" y="29241"/>
                </a:lnTo>
                <a:lnTo>
                  <a:pt x="56007" y="30099"/>
                </a:lnTo>
                <a:lnTo>
                  <a:pt x="46005" y="31527"/>
                </a:lnTo>
                <a:lnTo>
                  <a:pt x="36576" y="33528"/>
                </a:lnTo>
                <a:close/>
              </a:path>
              <a:path w="396240" h="388620">
                <a:moveTo>
                  <a:pt x="123444" y="115824"/>
                </a:moveTo>
                <a:lnTo>
                  <a:pt x="100584" y="115824"/>
                </a:lnTo>
                <a:lnTo>
                  <a:pt x="100584" y="28956"/>
                </a:lnTo>
                <a:lnTo>
                  <a:pt x="123444" y="28956"/>
                </a:lnTo>
                <a:lnTo>
                  <a:pt x="123444" y="115824"/>
                </a:lnTo>
                <a:close/>
              </a:path>
              <a:path w="396240" h="388620">
                <a:moveTo>
                  <a:pt x="41148" y="131064"/>
                </a:moveTo>
                <a:lnTo>
                  <a:pt x="25908" y="115824"/>
                </a:lnTo>
                <a:lnTo>
                  <a:pt x="184404" y="115824"/>
                </a:lnTo>
                <a:lnTo>
                  <a:pt x="184404" y="28956"/>
                </a:lnTo>
                <a:lnTo>
                  <a:pt x="216789" y="28956"/>
                </a:lnTo>
                <a:lnTo>
                  <a:pt x="207264" y="36576"/>
                </a:lnTo>
                <a:lnTo>
                  <a:pt x="207264" y="126492"/>
                </a:lnTo>
                <a:lnTo>
                  <a:pt x="83820" y="126492"/>
                </a:lnTo>
                <a:lnTo>
                  <a:pt x="72651" y="126777"/>
                </a:lnTo>
                <a:lnTo>
                  <a:pt x="61912" y="127635"/>
                </a:lnTo>
                <a:lnTo>
                  <a:pt x="51458" y="129063"/>
                </a:lnTo>
                <a:lnTo>
                  <a:pt x="41148" y="131064"/>
                </a:lnTo>
                <a:close/>
              </a:path>
              <a:path w="396240" h="388620">
                <a:moveTo>
                  <a:pt x="120396" y="204216"/>
                </a:moveTo>
                <a:lnTo>
                  <a:pt x="97536" y="204216"/>
                </a:lnTo>
                <a:lnTo>
                  <a:pt x="98698" y="184785"/>
                </a:lnTo>
                <a:lnTo>
                  <a:pt x="99631" y="166497"/>
                </a:lnTo>
                <a:lnTo>
                  <a:pt x="100322" y="146780"/>
                </a:lnTo>
                <a:lnTo>
                  <a:pt x="100584" y="126492"/>
                </a:lnTo>
                <a:lnTo>
                  <a:pt x="123444" y="126492"/>
                </a:lnTo>
                <a:lnTo>
                  <a:pt x="123182" y="145923"/>
                </a:lnTo>
                <a:lnTo>
                  <a:pt x="122491" y="165354"/>
                </a:lnTo>
                <a:lnTo>
                  <a:pt x="121465" y="185642"/>
                </a:lnTo>
                <a:lnTo>
                  <a:pt x="120396" y="204216"/>
                </a:lnTo>
                <a:close/>
              </a:path>
              <a:path w="396240" h="388620">
                <a:moveTo>
                  <a:pt x="35052" y="220980"/>
                </a:moveTo>
                <a:lnTo>
                  <a:pt x="18288" y="204216"/>
                </a:lnTo>
                <a:lnTo>
                  <a:pt x="184404" y="204216"/>
                </a:lnTo>
                <a:lnTo>
                  <a:pt x="184404" y="126492"/>
                </a:lnTo>
                <a:lnTo>
                  <a:pt x="207264" y="126492"/>
                </a:lnTo>
                <a:lnTo>
                  <a:pt x="207264" y="214884"/>
                </a:lnTo>
                <a:lnTo>
                  <a:pt x="76200" y="214884"/>
                </a:lnTo>
                <a:lnTo>
                  <a:pt x="65055" y="215193"/>
                </a:lnTo>
                <a:lnTo>
                  <a:pt x="54483" y="216217"/>
                </a:lnTo>
                <a:lnTo>
                  <a:pt x="44481" y="218098"/>
                </a:lnTo>
                <a:lnTo>
                  <a:pt x="35052" y="220980"/>
                </a:lnTo>
                <a:close/>
              </a:path>
              <a:path w="396240" h="388620">
                <a:moveTo>
                  <a:pt x="3048" y="384048"/>
                </a:moveTo>
                <a:lnTo>
                  <a:pt x="0" y="381000"/>
                </a:lnTo>
                <a:lnTo>
                  <a:pt x="36861" y="342399"/>
                </a:lnTo>
                <a:lnTo>
                  <a:pt x="65151" y="301942"/>
                </a:lnTo>
                <a:lnTo>
                  <a:pt x="84867" y="259484"/>
                </a:lnTo>
                <a:lnTo>
                  <a:pt x="96012" y="214884"/>
                </a:lnTo>
                <a:lnTo>
                  <a:pt x="117348" y="214884"/>
                </a:lnTo>
                <a:lnTo>
                  <a:pt x="104203" y="265747"/>
                </a:lnTo>
                <a:lnTo>
                  <a:pt x="80772" y="310896"/>
                </a:lnTo>
                <a:lnTo>
                  <a:pt x="47053" y="350329"/>
                </a:lnTo>
                <a:lnTo>
                  <a:pt x="3048" y="384048"/>
                </a:lnTo>
                <a:close/>
              </a:path>
              <a:path w="396240" h="388620">
                <a:moveTo>
                  <a:pt x="202678" y="323088"/>
                </a:moveTo>
                <a:lnTo>
                  <a:pt x="161544" y="323088"/>
                </a:lnTo>
                <a:lnTo>
                  <a:pt x="172402" y="321421"/>
                </a:lnTo>
                <a:lnTo>
                  <a:pt x="179832" y="314325"/>
                </a:lnTo>
                <a:lnTo>
                  <a:pt x="183832" y="302085"/>
                </a:lnTo>
                <a:lnTo>
                  <a:pt x="184404" y="284987"/>
                </a:lnTo>
                <a:lnTo>
                  <a:pt x="184404" y="214884"/>
                </a:lnTo>
                <a:lnTo>
                  <a:pt x="207264" y="214884"/>
                </a:lnTo>
                <a:lnTo>
                  <a:pt x="207264" y="303275"/>
                </a:lnTo>
                <a:lnTo>
                  <a:pt x="202678" y="323088"/>
                </a:lnTo>
                <a:close/>
              </a:path>
              <a:path w="396240" h="388620">
                <a:moveTo>
                  <a:pt x="158496" y="364236"/>
                </a:moveTo>
                <a:lnTo>
                  <a:pt x="153638" y="352282"/>
                </a:lnTo>
                <a:lnTo>
                  <a:pt x="143637" y="341757"/>
                </a:lnTo>
                <a:lnTo>
                  <a:pt x="128492" y="332946"/>
                </a:lnTo>
                <a:lnTo>
                  <a:pt x="108204" y="326136"/>
                </a:lnTo>
                <a:lnTo>
                  <a:pt x="108204" y="320040"/>
                </a:lnTo>
                <a:lnTo>
                  <a:pt x="135445" y="322135"/>
                </a:lnTo>
                <a:lnTo>
                  <a:pt x="148709" y="322826"/>
                </a:lnTo>
                <a:lnTo>
                  <a:pt x="161544" y="323088"/>
                </a:lnTo>
                <a:lnTo>
                  <a:pt x="202678" y="323088"/>
                </a:lnTo>
                <a:lnTo>
                  <a:pt x="202430" y="324159"/>
                </a:lnTo>
                <a:lnTo>
                  <a:pt x="192595" y="341185"/>
                </a:lnTo>
                <a:lnTo>
                  <a:pt x="177903" y="354496"/>
                </a:lnTo>
                <a:lnTo>
                  <a:pt x="158496" y="364236"/>
                </a:lnTo>
                <a:close/>
              </a:path>
              <a:path w="396240" h="388620">
                <a:moveTo>
                  <a:pt x="243840" y="388620"/>
                </a:moveTo>
                <a:lnTo>
                  <a:pt x="244078" y="346590"/>
                </a:lnTo>
                <a:lnTo>
                  <a:pt x="245102" y="245554"/>
                </a:lnTo>
                <a:lnTo>
                  <a:pt x="245205" y="222504"/>
                </a:lnTo>
                <a:lnTo>
                  <a:pt x="245313" y="168497"/>
                </a:lnTo>
                <a:lnTo>
                  <a:pt x="245125" y="121086"/>
                </a:lnTo>
                <a:lnTo>
                  <a:pt x="244594" y="70104"/>
                </a:lnTo>
                <a:lnTo>
                  <a:pt x="244100" y="32004"/>
                </a:lnTo>
                <a:lnTo>
                  <a:pt x="243840" y="0"/>
                </a:lnTo>
                <a:lnTo>
                  <a:pt x="268224" y="18288"/>
                </a:lnTo>
                <a:lnTo>
                  <a:pt x="382524" y="18288"/>
                </a:lnTo>
                <a:lnTo>
                  <a:pt x="393192" y="28956"/>
                </a:lnTo>
                <a:lnTo>
                  <a:pt x="268224" y="28956"/>
                </a:lnTo>
                <a:lnTo>
                  <a:pt x="268321" y="301228"/>
                </a:lnTo>
                <a:lnTo>
                  <a:pt x="268414" y="313563"/>
                </a:lnTo>
                <a:lnTo>
                  <a:pt x="268866" y="341852"/>
                </a:lnTo>
                <a:lnTo>
                  <a:pt x="269748" y="376428"/>
                </a:lnTo>
                <a:lnTo>
                  <a:pt x="243840" y="388620"/>
                </a:lnTo>
                <a:close/>
              </a:path>
              <a:path w="396240" h="388620">
                <a:moveTo>
                  <a:pt x="382524" y="18288"/>
                </a:moveTo>
                <a:lnTo>
                  <a:pt x="350520" y="18288"/>
                </a:lnTo>
                <a:lnTo>
                  <a:pt x="367284" y="3048"/>
                </a:lnTo>
                <a:lnTo>
                  <a:pt x="382524" y="18288"/>
                </a:lnTo>
                <a:close/>
              </a:path>
              <a:path w="396240" h="388620">
                <a:moveTo>
                  <a:pt x="384973" y="280416"/>
                </a:moveTo>
                <a:lnTo>
                  <a:pt x="350520" y="280416"/>
                </a:lnTo>
                <a:lnTo>
                  <a:pt x="356616" y="277368"/>
                </a:lnTo>
                <a:lnTo>
                  <a:pt x="362712" y="259080"/>
                </a:lnTo>
                <a:lnTo>
                  <a:pt x="362712" y="248412"/>
                </a:lnTo>
                <a:lnTo>
                  <a:pt x="362164" y="239863"/>
                </a:lnTo>
                <a:lnTo>
                  <a:pt x="349091" y="196215"/>
                </a:lnTo>
                <a:lnTo>
                  <a:pt x="313944" y="144780"/>
                </a:lnTo>
                <a:lnTo>
                  <a:pt x="352044" y="28956"/>
                </a:lnTo>
                <a:lnTo>
                  <a:pt x="393192" y="28956"/>
                </a:lnTo>
                <a:lnTo>
                  <a:pt x="396240" y="32004"/>
                </a:lnTo>
                <a:lnTo>
                  <a:pt x="387096" y="35171"/>
                </a:lnTo>
                <a:lnTo>
                  <a:pt x="377952" y="42481"/>
                </a:lnTo>
                <a:lnTo>
                  <a:pt x="368808" y="54078"/>
                </a:lnTo>
                <a:lnTo>
                  <a:pt x="359664" y="70104"/>
                </a:lnTo>
                <a:lnTo>
                  <a:pt x="350758" y="88630"/>
                </a:lnTo>
                <a:lnTo>
                  <a:pt x="333517" y="126253"/>
                </a:lnTo>
                <a:lnTo>
                  <a:pt x="324612" y="144780"/>
                </a:lnTo>
                <a:lnTo>
                  <a:pt x="363093" y="189357"/>
                </a:lnTo>
                <a:lnTo>
                  <a:pt x="384762" y="235100"/>
                </a:lnTo>
                <a:lnTo>
                  <a:pt x="388620" y="260604"/>
                </a:lnTo>
                <a:lnTo>
                  <a:pt x="388048" y="268605"/>
                </a:lnTo>
                <a:lnTo>
                  <a:pt x="386334" y="276606"/>
                </a:lnTo>
                <a:lnTo>
                  <a:pt x="384973" y="280416"/>
                </a:lnTo>
                <a:close/>
              </a:path>
              <a:path w="396240" h="388620">
                <a:moveTo>
                  <a:pt x="336804" y="323088"/>
                </a:moveTo>
                <a:lnTo>
                  <a:pt x="332803" y="310753"/>
                </a:lnTo>
                <a:lnTo>
                  <a:pt x="323088" y="300990"/>
                </a:lnTo>
                <a:lnTo>
                  <a:pt x="307657" y="293512"/>
                </a:lnTo>
                <a:lnTo>
                  <a:pt x="286512" y="288035"/>
                </a:lnTo>
                <a:lnTo>
                  <a:pt x="286512" y="278892"/>
                </a:lnTo>
                <a:lnTo>
                  <a:pt x="303633" y="279773"/>
                </a:lnTo>
                <a:lnTo>
                  <a:pt x="318325" y="280225"/>
                </a:lnTo>
                <a:lnTo>
                  <a:pt x="330446" y="280392"/>
                </a:lnTo>
                <a:lnTo>
                  <a:pt x="384973" y="280416"/>
                </a:lnTo>
                <a:lnTo>
                  <a:pt x="383476" y="284607"/>
                </a:lnTo>
                <a:lnTo>
                  <a:pt x="379476" y="292608"/>
                </a:lnTo>
                <a:lnTo>
                  <a:pt x="372594" y="301228"/>
                </a:lnTo>
                <a:lnTo>
                  <a:pt x="363283" y="308991"/>
                </a:lnTo>
                <a:lnTo>
                  <a:pt x="351401" y="316182"/>
                </a:lnTo>
                <a:lnTo>
                  <a:pt x="336804" y="32308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9" name="object 79"/>
          <p:cNvSpPr/>
          <p:nvPr/>
        </p:nvSpPr>
        <p:spPr>
          <a:xfrm>
            <a:off x="9334500" y="4608576"/>
            <a:ext cx="360045" cy="382905"/>
          </a:xfrm>
          <a:custGeom>
            <a:avLst/>
            <a:gdLst/>
            <a:ahLst/>
            <a:cxnLst/>
            <a:rect l="l" t="t" r="r" b="b"/>
            <a:pathLst>
              <a:path w="360045" h="382904">
                <a:moveTo>
                  <a:pt x="3047" y="240791"/>
                </a:moveTo>
                <a:lnTo>
                  <a:pt x="0" y="234696"/>
                </a:lnTo>
                <a:lnTo>
                  <a:pt x="35123" y="205859"/>
                </a:lnTo>
                <a:lnTo>
                  <a:pt x="67246" y="176593"/>
                </a:lnTo>
                <a:lnTo>
                  <a:pt x="96226" y="147042"/>
                </a:lnTo>
                <a:lnTo>
                  <a:pt x="121920" y="117348"/>
                </a:lnTo>
                <a:lnTo>
                  <a:pt x="161925" y="58102"/>
                </a:lnTo>
                <a:lnTo>
                  <a:pt x="190500" y="0"/>
                </a:lnTo>
                <a:lnTo>
                  <a:pt x="228600" y="32004"/>
                </a:lnTo>
                <a:lnTo>
                  <a:pt x="207264" y="41148"/>
                </a:lnTo>
                <a:lnTo>
                  <a:pt x="178061" y="82923"/>
                </a:lnTo>
                <a:lnTo>
                  <a:pt x="146868" y="121355"/>
                </a:lnTo>
                <a:lnTo>
                  <a:pt x="113728" y="156400"/>
                </a:lnTo>
                <a:lnTo>
                  <a:pt x="78683" y="188016"/>
                </a:lnTo>
                <a:lnTo>
                  <a:pt x="41775" y="216161"/>
                </a:lnTo>
                <a:lnTo>
                  <a:pt x="3047" y="240791"/>
                </a:lnTo>
                <a:close/>
              </a:path>
              <a:path w="360045" h="382904">
                <a:moveTo>
                  <a:pt x="86868" y="370332"/>
                </a:moveTo>
                <a:lnTo>
                  <a:pt x="62484" y="327660"/>
                </a:lnTo>
                <a:lnTo>
                  <a:pt x="76485" y="323659"/>
                </a:lnTo>
                <a:lnTo>
                  <a:pt x="95631" y="311658"/>
                </a:lnTo>
                <a:lnTo>
                  <a:pt x="149352" y="263652"/>
                </a:lnTo>
                <a:lnTo>
                  <a:pt x="179903" y="228790"/>
                </a:lnTo>
                <a:lnTo>
                  <a:pt x="207454" y="190500"/>
                </a:lnTo>
                <a:lnTo>
                  <a:pt x="231862" y="148780"/>
                </a:lnTo>
                <a:lnTo>
                  <a:pt x="252984" y="103632"/>
                </a:lnTo>
                <a:lnTo>
                  <a:pt x="289560" y="134112"/>
                </a:lnTo>
                <a:lnTo>
                  <a:pt x="271272" y="141732"/>
                </a:lnTo>
                <a:lnTo>
                  <a:pt x="244649" y="177498"/>
                </a:lnTo>
                <a:lnTo>
                  <a:pt x="219456" y="209550"/>
                </a:lnTo>
                <a:lnTo>
                  <a:pt x="172212" y="263652"/>
                </a:lnTo>
                <a:lnTo>
                  <a:pt x="131254" y="302514"/>
                </a:lnTo>
                <a:lnTo>
                  <a:pt x="100584" y="327660"/>
                </a:lnTo>
                <a:lnTo>
                  <a:pt x="300210" y="327660"/>
                </a:lnTo>
                <a:lnTo>
                  <a:pt x="238243" y="334536"/>
                </a:lnTo>
                <a:lnTo>
                  <a:pt x="177613" y="343229"/>
                </a:lnTo>
                <a:lnTo>
                  <a:pt x="132124" y="352141"/>
                </a:lnTo>
                <a:lnTo>
                  <a:pt x="101851" y="361200"/>
                </a:lnTo>
                <a:lnTo>
                  <a:pt x="86868" y="370332"/>
                </a:lnTo>
                <a:close/>
              </a:path>
              <a:path w="360045" h="382904">
                <a:moveTo>
                  <a:pt x="300210" y="327660"/>
                </a:moveTo>
                <a:lnTo>
                  <a:pt x="100584" y="327660"/>
                </a:lnTo>
                <a:lnTo>
                  <a:pt x="132564" y="326874"/>
                </a:lnTo>
                <a:lnTo>
                  <a:pt x="309372" y="318516"/>
                </a:lnTo>
                <a:lnTo>
                  <a:pt x="297084" y="297918"/>
                </a:lnTo>
                <a:lnTo>
                  <a:pt x="283083" y="277177"/>
                </a:lnTo>
                <a:lnTo>
                  <a:pt x="267366" y="256151"/>
                </a:lnTo>
                <a:lnTo>
                  <a:pt x="249936" y="234696"/>
                </a:lnTo>
                <a:lnTo>
                  <a:pt x="254508" y="228600"/>
                </a:lnTo>
                <a:lnTo>
                  <a:pt x="296584" y="264390"/>
                </a:lnTo>
                <a:lnTo>
                  <a:pt x="327088" y="292036"/>
                </a:lnTo>
                <a:lnTo>
                  <a:pt x="355092" y="324612"/>
                </a:lnTo>
                <a:lnTo>
                  <a:pt x="355527" y="326136"/>
                </a:lnTo>
                <a:lnTo>
                  <a:pt x="313944" y="326136"/>
                </a:lnTo>
                <a:lnTo>
                  <a:pt x="300210" y="327660"/>
                </a:lnTo>
                <a:close/>
              </a:path>
              <a:path w="360045" h="382904">
                <a:moveTo>
                  <a:pt x="342900" y="382524"/>
                </a:moveTo>
                <a:lnTo>
                  <a:pt x="338328" y="382524"/>
                </a:lnTo>
                <a:lnTo>
                  <a:pt x="335280" y="377952"/>
                </a:lnTo>
                <a:lnTo>
                  <a:pt x="332232" y="370332"/>
                </a:lnTo>
                <a:lnTo>
                  <a:pt x="328517" y="359997"/>
                </a:lnTo>
                <a:lnTo>
                  <a:pt x="324231" y="349377"/>
                </a:lnTo>
                <a:lnTo>
                  <a:pt x="319373" y="338185"/>
                </a:lnTo>
                <a:lnTo>
                  <a:pt x="313944" y="326136"/>
                </a:lnTo>
                <a:lnTo>
                  <a:pt x="355527" y="326136"/>
                </a:lnTo>
                <a:lnTo>
                  <a:pt x="358140" y="335280"/>
                </a:lnTo>
                <a:lnTo>
                  <a:pt x="359664" y="342900"/>
                </a:lnTo>
                <a:lnTo>
                  <a:pt x="359632" y="349377"/>
                </a:lnTo>
                <a:lnTo>
                  <a:pt x="359116" y="355592"/>
                </a:lnTo>
                <a:lnTo>
                  <a:pt x="357568" y="361759"/>
                </a:lnTo>
                <a:lnTo>
                  <a:pt x="355163" y="367641"/>
                </a:lnTo>
                <a:lnTo>
                  <a:pt x="352044" y="373380"/>
                </a:lnTo>
                <a:lnTo>
                  <a:pt x="342900" y="38252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0" name="object 80"/>
          <p:cNvSpPr/>
          <p:nvPr/>
        </p:nvSpPr>
        <p:spPr>
          <a:xfrm>
            <a:off x="2135111" y="5138927"/>
            <a:ext cx="1620520" cy="408940"/>
          </a:xfrm>
          <a:custGeom>
            <a:avLst/>
            <a:gdLst/>
            <a:ahLst/>
            <a:cxnLst/>
            <a:rect l="l" t="t" r="r" b="b"/>
            <a:pathLst>
              <a:path w="1620520" h="408939">
                <a:moveTo>
                  <a:pt x="394716" y="138696"/>
                </a:moveTo>
                <a:lnTo>
                  <a:pt x="356616" y="100596"/>
                </a:lnTo>
                <a:lnTo>
                  <a:pt x="329184" y="128028"/>
                </a:lnTo>
                <a:lnTo>
                  <a:pt x="271272" y="128028"/>
                </a:lnTo>
                <a:lnTo>
                  <a:pt x="271272" y="138696"/>
                </a:lnTo>
                <a:lnTo>
                  <a:pt x="259257" y="180428"/>
                </a:lnTo>
                <a:lnTo>
                  <a:pt x="245935" y="218897"/>
                </a:lnTo>
                <a:lnTo>
                  <a:pt x="231203" y="254203"/>
                </a:lnTo>
                <a:lnTo>
                  <a:pt x="214884" y="286524"/>
                </a:lnTo>
                <a:lnTo>
                  <a:pt x="197764" y="281381"/>
                </a:lnTo>
                <a:lnTo>
                  <a:pt x="120396" y="259092"/>
                </a:lnTo>
                <a:lnTo>
                  <a:pt x="148018" y="188036"/>
                </a:lnTo>
                <a:lnTo>
                  <a:pt x="158762" y="160718"/>
                </a:lnTo>
                <a:lnTo>
                  <a:pt x="167640" y="138696"/>
                </a:lnTo>
                <a:lnTo>
                  <a:pt x="271272" y="138696"/>
                </a:lnTo>
                <a:lnTo>
                  <a:pt x="271272" y="128028"/>
                </a:lnTo>
                <a:lnTo>
                  <a:pt x="169164" y="128028"/>
                </a:lnTo>
                <a:lnTo>
                  <a:pt x="178079" y="104927"/>
                </a:lnTo>
                <a:lnTo>
                  <a:pt x="195313" y="58153"/>
                </a:lnTo>
                <a:lnTo>
                  <a:pt x="204216" y="35064"/>
                </a:lnTo>
                <a:lnTo>
                  <a:pt x="219456" y="24396"/>
                </a:lnTo>
                <a:lnTo>
                  <a:pt x="178308" y="1536"/>
                </a:lnTo>
                <a:lnTo>
                  <a:pt x="170903" y="33515"/>
                </a:lnTo>
                <a:lnTo>
                  <a:pt x="162496" y="65354"/>
                </a:lnTo>
                <a:lnTo>
                  <a:pt x="153238" y="96901"/>
                </a:lnTo>
                <a:lnTo>
                  <a:pt x="143256" y="128028"/>
                </a:lnTo>
                <a:lnTo>
                  <a:pt x="0" y="128028"/>
                </a:lnTo>
                <a:lnTo>
                  <a:pt x="16764" y="144792"/>
                </a:lnTo>
                <a:lnTo>
                  <a:pt x="26200" y="141909"/>
                </a:lnTo>
                <a:lnTo>
                  <a:pt x="36195" y="140030"/>
                </a:lnTo>
                <a:lnTo>
                  <a:pt x="46774" y="139001"/>
                </a:lnTo>
                <a:lnTo>
                  <a:pt x="57912" y="138696"/>
                </a:lnTo>
                <a:lnTo>
                  <a:pt x="140208" y="138696"/>
                </a:lnTo>
                <a:lnTo>
                  <a:pt x="127025" y="175552"/>
                </a:lnTo>
                <a:lnTo>
                  <a:pt x="114681" y="208419"/>
                </a:lnTo>
                <a:lnTo>
                  <a:pt x="102920" y="237274"/>
                </a:lnTo>
                <a:lnTo>
                  <a:pt x="91440" y="262140"/>
                </a:lnTo>
                <a:lnTo>
                  <a:pt x="116332" y="269824"/>
                </a:lnTo>
                <a:lnTo>
                  <a:pt x="143065" y="279095"/>
                </a:lnTo>
                <a:lnTo>
                  <a:pt x="171818" y="289775"/>
                </a:lnTo>
                <a:lnTo>
                  <a:pt x="202692" y="301764"/>
                </a:lnTo>
                <a:lnTo>
                  <a:pt x="186677" y="317207"/>
                </a:lnTo>
                <a:lnTo>
                  <a:pt x="147193" y="345262"/>
                </a:lnTo>
                <a:lnTo>
                  <a:pt x="98285" y="370789"/>
                </a:lnTo>
                <a:lnTo>
                  <a:pt x="40513" y="390931"/>
                </a:lnTo>
                <a:lnTo>
                  <a:pt x="7620" y="399300"/>
                </a:lnTo>
                <a:lnTo>
                  <a:pt x="10668" y="408444"/>
                </a:lnTo>
                <a:lnTo>
                  <a:pt x="49225" y="399872"/>
                </a:lnTo>
                <a:lnTo>
                  <a:pt x="117182" y="379298"/>
                </a:lnTo>
                <a:lnTo>
                  <a:pt x="171792" y="353580"/>
                </a:lnTo>
                <a:lnTo>
                  <a:pt x="211886" y="326148"/>
                </a:lnTo>
                <a:lnTo>
                  <a:pt x="227076" y="312432"/>
                </a:lnTo>
                <a:lnTo>
                  <a:pt x="257987" y="328409"/>
                </a:lnTo>
                <a:lnTo>
                  <a:pt x="284607" y="344246"/>
                </a:lnTo>
                <a:lnTo>
                  <a:pt x="307238" y="359791"/>
                </a:lnTo>
                <a:lnTo>
                  <a:pt x="326136" y="374916"/>
                </a:lnTo>
                <a:lnTo>
                  <a:pt x="333806" y="382028"/>
                </a:lnTo>
                <a:lnTo>
                  <a:pt x="340614" y="387299"/>
                </a:lnTo>
                <a:lnTo>
                  <a:pt x="346290" y="390550"/>
                </a:lnTo>
                <a:lnTo>
                  <a:pt x="350520" y="391680"/>
                </a:lnTo>
                <a:lnTo>
                  <a:pt x="355092" y="391680"/>
                </a:lnTo>
                <a:lnTo>
                  <a:pt x="358140" y="384060"/>
                </a:lnTo>
                <a:lnTo>
                  <a:pt x="358140" y="371868"/>
                </a:lnTo>
                <a:lnTo>
                  <a:pt x="335280" y="336816"/>
                </a:lnTo>
                <a:lnTo>
                  <a:pt x="300037" y="318528"/>
                </a:lnTo>
                <a:lnTo>
                  <a:pt x="285051" y="312432"/>
                </a:lnTo>
                <a:lnTo>
                  <a:pt x="273354" y="307670"/>
                </a:lnTo>
                <a:lnTo>
                  <a:pt x="240792" y="295668"/>
                </a:lnTo>
                <a:lnTo>
                  <a:pt x="245567" y="286524"/>
                </a:lnTo>
                <a:lnTo>
                  <a:pt x="258495" y="261708"/>
                </a:lnTo>
                <a:lnTo>
                  <a:pt x="274891" y="224040"/>
                </a:lnTo>
                <a:lnTo>
                  <a:pt x="289877" y="182930"/>
                </a:lnTo>
                <a:lnTo>
                  <a:pt x="303276" y="138696"/>
                </a:lnTo>
                <a:lnTo>
                  <a:pt x="394716" y="138696"/>
                </a:lnTo>
                <a:close/>
              </a:path>
              <a:path w="1620520" h="408939">
                <a:moveTo>
                  <a:pt x="842784" y="359676"/>
                </a:moveTo>
                <a:lnTo>
                  <a:pt x="792492" y="342150"/>
                </a:lnTo>
                <a:lnTo>
                  <a:pt x="746772" y="306336"/>
                </a:lnTo>
                <a:lnTo>
                  <a:pt x="709244" y="257378"/>
                </a:lnTo>
                <a:lnTo>
                  <a:pt x="679716" y="198132"/>
                </a:lnTo>
                <a:lnTo>
                  <a:pt x="657999" y="126504"/>
                </a:lnTo>
                <a:lnTo>
                  <a:pt x="649706" y="85394"/>
                </a:lnTo>
                <a:lnTo>
                  <a:pt x="643140" y="41160"/>
                </a:lnTo>
                <a:lnTo>
                  <a:pt x="661428" y="25920"/>
                </a:lnTo>
                <a:lnTo>
                  <a:pt x="609612" y="3060"/>
                </a:lnTo>
                <a:lnTo>
                  <a:pt x="608990" y="43078"/>
                </a:lnTo>
                <a:lnTo>
                  <a:pt x="606945" y="83261"/>
                </a:lnTo>
                <a:lnTo>
                  <a:pt x="603173" y="123710"/>
                </a:lnTo>
                <a:lnTo>
                  <a:pt x="597420" y="164604"/>
                </a:lnTo>
                <a:lnTo>
                  <a:pt x="589127" y="202907"/>
                </a:lnTo>
                <a:lnTo>
                  <a:pt x="563981" y="269824"/>
                </a:lnTo>
                <a:lnTo>
                  <a:pt x="526554" y="324446"/>
                </a:lnTo>
                <a:lnTo>
                  <a:pt x="471690" y="373075"/>
                </a:lnTo>
                <a:lnTo>
                  <a:pt x="437400" y="396252"/>
                </a:lnTo>
                <a:lnTo>
                  <a:pt x="440448" y="400824"/>
                </a:lnTo>
                <a:lnTo>
                  <a:pt x="505599" y="366725"/>
                </a:lnTo>
                <a:lnTo>
                  <a:pt x="554748" y="324624"/>
                </a:lnTo>
                <a:lnTo>
                  <a:pt x="590181" y="275094"/>
                </a:lnTo>
                <a:lnTo>
                  <a:pt x="614184" y="220992"/>
                </a:lnTo>
                <a:lnTo>
                  <a:pt x="629234" y="158318"/>
                </a:lnTo>
                <a:lnTo>
                  <a:pt x="638568" y="80784"/>
                </a:lnTo>
                <a:lnTo>
                  <a:pt x="643712" y="123050"/>
                </a:lnTo>
                <a:lnTo>
                  <a:pt x="657428" y="193294"/>
                </a:lnTo>
                <a:lnTo>
                  <a:pt x="676859" y="245821"/>
                </a:lnTo>
                <a:lnTo>
                  <a:pt x="702005" y="293204"/>
                </a:lnTo>
                <a:lnTo>
                  <a:pt x="732294" y="336626"/>
                </a:lnTo>
                <a:lnTo>
                  <a:pt x="771156" y="375488"/>
                </a:lnTo>
                <a:lnTo>
                  <a:pt x="794016" y="393204"/>
                </a:lnTo>
                <a:lnTo>
                  <a:pt x="802055" y="382955"/>
                </a:lnTo>
                <a:lnTo>
                  <a:pt x="812685" y="375297"/>
                </a:lnTo>
                <a:lnTo>
                  <a:pt x="826160" y="370484"/>
                </a:lnTo>
                <a:lnTo>
                  <a:pt x="842784" y="368820"/>
                </a:lnTo>
                <a:lnTo>
                  <a:pt x="842784" y="359676"/>
                </a:lnTo>
                <a:close/>
              </a:path>
              <a:path w="1620520" h="408939">
                <a:moveTo>
                  <a:pt x="1185684" y="120396"/>
                </a:moveTo>
                <a:lnTo>
                  <a:pt x="1144536" y="120396"/>
                </a:lnTo>
                <a:lnTo>
                  <a:pt x="1103388" y="307848"/>
                </a:lnTo>
                <a:lnTo>
                  <a:pt x="1043952" y="120396"/>
                </a:lnTo>
                <a:lnTo>
                  <a:pt x="1010424" y="120396"/>
                </a:lnTo>
                <a:lnTo>
                  <a:pt x="952512" y="307848"/>
                </a:lnTo>
                <a:lnTo>
                  <a:pt x="909840" y="120396"/>
                </a:lnTo>
                <a:lnTo>
                  <a:pt x="867168" y="120396"/>
                </a:lnTo>
                <a:lnTo>
                  <a:pt x="929652" y="362712"/>
                </a:lnTo>
                <a:lnTo>
                  <a:pt x="967752" y="362712"/>
                </a:lnTo>
                <a:lnTo>
                  <a:pt x="1025664" y="175260"/>
                </a:lnTo>
                <a:lnTo>
                  <a:pt x="1085100" y="362712"/>
                </a:lnTo>
                <a:lnTo>
                  <a:pt x="1123200" y="362712"/>
                </a:lnTo>
                <a:lnTo>
                  <a:pt x="1185684" y="120396"/>
                </a:lnTo>
                <a:close/>
              </a:path>
              <a:path w="1620520" h="408939">
                <a:moveTo>
                  <a:pt x="1307604" y="80772"/>
                </a:moveTo>
                <a:lnTo>
                  <a:pt x="1303007" y="70777"/>
                </a:lnTo>
                <a:lnTo>
                  <a:pt x="1291412" y="59055"/>
                </a:lnTo>
                <a:lnTo>
                  <a:pt x="1272667" y="45631"/>
                </a:lnTo>
                <a:lnTo>
                  <a:pt x="1246644" y="30480"/>
                </a:lnTo>
                <a:lnTo>
                  <a:pt x="1242072" y="35052"/>
                </a:lnTo>
                <a:lnTo>
                  <a:pt x="1255763" y="52463"/>
                </a:lnTo>
                <a:lnTo>
                  <a:pt x="1267028" y="68008"/>
                </a:lnTo>
                <a:lnTo>
                  <a:pt x="1275715" y="81559"/>
                </a:lnTo>
                <a:lnTo>
                  <a:pt x="1281696" y="92964"/>
                </a:lnTo>
                <a:lnTo>
                  <a:pt x="1284744" y="105156"/>
                </a:lnTo>
                <a:lnTo>
                  <a:pt x="1289316" y="111252"/>
                </a:lnTo>
                <a:lnTo>
                  <a:pt x="1293888" y="111252"/>
                </a:lnTo>
                <a:lnTo>
                  <a:pt x="1296936" y="109728"/>
                </a:lnTo>
                <a:lnTo>
                  <a:pt x="1301508" y="105156"/>
                </a:lnTo>
                <a:lnTo>
                  <a:pt x="1306080" y="102108"/>
                </a:lnTo>
                <a:lnTo>
                  <a:pt x="1307604" y="94488"/>
                </a:lnTo>
                <a:lnTo>
                  <a:pt x="1307604" y="80772"/>
                </a:lnTo>
                <a:close/>
              </a:path>
              <a:path w="1620520" h="408939">
                <a:moveTo>
                  <a:pt x="1357896" y="71628"/>
                </a:moveTo>
                <a:lnTo>
                  <a:pt x="1350276" y="67056"/>
                </a:lnTo>
                <a:lnTo>
                  <a:pt x="1323479" y="135661"/>
                </a:lnTo>
                <a:lnTo>
                  <a:pt x="1302842" y="186118"/>
                </a:lnTo>
                <a:lnTo>
                  <a:pt x="1288757" y="218579"/>
                </a:lnTo>
                <a:lnTo>
                  <a:pt x="1281696" y="233172"/>
                </a:lnTo>
                <a:lnTo>
                  <a:pt x="1275600" y="239268"/>
                </a:lnTo>
                <a:lnTo>
                  <a:pt x="1269492" y="243840"/>
                </a:lnTo>
                <a:lnTo>
                  <a:pt x="1263408" y="243840"/>
                </a:lnTo>
                <a:lnTo>
                  <a:pt x="1258201" y="244436"/>
                </a:lnTo>
                <a:lnTo>
                  <a:pt x="1249311" y="244411"/>
                </a:lnTo>
                <a:lnTo>
                  <a:pt x="1238110" y="244055"/>
                </a:lnTo>
                <a:lnTo>
                  <a:pt x="1223784" y="243840"/>
                </a:lnTo>
                <a:lnTo>
                  <a:pt x="1223784" y="251460"/>
                </a:lnTo>
                <a:lnTo>
                  <a:pt x="1237259" y="254660"/>
                </a:lnTo>
                <a:lnTo>
                  <a:pt x="1248168" y="257556"/>
                </a:lnTo>
                <a:lnTo>
                  <a:pt x="1270050" y="282308"/>
                </a:lnTo>
                <a:lnTo>
                  <a:pt x="1269479" y="292798"/>
                </a:lnTo>
                <a:lnTo>
                  <a:pt x="1268336" y="302666"/>
                </a:lnTo>
                <a:lnTo>
                  <a:pt x="1267053" y="312229"/>
                </a:lnTo>
                <a:lnTo>
                  <a:pt x="1265440" y="322122"/>
                </a:lnTo>
                <a:lnTo>
                  <a:pt x="1263408" y="332232"/>
                </a:lnTo>
                <a:lnTo>
                  <a:pt x="1262913" y="339852"/>
                </a:lnTo>
                <a:lnTo>
                  <a:pt x="1280172" y="371856"/>
                </a:lnTo>
                <a:lnTo>
                  <a:pt x="1287792" y="371856"/>
                </a:lnTo>
                <a:lnTo>
                  <a:pt x="1292644" y="370128"/>
                </a:lnTo>
                <a:lnTo>
                  <a:pt x="1295793" y="364807"/>
                </a:lnTo>
                <a:lnTo>
                  <a:pt x="1297216" y="355815"/>
                </a:lnTo>
                <a:lnTo>
                  <a:pt x="1296936" y="342900"/>
                </a:lnTo>
                <a:lnTo>
                  <a:pt x="1295171" y="327787"/>
                </a:lnTo>
                <a:lnTo>
                  <a:pt x="1294269" y="312229"/>
                </a:lnTo>
                <a:lnTo>
                  <a:pt x="1293926" y="296405"/>
                </a:lnTo>
                <a:lnTo>
                  <a:pt x="1293888" y="280416"/>
                </a:lnTo>
                <a:lnTo>
                  <a:pt x="1298524" y="254444"/>
                </a:lnTo>
                <a:lnTo>
                  <a:pt x="1301254" y="244487"/>
                </a:lnTo>
                <a:lnTo>
                  <a:pt x="1310462" y="210883"/>
                </a:lnTo>
                <a:lnTo>
                  <a:pt x="1330096" y="149910"/>
                </a:lnTo>
                <a:lnTo>
                  <a:pt x="1357896" y="71628"/>
                </a:lnTo>
                <a:close/>
              </a:path>
              <a:path w="1620520" h="408939">
                <a:moveTo>
                  <a:pt x="1620024" y="233172"/>
                </a:moveTo>
                <a:lnTo>
                  <a:pt x="1589544" y="199644"/>
                </a:lnTo>
                <a:lnTo>
                  <a:pt x="1566684" y="222504"/>
                </a:lnTo>
                <a:lnTo>
                  <a:pt x="1552968" y="222504"/>
                </a:lnTo>
                <a:lnTo>
                  <a:pt x="1552968" y="117348"/>
                </a:lnTo>
                <a:lnTo>
                  <a:pt x="1560283" y="112776"/>
                </a:lnTo>
                <a:lnTo>
                  <a:pt x="1565160" y="109728"/>
                </a:lnTo>
                <a:lnTo>
                  <a:pt x="1542300" y="86868"/>
                </a:lnTo>
                <a:lnTo>
                  <a:pt x="1530108" y="97955"/>
                </a:lnTo>
                <a:lnTo>
                  <a:pt x="1530108" y="112776"/>
                </a:lnTo>
                <a:lnTo>
                  <a:pt x="1530108" y="222504"/>
                </a:lnTo>
                <a:lnTo>
                  <a:pt x="1450860" y="222504"/>
                </a:lnTo>
                <a:lnTo>
                  <a:pt x="1453730" y="194221"/>
                </a:lnTo>
                <a:lnTo>
                  <a:pt x="1455623" y="166497"/>
                </a:lnTo>
                <a:lnTo>
                  <a:pt x="1456613" y="140208"/>
                </a:lnTo>
                <a:lnTo>
                  <a:pt x="1456690" y="135661"/>
                </a:lnTo>
                <a:lnTo>
                  <a:pt x="1456956" y="112776"/>
                </a:lnTo>
                <a:lnTo>
                  <a:pt x="1530108" y="112776"/>
                </a:lnTo>
                <a:lnTo>
                  <a:pt x="1530108" y="97955"/>
                </a:lnTo>
                <a:lnTo>
                  <a:pt x="1525536" y="102108"/>
                </a:lnTo>
                <a:lnTo>
                  <a:pt x="1456956" y="102108"/>
                </a:lnTo>
                <a:lnTo>
                  <a:pt x="1456956" y="30480"/>
                </a:lnTo>
                <a:lnTo>
                  <a:pt x="1470672" y="18288"/>
                </a:lnTo>
                <a:lnTo>
                  <a:pt x="1432572" y="0"/>
                </a:lnTo>
                <a:lnTo>
                  <a:pt x="1433944" y="45631"/>
                </a:lnTo>
                <a:lnTo>
                  <a:pt x="1434096" y="102108"/>
                </a:lnTo>
                <a:lnTo>
                  <a:pt x="1365516" y="102108"/>
                </a:lnTo>
                <a:lnTo>
                  <a:pt x="1380756" y="115824"/>
                </a:lnTo>
                <a:lnTo>
                  <a:pt x="1402092" y="112776"/>
                </a:lnTo>
                <a:lnTo>
                  <a:pt x="1434096" y="112776"/>
                </a:lnTo>
                <a:lnTo>
                  <a:pt x="1433804" y="140208"/>
                </a:lnTo>
                <a:lnTo>
                  <a:pt x="1432953" y="167640"/>
                </a:lnTo>
                <a:lnTo>
                  <a:pt x="1431518" y="195072"/>
                </a:lnTo>
                <a:lnTo>
                  <a:pt x="1429524" y="222504"/>
                </a:lnTo>
                <a:lnTo>
                  <a:pt x="1322844" y="222504"/>
                </a:lnTo>
                <a:lnTo>
                  <a:pt x="1336560" y="236220"/>
                </a:lnTo>
                <a:lnTo>
                  <a:pt x="1360944" y="233172"/>
                </a:lnTo>
                <a:lnTo>
                  <a:pt x="1426476" y="233172"/>
                </a:lnTo>
                <a:lnTo>
                  <a:pt x="1407998" y="288607"/>
                </a:lnTo>
                <a:lnTo>
                  <a:pt x="1379232" y="333756"/>
                </a:lnTo>
                <a:lnTo>
                  <a:pt x="1340561" y="371284"/>
                </a:lnTo>
                <a:lnTo>
                  <a:pt x="1293888" y="400812"/>
                </a:lnTo>
                <a:lnTo>
                  <a:pt x="1295412" y="408432"/>
                </a:lnTo>
                <a:lnTo>
                  <a:pt x="1352753" y="378714"/>
                </a:lnTo>
                <a:lnTo>
                  <a:pt x="1397520" y="339852"/>
                </a:lnTo>
                <a:lnTo>
                  <a:pt x="1429715" y="292798"/>
                </a:lnTo>
                <a:lnTo>
                  <a:pt x="1449336" y="233172"/>
                </a:lnTo>
                <a:lnTo>
                  <a:pt x="1466100" y="233172"/>
                </a:lnTo>
                <a:lnTo>
                  <a:pt x="1483436" y="296227"/>
                </a:lnTo>
                <a:lnTo>
                  <a:pt x="1508772" y="344424"/>
                </a:lnTo>
                <a:lnTo>
                  <a:pt x="1539443" y="379476"/>
                </a:lnTo>
                <a:lnTo>
                  <a:pt x="1571256" y="405384"/>
                </a:lnTo>
                <a:lnTo>
                  <a:pt x="1577848" y="397344"/>
                </a:lnTo>
                <a:lnTo>
                  <a:pt x="1586306" y="391287"/>
                </a:lnTo>
                <a:lnTo>
                  <a:pt x="1596758" y="386956"/>
                </a:lnTo>
                <a:lnTo>
                  <a:pt x="1609356" y="384048"/>
                </a:lnTo>
                <a:lnTo>
                  <a:pt x="1609344" y="379476"/>
                </a:lnTo>
                <a:lnTo>
                  <a:pt x="1566875" y="362331"/>
                </a:lnTo>
                <a:lnTo>
                  <a:pt x="1530108" y="333756"/>
                </a:lnTo>
                <a:lnTo>
                  <a:pt x="1499057" y="292036"/>
                </a:lnTo>
                <a:lnTo>
                  <a:pt x="1473720" y="233172"/>
                </a:lnTo>
                <a:lnTo>
                  <a:pt x="1620024" y="23317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1" name="object 81"/>
          <p:cNvSpPr/>
          <p:nvPr/>
        </p:nvSpPr>
        <p:spPr>
          <a:xfrm>
            <a:off x="3800855" y="5140452"/>
            <a:ext cx="387350" cy="405765"/>
          </a:xfrm>
          <a:custGeom>
            <a:avLst/>
            <a:gdLst/>
            <a:ahLst/>
            <a:cxnLst/>
            <a:rect l="l" t="t" r="r" b="b"/>
            <a:pathLst>
              <a:path w="387350" h="405764">
                <a:moveTo>
                  <a:pt x="199644" y="71627"/>
                </a:moveTo>
                <a:lnTo>
                  <a:pt x="193548" y="71627"/>
                </a:lnTo>
                <a:lnTo>
                  <a:pt x="190500" y="65531"/>
                </a:lnTo>
                <a:lnTo>
                  <a:pt x="188976" y="54863"/>
                </a:lnTo>
                <a:lnTo>
                  <a:pt x="185547" y="43767"/>
                </a:lnTo>
                <a:lnTo>
                  <a:pt x="179832" y="31241"/>
                </a:lnTo>
                <a:lnTo>
                  <a:pt x="171831" y="17573"/>
                </a:lnTo>
                <a:lnTo>
                  <a:pt x="161544" y="3048"/>
                </a:lnTo>
                <a:lnTo>
                  <a:pt x="164592" y="0"/>
                </a:lnTo>
                <a:lnTo>
                  <a:pt x="201239" y="21431"/>
                </a:lnTo>
                <a:lnTo>
                  <a:pt x="214884" y="39624"/>
                </a:lnTo>
                <a:lnTo>
                  <a:pt x="214884" y="50291"/>
                </a:lnTo>
                <a:lnTo>
                  <a:pt x="213360" y="56387"/>
                </a:lnTo>
                <a:lnTo>
                  <a:pt x="207264" y="62483"/>
                </a:lnTo>
                <a:lnTo>
                  <a:pt x="202692" y="68579"/>
                </a:lnTo>
                <a:lnTo>
                  <a:pt x="199644" y="71627"/>
                </a:lnTo>
                <a:close/>
              </a:path>
              <a:path w="387350" h="405764">
                <a:moveTo>
                  <a:pt x="36576" y="138683"/>
                </a:moveTo>
                <a:lnTo>
                  <a:pt x="27432" y="138683"/>
                </a:lnTo>
                <a:lnTo>
                  <a:pt x="24384" y="137159"/>
                </a:lnTo>
                <a:lnTo>
                  <a:pt x="19812" y="134111"/>
                </a:lnTo>
                <a:lnTo>
                  <a:pt x="15240" y="132587"/>
                </a:lnTo>
                <a:lnTo>
                  <a:pt x="13716" y="129539"/>
                </a:lnTo>
                <a:lnTo>
                  <a:pt x="13716" y="123443"/>
                </a:lnTo>
                <a:lnTo>
                  <a:pt x="18288" y="117347"/>
                </a:lnTo>
                <a:lnTo>
                  <a:pt x="27432" y="109727"/>
                </a:lnTo>
                <a:lnTo>
                  <a:pt x="35742" y="100274"/>
                </a:lnTo>
                <a:lnTo>
                  <a:pt x="42481" y="87820"/>
                </a:lnTo>
                <a:lnTo>
                  <a:pt x="47791" y="72223"/>
                </a:lnTo>
                <a:lnTo>
                  <a:pt x="51816" y="53339"/>
                </a:lnTo>
                <a:lnTo>
                  <a:pt x="59436" y="53339"/>
                </a:lnTo>
                <a:lnTo>
                  <a:pt x="59436" y="76200"/>
                </a:lnTo>
                <a:lnTo>
                  <a:pt x="367145" y="76200"/>
                </a:lnTo>
                <a:lnTo>
                  <a:pt x="376843" y="86867"/>
                </a:lnTo>
                <a:lnTo>
                  <a:pt x="59436" y="86867"/>
                </a:lnTo>
                <a:lnTo>
                  <a:pt x="58840" y="104513"/>
                </a:lnTo>
                <a:lnTo>
                  <a:pt x="56959" y="118300"/>
                </a:lnTo>
                <a:lnTo>
                  <a:pt x="53649" y="127801"/>
                </a:lnTo>
                <a:lnTo>
                  <a:pt x="48768" y="132587"/>
                </a:lnTo>
                <a:lnTo>
                  <a:pt x="41148" y="137159"/>
                </a:lnTo>
                <a:lnTo>
                  <a:pt x="36576" y="138683"/>
                </a:lnTo>
                <a:close/>
              </a:path>
              <a:path w="387350" h="405764">
                <a:moveTo>
                  <a:pt x="367145" y="76200"/>
                </a:moveTo>
                <a:lnTo>
                  <a:pt x="332232" y="76200"/>
                </a:lnTo>
                <a:lnTo>
                  <a:pt x="350520" y="57912"/>
                </a:lnTo>
                <a:lnTo>
                  <a:pt x="367145" y="76200"/>
                </a:lnTo>
                <a:close/>
              </a:path>
              <a:path w="387350" h="405764">
                <a:moveTo>
                  <a:pt x="318516" y="134111"/>
                </a:moveTo>
                <a:lnTo>
                  <a:pt x="312420" y="131063"/>
                </a:lnTo>
                <a:lnTo>
                  <a:pt x="335280" y="86867"/>
                </a:lnTo>
                <a:lnTo>
                  <a:pt x="376843" y="86867"/>
                </a:lnTo>
                <a:lnTo>
                  <a:pt x="381000" y="91439"/>
                </a:lnTo>
                <a:lnTo>
                  <a:pt x="367593" y="94249"/>
                </a:lnTo>
                <a:lnTo>
                  <a:pt x="352615" y="102488"/>
                </a:lnTo>
                <a:lnTo>
                  <a:pt x="336208" y="115871"/>
                </a:lnTo>
                <a:lnTo>
                  <a:pt x="318516" y="134111"/>
                </a:lnTo>
                <a:close/>
              </a:path>
              <a:path w="387350" h="405764">
                <a:moveTo>
                  <a:pt x="42672" y="175259"/>
                </a:moveTo>
                <a:lnTo>
                  <a:pt x="27432" y="160019"/>
                </a:lnTo>
                <a:lnTo>
                  <a:pt x="298704" y="160019"/>
                </a:lnTo>
                <a:lnTo>
                  <a:pt x="323088" y="135635"/>
                </a:lnTo>
                <a:lnTo>
                  <a:pt x="358140" y="170687"/>
                </a:lnTo>
                <a:lnTo>
                  <a:pt x="85344" y="170687"/>
                </a:lnTo>
                <a:lnTo>
                  <a:pt x="74175" y="170973"/>
                </a:lnTo>
                <a:lnTo>
                  <a:pt x="63436" y="171830"/>
                </a:lnTo>
                <a:lnTo>
                  <a:pt x="52982" y="173259"/>
                </a:lnTo>
                <a:lnTo>
                  <a:pt x="42672" y="175259"/>
                </a:lnTo>
                <a:close/>
              </a:path>
              <a:path w="387350" h="405764">
                <a:moveTo>
                  <a:pt x="207264" y="348996"/>
                </a:moveTo>
                <a:lnTo>
                  <a:pt x="182880" y="348996"/>
                </a:lnTo>
                <a:lnTo>
                  <a:pt x="182880" y="170687"/>
                </a:lnTo>
                <a:lnTo>
                  <a:pt x="207264" y="170687"/>
                </a:lnTo>
                <a:lnTo>
                  <a:pt x="207264" y="256031"/>
                </a:lnTo>
                <a:lnTo>
                  <a:pt x="329668" y="256031"/>
                </a:lnTo>
                <a:lnTo>
                  <a:pt x="339852" y="266699"/>
                </a:lnTo>
                <a:lnTo>
                  <a:pt x="207264" y="266699"/>
                </a:lnTo>
                <a:lnTo>
                  <a:pt x="207264" y="348996"/>
                </a:lnTo>
                <a:close/>
              </a:path>
              <a:path w="387350" h="405764">
                <a:moveTo>
                  <a:pt x="3048" y="405384"/>
                </a:moveTo>
                <a:lnTo>
                  <a:pt x="0" y="399287"/>
                </a:lnTo>
                <a:lnTo>
                  <a:pt x="15226" y="384048"/>
                </a:lnTo>
                <a:lnTo>
                  <a:pt x="28575" y="368427"/>
                </a:lnTo>
                <a:lnTo>
                  <a:pt x="50292" y="335280"/>
                </a:lnTo>
                <a:lnTo>
                  <a:pt x="69794" y="286631"/>
                </a:lnTo>
                <a:lnTo>
                  <a:pt x="78676" y="237743"/>
                </a:lnTo>
                <a:lnTo>
                  <a:pt x="80772" y="205739"/>
                </a:lnTo>
                <a:lnTo>
                  <a:pt x="123444" y="225551"/>
                </a:lnTo>
                <a:lnTo>
                  <a:pt x="103251" y="259460"/>
                </a:lnTo>
                <a:lnTo>
                  <a:pt x="99060" y="278891"/>
                </a:lnTo>
                <a:lnTo>
                  <a:pt x="105006" y="288035"/>
                </a:lnTo>
                <a:lnTo>
                  <a:pt x="96012" y="288035"/>
                </a:lnTo>
                <a:lnTo>
                  <a:pt x="79057" y="324802"/>
                </a:lnTo>
                <a:lnTo>
                  <a:pt x="49768" y="366164"/>
                </a:lnTo>
                <a:lnTo>
                  <a:pt x="21097" y="391929"/>
                </a:lnTo>
                <a:lnTo>
                  <a:pt x="3048" y="405384"/>
                </a:lnTo>
                <a:close/>
              </a:path>
              <a:path w="387350" h="405764">
                <a:moveTo>
                  <a:pt x="329668" y="256031"/>
                </a:moveTo>
                <a:lnTo>
                  <a:pt x="284988" y="256031"/>
                </a:lnTo>
                <a:lnTo>
                  <a:pt x="307847" y="233171"/>
                </a:lnTo>
                <a:lnTo>
                  <a:pt x="329668" y="256031"/>
                </a:lnTo>
                <a:close/>
              </a:path>
              <a:path w="387350" h="405764">
                <a:moveTo>
                  <a:pt x="350520" y="394716"/>
                </a:moveTo>
                <a:lnTo>
                  <a:pt x="308562" y="393263"/>
                </a:lnTo>
                <a:lnTo>
                  <a:pt x="241220" y="388072"/>
                </a:lnTo>
                <a:lnTo>
                  <a:pt x="194929" y="377737"/>
                </a:lnTo>
                <a:lnTo>
                  <a:pt x="159400" y="361116"/>
                </a:lnTo>
                <a:lnTo>
                  <a:pt x="118681" y="323278"/>
                </a:lnTo>
                <a:lnTo>
                  <a:pt x="96012" y="288035"/>
                </a:lnTo>
                <a:lnTo>
                  <a:pt x="105006" y="288035"/>
                </a:lnTo>
                <a:lnTo>
                  <a:pt x="107608" y="292036"/>
                </a:lnTo>
                <a:lnTo>
                  <a:pt x="117157" y="304037"/>
                </a:lnTo>
                <a:lnTo>
                  <a:pt x="149875" y="332922"/>
                </a:lnTo>
                <a:lnTo>
                  <a:pt x="182880" y="348996"/>
                </a:lnTo>
                <a:lnTo>
                  <a:pt x="207264" y="348996"/>
                </a:lnTo>
                <a:lnTo>
                  <a:pt x="207264" y="356616"/>
                </a:lnTo>
                <a:lnTo>
                  <a:pt x="231243" y="360378"/>
                </a:lnTo>
                <a:lnTo>
                  <a:pt x="255079" y="362712"/>
                </a:lnTo>
                <a:lnTo>
                  <a:pt x="278630" y="363902"/>
                </a:lnTo>
                <a:lnTo>
                  <a:pt x="301752" y="364236"/>
                </a:lnTo>
                <a:lnTo>
                  <a:pt x="387096" y="364236"/>
                </a:lnTo>
                <a:lnTo>
                  <a:pt x="387096" y="367284"/>
                </a:lnTo>
                <a:lnTo>
                  <a:pt x="373665" y="370713"/>
                </a:lnTo>
                <a:lnTo>
                  <a:pt x="363093" y="376428"/>
                </a:lnTo>
                <a:lnTo>
                  <a:pt x="355377" y="384429"/>
                </a:lnTo>
                <a:lnTo>
                  <a:pt x="350520" y="394716"/>
                </a:lnTo>
                <a:close/>
              </a:path>
              <a:path w="387350" h="405764">
                <a:moveTo>
                  <a:pt x="387096" y="364236"/>
                </a:moveTo>
                <a:lnTo>
                  <a:pt x="301752" y="364236"/>
                </a:lnTo>
                <a:lnTo>
                  <a:pt x="324945" y="363950"/>
                </a:lnTo>
                <a:lnTo>
                  <a:pt x="346710" y="363093"/>
                </a:lnTo>
                <a:lnTo>
                  <a:pt x="367331" y="361664"/>
                </a:lnTo>
                <a:lnTo>
                  <a:pt x="387096" y="359664"/>
                </a:lnTo>
                <a:lnTo>
                  <a:pt x="387096" y="36423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2" name="object 82"/>
          <p:cNvSpPr/>
          <p:nvPr/>
        </p:nvSpPr>
        <p:spPr>
          <a:xfrm>
            <a:off x="4233672" y="5138927"/>
            <a:ext cx="989330" cy="443865"/>
          </a:xfrm>
          <a:custGeom>
            <a:avLst/>
            <a:gdLst/>
            <a:ahLst/>
            <a:cxnLst/>
            <a:rect l="l" t="t" r="r" b="b"/>
            <a:pathLst>
              <a:path w="989329" h="443864">
                <a:moveTo>
                  <a:pt x="92951" y="301764"/>
                </a:moveTo>
                <a:lnTo>
                  <a:pt x="38100" y="301764"/>
                </a:lnTo>
                <a:lnTo>
                  <a:pt x="0" y="443496"/>
                </a:lnTo>
                <a:lnTo>
                  <a:pt x="31991" y="443496"/>
                </a:lnTo>
                <a:lnTo>
                  <a:pt x="92951" y="301764"/>
                </a:lnTo>
                <a:close/>
              </a:path>
              <a:path w="989329" h="443864">
                <a:moveTo>
                  <a:pt x="234975" y="75044"/>
                </a:moveTo>
                <a:lnTo>
                  <a:pt x="210489" y="41529"/>
                </a:lnTo>
                <a:lnTo>
                  <a:pt x="187439" y="24384"/>
                </a:lnTo>
                <a:lnTo>
                  <a:pt x="181343" y="25908"/>
                </a:lnTo>
                <a:lnTo>
                  <a:pt x="191427" y="44221"/>
                </a:lnTo>
                <a:lnTo>
                  <a:pt x="199059" y="60388"/>
                </a:lnTo>
                <a:lnTo>
                  <a:pt x="204685" y="74485"/>
                </a:lnTo>
                <a:lnTo>
                  <a:pt x="208775" y="86868"/>
                </a:lnTo>
                <a:lnTo>
                  <a:pt x="210299" y="97536"/>
                </a:lnTo>
                <a:lnTo>
                  <a:pt x="213347" y="103632"/>
                </a:lnTo>
                <a:lnTo>
                  <a:pt x="217919" y="103632"/>
                </a:lnTo>
                <a:lnTo>
                  <a:pt x="220967" y="102108"/>
                </a:lnTo>
                <a:lnTo>
                  <a:pt x="230111" y="96012"/>
                </a:lnTo>
                <a:lnTo>
                  <a:pt x="233159" y="89916"/>
                </a:lnTo>
                <a:lnTo>
                  <a:pt x="234683" y="80772"/>
                </a:lnTo>
                <a:lnTo>
                  <a:pt x="234975" y="75044"/>
                </a:lnTo>
                <a:close/>
              </a:path>
              <a:path w="989329" h="443864">
                <a:moveTo>
                  <a:pt x="531876" y="310896"/>
                </a:moveTo>
                <a:lnTo>
                  <a:pt x="511479" y="272415"/>
                </a:lnTo>
                <a:lnTo>
                  <a:pt x="510527" y="245364"/>
                </a:lnTo>
                <a:lnTo>
                  <a:pt x="504431" y="245364"/>
                </a:lnTo>
                <a:lnTo>
                  <a:pt x="498868" y="292303"/>
                </a:lnTo>
                <a:lnTo>
                  <a:pt x="487667" y="315468"/>
                </a:lnTo>
                <a:lnTo>
                  <a:pt x="478536" y="313944"/>
                </a:lnTo>
                <a:lnTo>
                  <a:pt x="449567" y="313944"/>
                </a:lnTo>
                <a:lnTo>
                  <a:pt x="439572" y="313397"/>
                </a:lnTo>
                <a:lnTo>
                  <a:pt x="432422" y="309562"/>
                </a:lnTo>
                <a:lnTo>
                  <a:pt x="428142" y="302590"/>
                </a:lnTo>
                <a:lnTo>
                  <a:pt x="426707" y="292608"/>
                </a:lnTo>
                <a:lnTo>
                  <a:pt x="426707" y="184404"/>
                </a:lnTo>
                <a:lnTo>
                  <a:pt x="524243" y="184404"/>
                </a:lnTo>
                <a:lnTo>
                  <a:pt x="493776" y="150876"/>
                </a:lnTo>
                <a:lnTo>
                  <a:pt x="470903" y="173736"/>
                </a:lnTo>
                <a:lnTo>
                  <a:pt x="397751" y="173736"/>
                </a:lnTo>
                <a:lnTo>
                  <a:pt x="397751" y="102108"/>
                </a:lnTo>
                <a:lnTo>
                  <a:pt x="496824" y="102108"/>
                </a:lnTo>
                <a:lnTo>
                  <a:pt x="487603" y="91440"/>
                </a:lnTo>
                <a:lnTo>
                  <a:pt x="467855" y="68580"/>
                </a:lnTo>
                <a:lnTo>
                  <a:pt x="444995" y="91440"/>
                </a:lnTo>
                <a:lnTo>
                  <a:pt x="397751" y="91440"/>
                </a:lnTo>
                <a:lnTo>
                  <a:pt x="397751" y="32004"/>
                </a:lnTo>
                <a:lnTo>
                  <a:pt x="412991" y="18288"/>
                </a:lnTo>
                <a:lnTo>
                  <a:pt x="373367" y="1524"/>
                </a:lnTo>
                <a:lnTo>
                  <a:pt x="374256" y="18288"/>
                </a:lnTo>
                <a:lnTo>
                  <a:pt x="374688" y="38125"/>
                </a:lnTo>
                <a:lnTo>
                  <a:pt x="374789" y="50292"/>
                </a:lnTo>
                <a:lnTo>
                  <a:pt x="374891" y="91440"/>
                </a:lnTo>
                <a:lnTo>
                  <a:pt x="318503" y="91440"/>
                </a:lnTo>
                <a:lnTo>
                  <a:pt x="322173" y="83185"/>
                </a:lnTo>
                <a:lnTo>
                  <a:pt x="326097" y="74561"/>
                </a:lnTo>
                <a:lnTo>
                  <a:pt x="330085" y="65519"/>
                </a:lnTo>
                <a:lnTo>
                  <a:pt x="333743" y="56388"/>
                </a:lnTo>
                <a:lnTo>
                  <a:pt x="347459" y="50292"/>
                </a:lnTo>
                <a:lnTo>
                  <a:pt x="312407" y="28956"/>
                </a:lnTo>
                <a:lnTo>
                  <a:pt x="301739" y="80772"/>
                </a:lnTo>
                <a:lnTo>
                  <a:pt x="288023" y="118110"/>
                </a:lnTo>
                <a:lnTo>
                  <a:pt x="269735" y="155448"/>
                </a:lnTo>
                <a:lnTo>
                  <a:pt x="274307" y="160020"/>
                </a:lnTo>
                <a:lnTo>
                  <a:pt x="286080" y="146265"/>
                </a:lnTo>
                <a:lnTo>
                  <a:pt x="296405" y="132207"/>
                </a:lnTo>
                <a:lnTo>
                  <a:pt x="305600" y="117589"/>
                </a:lnTo>
                <a:lnTo>
                  <a:pt x="313931" y="102108"/>
                </a:lnTo>
                <a:lnTo>
                  <a:pt x="374891" y="102108"/>
                </a:lnTo>
                <a:lnTo>
                  <a:pt x="374891" y="173736"/>
                </a:lnTo>
                <a:lnTo>
                  <a:pt x="251447" y="173736"/>
                </a:lnTo>
                <a:lnTo>
                  <a:pt x="266687" y="188976"/>
                </a:lnTo>
                <a:lnTo>
                  <a:pt x="276428" y="186982"/>
                </a:lnTo>
                <a:lnTo>
                  <a:pt x="285165" y="185547"/>
                </a:lnTo>
                <a:lnTo>
                  <a:pt x="293052" y="184696"/>
                </a:lnTo>
                <a:lnTo>
                  <a:pt x="300215" y="184404"/>
                </a:lnTo>
                <a:lnTo>
                  <a:pt x="338315" y="184404"/>
                </a:lnTo>
                <a:lnTo>
                  <a:pt x="331482" y="232625"/>
                </a:lnTo>
                <a:lnTo>
                  <a:pt x="315645" y="274129"/>
                </a:lnTo>
                <a:lnTo>
                  <a:pt x="290957" y="308495"/>
                </a:lnTo>
                <a:lnTo>
                  <a:pt x="257543" y="335280"/>
                </a:lnTo>
                <a:lnTo>
                  <a:pt x="260591" y="339852"/>
                </a:lnTo>
                <a:lnTo>
                  <a:pt x="303771" y="316217"/>
                </a:lnTo>
                <a:lnTo>
                  <a:pt x="335076" y="282130"/>
                </a:lnTo>
                <a:lnTo>
                  <a:pt x="354685" y="238061"/>
                </a:lnTo>
                <a:lnTo>
                  <a:pt x="362699" y="184404"/>
                </a:lnTo>
                <a:lnTo>
                  <a:pt x="405371" y="184404"/>
                </a:lnTo>
                <a:lnTo>
                  <a:pt x="405498" y="301752"/>
                </a:lnTo>
                <a:lnTo>
                  <a:pt x="435851" y="333756"/>
                </a:lnTo>
                <a:lnTo>
                  <a:pt x="489191" y="333756"/>
                </a:lnTo>
                <a:lnTo>
                  <a:pt x="504647" y="333184"/>
                </a:lnTo>
                <a:lnTo>
                  <a:pt x="516813" y="329184"/>
                </a:lnTo>
                <a:lnTo>
                  <a:pt x="525843" y="321754"/>
                </a:lnTo>
                <a:lnTo>
                  <a:pt x="529336" y="315468"/>
                </a:lnTo>
                <a:lnTo>
                  <a:pt x="531876" y="310896"/>
                </a:lnTo>
                <a:close/>
              </a:path>
              <a:path w="989329" h="443864">
                <a:moveTo>
                  <a:pt x="545579" y="359664"/>
                </a:moveTo>
                <a:lnTo>
                  <a:pt x="499846" y="364286"/>
                </a:lnTo>
                <a:lnTo>
                  <a:pt x="456234" y="366903"/>
                </a:lnTo>
                <a:lnTo>
                  <a:pt x="414642" y="367817"/>
                </a:lnTo>
                <a:lnTo>
                  <a:pt x="374891" y="367284"/>
                </a:lnTo>
                <a:lnTo>
                  <a:pt x="311073" y="361569"/>
                </a:lnTo>
                <a:lnTo>
                  <a:pt x="271259" y="348996"/>
                </a:lnTo>
                <a:lnTo>
                  <a:pt x="236956" y="324612"/>
                </a:lnTo>
                <a:lnTo>
                  <a:pt x="235902" y="323710"/>
                </a:lnTo>
                <a:lnTo>
                  <a:pt x="227063" y="313944"/>
                </a:lnTo>
                <a:lnTo>
                  <a:pt x="227063" y="176784"/>
                </a:lnTo>
                <a:lnTo>
                  <a:pt x="232778" y="172212"/>
                </a:lnTo>
                <a:lnTo>
                  <a:pt x="242303" y="164592"/>
                </a:lnTo>
                <a:lnTo>
                  <a:pt x="214871" y="144780"/>
                </a:lnTo>
                <a:lnTo>
                  <a:pt x="202679" y="161544"/>
                </a:lnTo>
                <a:lnTo>
                  <a:pt x="137147" y="161544"/>
                </a:lnTo>
                <a:lnTo>
                  <a:pt x="152387" y="176784"/>
                </a:lnTo>
                <a:lnTo>
                  <a:pt x="161848" y="174790"/>
                </a:lnTo>
                <a:lnTo>
                  <a:pt x="169722" y="173355"/>
                </a:lnTo>
                <a:lnTo>
                  <a:pt x="176187" y="172504"/>
                </a:lnTo>
                <a:lnTo>
                  <a:pt x="181343" y="172212"/>
                </a:lnTo>
                <a:lnTo>
                  <a:pt x="204203" y="172212"/>
                </a:lnTo>
                <a:lnTo>
                  <a:pt x="204203" y="310896"/>
                </a:lnTo>
                <a:lnTo>
                  <a:pt x="185115" y="320611"/>
                </a:lnTo>
                <a:lnTo>
                  <a:pt x="166865" y="331470"/>
                </a:lnTo>
                <a:lnTo>
                  <a:pt x="149771" y="343471"/>
                </a:lnTo>
                <a:lnTo>
                  <a:pt x="134099" y="356616"/>
                </a:lnTo>
                <a:lnTo>
                  <a:pt x="160007" y="379476"/>
                </a:lnTo>
                <a:lnTo>
                  <a:pt x="164299" y="371195"/>
                </a:lnTo>
                <a:lnTo>
                  <a:pt x="170294" y="362331"/>
                </a:lnTo>
                <a:lnTo>
                  <a:pt x="196900" y="333400"/>
                </a:lnTo>
                <a:lnTo>
                  <a:pt x="216395" y="324612"/>
                </a:lnTo>
                <a:lnTo>
                  <a:pt x="220713" y="327761"/>
                </a:lnTo>
                <a:lnTo>
                  <a:pt x="226872" y="332613"/>
                </a:lnTo>
                <a:lnTo>
                  <a:pt x="245351" y="347472"/>
                </a:lnTo>
                <a:lnTo>
                  <a:pt x="256235" y="357187"/>
                </a:lnTo>
                <a:lnTo>
                  <a:pt x="268401" y="365760"/>
                </a:lnTo>
                <a:lnTo>
                  <a:pt x="314083" y="384619"/>
                </a:lnTo>
                <a:lnTo>
                  <a:pt x="354177" y="391477"/>
                </a:lnTo>
                <a:lnTo>
                  <a:pt x="405714" y="393458"/>
                </a:lnTo>
                <a:lnTo>
                  <a:pt x="509003" y="396240"/>
                </a:lnTo>
                <a:lnTo>
                  <a:pt x="511289" y="387438"/>
                </a:lnTo>
                <a:lnTo>
                  <a:pt x="518147" y="379476"/>
                </a:lnTo>
                <a:lnTo>
                  <a:pt x="529577" y="372668"/>
                </a:lnTo>
                <a:lnTo>
                  <a:pt x="544029" y="367817"/>
                </a:lnTo>
                <a:lnTo>
                  <a:pt x="545579" y="367284"/>
                </a:lnTo>
                <a:lnTo>
                  <a:pt x="545579" y="359664"/>
                </a:lnTo>
                <a:close/>
              </a:path>
              <a:path w="989329" h="443864">
                <a:moveTo>
                  <a:pt x="771144" y="109728"/>
                </a:moveTo>
                <a:lnTo>
                  <a:pt x="742188" y="79248"/>
                </a:lnTo>
                <a:lnTo>
                  <a:pt x="722376" y="99060"/>
                </a:lnTo>
                <a:lnTo>
                  <a:pt x="694944" y="99060"/>
                </a:lnTo>
                <a:lnTo>
                  <a:pt x="694944" y="30480"/>
                </a:lnTo>
                <a:lnTo>
                  <a:pt x="710184" y="18288"/>
                </a:lnTo>
                <a:lnTo>
                  <a:pt x="669036" y="0"/>
                </a:lnTo>
                <a:lnTo>
                  <a:pt x="670369" y="39814"/>
                </a:lnTo>
                <a:lnTo>
                  <a:pt x="670547" y="87249"/>
                </a:lnTo>
                <a:lnTo>
                  <a:pt x="670560" y="99060"/>
                </a:lnTo>
                <a:lnTo>
                  <a:pt x="586740" y="99060"/>
                </a:lnTo>
                <a:lnTo>
                  <a:pt x="603504" y="114300"/>
                </a:lnTo>
                <a:lnTo>
                  <a:pt x="612927" y="112306"/>
                </a:lnTo>
                <a:lnTo>
                  <a:pt x="622935" y="110871"/>
                </a:lnTo>
                <a:lnTo>
                  <a:pt x="633501" y="110020"/>
                </a:lnTo>
                <a:lnTo>
                  <a:pt x="644652" y="109728"/>
                </a:lnTo>
                <a:lnTo>
                  <a:pt x="670560" y="109728"/>
                </a:lnTo>
                <a:lnTo>
                  <a:pt x="670560" y="192024"/>
                </a:lnTo>
                <a:lnTo>
                  <a:pt x="641121" y="205435"/>
                </a:lnTo>
                <a:lnTo>
                  <a:pt x="616839" y="215836"/>
                </a:lnTo>
                <a:lnTo>
                  <a:pt x="597687" y="223100"/>
                </a:lnTo>
                <a:lnTo>
                  <a:pt x="583692" y="227076"/>
                </a:lnTo>
                <a:lnTo>
                  <a:pt x="608076" y="257556"/>
                </a:lnTo>
                <a:lnTo>
                  <a:pt x="615480" y="249555"/>
                </a:lnTo>
                <a:lnTo>
                  <a:pt x="628459" y="239268"/>
                </a:lnTo>
                <a:lnTo>
                  <a:pt x="646861" y="226695"/>
                </a:lnTo>
                <a:lnTo>
                  <a:pt x="670560" y="211836"/>
                </a:lnTo>
                <a:lnTo>
                  <a:pt x="670560" y="339852"/>
                </a:lnTo>
                <a:lnTo>
                  <a:pt x="669391" y="349834"/>
                </a:lnTo>
                <a:lnTo>
                  <a:pt x="665797" y="356806"/>
                </a:lnTo>
                <a:lnTo>
                  <a:pt x="659625" y="360641"/>
                </a:lnTo>
                <a:lnTo>
                  <a:pt x="650748" y="361188"/>
                </a:lnTo>
                <a:lnTo>
                  <a:pt x="629031" y="358711"/>
                </a:lnTo>
                <a:lnTo>
                  <a:pt x="617308" y="357124"/>
                </a:lnTo>
                <a:lnTo>
                  <a:pt x="605028" y="355092"/>
                </a:lnTo>
                <a:lnTo>
                  <a:pt x="605028" y="362712"/>
                </a:lnTo>
                <a:lnTo>
                  <a:pt x="627888" y="372148"/>
                </a:lnTo>
                <a:lnTo>
                  <a:pt x="643890" y="382143"/>
                </a:lnTo>
                <a:lnTo>
                  <a:pt x="653034" y="392722"/>
                </a:lnTo>
                <a:lnTo>
                  <a:pt x="655320" y="403860"/>
                </a:lnTo>
                <a:lnTo>
                  <a:pt x="672223" y="394741"/>
                </a:lnTo>
                <a:lnTo>
                  <a:pt x="684276" y="383476"/>
                </a:lnTo>
                <a:lnTo>
                  <a:pt x="691743" y="370217"/>
                </a:lnTo>
                <a:lnTo>
                  <a:pt x="693648" y="361188"/>
                </a:lnTo>
                <a:lnTo>
                  <a:pt x="694944" y="355092"/>
                </a:lnTo>
                <a:lnTo>
                  <a:pt x="694944" y="211836"/>
                </a:lnTo>
                <a:lnTo>
                  <a:pt x="694944" y="199644"/>
                </a:lnTo>
                <a:lnTo>
                  <a:pt x="721017" y="182880"/>
                </a:lnTo>
                <a:lnTo>
                  <a:pt x="758952" y="158496"/>
                </a:lnTo>
                <a:lnTo>
                  <a:pt x="755904" y="152400"/>
                </a:lnTo>
                <a:lnTo>
                  <a:pt x="694944" y="182880"/>
                </a:lnTo>
                <a:lnTo>
                  <a:pt x="694944" y="109728"/>
                </a:lnTo>
                <a:lnTo>
                  <a:pt x="771144" y="109728"/>
                </a:lnTo>
                <a:close/>
              </a:path>
              <a:path w="989329" h="443864">
                <a:moveTo>
                  <a:pt x="986028" y="163068"/>
                </a:moveTo>
                <a:lnTo>
                  <a:pt x="940371" y="159854"/>
                </a:lnTo>
                <a:lnTo>
                  <a:pt x="899350" y="147256"/>
                </a:lnTo>
                <a:lnTo>
                  <a:pt x="894295" y="144780"/>
                </a:lnTo>
                <a:lnTo>
                  <a:pt x="883742" y="139623"/>
                </a:lnTo>
                <a:lnTo>
                  <a:pt x="867156" y="129540"/>
                </a:lnTo>
                <a:lnTo>
                  <a:pt x="881087" y="115824"/>
                </a:lnTo>
                <a:lnTo>
                  <a:pt x="885418" y="111569"/>
                </a:lnTo>
                <a:lnTo>
                  <a:pt x="903541" y="92011"/>
                </a:lnTo>
                <a:lnTo>
                  <a:pt x="921372" y="71043"/>
                </a:lnTo>
                <a:lnTo>
                  <a:pt x="938784" y="48768"/>
                </a:lnTo>
                <a:lnTo>
                  <a:pt x="950976" y="42672"/>
                </a:lnTo>
                <a:lnTo>
                  <a:pt x="954024" y="41148"/>
                </a:lnTo>
                <a:lnTo>
                  <a:pt x="925068" y="15240"/>
                </a:lnTo>
                <a:lnTo>
                  <a:pt x="911352" y="30327"/>
                </a:lnTo>
                <a:lnTo>
                  <a:pt x="911352" y="42672"/>
                </a:lnTo>
                <a:lnTo>
                  <a:pt x="898817" y="60960"/>
                </a:lnTo>
                <a:lnTo>
                  <a:pt x="884301" y="79248"/>
                </a:lnTo>
                <a:lnTo>
                  <a:pt x="868057" y="97536"/>
                </a:lnTo>
                <a:lnTo>
                  <a:pt x="850392" y="115824"/>
                </a:lnTo>
                <a:lnTo>
                  <a:pt x="834072" y="102679"/>
                </a:lnTo>
                <a:lnTo>
                  <a:pt x="819340" y="86106"/>
                </a:lnTo>
                <a:lnTo>
                  <a:pt x="806018" y="66103"/>
                </a:lnTo>
                <a:lnTo>
                  <a:pt x="794004" y="42672"/>
                </a:lnTo>
                <a:lnTo>
                  <a:pt x="911352" y="42672"/>
                </a:lnTo>
                <a:lnTo>
                  <a:pt x="911352" y="30327"/>
                </a:lnTo>
                <a:lnTo>
                  <a:pt x="909828" y="32004"/>
                </a:lnTo>
                <a:lnTo>
                  <a:pt x="742188" y="32004"/>
                </a:lnTo>
                <a:lnTo>
                  <a:pt x="755904" y="47244"/>
                </a:lnTo>
                <a:lnTo>
                  <a:pt x="775716" y="42672"/>
                </a:lnTo>
                <a:lnTo>
                  <a:pt x="786384" y="42672"/>
                </a:lnTo>
                <a:lnTo>
                  <a:pt x="794613" y="65252"/>
                </a:lnTo>
                <a:lnTo>
                  <a:pt x="805434" y="87249"/>
                </a:lnTo>
                <a:lnTo>
                  <a:pt x="818527" y="108686"/>
                </a:lnTo>
                <a:lnTo>
                  <a:pt x="833628" y="129540"/>
                </a:lnTo>
                <a:lnTo>
                  <a:pt x="809053" y="150406"/>
                </a:lnTo>
                <a:lnTo>
                  <a:pt x="781050" y="169545"/>
                </a:lnTo>
                <a:lnTo>
                  <a:pt x="749617" y="186982"/>
                </a:lnTo>
                <a:lnTo>
                  <a:pt x="714756" y="202692"/>
                </a:lnTo>
                <a:lnTo>
                  <a:pt x="716280" y="210312"/>
                </a:lnTo>
                <a:lnTo>
                  <a:pt x="750519" y="198361"/>
                </a:lnTo>
                <a:lnTo>
                  <a:pt x="784479" y="183261"/>
                </a:lnTo>
                <a:lnTo>
                  <a:pt x="817854" y="165315"/>
                </a:lnTo>
                <a:lnTo>
                  <a:pt x="850392" y="144780"/>
                </a:lnTo>
                <a:lnTo>
                  <a:pt x="874077" y="160782"/>
                </a:lnTo>
                <a:lnTo>
                  <a:pt x="899350" y="174498"/>
                </a:lnTo>
                <a:lnTo>
                  <a:pt x="925982" y="185915"/>
                </a:lnTo>
                <a:lnTo>
                  <a:pt x="954024" y="195072"/>
                </a:lnTo>
                <a:lnTo>
                  <a:pt x="956868" y="185928"/>
                </a:lnTo>
                <a:lnTo>
                  <a:pt x="963168" y="178879"/>
                </a:lnTo>
                <a:lnTo>
                  <a:pt x="972883" y="173863"/>
                </a:lnTo>
                <a:lnTo>
                  <a:pt x="986028" y="170688"/>
                </a:lnTo>
                <a:lnTo>
                  <a:pt x="986028" y="163068"/>
                </a:lnTo>
                <a:close/>
              </a:path>
              <a:path w="989329" h="443864">
                <a:moveTo>
                  <a:pt x="989076" y="307848"/>
                </a:moveTo>
                <a:lnTo>
                  <a:pt x="955548" y="274320"/>
                </a:lnTo>
                <a:lnTo>
                  <a:pt x="934212" y="297180"/>
                </a:lnTo>
                <a:lnTo>
                  <a:pt x="862584" y="297180"/>
                </a:lnTo>
                <a:lnTo>
                  <a:pt x="862584" y="236220"/>
                </a:lnTo>
                <a:lnTo>
                  <a:pt x="964692" y="236220"/>
                </a:lnTo>
                <a:lnTo>
                  <a:pt x="934212" y="204216"/>
                </a:lnTo>
                <a:lnTo>
                  <a:pt x="912876" y="225552"/>
                </a:lnTo>
                <a:lnTo>
                  <a:pt x="862584" y="225552"/>
                </a:lnTo>
                <a:lnTo>
                  <a:pt x="862584" y="192024"/>
                </a:lnTo>
                <a:lnTo>
                  <a:pt x="879348" y="182880"/>
                </a:lnTo>
                <a:lnTo>
                  <a:pt x="836676" y="161544"/>
                </a:lnTo>
                <a:lnTo>
                  <a:pt x="836904" y="177546"/>
                </a:lnTo>
                <a:lnTo>
                  <a:pt x="837958" y="209550"/>
                </a:lnTo>
                <a:lnTo>
                  <a:pt x="838200" y="225552"/>
                </a:lnTo>
                <a:lnTo>
                  <a:pt x="742188" y="225552"/>
                </a:lnTo>
                <a:lnTo>
                  <a:pt x="757428" y="240792"/>
                </a:lnTo>
                <a:lnTo>
                  <a:pt x="767727" y="238798"/>
                </a:lnTo>
                <a:lnTo>
                  <a:pt x="778192" y="237363"/>
                </a:lnTo>
                <a:lnTo>
                  <a:pt x="788924" y="236512"/>
                </a:lnTo>
                <a:lnTo>
                  <a:pt x="800100" y="236220"/>
                </a:lnTo>
                <a:lnTo>
                  <a:pt x="838200" y="236220"/>
                </a:lnTo>
                <a:lnTo>
                  <a:pt x="838200" y="297180"/>
                </a:lnTo>
                <a:lnTo>
                  <a:pt x="719328" y="297180"/>
                </a:lnTo>
                <a:lnTo>
                  <a:pt x="734568" y="312420"/>
                </a:lnTo>
                <a:lnTo>
                  <a:pt x="744867" y="310426"/>
                </a:lnTo>
                <a:lnTo>
                  <a:pt x="755332" y="308991"/>
                </a:lnTo>
                <a:lnTo>
                  <a:pt x="766064" y="308140"/>
                </a:lnTo>
                <a:lnTo>
                  <a:pt x="777240" y="307848"/>
                </a:lnTo>
                <a:lnTo>
                  <a:pt x="838200" y="307848"/>
                </a:lnTo>
                <a:lnTo>
                  <a:pt x="837958" y="331241"/>
                </a:lnTo>
                <a:lnTo>
                  <a:pt x="836955" y="378142"/>
                </a:lnTo>
                <a:lnTo>
                  <a:pt x="836879" y="383476"/>
                </a:lnTo>
                <a:lnTo>
                  <a:pt x="836676" y="405384"/>
                </a:lnTo>
                <a:lnTo>
                  <a:pt x="864044" y="394741"/>
                </a:lnTo>
                <a:lnTo>
                  <a:pt x="863993" y="392722"/>
                </a:lnTo>
                <a:lnTo>
                  <a:pt x="863219" y="378142"/>
                </a:lnTo>
                <a:lnTo>
                  <a:pt x="862761" y="357124"/>
                </a:lnTo>
                <a:lnTo>
                  <a:pt x="862634" y="339852"/>
                </a:lnTo>
                <a:lnTo>
                  <a:pt x="862584" y="307848"/>
                </a:lnTo>
                <a:lnTo>
                  <a:pt x="989076" y="30784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3" name="object 83"/>
          <p:cNvSpPr/>
          <p:nvPr/>
        </p:nvSpPr>
        <p:spPr>
          <a:xfrm>
            <a:off x="5271516" y="5253227"/>
            <a:ext cx="315595" cy="248920"/>
          </a:xfrm>
          <a:custGeom>
            <a:avLst/>
            <a:gdLst/>
            <a:ahLst/>
            <a:cxnLst/>
            <a:rect l="l" t="t" r="r" b="b"/>
            <a:pathLst>
              <a:path w="315595" h="248920">
                <a:moveTo>
                  <a:pt x="315467" y="248412"/>
                </a:moveTo>
                <a:lnTo>
                  <a:pt x="275843" y="248412"/>
                </a:lnTo>
                <a:lnTo>
                  <a:pt x="275843" y="108204"/>
                </a:lnTo>
                <a:lnTo>
                  <a:pt x="275605" y="100226"/>
                </a:lnTo>
                <a:lnTo>
                  <a:pt x="274558" y="84843"/>
                </a:lnTo>
                <a:lnTo>
                  <a:pt x="274319" y="77724"/>
                </a:lnTo>
                <a:lnTo>
                  <a:pt x="272795" y="68580"/>
                </a:lnTo>
                <a:lnTo>
                  <a:pt x="271271" y="60960"/>
                </a:lnTo>
                <a:lnTo>
                  <a:pt x="265175" y="48768"/>
                </a:lnTo>
                <a:lnTo>
                  <a:pt x="262127" y="45719"/>
                </a:lnTo>
                <a:lnTo>
                  <a:pt x="256031" y="42671"/>
                </a:lnTo>
                <a:lnTo>
                  <a:pt x="251459" y="39624"/>
                </a:lnTo>
                <a:lnTo>
                  <a:pt x="243839" y="38100"/>
                </a:lnTo>
                <a:lnTo>
                  <a:pt x="234695" y="38100"/>
                </a:lnTo>
                <a:lnTo>
                  <a:pt x="192595" y="54864"/>
                </a:lnTo>
                <a:lnTo>
                  <a:pt x="176783" y="68580"/>
                </a:lnTo>
                <a:lnTo>
                  <a:pt x="176783" y="70104"/>
                </a:lnTo>
                <a:lnTo>
                  <a:pt x="178307" y="73152"/>
                </a:lnTo>
                <a:lnTo>
                  <a:pt x="178307" y="248412"/>
                </a:lnTo>
                <a:lnTo>
                  <a:pt x="137159" y="248412"/>
                </a:lnTo>
                <a:lnTo>
                  <a:pt x="137136" y="100226"/>
                </a:lnTo>
                <a:lnTo>
                  <a:pt x="136969" y="92392"/>
                </a:lnTo>
                <a:lnTo>
                  <a:pt x="136517" y="84843"/>
                </a:lnTo>
                <a:lnTo>
                  <a:pt x="135635" y="77724"/>
                </a:lnTo>
                <a:lnTo>
                  <a:pt x="135635" y="68580"/>
                </a:lnTo>
                <a:lnTo>
                  <a:pt x="105155" y="38100"/>
                </a:lnTo>
                <a:lnTo>
                  <a:pt x="96011" y="38100"/>
                </a:lnTo>
                <a:lnTo>
                  <a:pt x="54863" y="55816"/>
                </a:lnTo>
                <a:lnTo>
                  <a:pt x="41148" y="67055"/>
                </a:lnTo>
                <a:lnTo>
                  <a:pt x="41148" y="248412"/>
                </a:lnTo>
                <a:lnTo>
                  <a:pt x="0" y="248412"/>
                </a:lnTo>
                <a:lnTo>
                  <a:pt x="0" y="6095"/>
                </a:lnTo>
                <a:lnTo>
                  <a:pt x="41148" y="6095"/>
                </a:lnTo>
                <a:lnTo>
                  <a:pt x="41148" y="33528"/>
                </a:lnTo>
                <a:lnTo>
                  <a:pt x="49125" y="25836"/>
                </a:lnTo>
                <a:lnTo>
                  <a:pt x="88582" y="1523"/>
                </a:lnTo>
                <a:lnTo>
                  <a:pt x="106679" y="0"/>
                </a:lnTo>
                <a:lnTo>
                  <a:pt x="117562" y="571"/>
                </a:lnTo>
                <a:lnTo>
                  <a:pt x="153114" y="14573"/>
                </a:lnTo>
                <a:lnTo>
                  <a:pt x="170687" y="41148"/>
                </a:lnTo>
                <a:lnTo>
                  <a:pt x="179831" y="31456"/>
                </a:lnTo>
                <a:lnTo>
                  <a:pt x="215788" y="5786"/>
                </a:lnTo>
                <a:lnTo>
                  <a:pt x="245363" y="0"/>
                </a:lnTo>
                <a:lnTo>
                  <a:pt x="252436" y="285"/>
                </a:lnTo>
                <a:lnTo>
                  <a:pt x="290798" y="14644"/>
                </a:lnTo>
                <a:lnTo>
                  <a:pt x="310895" y="47243"/>
                </a:lnTo>
                <a:lnTo>
                  <a:pt x="315467" y="88392"/>
                </a:lnTo>
                <a:lnTo>
                  <a:pt x="315467" y="24841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4" name="object 84"/>
          <p:cNvSpPr/>
          <p:nvPr/>
        </p:nvSpPr>
        <p:spPr>
          <a:xfrm>
            <a:off x="5632691" y="5143512"/>
            <a:ext cx="984885" cy="439420"/>
          </a:xfrm>
          <a:custGeom>
            <a:avLst/>
            <a:gdLst/>
            <a:ahLst/>
            <a:cxnLst/>
            <a:rect l="l" t="t" r="r" b="b"/>
            <a:pathLst>
              <a:path w="984884" h="439420">
                <a:moveTo>
                  <a:pt x="91452" y="297180"/>
                </a:moveTo>
                <a:lnTo>
                  <a:pt x="38100" y="297180"/>
                </a:lnTo>
                <a:lnTo>
                  <a:pt x="0" y="438912"/>
                </a:lnTo>
                <a:lnTo>
                  <a:pt x="32004" y="438912"/>
                </a:lnTo>
                <a:lnTo>
                  <a:pt x="91452" y="297180"/>
                </a:lnTo>
                <a:close/>
              </a:path>
              <a:path w="984884" h="439420">
                <a:moveTo>
                  <a:pt x="233172" y="56388"/>
                </a:moveTo>
                <a:lnTo>
                  <a:pt x="209651" y="22733"/>
                </a:lnTo>
                <a:lnTo>
                  <a:pt x="181356" y="1524"/>
                </a:lnTo>
                <a:lnTo>
                  <a:pt x="178308" y="6096"/>
                </a:lnTo>
                <a:lnTo>
                  <a:pt x="186867" y="19786"/>
                </a:lnTo>
                <a:lnTo>
                  <a:pt x="194119" y="33337"/>
                </a:lnTo>
                <a:lnTo>
                  <a:pt x="199961" y="46596"/>
                </a:lnTo>
                <a:lnTo>
                  <a:pt x="204216" y="59436"/>
                </a:lnTo>
                <a:lnTo>
                  <a:pt x="207264" y="73152"/>
                </a:lnTo>
                <a:lnTo>
                  <a:pt x="211836" y="80772"/>
                </a:lnTo>
                <a:lnTo>
                  <a:pt x="219456" y="80772"/>
                </a:lnTo>
                <a:lnTo>
                  <a:pt x="222504" y="79248"/>
                </a:lnTo>
                <a:lnTo>
                  <a:pt x="225552" y="74676"/>
                </a:lnTo>
                <a:lnTo>
                  <a:pt x="230124" y="71628"/>
                </a:lnTo>
                <a:lnTo>
                  <a:pt x="233172" y="65532"/>
                </a:lnTo>
                <a:lnTo>
                  <a:pt x="233172" y="56388"/>
                </a:lnTo>
                <a:close/>
              </a:path>
              <a:path w="984884" h="439420">
                <a:moveTo>
                  <a:pt x="525780" y="45720"/>
                </a:moveTo>
                <a:lnTo>
                  <a:pt x="496824" y="13716"/>
                </a:lnTo>
                <a:lnTo>
                  <a:pt x="475488" y="35052"/>
                </a:lnTo>
                <a:lnTo>
                  <a:pt x="260604" y="35052"/>
                </a:lnTo>
                <a:lnTo>
                  <a:pt x="275844" y="50292"/>
                </a:lnTo>
                <a:lnTo>
                  <a:pt x="284734" y="48285"/>
                </a:lnTo>
                <a:lnTo>
                  <a:pt x="293179" y="46863"/>
                </a:lnTo>
                <a:lnTo>
                  <a:pt x="301358" y="45999"/>
                </a:lnTo>
                <a:lnTo>
                  <a:pt x="309372" y="45720"/>
                </a:lnTo>
                <a:lnTo>
                  <a:pt x="387096" y="45720"/>
                </a:lnTo>
                <a:lnTo>
                  <a:pt x="360743" y="101219"/>
                </a:lnTo>
                <a:lnTo>
                  <a:pt x="324993" y="160947"/>
                </a:lnTo>
                <a:lnTo>
                  <a:pt x="300990" y="193357"/>
                </a:lnTo>
                <a:lnTo>
                  <a:pt x="272415" y="226618"/>
                </a:lnTo>
                <a:lnTo>
                  <a:pt x="239268" y="260604"/>
                </a:lnTo>
                <a:lnTo>
                  <a:pt x="242316" y="266700"/>
                </a:lnTo>
                <a:lnTo>
                  <a:pt x="278320" y="239001"/>
                </a:lnTo>
                <a:lnTo>
                  <a:pt x="310896" y="208597"/>
                </a:lnTo>
                <a:lnTo>
                  <a:pt x="340042" y="175615"/>
                </a:lnTo>
                <a:lnTo>
                  <a:pt x="365760" y="140208"/>
                </a:lnTo>
                <a:lnTo>
                  <a:pt x="365645" y="226618"/>
                </a:lnTo>
                <a:lnTo>
                  <a:pt x="365518" y="252984"/>
                </a:lnTo>
                <a:lnTo>
                  <a:pt x="365125" y="293865"/>
                </a:lnTo>
                <a:lnTo>
                  <a:pt x="364236" y="335280"/>
                </a:lnTo>
                <a:lnTo>
                  <a:pt x="390144" y="323088"/>
                </a:lnTo>
                <a:lnTo>
                  <a:pt x="389267" y="301675"/>
                </a:lnTo>
                <a:lnTo>
                  <a:pt x="388835" y="266700"/>
                </a:lnTo>
                <a:lnTo>
                  <a:pt x="388747" y="243840"/>
                </a:lnTo>
                <a:lnTo>
                  <a:pt x="388620" y="146304"/>
                </a:lnTo>
                <a:lnTo>
                  <a:pt x="394716" y="140208"/>
                </a:lnTo>
                <a:lnTo>
                  <a:pt x="399288" y="135636"/>
                </a:lnTo>
                <a:lnTo>
                  <a:pt x="374904" y="123444"/>
                </a:lnTo>
                <a:lnTo>
                  <a:pt x="386105" y="104838"/>
                </a:lnTo>
                <a:lnTo>
                  <a:pt x="394716" y="90106"/>
                </a:lnTo>
                <a:lnTo>
                  <a:pt x="400964" y="79248"/>
                </a:lnTo>
                <a:lnTo>
                  <a:pt x="405384" y="71628"/>
                </a:lnTo>
                <a:lnTo>
                  <a:pt x="422148" y="64008"/>
                </a:lnTo>
                <a:lnTo>
                  <a:pt x="391668" y="45720"/>
                </a:lnTo>
                <a:lnTo>
                  <a:pt x="525780" y="45720"/>
                </a:lnTo>
                <a:close/>
              </a:path>
              <a:path w="984884" h="439420">
                <a:moveTo>
                  <a:pt x="527304" y="242316"/>
                </a:moveTo>
                <a:lnTo>
                  <a:pt x="505193" y="205714"/>
                </a:lnTo>
                <a:lnTo>
                  <a:pt x="460438" y="175260"/>
                </a:lnTo>
                <a:lnTo>
                  <a:pt x="420624" y="153924"/>
                </a:lnTo>
                <a:lnTo>
                  <a:pt x="416052" y="158496"/>
                </a:lnTo>
                <a:lnTo>
                  <a:pt x="430326" y="169684"/>
                </a:lnTo>
                <a:lnTo>
                  <a:pt x="443293" y="180594"/>
                </a:lnTo>
                <a:lnTo>
                  <a:pt x="454850" y="191490"/>
                </a:lnTo>
                <a:lnTo>
                  <a:pt x="464820" y="202692"/>
                </a:lnTo>
                <a:lnTo>
                  <a:pt x="474332" y="212979"/>
                </a:lnTo>
                <a:lnTo>
                  <a:pt x="482536" y="223266"/>
                </a:lnTo>
                <a:lnTo>
                  <a:pt x="489902" y="233553"/>
                </a:lnTo>
                <a:lnTo>
                  <a:pt x="496824" y="243840"/>
                </a:lnTo>
                <a:lnTo>
                  <a:pt x="502920" y="254508"/>
                </a:lnTo>
                <a:lnTo>
                  <a:pt x="507492" y="259080"/>
                </a:lnTo>
                <a:lnTo>
                  <a:pt x="515112" y="259080"/>
                </a:lnTo>
                <a:lnTo>
                  <a:pt x="518160" y="257556"/>
                </a:lnTo>
                <a:lnTo>
                  <a:pt x="521208" y="252984"/>
                </a:lnTo>
                <a:lnTo>
                  <a:pt x="525780" y="249936"/>
                </a:lnTo>
                <a:lnTo>
                  <a:pt x="527304" y="242316"/>
                </a:lnTo>
                <a:close/>
              </a:path>
              <a:path w="984884" h="439420">
                <a:moveTo>
                  <a:pt x="544068" y="338328"/>
                </a:moveTo>
                <a:lnTo>
                  <a:pt x="522312" y="341439"/>
                </a:lnTo>
                <a:lnTo>
                  <a:pt x="500253" y="343852"/>
                </a:lnTo>
                <a:lnTo>
                  <a:pt x="477634" y="345389"/>
                </a:lnTo>
                <a:lnTo>
                  <a:pt x="454152" y="345948"/>
                </a:lnTo>
                <a:lnTo>
                  <a:pt x="430745" y="346798"/>
                </a:lnTo>
                <a:lnTo>
                  <a:pt x="406336" y="347091"/>
                </a:lnTo>
                <a:lnTo>
                  <a:pt x="381076" y="346798"/>
                </a:lnTo>
                <a:lnTo>
                  <a:pt x="355092" y="345948"/>
                </a:lnTo>
                <a:lnTo>
                  <a:pt x="309181" y="341757"/>
                </a:lnTo>
                <a:lnTo>
                  <a:pt x="262470" y="323291"/>
                </a:lnTo>
                <a:lnTo>
                  <a:pt x="239001" y="305981"/>
                </a:lnTo>
                <a:lnTo>
                  <a:pt x="238556" y="305625"/>
                </a:lnTo>
                <a:lnTo>
                  <a:pt x="228600" y="295656"/>
                </a:lnTo>
                <a:lnTo>
                  <a:pt x="228600" y="161544"/>
                </a:lnTo>
                <a:lnTo>
                  <a:pt x="235140" y="156972"/>
                </a:lnTo>
                <a:lnTo>
                  <a:pt x="243840" y="150876"/>
                </a:lnTo>
                <a:lnTo>
                  <a:pt x="219456" y="128016"/>
                </a:lnTo>
                <a:lnTo>
                  <a:pt x="201168" y="146304"/>
                </a:lnTo>
                <a:lnTo>
                  <a:pt x="132588" y="146304"/>
                </a:lnTo>
                <a:lnTo>
                  <a:pt x="149352" y="161544"/>
                </a:lnTo>
                <a:lnTo>
                  <a:pt x="158788" y="159537"/>
                </a:lnTo>
                <a:lnTo>
                  <a:pt x="168783" y="158115"/>
                </a:lnTo>
                <a:lnTo>
                  <a:pt x="179362" y="157251"/>
                </a:lnTo>
                <a:lnTo>
                  <a:pt x="190500" y="156972"/>
                </a:lnTo>
                <a:lnTo>
                  <a:pt x="205740" y="156972"/>
                </a:lnTo>
                <a:lnTo>
                  <a:pt x="205740" y="295656"/>
                </a:lnTo>
                <a:lnTo>
                  <a:pt x="138684" y="345948"/>
                </a:lnTo>
                <a:lnTo>
                  <a:pt x="163068" y="368808"/>
                </a:lnTo>
                <a:lnTo>
                  <a:pt x="193548" y="326136"/>
                </a:lnTo>
                <a:lnTo>
                  <a:pt x="215201" y="305981"/>
                </a:lnTo>
                <a:lnTo>
                  <a:pt x="219456" y="306324"/>
                </a:lnTo>
                <a:lnTo>
                  <a:pt x="259295" y="338874"/>
                </a:lnTo>
                <a:lnTo>
                  <a:pt x="271462" y="347281"/>
                </a:lnTo>
                <a:lnTo>
                  <a:pt x="316496" y="363918"/>
                </a:lnTo>
                <a:lnTo>
                  <a:pt x="357022" y="370154"/>
                </a:lnTo>
                <a:lnTo>
                  <a:pt x="438721" y="373951"/>
                </a:lnTo>
                <a:lnTo>
                  <a:pt x="509016" y="374904"/>
                </a:lnTo>
                <a:lnTo>
                  <a:pt x="511924" y="364350"/>
                </a:lnTo>
                <a:lnTo>
                  <a:pt x="518541" y="355663"/>
                </a:lnTo>
                <a:lnTo>
                  <a:pt x="529170" y="348970"/>
                </a:lnTo>
                <a:lnTo>
                  <a:pt x="535330" y="347091"/>
                </a:lnTo>
                <a:lnTo>
                  <a:pt x="544068" y="344424"/>
                </a:lnTo>
                <a:lnTo>
                  <a:pt x="544068" y="338328"/>
                </a:lnTo>
                <a:close/>
              </a:path>
              <a:path w="984884" h="439420">
                <a:moveTo>
                  <a:pt x="902208" y="22860"/>
                </a:moveTo>
                <a:lnTo>
                  <a:pt x="896416" y="18288"/>
                </a:lnTo>
                <a:lnTo>
                  <a:pt x="873252" y="0"/>
                </a:lnTo>
                <a:lnTo>
                  <a:pt x="861060" y="14630"/>
                </a:lnTo>
                <a:lnTo>
                  <a:pt x="861060" y="27432"/>
                </a:lnTo>
                <a:lnTo>
                  <a:pt x="861060" y="79248"/>
                </a:lnTo>
                <a:lnTo>
                  <a:pt x="861060" y="88392"/>
                </a:lnTo>
                <a:lnTo>
                  <a:pt x="861060" y="141732"/>
                </a:lnTo>
                <a:lnTo>
                  <a:pt x="710184" y="141732"/>
                </a:lnTo>
                <a:lnTo>
                  <a:pt x="710184" y="88392"/>
                </a:lnTo>
                <a:lnTo>
                  <a:pt x="861060" y="88392"/>
                </a:lnTo>
                <a:lnTo>
                  <a:pt x="861060" y="79248"/>
                </a:lnTo>
                <a:lnTo>
                  <a:pt x="710184" y="79248"/>
                </a:lnTo>
                <a:lnTo>
                  <a:pt x="710184" y="27432"/>
                </a:lnTo>
                <a:lnTo>
                  <a:pt x="861060" y="27432"/>
                </a:lnTo>
                <a:lnTo>
                  <a:pt x="861060" y="14630"/>
                </a:lnTo>
                <a:lnTo>
                  <a:pt x="858012" y="18288"/>
                </a:lnTo>
                <a:lnTo>
                  <a:pt x="711708" y="18288"/>
                </a:lnTo>
                <a:lnTo>
                  <a:pt x="684276" y="1524"/>
                </a:lnTo>
                <a:lnTo>
                  <a:pt x="685165" y="25209"/>
                </a:lnTo>
                <a:lnTo>
                  <a:pt x="685609" y="48196"/>
                </a:lnTo>
                <a:lnTo>
                  <a:pt x="685787" y="70307"/>
                </a:lnTo>
                <a:lnTo>
                  <a:pt x="685761" y="115252"/>
                </a:lnTo>
                <a:lnTo>
                  <a:pt x="685609" y="134874"/>
                </a:lnTo>
                <a:lnTo>
                  <a:pt x="685165" y="156591"/>
                </a:lnTo>
                <a:lnTo>
                  <a:pt x="684276" y="178308"/>
                </a:lnTo>
                <a:lnTo>
                  <a:pt x="710184" y="167640"/>
                </a:lnTo>
                <a:lnTo>
                  <a:pt x="710184" y="150876"/>
                </a:lnTo>
                <a:lnTo>
                  <a:pt x="861060" y="150876"/>
                </a:lnTo>
                <a:lnTo>
                  <a:pt x="861060" y="173736"/>
                </a:lnTo>
                <a:lnTo>
                  <a:pt x="888492" y="160020"/>
                </a:lnTo>
                <a:lnTo>
                  <a:pt x="887933" y="150876"/>
                </a:lnTo>
                <a:lnTo>
                  <a:pt x="887374" y="141732"/>
                </a:lnTo>
                <a:lnTo>
                  <a:pt x="886396" y="115252"/>
                </a:lnTo>
                <a:lnTo>
                  <a:pt x="885875" y="88392"/>
                </a:lnTo>
                <a:lnTo>
                  <a:pt x="885710" y="79248"/>
                </a:lnTo>
                <a:lnTo>
                  <a:pt x="885444" y="35052"/>
                </a:lnTo>
                <a:lnTo>
                  <a:pt x="895921" y="27432"/>
                </a:lnTo>
                <a:lnTo>
                  <a:pt x="902208" y="22860"/>
                </a:lnTo>
                <a:close/>
              </a:path>
              <a:path w="984884" h="439420">
                <a:moveTo>
                  <a:pt x="984504" y="353568"/>
                </a:moveTo>
                <a:lnTo>
                  <a:pt x="965034" y="355561"/>
                </a:lnTo>
                <a:lnTo>
                  <a:pt x="942975" y="356997"/>
                </a:lnTo>
                <a:lnTo>
                  <a:pt x="918070" y="357847"/>
                </a:lnTo>
                <a:lnTo>
                  <a:pt x="890016" y="358140"/>
                </a:lnTo>
                <a:lnTo>
                  <a:pt x="862901" y="356679"/>
                </a:lnTo>
                <a:lnTo>
                  <a:pt x="838771" y="354520"/>
                </a:lnTo>
                <a:lnTo>
                  <a:pt x="817803" y="351485"/>
                </a:lnTo>
                <a:lnTo>
                  <a:pt x="800100" y="347472"/>
                </a:lnTo>
                <a:lnTo>
                  <a:pt x="800100" y="341376"/>
                </a:lnTo>
                <a:lnTo>
                  <a:pt x="800100" y="277368"/>
                </a:lnTo>
                <a:lnTo>
                  <a:pt x="946404" y="277368"/>
                </a:lnTo>
                <a:lnTo>
                  <a:pt x="936231" y="266700"/>
                </a:lnTo>
                <a:lnTo>
                  <a:pt x="914400" y="243840"/>
                </a:lnTo>
                <a:lnTo>
                  <a:pt x="891540" y="266700"/>
                </a:lnTo>
                <a:lnTo>
                  <a:pt x="800100" y="266700"/>
                </a:lnTo>
                <a:lnTo>
                  <a:pt x="800100" y="207264"/>
                </a:lnTo>
                <a:lnTo>
                  <a:pt x="976884" y="207264"/>
                </a:lnTo>
                <a:lnTo>
                  <a:pt x="940308" y="170688"/>
                </a:lnTo>
                <a:lnTo>
                  <a:pt x="914400" y="196596"/>
                </a:lnTo>
                <a:lnTo>
                  <a:pt x="592836" y="196596"/>
                </a:lnTo>
                <a:lnTo>
                  <a:pt x="608076" y="211836"/>
                </a:lnTo>
                <a:lnTo>
                  <a:pt x="617512" y="209829"/>
                </a:lnTo>
                <a:lnTo>
                  <a:pt x="627507" y="208407"/>
                </a:lnTo>
                <a:lnTo>
                  <a:pt x="638086" y="207543"/>
                </a:lnTo>
                <a:lnTo>
                  <a:pt x="649224" y="207264"/>
                </a:lnTo>
                <a:lnTo>
                  <a:pt x="775716" y="207264"/>
                </a:lnTo>
                <a:lnTo>
                  <a:pt x="775716" y="341376"/>
                </a:lnTo>
                <a:lnTo>
                  <a:pt x="750862" y="329082"/>
                </a:lnTo>
                <a:lnTo>
                  <a:pt x="709714" y="299364"/>
                </a:lnTo>
                <a:lnTo>
                  <a:pt x="702424" y="259651"/>
                </a:lnTo>
                <a:lnTo>
                  <a:pt x="705612" y="254508"/>
                </a:lnTo>
                <a:lnTo>
                  <a:pt x="708660" y="248412"/>
                </a:lnTo>
                <a:lnTo>
                  <a:pt x="713232" y="243840"/>
                </a:lnTo>
                <a:lnTo>
                  <a:pt x="720852" y="239268"/>
                </a:lnTo>
                <a:lnTo>
                  <a:pt x="682752" y="216408"/>
                </a:lnTo>
                <a:lnTo>
                  <a:pt x="669251" y="270979"/>
                </a:lnTo>
                <a:lnTo>
                  <a:pt x="649033" y="318135"/>
                </a:lnTo>
                <a:lnTo>
                  <a:pt x="621677" y="357847"/>
                </a:lnTo>
                <a:lnTo>
                  <a:pt x="586740" y="390144"/>
                </a:lnTo>
                <a:lnTo>
                  <a:pt x="589788" y="394716"/>
                </a:lnTo>
                <a:lnTo>
                  <a:pt x="620674" y="377012"/>
                </a:lnTo>
                <a:lnTo>
                  <a:pt x="647128" y="353758"/>
                </a:lnTo>
                <a:lnTo>
                  <a:pt x="669302" y="325056"/>
                </a:lnTo>
                <a:lnTo>
                  <a:pt x="687324" y="291084"/>
                </a:lnTo>
                <a:lnTo>
                  <a:pt x="698169" y="304482"/>
                </a:lnTo>
                <a:lnTo>
                  <a:pt x="736092" y="339852"/>
                </a:lnTo>
                <a:lnTo>
                  <a:pt x="784961" y="366204"/>
                </a:lnTo>
                <a:lnTo>
                  <a:pt x="830110" y="379425"/>
                </a:lnTo>
                <a:lnTo>
                  <a:pt x="903262" y="387515"/>
                </a:lnTo>
                <a:lnTo>
                  <a:pt x="950976" y="390144"/>
                </a:lnTo>
                <a:lnTo>
                  <a:pt x="954074" y="380707"/>
                </a:lnTo>
                <a:lnTo>
                  <a:pt x="960882" y="372999"/>
                </a:lnTo>
                <a:lnTo>
                  <a:pt x="971130" y="366991"/>
                </a:lnTo>
                <a:lnTo>
                  <a:pt x="984504" y="362712"/>
                </a:lnTo>
                <a:lnTo>
                  <a:pt x="984504" y="358140"/>
                </a:lnTo>
                <a:lnTo>
                  <a:pt x="984504" y="35356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5" name="object 85"/>
          <p:cNvSpPr/>
          <p:nvPr/>
        </p:nvSpPr>
        <p:spPr>
          <a:xfrm>
            <a:off x="6669023" y="5253227"/>
            <a:ext cx="317500" cy="248920"/>
          </a:xfrm>
          <a:custGeom>
            <a:avLst/>
            <a:gdLst/>
            <a:ahLst/>
            <a:cxnLst/>
            <a:rect l="l" t="t" r="r" b="b"/>
            <a:pathLst>
              <a:path w="317500" h="248920">
                <a:moveTo>
                  <a:pt x="316991" y="248412"/>
                </a:moveTo>
                <a:lnTo>
                  <a:pt x="275843" y="248412"/>
                </a:lnTo>
                <a:lnTo>
                  <a:pt x="275820" y="100226"/>
                </a:lnTo>
                <a:lnTo>
                  <a:pt x="275653" y="92392"/>
                </a:lnTo>
                <a:lnTo>
                  <a:pt x="275201" y="84843"/>
                </a:lnTo>
                <a:lnTo>
                  <a:pt x="274319" y="77724"/>
                </a:lnTo>
                <a:lnTo>
                  <a:pt x="274319" y="68580"/>
                </a:lnTo>
                <a:lnTo>
                  <a:pt x="243839" y="38100"/>
                </a:lnTo>
                <a:lnTo>
                  <a:pt x="234695" y="38100"/>
                </a:lnTo>
                <a:lnTo>
                  <a:pt x="193547" y="54864"/>
                </a:lnTo>
                <a:lnTo>
                  <a:pt x="178307" y="68580"/>
                </a:lnTo>
                <a:lnTo>
                  <a:pt x="178307" y="77724"/>
                </a:lnTo>
                <a:lnTo>
                  <a:pt x="179831" y="80772"/>
                </a:lnTo>
                <a:lnTo>
                  <a:pt x="179831" y="248412"/>
                </a:lnTo>
                <a:lnTo>
                  <a:pt x="138683" y="248412"/>
                </a:lnTo>
                <a:lnTo>
                  <a:pt x="138660" y="100226"/>
                </a:lnTo>
                <a:lnTo>
                  <a:pt x="138493" y="92392"/>
                </a:lnTo>
                <a:lnTo>
                  <a:pt x="131063" y="54864"/>
                </a:lnTo>
                <a:lnTo>
                  <a:pt x="129539" y="48768"/>
                </a:lnTo>
                <a:lnTo>
                  <a:pt x="124967" y="45719"/>
                </a:lnTo>
                <a:lnTo>
                  <a:pt x="118871" y="42671"/>
                </a:lnTo>
                <a:lnTo>
                  <a:pt x="114300" y="39624"/>
                </a:lnTo>
                <a:lnTo>
                  <a:pt x="106679" y="38100"/>
                </a:lnTo>
                <a:lnTo>
                  <a:pt x="97536" y="38100"/>
                </a:lnTo>
                <a:lnTo>
                  <a:pt x="55054" y="55816"/>
                </a:lnTo>
                <a:lnTo>
                  <a:pt x="41148" y="67055"/>
                </a:lnTo>
                <a:lnTo>
                  <a:pt x="41148" y="248412"/>
                </a:lnTo>
                <a:lnTo>
                  <a:pt x="0" y="248412"/>
                </a:lnTo>
                <a:lnTo>
                  <a:pt x="0" y="6095"/>
                </a:lnTo>
                <a:lnTo>
                  <a:pt x="41148" y="6095"/>
                </a:lnTo>
                <a:lnTo>
                  <a:pt x="41148" y="33528"/>
                </a:lnTo>
                <a:lnTo>
                  <a:pt x="49148" y="25836"/>
                </a:lnTo>
                <a:lnTo>
                  <a:pt x="81414" y="3857"/>
                </a:lnTo>
                <a:lnTo>
                  <a:pt x="108203" y="0"/>
                </a:lnTo>
                <a:lnTo>
                  <a:pt x="118443" y="571"/>
                </a:lnTo>
                <a:lnTo>
                  <a:pt x="153995" y="14573"/>
                </a:lnTo>
                <a:lnTo>
                  <a:pt x="172211" y="41148"/>
                </a:lnTo>
                <a:lnTo>
                  <a:pt x="181332" y="31456"/>
                </a:lnTo>
                <a:lnTo>
                  <a:pt x="216431" y="5786"/>
                </a:lnTo>
                <a:lnTo>
                  <a:pt x="245363" y="0"/>
                </a:lnTo>
                <a:lnTo>
                  <a:pt x="253103" y="285"/>
                </a:lnTo>
                <a:lnTo>
                  <a:pt x="292322" y="14644"/>
                </a:lnTo>
                <a:lnTo>
                  <a:pt x="312419" y="47243"/>
                </a:lnTo>
                <a:lnTo>
                  <a:pt x="316991" y="88392"/>
                </a:lnTo>
                <a:lnTo>
                  <a:pt x="316991" y="24841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pic>
        <p:nvPicPr>
          <p:cNvPr id="86" name="object 86"/>
          <p:cNvPicPr/>
          <p:nvPr/>
        </p:nvPicPr>
        <p:blipFill>
          <a:blip r:embed="rId16" cstate="print"/>
          <a:stretch>
            <a:fillRect/>
          </a:stretch>
        </p:blipFill>
        <p:spPr>
          <a:xfrm>
            <a:off x="7057643" y="5199888"/>
            <a:ext cx="65532" cy="112775"/>
          </a:xfrm>
          <a:prstGeom prst="rect">
            <a:avLst/>
          </a:prstGeom>
        </p:spPr>
      </p:pic>
      <p:sp>
        <p:nvSpPr>
          <p:cNvPr id="87" name="object 87"/>
          <p:cNvSpPr/>
          <p:nvPr/>
        </p:nvSpPr>
        <p:spPr>
          <a:xfrm>
            <a:off x="7202423" y="5440680"/>
            <a:ext cx="53340" cy="62865"/>
          </a:xfrm>
          <a:custGeom>
            <a:avLst/>
            <a:gdLst/>
            <a:ahLst/>
            <a:cxnLst/>
            <a:rect l="l" t="t" r="r" b="b"/>
            <a:pathLst>
              <a:path w="53340" h="62864">
                <a:moveTo>
                  <a:pt x="53340" y="62483"/>
                </a:moveTo>
                <a:lnTo>
                  <a:pt x="0" y="62483"/>
                </a:lnTo>
                <a:lnTo>
                  <a:pt x="0" y="0"/>
                </a:lnTo>
                <a:lnTo>
                  <a:pt x="53340" y="0"/>
                </a:lnTo>
                <a:lnTo>
                  <a:pt x="53340" y="6248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8" name="object 88"/>
          <p:cNvSpPr/>
          <p:nvPr/>
        </p:nvSpPr>
        <p:spPr>
          <a:xfrm>
            <a:off x="7473695" y="5140452"/>
            <a:ext cx="388620" cy="405765"/>
          </a:xfrm>
          <a:custGeom>
            <a:avLst/>
            <a:gdLst/>
            <a:ahLst/>
            <a:cxnLst/>
            <a:rect l="l" t="t" r="r" b="b"/>
            <a:pathLst>
              <a:path w="388620" h="405764">
                <a:moveTo>
                  <a:pt x="383068" y="91440"/>
                </a:moveTo>
                <a:lnTo>
                  <a:pt x="348996" y="91440"/>
                </a:lnTo>
                <a:lnTo>
                  <a:pt x="362712" y="74676"/>
                </a:lnTo>
                <a:lnTo>
                  <a:pt x="383068" y="91440"/>
                </a:lnTo>
                <a:close/>
              </a:path>
              <a:path w="388620" h="405764">
                <a:moveTo>
                  <a:pt x="228600" y="382524"/>
                </a:moveTo>
                <a:lnTo>
                  <a:pt x="229481" y="358497"/>
                </a:lnTo>
                <a:lnTo>
                  <a:pt x="229933" y="338899"/>
                </a:lnTo>
                <a:lnTo>
                  <a:pt x="230006" y="332232"/>
                </a:lnTo>
                <a:lnTo>
                  <a:pt x="230100" y="127230"/>
                </a:lnTo>
                <a:lnTo>
                  <a:pt x="229933" y="111061"/>
                </a:lnTo>
                <a:lnTo>
                  <a:pt x="229481" y="94607"/>
                </a:lnTo>
                <a:lnTo>
                  <a:pt x="228600" y="77723"/>
                </a:lnTo>
                <a:lnTo>
                  <a:pt x="252984" y="91440"/>
                </a:lnTo>
                <a:lnTo>
                  <a:pt x="383068" y="91440"/>
                </a:lnTo>
                <a:lnTo>
                  <a:pt x="388620" y="96011"/>
                </a:lnTo>
                <a:lnTo>
                  <a:pt x="381762" y="102108"/>
                </a:lnTo>
                <a:lnTo>
                  <a:pt x="252984" y="102108"/>
                </a:lnTo>
                <a:lnTo>
                  <a:pt x="252984" y="321564"/>
                </a:lnTo>
                <a:lnTo>
                  <a:pt x="375041" y="321564"/>
                </a:lnTo>
                <a:lnTo>
                  <a:pt x="375094" y="326136"/>
                </a:lnTo>
                <a:lnTo>
                  <a:pt x="375261" y="332232"/>
                </a:lnTo>
                <a:lnTo>
                  <a:pt x="252984" y="332232"/>
                </a:lnTo>
                <a:lnTo>
                  <a:pt x="252984" y="370332"/>
                </a:lnTo>
                <a:lnTo>
                  <a:pt x="228600" y="382524"/>
                </a:lnTo>
                <a:close/>
              </a:path>
              <a:path w="388620" h="405764">
                <a:moveTo>
                  <a:pt x="375041" y="321564"/>
                </a:moveTo>
                <a:lnTo>
                  <a:pt x="352044" y="321564"/>
                </a:lnTo>
                <a:lnTo>
                  <a:pt x="352044" y="102108"/>
                </a:lnTo>
                <a:lnTo>
                  <a:pt x="381762" y="102108"/>
                </a:lnTo>
                <a:lnTo>
                  <a:pt x="374904" y="108204"/>
                </a:lnTo>
                <a:lnTo>
                  <a:pt x="374933" y="312420"/>
                </a:lnTo>
                <a:lnTo>
                  <a:pt x="375041" y="321564"/>
                </a:lnTo>
                <a:close/>
              </a:path>
              <a:path w="388620" h="405764">
                <a:moveTo>
                  <a:pt x="352044" y="371856"/>
                </a:moveTo>
                <a:lnTo>
                  <a:pt x="352044" y="332232"/>
                </a:lnTo>
                <a:lnTo>
                  <a:pt x="375261" y="332232"/>
                </a:lnTo>
                <a:lnTo>
                  <a:pt x="375546" y="342661"/>
                </a:lnTo>
                <a:lnTo>
                  <a:pt x="376428" y="361188"/>
                </a:lnTo>
                <a:lnTo>
                  <a:pt x="352044" y="371856"/>
                </a:lnTo>
                <a:close/>
              </a:path>
              <a:path w="388620" h="405764">
                <a:moveTo>
                  <a:pt x="97536" y="108204"/>
                </a:moveTo>
                <a:lnTo>
                  <a:pt x="73152" y="108204"/>
                </a:lnTo>
                <a:lnTo>
                  <a:pt x="79200" y="76509"/>
                </a:lnTo>
                <a:lnTo>
                  <a:pt x="83820" y="47815"/>
                </a:lnTo>
                <a:lnTo>
                  <a:pt x="87296" y="22264"/>
                </a:lnTo>
                <a:lnTo>
                  <a:pt x="89916" y="0"/>
                </a:lnTo>
                <a:lnTo>
                  <a:pt x="131064" y="18288"/>
                </a:lnTo>
                <a:lnTo>
                  <a:pt x="115824" y="28956"/>
                </a:lnTo>
                <a:lnTo>
                  <a:pt x="112109" y="44338"/>
                </a:lnTo>
                <a:lnTo>
                  <a:pt x="107823" y="62865"/>
                </a:lnTo>
                <a:lnTo>
                  <a:pt x="97536" y="108204"/>
                </a:lnTo>
                <a:close/>
              </a:path>
              <a:path w="388620" h="405764">
                <a:moveTo>
                  <a:pt x="18288" y="123444"/>
                </a:moveTo>
                <a:lnTo>
                  <a:pt x="3048" y="108204"/>
                </a:lnTo>
                <a:lnTo>
                  <a:pt x="164592" y="108204"/>
                </a:lnTo>
                <a:lnTo>
                  <a:pt x="175260" y="88392"/>
                </a:lnTo>
                <a:lnTo>
                  <a:pt x="204216" y="109728"/>
                </a:lnTo>
                <a:lnTo>
                  <a:pt x="193929" y="118871"/>
                </a:lnTo>
                <a:lnTo>
                  <a:pt x="59436" y="118871"/>
                </a:lnTo>
                <a:lnTo>
                  <a:pt x="48291" y="119157"/>
                </a:lnTo>
                <a:lnTo>
                  <a:pt x="37719" y="120015"/>
                </a:lnTo>
                <a:lnTo>
                  <a:pt x="27717" y="121443"/>
                </a:lnTo>
                <a:lnTo>
                  <a:pt x="18288" y="123444"/>
                </a:lnTo>
                <a:close/>
              </a:path>
              <a:path w="388620" h="405764">
                <a:moveTo>
                  <a:pt x="4572" y="405384"/>
                </a:moveTo>
                <a:lnTo>
                  <a:pt x="0" y="399288"/>
                </a:lnTo>
                <a:lnTo>
                  <a:pt x="40052" y="379809"/>
                </a:lnTo>
                <a:lnTo>
                  <a:pt x="73533" y="357759"/>
                </a:lnTo>
                <a:lnTo>
                  <a:pt x="100726" y="332851"/>
                </a:lnTo>
                <a:lnTo>
                  <a:pt x="121920" y="304800"/>
                </a:lnTo>
                <a:lnTo>
                  <a:pt x="97655" y="294251"/>
                </a:lnTo>
                <a:lnTo>
                  <a:pt x="75247" y="285559"/>
                </a:lnTo>
                <a:lnTo>
                  <a:pt x="54840" y="278868"/>
                </a:lnTo>
                <a:lnTo>
                  <a:pt x="36576" y="274320"/>
                </a:lnTo>
                <a:lnTo>
                  <a:pt x="43981" y="244673"/>
                </a:lnTo>
                <a:lnTo>
                  <a:pt x="52387" y="208597"/>
                </a:lnTo>
                <a:lnTo>
                  <a:pt x="61650" y="166520"/>
                </a:lnTo>
                <a:lnTo>
                  <a:pt x="71628" y="118871"/>
                </a:lnTo>
                <a:lnTo>
                  <a:pt x="96012" y="118871"/>
                </a:lnTo>
                <a:lnTo>
                  <a:pt x="89463" y="148018"/>
                </a:lnTo>
                <a:lnTo>
                  <a:pt x="81343" y="182880"/>
                </a:lnTo>
                <a:lnTo>
                  <a:pt x="71794" y="223456"/>
                </a:lnTo>
                <a:lnTo>
                  <a:pt x="60960" y="269748"/>
                </a:lnTo>
                <a:lnTo>
                  <a:pt x="72104" y="271962"/>
                </a:lnTo>
                <a:lnTo>
                  <a:pt x="87249" y="276034"/>
                </a:lnTo>
                <a:lnTo>
                  <a:pt x="129540" y="288036"/>
                </a:lnTo>
                <a:lnTo>
                  <a:pt x="154898" y="288036"/>
                </a:lnTo>
                <a:lnTo>
                  <a:pt x="152400" y="295656"/>
                </a:lnTo>
                <a:lnTo>
                  <a:pt x="170949" y="304276"/>
                </a:lnTo>
                <a:lnTo>
                  <a:pt x="185356" y="312039"/>
                </a:lnTo>
                <a:lnTo>
                  <a:pt x="188037" y="313944"/>
                </a:lnTo>
                <a:lnTo>
                  <a:pt x="141732" y="313944"/>
                </a:lnTo>
                <a:lnTo>
                  <a:pt x="114300" y="344519"/>
                </a:lnTo>
                <a:lnTo>
                  <a:pt x="82296" y="369951"/>
                </a:lnTo>
                <a:lnTo>
                  <a:pt x="45720" y="390239"/>
                </a:lnTo>
                <a:lnTo>
                  <a:pt x="4572" y="405384"/>
                </a:lnTo>
                <a:close/>
              </a:path>
              <a:path w="388620" h="405764">
                <a:moveTo>
                  <a:pt x="154898" y="288036"/>
                </a:moveTo>
                <a:lnTo>
                  <a:pt x="129540" y="288036"/>
                </a:lnTo>
                <a:lnTo>
                  <a:pt x="139541" y="258389"/>
                </a:lnTo>
                <a:lnTo>
                  <a:pt x="148971" y="220027"/>
                </a:lnTo>
                <a:lnTo>
                  <a:pt x="157829" y="173378"/>
                </a:lnTo>
                <a:lnTo>
                  <a:pt x="166116" y="118871"/>
                </a:lnTo>
                <a:lnTo>
                  <a:pt x="193929" y="118871"/>
                </a:lnTo>
                <a:lnTo>
                  <a:pt x="190500" y="121920"/>
                </a:lnTo>
                <a:lnTo>
                  <a:pt x="181332" y="178212"/>
                </a:lnTo>
                <a:lnTo>
                  <a:pt x="172021" y="225933"/>
                </a:lnTo>
                <a:lnTo>
                  <a:pt x="162425" y="265080"/>
                </a:lnTo>
                <a:lnTo>
                  <a:pt x="154898" y="288036"/>
                </a:lnTo>
                <a:close/>
              </a:path>
              <a:path w="388620" h="405764">
                <a:moveTo>
                  <a:pt x="201168" y="361188"/>
                </a:moveTo>
                <a:lnTo>
                  <a:pt x="195072" y="361188"/>
                </a:lnTo>
                <a:lnTo>
                  <a:pt x="187452" y="353568"/>
                </a:lnTo>
                <a:lnTo>
                  <a:pt x="179451" y="344376"/>
                </a:lnTo>
                <a:lnTo>
                  <a:pt x="169164" y="334899"/>
                </a:lnTo>
                <a:lnTo>
                  <a:pt x="156591" y="324850"/>
                </a:lnTo>
                <a:lnTo>
                  <a:pt x="141732" y="313944"/>
                </a:lnTo>
                <a:lnTo>
                  <a:pt x="188037" y="313944"/>
                </a:lnTo>
                <a:lnTo>
                  <a:pt x="206311" y="344781"/>
                </a:lnTo>
                <a:lnTo>
                  <a:pt x="205740" y="350520"/>
                </a:lnTo>
                <a:lnTo>
                  <a:pt x="202692" y="358140"/>
                </a:lnTo>
                <a:lnTo>
                  <a:pt x="201168" y="36118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9" name="object 89"/>
          <p:cNvSpPr/>
          <p:nvPr/>
        </p:nvSpPr>
        <p:spPr>
          <a:xfrm>
            <a:off x="7921752" y="5146548"/>
            <a:ext cx="393700" cy="399415"/>
          </a:xfrm>
          <a:custGeom>
            <a:avLst/>
            <a:gdLst/>
            <a:ahLst/>
            <a:cxnLst/>
            <a:rect l="l" t="t" r="r" b="b"/>
            <a:pathLst>
              <a:path w="393700" h="399414">
                <a:moveTo>
                  <a:pt x="334327" y="16764"/>
                </a:moveTo>
                <a:lnTo>
                  <a:pt x="300228" y="16764"/>
                </a:lnTo>
                <a:lnTo>
                  <a:pt x="315468" y="0"/>
                </a:lnTo>
                <a:lnTo>
                  <a:pt x="334327" y="16764"/>
                </a:lnTo>
                <a:close/>
              </a:path>
              <a:path w="393700" h="399414">
                <a:moveTo>
                  <a:pt x="67056" y="195072"/>
                </a:moveTo>
                <a:lnTo>
                  <a:pt x="67937" y="171045"/>
                </a:lnTo>
                <a:lnTo>
                  <a:pt x="68389" y="146875"/>
                </a:lnTo>
                <a:lnTo>
                  <a:pt x="68485" y="132778"/>
                </a:lnTo>
                <a:lnTo>
                  <a:pt x="68556" y="73556"/>
                </a:lnTo>
                <a:lnTo>
                  <a:pt x="68389" y="49720"/>
                </a:lnTo>
                <a:lnTo>
                  <a:pt x="67961" y="27432"/>
                </a:lnTo>
                <a:lnTo>
                  <a:pt x="67869" y="24384"/>
                </a:lnTo>
                <a:lnTo>
                  <a:pt x="67056" y="3048"/>
                </a:lnTo>
                <a:lnTo>
                  <a:pt x="92964" y="16764"/>
                </a:lnTo>
                <a:lnTo>
                  <a:pt x="334327" y="16764"/>
                </a:lnTo>
                <a:lnTo>
                  <a:pt x="342900" y="24384"/>
                </a:lnTo>
                <a:lnTo>
                  <a:pt x="338110" y="27432"/>
                </a:lnTo>
                <a:lnTo>
                  <a:pt x="92964" y="27432"/>
                </a:lnTo>
                <a:lnTo>
                  <a:pt x="92964" y="85344"/>
                </a:lnTo>
                <a:lnTo>
                  <a:pt x="326352" y="85344"/>
                </a:lnTo>
                <a:lnTo>
                  <a:pt x="326444" y="96012"/>
                </a:lnTo>
                <a:lnTo>
                  <a:pt x="92964" y="96012"/>
                </a:lnTo>
                <a:lnTo>
                  <a:pt x="92964" y="158496"/>
                </a:lnTo>
                <a:lnTo>
                  <a:pt x="327343" y="158496"/>
                </a:lnTo>
                <a:lnTo>
                  <a:pt x="327501" y="169164"/>
                </a:lnTo>
                <a:lnTo>
                  <a:pt x="92964" y="169164"/>
                </a:lnTo>
                <a:lnTo>
                  <a:pt x="92964" y="184404"/>
                </a:lnTo>
                <a:lnTo>
                  <a:pt x="67056" y="195072"/>
                </a:lnTo>
                <a:close/>
              </a:path>
              <a:path w="393700" h="399414">
                <a:moveTo>
                  <a:pt x="210312" y="85344"/>
                </a:moveTo>
                <a:lnTo>
                  <a:pt x="184404" y="85344"/>
                </a:lnTo>
                <a:lnTo>
                  <a:pt x="184404" y="27432"/>
                </a:lnTo>
                <a:lnTo>
                  <a:pt x="210312" y="27432"/>
                </a:lnTo>
                <a:lnTo>
                  <a:pt x="210312" y="85344"/>
                </a:lnTo>
                <a:close/>
              </a:path>
              <a:path w="393700" h="399414">
                <a:moveTo>
                  <a:pt x="326352" y="85344"/>
                </a:moveTo>
                <a:lnTo>
                  <a:pt x="301752" y="85344"/>
                </a:lnTo>
                <a:lnTo>
                  <a:pt x="301752" y="27432"/>
                </a:lnTo>
                <a:lnTo>
                  <a:pt x="338110" y="27432"/>
                </a:lnTo>
                <a:lnTo>
                  <a:pt x="326136" y="35052"/>
                </a:lnTo>
                <a:lnTo>
                  <a:pt x="326352" y="85344"/>
                </a:lnTo>
                <a:close/>
              </a:path>
              <a:path w="393700" h="399414">
                <a:moveTo>
                  <a:pt x="210312" y="158496"/>
                </a:moveTo>
                <a:lnTo>
                  <a:pt x="184404" y="158496"/>
                </a:lnTo>
                <a:lnTo>
                  <a:pt x="184404" y="96012"/>
                </a:lnTo>
                <a:lnTo>
                  <a:pt x="210312" y="96012"/>
                </a:lnTo>
                <a:lnTo>
                  <a:pt x="210312" y="158496"/>
                </a:lnTo>
                <a:close/>
              </a:path>
              <a:path w="393700" h="399414">
                <a:moveTo>
                  <a:pt x="327343" y="158496"/>
                </a:moveTo>
                <a:lnTo>
                  <a:pt x="301752" y="158496"/>
                </a:lnTo>
                <a:lnTo>
                  <a:pt x="301752" y="96012"/>
                </a:lnTo>
                <a:lnTo>
                  <a:pt x="326444" y="96012"/>
                </a:lnTo>
                <a:lnTo>
                  <a:pt x="326898" y="132778"/>
                </a:lnTo>
                <a:lnTo>
                  <a:pt x="327343" y="158496"/>
                </a:lnTo>
                <a:close/>
              </a:path>
              <a:path w="393700" h="399414">
                <a:moveTo>
                  <a:pt x="210312" y="219456"/>
                </a:moveTo>
                <a:lnTo>
                  <a:pt x="184404" y="219456"/>
                </a:lnTo>
                <a:lnTo>
                  <a:pt x="184404" y="169164"/>
                </a:lnTo>
                <a:lnTo>
                  <a:pt x="210312" y="169164"/>
                </a:lnTo>
                <a:lnTo>
                  <a:pt x="210312" y="219456"/>
                </a:lnTo>
                <a:close/>
              </a:path>
              <a:path w="393700" h="399414">
                <a:moveTo>
                  <a:pt x="301752" y="193548"/>
                </a:moveTo>
                <a:lnTo>
                  <a:pt x="301752" y="169164"/>
                </a:lnTo>
                <a:lnTo>
                  <a:pt x="327501" y="169164"/>
                </a:lnTo>
                <a:lnTo>
                  <a:pt x="327660" y="181356"/>
                </a:lnTo>
                <a:lnTo>
                  <a:pt x="301752" y="193548"/>
                </a:lnTo>
                <a:close/>
              </a:path>
              <a:path w="393700" h="399414">
                <a:moveTo>
                  <a:pt x="22860" y="236220"/>
                </a:moveTo>
                <a:lnTo>
                  <a:pt x="6096" y="219456"/>
                </a:lnTo>
                <a:lnTo>
                  <a:pt x="327660" y="219456"/>
                </a:lnTo>
                <a:lnTo>
                  <a:pt x="355092" y="193548"/>
                </a:lnTo>
                <a:lnTo>
                  <a:pt x="391668" y="230124"/>
                </a:lnTo>
                <a:lnTo>
                  <a:pt x="64008" y="230124"/>
                </a:lnTo>
                <a:lnTo>
                  <a:pt x="52863" y="230433"/>
                </a:lnTo>
                <a:lnTo>
                  <a:pt x="42291" y="231457"/>
                </a:lnTo>
                <a:lnTo>
                  <a:pt x="32289" y="233338"/>
                </a:lnTo>
                <a:lnTo>
                  <a:pt x="22860" y="236220"/>
                </a:lnTo>
                <a:close/>
              </a:path>
              <a:path w="393700" h="399414">
                <a:moveTo>
                  <a:pt x="1524" y="381000"/>
                </a:moveTo>
                <a:lnTo>
                  <a:pt x="0" y="374904"/>
                </a:lnTo>
                <a:lnTo>
                  <a:pt x="48601" y="344352"/>
                </a:lnTo>
                <a:lnTo>
                  <a:pt x="91630" y="309943"/>
                </a:lnTo>
                <a:lnTo>
                  <a:pt x="129230" y="271819"/>
                </a:lnTo>
                <a:lnTo>
                  <a:pt x="161544" y="230124"/>
                </a:lnTo>
                <a:lnTo>
                  <a:pt x="213360" y="230124"/>
                </a:lnTo>
                <a:lnTo>
                  <a:pt x="220268" y="237744"/>
                </a:lnTo>
                <a:lnTo>
                  <a:pt x="210312" y="237744"/>
                </a:lnTo>
                <a:lnTo>
                  <a:pt x="210313" y="240792"/>
                </a:lnTo>
                <a:lnTo>
                  <a:pt x="184404" y="240792"/>
                </a:lnTo>
                <a:lnTo>
                  <a:pt x="156606" y="275709"/>
                </a:lnTo>
                <a:lnTo>
                  <a:pt x="124419" y="307262"/>
                </a:lnTo>
                <a:lnTo>
                  <a:pt x="87843" y="335377"/>
                </a:lnTo>
                <a:lnTo>
                  <a:pt x="46878" y="359980"/>
                </a:lnTo>
                <a:lnTo>
                  <a:pt x="1524" y="381000"/>
                </a:lnTo>
                <a:close/>
              </a:path>
              <a:path w="393700" h="399414">
                <a:moveTo>
                  <a:pt x="352044" y="376428"/>
                </a:moveTo>
                <a:lnTo>
                  <a:pt x="304609" y="346400"/>
                </a:lnTo>
                <a:lnTo>
                  <a:pt x="265176" y="313372"/>
                </a:lnTo>
                <a:lnTo>
                  <a:pt x="233743" y="277201"/>
                </a:lnTo>
                <a:lnTo>
                  <a:pt x="210312" y="237744"/>
                </a:lnTo>
                <a:lnTo>
                  <a:pt x="220268" y="237744"/>
                </a:lnTo>
                <a:lnTo>
                  <a:pt x="251960" y="272700"/>
                </a:lnTo>
                <a:lnTo>
                  <a:pt x="294703" y="306705"/>
                </a:lnTo>
                <a:lnTo>
                  <a:pt x="341733" y="332136"/>
                </a:lnTo>
                <a:lnTo>
                  <a:pt x="393192" y="348995"/>
                </a:lnTo>
                <a:lnTo>
                  <a:pt x="393192" y="355092"/>
                </a:lnTo>
                <a:lnTo>
                  <a:pt x="377761" y="357354"/>
                </a:lnTo>
                <a:lnTo>
                  <a:pt x="365760" y="361759"/>
                </a:lnTo>
                <a:lnTo>
                  <a:pt x="357187" y="368165"/>
                </a:lnTo>
                <a:lnTo>
                  <a:pt x="352044" y="376428"/>
                </a:lnTo>
                <a:close/>
              </a:path>
              <a:path w="393700" h="399414">
                <a:moveTo>
                  <a:pt x="182880" y="399288"/>
                </a:moveTo>
                <a:lnTo>
                  <a:pt x="183088" y="368165"/>
                </a:lnTo>
                <a:lnTo>
                  <a:pt x="183206" y="357354"/>
                </a:lnTo>
                <a:lnTo>
                  <a:pt x="184165" y="284845"/>
                </a:lnTo>
                <a:lnTo>
                  <a:pt x="184404" y="240792"/>
                </a:lnTo>
                <a:lnTo>
                  <a:pt x="210313" y="240792"/>
                </a:lnTo>
                <a:lnTo>
                  <a:pt x="210417" y="313372"/>
                </a:lnTo>
                <a:lnTo>
                  <a:pt x="210506" y="335377"/>
                </a:lnTo>
                <a:lnTo>
                  <a:pt x="210921" y="363807"/>
                </a:lnTo>
                <a:lnTo>
                  <a:pt x="211047" y="368165"/>
                </a:lnTo>
                <a:lnTo>
                  <a:pt x="211836" y="385571"/>
                </a:lnTo>
                <a:lnTo>
                  <a:pt x="182880" y="39928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0" name="object 90"/>
          <p:cNvSpPr/>
          <p:nvPr/>
        </p:nvSpPr>
        <p:spPr>
          <a:xfrm>
            <a:off x="8369795" y="5138940"/>
            <a:ext cx="771525" cy="408940"/>
          </a:xfrm>
          <a:custGeom>
            <a:avLst/>
            <a:gdLst/>
            <a:ahLst/>
            <a:cxnLst/>
            <a:rect l="l" t="t" r="r" b="b"/>
            <a:pathLst>
              <a:path w="771525" h="408939">
                <a:moveTo>
                  <a:pt x="316992" y="202679"/>
                </a:moveTo>
                <a:lnTo>
                  <a:pt x="310896" y="161531"/>
                </a:lnTo>
                <a:lnTo>
                  <a:pt x="290830" y="128943"/>
                </a:lnTo>
                <a:lnTo>
                  <a:pt x="253111" y="114579"/>
                </a:lnTo>
                <a:lnTo>
                  <a:pt x="245364" y="114287"/>
                </a:lnTo>
                <a:lnTo>
                  <a:pt x="235127" y="114884"/>
                </a:lnTo>
                <a:lnTo>
                  <a:pt x="198120" y="130365"/>
                </a:lnTo>
                <a:lnTo>
                  <a:pt x="170688" y="155435"/>
                </a:lnTo>
                <a:lnTo>
                  <a:pt x="165785" y="144868"/>
                </a:lnTo>
                <a:lnTo>
                  <a:pt x="136474" y="119430"/>
                </a:lnTo>
                <a:lnTo>
                  <a:pt x="106680" y="114287"/>
                </a:lnTo>
                <a:lnTo>
                  <a:pt x="97802" y="114630"/>
                </a:lnTo>
                <a:lnTo>
                  <a:pt x="57150" y="133146"/>
                </a:lnTo>
                <a:lnTo>
                  <a:pt x="41148" y="147815"/>
                </a:lnTo>
                <a:lnTo>
                  <a:pt x="41148" y="120383"/>
                </a:lnTo>
                <a:lnTo>
                  <a:pt x="0" y="120383"/>
                </a:lnTo>
                <a:lnTo>
                  <a:pt x="0" y="362699"/>
                </a:lnTo>
                <a:lnTo>
                  <a:pt x="41148" y="362699"/>
                </a:lnTo>
                <a:lnTo>
                  <a:pt x="41148" y="181343"/>
                </a:lnTo>
                <a:lnTo>
                  <a:pt x="54864" y="170103"/>
                </a:lnTo>
                <a:lnTo>
                  <a:pt x="90665" y="152946"/>
                </a:lnTo>
                <a:lnTo>
                  <a:pt x="97536" y="152387"/>
                </a:lnTo>
                <a:lnTo>
                  <a:pt x="106680" y="152387"/>
                </a:lnTo>
                <a:lnTo>
                  <a:pt x="135636" y="182867"/>
                </a:lnTo>
                <a:lnTo>
                  <a:pt x="137160" y="192011"/>
                </a:lnTo>
                <a:lnTo>
                  <a:pt x="137160" y="362699"/>
                </a:lnTo>
                <a:lnTo>
                  <a:pt x="178308" y="362699"/>
                </a:lnTo>
                <a:lnTo>
                  <a:pt x="178308" y="182867"/>
                </a:lnTo>
                <a:lnTo>
                  <a:pt x="185407" y="175437"/>
                </a:lnTo>
                <a:lnTo>
                  <a:pt x="222123" y="154482"/>
                </a:lnTo>
                <a:lnTo>
                  <a:pt x="234696" y="152387"/>
                </a:lnTo>
                <a:lnTo>
                  <a:pt x="243840" y="152387"/>
                </a:lnTo>
                <a:lnTo>
                  <a:pt x="251460" y="153911"/>
                </a:lnTo>
                <a:lnTo>
                  <a:pt x="256032" y="156959"/>
                </a:lnTo>
                <a:lnTo>
                  <a:pt x="262128" y="160007"/>
                </a:lnTo>
                <a:lnTo>
                  <a:pt x="266700" y="163055"/>
                </a:lnTo>
                <a:lnTo>
                  <a:pt x="268224" y="169151"/>
                </a:lnTo>
                <a:lnTo>
                  <a:pt x="271272" y="175247"/>
                </a:lnTo>
                <a:lnTo>
                  <a:pt x="275831" y="214515"/>
                </a:lnTo>
                <a:lnTo>
                  <a:pt x="275844" y="362699"/>
                </a:lnTo>
                <a:lnTo>
                  <a:pt x="316992" y="362699"/>
                </a:lnTo>
                <a:lnTo>
                  <a:pt x="316992" y="202679"/>
                </a:lnTo>
                <a:close/>
              </a:path>
              <a:path w="771525" h="408939">
                <a:moveTo>
                  <a:pt x="502932" y="22860"/>
                </a:moveTo>
                <a:lnTo>
                  <a:pt x="466356" y="0"/>
                </a:lnTo>
                <a:lnTo>
                  <a:pt x="457492" y="27089"/>
                </a:lnTo>
                <a:lnTo>
                  <a:pt x="446925" y="55626"/>
                </a:lnTo>
                <a:lnTo>
                  <a:pt x="420636" y="115824"/>
                </a:lnTo>
                <a:lnTo>
                  <a:pt x="390918" y="171831"/>
                </a:lnTo>
                <a:lnTo>
                  <a:pt x="361200" y="216408"/>
                </a:lnTo>
                <a:lnTo>
                  <a:pt x="365772" y="222504"/>
                </a:lnTo>
                <a:lnTo>
                  <a:pt x="381215" y="205930"/>
                </a:lnTo>
                <a:lnTo>
                  <a:pt x="397967" y="185928"/>
                </a:lnTo>
                <a:lnTo>
                  <a:pt x="416128" y="162496"/>
                </a:lnTo>
                <a:lnTo>
                  <a:pt x="435876" y="135636"/>
                </a:lnTo>
                <a:lnTo>
                  <a:pt x="435749" y="330708"/>
                </a:lnTo>
                <a:lnTo>
                  <a:pt x="435635" y="338937"/>
                </a:lnTo>
                <a:lnTo>
                  <a:pt x="434606" y="380238"/>
                </a:lnTo>
                <a:lnTo>
                  <a:pt x="434352" y="405384"/>
                </a:lnTo>
                <a:lnTo>
                  <a:pt x="461784" y="391668"/>
                </a:lnTo>
                <a:lnTo>
                  <a:pt x="460895" y="371424"/>
                </a:lnTo>
                <a:lnTo>
                  <a:pt x="460463" y="355092"/>
                </a:lnTo>
                <a:lnTo>
                  <a:pt x="460362" y="347065"/>
                </a:lnTo>
                <a:lnTo>
                  <a:pt x="460260" y="146304"/>
                </a:lnTo>
                <a:lnTo>
                  <a:pt x="470928" y="135636"/>
                </a:lnTo>
                <a:lnTo>
                  <a:pt x="473976" y="132588"/>
                </a:lnTo>
                <a:lnTo>
                  <a:pt x="443496" y="115824"/>
                </a:lnTo>
                <a:lnTo>
                  <a:pt x="462635" y="79222"/>
                </a:lnTo>
                <a:lnTo>
                  <a:pt x="478929" y="51625"/>
                </a:lnTo>
                <a:lnTo>
                  <a:pt x="492353" y="32880"/>
                </a:lnTo>
                <a:lnTo>
                  <a:pt x="502932" y="22860"/>
                </a:lnTo>
                <a:close/>
              </a:path>
              <a:path w="771525" h="408939">
                <a:moveTo>
                  <a:pt x="717816" y="70104"/>
                </a:moveTo>
                <a:lnTo>
                  <a:pt x="671664" y="34950"/>
                </a:lnTo>
                <a:lnTo>
                  <a:pt x="643140" y="24384"/>
                </a:lnTo>
                <a:lnTo>
                  <a:pt x="638568" y="28956"/>
                </a:lnTo>
                <a:lnTo>
                  <a:pt x="656297" y="44399"/>
                </a:lnTo>
                <a:lnTo>
                  <a:pt x="670763" y="58864"/>
                </a:lnTo>
                <a:lnTo>
                  <a:pt x="682066" y="72453"/>
                </a:lnTo>
                <a:lnTo>
                  <a:pt x="690346" y="85293"/>
                </a:lnTo>
                <a:lnTo>
                  <a:pt x="696480" y="96012"/>
                </a:lnTo>
                <a:lnTo>
                  <a:pt x="701052" y="100584"/>
                </a:lnTo>
                <a:lnTo>
                  <a:pt x="707148" y="100584"/>
                </a:lnTo>
                <a:lnTo>
                  <a:pt x="710196" y="97536"/>
                </a:lnTo>
                <a:lnTo>
                  <a:pt x="716292" y="85344"/>
                </a:lnTo>
                <a:lnTo>
                  <a:pt x="717816" y="80772"/>
                </a:lnTo>
                <a:lnTo>
                  <a:pt x="717816" y="70104"/>
                </a:lnTo>
                <a:close/>
              </a:path>
              <a:path w="771525" h="408939">
                <a:moveTo>
                  <a:pt x="771156" y="362712"/>
                </a:moveTo>
                <a:lnTo>
                  <a:pt x="751738" y="324434"/>
                </a:lnTo>
                <a:lnTo>
                  <a:pt x="749820" y="286512"/>
                </a:lnTo>
                <a:lnTo>
                  <a:pt x="742200" y="286512"/>
                </a:lnTo>
                <a:lnTo>
                  <a:pt x="739622" y="326364"/>
                </a:lnTo>
                <a:lnTo>
                  <a:pt x="727760" y="363829"/>
                </a:lnTo>
                <a:lnTo>
                  <a:pt x="722388" y="367284"/>
                </a:lnTo>
                <a:lnTo>
                  <a:pt x="670572" y="367284"/>
                </a:lnTo>
                <a:lnTo>
                  <a:pt x="659688" y="365607"/>
                </a:lnTo>
                <a:lnTo>
                  <a:pt x="652094" y="360807"/>
                </a:lnTo>
                <a:lnTo>
                  <a:pt x="647636" y="353136"/>
                </a:lnTo>
                <a:lnTo>
                  <a:pt x="646188" y="342900"/>
                </a:lnTo>
                <a:lnTo>
                  <a:pt x="646188" y="141732"/>
                </a:lnTo>
                <a:lnTo>
                  <a:pt x="749820" y="141732"/>
                </a:lnTo>
                <a:lnTo>
                  <a:pt x="717816" y="109728"/>
                </a:lnTo>
                <a:lnTo>
                  <a:pt x="694956" y="132588"/>
                </a:lnTo>
                <a:lnTo>
                  <a:pt x="597420" y="132588"/>
                </a:lnTo>
                <a:lnTo>
                  <a:pt x="597420" y="36576"/>
                </a:lnTo>
                <a:lnTo>
                  <a:pt x="612660" y="22860"/>
                </a:lnTo>
                <a:lnTo>
                  <a:pt x="571512" y="3048"/>
                </a:lnTo>
                <a:lnTo>
                  <a:pt x="572389" y="20205"/>
                </a:lnTo>
                <a:lnTo>
                  <a:pt x="572846" y="37528"/>
                </a:lnTo>
                <a:lnTo>
                  <a:pt x="572909" y="44399"/>
                </a:lnTo>
                <a:lnTo>
                  <a:pt x="573036" y="132588"/>
                </a:lnTo>
                <a:lnTo>
                  <a:pt x="477024" y="132588"/>
                </a:lnTo>
                <a:lnTo>
                  <a:pt x="492264" y="147828"/>
                </a:lnTo>
                <a:lnTo>
                  <a:pt x="502564" y="145580"/>
                </a:lnTo>
                <a:lnTo>
                  <a:pt x="513029" y="143637"/>
                </a:lnTo>
                <a:lnTo>
                  <a:pt x="523760" y="142252"/>
                </a:lnTo>
                <a:lnTo>
                  <a:pt x="534936" y="141732"/>
                </a:lnTo>
                <a:lnTo>
                  <a:pt x="573036" y="141732"/>
                </a:lnTo>
                <a:lnTo>
                  <a:pt x="568464" y="198691"/>
                </a:lnTo>
                <a:lnTo>
                  <a:pt x="559320" y="249936"/>
                </a:lnTo>
                <a:lnTo>
                  <a:pt x="543318" y="295656"/>
                </a:lnTo>
                <a:lnTo>
                  <a:pt x="522744" y="336804"/>
                </a:lnTo>
                <a:lnTo>
                  <a:pt x="495122" y="372046"/>
                </a:lnTo>
                <a:lnTo>
                  <a:pt x="461784" y="403860"/>
                </a:lnTo>
                <a:lnTo>
                  <a:pt x="466356" y="408432"/>
                </a:lnTo>
                <a:lnTo>
                  <a:pt x="510171" y="374523"/>
                </a:lnTo>
                <a:lnTo>
                  <a:pt x="542556" y="338328"/>
                </a:lnTo>
                <a:lnTo>
                  <a:pt x="567131" y="297942"/>
                </a:lnTo>
                <a:lnTo>
                  <a:pt x="583704" y="252984"/>
                </a:lnTo>
                <a:lnTo>
                  <a:pt x="592848" y="201358"/>
                </a:lnTo>
                <a:lnTo>
                  <a:pt x="597420" y="141732"/>
                </a:lnTo>
                <a:lnTo>
                  <a:pt x="623328" y="141732"/>
                </a:lnTo>
                <a:lnTo>
                  <a:pt x="623328" y="355092"/>
                </a:lnTo>
                <a:lnTo>
                  <a:pt x="625868" y="369951"/>
                </a:lnTo>
                <a:lnTo>
                  <a:pt x="633425" y="380238"/>
                </a:lnTo>
                <a:lnTo>
                  <a:pt x="645820" y="385953"/>
                </a:lnTo>
                <a:lnTo>
                  <a:pt x="662952" y="387096"/>
                </a:lnTo>
                <a:lnTo>
                  <a:pt x="733056" y="387096"/>
                </a:lnTo>
                <a:lnTo>
                  <a:pt x="744791" y="385635"/>
                </a:lnTo>
                <a:lnTo>
                  <a:pt x="754964" y="381190"/>
                </a:lnTo>
                <a:lnTo>
                  <a:pt x="763701" y="373583"/>
                </a:lnTo>
                <a:lnTo>
                  <a:pt x="768019" y="367284"/>
                </a:lnTo>
                <a:lnTo>
                  <a:pt x="771156" y="36271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1" name="object 91"/>
          <p:cNvSpPr/>
          <p:nvPr/>
        </p:nvSpPr>
        <p:spPr>
          <a:xfrm>
            <a:off x="9186672" y="5138928"/>
            <a:ext cx="394970" cy="408940"/>
          </a:xfrm>
          <a:custGeom>
            <a:avLst/>
            <a:gdLst/>
            <a:ahLst/>
            <a:cxnLst/>
            <a:rect l="l" t="t" r="r" b="b"/>
            <a:pathLst>
              <a:path w="394970" h="408939">
                <a:moveTo>
                  <a:pt x="1524" y="408432"/>
                </a:moveTo>
                <a:lnTo>
                  <a:pt x="0" y="403860"/>
                </a:lnTo>
                <a:lnTo>
                  <a:pt x="37433" y="382404"/>
                </a:lnTo>
                <a:lnTo>
                  <a:pt x="67437" y="361378"/>
                </a:lnTo>
                <a:lnTo>
                  <a:pt x="105156" y="320040"/>
                </a:lnTo>
                <a:lnTo>
                  <a:pt x="123634" y="272415"/>
                </a:lnTo>
                <a:lnTo>
                  <a:pt x="134112" y="213360"/>
                </a:lnTo>
                <a:lnTo>
                  <a:pt x="56388" y="213360"/>
                </a:lnTo>
                <a:lnTo>
                  <a:pt x="45243" y="213669"/>
                </a:lnTo>
                <a:lnTo>
                  <a:pt x="34671" y="214693"/>
                </a:lnTo>
                <a:lnTo>
                  <a:pt x="24669" y="216574"/>
                </a:lnTo>
                <a:lnTo>
                  <a:pt x="15240" y="219456"/>
                </a:lnTo>
                <a:lnTo>
                  <a:pt x="0" y="202692"/>
                </a:lnTo>
                <a:lnTo>
                  <a:pt x="184404" y="202692"/>
                </a:lnTo>
                <a:lnTo>
                  <a:pt x="184404" y="111252"/>
                </a:lnTo>
                <a:lnTo>
                  <a:pt x="89916" y="111252"/>
                </a:lnTo>
                <a:lnTo>
                  <a:pt x="76771" y="131278"/>
                </a:lnTo>
                <a:lnTo>
                  <a:pt x="62484" y="150304"/>
                </a:lnTo>
                <a:lnTo>
                  <a:pt x="47053" y="168473"/>
                </a:lnTo>
                <a:lnTo>
                  <a:pt x="30480" y="185928"/>
                </a:lnTo>
                <a:lnTo>
                  <a:pt x="25908" y="182880"/>
                </a:lnTo>
                <a:lnTo>
                  <a:pt x="46815" y="148566"/>
                </a:lnTo>
                <a:lnTo>
                  <a:pt x="64008" y="111823"/>
                </a:lnTo>
                <a:lnTo>
                  <a:pt x="77771" y="72509"/>
                </a:lnTo>
                <a:lnTo>
                  <a:pt x="88392" y="30480"/>
                </a:lnTo>
                <a:lnTo>
                  <a:pt x="126492" y="53340"/>
                </a:lnTo>
                <a:lnTo>
                  <a:pt x="112776" y="60960"/>
                </a:lnTo>
                <a:lnTo>
                  <a:pt x="98417" y="90320"/>
                </a:lnTo>
                <a:lnTo>
                  <a:pt x="92964" y="100584"/>
                </a:lnTo>
                <a:lnTo>
                  <a:pt x="184404" y="100584"/>
                </a:lnTo>
                <a:lnTo>
                  <a:pt x="184142" y="66008"/>
                </a:lnTo>
                <a:lnTo>
                  <a:pt x="183451" y="37719"/>
                </a:lnTo>
                <a:lnTo>
                  <a:pt x="182475" y="15716"/>
                </a:lnTo>
                <a:lnTo>
                  <a:pt x="181356" y="0"/>
                </a:lnTo>
                <a:lnTo>
                  <a:pt x="222504" y="16764"/>
                </a:lnTo>
                <a:lnTo>
                  <a:pt x="208788" y="30480"/>
                </a:lnTo>
                <a:lnTo>
                  <a:pt x="208788" y="99060"/>
                </a:lnTo>
                <a:lnTo>
                  <a:pt x="288036" y="99060"/>
                </a:lnTo>
                <a:lnTo>
                  <a:pt x="312420" y="74676"/>
                </a:lnTo>
                <a:lnTo>
                  <a:pt x="347472" y="109728"/>
                </a:lnTo>
                <a:lnTo>
                  <a:pt x="208788" y="109728"/>
                </a:lnTo>
                <a:lnTo>
                  <a:pt x="208788" y="202692"/>
                </a:lnTo>
                <a:lnTo>
                  <a:pt x="329184" y="202692"/>
                </a:lnTo>
                <a:lnTo>
                  <a:pt x="353568" y="178308"/>
                </a:lnTo>
                <a:lnTo>
                  <a:pt x="388620" y="213360"/>
                </a:lnTo>
                <a:lnTo>
                  <a:pt x="246888" y="213360"/>
                </a:lnTo>
                <a:lnTo>
                  <a:pt x="246888" y="332232"/>
                </a:lnTo>
                <a:lnTo>
                  <a:pt x="247435" y="349329"/>
                </a:lnTo>
                <a:lnTo>
                  <a:pt x="253555" y="361569"/>
                </a:lnTo>
                <a:lnTo>
                  <a:pt x="265104" y="368665"/>
                </a:lnTo>
                <a:lnTo>
                  <a:pt x="281940" y="370332"/>
                </a:lnTo>
                <a:lnTo>
                  <a:pt x="341376" y="370332"/>
                </a:lnTo>
                <a:lnTo>
                  <a:pt x="358902" y="321564"/>
                </a:lnTo>
                <a:lnTo>
                  <a:pt x="361188" y="284988"/>
                </a:lnTo>
                <a:lnTo>
                  <a:pt x="370332" y="284988"/>
                </a:lnTo>
                <a:lnTo>
                  <a:pt x="371856" y="333756"/>
                </a:lnTo>
                <a:lnTo>
                  <a:pt x="394716" y="362712"/>
                </a:lnTo>
                <a:lnTo>
                  <a:pt x="387524" y="374951"/>
                </a:lnTo>
                <a:lnTo>
                  <a:pt x="377190" y="384047"/>
                </a:lnTo>
                <a:lnTo>
                  <a:pt x="363426" y="389715"/>
                </a:lnTo>
                <a:lnTo>
                  <a:pt x="345948" y="391667"/>
                </a:lnTo>
                <a:lnTo>
                  <a:pt x="262128" y="391667"/>
                </a:lnTo>
                <a:lnTo>
                  <a:pt x="244149" y="387953"/>
                </a:lnTo>
                <a:lnTo>
                  <a:pt x="231457" y="379094"/>
                </a:lnTo>
                <a:lnTo>
                  <a:pt x="224194" y="365093"/>
                </a:lnTo>
                <a:lnTo>
                  <a:pt x="222504" y="345948"/>
                </a:lnTo>
                <a:lnTo>
                  <a:pt x="222504" y="213360"/>
                </a:lnTo>
                <a:lnTo>
                  <a:pt x="160020" y="213360"/>
                </a:lnTo>
                <a:lnTo>
                  <a:pt x="148018" y="279654"/>
                </a:lnTo>
                <a:lnTo>
                  <a:pt x="123444" y="332232"/>
                </a:lnTo>
                <a:lnTo>
                  <a:pt x="77914" y="374332"/>
                </a:lnTo>
                <a:lnTo>
                  <a:pt x="43505" y="392453"/>
                </a:lnTo>
                <a:lnTo>
                  <a:pt x="1524" y="40843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pic>
        <p:nvPicPr>
          <p:cNvPr id="92" name="object 92"/>
          <p:cNvPicPr/>
          <p:nvPr/>
        </p:nvPicPr>
        <p:blipFill>
          <a:blip r:embed="rId17" cstate="print"/>
          <a:stretch>
            <a:fillRect/>
          </a:stretch>
        </p:blipFill>
        <p:spPr>
          <a:xfrm>
            <a:off x="9659111" y="5400484"/>
            <a:ext cx="70104" cy="117919"/>
          </a:xfrm>
          <a:prstGeom prst="rect">
            <a:avLst/>
          </a:prstGeom>
        </p:spPr>
      </p:pic>
      <p:sp>
        <p:nvSpPr>
          <p:cNvPr id="93" name="object 93"/>
          <p:cNvSpPr/>
          <p:nvPr/>
        </p:nvSpPr>
        <p:spPr>
          <a:xfrm>
            <a:off x="2122932" y="5690615"/>
            <a:ext cx="396240" cy="388620"/>
          </a:xfrm>
          <a:custGeom>
            <a:avLst/>
            <a:gdLst/>
            <a:ahLst/>
            <a:cxnLst/>
            <a:rect l="l" t="t" r="r" b="b"/>
            <a:pathLst>
              <a:path w="396239" h="388620">
                <a:moveTo>
                  <a:pt x="36576" y="33528"/>
                </a:moveTo>
                <a:lnTo>
                  <a:pt x="21336" y="18288"/>
                </a:lnTo>
                <a:lnTo>
                  <a:pt x="181356" y="18288"/>
                </a:lnTo>
                <a:lnTo>
                  <a:pt x="195072" y="1524"/>
                </a:lnTo>
                <a:lnTo>
                  <a:pt x="222504" y="24384"/>
                </a:lnTo>
                <a:lnTo>
                  <a:pt x="216789" y="28956"/>
                </a:lnTo>
                <a:lnTo>
                  <a:pt x="79248" y="28956"/>
                </a:lnTo>
                <a:lnTo>
                  <a:pt x="68079" y="29241"/>
                </a:lnTo>
                <a:lnTo>
                  <a:pt x="57340" y="30099"/>
                </a:lnTo>
                <a:lnTo>
                  <a:pt x="46886" y="31527"/>
                </a:lnTo>
                <a:lnTo>
                  <a:pt x="36576" y="33528"/>
                </a:lnTo>
                <a:close/>
              </a:path>
              <a:path w="396239" h="388620">
                <a:moveTo>
                  <a:pt x="123444" y="115824"/>
                </a:moveTo>
                <a:lnTo>
                  <a:pt x="102108" y="115824"/>
                </a:lnTo>
                <a:lnTo>
                  <a:pt x="102108" y="28956"/>
                </a:lnTo>
                <a:lnTo>
                  <a:pt x="123444" y="28956"/>
                </a:lnTo>
                <a:lnTo>
                  <a:pt x="123444" y="115824"/>
                </a:lnTo>
                <a:close/>
              </a:path>
              <a:path w="396239" h="388620">
                <a:moveTo>
                  <a:pt x="42672" y="131064"/>
                </a:moveTo>
                <a:lnTo>
                  <a:pt x="25908" y="115824"/>
                </a:lnTo>
                <a:lnTo>
                  <a:pt x="184404" y="115824"/>
                </a:lnTo>
                <a:lnTo>
                  <a:pt x="184404" y="28956"/>
                </a:lnTo>
                <a:lnTo>
                  <a:pt x="216789" y="28956"/>
                </a:lnTo>
                <a:lnTo>
                  <a:pt x="207264" y="36576"/>
                </a:lnTo>
                <a:lnTo>
                  <a:pt x="207264" y="126492"/>
                </a:lnTo>
                <a:lnTo>
                  <a:pt x="83820" y="126492"/>
                </a:lnTo>
                <a:lnTo>
                  <a:pt x="72675" y="126777"/>
                </a:lnTo>
                <a:lnTo>
                  <a:pt x="62103" y="127635"/>
                </a:lnTo>
                <a:lnTo>
                  <a:pt x="52101" y="129063"/>
                </a:lnTo>
                <a:lnTo>
                  <a:pt x="42672" y="131064"/>
                </a:lnTo>
                <a:close/>
              </a:path>
              <a:path w="396239" h="388620">
                <a:moveTo>
                  <a:pt x="120396" y="204216"/>
                </a:moveTo>
                <a:lnTo>
                  <a:pt x="97536" y="204216"/>
                </a:lnTo>
                <a:lnTo>
                  <a:pt x="99536" y="185642"/>
                </a:lnTo>
                <a:lnTo>
                  <a:pt x="100965" y="166497"/>
                </a:lnTo>
                <a:lnTo>
                  <a:pt x="101822" y="146780"/>
                </a:lnTo>
                <a:lnTo>
                  <a:pt x="102108" y="126492"/>
                </a:lnTo>
                <a:lnTo>
                  <a:pt x="123444" y="126492"/>
                </a:lnTo>
                <a:lnTo>
                  <a:pt x="123381" y="146780"/>
                </a:lnTo>
                <a:lnTo>
                  <a:pt x="123063" y="165354"/>
                </a:lnTo>
                <a:lnTo>
                  <a:pt x="122158" y="184785"/>
                </a:lnTo>
                <a:lnTo>
                  <a:pt x="120396" y="204216"/>
                </a:lnTo>
                <a:close/>
              </a:path>
              <a:path w="396239" h="388620">
                <a:moveTo>
                  <a:pt x="35052" y="219456"/>
                </a:moveTo>
                <a:lnTo>
                  <a:pt x="19812" y="204216"/>
                </a:lnTo>
                <a:lnTo>
                  <a:pt x="184404" y="204216"/>
                </a:lnTo>
                <a:lnTo>
                  <a:pt x="184404" y="126492"/>
                </a:lnTo>
                <a:lnTo>
                  <a:pt x="207264" y="126492"/>
                </a:lnTo>
                <a:lnTo>
                  <a:pt x="207264" y="214884"/>
                </a:lnTo>
                <a:lnTo>
                  <a:pt x="77724" y="214884"/>
                </a:lnTo>
                <a:lnTo>
                  <a:pt x="66555" y="215169"/>
                </a:lnTo>
                <a:lnTo>
                  <a:pt x="55816" y="216027"/>
                </a:lnTo>
                <a:lnTo>
                  <a:pt x="45362" y="217455"/>
                </a:lnTo>
                <a:lnTo>
                  <a:pt x="35052" y="219456"/>
                </a:lnTo>
                <a:close/>
              </a:path>
              <a:path w="396239" h="388620">
                <a:moveTo>
                  <a:pt x="4572" y="384048"/>
                </a:moveTo>
                <a:lnTo>
                  <a:pt x="0" y="379476"/>
                </a:lnTo>
                <a:lnTo>
                  <a:pt x="37719" y="341757"/>
                </a:lnTo>
                <a:lnTo>
                  <a:pt x="66294" y="301752"/>
                </a:lnTo>
                <a:lnTo>
                  <a:pt x="85725" y="259461"/>
                </a:lnTo>
                <a:lnTo>
                  <a:pt x="96012" y="214884"/>
                </a:lnTo>
                <a:lnTo>
                  <a:pt x="118872" y="214884"/>
                </a:lnTo>
                <a:lnTo>
                  <a:pt x="104870" y="265747"/>
                </a:lnTo>
                <a:lnTo>
                  <a:pt x="81153" y="310896"/>
                </a:lnTo>
                <a:lnTo>
                  <a:pt x="47720" y="350329"/>
                </a:lnTo>
                <a:lnTo>
                  <a:pt x="4572" y="384048"/>
                </a:lnTo>
                <a:close/>
              </a:path>
              <a:path w="396239" h="388620">
                <a:moveTo>
                  <a:pt x="203491" y="323088"/>
                </a:moveTo>
                <a:lnTo>
                  <a:pt x="161544" y="323088"/>
                </a:lnTo>
                <a:lnTo>
                  <a:pt x="172402" y="321421"/>
                </a:lnTo>
                <a:lnTo>
                  <a:pt x="179832" y="314325"/>
                </a:lnTo>
                <a:lnTo>
                  <a:pt x="183832" y="302085"/>
                </a:lnTo>
                <a:lnTo>
                  <a:pt x="184404" y="284987"/>
                </a:lnTo>
                <a:lnTo>
                  <a:pt x="184404" y="214884"/>
                </a:lnTo>
                <a:lnTo>
                  <a:pt x="207264" y="214884"/>
                </a:lnTo>
                <a:lnTo>
                  <a:pt x="207264" y="303275"/>
                </a:lnTo>
                <a:lnTo>
                  <a:pt x="203491" y="323088"/>
                </a:lnTo>
                <a:close/>
              </a:path>
              <a:path w="396239" h="388620">
                <a:moveTo>
                  <a:pt x="158496" y="364236"/>
                </a:moveTo>
                <a:lnTo>
                  <a:pt x="154495" y="352282"/>
                </a:lnTo>
                <a:lnTo>
                  <a:pt x="144780" y="341757"/>
                </a:lnTo>
                <a:lnTo>
                  <a:pt x="129349" y="332946"/>
                </a:lnTo>
                <a:lnTo>
                  <a:pt x="108204" y="326136"/>
                </a:lnTo>
                <a:lnTo>
                  <a:pt x="108204" y="318516"/>
                </a:lnTo>
                <a:lnTo>
                  <a:pt x="122753" y="320516"/>
                </a:lnTo>
                <a:lnTo>
                  <a:pt x="136588" y="321945"/>
                </a:lnTo>
                <a:lnTo>
                  <a:pt x="149566" y="322802"/>
                </a:lnTo>
                <a:lnTo>
                  <a:pt x="161544" y="323088"/>
                </a:lnTo>
                <a:lnTo>
                  <a:pt x="203491" y="323088"/>
                </a:lnTo>
                <a:lnTo>
                  <a:pt x="203287" y="324159"/>
                </a:lnTo>
                <a:lnTo>
                  <a:pt x="193738" y="341185"/>
                </a:lnTo>
                <a:lnTo>
                  <a:pt x="178760" y="354496"/>
                </a:lnTo>
                <a:lnTo>
                  <a:pt x="158496" y="364236"/>
                </a:lnTo>
                <a:close/>
              </a:path>
              <a:path w="396239" h="388620">
                <a:moveTo>
                  <a:pt x="243840" y="388620"/>
                </a:moveTo>
                <a:lnTo>
                  <a:pt x="244721" y="346376"/>
                </a:lnTo>
                <a:lnTo>
                  <a:pt x="245139" y="301228"/>
                </a:lnTo>
                <a:lnTo>
                  <a:pt x="245234" y="277368"/>
                </a:lnTo>
                <a:lnTo>
                  <a:pt x="245358" y="168497"/>
                </a:lnTo>
                <a:lnTo>
                  <a:pt x="245232" y="88630"/>
                </a:lnTo>
                <a:lnTo>
                  <a:pt x="245167" y="70104"/>
                </a:lnTo>
                <a:lnTo>
                  <a:pt x="244775" y="35171"/>
                </a:lnTo>
                <a:lnTo>
                  <a:pt x="244682" y="28956"/>
                </a:lnTo>
                <a:lnTo>
                  <a:pt x="243840" y="0"/>
                </a:lnTo>
                <a:lnTo>
                  <a:pt x="268224" y="18288"/>
                </a:lnTo>
                <a:lnTo>
                  <a:pt x="382524" y="18288"/>
                </a:lnTo>
                <a:lnTo>
                  <a:pt x="393192" y="28956"/>
                </a:lnTo>
                <a:lnTo>
                  <a:pt x="268224" y="28956"/>
                </a:lnTo>
                <a:lnTo>
                  <a:pt x="268321" y="301228"/>
                </a:lnTo>
                <a:lnTo>
                  <a:pt x="268414" y="313563"/>
                </a:lnTo>
                <a:lnTo>
                  <a:pt x="268866" y="341852"/>
                </a:lnTo>
                <a:lnTo>
                  <a:pt x="269748" y="376428"/>
                </a:lnTo>
                <a:lnTo>
                  <a:pt x="243840" y="388620"/>
                </a:lnTo>
                <a:close/>
              </a:path>
              <a:path w="396239" h="388620">
                <a:moveTo>
                  <a:pt x="382524" y="18288"/>
                </a:moveTo>
                <a:lnTo>
                  <a:pt x="352044" y="18288"/>
                </a:lnTo>
                <a:lnTo>
                  <a:pt x="367284" y="3048"/>
                </a:lnTo>
                <a:lnTo>
                  <a:pt x="382524" y="18288"/>
                </a:lnTo>
                <a:close/>
              </a:path>
              <a:path w="396239" h="388620">
                <a:moveTo>
                  <a:pt x="386091" y="280416"/>
                </a:moveTo>
                <a:lnTo>
                  <a:pt x="352044" y="280416"/>
                </a:lnTo>
                <a:lnTo>
                  <a:pt x="358140" y="277368"/>
                </a:lnTo>
                <a:lnTo>
                  <a:pt x="359664" y="268224"/>
                </a:lnTo>
                <a:lnTo>
                  <a:pt x="362712" y="259080"/>
                </a:lnTo>
                <a:lnTo>
                  <a:pt x="364236" y="252984"/>
                </a:lnTo>
                <a:lnTo>
                  <a:pt x="364236" y="248412"/>
                </a:lnTo>
                <a:lnTo>
                  <a:pt x="355092" y="208788"/>
                </a:lnTo>
                <a:lnTo>
                  <a:pt x="329160" y="164211"/>
                </a:lnTo>
                <a:lnTo>
                  <a:pt x="315468" y="144780"/>
                </a:lnTo>
                <a:lnTo>
                  <a:pt x="353568" y="28956"/>
                </a:lnTo>
                <a:lnTo>
                  <a:pt x="393192" y="28956"/>
                </a:lnTo>
                <a:lnTo>
                  <a:pt x="396240" y="32004"/>
                </a:lnTo>
                <a:lnTo>
                  <a:pt x="387096" y="35171"/>
                </a:lnTo>
                <a:lnTo>
                  <a:pt x="377952" y="42481"/>
                </a:lnTo>
                <a:lnTo>
                  <a:pt x="368808" y="54078"/>
                </a:lnTo>
                <a:lnTo>
                  <a:pt x="359664" y="70104"/>
                </a:lnTo>
                <a:lnTo>
                  <a:pt x="351424" y="88630"/>
                </a:lnTo>
                <a:lnTo>
                  <a:pt x="334375" y="126253"/>
                </a:lnTo>
                <a:lnTo>
                  <a:pt x="326136" y="144780"/>
                </a:lnTo>
                <a:lnTo>
                  <a:pt x="347591" y="168497"/>
                </a:lnTo>
                <a:lnTo>
                  <a:pt x="364045" y="189357"/>
                </a:lnTo>
                <a:lnTo>
                  <a:pt x="385643" y="235100"/>
                </a:lnTo>
                <a:lnTo>
                  <a:pt x="390144" y="260604"/>
                </a:lnTo>
                <a:lnTo>
                  <a:pt x="389548" y="268605"/>
                </a:lnTo>
                <a:lnTo>
                  <a:pt x="387667" y="276606"/>
                </a:lnTo>
                <a:lnTo>
                  <a:pt x="386091" y="280416"/>
                </a:lnTo>
                <a:close/>
              </a:path>
              <a:path w="396239" h="388620">
                <a:moveTo>
                  <a:pt x="338328" y="323088"/>
                </a:moveTo>
                <a:lnTo>
                  <a:pt x="333470" y="310753"/>
                </a:lnTo>
                <a:lnTo>
                  <a:pt x="323469" y="300990"/>
                </a:lnTo>
                <a:lnTo>
                  <a:pt x="308324" y="293512"/>
                </a:lnTo>
                <a:lnTo>
                  <a:pt x="288036" y="288035"/>
                </a:lnTo>
                <a:lnTo>
                  <a:pt x="288036" y="278892"/>
                </a:lnTo>
                <a:lnTo>
                  <a:pt x="304919" y="279773"/>
                </a:lnTo>
                <a:lnTo>
                  <a:pt x="319087" y="280225"/>
                </a:lnTo>
                <a:lnTo>
                  <a:pt x="330684" y="280392"/>
                </a:lnTo>
                <a:lnTo>
                  <a:pt x="386091" y="280416"/>
                </a:lnTo>
                <a:lnTo>
                  <a:pt x="384357" y="284607"/>
                </a:lnTo>
                <a:lnTo>
                  <a:pt x="379476" y="292608"/>
                </a:lnTo>
                <a:lnTo>
                  <a:pt x="372618" y="301228"/>
                </a:lnTo>
                <a:lnTo>
                  <a:pt x="363474" y="308991"/>
                </a:lnTo>
                <a:lnTo>
                  <a:pt x="352044" y="316182"/>
                </a:lnTo>
                <a:lnTo>
                  <a:pt x="338328" y="32308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4" name="object 94"/>
          <p:cNvSpPr/>
          <p:nvPr/>
        </p:nvSpPr>
        <p:spPr>
          <a:xfrm>
            <a:off x="2577083" y="5679948"/>
            <a:ext cx="360045" cy="382905"/>
          </a:xfrm>
          <a:custGeom>
            <a:avLst/>
            <a:gdLst/>
            <a:ahLst/>
            <a:cxnLst/>
            <a:rect l="l" t="t" r="r" b="b"/>
            <a:pathLst>
              <a:path w="360044" h="382904">
                <a:moveTo>
                  <a:pt x="3047" y="240791"/>
                </a:moveTo>
                <a:lnTo>
                  <a:pt x="0" y="234696"/>
                </a:lnTo>
                <a:lnTo>
                  <a:pt x="35766" y="205859"/>
                </a:lnTo>
                <a:lnTo>
                  <a:pt x="67818" y="176593"/>
                </a:lnTo>
                <a:lnTo>
                  <a:pt x="96440" y="147042"/>
                </a:lnTo>
                <a:lnTo>
                  <a:pt x="121920" y="117348"/>
                </a:lnTo>
                <a:lnTo>
                  <a:pt x="162496" y="58102"/>
                </a:lnTo>
                <a:lnTo>
                  <a:pt x="190500" y="0"/>
                </a:lnTo>
                <a:lnTo>
                  <a:pt x="230124" y="32004"/>
                </a:lnTo>
                <a:lnTo>
                  <a:pt x="207264" y="41148"/>
                </a:lnTo>
                <a:lnTo>
                  <a:pt x="178166" y="82923"/>
                </a:lnTo>
                <a:lnTo>
                  <a:pt x="147207" y="121355"/>
                </a:lnTo>
                <a:lnTo>
                  <a:pt x="114300" y="156400"/>
                </a:lnTo>
                <a:lnTo>
                  <a:pt x="79360" y="188016"/>
                </a:lnTo>
                <a:lnTo>
                  <a:pt x="42305" y="216161"/>
                </a:lnTo>
                <a:lnTo>
                  <a:pt x="3047" y="240791"/>
                </a:lnTo>
                <a:close/>
              </a:path>
              <a:path w="360044" h="382904">
                <a:moveTo>
                  <a:pt x="86868" y="370332"/>
                </a:moveTo>
                <a:lnTo>
                  <a:pt x="62484" y="327660"/>
                </a:lnTo>
                <a:lnTo>
                  <a:pt x="76485" y="323659"/>
                </a:lnTo>
                <a:lnTo>
                  <a:pt x="95631" y="311658"/>
                </a:lnTo>
                <a:lnTo>
                  <a:pt x="149352" y="263652"/>
                </a:lnTo>
                <a:lnTo>
                  <a:pt x="179927" y="228790"/>
                </a:lnTo>
                <a:lnTo>
                  <a:pt x="207645" y="190500"/>
                </a:lnTo>
                <a:lnTo>
                  <a:pt x="232505" y="148780"/>
                </a:lnTo>
                <a:lnTo>
                  <a:pt x="254508" y="103632"/>
                </a:lnTo>
                <a:lnTo>
                  <a:pt x="289560" y="134112"/>
                </a:lnTo>
                <a:lnTo>
                  <a:pt x="271272" y="141732"/>
                </a:lnTo>
                <a:lnTo>
                  <a:pt x="244649" y="177498"/>
                </a:lnTo>
                <a:lnTo>
                  <a:pt x="219456" y="209550"/>
                </a:lnTo>
                <a:lnTo>
                  <a:pt x="172212" y="263652"/>
                </a:lnTo>
                <a:lnTo>
                  <a:pt x="131826" y="302514"/>
                </a:lnTo>
                <a:lnTo>
                  <a:pt x="100584" y="327660"/>
                </a:lnTo>
                <a:lnTo>
                  <a:pt x="300210" y="327660"/>
                </a:lnTo>
                <a:lnTo>
                  <a:pt x="238243" y="334536"/>
                </a:lnTo>
                <a:lnTo>
                  <a:pt x="177613" y="343229"/>
                </a:lnTo>
                <a:lnTo>
                  <a:pt x="132124" y="352141"/>
                </a:lnTo>
                <a:lnTo>
                  <a:pt x="101851" y="361200"/>
                </a:lnTo>
                <a:lnTo>
                  <a:pt x="86868" y="370332"/>
                </a:lnTo>
                <a:close/>
              </a:path>
              <a:path w="360044" h="382904">
                <a:moveTo>
                  <a:pt x="300210" y="327660"/>
                </a:moveTo>
                <a:lnTo>
                  <a:pt x="100584" y="327660"/>
                </a:lnTo>
                <a:lnTo>
                  <a:pt x="132564" y="326850"/>
                </a:lnTo>
                <a:lnTo>
                  <a:pt x="309372" y="316991"/>
                </a:lnTo>
                <a:lnTo>
                  <a:pt x="297084" y="297275"/>
                </a:lnTo>
                <a:lnTo>
                  <a:pt x="283083" y="276987"/>
                </a:lnTo>
                <a:lnTo>
                  <a:pt x="267366" y="256127"/>
                </a:lnTo>
                <a:lnTo>
                  <a:pt x="249936" y="234696"/>
                </a:lnTo>
                <a:lnTo>
                  <a:pt x="256032" y="228600"/>
                </a:lnTo>
                <a:lnTo>
                  <a:pt x="297227" y="264366"/>
                </a:lnTo>
                <a:lnTo>
                  <a:pt x="327279" y="291846"/>
                </a:lnTo>
                <a:lnTo>
                  <a:pt x="355092" y="323088"/>
                </a:lnTo>
                <a:lnTo>
                  <a:pt x="355823" y="326136"/>
                </a:lnTo>
                <a:lnTo>
                  <a:pt x="313944" y="326136"/>
                </a:lnTo>
                <a:lnTo>
                  <a:pt x="300210" y="327660"/>
                </a:lnTo>
                <a:close/>
              </a:path>
              <a:path w="360044" h="382904">
                <a:moveTo>
                  <a:pt x="342900" y="382524"/>
                </a:moveTo>
                <a:lnTo>
                  <a:pt x="338328" y="382524"/>
                </a:lnTo>
                <a:lnTo>
                  <a:pt x="335280" y="377952"/>
                </a:lnTo>
                <a:lnTo>
                  <a:pt x="332232" y="370332"/>
                </a:lnTo>
                <a:lnTo>
                  <a:pt x="328517" y="359997"/>
                </a:lnTo>
                <a:lnTo>
                  <a:pt x="324231" y="349377"/>
                </a:lnTo>
                <a:lnTo>
                  <a:pt x="319373" y="338185"/>
                </a:lnTo>
                <a:lnTo>
                  <a:pt x="313944" y="326136"/>
                </a:lnTo>
                <a:lnTo>
                  <a:pt x="355823" y="326136"/>
                </a:lnTo>
                <a:lnTo>
                  <a:pt x="357092" y="331422"/>
                </a:lnTo>
                <a:lnTo>
                  <a:pt x="358521" y="338328"/>
                </a:lnTo>
                <a:lnTo>
                  <a:pt x="359378" y="344090"/>
                </a:lnTo>
                <a:lnTo>
                  <a:pt x="359664" y="348996"/>
                </a:lnTo>
                <a:lnTo>
                  <a:pt x="359664" y="358140"/>
                </a:lnTo>
                <a:lnTo>
                  <a:pt x="356616" y="365760"/>
                </a:lnTo>
                <a:lnTo>
                  <a:pt x="352044" y="371856"/>
                </a:lnTo>
                <a:lnTo>
                  <a:pt x="347472" y="379476"/>
                </a:lnTo>
                <a:lnTo>
                  <a:pt x="342900" y="38252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5" name="object 95"/>
          <p:cNvSpPr/>
          <p:nvPr/>
        </p:nvSpPr>
        <p:spPr>
          <a:xfrm>
            <a:off x="3023615" y="5681471"/>
            <a:ext cx="378460" cy="388620"/>
          </a:xfrm>
          <a:custGeom>
            <a:avLst/>
            <a:gdLst/>
            <a:ahLst/>
            <a:cxnLst/>
            <a:rect l="l" t="t" r="r" b="b"/>
            <a:pathLst>
              <a:path w="378460" h="388620">
                <a:moveTo>
                  <a:pt x="150876" y="196596"/>
                </a:moveTo>
                <a:lnTo>
                  <a:pt x="146304" y="193548"/>
                </a:lnTo>
                <a:lnTo>
                  <a:pt x="162853" y="167235"/>
                </a:lnTo>
                <a:lnTo>
                  <a:pt x="178117" y="140779"/>
                </a:lnTo>
                <a:lnTo>
                  <a:pt x="204216" y="86868"/>
                </a:lnTo>
                <a:lnTo>
                  <a:pt x="221361" y="37719"/>
                </a:lnTo>
                <a:lnTo>
                  <a:pt x="231648" y="0"/>
                </a:lnTo>
                <a:lnTo>
                  <a:pt x="269748" y="21336"/>
                </a:lnTo>
                <a:lnTo>
                  <a:pt x="256032" y="28956"/>
                </a:lnTo>
                <a:lnTo>
                  <a:pt x="248007" y="46101"/>
                </a:lnTo>
                <a:lnTo>
                  <a:pt x="239839" y="63246"/>
                </a:lnTo>
                <a:lnTo>
                  <a:pt x="231386" y="80391"/>
                </a:lnTo>
                <a:lnTo>
                  <a:pt x="222504" y="97536"/>
                </a:lnTo>
                <a:lnTo>
                  <a:pt x="375883" y="97536"/>
                </a:lnTo>
                <a:lnTo>
                  <a:pt x="377952" y="99060"/>
                </a:lnTo>
                <a:lnTo>
                  <a:pt x="368808" y="108204"/>
                </a:lnTo>
                <a:lnTo>
                  <a:pt x="219456" y="108204"/>
                </a:lnTo>
                <a:lnTo>
                  <a:pt x="202525" y="133588"/>
                </a:lnTo>
                <a:lnTo>
                  <a:pt x="185737" y="156972"/>
                </a:lnTo>
                <a:lnTo>
                  <a:pt x="168663" y="178069"/>
                </a:lnTo>
                <a:lnTo>
                  <a:pt x="150876" y="196596"/>
                </a:lnTo>
                <a:close/>
              </a:path>
              <a:path w="378460" h="388620">
                <a:moveTo>
                  <a:pt x="19812" y="185928"/>
                </a:moveTo>
                <a:lnTo>
                  <a:pt x="0" y="153924"/>
                </a:lnTo>
                <a:lnTo>
                  <a:pt x="10548" y="147875"/>
                </a:lnTo>
                <a:lnTo>
                  <a:pt x="21526" y="136398"/>
                </a:lnTo>
                <a:lnTo>
                  <a:pt x="44195" y="96012"/>
                </a:lnTo>
                <a:lnTo>
                  <a:pt x="62293" y="47053"/>
                </a:lnTo>
                <a:lnTo>
                  <a:pt x="74676" y="1524"/>
                </a:lnTo>
                <a:lnTo>
                  <a:pt x="111252" y="21336"/>
                </a:lnTo>
                <a:lnTo>
                  <a:pt x="101274" y="32456"/>
                </a:lnTo>
                <a:lnTo>
                  <a:pt x="92011" y="45148"/>
                </a:lnTo>
                <a:lnTo>
                  <a:pt x="83605" y="59269"/>
                </a:lnTo>
                <a:lnTo>
                  <a:pt x="76200" y="74676"/>
                </a:lnTo>
                <a:lnTo>
                  <a:pt x="67294" y="91559"/>
                </a:lnTo>
                <a:lnTo>
                  <a:pt x="56388" y="110299"/>
                </a:lnTo>
                <a:lnTo>
                  <a:pt x="43064" y="131230"/>
                </a:lnTo>
                <a:lnTo>
                  <a:pt x="27431" y="153924"/>
                </a:lnTo>
                <a:lnTo>
                  <a:pt x="125799" y="153924"/>
                </a:lnTo>
                <a:lnTo>
                  <a:pt x="122475" y="158496"/>
                </a:lnTo>
                <a:lnTo>
                  <a:pt x="99060" y="158496"/>
                </a:lnTo>
                <a:lnTo>
                  <a:pt x="87034" y="160805"/>
                </a:lnTo>
                <a:lnTo>
                  <a:pt x="76009" y="163258"/>
                </a:lnTo>
                <a:lnTo>
                  <a:pt x="65841" y="165996"/>
                </a:lnTo>
                <a:lnTo>
                  <a:pt x="56388" y="169164"/>
                </a:lnTo>
                <a:lnTo>
                  <a:pt x="46386" y="171997"/>
                </a:lnTo>
                <a:lnTo>
                  <a:pt x="36957" y="175831"/>
                </a:lnTo>
                <a:lnTo>
                  <a:pt x="28098" y="180522"/>
                </a:lnTo>
                <a:lnTo>
                  <a:pt x="19812" y="185928"/>
                </a:lnTo>
                <a:close/>
              </a:path>
              <a:path w="378460" h="388620">
                <a:moveTo>
                  <a:pt x="125799" y="153924"/>
                </a:moveTo>
                <a:lnTo>
                  <a:pt x="27431" y="153924"/>
                </a:lnTo>
                <a:lnTo>
                  <a:pt x="106680" y="147828"/>
                </a:lnTo>
                <a:lnTo>
                  <a:pt x="115921" y="131040"/>
                </a:lnTo>
                <a:lnTo>
                  <a:pt x="124968" y="113347"/>
                </a:lnTo>
                <a:lnTo>
                  <a:pt x="134112" y="94035"/>
                </a:lnTo>
                <a:lnTo>
                  <a:pt x="143256" y="73152"/>
                </a:lnTo>
                <a:lnTo>
                  <a:pt x="175260" y="96012"/>
                </a:lnTo>
                <a:lnTo>
                  <a:pt x="166163" y="103727"/>
                </a:lnTo>
                <a:lnTo>
                  <a:pt x="155067" y="115443"/>
                </a:lnTo>
                <a:lnTo>
                  <a:pt x="142204" y="131230"/>
                </a:lnTo>
                <a:lnTo>
                  <a:pt x="125799" y="153924"/>
                </a:lnTo>
                <a:close/>
              </a:path>
              <a:path w="378460" h="388620">
                <a:moveTo>
                  <a:pt x="375883" y="97536"/>
                </a:moveTo>
                <a:lnTo>
                  <a:pt x="336804" y="97536"/>
                </a:lnTo>
                <a:lnTo>
                  <a:pt x="348996" y="77724"/>
                </a:lnTo>
                <a:lnTo>
                  <a:pt x="375883" y="97536"/>
                </a:lnTo>
                <a:close/>
              </a:path>
              <a:path w="378460" h="388620">
                <a:moveTo>
                  <a:pt x="353387" y="346567"/>
                </a:moveTo>
                <a:lnTo>
                  <a:pt x="307848" y="346567"/>
                </a:lnTo>
                <a:lnTo>
                  <a:pt x="316992" y="345948"/>
                </a:lnTo>
                <a:lnTo>
                  <a:pt x="323278" y="343114"/>
                </a:lnTo>
                <a:lnTo>
                  <a:pt x="336661" y="291441"/>
                </a:lnTo>
                <a:lnTo>
                  <a:pt x="338260" y="250698"/>
                </a:lnTo>
                <a:lnTo>
                  <a:pt x="339972" y="188761"/>
                </a:lnTo>
                <a:lnTo>
                  <a:pt x="341376" y="108204"/>
                </a:lnTo>
                <a:lnTo>
                  <a:pt x="368808" y="108204"/>
                </a:lnTo>
                <a:lnTo>
                  <a:pt x="365760" y="111252"/>
                </a:lnTo>
                <a:lnTo>
                  <a:pt x="363404" y="207645"/>
                </a:lnTo>
                <a:lnTo>
                  <a:pt x="361762" y="263699"/>
                </a:lnTo>
                <a:lnTo>
                  <a:pt x="361188" y="281940"/>
                </a:lnTo>
                <a:lnTo>
                  <a:pt x="360045" y="312181"/>
                </a:lnTo>
                <a:lnTo>
                  <a:pt x="356616" y="336423"/>
                </a:lnTo>
                <a:lnTo>
                  <a:pt x="353387" y="346567"/>
                </a:lnTo>
                <a:close/>
              </a:path>
              <a:path w="378460" h="388620">
                <a:moveTo>
                  <a:pt x="24383" y="298704"/>
                </a:moveTo>
                <a:lnTo>
                  <a:pt x="1524" y="263652"/>
                </a:lnTo>
                <a:lnTo>
                  <a:pt x="7572" y="262270"/>
                </a:lnTo>
                <a:lnTo>
                  <a:pt x="14478" y="258318"/>
                </a:lnTo>
                <a:lnTo>
                  <a:pt x="43124" y="231576"/>
                </a:lnTo>
                <a:lnTo>
                  <a:pt x="76795" y="188761"/>
                </a:lnTo>
                <a:lnTo>
                  <a:pt x="99060" y="158496"/>
                </a:lnTo>
                <a:lnTo>
                  <a:pt x="122475" y="158496"/>
                </a:lnTo>
                <a:lnTo>
                  <a:pt x="111204" y="173997"/>
                </a:lnTo>
                <a:lnTo>
                  <a:pt x="90678" y="199834"/>
                </a:lnTo>
                <a:lnTo>
                  <a:pt x="66722" y="228242"/>
                </a:lnTo>
                <a:lnTo>
                  <a:pt x="39624" y="259080"/>
                </a:lnTo>
                <a:lnTo>
                  <a:pt x="107678" y="259080"/>
                </a:lnTo>
                <a:lnTo>
                  <a:pt x="64031" y="275129"/>
                </a:lnTo>
                <a:lnTo>
                  <a:pt x="37218" y="289893"/>
                </a:lnTo>
                <a:lnTo>
                  <a:pt x="24383" y="298704"/>
                </a:lnTo>
                <a:close/>
              </a:path>
              <a:path w="378460" h="388620">
                <a:moveTo>
                  <a:pt x="256032" y="263652"/>
                </a:moveTo>
                <a:lnTo>
                  <a:pt x="249936" y="263652"/>
                </a:lnTo>
                <a:lnTo>
                  <a:pt x="245364" y="257556"/>
                </a:lnTo>
                <a:lnTo>
                  <a:pt x="242316" y="245364"/>
                </a:lnTo>
                <a:lnTo>
                  <a:pt x="237220" y="230766"/>
                </a:lnTo>
                <a:lnTo>
                  <a:pt x="228981" y="214312"/>
                </a:lnTo>
                <a:lnTo>
                  <a:pt x="217884" y="195857"/>
                </a:lnTo>
                <a:lnTo>
                  <a:pt x="204216" y="175260"/>
                </a:lnTo>
                <a:lnTo>
                  <a:pt x="208788" y="172212"/>
                </a:lnTo>
                <a:lnTo>
                  <a:pt x="235672" y="191357"/>
                </a:lnTo>
                <a:lnTo>
                  <a:pt x="254698" y="207645"/>
                </a:lnTo>
                <a:lnTo>
                  <a:pt x="266009" y="221075"/>
                </a:lnTo>
                <a:lnTo>
                  <a:pt x="269722" y="231576"/>
                </a:lnTo>
                <a:lnTo>
                  <a:pt x="269692" y="233172"/>
                </a:lnTo>
                <a:lnTo>
                  <a:pt x="259080" y="262128"/>
                </a:lnTo>
                <a:lnTo>
                  <a:pt x="256032" y="263652"/>
                </a:lnTo>
                <a:close/>
              </a:path>
              <a:path w="378460" h="388620">
                <a:moveTo>
                  <a:pt x="107678" y="259080"/>
                </a:moveTo>
                <a:lnTo>
                  <a:pt x="39624" y="259080"/>
                </a:lnTo>
                <a:lnTo>
                  <a:pt x="57626" y="255889"/>
                </a:lnTo>
                <a:lnTo>
                  <a:pt x="84201" y="250698"/>
                </a:lnTo>
                <a:lnTo>
                  <a:pt x="119348" y="243220"/>
                </a:lnTo>
                <a:lnTo>
                  <a:pt x="163068" y="233172"/>
                </a:lnTo>
                <a:lnTo>
                  <a:pt x="164592" y="239268"/>
                </a:lnTo>
                <a:lnTo>
                  <a:pt x="107678" y="259080"/>
                </a:lnTo>
                <a:close/>
              </a:path>
              <a:path w="378460" h="388620">
                <a:moveTo>
                  <a:pt x="25907" y="382524"/>
                </a:moveTo>
                <a:lnTo>
                  <a:pt x="3048" y="347472"/>
                </a:lnTo>
                <a:lnTo>
                  <a:pt x="41933" y="338613"/>
                </a:lnTo>
                <a:lnTo>
                  <a:pt x="83248" y="328041"/>
                </a:lnTo>
                <a:lnTo>
                  <a:pt x="127134" y="315753"/>
                </a:lnTo>
                <a:lnTo>
                  <a:pt x="173736" y="301752"/>
                </a:lnTo>
                <a:lnTo>
                  <a:pt x="175260" y="309372"/>
                </a:lnTo>
                <a:lnTo>
                  <a:pt x="139279" y="323349"/>
                </a:lnTo>
                <a:lnTo>
                  <a:pt x="85034" y="345590"/>
                </a:lnTo>
                <a:lnTo>
                  <a:pt x="41910" y="368046"/>
                </a:lnTo>
                <a:lnTo>
                  <a:pt x="32765" y="375427"/>
                </a:lnTo>
                <a:lnTo>
                  <a:pt x="25907" y="382524"/>
                </a:lnTo>
                <a:close/>
              </a:path>
              <a:path w="378460" h="388620">
                <a:moveTo>
                  <a:pt x="303276" y="388620"/>
                </a:moveTo>
                <a:lnTo>
                  <a:pt x="298418" y="376023"/>
                </a:lnTo>
                <a:lnTo>
                  <a:pt x="286131" y="365569"/>
                </a:lnTo>
                <a:lnTo>
                  <a:pt x="266414" y="357116"/>
                </a:lnTo>
                <a:lnTo>
                  <a:pt x="239268" y="350520"/>
                </a:lnTo>
                <a:lnTo>
                  <a:pt x="239268" y="344424"/>
                </a:lnTo>
                <a:lnTo>
                  <a:pt x="291846" y="346329"/>
                </a:lnTo>
                <a:lnTo>
                  <a:pt x="307848" y="346567"/>
                </a:lnTo>
                <a:lnTo>
                  <a:pt x="353387" y="346567"/>
                </a:lnTo>
                <a:lnTo>
                  <a:pt x="350901" y="354377"/>
                </a:lnTo>
                <a:lnTo>
                  <a:pt x="342900" y="365760"/>
                </a:lnTo>
                <a:lnTo>
                  <a:pt x="334351" y="373189"/>
                </a:lnTo>
                <a:lnTo>
                  <a:pt x="324802" y="379476"/>
                </a:lnTo>
                <a:lnTo>
                  <a:pt x="314396" y="384619"/>
                </a:lnTo>
                <a:lnTo>
                  <a:pt x="303276" y="3886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6" name="object 96"/>
          <p:cNvSpPr/>
          <p:nvPr/>
        </p:nvSpPr>
        <p:spPr>
          <a:xfrm>
            <a:off x="3456419" y="5670816"/>
            <a:ext cx="1297305" cy="414655"/>
          </a:xfrm>
          <a:custGeom>
            <a:avLst/>
            <a:gdLst/>
            <a:ahLst/>
            <a:cxnLst/>
            <a:rect l="l" t="t" r="r" b="b"/>
            <a:pathLst>
              <a:path w="1297304" h="414654">
                <a:moveTo>
                  <a:pt x="304800" y="181356"/>
                </a:moveTo>
                <a:lnTo>
                  <a:pt x="272796" y="149352"/>
                </a:lnTo>
                <a:lnTo>
                  <a:pt x="251460" y="170688"/>
                </a:lnTo>
                <a:lnTo>
                  <a:pt x="94488" y="170688"/>
                </a:lnTo>
                <a:lnTo>
                  <a:pt x="109728" y="185928"/>
                </a:lnTo>
                <a:lnTo>
                  <a:pt x="119138" y="183921"/>
                </a:lnTo>
                <a:lnTo>
                  <a:pt x="128968" y="182499"/>
                </a:lnTo>
                <a:lnTo>
                  <a:pt x="139090" y="181635"/>
                </a:lnTo>
                <a:lnTo>
                  <a:pt x="149352" y="181356"/>
                </a:lnTo>
                <a:lnTo>
                  <a:pt x="304800" y="181356"/>
                </a:lnTo>
                <a:close/>
              </a:path>
              <a:path w="1297304" h="414654">
                <a:moveTo>
                  <a:pt x="387096" y="256032"/>
                </a:moveTo>
                <a:lnTo>
                  <a:pt x="353568" y="220980"/>
                </a:lnTo>
                <a:lnTo>
                  <a:pt x="329184" y="245364"/>
                </a:lnTo>
                <a:lnTo>
                  <a:pt x="27432" y="245364"/>
                </a:lnTo>
                <a:lnTo>
                  <a:pt x="44196" y="260604"/>
                </a:lnTo>
                <a:lnTo>
                  <a:pt x="53632" y="258597"/>
                </a:lnTo>
                <a:lnTo>
                  <a:pt x="63627" y="257175"/>
                </a:lnTo>
                <a:lnTo>
                  <a:pt x="74206" y="256311"/>
                </a:lnTo>
                <a:lnTo>
                  <a:pt x="85344" y="256032"/>
                </a:lnTo>
                <a:lnTo>
                  <a:pt x="164592" y="256032"/>
                </a:lnTo>
                <a:lnTo>
                  <a:pt x="138874" y="301675"/>
                </a:lnTo>
                <a:lnTo>
                  <a:pt x="106641" y="343369"/>
                </a:lnTo>
                <a:lnTo>
                  <a:pt x="75869" y="368515"/>
                </a:lnTo>
                <a:lnTo>
                  <a:pt x="62484" y="373380"/>
                </a:lnTo>
                <a:lnTo>
                  <a:pt x="79248" y="408432"/>
                </a:lnTo>
                <a:lnTo>
                  <a:pt x="131978" y="395998"/>
                </a:lnTo>
                <a:lnTo>
                  <a:pt x="306324" y="374904"/>
                </a:lnTo>
                <a:lnTo>
                  <a:pt x="311759" y="383755"/>
                </a:lnTo>
                <a:lnTo>
                  <a:pt x="316611" y="392049"/>
                </a:lnTo>
                <a:lnTo>
                  <a:pt x="320903" y="399757"/>
                </a:lnTo>
                <a:lnTo>
                  <a:pt x="324612" y="406908"/>
                </a:lnTo>
                <a:lnTo>
                  <a:pt x="327660" y="411480"/>
                </a:lnTo>
                <a:lnTo>
                  <a:pt x="329184" y="414528"/>
                </a:lnTo>
                <a:lnTo>
                  <a:pt x="333756" y="414528"/>
                </a:lnTo>
                <a:lnTo>
                  <a:pt x="336804" y="409956"/>
                </a:lnTo>
                <a:lnTo>
                  <a:pt x="341376" y="403860"/>
                </a:lnTo>
                <a:lnTo>
                  <a:pt x="345948" y="396240"/>
                </a:lnTo>
                <a:lnTo>
                  <a:pt x="347472" y="390144"/>
                </a:lnTo>
                <a:lnTo>
                  <a:pt x="347472" y="385572"/>
                </a:lnTo>
                <a:lnTo>
                  <a:pt x="346049" y="377520"/>
                </a:lnTo>
                <a:lnTo>
                  <a:pt x="344703" y="374904"/>
                </a:lnTo>
                <a:lnTo>
                  <a:pt x="343916" y="373380"/>
                </a:lnTo>
                <a:lnTo>
                  <a:pt x="341757" y="369189"/>
                </a:lnTo>
                <a:lnTo>
                  <a:pt x="310045" y="340245"/>
                </a:lnTo>
                <a:lnTo>
                  <a:pt x="268897" y="313436"/>
                </a:lnTo>
                <a:lnTo>
                  <a:pt x="242316" y="297180"/>
                </a:lnTo>
                <a:lnTo>
                  <a:pt x="236220" y="303276"/>
                </a:lnTo>
                <a:lnTo>
                  <a:pt x="255422" y="320128"/>
                </a:lnTo>
                <a:lnTo>
                  <a:pt x="272034" y="336423"/>
                </a:lnTo>
                <a:lnTo>
                  <a:pt x="286372" y="352132"/>
                </a:lnTo>
                <a:lnTo>
                  <a:pt x="298704" y="367284"/>
                </a:lnTo>
                <a:lnTo>
                  <a:pt x="124904" y="372846"/>
                </a:lnTo>
                <a:lnTo>
                  <a:pt x="91440" y="373380"/>
                </a:lnTo>
                <a:lnTo>
                  <a:pt x="113144" y="358825"/>
                </a:lnTo>
                <a:lnTo>
                  <a:pt x="136969" y="338137"/>
                </a:lnTo>
                <a:lnTo>
                  <a:pt x="162814" y="311442"/>
                </a:lnTo>
                <a:lnTo>
                  <a:pt x="190500" y="278892"/>
                </a:lnTo>
                <a:lnTo>
                  <a:pt x="207264" y="272796"/>
                </a:lnTo>
                <a:lnTo>
                  <a:pt x="182880" y="256032"/>
                </a:lnTo>
                <a:lnTo>
                  <a:pt x="387096" y="256032"/>
                </a:lnTo>
                <a:close/>
              </a:path>
              <a:path w="1297304" h="414654">
                <a:moveTo>
                  <a:pt x="409956" y="164592"/>
                </a:moveTo>
                <a:lnTo>
                  <a:pt x="344995" y="147637"/>
                </a:lnTo>
                <a:lnTo>
                  <a:pt x="288036" y="115824"/>
                </a:lnTo>
                <a:lnTo>
                  <a:pt x="241554" y="77343"/>
                </a:lnTo>
                <a:lnTo>
                  <a:pt x="215265" y="45720"/>
                </a:lnTo>
                <a:lnTo>
                  <a:pt x="208788" y="36576"/>
                </a:lnTo>
                <a:lnTo>
                  <a:pt x="225552" y="25908"/>
                </a:lnTo>
                <a:lnTo>
                  <a:pt x="188976" y="0"/>
                </a:lnTo>
                <a:lnTo>
                  <a:pt x="174688" y="32829"/>
                </a:lnTo>
                <a:lnTo>
                  <a:pt x="156972" y="64960"/>
                </a:lnTo>
                <a:lnTo>
                  <a:pt x="111252" y="126492"/>
                </a:lnTo>
                <a:lnTo>
                  <a:pt x="84658" y="154508"/>
                </a:lnTo>
                <a:lnTo>
                  <a:pt x="29171" y="200850"/>
                </a:lnTo>
                <a:lnTo>
                  <a:pt x="0" y="219456"/>
                </a:lnTo>
                <a:lnTo>
                  <a:pt x="4572" y="224028"/>
                </a:lnTo>
                <a:lnTo>
                  <a:pt x="64389" y="189738"/>
                </a:lnTo>
                <a:lnTo>
                  <a:pt x="117348" y="146304"/>
                </a:lnTo>
                <a:lnTo>
                  <a:pt x="163258" y="98298"/>
                </a:lnTo>
                <a:lnTo>
                  <a:pt x="201168" y="45720"/>
                </a:lnTo>
                <a:lnTo>
                  <a:pt x="221157" y="74244"/>
                </a:lnTo>
                <a:lnTo>
                  <a:pt x="263969" y="123291"/>
                </a:lnTo>
                <a:lnTo>
                  <a:pt x="309067" y="160985"/>
                </a:lnTo>
                <a:lnTo>
                  <a:pt x="351878" y="186753"/>
                </a:lnTo>
                <a:lnTo>
                  <a:pt x="371856" y="195072"/>
                </a:lnTo>
                <a:lnTo>
                  <a:pt x="376745" y="185928"/>
                </a:lnTo>
                <a:lnTo>
                  <a:pt x="384619" y="179070"/>
                </a:lnTo>
                <a:lnTo>
                  <a:pt x="395655" y="174498"/>
                </a:lnTo>
                <a:lnTo>
                  <a:pt x="409956" y="172212"/>
                </a:lnTo>
                <a:lnTo>
                  <a:pt x="409956" y="164592"/>
                </a:lnTo>
                <a:close/>
              </a:path>
              <a:path w="1297304" h="414654">
                <a:moveTo>
                  <a:pt x="524268" y="141719"/>
                </a:moveTo>
                <a:lnTo>
                  <a:pt x="501218" y="109334"/>
                </a:lnTo>
                <a:lnTo>
                  <a:pt x="464832" y="80759"/>
                </a:lnTo>
                <a:lnTo>
                  <a:pt x="460260" y="85331"/>
                </a:lnTo>
                <a:lnTo>
                  <a:pt x="472592" y="104457"/>
                </a:lnTo>
                <a:lnTo>
                  <a:pt x="482358" y="122859"/>
                </a:lnTo>
                <a:lnTo>
                  <a:pt x="489826" y="140411"/>
                </a:lnTo>
                <a:lnTo>
                  <a:pt x="495312" y="156959"/>
                </a:lnTo>
                <a:lnTo>
                  <a:pt x="498360" y="170675"/>
                </a:lnTo>
                <a:lnTo>
                  <a:pt x="502932" y="176771"/>
                </a:lnTo>
                <a:lnTo>
                  <a:pt x="507504" y="176771"/>
                </a:lnTo>
                <a:lnTo>
                  <a:pt x="512076" y="173723"/>
                </a:lnTo>
                <a:lnTo>
                  <a:pt x="516648" y="166103"/>
                </a:lnTo>
                <a:lnTo>
                  <a:pt x="522744" y="158483"/>
                </a:lnTo>
                <a:lnTo>
                  <a:pt x="524268" y="152387"/>
                </a:lnTo>
                <a:lnTo>
                  <a:pt x="524268" y="141719"/>
                </a:lnTo>
                <a:close/>
              </a:path>
              <a:path w="1297304" h="414654">
                <a:moveTo>
                  <a:pt x="592848" y="25895"/>
                </a:moveTo>
                <a:lnTo>
                  <a:pt x="548652" y="7607"/>
                </a:lnTo>
                <a:lnTo>
                  <a:pt x="549770" y="28498"/>
                </a:lnTo>
                <a:lnTo>
                  <a:pt x="550735" y="68186"/>
                </a:lnTo>
                <a:lnTo>
                  <a:pt x="551345" y="120383"/>
                </a:lnTo>
                <a:lnTo>
                  <a:pt x="551472" y="140411"/>
                </a:lnTo>
                <a:lnTo>
                  <a:pt x="551700" y="205727"/>
                </a:lnTo>
                <a:lnTo>
                  <a:pt x="515975" y="235216"/>
                </a:lnTo>
                <a:lnTo>
                  <a:pt x="486549" y="257543"/>
                </a:lnTo>
                <a:lnTo>
                  <a:pt x="463397" y="273024"/>
                </a:lnTo>
                <a:lnTo>
                  <a:pt x="446544" y="281927"/>
                </a:lnTo>
                <a:lnTo>
                  <a:pt x="469404" y="312407"/>
                </a:lnTo>
                <a:lnTo>
                  <a:pt x="479691" y="297002"/>
                </a:lnTo>
                <a:lnTo>
                  <a:pt x="496836" y="276021"/>
                </a:lnTo>
                <a:lnTo>
                  <a:pt x="520839" y="249618"/>
                </a:lnTo>
                <a:lnTo>
                  <a:pt x="551700" y="217919"/>
                </a:lnTo>
                <a:lnTo>
                  <a:pt x="551434" y="286486"/>
                </a:lnTo>
                <a:lnTo>
                  <a:pt x="550735" y="341426"/>
                </a:lnTo>
                <a:lnTo>
                  <a:pt x="549770" y="381876"/>
                </a:lnTo>
                <a:lnTo>
                  <a:pt x="548652" y="408419"/>
                </a:lnTo>
                <a:lnTo>
                  <a:pt x="577608" y="394703"/>
                </a:lnTo>
                <a:lnTo>
                  <a:pt x="576719" y="378155"/>
                </a:lnTo>
                <a:lnTo>
                  <a:pt x="576275" y="358317"/>
                </a:lnTo>
                <a:lnTo>
                  <a:pt x="576148" y="341426"/>
                </a:lnTo>
                <a:lnTo>
                  <a:pt x="576084" y="217919"/>
                </a:lnTo>
                <a:lnTo>
                  <a:pt x="576084" y="38087"/>
                </a:lnTo>
                <a:lnTo>
                  <a:pt x="592848" y="25895"/>
                </a:lnTo>
                <a:close/>
              </a:path>
              <a:path w="1297304" h="414654">
                <a:moveTo>
                  <a:pt x="815352" y="80759"/>
                </a:moveTo>
                <a:lnTo>
                  <a:pt x="783920" y="46659"/>
                </a:lnTo>
                <a:lnTo>
                  <a:pt x="749820" y="31991"/>
                </a:lnTo>
                <a:lnTo>
                  <a:pt x="745248" y="36563"/>
                </a:lnTo>
                <a:lnTo>
                  <a:pt x="760958" y="53136"/>
                </a:lnTo>
                <a:lnTo>
                  <a:pt x="773823" y="68567"/>
                </a:lnTo>
                <a:lnTo>
                  <a:pt x="783818" y="82854"/>
                </a:lnTo>
                <a:lnTo>
                  <a:pt x="790968" y="95999"/>
                </a:lnTo>
                <a:lnTo>
                  <a:pt x="795540" y="106667"/>
                </a:lnTo>
                <a:lnTo>
                  <a:pt x="800112" y="111239"/>
                </a:lnTo>
                <a:lnTo>
                  <a:pt x="804684" y="111239"/>
                </a:lnTo>
                <a:lnTo>
                  <a:pt x="806208" y="108191"/>
                </a:lnTo>
                <a:lnTo>
                  <a:pt x="809256" y="100571"/>
                </a:lnTo>
                <a:lnTo>
                  <a:pt x="813828" y="92951"/>
                </a:lnTo>
                <a:lnTo>
                  <a:pt x="815352" y="85331"/>
                </a:lnTo>
                <a:lnTo>
                  <a:pt x="815352" y="80759"/>
                </a:lnTo>
                <a:close/>
              </a:path>
              <a:path w="1297304" h="414654">
                <a:moveTo>
                  <a:pt x="854976" y="373367"/>
                </a:moveTo>
                <a:lnTo>
                  <a:pt x="818400" y="350139"/>
                </a:lnTo>
                <a:lnTo>
                  <a:pt x="787311" y="316953"/>
                </a:lnTo>
                <a:lnTo>
                  <a:pt x="761707" y="273735"/>
                </a:lnTo>
                <a:lnTo>
                  <a:pt x="741591" y="220433"/>
                </a:lnTo>
                <a:lnTo>
                  <a:pt x="726960" y="156959"/>
                </a:lnTo>
                <a:lnTo>
                  <a:pt x="850404" y="156959"/>
                </a:lnTo>
                <a:lnTo>
                  <a:pt x="816876" y="120383"/>
                </a:lnTo>
                <a:lnTo>
                  <a:pt x="790968" y="146291"/>
                </a:lnTo>
                <a:lnTo>
                  <a:pt x="707148" y="146291"/>
                </a:lnTo>
                <a:lnTo>
                  <a:pt x="707148" y="41135"/>
                </a:lnTo>
                <a:lnTo>
                  <a:pt x="725436" y="27419"/>
                </a:lnTo>
                <a:lnTo>
                  <a:pt x="681240" y="9131"/>
                </a:lnTo>
                <a:lnTo>
                  <a:pt x="682498" y="57899"/>
                </a:lnTo>
                <a:lnTo>
                  <a:pt x="682739" y="119341"/>
                </a:lnTo>
                <a:lnTo>
                  <a:pt x="682764" y="146291"/>
                </a:lnTo>
                <a:lnTo>
                  <a:pt x="583704" y="146291"/>
                </a:lnTo>
                <a:lnTo>
                  <a:pt x="598944" y="161531"/>
                </a:lnTo>
                <a:lnTo>
                  <a:pt x="609244" y="159537"/>
                </a:lnTo>
                <a:lnTo>
                  <a:pt x="619709" y="158102"/>
                </a:lnTo>
                <a:lnTo>
                  <a:pt x="630440" y="157251"/>
                </a:lnTo>
                <a:lnTo>
                  <a:pt x="641616" y="156959"/>
                </a:lnTo>
                <a:lnTo>
                  <a:pt x="682764" y="156959"/>
                </a:lnTo>
                <a:lnTo>
                  <a:pt x="677291" y="209664"/>
                </a:lnTo>
                <a:lnTo>
                  <a:pt x="666953" y="258000"/>
                </a:lnTo>
                <a:lnTo>
                  <a:pt x="651713" y="301929"/>
                </a:lnTo>
                <a:lnTo>
                  <a:pt x="631507" y="341426"/>
                </a:lnTo>
                <a:lnTo>
                  <a:pt x="606310" y="376428"/>
                </a:lnTo>
                <a:lnTo>
                  <a:pt x="576084" y="406895"/>
                </a:lnTo>
                <a:lnTo>
                  <a:pt x="579132" y="411467"/>
                </a:lnTo>
                <a:lnTo>
                  <a:pt x="615708" y="384683"/>
                </a:lnTo>
                <a:lnTo>
                  <a:pt x="646188" y="351586"/>
                </a:lnTo>
                <a:lnTo>
                  <a:pt x="670572" y="312216"/>
                </a:lnTo>
                <a:lnTo>
                  <a:pt x="688860" y="266636"/>
                </a:lnTo>
                <a:lnTo>
                  <a:pt x="701052" y="214871"/>
                </a:lnTo>
                <a:lnTo>
                  <a:pt x="707148" y="156959"/>
                </a:lnTo>
                <a:lnTo>
                  <a:pt x="717816" y="156959"/>
                </a:lnTo>
                <a:lnTo>
                  <a:pt x="726046" y="217868"/>
                </a:lnTo>
                <a:lnTo>
                  <a:pt x="739762" y="272542"/>
                </a:lnTo>
                <a:lnTo>
                  <a:pt x="758964" y="321005"/>
                </a:lnTo>
                <a:lnTo>
                  <a:pt x="783653" y="363258"/>
                </a:lnTo>
                <a:lnTo>
                  <a:pt x="813828" y="399275"/>
                </a:lnTo>
                <a:lnTo>
                  <a:pt x="821537" y="390423"/>
                </a:lnTo>
                <a:lnTo>
                  <a:pt x="830973" y="384416"/>
                </a:lnTo>
                <a:lnTo>
                  <a:pt x="842111" y="381279"/>
                </a:lnTo>
                <a:lnTo>
                  <a:pt x="854976" y="380987"/>
                </a:lnTo>
                <a:lnTo>
                  <a:pt x="854976" y="373367"/>
                </a:lnTo>
                <a:close/>
              </a:path>
              <a:path w="1297304" h="414654">
                <a:moveTo>
                  <a:pt x="966216" y="280403"/>
                </a:moveTo>
                <a:lnTo>
                  <a:pt x="960120" y="278879"/>
                </a:lnTo>
                <a:lnTo>
                  <a:pt x="950937" y="300012"/>
                </a:lnTo>
                <a:lnTo>
                  <a:pt x="941451" y="317550"/>
                </a:lnTo>
                <a:lnTo>
                  <a:pt x="931405" y="331393"/>
                </a:lnTo>
                <a:lnTo>
                  <a:pt x="920496" y="341363"/>
                </a:lnTo>
                <a:lnTo>
                  <a:pt x="911352" y="348983"/>
                </a:lnTo>
                <a:lnTo>
                  <a:pt x="906780" y="355079"/>
                </a:lnTo>
                <a:lnTo>
                  <a:pt x="906780" y="361175"/>
                </a:lnTo>
                <a:lnTo>
                  <a:pt x="912876" y="364223"/>
                </a:lnTo>
                <a:lnTo>
                  <a:pt x="922020" y="367271"/>
                </a:lnTo>
                <a:lnTo>
                  <a:pt x="932688" y="367271"/>
                </a:lnTo>
                <a:lnTo>
                  <a:pt x="960120" y="335267"/>
                </a:lnTo>
                <a:lnTo>
                  <a:pt x="965911" y="294982"/>
                </a:lnTo>
                <a:lnTo>
                  <a:pt x="966216" y="280403"/>
                </a:lnTo>
                <a:close/>
              </a:path>
              <a:path w="1297304" h="414654">
                <a:moveTo>
                  <a:pt x="1123188" y="307835"/>
                </a:moveTo>
                <a:lnTo>
                  <a:pt x="1098829" y="269862"/>
                </a:lnTo>
                <a:lnTo>
                  <a:pt x="1059180" y="249923"/>
                </a:lnTo>
                <a:lnTo>
                  <a:pt x="1054608" y="256019"/>
                </a:lnTo>
                <a:lnTo>
                  <a:pt x="1070063" y="271437"/>
                </a:lnTo>
                <a:lnTo>
                  <a:pt x="1082230" y="285546"/>
                </a:lnTo>
                <a:lnTo>
                  <a:pt x="1091260" y="298246"/>
                </a:lnTo>
                <a:lnTo>
                  <a:pt x="1097280" y="309359"/>
                </a:lnTo>
                <a:lnTo>
                  <a:pt x="1100328" y="320027"/>
                </a:lnTo>
                <a:lnTo>
                  <a:pt x="1104900" y="324599"/>
                </a:lnTo>
                <a:lnTo>
                  <a:pt x="1109472" y="324599"/>
                </a:lnTo>
                <a:lnTo>
                  <a:pt x="1112520" y="323075"/>
                </a:lnTo>
                <a:lnTo>
                  <a:pt x="1117092" y="318503"/>
                </a:lnTo>
                <a:lnTo>
                  <a:pt x="1120140" y="313931"/>
                </a:lnTo>
                <a:lnTo>
                  <a:pt x="1123188" y="307835"/>
                </a:lnTo>
                <a:close/>
              </a:path>
              <a:path w="1297304" h="414654">
                <a:moveTo>
                  <a:pt x="1205484" y="373367"/>
                </a:moveTo>
                <a:lnTo>
                  <a:pt x="1182052" y="332028"/>
                </a:lnTo>
                <a:lnTo>
                  <a:pt x="1179576" y="304787"/>
                </a:lnTo>
                <a:lnTo>
                  <a:pt x="1171956" y="304787"/>
                </a:lnTo>
                <a:lnTo>
                  <a:pt x="1169390" y="348081"/>
                </a:lnTo>
                <a:lnTo>
                  <a:pt x="1143000" y="374891"/>
                </a:lnTo>
                <a:lnTo>
                  <a:pt x="1051560" y="374891"/>
                </a:lnTo>
                <a:lnTo>
                  <a:pt x="1030224" y="286499"/>
                </a:lnTo>
                <a:lnTo>
                  <a:pt x="1043940" y="274307"/>
                </a:lnTo>
                <a:lnTo>
                  <a:pt x="1004316" y="254495"/>
                </a:lnTo>
                <a:lnTo>
                  <a:pt x="1005217" y="275831"/>
                </a:lnTo>
                <a:lnTo>
                  <a:pt x="1005649" y="300024"/>
                </a:lnTo>
                <a:lnTo>
                  <a:pt x="1005776" y="321703"/>
                </a:lnTo>
                <a:lnTo>
                  <a:pt x="1005840" y="362699"/>
                </a:lnTo>
                <a:lnTo>
                  <a:pt x="1008722" y="378663"/>
                </a:lnTo>
                <a:lnTo>
                  <a:pt x="1017460" y="389750"/>
                </a:lnTo>
                <a:lnTo>
                  <a:pt x="1032205" y="395706"/>
                </a:lnTo>
                <a:lnTo>
                  <a:pt x="1053084" y="396227"/>
                </a:lnTo>
                <a:lnTo>
                  <a:pt x="1158240" y="396227"/>
                </a:lnTo>
                <a:lnTo>
                  <a:pt x="1173988" y="395655"/>
                </a:lnTo>
                <a:lnTo>
                  <a:pt x="1187005" y="391655"/>
                </a:lnTo>
                <a:lnTo>
                  <a:pt x="1197470" y="384225"/>
                </a:lnTo>
                <a:lnTo>
                  <a:pt x="1204366" y="374891"/>
                </a:lnTo>
                <a:lnTo>
                  <a:pt x="1205484" y="373367"/>
                </a:lnTo>
                <a:close/>
              </a:path>
              <a:path w="1297304" h="414654">
                <a:moveTo>
                  <a:pt x="1271244" y="331393"/>
                </a:moveTo>
                <a:lnTo>
                  <a:pt x="1236154" y="293547"/>
                </a:lnTo>
                <a:lnTo>
                  <a:pt x="1200912" y="272783"/>
                </a:lnTo>
                <a:lnTo>
                  <a:pt x="1196340" y="275831"/>
                </a:lnTo>
                <a:lnTo>
                  <a:pt x="1212037" y="294678"/>
                </a:lnTo>
                <a:lnTo>
                  <a:pt x="1224724" y="312216"/>
                </a:lnTo>
                <a:lnTo>
                  <a:pt x="1234274" y="328345"/>
                </a:lnTo>
                <a:lnTo>
                  <a:pt x="1240536" y="342887"/>
                </a:lnTo>
                <a:lnTo>
                  <a:pt x="1245108" y="356603"/>
                </a:lnTo>
                <a:lnTo>
                  <a:pt x="1249680" y="362699"/>
                </a:lnTo>
                <a:lnTo>
                  <a:pt x="1255776" y="362699"/>
                </a:lnTo>
                <a:lnTo>
                  <a:pt x="1258824" y="361175"/>
                </a:lnTo>
                <a:lnTo>
                  <a:pt x="1263396" y="358127"/>
                </a:lnTo>
                <a:lnTo>
                  <a:pt x="1266444" y="355079"/>
                </a:lnTo>
                <a:lnTo>
                  <a:pt x="1269492" y="348983"/>
                </a:lnTo>
                <a:lnTo>
                  <a:pt x="1271016" y="338315"/>
                </a:lnTo>
                <a:lnTo>
                  <a:pt x="1271244" y="331393"/>
                </a:lnTo>
                <a:close/>
              </a:path>
              <a:path w="1297304" h="414654">
                <a:moveTo>
                  <a:pt x="1296924" y="220967"/>
                </a:moveTo>
                <a:lnTo>
                  <a:pt x="1249108" y="211251"/>
                </a:lnTo>
                <a:lnTo>
                  <a:pt x="1197864" y="188963"/>
                </a:lnTo>
                <a:lnTo>
                  <a:pt x="1147572" y="152387"/>
                </a:lnTo>
                <a:lnTo>
                  <a:pt x="1106424" y="97523"/>
                </a:lnTo>
                <a:lnTo>
                  <a:pt x="1287780" y="97523"/>
                </a:lnTo>
                <a:lnTo>
                  <a:pt x="1251204" y="60947"/>
                </a:lnTo>
                <a:lnTo>
                  <a:pt x="1225296" y="86855"/>
                </a:lnTo>
                <a:lnTo>
                  <a:pt x="1091184" y="86855"/>
                </a:lnTo>
                <a:lnTo>
                  <a:pt x="1098042" y="45288"/>
                </a:lnTo>
                <a:lnTo>
                  <a:pt x="1117092" y="24371"/>
                </a:lnTo>
                <a:lnTo>
                  <a:pt x="1072896" y="3035"/>
                </a:lnTo>
                <a:lnTo>
                  <a:pt x="1072349" y="21069"/>
                </a:lnTo>
                <a:lnTo>
                  <a:pt x="1070800" y="40944"/>
                </a:lnTo>
                <a:lnTo>
                  <a:pt x="1068400" y="62839"/>
                </a:lnTo>
                <a:lnTo>
                  <a:pt x="1065276" y="86855"/>
                </a:lnTo>
                <a:lnTo>
                  <a:pt x="902208" y="86855"/>
                </a:lnTo>
                <a:lnTo>
                  <a:pt x="917448" y="102095"/>
                </a:lnTo>
                <a:lnTo>
                  <a:pt x="927760" y="100101"/>
                </a:lnTo>
                <a:lnTo>
                  <a:pt x="938212" y="98666"/>
                </a:lnTo>
                <a:lnTo>
                  <a:pt x="948956" y="97815"/>
                </a:lnTo>
                <a:lnTo>
                  <a:pt x="960120" y="97523"/>
                </a:lnTo>
                <a:lnTo>
                  <a:pt x="1063752" y="97523"/>
                </a:lnTo>
                <a:lnTo>
                  <a:pt x="1039558" y="152577"/>
                </a:lnTo>
                <a:lnTo>
                  <a:pt x="1002792" y="195059"/>
                </a:lnTo>
                <a:lnTo>
                  <a:pt x="953452" y="228396"/>
                </a:lnTo>
                <a:lnTo>
                  <a:pt x="891540" y="251447"/>
                </a:lnTo>
                <a:lnTo>
                  <a:pt x="894588" y="259067"/>
                </a:lnTo>
                <a:lnTo>
                  <a:pt x="939126" y="245948"/>
                </a:lnTo>
                <a:lnTo>
                  <a:pt x="978789" y="229539"/>
                </a:lnTo>
                <a:lnTo>
                  <a:pt x="1013320" y="209994"/>
                </a:lnTo>
                <a:lnTo>
                  <a:pt x="1042416" y="187439"/>
                </a:lnTo>
                <a:lnTo>
                  <a:pt x="1058189" y="199999"/>
                </a:lnTo>
                <a:lnTo>
                  <a:pt x="1071372" y="212394"/>
                </a:lnTo>
                <a:lnTo>
                  <a:pt x="1082281" y="224523"/>
                </a:lnTo>
                <a:lnTo>
                  <a:pt x="1091184" y="236207"/>
                </a:lnTo>
                <a:lnTo>
                  <a:pt x="1096619" y="244208"/>
                </a:lnTo>
                <a:lnTo>
                  <a:pt x="1101471" y="249923"/>
                </a:lnTo>
                <a:lnTo>
                  <a:pt x="1105763" y="253352"/>
                </a:lnTo>
                <a:lnTo>
                  <a:pt x="1109472" y="254495"/>
                </a:lnTo>
                <a:lnTo>
                  <a:pt x="1118616" y="245351"/>
                </a:lnTo>
                <a:lnTo>
                  <a:pt x="1088593" y="199136"/>
                </a:lnTo>
                <a:lnTo>
                  <a:pt x="1048512" y="181343"/>
                </a:lnTo>
                <a:lnTo>
                  <a:pt x="1059662" y="164185"/>
                </a:lnTo>
                <a:lnTo>
                  <a:pt x="1070229" y="144576"/>
                </a:lnTo>
                <a:lnTo>
                  <a:pt x="1080236" y="122415"/>
                </a:lnTo>
                <a:lnTo>
                  <a:pt x="1089660" y="97523"/>
                </a:lnTo>
                <a:lnTo>
                  <a:pt x="1098804" y="97523"/>
                </a:lnTo>
                <a:lnTo>
                  <a:pt x="1119759" y="139433"/>
                </a:lnTo>
                <a:lnTo>
                  <a:pt x="1152144" y="181343"/>
                </a:lnTo>
                <a:lnTo>
                  <a:pt x="1197673" y="220205"/>
                </a:lnTo>
                <a:lnTo>
                  <a:pt x="1260348" y="249923"/>
                </a:lnTo>
                <a:lnTo>
                  <a:pt x="1263497" y="242493"/>
                </a:lnTo>
                <a:lnTo>
                  <a:pt x="1270635" y="236207"/>
                </a:lnTo>
                <a:lnTo>
                  <a:pt x="1281785" y="231063"/>
                </a:lnTo>
                <a:lnTo>
                  <a:pt x="1296924" y="227063"/>
                </a:lnTo>
                <a:lnTo>
                  <a:pt x="1296924" y="22096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7" name="object 97"/>
          <p:cNvSpPr/>
          <p:nvPr/>
        </p:nvSpPr>
        <p:spPr>
          <a:xfrm>
            <a:off x="4800600" y="5670803"/>
            <a:ext cx="845819" cy="408940"/>
          </a:xfrm>
          <a:custGeom>
            <a:avLst/>
            <a:gdLst/>
            <a:ahLst/>
            <a:cxnLst/>
            <a:rect l="l" t="t" r="r" b="b"/>
            <a:pathLst>
              <a:path w="845820" h="408939">
                <a:moveTo>
                  <a:pt x="385572" y="263652"/>
                </a:moveTo>
                <a:lnTo>
                  <a:pt x="361607" y="224536"/>
                </a:lnTo>
                <a:lnTo>
                  <a:pt x="300939" y="179438"/>
                </a:lnTo>
                <a:lnTo>
                  <a:pt x="251460" y="146304"/>
                </a:lnTo>
                <a:lnTo>
                  <a:pt x="245364" y="150876"/>
                </a:lnTo>
                <a:lnTo>
                  <a:pt x="283654" y="186055"/>
                </a:lnTo>
                <a:lnTo>
                  <a:pt x="313944" y="216217"/>
                </a:lnTo>
                <a:lnTo>
                  <a:pt x="336232" y="241541"/>
                </a:lnTo>
                <a:lnTo>
                  <a:pt x="350520" y="262128"/>
                </a:lnTo>
                <a:lnTo>
                  <a:pt x="357035" y="274320"/>
                </a:lnTo>
                <a:lnTo>
                  <a:pt x="362902" y="283464"/>
                </a:lnTo>
                <a:lnTo>
                  <a:pt x="367868" y="289140"/>
                </a:lnTo>
                <a:lnTo>
                  <a:pt x="371856" y="291084"/>
                </a:lnTo>
                <a:lnTo>
                  <a:pt x="373380" y="291084"/>
                </a:lnTo>
                <a:lnTo>
                  <a:pt x="376428" y="286512"/>
                </a:lnTo>
                <a:lnTo>
                  <a:pt x="379476" y="280416"/>
                </a:lnTo>
                <a:lnTo>
                  <a:pt x="384048" y="274320"/>
                </a:lnTo>
                <a:lnTo>
                  <a:pt x="385572" y="268224"/>
                </a:lnTo>
                <a:lnTo>
                  <a:pt x="385572" y="263652"/>
                </a:lnTo>
                <a:close/>
              </a:path>
              <a:path w="845820" h="408939">
                <a:moveTo>
                  <a:pt x="396240" y="47244"/>
                </a:moveTo>
                <a:lnTo>
                  <a:pt x="359664" y="10668"/>
                </a:lnTo>
                <a:lnTo>
                  <a:pt x="332232" y="36576"/>
                </a:lnTo>
                <a:lnTo>
                  <a:pt x="3048" y="36576"/>
                </a:lnTo>
                <a:lnTo>
                  <a:pt x="18288" y="51816"/>
                </a:lnTo>
                <a:lnTo>
                  <a:pt x="28575" y="49822"/>
                </a:lnTo>
                <a:lnTo>
                  <a:pt x="38862" y="48387"/>
                </a:lnTo>
                <a:lnTo>
                  <a:pt x="49149" y="47536"/>
                </a:lnTo>
                <a:lnTo>
                  <a:pt x="59436" y="47244"/>
                </a:lnTo>
                <a:lnTo>
                  <a:pt x="195072" y="47244"/>
                </a:lnTo>
                <a:lnTo>
                  <a:pt x="177660" y="88353"/>
                </a:lnTo>
                <a:lnTo>
                  <a:pt x="157543" y="126873"/>
                </a:lnTo>
                <a:lnTo>
                  <a:pt x="134848" y="162547"/>
                </a:lnTo>
                <a:lnTo>
                  <a:pt x="109728" y="195072"/>
                </a:lnTo>
                <a:lnTo>
                  <a:pt x="83146" y="225653"/>
                </a:lnTo>
                <a:lnTo>
                  <a:pt x="56007" y="253365"/>
                </a:lnTo>
                <a:lnTo>
                  <a:pt x="0" y="300228"/>
                </a:lnTo>
                <a:lnTo>
                  <a:pt x="3048" y="307848"/>
                </a:lnTo>
                <a:lnTo>
                  <a:pt x="46024" y="280593"/>
                </a:lnTo>
                <a:lnTo>
                  <a:pt x="85432" y="249961"/>
                </a:lnTo>
                <a:lnTo>
                  <a:pt x="121323" y="215900"/>
                </a:lnTo>
                <a:lnTo>
                  <a:pt x="153784" y="178320"/>
                </a:lnTo>
                <a:lnTo>
                  <a:pt x="182880" y="137160"/>
                </a:lnTo>
                <a:lnTo>
                  <a:pt x="182854" y="316230"/>
                </a:lnTo>
                <a:lnTo>
                  <a:pt x="182689" y="343662"/>
                </a:lnTo>
                <a:lnTo>
                  <a:pt x="182232" y="373380"/>
                </a:lnTo>
                <a:lnTo>
                  <a:pt x="181356" y="405384"/>
                </a:lnTo>
                <a:lnTo>
                  <a:pt x="211836" y="393192"/>
                </a:lnTo>
                <a:lnTo>
                  <a:pt x="210947" y="377786"/>
                </a:lnTo>
                <a:lnTo>
                  <a:pt x="210502" y="359092"/>
                </a:lnTo>
                <a:lnTo>
                  <a:pt x="210375" y="343662"/>
                </a:lnTo>
                <a:lnTo>
                  <a:pt x="210312" y="146304"/>
                </a:lnTo>
                <a:lnTo>
                  <a:pt x="221742" y="137160"/>
                </a:lnTo>
                <a:lnTo>
                  <a:pt x="225552" y="134112"/>
                </a:lnTo>
                <a:lnTo>
                  <a:pt x="195072" y="115824"/>
                </a:lnTo>
                <a:lnTo>
                  <a:pt x="204825" y="96964"/>
                </a:lnTo>
                <a:lnTo>
                  <a:pt x="222072" y="62674"/>
                </a:lnTo>
                <a:lnTo>
                  <a:pt x="230124" y="47244"/>
                </a:lnTo>
                <a:lnTo>
                  <a:pt x="396240" y="47244"/>
                </a:lnTo>
                <a:close/>
              </a:path>
              <a:path w="845820" h="408939">
                <a:moveTo>
                  <a:pt x="566915" y="126492"/>
                </a:moveTo>
                <a:lnTo>
                  <a:pt x="536435" y="99060"/>
                </a:lnTo>
                <a:lnTo>
                  <a:pt x="528726" y="113347"/>
                </a:lnTo>
                <a:lnTo>
                  <a:pt x="519290" y="128778"/>
                </a:lnTo>
                <a:lnTo>
                  <a:pt x="495287" y="163068"/>
                </a:lnTo>
                <a:lnTo>
                  <a:pt x="467474" y="196024"/>
                </a:lnTo>
                <a:lnTo>
                  <a:pt x="437375" y="225552"/>
                </a:lnTo>
                <a:lnTo>
                  <a:pt x="441947" y="231648"/>
                </a:lnTo>
                <a:lnTo>
                  <a:pt x="470217" y="209130"/>
                </a:lnTo>
                <a:lnTo>
                  <a:pt x="497763" y="185166"/>
                </a:lnTo>
                <a:lnTo>
                  <a:pt x="524459" y="160070"/>
                </a:lnTo>
                <a:lnTo>
                  <a:pt x="550151" y="134112"/>
                </a:lnTo>
                <a:lnTo>
                  <a:pt x="566915" y="126492"/>
                </a:lnTo>
                <a:close/>
              </a:path>
              <a:path w="845820" h="408939">
                <a:moveTo>
                  <a:pt x="833615" y="181356"/>
                </a:moveTo>
                <a:lnTo>
                  <a:pt x="793419" y="146685"/>
                </a:lnTo>
                <a:lnTo>
                  <a:pt x="722363" y="109728"/>
                </a:lnTo>
                <a:lnTo>
                  <a:pt x="717791" y="114300"/>
                </a:lnTo>
                <a:lnTo>
                  <a:pt x="746963" y="136906"/>
                </a:lnTo>
                <a:lnTo>
                  <a:pt x="770559" y="156781"/>
                </a:lnTo>
                <a:lnTo>
                  <a:pt x="788733" y="174104"/>
                </a:lnTo>
                <a:lnTo>
                  <a:pt x="801611" y="188976"/>
                </a:lnTo>
                <a:lnTo>
                  <a:pt x="808812" y="197866"/>
                </a:lnTo>
                <a:lnTo>
                  <a:pt x="814565" y="204025"/>
                </a:lnTo>
                <a:lnTo>
                  <a:pt x="819188" y="207632"/>
                </a:lnTo>
                <a:lnTo>
                  <a:pt x="822947" y="208788"/>
                </a:lnTo>
                <a:lnTo>
                  <a:pt x="825995" y="208788"/>
                </a:lnTo>
                <a:lnTo>
                  <a:pt x="827519" y="205740"/>
                </a:lnTo>
                <a:lnTo>
                  <a:pt x="830567" y="201168"/>
                </a:lnTo>
                <a:lnTo>
                  <a:pt x="833615" y="192024"/>
                </a:lnTo>
                <a:lnTo>
                  <a:pt x="833615" y="181356"/>
                </a:lnTo>
                <a:close/>
              </a:path>
              <a:path w="845820" h="408939">
                <a:moveTo>
                  <a:pt x="845807" y="379476"/>
                </a:moveTo>
                <a:lnTo>
                  <a:pt x="791756" y="372364"/>
                </a:lnTo>
                <a:lnTo>
                  <a:pt x="743699" y="360235"/>
                </a:lnTo>
                <a:lnTo>
                  <a:pt x="701370" y="343268"/>
                </a:lnTo>
                <a:lnTo>
                  <a:pt x="687793" y="335280"/>
                </a:lnTo>
                <a:lnTo>
                  <a:pt x="664451" y="321564"/>
                </a:lnTo>
                <a:lnTo>
                  <a:pt x="680085" y="307848"/>
                </a:lnTo>
                <a:lnTo>
                  <a:pt x="690638" y="298589"/>
                </a:lnTo>
                <a:lnTo>
                  <a:pt x="714743" y="275272"/>
                </a:lnTo>
                <a:lnTo>
                  <a:pt x="736460" y="252349"/>
                </a:lnTo>
                <a:lnTo>
                  <a:pt x="755891" y="230124"/>
                </a:lnTo>
                <a:lnTo>
                  <a:pt x="771131" y="222504"/>
                </a:lnTo>
                <a:lnTo>
                  <a:pt x="774179" y="220980"/>
                </a:lnTo>
                <a:lnTo>
                  <a:pt x="745223" y="193548"/>
                </a:lnTo>
                <a:lnTo>
                  <a:pt x="726935" y="211836"/>
                </a:lnTo>
                <a:lnTo>
                  <a:pt x="726935" y="222504"/>
                </a:lnTo>
                <a:lnTo>
                  <a:pt x="705789" y="248272"/>
                </a:lnTo>
                <a:lnTo>
                  <a:pt x="685787" y="270891"/>
                </a:lnTo>
                <a:lnTo>
                  <a:pt x="666927" y="290664"/>
                </a:lnTo>
                <a:lnTo>
                  <a:pt x="649211" y="307848"/>
                </a:lnTo>
                <a:lnTo>
                  <a:pt x="630097" y="289585"/>
                </a:lnTo>
                <a:lnTo>
                  <a:pt x="611682" y="269176"/>
                </a:lnTo>
                <a:lnTo>
                  <a:pt x="594144" y="246773"/>
                </a:lnTo>
                <a:lnTo>
                  <a:pt x="577583" y="222504"/>
                </a:lnTo>
                <a:lnTo>
                  <a:pt x="726935" y="222504"/>
                </a:lnTo>
                <a:lnTo>
                  <a:pt x="726935" y="211836"/>
                </a:lnTo>
                <a:lnTo>
                  <a:pt x="697979" y="211836"/>
                </a:lnTo>
                <a:lnTo>
                  <a:pt x="697979" y="73152"/>
                </a:lnTo>
                <a:lnTo>
                  <a:pt x="842759" y="73152"/>
                </a:lnTo>
                <a:lnTo>
                  <a:pt x="804659" y="35052"/>
                </a:lnTo>
                <a:lnTo>
                  <a:pt x="775703" y="62484"/>
                </a:lnTo>
                <a:lnTo>
                  <a:pt x="673595" y="62484"/>
                </a:lnTo>
                <a:lnTo>
                  <a:pt x="673595" y="73152"/>
                </a:lnTo>
                <a:lnTo>
                  <a:pt x="673595" y="211836"/>
                </a:lnTo>
                <a:lnTo>
                  <a:pt x="611111" y="211836"/>
                </a:lnTo>
                <a:lnTo>
                  <a:pt x="611111" y="73152"/>
                </a:lnTo>
                <a:lnTo>
                  <a:pt x="673595" y="73152"/>
                </a:lnTo>
                <a:lnTo>
                  <a:pt x="673595" y="62484"/>
                </a:lnTo>
                <a:lnTo>
                  <a:pt x="649211" y="62484"/>
                </a:lnTo>
                <a:lnTo>
                  <a:pt x="655218" y="56769"/>
                </a:lnTo>
                <a:lnTo>
                  <a:pt x="659498" y="51054"/>
                </a:lnTo>
                <a:lnTo>
                  <a:pt x="662076" y="45339"/>
                </a:lnTo>
                <a:lnTo>
                  <a:pt x="662927" y="39624"/>
                </a:lnTo>
                <a:lnTo>
                  <a:pt x="662927" y="36576"/>
                </a:lnTo>
                <a:lnTo>
                  <a:pt x="622020" y="6604"/>
                </a:lnTo>
                <a:lnTo>
                  <a:pt x="608063" y="0"/>
                </a:lnTo>
                <a:lnTo>
                  <a:pt x="603491" y="6096"/>
                </a:lnTo>
                <a:lnTo>
                  <a:pt x="616432" y="20916"/>
                </a:lnTo>
                <a:lnTo>
                  <a:pt x="625779" y="35433"/>
                </a:lnTo>
                <a:lnTo>
                  <a:pt x="632002" y="49390"/>
                </a:lnTo>
                <a:lnTo>
                  <a:pt x="635495" y="62484"/>
                </a:lnTo>
                <a:lnTo>
                  <a:pt x="446519" y="62484"/>
                </a:lnTo>
                <a:lnTo>
                  <a:pt x="461759" y="77724"/>
                </a:lnTo>
                <a:lnTo>
                  <a:pt x="471195" y="75730"/>
                </a:lnTo>
                <a:lnTo>
                  <a:pt x="481190" y="74295"/>
                </a:lnTo>
                <a:lnTo>
                  <a:pt x="491769" y="73444"/>
                </a:lnTo>
                <a:lnTo>
                  <a:pt x="502907" y="73152"/>
                </a:lnTo>
                <a:lnTo>
                  <a:pt x="586727" y="73152"/>
                </a:lnTo>
                <a:lnTo>
                  <a:pt x="586727" y="211836"/>
                </a:lnTo>
                <a:lnTo>
                  <a:pt x="501383" y="211836"/>
                </a:lnTo>
                <a:lnTo>
                  <a:pt x="515099" y="225552"/>
                </a:lnTo>
                <a:lnTo>
                  <a:pt x="534911" y="222504"/>
                </a:lnTo>
                <a:lnTo>
                  <a:pt x="565391" y="222504"/>
                </a:lnTo>
                <a:lnTo>
                  <a:pt x="580821" y="249961"/>
                </a:lnTo>
                <a:lnTo>
                  <a:pt x="597395" y="275272"/>
                </a:lnTo>
                <a:lnTo>
                  <a:pt x="615048" y="298500"/>
                </a:lnTo>
                <a:lnTo>
                  <a:pt x="633971" y="320040"/>
                </a:lnTo>
                <a:lnTo>
                  <a:pt x="595401" y="345554"/>
                </a:lnTo>
                <a:lnTo>
                  <a:pt x="550532" y="367474"/>
                </a:lnTo>
                <a:lnTo>
                  <a:pt x="499389" y="386270"/>
                </a:lnTo>
                <a:lnTo>
                  <a:pt x="441947" y="402336"/>
                </a:lnTo>
                <a:lnTo>
                  <a:pt x="443471" y="408432"/>
                </a:lnTo>
                <a:lnTo>
                  <a:pt x="503478" y="396151"/>
                </a:lnTo>
                <a:lnTo>
                  <a:pt x="557771" y="379857"/>
                </a:lnTo>
                <a:lnTo>
                  <a:pt x="606348" y="359575"/>
                </a:lnTo>
                <a:lnTo>
                  <a:pt x="649211" y="335280"/>
                </a:lnTo>
                <a:lnTo>
                  <a:pt x="682383" y="357835"/>
                </a:lnTo>
                <a:lnTo>
                  <a:pt x="720267" y="377380"/>
                </a:lnTo>
                <a:lnTo>
                  <a:pt x="763016" y="393788"/>
                </a:lnTo>
                <a:lnTo>
                  <a:pt x="810755" y="406908"/>
                </a:lnTo>
                <a:lnTo>
                  <a:pt x="816457" y="398868"/>
                </a:lnTo>
                <a:lnTo>
                  <a:pt x="824280" y="392811"/>
                </a:lnTo>
                <a:lnTo>
                  <a:pt x="834123" y="388480"/>
                </a:lnTo>
                <a:lnTo>
                  <a:pt x="845807" y="385572"/>
                </a:lnTo>
                <a:lnTo>
                  <a:pt x="845807" y="37947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pic>
        <p:nvPicPr>
          <p:cNvPr id="98" name="object 98"/>
          <p:cNvPicPr/>
          <p:nvPr/>
        </p:nvPicPr>
        <p:blipFill>
          <a:blip r:embed="rId18" cstate="print"/>
          <a:stretch>
            <a:fillRect/>
          </a:stretch>
        </p:blipFill>
        <p:spPr>
          <a:xfrm>
            <a:off x="5727191" y="5943600"/>
            <a:ext cx="96012" cy="96012"/>
          </a:xfrm>
          <a:prstGeom prst="rect">
            <a:avLst/>
          </a:prstGeom>
        </p:spPr>
      </p:pic>
      <p:sp>
        <p:nvSpPr>
          <p:cNvPr id="99" name="object 99"/>
          <p:cNvSpPr/>
          <p:nvPr/>
        </p:nvSpPr>
        <p:spPr>
          <a:xfrm>
            <a:off x="6141720" y="5681472"/>
            <a:ext cx="379730" cy="399415"/>
          </a:xfrm>
          <a:custGeom>
            <a:avLst/>
            <a:gdLst/>
            <a:ahLst/>
            <a:cxnLst/>
            <a:rect l="l" t="t" r="r" b="b"/>
            <a:pathLst>
              <a:path w="379729" h="399414">
                <a:moveTo>
                  <a:pt x="27432" y="41148"/>
                </a:moveTo>
                <a:lnTo>
                  <a:pt x="12192" y="25908"/>
                </a:lnTo>
                <a:lnTo>
                  <a:pt x="315468" y="25908"/>
                </a:lnTo>
                <a:lnTo>
                  <a:pt x="342900" y="0"/>
                </a:lnTo>
                <a:lnTo>
                  <a:pt x="379476" y="36576"/>
                </a:lnTo>
                <a:lnTo>
                  <a:pt x="64008" y="36576"/>
                </a:lnTo>
                <a:lnTo>
                  <a:pt x="55721" y="36861"/>
                </a:lnTo>
                <a:lnTo>
                  <a:pt x="46863" y="37719"/>
                </a:lnTo>
                <a:lnTo>
                  <a:pt x="37433" y="39147"/>
                </a:lnTo>
                <a:lnTo>
                  <a:pt x="27432" y="41148"/>
                </a:lnTo>
                <a:close/>
              </a:path>
              <a:path w="379729" h="399414">
                <a:moveTo>
                  <a:pt x="1524" y="201168"/>
                </a:moveTo>
                <a:lnTo>
                  <a:pt x="0" y="195072"/>
                </a:lnTo>
                <a:lnTo>
                  <a:pt x="25741" y="180522"/>
                </a:lnTo>
                <a:lnTo>
                  <a:pt x="50482" y="164401"/>
                </a:lnTo>
                <a:lnTo>
                  <a:pt x="97536" y="128016"/>
                </a:lnTo>
                <a:lnTo>
                  <a:pt x="140208" y="86296"/>
                </a:lnTo>
                <a:lnTo>
                  <a:pt x="178308" y="36576"/>
                </a:lnTo>
                <a:lnTo>
                  <a:pt x="213360" y="36576"/>
                </a:lnTo>
                <a:lnTo>
                  <a:pt x="205930" y="44267"/>
                </a:lnTo>
                <a:lnTo>
                  <a:pt x="199644" y="51244"/>
                </a:lnTo>
                <a:lnTo>
                  <a:pt x="194500" y="57364"/>
                </a:lnTo>
                <a:lnTo>
                  <a:pt x="190500" y="62484"/>
                </a:lnTo>
                <a:lnTo>
                  <a:pt x="211226" y="74676"/>
                </a:lnTo>
                <a:lnTo>
                  <a:pt x="181356" y="74676"/>
                </a:lnTo>
                <a:lnTo>
                  <a:pt x="140017" y="118110"/>
                </a:lnTo>
                <a:lnTo>
                  <a:pt x="97536" y="152400"/>
                </a:lnTo>
                <a:lnTo>
                  <a:pt x="51816" y="179641"/>
                </a:lnTo>
                <a:lnTo>
                  <a:pt x="27241" y="191190"/>
                </a:lnTo>
                <a:lnTo>
                  <a:pt x="1524" y="201168"/>
                </a:lnTo>
                <a:close/>
              </a:path>
              <a:path w="379729" h="399414">
                <a:moveTo>
                  <a:pt x="176784" y="210312"/>
                </a:moveTo>
                <a:lnTo>
                  <a:pt x="180213" y="162496"/>
                </a:lnTo>
                <a:lnTo>
                  <a:pt x="181356" y="74676"/>
                </a:lnTo>
                <a:lnTo>
                  <a:pt x="211226" y="74676"/>
                </a:lnTo>
                <a:lnTo>
                  <a:pt x="216408" y="77724"/>
                </a:lnTo>
                <a:lnTo>
                  <a:pt x="204216" y="88392"/>
                </a:lnTo>
                <a:lnTo>
                  <a:pt x="204317" y="162496"/>
                </a:lnTo>
                <a:lnTo>
                  <a:pt x="207264" y="199644"/>
                </a:lnTo>
                <a:lnTo>
                  <a:pt x="176784" y="210312"/>
                </a:lnTo>
                <a:close/>
              </a:path>
              <a:path w="379729" h="399414">
                <a:moveTo>
                  <a:pt x="371856" y="196596"/>
                </a:moveTo>
                <a:lnTo>
                  <a:pt x="364236" y="196596"/>
                </a:lnTo>
                <a:lnTo>
                  <a:pt x="361188" y="193548"/>
                </a:lnTo>
                <a:lnTo>
                  <a:pt x="356616" y="187452"/>
                </a:lnTo>
                <a:lnTo>
                  <a:pt x="347733" y="178903"/>
                </a:lnTo>
                <a:lnTo>
                  <a:pt x="309372" y="147828"/>
                </a:lnTo>
                <a:lnTo>
                  <a:pt x="272796" y="124015"/>
                </a:lnTo>
                <a:lnTo>
                  <a:pt x="227076" y="99060"/>
                </a:lnTo>
                <a:lnTo>
                  <a:pt x="228600" y="91440"/>
                </a:lnTo>
                <a:lnTo>
                  <a:pt x="284345" y="112609"/>
                </a:lnTo>
                <a:lnTo>
                  <a:pt x="325945" y="130492"/>
                </a:lnTo>
                <a:lnTo>
                  <a:pt x="367284" y="156972"/>
                </a:lnTo>
                <a:lnTo>
                  <a:pt x="377526" y="179641"/>
                </a:lnTo>
                <a:lnTo>
                  <a:pt x="377453" y="180522"/>
                </a:lnTo>
                <a:lnTo>
                  <a:pt x="376428" y="185928"/>
                </a:lnTo>
                <a:lnTo>
                  <a:pt x="374904" y="193548"/>
                </a:lnTo>
                <a:lnTo>
                  <a:pt x="371856" y="196596"/>
                </a:lnTo>
                <a:close/>
              </a:path>
              <a:path w="379729" h="399414">
                <a:moveTo>
                  <a:pt x="324135" y="227076"/>
                </a:moveTo>
                <a:lnTo>
                  <a:pt x="286512" y="227076"/>
                </a:lnTo>
                <a:lnTo>
                  <a:pt x="306324" y="210312"/>
                </a:lnTo>
                <a:lnTo>
                  <a:pt x="324135" y="227076"/>
                </a:lnTo>
                <a:close/>
              </a:path>
              <a:path w="379729" h="399414">
                <a:moveTo>
                  <a:pt x="77724" y="399288"/>
                </a:moveTo>
                <a:lnTo>
                  <a:pt x="78605" y="376189"/>
                </a:lnTo>
                <a:lnTo>
                  <a:pt x="79013" y="355092"/>
                </a:lnTo>
                <a:lnTo>
                  <a:pt x="79117" y="344424"/>
                </a:lnTo>
                <a:lnTo>
                  <a:pt x="79224" y="282559"/>
                </a:lnTo>
                <a:lnTo>
                  <a:pt x="79057" y="259080"/>
                </a:lnTo>
                <a:lnTo>
                  <a:pt x="78646" y="237744"/>
                </a:lnTo>
                <a:lnTo>
                  <a:pt x="78571" y="234696"/>
                </a:lnTo>
                <a:lnTo>
                  <a:pt x="77724" y="211836"/>
                </a:lnTo>
                <a:lnTo>
                  <a:pt x="105156" y="227076"/>
                </a:lnTo>
                <a:lnTo>
                  <a:pt x="324135" y="227076"/>
                </a:lnTo>
                <a:lnTo>
                  <a:pt x="332232" y="234696"/>
                </a:lnTo>
                <a:lnTo>
                  <a:pt x="328313" y="237744"/>
                </a:lnTo>
                <a:lnTo>
                  <a:pt x="105156" y="237744"/>
                </a:lnTo>
                <a:lnTo>
                  <a:pt x="105156" y="344424"/>
                </a:lnTo>
                <a:lnTo>
                  <a:pt x="318635" y="344424"/>
                </a:lnTo>
                <a:lnTo>
                  <a:pt x="318706" y="350520"/>
                </a:lnTo>
                <a:lnTo>
                  <a:pt x="318840" y="355092"/>
                </a:lnTo>
                <a:lnTo>
                  <a:pt x="105156" y="355092"/>
                </a:lnTo>
                <a:lnTo>
                  <a:pt x="105156" y="387096"/>
                </a:lnTo>
                <a:lnTo>
                  <a:pt x="77724" y="399288"/>
                </a:lnTo>
                <a:close/>
              </a:path>
              <a:path w="379729" h="399414">
                <a:moveTo>
                  <a:pt x="318635" y="344424"/>
                </a:moveTo>
                <a:lnTo>
                  <a:pt x="291084" y="344424"/>
                </a:lnTo>
                <a:lnTo>
                  <a:pt x="291084" y="237744"/>
                </a:lnTo>
                <a:lnTo>
                  <a:pt x="328313" y="237744"/>
                </a:lnTo>
                <a:lnTo>
                  <a:pt x="318516" y="245364"/>
                </a:lnTo>
                <a:lnTo>
                  <a:pt x="318635" y="344424"/>
                </a:lnTo>
                <a:close/>
              </a:path>
              <a:path w="379729" h="399414">
                <a:moveTo>
                  <a:pt x="291084" y="394716"/>
                </a:moveTo>
                <a:lnTo>
                  <a:pt x="291084" y="355092"/>
                </a:lnTo>
                <a:lnTo>
                  <a:pt x="318840" y="355092"/>
                </a:lnTo>
                <a:lnTo>
                  <a:pt x="319158" y="365950"/>
                </a:lnTo>
                <a:lnTo>
                  <a:pt x="320040" y="382524"/>
                </a:lnTo>
                <a:lnTo>
                  <a:pt x="291084" y="39471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0" name="object 100"/>
          <p:cNvSpPr/>
          <p:nvPr/>
        </p:nvSpPr>
        <p:spPr>
          <a:xfrm>
            <a:off x="6580631" y="5676900"/>
            <a:ext cx="379730" cy="403860"/>
          </a:xfrm>
          <a:custGeom>
            <a:avLst/>
            <a:gdLst/>
            <a:ahLst/>
            <a:cxnLst/>
            <a:rect l="l" t="t" r="r" b="b"/>
            <a:pathLst>
              <a:path w="379729" h="403860">
                <a:moveTo>
                  <a:pt x="215470" y="32004"/>
                </a:moveTo>
                <a:lnTo>
                  <a:pt x="181356" y="32004"/>
                </a:lnTo>
                <a:lnTo>
                  <a:pt x="193548" y="15240"/>
                </a:lnTo>
                <a:lnTo>
                  <a:pt x="215470" y="32004"/>
                </a:lnTo>
                <a:close/>
              </a:path>
              <a:path w="379729" h="403860">
                <a:moveTo>
                  <a:pt x="36576" y="291084"/>
                </a:moveTo>
                <a:lnTo>
                  <a:pt x="37695" y="266509"/>
                </a:lnTo>
                <a:lnTo>
                  <a:pt x="38671" y="236220"/>
                </a:lnTo>
                <a:lnTo>
                  <a:pt x="39362" y="200215"/>
                </a:lnTo>
                <a:lnTo>
                  <a:pt x="39623" y="158496"/>
                </a:lnTo>
                <a:lnTo>
                  <a:pt x="39362" y="116205"/>
                </a:lnTo>
                <a:lnTo>
                  <a:pt x="38671" y="78486"/>
                </a:lnTo>
                <a:lnTo>
                  <a:pt x="37695" y="45339"/>
                </a:lnTo>
                <a:lnTo>
                  <a:pt x="36576" y="16764"/>
                </a:lnTo>
                <a:lnTo>
                  <a:pt x="60960" y="32004"/>
                </a:lnTo>
                <a:lnTo>
                  <a:pt x="215470" y="32004"/>
                </a:lnTo>
                <a:lnTo>
                  <a:pt x="219456" y="35052"/>
                </a:lnTo>
                <a:lnTo>
                  <a:pt x="210883" y="42672"/>
                </a:lnTo>
                <a:lnTo>
                  <a:pt x="60960" y="42672"/>
                </a:lnTo>
                <a:lnTo>
                  <a:pt x="60960" y="278892"/>
                </a:lnTo>
                <a:lnTo>
                  <a:pt x="36576" y="291084"/>
                </a:lnTo>
                <a:close/>
              </a:path>
              <a:path w="379729" h="403860">
                <a:moveTo>
                  <a:pt x="182880" y="278892"/>
                </a:moveTo>
                <a:lnTo>
                  <a:pt x="182880" y="42672"/>
                </a:lnTo>
                <a:lnTo>
                  <a:pt x="210883" y="42672"/>
                </a:lnTo>
                <a:lnTo>
                  <a:pt x="205740" y="47243"/>
                </a:lnTo>
                <a:lnTo>
                  <a:pt x="205763" y="226385"/>
                </a:lnTo>
                <a:lnTo>
                  <a:pt x="205930" y="240220"/>
                </a:lnTo>
                <a:lnTo>
                  <a:pt x="206382" y="253198"/>
                </a:lnTo>
                <a:lnTo>
                  <a:pt x="207264" y="265176"/>
                </a:lnTo>
                <a:lnTo>
                  <a:pt x="182880" y="278892"/>
                </a:lnTo>
                <a:close/>
              </a:path>
              <a:path w="379729" h="403860">
                <a:moveTo>
                  <a:pt x="4571" y="402336"/>
                </a:moveTo>
                <a:lnTo>
                  <a:pt x="0" y="397764"/>
                </a:lnTo>
                <a:lnTo>
                  <a:pt x="30289" y="373165"/>
                </a:lnTo>
                <a:lnTo>
                  <a:pt x="54864" y="349567"/>
                </a:lnTo>
                <a:lnTo>
                  <a:pt x="86868" y="304800"/>
                </a:lnTo>
                <a:lnTo>
                  <a:pt x="102870" y="261366"/>
                </a:lnTo>
                <a:lnTo>
                  <a:pt x="109728" y="217932"/>
                </a:lnTo>
                <a:lnTo>
                  <a:pt x="110871" y="160782"/>
                </a:lnTo>
                <a:lnTo>
                  <a:pt x="110585" y="123634"/>
                </a:lnTo>
                <a:lnTo>
                  <a:pt x="109728" y="80772"/>
                </a:lnTo>
                <a:lnTo>
                  <a:pt x="147828" y="99060"/>
                </a:lnTo>
                <a:lnTo>
                  <a:pt x="134112" y="109728"/>
                </a:lnTo>
                <a:lnTo>
                  <a:pt x="134112" y="182880"/>
                </a:lnTo>
                <a:lnTo>
                  <a:pt x="133516" y="216312"/>
                </a:lnTo>
                <a:lnTo>
                  <a:pt x="121467" y="278034"/>
                </a:lnTo>
                <a:lnTo>
                  <a:pt x="93726" y="332898"/>
                </a:lnTo>
                <a:lnTo>
                  <a:pt x="41147" y="380904"/>
                </a:lnTo>
                <a:lnTo>
                  <a:pt x="4571" y="402336"/>
                </a:lnTo>
                <a:close/>
              </a:path>
              <a:path w="379729" h="403860">
                <a:moveTo>
                  <a:pt x="219456" y="388620"/>
                </a:moveTo>
                <a:lnTo>
                  <a:pt x="217932" y="388620"/>
                </a:lnTo>
                <a:lnTo>
                  <a:pt x="214241" y="387215"/>
                </a:lnTo>
                <a:lnTo>
                  <a:pt x="210121" y="383095"/>
                </a:lnTo>
                <a:lnTo>
                  <a:pt x="205716" y="376404"/>
                </a:lnTo>
                <a:lnTo>
                  <a:pt x="201168" y="367284"/>
                </a:lnTo>
                <a:lnTo>
                  <a:pt x="189761" y="351520"/>
                </a:lnTo>
                <a:lnTo>
                  <a:pt x="173926" y="333756"/>
                </a:lnTo>
                <a:lnTo>
                  <a:pt x="153804" y="313705"/>
                </a:lnTo>
                <a:lnTo>
                  <a:pt x="129540" y="291084"/>
                </a:lnTo>
                <a:lnTo>
                  <a:pt x="132588" y="286512"/>
                </a:lnTo>
                <a:lnTo>
                  <a:pt x="170878" y="305371"/>
                </a:lnTo>
                <a:lnTo>
                  <a:pt x="216598" y="332803"/>
                </a:lnTo>
                <a:lnTo>
                  <a:pt x="228600" y="368808"/>
                </a:lnTo>
                <a:lnTo>
                  <a:pt x="227076" y="374904"/>
                </a:lnTo>
                <a:lnTo>
                  <a:pt x="224028" y="381000"/>
                </a:lnTo>
                <a:lnTo>
                  <a:pt x="220980" y="385572"/>
                </a:lnTo>
                <a:lnTo>
                  <a:pt x="219456" y="388620"/>
                </a:lnTo>
                <a:close/>
              </a:path>
              <a:path w="379729" h="403860">
                <a:moveTo>
                  <a:pt x="364758" y="361188"/>
                </a:moveTo>
                <a:lnTo>
                  <a:pt x="321564" y="361188"/>
                </a:lnTo>
                <a:lnTo>
                  <a:pt x="330446" y="359783"/>
                </a:lnTo>
                <a:lnTo>
                  <a:pt x="336613" y="355663"/>
                </a:lnTo>
                <a:lnTo>
                  <a:pt x="340209" y="348972"/>
                </a:lnTo>
                <a:lnTo>
                  <a:pt x="341376" y="339852"/>
                </a:lnTo>
                <a:lnTo>
                  <a:pt x="341352" y="50792"/>
                </a:lnTo>
                <a:lnTo>
                  <a:pt x="341185" y="34099"/>
                </a:lnTo>
                <a:lnTo>
                  <a:pt x="340733" y="17121"/>
                </a:lnTo>
                <a:lnTo>
                  <a:pt x="339852" y="0"/>
                </a:lnTo>
                <a:lnTo>
                  <a:pt x="379476" y="18288"/>
                </a:lnTo>
                <a:lnTo>
                  <a:pt x="365760" y="30479"/>
                </a:lnTo>
                <a:lnTo>
                  <a:pt x="365760" y="350520"/>
                </a:lnTo>
                <a:lnTo>
                  <a:pt x="364758" y="361188"/>
                </a:lnTo>
                <a:close/>
              </a:path>
              <a:path w="379729" h="403860">
                <a:moveTo>
                  <a:pt x="263652" y="300228"/>
                </a:moveTo>
                <a:lnTo>
                  <a:pt x="263890" y="276225"/>
                </a:lnTo>
                <a:lnTo>
                  <a:pt x="264414" y="247650"/>
                </a:lnTo>
                <a:lnTo>
                  <a:pt x="264937" y="214503"/>
                </a:lnTo>
                <a:lnTo>
                  <a:pt x="265176" y="176784"/>
                </a:lnTo>
                <a:lnTo>
                  <a:pt x="264937" y="139946"/>
                </a:lnTo>
                <a:lnTo>
                  <a:pt x="264414" y="107251"/>
                </a:lnTo>
                <a:lnTo>
                  <a:pt x="263890" y="78843"/>
                </a:lnTo>
                <a:lnTo>
                  <a:pt x="263652" y="54864"/>
                </a:lnTo>
                <a:lnTo>
                  <a:pt x="301752" y="74676"/>
                </a:lnTo>
                <a:lnTo>
                  <a:pt x="288036" y="86868"/>
                </a:lnTo>
                <a:lnTo>
                  <a:pt x="288059" y="251388"/>
                </a:lnTo>
                <a:lnTo>
                  <a:pt x="288226" y="264985"/>
                </a:lnTo>
                <a:lnTo>
                  <a:pt x="288678" y="277153"/>
                </a:lnTo>
                <a:lnTo>
                  <a:pt x="289560" y="288036"/>
                </a:lnTo>
                <a:lnTo>
                  <a:pt x="263652" y="300228"/>
                </a:lnTo>
                <a:close/>
              </a:path>
              <a:path w="379729" h="403860">
                <a:moveTo>
                  <a:pt x="327660" y="403860"/>
                </a:moveTo>
                <a:lnTo>
                  <a:pt x="322206" y="391025"/>
                </a:lnTo>
                <a:lnTo>
                  <a:pt x="310324" y="380047"/>
                </a:lnTo>
                <a:lnTo>
                  <a:pt x="291869" y="371070"/>
                </a:lnTo>
                <a:lnTo>
                  <a:pt x="266700" y="364236"/>
                </a:lnTo>
                <a:lnTo>
                  <a:pt x="266700" y="356616"/>
                </a:lnTo>
                <a:lnTo>
                  <a:pt x="282987" y="358616"/>
                </a:lnTo>
                <a:lnTo>
                  <a:pt x="297561" y="360045"/>
                </a:lnTo>
                <a:lnTo>
                  <a:pt x="310419" y="360902"/>
                </a:lnTo>
                <a:lnTo>
                  <a:pt x="321564" y="361188"/>
                </a:lnTo>
                <a:lnTo>
                  <a:pt x="364758" y="361188"/>
                </a:lnTo>
                <a:lnTo>
                  <a:pt x="364093" y="368284"/>
                </a:lnTo>
                <a:lnTo>
                  <a:pt x="356997" y="382905"/>
                </a:lnTo>
                <a:lnTo>
                  <a:pt x="344757" y="394668"/>
                </a:lnTo>
                <a:lnTo>
                  <a:pt x="327660" y="40386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1" name="object 101"/>
          <p:cNvSpPr/>
          <p:nvPr/>
        </p:nvSpPr>
        <p:spPr>
          <a:xfrm>
            <a:off x="7025640" y="5699760"/>
            <a:ext cx="131445" cy="426720"/>
          </a:xfrm>
          <a:custGeom>
            <a:avLst/>
            <a:gdLst/>
            <a:ahLst/>
            <a:cxnLst/>
            <a:rect l="l" t="t" r="r" b="b"/>
            <a:pathLst>
              <a:path w="131445" h="426720">
                <a:moveTo>
                  <a:pt x="131064" y="426719"/>
                </a:moveTo>
                <a:lnTo>
                  <a:pt x="80772" y="426719"/>
                </a:lnTo>
                <a:lnTo>
                  <a:pt x="62484" y="404455"/>
                </a:lnTo>
                <a:lnTo>
                  <a:pt x="32766" y="357068"/>
                </a:lnTo>
                <a:lnTo>
                  <a:pt x="12215" y="305942"/>
                </a:lnTo>
                <a:lnTo>
                  <a:pt x="1404" y="246506"/>
                </a:lnTo>
                <a:lnTo>
                  <a:pt x="0" y="213359"/>
                </a:lnTo>
                <a:lnTo>
                  <a:pt x="1190" y="181094"/>
                </a:lnTo>
                <a:lnTo>
                  <a:pt x="11572" y="122277"/>
                </a:lnTo>
                <a:lnTo>
                  <a:pt x="32766" y="71151"/>
                </a:lnTo>
                <a:lnTo>
                  <a:pt x="62484" y="23145"/>
                </a:lnTo>
                <a:lnTo>
                  <a:pt x="80772" y="0"/>
                </a:lnTo>
                <a:lnTo>
                  <a:pt x="131064" y="0"/>
                </a:lnTo>
                <a:lnTo>
                  <a:pt x="131064" y="1523"/>
                </a:lnTo>
                <a:lnTo>
                  <a:pt x="122181" y="9810"/>
                </a:lnTo>
                <a:lnTo>
                  <a:pt x="113728" y="18668"/>
                </a:lnTo>
                <a:lnTo>
                  <a:pt x="89558" y="48934"/>
                </a:lnTo>
                <a:lnTo>
                  <a:pt x="67056" y="86867"/>
                </a:lnTo>
                <a:lnTo>
                  <a:pt x="50339" y="130587"/>
                </a:lnTo>
                <a:lnTo>
                  <a:pt x="40195" y="179260"/>
                </a:lnTo>
                <a:lnTo>
                  <a:pt x="38100" y="213359"/>
                </a:lnTo>
                <a:lnTo>
                  <a:pt x="38647" y="231362"/>
                </a:lnTo>
                <a:lnTo>
                  <a:pt x="45720" y="281939"/>
                </a:lnTo>
                <a:lnTo>
                  <a:pt x="60507" y="325874"/>
                </a:lnTo>
                <a:lnTo>
                  <a:pt x="81153" y="365950"/>
                </a:lnTo>
                <a:lnTo>
                  <a:pt x="105560" y="398621"/>
                </a:lnTo>
                <a:lnTo>
                  <a:pt x="131064" y="425195"/>
                </a:lnTo>
                <a:lnTo>
                  <a:pt x="131064" y="42671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2" name="object 102"/>
          <p:cNvSpPr/>
          <p:nvPr/>
        </p:nvSpPr>
        <p:spPr>
          <a:xfrm>
            <a:off x="7202423" y="5788151"/>
            <a:ext cx="315595" cy="250190"/>
          </a:xfrm>
          <a:custGeom>
            <a:avLst/>
            <a:gdLst/>
            <a:ahLst/>
            <a:cxnLst/>
            <a:rect l="l" t="t" r="r" b="b"/>
            <a:pathLst>
              <a:path w="315595" h="250189">
                <a:moveTo>
                  <a:pt x="315467" y="249936"/>
                </a:moveTo>
                <a:lnTo>
                  <a:pt x="274319" y="249936"/>
                </a:lnTo>
                <a:lnTo>
                  <a:pt x="274319" y="77724"/>
                </a:lnTo>
                <a:lnTo>
                  <a:pt x="272795" y="68579"/>
                </a:lnTo>
                <a:lnTo>
                  <a:pt x="271271" y="60960"/>
                </a:lnTo>
                <a:lnTo>
                  <a:pt x="268223" y="56388"/>
                </a:lnTo>
                <a:lnTo>
                  <a:pt x="265175" y="50292"/>
                </a:lnTo>
                <a:lnTo>
                  <a:pt x="260603" y="45719"/>
                </a:lnTo>
                <a:lnTo>
                  <a:pt x="256031" y="42672"/>
                </a:lnTo>
                <a:lnTo>
                  <a:pt x="243839" y="39624"/>
                </a:lnTo>
                <a:lnTo>
                  <a:pt x="234695" y="39624"/>
                </a:lnTo>
                <a:lnTo>
                  <a:pt x="192595" y="56197"/>
                </a:lnTo>
                <a:lnTo>
                  <a:pt x="176783" y="68579"/>
                </a:lnTo>
                <a:lnTo>
                  <a:pt x="176783" y="71628"/>
                </a:lnTo>
                <a:lnTo>
                  <a:pt x="178307" y="74676"/>
                </a:lnTo>
                <a:lnTo>
                  <a:pt x="178307" y="249936"/>
                </a:lnTo>
                <a:lnTo>
                  <a:pt x="137159" y="249936"/>
                </a:lnTo>
                <a:lnTo>
                  <a:pt x="137136" y="101084"/>
                </a:lnTo>
                <a:lnTo>
                  <a:pt x="136969" y="93154"/>
                </a:lnTo>
                <a:lnTo>
                  <a:pt x="136517" y="85510"/>
                </a:lnTo>
                <a:lnTo>
                  <a:pt x="135635" y="77724"/>
                </a:lnTo>
                <a:lnTo>
                  <a:pt x="135635" y="68579"/>
                </a:lnTo>
                <a:lnTo>
                  <a:pt x="132587" y="60960"/>
                </a:lnTo>
                <a:lnTo>
                  <a:pt x="131063" y="56388"/>
                </a:lnTo>
                <a:lnTo>
                  <a:pt x="128015" y="50292"/>
                </a:lnTo>
                <a:lnTo>
                  <a:pt x="123443" y="45719"/>
                </a:lnTo>
                <a:lnTo>
                  <a:pt x="118871" y="42672"/>
                </a:lnTo>
                <a:lnTo>
                  <a:pt x="112775" y="41148"/>
                </a:lnTo>
                <a:lnTo>
                  <a:pt x="105155" y="39624"/>
                </a:lnTo>
                <a:lnTo>
                  <a:pt x="96011" y="39624"/>
                </a:lnTo>
                <a:lnTo>
                  <a:pt x="54101" y="56769"/>
                </a:lnTo>
                <a:lnTo>
                  <a:pt x="39623" y="68579"/>
                </a:lnTo>
                <a:lnTo>
                  <a:pt x="39623" y="249936"/>
                </a:lnTo>
                <a:lnTo>
                  <a:pt x="0" y="249936"/>
                </a:lnTo>
                <a:lnTo>
                  <a:pt x="0" y="6096"/>
                </a:lnTo>
                <a:lnTo>
                  <a:pt x="39623" y="6096"/>
                </a:lnTo>
                <a:lnTo>
                  <a:pt x="39623" y="33528"/>
                </a:lnTo>
                <a:lnTo>
                  <a:pt x="47624" y="26074"/>
                </a:lnTo>
                <a:lnTo>
                  <a:pt x="79890" y="5143"/>
                </a:lnTo>
                <a:lnTo>
                  <a:pt x="106679" y="0"/>
                </a:lnTo>
                <a:lnTo>
                  <a:pt x="117562" y="571"/>
                </a:lnTo>
                <a:lnTo>
                  <a:pt x="159448" y="23050"/>
                </a:lnTo>
                <a:lnTo>
                  <a:pt x="170687" y="42672"/>
                </a:lnTo>
                <a:lnTo>
                  <a:pt x="179808" y="32956"/>
                </a:lnTo>
                <a:lnTo>
                  <a:pt x="214907" y="5786"/>
                </a:lnTo>
                <a:lnTo>
                  <a:pt x="243839" y="0"/>
                </a:lnTo>
                <a:lnTo>
                  <a:pt x="251793" y="285"/>
                </a:lnTo>
                <a:lnTo>
                  <a:pt x="290798" y="15930"/>
                </a:lnTo>
                <a:lnTo>
                  <a:pt x="310895" y="48767"/>
                </a:lnTo>
                <a:lnTo>
                  <a:pt x="315467" y="89916"/>
                </a:lnTo>
                <a:lnTo>
                  <a:pt x="315467" y="24993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pic>
        <p:nvPicPr>
          <p:cNvPr id="103" name="object 103"/>
          <p:cNvPicPr/>
          <p:nvPr/>
        </p:nvPicPr>
        <p:blipFill>
          <a:blip r:embed="rId19" cstate="print"/>
          <a:stretch>
            <a:fillRect/>
          </a:stretch>
        </p:blipFill>
        <p:spPr>
          <a:xfrm>
            <a:off x="7589520" y="5736336"/>
            <a:ext cx="65532" cy="112775"/>
          </a:xfrm>
          <a:prstGeom prst="rect">
            <a:avLst/>
          </a:prstGeom>
        </p:spPr>
      </p:pic>
      <p:sp>
        <p:nvSpPr>
          <p:cNvPr id="104" name="object 104"/>
          <p:cNvSpPr/>
          <p:nvPr/>
        </p:nvSpPr>
        <p:spPr>
          <a:xfrm>
            <a:off x="7709916" y="5670803"/>
            <a:ext cx="1487805" cy="455930"/>
          </a:xfrm>
          <a:custGeom>
            <a:avLst/>
            <a:gdLst/>
            <a:ahLst/>
            <a:cxnLst/>
            <a:rect l="l" t="t" r="r" b="b"/>
            <a:pathLst>
              <a:path w="1487804" h="455929">
                <a:moveTo>
                  <a:pt x="92964" y="304800"/>
                </a:moveTo>
                <a:lnTo>
                  <a:pt x="38100" y="304800"/>
                </a:lnTo>
                <a:lnTo>
                  <a:pt x="0" y="446532"/>
                </a:lnTo>
                <a:lnTo>
                  <a:pt x="31991" y="446532"/>
                </a:lnTo>
                <a:lnTo>
                  <a:pt x="92964" y="304800"/>
                </a:lnTo>
                <a:close/>
              </a:path>
              <a:path w="1487804" h="455929">
                <a:moveTo>
                  <a:pt x="443484" y="123444"/>
                </a:moveTo>
                <a:lnTo>
                  <a:pt x="402336" y="123444"/>
                </a:lnTo>
                <a:lnTo>
                  <a:pt x="361188" y="312420"/>
                </a:lnTo>
                <a:lnTo>
                  <a:pt x="301752" y="123444"/>
                </a:lnTo>
                <a:lnTo>
                  <a:pt x="268224" y="123444"/>
                </a:lnTo>
                <a:lnTo>
                  <a:pt x="210312" y="312420"/>
                </a:lnTo>
                <a:lnTo>
                  <a:pt x="167640" y="123444"/>
                </a:lnTo>
                <a:lnTo>
                  <a:pt x="124968" y="123444"/>
                </a:lnTo>
                <a:lnTo>
                  <a:pt x="187452" y="367284"/>
                </a:lnTo>
                <a:lnTo>
                  <a:pt x="225552" y="367284"/>
                </a:lnTo>
                <a:lnTo>
                  <a:pt x="284988" y="179832"/>
                </a:lnTo>
                <a:lnTo>
                  <a:pt x="342900" y="367284"/>
                </a:lnTo>
                <a:lnTo>
                  <a:pt x="381000" y="367284"/>
                </a:lnTo>
                <a:lnTo>
                  <a:pt x="443484" y="123444"/>
                </a:lnTo>
                <a:close/>
              </a:path>
              <a:path w="1487804" h="455929">
                <a:moveTo>
                  <a:pt x="595884" y="242316"/>
                </a:moveTo>
                <a:lnTo>
                  <a:pt x="590359" y="179641"/>
                </a:lnTo>
                <a:lnTo>
                  <a:pt x="574548" y="124968"/>
                </a:lnTo>
                <a:lnTo>
                  <a:pt x="548830" y="75247"/>
                </a:lnTo>
                <a:lnTo>
                  <a:pt x="515112" y="28956"/>
                </a:lnTo>
                <a:lnTo>
                  <a:pt x="464820" y="28956"/>
                </a:lnTo>
                <a:lnTo>
                  <a:pt x="464820" y="30480"/>
                </a:lnTo>
                <a:lnTo>
                  <a:pt x="473697" y="38773"/>
                </a:lnTo>
                <a:lnTo>
                  <a:pt x="482155" y="47625"/>
                </a:lnTo>
                <a:lnTo>
                  <a:pt x="506323" y="78536"/>
                </a:lnTo>
                <a:lnTo>
                  <a:pt x="528828" y="115824"/>
                </a:lnTo>
                <a:lnTo>
                  <a:pt x="545541" y="159550"/>
                </a:lnTo>
                <a:lnTo>
                  <a:pt x="555688" y="207645"/>
                </a:lnTo>
                <a:lnTo>
                  <a:pt x="557784" y="242316"/>
                </a:lnTo>
                <a:lnTo>
                  <a:pt x="557225" y="260299"/>
                </a:lnTo>
                <a:lnTo>
                  <a:pt x="550164" y="309372"/>
                </a:lnTo>
                <a:lnTo>
                  <a:pt x="535152" y="354812"/>
                </a:lnTo>
                <a:lnTo>
                  <a:pt x="514731" y="394335"/>
                </a:lnTo>
                <a:lnTo>
                  <a:pt x="490321" y="427583"/>
                </a:lnTo>
                <a:lnTo>
                  <a:pt x="464820" y="454152"/>
                </a:lnTo>
                <a:lnTo>
                  <a:pt x="464820" y="455676"/>
                </a:lnTo>
                <a:lnTo>
                  <a:pt x="515112" y="455676"/>
                </a:lnTo>
                <a:lnTo>
                  <a:pt x="533400" y="433412"/>
                </a:lnTo>
                <a:lnTo>
                  <a:pt x="563118" y="386029"/>
                </a:lnTo>
                <a:lnTo>
                  <a:pt x="583666" y="334264"/>
                </a:lnTo>
                <a:lnTo>
                  <a:pt x="594474" y="275259"/>
                </a:lnTo>
                <a:lnTo>
                  <a:pt x="595884" y="242316"/>
                </a:lnTo>
                <a:close/>
              </a:path>
              <a:path w="1487804" h="455929">
                <a:moveTo>
                  <a:pt x="768083" y="126492"/>
                </a:moveTo>
                <a:lnTo>
                  <a:pt x="736079" y="99060"/>
                </a:lnTo>
                <a:lnTo>
                  <a:pt x="728395" y="113347"/>
                </a:lnTo>
                <a:lnTo>
                  <a:pt x="719124" y="128778"/>
                </a:lnTo>
                <a:lnTo>
                  <a:pt x="696455" y="163068"/>
                </a:lnTo>
                <a:lnTo>
                  <a:pt x="667880" y="196024"/>
                </a:lnTo>
                <a:lnTo>
                  <a:pt x="637019" y="225552"/>
                </a:lnTo>
                <a:lnTo>
                  <a:pt x="643115" y="231648"/>
                </a:lnTo>
                <a:lnTo>
                  <a:pt x="671144" y="209130"/>
                </a:lnTo>
                <a:lnTo>
                  <a:pt x="698169" y="185166"/>
                </a:lnTo>
                <a:lnTo>
                  <a:pt x="724344" y="160070"/>
                </a:lnTo>
                <a:lnTo>
                  <a:pt x="749795" y="134112"/>
                </a:lnTo>
                <a:lnTo>
                  <a:pt x="768083" y="126492"/>
                </a:lnTo>
                <a:close/>
              </a:path>
              <a:path w="1487804" h="455929">
                <a:moveTo>
                  <a:pt x="1033259" y="181356"/>
                </a:moveTo>
                <a:lnTo>
                  <a:pt x="994206" y="146685"/>
                </a:lnTo>
                <a:lnTo>
                  <a:pt x="922007" y="109728"/>
                </a:lnTo>
                <a:lnTo>
                  <a:pt x="917435" y="114300"/>
                </a:lnTo>
                <a:lnTo>
                  <a:pt x="946848" y="136906"/>
                </a:lnTo>
                <a:lnTo>
                  <a:pt x="970965" y="156781"/>
                </a:lnTo>
                <a:lnTo>
                  <a:pt x="989660" y="174104"/>
                </a:lnTo>
                <a:lnTo>
                  <a:pt x="1002779" y="188976"/>
                </a:lnTo>
                <a:lnTo>
                  <a:pt x="1009332" y="197866"/>
                </a:lnTo>
                <a:lnTo>
                  <a:pt x="1015161" y="204025"/>
                </a:lnTo>
                <a:lnTo>
                  <a:pt x="1020140" y="207632"/>
                </a:lnTo>
                <a:lnTo>
                  <a:pt x="1024115" y="208788"/>
                </a:lnTo>
                <a:lnTo>
                  <a:pt x="1025639" y="208788"/>
                </a:lnTo>
                <a:lnTo>
                  <a:pt x="1028687" y="205740"/>
                </a:lnTo>
                <a:lnTo>
                  <a:pt x="1030211" y="201168"/>
                </a:lnTo>
                <a:lnTo>
                  <a:pt x="1033259" y="196596"/>
                </a:lnTo>
                <a:lnTo>
                  <a:pt x="1033259" y="181356"/>
                </a:lnTo>
                <a:close/>
              </a:path>
              <a:path w="1487804" h="455929">
                <a:moveTo>
                  <a:pt x="1045451" y="379476"/>
                </a:moveTo>
                <a:lnTo>
                  <a:pt x="992073" y="372364"/>
                </a:lnTo>
                <a:lnTo>
                  <a:pt x="944105" y="360235"/>
                </a:lnTo>
                <a:lnTo>
                  <a:pt x="901865" y="343268"/>
                </a:lnTo>
                <a:lnTo>
                  <a:pt x="888542" y="335280"/>
                </a:lnTo>
                <a:lnTo>
                  <a:pt x="865619" y="321564"/>
                </a:lnTo>
                <a:lnTo>
                  <a:pt x="914577" y="275272"/>
                </a:lnTo>
                <a:lnTo>
                  <a:pt x="955535" y="230124"/>
                </a:lnTo>
                <a:lnTo>
                  <a:pt x="972045" y="222504"/>
                </a:lnTo>
                <a:lnTo>
                  <a:pt x="975347" y="220980"/>
                </a:lnTo>
                <a:lnTo>
                  <a:pt x="944867" y="193548"/>
                </a:lnTo>
                <a:lnTo>
                  <a:pt x="928103" y="211836"/>
                </a:lnTo>
                <a:lnTo>
                  <a:pt x="928103" y="222504"/>
                </a:lnTo>
                <a:lnTo>
                  <a:pt x="906945" y="248272"/>
                </a:lnTo>
                <a:lnTo>
                  <a:pt x="886764" y="270891"/>
                </a:lnTo>
                <a:lnTo>
                  <a:pt x="867460" y="290664"/>
                </a:lnTo>
                <a:lnTo>
                  <a:pt x="848855" y="307848"/>
                </a:lnTo>
                <a:lnTo>
                  <a:pt x="829767" y="289585"/>
                </a:lnTo>
                <a:lnTo>
                  <a:pt x="811517" y="269176"/>
                </a:lnTo>
                <a:lnTo>
                  <a:pt x="794423" y="246773"/>
                </a:lnTo>
                <a:lnTo>
                  <a:pt x="778751" y="222504"/>
                </a:lnTo>
                <a:lnTo>
                  <a:pt x="928103" y="222504"/>
                </a:lnTo>
                <a:lnTo>
                  <a:pt x="928103" y="211836"/>
                </a:lnTo>
                <a:lnTo>
                  <a:pt x="897623" y="211836"/>
                </a:lnTo>
                <a:lnTo>
                  <a:pt x="897623" y="73152"/>
                </a:lnTo>
                <a:lnTo>
                  <a:pt x="1042403" y="73152"/>
                </a:lnTo>
                <a:lnTo>
                  <a:pt x="1004303" y="35052"/>
                </a:lnTo>
                <a:lnTo>
                  <a:pt x="976871" y="62484"/>
                </a:lnTo>
                <a:lnTo>
                  <a:pt x="873239" y="62484"/>
                </a:lnTo>
                <a:lnTo>
                  <a:pt x="873239" y="73152"/>
                </a:lnTo>
                <a:lnTo>
                  <a:pt x="873239" y="211836"/>
                </a:lnTo>
                <a:lnTo>
                  <a:pt x="810755" y="211836"/>
                </a:lnTo>
                <a:lnTo>
                  <a:pt x="810755" y="73152"/>
                </a:lnTo>
                <a:lnTo>
                  <a:pt x="873239" y="73152"/>
                </a:lnTo>
                <a:lnTo>
                  <a:pt x="873239" y="62484"/>
                </a:lnTo>
                <a:lnTo>
                  <a:pt x="848855" y="62484"/>
                </a:lnTo>
                <a:lnTo>
                  <a:pt x="855738" y="56769"/>
                </a:lnTo>
                <a:lnTo>
                  <a:pt x="860475" y="51054"/>
                </a:lnTo>
                <a:lnTo>
                  <a:pt x="863219" y="45339"/>
                </a:lnTo>
                <a:lnTo>
                  <a:pt x="864095" y="39624"/>
                </a:lnTo>
                <a:lnTo>
                  <a:pt x="864095" y="36576"/>
                </a:lnTo>
                <a:lnTo>
                  <a:pt x="822337" y="6604"/>
                </a:lnTo>
                <a:lnTo>
                  <a:pt x="807707" y="0"/>
                </a:lnTo>
                <a:lnTo>
                  <a:pt x="804659" y="6096"/>
                </a:lnTo>
                <a:lnTo>
                  <a:pt x="816927" y="20916"/>
                </a:lnTo>
                <a:lnTo>
                  <a:pt x="826185" y="35433"/>
                </a:lnTo>
                <a:lnTo>
                  <a:pt x="832307" y="49390"/>
                </a:lnTo>
                <a:lnTo>
                  <a:pt x="835139" y="62484"/>
                </a:lnTo>
                <a:lnTo>
                  <a:pt x="646163" y="62484"/>
                </a:lnTo>
                <a:lnTo>
                  <a:pt x="661403" y="77724"/>
                </a:lnTo>
                <a:lnTo>
                  <a:pt x="671715" y="75730"/>
                </a:lnTo>
                <a:lnTo>
                  <a:pt x="682167" y="74295"/>
                </a:lnTo>
                <a:lnTo>
                  <a:pt x="692912" y="73444"/>
                </a:lnTo>
                <a:lnTo>
                  <a:pt x="704075" y="73152"/>
                </a:lnTo>
                <a:lnTo>
                  <a:pt x="786371" y="73152"/>
                </a:lnTo>
                <a:lnTo>
                  <a:pt x="786371" y="211836"/>
                </a:lnTo>
                <a:lnTo>
                  <a:pt x="702551" y="211836"/>
                </a:lnTo>
                <a:lnTo>
                  <a:pt x="716267" y="225552"/>
                </a:lnTo>
                <a:lnTo>
                  <a:pt x="734555" y="222504"/>
                </a:lnTo>
                <a:lnTo>
                  <a:pt x="766559" y="222504"/>
                </a:lnTo>
                <a:lnTo>
                  <a:pt x="781977" y="249961"/>
                </a:lnTo>
                <a:lnTo>
                  <a:pt x="798372" y="275272"/>
                </a:lnTo>
                <a:lnTo>
                  <a:pt x="815568" y="298500"/>
                </a:lnTo>
                <a:lnTo>
                  <a:pt x="833615" y="320040"/>
                </a:lnTo>
                <a:lnTo>
                  <a:pt x="795070" y="345554"/>
                </a:lnTo>
                <a:lnTo>
                  <a:pt x="750366" y="367474"/>
                </a:lnTo>
                <a:lnTo>
                  <a:pt x="699681" y="386270"/>
                </a:lnTo>
                <a:lnTo>
                  <a:pt x="643115" y="402336"/>
                </a:lnTo>
                <a:lnTo>
                  <a:pt x="644639" y="408432"/>
                </a:lnTo>
                <a:lnTo>
                  <a:pt x="704634" y="396151"/>
                </a:lnTo>
                <a:lnTo>
                  <a:pt x="758748" y="379857"/>
                </a:lnTo>
                <a:lnTo>
                  <a:pt x="806881" y="359575"/>
                </a:lnTo>
                <a:lnTo>
                  <a:pt x="848855" y="335280"/>
                </a:lnTo>
                <a:lnTo>
                  <a:pt x="882053" y="357835"/>
                </a:lnTo>
                <a:lnTo>
                  <a:pt x="920102" y="377380"/>
                </a:lnTo>
                <a:lnTo>
                  <a:pt x="963307" y="393788"/>
                </a:lnTo>
                <a:lnTo>
                  <a:pt x="1011923" y="406908"/>
                </a:lnTo>
                <a:lnTo>
                  <a:pt x="1016736" y="398868"/>
                </a:lnTo>
                <a:lnTo>
                  <a:pt x="1024115" y="392811"/>
                </a:lnTo>
                <a:lnTo>
                  <a:pt x="1033792" y="388480"/>
                </a:lnTo>
                <a:lnTo>
                  <a:pt x="1045451" y="385572"/>
                </a:lnTo>
                <a:lnTo>
                  <a:pt x="1045451" y="379476"/>
                </a:lnTo>
                <a:close/>
              </a:path>
              <a:path w="1487804" h="455929">
                <a:moveTo>
                  <a:pt x="1424343" y="62865"/>
                </a:moveTo>
                <a:lnTo>
                  <a:pt x="1396161" y="32004"/>
                </a:lnTo>
                <a:lnTo>
                  <a:pt x="1365491" y="13716"/>
                </a:lnTo>
                <a:lnTo>
                  <a:pt x="1360919" y="19812"/>
                </a:lnTo>
                <a:lnTo>
                  <a:pt x="1374114" y="36957"/>
                </a:lnTo>
                <a:lnTo>
                  <a:pt x="1384160" y="51816"/>
                </a:lnTo>
                <a:lnTo>
                  <a:pt x="1391361" y="64389"/>
                </a:lnTo>
                <a:lnTo>
                  <a:pt x="1395971" y="74676"/>
                </a:lnTo>
                <a:lnTo>
                  <a:pt x="1397495" y="83820"/>
                </a:lnTo>
                <a:lnTo>
                  <a:pt x="1400543" y="88392"/>
                </a:lnTo>
                <a:lnTo>
                  <a:pt x="1406639" y="88392"/>
                </a:lnTo>
                <a:lnTo>
                  <a:pt x="1409687" y="86868"/>
                </a:lnTo>
                <a:lnTo>
                  <a:pt x="1418831" y="80772"/>
                </a:lnTo>
                <a:lnTo>
                  <a:pt x="1421879" y="76200"/>
                </a:lnTo>
                <a:lnTo>
                  <a:pt x="1423403" y="68580"/>
                </a:lnTo>
                <a:lnTo>
                  <a:pt x="1424343" y="62865"/>
                </a:lnTo>
                <a:close/>
              </a:path>
              <a:path w="1487804" h="455929">
                <a:moveTo>
                  <a:pt x="1487411" y="396240"/>
                </a:moveTo>
                <a:lnTo>
                  <a:pt x="1485887" y="391668"/>
                </a:lnTo>
                <a:lnTo>
                  <a:pt x="1481886" y="383654"/>
                </a:lnTo>
                <a:lnTo>
                  <a:pt x="1479029" y="375475"/>
                </a:lnTo>
                <a:lnTo>
                  <a:pt x="1477314" y="367030"/>
                </a:lnTo>
                <a:lnTo>
                  <a:pt x="1476844" y="359664"/>
                </a:lnTo>
                <a:lnTo>
                  <a:pt x="1476781" y="357593"/>
                </a:lnTo>
                <a:lnTo>
                  <a:pt x="1477302" y="346951"/>
                </a:lnTo>
                <a:lnTo>
                  <a:pt x="1478826" y="331647"/>
                </a:lnTo>
                <a:lnTo>
                  <a:pt x="1481251" y="311429"/>
                </a:lnTo>
                <a:lnTo>
                  <a:pt x="1484363" y="286512"/>
                </a:lnTo>
                <a:lnTo>
                  <a:pt x="1476743" y="284988"/>
                </a:lnTo>
                <a:lnTo>
                  <a:pt x="1455407" y="359664"/>
                </a:lnTo>
                <a:lnTo>
                  <a:pt x="1436001" y="349719"/>
                </a:lnTo>
                <a:lnTo>
                  <a:pt x="1416735" y="336042"/>
                </a:lnTo>
                <a:lnTo>
                  <a:pt x="1398981" y="320040"/>
                </a:lnTo>
                <a:lnTo>
                  <a:pt x="1397838" y="319024"/>
                </a:lnTo>
                <a:lnTo>
                  <a:pt x="1379207" y="298704"/>
                </a:lnTo>
                <a:lnTo>
                  <a:pt x="1394993" y="274320"/>
                </a:lnTo>
                <a:lnTo>
                  <a:pt x="1410258" y="247078"/>
                </a:lnTo>
                <a:lnTo>
                  <a:pt x="1425295" y="216623"/>
                </a:lnTo>
                <a:lnTo>
                  <a:pt x="1440167" y="182880"/>
                </a:lnTo>
                <a:lnTo>
                  <a:pt x="1455407" y="173736"/>
                </a:lnTo>
                <a:lnTo>
                  <a:pt x="1420355" y="146304"/>
                </a:lnTo>
                <a:lnTo>
                  <a:pt x="1412621" y="166547"/>
                </a:lnTo>
                <a:lnTo>
                  <a:pt x="1405305" y="185928"/>
                </a:lnTo>
                <a:lnTo>
                  <a:pt x="1398282" y="204177"/>
                </a:lnTo>
                <a:lnTo>
                  <a:pt x="1377683" y="250507"/>
                </a:lnTo>
                <a:lnTo>
                  <a:pt x="1363967" y="274320"/>
                </a:lnTo>
                <a:lnTo>
                  <a:pt x="1352257" y="246938"/>
                </a:lnTo>
                <a:lnTo>
                  <a:pt x="1342250" y="210693"/>
                </a:lnTo>
                <a:lnTo>
                  <a:pt x="1333969" y="165887"/>
                </a:lnTo>
                <a:lnTo>
                  <a:pt x="1327391" y="112776"/>
                </a:lnTo>
                <a:lnTo>
                  <a:pt x="1482839" y="112776"/>
                </a:lnTo>
                <a:lnTo>
                  <a:pt x="1472171" y="102108"/>
                </a:lnTo>
                <a:lnTo>
                  <a:pt x="1447787" y="77724"/>
                </a:lnTo>
                <a:lnTo>
                  <a:pt x="1423403" y="102108"/>
                </a:lnTo>
                <a:lnTo>
                  <a:pt x="1327391" y="102108"/>
                </a:lnTo>
                <a:lnTo>
                  <a:pt x="1326489" y="88392"/>
                </a:lnTo>
                <a:lnTo>
                  <a:pt x="1325295" y="69151"/>
                </a:lnTo>
                <a:lnTo>
                  <a:pt x="1324610" y="53898"/>
                </a:lnTo>
                <a:lnTo>
                  <a:pt x="1324343" y="39624"/>
                </a:lnTo>
                <a:lnTo>
                  <a:pt x="1336535" y="25908"/>
                </a:lnTo>
                <a:lnTo>
                  <a:pt x="1290815" y="9144"/>
                </a:lnTo>
                <a:lnTo>
                  <a:pt x="1293101" y="28600"/>
                </a:lnTo>
                <a:lnTo>
                  <a:pt x="1295387" y="50482"/>
                </a:lnTo>
                <a:lnTo>
                  <a:pt x="1297660" y="74676"/>
                </a:lnTo>
                <a:lnTo>
                  <a:pt x="1299959" y="102108"/>
                </a:lnTo>
                <a:lnTo>
                  <a:pt x="1165847" y="102108"/>
                </a:lnTo>
                <a:lnTo>
                  <a:pt x="1135367" y="86868"/>
                </a:lnTo>
                <a:lnTo>
                  <a:pt x="1135608" y="101396"/>
                </a:lnTo>
                <a:lnTo>
                  <a:pt x="1136129" y="117348"/>
                </a:lnTo>
                <a:lnTo>
                  <a:pt x="1136662" y="134454"/>
                </a:lnTo>
                <a:lnTo>
                  <a:pt x="1136815" y="146304"/>
                </a:lnTo>
                <a:lnTo>
                  <a:pt x="1136726" y="166547"/>
                </a:lnTo>
                <a:lnTo>
                  <a:pt x="1133843" y="265176"/>
                </a:lnTo>
                <a:lnTo>
                  <a:pt x="1120508" y="336804"/>
                </a:lnTo>
                <a:lnTo>
                  <a:pt x="1086599" y="403860"/>
                </a:lnTo>
                <a:lnTo>
                  <a:pt x="1089647" y="408432"/>
                </a:lnTo>
                <a:lnTo>
                  <a:pt x="1119733" y="374434"/>
                </a:lnTo>
                <a:lnTo>
                  <a:pt x="1141653" y="329565"/>
                </a:lnTo>
                <a:lnTo>
                  <a:pt x="1155877" y="273850"/>
                </a:lnTo>
                <a:lnTo>
                  <a:pt x="1162799" y="207264"/>
                </a:lnTo>
                <a:lnTo>
                  <a:pt x="1243571" y="207264"/>
                </a:lnTo>
                <a:lnTo>
                  <a:pt x="1240523" y="274891"/>
                </a:lnTo>
                <a:lnTo>
                  <a:pt x="1234427" y="320040"/>
                </a:lnTo>
                <a:lnTo>
                  <a:pt x="1229855" y="324612"/>
                </a:lnTo>
                <a:lnTo>
                  <a:pt x="1220711" y="323088"/>
                </a:lnTo>
                <a:lnTo>
                  <a:pt x="1212710" y="321932"/>
                </a:lnTo>
                <a:lnTo>
                  <a:pt x="1174991" y="316992"/>
                </a:lnTo>
                <a:lnTo>
                  <a:pt x="1174991" y="323088"/>
                </a:lnTo>
                <a:lnTo>
                  <a:pt x="1193304" y="331647"/>
                </a:lnTo>
                <a:lnTo>
                  <a:pt x="1207185" y="341185"/>
                </a:lnTo>
                <a:lnTo>
                  <a:pt x="1216787" y="351599"/>
                </a:lnTo>
                <a:lnTo>
                  <a:pt x="1222235" y="362712"/>
                </a:lnTo>
                <a:lnTo>
                  <a:pt x="1232814" y="357593"/>
                </a:lnTo>
                <a:lnTo>
                  <a:pt x="1257896" y="324612"/>
                </a:lnTo>
                <a:lnTo>
                  <a:pt x="1265389" y="261797"/>
                </a:lnTo>
                <a:lnTo>
                  <a:pt x="1267955" y="214884"/>
                </a:lnTo>
                <a:lnTo>
                  <a:pt x="1279931" y="207264"/>
                </a:lnTo>
                <a:lnTo>
                  <a:pt x="1284719" y="204216"/>
                </a:lnTo>
                <a:lnTo>
                  <a:pt x="1276146" y="196596"/>
                </a:lnTo>
                <a:lnTo>
                  <a:pt x="1257287" y="179832"/>
                </a:lnTo>
                <a:lnTo>
                  <a:pt x="1242047" y="196596"/>
                </a:lnTo>
                <a:lnTo>
                  <a:pt x="1162799" y="196596"/>
                </a:lnTo>
                <a:lnTo>
                  <a:pt x="1164323" y="112776"/>
                </a:lnTo>
                <a:lnTo>
                  <a:pt x="1301483" y="112776"/>
                </a:lnTo>
                <a:lnTo>
                  <a:pt x="1308417" y="170789"/>
                </a:lnTo>
                <a:lnTo>
                  <a:pt x="1318056" y="221361"/>
                </a:lnTo>
                <a:lnTo>
                  <a:pt x="1330845" y="264515"/>
                </a:lnTo>
                <a:lnTo>
                  <a:pt x="1347203" y="300228"/>
                </a:lnTo>
                <a:lnTo>
                  <a:pt x="1326680" y="325094"/>
                </a:lnTo>
                <a:lnTo>
                  <a:pt x="1301864" y="349377"/>
                </a:lnTo>
                <a:lnTo>
                  <a:pt x="1273060" y="373100"/>
                </a:lnTo>
                <a:lnTo>
                  <a:pt x="1240523" y="396240"/>
                </a:lnTo>
                <a:lnTo>
                  <a:pt x="1242047" y="403860"/>
                </a:lnTo>
                <a:lnTo>
                  <a:pt x="1273479" y="387553"/>
                </a:lnTo>
                <a:lnTo>
                  <a:pt x="1303769" y="368236"/>
                </a:lnTo>
                <a:lnTo>
                  <a:pt x="1332915" y="345782"/>
                </a:lnTo>
                <a:lnTo>
                  <a:pt x="1360919" y="320040"/>
                </a:lnTo>
                <a:lnTo>
                  <a:pt x="1382052" y="344639"/>
                </a:lnTo>
                <a:lnTo>
                  <a:pt x="1420291" y="377266"/>
                </a:lnTo>
                <a:lnTo>
                  <a:pt x="1464551" y="395097"/>
                </a:lnTo>
                <a:lnTo>
                  <a:pt x="1482839" y="397764"/>
                </a:lnTo>
                <a:lnTo>
                  <a:pt x="1487411" y="397764"/>
                </a:lnTo>
                <a:lnTo>
                  <a:pt x="1487411" y="39624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5" name="object 105"/>
          <p:cNvSpPr/>
          <p:nvPr/>
        </p:nvSpPr>
        <p:spPr>
          <a:xfrm>
            <a:off x="9250680" y="5681471"/>
            <a:ext cx="378460" cy="388620"/>
          </a:xfrm>
          <a:custGeom>
            <a:avLst/>
            <a:gdLst/>
            <a:ahLst/>
            <a:cxnLst/>
            <a:rect l="l" t="t" r="r" b="b"/>
            <a:pathLst>
              <a:path w="378459" h="388620">
                <a:moveTo>
                  <a:pt x="150876" y="196596"/>
                </a:moveTo>
                <a:lnTo>
                  <a:pt x="146304" y="193548"/>
                </a:lnTo>
                <a:lnTo>
                  <a:pt x="162853" y="167235"/>
                </a:lnTo>
                <a:lnTo>
                  <a:pt x="178117" y="140779"/>
                </a:lnTo>
                <a:lnTo>
                  <a:pt x="204216" y="86868"/>
                </a:lnTo>
                <a:lnTo>
                  <a:pt x="221932" y="37719"/>
                </a:lnTo>
                <a:lnTo>
                  <a:pt x="231648" y="0"/>
                </a:lnTo>
                <a:lnTo>
                  <a:pt x="269748" y="21336"/>
                </a:lnTo>
                <a:lnTo>
                  <a:pt x="256032" y="28956"/>
                </a:lnTo>
                <a:lnTo>
                  <a:pt x="248007" y="46101"/>
                </a:lnTo>
                <a:lnTo>
                  <a:pt x="239839" y="63246"/>
                </a:lnTo>
                <a:lnTo>
                  <a:pt x="231386" y="80391"/>
                </a:lnTo>
                <a:lnTo>
                  <a:pt x="222504" y="97536"/>
                </a:lnTo>
                <a:lnTo>
                  <a:pt x="375883" y="97536"/>
                </a:lnTo>
                <a:lnTo>
                  <a:pt x="377952" y="99060"/>
                </a:lnTo>
                <a:lnTo>
                  <a:pt x="368808" y="108204"/>
                </a:lnTo>
                <a:lnTo>
                  <a:pt x="219456" y="108204"/>
                </a:lnTo>
                <a:lnTo>
                  <a:pt x="202525" y="133588"/>
                </a:lnTo>
                <a:lnTo>
                  <a:pt x="185737" y="156972"/>
                </a:lnTo>
                <a:lnTo>
                  <a:pt x="168663" y="178069"/>
                </a:lnTo>
                <a:lnTo>
                  <a:pt x="150876" y="196596"/>
                </a:lnTo>
                <a:close/>
              </a:path>
              <a:path w="378459" h="388620">
                <a:moveTo>
                  <a:pt x="19812" y="185928"/>
                </a:moveTo>
                <a:lnTo>
                  <a:pt x="0" y="153924"/>
                </a:lnTo>
                <a:lnTo>
                  <a:pt x="10548" y="147875"/>
                </a:lnTo>
                <a:lnTo>
                  <a:pt x="21526" y="136398"/>
                </a:lnTo>
                <a:lnTo>
                  <a:pt x="44195" y="96012"/>
                </a:lnTo>
                <a:lnTo>
                  <a:pt x="62293" y="47053"/>
                </a:lnTo>
                <a:lnTo>
                  <a:pt x="74676" y="1524"/>
                </a:lnTo>
                <a:lnTo>
                  <a:pt x="111252" y="21336"/>
                </a:lnTo>
                <a:lnTo>
                  <a:pt x="101274" y="32456"/>
                </a:lnTo>
                <a:lnTo>
                  <a:pt x="92011" y="45148"/>
                </a:lnTo>
                <a:lnTo>
                  <a:pt x="83605" y="59269"/>
                </a:lnTo>
                <a:lnTo>
                  <a:pt x="76200" y="74676"/>
                </a:lnTo>
                <a:lnTo>
                  <a:pt x="67294" y="91559"/>
                </a:lnTo>
                <a:lnTo>
                  <a:pt x="56388" y="110299"/>
                </a:lnTo>
                <a:lnTo>
                  <a:pt x="43064" y="131230"/>
                </a:lnTo>
                <a:lnTo>
                  <a:pt x="27431" y="153924"/>
                </a:lnTo>
                <a:lnTo>
                  <a:pt x="125799" y="153924"/>
                </a:lnTo>
                <a:lnTo>
                  <a:pt x="122475" y="158496"/>
                </a:lnTo>
                <a:lnTo>
                  <a:pt x="99060" y="158496"/>
                </a:lnTo>
                <a:lnTo>
                  <a:pt x="87034" y="160805"/>
                </a:lnTo>
                <a:lnTo>
                  <a:pt x="76009" y="163258"/>
                </a:lnTo>
                <a:lnTo>
                  <a:pt x="65841" y="165996"/>
                </a:lnTo>
                <a:lnTo>
                  <a:pt x="56388" y="169164"/>
                </a:lnTo>
                <a:lnTo>
                  <a:pt x="46386" y="171997"/>
                </a:lnTo>
                <a:lnTo>
                  <a:pt x="36957" y="175831"/>
                </a:lnTo>
                <a:lnTo>
                  <a:pt x="28098" y="180522"/>
                </a:lnTo>
                <a:lnTo>
                  <a:pt x="19812" y="185928"/>
                </a:lnTo>
                <a:close/>
              </a:path>
              <a:path w="378459" h="388620">
                <a:moveTo>
                  <a:pt x="125799" y="153924"/>
                </a:moveTo>
                <a:lnTo>
                  <a:pt x="27431" y="153924"/>
                </a:lnTo>
                <a:lnTo>
                  <a:pt x="106680" y="147828"/>
                </a:lnTo>
                <a:lnTo>
                  <a:pt x="115921" y="131040"/>
                </a:lnTo>
                <a:lnTo>
                  <a:pt x="124968" y="113347"/>
                </a:lnTo>
                <a:lnTo>
                  <a:pt x="134112" y="94035"/>
                </a:lnTo>
                <a:lnTo>
                  <a:pt x="143256" y="73152"/>
                </a:lnTo>
                <a:lnTo>
                  <a:pt x="175260" y="96012"/>
                </a:lnTo>
                <a:lnTo>
                  <a:pt x="166163" y="103727"/>
                </a:lnTo>
                <a:lnTo>
                  <a:pt x="155067" y="115443"/>
                </a:lnTo>
                <a:lnTo>
                  <a:pt x="142204" y="131230"/>
                </a:lnTo>
                <a:lnTo>
                  <a:pt x="125799" y="153924"/>
                </a:lnTo>
                <a:close/>
              </a:path>
              <a:path w="378459" h="388620">
                <a:moveTo>
                  <a:pt x="375883" y="97536"/>
                </a:moveTo>
                <a:lnTo>
                  <a:pt x="336804" y="97536"/>
                </a:lnTo>
                <a:lnTo>
                  <a:pt x="348996" y="77724"/>
                </a:lnTo>
                <a:lnTo>
                  <a:pt x="375883" y="97536"/>
                </a:lnTo>
                <a:close/>
              </a:path>
              <a:path w="378459" h="388620">
                <a:moveTo>
                  <a:pt x="353387" y="346567"/>
                </a:moveTo>
                <a:lnTo>
                  <a:pt x="307848" y="346567"/>
                </a:lnTo>
                <a:lnTo>
                  <a:pt x="316992" y="345948"/>
                </a:lnTo>
                <a:lnTo>
                  <a:pt x="323278" y="343114"/>
                </a:lnTo>
                <a:lnTo>
                  <a:pt x="336661" y="291441"/>
                </a:lnTo>
                <a:lnTo>
                  <a:pt x="338260" y="250698"/>
                </a:lnTo>
                <a:lnTo>
                  <a:pt x="339972" y="188761"/>
                </a:lnTo>
                <a:lnTo>
                  <a:pt x="341376" y="108204"/>
                </a:lnTo>
                <a:lnTo>
                  <a:pt x="368808" y="108204"/>
                </a:lnTo>
                <a:lnTo>
                  <a:pt x="365760" y="111252"/>
                </a:lnTo>
                <a:lnTo>
                  <a:pt x="363404" y="207645"/>
                </a:lnTo>
                <a:lnTo>
                  <a:pt x="361762" y="263699"/>
                </a:lnTo>
                <a:lnTo>
                  <a:pt x="361188" y="281940"/>
                </a:lnTo>
                <a:lnTo>
                  <a:pt x="360045" y="312181"/>
                </a:lnTo>
                <a:lnTo>
                  <a:pt x="356616" y="336423"/>
                </a:lnTo>
                <a:lnTo>
                  <a:pt x="353387" y="346567"/>
                </a:lnTo>
                <a:close/>
              </a:path>
              <a:path w="378459" h="388620">
                <a:moveTo>
                  <a:pt x="24383" y="298704"/>
                </a:moveTo>
                <a:lnTo>
                  <a:pt x="1524" y="263652"/>
                </a:lnTo>
                <a:lnTo>
                  <a:pt x="7572" y="262270"/>
                </a:lnTo>
                <a:lnTo>
                  <a:pt x="14478" y="258318"/>
                </a:lnTo>
                <a:lnTo>
                  <a:pt x="43124" y="231576"/>
                </a:lnTo>
                <a:lnTo>
                  <a:pt x="76795" y="188761"/>
                </a:lnTo>
                <a:lnTo>
                  <a:pt x="99060" y="158496"/>
                </a:lnTo>
                <a:lnTo>
                  <a:pt x="122475" y="158496"/>
                </a:lnTo>
                <a:lnTo>
                  <a:pt x="111204" y="173997"/>
                </a:lnTo>
                <a:lnTo>
                  <a:pt x="90678" y="199834"/>
                </a:lnTo>
                <a:lnTo>
                  <a:pt x="66722" y="228242"/>
                </a:lnTo>
                <a:lnTo>
                  <a:pt x="39624" y="259080"/>
                </a:lnTo>
                <a:lnTo>
                  <a:pt x="107678" y="259080"/>
                </a:lnTo>
                <a:lnTo>
                  <a:pt x="64031" y="275129"/>
                </a:lnTo>
                <a:lnTo>
                  <a:pt x="37218" y="289893"/>
                </a:lnTo>
                <a:lnTo>
                  <a:pt x="24383" y="298704"/>
                </a:lnTo>
                <a:close/>
              </a:path>
              <a:path w="378459" h="388620">
                <a:moveTo>
                  <a:pt x="256032" y="263652"/>
                </a:moveTo>
                <a:lnTo>
                  <a:pt x="249936" y="263652"/>
                </a:lnTo>
                <a:lnTo>
                  <a:pt x="245364" y="257556"/>
                </a:lnTo>
                <a:lnTo>
                  <a:pt x="242316" y="245364"/>
                </a:lnTo>
                <a:lnTo>
                  <a:pt x="237220" y="230766"/>
                </a:lnTo>
                <a:lnTo>
                  <a:pt x="228981" y="214312"/>
                </a:lnTo>
                <a:lnTo>
                  <a:pt x="217884" y="195857"/>
                </a:lnTo>
                <a:lnTo>
                  <a:pt x="204216" y="175260"/>
                </a:lnTo>
                <a:lnTo>
                  <a:pt x="208788" y="172212"/>
                </a:lnTo>
                <a:lnTo>
                  <a:pt x="235672" y="191357"/>
                </a:lnTo>
                <a:lnTo>
                  <a:pt x="254698" y="207645"/>
                </a:lnTo>
                <a:lnTo>
                  <a:pt x="266009" y="221075"/>
                </a:lnTo>
                <a:lnTo>
                  <a:pt x="269722" y="231576"/>
                </a:lnTo>
                <a:lnTo>
                  <a:pt x="269692" y="233172"/>
                </a:lnTo>
                <a:lnTo>
                  <a:pt x="259080" y="262128"/>
                </a:lnTo>
                <a:lnTo>
                  <a:pt x="256032" y="263652"/>
                </a:lnTo>
                <a:close/>
              </a:path>
              <a:path w="378459" h="388620">
                <a:moveTo>
                  <a:pt x="107678" y="259080"/>
                </a:moveTo>
                <a:lnTo>
                  <a:pt x="39624" y="259080"/>
                </a:lnTo>
                <a:lnTo>
                  <a:pt x="57626" y="255889"/>
                </a:lnTo>
                <a:lnTo>
                  <a:pt x="84201" y="250698"/>
                </a:lnTo>
                <a:lnTo>
                  <a:pt x="119348" y="243220"/>
                </a:lnTo>
                <a:lnTo>
                  <a:pt x="163068" y="233172"/>
                </a:lnTo>
                <a:lnTo>
                  <a:pt x="164592" y="239268"/>
                </a:lnTo>
                <a:lnTo>
                  <a:pt x="107678" y="259080"/>
                </a:lnTo>
                <a:close/>
              </a:path>
              <a:path w="378459" h="388620">
                <a:moveTo>
                  <a:pt x="25907" y="382524"/>
                </a:moveTo>
                <a:lnTo>
                  <a:pt x="3048" y="347472"/>
                </a:lnTo>
                <a:lnTo>
                  <a:pt x="41933" y="338613"/>
                </a:lnTo>
                <a:lnTo>
                  <a:pt x="83248" y="328041"/>
                </a:lnTo>
                <a:lnTo>
                  <a:pt x="127134" y="315753"/>
                </a:lnTo>
                <a:lnTo>
                  <a:pt x="173736" y="301752"/>
                </a:lnTo>
                <a:lnTo>
                  <a:pt x="175260" y="309372"/>
                </a:lnTo>
                <a:lnTo>
                  <a:pt x="139279" y="323349"/>
                </a:lnTo>
                <a:lnTo>
                  <a:pt x="85034" y="345590"/>
                </a:lnTo>
                <a:lnTo>
                  <a:pt x="41910" y="368046"/>
                </a:lnTo>
                <a:lnTo>
                  <a:pt x="32765" y="375427"/>
                </a:lnTo>
                <a:lnTo>
                  <a:pt x="25907" y="382524"/>
                </a:lnTo>
                <a:close/>
              </a:path>
              <a:path w="378459" h="388620">
                <a:moveTo>
                  <a:pt x="303276" y="388620"/>
                </a:moveTo>
                <a:lnTo>
                  <a:pt x="298418" y="376023"/>
                </a:lnTo>
                <a:lnTo>
                  <a:pt x="286131" y="365569"/>
                </a:lnTo>
                <a:lnTo>
                  <a:pt x="266414" y="357116"/>
                </a:lnTo>
                <a:lnTo>
                  <a:pt x="239268" y="350520"/>
                </a:lnTo>
                <a:lnTo>
                  <a:pt x="239268" y="344424"/>
                </a:lnTo>
                <a:lnTo>
                  <a:pt x="291846" y="346329"/>
                </a:lnTo>
                <a:lnTo>
                  <a:pt x="307848" y="346567"/>
                </a:lnTo>
                <a:lnTo>
                  <a:pt x="353387" y="346567"/>
                </a:lnTo>
                <a:lnTo>
                  <a:pt x="350901" y="354377"/>
                </a:lnTo>
                <a:lnTo>
                  <a:pt x="342900" y="365760"/>
                </a:lnTo>
                <a:lnTo>
                  <a:pt x="334351" y="373189"/>
                </a:lnTo>
                <a:lnTo>
                  <a:pt x="324802" y="379476"/>
                </a:lnTo>
                <a:lnTo>
                  <a:pt x="314396" y="384619"/>
                </a:lnTo>
                <a:lnTo>
                  <a:pt x="303276" y="3886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6" name="object 106"/>
          <p:cNvSpPr/>
          <p:nvPr/>
        </p:nvSpPr>
        <p:spPr>
          <a:xfrm>
            <a:off x="2121395" y="6216396"/>
            <a:ext cx="1297305" cy="413384"/>
          </a:xfrm>
          <a:custGeom>
            <a:avLst/>
            <a:gdLst/>
            <a:ahLst/>
            <a:cxnLst/>
            <a:rect l="l" t="t" r="r" b="b"/>
            <a:pathLst>
              <a:path w="1297304" h="413384">
                <a:moveTo>
                  <a:pt x="304800" y="179832"/>
                </a:moveTo>
                <a:lnTo>
                  <a:pt x="272796" y="149352"/>
                </a:lnTo>
                <a:lnTo>
                  <a:pt x="252984" y="170688"/>
                </a:lnTo>
                <a:lnTo>
                  <a:pt x="94488" y="170688"/>
                </a:lnTo>
                <a:lnTo>
                  <a:pt x="109728" y="185928"/>
                </a:lnTo>
                <a:lnTo>
                  <a:pt x="119786" y="183692"/>
                </a:lnTo>
                <a:lnTo>
                  <a:pt x="129540" y="181737"/>
                </a:lnTo>
                <a:lnTo>
                  <a:pt x="139306" y="180365"/>
                </a:lnTo>
                <a:lnTo>
                  <a:pt x="149352" y="179832"/>
                </a:lnTo>
                <a:lnTo>
                  <a:pt x="304800" y="179832"/>
                </a:lnTo>
                <a:close/>
              </a:path>
              <a:path w="1297304" h="413384">
                <a:moveTo>
                  <a:pt x="388620" y="254508"/>
                </a:moveTo>
                <a:lnTo>
                  <a:pt x="353580" y="220980"/>
                </a:lnTo>
                <a:lnTo>
                  <a:pt x="329184" y="245364"/>
                </a:lnTo>
                <a:lnTo>
                  <a:pt x="28956" y="245364"/>
                </a:lnTo>
                <a:lnTo>
                  <a:pt x="44196" y="260604"/>
                </a:lnTo>
                <a:lnTo>
                  <a:pt x="53632" y="258368"/>
                </a:lnTo>
                <a:lnTo>
                  <a:pt x="63627" y="256413"/>
                </a:lnTo>
                <a:lnTo>
                  <a:pt x="74206" y="255041"/>
                </a:lnTo>
                <a:lnTo>
                  <a:pt x="85344" y="254508"/>
                </a:lnTo>
                <a:lnTo>
                  <a:pt x="166116" y="254508"/>
                </a:lnTo>
                <a:lnTo>
                  <a:pt x="139115" y="300380"/>
                </a:lnTo>
                <a:lnTo>
                  <a:pt x="106857" y="342734"/>
                </a:lnTo>
                <a:lnTo>
                  <a:pt x="76517" y="368503"/>
                </a:lnTo>
                <a:lnTo>
                  <a:pt x="62484" y="373380"/>
                </a:lnTo>
                <a:lnTo>
                  <a:pt x="80772" y="408432"/>
                </a:lnTo>
                <a:lnTo>
                  <a:pt x="132638" y="396011"/>
                </a:lnTo>
                <a:lnTo>
                  <a:pt x="306324" y="374904"/>
                </a:lnTo>
                <a:lnTo>
                  <a:pt x="312000" y="383768"/>
                </a:lnTo>
                <a:lnTo>
                  <a:pt x="317385" y="392049"/>
                </a:lnTo>
                <a:lnTo>
                  <a:pt x="322186" y="399770"/>
                </a:lnTo>
                <a:lnTo>
                  <a:pt x="326136" y="406908"/>
                </a:lnTo>
                <a:lnTo>
                  <a:pt x="327660" y="411480"/>
                </a:lnTo>
                <a:lnTo>
                  <a:pt x="330708" y="413004"/>
                </a:lnTo>
                <a:lnTo>
                  <a:pt x="335292" y="413004"/>
                </a:lnTo>
                <a:lnTo>
                  <a:pt x="338328" y="409956"/>
                </a:lnTo>
                <a:lnTo>
                  <a:pt x="341376" y="402336"/>
                </a:lnTo>
                <a:lnTo>
                  <a:pt x="345948" y="396240"/>
                </a:lnTo>
                <a:lnTo>
                  <a:pt x="347472" y="390144"/>
                </a:lnTo>
                <a:lnTo>
                  <a:pt x="347472" y="385572"/>
                </a:lnTo>
                <a:lnTo>
                  <a:pt x="346049" y="377532"/>
                </a:lnTo>
                <a:lnTo>
                  <a:pt x="344703" y="374904"/>
                </a:lnTo>
                <a:lnTo>
                  <a:pt x="343916" y="373380"/>
                </a:lnTo>
                <a:lnTo>
                  <a:pt x="341757" y="369189"/>
                </a:lnTo>
                <a:lnTo>
                  <a:pt x="310896" y="340258"/>
                </a:lnTo>
                <a:lnTo>
                  <a:pt x="269748" y="313448"/>
                </a:lnTo>
                <a:lnTo>
                  <a:pt x="242316" y="297180"/>
                </a:lnTo>
                <a:lnTo>
                  <a:pt x="236220" y="301752"/>
                </a:lnTo>
                <a:lnTo>
                  <a:pt x="255651" y="319493"/>
                </a:lnTo>
                <a:lnTo>
                  <a:pt x="272796" y="336232"/>
                </a:lnTo>
                <a:lnTo>
                  <a:pt x="287655" y="352120"/>
                </a:lnTo>
                <a:lnTo>
                  <a:pt x="300228" y="367284"/>
                </a:lnTo>
                <a:lnTo>
                  <a:pt x="92964" y="373380"/>
                </a:lnTo>
                <a:lnTo>
                  <a:pt x="113804" y="357949"/>
                </a:lnTo>
                <a:lnTo>
                  <a:pt x="137350" y="336804"/>
                </a:lnTo>
                <a:lnTo>
                  <a:pt x="163474" y="309943"/>
                </a:lnTo>
                <a:lnTo>
                  <a:pt x="192024" y="277368"/>
                </a:lnTo>
                <a:lnTo>
                  <a:pt x="207264" y="272796"/>
                </a:lnTo>
                <a:lnTo>
                  <a:pt x="182880" y="254508"/>
                </a:lnTo>
                <a:lnTo>
                  <a:pt x="388620" y="254508"/>
                </a:lnTo>
                <a:close/>
              </a:path>
              <a:path w="1297304" h="413384">
                <a:moveTo>
                  <a:pt x="411480" y="164592"/>
                </a:moveTo>
                <a:lnTo>
                  <a:pt x="345186" y="147637"/>
                </a:lnTo>
                <a:lnTo>
                  <a:pt x="288036" y="115824"/>
                </a:lnTo>
                <a:lnTo>
                  <a:pt x="242125" y="76771"/>
                </a:lnTo>
                <a:lnTo>
                  <a:pt x="214490" y="44196"/>
                </a:lnTo>
                <a:lnTo>
                  <a:pt x="208788" y="36576"/>
                </a:lnTo>
                <a:lnTo>
                  <a:pt x="227076" y="25908"/>
                </a:lnTo>
                <a:lnTo>
                  <a:pt x="190500" y="0"/>
                </a:lnTo>
                <a:lnTo>
                  <a:pt x="175336" y="32600"/>
                </a:lnTo>
                <a:lnTo>
                  <a:pt x="157162" y="64198"/>
                </a:lnTo>
                <a:lnTo>
                  <a:pt x="111252" y="124968"/>
                </a:lnTo>
                <a:lnTo>
                  <a:pt x="84658" y="153885"/>
                </a:lnTo>
                <a:lnTo>
                  <a:pt x="29171" y="200837"/>
                </a:lnTo>
                <a:lnTo>
                  <a:pt x="0" y="219456"/>
                </a:lnTo>
                <a:lnTo>
                  <a:pt x="6096" y="224028"/>
                </a:lnTo>
                <a:lnTo>
                  <a:pt x="65151" y="188595"/>
                </a:lnTo>
                <a:lnTo>
                  <a:pt x="117348" y="146304"/>
                </a:lnTo>
                <a:lnTo>
                  <a:pt x="163449" y="98107"/>
                </a:lnTo>
                <a:lnTo>
                  <a:pt x="202692" y="44196"/>
                </a:lnTo>
                <a:lnTo>
                  <a:pt x="221792" y="73609"/>
                </a:lnTo>
                <a:lnTo>
                  <a:pt x="263994" y="123278"/>
                </a:lnTo>
                <a:lnTo>
                  <a:pt x="309067" y="160147"/>
                </a:lnTo>
                <a:lnTo>
                  <a:pt x="351878" y="185915"/>
                </a:lnTo>
                <a:lnTo>
                  <a:pt x="371868" y="195072"/>
                </a:lnTo>
                <a:lnTo>
                  <a:pt x="377621" y="185928"/>
                </a:lnTo>
                <a:lnTo>
                  <a:pt x="385965" y="179070"/>
                </a:lnTo>
                <a:lnTo>
                  <a:pt x="397154" y="174498"/>
                </a:lnTo>
                <a:lnTo>
                  <a:pt x="411480" y="172212"/>
                </a:lnTo>
                <a:lnTo>
                  <a:pt x="411480" y="164592"/>
                </a:lnTo>
                <a:close/>
              </a:path>
              <a:path w="1297304" h="413384">
                <a:moveTo>
                  <a:pt x="525792" y="141744"/>
                </a:moveTo>
                <a:lnTo>
                  <a:pt x="501218" y="108597"/>
                </a:lnTo>
                <a:lnTo>
                  <a:pt x="464832" y="79260"/>
                </a:lnTo>
                <a:lnTo>
                  <a:pt x="460260" y="85356"/>
                </a:lnTo>
                <a:lnTo>
                  <a:pt x="472592" y="104444"/>
                </a:lnTo>
                <a:lnTo>
                  <a:pt x="482358" y="122694"/>
                </a:lnTo>
                <a:lnTo>
                  <a:pt x="489826" y="139788"/>
                </a:lnTo>
                <a:lnTo>
                  <a:pt x="495312" y="155460"/>
                </a:lnTo>
                <a:lnTo>
                  <a:pt x="499884" y="170700"/>
                </a:lnTo>
                <a:lnTo>
                  <a:pt x="502932" y="176796"/>
                </a:lnTo>
                <a:lnTo>
                  <a:pt x="509028" y="176796"/>
                </a:lnTo>
                <a:lnTo>
                  <a:pt x="512076" y="173748"/>
                </a:lnTo>
                <a:lnTo>
                  <a:pt x="518172" y="166128"/>
                </a:lnTo>
                <a:lnTo>
                  <a:pt x="522744" y="158508"/>
                </a:lnTo>
                <a:lnTo>
                  <a:pt x="525792" y="150888"/>
                </a:lnTo>
                <a:lnTo>
                  <a:pt x="525792" y="141744"/>
                </a:lnTo>
                <a:close/>
              </a:path>
              <a:path w="1297304" h="413384">
                <a:moveTo>
                  <a:pt x="592848" y="25920"/>
                </a:moveTo>
                <a:lnTo>
                  <a:pt x="550176" y="6108"/>
                </a:lnTo>
                <a:lnTo>
                  <a:pt x="550392" y="25920"/>
                </a:lnTo>
                <a:lnTo>
                  <a:pt x="550964" y="71640"/>
                </a:lnTo>
                <a:lnTo>
                  <a:pt x="551421" y="122694"/>
                </a:lnTo>
                <a:lnTo>
                  <a:pt x="551548" y="155981"/>
                </a:lnTo>
                <a:lnTo>
                  <a:pt x="551700" y="204228"/>
                </a:lnTo>
                <a:lnTo>
                  <a:pt x="515975" y="233946"/>
                </a:lnTo>
                <a:lnTo>
                  <a:pt x="486549" y="256806"/>
                </a:lnTo>
                <a:lnTo>
                  <a:pt x="463397" y="272808"/>
                </a:lnTo>
                <a:lnTo>
                  <a:pt x="446544" y="281952"/>
                </a:lnTo>
                <a:lnTo>
                  <a:pt x="469404" y="312432"/>
                </a:lnTo>
                <a:lnTo>
                  <a:pt x="479691" y="297002"/>
                </a:lnTo>
                <a:lnTo>
                  <a:pt x="496836" y="275856"/>
                </a:lnTo>
                <a:lnTo>
                  <a:pt x="520839" y="248996"/>
                </a:lnTo>
                <a:lnTo>
                  <a:pt x="551700" y="216420"/>
                </a:lnTo>
                <a:lnTo>
                  <a:pt x="551459" y="285635"/>
                </a:lnTo>
                <a:lnTo>
                  <a:pt x="550926" y="341388"/>
                </a:lnTo>
                <a:lnTo>
                  <a:pt x="550405" y="381292"/>
                </a:lnTo>
                <a:lnTo>
                  <a:pt x="550176" y="408444"/>
                </a:lnTo>
                <a:lnTo>
                  <a:pt x="577608" y="394728"/>
                </a:lnTo>
                <a:lnTo>
                  <a:pt x="576719" y="378167"/>
                </a:lnTo>
                <a:lnTo>
                  <a:pt x="576275" y="358343"/>
                </a:lnTo>
                <a:lnTo>
                  <a:pt x="576148" y="341388"/>
                </a:lnTo>
                <a:lnTo>
                  <a:pt x="576084" y="216420"/>
                </a:lnTo>
                <a:lnTo>
                  <a:pt x="576084" y="38112"/>
                </a:lnTo>
                <a:lnTo>
                  <a:pt x="592848" y="25920"/>
                </a:lnTo>
                <a:close/>
              </a:path>
              <a:path w="1297304" h="413384">
                <a:moveTo>
                  <a:pt x="815352" y="71640"/>
                </a:moveTo>
                <a:lnTo>
                  <a:pt x="783920" y="46494"/>
                </a:lnTo>
                <a:lnTo>
                  <a:pt x="749820" y="30492"/>
                </a:lnTo>
                <a:lnTo>
                  <a:pt x="746772" y="36588"/>
                </a:lnTo>
                <a:lnTo>
                  <a:pt x="761606" y="53136"/>
                </a:lnTo>
                <a:lnTo>
                  <a:pt x="774014" y="68402"/>
                </a:lnTo>
                <a:lnTo>
                  <a:pt x="783844" y="82232"/>
                </a:lnTo>
                <a:lnTo>
                  <a:pt x="790968" y="94500"/>
                </a:lnTo>
                <a:lnTo>
                  <a:pt x="795540" y="105168"/>
                </a:lnTo>
                <a:lnTo>
                  <a:pt x="800112" y="111264"/>
                </a:lnTo>
                <a:lnTo>
                  <a:pt x="804684" y="111264"/>
                </a:lnTo>
                <a:lnTo>
                  <a:pt x="807732" y="106692"/>
                </a:lnTo>
                <a:lnTo>
                  <a:pt x="813828" y="91452"/>
                </a:lnTo>
                <a:lnTo>
                  <a:pt x="815352" y="85356"/>
                </a:lnTo>
                <a:lnTo>
                  <a:pt x="815352" y="71640"/>
                </a:lnTo>
                <a:close/>
              </a:path>
              <a:path w="1297304" h="413384">
                <a:moveTo>
                  <a:pt x="856500" y="373392"/>
                </a:moveTo>
                <a:lnTo>
                  <a:pt x="819912" y="350139"/>
                </a:lnTo>
                <a:lnTo>
                  <a:pt x="788733" y="316865"/>
                </a:lnTo>
                <a:lnTo>
                  <a:pt x="762901" y="273418"/>
                </a:lnTo>
                <a:lnTo>
                  <a:pt x="742327" y="219671"/>
                </a:lnTo>
                <a:lnTo>
                  <a:pt x="726960" y="155460"/>
                </a:lnTo>
                <a:lnTo>
                  <a:pt x="850404" y="155460"/>
                </a:lnTo>
                <a:lnTo>
                  <a:pt x="816876" y="118884"/>
                </a:lnTo>
                <a:lnTo>
                  <a:pt x="790968" y="146316"/>
                </a:lnTo>
                <a:lnTo>
                  <a:pt x="708672" y="146316"/>
                </a:lnTo>
                <a:lnTo>
                  <a:pt x="708672" y="41160"/>
                </a:lnTo>
                <a:lnTo>
                  <a:pt x="725436" y="27444"/>
                </a:lnTo>
                <a:lnTo>
                  <a:pt x="681240" y="7632"/>
                </a:lnTo>
                <a:lnTo>
                  <a:pt x="683336" y="62687"/>
                </a:lnTo>
                <a:lnTo>
                  <a:pt x="684047" y="105168"/>
                </a:lnTo>
                <a:lnTo>
                  <a:pt x="684288" y="146316"/>
                </a:lnTo>
                <a:lnTo>
                  <a:pt x="583704" y="146316"/>
                </a:lnTo>
                <a:lnTo>
                  <a:pt x="600468" y="161556"/>
                </a:lnTo>
                <a:lnTo>
                  <a:pt x="609892" y="159308"/>
                </a:lnTo>
                <a:lnTo>
                  <a:pt x="619899" y="157365"/>
                </a:lnTo>
                <a:lnTo>
                  <a:pt x="630466" y="155981"/>
                </a:lnTo>
                <a:lnTo>
                  <a:pt x="641616" y="155460"/>
                </a:lnTo>
                <a:lnTo>
                  <a:pt x="684288" y="155460"/>
                </a:lnTo>
                <a:lnTo>
                  <a:pt x="678700" y="208800"/>
                </a:lnTo>
                <a:lnTo>
                  <a:pt x="668083" y="257568"/>
                </a:lnTo>
                <a:lnTo>
                  <a:pt x="652475" y="301764"/>
                </a:lnTo>
                <a:lnTo>
                  <a:pt x="631901" y="341388"/>
                </a:lnTo>
                <a:lnTo>
                  <a:pt x="606425" y="376440"/>
                </a:lnTo>
                <a:lnTo>
                  <a:pt x="576084" y="406920"/>
                </a:lnTo>
                <a:lnTo>
                  <a:pt x="579132" y="411492"/>
                </a:lnTo>
                <a:lnTo>
                  <a:pt x="616343" y="384695"/>
                </a:lnTo>
                <a:lnTo>
                  <a:pt x="647255" y="351548"/>
                </a:lnTo>
                <a:lnTo>
                  <a:pt x="671906" y="312051"/>
                </a:lnTo>
                <a:lnTo>
                  <a:pt x="690321" y="266204"/>
                </a:lnTo>
                <a:lnTo>
                  <a:pt x="702564" y="214007"/>
                </a:lnTo>
                <a:lnTo>
                  <a:pt x="708672" y="155460"/>
                </a:lnTo>
                <a:lnTo>
                  <a:pt x="717816" y="155460"/>
                </a:lnTo>
                <a:lnTo>
                  <a:pt x="726020" y="216420"/>
                </a:lnTo>
                <a:lnTo>
                  <a:pt x="739762" y="271576"/>
                </a:lnTo>
                <a:lnTo>
                  <a:pt x="758964" y="320484"/>
                </a:lnTo>
                <a:lnTo>
                  <a:pt x="783653" y="363105"/>
                </a:lnTo>
                <a:lnTo>
                  <a:pt x="813828" y="399300"/>
                </a:lnTo>
                <a:lnTo>
                  <a:pt x="821563" y="390436"/>
                </a:lnTo>
                <a:lnTo>
                  <a:pt x="831164" y="384441"/>
                </a:lnTo>
                <a:lnTo>
                  <a:pt x="842759" y="381292"/>
                </a:lnTo>
                <a:lnTo>
                  <a:pt x="856500" y="381012"/>
                </a:lnTo>
                <a:lnTo>
                  <a:pt x="856500" y="373392"/>
                </a:lnTo>
                <a:close/>
              </a:path>
              <a:path w="1297304" h="413384">
                <a:moveTo>
                  <a:pt x="966216" y="278904"/>
                </a:moveTo>
                <a:lnTo>
                  <a:pt x="960120" y="277380"/>
                </a:lnTo>
                <a:lnTo>
                  <a:pt x="950963" y="299351"/>
                </a:lnTo>
                <a:lnTo>
                  <a:pt x="941679" y="317119"/>
                </a:lnTo>
                <a:lnTo>
                  <a:pt x="932053" y="330733"/>
                </a:lnTo>
                <a:lnTo>
                  <a:pt x="922020" y="339864"/>
                </a:lnTo>
                <a:lnTo>
                  <a:pt x="912876" y="349008"/>
                </a:lnTo>
                <a:lnTo>
                  <a:pt x="908304" y="355104"/>
                </a:lnTo>
                <a:lnTo>
                  <a:pt x="908304" y="359676"/>
                </a:lnTo>
                <a:lnTo>
                  <a:pt x="909828" y="362724"/>
                </a:lnTo>
                <a:lnTo>
                  <a:pt x="914400" y="364248"/>
                </a:lnTo>
                <a:lnTo>
                  <a:pt x="917448" y="365772"/>
                </a:lnTo>
                <a:lnTo>
                  <a:pt x="922020" y="367296"/>
                </a:lnTo>
                <a:lnTo>
                  <a:pt x="932688" y="367296"/>
                </a:lnTo>
                <a:lnTo>
                  <a:pt x="960120" y="333768"/>
                </a:lnTo>
                <a:lnTo>
                  <a:pt x="965898" y="294474"/>
                </a:lnTo>
                <a:lnTo>
                  <a:pt x="966216" y="278904"/>
                </a:lnTo>
                <a:close/>
              </a:path>
              <a:path w="1297304" h="413384">
                <a:moveTo>
                  <a:pt x="1124712" y="298716"/>
                </a:moveTo>
                <a:lnTo>
                  <a:pt x="1098829" y="269875"/>
                </a:lnTo>
                <a:lnTo>
                  <a:pt x="1059180" y="249948"/>
                </a:lnTo>
                <a:lnTo>
                  <a:pt x="1056132" y="254520"/>
                </a:lnTo>
                <a:lnTo>
                  <a:pt x="1070711" y="270802"/>
                </a:lnTo>
                <a:lnTo>
                  <a:pt x="1082421" y="285381"/>
                </a:lnTo>
                <a:lnTo>
                  <a:pt x="1091285" y="298234"/>
                </a:lnTo>
                <a:lnTo>
                  <a:pt x="1097280" y="309384"/>
                </a:lnTo>
                <a:lnTo>
                  <a:pt x="1100328" y="320052"/>
                </a:lnTo>
                <a:lnTo>
                  <a:pt x="1104900" y="324624"/>
                </a:lnTo>
                <a:lnTo>
                  <a:pt x="1110996" y="324624"/>
                </a:lnTo>
                <a:lnTo>
                  <a:pt x="1121664" y="313956"/>
                </a:lnTo>
                <a:lnTo>
                  <a:pt x="1124712" y="298716"/>
                </a:lnTo>
                <a:close/>
              </a:path>
              <a:path w="1297304" h="413384">
                <a:moveTo>
                  <a:pt x="1207008" y="373392"/>
                </a:moveTo>
                <a:lnTo>
                  <a:pt x="1182814" y="331673"/>
                </a:lnTo>
                <a:lnTo>
                  <a:pt x="1181100" y="303288"/>
                </a:lnTo>
                <a:lnTo>
                  <a:pt x="1171956" y="303288"/>
                </a:lnTo>
                <a:lnTo>
                  <a:pt x="1170063" y="347484"/>
                </a:lnTo>
                <a:lnTo>
                  <a:pt x="1144524" y="374916"/>
                </a:lnTo>
                <a:lnTo>
                  <a:pt x="1051560" y="374916"/>
                </a:lnTo>
                <a:lnTo>
                  <a:pt x="1041615" y="374383"/>
                </a:lnTo>
                <a:lnTo>
                  <a:pt x="1034796" y="370725"/>
                </a:lnTo>
                <a:lnTo>
                  <a:pt x="1031443" y="364248"/>
                </a:lnTo>
                <a:lnTo>
                  <a:pt x="1031532" y="361200"/>
                </a:lnTo>
                <a:lnTo>
                  <a:pt x="1031646" y="358152"/>
                </a:lnTo>
                <a:lnTo>
                  <a:pt x="1031748" y="286524"/>
                </a:lnTo>
                <a:lnTo>
                  <a:pt x="1045464" y="274332"/>
                </a:lnTo>
                <a:lnTo>
                  <a:pt x="1004316" y="252996"/>
                </a:lnTo>
                <a:lnTo>
                  <a:pt x="1005446" y="274421"/>
                </a:lnTo>
                <a:lnTo>
                  <a:pt x="1006360" y="298234"/>
                </a:lnTo>
                <a:lnTo>
                  <a:pt x="1006462" y="301955"/>
                </a:lnTo>
                <a:lnTo>
                  <a:pt x="1007122" y="331457"/>
                </a:lnTo>
                <a:lnTo>
                  <a:pt x="1007364" y="362724"/>
                </a:lnTo>
                <a:lnTo>
                  <a:pt x="1009370" y="378460"/>
                </a:lnTo>
                <a:lnTo>
                  <a:pt x="1017651" y="389204"/>
                </a:lnTo>
                <a:lnTo>
                  <a:pt x="1032230" y="395084"/>
                </a:lnTo>
                <a:lnTo>
                  <a:pt x="1053084" y="396252"/>
                </a:lnTo>
                <a:lnTo>
                  <a:pt x="1158240" y="396252"/>
                </a:lnTo>
                <a:lnTo>
                  <a:pt x="1174229" y="395681"/>
                </a:lnTo>
                <a:lnTo>
                  <a:pt x="1187767" y="391680"/>
                </a:lnTo>
                <a:lnTo>
                  <a:pt x="1198753" y="384251"/>
                </a:lnTo>
                <a:lnTo>
                  <a:pt x="1205852" y="374916"/>
                </a:lnTo>
                <a:lnTo>
                  <a:pt x="1207008" y="373392"/>
                </a:lnTo>
                <a:close/>
              </a:path>
              <a:path w="1297304" h="413384">
                <a:moveTo>
                  <a:pt x="1272540" y="331457"/>
                </a:moveTo>
                <a:lnTo>
                  <a:pt x="1236726" y="293382"/>
                </a:lnTo>
                <a:lnTo>
                  <a:pt x="1200912" y="272808"/>
                </a:lnTo>
                <a:lnTo>
                  <a:pt x="1196340" y="275856"/>
                </a:lnTo>
                <a:lnTo>
                  <a:pt x="1211935" y="294335"/>
                </a:lnTo>
                <a:lnTo>
                  <a:pt x="1224915" y="311670"/>
                </a:lnTo>
                <a:lnTo>
                  <a:pt x="1234922" y="327710"/>
                </a:lnTo>
                <a:lnTo>
                  <a:pt x="1242060" y="342912"/>
                </a:lnTo>
                <a:lnTo>
                  <a:pt x="1246632" y="356628"/>
                </a:lnTo>
                <a:lnTo>
                  <a:pt x="1251204" y="362724"/>
                </a:lnTo>
                <a:lnTo>
                  <a:pt x="1257300" y="362724"/>
                </a:lnTo>
                <a:lnTo>
                  <a:pt x="1258824" y="361200"/>
                </a:lnTo>
                <a:lnTo>
                  <a:pt x="1267968" y="355104"/>
                </a:lnTo>
                <a:lnTo>
                  <a:pt x="1269492" y="347484"/>
                </a:lnTo>
                <a:lnTo>
                  <a:pt x="1272540" y="338340"/>
                </a:lnTo>
                <a:lnTo>
                  <a:pt x="1272540" y="331457"/>
                </a:lnTo>
                <a:close/>
              </a:path>
              <a:path w="1297304" h="413384">
                <a:moveTo>
                  <a:pt x="1296924" y="220992"/>
                </a:moveTo>
                <a:lnTo>
                  <a:pt x="1249680" y="210705"/>
                </a:lnTo>
                <a:lnTo>
                  <a:pt x="1197864" y="188988"/>
                </a:lnTo>
                <a:lnTo>
                  <a:pt x="1148905" y="152412"/>
                </a:lnTo>
                <a:lnTo>
                  <a:pt x="1107948" y="97548"/>
                </a:lnTo>
                <a:lnTo>
                  <a:pt x="1287780" y="97548"/>
                </a:lnTo>
                <a:lnTo>
                  <a:pt x="1251204" y="60972"/>
                </a:lnTo>
                <a:lnTo>
                  <a:pt x="1225296" y="86880"/>
                </a:lnTo>
                <a:lnTo>
                  <a:pt x="1091184" y="86880"/>
                </a:lnTo>
                <a:lnTo>
                  <a:pt x="1094333" y="71450"/>
                </a:lnTo>
                <a:lnTo>
                  <a:pt x="1096899" y="57162"/>
                </a:lnTo>
                <a:lnTo>
                  <a:pt x="1098905" y="44018"/>
                </a:lnTo>
                <a:lnTo>
                  <a:pt x="1100328" y="32016"/>
                </a:lnTo>
                <a:lnTo>
                  <a:pt x="1118616" y="24396"/>
                </a:lnTo>
                <a:lnTo>
                  <a:pt x="1072896" y="3060"/>
                </a:lnTo>
                <a:lnTo>
                  <a:pt x="1072349" y="20434"/>
                </a:lnTo>
                <a:lnTo>
                  <a:pt x="1070800" y="40398"/>
                </a:lnTo>
                <a:lnTo>
                  <a:pt x="1068400" y="62636"/>
                </a:lnTo>
                <a:lnTo>
                  <a:pt x="1065276" y="86880"/>
                </a:lnTo>
                <a:lnTo>
                  <a:pt x="902208" y="86880"/>
                </a:lnTo>
                <a:lnTo>
                  <a:pt x="917448" y="102120"/>
                </a:lnTo>
                <a:lnTo>
                  <a:pt x="927760" y="100114"/>
                </a:lnTo>
                <a:lnTo>
                  <a:pt x="938212" y="98691"/>
                </a:lnTo>
                <a:lnTo>
                  <a:pt x="948956" y="97828"/>
                </a:lnTo>
                <a:lnTo>
                  <a:pt x="960120" y="97548"/>
                </a:lnTo>
                <a:lnTo>
                  <a:pt x="1063752" y="97548"/>
                </a:lnTo>
                <a:lnTo>
                  <a:pt x="1040130" y="152031"/>
                </a:lnTo>
                <a:lnTo>
                  <a:pt x="1002792" y="195084"/>
                </a:lnTo>
                <a:lnTo>
                  <a:pt x="953452" y="228422"/>
                </a:lnTo>
                <a:lnTo>
                  <a:pt x="891540" y="251472"/>
                </a:lnTo>
                <a:lnTo>
                  <a:pt x="896112" y="259092"/>
                </a:lnTo>
                <a:lnTo>
                  <a:pt x="940435" y="245960"/>
                </a:lnTo>
                <a:lnTo>
                  <a:pt x="979741" y="229565"/>
                </a:lnTo>
                <a:lnTo>
                  <a:pt x="1014209" y="210007"/>
                </a:lnTo>
                <a:lnTo>
                  <a:pt x="1043940" y="187464"/>
                </a:lnTo>
                <a:lnTo>
                  <a:pt x="1059040" y="199796"/>
                </a:lnTo>
                <a:lnTo>
                  <a:pt x="1072134" y="211848"/>
                </a:lnTo>
                <a:lnTo>
                  <a:pt x="1082954" y="223888"/>
                </a:lnTo>
                <a:lnTo>
                  <a:pt x="1091184" y="236232"/>
                </a:lnTo>
                <a:lnTo>
                  <a:pt x="1098804" y="248424"/>
                </a:lnTo>
                <a:lnTo>
                  <a:pt x="1104900" y="252996"/>
                </a:lnTo>
                <a:lnTo>
                  <a:pt x="1110996" y="252996"/>
                </a:lnTo>
                <a:lnTo>
                  <a:pt x="1118616" y="245376"/>
                </a:lnTo>
                <a:lnTo>
                  <a:pt x="1120140" y="239280"/>
                </a:lnTo>
                <a:lnTo>
                  <a:pt x="1120025" y="229565"/>
                </a:lnTo>
                <a:lnTo>
                  <a:pt x="1089456" y="198488"/>
                </a:lnTo>
                <a:lnTo>
                  <a:pt x="1065949" y="187464"/>
                </a:lnTo>
                <a:lnTo>
                  <a:pt x="1063688" y="186436"/>
                </a:lnTo>
                <a:lnTo>
                  <a:pt x="1048512" y="179844"/>
                </a:lnTo>
                <a:lnTo>
                  <a:pt x="1060513" y="163334"/>
                </a:lnTo>
                <a:lnTo>
                  <a:pt x="1071372" y="143840"/>
                </a:lnTo>
                <a:lnTo>
                  <a:pt x="1081087" y="121754"/>
                </a:lnTo>
                <a:lnTo>
                  <a:pt x="1089660" y="97548"/>
                </a:lnTo>
                <a:lnTo>
                  <a:pt x="1098804" y="97548"/>
                </a:lnTo>
                <a:lnTo>
                  <a:pt x="1120330" y="138887"/>
                </a:lnTo>
                <a:lnTo>
                  <a:pt x="1152144" y="181368"/>
                </a:lnTo>
                <a:lnTo>
                  <a:pt x="1197673" y="220230"/>
                </a:lnTo>
                <a:lnTo>
                  <a:pt x="1260348" y="249948"/>
                </a:lnTo>
                <a:lnTo>
                  <a:pt x="1264348" y="241871"/>
                </a:lnTo>
                <a:lnTo>
                  <a:pt x="1271778" y="235661"/>
                </a:lnTo>
                <a:lnTo>
                  <a:pt x="1282636" y="230873"/>
                </a:lnTo>
                <a:lnTo>
                  <a:pt x="1296924" y="227088"/>
                </a:lnTo>
                <a:lnTo>
                  <a:pt x="1296924" y="22099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pic>
        <p:nvPicPr>
          <p:cNvPr id="107" name="object 107"/>
          <p:cNvPicPr/>
          <p:nvPr/>
        </p:nvPicPr>
        <p:blipFill>
          <a:blip r:embed="rId20" cstate="print"/>
          <a:stretch>
            <a:fillRect/>
          </a:stretch>
        </p:blipFill>
        <p:spPr>
          <a:xfrm>
            <a:off x="3494532" y="6481000"/>
            <a:ext cx="70104" cy="119443"/>
          </a:xfrm>
          <a:prstGeom prst="rect">
            <a:avLst/>
          </a:prstGeom>
        </p:spPr>
      </p:pic>
      <p:sp>
        <p:nvSpPr>
          <p:cNvPr id="108" name="object 108"/>
          <p:cNvSpPr/>
          <p:nvPr/>
        </p:nvSpPr>
        <p:spPr>
          <a:xfrm>
            <a:off x="3916679" y="6333744"/>
            <a:ext cx="315595" cy="250190"/>
          </a:xfrm>
          <a:custGeom>
            <a:avLst/>
            <a:gdLst/>
            <a:ahLst/>
            <a:cxnLst/>
            <a:rect l="l" t="t" r="r" b="b"/>
            <a:pathLst>
              <a:path w="315595" h="250190">
                <a:moveTo>
                  <a:pt x="315467" y="249936"/>
                </a:moveTo>
                <a:lnTo>
                  <a:pt x="274319" y="249936"/>
                </a:lnTo>
                <a:lnTo>
                  <a:pt x="274319" y="77724"/>
                </a:lnTo>
                <a:lnTo>
                  <a:pt x="272795" y="68579"/>
                </a:lnTo>
                <a:lnTo>
                  <a:pt x="243839" y="38100"/>
                </a:lnTo>
                <a:lnTo>
                  <a:pt x="234695" y="38100"/>
                </a:lnTo>
                <a:lnTo>
                  <a:pt x="192595" y="56007"/>
                </a:lnTo>
                <a:lnTo>
                  <a:pt x="176783" y="68579"/>
                </a:lnTo>
                <a:lnTo>
                  <a:pt x="176783" y="73152"/>
                </a:lnTo>
                <a:lnTo>
                  <a:pt x="178307" y="77724"/>
                </a:lnTo>
                <a:lnTo>
                  <a:pt x="178307" y="249936"/>
                </a:lnTo>
                <a:lnTo>
                  <a:pt x="137159" y="249936"/>
                </a:lnTo>
                <a:lnTo>
                  <a:pt x="137136" y="100226"/>
                </a:lnTo>
                <a:lnTo>
                  <a:pt x="136969" y="92392"/>
                </a:lnTo>
                <a:lnTo>
                  <a:pt x="136517" y="84843"/>
                </a:lnTo>
                <a:lnTo>
                  <a:pt x="135635" y="77724"/>
                </a:lnTo>
                <a:lnTo>
                  <a:pt x="135635" y="68579"/>
                </a:lnTo>
                <a:lnTo>
                  <a:pt x="132587" y="60960"/>
                </a:lnTo>
                <a:lnTo>
                  <a:pt x="131063" y="54864"/>
                </a:lnTo>
                <a:lnTo>
                  <a:pt x="128015" y="50292"/>
                </a:lnTo>
                <a:lnTo>
                  <a:pt x="123443" y="45719"/>
                </a:lnTo>
                <a:lnTo>
                  <a:pt x="117347" y="42672"/>
                </a:lnTo>
                <a:lnTo>
                  <a:pt x="112775" y="39624"/>
                </a:lnTo>
                <a:lnTo>
                  <a:pt x="105155" y="38100"/>
                </a:lnTo>
                <a:lnTo>
                  <a:pt x="96011" y="38100"/>
                </a:lnTo>
                <a:lnTo>
                  <a:pt x="54101" y="56197"/>
                </a:lnTo>
                <a:lnTo>
                  <a:pt x="39623" y="68579"/>
                </a:lnTo>
                <a:lnTo>
                  <a:pt x="39623" y="249936"/>
                </a:lnTo>
                <a:lnTo>
                  <a:pt x="0" y="249936"/>
                </a:lnTo>
                <a:lnTo>
                  <a:pt x="0" y="6096"/>
                </a:lnTo>
                <a:lnTo>
                  <a:pt x="39623" y="6096"/>
                </a:lnTo>
                <a:lnTo>
                  <a:pt x="39623" y="33528"/>
                </a:lnTo>
                <a:lnTo>
                  <a:pt x="47624" y="25860"/>
                </a:lnTo>
                <a:lnTo>
                  <a:pt x="79890" y="5143"/>
                </a:lnTo>
                <a:lnTo>
                  <a:pt x="106679" y="0"/>
                </a:lnTo>
                <a:lnTo>
                  <a:pt x="116919" y="571"/>
                </a:lnTo>
                <a:lnTo>
                  <a:pt x="152471" y="14573"/>
                </a:lnTo>
                <a:lnTo>
                  <a:pt x="170687" y="41148"/>
                </a:lnTo>
                <a:lnTo>
                  <a:pt x="179808" y="31456"/>
                </a:lnTo>
                <a:lnTo>
                  <a:pt x="214907" y="5786"/>
                </a:lnTo>
                <a:lnTo>
                  <a:pt x="243839" y="0"/>
                </a:lnTo>
                <a:lnTo>
                  <a:pt x="251793" y="285"/>
                </a:lnTo>
                <a:lnTo>
                  <a:pt x="290798" y="15287"/>
                </a:lnTo>
                <a:lnTo>
                  <a:pt x="312896" y="56697"/>
                </a:lnTo>
                <a:lnTo>
                  <a:pt x="315467" y="89916"/>
                </a:lnTo>
                <a:lnTo>
                  <a:pt x="315467" y="24993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9" name="object 109"/>
          <p:cNvSpPr/>
          <p:nvPr/>
        </p:nvSpPr>
        <p:spPr>
          <a:xfrm>
            <a:off x="4277855" y="6216396"/>
            <a:ext cx="852169" cy="408940"/>
          </a:xfrm>
          <a:custGeom>
            <a:avLst/>
            <a:gdLst/>
            <a:ahLst/>
            <a:cxnLst/>
            <a:rect l="l" t="t" r="r" b="b"/>
            <a:pathLst>
              <a:path w="852170" h="408940">
                <a:moveTo>
                  <a:pt x="131064" y="126492"/>
                </a:moveTo>
                <a:lnTo>
                  <a:pt x="99060" y="99060"/>
                </a:lnTo>
                <a:lnTo>
                  <a:pt x="91376" y="113334"/>
                </a:lnTo>
                <a:lnTo>
                  <a:pt x="82105" y="128587"/>
                </a:lnTo>
                <a:lnTo>
                  <a:pt x="59436" y="161544"/>
                </a:lnTo>
                <a:lnTo>
                  <a:pt x="30861" y="195834"/>
                </a:lnTo>
                <a:lnTo>
                  <a:pt x="0" y="225552"/>
                </a:lnTo>
                <a:lnTo>
                  <a:pt x="6096" y="231648"/>
                </a:lnTo>
                <a:lnTo>
                  <a:pt x="34366" y="208483"/>
                </a:lnTo>
                <a:lnTo>
                  <a:pt x="61912" y="184594"/>
                </a:lnTo>
                <a:lnTo>
                  <a:pt x="88607" y="159854"/>
                </a:lnTo>
                <a:lnTo>
                  <a:pt x="114300" y="134112"/>
                </a:lnTo>
                <a:lnTo>
                  <a:pt x="131064" y="126492"/>
                </a:lnTo>
                <a:close/>
              </a:path>
              <a:path w="852170" h="408940">
                <a:moveTo>
                  <a:pt x="397764" y="181356"/>
                </a:moveTo>
                <a:lnTo>
                  <a:pt x="393192" y="175260"/>
                </a:lnTo>
                <a:lnTo>
                  <a:pt x="387096" y="166116"/>
                </a:lnTo>
                <a:lnTo>
                  <a:pt x="377380" y="158165"/>
                </a:lnTo>
                <a:lnTo>
                  <a:pt x="357378" y="145923"/>
                </a:lnTo>
                <a:lnTo>
                  <a:pt x="327088" y="129692"/>
                </a:lnTo>
                <a:lnTo>
                  <a:pt x="286512" y="109728"/>
                </a:lnTo>
                <a:lnTo>
                  <a:pt x="280416" y="114300"/>
                </a:lnTo>
                <a:lnTo>
                  <a:pt x="309829" y="136906"/>
                </a:lnTo>
                <a:lnTo>
                  <a:pt x="333946" y="156781"/>
                </a:lnTo>
                <a:lnTo>
                  <a:pt x="352640" y="174104"/>
                </a:lnTo>
                <a:lnTo>
                  <a:pt x="365760" y="188976"/>
                </a:lnTo>
                <a:lnTo>
                  <a:pt x="372313" y="197866"/>
                </a:lnTo>
                <a:lnTo>
                  <a:pt x="378142" y="204025"/>
                </a:lnTo>
                <a:lnTo>
                  <a:pt x="383120" y="207632"/>
                </a:lnTo>
                <a:lnTo>
                  <a:pt x="387096" y="208788"/>
                </a:lnTo>
                <a:lnTo>
                  <a:pt x="388620" y="208788"/>
                </a:lnTo>
                <a:lnTo>
                  <a:pt x="391668" y="205740"/>
                </a:lnTo>
                <a:lnTo>
                  <a:pt x="393192" y="201168"/>
                </a:lnTo>
                <a:lnTo>
                  <a:pt x="396240" y="196596"/>
                </a:lnTo>
                <a:lnTo>
                  <a:pt x="397764" y="192024"/>
                </a:lnTo>
                <a:lnTo>
                  <a:pt x="397764" y="181356"/>
                </a:lnTo>
                <a:close/>
              </a:path>
              <a:path w="852170" h="408940">
                <a:moveTo>
                  <a:pt x="409956" y="379476"/>
                </a:moveTo>
                <a:lnTo>
                  <a:pt x="355904" y="372364"/>
                </a:lnTo>
                <a:lnTo>
                  <a:pt x="307848" y="360235"/>
                </a:lnTo>
                <a:lnTo>
                  <a:pt x="265518" y="343268"/>
                </a:lnTo>
                <a:lnTo>
                  <a:pt x="251942" y="335280"/>
                </a:lnTo>
                <a:lnTo>
                  <a:pt x="228600" y="321564"/>
                </a:lnTo>
                <a:lnTo>
                  <a:pt x="278130" y="274510"/>
                </a:lnTo>
                <a:lnTo>
                  <a:pt x="318516" y="228600"/>
                </a:lnTo>
                <a:lnTo>
                  <a:pt x="334365" y="222504"/>
                </a:lnTo>
                <a:lnTo>
                  <a:pt x="338328" y="220980"/>
                </a:lnTo>
                <a:lnTo>
                  <a:pt x="307848" y="192024"/>
                </a:lnTo>
                <a:lnTo>
                  <a:pt x="291084" y="211836"/>
                </a:lnTo>
                <a:lnTo>
                  <a:pt x="291084" y="222504"/>
                </a:lnTo>
                <a:lnTo>
                  <a:pt x="269938" y="247637"/>
                </a:lnTo>
                <a:lnTo>
                  <a:pt x="249936" y="270319"/>
                </a:lnTo>
                <a:lnTo>
                  <a:pt x="231076" y="290449"/>
                </a:lnTo>
                <a:lnTo>
                  <a:pt x="213360" y="307848"/>
                </a:lnTo>
                <a:lnTo>
                  <a:pt x="193598" y="288950"/>
                </a:lnTo>
                <a:lnTo>
                  <a:pt x="175260" y="268605"/>
                </a:lnTo>
                <a:lnTo>
                  <a:pt x="158076" y="246557"/>
                </a:lnTo>
                <a:lnTo>
                  <a:pt x="141732" y="222504"/>
                </a:lnTo>
                <a:lnTo>
                  <a:pt x="291084" y="222504"/>
                </a:lnTo>
                <a:lnTo>
                  <a:pt x="291084" y="211836"/>
                </a:lnTo>
                <a:lnTo>
                  <a:pt x="262128" y="211836"/>
                </a:lnTo>
                <a:lnTo>
                  <a:pt x="262128" y="73152"/>
                </a:lnTo>
                <a:lnTo>
                  <a:pt x="405384" y="73152"/>
                </a:lnTo>
                <a:lnTo>
                  <a:pt x="367284" y="35052"/>
                </a:lnTo>
                <a:lnTo>
                  <a:pt x="339852" y="62484"/>
                </a:lnTo>
                <a:lnTo>
                  <a:pt x="237744" y="62484"/>
                </a:lnTo>
                <a:lnTo>
                  <a:pt x="237744" y="73152"/>
                </a:lnTo>
                <a:lnTo>
                  <a:pt x="237744" y="211836"/>
                </a:lnTo>
                <a:lnTo>
                  <a:pt x="175260" y="211836"/>
                </a:lnTo>
                <a:lnTo>
                  <a:pt x="175260" y="73152"/>
                </a:lnTo>
                <a:lnTo>
                  <a:pt x="237744" y="73152"/>
                </a:lnTo>
                <a:lnTo>
                  <a:pt x="237744" y="62484"/>
                </a:lnTo>
                <a:lnTo>
                  <a:pt x="213360" y="62484"/>
                </a:lnTo>
                <a:lnTo>
                  <a:pt x="219367" y="56134"/>
                </a:lnTo>
                <a:lnTo>
                  <a:pt x="223647" y="50482"/>
                </a:lnTo>
                <a:lnTo>
                  <a:pt x="226225" y="45135"/>
                </a:lnTo>
                <a:lnTo>
                  <a:pt x="227076" y="39624"/>
                </a:lnTo>
                <a:lnTo>
                  <a:pt x="227076" y="36576"/>
                </a:lnTo>
                <a:lnTo>
                  <a:pt x="185318" y="6604"/>
                </a:lnTo>
                <a:lnTo>
                  <a:pt x="170688" y="0"/>
                </a:lnTo>
                <a:lnTo>
                  <a:pt x="167640" y="4572"/>
                </a:lnTo>
                <a:lnTo>
                  <a:pt x="179933" y="20053"/>
                </a:lnTo>
                <a:lnTo>
                  <a:pt x="189357" y="34671"/>
                </a:lnTo>
                <a:lnTo>
                  <a:pt x="195935" y="48729"/>
                </a:lnTo>
                <a:lnTo>
                  <a:pt x="199644" y="62484"/>
                </a:lnTo>
                <a:lnTo>
                  <a:pt x="9144" y="62484"/>
                </a:lnTo>
                <a:lnTo>
                  <a:pt x="24384" y="77724"/>
                </a:lnTo>
                <a:lnTo>
                  <a:pt x="34696" y="75730"/>
                </a:lnTo>
                <a:lnTo>
                  <a:pt x="45148" y="74295"/>
                </a:lnTo>
                <a:lnTo>
                  <a:pt x="55892" y="73444"/>
                </a:lnTo>
                <a:lnTo>
                  <a:pt x="67056" y="73152"/>
                </a:lnTo>
                <a:lnTo>
                  <a:pt x="150876" y="73152"/>
                </a:lnTo>
                <a:lnTo>
                  <a:pt x="150876" y="211836"/>
                </a:lnTo>
                <a:lnTo>
                  <a:pt x="65532" y="211836"/>
                </a:lnTo>
                <a:lnTo>
                  <a:pt x="79248" y="225552"/>
                </a:lnTo>
                <a:lnTo>
                  <a:pt x="97536" y="222504"/>
                </a:lnTo>
                <a:lnTo>
                  <a:pt x="129540" y="222504"/>
                </a:lnTo>
                <a:lnTo>
                  <a:pt x="144957" y="249961"/>
                </a:lnTo>
                <a:lnTo>
                  <a:pt x="161353" y="275272"/>
                </a:lnTo>
                <a:lnTo>
                  <a:pt x="178625" y="298589"/>
                </a:lnTo>
                <a:lnTo>
                  <a:pt x="196596" y="320040"/>
                </a:lnTo>
                <a:lnTo>
                  <a:pt x="158051" y="344881"/>
                </a:lnTo>
                <a:lnTo>
                  <a:pt x="113347" y="366712"/>
                </a:lnTo>
                <a:lnTo>
                  <a:pt x="62661" y="385406"/>
                </a:lnTo>
                <a:lnTo>
                  <a:pt x="6096" y="400824"/>
                </a:lnTo>
                <a:lnTo>
                  <a:pt x="7620" y="408432"/>
                </a:lnTo>
                <a:lnTo>
                  <a:pt x="67627" y="396151"/>
                </a:lnTo>
                <a:lnTo>
                  <a:pt x="121920" y="379857"/>
                </a:lnTo>
                <a:lnTo>
                  <a:pt x="170497" y="359575"/>
                </a:lnTo>
                <a:lnTo>
                  <a:pt x="213360" y="335280"/>
                </a:lnTo>
                <a:lnTo>
                  <a:pt x="245897" y="357835"/>
                </a:lnTo>
                <a:lnTo>
                  <a:pt x="283845" y="377380"/>
                </a:lnTo>
                <a:lnTo>
                  <a:pt x="326948" y="393788"/>
                </a:lnTo>
                <a:lnTo>
                  <a:pt x="374904" y="406908"/>
                </a:lnTo>
                <a:lnTo>
                  <a:pt x="380390" y="398868"/>
                </a:lnTo>
                <a:lnTo>
                  <a:pt x="387858" y="392811"/>
                </a:lnTo>
                <a:lnTo>
                  <a:pt x="397624" y="388480"/>
                </a:lnTo>
                <a:lnTo>
                  <a:pt x="409956" y="385572"/>
                </a:lnTo>
                <a:lnTo>
                  <a:pt x="409956" y="379476"/>
                </a:lnTo>
                <a:close/>
              </a:path>
              <a:path w="852170" h="408940">
                <a:moveTo>
                  <a:pt x="788174" y="62877"/>
                </a:moveTo>
                <a:lnTo>
                  <a:pt x="759142" y="32016"/>
                </a:lnTo>
                <a:lnTo>
                  <a:pt x="728472" y="13728"/>
                </a:lnTo>
                <a:lnTo>
                  <a:pt x="723900" y="18300"/>
                </a:lnTo>
                <a:lnTo>
                  <a:pt x="737095" y="35458"/>
                </a:lnTo>
                <a:lnTo>
                  <a:pt x="747141" y="50495"/>
                </a:lnTo>
                <a:lnTo>
                  <a:pt x="754341" y="63512"/>
                </a:lnTo>
                <a:lnTo>
                  <a:pt x="758952" y="74688"/>
                </a:lnTo>
                <a:lnTo>
                  <a:pt x="760476" y="83832"/>
                </a:lnTo>
                <a:lnTo>
                  <a:pt x="765048" y="88404"/>
                </a:lnTo>
                <a:lnTo>
                  <a:pt x="769620" y="88404"/>
                </a:lnTo>
                <a:lnTo>
                  <a:pt x="772668" y="86880"/>
                </a:lnTo>
                <a:lnTo>
                  <a:pt x="781812" y="80784"/>
                </a:lnTo>
                <a:lnTo>
                  <a:pt x="784860" y="76212"/>
                </a:lnTo>
                <a:lnTo>
                  <a:pt x="787908" y="68592"/>
                </a:lnTo>
                <a:lnTo>
                  <a:pt x="788174" y="62877"/>
                </a:lnTo>
                <a:close/>
              </a:path>
              <a:path w="852170" h="408940">
                <a:moveTo>
                  <a:pt x="851916" y="396252"/>
                </a:moveTo>
                <a:lnTo>
                  <a:pt x="839838" y="359676"/>
                </a:lnTo>
                <a:lnTo>
                  <a:pt x="839762" y="357593"/>
                </a:lnTo>
                <a:lnTo>
                  <a:pt x="840282" y="346951"/>
                </a:lnTo>
                <a:lnTo>
                  <a:pt x="841806" y="331647"/>
                </a:lnTo>
                <a:lnTo>
                  <a:pt x="844232" y="311429"/>
                </a:lnTo>
                <a:lnTo>
                  <a:pt x="847344" y="286524"/>
                </a:lnTo>
                <a:lnTo>
                  <a:pt x="839724" y="285000"/>
                </a:lnTo>
                <a:lnTo>
                  <a:pt x="819912" y="359676"/>
                </a:lnTo>
                <a:lnTo>
                  <a:pt x="799655" y="349072"/>
                </a:lnTo>
                <a:lnTo>
                  <a:pt x="780097" y="335483"/>
                </a:lnTo>
                <a:lnTo>
                  <a:pt x="762876" y="320052"/>
                </a:lnTo>
                <a:lnTo>
                  <a:pt x="761415" y="318731"/>
                </a:lnTo>
                <a:lnTo>
                  <a:pt x="743712" y="298716"/>
                </a:lnTo>
                <a:lnTo>
                  <a:pt x="758825" y="274332"/>
                </a:lnTo>
                <a:lnTo>
                  <a:pt x="774001" y="247091"/>
                </a:lnTo>
                <a:lnTo>
                  <a:pt x="788936" y="216623"/>
                </a:lnTo>
                <a:lnTo>
                  <a:pt x="803148" y="182892"/>
                </a:lnTo>
                <a:lnTo>
                  <a:pt x="819912" y="173748"/>
                </a:lnTo>
                <a:lnTo>
                  <a:pt x="783336" y="146316"/>
                </a:lnTo>
                <a:lnTo>
                  <a:pt x="776465" y="166331"/>
                </a:lnTo>
                <a:lnTo>
                  <a:pt x="769429" y="185369"/>
                </a:lnTo>
                <a:lnTo>
                  <a:pt x="747522" y="236397"/>
                </a:lnTo>
                <a:lnTo>
                  <a:pt x="726948" y="274332"/>
                </a:lnTo>
                <a:lnTo>
                  <a:pt x="715238" y="246938"/>
                </a:lnTo>
                <a:lnTo>
                  <a:pt x="705231" y="210705"/>
                </a:lnTo>
                <a:lnTo>
                  <a:pt x="696950" y="165887"/>
                </a:lnTo>
                <a:lnTo>
                  <a:pt x="690372" y="112788"/>
                </a:lnTo>
                <a:lnTo>
                  <a:pt x="845820" y="112788"/>
                </a:lnTo>
                <a:lnTo>
                  <a:pt x="835152" y="102120"/>
                </a:lnTo>
                <a:lnTo>
                  <a:pt x="810768" y="77736"/>
                </a:lnTo>
                <a:lnTo>
                  <a:pt x="786384" y="102120"/>
                </a:lnTo>
                <a:lnTo>
                  <a:pt x="690372" y="102120"/>
                </a:lnTo>
                <a:lnTo>
                  <a:pt x="689470" y="88404"/>
                </a:lnTo>
                <a:lnTo>
                  <a:pt x="688276" y="69164"/>
                </a:lnTo>
                <a:lnTo>
                  <a:pt x="687590" y="53898"/>
                </a:lnTo>
                <a:lnTo>
                  <a:pt x="687324" y="39636"/>
                </a:lnTo>
                <a:lnTo>
                  <a:pt x="699516" y="25920"/>
                </a:lnTo>
                <a:lnTo>
                  <a:pt x="653796" y="7632"/>
                </a:lnTo>
                <a:lnTo>
                  <a:pt x="656082" y="27317"/>
                </a:lnTo>
                <a:lnTo>
                  <a:pt x="658368" y="49733"/>
                </a:lnTo>
                <a:lnTo>
                  <a:pt x="660654" y="74688"/>
                </a:lnTo>
                <a:lnTo>
                  <a:pt x="662940" y="102120"/>
                </a:lnTo>
                <a:lnTo>
                  <a:pt x="528828" y="102120"/>
                </a:lnTo>
                <a:lnTo>
                  <a:pt x="498348" y="86880"/>
                </a:lnTo>
                <a:lnTo>
                  <a:pt x="498589" y="101180"/>
                </a:lnTo>
                <a:lnTo>
                  <a:pt x="499110" y="116789"/>
                </a:lnTo>
                <a:lnTo>
                  <a:pt x="499643" y="133807"/>
                </a:lnTo>
                <a:lnTo>
                  <a:pt x="499795" y="146316"/>
                </a:lnTo>
                <a:lnTo>
                  <a:pt x="499706" y="166331"/>
                </a:lnTo>
                <a:lnTo>
                  <a:pt x="496824" y="265188"/>
                </a:lnTo>
                <a:lnTo>
                  <a:pt x="483489" y="336054"/>
                </a:lnTo>
                <a:lnTo>
                  <a:pt x="449580" y="402348"/>
                </a:lnTo>
                <a:lnTo>
                  <a:pt x="452628" y="408444"/>
                </a:lnTo>
                <a:lnTo>
                  <a:pt x="482917" y="374434"/>
                </a:lnTo>
                <a:lnTo>
                  <a:pt x="505206" y="329577"/>
                </a:lnTo>
                <a:lnTo>
                  <a:pt x="519493" y="273850"/>
                </a:lnTo>
                <a:lnTo>
                  <a:pt x="525780" y="207276"/>
                </a:lnTo>
                <a:lnTo>
                  <a:pt x="606552" y="207276"/>
                </a:lnTo>
                <a:lnTo>
                  <a:pt x="603504" y="274713"/>
                </a:lnTo>
                <a:lnTo>
                  <a:pt x="597408" y="320052"/>
                </a:lnTo>
                <a:lnTo>
                  <a:pt x="592836" y="324624"/>
                </a:lnTo>
                <a:lnTo>
                  <a:pt x="583692" y="323100"/>
                </a:lnTo>
                <a:lnTo>
                  <a:pt x="565404" y="320433"/>
                </a:lnTo>
                <a:lnTo>
                  <a:pt x="552831" y="318376"/>
                </a:lnTo>
                <a:lnTo>
                  <a:pt x="537972" y="315480"/>
                </a:lnTo>
                <a:lnTo>
                  <a:pt x="537972" y="323100"/>
                </a:lnTo>
                <a:lnTo>
                  <a:pt x="556285" y="331647"/>
                </a:lnTo>
                <a:lnTo>
                  <a:pt x="570166" y="341198"/>
                </a:lnTo>
                <a:lnTo>
                  <a:pt x="579767" y="351599"/>
                </a:lnTo>
                <a:lnTo>
                  <a:pt x="585216" y="362724"/>
                </a:lnTo>
                <a:lnTo>
                  <a:pt x="596011" y="357593"/>
                </a:lnTo>
                <a:lnTo>
                  <a:pt x="620877" y="324624"/>
                </a:lnTo>
                <a:lnTo>
                  <a:pt x="628370" y="261797"/>
                </a:lnTo>
                <a:lnTo>
                  <a:pt x="630936" y="214896"/>
                </a:lnTo>
                <a:lnTo>
                  <a:pt x="641413" y="207276"/>
                </a:lnTo>
                <a:lnTo>
                  <a:pt x="647700" y="202704"/>
                </a:lnTo>
                <a:lnTo>
                  <a:pt x="641223" y="196608"/>
                </a:lnTo>
                <a:lnTo>
                  <a:pt x="621792" y="178320"/>
                </a:lnTo>
                <a:lnTo>
                  <a:pt x="605028" y="196608"/>
                </a:lnTo>
                <a:lnTo>
                  <a:pt x="525780" y="196608"/>
                </a:lnTo>
                <a:lnTo>
                  <a:pt x="527304" y="112788"/>
                </a:lnTo>
                <a:lnTo>
                  <a:pt x="664464" y="112788"/>
                </a:lnTo>
                <a:lnTo>
                  <a:pt x="671614" y="170789"/>
                </a:lnTo>
                <a:lnTo>
                  <a:pt x="681609" y="221373"/>
                </a:lnTo>
                <a:lnTo>
                  <a:pt x="694474" y="264515"/>
                </a:lnTo>
                <a:lnTo>
                  <a:pt x="710184" y="300240"/>
                </a:lnTo>
                <a:lnTo>
                  <a:pt x="689876" y="325094"/>
                </a:lnTo>
                <a:lnTo>
                  <a:pt x="665416" y="349389"/>
                </a:lnTo>
                <a:lnTo>
                  <a:pt x="636676" y="373100"/>
                </a:lnTo>
                <a:lnTo>
                  <a:pt x="603504" y="396252"/>
                </a:lnTo>
                <a:lnTo>
                  <a:pt x="605028" y="402348"/>
                </a:lnTo>
                <a:lnTo>
                  <a:pt x="637108" y="386918"/>
                </a:lnTo>
                <a:lnTo>
                  <a:pt x="667321" y="368058"/>
                </a:lnTo>
                <a:lnTo>
                  <a:pt x="696112" y="345770"/>
                </a:lnTo>
                <a:lnTo>
                  <a:pt x="723900" y="320052"/>
                </a:lnTo>
                <a:lnTo>
                  <a:pt x="745032" y="344004"/>
                </a:lnTo>
                <a:lnTo>
                  <a:pt x="783272" y="377050"/>
                </a:lnTo>
                <a:lnTo>
                  <a:pt x="828675" y="394538"/>
                </a:lnTo>
                <a:lnTo>
                  <a:pt x="845820" y="397776"/>
                </a:lnTo>
                <a:lnTo>
                  <a:pt x="850392" y="397776"/>
                </a:lnTo>
                <a:lnTo>
                  <a:pt x="851916" y="39625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0" name="object 110"/>
          <p:cNvSpPr/>
          <p:nvPr/>
        </p:nvSpPr>
        <p:spPr>
          <a:xfrm>
            <a:off x="5241035" y="6219444"/>
            <a:ext cx="280670" cy="407034"/>
          </a:xfrm>
          <a:custGeom>
            <a:avLst/>
            <a:gdLst/>
            <a:ahLst/>
            <a:cxnLst/>
            <a:rect l="l" t="t" r="r" b="b"/>
            <a:pathLst>
              <a:path w="280670" h="407034">
                <a:moveTo>
                  <a:pt x="92964" y="83819"/>
                </a:moveTo>
                <a:lnTo>
                  <a:pt x="80771" y="83819"/>
                </a:lnTo>
                <a:lnTo>
                  <a:pt x="89320" y="62364"/>
                </a:lnTo>
                <a:lnTo>
                  <a:pt x="96583" y="41338"/>
                </a:lnTo>
                <a:lnTo>
                  <a:pt x="102417" y="20597"/>
                </a:lnTo>
                <a:lnTo>
                  <a:pt x="106680" y="0"/>
                </a:lnTo>
                <a:lnTo>
                  <a:pt x="147828" y="19811"/>
                </a:lnTo>
                <a:lnTo>
                  <a:pt x="108394" y="60031"/>
                </a:lnTo>
                <a:lnTo>
                  <a:pt x="96964" y="76652"/>
                </a:lnTo>
                <a:lnTo>
                  <a:pt x="92964" y="83819"/>
                </a:lnTo>
                <a:close/>
              </a:path>
              <a:path w="280670" h="407034">
                <a:moveTo>
                  <a:pt x="276224" y="83819"/>
                </a:moveTo>
                <a:lnTo>
                  <a:pt x="233172" y="83819"/>
                </a:lnTo>
                <a:lnTo>
                  <a:pt x="246888" y="62483"/>
                </a:lnTo>
                <a:lnTo>
                  <a:pt x="276224" y="83819"/>
                </a:lnTo>
                <a:close/>
              </a:path>
              <a:path w="280670" h="407034">
                <a:moveTo>
                  <a:pt x="0" y="406907"/>
                </a:moveTo>
                <a:lnTo>
                  <a:pt x="881" y="385167"/>
                </a:lnTo>
                <a:lnTo>
                  <a:pt x="1333" y="349567"/>
                </a:lnTo>
                <a:lnTo>
                  <a:pt x="1500" y="299966"/>
                </a:lnTo>
                <a:lnTo>
                  <a:pt x="1491" y="170687"/>
                </a:lnTo>
                <a:lnTo>
                  <a:pt x="1333" y="124396"/>
                </a:lnTo>
                <a:lnTo>
                  <a:pt x="881" y="89415"/>
                </a:lnTo>
                <a:lnTo>
                  <a:pt x="0" y="68579"/>
                </a:lnTo>
                <a:lnTo>
                  <a:pt x="27432" y="83819"/>
                </a:lnTo>
                <a:lnTo>
                  <a:pt x="276224" y="83819"/>
                </a:lnTo>
                <a:lnTo>
                  <a:pt x="280416" y="86867"/>
                </a:lnTo>
                <a:lnTo>
                  <a:pt x="271102" y="94487"/>
                </a:lnTo>
                <a:lnTo>
                  <a:pt x="27432" y="94487"/>
                </a:lnTo>
                <a:lnTo>
                  <a:pt x="27432" y="170687"/>
                </a:lnTo>
                <a:lnTo>
                  <a:pt x="263652" y="170687"/>
                </a:lnTo>
                <a:lnTo>
                  <a:pt x="263652" y="181355"/>
                </a:lnTo>
                <a:lnTo>
                  <a:pt x="27432" y="181355"/>
                </a:lnTo>
                <a:lnTo>
                  <a:pt x="27432" y="268223"/>
                </a:lnTo>
                <a:lnTo>
                  <a:pt x="263652" y="268223"/>
                </a:lnTo>
                <a:lnTo>
                  <a:pt x="263652" y="278891"/>
                </a:lnTo>
                <a:lnTo>
                  <a:pt x="27432" y="278891"/>
                </a:lnTo>
                <a:lnTo>
                  <a:pt x="27432" y="359663"/>
                </a:lnTo>
                <a:lnTo>
                  <a:pt x="263652" y="359663"/>
                </a:lnTo>
                <a:lnTo>
                  <a:pt x="263676" y="370331"/>
                </a:lnTo>
                <a:lnTo>
                  <a:pt x="27432" y="370331"/>
                </a:lnTo>
                <a:lnTo>
                  <a:pt x="27432" y="397763"/>
                </a:lnTo>
                <a:lnTo>
                  <a:pt x="0" y="406907"/>
                </a:lnTo>
                <a:close/>
              </a:path>
              <a:path w="280670" h="407034">
                <a:moveTo>
                  <a:pt x="263652" y="170687"/>
                </a:moveTo>
                <a:lnTo>
                  <a:pt x="236220" y="170687"/>
                </a:lnTo>
                <a:lnTo>
                  <a:pt x="236220" y="94487"/>
                </a:lnTo>
                <a:lnTo>
                  <a:pt x="271102" y="94487"/>
                </a:lnTo>
                <a:lnTo>
                  <a:pt x="263652" y="100583"/>
                </a:lnTo>
                <a:lnTo>
                  <a:pt x="263652" y="170687"/>
                </a:lnTo>
                <a:close/>
              </a:path>
              <a:path w="280670" h="407034">
                <a:moveTo>
                  <a:pt x="263652" y="268223"/>
                </a:moveTo>
                <a:lnTo>
                  <a:pt x="236220" y="268223"/>
                </a:lnTo>
                <a:lnTo>
                  <a:pt x="236220" y="181355"/>
                </a:lnTo>
                <a:lnTo>
                  <a:pt x="263652" y="181355"/>
                </a:lnTo>
                <a:lnTo>
                  <a:pt x="263652" y="268223"/>
                </a:lnTo>
                <a:close/>
              </a:path>
              <a:path w="280670" h="407034">
                <a:moveTo>
                  <a:pt x="263652" y="359663"/>
                </a:moveTo>
                <a:lnTo>
                  <a:pt x="236220" y="359663"/>
                </a:lnTo>
                <a:lnTo>
                  <a:pt x="236220" y="278891"/>
                </a:lnTo>
                <a:lnTo>
                  <a:pt x="263652" y="278891"/>
                </a:lnTo>
                <a:lnTo>
                  <a:pt x="263652" y="359663"/>
                </a:lnTo>
                <a:close/>
              </a:path>
              <a:path w="280670" h="407034">
                <a:moveTo>
                  <a:pt x="236220" y="406907"/>
                </a:moveTo>
                <a:lnTo>
                  <a:pt x="236220" y="370331"/>
                </a:lnTo>
                <a:lnTo>
                  <a:pt x="263676" y="370331"/>
                </a:lnTo>
                <a:lnTo>
                  <a:pt x="263842" y="379285"/>
                </a:lnTo>
                <a:lnTo>
                  <a:pt x="264294" y="387977"/>
                </a:lnTo>
                <a:lnTo>
                  <a:pt x="265176" y="396239"/>
                </a:lnTo>
                <a:lnTo>
                  <a:pt x="236220" y="40690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1" name="object 111"/>
          <p:cNvSpPr/>
          <p:nvPr/>
        </p:nvSpPr>
        <p:spPr>
          <a:xfrm>
            <a:off x="5667755" y="6222491"/>
            <a:ext cx="321945" cy="393700"/>
          </a:xfrm>
          <a:custGeom>
            <a:avLst/>
            <a:gdLst/>
            <a:ahLst/>
            <a:cxnLst/>
            <a:rect l="l" t="t" r="r" b="b"/>
            <a:pathLst>
              <a:path w="321945" h="393700">
                <a:moveTo>
                  <a:pt x="163068" y="108204"/>
                </a:moveTo>
                <a:lnTo>
                  <a:pt x="138684" y="108204"/>
                </a:lnTo>
                <a:lnTo>
                  <a:pt x="138660" y="73294"/>
                </a:lnTo>
                <a:lnTo>
                  <a:pt x="138493" y="43815"/>
                </a:lnTo>
                <a:lnTo>
                  <a:pt x="138041" y="19478"/>
                </a:lnTo>
                <a:lnTo>
                  <a:pt x="137160" y="0"/>
                </a:lnTo>
                <a:lnTo>
                  <a:pt x="176784" y="18288"/>
                </a:lnTo>
                <a:lnTo>
                  <a:pt x="163068" y="30480"/>
                </a:lnTo>
                <a:lnTo>
                  <a:pt x="163068" y="108204"/>
                </a:lnTo>
                <a:close/>
              </a:path>
              <a:path w="321945" h="393700">
                <a:moveTo>
                  <a:pt x="316134" y="108204"/>
                </a:moveTo>
                <a:lnTo>
                  <a:pt x="278892" y="108204"/>
                </a:lnTo>
                <a:lnTo>
                  <a:pt x="292608" y="88392"/>
                </a:lnTo>
                <a:lnTo>
                  <a:pt x="316134" y="108204"/>
                </a:lnTo>
                <a:close/>
              </a:path>
              <a:path w="321945" h="393700">
                <a:moveTo>
                  <a:pt x="0" y="393192"/>
                </a:moveTo>
                <a:lnTo>
                  <a:pt x="245" y="367284"/>
                </a:lnTo>
                <a:lnTo>
                  <a:pt x="762" y="334899"/>
                </a:lnTo>
                <a:lnTo>
                  <a:pt x="1285" y="294608"/>
                </a:lnTo>
                <a:lnTo>
                  <a:pt x="1524" y="246888"/>
                </a:lnTo>
                <a:lnTo>
                  <a:pt x="1285" y="198858"/>
                </a:lnTo>
                <a:lnTo>
                  <a:pt x="762" y="157543"/>
                </a:lnTo>
                <a:lnTo>
                  <a:pt x="238" y="122801"/>
                </a:lnTo>
                <a:lnTo>
                  <a:pt x="0" y="94488"/>
                </a:lnTo>
                <a:lnTo>
                  <a:pt x="27432" y="108204"/>
                </a:lnTo>
                <a:lnTo>
                  <a:pt x="316134" y="108204"/>
                </a:lnTo>
                <a:lnTo>
                  <a:pt x="321564" y="112776"/>
                </a:lnTo>
                <a:lnTo>
                  <a:pt x="313182" y="118872"/>
                </a:lnTo>
                <a:lnTo>
                  <a:pt x="25908" y="118872"/>
                </a:lnTo>
                <a:lnTo>
                  <a:pt x="25908" y="230124"/>
                </a:lnTo>
                <a:lnTo>
                  <a:pt x="304800" y="230124"/>
                </a:lnTo>
                <a:lnTo>
                  <a:pt x="304800" y="240792"/>
                </a:lnTo>
                <a:lnTo>
                  <a:pt x="25908" y="240792"/>
                </a:lnTo>
                <a:lnTo>
                  <a:pt x="25908" y="356616"/>
                </a:lnTo>
                <a:lnTo>
                  <a:pt x="305668" y="356616"/>
                </a:lnTo>
                <a:lnTo>
                  <a:pt x="305752" y="358902"/>
                </a:lnTo>
                <a:lnTo>
                  <a:pt x="306327" y="367284"/>
                </a:lnTo>
                <a:lnTo>
                  <a:pt x="25908" y="367284"/>
                </a:lnTo>
                <a:lnTo>
                  <a:pt x="25908" y="387096"/>
                </a:lnTo>
                <a:lnTo>
                  <a:pt x="0" y="393192"/>
                </a:lnTo>
                <a:close/>
              </a:path>
              <a:path w="321945" h="393700">
                <a:moveTo>
                  <a:pt x="163068" y="230124"/>
                </a:moveTo>
                <a:lnTo>
                  <a:pt x="138684" y="230124"/>
                </a:lnTo>
                <a:lnTo>
                  <a:pt x="138684" y="118872"/>
                </a:lnTo>
                <a:lnTo>
                  <a:pt x="163068" y="118872"/>
                </a:lnTo>
                <a:lnTo>
                  <a:pt x="163068" y="230124"/>
                </a:lnTo>
                <a:close/>
              </a:path>
              <a:path w="321945" h="393700">
                <a:moveTo>
                  <a:pt x="304800" y="230124"/>
                </a:moveTo>
                <a:lnTo>
                  <a:pt x="280416" y="230124"/>
                </a:lnTo>
                <a:lnTo>
                  <a:pt x="280416" y="118872"/>
                </a:lnTo>
                <a:lnTo>
                  <a:pt x="313182" y="118872"/>
                </a:lnTo>
                <a:lnTo>
                  <a:pt x="304800" y="124968"/>
                </a:lnTo>
                <a:lnTo>
                  <a:pt x="304800" y="230124"/>
                </a:lnTo>
                <a:close/>
              </a:path>
              <a:path w="321945" h="393700">
                <a:moveTo>
                  <a:pt x="163068" y="356616"/>
                </a:moveTo>
                <a:lnTo>
                  <a:pt x="138684" y="356616"/>
                </a:lnTo>
                <a:lnTo>
                  <a:pt x="138684" y="240792"/>
                </a:lnTo>
                <a:lnTo>
                  <a:pt x="163068" y="240792"/>
                </a:lnTo>
                <a:lnTo>
                  <a:pt x="163068" y="356616"/>
                </a:lnTo>
                <a:close/>
              </a:path>
              <a:path w="321945" h="393700">
                <a:moveTo>
                  <a:pt x="305668" y="356616"/>
                </a:moveTo>
                <a:lnTo>
                  <a:pt x="280416" y="356616"/>
                </a:lnTo>
                <a:lnTo>
                  <a:pt x="280416" y="240792"/>
                </a:lnTo>
                <a:lnTo>
                  <a:pt x="304800" y="240792"/>
                </a:lnTo>
                <a:lnTo>
                  <a:pt x="304800" y="316992"/>
                </a:lnTo>
                <a:lnTo>
                  <a:pt x="305061" y="340090"/>
                </a:lnTo>
                <a:lnTo>
                  <a:pt x="305668" y="356616"/>
                </a:lnTo>
                <a:close/>
              </a:path>
              <a:path w="321945" h="393700">
                <a:moveTo>
                  <a:pt x="280416" y="393192"/>
                </a:moveTo>
                <a:lnTo>
                  <a:pt x="280416" y="367284"/>
                </a:lnTo>
                <a:lnTo>
                  <a:pt x="306327" y="367284"/>
                </a:lnTo>
                <a:lnTo>
                  <a:pt x="306728" y="373141"/>
                </a:lnTo>
                <a:lnTo>
                  <a:pt x="307848" y="382524"/>
                </a:lnTo>
                <a:lnTo>
                  <a:pt x="280416" y="39319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2" name="object 112"/>
          <p:cNvSpPr/>
          <p:nvPr/>
        </p:nvSpPr>
        <p:spPr>
          <a:xfrm>
            <a:off x="6057900" y="6219456"/>
            <a:ext cx="850900" cy="408940"/>
          </a:xfrm>
          <a:custGeom>
            <a:avLst/>
            <a:gdLst/>
            <a:ahLst/>
            <a:cxnLst/>
            <a:rect l="l" t="t" r="r" b="b"/>
            <a:pathLst>
              <a:path w="850900" h="408940">
                <a:moveTo>
                  <a:pt x="79248" y="138684"/>
                </a:moveTo>
                <a:lnTo>
                  <a:pt x="54673" y="105537"/>
                </a:lnTo>
                <a:lnTo>
                  <a:pt x="18288" y="76200"/>
                </a:lnTo>
                <a:lnTo>
                  <a:pt x="13716" y="82296"/>
                </a:lnTo>
                <a:lnTo>
                  <a:pt x="26047" y="101384"/>
                </a:lnTo>
                <a:lnTo>
                  <a:pt x="35814" y="119634"/>
                </a:lnTo>
                <a:lnTo>
                  <a:pt x="43281" y="136728"/>
                </a:lnTo>
                <a:lnTo>
                  <a:pt x="48768" y="152400"/>
                </a:lnTo>
                <a:lnTo>
                  <a:pt x="51816" y="167640"/>
                </a:lnTo>
                <a:lnTo>
                  <a:pt x="56388" y="173736"/>
                </a:lnTo>
                <a:lnTo>
                  <a:pt x="62484" y="173736"/>
                </a:lnTo>
                <a:lnTo>
                  <a:pt x="65532" y="170688"/>
                </a:lnTo>
                <a:lnTo>
                  <a:pt x="70104" y="163068"/>
                </a:lnTo>
                <a:lnTo>
                  <a:pt x="76200" y="155448"/>
                </a:lnTo>
                <a:lnTo>
                  <a:pt x="79248" y="147828"/>
                </a:lnTo>
                <a:lnTo>
                  <a:pt x="79248" y="138684"/>
                </a:lnTo>
                <a:close/>
              </a:path>
              <a:path w="850900" h="408940">
                <a:moveTo>
                  <a:pt x="146304" y="22860"/>
                </a:moveTo>
                <a:lnTo>
                  <a:pt x="102108" y="3048"/>
                </a:lnTo>
                <a:lnTo>
                  <a:pt x="103225" y="24384"/>
                </a:lnTo>
                <a:lnTo>
                  <a:pt x="104203" y="65341"/>
                </a:lnTo>
                <a:lnTo>
                  <a:pt x="104800" y="116052"/>
                </a:lnTo>
                <a:lnTo>
                  <a:pt x="104914" y="131064"/>
                </a:lnTo>
                <a:lnTo>
                  <a:pt x="105156" y="201168"/>
                </a:lnTo>
                <a:lnTo>
                  <a:pt x="69430" y="230886"/>
                </a:lnTo>
                <a:lnTo>
                  <a:pt x="40005" y="253746"/>
                </a:lnTo>
                <a:lnTo>
                  <a:pt x="16852" y="269748"/>
                </a:lnTo>
                <a:lnTo>
                  <a:pt x="0" y="278892"/>
                </a:lnTo>
                <a:lnTo>
                  <a:pt x="22860" y="309372"/>
                </a:lnTo>
                <a:lnTo>
                  <a:pt x="33147" y="293941"/>
                </a:lnTo>
                <a:lnTo>
                  <a:pt x="50292" y="272796"/>
                </a:lnTo>
                <a:lnTo>
                  <a:pt x="74295" y="245935"/>
                </a:lnTo>
                <a:lnTo>
                  <a:pt x="105156" y="213360"/>
                </a:lnTo>
                <a:lnTo>
                  <a:pt x="104889" y="282575"/>
                </a:lnTo>
                <a:lnTo>
                  <a:pt x="104178" y="338328"/>
                </a:lnTo>
                <a:lnTo>
                  <a:pt x="103212" y="378231"/>
                </a:lnTo>
                <a:lnTo>
                  <a:pt x="102108" y="405384"/>
                </a:lnTo>
                <a:lnTo>
                  <a:pt x="131064" y="391668"/>
                </a:lnTo>
                <a:lnTo>
                  <a:pt x="130175" y="375107"/>
                </a:lnTo>
                <a:lnTo>
                  <a:pt x="129730" y="355282"/>
                </a:lnTo>
                <a:lnTo>
                  <a:pt x="129603" y="338328"/>
                </a:lnTo>
                <a:lnTo>
                  <a:pt x="129540" y="213360"/>
                </a:lnTo>
                <a:lnTo>
                  <a:pt x="129540" y="35052"/>
                </a:lnTo>
                <a:lnTo>
                  <a:pt x="146304" y="22860"/>
                </a:lnTo>
                <a:close/>
              </a:path>
              <a:path w="850900" h="408940">
                <a:moveTo>
                  <a:pt x="368808" y="68580"/>
                </a:moveTo>
                <a:lnTo>
                  <a:pt x="337375" y="43434"/>
                </a:lnTo>
                <a:lnTo>
                  <a:pt x="303276" y="27432"/>
                </a:lnTo>
                <a:lnTo>
                  <a:pt x="298704" y="33528"/>
                </a:lnTo>
                <a:lnTo>
                  <a:pt x="314413" y="50076"/>
                </a:lnTo>
                <a:lnTo>
                  <a:pt x="327279" y="65341"/>
                </a:lnTo>
                <a:lnTo>
                  <a:pt x="337273" y="79171"/>
                </a:lnTo>
                <a:lnTo>
                  <a:pt x="344424" y="91440"/>
                </a:lnTo>
                <a:lnTo>
                  <a:pt x="348996" y="102108"/>
                </a:lnTo>
                <a:lnTo>
                  <a:pt x="353568" y="108204"/>
                </a:lnTo>
                <a:lnTo>
                  <a:pt x="358140" y="108204"/>
                </a:lnTo>
                <a:lnTo>
                  <a:pt x="359664" y="103632"/>
                </a:lnTo>
                <a:lnTo>
                  <a:pt x="364236" y="96012"/>
                </a:lnTo>
                <a:lnTo>
                  <a:pt x="367284" y="88392"/>
                </a:lnTo>
                <a:lnTo>
                  <a:pt x="368808" y="82296"/>
                </a:lnTo>
                <a:lnTo>
                  <a:pt x="368808" y="68580"/>
                </a:lnTo>
                <a:close/>
              </a:path>
              <a:path w="850900" h="408940">
                <a:moveTo>
                  <a:pt x="408432" y="370332"/>
                </a:moveTo>
                <a:lnTo>
                  <a:pt x="372579" y="347078"/>
                </a:lnTo>
                <a:lnTo>
                  <a:pt x="341858" y="313804"/>
                </a:lnTo>
                <a:lnTo>
                  <a:pt x="316255" y="270357"/>
                </a:lnTo>
                <a:lnTo>
                  <a:pt x="295770" y="216611"/>
                </a:lnTo>
                <a:lnTo>
                  <a:pt x="280416" y="152400"/>
                </a:lnTo>
                <a:lnTo>
                  <a:pt x="403860" y="152400"/>
                </a:lnTo>
                <a:lnTo>
                  <a:pt x="370332" y="115824"/>
                </a:lnTo>
                <a:lnTo>
                  <a:pt x="344424" y="143256"/>
                </a:lnTo>
                <a:lnTo>
                  <a:pt x="260604" y="143256"/>
                </a:lnTo>
                <a:lnTo>
                  <a:pt x="260604" y="38100"/>
                </a:lnTo>
                <a:lnTo>
                  <a:pt x="278892" y="24384"/>
                </a:lnTo>
                <a:lnTo>
                  <a:pt x="234696" y="4572"/>
                </a:lnTo>
                <a:lnTo>
                  <a:pt x="235953" y="54864"/>
                </a:lnTo>
                <a:lnTo>
                  <a:pt x="236181" y="96012"/>
                </a:lnTo>
                <a:lnTo>
                  <a:pt x="236220" y="143256"/>
                </a:lnTo>
                <a:lnTo>
                  <a:pt x="137160" y="143256"/>
                </a:lnTo>
                <a:lnTo>
                  <a:pt x="153924" y="158496"/>
                </a:lnTo>
                <a:lnTo>
                  <a:pt x="163347" y="156248"/>
                </a:lnTo>
                <a:lnTo>
                  <a:pt x="173355" y="154305"/>
                </a:lnTo>
                <a:lnTo>
                  <a:pt x="183921" y="152920"/>
                </a:lnTo>
                <a:lnTo>
                  <a:pt x="195072" y="152400"/>
                </a:lnTo>
                <a:lnTo>
                  <a:pt x="236220" y="152400"/>
                </a:lnTo>
                <a:lnTo>
                  <a:pt x="231279" y="205740"/>
                </a:lnTo>
                <a:lnTo>
                  <a:pt x="221081" y="254508"/>
                </a:lnTo>
                <a:lnTo>
                  <a:pt x="205740" y="298704"/>
                </a:lnTo>
                <a:lnTo>
                  <a:pt x="185305" y="338328"/>
                </a:lnTo>
                <a:lnTo>
                  <a:pt x="159867" y="373380"/>
                </a:lnTo>
                <a:lnTo>
                  <a:pt x="129540" y="403860"/>
                </a:lnTo>
                <a:lnTo>
                  <a:pt x="132588" y="408432"/>
                </a:lnTo>
                <a:lnTo>
                  <a:pt x="169265" y="381635"/>
                </a:lnTo>
                <a:lnTo>
                  <a:pt x="199974" y="348488"/>
                </a:lnTo>
                <a:lnTo>
                  <a:pt x="224599" y="308991"/>
                </a:lnTo>
                <a:lnTo>
                  <a:pt x="242989" y="263144"/>
                </a:lnTo>
                <a:lnTo>
                  <a:pt x="255028" y="210947"/>
                </a:lnTo>
                <a:lnTo>
                  <a:pt x="260604" y="152400"/>
                </a:lnTo>
                <a:lnTo>
                  <a:pt x="271272" y="152400"/>
                </a:lnTo>
                <a:lnTo>
                  <a:pt x="279476" y="213360"/>
                </a:lnTo>
                <a:lnTo>
                  <a:pt x="293217" y="268516"/>
                </a:lnTo>
                <a:lnTo>
                  <a:pt x="312420" y="317423"/>
                </a:lnTo>
                <a:lnTo>
                  <a:pt x="337108" y="360045"/>
                </a:lnTo>
                <a:lnTo>
                  <a:pt x="367284" y="396240"/>
                </a:lnTo>
                <a:lnTo>
                  <a:pt x="374992" y="387375"/>
                </a:lnTo>
                <a:lnTo>
                  <a:pt x="384429" y="381381"/>
                </a:lnTo>
                <a:lnTo>
                  <a:pt x="395566" y="378231"/>
                </a:lnTo>
                <a:lnTo>
                  <a:pt x="408432" y="377952"/>
                </a:lnTo>
                <a:lnTo>
                  <a:pt x="408432" y="370332"/>
                </a:lnTo>
                <a:close/>
              </a:path>
              <a:path w="850900" h="408940">
                <a:moveTo>
                  <a:pt x="519684" y="275844"/>
                </a:moveTo>
                <a:lnTo>
                  <a:pt x="513588" y="274320"/>
                </a:lnTo>
                <a:lnTo>
                  <a:pt x="504393" y="296291"/>
                </a:lnTo>
                <a:lnTo>
                  <a:pt x="494944" y="314058"/>
                </a:lnTo>
                <a:lnTo>
                  <a:pt x="484860" y="327672"/>
                </a:lnTo>
                <a:lnTo>
                  <a:pt x="473964" y="336804"/>
                </a:lnTo>
                <a:lnTo>
                  <a:pt x="464820" y="345948"/>
                </a:lnTo>
                <a:lnTo>
                  <a:pt x="460248" y="352044"/>
                </a:lnTo>
                <a:lnTo>
                  <a:pt x="460248" y="356616"/>
                </a:lnTo>
                <a:lnTo>
                  <a:pt x="463296" y="359664"/>
                </a:lnTo>
                <a:lnTo>
                  <a:pt x="466344" y="361188"/>
                </a:lnTo>
                <a:lnTo>
                  <a:pt x="475488" y="364236"/>
                </a:lnTo>
                <a:lnTo>
                  <a:pt x="486156" y="364236"/>
                </a:lnTo>
                <a:lnTo>
                  <a:pt x="513588" y="330708"/>
                </a:lnTo>
                <a:lnTo>
                  <a:pt x="519353" y="291414"/>
                </a:lnTo>
                <a:lnTo>
                  <a:pt x="519684" y="275844"/>
                </a:lnTo>
                <a:close/>
              </a:path>
              <a:path w="850900" h="408940">
                <a:moveTo>
                  <a:pt x="676656" y="303276"/>
                </a:moveTo>
                <a:lnTo>
                  <a:pt x="652284" y="266814"/>
                </a:lnTo>
                <a:lnTo>
                  <a:pt x="612648" y="246888"/>
                </a:lnTo>
                <a:lnTo>
                  <a:pt x="608076" y="251460"/>
                </a:lnTo>
                <a:lnTo>
                  <a:pt x="623519" y="267741"/>
                </a:lnTo>
                <a:lnTo>
                  <a:pt x="635698" y="282321"/>
                </a:lnTo>
                <a:lnTo>
                  <a:pt x="644715" y="295173"/>
                </a:lnTo>
                <a:lnTo>
                  <a:pt x="650748" y="306324"/>
                </a:lnTo>
                <a:lnTo>
                  <a:pt x="653796" y="316992"/>
                </a:lnTo>
                <a:lnTo>
                  <a:pt x="658368" y="321564"/>
                </a:lnTo>
                <a:lnTo>
                  <a:pt x="664464" y="321564"/>
                </a:lnTo>
                <a:lnTo>
                  <a:pt x="675132" y="310896"/>
                </a:lnTo>
                <a:lnTo>
                  <a:pt x="676656" y="303276"/>
                </a:lnTo>
                <a:close/>
              </a:path>
              <a:path w="850900" h="408940">
                <a:moveTo>
                  <a:pt x="760476" y="370332"/>
                </a:moveTo>
                <a:lnTo>
                  <a:pt x="737133" y="339864"/>
                </a:lnTo>
                <a:lnTo>
                  <a:pt x="734568" y="300228"/>
                </a:lnTo>
                <a:lnTo>
                  <a:pt x="725424" y="300228"/>
                </a:lnTo>
                <a:lnTo>
                  <a:pt x="723519" y="344424"/>
                </a:lnTo>
                <a:lnTo>
                  <a:pt x="697992" y="371856"/>
                </a:lnTo>
                <a:lnTo>
                  <a:pt x="605028" y="371856"/>
                </a:lnTo>
                <a:lnTo>
                  <a:pt x="583692" y="283464"/>
                </a:lnTo>
                <a:lnTo>
                  <a:pt x="598932" y="271272"/>
                </a:lnTo>
                <a:lnTo>
                  <a:pt x="557784" y="249936"/>
                </a:lnTo>
                <a:lnTo>
                  <a:pt x="559015" y="291274"/>
                </a:lnTo>
                <a:lnTo>
                  <a:pt x="559308" y="359664"/>
                </a:lnTo>
                <a:lnTo>
                  <a:pt x="562178" y="375399"/>
                </a:lnTo>
                <a:lnTo>
                  <a:pt x="570928" y="386143"/>
                </a:lnTo>
                <a:lnTo>
                  <a:pt x="585660" y="392023"/>
                </a:lnTo>
                <a:lnTo>
                  <a:pt x="606552" y="393192"/>
                </a:lnTo>
                <a:lnTo>
                  <a:pt x="711708" y="393192"/>
                </a:lnTo>
                <a:lnTo>
                  <a:pt x="727684" y="392620"/>
                </a:lnTo>
                <a:lnTo>
                  <a:pt x="741235" y="388620"/>
                </a:lnTo>
                <a:lnTo>
                  <a:pt x="752208" y="381190"/>
                </a:lnTo>
                <a:lnTo>
                  <a:pt x="759307" y="371856"/>
                </a:lnTo>
                <a:lnTo>
                  <a:pt x="760476" y="370332"/>
                </a:lnTo>
                <a:close/>
              </a:path>
              <a:path w="850900" h="408940">
                <a:moveTo>
                  <a:pt x="825360" y="328396"/>
                </a:moveTo>
                <a:lnTo>
                  <a:pt x="789622" y="290322"/>
                </a:lnTo>
                <a:lnTo>
                  <a:pt x="754380" y="269748"/>
                </a:lnTo>
                <a:lnTo>
                  <a:pt x="749808" y="272796"/>
                </a:lnTo>
                <a:lnTo>
                  <a:pt x="765378" y="291274"/>
                </a:lnTo>
                <a:lnTo>
                  <a:pt x="778192" y="308610"/>
                </a:lnTo>
                <a:lnTo>
                  <a:pt x="787730" y="324650"/>
                </a:lnTo>
                <a:lnTo>
                  <a:pt x="794004" y="339852"/>
                </a:lnTo>
                <a:lnTo>
                  <a:pt x="800100" y="353568"/>
                </a:lnTo>
                <a:lnTo>
                  <a:pt x="804672" y="359664"/>
                </a:lnTo>
                <a:lnTo>
                  <a:pt x="809244" y="359664"/>
                </a:lnTo>
                <a:lnTo>
                  <a:pt x="824484" y="335280"/>
                </a:lnTo>
                <a:lnTo>
                  <a:pt x="825360" y="328396"/>
                </a:lnTo>
                <a:close/>
              </a:path>
              <a:path w="850900" h="408940">
                <a:moveTo>
                  <a:pt x="850392" y="217932"/>
                </a:moveTo>
                <a:lnTo>
                  <a:pt x="802576" y="207645"/>
                </a:lnTo>
                <a:lnTo>
                  <a:pt x="751332" y="185928"/>
                </a:lnTo>
                <a:lnTo>
                  <a:pt x="701802" y="149352"/>
                </a:lnTo>
                <a:lnTo>
                  <a:pt x="661416" y="94488"/>
                </a:lnTo>
                <a:lnTo>
                  <a:pt x="841248" y="94488"/>
                </a:lnTo>
                <a:lnTo>
                  <a:pt x="804672" y="57912"/>
                </a:lnTo>
                <a:lnTo>
                  <a:pt x="778764" y="83820"/>
                </a:lnTo>
                <a:lnTo>
                  <a:pt x="644652" y="83820"/>
                </a:lnTo>
                <a:lnTo>
                  <a:pt x="647788" y="68389"/>
                </a:lnTo>
                <a:lnTo>
                  <a:pt x="650367" y="54102"/>
                </a:lnTo>
                <a:lnTo>
                  <a:pt x="652360" y="40957"/>
                </a:lnTo>
                <a:lnTo>
                  <a:pt x="653796" y="28956"/>
                </a:lnTo>
                <a:lnTo>
                  <a:pt x="670560" y="21336"/>
                </a:lnTo>
                <a:lnTo>
                  <a:pt x="626364" y="0"/>
                </a:lnTo>
                <a:lnTo>
                  <a:pt x="625805" y="17373"/>
                </a:lnTo>
                <a:lnTo>
                  <a:pt x="624268" y="37338"/>
                </a:lnTo>
                <a:lnTo>
                  <a:pt x="621855" y="59575"/>
                </a:lnTo>
                <a:lnTo>
                  <a:pt x="618744" y="83820"/>
                </a:lnTo>
                <a:lnTo>
                  <a:pt x="455676" y="83820"/>
                </a:lnTo>
                <a:lnTo>
                  <a:pt x="470916" y="99060"/>
                </a:lnTo>
                <a:lnTo>
                  <a:pt x="481215" y="97053"/>
                </a:lnTo>
                <a:lnTo>
                  <a:pt x="491680" y="95631"/>
                </a:lnTo>
                <a:lnTo>
                  <a:pt x="502412" y="94767"/>
                </a:lnTo>
                <a:lnTo>
                  <a:pt x="513588" y="94488"/>
                </a:lnTo>
                <a:lnTo>
                  <a:pt x="617220" y="94488"/>
                </a:lnTo>
                <a:lnTo>
                  <a:pt x="593026" y="148971"/>
                </a:lnTo>
                <a:lnTo>
                  <a:pt x="556260" y="192024"/>
                </a:lnTo>
                <a:lnTo>
                  <a:pt x="506920" y="225361"/>
                </a:lnTo>
                <a:lnTo>
                  <a:pt x="445008" y="248412"/>
                </a:lnTo>
                <a:lnTo>
                  <a:pt x="448056" y="256032"/>
                </a:lnTo>
                <a:lnTo>
                  <a:pt x="492582" y="242900"/>
                </a:lnTo>
                <a:lnTo>
                  <a:pt x="532257" y="226504"/>
                </a:lnTo>
                <a:lnTo>
                  <a:pt x="566775" y="206946"/>
                </a:lnTo>
                <a:lnTo>
                  <a:pt x="595884" y="184404"/>
                </a:lnTo>
                <a:lnTo>
                  <a:pt x="611644" y="196735"/>
                </a:lnTo>
                <a:lnTo>
                  <a:pt x="624840" y="208788"/>
                </a:lnTo>
                <a:lnTo>
                  <a:pt x="635736" y="220827"/>
                </a:lnTo>
                <a:lnTo>
                  <a:pt x="644652" y="233172"/>
                </a:lnTo>
                <a:lnTo>
                  <a:pt x="652272" y="245364"/>
                </a:lnTo>
                <a:lnTo>
                  <a:pt x="658368" y="249936"/>
                </a:lnTo>
                <a:lnTo>
                  <a:pt x="664464" y="249936"/>
                </a:lnTo>
                <a:lnTo>
                  <a:pt x="672084" y="242316"/>
                </a:lnTo>
                <a:lnTo>
                  <a:pt x="673608" y="236220"/>
                </a:lnTo>
                <a:lnTo>
                  <a:pt x="673481" y="226504"/>
                </a:lnTo>
                <a:lnTo>
                  <a:pt x="642264" y="195427"/>
                </a:lnTo>
                <a:lnTo>
                  <a:pt x="619353" y="184404"/>
                </a:lnTo>
                <a:lnTo>
                  <a:pt x="617118" y="183375"/>
                </a:lnTo>
                <a:lnTo>
                  <a:pt x="601980" y="176784"/>
                </a:lnTo>
                <a:lnTo>
                  <a:pt x="613981" y="160274"/>
                </a:lnTo>
                <a:lnTo>
                  <a:pt x="624840" y="140779"/>
                </a:lnTo>
                <a:lnTo>
                  <a:pt x="634555" y="118694"/>
                </a:lnTo>
                <a:lnTo>
                  <a:pt x="643128" y="94488"/>
                </a:lnTo>
                <a:lnTo>
                  <a:pt x="652272" y="94488"/>
                </a:lnTo>
                <a:lnTo>
                  <a:pt x="673227" y="135826"/>
                </a:lnTo>
                <a:lnTo>
                  <a:pt x="705612" y="178308"/>
                </a:lnTo>
                <a:lnTo>
                  <a:pt x="751141" y="217170"/>
                </a:lnTo>
                <a:lnTo>
                  <a:pt x="813816" y="246888"/>
                </a:lnTo>
                <a:lnTo>
                  <a:pt x="817816" y="238810"/>
                </a:lnTo>
                <a:lnTo>
                  <a:pt x="825246" y="232600"/>
                </a:lnTo>
                <a:lnTo>
                  <a:pt x="836104" y="227812"/>
                </a:lnTo>
                <a:lnTo>
                  <a:pt x="850392" y="224028"/>
                </a:lnTo>
                <a:lnTo>
                  <a:pt x="850392" y="21793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pic>
        <p:nvPicPr>
          <p:cNvPr id="113" name="object 113"/>
          <p:cNvPicPr/>
          <p:nvPr/>
        </p:nvPicPr>
        <p:blipFill>
          <a:blip r:embed="rId21" cstate="print"/>
          <a:stretch>
            <a:fillRect/>
          </a:stretch>
        </p:blipFill>
        <p:spPr>
          <a:xfrm>
            <a:off x="6992111" y="6489192"/>
            <a:ext cx="96012" cy="96012"/>
          </a:xfrm>
          <a:prstGeom prst="rect">
            <a:avLst/>
          </a:prstGeom>
        </p:spPr>
      </p:pic>
    </p:spTree>
  </p:cSld>
  <p:clrMapOvr>
    <a:masterClrMapping/>
  </p:clrMapOvr>
</p:sld>
</file>

<file path=ppt/slides/slide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9561576" y="7229856"/>
            <a:ext cx="192405" cy="146685"/>
            <a:chOff x="9561576" y="7229856"/>
            <a:chExt cx="192405" cy="146685"/>
          </a:xfrm>
        </p:grpSpPr>
        <p:pic>
          <p:nvPicPr>
            <p:cNvPr id="3" name="object 3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9561576" y="7229856"/>
              <a:ext cx="86868" cy="143256"/>
            </a:xfrm>
            <a:prstGeom prst="rect">
              <a:avLst/>
            </a:prstGeom>
          </p:spPr>
        </p:pic>
        <p:pic>
          <p:nvPicPr>
            <p:cNvPr id="4" name="object 4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9668255" y="7229856"/>
              <a:ext cx="85344" cy="146304"/>
            </a:xfrm>
            <a:prstGeom prst="rect">
              <a:avLst/>
            </a:prstGeom>
          </p:spPr>
        </p:pic>
      </p:grpSp>
      <p:sp>
        <p:nvSpPr>
          <p:cNvPr id="5" name="object 5"/>
          <p:cNvSpPr/>
          <p:nvPr/>
        </p:nvSpPr>
        <p:spPr>
          <a:xfrm>
            <a:off x="1722120" y="1271015"/>
            <a:ext cx="554990" cy="567055"/>
          </a:xfrm>
          <a:custGeom>
            <a:avLst/>
            <a:gdLst/>
            <a:ahLst/>
            <a:cxnLst/>
            <a:rect l="l" t="t" r="r" b="b"/>
            <a:pathLst>
              <a:path w="554989" h="567055">
                <a:moveTo>
                  <a:pt x="16764" y="196595"/>
                </a:moveTo>
                <a:lnTo>
                  <a:pt x="12192" y="188975"/>
                </a:lnTo>
                <a:lnTo>
                  <a:pt x="23050" y="176641"/>
                </a:lnTo>
                <a:lnTo>
                  <a:pt x="35051" y="162305"/>
                </a:lnTo>
                <a:lnTo>
                  <a:pt x="62483" y="126491"/>
                </a:lnTo>
                <a:lnTo>
                  <a:pt x="91059" y="74675"/>
                </a:lnTo>
                <a:lnTo>
                  <a:pt x="121920" y="0"/>
                </a:lnTo>
                <a:lnTo>
                  <a:pt x="169164" y="25907"/>
                </a:lnTo>
                <a:lnTo>
                  <a:pt x="137160" y="55244"/>
                </a:lnTo>
                <a:lnTo>
                  <a:pt x="123444" y="74675"/>
                </a:lnTo>
                <a:lnTo>
                  <a:pt x="283409" y="74675"/>
                </a:lnTo>
                <a:lnTo>
                  <a:pt x="295656" y="88391"/>
                </a:lnTo>
                <a:lnTo>
                  <a:pt x="117348" y="88391"/>
                </a:lnTo>
                <a:lnTo>
                  <a:pt x="105060" y="105822"/>
                </a:lnTo>
                <a:lnTo>
                  <a:pt x="93345" y="121538"/>
                </a:lnTo>
                <a:lnTo>
                  <a:pt x="59626" y="160162"/>
                </a:lnTo>
                <a:lnTo>
                  <a:pt x="32194" y="184261"/>
                </a:lnTo>
                <a:lnTo>
                  <a:pt x="16764" y="196595"/>
                </a:lnTo>
                <a:close/>
              </a:path>
              <a:path w="554989" h="567055">
                <a:moveTo>
                  <a:pt x="278892" y="156971"/>
                </a:moveTo>
                <a:lnTo>
                  <a:pt x="272796" y="152399"/>
                </a:lnTo>
                <a:lnTo>
                  <a:pt x="286488" y="134159"/>
                </a:lnTo>
                <a:lnTo>
                  <a:pt x="300037" y="113918"/>
                </a:lnTo>
                <a:lnTo>
                  <a:pt x="326136" y="68579"/>
                </a:lnTo>
                <a:lnTo>
                  <a:pt x="345567" y="27050"/>
                </a:lnTo>
                <a:lnTo>
                  <a:pt x="353568" y="1523"/>
                </a:lnTo>
                <a:lnTo>
                  <a:pt x="396240" y="30479"/>
                </a:lnTo>
                <a:lnTo>
                  <a:pt x="367022" y="54983"/>
                </a:lnTo>
                <a:lnTo>
                  <a:pt x="356020" y="69318"/>
                </a:lnTo>
                <a:lnTo>
                  <a:pt x="350520" y="76199"/>
                </a:lnTo>
                <a:lnTo>
                  <a:pt x="532045" y="76199"/>
                </a:lnTo>
                <a:lnTo>
                  <a:pt x="545592" y="91439"/>
                </a:lnTo>
                <a:lnTo>
                  <a:pt x="344424" y="91439"/>
                </a:lnTo>
                <a:lnTo>
                  <a:pt x="335256" y="100655"/>
                </a:lnTo>
                <a:lnTo>
                  <a:pt x="328422" y="107632"/>
                </a:lnTo>
                <a:lnTo>
                  <a:pt x="320421" y="116085"/>
                </a:lnTo>
                <a:lnTo>
                  <a:pt x="304395" y="133826"/>
                </a:lnTo>
                <a:lnTo>
                  <a:pt x="296227" y="142112"/>
                </a:lnTo>
                <a:lnTo>
                  <a:pt x="287774" y="149828"/>
                </a:lnTo>
                <a:lnTo>
                  <a:pt x="278892" y="156971"/>
                </a:lnTo>
                <a:close/>
              </a:path>
              <a:path w="554989" h="567055">
                <a:moveTo>
                  <a:pt x="283409" y="74675"/>
                </a:moveTo>
                <a:lnTo>
                  <a:pt x="228600" y="74675"/>
                </a:lnTo>
                <a:lnTo>
                  <a:pt x="257556" y="45719"/>
                </a:lnTo>
                <a:lnTo>
                  <a:pt x="283409" y="74675"/>
                </a:lnTo>
                <a:close/>
              </a:path>
              <a:path w="554989" h="567055">
                <a:moveTo>
                  <a:pt x="532045" y="76199"/>
                </a:moveTo>
                <a:lnTo>
                  <a:pt x="480060" y="76199"/>
                </a:lnTo>
                <a:lnTo>
                  <a:pt x="509016" y="50291"/>
                </a:lnTo>
                <a:lnTo>
                  <a:pt x="532045" y="76199"/>
                </a:lnTo>
                <a:close/>
              </a:path>
              <a:path w="554989" h="567055">
                <a:moveTo>
                  <a:pt x="202692" y="156971"/>
                </a:moveTo>
                <a:lnTo>
                  <a:pt x="190500" y="156971"/>
                </a:lnTo>
                <a:lnTo>
                  <a:pt x="187452" y="155447"/>
                </a:lnTo>
                <a:lnTo>
                  <a:pt x="184365" y="143065"/>
                </a:lnTo>
                <a:lnTo>
                  <a:pt x="182866" y="135540"/>
                </a:lnTo>
                <a:lnTo>
                  <a:pt x="181356" y="124967"/>
                </a:lnTo>
                <a:lnTo>
                  <a:pt x="178188" y="116681"/>
                </a:lnTo>
                <a:lnTo>
                  <a:pt x="173164" y="107822"/>
                </a:lnTo>
                <a:lnTo>
                  <a:pt x="166139" y="98393"/>
                </a:lnTo>
                <a:lnTo>
                  <a:pt x="156972" y="88391"/>
                </a:lnTo>
                <a:lnTo>
                  <a:pt x="173736" y="88391"/>
                </a:lnTo>
                <a:lnTo>
                  <a:pt x="195429" y="100655"/>
                </a:lnTo>
                <a:lnTo>
                  <a:pt x="210121" y="112204"/>
                </a:lnTo>
                <a:lnTo>
                  <a:pt x="217670" y="122896"/>
                </a:lnTo>
                <a:lnTo>
                  <a:pt x="217932" y="132587"/>
                </a:lnTo>
                <a:lnTo>
                  <a:pt x="214884" y="144779"/>
                </a:lnTo>
                <a:lnTo>
                  <a:pt x="210312" y="152399"/>
                </a:lnTo>
                <a:lnTo>
                  <a:pt x="207264" y="153923"/>
                </a:lnTo>
                <a:lnTo>
                  <a:pt x="202692" y="156971"/>
                </a:lnTo>
                <a:close/>
              </a:path>
              <a:path w="554989" h="567055">
                <a:moveTo>
                  <a:pt x="460248" y="160019"/>
                </a:moveTo>
                <a:lnTo>
                  <a:pt x="455676" y="160019"/>
                </a:lnTo>
                <a:lnTo>
                  <a:pt x="452628" y="156971"/>
                </a:lnTo>
                <a:lnTo>
                  <a:pt x="448056" y="149351"/>
                </a:lnTo>
                <a:lnTo>
                  <a:pt x="445484" y="143613"/>
                </a:lnTo>
                <a:lnTo>
                  <a:pt x="442341" y="137731"/>
                </a:lnTo>
                <a:lnTo>
                  <a:pt x="413123" y="101393"/>
                </a:lnTo>
                <a:lnTo>
                  <a:pt x="400812" y="91439"/>
                </a:lnTo>
                <a:lnTo>
                  <a:pt x="417576" y="91439"/>
                </a:lnTo>
                <a:lnTo>
                  <a:pt x="444460" y="100583"/>
                </a:lnTo>
                <a:lnTo>
                  <a:pt x="463486" y="109727"/>
                </a:lnTo>
                <a:lnTo>
                  <a:pt x="474797" y="118871"/>
                </a:lnTo>
                <a:lnTo>
                  <a:pt x="478536" y="128015"/>
                </a:lnTo>
                <a:lnTo>
                  <a:pt x="477964" y="136326"/>
                </a:lnTo>
                <a:lnTo>
                  <a:pt x="476250" y="143065"/>
                </a:lnTo>
                <a:lnTo>
                  <a:pt x="473392" y="148375"/>
                </a:lnTo>
                <a:lnTo>
                  <a:pt x="464820" y="156971"/>
                </a:lnTo>
                <a:lnTo>
                  <a:pt x="460248" y="160019"/>
                </a:lnTo>
                <a:close/>
              </a:path>
              <a:path w="554989" h="567055">
                <a:moveTo>
                  <a:pt x="450596" y="163067"/>
                </a:moveTo>
                <a:lnTo>
                  <a:pt x="403860" y="163067"/>
                </a:lnTo>
                <a:lnTo>
                  <a:pt x="417576" y="140207"/>
                </a:lnTo>
                <a:lnTo>
                  <a:pt x="450596" y="163067"/>
                </a:lnTo>
                <a:close/>
              </a:path>
              <a:path w="554989" h="567055">
                <a:moveTo>
                  <a:pt x="114300" y="390143"/>
                </a:moveTo>
                <a:lnTo>
                  <a:pt x="115181" y="352401"/>
                </a:lnTo>
                <a:lnTo>
                  <a:pt x="115633" y="314515"/>
                </a:lnTo>
                <a:lnTo>
                  <a:pt x="115743" y="234695"/>
                </a:lnTo>
                <a:lnTo>
                  <a:pt x="114895" y="202620"/>
                </a:lnTo>
                <a:lnTo>
                  <a:pt x="114109" y="175069"/>
                </a:lnTo>
                <a:lnTo>
                  <a:pt x="113037" y="155233"/>
                </a:lnTo>
                <a:lnTo>
                  <a:pt x="111252" y="143255"/>
                </a:lnTo>
                <a:lnTo>
                  <a:pt x="147828" y="163067"/>
                </a:lnTo>
                <a:lnTo>
                  <a:pt x="450596" y="163067"/>
                </a:lnTo>
                <a:lnTo>
                  <a:pt x="457200" y="167639"/>
                </a:lnTo>
                <a:lnTo>
                  <a:pt x="446024" y="176783"/>
                </a:lnTo>
                <a:lnTo>
                  <a:pt x="147828" y="176783"/>
                </a:lnTo>
                <a:lnTo>
                  <a:pt x="147828" y="219455"/>
                </a:lnTo>
                <a:lnTo>
                  <a:pt x="440436" y="219455"/>
                </a:lnTo>
                <a:lnTo>
                  <a:pt x="440436" y="234695"/>
                </a:lnTo>
                <a:lnTo>
                  <a:pt x="147828" y="234695"/>
                </a:lnTo>
                <a:lnTo>
                  <a:pt x="147828" y="280415"/>
                </a:lnTo>
                <a:lnTo>
                  <a:pt x="440436" y="280415"/>
                </a:lnTo>
                <a:lnTo>
                  <a:pt x="440436" y="294131"/>
                </a:lnTo>
                <a:lnTo>
                  <a:pt x="147828" y="294131"/>
                </a:lnTo>
                <a:lnTo>
                  <a:pt x="147828" y="344423"/>
                </a:lnTo>
                <a:lnTo>
                  <a:pt x="440970" y="344423"/>
                </a:lnTo>
                <a:lnTo>
                  <a:pt x="441078" y="348543"/>
                </a:lnTo>
                <a:lnTo>
                  <a:pt x="441496" y="358139"/>
                </a:lnTo>
                <a:lnTo>
                  <a:pt x="147828" y="358139"/>
                </a:lnTo>
                <a:lnTo>
                  <a:pt x="147828" y="377951"/>
                </a:lnTo>
                <a:lnTo>
                  <a:pt x="114300" y="390143"/>
                </a:lnTo>
                <a:close/>
              </a:path>
              <a:path w="554989" h="567055">
                <a:moveTo>
                  <a:pt x="440436" y="219455"/>
                </a:moveTo>
                <a:lnTo>
                  <a:pt x="406908" y="219455"/>
                </a:lnTo>
                <a:lnTo>
                  <a:pt x="406908" y="176783"/>
                </a:lnTo>
                <a:lnTo>
                  <a:pt x="446024" y="176783"/>
                </a:lnTo>
                <a:lnTo>
                  <a:pt x="440436" y="181355"/>
                </a:lnTo>
                <a:lnTo>
                  <a:pt x="440436" y="219455"/>
                </a:lnTo>
                <a:close/>
              </a:path>
              <a:path w="554989" h="567055">
                <a:moveTo>
                  <a:pt x="440436" y="280415"/>
                </a:moveTo>
                <a:lnTo>
                  <a:pt x="406908" y="280415"/>
                </a:lnTo>
                <a:lnTo>
                  <a:pt x="406908" y="234695"/>
                </a:lnTo>
                <a:lnTo>
                  <a:pt x="440436" y="234695"/>
                </a:lnTo>
                <a:lnTo>
                  <a:pt x="440436" y="280415"/>
                </a:lnTo>
                <a:close/>
              </a:path>
              <a:path w="554989" h="567055">
                <a:moveTo>
                  <a:pt x="440970" y="344423"/>
                </a:moveTo>
                <a:lnTo>
                  <a:pt x="406908" y="344423"/>
                </a:lnTo>
                <a:lnTo>
                  <a:pt x="406908" y="294131"/>
                </a:lnTo>
                <a:lnTo>
                  <a:pt x="440436" y="294131"/>
                </a:lnTo>
                <a:lnTo>
                  <a:pt x="440459" y="317158"/>
                </a:lnTo>
                <a:lnTo>
                  <a:pt x="440626" y="331279"/>
                </a:lnTo>
                <a:lnTo>
                  <a:pt x="440970" y="344423"/>
                </a:lnTo>
                <a:close/>
              </a:path>
              <a:path w="554989" h="567055">
                <a:moveTo>
                  <a:pt x="219456" y="432815"/>
                </a:moveTo>
                <a:lnTo>
                  <a:pt x="184404" y="432815"/>
                </a:lnTo>
                <a:lnTo>
                  <a:pt x="186428" y="415361"/>
                </a:lnTo>
                <a:lnTo>
                  <a:pt x="188023" y="397192"/>
                </a:lnTo>
                <a:lnTo>
                  <a:pt x="189383" y="377309"/>
                </a:lnTo>
                <a:lnTo>
                  <a:pt x="190500" y="358139"/>
                </a:lnTo>
                <a:lnTo>
                  <a:pt x="227076" y="358139"/>
                </a:lnTo>
                <a:lnTo>
                  <a:pt x="225671" y="377309"/>
                </a:lnTo>
                <a:lnTo>
                  <a:pt x="223837" y="396049"/>
                </a:lnTo>
                <a:lnTo>
                  <a:pt x="221612" y="415361"/>
                </a:lnTo>
                <a:lnTo>
                  <a:pt x="219456" y="432815"/>
                </a:lnTo>
                <a:close/>
              </a:path>
              <a:path w="554989" h="567055">
                <a:moveTo>
                  <a:pt x="21336" y="454151"/>
                </a:moveTo>
                <a:lnTo>
                  <a:pt x="0" y="432815"/>
                </a:lnTo>
                <a:lnTo>
                  <a:pt x="336804" y="432815"/>
                </a:lnTo>
                <a:lnTo>
                  <a:pt x="336804" y="358139"/>
                </a:lnTo>
                <a:lnTo>
                  <a:pt x="370332" y="358139"/>
                </a:lnTo>
                <a:lnTo>
                  <a:pt x="370332" y="429767"/>
                </a:lnTo>
                <a:lnTo>
                  <a:pt x="540512" y="429767"/>
                </a:lnTo>
                <a:lnTo>
                  <a:pt x="554736" y="445007"/>
                </a:lnTo>
                <a:lnTo>
                  <a:pt x="370332" y="445007"/>
                </a:lnTo>
                <a:lnTo>
                  <a:pt x="370342" y="446531"/>
                </a:lnTo>
                <a:lnTo>
                  <a:pt x="79248" y="446531"/>
                </a:lnTo>
                <a:lnTo>
                  <a:pt x="63555" y="447079"/>
                </a:lnTo>
                <a:lnTo>
                  <a:pt x="48577" y="448627"/>
                </a:lnTo>
                <a:lnTo>
                  <a:pt x="34456" y="451032"/>
                </a:lnTo>
                <a:lnTo>
                  <a:pt x="21336" y="454151"/>
                </a:lnTo>
                <a:close/>
              </a:path>
              <a:path w="554989" h="567055">
                <a:moveTo>
                  <a:pt x="406908" y="382523"/>
                </a:moveTo>
                <a:lnTo>
                  <a:pt x="406908" y="358139"/>
                </a:lnTo>
                <a:lnTo>
                  <a:pt x="441496" y="358139"/>
                </a:lnTo>
                <a:lnTo>
                  <a:pt x="441960" y="368807"/>
                </a:lnTo>
                <a:lnTo>
                  <a:pt x="406908" y="382523"/>
                </a:lnTo>
                <a:close/>
              </a:path>
              <a:path w="554989" h="567055">
                <a:moveTo>
                  <a:pt x="540512" y="429767"/>
                </a:moveTo>
                <a:lnTo>
                  <a:pt x="478536" y="429767"/>
                </a:lnTo>
                <a:lnTo>
                  <a:pt x="512064" y="399287"/>
                </a:lnTo>
                <a:lnTo>
                  <a:pt x="540512" y="429767"/>
                </a:lnTo>
                <a:close/>
              </a:path>
              <a:path w="554989" h="567055">
                <a:moveTo>
                  <a:pt x="30480" y="566927"/>
                </a:moveTo>
                <a:lnTo>
                  <a:pt x="28956" y="559308"/>
                </a:lnTo>
                <a:lnTo>
                  <a:pt x="61221" y="547616"/>
                </a:lnTo>
                <a:lnTo>
                  <a:pt x="89344" y="535495"/>
                </a:lnTo>
                <a:lnTo>
                  <a:pt x="132588" y="510539"/>
                </a:lnTo>
                <a:lnTo>
                  <a:pt x="162115" y="481964"/>
                </a:lnTo>
                <a:lnTo>
                  <a:pt x="181356" y="446531"/>
                </a:lnTo>
                <a:lnTo>
                  <a:pt x="217932" y="446531"/>
                </a:lnTo>
                <a:lnTo>
                  <a:pt x="191262" y="493394"/>
                </a:lnTo>
                <a:lnTo>
                  <a:pt x="146304" y="528827"/>
                </a:lnTo>
                <a:lnTo>
                  <a:pt x="90678" y="552450"/>
                </a:lnTo>
                <a:lnTo>
                  <a:pt x="61007" y="560974"/>
                </a:lnTo>
                <a:lnTo>
                  <a:pt x="30480" y="566927"/>
                </a:lnTo>
                <a:close/>
              </a:path>
              <a:path w="554989" h="567055">
                <a:moveTo>
                  <a:pt x="335280" y="566927"/>
                </a:moveTo>
                <a:lnTo>
                  <a:pt x="335455" y="541639"/>
                </a:lnTo>
                <a:lnTo>
                  <a:pt x="335581" y="528827"/>
                </a:lnTo>
                <a:lnTo>
                  <a:pt x="336565" y="472201"/>
                </a:lnTo>
                <a:lnTo>
                  <a:pt x="336804" y="446531"/>
                </a:lnTo>
                <a:lnTo>
                  <a:pt x="370342" y="446531"/>
                </a:lnTo>
                <a:lnTo>
                  <a:pt x="370602" y="481964"/>
                </a:lnTo>
                <a:lnTo>
                  <a:pt x="371266" y="510539"/>
                </a:lnTo>
                <a:lnTo>
                  <a:pt x="371337" y="512540"/>
                </a:lnTo>
                <a:lnTo>
                  <a:pt x="372260" y="534161"/>
                </a:lnTo>
                <a:lnTo>
                  <a:pt x="373380" y="550163"/>
                </a:lnTo>
                <a:lnTo>
                  <a:pt x="335280" y="566927"/>
                </a:lnTo>
                <a:close/>
              </a:path>
            </a:pathLst>
          </a:custGeom>
          <a:solidFill>
            <a:srgbClr val="3333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" name="object 6"/>
          <p:cNvSpPr/>
          <p:nvPr/>
        </p:nvSpPr>
        <p:spPr>
          <a:xfrm>
            <a:off x="2331720" y="1271015"/>
            <a:ext cx="565785" cy="547370"/>
          </a:xfrm>
          <a:custGeom>
            <a:avLst/>
            <a:gdLst/>
            <a:ahLst/>
            <a:cxnLst/>
            <a:rect l="l" t="t" r="r" b="b"/>
            <a:pathLst>
              <a:path w="565785" h="547369">
                <a:moveTo>
                  <a:pt x="368808" y="135636"/>
                </a:moveTo>
                <a:lnTo>
                  <a:pt x="336804" y="135636"/>
                </a:lnTo>
                <a:lnTo>
                  <a:pt x="336705" y="71628"/>
                </a:lnTo>
                <a:lnTo>
                  <a:pt x="336600" y="49815"/>
                </a:lnTo>
                <a:lnTo>
                  <a:pt x="336161" y="21193"/>
                </a:lnTo>
                <a:lnTo>
                  <a:pt x="335280" y="0"/>
                </a:lnTo>
                <a:lnTo>
                  <a:pt x="393192" y="28956"/>
                </a:lnTo>
                <a:lnTo>
                  <a:pt x="368808" y="51816"/>
                </a:lnTo>
                <a:lnTo>
                  <a:pt x="368808" y="135636"/>
                </a:lnTo>
                <a:close/>
              </a:path>
              <a:path w="565785" h="547369">
                <a:moveTo>
                  <a:pt x="120396" y="126492"/>
                </a:moveTo>
                <a:lnTo>
                  <a:pt x="117348" y="126492"/>
                </a:lnTo>
                <a:lnTo>
                  <a:pt x="113919" y="125039"/>
                </a:lnTo>
                <a:lnTo>
                  <a:pt x="110490" y="120586"/>
                </a:lnTo>
                <a:lnTo>
                  <a:pt x="107061" y="112990"/>
                </a:lnTo>
                <a:lnTo>
                  <a:pt x="103632" y="102108"/>
                </a:lnTo>
                <a:lnTo>
                  <a:pt x="95583" y="86391"/>
                </a:lnTo>
                <a:lnTo>
                  <a:pt x="84963" y="68961"/>
                </a:lnTo>
                <a:lnTo>
                  <a:pt x="71485" y="49815"/>
                </a:lnTo>
                <a:lnTo>
                  <a:pt x="54864" y="28956"/>
                </a:lnTo>
                <a:lnTo>
                  <a:pt x="59436" y="21336"/>
                </a:lnTo>
                <a:lnTo>
                  <a:pt x="112014" y="51054"/>
                </a:lnTo>
                <a:lnTo>
                  <a:pt x="137160" y="82296"/>
                </a:lnTo>
                <a:lnTo>
                  <a:pt x="138684" y="91440"/>
                </a:lnTo>
                <a:lnTo>
                  <a:pt x="138684" y="103632"/>
                </a:lnTo>
                <a:lnTo>
                  <a:pt x="135636" y="111252"/>
                </a:lnTo>
                <a:lnTo>
                  <a:pt x="131064" y="117348"/>
                </a:lnTo>
                <a:lnTo>
                  <a:pt x="124968" y="123444"/>
                </a:lnTo>
                <a:lnTo>
                  <a:pt x="120396" y="126492"/>
                </a:lnTo>
                <a:close/>
              </a:path>
              <a:path w="565785" h="547369">
                <a:moveTo>
                  <a:pt x="102269" y="381595"/>
                </a:moveTo>
                <a:lnTo>
                  <a:pt x="48696" y="381595"/>
                </a:lnTo>
                <a:lnTo>
                  <a:pt x="56388" y="381000"/>
                </a:lnTo>
                <a:lnTo>
                  <a:pt x="62126" y="379595"/>
                </a:lnTo>
                <a:lnTo>
                  <a:pt x="88977" y="342997"/>
                </a:lnTo>
                <a:lnTo>
                  <a:pt x="126748" y="258604"/>
                </a:lnTo>
                <a:lnTo>
                  <a:pt x="156021" y="190585"/>
                </a:lnTo>
                <a:lnTo>
                  <a:pt x="192024" y="105156"/>
                </a:lnTo>
                <a:lnTo>
                  <a:pt x="201168" y="108204"/>
                </a:lnTo>
                <a:lnTo>
                  <a:pt x="172331" y="185928"/>
                </a:lnTo>
                <a:lnTo>
                  <a:pt x="148279" y="251460"/>
                </a:lnTo>
                <a:lnTo>
                  <a:pt x="128968" y="304800"/>
                </a:lnTo>
                <a:lnTo>
                  <a:pt x="114356" y="345948"/>
                </a:lnTo>
                <a:lnTo>
                  <a:pt x="104401" y="374904"/>
                </a:lnTo>
                <a:lnTo>
                  <a:pt x="102269" y="381595"/>
                </a:lnTo>
                <a:close/>
              </a:path>
              <a:path w="565785" h="547369">
                <a:moveTo>
                  <a:pt x="227076" y="156972"/>
                </a:moveTo>
                <a:lnTo>
                  <a:pt x="205740" y="135636"/>
                </a:lnTo>
                <a:lnTo>
                  <a:pt x="461772" y="135636"/>
                </a:lnTo>
                <a:lnTo>
                  <a:pt x="487680" y="109728"/>
                </a:lnTo>
                <a:lnTo>
                  <a:pt x="525780" y="150876"/>
                </a:lnTo>
                <a:lnTo>
                  <a:pt x="284988" y="150876"/>
                </a:lnTo>
                <a:lnTo>
                  <a:pt x="269509" y="151185"/>
                </a:lnTo>
                <a:lnTo>
                  <a:pt x="254889" y="152209"/>
                </a:lnTo>
                <a:lnTo>
                  <a:pt x="240839" y="154090"/>
                </a:lnTo>
                <a:lnTo>
                  <a:pt x="227076" y="156972"/>
                </a:lnTo>
                <a:close/>
              </a:path>
              <a:path w="565785" h="547369">
                <a:moveTo>
                  <a:pt x="368808" y="280416"/>
                </a:moveTo>
                <a:lnTo>
                  <a:pt x="336804" y="280416"/>
                </a:lnTo>
                <a:lnTo>
                  <a:pt x="336804" y="150876"/>
                </a:lnTo>
                <a:lnTo>
                  <a:pt x="368808" y="150876"/>
                </a:lnTo>
                <a:lnTo>
                  <a:pt x="368808" y="280416"/>
                </a:lnTo>
                <a:close/>
              </a:path>
              <a:path w="565785" h="547369">
                <a:moveTo>
                  <a:pt x="68984" y="270200"/>
                </a:moveTo>
                <a:lnTo>
                  <a:pt x="63436" y="266890"/>
                </a:lnTo>
                <a:lnTo>
                  <a:pt x="58173" y="258151"/>
                </a:lnTo>
                <a:lnTo>
                  <a:pt x="53340" y="243840"/>
                </a:lnTo>
                <a:lnTo>
                  <a:pt x="45005" y="227218"/>
                </a:lnTo>
                <a:lnTo>
                  <a:pt x="33528" y="209169"/>
                </a:lnTo>
                <a:lnTo>
                  <a:pt x="18621" y="189404"/>
                </a:lnTo>
                <a:lnTo>
                  <a:pt x="0" y="167640"/>
                </a:lnTo>
                <a:lnTo>
                  <a:pt x="4572" y="160020"/>
                </a:lnTo>
                <a:lnTo>
                  <a:pt x="41457" y="180617"/>
                </a:lnTo>
                <a:lnTo>
                  <a:pt x="67627" y="199072"/>
                </a:lnTo>
                <a:lnTo>
                  <a:pt x="83224" y="215526"/>
                </a:lnTo>
                <a:lnTo>
                  <a:pt x="88392" y="230124"/>
                </a:lnTo>
                <a:lnTo>
                  <a:pt x="87534" y="242720"/>
                </a:lnTo>
                <a:lnTo>
                  <a:pt x="84963" y="253174"/>
                </a:lnTo>
                <a:lnTo>
                  <a:pt x="80676" y="261627"/>
                </a:lnTo>
                <a:lnTo>
                  <a:pt x="74676" y="268224"/>
                </a:lnTo>
                <a:lnTo>
                  <a:pt x="68984" y="270200"/>
                </a:lnTo>
                <a:close/>
              </a:path>
              <a:path w="565785" h="547369">
                <a:moveTo>
                  <a:pt x="181356" y="301752"/>
                </a:moveTo>
                <a:lnTo>
                  <a:pt x="160020" y="280416"/>
                </a:lnTo>
                <a:lnTo>
                  <a:pt x="495300" y="280416"/>
                </a:lnTo>
                <a:lnTo>
                  <a:pt x="524256" y="251460"/>
                </a:lnTo>
                <a:lnTo>
                  <a:pt x="565404" y="294131"/>
                </a:lnTo>
                <a:lnTo>
                  <a:pt x="239268" y="294131"/>
                </a:lnTo>
                <a:lnTo>
                  <a:pt x="223789" y="294679"/>
                </a:lnTo>
                <a:lnTo>
                  <a:pt x="209169" y="296227"/>
                </a:lnTo>
                <a:lnTo>
                  <a:pt x="195119" y="298632"/>
                </a:lnTo>
                <a:lnTo>
                  <a:pt x="181356" y="301752"/>
                </a:lnTo>
                <a:close/>
              </a:path>
              <a:path w="565785" h="547369">
                <a:moveTo>
                  <a:pt x="198120" y="547116"/>
                </a:moveTo>
                <a:lnTo>
                  <a:pt x="175260" y="492252"/>
                </a:lnTo>
                <a:lnTo>
                  <a:pt x="191547" y="487918"/>
                </a:lnTo>
                <a:lnTo>
                  <a:pt x="210693" y="474726"/>
                </a:lnTo>
                <a:lnTo>
                  <a:pt x="257556" y="420624"/>
                </a:lnTo>
                <a:lnTo>
                  <a:pt x="280939" y="386072"/>
                </a:lnTo>
                <a:lnTo>
                  <a:pt x="300609" y="353377"/>
                </a:lnTo>
                <a:lnTo>
                  <a:pt x="327660" y="294131"/>
                </a:lnTo>
                <a:lnTo>
                  <a:pt x="339852" y="294131"/>
                </a:lnTo>
                <a:lnTo>
                  <a:pt x="377952" y="320040"/>
                </a:lnTo>
                <a:lnTo>
                  <a:pt x="367379" y="326326"/>
                </a:lnTo>
                <a:lnTo>
                  <a:pt x="356235" y="336042"/>
                </a:lnTo>
                <a:lnTo>
                  <a:pt x="344519" y="349186"/>
                </a:lnTo>
                <a:lnTo>
                  <a:pt x="332232" y="365760"/>
                </a:lnTo>
                <a:lnTo>
                  <a:pt x="316801" y="387238"/>
                </a:lnTo>
                <a:lnTo>
                  <a:pt x="293370" y="415290"/>
                </a:lnTo>
                <a:lnTo>
                  <a:pt x="261937" y="450199"/>
                </a:lnTo>
                <a:lnTo>
                  <a:pt x="222504" y="492252"/>
                </a:lnTo>
                <a:lnTo>
                  <a:pt x="441137" y="492252"/>
                </a:lnTo>
                <a:lnTo>
                  <a:pt x="363474" y="502539"/>
                </a:lnTo>
                <a:lnTo>
                  <a:pt x="316563" y="510825"/>
                </a:lnTo>
                <a:lnTo>
                  <a:pt x="277368" y="519684"/>
                </a:lnTo>
                <a:lnTo>
                  <a:pt x="223456" y="534543"/>
                </a:lnTo>
                <a:lnTo>
                  <a:pt x="207287" y="541115"/>
                </a:lnTo>
                <a:lnTo>
                  <a:pt x="198120" y="547116"/>
                </a:lnTo>
                <a:close/>
              </a:path>
              <a:path w="565785" h="547369">
                <a:moveTo>
                  <a:pt x="91440" y="533399"/>
                </a:moveTo>
                <a:lnTo>
                  <a:pt x="77724" y="533399"/>
                </a:lnTo>
                <a:lnTo>
                  <a:pt x="70104" y="531875"/>
                </a:lnTo>
                <a:lnTo>
                  <a:pt x="59436" y="528828"/>
                </a:lnTo>
                <a:lnTo>
                  <a:pt x="50292" y="525780"/>
                </a:lnTo>
                <a:lnTo>
                  <a:pt x="45720" y="518160"/>
                </a:lnTo>
                <a:lnTo>
                  <a:pt x="45720" y="507492"/>
                </a:lnTo>
                <a:lnTo>
                  <a:pt x="46053" y="500919"/>
                </a:lnTo>
                <a:lnTo>
                  <a:pt x="47244" y="492633"/>
                </a:lnTo>
                <a:lnTo>
                  <a:pt x="49577" y="482631"/>
                </a:lnTo>
                <a:lnTo>
                  <a:pt x="53340" y="470916"/>
                </a:lnTo>
                <a:lnTo>
                  <a:pt x="56221" y="459819"/>
                </a:lnTo>
                <a:lnTo>
                  <a:pt x="58102" y="449580"/>
                </a:lnTo>
                <a:lnTo>
                  <a:pt x="59126" y="440483"/>
                </a:lnTo>
                <a:lnTo>
                  <a:pt x="59436" y="432816"/>
                </a:lnTo>
                <a:lnTo>
                  <a:pt x="58840" y="425124"/>
                </a:lnTo>
                <a:lnTo>
                  <a:pt x="32194" y="397002"/>
                </a:lnTo>
                <a:lnTo>
                  <a:pt x="3048" y="387096"/>
                </a:lnTo>
                <a:lnTo>
                  <a:pt x="3048" y="377952"/>
                </a:lnTo>
                <a:lnTo>
                  <a:pt x="21883" y="379928"/>
                </a:lnTo>
                <a:lnTo>
                  <a:pt x="37147" y="381190"/>
                </a:lnTo>
                <a:lnTo>
                  <a:pt x="48696" y="381595"/>
                </a:lnTo>
                <a:lnTo>
                  <a:pt x="102269" y="381595"/>
                </a:lnTo>
                <a:lnTo>
                  <a:pt x="99060" y="391668"/>
                </a:lnTo>
                <a:lnTo>
                  <a:pt x="95940" y="407360"/>
                </a:lnTo>
                <a:lnTo>
                  <a:pt x="93535" y="424624"/>
                </a:lnTo>
                <a:lnTo>
                  <a:pt x="91987" y="443317"/>
                </a:lnTo>
                <a:lnTo>
                  <a:pt x="91440" y="463296"/>
                </a:lnTo>
                <a:lnTo>
                  <a:pt x="92583" y="483322"/>
                </a:lnTo>
                <a:lnTo>
                  <a:pt x="93726" y="500062"/>
                </a:lnTo>
                <a:lnTo>
                  <a:pt x="94869" y="513659"/>
                </a:lnTo>
                <a:lnTo>
                  <a:pt x="96012" y="524256"/>
                </a:lnTo>
                <a:lnTo>
                  <a:pt x="96012" y="530352"/>
                </a:lnTo>
                <a:lnTo>
                  <a:pt x="91440" y="533399"/>
                </a:lnTo>
                <a:close/>
              </a:path>
              <a:path w="565785" h="547369">
                <a:moveTo>
                  <a:pt x="441137" y="492252"/>
                </a:moveTo>
                <a:lnTo>
                  <a:pt x="222504" y="492252"/>
                </a:lnTo>
                <a:lnTo>
                  <a:pt x="473964" y="475488"/>
                </a:lnTo>
                <a:lnTo>
                  <a:pt x="457914" y="454032"/>
                </a:lnTo>
                <a:lnTo>
                  <a:pt x="441579" y="433006"/>
                </a:lnTo>
                <a:lnTo>
                  <a:pt x="424672" y="412265"/>
                </a:lnTo>
                <a:lnTo>
                  <a:pt x="406908" y="391668"/>
                </a:lnTo>
                <a:lnTo>
                  <a:pt x="411480" y="385572"/>
                </a:lnTo>
                <a:lnTo>
                  <a:pt x="432054" y="399859"/>
                </a:lnTo>
                <a:lnTo>
                  <a:pt x="450342" y="413004"/>
                </a:lnTo>
                <a:lnTo>
                  <a:pt x="466344" y="425005"/>
                </a:lnTo>
                <a:lnTo>
                  <a:pt x="480060" y="435864"/>
                </a:lnTo>
                <a:lnTo>
                  <a:pt x="492061" y="445008"/>
                </a:lnTo>
                <a:lnTo>
                  <a:pt x="521208" y="472440"/>
                </a:lnTo>
                <a:lnTo>
                  <a:pt x="531151" y="487680"/>
                </a:lnTo>
                <a:lnTo>
                  <a:pt x="481584" y="487680"/>
                </a:lnTo>
                <a:lnTo>
                  <a:pt x="441137" y="492252"/>
                </a:lnTo>
                <a:close/>
              </a:path>
              <a:path w="565785" h="547369">
                <a:moveTo>
                  <a:pt x="516636" y="547116"/>
                </a:moveTo>
                <a:lnTo>
                  <a:pt x="509016" y="547116"/>
                </a:lnTo>
                <a:lnTo>
                  <a:pt x="505968" y="542544"/>
                </a:lnTo>
                <a:lnTo>
                  <a:pt x="502920" y="533399"/>
                </a:lnTo>
                <a:lnTo>
                  <a:pt x="498086" y="521970"/>
                </a:lnTo>
                <a:lnTo>
                  <a:pt x="492823" y="510540"/>
                </a:lnTo>
                <a:lnTo>
                  <a:pt x="487275" y="499110"/>
                </a:lnTo>
                <a:lnTo>
                  <a:pt x="481584" y="487680"/>
                </a:lnTo>
                <a:lnTo>
                  <a:pt x="531151" y="487680"/>
                </a:lnTo>
                <a:lnTo>
                  <a:pt x="532257" y="489585"/>
                </a:lnTo>
                <a:lnTo>
                  <a:pt x="535352" y="497300"/>
                </a:lnTo>
                <a:lnTo>
                  <a:pt x="536448" y="504444"/>
                </a:lnTo>
                <a:lnTo>
                  <a:pt x="535852" y="511540"/>
                </a:lnTo>
                <a:lnTo>
                  <a:pt x="533971" y="518922"/>
                </a:lnTo>
                <a:lnTo>
                  <a:pt x="530661" y="526303"/>
                </a:lnTo>
                <a:lnTo>
                  <a:pt x="525780" y="533399"/>
                </a:lnTo>
                <a:lnTo>
                  <a:pt x="516636" y="547116"/>
                </a:lnTo>
                <a:close/>
              </a:path>
            </a:pathLst>
          </a:custGeom>
          <a:solidFill>
            <a:srgbClr val="3333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" name="object 7"/>
          <p:cNvSpPr/>
          <p:nvPr/>
        </p:nvSpPr>
        <p:spPr>
          <a:xfrm>
            <a:off x="1751075" y="2569464"/>
            <a:ext cx="155575" cy="155575"/>
          </a:xfrm>
          <a:custGeom>
            <a:avLst/>
            <a:gdLst/>
            <a:ahLst/>
            <a:cxnLst/>
            <a:rect l="l" t="t" r="r" b="b"/>
            <a:pathLst>
              <a:path w="155575" h="155575">
                <a:moveTo>
                  <a:pt x="155448" y="155447"/>
                </a:moveTo>
                <a:lnTo>
                  <a:pt x="0" y="155447"/>
                </a:lnTo>
                <a:lnTo>
                  <a:pt x="0" y="0"/>
                </a:lnTo>
                <a:lnTo>
                  <a:pt x="155448" y="0"/>
                </a:lnTo>
                <a:lnTo>
                  <a:pt x="155448" y="155447"/>
                </a:lnTo>
                <a:close/>
              </a:path>
            </a:pathLst>
          </a:custGeom>
          <a:solidFill>
            <a:srgbClr val="3333C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2122919" y="2382011"/>
            <a:ext cx="1298575" cy="407034"/>
          </a:xfrm>
          <a:custGeom>
            <a:avLst/>
            <a:gdLst/>
            <a:ahLst/>
            <a:cxnLst/>
            <a:rect l="l" t="t" r="r" b="b"/>
            <a:pathLst>
              <a:path w="1298575" h="407035">
                <a:moveTo>
                  <a:pt x="128016" y="32004"/>
                </a:moveTo>
                <a:lnTo>
                  <a:pt x="96012" y="4572"/>
                </a:lnTo>
                <a:lnTo>
                  <a:pt x="92329" y="13106"/>
                </a:lnTo>
                <a:lnTo>
                  <a:pt x="85915" y="24765"/>
                </a:lnTo>
                <a:lnTo>
                  <a:pt x="52387" y="75323"/>
                </a:lnTo>
                <a:lnTo>
                  <a:pt x="22669" y="111467"/>
                </a:lnTo>
                <a:lnTo>
                  <a:pt x="6096" y="129540"/>
                </a:lnTo>
                <a:lnTo>
                  <a:pt x="9144" y="134112"/>
                </a:lnTo>
                <a:lnTo>
                  <a:pt x="49149" y="102108"/>
                </a:lnTo>
                <a:lnTo>
                  <a:pt x="82296" y="70104"/>
                </a:lnTo>
                <a:lnTo>
                  <a:pt x="95440" y="55803"/>
                </a:lnTo>
                <a:lnTo>
                  <a:pt x="107442" y="44767"/>
                </a:lnTo>
                <a:lnTo>
                  <a:pt x="118300" y="36893"/>
                </a:lnTo>
                <a:lnTo>
                  <a:pt x="128016" y="32004"/>
                </a:lnTo>
                <a:close/>
              </a:path>
              <a:path w="1298575" h="407035">
                <a:moveTo>
                  <a:pt x="146304" y="115824"/>
                </a:moveTo>
                <a:lnTo>
                  <a:pt x="114300" y="88392"/>
                </a:lnTo>
                <a:lnTo>
                  <a:pt x="109423" y="98374"/>
                </a:lnTo>
                <a:lnTo>
                  <a:pt x="103924" y="109728"/>
                </a:lnTo>
                <a:lnTo>
                  <a:pt x="97370" y="122897"/>
                </a:lnTo>
                <a:lnTo>
                  <a:pt x="69342" y="168973"/>
                </a:lnTo>
                <a:lnTo>
                  <a:pt x="44196" y="204216"/>
                </a:lnTo>
                <a:lnTo>
                  <a:pt x="31940" y="221348"/>
                </a:lnTo>
                <a:lnTo>
                  <a:pt x="20383" y="236029"/>
                </a:lnTo>
                <a:lnTo>
                  <a:pt x="9702" y="248158"/>
                </a:lnTo>
                <a:lnTo>
                  <a:pt x="0" y="257556"/>
                </a:lnTo>
                <a:lnTo>
                  <a:pt x="4572" y="263652"/>
                </a:lnTo>
                <a:lnTo>
                  <a:pt x="19672" y="251396"/>
                </a:lnTo>
                <a:lnTo>
                  <a:pt x="35052" y="237553"/>
                </a:lnTo>
                <a:lnTo>
                  <a:pt x="50444" y="222300"/>
                </a:lnTo>
                <a:lnTo>
                  <a:pt x="65532" y="205740"/>
                </a:lnTo>
                <a:lnTo>
                  <a:pt x="65417" y="345186"/>
                </a:lnTo>
                <a:lnTo>
                  <a:pt x="65341" y="349288"/>
                </a:lnTo>
                <a:lnTo>
                  <a:pt x="65214" y="354355"/>
                </a:lnTo>
                <a:lnTo>
                  <a:pt x="64579" y="369189"/>
                </a:lnTo>
                <a:lnTo>
                  <a:pt x="62484" y="406908"/>
                </a:lnTo>
                <a:lnTo>
                  <a:pt x="89916" y="399288"/>
                </a:lnTo>
                <a:lnTo>
                  <a:pt x="89916" y="205740"/>
                </a:lnTo>
                <a:lnTo>
                  <a:pt x="89916" y="179832"/>
                </a:lnTo>
                <a:lnTo>
                  <a:pt x="98475" y="166928"/>
                </a:lnTo>
                <a:lnTo>
                  <a:pt x="118427" y="138264"/>
                </a:lnTo>
                <a:lnTo>
                  <a:pt x="129540" y="121920"/>
                </a:lnTo>
                <a:lnTo>
                  <a:pt x="146304" y="115824"/>
                </a:lnTo>
                <a:close/>
              </a:path>
              <a:path w="1298575" h="407035">
                <a:moveTo>
                  <a:pt x="409956" y="124968"/>
                </a:moveTo>
                <a:lnTo>
                  <a:pt x="401955" y="117348"/>
                </a:lnTo>
                <a:lnTo>
                  <a:pt x="400354" y="115824"/>
                </a:lnTo>
                <a:lnTo>
                  <a:pt x="377952" y="94488"/>
                </a:lnTo>
                <a:lnTo>
                  <a:pt x="356616" y="115824"/>
                </a:lnTo>
                <a:lnTo>
                  <a:pt x="300228" y="115824"/>
                </a:lnTo>
                <a:lnTo>
                  <a:pt x="301752" y="82296"/>
                </a:lnTo>
                <a:lnTo>
                  <a:pt x="315468" y="71628"/>
                </a:lnTo>
                <a:lnTo>
                  <a:pt x="275844" y="54864"/>
                </a:lnTo>
                <a:lnTo>
                  <a:pt x="275844" y="115824"/>
                </a:lnTo>
                <a:lnTo>
                  <a:pt x="182880" y="115824"/>
                </a:lnTo>
                <a:lnTo>
                  <a:pt x="182880" y="57912"/>
                </a:lnTo>
                <a:lnTo>
                  <a:pt x="245821" y="48768"/>
                </a:lnTo>
                <a:lnTo>
                  <a:pt x="340880" y="36106"/>
                </a:lnTo>
                <a:lnTo>
                  <a:pt x="377952" y="33528"/>
                </a:lnTo>
                <a:lnTo>
                  <a:pt x="350520" y="0"/>
                </a:lnTo>
                <a:lnTo>
                  <a:pt x="306324" y="21336"/>
                </a:lnTo>
                <a:lnTo>
                  <a:pt x="259461" y="33337"/>
                </a:lnTo>
                <a:lnTo>
                  <a:pt x="182880" y="48768"/>
                </a:lnTo>
                <a:lnTo>
                  <a:pt x="158496" y="32004"/>
                </a:lnTo>
                <a:lnTo>
                  <a:pt x="158737" y="47155"/>
                </a:lnTo>
                <a:lnTo>
                  <a:pt x="159258" y="65151"/>
                </a:lnTo>
                <a:lnTo>
                  <a:pt x="159689" y="82296"/>
                </a:lnTo>
                <a:lnTo>
                  <a:pt x="159816" y="88392"/>
                </a:lnTo>
                <a:lnTo>
                  <a:pt x="159918" y="98374"/>
                </a:lnTo>
                <a:lnTo>
                  <a:pt x="159816" y="131064"/>
                </a:lnTo>
                <a:lnTo>
                  <a:pt x="158572" y="179832"/>
                </a:lnTo>
                <a:lnTo>
                  <a:pt x="156972" y="227076"/>
                </a:lnTo>
                <a:lnTo>
                  <a:pt x="149352" y="286702"/>
                </a:lnTo>
                <a:lnTo>
                  <a:pt x="137160" y="333756"/>
                </a:lnTo>
                <a:lnTo>
                  <a:pt x="121920" y="372808"/>
                </a:lnTo>
                <a:lnTo>
                  <a:pt x="106680" y="403860"/>
                </a:lnTo>
                <a:lnTo>
                  <a:pt x="111252" y="406908"/>
                </a:lnTo>
                <a:lnTo>
                  <a:pt x="151447" y="345186"/>
                </a:lnTo>
                <a:lnTo>
                  <a:pt x="172212" y="278892"/>
                </a:lnTo>
                <a:lnTo>
                  <a:pt x="181533" y="205740"/>
                </a:lnTo>
                <a:lnTo>
                  <a:pt x="182981" y="167640"/>
                </a:lnTo>
                <a:lnTo>
                  <a:pt x="183095" y="153162"/>
                </a:lnTo>
                <a:lnTo>
                  <a:pt x="182880" y="117348"/>
                </a:lnTo>
                <a:lnTo>
                  <a:pt x="196596" y="131064"/>
                </a:lnTo>
                <a:lnTo>
                  <a:pt x="204863" y="128828"/>
                </a:lnTo>
                <a:lnTo>
                  <a:pt x="213550" y="126873"/>
                </a:lnTo>
                <a:lnTo>
                  <a:pt x="222529" y="125501"/>
                </a:lnTo>
                <a:lnTo>
                  <a:pt x="231648" y="124968"/>
                </a:lnTo>
                <a:lnTo>
                  <a:pt x="275844" y="124968"/>
                </a:lnTo>
                <a:lnTo>
                  <a:pt x="274320" y="181356"/>
                </a:lnTo>
                <a:lnTo>
                  <a:pt x="237744" y="181356"/>
                </a:lnTo>
                <a:lnTo>
                  <a:pt x="213360" y="167640"/>
                </a:lnTo>
                <a:lnTo>
                  <a:pt x="213652" y="186245"/>
                </a:lnTo>
                <a:lnTo>
                  <a:pt x="214122" y="207645"/>
                </a:lnTo>
                <a:lnTo>
                  <a:pt x="214604" y="236029"/>
                </a:lnTo>
                <a:lnTo>
                  <a:pt x="214731" y="251396"/>
                </a:lnTo>
                <a:lnTo>
                  <a:pt x="214807" y="263652"/>
                </a:lnTo>
                <a:lnTo>
                  <a:pt x="214680" y="312610"/>
                </a:lnTo>
                <a:lnTo>
                  <a:pt x="214655" y="317944"/>
                </a:lnTo>
                <a:lnTo>
                  <a:pt x="214122" y="352907"/>
                </a:lnTo>
                <a:lnTo>
                  <a:pt x="213601" y="381952"/>
                </a:lnTo>
                <a:lnTo>
                  <a:pt x="213360" y="405384"/>
                </a:lnTo>
                <a:lnTo>
                  <a:pt x="237744" y="396240"/>
                </a:lnTo>
                <a:lnTo>
                  <a:pt x="237744" y="374904"/>
                </a:lnTo>
                <a:lnTo>
                  <a:pt x="348996" y="374904"/>
                </a:lnTo>
                <a:lnTo>
                  <a:pt x="348996" y="405384"/>
                </a:lnTo>
                <a:lnTo>
                  <a:pt x="374904" y="394716"/>
                </a:lnTo>
                <a:lnTo>
                  <a:pt x="374027" y="381292"/>
                </a:lnTo>
                <a:lnTo>
                  <a:pt x="373837" y="374904"/>
                </a:lnTo>
                <a:lnTo>
                  <a:pt x="373672" y="369189"/>
                </a:lnTo>
                <a:lnTo>
                  <a:pt x="373557" y="364236"/>
                </a:lnTo>
                <a:lnTo>
                  <a:pt x="373456" y="354355"/>
                </a:lnTo>
                <a:lnTo>
                  <a:pt x="373380" y="312420"/>
                </a:lnTo>
                <a:lnTo>
                  <a:pt x="373380" y="301752"/>
                </a:lnTo>
                <a:lnTo>
                  <a:pt x="373380" y="252984"/>
                </a:lnTo>
                <a:lnTo>
                  <a:pt x="373380" y="242316"/>
                </a:lnTo>
                <a:lnTo>
                  <a:pt x="373380" y="195072"/>
                </a:lnTo>
                <a:lnTo>
                  <a:pt x="377444" y="192024"/>
                </a:lnTo>
                <a:lnTo>
                  <a:pt x="385572" y="185928"/>
                </a:lnTo>
                <a:lnTo>
                  <a:pt x="379247" y="181356"/>
                </a:lnTo>
                <a:lnTo>
                  <a:pt x="358140" y="166116"/>
                </a:lnTo>
                <a:lnTo>
                  <a:pt x="348996" y="176276"/>
                </a:lnTo>
                <a:lnTo>
                  <a:pt x="348996" y="192024"/>
                </a:lnTo>
                <a:lnTo>
                  <a:pt x="348996" y="242316"/>
                </a:lnTo>
                <a:lnTo>
                  <a:pt x="348996" y="252984"/>
                </a:lnTo>
                <a:lnTo>
                  <a:pt x="348996" y="301752"/>
                </a:lnTo>
                <a:lnTo>
                  <a:pt x="348996" y="312420"/>
                </a:lnTo>
                <a:lnTo>
                  <a:pt x="348996" y="364236"/>
                </a:lnTo>
                <a:lnTo>
                  <a:pt x="237744" y="364236"/>
                </a:lnTo>
                <a:lnTo>
                  <a:pt x="237744" y="312420"/>
                </a:lnTo>
                <a:lnTo>
                  <a:pt x="348996" y="312420"/>
                </a:lnTo>
                <a:lnTo>
                  <a:pt x="348996" y="301752"/>
                </a:lnTo>
                <a:lnTo>
                  <a:pt x="237744" y="301752"/>
                </a:lnTo>
                <a:lnTo>
                  <a:pt x="237744" y="252984"/>
                </a:lnTo>
                <a:lnTo>
                  <a:pt x="348996" y="252984"/>
                </a:lnTo>
                <a:lnTo>
                  <a:pt x="348996" y="242316"/>
                </a:lnTo>
                <a:lnTo>
                  <a:pt x="237744" y="242316"/>
                </a:lnTo>
                <a:lnTo>
                  <a:pt x="237744" y="192024"/>
                </a:lnTo>
                <a:lnTo>
                  <a:pt x="348996" y="192024"/>
                </a:lnTo>
                <a:lnTo>
                  <a:pt x="348996" y="176276"/>
                </a:lnTo>
                <a:lnTo>
                  <a:pt x="344424" y="181356"/>
                </a:lnTo>
                <a:lnTo>
                  <a:pt x="298704" y="181356"/>
                </a:lnTo>
                <a:lnTo>
                  <a:pt x="300228" y="124968"/>
                </a:lnTo>
                <a:lnTo>
                  <a:pt x="409956" y="124968"/>
                </a:lnTo>
                <a:close/>
              </a:path>
              <a:path w="1298575" h="407035">
                <a:moveTo>
                  <a:pt x="611124" y="47244"/>
                </a:moveTo>
                <a:lnTo>
                  <a:pt x="580644" y="21336"/>
                </a:lnTo>
                <a:lnTo>
                  <a:pt x="560832" y="42672"/>
                </a:lnTo>
                <a:lnTo>
                  <a:pt x="449580" y="42672"/>
                </a:lnTo>
                <a:lnTo>
                  <a:pt x="464820" y="57912"/>
                </a:lnTo>
                <a:lnTo>
                  <a:pt x="474256" y="55676"/>
                </a:lnTo>
                <a:lnTo>
                  <a:pt x="484251" y="53721"/>
                </a:lnTo>
                <a:lnTo>
                  <a:pt x="494830" y="52349"/>
                </a:lnTo>
                <a:lnTo>
                  <a:pt x="505968" y="51816"/>
                </a:lnTo>
                <a:lnTo>
                  <a:pt x="519684" y="51816"/>
                </a:lnTo>
                <a:lnTo>
                  <a:pt x="519684" y="153924"/>
                </a:lnTo>
                <a:lnTo>
                  <a:pt x="455676" y="153924"/>
                </a:lnTo>
                <a:lnTo>
                  <a:pt x="470916" y="169164"/>
                </a:lnTo>
                <a:lnTo>
                  <a:pt x="481228" y="167170"/>
                </a:lnTo>
                <a:lnTo>
                  <a:pt x="491680" y="165735"/>
                </a:lnTo>
                <a:lnTo>
                  <a:pt x="502424" y="164884"/>
                </a:lnTo>
                <a:lnTo>
                  <a:pt x="513588" y="164592"/>
                </a:lnTo>
                <a:lnTo>
                  <a:pt x="519684" y="164592"/>
                </a:lnTo>
                <a:lnTo>
                  <a:pt x="519684" y="272796"/>
                </a:lnTo>
                <a:lnTo>
                  <a:pt x="501167" y="280466"/>
                </a:lnTo>
                <a:lnTo>
                  <a:pt x="482346" y="287274"/>
                </a:lnTo>
                <a:lnTo>
                  <a:pt x="463537" y="292950"/>
                </a:lnTo>
                <a:lnTo>
                  <a:pt x="445008" y="297180"/>
                </a:lnTo>
                <a:lnTo>
                  <a:pt x="464820" y="329184"/>
                </a:lnTo>
                <a:lnTo>
                  <a:pt x="516255" y="296989"/>
                </a:lnTo>
                <a:lnTo>
                  <a:pt x="556552" y="273685"/>
                </a:lnTo>
                <a:lnTo>
                  <a:pt x="606552" y="245364"/>
                </a:lnTo>
                <a:lnTo>
                  <a:pt x="605028" y="239268"/>
                </a:lnTo>
                <a:lnTo>
                  <a:pt x="544068" y="265176"/>
                </a:lnTo>
                <a:lnTo>
                  <a:pt x="544068" y="164592"/>
                </a:lnTo>
                <a:lnTo>
                  <a:pt x="611124" y="164592"/>
                </a:lnTo>
                <a:lnTo>
                  <a:pt x="582168" y="134112"/>
                </a:lnTo>
                <a:lnTo>
                  <a:pt x="563880" y="153924"/>
                </a:lnTo>
                <a:lnTo>
                  <a:pt x="544068" y="153924"/>
                </a:lnTo>
                <a:lnTo>
                  <a:pt x="544068" y="51816"/>
                </a:lnTo>
                <a:lnTo>
                  <a:pt x="544068" y="47244"/>
                </a:lnTo>
                <a:lnTo>
                  <a:pt x="611124" y="47244"/>
                </a:lnTo>
                <a:close/>
              </a:path>
              <a:path w="1298575" h="407035">
                <a:moveTo>
                  <a:pt x="836676" y="259080"/>
                </a:moveTo>
                <a:lnTo>
                  <a:pt x="815340" y="218871"/>
                </a:lnTo>
                <a:lnTo>
                  <a:pt x="776478" y="188531"/>
                </a:lnTo>
                <a:lnTo>
                  <a:pt x="746760" y="167640"/>
                </a:lnTo>
                <a:lnTo>
                  <a:pt x="742188" y="172212"/>
                </a:lnTo>
                <a:lnTo>
                  <a:pt x="759053" y="189915"/>
                </a:lnTo>
                <a:lnTo>
                  <a:pt x="773049" y="206311"/>
                </a:lnTo>
                <a:lnTo>
                  <a:pt x="784199" y="221297"/>
                </a:lnTo>
                <a:lnTo>
                  <a:pt x="792480" y="234696"/>
                </a:lnTo>
                <a:lnTo>
                  <a:pt x="799274" y="247611"/>
                </a:lnTo>
                <a:lnTo>
                  <a:pt x="805624" y="259080"/>
                </a:lnTo>
                <a:lnTo>
                  <a:pt x="811136" y="269417"/>
                </a:lnTo>
                <a:lnTo>
                  <a:pt x="815340" y="278892"/>
                </a:lnTo>
                <a:lnTo>
                  <a:pt x="818388" y="284988"/>
                </a:lnTo>
                <a:lnTo>
                  <a:pt x="821436" y="289560"/>
                </a:lnTo>
                <a:lnTo>
                  <a:pt x="826008" y="289560"/>
                </a:lnTo>
                <a:lnTo>
                  <a:pt x="827532" y="286512"/>
                </a:lnTo>
                <a:lnTo>
                  <a:pt x="832104" y="278892"/>
                </a:lnTo>
                <a:lnTo>
                  <a:pt x="835152" y="272796"/>
                </a:lnTo>
                <a:lnTo>
                  <a:pt x="836676" y="266700"/>
                </a:lnTo>
                <a:lnTo>
                  <a:pt x="836676" y="259080"/>
                </a:lnTo>
                <a:close/>
              </a:path>
              <a:path w="1298575" h="407035">
                <a:moveTo>
                  <a:pt x="850392" y="47244"/>
                </a:moveTo>
                <a:lnTo>
                  <a:pt x="822960" y="13716"/>
                </a:lnTo>
                <a:lnTo>
                  <a:pt x="797052" y="36576"/>
                </a:lnTo>
                <a:lnTo>
                  <a:pt x="606552" y="36576"/>
                </a:lnTo>
                <a:lnTo>
                  <a:pt x="623316" y="51816"/>
                </a:lnTo>
                <a:lnTo>
                  <a:pt x="632752" y="49822"/>
                </a:lnTo>
                <a:lnTo>
                  <a:pt x="642747" y="48387"/>
                </a:lnTo>
                <a:lnTo>
                  <a:pt x="653326" y="47536"/>
                </a:lnTo>
                <a:lnTo>
                  <a:pt x="664464" y="47244"/>
                </a:lnTo>
                <a:lnTo>
                  <a:pt x="713232" y="47244"/>
                </a:lnTo>
                <a:lnTo>
                  <a:pt x="697242" y="95377"/>
                </a:lnTo>
                <a:lnTo>
                  <a:pt x="678243" y="140716"/>
                </a:lnTo>
                <a:lnTo>
                  <a:pt x="656272" y="183261"/>
                </a:lnTo>
                <a:lnTo>
                  <a:pt x="631393" y="223012"/>
                </a:lnTo>
                <a:lnTo>
                  <a:pt x="603631" y="259969"/>
                </a:lnTo>
                <a:lnTo>
                  <a:pt x="573024" y="294132"/>
                </a:lnTo>
                <a:lnTo>
                  <a:pt x="576072" y="300228"/>
                </a:lnTo>
                <a:lnTo>
                  <a:pt x="610362" y="271614"/>
                </a:lnTo>
                <a:lnTo>
                  <a:pt x="642366" y="238125"/>
                </a:lnTo>
                <a:lnTo>
                  <a:pt x="672084" y="199504"/>
                </a:lnTo>
                <a:lnTo>
                  <a:pt x="699516" y="155448"/>
                </a:lnTo>
                <a:lnTo>
                  <a:pt x="699516" y="359664"/>
                </a:lnTo>
                <a:lnTo>
                  <a:pt x="697992" y="402336"/>
                </a:lnTo>
                <a:lnTo>
                  <a:pt x="725424" y="388620"/>
                </a:lnTo>
                <a:lnTo>
                  <a:pt x="724547" y="373532"/>
                </a:lnTo>
                <a:lnTo>
                  <a:pt x="724090" y="355854"/>
                </a:lnTo>
                <a:lnTo>
                  <a:pt x="723925" y="335902"/>
                </a:lnTo>
                <a:lnTo>
                  <a:pt x="723900" y="155448"/>
                </a:lnTo>
                <a:lnTo>
                  <a:pt x="723900" y="153924"/>
                </a:lnTo>
                <a:lnTo>
                  <a:pt x="734568" y="141732"/>
                </a:lnTo>
                <a:lnTo>
                  <a:pt x="711708" y="128016"/>
                </a:lnTo>
                <a:lnTo>
                  <a:pt x="719455" y="108331"/>
                </a:lnTo>
                <a:lnTo>
                  <a:pt x="726757" y="88201"/>
                </a:lnTo>
                <a:lnTo>
                  <a:pt x="733793" y="67805"/>
                </a:lnTo>
                <a:lnTo>
                  <a:pt x="740664" y="47244"/>
                </a:lnTo>
                <a:lnTo>
                  <a:pt x="850392" y="47244"/>
                </a:lnTo>
                <a:close/>
              </a:path>
              <a:path w="1298575" h="407035">
                <a:moveTo>
                  <a:pt x="1030224" y="25908"/>
                </a:moveTo>
                <a:lnTo>
                  <a:pt x="995172" y="0"/>
                </a:lnTo>
                <a:lnTo>
                  <a:pt x="989482" y="13411"/>
                </a:lnTo>
                <a:lnTo>
                  <a:pt x="981646" y="28384"/>
                </a:lnTo>
                <a:lnTo>
                  <a:pt x="960120" y="62484"/>
                </a:lnTo>
                <a:lnTo>
                  <a:pt x="932688" y="100203"/>
                </a:lnTo>
                <a:lnTo>
                  <a:pt x="900684" y="135636"/>
                </a:lnTo>
                <a:lnTo>
                  <a:pt x="903732" y="141732"/>
                </a:lnTo>
                <a:lnTo>
                  <a:pt x="944308" y="107632"/>
                </a:lnTo>
                <a:lnTo>
                  <a:pt x="981456" y="70104"/>
                </a:lnTo>
                <a:lnTo>
                  <a:pt x="996581" y="52057"/>
                </a:lnTo>
                <a:lnTo>
                  <a:pt x="1009840" y="38862"/>
                </a:lnTo>
                <a:lnTo>
                  <a:pt x="1021105" y="30251"/>
                </a:lnTo>
                <a:lnTo>
                  <a:pt x="1030224" y="25908"/>
                </a:lnTo>
                <a:close/>
              </a:path>
              <a:path w="1298575" h="407035">
                <a:moveTo>
                  <a:pt x="1034796" y="132588"/>
                </a:moveTo>
                <a:lnTo>
                  <a:pt x="1001268" y="103632"/>
                </a:lnTo>
                <a:lnTo>
                  <a:pt x="992987" y="122834"/>
                </a:lnTo>
                <a:lnTo>
                  <a:pt x="981837" y="144018"/>
                </a:lnTo>
                <a:lnTo>
                  <a:pt x="950976" y="193548"/>
                </a:lnTo>
                <a:lnTo>
                  <a:pt x="917448" y="240601"/>
                </a:lnTo>
                <a:lnTo>
                  <a:pt x="888492" y="272796"/>
                </a:lnTo>
                <a:lnTo>
                  <a:pt x="891540" y="278892"/>
                </a:lnTo>
                <a:lnTo>
                  <a:pt x="910717" y="263182"/>
                </a:lnTo>
                <a:lnTo>
                  <a:pt x="929449" y="245745"/>
                </a:lnTo>
                <a:lnTo>
                  <a:pt x="947915" y="226606"/>
                </a:lnTo>
                <a:lnTo>
                  <a:pt x="966216" y="205740"/>
                </a:lnTo>
                <a:lnTo>
                  <a:pt x="966203" y="345617"/>
                </a:lnTo>
                <a:lnTo>
                  <a:pt x="966025" y="364998"/>
                </a:lnTo>
                <a:lnTo>
                  <a:pt x="965581" y="385533"/>
                </a:lnTo>
                <a:lnTo>
                  <a:pt x="964692" y="406908"/>
                </a:lnTo>
                <a:lnTo>
                  <a:pt x="990600" y="396240"/>
                </a:lnTo>
                <a:lnTo>
                  <a:pt x="990600" y="205740"/>
                </a:lnTo>
                <a:lnTo>
                  <a:pt x="990600" y="173736"/>
                </a:lnTo>
                <a:lnTo>
                  <a:pt x="1004582" y="157238"/>
                </a:lnTo>
                <a:lnTo>
                  <a:pt x="1016698" y="144589"/>
                </a:lnTo>
                <a:lnTo>
                  <a:pt x="1026820" y="136232"/>
                </a:lnTo>
                <a:lnTo>
                  <a:pt x="1034796" y="132588"/>
                </a:lnTo>
                <a:close/>
              </a:path>
              <a:path w="1298575" h="407035">
                <a:moveTo>
                  <a:pt x="1170432" y="59436"/>
                </a:moveTo>
                <a:lnTo>
                  <a:pt x="1134579" y="21336"/>
                </a:lnTo>
                <a:lnTo>
                  <a:pt x="1112520" y="7620"/>
                </a:lnTo>
                <a:lnTo>
                  <a:pt x="1107948" y="12192"/>
                </a:lnTo>
                <a:lnTo>
                  <a:pt x="1120508" y="29870"/>
                </a:lnTo>
                <a:lnTo>
                  <a:pt x="1130617" y="46101"/>
                </a:lnTo>
                <a:lnTo>
                  <a:pt x="1138174" y="60629"/>
                </a:lnTo>
                <a:lnTo>
                  <a:pt x="1143000" y="73152"/>
                </a:lnTo>
                <a:lnTo>
                  <a:pt x="1144524" y="83820"/>
                </a:lnTo>
                <a:lnTo>
                  <a:pt x="1147572" y="88392"/>
                </a:lnTo>
                <a:lnTo>
                  <a:pt x="1153668" y="88392"/>
                </a:lnTo>
                <a:lnTo>
                  <a:pt x="1162812" y="79248"/>
                </a:lnTo>
                <a:lnTo>
                  <a:pt x="1167384" y="73152"/>
                </a:lnTo>
                <a:lnTo>
                  <a:pt x="1170432" y="67056"/>
                </a:lnTo>
                <a:lnTo>
                  <a:pt x="1170432" y="59436"/>
                </a:lnTo>
                <a:close/>
              </a:path>
              <a:path w="1298575" h="407035">
                <a:moveTo>
                  <a:pt x="1298448" y="377952"/>
                </a:moveTo>
                <a:lnTo>
                  <a:pt x="1264920" y="342900"/>
                </a:lnTo>
                <a:lnTo>
                  <a:pt x="1240536" y="367284"/>
                </a:lnTo>
                <a:lnTo>
                  <a:pt x="1159764" y="367284"/>
                </a:lnTo>
                <a:lnTo>
                  <a:pt x="1159764" y="233172"/>
                </a:lnTo>
                <a:lnTo>
                  <a:pt x="1269492" y="233172"/>
                </a:lnTo>
                <a:lnTo>
                  <a:pt x="1240536" y="204216"/>
                </a:lnTo>
                <a:lnTo>
                  <a:pt x="1220724" y="222504"/>
                </a:lnTo>
                <a:lnTo>
                  <a:pt x="1159764" y="222504"/>
                </a:lnTo>
                <a:lnTo>
                  <a:pt x="1159764" y="112776"/>
                </a:lnTo>
                <a:lnTo>
                  <a:pt x="1280160" y="112776"/>
                </a:lnTo>
                <a:lnTo>
                  <a:pt x="1246632" y="80772"/>
                </a:lnTo>
                <a:lnTo>
                  <a:pt x="1223772" y="103632"/>
                </a:lnTo>
                <a:lnTo>
                  <a:pt x="1033272" y="103632"/>
                </a:lnTo>
                <a:lnTo>
                  <a:pt x="1048512" y="118872"/>
                </a:lnTo>
                <a:lnTo>
                  <a:pt x="1058799" y="116636"/>
                </a:lnTo>
                <a:lnTo>
                  <a:pt x="1069086" y="114681"/>
                </a:lnTo>
                <a:lnTo>
                  <a:pt x="1079373" y="113309"/>
                </a:lnTo>
                <a:lnTo>
                  <a:pt x="1089660" y="112776"/>
                </a:lnTo>
                <a:lnTo>
                  <a:pt x="1135380" y="112776"/>
                </a:lnTo>
                <a:lnTo>
                  <a:pt x="1135380" y="222504"/>
                </a:lnTo>
                <a:lnTo>
                  <a:pt x="1046988" y="222504"/>
                </a:lnTo>
                <a:lnTo>
                  <a:pt x="1062228" y="239268"/>
                </a:lnTo>
                <a:lnTo>
                  <a:pt x="1072540" y="236397"/>
                </a:lnTo>
                <a:lnTo>
                  <a:pt x="1082992" y="234505"/>
                </a:lnTo>
                <a:lnTo>
                  <a:pt x="1093736" y="233489"/>
                </a:lnTo>
                <a:lnTo>
                  <a:pt x="1104900" y="233172"/>
                </a:lnTo>
                <a:lnTo>
                  <a:pt x="1135380" y="233172"/>
                </a:lnTo>
                <a:lnTo>
                  <a:pt x="1135380" y="367284"/>
                </a:lnTo>
                <a:lnTo>
                  <a:pt x="1005840" y="367284"/>
                </a:lnTo>
                <a:lnTo>
                  <a:pt x="1021080" y="382524"/>
                </a:lnTo>
                <a:lnTo>
                  <a:pt x="1030516" y="380530"/>
                </a:lnTo>
                <a:lnTo>
                  <a:pt x="1040511" y="379095"/>
                </a:lnTo>
                <a:lnTo>
                  <a:pt x="1051090" y="378244"/>
                </a:lnTo>
                <a:lnTo>
                  <a:pt x="1062228" y="377952"/>
                </a:lnTo>
                <a:lnTo>
                  <a:pt x="1298448" y="37795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3470147" y="2380488"/>
            <a:ext cx="394970" cy="407034"/>
          </a:xfrm>
          <a:custGeom>
            <a:avLst/>
            <a:gdLst/>
            <a:ahLst/>
            <a:cxnLst/>
            <a:rect l="l" t="t" r="r" b="b"/>
            <a:pathLst>
              <a:path w="394970" h="407035">
                <a:moveTo>
                  <a:pt x="6096" y="149352"/>
                </a:moveTo>
                <a:lnTo>
                  <a:pt x="0" y="144780"/>
                </a:lnTo>
                <a:lnTo>
                  <a:pt x="22812" y="125372"/>
                </a:lnTo>
                <a:lnTo>
                  <a:pt x="43053" y="106108"/>
                </a:lnTo>
                <a:lnTo>
                  <a:pt x="74676" y="68580"/>
                </a:lnTo>
                <a:lnTo>
                  <a:pt x="97726" y="32004"/>
                </a:lnTo>
                <a:lnTo>
                  <a:pt x="112776" y="0"/>
                </a:lnTo>
                <a:lnTo>
                  <a:pt x="147828" y="24384"/>
                </a:lnTo>
                <a:lnTo>
                  <a:pt x="131064" y="32004"/>
                </a:lnTo>
                <a:lnTo>
                  <a:pt x="117348" y="48768"/>
                </a:lnTo>
                <a:lnTo>
                  <a:pt x="365760" y="48768"/>
                </a:lnTo>
                <a:lnTo>
                  <a:pt x="376428" y="59436"/>
                </a:lnTo>
                <a:lnTo>
                  <a:pt x="111252" y="59436"/>
                </a:lnTo>
                <a:lnTo>
                  <a:pt x="84963" y="87415"/>
                </a:lnTo>
                <a:lnTo>
                  <a:pt x="58674" y="111823"/>
                </a:lnTo>
                <a:lnTo>
                  <a:pt x="32385" y="132516"/>
                </a:lnTo>
                <a:lnTo>
                  <a:pt x="6096" y="149352"/>
                </a:lnTo>
                <a:close/>
              </a:path>
              <a:path w="394970" h="407035">
                <a:moveTo>
                  <a:pt x="365760" y="48768"/>
                </a:moveTo>
                <a:lnTo>
                  <a:pt x="316991" y="48768"/>
                </a:lnTo>
                <a:lnTo>
                  <a:pt x="341376" y="24384"/>
                </a:lnTo>
                <a:lnTo>
                  <a:pt x="365760" y="48768"/>
                </a:lnTo>
                <a:close/>
              </a:path>
              <a:path w="394970" h="407035">
                <a:moveTo>
                  <a:pt x="319659" y="97536"/>
                </a:moveTo>
                <a:lnTo>
                  <a:pt x="283464" y="97536"/>
                </a:lnTo>
                <a:lnTo>
                  <a:pt x="298703" y="80772"/>
                </a:lnTo>
                <a:lnTo>
                  <a:pt x="319659" y="97536"/>
                </a:lnTo>
                <a:close/>
              </a:path>
              <a:path w="394970" h="407035">
                <a:moveTo>
                  <a:pt x="92964" y="233172"/>
                </a:moveTo>
                <a:lnTo>
                  <a:pt x="93219" y="213360"/>
                </a:lnTo>
                <a:lnTo>
                  <a:pt x="94249" y="176164"/>
                </a:lnTo>
                <a:lnTo>
                  <a:pt x="94393" y="164592"/>
                </a:lnTo>
                <a:lnTo>
                  <a:pt x="94388" y="149352"/>
                </a:lnTo>
                <a:lnTo>
                  <a:pt x="94249" y="138684"/>
                </a:lnTo>
                <a:lnTo>
                  <a:pt x="93202" y="102108"/>
                </a:lnTo>
                <a:lnTo>
                  <a:pt x="92964" y="83820"/>
                </a:lnTo>
                <a:lnTo>
                  <a:pt x="120396" y="97536"/>
                </a:lnTo>
                <a:lnTo>
                  <a:pt x="319659" y="97536"/>
                </a:lnTo>
                <a:lnTo>
                  <a:pt x="329184" y="105156"/>
                </a:lnTo>
                <a:lnTo>
                  <a:pt x="324104" y="108204"/>
                </a:lnTo>
                <a:lnTo>
                  <a:pt x="120396" y="108204"/>
                </a:lnTo>
                <a:lnTo>
                  <a:pt x="120396" y="149352"/>
                </a:lnTo>
                <a:lnTo>
                  <a:pt x="313944" y="149352"/>
                </a:lnTo>
                <a:lnTo>
                  <a:pt x="313944" y="160020"/>
                </a:lnTo>
                <a:lnTo>
                  <a:pt x="120396" y="160020"/>
                </a:lnTo>
                <a:lnTo>
                  <a:pt x="120396" y="204216"/>
                </a:lnTo>
                <a:lnTo>
                  <a:pt x="314709" y="204216"/>
                </a:lnTo>
                <a:lnTo>
                  <a:pt x="315468" y="213360"/>
                </a:lnTo>
                <a:lnTo>
                  <a:pt x="120396" y="213360"/>
                </a:lnTo>
                <a:lnTo>
                  <a:pt x="120396" y="219456"/>
                </a:lnTo>
                <a:lnTo>
                  <a:pt x="92964" y="233172"/>
                </a:lnTo>
                <a:close/>
              </a:path>
              <a:path w="394970" h="407035">
                <a:moveTo>
                  <a:pt x="313944" y="149352"/>
                </a:moveTo>
                <a:lnTo>
                  <a:pt x="286512" y="149352"/>
                </a:lnTo>
                <a:lnTo>
                  <a:pt x="286512" y="108204"/>
                </a:lnTo>
                <a:lnTo>
                  <a:pt x="324104" y="108204"/>
                </a:lnTo>
                <a:lnTo>
                  <a:pt x="313944" y="114300"/>
                </a:lnTo>
                <a:lnTo>
                  <a:pt x="313944" y="149352"/>
                </a:lnTo>
                <a:close/>
              </a:path>
              <a:path w="394970" h="407035">
                <a:moveTo>
                  <a:pt x="314709" y="204216"/>
                </a:moveTo>
                <a:lnTo>
                  <a:pt x="286512" y="204216"/>
                </a:lnTo>
                <a:lnTo>
                  <a:pt x="286512" y="160020"/>
                </a:lnTo>
                <a:lnTo>
                  <a:pt x="313944" y="160020"/>
                </a:lnTo>
                <a:lnTo>
                  <a:pt x="313967" y="178641"/>
                </a:lnTo>
                <a:lnTo>
                  <a:pt x="314134" y="191262"/>
                </a:lnTo>
                <a:lnTo>
                  <a:pt x="314586" y="202739"/>
                </a:lnTo>
                <a:lnTo>
                  <a:pt x="314709" y="204216"/>
                </a:lnTo>
                <a:close/>
              </a:path>
              <a:path w="394970" h="407035">
                <a:moveTo>
                  <a:pt x="32004" y="345948"/>
                </a:moveTo>
                <a:lnTo>
                  <a:pt x="30480" y="341376"/>
                </a:lnTo>
                <a:lnTo>
                  <a:pt x="64198" y="311086"/>
                </a:lnTo>
                <a:lnTo>
                  <a:pt x="92202" y="279654"/>
                </a:lnTo>
                <a:lnTo>
                  <a:pt x="114490" y="247078"/>
                </a:lnTo>
                <a:lnTo>
                  <a:pt x="131064" y="213360"/>
                </a:lnTo>
                <a:lnTo>
                  <a:pt x="132588" y="213360"/>
                </a:lnTo>
                <a:lnTo>
                  <a:pt x="163068" y="231648"/>
                </a:lnTo>
                <a:lnTo>
                  <a:pt x="149352" y="237744"/>
                </a:lnTo>
                <a:lnTo>
                  <a:pt x="143256" y="246888"/>
                </a:lnTo>
                <a:lnTo>
                  <a:pt x="309372" y="246888"/>
                </a:lnTo>
                <a:lnTo>
                  <a:pt x="320040" y="257556"/>
                </a:lnTo>
                <a:lnTo>
                  <a:pt x="141732" y="257556"/>
                </a:lnTo>
                <a:lnTo>
                  <a:pt x="144249" y="260604"/>
                </a:lnTo>
                <a:lnTo>
                  <a:pt x="132588" y="260604"/>
                </a:lnTo>
                <a:lnTo>
                  <a:pt x="111728" y="284654"/>
                </a:lnTo>
                <a:lnTo>
                  <a:pt x="88011" y="306705"/>
                </a:lnTo>
                <a:lnTo>
                  <a:pt x="61436" y="327040"/>
                </a:lnTo>
                <a:lnTo>
                  <a:pt x="32004" y="345948"/>
                </a:lnTo>
                <a:close/>
              </a:path>
              <a:path w="394970" h="407035">
                <a:moveTo>
                  <a:pt x="286512" y="224028"/>
                </a:moveTo>
                <a:lnTo>
                  <a:pt x="286512" y="213360"/>
                </a:lnTo>
                <a:lnTo>
                  <a:pt x="315468" y="213360"/>
                </a:lnTo>
                <a:lnTo>
                  <a:pt x="286512" y="224028"/>
                </a:lnTo>
                <a:close/>
              </a:path>
              <a:path w="394970" h="407035">
                <a:moveTo>
                  <a:pt x="309372" y="246888"/>
                </a:moveTo>
                <a:lnTo>
                  <a:pt x="278891" y="246888"/>
                </a:lnTo>
                <a:lnTo>
                  <a:pt x="294132" y="231648"/>
                </a:lnTo>
                <a:lnTo>
                  <a:pt x="309372" y="246888"/>
                </a:lnTo>
                <a:close/>
              </a:path>
              <a:path w="394970" h="407035">
                <a:moveTo>
                  <a:pt x="243198" y="320040"/>
                </a:moveTo>
                <a:lnTo>
                  <a:pt x="205740" y="320040"/>
                </a:lnTo>
                <a:lnTo>
                  <a:pt x="222289" y="307705"/>
                </a:lnTo>
                <a:lnTo>
                  <a:pt x="239839" y="293370"/>
                </a:lnTo>
                <a:lnTo>
                  <a:pt x="258246" y="276748"/>
                </a:lnTo>
                <a:lnTo>
                  <a:pt x="277368" y="257556"/>
                </a:lnTo>
                <a:lnTo>
                  <a:pt x="320040" y="257556"/>
                </a:lnTo>
                <a:lnTo>
                  <a:pt x="321564" y="259080"/>
                </a:lnTo>
                <a:lnTo>
                  <a:pt x="304800" y="266699"/>
                </a:lnTo>
                <a:lnTo>
                  <a:pt x="284464" y="285535"/>
                </a:lnTo>
                <a:lnTo>
                  <a:pt x="264414" y="303085"/>
                </a:lnTo>
                <a:lnTo>
                  <a:pt x="244363" y="319206"/>
                </a:lnTo>
                <a:lnTo>
                  <a:pt x="243198" y="320040"/>
                </a:lnTo>
                <a:close/>
              </a:path>
              <a:path w="394970" h="407035">
                <a:moveTo>
                  <a:pt x="1524" y="406908"/>
                </a:moveTo>
                <a:lnTo>
                  <a:pt x="1524" y="400812"/>
                </a:lnTo>
                <a:lnTo>
                  <a:pt x="59293" y="387096"/>
                </a:lnTo>
                <a:lnTo>
                  <a:pt x="109457" y="371046"/>
                </a:lnTo>
                <a:lnTo>
                  <a:pt x="151971" y="352806"/>
                </a:lnTo>
                <a:lnTo>
                  <a:pt x="187452" y="332232"/>
                </a:lnTo>
                <a:lnTo>
                  <a:pt x="172878" y="315682"/>
                </a:lnTo>
                <a:lnTo>
                  <a:pt x="158877" y="298132"/>
                </a:lnTo>
                <a:lnTo>
                  <a:pt x="145398" y="279654"/>
                </a:lnTo>
                <a:lnTo>
                  <a:pt x="132588" y="260604"/>
                </a:lnTo>
                <a:lnTo>
                  <a:pt x="144249" y="260604"/>
                </a:lnTo>
                <a:lnTo>
                  <a:pt x="156876" y="275891"/>
                </a:lnTo>
                <a:lnTo>
                  <a:pt x="172593" y="292227"/>
                </a:lnTo>
                <a:lnTo>
                  <a:pt x="188880" y="306847"/>
                </a:lnTo>
                <a:lnTo>
                  <a:pt x="205740" y="320040"/>
                </a:lnTo>
                <a:lnTo>
                  <a:pt x="243198" y="320040"/>
                </a:lnTo>
                <a:lnTo>
                  <a:pt x="224028" y="333756"/>
                </a:lnTo>
                <a:lnTo>
                  <a:pt x="249539" y="345948"/>
                </a:lnTo>
                <a:lnTo>
                  <a:pt x="207264" y="345948"/>
                </a:lnTo>
                <a:lnTo>
                  <a:pt x="160115" y="369403"/>
                </a:lnTo>
                <a:lnTo>
                  <a:pt x="110109" y="387286"/>
                </a:lnTo>
                <a:lnTo>
                  <a:pt x="57245" y="399740"/>
                </a:lnTo>
                <a:lnTo>
                  <a:pt x="1524" y="406908"/>
                </a:lnTo>
                <a:close/>
              </a:path>
              <a:path w="394970" h="407035">
                <a:moveTo>
                  <a:pt x="364236" y="403860"/>
                </a:moveTo>
                <a:lnTo>
                  <a:pt x="321063" y="396097"/>
                </a:lnTo>
                <a:lnTo>
                  <a:pt x="280606" y="384048"/>
                </a:lnTo>
                <a:lnTo>
                  <a:pt x="242720" y="367426"/>
                </a:lnTo>
                <a:lnTo>
                  <a:pt x="207264" y="345948"/>
                </a:lnTo>
                <a:lnTo>
                  <a:pt x="249539" y="345948"/>
                </a:lnTo>
                <a:lnTo>
                  <a:pt x="261199" y="351520"/>
                </a:lnTo>
                <a:lnTo>
                  <a:pt x="301942" y="363855"/>
                </a:lnTo>
                <a:lnTo>
                  <a:pt x="346400" y="371046"/>
                </a:lnTo>
                <a:lnTo>
                  <a:pt x="394716" y="373380"/>
                </a:lnTo>
                <a:lnTo>
                  <a:pt x="394716" y="381000"/>
                </a:lnTo>
                <a:lnTo>
                  <a:pt x="384381" y="383286"/>
                </a:lnTo>
                <a:lnTo>
                  <a:pt x="376047" y="387858"/>
                </a:lnTo>
                <a:lnTo>
                  <a:pt x="369427" y="394716"/>
                </a:lnTo>
                <a:lnTo>
                  <a:pt x="364236" y="40386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3942540" y="2587751"/>
            <a:ext cx="61594" cy="196850"/>
          </a:xfrm>
          <a:custGeom>
            <a:avLst/>
            <a:gdLst/>
            <a:ahLst/>
            <a:cxnLst/>
            <a:rect l="l" t="t" r="r" b="b"/>
            <a:pathLst>
              <a:path w="61595" h="196850">
                <a:moveTo>
                  <a:pt x="7667" y="196596"/>
                </a:moveTo>
                <a:lnTo>
                  <a:pt x="7667" y="193548"/>
                </a:lnTo>
                <a:lnTo>
                  <a:pt x="9191" y="192024"/>
                </a:lnTo>
                <a:lnTo>
                  <a:pt x="12239" y="190500"/>
                </a:lnTo>
                <a:lnTo>
                  <a:pt x="18335" y="185928"/>
                </a:lnTo>
                <a:lnTo>
                  <a:pt x="36623" y="152400"/>
                </a:lnTo>
                <a:lnTo>
                  <a:pt x="22907" y="152400"/>
                </a:lnTo>
                <a:lnTo>
                  <a:pt x="16811" y="150876"/>
                </a:lnTo>
                <a:lnTo>
                  <a:pt x="7667" y="144780"/>
                </a:lnTo>
                <a:lnTo>
                  <a:pt x="6143" y="140208"/>
                </a:lnTo>
                <a:lnTo>
                  <a:pt x="3095" y="135636"/>
                </a:lnTo>
                <a:lnTo>
                  <a:pt x="3095" y="120396"/>
                </a:lnTo>
                <a:lnTo>
                  <a:pt x="6143" y="115824"/>
                </a:lnTo>
                <a:lnTo>
                  <a:pt x="9191" y="112776"/>
                </a:lnTo>
                <a:lnTo>
                  <a:pt x="10715" y="109728"/>
                </a:lnTo>
                <a:lnTo>
                  <a:pt x="15287" y="106680"/>
                </a:lnTo>
                <a:lnTo>
                  <a:pt x="18335" y="105156"/>
                </a:lnTo>
                <a:lnTo>
                  <a:pt x="22907" y="103632"/>
                </a:lnTo>
                <a:lnTo>
                  <a:pt x="25955" y="102108"/>
                </a:lnTo>
                <a:lnTo>
                  <a:pt x="32051" y="102108"/>
                </a:lnTo>
                <a:lnTo>
                  <a:pt x="41195" y="105156"/>
                </a:lnTo>
                <a:lnTo>
                  <a:pt x="47291" y="106680"/>
                </a:lnTo>
                <a:lnTo>
                  <a:pt x="50339" y="111252"/>
                </a:lnTo>
                <a:lnTo>
                  <a:pt x="54911" y="117348"/>
                </a:lnTo>
                <a:lnTo>
                  <a:pt x="57959" y="123444"/>
                </a:lnTo>
                <a:lnTo>
                  <a:pt x="59483" y="129540"/>
                </a:lnTo>
                <a:lnTo>
                  <a:pt x="59483" y="141732"/>
                </a:lnTo>
                <a:lnTo>
                  <a:pt x="44196" y="177998"/>
                </a:lnTo>
                <a:lnTo>
                  <a:pt x="16811" y="195072"/>
                </a:lnTo>
                <a:lnTo>
                  <a:pt x="10715" y="195072"/>
                </a:lnTo>
                <a:lnTo>
                  <a:pt x="7667" y="196596"/>
                </a:lnTo>
                <a:close/>
              </a:path>
              <a:path w="61595" h="196850">
                <a:moveTo>
                  <a:pt x="35099" y="59436"/>
                </a:moveTo>
                <a:lnTo>
                  <a:pt x="25955" y="59436"/>
                </a:lnTo>
                <a:lnTo>
                  <a:pt x="10715" y="51816"/>
                </a:lnTo>
                <a:lnTo>
                  <a:pt x="5619" y="47815"/>
                </a:lnTo>
                <a:lnTo>
                  <a:pt x="1952" y="42672"/>
                </a:lnTo>
                <a:lnTo>
                  <a:pt x="0" y="36385"/>
                </a:lnTo>
                <a:lnTo>
                  <a:pt x="61" y="18264"/>
                </a:lnTo>
                <a:lnTo>
                  <a:pt x="4619" y="10668"/>
                </a:lnTo>
                <a:lnTo>
                  <a:pt x="10715" y="6096"/>
                </a:lnTo>
                <a:lnTo>
                  <a:pt x="18335" y="1524"/>
                </a:lnTo>
                <a:lnTo>
                  <a:pt x="24431" y="0"/>
                </a:lnTo>
                <a:lnTo>
                  <a:pt x="35099" y="0"/>
                </a:lnTo>
                <a:lnTo>
                  <a:pt x="41195" y="1524"/>
                </a:lnTo>
                <a:lnTo>
                  <a:pt x="48815" y="3048"/>
                </a:lnTo>
                <a:lnTo>
                  <a:pt x="53721" y="6215"/>
                </a:lnTo>
                <a:lnTo>
                  <a:pt x="57197" y="11239"/>
                </a:lnTo>
                <a:lnTo>
                  <a:pt x="59535" y="18288"/>
                </a:lnTo>
                <a:lnTo>
                  <a:pt x="61007" y="27432"/>
                </a:lnTo>
                <a:lnTo>
                  <a:pt x="60388" y="35980"/>
                </a:lnTo>
                <a:lnTo>
                  <a:pt x="58340" y="43243"/>
                </a:lnTo>
                <a:lnTo>
                  <a:pt x="54578" y="49077"/>
                </a:lnTo>
                <a:lnTo>
                  <a:pt x="48815" y="53340"/>
                </a:lnTo>
                <a:lnTo>
                  <a:pt x="41195" y="56388"/>
                </a:lnTo>
                <a:lnTo>
                  <a:pt x="35099" y="5943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4352544" y="2380487"/>
            <a:ext cx="835660" cy="408940"/>
          </a:xfrm>
          <a:custGeom>
            <a:avLst/>
            <a:gdLst/>
            <a:ahLst/>
            <a:cxnLst/>
            <a:rect l="l" t="t" r="r" b="b"/>
            <a:pathLst>
              <a:path w="835660" h="408939">
                <a:moveTo>
                  <a:pt x="336804" y="21336"/>
                </a:moveTo>
                <a:lnTo>
                  <a:pt x="334619" y="19812"/>
                </a:lnTo>
                <a:lnTo>
                  <a:pt x="306324" y="0"/>
                </a:lnTo>
                <a:lnTo>
                  <a:pt x="298704" y="12382"/>
                </a:lnTo>
                <a:lnTo>
                  <a:pt x="298704" y="28956"/>
                </a:lnTo>
                <a:lnTo>
                  <a:pt x="298704" y="68580"/>
                </a:lnTo>
                <a:lnTo>
                  <a:pt x="298704" y="77724"/>
                </a:lnTo>
                <a:lnTo>
                  <a:pt x="298704" y="117348"/>
                </a:lnTo>
                <a:lnTo>
                  <a:pt x="109728" y="117348"/>
                </a:lnTo>
                <a:lnTo>
                  <a:pt x="109728" y="77724"/>
                </a:lnTo>
                <a:lnTo>
                  <a:pt x="298704" y="77724"/>
                </a:lnTo>
                <a:lnTo>
                  <a:pt x="298704" y="68580"/>
                </a:lnTo>
                <a:lnTo>
                  <a:pt x="109728" y="68580"/>
                </a:lnTo>
                <a:lnTo>
                  <a:pt x="109728" y="28956"/>
                </a:lnTo>
                <a:lnTo>
                  <a:pt x="298704" y="28956"/>
                </a:lnTo>
                <a:lnTo>
                  <a:pt x="298704" y="12382"/>
                </a:lnTo>
                <a:lnTo>
                  <a:pt x="294132" y="19812"/>
                </a:lnTo>
                <a:lnTo>
                  <a:pt x="109728" y="19812"/>
                </a:lnTo>
                <a:lnTo>
                  <a:pt x="83820" y="6096"/>
                </a:lnTo>
                <a:lnTo>
                  <a:pt x="84696" y="22656"/>
                </a:lnTo>
                <a:lnTo>
                  <a:pt x="85153" y="40195"/>
                </a:lnTo>
                <a:lnTo>
                  <a:pt x="85318" y="58610"/>
                </a:lnTo>
                <a:lnTo>
                  <a:pt x="85280" y="101155"/>
                </a:lnTo>
                <a:lnTo>
                  <a:pt x="85153" y="115252"/>
                </a:lnTo>
                <a:lnTo>
                  <a:pt x="84696" y="132803"/>
                </a:lnTo>
                <a:lnTo>
                  <a:pt x="83820" y="149352"/>
                </a:lnTo>
                <a:lnTo>
                  <a:pt x="109728" y="141732"/>
                </a:lnTo>
                <a:lnTo>
                  <a:pt x="109728" y="126492"/>
                </a:lnTo>
                <a:lnTo>
                  <a:pt x="298704" y="126492"/>
                </a:lnTo>
                <a:lnTo>
                  <a:pt x="298704" y="147828"/>
                </a:lnTo>
                <a:lnTo>
                  <a:pt x="324612" y="135636"/>
                </a:lnTo>
                <a:lnTo>
                  <a:pt x="323989" y="126492"/>
                </a:lnTo>
                <a:lnTo>
                  <a:pt x="323723" y="122478"/>
                </a:lnTo>
                <a:lnTo>
                  <a:pt x="323621" y="117348"/>
                </a:lnTo>
                <a:lnTo>
                  <a:pt x="323278" y="101155"/>
                </a:lnTo>
                <a:lnTo>
                  <a:pt x="323138" y="77724"/>
                </a:lnTo>
                <a:lnTo>
                  <a:pt x="323100" y="68580"/>
                </a:lnTo>
                <a:lnTo>
                  <a:pt x="323088" y="33528"/>
                </a:lnTo>
                <a:lnTo>
                  <a:pt x="328231" y="28956"/>
                </a:lnTo>
                <a:lnTo>
                  <a:pt x="336804" y="21336"/>
                </a:lnTo>
                <a:close/>
              </a:path>
              <a:path w="835660" h="408939">
                <a:moveTo>
                  <a:pt x="399288" y="173736"/>
                </a:moveTo>
                <a:lnTo>
                  <a:pt x="361188" y="135636"/>
                </a:lnTo>
                <a:lnTo>
                  <a:pt x="332232" y="163068"/>
                </a:lnTo>
                <a:lnTo>
                  <a:pt x="167640" y="163068"/>
                </a:lnTo>
                <a:lnTo>
                  <a:pt x="167640" y="313944"/>
                </a:lnTo>
                <a:lnTo>
                  <a:pt x="85344" y="327660"/>
                </a:lnTo>
                <a:lnTo>
                  <a:pt x="85344" y="271272"/>
                </a:lnTo>
                <a:lnTo>
                  <a:pt x="167640" y="271272"/>
                </a:lnTo>
                <a:lnTo>
                  <a:pt x="167640" y="260604"/>
                </a:lnTo>
                <a:lnTo>
                  <a:pt x="85344" y="260604"/>
                </a:lnTo>
                <a:lnTo>
                  <a:pt x="85344" y="220980"/>
                </a:lnTo>
                <a:lnTo>
                  <a:pt x="167640" y="220980"/>
                </a:lnTo>
                <a:lnTo>
                  <a:pt x="167640" y="210312"/>
                </a:lnTo>
                <a:lnTo>
                  <a:pt x="85344" y="210312"/>
                </a:lnTo>
                <a:lnTo>
                  <a:pt x="85344" y="173736"/>
                </a:lnTo>
                <a:lnTo>
                  <a:pt x="167640" y="173736"/>
                </a:lnTo>
                <a:lnTo>
                  <a:pt x="167640" y="163068"/>
                </a:lnTo>
                <a:lnTo>
                  <a:pt x="0" y="163068"/>
                </a:lnTo>
                <a:lnTo>
                  <a:pt x="15240" y="178308"/>
                </a:lnTo>
                <a:lnTo>
                  <a:pt x="36576" y="173736"/>
                </a:lnTo>
                <a:lnTo>
                  <a:pt x="60960" y="173736"/>
                </a:lnTo>
                <a:lnTo>
                  <a:pt x="60960" y="332232"/>
                </a:lnTo>
                <a:lnTo>
                  <a:pt x="30480" y="336804"/>
                </a:lnTo>
                <a:lnTo>
                  <a:pt x="16802" y="339090"/>
                </a:lnTo>
                <a:lnTo>
                  <a:pt x="4572" y="341376"/>
                </a:lnTo>
                <a:lnTo>
                  <a:pt x="24384" y="373380"/>
                </a:lnTo>
                <a:lnTo>
                  <a:pt x="27546" y="369951"/>
                </a:lnTo>
                <a:lnTo>
                  <a:pt x="32575" y="366522"/>
                </a:lnTo>
                <a:lnTo>
                  <a:pt x="89344" y="347091"/>
                </a:lnTo>
                <a:lnTo>
                  <a:pt x="167640" y="327660"/>
                </a:lnTo>
                <a:lnTo>
                  <a:pt x="167640" y="408432"/>
                </a:lnTo>
                <a:lnTo>
                  <a:pt x="190500" y="394716"/>
                </a:lnTo>
                <a:lnTo>
                  <a:pt x="190500" y="320040"/>
                </a:lnTo>
                <a:lnTo>
                  <a:pt x="231952" y="307848"/>
                </a:lnTo>
                <a:lnTo>
                  <a:pt x="242316" y="304800"/>
                </a:lnTo>
                <a:lnTo>
                  <a:pt x="240792" y="297180"/>
                </a:lnTo>
                <a:lnTo>
                  <a:pt x="190500" y="307848"/>
                </a:lnTo>
                <a:lnTo>
                  <a:pt x="190500" y="271272"/>
                </a:lnTo>
                <a:lnTo>
                  <a:pt x="190500" y="260604"/>
                </a:lnTo>
                <a:lnTo>
                  <a:pt x="190500" y="220980"/>
                </a:lnTo>
                <a:lnTo>
                  <a:pt x="190500" y="210312"/>
                </a:lnTo>
                <a:lnTo>
                  <a:pt x="190500" y="173736"/>
                </a:lnTo>
                <a:lnTo>
                  <a:pt x="399288" y="173736"/>
                </a:lnTo>
                <a:close/>
              </a:path>
              <a:path w="835660" h="408939">
                <a:moveTo>
                  <a:pt x="400812" y="368808"/>
                </a:moveTo>
                <a:lnTo>
                  <a:pt x="361378" y="361530"/>
                </a:lnTo>
                <a:lnTo>
                  <a:pt x="327850" y="342328"/>
                </a:lnTo>
                <a:lnTo>
                  <a:pt x="318833" y="335280"/>
                </a:lnTo>
                <a:lnTo>
                  <a:pt x="315150" y="332409"/>
                </a:lnTo>
                <a:lnTo>
                  <a:pt x="301752" y="320040"/>
                </a:lnTo>
                <a:lnTo>
                  <a:pt x="312407" y="304800"/>
                </a:lnTo>
                <a:lnTo>
                  <a:pt x="316318" y="299212"/>
                </a:lnTo>
                <a:lnTo>
                  <a:pt x="330327" y="275653"/>
                </a:lnTo>
                <a:lnTo>
                  <a:pt x="343750" y="249542"/>
                </a:lnTo>
                <a:lnTo>
                  <a:pt x="356616" y="220980"/>
                </a:lnTo>
                <a:lnTo>
                  <a:pt x="364998" y="216408"/>
                </a:lnTo>
                <a:lnTo>
                  <a:pt x="373380" y="211836"/>
                </a:lnTo>
                <a:lnTo>
                  <a:pt x="344424" y="187452"/>
                </a:lnTo>
                <a:lnTo>
                  <a:pt x="332232" y="203708"/>
                </a:lnTo>
                <a:lnTo>
                  <a:pt x="332232" y="216408"/>
                </a:lnTo>
                <a:lnTo>
                  <a:pt x="328269" y="227609"/>
                </a:lnTo>
                <a:lnTo>
                  <a:pt x="323469" y="238506"/>
                </a:lnTo>
                <a:lnTo>
                  <a:pt x="318084" y="249415"/>
                </a:lnTo>
                <a:lnTo>
                  <a:pt x="312420" y="260604"/>
                </a:lnTo>
                <a:lnTo>
                  <a:pt x="306679" y="272021"/>
                </a:lnTo>
                <a:lnTo>
                  <a:pt x="300799" y="283273"/>
                </a:lnTo>
                <a:lnTo>
                  <a:pt x="294627" y="294259"/>
                </a:lnTo>
                <a:lnTo>
                  <a:pt x="288036" y="304800"/>
                </a:lnTo>
                <a:lnTo>
                  <a:pt x="281190" y="296252"/>
                </a:lnTo>
                <a:lnTo>
                  <a:pt x="255816" y="252628"/>
                </a:lnTo>
                <a:lnTo>
                  <a:pt x="242316" y="216408"/>
                </a:lnTo>
                <a:lnTo>
                  <a:pt x="332232" y="216408"/>
                </a:lnTo>
                <a:lnTo>
                  <a:pt x="332232" y="203708"/>
                </a:lnTo>
                <a:lnTo>
                  <a:pt x="330708" y="205740"/>
                </a:lnTo>
                <a:lnTo>
                  <a:pt x="196596" y="205740"/>
                </a:lnTo>
                <a:lnTo>
                  <a:pt x="211836" y="219456"/>
                </a:lnTo>
                <a:lnTo>
                  <a:pt x="233172" y="216408"/>
                </a:lnTo>
                <a:lnTo>
                  <a:pt x="236855" y="231228"/>
                </a:lnTo>
                <a:lnTo>
                  <a:pt x="240982" y="245745"/>
                </a:lnTo>
                <a:lnTo>
                  <a:pt x="255054" y="285356"/>
                </a:lnTo>
                <a:lnTo>
                  <a:pt x="275844" y="321564"/>
                </a:lnTo>
                <a:lnTo>
                  <a:pt x="257568" y="341833"/>
                </a:lnTo>
                <a:lnTo>
                  <a:pt x="237172" y="361378"/>
                </a:lnTo>
                <a:lnTo>
                  <a:pt x="214757" y="380072"/>
                </a:lnTo>
                <a:lnTo>
                  <a:pt x="190500" y="397764"/>
                </a:lnTo>
                <a:lnTo>
                  <a:pt x="195072" y="403860"/>
                </a:lnTo>
                <a:lnTo>
                  <a:pt x="222453" y="386930"/>
                </a:lnTo>
                <a:lnTo>
                  <a:pt x="247269" y="370141"/>
                </a:lnTo>
                <a:lnTo>
                  <a:pt x="269214" y="353072"/>
                </a:lnTo>
                <a:lnTo>
                  <a:pt x="288036" y="335280"/>
                </a:lnTo>
                <a:lnTo>
                  <a:pt x="298297" y="346163"/>
                </a:lnTo>
                <a:lnTo>
                  <a:pt x="327660" y="373380"/>
                </a:lnTo>
                <a:lnTo>
                  <a:pt x="365760" y="396240"/>
                </a:lnTo>
                <a:lnTo>
                  <a:pt x="370586" y="388861"/>
                </a:lnTo>
                <a:lnTo>
                  <a:pt x="378142" y="382905"/>
                </a:lnTo>
                <a:lnTo>
                  <a:pt x="388251" y="378675"/>
                </a:lnTo>
                <a:lnTo>
                  <a:pt x="400812" y="376428"/>
                </a:lnTo>
                <a:lnTo>
                  <a:pt x="400812" y="368808"/>
                </a:lnTo>
                <a:close/>
              </a:path>
              <a:path w="835660" h="408939">
                <a:moveTo>
                  <a:pt x="800087" y="230124"/>
                </a:moveTo>
                <a:lnTo>
                  <a:pt x="792467" y="222504"/>
                </a:lnTo>
                <a:lnTo>
                  <a:pt x="775703" y="205740"/>
                </a:lnTo>
                <a:lnTo>
                  <a:pt x="761987" y="219456"/>
                </a:lnTo>
                <a:lnTo>
                  <a:pt x="761987" y="233172"/>
                </a:lnTo>
                <a:lnTo>
                  <a:pt x="761987" y="344424"/>
                </a:lnTo>
                <a:lnTo>
                  <a:pt x="605015" y="344424"/>
                </a:lnTo>
                <a:lnTo>
                  <a:pt x="605015" y="233172"/>
                </a:lnTo>
                <a:lnTo>
                  <a:pt x="761987" y="233172"/>
                </a:lnTo>
                <a:lnTo>
                  <a:pt x="761987" y="219456"/>
                </a:lnTo>
                <a:lnTo>
                  <a:pt x="758939" y="222504"/>
                </a:lnTo>
                <a:lnTo>
                  <a:pt x="609587" y="222504"/>
                </a:lnTo>
                <a:lnTo>
                  <a:pt x="579107" y="207264"/>
                </a:lnTo>
                <a:lnTo>
                  <a:pt x="579996" y="227584"/>
                </a:lnTo>
                <a:lnTo>
                  <a:pt x="580440" y="249745"/>
                </a:lnTo>
                <a:lnTo>
                  <a:pt x="580605" y="273304"/>
                </a:lnTo>
                <a:lnTo>
                  <a:pt x="580555" y="329184"/>
                </a:lnTo>
                <a:lnTo>
                  <a:pt x="580250" y="351472"/>
                </a:lnTo>
                <a:lnTo>
                  <a:pt x="579348" y="374167"/>
                </a:lnTo>
                <a:lnTo>
                  <a:pt x="577583" y="394716"/>
                </a:lnTo>
                <a:lnTo>
                  <a:pt x="605015" y="382524"/>
                </a:lnTo>
                <a:lnTo>
                  <a:pt x="605015" y="355092"/>
                </a:lnTo>
                <a:lnTo>
                  <a:pt x="761987" y="355092"/>
                </a:lnTo>
                <a:lnTo>
                  <a:pt x="761987" y="385572"/>
                </a:lnTo>
                <a:lnTo>
                  <a:pt x="787895" y="376428"/>
                </a:lnTo>
                <a:lnTo>
                  <a:pt x="787019" y="364985"/>
                </a:lnTo>
                <a:lnTo>
                  <a:pt x="786638" y="355092"/>
                </a:lnTo>
                <a:lnTo>
                  <a:pt x="786561" y="353377"/>
                </a:lnTo>
                <a:lnTo>
                  <a:pt x="786447" y="344424"/>
                </a:lnTo>
                <a:lnTo>
                  <a:pt x="786371" y="240792"/>
                </a:lnTo>
                <a:lnTo>
                  <a:pt x="796175" y="233172"/>
                </a:lnTo>
                <a:lnTo>
                  <a:pt x="800087" y="230124"/>
                </a:lnTo>
                <a:close/>
              </a:path>
              <a:path w="835660" h="408939">
                <a:moveTo>
                  <a:pt x="835139" y="149352"/>
                </a:moveTo>
                <a:lnTo>
                  <a:pt x="824979" y="138684"/>
                </a:lnTo>
                <a:lnTo>
                  <a:pt x="804659" y="117348"/>
                </a:lnTo>
                <a:lnTo>
                  <a:pt x="781799" y="138684"/>
                </a:lnTo>
                <a:lnTo>
                  <a:pt x="539483" y="138684"/>
                </a:lnTo>
                <a:lnTo>
                  <a:pt x="539483" y="68580"/>
                </a:lnTo>
                <a:lnTo>
                  <a:pt x="584403" y="64871"/>
                </a:lnTo>
                <a:lnTo>
                  <a:pt x="627875" y="60579"/>
                </a:lnTo>
                <a:lnTo>
                  <a:pt x="651129" y="57912"/>
                </a:lnTo>
                <a:lnTo>
                  <a:pt x="670217" y="55727"/>
                </a:lnTo>
                <a:lnTo>
                  <a:pt x="711695" y="50292"/>
                </a:lnTo>
                <a:lnTo>
                  <a:pt x="748233" y="46291"/>
                </a:lnTo>
                <a:lnTo>
                  <a:pt x="777608" y="43434"/>
                </a:lnTo>
                <a:lnTo>
                  <a:pt x="799566" y="41719"/>
                </a:lnTo>
                <a:lnTo>
                  <a:pt x="813803" y="41148"/>
                </a:lnTo>
                <a:lnTo>
                  <a:pt x="789419" y="9144"/>
                </a:lnTo>
                <a:lnTo>
                  <a:pt x="734136" y="28219"/>
                </a:lnTo>
                <a:lnTo>
                  <a:pt x="670026" y="41630"/>
                </a:lnTo>
                <a:lnTo>
                  <a:pt x="631685" y="47625"/>
                </a:lnTo>
                <a:lnTo>
                  <a:pt x="588784" y="53060"/>
                </a:lnTo>
                <a:lnTo>
                  <a:pt x="541007" y="57912"/>
                </a:lnTo>
                <a:lnTo>
                  <a:pt x="513575" y="39624"/>
                </a:lnTo>
                <a:lnTo>
                  <a:pt x="514438" y="75920"/>
                </a:lnTo>
                <a:lnTo>
                  <a:pt x="514718" y="111633"/>
                </a:lnTo>
                <a:lnTo>
                  <a:pt x="514438" y="146786"/>
                </a:lnTo>
                <a:lnTo>
                  <a:pt x="513575" y="181356"/>
                </a:lnTo>
                <a:lnTo>
                  <a:pt x="510146" y="245173"/>
                </a:lnTo>
                <a:lnTo>
                  <a:pt x="499859" y="298704"/>
                </a:lnTo>
                <a:lnTo>
                  <a:pt x="479666" y="349377"/>
                </a:lnTo>
                <a:lnTo>
                  <a:pt x="443471" y="402336"/>
                </a:lnTo>
                <a:lnTo>
                  <a:pt x="449567" y="406908"/>
                </a:lnTo>
                <a:lnTo>
                  <a:pt x="490143" y="360997"/>
                </a:lnTo>
                <a:lnTo>
                  <a:pt x="518147" y="309372"/>
                </a:lnTo>
                <a:lnTo>
                  <a:pt x="535101" y="241935"/>
                </a:lnTo>
                <a:lnTo>
                  <a:pt x="538937" y="198793"/>
                </a:lnTo>
                <a:lnTo>
                  <a:pt x="539483" y="149352"/>
                </a:lnTo>
                <a:lnTo>
                  <a:pt x="835139" y="14935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pic>
        <p:nvPicPr>
          <p:cNvPr id="12" name="object 12"/>
          <p:cNvPicPr/>
          <p:nvPr/>
        </p:nvPicPr>
        <p:blipFill>
          <a:blip r:embed="rId4" cstate="print"/>
          <a:stretch>
            <a:fillRect/>
          </a:stretch>
        </p:blipFill>
        <p:spPr>
          <a:xfrm>
            <a:off x="5274564" y="2642044"/>
            <a:ext cx="70104" cy="119443"/>
          </a:xfrm>
          <a:prstGeom prst="rect">
            <a:avLst/>
          </a:prstGeom>
        </p:spPr>
      </p:pic>
      <p:sp>
        <p:nvSpPr>
          <p:cNvPr id="13" name="object 13"/>
          <p:cNvSpPr/>
          <p:nvPr/>
        </p:nvSpPr>
        <p:spPr>
          <a:xfrm>
            <a:off x="5710428" y="2383536"/>
            <a:ext cx="358140" cy="401320"/>
          </a:xfrm>
          <a:custGeom>
            <a:avLst/>
            <a:gdLst/>
            <a:ahLst/>
            <a:cxnLst/>
            <a:rect l="l" t="t" r="r" b="b"/>
            <a:pathLst>
              <a:path w="358139" h="401319">
                <a:moveTo>
                  <a:pt x="187451" y="156972"/>
                </a:moveTo>
                <a:lnTo>
                  <a:pt x="163068" y="156972"/>
                </a:lnTo>
                <a:lnTo>
                  <a:pt x="163017" y="52197"/>
                </a:lnTo>
                <a:lnTo>
                  <a:pt x="162894" y="36576"/>
                </a:lnTo>
                <a:lnTo>
                  <a:pt x="162779" y="30480"/>
                </a:lnTo>
                <a:lnTo>
                  <a:pt x="162425" y="16025"/>
                </a:lnTo>
                <a:lnTo>
                  <a:pt x="161544" y="0"/>
                </a:lnTo>
                <a:lnTo>
                  <a:pt x="207263" y="21336"/>
                </a:lnTo>
                <a:lnTo>
                  <a:pt x="187451" y="36576"/>
                </a:lnTo>
                <a:lnTo>
                  <a:pt x="187451" y="156972"/>
                </a:lnTo>
                <a:close/>
              </a:path>
              <a:path w="358139" h="401319">
                <a:moveTo>
                  <a:pt x="224027" y="140208"/>
                </a:moveTo>
                <a:lnTo>
                  <a:pt x="219456" y="134112"/>
                </a:lnTo>
                <a:lnTo>
                  <a:pt x="228861" y="122348"/>
                </a:lnTo>
                <a:lnTo>
                  <a:pt x="238696" y="109728"/>
                </a:lnTo>
                <a:lnTo>
                  <a:pt x="267628" y="65627"/>
                </a:lnTo>
                <a:lnTo>
                  <a:pt x="284988" y="30480"/>
                </a:lnTo>
                <a:lnTo>
                  <a:pt x="321564" y="57912"/>
                </a:lnTo>
                <a:lnTo>
                  <a:pt x="311872" y="63388"/>
                </a:lnTo>
                <a:lnTo>
                  <a:pt x="301180" y="70866"/>
                </a:lnTo>
                <a:lnTo>
                  <a:pt x="289631" y="80629"/>
                </a:lnTo>
                <a:lnTo>
                  <a:pt x="277368" y="92964"/>
                </a:lnTo>
                <a:lnTo>
                  <a:pt x="263032" y="105489"/>
                </a:lnTo>
                <a:lnTo>
                  <a:pt x="236648" y="129397"/>
                </a:lnTo>
                <a:lnTo>
                  <a:pt x="224027" y="140208"/>
                </a:lnTo>
                <a:close/>
              </a:path>
              <a:path w="358139" h="401319">
                <a:moveTo>
                  <a:pt x="89892" y="124610"/>
                </a:moveTo>
                <a:lnTo>
                  <a:pt x="85153" y="121348"/>
                </a:lnTo>
                <a:lnTo>
                  <a:pt x="80129" y="113799"/>
                </a:lnTo>
                <a:lnTo>
                  <a:pt x="74676" y="102108"/>
                </a:lnTo>
                <a:lnTo>
                  <a:pt x="67246" y="88106"/>
                </a:lnTo>
                <a:lnTo>
                  <a:pt x="56388" y="73533"/>
                </a:lnTo>
                <a:lnTo>
                  <a:pt x="42100" y="58388"/>
                </a:lnTo>
                <a:lnTo>
                  <a:pt x="24384" y="42672"/>
                </a:lnTo>
                <a:lnTo>
                  <a:pt x="27432" y="36576"/>
                </a:lnTo>
                <a:lnTo>
                  <a:pt x="69532" y="57912"/>
                </a:lnTo>
                <a:lnTo>
                  <a:pt x="101107" y="82653"/>
                </a:lnTo>
                <a:lnTo>
                  <a:pt x="106918" y="98036"/>
                </a:lnTo>
                <a:lnTo>
                  <a:pt x="106680" y="105156"/>
                </a:lnTo>
                <a:lnTo>
                  <a:pt x="105156" y="114300"/>
                </a:lnTo>
                <a:lnTo>
                  <a:pt x="102108" y="120396"/>
                </a:lnTo>
                <a:lnTo>
                  <a:pt x="94488" y="123444"/>
                </a:lnTo>
                <a:lnTo>
                  <a:pt x="89892" y="124610"/>
                </a:lnTo>
                <a:close/>
              </a:path>
              <a:path w="358139" h="401319">
                <a:moveTo>
                  <a:pt x="25908" y="172212"/>
                </a:moveTo>
                <a:lnTo>
                  <a:pt x="10668" y="156972"/>
                </a:lnTo>
                <a:lnTo>
                  <a:pt x="313944" y="156972"/>
                </a:lnTo>
                <a:lnTo>
                  <a:pt x="329184" y="138684"/>
                </a:lnTo>
                <a:lnTo>
                  <a:pt x="358140" y="163068"/>
                </a:lnTo>
                <a:lnTo>
                  <a:pt x="352425" y="167640"/>
                </a:lnTo>
                <a:lnTo>
                  <a:pt x="68580" y="167640"/>
                </a:lnTo>
                <a:lnTo>
                  <a:pt x="57411" y="167925"/>
                </a:lnTo>
                <a:lnTo>
                  <a:pt x="46672" y="168783"/>
                </a:lnTo>
                <a:lnTo>
                  <a:pt x="36218" y="170211"/>
                </a:lnTo>
                <a:lnTo>
                  <a:pt x="25908" y="172212"/>
                </a:lnTo>
                <a:close/>
              </a:path>
              <a:path w="358139" h="401319">
                <a:moveTo>
                  <a:pt x="48768" y="269748"/>
                </a:moveTo>
                <a:lnTo>
                  <a:pt x="33528" y="254507"/>
                </a:lnTo>
                <a:lnTo>
                  <a:pt x="316992" y="254507"/>
                </a:lnTo>
                <a:lnTo>
                  <a:pt x="316992" y="167640"/>
                </a:lnTo>
                <a:lnTo>
                  <a:pt x="352425" y="167640"/>
                </a:lnTo>
                <a:lnTo>
                  <a:pt x="342900" y="175260"/>
                </a:lnTo>
                <a:lnTo>
                  <a:pt x="342900" y="265176"/>
                </a:lnTo>
                <a:lnTo>
                  <a:pt x="89916" y="265176"/>
                </a:lnTo>
                <a:lnTo>
                  <a:pt x="79414" y="265461"/>
                </a:lnTo>
                <a:lnTo>
                  <a:pt x="68770" y="266319"/>
                </a:lnTo>
                <a:lnTo>
                  <a:pt x="58412" y="267747"/>
                </a:lnTo>
                <a:lnTo>
                  <a:pt x="48768" y="269748"/>
                </a:lnTo>
                <a:close/>
              </a:path>
              <a:path w="358139" h="401319">
                <a:moveTo>
                  <a:pt x="15240" y="373380"/>
                </a:moveTo>
                <a:lnTo>
                  <a:pt x="0" y="356615"/>
                </a:lnTo>
                <a:lnTo>
                  <a:pt x="316992" y="356615"/>
                </a:lnTo>
                <a:lnTo>
                  <a:pt x="316992" y="265176"/>
                </a:lnTo>
                <a:lnTo>
                  <a:pt x="342900" y="265176"/>
                </a:lnTo>
                <a:lnTo>
                  <a:pt x="342923" y="329064"/>
                </a:lnTo>
                <a:lnTo>
                  <a:pt x="343090" y="349567"/>
                </a:lnTo>
                <a:lnTo>
                  <a:pt x="343486" y="367284"/>
                </a:lnTo>
                <a:lnTo>
                  <a:pt x="57912" y="367284"/>
                </a:lnTo>
                <a:lnTo>
                  <a:pt x="46743" y="367593"/>
                </a:lnTo>
                <a:lnTo>
                  <a:pt x="36004" y="368617"/>
                </a:lnTo>
                <a:lnTo>
                  <a:pt x="25550" y="370498"/>
                </a:lnTo>
                <a:lnTo>
                  <a:pt x="15240" y="373380"/>
                </a:lnTo>
                <a:close/>
              </a:path>
              <a:path w="358139" h="401319">
                <a:moveTo>
                  <a:pt x="316992" y="400812"/>
                </a:moveTo>
                <a:lnTo>
                  <a:pt x="316992" y="367284"/>
                </a:lnTo>
                <a:lnTo>
                  <a:pt x="343486" y="367284"/>
                </a:lnTo>
                <a:lnTo>
                  <a:pt x="343573" y="370498"/>
                </a:lnTo>
                <a:lnTo>
                  <a:pt x="344424" y="390144"/>
                </a:lnTo>
                <a:lnTo>
                  <a:pt x="316992" y="40081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6134087" y="2378963"/>
            <a:ext cx="2174875" cy="408940"/>
          </a:xfrm>
          <a:custGeom>
            <a:avLst/>
            <a:gdLst/>
            <a:ahLst/>
            <a:cxnLst/>
            <a:rect l="l" t="t" r="r" b="b"/>
            <a:pathLst>
              <a:path w="2174875" h="408939">
                <a:moveTo>
                  <a:pt x="64008" y="155460"/>
                </a:moveTo>
                <a:lnTo>
                  <a:pt x="60083" y="145757"/>
                </a:lnTo>
                <a:lnTo>
                  <a:pt x="48577" y="135077"/>
                </a:lnTo>
                <a:lnTo>
                  <a:pt x="29933" y="123520"/>
                </a:lnTo>
                <a:lnTo>
                  <a:pt x="4572" y="111264"/>
                </a:lnTo>
                <a:lnTo>
                  <a:pt x="0" y="115836"/>
                </a:lnTo>
                <a:lnTo>
                  <a:pt x="13436" y="131267"/>
                </a:lnTo>
                <a:lnTo>
                  <a:pt x="24003" y="145554"/>
                </a:lnTo>
                <a:lnTo>
                  <a:pt x="31724" y="158699"/>
                </a:lnTo>
                <a:lnTo>
                  <a:pt x="36576" y="170700"/>
                </a:lnTo>
                <a:lnTo>
                  <a:pt x="41148" y="181368"/>
                </a:lnTo>
                <a:lnTo>
                  <a:pt x="45720" y="187464"/>
                </a:lnTo>
                <a:lnTo>
                  <a:pt x="50292" y="187464"/>
                </a:lnTo>
                <a:lnTo>
                  <a:pt x="53340" y="185940"/>
                </a:lnTo>
                <a:lnTo>
                  <a:pt x="57912" y="179844"/>
                </a:lnTo>
                <a:lnTo>
                  <a:pt x="62484" y="175272"/>
                </a:lnTo>
                <a:lnTo>
                  <a:pt x="64008" y="166128"/>
                </a:lnTo>
                <a:lnTo>
                  <a:pt x="64008" y="155460"/>
                </a:lnTo>
                <a:close/>
              </a:path>
              <a:path w="2174875" h="408939">
                <a:moveTo>
                  <a:pt x="105156" y="59448"/>
                </a:moveTo>
                <a:lnTo>
                  <a:pt x="103632" y="54876"/>
                </a:lnTo>
                <a:lnTo>
                  <a:pt x="102108" y="48780"/>
                </a:lnTo>
                <a:lnTo>
                  <a:pt x="97205" y="43345"/>
                </a:lnTo>
                <a:lnTo>
                  <a:pt x="86868" y="36207"/>
                </a:lnTo>
                <a:lnTo>
                  <a:pt x="70827" y="27343"/>
                </a:lnTo>
                <a:lnTo>
                  <a:pt x="48768" y="16776"/>
                </a:lnTo>
                <a:lnTo>
                  <a:pt x="45720" y="22872"/>
                </a:lnTo>
                <a:lnTo>
                  <a:pt x="57416" y="38303"/>
                </a:lnTo>
                <a:lnTo>
                  <a:pt x="67246" y="52590"/>
                </a:lnTo>
                <a:lnTo>
                  <a:pt x="75082" y="65735"/>
                </a:lnTo>
                <a:lnTo>
                  <a:pt x="80772" y="77736"/>
                </a:lnTo>
                <a:lnTo>
                  <a:pt x="82296" y="86880"/>
                </a:lnTo>
                <a:lnTo>
                  <a:pt x="85344" y="91452"/>
                </a:lnTo>
                <a:lnTo>
                  <a:pt x="91440" y="91452"/>
                </a:lnTo>
                <a:lnTo>
                  <a:pt x="94488" y="88404"/>
                </a:lnTo>
                <a:lnTo>
                  <a:pt x="99060" y="82308"/>
                </a:lnTo>
                <a:lnTo>
                  <a:pt x="103632" y="74688"/>
                </a:lnTo>
                <a:lnTo>
                  <a:pt x="105156" y="68592"/>
                </a:lnTo>
                <a:lnTo>
                  <a:pt x="105156" y="59448"/>
                </a:lnTo>
                <a:close/>
              </a:path>
              <a:path w="2174875" h="408939">
                <a:moveTo>
                  <a:pt x="143256" y="79260"/>
                </a:moveTo>
                <a:lnTo>
                  <a:pt x="135636" y="77736"/>
                </a:lnTo>
                <a:lnTo>
                  <a:pt x="107924" y="153504"/>
                </a:lnTo>
                <a:lnTo>
                  <a:pt x="86487" y="209562"/>
                </a:lnTo>
                <a:lnTo>
                  <a:pt x="71348" y="246176"/>
                </a:lnTo>
                <a:lnTo>
                  <a:pt x="62484" y="263664"/>
                </a:lnTo>
                <a:lnTo>
                  <a:pt x="56388" y="272808"/>
                </a:lnTo>
                <a:lnTo>
                  <a:pt x="50292" y="278904"/>
                </a:lnTo>
                <a:lnTo>
                  <a:pt x="45720" y="278904"/>
                </a:lnTo>
                <a:lnTo>
                  <a:pt x="40601" y="279488"/>
                </a:lnTo>
                <a:lnTo>
                  <a:pt x="32194" y="279095"/>
                </a:lnTo>
                <a:lnTo>
                  <a:pt x="20650" y="277825"/>
                </a:lnTo>
                <a:lnTo>
                  <a:pt x="6096" y="275856"/>
                </a:lnTo>
                <a:lnTo>
                  <a:pt x="6184" y="283489"/>
                </a:lnTo>
                <a:lnTo>
                  <a:pt x="41148" y="298716"/>
                </a:lnTo>
                <a:lnTo>
                  <a:pt x="47244" y="309384"/>
                </a:lnTo>
                <a:lnTo>
                  <a:pt x="47244" y="315480"/>
                </a:lnTo>
                <a:lnTo>
                  <a:pt x="39624" y="349008"/>
                </a:lnTo>
                <a:lnTo>
                  <a:pt x="38100" y="356628"/>
                </a:lnTo>
                <a:lnTo>
                  <a:pt x="38125" y="374929"/>
                </a:lnTo>
                <a:lnTo>
                  <a:pt x="42672" y="381012"/>
                </a:lnTo>
                <a:lnTo>
                  <a:pt x="50292" y="385584"/>
                </a:lnTo>
                <a:lnTo>
                  <a:pt x="59436" y="388632"/>
                </a:lnTo>
                <a:lnTo>
                  <a:pt x="65532" y="391680"/>
                </a:lnTo>
                <a:lnTo>
                  <a:pt x="71628" y="391680"/>
                </a:lnTo>
                <a:lnTo>
                  <a:pt x="73152" y="388632"/>
                </a:lnTo>
                <a:lnTo>
                  <a:pt x="73253" y="380720"/>
                </a:lnTo>
                <a:lnTo>
                  <a:pt x="73393" y="376072"/>
                </a:lnTo>
                <a:lnTo>
                  <a:pt x="73914" y="365963"/>
                </a:lnTo>
                <a:lnTo>
                  <a:pt x="74447" y="353834"/>
                </a:lnTo>
                <a:lnTo>
                  <a:pt x="74942" y="324713"/>
                </a:lnTo>
                <a:lnTo>
                  <a:pt x="75628" y="311289"/>
                </a:lnTo>
                <a:lnTo>
                  <a:pt x="76606" y="299567"/>
                </a:lnTo>
                <a:lnTo>
                  <a:pt x="77724" y="289572"/>
                </a:lnTo>
                <a:lnTo>
                  <a:pt x="80302" y="279488"/>
                </a:lnTo>
                <a:lnTo>
                  <a:pt x="82829" y="269570"/>
                </a:lnTo>
                <a:lnTo>
                  <a:pt x="95631" y="227850"/>
                </a:lnTo>
                <a:lnTo>
                  <a:pt x="115874" y="164414"/>
                </a:lnTo>
                <a:lnTo>
                  <a:pt x="143256" y="79260"/>
                </a:lnTo>
                <a:close/>
              </a:path>
              <a:path w="2174875" h="408939">
                <a:moveTo>
                  <a:pt x="393192" y="150888"/>
                </a:moveTo>
                <a:lnTo>
                  <a:pt x="391668" y="146316"/>
                </a:lnTo>
                <a:lnTo>
                  <a:pt x="385572" y="140220"/>
                </a:lnTo>
                <a:lnTo>
                  <a:pt x="382524" y="137172"/>
                </a:lnTo>
                <a:lnTo>
                  <a:pt x="377952" y="135648"/>
                </a:lnTo>
                <a:lnTo>
                  <a:pt x="370332" y="135648"/>
                </a:lnTo>
                <a:lnTo>
                  <a:pt x="364236" y="137172"/>
                </a:lnTo>
                <a:lnTo>
                  <a:pt x="358140" y="140220"/>
                </a:lnTo>
                <a:lnTo>
                  <a:pt x="316992" y="140220"/>
                </a:lnTo>
                <a:lnTo>
                  <a:pt x="310896" y="135648"/>
                </a:lnTo>
                <a:lnTo>
                  <a:pt x="310896" y="50304"/>
                </a:lnTo>
                <a:lnTo>
                  <a:pt x="316776" y="45732"/>
                </a:lnTo>
                <a:lnTo>
                  <a:pt x="324612" y="39636"/>
                </a:lnTo>
                <a:lnTo>
                  <a:pt x="318985" y="35064"/>
                </a:lnTo>
                <a:lnTo>
                  <a:pt x="300228" y="19824"/>
                </a:lnTo>
                <a:lnTo>
                  <a:pt x="286512" y="35064"/>
                </a:lnTo>
                <a:lnTo>
                  <a:pt x="208788" y="35064"/>
                </a:lnTo>
                <a:lnTo>
                  <a:pt x="182880" y="19824"/>
                </a:lnTo>
                <a:lnTo>
                  <a:pt x="183743" y="31750"/>
                </a:lnTo>
                <a:lnTo>
                  <a:pt x="183959" y="43345"/>
                </a:lnTo>
                <a:lnTo>
                  <a:pt x="182880" y="83832"/>
                </a:lnTo>
                <a:lnTo>
                  <a:pt x="176974" y="122885"/>
                </a:lnTo>
                <a:lnTo>
                  <a:pt x="153339" y="167081"/>
                </a:lnTo>
                <a:lnTo>
                  <a:pt x="115824" y="199656"/>
                </a:lnTo>
                <a:lnTo>
                  <a:pt x="118872" y="205752"/>
                </a:lnTo>
                <a:lnTo>
                  <a:pt x="159816" y="180454"/>
                </a:lnTo>
                <a:lnTo>
                  <a:pt x="188785" y="149174"/>
                </a:lnTo>
                <a:lnTo>
                  <a:pt x="205155" y="106807"/>
                </a:lnTo>
                <a:lnTo>
                  <a:pt x="209105" y="68592"/>
                </a:lnTo>
                <a:lnTo>
                  <a:pt x="208788" y="45732"/>
                </a:lnTo>
                <a:lnTo>
                  <a:pt x="288036" y="45732"/>
                </a:lnTo>
                <a:lnTo>
                  <a:pt x="288061" y="131267"/>
                </a:lnTo>
                <a:lnTo>
                  <a:pt x="326136" y="161556"/>
                </a:lnTo>
                <a:lnTo>
                  <a:pt x="355269" y="162102"/>
                </a:lnTo>
                <a:lnTo>
                  <a:pt x="376237" y="161366"/>
                </a:lnTo>
                <a:lnTo>
                  <a:pt x="388937" y="159194"/>
                </a:lnTo>
                <a:lnTo>
                  <a:pt x="393192" y="155460"/>
                </a:lnTo>
                <a:lnTo>
                  <a:pt x="393192" y="150888"/>
                </a:lnTo>
                <a:close/>
              </a:path>
              <a:path w="2174875" h="408939">
                <a:moveTo>
                  <a:pt x="400812" y="373392"/>
                </a:moveTo>
                <a:lnTo>
                  <a:pt x="359473" y="369011"/>
                </a:lnTo>
                <a:lnTo>
                  <a:pt x="321564" y="356628"/>
                </a:lnTo>
                <a:lnTo>
                  <a:pt x="284429" y="335292"/>
                </a:lnTo>
                <a:lnTo>
                  <a:pt x="266700" y="321576"/>
                </a:lnTo>
                <a:lnTo>
                  <a:pt x="277812" y="306336"/>
                </a:lnTo>
                <a:lnTo>
                  <a:pt x="283565" y="298424"/>
                </a:lnTo>
                <a:lnTo>
                  <a:pt x="299847" y="272427"/>
                </a:lnTo>
                <a:lnTo>
                  <a:pt x="315569" y="243560"/>
                </a:lnTo>
                <a:lnTo>
                  <a:pt x="330708" y="211848"/>
                </a:lnTo>
                <a:lnTo>
                  <a:pt x="348996" y="205752"/>
                </a:lnTo>
                <a:lnTo>
                  <a:pt x="346100" y="202704"/>
                </a:lnTo>
                <a:lnTo>
                  <a:pt x="320040" y="175272"/>
                </a:lnTo>
                <a:lnTo>
                  <a:pt x="306324" y="190246"/>
                </a:lnTo>
                <a:lnTo>
                  <a:pt x="306324" y="202704"/>
                </a:lnTo>
                <a:lnTo>
                  <a:pt x="294309" y="231533"/>
                </a:lnTo>
                <a:lnTo>
                  <a:pt x="280987" y="258521"/>
                </a:lnTo>
                <a:lnTo>
                  <a:pt x="266268" y="283476"/>
                </a:lnTo>
                <a:lnTo>
                  <a:pt x="249936" y="306336"/>
                </a:lnTo>
                <a:lnTo>
                  <a:pt x="233629" y="286918"/>
                </a:lnTo>
                <a:lnTo>
                  <a:pt x="218884" y="263093"/>
                </a:lnTo>
                <a:lnTo>
                  <a:pt x="205574" y="234962"/>
                </a:lnTo>
                <a:lnTo>
                  <a:pt x="193548" y="202704"/>
                </a:lnTo>
                <a:lnTo>
                  <a:pt x="306324" y="202704"/>
                </a:lnTo>
                <a:lnTo>
                  <a:pt x="306324" y="190246"/>
                </a:lnTo>
                <a:lnTo>
                  <a:pt x="303276" y="193560"/>
                </a:lnTo>
                <a:lnTo>
                  <a:pt x="152400" y="193560"/>
                </a:lnTo>
                <a:lnTo>
                  <a:pt x="167640" y="208800"/>
                </a:lnTo>
                <a:lnTo>
                  <a:pt x="184404" y="202704"/>
                </a:lnTo>
                <a:lnTo>
                  <a:pt x="194411" y="236461"/>
                </a:lnTo>
                <a:lnTo>
                  <a:pt x="206121" y="267093"/>
                </a:lnTo>
                <a:lnTo>
                  <a:pt x="219557" y="294855"/>
                </a:lnTo>
                <a:lnTo>
                  <a:pt x="234696" y="320052"/>
                </a:lnTo>
                <a:lnTo>
                  <a:pt x="217805" y="335191"/>
                </a:lnTo>
                <a:lnTo>
                  <a:pt x="182626" y="361619"/>
                </a:lnTo>
                <a:lnTo>
                  <a:pt x="145503" y="380720"/>
                </a:lnTo>
                <a:lnTo>
                  <a:pt x="103301" y="396722"/>
                </a:lnTo>
                <a:lnTo>
                  <a:pt x="80772" y="403872"/>
                </a:lnTo>
                <a:lnTo>
                  <a:pt x="82296" y="408444"/>
                </a:lnTo>
                <a:lnTo>
                  <a:pt x="128778" y="399110"/>
                </a:lnTo>
                <a:lnTo>
                  <a:pt x="170688" y="384060"/>
                </a:lnTo>
                <a:lnTo>
                  <a:pt x="211074" y="363677"/>
                </a:lnTo>
                <a:lnTo>
                  <a:pt x="251460" y="335292"/>
                </a:lnTo>
                <a:lnTo>
                  <a:pt x="280631" y="361022"/>
                </a:lnTo>
                <a:lnTo>
                  <a:pt x="308800" y="381203"/>
                </a:lnTo>
                <a:lnTo>
                  <a:pt x="336118" y="395935"/>
                </a:lnTo>
                <a:lnTo>
                  <a:pt x="362712" y="405396"/>
                </a:lnTo>
                <a:lnTo>
                  <a:pt x="366737" y="396227"/>
                </a:lnTo>
                <a:lnTo>
                  <a:pt x="374332" y="389204"/>
                </a:lnTo>
                <a:lnTo>
                  <a:pt x="385648" y="384175"/>
                </a:lnTo>
                <a:lnTo>
                  <a:pt x="400812" y="381012"/>
                </a:lnTo>
                <a:lnTo>
                  <a:pt x="400812" y="373392"/>
                </a:lnTo>
                <a:close/>
              </a:path>
              <a:path w="2174875" h="408939">
                <a:moveTo>
                  <a:pt x="844296" y="82296"/>
                </a:moveTo>
                <a:lnTo>
                  <a:pt x="803148" y="41148"/>
                </a:lnTo>
                <a:lnTo>
                  <a:pt x="774192" y="71628"/>
                </a:lnTo>
                <a:lnTo>
                  <a:pt x="626364" y="71628"/>
                </a:lnTo>
                <a:lnTo>
                  <a:pt x="630986" y="63055"/>
                </a:lnTo>
                <a:lnTo>
                  <a:pt x="641375" y="42481"/>
                </a:lnTo>
                <a:lnTo>
                  <a:pt x="647700" y="30480"/>
                </a:lnTo>
                <a:lnTo>
                  <a:pt x="664464" y="24384"/>
                </a:lnTo>
                <a:lnTo>
                  <a:pt x="621792" y="0"/>
                </a:lnTo>
                <a:lnTo>
                  <a:pt x="617778" y="14846"/>
                </a:lnTo>
                <a:lnTo>
                  <a:pt x="612457" y="31813"/>
                </a:lnTo>
                <a:lnTo>
                  <a:pt x="605726" y="50800"/>
                </a:lnTo>
                <a:lnTo>
                  <a:pt x="597408" y="71628"/>
                </a:lnTo>
                <a:lnTo>
                  <a:pt x="440436" y="71628"/>
                </a:lnTo>
                <a:lnTo>
                  <a:pt x="455676" y="86868"/>
                </a:lnTo>
                <a:lnTo>
                  <a:pt x="465988" y="84874"/>
                </a:lnTo>
                <a:lnTo>
                  <a:pt x="476440" y="83439"/>
                </a:lnTo>
                <a:lnTo>
                  <a:pt x="487184" y="82588"/>
                </a:lnTo>
                <a:lnTo>
                  <a:pt x="498348" y="82296"/>
                </a:lnTo>
                <a:lnTo>
                  <a:pt x="592836" y="82296"/>
                </a:lnTo>
                <a:lnTo>
                  <a:pt x="559689" y="139255"/>
                </a:lnTo>
                <a:lnTo>
                  <a:pt x="524256" y="185928"/>
                </a:lnTo>
                <a:lnTo>
                  <a:pt x="485775" y="225361"/>
                </a:lnTo>
                <a:lnTo>
                  <a:pt x="440436" y="263652"/>
                </a:lnTo>
                <a:lnTo>
                  <a:pt x="445008" y="269748"/>
                </a:lnTo>
                <a:lnTo>
                  <a:pt x="473252" y="251460"/>
                </a:lnTo>
                <a:lnTo>
                  <a:pt x="500634" y="230886"/>
                </a:lnTo>
                <a:lnTo>
                  <a:pt x="526884" y="208026"/>
                </a:lnTo>
                <a:lnTo>
                  <a:pt x="551688" y="182880"/>
                </a:lnTo>
                <a:lnTo>
                  <a:pt x="551459" y="270637"/>
                </a:lnTo>
                <a:lnTo>
                  <a:pt x="550926" y="337375"/>
                </a:lnTo>
                <a:lnTo>
                  <a:pt x="550405" y="383273"/>
                </a:lnTo>
                <a:lnTo>
                  <a:pt x="550164" y="408432"/>
                </a:lnTo>
                <a:lnTo>
                  <a:pt x="576072" y="393192"/>
                </a:lnTo>
                <a:lnTo>
                  <a:pt x="576072" y="294132"/>
                </a:lnTo>
                <a:lnTo>
                  <a:pt x="736092" y="294132"/>
                </a:lnTo>
                <a:lnTo>
                  <a:pt x="736092" y="365760"/>
                </a:lnTo>
                <a:lnTo>
                  <a:pt x="729996" y="370332"/>
                </a:lnTo>
                <a:lnTo>
                  <a:pt x="720852" y="370332"/>
                </a:lnTo>
                <a:lnTo>
                  <a:pt x="712000" y="370052"/>
                </a:lnTo>
                <a:lnTo>
                  <a:pt x="701421" y="369189"/>
                </a:lnTo>
                <a:lnTo>
                  <a:pt x="689140" y="367766"/>
                </a:lnTo>
                <a:lnTo>
                  <a:pt x="675132" y="365760"/>
                </a:lnTo>
                <a:lnTo>
                  <a:pt x="675132" y="373380"/>
                </a:lnTo>
                <a:lnTo>
                  <a:pt x="696023" y="380796"/>
                </a:lnTo>
                <a:lnTo>
                  <a:pt x="710755" y="389191"/>
                </a:lnTo>
                <a:lnTo>
                  <a:pt x="719505" y="398462"/>
                </a:lnTo>
                <a:lnTo>
                  <a:pt x="722376" y="408432"/>
                </a:lnTo>
                <a:lnTo>
                  <a:pt x="739267" y="400723"/>
                </a:lnTo>
                <a:lnTo>
                  <a:pt x="751141" y="391287"/>
                </a:lnTo>
                <a:lnTo>
                  <a:pt x="758177" y="380149"/>
                </a:lnTo>
                <a:lnTo>
                  <a:pt x="759929" y="370332"/>
                </a:lnTo>
                <a:lnTo>
                  <a:pt x="760399" y="367766"/>
                </a:lnTo>
                <a:lnTo>
                  <a:pt x="760476" y="294132"/>
                </a:lnTo>
                <a:lnTo>
                  <a:pt x="760476" y="283464"/>
                </a:lnTo>
                <a:lnTo>
                  <a:pt x="760476" y="225552"/>
                </a:lnTo>
                <a:lnTo>
                  <a:pt x="760476" y="214884"/>
                </a:lnTo>
                <a:lnTo>
                  <a:pt x="760476" y="161544"/>
                </a:lnTo>
                <a:lnTo>
                  <a:pt x="768096" y="155448"/>
                </a:lnTo>
                <a:lnTo>
                  <a:pt x="775716" y="149352"/>
                </a:lnTo>
                <a:lnTo>
                  <a:pt x="769924" y="144780"/>
                </a:lnTo>
                <a:lnTo>
                  <a:pt x="746760" y="126492"/>
                </a:lnTo>
                <a:lnTo>
                  <a:pt x="736092" y="140716"/>
                </a:lnTo>
                <a:lnTo>
                  <a:pt x="736092" y="155448"/>
                </a:lnTo>
                <a:lnTo>
                  <a:pt x="736092" y="214884"/>
                </a:lnTo>
                <a:lnTo>
                  <a:pt x="736092" y="225552"/>
                </a:lnTo>
                <a:lnTo>
                  <a:pt x="736092" y="283464"/>
                </a:lnTo>
                <a:lnTo>
                  <a:pt x="576072" y="283464"/>
                </a:lnTo>
                <a:lnTo>
                  <a:pt x="576072" y="225552"/>
                </a:lnTo>
                <a:lnTo>
                  <a:pt x="736092" y="225552"/>
                </a:lnTo>
                <a:lnTo>
                  <a:pt x="736092" y="214884"/>
                </a:lnTo>
                <a:lnTo>
                  <a:pt x="576072" y="214884"/>
                </a:lnTo>
                <a:lnTo>
                  <a:pt x="576072" y="182880"/>
                </a:lnTo>
                <a:lnTo>
                  <a:pt x="576072" y="155448"/>
                </a:lnTo>
                <a:lnTo>
                  <a:pt x="736092" y="155448"/>
                </a:lnTo>
                <a:lnTo>
                  <a:pt x="736092" y="140716"/>
                </a:lnTo>
                <a:lnTo>
                  <a:pt x="733044" y="144780"/>
                </a:lnTo>
                <a:lnTo>
                  <a:pt x="582168" y="144780"/>
                </a:lnTo>
                <a:lnTo>
                  <a:pt x="593102" y="129882"/>
                </a:lnTo>
                <a:lnTo>
                  <a:pt x="603313" y="114681"/>
                </a:lnTo>
                <a:lnTo>
                  <a:pt x="613244" y="98920"/>
                </a:lnTo>
                <a:lnTo>
                  <a:pt x="623316" y="82296"/>
                </a:lnTo>
                <a:lnTo>
                  <a:pt x="844296" y="82296"/>
                </a:lnTo>
                <a:close/>
              </a:path>
              <a:path w="2174875" h="408939">
                <a:moveTo>
                  <a:pt x="1292364" y="361188"/>
                </a:moveTo>
                <a:lnTo>
                  <a:pt x="1242263" y="343852"/>
                </a:lnTo>
                <a:lnTo>
                  <a:pt x="1197876" y="309372"/>
                </a:lnTo>
                <a:lnTo>
                  <a:pt x="1159014" y="259080"/>
                </a:lnTo>
                <a:lnTo>
                  <a:pt x="1129296" y="199644"/>
                </a:lnTo>
                <a:lnTo>
                  <a:pt x="1107770" y="128587"/>
                </a:lnTo>
                <a:lnTo>
                  <a:pt x="1099934" y="87566"/>
                </a:lnTo>
                <a:lnTo>
                  <a:pt x="1094244" y="42672"/>
                </a:lnTo>
                <a:lnTo>
                  <a:pt x="1111008" y="27432"/>
                </a:lnTo>
                <a:lnTo>
                  <a:pt x="1059192" y="4572"/>
                </a:lnTo>
                <a:lnTo>
                  <a:pt x="1059230" y="44818"/>
                </a:lnTo>
                <a:lnTo>
                  <a:pt x="1057287" y="85344"/>
                </a:lnTo>
                <a:lnTo>
                  <a:pt x="1053617" y="125882"/>
                </a:lnTo>
                <a:lnTo>
                  <a:pt x="1048524" y="166116"/>
                </a:lnTo>
                <a:lnTo>
                  <a:pt x="1040206" y="204647"/>
                </a:lnTo>
                <a:lnTo>
                  <a:pt x="1014437" y="271995"/>
                </a:lnTo>
                <a:lnTo>
                  <a:pt x="976134" y="326186"/>
                </a:lnTo>
                <a:lnTo>
                  <a:pt x="921270" y="375246"/>
                </a:lnTo>
                <a:lnTo>
                  <a:pt x="886980" y="397764"/>
                </a:lnTo>
                <a:lnTo>
                  <a:pt x="890028" y="403860"/>
                </a:lnTo>
                <a:lnTo>
                  <a:pt x="924623" y="387007"/>
                </a:lnTo>
                <a:lnTo>
                  <a:pt x="982395" y="348145"/>
                </a:lnTo>
                <a:lnTo>
                  <a:pt x="1024966" y="302475"/>
                </a:lnTo>
                <a:lnTo>
                  <a:pt x="1054061" y="251129"/>
                </a:lnTo>
                <a:lnTo>
                  <a:pt x="1072070" y="193763"/>
                </a:lnTo>
                <a:lnTo>
                  <a:pt x="1084122" y="123520"/>
                </a:lnTo>
                <a:lnTo>
                  <a:pt x="1088148" y="83820"/>
                </a:lnTo>
                <a:lnTo>
                  <a:pt x="1093304" y="125857"/>
                </a:lnTo>
                <a:lnTo>
                  <a:pt x="1107643" y="195059"/>
                </a:lnTo>
                <a:lnTo>
                  <a:pt x="1127074" y="247345"/>
                </a:lnTo>
                <a:lnTo>
                  <a:pt x="1151597" y="294728"/>
                </a:lnTo>
                <a:lnTo>
                  <a:pt x="1181874" y="339001"/>
                </a:lnTo>
                <a:lnTo>
                  <a:pt x="1220736" y="377863"/>
                </a:lnTo>
                <a:lnTo>
                  <a:pt x="1243596" y="394716"/>
                </a:lnTo>
                <a:lnTo>
                  <a:pt x="1251851" y="384695"/>
                </a:lnTo>
                <a:lnTo>
                  <a:pt x="1262837" y="377380"/>
                </a:lnTo>
                <a:lnTo>
                  <a:pt x="1276375" y="372643"/>
                </a:lnTo>
                <a:lnTo>
                  <a:pt x="1292364" y="370332"/>
                </a:lnTo>
                <a:lnTo>
                  <a:pt x="1292364" y="361188"/>
                </a:lnTo>
                <a:close/>
              </a:path>
              <a:path w="2174875" h="408939">
                <a:moveTo>
                  <a:pt x="1723910" y="193535"/>
                </a:moveTo>
                <a:lnTo>
                  <a:pt x="1683600" y="154305"/>
                </a:lnTo>
                <a:lnTo>
                  <a:pt x="1641398" y="133731"/>
                </a:lnTo>
                <a:lnTo>
                  <a:pt x="1638515" y="132588"/>
                </a:lnTo>
                <a:lnTo>
                  <a:pt x="1615452" y="123444"/>
                </a:lnTo>
                <a:lnTo>
                  <a:pt x="1615452" y="45720"/>
                </a:lnTo>
                <a:lnTo>
                  <a:pt x="1629168" y="33528"/>
                </a:lnTo>
                <a:lnTo>
                  <a:pt x="1589544" y="12192"/>
                </a:lnTo>
                <a:lnTo>
                  <a:pt x="1590421" y="31623"/>
                </a:lnTo>
                <a:lnTo>
                  <a:pt x="1590878" y="48768"/>
                </a:lnTo>
                <a:lnTo>
                  <a:pt x="1590967" y="57531"/>
                </a:lnTo>
                <a:lnTo>
                  <a:pt x="1590878" y="299085"/>
                </a:lnTo>
                <a:lnTo>
                  <a:pt x="1590421" y="315950"/>
                </a:lnTo>
                <a:lnTo>
                  <a:pt x="1589544" y="332232"/>
                </a:lnTo>
                <a:lnTo>
                  <a:pt x="1616976" y="320040"/>
                </a:lnTo>
                <a:lnTo>
                  <a:pt x="1616087" y="305447"/>
                </a:lnTo>
                <a:lnTo>
                  <a:pt x="1615643" y="291274"/>
                </a:lnTo>
                <a:lnTo>
                  <a:pt x="1615516" y="281660"/>
                </a:lnTo>
                <a:lnTo>
                  <a:pt x="1615452" y="132588"/>
                </a:lnTo>
                <a:lnTo>
                  <a:pt x="1645475" y="155435"/>
                </a:lnTo>
                <a:lnTo>
                  <a:pt x="1669364" y="175831"/>
                </a:lnTo>
                <a:lnTo>
                  <a:pt x="1687245" y="193675"/>
                </a:lnTo>
                <a:lnTo>
                  <a:pt x="1699272" y="208788"/>
                </a:lnTo>
                <a:lnTo>
                  <a:pt x="1703844" y="217932"/>
                </a:lnTo>
                <a:lnTo>
                  <a:pt x="1708416" y="222504"/>
                </a:lnTo>
                <a:lnTo>
                  <a:pt x="1716036" y="222504"/>
                </a:lnTo>
                <a:lnTo>
                  <a:pt x="1719084" y="216408"/>
                </a:lnTo>
                <a:lnTo>
                  <a:pt x="1723656" y="202692"/>
                </a:lnTo>
                <a:lnTo>
                  <a:pt x="1723910" y="193535"/>
                </a:lnTo>
                <a:close/>
              </a:path>
              <a:path w="2174875" h="408939">
                <a:moveTo>
                  <a:pt x="1737372" y="356616"/>
                </a:moveTo>
                <a:lnTo>
                  <a:pt x="1676196" y="356831"/>
                </a:lnTo>
                <a:lnTo>
                  <a:pt x="1625168" y="354901"/>
                </a:lnTo>
                <a:lnTo>
                  <a:pt x="1584134" y="350405"/>
                </a:lnTo>
                <a:lnTo>
                  <a:pt x="1529537" y="334314"/>
                </a:lnTo>
                <a:lnTo>
                  <a:pt x="1492961" y="313118"/>
                </a:lnTo>
                <a:lnTo>
                  <a:pt x="1479816" y="300228"/>
                </a:lnTo>
                <a:lnTo>
                  <a:pt x="1489735" y="278892"/>
                </a:lnTo>
                <a:lnTo>
                  <a:pt x="1490433" y="277393"/>
                </a:lnTo>
                <a:lnTo>
                  <a:pt x="1499628" y="254698"/>
                </a:lnTo>
                <a:lnTo>
                  <a:pt x="1507667" y="232295"/>
                </a:lnTo>
                <a:lnTo>
                  <a:pt x="1514868" y="210312"/>
                </a:lnTo>
                <a:lnTo>
                  <a:pt x="1520596" y="190030"/>
                </a:lnTo>
                <a:lnTo>
                  <a:pt x="1526489" y="170307"/>
                </a:lnTo>
                <a:lnTo>
                  <a:pt x="1532648" y="151168"/>
                </a:lnTo>
                <a:lnTo>
                  <a:pt x="1539252" y="132588"/>
                </a:lnTo>
                <a:lnTo>
                  <a:pt x="1556016" y="121920"/>
                </a:lnTo>
                <a:lnTo>
                  <a:pt x="1545882" y="111252"/>
                </a:lnTo>
                <a:lnTo>
                  <a:pt x="1527060" y="91440"/>
                </a:lnTo>
                <a:lnTo>
                  <a:pt x="1508772" y="109728"/>
                </a:lnTo>
                <a:lnTo>
                  <a:pt x="1508772" y="121920"/>
                </a:lnTo>
                <a:lnTo>
                  <a:pt x="1500149" y="166814"/>
                </a:lnTo>
                <a:lnTo>
                  <a:pt x="1490103" y="207835"/>
                </a:lnTo>
                <a:lnTo>
                  <a:pt x="1478330" y="245160"/>
                </a:lnTo>
                <a:lnTo>
                  <a:pt x="1464576" y="278892"/>
                </a:lnTo>
                <a:lnTo>
                  <a:pt x="1449451" y="254584"/>
                </a:lnTo>
                <a:lnTo>
                  <a:pt x="1436192" y="227266"/>
                </a:lnTo>
                <a:lnTo>
                  <a:pt x="1424927" y="196811"/>
                </a:lnTo>
                <a:lnTo>
                  <a:pt x="1418691" y="173736"/>
                </a:lnTo>
                <a:lnTo>
                  <a:pt x="1415808" y="163068"/>
                </a:lnTo>
                <a:lnTo>
                  <a:pt x="1429524" y="121920"/>
                </a:lnTo>
                <a:lnTo>
                  <a:pt x="1508772" y="121920"/>
                </a:lnTo>
                <a:lnTo>
                  <a:pt x="1508772" y="109728"/>
                </a:lnTo>
                <a:lnTo>
                  <a:pt x="1507248" y="111252"/>
                </a:lnTo>
                <a:lnTo>
                  <a:pt x="1432572" y="111252"/>
                </a:lnTo>
                <a:lnTo>
                  <a:pt x="1439087" y="90639"/>
                </a:lnTo>
                <a:lnTo>
                  <a:pt x="1444764" y="74295"/>
                </a:lnTo>
                <a:lnTo>
                  <a:pt x="1449285" y="61963"/>
                </a:lnTo>
                <a:lnTo>
                  <a:pt x="1452384" y="53340"/>
                </a:lnTo>
                <a:lnTo>
                  <a:pt x="1461528" y="38100"/>
                </a:lnTo>
                <a:lnTo>
                  <a:pt x="1466100" y="33528"/>
                </a:lnTo>
                <a:lnTo>
                  <a:pt x="1426476" y="15240"/>
                </a:lnTo>
                <a:lnTo>
                  <a:pt x="1419618" y="57531"/>
                </a:lnTo>
                <a:lnTo>
                  <a:pt x="1403616" y="124968"/>
                </a:lnTo>
                <a:lnTo>
                  <a:pt x="1391920" y="164122"/>
                </a:lnTo>
                <a:lnTo>
                  <a:pt x="1377518" y="201549"/>
                </a:lnTo>
                <a:lnTo>
                  <a:pt x="1360538" y="237274"/>
                </a:lnTo>
                <a:lnTo>
                  <a:pt x="1341132" y="271272"/>
                </a:lnTo>
                <a:lnTo>
                  <a:pt x="1347228" y="275844"/>
                </a:lnTo>
                <a:lnTo>
                  <a:pt x="1364919" y="253250"/>
                </a:lnTo>
                <a:lnTo>
                  <a:pt x="1381328" y="228790"/>
                </a:lnTo>
                <a:lnTo>
                  <a:pt x="1396301" y="202336"/>
                </a:lnTo>
                <a:lnTo>
                  <a:pt x="1409712" y="173736"/>
                </a:lnTo>
                <a:lnTo>
                  <a:pt x="1415110" y="204622"/>
                </a:lnTo>
                <a:lnTo>
                  <a:pt x="1424381" y="235648"/>
                </a:lnTo>
                <a:lnTo>
                  <a:pt x="1437347" y="266966"/>
                </a:lnTo>
                <a:lnTo>
                  <a:pt x="1453908" y="298704"/>
                </a:lnTo>
                <a:lnTo>
                  <a:pt x="1443278" y="311277"/>
                </a:lnTo>
                <a:lnTo>
                  <a:pt x="1405140" y="348996"/>
                </a:lnTo>
                <a:lnTo>
                  <a:pt x="1374279" y="372999"/>
                </a:lnTo>
                <a:lnTo>
                  <a:pt x="1336560" y="394716"/>
                </a:lnTo>
                <a:lnTo>
                  <a:pt x="1341132" y="399288"/>
                </a:lnTo>
                <a:lnTo>
                  <a:pt x="1383233" y="381190"/>
                </a:lnTo>
                <a:lnTo>
                  <a:pt x="1417332" y="359664"/>
                </a:lnTo>
                <a:lnTo>
                  <a:pt x="1456334" y="327304"/>
                </a:lnTo>
                <a:lnTo>
                  <a:pt x="1466100" y="316992"/>
                </a:lnTo>
                <a:lnTo>
                  <a:pt x="1483220" y="333019"/>
                </a:lnTo>
                <a:lnTo>
                  <a:pt x="1523746" y="358787"/>
                </a:lnTo>
                <a:lnTo>
                  <a:pt x="1575460" y="376885"/>
                </a:lnTo>
                <a:lnTo>
                  <a:pt x="1653806" y="387883"/>
                </a:lnTo>
                <a:lnTo>
                  <a:pt x="1703844" y="391668"/>
                </a:lnTo>
                <a:lnTo>
                  <a:pt x="1707578" y="382193"/>
                </a:lnTo>
                <a:lnTo>
                  <a:pt x="1714322" y="374142"/>
                </a:lnTo>
                <a:lnTo>
                  <a:pt x="1724202" y="367245"/>
                </a:lnTo>
                <a:lnTo>
                  <a:pt x="1737372" y="361188"/>
                </a:lnTo>
                <a:lnTo>
                  <a:pt x="1737372" y="356831"/>
                </a:lnTo>
                <a:lnTo>
                  <a:pt x="1737372" y="356616"/>
                </a:lnTo>
                <a:close/>
              </a:path>
              <a:path w="2174875" h="408939">
                <a:moveTo>
                  <a:pt x="2174760" y="182880"/>
                </a:moveTo>
                <a:lnTo>
                  <a:pt x="2136660" y="144780"/>
                </a:lnTo>
                <a:lnTo>
                  <a:pt x="2109228" y="172212"/>
                </a:lnTo>
                <a:lnTo>
                  <a:pt x="1990356" y="172212"/>
                </a:lnTo>
                <a:lnTo>
                  <a:pt x="1990356" y="50292"/>
                </a:lnTo>
                <a:lnTo>
                  <a:pt x="2125992" y="50292"/>
                </a:lnTo>
                <a:lnTo>
                  <a:pt x="2090940" y="15240"/>
                </a:lnTo>
                <a:lnTo>
                  <a:pt x="2066556" y="39624"/>
                </a:lnTo>
                <a:lnTo>
                  <a:pt x="1833384" y="39624"/>
                </a:lnTo>
                <a:lnTo>
                  <a:pt x="1850148" y="54864"/>
                </a:lnTo>
                <a:lnTo>
                  <a:pt x="1859572" y="52870"/>
                </a:lnTo>
                <a:lnTo>
                  <a:pt x="1869579" y="51435"/>
                </a:lnTo>
                <a:lnTo>
                  <a:pt x="1880146" y="50584"/>
                </a:lnTo>
                <a:lnTo>
                  <a:pt x="1891296" y="50292"/>
                </a:lnTo>
                <a:lnTo>
                  <a:pt x="1964448" y="50292"/>
                </a:lnTo>
                <a:lnTo>
                  <a:pt x="1964448" y="172212"/>
                </a:lnTo>
                <a:lnTo>
                  <a:pt x="1780044" y="172212"/>
                </a:lnTo>
                <a:lnTo>
                  <a:pt x="1795284" y="187452"/>
                </a:lnTo>
                <a:lnTo>
                  <a:pt x="1805584" y="185458"/>
                </a:lnTo>
                <a:lnTo>
                  <a:pt x="1816049" y="184023"/>
                </a:lnTo>
                <a:lnTo>
                  <a:pt x="1826780" y="183172"/>
                </a:lnTo>
                <a:lnTo>
                  <a:pt x="1837956" y="182880"/>
                </a:lnTo>
                <a:lnTo>
                  <a:pt x="1964448" y="182880"/>
                </a:lnTo>
                <a:lnTo>
                  <a:pt x="1964448" y="335280"/>
                </a:lnTo>
                <a:lnTo>
                  <a:pt x="1963318" y="345287"/>
                </a:lnTo>
                <a:lnTo>
                  <a:pt x="1960067" y="352425"/>
                </a:lnTo>
                <a:lnTo>
                  <a:pt x="1954796" y="356717"/>
                </a:lnTo>
                <a:lnTo>
                  <a:pt x="1947684" y="358140"/>
                </a:lnTo>
                <a:lnTo>
                  <a:pt x="1937131" y="357593"/>
                </a:lnTo>
                <a:lnTo>
                  <a:pt x="1923872" y="356044"/>
                </a:lnTo>
                <a:lnTo>
                  <a:pt x="1908035" y="353644"/>
                </a:lnTo>
                <a:lnTo>
                  <a:pt x="1889772" y="350520"/>
                </a:lnTo>
                <a:lnTo>
                  <a:pt x="1889772" y="359664"/>
                </a:lnTo>
                <a:lnTo>
                  <a:pt x="1915769" y="368261"/>
                </a:lnTo>
                <a:lnTo>
                  <a:pt x="1934349" y="378142"/>
                </a:lnTo>
                <a:lnTo>
                  <a:pt x="1945487" y="389458"/>
                </a:lnTo>
                <a:lnTo>
                  <a:pt x="1949208" y="402336"/>
                </a:lnTo>
                <a:lnTo>
                  <a:pt x="1968068" y="393153"/>
                </a:lnTo>
                <a:lnTo>
                  <a:pt x="1981212" y="381381"/>
                </a:lnTo>
                <a:lnTo>
                  <a:pt x="1988642" y="366763"/>
                </a:lnTo>
                <a:lnTo>
                  <a:pt x="1990356" y="348996"/>
                </a:lnTo>
                <a:lnTo>
                  <a:pt x="1990356" y="182880"/>
                </a:lnTo>
                <a:lnTo>
                  <a:pt x="2174760" y="18288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" name="object 15"/>
          <p:cNvSpPr/>
          <p:nvPr/>
        </p:nvSpPr>
        <p:spPr>
          <a:xfrm>
            <a:off x="8424671" y="2380488"/>
            <a:ext cx="280670" cy="407034"/>
          </a:xfrm>
          <a:custGeom>
            <a:avLst/>
            <a:gdLst/>
            <a:ahLst/>
            <a:cxnLst/>
            <a:rect l="l" t="t" r="r" b="b"/>
            <a:pathLst>
              <a:path w="280670" h="407035">
                <a:moveTo>
                  <a:pt x="92964" y="83819"/>
                </a:moveTo>
                <a:lnTo>
                  <a:pt x="80771" y="83819"/>
                </a:lnTo>
                <a:lnTo>
                  <a:pt x="89320" y="62364"/>
                </a:lnTo>
                <a:lnTo>
                  <a:pt x="96583" y="41338"/>
                </a:lnTo>
                <a:lnTo>
                  <a:pt x="102417" y="20597"/>
                </a:lnTo>
                <a:lnTo>
                  <a:pt x="106680" y="0"/>
                </a:lnTo>
                <a:lnTo>
                  <a:pt x="147828" y="19811"/>
                </a:lnTo>
                <a:lnTo>
                  <a:pt x="115824" y="50291"/>
                </a:lnTo>
                <a:lnTo>
                  <a:pt x="96964" y="77295"/>
                </a:lnTo>
                <a:lnTo>
                  <a:pt x="92964" y="83819"/>
                </a:lnTo>
                <a:close/>
              </a:path>
              <a:path w="280670" h="407035">
                <a:moveTo>
                  <a:pt x="276224" y="83819"/>
                </a:moveTo>
                <a:lnTo>
                  <a:pt x="233172" y="83819"/>
                </a:lnTo>
                <a:lnTo>
                  <a:pt x="246888" y="62483"/>
                </a:lnTo>
                <a:lnTo>
                  <a:pt x="276224" y="83819"/>
                </a:lnTo>
                <a:close/>
              </a:path>
              <a:path w="280670" h="407035">
                <a:moveTo>
                  <a:pt x="0" y="406907"/>
                </a:moveTo>
                <a:lnTo>
                  <a:pt x="1119" y="385167"/>
                </a:lnTo>
                <a:lnTo>
                  <a:pt x="2095" y="349567"/>
                </a:lnTo>
                <a:lnTo>
                  <a:pt x="2786" y="299966"/>
                </a:lnTo>
                <a:lnTo>
                  <a:pt x="3047" y="236219"/>
                </a:lnTo>
                <a:lnTo>
                  <a:pt x="2819" y="181355"/>
                </a:lnTo>
                <a:lnTo>
                  <a:pt x="2748" y="170687"/>
                </a:lnTo>
                <a:lnTo>
                  <a:pt x="2095" y="124396"/>
                </a:lnTo>
                <a:lnTo>
                  <a:pt x="1119" y="89415"/>
                </a:lnTo>
                <a:lnTo>
                  <a:pt x="0" y="68579"/>
                </a:lnTo>
                <a:lnTo>
                  <a:pt x="28956" y="83819"/>
                </a:lnTo>
                <a:lnTo>
                  <a:pt x="276224" y="83819"/>
                </a:lnTo>
                <a:lnTo>
                  <a:pt x="280416" y="86867"/>
                </a:lnTo>
                <a:lnTo>
                  <a:pt x="271102" y="94487"/>
                </a:lnTo>
                <a:lnTo>
                  <a:pt x="28956" y="94487"/>
                </a:lnTo>
                <a:lnTo>
                  <a:pt x="28956" y="170687"/>
                </a:lnTo>
                <a:lnTo>
                  <a:pt x="263652" y="170687"/>
                </a:lnTo>
                <a:lnTo>
                  <a:pt x="263652" y="181355"/>
                </a:lnTo>
                <a:lnTo>
                  <a:pt x="28956" y="181355"/>
                </a:lnTo>
                <a:lnTo>
                  <a:pt x="28956" y="268223"/>
                </a:lnTo>
                <a:lnTo>
                  <a:pt x="263652" y="268223"/>
                </a:lnTo>
                <a:lnTo>
                  <a:pt x="263652" y="278891"/>
                </a:lnTo>
                <a:lnTo>
                  <a:pt x="28956" y="278891"/>
                </a:lnTo>
                <a:lnTo>
                  <a:pt x="28956" y="359663"/>
                </a:lnTo>
                <a:lnTo>
                  <a:pt x="263652" y="359663"/>
                </a:lnTo>
                <a:lnTo>
                  <a:pt x="263676" y="370331"/>
                </a:lnTo>
                <a:lnTo>
                  <a:pt x="28956" y="370331"/>
                </a:lnTo>
                <a:lnTo>
                  <a:pt x="28956" y="397763"/>
                </a:lnTo>
                <a:lnTo>
                  <a:pt x="0" y="406907"/>
                </a:lnTo>
                <a:close/>
              </a:path>
              <a:path w="280670" h="407035">
                <a:moveTo>
                  <a:pt x="263652" y="170687"/>
                </a:moveTo>
                <a:lnTo>
                  <a:pt x="237744" y="170687"/>
                </a:lnTo>
                <a:lnTo>
                  <a:pt x="237744" y="94487"/>
                </a:lnTo>
                <a:lnTo>
                  <a:pt x="271102" y="94487"/>
                </a:lnTo>
                <a:lnTo>
                  <a:pt x="263652" y="100583"/>
                </a:lnTo>
                <a:lnTo>
                  <a:pt x="263652" y="170687"/>
                </a:lnTo>
                <a:close/>
              </a:path>
              <a:path w="280670" h="407035">
                <a:moveTo>
                  <a:pt x="263652" y="268223"/>
                </a:moveTo>
                <a:lnTo>
                  <a:pt x="237744" y="268223"/>
                </a:lnTo>
                <a:lnTo>
                  <a:pt x="237744" y="181355"/>
                </a:lnTo>
                <a:lnTo>
                  <a:pt x="263652" y="181355"/>
                </a:lnTo>
                <a:lnTo>
                  <a:pt x="263652" y="268223"/>
                </a:lnTo>
                <a:close/>
              </a:path>
              <a:path w="280670" h="407035">
                <a:moveTo>
                  <a:pt x="263652" y="359663"/>
                </a:moveTo>
                <a:lnTo>
                  <a:pt x="237744" y="359663"/>
                </a:lnTo>
                <a:lnTo>
                  <a:pt x="237744" y="278891"/>
                </a:lnTo>
                <a:lnTo>
                  <a:pt x="263652" y="278891"/>
                </a:lnTo>
                <a:lnTo>
                  <a:pt x="263652" y="359663"/>
                </a:lnTo>
                <a:close/>
              </a:path>
              <a:path w="280670" h="407035">
                <a:moveTo>
                  <a:pt x="237744" y="406907"/>
                </a:moveTo>
                <a:lnTo>
                  <a:pt x="237744" y="370331"/>
                </a:lnTo>
                <a:lnTo>
                  <a:pt x="263676" y="370331"/>
                </a:lnTo>
                <a:lnTo>
                  <a:pt x="263842" y="379285"/>
                </a:lnTo>
                <a:lnTo>
                  <a:pt x="264294" y="387977"/>
                </a:lnTo>
                <a:lnTo>
                  <a:pt x="265176" y="396239"/>
                </a:lnTo>
                <a:lnTo>
                  <a:pt x="237744" y="40690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" name="object 16"/>
          <p:cNvSpPr/>
          <p:nvPr/>
        </p:nvSpPr>
        <p:spPr>
          <a:xfrm>
            <a:off x="8851392" y="2383535"/>
            <a:ext cx="321945" cy="393700"/>
          </a:xfrm>
          <a:custGeom>
            <a:avLst/>
            <a:gdLst/>
            <a:ahLst/>
            <a:cxnLst/>
            <a:rect l="l" t="t" r="r" b="b"/>
            <a:pathLst>
              <a:path w="321945" h="393700">
                <a:moveTo>
                  <a:pt x="163068" y="108204"/>
                </a:moveTo>
                <a:lnTo>
                  <a:pt x="138684" y="108204"/>
                </a:lnTo>
                <a:lnTo>
                  <a:pt x="138660" y="73294"/>
                </a:lnTo>
                <a:lnTo>
                  <a:pt x="138493" y="43815"/>
                </a:lnTo>
                <a:lnTo>
                  <a:pt x="138041" y="19478"/>
                </a:lnTo>
                <a:lnTo>
                  <a:pt x="137160" y="0"/>
                </a:lnTo>
                <a:lnTo>
                  <a:pt x="176784" y="18288"/>
                </a:lnTo>
                <a:lnTo>
                  <a:pt x="163068" y="30480"/>
                </a:lnTo>
                <a:lnTo>
                  <a:pt x="163068" y="108204"/>
                </a:lnTo>
                <a:close/>
              </a:path>
              <a:path w="321945" h="393700">
                <a:moveTo>
                  <a:pt x="314706" y="108204"/>
                </a:moveTo>
                <a:lnTo>
                  <a:pt x="280416" y="108204"/>
                </a:lnTo>
                <a:lnTo>
                  <a:pt x="294132" y="89916"/>
                </a:lnTo>
                <a:lnTo>
                  <a:pt x="314706" y="108204"/>
                </a:lnTo>
                <a:close/>
              </a:path>
              <a:path w="321945" h="393700">
                <a:moveTo>
                  <a:pt x="0" y="393192"/>
                </a:moveTo>
                <a:lnTo>
                  <a:pt x="881" y="367760"/>
                </a:lnTo>
                <a:lnTo>
                  <a:pt x="1333" y="334899"/>
                </a:lnTo>
                <a:lnTo>
                  <a:pt x="1407" y="316992"/>
                </a:lnTo>
                <a:lnTo>
                  <a:pt x="1500" y="199501"/>
                </a:lnTo>
                <a:lnTo>
                  <a:pt x="1333" y="158115"/>
                </a:lnTo>
                <a:lnTo>
                  <a:pt x="881" y="123015"/>
                </a:lnTo>
                <a:lnTo>
                  <a:pt x="0" y="94488"/>
                </a:lnTo>
                <a:lnTo>
                  <a:pt x="27432" y="108204"/>
                </a:lnTo>
                <a:lnTo>
                  <a:pt x="314706" y="108204"/>
                </a:lnTo>
                <a:lnTo>
                  <a:pt x="321564" y="114300"/>
                </a:lnTo>
                <a:lnTo>
                  <a:pt x="315849" y="118872"/>
                </a:lnTo>
                <a:lnTo>
                  <a:pt x="25908" y="118872"/>
                </a:lnTo>
                <a:lnTo>
                  <a:pt x="25908" y="230124"/>
                </a:lnTo>
                <a:lnTo>
                  <a:pt x="306324" y="230124"/>
                </a:lnTo>
                <a:lnTo>
                  <a:pt x="306324" y="240792"/>
                </a:lnTo>
                <a:lnTo>
                  <a:pt x="25908" y="240792"/>
                </a:lnTo>
                <a:lnTo>
                  <a:pt x="25908" y="356616"/>
                </a:lnTo>
                <a:lnTo>
                  <a:pt x="306494" y="356616"/>
                </a:lnTo>
                <a:lnTo>
                  <a:pt x="306514" y="358902"/>
                </a:lnTo>
                <a:lnTo>
                  <a:pt x="306780" y="367284"/>
                </a:lnTo>
                <a:lnTo>
                  <a:pt x="25908" y="367284"/>
                </a:lnTo>
                <a:lnTo>
                  <a:pt x="25908" y="387096"/>
                </a:lnTo>
                <a:lnTo>
                  <a:pt x="0" y="393192"/>
                </a:lnTo>
                <a:close/>
              </a:path>
              <a:path w="321945" h="393700">
                <a:moveTo>
                  <a:pt x="163068" y="230124"/>
                </a:moveTo>
                <a:lnTo>
                  <a:pt x="138684" y="230124"/>
                </a:lnTo>
                <a:lnTo>
                  <a:pt x="138684" y="118872"/>
                </a:lnTo>
                <a:lnTo>
                  <a:pt x="163068" y="118872"/>
                </a:lnTo>
                <a:lnTo>
                  <a:pt x="163068" y="230124"/>
                </a:lnTo>
                <a:close/>
              </a:path>
              <a:path w="321945" h="393700">
                <a:moveTo>
                  <a:pt x="306324" y="230124"/>
                </a:moveTo>
                <a:lnTo>
                  <a:pt x="281940" y="230124"/>
                </a:lnTo>
                <a:lnTo>
                  <a:pt x="281940" y="118872"/>
                </a:lnTo>
                <a:lnTo>
                  <a:pt x="315849" y="118872"/>
                </a:lnTo>
                <a:lnTo>
                  <a:pt x="306324" y="126492"/>
                </a:lnTo>
                <a:lnTo>
                  <a:pt x="306324" y="230124"/>
                </a:lnTo>
                <a:close/>
              </a:path>
              <a:path w="321945" h="393700">
                <a:moveTo>
                  <a:pt x="163068" y="356616"/>
                </a:moveTo>
                <a:lnTo>
                  <a:pt x="138684" y="356616"/>
                </a:lnTo>
                <a:lnTo>
                  <a:pt x="138684" y="240792"/>
                </a:lnTo>
                <a:lnTo>
                  <a:pt x="163068" y="240792"/>
                </a:lnTo>
                <a:lnTo>
                  <a:pt x="163068" y="356616"/>
                </a:lnTo>
                <a:close/>
              </a:path>
              <a:path w="321945" h="393700">
                <a:moveTo>
                  <a:pt x="306494" y="356616"/>
                </a:moveTo>
                <a:lnTo>
                  <a:pt x="281940" y="356616"/>
                </a:lnTo>
                <a:lnTo>
                  <a:pt x="281940" y="240792"/>
                </a:lnTo>
                <a:lnTo>
                  <a:pt x="306324" y="240792"/>
                </a:lnTo>
                <a:lnTo>
                  <a:pt x="306347" y="340090"/>
                </a:lnTo>
                <a:lnTo>
                  <a:pt x="306494" y="356616"/>
                </a:lnTo>
                <a:close/>
              </a:path>
              <a:path w="321945" h="393700">
                <a:moveTo>
                  <a:pt x="281940" y="393192"/>
                </a:moveTo>
                <a:lnTo>
                  <a:pt x="281940" y="367284"/>
                </a:lnTo>
                <a:lnTo>
                  <a:pt x="306780" y="367284"/>
                </a:lnTo>
                <a:lnTo>
                  <a:pt x="306966" y="373141"/>
                </a:lnTo>
                <a:lnTo>
                  <a:pt x="307848" y="382524"/>
                </a:lnTo>
                <a:lnTo>
                  <a:pt x="281940" y="39319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" name="object 17"/>
          <p:cNvSpPr/>
          <p:nvPr/>
        </p:nvSpPr>
        <p:spPr>
          <a:xfrm>
            <a:off x="9244584" y="2383535"/>
            <a:ext cx="410209" cy="405765"/>
          </a:xfrm>
          <a:custGeom>
            <a:avLst/>
            <a:gdLst/>
            <a:ahLst/>
            <a:cxnLst/>
            <a:rect l="l" t="t" r="r" b="b"/>
            <a:pathLst>
              <a:path w="410209" h="405764">
                <a:moveTo>
                  <a:pt x="22860" y="306324"/>
                </a:moveTo>
                <a:lnTo>
                  <a:pt x="0" y="275843"/>
                </a:lnTo>
                <a:lnTo>
                  <a:pt x="17502" y="266700"/>
                </a:lnTo>
                <a:lnTo>
                  <a:pt x="40576" y="250698"/>
                </a:lnTo>
                <a:lnTo>
                  <a:pt x="69651" y="227838"/>
                </a:lnTo>
                <a:lnTo>
                  <a:pt x="105156" y="198119"/>
                </a:lnTo>
                <a:lnTo>
                  <a:pt x="105046" y="89916"/>
                </a:lnTo>
                <a:lnTo>
                  <a:pt x="104926" y="57912"/>
                </a:lnTo>
                <a:lnTo>
                  <a:pt x="104570" y="26193"/>
                </a:lnTo>
                <a:lnTo>
                  <a:pt x="104459" y="19812"/>
                </a:lnTo>
                <a:lnTo>
                  <a:pt x="103632" y="0"/>
                </a:lnTo>
                <a:lnTo>
                  <a:pt x="146304" y="19812"/>
                </a:lnTo>
                <a:lnTo>
                  <a:pt x="129540" y="32004"/>
                </a:lnTo>
                <a:lnTo>
                  <a:pt x="129540" y="210312"/>
                </a:lnTo>
                <a:lnTo>
                  <a:pt x="105156" y="210312"/>
                </a:lnTo>
                <a:lnTo>
                  <a:pt x="74295" y="242887"/>
                </a:lnTo>
                <a:lnTo>
                  <a:pt x="50292" y="269748"/>
                </a:lnTo>
                <a:lnTo>
                  <a:pt x="33147" y="290893"/>
                </a:lnTo>
                <a:lnTo>
                  <a:pt x="22860" y="306324"/>
                </a:lnTo>
                <a:close/>
              </a:path>
              <a:path w="410209" h="405764">
                <a:moveTo>
                  <a:pt x="262128" y="140208"/>
                </a:moveTo>
                <a:lnTo>
                  <a:pt x="237744" y="140208"/>
                </a:lnTo>
                <a:lnTo>
                  <a:pt x="237515" y="100584"/>
                </a:lnTo>
                <a:lnTo>
                  <a:pt x="237393" y="89916"/>
                </a:lnTo>
                <a:lnTo>
                  <a:pt x="236791" y="56769"/>
                </a:lnTo>
                <a:lnTo>
                  <a:pt x="235815" y="26193"/>
                </a:lnTo>
                <a:lnTo>
                  <a:pt x="234696" y="3048"/>
                </a:lnTo>
                <a:lnTo>
                  <a:pt x="278892" y="21336"/>
                </a:lnTo>
                <a:lnTo>
                  <a:pt x="262128" y="35052"/>
                </a:lnTo>
                <a:lnTo>
                  <a:pt x="262128" y="140208"/>
                </a:lnTo>
                <a:close/>
              </a:path>
              <a:path w="410209" h="405764">
                <a:moveTo>
                  <a:pt x="358140" y="105156"/>
                </a:moveTo>
                <a:lnTo>
                  <a:pt x="353568" y="105156"/>
                </a:lnTo>
                <a:lnTo>
                  <a:pt x="348996" y="99060"/>
                </a:lnTo>
                <a:lnTo>
                  <a:pt x="344333" y="89749"/>
                </a:lnTo>
                <a:lnTo>
                  <a:pt x="337304" y="76771"/>
                </a:lnTo>
                <a:lnTo>
                  <a:pt x="327469" y="62484"/>
                </a:lnTo>
                <a:lnTo>
                  <a:pt x="315063" y="47053"/>
                </a:lnTo>
                <a:lnTo>
                  <a:pt x="300228" y="30480"/>
                </a:lnTo>
                <a:lnTo>
                  <a:pt x="303276" y="24384"/>
                </a:lnTo>
                <a:lnTo>
                  <a:pt x="348924" y="46672"/>
                </a:lnTo>
                <a:lnTo>
                  <a:pt x="368808" y="65532"/>
                </a:lnTo>
                <a:lnTo>
                  <a:pt x="368808" y="79248"/>
                </a:lnTo>
                <a:lnTo>
                  <a:pt x="367284" y="85344"/>
                </a:lnTo>
                <a:lnTo>
                  <a:pt x="361188" y="100584"/>
                </a:lnTo>
                <a:lnTo>
                  <a:pt x="358140" y="105156"/>
                </a:lnTo>
                <a:close/>
              </a:path>
              <a:path w="410209" h="405764">
                <a:moveTo>
                  <a:pt x="62484" y="170688"/>
                </a:moveTo>
                <a:lnTo>
                  <a:pt x="56388" y="170688"/>
                </a:lnTo>
                <a:lnTo>
                  <a:pt x="53340" y="164592"/>
                </a:lnTo>
                <a:lnTo>
                  <a:pt x="48768" y="150876"/>
                </a:lnTo>
                <a:lnTo>
                  <a:pt x="43957" y="134326"/>
                </a:lnTo>
                <a:lnTo>
                  <a:pt x="36576" y="116776"/>
                </a:lnTo>
                <a:lnTo>
                  <a:pt x="26908" y="98369"/>
                </a:lnTo>
                <a:lnTo>
                  <a:pt x="15240" y="79248"/>
                </a:lnTo>
                <a:lnTo>
                  <a:pt x="18288" y="73152"/>
                </a:lnTo>
                <a:lnTo>
                  <a:pt x="54673" y="103060"/>
                </a:lnTo>
                <a:lnTo>
                  <a:pt x="79248" y="135636"/>
                </a:lnTo>
                <a:lnTo>
                  <a:pt x="79248" y="144780"/>
                </a:lnTo>
                <a:lnTo>
                  <a:pt x="76200" y="152400"/>
                </a:lnTo>
                <a:lnTo>
                  <a:pt x="71628" y="160020"/>
                </a:lnTo>
                <a:lnTo>
                  <a:pt x="65532" y="167640"/>
                </a:lnTo>
                <a:lnTo>
                  <a:pt x="62484" y="170688"/>
                </a:lnTo>
                <a:close/>
              </a:path>
              <a:path w="410209" h="405764">
                <a:moveTo>
                  <a:pt x="153924" y="155448"/>
                </a:moveTo>
                <a:lnTo>
                  <a:pt x="138684" y="140208"/>
                </a:lnTo>
                <a:lnTo>
                  <a:pt x="344424" y="140208"/>
                </a:lnTo>
                <a:lnTo>
                  <a:pt x="370332" y="114300"/>
                </a:lnTo>
                <a:lnTo>
                  <a:pt x="403860" y="150876"/>
                </a:lnTo>
                <a:lnTo>
                  <a:pt x="195072" y="150876"/>
                </a:lnTo>
                <a:lnTo>
                  <a:pt x="183927" y="151161"/>
                </a:lnTo>
                <a:lnTo>
                  <a:pt x="173355" y="152019"/>
                </a:lnTo>
                <a:lnTo>
                  <a:pt x="163353" y="153447"/>
                </a:lnTo>
                <a:lnTo>
                  <a:pt x="153924" y="155448"/>
                </a:lnTo>
                <a:close/>
              </a:path>
              <a:path w="410209" h="405764">
                <a:moveTo>
                  <a:pt x="132588" y="405384"/>
                </a:moveTo>
                <a:lnTo>
                  <a:pt x="129540" y="400812"/>
                </a:lnTo>
                <a:lnTo>
                  <a:pt x="159885" y="370339"/>
                </a:lnTo>
                <a:lnTo>
                  <a:pt x="185363" y="335336"/>
                </a:lnTo>
                <a:lnTo>
                  <a:pt x="205930" y="295846"/>
                </a:lnTo>
                <a:lnTo>
                  <a:pt x="221544" y="251911"/>
                </a:lnTo>
                <a:lnTo>
                  <a:pt x="232163" y="203573"/>
                </a:lnTo>
                <a:lnTo>
                  <a:pt x="237744" y="150876"/>
                </a:lnTo>
                <a:lnTo>
                  <a:pt x="262128" y="150876"/>
                </a:lnTo>
                <a:lnTo>
                  <a:pt x="256024" y="208780"/>
                </a:lnTo>
                <a:lnTo>
                  <a:pt x="243783" y="260547"/>
                </a:lnTo>
                <a:lnTo>
                  <a:pt x="225361" y="306133"/>
                </a:lnTo>
                <a:lnTo>
                  <a:pt x="200716" y="345496"/>
                </a:lnTo>
                <a:lnTo>
                  <a:pt x="169806" y="378594"/>
                </a:lnTo>
                <a:lnTo>
                  <a:pt x="132588" y="405384"/>
                </a:lnTo>
                <a:close/>
              </a:path>
              <a:path w="410209" h="405764">
                <a:moveTo>
                  <a:pt x="367284" y="393192"/>
                </a:moveTo>
                <a:lnTo>
                  <a:pt x="337255" y="357164"/>
                </a:lnTo>
                <a:lnTo>
                  <a:pt x="312858" y="314919"/>
                </a:lnTo>
                <a:lnTo>
                  <a:pt x="293875" y="266456"/>
                </a:lnTo>
                <a:lnTo>
                  <a:pt x="280086" y="211775"/>
                </a:lnTo>
                <a:lnTo>
                  <a:pt x="271272" y="150876"/>
                </a:lnTo>
                <a:lnTo>
                  <a:pt x="280416" y="150876"/>
                </a:lnTo>
                <a:lnTo>
                  <a:pt x="295790" y="214347"/>
                </a:lnTo>
                <a:lnTo>
                  <a:pt x="316358" y="267650"/>
                </a:lnTo>
                <a:lnTo>
                  <a:pt x="342192" y="310859"/>
                </a:lnTo>
                <a:lnTo>
                  <a:pt x="373367" y="344046"/>
                </a:lnTo>
                <a:lnTo>
                  <a:pt x="409956" y="367284"/>
                </a:lnTo>
                <a:lnTo>
                  <a:pt x="409956" y="374904"/>
                </a:lnTo>
                <a:lnTo>
                  <a:pt x="396216" y="375189"/>
                </a:lnTo>
                <a:lnTo>
                  <a:pt x="384619" y="378333"/>
                </a:lnTo>
                <a:lnTo>
                  <a:pt x="375023" y="384333"/>
                </a:lnTo>
                <a:lnTo>
                  <a:pt x="367284" y="393192"/>
                </a:lnTo>
                <a:close/>
              </a:path>
              <a:path w="410209" h="405764">
                <a:moveTo>
                  <a:pt x="103632" y="402336"/>
                </a:moveTo>
                <a:lnTo>
                  <a:pt x="103870" y="375761"/>
                </a:lnTo>
                <a:lnTo>
                  <a:pt x="104388" y="335336"/>
                </a:lnTo>
                <a:lnTo>
                  <a:pt x="104917" y="279749"/>
                </a:lnTo>
                <a:lnTo>
                  <a:pt x="105156" y="210312"/>
                </a:lnTo>
                <a:lnTo>
                  <a:pt x="129540" y="210312"/>
                </a:lnTo>
                <a:lnTo>
                  <a:pt x="129607" y="335336"/>
                </a:lnTo>
                <a:lnTo>
                  <a:pt x="129730" y="352234"/>
                </a:lnTo>
                <a:lnTo>
                  <a:pt x="130182" y="372070"/>
                </a:lnTo>
                <a:lnTo>
                  <a:pt x="131064" y="388620"/>
                </a:lnTo>
                <a:lnTo>
                  <a:pt x="103632" y="40233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" name="object 18"/>
          <p:cNvSpPr/>
          <p:nvPr/>
        </p:nvSpPr>
        <p:spPr>
          <a:xfrm>
            <a:off x="2122932" y="2916935"/>
            <a:ext cx="405765" cy="393700"/>
          </a:xfrm>
          <a:custGeom>
            <a:avLst/>
            <a:gdLst/>
            <a:ahLst/>
            <a:cxnLst/>
            <a:rect l="l" t="t" r="r" b="b"/>
            <a:pathLst>
              <a:path w="405764" h="393700">
                <a:moveTo>
                  <a:pt x="201168" y="82296"/>
                </a:moveTo>
                <a:lnTo>
                  <a:pt x="175260" y="82296"/>
                </a:lnTo>
                <a:lnTo>
                  <a:pt x="178141" y="58293"/>
                </a:lnTo>
                <a:lnTo>
                  <a:pt x="180022" y="36576"/>
                </a:lnTo>
                <a:lnTo>
                  <a:pt x="181046" y="17145"/>
                </a:lnTo>
                <a:lnTo>
                  <a:pt x="181356" y="0"/>
                </a:lnTo>
                <a:lnTo>
                  <a:pt x="227076" y="19812"/>
                </a:lnTo>
                <a:lnTo>
                  <a:pt x="208788" y="28956"/>
                </a:lnTo>
                <a:lnTo>
                  <a:pt x="207383" y="40933"/>
                </a:lnTo>
                <a:lnTo>
                  <a:pt x="205549" y="53911"/>
                </a:lnTo>
                <a:lnTo>
                  <a:pt x="203430" y="67746"/>
                </a:lnTo>
                <a:lnTo>
                  <a:pt x="201168" y="82296"/>
                </a:lnTo>
                <a:close/>
              </a:path>
              <a:path w="405764" h="393700">
                <a:moveTo>
                  <a:pt x="27432" y="99060"/>
                </a:moveTo>
                <a:lnTo>
                  <a:pt x="10668" y="82296"/>
                </a:lnTo>
                <a:lnTo>
                  <a:pt x="333756" y="82296"/>
                </a:lnTo>
                <a:lnTo>
                  <a:pt x="361188" y="56388"/>
                </a:lnTo>
                <a:lnTo>
                  <a:pt x="397764" y="92964"/>
                </a:lnTo>
                <a:lnTo>
                  <a:pt x="68580" y="92964"/>
                </a:lnTo>
                <a:lnTo>
                  <a:pt x="57435" y="93273"/>
                </a:lnTo>
                <a:lnTo>
                  <a:pt x="46863" y="94297"/>
                </a:lnTo>
                <a:lnTo>
                  <a:pt x="36861" y="96178"/>
                </a:lnTo>
                <a:lnTo>
                  <a:pt x="27432" y="99060"/>
                </a:lnTo>
                <a:close/>
              </a:path>
              <a:path w="405764" h="393700">
                <a:moveTo>
                  <a:pt x="4572" y="254507"/>
                </a:moveTo>
                <a:lnTo>
                  <a:pt x="0" y="248412"/>
                </a:lnTo>
                <a:lnTo>
                  <a:pt x="32599" y="237243"/>
                </a:lnTo>
                <a:lnTo>
                  <a:pt x="61912" y="224218"/>
                </a:lnTo>
                <a:lnTo>
                  <a:pt x="111252" y="192024"/>
                </a:lnTo>
                <a:lnTo>
                  <a:pt x="148590" y="148209"/>
                </a:lnTo>
                <a:lnTo>
                  <a:pt x="172212" y="92964"/>
                </a:lnTo>
                <a:lnTo>
                  <a:pt x="198120" y="92964"/>
                </a:lnTo>
                <a:lnTo>
                  <a:pt x="189547" y="117848"/>
                </a:lnTo>
                <a:lnTo>
                  <a:pt x="179832" y="140017"/>
                </a:lnTo>
                <a:lnTo>
                  <a:pt x="168973" y="159615"/>
                </a:lnTo>
                <a:lnTo>
                  <a:pt x="156972" y="176783"/>
                </a:lnTo>
                <a:lnTo>
                  <a:pt x="172140" y="182737"/>
                </a:lnTo>
                <a:lnTo>
                  <a:pt x="175773" y="184404"/>
                </a:lnTo>
                <a:lnTo>
                  <a:pt x="152400" y="184404"/>
                </a:lnTo>
                <a:lnTo>
                  <a:pt x="122658" y="206716"/>
                </a:lnTo>
                <a:lnTo>
                  <a:pt x="88201" y="225742"/>
                </a:lnTo>
                <a:lnTo>
                  <a:pt x="48887" y="241625"/>
                </a:lnTo>
                <a:lnTo>
                  <a:pt x="4572" y="254507"/>
                </a:lnTo>
                <a:close/>
              </a:path>
              <a:path w="405764" h="393700">
                <a:moveTo>
                  <a:pt x="368808" y="246888"/>
                </a:moveTo>
                <a:lnTo>
                  <a:pt x="306133" y="216027"/>
                </a:lnTo>
                <a:lnTo>
                  <a:pt x="260604" y="178307"/>
                </a:lnTo>
                <a:lnTo>
                  <a:pt x="228790" y="135064"/>
                </a:lnTo>
                <a:lnTo>
                  <a:pt x="207264" y="92964"/>
                </a:lnTo>
                <a:lnTo>
                  <a:pt x="216408" y="92964"/>
                </a:lnTo>
                <a:lnTo>
                  <a:pt x="235815" y="122920"/>
                </a:lnTo>
                <a:lnTo>
                  <a:pt x="257365" y="148590"/>
                </a:lnTo>
                <a:lnTo>
                  <a:pt x="306324" y="185928"/>
                </a:lnTo>
                <a:lnTo>
                  <a:pt x="358140" y="207454"/>
                </a:lnTo>
                <a:lnTo>
                  <a:pt x="405384" y="216407"/>
                </a:lnTo>
                <a:lnTo>
                  <a:pt x="405384" y="224028"/>
                </a:lnTo>
                <a:lnTo>
                  <a:pt x="391096" y="227171"/>
                </a:lnTo>
                <a:lnTo>
                  <a:pt x="380238" y="232029"/>
                </a:lnTo>
                <a:lnTo>
                  <a:pt x="372808" y="238601"/>
                </a:lnTo>
                <a:lnTo>
                  <a:pt x="368808" y="246888"/>
                </a:lnTo>
                <a:close/>
              </a:path>
              <a:path w="405764" h="393700">
                <a:moveTo>
                  <a:pt x="219456" y="249936"/>
                </a:moveTo>
                <a:lnTo>
                  <a:pt x="213360" y="249936"/>
                </a:lnTo>
                <a:lnTo>
                  <a:pt x="207264" y="243840"/>
                </a:lnTo>
                <a:lnTo>
                  <a:pt x="201168" y="233172"/>
                </a:lnTo>
                <a:lnTo>
                  <a:pt x="192047" y="220622"/>
                </a:lnTo>
                <a:lnTo>
                  <a:pt x="180784" y="208216"/>
                </a:lnTo>
                <a:lnTo>
                  <a:pt x="167520" y="196095"/>
                </a:lnTo>
                <a:lnTo>
                  <a:pt x="152400" y="184404"/>
                </a:lnTo>
                <a:lnTo>
                  <a:pt x="175773" y="184404"/>
                </a:lnTo>
                <a:lnTo>
                  <a:pt x="217027" y="207144"/>
                </a:lnTo>
                <a:lnTo>
                  <a:pt x="228600" y="227076"/>
                </a:lnTo>
                <a:lnTo>
                  <a:pt x="228600" y="234695"/>
                </a:lnTo>
                <a:lnTo>
                  <a:pt x="227076" y="240792"/>
                </a:lnTo>
                <a:lnTo>
                  <a:pt x="224028" y="245364"/>
                </a:lnTo>
                <a:lnTo>
                  <a:pt x="219456" y="249936"/>
                </a:lnTo>
                <a:close/>
              </a:path>
              <a:path w="405764" h="393700">
                <a:moveTo>
                  <a:pt x="219456" y="321563"/>
                </a:moveTo>
                <a:lnTo>
                  <a:pt x="213360" y="321563"/>
                </a:lnTo>
                <a:lnTo>
                  <a:pt x="208788" y="315467"/>
                </a:lnTo>
                <a:lnTo>
                  <a:pt x="205740" y="304800"/>
                </a:lnTo>
                <a:lnTo>
                  <a:pt x="199739" y="293893"/>
                </a:lnTo>
                <a:lnTo>
                  <a:pt x="190881" y="281559"/>
                </a:lnTo>
                <a:lnTo>
                  <a:pt x="179165" y="267509"/>
                </a:lnTo>
                <a:lnTo>
                  <a:pt x="164592" y="251460"/>
                </a:lnTo>
                <a:lnTo>
                  <a:pt x="167640" y="246888"/>
                </a:lnTo>
                <a:lnTo>
                  <a:pt x="207287" y="265533"/>
                </a:lnTo>
                <a:lnTo>
                  <a:pt x="233172" y="295656"/>
                </a:lnTo>
                <a:lnTo>
                  <a:pt x="231648" y="303276"/>
                </a:lnTo>
                <a:lnTo>
                  <a:pt x="230124" y="309372"/>
                </a:lnTo>
                <a:lnTo>
                  <a:pt x="225552" y="313943"/>
                </a:lnTo>
                <a:lnTo>
                  <a:pt x="222504" y="318515"/>
                </a:lnTo>
                <a:lnTo>
                  <a:pt x="219456" y="321563"/>
                </a:lnTo>
                <a:close/>
              </a:path>
              <a:path w="405764" h="393700">
                <a:moveTo>
                  <a:pt x="266700" y="393192"/>
                </a:moveTo>
                <a:lnTo>
                  <a:pt x="163068" y="393192"/>
                </a:lnTo>
                <a:lnTo>
                  <a:pt x="141327" y="392025"/>
                </a:lnTo>
                <a:lnTo>
                  <a:pt x="126301" y="386143"/>
                </a:lnTo>
                <a:lnTo>
                  <a:pt x="117848" y="375404"/>
                </a:lnTo>
                <a:lnTo>
                  <a:pt x="115824" y="359663"/>
                </a:lnTo>
                <a:lnTo>
                  <a:pt x="115672" y="338328"/>
                </a:lnTo>
                <a:lnTo>
                  <a:pt x="115546" y="324016"/>
                </a:lnTo>
                <a:lnTo>
                  <a:pt x="115038" y="295656"/>
                </a:lnTo>
                <a:lnTo>
                  <a:pt x="114598" y="274319"/>
                </a:lnTo>
                <a:lnTo>
                  <a:pt x="114503" y="268224"/>
                </a:lnTo>
                <a:lnTo>
                  <a:pt x="114300" y="249936"/>
                </a:lnTo>
                <a:lnTo>
                  <a:pt x="153924" y="271272"/>
                </a:lnTo>
                <a:lnTo>
                  <a:pt x="140208" y="283464"/>
                </a:lnTo>
                <a:lnTo>
                  <a:pt x="140106" y="353568"/>
                </a:lnTo>
                <a:lnTo>
                  <a:pt x="139874" y="360497"/>
                </a:lnTo>
                <a:lnTo>
                  <a:pt x="143256" y="367474"/>
                </a:lnTo>
                <a:lnTo>
                  <a:pt x="150066" y="371308"/>
                </a:lnTo>
                <a:lnTo>
                  <a:pt x="160020" y="371856"/>
                </a:lnTo>
                <a:lnTo>
                  <a:pt x="314208" y="371856"/>
                </a:lnTo>
                <a:lnTo>
                  <a:pt x="307205" y="380333"/>
                </a:lnTo>
                <a:lnTo>
                  <a:pt x="296227" y="387477"/>
                </a:lnTo>
                <a:lnTo>
                  <a:pt x="282678" y="391763"/>
                </a:lnTo>
                <a:lnTo>
                  <a:pt x="266700" y="393192"/>
                </a:lnTo>
                <a:close/>
              </a:path>
              <a:path w="405764" h="393700">
                <a:moveTo>
                  <a:pt x="365760" y="359663"/>
                </a:moveTo>
                <a:lnTo>
                  <a:pt x="359664" y="359663"/>
                </a:lnTo>
                <a:lnTo>
                  <a:pt x="355092" y="352044"/>
                </a:lnTo>
                <a:lnTo>
                  <a:pt x="350520" y="338328"/>
                </a:lnTo>
                <a:lnTo>
                  <a:pt x="343376" y="324016"/>
                </a:lnTo>
                <a:lnTo>
                  <a:pt x="333375" y="308419"/>
                </a:lnTo>
                <a:lnTo>
                  <a:pt x="320415" y="291274"/>
                </a:lnTo>
                <a:lnTo>
                  <a:pt x="304800" y="272795"/>
                </a:lnTo>
                <a:lnTo>
                  <a:pt x="310896" y="268224"/>
                </a:lnTo>
                <a:lnTo>
                  <a:pt x="345376" y="289560"/>
                </a:lnTo>
                <a:lnTo>
                  <a:pt x="378714" y="320802"/>
                </a:lnTo>
                <a:lnTo>
                  <a:pt x="381000" y="335280"/>
                </a:lnTo>
                <a:lnTo>
                  <a:pt x="379476" y="344424"/>
                </a:lnTo>
                <a:lnTo>
                  <a:pt x="376428" y="350520"/>
                </a:lnTo>
                <a:lnTo>
                  <a:pt x="371856" y="353568"/>
                </a:lnTo>
                <a:lnTo>
                  <a:pt x="365760" y="359663"/>
                </a:lnTo>
                <a:close/>
              </a:path>
              <a:path w="405764" h="393700">
                <a:moveTo>
                  <a:pt x="41148" y="362712"/>
                </a:moveTo>
                <a:lnTo>
                  <a:pt x="25908" y="362712"/>
                </a:lnTo>
                <a:lnTo>
                  <a:pt x="22860" y="359663"/>
                </a:lnTo>
                <a:lnTo>
                  <a:pt x="18288" y="358139"/>
                </a:lnTo>
                <a:lnTo>
                  <a:pt x="16764" y="356616"/>
                </a:lnTo>
                <a:lnTo>
                  <a:pt x="16764" y="350520"/>
                </a:lnTo>
                <a:lnTo>
                  <a:pt x="21336" y="344424"/>
                </a:lnTo>
                <a:lnTo>
                  <a:pt x="30480" y="336804"/>
                </a:lnTo>
                <a:lnTo>
                  <a:pt x="40505" y="326826"/>
                </a:lnTo>
                <a:lnTo>
                  <a:pt x="50101" y="312991"/>
                </a:lnTo>
                <a:lnTo>
                  <a:pt x="59412" y="295441"/>
                </a:lnTo>
                <a:lnTo>
                  <a:pt x="68580" y="274319"/>
                </a:lnTo>
                <a:lnTo>
                  <a:pt x="74676" y="275843"/>
                </a:lnTo>
                <a:lnTo>
                  <a:pt x="71461" y="318706"/>
                </a:lnTo>
                <a:lnTo>
                  <a:pt x="57864" y="354710"/>
                </a:lnTo>
                <a:lnTo>
                  <a:pt x="47244" y="361187"/>
                </a:lnTo>
                <a:lnTo>
                  <a:pt x="41148" y="362712"/>
                </a:lnTo>
                <a:close/>
              </a:path>
              <a:path w="405764" h="393700">
                <a:moveTo>
                  <a:pt x="314208" y="371856"/>
                </a:moveTo>
                <a:lnTo>
                  <a:pt x="252984" y="371856"/>
                </a:lnTo>
                <a:lnTo>
                  <a:pt x="262151" y="370713"/>
                </a:lnTo>
                <a:lnTo>
                  <a:pt x="269176" y="367284"/>
                </a:lnTo>
                <a:lnTo>
                  <a:pt x="280090" y="318706"/>
                </a:lnTo>
                <a:lnTo>
                  <a:pt x="280416" y="300228"/>
                </a:lnTo>
                <a:lnTo>
                  <a:pt x="289560" y="300228"/>
                </a:lnTo>
                <a:lnTo>
                  <a:pt x="292989" y="339232"/>
                </a:lnTo>
                <a:lnTo>
                  <a:pt x="315468" y="370332"/>
                </a:lnTo>
                <a:lnTo>
                  <a:pt x="314208" y="37185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pic>
        <p:nvPicPr>
          <p:cNvPr id="19" name="object 19"/>
          <p:cNvPicPr/>
          <p:nvPr/>
        </p:nvPicPr>
        <p:blipFill>
          <a:blip r:embed="rId5" cstate="print"/>
          <a:stretch>
            <a:fillRect/>
          </a:stretch>
        </p:blipFill>
        <p:spPr>
          <a:xfrm>
            <a:off x="2606039" y="3177635"/>
            <a:ext cx="68580" cy="118776"/>
          </a:xfrm>
          <a:prstGeom prst="rect">
            <a:avLst/>
          </a:prstGeom>
        </p:spPr>
      </p:pic>
      <p:sp>
        <p:nvSpPr>
          <p:cNvPr id="20" name="object 20"/>
          <p:cNvSpPr/>
          <p:nvPr/>
        </p:nvSpPr>
        <p:spPr>
          <a:xfrm>
            <a:off x="3014472" y="2932175"/>
            <a:ext cx="396240" cy="390525"/>
          </a:xfrm>
          <a:custGeom>
            <a:avLst/>
            <a:gdLst/>
            <a:ahLst/>
            <a:cxnLst/>
            <a:rect l="l" t="t" r="r" b="b"/>
            <a:pathLst>
              <a:path w="396239" h="390525">
                <a:moveTo>
                  <a:pt x="36576" y="35052"/>
                </a:moveTo>
                <a:lnTo>
                  <a:pt x="19812" y="18288"/>
                </a:lnTo>
                <a:lnTo>
                  <a:pt x="179832" y="18288"/>
                </a:lnTo>
                <a:lnTo>
                  <a:pt x="195072" y="1524"/>
                </a:lnTo>
                <a:lnTo>
                  <a:pt x="222504" y="24384"/>
                </a:lnTo>
                <a:lnTo>
                  <a:pt x="216217" y="28956"/>
                </a:lnTo>
                <a:lnTo>
                  <a:pt x="77724" y="28956"/>
                </a:lnTo>
                <a:lnTo>
                  <a:pt x="66579" y="29265"/>
                </a:lnTo>
                <a:lnTo>
                  <a:pt x="56007" y="30289"/>
                </a:lnTo>
                <a:lnTo>
                  <a:pt x="46005" y="32170"/>
                </a:lnTo>
                <a:lnTo>
                  <a:pt x="36576" y="35052"/>
                </a:lnTo>
                <a:close/>
              </a:path>
              <a:path w="396239" h="390525">
                <a:moveTo>
                  <a:pt x="123444" y="115824"/>
                </a:moveTo>
                <a:lnTo>
                  <a:pt x="100584" y="115824"/>
                </a:lnTo>
                <a:lnTo>
                  <a:pt x="100584" y="28956"/>
                </a:lnTo>
                <a:lnTo>
                  <a:pt x="123444" y="28956"/>
                </a:lnTo>
                <a:lnTo>
                  <a:pt x="123444" y="115824"/>
                </a:lnTo>
                <a:close/>
              </a:path>
              <a:path w="396239" h="390525">
                <a:moveTo>
                  <a:pt x="41148" y="132588"/>
                </a:moveTo>
                <a:lnTo>
                  <a:pt x="25908" y="115824"/>
                </a:lnTo>
                <a:lnTo>
                  <a:pt x="184404" y="115824"/>
                </a:lnTo>
                <a:lnTo>
                  <a:pt x="184404" y="28956"/>
                </a:lnTo>
                <a:lnTo>
                  <a:pt x="216217" y="28956"/>
                </a:lnTo>
                <a:lnTo>
                  <a:pt x="205740" y="36576"/>
                </a:lnTo>
                <a:lnTo>
                  <a:pt x="205740" y="126492"/>
                </a:lnTo>
                <a:lnTo>
                  <a:pt x="82296" y="126492"/>
                </a:lnTo>
                <a:lnTo>
                  <a:pt x="71794" y="126801"/>
                </a:lnTo>
                <a:lnTo>
                  <a:pt x="61150" y="127825"/>
                </a:lnTo>
                <a:lnTo>
                  <a:pt x="50792" y="129706"/>
                </a:lnTo>
                <a:lnTo>
                  <a:pt x="41148" y="132588"/>
                </a:lnTo>
                <a:close/>
              </a:path>
              <a:path w="396239" h="390525">
                <a:moveTo>
                  <a:pt x="118872" y="205740"/>
                </a:moveTo>
                <a:lnTo>
                  <a:pt x="97536" y="205740"/>
                </a:lnTo>
                <a:lnTo>
                  <a:pt x="98655" y="186928"/>
                </a:lnTo>
                <a:lnTo>
                  <a:pt x="99631" y="167259"/>
                </a:lnTo>
                <a:lnTo>
                  <a:pt x="100322" y="147018"/>
                </a:lnTo>
                <a:lnTo>
                  <a:pt x="100584" y="126492"/>
                </a:lnTo>
                <a:lnTo>
                  <a:pt x="123444" y="126492"/>
                </a:lnTo>
                <a:lnTo>
                  <a:pt x="123158" y="145946"/>
                </a:lnTo>
                <a:lnTo>
                  <a:pt x="122301" y="165544"/>
                </a:lnTo>
                <a:lnTo>
                  <a:pt x="120872" y="185427"/>
                </a:lnTo>
                <a:lnTo>
                  <a:pt x="118872" y="205740"/>
                </a:lnTo>
                <a:close/>
              </a:path>
              <a:path w="396239" h="390525">
                <a:moveTo>
                  <a:pt x="35052" y="220980"/>
                </a:moveTo>
                <a:lnTo>
                  <a:pt x="18288" y="205740"/>
                </a:lnTo>
                <a:lnTo>
                  <a:pt x="184404" y="205740"/>
                </a:lnTo>
                <a:lnTo>
                  <a:pt x="184404" y="126492"/>
                </a:lnTo>
                <a:lnTo>
                  <a:pt x="205740" y="126492"/>
                </a:lnTo>
                <a:lnTo>
                  <a:pt x="205740" y="214884"/>
                </a:lnTo>
                <a:lnTo>
                  <a:pt x="76200" y="214884"/>
                </a:lnTo>
                <a:lnTo>
                  <a:pt x="65055" y="215407"/>
                </a:lnTo>
                <a:lnTo>
                  <a:pt x="54483" y="216789"/>
                </a:lnTo>
                <a:lnTo>
                  <a:pt x="44481" y="218741"/>
                </a:lnTo>
                <a:lnTo>
                  <a:pt x="35052" y="220980"/>
                </a:lnTo>
                <a:close/>
              </a:path>
              <a:path w="396239" h="390525">
                <a:moveTo>
                  <a:pt x="3048" y="384048"/>
                </a:moveTo>
                <a:lnTo>
                  <a:pt x="0" y="381000"/>
                </a:lnTo>
                <a:lnTo>
                  <a:pt x="36837" y="342399"/>
                </a:lnTo>
                <a:lnTo>
                  <a:pt x="64960" y="301942"/>
                </a:lnTo>
                <a:lnTo>
                  <a:pt x="84224" y="259484"/>
                </a:lnTo>
                <a:lnTo>
                  <a:pt x="94488" y="214884"/>
                </a:lnTo>
                <a:lnTo>
                  <a:pt x="117348" y="214884"/>
                </a:lnTo>
                <a:lnTo>
                  <a:pt x="104203" y="266390"/>
                </a:lnTo>
                <a:lnTo>
                  <a:pt x="80772" y="311467"/>
                </a:lnTo>
                <a:lnTo>
                  <a:pt x="47053" y="350543"/>
                </a:lnTo>
                <a:lnTo>
                  <a:pt x="3048" y="384048"/>
                </a:lnTo>
                <a:close/>
              </a:path>
              <a:path w="396239" h="390525">
                <a:moveTo>
                  <a:pt x="201870" y="324612"/>
                </a:moveTo>
                <a:lnTo>
                  <a:pt x="161544" y="324612"/>
                </a:lnTo>
                <a:lnTo>
                  <a:pt x="171545" y="322278"/>
                </a:lnTo>
                <a:lnTo>
                  <a:pt x="178689" y="315087"/>
                </a:lnTo>
                <a:lnTo>
                  <a:pt x="182975" y="302752"/>
                </a:lnTo>
                <a:lnTo>
                  <a:pt x="184404" y="284987"/>
                </a:lnTo>
                <a:lnTo>
                  <a:pt x="184404" y="214884"/>
                </a:lnTo>
                <a:lnTo>
                  <a:pt x="205740" y="214884"/>
                </a:lnTo>
                <a:lnTo>
                  <a:pt x="205740" y="304799"/>
                </a:lnTo>
                <a:lnTo>
                  <a:pt x="201870" y="324612"/>
                </a:lnTo>
                <a:close/>
              </a:path>
              <a:path w="396239" h="390525">
                <a:moveTo>
                  <a:pt x="158496" y="365760"/>
                </a:moveTo>
                <a:lnTo>
                  <a:pt x="153614" y="353139"/>
                </a:lnTo>
                <a:lnTo>
                  <a:pt x="143446" y="342519"/>
                </a:lnTo>
                <a:lnTo>
                  <a:pt x="127849" y="333613"/>
                </a:lnTo>
                <a:lnTo>
                  <a:pt x="106680" y="326136"/>
                </a:lnTo>
                <a:lnTo>
                  <a:pt x="106680" y="320040"/>
                </a:lnTo>
                <a:lnTo>
                  <a:pt x="161544" y="324612"/>
                </a:lnTo>
                <a:lnTo>
                  <a:pt x="201870" y="324612"/>
                </a:lnTo>
                <a:lnTo>
                  <a:pt x="201787" y="325040"/>
                </a:lnTo>
                <a:lnTo>
                  <a:pt x="192405" y="342138"/>
                </a:lnTo>
                <a:lnTo>
                  <a:pt x="177879" y="355806"/>
                </a:lnTo>
                <a:lnTo>
                  <a:pt x="158496" y="365760"/>
                </a:lnTo>
                <a:close/>
              </a:path>
              <a:path w="396239" h="390525">
                <a:moveTo>
                  <a:pt x="242316" y="390144"/>
                </a:moveTo>
                <a:lnTo>
                  <a:pt x="243435" y="347233"/>
                </a:lnTo>
                <a:lnTo>
                  <a:pt x="244346" y="301561"/>
                </a:lnTo>
                <a:lnTo>
                  <a:pt x="245102" y="243125"/>
                </a:lnTo>
                <a:lnTo>
                  <a:pt x="245314" y="170021"/>
                </a:lnTo>
                <a:lnTo>
                  <a:pt x="245102" y="121300"/>
                </a:lnTo>
                <a:lnTo>
                  <a:pt x="244411" y="71247"/>
                </a:lnTo>
                <a:lnTo>
                  <a:pt x="243435" y="30908"/>
                </a:lnTo>
                <a:lnTo>
                  <a:pt x="242316" y="0"/>
                </a:lnTo>
                <a:lnTo>
                  <a:pt x="266700" y="18288"/>
                </a:lnTo>
                <a:lnTo>
                  <a:pt x="381000" y="18288"/>
                </a:lnTo>
                <a:lnTo>
                  <a:pt x="391668" y="28956"/>
                </a:lnTo>
                <a:lnTo>
                  <a:pt x="266700" y="28956"/>
                </a:lnTo>
                <a:lnTo>
                  <a:pt x="266801" y="281940"/>
                </a:lnTo>
                <a:lnTo>
                  <a:pt x="266902" y="288035"/>
                </a:lnTo>
                <a:lnTo>
                  <a:pt x="267041" y="294132"/>
                </a:lnTo>
                <a:lnTo>
                  <a:pt x="267757" y="316849"/>
                </a:lnTo>
                <a:lnTo>
                  <a:pt x="268628" y="342495"/>
                </a:lnTo>
                <a:lnTo>
                  <a:pt x="269748" y="377952"/>
                </a:lnTo>
                <a:lnTo>
                  <a:pt x="242316" y="390144"/>
                </a:lnTo>
                <a:close/>
              </a:path>
              <a:path w="396239" h="390525">
                <a:moveTo>
                  <a:pt x="381000" y="18288"/>
                </a:moveTo>
                <a:lnTo>
                  <a:pt x="350520" y="18288"/>
                </a:lnTo>
                <a:lnTo>
                  <a:pt x="365760" y="3048"/>
                </a:lnTo>
                <a:lnTo>
                  <a:pt x="381000" y="18288"/>
                </a:lnTo>
                <a:close/>
              </a:path>
              <a:path w="396239" h="390525">
                <a:moveTo>
                  <a:pt x="384129" y="281940"/>
                </a:moveTo>
                <a:lnTo>
                  <a:pt x="350520" y="281940"/>
                </a:lnTo>
                <a:lnTo>
                  <a:pt x="356616" y="277368"/>
                </a:lnTo>
                <a:lnTo>
                  <a:pt x="359664" y="268224"/>
                </a:lnTo>
                <a:lnTo>
                  <a:pt x="361188" y="259080"/>
                </a:lnTo>
                <a:lnTo>
                  <a:pt x="362712" y="252984"/>
                </a:lnTo>
                <a:lnTo>
                  <a:pt x="362712" y="248412"/>
                </a:lnTo>
                <a:lnTo>
                  <a:pt x="355092" y="208788"/>
                </a:lnTo>
                <a:lnTo>
                  <a:pt x="328517" y="164853"/>
                </a:lnTo>
                <a:lnTo>
                  <a:pt x="313944" y="146304"/>
                </a:lnTo>
                <a:lnTo>
                  <a:pt x="352044" y="28956"/>
                </a:lnTo>
                <a:lnTo>
                  <a:pt x="391668" y="28956"/>
                </a:lnTo>
                <a:lnTo>
                  <a:pt x="396240" y="33528"/>
                </a:lnTo>
                <a:lnTo>
                  <a:pt x="387096" y="36052"/>
                </a:lnTo>
                <a:lnTo>
                  <a:pt x="377952" y="43434"/>
                </a:lnTo>
                <a:lnTo>
                  <a:pt x="350758" y="89939"/>
                </a:lnTo>
                <a:lnTo>
                  <a:pt x="333517" y="127134"/>
                </a:lnTo>
                <a:lnTo>
                  <a:pt x="324612" y="146304"/>
                </a:lnTo>
                <a:lnTo>
                  <a:pt x="363093" y="190881"/>
                </a:lnTo>
                <a:lnTo>
                  <a:pt x="384762" y="235743"/>
                </a:lnTo>
                <a:lnTo>
                  <a:pt x="388620" y="260604"/>
                </a:lnTo>
                <a:lnTo>
                  <a:pt x="388024" y="268628"/>
                </a:lnTo>
                <a:lnTo>
                  <a:pt x="386143" y="276796"/>
                </a:lnTo>
                <a:lnTo>
                  <a:pt x="384129" y="281940"/>
                </a:lnTo>
                <a:close/>
              </a:path>
              <a:path w="396239" h="390525">
                <a:moveTo>
                  <a:pt x="336804" y="323088"/>
                </a:moveTo>
                <a:lnTo>
                  <a:pt x="332803" y="311396"/>
                </a:lnTo>
                <a:lnTo>
                  <a:pt x="323088" y="301561"/>
                </a:lnTo>
                <a:lnTo>
                  <a:pt x="307657" y="293727"/>
                </a:lnTo>
                <a:lnTo>
                  <a:pt x="286512" y="288035"/>
                </a:lnTo>
                <a:lnTo>
                  <a:pt x="286512" y="280416"/>
                </a:lnTo>
                <a:lnTo>
                  <a:pt x="303633" y="280654"/>
                </a:lnTo>
                <a:lnTo>
                  <a:pt x="330446" y="281701"/>
                </a:lnTo>
                <a:lnTo>
                  <a:pt x="339852" y="281940"/>
                </a:lnTo>
                <a:lnTo>
                  <a:pt x="384129" y="281940"/>
                </a:lnTo>
                <a:lnTo>
                  <a:pt x="382833" y="285249"/>
                </a:lnTo>
                <a:lnTo>
                  <a:pt x="377952" y="294132"/>
                </a:lnTo>
                <a:lnTo>
                  <a:pt x="371951" y="302085"/>
                </a:lnTo>
                <a:lnTo>
                  <a:pt x="363093" y="309753"/>
                </a:lnTo>
                <a:lnTo>
                  <a:pt x="351377" y="316849"/>
                </a:lnTo>
                <a:lnTo>
                  <a:pt x="336804" y="32308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" name="object 21"/>
          <p:cNvSpPr/>
          <p:nvPr/>
        </p:nvSpPr>
        <p:spPr>
          <a:xfrm>
            <a:off x="3468623" y="2921508"/>
            <a:ext cx="360045" cy="382905"/>
          </a:xfrm>
          <a:custGeom>
            <a:avLst/>
            <a:gdLst/>
            <a:ahLst/>
            <a:cxnLst/>
            <a:rect l="l" t="t" r="r" b="b"/>
            <a:pathLst>
              <a:path w="360045" h="382904">
                <a:moveTo>
                  <a:pt x="3047" y="242316"/>
                </a:moveTo>
                <a:lnTo>
                  <a:pt x="0" y="234696"/>
                </a:lnTo>
                <a:lnTo>
                  <a:pt x="35099" y="205859"/>
                </a:lnTo>
                <a:lnTo>
                  <a:pt x="67056" y="176593"/>
                </a:lnTo>
                <a:lnTo>
                  <a:pt x="95583" y="147042"/>
                </a:lnTo>
                <a:lnTo>
                  <a:pt x="120396" y="117348"/>
                </a:lnTo>
                <a:lnTo>
                  <a:pt x="161734" y="58102"/>
                </a:lnTo>
                <a:lnTo>
                  <a:pt x="190500" y="0"/>
                </a:lnTo>
                <a:lnTo>
                  <a:pt x="228600" y="33528"/>
                </a:lnTo>
                <a:lnTo>
                  <a:pt x="205740" y="41148"/>
                </a:lnTo>
                <a:lnTo>
                  <a:pt x="177179" y="82931"/>
                </a:lnTo>
                <a:lnTo>
                  <a:pt x="146416" y="121412"/>
                </a:lnTo>
                <a:lnTo>
                  <a:pt x="113538" y="156591"/>
                </a:lnTo>
                <a:lnTo>
                  <a:pt x="78627" y="188468"/>
                </a:lnTo>
                <a:lnTo>
                  <a:pt x="41768" y="217043"/>
                </a:lnTo>
                <a:lnTo>
                  <a:pt x="3047" y="242316"/>
                </a:lnTo>
                <a:close/>
              </a:path>
              <a:path w="360045" h="382904">
                <a:moveTo>
                  <a:pt x="86868" y="370332"/>
                </a:moveTo>
                <a:lnTo>
                  <a:pt x="62484" y="329184"/>
                </a:lnTo>
                <a:lnTo>
                  <a:pt x="75842" y="324945"/>
                </a:lnTo>
                <a:lnTo>
                  <a:pt x="95059" y="312420"/>
                </a:lnTo>
                <a:lnTo>
                  <a:pt x="149352" y="263652"/>
                </a:lnTo>
                <a:lnTo>
                  <a:pt x="179903" y="229004"/>
                </a:lnTo>
                <a:lnTo>
                  <a:pt x="207454" y="191071"/>
                </a:lnTo>
                <a:lnTo>
                  <a:pt x="231862" y="149423"/>
                </a:lnTo>
                <a:lnTo>
                  <a:pt x="252984" y="103632"/>
                </a:lnTo>
                <a:lnTo>
                  <a:pt x="289560" y="134112"/>
                </a:lnTo>
                <a:lnTo>
                  <a:pt x="271272" y="143256"/>
                </a:lnTo>
                <a:lnTo>
                  <a:pt x="244435" y="178355"/>
                </a:lnTo>
                <a:lnTo>
                  <a:pt x="218884" y="210312"/>
                </a:lnTo>
                <a:lnTo>
                  <a:pt x="172212" y="263652"/>
                </a:lnTo>
                <a:lnTo>
                  <a:pt x="131254" y="302704"/>
                </a:lnTo>
                <a:lnTo>
                  <a:pt x="100584" y="329184"/>
                </a:lnTo>
                <a:lnTo>
                  <a:pt x="299946" y="329184"/>
                </a:lnTo>
                <a:lnTo>
                  <a:pt x="238243" y="335901"/>
                </a:lnTo>
                <a:lnTo>
                  <a:pt x="177613" y="344216"/>
                </a:lnTo>
                <a:lnTo>
                  <a:pt x="132124" y="352677"/>
                </a:lnTo>
                <a:lnTo>
                  <a:pt x="101851" y="361358"/>
                </a:lnTo>
                <a:lnTo>
                  <a:pt x="86868" y="370332"/>
                </a:lnTo>
                <a:close/>
              </a:path>
              <a:path w="360045" h="382904">
                <a:moveTo>
                  <a:pt x="299946" y="329184"/>
                </a:moveTo>
                <a:lnTo>
                  <a:pt x="100584" y="329184"/>
                </a:lnTo>
                <a:lnTo>
                  <a:pt x="309372" y="318516"/>
                </a:lnTo>
                <a:lnTo>
                  <a:pt x="297084" y="297918"/>
                </a:lnTo>
                <a:lnTo>
                  <a:pt x="283083" y="277177"/>
                </a:lnTo>
                <a:lnTo>
                  <a:pt x="267366" y="256151"/>
                </a:lnTo>
                <a:lnTo>
                  <a:pt x="249936" y="234696"/>
                </a:lnTo>
                <a:lnTo>
                  <a:pt x="254508" y="230124"/>
                </a:lnTo>
                <a:lnTo>
                  <a:pt x="295917" y="265247"/>
                </a:lnTo>
                <a:lnTo>
                  <a:pt x="326326" y="292798"/>
                </a:lnTo>
                <a:lnTo>
                  <a:pt x="353568" y="324612"/>
                </a:lnTo>
                <a:lnTo>
                  <a:pt x="354874" y="327660"/>
                </a:lnTo>
                <a:lnTo>
                  <a:pt x="313944" y="327660"/>
                </a:lnTo>
                <a:lnTo>
                  <a:pt x="299946" y="329184"/>
                </a:lnTo>
                <a:close/>
              </a:path>
              <a:path w="360045" h="382904">
                <a:moveTo>
                  <a:pt x="342900" y="382524"/>
                </a:moveTo>
                <a:lnTo>
                  <a:pt x="338328" y="382524"/>
                </a:lnTo>
                <a:lnTo>
                  <a:pt x="335280" y="377952"/>
                </a:lnTo>
                <a:lnTo>
                  <a:pt x="332232" y="370332"/>
                </a:lnTo>
                <a:lnTo>
                  <a:pt x="328517" y="360664"/>
                </a:lnTo>
                <a:lnTo>
                  <a:pt x="324231" y="350139"/>
                </a:lnTo>
                <a:lnTo>
                  <a:pt x="319373" y="339042"/>
                </a:lnTo>
                <a:lnTo>
                  <a:pt x="313944" y="327660"/>
                </a:lnTo>
                <a:lnTo>
                  <a:pt x="354874" y="327660"/>
                </a:lnTo>
                <a:lnTo>
                  <a:pt x="358140" y="335280"/>
                </a:lnTo>
                <a:lnTo>
                  <a:pt x="359629" y="344216"/>
                </a:lnTo>
                <a:lnTo>
                  <a:pt x="359572" y="350139"/>
                </a:lnTo>
                <a:lnTo>
                  <a:pt x="359116" y="355806"/>
                </a:lnTo>
                <a:lnTo>
                  <a:pt x="357568" y="362331"/>
                </a:lnTo>
                <a:lnTo>
                  <a:pt x="355163" y="368284"/>
                </a:lnTo>
                <a:lnTo>
                  <a:pt x="352044" y="373380"/>
                </a:lnTo>
                <a:lnTo>
                  <a:pt x="342900" y="38252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" name="object 22"/>
          <p:cNvSpPr/>
          <p:nvPr/>
        </p:nvSpPr>
        <p:spPr>
          <a:xfrm>
            <a:off x="3906012" y="2913887"/>
            <a:ext cx="850900" cy="410209"/>
          </a:xfrm>
          <a:custGeom>
            <a:avLst/>
            <a:gdLst/>
            <a:ahLst/>
            <a:cxnLst/>
            <a:rect l="l" t="t" r="r" b="b"/>
            <a:pathLst>
              <a:path w="850900" h="410210">
                <a:moveTo>
                  <a:pt x="204216" y="36576"/>
                </a:moveTo>
                <a:lnTo>
                  <a:pt x="175260" y="7620"/>
                </a:lnTo>
                <a:lnTo>
                  <a:pt x="167322" y="14224"/>
                </a:lnTo>
                <a:lnTo>
                  <a:pt x="157543" y="20383"/>
                </a:lnTo>
                <a:lnTo>
                  <a:pt x="120980" y="37465"/>
                </a:lnTo>
                <a:lnTo>
                  <a:pt x="76200" y="51816"/>
                </a:lnTo>
                <a:lnTo>
                  <a:pt x="48768" y="35052"/>
                </a:lnTo>
                <a:lnTo>
                  <a:pt x="49669" y="56730"/>
                </a:lnTo>
                <a:lnTo>
                  <a:pt x="50292" y="84963"/>
                </a:lnTo>
                <a:lnTo>
                  <a:pt x="50927" y="120396"/>
                </a:lnTo>
                <a:lnTo>
                  <a:pt x="51816" y="160020"/>
                </a:lnTo>
                <a:lnTo>
                  <a:pt x="51244" y="202311"/>
                </a:lnTo>
                <a:lnTo>
                  <a:pt x="46672" y="273177"/>
                </a:lnTo>
                <a:lnTo>
                  <a:pt x="36639" y="328663"/>
                </a:lnTo>
                <a:lnTo>
                  <a:pt x="15443" y="380199"/>
                </a:lnTo>
                <a:lnTo>
                  <a:pt x="0" y="405384"/>
                </a:lnTo>
                <a:lnTo>
                  <a:pt x="6096" y="409956"/>
                </a:lnTo>
                <a:lnTo>
                  <a:pt x="35445" y="371081"/>
                </a:lnTo>
                <a:lnTo>
                  <a:pt x="56959" y="329755"/>
                </a:lnTo>
                <a:lnTo>
                  <a:pt x="70167" y="285877"/>
                </a:lnTo>
                <a:lnTo>
                  <a:pt x="74676" y="239268"/>
                </a:lnTo>
                <a:lnTo>
                  <a:pt x="156972" y="239268"/>
                </a:lnTo>
                <a:lnTo>
                  <a:pt x="156972" y="265176"/>
                </a:lnTo>
                <a:lnTo>
                  <a:pt x="182880" y="254508"/>
                </a:lnTo>
                <a:lnTo>
                  <a:pt x="182156" y="239268"/>
                </a:lnTo>
                <a:lnTo>
                  <a:pt x="181991" y="235915"/>
                </a:lnTo>
                <a:lnTo>
                  <a:pt x="181851" y="228600"/>
                </a:lnTo>
                <a:lnTo>
                  <a:pt x="181546" y="212471"/>
                </a:lnTo>
                <a:lnTo>
                  <a:pt x="181394" y="185343"/>
                </a:lnTo>
                <a:lnTo>
                  <a:pt x="181356" y="147828"/>
                </a:lnTo>
                <a:lnTo>
                  <a:pt x="190500" y="141732"/>
                </a:lnTo>
                <a:lnTo>
                  <a:pt x="195072" y="138684"/>
                </a:lnTo>
                <a:lnTo>
                  <a:pt x="186436" y="131064"/>
                </a:lnTo>
                <a:lnTo>
                  <a:pt x="169164" y="115824"/>
                </a:lnTo>
                <a:lnTo>
                  <a:pt x="156972" y="129374"/>
                </a:lnTo>
                <a:lnTo>
                  <a:pt x="156972" y="141732"/>
                </a:lnTo>
                <a:lnTo>
                  <a:pt x="156972" y="228600"/>
                </a:lnTo>
                <a:lnTo>
                  <a:pt x="74676" y="228600"/>
                </a:lnTo>
                <a:lnTo>
                  <a:pt x="76200" y="141732"/>
                </a:lnTo>
                <a:lnTo>
                  <a:pt x="156972" y="141732"/>
                </a:lnTo>
                <a:lnTo>
                  <a:pt x="156972" y="129374"/>
                </a:lnTo>
                <a:lnTo>
                  <a:pt x="155448" y="131064"/>
                </a:lnTo>
                <a:lnTo>
                  <a:pt x="76200" y="131064"/>
                </a:lnTo>
                <a:lnTo>
                  <a:pt x="76200" y="60960"/>
                </a:lnTo>
                <a:lnTo>
                  <a:pt x="115493" y="51816"/>
                </a:lnTo>
                <a:lnTo>
                  <a:pt x="120205" y="50723"/>
                </a:lnTo>
                <a:lnTo>
                  <a:pt x="156210" y="43053"/>
                </a:lnTo>
                <a:lnTo>
                  <a:pt x="184213" y="38252"/>
                </a:lnTo>
                <a:lnTo>
                  <a:pt x="204216" y="36576"/>
                </a:lnTo>
                <a:close/>
              </a:path>
              <a:path w="850900" h="410210">
                <a:moveTo>
                  <a:pt x="413004" y="163068"/>
                </a:moveTo>
                <a:lnTo>
                  <a:pt x="402336" y="152400"/>
                </a:lnTo>
                <a:lnTo>
                  <a:pt x="381000" y="131064"/>
                </a:lnTo>
                <a:lnTo>
                  <a:pt x="359664" y="152400"/>
                </a:lnTo>
                <a:lnTo>
                  <a:pt x="246888" y="152400"/>
                </a:lnTo>
                <a:lnTo>
                  <a:pt x="246888" y="59436"/>
                </a:lnTo>
                <a:lnTo>
                  <a:pt x="291541" y="51816"/>
                </a:lnTo>
                <a:lnTo>
                  <a:pt x="305219" y="49491"/>
                </a:lnTo>
                <a:lnTo>
                  <a:pt x="350139" y="42672"/>
                </a:lnTo>
                <a:lnTo>
                  <a:pt x="381901" y="39293"/>
                </a:lnTo>
                <a:lnTo>
                  <a:pt x="400812" y="39624"/>
                </a:lnTo>
                <a:lnTo>
                  <a:pt x="400469" y="39293"/>
                </a:lnTo>
                <a:lnTo>
                  <a:pt x="367284" y="6096"/>
                </a:lnTo>
                <a:lnTo>
                  <a:pt x="351256" y="16675"/>
                </a:lnTo>
                <a:lnTo>
                  <a:pt x="325945" y="27813"/>
                </a:lnTo>
                <a:lnTo>
                  <a:pt x="291198" y="39535"/>
                </a:lnTo>
                <a:lnTo>
                  <a:pt x="246888" y="51816"/>
                </a:lnTo>
                <a:lnTo>
                  <a:pt x="219456" y="35052"/>
                </a:lnTo>
                <a:lnTo>
                  <a:pt x="220332" y="55041"/>
                </a:lnTo>
                <a:lnTo>
                  <a:pt x="220789" y="76009"/>
                </a:lnTo>
                <a:lnTo>
                  <a:pt x="220853" y="84963"/>
                </a:lnTo>
                <a:lnTo>
                  <a:pt x="220776" y="163068"/>
                </a:lnTo>
                <a:lnTo>
                  <a:pt x="219456" y="208788"/>
                </a:lnTo>
                <a:lnTo>
                  <a:pt x="211264" y="258889"/>
                </a:lnTo>
                <a:lnTo>
                  <a:pt x="190500" y="312420"/>
                </a:lnTo>
                <a:lnTo>
                  <a:pt x="160591" y="363855"/>
                </a:lnTo>
                <a:lnTo>
                  <a:pt x="124968" y="403860"/>
                </a:lnTo>
                <a:lnTo>
                  <a:pt x="131064" y="409956"/>
                </a:lnTo>
                <a:lnTo>
                  <a:pt x="167259" y="377063"/>
                </a:lnTo>
                <a:lnTo>
                  <a:pt x="196646" y="340868"/>
                </a:lnTo>
                <a:lnTo>
                  <a:pt x="219265" y="301371"/>
                </a:lnTo>
                <a:lnTo>
                  <a:pt x="235140" y="258572"/>
                </a:lnTo>
                <a:lnTo>
                  <a:pt x="244335" y="212471"/>
                </a:lnTo>
                <a:lnTo>
                  <a:pt x="246888" y="163068"/>
                </a:lnTo>
                <a:lnTo>
                  <a:pt x="316992" y="163068"/>
                </a:lnTo>
                <a:lnTo>
                  <a:pt x="316966" y="312420"/>
                </a:lnTo>
                <a:lnTo>
                  <a:pt x="316801" y="328663"/>
                </a:lnTo>
                <a:lnTo>
                  <a:pt x="316699" y="335280"/>
                </a:lnTo>
                <a:lnTo>
                  <a:pt x="315696" y="380555"/>
                </a:lnTo>
                <a:lnTo>
                  <a:pt x="315468" y="405384"/>
                </a:lnTo>
                <a:lnTo>
                  <a:pt x="342900" y="391668"/>
                </a:lnTo>
                <a:lnTo>
                  <a:pt x="342011" y="375145"/>
                </a:lnTo>
                <a:lnTo>
                  <a:pt x="341566" y="360045"/>
                </a:lnTo>
                <a:lnTo>
                  <a:pt x="341490" y="354711"/>
                </a:lnTo>
                <a:lnTo>
                  <a:pt x="341376" y="163068"/>
                </a:lnTo>
                <a:lnTo>
                  <a:pt x="413004" y="163068"/>
                </a:lnTo>
                <a:close/>
              </a:path>
              <a:path w="850900" h="410210">
                <a:moveTo>
                  <a:pt x="850392" y="82296"/>
                </a:moveTo>
                <a:lnTo>
                  <a:pt x="810768" y="42672"/>
                </a:lnTo>
                <a:lnTo>
                  <a:pt x="781812" y="71628"/>
                </a:lnTo>
                <a:lnTo>
                  <a:pt x="633984" y="71628"/>
                </a:lnTo>
                <a:lnTo>
                  <a:pt x="637933" y="63296"/>
                </a:lnTo>
                <a:lnTo>
                  <a:pt x="648119" y="43776"/>
                </a:lnTo>
                <a:lnTo>
                  <a:pt x="653796" y="32004"/>
                </a:lnTo>
                <a:lnTo>
                  <a:pt x="672084" y="24384"/>
                </a:lnTo>
                <a:lnTo>
                  <a:pt x="627888" y="0"/>
                </a:lnTo>
                <a:lnTo>
                  <a:pt x="624713" y="15481"/>
                </a:lnTo>
                <a:lnTo>
                  <a:pt x="619696" y="32385"/>
                </a:lnTo>
                <a:lnTo>
                  <a:pt x="612660" y="51015"/>
                </a:lnTo>
                <a:lnTo>
                  <a:pt x="603504" y="71628"/>
                </a:lnTo>
                <a:lnTo>
                  <a:pt x="446532" y="71628"/>
                </a:lnTo>
                <a:lnTo>
                  <a:pt x="463296" y="88392"/>
                </a:lnTo>
                <a:lnTo>
                  <a:pt x="472719" y="85521"/>
                </a:lnTo>
                <a:lnTo>
                  <a:pt x="482727" y="83629"/>
                </a:lnTo>
                <a:lnTo>
                  <a:pt x="493293" y="82613"/>
                </a:lnTo>
                <a:lnTo>
                  <a:pt x="504444" y="82296"/>
                </a:lnTo>
                <a:lnTo>
                  <a:pt x="600456" y="82296"/>
                </a:lnTo>
                <a:lnTo>
                  <a:pt x="566166" y="139255"/>
                </a:lnTo>
                <a:lnTo>
                  <a:pt x="531876" y="185928"/>
                </a:lnTo>
                <a:lnTo>
                  <a:pt x="492633" y="226123"/>
                </a:lnTo>
                <a:lnTo>
                  <a:pt x="446532" y="265176"/>
                </a:lnTo>
                <a:lnTo>
                  <a:pt x="452628" y="269748"/>
                </a:lnTo>
                <a:lnTo>
                  <a:pt x="480644" y="251460"/>
                </a:lnTo>
                <a:lnTo>
                  <a:pt x="507682" y="230886"/>
                </a:lnTo>
                <a:lnTo>
                  <a:pt x="533844" y="208026"/>
                </a:lnTo>
                <a:lnTo>
                  <a:pt x="559308" y="182880"/>
                </a:lnTo>
                <a:lnTo>
                  <a:pt x="559041" y="270878"/>
                </a:lnTo>
                <a:lnTo>
                  <a:pt x="558355" y="338137"/>
                </a:lnTo>
                <a:lnTo>
                  <a:pt x="557377" y="384556"/>
                </a:lnTo>
                <a:lnTo>
                  <a:pt x="556260" y="409956"/>
                </a:lnTo>
                <a:lnTo>
                  <a:pt x="582168" y="393192"/>
                </a:lnTo>
                <a:lnTo>
                  <a:pt x="582168" y="294132"/>
                </a:lnTo>
                <a:lnTo>
                  <a:pt x="742188" y="294132"/>
                </a:lnTo>
                <a:lnTo>
                  <a:pt x="742188" y="365760"/>
                </a:lnTo>
                <a:lnTo>
                  <a:pt x="737616" y="371856"/>
                </a:lnTo>
                <a:lnTo>
                  <a:pt x="726948" y="371856"/>
                </a:lnTo>
                <a:lnTo>
                  <a:pt x="718108" y="371335"/>
                </a:lnTo>
                <a:lnTo>
                  <a:pt x="707707" y="369951"/>
                </a:lnTo>
                <a:lnTo>
                  <a:pt x="682752" y="365760"/>
                </a:lnTo>
                <a:lnTo>
                  <a:pt x="682752" y="374904"/>
                </a:lnTo>
                <a:lnTo>
                  <a:pt x="703605" y="382320"/>
                </a:lnTo>
                <a:lnTo>
                  <a:pt x="718185" y="390715"/>
                </a:lnTo>
                <a:lnTo>
                  <a:pt x="726465" y="399986"/>
                </a:lnTo>
                <a:lnTo>
                  <a:pt x="728472" y="409956"/>
                </a:lnTo>
                <a:lnTo>
                  <a:pt x="745350" y="402005"/>
                </a:lnTo>
                <a:lnTo>
                  <a:pt x="757237" y="392049"/>
                </a:lnTo>
                <a:lnTo>
                  <a:pt x="764260" y="380390"/>
                </a:lnTo>
                <a:lnTo>
                  <a:pt x="765759" y="371856"/>
                </a:lnTo>
                <a:lnTo>
                  <a:pt x="766445" y="368007"/>
                </a:lnTo>
                <a:lnTo>
                  <a:pt x="766572" y="294132"/>
                </a:lnTo>
                <a:lnTo>
                  <a:pt x="766572" y="283464"/>
                </a:lnTo>
                <a:lnTo>
                  <a:pt x="766572" y="227076"/>
                </a:lnTo>
                <a:lnTo>
                  <a:pt x="766572" y="216408"/>
                </a:lnTo>
                <a:lnTo>
                  <a:pt x="766572" y="163068"/>
                </a:lnTo>
                <a:lnTo>
                  <a:pt x="777049" y="155448"/>
                </a:lnTo>
                <a:lnTo>
                  <a:pt x="783336" y="150876"/>
                </a:lnTo>
                <a:lnTo>
                  <a:pt x="775208" y="144780"/>
                </a:lnTo>
                <a:lnTo>
                  <a:pt x="752856" y="128016"/>
                </a:lnTo>
                <a:lnTo>
                  <a:pt x="742188" y="141058"/>
                </a:lnTo>
                <a:lnTo>
                  <a:pt x="742188" y="155448"/>
                </a:lnTo>
                <a:lnTo>
                  <a:pt x="742188" y="216408"/>
                </a:lnTo>
                <a:lnTo>
                  <a:pt x="742188" y="227076"/>
                </a:lnTo>
                <a:lnTo>
                  <a:pt x="742188" y="283464"/>
                </a:lnTo>
                <a:lnTo>
                  <a:pt x="582168" y="283464"/>
                </a:lnTo>
                <a:lnTo>
                  <a:pt x="582168" y="227076"/>
                </a:lnTo>
                <a:lnTo>
                  <a:pt x="742188" y="227076"/>
                </a:lnTo>
                <a:lnTo>
                  <a:pt x="742188" y="216408"/>
                </a:lnTo>
                <a:lnTo>
                  <a:pt x="582168" y="216408"/>
                </a:lnTo>
                <a:lnTo>
                  <a:pt x="582168" y="182880"/>
                </a:lnTo>
                <a:lnTo>
                  <a:pt x="582168" y="155448"/>
                </a:lnTo>
                <a:lnTo>
                  <a:pt x="742188" y="155448"/>
                </a:lnTo>
                <a:lnTo>
                  <a:pt x="742188" y="141058"/>
                </a:lnTo>
                <a:lnTo>
                  <a:pt x="739140" y="144780"/>
                </a:lnTo>
                <a:lnTo>
                  <a:pt x="589788" y="144780"/>
                </a:lnTo>
                <a:lnTo>
                  <a:pt x="600049" y="130517"/>
                </a:lnTo>
                <a:lnTo>
                  <a:pt x="610171" y="115252"/>
                </a:lnTo>
                <a:lnTo>
                  <a:pt x="620001" y="99136"/>
                </a:lnTo>
                <a:lnTo>
                  <a:pt x="629412" y="82296"/>
                </a:lnTo>
                <a:lnTo>
                  <a:pt x="850392" y="8229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" name="object 23"/>
          <p:cNvSpPr/>
          <p:nvPr/>
        </p:nvSpPr>
        <p:spPr>
          <a:xfrm>
            <a:off x="4832604" y="2916935"/>
            <a:ext cx="356870" cy="401320"/>
          </a:xfrm>
          <a:custGeom>
            <a:avLst/>
            <a:gdLst/>
            <a:ahLst/>
            <a:cxnLst/>
            <a:rect l="l" t="t" r="r" b="b"/>
            <a:pathLst>
              <a:path w="356870" h="401320">
                <a:moveTo>
                  <a:pt x="54864" y="89916"/>
                </a:moveTo>
                <a:lnTo>
                  <a:pt x="44196" y="89916"/>
                </a:lnTo>
                <a:lnTo>
                  <a:pt x="52220" y="61936"/>
                </a:lnTo>
                <a:lnTo>
                  <a:pt x="58102" y="37528"/>
                </a:lnTo>
                <a:lnTo>
                  <a:pt x="61983" y="16835"/>
                </a:lnTo>
                <a:lnTo>
                  <a:pt x="64008" y="0"/>
                </a:lnTo>
                <a:lnTo>
                  <a:pt x="102108" y="19812"/>
                </a:lnTo>
                <a:lnTo>
                  <a:pt x="92368" y="27551"/>
                </a:lnTo>
                <a:lnTo>
                  <a:pt x="81343" y="41719"/>
                </a:lnTo>
                <a:lnTo>
                  <a:pt x="68889" y="62460"/>
                </a:lnTo>
                <a:lnTo>
                  <a:pt x="54864" y="89916"/>
                </a:lnTo>
                <a:close/>
              </a:path>
              <a:path w="356870" h="401320">
                <a:moveTo>
                  <a:pt x="147828" y="190500"/>
                </a:moveTo>
                <a:lnTo>
                  <a:pt x="143256" y="187452"/>
                </a:lnTo>
                <a:lnTo>
                  <a:pt x="160377" y="160615"/>
                </a:lnTo>
                <a:lnTo>
                  <a:pt x="175069" y="135064"/>
                </a:lnTo>
                <a:lnTo>
                  <a:pt x="196596" y="88392"/>
                </a:lnTo>
                <a:lnTo>
                  <a:pt x="212598" y="44958"/>
                </a:lnTo>
                <a:lnTo>
                  <a:pt x="224027" y="1524"/>
                </a:lnTo>
                <a:lnTo>
                  <a:pt x="262127" y="24384"/>
                </a:lnTo>
                <a:lnTo>
                  <a:pt x="254150" y="31480"/>
                </a:lnTo>
                <a:lnTo>
                  <a:pt x="244030" y="45720"/>
                </a:lnTo>
                <a:lnTo>
                  <a:pt x="231909" y="66817"/>
                </a:lnTo>
                <a:lnTo>
                  <a:pt x="217932" y="94488"/>
                </a:lnTo>
                <a:lnTo>
                  <a:pt x="348996" y="94488"/>
                </a:lnTo>
                <a:lnTo>
                  <a:pt x="356616" y="102108"/>
                </a:lnTo>
                <a:lnTo>
                  <a:pt x="352806" y="105156"/>
                </a:lnTo>
                <a:lnTo>
                  <a:pt x="214884" y="105156"/>
                </a:lnTo>
                <a:lnTo>
                  <a:pt x="198834" y="129420"/>
                </a:lnTo>
                <a:lnTo>
                  <a:pt x="182499" y="151828"/>
                </a:lnTo>
                <a:lnTo>
                  <a:pt x="165592" y="172235"/>
                </a:lnTo>
                <a:lnTo>
                  <a:pt x="147828" y="190500"/>
                </a:lnTo>
                <a:close/>
              </a:path>
              <a:path w="356870" h="401320">
                <a:moveTo>
                  <a:pt x="146304" y="89916"/>
                </a:moveTo>
                <a:lnTo>
                  <a:pt x="111252" y="89916"/>
                </a:lnTo>
                <a:lnTo>
                  <a:pt x="129540" y="73152"/>
                </a:lnTo>
                <a:lnTo>
                  <a:pt x="146304" y="89916"/>
                </a:lnTo>
                <a:close/>
              </a:path>
              <a:path w="356870" h="401320">
                <a:moveTo>
                  <a:pt x="0" y="397764"/>
                </a:moveTo>
                <a:lnTo>
                  <a:pt x="1468" y="342304"/>
                </a:lnTo>
                <a:lnTo>
                  <a:pt x="2786" y="275605"/>
                </a:lnTo>
                <a:lnTo>
                  <a:pt x="2999" y="227361"/>
                </a:lnTo>
                <a:lnTo>
                  <a:pt x="2758" y="193071"/>
                </a:lnTo>
                <a:lnTo>
                  <a:pt x="2095" y="154686"/>
                </a:lnTo>
                <a:lnTo>
                  <a:pt x="1014" y="110942"/>
                </a:lnTo>
                <a:lnTo>
                  <a:pt x="0" y="74676"/>
                </a:lnTo>
                <a:lnTo>
                  <a:pt x="27432" y="89916"/>
                </a:lnTo>
                <a:lnTo>
                  <a:pt x="146304" y="89916"/>
                </a:lnTo>
                <a:lnTo>
                  <a:pt x="155448" y="99060"/>
                </a:lnTo>
                <a:lnTo>
                  <a:pt x="153352" y="100584"/>
                </a:lnTo>
                <a:lnTo>
                  <a:pt x="24384" y="100584"/>
                </a:lnTo>
                <a:lnTo>
                  <a:pt x="24384" y="211836"/>
                </a:lnTo>
                <a:lnTo>
                  <a:pt x="138729" y="211836"/>
                </a:lnTo>
                <a:lnTo>
                  <a:pt x="138743" y="222504"/>
                </a:lnTo>
                <a:lnTo>
                  <a:pt x="24384" y="222504"/>
                </a:lnTo>
                <a:lnTo>
                  <a:pt x="24384" y="344424"/>
                </a:lnTo>
                <a:lnTo>
                  <a:pt x="139446" y="344424"/>
                </a:lnTo>
                <a:lnTo>
                  <a:pt x="139647" y="353568"/>
                </a:lnTo>
                <a:lnTo>
                  <a:pt x="24384" y="353568"/>
                </a:lnTo>
                <a:lnTo>
                  <a:pt x="24384" y="384048"/>
                </a:lnTo>
                <a:lnTo>
                  <a:pt x="0" y="397764"/>
                </a:lnTo>
                <a:close/>
              </a:path>
              <a:path w="356870" h="401320">
                <a:moveTo>
                  <a:pt x="348996" y="94488"/>
                </a:moveTo>
                <a:lnTo>
                  <a:pt x="312420" y="94488"/>
                </a:lnTo>
                <a:lnTo>
                  <a:pt x="330708" y="76200"/>
                </a:lnTo>
                <a:lnTo>
                  <a:pt x="348996" y="94488"/>
                </a:lnTo>
                <a:close/>
              </a:path>
              <a:path w="356870" h="401320">
                <a:moveTo>
                  <a:pt x="138729" y="211836"/>
                </a:moveTo>
                <a:lnTo>
                  <a:pt x="115824" y="211836"/>
                </a:lnTo>
                <a:lnTo>
                  <a:pt x="115824" y="100584"/>
                </a:lnTo>
                <a:lnTo>
                  <a:pt x="153352" y="100584"/>
                </a:lnTo>
                <a:lnTo>
                  <a:pt x="138684" y="111252"/>
                </a:lnTo>
                <a:lnTo>
                  <a:pt x="138729" y="211836"/>
                </a:lnTo>
                <a:close/>
              </a:path>
              <a:path w="356870" h="401320">
                <a:moveTo>
                  <a:pt x="327433" y="359664"/>
                </a:moveTo>
                <a:lnTo>
                  <a:pt x="283464" y="359664"/>
                </a:lnTo>
                <a:lnTo>
                  <a:pt x="292631" y="357687"/>
                </a:lnTo>
                <a:lnTo>
                  <a:pt x="299656" y="351853"/>
                </a:lnTo>
                <a:lnTo>
                  <a:pt x="309895" y="304680"/>
                </a:lnTo>
                <a:lnTo>
                  <a:pt x="311658" y="258889"/>
                </a:lnTo>
                <a:lnTo>
                  <a:pt x="313561" y="186213"/>
                </a:lnTo>
                <a:lnTo>
                  <a:pt x="315467" y="105156"/>
                </a:lnTo>
                <a:lnTo>
                  <a:pt x="352806" y="105156"/>
                </a:lnTo>
                <a:lnTo>
                  <a:pt x="341376" y="114300"/>
                </a:lnTo>
                <a:lnTo>
                  <a:pt x="340313" y="186213"/>
                </a:lnTo>
                <a:lnTo>
                  <a:pt x="338815" y="248631"/>
                </a:lnTo>
                <a:lnTo>
                  <a:pt x="336986" y="294583"/>
                </a:lnTo>
                <a:lnTo>
                  <a:pt x="334792" y="326489"/>
                </a:lnTo>
                <a:lnTo>
                  <a:pt x="332232" y="344424"/>
                </a:lnTo>
                <a:lnTo>
                  <a:pt x="328517" y="357020"/>
                </a:lnTo>
                <a:lnTo>
                  <a:pt x="327433" y="359664"/>
                </a:lnTo>
                <a:close/>
              </a:path>
              <a:path w="356870" h="401320">
                <a:moveTo>
                  <a:pt x="233172" y="268224"/>
                </a:moveTo>
                <a:lnTo>
                  <a:pt x="225552" y="268224"/>
                </a:lnTo>
                <a:lnTo>
                  <a:pt x="222503" y="260603"/>
                </a:lnTo>
                <a:lnTo>
                  <a:pt x="219456" y="245364"/>
                </a:lnTo>
                <a:lnTo>
                  <a:pt x="214907" y="227361"/>
                </a:lnTo>
                <a:lnTo>
                  <a:pt x="208216" y="209931"/>
                </a:lnTo>
                <a:lnTo>
                  <a:pt x="199524" y="193071"/>
                </a:lnTo>
                <a:lnTo>
                  <a:pt x="188976" y="176784"/>
                </a:lnTo>
                <a:lnTo>
                  <a:pt x="192024" y="172212"/>
                </a:lnTo>
                <a:lnTo>
                  <a:pt x="224980" y="198501"/>
                </a:lnTo>
                <a:lnTo>
                  <a:pt x="246888" y="234696"/>
                </a:lnTo>
                <a:lnTo>
                  <a:pt x="246888" y="246888"/>
                </a:lnTo>
                <a:lnTo>
                  <a:pt x="245364" y="254508"/>
                </a:lnTo>
                <a:lnTo>
                  <a:pt x="236220" y="266700"/>
                </a:lnTo>
                <a:lnTo>
                  <a:pt x="233172" y="268224"/>
                </a:lnTo>
                <a:close/>
              </a:path>
              <a:path w="356870" h="401320">
                <a:moveTo>
                  <a:pt x="139446" y="344424"/>
                </a:moveTo>
                <a:lnTo>
                  <a:pt x="115824" y="344424"/>
                </a:lnTo>
                <a:lnTo>
                  <a:pt x="115824" y="222504"/>
                </a:lnTo>
                <a:lnTo>
                  <a:pt x="138743" y="222504"/>
                </a:lnTo>
                <a:lnTo>
                  <a:pt x="138855" y="268224"/>
                </a:lnTo>
                <a:lnTo>
                  <a:pt x="139016" y="304680"/>
                </a:lnTo>
                <a:lnTo>
                  <a:pt x="139446" y="344424"/>
                </a:lnTo>
                <a:close/>
              </a:path>
              <a:path w="356870" h="401320">
                <a:moveTo>
                  <a:pt x="278891" y="400812"/>
                </a:moveTo>
                <a:lnTo>
                  <a:pt x="271986" y="387953"/>
                </a:lnTo>
                <a:lnTo>
                  <a:pt x="260223" y="376809"/>
                </a:lnTo>
                <a:lnTo>
                  <a:pt x="243316" y="367379"/>
                </a:lnTo>
                <a:lnTo>
                  <a:pt x="220979" y="359664"/>
                </a:lnTo>
                <a:lnTo>
                  <a:pt x="220979" y="350520"/>
                </a:lnTo>
                <a:lnTo>
                  <a:pt x="241244" y="354520"/>
                </a:lnTo>
                <a:lnTo>
                  <a:pt x="258508" y="357378"/>
                </a:lnTo>
                <a:lnTo>
                  <a:pt x="272629" y="359092"/>
                </a:lnTo>
                <a:lnTo>
                  <a:pt x="283464" y="359664"/>
                </a:lnTo>
                <a:lnTo>
                  <a:pt x="327433" y="359664"/>
                </a:lnTo>
                <a:lnTo>
                  <a:pt x="324231" y="367474"/>
                </a:lnTo>
                <a:lnTo>
                  <a:pt x="290583" y="396240"/>
                </a:lnTo>
                <a:lnTo>
                  <a:pt x="278891" y="400812"/>
                </a:lnTo>
                <a:close/>
              </a:path>
              <a:path w="356870" h="401320">
                <a:moveTo>
                  <a:pt x="115824" y="390144"/>
                </a:moveTo>
                <a:lnTo>
                  <a:pt x="115824" y="353568"/>
                </a:lnTo>
                <a:lnTo>
                  <a:pt x="139647" y="353568"/>
                </a:lnTo>
                <a:lnTo>
                  <a:pt x="140208" y="376428"/>
                </a:lnTo>
                <a:lnTo>
                  <a:pt x="115824" y="39014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" name="object 24"/>
          <p:cNvSpPr/>
          <p:nvPr/>
        </p:nvSpPr>
        <p:spPr>
          <a:xfrm>
            <a:off x="5254751" y="2923031"/>
            <a:ext cx="376555" cy="390525"/>
          </a:xfrm>
          <a:custGeom>
            <a:avLst/>
            <a:gdLst/>
            <a:ahLst/>
            <a:cxnLst/>
            <a:rect l="l" t="t" r="r" b="b"/>
            <a:pathLst>
              <a:path w="376554" h="390525">
                <a:moveTo>
                  <a:pt x="150876" y="196596"/>
                </a:moveTo>
                <a:lnTo>
                  <a:pt x="146304" y="193548"/>
                </a:lnTo>
                <a:lnTo>
                  <a:pt x="162615" y="168092"/>
                </a:lnTo>
                <a:lnTo>
                  <a:pt x="177355" y="141922"/>
                </a:lnTo>
                <a:lnTo>
                  <a:pt x="202692" y="86868"/>
                </a:lnTo>
                <a:lnTo>
                  <a:pt x="220980" y="37719"/>
                </a:lnTo>
                <a:lnTo>
                  <a:pt x="230124" y="0"/>
                </a:lnTo>
                <a:lnTo>
                  <a:pt x="269748" y="21336"/>
                </a:lnTo>
                <a:lnTo>
                  <a:pt x="254508" y="30480"/>
                </a:lnTo>
                <a:lnTo>
                  <a:pt x="247149" y="46743"/>
                </a:lnTo>
                <a:lnTo>
                  <a:pt x="239077" y="63436"/>
                </a:lnTo>
                <a:lnTo>
                  <a:pt x="230719" y="80414"/>
                </a:lnTo>
                <a:lnTo>
                  <a:pt x="222504" y="97536"/>
                </a:lnTo>
                <a:lnTo>
                  <a:pt x="374317" y="97536"/>
                </a:lnTo>
                <a:lnTo>
                  <a:pt x="376428" y="99060"/>
                </a:lnTo>
                <a:lnTo>
                  <a:pt x="367284" y="108204"/>
                </a:lnTo>
                <a:lnTo>
                  <a:pt x="217932" y="108204"/>
                </a:lnTo>
                <a:lnTo>
                  <a:pt x="201668" y="133588"/>
                </a:lnTo>
                <a:lnTo>
                  <a:pt x="184975" y="156972"/>
                </a:lnTo>
                <a:lnTo>
                  <a:pt x="167997" y="178069"/>
                </a:lnTo>
                <a:lnTo>
                  <a:pt x="150876" y="196596"/>
                </a:lnTo>
                <a:close/>
              </a:path>
              <a:path w="376554" h="390525">
                <a:moveTo>
                  <a:pt x="18288" y="185928"/>
                </a:moveTo>
                <a:lnTo>
                  <a:pt x="0" y="155448"/>
                </a:lnTo>
                <a:lnTo>
                  <a:pt x="10310" y="149161"/>
                </a:lnTo>
                <a:lnTo>
                  <a:pt x="20764" y="137160"/>
                </a:lnTo>
                <a:lnTo>
                  <a:pt x="42671" y="96012"/>
                </a:lnTo>
                <a:lnTo>
                  <a:pt x="62103" y="47053"/>
                </a:lnTo>
                <a:lnTo>
                  <a:pt x="74676" y="1524"/>
                </a:lnTo>
                <a:lnTo>
                  <a:pt x="111252" y="21336"/>
                </a:lnTo>
                <a:lnTo>
                  <a:pt x="101274" y="33313"/>
                </a:lnTo>
                <a:lnTo>
                  <a:pt x="92011" y="46291"/>
                </a:lnTo>
                <a:lnTo>
                  <a:pt x="83605" y="60126"/>
                </a:lnTo>
                <a:lnTo>
                  <a:pt x="76200" y="74676"/>
                </a:lnTo>
                <a:lnTo>
                  <a:pt x="67079" y="91582"/>
                </a:lnTo>
                <a:lnTo>
                  <a:pt x="55816" y="110490"/>
                </a:lnTo>
                <a:lnTo>
                  <a:pt x="42552" y="131683"/>
                </a:lnTo>
                <a:lnTo>
                  <a:pt x="27431" y="155448"/>
                </a:lnTo>
                <a:lnTo>
                  <a:pt x="124564" y="155448"/>
                </a:lnTo>
                <a:lnTo>
                  <a:pt x="122263" y="158496"/>
                </a:lnTo>
                <a:lnTo>
                  <a:pt x="99060" y="158496"/>
                </a:lnTo>
                <a:lnTo>
                  <a:pt x="87010" y="161020"/>
                </a:lnTo>
                <a:lnTo>
                  <a:pt x="75819" y="163830"/>
                </a:lnTo>
                <a:lnTo>
                  <a:pt x="65198" y="166639"/>
                </a:lnTo>
                <a:lnTo>
                  <a:pt x="54864" y="169164"/>
                </a:lnTo>
                <a:lnTo>
                  <a:pt x="45719" y="171997"/>
                </a:lnTo>
                <a:lnTo>
                  <a:pt x="36576" y="175831"/>
                </a:lnTo>
                <a:lnTo>
                  <a:pt x="27432" y="180522"/>
                </a:lnTo>
                <a:lnTo>
                  <a:pt x="18288" y="185928"/>
                </a:lnTo>
                <a:close/>
              </a:path>
              <a:path w="376554" h="390525">
                <a:moveTo>
                  <a:pt x="124564" y="155448"/>
                </a:moveTo>
                <a:lnTo>
                  <a:pt x="27431" y="155448"/>
                </a:lnTo>
                <a:lnTo>
                  <a:pt x="105156" y="147828"/>
                </a:lnTo>
                <a:lnTo>
                  <a:pt x="115194" y="131159"/>
                </a:lnTo>
                <a:lnTo>
                  <a:pt x="124587" y="113347"/>
                </a:lnTo>
                <a:lnTo>
                  <a:pt x="133445" y="94035"/>
                </a:lnTo>
                <a:lnTo>
                  <a:pt x="141732" y="73152"/>
                </a:lnTo>
                <a:lnTo>
                  <a:pt x="175260" y="96012"/>
                </a:lnTo>
                <a:lnTo>
                  <a:pt x="165520" y="103727"/>
                </a:lnTo>
                <a:lnTo>
                  <a:pt x="154495" y="115443"/>
                </a:lnTo>
                <a:lnTo>
                  <a:pt x="141990" y="131230"/>
                </a:lnTo>
                <a:lnTo>
                  <a:pt x="128016" y="150876"/>
                </a:lnTo>
                <a:lnTo>
                  <a:pt x="124564" y="155448"/>
                </a:lnTo>
                <a:close/>
              </a:path>
              <a:path w="376554" h="390525">
                <a:moveTo>
                  <a:pt x="374317" y="97536"/>
                </a:moveTo>
                <a:lnTo>
                  <a:pt x="336804" y="97536"/>
                </a:lnTo>
                <a:lnTo>
                  <a:pt x="348996" y="79248"/>
                </a:lnTo>
                <a:lnTo>
                  <a:pt x="374317" y="97536"/>
                </a:lnTo>
                <a:close/>
              </a:path>
              <a:path w="376554" h="390525">
                <a:moveTo>
                  <a:pt x="352416" y="346900"/>
                </a:moveTo>
                <a:lnTo>
                  <a:pt x="290703" y="346900"/>
                </a:lnTo>
                <a:lnTo>
                  <a:pt x="306990" y="346781"/>
                </a:lnTo>
                <a:lnTo>
                  <a:pt x="316992" y="345948"/>
                </a:lnTo>
                <a:lnTo>
                  <a:pt x="335994" y="292084"/>
                </a:lnTo>
                <a:lnTo>
                  <a:pt x="337947" y="249555"/>
                </a:lnTo>
                <a:lnTo>
                  <a:pt x="339294" y="189642"/>
                </a:lnTo>
                <a:lnTo>
                  <a:pt x="339852" y="108204"/>
                </a:lnTo>
                <a:lnTo>
                  <a:pt x="367284" y="108204"/>
                </a:lnTo>
                <a:lnTo>
                  <a:pt x="364236" y="111252"/>
                </a:lnTo>
                <a:lnTo>
                  <a:pt x="363992" y="156972"/>
                </a:lnTo>
                <a:lnTo>
                  <a:pt x="363878" y="166639"/>
                </a:lnTo>
                <a:lnTo>
                  <a:pt x="363283" y="205168"/>
                </a:lnTo>
                <a:lnTo>
                  <a:pt x="362307" y="245625"/>
                </a:lnTo>
                <a:lnTo>
                  <a:pt x="359187" y="312824"/>
                </a:lnTo>
                <a:lnTo>
                  <a:pt x="355473" y="336994"/>
                </a:lnTo>
                <a:lnTo>
                  <a:pt x="352416" y="346900"/>
                </a:lnTo>
                <a:close/>
              </a:path>
              <a:path w="376554" h="390525">
                <a:moveTo>
                  <a:pt x="24383" y="298704"/>
                </a:moveTo>
                <a:lnTo>
                  <a:pt x="1524" y="265176"/>
                </a:lnTo>
                <a:lnTo>
                  <a:pt x="6905" y="262937"/>
                </a:lnTo>
                <a:lnTo>
                  <a:pt x="13715" y="258699"/>
                </a:lnTo>
                <a:lnTo>
                  <a:pt x="42267" y="233076"/>
                </a:lnTo>
                <a:lnTo>
                  <a:pt x="76128" y="189642"/>
                </a:lnTo>
                <a:lnTo>
                  <a:pt x="99060" y="158496"/>
                </a:lnTo>
                <a:lnTo>
                  <a:pt x="122263" y="158496"/>
                </a:lnTo>
                <a:lnTo>
                  <a:pt x="110561" y="173997"/>
                </a:lnTo>
                <a:lnTo>
                  <a:pt x="90106" y="199834"/>
                </a:lnTo>
                <a:lnTo>
                  <a:pt x="66508" y="228242"/>
                </a:lnTo>
                <a:lnTo>
                  <a:pt x="39624" y="259080"/>
                </a:lnTo>
                <a:lnTo>
                  <a:pt x="108080" y="259080"/>
                </a:lnTo>
                <a:lnTo>
                  <a:pt x="63174" y="275772"/>
                </a:lnTo>
                <a:lnTo>
                  <a:pt x="36361" y="290107"/>
                </a:lnTo>
                <a:lnTo>
                  <a:pt x="24383" y="298704"/>
                </a:lnTo>
                <a:close/>
              </a:path>
              <a:path w="376554" h="390525">
                <a:moveTo>
                  <a:pt x="256032" y="265176"/>
                </a:moveTo>
                <a:lnTo>
                  <a:pt x="248412" y="265176"/>
                </a:lnTo>
                <a:lnTo>
                  <a:pt x="245364" y="257556"/>
                </a:lnTo>
                <a:lnTo>
                  <a:pt x="240792" y="245364"/>
                </a:lnTo>
                <a:lnTo>
                  <a:pt x="235910" y="231409"/>
                </a:lnTo>
                <a:lnTo>
                  <a:pt x="228028" y="214884"/>
                </a:lnTo>
                <a:lnTo>
                  <a:pt x="217003" y="196072"/>
                </a:lnTo>
                <a:lnTo>
                  <a:pt x="202692" y="175260"/>
                </a:lnTo>
                <a:lnTo>
                  <a:pt x="208788" y="172212"/>
                </a:lnTo>
                <a:lnTo>
                  <a:pt x="235029" y="191595"/>
                </a:lnTo>
                <a:lnTo>
                  <a:pt x="254127" y="208407"/>
                </a:lnTo>
                <a:lnTo>
                  <a:pt x="265795" y="222361"/>
                </a:lnTo>
                <a:lnTo>
                  <a:pt x="269713" y="233076"/>
                </a:lnTo>
                <a:lnTo>
                  <a:pt x="269643" y="245625"/>
                </a:lnTo>
                <a:lnTo>
                  <a:pt x="266700" y="252984"/>
                </a:lnTo>
                <a:lnTo>
                  <a:pt x="263652" y="257556"/>
                </a:lnTo>
                <a:lnTo>
                  <a:pt x="256032" y="265176"/>
                </a:lnTo>
                <a:close/>
              </a:path>
              <a:path w="376554" h="390525">
                <a:moveTo>
                  <a:pt x="108080" y="259080"/>
                </a:moveTo>
                <a:lnTo>
                  <a:pt x="39624" y="259080"/>
                </a:lnTo>
                <a:lnTo>
                  <a:pt x="56769" y="256532"/>
                </a:lnTo>
                <a:lnTo>
                  <a:pt x="83058" y="251269"/>
                </a:lnTo>
                <a:lnTo>
                  <a:pt x="163068" y="233172"/>
                </a:lnTo>
                <a:lnTo>
                  <a:pt x="164592" y="240792"/>
                </a:lnTo>
                <a:lnTo>
                  <a:pt x="114300" y="256984"/>
                </a:lnTo>
                <a:lnTo>
                  <a:pt x="108080" y="259080"/>
                </a:lnTo>
                <a:close/>
              </a:path>
              <a:path w="376554" h="390525">
                <a:moveTo>
                  <a:pt x="25907" y="382524"/>
                </a:moveTo>
                <a:lnTo>
                  <a:pt x="3048" y="347472"/>
                </a:lnTo>
                <a:lnTo>
                  <a:pt x="41933" y="339494"/>
                </a:lnTo>
                <a:lnTo>
                  <a:pt x="83248" y="329374"/>
                </a:lnTo>
                <a:lnTo>
                  <a:pt x="127134" y="317253"/>
                </a:lnTo>
                <a:lnTo>
                  <a:pt x="173736" y="303276"/>
                </a:lnTo>
                <a:lnTo>
                  <a:pt x="175260" y="309372"/>
                </a:lnTo>
                <a:lnTo>
                  <a:pt x="139279" y="323349"/>
                </a:lnTo>
                <a:lnTo>
                  <a:pt x="85034" y="345590"/>
                </a:lnTo>
                <a:lnTo>
                  <a:pt x="40767" y="368617"/>
                </a:lnTo>
                <a:lnTo>
                  <a:pt x="31908" y="375642"/>
                </a:lnTo>
                <a:lnTo>
                  <a:pt x="25907" y="382524"/>
                </a:lnTo>
                <a:close/>
              </a:path>
              <a:path w="376554" h="390525">
                <a:moveTo>
                  <a:pt x="301752" y="390144"/>
                </a:moveTo>
                <a:lnTo>
                  <a:pt x="297775" y="377332"/>
                </a:lnTo>
                <a:lnTo>
                  <a:pt x="285940" y="366522"/>
                </a:lnTo>
                <a:lnTo>
                  <a:pt x="266390" y="357997"/>
                </a:lnTo>
                <a:lnTo>
                  <a:pt x="239268" y="352044"/>
                </a:lnTo>
                <a:lnTo>
                  <a:pt x="239268" y="344424"/>
                </a:lnTo>
                <a:lnTo>
                  <a:pt x="268128" y="346162"/>
                </a:lnTo>
                <a:lnTo>
                  <a:pt x="290703" y="346900"/>
                </a:lnTo>
                <a:lnTo>
                  <a:pt x="352416" y="346900"/>
                </a:lnTo>
                <a:lnTo>
                  <a:pt x="350043" y="354591"/>
                </a:lnTo>
                <a:lnTo>
                  <a:pt x="342900" y="365760"/>
                </a:lnTo>
                <a:lnTo>
                  <a:pt x="334327" y="374070"/>
                </a:lnTo>
                <a:lnTo>
                  <a:pt x="324612" y="380809"/>
                </a:lnTo>
                <a:lnTo>
                  <a:pt x="313753" y="386119"/>
                </a:lnTo>
                <a:lnTo>
                  <a:pt x="301752" y="39014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" name="object 25"/>
          <p:cNvSpPr/>
          <p:nvPr/>
        </p:nvSpPr>
        <p:spPr>
          <a:xfrm>
            <a:off x="5687568" y="2912363"/>
            <a:ext cx="855344" cy="414655"/>
          </a:xfrm>
          <a:custGeom>
            <a:avLst/>
            <a:gdLst/>
            <a:ahLst/>
            <a:cxnLst/>
            <a:rect l="l" t="t" r="r" b="b"/>
            <a:pathLst>
              <a:path w="855345" h="414654">
                <a:moveTo>
                  <a:pt x="304800" y="181356"/>
                </a:moveTo>
                <a:lnTo>
                  <a:pt x="272796" y="149352"/>
                </a:lnTo>
                <a:lnTo>
                  <a:pt x="251460" y="170688"/>
                </a:lnTo>
                <a:lnTo>
                  <a:pt x="92964" y="170688"/>
                </a:lnTo>
                <a:lnTo>
                  <a:pt x="109728" y="185928"/>
                </a:lnTo>
                <a:lnTo>
                  <a:pt x="119126" y="183934"/>
                </a:lnTo>
                <a:lnTo>
                  <a:pt x="128968" y="182499"/>
                </a:lnTo>
                <a:lnTo>
                  <a:pt x="139077" y="181648"/>
                </a:lnTo>
                <a:lnTo>
                  <a:pt x="149352" y="181356"/>
                </a:lnTo>
                <a:lnTo>
                  <a:pt x="304800" y="181356"/>
                </a:lnTo>
                <a:close/>
              </a:path>
              <a:path w="855345" h="414654">
                <a:moveTo>
                  <a:pt x="387096" y="256032"/>
                </a:moveTo>
                <a:lnTo>
                  <a:pt x="352044" y="220980"/>
                </a:lnTo>
                <a:lnTo>
                  <a:pt x="329184" y="245364"/>
                </a:lnTo>
                <a:lnTo>
                  <a:pt x="27432" y="245364"/>
                </a:lnTo>
                <a:lnTo>
                  <a:pt x="42672" y="260604"/>
                </a:lnTo>
                <a:lnTo>
                  <a:pt x="52971" y="258610"/>
                </a:lnTo>
                <a:lnTo>
                  <a:pt x="63436" y="257175"/>
                </a:lnTo>
                <a:lnTo>
                  <a:pt x="74168" y="256324"/>
                </a:lnTo>
                <a:lnTo>
                  <a:pt x="85344" y="256032"/>
                </a:lnTo>
                <a:lnTo>
                  <a:pt x="164592" y="256032"/>
                </a:lnTo>
                <a:lnTo>
                  <a:pt x="138874" y="301688"/>
                </a:lnTo>
                <a:lnTo>
                  <a:pt x="106629" y="343408"/>
                </a:lnTo>
                <a:lnTo>
                  <a:pt x="75857" y="369176"/>
                </a:lnTo>
                <a:lnTo>
                  <a:pt x="62484" y="374904"/>
                </a:lnTo>
                <a:lnTo>
                  <a:pt x="79248" y="409956"/>
                </a:lnTo>
                <a:lnTo>
                  <a:pt x="131965" y="396887"/>
                </a:lnTo>
                <a:lnTo>
                  <a:pt x="191452" y="388861"/>
                </a:lnTo>
                <a:lnTo>
                  <a:pt x="306324" y="376428"/>
                </a:lnTo>
                <a:lnTo>
                  <a:pt x="311746" y="384416"/>
                </a:lnTo>
                <a:lnTo>
                  <a:pt x="316611" y="392239"/>
                </a:lnTo>
                <a:lnTo>
                  <a:pt x="320890" y="399796"/>
                </a:lnTo>
                <a:lnTo>
                  <a:pt x="324612" y="406908"/>
                </a:lnTo>
                <a:lnTo>
                  <a:pt x="327660" y="411480"/>
                </a:lnTo>
                <a:lnTo>
                  <a:pt x="329184" y="414528"/>
                </a:lnTo>
                <a:lnTo>
                  <a:pt x="333756" y="414528"/>
                </a:lnTo>
                <a:lnTo>
                  <a:pt x="336804" y="411480"/>
                </a:lnTo>
                <a:lnTo>
                  <a:pt x="341376" y="403860"/>
                </a:lnTo>
                <a:lnTo>
                  <a:pt x="345948" y="397764"/>
                </a:lnTo>
                <a:lnTo>
                  <a:pt x="347472" y="391668"/>
                </a:lnTo>
                <a:lnTo>
                  <a:pt x="347472" y="387096"/>
                </a:lnTo>
                <a:lnTo>
                  <a:pt x="346036" y="378841"/>
                </a:lnTo>
                <a:lnTo>
                  <a:pt x="344855" y="376428"/>
                </a:lnTo>
                <a:lnTo>
                  <a:pt x="344093" y="374904"/>
                </a:lnTo>
                <a:lnTo>
                  <a:pt x="341757" y="370141"/>
                </a:lnTo>
                <a:lnTo>
                  <a:pt x="310007" y="341122"/>
                </a:lnTo>
                <a:lnTo>
                  <a:pt x="268236" y="314121"/>
                </a:lnTo>
                <a:lnTo>
                  <a:pt x="240792" y="297180"/>
                </a:lnTo>
                <a:lnTo>
                  <a:pt x="236220" y="303276"/>
                </a:lnTo>
                <a:lnTo>
                  <a:pt x="255409" y="320141"/>
                </a:lnTo>
                <a:lnTo>
                  <a:pt x="272034" y="336423"/>
                </a:lnTo>
                <a:lnTo>
                  <a:pt x="286270" y="352044"/>
                </a:lnTo>
                <a:lnTo>
                  <a:pt x="298704" y="367284"/>
                </a:lnTo>
                <a:lnTo>
                  <a:pt x="91440" y="374904"/>
                </a:lnTo>
                <a:lnTo>
                  <a:pt x="113131" y="359473"/>
                </a:lnTo>
                <a:lnTo>
                  <a:pt x="136969" y="338328"/>
                </a:lnTo>
                <a:lnTo>
                  <a:pt x="162801" y="311467"/>
                </a:lnTo>
                <a:lnTo>
                  <a:pt x="190500" y="278892"/>
                </a:lnTo>
                <a:lnTo>
                  <a:pt x="207264" y="272796"/>
                </a:lnTo>
                <a:lnTo>
                  <a:pt x="182880" y="256032"/>
                </a:lnTo>
                <a:lnTo>
                  <a:pt x="387096" y="256032"/>
                </a:lnTo>
                <a:close/>
              </a:path>
              <a:path w="855345" h="414654">
                <a:moveTo>
                  <a:pt x="409956" y="166116"/>
                </a:moveTo>
                <a:lnTo>
                  <a:pt x="344995" y="148018"/>
                </a:lnTo>
                <a:lnTo>
                  <a:pt x="288036" y="117348"/>
                </a:lnTo>
                <a:lnTo>
                  <a:pt x="240982" y="78105"/>
                </a:lnTo>
                <a:lnTo>
                  <a:pt x="214960" y="45720"/>
                </a:lnTo>
                <a:lnTo>
                  <a:pt x="208788" y="36576"/>
                </a:lnTo>
                <a:lnTo>
                  <a:pt x="225552" y="25908"/>
                </a:lnTo>
                <a:lnTo>
                  <a:pt x="188976" y="0"/>
                </a:lnTo>
                <a:lnTo>
                  <a:pt x="174688" y="32842"/>
                </a:lnTo>
                <a:lnTo>
                  <a:pt x="156972" y="64960"/>
                </a:lnTo>
                <a:lnTo>
                  <a:pt x="111252" y="126492"/>
                </a:lnTo>
                <a:lnTo>
                  <a:pt x="84645" y="154736"/>
                </a:lnTo>
                <a:lnTo>
                  <a:pt x="29159" y="201510"/>
                </a:lnTo>
                <a:lnTo>
                  <a:pt x="0" y="219456"/>
                </a:lnTo>
                <a:lnTo>
                  <a:pt x="4572" y="225552"/>
                </a:lnTo>
                <a:lnTo>
                  <a:pt x="64389" y="190119"/>
                </a:lnTo>
                <a:lnTo>
                  <a:pt x="117348" y="147828"/>
                </a:lnTo>
                <a:lnTo>
                  <a:pt x="163258" y="99060"/>
                </a:lnTo>
                <a:lnTo>
                  <a:pt x="201168" y="45720"/>
                </a:lnTo>
                <a:lnTo>
                  <a:pt x="220929" y="74891"/>
                </a:lnTo>
                <a:lnTo>
                  <a:pt x="263309" y="123520"/>
                </a:lnTo>
                <a:lnTo>
                  <a:pt x="309054" y="160997"/>
                </a:lnTo>
                <a:lnTo>
                  <a:pt x="351866" y="186766"/>
                </a:lnTo>
                <a:lnTo>
                  <a:pt x="371856" y="195072"/>
                </a:lnTo>
                <a:lnTo>
                  <a:pt x="376732" y="186791"/>
                </a:lnTo>
                <a:lnTo>
                  <a:pt x="384619" y="180213"/>
                </a:lnTo>
                <a:lnTo>
                  <a:pt x="395643" y="175361"/>
                </a:lnTo>
                <a:lnTo>
                  <a:pt x="409956" y="172212"/>
                </a:lnTo>
                <a:lnTo>
                  <a:pt x="409956" y="166116"/>
                </a:lnTo>
                <a:close/>
              </a:path>
              <a:path w="855345" h="414654">
                <a:moveTo>
                  <a:pt x="553212" y="44196"/>
                </a:moveTo>
                <a:lnTo>
                  <a:pt x="550164" y="39624"/>
                </a:lnTo>
                <a:lnTo>
                  <a:pt x="545592" y="32004"/>
                </a:lnTo>
                <a:lnTo>
                  <a:pt x="540423" y="26860"/>
                </a:lnTo>
                <a:lnTo>
                  <a:pt x="531685" y="20574"/>
                </a:lnTo>
                <a:lnTo>
                  <a:pt x="519226" y="13144"/>
                </a:lnTo>
                <a:lnTo>
                  <a:pt x="502920" y="4572"/>
                </a:lnTo>
                <a:lnTo>
                  <a:pt x="498348" y="9144"/>
                </a:lnTo>
                <a:lnTo>
                  <a:pt x="508038" y="21488"/>
                </a:lnTo>
                <a:lnTo>
                  <a:pt x="516445" y="33528"/>
                </a:lnTo>
                <a:lnTo>
                  <a:pt x="523417" y="45580"/>
                </a:lnTo>
                <a:lnTo>
                  <a:pt x="528828" y="57912"/>
                </a:lnTo>
                <a:lnTo>
                  <a:pt x="531876" y="68580"/>
                </a:lnTo>
                <a:lnTo>
                  <a:pt x="534924" y="73152"/>
                </a:lnTo>
                <a:lnTo>
                  <a:pt x="539496" y="73152"/>
                </a:lnTo>
                <a:lnTo>
                  <a:pt x="547116" y="65532"/>
                </a:lnTo>
                <a:lnTo>
                  <a:pt x="553212" y="53340"/>
                </a:lnTo>
                <a:lnTo>
                  <a:pt x="553212" y="44196"/>
                </a:lnTo>
                <a:close/>
              </a:path>
              <a:path w="855345" h="414654">
                <a:moveTo>
                  <a:pt x="612648" y="179832"/>
                </a:moveTo>
                <a:lnTo>
                  <a:pt x="582168" y="156972"/>
                </a:lnTo>
                <a:lnTo>
                  <a:pt x="576757" y="172402"/>
                </a:lnTo>
                <a:lnTo>
                  <a:pt x="569785" y="188976"/>
                </a:lnTo>
                <a:lnTo>
                  <a:pt x="561378" y="206692"/>
                </a:lnTo>
                <a:lnTo>
                  <a:pt x="551688" y="225552"/>
                </a:lnTo>
                <a:lnTo>
                  <a:pt x="541020" y="219456"/>
                </a:lnTo>
                <a:lnTo>
                  <a:pt x="541020" y="214884"/>
                </a:lnTo>
                <a:lnTo>
                  <a:pt x="541020" y="184404"/>
                </a:lnTo>
                <a:lnTo>
                  <a:pt x="552107" y="165290"/>
                </a:lnTo>
                <a:lnTo>
                  <a:pt x="562356" y="146875"/>
                </a:lnTo>
                <a:lnTo>
                  <a:pt x="571449" y="129336"/>
                </a:lnTo>
                <a:lnTo>
                  <a:pt x="579120" y="112776"/>
                </a:lnTo>
                <a:lnTo>
                  <a:pt x="589280" y="106680"/>
                </a:lnTo>
                <a:lnTo>
                  <a:pt x="594360" y="103632"/>
                </a:lnTo>
                <a:lnTo>
                  <a:pt x="569976" y="79248"/>
                </a:lnTo>
                <a:lnTo>
                  <a:pt x="553212" y="96012"/>
                </a:lnTo>
                <a:lnTo>
                  <a:pt x="455676" y="96012"/>
                </a:lnTo>
                <a:lnTo>
                  <a:pt x="470916" y="111252"/>
                </a:lnTo>
                <a:lnTo>
                  <a:pt x="481203" y="109258"/>
                </a:lnTo>
                <a:lnTo>
                  <a:pt x="491490" y="107823"/>
                </a:lnTo>
                <a:lnTo>
                  <a:pt x="501777" y="106972"/>
                </a:lnTo>
                <a:lnTo>
                  <a:pt x="512064" y="106680"/>
                </a:lnTo>
                <a:lnTo>
                  <a:pt x="554736" y="106680"/>
                </a:lnTo>
                <a:lnTo>
                  <a:pt x="534924" y="151447"/>
                </a:lnTo>
                <a:lnTo>
                  <a:pt x="510540" y="195072"/>
                </a:lnTo>
                <a:lnTo>
                  <a:pt x="480822" y="236220"/>
                </a:lnTo>
                <a:lnTo>
                  <a:pt x="446532" y="272796"/>
                </a:lnTo>
                <a:lnTo>
                  <a:pt x="449580" y="278892"/>
                </a:lnTo>
                <a:lnTo>
                  <a:pt x="467575" y="264604"/>
                </a:lnTo>
                <a:lnTo>
                  <a:pt x="485013" y="249174"/>
                </a:lnTo>
                <a:lnTo>
                  <a:pt x="501865" y="232600"/>
                </a:lnTo>
                <a:lnTo>
                  <a:pt x="518160" y="214884"/>
                </a:lnTo>
                <a:lnTo>
                  <a:pt x="517918" y="284378"/>
                </a:lnTo>
                <a:lnTo>
                  <a:pt x="517436" y="334899"/>
                </a:lnTo>
                <a:lnTo>
                  <a:pt x="516915" y="377380"/>
                </a:lnTo>
                <a:lnTo>
                  <a:pt x="516636" y="409956"/>
                </a:lnTo>
                <a:lnTo>
                  <a:pt x="542544" y="397764"/>
                </a:lnTo>
                <a:lnTo>
                  <a:pt x="541655" y="371767"/>
                </a:lnTo>
                <a:lnTo>
                  <a:pt x="541210" y="334899"/>
                </a:lnTo>
                <a:lnTo>
                  <a:pt x="541108" y="306324"/>
                </a:lnTo>
                <a:lnTo>
                  <a:pt x="541020" y="228600"/>
                </a:lnTo>
                <a:lnTo>
                  <a:pt x="554443" y="243992"/>
                </a:lnTo>
                <a:lnTo>
                  <a:pt x="565023" y="257937"/>
                </a:lnTo>
                <a:lnTo>
                  <a:pt x="572731" y="270179"/>
                </a:lnTo>
                <a:lnTo>
                  <a:pt x="577596" y="280416"/>
                </a:lnTo>
                <a:lnTo>
                  <a:pt x="579120" y="289560"/>
                </a:lnTo>
                <a:lnTo>
                  <a:pt x="582168" y="294132"/>
                </a:lnTo>
                <a:lnTo>
                  <a:pt x="586740" y="294132"/>
                </a:lnTo>
                <a:lnTo>
                  <a:pt x="589788" y="292608"/>
                </a:lnTo>
                <a:lnTo>
                  <a:pt x="595884" y="283464"/>
                </a:lnTo>
                <a:lnTo>
                  <a:pt x="597408" y="278892"/>
                </a:lnTo>
                <a:lnTo>
                  <a:pt x="597408" y="263652"/>
                </a:lnTo>
                <a:lnTo>
                  <a:pt x="556260" y="228600"/>
                </a:lnTo>
                <a:lnTo>
                  <a:pt x="559295" y="225552"/>
                </a:lnTo>
                <a:lnTo>
                  <a:pt x="566547" y="218300"/>
                </a:lnTo>
                <a:lnTo>
                  <a:pt x="576834" y="207835"/>
                </a:lnTo>
                <a:lnTo>
                  <a:pt x="587121" y="197104"/>
                </a:lnTo>
                <a:lnTo>
                  <a:pt x="597408" y="185928"/>
                </a:lnTo>
                <a:lnTo>
                  <a:pt x="612648" y="179832"/>
                </a:lnTo>
                <a:close/>
              </a:path>
              <a:path w="855345" h="414654">
                <a:moveTo>
                  <a:pt x="854964" y="377952"/>
                </a:moveTo>
                <a:lnTo>
                  <a:pt x="793623" y="359283"/>
                </a:lnTo>
                <a:lnTo>
                  <a:pt x="760171" y="338328"/>
                </a:lnTo>
                <a:lnTo>
                  <a:pt x="743712" y="324612"/>
                </a:lnTo>
                <a:lnTo>
                  <a:pt x="758024" y="306324"/>
                </a:lnTo>
                <a:lnTo>
                  <a:pt x="761161" y="302323"/>
                </a:lnTo>
                <a:lnTo>
                  <a:pt x="777049" y="276606"/>
                </a:lnTo>
                <a:lnTo>
                  <a:pt x="791502" y="247459"/>
                </a:lnTo>
                <a:lnTo>
                  <a:pt x="804672" y="214884"/>
                </a:lnTo>
                <a:lnTo>
                  <a:pt x="819912" y="204216"/>
                </a:lnTo>
                <a:lnTo>
                  <a:pt x="809244" y="193548"/>
                </a:lnTo>
                <a:lnTo>
                  <a:pt x="794004" y="178308"/>
                </a:lnTo>
                <a:lnTo>
                  <a:pt x="780288" y="192024"/>
                </a:lnTo>
                <a:lnTo>
                  <a:pt x="780288" y="204216"/>
                </a:lnTo>
                <a:lnTo>
                  <a:pt x="769429" y="235394"/>
                </a:lnTo>
                <a:lnTo>
                  <a:pt x="757428" y="262699"/>
                </a:lnTo>
                <a:lnTo>
                  <a:pt x="744283" y="286308"/>
                </a:lnTo>
                <a:lnTo>
                  <a:pt x="729996" y="306324"/>
                </a:lnTo>
                <a:lnTo>
                  <a:pt x="714794" y="285445"/>
                </a:lnTo>
                <a:lnTo>
                  <a:pt x="701040" y="261556"/>
                </a:lnTo>
                <a:lnTo>
                  <a:pt x="688416" y="234530"/>
                </a:lnTo>
                <a:lnTo>
                  <a:pt x="676656" y="204216"/>
                </a:lnTo>
                <a:lnTo>
                  <a:pt x="780288" y="204216"/>
                </a:lnTo>
                <a:lnTo>
                  <a:pt x="780288" y="192024"/>
                </a:lnTo>
                <a:lnTo>
                  <a:pt x="778764" y="193548"/>
                </a:lnTo>
                <a:lnTo>
                  <a:pt x="731520" y="193548"/>
                </a:lnTo>
                <a:lnTo>
                  <a:pt x="731520" y="100584"/>
                </a:lnTo>
                <a:lnTo>
                  <a:pt x="803148" y="100584"/>
                </a:lnTo>
                <a:lnTo>
                  <a:pt x="781812" y="146304"/>
                </a:lnTo>
                <a:lnTo>
                  <a:pt x="789432" y="149352"/>
                </a:lnTo>
                <a:lnTo>
                  <a:pt x="818146" y="117640"/>
                </a:lnTo>
                <a:lnTo>
                  <a:pt x="848868" y="106680"/>
                </a:lnTo>
                <a:lnTo>
                  <a:pt x="843318" y="100584"/>
                </a:lnTo>
                <a:lnTo>
                  <a:pt x="835012" y="91440"/>
                </a:lnTo>
                <a:lnTo>
                  <a:pt x="818388" y="73152"/>
                </a:lnTo>
                <a:lnTo>
                  <a:pt x="801624" y="91440"/>
                </a:lnTo>
                <a:lnTo>
                  <a:pt x="731520" y="91440"/>
                </a:lnTo>
                <a:lnTo>
                  <a:pt x="731520" y="32004"/>
                </a:lnTo>
                <a:lnTo>
                  <a:pt x="743712" y="18288"/>
                </a:lnTo>
                <a:lnTo>
                  <a:pt x="707136" y="1524"/>
                </a:lnTo>
                <a:lnTo>
                  <a:pt x="708012" y="18288"/>
                </a:lnTo>
                <a:lnTo>
                  <a:pt x="708469" y="39624"/>
                </a:lnTo>
                <a:lnTo>
                  <a:pt x="708596" y="57912"/>
                </a:lnTo>
                <a:lnTo>
                  <a:pt x="708660" y="91440"/>
                </a:lnTo>
                <a:lnTo>
                  <a:pt x="708660" y="100584"/>
                </a:lnTo>
                <a:lnTo>
                  <a:pt x="708660" y="193548"/>
                </a:lnTo>
                <a:lnTo>
                  <a:pt x="646176" y="193548"/>
                </a:lnTo>
                <a:lnTo>
                  <a:pt x="646176" y="100584"/>
                </a:lnTo>
                <a:lnTo>
                  <a:pt x="708660" y="100584"/>
                </a:lnTo>
                <a:lnTo>
                  <a:pt x="708660" y="91440"/>
                </a:lnTo>
                <a:lnTo>
                  <a:pt x="650748" y="91440"/>
                </a:lnTo>
                <a:lnTo>
                  <a:pt x="621792" y="73152"/>
                </a:lnTo>
                <a:lnTo>
                  <a:pt x="622655" y="96012"/>
                </a:lnTo>
                <a:lnTo>
                  <a:pt x="623125" y="125349"/>
                </a:lnTo>
                <a:lnTo>
                  <a:pt x="623239" y="149352"/>
                </a:lnTo>
                <a:lnTo>
                  <a:pt x="623252" y="197104"/>
                </a:lnTo>
                <a:lnTo>
                  <a:pt x="622185" y="232206"/>
                </a:lnTo>
                <a:lnTo>
                  <a:pt x="613664" y="295592"/>
                </a:lnTo>
                <a:lnTo>
                  <a:pt x="596493" y="344982"/>
                </a:lnTo>
                <a:lnTo>
                  <a:pt x="570115" y="387794"/>
                </a:lnTo>
                <a:lnTo>
                  <a:pt x="553212" y="406908"/>
                </a:lnTo>
                <a:lnTo>
                  <a:pt x="557784" y="413004"/>
                </a:lnTo>
                <a:lnTo>
                  <a:pt x="600075" y="369570"/>
                </a:lnTo>
                <a:lnTo>
                  <a:pt x="626364" y="321564"/>
                </a:lnTo>
                <a:lnTo>
                  <a:pt x="640842" y="268033"/>
                </a:lnTo>
                <a:lnTo>
                  <a:pt x="646176" y="204216"/>
                </a:lnTo>
                <a:lnTo>
                  <a:pt x="669036" y="204216"/>
                </a:lnTo>
                <a:lnTo>
                  <a:pt x="678764" y="239064"/>
                </a:lnTo>
                <a:lnTo>
                  <a:pt x="689800" y="270319"/>
                </a:lnTo>
                <a:lnTo>
                  <a:pt x="702246" y="297878"/>
                </a:lnTo>
                <a:lnTo>
                  <a:pt x="716280" y="321564"/>
                </a:lnTo>
                <a:lnTo>
                  <a:pt x="689178" y="346138"/>
                </a:lnTo>
                <a:lnTo>
                  <a:pt x="660273" y="367665"/>
                </a:lnTo>
                <a:lnTo>
                  <a:pt x="629691" y="386295"/>
                </a:lnTo>
                <a:lnTo>
                  <a:pt x="597408" y="402336"/>
                </a:lnTo>
                <a:lnTo>
                  <a:pt x="600456" y="409956"/>
                </a:lnTo>
                <a:lnTo>
                  <a:pt x="635050" y="396836"/>
                </a:lnTo>
                <a:lnTo>
                  <a:pt x="668083" y="380428"/>
                </a:lnTo>
                <a:lnTo>
                  <a:pt x="699681" y="360883"/>
                </a:lnTo>
                <a:lnTo>
                  <a:pt x="729996" y="338328"/>
                </a:lnTo>
                <a:lnTo>
                  <a:pt x="752017" y="359498"/>
                </a:lnTo>
                <a:lnTo>
                  <a:pt x="774763" y="377380"/>
                </a:lnTo>
                <a:lnTo>
                  <a:pt x="798360" y="392125"/>
                </a:lnTo>
                <a:lnTo>
                  <a:pt x="822960" y="403860"/>
                </a:lnTo>
                <a:lnTo>
                  <a:pt x="828382" y="395820"/>
                </a:lnTo>
                <a:lnTo>
                  <a:pt x="835533" y="389763"/>
                </a:lnTo>
                <a:lnTo>
                  <a:pt x="844384" y="385432"/>
                </a:lnTo>
                <a:lnTo>
                  <a:pt x="854964" y="382524"/>
                </a:lnTo>
                <a:lnTo>
                  <a:pt x="854964" y="37795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" name="object 26"/>
          <p:cNvSpPr/>
          <p:nvPr/>
        </p:nvSpPr>
        <p:spPr>
          <a:xfrm>
            <a:off x="6589776" y="2918459"/>
            <a:ext cx="388620" cy="405765"/>
          </a:xfrm>
          <a:custGeom>
            <a:avLst/>
            <a:gdLst/>
            <a:ahLst/>
            <a:cxnLst/>
            <a:rect l="l" t="t" r="r" b="b"/>
            <a:pathLst>
              <a:path w="388620" h="405764">
                <a:moveTo>
                  <a:pt x="199644" y="71627"/>
                </a:moveTo>
                <a:lnTo>
                  <a:pt x="193548" y="71627"/>
                </a:lnTo>
                <a:lnTo>
                  <a:pt x="190500" y="65531"/>
                </a:lnTo>
                <a:lnTo>
                  <a:pt x="190500" y="54863"/>
                </a:lnTo>
                <a:lnTo>
                  <a:pt x="186189" y="43124"/>
                </a:lnTo>
                <a:lnTo>
                  <a:pt x="180022" y="30670"/>
                </a:lnTo>
                <a:lnTo>
                  <a:pt x="171854" y="17359"/>
                </a:lnTo>
                <a:lnTo>
                  <a:pt x="161544" y="3048"/>
                </a:lnTo>
                <a:lnTo>
                  <a:pt x="166116" y="0"/>
                </a:lnTo>
                <a:lnTo>
                  <a:pt x="201263" y="20788"/>
                </a:lnTo>
                <a:lnTo>
                  <a:pt x="216408" y="39624"/>
                </a:lnTo>
                <a:lnTo>
                  <a:pt x="216408" y="50291"/>
                </a:lnTo>
                <a:lnTo>
                  <a:pt x="213360" y="56387"/>
                </a:lnTo>
                <a:lnTo>
                  <a:pt x="207264" y="62483"/>
                </a:lnTo>
                <a:lnTo>
                  <a:pt x="202692" y="68579"/>
                </a:lnTo>
                <a:lnTo>
                  <a:pt x="199644" y="71627"/>
                </a:lnTo>
                <a:close/>
              </a:path>
              <a:path w="388620" h="405764">
                <a:moveTo>
                  <a:pt x="36576" y="138683"/>
                </a:moveTo>
                <a:lnTo>
                  <a:pt x="28956" y="138683"/>
                </a:lnTo>
                <a:lnTo>
                  <a:pt x="24384" y="137159"/>
                </a:lnTo>
                <a:lnTo>
                  <a:pt x="19812" y="134111"/>
                </a:lnTo>
                <a:lnTo>
                  <a:pt x="16764" y="131063"/>
                </a:lnTo>
                <a:lnTo>
                  <a:pt x="13716" y="129539"/>
                </a:lnTo>
                <a:lnTo>
                  <a:pt x="13716" y="123443"/>
                </a:lnTo>
                <a:lnTo>
                  <a:pt x="18288" y="117347"/>
                </a:lnTo>
                <a:lnTo>
                  <a:pt x="27432" y="109727"/>
                </a:lnTo>
                <a:lnTo>
                  <a:pt x="35742" y="100274"/>
                </a:lnTo>
                <a:lnTo>
                  <a:pt x="42481" y="87820"/>
                </a:lnTo>
                <a:lnTo>
                  <a:pt x="47791" y="72223"/>
                </a:lnTo>
                <a:lnTo>
                  <a:pt x="51816" y="53339"/>
                </a:lnTo>
                <a:lnTo>
                  <a:pt x="59436" y="53339"/>
                </a:lnTo>
                <a:lnTo>
                  <a:pt x="59436" y="76200"/>
                </a:lnTo>
                <a:lnTo>
                  <a:pt x="368410" y="76200"/>
                </a:lnTo>
                <a:lnTo>
                  <a:pt x="377223" y="86867"/>
                </a:lnTo>
                <a:lnTo>
                  <a:pt x="59436" y="86867"/>
                </a:lnTo>
                <a:lnTo>
                  <a:pt x="59721" y="104298"/>
                </a:lnTo>
                <a:lnTo>
                  <a:pt x="58293" y="117728"/>
                </a:lnTo>
                <a:lnTo>
                  <a:pt x="55149" y="127158"/>
                </a:lnTo>
                <a:lnTo>
                  <a:pt x="50292" y="132587"/>
                </a:lnTo>
                <a:lnTo>
                  <a:pt x="42672" y="137159"/>
                </a:lnTo>
                <a:lnTo>
                  <a:pt x="36576" y="138683"/>
                </a:lnTo>
                <a:close/>
              </a:path>
              <a:path w="388620" h="405764">
                <a:moveTo>
                  <a:pt x="368410" y="76200"/>
                </a:moveTo>
                <a:lnTo>
                  <a:pt x="332232" y="76200"/>
                </a:lnTo>
                <a:lnTo>
                  <a:pt x="352044" y="56387"/>
                </a:lnTo>
                <a:lnTo>
                  <a:pt x="368410" y="76200"/>
                </a:lnTo>
                <a:close/>
              </a:path>
              <a:path w="388620" h="405764">
                <a:moveTo>
                  <a:pt x="318516" y="134111"/>
                </a:moveTo>
                <a:lnTo>
                  <a:pt x="313944" y="129539"/>
                </a:lnTo>
                <a:lnTo>
                  <a:pt x="335280" y="86867"/>
                </a:lnTo>
                <a:lnTo>
                  <a:pt x="377223" y="86867"/>
                </a:lnTo>
                <a:lnTo>
                  <a:pt x="381000" y="91439"/>
                </a:lnTo>
                <a:lnTo>
                  <a:pt x="367807" y="94035"/>
                </a:lnTo>
                <a:lnTo>
                  <a:pt x="353187" y="101917"/>
                </a:lnTo>
                <a:lnTo>
                  <a:pt x="336851" y="115228"/>
                </a:lnTo>
                <a:lnTo>
                  <a:pt x="318516" y="134111"/>
                </a:lnTo>
                <a:close/>
              </a:path>
              <a:path w="388620" h="405764">
                <a:moveTo>
                  <a:pt x="44196" y="175259"/>
                </a:moveTo>
                <a:lnTo>
                  <a:pt x="27432" y="160019"/>
                </a:lnTo>
                <a:lnTo>
                  <a:pt x="298704" y="160019"/>
                </a:lnTo>
                <a:lnTo>
                  <a:pt x="323088" y="135635"/>
                </a:lnTo>
                <a:lnTo>
                  <a:pt x="358140" y="170687"/>
                </a:lnTo>
                <a:lnTo>
                  <a:pt x="85344" y="170687"/>
                </a:lnTo>
                <a:lnTo>
                  <a:pt x="74199" y="170973"/>
                </a:lnTo>
                <a:lnTo>
                  <a:pt x="63627" y="171830"/>
                </a:lnTo>
                <a:lnTo>
                  <a:pt x="53625" y="173259"/>
                </a:lnTo>
                <a:lnTo>
                  <a:pt x="44196" y="175259"/>
                </a:lnTo>
                <a:close/>
              </a:path>
              <a:path w="388620" h="405764">
                <a:moveTo>
                  <a:pt x="207264" y="348996"/>
                </a:moveTo>
                <a:lnTo>
                  <a:pt x="182880" y="348996"/>
                </a:lnTo>
                <a:lnTo>
                  <a:pt x="182880" y="170687"/>
                </a:lnTo>
                <a:lnTo>
                  <a:pt x="207264" y="170687"/>
                </a:lnTo>
                <a:lnTo>
                  <a:pt x="207264" y="254507"/>
                </a:lnTo>
                <a:lnTo>
                  <a:pt x="330200" y="254507"/>
                </a:lnTo>
                <a:lnTo>
                  <a:pt x="341376" y="265175"/>
                </a:lnTo>
                <a:lnTo>
                  <a:pt x="207264" y="265175"/>
                </a:lnTo>
                <a:lnTo>
                  <a:pt x="207264" y="348996"/>
                </a:lnTo>
                <a:close/>
              </a:path>
              <a:path w="388620" h="405764">
                <a:moveTo>
                  <a:pt x="3048" y="405384"/>
                </a:moveTo>
                <a:lnTo>
                  <a:pt x="0" y="399287"/>
                </a:lnTo>
                <a:lnTo>
                  <a:pt x="16002" y="383928"/>
                </a:lnTo>
                <a:lnTo>
                  <a:pt x="29718" y="367855"/>
                </a:lnTo>
                <a:lnTo>
                  <a:pt x="50292" y="335280"/>
                </a:lnTo>
                <a:lnTo>
                  <a:pt x="70651" y="285988"/>
                </a:lnTo>
                <a:lnTo>
                  <a:pt x="79057" y="237553"/>
                </a:lnTo>
                <a:lnTo>
                  <a:pt x="82296" y="204215"/>
                </a:lnTo>
                <a:lnTo>
                  <a:pt x="123444" y="225551"/>
                </a:lnTo>
                <a:lnTo>
                  <a:pt x="109728" y="237743"/>
                </a:lnTo>
                <a:lnTo>
                  <a:pt x="106560" y="248864"/>
                </a:lnTo>
                <a:lnTo>
                  <a:pt x="103822" y="259270"/>
                </a:lnTo>
                <a:lnTo>
                  <a:pt x="101369" y="268819"/>
                </a:lnTo>
                <a:lnTo>
                  <a:pt x="99060" y="277367"/>
                </a:lnTo>
                <a:lnTo>
                  <a:pt x="106387" y="288035"/>
                </a:lnTo>
                <a:lnTo>
                  <a:pt x="96012" y="288035"/>
                </a:lnTo>
                <a:lnTo>
                  <a:pt x="87749" y="307490"/>
                </a:lnTo>
                <a:lnTo>
                  <a:pt x="60960" y="353568"/>
                </a:lnTo>
                <a:lnTo>
                  <a:pt x="21312" y="391929"/>
                </a:lnTo>
                <a:lnTo>
                  <a:pt x="3048" y="405384"/>
                </a:lnTo>
                <a:close/>
              </a:path>
              <a:path w="388620" h="405764">
                <a:moveTo>
                  <a:pt x="330200" y="254507"/>
                </a:moveTo>
                <a:lnTo>
                  <a:pt x="284988" y="254507"/>
                </a:lnTo>
                <a:lnTo>
                  <a:pt x="307847" y="233171"/>
                </a:lnTo>
                <a:lnTo>
                  <a:pt x="330200" y="254507"/>
                </a:lnTo>
                <a:close/>
              </a:path>
              <a:path w="388620" h="405764">
                <a:moveTo>
                  <a:pt x="352044" y="394716"/>
                </a:moveTo>
                <a:lnTo>
                  <a:pt x="309419" y="393239"/>
                </a:lnTo>
                <a:lnTo>
                  <a:pt x="241887" y="387429"/>
                </a:lnTo>
                <a:lnTo>
                  <a:pt x="195572" y="377094"/>
                </a:lnTo>
                <a:lnTo>
                  <a:pt x="159615" y="361092"/>
                </a:lnTo>
                <a:lnTo>
                  <a:pt x="119824" y="322707"/>
                </a:lnTo>
                <a:lnTo>
                  <a:pt x="96012" y="288035"/>
                </a:lnTo>
                <a:lnTo>
                  <a:pt x="106387" y="288035"/>
                </a:lnTo>
                <a:lnTo>
                  <a:pt x="108251" y="290750"/>
                </a:lnTo>
                <a:lnTo>
                  <a:pt x="117729" y="303275"/>
                </a:lnTo>
                <a:lnTo>
                  <a:pt x="150090" y="332922"/>
                </a:lnTo>
                <a:lnTo>
                  <a:pt x="182880" y="348996"/>
                </a:lnTo>
                <a:lnTo>
                  <a:pt x="207264" y="348996"/>
                </a:lnTo>
                <a:lnTo>
                  <a:pt x="207264" y="356616"/>
                </a:lnTo>
                <a:lnTo>
                  <a:pt x="231267" y="359735"/>
                </a:lnTo>
                <a:lnTo>
                  <a:pt x="255270" y="362140"/>
                </a:lnTo>
                <a:lnTo>
                  <a:pt x="279273" y="363688"/>
                </a:lnTo>
                <a:lnTo>
                  <a:pt x="303276" y="364236"/>
                </a:lnTo>
                <a:lnTo>
                  <a:pt x="388620" y="364236"/>
                </a:lnTo>
                <a:lnTo>
                  <a:pt x="388620" y="367284"/>
                </a:lnTo>
                <a:lnTo>
                  <a:pt x="375189" y="370713"/>
                </a:lnTo>
                <a:lnTo>
                  <a:pt x="364617" y="376428"/>
                </a:lnTo>
                <a:lnTo>
                  <a:pt x="356901" y="384429"/>
                </a:lnTo>
                <a:lnTo>
                  <a:pt x="352044" y="394716"/>
                </a:lnTo>
                <a:close/>
              </a:path>
              <a:path w="388620" h="405764">
                <a:moveTo>
                  <a:pt x="388620" y="364236"/>
                </a:moveTo>
                <a:lnTo>
                  <a:pt x="303276" y="364236"/>
                </a:lnTo>
                <a:lnTo>
                  <a:pt x="347662" y="362521"/>
                </a:lnTo>
                <a:lnTo>
                  <a:pt x="368641" y="361449"/>
                </a:lnTo>
                <a:lnTo>
                  <a:pt x="388620" y="359664"/>
                </a:lnTo>
                <a:lnTo>
                  <a:pt x="388620" y="36423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" name="object 27"/>
          <p:cNvSpPr/>
          <p:nvPr/>
        </p:nvSpPr>
        <p:spPr>
          <a:xfrm>
            <a:off x="7031735" y="2913887"/>
            <a:ext cx="399415" cy="408940"/>
          </a:xfrm>
          <a:custGeom>
            <a:avLst/>
            <a:gdLst/>
            <a:ahLst/>
            <a:cxnLst/>
            <a:rect l="l" t="t" r="r" b="b"/>
            <a:pathLst>
              <a:path w="399415" h="408939">
                <a:moveTo>
                  <a:pt x="207264" y="135636"/>
                </a:moveTo>
                <a:lnTo>
                  <a:pt x="179832" y="135636"/>
                </a:lnTo>
                <a:lnTo>
                  <a:pt x="183832" y="104798"/>
                </a:lnTo>
                <a:lnTo>
                  <a:pt x="186690" y="71818"/>
                </a:lnTo>
                <a:lnTo>
                  <a:pt x="188404" y="36837"/>
                </a:lnTo>
                <a:lnTo>
                  <a:pt x="188976" y="0"/>
                </a:lnTo>
                <a:lnTo>
                  <a:pt x="236220" y="22860"/>
                </a:lnTo>
                <a:lnTo>
                  <a:pt x="219456" y="35052"/>
                </a:lnTo>
                <a:lnTo>
                  <a:pt x="216908" y="60198"/>
                </a:lnTo>
                <a:lnTo>
                  <a:pt x="213931" y="85344"/>
                </a:lnTo>
                <a:lnTo>
                  <a:pt x="210566" y="111252"/>
                </a:lnTo>
                <a:lnTo>
                  <a:pt x="207264" y="135636"/>
                </a:lnTo>
                <a:close/>
              </a:path>
              <a:path w="399415" h="408939">
                <a:moveTo>
                  <a:pt x="117348" y="114300"/>
                </a:moveTo>
                <a:lnTo>
                  <a:pt x="109728" y="114300"/>
                </a:lnTo>
                <a:lnTo>
                  <a:pt x="106680" y="108204"/>
                </a:lnTo>
                <a:lnTo>
                  <a:pt x="102108" y="96012"/>
                </a:lnTo>
                <a:lnTo>
                  <a:pt x="95869" y="82581"/>
                </a:lnTo>
                <a:lnTo>
                  <a:pt x="86487" y="67437"/>
                </a:lnTo>
                <a:lnTo>
                  <a:pt x="74247" y="50577"/>
                </a:lnTo>
                <a:lnTo>
                  <a:pt x="59436" y="32004"/>
                </a:lnTo>
                <a:lnTo>
                  <a:pt x="64008" y="27432"/>
                </a:lnTo>
                <a:lnTo>
                  <a:pt x="110871" y="58483"/>
                </a:lnTo>
                <a:lnTo>
                  <a:pt x="129468" y="87582"/>
                </a:lnTo>
                <a:lnTo>
                  <a:pt x="129349" y="94488"/>
                </a:lnTo>
                <a:lnTo>
                  <a:pt x="127801" y="100250"/>
                </a:lnTo>
                <a:lnTo>
                  <a:pt x="124968" y="105156"/>
                </a:lnTo>
                <a:lnTo>
                  <a:pt x="120396" y="111252"/>
                </a:lnTo>
                <a:lnTo>
                  <a:pt x="117348" y="114300"/>
                </a:lnTo>
                <a:close/>
              </a:path>
              <a:path w="399415" h="408939">
                <a:moveTo>
                  <a:pt x="33528" y="152400"/>
                </a:moveTo>
                <a:lnTo>
                  <a:pt x="16764" y="135636"/>
                </a:lnTo>
                <a:lnTo>
                  <a:pt x="355092" y="135636"/>
                </a:lnTo>
                <a:lnTo>
                  <a:pt x="368808" y="114300"/>
                </a:lnTo>
                <a:lnTo>
                  <a:pt x="399288" y="138684"/>
                </a:lnTo>
                <a:lnTo>
                  <a:pt x="390821" y="146304"/>
                </a:lnTo>
                <a:lnTo>
                  <a:pt x="74676" y="146304"/>
                </a:lnTo>
                <a:lnTo>
                  <a:pt x="63531" y="146613"/>
                </a:lnTo>
                <a:lnTo>
                  <a:pt x="52959" y="147637"/>
                </a:lnTo>
                <a:lnTo>
                  <a:pt x="42957" y="149518"/>
                </a:lnTo>
                <a:lnTo>
                  <a:pt x="33528" y="152400"/>
                </a:lnTo>
                <a:close/>
              </a:path>
              <a:path w="399415" h="408939">
                <a:moveTo>
                  <a:pt x="3048" y="408432"/>
                </a:moveTo>
                <a:lnTo>
                  <a:pt x="0" y="402336"/>
                </a:lnTo>
                <a:lnTo>
                  <a:pt x="31122" y="380095"/>
                </a:lnTo>
                <a:lnTo>
                  <a:pt x="60480" y="354615"/>
                </a:lnTo>
                <a:lnTo>
                  <a:pt x="87653" y="326469"/>
                </a:lnTo>
                <a:lnTo>
                  <a:pt x="112776" y="295656"/>
                </a:lnTo>
                <a:lnTo>
                  <a:pt x="134993" y="261604"/>
                </a:lnTo>
                <a:lnTo>
                  <a:pt x="153352" y="225552"/>
                </a:lnTo>
                <a:lnTo>
                  <a:pt x="167425" y="187213"/>
                </a:lnTo>
                <a:lnTo>
                  <a:pt x="176784" y="146304"/>
                </a:lnTo>
                <a:lnTo>
                  <a:pt x="205740" y="146304"/>
                </a:lnTo>
                <a:lnTo>
                  <a:pt x="192024" y="198286"/>
                </a:lnTo>
                <a:lnTo>
                  <a:pt x="173736" y="244411"/>
                </a:lnTo>
                <a:lnTo>
                  <a:pt x="150876" y="284535"/>
                </a:lnTo>
                <a:lnTo>
                  <a:pt x="123444" y="318515"/>
                </a:lnTo>
                <a:lnTo>
                  <a:pt x="93702" y="347995"/>
                </a:lnTo>
                <a:lnTo>
                  <a:pt x="63817" y="372618"/>
                </a:lnTo>
                <a:lnTo>
                  <a:pt x="33647" y="392668"/>
                </a:lnTo>
                <a:lnTo>
                  <a:pt x="3048" y="408432"/>
                </a:lnTo>
                <a:close/>
              </a:path>
              <a:path w="399415" h="408939">
                <a:moveTo>
                  <a:pt x="357265" y="365760"/>
                </a:moveTo>
                <a:lnTo>
                  <a:pt x="306324" y="365760"/>
                </a:lnTo>
                <a:lnTo>
                  <a:pt x="314896" y="363759"/>
                </a:lnTo>
                <a:lnTo>
                  <a:pt x="322326" y="360045"/>
                </a:lnTo>
                <a:lnTo>
                  <a:pt x="344233" y="288036"/>
                </a:lnTo>
                <a:lnTo>
                  <a:pt x="350686" y="227457"/>
                </a:lnTo>
                <a:lnTo>
                  <a:pt x="358140" y="146304"/>
                </a:lnTo>
                <a:lnTo>
                  <a:pt x="390821" y="146304"/>
                </a:lnTo>
                <a:lnTo>
                  <a:pt x="384047" y="152400"/>
                </a:lnTo>
                <a:lnTo>
                  <a:pt x="378618" y="222384"/>
                </a:lnTo>
                <a:lnTo>
                  <a:pt x="373697" y="277368"/>
                </a:lnTo>
                <a:lnTo>
                  <a:pt x="369474" y="315491"/>
                </a:lnTo>
                <a:lnTo>
                  <a:pt x="365760" y="338328"/>
                </a:lnTo>
                <a:lnTo>
                  <a:pt x="362402" y="353210"/>
                </a:lnTo>
                <a:lnTo>
                  <a:pt x="357265" y="365760"/>
                </a:lnTo>
                <a:close/>
              </a:path>
              <a:path w="399415" h="408939">
                <a:moveTo>
                  <a:pt x="300227" y="298704"/>
                </a:moveTo>
                <a:lnTo>
                  <a:pt x="297180" y="298704"/>
                </a:lnTo>
                <a:lnTo>
                  <a:pt x="294346" y="297322"/>
                </a:lnTo>
                <a:lnTo>
                  <a:pt x="290512" y="293370"/>
                </a:lnTo>
                <a:lnTo>
                  <a:pt x="285821" y="287131"/>
                </a:lnTo>
                <a:lnTo>
                  <a:pt x="280415" y="278892"/>
                </a:lnTo>
                <a:lnTo>
                  <a:pt x="268986" y="264033"/>
                </a:lnTo>
                <a:lnTo>
                  <a:pt x="252984" y="246888"/>
                </a:lnTo>
                <a:lnTo>
                  <a:pt x="232410" y="227457"/>
                </a:lnTo>
                <a:lnTo>
                  <a:pt x="207264" y="205739"/>
                </a:lnTo>
                <a:lnTo>
                  <a:pt x="210312" y="199644"/>
                </a:lnTo>
                <a:lnTo>
                  <a:pt x="245768" y="216265"/>
                </a:lnTo>
                <a:lnTo>
                  <a:pt x="289821" y="240363"/>
                </a:lnTo>
                <a:lnTo>
                  <a:pt x="307848" y="265175"/>
                </a:lnTo>
                <a:lnTo>
                  <a:pt x="307848" y="277368"/>
                </a:lnTo>
                <a:lnTo>
                  <a:pt x="304800" y="289560"/>
                </a:lnTo>
                <a:lnTo>
                  <a:pt x="300227" y="298704"/>
                </a:lnTo>
                <a:close/>
              </a:path>
              <a:path w="399415" h="408939">
                <a:moveTo>
                  <a:pt x="298703" y="408432"/>
                </a:moveTo>
                <a:lnTo>
                  <a:pt x="290750" y="394477"/>
                </a:lnTo>
                <a:lnTo>
                  <a:pt x="276225" y="382524"/>
                </a:lnTo>
                <a:lnTo>
                  <a:pt x="255412" y="372856"/>
                </a:lnTo>
                <a:lnTo>
                  <a:pt x="228600" y="365760"/>
                </a:lnTo>
                <a:lnTo>
                  <a:pt x="228600" y="356616"/>
                </a:lnTo>
                <a:lnTo>
                  <a:pt x="254889" y="360616"/>
                </a:lnTo>
                <a:lnTo>
                  <a:pt x="276606" y="363474"/>
                </a:lnTo>
                <a:lnTo>
                  <a:pt x="293751" y="365188"/>
                </a:lnTo>
                <a:lnTo>
                  <a:pt x="306324" y="365760"/>
                </a:lnTo>
                <a:lnTo>
                  <a:pt x="357265" y="365760"/>
                </a:lnTo>
                <a:lnTo>
                  <a:pt x="357187" y="365950"/>
                </a:lnTo>
                <a:lnTo>
                  <a:pt x="323088" y="398716"/>
                </a:lnTo>
                <a:lnTo>
                  <a:pt x="311610" y="403788"/>
                </a:lnTo>
                <a:lnTo>
                  <a:pt x="298703" y="40843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" name="object 28"/>
          <p:cNvSpPr/>
          <p:nvPr/>
        </p:nvSpPr>
        <p:spPr>
          <a:xfrm>
            <a:off x="7476732" y="2916948"/>
            <a:ext cx="835660" cy="408940"/>
          </a:xfrm>
          <a:custGeom>
            <a:avLst/>
            <a:gdLst/>
            <a:ahLst/>
            <a:cxnLst/>
            <a:rect l="l" t="t" r="r" b="b"/>
            <a:pathLst>
              <a:path w="835659" h="408939">
                <a:moveTo>
                  <a:pt x="335280" y="19812"/>
                </a:moveTo>
                <a:lnTo>
                  <a:pt x="333057" y="18288"/>
                </a:lnTo>
                <a:lnTo>
                  <a:pt x="306324" y="0"/>
                </a:lnTo>
                <a:lnTo>
                  <a:pt x="297180" y="13716"/>
                </a:lnTo>
                <a:lnTo>
                  <a:pt x="297180" y="28956"/>
                </a:lnTo>
                <a:lnTo>
                  <a:pt x="297180" y="67056"/>
                </a:lnTo>
                <a:lnTo>
                  <a:pt x="297180" y="77724"/>
                </a:lnTo>
                <a:lnTo>
                  <a:pt x="297180" y="115824"/>
                </a:lnTo>
                <a:lnTo>
                  <a:pt x="109728" y="115824"/>
                </a:lnTo>
                <a:lnTo>
                  <a:pt x="109728" y="77724"/>
                </a:lnTo>
                <a:lnTo>
                  <a:pt x="297180" y="77724"/>
                </a:lnTo>
                <a:lnTo>
                  <a:pt x="297180" y="67056"/>
                </a:lnTo>
                <a:lnTo>
                  <a:pt x="109728" y="67056"/>
                </a:lnTo>
                <a:lnTo>
                  <a:pt x="109728" y="28956"/>
                </a:lnTo>
                <a:lnTo>
                  <a:pt x="297180" y="28956"/>
                </a:lnTo>
                <a:lnTo>
                  <a:pt x="297180" y="13716"/>
                </a:lnTo>
                <a:lnTo>
                  <a:pt x="294132" y="18288"/>
                </a:lnTo>
                <a:lnTo>
                  <a:pt x="109728" y="18288"/>
                </a:lnTo>
                <a:lnTo>
                  <a:pt x="83820" y="4572"/>
                </a:lnTo>
                <a:lnTo>
                  <a:pt x="84709" y="21120"/>
                </a:lnTo>
                <a:lnTo>
                  <a:pt x="85153" y="38671"/>
                </a:lnTo>
                <a:lnTo>
                  <a:pt x="85331" y="57073"/>
                </a:lnTo>
                <a:lnTo>
                  <a:pt x="85280" y="100965"/>
                </a:lnTo>
                <a:lnTo>
                  <a:pt x="85153" y="113919"/>
                </a:lnTo>
                <a:lnTo>
                  <a:pt x="84709" y="131914"/>
                </a:lnTo>
                <a:lnTo>
                  <a:pt x="83820" y="149352"/>
                </a:lnTo>
                <a:lnTo>
                  <a:pt x="109728" y="140208"/>
                </a:lnTo>
                <a:lnTo>
                  <a:pt x="109728" y="126492"/>
                </a:lnTo>
                <a:lnTo>
                  <a:pt x="297180" y="126492"/>
                </a:lnTo>
                <a:lnTo>
                  <a:pt x="297180" y="147828"/>
                </a:lnTo>
                <a:lnTo>
                  <a:pt x="323088" y="135636"/>
                </a:lnTo>
                <a:lnTo>
                  <a:pt x="322922" y="126492"/>
                </a:lnTo>
                <a:lnTo>
                  <a:pt x="322859" y="122440"/>
                </a:lnTo>
                <a:lnTo>
                  <a:pt x="322694" y="115824"/>
                </a:lnTo>
                <a:lnTo>
                  <a:pt x="322326" y="100965"/>
                </a:lnTo>
                <a:lnTo>
                  <a:pt x="321932" y="77724"/>
                </a:lnTo>
                <a:lnTo>
                  <a:pt x="321779" y="67056"/>
                </a:lnTo>
                <a:lnTo>
                  <a:pt x="321564" y="32004"/>
                </a:lnTo>
                <a:lnTo>
                  <a:pt x="324993" y="28956"/>
                </a:lnTo>
                <a:lnTo>
                  <a:pt x="335280" y="19812"/>
                </a:lnTo>
                <a:close/>
              </a:path>
              <a:path w="835659" h="408939">
                <a:moveTo>
                  <a:pt x="399288" y="173736"/>
                </a:moveTo>
                <a:lnTo>
                  <a:pt x="359664" y="135636"/>
                </a:lnTo>
                <a:lnTo>
                  <a:pt x="332232" y="163068"/>
                </a:lnTo>
                <a:lnTo>
                  <a:pt x="167640" y="163068"/>
                </a:lnTo>
                <a:lnTo>
                  <a:pt x="167640" y="312420"/>
                </a:lnTo>
                <a:lnTo>
                  <a:pt x="85344" y="326136"/>
                </a:lnTo>
                <a:lnTo>
                  <a:pt x="85344" y="271272"/>
                </a:lnTo>
                <a:lnTo>
                  <a:pt x="167640" y="271272"/>
                </a:lnTo>
                <a:lnTo>
                  <a:pt x="167640" y="260604"/>
                </a:lnTo>
                <a:lnTo>
                  <a:pt x="85344" y="260604"/>
                </a:lnTo>
                <a:lnTo>
                  <a:pt x="85344" y="220980"/>
                </a:lnTo>
                <a:lnTo>
                  <a:pt x="167640" y="220980"/>
                </a:lnTo>
                <a:lnTo>
                  <a:pt x="167640" y="210312"/>
                </a:lnTo>
                <a:lnTo>
                  <a:pt x="85344" y="210312"/>
                </a:lnTo>
                <a:lnTo>
                  <a:pt x="85344" y="173736"/>
                </a:lnTo>
                <a:lnTo>
                  <a:pt x="167640" y="173736"/>
                </a:lnTo>
                <a:lnTo>
                  <a:pt x="167640" y="163068"/>
                </a:lnTo>
                <a:lnTo>
                  <a:pt x="0" y="163068"/>
                </a:lnTo>
                <a:lnTo>
                  <a:pt x="13716" y="176784"/>
                </a:lnTo>
                <a:lnTo>
                  <a:pt x="36576" y="173736"/>
                </a:lnTo>
                <a:lnTo>
                  <a:pt x="60960" y="173736"/>
                </a:lnTo>
                <a:lnTo>
                  <a:pt x="60960" y="332232"/>
                </a:lnTo>
                <a:lnTo>
                  <a:pt x="30289" y="336613"/>
                </a:lnTo>
                <a:lnTo>
                  <a:pt x="16179" y="338442"/>
                </a:lnTo>
                <a:lnTo>
                  <a:pt x="3048" y="339852"/>
                </a:lnTo>
                <a:lnTo>
                  <a:pt x="24384" y="373380"/>
                </a:lnTo>
                <a:lnTo>
                  <a:pt x="63919" y="353568"/>
                </a:lnTo>
                <a:lnTo>
                  <a:pt x="167640" y="326136"/>
                </a:lnTo>
                <a:lnTo>
                  <a:pt x="167640" y="408432"/>
                </a:lnTo>
                <a:lnTo>
                  <a:pt x="190500" y="394716"/>
                </a:lnTo>
                <a:lnTo>
                  <a:pt x="190500" y="320040"/>
                </a:lnTo>
                <a:lnTo>
                  <a:pt x="228193" y="307848"/>
                </a:lnTo>
                <a:lnTo>
                  <a:pt x="242316" y="303276"/>
                </a:lnTo>
                <a:lnTo>
                  <a:pt x="240792" y="297180"/>
                </a:lnTo>
                <a:lnTo>
                  <a:pt x="190500" y="307848"/>
                </a:lnTo>
                <a:lnTo>
                  <a:pt x="190500" y="271272"/>
                </a:lnTo>
                <a:lnTo>
                  <a:pt x="190500" y="260604"/>
                </a:lnTo>
                <a:lnTo>
                  <a:pt x="190500" y="220980"/>
                </a:lnTo>
                <a:lnTo>
                  <a:pt x="190500" y="210312"/>
                </a:lnTo>
                <a:lnTo>
                  <a:pt x="190500" y="173736"/>
                </a:lnTo>
                <a:lnTo>
                  <a:pt x="399288" y="173736"/>
                </a:lnTo>
                <a:close/>
              </a:path>
              <a:path w="835659" h="408939">
                <a:moveTo>
                  <a:pt x="400812" y="368808"/>
                </a:moveTo>
                <a:lnTo>
                  <a:pt x="361378" y="360870"/>
                </a:lnTo>
                <a:lnTo>
                  <a:pt x="327380" y="341820"/>
                </a:lnTo>
                <a:lnTo>
                  <a:pt x="301752" y="320040"/>
                </a:lnTo>
                <a:lnTo>
                  <a:pt x="313016" y="303276"/>
                </a:lnTo>
                <a:lnTo>
                  <a:pt x="316331" y="298335"/>
                </a:lnTo>
                <a:lnTo>
                  <a:pt x="330327" y="274510"/>
                </a:lnTo>
                <a:lnTo>
                  <a:pt x="343763" y="248666"/>
                </a:lnTo>
                <a:lnTo>
                  <a:pt x="356616" y="220980"/>
                </a:lnTo>
                <a:lnTo>
                  <a:pt x="366776" y="214884"/>
                </a:lnTo>
                <a:lnTo>
                  <a:pt x="371856" y="211836"/>
                </a:lnTo>
                <a:lnTo>
                  <a:pt x="344424" y="187452"/>
                </a:lnTo>
                <a:lnTo>
                  <a:pt x="332232" y="202361"/>
                </a:lnTo>
                <a:lnTo>
                  <a:pt x="332232" y="214884"/>
                </a:lnTo>
                <a:lnTo>
                  <a:pt x="327647" y="226314"/>
                </a:lnTo>
                <a:lnTo>
                  <a:pt x="306666" y="271767"/>
                </a:lnTo>
                <a:lnTo>
                  <a:pt x="286512" y="303276"/>
                </a:lnTo>
                <a:lnTo>
                  <a:pt x="279895" y="294932"/>
                </a:lnTo>
                <a:lnTo>
                  <a:pt x="255181" y="251307"/>
                </a:lnTo>
                <a:lnTo>
                  <a:pt x="242316" y="214884"/>
                </a:lnTo>
                <a:lnTo>
                  <a:pt x="332232" y="214884"/>
                </a:lnTo>
                <a:lnTo>
                  <a:pt x="332232" y="202361"/>
                </a:lnTo>
                <a:lnTo>
                  <a:pt x="330708" y="204216"/>
                </a:lnTo>
                <a:lnTo>
                  <a:pt x="196596" y="204216"/>
                </a:lnTo>
                <a:lnTo>
                  <a:pt x="210312" y="217932"/>
                </a:lnTo>
                <a:lnTo>
                  <a:pt x="233172" y="214884"/>
                </a:lnTo>
                <a:lnTo>
                  <a:pt x="236867" y="230327"/>
                </a:lnTo>
                <a:lnTo>
                  <a:pt x="240982" y="244792"/>
                </a:lnTo>
                <a:lnTo>
                  <a:pt x="255041" y="283845"/>
                </a:lnTo>
                <a:lnTo>
                  <a:pt x="274320" y="321564"/>
                </a:lnTo>
                <a:lnTo>
                  <a:pt x="256362" y="341757"/>
                </a:lnTo>
                <a:lnTo>
                  <a:pt x="236410" y="361378"/>
                </a:lnTo>
                <a:lnTo>
                  <a:pt x="214528" y="380060"/>
                </a:lnTo>
                <a:lnTo>
                  <a:pt x="190500" y="397764"/>
                </a:lnTo>
                <a:lnTo>
                  <a:pt x="195072" y="402336"/>
                </a:lnTo>
                <a:lnTo>
                  <a:pt x="222224" y="386067"/>
                </a:lnTo>
                <a:lnTo>
                  <a:pt x="246507" y="369379"/>
                </a:lnTo>
                <a:lnTo>
                  <a:pt x="267944" y="352399"/>
                </a:lnTo>
                <a:lnTo>
                  <a:pt x="286512" y="335280"/>
                </a:lnTo>
                <a:lnTo>
                  <a:pt x="297446" y="346138"/>
                </a:lnTo>
                <a:lnTo>
                  <a:pt x="307657" y="355854"/>
                </a:lnTo>
                <a:lnTo>
                  <a:pt x="317588" y="364426"/>
                </a:lnTo>
                <a:lnTo>
                  <a:pt x="327660" y="371856"/>
                </a:lnTo>
                <a:lnTo>
                  <a:pt x="336829" y="379298"/>
                </a:lnTo>
                <a:lnTo>
                  <a:pt x="346138" y="385762"/>
                </a:lnTo>
                <a:lnTo>
                  <a:pt x="355739" y="391350"/>
                </a:lnTo>
                <a:lnTo>
                  <a:pt x="365760" y="396240"/>
                </a:lnTo>
                <a:lnTo>
                  <a:pt x="370598" y="388188"/>
                </a:lnTo>
                <a:lnTo>
                  <a:pt x="378142" y="382143"/>
                </a:lnTo>
                <a:lnTo>
                  <a:pt x="388264" y="377799"/>
                </a:lnTo>
                <a:lnTo>
                  <a:pt x="400812" y="374904"/>
                </a:lnTo>
                <a:lnTo>
                  <a:pt x="400812" y="368808"/>
                </a:lnTo>
                <a:close/>
              </a:path>
              <a:path w="835659" h="408939">
                <a:moveTo>
                  <a:pt x="800112" y="228587"/>
                </a:moveTo>
                <a:lnTo>
                  <a:pt x="794016" y="222491"/>
                </a:lnTo>
                <a:lnTo>
                  <a:pt x="775728" y="204203"/>
                </a:lnTo>
                <a:lnTo>
                  <a:pt x="762012" y="219176"/>
                </a:lnTo>
                <a:lnTo>
                  <a:pt x="762012" y="233159"/>
                </a:lnTo>
                <a:lnTo>
                  <a:pt x="762012" y="344411"/>
                </a:lnTo>
                <a:lnTo>
                  <a:pt x="605040" y="344411"/>
                </a:lnTo>
                <a:lnTo>
                  <a:pt x="605040" y="233159"/>
                </a:lnTo>
                <a:lnTo>
                  <a:pt x="762012" y="233159"/>
                </a:lnTo>
                <a:lnTo>
                  <a:pt x="762012" y="219176"/>
                </a:lnTo>
                <a:lnTo>
                  <a:pt x="758964" y="222491"/>
                </a:lnTo>
                <a:lnTo>
                  <a:pt x="609612" y="222491"/>
                </a:lnTo>
                <a:lnTo>
                  <a:pt x="579132" y="205727"/>
                </a:lnTo>
                <a:lnTo>
                  <a:pt x="580009" y="226047"/>
                </a:lnTo>
                <a:lnTo>
                  <a:pt x="580466" y="248208"/>
                </a:lnTo>
                <a:lnTo>
                  <a:pt x="580631" y="272389"/>
                </a:lnTo>
                <a:lnTo>
                  <a:pt x="580567" y="327647"/>
                </a:lnTo>
                <a:lnTo>
                  <a:pt x="580275" y="350126"/>
                </a:lnTo>
                <a:lnTo>
                  <a:pt x="579361" y="373278"/>
                </a:lnTo>
                <a:lnTo>
                  <a:pt x="577608" y="394703"/>
                </a:lnTo>
                <a:lnTo>
                  <a:pt x="605040" y="382511"/>
                </a:lnTo>
                <a:lnTo>
                  <a:pt x="605040" y="353555"/>
                </a:lnTo>
                <a:lnTo>
                  <a:pt x="762012" y="353555"/>
                </a:lnTo>
                <a:lnTo>
                  <a:pt x="762012" y="385559"/>
                </a:lnTo>
                <a:lnTo>
                  <a:pt x="787920" y="374891"/>
                </a:lnTo>
                <a:lnTo>
                  <a:pt x="786396" y="239255"/>
                </a:lnTo>
                <a:lnTo>
                  <a:pt x="794232" y="233159"/>
                </a:lnTo>
                <a:lnTo>
                  <a:pt x="800112" y="228587"/>
                </a:lnTo>
                <a:close/>
              </a:path>
              <a:path w="835659" h="408939">
                <a:moveTo>
                  <a:pt x="835164" y="149339"/>
                </a:moveTo>
                <a:lnTo>
                  <a:pt x="824979" y="138671"/>
                </a:lnTo>
                <a:lnTo>
                  <a:pt x="803160" y="115811"/>
                </a:lnTo>
                <a:lnTo>
                  <a:pt x="781824" y="138671"/>
                </a:lnTo>
                <a:lnTo>
                  <a:pt x="539508" y="138671"/>
                </a:lnTo>
                <a:lnTo>
                  <a:pt x="539508" y="67043"/>
                </a:lnTo>
                <a:lnTo>
                  <a:pt x="584415" y="64211"/>
                </a:lnTo>
                <a:lnTo>
                  <a:pt x="627900" y="60375"/>
                </a:lnTo>
                <a:lnTo>
                  <a:pt x="664006" y="56375"/>
                </a:lnTo>
                <a:lnTo>
                  <a:pt x="670229" y="55689"/>
                </a:lnTo>
                <a:lnTo>
                  <a:pt x="748030" y="45427"/>
                </a:lnTo>
                <a:lnTo>
                  <a:pt x="777062" y="42278"/>
                </a:lnTo>
                <a:lnTo>
                  <a:pt x="798944" y="40855"/>
                </a:lnTo>
                <a:lnTo>
                  <a:pt x="813828" y="41135"/>
                </a:lnTo>
                <a:lnTo>
                  <a:pt x="813612" y="40855"/>
                </a:lnTo>
                <a:lnTo>
                  <a:pt x="789444" y="7607"/>
                </a:lnTo>
                <a:lnTo>
                  <a:pt x="776312" y="14236"/>
                </a:lnTo>
                <a:lnTo>
                  <a:pt x="757631" y="20561"/>
                </a:lnTo>
                <a:lnTo>
                  <a:pt x="704100" y="33515"/>
                </a:lnTo>
                <a:lnTo>
                  <a:pt x="631139" y="46659"/>
                </a:lnTo>
                <a:lnTo>
                  <a:pt x="588149" y="51739"/>
                </a:lnTo>
                <a:lnTo>
                  <a:pt x="541032" y="56375"/>
                </a:lnTo>
                <a:lnTo>
                  <a:pt x="513600" y="39611"/>
                </a:lnTo>
                <a:lnTo>
                  <a:pt x="514451" y="75907"/>
                </a:lnTo>
                <a:lnTo>
                  <a:pt x="514743" y="111620"/>
                </a:lnTo>
                <a:lnTo>
                  <a:pt x="514451" y="146773"/>
                </a:lnTo>
                <a:lnTo>
                  <a:pt x="513600" y="181343"/>
                </a:lnTo>
                <a:lnTo>
                  <a:pt x="510171" y="245160"/>
                </a:lnTo>
                <a:lnTo>
                  <a:pt x="499884" y="298691"/>
                </a:lnTo>
                <a:lnTo>
                  <a:pt x="479691" y="348602"/>
                </a:lnTo>
                <a:lnTo>
                  <a:pt x="443496" y="400799"/>
                </a:lnTo>
                <a:lnTo>
                  <a:pt x="449592" y="406895"/>
                </a:lnTo>
                <a:lnTo>
                  <a:pt x="489597" y="360222"/>
                </a:lnTo>
                <a:lnTo>
                  <a:pt x="518172" y="307835"/>
                </a:lnTo>
                <a:lnTo>
                  <a:pt x="535127" y="240588"/>
                </a:lnTo>
                <a:lnTo>
                  <a:pt x="538949" y="197904"/>
                </a:lnTo>
                <a:lnTo>
                  <a:pt x="539508" y="149339"/>
                </a:lnTo>
                <a:lnTo>
                  <a:pt x="835164" y="14933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" name="object 29"/>
          <p:cNvSpPr/>
          <p:nvPr/>
        </p:nvSpPr>
        <p:spPr>
          <a:xfrm>
            <a:off x="8400288" y="2916935"/>
            <a:ext cx="356870" cy="401320"/>
          </a:xfrm>
          <a:custGeom>
            <a:avLst/>
            <a:gdLst/>
            <a:ahLst/>
            <a:cxnLst/>
            <a:rect l="l" t="t" r="r" b="b"/>
            <a:pathLst>
              <a:path w="356870" h="401320">
                <a:moveTo>
                  <a:pt x="54864" y="89916"/>
                </a:moveTo>
                <a:lnTo>
                  <a:pt x="44196" y="89916"/>
                </a:lnTo>
                <a:lnTo>
                  <a:pt x="51339" y="61936"/>
                </a:lnTo>
                <a:lnTo>
                  <a:pt x="56769" y="37528"/>
                </a:lnTo>
                <a:lnTo>
                  <a:pt x="60483" y="16835"/>
                </a:lnTo>
                <a:lnTo>
                  <a:pt x="62484" y="0"/>
                </a:lnTo>
                <a:lnTo>
                  <a:pt x="100584" y="19812"/>
                </a:lnTo>
                <a:lnTo>
                  <a:pt x="91725" y="27551"/>
                </a:lnTo>
                <a:lnTo>
                  <a:pt x="81153" y="41719"/>
                </a:lnTo>
                <a:lnTo>
                  <a:pt x="68865" y="62460"/>
                </a:lnTo>
                <a:lnTo>
                  <a:pt x="54864" y="89916"/>
                </a:lnTo>
                <a:close/>
              </a:path>
              <a:path w="356870" h="401320">
                <a:moveTo>
                  <a:pt x="147828" y="190500"/>
                </a:moveTo>
                <a:lnTo>
                  <a:pt x="143256" y="187452"/>
                </a:lnTo>
                <a:lnTo>
                  <a:pt x="160377" y="160615"/>
                </a:lnTo>
                <a:lnTo>
                  <a:pt x="175069" y="135064"/>
                </a:lnTo>
                <a:lnTo>
                  <a:pt x="196596" y="88392"/>
                </a:lnTo>
                <a:lnTo>
                  <a:pt x="211836" y="44958"/>
                </a:lnTo>
                <a:lnTo>
                  <a:pt x="222503" y="1524"/>
                </a:lnTo>
                <a:lnTo>
                  <a:pt x="260603" y="24384"/>
                </a:lnTo>
                <a:lnTo>
                  <a:pt x="252864" y="31480"/>
                </a:lnTo>
                <a:lnTo>
                  <a:pt x="243268" y="45720"/>
                </a:lnTo>
                <a:lnTo>
                  <a:pt x="231671" y="66817"/>
                </a:lnTo>
                <a:lnTo>
                  <a:pt x="217932" y="94488"/>
                </a:lnTo>
                <a:lnTo>
                  <a:pt x="348996" y="94488"/>
                </a:lnTo>
                <a:lnTo>
                  <a:pt x="356616" y="102108"/>
                </a:lnTo>
                <a:lnTo>
                  <a:pt x="352806" y="105156"/>
                </a:lnTo>
                <a:lnTo>
                  <a:pt x="214884" y="105156"/>
                </a:lnTo>
                <a:lnTo>
                  <a:pt x="198620" y="129420"/>
                </a:lnTo>
                <a:lnTo>
                  <a:pt x="181927" y="151828"/>
                </a:lnTo>
                <a:lnTo>
                  <a:pt x="164949" y="172235"/>
                </a:lnTo>
                <a:lnTo>
                  <a:pt x="147828" y="190500"/>
                </a:lnTo>
                <a:close/>
              </a:path>
              <a:path w="356870" h="401320">
                <a:moveTo>
                  <a:pt x="146304" y="89916"/>
                </a:moveTo>
                <a:lnTo>
                  <a:pt x="111252" y="89916"/>
                </a:lnTo>
                <a:lnTo>
                  <a:pt x="129540" y="73152"/>
                </a:lnTo>
                <a:lnTo>
                  <a:pt x="146304" y="89916"/>
                </a:lnTo>
                <a:close/>
              </a:path>
              <a:path w="356870" h="401320">
                <a:moveTo>
                  <a:pt x="0" y="397764"/>
                </a:moveTo>
                <a:lnTo>
                  <a:pt x="820" y="359664"/>
                </a:lnTo>
                <a:lnTo>
                  <a:pt x="917" y="353568"/>
                </a:lnTo>
                <a:lnTo>
                  <a:pt x="1333" y="316230"/>
                </a:lnTo>
                <a:lnTo>
                  <a:pt x="1425" y="176784"/>
                </a:lnTo>
                <a:lnTo>
                  <a:pt x="1301" y="151828"/>
                </a:lnTo>
                <a:lnTo>
                  <a:pt x="881" y="114681"/>
                </a:lnTo>
                <a:lnTo>
                  <a:pt x="0" y="74676"/>
                </a:lnTo>
                <a:lnTo>
                  <a:pt x="25908" y="89916"/>
                </a:lnTo>
                <a:lnTo>
                  <a:pt x="146304" y="89916"/>
                </a:lnTo>
                <a:lnTo>
                  <a:pt x="155448" y="99060"/>
                </a:lnTo>
                <a:lnTo>
                  <a:pt x="153162" y="100584"/>
                </a:lnTo>
                <a:lnTo>
                  <a:pt x="24384" y="100584"/>
                </a:lnTo>
                <a:lnTo>
                  <a:pt x="24384" y="211836"/>
                </a:lnTo>
                <a:lnTo>
                  <a:pt x="137464" y="211836"/>
                </a:lnTo>
                <a:lnTo>
                  <a:pt x="137527" y="222504"/>
                </a:lnTo>
                <a:lnTo>
                  <a:pt x="24384" y="222504"/>
                </a:lnTo>
                <a:lnTo>
                  <a:pt x="24384" y="344424"/>
                </a:lnTo>
                <a:lnTo>
                  <a:pt x="138510" y="344424"/>
                </a:lnTo>
                <a:lnTo>
                  <a:pt x="138564" y="353568"/>
                </a:lnTo>
                <a:lnTo>
                  <a:pt x="24384" y="353568"/>
                </a:lnTo>
                <a:lnTo>
                  <a:pt x="24384" y="384048"/>
                </a:lnTo>
                <a:lnTo>
                  <a:pt x="0" y="397764"/>
                </a:lnTo>
                <a:close/>
              </a:path>
              <a:path w="356870" h="401320">
                <a:moveTo>
                  <a:pt x="348996" y="94488"/>
                </a:moveTo>
                <a:lnTo>
                  <a:pt x="310896" y="94488"/>
                </a:lnTo>
                <a:lnTo>
                  <a:pt x="330708" y="76200"/>
                </a:lnTo>
                <a:lnTo>
                  <a:pt x="348996" y="94488"/>
                </a:lnTo>
                <a:close/>
              </a:path>
              <a:path w="356870" h="401320">
                <a:moveTo>
                  <a:pt x="137464" y="211836"/>
                </a:moveTo>
                <a:lnTo>
                  <a:pt x="115824" y="211836"/>
                </a:lnTo>
                <a:lnTo>
                  <a:pt x="115824" y="100584"/>
                </a:lnTo>
                <a:lnTo>
                  <a:pt x="153162" y="100584"/>
                </a:lnTo>
                <a:lnTo>
                  <a:pt x="137160" y="111252"/>
                </a:lnTo>
                <a:lnTo>
                  <a:pt x="137263" y="160615"/>
                </a:lnTo>
                <a:lnTo>
                  <a:pt x="137386" y="198501"/>
                </a:lnTo>
                <a:lnTo>
                  <a:pt x="137464" y="211836"/>
                </a:lnTo>
                <a:close/>
              </a:path>
              <a:path w="356870" h="401320">
                <a:moveTo>
                  <a:pt x="327433" y="359664"/>
                </a:moveTo>
                <a:lnTo>
                  <a:pt x="283464" y="359664"/>
                </a:lnTo>
                <a:lnTo>
                  <a:pt x="292631" y="357687"/>
                </a:lnTo>
                <a:lnTo>
                  <a:pt x="299656" y="351853"/>
                </a:lnTo>
                <a:lnTo>
                  <a:pt x="309265" y="304373"/>
                </a:lnTo>
                <a:lnTo>
                  <a:pt x="311086" y="258889"/>
                </a:lnTo>
                <a:lnTo>
                  <a:pt x="313250" y="190500"/>
                </a:lnTo>
                <a:lnTo>
                  <a:pt x="315467" y="105156"/>
                </a:lnTo>
                <a:lnTo>
                  <a:pt x="352806" y="105156"/>
                </a:lnTo>
                <a:lnTo>
                  <a:pt x="341376" y="114300"/>
                </a:lnTo>
                <a:lnTo>
                  <a:pt x="339488" y="190500"/>
                </a:lnTo>
                <a:lnTo>
                  <a:pt x="337718" y="248631"/>
                </a:lnTo>
                <a:lnTo>
                  <a:pt x="335889" y="294583"/>
                </a:lnTo>
                <a:lnTo>
                  <a:pt x="334060" y="326489"/>
                </a:lnTo>
                <a:lnTo>
                  <a:pt x="332232" y="344424"/>
                </a:lnTo>
                <a:lnTo>
                  <a:pt x="328517" y="357020"/>
                </a:lnTo>
                <a:lnTo>
                  <a:pt x="327433" y="359664"/>
                </a:lnTo>
                <a:close/>
              </a:path>
              <a:path w="356870" h="401320">
                <a:moveTo>
                  <a:pt x="231648" y="268224"/>
                </a:moveTo>
                <a:lnTo>
                  <a:pt x="225552" y="268224"/>
                </a:lnTo>
                <a:lnTo>
                  <a:pt x="222503" y="260603"/>
                </a:lnTo>
                <a:lnTo>
                  <a:pt x="219456" y="245364"/>
                </a:lnTo>
                <a:lnTo>
                  <a:pt x="214884" y="227361"/>
                </a:lnTo>
                <a:lnTo>
                  <a:pt x="208026" y="209931"/>
                </a:lnTo>
                <a:lnTo>
                  <a:pt x="198882" y="193071"/>
                </a:lnTo>
                <a:lnTo>
                  <a:pt x="187452" y="176784"/>
                </a:lnTo>
                <a:lnTo>
                  <a:pt x="192024" y="172212"/>
                </a:lnTo>
                <a:lnTo>
                  <a:pt x="224980" y="198501"/>
                </a:lnTo>
                <a:lnTo>
                  <a:pt x="246888" y="234696"/>
                </a:lnTo>
                <a:lnTo>
                  <a:pt x="246888" y="246888"/>
                </a:lnTo>
                <a:lnTo>
                  <a:pt x="245364" y="254508"/>
                </a:lnTo>
                <a:lnTo>
                  <a:pt x="236220" y="266700"/>
                </a:lnTo>
                <a:lnTo>
                  <a:pt x="231648" y="268224"/>
                </a:lnTo>
                <a:close/>
              </a:path>
              <a:path w="356870" h="401320">
                <a:moveTo>
                  <a:pt x="138510" y="344424"/>
                </a:moveTo>
                <a:lnTo>
                  <a:pt x="115824" y="344424"/>
                </a:lnTo>
                <a:lnTo>
                  <a:pt x="115824" y="222504"/>
                </a:lnTo>
                <a:lnTo>
                  <a:pt x="137527" y="222504"/>
                </a:lnTo>
                <a:lnTo>
                  <a:pt x="137723" y="254508"/>
                </a:lnTo>
                <a:lnTo>
                  <a:pt x="138510" y="344424"/>
                </a:lnTo>
                <a:close/>
              </a:path>
              <a:path w="356870" h="401320">
                <a:moveTo>
                  <a:pt x="278891" y="400812"/>
                </a:moveTo>
                <a:lnTo>
                  <a:pt x="271772" y="387953"/>
                </a:lnTo>
                <a:lnTo>
                  <a:pt x="259651" y="376809"/>
                </a:lnTo>
                <a:lnTo>
                  <a:pt x="242673" y="367379"/>
                </a:lnTo>
                <a:lnTo>
                  <a:pt x="220979" y="359664"/>
                </a:lnTo>
                <a:lnTo>
                  <a:pt x="220979" y="350520"/>
                </a:lnTo>
                <a:lnTo>
                  <a:pt x="241244" y="354520"/>
                </a:lnTo>
                <a:lnTo>
                  <a:pt x="258508" y="357378"/>
                </a:lnTo>
                <a:lnTo>
                  <a:pt x="272629" y="359092"/>
                </a:lnTo>
                <a:lnTo>
                  <a:pt x="283464" y="359664"/>
                </a:lnTo>
                <a:lnTo>
                  <a:pt x="327433" y="359664"/>
                </a:lnTo>
                <a:lnTo>
                  <a:pt x="324231" y="367474"/>
                </a:lnTo>
                <a:lnTo>
                  <a:pt x="289726" y="396240"/>
                </a:lnTo>
                <a:lnTo>
                  <a:pt x="278891" y="400812"/>
                </a:lnTo>
                <a:close/>
              </a:path>
              <a:path w="356870" h="401320">
                <a:moveTo>
                  <a:pt x="115824" y="390144"/>
                </a:moveTo>
                <a:lnTo>
                  <a:pt x="115824" y="353568"/>
                </a:lnTo>
                <a:lnTo>
                  <a:pt x="138564" y="353568"/>
                </a:lnTo>
                <a:lnTo>
                  <a:pt x="138684" y="376428"/>
                </a:lnTo>
                <a:lnTo>
                  <a:pt x="115824" y="39014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" name="object 30"/>
          <p:cNvSpPr/>
          <p:nvPr/>
        </p:nvSpPr>
        <p:spPr>
          <a:xfrm>
            <a:off x="8819388" y="2913888"/>
            <a:ext cx="391795" cy="408940"/>
          </a:xfrm>
          <a:custGeom>
            <a:avLst/>
            <a:gdLst/>
            <a:ahLst/>
            <a:cxnLst/>
            <a:rect l="l" t="t" r="r" b="b"/>
            <a:pathLst>
              <a:path w="391795" h="408939">
                <a:moveTo>
                  <a:pt x="277367" y="94488"/>
                </a:moveTo>
                <a:lnTo>
                  <a:pt x="254507" y="94488"/>
                </a:lnTo>
                <a:lnTo>
                  <a:pt x="254246" y="60769"/>
                </a:lnTo>
                <a:lnTo>
                  <a:pt x="253741" y="35052"/>
                </a:lnTo>
                <a:lnTo>
                  <a:pt x="253222" y="14549"/>
                </a:lnTo>
                <a:lnTo>
                  <a:pt x="252983" y="0"/>
                </a:lnTo>
                <a:lnTo>
                  <a:pt x="294131" y="22860"/>
                </a:lnTo>
                <a:lnTo>
                  <a:pt x="277367" y="35052"/>
                </a:lnTo>
                <a:lnTo>
                  <a:pt x="277367" y="94488"/>
                </a:lnTo>
                <a:close/>
              </a:path>
              <a:path w="391795" h="408939">
                <a:moveTo>
                  <a:pt x="15239" y="192024"/>
                </a:moveTo>
                <a:lnTo>
                  <a:pt x="0" y="160020"/>
                </a:lnTo>
                <a:lnTo>
                  <a:pt x="9429" y="157114"/>
                </a:lnTo>
                <a:lnTo>
                  <a:pt x="19430" y="148209"/>
                </a:lnTo>
                <a:lnTo>
                  <a:pt x="41147" y="111252"/>
                </a:lnTo>
                <a:lnTo>
                  <a:pt x="61912" y="60769"/>
                </a:lnTo>
                <a:lnTo>
                  <a:pt x="79247" y="9144"/>
                </a:lnTo>
                <a:lnTo>
                  <a:pt x="115823" y="28956"/>
                </a:lnTo>
                <a:lnTo>
                  <a:pt x="99059" y="36576"/>
                </a:lnTo>
                <a:lnTo>
                  <a:pt x="81010" y="70866"/>
                </a:lnTo>
                <a:lnTo>
                  <a:pt x="63245" y="102870"/>
                </a:lnTo>
                <a:lnTo>
                  <a:pt x="45481" y="132588"/>
                </a:lnTo>
                <a:lnTo>
                  <a:pt x="27431" y="160020"/>
                </a:lnTo>
                <a:lnTo>
                  <a:pt x="122877" y="160020"/>
                </a:lnTo>
                <a:lnTo>
                  <a:pt x="121705" y="161544"/>
                </a:lnTo>
                <a:lnTo>
                  <a:pt x="115542" y="169164"/>
                </a:lnTo>
                <a:lnTo>
                  <a:pt x="92964" y="169164"/>
                </a:lnTo>
                <a:lnTo>
                  <a:pt x="82676" y="171211"/>
                </a:lnTo>
                <a:lnTo>
                  <a:pt x="42671" y="179379"/>
                </a:lnTo>
                <a:lnTo>
                  <a:pt x="24383" y="186856"/>
                </a:lnTo>
                <a:lnTo>
                  <a:pt x="15239" y="192024"/>
                </a:lnTo>
                <a:close/>
              </a:path>
              <a:path w="391795" h="408939">
                <a:moveTo>
                  <a:pt x="169163" y="109728"/>
                </a:moveTo>
                <a:lnTo>
                  <a:pt x="153923" y="94488"/>
                </a:lnTo>
                <a:lnTo>
                  <a:pt x="341376" y="94488"/>
                </a:lnTo>
                <a:lnTo>
                  <a:pt x="362712" y="73152"/>
                </a:lnTo>
                <a:lnTo>
                  <a:pt x="391668" y="105156"/>
                </a:lnTo>
                <a:lnTo>
                  <a:pt x="210311" y="105156"/>
                </a:lnTo>
                <a:lnTo>
                  <a:pt x="199167" y="105441"/>
                </a:lnTo>
                <a:lnTo>
                  <a:pt x="188594" y="106299"/>
                </a:lnTo>
                <a:lnTo>
                  <a:pt x="178593" y="107727"/>
                </a:lnTo>
                <a:lnTo>
                  <a:pt x="169163" y="109728"/>
                </a:lnTo>
                <a:close/>
              </a:path>
              <a:path w="391795" h="408939">
                <a:moveTo>
                  <a:pt x="122877" y="160020"/>
                </a:moveTo>
                <a:lnTo>
                  <a:pt x="27431" y="160020"/>
                </a:lnTo>
                <a:lnTo>
                  <a:pt x="97535" y="158496"/>
                </a:lnTo>
                <a:lnTo>
                  <a:pt x="107275" y="142755"/>
                </a:lnTo>
                <a:lnTo>
                  <a:pt x="116014" y="127444"/>
                </a:lnTo>
                <a:lnTo>
                  <a:pt x="123896" y="112418"/>
                </a:lnTo>
                <a:lnTo>
                  <a:pt x="131063" y="97536"/>
                </a:lnTo>
                <a:lnTo>
                  <a:pt x="161543" y="120396"/>
                </a:lnTo>
                <a:lnTo>
                  <a:pt x="146303" y="129540"/>
                </a:lnTo>
                <a:lnTo>
                  <a:pt x="122877" y="160020"/>
                </a:lnTo>
                <a:close/>
              </a:path>
              <a:path w="391795" h="408939">
                <a:moveTo>
                  <a:pt x="277367" y="182880"/>
                </a:moveTo>
                <a:lnTo>
                  <a:pt x="254507" y="182880"/>
                </a:lnTo>
                <a:lnTo>
                  <a:pt x="254507" y="105156"/>
                </a:lnTo>
                <a:lnTo>
                  <a:pt x="277367" y="105156"/>
                </a:lnTo>
                <a:lnTo>
                  <a:pt x="277367" y="182880"/>
                </a:lnTo>
                <a:close/>
              </a:path>
              <a:path w="391795" h="408939">
                <a:moveTo>
                  <a:pt x="184403" y="199644"/>
                </a:moveTo>
                <a:lnTo>
                  <a:pt x="169163" y="182880"/>
                </a:lnTo>
                <a:lnTo>
                  <a:pt x="323088" y="182880"/>
                </a:lnTo>
                <a:lnTo>
                  <a:pt x="344424" y="163068"/>
                </a:lnTo>
                <a:lnTo>
                  <a:pt x="374904" y="193548"/>
                </a:lnTo>
                <a:lnTo>
                  <a:pt x="227075" y="193548"/>
                </a:lnTo>
                <a:lnTo>
                  <a:pt x="215907" y="193857"/>
                </a:lnTo>
                <a:lnTo>
                  <a:pt x="205168" y="194881"/>
                </a:lnTo>
                <a:lnTo>
                  <a:pt x="194714" y="196762"/>
                </a:lnTo>
                <a:lnTo>
                  <a:pt x="184403" y="199644"/>
                </a:lnTo>
                <a:close/>
              </a:path>
              <a:path w="391795" h="408939">
                <a:moveTo>
                  <a:pt x="27431" y="292607"/>
                </a:moveTo>
                <a:lnTo>
                  <a:pt x="9143" y="262128"/>
                </a:lnTo>
                <a:lnTo>
                  <a:pt x="15978" y="258627"/>
                </a:lnTo>
                <a:lnTo>
                  <a:pt x="22669" y="254698"/>
                </a:lnTo>
                <a:lnTo>
                  <a:pt x="55435" y="219646"/>
                </a:lnTo>
                <a:lnTo>
                  <a:pt x="92964" y="169164"/>
                </a:lnTo>
                <a:lnTo>
                  <a:pt x="115542" y="169164"/>
                </a:lnTo>
                <a:lnTo>
                  <a:pt x="95821" y="193548"/>
                </a:lnTo>
                <a:lnTo>
                  <a:pt x="68508" y="225552"/>
                </a:lnTo>
                <a:lnTo>
                  <a:pt x="39624" y="257556"/>
                </a:lnTo>
                <a:lnTo>
                  <a:pt x="118111" y="257556"/>
                </a:lnTo>
                <a:lnTo>
                  <a:pt x="115657" y="258222"/>
                </a:lnTo>
                <a:lnTo>
                  <a:pt x="94488" y="263652"/>
                </a:lnTo>
                <a:lnTo>
                  <a:pt x="73294" y="270533"/>
                </a:lnTo>
                <a:lnTo>
                  <a:pt x="55244" y="277558"/>
                </a:lnTo>
                <a:lnTo>
                  <a:pt x="40052" y="284868"/>
                </a:lnTo>
                <a:lnTo>
                  <a:pt x="27431" y="292607"/>
                </a:lnTo>
                <a:close/>
              </a:path>
              <a:path w="391795" h="408939">
                <a:moveTo>
                  <a:pt x="182879" y="408432"/>
                </a:moveTo>
                <a:lnTo>
                  <a:pt x="183761" y="388167"/>
                </a:lnTo>
                <a:lnTo>
                  <a:pt x="184193" y="367284"/>
                </a:lnTo>
                <a:lnTo>
                  <a:pt x="184311" y="284868"/>
                </a:lnTo>
                <a:lnTo>
                  <a:pt x="184213" y="271653"/>
                </a:lnTo>
                <a:lnTo>
                  <a:pt x="183761" y="250793"/>
                </a:lnTo>
                <a:lnTo>
                  <a:pt x="182879" y="231648"/>
                </a:lnTo>
                <a:lnTo>
                  <a:pt x="210311" y="248412"/>
                </a:lnTo>
                <a:lnTo>
                  <a:pt x="361188" y="248412"/>
                </a:lnTo>
                <a:lnTo>
                  <a:pt x="368808" y="256031"/>
                </a:lnTo>
                <a:lnTo>
                  <a:pt x="366630" y="257556"/>
                </a:lnTo>
                <a:lnTo>
                  <a:pt x="207263" y="257556"/>
                </a:lnTo>
                <a:lnTo>
                  <a:pt x="207263" y="356616"/>
                </a:lnTo>
                <a:lnTo>
                  <a:pt x="353597" y="356616"/>
                </a:lnTo>
                <a:lnTo>
                  <a:pt x="353719" y="367284"/>
                </a:lnTo>
                <a:lnTo>
                  <a:pt x="207263" y="367284"/>
                </a:lnTo>
                <a:lnTo>
                  <a:pt x="207263" y="396240"/>
                </a:lnTo>
                <a:lnTo>
                  <a:pt x="182879" y="408432"/>
                </a:lnTo>
                <a:close/>
              </a:path>
              <a:path w="391795" h="408939">
                <a:moveTo>
                  <a:pt x="361188" y="248412"/>
                </a:moveTo>
                <a:lnTo>
                  <a:pt x="329184" y="248412"/>
                </a:lnTo>
                <a:lnTo>
                  <a:pt x="344424" y="231648"/>
                </a:lnTo>
                <a:lnTo>
                  <a:pt x="361188" y="248412"/>
                </a:lnTo>
                <a:close/>
              </a:path>
              <a:path w="391795" h="408939">
                <a:moveTo>
                  <a:pt x="118111" y="257556"/>
                </a:moveTo>
                <a:lnTo>
                  <a:pt x="39624" y="257556"/>
                </a:lnTo>
                <a:lnTo>
                  <a:pt x="160019" y="239268"/>
                </a:lnTo>
                <a:lnTo>
                  <a:pt x="160019" y="245364"/>
                </a:lnTo>
                <a:lnTo>
                  <a:pt x="148280" y="249078"/>
                </a:lnTo>
                <a:lnTo>
                  <a:pt x="133540" y="253365"/>
                </a:lnTo>
                <a:lnTo>
                  <a:pt x="118111" y="257556"/>
                </a:lnTo>
                <a:close/>
              </a:path>
              <a:path w="391795" h="408939">
                <a:moveTo>
                  <a:pt x="353597" y="356616"/>
                </a:moveTo>
                <a:lnTo>
                  <a:pt x="330708" y="356616"/>
                </a:lnTo>
                <a:lnTo>
                  <a:pt x="330708" y="257556"/>
                </a:lnTo>
                <a:lnTo>
                  <a:pt x="366630" y="257556"/>
                </a:lnTo>
                <a:lnTo>
                  <a:pt x="353568" y="266700"/>
                </a:lnTo>
                <a:lnTo>
                  <a:pt x="353597" y="356616"/>
                </a:lnTo>
                <a:close/>
              </a:path>
              <a:path w="391795" h="408939">
                <a:moveTo>
                  <a:pt x="18288" y="384048"/>
                </a:moveTo>
                <a:lnTo>
                  <a:pt x="0" y="350520"/>
                </a:lnTo>
                <a:lnTo>
                  <a:pt x="27241" y="345567"/>
                </a:lnTo>
                <a:lnTo>
                  <a:pt x="42219" y="342376"/>
                </a:lnTo>
                <a:lnTo>
                  <a:pt x="57912" y="338328"/>
                </a:lnTo>
                <a:lnTo>
                  <a:pt x="77342" y="334041"/>
                </a:lnTo>
                <a:lnTo>
                  <a:pt x="101345" y="328041"/>
                </a:lnTo>
                <a:lnTo>
                  <a:pt x="129920" y="320325"/>
                </a:lnTo>
                <a:lnTo>
                  <a:pt x="163067" y="310895"/>
                </a:lnTo>
                <a:lnTo>
                  <a:pt x="166115" y="316992"/>
                </a:lnTo>
                <a:lnTo>
                  <a:pt x="108084" y="340113"/>
                </a:lnTo>
                <a:lnTo>
                  <a:pt x="64198" y="359092"/>
                </a:lnTo>
                <a:lnTo>
                  <a:pt x="34313" y="373784"/>
                </a:lnTo>
                <a:lnTo>
                  <a:pt x="18288" y="384048"/>
                </a:lnTo>
                <a:close/>
              </a:path>
              <a:path w="391795" h="408939">
                <a:moveTo>
                  <a:pt x="330708" y="402336"/>
                </a:moveTo>
                <a:lnTo>
                  <a:pt x="330708" y="367284"/>
                </a:lnTo>
                <a:lnTo>
                  <a:pt x="353719" y="367284"/>
                </a:lnTo>
                <a:lnTo>
                  <a:pt x="353758" y="370713"/>
                </a:lnTo>
                <a:lnTo>
                  <a:pt x="354210" y="382476"/>
                </a:lnTo>
                <a:lnTo>
                  <a:pt x="355092" y="391668"/>
                </a:lnTo>
                <a:lnTo>
                  <a:pt x="330708" y="40233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" name="object 31"/>
          <p:cNvSpPr/>
          <p:nvPr/>
        </p:nvSpPr>
        <p:spPr>
          <a:xfrm>
            <a:off x="9262872" y="2924556"/>
            <a:ext cx="393700" cy="399415"/>
          </a:xfrm>
          <a:custGeom>
            <a:avLst/>
            <a:gdLst/>
            <a:ahLst/>
            <a:cxnLst/>
            <a:rect l="l" t="t" r="r" b="b"/>
            <a:pathLst>
              <a:path w="393700" h="399414">
                <a:moveTo>
                  <a:pt x="334803" y="16764"/>
                </a:moveTo>
                <a:lnTo>
                  <a:pt x="301752" y="16764"/>
                </a:lnTo>
                <a:lnTo>
                  <a:pt x="316992" y="0"/>
                </a:lnTo>
                <a:lnTo>
                  <a:pt x="334803" y="16764"/>
                </a:lnTo>
                <a:close/>
              </a:path>
              <a:path w="393700" h="399414">
                <a:moveTo>
                  <a:pt x="68580" y="195072"/>
                </a:moveTo>
                <a:lnTo>
                  <a:pt x="68818" y="171045"/>
                </a:lnTo>
                <a:lnTo>
                  <a:pt x="69865" y="122420"/>
                </a:lnTo>
                <a:lnTo>
                  <a:pt x="70104" y="97536"/>
                </a:lnTo>
                <a:lnTo>
                  <a:pt x="70080" y="73533"/>
                </a:lnTo>
                <a:lnTo>
                  <a:pt x="69913" y="49530"/>
                </a:lnTo>
                <a:lnTo>
                  <a:pt x="69468" y="25908"/>
                </a:lnTo>
                <a:lnTo>
                  <a:pt x="68580" y="1524"/>
                </a:lnTo>
                <a:lnTo>
                  <a:pt x="94488" y="16764"/>
                </a:lnTo>
                <a:lnTo>
                  <a:pt x="334803" y="16764"/>
                </a:lnTo>
                <a:lnTo>
                  <a:pt x="342900" y="24384"/>
                </a:lnTo>
                <a:lnTo>
                  <a:pt x="340722" y="25908"/>
                </a:lnTo>
                <a:lnTo>
                  <a:pt x="94488" y="25908"/>
                </a:lnTo>
                <a:lnTo>
                  <a:pt x="94488" y="85344"/>
                </a:lnTo>
                <a:lnTo>
                  <a:pt x="327681" y="85344"/>
                </a:lnTo>
                <a:lnTo>
                  <a:pt x="327708" y="96012"/>
                </a:lnTo>
                <a:lnTo>
                  <a:pt x="94488" y="96012"/>
                </a:lnTo>
                <a:lnTo>
                  <a:pt x="94488" y="158496"/>
                </a:lnTo>
                <a:lnTo>
                  <a:pt x="328239" y="158496"/>
                </a:lnTo>
                <a:lnTo>
                  <a:pt x="328302" y="162782"/>
                </a:lnTo>
                <a:lnTo>
                  <a:pt x="328605" y="169164"/>
                </a:lnTo>
                <a:lnTo>
                  <a:pt x="94488" y="169164"/>
                </a:lnTo>
                <a:lnTo>
                  <a:pt x="94488" y="184403"/>
                </a:lnTo>
                <a:lnTo>
                  <a:pt x="68580" y="195072"/>
                </a:lnTo>
                <a:close/>
              </a:path>
              <a:path w="393700" h="399414">
                <a:moveTo>
                  <a:pt x="210312" y="85344"/>
                </a:moveTo>
                <a:lnTo>
                  <a:pt x="184404" y="85344"/>
                </a:lnTo>
                <a:lnTo>
                  <a:pt x="184404" y="25908"/>
                </a:lnTo>
                <a:lnTo>
                  <a:pt x="210312" y="25908"/>
                </a:lnTo>
                <a:lnTo>
                  <a:pt x="210312" y="85344"/>
                </a:lnTo>
                <a:close/>
              </a:path>
              <a:path w="393700" h="399414">
                <a:moveTo>
                  <a:pt x="327681" y="85344"/>
                </a:moveTo>
                <a:lnTo>
                  <a:pt x="303276" y="85344"/>
                </a:lnTo>
                <a:lnTo>
                  <a:pt x="303276" y="25908"/>
                </a:lnTo>
                <a:lnTo>
                  <a:pt x="340722" y="25908"/>
                </a:lnTo>
                <a:lnTo>
                  <a:pt x="327660" y="35052"/>
                </a:lnTo>
                <a:lnTo>
                  <a:pt x="327681" y="85344"/>
                </a:lnTo>
                <a:close/>
              </a:path>
              <a:path w="393700" h="399414">
                <a:moveTo>
                  <a:pt x="210312" y="158496"/>
                </a:moveTo>
                <a:lnTo>
                  <a:pt x="184404" y="158496"/>
                </a:lnTo>
                <a:lnTo>
                  <a:pt x="184404" y="96012"/>
                </a:lnTo>
                <a:lnTo>
                  <a:pt x="210312" y="96012"/>
                </a:lnTo>
                <a:lnTo>
                  <a:pt x="210312" y="158496"/>
                </a:lnTo>
                <a:close/>
              </a:path>
              <a:path w="393700" h="399414">
                <a:moveTo>
                  <a:pt x="328239" y="158496"/>
                </a:moveTo>
                <a:lnTo>
                  <a:pt x="303276" y="158496"/>
                </a:lnTo>
                <a:lnTo>
                  <a:pt x="303276" y="96012"/>
                </a:lnTo>
                <a:lnTo>
                  <a:pt x="327708" y="96012"/>
                </a:lnTo>
                <a:lnTo>
                  <a:pt x="327850" y="132207"/>
                </a:lnTo>
                <a:lnTo>
                  <a:pt x="328239" y="158496"/>
                </a:lnTo>
                <a:close/>
              </a:path>
              <a:path w="393700" h="399414">
                <a:moveTo>
                  <a:pt x="210312" y="219456"/>
                </a:moveTo>
                <a:lnTo>
                  <a:pt x="184404" y="219456"/>
                </a:lnTo>
                <a:lnTo>
                  <a:pt x="184404" y="169164"/>
                </a:lnTo>
                <a:lnTo>
                  <a:pt x="210312" y="169164"/>
                </a:lnTo>
                <a:lnTo>
                  <a:pt x="210312" y="219456"/>
                </a:lnTo>
                <a:close/>
              </a:path>
              <a:path w="393700" h="399414">
                <a:moveTo>
                  <a:pt x="303276" y="193548"/>
                </a:moveTo>
                <a:lnTo>
                  <a:pt x="303276" y="169164"/>
                </a:lnTo>
                <a:lnTo>
                  <a:pt x="328605" y="169164"/>
                </a:lnTo>
                <a:lnTo>
                  <a:pt x="329184" y="181356"/>
                </a:lnTo>
                <a:lnTo>
                  <a:pt x="303276" y="193548"/>
                </a:lnTo>
                <a:close/>
              </a:path>
              <a:path w="393700" h="399414">
                <a:moveTo>
                  <a:pt x="22860" y="234696"/>
                </a:moveTo>
                <a:lnTo>
                  <a:pt x="7620" y="219456"/>
                </a:lnTo>
                <a:lnTo>
                  <a:pt x="329184" y="219456"/>
                </a:lnTo>
                <a:lnTo>
                  <a:pt x="355092" y="193548"/>
                </a:lnTo>
                <a:lnTo>
                  <a:pt x="391668" y="230124"/>
                </a:lnTo>
                <a:lnTo>
                  <a:pt x="64008" y="230124"/>
                </a:lnTo>
                <a:lnTo>
                  <a:pt x="53506" y="230409"/>
                </a:lnTo>
                <a:lnTo>
                  <a:pt x="42862" y="231267"/>
                </a:lnTo>
                <a:lnTo>
                  <a:pt x="32504" y="232695"/>
                </a:lnTo>
                <a:lnTo>
                  <a:pt x="22860" y="234696"/>
                </a:lnTo>
                <a:close/>
              </a:path>
              <a:path w="393700" h="399414">
                <a:moveTo>
                  <a:pt x="1524" y="381000"/>
                </a:moveTo>
                <a:lnTo>
                  <a:pt x="0" y="374904"/>
                </a:lnTo>
                <a:lnTo>
                  <a:pt x="48601" y="344352"/>
                </a:lnTo>
                <a:lnTo>
                  <a:pt x="91630" y="309943"/>
                </a:lnTo>
                <a:lnTo>
                  <a:pt x="129230" y="271819"/>
                </a:lnTo>
                <a:lnTo>
                  <a:pt x="161544" y="230124"/>
                </a:lnTo>
                <a:lnTo>
                  <a:pt x="214884" y="230124"/>
                </a:lnTo>
                <a:lnTo>
                  <a:pt x="221788" y="237744"/>
                </a:lnTo>
                <a:lnTo>
                  <a:pt x="210312" y="237744"/>
                </a:lnTo>
                <a:lnTo>
                  <a:pt x="210325" y="240791"/>
                </a:lnTo>
                <a:lnTo>
                  <a:pt x="184404" y="240791"/>
                </a:lnTo>
                <a:lnTo>
                  <a:pt x="156606" y="275709"/>
                </a:lnTo>
                <a:lnTo>
                  <a:pt x="124419" y="307262"/>
                </a:lnTo>
                <a:lnTo>
                  <a:pt x="87843" y="335377"/>
                </a:lnTo>
                <a:lnTo>
                  <a:pt x="46878" y="359980"/>
                </a:lnTo>
                <a:lnTo>
                  <a:pt x="1524" y="381000"/>
                </a:lnTo>
                <a:close/>
              </a:path>
              <a:path w="393700" h="399414">
                <a:moveTo>
                  <a:pt x="353568" y="376428"/>
                </a:moveTo>
                <a:lnTo>
                  <a:pt x="305252" y="346186"/>
                </a:lnTo>
                <a:lnTo>
                  <a:pt x="265366" y="312801"/>
                </a:lnTo>
                <a:lnTo>
                  <a:pt x="233767" y="276558"/>
                </a:lnTo>
                <a:lnTo>
                  <a:pt x="210312" y="237744"/>
                </a:lnTo>
                <a:lnTo>
                  <a:pt x="221788" y="237744"/>
                </a:lnTo>
                <a:lnTo>
                  <a:pt x="253460" y="272700"/>
                </a:lnTo>
                <a:lnTo>
                  <a:pt x="296037" y="306705"/>
                </a:lnTo>
                <a:lnTo>
                  <a:pt x="342614" y="332136"/>
                </a:lnTo>
                <a:lnTo>
                  <a:pt x="393192" y="348995"/>
                </a:lnTo>
                <a:lnTo>
                  <a:pt x="393192" y="355092"/>
                </a:lnTo>
                <a:lnTo>
                  <a:pt x="378642" y="357139"/>
                </a:lnTo>
                <a:lnTo>
                  <a:pt x="367093" y="361188"/>
                </a:lnTo>
                <a:lnTo>
                  <a:pt x="358687" y="367522"/>
                </a:lnTo>
                <a:lnTo>
                  <a:pt x="353568" y="376428"/>
                </a:lnTo>
                <a:close/>
              </a:path>
              <a:path w="393700" h="399414">
                <a:moveTo>
                  <a:pt x="182880" y="399288"/>
                </a:moveTo>
                <a:lnTo>
                  <a:pt x="183761" y="363593"/>
                </a:lnTo>
                <a:lnTo>
                  <a:pt x="184213" y="325183"/>
                </a:lnTo>
                <a:lnTo>
                  <a:pt x="184286" y="307262"/>
                </a:lnTo>
                <a:lnTo>
                  <a:pt x="184404" y="240791"/>
                </a:lnTo>
                <a:lnTo>
                  <a:pt x="210325" y="240791"/>
                </a:lnTo>
                <a:lnTo>
                  <a:pt x="210550" y="292346"/>
                </a:lnTo>
                <a:lnTo>
                  <a:pt x="211078" y="335377"/>
                </a:lnTo>
                <a:lnTo>
                  <a:pt x="211615" y="367522"/>
                </a:lnTo>
                <a:lnTo>
                  <a:pt x="211836" y="385571"/>
                </a:lnTo>
                <a:lnTo>
                  <a:pt x="182880" y="39928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pic>
        <p:nvPicPr>
          <p:cNvPr id="32" name="object 32"/>
          <p:cNvPicPr/>
          <p:nvPr/>
        </p:nvPicPr>
        <p:blipFill>
          <a:blip r:embed="rId6" cstate="print"/>
          <a:stretch>
            <a:fillRect/>
          </a:stretch>
        </p:blipFill>
        <p:spPr>
          <a:xfrm>
            <a:off x="9736836" y="3177635"/>
            <a:ext cx="68580" cy="118776"/>
          </a:xfrm>
          <a:prstGeom prst="rect">
            <a:avLst/>
          </a:prstGeom>
        </p:spPr>
      </p:pic>
      <p:sp>
        <p:nvSpPr>
          <p:cNvPr id="33" name="object 33"/>
          <p:cNvSpPr/>
          <p:nvPr/>
        </p:nvSpPr>
        <p:spPr>
          <a:xfrm>
            <a:off x="2125979" y="3444240"/>
            <a:ext cx="410209" cy="384175"/>
          </a:xfrm>
          <a:custGeom>
            <a:avLst/>
            <a:gdLst/>
            <a:ahLst/>
            <a:cxnLst/>
            <a:rect l="l" t="t" r="r" b="b"/>
            <a:pathLst>
              <a:path w="410210" h="384175">
                <a:moveTo>
                  <a:pt x="271627" y="39624"/>
                </a:moveTo>
                <a:lnTo>
                  <a:pt x="182880" y="39624"/>
                </a:lnTo>
                <a:lnTo>
                  <a:pt x="202620" y="37028"/>
                </a:lnTo>
                <a:lnTo>
                  <a:pt x="223075" y="33718"/>
                </a:lnTo>
                <a:lnTo>
                  <a:pt x="287869" y="19502"/>
                </a:lnTo>
                <a:lnTo>
                  <a:pt x="332232" y="0"/>
                </a:lnTo>
                <a:lnTo>
                  <a:pt x="359664" y="33528"/>
                </a:lnTo>
                <a:lnTo>
                  <a:pt x="341090" y="33813"/>
                </a:lnTo>
                <a:lnTo>
                  <a:pt x="321945" y="34671"/>
                </a:lnTo>
                <a:lnTo>
                  <a:pt x="302228" y="36099"/>
                </a:lnTo>
                <a:lnTo>
                  <a:pt x="281940" y="38100"/>
                </a:lnTo>
                <a:lnTo>
                  <a:pt x="271627" y="39624"/>
                </a:lnTo>
                <a:close/>
              </a:path>
              <a:path w="410210" h="384175">
                <a:moveTo>
                  <a:pt x="86868" y="86867"/>
                </a:moveTo>
                <a:lnTo>
                  <a:pt x="80772" y="86867"/>
                </a:lnTo>
                <a:lnTo>
                  <a:pt x="76200" y="79248"/>
                </a:lnTo>
                <a:lnTo>
                  <a:pt x="74676" y="65531"/>
                </a:lnTo>
                <a:lnTo>
                  <a:pt x="70604" y="52697"/>
                </a:lnTo>
                <a:lnTo>
                  <a:pt x="64960" y="39433"/>
                </a:lnTo>
                <a:lnTo>
                  <a:pt x="57316" y="25884"/>
                </a:lnTo>
                <a:lnTo>
                  <a:pt x="47244" y="12191"/>
                </a:lnTo>
                <a:lnTo>
                  <a:pt x="53340" y="6096"/>
                </a:lnTo>
                <a:lnTo>
                  <a:pt x="86129" y="32456"/>
                </a:lnTo>
                <a:lnTo>
                  <a:pt x="103036" y="59555"/>
                </a:lnTo>
                <a:lnTo>
                  <a:pt x="102108" y="65531"/>
                </a:lnTo>
                <a:lnTo>
                  <a:pt x="100584" y="74676"/>
                </a:lnTo>
                <a:lnTo>
                  <a:pt x="97536" y="79248"/>
                </a:lnTo>
                <a:lnTo>
                  <a:pt x="94488" y="82296"/>
                </a:lnTo>
                <a:lnTo>
                  <a:pt x="89916" y="85343"/>
                </a:lnTo>
                <a:lnTo>
                  <a:pt x="86868" y="86867"/>
                </a:lnTo>
                <a:close/>
              </a:path>
              <a:path w="410210" h="384175">
                <a:moveTo>
                  <a:pt x="115824" y="312420"/>
                </a:moveTo>
                <a:lnTo>
                  <a:pt x="112776" y="307848"/>
                </a:lnTo>
                <a:lnTo>
                  <a:pt x="128206" y="283583"/>
                </a:lnTo>
                <a:lnTo>
                  <a:pt x="140208" y="258889"/>
                </a:lnTo>
                <a:lnTo>
                  <a:pt x="153924" y="208788"/>
                </a:lnTo>
                <a:lnTo>
                  <a:pt x="159438" y="161067"/>
                </a:lnTo>
                <a:lnTo>
                  <a:pt x="161544" y="114300"/>
                </a:lnTo>
                <a:lnTo>
                  <a:pt x="161282" y="90844"/>
                </a:lnTo>
                <a:lnTo>
                  <a:pt x="160591" y="68389"/>
                </a:lnTo>
                <a:lnTo>
                  <a:pt x="159597" y="46458"/>
                </a:lnTo>
                <a:lnTo>
                  <a:pt x="158496" y="25908"/>
                </a:lnTo>
                <a:lnTo>
                  <a:pt x="182880" y="39624"/>
                </a:lnTo>
                <a:lnTo>
                  <a:pt x="271627" y="39624"/>
                </a:lnTo>
                <a:lnTo>
                  <a:pt x="260508" y="41267"/>
                </a:lnTo>
                <a:lnTo>
                  <a:pt x="237363" y="44005"/>
                </a:lnTo>
                <a:lnTo>
                  <a:pt x="212502" y="46458"/>
                </a:lnTo>
                <a:lnTo>
                  <a:pt x="185928" y="48767"/>
                </a:lnTo>
                <a:lnTo>
                  <a:pt x="185928" y="120396"/>
                </a:lnTo>
                <a:lnTo>
                  <a:pt x="351595" y="120396"/>
                </a:lnTo>
                <a:lnTo>
                  <a:pt x="359664" y="128016"/>
                </a:lnTo>
                <a:lnTo>
                  <a:pt x="357568" y="129540"/>
                </a:lnTo>
                <a:lnTo>
                  <a:pt x="185928" y="129540"/>
                </a:lnTo>
                <a:lnTo>
                  <a:pt x="180760" y="188976"/>
                </a:lnTo>
                <a:lnTo>
                  <a:pt x="167449" y="239268"/>
                </a:lnTo>
                <a:lnTo>
                  <a:pt x="145851" y="280416"/>
                </a:lnTo>
                <a:lnTo>
                  <a:pt x="115824" y="312420"/>
                </a:lnTo>
                <a:close/>
              </a:path>
              <a:path w="410210" h="384175">
                <a:moveTo>
                  <a:pt x="351595" y="120396"/>
                </a:moveTo>
                <a:lnTo>
                  <a:pt x="315468" y="120396"/>
                </a:lnTo>
                <a:lnTo>
                  <a:pt x="332232" y="102108"/>
                </a:lnTo>
                <a:lnTo>
                  <a:pt x="351595" y="120396"/>
                </a:lnTo>
                <a:close/>
              </a:path>
              <a:path w="410210" h="384175">
                <a:moveTo>
                  <a:pt x="15240" y="163068"/>
                </a:moveTo>
                <a:lnTo>
                  <a:pt x="0" y="147828"/>
                </a:lnTo>
                <a:lnTo>
                  <a:pt x="68580" y="147828"/>
                </a:lnTo>
                <a:lnTo>
                  <a:pt x="86868" y="129540"/>
                </a:lnTo>
                <a:lnTo>
                  <a:pt x="109728" y="153924"/>
                </a:lnTo>
                <a:lnTo>
                  <a:pt x="103196" y="158496"/>
                </a:lnTo>
                <a:lnTo>
                  <a:pt x="56388" y="158496"/>
                </a:lnTo>
                <a:lnTo>
                  <a:pt x="45243" y="158781"/>
                </a:lnTo>
                <a:lnTo>
                  <a:pt x="34671" y="159639"/>
                </a:lnTo>
                <a:lnTo>
                  <a:pt x="24669" y="161067"/>
                </a:lnTo>
                <a:lnTo>
                  <a:pt x="15240" y="163068"/>
                </a:lnTo>
                <a:close/>
              </a:path>
              <a:path w="410210" h="384175">
                <a:moveTo>
                  <a:pt x="305292" y="214884"/>
                </a:moveTo>
                <a:lnTo>
                  <a:pt x="278892" y="214884"/>
                </a:lnTo>
                <a:lnTo>
                  <a:pt x="291739" y="193167"/>
                </a:lnTo>
                <a:lnTo>
                  <a:pt x="302704" y="171640"/>
                </a:lnTo>
                <a:lnTo>
                  <a:pt x="311681" y="150375"/>
                </a:lnTo>
                <a:lnTo>
                  <a:pt x="318516" y="129540"/>
                </a:lnTo>
                <a:lnTo>
                  <a:pt x="357568" y="129540"/>
                </a:lnTo>
                <a:lnTo>
                  <a:pt x="342900" y="140208"/>
                </a:lnTo>
                <a:lnTo>
                  <a:pt x="330636" y="167044"/>
                </a:lnTo>
                <a:lnTo>
                  <a:pt x="319087" y="190309"/>
                </a:lnTo>
                <a:lnTo>
                  <a:pt x="308395" y="209859"/>
                </a:lnTo>
                <a:lnTo>
                  <a:pt x="305292" y="214884"/>
                </a:lnTo>
                <a:close/>
              </a:path>
              <a:path w="410210" h="384175">
                <a:moveTo>
                  <a:pt x="25908" y="379476"/>
                </a:moveTo>
                <a:lnTo>
                  <a:pt x="3048" y="356616"/>
                </a:lnTo>
                <a:lnTo>
                  <a:pt x="15906" y="347781"/>
                </a:lnTo>
                <a:lnTo>
                  <a:pt x="31623" y="337375"/>
                </a:lnTo>
                <a:lnTo>
                  <a:pt x="50196" y="325540"/>
                </a:lnTo>
                <a:lnTo>
                  <a:pt x="71628" y="312420"/>
                </a:lnTo>
                <a:lnTo>
                  <a:pt x="71628" y="158496"/>
                </a:lnTo>
                <a:lnTo>
                  <a:pt x="103196" y="158496"/>
                </a:lnTo>
                <a:lnTo>
                  <a:pt x="94488" y="164592"/>
                </a:lnTo>
                <a:lnTo>
                  <a:pt x="94488" y="312420"/>
                </a:lnTo>
                <a:lnTo>
                  <a:pt x="102465" y="318396"/>
                </a:lnTo>
                <a:lnTo>
                  <a:pt x="105061" y="320040"/>
                </a:lnTo>
                <a:lnTo>
                  <a:pt x="83820" y="320040"/>
                </a:lnTo>
                <a:lnTo>
                  <a:pt x="49053" y="348400"/>
                </a:lnTo>
                <a:lnTo>
                  <a:pt x="33051" y="368546"/>
                </a:lnTo>
                <a:lnTo>
                  <a:pt x="25908" y="379476"/>
                </a:lnTo>
                <a:close/>
              </a:path>
              <a:path w="410210" h="384175">
                <a:moveTo>
                  <a:pt x="153924" y="333756"/>
                </a:moveTo>
                <a:lnTo>
                  <a:pt x="152400" y="326136"/>
                </a:lnTo>
                <a:lnTo>
                  <a:pt x="187856" y="306443"/>
                </a:lnTo>
                <a:lnTo>
                  <a:pt x="218884" y="284035"/>
                </a:lnTo>
                <a:lnTo>
                  <a:pt x="245625" y="259056"/>
                </a:lnTo>
                <a:lnTo>
                  <a:pt x="268224" y="231648"/>
                </a:lnTo>
                <a:lnTo>
                  <a:pt x="245649" y="214526"/>
                </a:lnTo>
                <a:lnTo>
                  <a:pt x="225933" y="199834"/>
                </a:lnTo>
                <a:lnTo>
                  <a:pt x="209073" y="187713"/>
                </a:lnTo>
                <a:lnTo>
                  <a:pt x="195072" y="178308"/>
                </a:lnTo>
                <a:lnTo>
                  <a:pt x="199644" y="173736"/>
                </a:lnTo>
                <a:lnTo>
                  <a:pt x="238170" y="193190"/>
                </a:lnTo>
                <a:lnTo>
                  <a:pt x="258365" y="203739"/>
                </a:lnTo>
                <a:lnTo>
                  <a:pt x="278892" y="214884"/>
                </a:lnTo>
                <a:lnTo>
                  <a:pt x="305292" y="214884"/>
                </a:lnTo>
                <a:lnTo>
                  <a:pt x="298704" y="225552"/>
                </a:lnTo>
                <a:lnTo>
                  <a:pt x="321693" y="240792"/>
                </a:lnTo>
                <a:lnTo>
                  <a:pt x="288036" y="240792"/>
                </a:lnTo>
                <a:lnTo>
                  <a:pt x="260651" y="270533"/>
                </a:lnTo>
                <a:lnTo>
                  <a:pt x="228981" y="295846"/>
                </a:lnTo>
                <a:lnTo>
                  <a:pt x="193309" y="316872"/>
                </a:lnTo>
                <a:lnTo>
                  <a:pt x="153924" y="333756"/>
                </a:lnTo>
                <a:close/>
              </a:path>
              <a:path w="410210" h="384175">
                <a:moveTo>
                  <a:pt x="361188" y="318516"/>
                </a:moveTo>
                <a:lnTo>
                  <a:pt x="356616" y="318516"/>
                </a:lnTo>
                <a:lnTo>
                  <a:pt x="353568" y="315468"/>
                </a:lnTo>
                <a:lnTo>
                  <a:pt x="350520" y="309372"/>
                </a:lnTo>
                <a:lnTo>
                  <a:pt x="345638" y="303109"/>
                </a:lnTo>
                <a:lnTo>
                  <a:pt x="317825" y="269724"/>
                </a:lnTo>
                <a:lnTo>
                  <a:pt x="288036" y="240792"/>
                </a:lnTo>
                <a:lnTo>
                  <a:pt x="321693" y="240792"/>
                </a:lnTo>
                <a:lnTo>
                  <a:pt x="356139" y="267557"/>
                </a:lnTo>
                <a:lnTo>
                  <a:pt x="368808" y="292608"/>
                </a:lnTo>
                <a:lnTo>
                  <a:pt x="368728" y="306443"/>
                </a:lnTo>
                <a:lnTo>
                  <a:pt x="365760" y="310896"/>
                </a:lnTo>
                <a:lnTo>
                  <a:pt x="364236" y="315468"/>
                </a:lnTo>
                <a:lnTo>
                  <a:pt x="361188" y="318516"/>
                </a:lnTo>
                <a:close/>
              </a:path>
              <a:path w="410210" h="384175">
                <a:moveTo>
                  <a:pt x="373380" y="384048"/>
                </a:moveTo>
                <a:lnTo>
                  <a:pt x="272867" y="383405"/>
                </a:lnTo>
                <a:lnTo>
                  <a:pt x="221599" y="380809"/>
                </a:lnTo>
                <a:lnTo>
                  <a:pt x="181498" y="373951"/>
                </a:lnTo>
                <a:lnTo>
                  <a:pt x="135826" y="354711"/>
                </a:lnTo>
                <a:lnTo>
                  <a:pt x="112776" y="338328"/>
                </a:lnTo>
                <a:lnTo>
                  <a:pt x="102465" y="331184"/>
                </a:lnTo>
                <a:lnTo>
                  <a:pt x="94297" y="325755"/>
                </a:lnTo>
                <a:lnTo>
                  <a:pt x="88130" y="322040"/>
                </a:lnTo>
                <a:lnTo>
                  <a:pt x="83820" y="320040"/>
                </a:lnTo>
                <a:lnTo>
                  <a:pt x="105061" y="320040"/>
                </a:lnTo>
                <a:lnTo>
                  <a:pt x="138684" y="338328"/>
                </a:lnTo>
                <a:lnTo>
                  <a:pt x="186475" y="353115"/>
                </a:lnTo>
                <a:lnTo>
                  <a:pt x="221361" y="355330"/>
                </a:lnTo>
                <a:lnTo>
                  <a:pt x="255651" y="356377"/>
                </a:lnTo>
                <a:lnTo>
                  <a:pt x="272795" y="356616"/>
                </a:lnTo>
                <a:lnTo>
                  <a:pt x="405667" y="356616"/>
                </a:lnTo>
                <a:lnTo>
                  <a:pt x="394811" y="360473"/>
                </a:lnTo>
                <a:lnTo>
                  <a:pt x="383667" y="367284"/>
                </a:lnTo>
                <a:lnTo>
                  <a:pt x="376523" y="375237"/>
                </a:lnTo>
                <a:lnTo>
                  <a:pt x="373380" y="384048"/>
                </a:lnTo>
                <a:close/>
              </a:path>
              <a:path w="410210" h="384175">
                <a:moveTo>
                  <a:pt x="405667" y="356616"/>
                </a:moveTo>
                <a:lnTo>
                  <a:pt x="272795" y="356616"/>
                </a:lnTo>
                <a:lnTo>
                  <a:pt x="288798" y="356377"/>
                </a:lnTo>
                <a:lnTo>
                  <a:pt x="320802" y="355330"/>
                </a:lnTo>
                <a:lnTo>
                  <a:pt x="336804" y="355092"/>
                </a:lnTo>
                <a:lnTo>
                  <a:pt x="369760" y="352615"/>
                </a:lnTo>
                <a:lnTo>
                  <a:pt x="388453" y="351020"/>
                </a:lnTo>
                <a:lnTo>
                  <a:pt x="408432" y="348996"/>
                </a:lnTo>
                <a:lnTo>
                  <a:pt x="409956" y="355092"/>
                </a:lnTo>
                <a:lnTo>
                  <a:pt x="405667" y="35661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" name="object 34"/>
          <p:cNvSpPr/>
          <p:nvPr/>
        </p:nvSpPr>
        <p:spPr>
          <a:xfrm>
            <a:off x="2612136" y="3454907"/>
            <a:ext cx="335280" cy="379730"/>
          </a:xfrm>
          <a:custGeom>
            <a:avLst/>
            <a:gdLst/>
            <a:ahLst/>
            <a:cxnLst/>
            <a:rect l="l" t="t" r="r" b="b"/>
            <a:pathLst>
              <a:path w="335280" h="379729">
                <a:moveTo>
                  <a:pt x="332994" y="16764"/>
                </a:moveTo>
                <a:lnTo>
                  <a:pt x="297180" y="16764"/>
                </a:lnTo>
                <a:lnTo>
                  <a:pt x="307847" y="0"/>
                </a:lnTo>
                <a:lnTo>
                  <a:pt x="332994" y="16764"/>
                </a:lnTo>
                <a:close/>
              </a:path>
              <a:path w="335280" h="379729">
                <a:moveTo>
                  <a:pt x="0" y="379476"/>
                </a:moveTo>
                <a:lnTo>
                  <a:pt x="881" y="350591"/>
                </a:lnTo>
                <a:lnTo>
                  <a:pt x="1333" y="309562"/>
                </a:lnTo>
                <a:lnTo>
                  <a:pt x="1456" y="111252"/>
                </a:lnTo>
                <a:lnTo>
                  <a:pt x="1333" y="72009"/>
                </a:lnTo>
                <a:lnTo>
                  <a:pt x="896" y="32004"/>
                </a:lnTo>
                <a:lnTo>
                  <a:pt x="784" y="27432"/>
                </a:lnTo>
                <a:lnTo>
                  <a:pt x="0" y="1524"/>
                </a:lnTo>
                <a:lnTo>
                  <a:pt x="25908" y="16764"/>
                </a:lnTo>
                <a:lnTo>
                  <a:pt x="332994" y="16764"/>
                </a:lnTo>
                <a:lnTo>
                  <a:pt x="335280" y="18288"/>
                </a:lnTo>
                <a:lnTo>
                  <a:pt x="326136" y="27432"/>
                </a:lnTo>
                <a:lnTo>
                  <a:pt x="25908" y="27432"/>
                </a:lnTo>
                <a:lnTo>
                  <a:pt x="25908" y="326136"/>
                </a:lnTo>
                <a:lnTo>
                  <a:pt x="322023" y="326136"/>
                </a:lnTo>
                <a:lnTo>
                  <a:pt x="322206" y="335756"/>
                </a:lnTo>
                <a:lnTo>
                  <a:pt x="322243" y="336804"/>
                </a:lnTo>
                <a:lnTo>
                  <a:pt x="25908" y="336804"/>
                </a:lnTo>
                <a:lnTo>
                  <a:pt x="25908" y="370332"/>
                </a:lnTo>
                <a:lnTo>
                  <a:pt x="0" y="379476"/>
                </a:lnTo>
                <a:close/>
              </a:path>
              <a:path w="335280" h="379729">
                <a:moveTo>
                  <a:pt x="322023" y="326136"/>
                </a:moveTo>
                <a:lnTo>
                  <a:pt x="298704" y="326136"/>
                </a:lnTo>
                <a:lnTo>
                  <a:pt x="298704" y="27432"/>
                </a:lnTo>
                <a:lnTo>
                  <a:pt x="326136" y="27432"/>
                </a:lnTo>
                <a:lnTo>
                  <a:pt x="321564" y="32004"/>
                </a:lnTo>
                <a:lnTo>
                  <a:pt x="321587" y="290036"/>
                </a:lnTo>
                <a:lnTo>
                  <a:pt x="321754" y="312039"/>
                </a:lnTo>
                <a:lnTo>
                  <a:pt x="322023" y="326136"/>
                </a:lnTo>
                <a:close/>
              </a:path>
              <a:path w="335280" h="379729">
                <a:moveTo>
                  <a:pt x="85344" y="266700"/>
                </a:moveTo>
                <a:lnTo>
                  <a:pt x="85582" y="247602"/>
                </a:lnTo>
                <a:lnTo>
                  <a:pt x="86106" y="227076"/>
                </a:lnTo>
                <a:lnTo>
                  <a:pt x="86630" y="205359"/>
                </a:lnTo>
                <a:lnTo>
                  <a:pt x="86868" y="182880"/>
                </a:lnTo>
                <a:lnTo>
                  <a:pt x="86629" y="160281"/>
                </a:lnTo>
                <a:lnTo>
                  <a:pt x="85582" y="116228"/>
                </a:lnTo>
                <a:lnTo>
                  <a:pt x="85344" y="94488"/>
                </a:lnTo>
                <a:lnTo>
                  <a:pt x="111252" y="111252"/>
                </a:lnTo>
                <a:lnTo>
                  <a:pt x="245715" y="111252"/>
                </a:lnTo>
                <a:lnTo>
                  <a:pt x="249936" y="114300"/>
                </a:lnTo>
                <a:lnTo>
                  <a:pt x="241363" y="121920"/>
                </a:lnTo>
                <a:lnTo>
                  <a:pt x="109728" y="121920"/>
                </a:lnTo>
                <a:lnTo>
                  <a:pt x="109728" y="217932"/>
                </a:lnTo>
                <a:lnTo>
                  <a:pt x="236624" y="217932"/>
                </a:lnTo>
                <a:lnTo>
                  <a:pt x="236806" y="228600"/>
                </a:lnTo>
                <a:lnTo>
                  <a:pt x="109728" y="228600"/>
                </a:lnTo>
                <a:lnTo>
                  <a:pt x="109728" y="257556"/>
                </a:lnTo>
                <a:lnTo>
                  <a:pt x="85344" y="266700"/>
                </a:lnTo>
                <a:close/>
              </a:path>
              <a:path w="335280" h="379729">
                <a:moveTo>
                  <a:pt x="245715" y="111252"/>
                </a:moveTo>
                <a:lnTo>
                  <a:pt x="210312" y="111252"/>
                </a:lnTo>
                <a:lnTo>
                  <a:pt x="222504" y="94488"/>
                </a:lnTo>
                <a:lnTo>
                  <a:pt x="245715" y="111252"/>
                </a:lnTo>
                <a:close/>
              </a:path>
              <a:path w="335280" h="379729">
                <a:moveTo>
                  <a:pt x="236624" y="217932"/>
                </a:moveTo>
                <a:lnTo>
                  <a:pt x="211836" y="217932"/>
                </a:lnTo>
                <a:lnTo>
                  <a:pt x="211836" y="121920"/>
                </a:lnTo>
                <a:lnTo>
                  <a:pt x="241363" y="121920"/>
                </a:lnTo>
                <a:lnTo>
                  <a:pt x="236220" y="126492"/>
                </a:lnTo>
                <a:lnTo>
                  <a:pt x="236340" y="190500"/>
                </a:lnTo>
                <a:lnTo>
                  <a:pt x="236411" y="205406"/>
                </a:lnTo>
                <a:lnTo>
                  <a:pt x="236624" y="217932"/>
                </a:lnTo>
                <a:close/>
              </a:path>
              <a:path w="335280" h="379729">
                <a:moveTo>
                  <a:pt x="211836" y="260604"/>
                </a:moveTo>
                <a:lnTo>
                  <a:pt x="211836" y="228600"/>
                </a:lnTo>
                <a:lnTo>
                  <a:pt x="236806" y="228600"/>
                </a:lnTo>
                <a:lnTo>
                  <a:pt x="236862" y="231933"/>
                </a:lnTo>
                <a:lnTo>
                  <a:pt x="237744" y="249936"/>
                </a:lnTo>
                <a:lnTo>
                  <a:pt x="211836" y="260604"/>
                </a:lnTo>
                <a:close/>
              </a:path>
              <a:path w="335280" h="379729">
                <a:moveTo>
                  <a:pt x="298704" y="371856"/>
                </a:moveTo>
                <a:lnTo>
                  <a:pt x="298704" y="336804"/>
                </a:lnTo>
                <a:lnTo>
                  <a:pt x="322243" y="336804"/>
                </a:lnTo>
                <a:lnTo>
                  <a:pt x="323088" y="361188"/>
                </a:lnTo>
                <a:lnTo>
                  <a:pt x="298704" y="37185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" name="object 35"/>
          <p:cNvSpPr/>
          <p:nvPr/>
        </p:nvSpPr>
        <p:spPr>
          <a:xfrm>
            <a:off x="3019044" y="3435096"/>
            <a:ext cx="399415" cy="408940"/>
          </a:xfrm>
          <a:custGeom>
            <a:avLst/>
            <a:gdLst/>
            <a:ahLst/>
            <a:cxnLst/>
            <a:rect l="l" t="t" r="r" b="b"/>
            <a:pathLst>
              <a:path w="399414" h="408939">
                <a:moveTo>
                  <a:pt x="333102" y="19812"/>
                </a:moveTo>
                <a:lnTo>
                  <a:pt x="292608" y="19812"/>
                </a:lnTo>
                <a:lnTo>
                  <a:pt x="304800" y="0"/>
                </a:lnTo>
                <a:lnTo>
                  <a:pt x="333102" y="19812"/>
                </a:lnTo>
                <a:close/>
              </a:path>
              <a:path w="399414" h="408939">
                <a:moveTo>
                  <a:pt x="82296" y="149352"/>
                </a:moveTo>
                <a:lnTo>
                  <a:pt x="83415" y="132802"/>
                </a:lnTo>
                <a:lnTo>
                  <a:pt x="84391" y="115252"/>
                </a:lnTo>
                <a:lnTo>
                  <a:pt x="85082" y="96845"/>
                </a:lnTo>
                <a:lnTo>
                  <a:pt x="85323" y="79248"/>
                </a:lnTo>
                <a:lnTo>
                  <a:pt x="85218" y="68580"/>
                </a:lnTo>
                <a:lnTo>
                  <a:pt x="85082" y="58602"/>
                </a:lnTo>
                <a:lnTo>
                  <a:pt x="84391" y="40195"/>
                </a:lnTo>
                <a:lnTo>
                  <a:pt x="83415" y="22645"/>
                </a:lnTo>
                <a:lnTo>
                  <a:pt x="82296" y="6096"/>
                </a:lnTo>
                <a:lnTo>
                  <a:pt x="109728" y="19812"/>
                </a:lnTo>
                <a:lnTo>
                  <a:pt x="333102" y="19812"/>
                </a:lnTo>
                <a:lnTo>
                  <a:pt x="335280" y="21336"/>
                </a:lnTo>
                <a:lnTo>
                  <a:pt x="324993" y="30480"/>
                </a:lnTo>
                <a:lnTo>
                  <a:pt x="109728" y="30480"/>
                </a:lnTo>
                <a:lnTo>
                  <a:pt x="109728" y="68580"/>
                </a:lnTo>
                <a:lnTo>
                  <a:pt x="321585" y="68580"/>
                </a:lnTo>
                <a:lnTo>
                  <a:pt x="321629" y="79248"/>
                </a:lnTo>
                <a:lnTo>
                  <a:pt x="109728" y="79248"/>
                </a:lnTo>
                <a:lnTo>
                  <a:pt x="109728" y="117348"/>
                </a:lnTo>
                <a:lnTo>
                  <a:pt x="322085" y="117348"/>
                </a:lnTo>
                <a:lnTo>
                  <a:pt x="322206" y="123110"/>
                </a:lnTo>
                <a:lnTo>
                  <a:pt x="322444" y="126492"/>
                </a:lnTo>
                <a:lnTo>
                  <a:pt x="109728" y="126492"/>
                </a:lnTo>
                <a:lnTo>
                  <a:pt x="109728" y="141732"/>
                </a:lnTo>
                <a:lnTo>
                  <a:pt x="82296" y="149352"/>
                </a:lnTo>
                <a:close/>
              </a:path>
              <a:path w="399414" h="408939">
                <a:moveTo>
                  <a:pt x="321585" y="68580"/>
                </a:moveTo>
                <a:lnTo>
                  <a:pt x="297180" y="68580"/>
                </a:lnTo>
                <a:lnTo>
                  <a:pt x="297180" y="30480"/>
                </a:lnTo>
                <a:lnTo>
                  <a:pt x="324993" y="30480"/>
                </a:lnTo>
                <a:lnTo>
                  <a:pt x="321564" y="33528"/>
                </a:lnTo>
                <a:lnTo>
                  <a:pt x="321585" y="68580"/>
                </a:lnTo>
                <a:close/>
              </a:path>
              <a:path w="399414" h="408939">
                <a:moveTo>
                  <a:pt x="322085" y="117348"/>
                </a:moveTo>
                <a:lnTo>
                  <a:pt x="297180" y="117348"/>
                </a:lnTo>
                <a:lnTo>
                  <a:pt x="297180" y="79248"/>
                </a:lnTo>
                <a:lnTo>
                  <a:pt x="321629" y="79248"/>
                </a:lnTo>
                <a:lnTo>
                  <a:pt x="321754" y="101727"/>
                </a:lnTo>
                <a:lnTo>
                  <a:pt x="322085" y="117348"/>
                </a:lnTo>
                <a:close/>
              </a:path>
              <a:path w="399414" h="408939">
                <a:moveTo>
                  <a:pt x="297180" y="147828"/>
                </a:moveTo>
                <a:lnTo>
                  <a:pt x="297180" y="126492"/>
                </a:lnTo>
                <a:lnTo>
                  <a:pt x="322444" y="126492"/>
                </a:lnTo>
                <a:lnTo>
                  <a:pt x="323088" y="135636"/>
                </a:lnTo>
                <a:lnTo>
                  <a:pt x="297180" y="147828"/>
                </a:lnTo>
                <a:close/>
              </a:path>
              <a:path w="399414" h="408939">
                <a:moveTo>
                  <a:pt x="13716" y="178308"/>
                </a:moveTo>
                <a:lnTo>
                  <a:pt x="0" y="163068"/>
                </a:lnTo>
                <a:lnTo>
                  <a:pt x="330708" y="163068"/>
                </a:lnTo>
                <a:lnTo>
                  <a:pt x="359664" y="135636"/>
                </a:lnTo>
                <a:lnTo>
                  <a:pt x="397764" y="173736"/>
                </a:lnTo>
                <a:lnTo>
                  <a:pt x="36576" y="173736"/>
                </a:lnTo>
                <a:lnTo>
                  <a:pt x="13716" y="178308"/>
                </a:lnTo>
                <a:close/>
              </a:path>
              <a:path w="399414" h="408939">
                <a:moveTo>
                  <a:pt x="24384" y="373380"/>
                </a:moveTo>
                <a:lnTo>
                  <a:pt x="3048" y="341376"/>
                </a:lnTo>
                <a:lnTo>
                  <a:pt x="15954" y="339090"/>
                </a:lnTo>
                <a:lnTo>
                  <a:pt x="29718" y="336804"/>
                </a:lnTo>
                <a:lnTo>
                  <a:pt x="44624" y="334518"/>
                </a:lnTo>
                <a:lnTo>
                  <a:pt x="60960" y="332232"/>
                </a:lnTo>
                <a:lnTo>
                  <a:pt x="60960" y="173736"/>
                </a:lnTo>
                <a:lnTo>
                  <a:pt x="85344" y="173736"/>
                </a:lnTo>
                <a:lnTo>
                  <a:pt x="85344" y="210312"/>
                </a:lnTo>
                <a:lnTo>
                  <a:pt x="188976" y="210312"/>
                </a:lnTo>
                <a:lnTo>
                  <a:pt x="188976" y="220980"/>
                </a:lnTo>
                <a:lnTo>
                  <a:pt x="85344" y="220980"/>
                </a:lnTo>
                <a:lnTo>
                  <a:pt x="85344" y="260604"/>
                </a:lnTo>
                <a:lnTo>
                  <a:pt x="188976" y="260604"/>
                </a:lnTo>
                <a:lnTo>
                  <a:pt x="188976" y="271272"/>
                </a:lnTo>
                <a:lnTo>
                  <a:pt x="85344" y="271272"/>
                </a:lnTo>
                <a:lnTo>
                  <a:pt x="85344" y="327660"/>
                </a:lnTo>
                <a:lnTo>
                  <a:pt x="166116" y="327660"/>
                </a:lnTo>
                <a:lnTo>
                  <a:pt x="122705" y="338232"/>
                </a:lnTo>
                <a:lnTo>
                  <a:pt x="88582" y="347091"/>
                </a:lnTo>
                <a:lnTo>
                  <a:pt x="63888" y="354234"/>
                </a:lnTo>
                <a:lnTo>
                  <a:pt x="48768" y="359664"/>
                </a:lnTo>
                <a:lnTo>
                  <a:pt x="38742" y="363093"/>
                </a:lnTo>
                <a:lnTo>
                  <a:pt x="31432" y="366522"/>
                </a:lnTo>
                <a:lnTo>
                  <a:pt x="26693" y="369951"/>
                </a:lnTo>
                <a:lnTo>
                  <a:pt x="24384" y="373380"/>
                </a:lnTo>
                <a:close/>
              </a:path>
              <a:path w="399414" h="408939">
                <a:moveTo>
                  <a:pt x="188976" y="210312"/>
                </a:moveTo>
                <a:lnTo>
                  <a:pt x="166116" y="210312"/>
                </a:lnTo>
                <a:lnTo>
                  <a:pt x="166116" y="173736"/>
                </a:lnTo>
                <a:lnTo>
                  <a:pt x="188976" y="173736"/>
                </a:lnTo>
                <a:lnTo>
                  <a:pt x="188976" y="210312"/>
                </a:lnTo>
                <a:close/>
              </a:path>
              <a:path w="399414" h="408939">
                <a:moveTo>
                  <a:pt x="210312" y="219456"/>
                </a:moveTo>
                <a:lnTo>
                  <a:pt x="196596" y="205740"/>
                </a:lnTo>
                <a:lnTo>
                  <a:pt x="329184" y="205740"/>
                </a:lnTo>
                <a:lnTo>
                  <a:pt x="342900" y="187452"/>
                </a:lnTo>
                <a:lnTo>
                  <a:pt x="371856" y="211836"/>
                </a:lnTo>
                <a:lnTo>
                  <a:pt x="363474" y="216408"/>
                </a:lnTo>
                <a:lnTo>
                  <a:pt x="231648" y="216408"/>
                </a:lnTo>
                <a:lnTo>
                  <a:pt x="210312" y="219456"/>
                </a:lnTo>
                <a:close/>
              </a:path>
              <a:path w="399414" h="408939">
                <a:moveTo>
                  <a:pt x="193548" y="403860"/>
                </a:moveTo>
                <a:lnTo>
                  <a:pt x="188976" y="397764"/>
                </a:lnTo>
                <a:lnTo>
                  <a:pt x="213240" y="380071"/>
                </a:lnTo>
                <a:lnTo>
                  <a:pt x="235648" y="361378"/>
                </a:lnTo>
                <a:lnTo>
                  <a:pt x="256120" y="341757"/>
                </a:lnTo>
                <a:lnTo>
                  <a:pt x="274320" y="321564"/>
                </a:lnTo>
                <a:lnTo>
                  <a:pt x="266842" y="309872"/>
                </a:lnTo>
                <a:lnTo>
                  <a:pt x="260223" y="297751"/>
                </a:lnTo>
                <a:lnTo>
                  <a:pt x="244078" y="259699"/>
                </a:lnTo>
                <a:lnTo>
                  <a:pt x="235981" y="231219"/>
                </a:lnTo>
                <a:lnTo>
                  <a:pt x="231648" y="216408"/>
                </a:lnTo>
                <a:lnTo>
                  <a:pt x="240792" y="216408"/>
                </a:lnTo>
                <a:lnTo>
                  <a:pt x="244530" y="228099"/>
                </a:lnTo>
                <a:lnTo>
                  <a:pt x="248983" y="240220"/>
                </a:lnTo>
                <a:lnTo>
                  <a:pt x="266580" y="276296"/>
                </a:lnTo>
                <a:lnTo>
                  <a:pt x="286512" y="304800"/>
                </a:lnTo>
                <a:lnTo>
                  <a:pt x="310568" y="304800"/>
                </a:lnTo>
                <a:lnTo>
                  <a:pt x="300227" y="320040"/>
                </a:lnTo>
                <a:lnTo>
                  <a:pt x="313634" y="331755"/>
                </a:lnTo>
                <a:lnTo>
                  <a:pt x="318106" y="335280"/>
                </a:lnTo>
                <a:lnTo>
                  <a:pt x="286512" y="335280"/>
                </a:lnTo>
                <a:lnTo>
                  <a:pt x="267700" y="352425"/>
                </a:lnTo>
                <a:lnTo>
                  <a:pt x="245745" y="369570"/>
                </a:lnTo>
                <a:lnTo>
                  <a:pt x="220932" y="386715"/>
                </a:lnTo>
                <a:lnTo>
                  <a:pt x="193548" y="403860"/>
                </a:lnTo>
                <a:close/>
              </a:path>
              <a:path w="399414" h="408939">
                <a:moveTo>
                  <a:pt x="310568" y="304800"/>
                </a:moveTo>
                <a:lnTo>
                  <a:pt x="286512" y="304800"/>
                </a:lnTo>
                <a:lnTo>
                  <a:pt x="293108" y="294251"/>
                </a:lnTo>
                <a:lnTo>
                  <a:pt x="299275" y="283273"/>
                </a:lnTo>
                <a:lnTo>
                  <a:pt x="305157" y="272010"/>
                </a:lnTo>
                <a:lnTo>
                  <a:pt x="310896" y="260604"/>
                </a:lnTo>
                <a:lnTo>
                  <a:pt x="316610" y="249316"/>
                </a:lnTo>
                <a:lnTo>
                  <a:pt x="321945" y="238506"/>
                </a:lnTo>
                <a:lnTo>
                  <a:pt x="326755" y="227599"/>
                </a:lnTo>
                <a:lnTo>
                  <a:pt x="330708" y="216408"/>
                </a:lnTo>
                <a:lnTo>
                  <a:pt x="363474" y="216408"/>
                </a:lnTo>
                <a:lnTo>
                  <a:pt x="355092" y="220980"/>
                </a:lnTo>
                <a:lnTo>
                  <a:pt x="342183" y="249412"/>
                </a:lnTo>
                <a:lnTo>
                  <a:pt x="328803" y="275082"/>
                </a:lnTo>
                <a:lnTo>
                  <a:pt x="314801" y="298561"/>
                </a:lnTo>
                <a:lnTo>
                  <a:pt x="310568" y="304800"/>
                </a:lnTo>
                <a:close/>
              </a:path>
              <a:path w="399414" h="408939">
                <a:moveTo>
                  <a:pt x="188976" y="260604"/>
                </a:moveTo>
                <a:lnTo>
                  <a:pt x="166116" y="260604"/>
                </a:lnTo>
                <a:lnTo>
                  <a:pt x="166116" y="220980"/>
                </a:lnTo>
                <a:lnTo>
                  <a:pt x="188976" y="220980"/>
                </a:lnTo>
                <a:lnTo>
                  <a:pt x="188976" y="260604"/>
                </a:lnTo>
                <a:close/>
              </a:path>
              <a:path w="399414" h="408939">
                <a:moveTo>
                  <a:pt x="166116" y="408432"/>
                </a:moveTo>
                <a:lnTo>
                  <a:pt x="166116" y="327660"/>
                </a:lnTo>
                <a:lnTo>
                  <a:pt x="85344" y="327660"/>
                </a:lnTo>
                <a:lnTo>
                  <a:pt x="166116" y="312420"/>
                </a:lnTo>
                <a:lnTo>
                  <a:pt x="166116" y="271272"/>
                </a:lnTo>
                <a:lnTo>
                  <a:pt x="188976" y="271272"/>
                </a:lnTo>
                <a:lnTo>
                  <a:pt x="188976" y="307848"/>
                </a:lnTo>
                <a:lnTo>
                  <a:pt x="230428" y="307848"/>
                </a:lnTo>
                <a:lnTo>
                  <a:pt x="188976" y="320040"/>
                </a:lnTo>
                <a:lnTo>
                  <a:pt x="188976" y="394716"/>
                </a:lnTo>
                <a:lnTo>
                  <a:pt x="166116" y="408432"/>
                </a:lnTo>
                <a:close/>
              </a:path>
              <a:path w="399414" h="408939">
                <a:moveTo>
                  <a:pt x="230428" y="307848"/>
                </a:moveTo>
                <a:lnTo>
                  <a:pt x="188976" y="307848"/>
                </a:lnTo>
                <a:lnTo>
                  <a:pt x="239268" y="297180"/>
                </a:lnTo>
                <a:lnTo>
                  <a:pt x="240792" y="304800"/>
                </a:lnTo>
                <a:lnTo>
                  <a:pt x="230428" y="307848"/>
                </a:lnTo>
                <a:close/>
              </a:path>
              <a:path w="399414" h="408939">
                <a:moveTo>
                  <a:pt x="364236" y="396240"/>
                </a:moveTo>
                <a:lnTo>
                  <a:pt x="326136" y="373380"/>
                </a:lnTo>
                <a:lnTo>
                  <a:pt x="296775" y="346162"/>
                </a:lnTo>
                <a:lnTo>
                  <a:pt x="286512" y="335280"/>
                </a:lnTo>
                <a:lnTo>
                  <a:pt x="318106" y="335280"/>
                </a:lnTo>
                <a:lnTo>
                  <a:pt x="326428" y="341828"/>
                </a:lnTo>
                <a:lnTo>
                  <a:pt x="338161" y="350043"/>
                </a:lnTo>
                <a:lnTo>
                  <a:pt x="385000" y="367331"/>
                </a:lnTo>
                <a:lnTo>
                  <a:pt x="399288" y="368808"/>
                </a:lnTo>
                <a:lnTo>
                  <a:pt x="399288" y="376428"/>
                </a:lnTo>
                <a:lnTo>
                  <a:pt x="386738" y="378666"/>
                </a:lnTo>
                <a:lnTo>
                  <a:pt x="376618" y="382905"/>
                </a:lnTo>
                <a:lnTo>
                  <a:pt x="369069" y="388858"/>
                </a:lnTo>
                <a:lnTo>
                  <a:pt x="364236" y="39624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" name="object 36"/>
          <p:cNvSpPr/>
          <p:nvPr/>
        </p:nvSpPr>
        <p:spPr>
          <a:xfrm>
            <a:off x="3465576" y="3436620"/>
            <a:ext cx="401320" cy="391795"/>
          </a:xfrm>
          <a:custGeom>
            <a:avLst/>
            <a:gdLst/>
            <a:ahLst/>
            <a:cxnLst/>
            <a:rect l="l" t="t" r="r" b="b"/>
            <a:pathLst>
              <a:path w="401320" h="391795">
                <a:moveTo>
                  <a:pt x="19812" y="173736"/>
                </a:moveTo>
                <a:lnTo>
                  <a:pt x="0" y="137160"/>
                </a:lnTo>
                <a:lnTo>
                  <a:pt x="8596" y="134564"/>
                </a:lnTo>
                <a:lnTo>
                  <a:pt x="18478" y="126682"/>
                </a:lnTo>
                <a:lnTo>
                  <a:pt x="42672" y="94488"/>
                </a:lnTo>
                <a:lnTo>
                  <a:pt x="67818" y="50101"/>
                </a:lnTo>
                <a:lnTo>
                  <a:pt x="88392" y="0"/>
                </a:lnTo>
                <a:lnTo>
                  <a:pt x="121920" y="22860"/>
                </a:lnTo>
                <a:lnTo>
                  <a:pt x="91487" y="52649"/>
                </a:lnTo>
                <a:lnTo>
                  <a:pt x="72866" y="79819"/>
                </a:lnTo>
                <a:lnTo>
                  <a:pt x="60579" y="97536"/>
                </a:lnTo>
                <a:lnTo>
                  <a:pt x="45434" y="118681"/>
                </a:lnTo>
                <a:lnTo>
                  <a:pt x="27432" y="143256"/>
                </a:lnTo>
                <a:lnTo>
                  <a:pt x="127217" y="143256"/>
                </a:lnTo>
                <a:lnTo>
                  <a:pt x="124968" y="146304"/>
                </a:lnTo>
                <a:lnTo>
                  <a:pt x="122760" y="149352"/>
                </a:lnTo>
                <a:lnTo>
                  <a:pt x="100584" y="149352"/>
                </a:lnTo>
                <a:lnTo>
                  <a:pt x="53340" y="158496"/>
                </a:lnTo>
                <a:lnTo>
                  <a:pt x="27836" y="169211"/>
                </a:lnTo>
                <a:lnTo>
                  <a:pt x="19812" y="173736"/>
                </a:lnTo>
                <a:close/>
              </a:path>
              <a:path w="401320" h="391795">
                <a:moveTo>
                  <a:pt x="150876" y="170688"/>
                </a:moveTo>
                <a:lnTo>
                  <a:pt x="146304" y="167640"/>
                </a:lnTo>
                <a:lnTo>
                  <a:pt x="160543" y="145946"/>
                </a:lnTo>
                <a:lnTo>
                  <a:pt x="173355" y="124396"/>
                </a:lnTo>
                <a:lnTo>
                  <a:pt x="193548" y="82296"/>
                </a:lnTo>
                <a:lnTo>
                  <a:pt x="209550" y="41148"/>
                </a:lnTo>
                <a:lnTo>
                  <a:pt x="220980" y="0"/>
                </a:lnTo>
                <a:lnTo>
                  <a:pt x="259080" y="21336"/>
                </a:lnTo>
                <a:lnTo>
                  <a:pt x="232410" y="50292"/>
                </a:lnTo>
                <a:lnTo>
                  <a:pt x="224028" y="67056"/>
                </a:lnTo>
                <a:lnTo>
                  <a:pt x="345186" y="67056"/>
                </a:lnTo>
                <a:lnTo>
                  <a:pt x="352044" y="73152"/>
                </a:lnTo>
                <a:lnTo>
                  <a:pt x="345512" y="77724"/>
                </a:lnTo>
                <a:lnTo>
                  <a:pt x="217932" y="77724"/>
                </a:lnTo>
                <a:lnTo>
                  <a:pt x="214884" y="83820"/>
                </a:lnTo>
                <a:lnTo>
                  <a:pt x="218327" y="91440"/>
                </a:lnTo>
                <a:lnTo>
                  <a:pt x="210312" y="91440"/>
                </a:lnTo>
                <a:lnTo>
                  <a:pt x="196310" y="113680"/>
                </a:lnTo>
                <a:lnTo>
                  <a:pt x="181680" y="134564"/>
                </a:lnTo>
                <a:lnTo>
                  <a:pt x="166592" y="153590"/>
                </a:lnTo>
                <a:lnTo>
                  <a:pt x="150876" y="170688"/>
                </a:lnTo>
                <a:close/>
              </a:path>
              <a:path w="401320" h="391795">
                <a:moveTo>
                  <a:pt x="345186" y="67056"/>
                </a:moveTo>
                <a:lnTo>
                  <a:pt x="310896" y="67056"/>
                </a:lnTo>
                <a:lnTo>
                  <a:pt x="324612" y="48768"/>
                </a:lnTo>
                <a:lnTo>
                  <a:pt x="345186" y="67056"/>
                </a:lnTo>
                <a:close/>
              </a:path>
              <a:path w="401320" h="391795">
                <a:moveTo>
                  <a:pt x="127217" y="143256"/>
                </a:moveTo>
                <a:lnTo>
                  <a:pt x="27432" y="143256"/>
                </a:lnTo>
                <a:lnTo>
                  <a:pt x="105156" y="140208"/>
                </a:lnTo>
                <a:lnTo>
                  <a:pt x="113157" y="125944"/>
                </a:lnTo>
                <a:lnTo>
                  <a:pt x="121158" y="110680"/>
                </a:lnTo>
                <a:lnTo>
                  <a:pt x="129192" y="94488"/>
                </a:lnTo>
                <a:lnTo>
                  <a:pt x="137160" y="77724"/>
                </a:lnTo>
                <a:lnTo>
                  <a:pt x="166116" y="99060"/>
                </a:lnTo>
                <a:lnTo>
                  <a:pt x="156686" y="107299"/>
                </a:lnTo>
                <a:lnTo>
                  <a:pt x="146685" y="118110"/>
                </a:lnTo>
                <a:lnTo>
                  <a:pt x="136112" y="131206"/>
                </a:lnTo>
                <a:lnTo>
                  <a:pt x="127217" y="143256"/>
                </a:lnTo>
                <a:close/>
              </a:path>
              <a:path w="401320" h="391795">
                <a:moveTo>
                  <a:pt x="288814" y="164592"/>
                </a:moveTo>
                <a:lnTo>
                  <a:pt x="263652" y="164592"/>
                </a:lnTo>
                <a:lnTo>
                  <a:pt x="278772" y="142875"/>
                </a:lnTo>
                <a:lnTo>
                  <a:pt x="292036" y="121158"/>
                </a:lnTo>
                <a:lnTo>
                  <a:pt x="303299" y="99441"/>
                </a:lnTo>
                <a:lnTo>
                  <a:pt x="312420" y="77724"/>
                </a:lnTo>
                <a:lnTo>
                  <a:pt x="345512" y="77724"/>
                </a:lnTo>
                <a:lnTo>
                  <a:pt x="336804" y="83820"/>
                </a:lnTo>
                <a:lnTo>
                  <a:pt x="324631" y="107799"/>
                </a:lnTo>
                <a:lnTo>
                  <a:pt x="311184" y="131206"/>
                </a:lnTo>
                <a:lnTo>
                  <a:pt x="296084" y="154543"/>
                </a:lnTo>
                <a:lnTo>
                  <a:pt x="288814" y="164592"/>
                </a:lnTo>
                <a:close/>
              </a:path>
              <a:path w="401320" h="391795">
                <a:moveTo>
                  <a:pt x="134112" y="269748"/>
                </a:moveTo>
                <a:lnTo>
                  <a:pt x="129540" y="265176"/>
                </a:lnTo>
                <a:lnTo>
                  <a:pt x="162710" y="246030"/>
                </a:lnTo>
                <a:lnTo>
                  <a:pt x="193738" y="225171"/>
                </a:lnTo>
                <a:lnTo>
                  <a:pt x="222765" y="202596"/>
                </a:lnTo>
                <a:lnTo>
                  <a:pt x="249936" y="178308"/>
                </a:lnTo>
                <a:lnTo>
                  <a:pt x="237958" y="157448"/>
                </a:lnTo>
                <a:lnTo>
                  <a:pt x="227266" y="136017"/>
                </a:lnTo>
                <a:lnTo>
                  <a:pt x="218003" y="114014"/>
                </a:lnTo>
                <a:lnTo>
                  <a:pt x="210312" y="91440"/>
                </a:lnTo>
                <a:lnTo>
                  <a:pt x="218327" y="91440"/>
                </a:lnTo>
                <a:lnTo>
                  <a:pt x="225718" y="107799"/>
                </a:lnTo>
                <a:lnTo>
                  <a:pt x="237553" y="129349"/>
                </a:lnTo>
                <a:lnTo>
                  <a:pt x="250245" y="148328"/>
                </a:lnTo>
                <a:lnTo>
                  <a:pt x="263652" y="164592"/>
                </a:lnTo>
                <a:lnTo>
                  <a:pt x="288814" y="164592"/>
                </a:lnTo>
                <a:lnTo>
                  <a:pt x="278892" y="178308"/>
                </a:lnTo>
                <a:lnTo>
                  <a:pt x="297007" y="192024"/>
                </a:lnTo>
                <a:lnTo>
                  <a:pt x="263652" y="192024"/>
                </a:lnTo>
                <a:lnTo>
                  <a:pt x="232481" y="216598"/>
                </a:lnTo>
                <a:lnTo>
                  <a:pt x="200596" y="237744"/>
                </a:lnTo>
                <a:lnTo>
                  <a:pt x="167854" y="255460"/>
                </a:lnTo>
                <a:lnTo>
                  <a:pt x="134112" y="269748"/>
                </a:lnTo>
                <a:close/>
              </a:path>
              <a:path w="401320" h="391795">
                <a:moveTo>
                  <a:pt x="32004" y="283463"/>
                </a:moveTo>
                <a:lnTo>
                  <a:pt x="12191" y="246888"/>
                </a:lnTo>
                <a:lnTo>
                  <a:pt x="19597" y="245197"/>
                </a:lnTo>
                <a:lnTo>
                  <a:pt x="28003" y="240220"/>
                </a:lnTo>
                <a:lnTo>
                  <a:pt x="59007" y="207002"/>
                </a:lnTo>
                <a:lnTo>
                  <a:pt x="85391" y="171045"/>
                </a:lnTo>
                <a:lnTo>
                  <a:pt x="100584" y="149352"/>
                </a:lnTo>
                <a:lnTo>
                  <a:pt x="122760" y="149352"/>
                </a:lnTo>
                <a:lnTo>
                  <a:pt x="111275" y="165211"/>
                </a:lnTo>
                <a:lnTo>
                  <a:pt x="93154" y="187833"/>
                </a:lnTo>
                <a:lnTo>
                  <a:pt x="70746" y="214455"/>
                </a:lnTo>
                <a:lnTo>
                  <a:pt x="44196" y="245363"/>
                </a:lnTo>
                <a:lnTo>
                  <a:pt x="115883" y="245363"/>
                </a:lnTo>
                <a:lnTo>
                  <a:pt x="74866" y="259246"/>
                </a:lnTo>
                <a:lnTo>
                  <a:pt x="45148" y="274629"/>
                </a:lnTo>
                <a:lnTo>
                  <a:pt x="32004" y="283463"/>
                </a:lnTo>
                <a:close/>
              </a:path>
              <a:path w="401320" h="391795">
                <a:moveTo>
                  <a:pt x="365760" y="260603"/>
                </a:moveTo>
                <a:lnTo>
                  <a:pt x="337804" y="246887"/>
                </a:lnTo>
                <a:lnTo>
                  <a:pt x="311277" y="230886"/>
                </a:lnTo>
                <a:lnTo>
                  <a:pt x="286464" y="212598"/>
                </a:lnTo>
                <a:lnTo>
                  <a:pt x="263652" y="192024"/>
                </a:lnTo>
                <a:lnTo>
                  <a:pt x="297007" y="192024"/>
                </a:lnTo>
                <a:lnTo>
                  <a:pt x="308014" y="200358"/>
                </a:lnTo>
                <a:lnTo>
                  <a:pt x="338137" y="216408"/>
                </a:lnTo>
                <a:lnTo>
                  <a:pt x="369117" y="226742"/>
                </a:lnTo>
                <a:lnTo>
                  <a:pt x="400812" y="231648"/>
                </a:lnTo>
                <a:lnTo>
                  <a:pt x="400812" y="239268"/>
                </a:lnTo>
                <a:lnTo>
                  <a:pt x="389120" y="240672"/>
                </a:lnTo>
                <a:lnTo>
                  <a:pt x="379285" y="244792"/>
                </a:lnTo>
                <a:lnTo>
                  <a:pt x="371451" y="251483"/>
                </a:lnTo>
                <a:lnTo>
                  <a:pt x="365760" y="260603"/>
                </a:lnTo>
                <a:close/>
              </a:path>
              <a:path w="401320" h="391795">
                <a:moveTo>
                  <a:pt x="115883" y="245363"/>
                </a:moveTo>
                <a:lnTo>
                  <a:pt x="44196" y="245363"/>
                </a:lnTo>
                <a:lnTo>
                  <a:pt x="67365" y="242530"/>
                </a:lnTo>
                <a:lnTo>
                  <a:pt x="93535" y="238696"/>
                </a:lnTo>
                <a:lnTo>
                  <a:pt x="155448" y="228600"/>
                </a:lnTo>
                <a:lnTo>
                  <a:pt x="158496" y="233172"/>
                </a:lnTo>
                <a:lnTo>
                  <a:pt x="125459" y="242530"/>
                </a:lnTo>
                <a:lnTo>
                  <a:pt x="115883" y="245363"/>
                </a:lnTo>
                <a:close/>
              </a:path>
              <a:path w="401320" h="391795">
                <a:moveTo>
                  <a:pt x="298704" y="297180"/>
                </a:moveTo>
                <a:lnTo>
                  <a:pt x="292608" y="297180"/>
                </a:lnTo>
                <a:lnTo>
                  <a:pt x="288036" y="294132"/>
                </a:lnTo>
                <a:lnTo>
                  <a:pt x="283464" y="288036"/>
                </a:lnTo>
                <a:lnTo>
                  <a:pt x="273438" y="279177"/>
                </a:lnTo>
                <a:lnTo>
                  <a:pt x="259270" y="268605"/>
                </a:lnTo>
                <a:lnTo>
                  <a:pt x="240815" y="256317"/>
                </a:lnTo>
                <a:lnTo>
                  <a:pt x="217932" y="242315"/>
                </a:lnTo>
                <a:lnTo>
                  <a:pt x="220980" y="236220"/>
                </a:lnTo>
                <a:lnTo>
                  <a:pt x="271843" y="246316"/>
                </a:lnTo>
                <a:lnTo>
                  <a:pt x="301752" y="271272"/>
                </a:lnTo>
                <a:lnTo>
                  <a:pt x="301752" y="288036"/>
                </a:lnTo>
                <a:lnTo>
                  <a:pt x="300228" y="291084"/>
                </a:lnTo>
                <a:lnTo>
                  <a:pt x="298704" y="295656"/>
                </a:lnTo>
                <a:lnTo>
                  <a:pt x="298704" y="297180"/>
                </a:lnTo>
                <a:close/>
              </a:path>
              <a:path w="401320" h="391795">
                <a:moveTo>
                  <a:pt x="321564" y="391668"/>
                </a:moveTo>
                <a:lnTo>
                  <a:pt x="317563" y="390786"/>
                </a:lnTo>
                <a:lnTo>
                  <a:pt x="312420" y="388048"/>
                </a:lnTo>
                <a:lnTo>
                  <a:pt x="306133" y="383309"/>
                </a:lnTo>
                <a:lnTo>
                  <a:pt x="298704" y="376428"/>
                </a:lnTo>
                <a:lnTo>
                  <a:pt x="283273" y="364116"/>
                </a:lnTo>
                <a:lnTo>
                  <a:pt x="259842" y="349948"/>
                </a:lnTo>
                <a:lnTo>
                  <a:pt x="228409" y="333779"/>
                </a:lnTo>
                <a:lnTo>
                  <a:pt x="188976" y="315468"/>
                </a:lnTo>
                <a:lnTo>
                  <a:pt x="190500" y="309372"/>
                </a:lnTo>
                <a:lnTo>
                  <a:pt x="229909" y="318825"/>
                </a:lnTo>
                <a:lnTo>
                  <a:pt x="284154" y="333160"/>
                </a:lnTo>
                <a:lnTo>
                  <a:pt x="319278" y="352686"/>
                </a:lnTo>
                <a:lnTo>
                  <a:pt x="323088" y="364236"/>
                </a:lnTo>
                <a:lnTo>
                  <a:pt x="324612" y="368808"/>
                </a:lnTo>
                <a:lnTo>
                  <a:pt x="324612" y="382524"/>
                </a:lnTo>
                <a:lnTo>
                  <a:pt x="323088" y="387096"/>
                </a:lnTo>
                <a:lnTo>
                  <a:pt x="323088" y="390144"/>
                </a:lnTo>
                <a:lnTo>
                  <a:pt x="321564" y="391668"/>
                </a:lnTo>
                <a:close/>
              </a:path>
              <a:path w="401320" h="391795">
                <a:moveTo>
                  <a:pt x="25908" y="381000"/>
                </a:moveTo>
                <a:lnTo>
                  <a:pt x="3048" y="347472"/>
                </a:lnTo>
                <a:lnTo>
                  <a:pt x="22740" y="342900"/>
                </a:lnTo>
                <a:lnTo>
                  <a:pt x="40576" y="338328"/>
                </a:lnTo>
                <a:lnTo>
                  <a:pt x="56411" y="333756"/>
                </a:lnTo>
                <a:lnTo>
                  <a:pt x="70104" y="329184"/>
                </a:lnTo>
                <a:lnTo>
                  <a:pt x="84986" y="324897"/>
                </a:lnTo>
                <a:lnTo>
                  <a:pt x="104584" y="318897"/>
                </a:lnTo>
                <a:lnTo>
                  <a:pt x="158496" y="301751"/>
                </a:lnTo>
                <a:lnTo>
                  <a:pt x="160020" y="306324"/>
                </a:lnTo>
                <a:lnTo>
                  <a:pt x="144875" y="313753"/>
                </a:lnTo>
                <a:lnTo>
                  <a:pt x="126873" y="322326"/>
                </a:lnTo>
                <a:lnTo>
                  <a:pt x="82296" y="342900"/>
                </a:lnTo>
                <a:lnTo>
                  <a:pt x="59983" y="354639"/>
                </a:lnTo>
                <a:lnTo>
                  <a:pt x="43243" y="364807"/>
                </a:lnTo>
                <a:lnTo>
                  <a:pt x="31932" y="373546"/>
                </a:lnTo>
                <a:lnTo>
                  <a:pt x="25908" y="38100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" name="object 37"/>
          <p:cNvSpPr/>
          <p:nvPr/>
        </p:nvSpPr>
        <p:spPr>
          <a:xfrm>
            <a:off x="3939540" y="3435096"/>
            <a:ext cx="356870" cy="402590"/>
          </a:xfrm>
          <a:custGeom>
            <a:avLst/>
            <a:gdLst/>
            <a:ahLst/>
            <a:cxnLst/>
            <a:rect l="l" t="t" r="r" b="b"/>
            <a:pathLst>
              <a:path w="356870" h="402589">
                <a:moveTo>
                  <a:pt x="53340" y="89916"/>
                </a:moveTo>
                <a:lnTo>
                  <a:pt x="44196" y="89916"/>
                </a:lnTo>
                <a:lnTo>
                  <a:pt x="51339" y="62793"/>
                </a:lnTo>
                <a:lnTo>
                  <a:pt x="56769" y="38671"/>
                </a:lnTo>
                <a:lnTo>
                  <a:pt x="60483" y="17692"/>
                </a:lnTo>
                <a:lnTo>
                  <a:pt x="62484" y="0"/>
                </a:lnTo>
                <a:lnTo>
                  <a:pt x="100584" y="21336"/>
                </a:lnTo>
                <a:lnTo>
                  <a:pt x="91487" y="29051"/>
                </a:lnTo>
                <a:lnTo>
                  <a:pt x="80391" y="43053"/>
                </a:lnTo>
                <a:lnTo>
                  <a:pt x="67579" y="63341"/>
                </a:lnTo>
                <a:lnTo>
                  <a:pt x="53340" y="89916"/>
                </a:lnTo>
                <a:close/>
              </a:path>
              <a:path w="356870" h="402589">
                <a:moveTo>
                  <a:pt x="147828" y="192024"/>
                </a:moveTo>
                <a:lnTo>
                  <a:pt x="143256" y="187452"/>
                </a:lnTo>
                <a:lnTo>
                  <a:pt x="160162" y="160615"/>
                </a:lnTo>
                <a:lnTo>
                  <a:pt x="174498" y="135064"/>
                </a:lnTo>
                <a:lnTo>
                  <a:pt x="196596" y="88392"/>
                </a:lnTo>
                <a:lnTo>
                  <a:pt x="211264" y="44958"/>
                </a:lnTo>
                <a:lnTo>
                  <a:pt x="222503" y="1524"/>
                </a:lnTo>
                <a:lnTo>
                  <a:pt x="260603" y="24384"/>
                </a:lnTo>
                <a:lnTo>
                  <a:pt x="252864" y="32361"/>
                </a:lnTo>
                <a:lnTo>
                  <a:pt x="243268" y="47053"/>
                </a:lnTo>
                <a:lnTo>
                  <a:pt x="231671" y="68318"/>
                </a:lnTo>
                <a:lnTo>
                  <a:pt x="217932" y="96012"/>
                </a:lnTo>
                <a:lnTo>
                  <a:pt x="350520" y="96012"/>
                </a:lnTo>
                <a:lnTo>
                  <a:pt x="356616" y="102108"/>
                </a:lnTo>
                <a:lnTo>
                  <a:pt x="350901" y="106680"/>
                </a:lnTo>
                <a:lnTo>
                  <a:pt x="213360" y="106680"/>
                </a:lnTo>
                <a:lnTo>
                  <a:pt x="197977" y="130730"/>
                </a:lnTo>
                <a:lnTo>
                  <a:pt x="181737" y="152781"/>
                </a:lnTo>
                <a:lnTo>
                  <a:pt x="164925" y="173116"/>
                </a:lnTo>
                <a:lnTo>
                  <a:pt x="147828" y="192024"/>
                </a:lnTo>
                <a:close/>
              </a:path>
              <a:path w="356870" h="402589">
                <a:moveTo>
                  <a:pt x="145766" y="89916"/>
                </a:moveTo>
                <a:lnTo>
                  <a:pt x="111252" y="89916"/>
                </a:lnTo>
                <a:lnTo>
                  <a:pt x="128016" y="73152"/>
                </a:lnTo>
                <a:lnTo>
                  <a:pt x="145766" y="89916"/>
                </a:lnTo>
                <a:close/>
              </a:path>
              <a:path w="356870" h="402589">
                <a:moveTo>
                  <a:pt x="0" y="397764"/>
                </a:moveTo>
                <a:lnTo>
                  <a:pt x="834" y="359664"/>
                </a:lnTo>
                <a:lnTo>
                  <a:pt x="935" y="352615"/>
                </a:lnTo>
                <a:lnTo>
                  <a:pt x="1333" y="316992"/>
                </a:lnTo>
                <a:lnTo>
                  <a:pt x="1430" y="178308"/>
                </a:lnTo>
                <a:lnTo>
                  <a:pt x="1309" y="152781"/>
                </a:lnTo>
                <a:lnTo>
                  <a:pt x="881" y="114704"/>
                </a:lnTo>
                <a:lnTo>
                  <a:pt x="0" y="74676"/>
                </a:lnTo>
                <a:lnTo>
                  <a:pt x="25908" y="89916"/>
                </a:lnTo>
                <a:lnTo>
                  <a:pt x="145766" y="89916"/>
                </a:lnTo>
                <a:lnTo>
                  <a:pt x="155448" y="99060"/>
                </a:lnTo>
                <a:lnTo>
                  <a:pt x="153162" y="100584"/>
                </a:lnTo>
                <a:lnTo>
                  <a:pt x="24384" y="100584"/>
                </a:lnTo>
                <a:lnTo>
                  <a:pt x="24384" y="211836"/>
                </a:lnTo>
                <a:lnTo>
                  <a:pt x="137464" y="211836"/>
                </a:lnTo>
                <a:lnTo>
                  <a:pt x="137526" y="222504"/>
                </a:lnTo>
                <a:lnTo>
                  <a:pt x="24384" y="222504"/>
                </a:lnTo>
                <a:lnTo>
                  <a:pt x="24384" y="344424"/>
                </a:lnTo>
                <a:lnTo>
                  <a:pt x="138504" y="344424"/>
                </a:lnTo>
                <a:lnTo>
                  <a:pt x="138567" y="355092"/>
                </a:lnTo>
                <a:lnTo>
                  <a:pt x="24384" y="355092"/>
                </a:lnTo>
                <a:lnTo>
                  <a:pt x="24384" y="384048"/>
                </a:lnTo>
                <a:lnTo>
                  <a:pt x="0" y="397764"/>
                </a:lnTo>
                <a:close/>
              </a:path>
              <a:path w="356870" h="402589">
                <a:moveTo>
                  <a:pt x="350520" y="96012"/>
                </a:moveTo>
                <a:lnTo>
                  <a:pt x="310896" y="96012"/>
                </a:lnTo>
                <a:lnTo>
                  <a:pt x="330708" y="76200"/>
                </a:lnTo>
                <a:lnTo>
                  <a:pt x="350520" y="96012"/>
                </a:lnTo>
                <a:close/>
              </a:path>
              <a:path w="356870" h="402589">
                <a:moveTo>
                  <a:pt x="137464" y="211836"/>
                </a:moveTo>
                <a:lnTo>
                  <a:pt x="114300" y="211836"/>
                </a:lnTo>
                <a:lnTo>
                  <a:pt x="114300" y="100584"/>
                </a:lnTo>
                <a:lnTo>
                  <a:pt x="153162" y="100584"/>
                </a:lnTo>
                <a:lnTo>
                  <a:pt x="137160" y="111252"/>
                </a:lnTo>
                <a:lnTo>
                  <a:pt x="137263" y="160615"/>
                </a:lnTo>
                <a:lnTo>
                  <a:pt x="137367" y="195333"/>
                </a:lnTo>
                <a:lnTo>
                  <a:pt x="137464" y="211836"/>
                </a:lnTo>
                <a:close/>
              </a:path>
              <a:path w="356870" h="402589">
                <a:moveTo>
                  <a:pt x="327213" y="359664"/>
                </a:moveTo>
                <a:lnTo>
                  <a:pt x="283464" y="359664"/>
                </a:lnTo>
                <a:lnTo>
                  <a:pt x="291750" y="357925"/>
                </a:lnTo>
                <a:lnTo>
                  <a:pt x="298323" y="352615"/>
                </a:lnTo>
                <a:lnTo>
                  <a:pt x="308586" y="305562"/>
                </a:lnTo>
                <a:lnTo>
                  <a:pt x="310705" y="259842"/>
                </a:lnTo>
                <a:lnTo>
                  <a:pt x="312539" y="193548"/>
                </a:lnTo>
                <a:lnTo>
                  <a:pt x="313944" y="106680"/>
                </a:lnTo>
                <a:lnTo>
                  <a:pt x="350901" y="106680"/>
                </a:lnTo>
                <a:lnTo>
                  <a:pt x="341376" y="114300"/>
                </a:lnTo>
                <a:lnTo>
                  <a:pt x="339535" y="188719"/>
                </a:lnTo>
                <a:lnTo>
                  <a:pt x="337620" y="249167"/>
                </a:lnTo>
                <a:lnTo>
                  <a:pt x="335560" y="295570"/>
                </a:lnTo>
                <a:lnTo>
                  <a:pt x="333280" y="327855"/>
                </a:lnTo>
                <a:lnTo>
                  <a:pt x="330708" y="345948"/>
                </a:lnTo>
                <a:lnTo>
                  <a:pt x="327856" y="357925"/>
                </a:lnTo>
                <a:lnTo>
                  <a:pt x="327213" y="359664"/>
                </a:lnTo>
                <a:close/>
              </a:path>
              <a:path w="356870" h="402589">
                <a:moveTo>
                  <a:pt x="231648" y="269748"/>
                </a:moveTo>
                <a:lnTo>
                  <a:pt x="230124" y="269748"/>
                </a:lnTo>
                <a:lnTo>
                  <a:pt x="226742" y="268295"/>
                </a:lnTo>
                <a:lnTo>
                  <a:pt x="223647" y="263842"/>
                </a:lnTo>
                <a:lnTo>
                  <a:pt x="221122" y="256246"/>
                </a:lnTo>
                <a:lnTo>
                  <a:pt x="219456" y="245364"/>
                </a:lnTo>
                <a:lnTo>
                  <a:pt x="214884" y="228242"/>
                </a:lnTo>
                <a:lnTo>
                  <a:pt x="208026" y="211264"/>
                </a:lnTo>
                <a:lnTo>
                  <a:pt x="198882" y="194571"/>
                </a:lnTo>
                <a:lnTo>
                  <a:pt x="187452" y="178308"/>
                </a:lnTo>
                <a:lnTo>
                  <a:pt x="192024" y="172212"/>
                </a:lnTo>
                <a:lnTo>
                  <a:pt x="224218" y="199644"/>
                </a:lnTo>
                <a:lnTo>
                  <a:pt x="246888" y="236220"/>
                </a:lnTo>
                <a:lnTo>
                  <a:pt x="246888" y="248412"/>
                </a:lnTo>
                <a:lnTo>
                  <a:pt x="243840" y="254508"/>
                </a:lnTo>
                <a:lnTo>
                  <a:pt x="234696" y="266700"/>
                </a:lnTo>
                <a:lnTo>
                  <a:pt x="231648" y="269748"/>
                </a:lnTo>
                <a:close/>
              </a:path>
              <a:path w="356870" h="402589">
                <a:moveTo>
                  <a:pt x="138504" y="344424"/>
                </a:moveTo>
                <a:lnTo>
                  <a:pt x="114300" y="344424"/>
                </a:lnTo>
                <a:lnTo>
                  <a:pt x="114300" y="222504"/>
                </a:lnTo>
                <a:lnTo>
                  <a:pt x="137526" y="222504"/>
                </a:lnTo>
                <a:lnTo>
                  <a:pt x="137723" y="254508"/>
                </a:lnTo>
                <a:lnTo>
                  <a:pt x="138504" y="344424"/>
                </a:lnTo>
                <a:close/>
              </a:path>
              <a:path w="356870" h="402589">
                <a:moveTo>
                  <a:pt x="278891" y="402336"/>
                </a:moveTo>
                <a:lnTo>
                  <a:pt x="271772" y="389239"/>
                </a:lnTo>
                <a:lnTo>
                  <a:pt x="259651" y="377571"/>
                </a:lnTo>
                <a:lnTo>
                  <a:pt x="242673" y="367617"/>
                </a:lnTo>
                <a:lnTo>
                  <a:pt x="220979" y="359664"/>
                </a:lnTo>
                <a:lnTo>
                  <a:pt x="220979" y="352044"/>
                </a:lnTo>
                <a:lnTo>
                  <a:pt x="241244" y="355163"/>
                </a:lnTo>
                <a:lnTo>
                  <a:pt x="258508" y="357568"/>
                </a:lnTo>
                <a:lnTo>
                  <a:pt x="272629" y="359116"/>
                </a:lnTo>
                <a:lnTo>
                  <a:pt x="283464" y="359664"/>
                </a:lnTo>
                <a:lnTo>
                  <a:pt x="327213" y="359664"/>
                </a:lnTo>
                <a:lnTo>
                  <a:pt x="324040" y="368236"/>
                </a:lnTo>
                <a:lnTo>
                  <a:pt x="289670" y="397764"/>
                </a:lnTo>
                <a:lnTo>
                  <a:pt x="278891" y="402336"/>
                </a:lnTo>
                <a:close/>
              </a:path>
              <a:path w="356870" h="402589">
                <a:moveTo>
                  <a:pt x="114300" y="391668"/>
                </a:moveTo>
                <a:lnTo>
                  <a:pt x="114300" y="355092"/>
                </a:lnTo>
                <a:lnTo>
                  <a:pt x="138567" y="355092"/>
                </a:lnTo>
                <a:lnTo>
                  <a:pt x="138684" y="377952"/>
                </a:lnTo>
                <a:lnTo>
                  <a:pt x="114300" y="39166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" name="object 38"/>
          <p:cNvSpPr/>
          <p:nvPr/>
        </p:nvSpPr>
        <p:spPr>
          <a:xfrm>
            <a:off x="4370832" y="3448811"/>
            <a:ext cx="373380" cy="381000"/>
          </a:xfrm>
          <a:custGeom>
            <a:avLst/>
            <a:gdLst/>
            <a:ahLst/>
            <a:cxnLst/>
            <a:rect l="l" t="t" r="r" b="b"/>
            <a:pathLst>
              <a:path w="373379" h="381000">
                <a:moveTo>
                  <a:pt x="24383" y="380999"/>
                </a:moveTo>
                <a:lnTo>
                  <a:pt x="0" y="358139"/>
                </a:lnTo>
                <a:lnTo>
                  <a:pt x="10667" y="347472"/>
                </a:lnTo>
                <a:lnTo>
                  <a:pt x="10667" y="106679"/>
                </a:lnTo>
                <a:lnTo>
                  <a:pt x="10429" y="82676"/>
                </a:lnTo>
                <a:lnTo>
                  <a:pt x="9382" y="34670"/>
                </a:lnTo>
                <a:lnTo>
                  <a:pt x="9143" y="10667"/>
                </a:lnTo>
                <a:lnTo>
                  <a:pt x="35051" y="24383"/>
                </a:lnTo>
                <a:lnTo>
                  <a:pt x="301751" y="24383"/>
                </a:lnTo>
                <a:lnTo>
                  <a:pt x="327659" y="0"/>
                </a:lnTo>
                <a:lnTo>
                  <a:pt x="359663" y="35051"/>
                </a:lnTo>
                <a:lnTo>
                  <a:pt x="239267" y="35051"/>
                </a:lnTo>
                <a:lnTo>
                  <a:pt x="239267" y="243839"/>
                </a:lnTo>
                <a:lnTo>
                  <a:pt x="240434" y="258079"/>
                </a:lnTo>
                <a:lnTo>
                  <a:pt x="244030" y="268604"/>
                </a:lnTo>
                <a:lnTo>
                  <a:pt x="250197" y="275129"/>
                </a:lnTo>
                <a:lnTo>
                  <a:pt x="259079" y="277367"/>
                </a:lnTo>
                <a:lnTo>
                  <a:pt x="306324" y="277367"/>
                </a:lnTo>
                <a:lnTo>
                  <a:pt x="326707" y="222313"/>
                </a:lnTo>
                <a:lnTo>
                  <a:pt x="327659" y="195071"/>
                </a:lnTo>
                <a:lnTo>
                  <a:pt x="336804" y="195071"/>
                </a:lnTo>
                <a:lnTo>
                  <a:pt x="339852" y="245363"/>
                </a:lnTo>
                <a:lnTo>
                  <a:pt x="361187" y="271272"/>
                </a:lnTo>
                <a:lnTo>
                  <a:pt x="352925" y="283011"/>
                </a:lnTo>
                <a:lnTo>
                  <a:pt x="341947" y="290893"/>
                </a:lnTo>
                <a:lnTo>
                  <a:pt x="328398" y="295060"/>
                </a:lnTo>
                <a:lnTo>
                  <a:pt x="312419" y="295655"/>
                </a:lnTo>
                <a:lnTo>
                  <a:pt x="248411" y="295655"/>
                </a:lnTo>
                <a:lnTo>
                  <a:pt x="234410" y="292488"/>
                </a:lnTo>
                <a:lnTo>
                  <a:pt x="224408" y="285178"/>
                </a:lnTo>
                <a:lnTo>
                  <a:pt x="218408" y="273581"/>
                </a:lnTo>
                <a:lnTo>
                  <a:pt x="216407" y="257555"/>
                </a:lnTo>
                <a:lnTo>
                  <a:pt x="216407" y="35051"/>
                </a:lnTo>
                <a:lnTo>
                  <a:pt x="144779" y="35051"/>
                </a:lnTo>
                <a:lnTo>
                  <a:pt x="143636" y="88391"/>
                </a:lnTo>
                <a:lnTo>
                  <a:pt x="140207" y="137159"/>
                </a:lnTo>
                <a:lnTo>
                  <a:pt x="133540" y="182879"/>
                </a:lnTo>
                <a:lnTo>
                  <a:pt x="118871" y="228599"/>
                </a:lnTo>
                <a:lnTo>
                  <a:pt x="93725" y="273748"/>
                </a:lnTo>
                <a:lnTo>
                  <a:pt x="54863" y="320039"/>
                </a:lnTo>
                <a:lnTo>
                  <a:pt x="50291" y="315467"/>
                </a:lnTo>
                <a:lnTo>
                  <a:pt x="66270" y="291155"/>
                </a:lnTo>
                <a:lnTo>
                  <a:pt x="79819" y="268414"/>
                </a:lnTo>
                <a:lnTo>
                  <a:pt x="99059" y="227075"/>
                </a:lnTo>
                <a:lnTo>
                  <a:pt x="110299" y="184784"/>
                </a:lnTo>
                <a:lnTo>
                  <a:pt x="117824" y="116490"/>
                </a:lnTo>
                <a:lnTo>
                  <a:pt x="120110" y="63912"/>
                </a:lnTo>
                <a:lnTo>
                  <a:pt x="120395" y="35051"/>
                </a:lnTo>
                <a:lnTo>
                  <a:pt x="35051" y="35051"/>
                </a:lnTo>
                <a:lnTo>
                  <a:pt x="35051" y="355091"/>
                </a:lnTo>
                <a:lnTo>
                  <a:pt x="310895" y="355091"/>
                </a:lnTo>
                <a:lnTo>
                  <a:pt x="336804" y="329184"/>
                </a:lnTo>
                <a:lnTo>
                  <a:pt x="373380" y="365760"/>
                </a:lnTo>
                <a:lnTo>
                  <a:pt x="36575" y="365760"/>
                </a:lnTo>
                <a:lnTo>
                  <a:pt x="24383" y="38099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" name="object 39"/>
          <p:cNvSpPr/>
          <p:nvPr/>
        </p:nvSpPr>
        <p:spPr>
          <a:xfrm>
            <a:off x="4792980" y="3453383"/>
            <a:ext cx="408940" cy="381000"/>
          </a:xfrm>
          <a:custGeom>
            <a:avLst/>
            <a:gdLst/>
            <a:ahLst/>
            <a:cxnLst/>
            <a:rect l="l" t="t" r="r" b="b"/>
            <a:pathLst>
              <a:path w="408939" h="381000">
                <a:moveTo>
                  <a:pt x="240792" y="36576"/>
                </a:moveTo>
                <a:lnTo>
                  <a:pt x="225552" y="19812"/>
                </a:lnTo>
                <a:lnTo>
                  <a:pt x="347472" y="19812"/>
                </a:lnTo>
                <a:lnTo>
                  <a:pt x="359664" y="4572"/>
                </a:lnTo>
                <a:lnTo>
                  <a:pt x="385572" y="25908"/>
                </a:lnTo>
                <a:lnTo>
                  <a:pt x="380346" y="30480"/>
                </a:lnTo>
                <a:lnTo>
                  <a:pt x="283464" y="30480"/>
                </a:lnTo>
                <a:lnTo>
                  <a:pt x="272295" y="30789"/>
                </a:lnTo>
                <a:lnTo>
                  <a:pt x="261556" y="31813"/>
                </a:lnTo>
                <a:lnTo>
                  <a:pt x="251102" y="33694"/>
                </a:lnTo>
                <a:lnTo>
                  <a:pt x="240792" y="36576"/>
                </a:lnTo>
                <a:close/>
              </a:path>
              <a:path w="408939" h="381000">
                <a:moveTo>
                  <a:pt x="374667" y="144780"/>
                </a:moveTo>
                <a:lnTo>
                  <a:pt x="350520" y="144780"/>
                </a:lnTo>
                <a:lnTo>
                  <a:pt x="350520" y="30480"/>
                </a:lnTo>
                <a:lnTo>
                  <a:pt x="380346" y="30480"/>
                </a:lnTo>
                <a:lnTo>
                  <a:pt x="373380" y="36576"/>
                </a:lnTo>
                <a:lnTo>
                  <a:pt x="373618" y="78295"/>
                </a:lnTo>
                <a:lnTo>
                  <a:pt x="374142" y="114300"/>
                </a:lnTo>
                <a:lnTo>
                  <a:pt x="374667" y="144780"/>
                </a:lnTo>
                <a:close/>
              </a:path>
              <a:path w="408939" h="381000">
                <a:moveTo>
                  <a:pt x="368808" y="364236"/>
                </a:moveTo>
                <a:lnTo>
                  <a:pt x="277368" y="364236"/>
                </a:lnTo>
                <a:lnTo>
                  <a:pt x="258270" y="363378"/>
                </a:lnTo>
                <a:lnTo>
                  <a:pt x="244602" y="356235"/>
                </a:lnTo>
                <a:lnTo>
                  <a:pt x="236648" y="342804"/>
                </a:lnTo>
                <a:lnTo>
                  <a:pt x="234696" y="323088"/>
                </a:lnTo>
                <a:lnTo>
                  <a:pt x="234672" y="253626"/>
                </a:lnTo>
                <a:lnTo>
                  <a:pt x="234505" y="198310"/>
                </a:lnTo>
                <a:lnTo>
                  <a:pt x="234053" y="156995"/>
                </a:lnTo>
                <a:lnTo>
                  <a:pt x="233172" y="129540"/>
                </a:lnTo>
                <a:lnTo>
                  <a:pt x="257556" y="144780"/>
                </a:lnTo>
                <a:lnTo>
                  <a:pt x="374667" y="144780"/>
                </a:lnTo>
                <a:lnTo>
                  <a:pt x="374771" y="155448"/>
                </a:lnTo>
                <a:lnTo>
                  <a:pt x="257556" y="155448"/>
                </a:lnTo>
                <a:lnTo>
                  <a:pt x="257556" y="315468"/>
                </a:lnTo>
                <a:lnTo>
                  <a:pt x="259270" y="329231"/>
                </a:lnTo>
                <a:lnTo>
                  <a:pt x="264414" y="338709"/>
                </a:lnTo>
                <a:lnTo>
                  <a:pt x="272986" y="344185"/>
                </a:lnTo>
                <a:lnTo>
                  <a:pt x="284988" y="345948"/>
                </a:lnTo>
                <a:lnTo>
                  <a:pt x="404883" y="345948"/>
                </a:lnTo>
                <a:lnTo>
                  <a:pt x="401597" y="351591"/>
                </a:lnTo>
                <a:lnTo>
                  <a:pt x="392620" y="359473"/>
                </a:lnTo>
                <a:lnTo>
                  <a:pt x="381642" y="363640"/>
                </a:lnTo>
                <a:lnTo>
                  <a:pt x="368808" y="364236"/>
                </a:lnTo>
                <a:close/>
              </a:path>
              <a:path w="408939" h="381000">
                <a:moveTo>
                  <a:pt x="350520" y="179832"/>
                </a:moveTo>
                <a:lnTo>
                  <a:pt x="350520" y="155448"/>
                </a:lnTo>
                <a:lnTo>
                  <a:pt x="374771" y="155448"/>
                </a:lnTo>
                <a:lnTo>
                  <a:pt x="374904" y="169164"/>
                </a:lnTo>
                <a:lnTo>
                  <a:pt x="350520" y="179832"/>
                </a:lnTo>
                <a:close/>
              </a:path>
              <a:path w="408939" h="381000">
                <a:moveTo>
                  <a:pt x="404883" y="345948"/>
                </a:moveTo>
                <a:lnTo>
                  <a:pt x="364236" y="345948"/>
                </a:lnTo>
                <a:lnTo>
                  <a:pt x="368808" y="339852"/>
                </a:lnTo>
                <a:lnTo>
                  <a:pt x="371856" y="327660"/>
                </a:lnTo>
                <a:lnTo>
                  <a:pt x="373856" y="317420"/>
                </a:lnTo>
                <a:lnTo>
                  <a:pt x="375285" y="302895"/>
                </a:lnTo>
                <a:lnTo>
                  <a:pt x="376142" y="284368"/>
                </a:lnTo>
                <a:lnTo>
                  <a:pt x="376428" y="262128"/>
                </a:lnTo>
                <a:lnTo>
                  <a:pt x="385572" y="262128"/>
                </a:lnTo>
                <a:lnTo>
                  <a:pt x="387500" y="306705"/>
                </a:lnTo>
                <a:lnTo>
                  <a:pt x="408432" y="339852"/>
                </a:lnTo>
                <a:lnTo>
                  <a:pt x="404883" y="345948"/>
                </a:lnTo>
                <a:close/>
              </a:path>
              <a:path w="408939" h="381000">
                <a:moveTo>
                  <a:pt x="15240" y="36576"/>
                </a:moveTo>
                <a:lnTo>
                  <a:pt x="0" y="19812"/>
                </a:lnTo>
                <a:lnTo>
                  <a:pt x="175260" y="19812"/>
                </a:lnTo>
                <a:lnTo>
                  <a:pt x="196596" y="0"/>
                </a:lnTo>
                <a:lnTo>
                  <a:pt x="224028" y="30480"/>
                </a:lnTo>
                <a:lnTo>
                  <a:pt x="57912" y="30480"/>
                </a:lnTo>
                <a:lnTo>
                  <a:pt x="46743" y="30789"/>
                </a:lnTo>
                <a:lnTo>
                  <a:pt x="36004" y="31813"/>
                </a:lnTo>
                <a:lnTo>
                  <a:pt x="25550" y="33694"/>
                </a:lnTo>
                <a:lnTo>
                  <a:pt x="15240" y="36576"/>
                </a:lnTo>
                <a:close/>
              </a:path>
              <a:path w="408939" h="381000">
                <a:moveTo>
                  <a:pt x="100584" y="86868"/>
                </a:moveTo>
                <a:lnTo>
                  <a:pt x="79248" y="86868"/>
                </a:lnTo>
                <a:lnTo>
                  <a:pt x="79248" y="30480"/>
                </a:lnTo>
                <a:lnTo>
                  <a:pt x="100584" y="30480"/>
                </a:lnTo>
                <a:lnTo>
                  <a:pt x="100584" y="86868"/>
                </a:lnTo>
                <a:close/>
              </a:path>
              <a:path w="408939" h="381000">
                <a:moveTo>
                  <a:pt x="146304" y="86868"/>
                </a:moveTo>
                <a:lnTo>
                  <a:pt x="124968" y="86868"/>
                </a:lnTo>
                <a:lnTo>
                  <a:pt x="124968" y="30480"/>
                </a:lnTo>
                <a:lnTo>
                  <a:pt x="146304" y="30480"/>
                </a:lnTo>
                <a:lnTo>
                  <a:pt x="146304" y="86868"/>
                </a:lnTo>
                <a:close/>
              </a:path>
              <a:path w="408939" h="381000">
                <a:moveTo>
                  <a:pt x="205086" y="86868"/>
                </a:moveTo>
                <a:lnTo>
                  <a:pt x="173736" y="86868"/>
                </a:lnTo>
                <a:lnTo>
                  <a:pt x="185928" y="70104"/>
                </a:lnTo>
                <a:lnTo>
                  <a:pt x="205086" y="86868"/>
                </a:lnTo>
                <a:close/>
              </a:path>
              <a:path w="408939" h="381000">
                <a:moveTo>
                  <a:pt x="25908" y="381000"/>
                </a:moveTo>
                <a:lnTo>
                  <a:pt x="26789" y="351615"/>
                </a:lnTo>
                <a:lnTo>
                  <a:pt x="27241" y="316230"/>
                </a:lnTo>
                <a:lnTo>
                  <a:pt x="27352" y="168021"/>
                </a:lnTo>
                <a:lnTo>
                  <a:pt x="27241" y="140398"/>
                </a:lnTo>
                <a:lnTo>
                  <a:pt x="26789" y="103655"/>
                </a:lnTo>
                <a:lnTo>
                  <a:pt x="25908" y="71628"/>
                </a:lnTo>
                <a:lnTo>
                  <a:pt x="50292" y="86868"/>
                </a:lnTo>
                <a:lnTo>
                  <a:pt x="205086" y="86868"/>
                </a:lnTo>
                <a:lnTo>
                  <a:pt x="210312" y="91440"/>
                </a:lnTo>
                <a:lnTo>
                  <a:pt x="205086" y="96012"/>
                </a:lnTo>
                <a:lnTo>
                  <a:pt x="50292" y="96012"/>
                </a:lnTo>
                <a:lnTo>
                  <a:pt x="50292" y="214883"/>
                </a:lnTo>
                <a:lnTo>
                  <a:pt x="61088" y="214883"/>
                </a:lnTo>
                <a:lnTo>
                  <a:pt x="50292" y="225552"/>
                </a:lnTo>
                <a:lnTo>
                  <a:pt x="50292" y="249936"/>
                </a:lnTo>
                <a:lnTo>
                  <a:pt x="198232" y="249936"/>
                </a:lnTo>
                <a:lnTo>
                  <a:pt x="198278" y="260604"/>
                </a:lnTo>
                <a:lnTo>
                  <a:pt x="50292" y="260604"/>
                </a:lnTo>
                <a:lnTo>
                  <a:pt x="50292" y="326136"/>
                </a:lnTo>
                <a:lnTo>
                  <a:pt x="198746" y="326136"/>
                </a:lnTo>
                <a:lnTo>
                  <a:pt x="198866" y="336804"/>
                </a:lnTo>
                <a:lnTo>
                  <a:pt x="50292" y="336804"/>
                </a:lnTo>
                <a:lnTo>
                  <a:pt x="50292" y="373380"/>
                </a:lnTo>
                <a:lnTo>
                  <a:pt x="25908" y="381000"/>
                </a:lnTo>
                <a:close/>
              </a:path>
              <a:path w="408939" h="381000">
                <a:moveTo>
                  <a:pt x="61088" y="214883"/>
                </a:moveTo>
                <a:lnTo>
                  <a:pt x="50292" y="214883"/>
                </a:lnTo>
                <a:lnTo>
                  <a:pt x="63174" y="194595"/>
                </a:lnTo>
                <a:lnTo>
                  <a:pt x="72199" y="168021"/>
                </a:lnTo>
                <a:lnTo>
                  <a:pt x="77509" y="135159"/>
                </a:lnTo>
                <a:lnTo>
                  <a:pt x="79248" y="96012"/>
                </a:lnTo>
                <a:lnTo>
                  <a:pt x="100584" y="96012"/>
                </a:lnTo>
                <a:lnTo>
                  <a:pt x="97440" y="139184"/>
                </a:lnTo>
                <a:lnTo>
                  <a:pt x="88011" y="175069"/>
                </a:lnTo>
                <a:lnTo>
                  <a:pt x="72294" y="203811"/>
                </a:lnTo>
                <a:lnTo>
                  <a:pt x="61088" y="214883"/>
                </a:lnTo>
                <a:close/>
              </a:path>
              <a:path w="408939" h="381000">
                <a:moveTo>
                  <a:pt x="198232" y="249936"/>
                </a:moveTo>
                <a:lnTo>
                  <a:pt x="175260" y="249936"/>
                </a:lnTo>
                <a:lnTo>
                  <a:pt x="175260" y="211836"/>
                </a:lnTo>
                <a:lnTo>
                  <a:pt x="150876" y="211836"/>
                </a:lnTo>
                <a:lnTo>
                  <a:pt x="124968" y="96012"/>
                </a:lnTo>
                <a:lnTo>
                  <a:pt x="146304" y="96012"/>
                </a:lnTo>
                <a:lnTo>
                  <a:pt x="146304" y="187452"/>
                </a:lnTo>
                <a:lnTo>
                  <a:pt x="149352" y="192024"/>
                </a:lnTo>
                <a:lnTo>
                  <a:pt x="198146" y="192024"/>
                </a:lnTo>
                <a:lnTo>
                  <a:pt x="198232" y="249936"/>
                </a:lnTo>
                <a:close/>
              </a:path>
              <a:path w="408939" h="381000">
                <a:moveTo>
                  <a:pt x="198146" y="192024"/>
                </a:moveTo>
                <a:lnTo>
                  <a:pt x="175260" y="192024"/>
                </a:lnTo>
                <a:lnTo>
                  <a:pt x="175260" y="96012"/>
                </a:lnTo>
                <a:lnTo>
                  <a:pt x="205086" y="96012"/>
                </a:lnTo>
                <a:lnTo>
                  <a:pt x="198120" y="102108"/>
                </a:lnTo>
                <a:lnTo>
                  <a:pt x="198146" y="192024"/>
                </a:lnTo>
                <a:close/>
              </a:path>
              <a:path w="408939" h="381000">
                <a:moveTo>
                  <a:pt x="198746" y="326136"/>
                </a:moveTo>
                <a:lnTo>
                  <a:pt x="175260" y="326136"/>
                </a:lnTo>
                <a:lnTo>
                  <a:pt x="175260" y="260604"/>
                </a:lnTo>
                <a:lnTo>
                  <a:pt x="198278" y="260604"/>
                </a:lnTo>
                <a:lnTo>
                  <a:pt x="198449" y="299618"/>
                </a:lnTo>
                <a:lnTo>
                  <a:pt x="198746" y="326136"/>
                </a:lnTo>
                <a:close/>
              </a:path>
              <a:path w="408939" h="381000">
                <a:moveTo>
                  <a:pt x="175260" y="379476"/>
                </a:moveTo>
                <a:lnTo>
                  <a:pt x="175260" y="336804"/>
                </a:lnTo>
                <a:lnTo>
                  <a:pt x="198866" y="336804"/>
                </a:lnTo>
                <a:lnTo>
                  <a:pt x="198900" y="339852"/>
                </a:lnTo>
                <a:lnTo>
                  <a:pt x="199644" y="367284"/>
                </a:lnTo>
                <a:lnTo>
                  <a:pt x="175260" y="37947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pic>
        <p:nvPicPr>
          <p:cNvPr id="40" name="object 40"/>
          <p:cNvPicPr/>
          <p:nvPr/>
        </p:nvPicPr>
        <p:blipFill>
          <a:blip r:embed="rId7" cstate="print"/>
          <a:stretch>
            <a:fillRect/>
          </a:stretch>
        </p:blipFill>
        <p:spPr>
          <a:xfrm>
            <a:off x="5282184" y="3704844"/>
            <a:ext cx="96012" cy="96012"/>
          </a:xfrm>
          <a:prstGeom prst="rect">
            <a:avLst/>
          </a:prstGeom>
        </p:spPr>
      </p:pic>
    </p:spTree>
  </p:cSld>
  <p:clrMapOvr>
    <a:masterClrMapping/>
  </p:clrMapOvr>
</p:sld>
</file>

<file path=ppt/slides/slide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object 2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9561576" y="7229856"/>
            <a:ext cx="198119" cy="143256"/>
          </a:xfrm>
          <a:prstGeom prst="rect">
            <a:avLst/>
          </a:prstGeom>
        </p:spPr>
      </p:pic>
      <p:sp>
        <p:nvSpPr>
          <p:cNvPr id="3" name="object 3"/>
          <p:cNvSpPr/>
          <p:nvPr/>
        </p:nvSpPr>
        <p:spPr>
          <a:xfrm>
            <a:off x="1629155" y="1094232"/>
            <a:ext cx="554990" cy="568960"/>
          </a:xfrm>
          <a:custGeom>
            <a:avLst/>
            <a:gdLst/>
            <a:ahLst/>
            <a:cxnLst/>
            <a:rect l="l" t="t" r="r" b="b"/>
            <a:pathLst>
              <a:path w="554989" h="568960">
                <a:moveTo>
                  <a:pt x="16764" y="196595"/>
                </a:moveTo>
                <a:lnTo>
                  <a:pt x="12192" y="188975"/>
                </a:lnTo>
                <a:lnTo>
                  <a:pt x="23050" y="177522"/>
                </a:lnTo>
                <a:lnTo>
                  <a:pt x="35051" y="163639"/>
                </a:lnTo>
                <a:lnTo>
                  <a:pt x="62483" y="128015"/>
                </a:lnTo>
                <a:lnTo>
                  <a:pt x="92202" y="75437"/>
                </a:lnTo>
                <a:lnTo>
                  <a:pt x="121920" y="0"/>
                </a:lnTo>
                <a:lnTo>
                  <a:pt x="170688" y="27431"/>
                </a:lnTo>
                <a:lnTo>
                  <a:pt x="163258" y="30908"/>
                </a:lnTo>
                <a:lnTo>
                  <a:pt x="156972" y="34670"/>
                </a:lnTo>
                <a:lnTo>
                  <a:pt x="151828" y="39004"/>
                </a:lnTo>
                <a:lnTo>
                  <a:pt x="147828" y="44195"/>
                </a:lnTo>
                <a:lnTo>
                  <a:pt x="142970" y="49601"/>
                </a:lnTo>
                <a:lnTo>
                  <a:pt x="137541" y="56578"/>
                </a:lnTo>
                <a:lnTo>
                  <a:pt x="131540" y="64984"/>
                </a:lnTo>
                <a:lnTo>
                  <a:pt x="124968" y="74675"/>
                </a:lnTo>
                <a:lnTo>
                  <a:pt x="284042" y="74675"/>
                </a:lnTo>
                <a:lnTo>
                  <a:pt x="297180" y="89915"/>
                </a:lnTo>
                <a:lnTo>
                  <a:pt x="117348" y="89915"/>
                </a:lnTo>
                <a:lnTo>
                  <a:pt x="105918" y="106489"/>
                </a:lnTo>
                <a:lnTo>
                  <a:pt x="94488" y="121919"/>
                </a:lnTo>
                <a:lnTo>
                  <a:pt x="60483" y="161020"/>
                </a:lnTo>
                <a:lnTo>
                  <a:pt x="33051" y="184927"/>
                </a:lnTo>
                <a:lnTo>
                  <a:pt x="16764" y="196595"/>
                </a:lnTo>
                <a:close/>
              </a:path>
              <a:path w="554989" h="568960">
                <a:moveTo>
                  <a:pt x="280416" y="158495"/>
                </a:moveTo>
                <a:lnTo>
                  <a:pt x="272796" y="153923"/>
                </a:lnTo>
                <a:lnTo>
                  <a:pt x="287131" y="135016"/>
                </a:lnTo>
                <a:lnTo>
                  <a:pt x="300609" y="114680"/>
                </a:lnTo>
                <a:lnTo>
                  <a:pt x="326136" y="68579"/>
                </a:lnTo>
                <a:lnTo>
                  <a:pt x="345567" y="27812"/>
                </a:lnTo>
                <a:lnTo>
                  <a:pt x="353568" y="3047"/>
                </a:lnTo>
                <a:lnTo>
                  <a:pt x="397764" y="32003"/>
                </a:lnTo>
                <a:lnTo>
                  <a:pt x="367688" y="55649"/>
                </a:lnTo>
                <a:lnTo>
                  <a:pt x="352044" y="77723"/>
                </a:lnTo>
                <a:lnTo>
                  <a:pt x="533908" y="77723"/>
                </a:lnTo>
                <a:lnTo>
                  <a:pt x="545592" y="91439"/>
                </a:lnTo>
                <a:lnTo>
                  <a:pt x="344424" y="91439"/>
                </a:lnTo>
                <a:lnTo>
                  <a:pt x="336446" y="99679"/>
                </a:lnTo>
                <a:lnTo>
                  <a:pt x="328612" y="108203"/>
                </a:lnTo>
                <a:lnTo>
                  <a:pt x="321063" y="116728"/>
                </a:lnTo>
                <a:lnTo>
                  <a:pt x="313944" y="124967"/>
                </a:lnTo>
                <a:lnTo>
                  <a:pt x="305658" y="134111"/>
                </a:lnTo>
                <a:lnTo>
                  <a:pt x="297180" y="142874"/>
                </a:lnTo>
                <a:lnTo>
                  <a:pt x="288655" y="151114"/>
                </a:lnTo>
                <a:lnTo>
                  <a:pt x="280416" y="158495"/>
                </a:lnTo>
                <a:close/>
              </a:path>
              <a:path w="554989" h="568960">
                <a:moveTo>
                  <a:pt x="284042" y="74675"/>
                </a:moveTo>
                <a:lnTo>
                  <a:pt x="230124" y="74675"/>
                </a:lnTo>
                <a:lnTo>
                  <a:pt x="259080" y="45719"/>
                </a:lnTo>
                <a:lnTo>
                  <a:pt x="284042" y="74675"/>
                </a:lnTo>
                <a:close/>
              </a:path>
              <a:path w="554989" h="568960">
                <a:moveTo>
                  <a:pt x="533908" y="77723"/>
                </a:moveTo>
                <a:lnTo>
                  <a:pt x="481584" y="77723"/>
                </a:lnTo>
                <a:lnTo>
                  <a:pt x="510540" y="50291"/>
                </a:lnTo>
                <a:lnTo>
                  <a:pt x="533908" y="77723"/>
                </a:lnTo>
                <a:close/>
              </a:path>
              <a:path w="554989" h="568960">
                <a:moveTo>
                  <a:pt x="199644" y="158495"/>
                </a:moveTo>
                <a:lnTo>
                  <a:pt x="192024" y="158495"/>
                </a:lnTo>
                <a:lnTo>
                  <a:pt x="188976" y="155447"/>
                </a:lnTo>
                <a:lnTo>
                  <a:pt x="187452" y="150875"/>
                </a:lnTo>
                <a:lnTo>
                  <a:pt x="186076" y="144779"/>
                </a:lnTo>
                <a:lnTo>
                  <a:pt x="184888" y="139255"/>
                </a:lnTo>
                <a:lnTo>
                  <a:pt x="183380" y="132659"/>
                </a:lnTo>
                <a:lnTo>
                  <a:pt x="158496" y="89915"/>
                </a:lnTo>
                <a:lnTo>
                  <a:pt x="175260" y="89915"/>
                </a:lnTo>
                <a:lnTo>
                  <a:pt x="196738" y="102179"/>
                </a:lnTo>
                <a:lnTo>
                  <a:pt x="211074" y="113728"/>
                </a:lnTo>
                <a:lnTo>
                  <a:pt x="218551" y="124420"/>
                </a:lnTo>
                <a:lnTo>
                  <a:pt x="219456" y="134111"/>
                </a:lnTo>
                <a:lnTo>
                  <a:pt x="214884" y="144779"/>
                </a:lnTo>
                <a:lnTo>
                  <a:pt x="211836" y="152399"/>
                </a:lnTo>
                <a:lnTo>
                  <a:pt x="207264" y="155447"/>
                </a:lnTo>
                <a:lnTo>
                  <a:pt x="202692" y="156971"/>
                </a:lnTo>
                <a:lnTo>
                  <a:pt x="199644" y="158495"/>
                </a:lnTo>
                <a:close/>
              </a:path>
              <a:path w="554989" h="568960">
                <a:moveTo>
                  <a:pt x="461772" y="161543"/>
                </a:moveTo>
                <a:lnTo>
                  <a:pt x="455676" y="161543"/>
                </a:lnTo>
                <a:lnTo>
                  <a:pt x="452628" y="156971"/>
                </a:lnTo>
                <a:lnTo>
                  <a:pt x="448056" y="150875"/>
                </a:lnTo>
                <a:lnTo>
                  <a:pt x="445508" y="145137"/>
                </a:lnTo>
                <a:lnTo>
                  <a:pt x="442531" y="139255"/>
                </a:lnTo>
                <a:lnTo>
                  <a:pt x="439269" y="133088"/>
                </a:lnTo>
                <a:lnTo>
                  <a:pt x="435864" y="126491"/>
                </a:lnTo>
                <a:lnTo>
                  <a:pt x="431053" y="119300"/>
                </a:lnTo>
                <a:lnTo>
                  <a:pt x="423672" y="111251"/>
                </a:lnTo>
                <a:lnTo>
                  <a:pt x="414004" y="102060"/>
                </a:lnTo>
                <a:lnTo>
                  <a:pt x="402336" y="91439"/>
                </a:lnTo>
                <a:lnTo>
                  <a:pt x="419100" y="91439"/>
                </a:lnTo>
                <a:lnTo>
                  <a:pt x="445103" y="100798"/>
                </a:lnTo>
                <a:lnTo>
                  <a:pt x="463677" y="110299"/>
                </a:lnTo>
                <a:lnTo>
                  <a:pt x="474821" y="119514"/>
                </a:lnTo>
                <a:lnTo>
                  <a:pt x="478536" y="128015"/>
                </a:lnTo>
                <a:lnTo>
                  <a:pt x="477988" y="136564"/>
                </a:lnTo>
                <a:lnTo>
                  <a:pt x="476440" y="143827"/>
                </a:lnTo>
                <a:lnTo>
                  <a:pt x="474035" y="149661"/>
                </a:lnTo>
                <a:lnTo>
                  <a:pt x="470916" y="153923"/>
                </a:lnTo>
                <a:lnTo>
                  <a:pt x="464820" y="158495"/>
                </a:lnTo>
                <a:lnTo>
                  <a:pt x="461772" y="161543"/>
                </a:lnTo>
                <a:close/>
              </a:path>
              <a:path w="554989" h="568960">
                <a:moveTo>
                  <a:pt x="450476" y="163067"/>
                </a:moveTo>
                <a:lnTo>
                  <a:pt x="403860" y="163067"/>
                </a:lnTo>
                <a:lnTo>
                  <a:pt x="419100" y="141731"/>
                </a:lnTo>
                <a:lnTo>
                  <a:pt x="450476" y="163067"/>
                </a:lnTo>
                <a:close/>
              </a:path>
              <a:path w="554989" h="568960">
                <a:moveTo>
                  <a:pt x="114300" y="390143"/>
                </a:moveTo>
                <a:lnTo>
                  <a:pt x="115395" y="353282"/>
                </a:lnTo>
                <a:lnTo>
                  <a:pt x="116205" y="315848"/>
                </a:lnTo>
                <a:lnTo>
                  <a:pt x="116443" y="277844"/>
                </a:lnTo>
                <a:lnTo>
                  <a:pt x="115824" y="239267"/>
                </a:lnTo>
                <a:lnTo>
                  <a:pt x="115562" y="204144"/>
                </a:lnTo>
                <a:lnTo>
                  <a:pt x="114871" y="176593"/>
                </a:lnTo>
                <a:lnTo>
                  <a:pt x="113895" y="156757"/>
                </a:lnTo>
                <a:lnTo>
                  <a:pt x="112776" y="144779"/>
                </a:lnTo>
                <a:lnTo>
                  <a:pt x="147828" y="163067"/>
                </a:lnTo>
                <a:lnTo>
                  <a:pt x="450476" y="163067"/>
                </a:lnTo>
                <a:lnTo>
                  <a:pt x="457200" y="167639"/>
                </a:lnTo>
                <a:lnTo>
                  <a:pt x="445465" y="178307"/>
                </a:lnTo>
                <a:lnTo>
                  <a:pt x="147828" y="178307"/>
                </a:lnTo>
                <a:lnTo>
                  <a:pt x="147828" y="220979"/>
                </a:lnTo>
                <a:lnTo>
                  <a:pt x="440436" y="220979"/>
                </a:lnTo>
                <a:lnTo>
                  <a:pt x="440436" y="234695"/>
                </a:lnTo>
                <a:lnTo>
                  <a:pt x="147828" y="234695"/>
                </a:lnTo>
                <a:lnTo>
                  <a:pt x="147828" y="280415"/>
                </a:lnTo>
                <a:lnTo>
                  <a:pt x="440436" y="280415"/>
                </a:lnTo>
                <a:lnTo>
                  <a:pt x="440436" y="295655"/>
                </a:lnTo>
                <a:lnTo>
                  <a:pt x="147828" y="295655"/>
                </a:lnTo>
                <a:lnTo>
                  <a:pt x="147828" y="345947"/>
                </a:lnTo>
                <a:lnTo>
                  <a:pt x="441571" y="345947"/>
                </a:lnTo>
                <a:lnTo>
                  <a:pt x="441721" y="348757"/>
                </a:lnTo>
                <a:lnTo>
                  <a:pt x="442680" y="359663"/>
                </a:lnTo>
                <a:lnTo>
                  <a:pt x="147828" y="359663"/>
                </a:lnTo>
                <a:lnTo>
                  <a:pt x="147828" y="379475"/>
                </a:lnTo>
                <a:lnTo>
                  <a:pt x="114300" y="390143"/>
                </a:lnTo>
                <a:close/>
              </a:path>
              <a:path w="554989" h="568960">
                <a:moveTo>
                  <a:pt x="440436" y="220979"/>
                </a:moveTo>
                <a:lnTo>
                  <a:pt x="406908" y="220979"/>
                </a:lnTo>
                <a:lnTo>
                  <a:pt x="406908" y="178307"/>
                </a:lnTo>
                <a:lnTo>
                  <a:pt x="445465" y="178307"/>
                </a:lnTo>
                <a:lnTo>
                  <a:pt x="440436" y="182879"/>
                </a:lnTo>
                <a:lnTo>
                  <a:pt x="440436" y="220979"/>
                </a:lnTo>
                <a:close/>
              </a:path>
              <a:path w="554989" h="568960">
                <a:moveTo>
                  <a:pt x="440436" y="280415"/>
                </a:moveTo>
                <a:lnTo>
                  <a:pt x="406908" y="280415"/>
                </a:lnTo>
                <a:lnTo>
                  <a:pt x="406908" y="234695"/>
                </a:lnTo>
                <a:lnTo>
                  <a:pt x="440436" y="234695"/>
                </a:lnTo>
                <a:lnTo>
                  <a:pt x="440436" y="280415"/>
                </a:lnTo>
                <a:close/>
              </a:path>
              <a:path w="554989" h="568960">
                <a:moveTo>
                  <a:pt x="441571" y="345947"/>
                </a:moveTo>
                <a:lnTo>
                  <a:pt x="406908" y="345947"/>
                </a:lnTo>
                <a:lnTo>
                  <a:pt x="406908" y="295655"/>
                </a:lnTo>
                <a:lnTo>
                  <a:pt x="440436" y="295655"/>
                </a:lnTo>
                <a:lnTo>
                  <a:pt x="440483" y="317801"/>
                </a:lnTo>
                <a:lnTo>
                  <a:pt x="440817" y="331850"/>
                </a:lnTo>
                <a:lnTo>
                  <a:pt x="441571" y="345947"/>
                </a:lnTo>
                <a:close/>
              </a:path>
              <a:path w="554989" h="568960">
                <a:moveTo>
                  <a:pt x="220980" y="434339"/>
                </a:moveTo>
                <a:lnTo>
                  <a:pt x="184404" y="434339"/>
                </a:lnTo>
                <a:lnTo>
                  <a:pt x="186766" y="416028"/>
                </a:lnTo>
                <a:lnTo>
                  <a:pt x="188785" y="398716"/>
                </a:lnTo>
                <a:lnTo>
                  <a:pt x="190619" y="379690"/>
                </a:lnTo>
                <a:lnTo>
                  <a:pt x="192024" y="359663"/>
                </a:lnTo>
                <a:lnTo>
                  <a:pt x="227076" y="359663"/>
                </a:lnTo>
                <a:lnTo>
                  <a:pt x="225849" y="379690"/>
                </a:lnTo>
                <a:lnTo>
                  <a:pt x="224599" y="397573"/>
                </a:lnTo>
                <a:lnTo>
                  <a:pt x="223004" y="416028"/>
                </a:lnTo>
                <a:lnTo>
                  <a:pt x="220980" y="434339"/>
                </a:lnTo>
                <a:close/>
              </a:path>
              <a:path w="554989" h="568960">
                <a:moveTo>
                  <a:pt x="21336" y="455675"/>
                </a:moveTo>
                <a:lnTo>
                  <a:pt x="0" y="434339"/>
                </a:lnTo>
                <a:lnTo>
                  <a:pt x="336804" y="434339"/>
                </a:lnTo>
                <a:lnTo>
                  <a:pt x="336804" y="359663"/>
                </a:lnTo>
                <a:lnTo>
                  <a:pt x="370332" y="359663"/>
                </a:lnTo>
                <a:lnTo>
                  <a:pt x="370332" y="431291"/>
                </a:lnTo>
                <a:lnTo>
                  <a:pt x="541492" y="431291"/>
                </a:lnTo>
                <a:lnTo>
                  <a:pt x="554736" y="445007"/>
                </a:lnTo>
                <a:lnTo>
                  <a:pt x="370332" y="445007"/>
                </a:lnTo>
                <a:lnTo>
                  <a:pt x="370353" y="448055"/>
                </a:lnTo>
                <a:lnTo>
                  <a:pt x="79248" y="448055"/>
                </a:lnTo>
                <a:lnTo>
                  <a:pt x="63769" y="448603"/>
                </a:lnTo>
                <a:lnTo>
                  <a:pt x="49149" y="450151"/>
                </a:lnTo>
                <a:lnTo>
                  <a:pt x="35099" y="452556"/>
                </a:lnTo>
                <a:lnTo>
                  <a:pt x="21336" y="455675"/>
                </a:lnTo>
                <a:close/>
              </a:path>
              <a:path w="554989" h="568960">
                <a:moveTo>
                  <a:pt x="406908" y="384047"/>
                </a:moveTo>
                <a:lnTo>
                  <a:pt x="406908" y="359663"/>
                </a:lnTo>
                <a:lnTo>
                  <a:pt x="442680" y="359663"/>
                </a:lnTo>
                <a:lnTo>
                  <a:pt x="443484" y="368807"/>
                </a:lnTo>
                <a:lnTo>
                  <a:pt x="406908" y="384047"/>
                </a:lnTo>
                <a:close/>
              </a:path>
              <a:path w="554989" h="568960">
                <a:moveTo>
                  <a:pt x="541492" y="431291"/>
                </a:moveTo>
                <a:lnTo>
                  <a:pt x="478536" y="431291"/>
                </a:lnTo>
                <a:lnTo>
                  <a:pt x="512064" y="400811"/>
                </a:lnTo>
                <a:lnTo>
                  <a:pt x="541492" y="431291"/>
                </a:lnTo>
                <a:close/>
              </a:path>
              <a:path w="554989" h="568960">
                <a:moveTo>
                  <a:pt x="32004" y="568451"/>
                </a:moveTo>
                <a:lnTo>
                  <a:pt x="28956" y="560832"/>
                </a:lnTo>
                <a:lnTo>
                  <a:pt x="61221" y="548497"/>
                </a:lnTo>
                <a:lnTo>
                  <a:pt x="89344" y="536448"/>
                </a:lnTo>
                <a:lnTo>
                  <a:pt x="132588" y="512063"/>
                </a:lnTo>
                <a:lnTo>
                  <a:pt x="162115" y="483488"/>
                </a:lnTo>
                <a:lnTo>
                  <a:pt x="181356" y="448055"/>
                </a:lnTo>
                <a:lnTo>
                  <a:pt x="217932" y="448055"/>
                </a:lnTo>
                <a:lnTo>
                  <a:pt x="192024" y="494728"/>
                </a:lnTo>
                <a:lnTo>
                  <a:pt x="147828" y="528827"/>
                </a:lnTo>
                <a:lnTo>
                  <a:pt x="91630" y="553212"/>
                </a:lnTo>
                <a:lnTo>
                  <a:pt x="62317" y="561832"/>
                </a:lnTo>
                <a:lnTo>
                  <a:pt x="32004" y="568451"/>
                </a:lnTo>
                <a:close/>
              </a:path>
              <a:path w="554989" h="568960">
                <a:moveTo>
                  <a:pt x="335280" y="568451"/>
                </a:moveTo>
                <a:lnTo>
                  <a:pt x="336108" y="535662"/>
                </a:lnTo>
                <a:lnTo>
                  <a:pt x="336613" y="501967"/>
                </a:lnTo>
                <a:lnTo>
                  <a:pt x="336721" y="483488"/>
                </a:lnTo>
                <a:lnTo>
                  <a:pt x="336804" y="448055"/>
                </a:lnTo>
                <a:lnTo>
                  <a:pt x="370353" y="448055"/>
                </a:lnTo>
                <a:lnTo>
                  <a:pt x="370617" y="483488"/>
                </a:lnTo>
                <a:lnTo>
                  <a:pt x="371271" y="512063"/>
                </a:lnTo>
                <a:lnTo>
                  <a:pt x="372260" y="535662"/>
                </a:lnTo>
                <a:lnTo>
                  <a:pt x="373380" y="551687"/>
                </a:lnTo>
                <a:lnTo>
                  <a:pt x="335280" y="568451"/>
                </a:lnTo>
                <a:close/>
              </a:path>
            </a:pathLst>
          </a:custGeom>
          <a:solidFill>
            <a:srgbClr val="3333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" name="object 4"/>
          <p:cNvSpPr/>
          <p:nvPr/>
        </p:nvSpPr>
        <p:spPr>
          <a:xfrm>
            <a:off x="2238755" y="1094231"/>
            <a:ext cx="565785" cy="548640"/>
          </a:xfrm>
          <a:custGeom>
            <a:avLst/>
            <a:gdLst/>
            <a:ahLst/>
            <a:cxnLst/>
            <a:rect l="l" t="t" r="r" b="b"/>
            <a:pathLst>
              <a:path w="565785" h="548639">
                <a:moveTo>
                  <a:pt x="368808" y="137160"/>
                </a:moveTo>
                <a:lnTo>
                  <a:pt x="338328" y="137160"/>
                </a:lnTo>
                <a:lnTo>
                  <a:pt x="338074" y="91440"/>
                </a:lnTo>
                <a:lnTo>
                  <a:pt x="337409" y="53340"/>
                </a:lnTo>
                <a:lnTo>
                  <a:pt x="337323" y="49839"/>
                </a:lnTo>
                <a:lnTo>
                  <a:pt x="336399" y="21431"/>
                </a:lnTo>
                <a:lnTo>
                  <a:pt x="335280" y="0"/>
                </a:lnTo>
                <a:lnTo>
                  <a:pt x="393192" y="28956"/>
                </a:lnTo>
                <a:lnTo>
                  <a:pt x="368808" y="53340"/>
                </a:lnTo>
                <a:lnTo>
                  <a:pt x="368808" y="137160"/>
                </a:lnTo>
                <a:close/>
              </a:path>
              <a:path w="565785" h="548639">
                <a:moveTo>
                  <a:pt x="121920" y="128016"/>
                </a:moveTo>
                <a:lnTo>
                  <a:pt x="117347" y="128016"/>
                </a:lnTo>
                <a:lnTo>
                  <a:pt x="113918" y="126349"/>
                </a:lnTo>
                <a:lnTo>
                  <a:pt x="110490" y="121539"/>
                </a:lnTo>
                <a:lnTo>
                  <a:pt x="107061" y="113871"/>
                </a:lnTo>
                <a:lnTo>
                  <a:pt x="103632" y="103632"/>
                </a:lnTo>
                <a:lnTo>
                  <a:pt x="96250" y="87034"/>
                </a:lnTo>
                <a:lnTo>
                  <a:pt x="85724" y="69151"/>
                </a:lnTo>
                <a:lnTo>
                  <a:pt x="72342" y="49839"/>
                </a:lnTo>
                <a:lnTo>
                  <a:pt x="56388" y="28956"/>
                </a:lnTo>
                <a:lnTo>
                  <a:pt x="60959" y="22860"/>
                </a:lnTo>
                <a:lnTo>
                  <a:pt x="112395" y="51435"/>
                </a:lnTo>
                <a:lnTo>
                  <a:pt x="137159" y="83820"/>
                </a:lnTo>
                <a:lnTo>
                  <a:pt x="140208" y="91440"/>
                </a:lnTo>
                <a:lnTo>
                  <a:pt x="140208" y="103632"/>
                </a:lnTo>
                <a:lnTo>
                  <a:pt x="137159" y="111252"/>
                </a:lnTo>
                <a:lnTo>
                  <a:pt x="124968" y="123444"/>
                </a:lnTo>
                <a:lnTo>
                  <a:pt x="121920" y="128016"/>
                </a:lnTo>
                <a:close/>
              </a:path>
              <a:path w="565785" h="548639">
                <a:moveTo>
                  <a:pt x="103308" y="382524"/>
                </a:moveTo>
                <a:lnTo>
                  <a:pt x="56388" y="382524"/>
                </a:lnTo>
                <a:lnTo>
                  <a:pt x="62126" y="380476"/>
                </a:lnTo>
                <a:lnTo>
                  <a:pt x="68008" y="376428"/>
                </a:lnTo>
                <a:lnTo>
                  <a:pt x="89562" y="344375"/>
                </a:lnTo>
                <a:lnTo>
                  <a:pt x="127186" y="259470"/>
                </a:lnTo>
                <a:lnTo>
                  <a:pt x="156167" y="191524"/>
                </a:lnTo>
                <a:lnTo>
                  <a:pt x="192024" y="106680"/>
                </a:lnTo>
                <a:lnTo>
                  <a:pt x="201168" y="108204"/>
                </a:lnTo>
                <a:lnTo>
                  <a:pt x="129730" y="305943"/>
                </a:lnTo>
                <a:lnTo>
                  <a:pt x="115146" y="346964"/>
                </a:lnTo>
                <a:lnTo>
                  <a:pt x="105388" y="375539"/>
                </a:lnTo>
                <a:lnTo>
                  <a:pt x="103308" y="382524"/>
                </a:lnTo>
                <a:close/>
              </a:path>
              <a:path w="565785" h="548639">
                <a:moveTo>
                  <a:pt x="228600" y="158496"/>
                </a:moveTo>
                <a:lnTo>
                  <a:pt x="205740" y="137160"/>
                </a:lnTo>
                <a:lnTo>
                  <a:pt x="461772" y="137160"/>
                </a:lnTo>
                <a:lnTo>
                  <a:pt x="489204" y="111252"/>
                </a:lnTo>
                <a:lnTo>
                  <a:pt x="527304" y="150876"/>
                </a:lnTo>
                <a:lnTo>
                  <a:pt x="284988" y="150876"/>
                </a:lnTo>
                <a:lnTo>
                  <a:pt x="270176" y="151423"/>
                </a:lnTo>
                <a:lnTo>
                  <a:pt x="255651" y="152971"/>
                </a:lnTo>
                <a:lnTo>
                  <a:pt x="241696" y="155376"/>
                </a:lnTo>
                <a:lnTo>
                  <a:pt x="228600" y="158496"/>
                </a:lnTo>
                <a:close/>
              </a:path>
              <a:path w="565785" h="548639">
                <a:moveTo>
                  <a:pt x="368808" y="280416"/>
                </a:moveTo>
                <a:lnTo>
                  <a:pt x="338328" y="280416"/>
                </a:lnTo>
                <a:lnTo>
                  <a:pt x="338328" y="150876"/>
                </a:lnTo>
                <a:lnTo>
                  <a:pt x="368808" y="150876"/>
                </a:lnTo>
                <a:lnTo>
                  <a:pt x="368808" y="280416"/>
                </a:lnTo>
                <a:close/>
              </a:path>
              <a:path w="565785" h="548639">
                <a:moveTo>
                  <a:pt x="69627" y="270224"/>
                </a:moveTo>
                <a:lnTo>
                  <a:pt x="63626" y="267081"/>
                </a:lnTo>
                <a:lnTo>
                  <a:pt x="58197" y="258794"/>
                </a:lnTo>
                <a:lnTo>
                  <a:pt x="53340" y="245364"/>
                </a:lnTo>
                <a:lnTo>
                  <a:pt x="45648" y="228504"/>
                </a:lnTo>
                <a:lnTo>
                  <a:pt x="34099" y="209931"/>
                </a:lnTo>
                <a:lnTo>
                  <a:pt x="18835" y="189642"/>
                </a:lnTo>
                <a:lnTo>
                  <a:pt x="0" y="167640"/>
                </a:lnTo>
                <a:lnTo>
                  <a:pt x="6095" y="161544"/>
                </a:lnTo>
                <a:lnTo>
                  <a:pt x="42338" y="181498"/>
                </a:lnTo>
                <a:lnTo>
                  <a:pt x="68579" y="200025"/>
                </a:lnTo>
                <a:lnTo>
                  <a:pt x="84534" y="216836"/>
                </a:lnTo>
                <a:lnTo>
                  <a:pt x="89916" y="231648"/>
                </a:lnTo>
                <a:lnTo>
                  <a:pt x="89058" y="244221"/>
                </a:lnTo>
                <a:lnTo>
                  <a:pt x="86487" y="254508"/>
                </a:lnTo>
                <a:lnTo>
                  <a:pt x="82200" y="262509"/>
                </a:lnTo>
                <a:lnTo>
                  <a:pt x="76200" y="268224"/>
                </a:lnTo>
                <a:lnTo>
                  <a:pt x="69627" y="270224"/>
                </a:lnTo>
                <a:close/>
              </a:path>
              <a:path w="565785" h="548639">
                <a:moveTo>
                  <a:pt x="182880" y="301752"/>
                </a:moveTo>
                <a:lnTo>
                  <a:pt x="161544" y="280416"/>
                </a:lnTo>
                <a:lnTo>
                  <a:pt x="495300" y="280416"/>
                </a:lnTo>
                <a:lnTo>
                  <a:pt x="524256" y="251460"/>
                </a:lnTo>
                <a:lnTo>
                  <a:pt x="565404" y="295655"/>
                </a:lnTo>
                <a:lnTo>
                  <a:pt x="239268" y="295655"/>
                </a:lnTo>
                <a:lnTo>
                  <a:pt x="224456" y="295965"/>
                </a:lnTo>
                <a:lnTo>
                  <a:pt x="209931" y="296989"/>
                </a:lnTo>
                <a:lnTo>
                  <a:pt x="195976" y="298870"/>
                </a:lnTo>
                <a:lnTo>
                  <a:pt x="182880" y="301752"/>
                </a:lnTo>
                <a:close/>
              </a:path>
              <a:path w="565785" h="548639">
                <a:moveTo>
                  <a:pt x="199644" y="548640"/>
                </a:moveTo>
                <a:lnTo>
                  <a:pt x="175259" y="493776"/>
                </a:lnTo>
                <a:lnTo>
                  <a:pt x="192405" y="489227"/>
                </a:lnTo>
                <a:lnTo>
                  <a:pt x="211836" y="475678"/>
                </a:lnTo>
                <a:lnTo>
                  <a:pt x="257556" y="422148"/>
                </a:lnTo>
                <a:lnTo>
                  <a:pt x="281606" y="386953"/>
                </a:lnTo>
                <a:lnTo>
                  <a:pt x="301371" y="354330"/>
                </a:lnTo>
                <a:lnTo>
                  <a:pt x="329184" y="295655"/>
                </a:lnTo>
                <a:lnTo>
                  <a:pt x="339852" y="295655"/>
                </a:lnTo>
                <a:lnTo>
                  <a:pt x="379476" y="321564"/>
                </a:lnTo>
                <a:lnTo>
                  <a:pt x="368046" y="327850"/>
                </a:lnTo>
                <a:lnTo>
                  <a:pt x="356616" y="337566"/>
                </a:lnTo>
                <a:lnTo>
                  <a:pt x="345186" y="350710"/>
                </a:lnTo>
                <a:lnTo>
                  <a:pt x="333756" y="367284"/>
                </a:lnTo>
                <a:lnTo>
                  <a:pt x="317444" y="388119"/>
                </a:lnTo>
                <a:lnTo>
                  <a:pt x="293560" y="416242"/>
                </a:lnTo>
                <a:lnTo>
                  <a:pt x="261961" y="451508"/>
                </a:lnTo>
                <a:lnTo>
                  <a:pt x="222504" y="493776"/>
                </a:lnTo>
                <a:lnTo>
                  <a:pt x="441017" y="493776"/>
                </a:lnTo>
                <a:lnTo>
                  <a:pt x="363664" y="503872"/>
                </a:lnTo>
                <a:lnTo>
                  <a:pt x="317206" y="511706"/>
                </a:lnTo>
                <a:lnTo>
                  <a:pt x="278892" y="519684"/>
                </a:lnTo>
                <a:lnTo>
                  <a:pt x="223837" y="535305"/>
                </a:lnTo>
                <a:lnTo>
                  <a:pt x="207954" y="542401"/>
                </a:lnTo>
                <a:lnTo>
                  <a:pt x="199644" y="548640"/>
                </a:lnTo>
                <a:close/>
              </a:path>
              <a:path w="565785" h="548639">
                <a:moveTo>
                  <a:pt x="92964" y="534923"/>
                </a:moveTo>
                <a:lnTo>
                  <a:pt x="77723" y="534923"/>
                </a:lnTo>
                <a:lnTo>
                  <a:pt x="70104" y="533399"/>
                </a:lnTo>
                <a:lnTo>
                  <a:pt x="60959" y="528828"/>
                </a:lnTo>
                <a:lnTo>
                  <a:pt x="54078" y="525922"/>
                </a:lnTo>
                <a:lnTo>
                  <a:pt x="49339" y="521589"/>
                </a:lnTo>
                <a:lnTo>
                  <a:pt x="46601" y="515540"/>
                </a:lnTo>
                <a:lnTo>
                  <a:pt x="45720" y="507492"/>
                </a:lnTo>
                <a:lnTo>
                  <a:pt x="46267" y="500943"/>
                </a:lnTo>
                <a:lnTo>
                  <a:pt x="47815" y="492823"/>
                </a:lnTo>
                <a:lnTo>
                  <a:pt x="50220" y="483274"/>
                </a:lnTo>
                <a:lnTo>
                  <a:pt x="53340" y="472440"/>
                </a:lnTo>
                <a:lnTo>
                  <a:pt x="56459" y="460700"/>
                </a:lnTo>
                <a:lnTo>
                  <a:pt x="58864" y="450532"/>
                </a:lnTo>
                <a:lnTo>
                  <a:pt x="60412" y="441793"/>
                </a:lnTo>
                <a:lnTo>
                  <a:pt x="60959" y="434340"/>
                </a:lnTo>
                <a:lnTo>
                  <a:pt x="60150" y="425981"/>
                </a:lnTo>
                <a:lnTo>
                  <a:pt x="32956" y="397764"/>
                </a:lnTo>
                <a:lnTo>
                  <a:pt x="3047" y="388620"/>
                </a:lnTo>
                <a:lnTo>
                  <a:pt x="3047" y="379476"/>
                </a:lnTo>
                <a:lnTo>
                  <a:pt x="22740" y="381238"/>
                </a:lnTo>
                <a:lnTo>
                  <a:pt x="38290" y="382143"/>
                </a:lnTo>
                <a:lnTo>
                  <a:pt x="49553" y="382476"/>
                </a:lnTo>
                <a:lnTo>
                  <a:pt x="103308" y="382524"/>
                </a:lnTo>
                <a:lnTo>
                  <a:pt x="100584" y="391668"/>
                </a:lnTo>
                <a:lnTo>
                  <a:pt x="96607" y="407384"/>
                </a:lnTo>
                <a:lnTo>
                  <a:pt x="93916" y="424815"/>
                </a:lnTo>
                <a:lnTo>
                  <a:pt x="92654" y="443960"/>
                </a:lnTo>
                <a:lnTo>
                  <a:pt x="93225" y="484822"/>
                </a:lnTo>
                <a:lnTo>
                  <a:pt x="93916" y="501396"/>
                </a:lnTo>
                <a:lnTo>
                  <a:pt x="94892" y="514540"/>
                </a:lnTo>
                <a:lnTo>
                  <a:pt x="96011" y="524256"/>
                </a:lnTo>
                <a:lnTo>
                  <a:pt x="96011" y="530352"/>
                </a:lnTo>
                <a:lnTo>
                  <a:pt x="92964" y="534923"/>
                </a:lnTo>
                <a:close/>
              </a:path>
              <a:path w="565785" h="548639">
                <a:moveTo>
                  <a:pt x="441017" y="493776"/>
                </a:moveTo>
                <a:lnTo>
                  <a:pt x="222504" y="493776"/>
                </a:lnTo>
                <a:lnTo>
                  <a:pt x="473964" y="477012"/>
                </a:lnTo>
                <a:lnTo>
                  <a:pt x="458501" y="455485"/>
                </a:lnTo>
                <a:lnTo>
                  <a:pt x="442150" y="434530"/>
                </a:lnTo>
                <a:lnTo>
                  <a:pt x="424886" y="413789"/>
                </a:lnTo>
                <a:lnTo>
                  <a:pt x="406908" y="393192"/>
                </a:lnTo>
                <a:lnTo>
                  <a:pt x="411480" y="385572"/>
                </a:lnTo>
                <a:lnTo>
                  <a:pt x="421831" y="393192"/>
                </a:lnTo>
                <a:lnTo>
                  <a:pt x="480060" y="435864"/>
                </a:lnTo>
                <a:lnTo>
                  <a:pt x="492061" y="445889"/>
                </a:lnTo>
                <a:lnTo>
                  <a:pt x="521208" y="473964"/>
                </a:lnTo>
                <a:lnTo>
                  <a:pt x="532377" y="489204"/>
                </a:lnTo>
                <a:lnTo>
                  <a:pt x="481584" y="489204"/>
                </a:lnTo>
                <a:lnTo>
                  <a:pt x="441017" y="493776"/>
                </a:lnTo>
                <a:close/>
              </a:path>
              <a:path w="565785" h="548639">
                <a:moveTo>
                  <a:pt x="516636" y="548640"/>
                </a:moveTo>
                <a:lnTo>
                  <a:pt x="510540" y="548640"/>
                </a:lnTo>
                <a:lnTo>
                  <a:pt x="505968" y="544068"/>
                </a:lnTo>
                <a:lnTo>
                  <a:pt x="502920" y="534923"/>
                </a:lnTo>
                <a:lnTo>
                  <a:pt x="498086" y="522636"/>
                </a:lnTo>
                <a:lnTo>
                  <a:pt x="492823" y="510921"/>
                </a:lnTo>
                <a:lnTo>
                  <a:pt x="487275" y="499776"/>
                </a:lnTo>
                <a:lnTo>
                  <a:pt x="481584" y="489204"/>
                </a:lnTo>
                <a:lnTo>
                  <a:pt x="532377" y="489204"/>
                </a:lnTo>
                <a:lnTo>
                  <a:pt x="532828" y="489966"/>
                </a:lnTo>
                <a:lnTo>
                  <a:pt x="535566" y="497967"/>
                </a:lnTo>
                <a:lnTo>
                  <a:pt x="536448" y="505968"/>
                </a:lnTo>
                <a:lnTo>
                  <a:pt x="535876" y="512849"/>
                </a:lnTo>
                <a:lnTo>
                  <a:pt x="534162" y="519874"/>
                </a:lnTo>
                <a:lnTo>
                  <a:pt x="531304" y="527184"/>
                </a:lnTo>
                <a:lnTo>
                  <a:pt x="527304" y="534923"/>
                </a:lnTo>
                <a:lnTo>
                  <a:pt x="521208" y="544068"/>
                </a:lnTo>
                <a:lnTo>
                  <a:pt x="516636" y="548640"/>
                </a:lnTo>
                <a:close/>
              </a:path>
            </a:pathLst>
          </a:custGeom>
          <a:solidFill>
            <a:srgbClr val="3333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" name="object 5"/>
          <p:cNvSpPr/>
          <p:nvPr/>
        </p:nvSpPr>
        <p:spPr>
          <a:xfrm>
            <a:off x="1751075" y="2552700"/>
            <a:ext cx="155575" cy="155575"/>
          </a:xfrm>
          <a:custGeom>
            <a:avLst/>
            <a:gdLst/>
            <a:ahLst/>
            <a:cxnLst/>
            <a:rect l="l" t="t" r="r" b="b"/>
            <a:pathLst>
              <a:path w="155575" h="155575">
                <a:moveTo>
                  <a:pt x="155448" y="155448"/>
                </a:moveTo>
                <a:lnTo>
                  <a:pt x="0" y="155448"/>
                </a:lnTo>
                <a:lnTo>
                  <a:pt x="0" y="0"/>
                </a:lnTo>
                <a:lnTo>
                  <a:pt x="155448" y="0"/>
                </a:lnTo>
                <a:lnTo>
                  <a:pt x="155448" y="155448"/>
                </a:lnTo>
                <a:close/>
              </a:path>
            </a:pathLst>
          </a:custGeom>
          <a:solidFill>
            <a:srgbClr val="3333C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" name="object 6"/>
          <p:cNvSpPr/>
          <p:nvPr/>
        </p:nvSpPr>
        <p:spPr>
          <a:xfrm>
            <a:off x="2119884" y="2362199"/>
            <a:ext cx="1454150" cy="408940"/>
          </a:xfrm>
          <a:custGeom>
            <a:avLst/>
            <a:gdLst/>
            <a:ahLst/>
            <a:cxnLst/>
            <a:rect l="l" t="t" r="r" b="b"/>
            <a:pathLst>
              <a:path w="1454150" h="408939">
                <a:moveTo>
                  <a:pt x="96012" y="79248"/>
                </a:moveTo>
                <a:lnTo>
                  <a:pt x="94488" y="71628"/>
                </a:lnTo>
                <a:lnTo>
                  <a:pt x="93649" y="65278"/>
                </a:lnTo>
                <a:lnTo>
                  <a:pt x="91249" y="60198"/>
                </a:lnTo>
                <a:lnTo>
                  <a:pt x="54648" y="28448"/>
                </a:lnTo>
                <a:lnTo>
                  <a:pt x="41148" y="20828"/>
                </a:lnTo>
                <a:lnTo>
                  <a:pt x="36576" y="23368"/>
                </a:lnTo>
                <a:lnTo>
                  <a:pt x="47739" y="39878"/>
                </a:lnTo>
                <a:lnTo>
                  <a:pt x="56197" y="53848"/>
                </a:lnTo>
                <a:lnTo>
                  <a:pt x="62077" y="69088"/>
                </a:lnTo>
                <a:lnTo>
                  <a:pt x="65532" y="81788"/>
                </a:lnTo>
                <a:lnTo>
                  <a:pt x="67056" y="91948"/>
                </a:lnTo>
                <a:lnTo>
                  <a:pt x="70104" y="98298"/>
                </a:lnTo>
                <a:lnTo>
                  <a:pt x="77724" y="98298"/>
                </a:lnTo>
                <a:lnTo>
                  <a:pt x="86868" y="90678"/>
                </a:lnTo>
                <a:lnTo>
                  <a:pt x="92964" y="84328"/>
                </a:lnTo>
                <a:lnTo>
                  <a:pt x="96012" y="79248"/>
                </a:lnTo>
                <a:close/>
              </a:path>
              <a:path w="1454150" h="408939">
                <a:moveTo>
                  <a:pt x="262128" y="58928"/>
                </a:moveTo>
                <a:lnTo>
                  <a:pt x="259461" y="56388"/>
                </a:lnTo>
                <a:lnTo>
                  <a:pt x="240792" y="38608"/>
                </a:lnTo>
                <a:lnTo>
                  <a:pt x="230124" y="54165"/>
                </a:lnTo>
                <a:lnTo>
                  <a:pt x="230124" y="65278"/>
                </a:lnTo>
                <a:lnTo>
                  <a:pt x="230124" y="98298"/>
                </a:lnTo>
                <a:lnTo>
                  <a:pt x="230124" y="108458"/>
                </a:lnTo>
                <a:lnTo>
                  <a:pt x="230124" y="145288"/>
                </a:lnTo>
                <a:lnTo>
                  <a:pt x="155448" y="145288"/>
                </a:lnTo>
                <a:lnTo>
                  <a:pt x="155448" y="108458"/>
                </a:lnTo>
                <a:lnTo>
                  <a:pt x="230124" y="108458"/>
                </a:lnTo>
                <a:lnTo>
                  <a:pt x="230124" y="98298"/>
                </a:lnTo>
                <a:lnTo>
                  <a:pt x="155448" y="98298"/>
                </a:lnTo>
                <a:lnTo>
                  <a:pt x="155448" y="65278"/>
                </a:lnTo>
                <a:lnTo>
                  <a:pt x="230124" y="65278"/>
                </a:lnTo>
                <a:lnTo>
                  <a:pt x="230124" y="54165"/>
                </a:lnTo>
                <a:lnTo>
                  <a:pt x="228600" y="56388"/>
                </a:lnTo>
                <a:lnTo>
                  <a:pt x="182880" y="56388"/>
                </a:lnTo>
                <a:lnTo>
                  <a:pt x="187426" y="48768"/>
                </a:lnTo>
                <a:lnTo>
                  <a:pt x="191833" y="42418"/>
                </a:lnTo>
                <a:lnTo>
                  <a:pt x="195948" y="37338"/>
                </a:lnTo>
                <a:lnTo>
                  <a:pt x="199644" y="33528"/>
                </a:lnTo>
                <a:lnTo>
                  <a:pt x="202692" y="28448"/>
                </a:lnTo>
                <a:lnTo>
                  <a:pt x="213360" y="19558"/>
                </a:lnTo>
                <a:lnTo>
                  <a:pt x="187452" y="4318"/>
                </a:lnTo>
                <a:lnTo>
                  <a:pt x="185737" y="15748"/>
                </a:lnTo>
                <a:lnTo>
                  <a:pt x="182880" y="28448"/>
                </a:lnTo>
                <a:lnTo>
                  <a:pt x="178879" y="41148"/>
                </a:lnTo>
                <a:lnTo>
                  <a:pt x="173736" y="56388"/>
                </a:lnTo>
                <a:lnTo>
                  <a:pt x="155448" y="56388"/>
                </a:lnTo>
                <a:lnTo>
                  <a:pt x="132588" y="41148"/>
                </a:lnTo>
                <a:lnTo>
                  <a:pt x="133464" y="61468"/>
                </a:lnTo>
                <a:lnTo>
                  <a:pt x="133921" y="79248"/>
                </a:lnTo>
                <a:lnTo>
                  <a:pt x="134035" y="90678"/>
                </a:lnTo>
                <a:lnTo>
                  <a:pt x="133921" y="137668"/>
                </a:lnTo>
                <a:lnTo>
                  <a:pt x="133464" y="154178"/>
                </a:lnTo>
                <a:lnTo>
                  <a:pt x="132588" y="173228"/>
                </a:lnTo>
                <a:lnTo>
                  <a:pt x="155448" y="166878"/>
                </a:lnTo>
                <a:lnTo>
                  <a:pt x="155448" y="156718"/>
                </a:lnTo>
                <a:lnTo>
                  <a:pt x="230124" y="156718"/>
                </a:lnTo>
                <a:lnTo>
                  <a:pt x="230124" y="170688"/>
                </a:lnTo>
                <a:lnTo>
                  <a:pt x="252984" y="159258"/>
                </a:lnTo>
                <a:lnTo>
                  <a:pt x="252755" y="156718"/>
                </a:lnTo>
                <a:lnTo>
                  <a:pt x="251853" y="146558"/>
                </a:lnTo>
                <a:lnTo>
                  <a:pt x="251790" y="145288"/>
                </a:lnTo>
                <a:lnTo>
                  <a:pt x="250888" y="127508"/>
                </a:lnTo>
                <a:lnTo>
                  <a:pt x="250367" y="108458"/>
                </a:lnTo>
                <a:lnTo>
                  <a:pt x="250228" y="103378"/>
                </a:lnTo>
                <a:lnTo>
                  <a:pt x="250164" y="98298"/>
                </a:lnTo>
                <a:lnTo>
                  <a:pt x="249936" y="69088"/>
                </a:lnTo>
                <a:lnTo>
                  <a:pt x="254508" y="65278"/>
                </a:lnTo>
                <a:lnTo>
                  <a:pt x="262128" y="58928"/>
                </a:lnTo>
                <a:close/>
              </a:path>
              <a:path w="1454150" h="408939">
                <a:moveTo>
                  <a:pt x="413004" y="361188"/>
                </a:moveTo>
                <a:lnTo>
                  <a:pt x="329374" y="366268"/>
                </a:lnTo>
                <a:lnTo>
                  <a:pt x="265176" y="368808"/>
                </a:lnTo>
                <a:lnTo>
                  <a:pt x="250024" y="367538"/>
                </a:lnTo>
                <a:lnTo>
                  <a:pt x="234315" y="367538"/>
                </a:lnTo>
                <a:lnTo>
                  <a:pt x="183451" y="362458"/>
                </a:lnTo>
                <a:lnTo>
                  <a:pt x="137160" y="347218"/>
                </a:lnTo>
                <a:lnTo>
                  <a:pt x="124269" y="338328"/>
                </a:lnTo>
                <a:lnTo>
                  <a:pt x="114846" y="331978"/>
                </a:lnTo>
                <a:lnTo>
                  <a:pt x="114554" y="331787"/>
                </a:lnTo>
                <a:lnTo>
                  <a:pt x="138887" y="312928"/>
                </a:lnTo>
                <a:lnTo>
                  <a:pt x="157924" y="292608"/>
                </a:lnTo>
                <a:lnTo>
                  <a:pt x="171513" y="272288"/>
                </a:lnTo>
                <a:lnTo>
                  <a:pt x="179832" y="250698"/>
                </a:lnTo>
                <a:lnTo>
                  <a:pt x="224028" y="250698"/>
                </a:lnTo>
                <a:lnTo>
                  <a:pt x="219265" y="292608"/>
                </a:lnTo>
                <a:lnTo>
                  <a:pt x="208788" y="311658"/>
                </a:lnTo>
                <a:lnTo>
                  <a:pt x="193370" y="311658"/>
                </a:lnTo>
                <a:lnTo>
                  <a:pt x="186118" y="310388"/>
                </a:lnTo>
                <a:lnTo>
                  <a:pt x="177990" y="309118"/>
                </a:lnTo>
                <a:lnTo>
                  <a:pt x="169164" y="307848"/>
                </a:lnTo>
                <a:lnTo>
                  <a:pt x="167640" y="311658"/>
                </a:lnTo>
                <a:lnTo>
                  <a:pt x="183642" y="319278"/>
                </a:lnTo>
                <a:lnTo>
                  <a:pt x="195072" y="326898"/>
                </a:lnTo>
                <a:lnTo>
                  <a:pt x="201930" y="334518"/>
                </a:lnTo>
                <a:lnTo>
                  <a:pt x="204216" y="342138"/>
                </a:lnTo>
                <a:lnTo>
                  <a:pt x="214503" y="339598"/>
                </a:lnTo>
                <a:lnTo>
                  <a:pt x="222504" y="334518"/>
                </a:lnTo>
                <a:lnTo>
                  <a:pt x="228219" y="328168"/>
                </a:lnTo>
                <a:lnTo>
                  <a:pt x="231648" y="320548"/>
                </a:lnTo>
                <a:lnTo>
                  <a:pt x="234645" y="311658"/>
                </a:lnTo>
                <a:lnTo>
                  <a:pt x="235077" y="310388"/>
                </a:lnTo>
                <a:lnTo>
                  <a:pt x="238506" y="296418"/>
                </a:lnTo>
                <a:lnTo>
                  <a:pt x="241935" y="278638"/>
                </a:lnTo>
                <a:lnTo>
                  <a:pt x="245364" y="255778"/>
                </a:lnTo>
                <a:lnTo>
                  <a:pt x="253199" y="250698"/>
                </a:lnTo>
                <a:lnTo>
                  <a:pt x="259080" y="246888"/>
                </a:lnTo>
                <a:lnTo>
                  <a:pt x="252984" y="241808"/>
                </a:lnTo>
                <a:lnTo>
                  <a:pt x="234696" y="226568"/>
                </a:lnTo>
                <a:lnTo>
                  <a:pt x="222504" y="241808"/>
                </a:lnTo>
                <a:lnTo>
                  <a:pt x="181356" y="241808"/>
                </a:lnTo>
                <a:lnTo>
                  <a:pt x="182473" y="234188"/>
                </a:lnTo>
                <a:lnTo>
                  <a:pt x="183451" y="226568"/>
                </a:lnTo>
                <a:lnTo>
                  <a:pt x="184137" y="220218"/>
                </a:lnTo>
                <a:lnTo>
                  <a:pt x="184404" y="212598"/>
                </a:lnTo>
                <a:lnTo>
                  <a:pt x="284988" y="212598"/>
                </a:lnTo>
                <a:lnTo>
                  <a:pt x="260604" y="185928"/>
                </a:lnTo>
                <a:lnTo>
                  <a:pt x="242316" y="203708"/>
                </a:lnTo>
                <a:lnTo>
                  <a:pt x="204216" y="203708"/>
                </a:lnTo>
                <a:lnTo>
                  <a:pt x="211836" y="196088"/>
                </a:lnTo>
                <a:lnTo>
                  <a:pt x="213360" y="188468"/>
                </a:lnTo>
                <a:lnTo>
                  <a:pt x="210312" y="182118"/>
                </a:lnTo>
                <a:lnTo>
                  <a:pt x="206311" y="177038"/>
                </a:lnTo>
                <a:lnTo>
                  <a:pt x="198882" y="171958"/>
                </a:lnTo>
                <a:lnTo>
                  <a:pt x="188023" y="166878"/>
                </a:lnTo>
                <a:lnTo>
                  <a:pt x="173736" y="160528"/>
                </a:lnTo>
                <a:lnTo>
                  <a:pt x="170688" y="164338"/>
                </a:lnTo>
                <a:lnTo>
                  <a:pt x="178943" y="174498"/>
                </a:lnTo>
                <a:lnTo>
                  <a:pt x="185356" y="183388"/>
                </a:lnTo>
                <a:lnTo>
                  <a:pt x="189750" y="193548"/>
                </a:lnTo>
                <a:lnTo>
                  <a:pt x="192024" y="203708"/>
                </a:lnTo>
                <a:lnTo>
                  <a:pt x="109728" y="203708"/>
                </a:lnTo>
                <a:lnTo>
                  <a:pt x="124968" y="218948"/>
                </a:lnTo>
                <a:lnTo>
                  <a:pt x="134988" y="216408"/>
                </a:lnTo>
                <a:lnTo>
                  <a:pt x="144589" y="213868"/>
                </a:lnTo>
                <a:lnTo>
                  <a:pt x="153898" y="212598"/>
                </a:lnTo>
                <a:lnTo>
                  <a:pt x="163068" y="212598"/>
                </a:lnTo>
                <a:lnTo>
                  <a:pt x="160756" y="239268"/>
                </a:lnTo>
                <a:lnTo>
                  <a:pt x="151447" y="267208"/>
                </a:lnTo>
                <a:lnTo>
                  <a:pt x="134988" y="297688"/>
                </a:lnTo>
                <a:lnTo>
                  <a:pt x="111252" y="328168"/>
                </a:lnTo>
                <a:lnTo>
                  <a:pt x="113652" y="331177"/>
                </a:lnTo>
                <a:lnTo>
                  <a:pt x="112966" y="330708"/>
                </a:lnTo>
                <a:lnTo>
                  <a:pt x="104724" y="324358"/>
                </a:lnTo>
                <a:lnTo>
                  <a:pt x="103073" y="323088"/>
                </a:lnTo>
                <a:lnTo>
                  <a:pt x="94488" y="315468"/>
                </a:lnTo>
                <a:lnTo>
                  <a:pt x="94488" y="168148"/>
                </a:lnTo>
                <a:lnTo>
                  <a:pt x="99631" y="164338"/>
                </a:lnTo>
                <a:lnTo>
                  <a:pt x="108204" y="157988"/>
                </a:lnTo>
                <a:lnTo>
                  <a:pt x="82296" y="135128"/>
                </a:lnTo>
                <a:lnTo>
                  <a:pt x="68580" y="155448"/>
                </a:lnTo>
                <a:lnTo>
                  <a:pt x="0" y="155448"/>
                </a:lnTo>
                <a:lnTo>
                  <a:pt x="15240" y="170688"/>
                </a:lnTo>
                <a:lnTo>
                  <a:pt x="36004" y="165608"/>
                </a:lnTo>
                <a:lnTo>
                  <a:pt x="46736" y="164338"/>
                </a:lnTo>
                <a:lnTo>
                  <a:pt x="71628" y="164338"/>
                </a:lnTo>
                <a:lnTo>
                  <a:pt x="71628" y="315468"/>
                </a:lnTo>
                <a:lnTo>
                  <a:pt x="51028" y="323088"/>
                </a:lnTo>
                <a:lnTo>
                  <a:pt x="32575" y="331978"/>
                </a:lnTo>
                <a:lnTo>
                  <a:pt x="16116" y="340868"/>
                </a:lnTo>
                <a:lnTo>
                  <a:pt x="1524" y="351028"/>
                </a:lnTo>
                <a:lnTo>
                  <a:pt x="25908" y="373888"/>
                </a:lnTo>
                <a:lnTo>
                  <a:pt x="32804" y="367538"/>
                </a:lnTo>
                <a:lnTo>
                  <a:pt x="40005" y="358648"/>
                </a:lnTo>
                <a:lnTo>
                  <a:pt x="47764" y="351028"/>
                </a:lnTo>
                <a:lnTo>
                  <a:pt x="77165" y="325628"/>
                </a:lnTo>
                <a:lnTo>
                  <a:pt x="82296" y="324358"/>
                </a:lnTo>
                <a:lnTo>
                  <a:pt x="87439" y="325628"/>
                </a:lnTo>
                <a:lnTo>
                  <a:pt x="93726" y="329438"/>
                </a:lnTo>
                <a:lnTo>
                  <a:pt x="101155" y="335788"/>
                </a:lnTo>
                <a:lnTo>
                  <a:pt x="109728" y="345948"/>
                </a:lnTo>
                <a:lnTo>
                  <a:pt x="120586" y="354838"/>
                </a:lnTo>
                <a:lnTo>
                  <a:pt x="173736" y="380238"/>
                </a:lnTo>
                <a:lnTo>
                  <a:pt x="248031" y="391668"/>
                </a:lnTo>
                <a:lnTo>
                  <a:pt x="306603" y="394208"/>
                </a:lnTo>
                <a:lnTo>
                  <a:pt x="379476" y="395478"/>
                </a:lnTo>
                <a:lnTo>
                  <a:pt x="381495" y="387858"/>
                </a:lnTo>
                <a:lnTo>
                  <a:pt x="387667" y="380238"/>
                </a:lnTo>
                <a:lnTo>
                  <a:pt x="398119" y="373888"/>
                </a:lnTo>
                <a:lnTo>
                  <a:pt x="413004" y="368808"/>
                </a:lnTo>
                <a:lnTo>
                  <a:pt x="413004" y="361188"/>
                </a:lnTo>
                <a:close/>
              </a:path>
              <a:path w="1454150" h="408939">
                <a:moveTo>
                  <a:pt x="414528" y="112268"/>
                </a:moveTo>
                <a:lnTo>
                  <a:pt x="405714" y="103378"/>
                </a:lnTo>
                <a:lnTo>
                  <a:pt x="385572" y="83058"/>
                </a:lnTo>
                <a:lnTo>
                  <a:pt x="367284" y="103378"/>
                </a:lnTo>
                <a:lnTo>
                  <a:pt x="304800" y="103378"/>
                </a:lnTo>
                <a:lnTo>
                  <a:pt x="309918" y="86868"/>
                </a:lnTo>
                <a:lnTo>
                  <a:pt x="316039" y="69088"/>
                </a:lnTo>
                <a:lnTo>
                  <a:pt x="323011" y="50038"/>
                </a:lnTo>
                <a:lnTo>
                  <a:pt x="330708" y="28448"/>
                </a:lnTo>
                <a:lnTo>
                  <a:pt x="344424" y="22098"/>
                </a:lnTo>
                <a:lnTo>
                  <a:pt x="307848" y="3048"/>
                </a:lnTo>
                <a:lnTo>
                  <a:pt x="304126" y="27178"/>
                </a:lnTo>
                <a:lnTo>
                  <a:pt x="299847" y="50038"/>
                </a:lnTo>
                <a:lnTo>
                  <a:pt x="289560" y="95758"/>
                </a:lnTo>
                <a:lnTo>
                  <a:pt x="275463" y="136398"/>
                </a:lnTo>
                <a:lnTo>
                  <a:pt x="259080" y="175768"/>
                </a:lnTo>
                <a:lnTo>
                  <a:pt x="265176" y="180848"/>
                </a:lnTo>
                <a:lnTo>
                  <a:pt x="273456" y="166878"/>
                </a:lnTo>
                <a:lnTo>
                  <a:pt x="282321" y="151638"/>
                </a:lnTo>
                <a:lnTo>
                  <a:pt x="291744" y="133858"/>
                </a:lnTo>
                <a:lnTo>
                  <a:pt x="301752" y="113538"/>
                </a:lnTo>
                <a:lnTo>
                  <a:pt x="353568" y="113538"/>
                </a:lnTo>
                <a:lnTo>
                  <a:pt x="349821" y="141478"/>
                </a:lnTo>
                <a:lnTo>
                  <a:pt x="345376" y="168148"/>
                </a:lnTo>
                <a:lnTo>
                  <a:pt x="340055" y="193548"/>
                </a:lnTo>
                <a:lnTo>
                  <a:pt x="333756" y="217678"/>
                </a:lnTo>
                <a:lnTo>
                  <a:pt x="324650" y="204978"/>
                </a:lnTo>
                <a:lnTo>
                  <a:pt x="313563" y="192278"/>
                </a:lnTo>
                <a:lnTo>
                  <a:pt x="300748" y="178308"/>
                </a:lnTo>
                <a:lnTo>
                  <a:pt x="286512" y="163068"/>
                </a:lnTo>
                <a:lnTo>
                  <a:pt x="281940" y="166878"/>
                </a:lnTo>
                <a:lnTo>
                  <a:pt x="292531" y="182118"/>
                </a:lnTo>
                <a:lnTo>
                  <a:pt x="303847" y="197358"/>
                </a:lnTo>
                <a:lnTo>
                  <a:pt x="316014" y="215138"/>
                </a:lnTo>
                <a:lnTo>
                  <a:pt x="310324" y="267208"/>
                </a:lnTo>
                <a:lnTo>
                  <a:pt x="262318" y="326898"/>
                </a:lnTo>
                <a:lnTo>
                  <a:pt x="233172" y="354838"/>
                </a:lnTo>
                <a:lnTo>
                  <a:pt x="236220" y="358648"/>
                </a:lnTo>
                <a:lnTo>
                  <a:pt x="268528" y="337058"/>
                </a:lnTo>
                <a:lnTo>
                  <a:pt x="296989" y="311658"/>
                </a:lnTo>
                <a:lnTo>
                  <a:pt x="321729" y="284988"/>
                </a:lnTo>
                <a:lnTo>
                  <a:pt x="342900" y="253238"/>
                </a:lnTo>
                <a:lnTo>
                  <a:pt x="352564" y="271018"/>
                </a:lnTo>
                <a:lnTo>
                  <a:pt x="360807" y="287528"/>
                </a:lnTo>
                <a:lnTo>
                  <a:pt x="367322" y="304038"/>
                </a:lnTo>
                <a:lnTo>
                  <a:pt x="371856" y="318008"/>
                </a:lnTo>
                <a:lnTo>
                  <a:pt x="376428" y="333248"/>
                </a:lnTo>
                <a:lnTo>
                  <a:pt x="379476" y="340868"/>
                </a:lnTo>
                <a:lnTo>
                  <a:pt x="384048" y="340868"/>
                </a:lnTo>
                <a:lnTo>
                  <a:pt x="385572" y="337058"/>
                </a:lnTo>
                <a:lnTo>
                  <a:pt x="390144" y="333248"/>
                </a:lnTo>
                <a:lnTo>
                  <a:pt x="393192" y="328168"/>
                </a:lnTo>
                <a:lnTo>
                  <a:pt x="394716" y="323088"/>
                </a:lnTo>
                <a:lnTo>
                  <a:pt x="394716" y="309118"/>
                </a:lnTo>
                <a:lnTo>
                  <a:pt x="393192" y="302768"/>
                </a:lnTo>
                <a:lnTo>
                  <a:pt x="391668" y="293878"/>
                </a:lnTo>
                <a:lnTo>
                  <a:pt x="387616" y="284988"/>
                </a:lnTo>
                <a:lnTo>
                  <a:pt x="379857" y="273558"/>
                </a:lnTo>
                <a:lnTo>
                  <a:pt x="368084" y="255778"/>
                </a:lnTo>
                <a:lnTo>
                  <a:pt x="366204" y="253238"/>
                </a:lnTo>
                <a:lnTo>
                  <a:pt x="352044" y="234188"/>
                </a:lnTo>
                <a:lnTo>
                  <a:pt x="356374" y="217678"/>
                </a:lnTo>
                <a:lnTo>
                  <a:pt x="359702" y="204978"/>
                </a:lnTo>
                <a:lnTo>
                  <a:pt x="366522" y="174498"/>
                </a:lnTo>
                <a:lnTo>
                  <a:pt x="372186" y="144018"/>
                </a:lnTo>
                <a:lnTo>
                  <a:pt x="376250" y="113538"/>
                </a:lnTo>
                <a:lnTo>
                  <a:pt x="376428" y="112268"/>
                </a:lnTo>
                <a:lnTo>
                  <a:pt x="414528" y="112268"/>
                </a:lnTo>
                <a:close/>
              </a:path>
              <a:path w="1454150" h="408939">
                <a:moveTo>
                  <a:pt x="543725" y="67183"/>
                </a:moveTo>
                <a:lnTo>
                  <a:pt x="521576" y="32766"/>
                </a:lnTo>
                <a:lnTo>
                  <a:pt x="495287" y="13716"/>
                </a:lnTo>
                <a:lnTo>
                  <a:pt x="490715" y="16764"/>
                </a:lnTo>
                <a:lnTo>
                  <a:pt x="499884" y="34201"/>
                </a:lnTo>
                <a:lnTo>
                  <a:pt x="506907" y="49911"/>
                </a:lnTo>
                <a:lnTo>
                  <a:pt x="511937" y="63919"/>
                </a:lnTo>
                <a:lnTo>
                  <a:pt x="515099" y="76200"/>
                </a:lnTo>
                <a:lnTo>
                  <a:pt x="515099" y="89916"/>
                </a:lnTo>
                <a:lnTo>
                  <a:pt x="518147" y="96012"/>
                </a:lnTo>
                <a:lnTo>
                  <a:pt x="522719" y="96012"/>
                </a:lnTo>
                <a:lnTo>
                  <a:pt x="536435" y="86868"/>
                </a:lnTo>
                <a:lnTo>
                  <a:pt x="539483" y="80772"/>
                </a:lnTo>
                <a:lnTo>
                  <a:pt x="542531" y="73152"/>
                </a:lnTo>
                <a:lnTo>
                  <a:pt x="543725" y="67183"/>
                </a:lnTo>
                <a:close/>
              </a:path>
              <a:path w="1454150" h="408939">
                <a:moveTo>
                  <a:pt x="603491" y="271272"/>
                </a:moveTo>
                <a:lnTo>
                  <a:pt x="597395" y="266700"/>
                </a:lnTo>
                <a:lnTo>
                  <a:pt x="534911" y="323088"/>
                </a:lnTo>
                <a:lnTo>
                  <a:pt x="534911" y="169164"/>
                </a:lnTo>
                <a:lnTo>
                  <a:pt x="545388" y="161544"/>
                </a:lnTo>
                <a:lnTo>
                  <a:pt x="551675" y="156972"/>
                </a:lnTo>
                <a:lnTo>
                  <a:pt x="521195" y="134112"/>
                </a:lnTo>
                <a:lnTo>
                  <a:pt x="507479" y="150876"/>
                </a:lnTo>
                <a:lnTo>
                  <a:pt x="444995" y="150876"/>
                </a:lnTo>
                <a:lnTo>
                  <a:pt x="460235" y="167640"/>
                </a:lnTo>
                <a:lnTo>
                  <a:pt x="469976" y="164769"/>
                </a:lnTo>
                <a:lnTo>
                  <a:pt x="478713" y="162877"/>
                </a:lnTo>
                <a:lnTo>
                  <a:pt x="486600" y="161861"/>
                </a:lnTo>
                <a:lnTo>
                  <a:pt x="493763" y="161544"/>
                </a:lnTo>
                <a:lnTo>
                  <a:pt x="510527" y="161544"/>
                </a:lnTo>
                <a:lnTo>
                  <a:pt x="510527" y="332232"/>
                </a:lnTo>
                <a:lnTo>
                  <a:pt x="509003" y="341376"/>
                </a:lnTo>
                <a:lnTo>
                  <a:pt x="504431" y="347472"/>
                </a:lnTo>
                <a:lnTo>
                  <a:pt x="528815" y="374904"/>
                </a:lnTo>
                <a:lnTo>
                  <a:pt x="543064" y="351218"/>
                </a:lnTo>
                <a:lnTo>
                  <a:pt x="560438" y="325945"/>
                </a:lnTo>
                <a:lnTo>
                  <a:pt x="562610" y="323088"/>
                </a:lnTo>
                <a:lnTo>
                  <a:pt x="580682" y="299262"/>
                </a:lnTo>
                <a:lnTo>
                  <a:pt x="603491" y="271272"/>
                </a:lnTo>
                <a:close/>
              </a:path>
              <a:path w="1454150" h="408939">
                <a:moveTo>
                  <a:pt x="812279" y="210312"/>
                </a:moveTo>
                <a:lnTo>
                  <a:pt x="806411" y="205740"/>
                </a:lnTo>
                <a:lnTo>
                  <a:pt x="784847" y="188976"/>
                </a:lnTo>
                <a:lnTo>
                  <a:pt x="777227" y="200952"/>
                </a:lnTo>
                <a:lnTo>
                  <a:pt x="777227" y="214884"/>
                </a:lnTo>
                <a:lnTo>
                  <a:pt x="777227" y="249936"/>
                </a:lnTo>
                <a:lnTo>
                  <a:pt x="777227" y="260604"/>
                </a:lnTo>
                <a:lnTo>
                  <a:pt x="777227" y="300228"/>
                </a:lnTo>
                <a:lnTo>
                  <a:pt x="644639" y="300228"/>
                </a:lnTo>
                <a:lnTo>
                  <a:pt x="644639" y="260604"/>
                </a:lnTo>
                <a:lnTo>
                  <a:pt x="777227" y="260604"/>
                </a:lnTo>
                <a:lnTo>
                  <a:pt x="777227" y="249936"/>
                </a:lnTo>
                <a:lnTo>
                  <a:pt x="644639" y="249936"/>
                </a:lnTo>
                <a:lnTo>
                  <a:pt x="644639" y="214884"/>
                </a:lnTo>
                <a:lnTo>
                  <a:pt x="777227" y="214884"/>
                </a:lnTo>
                <a:lnTo>
                  <a:pt x="777227" y="200952"/>
                </a:lnTo>
                <a:lnTo>
                  <a:pt x="774179" y="205740"/>
                </a:lnTo>
                <a:lnTo>
                  <a:pt x="643115" y="205740"/>
                </a:lnTo>
                <a:lnTo>
                  <a:pt x="620255" y="192024"/>
                </a:lnTo>
                <a:lnTo>
                  <a:pt x="621144" y="214655"/>
                </a:lnTo>
                <a:lnTo>
                  <a:pt x="621588" y="239268"/>
                </a:lnTo>
                <a:lnTo>
                  <a:pt x="621665" y="249936"/>
                </a:lnTo>
                <a:lnTo>
                  <a:pt x="621588" y="354330"/>
                </a:lnTo>
                <a:lnTo>
                  <a:pt x="621144" y="381812"/>
                </a:lnTo>
                <a:lnTo>
                  <a:pt x="620255" y="408432"/>
                </a:lnTo>
                <a:lnTo>
                  <a:pt x="644639" y="396240"/>
                </a:lnTo>
                <a:lnTo>
                  <a:pt x="644639" y="310896"/>
                </a:lnTo>
                <a:lnTo>
                  <a:pt x="777227" y="310896"/>
                </a:lnTo>
                <a:lnTo>
                  <a:pt x="777341" y="354330"/>
                </a:lnTo>
                <a:lnTo>
                  <a:pt x="778751" y="364236"/>
                </a:lnTo>
                <a:lnTo>
                  <a:pt x="772655" y="370332"/>
                </a:lnTo>
                <a:lnTo>
                  <a:pt x="761987" y="370332"/>
                </a:lnTo>
                <a:lnTo>
                  <a:pt x="752259" y="369430"/>
                </a:lnTo>
                <a:lnTo>
                  <a:pt x="728776" y="368198"/>
                </a:lnTo>
                <a:lnTo>
                  <a:pt x="714743" y="367284"/>
                </a:lnTo>
                <a:lnTo>
                  <a:pt x="714743" y="373380"/>
                </a:lnTo>
                <a:lnTo>
                  <a:pt x="734987" y="379691"/>
                </a:lnTo>
                <a:lnTo>
                  <a:pt x="749795" y="387286"/>
                </a:lnTo>
                <a:lnTo>
                  <a:pt x="758901" y="396316"/>
                </a:lnTo>
                <a:lnTo>
                  <a:pt x="761987" y="406908"/>
                </a:lnTo>
                <a:lnTo>
                  <a:pt x="779094" y="399770"/>
                </a:lnTo>
                <a:lnTo>
                  <a:pt x="791324" y="389763"/>
                </a:lnTo>
                <a:lnTo>
                  <a:pt x="798423" y="376910"/>
                </a:lnTo>
                <a:lnTo>
                  <a:pt x="799122" y="370332"/>
                </a:lnTo>
                <a:lnTo>
                  <a:pt x="800087" y="361188"/>
                </a:lnTo>
                <a:lnTo>
                  <a:pt x="800087" y="310896"/>
                </a:lnTo>
                <a:lnTo>
                  <a:pt x="800087" y="300228"/>
                </a:lnTo>
                <a:lnTo>
                  <a:pt x="800087" y="260604"/>
                </a:lnTo>
                <a:lnTo>
                  <a:pt x="800087" y="249936"/>
                </a:lnTo>
                <a:lnTo>
                  <a:pt x="800087" y="220980"/>
                </a:lnTo>
                <a:lnTo>
                  <a:pt x="807059" y="214884"/>
                </a:lnTo>
                <a:lnTo>
                  <a:pt x="812279" y="210312"/>
                </a:lnTo>
                <a:close/>
              </a:path>
              <a:path w="1454150" h="408939">
                <a:moveTo>
                  <a:pt x="854951" y="170688"/>
                </a:moveTo>
                <a:lnTo>
                  <a:pt x="825995" y="137160"/>
                </a:lnTo>
                <a:lnTo>
                  <a:pt x="801611" y="160020"/>
                </a:lnTo>
                <a:lnTo>
                  <a:pt x="719315" y="160020"/>
                </a:lnTo>
                <a:lnTo>
                  <a:pt x="719315" y="115824"/>
                </a:lnTo>
                <a:lnTo>
                  <a:pt x="821423" y="115824"/>
                </a:lnTo>
                <a:lnTo>
                  <a:pt x="792467" y="85344"/>
                </a:lnTo>
                <a:lnTo>
                  <a:pt x="769607" y="106680"/>
                </a:lnTo>
                <a:lnTo>
                  <a:pt x="719315" y="106680"/>
                </a:lnTo>
                <a:lnTo>
                  <a:pt x="719315" y="70104"/>
                </a:lnTo>
                <a:lnTo>
                  <a:pt x="845807" y="70104"/>
                </a:lnTo>
                <a:lnTo>
                  <a:pt x="815327" y="36576"/>
                </a:lnTo>
                <a:lnTo>
                  <a:pt x="790943" y="59436"/>
                </a:lnTo>
                <a:lnTo>
                  <a:pt x="719315" y="59436"/>
                </a:lnTo>
                <a:lnTo>
                  <a:pt x="719315" y="28956"/>
                </a:lnTo>
                <a:lnTo>
                  <a:pt x="733031" y="16764"/>
                </a:lnTo>
                <a:lnTo>
                  <a:pt x="693407" y="0"/>
                </a:lnTo>
                <a:lnTo>
                  <a:pt x="694905" y="40728"/>
                </a:lnTo>
                <a:lnTo>
                  <a:pt x="694931" y="59436"/>
                </a:lnTo>
                <a:lnTo>
                  <a:pt x="580631" y="59436"/>
                </a:lnTo>
                <a:lnTo>
                  <a:pt x="595871" y="74676"/>
                </a:lnTo>
                <a:lnTo>
                  <a:pt x="605612" y="72682"/>
                </a:lnTo>
                <a:lnTo>
                  <a:pt x="614349" y="71247"/>
                </a:lnTo>
                <a:lnTo>
                  <a:pt x="622236" y="70396"/>
                </a:lnTo>
                <a:lnTo>
                  <a:pt x="629399" y="70104"/>
                </a:lnTo>
                <a:lnTo>
                  <a:pt x="694931" y="70104"/>
                </a:lnTo>
                <a:lnTo>
                  <a:pt x="694931" y="106680"/>
                </a:lnTo>
                <a:lnTo>
                  <a:pt x="606539" y="106680"/>
                </a:lnTo>
                <a:lnTo>
                  <a:pt x="621779" y="121920"/>
                </a:lnTo>
                <a:lnTo>
                  <a:pt x="640257" y="117729"/>
                </a:lnTo>
                <a:lnTo>
                  <a:pt x="648144" y="116357"/>
                </a:lnTo>
                <a:lnTo>
                  <a:pt x="655307" y="115824"/>
                </a:lnTo>
                <a:lnTo>
                  <a:pt x="694931" y="115824"/>
                </a:lnTo>
                <a:lnTo>
                  <a:pt x="694931" y="160020"/>
                </a:lnTo>
                <a:lnTo>
                  <a:pt x="566915" y="160020"/>
                </a:lnTo>
                <a:lnTo>
                  <a:pt x="582155" y="175260"/>
                </a:lnTo>
                <a:lnTo>
                  <a:pt x="591896" y="173266"/>
                </a:lnTo>
                <a:lnTo>
                  <a:pt x="600633" y="171831"/>
                </a:lnTo>
                <a:lnTo>
                  <a:pt x="608520" y="170980"/>
                </a:lnTo>
                <a:lnTo>
                  <a:pt x="615683" y="170688"/>
                </a:lnTo>
                <a:lnTo>
                  <a:pt x="854951" y="170688"/>
                </a:lnTo>
                <a:close/>
              </a:path>
              <a:path w="1454150" h="408939">
                <a:moveTo>
                  <a:pt x="1019556" y="204216"/>
                </a:moveTo>
                <a:lnTo>
                  <a:pt x="896112" y="204216"/>
                </a:lnTo>
                <a:lnTo>
                  <a:pt x="896112" y="243840"/>
                </a:lnTo>
                <a:lnTo>
                  <a:pt x="1019556" y="243840"/>
                </a:lnTo>
                <a:lnTo>
                  <a:pt x="1019556" y="204216"/>
                </a:lnTo>
                <a:close/>
              </a:path>
              <a:path w="1454150" h="408939">
                <a:moveTo>
                  <a:pt x="1229868" y="112776"/>
                </a:moveTo>
                <a:lnTo>
                  <a:pt x="1202436" y="85344"/>
                </a:lnTo>
                <a:lnTo>
                  <a:pt x="1184148" y="102108"/>
                </a:lnTo>
                <a:lnTo>
                  <a:pt x="1159764" y="102108"/>
                </a:lnTo>
                <a:lnTo>
                  <a:pt x="1159764" y="35052"/>
                </a:lnTo>
                <a:lnTo>
                  <a:pt x="1178052" y="22860"/>
                </a:lnTo>
                <a:lnTo>
                  <a:pt x="1133856" y="1524"/>
                </a:lnTo>
                <a:lnTo>
                  <a:pt x="1134732" y="24955"/>
                </a:lnTo>
                <a:lnTo>
                  <a:pt x="1135189" y="49530"/>
                </a:lnTo>
                <a:lnTo>
                  <a:pt x="1135303" y="67818"/>
                </a:lnTo>
                <a:lnTo>
                  <a:pt x="1135380" y="102108"/>
                </a:lnTo>
                <a:lnTo>
                  <a:pt x="1053084" y="102108"/>
                </a:lnTo>
                <a:lnTo>
                  <a:pt x="1068324" y="118872"/>
                </a:lnTo>
                <a:lnTo>
                  <a:pt x="1077747" y="116001"/>
                </a:lnTo>
                <a:lnTo>
                  <a:pt x="1087755" y="114109"/>
                </a:lnTo>
                <a:lnTo>
                  <a:pt x="1098321" y="113093"/>
                </a:lnTo>
                <a:lnTo>
                  <a:pt x="1109472" y="112776"/>
                </a:lnTo>
                <a:lnTo>
                  <a:pt x="1135380" y="112776"/>
                </a:lnTo>
                <a:lnTo>
                  <a:pt x="1135380" y="199644"/>
                </a:lnTo>
                <a:lnTo>
                  <a:pt x="1103680" y="214528"/>
                </a:lnTo>
                <a:lnTo>
                  <a:pt x="1079563" y="224980"/>
                </a:lnTo>
                <a:lnTo>
                  <a:pt x="1063155" y="231152"/>
                </a:lnTo>
                <a:lnTo>
                  <a:pt x="1054608" y="233172"/>
                </a:lnTo>
                <a:lnTo>
                  <a:pt x="1080516" y="263652"/>
                </a:lnTo>
                <a:lnTo>
                  <a:pt x="1083945" y="257390"/>
                </a:lnTo>
                <a:lnTo>
                  <a:pt x="1094232" y="247840"/>
                </a:lnTo>
                <a:lnTo>
                  <a:pt x="1111377" y="235153"/>
                </a:lnTo>
                <a:lnTo>
                  <a:pt x="1135380" y="219456"/>
                </a:lnTo>
                <a:lnTo>
                  <a:pt x="1135380" y="364236"/>
                </a:lnTo>
                <a:lnTo>
                  <a:pt x="1132332" y="370332"/>
                </a:lnTo>
                <a:lnTo>
                  <a:pt x="1123188" y="370332"/>
                </a:lnTo>
                <a:lnTo>
                  <a:pt x="1115136" y="370052"/>
                </a:lnTo>
                <a:lnTo>
                  <a:pt x="1104519" y="369189"/>
                </a:lnTo>
                <a:lnTo>
                  <a:pt x="1091031" y="367766"/>
                </a:lnTo>
                <a:lnTo>
                  <a:pt x="1074420" y="365760"/>
                </a:lnTo>
                <a:lnTo>
                  <a:pt x="1074420" y="373380"/>
                </a:lnTo>
                <a:lnTo>
                  <a:pt x="1095298" y="381647"/>
                </a:lnTo>
                <a:lnTo>
                  <a:pt x="1110043" y="390334"/>
                </a:lnTo>
                <a:lnTo>
                  <a:pt x="1118781" y="399313"/>
                </a:lnTo>
                <a:lnTo>
                  <a:pt x="1121664" y="408432"/>
                </a:lnTo>
                <a:lnTo>
                  <a:pt x="1137894" y="401345"/>
                </a:lnTo>
                <a:lnTo>
                  <a:pt x="1149858" y="391668"/>
                </a:lnTo>
                <a:lnTo>
                  <a:pt x="1157236" y="379717"/>
                </a:lnTo>
                <a:lnTo>
                  <a:pt x="1158925" y="370332"/>
                </a:lnTo>
                <a:lnTo>
                  <a:pt x="1159764" y="365760"/>
                </a:lnTo>
                <a:lnTo>
                  <a:pt x="1159764" y="219456"/>
                </a:lnTo>
                <a:lnTo>
                  <a:pt x="1159764" y="205740"/>
                </a:lnTo>
                <a:lnTo>
                  <a:pt x="1187005" y="188976"/>
                </a:lnTo>
                <a:lnTo>
                  <a:pt x="1219200" y="169164"/>
                </a:lnTo>
                <a:lnTo>
                  <a:pt x="1214628" y="161544"/>
                </a:lnTo>
                <a:lnTo>
                  <a:pt x="1159764" y="188976"/>
                </a:lnTo>
                <a:lnTo>
                  <a:pt x="1159764" y="112776"/>
                </a:lnTo>
                <a:lnTo>
                  <a:pt x="1229868" y="112776"/>
                </a:lnTo>
                <a:close/>
              </a:path>
              <a:path w="1454150" h="408939">
                <a:moveTo>
                  <a:pt x="1453896" y="384048"/>
                </a:moveTo>
                <a:lnTo>
                  <a:pt x="1443228" y="373380"/>
                </a:lnTo>
                <a:lnTo>
                  <a:pt x="1421892" y="352044"/>
                </a:lnTo>
                <a:lnTo>
                  <a:pt x="1399032" y="373380"/>
                </a:lnTo>
                <a:lnTo>
                  <a:pt x="1263396" y="373380"/>
                </a:lnTo>
                <a:lnTo>
                  <a:pt x="1263396" y="263652"/>
                </a:lnTo>
                <a:lnTo>
                  <a:pt x="1391412" y="263652"/>
                </a:lnTo>
                <a:lnTo>
                  <a:pt x="1391412" y="292608"/>
                </a:lnTo>
                <a:lnTo>
                  <a:pt x="1417320" y="281940"/>
                </a:lnTo>
                <a:lnTo>
                  <a:pt x="1417091" y="263652"/>
                </a:lnTo>
                <a:lnTo>
                  <a:pt x="1416913" y="254508"/>
                </a:lnTo>
                <a:lnTo>
                  <a:pt x="1416558" y="236029"/>
                </a:lnTo>
                <a:lnTo>
                  <a:pt x="1416024" y="202438"/>
                </a:lnTo>
                <a:lnTo>
                  <a:pt x="1415796" y="161544"/>
                </a:lnTo>
                <a:lnTo>
                  <a:pt x="1427543" y="152400"/>
                </a:lnTo>
                <a:lnTo>
                  <a:pt x="1429512" y="150876"/>
                </a:lnTo>
                <a:lnTo>
                  <a:pt x="1421892" y="143256"/>
                </a:lnTo>
                <a:lnTo>
                  <a:pt x="1405128" y="126492"/>
                </a:lnTo>
                <a:lnTo>
                  <a:pt x="1391412" y="141579"/>
                </a:lnTo>
                <a:lnTo>
                  <a:pt x="1391412" y="152400"/>
                </a:lnTo>
                <a:lnTo>
                  <a:pt x="1391412" y="254508"/>
                </a:lnTo>
                <a:lnTo>
                  <a:pt x="1263396" y="254508"/>
                </a:lnTo>
                <a:lnTo>
                  <a:pt x="1263396" y="152400"/>
                </a:lnTo>
                <a:lnTo>
                  <a:pt x="1391412" y="152400"/>
                </a:lnTo>
                <a:lnTo>
                  <a:pt x="1391412" y="141579"/>
                </a:lnTo>
                <a:lnTo>
                  <a:pt x="1389888" y="143256"/>
                </a:lnTo>
                <a:lnTo>
                  <a:pt x="1263396" y="143256"/>
                </a:lnTo>
                <a:lnTo>
                  <a:pt x="1263396" y="60960"/>
                </a:lnTo>
                <a:lnTo>
                  <a:pt x="1438656" y="60960"/>
                </a:lnTo>
                <a:lnTo>
                  <a:pt x="1427988" y="50292"/>
                </a:lnTo>
                <a:lnTo>
                  <a:pt x="1406652" y="28956"/>
                </a:lnTo>
                <a:lnTo>
                  <a:pt x="1386840" y="50292"/>
                </a:lnTo>
                <a:lnTo>
                  <a:pt x="1266444" y="50292"/>
                </a:lnTo>
                <a:lnTo>
                  <a:pt x="1237488" y="33528"/>
                </a:lnTo>
                <a:lnTo>
                  <a:pt x="1237716" y="49530"/>
                </a:lnTo>
                <a:lnTo>
                  <a:pt x="1238770" y="86677"/>
                </a:lnTo>
                <a:lnTo>
                  <a:pt x="1238948" y="102108"/>
                </a:lnTo>
                <a:lnTo>
                  <a:pt x="1239012" y="367284"/>
                </a:lnTo>
                <a:lnTo>
                  <a:pt x="1225296" y="377952"/>
                </a:lnTo>
                <a:lnTo>
                  <a:pt x="1246632" y="399288"/>
                </a:lnTo>
                <a:lnTo>
                  <a:pt x="1264920" y="384048"/>
                </a:lnTo>
                <a:lnTo>
                  <a:pt x="1453896" y="38404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" name="object 7"/>
          <p:cNvSpPr/>
          <p:nvPr/>
        </p:nvSpPr>
        <p:spPr>
          <a:xfrm>
            <a:off x="3622548" y="2360675"/>
            <a:ext cx="1298575" cy="412115"/>
          </a:xfrm>
          <a:custGeom>
            <a:avLst/>
            <a:gdLst/>
            <a:ahLst/>
            <a:cxnLst/>
            <a:rect l="l" t="t" r="r" b="b"/>
            <a:pathLst>
              <a:path w="1298575" h="412114">
                <a:moveTo>
                  <a:pt x="170688" y="310896"/>
                </a:moveTo>
                <a:lnTo>
                  <a:pt x="167640" y="304800"/>
                </a:lnTo>
                <a:lnTo>
                  <a:pt x="132219" y="318287"/>
                </a:lnTo>
                <a:lnTo>
                  <a:pt x="101536" y="329184"/>
                </a:lnTo>
                <a:lnTo>
                  <a:pt x="54864" y="344424"/>
                </a:lnTo>
                <a:lnTo>
                  <a:pt x="12852" y="356425"/>
                </a:lnTo>
                <a:lnTo>
                  <a:pt x="4572" y="358140"/>
                </a:lnTo>
                <a:lnTo>
                  <a:pt x="25908" y="388620"/>
                </a:lnTo>
                <a:lnTo>
                  <a:pt x="39306" y="377761"/>
                </a:lnTo>
                <a:lnTo>
                  <a:pt x="68008" y="361188"/>
                </a:lnTo>
                <a:lnTo>
                  <a:pt x="111836" y="338899"/>
                </a:lnTo>
                <a:lnTo>
                  <a:pt x="170688" y="310896"/>
                </a:lnTo>
                <a:close/>
              </a:path>
              <a:path w="1298575" h="412114">
                <a:moveTo>
                  <a:pt x="182880" y="100584"/>
                </a:moveTo>
                <a:lnTo>
                  <a:pt x="149352" y="76200"/>
                </a:lnTo>
                <a:lnTo>
                  <a:pt x="139966" y="97688"/>
                </a:lnTo>
                <a:lnTo>
                  <a:pt x="130302" y="116586"/>
                </a:lnTo>
                <a:lnTo>
                  <a:pt x="120624" y="133210"/>
                </a:lnTo>
                <a:lnTo>
                  <a:pt x="111252" y="147828"/>
                </a:lnTo>
                <a:lnTo>
                  <a:pt x="27432" y="152400"/>
                </a:lnTo>
                <a:lnTo>
                  <a:pt x="48882" y="127279"/>
                </a:lnTo>
                <a:lnTo>
                  <a:pt x="69913" y="100012"/>
                </a:lnTo>
                <a:lnTo>
                  <a:pt x="90652" y="70751"/>
                </a:lnTo>
                <a:lnTo>
                  <a:pt x="111252" y="39624"/>
                </a:lnTo>
                <a:lnTo>
                  <a:pt x="128016" y="30480"/>
                </a:lnTo>
                <a:lnTo>
                  <a:pt x="94488" y="9144"/>
                </a:lnTo>
                <a:lnTo>
                  <a:pt x="86715" y="28562"/>
                </a:lnTo>
                <a:lnTo>
                  <a:pt x="76962" y="50101"/>
                </a:lnTo>
                <a:lnTo>
                  <a:pt x="50279" y="99060"/>
                </a:lnTo>
                <a:lnTo>
                  <a:pt x="21704" y="139446"/>
                </a:lnTo>
                <a:lnTo>
                  <a:pt x="0" y="152400"/>
                </a:lnTo>
                <a:lnTo>
                  <a:pt x="16764" y="185928"/>
                </a:lnTo>
                <a:lnTo>
                  <a:pt x="23380" y="180746"/>
                </a:lnTo>
                <a:lnTo>
                  <a:pt x="32004" y="176403"/>
                </a:lnTo>
                <a:lnTo>
                  <a:pt x="42900" y="172643"/>
                </a:lnTo>
                <a:lnTo>
                  <a:pt x="56388" y="169164"/>
                </a:lnTo>
                <a:lnTo>
                  <a:pt x="69811" y="165150"/>
                </a:lnTo>
                <a:lnTo>
                  <a:pt x="82677" y="162115"/>
                </a:lnTo>
                <a:lnTo>
                  <a:pt x="94957" y="159956"/>
                </a:lnTo>
                <a:lnTo>
                  <a:pt x="106680" y="158496"/>
                </a:lnTo>
                <a:lnTo>
                  <a:pt x="92125" y="179984"/>
                </a:lnTo>
                <a:lnTo>
                  <a:pt x="65316" y="215506"/>
                </a:lnTo>
                <a:lnTo>
                  <a:pt x="31623" y="251650"/>
                </a:lnTo>
                <a:lnTo>
                  <a:pt x="12179" y="260604"/>
                </a:lnTo>
                <a:lnTo>
                  <a:pt x="28943" y="292608"/>
                </a:lnTo>
                <a:lnTo>
                  <a:pt x="67525" y="274612"/>
                </a:lnTo>
                <a:lnTo>
                  <a:pt x="134162" y="257556"/>
                </a:lnTo>
                <a:lnTo>
                  <a:pt x="167640" y="249936"/>
                </a:lnTo>
                <a:lnTo>
                  <a:pt x="167640" y="243840"/>
                </a:lnTo>
                <a:lnTo>
                  <a:pt x="48755" y="257556"/>
                </a:lnTo>
                <a:lnTo>
                  <a:pt x="78193" y="223291"/>
                </a:lnTo>
                <a:lnTo>
                  <a:pt x="107061" y="186880"/>
                </a:lnTo>
                <a:lnTo>
                  <a:pt x="127965" y="158496"/>
                </a:lnTo>
                <a:lnTo>
                  <a:pt x="132448" y="152400"/>
                </a:lnTo>
                <a:lnTo>
                  <a:pt x="135343" y="148475"/>
                </a:lnTo>
                <a:lnTo>
                  <a:pt x="163068" y="108204"/>
                </a:lnTo>
                <a:lnTo>
                  <a:pt x="182880" y="100584"/>
                </a:lnTo>
                <a:close/>
              </a:path>
              <a:path w="1298575" h="412114">
                <a:moveTo>
                  <a:pt x="403860" y="373380"/>
                </a:moveTo>
                <a:lnTo>
                  <a:pt x="383476" y="335470"/>
                </a:lnTo>
                <a:lnTo>
                  <a:pt x="381000" y="298704"/>
                </a:lnTo>
                <a:lnTo>
                  <a:pt x="371856" y="298704"/>
                </a:lnTo>
                <a:lnTo>
                  <a:pt x="370941" y="320713"/>
                </a:lnTo>
                <a:lnTo>
                  <a:pt x="370319" y="338899"/>
                </a:lnTo>
                <a:lnTo>
                  <a:pt x="369709" y="352717"/>
                </a:lnTo>
                <a:lnTo>
                  <a:pt x="368808" y="362712"/>
                </a:lnTo>
                <a:lnTo>
                  <a:pt x="367284" y="371856"/>
                </a:lnTo>
                <a:lnTo>
                  <a:pt x="362712" y="376428"/>
                </a:lnTo>
                <a:lnTo>
                  <a:pt x="242316" y="376428"/>
                </a:lnTo>
                <a:lnTo>
                  <a:pt x="229425" y="374954"/>
                </a:lnTo>
                <a:lnTo>
                  <a:pt x="220408" y="370332"/>
                </a:lnTo>
                <a:lnTo>
                  <a:pt x="215087" y="362292"/>
                </a:lnTo>
                <a:lnTo>
                  <a:pt x="213360" y="350520"/>
                </a:lnTo>
                <a:lnTo>
                  <a:pt x="213360" y="256032"/>
                </a:lnTo>
                <a:lnTo>
                  <a:pt x="347472" y="256032"/>
                </a:lnTo>
                <a:lnTo>
                  <a:pt x="347472" y="277368"/>
                </a:lnTo>
                <a:lnTo>
                  <a:pt x="371856" y="265176"/>
                </a:lnTo>
                <a:lnTo>
                  <a:pt x="371233" y="256032"/>
                </a:lnTo>
                <a:lnTo>
                  <a:pt x="370967" y="252056"/>
                </a:lnTo>
                <a:lnTo>
                  <a:pt x="370827" y="245364"/>
                </a:lnTo>
                <a:lnTo>
                  <a:pt x="370522" y="231076"/>
                </a:lnTo>
                <a:lnTo>
                  <a:pt x="370420" y="215506"/>
                </a:lnTo>
                <a:lnTo>
                  <a:pt x="370332" y="166116"/>
                </a:lnTo>
                <a:lnTo>
                  <a:pt x="377190" y="161544"/>
                </a:lnTo>
                <a:lnTo>
                  <a:pt x="384048" y="156972"/>
                </a:lnTo>
                <a:lnTo>
                  <a:pt x="378383" y="150876"/>
                </a:lnTo>
                <a:lnTo>
                  <a:pt x="364236" y="135636"/>
                </a:lnTo>
                <a:lnTo>
                  <a:pt x="347472" y="150876"/>
                </a:lnTo>
                <a:lnTo>
                  <a:pt x="347472" y="161544"/>
                </a:lnTo>
                <a:lnTo>
                  <a:pt x="347472" y="245364"/>
                </a:lnTo>
                <a:lnTo>
                  <a:pt x="291084" y="245364"/>
                </a:lnTo>
                <a:lnTo>
                  <a:pt x="291084" y="161544"/>
                </a:lnTo>
                <a:lnTo>
                  <a:pt x="347472" y="161544"/>
                </a:lnTo>
                <a:lnTo>
                  <a:pt x="347472" y="150876"/>
                </a:lnTo>
                <a:lnTo>
                  <a:pt x="294132" y="150876"/>
                </a:lnTo>
                <a:lnTo>
                  <a:pt x="303250" y="136829"/>
                </a:lnTo>
                <a:lnTo>
                  <a:pt x="329184" y="102108"/>
                </a:lnTo>
                <a:lnTo>
                  <a:pt x="364236" y="79248"/>
                </a:lnTo>
                <a:lnTo>
                  <a:pt x="362712" y="77724"/>
                </a:lnTo>
                <a:lnTo>
                  <a:pt x="352044" y="67056"/>
                </a:lnTo>
                <a:lnTo>
                  <a:pt x="335280" y="50292"/>
                </a:lnTo>
                <a:lnTo>
                  <a:pt x="320040" y="65532"/>
                </a:lnTo>
                <a:lnTo>
                  <a:pt x="320040" y="77724"/>
                </a:lnTo>
                <a:lnTo>
                  <a:pt x="283464" y="150876"/>
                </a:lnTo>
                <a:lnTo>
                  <a:pt x="269748" y="150876"/>
                </a:lnTo>
                <a:lnTo>
                  <a:pt x="269748" y="161544"/>
                </a:lnTo>
                <a:lnTo>
                  <a:pt x="269748" y="245364"/>
                </a:lnTo>
                <a:lnTo>
                  <a:pt x="213360" y="245364"/>
                </a:lnTo>
                <a:lnTo>
                  <a:pt x="213360" y="161544"/>
                </a:lnTo>
                <a:lnTo>
                  <a:pt x="269748" y="161544"/>
                </a:lnTo>
                <a:lnTo>
                  <a:pt x="269748" y="150876"/>
                </a:lnTo>
                <a:lnTo>
                  <a:pt x="213360" y="150876"/>
                </a:lnTo>
                <a:lnTo>
                  <a:pt x="211645" y="149352"/>
                </a:lnTo>
                <a:lnTo>
                  <a:pt x="199644" y="138684"/>
                </a:lnTo>
                <a:lnTo>
                  <a:pt x="212280" y="121234"/>
                </a:lnTo>
                <a:lnTo>
                  <a:pt x="223075" y="105346"/>
                </a:lnTo>
                <a:lnTo>
                  <a:pt x="232422" y="90893"/>
                </a:lnTo>
                <a:lnTo>
                  <a:pt x="240792" y="77724"/>
                </a:lnTo>
                <a:lnTo>
                  <a:pt x="320040" y="77724"/>
                </a:lnTo>
                <a:lnTo>
                  <a:pt x="320040" y="65532"/>
                </a:lnTo>
                <a:lnTo>
                  <a:pt x="318516" y="67056"/>
                </a:lnTo>
                <a:lnTo>
                  <a:pt x="243840" y="67056"/>
                </a:lnTo>
                <a:lnTo>
                  <a:pt x="248412" y="59893"/>
                </a:lnTo>
                <a:lnTo>
                  <a:pt x="252984" y="52006"/>
                </a:lnTo>
                <a:lnTo>
                  <a:pt x="257556" y="43268"/>
                </a:lnTo>
                <a:lnTo>
                  <a:pt x="262128" y="33528"/>
                </a:lnTo>
                <a:lnTo>
                  <a:pt x="278892" y="24384"/>
                </a:lnTo>
                <a:lnTo>
                  <a:pt x="243840" y="1524"/>
                </a:lnTo>
                <a:lnTo>
                  <a:pt x="237261" y="21551"/>
                </a:lnTo>
                <a:lnTo>
                  <a:pt x="228981" y="42862"/>
                </a:lnTo>
                <a:lnTo>
                  <a:pt x="207264" y="89916"/>
                </a:lnTo>
                <a:lnTo>
                  <a:pt x="178308" y="137922"/>
                </a:lnTo>
                <a:lnTo>
                  <a:pt x="140208" y="181356"/>
                </a:lnTo>
                <a:lnTo>
                  <a:pt x="146304" y="185928"/>
                </a:lnTo>
                <a:lnTo>
                  <a:pt x="157734" y="178498"/>
                </a:lnTo>
                <a:lnTo>
                  <a:pt x="169164" y="169926"/>
                </a:lnTo>
                <a:lnTo>
                  <a:pt x="180594" y="160210"/>
                </a:lnTo>
                <a:lnTo>
                  <a:pt x="192024" y="149352"/>
                </a:lnTo>
                <a:lnTo>
                  <a:pt x="192024" y="359664"/>
                </a:lnTo>
                <a:lnTo>
                  <a:pt x="194310" y="376555"/>
                </a:lnTo>
                <a:lnTo>
                  <a:pt x="201168" y="388429"/>
                </a:lnTo>
                <a:lnTo>
                  <a:pt x="212598" y="395465"/>
                </a:lnTo>
                <a:lnTo>
                  <a:pt x="228600" y="397764"/>
                </a:lnTo>
                <a:lnTo>
                  <a:pt x="368808" y="397764"/>
                </a:lnTo>
                <a:lnTo>
                  <a:pt x="401929" y="376428"/>
                </a:lnTo>
                <a:lnTo>
                  <a:pt x="403860" y="373380"/>
                </a:lnTo>
                <a:close/>
              </a:path>
              <a:path w="1298575" h="412114">
                <a:moveTo>
                  <a:pt x="659892" y="64020"/>
                </a:moveTo>
                <a:lnTo>
                  <a:pt x="650290" y="53352"/>
                </a:lnTo>
                <a:lnTo>
                  <a:pt x="632460" y="33540"/>
                </a:lnTo>
                <a:lnTo>
                  <a:pt x="612648" y="53352"/>
                </a:lnTo>
                <a:lnTo>
                  <a:pt x="534924" y="53352"/>
                </a:lnTo>
                <a:lnTo>
                  <a:pt x="540105" y="45923"/>
                </a:lnTo>
                <a:lnTo>
                  <a:pt x="544449" y="39636"/>
                </a:lnTo>
                <a:lnTo>
                  <a:pt x="568452" y="18300"/>
                </a:lnTo>
                <a:lnTo>
                  <a:pt x="533400" y="12"/>
                </a:lnTo>
                <a:lnTo>
                  <a:pt x="511492" y="53733"/>
                </a:lnTo>
                <a:lnTo>
                  <a:pt x="490728" y="91452"/>
                </a:lnTo>
                <a:lnTo>
                  <a:pt x="462216" y="128308"/>
                </a:lnTo>
                <a:lnTo>
                  <a:pt x="454152" y="137172"/>
                </a:lnTo>
                <a:lnTo>
                  <a:pt x="457200" y="141744"/>
                </a:lnTo>
                <a:lnTo>
                  <a:pt x="488480" y="116446"/>
                </a:lnTo>
                <a:lnTo>
                  <a:pt x="521462" y="76276"/>
                </a:lnTo>
                <a:lnTo>
                  <a:pt x="530352" y="64020"/>
                </a:lnTo>
                <a:lnTo>
                  <a:pt x="559308" y="64020"/>
                </a:lnTo>
                <a:lnTo>
                  <a:pt x="565594" y="71704"/>
                </a:lnTo>
                <a:lnTo>
                  <a:pt x="570738" y="78689"/>
                </a:lnTo>
                <a:lnTo>
                  <a:pt x="574738" y="84797"/>
                </a:lnTo>
                <a:lnTo>
                  <a:pt x="577596" y="89928"/>
                </a:lnTo>
                <a:lnTo>
                  <a:pt x="577596" y="99072"/>
                </a:lnTo>
                <a:lnTo>
                  <a:pt x="579120" y="105168"/>
                </a:lnTo>
                <a:lnTo>
                  <a:pt x="580644" y="108216"/>
                </a:lnTo>
                <a:lnTo>
                  <a:pt x="582168" y="112788"/>
                </a:lnTo>
                <a:lnTo>
                  <a:pt x="583692" y="114312"/>
                </a:lnTo>
                <a:lnTo>
                  <a:pt x="592836" y="114312"/>
                </a:lnTo>
                <a:lnTo>
                  <a:pt x="595884" y="111264"/>
                </a:lnTo>
                <a:lnTo>
                  <a:pt x="598932" y="109740"/>
                </a:lnTo>
                <a:lnTo>
                  <a:pt x="601980" y="105168"/>
                </a:lnTo>
                <a:lnTo>
                  <a:pt x="603300" y="97205"/>
                </a:lnTo>
                <a:lnTo>
                  <a:pt x="603377" y="92976"/>
                </a:lnTo>
                <a:lnTo>
                  <a:pt x="603211" y="88874"/>
                </a:lnTo>
                <a:lnTo>
                  <a:pt x="597789" y="81165"/>
                </a:lnTo>
                <a:lnTo>
                  <a:pt x="587209" y="72872"/>
                </a:lnTo>
                <a:lnTo>
                  <a:pt x="571500" y="64020"/>
                </a:lnTo>
                <a:lnTo>
                  <a:pt x="659892" y="64020"/>
                </a:lnTo>
                <a:close/>
              </a:path>
              <a:path w="1298575" h="412114">
                <a:moveTo>
                  <a:pt x="841248" y="65544"/>
                </a:moveTo>
                <a:lnTo>
                  <a:pt x="831697" y="54876"/>
                </a:lnTo>
                <a:lnTo>
                  <a:pt x="815340" y="36588"/>
                </a:lnTo>
                <a:lnTo>
                  <a:pt x="794004" y="54876"/>
                </a:lnTo>
                <a:lnTo>
                  <a:pt x="701040" y="54876"/>
                </a:lnTo>
                <a:lnTo>
                  <a:pt x="705612" y="48780"/>
                </a:lnTo>
                <a:lnTo>
                  <a:pt x="710184" y="41160"/>
                </a:lnTo>
                <a:lnTo>
                  <a:pt x="716280" y="35064"/>
                </a:lnTo>
                <a:lnTo>
                  <a:pt x="722376" y="27444"/>
                </a:lnTo>
                <a:lnTo>
                  <a:pt x="728472" y="22872"/>
                </a:lnTo>
                <a:lnTo>
                  <a:pt x="733044" y="22872"/>
                </a:lnTo>
                <a:lnTo>
                  <a:pt x="702564" y="1536"/>
                </a:lnTo>
                <a:lnTo>
                  <a:pt x="700532" y="8915"/>
                </a:lnTo>
                <a:lnTo>
                  <a:pt x="696658" y="19443"/>
                </a:lnTo>
                <a:lnTo>
                  <a:pt x="673341" y="66255"/>
                </a:lnTo>
                <a:lnTo>
                  <a:pt x="643128" y="111264"/>
                </a:lnTo>
                <a:lnTo>
                  <a:pt x="647700" y="114312"/>
                </a:lnTo>
                <a:lnTo>
                  <a:pt x="654291" y="109207"/>
                </a:lnTo>
                <a:lnTo>
                  <a:pt x="660463" y="103263"/>
                </a:lnTo>
                <a:lnTo>
                  <a:pt x="666343" y="96735"/>
                </a:lnTo>
                <a:lnTo>
                  <a:pt x="672084" y="89928"/>
                </a:lnTo>
                <a:lnTo>
                  <a:pt x="677799" y="83972"/>
                </a:lnTo>
                <a:lnTo>
                  <a:pt x="689229" y="71488"/>
                </a:lnTo>
                <a:lnTo>
                  <a:pt x="694944" y="65544"/>
                </a:lnTo>
                <a:lnTo>
                  <a:pt x="737616" y="65544"/>
                </a:lnTo>
                <a:lnTo>
                  <a:pt x="768096" y="103644"/>
                </a:lnTo>
                <a:lnTo>
                  <a:pt x="771144" y="108216"/>
                </a:lnTo>
                <a:lnTo>
                  <a:pt x="774192" y="114312"/>
                </a:lnTo>
                <a:lnTo>
                  <a:pt x="777240" y="115836"/>
                </a:lnTo>
                <a:lnTo>
                  <a:pt x="780288" y="115836"/>
                </a:lnTo>
                <a:lnTo>
                  <a:pt x="783336" y="114312"/>
                </a:lnTo>
                <a:lnTo>
                  <a:pt x="786384" y="111264"/>
                </a:lnTo>
                <a:lnTo>
                  <a:pt x="790956" y="108216"/>
                </a:lnTo>
                <a:lnTo>
                  <a:pt x="792480" y="102120"/>
                </a:lnTo>
                <a:lnTo>
                  <a:pt x="792480" y="92976"/>
                </a:lnTo>
                <a:lnTo>
                  <a:pt x="789876" y="86118"/>
                </a:lnTo>
                <a:lnTo>
                  <a:pt x="782002" y="79260"/>
                </a:lnTo>
                <a:lnTo>
                  <a:pt x="768680" y="72402"/>
                </a:lnTo>
                <a:lnTo>
                  <a:pt x="749808" y="65544"/>
                </a:lnTo>
                <a:lnTo>
                  <a:pt x="841248" y="65544"/>
                </a:lnTo>
                <a:close/>
              </a:path>
              <a:path w="1298575" h="412114">
                <a:moveTo>
                  <a:pt x="848868" y="323100"/>
                </a:moveTo>
                <a:lnTo>
                  <a:pt x="838682" y="312432"/>
                </a:lnTo>
                <a:lnTo>
                  <a:pt x="816864" y="289572"/>
                </a:lnTo>
                <a:lnTo>
                  <a:pt x="792480" y="312432"/>
                </a:lnTo>
                <a:lnTo>
                  <a:pt x="714756" y="312432"/>
                </a:lnTo>
                <a:lnTo>
                  <a:pt x="714756" y="260616"/>
                </a:lnTo>
                <a:lnTo>
                  <a:pt x="740664" y="260616"/>
                </a:lnTo>
                <a:lnTo>
                  <a:pt x="740664" y="277380"/>
                </a:lnTo>
                <a:lnTo>
                  <a:pt x="766572" y="268236"/>
                </a:lnTo>
                <a:lnTo>
                  <a:pt x="765048" y="213372"/>
                </a:lnTo>
                <a:lnTo>
                  <a:pt x="765048" y="202704"/>
                </a:lnTo>
                <a:lnTo>
                  <a:pt x="765048" y="170700"/>
                </a:lnTo>
                <a:lnTo>
                  <a:pt x="765048" y="160032"/>
                </a:lnTo>
                <a:lnTo>
                  <a:pt x="765048" y="132600"/>
                </a:lnTo>
                <a:lnTo>
                  <a:pt x="770267" y="128028"/>
                </a:lnTo>
                <a:lnTo>
                  <a:pt x="777240" y="121932"/>
                </a:lnTo>
                <a:lnTo>
                  <a:pt x="770902" y="117360"/>
                </a:lnTo>
                <a:lnTo>
                  <a:pt x="749808" y="102120"/>
                </a:lnTo>
                <a:lnTo>
                  <a:pt x="740664" y="115189"/>
                </a:lnTo>
                <a:lnTo>
                  <a:pt x="740664" y="128028"/>
                </a:lnTo>
                <a:lnTo>
                  <a:pt x="740664" y="160032"/>
                </a:lnTo>
                <a:lnTo>
                  <a:pt x="740664" y="170700"/>
                </a:lnTo>
                <a:lnTo>
                  <a:pt x="740664" y="202704"/>
                </a:lnTo>
                <a:lnTo>
                  <a:pt x="740664" y="213372"/>
                </a:lnTo>
                <a:lnTo>
                  <a:pt x="740664" y="249948"/>
                </a:lnTo>
                <a:lnTo>
                  <a:pt x="690372" y="249948"/>
                </a:lnTo>
                <a:lnTo>
                  <a:pt x="690372" y="260616"/>
                </a:lnTo>
                <a:lnTo>
                  <a:pt x="690372" y="313956"/>
                </a:lnTo>
                <a:lnTo>
                  <a:pt x="605028" y="313956"/>
                </a:lnTo>
                <a:lnTo>
                  <a:pt x="607021" y="301117"/>
                </a:lnTo>
                <a:lnTo>
                  <a:pt x="608457" y="287858"/>
                </a:lnTo>
                <a:lnTo>
                  <a:pt x="609307" y="274307"/>
                </a:lnTo>
                <a:lnTo>
                  <a:pt x="609600" y="260616"/>
                </a:lnTo>
                <a:lnTo>
                  <a:pt x="690372" y="260616"/>
                </a:lnTo>
                <a:lnTo>
                  <a:pt x="690372" y="249948"/>
                </a:lnTo>
                <a:lnTo>
                  <a:pt x="553212" y="249948"/>
                </a:lnTo>
                <a:lnTo>
                  <a:pt x="553212" y="213372"/>
                </a:lnTo>
                <a:lnTo>
                  <a:pt x="740664" y="213372"/>
                </a:lnTo>
                <a:lnTo>
                  <a:pt x="740664" y="202704"/>
                </a:lnTo>
                <a:lnTo>
                  <a:pt x="553212" y="202704"/>
                </a:lnTo>
                <a:lnTo>
                  <a:pt x="553212" y="170700"/>
                </a:lnTo>
                <a:lnTo>
                  <a:pt x="740664" y="170700"/>
                </a:lnTo>
                <a:lnTo>
                  <a:pt x="740664" y="160032"/>
                </a:lnTo>
                <a:lnTo>
                  <a:pt x="553212" y="160032"/>
                </a:lnTo>
                <a:lnTo>
                  <a:pt x="553212" y="128028"/>
                </a:lnTo>
                <a:lnTo>
                  <a:pt x="740664" y="128028"/>
                </a:lnTo>
                <a:lnTo>
                  <a:pt x="740664" y="115189"/>
                </a:lnTo>
                <a:lnTo>
                  <a:pt x="739140" y="117360"/>
                </a:lnTo>
                <a:lnTo>
                  <a:pt x="553212" y="117360"/>
                </a:lnTo>
                <a:lnTo>
                  <a:pt x="527304" y="103644"/>
                </a:lnTo>
                <a:lnTo>
                  <a:pt x="527532" y="113068"/>
                </a:lnTo>
                <a:lnTo>
                  <a:pt x="528078" y="128308"/>
                </a:lnTo>
                <a:lnTo>
                  <a:pt x="528586" y="147358"/>
                </a:lnTo>
                <a:lnTo>
                  <a:pt x="528828" y="172224"/>
                </a:lnTo>
                <a:lnTo>
                  <a:pt x="529463" y="200533"/>
                </a:lnTo>
                <a:lnTo>
                  <a:pt x="529361" y="230517"/>
                </a:lnTo>
                <a:lnTo>
                  <a:pt x="529005" y="260616"/>
                </a:lnTo>
                <a:lnTo>
                  <a:pt x="528828" y="283476"/>
                </a:lnTo>
                <a:lnTo>
                  <a:pt x="553212" y="274332"/>
                </a:lnTo>
                <a:lnTo>
                  <a:pt x="553212" y="260616"/>
                </a:lnTo>
                <a:lnTo>
                  <a:pt x="583692" y="260616"/>
                </a:lnTo>
                <a:lnTo>
                  <a:pt x="582612" y="274307"/>
                </a:lnTo>
                <a:lnTo>
                  <a:pt x="581494" y="287858"/>
                </a:lnTo>
                <a:lnTo>
                  <a:pt x="580326" y="301117"/>
                </a:lnTo>
                <a:lnTo>
                  <a:pt x="579120" y="313956"/>
                </a:lnTo>
                <a:lnTo>
                  <a:pt x="445008" y="313956"/>
                </a:lnTo>
                <a:lnTo>
                  <a:pt x="460248" y="330720"/>
                </a:lnTo>
                <a:lnTo>
                  <a:pt x="470547" y="327837"/>
                </a:lnTo>
                <a:lnTo>
                  <a:pt x="481012" y="325958"/>
                </a:lnTo>
                <a:lnTo>
                  <a:pt x="491744" y="324929"/>
                </a:lnTo>
                <a:lnTo>
                  <a:pt x="502920" y="324624"/>
                </a:lnTo>
                <a:lnTo>
                  <a:pt x="577596" y="324624"/>
                </a:lnTo>
                <a:lnTo>
                  <a:pt x="552729" y="361911"/>
                </a:lnTo>
                <a:lnTo>
                  <a:pt x="509968" y="388823"/>
                </a:lnTo>
                <a:lnTo>
                  <a:pt x="466344" y="406920"/>
                </a:lnTo>
                <a:lnTo>
                  <a:pt x="467868" y="411492"/>
                </a:lnTo>
                <a:lnTo>
                  <a:pt x="511492" y="401205"/>
                </a:lnTo>
                <a:lnTo>
                  <a:pt x="551688" y="384060"/>
                </a:lnTo>
                <a:lnTo>
                  <a:pt x="584454" y="358914"/>
                </a:lnTo>
                <a:lnTo>
                  <a:pt x="603504" y="324624"/>
                </a:lnTo>
                <a:lnTo>
                  <a:pt x="690372" y="324624"/>
                </a:lnTo>
                <a:lnTo>
                  <a:pt x="690130" y="343547"/>
                </a:lnTo>
                <a:lnTo>
                  <a:pt x="689140" y="384060"/>
                </a:lnTo>
                <a:lnTo>
                  <a:pt x="689013" y="393484"/>
                </a:lnTo>
                <a:lnTo>
                  <a:pt x="688848" y="411492"/>
                </a:lnTo>
                <a:lnTo>
                  <a:pt x="716280" y="399300"/>
                </a:lnTo>
                <a:lnTo>
                  <a:pt x="715391" y="388454"/>
                </a:lnTo>
                <a:lnTo>
                  <a:pt x="714959" y="372630"/>
                </a:lnTo>
                <a:lnTo>
                  <a:pt x="714857" y="361911"/>
                </a:lnTo>
                <a:lnTo>
                  <a:pt x="714756" y="324624"/>
                </a:lnTo>
                <a:lnTo>
                  <a:pt x="714756" y="323100"/>
                </a:lnTo>
                <a:lnTo>
                  <a:pt x="848868" y="323100"/>
                </a:lnTo>
                <a:close/>
              </a:path>
              <a:path w="1298575" h="412114">
                <a:moveTo>
                  <a:pt x="952487" y="167640"/>
                </a:moveTo>
                <a:lnTo>
                  <a:pt x="948753" y="156768"/>
                </a:lnTo>
                <a:lnTo>
                  <a:pt x="937437" y="144589"/>
                </a:lnTo>
                <a:lnTo>
                  <a:pt x="918413" y="131000"/>
                </a:lnTo>
                <a:lnTo>
                  <a:pt x="891527" y="115824"/>
                </a:lnTo>
                <a:lnTo>
                  <a:pt x="888479" y="121920"/>
                </a:lnTo>
                <a:lnTo>
                  <a:pt x="901941" y="137350"/>
                </a:lnTo>
                <a:lnTo>
                  <a:pt x="912672" y="151638"/>
                </a:lnTo>
                <a:lnTo>
                  <a:pt x="920851" y="164782"/>
                </a:lnTo>
                <a:lnTo>
                  <a:pt x="926579" y="176784"/>
                </a:lnTo>
                <a:lnTo>
                  <a:pt x="930275" y="187363"/>
                </a:lnTo>
                <a:lnTo>
                  <a:pt x="934389" y="193929"/>
                </a:lnTo>
                <a:lnTo>
                  <a:pt x="938796" y="196507"/>
                </a:lnTo>
                <a:lnTo>
                  <a:pt x="943343" y="195072"/>
                </a:lnTo>
                <a:lnTo>
                  <a:pt x="947343" y="190792"/>
                </a:lnTo>
                <a:lnTo>
                  <a:pt x="950201" y="184785"/>
                </a:lnTo>
                <a:lnTo>
                  <a:pt x="951915" y="177076"/>
                </a:lnTo>
                <a:lnTo>
                  <a:pt x="952487" y="167640"/>
                </a:lnTo>
                <a:close/>
              </a:path>
              <a:path w="1298575" h="412114">
                <a:moveTo>
                  <a:pt x="989063" y="65532"/>
                </a:moveTo>
                <a:lnTo>
                  <a:pt x="953211" y="26962"/>
                </a:lnTo>
                <a:lnTo>
                  <a:pt x="931151" y="15240"/>
                </a:lnTo>
                <a:lnTo>
                  <a:pt x="928103" y="21336"/>
                </a:lnTo>
                <a:lnTo>
                  <a:pt x="939800" y="35890"/>
                </a:lnTo>
                <a:lnTo>
                  <a:pt x="949629" y="49720"/>
                </a:lnTo>
                <a:lnTo>
                  <a:pt x="957465" y="62699"/>
                </a:lnTo>
                <a:lnTo>
                  <a:pt x="963155" y="74676"/>
                </a:lnTo>
                <a:lnTo>
                  <a:pt x="966203" y="86868"/>
                </a:lnTo>
                <a:lnTo>
                  <a:pt x="969251" y="91440"/>
                </a:lnTo>
                <a:lnTo>
                  <a:pt x="975347" y="91440"/>
                </a:lnTo>
                <a:lnTo>
                  <a:pt x="978395" y="89916"/>
                </a:lnTo>
                <a:lnTo>
                  <a:pt x="987539" y="80772"/>
                </a:lnTo>
                <a:lnTo>
                  <a:pt x="989063" y="74676"/>
                </a:lnTo>
                <a:lnTo>
                  <a:pt x="989063" y="65532"/>
                </a:lnTo>
                <a:close/>
              </a:path>
              <a:path w="1298575" h="412114">
                <a:moveTo>
                  <a:pt x="1034783" y="77724"/>
                </a:moveTo>
                <a:lnTo>
                  <a:pt x="1027163" y="76200"/>
                </a:lnTo>
                <a:lnTo>
                  <a:pt x="995476" y="151980"/>
                </a:lnTo>
                <a:lnTo>
                  <a:pt x="971346" y="208026"/>
                </a:lnTo>
                <a:lnTo>
                  <a:pt x="954963" y="244602"/>
                </a:lnTo>
                <a:lnTo>
                  <a:pt x="946391" y="262128"/>
                </a:lnTo>
                <a:lnTo>
                  <a:pt x="940295" y="271272"/>
                </a:lnTo>
                <a:lnTo>
                  <a:pt x="934224" y="277342"/>
                </a:lnTo>
                <a:lnTo>
                  <a:pt x="923874" y="277329"/>
                </a:lnTo>
                <a:lnTo>
                  <a:pt x="915530" y="276987"/>
                </a:lnTo>
                <a:lnTo>
                  <a:pt x="904341" y="276085"/>
                </a:lnTo>
                <a:lnTo>
                  <a:pt x="890003" y="274320"/>
                </a:lnTo>
                <a:lnTo>
                  <a:pt x="890003" y="281940"/>
                </a:lnTo>
                <a:lnTo>
                  <a:pt x="929627" y="300228"/>
                </a:lnTo>
                <a:lnTo>
                  <a:pt x="931151" y="306324"/>
                </a:lnTo>
                <a:lnTo>
                  <a:pt x="931113" y="314896"/>
                </a:lnTo>
                <a:lnTo>
                  <a:pt x="924344" y="350596"/>
                </a:lnTo>
                <a:lnTo>
                  <a:pt x="922388" y="357568"/>
                </a:lnTo>
                <a:lnTo>
                  <a:pt x="921016" y="363689"/>
                </a:lnTo>
                <a:lnTo>
                  <a:pt x="920483" y="368808"/>
                </a:lnTo>
                <a:lnTo>
                  <a:pt x="920483" y="376428"/>
                </a:lnTo>
                <a:lnTo>
                  <a:pt x="925055" y="382524"/>
                </a:lnTo>
                <a:lnTo>
                  <a:pt x="931151" y="384048"/>
                </a:lnTo>
                <a:lnTo>
                  <a:pt x="938771" y="387096"/>
                </a:lnTo>
                <a:lnTo>
                  <a:pt x="955535" y="387096"/>
                </a:lnTo>
                <a:lnTo>
                  <a:pt x="957059" y="385572"/>
                </a:lnTo>
                <a:lnTo>
                  <a:pt x="957008" y="379095"/>
                </a:lnTo>
                <a:lnTo>
                  <a:pt x="956830" y="373380"/>
                </a:lnTo>
                <a:lnTo>
                  <a:pt x="956310" y="363689"/>
                </a:lnTo>
                <a:lnTo>
                  <a:pt x="955776" y="351434"/>
                </a:lnTo>
                <a:lnTo>
                  <a:pt x="955548" y="336931"/>
                </a:lnTo>
                <a:lnTo>
                  <a:pt x="955179" y="327545"/>
                </a:lnTo>
                <a:lnTo>
                  <a:pt x="955065" y="319976"/>
                </a:lnTo>
                <a:lnTo>
                  <a:pt x="955535" y="308419"/>
                </a:lnTo>
                <a:lnTo>
                  <a:pt x="957249" y="295452"/>
                </a:lnTo>
                <a:lnTo>
                  <a:pt x="960107" y="283464"/>
                </a:lnTo>
                <a:lnTo>
                  <a:pt x="962240" y="277368"/>
                </a:lnTo>
                <a:lnTo>
                  <a:pt x="967282" y="262890"/>
                </a:lnTo>
                <a:lnTo>
                  <a:pt x="982014" y="221742"/>
                </a:lnTo>
                <a:lnTo>
                  <a:pt x="1004481" y="160020"/>
                </a:lnTo>
                <a:lnTo>
                  <a:pt x="1034783" y="77724"/>
                </a:lnTo>
                <a:close/>
              </a:path>
              <a:path w="1298575" h="412114">
                <a:moveTo>
                  <a:pt x="1298435" y="213360"/>
                </a:moveTo>
                <a:lnTo>
                  <a:pt x="1269479" y="182880"/>
                </a:lnTo>
                <a:lnTo>
                  <a:pt x="1248143" y="202692"/>
                </a:lnTo>
                <a:lnTo>
                  <a:pt x="1155179" y="202692"/>
                </a:lnTo>
                <a:lnTo>
                  <a:pt x="1155179" y="109728"/>
                </a:lnTo>
                <a:lnTo>
                  <a:pt x="1271003" y="109728"/>
                </a:lnTo>
                <a:lnTo>
                  <a:pt x="1243571" y="79248"/>
                </a:lnTo>
                <a:lnTo>
                  <a:pt x="1223759" y="99060"/>
                </a:lnTo>
                <a:lnTo>
                  <a:pt x="1155179" y="99060"/>
                </a:lnTo>
                <a:lnTo>
                  <a:pt x="1155179" y="38100"/>
                </a:lnTo>
                <a:lnTo>
                  <a:pt x="1173467" y="21336"/>
                </a:lnTo>
                <a:lnTo>
                  <a:pt x="1132319" y="0"/>
                </a:lnTo>
                <a:lnTo>
                  <a:pt x="1132560" y="15240"/>
                </a:lnTo>
                <a:lnTo>
                  <a:pt x="1133055" y="35890"/>
                </a:lnTo>
                <a:lnTo>
                  <a:pt x="1133614" y="65532"/>
                </a:lnTo>
                <a:lnTo>
                  <a:pt x="1133843" y="99060"/>
                </a:lnTo>
                <a:lnTo>
                  <a:pt x="1037831" y="99060"/>
                </a:lnTo>
                <a:lnTo>
                  <a:pt x="1053071" y="114300"/>
                </a:lnTo>
                <a:lnTo>
                  <a:pt x="1063383" y="112306"/>
                </a:lnTo>
                <a:lnTo>
                  <a:pt x="1073835" y="110871"/>
                </a:lnTo>
                <a:lnTo>
                  <a:pt x="1084580" y="110020"/>
                </a:lnTo>
                <a:lnTo>
                  <a:pt x="1095743" y="109728"/>
                </a:lnTo>
                <a:lnTo>
                  <a:pt x="1133843" y="109728"/>
                </a:lnTo>
                <a:lnTo>
                  <a:pt x="1133843" y="202692"/>
                </a:lnTo>
                <a:lnTo>
                  <a:pt x="1004303" y="202692"/>
                </a:lnTo>
                <a:lnTo>
                  <a:pt x="1019543" y="219456"/>
                </a:lnTo>
                <a:lnTo>
                  <a:pt x="1029855" y="216585"/>
                </a:lnTo>
                <a:lnTo>
                  <a:pt x="1040307" y="214693"/>
                </a:lnTo>
                <a:lnTo>
                  <a:pt x="1051052" y="213677"/>
                </a:lnTo>
                <a:lnTo>
                  <a:pt x="1062215" y="213360"/>
                </a:lnTo>
                <a:lnTo>
                  <a:pt x="1126223" y="213360"/>
                </a:lnTo>
                <a:lnTo>
                  <a:pt x="1106601" y="256984"/>
                </a:lnTo>
                <a:lnTo>
                  <a:pt x="1074407" y="306324"/>
                </a:lnTo>
                <a:lnTo>
                  <a:pt x="1041260" y="345376"/>
                </a:lnTo>
                <a:lnTo>
                  <a:pt x="1014971" y="358140"/>
                </a:lnTo>
                <a:lnTo>
                  <a:pt x="1031735" y="397764"/>
                </a:lnTo>
                <a:lnTo>
                  <a:pt x="1067320" y="382765"/>
                </a:lnTo>
                <a:lnTo>
                  <a:pt x="1117892" y="370738"/>
                </a:lnTo>
                <a:lnTo>
                  <a:pt x="1192098" y="359930"/>
                </a:lnTo>
                <a:lnTo>
                  <a:pt x="1237475" y="355092"/>
                </a:lnTo>
                <a:lnTo>
                  <a:pt x="1241793" y="363093"/>
                </a:lnTo>
                <a:lnTo>
                  <a:pt x="1245666" y="371094"/>
                </a:lnTo>
                <a:lnTo>
                  <a:pt x="1249273" y="379095"/>
                </a:lnTo>
                <a:lnTo>
                  <a:pt x="1252715" y="387096"/>
                </a:lnTo>
                <a:lnTo>
                  <a:pt x="1255763" y="394716"/>
                </a:lnTo>
                <a:lnTo>
                  <a:pt x="1258811" y="397764"/>
                </a:lnTo>
                <a:lnTo>
                  <a:pt x="1263383" y="397764"/>
                </a:lnTo>
                <a:lnTo>
                  <a:pt x="1266431" y="394716"/>
                </a:lnTo>
                <a:lnTo>
                  <a:pt x="1271003" y="387096"/>
                </a:lnTo>
                <a:lnTo>
                  <a:pt x="1275575" y="381000"/>
                </a:lnTo>
                <a:lnTo>
                  <a:pt x="1277099" y="373380"/>
                </a:lnTo>
                <a:lnTo>
                  <a:pt x="1277099" y="367284"/>
                </a:lnTo>
                <a:lnTo>
                  <a:pt x="1253667" y="330517"/>
                </a:lnTo>
                <a:lnTo>
                  <a:pt x="1237475" y="316992"/>
                </a:lnTo>
                <a:lnTo>
                  <a:pt x="1227480" y="308711"/>
                </a:lnTo>
                <a:lnTo>
                  <a:pt x="1215796" y="299872"/>
                </a:lnTo>
                <a:lnTo>
                  <a:pt x="1202334" y="290423"/>
                </a:lnTo>
                <a:lnTo>
                  <a:pt x="1187183" y="280416"/>
                </a:lnTo>
                <a:lnTo>
                  <a:pt x="1184135" y="284988"/>
                </a:lnTo>
                <a:lnTo>
                  <a:pt x="1196670" y="299847"/>
                </a:lnTo>
                <a:lnTo>
                  <a:pt x="1209090" y="314896"/>
                </a:lnTo>
                <a:lnTo>
                  <a:pt x="1221219" y="330212"/>
                </a:lnTo>
                <a:lnTo>
                  <a:pt x="1232903" y="345948"/>
                </a:lnTo>
                <a:lnTo>
                  <a:pt x="1050023" y="358140"/>
                </a:lnTo>
                <a:lnTo>
                  <a:pt x="1078268" y="327545"/>
                </a:lnTo>
                <a:lnTo>
                  <a:pt x="1101077" y="301942"/>
                </a:lnTo>
                <a:lnTo>
                  <a:pt x="1118184" y="281203"/>
                </a:lnTo>
                <a:lnTo>
                  <a:pt x="1129271" y="265176"/>
                </a:lnTo>
                <a:lnTo>
                  <a:pt x="1138161" y="253746"/>
                </a:lnTo>
                <a:lnTo>
                  <a:pt x="1146568" y="244652"/>
                </a:lnTo>
                <a:lnTo>
                  <a:pt x="1154785" y="237744"/>
                </a:lnTo>
                <a:lnTo>
                  <a:pt x="1162799" y="233172"/>
                </a:lnTo>
                <a:lnTo>
                  <a:pt x="1135367" y="213360"/>
                </a:lnTo>
                <a:lnTo>
                  <a:pt x="1298435" y="21336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4977384" y="2665476"/>
            <a:ext cx="53340" cy="62865"/>
          </a:xfrm>
          <a:custGeom>
            <a:avLst/>
            <a:gdLst/>
            <a:ahLst/>
            <a:cxnLst/>
            <a:rect l="l" t="t" r="r" b="b"/>
            <a:pathLst>
              <a:path w="53339" h="62864">
                <a:moveTo>
                  <a:pt x="53339" y="62483"/>
                </a:moveTo>
                <a:lnTo>
                  <a:pt x="0" y="62483"/>
                </a:lnTo>
                <a:lnTo>
                  <a:pt x="0" y="0"/>
                </a:lnTo>
                <a:lnTo>
                  <a:pt x="53339" y="0"/>
                </a:lnTo>
                <a:lnTo>
                  <a:pt x="53339" y="6248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5394947" y="2389123"/>
            <a:ext cx="637540" cy="424180"/>
          </a:xfrm>
          <a:custGeom>
            <a:avLst/>
            <a:gdLst/>
            <a:ahLst/>
            <a:cxnLst/>
            <a:rect l="l" t="t" r="r" b="b"/>
            <a:pathLst>
              <a:path w="637539" h="424180">
                <a:moveTo>
                  <a:pt x="112776" y="0"/>
                </a:moveTo>
                <a:lnTo>
                  <a:pt x="0" y="0"/>
                </a:lnTo>
                <a:lnTo>
                  <a:pt x="0" y="30480"/>
                </a:lnTo>
                <a:lnTo>
                  <a:pt x="0" y="392430"/>
                </a:lnTo>
                <a:lnTo>
                  <a:pt x="0" y="424180"/>
                </a:lnTo>
                <a:lnTo>
                  <a:pt x="112776" y="424180"/>
                </a:lnTo>
                <a:lnTo>
                  <a:pt x="112776" y="392430"/>
                </a:lnTo>
                <a:lnTo>
                  <a:pt x="38100" y="392430"/>
                </a:lnTo>
                <a:lnTo>
                  <a:pt x="38100" y="30480"/>
                </a:lnTo>
                <a:lnTo>
                  <a:pt x="112776" y="30480"/>
                </a:lnTo>
                <a:lnTo>
                  <a:pt x="112776" y="0"/>
                </a:lnTo>
                <a:close/>
              </a:path>
              <a:path w="637539" h="424180">
                <a:moveTo>
                  <a:pt x="409956" y="175768"/>
                </a:moveTo>
                <a:lnTo>
                  <a:pt x="292608" y="175768"/>
                </a:lnTo>
                <a:lnTo>
                  <a:pt x="292608" y="213868"/>
                </a:lnTo>
                <a:lnTo>
                  <a:pt x="367284" y="213868"/>
                </a:lnTo>
                <a:lnTo>
                  <a:pt x="367284" y="297688"/>
                </a:lnTo>
                <a:lnTo>
                  <a:pt x="327660" y="306197"/>
                </a:lnTo>
                <a:lnTo>
                  <a:pt x="300228" y="306832"/>
                </a:lnTo>
                <a:lnTo>
                  <a:pt x="288823" y="306285"/>
                </a:lnTo>
                <a:lnTo>
                  <a:pt x="246938" y="294093"/>
                </a:lnTo>
                <a:lnTo>
                  <a:pt x="215963" y="263880"/>
                </a:lnTo>
                <a:lnTo>
                  <a:pt x="198056" y="219252"/>
                </a:lnTo>
                <a:lnTo>
                  <a:pt x="193548" y="174244"/>
                </a:lnTo>
                <a:lnTo>
                  <a:pt x="195287" y="146862"/>
                </a:lnTo>
                <a:lnTo>
                  <a:pt x="209626" y="100101"/>
                </a:lnTo>
                <a:lnTo>
                  <a:pt x="237604" y="65519"/>
                </a:lnTo>
                <a:lnTo>
                  <a:pt x="275234" y="48285"/>
                </a:lnTo>
                <a:lnTo>
                  <a:pt x="297180" y="46228"/>
                </a:lnTo>
                <a:lnTo>
                  <a:pt x="307187" y="46520"/>
                </a:lnTo>
                <a:lnTo>
                  <a:pt x="350139" y="55575"/>
                </a:lnTo>
                <a:lnTo>
                  <a:pt x="388620" y="75184"/>
                </a:lnTo>
                <a:lnTo>
                  <a:pt x="399288" y="84328"/>
                </a:lnTo>
                <a:lnTo>
                  <a:pt x="405384" y="88912"/>
                </a:lnTo>
                <a:lnTo>
                  <a:pt x="408432" y="88912"/>
                </a:lnTo>
                <a:lnTo>
                  <a:pt x="408432" y="37084"/>
                </a:lnTo>
                <a:lnTo>
                  <a:pt x="403860" y="34048"/>
                </a:lnTo>
                <a:lnTo>
                  <a:pt x="396240" y="31000"/>
                </a:lnTo>
                <a:lnTo>
                  <a:pt x="387096" y="26428"/>
                </a:lnTo>
                <a:lnTo>
                  <a:pt x="380504" y="24142"/>
                </a:lnTo>
                <a:lnTo>
                  <a:pt x="362712" y="17272"/>
                </a:lnTo>
                <a:lnTo>
                  <a:pt x="355841" y="15252"/>
                </a:lnTo>
                <a:lnTo>
                  <a:pt x="311264" y="8394"/>
                </a:lnTo>
                <a:lnTo>
                  <a:pt x="303276" y="8128"/>
                </a:lnTo>
                <a:lnTo>
                  <a:pt x="286423" y="8966"/>
                </a:lnTo>
                <a:lnTo>
                  <a:pt x="239268" y="20320"/>
                </a:lnTo>
                <a:lnTo>
                  <a:pt x="201345" y="42621"/>
                </a:lnTo>
                <a:lnTo>
                  <a:pt x="172402" y="77279"/>
                </a:lnTo>
                <a:lnTo>
                  <a:pt x="155143" y="121983"/>
                </a:lnTo>
                <a:lnTo>
                  <a:pt x="149352" y="175768"/>
                </a:lnTo>
                <a:lnTo>
                  <a:pt x="149948" y="195770"/>
                </a:lnTo>
                <a:lnTo>
                  <a:pt x="160020" y="248920"/>
                </a:lnTo>
                <a:lnTo>
                  <a:pt x="180809" y="291147"/>
                </a:lnTo>
                <a:lnTo>
                  <a:pt x="213169" y="320548"/>
                </a:lnTo>
                <a:lnTo>
                  <a:pt x="254419" y="339153"/>
                </a:lnTo>
                <a:lnTo>
                  <a:pt x="303276" y="344932"/>
                </a:lnTo>
                <a:lnTo>
                  <a:pt x="311264" y="344678"/>
                </a:lnTo>
                <a:lnTo>
                  <a:pt x="354977" y="337820"/>
                </a:lnTo>
                <a:lnTo>
                  <a:pt x="368693" y="333502"/>
                </a:lnTo>
                <a:lnTo>
                  <a:pt x="388620" y="326644"/>
                </a:lnTo>
                <a:lnTo>
                  <a:pt x="397764" y="322072"/>
                </a:lnTo>
                <a:lnTo>
                  <a:pt x="405384" y="319024"/>
                </a:lnTo>
                <a:lnTo>
                  <a:pt x="409956" y="317500"/>
                </a:lnTo>
                <a:lnTo>
                  <a:pt x="409956" y="175768"/>
                </a:lnTo>
                <a:close/>
              </a:path>
              <a:path w="637539" h="424180">
                <a:moveTo>
                  <a:pt x="637044" y="172720"/>
                </a:moveTo>
                <a:lnTo>
                  <a:pt x="630948" y="133096"/>
                </a:lnTo>
                <a:lnTo>
                  <a:pt x="604012" y="102908"/>
                </a:lnTo>
                <a:lnTo>
                  <a:pt x="561035" y="90043"/>
                </a:lnTo>
                <a:lnTo>
                  <a:pt x="537984" y="88900"/>
                </a:lnTo>
                <a:lnTo>
                  <a:pt x="527672" y="89192"/>
                </a:lnTo>
                <a:lnTo>
                  <a:pt x="477024" y="97282"/>
                </a:lnTo>
                <a:lnTo>
                  <a:pt x="463308" y="101092"/>
                </a:lnTo>
                <a:lnTo>
                  <a:pt x="463308" y="142240"/>
                </a:lnTo>
                <a:lnTo>
                  <a:pt x="466356" y="142240"/>
                </a:lnTo>
                <a:lnTo>
                  <a:pt x="475729" y="138201"/>
                </a:lnTo>
                <a:lnTo>
                  <a:pt x="485406" y="135001"/>
                </a:lnTo>
                <a:lnTo>
                  <a:pt x="530593" y="125768"/>
                </a:lnTo>
                <a:lnTo>
                  <a:pt x="537984" y="125476"/>
                </a:lnTo>
                <a:lnTo>
                  <a:pt x="553224" y="125476"/>
                </a:lnTo>
                <a:lnTo>
                  <a:pt x="568464" y="128524"/>
                </a:lnTo>
                <a:lnTo>
                  <a:pt x="574560" y="130048"/>
                </a:lnTo>
                <a:lnTo>
                  <a:pt x="580656" y="134620"/>
                </a:lnTo>
                <a:lnTo>
                  <a:pt x="585228" y="137668"/>
                </a:lnTo>
                <a:lnTo>
                  <a:pt x="589800" y="142240"/>
                </a:lnTo>
                <a:lnTo>
                  <a:pt x="592848" y="146812"/>
                </a:lnTo>
                <a:lnTo>
                  <a:pt x="594372" y="152908"/>
                </a:lnTo>
                <a:lnTo>
                  <a:pt x="595896" y="160528"/>
                </a:lnTo>
                <a:lnTo>
                  <a:pt x="595896" y="178816"/>
                </a:lnTo>
                <a:lnTo>
                  <a:pt x="595896" y="210820"/>
                </a:lnTo>
                <a:lnTo>
                  <a:pt x="595896" y="277876"/>
                </a:lnTo>
                <a:lnTo>
                  <a:pt x="589013" y="284213"/>
                </a:lnTo>
                <a:lnTo>
                  <a:pt x="550557" y="305308"/>
                </a:lnTo>
                <a:lnTo>
                  <a:pt x="531888" y="306832"/>
                </a:lnTo>
                <a:lnTo>
                  <a:pt x="521284" y="306247"/>
                </a:lnTo>
                <a:lnTo>
                  <a:pt x="488835" y="283781"/>
                </a:lnTo>
                <a:lnTo>
                  <a:pt x="486168" y="265684"/>
                </a:lnTo>
                <a:lnTo>
                  <a:pt x="486752" y="256882"/>
                </a:lnTo>
                <a:lnTo>
                  <a:pt x="515899" y="224091"/>
                </a:lnTo>
                <a:lnTo>
                  <a:pt x="570179" y="214249"/>
                </a:lnTo>
                <a:lnTo>
                  <a:pt x="579894" y="213106"/>
                </a:lnTo>
                <a:lnTo>
                  <a:pt x="588467" y="211963"/>
                </a:lnTo>
                <a:lnTo>
                  <a:pt x="595896" y="210820"/>
                </a:lnTo>
                <a:lnTo>
                  <a:pt x="595896" y="178816"/>
                </a:lnTo>
                <a:lnTo>
                  <a:pt x="536460" y="183388"/>
                </a:lnTo>
                <a:lnTo>
                  <a:pt x="498525" y="192824"/>
                </a:lnTo>
                <a:lnTo>
                  <a:pt x="460514" y="216560"/>
                </a:lnTo>
                <a:lnTo>
                  <a:pt x="444296" y="255193"/>
                </a:lnTo>
                <a:lnTo>
                  <a:pt x="443496" y="267208"/>
                </a:lnTo>
                <a:lnTo>
                  <a:pt x="444017" y="275856"/>
                </a:lnTo>
                <a:lnTo>
                  <a:pt x="456641" y="312547"/>
                </a:lnTo>
                <a:lnTo>
                  <a:pt x="496087" y="341718"/>
                </a:lnTo>
                <a:lnTo>
                  <a:pt x="518172" y="344932"/>
                </a:lnTo>
                <a:lnTo>
                  <a:pt x="526745" y="344678"/>
                </a:lnTo>
                <a:lnTo>
                  <a:pt x="534174" y="343979"/>
                </a:lnTo>
                <a:lnTo>
                  <a:pt x="540461" y="343014"/>
                </a:lnTo>
                <a:lnTo>
                  <a:pt x="545604" y="341884"/>
                </a:lnTo>
                <a:lnTo>
                  <a:pt x="553224" y="340360"/>
                </a:lnTo>
                <a:lnTo>
                  <a:pt x="559320" y="337312"/>
                </a:lnTo>
                <a:lnTo>
                  <a:pt x="566940" y="332740"/>
                </a:lnTo>
                <a:lnTo>
                  <a:pt x="571512" y="331216"/>
                </a:lnTo>
                <a:lnTo>
                  <a:pt x="583704" y="322072"/>
                </a:lnTo>
                <a:lnTo>
                  <a:pt x="588276" y="319024"/>
                </a:lnTo>
                <a:lnTo>
                  <a:pt x="592848" y="314452"/>
                </a:lnTo>
                <a:lnTo>
                  <a:pt x="595896" y="312928"/>
                </a:lnTo>
                <a:lnTo>
                  <a:pt x="595896" y="338836"/>
                </a:lnTo>
                <a:lnTo>
                  <a:pt x="637044" y="338836"/>
                </a:lnTo>
                <a:lnTo>
                  <a:pt x="637044" y="312928"/>
                </a:lnTo>
                <a:lnTo>
                  <a:pt x="637044" y="306832"/>
                </a:lnTo>
                <a:lnTo>
                  <a:pt x="637044" y="210820"/>
                </a:lnTo>
                <a:lnTo>
                  <a:pt x="637044" y="17272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6091428" y="2389631"/>
            <a:ext cx="1164590" cy="344805"/>
          </a:xfrm>
          <a:custGeom>
            <a:avLst/>
            <a:gdLst/>
            <a:ahLst/>
            <a:cxnLst/>
            <a:rect l="l" t="t" r="r" b="b"/>
            <a:pathLst>
              <a:path w="1164590" h="344805">
                <a:moveTo>
                  <a:pt x="41148" y="0"/>
                </a:moveTo>
                <a:lnTo>
                  <a:pt x="0" y="0"/>
                </a:lnTo>
                <a:lnTo>
                  <a:pt x="0" y="338328"/>
                </a:lnTo>
                <a:lnTo>
                  <a:pt x="41148" y="338328"/>
                </a:lnTo>
                <a:lnTo>
                  <a:pt x="41148" y="0"/>
                </a:lnTo>
                <a:close/>
              </a:path>
              <a:path w="1164590" h="344805">
                <a:moveTo>
                  <a:pt x="292595" y="198120"/>
                </a:moveTo>
                <a:lnTo>
                  <a:pt x="292239" y="188976"/>
                </a:lnTo>
                <a:lnTo>
                  <a:pt x="292049" y="184073"/>
                </a:lnTo>
                <a:lnTo>
                  <a:pt x="290499" y="171450"/>
                </a:lnTo>
                <a:lnTo>
                  <a:pt x="276783" y="130873"/>
                </a:lnTo>
                <a:lnTo>
                  <a:pt x="265163" y="115824"/>
                </a:lnTo>
                <a:lnTo>
                  <a:pt x="258902" y="108635"/>
                </a:lnTo>
                <a:lnTo>
                  <a:pt x="252971" y="103936"/>
                </a:lnTo>
                <a:lnTo>
                  <a:pt x="252971" y="188976"/>
                </a:lnTo>
                <a:lnTo>
                  <a:pt x="124955" y="188976"/>
                </a:lnTo>
                <a:lnTo>
                  <a:pt x="138671" y="147828"/>
                </a:lnTo>
                <a:lnTo>
                  <a:pt x="144767" y="141732"/>
                </a:lnTo>
                <a:lnTo>
                  <a:pt x="150863" y="134112"/>
                </a:lnTo>
                <a:lnTo>
                  <a:pt x="193535" y="121920"/>
                </a:lnTo>
                <a:lnTo>
                  <a:pt x="201256" y="122212"/>
                </a:lnTo>
                <a:lnTo>
                  <a:pt x="243827" y="146304"/>
                </a:lnTo>
                <a:lnTo>
                  <a:pt x="248399" y="161544"/>
                </a:lnTo>
                <a:lnTo>
                  <a:pt x="250405" y="167551"/>
                </a:lnTo>
                <a:lnTo>
                  <a:pt x="251828" y="174117"/>
                </a:lnTo>
                <a:lnTo>
                  <a:pt x="252691" y="181267"/>
                </a:lnTo>
                <a:lnTo>
                  <a:pt x="252971" y="188976"/>
                </a:lnTo>
                <a:lnTo>
                  <a:pt x="252971" y="103936"/>
                </a:lnTo>
                <a:lnTo>
                  <a:pt x="216585" y="89725"/>
                </a:lnTo>
                <a:lnTo>
                  <a:pt x="195059" y="88392"/>
                </a:lnTo>
                <a:lnTo>
                  <a:pt x="171081" y="90665"/>
                </a:lnTo>
                <a:lnTo>
                  <a:pt x="130556" y="108331"/>
                </a:lnTo>
                <a:lnTo>
                  <a:pt x="100291" y="142290"/>
                </a:lnTo>
                <a:lnTo>
                  <a:pt x="84289" y="189674"/>
                </a:lnTo>
                <a:lnTo>
                  <a:pt x="82283" y="217932"/>
                </a:lnTo>
                <a:lnTo>
                  <a:pt x="84289" y="246176"/>
                </a:lnTo>
                <a:lnTo>
                  <a:pt x="100291" y="292950"/>
                </a:lnTo>
                <a:lnTo>
                  <a:pt x="132003" y="324904"/>
                </a:lnTo>
                <a:lnTo>
                  <a:pt x="177723" y="340906"/>
                </a:lnTo>
                <a:lnTo>
                  <a:pt x="205727" y="342900"/>
                </a:lnTo>
                <a:lnTo>
                  <a:pt x="222491" y="342900"/>
                </a:lnTo>
                <a:lnTo>
                  <a:pt x="230111" y="341376"/>
                </a:lnTo>
                <a:lnTo>
                  <a:pt x="236207" y="339852"/>
                </a:lnTo>
                <a:lnTo>
                  <a:pt x="251447" y="336804"/>
                </a:lnTo>
                <a:lnTo>
                  <a:pt x="256019" y="335280"/>
                </a:lnTo>
                <a:lnTo>
                  <a:pt x="263639" y="332232"/>
                </a:lnTo>
                <a:lnTo>
                  <a:pt x="269735" y="330708"/>
                </a:lnTo>
                <a:lnTo>
                  <a:pt x="277355" y="327660"/>
                </a:lnTo>
                <a:lnTo>
                  <a:pt x="283451" y="324612"/>
                </a:lnTo>
                <a:lnTo>
                  <a:pt x="288023" y="323088"/>
                </a:lnTo>
                <a:lnTo>
                  <a:pt x="288023" y="307848"/>
                </a:lnTo>
                <a:lnTo>
                  <a:pt x="288023" y="278892"/>
                </a:lnTo>
                <a:lnTo>
                  <a:pt x="284975" y="278892"/>
                </a:lnTo>
                <a:lnTo>
                  <a:pt x="281927" y="281940"/>
                </a:lnTo>
                <a:lnTo>
                  <a:pt x="277355" y="283464"/>
                </a:lnTo>
                <a:lnTo>
                  <a:pt x="272783" y="286512"/>
                </a:lnTo>
                <a:lnTo>
                  <a:pt x="231635" y="304800"/>
                </a:lnTo>
                <a:lnTo>
                  <a:pt x="204203" y="307848"/>
                </a:lnTo>
                <a:lnTo>
                  <a:pt x="186804" y="306425"/>
                </a:lnTo>
                <a:lnTo>
                  <a:pt x="146291" y="284988"/>
                </a:lnTo>
                <a:lnTo>
                  <a:pt x="126149" y="240411"/>
                </a:lnTo>
                <a:lnTo>
                  <a:pt x="124955" y="220980"/>
                </a:lnTo>
                <a:lnTo>
                  <a:pt x="292595" y="220980"/>
                </a:lnTo>
                <a:lnTo>
                  <a:pt x="292595" y="198120"/>
                </a:lnTo>
                <a:close/>
              </a:path>
              <a:path w="1164590" h="344805">
                <a:moveTo>
                  <a:pt x="446532" y="176784"/>
                </a:moveTo>
                <a:lnTo>
                  <a:pt x="323088" y="176784"/>
                </a:lnTo>
                <a:lnTo>
                  <a:pt x="323088" y="216408"/>
                </a:lnTo>
                <a:lnTo>
                  <a:pt x="446532" y="216408"/>
                </a:lnTo>
                <a:lnTo>
                  <a:pt x="446532" y="176784"/>
                </a:lnTo>
                <a:close/>
              </a:path>
              <a:path w="1164590" h="344805">
                <a:moveTo>
                  <a:pt x="697992" y="245364"/>
                </a:moveTo>
                <a:lnTo>
                  <a:pt x="689622" y="205930"/>
                </a:lnTo>
                <a:lnTo>
                  <a:pt x="663511" y="176974"/>
                </a:lnTo>
                <a:lnTo>
                  <a:pt x="627481" y="162306"/>
                </a:lnTo>
                <a:lnTo>
                  <a:pt x="592239" y="153162"/>
                </a:lnTo>
                <a:lnTo>
                  <a:pt x="583501" y="150876"/>
                </a:lnTo>
                <a:lnTo>
                  <a:pt x="575614" y="148602"/>
                </a:lnTo>
                <a:lnTo>
                  <a:pt x="568452" y="146316"/>
                </a:lnTo>
                <a:lnTo>
                  <a:pt x="558736" y="143471"/>
                </a:lnTo>
                <a:lnTo>
                  <a:pt x="528256" y="114503"/>
                </a:lnTo>
                <a:lnTo>
                  <a:pt x="525780" y="96012"/>
                </a:lnTo>
                <a:lnTo>
                  <a:pt x="526923" y="85153"/>
                </a:lnTo>
                <a:lnTo>
                  <a:pt x="554037" y="53441"/>
                </a:lnTo>
                <a:lnTo>
                  <a:pt x="592836" y="45720"/>
                </a:lnTo>
                <a:lnTo>
                  <a:pt x="605612" y="46316"/>
                </a:lnTo>
                <a:lnTo>
                  <a:pt x="643128" y="56388"/>
                </a:lnTo>
                <a:lnTo>
                  <a:pt x="682752" y="80772"/>
                </a:lnTo>
                <a:lnTo>
                  <a:pt x="685800" y="80772"/>
                </a:lnTo>
                <a:lnTo>
                  <a:pt x="685800" y="28968"/>
                </a:lnTo>
                <a:lnTo>
                  <a:pt x="675246" y="24434"/>
                </a:lnTo>
                <a:lnTo>
                  <a:pt x="629005" y="11480"/>
                </a:lnTo>
                <a:lnTo>
                  <a:pt x="589788" y="7620"/>
                </a:lnTo>
                <a:lnTo>
                  <a:pt x="566928" y="9334"/>
                </a:lnTo>
                <a:lnTo>
                  <a:pt x="528066" y="23050"/>
                </a:lnTo>
                <a:lnTo>
                  <a:pt x="498297" y="49364"/>
                </a:lnTo>
                <a:lnTo>
                  <a:pt x="481584" y="100584"/>
                </a:lnTo>
                <a:lnTo>
                  <a:pt x="481863" y="109689"/>
                </a:lnTo>
                <a:lnTo>
                  <a:pt x="493204" y="147637"/>
                </a:lnTo>
                <a:lnTo>
                  <a:pt x="525780" y="176784"/>
                </a:lnTo>
                <a:lnTo>
                  <a:pt x="554736" y="187452"/>
                </a:lnTo>
                <a:lnTo>
                  <a:pt x="579805" y="193675"/>
                </a:lnTo>
                <a:lnTo>
                  <a:pt x="586740" y="195072"/>
                </a:lnTo>
                <a:lnTo>
                  <a:pt x="592734" y="197129"/>
                </a:lnTo>
                <a:lnTo>
                  <a:pt x="614172" y="202692"/>
                </a:lnTo>
                <a:lnTo>
                  <a:pt x="648652" y="227266"/>
                </a:lnTo>
                <a:lnTo>
                  <a:pt x="653796" y="252984"/>
                </a:lnTo>
                <a:lnTo>
                  <a:pt x="652653" y="264083"/>
                </a:lnTo>
                <a:lnTo>
                  <a:pt x="625233" y="297967"/>
                </a:lnTo>
                <a:lnTo>
                  <a:pt x="582168" y="306324"/>
                </a:lnTo>
                <a:lnTo>
                  <a:pt x="569353" y="305739"/>
                </a:lnTo>
                <a:lnTo>
                  <a:pt x="530352" y="295656"/>
                </a:lnTo>
                <a:lnTo>
                  <a:pt x="492417" y="274015"/>
                </a:lnTo>
                <a:lnTo>
                  <a:pt x="481584" y="265176"/>
                </a:lnTo>
                <a:lnTo>
                  <a:pt x="478536" y="265176"/>
                </a:lnTo>
                <a:lnTo>
                  <a:pt x="478536" y="318516"/>
                </a:lnTo>
                <a:lnTo>
                  <a:pt x="489318" y="323951"/>
                </a:lnTo>
                <a:lnTo>
                  <a:pt x="537413" y="339928"/>
                </a:lnTo>
                <a:lnTo>
                  <a:pt x="585216" y="344424"/>
                </a:lnTo>
                <a:lnTo>
                  <a:pt x="599262" y="343877"/>
                </a:lnTo>
                <a:lnTo>
                  <a:pt x="643737" y="331952"/>
                </a:lnTo>
                <a:lnTo>
                  <a:pt x="675576" y="307682"/>
                </a:lnTo>
                <a:lnTo>
                  <a:pt x="694131" y="274091"/>
                </a:lnTo>
                <a:lnTo>
                  <a:pt x="697649" y="254749"/>
                </a:lnTo>
                <a:lnTo>
                  <a:pt x="697992" y="245364"/>
                </a:lnTo>
                <a:close/>
              </a:path>
              <a:path w="1164590" h="344805">
                <a:moveTo>
                  <a:pt x="929627" y="179832"/>
                </a:moveTo>
                <a:lnTo>
                  <a:pt x="924864" y="140970"/>
                </a:lnTo>
                <a:lnTo>
                  <a:pt x="898652" y="101257"/>
                </a:lnTo>
                <a:lnTo>
                  <a:pt x="853427" y="88392"/>
                </a:lnTo>
                <a:lnTo>
                  <a:pt x="844080" y="88963"/>
                </a:lnTo>
                <a:lnTo>
                  <a:pt x="807707" y="101777"/>
                </a:lnTo>
                <a:lnTo>
                  <a:pt x="780275" y="121920"/>
                </a:lnTo>
                <a:lnTo>
                  <a:pt x="780275" y="0"/>
                </a:lnTo>
                <a:lnTo>
                  <a:pt x="739127" y="0"/>
                </a:lnTo>
                <a:lnTo>
                  <a:pt x="739127" y="338328"/>
                </a:lnTo>
                <a:lnTo>
                  <a:pt x="780275" y="338328"/>
                </a:lnTo>
                <a:lnTo>
                  <a:pt x="780275" y="156972"/>
                </a:lnTo>
                <a:lnTo>
                  <a:pt x="788276" y="150431"/>
                </a:lnTo>
                <a:lnTo>
                  <a:pt x="828090" y="128778"/>
                </a:lnTo>
                <a:lnTo>
                  <a:pt x="842759" y="126492"/>
                </a:lnTo>
                <a:lnTo>
                  <a:pt x="853427" y="126492"/>
                </a:lnTo>
                <a:lnTo>
                  <a:pt x="883907" y="150876"/>
                </a:lnTo>
                <a:lnTo>
                  <a:pt x="886955" y="158496"/>
                </a:lnTo>
                <a:lnTo>
                  <a:pt x="886955" y="167640"/>
                </a:lnTo>
                <a:lnTo>
                  <a:pt x="889050" y="183642"/>
                </a:lnTo>
                <a:lnTo>
                  <a:pt x="889749" y="191643"/>
                </a:lnTo>
                <a:lnTo>
                  <a:pt x="890003" y="199644"/>
                </a:lnTo>
                <a:lnTo>
                  <a:pt x="890003" y="338328"/>
                </a:lnTo>
                <a:lnTo>
                  <a:pt x="929627" y="338328"/>
                </a:lnTo>
                <a:lnTo>
                  <a:pt x="929627" y="179832"/>
                </a:lnTo>
                <a:close/>
              </a:path>
              <a:path w="1164590" h="344805">
                <a:moveTo>
                  <a:pt x="1164336" y="172212"/>
                </a:moveTo>
                <a:lnTo>
                  <a:pt x="1158240" y="132588"/>
                </a:lnTo>
                <a:lnTo>
                  <a:pt x="1131277" y="102400"/>
                </a:lnTo>
                <a:lnTo>
                  <a:pt x="1088136" y="89535"/>
                </a:lnTo>
                <a:lnTo>
                  <a:pt x="1065276" y="88392"/>
                </a:lnTo>
                <a:lnTo>
                  <a:pt x="1054747" y="88684"/>
                </a:lnTo>
                <a:lnTo>
                  <a:pt x="1004316" y="96774"/>
                </a:lnTo>
                <a:lnTo>
                  <a:pt x="990600" y="100584"/>
                </a:lnTo>
                <a:lnTo>
                  <a:pt x="990600" y="141732"/>
                </a:lnTo>
                <a:lnTo>
                  <a:pt x="993648" y="141732"/>
                </a:lnTo>
                <a:lnTo>
                  <a:pt x="1002804" y="137693"/>
                </a:lnTo>
                <a:lnTo>
                  <a:pt x="1012126" y="134493"/>
                </a:lnTo>
                <a:lnTo>
                  <a:pt x="1056601" y="125260"/>
                </a:lnTo>
                <a:lnTo>
                  <a:pt x="1063752" y="124968"/>
                </a:lnTo>
                <a:lnTo>
                  <a:pt x="1080516" y="124968"/>
                </a:lnTo>
                <a:lnTo>
                  <a:pt x="1095756" y="128016"/>
                </a:lnTo>
                <a:lnTo>
                  <a:pt x="1101852" y="129540"/>
                </a:lnTo>
                <a:lnTo>
                  <a:pt x="1106424" y="134112"/>
                </a:lnTo>
                <a:lnTo>
                  <a:pt x="1112520" y="137160"/>
                </a:lnTo>
                <a:lnTo>
                  <a:pt x="1118616" y="146304"/>
                </a:lnTo>
                <a:lnTo>
                  <a:pt x="1121664" y="152400"/>
                </a:lnTo>
                <a:lnTo>
                  <a:pt x="1123188" y="160020"/>
                </a:lnTo>
                <a:lnTo>
                  <a:pt x="1123188" y="178308"/>
                </a:lnTo>
                <a:lnTo>
                  <a:pt x="1123188" y="210312"/>
                </a:lnTo>
                <a:lnTo>
                  <a:pt x="1123188" y="277368"/>
                </a:lnTo>
                <a:lnTo>
                  <a:pt x="1116304" y="283705"/>
                </a:lnTo>
                <a:lnTo>
                  <a:pt x="1077277" y="304800"/>
                </a:lnTo>
                <a:lnTo>
                  <a:pt x="1059180" y="306324"/>
                </a:lnTo>
                <a:lnTo>
                  <a:pt x="1048334" y="305739"/>
                </a:lnTo>
                <a:lnTo>
                  <a:pt x="1015936" y="283273"/>
                </a:lnTo>
                <a:lnTo>
                  <a:pt x="1013460" y="265176"/>
                </a:lnTo>
                <a:lnTo>
                  <a:pt x="1014044" y="256374"/>
                </a:lnTo>
                <a:lnTo>
                  <a:pt x="1042339" y="223583"/>
                </a:lnTo>
                <a:lnTo>
                  <a:pt x="1097470" y="213741"/>
                </a:lnTo>
                <a:lnTo>
                  <a:pt x="1107186" y="212598"/>
                </a:lnTo>
                <a:lnTo>
                  <a:pt x="1115758" y="211455"/>
                </a:lnTo>
                <a:lnTo>
                  <a:pt x="1123188" y="210312"/>
                </a:lnTo>
                <a:lnTo>
                  <a:pt x="1123188" y="178308"/>
                </a:lnTo>
                <a:lnTo>
                  <a:pt x="1063752" y="182880"/>
                </a:lnTo>
                <a:lnTo>
                  <a:pt x="1025817" y="192316"/>
                </a:lnTo>
                <a:lnTo>
                  <a:pt x="987806" y="216052"/>
                </a:lnTo>
                <a:lnTo>
                  <a:pt x="971372" y="254685"/>
                </a:lnTo>
                <a:lnTo>
                  <a:pt x="970788" y="266700"/>
                </a:lnTo>
                <a:lnTo>
                  <a:pt x="971092" y="275348"/>
                </a:lnTo>
                <a:lnTo>
                  <a:pt x="983361" y="312039"/>
                </a:lnTo>
                <a:lnTo>
                  <a:pt x="1023366" y="341210"/>
                </a:lnTo>
                <a:lnTo>
                  <a:pt x="1043940" y="344424"/>
                </a:lnTo>
                <a:lnTo>
                  <a:pt x="1052741" y="344170"/>
                </a:lnTo>
                <a:lnTo>
                  <a:pt x="1094232" y="332232"/>
                </a:lnTo>
                <a:lnTo>
                  <a:pt x="1098804" y="330708"/>
                </a:lnTo>
                <a:lnTo>
                  <a:pt x="1104900" y="326136"/>
                </a:lnTo>
                <a:lnTo>
                  <a:pt x="1109472" y="321564"/>
                </a:lnTo>
                <a:lnTo>
                  <a:pt x="1115568" y="318516"/>
                </a:lnTo>
                <a:lnTo>
                  <a:pt x="1120140" y="313944"/>
                </a:lnTo>
                <a:lnTo>
                  <a:pt x="1123188" y="312420"/>
                </a:lnTo>
                <a:lnTo>
                  <a:pt x="1123188" y="338328"/>
                </a:lnTo>
                <a:lnTo>
                  <a:pt x="1164336" y="338328"/>
                </a:lnTo>
                <a:lnTo>
                  <a:pt x="1164336" y="312420"/>
                </a:lnTo>
                <a:lnTo>
                  <a:pt x="1164336" y="306324"/>
                </a:lnTo>
                <a:lnTo>
                  <a:pt x="1164336" y="210312"/>
                </a:lnTo>
                <a:lnTo>
                  <a:pt x="1164336" y="172212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7312139" y="2389631"/>
            <a:ext cx="774700" cy="426720"/>
          </a:xfrm>
          <a:custGeom>
            <a:avLst/>
            <a:gdLst/>
            <a:ahLst/>
            <a:cxnLst/>
            <a:rect l="l" t="t" r="r" b="b"/>
            <a:pathLst>
              <a:path w="774700" h="426719">
                <a:moveTo>
                  <a:pt x="204216" y="210312"/>
                </a:moveTo>
                <a:lnTo>
                  <a:pt x="198501" y="159829"/>
                </a:lnTo>
                <a:lnTo>
                  <a:pt x="181356" y="121920"/>
                </a:lnTo>
                <a:lnTo>
                  <a:pt x="161544" y="102285"/>
                </a:lnTo>
                <a:lnTo>
                  <a:pt x="161544" y="214884"/>
                </a:lnTo>
                <a:lnTo>
                  <a:pt x="160642" y="235445"/>
                </a:lnTo>
                <a:lnTo>
                  <a:pt x="144780" y="281940"/>
                </a:lnTo>
                <a:lnTo>
                  <a:pt x="110286" y="304876"/>
                </a:lnTo>
                <a:lnTo>
                  <a:pt x="96012" y="306324"/>
                </a:lnTo>
                <a:lnTo>
                  <a:pt x="88303" y="306070"/>
                </a:lnTo>
                <a:lnTo>
                  <a:pt x="41148" y="292608"/>
                </a:lnTo>
                <a:lnTo>
                  <a:pt x="41148" y="155448"/>
                </a:lnTo>
                <a:lnTo>
                  <a:pt x="80543" y="131000"/>
                </a:lnTo>
                <a:lnTo>
                  <a:pt x="106680" y="126492"/>
                </a:lnTo>
                <a:lnTo>
                  <a:pt x="120421" y="127927"/>
                </a:lnTo>
                <a:lnTo>
                  <a:pt x="155117" y="162814"/>
                </a:lnTo>
                <a:lnTo>
                  <a:pt x="161544" y="214884"/>
                </a:lnTo>
                <a:lnTo>
                  <a:pt x="161544" y="102285"/>
                </a:lnTo>
                <a:lnTo>
                  <a:pt x="153162" y="96583"/>
                </a:lnTo>
                <a:lnTo>
                  <a:pt x="135496" y="90424"/>
                </a:lnTo>
                <a:lnTo>
                  <a:pt x="115824" y="88392"/>
                </a:lnTo>
                <a:lnTo>
                  <a:pt x="104902" y="88963"/>
                </a:lnTo>
                <a:lnTo>
                  <a:pt x="65798" y="102400"/>
                </a:lnTo>
                <a:lnTo>
                  <a:pt x="41148" y="120396"/>
                </a:lnTo>
                <a:lnTo>
                  <a:pt x="41148" y="94488"/>
                </a:lnTo>
                <a:lnTo>
                  <a:pt x="0" y="94488"/>
                </a:lnTo>
                <a:lnTo>
                  <a:pt x="0" y="426720"/>
                </a:lnTo>
                <a:lnTo>
                  <a:pt x="41148" y="426720"/>
                </a:lnTo>
                <a:lnTo>
                  <a:pt x="41148" y="326136"/>
                </a:lnTo>
                <a:lnTo>
                  <a:pt x="48895" y="330187"/>
                </a:lnTo>
                <a:lnTo>
                  <a:pt x="93256" y="342620"/>
                </a:lnTo>
                <a:lnTo>
                  <a:pt x="102108" y="342900"/>
                </a:lnTo>
                <a:lnTo>
                  <a:pt x="122974" y="340614"/>
                </a:lnTo>
                <a:lnTo>
                  <a:pt x="142113" y="333756"/>
                </a:lnTo>
                <a:lnTo>
                  <a:pt x="153733" y="326136"/>
                </a:lnTo>
                <a:lnTo>
                  <a:pt x="159550" y="322326"/>
                </a:lnTo>
                <a:lnTo>
                  <a:pt x="175260" y="306324"/>
                </a:lnTo>
                <a:lnTo>
                  <a:pt x="188150" y="286613"/>
                </a:lnTo>
                <a:lnTo>
                  <a:pt x="197167" y="264033"/>
                </a:lnTo>
                <a:lnTo>
                  <a:pt x="202488" y="238607"/>
                </a:lnTo>
                <a:lnTo>
                  <a:pt x="204216" y="210312"/>
                </a:lnTo>
                <a:close/>
              </a:path>
              <a:path w="774700" h="426719">
                <a:moveTo>
                  <a:pt x="289572" y="0"/>
                </a:moveTo>
                <a:lnTo>
                  <a:pt x="248424" y="0"/>
                </a:lnTo>
                <a:lnTo>
                  <a:pt x="248424" y="338328"/>
                </a:lnTo>
                <a:lnTo>
                  <a:pt x="289572" y="338328"/>
                </a:lnTo>
                <a:lnTo>
                  <a:pt x="289572" y="0"/>
                </a:lnTo>
                <a:close/>
              </a:path>
              <a:path w="774700" h="426719">
                <a:moveTo>
                  <a:pt x="541020" y="198120"/>
                </a:moveTo>
                <a:lnTo>
                  <a:pt x="537806" y="159981"/>
                </a:lnTo>
                <a:lnTo>
                  <a:pt x="520839" y="123063"/>
                </a:lnTo>
                <a:lnTo>
                  <a:pt x="501396" y="103606"/>
                </a:lnTo>
                <a:lnTo>
                  <a:pt x="501396" y="188976"/>
                </a:lnTo>
                <a:lnTo>
                  <a:pt x="373380" y="188976"/>
                </a:lnTo>
                <a:lnTo>
                  <a:pt x="387096" y="147828"/>
                </a:lnTo>
                <a:lnTo>
                  <a:pt x="393192" y="141732"/>
                </a:lnTo>
                <a:lnTo>
                  <a:pt x="398030" y="136575"/>
                </a:lnTo>
                <a:lnTo>
                  <a:pt x="434251" y="122212"/>
                </a:lnTo>
                <a:lnTo>
                  <a:pt x="441960" y="121920"/>
                </a:lnTo>
                <a:lnTo>
                  <a:pt x="449681" y="122212"/>
                </a:lnTo>
                <a:lnTo>
                  <a:pt x="492252" y="146304"/>
                </a:lnTo>
                <a:lnTo>
                  <a:pt x="501396" y="188976"/>
                </a:lnTo>
                <a:lnTo>
                  <a:pt x="501396" y="103606"/>
                </a:lnTo>
                <a:lnTo>
                  <a:pt x="465201" y="89725"/>
                </a:lnTo>
                <a:lnTo>
                  <a:pt x="443484" y="88392"/>
                </a:lnTo>
                <a:lnTo>
                  <a:pt x="419722" y="90665"/>
                </a:lnTo>
                <a:lnTo>
                  <a:pt x="379628" y="108331"/>
                </a:lnTo>
                <a:lnTo>
                  <a:pt x="348957" y="142290"/>
                </a:lnTo>
                <a:lnTo>
                  <a:pt x="333997" y="189674"/>
                </a:lnTo>
                <a:lnTo>
                  <a:pt x="332232" y="217932"/>
                </a:lnTo>
                <a:lnTo>
                  <a:pt x="334238" y="246176"/>
                </a:lnTo>
                <a:lnTo>
                  <a:pt x="350240" y="292950"/>
                </a:lnTo>
                <a:lnTo>
                  <a:pt x="381723" y="324904"/>
                </a:lnTo>
                <a:lnTo>
                  <a:pt x="426389" y="340906"/>
                </a:lnTo>
                <a:lnTo>
                  <a:pt x="454152" y="342900"/>
                </a:lnTo>
                <a:lnTo>
                  <a:pt x="472440" y="342900"/>
                </a:lnTo>
                <a:lnTo>
                  <a:pt x="484632" y="339852"/>
                </a:lnTo>
                <a:lnTo>
                  <a:pt x="499872" y="336804"/>
                </a:lnTo>
                <a:lnTo>
                  <a:pt x="505968" y="335280"/>
                </a:lnTo>
                <a:lnTo>
                  <a:pt x="512064" y="332232"/>
                </a:lnTo>
                <a:lnTo>
                  <a:pt x="519684" y="330708"/>
                </a:lnTo>
                <a:lnTo>
                  <a:pt x="531876" y="324612"/>
                </a:lnTo>
                <a:lnTo>
                  <a:pt x="536448" y="323088"/>
                </a:lnTo>
                <a:lnTo>
                  <a:pt x="536448" y="307848"/>
                </a:lnTo>
                <a:lnTo>
                  <a:pt x="536448" y="278892"/>
                </a:lnTo>
                <a:lnTo>
                  <a:pt x="534924" y="278892"/>
                </a:lnTo>
                <a:lnTo>
                  <a:pt x="531876" y="281940"/>
                </a:lnTo>
                <a:lnTo>
                  <a:pt x="527304" y="283464"/>
                </a:lnTo>
                <a:lnTo>
                  <a:pt x="521208" y="286512"/>
                </a:lnTo>
                <a:lnTo>
                  <a:pt x="516636" y="291084"/>
                </a:lnTo>
                <a:lnTo>
                  <a:pt x="510540" y="294132"/>
                </a:lnTo>
                <a:lnTo>
                  <a:pt x="502920" y="297180"/>
                </a:lnTo>
                <a:lnTo>
                  <a:pt x="496824" y="300228"/>
                </a:lnTo>
                <a:lnTo>
                  <a:pt x="489204" y="303276"/>
                </a:lnTo>
                <a:lnTo>
                  <a:pt x="473227" y="305930"/>
                </a:lnTo>
                <a:lnTo>
                  <a:pt x="466534" y="306895"/>
                </a:lnTo>
                <a:lnTo>
                  <a:pt x="460133" y="307594"/>
                </a:lnTo>
                <a:lnTo>
                  <a:pt x="454152" y="307848"/>
                </a:lnTo>
                <a:lnTo>
                  <a:pt x="435864" y="306425"/>
                </a:lnTo>
                <a:lnTo>
                  <a:pt x="394716" y="284988"/>
                </a:lnTo>
                <a:lnTo>
                  <a:pt x="374789" y="240411"/>
                </a:lnTo>
                <a:lnTo>
                  <a:pt x="373380" y="220980"/>
                </a:lnTo>
                <a:lnTo>
                  <a:pt x="541020" y="220980"/>
                </a:lnTo>
                <a:lnTo>
                  <a:pt x="541020" y="198120"/>
                </a:lnTo>
                <a:close/>
              </a:path>
              <a:path w="774700" h="426719">
                <a:moveTo>
                  <a:pt x="774204" y="94488"/>
                </a:moveTo>
                <a:lnTo>
                  <a:pt x="731532" y="94488"/>
                </a:lnTo>
                <a:lnTo>
                  <a:pt x="664476" y="274320"/>
                </a:lnTo>
                <a:lnTo>
                  <a:pt x="598944" y="94488"/>
                </a:lnTo>
                <a:lnTo>
                  <a:pt x="554748" y="94488"/>
                </a:lnTo>
                <a:lnTo>
                  <a:pt x="643140" y="326136"/>
                </a:lnTo>
                <a:lnTo>
                  <a:pt x="598944" y="426720"/>
                </a:lnTo>
                <a:lnTo>
                  <a:pt x="643140" y="426720"/>
                </a:lnTo>
                <a:lnTo>
                  <a:pt x="774204" y="94488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8289035" y="2403347"/>
            <a:ext cx="157480" cy="325120"/>
          </a:xfrm>
          <a:custGeom>
            <a:avLst/>
            <a:gdLst/>
            <a:ahLst/>
            <a:cxnLst/>
            <a:rect l="l" t="t" r="r" b="b"/>
            <a:pathLst>
              <a:path w="157479" h="325119">
                <a:moveTo>
                  <a:pt x="156972" y="324612"/>
                </a:moveTo>
                <a:lnTo>
                  <a:pt x="0" y="324612"/>
                </a:lnTo>
                <a:lnTo>
                  <a:pt x="0" y="291084"/>
                </a:lnTo>
                <a:lnTo>
                  <a:pt x="57912" y="291084"/>
                </a:lnTo>
                <a:lnTo>
                  <a:pt x="57912" y="74676"/>
                </a:lnTo>
                <a:lnTo>
                  <a:pt x="0" y="74676"/>
                </a:lnTo>
                <a:lnTo>
                  <a:pt x="0" y="44196"/>
                </a:lnTo>
                <a:lnTo>
                  <a:pt x="15120" y="43624"/>
                </a:lnTo>
                <a:lnTo>
                  <a:pt x="28384" y="41910"/>
                </a:lnTo>
                <a:lnTo>
                  <a:pt x="61341" y="21526"/>
                </a:lnTo>
                <a:lnTo>
                  <a:pt x="67056" y="0"/>
                </a:lnTo>
                <a:lnTo>
                  <a:pt x="100584" y="0"/>
                </a:lnTo>
                <a:lnTo>
                  <a:pt x="100584" y="291084"/>
                </a:lnTo>
                <a:lnTo>
                  <a:pt x="156972" y="291084"/>
                </a:lnTo>
                <a:lnTo>
                  <a:pt x="156972" y="324612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8497811" y="2389123"/>
            <a:ext cx="852169" cy="424180"/>
          </a:xfrm>
          <a:custGeom>
            <a:avLst/>
            <a:gdLst/>
            <a:ahLst/>
            <a:cxnLst/>
            <a:rect l="l" t="t" r="r" b="b"/>
            <a:pathLst>
              <a:path w="852170" h="424180">
                <a:moveTo>
                  <a:pt x="210312" y="157480"/>
                </a:moveTo>
                <a:lnTo>
                  <a:pt x="208026" y="116332"/>
                </a:lnTo>
                <a:lnTo>
                  <a:pt x="196049" y="70307"/>
                </a:lnTo>
                <a:lnTo>
                  <a:pt x="175260" y="37084"/>
                </a:lnTo>
                <a:lnTo>
                  <a:pt x="166116" y="29032"/>
                </a:lnTo>
                <a:lnTo>
                  <a:pt x="166116" y="168148"/>
                </a:lnTo>
                <a:lnTo>
                  <a:pt x="159880" y="172199"/>
                </a:lnTo>
                <a:lnTo>
                  <a:pt x="152781" y="175387"/>
                </a:lnTo>
                <a:lnTo>
                  <a:pt x="145122" y="178015"/>
                </a:lnTo>
                <a:lnTo>
                  <a:pt x="137160" y="180340"/>
                </a:lnTo>
                <a:lnTo>
                  <a:pt x="129425" y="183222"/>
                </a:lnTo>
                <a:lnTo>
                  <a:pt x="122110" y="185102"/>
                </a:lnTo>
                <a:lnTo>
                  <a:pt x="115087" y="186131"/>
                </a:lnTo>
                <a:lnTo>
                  <a:pt x="108204" y="186436"/>
                </a:lnTo>
                <a:lnTo>
                  <a:pt x="99060" y="186436"/>
                </a:lnTo>
                <a:lnTo>
                  <a:pt x="92964" y="184912"/>
                </a:lnTo>
                <a:lnTo>
                  <a:pt x="85344" y="183388"/>
                </a:lnTo>
                <a:lnTo>
                  <a:pt x="79248" y="181864"/>
                </a:lnTo>
                <a:lnTo>
                  <a:pt x="71628" y="178816"/>
                </a:lnTo>
                <a:lnTo>
                  <a:pt x="67056" y="174244"/>
                </a:lnTo>
                <a:lnTo>
                  <a:pt x="61658" y="169392"/>
                </a:lnTo>
                <a:lnTo>
                  <a:pt x="44513" y="127596"/>
                </a:lnTo>
                <a:lnTo>
                  <a:pt x="44246" y="119380"/>
                </a:lnTo>
                <a:lnTo>
                  <a:pt x="44297" y="116332"/>
                </a:lnTo>
                <a:lnTo>
                  <a:pt x="53848" y="73279"/>
                </a:lnTo>
                <a:lnTo>
                  <a:pt x="90754" y="44348"/>
                </a:lnTo>
                <a:lnTo>
                  <a:pt x="103632" y="43180"/>
                </a:lnTo>
                <a:lnTo>
                  <a:pt x="111252" y="43180"/>
                </a:lnTo>
                <a:lnTo>
                  <a:pt x="117348" y="44704"/>
                </a:lnTo>
                <a:lnTo>
                  <a:pt x="124968" y="47752"/>
                </a:lnTo>
                <a:lnTo>
                  <a:pt x="131064" y="49276"/>
                </a:lnTo>
                <a:lnTo>
                  <a:pt x="157187" y="83756"/>
                </a:lnTo>
                <a:lnTo>
                  <a:pt x="165811" y="132054"/>
                </a:lnTo>
                <a:lnTo>
                  <a:pt x="166116" y="168148"/>
                </a:lnTo>
                <a:lnTo>
                  <a:pt x="166116" y="29032"/>
                </a:lnTo>
                <a:lnTo>
                  <a:pt x="124587" y="10223"/>
                </a:lnTo>
                <a:lnTo>
                  <a:pt x="103632" y="8128"/>
                </a:lnTo>
                <a:lnTo>
                  <a:pt x="93370" y="8686"/>
                </a:lnTo>
                <a:lnTo>
                  <a:pt x="54279" y="20612"/>
                </a:lnTo>
                <a:lnTo>
                  <a:pt x="23939" y="46024"/>
                </a:lnTo>
                <a:lnTo>
                  <a:pt x="5143" y="84239"/>
                </a:lnTo>
                <a:lnTo>
                  <a:pt x="0" y="119380"/>
                </a:lnTo>
                <a:lnTo>
                  <a:pt x="571" y="133654"/>
                </a:lnTo>
                <a:lnTo>
                  <a:pt x="14224" y="178015"/>
                </a:lnTo>
                <a:lnTo>
                  <a:pt x="43040" y="207060"/>
                </a:lnTo>
                <a:lnTo>
                  <a:pt x="80962" y="220345"/>
                </a:lnTo>
                <a:lnTo>
                  <a:pt x="97536" y="221488"/>
                </a:lnTo>
                <a:lnTo>
                  <a:pt x="107302" y="221183"/>
                </a:lnTo>
                <a:lnTo>
                  <a:pt x="148780" y="208724"/>
                </a:lnTo>
                <a:lnTo>
                  <a:pt x="166116" y="198628"/>
                </a:lnTo>
                <a:lnTo>
                  <a:pt x="162687" y="223469"/>
                </a:lnTo>
                <a:lnTo>
                  <a:pt x="148971" y="263994"/>
                </a:lnTo>
                <a:lnTo>
                  <a:pt x="109156" y="299974"/>
                </a:lnTo>
                <a:lnTo>
                  <a:pt x="71628" y="306832"/>
                </a:lnTo>
                <a:lnTo>
                  <a:pt x="54864" y="306832"/>
                </a:lnTo>
                <a:lnTo>
                  <a:pt x="47244" y="303784"/>
                </a:lnTo>
                <a:lnTo>
                  <a:pt x="39624" y="302260"/>
                </a:lnTo>
                <a:lnTo>
                  <a:pt x="33528" y="300736"/>
                </a:lnTo>
                <a:lnTo>
                  <a:pt x="30480" y="299212"/>
                </a:lnTo>
                <a:lnTo>
                  <a:pt x="28956" y="299212"/>
                </a:lnTo>
                <a:lnTo>
                  <a:pt x="28956" y="340360"/>
                </a:lnTo>
                <a:lnTo>
                  <a:pt x="33528" y="341884"/>
                </a:lnTo>
                <a:lnTo>
                  <a:pt x="39624" y="343408"/>
                </a:lnTo>
                <a:lnTo>
                  <a:pt x="47244" y="343408"/>
                </a:lnTo>
                <a:lnTo>
                  <a:pt x="53340" y="344932"/>
                </a:lnTo>
                <a:lnTo>
                  <a:pt x="65532" y="344932"/>
                </a:lnTo>
                <a:lnTo>
                  <a:pt x="84112" y="344081"/>
                </a:lnTo>
                <a:lnTo>
                  <a:pt x="129540" y="331216"/>
                </a:lnTo>
                <a:lnTo>
                  <a:pt x="163436" y="306832"/>
                </a:lnTo>
                <a:lnTo>
                  <a:pt x="165544" y="304863"/>
                </a:lnTo>
                <a:lnTo>
                  <a:pt x="189928" y="265684"/>
                </a:lnTo>
                <a:lnTo>
                  <a:pt x="205193" y="214972"/>
                </a:lnTo>
                <a:lnTo>
                  <a:pt x="209740" y="176898"/>
                </a:lnTo>
                <a:lnTo>
                  <a:pt x="210312" y="157480"/>
                </a:lnTo>
                <a:close/>
              </a:path>
              <a:path w="852170" h="424180">
                <a:moveTo>
                  <a:pt x="458736" y="233680"/>
                </a:moveTo>
                <a:lnTo>
                  <a:pt x="453593" y="195757"/>
                </a:lnTo>
                <a:lnTo>
                  <a:pt x="438861" y="166624"/>
                </a:lnTo>
                <a:lnTo>
                  <a:pt x="438353" y="165862"/>
                </a:lnTo>
                <a:lnTo>
                  <a:pt x="431368" y="157911"/>
                </a:lnTo>
                <a:lnTo>
                  <a:pt x="427266" y="154432"/>
                </a:lnTo>
                <a:lnTo>
                  <a:pt x="423684" y="151384"/>
                </a:lnTo>
                <a:lnTo>
                  <a:pt x="415696" y="145338"/>
                </a:lnTo>
                <a:lnTo>
                  <a:pt x="414515" y="144653"/>
                </a:lnTo>
                <a:lnTo>
                  <a:pt x="414515" y="235585"/>
                </a:lnTo>
                <a:lnTo>
                  <a:pt x="413410" y="252374"/>
                </a:lnTo>
                <a:lnTo>
                  <a:pt x="397776" y="291592"/>
                </a:lnTo>
                <a:lnTo>
                  <a:pt x="355104" y="309880"/>
                </a:lnTo>
                <a:lnTo>
                  <a:pt x="347484" y="309880"/>
                </a:lnTo>
                <a:lnTo>
                  <a:pt x="310286" y="285305"/>
                </a:lnTo>
                <a:lnTo>
                  <a:pt x="295833" y="248450"/>
                </a:lnTo>
                <a:lnTo>
                  <a:pt x="292696" y="208851"/>
                </a:lnTo>
                <a:lnTo>
                  <a:pt x="292620" y="184912"/>
                </a:lnTo>
                <a:lnTo>
                  <a:pt x="299491" y="180632"/>
                </a:lnTo>
                <a:lnTo>
                  <a:pt x="336054" y="167767"/>
                </a:lnTo>
                <a:lnTo>
                  <a:pt x="350532" y="166624"/>
                </a:lnTo>
                <a:lnTo>
                  <a:pt x="358152" y="166624"/>
                </a:lnTo>
                <a:lnTo>
                  <a:pt x="373392" y="169672"/>
                </a:lnTo>
                <a:lnTo>
                  <a:pt x="379488" y="171196"/>
                </a:lnTo>
                <a:lnTo>
                  <a:pt x="387108" y="174244"/>
                </a:lnTo>
                <a:lnTo>
                  <a:pt x="391680" y="178816"/>
                </a:lnTo>
                <a:lnTo>
                  <a:pt x="397078" y="183680"/>
                </a:lnTo>
                <a:lnTo>
                  <a:pt x="414223" y="225475"/>
                </a:lnTo>
                <a:lnTo>
                  <a:pt x="414515" y="235585"/>
                </a:lnTo>
                <a:lnTo>
                  <a:pt x="414515" y="144653"/>
                </a:lnTo>
                <a:lnTo>
                  <a:pt x="378155" y="132524"/>
                </a:lnTo>
                <a:lnTo>
                  <a:pt x="359676" y="131572"/>
                </a:lnTo>
                <a:lnTo>
                  <a:pt x="350545" y="131889"/>
                </a:lnTo>
                <a:lnTo>
                  <a:pt x="308622" y="144335"/>
                </a:lnTo>
                <a:lnTo>
                  <a:pt x="292620" y="154432"/>
                </a:lnTo>
                <a:lnTo>
                  <a:pt x="296303" y="128955"/>
                </a:lnTo>
                <a:lnTo>
                  <a:pt x="311683" y="88861"/>
                </a:lnTo>
                <a:lnTo>
                  <a:pt x="351104" y="53086"/>
                </a:lnTo>
                <a:lnTo>
                  <a:pt x="387108" y="46228"/>
                </a:lnTo>
                <a:lnTo>
                  <a:pt x="403872" y="46228"/>
                </a:lnTo>
                <a:lnTo>
                  <a:pt x="411492" y="49276"/>
                </a:lnTo>
                <a:lnTo>
                  <a:pt x="419112" y="50800"/>
                </a:lnTo>
                <a:lnTo>
                  <a:pt x="425208" y="52324"/>
                </a:lnTo>
                <a:lnTo>
                  <a:pt x="428256" y="53848"/>
                </a:lnTo>
                <a:lnTo>
                  <a:pt x="429780" y="53848"/>
                </a:lnTo>
                <a:lnTo>
                  <a:pt x="429780" y="46228"/>
                </a:lnTo>
                <a:lnTo>
                  <a:pt x="429780" y="12700"/>
                </a:lnTo>
                <a:lnTo>
                  <a:pt x="420636" y="9652"/>
                </a:lnTo>
                <a:lnTo>
                  <a:pt x="414540" y="9652"/>
                </a:lnTo>
                <a:lnTo>
                  <a:pt x="406920" y="8128"/>
                </a:lnTo>
                <a:lnTo>
                  <a:pt x="393204" y="8128"/>
                </a:lnTo>
                <a:lnTo>
                  <a:pt x="343484" y="15849"/>
                </a:lnTo>
                <a:lnTo>
                  <a:pt x="304050" y="38608"/>
                </a:lnTo>
                <a:lnTo>
                  <a:pt x="274916" y="73952"/>
                </a:lnTo>
                <a:lnTo>
                  <a:pt x="257568" y="119380"/>
                </a:lnTo>
                <a:lnTo>
                  <a:pt x="249021" y="174967"/>
                </a:lnTo>
                <a:lnTo>
                  <a:pt x="248424" y="195757"/>
                </a:lnTo>
                <a:lnTo>
                  <a:pt x="248996" y="216446"/>
                </a:lnTo>
                <a:lnTo>
                  <a:pt x="257568" y="268732"/>
                </a:lnTo>
                <a:lnTo>
                  <a:pt x="275780" y="306247"/>
                </a:lnTo>
                <a:lnTo>
                  <a:pt x="306578" y="333311"/>
                </a:lnTo>
                <a:lnTo>
                  <a:pt x="344830" y="344601"/>
                </a:lnTo>
                <a:lnTo>
                  <a:pt x="355104" y="344932"/>
                </a:lnTo>
                <a:lnTo>
                  <a:pt x="366217" y="344385"/>
                </a:lnTo>
                <a:lnTo>
                  <a:pt x="403555" y="333336"/>
                </a:lnTo>
                <a:lnTo>
                  <a:pt x="432295" y="309880"/>
                </a:lnTo>
                <a:lnTo>
                  <a:pt x="434797" y="307047"/>
                </a:lnTo>
                <a:lnTo>
                  <a:pt x="453593" y="268833"/>
                </a:lnTo>
                <a:lnTo>
                  <a:pt x="458165" y="245973"/>
                </a:lnTo>
                <a:lnTo>
                  <a:pt x="458736" y="233680"/>
                </a:lnTo>
                <a:close/>
              </a:path>
              <a:path w="852170" h="424180">
                <a:moveTo>
                  <a:pt x="698004" y="300736"/>
                </a:moveTo>
                <a:lnTo>
                  <a:pt x="537984" y="300736"/>
                </a:lnTo>
                <a:lnTo>
                  <a:pt x="546315" y="293293"/>
                </a:lnTo>
                <a:lnTo>
                  <a:pt x="555510" y="284543"/>
                </a:lnTo>
                <a:lnTo>
                  <a:pt x="577608" y="262636"/>
                </a:lnTo>
                <a:lnTo>
                  <a:pt x="589889" y="251206"/>
                </a:lnTo>
                <a:lnTo>
                  <a:pt x="601611" y="239776"/>
                </a:lnTo>
                <a:lnTo>
                  <a:pt x="612749" y="228346"/>
                </a:lnTo>
                <a:lnTo>
                  <a:pt x="623328" y="216916"/>
                </a:lnTo>
                <a:lnTo>
                  <a:pt x="629920" y="210058"/>
                </a:lnTo>
                <a:lnTo>
                  <a:pt x="658190" y="175768"/>
                </a:lnTo>
                <a:lnTo>
                  <a:pt x="677164" y="139560"/>
                </a:lnTo>
                <a:lnTo>
                  <a:pt x="684288" y="96520"/>
                </a:lnTo>
                <a:lnTo>
                  <a:pt x="682586" y="77089"/>
                </a:lnTo>
                <a:lnTo>
                  <a:pt x="658380" y="32512"/>
                </a:lnTo>
                <a:lnTo>
                  <a:pt x="608444" y="9588"/>
                </a:lnTo>
                <a:lnTo>
                  <a:pt x="586752" y="8128"/>
                </a:lnTo>
                <a:lnTo>
                  <a:pt x="576199" y="8445"/>
                </a:lnTo>
                <a:lnTo>
                  <a:pt x="530809" y="17653"/>
                </a:lnTo>
                <a:lnTo>
                  <a:pt x="504456" y="27940"/>
                </a:lnTo>
                <a:lnTo>
                  <a:pt x="504456" y="73660"/>
                </a:lnTo>
                <a:lnTo>
                  <a:pt x="505980" y="73660"/>
                </a:lnTo>
                <a:lnTo>
                  <a:pt x="519696" y="64516"/>
                </a:lnTo>
                <a:lnTo>
                  <a:pt x="537984" y="55372"/>
                </a:lnTo>
                <a:lnTo>
                  <a:pt x="545604" y="52324"/>
                </a:lnTo>
                <a:lnTo>
                  <a:pt x="553224" y="50800"/>
                </a:lnTo>
                <a:lnTo>
                  <a:pt x="560844" y="47752"/>
                </a:lnTo>
                <a:lnTo>
                  <a:pt x="576084" y="44704"/>
                </a:lnTo>
                <a:lnTo>
                  <a:pt x="592848" y="44704"/>
                </a:lnTo>
                <a:lnTo>
                  <a:pt x="598944" y="46228"/>
                </a:lnTo>
                <a:lnTo>
                  <a:pt x="606564" y="49276"/>
                </a:lnTo>
                <a:lnTo>
                  <a:pt x="612660" y="50800"/>
                </a:lnTo>
                <a:lnTo>
                  <a:pt x="618756" y="53848"/>
                </a:lnTo>
                <a:lnTo>
                  <a:pt x="623328" y="58420"/>
                </a:lnTo>
                <a:lnTo>
                  <a:pt x="629424" y="62992"/>
                </a:lnTo>
                <a:lnTo>
                  <a:pt x="635520" y="75184"/>
                </a:lnTo>
                <a:lnTo>
                  <a:pt x="638568" y="82804"/>
                </a:lnTo>
                <a:lnTo>
                  <a:pt x="640092" y="90424"/>
                </a:lnTo>
                <a:lnTo>
                  <a:pt x="640092" y="99568"/>
                </a:lnTo>
                <a:lnTo>
                  <a:pt x="632371" y="137287"/>
                </a:lnTo>
                <a:lnTo>
                  <a:pt x="606945" y="178625"/>
                </a:lnTo>
                <a:lnTo>
                  <a:pt x="576084" y="215392"/>
                </a:lnTo>
                <a:lnTo>
                  <a:pt x="548005" y="244119"/>
                </a:lnTo>
                <a:lnTo>
                  <a:pt x="537984" y="253492"/>
                </a:lnTo>
                <a:lnTo>
                  <a:pt x="518553" y="272732"/>
                </a:lnTo>
                <a:lnTo>
                  <a:pt x="507974" y="282854"/>
                </a:lnTo>
                <a:lnTo>
                  <a:pt x="496836" y="293116"/>
                </a:lnTo>
                <a:lnTo>
                  <a:pt x="496836" y="338836"/>
                </a:lnTo>
                <a:lnTo>
                  <a:pt x="698004" y="338836"/>
                </a:lnTo>
                <a:lnTo>
                  <a:pt x="698004" y="300736"/>
                </a:lnTo>
                <a:close/>
              </a:path>
              <a:path w="852170" h="424180">
                <a:moveTo>
                  <a:pt x="851916" y="0"/>
                </a:moveTo>
                <a:lnTo>
                  <a:pt x="739140" y="0"/>
                </a:lnTo>
                <a:lnTo>
                  <a:pt x="739140" y="30480"/>
                </a:lnTo>
                <a:lnTo>
                  <a:pt x="813816" y="30480"/>
                </a:lnTo>
                <a:lnTo>
                  <a:pt x="813816" y="392430"/>
                </a:lnTo>
                <a:lnTo>
                  <a:pt x="739140" y="392430"/>
                </a:lnTo>
                <a:lnTo>
                  <a:pt x="739140" y="424180"/>
                </a:lnTo>
                <a:lnTo>
                  <a:pt x="851916" y="424180"/>
                </a:lnTo>
                <a:lnTo>
                  <a:pt x="851916" y="392430"/>
                </a:lnTo>
                <a:lnTo>
                  <a:pt x="851916" y="30480"/>
                </a:lnTo>
                <a:lnTo>
                  <a:pt x="851916" y="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2122932" y="2901696"/>
            <a:ext cx="401320" cy="405765"/>
          </a:xfrm>
          <a:custGeom>
            <a:avLst/>
            <a:gdLst/>
            <a:ahLst/>
            <a:cxnLst/>
            <a:rect l="l" t="t" r="r" b="b"/>
            <a:pathLst>
              <a:path w="401319" h="405764">
                <a:moveTo>
                  <a:pt x="115824" y="102108"/>
                </a:moveTo>
                <a:lnTo>
                  <a:pt x="91440" y="102108"/>
                </a:lnTo>
                <a:lnTo>
                  <a:pt x="91201" y="73509"/>
                </a:lnTo>
                <a:lnTo>
                  <a:pt x="90225" y="25908"/>
                </a:lnTo>
                <a:lnTo>
                  <a:pt x="90124" y="19812"/>
                </a:lnTo>
                <a:lnTo>
                  <a:pt x="89916" y="0"/>
                </a:lnTo>
                <a:lnTo>
                  <a:pt x="131064" y="19812"/>
                </a:lnTo>
                <a:lnTo>
                  <a:pt x="115824" y="32004"/>
                </a:lnTo>
                <a:lnTo>
                  <a:pt x="115824" y="102108"/>
                </a:lnTo>
                <a:close/>
              </a:path>
              <a:path w="401319" h="405764">
                <a:moveTo>
                  <a:pt x="172212" y="150876"/>
                </a:moveTo>
                <a:lnTo>
                  <a:pt x="155448" y="135636"/>
                </a:lnTo>
                <a:lnTo>
                  <a:pt x="228600" y="129540"/>
                </a:lnTo>
                <a:lnTo>
                  <a:pt x="228533" y="80010"/>
                </a:lnTo>
                <a:lnTo>
                  <a:pt x="228421" y="56578"/>
                </a:lnTo>
                <a:lnTo>
                  <a:pt x="227971" y="25908"/>
                </a:lnTo>
                <a:lnTo>
                  <a:pt x="227763" y="19812"/>
                </a:lnTo>
                <a:lnTo>
                  <a:pt x="227076" y="1524"/>
                </a:lnTo>
                <a:lnTo>
                  <a:pt x="269748" y="19812"/>
                </a:lnTo>
                <a:lnTo>
                  <a:pt x="253616" y="56578"/>
                </a:lnTo>
                <a:lnTo>
                  <a:pt x="252984" y="128016"/>
                </a:lnTo>
                <a:lnTo>
                  <a:pt x="393192" y="128016"/>
                </a:lnTo>
                <a:lnTo>
                  <a:pt x="252984" y="138684"/>
                </a:lnTo>
                <a:lnTo>
                  <a:pt x="253022" y="140208"/>
                </a:lnTo>
                <a:lnTo>
                  <a:pt x="228600" y="140208"/>
                </a:lnTo>
                <a:lnTo>
                  <a:pt x="185928" y="143256"/>
                </a:lnTo>
                <a:lnTo>
                  <a:pt x="172212" y="150876"/>
                </a:lnTo>
                <a:close/>
              </a:path>
              <a:path w="401319" h="405764">
                <a:moveTo>
                  <a:pt x="348996" y="92964"/>
                </a:moveTo>
                <a:lnTo>
                  <a:pt x="341376" y="92964"/>
                </a:lnTo>
                <a:lnTo>
                  <a:pt x="336804" y="88392"/>
                </a:lnTo>
                <a:lnTo>
                  <a:pt x="332232" y="79248"/>
                </a:lnTo>
                <a:lnTo>
                  <a:pt x="325350" y="68413"/>
                </a:lnTo>
                <a:lnTo>
                  <a:pt x="316039" y="56578"/>
                </a:lnTo>
                <a:lnTo>
                  <a:pt x="304157" y="43886"/>
                </a:lnTo>
                <a:lnTo>
                  <a:pt x="289560" y="30480"/>
                </a:lnTo>
                <a:lnTo>
                  <a:pt x="292608" y="25908"/>
                </a:lnTo>
                <a:lnTo>
                  <a:pt x="328231" y="39814"/>
                </a:lnTo>
                <a:lnTo>
                  <a:pt x="359664" y="62484"/>
                </a:lnTo>
                <a:lnTo>
                  <a:pt x="359664" y="79248"/>
                </a:lnTo>
                <a:lnTo>
                  <a:pt x="358140" y="85344"/>
                </a:lnTo>
                <a:lnTo>
                  <a:pt x="352044" y="91440"/>
                </a:lnTo>
                <a:lnTo>
                  <a:pt x="348996" y="92964"/>
                </a:lnTo>
                <a:close/>
              </a:path>
              <a:path w="401319" h="405764">
                <a:moveTo>
                  <a:pt x="21336" y="117348"/>
                </a:moveTo>
                <a:lnTo>
                  <a:pt x="6096" y="102108"/>
                </a:lnTo>
                <a:lnTo>
                  <a:pt x="138684" y="102108"/>
                </a:lnTo>
                <a:lnTo>
                  <a:pt x="156972" y="83820"/>
                </a:lnTo>
                <a:lnTo>
                  <a:pt x="185928" y="112776"/>
                </a:lnTo>
                <a:lnTo>
                  <a:pt x="62484" y="112776"/>
                </a:lnTo>
                <a:lnTo>
                  <a:pt x="51982" y="113061"/>
                </a:lnTo>
                <a:lnTo>
                  <a:pt x="41338" y="113919"/>
                </a:lnTo>
                <a:lnTo>
                  <a:pt x="30980" y="115347"/>
                </a:lnTo>
                <a:lnTo>
                  <a:pt x="21336" y="117348"/>
                </a:lnTo>
                <a:close/>
              </a:path>
              <a:path w="401319" h="405764">
                <a:moveTo>
                  <a:pt x="393192" y="128016"/>
                </a:moveTo>
                <a:lnTo>
                  <a:pt x="252984" y="128016"/>
                </a:lnTo>
                <a:lnTo>
                  <a:pt x="336804" y="121920"/>
                </a:lnTo>
                <a:lnTo>
                  <a:pt x="358140" y="99060"/>
                </a:lnTo>
                <a:lnTo>
                  <a:pt x="393192" y="128016"/>
                </a:lnTo>
                <a:close/>
              </a:path>
              <a:path w="401319" h="405764">
                <a:moveTo>
                  <a:pt x="22860" y="262128"/>
                </a:moveTo>
                <a:lnTo>
                  <a:pt x="0" y="228600"/>
                </a:lnTo>
                <a:lnTo>
                  <a:pt x="14287" y="225790"/>
                </a:lnTo>
                <a:lnTo>
                  <a:pt x="34290" y="219837"/>
                </a:lnTo>
                <a:lnTo>
                  <a:pt x="60007" y="211026"/>
                </a:lnTo>
                <a:lnTo>
                  <a:pt x="91440" y="199644"/>
                </a:lnTo>
                <a:lnTo>
                  <a:pt x="91440" y="112776"/>
                </a:lnTo>
                <a:lnTo>
                  <a:pt x="115824" y="112776"/>
                </a:lnTo>
                <a:lnTo>
                  <a:pt x="115824" y="192024"/>
                </a:lnTo>
                <a:lnTo>
                  <a:pt x="150014" y="192024"/>
                </a:lnTo>
                <a:lnTo>
                  <a:pt x="115824" y="210312"/>
                </a:lnTo>
                <a:lnTo>
                  <a:pt x="115824" y="220980"/>
                </a:lnTo>
                <a:lnTo>
                  <a:pt x="91440" y="220980"/>
                </a:lnTo>
                <a:lnTo>
                  <a:pt x="64008" y="233838"/>
                </a:lnTo>
                <a:lnTo>
                  <a:pt x="43434" y="244983"/>
                </a:lnTo>
                <a:lnTo>
                  <a:pt x="29718" y="254412"/>
                </a:lnTo>
                <a:lnTo>
                  <a:pt x="22860" y="262128"/>
                </a:lnTo>
                <a:close/>
              </a:path>
              <a:path w="401319" h="405764">
                <a:moveTo>
                  <a:pt x="144780" y="361188"/>
                </a:moveTo>
                <a:lnTo>
                  <a:pt x="141732" y="356616"/>
                </a:lnTo>
                <a:lnTo>
                  <a:pt x="169735" y="339732"/>
                </a:lnTo>
                <a:lnTo>
                  <a:pt x="196596" y="320992"/>
                </a:lnTo>
                <a:lnTo>
                  <a:pt x="222313" y="300251"/>
                </a:lnTo>
                <a:lnTo>
                  <a:pt x="246888" y="277368"/>
                </a:lnTo>
                <a:lnTo>
                  <a:pt x="239744" y="252507"/>
                </a:lnTo>
                <a:lnTo>
                  <a:pt x="234315" y="221361"/>
                </a:lnTo>
                <a:lnTo>
                  <a:pt x="230600" y="183927"/>
                </a:lnTo>
                <a:lnTo>
                  <a:pt x="228600" y="140208"/>
                </a:lnTo>
                <a:lnTo>
                  <a:pt x="253022" y="140208"/>
                </a:lnTo>
                <a:lnTo>
                  <a:pt x="253841" y="172712"/>
                </a:lnTo>
                <a:lnTo>
                  <a:pt x="256413" y="204025"/>
                </a:lnTo>
                <a:lnTo>
                  <a:pt x="260699" y="232767"/>
                </a:lnTo>
                <a:lnTo>
                  <a:pt x="266700" y="259080"/>
                </a:lnTo>
                <a:lnTo>
                  <a:pt x="302010" y="259080"/>
                </a:lnTo>
                <a:lnTo>
                  <a:pt x="297275" y="263723"/>
                </a:lnTo>
                <a:lnTo>
                  <a:pt x="275844" y="283464"/>
                </a:lnTo>
                <a:lnTo>
                  <a:pt x="286592" y="298704"/>
                </a:lnTo>
                <a:lnTo>
                  <a:pt x="256032" y="298704"/>
                </a:lnTo>
                <a:lnTo>
                  <a:pt x="227718" y="318111"/>
                </a:lnTo>
                <a:lnTo>
                  <a:pt x="199834" y="335089"/>
                </a:lnTo>
                <a:lnTo>
                  <a:pt x="172235" y="349496"/>
                </a:lnTo>
                <a:lnTo>
                  <a:pt x="144780" y="361188"/>
                </a:lnTo>
                <a:close/>
              </a:path>
              <a:path w="401319" h="405764">
                <a:moveTo>
                  <a:pt x="302010" y="259080"/>
                </a:moveTo>
                <a:lnTo>
                  <a:pt x="266700" y="259080"/>
                </a:lnTo>
                <a:lnTo>
                  <a:pt x="291893" y="233386"/>
                </a:lnTo>
                <a:lnTo>
                  <a:pt x="312801" y="208978"/>
                </a:lnTo>
                <a:lnTo>
                  <a:pt x="329707" y="185999"/>
                </a:lnTo>
                <a:lnTo>
                  <a:pt x="342900" y="164592"/>
                </a:lnTo>
                <a:lnTo>
                  <a:pt x="374904" y="198120"/>
                </a:lnTo>
                <a:lnTo>
                  <a:pt x="358140" y="199644"/>
                </a:lnTo>
                <a:lnTo>
                  <a:pt x="338423" y="221956"/>
                </a:lnTo>
                <a:lnTo>
                  <a:pt x="318135" y="243268"/>
                </a:lnTo>
                <a:lnTo>
                  <a:pt x="302010" y="259080"/>
                </a:lnTo>
                <a:close/>
              </a:path>
              <a:path w="401319" h="405764">
                <a:moveTo>
                  <a:pt x="150014" y="192024"/>
                </a:moveTo>
                <a:lnTo>
                  <a:pt x="115824" y="192024"/>
                </a:lnTo>
                <a:lnTo>
                  <a:pt x="178308" y="167640"/>
                </a:lnTo>
                <a:lnTo>
                  <a:pt x="181356" y="175260"/>
                </a:lnTo>
                <a:lnTo>
                  <a:pt x="150014" y="192024"/>
                </a:lnTo>
                <a:close/>
              </a:path>
              <a:path w="401319" h="405764">
                <a:moveTo>
                  <a:pt x="115120" y="362712"/>
                </a:moveTo>
                <a:lnTo>
                  <a:pt x="86868" y="362712"/>
                </a:lnTo>
                <a:lnTo>
                  <a:pt x="91440" y="356616"/>
                </a:lnTo>
                <a:lnTo>
                  <a:pt x="91440" y="220980"/>
                </a:lnTo>
                <a:lnTo>
                  <a:pt x="115824" y="220980"/>
                </a:lnTo>
                <a:lnTo>
                  <a:pt x="115824" y="359664"/>
                </a:lnTo>
                <a:lnTo>
                  <a:pt x="115120" y="362712"/>
                </a:lnTo>
                <a:close/>
              </a:path>
              <a:path w="401319" h="405764">
                <a:moveTo>
                  <a:pt x="388353" y="361188"/>
                </a:moveTo>
                <a:lnTo>
                  <a:pt x="362712" y="361188"/>
                </a:lnTo>
                <a:lnTo>
                  <a:pt x="379476" y="283464"/>
                </a:lnTo>
                <a:lnTo>
                  <a:pt x="387096" y="283464"/>
                </a:lnTo>
                <a:lnTo>
                  <a:pt x="386238" y="296608"/>
                </a:lnTo>
                <a:lnTo>
                  <a:pt x="385953" y="310896"/>
                </a:lnTo>
                <a:lnTo>
                  <a:pt x="386238" y="326326"/>
                </a:lnTo>
                <a:lnTo>
                  <a:pt x="387905" y="358616"/>
                </a:lnTo>
                <a:lnTo>
                  <a:pt x="388353" y="361188"/>
                </a:lnTo>
                <a:close/>
              </a:path>
              <a:path w="401319" h="405764">
                <a:moveTo>
                  <a:pt x="394716" y="399288"/>
                </a:moveTo>
                <a:lnTo>
                  <a:pt x="384048" y="399288"/>
                </a:lnTo>
                <a:lnTo>
                  <a:pt x="374618" y="397835"/>
                </a:lnTo>
                <a:lnTo>
                  <a:pt x="329184" y="374904"/>
                </a:lnTo>
                <a:lnTo>
                  <a:pt x="290893" y="344233"/>
                </a:lnTo>
                <a:lnTo>
                  <a:pt x="256032" y="298704"/>
                </a:lnTo>
                <a:lnTo>
                  <a:pt x="286592" y="298704"/>
                </a:lnTo>
                <a:lnTo>
                  <a:pt x="294989" y="310610"/>
                </a:lnTo>
                <a:lnTo>
                  <a:pt x="315849" y="332613"/>
                </a:lnTo>
                <a:lnTo>
                  <a:pt x="338472" y="349496"/>
                </a:lnTo>
                <a:lnTo>
                  <a:pt x="362712" y="361188"/>
                </a:lnTo>
                <a:lnTo>
                  <a:pt x="388353" y="361188"/>
                </a:lnTo>
                <a:lnTo>
                  <a:pt x="390144" y="371475"/>
                </a:lnTo>
                <a:lnTo>
                  <a:pt x="393525" y="381476"/>
                </a:lnTo>
                <a:lnTo>
                  <a:pt x="397764" y="388620"/>
                </a:lnTo>
                <a:lnTo>
                  <a:pt x="399288" y="391668"/>
                </a:lnTo>
                <a:lnTo>
                  <a:pt x="400812" y="393192"/>
                </a:lnTo>
                <a:lnTo>
                  <a:pt x="400812" y="397764"/>
                </a:lnTo>
                <a:lnTo>
                  <a:pt x="394716" y="399288"/>
                </a:lnTo>
                <a:close/>
              </a:path>
              <a:path w="401319" h="405764">
                <a:moveTo>
                  <a:pt x="74676" y="405384"/>
                </a:moveTo>
                <a:lnTo>
                  <a:pt x="71532" y="394239"/>
                </a:lnTo>
                <a:lnTo>
                  <a:pt x="62103" y="383667"/>
                </a:lnTo>
                <a:lnTo>
                  <a:pt x="46386" y="373665"/>
                </a:lnTo>
                <a:lnTo>
                  <a:pt x="24384" y="364236"/>
                </a:lnTo>
                <a:lnTo>
                  <a:pt x="24384" y="356616"/>
                </a:lnTo>
                <a:lnTo>
                  <a:pt x="43005" y="359497"/>
                </a:lnTo>
                <a:lnTo>
                  <a:pt x="57912" y="361378"/>
                </a:lnTo>
                <a:lnTo>
                  <a:pt x="69389" y="362402"/>
                </a:lnTo>
                <a:lnTo>
                  <a:pt x="77724" y="362712"/>
                </a:lnTo>
                <a:lnTo>
                  <a:pt x="115120" y="362712"/>
                </a:lnTo>
                <a:lnTo>
                  <a:pt x="112395" y="374523"/>
                </a:lnTo>
                <a:lnTo>
                  <a:pt x="104394" y="387096"/>
                </a:lnTo>
                <a:lnTo>
                  <a:pt x="91821" y="397383"/>
                </a:lnTo>
                <a:lnTo>
                  <a:pt x="74676" y="40538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" name="object 15"/>
          <p:cNvSpPr/>
          <p:nvPr/>
        </p:nvSpPr>
        <p:spPr>
          <a:xfrm>
            <a:off x="2580131" y="2903220"/>
            <a:ext cx="386080" cy="403860"/>
          </a:xfrm>
          <a:custGeom>
            <a:avLst/>
            <a:gdLst/>
            <a:ahLst/>
            <a:cxnLst/>
            <a:rect l="l" t="t" r="r" b="b"/>
            <a:pathLst>
              <a:path w="386080" h="403860">
                <a:moveTo>
                  <a:pt x="22860" y="48768"/>
                </a:moveTo>
                <a:lnTo>
                  <a:pt x="7620" y="33528"/>
                </a:lnTo>
                <a:lnTo>
                  <a:pt x="182880" y="33528"/>
                </a:lnTo>
                <a:lnTo>
                  <a:pt x="205740" y="10668"/>
                </a:lnTo>
                <a:lnTo>
                  <a:pt x="239268" y="42672"/>
                </a:lnTo>
                <a:lnTo>
                  <a:pt x="65532" y="42672"/>
                </a:lnTo>
                <a:lnTo>
                  <a:pt x="54363" y="43195"/>
                </a:lnTo>
                <a:lnTo>
                  <a:pt x="43624" y="44577"/>
                </a:lnTo>
                <a:lnTo>
                  <a:pt x="33170" y="46529"/>
                </a:lnTo>
                <a:lnTo>
                  <a:pt x="22860" y="48768"/>
                </a:lnTo>
                <a:close/>
              </a:path>
              <a:path w="386080" h="403860">
                <a:moveTo>
                  <a:pt x="33528" y="176784"/>
                </a:moveTo>
                <a:lnTo>
                  <a:pt x="18288" y="146304"/>
                </a:lnTo>
                <a:lnTo>
                  <a:pt x="30003" y="143184"/>
                </a:lnTo>
                <a:lnTo>
                  <a:pt x="42291" y="136207"/>
                </a:lnTo>
                <a:lnTo>
                  <a:pt x="80581" y="94964"/>
                </a:lnTo>
                <a:lnTo>
                  <a:pt x="101155" y="60674"/>
                </a:lnTo>
                <a:lnTo>
                  <a:pt x="109728" y="42672"/>
                </a:lnTo>
                <a:lnTo>
                  <a:pt x="117348" y="42672"/>
                </a:lnTo>
                <a:lnTo>
                  <a:pt x="147828" y="62484"/>
                </a:lnTo>
                <a:lnTo>
                  <a:pt x="137517" y="67056"/>
                </a:lnTo>
                <a:lnTo>
                  <a:pt x="127063" y="73914"/>
                </a:lnTo>
                <a:lnTo>
                  <a:pt x="116324" y="83058"/>
                </a:lnTo>
                <a:lnTo>
                  <a:pt x="105156" y="94488"/>
                </a:lnTo>
                <a:lnTo>
                  <a:pt x="92297" y="107084"/>
                </a:lnTo>
                <a:lnTo>
                  <a:pt x="78867" y="119824"/>
                </a:lnTo>
                <a:lnTo>
                  <a:pt x="50292" y="146304"/>
                </a:lnTo>
                <a:lnTo>
                  <a:pt x="227422" y="146304"/>
                </a:lnTo>
                <a:lnTo>
                  <a:pt x="229957" y="150876"/>
                </a:lnTo>
                <a:lnTo>
                  <a:pt x="193548" y="150876"/>
                </a:lnTo>
                <a:lnTo>
                  <a:pt x="174378" y="152923"/>
                </a:lnTo>
                <a:lnTo>
                  <a:pt x="137183" y="156448"/>
                </a:lnTo>
                <a:lnTo>
                  <a:pt x="118872" y="158496"/>
                </a:lnTo>
                <a:lnTo>
                  <a:pt x="108204" y="158496"/>
                </a:lnTo>
                <a:lnTo>
                  <a:pt x="80248" y="163068"/>
                </a:lnTo>
                <a:lnTo>
                  <a:pt x="58293" y="167640"/>
                </a:lnTo>
                <a:lnTo>
                  <a:pt x="42624" y="172212"/>
                </a:lnTo>
                <a:lnTo>
                  <a:pt x="33528" y="176784"/>
                </a:lnTo>
                <a:close/>
              </a:path>
              <a:path w="386080" h="403860">
                <a:moveTo>
                  <a:pt x="227422" y="146304"/>
                </a:moveTo>
                <a:lnTo>
                  <a:pt x="50292" y="146304"/>
                </a:lnTo>
                <a:lnTo>
                  <a:pt x="190500" y="141732"/>
                </a:lnTo>
                <a:lnTo>
                  <a:pt x="181927" y="130016"/>
                </a:lnTo>
                <a:lnTo>
                  <a:pt x="172212" y="117729"/>
                </a:lnTo>
                <a:lnTo>
                  <a:pt x="161353" y="104870"/>
                </a:lnTo>
                <a:lnTo>
                  <a:pt x="149352" y="91440"/>
                </a:lnTo>
                <a:lnTo>
                  <a:pt x="155448" y="86868"/>
                </a:lnTo>
                <a:lnTo>
                  <a:pt x="187713" y="109989"/>
                </a:lnTo>
                <a:lnTo>
                  <a:pt x="211264" y="128968"/>
                </a:lnTo>
                <a:lnTo>
                  <a:pt x="225956" y="143660"/>
                </a:lnTo>
                <a:lnTo>
                  <a:pt x="227422" y="146304"/>
                </a:lnTo>
                <a:close/>
              </a:path>
              <a:path w="386080" h="403860">
                <a:moveTo>
                  <a:pt x="216408" y="188976"/>
                </a:moveTo>
                <a:lnTo>
                  <a:pt x="211836" y="188976"/>
                </a:lnTo>
                <a:lnTo>
                  <a:pt x="210312" y="187452"/>
                </a:lnTo>
                <a:lnTo>
                  <a:pt x="208788" y="182880"/>
                </a:lnTo>
                <a:lnTo>
                  <a:pt x="206192" y="175950"/>
                </a:lnTo>
                <a:lnTo>
                  <a:pt x="202882" y="168592"/>
                </a:lnTo>
                <a:lnTo>
                  <a:pt x="198715" y="160377"/>
                </a:lnTo>
                <a:lnTo>
                  <a:pt x="193548" y="150876"/>
                </a:lnTo>
                <a:lnTo>
                  <a:pt x="229957" y="150876"/>
                </a:lnTo>
                <a:lnTo>
                  <a:pt x="231648" y="153924"/>
                </a:lnTo>
                <a:lnTo>
                  <a:pt x="233076" y="162496"/>
                </a:lnTo>
                <a:lnTo>
                  <a:pt x="232791" y="169926"/>
                </a:lnTo>
                <a:lnTo>
                  <a:pt x="230790" y="176212"/>
                </a:lnTo>
                <a:lnTo>
                  <a:pt x="227076" y="181356"/>
                </a:lnTo>
                <a:lnTo>
                  <a:pt x="220980" y="185928"/>
                </a:lnTo>
                <a:lnTo>
                  <a:pt x="216408" y="188976"/>
                </a:lnTo>
                <a:close/>
              </a:path>
              <a:path w="386080" h="403860">
                <a:moveTo>
                  <a:pt x="132588" y="239268"/>
                </a:moveTo>
                <a:lnTo>
                  <a:pt x="108204" y="239268"/>
                </a:lnTo>
                <a:lnTo>
                  <a:pt x="108204" y="158496"/>
                </a:lnTo>
                <a:lnTo>
                  <a:pt x="118872" y="158496"/>
                </a:lnTo>
                <a:lnTo>
                  <a:pt x="146304" y="172212"/>
                </a:lnTo>
                <a:lnTo>
                  <a:pt x="132588" y="184404"/>
                </a:lnTo>
                <a:lnTo>
                  <a:pt x="132588" y="239268"/>
                </a:lnTo>
                <a:close/>
              </a:path>
              <a:path w="386080" h="403860">
                <a:moveTo>
                  <a:pt x="21336" y="254508"/>
                </a:moveTo>
                <a:lnTo>
                  <a:pt x="7620" y="239268"/>
                </a:lnTo>
                <a:lnTo>
                  <a:pt x="179832" y="239268"/>
                </a:lnTo>
                <a:lnTo>
                  <a:pt x="201168" y="219456"/>
                </a:lnTo>
                <a:lnTo>
                  <a:pt x="231648" y="249936"/>
                </a:lnTo>
                <a:lnTo>
                  <a:pt x="42672" y="249936"/>
                </a:lnTo>
                <a:lnTo>
                  <a:pt x="21336" y="254508"/>
                </a:lnTo>
                <a:close/>
              </a:path>
              <a:path w="386080" h="403860">
                <a:moveTo>
                  <a:pt x="19812" y="390144"/>
                </a:moveTo>
                <a:lnTo>
                  <a:pt x="0" y="355092"/>
                </a:lnTo>
                <a:lnTo>
                  <a:pt x="72223" y="344376"/>
                </a:lnTo>
                <a:lnTo>
                  <a:pt x="108204" y="338328"/>
                </a:lnTo>
                <a:lnTo>
                  <a:pt x="108204" y="249936"/>
                </a:lnTo>
                <a:lnTo>
                  <a:pt x="132588" y="249936"/>
                </a:lnTo>
                <a:lnTo>
                  <a:pt x="132588" y="333756"/>
                </a:lnTo>
                <a:lnTo>
                  <a:pt x="192675" y="333756"/>
                </a:lnTo>
                <a:lnTo>
                  <a:pt x="145399" y="346209"/>
                </a:lnTo>
                <a:lnTo>
                  <a:pt x="80772" y="365188"/>
                </a:lnTo>
                <a:lnTo>
                  <a:pt x="39004" y="379880"/>
                </a:lnTo>
                <a:lnTo>
                  <a:pt x="19812" y="390144"/>
                </a:lnTo>
                <a:close/>
              </a:path>
              <a:path w="386080" h="403860">
                <a:moveTo>
                  <a:pt x="192675" y="333756"/>
                </a:moveTo>
                <a:lnTo>
                  <a:pt x="132588" y="333756"/>
                </a:lnTo>
                <a:lnTo>
                  <a:pt x="231648" y="313944"/>
                </a:lnTo>
                <a:lnTo>
                  <a:pt x="233172" y="323088"/>
                </a:lnTo>
                <a:lnTo>
                  <a:pt x="192675" y="333756"/>
                </a:lnTo>
                <a:close/>
              </a:path>
              <a:path w="386080" h="403860">
                <a:moveTo>
                  <a:pt x="369434" y="359664"/>
                </a:moveTo>
                <a:lnTo>
                  <a:pt x="338328" y="359664"/>
                </a:lnTo>
                <a:lnTo>
                  <a:pt x="342900" y="356616"/>
                </a:lnTo>
                <a:lnTo>
                  <a:pt x="347472" y="355092"/>
                </a:lnTo>
                <a:lnTo>
                  <a:pt x="348996" y="347472"/>
                </a:lnTo>
                <a:lnTo>
                  <a:pt x="348910" y="54864"/>
                </a:lnTo>
                <a:lnTo>
                  <a:pt x="347067" y="15716"/>
                </a:lnTo>
                <a:lnTo>
                  <a:pt x="345948" y="0"/>
                </a:lnTo>
                <a:lnTo>
                  <a:pt x="385572" y="16764"/>
                </a:lnTo>
                <a:lnTo>
                  <a:pt x="370332" y="28956"/>
                </a:lnTo>
                <a:lnTo>
                  <a:pt x="370332" y="347472"/>
                </a:lnTo>
                <a:lnTo>
                  <a:pt x="369434" y="359664"/>
                </a:lnTo>
                <a:close/>
              </a:path>
              <a:path w="386080" h="403860">
                <a:moveTo>
                  <a:pt x="263652" y="307848"/>
                </a:moveTo>
                <a:lnTo>
                  <a:pt x="263890" y="278177"/>
                </a:lnTo>
                <a:lnTo>
                  <a:pt x="264414" y="246507"/>
                </a:lnTo>
                <a:lnTo>
                  <a:pt x="264937" y="213121"/>
                </a:lnTo>
                <a:lnTo>
                  <a:pt x="265176" y="178308"/>
                </a:lnTo>
                <a:lnTo>
                  <a:pt x="264937" y="143375"/>
                </a:lnTo>
                <a:lnTo>
                  <a:pt x="264414" y="111442"/>
                </a:lnTo>
                <a:lnTo>
                  <a:pt x="263890" y="82081"/>
                </a:lnTo>
                <a:lnTo>
                  <a:pt x="263652" y="54864"/>
                </a:lnTo>
                <a:lnTo>
                  <a:pt x="303276" y="76200"/>
                </a:lnTo>
                <a:lnTo>
                  <a:pt x="288035" y="88392"/>
                </a:lnTo>
                <a:lnTo>
                  <a:pt x="288059" y="259675"/>
                </a:lnTo>
                <a:lnTo>
                  <a:pt x="288226" y="270700"/>
                </a:lnTo>
                <a:lnTo>
                  <a:pt x="288678" y="283154"/>
                </a:lnTo>
                <a:lnTo>
                  <a:pt x="289560" y="297180"/>
                </a:lnTo>
                <a:lnTo>
                  <a:pt x="263652" y="307848"/>
                </a:lnTo>
                <a:close/>
              </a:path>
              <a:path w="386080" h="403860">
                <a:moveTo>
                  <a:pt x="332232" y="403860"/>
                </a:moveTo>
                <a:lnTo>
                  <a:pt x="327707" y="391263"/>
                </a:lnTo>
                <a:lnTo>
                  <a:pt x="316611" y="380809"/>
                </a:lnTo>
                <a:lnTo>
                  <a:pt x="299227" y="372356"/>
                </a:lnTo>
                <a:lnTo>
                  <a:pt x="275844" y="365760"/>
                </a:lnTo>
                <a:lnTo>
                  <a:pt x="275844" y="356616"/>
                </a:lnTo>
                <a:lnTo>
                  <a:pt x="288393" y="357735"/>
                </a:lnTo>
                <a:lnTo>
                  <a:pt x="300799" y="358711"/>
                </a:lnTo>
                <a:lnTo>
                  <a:pt x="312920" y="359402"/>
                </a:lnTo>
                <a:lnTo>
                  <a:pt x="324612" y="359664"/>
                </a:lnTo>
                <a:lnTo>
                  <a:pt x="369434" y="359664"/>
                </a:lnTo>
                <a:lnTo>
                  <a:pt x="368879" y="367212"/>
                </a:lnTo>
                <a:lnTo>
                  <a:pt x="362140" y="383095"/>
                </a:lnTo>
                <a:lnTo>
                  <a:pt x="349972" y="395263"/>
                </a:lnTo>
                <a:lnTo>
                  <a:pt x="332232" y="40386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" name="object 16"/>
          <p:cNvSpPr/>
          <p:nvPr/>
        </p:nvSpPr>
        <p:spPr>
          <a:xfrm>
            <a:off x="3014472" y="2903219"/>
            <a:ext cx="402590" cy="405765"/>
          </a:xfrm>
          <a:custGeom>
            <a:avLst/>
            <a:gdLst/>
            <a:ahLst/>
            <a:cxnLst/>
            <a:rect l="l" t="t" r="r" b="b"/>
            <a:pathLst>
              <a:path w="402589" h="405764">
                <a:moveTo>
                  <a:pt x="175260" y="118872"/>
                </a:moveTo>
                <a:lnTo>
                  <a:pt x="169163" y="114300"/>
                </a:lnTo>
                <a:lnTo>
                  <a:pt x="178546" y="102298"/>
                </a:lnTo>
                <a:lnTo>
                  <a:pt x="188214" y="89154"/>
                </a:lnTo>
                <a:lnTo>
                  <a:pt x="216693" y="43719"/>
                </a:lnTo>
                <a:lnTo>
                  <a:pt x="234696" y="0"/>
                </a:lnTo>
                <a:lnTo>
                  <a:pt x="268224" y="21336"/>
                </a:lnTo>
                <a:lnTo>
                  <a:pt x="260175" y="25050"/>
                </a:lnTo>
                <a:lnTo>
                  <a:pt x="251841" y="31623"/>
                </a:lnTo>
                <a:lnTo>
                  <a:pt x="242935" y="41052"/>
                </a:lnTo>
                <a:lnTo>
                  <a:pt x="233172" y="53340"/>
                </a:lnTo>
                <a:lnTo>
                  <a:pt x="334742" y="53340"/>
                </a:lnTo>
                <a:lnTo>
                  <a:pt x="344424" y="62484"/>
                </a:lnTo>
                <a:lnTo>
                  <a:pt x="340620" y="64008"/>
                </a:lnTo>
                <a:lnTo>
                  <a:pt x="228599" y="64008"/>
                </a:lnTo>
                <a:lnTo>
                  <a:pt x="215122" y="79438"/>
                </a:lnTo>
                <a:lnTo>
                  <a:pt x="201930" y="93726"/>
                </a:lnTo>
                <a:lnTo>
                  <a:pt x="188737" y="106870"/>
                </a:lnTo>
                <a:lnTo>
                  <a:pt x="175260" y="118872"/>
                </a:lnTo>
                <a:close/>
              </a:path>
              <a:path w="402589" h="405764">
                <a:moveTo>
                  <a:pt x="12192" y="59436"/>
                </a:moveTo>
                <a:lnTo>
                  <a:pt x="10668" y="51816"/>
                </a:lnTo>
                <a:lnTo>
                  <a:pt x="28074" y="48125"/>
                </a:lnTo>
                <a:lnTo>
                  <a:pt x="45910" y="44005"/>
                </a:lnTo>
                <a:lnTo>
                  <a:pt x="99726" y="29027"/>
                </a:lnTo>
                <a:lnTo>
                  <a:pt x="141732" y="6096"/>
                </a:lnTo>
                <a:lnTo>
                  <a:pt x="167640" y="35052"/>
                </a:lnTo>
                <a:lnTo>
                  <a:pt x="156210" y="35861"/>
                </a:lnTo>
                <a:lnTo>
                  <a:pt x="142494" y="38100"/>
                </a:lnTo>
                <a:lnTo>
                  <a:pt x="126492" y="41481"/>
                </a:lnTo>
                <a:lnTo>
                  <a:pt x="108204" y="45720"/>
                </a:lnTo>
                <a:lnTo>
                  <a:pt x="108204" y="48768"/>
                </a:lnTo>
                <a:lnTo>
                  <a:pt x="85344" y="48768"/>
                </a:lnTo>
                <a:lnTo>
                  <a:pt x="48768" y="53530"/>
                </a:lnTo>
                <a:lnTo>
                  <a:pt x="30480" y="56268"/>
                </a:lnTo>
                <a:lnTo>
                  <a:pt x="12192" y="59436"/>
                </a:lnTo>
                <a:close/>
              </a:path>
              <a:path w="402589" h="405764">
                <a:moveTo>
                  <a:pt x="334742" y="53340"/>
                </a:moveTo>
                <a:lnTo>
                  <a:pt x="301751" y="53340"/>
                </a:lnTo>
                <a:lnTo>
                  <a:pt x="316992" y="36576"/>
                </a:lnTo>
                <a:lnTo>
                  <a:pt x="334742" y="53340"/>
                </a:lnTo>
                <a:close/>
              </a:path>
              <a:path w="402589" h="405764">
                <a:moveTo>
                  <a:pt x="108204" y="126492"/>
                </a:moveTo>
                <a:lnTo>
                  <a:pt x="85344" y="126492"/>
                </a:lnTo>
                <a:lnTo>
                  <a:pt x="85344" y="48768"/>
                </a:lnTo>
                <a:lnTo>
                  <a:pt x="108204" y="48768"/>
                </a:lnTo>
                <a:lnTo>
                  <a:pt x="108204" y="126492"/>
                </a:lnTo>
                <a:close/>
              </a:path>
              <a:path w="402589" h="405764">
                <a:moveTo>
                  <a:pt x="280416" y="124968"/>
                </a:moveTo>
                <a:lnTo>
                  <a:pt x="269748" y="124968"/>
                </a:lnTo>
                <a:lnTo>
                  <a:pt x="303275" y="64008"/>
                </a:lnTo>
                <a:lnTo>
                  <a:pt x="340620" y="64008"/>
                </a:lnTo>
                <a:lnTo>
                  <a:pt x="337351" y="65317"/>
                </a:lnTo>
                <a:lnTo>
                  <a:pt x="330136" y="69151"/>
                </a:lnTo>
                <a:lnTo>
                  <a:pt x="302133" y="97536"/>
                </a:lnTo>
                <a:lnTo>
                  <a:pt x="292131" y="110109"/>
                </a:lnTo>
                <a:lnTo>
                  <a:pt x="280416" y="124968"/>
                </a:lnTo>
                <a:close/>
              </a:path>
              <a:path w="402589" h="405764">
                <a:moveTo>
                  <a:pt x="19812" y="141732"/>
                </a:moveTo>
                <a:lnTo>
                  <a:pt x="4572" y="126492"/>
                </a:lnTo>
                <a:lnTo>
                  <a:pt x="121920" y="126492"/>
                </a:lnTo>
                <a:lnTo>
                  <a:pt x="143256" y="106680"/>
                </a:lnTo>
                <a:lnTo>
                  <a:pt x="172211" y="137160"/>
                </a:lnTo>
                <a:lnTo>
                  <a:pt x="60960" y="137160"/>
                </a:lnTo>
                <a:lnTo>
                  <a:pt x="49815" y="137445"/>
                </a:lnTo>
                <a:lnTo>
                  <a:pt x="39243" y="138303"/>
                </a:lnTo>
                <a:lnTo>
                  <a:pt x="29241" y="139731"/>
                </a:lnTo>
                <a:lnTo>
                  <a:pt x="19812" y="141732"/>
                </a:lnTo>
                <a:close/>
              </a:path>
              <a:path w="402589" h="405764">
                <a:moveTo>
                  <a:pt x="190499" y="140208"/>
                </a:moveTo>
                <a:lnTo>
                  <a:pt x="175260" y="124968"/>
                </a:lnTo>
                <a:lnTo>
                  <a:pt x="344424" y="124968"/>
                </a:lnTo>
                <a:lnTo>
                  <a:pt x="356616" y="108204"/>
                </a:lnTo>
                <a:lnTo>
                  <a:pt x="385572" y="128016"/>
                </a:lnTo>
                <a:lnTo>
                  <a:pt x="376047" y="135636"/>
                </a:lnTo>
                <a:lnTo>
                  <a:pt x="231648" y="135636"/>
                </a:lnTo>
                <a:lnTo>
                  <a:pt x="220503" y="135921"/>
                </a:lnTo>
                <a:lnTo>
                  <a:pt x="209931" y="136779"/>
                </a:lnTo>
                <a:lnTo>
                  <a:pt x="199929" y="138207"/>
                </a:lnTo>
                <a:lnTo>
                  <a:pt x="190499" y="140208"/>
                </a:lnTo>
                <a:close/>
              </a:path>
              <a:path w="402589" h="405764">
                <a:moveTo>
                  <a:pt x="207263" y="193548"/>
                </a:moveTo>
                <a:lnTo>
                  <a:pt x="192024" y="176784"/>
                </a:lnTo>
                <a:lnTo>
                  <a:pt x="348996" y="176784"/>
                </a:lnTo>
                <a:lnTo>
                  <a:pt x="348996" y="135636"/>
                </a:lnTo>
                <a:lnTo>
                  <a:pt x="376047" y="135636"/>
                </a:lnTo>
                <a:lnTo>
                  <a:pt x="370331" y="140208"/>
                </a:lnTo>
                <a:lnTo>
                  <a:pt x="370573" y="177284"/>
                </a:lnTo>
                <a:lnTo>
                  <a:pt x="370649" y="183070"/>
                </a:lnTo>
                <a:lnTo>
                  <a:pt x="370745" y="187452"/>
                </a:lnTo>
                <a:lnTo>
                  <a:pt x="249936" y="187452"/>
                </a:lnTo>
                <a:lnTo>
                  <a:pt x="238767" y="187761"/>
                </a:lnTo>
                <a:lnTo>
                  <a:pt x="228028" y="188785"/>
                </a:lnTo>
                <a:lnTo>
                  <a:pt x="217574" y="190666"/>
                </a:lnTo>
                <a:lnTo>
                  <a:pt x="207263" y="193548"/>
                </a:lnTo>
                <a:close/>
              </a:path>
              <a:path w="402589" h="405764">
                <a:moveTo>
                  <a:pt x="6096" y="323088"/>
                </a:moveTo>
                <a:lnTo>
                  <a:pt x="0" y="320040"/>
                </a:lnTo>
                <a:lnTo>
                  <a:pt x="16106" y="296179"/>
                </a:lnTo>
                <a:lnTo>
                  <a:pt x="30099" y="272796"/>
                </a:lnTo>
                <a:lnTo>
                  <a:pt x="53340" y="225552"/>
                </a:lnTo>
                <a:lnTo>
                  <a:pt x="71437" y="180213"/>
                </a:lnTo>
                <a:lnTo>
                  <a:pt x="83820" y="137160"/>
                </a:lnTo>
                <a:lnTo>
                  <a:pt x="108204" y="137160"/>
                </a:lnTo>
                <a:lnTo>
                  <a:pt x="108204" y="172212"/>
                </a:lnTo>
                <a:lnTo>
                  <a:pt x="119086" y="177284"/>
                </a:lnTo>
                <a:lnTo>
                  <a:pt x="128643" y="182880"/>
                </a:lnTo>
                <a:lnTo>
                  <a:pt x="108204" y="182880"/>
                </a:lnTo>
                <a:lnTo>
                  <a:pt x="108274" y="205740"/>
                </a:lnTo>
                <a:lnTo>
                  <a:pt x="85344" y="205740"/>
                </a:lnTo>
                <a:lnTo>
                  <a:pt x="69289" y="238053"/>
                </a:lnTo>
                <a:lnTo>
                  <a:pt x="50863" y="268414"/>
                </a:lnTo>
                <a:lnTo>
                  <a:pt x="29837" y="296822"/>
                </a:lnTo>
                <a:lnTo>
                  <a:pt x="6096" y="323088"/>
                </a:lnTo>
                <a:close/>
              </a:path>
              <a:path w="402589" h="405764">
                <a:moveTo>
                  <a:pt x="152400" y="248411"/>
                </a:moveTo>
                <a:lnTo>
                  <a:pt x="146304" y="248411"/>
                </a:lnTo>
                <a:lnTo>
                  <a:pt x="143256" y="242316"/>
                </a:lnTo>
                <a:lnTo>
                  <a:pt x="138684" y="231647"/>
                </a:lnTo>
                <a:lnTo>
                  <a:pt x="132635" y="218241"/>
                </a:lnTo>
                <a:lnTo>
                  <a:pt x="125730" y="205549"/>
                </a:lnTo>
                <a:lnTo>
                  <a:pt x="117681" y="193714"/>
                </a:lnTo>
                <a:lnTo>
                  <a:pt x="108204" y="182880"/>
                </a:lnTo>
                <a:lnTo>
                  <a:pt x="128643" y="182880"/>
                </a:lnTo>
                <a:lnTo>
                  <a:pt x="158686" y="208026"/>
                </a:lnTo>
                <a:lnTo>
                  <a:pt x="163068" y="220980"/>
                </a:lnTo>
                <a:lnTo>
                  <a:pt x="163068" y="227076"/>
                </a:lnTo>
                <a:lnTo>
                  <a:pt x="161544" y="233172"/>
                </a:lnTo>
                <a:lnTo>
                  <a:pt x="155448" y="245364"/>
                </a:lnTo>
                <a:lnTo>
                  <a:pt x="152400" y="248411"/>
                </a:lnTo>
                <a:close/>
              </a:path>
              <a:path w="402589" h="405764">
                <a:moveTo>
                  <a:pt x="190499" y="243840"/>
                </a:moveTo>
                <a:lnTo>
                  <a:pt x="175260" y="227076"/>
                </a:lnTo>
                <a:lnTo>
                  <a:pt x="348996" y="227076"/>
                </a:lnTo>
                <a:lnTo>
                  <a:pt x="348996" y="187452"/>
                </a:lnTo>
                <a:lnTo>
                  <a:pt x="370745" y="187452"/>
                </a:lnTo>
                <a:lnTo>
                  <a:pt x="371284" y="212217"/>
                </a:lnTo>
                <a:lnTo>
                  <a:pt x="372260" y="235362"/>
                </a:lnTo>
                <a:lnTo>
                  <a:pt x="372443" y="237744"/>
                </a:lnTo>
                <a:lnTo>
                  <a:pt x="231648" y="237744"/>
                </a:lnTo>
                <a:lnTo>
                  <a:pt x="220503" y="238053"/>
                </a:lnTo>
                <a:lnTo>
                  <a:pt x="209931" y="239077"/>
                </a:lnTo>
                <a:lnTo>
                  <a:pt x="199929" y="240958"/>
                </a:lnTo>
                <a:lnTo>
                  <a:pt x="190499" y="243840"/>
                </a:lnTo>
                <a:close/>
              </a:path>
              <a:path w="402589" h="405764">
                <a:moveTo>
                  <a:pt x="83820" y="405384"/>
                </a:moveTo>
                <a:lnTo>
                  <a:pt x="84701" y="369046"/>
                </a:lnTo>
                <a:lnTo>
                  <a:pt x="85107" y="328422"/>
                </a:lnTo>
                <a:lnTo>
                  <a:pt x="85218" y="302514"/>
                </a:lnTo>
                <a:lnTo>
                  <a:pt x="85344" y="205740"/>
                </a:lnTo>
                <a:lnTo>
                  <a:pt x="108274" y="205740"/>
                </a:lnTo>
                <a:lnTo>
                  <a:pt x="108396" y="245364"/>
                </a:lnTo>
                <a:lnTo>
                  <a:pt x="108521" y="269509"/>
                </a:lnTo>
                <a:lnTo>
                  <a:pt x="108979" y="322087"/>
                </a:lnTo>
                <a:lnTo>
                  <a:pt x="109511" y="367284"/>
                </a:lnTo>
                <a:lnTo>
                  <a:pt x="109728" y="391668"/>
                </a:lnTo>
                <a:lnTo>
                  <a:pt x="83820" y="405384"/>
                </a:lnTo>
                <a:close/>
              </a:path>
              <a:path w="402589" h="405764">
                <a:moveTo>
                  <a:pt x="348996" y="260604"/>
                </a:moveTo>
                <a:lnTo>
                  <a:pt x="348996" y="237744"/>
                </a:lnTo>
                <a:lnTo>
                  <a:pt x="372443" y="237744"/>
                </a:lnTo>
                <a:lnTo>
                  <a:pt x="373380" y="249935"/>
                </a:lnTo>
                <a:lnTo>
                  <a:pt x="348996" y="260604"/>
                </a:lnTo>
                <a:close/>
              </a:path>
              <a:path w="402589" h="405764">
                <a:moveTo>
                  <a:pt x="281940" y="316992"/>
                </a:moveTo>
                <a:lnTo>
                  <a:pt x="277368" y="316992"/>
                </a:lnTo>
                <a:lnTo>
                  <a:pt x="274320" y="312420"/>
                </a:lnTo>
                <a:lnTo>
                  <a:pt x="271272" y="301752"/>
                </a:lnTo>
                <a:lnTo>
                  <a:pt x="266985" y="290893"/>
                </a:lnTo>
                <a:lnTo>
                  <a:pt x="260985" y="278892"/>
                </a:lnTo>
                <a:lnTo>
                  <a:pt x="253269" y="265747"/>
                </a:lnTo>
                <a:lnTo>
                  <a:pt x="243840" y="251459"/>
                </a:lnTo>
                <a:lnTo>
                  <a:pt x="246887" y="248411"/>
                </a:lnTo>
                <a:lnTo>
                  <a:pt x="285035" y="274986"/>
                </a:lnTo>
                <a:lnTo>
                  <a:pt x="294132" y="289559"/>
                </a:lnTo>
                <a:lnTo>
                  <a:pt x="294132" y="297180"/>
                </a:lnTo>
                <a:lnTo>
                  <a:pt x="292608" y="301752"/>
                </a:lnTo>
                <a:lnTo>
                  <a:pt x="288036" y="307847"/>
                </a:lnTo>
                <a:lnTo>
                  <a:pt x="284987" y="313944"/>
                </a:lnTo>
                <a:lnTo>
                  <a:pt x="281940" y="316992"/>
                </a:lnTo>
                <a:close/>
              </a:path>
              <a:path w="402589" h="405764">
                <a:moveTo>
                  <a:pt x="328517" y="385857"/>
                </a:moveTo>
                <a:lnTo>
                  <a:pt x="313944" y="385572"/>
                </a:lnTo>
                <a:lnTo>
                  <a:pt x="239268" y="385572"/>
                </a:lnTo>
                <a:lnTo>
                  <a:pt x="226147" y="383619"/>
                </a:lnTo>
                <a:lnTo>
                  <a:pt x="216598" y="377952"/>
                </a:lnTo>
                <a:lnTo>
                  <a:pt x="210764" y="368855"/>
                </a:lnTo>
                <a:lnTo>
                  <a:pt x="208787" y="356616"/>
                </a:lnTo>
                <a:lnTo>
                  <a:pt x="208724" y="330708"/>
                </a:lnTo>
                <a:lnTo>
                  <a:pt x="208611" y="317206"/>
                </a:lnTo>
                <a:lnTo>
                  <a:pt x="208145" y="296608"/>
                </a:lnTo>
                <a:lnTo>
                  <a:pt x="207263" y="278892"/>
                </a:lnTo>
                <a:lnTo>
                  <a:pt x="243840" y="294132"/>
                </a:lnTo>
                <a:lnTo>
                  <a:pt x="231648" y="304799"/>
                </a:lnTo>
                <a:lnTo>
                  <a:pt x="231648" y="345948"/>
                </a:lnTo>
                <a:lnTo>
                  <a:pt x="233338" y="355711"/>
                </a:lnTo>
                <a:lnTo>
                  <a:pt x="238315" y="362331"/>
                </a:lnTo>
                <a:lnTo>
                  <a:pt x="246435" y="366093"/>
                </a:lnTo>
                <a:lnTo>
                  <a:pt x="257556" y="367284"/>
                </a:lnTo>
                <a:lnTo>
                  <a:pt x="352750" y="367284"/>
                </a:lnTo>
                <a:lnTo>
                  <a:pt x="349091" y="374427"/>
                </a:lnTo>
                <a:lnTo>
                  <a:pt x="340233" y="382143"/>
                </a:lnTo>
                <a:lnTo>
                  <a:pt x="328517" y="385857"/>
                </a:lnTo>
                <a:close/>
              </a:path>
              <a:path w="402589" h="405764">
                <a:moveTo>
                  <a:pt x="390144" y="367284"/>
                </a:moveTo>
                <a:lnTo>
                  <a:pt x="385572" y="367284"/>
                </a:lnTo>
                <a:lnTo>
                  <a:pt x="381000" y="358140"/>
                </a:lnTo>
                <a:lnTo>
                  <a:pt x="378452" y="351282"/>
                </a:lnTo>
                <a:lnTo>
                  <a:pt x="375475" y="344424"/>
                </a:lnTo>
                <a:lnTo>
                  <a:pt x="352734" y="304990"/>
                </a:lnTo>
                <a:lnTo>
                  <a:pt x="344424" y="294132"/>
                </a:lnTo>
                <a:lnTo>
                  <a:pt x="348996" y="289559"/>
                </a:lnTo>
                <a:lnTo>
                  <a:pt x="387096" y="315468"/>
                </a:lnTo>
                <a:lnTo>
                  <a:pt x="402336" y="341376"/>
                </a:lnTo>
                <a:lnTo>
                  <a:pt x="402336" y="345948"/>
                </a:lnTo>
                <a:lnTo>
                  <a:pt x="400812" y="350520"/>
                </a:lnTo>
                <a:lnTo>
                  <a:pt x="396240" y="356616"/>
                </a:lnTo>
                <a:lnTo>
                  <a:pt x="391668" y="364236"/>
                </a:lnTo>
                <a:lnTo>
                  <a:pt x="390144" y="367284"/>
                </a:lnTo>
                <a:close/>
              </a:path>
              <a:path w="402589" h="405764">
                <a:moveTo>
                  <a:pt x="163068" y="365760"/>
                </a:moveTo>
                <a:lnTo>
                  <a:pt x="140208" y="365760"/>
                </a:lnTo>
                <a:lnTo>
                  <a:pt x="137160" y="364236"/>
                </a:lnTo>
                <a:lnTo>
                  <a:pt x="135636" y="362712"/>
                </a:lnTo>
                <a:lnTo>
                  <a:pt x="135636" y="356616"/>
                </a:lnTo>
                <a:lnTo>
                  <a:pt x="140208" y="350520"/>
                </a:lnTo>
                <a:lnTo>
                  <a:pt x="146304" y="344424"/>
                </a:lnTo>
                <a:lnTo>
                  <a:pt x="152889" y="336113"/>
                </a:lnTo>
                <a:lnTo>
                  <a:pt x="158877" y="324993"/>
                </a:lnTo>
                <a:lnTo>
                  <a:pt x="164306" y="310991"/>
                </a:lnTo>
                <a:lnTo>
                  <a:pt x="169163" y="294132"/>
                </a:lnTo>
                <a:lnTo>
                  <a:pt x="176784" y="294132"/>
                </a:lnTo>
                <a:lnTo>
                  <a:pt x="176141" y="338066"/>
                </a:lnTo>
                <a:lnTo>
                  <a:pt x="169163" y="364236"/>
                </a:lnTo>
                <a:lnTo>
                  <a:pt x="163068" y="365760"/>
                </a:lnTo>
                <a:close/>
              </a:path>
              <a:path w="402589" h="405764">
                <a:moveTo>
                  <a:pt x="352750" y="367284"/>
                </a:moveTo>
                <a:lnTo>
                  <a:pt x="306324" y="367284"/>
                </a:lnTo>
                <a:lnTo>
                  <a:pt x="313467" y="364140"/>
                </a:lnTo>
                <a:lnTo>
                  <a:pt x="318897" y="359283"/>
                </a:lnTo>
                <a:lnTo>
                  <a:pt x="322611" y="352710"/>
                </a:lnTo>
                <a:lnTo>
                  <a:pt x="324612" y="344424"/>
                </a:lnTo>
                <a:lnTo>
                  <a:pt x="325788" y="334756"/>
                </a:lnTo>
                <a:lnTo>
                  <a:pt x="329184" y="306323"/>
                </a:lnTo>
                <a:lnTo>
                  <a:pt x="336804" y="306323"/>
                </a:lnTo>
                <a:lnTo>
                  <a:pt x="338328" y="344424"/>
                </a:lnTo>
                <a:lnTo>
                  <a:pt x="355092" y="362712"/>
                </a:lnTo>
                <a:lnTo>
                  <a:pt x="352750" y="367284"/>
                </a:lnTo>
                <a:close/>
              </a:path>
              <a:path w="402589" h="405764">
                <a:moveTo>
                  <a:pt x="153924" y="367284"/>
                </a:moveTo>
                <a:lnTo>
                  <a:pt x="146304" y="367284"/>
                </a:lnTo>
                <a:lnTo>
                  <a:pt x="141732" y="365760"/>
                </a:lnTo>
                <a:lnTo>
                  <a:pt x="158496" y="365760"/>
                </a:lnTo>
                <a:lnTo>
                  <a:pt x="153924" y="36728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" name="object 17"/>
          <p:cNvSpPr/>
          <p:nvPr/>
        </p:nvSpPr>
        <p:spPr>
          <a:xfrm>
            <a:off x="3468623" y="2901696"/>
            <a:ext cx="388620" cy="405765"/>
          </a:xfrm>
          <a:custGeom>
            <a:avLst/>
            <a:gdLst/>
            <a:ahLst/>
            <a:cxnLst/>
            <a:rect l="l" t="t" r="r" b="b"/>
            <a:pathLst>
              <a:path w="388620" h="405764">
                <a:moveTo>
                  <a:pt x="199644" y="71627"/>
                </a:moveTo>
                <a:lnTo>
                  <a:pt x="193548" y="71627"/>
                </a:lnTo>
                <a:lnTo>
                  <a:pt x="190500" y="65531"/>
                </a:lnTo>
                <a:lnTo>
                  <a:pt x="188976" y="54863"/>
                </a:lnTo>
                <a:lnTo>
                  <a:pt x="185547" y="43124"/>
                </a:lnTo>
                <a:lnTo>
                  <a:pt x="179832" y="30670"/>
                </a:lnTo>
                <a:lnTo>
                  <a:pt x="171831" y="17359"/>
                </a:lnTo>
                <a:lnTo>
                  <a:pt x="161544" y="3048"/>
                </a:lnTo>
                <a:lnTo>
                  <a:pt x="164592" y="0"/>
                </a:lnTo>
                <a:lnTo>
                  <a:pt x="201239" y="20788"/>
                </a:lnTo>
                <a:lnTo>
                  <a:pt x="216408" y="39624"/>
                </a:lnTo>
                <a:lnTo>
                  <a:pt x="216408" y="50291"/>
                </a:lnTo>
                <a:lnTo>
                  <a:pt x="213360" y="56387"/>
                </a:lnTo>
                <a:lnTo>
                  <a:pt x="207264" y="62483"/>
                </a:lnTo>
                <a:lnTo>
                  <a:pt x="202692" y="68579"/>
                </a:lnTo>
                <a:lnTo>
                  <a:pt x="199644" y="71627"/>
                </a:lnTo>
                <a:close/>
              </a:path>
              <a:path w="388620" h="405764">
                <a:moveTo>
                  <a:pt x="36576" y="138683"/>
                </a:moveTo>
                <a:lnTo>
                  <a:pt x="28956" y="138683"/>
                </a:lnTo>
                <a:lnTo>
                  <a:pt x="24384" y="137159"/>
                </a:lnTo>
                <a:lnTo>
                  <a:pt x="19812" y="134111"/>
                </a:lnTo>
                <a:lnTo>
                  <a:pt x="16764" y="131063"/>
                </a:lnTo>
                <a:lnTo>
                  <a:pt x="13716" y="129539"/>
                </a:lnTo>
                <a:lnTo>
                  <a:pt x="13716" y="123443"/>
                </a:lnTo>
                <a:lnTo>
                  <a:pt x="18288" y="117347"/>
                </a:lnTo>
                <a:lnTo>
                  <a:pt x="27432" y="109727"/>
                </a:lnTo>
                <a:lnTo>
                  <a:pt x="35742" y="100274"/>
                </a:lnTo>
                <a:lnTo>
                  <a:pt x="42481" y="87820"/>
                </a:lnTo>
                <a:lnTo>
                  <a:pt x="47791" y="72223"/>
                </a:lnTo>
                <a:lnTo>
                  <a:pt x="51816" y="53339"/>
                </a:lnTo>
                <a:lnTo>
                  <a:pt x="59436" y="53339"/>
                </a:lnTo>
                <a:lnTo>
                  <a:pt x="59436" y="76200"/>
                </a:lnTo>
                <a:lnTo>
                  <a:pt x="368410" y="76200"/>
                </a:lnTo>
                <a:lnTo>
                  <a:pt x="377223" y="86867"/>
                </a:lnTo>
                <a:lnTo>
                  <a:pt x="59436" y="86867"/>
                </a:lnTo>
                <a:lnTo>
                  <a:pt x="59721" y="104298"/>
                </a:lnTo>
                <a:lnTo>
                  <a:pt x="58293" y="117728"/>
                </a:lnTo>
                <a:lnTo>
                  <a:pt x="55149" y="127158"/>
                </a:lnTo>
                <a:lnTo>
                  <a:pt x="50292" y="132587"/>
                </a:lnTo>
                <a:lnTo>
                  <a:pt x="42672" y="137159"/>
                </a:lnTo>
                <a:lnTo>
                  <a:pt x="36576" y="138683"/>
                </a:lnTo>
                <a:close/>
              </a:path>
              <a:path w="388620" h="405764">
                <a:moveTo>
                  <a:pt x="368410" y="76200"/>
                </a:moveTo>
                <a:lnTo>
                  <a:pt x="332232" y="76200"/>
                </a:lnTo>
                <a:lnTo>
                  <a:pt x="352044" y="56387"/>
                </a:lnTo>
                <a:lnTo>
                  <a:pt x="368410" y="76200"/>
                </a:lnTo>
                <a:close/>
              </a:path>
              <a:path w="388620" h="405764">
                <a:moveTo>
                  <a:pt x="318516" y="134111"/>
                </a:moveTo>
                <a:lnTo>
                  <a:pt x="312420" y="129539"/>
                </a:lnTo>
                <a:lnTo>
                  <a:pt x="335280" y="86867"/>
                </a:lnTo>
                <a:lnTo>
                  <a:pt x="377223" y="86867"/>
                </a:lnTo>
                <a:lnTo>
                  <a:pt x="381000" y="91439"/>
                </a:lnTo>
                <a:lnTo>
                  <a:pt x="367807" y="94035"/>
                </a:lnTo>
                <a:lnTo>
                  <a:pt x="353187" y="101917"/>
                </a:lnTo>
                <a:lnTo>
                  <a:pt x="336851" y="115228"/>
                </a:lnTo>
                <a:lnTo>
                  <a:pt x="318516" y="134111"/>
                </a:lnTo>
                <a:close/>
              </a:path>
              <a:path w="388620" h="405764">
                <a:moveTo>
                  <a:pt x="44196" y="175259"/>
                </a:moveTo>
                <a:lnTo>
                  <a:pt x="27432" y="160019"/>
                </a:lnTo>
                <a:lnTo>
                  <a:pt x="298704" y="160019"/>
                </a:lnTo>
                <a:lnTo>
                  <a:pt x="323088" y="135635"/>
                </a:lnTo>
                <a:lnTo>
                  <a:pt x="358140" y="170687"/>
                </a:lnTo>
                <a:lnTo>
                  <a:pt x="85344" y="170687"/>
                </a:lnTo>
                <a:lnTo>
                  <a:pt x="74199" y="170973"/>
                </a:lnTo>
                <a:lnTo>
                  <a:pt x="63627" y="171830"/>
                </a:lnTo>
                <a:lnTo>
                  <a:pt x="53625" y="173259"/>
                </a:lnTo>
                <a:lnTo>
                  <a:pt x="44196" y="175259"/>
                </a:lnTo>
                <a:close/>
              </a:path>
              <a:path w="388620" h="405764">
                <a:moveTo>
                  <a:pt x="207264" y="348996"/>
                </a:moveTo>
                <a:lnTo>
                  <a:pt x="182880" y="348996"/>
                </a:lnTo>
                <a:lnTo>
                  <a:pt x="182880" y="170687"/>
                </a:lnTo>
                <a:lnTo>
                  <a:pt x="207264" y="170687"/>
                </a:lnTo>
                <a:lnTo>
                  <a:pt x="207264" y="256031"/>
                </a:lnTo>
                <a:lnTo>
                  <a:pt x="331796" y="256031"/>
                </a:lnTo>
                <a:lnTo>
                  <a:pt x="341376" y="265175"/>
                </a:lnTo>
                <a:lnTo>
                  <a:pt x="207264" y="265175"/>
                </a:lnTo>
                <a:lnTo>
                  <a:pt x="207264" y="348996"/>
                </a:lnTo>
                <a:close/>
              </a:path>
              <a:path w="388620" h="405764">
                <a:moveTo>
                  <a:pt x="3048" y="405384"/>
                </a:moveTo>
                <a:lnTo>
                  <a:pt x="0" y="399287"/>
                </a:lnTo>
                <a:lnTo>
                  <a:pt x="15144" y="384143"/>
                </a:lnTo>
                <a:lnTo>
                  <a:pt x="28575" y="368427"/>
                </a:lnTo>
                <a:lnTo>
                  <a:pt x="50292" y="335280"/>
                </a:lnTo>
                <a:lnTo>
                  <a:pt x="70651" y="285988"/>
                </a:lnTo>
                <a:lnTo>
                  <a:pt x="79057" y="237553"/>
                </a:lnTo>
                <a:lnTo>
                  <a:pt x="82296" y="204215"/>
                </a:lnTo>
                <a:lnTo>
                  <a:pt x="123444" y="225551"/>
                </a:lnTo>
                <a:lnTo>
                  <a:pt x="109728" y="237743"/>
                </a:lnTo>
                <a:lnTo>
                  <a:pt x="106560" y="248864"/>
                </a:lnTo>
                <a:lnTo>
                  <a:pt x="103822" y="259270"/>
                </a:lnTo>
                <a:lnTo>
                  <a:pt x="101369" y="268819"/>
                </a:lnTo>
                <a:lnTo>
                  <a:pt x="99060" y="277367"/>
                </a:lnTo>
                <a:lnTo>
                  <a:pt x="106387" y="288035"/>
                </a:lnTo>
                <a:lnTo>
                  <a:pt x="96012" y="288035"/>
                </a:lnTo>
                <a:lnTo>
                  <a:pt x="87749" y="307490"/>
                </a:lnTo>
                <a:lnTo>
                  <a:pt x="60960" y="353568"/>
                </a:lnTo>
                <a:lnTo>
                  <a:pt x="21312" y="391929"/>
                </a:lnTo>
                <a:lnTo>
                  <a:pt x="3048" y="405384"/>
                </a:lnTo>
                <a:close/>
              </a:path>
              <a:path w="388620" h="405764">
                <a:moveTo>
                  <a:pt x="331796" y="256031"/>
                </a:moveTo>
                <a:lnTo>
                  <a:pt x="284988" y="256031"/>
                </a:lnTo>
                <a:lnTo>
                  <a:pt x="307847" y="233171"/>
                </a:lnTo>
                <a:lnTo>
                  <a:pt x="331796" y="256031"/>
                </a:lnTo>
                <a:close/>
              </a:path>
              <a:path w="388620" h="405764">
                <a:moveTo>
                  <a:pt x="352044" y="394716"/>
                </a:moveTo>
                <a:lnTo>
                  <a:pt x="309419" y="393239"/>
                </a:lnTo>
                <a:lnTo>
                  <a:pt x="241887" y="387429"/>
                </a:lnTo>
                <a:lnTo>
                  <a:pt x="195572" y="377094"/>
                </a:lnTo>
                <a:lnTo>
                  <a:pt x="159615" y="361092"/>
                </a:lnTo>
                <a:lnTo>
                  <a:pt x="119824" y="322707"/>
                </a:lnTo>
                <a:lnTo>
                  <a:pt x="96012" y="288035"/>
                </a:lnTo>
                <a:lnTo>
                  <a:pt x="106387" y="288035"/>
                </a:lnTo>
                <a:lnTo>
                  <a:pt x="108251" y="290750"/>
                </a:lnTo>
                <a:lnTo>
                  <a:pt x="117729" y="303275"/>
                </a:lnTo>
                <a:lnTo>
                  <a:pt x="150090" y="332922"/>
                </a:lnTo>
                <a:lnTo>
                  <a:pt x="182880" y="348996"/>
                </a:lnTo>
                <a:lnTo>
                  <a:pt x="207264" y="348996"/>
                </a:lnTo>
                <a:lnTo>
                  <a:pt x="207264" y="356616"/>
                </a:lnTo>
                <a:lnTo>
                  <a:pt x="231267" y="359735"/>
                </a:lnTo>
                <a:lnTo>
                  <a:pt x="255270" y="362140"/>
                </a:lnTo>
                <a:lnTo>
                  <a:pt x="279273" y="363688"/>
                </a:lnTo>
                <a:lnTo>
                  <a:pt x="303276" y="364236"/>
                </a:lnTo>
                <a:lnTo>
                  <a:pt x="388620" y="364236"/>
                </a:lnTo>
                <a:lnTo>
                  <a:pt x="388620" y="367284"/>
                </a:lnTo>
                <a:lnTo>
                  <a:pt x="375189" y="370713"/>
                </a:lnTo>
                <a:lnTo>
                  <a:pt x="364617" y="376428"/>
                </a:lnTo>
                <a:lnTo>
                  <a:pt x="356901" y="384429"/>
                </a:lnTo>
                <a:lnTo>
                  <a:pt x="352044" y="394716"/>
                </a:lnTo>
                <a:close/>
              </a:path>
              <a:path w="388620" h="405764">
                <a:moveTo>
                  <a:pt x="388620" y="364236"/>
                </a:moveTo>
                <a:lnTo>
                  <a:pt x="303276" y="364236"/>
                </a:lnTo>
                <a:lnTo>
                  <a:pt x="347662" y="362521"/>
                </a:lnTo>
                <a:lnTo>
                  <a:pt x="368641" y="361449"/>
                </a:lnTo>
                <a:lnTo>
                  <a:pt x="388620" y="359664"/>
                </a:lnTo>
                <a:lnTo>
                  <a:pt x="388620" y="36423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" name="object 18"/>
          <p:cNvSpPr/>
          <p:nvPr/>
        </p:nvSpPr>
        <p:spPr>
          <a:xfrm>
            <a:off x="3925823" y="2913887"/>
            <a:ext cx="373380" cy="381000"/>
          </a:xfrm>
          <a:custGeom>
            <a:avLst/>
            <a:gdLst/>
            <a:ahLst/>
            <a:cxnLst/>
            <a:rect l="l" t="t" r="r" b="b"/>
            <a:pathLst>
              <a:path w="373379" h="381000">
                <a:moveTo>
                  <a:pt x="24383" y="380999"/>
                </a:moveTo>
                <a:lnTo>
                  <a:pt x="0" y="358139"/>
                </a:lnTo>
                <a:lnTo>
                  <a:pt x="10667" y="347472"/>
                </a:lnTo>
                <a:lnTo>
                  <a:pt x="10667" y="105155"/>
                </a:lnTo>
                <a:lnTo>
                  <a:pt x="10429" y="82034"/>
                </a:lnTo>
                <a:lnTo>
                  <a:pt x="9382" y="34647"/>
                </a:lnTo>
                <a:lnTo>
                  <a:pt x="9143" y="10667"/>
                </a:lnTo>
                <a:lnTo>
                  <a:pt x="35051" y="24383"/>
                </a:lnTo>
                <a:lnTo>
                  <a:pt x="303275" y="24383"/>
                </a:lnTo>
                <a:lnTo>
                  <a:pt x="329183" y="0"/>
                </a:lnTo>
                <a:lnTo>
                  <a:pt x="359663" y="35051"/>
                </a:lnTo>
                <a:lnTo>
                  <a:pt x="239267" y="35051"/>
                </a:lnTo>
                <a:lnTo>
                  <a:pt x="239267" y="243839"/>
                </a:lnTo>
                <a:lnTo>
                  <a:pt x="240649" y="257841"/>
                </a:lnTo>
                <a:lnTo>
                  <a:pt x="244601" y="267842"/>
                </a:lnTo>
                <a:lnTo>
                  <a:pt x="250840" y="273843"/>
                </a:lnTo>
                <a:lnTo>
                  <a:pt x="259079" y="275843"/>
                </a:lnTo>
                <a:lnTo>
                  <a:pt x="306324" y="275843"/>
                </a:lnTo>
                <a:lnTo>
                  <a:pt x="329183" y="195071"/>
                </a:lnTo>
                <a:lnTo>
                  <a:pt x="336804" y="195071"/>
                </a:lnTo>
                <a:lnTo>
                  <a:pt x="339852" y="243839"/>
                </a:lnTo>
                <a:lnTo>
                  <a:pt x="361187" y="271272"/>
                </a:lnTo>
                <a:lnTo>
                  <a:pt x="353139" y="282368"/>
                </a:lnTo>
                <a:lnTo>
                  <a:pt x="342519" y="290322"/>
                </a:lnTo>
                <a:lnTo>
                  <a:pt x="329041" y="294846"/>
                </a:lnTo>
                <a:lnTo>
                  <a:pt x="312419" y="295655"/>
                </a:lnTo>
                <a:lnTo>
                  <a:pt x="248411" y="295655"/>
                </a:lnTo>
                <a:lnTo>
                  <a:pt x="234434" y="292488"/>
                </a:lnTo>
                <a:lnTo>
                  <a:pt x="224599" y="285178"/>
                </a:lnTo>
                <a:lnTo>
                  <a:pt x="219051" y="273581"/>
                </a:lnTo>
                <a:lnTo>
                  <a:pt x="217931" y="257555"/>
                </a:lnTo>
                <a:lnTo>
                  <a:pt x="217931" y="35051"/>
                </a:lnTo>
                <a:lnTo>
                  <a:pt x="144779" y="35051"/>
                </a:lnTo>
                <a:lnTo>
                  <a:pt x="143636" y="87629"/>
                </a:lnTo>
                <a:lnTo>
                  <a:pt x="140207" y="135635"/>
                </a:lnTo>
                <a:lnTo>
                  <a:pt x="133540" y="181355"/>
                </a:lnTo>
                <a:lnTo>
                  <a:pt x="118871" y="227075"/>
                </a:lnTo>
                <a:lnTo>
                  <a:pt x="93725" y="272986"/>
                </a:lnTo>
                <a:lnTo>
                  <a:pt x="54863" y="320039"/>
                </a:lnTo>
                <a:lnTo>
                  <a:pt x="50291" y="313943"/>
                </a:lnTo>
                <a:lnTo>
                  <a:pt x="66270" y="290488"/>
                </a:lnTo>
                <a:lnTo>
                  <a:pt x="79819" y="268033"/>
                </a:lnTo>
                <a:lnTo>
                  <a:pt x="99059" y="225551"/>
                </a:lnTo>
                <a:lnTo>
                  <a:pt x="110299" y="184594"/>
                </a:lnTo>
                <a:lnTo>
                  <a:pt x="117824" y="116276"/>
                </a:lnTo>
                <a:lnTo>
                  <a:pt x="120110" y="63269"/>
                </a:lnTo>
                <a:lnTo>
                  <a:pt x="120395" y="35051"/>
                </a:lnTo>
                <a:lnTo>
                  <a:pt x="35051" y="35051"/>
                </a:lnTo>
                <a:lnTo>
                  <a:pt x="35051" y="355091"/>
                </a:lnTo>
                <a:lnTo>
                  <a:pt x="310895" y="355091"/>
                </a:lnTo>
                <a:lnTo>
                  <a:pt x="336804" y="327660"/>
                </a:lnTo>
                <a:lnTo>
                  <a:pt x="373380" y="364236"/>
                </a:lnTo>
                <a:lnTo>
                  <a:pt x="36575" y="364236"/>
                </a:lnTo>
                <a:lnTo>
                  <a:pt x="24383" y="38099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9" name="object 19"/>
          <p:cNvGrpSpPr/>
          <p:nvPr/>
        </p:nvGrpSpPr>
        <p:grpSpPr>
          <a:xfrm>
            <a:off x="4347971" y="2891027"/>
            <a:ext cx="2200910" cy="424180"/>
            <a:chOff x="4347971" y="2891027"/>
            <a:chExt cx="2200910" cy="424180"/>
          </a:xfrm>
        </p:grpSpPr>
        <p:sp>
          <p:nvSpPr>
            <p:cNvPr id="20" name="object 20"/>
            <p:cNvSpPr/>
            <p:nvPr/>
          </p:nvSpPr>
          <p:spPr>
            <a:xfrm>
              <a:off x="4347959" y="2897136"/>
              <a:ext cx="856615" cy="411480"/>
            </a:xfrm>
            <a:custGeom>
              <a:avLst/>
              <a:gdLst/>
              <a:ahLst/>
              <a:cxnLst/>
              <a:rect l="l" t="t" r="r" b="b"/>
              <a:pathLst>
                <a:path w="856614" h="411479">
                  <a:moveTo>
                    <a:pt x="224028" y="51803"/>
                  </a:moveTo>
                  <a:lnTo>
                    <a:pt x="196596" y="19799"/>
                  </a:lnTo>
                  <a:lnTo>
                    <a:pt x="175260" y="41135"/>
                  </a:lnTo>
                  <a:lnTo>
                    <a:pt x="124968" y="41135"/>
                  </a:lnTo>
                  <a:lnTo>
                    <a:pt x="124968" y="51803"/>
                  </a:lnTo>
                  <a:lnTo>
                    <a:pt x="124968" y="106667"/>
                  </a:lnTo>
                  <a:lnTo>
                    <a:pt x="100584" y="106667"/>
                  </a:lnTo>
                  <a:lnTo>
                    <a:pt x="100584" y="51803"/>
                  </a:lnTo>
                  <a:lnTo>
                    <a:pt x="124968" y="51803"/>
                  </a:lnTo>
                  <a:lnTo>
                    <a:pt x="124968" y="41135"/>
                  </a:lnTo>
                  <a:lnTo>
                    <a:pt x="0" y="41135"/>
                  </a:lnTo>
                  <a:lnTo>
                    <a:pt x="15240" y="56375"/>
                  </a:lnTo>
                  <a:lnTo>
                    <a:pt x="25552" y="54381"/>
                  </a:lnTo>
                  <a:lnTo>
                    <a:pt x="36004" y="52946"/>
                  </a:lnTo>
                  <a:lnTo>
                    <a:pt x="46748" y="52095"/>
                  </a:lnTo>
                  <a:lnTo>
                    <a:pt x="57912" y="51803"/>
                  </a:lnTo>
                  <a:lnTo>
                    <a:pt x="80772" y="51803"/>
                  </a:lnTo>
                  <a:lnTo>
                    <a:pt x="80772" y="106667"/>
                  </a:lnTo>
                  <a:lnTo>
                    <a:pt x="80772" y="117335"/>
                  </a:lnTo>
                  <a:lnTo>
                    <a:pt x="78803" y="155625"/>
                  </a:lnTo>
                  <a:lnTo>
                    <a:pt x="72961" y="188201"/>
                  </a:lnTo>
                  <a:lnTo>
                    <a:pt x="63423" y="215061"/>
                  </a:lnTo>
                  <a:lnTo>
                    <a:pt x="50292" y="236207"/>
                  </a:lnTo>
                  <a:lnTo>
                    <a:pt x="50292" y="117335"/>
                  </a:lnTo>
                  <a:lnTo>
                    <a:pt x="80772" y="117335"/>
                  </a:lnTo>
                  <a:lnTo>
                    <a:pt x="80772" y="106667"/>
                  </a:lnTo>
                  <a:lnTo>
                    <a:pt x="50292" y="106667"/>
                  </a:lnTo>
                  <a:lnTo>
                    <a:pt x="25908" y="92951"/>
                  </a:lnTo>
                  <a:lnTo>
                    <a:pt x="26797" y="124129"/>
                  </a:lnTo>
                  <a:lnTo>
                    <a:pt x="27241" y="160578"/>
                  </a:lnTo>
                  <a:lnTo>
                    <a:pt x="27355" y="188201"/>
                  </a:lnTo>
                  <a:lnTo>
                    <a:pt x="27241" y="337553"/>
                  </a:lnTo>
                  <a:lnTo>
                    <a:pt x="26797" y="372948"/>
                  </a:lnTo>
                  <a:lnTo>
                    <a:pt x="25908" y="402323"/>
                  </a:lnTo>
                  <a:lnTo>
                    <a:pt x="50292" y="393179"/>
                  </a:lnTo>
                  <a:lnTo>
                    <a:pt x="50292" y="356603"/>
                  </a:lnTo>
                  <a:lnTo>
                    <a:pt x="175260" y="356603"/>
                  </a:lnTo>
                  <a:lnTo>
                    <a:pt x="175260" y="400799"/>
                  </a:lnTo>
                  <a:lnTo>
                    <a:pt x="199644" y="388607"/>
                  </a:lnTo>
                  <a:lnTo>
                    <a:pt x="199453" y="356603"/>
                  </a:lnTo>
                  <a:lnTo>
                    <a:pt x="199377" y="347459"/>
                  </a:lnTo>
                  <a:lnTo>
                    <a:pt x="198780" y="280403"/>
                  </a:lnTo>
                  <a:lnTo>
                    <a:pt x="198691" y="269735"/>
                  </a:lnTo>
                  <a:lnTo>
                    <a:pt x="198361" y="213347"/>
                  </a:lnTo>
                  <a:lnTo>
                    <a:pt x="198323" y="207251"/>
                  </a:lnTo>
                  <a:lnTo>
                    <a:pt x="198120" y="121907"/>
                  </a:lnTo>
                  <a:lnTo>
                    <a:pt x="204216" y="117335"/>
                  </a:lnTo>
                  <a:lnTo>
                    <a:pt x="210312" y="112763"/>
                  </a:lnTo>
                  <a:lnTo>
                    <a:pt x="203352" y="106667"/>
                  </a:lnTo>
                  <a:lnTo>
                    <a:pt x="185928" y="91427"/>
                  </a:lnTo>
                  <a:lnTo>
                    <a:pt x="175260" y="104762"/>
                  </a:lnTo>
                  <a:lnTo>
                    <a:pt x="175260" y="117335"/>
                  </a:lnTo>
                  <a:lnTo>
                    <a:pt x="175260" y="213347"/>
                  </a:lnTo>
                  <a:lnTo>
                    <a:pt x="175260" y="231635"/>
                  </a:lnTo>
                  <a:lnTo>
                    <a:pt x="175260" y="269735"/>
                  </a:lnTo>
                  <a:lnTo>
                    <a:pt x="175260" y="280403"/>
                  </a:lnTo>
                  <a:lnTo>
                    <a:pt x="175260" y="347459"/>
                  </a:lnTo>
                  <a:lnTo>
                    <a:pt x="50292" y="347459"/>
                  </a:lnTo>
                  <a:lnTo>
                    <a:pt x="50292" y="280403"/>
                  </a:lnTo>
                  <a:lnTo>
                    <a:pt x="175260" y="280403"/>
                  </a:lnTo>
                  <a:lnTo>
                    <a:pt x="175260" y="269735"/>
                  </a:lnTo>
                  <a:lnTo>
                    <a:pt x="50292" y="269735"/>
                  </a:lnTo>
                  <a:lnTo>
                    <a:pt x="50292" y="245351"/>
                  </a:lnTo>
                  <a:lnTo>
                    <a:pt x="59563" y="236207"/>
                  </a:lnTo>
                  <a:lnTo>
                    <a:pt x="72301" y="223634"/>
                  </a:lnTo>
                  <a:lnTo>
                    <a:pt x="88011" y="195059"/>
                  </a:lnTo>
                  <a:lnTo>
                    <a:pt x="97447" y="159626"/>
                  </a:lnTo>
                  <a:lnTo>
                    <a:pt x="100584" y="117335"/>
                  </a:lnTo>
                  <a:lnTo>
                    <a:pt x="124968" y="117335"/>
                  </a:lnTo>
                  <a:lnTo>
                    <a:pt x="125082" y="207251"/>
                  </a:lnTo>
                  <a:lnTo>
                    <a:pt x="150876" y="231635"/>
                  </a:lnTo>
                  <a:lnTo>
                    <a:pt x="175260" y="231635"/>
                  </a:lnTo>
                  <a:lnTo>
                    <a:pt x="175260" y="213347"/>
                  </a:lnTo>
                  <a:lnTo>
                    <a:pt x="150876" y="213347"/>
                  </a:lnTo>
                  <a:lnTo>
                    <a:pt x="146304" y="207251"/>
                  </a:lnTo>
                  <a:lnTo>
                    <a:pt x="146304" y="117335"/>
                  </a:lnTo>
                  <a:lnTo>
                    <a:pt x="175260" y="117335"/>
                  </a:lnTo>
                  <a:lnTo>
                    <a:pt x="175260" y="104762"/>
                  </a:lnTo>
                  <a:lnTo>
                    <a:pt x="173736" y="106667"/>
                  </a:lnTo>
                  <a:lnTo>
                    <a:pt x="146304" y="106667"/>
                  </a:lnTo>
                  <a:lnTo>
                    <a:pt x="146304" y="51803"/>
                  </a:lnTo>
                  <a:lnTo>
                    <a:pt x="224028" y="51803"/>
                  </a:lnTo>
                  <a:close/>
                </a:path>
                <a:path w="856614" h="411479">
                  <a:moveTo>
                    <a:pt x="408432" y="361175"/>
                  </a:moveTo>
                  <a:lnTo>
                    <a:pt x="388150" y="327152"/>
                  </a:lnTo>
                  <a:lnTo>
                    <a:pt x="385572" y="281927"/>
                  </a:lnTo>
                  <a:lnTo>
                    <a:pt x="377952" y="281927"/>
                  </a:lnTo>
                  <a:lnTo>
                    <a:pt x="376796" y="304838"/>
                  </a:lnTo>
                  <a:lnTo>
                    <a:pt x="375475" y="323456"/>
                  </a:lnTo>
                  <a:lnTo>
                    <a:pt x="373888" y="338086"/>
                  </a:lnTo>
                  <a:lnTo>
                    <a:pt x="371856" y="348983"/>
                  </a:lnTo>
                  <a:lnTo>
                    <a:pt x="370332" y="359651"/>
                  </a:lnTo>
                  <a:lnTo>
                    <a:pt x="364236" y="365747"/>
                  </a:lnTo>
                  <a:lnTo>
                    <a:pt x="284988" y="365747"/>
                  </a:lnTo>
                  <a:lnTo>
                    <a:pt x="272986" y="364655"/>
                  </a:lnTo>
                  <a:lnTo>
                    <a:pt x="264414" y="359270"/>
                  </a:lnTo>
                  <a:lnTo>
                    <a:pt x="259270" y="349897"/>
                  </a:lnTo>
                  <a:lnTo>
                    <a:pt x="257556" y="336791"/>
                  </a:lnTo>
                  <a:lnTo>
                    <a:pt x="257556" y="176771"/>
                  </a:lnTo>
                  <a:lnTo>
                    <a:pt x="352044" y="176771"/>
                  </a:lnTo>
                  <a:lnTo>
                    <a:pt x="352044" y="201155"/>
                  </a:lnTo>
                  <a:lnTo>
                    <a:pt x="376428" y="190487"/>
                  </a:lnTo>
                  <a:lnTo>
                    <a:pt x="374332" y="135432"/>
                  </a:lnTo>
                  <a:lnTo>
                    <a:pt x="373380" y="56375"/>
                  </a:lnTo>
                  <a:lnTo>
                    <a:pt x="378612" y="51803"/>
                  </a:lnTo>
                  <a:lnTo>
                    <a:pt x="385572" y="45707"/>
                  </a:lnTo>
                  <a:lnTo>
                    <a:pt x="359664" y="24371"/>
                  </a:lnTo>
                  <a:lnTo>
                    <a:pt x="347472" y="41135"/>
                  </a:lnTo>
                  <a:lnTo>
                    <a:pt x="225552" y="41135"/>
                  </a:lnTo>
                  <a:lnTo>
                    <a:pt x="242316" y="56375"/>
                  </a:lnTo>
                  <a:lnTo>
                    <a:pt x="251752" y="54381"/>
                  </a:lnTo>
                  <a:lnTo>
                    <a:pt x="261747" y="52946"/>
                  </a:lnTo>
                  <a:lnTo>
                    <a:pt x="272326" y="52095"/>
                  </a:lnTo>
                  <a:lnTo>
                    <a:pt x="283464" y="51803"/>
                  </a:lnTo>
                  <a:lnTo>
                    <a:pt x="352044" y="51803"/>
                  </a:lnTo>
                  <a:lnTo>
                    <a:pt x="352044" y="166103"/>
                  </a:lnTo>
                  <a:lnTo>
                    <a:pt x="257556" y="166103"/>
                  </a:lnTo>
                  <a:lnTo>
                    <a:pt x="233172" y="150863"/>
                  </a:lnTo>
                  <a:lnTo>
                    <a:pt x="234061" y="177444"/>
                  </a:lnTo>
                  <a:lnTo>
                    <a:pt x="234505" y="218300"/>
                  </a:lnTo>
                  <a:lnTo>
                    <a:pt x="234683" y="273456"/>
                  </a:lnTo>
                  <a:lnTo>
                    <a:pt x="234696" y="342887"/>
                  </a:lnTo>
                  <a:lnTo>
                    <a:pt x="236677" y="362635"/>
                  </a:lnTo>
                  <a:lnTo>
                    <a:pt x="244792" y="376224"/>
                  </a:lnTo>
                  <a:lnTo>
                    <a:pt x="258914" y="383832"/>
                  </a:lnTo>
                  <a:lnTo>
                    <a:pt x="278892" y="385559"/>
                  </a:lnTo>
                  <a:lnTo>
                    <a:pt x="368808" y="385559"/>
                  </a:lnTo>
                  <a:lnTo>
                    <a:pt x="381647" y="384111"/>
                  </a:lnTo>
                  <a:lnTo>
                    <a:pt x="392620" y="379653"/>
                  </a:lnTo>
                  <a:lnTo>
                    <a:pt x="401599" y="372059"/>
                  </a:lnTo>
                  <a:lnTo>
                    <a:pt x="405561" y="365747"/>
                  </a:lnTo>
                  <a:lnTo>
                    <a:pt x="408432" y="361175"/>
                  </a:lnTo>
                  <a:close/>
                </a:path>
                <a:path w="856614" h="411479">
                  <a:moveTo>
                    <a:pt x="601992" y="150876"/>
                  </a:moveTo>
                  <a:lnTo>
                    <a:pt x="569988" y="121920"/>
                  </a:lnTo>
                  <a:lnTo>
                    <a:pt x="560273" y="142227"/>
                  </a:lnTo>
                  <a:lnTo>
                    <a:pt x="549414" y="162115"/>
                  </a:lnTo>
                  <a:lnTo>
                    <a:pt x="524268" y="201168"/>
                  </a:lnTo>
                  <a:lnTo>
                    <a:pt x="491502" y="240792"/>
                  </a:lnTo>
                  <a:lnTo>
                    <a:pt x="449592" y="280416"/>
                  </a:lnTo>
                  <a:lnTo>
                    <a:pt x="452640" y="286512"/>
                  </a:lnTo>
                  <a:lnTo>
                    <a:pt x="471182" y="274840"/>
                  </a:lnTo>
                  <a:lnTo>
                    <a:pt x="490169" y="260604"/>
                  </a:lnTo>
                  <a:lnTo>
                    <a:pt x="509422" y="244068"/>
                  </a:lnTo>
                  <a:lnTo>
                    <a:pt x="528840" y="225552"/>
                  </a:lnTo>
                  <a:lnTo>
                    <a:pt x="528726" y="361188"/>
                  </a:lnTo>
                  <a:lnTo>
                    <a:pt x="528612" y="370332"/>
                  </a:lnTo>
                  <a:lnTo>
                    <a:pt x="528193" y="388899"/>
                  </a:lnTo>
                  <a:lnTo>
                    <a:pt x="527316" y="411480"/>
                  </a:lnTo>
                  <a:lnTo>
                    <a:pt x="553224" y="397764"/>
                  </a:lnTo>
                  <a:lnTo>
                    <a:pt x="552983" y="388620"/>
                  </a:lnTo>
                  <a:lnTo>
                    <a:pt x="551929" y="370332"/>
                  </a:lnTo>
                  <a:lnTo>
                    <a:pt x="551776" y="364236"/>
                  </a:lnTo>
                  <a:lnTo>
                    <a:pt x="551700" y="231648"/>
                  </a:lnTo>
                  <a:lnTo>
                    <a:pt x="561454" y="225552"/>
                  </a:lnTo>
                  <a:lnTo>
                    <a:pt x="563892" y="224028"/>
                  </a:lnTo>
                  <a:lnTo>
                    <a:pt x="547128" y="207264"/>
                  </a:lnTo>
                  <a:lnTo>
                    <a:pt x="555434" y="197015"/>
                  </a:lnTo>
                  <a:lnTo>
                    <a:pt x="564464" y="184785"/>
                  </a:lnTo>
                  <a:lnTo>
                    <a:pt x="585228" y="155448"/>
                  </a:lnTo>
                  <a:lnTo>
                    <a:pt x="601992" y="150876"/>
                  </a:lnTo>
                  <a:close/>
                </a:path>
                <a:path w="856614" h="411479">
                  <a:moveTo>
                    <a:pt x="669048" y="71628"/>
                  </a:moveTo>
                  <a:lnTo>
                    <a:pt x="657783" y="60960"/>
                  </a:lnTo>
                  <a:lnTo>
                    <a:pt x="640092" y="44196"/>
                  </a:lnTo>
                  <a:lnTo>
                    <a:pt x="623328" y="60960"/>
                  </a:lnTo>
                  <a:lnTo>
                    <a:pt x="537984" y="60960"/>
                  </a:lnTo>
                  <a:lnTo>
                    <a:pt x="559320" y="33528"/>
                  </a:lnTo>
                  <a:lnTo>
                    <a:pt x="573036" y="24384"/>
                  </a:lnTo>
                  <a:lnTo>
                    <a:pt x="537984" y="4572"/>
                  </a:lnTo>
                  <a:lnTo>
                    <a:pt x="516978" y="53213"/>
                  </a:lnTo>
                  <a:lnTo>
                    <a:pt x="486930" y="103251"/>
                  </a:lnTo>
                  <a:lnTo>
                    <a:pt x="455688" y="138684"/>
                  </a:lnTo>
                  <a:lnTo>
                    <a:pt x="461784" y="143256"/>
                  </a:lnTo>
                  <a:lnTo>
                    <a:pt x="475513" y="131533"/>
                  </a:lnTo>
                  <a:lnTo>
                    <a:pt x="496595" y="113347"/>
                  </a:lnTo>
                  <a:lnTo>
                    <a:pt x="504456" y="106680"/>
                  </a:lnTo>
                  <a:lnTo>
                    <a:pt x="511327" y="99263"/>
                  </a:lnTo>
                  <a:lnTo>
                    <a:pt x="518363" y="90868"/>
                  </a:lnTo>
                  <a:lnTo>
                    <a:pt x="525665" y="81597"/>
                  </a:lnTo>
                  <a:lnTo>
                    <a:pt x="533412" y="71628"/>
                  </a:lnTo>
                  <a:lnTo>
                    <a:pt x="569988" y="71628"/>
                  </a:lnTo>
                  <a:lnTo>
                    <a:pt x="578751" y="84391"/>
                  </a:lnTo>
                  <a:lnTo>
                    <a:pt x="582409" y="90271"/>
                  </a:lnTo>
                  <a:lnTo>
                    <a:pt x="585228" y="96012"/>
                  </a:lnTo>
                  <a:lnTo>
                    <a:pt x="587527" y="101739"/>
                  </a:lnTo>
                  <a:lnTo>
                    <a:pt x="589991" y="107632"/>
                  </a:lnTo>
                  <a:lnTo>
                    <a:pt x="592721" y="113792"/>
                  </a:lnTo>
                  <a:lnTo>
                    <a:pt x="595896" y="120396"/>
                  </a:lnTo>
                  <a:lnTo>
                    <a:pt x="597420" y="126492"/>
                  </a:lnTo>
                  <a:lnTo>
                    <a:pt x="598944" y="129540"/>
                  </a:lnTo>
                  <a:lnTo>
                    <a:pt x="601992" y="129540"/>
                  </a:lnTo>
                  <a:lnTo>
                    <a:pt x="609612" y="121920"/>
                  </a:lnTo>
                  <a:lnTo>
                    <a:pt x="614184" y="115824"/>
                  </a:lnTo>
                  <a:lnTo>
                    <a:pt x="615708" y="111252"/>
                  </a:lnTo>
                  <a:lnTo>
                    <a:pt x="615708" y="105156"/>
                  </a:lnTo>
                  <a:lnTo>
                    <a:pt x="577608" y="71628"/>
                  </a:lnTo>
                  <a:lnTo>
                    <a:pt x="669048" y="71628"/>
                  </a:lnTo>
                  <a:close/>
                </a:path>
                <a:path w="856614" h="411479">
                  <a:moveTo>
                    <a:pt x="681253" y="282270"/>
                  </a:moveTo>
                  <a:lnTo>
                    <a:pt x="651332" y="245364"/>
                  </a:lnTo>
                  <a:lnTo>
                    <a:pt x="623328" y="224028"/>
                  </a:lnTo>
                  <a:lnTo>
                    <a:pt x="620280" y="228600"/>
                  </a:lnTo>
                  <a:lnTo>
                    <a:pt x="625944" y="236601"/>
                  </a:lnTo>
                  <a:lnTo>
                    <a:pt x="631329" y="244602"/>
                  </a:lnTo>
                  <a:lnTo>
                    <a:pt x="636130" y="252603"/>
                  </a:lnTo>
                  <a:lnTo>
                    <a:pt x="640092" y="260604"/>
                  </a:lnTo>
                  <a:lnTo>
                    <a:pt x="644398" y="268833"/>
                  </a:lnTo>
                  <a:lnTo>
                    <a:pt x="648284" y="277368"/>
                  </a:lnTo>
                  <a:lnTo>
                    <a:pt x="655332" y="294132"/>
                  </a:lnTo>
                  <a:lnTo>
                    <a:pt x="656856" y="306324"/>
                  </a:lnTo>
                  <a:lnTo>
                    <a:pt x="659904" y="312420"/>
                  </a:lnTo>
                  <a:lnTo>
                    <a:pt x="669048" y="312420"/>
                  </a:lnTo>
                  <a:lnTo>
                    <a:pt x="679716" y="301752"/>
                  </a:lnTo>
                  <a:lnTo>
                    <a:pt x="681240" y="295656"/>
                  </a:lnTo>
                  <a:lnTo>
                    <a:pt x="681253" y="282270"/>
                  </a:lnTo>
                  <a:close/>
                </a:path>
                <a:path w="856614" h="411479">
                  <a:moveTo>
                    <a:pt x="847356" y="71628"/>
                  </a:moveTo>
                  <a:lnTo>
                    <a:pt x="837272" y="60960"/>
                  </a:lnTo>
                  <a:lnTo>
                    <a:pt x="821448" y="44196"/>
                  </a:lnTo>
                  <a:lnTo>
                    <a:pt x="803160" y="60960"/>
                  </a:lnTo>
                  <a:lnTo>
                    <a:pt x="711720" y="60960"/>
                  </a:lnTo>
                  <a:lnTo>
                    <a:pt x="731532" y="32004"/>
                  </a:lnTo>
                  <a:lnTo>
                    <a:pt x="746772" y="24384"/>
                  </a:lnTo>
                  <a:lnTo>
                    <a:pt x="711720" y="0"/>
                  </a:lnTo>
                  <a:lnTo>
                    <a:pt x="699338" y="37909"/>
                  </a:lnTo>
                  <a:lnTo>
                    <a:pt x="676910" y="85534"/>
                  </a:lnTo>
                  <a:lnTo>
                    <a:pt x="652856" y="120396"/>
                  </a:lnTo>
                  <a:lnTo>
                    <a:pt x="637044" y="140208"/>
                  </a:lnTo>
                  <a:lnTo>
                    <a:pt x="644664" y="144780"/>
                  </a:lnTo>
                  <a:lnTo>
                    <a:pt x="653516" y="136537"/>
                  </a:lnTo>
                  <a:lnTo>
                    <a:pt x="661809" y="128016"/>
                  </a:lnTo>
                  <a:lnTo>
                    <a:pt x="669518" y="119481"/>
                  </a:lnTo>
                  <a:lnTo>
                    <a:pt x="676668" y="111252"/>
                  </a:lnTo>
                  <a:lnTo>
                    <a:pt x="684428" y="102692"/>
                  </a:lnTo>
                  <a:lnTo>
                    <a:pt x="691908" y="93154"/>
                  </a:lnTo>
                  <a:lnTo>
                    <a:pt x="699376" y="82740"/>
                  </a:lnTo>
                  <a:lnTo>
                    <a:pt x="707148" y="71628"/>
                  </a:lnTo>
                  <a:lnTo>
                    <a:pt x="746772" y="71628"/>
                  </a:lnTo>
                  <a:lnTo>
                    <a:pt x="751928" y="78498"/>
                  </a:lnTo>
                  <a:lnTo>
                    <a:pt x="756107" y="85534"/>
                  </a:lnTo>
                  <a:lnTo>
                    <a:pt x="759409" y="92837"/>
                  </a:lnTo>
                  <a:lnTo>
                    <a:pt x="762012" y="100584"/>
                  </a:lnTo>
                  <a:lnTo>
                    <a:pt x="765149" y="107175"/>
                  </a:lnTo>
                  <a:lnTo>
                    <a:pt x="767676" y="113245"/>
                  </a:lnTo>
                  <a:lnTo>
                    <a:pt x="769721" y="119227"/>
                  </a:lnTo>
                  <a:lnTo>
                    <a:pt x="771156" y="124968"/>
                  </a:lnTo>
                  <a:lnTo>
                    <a:pt x="772680" y="129540"/>
                  </a:lnTo>
                  <a:lnTo>
                    <a:pt x="774204" y="131064"/>
                  </a:lnTo>
                  <a:lnTo>
                    <a:pt x="777252" y="131064"/>
                  </a:lnTo>
                  <a:lnTo>
                    <a:pt x="780300" y="128016"/>
                  </a:lnTo>
                  <a:lnTo>
                    <a:pt x="784872" y="121920"/>
                  </a:lnTo>
                  <a:lnTo>
                    <a:pt x="789444" y="117348"/>
                  </a:lnTo>
                  <a:lnTo>
                    <a:pt x="792492" y="112776"/>
                  </a:lnTo>
                  <a:lnTo>
                    <a:pt x="792492" y="106680"/>
                  </a:lnTo>
                  <a:lnTo>
                    <a:pt x="790968" y="102108"/>
                  </a:lnTo>
                  <a:lnTo>
                    <a:pt x="786396" y="96012"/>
                  </a:lnTo>
                  <a:lnTo>
                    <a:pt x="782967" y="91122"/>
                  </a:lnTo>
                  <a:lnTo>
                    <a:pt x="777265" y="85547"/>
                  </a:lnTo>
                  <a:lnTo>
                    <a:pt x="769251" y="79070"/>
                  </a:lnTo>
                  <a:lnTo>
                    <a:pt x="758964" y="71628"/>
                  </a:lnTo>
                  <a:lnTo>
                    <a:pt x="847356" y="71628"/>
                  </a:lnTo>
                  <a:close/>
                </a:path>
                <a:path w="856614" h="411479">
                  <a:moveTo>
                    <a:pt x="856500" y="201168"/>
                  </a:moveTo>
                  <a:lnTo>
                    <a:pt x="827544" y="169164"/>
                  </a:lnTo>
                  <a:lnTo>
                    <a:pt x="806208" y="190500"/>
                  </a:lnTo>
                  <a:lnTo>
                    <a:pt x="768108" y="190500"/>
                  </a:lnTo>
                  <a:lnTo>
                    <a:pt x="768108" y="164592"/>
                  </a:lnTo>
                  <a:lnTo>
                    <a:pt x="780300" y="152400"/>
                  </a:lnTo>
                  <a:lnTo>
                    <a:pt x="743724" y="132588"/>
                  </a:lnTo>
                  <a:lnTo>
                    <a:pt x="744601" y="145491"/>
                  </a:lnTo>
                  <a:lnTo>
                    <a:pt x="745058" y="159258"/>
                  </a:lnTo>
                  <a:lnTo>
                    <a:pt x="745159" y="169164"/>
                  </a:lnTo>
                  <a:lnTo>
                    <a:pt x="745248" y="190500"/>
                  </a:lnTo>
                  <a:lnTo>
                    <a:pt x="585228" y="190500"/>
                  </a:lnTo>
                  <a:lnTo>
                    <a:pt x="600468" y="205740"/>
                  </a:lnTo>
                  <a:lnTo>
                    <a:pt x="610768" y="203733"/>
                  </a:lnTo>
                  <a:lnTo>
                    <a:pt x="621233" y="202311"/>
                  </a:lnTo>
                  <a:lnTo>
                    <a:pt x="631964" y="201447"/>
                  </a:lnTo>
                  <a:lnTo>
                    <a:pt x="643140" y="201168"/>
                  </a:lnTo>
                  <a:lnTo>
                    <a:pt x="745248" y="201168"/>
                  </a:lnTo>
                  <a:lnTo>
                    <a:pt x="745248" y="367284"/>
                  </a:lnTo>
                  <a:lnTo>
                    <a:pt x="742200" y="371856"/>
                  </a:lnTo>
                  <a:lnTo>
                    <a:pt x="737628" y="373380"/>
                  </a:lnTo>
                  <a:lnTo>
                    <a:pt x="731050" y="373062"/>
                  </a:lnTo>
                  <a:lnTo>
                    <a:pt x="718197" y="372046"/>
                  </a:lnTo>
                  <a:lnTo>
                    <a:pt x="699046" y="370154"/>
                  </a:lnTo>
                  <a:lnTo>
                    <a:pt x="673620" y="367284"/>
                  </a:lnTo>
                  <a:lnTo>
                    <a:pt x="673620" y="374904"/>
                  </a:lnTo>
                  <a:lnTo>
                    <a:pt x="695312" y="381469"/>
                  </a:lnTo>
                  <a:lnTo>
                    <a:pt x="712292" y="389763"/>
                  </a:lnTo>
                  <a:lnTo>
                    <a:pt x="724408" y="399757"/>
                  </a:lnTo>
                  <a:lnTo>
                    <a:pt x="731532" y="411480"/>
                  </a:lnTo>
                  <a:lnTo>
                    <a:pt x="740105" y="406920"/>
                  </a:lnTo>
                  <a:lnTo>
                    <a:pt x="767511" y="374904"/>
                  </a:lnTo>
                  <a:lnTo>
                    <a:pt x="768108" y="364236"/>
                  </a:lnTo>
                  <a:lnTo>
                    <a:pt x="768108" y="201168"/>
                  </a:lnTo>
                  <a:lnTo>
                    <a:pt x="856500" y="201168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1" name="object 21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4797552" y="2891027"/>
              <a:ext cx="403859" cy="156972"/>
            </a:xfrm>
            <a:prstGeom prst="rect">
              <a:avLst/>
            </a:prstGeom>
          </p:spPr>
        </p:pic>
        <p:sp>
          <p:nvSpPr>
            <p:cNvPr id="22" name="object 22"/>
            <p:cNvSpPr/>
            <p:nvPr/>
          </p:nvSpPr>
          <p:spPr>
            <a:xfrm>
              <a:off x="4797552" y="3019044"/>
              <a:ext cx="152400" cy="289560"/>
            </a:xfrm>
            <a:custGeom>
              <a:avLst/>
              <a:gdLst/>
              <a:ahLst/>
              <a:cxnLst/>
              <a:rect l="l" t="t" r="r" b="b"/>
              <a:pathLst>
                <a:path w="152400" h="289560">
                  <a:moveTo>
                    <a:pt x="102108" y="109727"/>
                  </a:moveTo>
                  <a:lnTo>
                    <a:pt x="102108" y="239267"/>
                  </a:lnTo>
                  <a:lnTo>
                    <a:pt x="102346" y="248412"/>
                  </a:lnTo>
                  <a:lnTo>
                    <a:pt x="102870" y="257556"/>
                  </a:lnTo>
                  <a:lnTo>
                    <a:pt x="103393" y="266700"/>
                  </a:lnTo>
                  <a:lnTo>
                    <a:pt x="103632" y="275844"/>
                  </a:lnTo>
                  <a:lnTo>
                    <a:pt x="77724" y="289559"/>
                  </a:lnTo>
                  <a:lnTo>
                    <a:pt x="78605" y="266985"/>
                  </a:lnTo>
                  <a:lnTo>
                    <a:pt x="79057" y="247268"/>
                  </a:lnTo>
                  <a:lnTo>
                    <a:pt x="79224" y="230409"/>
                  </a:lnTo>
                  <a:lnTo>
                    <a:pt x="79248" y="216407"/>
                  </a:lnTo>
                  <a:lnTo>
                    <a:pt x="79248" y="103631"/>
                  </a:lnTo>
                  <a:lnTo>
                    <a:pt x="59840" y="122158"/>
                  </a:lnTo>
                  <a:lnTo>
                    <a:pt x="40576" y="138683"/>
                  </a:lnTo>
                  <a:lnTo>
                    <a:pt x="21597" y="152923"/>
                  </a:lnTo>
                  <a:lnTo>
                    <a:pt x="3048" y="164591"/>
                  </a:lnTo>
                  <a:lnTo>
                    <a:pt x="0" y="158495"/>
                  </a:lnTo>
                  <a:lnTo>
                    <a:pt x="21955" y="138826"/>
                  </a:lnTo>
                  <a:lnTo>
                    <a:pt x="41910" y="118871"/>
                  </a:lnTo>
                  <a:lnTo>
                    <a:pt x="74676" y="79247"/>
                  </a:lnTo>
                  <a:lnTo>
                    <a:pt x="99822" y="40195"/>
                  </a:lnTo>
                  <a:lnTo>
                    <a:pt x="120396" y="0"/>
                  </a:lnTo>
                  <a:lnTo>
                    <a:pt x="152400" y="28955"/>
                  </a:lnTo>
                  <a:lnTo>
                    <a:pt x="135636" y="33527"/>
                  </a:lnTo>
                  <a:lnTo>
                    <a:pt x="124753" y="48910"/>
                  </a:lnTo>
                  <a:lnTo>
                    <a:pt x="114871" y="62864"/>
                  </a:lnTo>
                  <a:lnTo>
                    <a:pt x="105846" y="75104"/>
                  </a:lnTo>
                  <a:lnTo>
                    <a:pt x="97536" y="85343"/>
                  </a:lnTo>
                  <a:lnTo>
                    <a:pt x="114300" y="102107"/>
                  </a:lnTo>
                  <a:lnTo>
                    <a:pt x="102108" y="109727"/>
                  </a:lnTo>
                  <a:close/>
                </a:path>
              </a:pathLst>
            </a:custGeom>
            <a:ln w="1219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" name="object 23"/>
            <p:cNvSpPr/>
            <p:nvPr/>
          </p:nvSpPr>
          <p:spPr>
            <a:xfrm>
              <a:off x="4933187" y="3029712"/>
              <a:ext cx="271780" cy="279400"/>
            </a:xfrm>
            <a:custGeom>
              <a:avLst/>
              <a:gdLst/>
              <a:ahLst/>
              <a:cxnLst/>
              <a:rect l="l" t="t" r="r" b="b"/>
              <a:pathLst>
                <a:path w="271779" h="279400">
                  <a:moveTo>
                    <a:pt x="160019" y="57912"/>
                  </a:moveTo>
                  <a:lnTo>
                    <a:pt x="159996" y="41576"/>
                  </a:lnTo>
                  <a:lnTo>
                    <a:pt x="159829" y="26670"/>
                  </a:lnTo>
                  <a:lnTo>
                    <a:pt x="159377" y="12906"/>
                  </a:lnTo>
                  <a:lnTo>
                    <a:pt x="158495" y="0"/>
                  </a:lnTo>
                  <a:lnTo>
                    <a:pt x="195071" y="19812"/>
                  </a:lnTo>
                  <a:lnTo>
                    <a:pt x="182879" y="32004"/>
                  </a:lnTo>
                  <a:lnTo>
                    <a:pt x="182879" y="57912"/>
                  </a:lnTo>
                  <a:lnTo>
                    <a:pt x="220979" y="57912"/>
                  </a:lnTo>
                  <a:lnTo>
                    <a:pt x="242315" y="36576"/>
                  </a:lnTo>
                  <a:lnTo>
                    <a:pt x="271271" y="68580"/>
                  </a:lnTo>
                  <a:lnTo>
                    <a:pt x="182879" y="68580"/>
                  </a:lnTo>
                  <a:lnTo>
                    <a:pt x="182879" y="231648"/>
                  </a:lnTo>
                  <a:lnTo>
                    <a:pt x="182308" y="242196"/>
                  </a:lnTo>
                  <a:lnTo>
                    <a:pt x="154876" y="274343"/>
                  </a:lnTo>
                  <a:lnTo>
                    <a:pt x="146303" y="278892"/>
                  </a:lnTo>
                  <a:lnTo>
                    <a:pt x="139184" y="267176"/>
                  </a:lnTo>
                  <a:lnTo>
                    <a:pt x="127063" y="257175"/>
                  </a:lnTo>
                  <a:lnTo>
                    <a:pt x="110085" y="248888"/>
                  </a:lnTo>
                  <a:lnTo>
                    <a:pt x="88391" y="242316"/>
                  </a:lnTo>
                  <a:lnTo>
                    <a:pt x="88391" y="234695"/>
                  </a:lnTo>
                  <a:lnTo>
                    <a:pt x="113823" y="237577"/>
                  </a:lnTo>
                  <a:lnTo>
                    <a:pt x="132968" y="239458"/>
                  </a:lnTo>
                  <a:lnTo>
                    <a:pt x="145827" y="240482"/>
                  </a:lnTo>
                  <a:lnTo>
                    <a:pt x="152399" y="240792"/>
                  </a:lnTo>
                  <a:lnTo>
                    <a:pt x="156971" y="239268"/>
                  </a:lnTo>
                  <a:lnTo>
                    <a:pt x="160019" y="234695"/>
                  </a:lnTo>
                  <a:lnTo>
                    <a:pt x="160019" y="228600"/>
                  </a:lnTo>
                  <a:lnTo>
                    <a:pt x="160019" y="68580"/>
                  </a:lnTo>
                  <a:lnTo>
                    <a:pt x="57911" y="68580"/>
                  </a:lnTo>
                  <a:lnTo>
                    <a:pt x="46743" y="68865"/>
                  </a:lnTo>
                  <a:lnTo>
                    <a:pt x="36004" y="69723"/>
                  </a:lnTo>
                  <a:lnTo>
                    <a:pt x="25550" y="71151"/>
                  </a:lnTo>
                  <a:lnTo>
                    <a:pt x="15239" y="73152"/>
                  </a:lnTo>
                  <a:lnTo>
                    <a:pt x="0" y="57912"/>
                  </a:lnTo>
                  <a:lnTo>
                    <a:pt x="160019" y="57912"/>
                  </a:lnTo>
                  <a:close/>
                </a:path>
              </a:pathLst>
            </a:custGeom>
            <a:ln w="1219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4" name="object 24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4962143" y="3115055"/>
              <a:ext cx="73175" cy="100584"/>
            </a:xfrm>
            <a:prstGeom prst="rect">
              <a:avLst/>
            </a:prstGeom>
          </p:spPr>
        </p:pic>
        <p:sp>
          <p:nvSpPr>
            <p:cNvPr id="25" name="object 25"/>
            <p:cNvSpPr/>
            <p:nvPr/>
          </p:nvSpPr>
          <p:spPr>
            <a:xfrm>
              <a:off x="5244083" y="2900172"/>
              <a:ext cx="407034" cy="399415"/>
            </a:xfrm>
            <a:custGeom>
              <a:avLst/>
              <a:gdLst/>
              <a:ahLst/>
              <a:cxnLst/>
              <a:rect l="l" t="t" r="r" b="b"/>
              <a:pathLst>
                <a:path w="407035" h="399414">
                  <a:moveTo>
                    <a:pt x="1524" y="208788"/>
                  </a:moveTo>
                  <a:lnTo>
                    <a:pt x="0" y="201167"/>
                  </a:lnTo>
                  <a:lnTo>
                    <a:pt x="32885" y="183165"/>
                  </a:lnTo>
                  <a:lnTo>
                    <a:pt x="63055" y="163449"/>
                  </a:lnTo>
                  <a:lnTo>
                    <a:pt x="115824" y="118872"/>
                  </a:lnTo>
                  <a:lnTo>
                    <a:pt x="159258" y="66294"/>
                  </a:lnTo>
                  <a:lnTo>
                    <a:pt x="193548" y="0"/>
                  </a:lnTo>
                  <a:lnTo>
                    <a:pt x="230124" y="24384"/>
                  </a:lnTo>
                  <a:lnTo>
                    <a:pt x="213360" y="32004"/>
                  </a:lnTo>
                  <a:lnTo>
                    <a:pt x="219264" y="41148"/>
                  </a:lnTo>
                  <a:lnTo>
                    <a:pt x="207264" y="41148"/>
                  </a:lnTo>
                  <a:lnTo>
                    <a:pt x="183284" y="74556"/>
                  </a:lnTo>
                  <a:lnTo>
                    <a:pt x="135897" y="128801"/>
                  </a:lnTo>
                  <a:lnTo>
                    <a:pt x="87677" y="166782"/>
                  </a:lnTo>
                  <a:lnTo>
                    <a:pt x="31765" y="196500"/>
                  </a:lnTo>
                  <a:lnTo>
                    <a:pt x="1524" y="208788"/>
                  </a:lnTo>
                  <a:close/>
                </a:path>
                <a:path w="407035" h="399414">
                  <a:moveTo>
                    <a:pt x="370332" y="196596"/>
                  </a:moveTo>
                  <a:lnTo>
                    <a:pt x="334899" y="175117"/>
                  </a:lnTo>
                  <a:lnTo>
                    <a:pt x="277749" y="132730"/>
                  </a:lnTo>
                  <a:lnTo>
                    <a:pt x="239196" y="91297"/>
                  </a:lnTo>
                  <a:lnTo>
                    <a:pt x="214669" y="55959"/>
                  </a:lnTo>
                  <a:lnTo>
                    <a:pt x="207264" y="41148"/>
                  </a:lnTo>
                  <a:lnTo>
                    <a:pt x="219264" y="41148"/>
                  </a:lnTo>
                  <a:lnTo>
                    <a:pt x="225337" y="50553"/>
                  </a:lnTo>
                  <a:lnTo>
                    <a:pt x="240601" y="69532"/>
                  </a:lnTo>
                  <a:lnTo>
                    <a:pt x="280416" y="108204"/>
                  </a:lnTo>
                  <a:lnTo>
                    <a:pt x="335089" y="142303"/>
                  </a:lnTo>
                  <a:lnTo>
                    <a:pt x="406908" y="166116"/>
                  </a:lnTo>
                  <a:lnTo>
                    <a:pt x="406908" y="172212"/>
                  </a:lnTo>
                  <a:lnTo>
                    <a:pt x="395192" y="175379"/>
                  </a:lnTo>
                  <a:lnTo>
                    <a:pt x="385191" y="180403"/>
                  </a:lnTo>
                  <a:lnTo>
                    <a:pt x="376904" y="187428"/>
                  </a:lnTo>
                  <a:lnTo>
                    <a:pt x="370332" y="196596"/>
                  </a:lnTo>
                  <a:close/>
                </a:path>
                <a:path w="407035" h="399414">
                  <a:moveTo>
                    <a:pt x="102108" y="190500"/>
                  </a:moveTo>
                  <a:lnTo>
                    <a:pt x="86868" y="175260"/>
                  </a:lnTo>
                  <a:lnTo>
                    <a:pt x="260604" y="175260"/>
                  </a:lnTo>
                  <a:lnTo>
                    <a:pt x="283464" y="152400"/>
                  </a:lnTo>
                  <a:lnTo>
                    <a:pt x="316992" y="185927"/>
                  </a:lnTo>
                  <a:lnTo>
                    <a:pt x="140208" y="185927"/>
                  </a:lnTo>
                  <a:lnTo>
                    <a:pt x="131040" y="186213"/>
                  </a:lnTo>
                  <a:lnTo>
                    <a:pt x="121729" y="187071"/>
                  </a:lnTo>
                  <a:lnTo>
                    <a:pt x="112133" y="188499"/>
                  </a:lnTo>
                  <a:lnTo>
                    <a:pt x="102108" y="190500"/>
                  </a:lnTo>
                  <a:close/>
                </a:path>
                <a:path w="407035" h="399414">
                  <a:moveTo>
                    <a:pt x="316992" y="248412"/>
                  </a:moveTo>
                  <a:lnTo>
                    <a:pt x="281940" y="248412"/>
                  </a:lnTo>
                  <a:lnTo>
                    <a:pt x="298704" y="230124"/>
                  </a:lnTo>
                  <a:lnTo>
                    <a:pt x="316992" y="248412"/>
                  </a:lnTo>
                  <a:close/>
                </a:path>
                <a:path w="407035" h="399414">
                  <a:moveTo>
                    <a:pt x="91440" y="399288"/>
                  </a:moveTo>
                  <a:lnTo>
                    <a:pt x="92559" y="377832"/>
                  </a:lnTo>
                  <a:lnTo>
                    <a:pt x="93541" y="356616"/>
                  </a:lnTo>
                  <a:lnTo>
                    <a:pt x="94228" y="335851"/>
                  </a:lnTo>
                  <a:lnTo>
                    <a:pt x="94488" y="315467"/>
                  </a:lnTo>
                  <a:lnTo>
                    <a:pt x="94226" y="295775"/>
                  </a:lnTo>
                  <a:lnTo>
                    <a:pt x="93535" y="275653"/>
                  </a:lnTo>
                  <a:lnTo>
                    <a:pt x="92518" y="254508"/>
                  </a:lnTo>
                  <a:lnTo>
                    <a:pt x="91440" y="234696"/>
                  </a:lnTo>
                  <a:lnTo>
                    <a:pt x="118872" y="248412"/>
                  </a:lnTo>
                  <a:lnTo>
                    <a:pt x="316992" y="248412"/>
                  </a:lnTo>
                  <a:lnTo>
                    <a:pt x="323088" y="254508"/>
                  </a:lnTo>
                  <a:lnTo>
                    <a:pt x="317944" y="259079"/>
                  </a:lnTo>
                  <a:lnTo>
                    <a:pt x="118872" y="259079"/>
                  </a:lnTo>
                  <a:lnTo>
                    <a:pt x="118872" y="356616"/>
                  </a:lnTo>
                  <a:lnTo>
                    <a:pt x="309909" y="356616"/>
                  </a:lnTo>
                  <a:lnTo>
                    <a:pt x="310014" y="362926"/>
                  </a:lnTo>
                  <a:lnTo>
                    <a:pt x="310125" y="365760"/>
                  </a:lnTo>
                  <a:lnTo>
                    <a:pt x="118872" y="365760"/>
                  </a:lnTo>
                  <a:lnTo>
                    <a:pt x="118872" y="388620"/>
                  </a:lnTo>
                  <a:lnTo>
                    <a:pt x="91440" y="399288"/>
                  </a:lnTo>
                  <a:close/>
                </a:path>
                <a:path w="407035" h="399414">
                  <a:moveTo>
                    <a:pt x="309909" y="356616"/>
                  </a:moveTo>
                  <a:lnTo>
                    <a:pt x="284988" y="356616"/>
                  </a:lnTo>
                  <a:lnTo>
                    <a:pt x="284988" y="259079"/>
                  </a:lnTo>
                  <a:lnTo>
                    <a:pt x="317944" y="259079"/>
                  </a:lnTo>
                  <a:lnTo>
                    <a:pt x="309372" y="266700"/>
                  </a:lnTo>
                  <a:lnTo>
                    <a:pt x="309456" y="315467"/>
                  </a:lnTo>
                  <a:lnTo>
                    <a:pt x="309566" y="336065"/>
                  </a:lnTo>
                  <a:lnTo>
                    <a:pt x="309909" y="356616"/>
                  </a:lnTo>
                  <a:close/>
                </a:path>
                <a:path w="407035" h="399414">
                  <a:moveTo>
                    <a:pt x="284988" y="396240"/>
                  </a:moveTo>
                  <a:lnTo>
                    <a:pt x="284988" y="365760"/>
                  </a:lnTo>
                  <a:lnTo>
                    <a:pt x="310125" y="365760"/>
                  </a:lnTo>
                  <a:lnTo>
                    <a:pt x="310896" y="385571"/>
                  </a:lnTo>
                  <a:lnTo>
                    <a:pt x="284988" y="39624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" name="object 26"/>
            <p:cNvSpPr/>
            <p:nvPr/>
          </p:nvSpPr>
          <p:spPr>
            <a:xfrm>
              <a:off x="5244083" y="2900172"/>
              <a:ext cx="407034" cy="208915"/>
            </a:xfrm>
            <a:custGeom>
              <a:avLst/>
              <a:gdLst/>
              <a:ahLst/>
              <a:cxnLst/>
              <a:rect l="l" t="t" r="r" b="b"/>
              <a:pathLst>
                <a:path w="407035" h="208914">
                  <a:moveTo>
                    <a:pt x="230124" y="24384"/>
                  </a:moveTo>
                  <a:lnTo>
                    <a:pt x="213360" y="32004"/>
                  </a:lnTo>
                  <a:lnTo>
                    <a:pt x="225337" y="50553"/>
                  </a:lnTo>
                  <a:lnTo>
                    <a:pt x="240601" y="69532"/>
                  </a:lnTo>
                  <a:lnTo>
                    <a:pt x="280416" y="108204"/>
                  </a:lnTo>
                  <a:lnTo>
                    <a:pt x="335089" y="142303"/>
                  </a:lnTo>
                  <a:lnTo>
                    <a:pt x="406907" y="166116"/>
                  </a:lnTo>
                  <a:lnTo>
                    <a:pt x="406907" y="172212"/>
                  </a:lnTo>
                  <a:lnTo>
                    <a:pt x="395192" y="175379"/>
                  </a:lnTo>
                  <a:lnTo>
                    <a:pt x="385190" y="180403"/>
                  </a:lnTo>
                  <a:lnTo>
                    <a:pt x="376904" y="187428"/>
                  </a:lnTo>
                  <a:lnTo>
                    <a:pt x="370332" y="196596"/>
                  </a:lnTo>
                  <a:lnTo>
                    <a:pt x="334899" y="175117"/>
                  </a:lnTo>
                  <a:lnTo>
                    <a:pt x="277749" y="132730"/>
                  </a:lnTo>
                  <a:lnTo>
                    <a:pt x="239196" y="91297"/>
                  </a:lnTo>
                  <a:lnTo>
                    <a:pt x="214669" y="55959"/>
                  </a:lnTo>
                  <a:lnTo>
                    <a:pt x="207264" y="41148"/>
                  </a:lnTo>
                  <a:lnTo>
                    <a:pt x="183284" y="74556"/>
                  </a:lnTo>
                  <a:lnTo>
                    <a:pt x="135897" y="128801"/>
                  </a:lnTo>
                  <a:lnTo>
                    <a:pt x="87677" y="166782"/>
                  </a:lnTo>
                  <a:lnTo>
                    <a:pt x="31765" y="196500"/>
                  </a:lnTo>
                  <a:lnTo>
                    <a:pt x="1524" y="208788"/>
                  </a:lnTo>
                  <a:lnTo>
                    <a:pt x="0" y="201167"/>
                  </a:lnTo>
                  <a:lnTo>
                    <a:pt x="32885" y="183165"/>
                  </a:lnTo>
                  <a:lnTo>
                    <a:pt x="63055" y="163448"/>
                  </a:lnTo>
                  <a:lnTo>
                    <a:pt x="115824" y="118872"/>
                  </a:lnTo>
                  <a:lnTo>
                    <a:pt x="159258" y="66294"/>
                  </a:lnTo>
                  <a:lnTo>
                    <a:pt x="193548" y="0"/>
                  </a:lnTo>
                  <a:lnTo>
                    <a:pt x="230124" y="24384"/>
                  </a:lnTo>
                  <a:close/>
                </a:path>
              </a:pathLst>
            </a:custGeom>
            <a:ln w="1219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" name="object 27"/>
            <p:cNvSpPr/>
            <p:nvPr/>
          </p:nvSpPr>
          <p:spPr>
            <a:xfrm>
              <a:off x="5330951" y="3052572"/>
              <a:ext cx="230504" cy="38100"/>
            </a:xfrm>
            <a:custGeom>
              <a:avLst/>
              <a:gdLst/>
              <a:ahLst/>
              <a:cxnLst/>
              <a:rect l="l" t="t" r="r" b="b"/>
              <a:pathLst>
                <a:path w="230504" h="38100">
                  <a:moveTo>
                    <a:pt x="0" y="22860"/>
                  </a:moveTo>
                  <a:lnTo>
                    <a:pt x="173736" y="22860"/>
                  </a:lnTo>
                  <a:lnTo>
                    <a:pt x="196595" y="0"/>
                  </a:lnTo>
                  <a:lnTo>
                    <a:pt x="230124" y="33528"/>
                  </a:lnTo>
                  <a:lnTo>
                    <a:pt x="53339" y="33528"/>
                  </a:lnTo>
                  <a:lnTo>
                    <a:pt x="44172" y="33813"/>
                  </a:lnTo>
                  <a:lnTo>
                    <a:pt x="34861" y="34671"/>
                  </a:lnTo>
                  <a:lnTo>
                    <a:pt x="25265" y="36099"/>
                  </a:lnTo>
                  <a:lnTo>
                    <a:pt x="15240" y="38100"/>
                  </a:lnTo>
                  <a:lnTo>
                    <a:pt x="0" y="22860"/>
                  </a:lnTo>
                  <a:close/>
                </a:path>
              </a:pathLst>
            </a:custGeom>
            <a:ln w="1219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" name="object 28"/>
            <p:cNvSpPr/>
            <p:nvPr/>
          </p:nvSpPr>
          <p:spPr>
            <a:xfrm>
              <a:off x="5362955" y="3159252"/>
              <a:ext cx="166370" cy="97790"/>
            </a:xfrm>
            <a:custGeom>
              <a:avLst/>
              <a:gdLst/>
              <a:ahLst/>
              <a:cxnLst/>
              <a:rect l="l" t="t" r="r" b="b"/>
              <a:pathLst>
                <a:path w="166370" h="97789">
                  <a:moveTo>
                    <a:pt x="0" y="0"/>
                  </a:moveTo>
                  <a:lnTo>
                    <a:pt x="0" y="97536"/>
                  </a:lnTo>
                  <a:lnTo>
                    <a:pt x="166116" y="97536"/>
                  </a:lnTo>
                  <a:lnTo>
                    <a:pt x="166116" y="0"/>
                  </a:lnTo>
                  <a:lnTo>
                    <a:pt x="0" y="0"/>
                  </a:lnTo>
                  <a:close/>
                </a:path>
              </a:pathLst>
            </a:custGeom>
            <a:ln w="1219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" name="object 29"/>
            <p:cNvSpPr/>
            <p:nvPr/>
          </p:nvSpPr>
          <p:spPr>
            <a:xfrm>
              <a:off x="5335523" y="3130296"/>
              <a:ext cx="231775" cy="169545"/>
            </a:xfrm>
            <a:custGeom>
              <a:avLst/>
              <a:gdLst/>
              <a:ahLst/>
              <a:cxnLst/>
              <a:rect l="l" t="t" r="r" b="b"/>
              <a:pathLst>
                <a:path w="231775" h="169545">
                  <a:moveTo>
                    <a:pt x="217931" y="36575"/>
                  </a:moveTo>
                  <a:lnTo>
                    <a:pt x="217955" y="73794"/>
                  </a:lnTo>
                  <a:lnTo>
                    <a:pt x="218122" y="105727"/>
                  </a:lnTo>
                  <a:lnTo>
                    <a:pt x="218574" y="132802"/>
                  </a:lnTo>
                  <a:lnTo>
                    <a:pt x="219455" y="155447"/>
                  </a:lnTo>
                  <a:lnTo>
                    <a:pt x="193547" y="166115"/>
                  </a:lnTo>
                  <a:lnTo>
                    <a:pt x="193547" y="135635"/>
                  </a:lnTo>
                  <a:lnTo>
                    <a:pt x="27431" y="135635"/>
                  </a:lnTo>
                  <a:lnTo>
                    <a:pt x="27431" y="158495"/>
                  </a:lnTo>
                  <a:lnTo>
                    <a:pt x="0" y="169163"/>
                  </a:lnTo>
                  <a:lnTo>
                    <a:pt x="1119" y="147708"/>
                  </a:lnTo>
                  <a:lnTo>
                    <a:pt x="2095" y="126682"/>
                  </a:lnTo>
                  <a:lnTo>
                    <a:pt x="2786" y="105941"/>
                  </a:lnTo>
                  <a:lnTo>
                    <a:pt x="3047" y="85343"/>
                  </a:lnTo>
                  <a:lnTo>
                    <a:pt x="2786" y="65651"/>
                  </a:lnTo>
                  <a:lnTo>
                    <a:pt x="2095" y="45529"/>
                  </a:lnTo>
                  <a:lnTo>
                    <a:pt x="1119" y="25122"/>
                  </a:lnTo>
                  <a:lnTo>
                    <a:pt x="0" y="4571"/>
                  </a:lnTo>
                  <a:lnTo>
                    <a:pt x="27431" y="18287"/>
                  </a:lnTo>
                  <a:lnTo>
                    <a:pt x="190499" y="18287"/>
                  </a:lnTo>
                  <a:lnTo>
                    <a:pt x="207263" y="0"/>
                  </a:lnTo>
                  <a:lnTo>
                    <a:pt x="231647" y="24383"/>
                  </a:lnTo>
                  <a:lnTo>
                    <a:pt x="217931" y="36575"/>
                  </a:lnTo>
                  <a:close/>
                </a:path>
              </a:pathLst>
            </a:custGeom>
            <a:ln w="1219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" name="object 30"/>
            <p:cNvSpPr/>
            <p:nvPr/>
          </p:nvSpPr>
          <p:spPr>
            <a:xfrm>
              <a:off x="5693663" y="2900172"/>
              <a:ext cx="403860" cy="381000"/>
            </a:xfrm>
            <a:custGeom>
              <a:avLst/>
              <a:gdLst/>
              <a:ahLst/>
              <a:cxnLst/>
              <a:rect l="l" t="t" r="r" b="b"/>
              <a:pathLst>
                <a:path w="403860" h="381000">
                  <a:moveTo>
                    <a:pt x="211836" y="57912"/>
                  </a:moveTo>
                  <a:lnTo>
                    <a:pt x="187452" y="57912"/>
                  </a:lnTo>
                  <a:lnTo>
                    <a:pt x="189476" y="41362"/>
                  </a:lnTo>
                  <a:lnTo>
                    <a:pt x="191071" y="26098"/>
                  </a:lnTo>
                  <a:lnTo>
                    <a:pt x="193548" y="0"/>
                  </a:lnTo>
                  <a:lnTo>
                    <a:pt x="233172" y="19812"/>
                  </a:lnTo>
                  <a:lnTo>
                    <a:pt x="217932" y="28956"/>
                  </a:lnTo>
                  <a:lnTo>
                    <a:pt x="211836" y="57912"/>
                  </a:lnTo>
                  <a:close/>
                </a:path>
                <a:path w="403860" h="381000">
                  <a:moveTo>
                    <a:pt x="38100" y="74676"/>
                  </a:moveTo>
                  <a:lnTo>
                    <a:pt x="22860" y="57912"/>
                  </a:lnTo>
                  <a:lnTo>
                    <a:pt x="326136" y="57912"/>
                  </a:lnTo>
                  <a:lnTo>
                    <a:pt x="350520" y="32004"/>
                  </a:lnTo>
                  <a:lnTo>
                    <a:pt x="381000" y="68580"/>
                  </a:lnTo>
                  <a:lnTo>
                    <a:pt x="80772" y="68580"/>
                  </a:lnTo>
                  <a:lnTo>
                    <a:pt x="69603" y="68889"/>
                  </a:lnTo>
                  <a:lnTo>
                    <a:pt x="58864" y="69913"/>
                  </a:lnTo>
                  <a:lnTo>
                    <a:pt x="48410" y="71794"/>
                  </a:lnTo>
                  <a:lnTo>
                    <a:pt x="38100" y="74676"/>
                  </a:lnTo>
                  <a:close/>
                </a:path>
                <a:path w="403860" h="381000">
                  <a:moveTo>
                    <a:pt x="202692" y="114300"/>
                  </a:moveTo>
                  <a:lnTo>
                    <a:pt x="179832" y="114300"/>
                  </a:lnTo>
                  <a:lnTo>
                    <a:pt x="185928" y="68580"/>
                  </a:lnTo>
                  <a:lnTo>
                    <a:pt x="210312" y="68580"/>
                  </a:lnTo>
                  <a:lnTo>
                    <a:pt x="202692" y="114300"/>
                  </a:lnTo>
                  <a:close/>
                </a:path>
                <a:path w="403860" h="381000">
                  <a:moveTo>
                    <a:pt x="328748" y="114300"/>
                  </a:moveTo>
                  <a:lnTo>
                    <a:pt x="291083" y="114300"/>
                  </a:lnTo>
                  <a:lnTo>
                    <a:pt x="303276" y="94488"/>
                  </a:lnTo>
                  <a:lnTo>
                    <a:pt x="328748" y="114300"/>
                  </a:lnTo>
                  <a:close/>
                </a:path>
                <a:path w="403860" h="381000">
                  <a:moveTo>
                    <a:pt x="111252" y="365760"/>
                  </a:moveTo>
                  <a:lnTo>
                    <a:pt x="86868" y="365760"/>
                  </a:lnTo>
                  <a:lnTo>
                    <a:pt x="86770" y="216261"/>
                  </a:lnTo>
                  <a:lnTo>
                    <a:pt x="86538" y="162543"/>
                  </a:lnTo>
                  <a:lnTo>
                    <a:pt x="86087" y="122944"/>
                  </a:lnTo>
                  <a:lnTo>
                    <a:pt x="85344" y="97536"/>
                  </a:lnTo>
                  <a:lnTo>
                    <a:pt x="111252" y="114300"/>
                  </a:lnTo>
                  <a:lnTo>
                    <a:pt x="328748" y="114300"/>
                  </a:lnTo>
                  <a:lnTo>
                    <a:pt x="330708" y="115824"/>
                  </a:lnTo>
                  <a:lnTo>
                    <a:pt x="320421" y="124968"/>
                  </a:lnTo>
                  <a:lnTo>
                    <a:pt x="111252" y="124968"/>
                  </a:lnTo>
                  <a:lnTo>
                    <a:pt x="111252" y="173736"/>
                  </a:lnTo>
                  <a:lnTo>
                    <a:pt x="316992" y="173736"/>
                  </a:lnTo>
                  <a:lnTo>
                    <a:pt x="316992" y="184404"/>
                  </a:lnTo>
                  <a:lnTo>
                    <a:pt x="111252" y="184404"/>
                  </a:lnTo>
                  <a:lnTo>
                    <a:pt x="111252" y="236220"/>
                  </a:lnTo>
                  <a:lnTo>
                    <a:pt x="316992" y="236220"/>
                  </a:lnTo>
                  <a:lnTo>
                    <a:pt x="316992" y="246888"/>
                  </a:lnTo>
                  <a:lnTo>
                    <a:pt x="111252" y="246888"/>
                  </a:lnTo>
                  <a:lnTo>
                    <a:pt x="111252" y="300228"/>
                  </a:lnTo>
                  <a:lnTo>
                    <a:pt x="316992" y="300228"/>
                  </a:lnTo>
                  <a:lnTo>
                    <a:pt x="316992" y="310896"/>
                  </a:lnTo>
                  <a:lnTo>
                    <a:pt x="111252" y="310896"/>
                  </a:lnTo>
                  <a:lnTo>
                    <a:pt x="111252" y="365760"/>
                  </a:lnTo>
                  <a:close/>
                </a:path>
                <a:path w="403860" h="381000">
                  <a:moveTo>
                    <a:pt x="316992" y="173736"/>
                  </a:moveTo>
                  <a:lnTo>
                    <a:pt x="292608" y="173736"/>
                  </a:lnTo>
                  <a:lnTo>
                    <a:pt x="292608" y="124968"/>
                  </a:lnTo>
                  <a:lnTo>
                    <a:pt x="320421" y="124968"/>
                  </a:lnTo>
                  <a:lnTo>
                    <a:pt x="316992" y="128016"/>
                  </a:lnTo>
                  <a:lnTo>
                    <a:pt x="316992" y="173736"/>
                  </a:lnTo>
                  <a:close/>
                </a:path>
                <a:path w="403860" h="381000">
                  <a:moveTo>
                    <a:pt x="316992" y="236220"/>
                  </a:moveTo>
                  <a:lnTo>
                    <a:pt x="292608" y="236220"/>
                  </a:lnTo>
                  <a:lnTo>
                    <a:pt x="292608" y="184404"/>
                  </a:lnTo>
                  <a:lnTo>
                    <a:pt x="316992" y="184404"/>
                  </a:lnTo>
                  <a:lnTo>
                    <a:pt x="316992" y="236220"/>
                  </a:lnTo>
                  <a:close/>
                </a:path>
                <a:path w="403860" h="381000">
                  <a:moveTo>
                    <a:pt x="316992" y="300228"/>
                  </a:moveTo>
                  <a:lnTo>
                    <a:pt x="292608" y="300228"/>
                  </a:lnTo>
                  <a:lnTo>
                    <a:pt x="292608" y="246888"/>
                  </a:lnTo>
                  <a:lnTo>
                    <a:pt x="316992" y="246888"/>
                  </a:lnTo>
                  <a:lnTo>
                    <a:pt x="316992" y="300228"/>
                  </a:lnTo>
                  <a:close/>
                </a:path>
                <a:path w="403860" h="381000">
                  <a:moveTo>
                    <a:pt x="316992" y="365760"/>
                  </a:moveTo>
                  <a:lnTo>
                    <a:pt x="292608" y="365760"/>
                  </a:lnTo>
                  <a:lnTo>
                    <a:pt x="292608" y="310896"/>
                  </a:lnTo>
                  <a:lnTo>
                    <a:pt x="316992" y="310896"/>
                  </a:lnTo>
                  <a:lnTo>
                    <a:pt x="316992" y="365760"/>
                  </a:lnTo>
                  <a:close/>
                </a:path>
                <a:path w="403860" h="381000">
                  <a:moveTo>
                    <a:pt x="13716" y="381000"/>
                  </a:moveTo>
                  <a:lnTo>
                    <a:pt x="0" y="365760"/>
                  </a:lnTo>
                  <a:lnTo>
                    <a:pt x="342900" y="365760"/>
                  </a:lnTo>
                  <a:lnTo>
                    <a:pt x="370332" y="339852"/>
                  </a:lnTo>
                  <a:lnTo>
                    <a:pt x="403860" y="376428"/>
                  </a:lnTo>
                  <a:lnTo>
                    <a:pt x="56388" y="376428"/>
                  </a:lnTo>
                  <a:lnTo>
                    <a:pt x="45219" y="376499"/>
                  </a:lnTo>
                  <a:lnTo>
                    <a:pt x="34480" y="376999"/>
                  </a:lnTo>
                  <a:lnTo>
                    <a:pt x="24026" y="378356"/>
                  </a:lnTo>
                  <a:lnTo>
                    <a:pt x="13716" y="38100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" name="object 31"/>
            <p:cNvSpPr/>
            <p:nvPr/>
          </p:nvSpPr>
          <p:spPr>
            <a:xfrm>
              <a:off x="5804915" y="3025140"/>
              <a:ext cx="181610" cy="241300"/>
            </a:xfrm>
            <a:custGeom>
              <a:avLst/>
              <a:gdLst/>
              <a:ahLst/>
              <a:cxnLst/>
              <a:rect l="l" t="t" r="r" b="b"/>
              <a:pathLst>
                <a:path w="181610" h="241300">
                  <a:moveTo>
                    <a:pt x="0" y="0"/>
                  </a:moveTo>
                  <a:lnTo>
                    <a:pt x="0" y="48767"/>
                  </a:lnTo>
                  <a:lnTo>
                    <a:pt x="181355" y="48767"/>
                  </a:lnTo>
                  <a:lnTo>
                    <a:pt x="181355" y="0"/>
                  </a:lnTo>
                  <a:lnTo>
                    <a:pt x="0" y="0"/>
                  </a:lnTo>
                  <a:close/>
                </a:path>
                <a:path w="181610" h="241300">
                  <a:moveTo>
                    <a:pt x="0" y="59435"/>
                  </a:moveTo>
                  <a:lnTo>
                    <a:pt x="0" y="111251"/>
                  </a:lnTo>
                  <a:lnTo>
                    <a:pt x="181355" y="111251"/>
                  </a:lnTo>
                  <a:lnTo>
                    <a:pt x="181355" y="59435"/>
                  </a:lnTo>
                  <a:lnTo>
                    <a:pt x="0" y="59435"/>
                  </a:lnTo>
                  <a:close/>
                </a:path>
                <a:path w="181610" h="241300">
                  <a:moveTo>
                    <a:pt x="0" y="121919"/>
                  </a:moveTo>
                  <a:lnTo>
                    <a:pt x="0" y="175259"/>
                  </a:lnTo>
                  <a:lnTo>
                    <a:pt x="181355" y="175259"/>
                  </a:lnTo>
                  <a:lnTo>
                    <a:pt x="181355" y="121919"/>
                  </a:lnTo>
                  <a:lnTo>
                    <a:pt x="0" y="121919"/>
                  </a:lnTo>
                  <a:close/>
                </a:path>
                <a:path w="181610" h="241300">
                  <a:moveTo>
                    <a:pt x="0" y="185927"/>
                  </a:moveTo>
                  <a:lnTo>
                    <a:pt x="0" y="240791"/>
                  </a:lnTo>
                  <a:lnTo>
                    <a:pt x="181355" y="240791"/>
                  </a:lnTo>
                  <a:lnTo>
                    <a:pt x="181355" y="185927"/>
                  </a:lnTo>
                  <a:lnTo>
                    <a:pt x="0" y="185927"/>
                  </a:lnTo>
                  <a:close/>
                </a:path>
              </a:pathLst>
            </a:custGeom>
            <a:ln w="1219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" name="object 32"/>
            <p:cNvSpPr/>
            <p:nvPr/>
          </p:nvSpPr>
          <p:spPr>
            <a:xfrm>
              <a:off x="5693663" y="2900172"/>
              <a:ext cx="403860" cy="381000"/>
            </a:xfrm>
            <a:custGeom>
              <a:avLst/>
              <a:gdLst/>
              <a:ahLst/>
              <a:cxnLst/>
              <a:rect l="l" t="t" r="r" b="b"/>
              <a:pathLst>
                <a:path w="403860" h="381000">
                  <a:moveTo>
                    <a:pt x="22860" y="57912"/>
                  </a:moveTo>
                  <a:lnTo>
                    <a:pt x="187452" y="57912"/>
                  </a:lnTo>
                  <a:lnTo>
                    <a:pt x="189476" y="41362"/>
                  </a:lnTo>
                  <a:lnTo>
                    <a:pt x="191071" y="26098"/>
                  </a:lnTo>
                  <a:lnTo>
                    <a:pt x="192381" y="12263"/>
                  </a:lnTo>
                  <a:lnTo>
                    <a:pt x="193548" y="0"/>
                  </a:lnTo>
                  <a:lnTo>
                    <a:pt x="233172" y="19812"/>
                  </a:lnTo>
                  <a:lnTo>
                    <a:pt x="217932" y="28956"/>
                  </a:lnTo>
                  <a:lnTo>
                    <a:pt x="211836" y="57912"/>
                  </a:lnTo>
                  <a:lnTo>
                    <a:pt x="326136" y="57912"/>
                  </a:lnTo>
                  <a:lnTo>
                    <a:pt x="350520" y="32004"/>
                  </a:lnTo>
                  <a:lnTo>
                    <a:pt x="380999" y="68580"/>
                  </a:lnTo>
                  <a:lnTo>
                    <a:pt x="210312" y="68580"/>
                  </a:lnTo>
                  <a:lnTo>
                    <a:pt x="202691" y="114300"/>
                  </a:lnTo>
                  <a:lnTo>
                    <a:pt x="291084" y="114300"/>
                  </a:lnTo>
                  <a:lnTo>
                    <a:pt x="303276" y="94488"/>
                  </a:lnTo>
                  <a:lnTo>
                    <a:pt x="330708" y="115824"/>
                  </a:lnTo>
                  <a:lnTo>
                    <a:pt x="316991" y="128016"/>
                  </a:lnTo>
                  <a:lnTo>
                    <a:pt x="316991" y="365760"/>
                  </a:lnTo>
                  <a:lnTo>
                    <a:pt x="342899" y="365760"/>
                  </a:lnTo>
                  <a:lnTo>
                    <a:pt x="370332" y="339852"/>
                  </a:lnTo>
                  <a:lnTo>
                    <a:pt x="403860" y="376427"/>
                  </a:lnTo>
                  <a:lnTo>
                    <a:pt x="56388" y="376427"/>
                  </a:lnTo>
                  <a:lnTo>
                    <a:pt x="45219" y="376499"/>
                  </a:lnTo>
                  <a:lnTo>
                    <a:pt x="34480" y="376999"/>
                  </a:lnTo>
                  <a:lnTo>
                    <a:pt x="24026" y="378356"/>
                  </a:lnTo>
                  <a:lnTo>
                    <a:pt x="13716" y="380999"/>
                  </a:lnTo>
                  <a:lnTo>
                    <a:pt x="0" y="365760"/>
                  </a:lnTo>
                  <a:lnTo>
                    <a:pt x="86868" y="365760"/>
                  </a:lnTo>
                  <a:lnTo>
                    <a:pt x="86855" y="284024"/>
                  </a:lnTo>
                  <a:lnTo>
                    <a:pt x="86770" y="216261"/>
                  </a:lnTo>
                  <a:lnTo>
                    <a:pt x="86538" y="162543"/>
                  </a:lnTo>
                  <a:lnTo>
                    <a:pt x="86087" y="122944"/>
                  </a:lnTo>
                  <a:lnTo>
                    <a:pt x="85344" y="97536"/>
                  </a:lnTo>
                  <a:lnTo>
                    <a:pt x="111252" y="114300"/>
                  </a:lnTo>
                  <a:lnTo>
                    <a:pt x="179832" y="114300"/>
                  </a:lnTo>
                  <a:lnTo>
                    <a:pt x="185928" y="68580"/>
                  </a:lnTo>
                  <a:lnTo>
                    <a:pt x="80772" y="68580"/>
                  </a:lnTo>
                  <a:lnTo>
                    <a:pt x="69603" y="68889"/>
                  </a:lnTo>
                  <a:lnTo>
                    <a:pt x="58864" y="69913"/>
                  </a:lnTo>
                  <a:lnTo>
                    <a:pt x="48410" y="71794"/>
                  </a:lnTo>
                  <a:lnTo>
                    <a:pt x="38100" y="74676"/>
                  </a:lnTo>
                  <a:lnTo>
                    <a:pt x="22860" y="57912"/>
                  </a:lnTo>
                  <a:close/>
                </a:path>
              </a:pathLst>
            </a:custGeom>
            <a:ln w="1219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" name="object 33"/>
            <p:cNvSpPr/>
            <p:nvPr/>
          </p:nvSpPr>
          <p:spPr>
            <a:xfrm>
              <a:off x="6147816" y="2903220"/>
              <a:ext cx="394970" cy="403860"/>
            </a:xfrm>
            <a:custGeom>
              <a:avLst/>
              <a:gdLst/>
              <a:ahLst/>
              <a:cxnLst/>
              <a:rect l="l" t="t" r="r" b="b"/>
              <a:pathLst>
                <a:path w="394970" h="403860">
                  <a:moveTo>
                    <a:pt x="196596" y="79248"/>
                  </a:moveTo>
                  <a:lnTo>
                    <a:pt x="190500" y="79248"/>
                  </a:lnTo>
                  <a:lnTo>
                    <a:pt x="187452" y="74676"/>
                  </a:lnTo>
                  <a:lnTo>
                    <a:pt x="184404" y="62484"/>
                  </a:lnTo>
                  <a:lnTo>
                    <a:pt x="179855" y="49363"/>
                  </a:lnTo>
                  <a:lnTo>
                    <a:pt x="173164" y="35242"/>
                  </a:lnTo>
                  <a:lnTo>
                    <a:pt x="164472" y="20264"/>
                  </a:lnTo>
                  <a:lnTo>
                    <a:pt x="153924" y="4572"/>
                  </a:lnTo>
                  <a:lnTo>
                    <a:pt x="158496" y="0"/>
                  </a:lnTo>
                  <a:lnTo>
                    <a:pt x="192571" y="25503"/>
                  </a:lnTo>
                  <a:lnTo>
                    <a:pt x="211836" y="50292"/>
                  </a:lnTo>
                  <a:lnTo>
                    <a:pt x="211836" y="59436"/>
                  </a:lnTo>
                  <a:lnTo>
                    <a:pt x="208788" y="65532"/>
                  </a:lnTo>
                  <a:lnTo>
                    <a:pt x="204216" y="71628"/>
                  </a:lnTo>
                  <a:lnTo>
                    <a:pt x="196596" y="79248"/>
                  </a:lnTo>
                  <a:close/>
                </a:path>
                <a:path w="394970" h="403860">
                  <a:moveTo>
                    <a:pt x="251459" y="106680"/>
                  </a:moveTo>
                  <a:lnTo>
                    <a:pt x="240792" y="106680"/>
                  </a:lnTo>
                  <a:lnTo>
                    <a:pt x="257413" y="77581"/>
                  </a:lnTo>
                  <a:lnTo>
                    <a:pt x="270891" y="49911"/>
                  </a:lnTo>
                  <a:lnTo>
                    <a:pt x="281511" y="23955"/>
                  </a:lnTo>
                  <a:lnTo>
                    <a:pt x="289559" y="0"/>
                  </a:lnTo>
                  <a:lnTo>
                    <a:pt x="326136" y="25908"/>
                  </a:lnTo>
                  <a:lnTo>
                    <a:pt x="310895" y="30480"/>
                  </a:lnTo>
                  <a:lnTo>
                    <a:pt x="294322" y="52458"/>
                  </a:lnTo>
                  <a:lnTo>
                    <a:pt x="278892" y="72580"/>
                  </a:lnTo>
                  <a:lnTo>
                    <a:pt x="264604" y="90701"/>
                  </a:lnTo>
                  <a:lnTo>
                    <a:pt x="251459" y="106680"/>
                  </a:lnTo>
                  <a:close/>
                </a:path>
                <a:path w="394970" h="403860">
                  <a:moveTo>
                    <a:pt x="109728" y="96012"/>
                  </a:moveTo>
                  <a:lnTo>
                    <a:pt x="105156" y="96012"/>
                  </a:lnTo>
                  <a:lnTo>
                    <a:pt x="100584" y="89916"/>
                  </a:lnTo>
                  <a:lnTo>
                    <a:pt x="99060" y="76200"/>
                  </a:lnTo>
                  <a:lnTo>
                    <a:pt x="94773" y="63079"/>
                  </a:lnTo>
                  <a:lnTo>
                    <a:pt x="88773" y="48958"/>
                  </a:lnTo>
                  <a:lnTo>
                    <a:pt x="81057" y="33980"/>
                  </a:lnTo>
                  <a:lnTo>
                    <a:pt x="71628" y="18288"/>
                  </a:lnTo>
                  <a:lnTo>
                    <a:pt x="74676" y="15240"/>
                  </a:lnTo>
                  <a:lnTo>
                    <a:pt x="109608" y="42243"/>
                  </a:lnTo>
                  <a:lnTo>
                    <a:pt x="126492" y="65532"/>
                  </a:lnTo>
                  <a:lnTo>
                    <a:pt x="126492" y="76200"/>
                  </a:lnTo>
                  <a:lnTo>
                    <a:pt x="123444" y="80772"/>
                  </a:lnTo>
                  <a:lnTo>
                    <a:pt x="118872" y="86868"/>
                  </a:lnTo>
                  <a:lnTo>
                    <a:pt x="109728" y="96012"/>
                  </a:lnTo>
                  <a:close/>
                </a:path>
                <a:path w="394970" h="403860">
                  <a:moveTo>
                    <a:pt x="22860" y="166116"/>
                  </a:moveTo>
                  <a:lnTo>
                    <a:pt x="9144" y="166116"/>
                  </a:lnTo>
                  <a:lnTo>
                    <a:pt x="6096" y="163068"/>
                  </a:lnTo>
                  <a:lnTo>
                    <a:pt x="1524" y="160020"/>
                  </a:lnTo>
                  <a:lnTo>
                    <a:pt x="0" y="156972"/>
                  </a:lnTo>
                  <a:lnTo>
                    <a:pt x="0" y="153924"/>
                  </a:lnTo>
                  <a:lnTo>
                    <a:pt x="1524" y="150876"/>
                  </a:lnTo>
                  <a:lnTo>
                    <a:pt x="4572" y="147828"/>
                  </a:lnTo>
                  <a:lnTo>
                    <a:pt x="9144" y="142994"/>
                  </a:lnTo>
                  <a:lnTo>
                    <a:pt x="29527" y="109347"/>
                  </a:lnTo>
                  <a:lnTo>
                    <a:pt x="35052" y="85344"/>
                  </a:lnTo>
                  <a:lnTo>
                    <a:pt x="42672" y="85344"/>
                  </a:lnTo>
                  <a:lnTo>
                    <a:pt x="42672" y="106680"/>
                  </a:lnTo>
                  <a:lnTo>
                    <a:pt x="383104" y="106680"/>
                  </a:lnTo>
                  <a:lnTo>
                    <a:pt x="391813" y="115824"/>
                  </a:lnTo>
                  <a:lnTo>
                    <a:pt x="42672" y="115824"/>
                  </a:lnTo>
                  <a:lnTo>
                    <a:pt x="42981" y="130397"/>
                  </a:lnTo>
                  <a:lnTo>
                    <a:pt x="41719" y="142113"/>
                  </a:lnTo>
                  <a:lnTo>
                    <a:pt x="39028" y="150971"/>
                  </a:lnTo>
                  <a:lnTo>
                    <a:pt x="35052" y="156972"/>
                  </a:lnTo>
                  <a:lnTo>
                    <a:pt x="28956" y="163068"/>
                  </a:lnTo>
                  <a:lnTo>
                    <a:pt x="22860" y="166116"/>
                  </a:lnTo>
                  <a:close/>
                </a:path>
                <a:path w="394970" h="403860">
                  <a:moveTo>
                    <a:pt x="383104" y="106680"/>
                  </a:moveTo>
                  <a:lnTo>
                    <a:pt x="345948" y="106680"/>
                  </a:lnTo>
                  <a:lnTo>
                    <a:pt x="364236" y="86868"/>
                  </a:lnTo>
                  <a:lnTo>
                    <a:pt x="383104" y="106680"/>
                  </a:lnTo>
                  <a:close/>
                </a:path>
                <a:path w="394970" h="403860">
                  <a:moveTo>
                    <a:pt x="335280" y="163068"/>
                  </a:moveTo>
                  <a:lnTo>
                    <a:pt x="327660" y="160020"/>
                  </a:lnTo>
                  <a:lnTo>
                    <a:pt x="348996" y="115824"/>
                  </a:lnTo>
                  <a:lnTo>
                    <a:pt x="391813" y="115824"/>
                  </a:lnTo>
                  <a:lnTo>
                    <a:pt x="394715" y="118872"/>
                  </a:lnTo>
                  <a:lnTo>
                    <a:pt x="388953" y="119443"/>
                  </a:lnTo>
                  <a:lnTo>
                    <a:pt x="382905" y="121158"/>
                  </a:lnTo>
                  <a:lnTo>
                    <a:pt x="344376" y="151376"/>
                  </a:lnTo>
                  <a:lnTo>
                    <a:pt x="335280" y="163068"/>
                  </a:lnTo>
                  <a:close/>
                </a:path>
                <a:path w="394970" h="403860">
                  <a:moveTo>
                    <a:pt x="301752" y="163068"/>
                  </a:moveTo>
                  <a:lnTo>
                    <a:pt x="266700" y="163068"/>
                  </a:lnTo>
                  <a:lnTo>
                    <a:pt x="284988" y="146304"/>
                  </a:lnTo>
                  <a:lnTo>
                    <a:pt x="301752" y="163068"/>
                  </a:lnTo>
                  <a:close/>
                </a:path>
                <a:path w="394970" h="403860">
                  <a:moveTo>
                    <a:pt x="83820" y="309371"/>
                  </a:moveTo>
                  <a:lnTo>
                    <a:pt x="84058" y="288798"/>
                  </a:lnTo>
                  <a:lnTo>
                    <a:pt x="85047" y="249935"/>
                  </a:lnTo>
                  <a:lnTo>
                    <a:pt x="85136" y="244983"/>
                  </a:lnTo>
                  <a:lnTo>
                    <a:pt x="85251" y="219551"/>
                  </a:lnTo>
                  <a:lnTo>
                    <a:pt x="85105" y="207645"/>
                  </a:lnTo>
                  <a:lnTo>
                    <a:pt x="84109" y="170688"/>
                  </a:lnTo>
                  <a:lnTo>
                    <a:pt x="84025" y="166116"/>
                  </a:lnTo>
                  <a:lnTo>
                    <a:pt x="83820" y="149352"/>
                  </a:lnTo>
                  <a:lnTo>
                    <a:pt x="111252" y="163068"/>
                  </a:lnTo>
                  <a:lnTo>
                    <a:pt x="301752" y="163068"/>
                  </a:lnTo>
                  <a:lnTo>
                    <a:pt x="309371" y="170688"/>
                  </a:lnTo>
                  <a:lnTo>
                    <a:pt x="305985" y="173735"/>
                  </a:lnTo>
                  <a:lnTo>
                    <a:pt x="106680" y="173735"/>
                  </a:lnTo>
                  <a:lnTo>
                    <a:pt x="106680" y="294132"/>
                  </a:lnTo>
                  <a:lnTo>
                    <a:pt x="83820" y="309371"/>
                  </a:lnTo>
                  <a:close/>
                </a:path>
                <a:path w="394970" h="403860">
                  <a:moveTo>
                    <a:pt x="271271" y="306323"/>
                  </a:moveTo>
                  <a:lnTo>
                    <a:pt x="271271" y="173735"/>
                  </a:lnTo>
                  <a:lnTo>
                    <a:pt x="305985" y="173735"/>
                  </a:lnTo>
                  <a:lnTo>
                    <a:pt x="294132" y="184404"/>
                  </a:lnTo>
                  <a:lnTo>
                    <a:pt x="294197" y="227076"/>
                  </a:lnTo>
                  <a:lnTo>
                    <a:pt x="294329" y="249935"/>
                  </a:lnTo>
                  <a:lnTo>
                    <a:pt x="294774" y="274415"/>
                  </a:lnTo>
                  <a:lnTo>
                    <a:pt x="295656" y="294132"/>
                  </a:lnTo>
                  <a:lnTo>
                    <a:pt x="271271" y="306323"/>
                  </a:lnTo>
                  <a:close/>
                </a:path>
                <a:path w="394970" h="403860">
                  <a:moveTo>
                    <a:pt x="6096" y="403860"/>
                  </a:moveTo>
                  <a:lnTo>
                    <a:pt x="6096" y="396240"/>
                  </a:lnTo>
                  <a:lnTo>
                    <a:pt x="38385" y="387667"/>
                  </a:lnTo>
                  <a:lnTo>
                    <a:pt x="66675" y="377952"/>
                  </a:lnTo>
                  <a:lnTo>
                    <a:pt x="111252" y="355092"/>
                  </a:lnTo>
                  <a:lnTo>
                    <a:pt x="141160" y="326326"/>
                  </a:lnTo>
                  <a:lnTo>
                    <a:pt x="158496" y="289559"/>
                  </a:lnTo>
                  <a:lnTo>
                    <a:pt x="167449" y="244983"/>
                  </a:lnTo>
                  <a:lnTo>
                    <a:pt x="170688" y="188976"/>
                  </a:lnTo>
                  <a:lnTo>
                    <a:pt x="210312" y="211835"/>
                  </a:lnTo>
                  <a:lnTo>
                    <a:pt x="195072" y="222504"/>
                  </a:lnTo>
                  <a:lnTo>
                    <a:pt x="190523" y="258508"/>
                  </a:lnTo>
                  <a:lnTo>
                    <a:pt x="183832" y="288798"/>
                  </a:lnTo>
                  <a:lnTo>
                    <a:pt x="164592" y="332232"/>
                  </a:lnTo>
                  <a:lnTo>
                    <a:pt x="137160" y="359854"/>
                  </a:lnTo>
                  <a:lnTo>
                    <a:pt x="100584" y="379476"/>
                  </a:lnTo>
                  <a:lnTo>
                    <a:pt x="57340" y="393382"/>
                  </a:lnTo>
                  <a:lnTo>
                    <a:pt x="32646" y="398978"/>
                  </a:lnTo>
                  <a:lnTo>
                    <a:pt x="6096" y="403860"/>
                  </a:lnTo>
                  <a:close/>
                </a:path>
                <a:path w="394970" h="403860">
                  <a:moveTo>
                    <a:pt x="356616" y="384048"/>
                  </a:moveTo>
                  <a:lnTo>
                    <a:pt x="231648" y="384048"/>
                  </a:lnTo>
                  <a:lnTo>
                    <a:pt x="218527" y="382357"/>
                  </a:lnTo>
                  <a:lnTo>
                    <a:pt x="208978" y="377380"/>
                  </a:lnTo>
                  <a:lnTo>
                    <a:pt x="203144" y="369260"/>
                  </a:lnTo>
                  <a:lnTo>
                    <a:pt x="201168" y="358140"/>
                  </a:lnTo>
                  <a:lnTo>
                    <a:pt x="201046" y="274415"/>
                  </a:lnTo>
                  <a:lnTo>
                    <a:pt x="200977" y="270319"/>
                  </a:lnTo>
                  <a:lnTo>
                    <a:pt x="200525" y="260199"/>
                  </a:lnTo>
                  <a:lnTo>
                    <a:pt x="199644" y="249935"/>
                  </a:lnTo>
                  <a:lnTo>
                    <a:pt x="236219" y="268223"/>
                  </a:lnTo>
                  <a:lnTo>
                    <a:pt x="224028" y="280416"/>
                  </a:lnTo>
                  <a:lnTo>
                    <a:pt x="224028" y="344424"/>
                  </a:lnTo>
                  <a:lnTo>
                    <a:pt x="225432" y="352425"/>
                  </a:lnTo>
                  <a:lnTo>
                    <a:pt x="229552" y="358140"/>
                  </a:lnTo>
                  <a:lnTo>
                    <a:pt x="236243" y="361569"/>
                  </a:lnTo>
                  <a:lnTo>
                    <a:pt x="245364" y="362712"/>
                  </a:lnTo>
                  <a:lnTo>
                    <a:pt x="389653" y="362712"/>
                  </a:lnTo>
                  <a:lnTo>
                    <a:pt x="384476" y="370546"/>
                  </a:lnTo>
                  <a:lnTo>
                    <a:pt x="376428" y="378142"/>
                  </a:lnTo>
                  <a:lnTo>
                    <a:pt x="367236" y="382595"/>
                  </a:lnTo>
                  <a:lnTo>
                    <a:pt x="356616" y="384048"/>
                  </a:lnTo>
                  <a:close/>
                </a:path>
                <a:path w="394970" h="403860">
                  <a:moveTo>
                    <a:pt x="389653" y="362712"/>
                  </a:moveTo>
                  <a:lnTo>
                    <a:pt x="344424" y="362712"/>
                  </a:lnTo>
                  <a:lnTo>
                    <a:pt x="352044" y="359664"/>
                  </a:lnTo>
                  <a:lnTo>
                    <a:pt x="355092" y="350520"/>
                  </a:lnTo>
                  <a:lnTo>
                    <a:pt x="356239" y="341637"/>
                  </a:lnTo>
                  <a:lnTo>
                    <a:pt x="357378" y="328993"/>
                  </a:lnTo>
                  <a:lnTo>
                    <a:pt x="358521" y="312586"/>
                  </a:lnTo>
                  <a:lnTo>
                    <a:pt x="359664" y="292608"/>
                  </a:lnTo>
                  <a:lnTo>
                    <a:pt x="368808" y="292608"/>
                  </a:lnTo>
                  <a:lnTo>
                    <a:pt x="371856" y="336803"/>
                  </a:lnTo>
                  <a:lnTo>
                    <a:pt x="391668" y="359664"/>
                  </a:lnTo>
                  <a:lnTo>
                    <a:pt x="389653" y="362712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34" name="object 34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6213348" y="2897124"/>
              <a:ext cx="152399" cy="108203"/>
            </a:xfrm>
            <a:prstGeom prst="rect">
              <a:avLst/>
            </a:prstGeom>
          </p:spPr>
        </p:pic>
        <p:sp>
          <p:nvSpPr>
            <p:cNvPr id="35" name="object 35"/>
            <p:cNvSpPr/>
            <p:nvPr/>
          </p:nvSpPr>
          <p:spPr>
            <a:xfrm>
              <a:off x="6147816" y="2903220"/>
              <a:ext cx="394970" cy="166370"/>
            </a:xfrm>
            <a:custGeom>
              <a:avLst/>
              <a:gdLst/>
              <a:ahLst/>
              <a:cxnLst/>
              <a:rect l="l" t="t" r="r" b="b"/>
              <a:pathLst>
                <a:path w="394970" h="166369">
                  <a:moveTo>
                    <a:pt x="327660" y="160019"/>
                  </a:moveTo>
                  <a:lnTo>
                    <a:pt x="348996" y="115823"/>
                  </a:lnTo>
                  <a:lnTo>
                    <a:pt x="42672" y="115823"/>
                  </a:lnTo>
                  <a:lnTo>
                    <a:pt x="42981" y="130397"/>
                  </a:lnTo>
                  <a:lnTo>
                    <a:pt x="41719" y="142112"/>
                  </a:lnTo>
                  <a:lnTo>
                    <a:pt x="39028" y="150971"/>
                  </a:lnTo>
                  <a:lnTo>
                    <a:pt x="35052" y="156971"/>
                  </a:lnTo>
                  <a:lnTo>
                    <a:pt x="28956" y="163067"/>
                  </a:lnTo>
                  <a:lnTo>
                    <a:pt x="22860" y="166115"/>
                  </a:lnTo>
                  <a:lnTo>
                    <a:pt x="16764" y="166115"/>
                  </a:lnTo>
                  <a:lnTo>
                    <a:pt x="13716" y="166115"/>
                  </a:lnTo>
                  <a:lnTo>
                    <a:pt x="9144" y="166115"/>
                  </a:lnTo>
                  <a:lnTo>
                    <a:pt x="6096" y="163067"/>
                  </a:lnTo>
                  <a:lnTo>
                    <a:pt x="1524" y="160019"/>
                  </a:lnTo>
                  <a:lnTo>
                    <a:pt x="0" y="156971"/>
                  </a:lnTo>
                  <a:lnTo>
                    <a:pt x="0" y="153923"/>
                  </a:lnTo>
                  <a:lnTo>
                    <a:pt x="1524" y="150875"/>
                  </a:lnTo>
                  <a:lnTo>
                    <a:pt x="26265" y="118776"/>
                  </a:lnTo>
                  <a:lnTo>
                    <a:pt x="35052" y="85343"/>
                  </a:lnTo>
                  <a:lnTo>
                    <a:pt x="42672" y="85343"/>
                  </a:lnTo>
                  <a:lnTo>
                    <a:pt x="42672" y="106679"/>
                  </a:lnTo>
                  <a:lnTo>
                    <a:pt x="240792" y="106679"/>
                  </a:lnTo>
                  <a:lnTo>
                    <a:pt x="257413" y="77581"/>
                  </a:lnTo>
                  <a:lnTo>
                    <a:pt x="270891" y="49910"/>
                  </a:lnTo>
                  <a:lnTo>
                    <a:pt x="281511" y="23955"/>
                  </a:lnTo>
                  <a:lnTo>
                    <a:pt x="289560" y="0"/>
                  </a:lnTo>
                  <a:lnTo>
                    <a:pt x="326136" y="25907"/>
                  </a:lnTo>
                  <a:lnTo>
                    <a:pt x="310896" y="30479"/>
                  </a:lnTo>
                  <a:lnTo>
                    <a:pt x="294322" y="52458"/>
                  </a:lnTo>
                  <a:lnTo>
                    <a:pt x="278892" y="72580"/>
                  </a:lnTo>
                  <a:lnTo>
                    <a:pt x="264604" y="90701"/>
                  </a:lnTo>
                  <a:lnTo>
                    <a:pt x="251460" y="106679"/>
                  </a:lnTo>
                  <a:lnTo>
                    <a:pt x="345948" y="106679"/>
                  </a:lnTo>
                  <a:lnTo>
                    <a:pt x="364236" y="86867"/>
                  </a:lnTo>
                  <a:lnTo>
                    <a:pt x="394716" y="118871"/>
                  </a:lnTo>
                  <a:lnTo>
                    <a:pt x="388953" y="119443"/>
                  </a:lnTo>
                  <a:lnTo>
                    <a:pt x="382905" y="121157"/>
                  </a:lnTo>
                  <a:lnTo>
                    <a:pt x="344376" y="151376"/>
                  </a:lnTo>
                  <a:lnTo>
                    <a:pt x="335280" y="163067"/>
                  </a:lnTo>
                  <a:lnTo>
                    <a:pt x="327660" y="160019"/>
                  </a:lnTo>
                  <a:close/>
                </a:path>
              </a:pathLst>
            </a:custGeom>
            <a:ln w="1219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36" name="object 36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6147815" y="3043428"/>
              <a:ext cx="397764" cy="269748"/>
            </a:xfrm>
            <a:prstGeom prst="rect">
              <a:avLst/>
            </a:prstGeom>
          </p:spPr>
        </p:pic>
      </p:grpSp>
      <p:sp>
        <p:nvSpPr>
          <p:cNvPr id="37" name="object 37"/>
          <p:cNvSpPr/>
          <p:nvPr/>
        </p:nvSpPr>
        <p:spPr>
          <a:xfrm>
            <a:off x="6623303" y="2900172"/>
            <a:ext cx="356870" cy="401320"/>
          </a:xfrm>
          <a:custGeom>
            <a:avLst/>
            <a:gdLst/>
            <a:ahLst/>
            <a:cxnLst/>
            <a:rect l="l" t="t" r="r" b="b"/>
            <a:pathLst>
              <a:path w="356870" h="401320">
                <a:moveTo>
                  <a:pt x="54864" y="89916"/>
                </a:moveTo>
                <a:lnTo>
                  <a:pt x="44196" y="89916"/>
                </a:lnTo>
                <a:lnTo>
                  <a:pt x="51554" y="61936"/>
                </a:lnTo>
                <a:lnTo>
                  <a:pt x="57340" y="37528"/>
                </a:lnTo>
                <a:lnTo>
                  <a:pt x="61126" y="16835"/>
                </a:lnTo>
                <a:lnTo>
                  <a:pt x="62484" y="0"/>
                </a:lnTo>
                <a:lnTo>
                  <a:pt x="100584" y="19812"/>
                </a:lnTo>
                <a:lnTo>
                  <a:pt x="91725" y="27551"/>
                </a:lnTo>
                <a:lnTo>
                  <a:pt x="81153" y="41719"/>
                </a:lnTo>
                <a:lnTo>
                  <a:pt x="68865" y="62460"/>
                </a:lnTo>
                <a:lnTo>
                  <a:pt x="54864" y="89916"/>
                </a:lnTo>
                <a:close/>
              </a:path>
              <a:path w="356870" h="401320">
                <a:moveTo>
                  <a:pt x="147828" y="190500"/>
                </a:moveTo>
                <a:lnTo>
                  <a:pt x="143256" y="187452"/>
                </a:lnTo>
                <a:lnTo>
                  <a:pt x="160377" y="160615"/>
                </a:lnTo>
                <a:lnTo>
                  <a:pt x="175069" y="135064"/>
                </a:lnTo>
                <a:lnTo>
                  <a:pt x="196596" y="88392"/>
                </a:lnTo>
                <a:lnTo>
                  <a:pt x="212407" y="44958"/>
                </a:lnTo>
                <a:lnTo>
                  <a:pt x="222503" y="1524"/>
                </a:lnTo>
                <a:lnTo>
                  <a:pt x="260603" y="24384"/>
                </a:lnTo>
                <a:lnTo>
                  <a:pt x="252864" y="31480"/>
                </a:lnTo>
                <a:lnTo>
                  <a:pt x="243268" y="45720"/>
                </a:lnTo>
                <a:lnTo>
                  <a:pt x="231671" y="66817"/>
                </a:lnTo>
                <a:lnTo>
                  <a:pt x="217932" y="94488"/>
                </a:lnTo>
                <a:lnTo>
                  <a:pt x="348996" y="94488"/>
                </a:lnTo>
                <a:lnTo>
                  <a:pt x="356616" y="102108"/>
                </a:lnTo>
                <a:lnTo>
                  <a:pt x="352806" y="105156"/>
                </a:lnTo>
                <a:lnTo>
                  <a:pt x="214884" y="105156"/>
                </a:lnTo>
                <a:lnTo>
                  <a:pt x="198834" y="129420"/>
                </a:lnTo>
                <a:lnTo>
                  <a:pt x="182499" y="151828"/>
                </a:lnTo>
                <a:lnTo>
                  <a:pt x="165592" y="172235"/>
                </a:lnTo>
                <a:lnTo>
                  <a:pt x="147828" y="190500"/>
                </a:lnTo>
                <a:close/>
              </a:path>
              <a:path w="356870" h="401320">
                <a:moveTo>
                  <a:pt x="146304" y="89916"/>
                </a:moveTo>
                <a:lnTo>
                  <a:pt x="111252" y="89916"/>
                </a:lnTo>
                <a:lnTo>
                  <a:pt x="129540" y="73152"/>
                </a:lnTo>
                <a:lnTo>
                  <a:pt x="146304" y="89916"/>
                </a:lnTo>
                <a:close/>
              </a:path>
              <a:path w="356870" h="401320">
                <a:moveTo>
                  <a:pt x="0" y="397764"/>
                </a:moveTo>
                <a:lnTo>
                  <a:pt x="820" y="359664"/>
                </a:lnTo>
                <a:lnTo>
                  <a:pt x="917" y="353568"/>
                </a:lnTo>
                <a:lnTo>
                  <a:pt x="1333" y="316230"/>
                </a:lnTo>
                <a:lnTo>
                  <a:pt x="1425" y="176784"/>
                </a:lnTo>
                <a:lnTo>
                  <a:pt x="1301" y="151828"/>
                </a:lnTo>
                <a:lnTo>
                  <a:pt x="881" y="114681"/>
                </a:lnTo>
                <a:lnTo>
                  <a:pt x="0" y="74676"/>
                </a:lnTo>
                <a:lnTo>
                  <a:pt x="25908" y="89916"/>
                </a:lnTo>
                <a:lnTo>
                  <a:pt x="146304" y="89916"/>
                </a:lnTo>
                <a:lnTo>
                  <a:pt x="155448" y="99060"/>
                </a:lnTo>
                <a:lnTo>
                  <a:pt x="153162" y="100584"/>
                </a:lnTo>
                <a:lnTo>
                  <a:pt x="24384" y="100584"/>
                </a:lnTo>
                <a:lnTo>
                  <a:pt x="24384" y="211836"/>
                </a:lnTo>
                <a:lnTo>
                  <a:pt x="137509" y="211836"/>
                </a:lnTo>
                <a:lnTo>
                  <a:pt x="137586" y="222504"/>
                </a:lnTo>
                <a:lnTo>
                  <a:pt x="24384" y="222504"/>
                </a:lnTo>
                <a:lnTo>
                  <a:pt x="24384" y="344424"/>
                </a:lnTo>
                <a:lnTo>
                  <a:pt x="139273" y="344424"/>
                </a:lnTo>
                <a:lnTo>
                  <a:pt x="139528" y="353568"/>
                </a:lnTo>
                <a:lnTo>
                  <a:pt x="24384" y="353568"/>
                </a:lnTo>
                <a:lnTo>
                  <a:pt x="24384" y="384048"/>
                </a:lnTo>
                <a:lnTo>
                  <a:pt x="0" y="397764"/>
                </a:lnTo>
                <a:close/>
              </a:path>
              <a:path w="356870" h="401320">
                <a:moveTo>
                  <a:pt x="348996" y="94488"/>
                </a:moveTo>
                <a:lnTo>
                  <a:pt x="312420" y="94488"/>
                </a:lnTo>
                <a:lnTo>
                  <a:pt x="330708" y="76200"/>
                </a:lnTo>
                <a:lnTo>
                  <a:pt x="348996" y="94488"/>
                </a:lnTo>
                <a:close/>
              </a:path>
              <a:path w="356870" h="401320">
                <a:moveTo>
                  <a:pt x="137509" y="211836"/>
                </a:moveTo>
                <a:lnTo>
                  <a:pt x="115824" y="211836"/>
                </a:lnTo>
                <a:lnTo>
                  <a:pt x="115824" y="100584"/>
                </a:lnTo>
                <a:lnTo>
                  <a:pt x="153162" y="100584"/>
                </a:lnTo>
                <a:lnTo>
                  <a:pt x="137160" y="111252"/>
                </a:lnTo>
                <a:lnTo>
                  <a:pt x="137271" y="160615"/>
                </a:lnTo>
                <a:lnTo>
                  <a:pt x="137386" y="194691"/>
                </a:lnTo>
                <a:lnTo>
                  <a:pt x="137509" y="211836"/>
                </a:lnTo>
                <a:close/>
              </a:path>
              <a:path w="356870" h="401320">
                <a:moveTo>
                  <a:pt x="327433" y="359664"/>
                </a:moveTo>
                <a:lnTo>
                  <a:pt x="283464" y="359664"/>
                </a:lnTo>
                <a:lnTo>
                  <a:pt x="292631" y="357687"/>
                </a:lnTo>
                <a:lnTo>
                  <a:pt x="299656" y="351853"/>
                </a:lnTo>
                <a:lnTo>
                  <a:pt x="309895" y="304680"/>
                </a:lnTo>
                <a:lnTo>
                  <a:pt x="311658" y="258889"/>
                </a:lnTo>
                <a:lnTo>
                  <a:pt x="313561" y="186213"/>
                </a:lnTo>
                <a:lnTo>
                  <a:pt x="315467" y="105156"/>
                </a:lnTo>
                <a:lnTo>
                  <a:pt x="352806" y="105156"/>
                </a:lnTo>
                <a:lnTo>
                  <a:pt x="341376" y="114300"/>
                </a:lnTo>
                <a:lnTo>
                  <a:pt x="339488" y="190500"/>
                </a:lnTo>
                <a:lnTo>
                  <a:pt x="337718" y="248631"/>
                </a:lnTo>
                <a:lnTo>
                  <a:pt x="335889" y="294583"/>
                </a:lnTo>
                <a:lnTo>
                  <a:pt x="334060" y="326489"/>
                </a:lnTo>
                <a:lnTo>
                  <a:pt x="332232" y="344424"/>
                </a:lnTo>
                <a:lnTo>
                  <a:pt x="328517" y="357020"/>
                </a:lnTo>
                <a:lnTo>
                  <a:pt x="327433" y="359664"/>
                </a:lnTo>
                <a:close/>
              </a:path>
              <a:path w="356870" h="401320">
                <a:moveTo>
                  <a:pt x="233172" y="269748"/>
                </a:moveTo>
                <a:lnTo>
                  <a:pt x="230124" y="269748"/>
                </a:lnTo>
                <a:lnTo>
                  <a:pt x="226956" y="268081"/>
                </a:lnTo>
                <a:lnTo>
                  <a:pt x="224218" y="263271"/>
                </a:lnTo>
                <a:lnTo>
                  <a:pt x="221765" y="255603"/>
                </a:lnTo>
                <a:lnTo>
                  <a:pt x="219456" y="245364"/>
                </a:lnTo>
                <a:lnTo>
                  <a:pt x="214907" y="227576"/>
                </a:lnTo>
                <a:lnTo>
                  <a:pt x="208216" y="210502"/>
                </a:lnTo>
                <a:lnTo>
                  <a:pt x="199524" y="193714"/>
                </a:lnTo>
                <a:lnTo>
                  <a:pt x="188976" y="176784"/>
                </a:lnTo>
                <a:lnTo>
                  <a:pt x="192024" y="172212"/>
                </a:lnTo>
                <a:lnTo>
                  <a:pt x="224980" y="198501"/>
                </a:lnTo>
                <a:lnTo>
                  <a:pt x="246888" y="234696"/>
                </a:lnTo>
                <a:lnTo>
                  <a:pt x="246888" y="246888"/>
                </a:lnTo>
                <a:lnTo>
                  <a:pt x="245364" y="254508"/>
                </a:lnTo>
                <a:lnTo>
                  <a:pt x="236220" y="266700"/>
                </a:lnTo>
                <a:lnTo>
                  <a:pt x="233172" y="269748"/>
                </a:lnTo>
                <a:close/>
              </a:path>
              <a:path w="356870" h="401320">
                <a:moveTo>
                  <a:pt x="139273" y="344424"/>
                </a:moveTo>
                <a:lnTo>
                  <a:pt x="115824" y="344424"/>
                </a:lnTo>
                <a:lnTo>
                  <a:pt x="115824" y="222504"/>
                </a:lnTo>
                <a:lnTo>
                  <a:pt x="137586" y="222504"/>
                </a:lnTo>
                <a:lnTo>
                  <a:pt x="137793" y="251338"/>
                </a:lnTo>
                <a:lnTo>
                  <a:pt x="138482" y="304680"/>
                </a:lnTo>
                <a:lnTo>
                  <a:pt x="139273" y="344424"/>
                </a:lnTo>
                <a:close/>
              </a:path>
              <a:path w="356870" h="401320">
                <a:moveTo>
                  <a:pt x="278891" y="400812"/>
                </a:moveTo>
                <a:lnTo>
                  <a:pt x="271986" y="387953"/>
                </a:lnTo>
                <a:lnTo>
                  <a:pt x="260223" y="376809"/>
                </a:lnTo>
                <a:lnTo>
                  <a:pt x="243316" y="367379"/>
                </a:lnTo>
                <a:lnTo>
                  <a:pt x="220979" y="359664"/>
                </a:lnTo>
                <a:lnTo>
                  <a:pt x="220979" y="350520"/>
                </a:lnTo>
                <a:lnTo>
                  <a:pt x="241244" y="354520"/>
                </a:lnTo>
                <a:lnTo>
                  <a:pt x="258508" y="357378"/>
                </a:lnTo>
                <a:lnTo>
                  <a:pt x="272629" y="359092"/>
                </a:lnTo>
                <a:lnTo>
                  <a:pt x="283464" y="359664"/>
                </a:lnTo>
                <a:lnTo>
                  <a:pt x="327433" y="359664"/>
                </a:lnTo>
                <a:lnTo>
                  <a:pt x="324231" y="367474"/>
                </a:lnTo>
                <a:lnTo>
                  <a:pt x="290369" y="396240"/>
                </a:lnTo>
                <a:lnTo>
                  <a:pt x="278891" y="400812"/>
                </a:lnTo>
                <a:close/>
              </a:path>
              <a:path w="356870" h="401320">
                <a:moveTo>
                  <a:pt x="115824" y="390144"/>
                </a:moveTo>
                <a:lnTo>
                  <a:pt x="115824" y="353568"/>
                </a:lnTo>
                <a:lnTo>
                  <a:pt x="139528" y="353568"/>
                </a:lnTo>
                <a:lnTo>
                  <a:pt x="140208" y="376428"/>
                </a:lnTo>
                <a:lnTo>
                  <a:pt x="115824" y="39014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" name="object 38"/>
          <p:cNvSpPr/>
          <p:nvPr/>
        </p:nvSpPr>
        <p:spPr>
          <a:xfrm>
            <a:off x="7036295" y="2895599"/>
            <a:ext cx="853440" cy="413384"/>
          </a:xfrm>
          <a:custGeom>
            <a:avLst/>
            <a:gdLst/>
            <a:ahLst/>
            <a:cxnLst/>
            <a:rect l="l" t="t" r="r" b="b"/>
            <a:pathLst>
              <a:path w="853440" h="413385">
                <a:moveTo>
                  <a:pt x="214896" y="65532"/>
                </a:moveTo>
                <a:lnTo>
                  <a:pt x="205740" y="54864"/>
                </a:lnTo>
                <a:lnTo>
                  <a:pt x="187464" y="33528"/>
                </a:lnTo>
                <a:lnTo>
                  <a:pt x="166128" y="54864"/>
                </a:lnTo>
                <a:lnTo>
                  <a:pt x="89916" y="54864"/>
                </a:lnTo>
                <a:lnTo>
                  <a:pt x="95110" y="47434"/>
                </a:lnTo>
                <a:lnTo>
                  <a:pt x="99441" y="41148"/>
                </a:lnTo>
                <a:lnTo>
                  <a:pt x="103212" y="36004"/>
                </a:lnTo>
                <a:lnTo>
                  <a:pt x="106680" y="32004"/>
                </a:lnTo>
                <a:lnTo>
                  <a:pt x="115824" y="22860"/>
                </a:lnTo>
                <a:lnTo>
                  <a:pt x="123444" y="19812"/>
                </a:lnTo>
                <a:lnTo>
                  <a:pt x="88392" y="0"/>
                </a:lnTo>
                <a:lnTo>
                  <a:pt x="66294" y="55054"/>
                </a:lnTo>
                <a:lnTo>
                  <a:pt x="44196" y="92964"/>
                </a:lnTo>
                <a:lnTo>
                  <a:pt x="15913" y="129184"/>
                </a:lnTo>
                <a:lnTo>
                  <a:pt x="7620" y="137160"/>
                </a:lnTo>
                <a:lnTo>
                  <a:pt x="12192" y="143256"/>
                </a:lnTo>
                <a:lnTo>
                  <a:pt x="43268" y="117119"/>
                </a:lnTo>
                <a:lnTo>
                  <a:pt x="76466" y="77558"/>
                </a:lnTo>
                <a:lnTo>
                  <a:pt x="85344" y="65532"/>
                </a:lnTo>
                <a:lnTo>
                  <a:pt x="114300" y="65532"/>
                </a:lnTo>
                <a:lnTo>
                  <a:pt x="120586" y="72377"/>
                </a:lnTo>
                <a:lnTo>
                  <a:pt x="125730" y="79057"/>
                </a:lnTo>
                <a:lnTo>
                  <a:pt x="129730" y="85471"/>
                </a:lnTo>
                <a:lnTo>
                  <a:pt x="132588" y="91440"/>
                </a:lnTo>
                <a:lnTo>
                  <a:pt x="132588" y="99060"/>
                </a:lnTo>
                <a:lnTo>
                  <a:pt x="134112" y="105156"/>
                </a:lnTo>
                <a:lnTo>
                  <a:pt x="135636" y="109728"/>
                </a:lnTo>
                <a:lnTo>
                  <a:pt x="138684" y="115824"/>
                </a:lnTo>
                <a:lnTo>
                  <a:pt x="144780" y="115824"/>
                </a:lnTo>
                <a:lnTo>
                  <a:pt x="147828" y="114300"/>
                </a:lnTo>
                <a:lnTo>
                  <a:pt x="149352" y="112776"/>
                </a:lnTo>
                <a:lnTo>
                  <a:pt x="152400" y="111252"/>
                </a:lnTo>
                <a:lnTo>
                  <a:pt x="155448" y="105156"/>
                </a:lnTo>
                <a:lnTo>
                  <a:pt x="158496" y="97536"/>
                </a:lnTo>
                <a:lnTo>
                  <a:pt x="158216" y="90398"/>
                </a:lnTo>
                <a:lnTo>
                  <a:pt x="152781" y="82677"/>
                </a:lnTo>
                <a:lnTo>
                  <a:pt x="142214" y="74396"/>
                </a:lnTo>
                <a:lnTo>
                  <a:pt x="126492" y="65532"/>
                </a:lnTo>
                <a:lnTo>
                  <a:pt x="214896" y="65532"/>
                </a:lnTo>
                <a:close/>
              </a:path>
              <a:path w="853440" h="413385">
                <a:moveTo>
                  <a:pt x="396252" y="67056"/>
                </a:moveTo>
                <a:lnTo>
                  <a:pt x="387184" y="56388"/>
                </a:lnTo>
                <a:lnTo>
                  <a:pt x="370344" y="36576"/>
                </a:lnTo>
                <a:lnTo>
                  <a:pt x="349008" y="56388"/>
                </a:lnTo>
                <a:lnTo>
                  <a:pt x="256044" y="56388"/>
                </a:lnTo>
                <a:lnTo>
                  <a:pt x="259486" y="50914"/>
                </a:lnTo>
                <a:lnTo>
                  <a:pt x="288048" y="22860"/>
                </a:lnTo>
                <a:lnTo>
                  <a:pt x="257568" y="1524"/>
                </a:lnTo>
                <a:lnTo>
                  <a:pt x="237756" y="50292"/>
                </a:lnTo>
                <a:lnTo>
                  <a:pt x="208394" y="97878"/>
                </a:lnTo>
                <a:lnTo>
                  <a:pt x="198132" y="111252"/>
                </a:lnTo>
                <a:lnTo>
                  <a:pt x="202704" y="115824"/>
                </a:lnTo>
                <a:lnTo>
                  <a:pt x="209296" y="110096"/>
                </a:lnTo>
                <a:lnTo>
                  <a:pt x="215468" y="104203"/>
                </a:lnTo>
                <a:lnTo>
                  <a:pt x="221348" y="98044"/>
                </a:lnTo>
                <a:lnTo>
                  <a:pt x="232803" y="84848"/>
                </a:lnTo>
                <a:lnTo>
                  <a:pt x="238518" y="78676"/>
                </a:lnTo>
                <a:lnTo>
                  <a:pt x="244233" y="72796"/>
                </a:lnTo>
                <a:lnTo>
                  <a:pt x="249948" y="67056"/>
                </a:lnTo>
                <a:lnTo>
                  <a:pt x="291096" y="67056"/>
                </a:lnTo>
                <a:lnTo>
                  <a:pt x="300253" y="74510"/>
                </a:lnTo>
                <a:lnTo>
                  <a:pt x="307289" y="80962"/>
                </a:lnTo>
                <a:lnTo>
                  <a:pt x="312305" y="86563"/>
                </a:lnTo>
                <a:lnTo>
                  <a:pt x="315480" y="91440"/>
                </a:lnTo>
                <a:lnTo>
                  <a:pt x="320052" y="97536"/>
                </a:lnTo>
                <a:lnTo>
                  <a:pt x="326136" y="109728"/>
                </a:lnTo>
                <a:lnTo>
                  <a:pt x="329196" y="114300"/>
                </a:lnTo>
                <a:lnTo>
                  <a:pt x="330720" y="117348"/>
                </a:lnTo>
                <a:lnTo>
                  <a:pt x="335292" y="117348"/>
                </a:lnTo>
                <a:lnTo>
                  <a:pt x="341376" y="111252"/>
                </a:lnTo>
                <a:lnTo>
                  <a:pt x="345960" y="108204"/>
                </a:lnTo>
                <a:lnTo>
                  <a:pt x="347484" y="102108"/>
                </a:lnTo>
                <a:lnTo>
                  <a:pt x="347484" y="92964"/>
                </a:lnTo>
                <a:lnTo>
                  <a:pt x="344639" y="86995"/>
                </a:lnTo>
                <a:lnTo>
                  <a:pt x="336245" y="80581"/>
                </a:lnTo>
                <a:lnTo>
                  <a:pt x="322402" y="73901"/>
                </a:lnTo>
                <a:lnTo>
                  <a:pt x="303288" y="67056"/>
                </a:lnTo>
                <a:lnTo>
                  <a:pt x="396252" y="67056"/>
                </a:lnTo>
                <a:close/>
              </a:path>
              <a:path w="853440" h="413385">
                <a:moveTo>
                  <a:pt x="403872" y="324612"/>
                </a:moveTo>
                <a:lnTo>
                  <a:pt x="393687" y="313944"/>
                </a:lnTo>
                <a:lnTo>
                  <a:pt x="371868" y="291084"/>
                </a:lnTo>
                <a:lnTo>
                  <a:pt x="347484" y="313944"/>
                </a:lnTo>
                <a:lnTo>
                  <a:pt x="269760" y="313944"/>
                </a:lnTo>
                <a:lnTo>
                  <a:pt x="269760" y="262128"/>
                </a:lnTo>
                <a:lnTo>
                  <a:pt x="295668" y="262128"/>
                </a:lnTo>
                <a:lnTo>
                  <a:pt x="295668" y="278892"/>
                </a:lnTo>
                <a:lnTo>
                  <a:pt x="321576" y="268224"/>
                </a:lnTo>
                <a:lnTo>
                  <a:pt x="321208" y="262128"/>
                </a:lnTo>
                <a:lnTo>
                  <a:pt x="320687" y="253365"/>
                </a:lnTo>
                <a:lnTo>
                  <a:pt x="320624" y="251460"/>
                </a:lnTo>
                <a:lnTo>
                  <a:pt x="320243" y="240792"/>
                </a:lnTo>
                <a:lnTo>
                  <a:pt x="320065" y="230505"/>
                </a:lnTo>
                <a:lnTo>
                  <a:pt x="320052" y="214884"/>
                </a:lnTo>
                <a:lnTo>
                  <a:pt x="320052" y="204216"/>
                </a:lnTo>
                <a:lnTo>
                  <a:pt x="320052" y="170688"/>
                </a:lnTo>
                <a:lnTo>
                  <a:pt x="320052" y="160020"/>
                </a:lnTo>
                <a:lnTo>
                  <a:pt x="320052" y="132588"/>
                </a:lnTo>
                <a:lnTo>
                  <a:pt x="323532" y="129540"/>
                </a:lnTo>
                <a:lnTo>
                  <a:pt x="332244" y="121920"/>
                </a:lnTo>
                <a:lnTo>
                  <a:pt x="327418" y="118872"/>
                </a:lnTo>
                <a:lnTo>
                  <a:pt x="303288" y="103632"/>
                </a:lnTo>
                <a:lnTo>
                  <a:pt x="295668" y="116332"/>
                </a:lnTo>
                <a:lnTo>
                  <a:pt x="295668" y="129540"/>
                </a:lnTo>
                <a:lnTo>
                  <a:pt x="295668" y="160020"/>
                </a:lnTo>
                <a:lnTo>
                  <a:pt x="295668" y="170688"/>
                </a:lnTo>
                <a:lnTo>
                  <a:pt x="295668" y="204216"/>
                </a:lnTo>
                <a:lnTo>
                  <a:pt x="295668" y="214884"/>
                </a:lnTo>
                <a:lnTo>
                  <a:pt x="295668" y="251460"/>
                </a:lnTo>
                <a:lnTo>
                  <a:pt x="245376" y="251460"/>
                </a:lnTo>
                <a:lnTo>
                  <a:pt x="245376" y="262128"/>
                </a:lnTo>
                <a:lnTo>
                  <a:pt x="245376" y="315468"/>
                </a:lnTo>
                <a:lnTo>
                  <a:pt x="160020" y="315468"/>
                </a:lnTo>
                <a:lnTo>
                  <a:pt x="164604" y="262128"/>
                </a:lnTo>
                <a:lnTo>
                  <a:pt x="245376" y="262128"/>
                </a:lnTo>
                <a:lnTo>
                  <a:pt x="245376" y="251460"/>
                </a:lnTo>
                <a:lnTo>
                  <a:pt x="108204" y="251460"/>
                </a:lnTo>
                <a:lnTo>
                  <a:pt x="108204" y="214884"/>
                </a:lnTo>
                <a:lnTo>
                  <a:pt x="295668" y="214884"/>
                </a:lnTo>
                <a:lnTo>
                  <a:pt x="295668" y="204216"/>
                </a:lnTo>
                <a:lnTo>
                  <a:pt x="108204" y="204216"/>
                </a:lnTo>
                <a:lnTo>
                  <a:pt x="108204" y="170688"/>
                </a:lnTo>
                <a:lnTo>
                  <a:pt x="295668" y="170688"/>
                </a:lnTo>
                <a:lnTo>
                  <a:pt x="295668" y="160020"/>
                </a:lnTo>
                <a:lnTo>
                  <a:pt x="108204" y="160020"/>
                </a:lnTo>
                <a:lnTo>
                  <a:pt x="108204" y="129540"/>
                </a:lnTo>
                <a:lnTo>
                  <a:pt x="295668" y="129540"/>
                </a:lnTo>
                <a:lnTo>
                  <a:pt x="295668" y="116332"/>
                </a:lnTo>
                <a:lnTo>
                  <a:pt x="294144" y="118872"/>
                </a:lnTo>
                <a:lnTo>
                  <a:pt x="108204" y="118872"/>
                </a:lnTo>
                <a:lnTo>
                  <a:pt x="80772" y="105156"/>
                </a:lnTo>
                <a:lnTo>
                  <a:pt x="81902" y="113728"/>
                </a:lnTo>
                <a:lnTo>
                  <a:pt x="82867" y="128016"/>
                </a:lnTo>
                <a:lnTo>
                  <a:pt x="83566" y="148018"/>
                </a:lnTo>
                <a:lnTo>
                  <a:pt x="83820" y="173736"/>
                </a:lnTo>
                <a:lnTo>
                  <a:pt x="84467" y="202031"/>
                </a:lnTo>
                <a:lnTo>
                  <a:pt x="84391" y="230505"/>
                </a:lnTo>
                <a:lnTo>
                  <a:pt x="84112" y="251460"/>
                </a:lnTo>
                <a:lnTo>
                  <a:pt x="83997" y="262128"/>
                </a:lnTo>
                <a:lnTo>
                  <a:pt x="83820" y="283464"/>
                </a:lnTo>
                <a:lnTo>
                  <a:pt x="108204" y="275844"/>
                </a:lnTo>
                <a:lnTo>
                  <a:pt x="108204" y="262128"/>
                </a:lnTo>
                <a:lnTo>
                  <a:pt x="138684" y="262128"/>
                </a:lnTo>
                <a:lnTo>
                  <a:pt x="137591" y="275844"/>
                </a:lnTo>
                <a:lnTo>
                  <a:pt x="136398" y="289941"/>
                </a:lnTo>
                <a:lnTo>
                  <a:pt x="134112" y="315468"/>
                </a:lnTo>
                <a:lnTo>
                  <a:pt x="0" y="315468"/>
                </a:lnTo>
                <a:lnTo>
                  <a:pt x="15240" y="330708"/>
                </a:lnTo>
                <a:lnTo>
                  <a:pt x="24892" y="328714"/>
                </a:lnTo>
                <a:lnTo>
                  <a:pt x="35242" y="327279"/>
                </a:lnTo>
                <a:lnTo>
                  <a:pt x="45897" y="326428"/>
                </a:lnTo>
                <a:lnTo>
                  <a:pt x="56388" y="326136"/>
                </a:lnTo>
                <a:lnTo>
                  <a:pt x="132588" y="326136"/>
                </a:lnTo>
                <a:lnTo>
                  <a:pt x="107734" y="362140"/>
                </a:lnTo>
                <a:lnTo>
                  <a:pt x="64770" y="389953"/>
                </a:lnTo>
                <a:lnTo>
                  <a:pt x="19812" y="406908"/>
                </a:lnTo>
                <a:lnTo>
                  <a:pt x="22860" y="413004"/>
                </a:lnTo>
                <a:lnTo>
                  <a:pt x="65913" y="402717"/>
                </a:lnTo>
                <a:lnTo>
                  <a:pt x="106680" y="385572"/>
                </a:lnTo>
                <a:lnTo>
                  <a:pt x="138874" y="359283"/>
                </a:lnTo>
                <a:lnTo>
                  <a:pt x="158496" y="326136"/>
                </a:lnTo>
                <a:lnTo>
                  <a:pt x="245376" y="326136"/>
                </a:lnTo>
                <a:lnTo>
                  <a:pt x="245135" y="344424"/>
                </a:lnTo>
                <a:lnTo>
                  <a:pt x="244132" y="385572"/>
                </a:lnTo>
                <a:lnTo>
                  <a:pt x="244017" y="395008"/>
                </a:lnTo>
                <a:lnTo>
                  <a:pt x="243852" y="413004"/>
                </a:lnTo>
                <a:lnTo>
                  <a:pt x="271284" y="400812"/>
                </a:lnTo>
                <a:lnTo>
                  <a:pt x="270395" y="389128"/>
                </a:lnTo>
                <a:lnTo>
                  <a:pt x="269963" y="373291"/>
                </a:lnTo>
                <a:lnTo>
                  <a:pt x="269862" y="362140"/>
                </a:lnTo>
                <a:lnTo>
                  <a:pt x="269760" y="326136"/>
                </a:lnTo>
                <a:lnTo>
                  <a:pt x="269760" y="324612"/>
                </a:lnTo>
                <a:lnTo>
                  <a:pt x="403872" y="324612"/>
                </a:lnTo>
                <a:close/>
              </a:path>
              <a:path w="853440" h="413385">
                <a:moveTo>
                  <a:pt x="507492" y="167640"/>
                </a:moveTo>
                <a:lnTo>
                  <a:pt x="503758" y="157429"/>
                </a:lnTo>
                <a:lnTo>
                  <a:pt x="492442" y="145351"/>
                </a:lnTo>
                <a:lnTo>
                  <a:pt x="473417" y="131851"/>
                </a:lnTo>
                <a:lnTo>
                  <a:pt x="446532" y="117348"/>
                </a:lnTo>
                <a:lnTo>
                  <a:pt x="443484" y="121920"/>
                </a:lnTo>
                <a:lnTo>
                  <a:pt x="456946" y="138239"/>
                </a:lnTo>
                <a:lnTo>
                  <a:pt x="467677" y="152971"/>
                </a:lnTo>
                <a:lnTo>
                  <a:pt x="475856" y="166293"/>
                </a:lnTo>
                <a:lnTo>
                  <a:pt x="481584" y="178308"/>
                </a:lnTo>
                <a:lnTo>
                  <a:pt x="485279" y="188010"/>
                </a:lnTo>
                <a:lnTo>
                  <a:pt x="489394" y="194119"/>
                </a:lnTo>
                <a:lnTo>
                  <a:pt x="493801" y="196532"/>
                </a:lnTo>
                <a:lnTo>
                  <a:pt x="498348" y="195072"/>
                </a:lnTo>
                <a:lnTo>
                  <a:pt x="502348" y="190792"/>
                </a:lnTo>
                <a:lnTo>
                  <a:pt x="505206" y="184785"/>
                </a:lnTo>
                <a:lnTo>
                  <a:pt x="506920" y="177076"/>
                </a:lnTo>
                <a:lnTo>
                  <a:pt x="507492" y="167640"/>
                </a:lnTo>
                <a:close/>
              </a:path>
              <a:path w="853440" h="413385">
                <a:moveTo>
                  <a:pt x="544068" y="67056"/>
                </a:moveTo>
                <a:lnTo>
                  <a:pt x="508215" y="27622"/>
                </a:lnTo>
                <a:lnTo>
                  <a:pt x="486156" y="16764"/>
                </a:lnTo>
                <a:lnTo>
                  <a:pt x="483108" y="21336"/>
                </a:lnTo>
                <a:lnTo>
                  <a:pt x="494804" y="36753"/>
                </a:lnTo>
                <a:lnTo>
                  <a:pt x="504634" y="50863"/>
                </a:lnTo>
                <a:lnTo>
                  <a:pt x="512470" y="63563"/>
                </a:lnTo>
                <a:lnTo>
                  <a:pt x="518160" y="74676"/>
                </a:lnTo>
                <a:lnTo>
                  <a:pt x="521208" y="86868"/>
                </a:lnTo>
                <a:lnTo>
                  <a:pt x="524256" y="92964"/>
                </a:lnTo>
                <a:lnTo>
                  <a:pt x="530352" y="92964"/>
                </a:lnTo>
                <a:lnTo>
                  <a:pt x="542544" y="80772"/>
                </a:lnTo>
                <a:lnTo>
                  <a:pt x="544068" y="76200"/>
                </a:lnTo>
                <a:lnTo>
                  <a:pt x="544068" y="67056"/>
                </a:lnTo>
                <a:close/>
              </a:path>
              <a:path w="853440" h="413385">
                <a:moveTo>
                  <a:pt x="589788" y="79248"/>
                </a:moveTo>
                <a:lnTo>
                  <a:pt x="582168" y="77724"/>
                </a:lnTo>
                <a:lnTo>
                  <a:pt x="550481" y="152831"/>
                </a:lnTo>
                <a:lnTo>
                  <a:pt x="526351" y="208788"/>
                </a:lnTo>
                <a:lnTo>
                  <a:pt x="509955" y="245325"/>
                </a:lnTo>
                <a:lnTo>
                  <a:pt x="501396" y="262128"/>
                </a:lnTo>
                <a:lnTo>
                  <a:pt x="495300" y="272796"/>
                </a:lnTo>
                <a:lnTo>
                  <a:pt x="489204" y="277368"/>
                </a:lnTo>
                <a:lnTo>
                  <a:pt x="484632" y="277368"/>
                </a:lnTo>
                <a:lnTo>
                  <a:pt x="478878" y="277990"/>
                </a:lnTo>
                <a:lnTo>
                  <a:pt x="470535" y="277749"/>
                </a:lnTo>
                <a:lnTo>
                  <a:pt x="445008" y="275844"/>
                </a:lnTo>
                <a:lnTo>
                  <a:pt x="445008" y="281940"/>
                </a:lnTo>
                <a:lnTo>
                  <a:pt x="484632" y="300228"/>
                </a:lnTo>
                <a:lnTo>
                  <a:pt x="486156" y="307848"/>
                </a:lnTo>
                <a:lnTo>
                  <a:pt x="486079" y="316992"/>
                </a:lnTo>
                <a:lnTo>
                  <a:pt x="477393" y="358711"/>
                </a:lnTo>
                <a:lnTo>
                  <a:pt x="476021" y="364553"/>
                </a:lnTo>
                <a:lnTo>
                  <a:pt x="475488" y="368808"/>
                </a:lnTo>
                <a:lnTo>
                  <a:pt x="475488" y="377952"/>
                </a:lnTo>
                <a:lnTo>
                  <a:pt x="480060" y="382524"/>
                </a:lnTo>
                <a:lnTo>
                  <a:pt x="486156" y="385572"/>
                </a:lnTo>
                <a:lnTo>
                  <a:pt x="493776" y="387096"/>
                </a:lnTo>
                <a:lnTo>
                  <a:pt x="499872" y="388620"/>
                </a:lnTo>
                <a:lnTo>
                  <a:pt x="510540" y="388620"/>
                </a:lnTo>
                <a:lnTo>
                  <a:pt x="512064" y="385572"/>
                </a:lnTo>
                <a:lnTo>
                  <a:pt x="511962" y="377952"/>
                </a:lnTo>
                <a:lnTo>
                  <a:pt x="511860" y="374904"/>
                </a:lnTo>
                <a:lnTo>
                  <a:pt x="511746" y="372237"/>
                </a:lnTo>
                <a:lnTo>
                  <a:pt x="511327" y="364553"/>
                </a:lnTo>
                <a:lnTo>
                  <a:pt x="510781" y="352285"/>
                </a:lnTo>
                <a:lnTo>
                  <a:pt x="510540" y="338328"/>
                </a:lnTo>
                <a:lnTo>
                  <a:pt x="510184" y="322922"/>
                </a:lnTo>
                <a:lnTo>
                  <a:pt x="511111" y="308800"/>
                </a:lnTo>
                <a:lnTo>
                  <a:pt x="512902" y="296113"/>
                </a:lnTo>
                <a:lnTo>
                  <a:pt x="515112" y="284988"/>
                </a:lnTo>
                <a:lnTo>
                  <a:pt x="517461" y="277990"/>
                </a:lnTo>
                <a:lnTo>
                  <a:pt x="522287" y="263563"/>
                </a:lnTo>
                <a:lnTo>
                  <a:pt x="537019" y="222123"/>
                </a:lnTo>
                <a:lnTo>
                  <a:pt x="559485" y="160693"/>
                </a:lnTo>
                <a:lnTo>
                  <a:pt x="589788" y="79248"/>
                </a:lnTo>
                <a:close/>
              </a:path>
              <a:path w="853440" h="413385">
                <a:moveTo>
                  <a:pt x="853440" y="214884"/>
                </a:moveTo>
                <a:lnTo>
                  <a:pt x="824484" y="182880"/>
                </a:lnTo>
                <a:lnTo>
                  <a:pt x="803148" y="204216"/>
                </a:lnTo>
                <a:lnTo>
                  <a:pt x="711708" y="204216"/>
                </a:lnTo>
                <a:lnTo>
                  <a:pt x="711708" y="109728"/>
                </a:lnTo>
                <a:lnTo>
                  <a:pt x="826008" y="109728"/>
                </a:lnTo>
                <a:lnTo>
                  <a:pt x="798576" y="80772"/>
                </a:lnTo>
                <a:lnTo>
                  <a:pt x="778764" y="99060"/>
                </a:lnTo>
                <a:lnTo>
                  <a:pt x="711708" y="99060"/>
                </a:lnTo>
                <a:lnTo>
                  <a:pt x="711708" y="38100"/>
                </a:lnTo>
                <a:lnTo>
                  <a:pt x="728472" y="21336"/>
                </a:lnTo>
                <a:lnTo>
                  <a:pt x="687324" y="0"/>
                </a:lnTo>
                <a:lnTo>
                  <a:pt x="687565" y="15697"/>
                </a:lnTo>
                <a:lnTo>
                  <a:pt x="688073" y="36753"/>
                </a:lnTo>
                <a:lnTo>
                  <a:pt x="688632" y="67056"/>
                </a:lnTo>
                <a:lnTo>
                  <a:pt x="688848" y="99060"/>
                </a:lnTo>
                <a:lnTo>
                  <a:pt x="592836" y="99060"/>
                </a:lnTo>
                <a:lnTo>
                  <a:pt x="608076" y="115824"/>
                </a:lnTo>
                <a:lnTo>
                  <a:pt x="618388" y="112953"/>
                </a:lnTo>
                <a:lnTo>
                  <a:pt x="628840" y="111061"/>
                </a:lnTo>
                <a:lnTo>
                  <a:pt x="639584" y="110045"/>
                </a:lnTo>
                <a:lnTo>
                  <a:pt x="650748" y="109728"/>
                </a:lnTo>
                <a:lnTo>
                  <a:pt x="688848" y="109728"/>
                </a:lnTo>
                <a:lnTo>
                  <a:pt x="688848" y="204216"/>
                </a:lnTo>
                <a:lnTo>
                  <a:pt x="559308" y="204216"/>
                </a:lnTo>
                <a:lnTo>
                  <a:pt x="576072" y="219456"/>
                </a:lnTo>
                <a:lnTo>
                  <a:pt x="585508" y="217462"/>
                </a:lnTo>
                <a:lnTo>
                  <a:pt x="595503" y="216027"/>
                </a:lnTo>
                <a:lnTo>
                  <a:pt x="606082" y="215176"/>
                </a:lnTo>
                <a:lnTo>
                  <a:pt x="617220" y="214884"/>
                </a:lnTo>
                <a:lnTo>
                  <a:pt x="681228" y="214884"/>
                </a:lnTo>
                <a:lnTo>
                  <a:pt x="661606" y="257175"/>
                </a:lnTo>
                <a:lnTo>
                  <a:pt x="629412" y="306324"/>
                </a:lnTo>
                <a:lnTo>
                  <a:pt x="596265" y="345376"/>
                </a:lnTo>
                <a:lnTo>
                  <a:pt x="569976" y="358140"/>
                </a:lnTo>
                <a:lnTo>
                  <a:pt x="588264" y="399288"/>
                </a:lnTo>
                <a:lnTo>
                  <a:pt x="644652" y="377952"/>
                </a:lnTo>
                <a:lnTo>
                  <a:pt x="707136" y="366522"/>
                </a:lnTo>
                <a:lnTo>
                  <a:pt x="747102" y="360807"/>
                </a:lnTo>
                <a:lnTo>
                  <a:pt x="792480" y="355092"/>
                </a:lnTo>
                <a:lnTo>
                  <a:pt x="796798" y="363118"/>
                </a:lnTo>
                <a:lnTo>
                  <a:pt x="800671" y="371284"/>
                </a:lnTo>
                <a:lnTo>
                  <a:pt x="804278" y="379742"/>
                </a:lnTo>
                <a:lnTo>
                  <a:pt x="807720" y="388620"/>
                </a:lnTo>
                <a:lnTo>
                  <a:pt x="810768" y="394716"/>
                </a:lnTo>
                <a:lnTo>
                  <a:pt x="813816" y="399288"/>
                </a:lnTo>
                <a:lnTo>
                  <a:pt x="818388" y="399288"/>
                </a:lnTo>
                <a:lnTo>
                  <a:pt x="821436" y="394716"/>
                </a:lnTo>
                <a:lnTo>
                  <a:pt x="826008" y="388620"/>
                </a:lnTo>
                <a:lnTo>
                  <a:pt x="830580" y="381000"/>
                </a:lnTo>
                <a:lnTo>
                  <a:pt x="832104" y="374904"/>
                </a:lnTo>
                <a:lnTo>
                  <a:pt x="832104" y="361188"/>
                </a:lnTo>
                <a:lnTo>
                  <a:pt x="830072" y="355092"/>
                </a:lnTo>
                <a:lnTo>
                  <a:pt x="829056" y="352044"/>
                </a:lnTo>
                <a:lnTo>
                  <a:pt x="821436" y="344424"/>
                </a:lnTo>
                <a:lnTo>
                  <a:pt x="815416" y="337566"/>
                </a:lnTo>
                <a:lnTo>
                  <a:pt x="808672" y="330708"/>
                </a:lnTo>
                <a:lnTo>
                  <a:pt x="770763" y="300990"/>
                </a:lnTo>
                <a:lnTo>
                  <a:pt x="742188" y="280416"/>
                </a:lnTo>
                <a:lnTo>
                  <a:pt x="739140" y="286512"/>
                </a:lnTo>
                <a:lnTo>
                  <a:pt x="751700" y="300736"/>
                </a:lnTo>
                <a:lnTo>
                  <a:pt x="764095" y="315658"/>
                </a:lnTo>
                <a:lnTo>
                  <a:pt x="776224" y="330885"/>
                </a:lnTo>
                <a:lnTo>
                  <a:pt x="787908" y="345948"/>
                </a:lnTo>
                <a:lnTo>
                  <a:pt x="605028" y="358140"/>
                </a:lnTo>
                <a:lnTo>
                  <a:pt x="633272" y="327571"/>
                </a:lnTo>
                <a:lnTo>
                  <a:pt x="656082" y="302133"/>
                </a:lnTo>
                <a:lnTo>
                  <a:pt x="673100" y="281940"/>
                </a:lnTo>
                <a:lnTo>
                  <a:pt x="684276" y="266700"/>
                </a:lnTo>
                <a:lnTo>
                  <a:pt x="693166" y="255041"/>
                </a:lnTo>
                <a:lnTo>
                  <a:pt x="701611" y="245364"/>
                </a:lnTo>
                <a:lnTo>
                  <a:pt x="709790" y="237985"/>
                </a:lnTo>
                <a:lnTo>
                  <a:pt x="717804" y="233172"/>
                </a:lnTo>
                <a:lnTo>
                  <a:pt x="690372" y="214884"/>
                </a:lnTo>
                <a:lnTo>
                  <a:pt x="853440" y="21488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39" name="object 39"/>
          <p:cNvGrpSpPr/>
          <p:nvPr/>
        </p:nvGrpSpPr>
        <p:grpSpPr>
          <a:xfrm>
            <a:off x="914400" y="3395472"/>
            <a:ext cx="8781415" cy="3731260"/>
            <a:chOff x="914400" y="3395472"/>
            <a:chExt cx="8781415" cy="3731260"/>
          </a:xfrm>
        </p:grpSpPr>
        <p:sp>
          <p:nvSpPr>
            <p:cNvPr id="40" name="object 40"/>
            <p:cNvSpPr/>
            <p:nvPr/>
          </p:nvSpPr>
          <p:spPr>
            <a:xfrm>
              <a:off x="914400" y="3395472"/>
              <a:ext cx="8781415" cy="3731260"/>
            </a:xfrm>
            <a:custGeom>
              <a:avLst/>
              <a:gdLst/>
              <a:ahLst/>
              <a:cxnLst/>
              <a:rect l="l" t="t" r="r" b="b"/>
              <a:pathLst>
                <a:path w="8781415" h="3731259">
                  <a:moveTo>
                    <a:pt x="8781287" y="3730751"/>
                  </a:moveTo>
                  <a:lnTo>
                    <a:pt x="0" y="3730751"/>
                  </a:lnTo>
                  <a:lnTo>
                    <a:pt x="0" y="0"/>
                  </a:lnTo>
                  <a:lnTo>
                    <a:pt x="8781287" y="0"/>
                  </a:lnTo>
                  <a:lnTo>
                    <a:pt x="8781287" y="3730751"/>
                  </a:lnTo>
                  <a:close/>
                </a:path>
              </a:pathLst>
            </a:custGeom>
            <a:solidFill>
              <a:srgbClr val="BFBFB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41" name="object 41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1133856" y="3604260"/>
              <a:ext cx="97535" cy="132587"/>
            </a:xfrm>
            <a:prstGeom prst="rect">
              <a:avLst/>
            </a:prstGeom>
          </p:spPr>
        </p:pic>
        <p:pic>
          <p:nvPicPr>
            <p:cNvPr id="42" name="object 42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1254251" y="3634740"/>
              <a:ext cx="123443" cy="102108"/>
            </a:xfrm>
            <a:prstGeom prst="rect">
              <a:avLst/>
            </a:prstGeom>
          </p:spPr>
        </p:pic>
        <p:pic>
          <p:nvPicPr>
            <p:cNvPr id="43" name="object 43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1397507" y="3595116"/>
              <a:ext cx="106680" cy="141732"/>
            </a:xfrm>
            <a:prstGeom prst="rect">
              <a:avLst/>
            </a:prstGeom>
          </p:spPr>
        </p:pic>
        <p:pic>
          <p:nvPicPr>
            <p:cNvPr id="44" name="object 44"/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1533143" y="3595116"/>
              <a:ext cx="237744" cy="144780"/>
            </a:xfrm>
            <a:prstGeom prst="rect">
              <a:avLst/>
            </a:prstGeom>
          </p:spPr>
        </p:pic>
        <p:pic>
          <p:nvPicPr>
            <p:cNvPr id="45" name="object 45"/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1793747" y="3634740"/>
              <a:ext cx="118872" cy="105156"/>
            </a:xfrm>
            <a:prstGeom prst="rect">
              <a:avLst/>
            </a:prstGeom>
          </p:spPr>
        </p:pic>
        <p:pic>
          <p:nvPicPr>
            <p:cNvPr id="46" name="object 46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1932432" y="3595116"/>
              <a:ext cx="106680" cy="141732"/>
            </a:xfrm>
            <a:prstGeom prst="rect">
              <a:avLst/>
            </a:prstGeom>
          </p:spPr>
        </p:pic>
        <p:pic>
          <p:nvPicPr>
            <p:cNvPr id="47" name="object 47"/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2066544" y="3595116"/>
              <a:ext cx="106680" cy="141732"/>
            </a:xfrm>
            <a:prstGeom prst="rect">
              <a:avLst/>
            </a:prstGeom>
          </p:spPr>
        </p:pic>
        <p:pic>
          <p:nvPicPr>
            <p:cNvPr id="48" name="object 48"/>
            <p:cNvPicPr/>
            <p:nvPr/>
          </p:nvPicPr>
          <p:blipFill>
            <a:blip r:embed="rId14" cstate="print"/>
            <a:stretch>
              <a:fillRect/>
            </a:stretch>
          </p:blipFill>
          <p:spPr>
            <a:xfrm>
              <a:off x="2205227" y="3637788"/>
              <a:ext cx="97536" cy="99060"/>
            </a:xfrm>
            <a:prstGeom prst="rect">
              <a:avLst/>
            </a:prstGeom>
          </p:spPr>
        </p:pic>
        <p:pic>
          <p:nvPicPr>
            <p:cNvPr id="49" name="object 49"/>
            <p:cNvPicPr/>
            <p:nvPr/>
          </p:nvPicPr>
          <p:blipFill>
            <a:blip r:embed="rId15" cstate="print"/>
            <a:stretch>
              <a:fillRect/>
            </a:stretch>
          </p:blipFill>
          <p:spPr>
            <a:xfrm>
              <a:off x="2327148" y="3634740"/>
              <a:ext cx="115824" cy="105156"/>
            </a:xfrm>
            <a:prstGeom prst="rect">
              <a:avLst/>
            </a:prstGeom>
          </p:spPr>
        </p:pic>
        <p:pic>
          <p:nvPicPr>
            <p:cNvPr id="50" name="object 50"/>
            <p:cNvPicPr/>
            <p:nvPr/>
          </p:nvPicPr>
          <p:blipFill>
            <a:blip r:embed="rId16" cstate="print"/>
            <a:stretch>
              <a:fillRect/>
            </a:stretch>
          </p:blipFill>
          <p:spPr>
            <a:xfrm>
              <a:off x="2595372" y="3634740"/>
              <a:ext cx="115824" cy="105156"/>
            </a:xfrm>
            <a:prstGeom prst="rect">
              <a:avLst/>
            </a:prstGeom>
          </p:spPr>
        </p:pic>
        <p:pic>
          <p:nvPicPr>
            <p:cNvPr id="51" name="object 51"/>
            <p:cNvPicPr/>
            <p:nvPr/>
          </p:nvPicPr>
          <p:blipFill>
            <a:blip r:embed="rId17" cstate="print"/>
            <a:stretch>
              <a:fillRect/>
            </a:stretch>
          </p:blipFill>
          <p:spPr>
            <a:xfrm>
              <a:off x="2731008" y="3595116"/>
              <a:ext cx="391667" cy="144780"/>
            </a:xfrm>
            <a:prstGeom prst="rect">
              <a:avLst/>
            </a:prstGeom>
          </p:spPr>
        </p:pic>
        <p:pic>
          <p:nvPicPr>
            <p:cNvPr id="52" name="object 52"/>
            <p:cNvPicPr/>
            <p:nvPr/>
          </p:nvPicPr>
          <p:blipFill>
            <a:blip r:embed="rId18" cstate="print"/>
            <a:stretch>
              <a:fillRect/>
            </a:stretch>
          </p:blipFill>
          <p:spPr>
            <a:xfrm>
              <a:off x="3258311" y="3634740"/>
              <a:ext cx="259080" cy="147828"/>
            </a:xfrm>
            <a:prstGeom prst="rect">
              <a:avLst/>
            </a:prstGeom>
          </p:spPr>
        </p:pic>
        <p:pic>
          <p:nvPicPr>
            <p:cNvPr id="53" name="object 53"/>
            <p:cNvPicPr/>
            <p:nvPr/>
          </p:nvPicPr>
          <p:blipFill>
            <a:blip r:embed="rId19" cstate="print"/>
            <a:stretch>
              <a:fillRect/>
            </a:stretch>
          </p:blipFill>
          <p:spPr>
            <a:xfrm>
              <a:off x="3538727" y="3634740"/>
              <a:ext cx="117348" cy="102108"/>
            </a:xfrm>
            <a:prstGeom prst="rect">
              <a:avLst/>
            </a:prstGeom>
          </p:spPr>
        </p:pic>
        <p:pic>
          <p:nvPicPr>
            <p:cNvPr id="54" name="object 54"/>
            <p:cNvPicPr/>
            <p:nvPr/>
          </p:nvPicPr>
          <p:blipFill>
            <a:blip r:embed="rId20" cstate="print"/>
            <a:stretch>
              <a:fillRect/>
            </a:stretch>
          </p:blipFill>
          <p:spPr>
            <a:xfrm>
              <a:off x="3677412" y="3634740"/>
              <a:ext cx="102108" cy="105156"/>
            </a:xfrm>
            <a:prstGeom prst="rect">
              <a:avLst/>
            </a:prstGeom>
          </p:spPr>
        </p:pic>
        <p:pic>
          <p:nvPicPr>
            <p:cNvPr id="55" name="object 55"/>
            <p:cNvPicPr/>
            <p:nvPr/>
          </p:nvPicPr>
          <p:blipFill>
            <a:blip r:embed="rId21" cstate="print"/>
            <a:stretch>
              <a:fillRect/>
            </a:stretch>
          </p:blipFill>
          <p:spPr>
            <a:xfrm>
              <a:off x="3803903" y="3634740"/>
              <a:ext cx="252984" cy="105156"/>
            </a:xfrm>
            <a:prstGeom prst="rect">
              <a:avLst/>
            </a:prstGeom>
          </p:spPr>
        </p:pic>
        <p:pic>
          <p:nvPicPr>
            <p:cNvPr id="56" name="object 56"/>
            <p:cNvPicPr/>
            <p:nvPr/>
          </p:nvPicPr>
          <p:blipFill>
            <a:blip r:embed="rId22" cstate="print"/>
            <a:stretch>
              <a:fillRect/>
            </a:stretch>
          </p:blipFill>
          <p:spPr>
            <a:xfrm>
              <a:off x="4215383" y="3601212"/>
              <a:ext cx="243840" cy="138684"/>
            </a:xfrm>
            <a:prstGeom prst="rect">
              <a:avLst/>
            </a:prstGeom>
          </p:spPr>
        </p:pic>
        <p:pic>
          <p:nvPicPr>
            <p:cNvPr id="57" name="object 57"/>
            <p:cNvPicPr/>
            <p:nvPr/>
          </p:nvPicPr>
          <p:blipFill>
            <a:blip r:embed="rId23" cstate="print"/>
            <a:stretch>
              <a:fillRect/>
            </a:stretch>
          </p:blipFill>
          <p:spPr>
            <a:xfrm>
              <a:off x="4600955" y="3595116"/>
              <a:ext cx="260604" cy="144780"/>
            </a:xfrm>
            <a:prstGeom prst="rect">
              <a:avLst/>
            </a:prstGeom>
          </p:spPr>
        </p:pic>
        <p:sp>
          <p:nvSpPr>
            <p:cNvPr id="58" name="object 58"/>
            <p:cNvSpPr/>
            <p:nvPr/>
          </p:nvSpPr>
          <p:spPr>
            <a:xfrm>
              <a:off x="5021567" y="3595115"/>
              <a:ext cx="603885" cy="144780"/>
            </a:xfrm>
            <a:custGeom>
              <a:avLst/>
              <a:gdLst/>
              <a:ahLst/>
              <a:cxnLst/>
              <a:rect l="l" t="t" r="r" b="b"/>
              <a:pathLst>
                <a:path w="603885" h="144779">
                  <a:moveTo>
                    <a:pt x="111252" y="7620"/>
                  </a:moveTo>
                  <a:lnTo>
                    <a:pt x="108204" y="6096"/>
                  </a:lnTo>
                  <a:lnTo>
                    <a:pt x="106680" y="3048"/>
                  </a:lnTo>
                  <a:lnTo>
                    <a:pt x="100584" y="1524"/>
                  </a:lnTo>
                  <a:lnTo>
                    <a:pt x="92964" y="1524"/>
                  </a:lnTo>
                  <a:lnTo>
                    <a:pt x="85344" y="0"/>
                  </a:lnTo>
                  <a:lnTo>
                    <a:pt x="71628" y="0"/>
                  </a:lnTo>
                  <a:lnTo>
                    <a:pt x="34747" y="14249"/>
                  </a:lnTo>
                  <a:lnTo>
                    <a:pt x="28956" y="33528"/>
                  </a:lnTo>
                  <a:lnTo>
                    <a:pt x="28956" y="42672"/>
                  </a:lnTo>
                  <a:lnTo>
                    <a:pt x="9144" y="42672"/>
                  </a:lnTo>
                  <a:lnTo>
                    <a:pt x="4572" y="47244"/>
                  </a:lnTo>
                  <a:lnTo>
                    <a:pt x="3048" y="50292"/>
                  </a:lnTo>
                  <a:lnTo>
                    <a:pt x="3048" y="56388"/>
                  </a:lnTo>
                  <a:lnTo>
                    <a:pt x="4572" y="59436"/>
                  </a:lnTo>
                  <a:lnTo>
                    <a:pt x="9144" y="64008"/>
                  </a:lnTo>
                  <a:lnTo>
                    <a:pt x="28956" y="64008"/>
                  </a:lnTo>
                  <a:lnTo>
                    <a:pt x="28956" y="118872"/>
                  </a:lnTo>
                  <a:lnTo>
                    <a:pt x="9144" y="118872"/>
                  </a:lnTo>
                  <a:lnTo>
                    <a:pt x="3048" y="121920"/>
                  </a:lnTo>
                  <a:lnTo>
                    <a:pt x="1524" y="123444"/>
                  </a:lnTo>
                  <a:lnTo>
                    <a:pt x="0" y="126492"/>
                  </a:lnTo>
                  <a:lnTo>
                    <a:pt x="0" y="134112"/>
                  </a:lnTo>
                  <a:lnTo>
                    <a:pt x="1524" y="135636"/>
                  </a:lnTo>
                  <a:lnTo>
                    <a:pt x="3048" y="138684"/>
                  </a:lnTo>
                  <a:lnTo>
                    <a:pt x="9144" y="141732"/>
                  </a:lnTo>
                  <a:lnTo>
                    <a:pt x="88392" y="141732"/>
                  </a:lnTo>
                  <a:lnTo>
                    <a:pt x="94488" y="138684"/>
                  </a:lnTo>
                  <a:lnTo>
                    <a:pt x="96012" y="135636"/>
                  </a:lnTo>
                  <a:lnTo>
                    <a:pt x="97536" y="134112"/>
                  </a:lnTo>
                  <a:lnTo>
                    <a:pt x="97536" y="126492"/>
                  </a:lnTo>
                  <a:lnTo>
                    <a:pt x="96012" y="123444"/>
                  </a:lnTo>
                  <a:lnTo>
                    <a:pt x="94488" y="121920"/>
                  </a:lnTo>
                  <a:lnTo>
                    <a:pt x="88392" y="118872"/>
                  </a:lnTo>
                  <a:lnTo>
                    <a:pt x="50292" y="118872"/>
                  </a:lnTo>
                  <a:lnTo>
                    <a:pt x="50292" y="64008"/>
                  </a:lnTo>
                  <a:lnTo>
                    <a:pt x="94488" y="64008"/>
                  </a:lnTo>
                  <a:lnTo>
                    <a:pt x="99060" y="59436"/>
                  </a:lnTo>
                  <a:lnTo>
                    <a:pt x="100584" y="56388"/>
                  </a:lnTo>
                  <a:lnTo>
                    <a:pt x="100584" y="50292"/>
                  </a:lnTo>
                  <a:lnTo>
                    <a:pt x="99060" y="47244"/>
                  </a:lnTo>
                  <a:lnTo>
                    <a:pt x="94488" y="42672"/>
                  </a:lnTo>
                  <a:lnTo>
                    <a:pt x="50292" y="42672"/>
                  </a:lnTo>
                  <a:lnTo>
                    <a:pt x="50292" y="30480"/>
                  </a:lnTo>
                  <a:lnTo>
                    <a:pt x="51816" y="27432"/>
                  </a:lnTo>
                  <a:lnTo>
                    <a:pt x="54864" y="25908"/>
                  </a:lnTo>
                  <a:lnTo>
                    <a:pt x="57912" y="22860"/>
                  </a:lnTo>
                  <a:lnTo>
                    <a:pt x="62484" y="21336"/>
                  </a:lnTo>
                  <a:lnTo>
                    <a:pt x="77724" y="21336"/>
                  </a:lnTo>
                  <a:lnTo>
                    <a:pt x="85344" y="22860"/>
                  </a:lnTo>
                  <a:lnTo>
                    <a:pt x="94488" y="24384"/>
                  </a:lnTo>
                  <a:lnTo>
                    <a:pt x="97536" y="24384"/>
                  </a:lnTo>
                  <a:lnTo>
                    <a:pt x="100584" y="25908"/>
                  </a:lnTo>
                  <a:lnTo>
                    <a:pt x="103632" y="25908"/>
                  </a:lnTo>
                  <a:lnTo>
                    <a:pt x="106680" y="24384"/>
                  </a:lnTo>
                  <a:lnTo>
                    <a:pt x="111252" y="19812"/>
                  </a:lnTo>
                  <a:lnTo>
                    <a:pt x="111252" y="7620"/>
                  </a:lnTo>
                  <a:close/>
                </a:path>
                <a:path w="603885" h="144779">
                  <a:moveTo>
                    <a:pt x="245376" y="54876"/>
                  </a:moveTo>
                  <a:lnTo>
                    <a:pt x="243852" y="50304"/>
                  </a:lnTo>
                  <a:lnTo>
                    <a:pt x="239280" y="47256"/>
                  </a:lnTo>
                  <a:lnTo>
                    <a:pt x="231660" y="41160"/>
                  </a:lnTo>
                  <a:lnTo>
                    <a:pt x="225564" y="39636"/>
                  </a:lnTo>
                  <a:lnTo>
                    <a:pt x="207276" y="39636"/>
                  </a:lnTo>
                  <a:lnTo>
                    <a:pt x="202704" y="42684"/>
                  </a:lnTo>
                  <a:lnTo>
                    <a:pt x="197840" y="44399"/>
                  </a:lnTo>
                  <a:lnTo>
                    <a:pt x="192417" y="47256"/>
                  </a:lnTo>
                  <a:lnTo>
                    <a:pt x="186410" y="51257"/>
                  </a:lnTo>
                  <a:lnTo>
                    <a:pt x="179844" y="56400"/>
                  </a:lnTo>
                  <a:lnTo>
                    <a:pt x="179844" y="42684"/>
                  </a:lnTo>
                  <a:lnTo>
                    <a:pt x="140220" y="42684"/>
                  </a:lnTo>
                  <a:lnTo>
                    <a:pt x="138696" y="45732"/>
                  </a:lnTo>
                  <a:lnTo>
                    <a:pt x="135648" y="47256"/>
                  </a:lnTo>
                  <a:lnTo>
                    <a:pt x="134124" y="50304"/>
                  </a:lnTo>
                  <a:lnTo>
                    <a:pt x="134124" y="56400"/>
                  </a:lnTo>
                  <a:lnTo>
                    <a:pt x="135648" y="59448"/>
                  </a:lnTo>
                  <a:lnTo>
                    <a:pt x="138696" y="60972"/>
                  </a:lnTo>
                  <a:lnTo>
                    <a:pt x="140220" y="64020"/>
                  </a:lnTo>
                  <a:lnTo>
                    <a:pt x="158508" y="64020"/>
                  </a:lnTo>
                  <a:lnTo>
                    <a:pt x="158508" y="118884"/>
                  </a:lnTo>
                  <a:lnTo>
                    <a:pt x="138696" y="118884"/>
                  </a:lnTo>
                  <a:lnTo>
                    <a:pt x="132600" y="121932"/>
                  </a:lnTo>
                  <a:lnTo>
                    <a:pt x="131076" y="123456"/>
                  </a:lnTo>
                  <a:lnTo>
                    <a:pt x="129552" y="126504"/>
                  </a:lnTo>
                  <a:lnTo>
                    <a:pt x="129552" y="134124"/>
                  </a:lnTo>
                  <a:lnTo>
                    <a:pt x="131076" y="135648"/>
                  </a:lnTo>
                  <a:lnTo>
                    <a:pt x="132600" y="138696"/>
                  </a:lnTo>
                  <a:lnTo>
                    <a:pt x="138696" y="141744"/>
                  </a:lnTo>
                  <a:lnTo>
                    <a:pt x="217944" y="141744"/>
                  </a:lnTo>
                  <a:lnTo>
                    <a:pt x="224040" y="138696"/>
                  </a:lnTo>
                  <a:lnTo>
                    <a:pt x="225564" y="135648"/>
                  </a:lnTo>
                  <a:lnTo>
                    <a:pt x="227088" y="134124"/>
                  </a:lnTo>
                  <a:lnTo>
                    <a:pt x="227088" y="126504"/>
                  </a:lnTo>
                  <a:lnTo>
                    <a:pt x="225564" y="123456"/>
                  </a:lnTo>
                  <a:lnTo>
                    <a:pt x="224040" y="121932"/>
                  </a:lnTo>
                  <a:lnTo>
                    <a:pt x="217944" y="118884"/>
                  </a:lnTo>
                  <a:lnTo>
                    <a:pt x="179844" y="118884"/>
                  </a:lnTo>
                  <a:lnTo>
                    <a:pt x="179844" y="85356"/>
                  </a:lnTo>
                  <a:lnTo>
                    <a:pt x="186651" y="79921"/>
                  </a:lnTo>
                  <a:lnTo>
                    <a:pt x="204228" y="67068"/>
                  </a:lnTo>
                  <a:lnTo>
                    <a:pt x="210324" y="64020"/>
                  </a:lnTo>
                  <a:lnTo>
                    <a:pt x="214896" y="60972"/>
                  </a:lnTo>
                  <a:lnTo>
                    <a:pt x="219468" y="60972"/>
                  </a:lnTo>
                  <a:lnTo>
                    <a:pt x="222516" y="62496"/>
                  </a:lnTo>
                  <a:lnTo>
                    <a:pt x="228612" y="68592"/>
                  </a:lnTo>
                  <a:lnTo>
                    <a:pt x="231660" y="70116"/>
                  </a:lnTo>
                  <a:lnTo>
                    <a:pt x="237756" y="70116"/>
                  </a:lnTo>
                  <a:lnTo>
                    <a:pt x="240804" y="68592"/>
                  </a:lnTo>
                  <a:lnTo>
                    <a:pt x="245376" y="64020"/>
                  </a:lnTo>
                  <a:lnTo>
                    <a:pt x="245376" y="54876"/>
                  </a:lnTo>
                  <a:close/>
                </a:path>
                <a:path w="603885" h="144779">
                  <a:moveTo>
                    <a:pt x="374904" y="86868"/>
                  </a:moveTo>
                  <a:lnTo>
                    <a:pt x="373684" y="80772"/>
                  </a:lnTo>
                  <a:lnTo>
                    <a:pt x="373380" y="79248"/>
                  </a:lnTo>
                  <a:lnTo>
                    <a:pt x="368808" y="65532"/>
                  </a:lnTo>
                  <a:lnTo>
                    <a:pt x="365379" y="60960"/>
                  </a:lnTo>
                  <a:lnTo>
                    <a:pt x="364236" y="59436"/>
                  </a:lnTo>
                  <a:lnTo>
                    <a:pt x="358140" y="54864"/>
                  </a:lnTo>
                  <a:lnTo>
                    <a:pt x="355092" y="50292"/>
                  </a:lnTo>
                  <a:lnTo>
                    <a:pt x="350520" y="48006"/>
                  </a:lnTo>
                  <a:lnTo>
                    <a:pt x="350520" y="80772"/>
                  </a:lnTo>
                  <a:lnTo>
                    <a:pt x="283464" y="80772"/>
                  </a:lnTo>
                  <a:lnTo>
                    <a:pt x="309372" y="60960"/>
                  </a:lnTo>
                  <a:lnTo>
                    <a:pt x="324612" y="60960"/>
                  </a:lnTo>
                  <a:lnTo>
                    <a:pt x="350520" y="80772"/>
                  </a:lnTo>
                  <a:lnTo>
                    <a:pt x="350520" y="48006"/>
                  </a:lnTo>
                  <a:lnTo>
                    <a:pt x="348996" y="47244"/>
                  </a:lnTo>
                  <a:lnTo>
                    <a:pt x="333756" y="41148"/>
                  </a:lnTo>
                  <a:lnTo>
                    <a:pt x="326136" y="39624"/>
                  </a:lnTo>
                  <a:lnTo>
                    <a:pt x="316992" y="39624"/>
                  </a:lnTo>
                  <a:lnTo>
                    <a:pt x="275844" y="53340"/>
                  </a:lnTo>
                  <a:lnTo>
                    <a:pt x="259080" y="92964"/>
                  </a:lnTo>
                  <a:lnTo>
                    <a:pt x="259969" y="102971"/>
                  </a:lnTo>
                  <a:lnTo>
                    <a:pt x="283159" y="136423"/>
                  </a:lnTo>
                  <a:lnTo>
                    <a:pt x="318516" y="144780"/>
                  </a:lnTo>
                  <a:lnTo>
                    <a:pt x="325882" y="144526"/>
                  </a:lnTo>
                  <a:lnTo>
                    <a:pt x="368808" y="135636"/>
                  </a:lnTo>
                  <a:lnTo>
                    <a:pt x="373380" y="131064"/>
                  </a:lnTo>
                  <a:lnTo>
                    <a:pt x="374904" y="129540"/>
                  </a:lnTo>
                  <a:lnTo>
                    <a:pt x="374904" y="123444"/>
                  </a:lnTo>
                  <a:lnTo>
                    <a:pt x="374142" y="121920"/>
                  </a:lnTo>
                  <a:lnTo>
                    <a:pt x="373380" y="120396"/>
                  </a:lnTo>
                  <a:lnTo>
                    <a:pt x="371856" y="118872"/>
                  </a:lnTo>
                  <a:lnTo>
                    <a:pt x="370332" y="115824"/>
                  </a:lnTo>
                  <a:lnTo>
                    <a:pt x="367284" y="114300"/>
                  </a:lnTo>
                  <a:lnTo>
                    <a:pt x="362712" y="114300"/>
                  </a:lnTo>
                  <a:lnTo>
                    <a:pt x="358140" y="115824"/>
                  </a:lnTo>
                  <a:lnTo>
                    <a:pt x="352044" y="117348"/>
                  </a:lnTo>
                  <a:lnTo>
                    <a:pt x="342328" y="119354"/>
                  </a:lnTo>
                  <a:lnTo>
                    <a:pt x="333756" y="120777"/>
                  </a:lnTo>
                  <a:lnTo>
                    <a:pt x="326326" y="121640"/>
                  </a:lnTo>
                  <a:lnTo>
                    <a:pt x="320040" y="121920"/>
                  </a:lnTo>
                  <a:lnTo>
                    <a:pt x="309372" y="121920"/>
                  </a:lnTo>
                  <a:lnTo>
                    <a:pt x="301752" y="120396"/>
                  </a:lnTo>
                  <a:lnTo>
                    <a:pt x="289560" y="114300"/>
                  </a:lnTo>
                  <a:lnTo>
                    <a:pt x="284988" y="108204"/>
                  </a:lnTo>
                  <a:lnTo>
                    <a:pt x="283464" y="103632"/>
                  </a:lnTo>
                  <a:lnTo>
                    <a:pt x="374904" y="103632"/>
                  </a:lnTo>
                  <a:lnTo>
                    <a:pt x="374904" y="86868"/>
                  </a:lnTo>
                  <a:close/>
                </a:path>
                <a:path w="603885" h="144779">
                  <a:moveTo>
                    <a:pt x="509028" y="86868"/>
                  </a:moveTo>
                  <a:lnTo>
                    <a:pt x="507809" y="80772"/>
                  </a:lnTo>
                  <a:lnTo>
                    <a:pt x="507504" y="79248"/>
                  </a:lnTo>
                  <a:lnTo>
                    <a:pt x="505980" y="74676"/>
                  </a:lnTo>
                  <a:lnTo>
                    <a:pt x="501408" y="65532"/>
                  </a:lnTo>
                  <a:lnTo>
                    <a:pt x="497979" y="60960"/>
                  </a:lnTo>
                  <a:lnTo>
                    <a:pt x="496836" y="59436"/>
                  </a:lnTo>
                  <a:lnTo>
                    <a:pt x="492264" y="54864"/>
                  </a:lnTo>
                  <a:lnTo>
                    <a:pt x="489216" y="50292"/>
                  </a:lnTo>
                  <a:lnTo>
                    <a:pt x="484644" y="48006"/>
                  </a:lnTo>
                  <a:lnTo>
                    <a:pt x="484644" y="80772"/>
                  </a:lnTo>
                  <a:lnTo>
                    <a:pt x="417588" y="80772"/>
                  </a:lnTo>
                  <a:lnTo>
                    <a:pt x="458736" y="60960"/>
                  </a:lnTo>
                  <a:lnTo>
                    <a:pt x="484644" y="80772"/>
                  </a:lnTo>
                  <a:lnTo>
                    <a:pt x="484644" y="48006"/>
                  </a:lnTo>
                  <a:lnTo>
                    <a:pt x="449592" y="39624"/>
                  </a:lnTo>
                  <a:lnTo>
                    <a:pt x="438683" y="40487"/>
                  </a:lnTo>
                  <a:lnTo>
                    <a:pt x="402196" y="61683"/>
                  </a:lnTo>
                  <a:lnTo>
                    <a:pt x="393204" y="92964"/>
                  </a:lnTo>
                  <a:lnTo>
                    <a:pt x="394081" y="102971"/>
                  </a:lnTo>
                  <a:lnTo>
                    <a:pt x="417245" y="136423"/>
                  </a:lnTo>
                  <a:lnTo>
                    <a:pt x="451116" y="144780"/>
                  </a:lnTo>
                  <a:lnTo>
                    <a:pt x="459130" y="144526"/>
                  </a:lnTo>
                  <a:lnTo>
                    <a:pt x="502932" y="135636"/>
                  </a:lnTo>
                  <a:lnTo>
                    <a:pt x="507504" y="131064"/>
                  </a:lnTo>
                  <a:lnTo>
                    <a:pt x="509028" y="129540"/>
                  </a:lnTo>
                  <a:lnTo>
                    <a:pt x="509028" y="123444"/>
                  </a:lnTo>
                  <a:lnTo>
                    <a:pt x="508266" y="121920"/>
                  </a:lnTo>
                  <a:lnTo>
                    <a:pt x="507504" y="120396"/>
                  </a:lnTo>
                  <a:lnTo>
                    <a:pt x="505980" y="118872"/>
                  </a:lnTo>
                  <a:lnTo>
                    <a:pt x="504456" y="115824"/>
                  </a:lnTo>
                  <a:lnTo>
                    <a:pt x="501408" y="114300"/>
                  </a:lnTo>
                  <a:lnTo>
                    <a:pt x="496836" y="114300"/>
                  </a:lnTo>
                  <a:lnTo>
                    <a:pt x="492264" y="115824"/>
                  </a:lnTo>
                  <a:lnTo>
                    <a:pt x="486168" y="117348"/>
                  </a:lnTo>
                  <a:lnTo>
                    <a:pt x="476427" y="119354"/>
                  </a:lnTo>
                  <a:lnTo>
                    <a:pt x="467690" y="120777"/>
                  </a:lnTo>
                  <a:lnTo>
                    <a:pt x="459803" y="121640"/>
                  </a:lnTo>
                  <a:lnTo>
                    <a:pt x="452640" y="121920"/>
                  </a:lnTo>
                  <a:lnTo>
                    <a:pt x="443496" y="121920"/>
                  </a:lnTo>
                  <a:lnTo>
                    <a:pt x="434352" y="120396"/>
                  </a:lnTo>
                  <a:lnTo>
                    <a:pt x="429780" y="117348"/>
                  </a:lnTo>
                  <a:lnTo>
                    <a:pt x="423684" y="114300"/>
                  </a:lnTo>
                  <a:lnTo>
                    <a:pt x="419112" y="108204"/>
                  </a:lnTo>
                  <a:lnTo>
                    <a:pt x="416064" y="103632"/>
                  </a:lnTo>
                  <a:lnTo>
                    <a:pt x="509028" y="103632"/>
                  </a:lnTo>
                  <a:lnTo>
                    <a:pt x="509028" y="86868"/>
                  </a:lnTo>
                  <a:close/>
                </a:path>
                <a:path w="603885" h="144779">
                  <a:moveTo>
                    <a:pt x="603504" y="126492"/>
                  </a:moveTo>
                  <a:lnTo>
                    <a:pt x="601980" y="121920"/>
                  </a:lnTo>
                  <a:lnTo>
                    <a:pt x="598932" y="118872"/>
                  </a:lnTo>
                  <a:lnTo>
                    <a:pt x="595884" y="117348"/>
                  </a:lnTo>
                  <a:lnTo>
                    <a:pt x="591312" y="115824"/>
                  </a:lnTo>
                  <a:lnTo>
                    <a:pt x="580644" y="115824"/>
                  </a:lnTo>
                  <a:lnTo>
                    <a:pt x="574548" y="118872"/>
                  </a:lnTo>
                  <a:lnTo>
                    <a:pt x="571500" y="121920"/>
                  </a:lnTo>
                  <a:lnTo>
                    <a:pt x="569976" y="126492"/>
                  </a:lnTo>
                  <a:lnTo>
                    <a:pt x="569976" y="134112"/>
                  </a:lnTo>
                  <a:lnTo>
                    <a:pt x="571500" y="137160"/>
                  </a:lnTo>
                  <a:lnTo>
                    <a:pt x="577596" y="143256"/>
                  </a:lnTo>
                  <a:lnTo>
                    <a:pt x="580644" y="144780"/>
                  </a:lnTo>
                  <a:lnTo>
                    <a:pt x="591312" y="144780"/>
                  </a:lnTo>
                  <a:lnTo>
                    <a:pt x="595884" y="143256"/>
                  </a:lnTo>
                  <a:lnTo>
                    <a:pt x="601980" y="137160"/>
                  </a:lnTo>
                  <a:lnTo>
                    <a:pt x="603504" y="134112"/>
                  </a:lnTo>
                  <a:lnTo>
                    <a:pt x="603504" y="129540"/>
                  </a:lnTo>
                  <a:lnTo>
                    <a:pt x="603504" y="126492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59" name="object 59"/>
            <p:cNvPicPr/>
            <p:nvPr/>
          </p:nvPicPr>
          <p:blipFill>
            <a:blip r:embed="rId24" cstate="print"/>
            <a:stretch>
              <a:fillRect/>
            </a:stretch>
          </p:blipFill>
          <p:spPr>
            <a:xfrm>
              <a:off x="1115568" y="3915156"/>
              <a:ext cx="388619" cy="141732"/>
            </a:xfrm>
            <a:prstGeom prst="rect">
              <a:avLst/>
            </a:prstGeom>
          </p:spPr>
        </p:pic>
        <p:pic>
          <p:nvPicPr>
            <p:cNvPr id="60" name="object 60"/>
            <p:cNvPicPr/>
            <p:nvPr/>
          </p:nvPicPr>
          <p:blipFill>
            <a:blip r:embed="rId25" cstate="print"/>
            <a:stretch>
              <a:fillRect/>
            </a:stretch>
          </p:blipFill>
          <p:spPr>
            <a:xfrm>
              <a:off x="1531620" y="3915156"/>
              <a:ext cx="106680" cy="141732"/>
            </a:xfrm>
            <a:prstGeom prst="rect">
              <a:avLst/>
            </a:prstGeom>
          </p:spPr>
        </p:pic>
        <p:pic>
          <p:nvPicPr>
            <p:cNvPr id="61" name="object 61"/>
            <p:cNvPicPr/>
            <p:nvPr/>
          </p:nvPicPr>
          <p:blipFill>
            <a:blip r:embed="rId26" cstate="print"/>
            <a:stretch>
              <a:fillRect/>
            </a:stretch>
          </p:blipFill>
          <p:spPr>
            <a:xfrm>
              <a:off x="1658112" y="3954780"/>
              <a:ext cx="115824" cy="106680"/>
            </a:xfrm>
            <a:prstGeom prst="rect">
              <a:avLst/>
            </a:prstGeom>
          </p:spPr>
        </p:pic>
        <p:sp>
          <p:nvSpPr>
            <p:cNvPr id="62" name="object 62"/>
            <p:cNvSpPr/>
            <p:nvPr/>
          </p:nvSpPr>
          <p:spPr>
            <a:xfrm>
              <a:off x="1978151" y="3913632"/>
              <a:ext cx="50800" cy="178435"/>
            </a:xfrm>
            <a:custGeom>
              <a:avLst/>
              <a:gdLst/>
              <a:ahLst/>
              <a:cxnLst/>
              <a:rect l="l" t="t" r="r" b="b"/>
              <a:pathLst>
                <a:path w="50800" h="178435">
                  <a:moveTo>
                    <a:pt x="44195" y="178307"/>
                  </a:moveTo>
                  <a:lnTo>
                    <a:pt x="33528" y="178307"/>
                  </a:lnTo>
                  <a:lnTo>
                    <a:pt x="28956" y="173735"/>
                  </a:lnTo>
                  <a:lnTo>
                    <a:pt x="24384" y="167639"/>
                  </a:lnTo>
                  <a:lnTo>
                    <a:pt x="19812" y="158495"/>
                  </a:lnTo>
                  <a:lnTo>
                    <a:pt x="14668" y="149637"/>
                  </a:lnTo>
                  <a:lnTo>
                    <a:pt x="10668" y="141350"/>
                  </a:lnTo>
                  <a:lnTo>
                    <a:pt x="7810" y="133635"/>
                  </a:lnTo>
                  <a:lnTo>
                    <a:pt x="6096" y="126491"/>
                  </a:lnTo>
                  <a:lnTo>
                    <a:pt x="3214" y="117347"/>
                  </a:lnTo>
                  <a:lnTo>
                    <a:pt x="1333" y="108203"/>
                  </a:lnTo>
                  <a:lnTo>
                    <a:pt x="309" y="99059"/>
                  </a:lnTo>
                  <a:lnTo>
                    <a:pt x="0" y="89915"/>
                  </a:lnTo>
                  <a:lnTo>
                    <a:pt x="309" y="79867"/>
                  </a:lnTo>
                  <a:lnTo>
                    <a:pt x="11811" y="35432"/>
                  </a:lnTo>
                  <a:lnTo>
                    <a:pt x="25908" y="10667"/>
                  </a:lnTo>
                  <a:lnTo>
                    <a:pt x="28956" y="4571"/>
                  </a:lnTo>
                  <a:lnTo>
                    <a:pt x="30480" y="3047"/>
                  </a:lnTo>
                  <a:lnTo>
                    <a:pt x="33528" y="1523"/>
                  </a:lnTo>
                  <a:lnTo>
                    <a:pt x="35052" y="0"/>
                  </a:lnTo>
                  <a:lnTo>
                    <a:pt x="41148" y="0"/>
                  </a:lnTo>
                  <a:lnTo>
                    <a:pt x="47244" y="3047"/>
                  </a:lnTo>
                  <a:lnTo>
                    <a:pt x="48768" y="6095"/>
                  </a:lnTo>
                  <a:lnTo>
                    <a:pt x="50292" y="7619"/>
                  </a:lnTo>
                  <a:lnTo>
                    <a:pt x="50292" y="13715"/>
                  </a:lnTo>
                  <a:lnTo>
                    <a:pt x="48768" y="15239"/>
                  </a:lnTo>
                  <a:lnTo>
                    <a:pt x="41838" y="28289"/>
                  </a:lnTo>
                  <a:lnTo>
                    <a:pt x="25717" y="71818"/>
                  </a:lnTo>
                  <a:lnTo>
                    <a:pt x="24384" y="89915"/>
                  </a:lnTo>
                  <a:lnTo>
                    <a:pt x="24693" y="98155"/>
                  </a:lnTo>
                  <a:lnTo>
                    <a:pt x="25717" y="106679"/>
                  </a:lnTo>
                  <a:lnTo>
                    <a:pt x="27598" y="115204"/>
                  </a:lnTo>
                  <a:lnTo>
                    <a:pt x="30480" y="123443"/>
                  </a:lnTo>
                  <a:lnTo>
                    <a:pt x="33313" y="132587"/>
                  </a:lnTo>
                  <a:lnTo>
                    <a:pt x="37147" y="141731"/>
                  </a:lnTo>
                  <a:lnTo>
                    <a:pt x="41838" y="150875"/>
                  </a:lnTo>
                  <a:lnTo>
                    <a:pt x="47244" y="160019"/>
                  </a:lnTo>
                  <a:lnTo>
                    <a:pt x="50292" y="166115"/>
                  </a:lnTo>
                  <a:lnTo>
                    <a:pt x="50292" y="170687"/>
                  </a:lnTo>
                  <a:lnTo>
                    <a:pt x="48768" y="173735"/>
                  </a:lnTo>
                  <a:lnTo>
                    <a:pt x="44195" y="17830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63" name="object 63"/>
            <p:cNvPicPr/>
            <p:nvPr/>
          </p:nvPicPr>
          <p:blipFill>
            <a:blip r:embed="rId27" cstate="print"/>
            <a:stretch>
              <a:fillRect/>
            </a:stretch>
          </p:blipFill>
          <p:spPr>
            <a:xfrm>
              <a:off x="2068067" y="3954780"/>
              <a:ext cx="103632" cy="106680"/>
            </a:xfrm>
            <a:prstGeom prst="rect">
              <a:avLst/>
            </a:prstGeom>
          </p:spPr>
        </p:pic>
        <p:pic>
          <p:nvPicPr>
            <p:cNvPr id="64" name="object 64"/>
            <p:cNvPicPr/>
            <p:nvPr/>
          </p:nvPicPr>
          <p:blipFill>
            <a:blip r:embed="rId28" cstate="print"/>
            <a:stretch>
              <a:fillRect/>
            </a:stretch>
          </p:blipFill>
          <p:spPr>
            <a:xfrm>
              <a:off x="2196083" y="3954779"/>
              <a:ext cx="380999" cy="106680"/>
            </a:xfrm>
            <a:prstGeom prst="rect">
              <a:avLst/>
            </a:prstGeom>
          </p:spPr>
        </p:pic>
        <p:pic>
          <p:nvPicPr>
            <p:cNvPr id="65" name="object 65"/>
            <p:cNvPicPr/>
            <p:nvPr/>
          </p:nvPicPr>
          <p:blipFill>
            <a:blip r:embed="rId29" cstate="print"/>
            <a:stretch>
              <a:fillRect/>
            </a:stretch>
          </p:blipFill>
          <p:spPr>
            <a:xfrm>
              <a:off x="2717291" y="3954779"/>
              <a:ext cx="403860" cy="106680"/>
            </a:xfrm>
            <a:prstGeom prst="rect">
              <a:avLst/>
            </a:prstGeom>
          </p:spPr>
        </p:pic>
        <p:pic>
          <p:nvPicPr>
            <p:cNvPr id="66" name="object 66"/>
            <p:cNvPicPr/>
            <p:nvPr/>
          </p:nvPicPr>
          <p:blipFill>
            <a:blip r:embed="rId30" cstate="print"/>
            <a:stretch>
              <a:fillRect/>
            </a:stretch>
          </p:blipFill>
          <p:spPr>
            <a:xfrm>
              <a:off x="3273551" y="3915156"/>
              <a:ext cx="106680" cy="141732"/>
            </a:xfrm>
            <a:prstGeom prst="rect">
              <a:avLst/>
            </a:prstGeom>
          </p:spPr>
        </p:pic>
        <p:pic>
          <p:nvPicPr>
            <p:cNvPr id="67" name="object 67"/>
            <p:cNvPicPr/>
            <p:nvPr/>
          </p:nvPicPr>
          <p:blipFill>
            <a:blip r:embed="rId31" cstate="print"/>
            <a:stretch>
              <a:fillRect/>
            </a:stretch>
          </p:blipFill>
          <p:spPr>
            <a:xfrm>
              <a:off x="3410712" y="3954780"/>
              <a:ext cx="102108" cy="106680"/>
            </a:xfrm>
            <a:prstGeom prst="rect">
              <a:avLst/>
            </a:prstGeom>
          </p:spPr>
        </p:pic>
        <p:sp>
          <p:nvSpPr>
            <p:cNvPr id="68" name="object 68"/>
            <p:cNvSpPr/>
            <p:nvPr/>
          </p:nvSpPr>
          <p:spPr>
            <a:xfrm>
              <a:off x="3677399" y="3915168"/>
              <a:ext cx="509270" cy="146685"/>
            </a:xfrm>
            <a:custGeom>
              <a:avLst/>
              <a:gdLst/>
              <a:ahLst/>
              <a:cxnLst/>
              <a:rect l="l" t="t" r="r" b="b"/>
              <a:pathLst>
                <a:path w="509270" h="146685">
                  <a:moveTo>
                    <a:pt x="111252" y="9144"/>
                  </a:moveTo>
                  <a:lnTo>
                    <a:pt x="106680" y="4572"/>
                  </a:lnTo>
                  <a:lnTo>
                    <a:pt x="100584" y="3048"/>
                  </a:lnTo>
                  <a:lnTo>
                    <a:pt x="92964" y="1524"/>
                  </a:lnTo>
                  <a:lnTo>
                    <a:pt x="85344" y="1524"/>
                  </a:lnTo>
                  <a:lnTo>
                    <a:pt x="77724" y="0"/>
                  </a:lnTo>
                  <a:lnTo>
                    <a:pt x="71628" y="0"/>
                  </a:lnTo>
                  <a:lnTo>
                    <a:pt x="61912" y="584"/>
                  </a:lnTo>
                  <a:lnTo>
                    <a:pt x="29552" y="27597"/>
                  </a:lnTo>
                  <a:lnTo>
                    <a:pt x="28956" y="35052"/>
                  </a:lnTo>
                  <a:lnTo>
                    <a:pt x="28956" y="42672"/>
                  </a:lnTo>
                  <a:lnTo>
                    <a:pt x="12192" y="42672"/>
                  </a:lnTo>
                  <a:lnTo>
                    <a:pt x="7620" y="44196"/>
                  </a:lnTo>
                  <a:lnTo>
                    <a:pt x="3048" y="48768"/>
                  </a:lnTo>
                  <a:lnTo>
                    <a:pt x="3048" y="60960"/>
                  </a:lnTo>
                  <a:lnTo>
                    <a:pt x="6096" y="62484"/>
                  </a:lnTo>
                  <a:lnTo>
                    <a:pt x="7620" y="64008"/>
                  </a:lnTo>
                  <a:lnTo>
                    <a:pt x="12192" y="65532"/>
                  </a:lnTo>
                  <a:lnTo>
                    <a:pt x="28956" y="65532"/>
                  </a:lnTo>
                  <a:lnTo>
                    <a:pt x="28956" y="120396"/>
                  </a:lnTo>
                  <a:lnTo>
                    <a:pt x="6096" y="120396"/>
                  </a:lnTo>
                  <a:lnTo>
                    <a:pt x="1524" y="124968"/>
                  </a:lnTo>
                  <a:lnTo>
                    <a:pt x="0" y="128016"/>
                  </a:lnTo>
                  <a:lnTo>
                    <a:pt x="0" y="134112"/>
                  </a:lnTo>
                  <a:lnTo>
                    <a:pt x="1524" y="137160"/>
                  </a:lnTo>
                  <a:lnTo>
                    <a:pt x="6096" y="141732"/>
                  </a:lnTo>
                  <a:lnTo>
                    <a:pt x="91440" y="141732"/>
                  </a:lnTo>
                  <a:lnTo>
                    <a:pt x="96012" y="137160"/>
                  </a:lnTo>
                  <a:lnTo>
                    <a:pt x="97536" y="134112"/>
                  </a:lnTo>
                  <a:lnTo>
                    <a:pt x="97536" y="128016"/>
                  </a:lnTo>
                  <a:lnTo>
                    <a:pt x="96012" y="124968"/>
                  </a:lnTo>
                  <a:lnTo>
                    <a:pt x="91440" y="120396"/>
                  </a:lnTo>
                  <a:lnTo>
                    <a:pt x="50292" y="120396"/>
                  </a:lnTo>
                  <a:lnTo>
                    <a:pt x="50292" y="65532"/>
                  </a:lnTo>
                  <a:lnTo>
                    <a:pt x="91440" y="65532"/>
                  </a:lnTo>
                  <a:lnTo>
                    <a:pt x="97536" y="62484"/>
                  </a:lnTo>
                  <a:lnTo>
                    <a:pt x="99060" y="60960"/>
                  </a:lnTo>
                  <a:lnTo>
                    <a:pt x="100584" y="57912"/>
                  </a:lnTo>
                  <a:lnTo>
                    <a:pt x="100584" y="50292"/>
                  </a:lnTo>
                  <a:lnTo>
                    <a:pt x="99060" y="48768"/>
                  </a:lnTo>
                  <a:lnTo>
                    <a:pt x="97536" y="45720"/>
                  </a:lnTo>
                  <a:lnTo>
                    <a:pt x="91440" y="42672"/>
                  </a:lnTo>
                  <a:lnTo>
                    <a:pt x="50292" y="42672"/>
                  </a:lnTo>
                  <a:lnTo>
                    <a:pt x="50292" y="30480"/>
                  </a:lnTo>
                  <a:lnTo>
                    <a:pt x="54864" y="25908"/>
                  </a:lnTo>
                  <a:lnTo>
                    <a:pt x="57912" y="24384"/>
                  </a:lnTo>
                  <a:lnTo>
                    <a:pt x="62484" y="22860"/>
                  </a:lnTo>
                  <a:lnTo>
                    <a:pt x="77724" y="22860"/>
                  </a:lnTo>
                  <a:lnTo>
                    <a:pt x="85344" y="24384"/>
                  </a:lnTo>
                  <a:lnTo>
                    <a:pt x="94488" y="25908"/>
                  </a:lnTo>
                  <a:lnTo>
                    <a:pt x="106680" y="25908"/>
                  </a:lnTo>
                  <a:lnTo>
                    <a:pt x="108204" y="22860"/>
                  </a:lnTo>
                  <a:lnTo>
                    <a:pt x="111252" y="21336"/>
                  </a:lnTo>
                  <a:lnTo>
                    <a:pt x="111252" y="9144"/>
                  </a:lnTo>
                  <a:close/>
                </a:path>
                <a:path w="509270" h="146685">
                  <a:moveTo>
                    <a:pt x="245364" y="54851"/>
                  </a:moveTo>
                  <a:lnTo>
                    <a:pt x="243840" y="51803"/>
                  </a:lnTo>
                  <a:lnTo>
                    <a:pt x="239268" y="48755"/>
                  </a:lnTo>
                  <a:lnTo>
                    <a:pt x="231648" y="42659"/>
                  </a:lnTo>
                  <a:lnTo>
                    <a:pt x="225552" y="39611"/>
                  </a:lnTo>
                  <a:lnTo>
                    <a:pt x="213360" y="39611"/>
                  </a:lnTo>
                  <a:lnTo>
                    <a:pt x="179832" y="56375"/>
                  </a:lnTo>
                  <a:lnTo>
                    <a:pt x="179832" y="42659"/>
                  </a:lnTo>
                  <a:lnTo>
                    <a:pt x="144780" y="42659"/>
                  </a:lnTo>
                  <a:lnTo>
                    <a:pt x="140208" y="44183"/>
                  </a:lnTo>
                  <a:lnTo>
                    <a:pt x="134112" y="50279"/>
                  </a:lnTo>
                  <a:lnTo>
                    <a:pt x="134112" y="57899"/>
                  </a:lnTo>
                  <a:lnTo>
                    <a:pt x="135636" y="60947"/>
                  </a:lnTo>
                  <a:lnTo>
                    <a:pt x="138684" y="62471"/>
                  </a:lnTo>
                  <a:lnTo>
                    <a:pt x="140208" y="63995"/>
                  </a:lnTo>
                  <a:lnTo>
                    <a:pt x="144780" y="65519"/>
                  </a:lnTo>
                  <a:lnTo>
                    <a:pt x="156972" y="65519"/>
                  </a:lnTo>
                  <a:lnTo>
                    <a:pt x="156972" y="120383"/>
                  </a:lnTo>
                  <a:lnTo>
                    <a:pt x="135636" y="120383"/>
                  </a:lnTo>
                  <a:lnTo>
                    <a:pt x="131064" y="124955"/>
                  </a:lnTo>
                  <a:lnTo>
                    <a:pt x="129540" y="128003"/>
                  </a:lnTo>
                  <a:lnTo>
                    <a:pt x="129540" y="134099"/>
                  </a:lnTo>
                  <a:lnTo>
                    <a:pt x="131064" y="137147"/>
                  </a:lnTo>
                  <a:lnTo>
                    <a:pt x="135636" y="141719"/>
                  </a:lnTo>
                  <a:lnTo>
                    <a:pt x="220980" y="141719"/>
                  </a:lnTo>
                  <a:lnTo>
                    <a:pt x="225552" y="137147"/>
                  </a:lnTo>
                  <a:lnTo>
                    <a:pt x="227076" y="134099"/>
                  </a:lnTo>
                  <a:lnTo>
                    <a:pt x="227076" y="128003"/>
                  </a:lnTo>
                  <a:lnTo>
                    <a:pt x="225552" y="124955"/>
                  </a:lnTo>
                  <a:lnTo>
                    <a:pt x="220980" y="120383"/>
                  </a:lnTo>
                  <a:lnTo>
                    <a:pt x="179832" y="120383"/>
                  </a:lnTo>
                  <a:lnTo>
                    <a:pt x="179832" y="86855"/>
                  </a:lnTo>
                  <a:lnTo>
                    <a:pt x="186436" y="80568"/>
                  </a:lnTo>
                  <a:lnTo>
                    <a:pt x="192595" y="75425"/>
                  </a:lnTo>
                  <a:lnTo>
                    <a:pt x="198488" y="71424"/>
                  </a:lnTo>
                  <a:lnTo>
                    <a:pt x="204216" y="68567"/>
                  </a:lnTo>
                  <a:lnTo>
                    <a:pt x="210312" y="63995"/>
                  </a:lnTo>
                  <a:lnTo>
                    <a:pt x="214884" y="62471"/>
                  </a:lnTo>
                  <a:lnTo>
                    <a:pt x="219456" y="62471"/>
                  </a:lnTo>
                  <a:lnTo>
                    <a:pt x="222504" y="63995"/>
                  </a:lnTo>
                  <a:lnTo>
                    <a:pt x="228600" y="70091"/>
                  </a:lnTo>
                  <a:lnTo>
                    <a:pt x="240792" y="70091"/>
                  </a:lnTo>
                  <a:lnTo>
                    <a:pt x="242316" y="67043"/>
                  </a:lnTo>
                  <a:lnTo>
                    <a:pt x="245364" y="65519"/>
                  </a:lnTo>
                  <a:lnTo>
                    <a:pt x="245364" y="54851"/>
                  </a:lnTo>
                  <a:close/>
                </a:path>
                <a:path w="509270" h="146685">
                  <a:moveTo>
                    <a:pt x="374916" y="86868"/>
                  </a:moveTo>
                  <a:lnTo>
                    <a:pt x="373773" y="82296"/>
                  </a:lnTo>
                  <a:lnTo>
                    <a:pt x="371868" y="74676"/>
                  </a:lnTo>
                  <a:lnTo>
                    <a:pt x="368820" y="67056"/>
                  </a:lnTo>
                  <a:lnTo>
                    <a:pt x="365391" y="62484"/>
                  </a:lnTo>
                  <a:lnTo>
                    <a:pt x="364248" y="60960"/>
                  </a:lnTo>
                  <a:lnTo>
                    <a:pt x="355104" y="51816"/>
                  </a:lnTo>
                  <a:lnTo>
                    <a:pt x="350532" y="48387"/>
                  </a:lnTo>
                  <a:lnTo>
                    <a:pt x="350532" y="82296"/>
                  </a:lnTo>
                  <a:lnTo>
                    <a:pt x="283476" y="82296"/>
                  </a:lnTo>
                  <a:lnTo>
                    <a:pt x="286524" y="74676"/>
                  </a:lnTo>
                  <a:lnTo>
                    <a:pt x="291096" y="70104"/>
                  </a:lnTo>
                  <a:lnTo>
                    <a:pt x="303288" y="64008"/>
                  </a:lnTo>
                  <a:lnTo>
                    <a:pt x="309384" y="62484"/>
                  </a:lnTo>
                  <a:lnTo>
                    <a:pt x="324624" y="62484"/>
                  </a:lnTo>
                  <a:lnTo>
                    <a:pt x="330720" y="64008"/>
                  </a:lnTo>
                  <a:lnTo>
                    <a:pt x="342912" y="70104"/>
                  </a:lnTo>
                  <a:lnTo>
                    <a:pt x="347484" y="74676"/>
                  </a:lnTo>
                  <a:lnTo>
                    <a:pt x="350532" y="82296"/>
                  </a:lnTo>
                  <a:lnTo>
                    <a:pt x="350532" y="48387"/>
                  </a:lnTo>
                  <a:lnTo>
                    <a:pt x="349008" y="47244"/>
                  </a:lnTo>
                  <a:lnTo>
                    <a:pt x="333768" y="41148"/>
                  </a:lnTo>
                  <a:lnTo>
                    <a:pt x="324624" y="39624"/>
                  </a:lnTo>
                  <a:lnTo>
                    <a:pt x="317004" y="39624"/>
                  </a:lnTo>
                  <a:lnTo>
                    <a:pt x="275856" y="54864"/>
                  </a:lnTo>
                  <a:lnTo>
                    <a:pt x="259092" y="92964"/>
                  </a:lnTo>
                  <a:lnTo>
                    <a:pt x="259969" y="103835"/>
                  </a:lnTo>
                  <a:lnTo>
                    <a:pt x="283159" y="137934"/>
                  </a:lnTo>
                  <a:lnTo>
                    <a:pt x="318528" y="146304"/>
                  </a:lnTo>
                  <a:lnTo>
                    <a:pt x="325882" y="146011"/>
                  </a:lnTo>
                  <a:lnTo>
                    <a:pt x="333959" y="145161"/>
                  </a:lnTo>
                  <a:lnTo>
                    <a:pt x="342315" y="143725"/>
                  </a:lnTo>
                  <a:lnTo>
                    <a:pt x="350532" y="141732"/>
                  </a:lnTo>
                  <a:lnTo>
                    <a:pt x="361200" y="140208"/>
                  </a:lnTo>
                  <a:lnTo>
                    <a:pt x="368820" y="137160"/>
                  </a:lnTo>
                  <a:lnTo>
                    <a:pt x="373392" y="132588"/>
                  </a:lnTo>
                  <a:lnTo>
                    <a:pt x="374916" y="129540"/>
                  </a:lnTo>
                  <a:lnTo>
                    <a:pt x="374916" y="123444"/>
                  </a:lnTo>
                  <a:lnTo>
                    <a:pt x="373392" y="121920"/>
                  </a:lnTo>
                  <a:lnTo>
                    <a:pt x="371868" y="118872"/>
                  </a:lnTo>
                  <a:lnTo>
                    <a:pt x="370344" y="117348"/>
                  </a:lnTo>
                  <a:lnTo>
                    <a:pt x="367296" y="115824"/>
                  </a:lnTo>
                  <a:lnTo>
                    <a:pt x="362724" y="115824"/>
                  </a:lnTo>
                  <a:lnTo>
                    <a:pt x="358152" y="117348"/>
                  </a:lnTo>
                  <a:lnTo>
                    <a:pt x="352056" y="118872"/>
                  </a:lnTo>
                  <a:lnTo>
                    <a:pt x="342341" y="120865"/>
                  </a:lnTo>
                  <a:lnTo>
                    <a:pt x="333768" y="122301"/>
                  </a:lnTo>
                  <a:lnTo>
                    <a:pt x="326339" y="123151"/>
                  </a:lnTo>
                  <a:lnTo>
                    <a:pt x="320052" y="123444"/>
                  </a:lnTo>
                  <a:lnTo>
                    <a:pt x="309384" y="123444"/>
                  </a:lnTo>
                  <a:lnTo>
                    <a:pt x="283476" y="103632"/>
                  </a:lnTo>
                  <a:lnTo>
                    <a:pt x="374916" y="103632"/>
                  </a:lnTo>
                  <a:lnTo>
                    <a:pt x="374916" y="86868"/>
                  </a:lnTo>
                  <a:close/>
                </a:path>
                <a:path w="509270" h="146685">
                  <a:moveTo>
                    <a:pt x="509016" y="86868"/>
                  </a:moveTo>
                  <a:lnTo>
                    <a:pt x="507873" y="82296"/>
                  </a:lnTo>
                  <a:lnTo>
                    <a:pt x="505968" y="74676"/>
                  </a:lnTo>
                  <a:lnTo>
                    <a:pt x="501396" y="67056"/>
                  </a:lnTo>
                  <a:lnTo>
                    <a:pt x="497967" y="62484"/>
                  </a:lnTo>
                  <a:lnTo>
                    <a:pt x="492252" y="54864"/>
                  </a:lnTo>
                  <a:lnTo>
                    <a:pt x="489204" y="51816"/>
                  </a:lnTo>
                  <a:lnTo>
                    <a:pt x="484632" y="48387"/>
                  </a:lnTo>
                  <a:lnTo>
                    <a:pt x="484632" y="82296"/>
                  </a:lnTo>
                  <a:lnTo>
                    <a:pt x="417576" y="82296"/>
                  </a:lnTo>
                  <a:lnTo>
                    <a:pt x="420624" y="74676"/>
                  </a:lnTo>
                  <a:lnTo>
                    <a:pt x="425196" y="70104"/>
                  </a:lnTo>
                  <a:lnTo>
                    <a:pt x="431292" y="67056"/>
                  </a:lnTo>
                  <a:lnTo>
                    <a:pt x="435864" y="64008"/>
                  </a:lnTo>
                  <a:lnTo>
                    <a:pt x="443484" y="62484"/>
                  </a:lnTo>
                  <a:lnTo>
                    <a:pt x="458724" y="62484"/>
                  </a:lnTo>
                  <a:lnTo>
                    <a:pt x="484632" y="82296"/>
                  </a:lnTo>
                  <a:lnTo>
                    <a:pt x="484632" y="48387"/>
                  </a:lnTo>
                  <a:lnTo>
                    <a:pt x="449580" y="39624"/>
                  </a:lnTo>
                  <a:lnTo>
                    <a:pt x="438683" y="40716"/>
                  </a:lnTo>
                  <a:lnTo>
                    <a:pt x="401955" y="62522"/>
                  </a:lnTo>
                  <a:lnTo>
                    <a:pt x="391668" y="92964"/>
                  </a:lnTo>
                  <a:lnTo>
                    <a:pt x="392798" y="103835"/>
                  </a:lnTo>
                  <a:lnTo>
                    <a:pt x="417245" y="137934"/>
                  </a:lnTo>
                  <a:lnTo>
                    <a:pt x="451104" y="146304"/>
                  </a:lnTo>
                  <a:lnTo>
                    <a:pt x="459130" y="146011"/>
                  </a:lnTo>
                  <a:lnTo>
                    <a:pt x="467296" y="145161"/>
                  </a:lnTo>
                  <a:lnTo>
                    <a:pt x="475754" y="143725"/>
                  </a:lnTo>
                  <a:lnTo>
                    <a:pt x="484632" y="141732"/>
                  </a:lnTo>
                  <a:lnTo>
                    <a:pt x="495300" y="140208"/>
                  </a:lnTo>
                  <a:lnTo>
                    <a:pt x="502920" y="137160"/>
                  </a:lnTo>
                  <a:lnTo>
                    <a:pt x="507492" y="132588"/>
                  </a:lnTo>
                  <a:lnTo>
                    <a:pt x="509016" y="129540"/>
                  </a:lnTo>
                  <a:lnTo>
                    <a:pt x="509016" y="123444"/>
                  </a:lnTo>
                  <a:lnTo>
                    <a:pt x="507492" y="121920"/>
                  </a:lnTo>
                  <a:lnTo>
                    <a:pt x="505968" y="118872"/>
                  </a:lnTo>
                  <a:lnTo>
                    <a:pt x="504444" y="117348"/>
                  </a:lnTo>
                  <a:lnTo>
                    <a:pt x="501396" y="115824"/>
                  </a:lnTo>
                  <a:lnTo>
                    <a:pt x="496824" y="115824"/>
                  </a:lnTo>
                  <a:lnTo>
                    <a:pt x="492252" y="117348"/>
                  </a:lnTo>
                  <a:lnTo>
                    <a:pt x="486156" y="118872"/>
                  </a:lnTo>
                  <a:lnTo>
                    <a:pt x="476427" y="120865"/>
                  </a:lnTo>
                  <a:lnTo>
                    <a:pt x="467677" y="122301"/>
                  </a:lnTo>
                  <a:lnTo>
                    <a:pt x="459803" y="123151"/>
                  </a:lnTo>
                  <a:lnTo>
                    <a:pt x="452628" y="123444"/>
                  </a:lnTo>
                  <a:lnTo>
                    <a:pt x="443484" y="123444"/>
                  </a:lnTo>
                  <a:lnTo>
                    <a:pt x="416052" y="103632"/>
                  </a:lnTo>
                  <a:lnTo>
                    <a:pt x="509016" y="103632"/>
                  </a:lnTo>
                  <a:lnTo>
                    <a:pt x="509016" y="86868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69" name="object 69"/>
            <p:cNvPicPr/>
            <p:nvPr/>
          </p:nvPicPr>
          <p:blipFill>
            <a:blip r:embed="rId32" cstate="print"/>
            <a:stretch>
              <a:fillRect/>
            </a:stretch>
          </p:blipFill>
          <p:spPr>
            <a:xfrm>
              <a:off x="4343400" y="3915156"/>
              <a:ext cx="397763" cy="146304"/>
            </a:xfrm>
            <a:prstGeom prst="rect">
              <a:avLst/>
            </a:prstGeom>
          </p:spPr>
        </p:pic>
        <p:pic>
          <p:nvPicPr>
            <p:cNvPr id="70" name="object 70"/>
            <p:cNvPicPr/>
            <p:nvPr/>
          </p:nvPicPr>
          <p:blipFill>
            <a:blip r:embed="rId33" cstate="print"/>
            <a:stretch>
              <a:fillRect/>
            </a:stretch>
          </p:blipFill>
          <p:spPr>
            <a:xfrm>
              <a:off x="4873751" y="3915156"/>
              <a:ext cx="260603" cy="146304"/>
            </a:xfrm>
            <a:prstGeom prst="rect">
              <a:avLst/>
            </a:prstGeom>
          </p:spPr>
        </p:pic>
        <p:pic>
          <p:nvPicPr>
            <p:cNvPr id="71" name="object 71"/>
            <p:cNvPicPr/>
            <p:nvPr/>
          </p:nvPicPr>
          <p:blipFill>
            <a:blip r:embed="rId34" cstate="print"/>
            <a:stretch>
              <a:fillRect/>
            </a:stretch>
          </p:blipFill>
          <p:spPr>
            <a:xfrm>
              <a:off x="5155691" y="3954780"/>
              <a:ext cx="102108" cy="106680"/>
            </a:xfrm>
            <a:prstGeom prst="rect">
              <a:avLst/>
            </a:prstGeom>
          </p:spPr>
        </p:pic>
        <p:pic>
          <p:nvPicPr>
            <p:cNvPr id="72" name="object 72"/>
            <p:cNvPicPr/>
            <p:nvPr/>
          </p:nvPicPr>
          <p:blipFill>
            <a:blip r:embed="rId35" cstate="print"/>
            <a:stretch>
              <a:fillRect/>
            </a:stretch>
          </p:blipFill>
          <p:spPr>
            <a:xfrm>
              <a:off x="5279135" y="3954779"/>
              <a:ext cx="123444" cy="102108"/>
            </a:xfrm>
            <a:prstGeom prst="rect">
              <a:avLst/>
            </a:prstGeom>
          </p:spPr>
        </p:pic>
        <p:sp>
          <p:nvSpPr>
            <p:cNvPr id="73" name="object 73"/>
            <p:cNvSpPr/>
            <p:nvPr/>
          </p:nvSpPr>
          <p:spPr>
            <a:xfrm>
              <a:off x="5458967" y="3919727"/>
              <a:ext cx="29209" cy="67310"/>
            </a:xfrm>
            <a:custGeom>
              <a:avLst/>
              <a:gdLst/>
              <a:ahLst/>
              <a:cxnLst/>
              <a:rect l="l" t="t" r="r" b="b"/>
              <a:pathLst>
                <a:path w="29210" h="67310">
                  <a:moveTo>
                    <a:pt x="16764" y="67056"/>
                  </a:moveTo>
                  <a:lnTo>
                    <a:pt x="13716" y="67056"/>
                  </a:lnTo>
                  <a:lnTo>
                    <a:pt x="12192" y="65532"/>
                  </a:lnTo>
                  <a:lnTo>
                    <a:pt x="10668" y="65532"/>
                  </a:lnTo>
                  <a:lnTo>
                    <a:pt x="9144" y="64008"/>
                  </a:lnTo>
                  <a:lnTo>
                    <a:pt x="9144" y="60960"/>
                  </a:lnTo>
                  <a:lnTo>
                    <a:pt x="7620" y="57912"/>
                  </a:lnTo>
                  <a:lnTo>
                    <a:pt x="0" y="0"/>
                  </a:lnTo>
                  <a:lnTo>
                    <a:pt x="28956" y="0"/>
                  </a:lnTo>
                  <a:lnTo>
                    <a:pt x="22859" y="57912"/>
                  </a:lnTo>
                  <a:lnTo>
                    <a:pt x="21336" y="60960"/>
                  </a:lnTo>
                  <a:lnTo>
                    <a:pt x="21336" y="64008"/>
                  </a:lnTo>
                  <a:lnTo>
                    <a:pt x="19812" y="65532"/>
                  </a:lnTo>
                  <a:lnTo>
                    <a:pt x="18288" y="65532"/>
                  </a:lnTo>
                  <a:lnTo>
                    <a:pt x="16764" y="67056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74" name="object 74"/>
            <p:cNvPicPr/>
            <p:nvPr/>
          </p:nvPicPr>
          <p:blipFill>
            <a:blip r:embed="rId36" cstate="print"/>
            <a:stretch>
              <a:fillRect/>
            </a:stretch>
          </p:blipFill>
          <p:spPr>
            <a:xfrm>
              <a:off x="5556503" y="3922776"/>
              <a:ext cx="117348" cy="138684"/>
            </a:xfrm>
            <a:prstGeom prst="rect">
              <a:avLst/>
            </a:prstGeom>
          </p:spPr>
        </p:pic>
        <p:pic>
          <p:nvPicPr>
            <p:cNvPr id="75" name="object 75"/>
            <p:cNvPicPr/>
            <p:nvPr/>
          </p:nvPicPr>
          <p:blipFill>
            <a:blip r:embed="rId37" cstate="print"/>
            <a:stretch>
              <a:fillRect/>
            </a:stretch>
          </p:blipFill>
          <p:spPr>
            <a:xfrm>
              <a:off x="5806439" y="3915156"/>
              <a:ext cx="1078992" cy="188976"/>
            </a:xfrm>
            <a:prstGeom prst="rect">
              <a:avLst/>
            </a:prstGeom>
          </p:spPr>
        </p:pic>
        <p:pic>
          <p:nvPicPr>
            <p:cNvPr id="76" name="object 76"/>
            <p:cNvPicPr/>
            <p:nvPr/>
          </p:nvPicPr>
          <p:blipFill>
            <a:blip r:embed="rId38" cstate="print"/>
            <a:stretch>
              <a:fillRect/>
            </a:stretch>
          </p:blipFill>
          <p:spPr>
            <a:xfrm>
              <a:off x="7031735" y="3922776"/>
              <a:ext cx="243840" cy="138684"/>
            </a:xfrm>
            <a:prstGeom prst="rect">
              <a:avLst/>
            </a:prstGeom>
          </p:spPr>
        </p:pic>
        <p:pic>
          <p:nvPicPr>
            <p:cNvPr id="77" name="object 77"/>
            <p:cNvPicPr/>
            <p:nvPr/>
          </p:nvPicPr>
          <p:blipFill>
            <a:blip r:embed="rId39" cstate="print"/>
            <a:stretch>
              <a:fillRect/>
            </a:stretch>
          </p:blipFill>
          <p:spPr>
            <a:xfrm>
              <a:off x="7424928" y="3954780"/>
              <a:ext cx="387095" cy="106680"/>
            </a:xfrm>
            <a:prstGeom prst="rect">
              <a:avLst/>
            </a:prstGeom>
          </p:spPr>
        </p:pic>
        <p:pic>
          <p:nvPicPr>
            <p:cNvPr id="78" name="object 78"/>
            <p:cNvPicPr/>
            <p:nvPr/>
          </p:nvPicPr>
          <p:blipFill>
            <a:blip r:embed="rId40" cstate="print"/>
            <a:stretch>
              <a:fillRect/>
            </a:stretch>
          </p:blipFill>
          <p:spPr>
            <a:xfrm>
              <a:off x="7836407" y="3954779"/>
              <a:ext cx="252984" cy="149352"/>
            </a:xfrm>
            <a:prstGeom prst="rect">
              <a:avLst/>
            </a:prstGeom>
          </p:spPr>
        </p:pic>
        <p:sp>
          <p:nvSpPr>
            <p:cNvPr id="79" name="object 79"/>
            <p:cNvSpPr/>
            <p:nvPr/>
          </p:nvSpPr>
          <p:spPr>
            <a:xfrm>
              <a:off x="8225015" y="3913631"/>
              <a:ext cx="1035050" cy="178435"/>
            </a:xfrm>
            <a:custGeom>
              <a:avLst/>
              <a:gdLst/>
              <a:ahLst/>
              <a:cxnLst/>
              <a:rect l="l" t="t" r="r" b="b"/>
              <a:pathLst>
                <a:path w="1035050" h="178435">
                  <a:moveTo>
                    <a:pt x="135636" y="50292"/>
                  </a:moveTo>
                  <a:lnTo>
                    <a:pt x="131064" y="45720"/>
                  </a:lnTo>
                  <a:lnTo>
                    <a:pt x="126492" y="44196"/>
                  </a:lnTo>
                  <a:lnTo>
                    <a:pt x="94488" y="44196"/>
                  </a:lnTo>
                  <a:lnTo>
                    <a:pt x="88392" y="47244"/>
                  </a:lnTo>
                  <a:lnTo>
                    <a:pt x="86868" y="50292"/>
                  </a:lnTo>
                  <a:lnTo>
                    <a:pt x="85344" y="51816"/>
                  </a:lnTo>
                  <a:lnTo>
                    <a:pt x="85344" y="59436"/>
                  </a:lnTo>
                  <a:lnTo>
                    <a:pt x="86868" y="62484"/>
                  </a:lnTo>
                  <a:lnTo>
                    <a:pt x="91440" y="67056"/>
                  </a:lnTo>
                  <a:lnTo>
                    <a:pt x="102108" y="67056"/>
                  </a:lnTo>
                  <a:lnTo>
                    <a:pt x="92964" y="102108"/>
                  </a:lnTo>
                  <a:lnTo>
                    <a:pt x="79248" y="65532"/>
                  </a:lnTo>
                  <a:lnTo>
                    <a:pt x="57912" y="65532"/>
                  </a:lnTo>
                  <a:lnTo>
                    <a:pt x="44196" y="102108"/>
                  </a:lnTo>
                  <a:lnTo>
                    <a:pt x="36576" y="67056"/>
                  </a:lnTo>
                  <a:lnTo>
                    <a:pt x="42672" y="67056"/>
                  </a:lnTo>
                  <a:lnTo>
                    <a:pt x="45720" y="65532"/>
                  </a:lnTo>
                  <a:lnTo>
                    <a:pt x="47244" y="64008"/>
                  </a:lnTo>
                  <a:lnTo>
                    <a:pt x="50292" y="62484"/>
                  </a:lnTo>
                  <a:lnTo>
                    <a:pt x="51816" y="59436"/>
                  </a:lnTo>
                  <a:lnTo>
                    <a:pt x="51816" y="51816"/>
                  </a:lnTo>
                  <a:lnTo>
                    <a:pt x="50292" y="50292"/>
                  </a:lnTo>
                  <a:lnTo>
                    <a:pt x="48768" y="47244"/>
                  </a:lnTo>
                  <a:lnTo>
                    <a:pt x="42672" y="44196"/>
                  </a:lnTo>
                  <a:lnTo>
                    <a:pt x="10668" y="44196"/>
                  </a:lnTo>
                  <a:lnTo>
                    <a:pt x="6096" y="45720"/>
                  </a:lnTo>
                  <a:lnTo>
                    <a:pt x="0" y="51816"/>
                  </a:lnTo>
                  <a:lnTo>
                    <a:pt x="0" y="59436"/>
                  </a:lnTo>
                  <a:lnTo>
                    <a:pt x="6096" y="65532"/>
                  </a:lnTo>
                  <a:lnTo>
                    <a:pt x="9144" y="67056"/>
                  </a:lnTo>
                  <a:lnTo>
                    <a:pt x="13716" y="67056"/>
                  </a:lnTo>
                  <a:lnTo>
                    <a:pt x="32004" y="143256"/>
                  </a:lnTo>
                  <a:lnTo>
                    <a:pt x="53340" y="143256"/>
                  </a:lnTo>
                  <a:lnTo>
                    <a:pt x="68580" y="102108"/>
                  </a:lnTo>
                  <a:lnTo>
                    <a:pt x="85344" y="143256"/>
                  </a:lnTo>
                  <a:lnTo>
                    <a:pt x="106680" y="143256"/>
                  </a:lnTo>
                  <a:lnTo>
                    <a:pt x="124968" y="67056"/>
                  </a:lnTo>
                  <a:lnTo>
                    <a:pt x="128016" y="67056"/>
                  </a:lnTo>
                  <a:lnTo>
                    <a:pt x="131064" y="65532"/>
                  </a:lnTo>
                  <a:lnTo>
                    <a:pt x="135636" y="60960"/>
                  </a:lnTo>
                  <a:lnTo>
                    <a:pt x="135636" y="50292"/>
                  </a:lnTo>
                  <a:close/>
                </a:path>
                <a:path w="1035050" h="178435">
                  <a:moveTo>
                    <a:pt x="260616" y="96012"/>
                  </a:moveTo>
                  <a:lnTo>
                    <a:pt x="244043" y="58293"/>
                  </a:lnTo>
                  <a:lnTo>
                    <a:pt x="237756" y="53086"/>
                  </a:lnTo>
                  <a:lnTo>
                    <a:pt x="237756" y="88392"/>
                  </a:lnTo>
                  <a:lnTo>
                    <a:pt x="237756" y="103632"/>
                  </a:lnTo>
                  <a:lnTo>
                    <a:pt x="202704" y="124968"/>
                  </a:lnTo>
                  <a:lnTo>
                    <a:pt x="195224" y="124396"/>
                  </a:lnTo>
                  <a:lnTo>
                    <a:pt x="167652" y="103632"/>
                  </a:lnTo>
                  <a:lnTo>
                    <a:pt x="167652" y="88392"/>
                  </a:lnTo>
                  <a:lnTo>
                    <a:pt x="202704" y="64008"/>
                  </a:lnTo>
                  <a:lnTo>
                    <a:pt x="210629" y="64846"/>
                  </a:lnTo>
                  <a:lnTo>
                    <a:pt x="237756" y="88392"/>
                  </a:lnTo>
                  <a:lnTo>
                    <a:pt x="237756" y="53086"/>
                  </a:lnTo>
                  <a:lnTo>
                    <a:pt x="202704" y="41148"/>
                  </a:lnTo>
                  <a:lnTo>
                    <a:pt x="194957" y="41706"/>
                  </a:lnTo>
                  <a:lnTo>
                    <a:pt x="156387" y="63563"/>
                  </a:lnTo>
                  <a:lnTo>
                    <a:pt x="152412" y="70104"/>
                  </a:lnTo>
                  <a:lnTo>
                    <a:pt x="148640" y="76085"/>
                  </a:lnTo>
                  <a:lnTo>
                    <a:pt x="146316" y="82486"/>
                  </a:lnTo>
                  <a:lnTo>
                    <a:pt x="145122" y="89179"/>
                  </a:lnTo>
                  <a:lnTo>
                    <a:pt x="144792" y="96012"/>
                  </a:lnTo>
                  <a:lnTo>
                    <a:pt x="145122" y="102616"/>
                  </a:lnTo>
                  <a:lnTo>
                    <a:pt x="167157" y="136474"/>
                  </a:lnTo>
                  <a:lnTo>
                    <a:pt x="202704" y="147828"/>
                  </a:lnTo>
                  <a:lnTo>
                    <a:pt x="210439" y="147281"/>
                  </a:lnTo>
                  <a:lnTo>
                    <a:pt x="249224" y="126707"/>
                  </a:lnTo>
                  <a:lnTo>
                    <a:pt x="252996" y="120396"/>
                  </a:lnTo>
                  <a:lnTo>
                    <a:pt x="256755" y="114668"/>
                  </a:lnTo>
                  <a:lnTo>
                    <a:pt x="259092" y="108775"/>
                  </a:lnTo>
                  <a:lnTo>
                    <a:pt x="260273" y="102641"/>
                  </a:lnTo>
                  <a:lnTo>
                    <a:pt x="260616" y="96012"/>
                  </a:lnTo>
                  <a:close/>
                </a:path>
                <a:path w="1035050" h="178435">
                  <a:moveTo>
                    <a:pt x="409968" y="129540"/>
                  </a:moveTo>
                  <a:lnTo>
                    <a:pt x="408444" y="126492"/>
                  </a:lnTo>
                  <a:lnTo>
                    <a:pt x="405396" y="124968"/>
                  </a:lnTo>
                  <a:lnTo>
                    <a:pt x="403872" y="121920"/>
                  </a:lnTo>
                  <a:lnTo>
                    <a:pt x="394728" y="121920"/>
                  </a:lnTo>
                  <a:lnTo>
                    <a:pt x="394728" y="60960"/>
                  </a:lnTo>
                  <a:lnTo>
                    <a:pt x="391680" y="53340"/>
                  </a:lnTo>
                  <a:lnTo>
                    <a:pt x="379488" y="44196"/>
                  </a:lnTo>
                  <a:lnTo>
                    <a:pt x="373392" y="41148"/>
                  </a:lnTo>
                  <a:lnTo>
                    <a:pt x="361200" y="41148"/>
                  </a:lnTo>
                  <a:lnTo>
                    <a:pt x="352056" y="44196"/>
                  </a:lnTo>
                  <a:lnTo>
                    <a:pt x="349008" y="45720"/>
                  </a:lnTo>
                  <a:lnTo>
                    <a:pt x="344436" y="47244"/>
                  </a:lnTo>
                  <a:lnTo>
                    <a:pt x="341388" y="50292"/>
                  </a:lnTo>
                  <a:lnTo>
                    <a:pt x="338340" y="47244"/>
                  </a:lnTo>
                  <a:lnTo>
                    <a:pt x="335292" y="45720"/>
                  </a:lnTo>
                  <a:lnTo>
                    <a:pt x="330720" y="44196"/>
                  </a:lnTo>
                  <a:lnTo>
                    <a:pt x="324624" y="41148"/>
                  </a:lnTo>
                  <a:lnTo>
                    <a:pt x="317004" y="41148"/>
                  </a:lnTo>
                  <a:lnTo>
                    <a:pt x="313956" y="42672"/>
                  </a:lnTo>
                  <a:lnTo>
                    <a:pt x="310908" y="42672"/>
                  </a:lnTo>
                  <a:lnTo>
                    <a:pt x="307860" y="44196"/>
                  </a:lnTo>
                  <a:lnTo>
                    <a:pt x="301764" y="50292"/>
                  </a:lnTo>
                  <a:lnTo>
                    <a:pt x="301764" y="44196"/>
                  </a:lnTo>
                  <a:lnTo>
                    <a:pt x="274332" y="44196"/>
                  </a:lnTo>
                  <a:lnTo>
                    <a:pt x="268236" y="47244"/>
                  </a:lnTo>
                  <a:lnTo>
                    <a:pt x="266712" y="50292"/>
                  </a:lnTo>
                  <a:lnTo>
                    <a:pt x="265188" y="51816"/>
                  </a:lnTo>
                  <a:lnTo>
                    <a:pt x="265188" y="59436"/>
                  </a:lnTo>
                  <a:lnTo>
                    <a:pt x="266712" y="60960"/>
                  </a:lnTo>
                  <a:lnTo>
                    <a:pt x="268236" y="64008"/>
                  </a:lnTo>
                  <a:lnTo>
                    <a:pt x="274332" y="67056"/>
                  </a:lnTo>
                  <a:lnTo>
                    <a:pt x="278904" y="67056"/>
                  </a:lnTo>
                  <a:lnTo>
                    <a:pt x="278904" y="121920"/>
                  </a:lnTo>
                  <a:lnTo>
                    <a:pt x="271284" y="121920"/>
                  </a:lnTo>
                  <a:lnTo>
                    <a:pt x="266712" y="126492"/>
                  </a:lnTo>
                  <a:lnTo>
                    <a:pt x="265188" y="129540"/>
                  </a:lnTo>
                  <a:lnTo>
                    <a:pt x="265188" y="135636"/>
                  </a:lnTo>
                  <a:lnTo>
                    <a:pt x="266712" y="138684"/>
                  </a:lnTo>
                  <a:lnTo>
                    <a:pt x="271284" y="143256"/>
                  </a:lnTo>
                  <a:lnTo>
                    <a:pt x="309384" y="143256"/>
                  </a:lnTo>
                  <a:lnTo>
                    <a:pt x="313956" y="138684"/>
                  </a:lnTo>
                  <a:lnTo>
                    <a:pt x="315480" y="135636"/>
                  </a:lnTo>
                  <a:lnTo>
                    <a:pt x="315480" y="129540"/>
                  </a:lnTo>
                  <a:lnTo>
                    <a:pt x="313956" y="126492"/>
                  </a:lnTo>
                  <a:lnTo>
                    <a:pt x="309384" y="121920"/>
                  </a:lnTo>
                  <a:lnTo>
                    <a:pt x="301764" y="121920"/>
                  </a:lnTo>
                  <a:lnTo>
                    <a:pt x="301764" y="76200"/>
                  </a:lnTo>
                  <a:lnTo>
                    <a:pt x="304812" y="71628"/>
                  </a:lnTo>
                  <a:lnTo>
                    <a:pt x="307860" y="68580"/>
                  </a:lnTo>
                  <a:lnTo>
                    <a:pt x="313956" y="65532"/>
                  </a:lnTo>
                  <a:lnTo>
                    <a:pt x="315480" y="64008"/>
                  </a:lnTo>
                  <a:lnTo>
                    <a:pt x="323100" y="64008"/>
                  </a:lnTo>
                  <a:lnTo>
                    <a:pt x="326148" y="67056"/>
                  </a:lnTo>
                  <a:lnTo>
                    <a:pt x="326148" y="143256"/>
                  </a:lnTo>
                  <a:lnTo>
                    <a:pt x="356628" y="143256"/>
                  </a:lnTo>
                  <a:lnTo>
                    <a:pt x="361200" y="138684"/>
                  </a:lnTo>
                  <a:lnTo>
                    <a:pt x="362724" y="135636"/>
                  </a:lnTo>
                  <a:lnTo>
                    <a:pt x="362724" y="129540"/>
                  </a:lnTo>
                  <a:lnTo>
                    <a:pt x="361200" y="126492"/>
                  </a:lnTo>
                  <a:lnTo>
                    <a:pt x="356628" y="121920"/>
                  </a:lnTo>
                  <a:lnTo>
                    <a:pt x="349008" y="121920"/>
                  </a:lnTo>
                  <a:lnTo>
                    <a:pt x="349008" y="76200"/>
                  </a:lnTo>
                  <a:lnTo>
                    <a:pt x="355104" y="67056"/>
                  </a:lnTo>
                  <a:lnTo>
                    <a:pt x="361200" y="64008"/>
                  </a:lnTo>
                  <a:lnTo>
                    <a:pt x="370344" y="64008"/>
                  </a:lnTo>
                  <a:lnTo>
                    <a:pt x="370344" y="65532"/>
                  </a:lnTo>
                  <a:lnTo>
                    <a:pt x="371868" y="67056"/>
                  </a:lnTo>
                  <a:lnTo>
                    <a:pt x="373392" y="70104"/>
                  </a:lnTo>
                  <a:lnTo>
                    <a:pt x="373392" y="143256"/>
                  </a:lnTo>
                  <a:lnTo>
                    <a:pt x="403872" y="143256"/>
                  </a:lnTo>
                  <a:lnTo>
                    <a:pt x="405396" y="140208"/>
                  </a:lnTo>
                  <a:lnTo>
                    <a:pt x="408444" y="138684"/>
                  </a:lnTo>
                  <a:lnTo>
                    <a:pt x="409968" y="135636"/>
                  </a:lnTo>
                  <a:lnTo>
                    <a:pt x="409968" y="129540"/>
                  </a:lnTo>
                  <a:close/>
                </a:path>
                <a:path w="1035050" h="178435">
                  <a:moveTo>
                    <a:pt x="531876" y="129552"/>
                  </a:moveTo>
                  <a:lnTo>
                    <a:pt x="530352" y="126504"/>
                  </a:lnTo>
                  <a:lnTo>
                    <a:pt x="527304" y="124980"/>
                  </a:lnTo>
                  <a:lnTo>
                    <a:pt x="525780" y="121932"/>
                  </a:lnTo>
                  <a:lnTo>
                    <a:pt x="512064" y="121932"/>
                  </a:lnTo>
                  <a:lnTo>
                    <a:pt x="512064" y="100596"/>
                  </a:lnTo>
                  <a:lnTo>
                    <a:pt x="512064" y="80784"/>
                  </a:lnTo>
                  <a:lnTo>
                    <a:pt x="512064" y="74688"/>
                  </a:lnTo>
                  <a:lnTo>
                    <a:pt x="511479" y="67868"/>
                  </a:lnTo>
                  <a:lnTo>
                    <a:pt x="478472" y="41732"/>
                  </a:lnTo>
                  <a:lnTo>
                    <a:pt x="467868" y="41160"/>
                  </a:lnTo>
                  <a:lnTo>
                    <a:pt x="463296" y="41160"/>
                  </a:lnTo>
                  <a:lnTo>
                    <a:pt x="458724" y="42684"/>
                  </a:lnTo>
                  <a:lnTo>
                    <a:pt x="452628" y="42684"/>
                  </a:lnTo>
                  <a:lnTo>
                    <a:pt x="446532" y="44208"/>
                  </a:lnTo>
                  <a:lnTo>
                    <a:pt x="441960" y="45732"/>
                  </a:lnTo>
                  <a:lnTo>
                    <a:pt x="435864" y="47256"/>
                  </a:lnTo>
                  <a:lnTo>
                    <a:pt x="431292" y="47256"/>
                  </a:lnTo>
                  <a:lnTo>
                    <a:pt x="428244" y="50304"/>
                  </a:lnTo>
                  <a:lnTo>
                    <a:pt x="426720" y="50304"/>
                  </a:lnTo>
                  <a:lnTo>
                    <a:pt x="425196" y="51828"/>
                  </a:lnTo>
                  <a:lnTo>
                    <a:pt x="425196" y="53352"/>
                  </a:lnTo>
                  <a:lnTo>
                    <a:pt x="423672" y="54876"/>
                  </a:lnTo>
                  <a:lnTo>
                    <a:pt x="423672" y="60972"/>
                  </a:lnTo>
                  <a:lnTo>
                    <a:pt x="425196" y="64020"/>
                  </a:lnTo>
                  <a:lnTo>
                    <a:pt x="426720" y="65544"/>
                  </a:lnTo>
                  <a:lnTo>
                    <a:pt x="428244" y="68592"/>
                  </a:lnTo>
                  <a:lnTo>
                    <a:pt x="431292" y="70116"/>
                  </a:lnTo>
                  <a:lnTo>
                    <a:pt x="435864" y="70116"/>
                  </a:lnTo>
                  <a:lnTo>
                    <a:pt x="438912" y="68592"/>
                  </a:lnTo>
                  <a:lnTo>
                    <a:pt x="443484" y="68592"/>
                  </a:lnTo>
                  <a:lnTo>
                    <a:pt x="451180" y="66586"/>
                  </a:lnTo>
                  <a:lnTo>
                    <a:pt x="458152" y="65163"/>
                  </a:lnTo>
                  <a:lnTo>
                    <a:pt x="464273" y="64300"/>
                  </a:lnTo>
                  <a:lnTo>
                    <a:pt x="469392" y="64020"/>
                  </a:lnTo>
                  <a:lnTo>
                    <a:pt x="477012" y="64020"/>
                  </a:lnTo>
                  <a:lnTo>
                    <a:pt x="483108" y="65544"/>
                  </a:lnTo>
                  <a:lnTo>
                    <a:pt x="489204" y="68592"/>
                  </a:lnTo>
                  <a:lnTo>
                    <a:pt x="490728" y="71640"/>
                  </a:lnTo>
                  <a:lnTo>
                    <a:pt x="490728" y="80784"/>
                  </a:lnTo>
                  <a:lnTo>
                    <a:pt x="490728" y="103644"/>
                  </a:lnTo>
                  <a:lnTo>
                    <a:pt x="490728" y="112788"/>
                  </a:lnTo>
                  <a:lnTo>
                    <a:pt x="484632" y="117360"/>
                  </a:lnTo>
                  <a:lnTo>
                    <a:pt x="478536" y="120408"/>
                  </a:lnTo>
                  <a:lnTo>
                    <a:pt x="472440" y="121932"/>
                  </a:lnTo>
                  <a:lnTo>
                    <a:pt x="464820" y="123456"/>
                  </a:lnTo>
                  <a:lnTo>
                    <a:pt x="458724" y="124980"/>
                  </a:lnTo>
                  <a:lnTo>
                    <a:pt x="446532" y="124980"/>
                  </a:lnTo>
                  <a:lnTo>
                    <a:pt x="441960" y="123456"/>
                  </a:lnTo>
                  <a:lnTo>
                    <a:pt x="435864" y="120408"/>
                  </a:lnTo>
                  <a:lnTo>
                    <a:pt x="435864" y="112788"/>
                  </a:lnTo>
                  <a:lnTo>
                    <a:pt x="437388" y="111264"/>
                  </a:lnTo>
                  <a:lnTo>
                    <a:pt x="441960" y="108216"/>
                  </a:lnTo>
                  <a:lnTo>
                    <a:pt x="448056" y="103644"/>
                  </a:lnTo>
                  <a:lnTo>
                    <a:pt x="455676" y="100596"/>
                  </a:lnTo>
                  <a:lnTo>
                    <a:pt x="464820" y="100596"/>
                  </a:lnTo>
                  <a:lnTo>
                    <a:pt x="470801" y="100850"/>
                  </a:lnTo>
                  <a:lnTo>
                    <a:pt x="477202" y="101549"/>
                  </a:lnTo>
                  <a:lnTo>
                    <a:pt x="483895" y="102514"/>
                  </a:lnTo>
                  <a:lnTo>
                    <a:pt x="490728" y="103644"/>
                  </a:lnTo>
                  <a:lnTo>
                    <a:pt x="490728" y="80784"/>
                  </a:lnTo>
                  <a:lnTo>
                    <a:pt x="481584" y="79260"/>
                  </a:lnTo>
                  <a:lnTo>
                    <a:pt x="466344" y="79260"/>
                  </a:lnTo>
                  <a:lnTo>
                    <a:pt x="426720" y="89928"/>
                  </a:lnTo>
                  <a:lnTo>
                    <a:pt x="413004" y="117360"/>
                  </a:lnTo>
                  <a:lnTo>
                    <a:pt x="413004" y="124980"/>
                  </a:lnTo>
                  <a:lnTo>
                    <a:pt x="444042" y="147269"/>
                  </a:lnTo>
                  <a:lnTo>
                    <a:pt x="452628" y="147840"/>
                  </a:lnTo>
                  <a:lnTo>
                    <a:pt x="458724" y="147840"/>
                  </a:lnTo>
                  <a:lnTo>
                    <a:pt x="470916" y="144792"/>
                  </a:lnTo>
                  <a:lnTo>
                    <a:pt x="478536" y="143268"/>
                  </a:lnTo>
                  <a:lnTo>
                    <a:pt x="484632" y="141744"/>
                  </a:lnTo>
                  <a:lnTo>
                    <a:pt x="490728" y="138696"/>
                  </a:lnTo>
                  <a:lnTo>
                    <a:pt x="490728" y="143268"/>
                  </a:lnTo>
                  <a:lnTo>
                    <a:pt x="525780" y="143268"/>
                  </a:lnTo>
                  <a:lnTo>
                    <a:pt x="527304" y="140220"/>
                  </a:lnTo>
                  <a:lnTo>
                    <a:pt x="530352" y="138696"/>
                  </a:lnTo>
                  <a:lnTo>
                    <a:pt x="531876" y="135648"/>
                  </a:lnTo>
                  <a:lnTo>
                    <a:pt x="531876" y="129552"/>
                  </a:lnTo>
                  <a:close/>
                </a:path>
                <a:path w="1035050" h="178435">
                  <a:moveTo>
                    <a:pt x="665988" y="129540"/>
                  </a:moveTo>
                  <a:lnTo>
                    <a:pt x="664464" y="126492"/>
                  </a:lnTo>
                  <a:lnTo>
                    <a:pt x="661416" y="124968"/>
                  </a:lnTo>
                  <a:lnTo>
                    <a:pt x="659892" y="121920"/>
                  </a:lnTo>
                  <a:lnTo>
                    <a:pt x="650748" y="121920"/>
                  </a:lnTo>
                  <a:lnTo>
                    <a:pt x="650748" y="79248"/>
                  </a:lnTo>
                  <a:lnTo>
                    <a:pt x="650176" y="71780"/>
                  </a:lnTo>
                  <a:lnTo>
                    <a:pt x="619963" y="41986"/>
                  </a:lnTo>
                  <a:lnTo>
                    <a:pt x="611124" y="41148"/>
                  </a:lnTo>
                  <a:lnTo>
                    <a:pt x="605028" y="41148"/>
                  </a:lnTo>
                  <a:lnTo>
                    <a:pt x="598932" y="42672"/>
                  </a:lnTo>
                  <a:lnTo>
                    <a:pt x="589788" y="45720"/>
                  </a:lnTo>
                  <a:lnTo>
                    <a:pt x="580644" y="51816"/>
                  </a:lnTo>
                  <a:lnTo>
                    <a:pt x="580644" y="44196"/>
                  </a:lnTo>
                  <a:lnTo>
                    <a:pt x="554736" y="44196"/>
                  </a:lnTo>
                  <a:lnTo>
                    <a:pt x="550164" y="45720"/>
                  </a:lnTo>
                  <a:lnTo>
                    <a:pt x="544068" y="51816"/>
                  </a:lnTo>
                  <a:lnTo>
                    <a:pt x="544068" y="59436"/>
                  </a:lnTo>
                  <a:lnTo>
                    <a:pt x="550164" y="65532"/>
                  </a:lnTo>
                  <a:lnTo>
                    <a:pt x="553212" y="67056"/>
                  </a:lnTo>
                  <a:lnTo>
                    <a:pt x="559308" y="67056"/>
                  </a:lnTo>
                  <a:lnTo>
                    <a:pt x="559308" y="121920"/>
                  </a:lnTo>
                  <a:lnTo>
                    <a:pt x="548640" y="121920"/>
                  </a:lnTo>
                  <a:lnTo>
                    <a:pt x="547116" y="123444"/>
                  </a:lnTo>
                  <a:lnTo>
                    <a:pt x="544068" y="124968"/>
                  </a:lnTo>
                  <a:lnTo>
                    <a:pt x="542544" y="128016"/>
                  </a:lnTo>
                  <a:lnTo>
                    <a:pt x="542544" y="138684"/>
                  </a:lnTo>
                  <a:lnTo>
                    <a:pt x="545592" y="140208"/>
                  </a:lnTo>
                  <a:lnTo>
                    <a:pt x="547116" y="143256"/>
                  </a:lnTo>
                  <a:lnTo>
                    <a:pt x="591312" y="143256"/>
                  </a:lnTo>
                  <a:lnTo>
                    <a:pt x="595884" y="138684"/>
                  </a:lnTo>
                  <a:lnTo>
                    <a:pt x="597408" y="135636"/>
                  </a:lnTo>
                  <a:lnTo>
                    <a:pt x="597408" y="128016"/>
                  </a:lnTo>
                  <a:lnTo>
                    <a:pt x="595884" y="124968"/>
                  </a:lnTo>
                  <a:lnTo>
                    <a:pt x="589788" y="121920"/>
                  </a:lnTo>
                  <a:lnTo>
                    <a:pt x="580644" y="121920"/>
                  </a:lnTo>
                  <a:lnTo>
                    <a:pt x="580644" y="79248"/>
                  </a:lnTo>
                  <a:lnTo>
                    <a:pt x="591312" y="68580"/>
                  </a:lnTo>
                  <a:lnTo>
                    <a:pt x="605028" y="64008"/>
                  </a:lnTo>
                  <a:lnTo>
                    <a:pt x="615696" y="64008"/>
                  </a:lnTo>
                  <a:lnTo>
                    <a:pt x="621792" y="65532"/>
                  </a:lnTo>
                  <a:lnTo>
                    <a:pt x="624840" y="68580"/>
                  </a:lnTo>
                  <a:lnTo>
                    <a:pt x="627888" y="70104"/>
                  </a:lnTo>
                  <a:lnTo>
                    <a:pt x="629412" y="74676"/>
                  </a:lnTo>
                  <a:lnTo>
                    <a:pt x="629412" y="121920"/>
                  </a:lnTo>
                  <a:lnTo>
                    <a:pt x="620268" y="121920"/>
                  </a:lnTo>
                  <a:lnTo>
                    <a:pt x="618744" y="124968"/>
                  </a:lnTo>
                  <a:lnTo>
                    <a:pt x="615696" y="126492"/>
                  </a:lnTo>
                  <a:lnTo>
                    <a:pt x="615696" y="138684"/>
                  </a:lnTo>
                  <a:lnTo>
                    <a:pt x="618744" y="140208"/>
                  </a:lnTo>
                  <a:lnTo>
                    <a:pt x="620268" y="143256"/>
                  </a:lnTo>
                  <a:lnTo>
                    <a:pt x="659892" y="143256"/>
                  </a:lnTo>
                  <a:lnTo>
                    <a:pt x="661416" y="140208"/>
                  </a:lnTo>
                  <a:lnTo>
                    <a:pt x="664464" y="138684"/>
                  </a:lnTo>
                  <a:lnTo>
                    <a:pt x="665988" y="135636"/>
                  </a:lnTo>
                  <a:lnTo>
                    <a:pt x="665988" y="129540"/>
                  </a:lnTo>
                  <a:close/>
                </a:path>
                <a:path w="1035050" h="178435">
                  <a:moveTo>
                    <a:pt x="746760" y="89916"/>
                  </a:moveTo>
                  <a:lnTo>
                    <a:pt x="746455" y="80543"/>
                  </a:lnTo>
                  <a:lnTo>
                    <a:pt x="745426" y="70866"/>
                  </a:lnTo>
                  <a:lnTo>
                    <a:pt x="743546" y="61201"/>
                  </a:lnTo>
                  <a:lnTo>
                    <a:pt x="740664" y="51816"/>
                  </a:lnTo>
                  <a:lnTo>
                    <a:pt x="738949" y="44678"/>
                  </a:lnTo>
                  <a:lnTo>
                    <a:pt x="736092" y="36957"/>
                  </a:lnTo>
                  <a:lnTo>
                    <a:pt x="732091" y="28676"/>
                  </a:lnTo>
                  <a:lnTo>
                    <a:pt x="726948" y="19812"/>
                  </a:lnTo>
                  <a:lnTo>
                    <a:pt x="722376" y="10668"/>
                  </a:lnTo>
                  <a:lnTo>
                    <a:pt x="717804" y="4572"/>
                  </a:lnTo>
                  <a:lnTo>
                    <a:pt x="714756" y="3048"/>
                  </a:lnTo>
                  <a:lnTo>
                    <a:pt x="713232" y="0"/>
                  </a:lnTo>
                  <a:lnTo>
                    <a:pt x="705612" y="0"/>
                  </a:lnTo>
                  <a:lnTo>
                    <a:pt x="699516" y="3048"/>
                  </a:lnTo>
                  <a:lnTo>
                    <a:pt x="697992" y="6096"/>
                  </a:lnTo>
                  <a:lnTo>
                    <a:pt x="696468" y="7620"/>
                  </a:lnTo>
                  <a:lnTo>
                    <a:pt x="696468" y="13716"/>
                  </a:lnTo>
                  <a:lnTo>
                    <a:pt x="697992" y="15240"/>
                  </a:lnTo>
                  <a:lnTo>
                    <a:pt x="704926" y="28295"/>
                  </a:lnTo>
                  <a:lnTo>
                    <a:pt x="719162" y="63779"/>
                  </a:lnTo>
                  <a:lnTo>
                    <a:pt x="722376" y="89916"/>
                  </a:lnTo>
                  <a:lnTo>
                    <a:pt x="722071" y="98158"/>
                  </a:lnTo>
                  <a:lnTo>
                    <a:pt x="721042" y="106680"/>
                  </a:lnTo>
                  <a:lnTo>
                    <a:pt x="719162" y="115214"/>
                  </a:lnTo>
                  <a:lnTo>
                    <a:pt x="716280" y="123444"/>
                  </a:lnTo>
                  <a:lnTo>
                    <a:pt x="713447" y="132588"/>
                  </a:lnTo>
                  <a:lnTo>
                    <a:pt x="709612" y="141732"/>
                  </a:lnTo>
                  <a:lnTo>
                    <a:pt x="704926" y="150876"/>
                  </a:lnTo>
                  <a:lnTo>
                    <a:pt x="699516" y="160020"/>
                  </a:lnTo>
                  <a:lnTo>
                    <a:pt x="696468" y="166116"/>
                  </a:lnTo>
                  <a:lnTo>
                    <a:pt x="696468" y="170688"/>
                  </a:lnTo>
                  <a:lnTo>
                    <a:pt x="697992" y="173736"/>
                  </a:lnTo>
                  <a:lnTo>
                    <a:pt x="702564" y="178308"/>
                  </a:lnTo>
                  <a:lnTo>
                    <a:pt x="713232" y="178308"/>
                  </a:lnTo>
                  <a:lnTo>
                    <a:pt x="716280" y="176784"/>
                  </a:lnTo>
                  <a:lnTo>
                    <a:pt x="717804" y="173736"/>
                  </a:lnTo>
                  <a:lnTo>
                    <a:pt x="726948" y="160020"/>
                  </a:lnTo>
                  <a:lnTo>
                    <a:pt x="743546" y="118643"/>
                  </a:lnTo>
                  <a:lnTo>
                    <a:pt x="746455" y="99301"/>
                  </a:lnTo>
                  <a:lnTo>
                    <a:pt x="746760" y="89916"/>
                  </a:lnTo>
                  <a:close/>
                </a:path>
                <a:path w="1035050" h="178435">
                  <a:moveTo>
                    <a:pt x="1034796" y="10668"/>
                  </a:moveTo>
                  <a:lnTo>
                    <a:pt x="1033272" y="7620"/>
                  </a:lnTo>
                  <a:lnTo>
                    <a:pt x="1031748" y="6096"/>
                  </a:lnTo>
                  <a:lnTo>
                    <a:pt x="1030224" y="3048"/>
                  </a:lnTo>
                  <a:lnTo>
                    <a:pt x="1027176" y="1524"/>
                  </a:lnTo>
                  <a:lnTo>
                    <a:pt x="1014984" y="1524"/>
                  </a:lnTo>
                  <a:lnTo>
                    <a:pt x="1008888" y="4572"/>
                  </a:lnTo>
                  <a:lnTo>
                    <a:pt x="996696" y="16764"/>
                  </a:lnTo>
                  <a:lnTo>
                    <a:pt x="993648" y="24384"/>
                  </a:lnTo>
                  <a:lnTo>
                    <a:pt x="993648" y="74676"/>
                  </a:lnTo>
                  <a:lnTo>
                    <a:pt x="992124" y="76200"/>
                  </a:lnTo>
                  <a:lnTo>
                    <a:pt x="992124" y="77724"/>
                  </a:lnTo>
                  <a:lnTo>
                    <a:pt x="986028" y="77724"/>
                  </a:lnTo>
                  <a:lnTo>
                    <a:pt x="982980" y="79248"/>
                  </a:lnTo>
                  <a:lnTo>
                    <a:pt x="979932" y="79248"/>
                  </a:lnTo>
                  <a:lnTo>
                    <a:pt x="978408" y="82296"/>
                  </a:lnTo>
                  <a:lnTo>
                    <a:pt x="976884" y="83820"/>
                  </a:lnTo>
                  <a:lnTo>
                    <a:pt x="975360" y="86868"/>
                  </a:lnTo>
                  <a:lnTo>
                    <a:pt x="975360" y="92964"/>
                  </a:lnTo>
                  <a:lnTo>
                    <a:pt x="976884" y="96012"/>
                  </a:lnTo>
                  <a:lnTo>
                    <a:pt x="979932" y="99060"/>
                  </a:lnTo>
                  <a:lnTo>
                    <a:pt x="982980" y="100584"/>
                  </a:lnTo>
                  <a:lnTo>
                    <a:pt x="989076" y="100584"/>
                  </a:lnTo>
                  <a:lnTo>
                    <a:pt x="992124" y="102108"/>
                  </a:lnTo>
                  <a:lnTo>
                    <a:pt x="992124" y="103632"/>
                  </a:lnTo>
                  <a:lnTo>
                    <a:pt x="993648" y="105156"/>
                  </a:lnTo>
                  <a:lnTo>
                    <a:pt x="993648" y="153924"/>
                  </a:lnTo>
                  <a:lnTo>
                    <a:pt x="996696" y="163068"/>
                  </a:lnTo>
                  <a:lnTo>
                    <a:pt x="1001268" y="167640"/>
                  </a:lnTo>
                  <a:lnTo>
                    <a:pt x="1004316" y="172212"/>
                  </a:lnTo>
                  <a:lnTo>
                    <a:pt x="1013460" y="178308"/>
                  </a:lnTo>
                  <a:lnTo>
                    <a:pt x="1030224" y="178308"/>
                  </a:lnTo>
                  <a:lnTo>
                    <a:pt x="1031748" y="175260"/>
                  </a:lnTo>
                  <a:lnTo>
                    <a:pt x="1033272" y="173736"/>
                  </a:lnTo>
                  <a:lnTo>
                    <a:pt x="1034796" y="170688"/>
                  </a:lnTo>
                  <a:lnTo>
                    <a:pt x="1034796" y="161544"/>
                  </a:lnTo>
                  <a:lnTo>
                    <a:pt x="1031748" y="160020"/>
                  </a:lnTo>
                  <a:lnTo>
                    <a:pt x="1030224" y="158496"/>
                  </a:lnTo>
                  <a:lnTo>
                    <a:pt x="1027176" y="156972"/>
                  </a:lnTo>
                  <a:lnTo>
                    <a:pt x="1024128" y="156972"/>
                  </a:lnTo>
                  <a:lnTo>
                    <a:pt x="1021080" y="155448"/>
                  </a:lnTo>
                  <a:lnTo>
                    <a:pt x="1019556" y="155448"/>
                  </a:lnTo>
                  <a:lnTo>
                    <a:pt x="1016508" y="152400"/>
                  </a:lnTo>
                  <a:lnTo>
                    <a:pt x="1016508" y="100584"/>
                  </a:lnTo>
                  <a:lnTo>
                    <a:pt x="1014984" y="97536"/>
                  </a:lnTo>
                  <a:lnTo>
                    <a:pt x="1013460" y="96012"/>
                  </a:lnTo>
                  <a:lnTo>
                    <a:pt x="1010412" y="89916"/>
                  </a:lnTo>
                  <a:lnTo>
                    <a:pt x="1016508" y="77724"/>
                  </a:lnTo>
                  <a:lnTo>
                    <a:pt x="1016508" y="28956"/>
                  </a:lnTo>
                  <a:lnTo>
                    <a:pt x="1021080" y="24384"/>
                  </a:lnTo>
                  <a:lnTo>
                    <a:pt x="1027176" y="24384"/>
                  </a:lnTo>
                  <a:lnTo>
                    <a:pt x="1030224" y="22860"/>
                  </a:lnTo>
                  <a:lnTo>
                    <a:pt x="1034796" y="18288"/>
                  </a:lnTo>
                  <a:lnTo>
                    <a:pt x="1034796" y="10668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80" name="object 80"/>
            <p:cNvPicPr/>
            <p:nvPr/>
          </p:nvPicPr>
          <p:blipFill>
            <a:blip r:embed="rId41" cstate="print"/>
            <a:stretch>
              <a:fillRect/>
            </a:stretch>
          </p:blipFill>
          <p:spPr>
            <a:xfrm>
              <a:off x="1658112" y="4233672"/>
              <a:ext cx="784860" cy="146303"/>
            </a:xfrm>
            <a:prstGeom prst="rect">
              <a:avLst/>
            </a:prstGeom>
          </p:spPr>
        </p:pic>
        <p:sp>
          <p:nvSpPr>
            <p:cNvPr id="81" name="object 81"/>
            <p:cNvSpPr/>
            <p:nvPr/>
          </p:nvSpPr>
          <p:spPr>
            <a:xfrm>
              <a:off x="2604503" y="4233684"/>
              <a:ext cx="518795" cy="146685"/>
            </a:xfrm>
            <a:custGeom>
              <a:avLst/>
              <a:gdLst/>
              <a:ahLst/>
              <a:cxnLst/>
              <a:rect l="l" t="t" r="r" b="b"/>
              <a:pathLst>
                <a:path w="518794" h="146685">
                  <a:moveTo>
                    <a:pt x="102108" y="108191"/>
                  </a:moveTo>
                  <a:lnTo>
                    <a:pt x="77724" y="85331"/>
                  </a:lnTo>
                  <a:lnTo>
                    <a:pt x="72326" y="83312"/>
                  </a:lnTo>
                  <a:lnTo>
                    <a:pt x="65341" y="81711"/>
                  </a:lnTo>
                  <a:lnTo>
                    <a:pt x="56946" y="80403"/>
                  </a:lnTo>
                  <a:lnTo>
                    <a:pt x="47244" y="79235"/>
                  </a:lnTo>
                  <a:lnTo>
                    <a:pt x="38100" y="77711"/>
                  </a:lnTo>
                  <a:lnTo>
                    <a:pt x="33528" y="76187"/>
                  </a:lnTo>
                  <a:lnTo>
                    <a:pt x="27432" y="73139"/>
                  </a:lnTo>
                  <a:lnTo>
                    <a:pt x="25908" y="71615"/>
                  </a:lnTo>
                  <a:lnTo>
                    <a:pt x="25908" y="68567"/>
                  </a:lnTo>
                  <a:lnTo>
                    <a:pt x="27432" y="67043"/>
                  </a:lnTo>
                  <a:lnTo>
                    <a:pt x="28956" y="67043"/>
                  </a:lnTo>
                  <a:lnTo>
                    <a:pt x="35052" y="63995"/>
                  </a:lnTo>
                  <a:lnTo>
                    <a:pt x="41148" y="62471"/>
                  </a:lnTo>
                  <a:lnTo>
                    <a:pt x="59436" y="62471"/>
                  </a:lnTo>
                  <a:lnTo>
                    <a:pt x="62484" y="63995"/>
                  </a:lnTo>
                  <a:lnTo>
                    <a:pt x="67056" y="65519"/>
                  </a:lnTo>
                  <a:lnTo>
                    <a:pt x="70104" y="67043"/>
                  </a:lnTo>
                  <a:lnTo>
                    <a:pt x="74676" y="68567"/>
                  </a:lnTo>
                  <a:lnTo>
                    <a:pt x="74676" y="71615"/>
                  </a:lnTo>
                  <a:lnTo>
                    <a:pt x="76200" y="74663"/>
                  </a:lnTo>
                  <a:lnTo>
                    <a:pt x="77724" y="76187"/>
                  </a:lnTo>
                  <a:lnTo>
                    <a:pt x="80772" y="77711"/>
                  </a:lnTo>
                  <a:lnTo>
                    <a:pt x="89916" y="77711"/>
                  </a:lnTo>
                  <a:lnTo>
                    <a:pt x="92964" y="76187"/>
                  </a:lnTo>
                  <a:lnTo>
                    <a:pt x="94488" y="73139"/>
                  </a:lnTo>
                  <a:lnTo>
                    <a:pt x="96012" y="71615"/>
                  </a:lnTo>
                  <a:lnTo>
                    <a:pt x="96012" y="62471"/>
                  </a:lnTo>
                  <a:lnTo>
                    <a:pt x="96012" y="48755"/>
                  </a:lnTo>
                  <a:lnTo>
                    <a:pt x="92964" y="45707"/>
                  </a:lnTo>
                  <a:lnTo>
                    <a:pt x="91440" y="44183"/>
                  </a:lnTo>
                  <a:lnTo>
                    <a:pt x="88392" y="42659"/>
                  </a:lnTo>
                  <a:lnTo>
                    <a:pt x="82296" y="42659"/>
                  </a:lnTo>
                  <a:lnTo>
                    <a:pt x="79248" y="45707"/>
                  </a:lnTo>
                  <a:lnTo>
                    <a:pt x="60960" y="39611"/>
                  </a:lnTo>
                  <a:lnTo>
                    <a:pt x="50292" y="39611"/>
                  </a:lnTo>
                  <a:lnTo>
                    <a:pt x="39433" y="40208"/>
                  </a:lnTo>
                  <a:lnTo>
                    <a:pt x="4572" y="62471"/>
                  </a:lnTo>
                  <a:lnTo>
                    <a:pt x="4572" y="79235"/>
                  </a:lnTo>
                  <a:lnTo>
                    <a:pt x="60960" y="102095"/>
                  </a:lnTo>
                  <a:lnTo>
                    <a:pt x="68580" y="103619"/>
                  </a:lnTo>
                  <a:lnTo>
                    <a:pt x="73152" y="106667"/>
                  </a:lnTo>
                  <a:lnTo>
                    <a:pt x="79248" y="109715"/>
                  </a:lnTo>
                  <a:lnTo>
                    <a:pt x="79248" y="115811"/>
                  </a:lnTo>
                  <a:lnTo>
                    <a:pt x="77724" y="117335"/>
                  </a:lnTo>
                  <a:lnTo>
                    <a:pt x="68580" y="121907"/>
                  </a:lnTo>
                  <a:lnTo>
                    <a:pt x="60960" y="123431"/>
                  </a:lnTo>
                  <a:lnTo>
                    <a:pt x="44196" y="123431"/>
                  </a:lnTo>
                  <a:lnTo>
                    <a:pt x="39624" y="121907"/>
                  </a:lnTo>
                  <a:lnTo>
                    <a:pt x="33528" y="120383"/>
                  </a:lnTo>
                  <a:lnTo>
                    <a:pt x="28956" y="118859"/>
                  </a:lnTo>
                  <a:lnTo>
                    <a:pt x="25908" y="117335"/>
                  </a:lnTo>
                  <a:lnTo>
                    <a:pt x="21336" y="114287"/>
                  </a:lnTo>
                  <a:lnTo>
                    <a:pt x="21336" y="111239"/>
                  </a:lnTo>
                  <a:lnTo>
                    <a:pt x="19812" y="108191"/>
                  </a:lnTo>
                  <a:lnTo>
                    <a:pt x="18288" y="106667"/>
                  </a:lnTo>
                  <a:lnTo>
                    <a:pt x="15240" y="105143"/>
                  </a:lnTo>
                  <a:lnTo>
                    <a:pt x="13716" y="103619"/>
                  </a:lnTo>
                  <a:lnTo>
                    <a:pt x="7620" y="103619"/>
                  </a:lnTo>
                  <a:lnTo>
                    <a:pt x="4572" y="105143"/>
                  </a:lnTo>
                  <a:lnTo>
                    <a:pt x="3048" y="108191"/>
                  </a:lnTo>
                  <a:lnTo>
                    <a:pt x="0" y="109715"/>
                  </a:lnTo>
                  <a:lnTo>
                    <a:pt x="0" y="135623"/>
                  </a:lnTo>
                  <a:lnTo>
                    <a:pt x="4572" y="140195"/>
                  </a:lnTo>
                  <a:lnTo>
                    <a:pt x="7620" y="141719"/>
                  </a:lnTo>
                  <a:lnTo>
                    <a:pt x="15240" y="141719"/>
                  </a:lnTo>
                  <a:lnTo>
                    <a:pt x="18288" y="138671"/>
                  </a:lnTo>
                  <a:lnTo>
                    <a:pt x="22860" y="141719"/>
                  </a:lnTo>
                  <a:lnTo>
                    <a:pt x="27432" y="143243"/>
                  </a:lnTo>
                  <a:lnTo>
                    <a:pt x="33528" y="143243"/>
                  </a:lnTo>
                  <a:lnTo>
                    <a:pt x="45720" y="146291"/>
                  </a:lnTo>
                  <a:lnTo>
                    <a:pt x="51816" y="146291"/>
                  </a:lnTo>
                  <a:lnTo>
                    <a:pt x="62941" y="145465"/>
                  </a:lnTo>
                  <a:lnTo>
                    <a:pt x="73342" y="143052"/>
                  </a:lnTo>
                  <a:lnTo>
                    <a:pt x="82892" y="139230"/>
                  </a:lnTo>
                  <a:lnTo>
                    <a:pt x="83807" y="138671"/>
                  </a:lnTo>
                  <a:lnTo>
                    <a:pt x="91440" y="134099"/>
                  </a:lnTo>
                  <a:lnTo>
                    <a:pt x="97536" y="128003"/>
                  </a:lnTo>
                  <a:lnTo>
                    <a:pt x="100965" y="123431"/>
                  </a:lnTo>
                  <a:lnTo>
                    <a:pt x="102108" y="121907"/>
                  </a:lnTo>
                  <a:lnTo>
                    <a:pt x="102108" y="108191"/>
                  </a:lnTo>
                  <a:close/>
                </a:path>
                <a:path w="518794" h="146685">
                  <a:moveTo>
                    <a:pt x="245376" y="128003"/>
                  </a:moveTo>
                  <a:lnTo>
                    <a:pt x="243852" y="124955"/>
                  </a:lnTo>
                  <a:lnTo>
                    <a:pt x="239280" y="120383"/>
                  </a:lnTo>
                  <a:lnTo>
                    <a:pt x="236232" y="118859"/>
                  </a:lnTo>
                  <a:lnTo>
                    <a:pt x="231660" y="118859"/>
                  </a:lnTo>
                  <a:lnTo>
                    <a:pt x="231660" y="42659"/>
                  </a:lnTo>
                  <a:lnTo>
                    <a:pt x="195084" y="42659"/>
                  </a:lnTo>
                  <a:lnTo>
                    <a:pt x="188988" y="45707"/>
                  </a:lnTo>
                  <a:lnTo>
                    <a:pt x="187464" y="47231"/>
                  </a:lnTo>
                  <a:lnTo>
                    <a:pt x="185940" y="50279"/>
                  </a:lnTo>
                  <a:lnTo>
                    <a:pt x="185940" y="57899"/>
                  </a:lnTo>
                  <a:lnTo>
                    <a:pt x="187464" y="59423"/>
                  </a:lnTo>
                  <a:lnTo>
                    <a:pt x="188988" y="62471"/>
                  </a:lnTo>
                  <a:lnTo>
                    <a:pt x="195084" y="65519"/>
                  </a:lnTo>
                  <a:lnTo>
                    <a:pt x="208800" y="65519"/>
                  </a:lnTo>
                  <a:lnTo>
                    <a:pt x="208800" y="111239"/>
                  </a:lnTo>
                  <a:lnTo>
                    <a:pt x="201180" y="115811"/>
                  </a:lnTo>
                  <a:lnTo>
                    <a:pt x="195084" y="118859"/>
                  </a:lnTo>
                  <a:lnTo>
                    <a:pt x="190512" y="120383"/>
                  </a:lnTo>
                  <a:lnTo>
                    <a:pt x="184416" y="121907"/>
                  </a:lnTo>
                  <a:lnTo>
                    <a:pt x="179844" y="123431"/>
                  </a:lnTo>
                  <a:lnTo>
                    <a:pt x="170700" y="123431"/>
                  </a:lnTo>
                  <a:lnTo>
                    <a:pt x="164604" y="120383"/>
                  </a:lnTo>
                  <a:lnTo>
                    <a:pt x="161556" y="114287"/>
                  </a:lnTo>
                  <a:lnTo>
                    <a:pt x="161556" y="42659"/>
                  </a:lnTo>
                  <a:lnTo>
                    <a:pt x="129552" y="42659"/>
                  </a:lnTo>
                  <a:lnTo>
                    <a:pt x="123456" y="45707"/>
                  </a:lnTo>
                  <a:lnTo>
                    <a:pt x="121932" y="47231"/>
                  </a:lnTo>
                  <a:lnTo>
                    <a:pt x="120408" y="50279"/>
                  </a:lnTo>
                  <a:lnTo>
                    <a:pt x="120408" y="57899"/>
                  </a:lnTo>
                  <a:lnTo>
                    <a:pt x="121932" y="59423"/>
                  </a:lnTo>
                  <a:lnTo>
                    <a:pt x="123456" y="62471"/>
                  </a:lnTo>
                  <a:lnTo>
                    <a:pt x="129552" y="65519"/>
                  </a:lnTo>
                  <a:lnTo>
                    <a:pt x="138696" y="65519"/>
                  </a:lnTo>
                  <a:lnTo>
                    <a:pt x="138696" y="118859"/>
                  </a:lnTo>
                  <a:lnTo>
                    <a:pt x="141744" y="128003"/>
                  </a:lnTo>
                  <a:lnTo>
                    <a:pt x="144792" y="134099"/>
                  </a:lnTo>
                  <a:lnTo>
                    <a:pt x="149364" y="138671"/>
                  </a:lnTo>
                  <a:lnTo>
                    <a:pt x="155460" y="141719"/>
                  </a:lnTo>
                  <a:lnTo>
                    <a:pt x="160032" y="144767"/>
                  </a:lnTo>
                  <a:lnTo>
                    <a:pt x="167652" y="146291"/>
                  </a:lnTo>
                  <a:lnTo>
                    <a:pt x="179844" y="146291"/>
                  </a:lnTo>
                  <a:lnTo>
                    <a:pt x="184416" y="144767"/>
                  </a:lnTo>
                  <a:lnTo>
                    <a:pt x="202704" y="140195"/>
                  </a:lnTo>
                  <a:lnTo>
                    <a:pt x="208800" y="137147"/>
                  </a:lnTo>
                  <a:lnTo>
                    <a:pt x="208800" y="141719"/>
                  </a:lnTo>
                  <a:lnTo>
                    <a:pt x="239280" y="141719"/>
                  </a:lnTo>
                  <a:lnTo>
                    <a:pt x="243852" y="137147"/>
                  </a:lnTo>
                  <a:lnTo>
                    <a:pt x="245376" y="134099"/>
                  </a:lnTo>
                  <a:lnTo>
                    <a:pt x="245376" y="128003"/>
                  </a:lnTo>
                  <a:close/>
                </a:path>
                <a:path w="518794" h="146685">
                  <a:moveTo>
                    <a:pt x="377952" y="118859"/>
                  </a:moveTo>
                  <a:lnTo>
                    <a:pt x="376428" y="115811"/>
                  </a:lnTo>
                  <a:lnTo>
                    <a:pt x="370332" y="109715"/>
                  </a:lnTo>
                  <a:lnTo>
                    <a:pt x="364236" y="109715"/>
                  </a:lnTo>
                  <a:lnTo>
                    <a:pt x="361188" y="111239"/>
                  </a:lnTo>
                  <a:lnTo>
                    <a:pt x="355092" y="117335"/>
                  </a:lnTo>
                  <a:lnTo>
                    <a:pt x="352044" y="118859"/>
                  </a:lnTo>
                  <a:lnTo>
                    <a:pt x="342900" y="121907"/>
                  </a:lnTo>
                  <a:lnTo>
                    <a:pt x="333756" y="123431"/>
                  </a:lnTo>
                  <a:lnTo>
                    <a:pt x="324612" y="123431"/>
                  </a:lnTo>
                  <a:lnTo>
                    <a:pt x="288036" y="111239"/>
                  </a:lnTo>
                  <a:lnTo>
                    <a:pt x="284988" y="103619"/>
                  </a:lnTo>
                  <a:lnTo>
                    <a:pt x="284988" y="85331"/>
                  </a:lnTo>
                  <a:lnTo>
                    <a:pt x="320040" y="62471"/>
                  </a:lnTo>
                  <a:lnTo>
                    <a:pt x="329184" y="62471"/>
                  </a:lnTo>
                  <a:lnTo>
                    <a:pt x="336804" y="63995"/>
                  </a:lnTo>
                  <a:lnTo>
                    <a:pt x="342900" y="67043"/>
                  </a:lnTo>
                  <a:lnTo>
                    <a:pt x="345948" y="70091"/>
                  </a:lnTo>
                  <a:lnTo>
                    <a:pt x="348996" y="71615"/>
                  </a:lnTo>
                  <a:lnTo>
                    <a:pt x="348996" y="76187"/>
                  </a:lnTo>
                  <a:lnTo>
                    <a:pt x="350520" y="80759"/>
                  </a:lnTo>
                  <a:lnTo>
                    <a:pt x="352044" y="83807"/>
                  </a:lnTo>
                  <a:lnTo>
                    <a:pt x="353568" y="83807"/>
                  </a:lnTo>
                  <a:lnTo>
                    <a:pt x="355092" y="86855"/>
                  </a:lnTo>
                  <a:lnTo>
                    <a:pt x="364236" y="86855"/>
                  </a:lnTo>
                  <a:lnTo>
                    <a:pt x="367284" y="85331"/>
                  </a:lnTo>
                  <a:lnTo>
                    <a:pt x="371856" y="80759"/>
                  </a:lnTo>
                  <a:lnTo>
                    <a:pt x="371856" y="48755"/>
                  </a:lnTo>
                  <a:lnTo>
                    <a:pt x="367284" y="44183"/>
                  </a:lnTo>
                  <a:lnTo>
                    <a:pt x="364236" y="42659"/>
                  </a:lnTo>
                  <a:lnTo>
                    <a:pt x="358140" y="42659"/>
                  </a:lnTo>
                  <a:lnTo>
                    <a:pt x="355092" y="44183"/>
                  </a:lnTo>
                  <a:lnTo>
                    <a:pt x="352044" y="47231"/>
                  </a:lnTo>
                  <a:lnTo>
                    <a:pt x="348996" y="44183"/>
                  </a:lnTo>
                  <a:lnTo>
                    <a:pt x="342900" y="42659"/>
                  </a:lnTo>
                  <a:lnTo>
                    <a:pt x="338328" y="41135"/>
                  </a:lnTo>
                  <a:lnTo>
                    <a:pt x="332232" y="39611"/>
                  </a:lnTo>
                  <a:lnTo>
                    <a:pt x="320040" y="39611"/>
                  </a:lnTo>
                  <a:lnTo>
                    <a:pt x="308038" y="40716"/>
                  </a:lnTo>
                  <a:lnTo>
                    <a:pt x="272021" y="63411"/>
                  </a:lnTo>
                  <a:lnTo>
                    <a:pt x="263652" y="94475"/>
                  </a:lnTo>
                  <a:lnTo>
                    <a:pt x="264820" y="106476"/>
                  </a:lnTo>
                  <a:lnTo>
                    <a:pt x="291160" y="139865"/>
                  </a:lnTo>
                  <a:lnTo>
                    <a:pt x="323088" y="146291"/>
                  </a:lnTo>
                  <a:lnTo>
                    <a:pt x="337070" y="145491"/>
                  </a:lnTo>
                  <a:lnTo>
                    <a:pt x="374904" y="131051"/>
                  </a:lnTo>
                  <a:lnTo>
                    <a:pt x="377952" y="126479"/>
                  </a:lnTo>
                  <a:lnTo>
                    <a:pt x="377952" y="118859"/>
                  </a:lnTo>
                  <a:close/>
                </a:path>
                <a:path w="518794" h="146685">
                  <a:moveTo>
                    <a:pt x="518172" y="126492"/>
                  </a:moveTo>
                  <a:lnTo>
                    <a:pt x="516648" y="123444"/>
                  </a:lnTo>
                  <a:lnTo>
                    <a:pt x="513600" y="121920"/>
                  </a:lnTo>
                  <a:lnTo>
                    <a:pt x="512076" y="120396"/>
                  </a:lnTo>
                  <a:lnTo>
                    <a:pt x="507504" y="118872"/>
                  </a:lnTo>
                  <a:lnTo>
                    <a:pt x="501408" y="118872"/>
                  </a:lnTo>
                  <a:lnTo>
                    <a:pt x="501408" y="68580"/>
                  </a:lnTo>
                  <a:lnTo>
                    <a:pt x="499884" y="60960"/>
                  </a:lnTo>
                  <a:lnTo>
                    <a:pt x="495312" y="56388"/>
                  </a:lnTo>
                  <a:lnTo>
                    <a:pt x="492264" y="50292"/>
                  </a:lnTo>
                  <a:lnTo>
                    <a:pt x="487692" y="45720"/>
                  </a:lnTo>
                  <a:lnTo>
                    <a:pt x="481596" y="44196"/>
                  </a:lnTo>
                  <a:lnTo>
                    <a:pt x="475500" y="41148"/>
                  </a:lnTo>
                  <a:lnTo>
                    <a:pt x="467880" y="39624"/>
                  </a:lnTo>
                  <a:lnTo>
                    <a:pt x="455688" y="39624"/>
                  </a:lnTo>
                  <a:lnTo>
                    <a:pt x="451116" y="41148"/>
                  </a:lnTo>
                  <a:lnTo>
                    <a:pt x="446544" y="41148"/>
                  </a:lnTo>
                  <a:lnTo>
                    <a:pt x="440448" y="42672"/>
                  </a:lnTo>
                  <a:lnTo>
                    <a:pt x="435876" y="45720"/>
                  </a:lnTo>
                  <a:lnTo>
                    <a:pt x="431304" y="47244"/>
                  </a:lnTo>
                  <a:lnTo>
                    <a:pt x="431304" y="0"/>
                  </a:lnTo>
                  <a:lnTo>
                    <a:pt x="399300" y="0"/>
                  </a:lnTo>
                  <a:lnTo>
                    <a:pt x="393204" y="3048"/>
                  </a:lnTo>
                  <a:lnTo>
                    <a:pt x="391680" y="4572"/>
                  </a:lnTo>
                  <a:lnTo>
                    <a:pt x="390156" y="7620"/>
                  </a:lnTo>
                  <a:lnTo>
                    <a:pt x="390156" y="15240"/>
                  </a:lnTo>
                  <a:lnTo>
                    <a:pt x="391680" y="16764"/>
                  </a:lnTo>
                  <a:lnTo>
                    <a:pt x="393204" y="19812"/>
                  </a:lnTo>
                  <a:lnTo>
                    <a:pt x="399300" y="22860"/>
                  </a:lnTo>
                  <a:lnTo>
                    <a:pt x="408444" y="22860"/>
                  </a:lnTo>
                  <a:lnTo>
                    <a:pt x="408444" y="118872"/>
                  </a:lnTo>
                  <a:lnTo>
                    <a:pt x="403872" y="118872"/>
                  </a:lnTo>
                  <a:lnTo>
                    <a:pt x="399300" y="120396"/>
                  </a:lnTo>
                  <a:lnTo>
                    <a:pt x="397776" y="121920"/>
                  </a:lnTo>
                  <a:lnTo>
                    <a:pt x="394728" y="123444"/>
                  </a:lnTo>
                  <a:lnTo>
                    <a:pt x="393204" y="126492"/>
                  </a:lnTo>
                  <a:lnTo>
                    <a:pt x="393204" y="137160"/>
                  </a:lnTo>
                  <a:lnTo>
                    <a:pt x="396252" y="138684"/>
                  </a:lnTo>
                  <a:lnTo>
                    <a:pt x="397776" y="141732"/>
                  </a:lnTo>
                  <a:lnTo>
                    <a:pt x="441972" y="141732"/>
                  </a:lnTo>
                  <a:lnTo>
                    <a:pt x="446544" y="137160"/>
                  </a:lnTo>
                  <a:lnTo>
                    <a:pt x="448068" y="134112"/>
                  </a:lnTo>
                  <a:lnTo>
                    <a:pt x="448068" y="126492"/>
                  </a:lnTo>
                  <a:lnTo>
                    <a:pt x="446544" y="123444"/>
                  </a:lnTo>
                  <a:lnTo>
                    <a:pt x="437400" y="118872"/>
                  </a:lnTo>
                  <a:lnTo>
                    <a:pt x="431304" y="118872"/>
                  </a:lnTo>
                  <a:lnTo>
                    <a:pt x="431304" y="77724"/>
                  </a:lnTo>
                  <a:lnTo>
                    <a:pt x="437400" y="71628"/>
                  </a:lnTo>
                  <a:lnTo>
                    <a:pt x="443496" y="67056"/>
                  </a:lnTo>
                  <a:lnTo>
                    <a:pt x="446544" y="65532"/>
                  </a:lnTo>
                  <a:lnTo>
                    <a:pt x="451116" y="62484"/>
                  </a:lnTo>
                  <a:lnTo>
                    <a:pt x="466356" y="62484"/>
                  </a:lnTo>
                  <a:lnTo>
                    <a:pt x="472452" y="64008"/>
                  </a:lnTo>
                  <a:lnTo>
                    <a:pt x="475500" y="67056"/>
                  </a:lnTo>
                  <a:lnTo>
                    <a:pt x="478548" y="68580"/>
                  </a:lnTo>
                  <a:lnTo>
                    <a:pt x="480072" y="73152"/>
                  </a:lnTo>
                  <a:lnTo>
                    <a:pt x="480072" y="118872"/>
                  </a:lnTo>
                  <a:lnTo>
                    <a:pt x="473976" y="118872"/>
                  </a:lnTo>
                  <a:lnTo>
                    <a:pt x="469404" y="120396"/>
                  </a:lnTo>
                  <a:lnTo>
                    <a:pt x="467880" y="121920"/>
                  </a:lnTo>
                  <a:lnTo>
                    <a:pt x="464832" y="123444"/>
                  </a:lnTo>
                  <a:lnTo>
                    <a:pt x="463308" y="126492"/>
                  </a:lnTo>
                  <a:lnTo>
                    <a:pt x="463308" y="134112"/>
                  </a:lnTo>
                  <a:lnTo>
                    <a:pt x="464832" y="137160"/>
                  </a:lnTo>
                  <a:lnTo>
                    <a:pt x="469404" y="141732"/>
                  </a:lnTo>
                  <a:lnTo>
                    <a:pt x="512076" y="141732"/>
                  </a:lnTo>
                  <a:lnTo>
                    <a:pt x="516648" y="137160"/>
                  </a:lnTo>
                  <a:lnTo>
                    <a:pt x="518172" y="134112"/>
                  </a:lnTo>
                  <a:lnTo>
                    <a:pt x="518172" y="126492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82" name="object 82"/>
            <p:cNvPicPr/>
            <p:nvPr/>
          </p:nvPicPr>
          <p:blipFill>
            <a:blip r:embed="rId42" cstate="print"/>
            <a:stretch>
              <a:fillRect/>
            </a:stretch>
          </p:blipFill>
          <p:spPr>
            <a:xfrm>
              <a:off x="3268979" y="4273295"/>
              <a:ext cx="118872" cy="106680"/>
            </a:xfrm>
            <a:prstGeom prst="rect">
              <a:avLst/>
            </a:prstGeom>
          </p:spPr>
        </p:pic>
        <p:pic>
          <p:nvPicPr>
            <p:cNvPr id="83" name="object 83"/>
            <p:cNvPicPr/>
            <p:nvPr/>
          </p:nvPicPr>
          <p:blipFill>
            <a:blip r:embed="rId43" cstate="print"/>
            <a:stretch>
              <a:fillRect/>
            </a:stretch>
          </p:blipFill>
          <p:spPr>
            <a:xfrm>
              <a:off x="3523488" y="4273295"/>
              <a:ext cx="400811" cy="106680"/>
            </a:xfrm>
            <a:prstGeom prst="rect">
              <a:avLst/>
            </a:prstGeom>
          </p:spPr>
        </p:pic>
        <p:pic>
          <p:nvPicPr>
            <p:cNvPr id="84" name="object 84"/>
            <p:cNvPicPr/>
            <p:nvPr/>
          </p:nvPicPr>
          <p:blipFill>
            <a:blip r:embed="rId44" cstate="print"/>
            <a:stretch>
              <a:fillRect/>
            </a:stretch>
          </p:blipFill>
          <p:spPr>
            <a:xfrm>
              <a:off x="4058412" y="4273296"/>
              <a:ext cx="144779" cy="102108"/>
            </a:xfrm>
            <a:prstGeom prst="rect">
              <a:avLst/>
            </a:prstGeom>
          </p:spPr>
        </p:pic>
        <p:pic>
          <p:nvPicPr>
            <p:cNvPr id="85" name="object 85"/>
            <p:cNvPicPr/>
            <p:nvPr/>
          </p:nvPicPr>
          <p:blipFill>
            <a:blip r:embed="rId45" cstate="print"/>
            <a:stretch>
              <a:fillRect/>
            </a:stretch>
          </p:blipFill>
          <p:spPr>
            <a:xfrm>
              <a:off x="1650491" y="4597908"/>
              <a:ext cx="135636" cy="99060"/>
            </a:xfrm>
            <a:prstGeom prst="rect">
              <a:avLst/>
            </a:prstGeom>
          </p:spPr>
        </p:pic>
        <p:pic>
          <p:nvPicPr>
            <p:cNvPr id="86" name="object 86"/>
            <p:cNvPicPr/>
            <p:nvPr/>
          </p:nvPicPr>
          <p:blipFill>
            <a:blip r:embed="rId46" cstate="print"/>
            <a:stretch>
              <a:fillRect/>
            </a:stretch>
          </p:blipFill>
          <p:spPr>
            <a:xfrm>
              <a:off x="1923288" y="4600956"/>
              <a:ext cx="124968" cy="64008"/>
            </a:xfrm>
            <a:prstGeom prst="rect">
              <a:avLst/>
            </a:prstGeom>
          </p:spPr>
        </p:pic>
        <p:pic>
          <p:nvPicPr>
            <p:cNvPr id="87" name="object 87"/>
            <p:cNvPicPr/>
            <p:nvPr/>
          </p:nvPicPr>
          <p:blipFill>
            <a:blip r:embed="rId47" cstate="print"/>
            <a:stretch>
              <a:fillRect/>
            </a:stretch>
          </p:blipFill>
          <p:spPr>
            <a:xfrm>
              <a:off x="2205227" y="4550664"/>
              <a:ext cx="97536" cy="146304"/>
            </a:xfrm>
            <a:prstGeom prst="rect">
              <a:avLst/>
            </a:prstGeom>
          </p:spPr>
        </p:pic>
        <p:pic>
          <p:nvPicPr>
            <p:cNvPr id="88" name="object 88"/>
            <p:cNvPicPr/>
            <p:nvPr/>
          </p:nvPicPr>
          <p:blipFill>
            <a:blip r:embed="rId48" cstate="print"/>
            <a:stretch>
              <a:fillRect/>
            </a:stretch>
          </p:blipFill>
          <p:spPr>
            <a:xfrm>
              <a:off x="2421636" y="4541519"/>
              <a:ext cx="76200" cy="91439"/>
            </a:xfrm>
            <a:prstGeom prst="rect">
              <a:avLst/>
            </a:prstGeom>
          </p:spPr>
        </p:pic>
        <p:pic>
          <p:nvPicPr>
            <p:cNvPr id="89" name="object 89"/>
            <p:cNvPicPr/>
            <p:nvPr/>
          </p:nvPicPr>
          <p:blipFill>
            <a:blip r:embed="rId49" cstate="print"/>
            <a:stretch>
              <a:fillRect/>
            </a:stretch>
          </p:blipFill>
          <p:spPr>
            <a:xfrm>
              <a:off x="2334768" y="4562856"/>
              <a:ext cx="67056" cy="70104"/>
            </a:xfrm>
            <a:prstGeom prst="rect">
              <a:avLst/>
            </a:prstGeom>
          </p:spPr>
        </p:pic>
        <p:sp>
          <p:nvSpPr>
            <p:cNvPr id="90" name="object 90"/>
            <p:cNvSpPr/>
            <p:nvPr/>
          </p:nvSpPr>
          <p:spPr>
            <a:xfrm>
              <a:off x="2630411" y="4594860"/>
              <a:ext cx="668020" cy="105410"/>
            </a:xfrm>
            <a:custGeom>
              <a:avLst/>
              <a:gdLst/>
              <a:ahLst/>
              <a:cxnLst/>
              <a:rect l="l" t="t" r="r" b="b"/>
              <a:pathLst>
                <a:path w="668020" h="105410">
                  <a:moveTo>
                    <a:pt x="135636" y="7620"/>
                  </a:moveTo>
                  <a:lnTo>
                    <a:pt x="132588" y="6096"/>
                  </a:lnTo>
                  <a:lnTo>
                    <a:pt x="129540" y="3048"/>
                  </a:lnTo>
                  <a:lnTo>
                    <a:pt x="89916" y="3048"/>
                  </a:lnTo>
                  <a:lnTo>
                    <a:pt x="88392" y="6096"/>
                  </a:lnTo>
                  <a:lnTo>
                    <a:pt x="85344" y="7620"/>
                  </a:lnTo>
                  <a:lnTo>
                    <a:pt x="85344" y="18288"/>
                  </a:lnTo>
                  <a:lnTo>
                    <a:pt x="86868" y="21336"/>
                  </a:lnTo>
                  <a:lnTo>
                    <a:pt x="89916" y="22860"/>
                  </a:lnTo>
                  <a:lnTo>
                    <a:pt x="91440" y="24384"/>
                  </a:lnTo>
                  <a:lnTo>
                    <a:pt x="100584" y="24384"/>
                  </a:lnTo>
                  <a:lnTo>
                    <a:pt x="92964" y="60960"/>
                  </a:lnTo>
                  <a:lnTo>
                    <a:pt x="77724" y="24384"/>
                  </a:lnTo>
                  <a:lnTo>
                    <a:pt x="57912" y="24384"/>
                  </a:lnTo>
                  <a:lnTo>
                    <a:pt x="44196" y="60960"/>
                  </a:lnTo>
                  <a:lnTo>
                    <a:pt x="36576" y="24384"/>
                  </a:lnTo>
                  <a:lnTo>
                    <a:pt x="45720" y="24384"/>
                  </a:lnTo>
                  <a:lnTo>
                    <a:pt x="50292" y="19812"/>
                  </a:lnTo>
                  <a:lnTo>
                    <a:pt x="51816" y="16764"/>
                  </a:lnTo>
                  <a:lnTo>
                    <a:pt x="51816" y="10668"/>
                  </a:lnTo>
                  <a:lnTo>
                    <a:pt x="50292" y="7620"/>
                  </a:lnTo>
                  <a:lnTo>
                    <a:pt x="47244" y="6096"/>
                  </a:lnTo>
                  <a:lnTo>
                    <a:pt x="45720" y="3048"/>
                  </a:lnTo>
                  <a:lnTo>
                    <a:pt x="6096" y="3048"/>
                  </a:lnTo>
                  <a:lnTo>
                    <a:pt x="4572" y="6096"/>
                  </a:lnTo>
                  <a:lnTo>
                    <a:pt x="1524" y="7620"/>
                  </a:lnTo>
                  <a:lnTo>
                    <a:pt x="0" y="10668"/>
                  </a:lnTo>
                  <a:lnTo>
                    <a:pt x="0" y="16764"/>
                  </a:lnTo>
                  <a:lnTo>
                    <a:pt x="1524" y="19812"/>
                  </a:lnTo>
                  <a:lnTo>
                    <a:pt x="3048" y="21336"/>
                  </a:lnTo>
                  <a:lnTo>
                    <a:pt x="9144" y="24384"/>
                  </a:lnTo>
                  <a:lnTo>
                    <a:pt x="12192" y="24384"/>
                  </a:lnTo>
                  <a:lnTo>
                    <a:pt x="32004" y="102108"/>
                  </a:lnTo>
                  <a:lnTo>
                    <a:pt x="53340" y="102108"/>
                  </a:lnTo>
                  <a:lnTo>
                    <a:pt x="68580" y="60960"/>
                  </a:lnTo>
                  <a:lnTo>
                    <a:pt x="85344" y="102108"/>
                  </a:lnTo>
                  <a:lnTo>
                    <a:pt x="105156" y="102108"/>
                  </a:lnTo>
                  <a:lnTo>
                    <a:pt x="123444" y="24384"/>
                  </a:lnTo>
                  <a:lnTo>
                    <a:pt x="128016" y="24384"/>
                  </a:lnTo>
                  <a:lnTo>
                    <a:pt x="131064" y="22860"/>
                  </a:lnTo>
                  <a:lnTo>
                    <a:pt x="132588" y="21336"/>
                  </a:lnTo>
                  <a:lnTo>
                    <a:pt x="135636" y="19812"/>
                  </a:lnTo>
                  <a:lnTo>
                    <a:pt x="135636" y="7620"/>
                  </a:lnTo>
                  <a:close/>
                </a:path>
                <a:path w="668020" h="105410">
                  <a:moveTo>
                    <a:pt x="260604" y="54864"/>
                  </a:moveTo>
                  <a:lnTo>
                    <a:pt x="244030" y="15811"/>
                  </a:lnTo>
                  <a:lnTo>
                    <a:pt x="237744" y="11112"/>
                  </a:lnTo>
                  <a:lnTo>
                    <a:pt x="237744" y="47244"/>
                  </a:lnTo>
                  <a:lnTo>
                    <a:pt x="237744" y="60960"/>
                  </a:lnTo>
                  <a:lnTo>
                    <a:pt x="202692" y="83820"/>
                  </a:lnTo>
                  <a:lnTo>
                    <a:pt x="195224" y="83248"/>
                  </a:lnTo>
                  <a:lnTo>
                    <a:pt x="166116" y="60960"/>
                  </a:lnTo>
                  <a:lnTo>
                    <a:pt x="166116" y="45720"/>
                  </a:lnTo>
                  <a:lnTo>
                    <a:pt x="202692" y="21336"/>
                  </a:lnTo>
                  <a:lnTo>
                    <a:pt x="210413" y="22174"/>
                  </a:lnTo>
                  <a:lnTo>
                    <a:pt x="237744" y="47244"/>
                  </a:lnTo>
                  <a:lnTo>
                    <a:pt x="237744" y="11112"/>
                  </a:lnTo>
                  <a:lnTo>
                    <a:pt x="202692" y="0"/>
                  </a:lnTo>
                  <a:lnTo>
                    <a:pt x="194957" y="342"/>
                  </a:lnTo>
                  <a:lnTo>
                    <a:pt x="187642" y="1524"/>
                  </a:lnTo>
                  <a:lnTo>
                    <a:pt x="180619" y="3860"/>
                  </a:lnTo>
                  <a:lnTo>
                    <a:pt x="173736" y="7620"/>
                  </a:lnTo>
                  <a:lnTo>
                    <a:pt x="166522" y="11366"/>
                  </a:lnTo>
                  <a:lnTo>
                    <a:pt x="145097" y="46723"/>
                  </a:lnTo>
                  <a:lnTo>
                    <a:pt x="144780" y="53340"/>
                  </a:lnTo>
                  <a:lnTo>
                    <a:pt x="145097" y="60185"/>
                  </a:lnTo>
                  <a:lnTo>
                    <a:pt x="165887" y="95110"/>
                  </a:lnTo>
                  <a:lnTo>
                    <a:pt x="202692" y="105156"/>
                  </a:lnTo>
                  <a:lnTo>
                    <a:pt x="209791" y="104851"/>
                  </a:lnTo>
                  <a:lnTo>
                    <a:pt x="249008" y="84709"/>
                  </a:lnTo>
                  <a:lnTo>
                    <a:pt x="260121" y="60185"/>
                  </a:lnTo>
                  <a:lnTo>
                    <a:pt x="260604" y="54864"/>
                  </a:lnTo>
                  <a:close/>
                </a:path>
                <a:path w="668020" h="105410">
                  <a:moveTo>
                    <a:pt x="408432" y="85344"/>
                  </a:moveTo>
                  <a:lnTo>
                    <a:pt x="403860" y="80772"/>
                  </a:lnTo>
                  <a:lnTo>
                    <a:pt x="399288" y="79248"/>
                  </a:lnTo>
                  <a:lnTo>
                    <a:pt x="394716" y="79248"/>
                  </a:lnTo>
                  <a:lnTo>
                    <a:pt x="394716" y="19812"/>
                  </a:lnTo>
                  <a:lnTo>
                    <a:pt x="391668" y="12192"/>
                  </a:lnTo>
                  <a:lnTo>
                    <a:pt x="384048" y="6096"/>
                  </a:lnTo>
                  <a:lnTo>
                    <a:pt x="379476" y="1524"/>
                  </a:lnTo>
                  <a:lnTo>
                    <a:pt x="373380" y="0"/>
                  </a:lnTo>
                  <a:lnTo>
                    <a:pt x="356616" y="0"/>
                  </a:lnTo>
                  <a:lnTo>
                    <a:pt x="352044" y="1524"/>
                  </a:lnTo>
                  <a:lnTo>
                    <a:pt x="348996" y="3048"/>
                  </a:lnTo>
                  <a:lnTo>
                    <a:pt x="339852" y="9144"/>
                  </a:lnTo>
                  <a:lnTo>
                    <a:pt x="333756" y="3048"/>
                  </a:lnTo>
                  <a:lnTo>
                    <a:pt x="327660" y="0"/>
                  </a:lnTo>
                  <a:lnTo>
                    <a:pt x="313944" y="0"/>
                  </a:lnTo>
                  <a:lnTo>
                    <a:pt x="304800" y="4572"/>
                  </a:lnTo>
                  <a:lnTo>
                    <a:pt x="301752" y="9144"/>
                  </a:lnTo>
                  <a:lnTo>
                    <a:pt x="301752" y="3048"/>
                  </a:lnTo>
                  <a:lnTo>
                    <a:pt x="269748" y="3048"/>
                  </a:lnTo>
                  <a:lnTo>
                    <a:pt x="268224" y="6096"/>
                  </a:lnTo>
                  <a:lnTo>
                    <a:pt x="265176" y="7620"/>
                  </a:lnTo>
                  <a:lnTo>
                    <a:pt x="265176" y="19812"/>
                  </a:lnTo>
                  <a:lnTo>
                    <a:pt x="268224" y="21336"/>
                  </a:lnTo>
                  <a:lnTo>
                    <a:pt x="269748" y="24384"/>
                  </a:lnTo>
                  <a:lnTo>
                    <a:pt x="278892" y="24384"/>
                  </a:lnTo>
                  <a:lnTo>
                    <a:pt x="278892" y="79248"/>
                  </a:lnTo>
                  <a:lnTo>
                    <a:pt x="274320" y="79248"/>
                  </a:lnTo>
                  <a:lnTo>
                    <a:pt x="269748" y="80772"/>
                  </a:lnTo>
                  <a:lnTo>
                    <a:pt x="265176" y="85344"/>
                  </a:lnTo>
                  <a:lnTo>
                    <a:pt x="265176" y="97536"/>
                  </a:lnTo>
                  <a:lnTo>
                    <a:pt x="268224" y="99060"/>
                  </a:lnTo>
                  <a:lnTo>
                    <a:pt x="269748" y="100584"/>
                  </a:lnTo>
                  <a:lnTo>
                    <a:pt x="274320" y="102108"/>
                  </a:lnTo>
                  <a:lnTo>
                    <a:pt x="304800" y="102108"/>
                  </a:lnTo>
                  <a:lnTo>
                    <a:pt x="309372" y="100584"/>
                  </a:lnTo>
                  <a:lnTo>
                    <a:pt x="310896" y="99060"/>
                  </a:lnTo>
                  <a:lnTo>
                    <a:pt x="313944" y="97536"/>
                  </a:lnTo>
                  <a:lnTo>
                    <a:pt x="315468" y="94488"/>
                  </a:lnTo>
                  <a:lnTo>
                    <a:pt x="315468" y="86868"/>
                  </a:lnTo>
                  <a:lnTo>
                    <a:pt x="309372" y="80772"/>
                  </a:lnTo>
                  <a:lnTo>
                    <a:pt x="306324" y="79248"/>
                  </a:lnTo>
                  <a:lnTo>
                    <a:pt x="301752" y="79248"/>
                  </a:lnTo>
                  <a:lnTo>
                    <a:pt x="301752" y="33528"/>
                  </a:lnTo>
                  <a:lnTo>
                    <a:pt x="304800" y="28956"/>
                  </a:lnTo>
                  <a:lnTo>
                    <a:pt x="307848" y="25908"/>
                  </a:lnTo>
                  <a:lnTo>
                    <a:pt x="310896" y="24384"/>
                  </a:lnTo>
                  <a:lnTo>
                    <a:pt x="312420" y="22860"/>
                  </a:lnTo>
                  <a:lnTo>
                    <a:pt x="315468" y="21336"/>
                  </a:lnTo>
                  <a:lnTo>
                    <a:pt x="320040" y="21336"/>
                  </a:lnTo>
                  <a:lnTo>
                    <a:pt x="323088" y="22860"/>
                  </a:lnTo>
                  <a:lnTo>
                    <a:pt x="324612" y="24384"/>
                  </a:lnTo>
                  <a:lnTo>
                    <a:pt x="324612" y="25908"/>
                  </a:lnTo>
                  <a:lnTo>
                    <a:pt x="326136" y="27432"/>
                  </a:lnTo>
                  <a:lnTo>
                    <a:pt x="326136" y="102108"/>
                  </a:lnTo>
                  <a:lnTo>
                    <a:pt x="352044" y="102108"/>
                  </a:lnTo>
                  <a:lnTo>
                    <a:pt x="356616" y="100584"/>
                  </a:lnTo>
                  <a:lnTo>
                    <a:pt x="358140" y="99060"/>
                  </a:lnTo>
                  <a:lnTo>
                    <a:pt x="361188" y="97536"/>
                  </a:lnTo>
                  <a:lnTo>
                    <a:pt x="362712" y="94488"/>
                  </a:lnTo>
                  <a:lnTo>
                    <a:pt x="362712" y="86868"/>
                  </a:lnTo>
                  <a:lnTo>
                    <a:pt x="356616" y="80772"/>
                  </a:lnTo>
                  <a:lnTo>
                    <a:pt x="353568" y="79248"/>
                  </a:lnTo>
                  <a:lnTo>
                    <a:pt x="348996" y="79248"/>
                  </a:lnTo>
                  <a:lnTo>
                    <a:pt x="348996" y="33528"/>
                  </a:lnTo>
                  <a:lnTo>
                    <a:pt x="352044" y="28956"/>
                  </a:lnTo>
                  <a:lnTo>
                    <a:pt x="355092" y="25908"/>
                  </a:lnTo>
                  <a:lnTo>
                    <a:pt x="358140" y="24384"/>
                  </a:lnTo>
                  <a:lnTo>
                    <a:pt x="359664" y="22860"/>
                  </a:lnTo>
                  <a:lnTo>
                    <a:pt x="362712" y="21336"/>
                  </a:lnTo>
                  <a:lnTo>
                    <a:pt x="367284" y="21336"/>
                  </a:lnTo>
                  <a:lnTo>
                    <a:pt x="371856" y="25908"/>
                  </a:lnTo>
                  <a:lnTo>
                    <a:pt x="371856" y="102108"/>
                  </a:lnTo>
                  <a:lnTo>
                    <a:pt x="399288" y="102108"/>
                  </a:lnTo>
                  <a:lnTo>
                    <a:pt x="403860" y="100584"/>
                  </a:lnTo>
                  <a:lnTo>
                    <a:pt x="405384" y="99060"/>
                  </a:lnTo>
                  <a:lnTo>
                    <a:pt x="408432" y="97536"/>
                  </a:lnTo>
                  <a:lnTo>
                    <a:pt x="408432" y="85344"/>
                  </a:lnTo>
                  <a:close/>
                </a:path>
                <a:path w="668020" h="105410">
                  <a:moveTo>
                    <a:pt x="534924" y="86868"/>
                  </a:moveTo>
                  <a:lnTo>
                    <a:pt x="531876" y="83820"/>
                  </a:lnTo>
                  <a:lnTo>
                    <a:pt x="528828" y="80772"/>
                  </a:lnTo>
                  <a:lnTo>
                    <a:pt x="524256" y="79248"/>
                  </a:lnTo>
                  <a:lnTo>
                    <a:pt x="515112" y="79248"/>
                  </a:lnTo>
                  <a:lnTo>
                    <a:pt x="515112" y="59436"/>
                  </a:lnTo>
                  <a:lnTo>
                    <a:pt x="515112" y="38100"/>
                  </a:lnTo>
                  <a:lnTo>
                    <a:pt x="515112" y="33528"/>
                  </a:lnTo>
                  <a:lnTo>
                    <a:pt x="514527" y="26085"/>
                  </a:lnTo>
                  <a:lnTo>
                    <a:pt x="480872" y="571"/>
                  </a:lnTo>
                  <a:lnTo>
                    <a:pt x="470916" y="0"/>
                  </a:lnTo>
                  <a:lnTo>
                    <a:pt x="461772" y="0"/>
                  </a:lnTo>
                  <a:lnTo>
                    <a:pt x="455676" y="1524"/>
                  </a:lnTo>
                  <a:lnTo>
                    <a:pt x="449580" y="1524"/>
                  </a:lnTo>
                  <a:lnTo>
                    <a:pt x="443484" y="3048"/>
                  </a:lnTo>
                  <a:lnTo>
                    <a:pt x="434340" y="6096"/>
                  </a:lnTo>
                  <a:lnTo>
                    <a:pt x="431292" y="6096"/>
                  </a:lnTo>
                  <a:lnTo>
                    <a:pt x="429768" y="7620"/>
                  </a:lnTo>
                  <a:lnTo>
                    <a:pt x="429768" y="9144"/>
                  </a:lnTo>
                  <a:lnTo>
                    <a:pt x="428244" y="9144"/>
                  </a:lnTo>
                  <a:lnTo>
                    <a:pt x="426720" y="10668"/>
                  </a:lnTo>
                  <a:lnTo>
                    <a:pt x="426720" y="21336"/>
                  </a:lnTo>
                  <a:lnTo>
                    <a:pt x="431292" y="25908"/>
                  </a:lnTo>
                  <a:lnTo>
                    <a:pt x="434340" y="27432"/>
                  </a:lnTo>
                  <a:lnTo>
                    <a:pt x="441960" y="27432"/>
                  </a:lnTo>
                  <a:lnTo>
                    <a:pt x="446532" y="25908"/>
                  </a:lnTo>
                  <a:lnTo>
                    <a:pt x="454012" y="23914"/>
                  </a:lnTo>
                  <a:lnTo>
                    <a:pt x="460629" y="22479"/>
                  </a:lnTo>
                  <a:lnTo>
                    <a:pt x="466686" y="21628"/>
                  </a:lnTo>
                  <a:lnTo>
                    <a:pt x="472440" y="21336"/>
                  </a:lnTo>
                  <a:lnTo>
                    <a:pt x="480060" y="21336"/>
                  </a:lnTo>
                  <a:lnTo>
                    <a:pt x="486156" y="22860"/>
                  </a:lnTo>
                  <a:lnTo>
                    <a:pt x="489204" y="25908"/>
                  </a:lnTo>
                  <a:lnTo>
                    <a:pt x="492252" y="27432"/>
                  </a:lnTo>
                  <a:lnTo>
                    <a:pt x="492252" y="38100"/>
                  </a:lnTo>
                  <a:lnTo>
                    <a:pt x="492252" y="62484"/>
                  </a:lnTo>
                  <a:lnTo>
                    <a:pt x="492252" y="71628"/>
                  </a:lnTo>
                  <a:lnTo>
                    <a:pt x="487680" y="74676"/>
                  </a:lnTo>
                  <a:lnTo>
                    <a:pt x="481584" y="77724"/>
                  </a:lnTo>
                  <a:lnTo>
                    <a:pt x="473964" y="80772"/>
                  </a:lnTo>
                  <a:lnTo>
                    <a:pt x="461772" y="83820"/>
                  </a:lnTo>
                  <a:lnTo>
                    <a:pt x="449580" y="83820"/>
                  </a:lnTo>
                  <a:lnTo>
                    <a:pt x="445008" y="82296"/>
                  </a:lnTo>
                  <a:lnTo>
                    <a:pt x="441960" y="79248"/>
                  </a:lnTo>
                  <a:lnTo>
                    <a:pt x="438912" y="77724"/>
                  </a:lnTo>
                  <a:lnTo>
                    <a:pt x="438912" y="71628"/>
                  </a:lnTo>
                  <a:lnTo>
                    <a:pt x="440436" y="68580"/>
                  </a:lnTo>
                  <a:lnTo>
                    <a:pt x="445008" y="65532"/>
                  </a:lnTo>
                  <a:lnTo>
                    <a:pt x="451104" y="60960"/>
                  </a:lnTo>
                  <a:lnTo>
                    <a:pt x="458724" y="59436"/>
                  </a:lnTo>
                  <a:lnTo>
                    <a:pt x="484632" y="59436"/>
                  </a:lnTo>
                  <a:lnTo>
                    <a:pt x="492252" y="62484"/>
                  </a:lnTo>
                  <a:lnTo>
                    <a:pt x="492252" y="38100"/>
                  </a:lnTo>
                  <a:lnTo>
                    <a:pt x="484632" y="36576"/>
                  </a:lnTo>
                  <a:lnTo>
                    <a:pt x="469392" y="36576"/>
                  </a:lnTo>
                  <a:lnTo>
                    <a:pt x="429768" y="48768"/>
                  </a:lnTo>
                  <a:lnTo>
                    <a:pt x="414528" y="74676"/>
                  </a:lnTo>
                  <a:lnTo>
                    <a:pt x="414528" y="82296"/>
                  </a:lnTo>
                  <a:lnTo>
                    <a:pt x="447090" y="104584"/>
                  </a:lnTo>
                  <a:lnTo>
                    <a:pt x="455676" y="105156"/>
                  </a:lnTo>
                  <a:lnTo>
                    <a:pt x="467868" y="105156"/>
                  </a:lnTo>
                  <a:lnTo>
                    <a:pt x="473964" y="103632"/>
                  </a:lnTo>
                  <a:lnTo>
                    <a:pt x="481584" y="102108"/>
                  </a:lnTo>
                  <a:lnTo>
                    <a:pt x="487680" y="99060"/>
                  </a:lnTo>
                  <a:lnTo>
                    <a:pt x="492252" y="96012"/>
                  </a:lnTo>
                  <a:lnTo>
                    <a:pt x="492252" y="102108"/>
                  </a:lnTo>
                  <a:lnTo>
                    <a:pt x="524256" y="102108"/>
                  </a:lnTo>
                  <a:lnTo>
                    <a:pt x="528828" y="100584"/>
                  </a:lnTo>
                  <a:lnTo>
                    <a:pt x="530352" y="99060"/>
                  </a:lnTo>
                  <a:lnTo>
                    <a:pt x="533400" y="97536"/>
                  </a:lnTo>
                  <a:lnTo>
                    <a:pt x="534162" y="96012"/>
                  </a:lnTo>
                  <a:lnTo>
                    <a:pt x="534924" y="94488"/>
                  </a:lnTo>
                  <a:lnTo>
                    <a:pt x="534924" y="86868"/>
                  </a:lnTo>
                  <a:close/>
                </a:path>
                <a:path w="668020" h="105410">
                  <a:moveTo>
                    <a:pt x="667524" y="85344"/>
                  </a:moveTo>
                  <a:lnTo>
                    <a:pt x="662952" y="80772"/>
                  </a:lnTo>
                  <a:lnTo>
                    <a:pt x="658380" y="79248"/>
                  </a:lnTo>
                  <a:lnTo>
                    <a:pt x="653808" y="79248"/>
                  </a:lnTo>
                  <a:lnTo>
                    <a:pt x="653808" y="38100"/>
                  </a:lnTo>
                  <a:lnTo>
                    <a:pt x="630948" y="2667"/>
                  </a:lnTo>
                  <a:lnTo>
                    <a:pt x="612660" y="0"/>
                  </a:lnTo>
                  <a:lnTo>
                    <a:pt x="601992" y="0"/>
                  </a:lnTo>
                  <a:lnTo>
                    <a:pt x="597420" y="1524"/>
                  </a:lnTo>
                  <a:lnTo>
                    <a:pt x="592848" y="4572"/>
                  </a:lnTo>
                  <a:lnTo>
                    <a:pt x="588276" y="6096"/>
                  </a:lnTo>
                  <a:lnTo>
                    <a:pt x="583704" y="10668"/>
                  </a:lnTo>
                  <a:lnTo>
                    <a:pt x="583704" y="3048"/>
                  </a:lnTo>
                  <a:lnTo>
                    <a:pt x="553224" y="3048"/>
                  </a:lnTo>
                  <a:lnTo>
                    <a:pt x="548652" y="7620"/>
                  </a:lnTo>
                  <a:lnTo>
                    <a:pt x="547128" y="10668"/>
                  </a:lnTo>
                  <a:lnTo>
                    <a:pt x="547128" y="16764"/>
                  </a:lnTo>
                  <a:lnTo>
                    <a:pt x="548652" y="19812"/>
                  </a:lnTo>
                  <a:lnTo>
                    <a:pt x="553224" y="24384"/>
                  </a:lnTo>
                  <a:lnTo>
                    <a:pt x="560844" y="24384"/>
                  </a:lnTo>
                  <a:lnTo>
                    <a:pt x="560844" y="79248"/>
                  </a:lnTo>
                  <a:lnTo>
                    <a:pt x="554748" y="79248"/>
                  </a:lnTo>
                  <a:lnTo>
                    <a:pt x="551700" y="80772"/>
                  </a:lnTo>
                  <a:lnTo>
                    <a:pt x="550176" y="80772"/>
                  </a:lnTo>
                  <a:lnTo>
                    <a:pt x="544080" y="86868"/>
                  </a:lnTo>
                  <a:lnTo>
                    <a:pt x="544080" y="94488"/>
                  </a:lnTo>
                  <a:lnTo>
                    <a:pt x="545604" y="97536"/>
                  </a:lnTo>
                  <a:lnTo>
                    <a:pt x="548652" y="99060"/>
                  </a:lnTo>
                  <a:lnTo>
                    <a:pt x="550176" y="100584"/>
                  </a:lnTo>
                  <a:lnTo>
                    <a:pt x="554748" y="102108"/>
                  </a:lnTo>
                  <a:lnTo>
                    <a:pt x="591324" y="102108"/>
                  </a:lnTo>
                  <a:lnTo>
                    <a:pt x="597420" y="99060"/>
                  </a:lnTo>
                  <a:lnTo>
                    <a:pt x="598944" y="97536"/>
                  </a:lnTo>
                  <a:lnTo>
                    <a:pt x="600468" y="94488"/>
                  </a:lnTo>
                  <a:lnTo>
                    <a:pt x="600468" y="86868"/>
                  </a:lnTo>
                  <a:lnTo>
                    <a:pt x="598944" y="83820"/>
                  </a:lnTo>
                  <a:lnTo>
                    <a:pt x="594372" y="80772"/>
                  </a:lnTo>
                  <a:lnTo>
                    <a:pt x="592848" y="80772"/>
                  </a:lnTo>
                  <a:lnTo>
                    <a:pt x="589800" y="79248"/>
                  </a:lnTo>
                  <a:lnTo>
                    <a:pt x="583704" y="79248"/>
                  </a:lnTo>
                  <a:lnTo>
                    <a:pt x="583704" y="38100"/>
                  </a:lnTo>
                  <a:lnTo>
                    <a:pt x="594372" y="27432"/>
                  </a:lnTo>
                  <a:lnTo>
                    <a:pt x="598944" y="24384"/>
                  </a:lnTo>
                  <a:lnTo>
                    <a:pt x="601992" y="22860"/>
                  </a:lnTo>
                  <a:lnTo>
                    <a:pt x="606564" y="21336"/>
                  </a:lnTo>
                  <a:lnTo>
                    <a:pt x="618756" y="21336"/>
                  </a:lnTo>
                  <a:lnTo>
                    <a:pt x="624852" y="22860"/>
                  </a:lnTo>
                  <a:lnTo>
                    <a:pt x="630948" y="28956"/>
                  </a:lnTo>
                  <a:lnTo>
                    <a:pt x="630948" y="79248"/>
                  </a:lnTo>
                  <a:lnTo>
                    <a:pt x="626376" y="79248"/>
                  </a:lnTo>
                  <a:lnTo>
                    <a:pt x="623328" y="80772"/>
                  </a:lnTo>
                  <a:lnTo>
                    <a:pt x="617232" y="86868"/>
                  </a:lnTo>
                  <a:lnTo>
                    <a:pt x="617232" y="94488"/>
                  </a:lnTo>
                  <a:lnTo>
                    <a:pt x="618756" y="97536"/>
                  </a:lnTo>
                  <a:lnTo>
                    <a:pt x="621804" y="99060"/>
                  </a:lnTo>
                  <a:lnTo>
                    <a:pt x="623328" y="100584"/>
                  </a:lnTo>
                  <a:lnTo>
                    <a:pt x="627900" y="102108"/>
                  </a:lnTo>
                  <a:lnTo>
                    <a:pt x="658380" y="102108"/>
                  </a:lnTo>
                  <a:lnTo>
                    <a:pt x="662952" y="100584"/>
                  </a:lnTo>
                  <a:lnTo>
                    <a:pt x="664476" y="99060"/>
                  </a:lnTo>
                  <a:lnTo>
                    <a:pt x="667524" y="97536"/>
                  </a:lnTo>
                  <a:lnTo>
                    <a:pt x="667524" y="85344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91" name="object 91"/>
            <p:cNvPicPr/>
            <p:nvPr/>
          </p:nvPicPr>
          <p:blipFill>
            <a:blip r:embed="rId50" cstate="print"/>
            <a:stretch>
              <a:fillRect/>
            </a:stretch>
          </p:blipFill>
          <p:spPr>
            <a:xfrm>
              <a:off x="3447287" y="4594860"/>
              <a:ext cx="252984" cy="105156"/>
            </a:xfrm>
            <a:prstGeom prst="rect">
              <a:avLst/>
            </a:prstGeom>
          </p:spPr>
        </p:pic>
        <p:pic>
          <p:nvPicPr>
            <p:cNvPr id="92" name="object 92"/>
            <p:cNvPicPr/>
            <p:nvPr/>
          </p:nvPicPr>
          <p:blipFill>
            <a:blip r:embed="rId51" cstate="print"/>
            <a:stretch>
              <a:fillRect/>
            </a:stretch>
          </p:blipFill>
          <p:spPr>
            <a:xfrm>
              <a:off x="3834383" y="4594860"/>
              <a:ext cx="144779" cy="102108"/>
            </a:xfrm>
            <a:prstGeom prst="rect">
              <a:avLst/>
            </a:prstGeom>
          </p:spPr>
        </p:pic>
        <p:sp>
          <p:nvSpPr>
            <p:cNvPr id="93" name="object 93"/>
            <p:cNvSpPr/>
            <p:nvPr/>
          </p:nvSpPr>
          <p:spPr>
            <a:xfrm>
              <a:off x="4024883" y="4559808"/>
              <a:ext cx="29209" cy="66040"/>
            </a:xfrm>
            <a:custGeom>
              <a:avLst/>
              <a:gdLst/>
              <a:ahLst/>
              <a:cxnLst/>
              <a:rect l="l" t="t" r="r" b="b"/>
              <a:pathLst>
                <a:path w="29210" h="66039">
                  <a:moveTo>
                    <a:pt x="18288" y="65532"/>
                  </a:moveTo>
                  <a:lnTo>
                    <a:pt x="10668" y="65532"/>
                  </a:lnTo>
                  <a:lnTo>
                    <a:pt x="10668" y="64008"/>
                  </a:lnTo>
                  <a:lnTo>
                    <a:pt x="7620" y="60960"/>
                  </a:lnTo>
                  <a:lnTo>
                    <a:pt x="7620" y="57912"/>
                  </a:lnTo>
                  <a:lnTo>
                    <a:pt x="0" y="0"/>
                  </a:lnTo>
                  <a:lnTo>
                    <a:pt x="28956" y="0"/>
                  </a:lnTo>
                  <a:lnTo>
                    <a:pt x="21336" y="57912"/>
                  </a:lnTo>
                  <a:lnTo>
                    <a:pt x="21336" y="62484"/>
                  </a:lnTo>
                  <a:lnTo>
                    <a:pt x="18288" y="65532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94" name="object 94"/>
            <p:cNvPicPr/>
            <p:nvPr/>
          </p:nvPicPr>
          <p:blipFill>
            <a:blip r:embed="rId52" cstate="print"/>
            <a:stretch>
              <a:fillRect/>
            </a:stretch>
          </p:blipFill>
          <p:spPr>
            <a:xfrm>
              <a:off x="4122420" y="4594860"/>
              <a:ext cx="102108" cy="105156"/>
            </a:xfrm>
            <a:prstGeom prst="rect">
              <a:avLst/>
            </a:prstGeom>
          </p:spPr>
        </p:pic>
        <p:pic>
          <p:nvPicPr>
            <p:cNvPr id="95" name="object 95"/>
            <p:cNvPicPr/>
            <p:nvPr/>
          </p:nvPicPr>
          <p:blipFill>
            <a:blip r:embed="rId53" cstate="print"/>
            <a:stretch>
              <a:fillRect/>
            </a:stretch>
          </p:blipFill>
          <p:spPr>
            <a:xfrm>
              <a:off x="4390644" y="4555236"/>
              <a:ext cx="106680" cy="141731"/>
            </a:xfrm>
            <a:prstGeom prst="rect">
              <a:avLst/>
            </a:prstGeom>
          </p:spPr>
        </p:pic>
        <p:pic>
          <p:nvPicPr>
            <p:cNvPr id="96" name="object 96"/>
            <p:cNvPicPr/>
            <p:nvPr/>
          </p:nvPicPr>
          <p:blipFill>
            <a:blip r:embed="rId54" cstate="print"/>
            <a:stretch>
              <a:fillRect/>
            </a:stretch>
          </p:blipFill>
          <p:spPr>
            <a:xfrm>
              <a:off x="4663440" y="4594860"/>
              <a:ext cx="102108" cy="105156"/>
            </a:xfrm>
            <a:prstGeom prst="rect">
              <a:avLst/>
            </a:prstGeom>
          </p:spPr>
        </p:pic>
        <p:pic>
          <p:nvPicPr>
            <p:cNvPr id="97" name="object 97"/>
            <p:cNvPicPr/>
            <p:nvPr/>
          </p:nvPicPr>
          <p:blipFill>
            <a:blip r:embed="rId55" cstate="print"/>
            <a:stretch>
              <a:fillRect/>
            </a:stretch>
          </p:blipFill>
          <p:spPr>
            <a:xfrm>
              <a:off x="4527804" y="4555236"/>
              <a:ext cx="106680" cy="141732"/>
            </a:xfrm>
            <a:prstGeom prst="rect">
              <a:avLst/>
            </a:prstGeom>
          </p:spPr>
        </p:pic>
        <p:pic>
          <p:nvPicPr>
            <p:cNvPr id="98" name="object 98"/>
            <p:cNvPicPr/>
            <p:nvPr/>
          </p:nvPicPr>
          <p:blipFill>
            <a:blip r:embed="rId56" cstate="print"/>
            <a:stretch>
              <a:fillRect/>
            </a:stretch>
          </p:blipFill>
          <p:spPr>
            <a:xfrm>
              <a:off x="4797552" y="4561332"/>
              <a:ext cx="115824" cy="138684"/>
            </a:xfrm>
            <a:prstGeom prst="rect">
              <a:avLst/>
            </a:prstGeom>
          </p:spPr>
        </p:pic>
        <p:pic>
          <p:nvPicPr>
            <p:cNvPr id="99" name="object 99"/>
            <p:cNvPicPr/>
            <p:nvPr/>
          </p:nvPicPr>
          <p:blipFill>
            <a:blip r:embed="rId57" cstate="print"/>
            <a:stretch>
              <a:fillRect/>
            </a:stretch>
          </p:blipFill>
          <p:spPr>
            <a:xfrm>
              <a:off x="5064251" y="4561332"/>
              <a:ext cx="243840" cy="138684"/>
            </a:xfrm>
            <a:prstGeom prst="rect">
              <a:avLst/>
            </a:prstGeom>
          </p:spPr>
        </p:pic>
        <p:sp>
          <p:nvSpPr>
            <p:cNvPr id="100" name="object 100"/>
            <p:cNvSpPr/>
            <p:nvPr/>
          </p:nvSpPr>
          <p:spPr>
            <a:xfrm>
              <a:off x="5449824" y="4555236"/>
              <a:ext cx="542925" cy="144780"/>
            </a:xfrm>
            <a:custGeom>
              <a:avLst/>
              <a:gdLst/>
              <a:ahLst/>
              <a:cxnLst/>
              <a:rect l="l" t="t" r="r" b="b"/>
              <a:pathLst>
                <a:path w="542925" h="144779">
                  <a:moveTo>
                    <a:pt x="135636" y="50292"/>
                  </a:moveTo>
                  <a:lnTo>
                    <a:pt x="134112" y="47244"/>
                  </a:lnTo>
                  <a:lnTo>
                    <a:pt x="129540" y="42672"/>
                  </a:lnTo>
                  <a:lnTo>
                    <a:pt x="89916" y="42672"/>
                  </a:lnTo>
                  <a:lnTo>
                    <a:pt x="88392" y="45720"/>
                  </a:lnTo>
                  <a:lnTo>
                    <a:pt x="85344" y="47244"/>
                  </a:lnTo>
                  <a:lnTo>
                    <a:pt x="83820" y="50292"/>
                  </a:lnTo>
                  <a:lnTo>
                    <a:pt x="83820" y="57912"/>
                  </a:lnTo>
                  <a:lnTo>
                    <a:pt x="85344" y="60960"/>
                  </a:lnTo>
                  <a:lnTo>
                    <a:pt x="89916" y="62484"/>
                  </a:lnTo>
                  <a:lnTo>
                    <a:pt x="91440" y="64008"/>
                  </a:lnTo>
                  <a:lnTo>
                    <a:pt x="100584" y="64008"/>
                  </a:lnTo>
                  <a:lnTo>
                    <a:pt x="91440" y="100584"/>
                  </a:lnTo>
                  <a:lnTo>
                    <a:pt x="77724" y="64008"/>
                  </a:lnTo>
                  <a:lnTo>
                    <a:pt x="57912" y="64008"/>
                  </a:lnTo>
                  <a:lnTo>
                    <a:pt x="44196" y="100584"/>
                  </a:lnTo>
                  <a:lnTo>
                    <a:pt x="35052" y="64008"/>
                  </a:lnTo>
                  <a:lnTo>
                    <a:pt x="44196" y="64008"/>
                  </a:lnTo>
                  <a:lnTo>
                    <a:pt x="47244" y="62484"/>
                  </a:lnTo>
                  <a:lnTo>
                    <a:pt x="50292" y="56388"/>
                  </a:lnTo>
                  <a:lnTo>
                    <a:pt x="50292" y="47244"/>
                  </a:lnTo>
                  <a:lnTo>
                    <a:pt x="47244" y="45720"/>
                  </a:lnTo>
                  <a:lnTo>
                    <a:pt x="45720" y="42672"/>
                  </a:lnTo>
                  <a:lnTo>
                    <a:pt x="6096" y="42672"/>
                  </a:lnTo>
                  <a:lnTo>
                    <a:pt x="1524" y="47244"/>
                  </a:lnTo>
                  <a:lnTo>
                    <a:pt x="0" y="50292"/>
                  </a:lnTo>
                  <a:lnTo>
                    <a:pt x="0" y="56388"/>
                  </a:lnTo>
                  <a:lnTo>
                    <a:pt x="1524" y="59436"/>
                  </a:lnTo>
                  <a:lnTo>
                    <a:pt x="4572" y="62484"/>
                  </a:lnTo>
                  <a:lnTo>
                    <a:pt x="7620" y="64008"/>
                  </a:lnTo>
                  <a:lnTo>
                    <a:pt x="12192" y="64008"/>
                  </a:lnTo>
                  <a:lnTo>
                    <a:pt x="30480" y="141732"/>
                  </a:lnTo>
                  <a:lnTo>
                    <a:pt x="51816" y="141732"/>
                  </a:lnTo>
                  <a:lnTo>
                    <a:pt x="67056" y="100584"/>
                  </a:lnTo>
                  <a:lnTo>
                    <a:pt x="83820" y="141732"/>
                  </a:lnTo>
                  <a:lnTo>
                    <a:pt x="105156" y="141732"/>
                  </a:lnTo>
                  <a:lnTo>
                    <a:pt x="123444" y="64008"/>
                  </a:lnTo>
                  <a:lnTo>
                    <a:pt x="128016" y="64008"/>
                  </a:lnTo>
                  <a:lnTo>
                    <a:pt x="131064" y="62484"/>
                  </a:lnTo>
                  <a:lnTo>
                    <a:pt x="134112" y="59436"/>
                  </a:lnTo>
                  <a:lnTo>
                    <a:pt x="135636" y="56388"/>
                  </a:lnTo>
                  <a:lnTo>
                    <a:pt x="135636" y="50292"/>
                  </a:lnTo>
                  <a:close/>
                </a:path>
                <a:path w="542925" h="144779">
                  <a:moveTo>
                    <a:pt x="265176" y="126492"/>
                  </a:moveTo>
                  <a:lnTo>
                    <a:pt x="263652" y="123444"/>
                  </a:lnTo>
                  <a:lnTo>
                    <a:pt x="260604" y="120396"/>
                  </a:lnTo>
                  <a:lnTo>
                    <a:pt x="257556" y="120396"/>
                  </a:lnTo>
                  <a:lnTo>
                    <a:pt x="254508" y="118872"/>
                  </a:lnTo>
                  <a:lnTo>
                    <a:pt x="248412" y="118872"/>
                  </a:lnTo>
                  <a:lnTo>
                    <a:pt x="248412" y="68580"/>
                  </a:lnTo>
                  <a:lnTo>
                    <a:pt x="246888" y="60960"/>
                  </a:lnTo>
                  <a:lnTo>
                    <a:pt x="242316" y="54864"/>
                  </a:lnTo>
                  <a:lnTo>
                    <a:pt x="239268" y="50292"/>
                  </a:lnTo>
                  <a:lnTo>
                    <a:pt x="233172" y="45720"/>
                  </a:lnTo>
                  <a:lnTo>
                    <a:pt x="227076" y="42672"/>
                  </a:lnTo>
                  <a:lnTo>
                    <a:pt x="214884" y="39624"/>
                  </a:lnTo>
                  <a:lnTo>
                    <a:pt x="196596" y="39624"/>
                  </a:lnTo>
                  <a:lnTo>
                    <a:pt x="182880" y="44196"/>
                  </a:lnTo>
                  <a:lnTo>
                    <a:pt x="178308" y="47244"/>
                  </a:lnTo>
                  <a:lnTo>
                    <a:pt x="178308" y="0"/>
                  </a:lnTo>
                  <a:lnTo>
                    <a:pt x="143256" y="0"/>
                  </a:lnTo>
                  <a:lnTo>
                    <a:pt x="138684" y="4572"/>
                  </a:lnTo>
                  <a:lnTo>
                    <a:pt x="137160" y="7620"/>
                  </a:lnTo>
                  <a:lnTo>
                    <a:pt x="137160" y="13716"/>
                  </a:lnTo>
                  <a:lnTo>
                    <a:pt x="138684" y="16764"/>
                  </a:lnTo>
                  <a:lnTo>
                    <a:pt x="143256" y="21336"/>
                  </a:lnTo>
                  <a:lnTo>
                    <a:pt x="155448" y="21336"/>
                  </a:lnTo>
                  <a:lnTo>
                    <a:pt x="155448" y="118872"/>
                  </a:lnTo>
                  <a:lnTo>
                    <a:pt x="149352" y="118872"/>
                  </a:lnTo>
                  <a:lnTo>
                    <a:pt x="146304" y="120396"/>
                  </a:lnTo>
                  <a:lnTo>
                    <a:pt x="144780" y="120396"/>
                  </a:lnTo>
                  <a:lnTo>
                    <a:pt x="140208" y="123444"/>
                  </a:lnTo>
                  <a:lnTo>
                    <a:pt x="138684" y="126492"/>
                  </a:lnTo>
                  <a:lnTo>
                    <a:pt x="138684" y="134112"/>
                  </a:lnTo>
                  <a:lnTo>
                    <a:pt x="140208" y="137160"/>
                  </a:lnTo>
                  <a:lnTo>
                    <a:pt x="143256" y="138684"/>
                  </a:lnTo>
                  <a:lnTo>
                    <a:pt x="144780" y="140208"/>
                  </a:lnTo>
                  <a:lnTo>
                    <a:pt x="149352" y="141732"/>
                  </a:lnTo>
                  <a:lnTo>
                    <a:pt x="185928" y="141732"/>
                  </a:lnTo>
                  <a:lnTo>
                    <a:pt x="192024" y="138684"/>
                  </a:lnTo>
                  <a:lnTo>
                    <a:pt x="193548" y="137160"/>
                  </a:lnTo>
                  <a:lnTo>
                    <a:pt x="195072" y="134112"/>
                  </a:lnTo>
                  <a:lnTo>
                    <a:pt x="195072" y="126492"/>
                  </a:lnTo>
                  <a:lnTo>
                    <a:pt x="193548" y="123444"/>
                  </a:lnTo>
                  <a:lnTo>
                    <a:pt x="188976" y="120396"/>
                  </a:lnTo>
                  <a:lnTo>
                    <a:pt x="187452" y="120396"/>
                  </a:lnTo>
                  <a:lnTo>
                    <a:pt x="184404" y="118872"/>
                  </a:lnTo>
                  <a:lnTo>
                    <a:pt x="178308" y="118872"/>
                  </a:lnTo>
                  <a:lnTo>
                    <a:pt x="178308" y="77724"/>
                  </a:lnTo>
                  <a:lnTo>
                    <a:pt x="184404" y="70104"/>
                  </a:lnTo>
                  <a:lnTo>
                    <a:pt x="190500" y="67056"/>
                  </a:lnTo>
                  <a:lnTo>
                    <a:pt x="193548" y="64008"/>
                  </a:lnTo>
                  <a:lnTo>
                    <a:pt x="202692" y="60960"/>
                  </a:lnTo>
                  <a:lnTo>
                    <a:pt x="213360" y="60960"/>
                  </a:lnTo>
                  <a:lnTo>
                    <a:pt x="219456" y="62484"/>
                  </a:lnTo>
                  <a:lnTo>
                    <a:pt x="222504" y="67056"/>
                  </a:lnTo>
                  <a:lnTo>
                    <a:pt x="225552" y="68580"/>
                  </a:lnTo>
                  <a:lnTo>
                    <a:pt x="225552" y="118872"/>
                  </a:lnTo>
                  <a:lnTo>
                    <a:pt x="220980" y="118872"/>
                  </a:lnTo>
                  <a:lnTo>
                    <a:pt x="216408" y="120396"/>
                  </a:lnTo>
                  <a:lnTo>
                    <a:pt x="214884" y="120396"/>
                  </a:lnTo>
                  <a:lnTo>
                    <a:pt x="211836" y="123444"/>
                  </a:lnTo>
                  <a:lnTo>
                    <a:pt x="210312" y="126492"/>
                  </a:lnTo>
                  <a:lnTo>
                    <a:pt x="210312" y="137160"/>
                  </a:lnTo>
                  <a:lnTo>
                    <a:pt x="213360" y="138684"/>
                  </a:lnTo>
                  <a:lnTo>
                    <a:pt x="214884" y="140208"/>
                  </a:lnTo>
                  <a:lnTo>
                    <a:pt x="219456" y="141732"/>
                  </a:lnTo>
                  <a:lnTo>
                    <a:pt x="256032" y="141732"/>
                  </a:lnTo>
                  <a:lnTo>
                    <a:pt x="262128" y="138684"/>
                  </a:lnTo>
                  <a:lnTo>
                    <a:pt x="263652" y="137160"/>
                  </a:lnTo>
                  <a:lnTo>
                    <a:pt x="265176" y="134112"/>
                  </a:lnTo>
                  <a:lnTo>
                    <a:pt x="265176" y="126492"/>
                  </a:lnTo>
                  <a:close/>
                </a:path>
                <a:path w="542925" h="144779">
                  <a:moveTo>
                    <a:pt x="393192" y="102108"/>
                  </a:moveTo>
                  <a:lnTo>
                    <a:pt x="381927" y="60960"/>
                  </a:lnTo>
                  <a:lnTo>
                    <a:pt x="370332" y="50431"/>
                  </a:lnTo>
                  <a:lnTo>
                    <a:pt x="370332" y="100584"/>
                  </a:lnTo>
                  <a:lnTo>
                    <a:pt x="367284" y="108204"/>
                  </a:lnTo>
                  <a:lnTo>
                    <a:pt x="335280" y="123444"/>
                  </a:lnTo>
                  <a:lnTo>
                    <a:pt x="327799" y="122872"/>
                  </a:lnTo>
                  <a:lnTo>
                    <a:pt x="300228" y="100584"/>
                  </a:lnTo>
                  <a:lnTo>
                    <a:pt x="300228" y="85344"/>
                  </a:lnTo>
                  <a:lnTo>
                    <a:pt x="335280" y="60960"/>
                  </a:lnTo>
                  <a:lnTo>
                    <a:pt x="343852" y="61798"/>
                  </a:lnTo>
                  <a:lnTo>
                    <a:pt x="370332" y="100584"/>
                  </a:lnTo>
                  <a:lnTo>
                    <a:pt x="370332" y="50431"/>
                  </a:lnTo>
                  <a:lnTo>
                    <a:pt x="364236" y="47244"/>
                  </a:lnTo>
                  <a:lnTo>
                    <a:pt x="357352" y="43484"/>
                  </a:lnTo>
                  <a:lnTo>
                    <a:pt x="350329" y="41148"/>
                  </a:lnTo>
                  <a:lnTo>
                    <a:pt x="343014" y="39966"/>
                  </a:lnTo>
                  <a:lnTo>
                    <a:pt x="335280" y="39624"/>
                  </a:lnTo>
                  <a:lnTo>
                    <a:pt x="327533" y="39966"/>
                  </a:lnTo>
                  <a:lnTo>
                    <a:pt x="288963" y="60756"/>
                  </a:lnTo>
                  <a:lnTo>
                    <a:pt x="277368" y="92964"/>
                  </a:lnTo>
                  <a:lnTo>
                    <a:pt x="277914" y="99809"/>
                  </a:lnTo>
                  <a:lnTo>
                    <a:pt x="299770" y="134734"/>
                  </a:lnTo>
                  <a:lnTo>
                    <a:pt x="335280" y="144780"/>
                  </a:lnTo>
                  <a:lnTo>
                    <a:pt x="343039" y="144475"/>
                  </a:lnTo>
                  <a:lnTo>
                    <a:pt x="382473" y="124333"/>
                  </a:lnTo>
                  <a:lnTo>
                    <a:pt x="383222" y="123444"/>
                  </a:lnTo>
                  <a:lnTo>
                    <a:pt x="387096" y="118872"/>
                  </a:lnTo>
                  <a:lnTo>
                    <a:pt x="391668" y="111252"/>
                  </a:lnTo>
                  <a:lnTo>
                    <a:pt x="393192" y="102108"/>
                  </a:lnTo>
                  <a:close/>
                </a:path>
                <a:path w="542925" h="144779">
                  <a:moveTo>
                    <a:pt x="542544" y="126492"/>
                  </a:moveTo>
                  <a:lnTo>
                    <a:pt x="536448" y="120396"/>
                  </a:lnTo>
                  <a:lnTo>
                    <a:pt x="533400" y="118872"/>
                  </a:lnTo>
                  <a:lnTo>
                    <a:pt x="528828" y="118872"/>
                  </a:lnTo>
                  <a:lnTo>
                    <a:pt x="528828" y="59436"/>
                  </a:lnTo>
                  <a:lnTo>
                    <a:pt x="524256" y="51816"/>
                  </a:lnTo>
                  <a:lnTo>
                    <a:pt x="518160" y="45720"/>
                  </a:lnTo>
                  <a:lnTo>
                    <a:pt x="512064" y="41148"/>
                  </a:lnTo>
                  <a:lnTo>
                    <a:pt x="505968" y="39624"/>
                  </a:lnTo>
                  <a:lnTo>
                    <a:pt x="489204" y="39624"/>
                  </a:lnTo>
                  <a:lnTo>
                    <a:pt x="486156" y="41148"/>
                  </a:lnTo>
                  <a:lnTo>
                    <a:pt x="481584" y="42672"/>
                  </a:lnTo>
                  <a:lnTo>
                    <a:pt x="477012" y="45720"/>
                  </a:lnTo>
                  <a:lnTo>
                    <a:pt x="473964" y="48768"/>
                  </a:lnTo>
                  <a:lnTo>
                    <a:pt x="467868" y="42672"/>
                  </a:lnTo>
                  <a:lnTo>
                    <a:pt x="464820" y="41148"/>
                  </a:lnTo>
                  <a:lnTo>
                    <a:pt x="460248" y="39624"/>
                  </a:lnTo>
                  <a:lnTo>
                    <a:pt x="446532" y="39624"/>
                  </a:lnTo>
                  <a:lnTo>
                    <a:pt x="443484" y="41148"/>
                  </a:lnTo>
                  <a:lnTo>
                    <a:pt x="441960" y="42672"/>
                  </a:lnTo>
                  <a:lnTo>
                    <a:pt x="437388" y="44196"/>
                  </a:lnTo>
                  <a:lnTo>
                    <a:pt x="434340" y="48768"/>
                  </a:lnTo>
                  <a:lnTo>
                    <a:pt x="434340" y="42672"/>
                  </a:lnTo>
                  <a:lnTo>
                    <a:pt x="403860" y="42672"/>
                  </a:lnTo>
                  <a:lnTo>
                    <a:pt x="399288" y="47244"/>
                  </a:lnTo>
                  <a:lnTo>
                    <a:pt x="397764" y="50292"/>
                  </a:lnTo>
                  <a:lnTo>
                    <a:pt x="397764" y="56388"/>
                  </a:lnTo>
                  <a:lnTo>
                    <a:pt x="399288" y="59436"/>
                  </a:lnTo>
                  <a:lnTo>
                    <a:pt x="403860" y="64008"/>
                  </a:lnTo>
                  <a:lnTo>
                    <a:pt x="411480" y="64008"/>
                  </a:lnTo>
                  <a:lnTo>
                    <a:pt x="411480" y="118872"/>
                  </a:lnTo>
                  <a:lnTo>
                    <a:pt x="406908" y="118872"/>
                  </a:lnTo>
                  <a:lnTo>
                    <a:pt x="400812" y="121920"/>
                  </a:lnTo>
                  <a:lnTo>
                    <a:pt x="399288" y="124968"/>
                  </a:lnTo>
                  <a:lnTo>
                    <a:pt x="397764" y="126492"/>
                  </a:lnTo>
                  <a:lnTo>
                    <a:pt x="397764" y="134112"/>
                  </a:lnTo>
                  <a:lnTo>
                    <a:pt x="399288" y="137160"/>
                  </a:lnTo>
                  <a:lnTo>
                    <a:pt x="400812" y="138684"/>
                  </a:lnTo>
                  <a:lnTo>
                    <a:pt x="406908" y="141732"/>
                  </a:lnTo>
                  <a:lnTo>
                    <a:pt x="438912" y="141732"/>
                  </a:lnTo>
                  <a:lnTo>
                    <a:pt x="445008" y="138684"/>
                  </a:lnTo>
                  <a:lnTo>
                    <a:pt x="446532" y="137160"/>
                  </a:lnTo>
                  <a:lnTo>
                    <a:pt x="448056" y="134112"/>
                  </a:lnTo>
                  <a:lnTo>
                    <a:pt x="448056" y="126492"/>
                  </a:lnTo>
                  <a:lnTo>
                    <a:pt x="446532" y="124968"/>
                  </a:lnTo>
                  <a:lnTo>
                    <a:pt x="445008" y="121920"/>
                  </a:lnTo>
                  <a:lnTo>
                    <a:pt x="438912" y="118872"/>
                  </a:lnTo>
                  <a:lnTo>
                    <a:pt x="434340" y="118872"/>
                  </a:lnTo>
                  <a:lnTo>
                    <a:pt x="434340" y="73152"/>
                  </a:lnTo>
                  <a:lnTo>
                    <a:pt x="437388" y="68580"/>
                  </a:lnTo>
                  <a:lnTo>
                    <a:pt x="440436" y="65532"/>
                  </a:lnTo>
                  <a:lnTo>
                    <a:pt x="446532" y="62484"/>
                  </a:lnTo>
                  <a:lnTo>
                    <a:pt x="448056" y="60960"/>
                  </a:lnTo>
                  <a:lnTo>
                    <a:pt x="454152" y="60960"/>
                  </a:lnTo>
                  <a:lnTo>
                    <a:pt x="458724" y="65532"/>
                  </a:lnTo>
                  <a:lnTo>
                    <a:pt x="458724" y="141732"/>
                  </a:lnTo>
                  <a:lnTo>
                    <a:pt x="486156" y="141732"/>
                  </a:lnTo>
                  <a:lnTo>
                    <a:pt x="492252" y="138684"/>
                  </a:lnTo>
                  <a:lnTo>
                    <a:pt x="493776" y="137160"/>
                  </a:lnTo>
                  <a:lnTo>
                    <a:pt x="495300" y="134112"/>
                  </a:lnTo>
                  <a:lnTo>
                    <a:pt x="495300" y="126492"/>
                  </a:lnTo>
                  <a:lnTo>
                    <a:pt x="493776" y="124968"/>
                  </a:lnTo>
                  <a:lnTo>
                    <a:pt x="492252" y="121920"/>
                  </a:lnTo>
                  <a:lnTo>
                    <a:pt x="486156" y="118872"/>
                  </a:lnTo>
                  <a:lnTo>
                    <a:pt x="481584" y="118872"/>
                  </a:lnTo>
                  <a:lnTo>
                    <a:pt x="481584" y="73152"/>
                  </a:lnTo>
                  <a:lnTo>
                    <a:pt x="484632" y="68580"/>
                  </a:lnTo>
                  <a:lnTo>
                    <a:pt x="489204" y="65532"/>
                  </a:lnTo>
                  <a:lnTo>
                    <a:pt x="490728" y="64008"/>
                  </a:lnTo>
                  <a:lnTo>
                    <a:pt x="493776" y="62484"/>
                  </a:lnTo>
                  <a:lnTo>
                    <a:pt x="495300" y="60960"/>
                  </a:lnTo>
                  <a:lnTo>
                    <a:pt x="501396" y="60960"/>
                  </a:lnTo>
                  <a:lnTo>
                    <a:pt x="504444" y="64008"/>
                  </a:lnTo>
                  <a:lnTo>
                    <a:pt x="504444" y="65532"/>
                  </a:lnTo>
                  <a:lnTo>
                    <a:pt x="505968" y="67056"/>
                  </a:lnTo>
                  <a:lnTo>
                    <a:pt x="505968" y="141732"/>
                  </a:lnTo>
                  <a:lnTo>
                    <a:pt x="531876" y="141732"/>
                  </a:lnTo>
                  <a:lnTo>
                    <a:pt x="536448" y="140208"/>
                  </a:lnTo>
                  <a:lnTo>
                    <a:pt x="537972" y="138684"/>
                  </a:lnTo>
                  <a:lnTo>
                    <a:pt x="541020" y="137160"/>
                  </a:lnTo>
                  <a:lnTo>
                    <a:pt x="542544" y="134112"/>
                  </a:lnTo>
                  <a:lnTo>
                    <a:pt x="542544" y="126492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01" name="object 101"/>
            <p:cNvPicPr/>
            <p:nvPr/>
          </p:nvPicPr>
          <p:blipFill>
            <a:blip r:embed="rId58" cstate="print"/>
            <a:stretch>
              <a:fillRect/>
            </a:stretch>
          </p:blipFill>
          <p:spPr>
            <a:xfrm>
              <a:off x="6115811" y="4594860"/>
              <a:ext cx="143255" cy="102108"/>
            </a:xfrm>
            <a:prstGeom prst="rect">
              <a:avLst/>
            </a:prstGeom>
          </p:spPr>
        </p:pic>
        <p:pic>
          <p:nvPicPr>
            <p:cNvPr id="102" name="object 102"/>
            <p:cNvPicPr/>
            <p:nvPr/>
          </p:nvPicPr>
          <p:blipFill>
            <a:blip r:embed="rId59" cstate="print"/>
            <a:stretch>
              <a:fillRect/>
            </a:stretch>
          </p:blipFill>
          <p:spPr>
            <a:xfrm>
              <a:off x="6393180" y="4555236"/>
              <a:ext cx="259079" cy="144780"/>
            </a:xfrm>
            <a:prstGeom prst="rect">
              <a:avLst/>
            </a:prstGeom>
          </p:spPr>
        </p:pic>
        <p:pic>
          <p:nvPicPr>
            <p:cNvPr id="103" name="object 103"/>
            <p:cNvPicPr/>
            <p:nvPr/>
          </p:nvPicPr>
          <p:blipFill>
            <a:blip r:embed="rId60" cstate="print"/>
            <a:stretch>
              <a:fillRect/>
            </a:stretch>
          </p:blipFill>
          <p:spPr>
            <a:xfrm>
              <a:off x="6673595" y="4594860"/>
              <a:ext cx="102108" cy="105156"/>
            </a:xfrm>
            <a:prstGeom prst="rect">
              <a:avLst/>
            </a:prstGeom>
          </p:spPr>
        </p:pic>
        <p:pic>
          <p:nvPicPr>
            <p:cNvPr id="104" name="object 104"/>
            <p:cNvPicPr/>
            <p:nvPr/>
          </p:nvPicPr>
          <p:blipFill>
            <a:blip r:embed="rId61" cstate="print"/>
            <a:stretch>
              <a:fillRect/>
            </a:stretch>
          </p:blipFill>
          <p:spPr>
            <a:xfrm>
              <a:off x="6931152" y="4594860"/>
              <a:ext cx="252983" cy="105156"/>
            </a:xfrm>
            <a:prstGeom prst="rect">
              <a:avLst/>
            </a:prstGeom>
          </p:spPr>
        </p:pic>
        <p:pic>
          <p:nvPicPr>
            <p:cNvPr id="105" name="object 105"/>
            <p:cNvPicPr/>
            <p:nvPr/>
          </p:nvPicPr>
          <p:blipFill>
            <a:blip r:embed="rId62" cstate="print"/>
            <a:stretch>
              <a:fillRect/>
            </a:stretch>
          </p:blipFill>
          <p:spPr>
            <a:xfrm>
              <a:off x="7208519" y="4561332"/>
              <a:ext cx="115824" cy="138684"/>
            </a:xfrm>
            <a:prstGeom prst="rect">
              <a:avLst/>
            </a:prstGeom>
          </p:spPr>
        </p:pic>
        <p:pic>
          <p:nvPicPr>
            <p:cNvPr id="106" name="object 106"/>
            <p:cNvPicPr/>
            <p:nvPr/>
          </p:nvPicPr>
          <p:blipFill>
            <a:blip r:embed="rId63" cstate="print"/>
            <a:stretch>
              <a:fillRect/>
            </a:stretch>
          </p:blipFill>
          <p:spPr>
            <a:xfrm>
              <a:off x="7464552" y="4594860"/>
              <a:ext cx="256031" cy="149351"/>
            </a:xfrm>
            <a:prstGeom prst="rect">
              <a:avLst/>
            </a:prstGeom>
          </p:spPr>
        </p:pic>
        <p:pic>
          <p:nvPicPr>
            <p:cNvPr id="107" name="object 107"/>
            <p:cNvPicPr/>
            <p:nvPr/>
          </p:nvPicPr>
          <p:blipFill>
            <a:blip r:embed="rId64" cstate="print"/>
            <a:stretch>
              <a:fillRect/>
            </a:stretch>
          </p:blipFill>
          <p:spPr>
            <a:xfrm>
              <a:off x="7746492" y="4561332"/>
              <a:ext cx="117348" cy="138684"/>
            </a:xfrm>
            <a:prstGeom prst="rect">
              <a:avLst/>
            </a:prstGeom>
          </p:spPr>
        </p:pic>
        <p:pic>
          <p:nvPicPr>
            <p:cNvPr id="108" name="object 108"/>
            <p:cNvPicPr/>
            <p:nvPr/>
          </p:nvPicPr>
          <p:blipFill>
            <a:blip r:embed="rId65" cstate="print"/>
            <a:stretch>
              <a:fillRect/>
            </a:stretch>
          </p:blipFill>
          <p:spPr>
            <a:xfrm>
              <a:off x="7999476" y="4555236"/>
              <a:ext cx="1075944" cy="188976"/>
            </a:xfrm>
            <a:prstGeom prst="rect">
              <a:avLst/>
            </a:prstGeom>
          </p:spPr>
        </p:pic>
        <p:pic>
          <p:nvPicPr>
            <p:cNvPr id="109" name="object 109"/>
            <p:cNvPicPr/>
            <p:nvPr/>
          </p:nvPicPr>
          <p:blipFill>
            <a:blip r:embed="rId66" cstate="print"/>
            <a:stretch>
              <a:fillRect/>
            </a:stretch>
          </p:blipFill>
          <p:spPr>
            <a:xfrm>
              <a:off x="1664208" y="4876800"/>
              <a:ext cx="106680" cy="141732"/>
            </a:xfrm>
            <a:prstGeom prst="rect">
              <a:avLst/>
            </a:prstGeom>
          </p:spPr>
        </p:pic>
        <p:pic>
          <p:nvPicPr>
            <p:cNvPr id="110" name="object 110"/>
            <p:cNvPicPr/>
            <p:nvPr/>
          </p:nvPicPr>
          <p:blipFill>
            <a:blip r:embed="rId67" cstate="print"/>
            <a:stretch>
              <a:fillRect/>
            </a:stretch>
          </p:blipFill>
          <p:spPr>
            <a:xfrm>
              <a:off x="1801367" y="4876799"/>
              <a:ext cx="111252" cy="141731"/>
            </a:xfrm>
            <a:prstGeom prst="rect">
              <a:avLst/>
            </a:prstGeom>
          </p:spPr>
        </p:pic>
        <p:sp>
          <p:nvSpPr>
            <p:cNvPr id="111" name="object 111"/>
            <p:cNvSpPr/>
            <p:nvPr/>
          </p:nvSpPr>
          <p:spPr>
            <a:xfrm>
              <a:off x="2110740" y="4873752"/>
              <a:ext cx="50800" cy="180340"/>
            </a:xfrm>
            <a:custGeom>
              <a:avLst/>
              <a:gdLst/>
              <a:ahLst/>
              <a:cxnLst/>
              <a:rect l="l" t="t" r="r" b="b"/>
              <a:pathLst>
                <a:path w="50800" h="180339">
                  <a:moveTo>
                    <a:pt x="42672" y="179832"/>
                  </a:moveTo>
                  <a:lnTo>
                    <a:pt x="36576" y="179832"/>
                  </a:lnTo>
                  <a:lnTo>
                    <a:pt x="35052" y="178308"/>
                  </a:lnTo>
                  <a:lnTo>
                    <a:pt x="32004" y="176784"/>
                  </a:lnTo>
                  <a:lnTo>
                    <a:pt x="28956" y="173736"/>
                  </a:lnTo>
                  <a:lnTo>
                    <a:pt x="25908" y="169164"/>
                  </a:lnTo>
                  <a:lnTo>
                    <a:pt x="21336" y="160020"/>
                  </a:lnTo>
                  <a:lnTo>
                    <a:pt x="16168" y="150304"/>
                  </a:lnTo>
                  <a:lnTo>
                    <a:pt x="1904" y="108394"/>
                  </a:lnTo>
                  <a:lnTo>
                    <a:pt x="0" y="89916"/>
                  </a:lnTo>
                  <a:lnTo>
                    <a:pt x="547" y="80533"/>
                  </a:lnTo>
                  <a:lnTo>
                    <a:pt x="13335" y="35814"/>
                  </a:lnTo>
                  <a:lnTo>
                    <a:pt x="21336" y="19812"/>
                  </a:lnTo>
                  <a:lnTo>
                    <a:pt x="25908" y="10668"/>
                  </a:lnTo>
                  <a:lnTo>
                    <a:pt x="30480" y="6096"/>
                  </a:lnTo>
                  <a:lnTo>
                    <a:pt x="32004" y="3048"/>
                  </a:lnTo>
                  <a:lnTo>
                    <a:pt x="35052" y="1524"/>
                  </a:lnTo>
                  <a:lnTo>
                    <a:pt x="36576" y="0"/>
                  </a:lnTo>
                  <a:lnTo>
                    <a:pt x="42672" y="0"/>
                  </a:lnTo>
                  <a:lnTo>
                    <a:pt x="45719" y="1524"/>
                  </a:lnTo>
                  <a:lnTo>
                    <a:pt x="47244" y="4572"/>
                  </a:lnTo>
                  <a:lnTo>
                    <a:pt x="50292" y="6096"/>
                  </a:lnTo>
                  <a:lnTo>
                    <a:pt x="50292" y="16764"/>
                  </a:lnTo>
                  <a:lnTo>
                    <a:pt x="48768" y="19812"/>
                  </a:lnTo>
                  <a:lnTo>
                    <a:pt x="43338" y="28956"/>
                  </a:lnTo>
                  <a:lnTo>
                    <a:pt x="38481" y="38100"/>
                  </a:lnTo>
                  <a:lnTo>
                    <a:pt x="26193" y="81033"/>
                  </a:lnTo>
                  <a:lnTo>
                    <a:pt x="25908" y="89916"/>
                  </a:lnTo>
                  <a:lnTo>
                    <a:pt x="26193" y="98821"/>
                  </a:lnTo>
                  <a:lnTo>
                    <a:pt x="38481" y="142113"/>
                  </a:lnTo>
                  <a:lnTo>
                    <a:pt x="50292" y="163068"/>
                  </a:lnTo>
                  <a:lnTo>
                    <a:pt x="50292" y="173736"/>
                  </a:lnTo>
                  <a:lnTo>
                    <a:pt x="45719" y="178308"/>
                  </a:lnTo>
                  <a:lnTo>
                    <a:pt x="42672" y="179832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12" name="object 112"/>
            <p:cNvPicPr/>
            <p:nvPr/>
          </p:nvPicPr>
          <p:blipFill>
            <a:blip r:embed="rId68" cstate="print"/>
            <a:stretch>
              <a:fillRect/>
            </a:stretch>
          </p:blipFill>
          <p:spPr>
            <a:xfrm>
              <a:off x="2185416" y="4919472"/>
              <a:ext cx="135636" cy="99060"/>
            </a:xfrm>
            <a:prstGeom prst="rect">
              <a:avLst/>
            </a:prstGeom>
          </p:spPr>
        </p:pic>
        <p:pic>
          <p:nvPicPr>
            <p:cNvPr id="113" name="object 113"/>
            <p:cNvPicPr/>
            <p:nvPr/>
          </p:nvPicPr>
          <p:blipFill>
            <a:blip r:embed="rId69" cstate="print"/>
            <a:stretch>
              <a:fillRect/>
            </a:stretch>
          </p:blipFill>
          <p:spPr>
            <a:xfrm>
              <a:off x="2467355" y="4876800"/>
              <a:ext cx="106680" cy="141732"/>
            </a:xfrm>
            <a:prstGeom prst="rect">
              <a:avLst/>
            </a:prstGeom>
          </p:spPr>
        </p:pic>
        <p:pic>
          <p:nvPicPr>
            <p:cNvPr id="114" name="object 114"/>
            <p:cNvPicPr/>
            <p:nvPr/>
          </p:nvPicPr>
          <p:blipFill>
            <a:blip r:embed="rId70" cstate="print"/>
            <a:stretch>
              <a:fillRect/>
            </a:stretch>
          </p:blipFill>
          <p:spPr>
            <a:xfrm>
              <a:off x="2604516" y="4916424"/>
              <a:ext cx="102107" cy="105156"/>
            </a:xfrm>
            <a:prstGeom prst="rect">
              <a:avLst/>
            </a:prstGeom>
          </p:spPr>
        </p:pic>
        <p:pic>
          <p:nvPicPr>
            <p:cNvPr id="115" name="object 115"/>
            <p:cNvPicPr/>
            <p:nvPr/>
          </p:nvPicPr>
          <p:blipFill>
            <a:blip r:embed="rId71" cstate="print"/>
            <a:stretch>
              <a:fillRect/>
            </a:stretch>
          </p:blipFill>
          <p:spPr>
            <a:xfrm>
              <a:off x="2871216" y="4876799"/>
              <a:ext cx="112775" cy="141731"/>
            </a:xfrm>
            <a:prstGeom prst="rect">
              <a:avLst/>
            </a:prstGeom>
          </p:spPr>
        </p:pic>
        <p:pic>
          <p:nvPicPr>
            <p:cNvPr id="116" name="object 116"/>
            <p:cNvPicPr/>
            <p:nvPr/>
          </p:nvPicPr>
          <p:blipFill>
            <a:blip r:embed="rId72" cstate="print"/>
            <a:stretch>
              <a:fillRect/>
            </a:stretch>
          </p:blipFill>
          <p:spPr>
            <a:xfrm>
              <a:off x="3003804" y="4916423"/>
              <a:ext cx="379475" cy="105156"/>
            </a:xfrm>
            <a:prstGeom prst="rect">
              <a:avLst/>
            </a:prstGeom>
          </p:spPr>
        </p:pic>
        <p:sp>
          <p:nvSpPr>
            <p:cNvPr id="117" name="object 117"/>
            <p:cNvSpPr/>
            <p:nvPr/>
          </p:nvSpPr>
          <p:spPr>
            <a:xfrm>
              <a:off x="3419855" y="4873752"/>
              <a:ext cx="50800" cy="180340"/>
            </a:xfrm>
            <a:custGeom>
              <a:avLst/>
              <a:gdLst/>
              <a:ahLst/>
              <a:cxnLst/>
              <a:rect l="l" t="t" r="r" b="b"/>
              <a:pathLst>
                <a:path w="50800" h="180339">
                  <a:moveTo>
                    <a:pt x="13715" y="179832"/>
                  </a:moveTo>
                  <a:lnTo>
                    <a:pt x="7619" y="179832"/>
                  </a:lnTo>
                  <a:lnTo>
                    <a:pt x="6095" y="178308"/>
                  </a:lnTo>
                  <a:lnTo>
                    <a:pt x="3047" y="176784"/>
                  </a:lnTo>
                  <a:lnTo>
                    <a:pt x="1523" y="173736"/>
                  </a:lnTo>
                  <a:lnTo>
                    <a:pt x="0" y="172212"/>
                  </a:lnTo>
                  <a:lnTo>
                    <a:pt x="0" y="166116"/>
                  </a:lnTo>
                  <a:lnTo>
                    <a:pt x="1523" y="163068"/>
                  </a:lnTo>
                  <a:lnTo>
                    <a:pt x="3047" y="161544"/>
                  </a:lnTo>
                  <a:lnTo>
                    <a:pt x="8453" y="151542"/>
                  </a:lnTo>
                  <a:lnTo>
                    <a:pt x="24002" y="107442"/>
                  </a:lnTo>
                  <a:lnTo>
                    <a:pt x="25907" y="89916"/>
                  </a:lnTo>
                  <a:lnTo>
                    <a:pt x="25384" y="81033"/>
                  </a:lnTo>
                  <a:lnTo>
                    <a:pt x="13144" y="38100"/>
                  </a:lnTo>
                  <a:lnTo>
                    <a:pt x="3047" y="19812"/>
                  </a:lnTo>
                  <a:lnTo>
                    <a:pt x="0" y="13716"/>
                  </a:lnTo>
                  <a:lnTo>
                    <a:pt x="0" y="9144"/>
                  </a:lnTo>
                  <a:lnTo>
                    <a:pt x="1523" y="6096"/>
                  </a:lnTo>
                  <a:lnTo>
                    <a:pt x="7619" y="0"/>
                  </a:lnTo>
                  <a:lnTo>
                    <a:pt x="13715" y="0"/>
                  </a:lnTo>
                  <a:lnTo>
                    <a:pt x="41624" y="45529"/>
                  </a:lnTo>
                  <a:lnTo>
                    <a:pt x="50291" y="89916"/>
                  </a:lnTo>
                  <a:lnTo>
                    <a:pt x="49982" y="99321"/>
                  </a:lnTo>
                  <a:lnTo>
                    <a:pt x="41600" y="136683"/>
                  </a:lnTo>
                  <a:lnTo>
                    <a:pt x="24383" y="169164"/>
                  </a:lnTo>
                  <a:lnTo>
                    <a:pt x="21335" y="175260"/>
                  </a:lnTo>
                  <a:lnTo>
                    <a:pt x="18287" y="176784"/>
                  </a:lnTo>
                  <a:lnTo>
                    <a:pt x="16763" y="178308"/>
                  </a:lnTo>
                  <a:lnTo>
                    <a:pt x="13715" y="179832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18" name="object 118"/>
            <p:cNvPicPr/>
            <p:nvPr/>
          </p:nvPicPr>
          <p:blipFill>
            <a:blip r:embed="rId73" cstate="print"/>
            <a:stretch>
              <a:fillRect/>
            </a:stretch>
          </p:blipFill>
          <p:spPr>
            <a:xfrm>
              <a:off x="2196083" y="5196839"/>
              <a:ext cx="789432" cy="188976"/>
            </a:xfrm>
            <a:prstGeom prst="rect">
              <a:avLst/>
            </a:prstGeom>
          </p:spPr>
        </p:pic>
        <p:pic>
          <p:nvPicPr>
            <p:cNvPr id="119" name="object 119"/>
            <p:cNvPicPr/>
            <p:nvPr/>
          </p:nvPicPr>
          <p:blipFill>
            <a:blip r:embed="rId74" cstate="print"/>
            <a:stretch>
              <a:fillRect/>
            </a:stretch>
          </p:blipFill>
          <p:spPr>
            <a:xfrm>
              <a:off x="3122675" y="5236464"/>
              <a:ext cx="144779" cy="103631"/>
            </a:xfrm>
            <a:prstGeom prst="rect">
              <a:avLst/>
            </a:prstGeom>
          </p:spPr>
        </p:pic>
        <p:pic>
          <p:nvPicPr>
            <p:cNvPr id="120" name="object 120"/>
            <p:cNvPicPr/>
            <p:nvPr/>
          </p:nvPicPr>
          <p:blipFill>
            <a:blip r:embed="rId75" cstate="print"/>
            <a:stretch>
              <a:fillRect/>
            </a:stretch>
          </p:blipFill>
          <p:spPr>
            <a:xfrm>
              <a:off x="3404616" y="5196839"/>
              <a:ext cx="394715" cy="146304"/>
            </a:xfrm>
            <a:prstGeom prst="rect">
              <a:avLst/>
            </a:prstGeom>
          </p:spPr>
        </p:pic>
        <p:pic>
          <p:nvPicPr>
            <p:cNvPr id="121" name="object 121"/>
            <p:cNvPicPr/>
            <p:nvPr/>
          </p:nvPicPr>
          <p:blipFill>
            <a:blip r:embed="rId76" cstate="print"/>
            <a:stretch>
              <a:fillRect/>
            </a:stretch>
          </p:blipFill>
          <p:spPr>
            <a:xfrm>
              <a:off x="3928872" y="5239511"/>
              <a:ext cx="135635" cy="100584"/>
            </a:xfrm>
            <a:prstGeom prst="rect">
              <a:avLst/>
            </a:prstGeom>
          </p:spPr>
        </p:pic>
        <p:pic>
          <p:nvPicPr>
            <p:cNvPr id="122" name="object 122"/>
            <p:cNvPicPr/>
            <p:nvPr/>
          </p:nvPicPr>
          <p:blipFill>
            <a:blip r:embed="rId77" cstate="print"/>
            <a:stretch>
              <a:fillRect/>
            </a:stretch>
          </p:blipFill>
          <p:spPr>
            <a:xfrm>
              <a:off x="4215383" y="5204459"/>
              <a:ext cx="243840" cy="138684"/>
            </a:xfrm>
            <a:prstGeom prst="rect">
              <a:avLst/>
            </a:prstGeom>
          </p:spPr>
        </p:pic>
        <p:pic>
          <p:nvPicPr>
            <p:cNvPr id="123" name="object 123"/>
            <p:cNvPicPr/>
            <p:nvPr/>
          </p:nvPicPr>
          <p:blipFill>
            <a:blip r:embed="rId78" cstate="print"/>
            <a:stretch>
              <a:fillRect/>
            </a:stretch>
          </p:blipFill>
          <p:spPr>
            <a:xfrm>
              <a:off x="4602479" y="5196839"/>
              <a:ext cx="259080" cy="146304"/>
            </a:xfrm>
            <a:prstGeom prst="rect">
              <a:avLst/>
            </a:prstGeom>
          </p:spPr>
        </p:pic>
        <p:pic>
          <p:nvPicPr>
            <p:cNvPr id="124" name="object 124"/>
            <p:cNvPicPr/>
            <p:nvPr/>
          </p:nvPicPr>
          <p:blipFill>
            <a:blip r:embed="rId79" cstate="print"/>
            <a:stretch>
              <a:fillRect/>
            </a:stretch>
          </p:blipFill>
          <p:spPr>
            <a:xfrm>
              <a:off x="5012435" y="5196839"/>
              <a:ext cx="934211" cy="188976"/>
            </a:xfrm>
            <a:prstGeom prst="rect">
              <a:avLst/>
            </a:prstGeom>
          </p:spPr>
        </p:pic>
        <p:pic>
          <p:nvPicPr>
            <p:cNvPr id="125" name="object 125"/>
            <p:cNvPicPr/>
            <p:nvPr/>
          </p:nvPicPr>
          <p:blipFill>
            <a:blip r:embed="rId80" cstate="print"/>
            <a:stretch>
              <a:fillRect/>
            </a:stretch>
          </p:blipFill>
          <p:spPr>
            <a:xfrm>
              <a:off x="1658112" y="5558027"/>
              <a:ext cx="115824" cy="106680"/>
            </a:xfrm>
            <a:prstGeom prst="rect">
              <a:avLst/>
            </a:prstGeom>
          </p:spPr>
        </p:pic>
        <p:pic>
          <p:nvPicPr>
            <p:cNvPr id="126" name="object 126"/>
            <p:cNvPicPr/>
            <p:nvPr/>
          </p:nvPicPr>
          <p:blipFill>
            <a:blip r:embed="rId81" cstate="print"/>
            <a:stretch>
              <a:fillRect/>
            </a:stretch>
          </p:blipFill>
          <p:spPr>
            <a:xfrm>
              <a:off x="1798319" y="5518403"/>
              <a:ext cx="106680" cy="143256"/>
            </a:xfrm>
            <a:prstGeom prst="rect">
              <a:avLst/>
            </a:prstGeom>
          </p:spPr>
        </p:pic>
        <p:pic>
          <p:nvPicPr>
            <p:cNvPr id="127" name="object 127"/>
            <p:cNvPicPr/>
            <p:nvPr/>
          </p:nvPicPr>
          <p:blipFill>
            <a:blip r:embed="rId82" cstate="print"/>
            <a:stretch>
              <a:fillRect/>
            </a:stretch>
          </p:blipFill>
          <p:spPr>
            <a:xfrm>
              <a:off x="1935479" y="5558027"/>
              <a:ext cx="102108" cy="106680"/>
            </a:xfrm>
            <a:prstGeom prst="rect">
              <a:avLst/>
            </a:prstGeom>
          </p:spPr>
        </p:pic>
        <p:pic>
          <p:nvPicPr>
            <p:cNvPr id="128" name="object 128"/>
            <p:cNvPicPr/>
            <p:nvPr/>
          </p:nvPicPr>
          <p:blipFill>
            <a:blip r:embed="rId83" cstate="print"/>
            <a:stretch>
              <a:fillRect/>
            </a:stretch>
          </p:blipFill>
          <p:spPr>
            <a:xfrm>
              <a:off x="2333244" y="5518403"/>
              <a:ext cx="106680" cy="143256"/>
            </a:xfrm>
            <a:prstGeom prst="rect">
              <a:avLst/>
            </a:prstGeom>
          </p:spPr>
        </p:pic>
        <p:pic>
          <p:nvPicPr>
            <p:cNvPr id="129" name="object 129"/>
            <p:cNvPicPr/>
            <p:nvPr/>
          </p:nvPicPr>
          <p:blipFill>
            <a:blip r:embed="rId84" cstate="print"/>
            <a:stretch>
              <a:fillRect/>
            </a:stretch>
          </p:blipFill>
          <p:spPr>
            <a:xfrm>
              <a:off x="2058923" y="5558027"/>
              <a:ext cx="117348" cy="106680"/>
            </a:xfrm>
            <a:prstGeom prst="rect">
              <a:avLst/>
            </a:prstGeom>
          </p:spPr>
        </p:pic>
        <p:pic>
          <p:nvPicPr>
            <p:cNvPr id="130" name="object 130"/>
            <p:cNvPicPr/>
            <p:nvPr/>
          </p:nvPicPr>
          <p:blipFill>
            <a:blip r:embed="rId85" cstate="print"/>
            <a:stretch>
              <a:fillRect/>
            </a:stretch>
          </p:blipFill>
          <p:spPr>
            <a:xfrm>
              <a:off x="2470404" y="5518404"/>
              <a:ext cx="111252" cy="143256"/>
            </a:xfrm>
            <a:prstGeom prst="rect">
              <a:avLst/>
            </a:prstGeom>
          </p:spPr>
        </p:pic>
        <p:sp>
          <p:nvSpPr>
            <p:cNvPr id="131" name="object 131"/>
            <p:cNvSpPr/>
            <p:nvPr/>
          </p:nvSpPr>
          <p:spPr>
            <a:xfrm>
              <a:off x="2779775" y="5516880"/>
              <a:ext cx="50800" cy="180340"/>
            </a:xfrm>
            <a:custGeom>
              <a:avLst/>
              <a:gdLst/>
              <a:ahLst/>
              <a:cxnLst/>
              <a:rect l="l" t="t" r="r" b="b"/>
              <a:pathLst>
                <a:path w="50800" h="180339">
                  <a:moveTo>
                    <a:pt x="42672" y="179832"/>
                  </a:moveTo>
                  <a:lnTo>
                    <a:pt x="36576" y="179832"/>
                  </a:lnTo>
                  <a:lnTo>
                    <a:pt x="35052" y="178308"/>
                  </a:lnTo>
                  <a:lnTo>
                    <a:pt x="32004" y="176784"/>
                  </a:lnTo>
                  <a:lnTo>
                    <a:pt x="28956" y="173736"/>
                  </a:lnTo>
                  <a:lnTo>
                    <a:pt x="25908" y="167640"/>
                  </a:lnTo>
                  <a:lnTo>
                    <a:pt x="21336" y="160020"/>
                  </a:lnTo>
                  <a:lnTo>
                    <a:pt x="1904" y="108394"/>
                  </a:lnTo>
                  <a:lnTo>
                    <a:pt x="0" y="89916"/>
                  </a:lnTo>
                  <a:lnTo>
                    <a:pt x="547" y="79867"/>
                  </a:lnTo>
                  <a:lnTo>
                    <a:pt x="13335" y="35433"/>
                  </a:lnTo>
                  <a:lnTo>
                    <a:pt x="35052" y="1524"/>
                  </a:lnTo>
                  <a:lnTo>
                    <a:pt x="36576" y="0"/>
                  </a:lnTo>
                  <a:lnTo>
                    <a:pt x="42672" y="0"/>
                  </a:lnTo>
                  <a:lnTo>
                    <a:pt x="45719" y="1524"/>
                  </a:lnTo>
                  <a:lnTo>
                    <a:pt x="50292" y="6096"/>
                  </a:lnTo>
                  <a:lnTo>
                    <a:pt x="50292" y="15240"/>
                  </a:lnTo>
                  <a:lnTo>
                    <a:pt x="38481" y="37719"/>
                  </a:lnTo>
                  <a:lnTo>
                    <a:pt x="34194" y="46577"/>
                  </a:lnTo>
                  <a:lnTo>
                    <a:pt x="25908" y="89916"/>
                  </a:lnTo>
                  <a:lnTo>
                    <a:pt x="26193" y="98155"/>
                  </a:lnTo>
                  <a:lnTo>
                    <a:pt x="38481" y="141732"/>
                  </a:lnTo>
                  <a:lnTo>
                    <a:pt x="48768" y="160020"/>
                  </a:lnTo>
                  <a:lnTo>
                    <a:pt x="50292" y="163068"/>
                  </a:lnTo>
                  <a:lnTo>
                    <a:pt x="50292" y="173736"/>
                  </a:lnTo>
                  <a:lnTo>
                    <a:pt x="47244" y="175260"/>
                  </a:lnTo>
                  <a:lnTo>
                    <a:pt x="45719" y="178308"/>
                  </a:lnTo>
                  <a:lnTo>
                    <a:pt x="42672" y="179832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32" name="object 132"/>
            <p:cNvPicPr/>
            <p:nvPr/>
          </p:nvPicPr>
          <p:blipFill>
            <a:blip r:embed="rId86" cstate="print"/>
            <a:stretch>
              <a:fillRect/>
            </a:stretch>
          </p:blipFill>
          <p:spPr>
            <a:xfrm>
              <a:off x="2854452" y="5561075"/>
              <a:ext cx="135636" cy="100584"/>
            </a:xfrm>
            <a:prstGeom prst="rect">
              <a:avLst/>
            </a:prstGeom>
          </p:spPr>
        </p:pic>
        <p:pic>
          <p:nvPicPr>
            <p:cNvPr id="133" name="object 133"/>
            <p:cNvPicPr/>
            <p:nvPr/>
          </p:nvPicPr>
          <p:blipFill>
            <a:blip r:embed="rId87" cstate="print"/>
            <a:stretch>
              <a:fillRect/>
            </a:stretch>
          </p:blipFill>
          <p:spPr>
            <a:xfrm>
              <a:off x="3124200" y="5518404"/>
              <a:ext cx="923543" cy="188976"/>
            </a:xfrm>
            <a:prstGeom prst="rect">
              <a:avLst/>
            </a:prstGeom>
          </p:spPr>
        </p:pic>
        <p:pic>
          <p:nvPicPr>
            <p:cNvPr id="134" name="object 134"/>
            <p:cNvPicPr/>
            <p:nvPr/>
          </p:nvPicPr>
          <p:blipFill>
            <a:blip r:embed="rId88" cstate="print"/>
            <a:stretch>
              <a:fillRect/>
            </a:stretch>
          </p:blipFill>
          <p:spPr>
            <a:xfrm>
              <a:off x="4195572" y="5558028"/>
              <a:ext cx="144779" cy="103631"/>
            </a:xfrm>
            <a:prstGeom prst="rect">
              <a:avLst/>
            </a:prstGeom>
          </p:spPr>
        </p:pic>
        <p:pic>
          <p:nvPicPr>
            <p:cNvPr id="135" name="object 135"/>
            <p:cNvPicPr/>
            <p:nvPr/>
          </p:nvPicPr>
          <p:blipFill>
            <a:blip r:embed="rId89" cstate="print"/>
            <a:stretch>
              <a:fillRect/>
            </a:stretch>
          </p:blipFill>
          <p:spPr>
            <a:xfrm>
              <a:off x="4486655" y="5526023"/>
              <a:ext cx="242316" cy="138684"/>
            </a:xfrm>
            <a:prstGeom prst="rect">
              <a:avLst/>
            </a:prstGeom>
          </p:spPr>
        </p:pic>
        <p:pic>
          <p:nvPicPr>
            <p:cNvPr id="136" name="object 136"/>
            <p:cNvPicPr/>
            <p:nvPr/>
          </p:nvPicPr>
          <p:blipFill>
            <a:blip r:embed="rId90" cstate="print"/>
            <a:stretch>
              <a:fillRect/>
            </a:stretch>
          </p:blipFill>
          <p:spPr>
            <a:xfrm>
              <a:off x="4867655" y="5558028"/>
              <a:ext cx="144779" cy="103631"/>
            </a:xfrm>
            <a:prstGeom prst="rect">
              <a:avLst/>
            </a:prstGeom>
          </p:spPr>
        </p:pic>
        <p:sp>
          <p:nvSpPr>
            <p:cNvPr id="137" name="object 137"/>
            <p:cNvSpPr/>
            <p:nvPr/>
          </p:nvSpPr>
          <p:spPr>
            <a:xfrm>
              <a:off x="5058143" y="5516892"/>
              <a:ext cx="158750" cy="180340"/>
            </a:xfrm>
            <a:custGeom>
              <a:avLst/>
              <a:gdLst/>
              <a:ahLst/>
              <a:cxnLst/>
              <a:rect l="l" t="t" r="r" b="b"/>
              <a:pathLst>
                <a:path w="158750" h="180339">
                  <a:moveTo>
                    <a:pt x="28956" y="7607"/>
                  </a:moveTo>
                  <a:lnTo>
                    <a:pt x="0" y="7607"/>
                  </a:lnTo>
                  <a:lnTo>
                    <a:pt x="7620" y="65519"/>
                  </a:lnTo>
                  <a:lnTo>
                    <a:pt x="7620" y="68567"/>
                  </a:lnTo>
                  <a:lnTo>
                    <a:pt x="12192" y="73139"/>
                  </a:lnTo>
                  <a:lnTo>
                    <a:pt x="16764" y="73139"/>
                  </a:lnTo>
                  <a:lnTo>
                    <a:pt x="18288" y="71615"/>
                  </a:lnTo>
                  <a:lnTo>
                    <a:pt x="19812" y="71615"/>
                  </a:lnTo>
                  <a:lnTo>
                    <a:pt x="19812" y="70091"/>
                  </a:lnTo>
                  <a:lnTo>
                    <a:pt x="21336" y="68567"/>
                  </a:lnTo>
                  <a:lnTo>
                    <a:pt x="21336" y="65519"/>
                  </a:lnTo>
                  <a:lnTo>
                    <a:pt x="28956" y="7607"/>
                  </a:lnTo>
                  <a:close/>
                </a:path>
                <a:path w="158750" h="180339">
                  <a:moveTo>
                    <a:pt x="158496" y="89916"/>
                  </a:moveTo>
                  <a:lnTo>
                    <a:pt x="152400" y="51816"/>
                  </a:lnTo>
                  <a:lnTo>
                    <a:pt x="137160" y="19812"/>
                  </a:lnTo>
                  <a:lnTo>
                    <a:pt x="129540" y="4572"/>
                  </a:lnTo>
                  <a:lnTo>
                    <a:pt x="123444" y="1524"/>
                  </a:lnTo>
                  <a:lnTo>
                    <a:pt x="121920" y="0"/>
                  </a:lnTo>
                  <a:lnTo>
                    <a:pt x="115824" y="0"/>
                  </a:lnTo>
                  <a:lnTo>
                    <a:pt x="112776" y="1524"/>
                  </a:lnTo>
                  <a:lnTo>
                    <a:pt x="108204" y="6096"/>
                  </a:lnTo>
                  <a:lnTo>
                    <a:pt x="108204" y="16764"/>
                  </a:lnTo>
                  <a:lnTo>
                    <a:pt x="109728" y="18288"/>
                  </a:lnTo>
                  <a:lnTo>
                    <a:pt x="115163" y="28282"/>
                  </a:lnTo>
                  <a:lnTo>
                    <a:pt x="130022" y="63766"/>
                  </a:lnTo>
                  <a:lnTo>
                    <a:pt x="132588" y="89916"/>
                  </a:lnTo>
                  <a:lnTo>
                    <a:pt x="132308" y="98145"/>
                  </a:lnTo>
                  <a:lnTo>
                    <a:pt x="120015" y="141732"/>
                  </a:lnTo>
                  <a:lnTo>
                    <a:pt x="109728" y="160020"/>
                  </a:lnTo>
                  <a:lnTo>
                    <a:pt x="108204" y="163068"/>
                  </a:lnTo>
                  <a:lnTo>
                    <a:pt x="108204" y="173736"/>
                  </a:lnTo>
                  <a:lnTo>
                    <a:pt x="111252" y="175260"/>
                  </a:lnTo>
                  <a:lnTo>
                    <a:pt x="112776" y="178308"/>
                  </a:lnTo>
                  <a:lnTo>
                    <a:pt x="115824" y="179832"/>
                  </a:lnTo>
                  <a:lnTo>
                    <a:pt x="121920" y="179832"/>
                  </a:lnTo>
                  <a:lnTo>
                    <a:pt x="124968" y="178308"/>
                  </a:lnTo>
                  <a:lnTo>
                    <a:pt x="126492" y="176784"/>
                  </a:lnTo>
                  <a:lnTo>
                    <a:pt x="128016" y="173736"/>
                  </a:lnTo>
                  <a:lnTo>
                    <a:pt x="132588" y="169164"/>
                  </a:lnTo>
                  <a:lnTo>
                    <a:pt x="137160" y="160020"/>
                  </a:lnTo>
                  <a:lnTo>
                    <a:pt x="141452" y="152019"/>
                  </a:lnTo>
                  <a:lnTo>
                    <a:pt x="145161" y="144018"/>
                  </a:lnTo>
                  <a:lnTo>
                    <a:pt x="148310" y="136017"/>
                  </a:lnTo>
                  <a:lnTo>
                    <a:pt x="154000" y="118630"/>
                  </a:lnTo>
                  <a:lnTo>
                    <a:pt x="156400" y="108966"/>
                  </a:lnTo>
                  <a:lnTo>
                    <a:pt x="157949" y="99288"/>
                  </a:lnTo>
                  <a:lnTo>
                    <a:pt x="158496" y="89916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38" name="object 138"/>
            <p:cNvPicPr/>
            <p:nvPr/>
          </p:nvPicPr>
          <p:blipFill>
            <a:blip r:embed="rId91" cstate="print"/>
            <a:stretch>
              <a:fillRect/>
            </a:stretch>
          </p:blipFill>
          <p:spPr>
            <a:xfrm>
              <a:off x="2196083" y="5879592"/>
              <a:ext cx="118872" cy="106680"/>
            </a:xfrm>
            <a:prstGeom prst="rect">
              <a:avLst/>
            </a:prstGeom>
          </p:spPr>
        </p:pic>
        <p:pic>
          <p:nvPicPr>
            <p:cNvPr id="139" name="object 139"/>
            <p:cNvPicPr/>
            <p:nvPr/>
          </p:nvPicPr>
          <p:blipFill>
            <a:blip r:embed="rId92" cstate="print"/>
            <a:stretch>
              <a:fillRect/>
            </a:stretch>
          </p:blipFill>
          <p:spPr>
            <a:xfrm>
              <a:off x="2337816" y="5879592"/>
              <a:ext cx="102108" cy="106680"/>
            </a:xfrm>
            <a:prstGeom prst="rect">
              <a:avLst/>
            </a:prstGeom>
          </p:spPr>
        </p:pic>
        <p:pic>
          <p:nvPicPr>
            <p:cNvPr id="140" name="object 140"/>
            <p:cNvPicPr/>
            <p:nvPr/>
          </p:nvPicPr>
          <p:blipFill>
            <a:blip r:embed="rId93" cstate="print"/>
            <a:stretch>
              <a:fillRect/>
            </a:stretch>
          </p:blipFill>
          <p:spPr>
            <a:xfrm>
              <a:off x="2470404" y="5879592"/>
              <a:ext cx="102107" cy="106680"/>
            </a:xfrm>
            <a:prstGeom prst="rect">
              <a:avLst/>
            </a:prstGeom>
          </p:spPr>
        </p:pic>
        <p:pic>
          <p:nvPicPr>
            <p:cNvPr id="141" name="object 141"/>
            <p:cNvPicPr/>
            <p:nvPr/>
          </p:nvPicPr>
          <p:blipFill>
            <a:blip r:embed="rId94" cstate="print"/>
            <a:stretch>
              <a:fillRect/>
            </a:stretch>
          </p:blipFill>
          <p:spPr>
            <a:xfrm>
              <a:off x="2602991" y="5839967"/>
              <a:ext cx="105156" cy="141732"/>
            </a:xfrm>
            <a:prstGeom prst="rect">
              <a:avLst/>
            </a:prstGeom>
          </p:spPr>
        </p:pic>
        <p:pic>
          <p:nvPicPr>
            <p:cNvPr id="142" name="object 142"/>
            <p:cNvPicPr/>
            <p:nvPr/>
          </p:nvPicPr>
          <p:blipFill>
            <a:blip r:embed="rId95" cstate="print"/>
            <a:stretch>
              <a:fillRect/>
            </a:stretch>
          </p:blipFill>
          <p:spPr>
            <a:xfrm>
              <a:off x="2729483" y="5879591"/>
              <a:ext cx="256032" cy="149352"/>
            </a:xfrm>
            <a:prstGeom prst="rect">
              <a:avLst/>
            </a:prstGeom>
          </p:spPr>
        </p:pic>
        <p:pic>
          <p:nvPicPr>
            <p:cNvPr id="143" name="object 143"/>
            <p:cNvPicPr/>
            <p:nvPr/>
          </p:nvPicPr>
          <p:blipFill>
            <a:blip r:embed="rId96" cstate="print"/>
            <a:stretch>
              <a:fillRect/>
            </a:stretch>
          </p:blipFill>
          <p:spPr>
            <a:xfrm>
              <a:off x="3122675" y="5879591"/>
              <a:ext cx="144779" cy="102108"/>
            </a:xfrm>
            <a:prstGeom prst="rect">
              <a:avLst/>
            </a:prstGeom>
          </p:spPr>
        </p:pic>
        <p:pic>
          <p:nvPicPr>
            <p:cNvPr id="144" name="object 144"/>
            <p:cNvPicPr/>
            <p:nvPr/>
          </p:nvPicPr>
          <p:blipFill>
            <a:blip r:embed="rId97" cstate="print"/>
            <a:stretch>
              <a:fillRect/>
            </a:stretch>
          </p:blipFill>
          <p:spPr>
            <a:xfrm>
              <a:off x="3404616" y="5839967"/>
              <a:ext cx="394715" cy="146304"/>
            </a:xfrm>
            <a:prstGeom prst="rect">
              <a:avLst/>
            </a:prstGeom>
          </p:spPr>
        </p:pic>
        <p:pic>
          <p:nvPicPr>
            <p:cNvPr id="145" name="object 145"/>
            <p:cNvPicPr/>
            <p:nvPr/>
          </p:nvPicPr>
          <p:blipFill>
            <a:blip r:embed="rId98" cstate="print"/>
            <a:stretch>
              <a:fillRect/>
            </a:stretch>
          </p:blipFill>
          <p:spPr>
            <a:xfrm>
              <a:off x="3928872" y="5882639"/>
              <a:ext cx="135635" cy="99059"/>
            </a:xfrm>
            <a:prstGeom prst="rect">
              <a:avLst/>
            </a:prstGeom>
          </p:spPr>
        </p:pic>
        <p:pic>
          <p:nvPicPr>
            <p:cNvPr id="146" name="object 146"/>
            <p:cNvPicPr/>
            <p:nvPr/>
          </p:nvPicPr>
          <p:blipFill>
            <a:blip r:embed="rId99" cstate="print"/>
            <a:stretch>
              <a:fillRect/>
            </a:stretch>
          </p:blipFill>
          <p:spPr>
            <a:xfrm>
              <a:off x="4215383" y="5847588"/>
              <a:ext cx="243840" cy="138684"/>
            </a:xfrm>
            <a:prstGeom prst="rect">
              <a:avLst/>
            </a:prstGeom>
          </p:spPr>
        </p:pic>
        <p:pic>
          <p:nvPicPr>
            <p:cNvPr id="147" name="object 147"/>
            <p:cNvPicPr/>
            <p:nvPr/>
          </p:nvPicPr>
          <p:blipFill>
            <a:blip r:embed="rId100" cstate="print"/>
            <a:stretch>
              <a:fillRect/>
            </a:stretch>
          </p:blipFill>
          <p:spPr>
            <a:xfrm>
              <a:off x="4602479" y="5839967"/>
              <a:ext cx="259080" cy="146304"/>
            </a:xfrm>
            <a:prstGeom prst="rect">
              <a:avLst/>
            </a:prstGeom>
          </p:spPr>
        </p:pic>
        <p:pic>
          <p:nvPicPr>
            <p:cNvPr id="148" name="object 148"/>
            <p:cNvPicPr/>
            <p:nvPr/>
          </p:nvPicPr>
          <p:blipFill>
            <a:blip r:embed="rId101" cstate="print"/>
            <a:stretch>
              <a:fillRect/>
            </a:stretch>
          </p:blipFill>
          <p:spPr>
            <a:xfrm>
              <a:off x="5012435" y="5839967"/>
              <a:ext cx="1022604" cy="188975"/>
            </a:xfrm>
            <a:prstGeom prst="rect">
              <a:avLst/>
            </a:prstGeom>
          </p:spPr>
        </p:pic>
        <p:pic>
          <p:nvPicPr>
            <p:cNvPr id="149" name="object 149"/>
            <p:cNvPicPr/>
            <p:nvPr/>
          </p:nvPicPr>
          <p:blipFill>
            <a:blip r:embed="rId102" cstate="print"/>
            <a:stretch>
              <a:fillRect/>
            </a:stretch>
          </p:blipFill>
          <p:spPr>
            <a:xfrm>
              <a:off x="6220968" y="5839967"/>
              <a:ext cx="397763" cy="146304"/>
            </a:xfrm>
            <a:prstGeom prst="rect">
              <a:avLst/>
            </a:prstGeom>
          </p:spPr>
        </p:pic>
        <p:pic>
          <p:nvPicPr>
            <p:cNvPr id="150" name="object 150"/>
            <p:cNvPicPr/>
            <p:nvPr/>
          </p:nvPicPr>
          <p:blipFill>
            <a:blip r:embed="rId103" cstate="print"/>
            <a:stretch>
              <a:fillRect/>
            </a:stretch>
          </p:blipFill>
          <p:spPr>
            <a:xfrm>
              <a:off x="6745223" y="5879591"/>
              <a:ext cx="143255" cy="102108"/>
            </a:xfrm>
            <a:prstGeom prst="rect">
              <a:avLst/>
            </a:prstGeom>
          </p:spPr>
        </p:pic>
        <p:sp>
          <p:nvSpPr>
            <p:cNvPr id="151" name="object 151"/>
            <p:cNvSpPr/>
            <p:nvPr/>
          </p:nvSpPr>
          <p:spPr>
            <a:xfrm>
              <a:off x="6934200" y="5844539"/>
              <a:ext cx="29209" cy="67310"/>
            </a:xfrm>
            <a:custGeom>
              <a:avLst/>
              <a:gdLst/>
              <a:ahLst/>
              <a:cxnLst/>
              <a:rect l="l" t="t" r="r" b="b"/>
              <a:pathLst>
                <a:path w="29209" h="67310">
                  <a:moveTo>
                    <a:pt x="16764" y="67056"/>
                  </a:moveTo>
                  <a:lnTo>
                    <a:pt x="13716" y="67056"/>
                  </a:lnTo>
                  <a:lnTo>
                    <a:pt x="10668" y="64008"/>
                  </a:lnTo>
                  <a:lnTo>
                    <a:pt x="9144" y="64008"/>
                  </a:lnTo>
                  <a:lnTo>
                    <a:pt x="9144" y="60960"/>
                  </a:lnTo>
                  <a:lnTo>
                    <a:pt x="7620" y="57912"/>
                  </a:lnTo>
                  <a:lnTo>
                    <a:pt x="0" y="0"/>
                  </a:lnTo>
                  <a:lnTo>
                    <a:pt x="28956" y="0"/>
                  </a:lnTo>
                  <a:lnTo>
                    <a:pt x="22859" y="57912"/>
                  </a:lnTo>
                  <a:lnTo>
                    <a:pt x="21336" y="60960"/>
                  </a:lnTo>
                  <a:lnTo>
                    <a:pt x="21336" y="64008"/>
                  </a:lnTo>
                  <a:lnTo>
                    <a:pt x="19812" y="64008"/>
                  </a:lnTo>
                  <a:lnTo>
                    <a:pt x="16764" y="67056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52" name="object 152"/>
            <p:cNvPicPr/>
            <p:nvPr/>
          </p:nvPicPr>
          <p:blipFill>
            <a:blip r:embed="rId104" cstate="print"/>
            <a:stretch>
              <a:fillRect/>
            </a:stretch>
          </p:blipFill>
          <p:spPr>
            <a:xfrm>
              <a:off x="7165847" y="5847588"/>
              <a:ext cx="243839" cy="138684"/>
            </a:xfrm>
            <a:prstGeom prst="rect">
              <a:avLst/>
            </a:prstGeom>
          </p:spPr>
        </p:pic>
        <p:pic>
          <p:nvPicPr>
            <p:cNvPr id="153" name="object 153"/>
            <p:cNvPicPr/>
            <p:nvPr/>
          </p:nvPicPr>
          <p:blipFill>
            <a:blip r:embed="rId105" cstate="print"/>
            <a:stretch>
              <a:fillRect/>
            </a:stretch>
          </p:blipFill>
          <p:spPr>
            <a:xfrm>
              <a:off x="7551419" y="5839967"/>
              <a:ext cx="260603" cy="146304"/>
            </a:xfrm>
            <a:prstGeom prst="rect">
              <a:avLst/>
            </a:prstGeom>
          </p:spPr>
        </p:pic>
        <p:sp>
          <p:nvSpPr>
            <p:cNvPr id="154" name="object 154"/>
            <p:cNvSpPr/>
            <p:nvPr/>
          </p:nvSpPr>
          <p:spPr>
            <a:xfrm>
              <a:off x="7975079" y="5839968"/>
              <a:ext cx="509270" cy="146685"/>
            </a:xfrm>
            <a:custGeom>
              <a:avLst/>
              <a:gdLst/>
              <a:ahLst/>
              <a:cxnLst/>
              <a:rect l="l" t="t" r="r" b="b"/>
              <a:pathLst>
                <a:path w="509270" h="146685">
                  <a:moveTo>
                    <a:pt x="112776" y="10668"/>
                  </a:moveTo>
                  <a:lnTo>
                    <a:pt x="111252" y="9144"/>
                  </a:lnTo>
                  <a:lnTo>
                    <a:pt x="109728" y="6096"/>
                  </a:lnTo>
                  <a:lnTo>
                    <a:pt x="106680" y="4572"/>
                  </a:lnTo>
                  <a:lnTo>
                    <a:pt x="102108" y="3048"/>
                  </a:lnTo>
                  <a:lnTo>
                    <a:pt x="92964" y="1524"/>
                  </a:lnTo>
                  <a:lnTo>
                    <a:pt x="85344" y="1524"/>
                  </a:lnTo>
                  <a:lnTo>
                    <a:pt x="77724" y="0"/>
                  </a:lnTo>
                  <a:lnTo>
                    <a:pt x="71628" y="0"/>
                  </a:lnTo>
                  <a:lnTo>
                    <a:pt x="61912" y="596"/>
                  </a:lnTo>
                  <a:lnTo>
                    <a:pt x="29552" y="27609"/>
                  </a:lnTo>
                  <a:lnTo>
                    <a:pt x="28956" y="35052"/>
                  </a:lnTo>
                  <a:lnTo>
                    <a:pt x="28956" y="42672"/>
                  </a:lnTo>
                  <a:lnTo>
                    <a:pt x="12192" y="42672"/>
                  </a:lnTo>
                  <a:lnTo>
                    <a:pt x="6096" y="45720"/>
                  </a:lnTo>
                  <a:lnTo>
                    <a:pt x="4572" y="48768"/>
                  </a:lnTo>
                  <a:lnTo>
                    <a:pt x="3048" y="50292"/>
                  </a:lnTo>
                  <a:lnTo>
                    <a:pt x="3048" y="57912"/>
                  </a:lnTo>
                  <a:lnTo>
                    <a:pt x="4572" y="59436"/>
                  </a:lnTo>
                  <a:lnTo>
                    <a:pt x="6096" y="62484"/>
                  </a:lnTo>
                  <a:lnTo>
                    <a:pt x="12192" y="65532"/>
                  </a:lnTo>
                  <a:lnTo>
                    <a:pt x="28956" y="65532"/>
                  </a:lnTo>
                  <a:lnTo>
                    <a:pt x="28956" y="120396"/>
                  </a:lnTo>
                  <a:lnTo>
                    <a:pt x="6096" y="120396"/>
                  </a:lnTo>
                  <a:lnTo>
                    <a:pt x="4572" y="123444"/>
                  </a:lnTo>
                  <a:lnTo>
                    <a:pt x="1524" y="124968"/>
                  </a:lnTo>
                  <a:lnTo>
                    <a:pt x="0" y="128016"/>
                  </a:lnTo>
                  <a:lnTo>
                    <a:pt x="0" y="134112"/>
                  </a:lnTo>
                  <a:lnTo>
                    <a:pt x="1524" y="137160"/>
                  </a:lnTo>
                  <a:lnTo>
                    <a:pt x="4572" y="138684"/>
                  </a:lnTo>
                  <a:lnTo>
                    <a:pt x="6096" y="141732"/>
                  </a:lnTo>
                  <a:lnTo>
                    <a:pt x="92964" y="141732"/>
                  </a:lnTo>
                  <a:lnTo>
                    <a:pt x="94488" y="138684"/>
                  </a:lnTo>
                  <a:lnTo>
                    <a:pt x="97536" y="137160"/>
                  </a:lnTo>
                  <a:lnTo>
                    <a:pt x="99060" y="134112"/>
                  </a:lnTo>
                  <a:lnTo>
                    <a:pt x="99060" y="128016"/>
                  </a:lnTo>
                  <a:lnTo>
                    <a:pt x="97536" y="124968"/>
                  </a:lnTo>
                  <a:lnTo>
                    <a:pt x="94488" y="123444"/>
                  </a:lnTo>
                  <a:lnTo>
                    <a:pt x="92964" y="120396"/>
                  </a:lnTo>
                  <a:lnTo>
                    <a:pt x="51816" y="120396"/>
                  </a:lnTo>
                  <a:lnTo>
                    <a:pt x="51816" y="65532"/>
                  </a:lnTo>
                  <a:lnTo>
                    <a:pt x="91440" y="65532"/>
                  </a:lnTo>
                  <a:lnTo>
                    <a:pt x="96012" y="64008"/>
                  </a:lnTo>
                  <a:lnTo>
                    <a:pt x="100584" y="59436"/>
                  </a:lnTo>
                  <a:lnTo>
                    <a:pt x="100584" y="48768"/>
                  </a:lnTo>
                  <a:lnTo>
                    <a:pt x="96012" y="44196"/>
                  </a:lnTo>
                  <a:lnTo>
                    <a:pt x="91440" y="42672"/>
                  </a:lnTo>
                  <a:lnTo>
                    <a:pt x="51816" y="42672"/>
                  </a:lnTo>
                  <a:lnTo>
                    <a:pt x="51816" y="30480"/>
                  </a:lnTo>
                  <a:lnTo>
                    <a:pt x="57912" y="24384"/>
                  </a:lnTo>
                  <a:lnTo>
                    <a:pt x="64008" y="22860"/>
                  </a:lnTo>
                  <a:lnTo>
                    <a:pt x="77724" y="22860"/>
                  </a:lnTo>
                  <a:lnTo>
                    <a:pt x="96012" y="25908"/>
                  </a:lnTo>
                  <a:lnTo>
                    <a:pt x="105156" y="25908"/>
                  </a:lnTo>
                  <a:lnTo>
                    <a:pt x="108204" y="24384"/>
                  </a:lnTo>
                  <a:lnTo>
                    <a:pt x="111252" y="21336"/>
                  </a:lnTo>
                  <a:lnTo>
                    <a:pt x="112776" y="18288"/>
                  </a:lnTo>
                  <a:lnTo>
                    <a:pt x="112776" y="10668"/>
                  </a:lnTo>
                  <a:close/>
                </a:path>
                <a:path w="509270" h="146685">
                  <a:moveTo>
                    <a:pt x="245364" y="54864"/>
                  </a:moveTo>
                  <a:lnTo>
                    <a:pt x="243840" y="51816"/>
                  </a:lnTo>
                  <a:lnTo>
                    <a:pt x="239268" y="47244"/>
                  </a:lnTo>
                  <a:lnTo>
                    <a:pt x="231648" y="42672"/>
                  </a:lnTo>
                  <a:lnTo>
                    <a:pt x="225552" y="39624"/>
                  </a:lnTo>
                  <a:lnTo>
                    <a:pt x="213360" y="39624"/>
                  </a:lnTo>
                  <a:lnTo>
                    <a:pt x="179832" y="56388"/>
                  </a:lnTo>
                  <a:lnTo>
                    <a:pt x="179832" y="42672"/>
                  </a:lnTo>
                  <a:lnTo>
                    <a:pt x="144780" y="42672"/>
                  </a:lnTo>
                  <a:lnTo>
                    <a:pt x="140208" y="44196"/>
                  </a:lnTo>
                  <a:lnTo>
                    <a:pt x="134112" y="50292"/>
                  </a:lnTo>
                  <a:lnTo>
                    <a:pt x="134112" y="57912"/>
                  </a:lnTo>
                  <a:lnTo>
                    <a:pt x="140208" y="64008"/>
                  </a:lnTo>
                  <a:lnTo>
                    <a:pt x="144780" y="65532"/>
                  </a:lnTo>
                  <a:lnTo>
                    <a:pt x="156972" y="65532"/>
                  </a:lnTo>
                  <a:lnTo>
                    <a:pt x="156972" y="120396"/>
                  </a:lnTo>
                  <a:lnTo>
                    <a:pt x="135636" y="120396"/>
                  </a:lnTo>
                  <a:lnTo>
                    <a:pt x="131064" y="124968"/>
                  </a:lnTo>
                  <a:lnTo>
                    <a:pt x="129540" y="128016"/>
                  </a:lnTo>
                  <a:lnTo>
                    <a:pt x="129540" y="134112"/>
                  </a:lnTo>
                  <a:lnTo>
                    <a:pt x="131064" y="137160"/>
                  </a:lnTo>
                  <a:lnTo>
                    <a:pt x="135636" y="141732"/>
                  </a:lnTo>
                  <a:lnTo>
                    <a:pt x="220980" y="141732"/>
                  </a:lnTo>
                  <a:lnTo>
                    <a:pt x="225552" y="137160"/>
                  </a:lnTo>
                  <a:lnTo>
                    <a:pt x="227076" y="134112"/>
                  </a:lnTo>
                  <a:lnTo>
                    <a:pt x="227076" y="128016"/>
                  </a:lnTo>
                  <a:lnTo>
                    <a:pt x="225552" y="124968"/>
                  </a:lnTo>
                  <a:lnTo>
                    <a:pt x="220980" y="120396"/>
                  </a:lnTo>
                  <a:lnTo>
                    <a:pt x="179832" y="120396"/>
                  </a:lnTo>
                  <a:lnTo>
                    <a:pt x="179832" y="85344"/>
                  </a:lnTo>
                  <a:lnTo>
                    <a:pt x="186436" y="79946"/>
                  </a:lnTo>
                  <a:lnTo>
                    <a:pt x="192595" y="75247"/>
                  </a:lnTo>
                  <a:lnTo>
                    <a:pt x="198488" y="71424"/>
                  </a:lnTo>
                  <a:lnTo>
                    <a:pt x="204216" y="68580"/>
                  </a:lnTo>
                  <a:lnTo>
                    <a:pt x="210312" y="64008"/>
                  </a:lnTo>
                  <a:lnTo>
                    <a:pt x="214884" y="62484"/>
                  </a:lnTo>
                  <a:lnTo>
                    <a:pt x="219456" y="62484"/>
                  </a:lnTo>
                  <a:lnTo>
                    <a:pt x="222504" y="64008"/>
                  </a:lnTo>
                  <a:lnTo>
                    <a:pt x="225552" y="67056"/>
                  </a:lnTo>
                  <a:lnTo>
                    <a:pt x="231648" y="70104"/>
                  </a:lnTo>
                  <a:lnTo>
                    <a:pt x="240792" y="70104"/>
                  </a:lnTo>
                  <a:lnTo>
                    <a:pt x="242316" y="67056"/>
                  </a:lnTo>
                  <a:lnTo>
                    <a:pt x="245364" y="65532"/>
                  </a:lnTo>
                  <a:lnTo>
                    <a:pt x="245364" y="54864"/>
                  </a:lnTo>
                  <a:close/>
                </a:path>
                <a:path w="509270" h="146685">
                  <a:moveTo>
                    <a:pt x="374916" y="80772"/>
                  </a:moveTo>
                  <a:lnTo>
                    <a:pt x="371868" y="74676"/>
                  </a:lnTo>
                  <a:lnTo>
                    <a:pt x="368820" y="67056"/>
                  </a:lnTo>
                  <a:lnTo>
                    <a:pt x="365391" y="62484"/>
                  </a:lnTo>
                  <a:lnTo>
                    <a:pt x="359676" y="54864"/>
                  </a:lnTo>
                  <a:lnTo>
                    <a:pt x="355104" y="51816"/>
                  </a:lnTo>
                  <a:lnTo>
                    <a:pt x="350532" y="48387"/>
                  </a:lnTo>
                  <a:lnTo>
                    <a:pt x="350532" y="80772"/>
                  </a:lnTo>
                  <a:lnTo>
                    <a:pt x="283476" y="80772"/>
                  </a:lnTo>
                  <a:lnTo>
                    <a:pt x="324624" y="62484"/>
                  </a:lnTo>
                  <a:lnTo>
                    <a:pt x="336816" y="67056"/>
                  </a:lnTo>
                  <a:lnTo>
                    <a:pt x="342912" y="70104"/>
                  </a:lnTo>
                  <a:lnTo>
                    <a:pt x="347484" y="74676"/>
                  </a:lnTo>
                  <a:lnTo>
                    <a:pt x="350532" y="80772"/>
                  </a:lnTo>
                  <a:lnTo>
                    <a:pt x="350532" y="48387"/>
                  </a:lnTo>
                  <a:lnTo>
                    <a:pt x="349008" y="47244"/>
                  </a:lnTo>
                  <a:lnTo>
                    <a:pt x="333768" y="41148"/>
                  </a:lnTo>
                  <a:lnTo>
                    <a:pt x="326148" y="39624"/>
                  </a:lnTo>
                  <a:lnTo>
                    <a:pt x="317004" y="39624"/>
                  </a:lnTo>
                  <a:lnTo>
                    <a:pt x="277380" y="54864"/>
                  </a:lnTo>
                  <a:lnTo>
                    <a:pt x="259092" y="92964"/>
                  </a:lnTo>
                  <a:lnTo>
                    <a:pt x="260210" y="103847"/>
                  </a:lnTo>
                  <a:lnTo>
                    <a:pt x="284441" y="137312"/>
                  </a:lnTo>
                  <a:lnTo>
                    <a:pt x="318528" y="146304"/>
                  </a:lnTo>
                  <a:lnTo>
                    <a:pt x="326529" y="146024"/>
                  </a:lnTo>
                  <a:lnTo>
                    <a:pt x="334530" y="145161"/>
                  </a:lnTo>
                  <a:lnTo>
                    <a:pt x="342531" y="143738"/>
                  </a:lnTo>
                  <a:lnTo>
                    <a:pt x="350532" y="141732"/>
                  </a:lnTo>
                  <a:lnTo>
                    <a:pt x="362724" y="140208"/>
                  </a:lnTo>
                  <a:lnTo>
                    <a:pt x="368820" y="137160"/>
                  </a:lnTo>
                  <a:lnTo>
                    <a:pt x="371868" y="134112"/>
                  </a:lnTo>
                  <a:lnTo>
                    <a:pt x="374916" y="132588"/>
                  </a:lnTo>
                  <a:lnTo>
                    <a:pt x="374916" y="123444"/>
                  </a:lnTo>
                  <a:lnTo>
                    <a:pt x="374916" y="120396"/>
                  </a:lnTo>
                  <a:lnTo>
                    <a:pt x="371868" y="118872"/>
                  </a:lnTo>
                  <a:lnTo>
                    <a:pt x="370344" y="117348"/>
                  </a:lnTo>
                  <a:lnTo>
                    <a:pt x="367296" y="115824"/>
                  </a:lnTo>
                  <a:lnTo>
                    <a:pt x="362724" y="115824"/>
                  </a:lnTo>
                  <a:lnTo>
                    <a:pt x="359676" y="117348"/>
                  </a:lnTo>
                  <a:lnTo>
                    <a:pt x="353580" y="117348"/>
                  </a:lnTo>
                  <a:lnTo>
                    <a:pt x="343623" y="120230"/>
                  </a:lnTo>
                  <a:lnTo>
                    <a:pt x="334530" y="122110"/>
                  </a:lnTo>
                  <a:lnTo>
                    <a:pt x="326567" y="123139"/>
                  </a:lnTo>
                  <a:lnTo>
                    <a:pt x="320052" y="123444"/>
                  </a:lnTo>
                  <a:lnTo>
                    <a:pt x="309384" y="123444"/>
                  </a:lnTo>
                  <a:lnTo>
                    <a:pt x="301764" y="121920"/>
                  </a:lnTo>
                  <a:lnTo>
                    <a:pt x="295668" y="117348"/>
                  </a:lnTo>
                  <a:lnTo>
                    <a:pt x="289572" y="114300"/>
                  </a:lnTo>
                  <a:lnTo>
                    <a:pt x="286524" y="109728"/>
                  </a:lnTo>
                  <a:lnTo>
                    <a:pt x="283476" y="103632"/>
                  </a:lnTo>
                  <a:lnTo>
                    <a:pt x="374916" y="103632"/>
                  </a:lnTo>
                  <a:lnTo>
                    <a:pt x="374916" y="80772"/>
                  </a:lnTo>
                  <a:close/>
                </a:path>
                <a:path w="509270" h="146685">
                  <a:moveTo>
                    <a:pt x="509016" y="86868"/>
                  </a:moveTo>
                  <a:lnTo>
                    <a:pt x="507492" y="80772"/>
                  </a:lnTo>
                  <a:lnTo>
                    <a:pt x="504444" y="74676"/>
                  </a:lnTo>
                  <a:lnTo>
                    <a:pt x="501396" y="67056"/>
                  </a:lnTo>
                  <a:lnTo>
                    <a:pt x="497967" y="62484"/>
                  </a:lnTo>
                  <a:lnTo>
                    <a:pt x="492252" y="54864"/>
                  </a:lnTo>
                  <a:lnTo>
                    <a:pt x="487680" y="51816"/>
                  </a:lnTo>
                  <a:lnTo>
                    <a:pt x="483108" y="47244"/>
                  </a:lnTo>
                  <a:lnTo>
                    <a:pt x="483108" y="80772"/>
                  </a:lnTo>
                  <a:lnTo>
                    <a:pt x="417576" y="80772"/>
                  </a:lnTo>
                  <a:lnTo>
                    <a:pt x="420624" y="74676"/>
                  </a:lnTo>
                  <a:lnTo>
                    <a:pt x="425196" y="70104"/>
                  </a:lnTo>
                  <a:lnTo>
                    <a:pt x="431292" y="67056"/>
                  </a:lnTo>
                  <a:lnTo>
                    <a:pt x="435864" y="64008"/>
                  </a:lnTo>
                  <a:lnTo>
                    <a:pt x="443484" y="62484"/>
                  </a:lnTo>
                  <a:lnTo>
                    <a:pt x="458724" y="62484"/>
                  </a:lnTo>
                  <a:lnTo>
                    <a:pt x="483108" y="80772"/>
                  </a:lnTo>
                  <a:lnTo>
                    <a:pt x="483108" y="47244"/>
                  </a:lnTo>
                  <a:lnTo>
                    <a:pt x="449580" y="39624"/>
                  </a:lnTo>
                  <a:lnTo>
                    <a:pt x="438683" y="40513"/>
                  </a:lnTo>
                  <a:lnTo>
                    <a:pt x="401955" y="62534"/>
                  </a:lnTo>
                  <a:lnTo>
                    <a:pt x="391668" y="92964"/>
                  </a:lnTo>
                  <a:lnTo>
                    <a:pt x="392798" y="103847"/>
                  </a:lnTo>
                  <a:lnTo>
                    <a:pt x="417245" y="137312"/>
                  </a:lnTo>
                  <a:lnTo>
                    <a:pt x="451104" y="146304"/>
                  </a:lnTo>
                  <a:lnTo>
                    <a:pt x="459130" y="146024"/>
                  </a:lnTo>
                  <a:lnTo>
                    <a:pt x="467296" y="145161"/>
                  </a:lnTo>
                  <a:lnTo>
                    <a:pt x="475754" y="143738"/>
                  </a:lnTo>
                  <a:lnTo>
                    <a:pt x="484632" y="141732"/>
                  </a:lnTo>
                  <a:lnTo>
                    <a:pt x="495300" y="140208"/>
                  </a:lnTo>
                  <a:lnTo>
                    <a:pt x="502920" y="137160"/>
                  </a:lnTo>
                  <a:lnTo>
                    <a:pt x="507492" y="132588"/>
                  </a:lnTo>
                  <a:lnTo>
                    <a:pt x="509016" y="129540"/>
                  </a:lnTo>
                  <a:lnTo>
                    <a:pt x="509016" y="123444"/>
                  </a:lnTo>
                  <a:lnTo>
                    <a:pt x="507492" y="120396"/>
                  </a:lnTo>
                  <a:lnTo>
                    <a:pt x="505968" y="118872"/>
                  </a:lnTo>
                  <a:lnTo>
                    <a:pt x="502920" y="117348"/>
                  </a:lnTo>
                  <a:lnTo>
                    <a:pt x="501396" y="115824"/>
                  </a:lnTo>
                  <a:lnTo>
                    <a:pt x="495300" y="115824"/>
                  </a:lnTo>
                  <a:lnTo>
                    <a:pt x="492252" y="117348"/>
                  </a:lnTo>
                  <a:lnTo>
                    <a:pt x="486156" y="117348"/>
                  </a:lnTo>
                  <a:lnTo>
                    <a:pt x="476427" y="120230"/>
                  </a:lnTo>
                  <a:lnTo>
                    <a:pt x="467677" y="122110"/>
                  </a:lnTo>
                  <a:lnTo>
                    <a:pt x="459803" y="123139"/>
                  </a:lnTo>
                  <a:lnTo>
                    <a:pt x="452628" y="123444"/>
                  </a:lnTo>
                  <a:lnTo>
                    <a:pt x="443484" y="123444"/>
                  </a:lnTo>
                  <a:lnTo>
                    <a:pt x="434340" y="121920"/>
                  </a:lnTo>
                  <a:lnTo>
                    <a:pt x="429768" y="117348"/>
                  </a:lnTo>
                  <a:lnTo>
                    <a:pt x="423672" y="114300"/>
                  </a:lnTo>
                  <a:lnTo>
                    <a:pt x="419100" y="109728"/>
                  </a:lnTo>
                  <a:lnTo>
                    <a:pt x="416052" y="103632"/>
                  </a:lnTo>
                  <a:lnTo>
                    <a:pt x="509016" y="103632"/>
                  </a:lnTo>
                  <a:lnTo>
                    <a:pt x="509016" y="86868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55" name="object 155"/>
            <p:cNvPicPr/>
            <p:nvPr/>
          </p:nvPicPr>
          <p:blipFill>
            <a:blip r:embed="rId106" cstate="print"/>
            <a:stretch>
              <a:fillRect/>
            </a:stretch>
          </p:blipFill>
          <p:spPr>
            <a:xfrm>
              <a:off x="1658112" y="6198108"/>
              <a:ext cx="115824" cy="105156"/>
            </a:xfrm>
            <a:prstGeom prst="rect">
              <a:avLst/>
            </a:prstGeom>
          </p:spPr>
        </p:pic>
        <p:pic>
          <p:nvPicPr>
            <p:cNvPr id="156" name="object 156"/>
            <p:cNvPicPr/>
            <p:nvPr/>
          </p:nvPicPr>
          <p:blipFill>
            <a:blip r:embed="rId107" cstate="print"/>
            <a:stretch>
              <a:fillRect/>
            </a:stretch>
          </p:blipFill>
          <p:spPr>
            <a:xfrm>
              <a:off x="1798319" y="6158484"/>
              <a:ext cx="106680" cy="141731"/>
            </a:xfrm>
            <a:prstGeom prst="rect">
              <a:avLst/>
            </a:prstGeom>
          </p:spPr>
        </p:pic>
        <p:pic>
          <p:nvPicPr>
            <p:cNvPr id="157" name="object 157"/>
            <p:cNvPicPr/>
            <p:nvPr/>
          </p:nvPicPr>
          <p:blipFill>
            <a:blip r:embed="rId108" cstate="print"/>
            <a:stretch>
              <a:fillRect/>
            </a:stretch>
          </p:blipFill>
          <p:spPr>
            <a:xfrm>
              <a:off x="1935479" y="6198108"/>
              <a:ext cx="102108" cy="105156"/>
            </a:xfrm>
            <a:prstGeom prst="rect">
              <a:avLst/>
            </a:prstGeom>
          </p:spPr>
        </p:pic>
        <p:pic>
          <p:nvPicPr>
            <p:cNvPr id="158" name="object 158"/>
            <p:cNvPicPr/>
            <p:nvPr/>
          </p:nvPicPr>
          <p:blipFill>
            <a:blip r:embed="rId109" cstate="print"/>
            <a:stretch>
              <a:fillRect/>
            </a:stretch>
          </p:blipFill>
          <p:spPr>
            <a:xfrm>
              <a:off x="2058923" y="6198108"/>
              <a:ext cx="117348" cy="105156"/>
            </a:xfrm>
            <a:prstGeom prst="rect">
              <a:avLst/>
            </a:prstGeom>
          </p:spPr>
        </p:pic>
        <p:pic>
          <p:nvPicPr>
            <p:cNvPr id="159" name="object 159"/>
            <p:cNvPicPr/>
            <p:nvPr/>
          </p:nvPicPr>
          <p:blipFill>
            <a:blip r:embed="rId110" cstate="print"/>
            <a:stretch>
              <a:fillRect/>
            </a:stretch>
          </p:blipFill>
          <p:spPr>
            <a:xfrm>
              <a:off x="2185416" y="6522720"/>
              <a:ext cx="135636" cy="99059"/>
            </a:xfrm>
            <a:prstGeom prst="rect">
              <a:avLst/>
            </a:prstGeom>
          </p:spPr>
        </p:pic>
        <p:pic>
          <p:nvPicPr>
            <p:cNvPr id="160" name="object 160"/>
            <p:cNvPicPr/>
            <p:nvPr/>
          </p:nvPicPr>
          <p:blipFill>
            <a:blip r:embed="rId111" cstate="print"/>
            <a:stretch>
              <a:fillRect/>
            </a:stretch>
          </p:blipFill>
          <p:spPr>
            <a:xfrm>
              <a:off x="2465832" y="6519672"/>
              <a:ext cx="246887" cy="105156"/>
            </a:xfrm>
            <a:prstGeom prst="rect">
              <a:avLst/>
            </a:prstGeom>
          </p:spPr>
        </p:pic>
        <p:pic>
          <p:nvPicPr>
            <p:cNvPr id="161" name="object 161"/>
            <p:cNvPicPr/>
            <p:nvPr/>
          </p:nvPicPr>
          <p:blipFill>
            <a:blip r:embed="rId112" cstate="print"/>
            <a:stretch>
              <a:fillRect/>
            </a:stretch>
          </p:blipFill>
          <p:spPr>
            <a:xfrm>
              <a:off x="2740152" y="6480048"/>
              <a:ext cx="83820" cy="188976"/>
            </a:xfrm>
            <a:prstGeom prst="rect">
              <a:avLst/>
            </a:prstGeom>
          </p:spPr>
        </p:pic>
        <p:pic>
          <p:nvPicPr>
            <p:cNvPr id="162" name="object 162"/>
            <p:cNvPicPr/>
            <p:nvPr/>
          </p:nvPicPr>
          <p:blipFill>
            <a:blip r:embed="rId113" cstate="print"/>
            <a:stretch>
              <a:fillRect/>
            </a:stretch>
          </p:blipFill>
          <p:spPr>
            <a:xfrm>
              <a:off x="2863595" y="6519672"/>
              <a:ext cx="115824" cy="105156"/>
            </a:xfrm>
            <a:prstGeom prst="rect">
              <a:avLst/>
            </a:prstGeom>
          </p:spPr>
        </p:pic>
        <p:pic>
          <p:nvPicPr>
            <p:cNvPr id="163" name="object 163"/>
            <p:cNvPicPr/>
            <p:nvPr/>
          </p:nvPicPr>
          <p:blipFill>
            <a:blip r:embed="rId114" cstate="print"/>
            <a:stretch>
              <a:fillRect/>
            </a:stretch>
          </p:blipFill>
          <p:spPr>
            <a:xfrm>
              <a:off x="3005327" y="6519672"/>
              <a:ext cx="114300" cy="105156"/>
            </a:xfrm>
            <a:prstGeom prst="rect">
              <a:avLst/>
            </a:prstGeom>
          </p:spPr>
        </p:pic>
        <p:pic>
          <p:nvPicPr>
            <p:cNvPr id="164" name="object 164"/>
            <p:cNvPicPr/>
            <p:nvPr/>
          </p:nvPicPr>
          <p:blipFill>
            <a:blip r:embed="rId115" cstate="print"/>
            <a:stretch>
              <a:fillRect/>
            </a:stretch>
          </p:blipFill>
          <p:spPr>
            <a:xfrm>
              <a:off x="3142488" y="6486143"/>
              <a:ext cx="236219" cy="138684"/>
            </a:xfrm>
            <a:prstGeom prst="rect">
              <a:avLst/>
            </a:prstGeom>
          </p:spPr>
        </p:pic>
        <p:pic>
          <p:nvPicPr>
            <p:cNvPr id="165" name="object 165"/>
            <p:cNvPicPr/>
            <p:nvPr/>
          </p:nvPicPr>
          <p:blipFill>
            <a:blip r:embed="rId116" cstate="print"/>
            <a:stretch>
              <a:fillRect/>
            </a:stretch>
          </p:blipFill>
          <p:spPr>
            <a:xfrm>
              <a:off x="3523488" y="6519672"/>
              <a:ext cx="144779" cy="102107"/>
            </a:xfrm>
            <a:prstGeom prst="rect">
              <a:avLst/>
            </a:prstGeom>
          </p:spPr>
        </p:pic>
        <p:sp>
          <p:nvSpPr>
            <p:cNvPr id="166" name="object 166"/>
            <p:cNvSpPr/>
            <p:nvPr/>
          </p:nvSpPr>
          <p:spPr>
            <a:xfrm>
              <a:off x="1152143" y="6800088"/>
              <a:ext cx="59690" cy="178435"/>
            </a:xfrm>
            <a:custGeom>
              <a:avLst/>
              <a:gdLst/>
              <a:ahLst/>
              <a:cxnLst/>
              <a:rect l="l" t="t" r="r" b="b"/>
              <a:pathLst>
                <a:path w="59690" h="178434">
                  <a:moveTo>
                    <a:pt x="19812" y="178308"/>
                  </a:moveTo>
                  <a:lnTo>
                    <a:pt x="9144" y="178308"/>
                  </a:lnTo>
                  <a:lnTo>
                    <a:pt x="6096" y="176784"/>
                  </a:lnTo>
                  <a:lnTo>
                    <a:pt x="1524" y="172212"/>
                  </a:lnTo>
                  <a:lnTo>
                    <a:pt x="0" y="169164"/>
                  </a:lnTo>
                  <a:lnTo>
                    <a:pt x="0" y="163068"/>
                  </a:lnTo>
                  <a:lnTo>
                    <a:pt x="1524" y="160020"/>
                  </a:lnTo>
                  <a:lnTo>
                    <a:pt x="4572" y="156972"/>
                  </a:lnTo>
                  <a:lnTo>
                    <a:pt x="7620" y="155448"/>
                  </a:lnTo>
                  <a:lnTo>
                    <a:pt x="10668" y="155448"/>
                  </a:lnTo>
                  <a:lnTo>
                    <a:pt x="13716" y="153924"/>
                  </a:lnTo>
                  <a:lnTo>
                    <a:pt x="16764" y="153924"/>
                  </a:lnTo>
                  <a:lnTo>
                    <a:pt x="16764" y="152400"/>
                  </a:lnTo>
                  <a:lnTo>
                    <a:pt x="18288" y="150876"/>
                  </a:lnTo>
                  <a:lnTo>
                    <a:pt x="18288" y="103632"/>
                  </a:lnTo>
                  <a:lnTo>
                    <a:pt x="19812" y="99060"/>
                  </a:lnTo>
                  <a:lnTo>
                    <a:pt x="19812" y="97536"/>
                  </a:lnTo>
                  <a:lnTo>
                    <a:pt x="22860" y="91440"/>
                  </a:lnTo>
                  <a:lnTo>
                    <a:pt x="25908" y="88392"/>
                  </a:lnTo>
                  <a:lnTo>
                    <a:pt x="22860" y="85344"/>
                  </a:lnTo>
                  <a:lnTo>
                    <a:pt x="19812" y="79248"/>
                  </a:lnTo>
                  <a:lnTo>
                    <a:pt x="19812" y="76200"/>
                  </a:lnTo>
                  <a:lnTo>
                    <a:pt x="18288" y="73152"/>
                  </a:lnTo>
                  <a:lnTo>
                    <a:pt x="18288" y="27432"/>
                  </a:lnTo>
                  <a:lnTo>
                    <a:pt x="16764" y="25908"/>
                  </a:lnTo>
                  <a:lnTo>
                    <a:pt x="16764" y="24384"/>
                  </a:lnTo>
                  <a:lnTo>
                    <a:pt x="13716" y="22860"/>
                  </a:lnTo>
                  <a:lnTo>
                    <a:pt x="7620" y="22860"/>
                  </a:lnTo>
                  <a:lnTo>
                    <a:pt x="4572" y="21336"/>
                  </a:lnTo>
                  <a:lnTo>
                    <a:pt x="1524" y="18288"/>
                  </a:lnTo>
                  <a:lnTo>
                    <a:pt x="0" y="15240"/>
                  </a:lnTo>
                  <a:lnTo>
                    <a:pt x="0" y="9144"/>
                  </a:lnTo>
                  <a:lnTo>
                    <a:pt x="1524" y="6096"/>
                  </a:lnTo>
                  <a:lnTo>
                    <a:pt x="6096" y="1524"/>
                  </a:lnTo>
                  <a:lnTo>
                    <a:pt x="9144" y="0"/>
                  </a:lnTo>
                  <a:lnTo>
                    <a:pt x="16764" y="0"/>
                  </a:lnTo>
                  <a:lnTo>
                    <a:pt x="21336" y="1524"/>
                  </a:lnTo>
                  <a:lnTo>
                    <a:pt x="35052" y="10668"/>
                  </a:lnTo>
                  <a:lnTo>
                    <a:pt x="38100" y="16764"/>
                  </a:lnTo>
                  <a:lnTo>
                    <a:pt x="41148" y="25908"/>
                  </a:lnTo>
                  <a:lnTo>
                    <a:pt x="41148" y="73152"/>
                  </a:lnTo>
                  <a:lnTo>
                    <a:pt x="44196" y="76200"/>
                  </a:lnTo>
                  <a:lnTo>
                    <a:pt x="53340" y="76200"/>
                  </a:lnTo>
                  <a:lnTo>
                    <a:pt x="59436" y="82296"/>
                  </a:lnTo>
                  <a:lnTo>
                    <a:pt x="59436" y="94488"/>
                  </a:lnTo>
                  <a:lnTo>
                    <a:pt x="57912" y="96012"/>
                  </a:lnTo>
                  <a:lnTo>
                    <a:pt x="54864" y="97536"/>
                  </a:lnTo>
                  <a:lnTo>
                    <a:pt x="53340" y="99060"/>
                  </a:lnTo>
                  <a:lnTo>
                    <a:pt x="45720" y="99060"/>
                  </a:lnTo>
                  <a:lnTo>
                    <a:pt x="42672" y="102108"/>
                  </a:lnTo>
                  <a:lnTo>
                    <a:pt x="41148" y="105156"/>
                  </a:lnTo>
                  <a:lnTo>
                    <a:pt x="41148" y="155448"/>
                  </a:lnTo>
                  <a:lnTo>
                    <a:pt x="38100" y="163068"/>
                  </a:lnTo>
                  <a:lnTo>
                    <a:pt x="32004" y="169164"/>
                  </a:lnTo>
                  <a:lnTo>
                    <a:pt x="27432" y="175260"/>
                  </a:lnTo>
                  <a:lnTo>
                    <a:pt x="19812" y="178308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</p:spTree>
  </p:cSld>
  <p:clrMapOvr>
    <a:masterClrMapping/>
  </p:clrMapOvr>
</p:sld>
</file>

<file path=ppt/slides/slide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9561576" y="7229856"/>
            <a:ext cx="192405" cy="146685"/>
            <a:chOff x="9561576" y="7229856"/>
            <a:chExt cx="192405" cy="146685"/>
          </a:xfrm>
        </p:grpSpPr>
        <p:pic>
          <p:nvPicPr>
            <p:cNvPr id="3" name="object 3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9561576" y="7229856"/>
              <a:ext cx="86868" cy="143256"/>
            </a:xfrm>
            <a:prstGeom prst="rect">
              <a:avLst/>
            </a:prstGeom>
          </p:spPr>
        </p:pic>
        <p:pic>
          <p:nvPicPr>
            <p:cNvPr id="4" name="object 4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9669779" y="7231380"/>
              <a:ext cx="83820" cy="144779"/>
            </a:xfrm>
            <a:prstGeom prst="rect">
              <a:avLst/>
            </a:prstGeom>
          </p:spPr>
        </p:pic>
      </p:grpSp>
      <p:sp>
        <p:nvSpPr>
          <p:cNvPr id="5" name="object 5"/>
          <p:cNvSpPr/>
          <p:nvPr/>
        </p:nvSpPr>
        <p:spPr>
          <a:xfrm>
            <a:off x="1722120" y="1271015"/>
            <a:ext cx="554990" cy="567055"/>
          </a:xfrm>
          <a:custGeom>
            <a:avLst/>
            <a:gdLst/>
            <a:ahLst/>
            <a:cxnLst/>
            <a:rect l="l" t="t" r="r" b="b"/>
            <a:pathLst>
              <a:path w="554989" h="567055">
                <a:moveTo>
                  <a:pt x="16764" y="196595"/>
                </a:moveTo>
                <a:lnTo>
                  <a:pt x="12192" y="188975"/>
                </a:lnTo>
                <a:lnTo>
                  <a:pt x="23050" y="176641"/>
                </a:lnTo>
                <a:lnTo>
                  <a:pt x="35051" y="162305"/>
                </a:lnTo>
                <a:lnTo>
                  <a:pt x="62483" y="126491"/>
                </a:lnTo>
                <a:lnTo>
                  <a:pt x="91059" y="74675"/>
                </a:lnTo>
                <a:lnTo>
                  <a:pt x="121920" y="0"/>
                </a:lnTo>
                <a:lnTo>
                  <a:pt x="169164" y="25907"/>
                </a:lnTo>
                <a:lnTo>
                  <a:pt x="137160" y="55244"/>
                </a:lnTo>
                <a:lnTo>
                  <a:pt x="123444" y="74675"/>
                </a:lnTo>
                <a:lnTo>
                  <a:pt x="283409" y="74675"/>
                </a:lnTo>
                <a:lnTo>
                  <a:pt x="295656" y="88391"/>
                </a:lnTo>
                <a:lnTo>
                  <a:pt x="117348" y="88391"/>
                </a:lnTo>
                <a:lnTo>
                  <a:pt x="105060" y="105822"/>
                </a:lnTo>
                <a:lnTo>
                  <a:pt x="93345" y="121538"/>
                </a:lnTo>
                <a:lnTo>
                  <a:pt x="59626" y="160162"/>
                </a:lnTo>
                <a:lnTo>
                  <a:pt x="32194" y="184261"/>
                </a:lnTo>
                <a:lnTo>
                  <a:pt x="16764" y="196595"/>
                </a:lnTo>
                <a:close/>
              </a:path>
              <a:path w="554989" h="567055">
                <a:moveTo>
                  <a:pt x="278892" y="156971"/>
                </a:moveTo>
                <a:lnTo>
                  <a:pt x="272796" y="152399"/>
                </a:lnTo>
                <a:lnTo>
                  <a:pt x="286488" y="134159"/>
                </a:lnTo>
                <a:lnTo>
                  <a:pt x="300037" y="113918"/>
                </a:lnTo>
                <a:lnTo>
                  <a:pt x="326136" y="68579"/>
                </a:lnTo>
                <a:lnTo>
                  <a:pt x="345567" y="27050"/>
                </a:lnTo>
                <a:lnTo>
                  <a:pt x="353568" y="1523"/>
                </a:lnTo>
                <a:lnTo>
                  <a:pt x="396240" y="30479"/>
                </a:lnTo>
                <a:lnTo>
                  <a:pt x="367022" y="54983"/>
                </a:lnTo>
                <a:lnTo>
                  <a:pt x="356020" y="69318"/>
                </a:lnTo>
                <a:lnTo>
                  <a:pt x="350520" y="76199"/>
                </a:lnTo>
                <a:lnTo>
                  <a:pt x="532045" y="76199"/>
                </a:lnTo>
                <a:lnTo>
                  <a:pt x="545592" y="91439"/>
                </a:lnTo>
                <a:lnTo>
                  <a:pt x="344424" y="91439"/>
                </a:lnTo>
                <a:lnTo>
                  <a:pt x="335256" y="100655"/>
                </a:lnTo>
                <a:lnTo>
                  <a:pt x="328422" y="107632"/>
                </a:lnTo>
                <a:lnTo>
                  <a:pt x="320421" y="116085"/>
                </a:lnTo>
                <a:lnTo>
                  <a:pt x="304395" y="133826"/>
                </a:lnTo>
                <a:lnTo>
                  <a:pt x="296227" y="142112"/>
                </a:lnTo>
                <a:lnTo>
                  <a:pt x="287774" y="149828"/>
                </a:lnTo>
                <a:lnTo>
                  <a:pt x="278892" y="156971"/>
                </a:lnTo>
                <a:close/>
              </a:path>
              <a:path w="554989" h="567055">
                <a:moveTo>
                  <a:pt x="283409" y="74675"/>
                </a:moveTo>
                <a:lnTo>
                  <a:pt x="228600" y="74675"/>
                </a:lnTo>
                <a:lnTo>
                  <a:pt x="257556" y="45719"/>
                </a:lnTo>
                <a:lnTo>
                  <a:pt x="283409" y="74675"/>
                </a:lnTo>
                <a:close/>
              </a:path>
              <a:path w="554989" h="567055">
                <a:moveTo>
                  <a:pt x="532045" y="76199"/>
                </a:moveTo>
                <a:lnTo>
                  <a:pt x="480060" y="76199"/>
                </a:lnTo>
                <a:lnTo>
                  <a:pt x="509016" y="50291"/>
                </a:lnTo>
                <a:lnTo>
                  <a:pt x="532045" y="76199"/>
                </a:lnTo>
                <a:close/>
              </a:path>
              <a:path w="554989" h="567055">
                <a:moveTo>
                  <a:pt x="202692" y="156971"/>
                </a:moveTo>
                <a:lnTo>
                  <a:pt x="190500" y="156971"/>
                </a:lnTo>
                <a:lnTo>
                  <a:pt x="187452" y="155447"/>
                </a:lnTo>
                <a:lnTo>
                  <a:pt x="184365" y="143065"/>
                </a:lnTo>
                <a:lnTo>
                  <a:pt x="182866" y="135540"/>
                </a:lnTo>
                <a:lnTo>
                  <a:pt x="181356" y="124967"/>
                </a:lnTo>
                <a:lnTo>
                  <a:pt x="178188" y="116681"/>
                </a:lnTo>
                <a:lnTo>
                  <a:pt x="173164" y="107822"/>
                </a:lnTo>
                <a:lnTo>
                  <a:pt x="166139" y="98393"/>
                </a:lnTo>
                <a:lnTo>
                  <a:pt x="156972" y="88391"/>
                </a:lnTo>
                <a:lnTo>
                  <a:pt x="173736" y="88391"/>
                </a:lnTo>
                <a:lnTo>
                  <a:pt x="195429" y="100655"/>
                </a:lnTo>
                <a:lnTo>
                  <a:pt x="210121" y="112204"/>
                </a:lnTo>
                <a:lnTo>
                  <a:pt x="217670" y="122896"/>
                </a:lnTo>
                <a:lnTo>
                  <a:pt x="217932" y="132587"/>
                </a:lnTo>
                <a:lnTo>
                  <a:pt x="214884" y="144779"/>
                </a:lnTo>
                <a:lnTo>
                  <a:pt x="210312" y="152399"/>
                </a:lnTo>
                <a:lnTo>
                  <a:pt x="207264" y="153923"/>
                </a:lnTo>
                <a:lnTo>
                  <a:pt x="202692" y="156971"/>
                </a:lnTo>
                <a:close/>
              </a:path>
              <a:path w="554989" h="567055">
                <a:moveTo>
                  <a:pt x="460248" y="160019"/>
                </a:moveTo>
                <a:lnTo>
                  <a:pt x="455676" y="160019"/>
                </a:lnTo>
                <a:lnTo>
                  <a:pt x="452628" y="156971"/>
                </a:lnTo>
                <a:lnTo>
                  <a:pt x="448056" y="149351"/>
                </a:lnTo>
                <a:lnTo>
                  <a:pt x="445484" y="143613"/>
                </a:lnTo>
                <a:lnTo>
                  <a:pt x="442341" y="137731"/>
                </a:lnTo>
                <a:lnTo>
                  <a:pt x="413123" y="101393"/>
                </a:lnTo>
                <a:lnTo>
                  <a:pt x="400812" y="91439"/>
                </a:lnTo>
                <a:lnTo>
                  <a:pt x="417576" y="91439"/>
                </a:lnTo>
                <a:lnTo>
                  <a:pt x="444460" y="100583"/>
                </a:lnTo>
                <a:lnTo>
                  <a:pt x="463486" y="109727"/>
                </a:lnTo>
                <a:lnTo>
                  <a:pt x="474797" y="118871"/>
                </a:lnTo>
                <a:lnTo>
                  <a:pt x="478536" y="128015"/>
                </a:lnTo>
                <a:lnTo>
                  <a:pt x="477964" y="136326"/>
                </a:lnTo>
                <a:lnTo>
                  <a:pt x="476250" y="143065"/>
                </a:lnTo>
                <a:lnTo>
                  <a:pt x="473392" y="148375"/>
                </a:lnTo>
                <a:lnTo>
                  <a:pt x="464820" y="156971"/>
                </a:lnTo>
                <a:lnTo>
                  <a:pt x="460248" y="160019"/>
                </a:lnTo>
                <a:close/>
              </a:path>
              <a:path w="554989" h="567055">
                <a:moveTo>
                  <a:pt x="450596" y="163067"/>
                </a:moveTo>
                <a:lnTo>
                  <a:pt x="403860" y="163067"/>
                </a:lnTo>
                <a:lnTo>
                  <a:pt x="417576" y="140207"/>
                </a:lnTo>
                <a:lnTo>
                  <a:pt x="450596" y="163067"/>
                </a:lnTo>
                <a:close/>
              </a:path>
              <a:path w="554989" h="567055">
                <a:moveTo>
                  <a:pt x="114300" y="390143"/>
                </a:moveTo>
                <a:lnTo>
                  <a:pt x="115181" y="352401"/>
                </a:lnTo>
                <a:lnTo>
                  <a:pt x="115633" y="314515"/>
                </a:lnTo>
                <a:lnTo>
                  <a:pt x="115743" y="234695"/>
                </a:lnTo>
                <a:lnTo>
                  <a:pt x="114895" y="202620"/>
                </a:lnTo>
                <a:lnTo>
                  <a:pt x="114109" y="175069"/>
                </a:lnTo>
                <a:lnTo>
                  <a:pt x="113037" y="155233"/>
                </a:lnTo>
                <a:lnTo>
                  <a:pt x="111252" y="143255"/>
                </a:lnTo>
                <a:lnTo>
                  <a:pt x="147828" y="163067"/>
                </a:lnTo>
                <a:lnTo>
                  <a:pt x="450596" y="163067"/>
                </a:lnTo>
                <a:lnTo>
                  <a:pt x="457200" y="167639"/>
                </a:lnTo>
                <a:lnTo>
                  <a:pt x="446024" y="176783"/>
                </a:lnTo>
                <a:lnTo>
                  <a:pt x="147828" y="176783"/>
                </a:lnTo>
                <a:lnTo>
                  <a:pt x="147828" y="219455"/>
                </a:lnTo>
                <a:lnTo>
                  <a:pt x="440436" y="219455"/>
                </a:lnTo>
                <a:lnTo>
                  <a:pt x="440436" y="234695"/>
                </a:lnTo>
                <a:lnTo>
                  <a:pt x="147828" y="234695"/>
                </a:lnTo>
                <a:lnTo>
                  <a:pt x="147828" y="280415"/>
                </a:lnTo>
                <a:lnTo>
                  <a:pt x="440436" y="280415"/>
                </a:lnTo>
                <a:lnTo>
                  <a:pt x="440436" y="294131"/>
                </a:lnTo>
                <a:lnTo>
                  <a:pt x="147828" y="294131"/>
                </a:lnTo>
                <a:lnTo>
                  <a:pt x="147828" y="344423"/>
                </a:lnTo>
                <a:lnTo>
                  <a:pt x="440970" y="344423"/>
                </a:lnTo>
                <a:lnTo>
                  <a:pt x="441078" y="348543"/>
                </a:lnTo>
                <a:lnTo>
                  <a:pt x="441496" y="358139"/>
                </a:lnTo>
                <a:lnTo>
                  <a:pt x="147828" y="358139"/>
                </a:lnTo>
                <a:lnTo>
                  <a:pt x="147828" y="377951"/>
                </a:lnTo>
                <a:lnTo>
                  <a:pt x="114300" y="390143"/>
                </a:lnTo>
                <a:close/>
              </a:path>
              <a:path w="554989" h="567055">
                <a:moveTo>
                  <a:pt x="440436" y="219455"/>
                </a:moveTo>
                <a:lnTo>
                  <a:pt x="406908" y="219455"/>
                </a:lnTo>
                <a:lnTo>
                  <a:pt x="406908" y="176783"/>
                </a:lnTo>
                <a:lnTo>
                  <a:pt x="446024" y="176783"/>
                </a:lnTo>
                <a:lnTo>
                  <a:pt x="440436" y="181355"/>
                </a:lnTo>
                <a:lnTo>
                  <a:pt x="440436" y="219455"/>
                </a:lnTo>
                <a:close/>
              </a:path>
              <a:path w="554989" h="567055">
                <a:moveTo>
                  <a:pt x="440436" y="280415"/>
                </a:moveTo>
                <a:lnTo>
                  <a:pt x="406908" y="280415"/>
                </a:lnTo>
                <a:lnTo>
                  <a:pt x="406908" y="234695"/>
                </a:lnTo>
                <a:lnTo>
                  <a:pt x="440436" y="234695"/>
                </a:lnTo>
                <a:lnTo>
                  <a:pt x="440436" y="280415"/>
                </a:lnTo>
                <a:close/>
              </a:path>
              <a:path w="554989" h="567055">
                <a:moveTo>
                  <a:pt x="440970" y="344423"/>
                </a:moveTo>
                <a:lnTo>
                  <a:pt x="406908" y="344423"/>
                </a:lnTo>
                <a:lnTo>
                  <a:pt x="406908" y="294131"/>
                </a:lnTo>
                <a:lnTo>
                  <a:pt x="440436" y="294131"/>
                </a:lnTo>
                <a:lnTo>
                  <a:pt x="440459" y="317158"/>
                </a:lnTo>
                <a:lnTo>
                  <a:pt x="440626" y="331279"/>
                </a:lnTo>
                <a:lnTo>
                  <a:pt x="440970" y="344423"/>
                </a:lnTo>
                <a:close/>
              </a:path>
              <a:path w="554989" h="567055">
                <a:moveTo>
                  <a:pt x="219456" y="432815"/>
                </a:moveTo>
                <a:lnTo>
                  <a:pt x="184404" y="432815"/>
                </a:lnTo>
                <a:lnTo>
                  <a:pt x="186428" y="415361"/>
                </a:lnTo>
                <a:lnTo>
                  <a:pt x="188023" y="397192"/>
                </a:lnTo>
                <a:lnTo>
                  <a:pt x="189383" y="377309"/>
                </a:lnTo>
                <a:lnTo>
                  <a:pt x="190500" y="358139"/>
                </a:lnTo>
                <a:lnTo>
                  <a:pt x="227076" y="358139"/>
                </a:lnTo>
                <a:lnTo>
                  <a:pt x="225671" y="377309"/>
                </a:lnTo>
                <a:lnTo>
                  <a:pt x="223837" y="396049"/>
                </a:lnTo>
                <a:lnTo>
                  <a:pt x="221612" y="415361"/>
                </a:lnTo>
                <a:lnTo>
                  <a:pt x="219456" y="432815"/>
                </a:lnTo>
                <a:close/>
              </a:path>
              <a:path w="554989" h="567055">
                <a:moveTo>
                  <a:pt x="21336" y="454151"/>
                </a:moveTo>
                <a:lnTo>
                  <a:pt x="0" y="432815"/>
                </a:lnTo>
                <a:lnTo>
                  <a:pt x="336804" y="432815"/>
                </a:lnTo>
                <a:lnTo>
                  <a:pt x="336804" y="358139"/>
                </a:lnTo>
                <a:lnTo>
                  <a:pt x="370332" y="358139"/>
                </a:lnTo>
                <a:lnTo>
                  <a:pt x="370332" y="429767"/>
                </a:lnTo>
                <a:lnTo>
                  <a:pt x="540512" y="429767"/>
                </a:lnTo>
                <a:lnTo>
                  <a:pt x="554736" y="445007"/>
                </a:lnTo>
                <a:lnTo>
                  <a:pt x="370332" y="445007"/>
                </a:lnTo>
                <a:lnTo>
                  <a:pt x="370342" y="446531"/>
                </a:lnTo>
                <a:lnTo>
                  <a:pt x="79248" y="446531"/>
                </a:lnTo>
                <a:lnTo>
                  <a:pt x="63555" y="447079"/>
                </a:lnTo>
                <a:lnTo>
                  <a:pt x="48577" y="448627"/>
                </a:lnTo>
                <a:lnTo>
                  <a:pt x="34456" y="451032"/>
                </a:lnTo>
                <a:lnTo>
                  <a:pt x="21336" y="454151"/>
                </a:lnTo>
                <a:close/>
              </a:path>
              <a:path w="554989" h="567055">
                <a:moveTo>
                  <a:pt x="406908" y="382523"/>
                </a:moveTo>
                <a:lnTo>
                  <a:pt x="406908" y="358139"/>
                </a:lnTo>
                <a:lnTo>
                  <a:pt x="441496" y="358139"/>
                </a:lnTo>
                <a:lnTo>
                  <a:pt x="441960" y="368807"/>
                </a:lnTo>
                <a:lnTo>
                  <a:pt x="406908" y="382523"/>
                </a:lnTo>
                <a:close/>
              </a:path>
              <a:path w="554989" h="567055">
                <a:moveTo>
                  <a:pt x="540512" y="429767"/>
                </a:moveTo>
                <a:lnTo>
                  <a:pt x="478536" y="429767"/>
                </a:lnTo>
                <a:lnTo>
                  <a:pt x="512064" y="399287"/>
                </a:lnTo>
                <a:lnTo>
                  <a:pt x="540512" y="429767"/>
                </a:lnTo>
                <a:close/>
              </a:path>
              <a:path w="554989" h="567055">
                <a:moveTo>
                  <a:pt x="30480" y="566927"/>
                </a:moveTo>
                <a:lnTo>
                  <a:pt x="28956" y="559308"/>
                </a:lnTo>
                <a:lnTo>
                  <a:pt x="61221" y="547616"/>
                </a:lnTo>
                <a:lnTo>
                  <a:pt x="89344" y="535495"/>
                </a:lnTo>
                <a:lnTo>
                  <a:pt x="132588" y="510539"/>
                </a:lnTo>
                <a:lnTo>
                  <a:pt x="162115" y="481964"/>
                </a:lnTo>
                <a:lnTo>
                  <a:pt x="181356" y="446531"/>
                </a:lnTo>
                <a:lnTo>
                  <a:pt x="217932" y="446531"/>
                </a:lnTo>
                <a:lnTo>
                  <a:pt x="191262" y="493394"/>
                </a:lnTo>
                <a:lnTo>
                  <a:pt x="146304" y="528827"/>
                </a:lnTo>
                <a:lnTo>
                  <a:pt x="90678" y="552450"/>
                </a:lnTo>
                <a:lnTo>
                  <a:pt x="61007" y="560974"/>
                </a:lnTo>
                <a:lnTo>
                  <a:pt x="30480" y="566927"/>
                </a:lnTo>
                <a:close/>
              </a:path>
              <a:path w="554989" h="567055">
                <a:moveTo>
                  <a:pt x="335280" y="566927"/>
                </a:moveTo>
                <a:lnTo>
                  <a:pt x="335455" y="541639"/>
                </a:lnTo>
                <a:lnTo>
                  <a:pt x="335581" y="528827"/>
                </a:lnTo>
                <a:lnTo>
                  <a:pt x="336565" y="472201"/>
                </a:lnTo>
                <a:lnTo>
                  <a:pt x="336804" y="446531"/>
                </a:lnTo>
                <a:lnTo>
                  <a:pt x="370342" y="446531"/>
                </a:lnTo>
                <a:lnTo>
                  <a:pt x="370602" y="481964"/>
                </a:lnTo>
                <a:lnTo>
                  <a:pt x="371266" y="510539"/>
                </a:lnTo>
                <a:lnTo>
                  <a:pt x="371337" y="512540"/>
                </a:lnTo>
                <a:lnTo>
                  <a:pt x="372260" y="534161"/>
                </a:lnTo>
                <a:lnTo>
                  <a:pt x="373380" y="550163"/>
                </a:lnTo>
                <a:lnTo>
                  <a:pt x="335280" y="566927"/>
                </a:lnTo>
                <a:close/>
              </a:path>
            </a:pathLst>
          </a:custGeom>
          <a:solidFill>
            <a:srgbClr val="3333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" name="object 6"/>
          <p:cNvSpPr/>
          <p:nvPr/>
        </p:nvSpPr>
        <p:spPr>
          <a:xfrm>
            <a:off x="2331720" y="1271015"/>
            <a:ext cx="565785" cy="547370"/>
          </a:xfrm>
          <a:custGeom>
            <a:avLst/>
            <a:gdLst/>
            <a:ahLst/>
            <a:cxnLst/>
            <a:rect l="l" t="t" r="r" b="b"/>
            <a:pathLst>
              <a:path w="565785" h="547369">
                <a:moveTo>
                  <a:pt x="368808" y="135636"/>
                </a:moveTo>
                <a:lnTo>
                  <a:pt x="336804" y="135636"/>
                </a:lnTo>
                <a:lnTo>
                  <a:pt x="336705" y="71628"/>
                </a:lnTo>
                <a:lnTo>
                  <a:pt x="336600" y="49815"/>
                </a:lnTo>
                <a:lnTo>
                  <a:pt x="336161" y="21193"/>
                </a:lnTo>
                <a:lnTo>
                  <a:pt x="335280" y="0"/>
                </a:lnTo>
                <a:lnTo>
                  <a:pt x="393192" y="28956"/>
                </a:lnTo>
                <a:lnTo>
                  <a:pt x="368808" y="51816"/>
                </a:lnTo>
                <a:lnTo>
                  <a:pt x="368808" y="135636"/>
                </a:lnTo>
                <a:close/>
              </a:path>
              <a:path w="565785" h="547369">
                <a:moveTo>
                  <a:pt x="120396" y="126492"/>
                </a:moveTo>
                <a:lnTo>
                  <a:pt x="117348" y="126492"/>
                </a:lnTo>
                <a:lnTo>
                  <a:pt x="113919" y="125039"/>
                </a:lnTo>
                <a:lnTo>
                  <a:pt x="110490" y="120586"/>
                </a:lnTo>
                <a:lnTo>
                  <a:pt x="107061" y="112990"/>
                </a:lnTo>
                <a:lnTo>
                  <a:pt x="103632" y="102108"/>
                </a:lnTo>
                <a:lnTo>
                  <a:pt x="95583" y="86391"/>
                </a:lnTo>
                <a:lnTo>
                  <a:pt x="84963" y="68961"/>
                </a:lnTo>
                <a:lnTo>
                  <a:pt x="71485" y="49815"/>
                </a:lnTo>
                <a:lnTo>
                  <a:pt x="54864" y="28956"/>
                </a:lnTo>
                <a:lnTo>
                  <a:pt x="59436" y="21336"/>
                </a:lnTo>
                <a:lnTo>
                  <a:pt x="112014" y="51054"/>
                </a:lnTo>
                <a:lnTo>
                  <a:pt x="137160" y="82296"/>
                </a:lnTo>
                <a:lnTo>
                  <a:pt x="138684" y="91440"/>
                </a:lnTo>
                <a:lnTo>
                  <a:pt x="138684" y="103632"/>
                </a:lnTo>
                <a:lnTo>
                  <a:pt x="135636" y="111252"/>
                </a:lnTo>
                <a:lnTo>
                  <a:pt x="131064" y="117348"/>
                </a:lnTo>
                <a:lnTo>
                  <a:pt x="124968" y="123444"/>
                </a:lnTo>
                <a:lnTo>
                  <a:pt x="120396" y="126492"/>
                </a:lnTo>
                <a:close/>
              </a:path>
              <a:path w="565785" h="547369">
                <a:moveTo>
                  <a:pt x="102269" y="381595"/>
                </a:moveTo>
                <a:lnTo>
                  <a:pt x="48696" y="381595"/>
                </a:lnTo>
                <a:lnTo>
                  <a:pt x="56388" y="381000"/>
                </a:lnTo>
                <a:lnTo>
                  <a:pt x="62126" y="379595"/>
                </a:lnTo>
                <a:lnTo>
                  <a:pt x="88977" y="342997"/>
                </a:lnTo>
                <a:lnTo>
                  <a:pt x="126748" y="258604"/>
                </a:lnTo>
                <a:lnTo>
                  <a:pt x="156021" y="190585"/>
                </a:lnTo>
                <a:lnTo>
                  <a:pt x="192024" y="105156"/>
                </a:lnTo>
                <a:lnTo>
                  <a:pt x="201168" y="108204"/>
                </a:lnTo>
                <a:lnTo>
                  <a:pt x="172331" y="185928"/>
                </a:lnTo>
                <a:lnTo>
                  <a:pt x="148279" y="251460"/>
                </a:lnTo>
                <a:lnTo>
                  <a:pt x="128968" y="304800"/>
                </a:lnTo>
                <a:lnTo>
                  <a:pt x="114356" y="345948"/>
                </a:lnTo>
                <a:lnTo>
                  <a:pt x="104401" y="374904"/>
                </a:lnTo>
                <a:lnTo>
                  <a:pt x="102269" y="381595"/>
                </a:lnTo>
                <a:close/>
              </a:path>
              <a:path w="565785" h="547369">
                <a:moveTo>
                  <a:pt x="227076" y="156972"/>
                </a:moveTo>
                <a:lnTo>
                  <a:pt x="205740" y="135636"/>
                </a:lnTo>
                <a:lnTo>
                  <a:pt x="461772" y="135636"/>
                </a:lnTo>
                <a:lnTo>
                  <a:pt x="487680" y="109728"/>
                </a:lnTo>
                <a:lnTo>
                  <a:pt x="525780" y="150876"/>
                </a:lnTo>
                <a:lnTo>
                  <a:pt x="284988" y="150876"/>
                </a:lnTo>
                <a:lnTo>
                  <a:pt x="269509" y="151185"/>
                </a:lnTo>
                <a:lnTo>
                  <a:pt x="254889" y="152209"/>
                </a:lnTo>
                <a:lnTo>
                  <a:pt x="240839" y="154090"/>
                </a:lnTo>
                <a:lnTo>
                  <a:pt x="227076" y="156972"/>
                </a:lnTo>
                <a:close/>
              </a:path>
              <a:path w="565785" h="547369">
                <a:moveTo>
                  <a:pt x="368808" y="280416"/>
                </a:moveTo>
                <a:lnTo>
                  <a:pt x="336804" y="280416"/>
                </a:lnTo>
                <a:lnTo>
                  <a:pt x="336804" y="150876"/>
                </a:lnTo>
                <a:lnTo>
                  <a:pt x="368808" y="150876"/>
                </a:lnTo>
                <a:lnTo>
                  <a:pt x="368808" y="280416"/>
                </a:lnTo>
                <a:close/>
              </a:path>
              <a:path w="565785" h="547369">
                <a:moveTo>
                  <a:pt x="68984" y="270200"/>
                </a:moveTo>
                <a:lnTo>
                  <a:pt x="63436" y="266890"/>
                </a:lnTo>
                <a:lnTo>
                  <a:pt x="58173" y="258151"/>
                </a:lnTo>
                <a:lnTo>
                  <a:pt x="53340" y="243840"/>
                </a:lnTo>
                <a:lnTo>
                  <a:pt x="45005" y="227218"/>
                </a:lnTo>
                <a:lnTo>
                  <a:pt x="33528" y="209169"/>
                </a:lnTo>
                <a:lnTo>
                  <a:pt x="18621" y="189404"/>
                </a:lnTo>
                <a:lnTo>
                  <a:pt x="0" y="167640"/>
                </a:lnTo>
                <a:lnTo>
                  <a:pt x="4572" y="160020"/>
                </a:lnTo>
                <a:lnTo>
                  <a:pt x="41457" y="180617"/>
                </a:lnTo>
                <a:lnTo>
                  <a:pt x="67627" y="199072"/>
                </a:lnTo>
                <a:lnTo>
                  <a:pt x="83224" y="215526"/>
                </a:lnTo>
                <a:lnTo>
                  <a:pt x="88392" y="230124"/>
                </a:lnTo>
                <a:lnTo>
                  <a:pt x="87534" y="242720"/>
                </a:lnTo>
                <a:lnTo>
                  <a:pt x="84963" y="253174"/>
                </a:lnTo>
                <a:lnTo>
                  <a:pt x="80676" y="261627"/>
                </a:lnTo>
                <a:lnTo>
                  <a:pt x="74676" y="268224"/>
                </a:lnTo>
                <a:lnTo>
                  <a:pt x="68984" y="270200"/>
                </a:lnTo>
                <a:close/>
              </a:path>
              <a:path w="565785" h="547369">
                <a:moveTo>
                  <a:pt x="181356" y="301752"/>
                </a:moveTo>
                <a:lnTo>
                  <a:pt x="160020" y="280416"/>
                </a:lnTo>
                <a:lnTo>
                  <a:pt x="495300" y="280416"/>
                </a:lnTo>
                <a:lnTo>
                  <a:pt x="524256" y="251460"/>
                </a:lnTo>
                <a:lnTo>
                  <a:pt x="565404" y="294131"/>
                </a:lnTo>
                <a:lnTo>
                  <a:pt x="239268" y="294131"/>
                </a:lnTo>
                <a:lnTo>
                  <a:pt x="223789" y="294679"/>
                </a:lnTo>
                <a:lnTo>
                  <a:pt x="209169" y="296227"/>
                </a:lnTo>
                <a:lnTo>
                  <a:pt x="195119" y="298632"/>
                </a:lnTo>
                <a:lnTo>
                  <a:pt x="181356" y="301752"/>
                </a:lnTo>
                <a:close/>
              </a:path>
              <a:path w="565785" h="547369">
                <a:moveTo>
                  <a:pt x="198120" y="547116"/>
                </a:moveTo>
                <a:lnTo>
                  <a:pt x="175260" y="492252"/>
                </a:lnTo>
                <a:lnTo>
                  <a:pt x="191547" y="487918"/>
                </a:lnTo>
                <a:lnTo>
                  <a:pt x="210693" y="474726"/>
                </a:lnTo>
                <a:lnTo>
                  <a:pt x="257556" y="420624"/>
                </a:lnTo>
                <a:lnTo>
                  <a:pt x="280939" y="386072"/>
                </a:lnTo>
                <a:lnTo>
                  <a:pt x="300609" y="353377"/>
                </a:lnTo>
                <a:lnTo>
                  <a:pt x="327660" y="294131"/>
                </a:lnTo>
                <a:lnTo>
                  <a:pt x="339852" y="294131"/>
                </a:lnTo>
                <a:lnTo>
                  <a:pt x="377952" y="320040"/>
                </a:lnTo>
                <a:lnTo>
                  <a:pt x="367379" y="326326"/>
                </a:lnTo>
                <a:lnTo>
                  <a:pt x="356235" y="336042"/>
                </a:lnTo>
                <a:lnTo>
                  <a:pt x="344519" y="349186"/>
                </a:lnTo>
                <a:lnTo>
                  <a:pt x="332232" y="365760"/>
                </a:lnTo>
                <a:lnTo>
                  <a:pt x="316801" y="387238"/>
                </a:lnTo>
                <a:lnTo>
                  <a:pt x="293370" y="415290"/>
                </a:lnTo>
                <a:lnTo>
                  <a:pt x="261937" y="450199"/>
                </a:lnTo>
                <a:lnTo>
                  <a:pt x="222504" y="492252"/>
                </a:lnTo>
                <a:lnTo>
                  <a:pt x="441137" y="492252"/>
                </a:lnTo>
                <a:lnTo>
                  <a:pt x="363474" y="502539"/>
                </a:lnTo>
                <a:lnTo>
                  <a:pt x="316563" y="510825"/>
                </a:lnTo>
                <a:lnTo>
                  <a:pt x="277368" y="519684"/>
                </a:lnTo>
                <a:lnTo>
                  <a:pt x="223456" y="534543"/>
                </a:lnTo>
                <a:lnTo>
                  <a:pt x="207287" y="541115"/>
                </a:lnTo>
                <a:lnTo>
                  <a:pt x="198120" y="547116"/>
                </a:lnTo>
                <a:close/>
              </a:path>
              <a:path w="565785" h="547369">
                <a:moveTo>
                  <a:pt x="91440" y="533399"/>
                </a:moveTo>
                <a:lnTo>
                  <a:pt x="77724" y="533399"/>
                </a:lnTo>
                <a:lnTo>
                  <a:pt x="70104" y="531875"/>
                </a:lnTo>
                <a:lnTo>
                  <a:pt x="59436" y="528828"/>
                </a:lnTo>
                <a:lnTo>
                  <a:pt x="50292" y="525780"/>
                </a:lnTo>
                <a:lnTo>
                  <a:pt x="45720" y="518160"/>
                </a:lnTo>
                <a:lnTo>
                  <a:pt x="45720" y="507492"/>
                </a:lnTo>
                <a:lnTo>
                  <a:pt x="46053" y="500919"/>
                </a:lnTo>
                <a:lnTo>
                  <a:pt x="47244" y="492633"/>
                </a:lnTo>
                <a:lnTo>
                  <a:pt x="49577" y="482631"/>
                </a:lnTo>
                <a:lnTo>
                  <a:pt x="53340" y="470916"/>
                </a:lnTo>
                <a:lnTo>
                  <a:pt x="56221" y="459819"/>
                </a:lnTo>
                <a:lnTo>
                  <a:pt x="58102" y="449580"/>
                </a:lnTo>
                <a:lnTo>
                  <a:pt x="59126" y="440483"/>
                </a:lnTo>
                <a:lnTo>
                  <a:pt x="59436" y="432816"/>
                </a:lnTo>
                <a:lnTo>
                  <a:pt x="58840" y="425124"/>
                </a:lnTo>
                <a:lnTo>
                  <a:pt x="32194" y="397002"/>
                </a:lnTo>
                <a:lnTo>
                  <a:pt x="3048" y="387096"/>
                </a:lnTo>
                <a:lnTo>
                  <a:pt x="3048" y="377952"/>
                </a:lnTo>
                <a:lnTo>
                  <a:pt x="21883" y="379928"/>
                </a:lnTo>
                <a:lnTo>
                  <a:pt x="37147" y="381190"/>
                </a:lnTo>
                <a:lnTo>
                  <a:pt x="48696" y="381595"/>
                </a:lnTo>
                <a:lnTo>
                  <a:pt x="102269" y="381595"/>
                </a:lnTo>
                <a:lnTo>
                  <a:pt x="99060" y="391668"/>
                </a:lnTo>
                <a:lnTo>
                  <a:pt x="95940" y="407360"/>
                </a:lnTo>
                <a:lnTo>
                  <a:pt x="93535" y="424624"/>
                </a:lnTo>
                <a:lnTo>
                  <a:pt x="91987" y="443317"/>
                </a:lnTo>
                <a:lnTo>
                  <a:pt x="91440" y="463296"/>
                </a:lnTo>
                <a:lnTo>
                  <a:pt x="92583" y="483322"/>
                </a:lnTo>
                <a:lnTo>
                  <a:pt x="93726" y="500062"/>
                </a:lnTo>
                <a:lnTo>
                  <a:pt x="94869" y="513659"/>
                </a:lnTo>
                <a:lnTo>
                  <a:pt x="96012" y="524256"/>
                </a:lnTo>
                <a:lnTo>
                  <a:pt x="96012" y="530352"/>
                </a:lnTo>
                <a:lnTo>
                  <a:pt x="91440" y="533399"/>
                </a:lnTo>
                <a:close/>
              </a:path>
              <a:path w="565785" h="547369">
                <a:moveTo>
                  <a:pt x="441137" y="492252"/>
                </a:moveTo>
                <a:lnTo>
                  <a:pt x="222504" y="492252"/>
                </a:lnTo>
                <a:lnTo>
                  <a:pt x="473964" y="475488"/>
                </a:lnTo>
                <a:lnTo>
                  <a:pt x="457914" y="454032"/>
                </a:lnTo>
                <a:lnTo>
                  <a:pt x="441579" y="433006"/>
                </a:lnTo>
                <a:lnTo>
                  <a:pt x="424672" y="412265"/>
                </a:lnTo>
                <a:lnTo>
                  <a:pt x="406908" y="391668"/>
                </a:lnTo>
                <a:lnTo>
                  <a:pt x="411480" y="385572"/>
                </a:lnTo>
                <a:lnTo>
                  <a:pt x="432054" y="399859"/>
                </a:lnTo>
                <a:lnTo>
                  <a:pt x="450342" y="413004"/>
                </a:lnTo>
                <a:lnTo>
                  <a:pt x="466344" y="425005"/>
                </a:lnTo>
                <a:lnTo>
                  <a:pt x="480060" y="435864"/>
                </a:lnTo>
                <a:lnTo>
                  <a:pt x="492061" y="445008"/>
                </a:lnTo>
                <a:lnTo>
                  <a:pt x="521208" y="472440"/>
                </a:lnTo>
                <a:lnTo>
                  <a:pt x="531151" y="487680"/>
                </a:lnTo>
                <a:lnTo>
                  <a:pt x="481584" y="487680"/>
                </a:lnTo>
                <a:lnTo>
                  <a:pt x="441137" y="492252"/>
                </a:lnTo>
                <a:close/>
              </a:path>
              <a:path w="565785" h="547369">
                <a:moveTo>
                  <a:pt x="516636" y="547116"/>
                </a:moveTo>
                <a:lnTo>
                  <a:pt x="509016" y="547116"/>
                </a:lnTo>
                <a:lnTo>
                  <a:pt x="505968" y="542544"/>
                </a:lnTo>
                <a:lnTo>
                  <a:pt x="502920" y="533399"/>
                </a:lnTo>
                <a:lnTo>
                  <a:pt x="498086" y="521970"/>
                </a:lnTo>
                <a:lnTo>
                  <a:pt x="492823" y="510540"/>
                </a:lnTo>
                <a:lnTo>
                  <a:pt x="487275" y="499110"/>
                </a:lnTo>
                <a:lnTo>
                  <a:pt x="481584" y="487680"/>
                </a:lnTo>
                <a:lnTo>
                  <a:pt x="531151" y="487680"/>
                </a:lnTo>
                <a:lnTo>
                  <a:pt x="532257" y="489585"/>
                </a:lnTo>
                <a:lnTo>
                  <a:pt x="535352" y="497300"/>
                </a:lnTo>
                <a:lnTo>
                  <a:pt x="536448" y="504444"/>
                </a:lnTo>
                <a:lnTo>
                  <a:pt x="535852" y="511540"/>
                </a:lnTo>
                <a:lnTo>
                  <a:pt x="533971" y="518922"/>
                </a:lnTo>
                <a:lnTo>
                  <a:pt x="530661" y="526303"/>
                </a:lnTo>
                <a:lnTo>
                  <a:pt x="525780" y="533399"/>
                </a:lnTo>
                <a:lnTo>
                  <a:pt x="516636" y="547116"/>
                </a:lnTo>
                <a:close/>
              </a:path>
            </a:pathLst>
          </a:custGeom>
          <a:solidFill>
            <a:srgbClr val="3333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" name="object 7"/>
          <p:cNvSpPr/>
          <p:nvPr/>
        </p:nvSpPr>
        <p:spPr>
          <a:xfrm>
            <a:off x="1751075" y="2552700"/>
            <a:ext cx="155575" cy="155575"/>
          </a:xfrm>
          <a:custGeom>
            <a:avLst/>
            <a:gdLst/>
            <a:ahLst/>
            <a:cxnLst/>
            <a:rect l="l" t="t" r="r" b="b"/>
            <a:pathLst>
              <a:path w="155575" h="155575">
                <a:moveTo>
                  <a:pt x="155448" y="155448"/>
                </a:moveTo>
                <a:lnTo>
                  <a:pt x="0" y="155448"/>
                </a:lnTo>
                <a:lnTo>
                  <a:pt x="0" y="0"/>
                </a:lnTo>
                <a:lnTo>
                  <a:pt x="155448" y="0"/>
                </a:lnTo>
                <a:lnTo>
                  <a:pt x="155448" y="155448"/>
                </a:lnTo>
                <a:close/>
              </a:path>
            </a:pathLst>
          </a:custGeom>
          <a:solidFill>
            <a:srgbClr val="3333C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2132076" y="2362199"/>
            <a:ext cx="829310" cy="408940"/>
          </a:xfrm>
          <a:custGeom>
            <a:avLst/>
            <a:gdLst/>
            <a:ahLst/>
            <a:cxnLst/>
            <a:rect l="l" t="t" r="r" b="b"/>
            <a:pathLst>
              <a:path w="829310" h="408939">
                <a:moveTo>
                  <a:pt x="393192" y="373380"/>
                </a:moveTo>
                <a:lnTo>
                  <a:pt x="355092" y="335280"/>
                </a:lnTo>
                <a:lnTo>
                  <a:pt x="327660" y="364236"/>
                </a:lnTo>
                <a:lnTo>
                  <a:pt x="220980" y="364236"/>
                </a:lnTo>
                <a:lnTo>
                  <a:pt x="220980" y="199644"/>
                </a:lnTo>
                <a:lnTo>
                  <a:pt x="365760" y="199644"/>
                </a:lnTo>
                <a:lnTo>
                  <a:pt x="330708" y="164592"/>
                </a:lnTo>
                <a:lnTo>
                  <a:pt x="306324" y="188976"/>
                </a:lnTo>
                <a:lnTo>
                  <a:pt x="220980" y="188976"/>
                </a:lnTo>
                <a:lnTo>
                  <a:pt x="220980" y="51816"/>
                </a:lnTo>
                <a:lnTo>
                  <a:pt x="390144" y="51816"/>
                </a:lnTo>
                <a:lnTo>
                  <a:pt x="353568" y="15240"/>
                </a:lnTo>
                <a:lnTo>
                  <a:pt x="327660" y="41148"/>
                </a:lnTo>
                <a:lnTo>
                  <a:pt x="33528" y="41148"/>
                </a:lnTo>
                <a:lnTo>
                  <a:pt x="48768" y="57912"/>
                </a:lnTo>
                <a:lnTo>
                  <a:pt x="58407" y="55041"/>
                </a:lnTo>
                <a:lnTo>
                  <a:pt x="68770" y="53149"/>
                </a:lnTo>
                <a:lnTo>
                  <a:pt x="79413" y="52133"/>
                </a:lnTo>
                <a:lnTo>
                  <a:pt x="89916" y="51816"/>
                </a:lnTo>
                <a:lnTo>
                  <a:pt x="196596" y="51816"/>
                </a:lnTo>
                <a:lnTo>
                  <a:pt x="196596" y="364236"/>
                </a:lnTo>
                <a:lnTo>
                  <a:pt x="109728" y="364236"/>
                </a:lnTo>
                <a:lnTo>
                  <a:pt x="109728" y="167640"/>
                </a:lnTo>
                <a:lnTo>
                  <a:pt x="126492" y="155448"/>
                </a:lnTo>
                <a:lnTo>
                  <a:pt x="83820" y="134112"/>
                </a:lnTo>
                <a:lnTo>
                  <a:pt x="84696" y="147828"/>
                </a:lnTo>
                <a:lnTo>
                  <a:pt x="85153" y="159258"/>
                </a:lnTo>
                <a:lnTo>
                  <a:pt x="85344" y="175260"/>
                </a:lnTo>
                <a:lnTo>
                  <a:pt x="85344" y="364236"/>
                </a:lnTo>
                <a:lnTo>
                  <a:pt x="0" y="364236"/>
                </a:lnTo>
                <a:lnTo>
                  <a:pt x="15240" y="379476"/>
                </a:lnTo>
                <a:lnTo>
                  <a:pt x="25539" y="376605"/>
                </a:lnTo>
                <a:lnTo>
                  <a:pt x="36004" y="374713"/>
                </a:lnTo>
                <a:lnTo>
                  <a:pt x="46736" y="373697"/>
                </a:lnTo>
                <a:lnTo>
                  <a:pt x="57912" y="373380"/>
                </a:lnTo>
                <a:lnTo>
                  <a:pt x="393192" y="373380"/>
                </a:lnTo>
                <a:close/>
              </a:path>
              <a:path w="829310" h="408939">
                <a:moveTo>
                  <a:pt x="618731" y="70104"/>
                </a:moveTo>
                <a:lnTo>
                  <a:pt x="591299" y="38100"/>
                </a:lnTo>
                <a:lnTo>
                  <a:pt x="568439" y="59436"/>
                </a:lnTo>
                <a:lnTo>
                  <a:pt x="443471" y="59436"/>
                </a:lnTo>
                <a:lnTo>
                  <a:pt x="458711" y="74676"/>
                </a:lnTo>
                <a:lnTo>
                  <a:pt x="469023" y="72682"/>
                </a:lnTo>
                <a:lnTo>
                  <a:pt x="479475" y="71247"/>
                </a:lnTo>
                <a:lnTo>
                  <a:pt x="490220" y="70396"/>
                </a:lnTo>
                <a:lnTo>
                  <a:pt x="501383" y="70104"/>
                </a:lnTo>
                <a:lnTo>
                  <a:pt x="510527" y="70104"/>
                </a:lnTo>
                <a:lnTo>
                  <a:pt x="496506" y="126072"/>
                </a:lnTo>
                <a:lnTo>
                  <a:pt x="479475" y="177165"/>
                </a:lnTo>
                <a:lnTo>
                  <a:pt x="459308" y="223126"/>
                </a:lnTo>
                <a:lnTo>
                  <a:pt x="435851" y="263652"/>
                </a:lnTo>
                <a:lnTo>
                  <a:pt x="440423" y="268224"/>
                </a:lnTo>
                <a:lnTo>
                  <a:pt x="451840" y="255066"/>
                </a:lnTo>
                <a:lnTo>
                  <a:pt x="463092" y="240601"/>
                </a:lnTo>
                <a:lnTo>
                  <a:pt x="474078" y="224726"/>
                </a:lnTo>
                <a:lnTo>
                  <a:pt x="484619" y="207264"/>
                </a:lnTo>
                <a:lnTo>
                  <a:pt x="484517" y="281940"/>
                </a:lnTo>
                <a:lnTo>
                  <a:pt x="484416" y="306324"/>
                </a:lnTo>
                <a:lnTo>
                  <a:pt x="483984" y="342506"/>
                </a:lnTo>
                <a:lnTo>
                  <a:pt x="483095" y="373380"/>
                </a:lnTo>
                <a:lnTo>
                  <a:pt x="505955" y="364236"/>
                </a:lnTo>
                <a:lnTo>
                  <a:pt x="505955" y="316992"/>
                </a:lnTo>
                <a:lnTo>
                  <a:pt x="559295" y="316992"/>
                </a:lnTo>
                <a:lnTo>
                  <a:pt x="559295" y="342900"/>
                </a:lnTo>
                <a:lnTo>
                  <a:pt x="583679" y="332232"/>
                </a:lnTo>
                <a:lnTo>
                  <a:pt x="583552" y="316992"/>
                </a:lnTo>
                <a:lnTo>
                  <a:pt x="583463" y="306324"/>
                </a:lnTo>
                <a:lnTo>
                  <a:pt x="582930" y="271272"/>
                </a:lnTo>
                <a:lnTo>
                  <a:pt x="582396" y="231724"/>
                </a:lnTo>
                <a:lnTo>
                  <a:pt x="582155" y="187452"/>
                </a:lnTo>
                <a:lnTo>
                  <a:pt x="588035" y="182880"/>
                </a:lnTo>
                <a:lnTo>
                  <a:pt x="595871" y="176784"/>
                </a:lnTo>
                <a:lnTo>
                  <a:pt x="589902" y="172212"/>
                </a:lnTo>
                <a:lnTo>
                  <a:pt x="569963" y="156972"/>
                </a:lnTo>
                <a:lnTo>
                  <a:pt x="559295" y="170307"/>
                </a:lnTo>
                <a:lnTo>
                  <a:pt x="559295" y="182880"/>
                </a:lnTo>
                <a:lnTo>
                  <a:pt x="559295" y="306324"/>
                </a:lnTo>
                <a:lnTo>
                  <a:pt x="505955" y="306324"/>
                </a:lnTo>
                <a:lnTo>
                  <a:pt x="505955" y="207264"/>
                </a:lnTo>
                <a:lnTo>
                  <a:pt x="505955" y="182880"/>
                </a:lnTo>
                <a:lnTo>
                  <a:pt x="559295" y="182880"/>
                </a:lnTo>
                <a:lnTo>
                  <a:pt x="559295" y="170307"/>
                </a:lnTo>
                <a:lnTo>
                  <a:pt x="557771" y="172212"/>
                </a:lnTo>
                <a:lnTo>
                  <a:pt x="502907" y="172212"/>
                </a:lnTo>
                <a:lnTo>
                  <a:pt x="512051" y="146189"/>
                </a:lnTo>
                <a:lnTo>
                  <a:pt x="521195" y="120586"/>
                </a:lnTo>
                <a:lnTo>
                  <a:pt x="527151" y="104114"/>
                </a:lnTo>
                <a:lnTo>
                  <a:pt x="539483" y="70104"/>
                </a:lnTo>
                <a:lnTo>
                  <a:pt x="618731" y="70104"/>
                </a:lnTo>
                <a:close/>
              </a:path>
              <a:path w="829310" h="408939">
                <a:moveTo>
                  <a:pt x="829043" y="132588"/>
                </a:moveTo>
                <a:lnTo>
                  <a:pt x="827062" y="131064"/>
                </a:lnTo>
                <a:lnTo>
                  <a:pt x="803135" y="112776"/>
                </a:lnTo>
                <a:lnTo>
                  <a:pt x="793991" y="126492"/>
                </a:lnTo>
                <a:lnTo>
                  <a:pt x="793991" y="140208"/>
                </a:lnTo>
                <a:lnTo>
                  <a:pt x="793991" y="201168"/>
                </a:lnTo>
                <a:lnTo>
                  <a:pt x="793991" y="211836"/>
                </a:lnTo>
                <a:lnTo>
                  <a:pt x="793991" y="271272"/>
                </a:lnTo>
                <a:lnTo>
                  <a:pt x="733031" y="271272"/>
                </a:lnTo>
                <a:lnTo>
                  <a:pt x="733031" y="211836"/>
                </a:lnTo>
                <a:lnTo>
                  <a:pt x="793991" y="211836"/>
                </a:lnTo>
                <a:lnTo>
                  <a:pt x="793991" y="201168"/>
                </a:lnTo>
                <a:lnTo>
                  <a:pt x="733031" y="201168"/>
                </a:lnTo>
                <a:lnTo>
                  <a:pt x="733031" y="140208"/>
                </a:lnTo>
                <a:lnTo>
                  <a:pt x="793991" y="140208"/>
                </a:lnTo>
                <a:lnTo>
                  <a:pt x="793991" y="126492"/>
                </a:lnTo>
                <a:lnTo>
                  <a:pt x="790943" y="131064"/>
                </a:lnTo>
                <a:lnTo>
                  <a:pt x="725411" y="131064"/>
                </a:lnTo>
                <a:lnTo>
                  <a:pt x="745109" y="103924"/>
                </a:lnTo>
                <a:lnTo>
                  <a:pt x="762939" y="84201"/>
                </a:lnTo>
                <a:lnTo>
                  <a:pt x="778776" y="71920"/>
                </a:lnTo>
                <a:lnTo>
                  <a:pt x="792467" y="67056"/>
                </a:lnTo>
                <a:lnTo>
                  <a:pt x="790943" y="65532"/>
                </a:lnTo>
                <a:lnTo>
                  <a:pt x="781799" y="56388"/>
                </a:lnTo>
                <a:lnTo>
                  <a:pt x="763511" y="38100"/>
                </a:lnTo>
                <a:lnTo>
                  <a:pt x="749795" y="54559"/>
                </a:lnTo>
                <a:lnTo>
                  <a:pt x="749795" y="65532"/>
                </a:lnTo>
                <a:lnTo>
                  <a:pt x="714743" y="131064"/>
                </a:lnTo>
                <a:lnTo>
                  <a:pt x="713219" y="131064"/>
                </a:lnTo>
                <a:lnTo>
                  <a:pt x="713219" y="140208"/>
                </a:lnTo>
                <a:lnTo>
                  <a:pt x="713219" y="201168"/>
                </a:lnTo>
                <a:lnTo>
                  <a:pt x="713219" y="211836"/>
                </a:lnTo>
                <a:lnTo>
                  <a:pt x="713219" y="271272"/>
                </a:lnTo>
                <a:lnTo>
                  <a:pt x="652259" y="271272"/>
                </a:lnTo>
                <a:lnTo>
                  <a:pt x="653783" y="211836"/>
                </a:lnTo>
                <a:lnTo>
                  <a:pt x="713219" y="211836"/>
                </a:lnTo>
                <a:lnTo>
                  <a:pt x="713219" y="201168"/>
                </a:lnTo>
                <a:lnTo>
                  <a:pt x="653783" y="201168"/>
                </a:lnTo>
                <a:lnTo>
                  <a:pt x="653783" y="140208"/>
                </a:lnTo>
                <a:lnTo>
                  <a:pt x="713219" y="140208"/>
                </a:lnTo>
                <a:lnTo>
                  <a:pt x="713219" y="131064"/>
                </a:lnTo>
                <a:lnTo>
                  <a:pt x="655307" y="131064"/>
                </a:lnTo>
                <a:lnTo>
                  <a:pt x="637019" y="118872"/>
                </a:lnTo>
                <a:lnTo>
                  <a:pt x="632447" y="115824"/>
                </a:lnTo>
                <a:lnTo>
                  <a:pt x="642480" y="104114"/>
                </a:lnTo>
                <a:lnTo>
                  <a:pt x="652068" y="91821"/>
                </a:lnTo>
                <a:lnTo>
                  <a:pt x="661390" y="78968"/>
                </a:lnTo>
                <a:lnTo>
                  <a:pt x="670547" y="65532"/>
                </a:lnTo>
                <a:lnTo>
                  <a:pt x="749795" y="65532"/>
                </a:lnTo>
                <a:lnTo>
                  <a:pt x="749795" y="54559"/>
                </a:lnTo>
                <a:lnTo>
                  <a:pt x="748271" y="56388"/>
                </a:lnTo>
                <a:lnTo>
                  <a:pt x="676643" y="56388"/>
                </a:lnTo>
                <a:lnTo>
                  <a:pt x="680986" y="48653"/>
                </a:lnTo>
                <a:lnTo>
                  <a:pt x="685025" y="41338"/>
                </a:lnTo>
                <a:lnTo>
                  <a:pt x="689076" y="34315"/>
                </a:lnTo>
                <a:lnTo>
                  <a:pt x="693407" y="27432"/>
                </a:lnTo>
                <a:lnTo>
                  <a:pt x="708647" y="22860"/>
                </a:lnTo>
                <a:lnTo>
                  <a:pt x="675119" y="0"/>
                </a:lnTo>
                <a:lnTo>
                  <a:pt x="658355" y="41148"/>
                </a:lnTo>
                <a:lnTo>
                  <a:pt x="637019" y="82296"/>
                </a:lnTo>
                <a:lnTo>
                  <a:pt x="613206" y="121158"/>
                </a:lnTo>
                <a:lnTo>
                  <a:pt x="588251" y="155448"/>
                </a:lnTo>
                <a:lnTo>
                  <a:pt x="592823" y="158496"/>
                </a:lnTo>
                <a:lnTo>
                  <a:pt x="602208" y="149098"/>
                </a:lnTo>
                <a:lnTo>
                  <a:pt x="611873" y="139255"/>
                </a:lnTo>
                <a:lnTo>
                  <a:pt x="621550" y="129146"/>
                </a:lnTo>
                <a:lnTo>
                  <a:pt x="630923" y="118872"/>
                </a:lnTo>
                <a:lnTo>
                  <a:pt x="630923" y="231724"/>
                </a:lnTo>
                <a:lnTo>
                  <a:pt x="625970" y="290893"/>
                </a:lnTo>
                <a:lnTo>
                  <a:pt x="614159" y="335280"/>
                </a:lnTo>
                <a:lnTo>
                  <a:pt x="593775" y="370903"/>
                </a:lnTo>
                <a:lnTo>
                  <a:pt x="565391" y="405384"/>
                </a:lnTo>
                <a:lnTo>
                  <a:pt x="568439" y="408432"/>
                </a:lnTo>
                <a:lnTo>
                  <a:pt x="600633" y="382143"/>
                </a:lnTo>
                <a:lnTo>
                  <a:pt x="634022" y="337019"/>
                </a:lnTo>
                <a:lnTo>
                  <a:pt x="646696" y="301066"/>
                </a:lnTo>
                <a:lnTo>
                  <a:pt x="650735" y="281940"/>
                </a:lnTo>
                <a:lnTo>
                  <a:pt x="713219" y="281940"/>
                </a:lnTo>
                <a:lnTo>
                  <a:pt x="713219" y="396240"/>
                </a:lnTo>
                <a:lnTo>
                  <a:pt x="733031" y="384048"/>
                </a:lnTo>
                <a:lnTo>
                  <a:pt x="733031" y="281940"/>
                </a:lnTo>
                <a:lnTo>
                  <a:pt x="793991" y="281940"/>
                </a:lnTo>
                <a:lnTo>
                  <a:pt x="793991" y="361188"/>
                </a:lnTo>
                <a:lnTo>
                  <a:pt x="792467" y="365760"/>
                </a:lnTo>
                <a:lnTo>
                  <a:pt x="790943" y="367284"/>
                </a:lnTo>
                <a:lnTo>
                  <a:pt x="787908" y="368808"/>
                </a:lnTo>
                <a:lnTo>
                  <a:pt x="769823" y="368795"/>
                </a:lnTo>
                <a:lnTo>
                  <a:pt x="761415" y="368617"/>
                </a:lnTo>
                <a:lnTo>
                  <a:pt x="752157" y="368173"/>
                </a:lnTo>
                <a:lnTo>
                  <a:pt x="742175" y="367284"/>
                </a:lnTo>
                <a:lnTo>
                  <a:pt x="742175" y="373380"/>
                </a:lnTo>
                <a:lnTo>
                  <a:pt x="760450" y="378815"/>
                </a:lnTo>
                <a:lnTo>
                  <a:pt x="773988" y="385953"/>
                </a:lnTo>
                <a:lnTo>
                  <a:pt x="782688" y="394817"/>
                </a:lnTo>
                <a:lnTo>
                  <a:pt x="786371" y="405384"/>
                </a:lnTo>
                <a:lnTo>
                  <a:pt x="800354" y="397675"/>
                </a:lnTo>
                <a:lnTo>
                  <a:pt x="810183" y="388239"/>
                </a:lnTo>
                <a:lnTo>
                  <a:pt x="815733" y="377101"/>
                </a:lnTo>
                <a:lnTo>
                  <a:pt x="816457" y="368808"/>
                </a:lnTo>
                <a:lnTo>
                  <a:pt x="816851" y="364236"/>
                </a:lnTo>
                <a:lnTo>
                  <a:pt x="816851" y="281940"/>
                </a:lnTo>
                <a:lnTo>
                  <a:pt x="816851" y="271272"/>
                </a:lnTo>
                <a:lnTo>
                  <a:pt x="816851" y="211836"/>
                </a:lnTo>
                <a:lnTo>
                  <a:pt x="816851" y="201168"/>
                </a:lnTo>
                <a:lnTo>
                  <a:pt x="816851" y="144780"/>
                </a:lnTo>
                <a:lnTo>
                  <a:pt x="821423" y="140208"/>
                </a:lnTo>
                <a:lnTo>
                  <a:pt x="829043" y="13258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3019043" y="2362200"/>
            <a:ext cx="405765" cy="407034"/>
          </a:xfrm>
          <a:custGeom>
            <a:avLst/>
            <a:gdLst/>
            <a:ahLst/>
            <a:cxnLst/>
            <a:rect l="l" t="t" r="r" b="b"/>
            <a:pathLst>
              <a:path w="405764" h="407035">
                <a:moveTo>
                  <a:pt x="60959" y="406908"/>
                </a:moveTo>
                <a:lnTo>
                  <a:pt x="61198" y="382357"/>
                </a:lnTo>
                <a:lnTo>
                  <a:pt x="61721" y="359092"/>
                </a:lnTo>
                <a:lnTo>
                  <a:pt x="62245" y="337256"/>
                </a:lnTo>
                <a:lnTo>
                  <a:pt x="62368" y="64008"/>
                </a:lnTo>
                <a:lnTo>
                  <a:pt x="62245" y="55935"/>
                </a:lnTo>
                <a:lnTo>
                  <a:pt x="61196" y="19812"/>
                </a:lnTo>
                <a:lnTo>
                  <a:pt x="60959" y="0"/>
                </a:lnTo>
                <a:lnTo>
                  <a:pt x="102107" y="19812"/>
                </a:lnTo>
                <a:lnTo>
                  <a:pt x="86867" y="32004"/>
                </a:lnTo>
                <a:lnTo>
                  <a:pt x="86867" y="89916"/>
                </a:lnTo>
                <a:lnTo>
                  <a:pt x="99702" y="95369"/>
                </a:lnTo>
                <a:lnTo>
                  <a:pt x="107767" y="99060"/>
                </a:lnTo>
                <a:lnTo>
                  <a:pt x="86867" y="99060"/>
                </a:lnTo>
                <a:lnTo>
                  <a:pt x="86891" y="345852"/>
                </a:lnTo>
                <a:lnTo>
                  <a:pt x="87032" y="359092"/>
                </a:lnTo>
                <a:lnTo>
                  <a:pt x="87132" y="364236"/>
                </a:lnTo>
                <a:lnTo>
                  <a:pt x="87510" y="377856"/>
                </a:lnTo>
                <a:lnTo>
                  <a:pt x="88391" y="394716"/>
                </a:lnTo>
                <a:lnTo>
                  <a:pt x="60959" y="406908"/>
                </a:lnTo>
                <a:close/>
              </a:path>
              <a:path w="405764" h="407035">
                <a:moveTo>
                  <a:pt x="277367" y="124968"/>
                </a:moveTo>
                <a:lnTo>
                  <a:pt x="252983" y="124968"/>
                </a:lnTo>
                <a:lnTo>
                  <a:pt x="252873" y="64008"/>
                </a:lnTo>
                <a:lnTo>
                  <a:pt x="252764" y="45720"/>
                </a:lnTo>
                <a:lnTo>
                  <a:pt x="252372" y="22860"/>
                </a:lnTo>
                <a:lnTo>
                  <a:pt x="252281" y="19812"/>
                </a:lnTo>
                <a:lnTo>
                  <a:pt x="251459" y="3048"/>
                </a:lnTo>
                <a:lnTo>
                  <a:pt x="295655" y="22860"/>
                </a:lnTo>
                <a:lnTo>
                  <a:pt x="277367" y="35052"/>
                </a:lnTo>
                <a:lnTo>
                  <a:pt x="277367" y="124968"/>
                </a:lnTo>
                <a:close/>
              </a:path>
              <a:path w="405764" h="407035">
                <a:moveTo>
                  <a:pt x="131063" y="225552"/>
                </a:moveTo>
                <a:lnTo>
                  <a:pt x="126491" y="222504"/>
                </a:lnTo>
                <a:lnTo>
                  <a:pt x="136469" y="201120"/>
                </a:lnTo>
                <a:lnTo>
                  <a:pt x="145732" y="178308"/>
                </a:lnTo>
                <a:lnTo>
                  <a:pt x="161543" y="129540"/>
                </a:lnTo>
                <a:lnTo>
                  <a:pt x="172783" y="83058"/>
                </a:lnTo>
                <a:lnTo>
                  <a:pt x="178307" y="45720"/>
                </a:lnTo>
                <a:lnTo>
                  <a:pt x="217931" y="64008"/>
                </a:lnTo>
                <a:lnTo>
                  <a:pt x="202691" y="74676"/>
                </a:lnTo>
                <a:lnTo>
                  <a:pt x="185927" y="124968"/>
                </a:lnTo>
                <a:lnTo>
                  <a:pt x="376428" y="124968"/>
                </a:lnTo>
                <a:lnTo>
                  <a:pt x="387096" y="135636"/>
                </a:lnTo>
                <a:lnTo>
                  <a:pt x="182879" y="135636"/>
                </a:lnTo>
                <a:lnTo>
                  <a:pt x="171140" y="161901"/>
                </a:lnTo>
                <a:lnTo>
                  <a:pt x="158686" y="185737"/>
                </a:lnTo>
                <a:lnTo>
                  <a:pt x="145375" y="207002"/>
                </a:lnTo>
                <a:lnTo>
                  <a:pt x="131063" y="225552"/>
                </a:lnTo>
                <a:close/>
              </a:path>
              <a:path w="405764" h="407035">
                <a:moveTo>
                  <a:pt x="124586" y="152590"/>
                </a:moveTo>
                <a:lnTo>
                  <a:pt x="121157" y="150876"/>
                </a:lnTo>
                <a:lnTo>
                  <a:pt x="117728" y="145732"/>
                </a:lnTo>
                <a:lnTo>
                  <a:pt x="114299" y="137160"/>
                </a:lnTo>
                <a:lnTo>
                  <a:pt x="109156" y="127777"/>
                </a:lnTo>
                <a:lnTo>
                  <a:pt x="102869" y="118110"/>
                </a:lnTo>
                <a:lnTo>
                  <a:pt x="95440" y="108442"/>
                </a:lnTo>
                <a:lnTo>
                  <a:pt x="86867" y="99060"/>
                </a:lnTo>
                <a:lnTo>
                  <a:pt x="107767" y="99060"/>
                </a:lnTo>
                <a:lnTo>
                  <a:pt x="137207" y="126015"/>
                </a:lnTo>
                <a:lnTo>
                  <a:pt x="137159" y="132588"/>
                </a:lnTo>
                <a:lnTo>
                  <a:pt x="135635" y="141732"/>
                </a:lnTo>
                <a:lnTo>
                  <a:pt x="132587" y="147828"/>
                </a:lnTo>
                <a:lnTo>
                  <a:pt x="128015" y="150876"/>
                </a:lnTo>
                <a:lnTo>
                  <a:pt x="124586" y="152590"/>
                </a:lnTo>
                <a:close/>
              </a:path>
              <a:path w="405764" h="407035">
                <a:moveTo>
                  <a:pt x="376428" y="124968"/>
                </a:moveTo>
                <a:lnTo>
                  <a:pt x="327660" y="124968"/>
                </a:lnTo>
                <a:lnTo>
                  <a:pt x="352044" y="100584"/>
                </a:lnTo>
                <a:lnTo>
                  <a:pt x="376428" y="124968"/>
                </a:lnTo>
                <a:close/>
              </a:path>
              <a:path w="405764" h="407035">
                <a:moveTo>
                  <a:pt x="277367" y="231648"/>
                </a:moveTo>
                <a:lnTo>
                  <a:pt x="252983" y="231648"/>
                </a:lnTo>
                <a:lnTo>
                  <a:pt x="252983" y="135636"/>
                </a:lnTo>
                <a:lnTo>
                  <a:pt x="277367" y="135636"/>
                </a:lnTo>
                <a:lnTo>
                  <a:pt x="277367" y="231648"/>
                </a:lnTo>
                <a:close/>
              </a:path>
              <a:path w="405764" h="407035">
                <a:moveTo>
                  <a:pt x="175259" y="246888"/>
                </a:moveTo>
                <a:lnTo>
                  <a:pt x="160019" y="231648"/>
                </a:lnTo>
                <a:lnTo>
                  <a:pt x="323088" y="231648"/>
                </a:lnTo>
                <a:lnTo>
                  <a:pt x="345948" y="208788"/>
                </a:lnTo>
                <a:lnTo>
                  <a:pt x="377952" y="242316"/>
                </a:lnTo>
                <a:lnTo>
                  <a:pt x="216407" y="242316"/>
                </a:lnTo>
                <a:lnTo>
                  <a:pt x="205263" y="242601"/>
                </a:lnTo>
                <a:lnTo>
                  <a:pt x="194690" y="243459"/>
                </a:lnTo>
                <a:lnTo>
                  <a:pt x="184689" y="244887"/>
                </a:lnTo>
                <a:lnTo>
                  <a:pt x="175259" y="246888"/>
                </a:lnTo>
                <a:close/>
              </a:path>
              <a:path w="405764" h="407035">
                <a:moveTo>
                  <a:pt x="277367" y="364236"/>
                </a:moveTo>
                <a:lnTo>
                  <a:pt x="252983" y="364236"/>
                </a:lnTo>
                <a:lnTo>
                  <a:pt x="252983" y="242316"/>
                </a:lnTo>
                <a:lnTo>
                  <a:pt x="277367" y="242316"/>
                </a:lnTo>
                <a:lnTo>
                  <a:pt x="277367" y="364236"/>
                </a:lnTo>
                <a:close/>
              </a:path>
              <a:path w="405764" h="407035">
                <a:moveTo>
                  <a:pt x="135635" y="379476"/>
                </a:moveTo>
                <a:lnTo>
                  <a:pt x="118871" y="364236"/>
                </a:lnTo>
                <a:lnTo>
                  <a:pt x="345948" y="364236"/>
                </a:lnTo>
                <a:lnTo>
                  <a:pt x="370332" y="339852"/>
                </a:lnTo>
                <a:lnTo>
                  <a:pt x="405384" y="373380"/>
                </a:lnTo>
                <a:lnTo>
                  <a:pt x="176783" y="373380"/>
                </a:lnTo>
                <a:lnTo>
                  <a:pt x="165639" y="373689"/>
                </a:lnTo>
                <a:lnTo>
                  <a:pt x="155066" y="374713"/>
                </a:lnTo>
                <a:lnTo>
                  <a:pt x="145065" y="376594"/>
                </a:lnTo>
                <a:lnTo>
                  <a:pt x="135635" y="379476"/>
                </a:lnTo>
                <a:close/>
              </a:path>
              <a:path w="405764" h="407035">
                <a:moveTo>
                  <a:pt x="18288" y="199644"/>
                </a:moveTo>
                <a:lnTo>
                  <a:pt x="9143" y="199644"/>
                </a:lnTo>
                <a:lnTo>
                  <a:pt x="6095" y="198120"/>
                </a:lnTo>
                <a:lnTo>
                  <a:pt x="1523" y="195072"/>
                </a:lnTo>
                <a:lnTo>
                  <a:pt x="0" y="193548"/>
                </a:lnTo>
                <a:lnTo>
                  <a:pt x="0" y="188976"/>
                </a:lnTo>
                <a:lnTo>
                  <a:pt x="3047" y="181356"/>
                </a:lnTo>
                <a:lnTo>
                  <a:pt x="12191" y="172212"/>
                </a:lnTo>
                <a:lnTo>
                  <a:pt x="19335" y="161639"/>
                </a:lnTo>
                <a:lnTo>
                  <a:pt x="24764" y="148209"/>
                </a:lnTo>
                <a:lnTo>
                  <a:pt x="28479" y="131921"/>
                </a:lnTo>
                <a:lnTo>
                  <a:pt x="30479" y="112776"/>
                </a:lnTo>
                <a:lnTo>
                  <a:pt x="38100" y="112776"/>
                </a:lnTo>
                <a:lnTo>
                  <a:pt x="39838" y="136517"/>
                </a:lnTo>
                <a:lnTo>
                  <a:pt x="40576" y="155257"/>
                </a:lnTo>
                <a:lnTo>
                  <a:pt x="40457" y="169140"/>
                </a:lnTo>
                <a:lnTo>
                  <a:pt x="22859" y="198120"/>
                </a:lnTo>
                <a:lnTo>
                  <a:pt x="18288" y="19964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3503104" y="2407729"/>
            <a:ext cx="148590" cy="294640"/>
          </a:xfrm>
          <a:custGeom>
            <a:avLst/>
            <a:gdLst/>
            <a:ahLst/>
            <a:cxnLst/>
            <a:rect l="l" t="t" r="r" b="b"/>
            <a:pathLst>
              <a:path w="148589" h="294639">
                <a:moveTo>
                  <a:pt x="24955" y="88582"/>
                </a:moveTo>
                <a:lnTo>
                  <a:pt x="14287" y="88582"/>
                </a:lnTo>
                <a:lnTo>
                  <a:pt x="8191" y="85534"/>
                </a:lnTo>
                <a:lnTo>
                  <a:pt x="5143" y="80962"/>
                </a:lnTo>
                <a:lnTo>
                  <a:pt x="2286" y="76080"/>
                </a:lnTo>
                <a:lnTo>
                  <a:pt x="571" y="70485"/>
                </a:lnTo>
                <a:lnTo>
                  <a:pt x="0" y="64031"/>
                </a:lnTo>
                <a:lnTo>
                  <a:pt x="571" y="56578"/>
                </a:lnTo>
                <a:lnTo>
                  <a:pt x="20383" y="23050"/>
                </a:lnTo>
                <a:lnTo>
                  <a:pt x="56959" y="1714"/>
                </a:lnTo>
                <a:lnTo>
                  <a:pt x="76581" y="0"/>
                </a:lnTo>
                <a:lnTo>
                  <a:pt x="85891" y="214"/>
                </a:lnTo>
                <a:lnTo>
                  <a:pt x="95059" y="1714"/>
                </a:lnTo>
                <a:lnTo>
                  <a:pt x="104227" y="3976"/>
                </a:lnTo>
                <a:lnTo>
                  <a:pt x="113538" y="8382"/>
                </a:lnTo>
                <a:lnTo>
                  <a:pt x="117248" y="10858"/>
                </a:lnTo>
                <a:lnTo>
                  <a:pt x="72199" y="10858"/>
                </a:lnTo>
                <a:lnTo>
                  <a:pt x="63103" y="11715"/>
                </a:lnTo>
                <a:lnTo>
                  <a:pt x="29527" y="32194"/>
                </a:lnTo>
                <a:lnTo>
                  <a:pt x="23431" y="38290"/>
                </a:lnTo>
                <a:lnTo>
                  <a:pt x="23431" y="44386"/>
                </a:lnTo>
                <a:lnTo>
                  <a:pt x="21907" y="48958"/>
                </a:lnTo>
                <a:lnTo>
                  <a:pt x="23431" y="53530"/>
                </a:lnTo>
                <a:lnTo>
                  <a:pt x="29527" y="55054"/>
                </a:lnTo>
                <a:lnTo>
                  <a:pt x="34099" y="58102"/>
                </a:lnTo>
                <a:lnTo>
                  <a:pt x="37147" y="62674"/>
                </a:lnTo>
                <a:lnTo>
                  <a:pt x="37147" y="74866"/>
                </a:lnTo>
                <a:lnTo>
                  <a:pt x="35623" y="79438"/>
                </a:lnTo>
                <a:lnTo>
                  <a:pt x="32575" y="82486"/>
                </a:lnTo>
                <a:lnTo>
                  <a:pt x="29527" y="87058"/>
                </a:lnTo>
                <a:lnTo>
                  <a:pt x="24955" y="88582"/>
                </a:lnTo>
                <a:close/>
              </a:path>
              <a:path w="148589" h="294639">
                <a:moveTo>
                  <a:pt x="75247" y="210502"/>
                </a:moveTo>
                <a:lnTo>
                  <a:pt x="70127" y="206763"/>
                </a:lnTo>
                <a:lnTo>
                  <a:pt x="66294" y="200025"/>
                </a:lnTo>
                <a:lnTo>
                  <a:pt x="63888" y="190142"/>
                </a:lnTo>
                <a:lnTo>
                  <a:pt x="63055" y="176974"/>
                </a:lnTo>
                <a:lnTo>
                  <a:pt x="64746" y="162115"/>
                </a:lnTo>
                <a:lnTo>
                  <a:pt x="69723" y="147256"/>
                </a:lnTo>
                <a:lnTo>
                  <a:pt x="77843" y="132397"/>
                </a:lnTo>
                <a:lnTo>
                  <a:pt x="88963" y="117538"/>
                </a:lnTo>
                <a:lnTo>
                  <a:pt x="100107" y="103489"/>
                </a:lnTo>
                <a:lnTo>
                  <a:pt x="108394" y="90868"/>
                </a:lnTo>
                <a:lnTo>
                  <a:pt x="113823" y="79390"/>
                </a:lnTo>
                <a:lnTo>
                  <a:pt x="116395" y="68770"/>
                </a:lnTo>
                <a:lnTo>
                  <a:pt x="117514" y="59388"/>
                </a:lnTo>
                <a:lnTo>
                  <a:pt x="116205" y="49720"/>
                </a:lnTo>
                <a:lnTo>
                  <a:pt x="90678" y="15621"/>
                </a:lnTo>
                <a:lnTo>
                  <a:pt x="72199" y="10858"/>
                </a:lnTo>
                <a:lnTo>
                  <a:pt x="117248" y="10858"/>
                </a:lnTo>
                <a:lnTo>
                  <a:pt x="145923" y="43624"/>
                </a:lnTo>
                <a:lnTo>
                  <a:pt x="148399" y="68770"/>
                </a:lnTo>
                <a:lnTo>
                  <a:pt x="144613" y="82724"/>
                </a:lnTo>
                <a:lnTo>
                  <a:pt x="137541" y="96964"/>
                </a:lnTo>
                <a:lnTo>
                  <a:pt x="126753" y="111204"/>
                </a:lnTo>
                <a:lnTo>
                  <a:pt x="111823" y="125158"/>
                </a:lnTo>
                <a:lnTo>
                  <a:pt x="97536" y="141493"/>
                </a:lnTo>
                <a:lnTo>
                  <a:pt x="86677" y="160972"/>
                </a:lnTo>
                <a:lnTo>
                  <a:pt x="79248" y="183880"/>
                </a:lnTo>
                <a:lnTo>
                  <a:pt x="75247" y="210502"/>
                </a:lnTo>
                <a:close/>
              </a:path>
              <a:path w="148589" h="294639">
                <a:moveTo>
                  <a:pt x="75247" y="294322"/>
                </a:moveTo>
                <a:lnTo>
                  <a:pt x="66103" y="294322"/>
                </a:lnTo>
                <a:lnTo>
                  <a:pt x="61531" y="291274"/>
                </a:lnTo>
                <a:lnTo>
                  <a:pt x="53911" y="288226"/>
                </a:lnTo>
                <a:lnTo>
                  <a:pt x="49649" y="285083"/>
                </a:lnTo>
                <a:lnTo>
                  <a:pt x="46101" y="280225"/>
                </a:lnTo>
                <a:lnTo>
                  <a:pt x="43410" y="273653"/>
                </a:lnTo>
                <a:lnTo>
                  <a:pt x="41719" y="265366"/>
                </a:lnTo>
                <a:lnTo>
                  <a:pt x="42314" y="256817"/>
                </a:lnTo>
                <a:lnTo>
                  <a:pt x="67627" y="233362"/>
                </a:lnTo>
                <a:lnTo>
                  <a:pt x="76771" y="233362"/>
                </a:lnTo>
                <a:lnTo>
                  <a:pt x="102679" y="262318"/>
                </a:lnTo>
                <a:lnTo>
                  <a:pt x="102060" y="270629"/>
                </a:lnTo>
                <a:lnTo>
                  <a:pt x="100012" y="277368"/>
                </a:lnTo>
                <a:lnTo>
                  <a:pt x="96250" y="282678"/>
                </a:lnTo>
                <a:lnTo>
                  <a:pt x="90487" y="286702"/>
                </a:lnTo>
                <a:lnTo>
                  <a:pt x="82867" y="291274"/>
                </a:lnTo>
                <a:lnTo>
                  <a:pt x="75247" y="29432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1751075" y="3838955"/>
            <a:ext cx="155575" cy="155575"/>
          </a:xfrm>
          <a:custGeom>
            <a:avLst/>
            <a:gdLst/>
            <a:ahLst/>
            <a:cxnLst/>
            <a:rect l="l" t="t" r="r" b="b"/>
            <a:pathLst>
              <a:path w="155575" h="155575">
                <a:moveTo>
                  <a:pt x="155448" y="155447"/>
                </a:moveTo>
                <a:lnTo>
                  <a:pt x="0" y="155447"/>
                </a:lnTo>
                <a:lnTo>
                  <a:pt x="0" y="0"/>
                </a:lnTo>
                <a:lnTo>
                  <a:pt x="155448" y="0"/>
                </a:lnTo>
                <a:lnTo>
                  <a:pt x="155448" y="155447"/>
                </a:lnTo>
                <a:close/>
              </a:path>
            </a:pathLst>
          </a:custGeom>
          <a:solidFill>
            <a:srgbClr val="3333C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2125979" y="3646932"/>
            <a:ext cx="402590" cy="410209"/>
          </a:xfrm>
          <a:custGeom>
            <a:avLst/>
            <a:gdLst/>
            <a:ahLst/>
            <a:cxnLst/>
            <a:rect l="l" t="t" r="r" b="b"/>
            <a:pathLst>
              <a:path w="402589" h="410210">
                <a:moveTo>
                  <a:pt x="185928" y="71628"/>
                </a:moveTo>
                <a:lnTo>
                  <a:pt x="155448" y="71628"/>
                </a:lnTo>
                <a:lnTo>
                  <a:pt x="164615" y="51006"/>
                </a:lnTo>
                <a:lnTo>
                  <a:pt x="171640" y="32385"/>
                </a:lnTo>
                <a:lnTo>
                  <a:pt x="176664" y="15478"/>
                </a:lnTo>
                <a:lnTo>
                  <a:pt x="179832" y="0"/>
                </a:lnTo>
                <a:lnTo>
                  <a:pt x="224028" y="24384"/>
                </a:lnTo>
                <a:lnTo>
                  <a:pt x="205740" y="32004"/>
                </a:lnTo>
                <a:lnTo>
                  <a:pt x="200072" y="43767"/>
                </a:lnTo>
                <a:lnTo>
                  <a:pt x="189880" y="63293"/>
                </a:lnTo>
                <a:lnTo>
                  <a:pt x="185928" y="71628"/>
                </a:lnTo>
                <a:close/>
              </a:path>
              <a:path w="402589" h="410210">
                <a:moveTo>
                  <a:pt x="15240" y="86868"/>
                </a:moveTo>
                <a:lnTo>
                  <a:pt x="0" y="71628"/>
                </a:lnTo>
                <a:lnTo>
                  <a:pt x="333756" y="71628"/>
                </a:lnTo>
                <a:lnTo>
                  <a:pt x="362712" y="42672"/>
                </a:lnTo>
                <a:lnTo>
                  <a:pt x="402336" y="82296"/>
                </a:lnTo>
                <a:lnTo>
                  <a:pt x="56388" y="82296"/>
                </a:lnTo>
                <a:lnTo>
                  <a:pt x="45243" y="82581"/>
                </a:lnTo>
                <a:lnTo>
                  <a:pt x="34671" y="83439"/>
                </a:lnTo>
                <a:lnTo>
                  <a:pt x="24669" y="84867"/>
                </a:lnTo>
                <a:lnTo>
                  <a:pt x="15240" y="86868"/>
                </a:lnTo>
                <a:close/>
              </a:path>
              <a:path w="402589" h="410210">
                <a:moveTo>
                  <a:pt x="4572" y="269748"/>
                </a:moveTo>
                <a:lnTo>
                  <a:pt x="0" y="265176"/>
                </a:lnTo>
                <a:lnTo>
                  <a:pt x="23169" y="245721"/>
                </a:lnTo>
                <a:lnTo>
                  <a:pt x="44767" y="226123"/>
                </a:lnTo>
                <a:lnTo>
                  <a:pt x="83820" y="185928"/>
                </a:lnTo>
                <a:lnTo>
                  <a:pt x="118110" y="139255"/>
                </a:lnTo>
                <a:lnTo>
                  <a:pt x="152400" y="82296"/>
                </a:lnTo>
                <a:lnTo>
                  <a:pt x="181356" y="82296"/>
                </a:lnTo>
                <a:lnTo>
                  <a:pt x="171950" y="99131"/>
                </a:lnTo>
                <a:lnTo>
                  <a:pt x="162115" y="115252"/>
                </a:lnTo>
                <a:lnTo>
                  <a:pt x="151995" y="130516"/>
                </a:lnTo>
                <a:lnTo>
                  <a:pt x="141732" y="144780"/>
                </a:lnTo>
                <a:lnTo>
                  <a:pt x="327152" y="144780"/>
                </a:lnTo>
                <a:lnTo>
                  <a:pt x="335280" y="150876"/>
                </a:lnTo>
                <a:lnTo>
                  <a:pt x="328748" y="155448"/>
                </a:lnTo>
                <a:lnTo>
                  <a:pt x="135636" y="155448"/>
                </a:lnTo>
                <a:lnTo>
                  <a:pt x="135636" y="182880"/>
                </a:lnTo>
                <a:lnTo>
                  <a:pt x="111252" y="182880"/>
                </a:lnTo>
                <a:lnTo>
                  <a:pt x="85796" y="208026"/>
                </a:lnTo>
                <a:lnTo>
                  <a:pt x="59626" y="230886"/>
                </a:lnTo>
                <a:lnTo>
                  <a:pt x="32599" y="251460"/>
                </a:lnTo>
                <a:lnTo>
                  <a:pt x="4572" y="269748"/>
                </a:lnTo>
                <a:close/>
              </a:path>
              <a:path w="402589" h="410210">
                <a:moveTo>
                  <a:pt x="327152" y="144780"/>
                </a:moveTo>
                <a:lnTo>
                  <a:pt x="291084" y="144780"/>
                </a:lnTo>
                <a:lnTo>
                  <a:pt x="304800" y="128016"/>
                </a:lnTo>
                <a:lnTo>
                  <a:pt x="327152" y="144780"/>
                </a:lnTo>
                <a:close/>
              </a:path>
              <a:path w="402589" h="410210">
                <a:moveTo>
                  <a:pt x="320040" y="216408"/>
                </a:moveTo>
                <a:lnTo>
                  <a:pt x="295655" y="216408"/>
                </a:lnTo>
                <a:lnTo>
                  <a:pt x="295655" y="155448"/>
                </a:lnTo>
                <a:lnTo>
                  <a:pt x="328748" y="155448"/>
                </a:lnTo>
                <a:lnTo>
                  <a:pt x="320040" y="161544"/>
                </a:lnTo>
                <a:lnTo>
                  <a:pt x="320040" y="216408"/>
                </a:lnTo>
                <a:close/>
              </a:path>
              <a:path w="402589" h="410210">
                <a:moveTo>
                  <a:pt x="108204" y="409956"/>
                </a:moveTo>
                <a:lnTo>
                  <a:pt x="109323" y="384548"/>
                </a:lnTo>
                <a:lnTo>
                  <a:pt x="110299" y="338137"/>
                </a:lnTo>
                <a:lnTo>
                  <a:pt x="110990" y="270867"/>
                </a:lnTo>
                <a:lnTo>
                  <a:pt x="111252" y="182880"/>
                </a:lnTo>
                <a:lnTo>
                  <a:pt x="135636" y="182880"/>
                </a:lnTo>
                <a:lnTo>
                  <a:pt x="135636" y="216408"/>
                </a:lnTo>
                <a:lnTo>
                  <a:pt x="320040" y="216408"/>
                </a:lnTo>
                <a:lnTo>
                  <a:pt x="320040" y="227076"/>
                </a:lnTo>
                <a:lnTo>
                  <a:pt x="135636" y="227076"/>
                </a:lnTo>
                <a:lnTo>
                  <a:pt x="135636" y="283464"/>
                </a:lnTo>
                <a:lnTo>
                  <a:pt x="320040" y="283464"/>
                </a:lnTo>
                <a:lnTo>
                  <a:pt x="320040" y="294132"/>
                </a:lnTo>
                <a:lnTo>
                  <a:pt x="135636" y="294132"/>
                </a:lnTo>
                <a:lnTo>
                  <a:pt x="135636" y="393192"/>
                </a:lnTo>
                <a:lnTo>
                  <a:pt x="108204" y="409956"/>
                </a:lnTo>
                <a:close/>
              </a:path>
              <a:path w="402589" h="410210">
                <a:moveTo>
                  <a:pt x="320040" y="283464"/>
                </a:moveTo>
                <a:lnTo>
                  <a:pt x="295655" y="283464"/>
                </a:lnTo>
                <a:lnTo>
                  <a:pt x="295655" y="227076"/>
                </a:lnTo>
                <a:lnTo>
                  <a:pt x="320040" y="227076"/>
                </a:lnTo>
                <a:lnTo>
                  <a:pt x="320040" y="283464"/>
                </a:lnTo>
                <a:close/>
              </a:path>
              <a:path w="402589" h="410210">
                <a:moveTo>
                  <a:pt x="319437" y="370332"/>
                </a:moveTo>
                <a:lnTo>
                  <a:pt x="289560" y="370332"/>
                </a:lnTo>
                <a:lnTo>
                  <a:pt x="295655" y="365760"/>
                </a:lnTo>
                <a:lnTo>
                  <a:pt x="295655" y="294132"/>
                </a:lnTo>
                <a:lnTo>
                  <a:pt x="320040" y="294132"/>
                </a:lnTo>
                <a:lnTo>
                  <a:pt x="319945" y="367760"/>
                </a:lnTo>
                <a:lnTo>
                  <a:pt x="319437" y="370332"/>
                </a:lnTo>
                <a:close/>
              </a:path>
              <a:path w="402589" h="410210">
                <a:moveTo>
                  <a:pt x="280416" y="409956"/>
                </a:moveTo>
                <a:lnTo>
                  <a:pt x="278415" y="399335"/>
                </a:lnTo>
                <a:lnTo>
                  <a:pt x="270129" y="390144"/>
                </a:lnTo>
                <a:lnTo>
                  <a:pt x="255555" y="382095"/>
                </a:lnTo>
                <a:lnTo>
                  <a:pt x="234696" y="374904"/>
                </a:lnTo>
                <a:lnTo>
                  <a:pt x="234696" y="365760"/>
                </a:lnTo>
                <a:lnTo>
                  <a:pt x="248459" y="367760"/>
                </a:lnTo>
                <a:lnTo>
                  <a:pt x="260223" y="369189"/>
                </a:lnTo>
                <a:lnTo>
                  <a:pt x="270271" y="370046"/>
                </a:lnTo>
                <a:lnTo>
                  <a:pt x="278892" y="370332"/>
                </a:lnTo>
                <a:lnTo>
                  <a:pt x="319437" y="370332"/>
                </a:lnTo>
                <a:lnTo>
                  <a:pt x="317492" y="380166"/>
                </a:lnTo>
                <a:lnTo>
                  <a:pt x="309943" y="391477"/>
                </a:lnTo>
                <a:lnTo>
                  <a:pt x="297537" y="401359"/>
                </a:lnTo>
                <a:lnTo>
                  <a:pt x="280416" y="40995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2581655" y="3649979"/>
            <a:ext cx="381000" cy="403860"/>
          </a:xfrm>
          <a:custGeom>
            <a:avLst/>
            <a:gdLst/>
            <a:ahLst/>
            <a:cxnLst/>
            <a:rect l="l" t="t" r="r" b="b"/>
            <a:pathLst>
              <a:path w="381000" h="403860">
                <a:moveTo>
                  <a:pt x="211835" y="62484"/>
                </a:moveTo>
                <a:lnTo>
                  <a:pt x="196595" y="62484"/>
                </a:lnTo>
                <a:lnTo>
                  <a:pt x="194024" y="47648"/>
                </a:lnTo>
                <a:lnTo>
                  <a:pt x="188595" y="32956"/>
                </a:lnTo>
                <a:lnTo>
                  <a:pt x="180308" y="18549"/>
                </a:lnTo>
                <a:lnTo>
                  <a:pt x="169164" y="4572"/>
                </a:lnTo>
                <a:lnTo>
                  <a:pt x="172212" y="0"/>
                </a:lnTo>
                <a:lnTo>
                  <a:pt x="214860" y="20788"/>
                </a:lnTo>
                <a:lnTo>
                  <a:pt x="224028" y="35052"/>
                </a:lnTo>
                <a:lnTo>
                  <a:pt x="224028" y="39624"/>
                </a:lnTo>
                <a:lnTo>
                  <a:pt x="223194" y="44481"/>
                </a:lnTo>
                <a:lnTo>
                  <a:pt x="220789" y="49910"/>
                </a:lnTo>
                <a:lnTo>
                  <a:pt x="216955" y="55911"/>
                </a:lnTo>
                <a:lnTo>
                  <a:pt x="211835" y="62484"/>
                </a:lnTo>
                <a:close/>
              </a:path>
              <a:path w="381000" h="403860">
                <a:moveTo>
                  <a:pt x="45720" y="121920"/>
                </a:moveTo>
                <a:lnTo>
                  <a:pt x="27432" y="121920"/>
                </a:lnTo>
                <a:lnTo>
                  <a:pt x="22860" y="120396"/>
                </a:lnTo>
                <a:lnTo>
                  <a:pt x="21336" y="117348"/>
                </a:lnTo>
                <a:lnTo>
                  <a:pt x="18288" y="114300"/>
                </a:lnTo>
                <a:lnTo>
                  <a:pt x="21336" y="108204"/>
                </a:lnTo>
                <a:lnTo>
                  <a:pt x="27432" y="102108"/>
                </a:lnTo>
                <a:lnTo>
                  <a:pt x="31099" y="96369"/>
                </a:lnTo>
                <a:lnTo>
                  <a:pt x="48577" y="61912"/>
                </a:lnTo>
                <a:lnTo>
                  <a:pt x="53340" y="42672"/>
                </a:lnTo>
                <a:lnTo>
                  <a:pt x="60960" y="42672"/>
                </a:lnTo>
                <a:lnTo>
                  <a:pt x="64008" y="62484"/>
                </a:lnTo>
                <a:lnTo>
                  <a:pt x="369154" y="62484"/>
                </a:lnTo>
                <a:lnTo>
                  <a:pt x="377051" y="71628"/>
                </a:lnTo>
                <a:lnTo>
                  <a:pt x="64008" y="71628"/>
                </a:lnTo>
                <a:lnTo>
                  <a:pt x="63698" y="86201"/>
                </a:lnTo>
                <a:lnTo>
                  <a:pt x="62674" y="97917"/>
                </a:lnTo>
                <a:lnTo>
                  <a:pt x="60793" y="106775"/>
                </a:lnTo>
                <a:lnTo>
                  <a:pt x="57912" y="112776"/>
                </a:lnTo>
                <a:lnTo>
                  <a:pt x="45720" y="121920"/>
                </a:lnTo>
                <a:close/>
              </a:path>
              <a:path w="381000" h="403860">
                <a:moveTo>
                  <a:pt x="369154" y="62484"/>
                </a:moveTo>
                <a:lnTo>
                  <a:pt x="335280" y="62484"/>
                </a:lnTo>
                <a:lnTo>
                  <a:pt x="352044" y="42672"/>
                </a:lnTo>
                <a:lnTo>
                  <a:pt x="369154" y="62484"/>
                </a:lnTo>
                <a:close/>
              </a:path>
              <a:path w="381000" h="403860">
                <a:moveTo>
                  <a:pt x="318516" y="120396"/>
                </a:moveTo>
                <a:lnTo>
                  <a:pt x="313944" y="117348"/>
                </a:lnTo>
                <a:lnTo>
                  <a:pt x="336804" y="71628"/>
                </a:lnTo>
                <a:lnTo>
                  <a:pt x="377051" y="71628"/>
                </a:lnTo>
                <a:lnTo>
                  <a:pt x="381000" y="76200"/>
                </a:lnTo>
                <a:lnTo>
                  <a:pt x="367593" y="79033"/>
                </a:lnTo>
                <a:lnTo>
                  <a:pt x="352615" y="87439"/>
                </a:lnTo>
                <a:lnTo>
                  <a:pt x="336208" y="101274"/>
                </a:lnTo>
                <a:lnTo>
                  <a:pt x="318516" y="120396"/>
                </a:lnTo>
                <a:close/>
              </a:path>
              <a:path w="381000" h="403860">
                <a:moveTo>
                  <a:pt x="24384" y="176784"/>
                </a:moveTo>
                <a:lnTo>
                  <a:pt x="22860" y="169164"/>
                </a:lnTo>
                <a:lnTo>
                  <a:pt x="40862" y="161996"/>
                </a:lnTo>
                <a:lnTo>
                  <a:pt x="58293" y="154114"/>
                </a:lnTo>
                <a:lnTo>
                  <a:pt x="105989" y="124182"/>
                </a:lnTo>
                <a:lnTo>
                  <a:pt x="144780" y="88392"/>
                </a:lnTo>
                <a:lnTo>
                  <a:pt x="170688" y="118872"/>
                </a:lnTo>
                <a:lnTo>
                  <a:pt x="161520" y="120276"/>
                </a:lnTo>
                <a:lnTo>
                  <a:pt x="149923" y="124396"/>
                </a:lnTo>
                <a:lnTo>
                  <a:pt x="135755" y="131087"/>
                </a:lnTo>
                <a:lnTo>
                  <a:pt x="118872" y="140208"/>
                </a:lnTo>
                <a:lnTo>
                  <a:pt x="99393" y="150209"/>
                </a:lnTo>
                <a:lnTo>
                  <a:pt x="77343" y="159639"/>
                </a:lnTo>
                <a:lnTo>
                  <a:pt x="52435" y="168497"/>
                </a:lnTo>
                <a:lnTo>
                  <a:pt x="24384" y="176784"/>
                </a:lnTo>
                <a:close/>
              </a:path>
              <a:path w="381000" h="403860">
                <a:moveTo>
                  <a:pt x="339852" y="175260"/>
                </a:moveTo>
                <a:lnTo>
                  <a:pt x="335280" y="175260"/>
                </a:lnTo>
                <a:lnTo>
                  <a:pt x="329184" y="170688"/>
                </a:lnTo>
                <a:lnTo>
                  <a:pt x="323088" y="164592"/>
                </a:lnTo>
                <a:lnTo>
                  <a:pt x="314277" y="157448"/>
                </a:lnTo>
                <a:lnTo>
                  <a:pt x="280416" y="132588"/>
                </a:lnTo>
                <a:lnTo>
                  <a:pt x="236696" y="109227"/>
                </a:lnTo>
                <a:lnTo>
                  <a:pt x="220980" y="102108"/>
                </a:lnTo>
                <a:lnTo>
                  <a:pt x="224028" y="94488"/>
                </a:lnTo>
                <a:lnTo>
                  <a:pt x="284035" y="112014"/>
                </a:lnTo>
                <a:lnTo>
                  <a:pt x="320040" y="124968"/>
                </a:lnTo>
                <a:lnTo>
                  <a:pt x="345842" y="160805"/>
                </a:lnTo>
                <a:lnTo>
                  <a:pt x="345948" y="167640"/>
                </a:lnTo>
                <a:lnTo>
                  <a:pt x="342900" y="173736"/>
                </a:lnTo>
                <a:lnTo>
                  <a:pt x="339852" y="175260"/>
                </a:lnTo>
                <a:close/>
              </a:path>
              <a:path w="381000" h="403860">
                <a:moveTo>
                  <a:pt x="179832" y="210312"/>
                </a:moveTo>
                <a:lnTo>
                  <a:pt x="155448" y="210312"/>
                </a:lnTo>
                <a:lnTo>
                  <a:pt x="157448" y="192024"/>
                </a:lnTo>
                <a:lnTo>
                  <a:pt x="158877" y="173736"/>
                </a:lnTo>
                <a:lnTo>
                  <a:pt x="159734" y="155448"/>
                </a:lnTo>
                <a:lnTo>
                  <a:pt x="160020" y="137160"/>
                </a:lnTo>
                <a:lnTo>
                  <a:pt x="199644" y="153924"/>
                </a:lnTo>
                <a:lnTo>
                  <a:pt x="192476" y="160805"/>
                </a:lnTo>
                <a:lnTo>
                  <a:pt x="186880" y="172402"/>
                </a:lnTo>
                <a:lnTo>
                  <a:pt x="182713" y="188856"/>
                </a:lnTo>
                <a:lnTo>
                  <a:pt x="179832" y="210312"/>
                </a:lnTo>
                <a:close/>
              </a:path>
              <a:path w="381000" h="403860">
                <a:moveTo>
                  <a:pt x="51816" y="225552"/>
                </a:moveTo>
                <a:lnTo>
                  <a:pt x="35052" y="210312"/>
                </a:lnTo>
                <a:lnTo>
                  <a:pt x="310895" y="210312"/>
                </a:lnTo>
                <a:lnTo>
                  <a:pt x="324612" y="192024"/>
                </a:lnTo>
                <a:lnTo>
                  <a:pt x="353568" y="216408"/>
                </a:lnTo>
                <a:lnTo>
                  <a:pt x="349213" y="219456"/>
                </a:lnTo>
                <a:lnTo>
                  <a:pt x="92964" y="219456"/>
                </a:lnTo>
                <a:lnTo>
                  <a:pt x="81819" y="219979"/>
                </a:lnTo>
                <a:lnTo>
                  <a:pt x="71247" y="221361"/>
                </a:lnTo>
                <a:lnTo>
                  <a:pt x="61245" y="223313"/>
                </a:lnTo>
                <a:lnTo>
                  <a:pt x="51816" y="225552"/>
                </a:lnTo>
                <a:close/>
              </a:path>
              <a:path w="381000" h="403860">
                <a:moveTo>
                  <a:pt x="3048" y="403860"/>
                </a:moveTo>
                <a:lnTo>
                  <a:pt x="0" y="399288"/>
                </a:lnTo>
                <a:lnTo>
                  <a:pt x="35147" y="379809"/>
                </a:lnTo>
                <a:lnTo>
                  <a:pt x="65151" y="360045"/>
                </a:lnTo>
                <a:lnTo>
                  <a:pt x="109728" y="318516"/>
                </a:lnTo>
                <a:lnTo>
                  <a:pt x="137541" y="273558"/>
                </a:lnTo>
                <a:lnTo>
                  <a:pt x="153924" y="219456"/>
                </a:lnTo>
                <a:lnTo>
                  <a:pt x="178308" y="219456"/>
                </a:lnTo>
                <a:lnTo>
                  <a:pt x="159258" y="284035"/>
                </a:lnTo>
                <a:lnTo>
                  <a:pt x="126492" y="333756"/>
                </a:lnTo>
                <a:lnTo>
                  <a:pt x="75057" y="371665"/>
                </a:lnTo>
                <a:lnTo>
                  <a:pt x="41624" y="388405"/>
                </a:lnTo>
                <a:lnTo>
                  <a:pt x="3048" y="403860"/>
                </a:lnTo>
                <a:close/>
              </a:path>
              <a:path w="381000" h="403860">
                <a:moveTo>
                  <a:pt x="317241" y="358140"/>
                </a:moveTo>
                <a:lnTo>
                  <a:pt x="278892" y="358140"/>
                </a:lnTo>
                <a:lnTo>
                  <a:pt x="286512" y="356616"/>
                </a:lnTo>
                <a:lnTo>
                  <a:pt x="291083" y="350520"/>
                </a:lnTo>
                <a:lnTo>
                  <a:pt x="303657" y="304419"/>
                </a:lnTo>
                <a:lnTo>
                  <a:pt x="313944" y="219456"/>
                </a:lnTo>
                <a:lnTo>
                  <a:pt x="349213" y="219456"/>
                </a:lnTo>
                <a:lnTo>
                  <a:pt x="338328" y="227076"/>
                </a:lnTo>
                <a:lnTo>
                  <a:pt x="332874" y="276225"/>
                </a:lnTo>
                <a:lnTo>
                  <a:pt x="327850" y="313944"/>
                </a:lnTo>
                <a:lnTo>
                  <a:pt x="323111" y="340233"/>
                </a:lnTo>
                <a:lnTo>
                  <a:pt x="318516" y="355092"/>
                </a:lnTo>
                <a:lnTo>
                  <a:pt x="317241" y="358140"/>
                </a:lnTo>
                <a:close/>
              </a:path>
              <a:path w="381000" h="403860">
                <a:moveTo>
                  <a:pt x="263652" y="399288"/>
                </a:moveTo>
                <a:lnTo>
                  <a:pt x="260223" y="388096"/>
                </a:lnTo>
                <a:lnTo>
                  <a:pt x="249936" y="377190"/>
                </a:lnTo>
                <a:lnTo>
                  <a:pt x="232791" y="366283"/>
                </a:lnTo>
                <a:lnTo>
                  <a:pt x="208788" y="355092"/>
                </a:lnTo>
                <a:lnTo>
                  <a:pt x="211835" y="348996"/>
                </a:lnTo>
                <a:lnTo>
                  <a:pt x="237315" y="352996"/>
                </a:lnTo>
                <a:lnTo>
                  <a:pt x="256793" y="355854"/>
                </a:lnTo>
                <a:lnTo>
                  <a:pt x="270557" y="357568"/>
                </a:lnTo>
                <a:lnTo>
                  <a:pt x="278892" y="358140"/>
                </a:lnTo>
                <a:lnTo>
                  <a:pt x="317241" y="358140"/>
                </a:lnTo>
                <a:lnTo>
                  <a:pt x="314563" y="364545"/>
                </a:lnTo>
                <a:lnTo>
                  <a:pt x="283464" y="392239"/>
                </a:lnTo>
                <a:lnTo>
                  <a:pt x="274272" y="395835"/>
                </a:lnTo>
                <a:lnTo>
                  <a:pt x="263652" y="39928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3019043" y="3646932"/>
            <a:ext cx="405765" cy="407034"/>
          </a:xfrm>
          <a:custGeom>
            <a:avLst/>
            <a:gdLst/>
            <a:ahLst/>
            <a:cxnLst/>
            <a:rect l="l" t="t" r="r" b="b"/>
            <a:pathLst>
              <a:path w="405764" h="407035">
                <a:moveTo>
                  <a:pt x="60959" y="406908"/>
                </a:moveTo>
                <a:lnTo>
                  <a:pt x="61198" y="382571"/>
                </a:lnTo>
                <a:lnTo>
                  <a:pt x="61721" y="359664"/>
                </a:lnTo>
                <a:lnTo>
                  <a:pt x="62245" y="337899"/>
                </a:lnTo>
                <a:lnTo>
                  <a:pt x="62362" y="63746"/>
                </a:lnTo>
                <a:lnTo>
                  <a:pt x="62245" y="56149"/>
                </a:lnTo>
                <a:lnTo>
                  <a:pt x="61518" y="32004"/>
                </a:lnTo>
                <a:lnTo>
                  <a:pt x="61188" y="19812"/>
                </a:lnTo>
                <a:lnTo>
                  <a:pt x="60959" y="0"/>
                </a:lnTo>
                <a:lnTo>
                  <a:pt x="102107" y="19812"/>
                </a:lnTo>
                <a:lnTo>
                  <a:pt x="86867" y="32004"/>
                </a:lnTo>
                <a:lnTo>
                  <a:pt x="86867" y="91440"/>
                </a:lnTo>
                <a:lnTo>
                  <a:pt x="99702" y="96012"/>
                </a:lnTo>
                <a:lnTo>
                  <a:pt x="107021" y="99060"/>
                </a:lnTo>
                <a:lnTo>
                  <a:pt x="86867" y="99060"/>
                </a:lnTo>
                <a:lnTo>
                  <a:pt x="86891" y="345852"/>
                </a:lnTo>
                <a:lnTo>
                  <a:pt x="87038" y="359664"/>
                </a:lnTo>
                <a:lnTo>
                  <a:pt x="87132" y="364236"/>
                </a:lnTo>
                <a:lnTo>
                  <a:pt x="87510" y="377856"/>
                </a:lnTo>
                <a:lnTo>
                  <a:pt x="88391" y="394716"/>
                </a:lnTo>
                <a:lnTo>
                  <a:pt x="60959" y="406908"/>
                </a:lnTo>
                <a:close/>
              </a:path>
              <a:path w="405764" h="407035">
                <a:moveTo>
                  <a:pt x="277367" y="126492"/>
                </a:moveTo>
                <a:lnTo>
                  <a:pt x="252983" y="126492"/>
                </a:lnTo>
                <a:lnTo>
                  <a:pt x="252867" y="63746"/>
                </a:lnTo>
                <a:lnTo>
                  <a:pt x="252747" y="45720"/>
                </a:lnTo>
                <a:lnTo>
                  <a:pt x="252341" y="22336"/>
                </a:lnTo>
                <a:lnTo>
                  <a:pt x="251459" y="4572"/>
                </a:lnTo>
                <a:lnTo>
                  <a:pt x="295655" y="22860"/>
                </a:lnTo>
                <a:lnTo>
                  <a:pt x="277367" y="35052"/>
                </a:lnTo>
                <a:lnTo>
                  <a:pt x="277367" y="126492"/>
                </a:lnTo>
                <a:close/>
              </a:path>
              <a:path w="405764" h="407035">
                <a:moveTo>
                  <a:pt x="131063" y="227076"/>
                </a:moveTo>
                <a:lnTo>
                  <a:pt x="126491" y="222504"/>
                </a:lnTo>
                <a:lnTo>
                  <a:pt x="136469" y="201334"/>
                </a:lnTo>
                <a:lnTo>
                  <a:pt x="145732" y="178879"/>
                </a:lnTo>
                <a:lnTo>
                  <a:pt x="161543" y="129540"/>
                </a:lnTo>
                <a:lnTo>
                  <a:pt x="172783" y="83629"/>
                </a:lnTo>
                <a:lnTo>
                  <a:pt x="178307" y="45720"/>
                </a:lnTo>
                <a:lnTo>
                  <a:pt x="217931" y="65532"/>
                </a:lnTo>
                <a:lnTo>
                  <a:pt x="202691" y="74676"/>
                </a:lnTo>
                <a:lnTo>
                  <a:pt x="185927" y="126492"/>
                </a:lnTo>
                <a:lnTo>
                  <a:pt x="377536" y="126492"/>
                </a:lnTo>
                <a:lnTo>
                  <a:pt x="387096" y="135636"/>
                </a:lnTo>
                <a:lnTo>
                  <a:pt x="182879" y="135636"/>
                </a:lnTo>
                <a:lnTo>
                  <a:pt x="171140" y="162567"/>
                </a:lnTo>
                <a:lnTo>
                  <a:pt x="158686" y="186499"/>
                </a:lnTo>
                <a:lnTo>
                  <a:pt x="145375" y="207859"/>
                </a:lnTo>
                <a:lnTo>
                  <a:pt x="131063" y="227076"/>
                </a:lnTo>
                <a:close/>
              </a:path>
              <a:path w="405764" h="407035">
                <a:moveTo>
                  <a:pt x="123443" y="155448"/>
                </a:moveTo>
                <a:lnTo>
                  <a:pt x="118871" y="150876"/>
                </a:lnTo>
                <a:lnTo>
                  <a:pt x="114299" y="138684"/>
                </a:lnTo>
                <a:lnTo>
                  <a:pt x="109156" y="128635"/>
                </a:lnTo>
                <a:lnTo>
                  <a:pt x="102869" y="118872"/>
                </a:lnTo>
                <a:lnTo>
                  <a:pt x="95440" y="109108"/>
                </a:lnTo>
                <a:lnTo>
                  <a:pt x="86867" y="99060"/>
                </a:lnTo>
                <a:lnTo>
                  <a:pt x="107021" y="99060"/>
                </a:lnTo>
                <a:lnTo>
                  <a:pt x="137207" y="126015"/>
                </a:lnTo>
                <a:lnTo>
                  <a:pt x="137159" y="132588"/>
                </a:lnTo>
                <a:lnTo>
                  <a:pt x="135635" y="141732"/>
                </a:lnTo>
                <a:lnTo>
                  <a:pt x="132587" y="147828"/>
                </a:lnTo>
                <a:lnTo>
                  <a:pt x="128015" y="152400"/>
                </a:lnTo>
                <a:lnTo>
                  <a:pt x="123443" y="155448"/>
                </a:lnTo>
                <a:close/>
              </a:path>
              <a:path w="405764" h="407035">
                <a:moveTo>
                  <a:pt x="377536" y="126492"/>
                </a:moveTo>
                <a:lnTo>
                  <a:pt x="327660" y="126492"/>
                </a:lnTo>
                <a:lnTo>
                  <a:pt x="352044" y="102108"/>
                </a:lnTo>
                <a:lnTo>
                  <a:pt x="377536" y="126492"/>
                </a:lnTo>
                <a:close/>
              </a:path>
              <a:path w="405764" h="407035">
                <a:moveTo>
                  <a:pt x="277367" y="231648"/>
                </a:moveTo>
                <a:lnTo>
                  <a:pt x="252983" y="231648"/>
                </a:lnTo>
                <a:lnTo>
                  <a:pt x="252983" y="135636"/>
                </a:lnTo>
                <a:lnTo>
                  <a:pt x="277367" y="135636"/>
                </a:lnTo>
                <a:lnTo>
                  <a:pt x="277367" y="231648"/>
                </a:lnTo>
                <a:close/>
              </a:path>
              <a:path w="405764" h="407035">
                <a:moveTo>
                  <a:pt x="175259" y="246888"/>
                </a:moveTo>
                <a:lnTo>
                  <a:pt x="160019" y="231648"/>
                </a:lnTo>
                <a:lnTo>
                  <a:pt x="323088" y="231648"/>
                </a:lnTo>
                <a:lnTo>
                  <a:pt x="345948" y="208788"/>
                </a:lnTo>
                <a:lnTo>
                  <a:pt x="377952" y="242316"/>
                </a:lnTo>
                <a:lnTo>
                  <a:pt x="216407" y="242316"/>
                </a:lnTo>
                <a:lnTo>
                  <a:pt x="205263" y="242601"/>
                </a:lnTo>
                <a:lnTo>
                  <a:pt x="194690" y="243459"/>
                </a:lnTo>
                <a:lnTo>
                  <a:pt x="184689" y="244887"/>
                </a:lnTo>
                <a:lnTo>
                  <a:pt x="175259" y="246888"/>
                </a:lnTo>
                <a:close/>
              </a:path>
              <a:path w="405764" h="407035">
                <a:moveTo>
                  <a:pt x="277367" y="364236"/>
                </a:moveTo>
                <a:lnTo>
                  <a:pt x="252983" y="364236"/>
                </a:lnTo>
                <a:lnTo>
                  <a:pt x="252983" y="242316"/>
                </a:lnTo>
                <a:lnTo>
                  <a:pt x="277367" y="242316"/>
                </a:lnTo>
                <a:lnTo>
                  <a:pt x="277367" y="364236"/>
                </a:lnTo>
                <a:close/>
              </a:path>
              <a:path w="405764" h="407035">
                <a:moveTo>
                  <a:pt x="135635" y="379476"/>
                </a:moveTo>
                <a:lnTo>
                  <a:pt x="118871" y="364236"/>
                </a:lnTo>
                <a:lnTo>
                  <a:pt x="345948" y="364236"/>
                </a:lnTo>
                <a:lnTo>
                  <a:pt x="370332" y="339852"/>
                </a:lnTo>
                <a:lnTo>
                  <a:pt x="405384" y="374904"/>
                </a:lnTo>
                <a:lnTo>
                  <a:pt x="176783" y="374904"/>
                </a:lnTo>
                <a:lnTo>
                  <a:pt x="165639" y="375189"/>
                </a:lnTo>
                <a:lnTo>
                  <a:pt x="155066" y="376047"/>
                </a:lnTo>
                <a:lnTo>
                  <a:pt x="145065" y="377475"/>
                </a:lnTo>
                <a:lnTo>
                  <a:pt x="135635" y="379476"/>
                </a:lnTo>
                <a:close/>
              </a:path>
              <a:path w="405764" h="407035">
                <a:moveTo>
                  <a:pt x="18288" y="201168"/>
                </a:moveTo>
                <a:lnTo>
                  <a:pt x="12191" y="201168"/>
                </a:lnTo>
                <a:lnTo>
                  <a:pt x="6095" y="198120"/>
                </a:lnTo>
                <a:lnTo>
                  <a:pt x="1523" y="196596"/>
                </a:lnTo>
                <a:lnTo>
                  <a:pt x="0" y="195072"/>
                </a:lnTo>
                <a:lnTo>
                  <a:pt x="0" y="188976"/>
                </a:lnTo>
                <a:lnTo>
                  <a:pt x="3047" y="181356"/>
                </a:lnTo>
                <a:lnTo>
                  <a:pt x="12191" y="172212"/>
                </a:lnTo>
                <a:lnTo>
                  <a:pt x="19335" y="161663"/>
                </a:lnTo>
                <a:lnTo>
                  <a:pt x="24764" y="148399"/>
                </a:lnTo>
                <a:lnTo>
                  <a:pt x="28479" y="132564"/>
                </a:lnTo>
                <a:lnTo>
                  <a:pt x="30479" y="114300"/>
                </a:lnTo>
                <a:lnTo>
                  <a:pt x="38100" y="114300"/>
                </a:lnTo>
                <a:lnTo>
                  <a:pt x="39838" y="137374"/>
                </a:lnTo>
                <a:lnTo>
                  <a:pt x="40576" y="156019"/>
                </a:lnTo>
                <a:lnTo>
                  <a:pt x="40457" y="169806"/>
                </a:lnTo>
                <a:lnTo>
                  <a:pt x="22859" y="199644"/>
                </a:lnTo>
                <a:lnTo>
                  <a:pt x="18288" y="20116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" name="object 15"/>
          <p:cNvSpPr/>
          <p:nvPr/>
        </p:nvSpPr>
        <p:spPr>
          <a:xfrm>
            <a:off x="3503107" y="3693223"/>
            <a:ext cx="148590" cy="294005"/>
          </a:xfrm>
          <a:custGeom>
            <a:avLst/>
            <a:gdLst/>
            <a:ahLst/>
            <a:cxnLst/>
            <a:rect l="l" t="t" r="r" b="b"/>
            <a:pathLst>
              <a:path w="148589" h="294004">
                <a:moveTo>
                  <a:pt x="24951" y="87820"/>
                </a:moveTo>
                <a:lnTo>
                  <a:pt x="14283" y="87820"/>
                </a:lnTo>
                <a:lnTo>
                  <a:pt x="8187" y="86296"/>
                </a:lnTo>
                <a:lnTo>
                  <a:pt x="5139" y="80200"/>
                </a:lnTo>
                <a:lnTo>
                  <a:pt x="2282" y="75961"/>
                </a:lnTo>
                <a:lnTo>
                  <a:pt x="567" y="70294"/>
                </a:lnTo>
                <a:lnTo>
                  <a:pt x="0" y="63436"/>
                </a:lnTo>
                <a:lnTo>
                  <a:pt x="567" y="55816"/>
                </a:lnTo>
                <a:lnTo>
                  <a:pt x="20379" y="22288"/>
                </a:lnTo>
                <a:lnTo>
                  <a:pt x="56955" y="2476"/>
                </a:lnTo>
                <a:lnTo>
                  <a:pt x="76577" y="0"/>
                </a:lnTo>
                <a:lnTo>
                  <a:pt x="85888" y="119"/>
                </a:lnTo>
                <a:lnTo>
                  <a:pt x="95055" y="952"/>
                </a:lnTo>
                <a:lnTo>
                  <a:pt x="104223" y="3857"/>
                </a:lnTo>
                <a:lnTo>
                  <a:pt x="113534" y="8191"/>
                </a:lnTo>
                <a:lnTo>
                  <a:pt x="116556" y="10096"/>
                </a:lnTo>
                <a:lnTo>
                  <a:pt x="72195" y="10096"/>
                </a:lnTo>
                <a:lnTo>
                  <a:pt x="63099" y="11811"/>
                </a:lnTo>
                <a:lnTo>
                  <a:pt x="29523" y="31432"/>
                </a:lnTo>
                <a:lnTo>
                  <a:pt x="23427" y="39052"/>
                </a:lnTo>
                <a:lnTo>
                  <a:pt x="23427" y="43624"/>
                </a:lnTo>
                <a:lnTo>
                  <a:pt x="21903" y="49720"/>
                </a:lnTo>
                <a:lnTo>
                  <a:pt x="23427" y="52768"/>
                </a:lnTo>
                <a:lnTo>
                  <a:pt x="29523" y="55816"/>
                </a:lnTo>
                <a:lnTo>
                  <a:pt x="34095" y="58864"/>
                </a:lnTo>
                <a:lnTo>
                  <a:pt x="37143" y="63436"/>
                </a:lnTo>
                <a:lnTo>
                  <a:pt x="37143" y="74104"/>
                </a:lnTo>
                <a:lnTo>
                  <a:pt x="35619" y="80200"/>
                </a:lnTo>
                <a:lnTo>
                  <a:pt x="29523" y="86296"/>
                </a:lnTo>
                <a:lnTo>
                  <a:pt x="24951" y="87820"/>
                </a:lnTo>
                <a:close/>
              </a:path>
              <a:path w="148589" h="294004">
                <a:moveTo>
                  <a:pt x="75243" y="209740"/>
                </a:moveTo>
                <a:lnTo>
                  <a:pt x="70124" y="206644"/>
                </a:lnTo>
                <a:lnTo>
                  <a:pt x="66290" y="199834"/>
                </a:lnTo>
                <a:lnTo>
                  <a:pt x="63885" y="189595"/>
                </a:lnTo>
                <a:lnTo>
                  <a:pt x="63051" y="176212"/>
                </a:lnTo>
                <a:lnTo>
                  <a:pt x="64742" y="162234"/>
                </a:lnTo>
                <a:lnTo>
                  <a:pt x="69719" y="147828"/>
                </a:lnTo>
                <a:lnTo>
                  <a:pt x="77839" y="133135"/>
                </a:lnTo>
                <a:lnTo>
                  <a:pt x="88959" y="118300"/>
                </a:lnTo>
                <a:lnTo>
                  <a:pt x="100104" y="104036"/>
                </a:lnTo>
                <a:lnTo>
                  <a:pt x="108390" y="91059"/>
                </a:lnTo>
                <a:lnTo>
                  <a:pt x="113820" y="79509"/>
                </a:lnTo>
                <a:lnTo>
                  <a:pt x="116391" y="69532"/>
                </a:lnTo>
                <a:lnTo>
                  <a:pt x="117511" y="59483"/>
                </a:lnTo>
                <a:lnTo>
                  <a:pt x="116201" y="49720"/>
                </a:lnTo>
                <a:lnTo>
                  <a:pt x="90674" y="14859"/>
                </a:lnTo>
                <a:lnTo>
                  <a:pt x="72195" y="10096"/>
                </a:lnTo>
                <a:lnTo>
                  <a:pt x="116556" y="10096"/>
                </a:lnTo>
                <a:lnTo>
                  <a:pt x="145919" y="43053"/>
                </a:lnTo>
                <a:lnTo>
                  <a:pt x="148395" y="69532"/>
                </a:lnTo>
                <a:lnTo>
                  <a:pt x="144609" y="83272"/>
                </a:lnTo>
                <a:lnTo>
                  <a:pt x="137537" y="97155"/>
                </a:lnTo>
                <a:lnTo>
                  <a:pt x="126750" y="111323"/>
                </a:lnTo>
                <a:lnTo>
                  <a:pt x="111819" y="125920"/>
                </a:lnTo>
                <a:lnTo>
                  <a:pt x="97532" y="141589"/>
                </a:lnTo>
                <a:lnTo>
                  <a:pt x="86673" y="160972"/>
                </a:lnTo>
                <a:lnTo>
                  <a:pt x="79244" y="183784"/>
                </a:lnTo>
                <a:lnTo>
                  <a:pt x="75243" y="209740"/>
                </a:lnTo>
                <a:close/>
              </a:path>
              <a:path w="148589" h="294004">
                <a:moveTo>
                  <a:pt x="75243" y="293560"/>
                </a:moveTo>
                <a:lnTo>
                  <a:pt x="66099" y="293560"/>
                </a:lnTo>
                <a:lnTo>
                  <a:pt x="61527" y="292036"/>
                </a:lnTo>
                <a:lnTo>
                  <a:pt x="41715" y="264604"/>
                </a:lnTo>
                <a:lnTo>
                  <a:pt x="42311" y="256293"/>
                </a:lnTo>
                <a:lnTo>
                  <a:pt x="67623" y="232600"/>
                </a:lnTo>
                <a:lnTo>
                  <a:pt x="76767" y="232600"/>
                </a:lnTo>
                <a:lnTo>
                  <a:pt x="102675" y="261556"/>
                </a:lnTo>
                <a:lnTo>
                  <a:pt x="102056" y="269867"/>
                </a:lnTo>
                <a:lnTo>
                  <a:pt x="75243" y="29356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" name="object 16"/>
          <p:cNvSpPr/>
          <p:nvPr/>
        </p:nvSpPr>
        <p:spPr>
          <a:xfrm>
            <a:off x="1751075" y="5123688"/>
            <a:ext cx="155575" cy="155575"/>
          </a:xfrm>
          <a:custGeom>
            <a:avLst/>
            <a:gdLst/>
            <a:ahLst/>
            <a:cxnLst/>
            <a:rect l="l" t="t" r="r" b="b"/>
            <a:pathLst>
              <a:path w="155575" h="155575">
                <a:moveTo>
                  <a:pt x="155448" y="155448"/>
                </a:moveTo>
                <a:lnTo>
                  <a:pt x="0" y="155448"/>
                </a:lnTo>
                <a:lnTo>
                  <a:pt x="0" y="0"/>
                </a:lnTo>
                <a:lnTo>
                  <a:pt x="155448" y="0"/>
                </a:lnTo>
                <a:lnTo>
                  <a:pt x="155448" y="155448"/>
                </a:lnTo>
                <a:close/>
              </a:path>
            </a:pathLst>
          </a:custGeom>
          <a:solidFill>
            <a:srgbClr val="3333C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" name="object 17"/>
          <p:cNvSpPr/>
          <p:nvPr/>
        </p:nvSpPr>
        <p:spPr>
          <a:xfrm>
            <a:off x="2121407" y="4931664"/>
            <a:ext cx="413384" cy="411480"/>
          </a:xfrm>
          <a:custGeom>
            <a:avLst/>
            <a:gdLst/>
            <a:ahLst/>
            <a:cxnLst/>
            <a:rect l="l" t="t" r="r" b="b"/>
            <a:pathLst>
              <a:path w="413385" h="411479">
                <a:moveTo>
                  <a:pt x="132588" y="170688"/>
                </a:moveTo>
                <a:lnTo>
                  <a:pt x="129540" y="164592"/>
                </a:lnTo>
                <a:lnTo>
                  <a:pt x="153304" y="146875"/>
                </a:lnTo>
                <a:lnTo>
                  <a:pt x="174498" y="128016"/>
                </a:lnTo>
                <a:lnTo>
                  <a:pt x="210312" y="86868"/>
                </a:lnTo>
                <a:lnTo>
                  <a:pt x="236601" y="43434"/>
                </a:lnTo>
                <a:lnTo>
                  <a:pt x="256032" y="0"/>
                </a:lnTo>
                <a:lnTo>
                  <a:pt x="291084" y="19812"/>
                </a:lnTo>
                <a:lnTo>
                  <a:pt x="277368" y="28956"/>
                </a:lnTo>
                <a:lnTo>
                  <a:pt x="282863" y="36576"/>
                </a:lnTo>
                <a:lnTo>
                  <a:pt x="269748" y="36576"/>
                </a:lnTo>
                <a:lnTo>
                  <a:pt x="240601" y="80248"/>
                </a:lnTo>
                <a:lnTo>
                  <a:pt x="208026" y="117348"/>
                </a:lnTo>
                <a:lnTo>
                  <a:pt x="172021" y="147589"/>
                </a:lnTo>
                <a:lnTo>
                  <a:pt x="132588" y="170688"/>
                </a:lnTo>
                <a:close/>
              </a:path>
              <a:path w="413385" h="411479">
                <a:moveTo>
                  <a:pt x="76200" y="80772"/>
                </a:moveTo>
                <a:lnTo>
                  <a:pt x="54864" y="80772"/>
                </a:lnTo>
                <a:lnTo>
                  <a:pt x="59436" y="60507"/>
                </a:lnTo>
                <a:lnTo>
                  <a:pt x="64008" y="40957"/>
                </a:lnTo>
                <a:lnTo>
                  <a:pt x="68580" y="22264"/>
                </a:lnTo>
                <a:lnTo>
                  <a:pt x="73152" y="4572"/>
                </a:lnTo>
                <a:lnTo>
                  <a:pt x="106680" y="24383"/>
                </a:lnTo>
                <a:lnTo>
                  <a:pt x="100584" y="27431"/>
                </a:lnTo>
                <a:lnTo>
                  <a:pt x="96012" y="32004"/>
                </a:lnTo>
                <a:lnTo>
                  <a:pt x="92964" y="38100"/>
                </a:lnTo>
                <a:lnTo>
                  <a:pt x="89487" y="44981"/>
                </a:lnTo>
                <a:lnTo>
                  <a:pt x="85725" y="54292"/>
                </a:lnTo>
                <a:lnTo>
                  <a:pt x="81391" y="66174"/>
                </a:lnTo>
                <a:lnTo>
                  <a:pt x="76200" y="80772"/>
                </a:lnTo>
                <a:close/>
              </a:path>
              <a:path w="413385" h="411479">
                <a:moveTo>
                  <a:pt x="381000" y="155448"/>
                </a:moveTo>
                <a:lnTo>
                  <a:pt x="348400" y="134302"/>
                </a:lnTo>
                <a:lnTo>
                  <a:pt x="319087" y="107442"/>
                </a:lnTo>
                <a:lnTo>
                  <a:pt x="292917" y="74866"/>
                </a:lnTo>
                <a:lnTo>
                  <a:pt x="269748" y="36576"/>
                </a:lnTo>
                <a:lnTo>
                  <a:pt x="282863" y="36576"/>
                </a:lnTo>
                <a:lnTo>
                  <a:pt x="304776" y="66960"/>
                </a:lnTo>
                <a:lnTo>
                  <a:pt x="336613" y="96393"/>
                </a:lnTo>
                <a:lnTo>
                  <a:pt x="372737" y="117252"/>
                </a:lnTo>
                <a:lnTo>
                  <a:pt x="413004" y="129540"/>
                </a:lnTo>
                <a:lnTo>
                  <a:pt x="413004" y="137160"/>
                </a:lnTo>
                <a:lnTo>
                  <a:pt x="400716" y="139160"/>
                </a:lnTo>
                <a:lnTo>
                  <a:pt x="391287" y="142875"/>
                </a:lnTo>
                <a:lnTo>
                  <a:pt x="384714" y="148304"/>
                </a:lnTo>
                <a:lnTo>
                  <a:pt x="381000" y="155448"/>
                </a:lnTo>
                <a:close/>
              </a:path>
              <a:path w="413385" h="411479">
                <a:moveTo>
                  <a:pt x="15240" y="97536"/>
                </a:moveTo>
                <a:lnTo>
                  <a:pt x="0" y="80772"/>
                </a:lnTo>
                <a:lnTo>
                  <a:pt x="124968" y="80772"/>
                </a:lnTo>
                <a:lnTo>
                  <a:pt x="146304" y="62484"/>
                </a:lnTo>
                <a:lnTo>
                  <a:pt x="172212" y="91440"/>
                </a:lnTo>
                <a:lnTo>
                  <a:pt x="47244" y="91440"/>
                </a:lnTo>
                <a:lnTo>
                  <a:pt x="40957" y="91749"/>
                </a:lnTo>
                <a:lnTo>
                  <a:pt x="33528" y="92773"/>
                </a:lnTo>
                <a:lnTo>
                  <a:pt x="24955" y="94654"/>
                </a:lnTo>
                <a:lnTo>
                  <a:pt x="15240" y="97536"/>
                </a:lnTo>
                <a:close/>
              </a:path>
              <a:path w="413385" h="411479">
                <a:moveTo>
                  <a:pt x="22859" y="213360"/>
                </a:moveTo>
                <a:lnTo>
                  <a:pt x="4571" y="185928"/>
                </a:lnTo>
                <a:lnTo>
                  <a:pt x="10263" y="182499"/>
                </a:lnTo>
                <a:lnTo>
                  <a:pt x="15811" y="176784"/>
                </a:lnTo>
                <a:lnTo>
                  <a:pt x="37528" y="128968"/>
                </a:lnTo>
                <a:lnTo>
                  <a:pt x="50292" y="91440"/>
                </a:lnTo>
                <a:lnTo>
                  <a:pt x="73152" y="91440"/>
                </a:lnTo>
                <a:lnTo>
                  <a:pt x="36576" y="190500"/>
                </a:lnTo>
                <a:lnTo>
                  <a:pt x="149979" y="190500"/>
                </a:lnTo>
                <a:lnTo>
                  <a:pt x="160020" y="201168"/>
                </a:lnTo>
                <a:lnTo>
                  <a:pt x="36576" y="201168"/>
                </a:lnTo>
                <a:lnTo>
                  <a:pt x="22859" y="213360"/>
                </a:lnTo>
                <a:close/>
              </a:path>
              <a:path w="413385" h="411479">
                <a:moveTo>
                  <a:pt x="335280" y="137160"/>
                </a:moveTo>
                <a:lnTo>
                  <a:pt x="252984" y="137160"/>
                </a:lnTo>
                <a:lnTo>
                  <a:pt x="207264" y="129540"/>
                </a:lnTo>
                <a:lnTo>
                  <a:pt x="204216" y="126492"/>
                </a:lnTo>
                <a:lnTo>
                  <a:pt x="292608" y="126492"/>
                </a:lnTo>
                <a:lnTo>
                  <a:pt x="309372" y="109728"/>
                </a:lnTo>
                <a:lnTo>
                  <a:pt x="335280" y="137160"/>
                </a:lnTo>
                <a:close/>
              </a:path>
              <a:path w="413385" h="411479">
                <a:moveTo>
                  <a:pt x="109728" y="190500"/>
                </a:moveTo>
                <a:lnTo>
                  <a:pt x="86868" y="190500"/>
                </a:lnTo>
                <a:lnTo>
                  <a:pt x="86804" y="164592"/>
                </a:lnTo>
                <a:lnTo>
                  <a:pt x="86680" y="150876"/>
                </a:lnTo>
                <a:lnTo>
                  <a:pt x="86293" y="137160"/>
                </a:lnTo>
                <a:lnTo>
                  <a:pt x="86192" y="134302"/>
                </a:lnTo>
                <a:lnTo>
                  <a:pt x="85344" y="121920"/>
                </a:lnTo>
                <a:lnTo>
                  <a:pt x="121920" y="138684"/>
                </a:lnTo>
                <a:lnTo>
                  <a:pt x="109728" y="150876"/>
                </a:lnTo>
                <a:lnTo>
                  <a:pt x="109728" y="190500"/>
                </a:lnTo>
                <a:close/>
              </a:path>
              <a:path w="413385" h="411479">
                <a:moveTo>
                  <a:pt x="268692" y="179832"/>
                </a:moveTo>
                <a:lnTo>
                  <a:pt x="237744" y="179832"/>
                </a:lnTo>
                <a:lnTo>
                  <a:pt x="249936" y="164592"/>
                </a:lnTo>
                <a:lnTo>
                  <a:pt x="268692" y="179832"/>
                </a:lnTo>
                <a:close/>
              </a:path>
              <a:path w="413385" h="411479">
                <a:moveTo>
                  <a:pt x="377707" y="373380"/>
                </a:moveTo>
                <a:lnTo>
                  <a:pt x="352044" y="373380"/>
                </a:lnTo>
                <a:lnTo>
                  <a:pt x="356616" y="368808"/>
                </a:lnTo>
                <a:lnTo>
                  <a:pt x="356497" y="201168"/>
                </a:lnTo>
                <a:lnTo>
                  <a:pt x="356394" y="195072"/>
                </a:lnTo>
                <a:lnTo>
                  <a:pt x="355973" y="182141"/>
                </a:lnTo>
                <a:lnTo>
                  <a:pt x="355092" y="166116"/>
                </a:lnTo>
                <a:lnTo>
                  <a:pt x="390144" y="182880"/>
                </a:lnTo>
                <a:lnTo>
                  <a:pt x="377952" y="195072"/>
                </a:lnTo>
                <a:lnTo>
                  <a:pt x="377952" y="371856"/>
                </a:lnTo>
                <a:lnTo>
                  <a:pt x="377707" y="373380"/>
                </a:lnTo>
                <a:close/>
              </a:path>
              <a:path w="413385" h="411479">
                <a:moveTo>
                  <a:pt x="166116" y="411480"/>
                </a:moveTo>
                <a:lnTo>
                  <a:pt x="166354" y="390953"/>
                </a:lnTo>
                <a:lnTo>
                  <a:pt x="166878" y="363855"/>
                </a:lnTo>
                <a:lnTo>
                  <a:pt x="167401" y="330469"/>
                </a:lnTo>
                <a:lnTo>
                  <a:pt x="167522" y="310515"/>
                </a:lnTo>
                <a:lnTo>
                  <a:pt x="167612" y="286512"/>
                </a:lnTo>
                <a:lnTo>
                  <a:pt x="167401" y="250793"/>
                </a:lnTo>
                <a:lnTo>
                  <a:pt x="166813" y="213360"/>
                </a:lnTo>
                <a:lnTo>
                  <a:pt x="166381" y="190500"/>
                </a:lnTo>
                <a:lnTo>
                  <a:pt x="166116" y="167640"/>
                </a:lnTo>
                <a:lnTo>
                  <a:pt x="190500" y="179832"/>
                </a:lnTo>
                <a:lnTo>
                  <a:pt x="268692" y="179832"/>
                </a:lnTo>
                <a:lnTo>
                  <a:pt x="274320" y="184404"/>
                </a:lnTo>
                <a:lnTo>
                  <a:pt x="267353" y="190500"/>
                </a:lnTo>
                <a:lnTo>
                  <a:pt x="187452" y="190500"/>
                </a:lnTo>
                <a:lnTo>
                  <a:pt x="187452" y="236220"/>
                </a:lnTo>
                <a:lnTo>
                  <a:pt x="262128" y="236220"/>
                </a:lnTo>
                <a:lnTo>
                  <a:pt x="262128" y="246888"/>
                </a:lnTo>
                <a:lnTo>
                  <a:pt x="187452" y="246888"/>
                </a:lnTo>
                <a:lnTo>
                  <a:pt x="187452" y="294132"/>
                </a:lnTo>
                <a:lnTo>
                  <a:pt x="262128" y="294132"/>
                </a:lnTo>
                <a:lnTo>
                  <a:pt x="262128" y="303276"/>
                </a:lnTo>
                <a:lnTo>
                  <a:pt x="187452" y="303276"/>
                </a:lnTo>
                <a:lnTo>
                  <a:pt x="187452" y="399288"/>
                </a:lnTo>
                <a:lnTo>
                  <a:pt x="166116" y="411480"/>
                </a:lnTo>
                <a:close/>
              </a:path>
              <a:path w="413385" h="411479">
                <a:moveTo>
                  <a:pt x="149979" y="190500"/>
                </a:moveTo>
                <a:lnTo>
                  <a:pt x="118872" y="190500"/>
                </a:lnTo>
                <a:lnTo>
                  <a:pt x="135636" y="175260"/>
                </a:lnTo>
                <a:lnTo>
                  <a:pt x="149979" y="190500"/>
                </a:lnTo>
                <a:close/>
              </a:path>
              <a:path w="413385" h="411479">
                <a:moveTo>
                  <a:pt x="297180" y="341376"/>
                </a:moveTo>
                <a:lnTo>
                  <a:pt x="298061" y="327945"/>
                </a:lnTo>
                <a:lnTo>
                  <a:pt x="298513" y="310515"/>
                </a:lnTo>
                <a:lnTo>
                  <a:pt x="298569" y="303276"/>
                </a:lnTo>
                <a:lnTo>
                  <a:pt x="298660" y="236220"/>
                </a:lnTo>
                <a:lnTo>
                  <a:pt x="298519" y="217932"/>
                </a:lnTo>
                <a:lnTo>
                  <a:pt x="298061" y="198929"/>
                </a:lnTo>
                <a:lnTo>
                  <a:pt x="297180" y="184404"/>
                </a:lnTo>
                <a:lnTo>
                  <a:pt x="330708" y="201168"/>
                </a:lnTo>
                <a:lnTo>
                  <a:pt x="320040" y="210312"/>
                </a:lnTo>
                <a:lnTo>
                  <a:pt x="320040" y="332232"/>
                </a:lnTo>
                <a:lnTo>
                  <a:pt x="297180" y="341376"/>
                </a:lnTo>
                <a:close/>
              </a:path>
              <a:path w="413385" h="411479">
                <a:moveTo>
                  <a:pt x="262128" y="236220"/>
                </a:moveTo>
                <a:lnTo>
                  <a:pt x="242316" y="236220"/>
                </a:lnTo>
                <a:lnTo>
                  <a:pt x="242316" y="190500"/>
                </a:lnTo>
                <a:lnTo>
                  <a:pt x="267353" y="190500"/>
                </a:lnTo>
                <a:lnTo>
                  <a:pt x="262128" y="195072"/>
                </a:lnTo>
                <a:lnTo>
                  <a:pt x="262128" y="236220"/>
                </a:lnTo>
                <a:close/>
              </a:path>
              <a:path w="413385" h="411479">
                <a:moveTo>
                  <a:pt x="18288" y="323088"/>
                </a:moveTo>
                <a:lnTo>
                  <a:pt x="1524" y="294132"/>
                </a:lnTo>
                <a:lnTo>
                  <a:pt x="64317" y="283202"/>
                </a:lnTo>
                <a:lnTo>
                  <a:pt x="86868" y="278892"/>
                </a:lnTo>
                <a:lnTo>
                  <a:pt x="86868" y="201168"/>
                </a:lnTo>
                <a:lnTo>
                  <a:pt x="109728" y="201168"/>
                </a:lnTo>
                <a:lnTo>
                  <a:pt x="109728" y="274320"/>
                </a:lnTo>
                <a:lnTo>
                  <a:pt x="153077" y="274320"/>
                </a:lnTo>
                <a:lnTo>
                  <a:pt x="109728" y="286512"/>
                </a:lnTo>
                <a:lnTo>
                  <a:pt x="109732" y="294132"/>
                </a:lnTo>
                <a:lnTo>
                  <a:pt x="86868" y="294132"/>
                </a:lnTo>
                <a:lnTo>
                  <a:pt x="58578" y="302085"/>
                </a:lnTo>
                <a:lnTo>
                  <a:pt x="37718" y="309753"/>
                </a:lnTo>
                <a:lnTo>
                  <a:pt x="24288" y="316849"/>
                </a:lnTo>
                <a:lnTo>
                  <a:pt x="18288" y="323088"/>
                </a:lnTo>
                <a:close/>
              </a:path>
              <a:path w="413385" h="411479">
                <a:moveTo>
                  <a:pt x="262128" y="294132"/>
                </a:moveTo>
                <a:lnTo>
                  <a:pt x="242316" y="294132"/>
                </a:lnTo>
                <a:lnTo>
                  <a:pt x="242316" y="246888"/>
                </a:lnTo>
                <a:lnTo>
                  <a:pt x="262128" y="246888"/>
                </a:lnTo>
                <a:lnTo>
                  <a:pt x="262128" y="294132"/>
                </a:lnTo>
                <a:close/>
              </a:path>
              <a:path w="413385" h="411479">
                <a:moveTo>
                  <a:pt x="153077" y="274320"/>
                </a:moveTo>
                <a:lnTo>
                  <a:pt x="109728" y="274320"/>
                </a:lnTo>
                <a:lnTo>
                  <a:pt x="156972" y="265176"/>
                </a:lnTo>
                <a:lnTo>
                  <a:pt x="158496" y="272796"/>
                </a:lnTo>
                <a:lnTo>
                  <a:pt x="153077" y="274320"/>
                </a:lnTo>
                <a:close/>
              </a:path>
              <a:path w="413385" h="411479">
                <a:moveTo>
                  <a:pt x="85344" y="411480"/>
                </a:moveTo>
                <a:lnTo>
                  <a:pt x="86191" y="377952"/>
                </a:lnTo>
                <a:lnTo>
                  <a:pt x="86677" y="345376"/>
                </a:lnTo>
                <a:lnTo>
                  <a:pt x="86757" y="332232"/>
                </a:lnTo>
                <a:lnTo>
                  <a:pt x="86868" y="294132"/>
                </a:lnTo>
                <a:lnTo>
                  <a:pt x="109732" y="294132"/>
                </a:lnTo>
                <a:lnTo>
                  <a:pt x="109859" y="345376"/>
                </a:lnTo>
                <a:lnTo>
                  <a:pt x="111252" y="400812"/>
                </a:lnTo>
                <a:lnTo>
                  <a:pt x="85344" y="411480"/>
                </a:lnTo>
                <a:close/>
              </a:path>
              <a:path w="413385" h="411479">
                <a:moveTo>
                  <a:pt x="261580" y="381000"/>
                </a:moveTo>
                <a:lnTo>
                  <a:pt x="237744" y="381000"/>
                </a:lnTo>
                <a:lnTo>
                  <a:pt x="242316" y="376428"/>
                </a:lnTo>
                <a:lnTo>
                  <a:pt x="242316" y="303276"/>
                </a:lnTo>
                <a:lnTo>
                  <a:pt x="262128" y="303276"/>
                </a:lnTo>
                <a:lnTo>
                  <a:pt x="262102" y="376642"/>
                </a:lnTo>
                <a:lnTo>
                  <a:pt x="261580" y="381000"/>
                </a:lnTo>
                <a:close/>
              </a:path>
              <a:path w="413385" h="411479">
                <a:moveTo>
                  <a:pt x="344424" y="409956"/>
                </a:moveTo>
                <a:lnTo>
                  <a:pt x="340709" y="399383"/>
                </a:lnTo>
                <a:lnTo>
                  <a:pt x="331851" y="390525"/>
                </a:lnTo>
                <a:lnTo>
                  <a:pt x="317849" y="383381"/>
                </a:lnTo>
                <a:lnTo>
                  <a:pt x="298704" y="377952"/>
                </a:lnTo>
                <a:lnTo>
                  <a:pt x="298704" y="371856"/>
                </a:lnTo>
                <a:lnTo>
                  <a:pt x="314420" y="372737"/>
                </a:lnTo>
                <a:lnTo>
                  <a:pt x="327279" y="373189"/>
                </a:lnTo>
                <a:lnTo>
                  <a:pt x="337280" y="373356"/>
                </a:lnTo>
                <a:lnTo>
                  <a:pt x="377707" y="373380"/>
                </a:lnTo>
                <a:lnTo>
                  <a:pt x="375927" y="384452"/>
                </a:lnTo>
                <a:lnTo>
                  <a:pt x="369760" y="394906"/>
                </a:lnTo>
                <a:lnTo>
                  <a:pt x="359306" y="403359"/>
                </a:lnTo>
                <a:lnTo>
                  <a:pt x="344424" y="409956"/>
                </a:lnTo>
                <a:close/>
              </a:path>
              <a:path w="413385" h="411479">
                <a:moveTo>
                  <a:pt x="236220" y="411480"/>
                </a:moveTo>
                <a:lnTo>
                  <a:pt x="232505" y="402074"/>
                </a:lnTo>
                <a:lnTo>
                  <a:pt x="225933" y="394525"/>
                </a:lnTo>
                <a:lnTo>
                  <a:pt x="216503" y="388977"/>
                </a:lnTo>
                <a:lnTo>
                  <a:pt x="204216" y="385572"/>
                </a:lnTo>
                <a:lnTo>
                  <a:pt x="204216" y="377952"/>
                </a:lnTo>
                <a:lnTo>
                  <a:pt x="219075" y="380047"/>
                </a:lnTo>
                <a:lnTo>
                  <a:pt x="225647" y="380738"/>
                </a:lnTo>
                <a:lnTo>
                  <a:pt x="231648" y="381000"/>
                </a:lnTo>
                <a:lnTo>
                  <a:pt x="261580" y="381000"/>
                </a:lnTo>
                <a:lnTo>
                  <a:pt x="260651" y="388762"/>
                </a:lnTo>
                <a:lnTo>
                  <a:pt x="256032" y="398526"/>
                </a:lnTo>
                <a:lnTo>
                  <a:pt x="247983" y="406003"/>
                </a:lnTo>
                <a:lnTo>
                  <a:pt x="236220" y="41148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" name="object 18"/>
          <p:cNvSpPr/>
          <p:nvPr/>
        </p:nvSpPr>
        <p:spPr>
          <a:xfrm>
            <a:off x="2606039" y="4942332"/>
            <a:ext cx="335280" cy="391795"/>
          </a:xfrm>
          <a:custGeom>
            <a:avLst/>
            <a:gdLst/>
            <a:ahLst/>
            <a:cxnLst/>
            <a:rect l="l" t="t" r="r" b="b"/>
            <a:pathLst>
              <a:path w="335280" h="391795">
                <a:moveTo>
                  <a:pt x="297180" y="391667"/>
                </a:moveTo>
                <a:lnTo>
                  <a:pt x="297180" y="364236"/>
                </a:lnTo>
                <a:lnTo>
                  <a:pt x="36575" y="364236"/>
                </a:lnTo>
                <a:lnTo>
                  <a:pt x="24383" y="376428"/>
                </a:lnTo>
                <a:lnTo>
                  <a:pt x="0" y="358140"/>
                </a:lnTo>
                <a:lnTo>
                  <a:pt x="12192" y="345948"/>
                </a:lnTo>
                <a:lnTo>
                  <a:pt x="12168" y="264247"/>
                </a:lnTo>
                <a:lnTo>
                  <a:pt x="12001" y="250126"/>
                </a:lnTo>
                <a:lnTo>
                  <a:pt x="11549" y="235148"/>
                </a:lnTo>
                <a:lnTo>
                  <a:pt x="10668" y="219456"/>
                </a:lnTo>
                <a:lnTo>
                  <a:pt x="50292" y="240791"/>
                </a:lnTo>
                <a:lnTo>
                  <a:pt x="36575" y="252984"/>
                </a:lnTo>
                <a:lnTo>
                  <a:pt x="36575" y="353567"/>
                </a:lnTo>
                <a:lnTo>
                  <a:pt x="153924" y="353567"/>
                </a:lnTo>
                <a:lnTo>
                  <a:pt x="153924" y="185928"/>
                </a:lnTo>
                <a:lnTo>
                  <a:pt x="53340" y="185928"/>
                </a:lnTo>
                <a:lnTo>
                  <a:pt x="38100" y="198120"/>
                </a:lnTo>
                <a:lnTo>
                  <a:pt x="15240" y="178308"/>
                </a:lnTo>
                <a:lnTo>
                  <a:pt x="27431" y="167640"/>
                </a:lnTo>
                <a:lnTo>
                  <a:pt x="27431" y="96012"/>
                </a:lnTo>
                <a:lnTo>
                  <a:pt x="27170" y="85677"/>
                </a:lnTo>
                <a:lnTo>
                  <a:pt x="26479" y="75057"/>
                </a:lnTo>
                <a:lnTo>
                  <a:pt x="24383" y="51816"/>
                </a:lnTo>
                <a:lnTo>
                  <a:pt x="67056" y="73152"/>
                </a:lnTo>
                <a:lnTo>
                  <a:pt x="50292" y="82296"/>
                </a:lnTo>
                <a:lnTo>
                  <a:pt x="50292" y="175260"/>
                </a:lnTo>
                <a:lnTo>
                  <a:pt x="153924" y="175260"/>
                </a:lnTo>
                <a:lnTo>
                  <a:pt x="153924" y="60960"/>
                </a:lnTo>
                <a:lnTo>
                  <a:pt x="153685" y="45219"/>
                </a:lnTo>
                <a:lnTo>
                  <a:pt x="152638" y="14882"/>
                </a:lnTo>
                <a:lnTo>
                  <a:pt x="152400" y="0"/>
                </a:lnTo>
                <a:lnTo>
                  <a:pt x="192024" y="18288"/>
                </a:lnTo>
                <a:lnTo>
                  <a:pt x="178308" y="33528"/>
                </a:lnTo>
                <a:lnTo>
                  <a:pt x="178308" y="175260"/>
                </a:lnTo>
                <a:lnTo>
                  <a:pt x="280416" y="175260"/>
                </a:lnTo>
                <a:lnTo>
                  <a:pt x="280392" y="85415"/>
                </a:lnTo>
                <a:lnTo>
                  <a:pt x="280225" y="74104"/>
                </a:lnTo>
                <a:lnTo>
                  <a:pt x="279773" y="61936"/>
                </a:lnTo>
                <a:lnTo>
                  <a:pt x="278892" y="48768"/>
                </a:lnTo>
                <a:lnTo>
                  <a:pt x="318516" y="67056"/>
                </a:lnTo>
                <a:lnTo>
                  <a:pt x="304800" y="79248"/>
                </a:lnTo>
                <a:lnTo>
                  <a:pt x="304800" y="147828"/>
                </a:lnTo>
                <a:lnTo>
                  <a:pt x="305061" y="156924"/>
                </a:lnTo>
                <a:lnTo>
                  <a:pt x="307848" y="195072"/>
                </a:lnTo>
                <a:lnTo>
                  <a:pt x="280416" y="205740"/>
                </a:lnTo>
                <a:lnTo>
                  <a:pt x="280416" y="185928"/>
                </a:lnTo>
                <a:lnTo>
                  <a:pt x="178308" y="185928"/>
                </a:lnTo>
                <a:lnTo>
                  <a:pt x="178308" y="353567"/>
                </a:lnTo>
                <a:lnTo>
                  <a:pt x="297180" y="353567"/>
                </a:lnTo>
                <a:lnTo>
                  <a:pt x="297156" y="264747"/>
                </a:lnTo>
                <a:lnTo>
                  <a:pt x="296989" y="251841"/>
                </a:lnTo>
                <a:lnTo>
                  <a:pt x="296537" y="238363"/>
                </a:lnTo>
                <a:lnTo>
                  <a:pt x="295656" y="224028"/>
                </a:lnTo>
                <a:lnTo>
                  <a:pt x="335280" y="246888"/>
                </a:lnTo>
                <a:lnTo>
                  <a:pt x="321564" y="256031"/>
                </a:lnTo>
                <a:lnTo>
                  <a:pt x="321564" y="321564"/>
                </a:lnTo>
                <a:lnTo>
                  <a:pt x="321825" y="336684"/>
                </a:lnTo>
                <a:lnTo>
                  <a:pt x="322516" y="352234"/>
                </a:lnTo>
                <a:lnTo>
                  <a:pt x="324612" y="384048"/>
                </a:lnTo>
                <a:lnTo>
                  <a:pt x="297180" y="39166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" name="object 19"/>
          <p:cNvSpPr/>
          <p:nvPr/>
        </p:nvSpPr>
        <p:spPr>
          <a:xfrm>
            <a:off x="3058096" y="4978146"/>
            <a:ext cx="148590" cy="293370"/>
          </a:xfrm>
          <a:custGeom>
            <a:avLst/>
            <a:gdLst/>
            <a:ahLst/>
            <a:cxnLst/>
            <a:rect l="l" t="t" r="r" b="b"/>
            <a:pathLst>
              <a:path w="148589" h="293370">
                <a:moveTo>
                  <a:pt x="24955" y="89154"/>
                </a:moveTo>
                <a:lnTo>
                  <a:pt x="14287" y="89154"/>
                </a:lnTo>
                <a:lnTo>
                  <a:pt x="8191" y="86106"/>
                </a:lnTo>
                <a:lnTo>
                  <a:pt x="5143" y="81534"/>
                </a:lnTo>
                <a:lnTo>
                  <a:pt x="2286" y="76652"/>
                </a:lnTo>
                <a:lnTo>
                  <a:pt x="571" y="71056"/>
                </a:lnTo>
                <a:lnTo>
                  <a:pt x="0" y="64603"/>
                </a:lnTo>
                <a:lnTo>
                  <a:pt x="571" y="57150"/>
                </a:lnTo>
                <a:lnTo>
                  <a:pt x="20383" y="23622"/>
                </a:lnTo>
                <a:lnTo>
                  <a:pt x="56959" y="2286"/>
                </a:lnTo>
                <a:lnTo>
                  <a:pt x="76581" y="0"/>
                </a:lnTo>
                <a:lnTo>
                  <a:pt x="85891" y="571"/>
                </a:lnTo>
                <a:lnTo>
                  <a:pt x="95059" y="2286"/>
                </a:lnTo>
                <a:lnTo>
                  <a:pt x="104227" y="4548"/>
                </a:lnTo>
                <a:lnTo>
                  <a:pt x="113538" y="8953"/>
                </a:lnTo>
                <a:lnTo>
                  <a:pt x="117248" y="11430"/>
                </a:lnTo>
                <a:lnTo>
                  <a:pt x="72199" y="11430"/>
                </a:lnTo>
                <a:lnTo>
                  <a:pt x="63103" y="12287"/>
                </a:lnTo>
                <a:lnTo>
                  <a:pt x="29527" y="32766"/>
                </a:lnTo>
                <a:lnTo>
                  <a:pt x="23431" y="44958"/>
                </a:lnTo>
                <a:lnTo>
                  <a:pt x="21907" y="49530"/>
                </a:lnTo>
                <a:lnTo>
                  <a:pt x="23431" y="52578"/>
                </a:lnTo>
                <a:lnTo>
                  <a:pt x="29527" y="55626"/>
                </a:lnTo>
                <a:lnTo>
                  <a:pt x="34099" y="58674"/>
                </a:lnTo>
                <a:lnTo>
                  <a:pt x="37147" y="63246"/>
                </a:lnTo>
                <a:lnTo>
                  <a:pt x="37147" y="75438"/>
                </a:lnTo>
                <a:lnTo>
                  <a:pt x="35623" y="80010"/>
                </a:lnTo>
                <a:lnTo>
                  <a:pt x="32575" y="83058"/>
                </a:lnTo>
                <a:lnTo>
                  <a:pt x="29527" y="87630"/>
                </a:lnTo>
                <a:lnTo>
                  <a:pt x="24955" y="89154"/>
                </a:lnTo>
                <a:close/>
              </a:path>
              <a:path w="148589" h="293370">
                <a:moveTo>
                  <a:pt x="75247" y="211074"/>
                </a:moveTo>
                <a:lnTo>
                  <a:pt x="70127" y="207335"/>
                </a:lnTo>
                <a:lnTo>
                  <a:pt x="66294" y="200596"/>
                </a:lnTo>
                <a:lnTo>
                  <a:pt x="63888" y="190714"/>
                </a:lnTo>
                <a:lnTo>
                  <a:pt x="63055" y="177546"/>
                </a:lnTo>
                <a:lnTo>
                  <a:pt x="64746" y="162687"/>
                </a:lnTo>
                <a:lnTo>
                  <a:pt x="69723" y="147828"/>
                </a:lnTo>
                <a:lnTo>
                  <a:pt x="77843" y="132969"/>
                </a:lnTo>
                <a:lnTo>
                  <a:pt x="88963" y="118110"/>
                </a:lnTo>
                <a:lnTo>
                  <a:pt x="100107" y="104060"/>
                </a:lnTo>
                <a:lnTo>
                  <a:pt x="108394" y="91440"/>
                </a:lnTo>
                <a:lnTo>
                  <a:pt x="113823" y="79962"/>
                </a:lnTo>
                <a:lnTo>
                  <a:pt x="116395" y="69342"/>
                </a:lnTo>
                <a:lnTo>
                  <a:pt x="117514" y="59959"/>
                </a:lnTo>
                <a:lnTo>
                  <a:pt x="116205" y="50292"/>
                </a:lnTo>
                <a:lnTo>
                  <a:pt x="90678" y="16192"/>
                </a:lnTo>
                <a:lnTo>
                  <a:pt x="72199" y="11430"/>
                </a:lnTo>
                <a:lnTo>
                  <a:pt x="117248" y="11430"/>
                </a:lnTo>
                <a:lnTo>
                  <a:pt x="145923" y="44196"/>
                </a:lnTo>
                <a:lnTo>
                  <a:pt x="148399" y="69342"/>
                </a:lnTo>
                <a:lnTo>
                  <a:pt x="144613" y="83296"/>
                </a:lnTo>
                <a:lnTo>
                  <a:pt x="137541" y="97536"/>
                </a:lnTo>
                <a:lnTo>
                  <a:pt x="126753" y="111775"/>
                </a:lnTo>
                <a:lnTo>
                  <a:pt x="111823" y="125730"/>
                </a:lnTo>
                <a:lnTo>
                  <a:pt x="97536" y="142065"/>
                </a:lnTo>
                <a:lnTo>
                  <a:pt x="86677" y="161544"/>
                </a:lnTo>
                <a:lnTo>
                  <a:pt x="79248" y="184451"/>
                </a:lnTo>
                <a:lnTo>
                  <a:pt x="75247" y="211074"/>
                </a:lnTo>
                <a:close/>
              </a:path>
              <a:path w="148589" h="293370">
                <a:moveTo>
                  <a:pt x="75247" y="293370"/>
                </a:moveTo>
                <a:lnTo>
                  <a:pt x="66103" y="293370"/>
                </a:lnTo>
                <a:lnTo>
                  <a:pt x="61531" y="291846"/>
                </a:lnTo>
                <a:lnTo>
                  <a:pt x="41719" y="264414"/>
                </a:lnTo>
                <a:lnTo>
                  <a:pt x="42314" y="256746"/>
                </a:lnTo>
                <a:lnTo>
                  <a:pt x="67627" y="232410"/>
                </a:lnTo>
                <a:lnTo>
                  <a:pt x="76771" y="232410"/>
                </a:lnTo>
                <a:lnTo>
                  <a:pt x="82867" y="235458"/>
                </a:lnTo>
                <a:lnTo>
                  <a:pt x="90487" y="238506"/>
                </a:lnTo>
                <a:lnTo>
                  <a:pt x="95392" y="242530"/>
                </a:lnTo>
                <a:lnTo>
                  <a:pt x="98869" y="247840"/>
                </a:lnTo>
                <a:lnTo>
                  <a:pt x="101203" y="254579"/>
                </a:lnTo>
                <a:lnTo>
                  <a:pt x="102679" y="262890"/>
                </a:lnTo>
                <a:lnTo>
                  <a:pt x="102060" y="270557"/>
                </a:lnTo>
                <a:lnTo>
                  <a:pt x="100012" y="277368"/>
                </a:lnTo>
                <a:lnTo>
                  <a:pt x="96250" y="283035"/>
                </a:lnTo>
                <a:lnTo>
                  <a:pt x="90487" y="287273"/>
                </a:lnTo>
                <a:lnTo>
                  <a:pt x="82867" y="291846"/>
                </a:lnTo>
                <a:lnTo>
                  <a:pt x="75247" y="29337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</p:spTree>
  </p:cSld>
  <p:clrMapOvr>
    <a:masterClrMapping/>
  </p:clrMapOvr>
</p:sld>
</file>

<file path=ppt/slides/slide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object 3"/>
          <p:cNvSpPr/>
          <p:nvPr/>
        </p:nvSpPr>
        <p:spPr>
          <a:xfrm>
            <a:off x="1723644" y="1280159"/>
            <a:ext cx="556260" cy="554990"/>
          </a:xfrm>
          <a:custGeom>
            <a:avLst/>
            <a:gdLst/>
            <a:ahLst/>
            <a:cxnLst/>
            <a:rect l="l" t="t" r="r" b="b"/>
            <a:pathLst>
              <a:path w="556260" h="554989">
                <a:moveTo>
                  <a:pt x="505968" y="281940"/>
                </a:moveTo>
                <a:lnTo>
                  <a:pt x="468201" y="259151"/>
                </a:lnTo>
                <a:lnTo>
                  <a:pt x="434721" y="232219"/>
                </a:lnTo>
                <a:lnTo>
                  <a:pt x="405241" y="201572"/>
                </a:lnTo>
                <a:lnTo>
                  <a:pt x="379476" y="167640"/>
                </a:lnTo>
                <a:lnTo>
                  <a:pt x="358354" y="130516"/>
                </a:lnTo>
                <a:lnTo>
                  <a:pt x="340804" y="90106"/>
                </a:lnTo>
                <a:lnTo>
                  <a:pt x="326969" y="46553"/>
                </a:lnTo>
                <a:lnTo>
                  <a:pt x="316992" y="0"/>
                </a:lnTo>
                <a:lnTo>
                  <a:pt x="361188" y="19812"/>
                </a:lnTo>
                <a:lnTo>
                  <a:pt x="342900" y="32004"/>
                </a:lnTo>
                <a:lnTo>
                  <a:pt x="357735" y="76533"/>
                </a:lnTo>
                <a:lnTo>
                  <a:pt x="376999" y="116205"/>
                </a:lnTo>
                <a:lnTo>
                  <a:pt x="400550" y="150733"/>
                </a:lnTo>
                <a:lnTo>
                  <a:pt x="428244" y="179832"/>
                </a:lnTo>
                <a:lnTo>
                  <a:pt x="458533" y="203549"/>
                </a:lnTo>
                <a:lnTo>
                  <a:pt x="522541" y="235553"/>
                </a:lnTo>
                <a:lnTo>
                  <a:pt x="556260" y="243840"/>
                </a:lnTo>
                <a:lnTo>
                  <a:pt x="556260" y="251460"/>
                </a:lnTo>
                <a:lnTo>
                  <a:pt x="539400" y="255150"/>
                </a:lnTo>
                <a:lnTo>
                  <a:pt x="525399" y="261556"/>
                </a:lnTo>
                <a:lnTo>
                  <a:pt x="514254" y="270533"/>
                </a:lnTo>
                <a:lnTo>
                  <a:pt x="505968" y="281940"/>
                </a:lnTo>
                <a:close/>
              </a:path>
              <a:path w="556260" h="554989">
                <a:moveTo>
                  <a:pt x="4572" y="301752"/>
                </a:moveTo>
                <a:lnTo>
                  <a:pt x="0" y="294132"/>
                </a:lnTo>
                <a:lnTo>
                  <a:pt x="30003" y="267866"/>
                </a:lnTo>
                <a:lnTo>
                  <a:pt x="58293" y="239458"/>
                </a:lnTo>
                <a:lnTo>
                  <a:pt x="84867" y="209049"/>
                </a:lnTo>
                <a:lnTo>
                  <a:pt x="109728" y="176784"/>
                </a:lnTo>
                <a:lnTo>
                  <a:pt x="133111" y="140779"/>
                </a:lnTo>
                <a:lnTo>
                  <a:pt x="155067" y="101346"/>
                </a:lnTo>
                <a:lnTo>
                  <a:pt x="175307" y="58483"/>
                </a:lnTo>
                <a:lnTo>
                  <a:pt x="193548" y="12192"/>
                </a:lnTo>
                <a:lnTo>
                  <a:pt x="242316" y="48768"/>
                </a:lnTo>
                <a:lnTo>
                  <a:pt x="220980" y="59436"/>
                </a:lnTo>
                <a:lnTo>
                  <a:pt x="199858" y="97155"/>
                </a:lnTo>
                <a:lnTo>
                  <a:pt x="177736" y="132588"/>
                </a:lnTo>
                <a:lnTo>
                  <a:pt x="154757" y="165735"/>
                </a:lnTo>
                <a:lnTo>
                  <a:pt x="131064" y="196596"/>
                </a:lnTo>
                <a:lnTo>
                  <a:pt x="104441" y="225456"/>
                </a:lnTo>
                <a:lnTo>
                  <a:pt x="74676" y="252603"/>
                </a:lnTo>
                <a:lnTo>
                  <a:pt x="41481" y="278034"/>
                </a:lnTo>
                <a:lnTo>
                  <a:pt x="4572" y="301752"/>
                </a:lnTo>
                <a:close/>
              </a:path>
              <a:path w="556260" h="554989">
                <a:moveTo>
                  <a:pt x="120396" y="263652"/>
                </a:moveTo>
                <a:lnTo>
                  <a:pt x="100584" y="243840"/>
                </a:lnTo>
                <a:lnTo>
                  <a:pt x="373380" y="243840"/>
                </a:lnTo>
                <a:lnTo>
                  <a:pt x="397764" y="220980"/>
                </a:lnTo>
                <a:lnTo>
                  <a:pt x="431292" y="254508"/>
                </a:lnTo>
                <a:lnTo>
                  <a:pt x="424688" y="259080"/>
                </a:lnTo>
                <a:lnTo>
                  <a:pt x="141732" y="259080"/>
                </a:lnTo>
                <a:lnTo>
                  <a:pt x="120396" y="263652"/>
                </a:lnTo>
                <a:close/>
              </a:path>
              <a:path w="556260" h="554989">
                <a:moveTo>
                  <a:pt x="32004" y="554736"/>
                </a:moveTo>
                <a:lnTo>
                  <a:pt x="27431" y="545592"/>
                </a:lnTo>
                <a:lnTo>
                  <a:pt x="76628" y="516993"/>
                </a:lnTo>
                <a:lnTo>
                  <a:pt x="116967" y="485965"/>
                </a:lnTo>
                <a:lnTo>
                  <a:pt x="148732" y="452366"/>
                </a:lnTo>
                <a:lnTo>
                  <a:pt x="172212" y="416052"/>
                </a:lnTo>
                <a:lnTo>
                  <a:pt x="188547" y="377809"/>
                </a:lnTo>
                <a:lnTo>
                  <a:pt x="201168" y="338709"/>
                </a:lnTo>
                <a:lnTo>
                  <a:pt x="210359" y="299037"/>
                </a:lnTo>
                <a:lnTo>
                  <a:pt x="216408" y="259080"/>
                </a:lnTo>
                <a:lnTo>
                  <a:pt x="254508" y="259080"/>
                </a:lnTo>
                <a:lnTo>
                  <a:pt x="245030" y="308514"/>
                </a:lnTo>
                <a:lnTo>
                  <a:pt x="232410" y="353949"/>
                </a:lnTo>
                <a:lnTo>
                  <a:pt x="216360" y="395382"/>
                </a:lnTo>
                <a:lnTo>
                  <a:pt x="196596" y="432816"/>
                </a:lnTo>
                <a:lnTo>
                  <a:pt x="170021" y="466224"/>
                </a:lnTo>
                <a:lnTo>
                  <a:pt x="133731" y="497776"/>
                </a:lnTo>
                <a:lnTo>
                  <a:pt x="87725" y="527327"/>
                </a:lnTo>
                <a:lnTo>
                  <a:pt x="32004" y="554736"/>
                </a:lnTo>
                <a:close/>
              </a:path>
              <a:path w="556260" h="554989">
                <a:moveTo>
                  <a:pt x="388433" y="497109"/>
                </a:moveTo>
                <a:lnTo>
                  <a:pt x="320516" y="497109"/>
                </a:lnTo>
                <a:lnTo>
                  <a:pt x="332232" y="496824"/>
                </a:lnTo>
                <a:lnTo>
                  <a:pt x="340804" y="494252"/>
                </a:lnTo>
                <a:lnTo>
                  <a:pt x="364236" y="445960"/>
                </a:lnTo>
                <a:lnTo>
                  <a:pt x="368808" y="403098"/>
                </a:lnTo>
                <a:lnTo>
                  <a:pt x="373380" y="340804"/>
                </a:lnTo>
                <a:lnTo>
                  <a:pt x="377952" y="259080"/>
                </a:lnTo>
                <a:lnTo>
                  <a:pt x="424688" y="259080"/>
                </a:lnTo>
                <a:lnTo>
                  <a:pt x="411480" y="268223"/>
                </a:lnTo>
                <a:lnTo>
                  <a:pt x="409102" y="338084"/>
                </a:lnTo>
                <a:lnTo>
                  <a:pt x="405627" y="395874"/>
                </a:lnTo>
                <a:lnTo>
                  <a:pt x="401055" y="441594"/>
                </a:lnTo>
                <a:lnTo>
                  <a:pt x="395386" y="475244"/>
                </a:lnTo>
                <a:lnTo>
                  <a:pt x="388620" y="496824"/>
                </a:lnTo>
                <a:lnTo>
                  <a:pt x="388433" y="497109"/>
                </a:lnTo>
                <a:close/>
              </a:path>
              <a:path w="556260" h="554989">
                <a:moveTo>
                  <a:pt x="321564" y="553212"/>
                </a:moveTo>
                <a:lnTo>
                  <a:pt x="314729" y="535209"/>
                </a:lnTo>
                <a:lnTo>
                  <a:pt x="301180" y="520065"/>
                </a:lnTo>
                <a:lnTo>
                  <a:pt x="281058" y="507777"/>
                </a:lnTo>
                <a:lnTo>
                  <a:pt x="254508" y="498348"/>
                </a:lnTo>
                <a:lnTo>
                  <a:pt x="254508" y="487679"/>
                </a:lnTo>
                <a:lnTo>
                  <a:pt x="281654" y="492537"/>
                </a:lnTo>
                <a:lnTo>
                  <a:pt x="303657" y="495681"/>
                </a:lnTo>
                <a:lnTo>
                  <a:pt x="320516" y="497109"/>
                </a:lnTo>
                <a:lnTo>
                  <a:pt x="388433" y="497109"/>
                </a:lnTo>
                <a:lnTo>
                  <a:pt x="376856" y="514850"/>
                </a:lnTo>
                <a:lnTo>
                  <a:pt x="361950" y="530161"/>
                </a:lnTo>
                <a:lnTo>
                  <a:pt x="343614" y="542901"/>
                </a:lnTo>
                <a:lnTo>
                  <a:pt x="321564" y="553212"/>
                </a:lnTo>
                <a:close/>
              </a:path>
            </a:pathLst>
          </a:custGeom>
          <a:solidFill>
            <a:srgbClr val="3333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" name="object 4"/>
          <p:cNvSpPr/>
          <p:nvPr/>
        </p:nvSpPr>
        <p:spPr>
          <a:xfrm>
            <a:off x="2334767" y="1272540"/>
            <a:ext cx="556260" cy="562610"/>
          </a:xfrm>
          <a:custGeom>
            <a:avLst/>
            <a:gdLst/>
            <a:ahLst/>
            <a:cxnLst/>
            <a:rect l="l" t="t" r="r" b="b"/>
            <a:pathLst>
              <a:path w="556260" h="562610">
                <a:moveTo>
                  <a:pt x="134112" y="144780"/>
                </a:moveTo>
                <a:lnTo>
                  <a:pt x="100584" y="144780"/>
                </a:lnTo>
                <a:lnTo>
                  <a:pt x="100322" y="103298"/>
                </a:lnTo>
                <a:lnTo>
                  <a:pt x="99631" y="65532"/>
                </a:lnTo>
                <a:lnTo>
                  <a:pt x="98602" y="29718"/>
                </a:lnTo>
                <a:lnTo>
                  <a:pt x="97536" y="0"/>
                </a:lnTo>
                <a:lnTo>
                  <a:pt x="152400" y="27432"/>
                </a:lnTo>
                <a:lnTo>
                  <a:pt x="134112" y="44196"/>
                </a:lnTo>
                <a:lnTo>
                  <a:pt x="134112" y="144780"/>
                </a:lnTo>
                <a:close/>
              </a:path>
              <a:path w="556260" h="562610">
                <a:moveTo>
                  <a:pt x="404995" y="62484"/>
                </a:moveTo>
                <a:lnTo>
                  <a:pt x="295656" y="62484"/>
                </a:lnTo>
                <a:lnTo>
                  <a:pt x="318206" y="59626"/>
                </a:lnTo>
                <a:lnTo>
                  <a:pt x="342328" y="55626"/>
                </a:lnTo>
                <a:lnTo>
                  <a:pt x="394716" y="44196"/>
                </a:lnTo>
                <a:lnTo>
                  <a:pt x="444055" y="29718"/>
                </a:lnTo>
                <a:lnTo>
                  <a:pt x="483108" y="10668"/>
                </a:lnTo>
                <a:lnTo>
                  <a:pt x="522732" y="53340"/>
                </a:lnTo>
                <a:lnTo>
                  <a:pt x="497324" y="53887"/>
                </a:lnTo>
                <a:lnTo>
                  <a:pt x="450913" y="57721"/>
                </a:lnTo>
                <a:lnTo>
                  <a:pt x="404995" y="62484"/>
                </a:lnTo>
                <a:close/>
              </a:path>
              <a:path w="556260" h="562610">
                <a:moveTo>
                  <a:pt x="161544" y="560832"/>
                </a:moveTo>
                <a:lnTo>
                  <a:pt x="156972" y="553212"/>
                </a:lnTo>
                <a:lnTo>
                  <a:pt x="185499" y="518088"/>
                </a:lnTo>
                <a:lnTo>
                  <a:pt x="209169" y="483679"/>
                </a:lnTo>
                <a:lnTo>
                  <a:pt x="227695" y="450127"/>
                </a:lnTo>
                <a:lnTo>
                  <a:pt x="250555" y="381571"/>
                </a:lnTo>
                <a:lnTo>
                  <a:pt x="257175" y="339852"/>
                </a:lnTo>
                <a:lnTo>
                  <a:pt x="260937" y="292417"/>
                </a:lnTo>
                <a:lnTo>
                  <a:pt x="261982" y="245745"/>
                </a:lnTo>
                <a:lnTo>
                  <a:pt x="262037" y="163068"/>
                </a:lnTo>
                <a:lnTo>
                  <a:pt x="261937" y="132016"/>
                </a:lnTo>
                <a:lnTo>
                  <a:pt x="261485" y="83891"/>
                </a:lnTo>
                <a:lnTo>
                  <a:pt x="260604" y="39623"/>
                </a:lnTo>
                <a:lnTo>
                  <a:pt x="295656" y="62484"/>
                </a:lnTo>
                <a:lnTo>
                  <a:pt x="404995" y="62484"/>
                </a:lnTo>
                <a:lnTo>
                  <a:pt x="295656" y="74676"/>
                </a:lnTo>
                <a:lnTo>
                  <a:pt x="295656" y="216408"/>
                </a:lnTo>
                <a:lnTo>
                  <a:pt x="542544" y="216408"/>
                </a:lnTo>
                <a:lnTo>
                  <a:pt x="556260" y="230123"/>
                </a:lnTo>
                <a:lnTo>
                  <a:pt x="295656" y="230123"/>
                </a:lnTo>
                <a:lnTo>
                  <a:pt x="294203" y="290155"/>
                </a:lnTo>
                <a:lnTo>
                  <a:pt x="289750" y="342328"/>
                </a:lnTo>
                <a:lnTo>
                  <a:pt x="282154" y="386786"/>
                </a:lnTo>
                <a:lnTo>
                  <a:pt x="271272" y="423672"/>
                </a:lnTo>
                <a:lnTo>
                  <a:pt x="231267" y="491680"/>
                </a:lnTo>
                <a:lnTo>
                  <a:pt x="200120" y="525899"/>
                </a:lnTo>
                <a:lnTo>
                  <a:pt x="161544" y="560832"/>
                </a:lnTo>
                <a:close/>
              </a:path>
              <a:path w="556260" h="562610">
                <a:moveTo>
                  <a:pt x="18288" y="163068"/>
                </a:moveTo>
                <a:lnTo>
                  <a:pt x="0" y="144780"/>
                </a:lnTo>
                <a:lnTo>
                  <a:pt x="167640" y="144780"/>
                </a:lnTo>
                <a:lnTo>
                  <a:pt x="193548" y="117347"/>
                </a:lnTo>
                <a:lnTo>
                  <a:pt x="233172" y="158496"/>
                </a:lnTo>
                <a:lnTo>
                  <a:pt x="39624" y="158496"/>
                </a:lnTo>
                <a:lnTo>
                  <a:pt x="18288" y="163068"/>
                </a:lnTo>
                <a:close/>
              </a:path>
              <a:path w="556260" h="562610">
                <a:moveTo>
                  <a:pt x="9143" y="426720"/>
                </a:moveTo>
                <a:lnTo>
                  <a:pt x="1524" y="422148"/>
                </a:lnTo>
                <a:lnTo>
                  <a:pt x="23890" y="382404"/>
                </a:lnTo>
                <a:lnTo>
                  <a:pt x="43800" y="340924"/>
                </a:lnTo>
                <a:lnTo>
                  <a:pt x="61341" y="297751"/>
                </a:lnTo>
                <a:lnTo>
                  <a:pt x="76595" y="252927"/>
                </a:lnTo>
                <a:lnTo>
                  <a:pt x="89647" y="206494"/>
                </a:lnTo>
                <a:lnTo>
                  <a:pt x="100584" y="158496"/>
                </a:lnTo>
                <a:lnTo>
                  <a:pt x="134112" y="158496"/>
                </a:lnTo>
                <a:lnTo>
                  <a:pt x="134112" y="220980"/>
                </a:lnTo>
                <a:lnTo>
                  <a:pt x="158972" y="234076"/>
                </a:lnTo>
                <a:lnTo>
                  <a:pt x="160018" y="234696"/>
                </a:lnTo>
                <a:lnTo>
                  <a:pt x="134112" y="234696"/>
                </a:lnTo>
                <a:lnTo>
                  <a:pt x="134115" y="272796"/>
                </a:lnTo>
                <a:lnTo>
                  <a:pt x="100584" y="272796"/>
                </a:lnTo>
                <a:lnTo>
                  <a:pt x="81153" y="313991"/>
                </a:lnTo>
                <a:lnTo>
                  <a:pt x="59435" y="353187"/>
                </a:lnTo>
                <a:lnTo>
                  <a:pt x="35432" y="390667"/>
                </a:lnTo>
                <a:lnTo>
                  <a:pt x="9143" y="426720"/>
                </a:lnTo>
                <a:close/>
              </a:path>
              <a:path w="556260" h="562610">
                <a:moveTo>
                  <a:pt x="542544" y="216408"/>
                </a:moveTo>
                <a:lnTo>
                  <a:pt x="484632" y="216408"/>
                </a:lnTo>
                <a:lnTo>
                  <a:pt x="513588" y="187452"/>
                </a:lnTo>
                <a:lnTo>
                  <a:pt x="542544" y="216408"/>
                </a:lnTo>
                <a:close/>
              </a:path>
              <a:path w="556260" h="562610">
                <a:moveTo>
                  <a:pt x="411480" y="557784"/>
                </a:moveTo>
                <a:lnTo>
                  <a:pt x="412129" y="518088"/>
                </a:lnTo>
                <a:lnTo>
                  <a:pt x="412552" y="473851"/>
                </a:lnTo>
                <a:lnTo>
                  <a:pt x="412792" y="426720"/>
                </a:lnTo>
                <a:lnTo>
                  <a:pt x="413004" y="230123"/>
                </a:lnTo>
                <a:lnTo>
                  <a:pt x="446532" y="230123"/>
                </a:lnTo>
                <a:lnTo>
                  <a:pt x="446631" y="423672"/>
                </a:lnTo>
                <a:lnTo>
                  <a:pt x="446793" y="438554"/>
                </a:lnTo>
                <a:lnTo>
                  <a:pt x="447484" y="467296"/>
                </a:lnTo>
                <a:lnTo>
                  <a:pt x="449580" y="539496"/>
                </a:lnTo>
                <a:lnTo>
                  <a:pt x="411480" y="557784"/>
                </a:lnTo>
                <a:close/>
              </a:path>
              <a:path w="556260" h="562610">
                <a:moveTo>
                  <a:pt x="199644" y="330708"/>
                </a:moveTo>
                <a:lnTo>
                  <a:pt x="190500" y="330708"/>
                </a:lnTo>
                <a:lnTo>
                  <a:pt x="185928" y="323088"/>
                </a:lnTo>
                <a:lnTo>
                  <a:pt x="181356" y="309372"/>
                </a:lnTo>
                <a:lnTo>
                  <a:pt x="173974" y="291917"/>
                </a:lnTo>
                <a:lnTo>
                  <a:pt x="163449" y="273748"/>
                </a:lnTo>
                <a:lnTo>
                  <a:pt x="150066" y="254722"/>
                </a:lnTo>
                <a:lnTo>
                  <a:pt x="134112" y="234696"/>
                </a:lnTo>
                <a:lnTo>
                  <a:pt x="160018" y="234696"/>
                </a:lnTo>
                <a:lnTo>
                  <a:pt x="193262" y="255698"/>
                </a:lnTo>
                <a:lnTo>
                  <a:pt x="216408" y="289560"/>
                </a:lnTo>
                <a:lnTo>
                  <a:pt x="216074" y="295322"/>
                </a:lnTo>
                <a:lnTo>
                  <a:pt x="214884" y="301371"/>
                </a:lnTo>
                <a:lnTo>
                  <a:pt x="212550" y="307990"/>
                </a:lnTo>
                <a:lnTo>
                  <a:pt x="208788" y="315468"/>
                </a:lnTo>
                <a:lnTo>
                  <a:pt x="202692" y="326136"/>
                </a:lnTo>
                <a:lnTo>
                  <a:pt x="199644" y="330708"/>
                </a:lnTo>
                <a:close/>
              </a:path>
              <a:path w="556260" h="562610">
                <a:moveTo>
                  <a:pt x="97536" y="562356"/>
                </a:moveTo>
                <a:lnTo>
                  <a:pt x="98365" y="518088"/>
                </a:lnTo>
                <a:lnTo>
                  <a:pt x="99003" y="479495"/>
                </a:lnTo>
                <a:lnTo>
                  <a:pt x="99580" y="436816"/>
                </a:lnTo>
                <a:lnTo>
                  <a:pt x="100132" y="383088"/>
                </a:lnTo>
                <a:lnTo>
                  <a:pt x="100457" y="330708"/>
                </a:lnTo>
                <a:lnTo>
                  <a:pt x="100584" y="272796"/>
                </a:lnTo>
                <a:lnTo>
                  <a:pt x="134115" y="272796"/>
                </a:lnTo>
                <a:lnTo>
                  <a:pt x="134194" y="390667"/>
                </a:lnTo>
                <a:lnTo>
                  <a:pt x="134312" y="438554"/>
                </a:lnTo>
                <a:lnTo>
                  <a:pt x="134537" y="479495"/>
                </a:lnTo>
                <a:lnTo>
                  <a:pt x="135020" y="522597"/>
                </a:lnTo>
                <a:lnTo>
                  <a:pt x="135636" y="548640"/>
                </a:lnTo>
                <a:lnTo>
                  <a:pt x="97536" y="562356"/>
                </a:lnTo>
                <a:close/>
              </a:path>
            </a:pathLst>
          </a:custGeom>
          <a:solidFill>
            <a:srgbClr val="3333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" name="object 5"/>
          <p:cNvSpPr/>
          <p:nvPr/>
        </p:nvSpPr>
        <p:spPr>
          <a:xfrm>
            <a:off x="2947416" y="1271015"/>
            <a:ext cx="554990" cy="567055"/>
          </a:xfrm>
          <a:custGeom>
            <a:avLst/>
            <a:gdLst/>
            <a:ahLst/>
            <a:cxnLst/>
            <a:rect l="l" t="t" r="r" b="b"/>
            <a:pathLst>
              <a:path w="554989" h="567055">
                <a:moveTo>
                  <a:pt x="16764" y="196595"/>
                </a:moveTo>
                <a:lnTo>
                  <a:pt x="10668" y="188975"/>
                </a:lnTo>
                <a:lnTo>
                  <a:pt x="22383" y="176641"/>
                </a:lnTo>
                <a:lnTo>
                  <a:pt x="34670" y="162305"/>
                </a:lnTo>
                <a:lnTo>
                  <a:pt x="60959" y="126491"/>
                </a:lnTo>
                <a:lnTo>
                  <a:pt x="90868" y="74675"/>
                </a:lnTo>
                <a:lnTo>
                  <a:pt x="121920" y="0"/>
                </a:lnTo>
                <a:lnTo>
                  <a:pt x="169164" y="25907"/>
                </a:lnTo>
                <a:lnTo>
                  <a:pt x="136017" y="55244"/>
                </a:lnTo>
                <a:lnTo>
                  <a:pt x="123444" y="74675"/>
                </a:lnTo>
                <a:lnTo>
                  <a:pt x="283409" y="74675"/>
                </a:lnTo>
                <a:lnTo>
                  <a:pt x="295656" y="88391"/>
                </a:lnTo>
                <a:lnTo>
                  <a:pt x="115824" y="88391"/>
                </a:lnTo>
                <a:lnTo>
                  <a:pt x="104417" y="105822"/>
                </a:lnTo>
                <a:lnTo>
                  <a:pt x="93154" y="121538"/>
                </a:lnTo>
                <a:lnTo>
                  <a:pt x="59626" y="160162"/>
                </a:lnTo>
                <a:lnTo>
                  <a:pt x="32194" y="184261"/>
                </a:lnTo>
                <a:lnTo>
                  <a:pt x="16764" y="196595"/>
                </a:lnTo>
                <a:close/>
              </a:path>
              <a:path w="554989" h="567055">
                <a:moveTo>
                  <a:pt x="278892" y="156971"/>
                </a:moveTo>
                <a:lnTo>
                  <a:pt x="271272" y="152399"/>
                </a:lnTo>
                <a:lnTo>
                  <a:pt x="285845" y="134159"/>
                </a:lnTo>
                <a:lnTo>
                  <a:pt x="299847" y="113918"/>
                </a:lnTo>
                <a:lnTo>
                  <a:pt x="326136" y="68579"/>
                </a:lnTo>
                <a:lnTo>
                  <a:pt x="345567" y="27050"/>
                </a:lnTo>
                <a:lnTo>
                  <a:pt x="353568" y="1523"/>
                </a:lnTo>
                <a:lnTo>
                  <a:pt x="396240" y="30479"/>
                </a:lnTo>
                <a:lnTo>
                  <a:pt x="361188" y="62293"/>
                </a:lnTo>
                <a:lnTo>
                  <a:pt x="355996" y="69318"/>
                </a:lnTo>
                <a:lnTo>
                  <a:pt x="350520" y="76199"/>
                </a:lnTo>
                <a:lnTo>
                  <a:pt x="531085" y="76199"/>
                </a:lnTo>
                <a:lnTo>
                  <a:pt x="544068" y="91439"/>
                </a:lnTo>
                <a:lnTo>
                  <a:pt x="344424" y="91439"/>
                </a:lnTo>
                <a:lnTo>
                  <a:pt x="335565" y="99464"/>
                </a:lnTo>
                <a:lnTo>
                  <a:pt x="327279" y="107632"/>
                </a:lnTo>
                <a:lnTo>
                  <a:pt x="319563" y="116085"/>
                </a:lnTo>
                <a:lnTo>
                  <a:pt x="312420" y="124967"/>
                </a:lnTo>
                <a:lnTo>
                  <a:pt x="304395" y="133826"/>
                </a:lnTo>
                <a:lnTo>
                  <a:pt x="296227" y="142112"/>
                </a:lnTo>
                <a:lnTo>
                  <a:pt x="287774" y="149828"/>
                </a:lnTo>
                <a:lnTo>
                  <a:pt x="278892" y="156971"/>
                </a:lnTo>
                <a:close/>
              </a:path>
              <a:path w="554989" h="567055">
                <a:moveTo>
                  <a:pt x="283409" y="74675"/>
                </a:moveTo>
                <a:lnTo>
                  <a:pt x="228600" y="74675"/>
                </a:lnTo>
                <a:lnTo>
                  <a:pt x="257556" y="45719"/>
                </a:lnTo>
                <a:lnTo>
                  <a:pt x="283409" y="74675"/>
                </a:lnTo>
                <a:close/>
              </a:path>
              <a:path w="554989" h="567055">
                <a:moveTo>
                  <a:pt x="531085" y="76199"/>
                </a:moveTo>
                <a:lnTo>
                  <a:pt x="480060" y="76199"/>
                </a:lnTo>
                <a:lnTo>
                  <a:pt x="509016" y="50291"/>
                </a:lnTo>
                <a:lnTo>
                  <a:pt x="531085" y="76199"/>
                </a:lnTo>
                <a:close/>
              </a:path>
              <a:path w="554989" h="567055">
                <a:moveTo>
                  <a:pt x="202692" y="156971"/>
                </a:moveTo>
                <a:lnTo>
                  <a:pt x="190500" y="156971"/>
                </a:lnTo>
                <a:lnTo>
                  <a:pt x="187452" y="155447"/>
                </a:lnTo>
                <a:lnTo>
                  <a:pt x="184365" y="143065"/>
                </a:lnTo>
                <a:lnTo>
                  <a:pt x="182866" y="135540"/>
                </a:lnTo>
                <a:lnTo>
                  <a:pt x="181356" y="124967"/>
                </a:lnTo>
                <a:lnTo>
                  <a:pt x="178188" y="116681"/>
                </a:lnTo>
                <a:lnTo>
                  <a:pt x="173164" y="107822"/>
                </a:lnTo>
                <a:lnTo>
                  <a:pt x="166139" y="98393"/>
                </a:lnTo>
                <a:lnTo>
                  <a:pt x="156972" y="88391"/>
                </a:lnTo>
                <a:lnTo>
                  <a:pt x="173736" y="88391"/>
                </a:lnTo>
                <a:lnTo>
                  <a:pt x="195429" y="100655"/>
                </a:lnTo>
                <a:lnTo>
                  <a:pt x="210121" y="112204"/>
                </a:lnTo>
                <a:lnTo>
                  <a:pt x="217670" y="122896"/>
                </a:lnTo>
                <a:lnTo>
                  <a:pt x="217932" y="132587"/>
                </a:lnTo>
                <a:lnTo>
                  <a:pt x="214884" y="144779"/>
                </a:lnTo>
                <a:lnTo>
                  <a:pt x="210312" y="152399"/>
                </a:lnTo>
                <a:lnTo>
                  <a:pt x="205740" y="153923"/>
                </a:lnTo>
                <a:lnTo>
                  <a:pt x="202692" y="156971"/>
                </a:lnTo>
                <a:close/>
              </a:path>
              <a:path w="554989" h="567055">
                <a:moveTo>
                  <a:pt x="460248" y="160019"/>
                </a:moveTo>
                <a:lnTo>
                  <a:pt x="455676" y="160019"/>
                </a:lnTo>
                <a:lnTo>
                  <a:pt x="452628" y="156971"/>
                </a:lnTo>
                <a:lnTo>
                  <a:pt x="444307" y="143065"/>
                </a:lnTo>
                <a:lnTo>
                  <a:pt x="441198" y="137731"/>
                </a:lnTo>
                <a:lnTo>
                  <a:pt x="437769" y="131564"/>
                </a:lnTo>
                <a:lnTo>
                  <a:pt x="434340" y="124967"/>
                </a:lnTo>
                <a:lnTo>
                  <a:pt x="429744" y="118443"/>
                </a:lnTo>
                <a:lnTo>
                  <a:pt x="422719" y="110489"/>
                </a:lnTo>
                <a:lnTo>
                  <a:pt x="413123" y="101393"/>
                </a:lnTo>
                <a:lnTo>
                  <a:pt x="400812" y="91439"/>
                </a:lnTo>
                <a:lnTo>
                  <a:pt x="417576" y="91439"/>
                </a:lnTo>
                <a:lnTo>
                  <a:pt x="443817" y="100583"/>
                </a:lnTo>
                <a:lnTo>
                  <a:pt x="462915" y="109727"/>
                </a:lnTo>
                <a:lnTo>
                  <a:pt x="474583" y="118871"/>
                </a:lnTo>
                <a:lnTo>
                  <a:pt x="478536" y="128015"/>
                </a:lnTo>
                <a:lnTo>
                  <a:pt x="477964" y="136326"/>
                </a:lnTo>
                <a:lnTo>
                  <a:pt x="476250" y="143065"/>
                </a:lnTo>
                <a:lnTo>
                  <a:pt x="473392" y="148375"/>
                </a:lnTo>
                <a:lnTo>
                  <a:pt x="469392" y="152399"/>
                </a:lnTo>
                <a:lnTo>
                  <a:pt x="463296" y="156971"/>
                </a:lnTo>
                <a:lnTo>
                  <a:pt x="460248" y="160019"/>
                </a:lnTo>
                <a:close/>
              </a:path>
              <a:path w="554989" h="567055">
                <a:moveTo>
                  <a:pt x="449326" y="163067"/>
                </a:moveTo>
                <a:lnTo>
                  <a:pt x="403860" y="163067"/>
                </a:lnTo>
                <a:lnTo>
                  <a:pt x="417576" y="140207"/>
                </a:lnTo>
                <a:lnTo>
                  <a:pt x="449326" y="163067"/>
                </a:lnTo>
                <a:close/>
              </a:path>
              <a:path w="554989" h="567055">
                <a:moveTo>
                  <a:pt x="114300" y="390143"/>
                </a:moveTo>
                <a:lnTo>
                  <a:pt x="115181" y="352401"/>
                </a:lnTo>
                <a:lnTo>
                  <a:pt x="115601" y="317158"/>
                </a:lnTo>
                <a:lnTo>
                  <a:pt x="115724" y="234695"/>
                </a:lnTo>
                <a:lnTo>
                  <a:pt x="114681" y="202620"/>
                </a:lnTo>
                <a:lnTo>
                  <a:pt x="113538" y="175069"/>
                </a:lnTo>
                <a:lnTo>
                  <a:pt x="112395" y="155233"/>
                </a:lnTo>
                <a:lnTo>
                  <a:pt x="111252" y="143255"/>
                </a:lnTo>
                <a:lnTo>
                  <a:pt x="147828" y="163067"/>
                </a:lnTo>
                <a:lnTo>
                  <a:pt x="449326" y="163067"/>
                </a:lnTo>
                <a:lnTo>
                  <a:pt x="455676" y="167639"/>
                </a:lnTo>
                <a:lnTo>
                  <a:pt x="444500" y="176783"/>
                </a:lnTo>
                <a:lnTo>
                  <a:pt x="147828" y="176783"/>
                </a:lnTo>
                <a:lnTo>
                  <a:pt x="147828" y="219455"/>
                </a:lnTo>
                <a:lnTo>
                  <a:pt x="438912" y="219455"/>
                </a:lnTo>
                <a:lnTo>
                  <a:pt x="438912" y="234695"/>
                </a:lnTo>
                <a:lnTo>
                  <a:pt x="147828" y="234695"/>
                </a:lnTo>
                <a:lnTo>
                  <a:pt x="147828" y="280415"/>
                </a:lnTo>
                <a:lnTo>
                  <a:pt x="438912" y="280415"/>
                </a:lnTo>
                <a:lnTo>
                  <a:pt x="438912" y="294131"/>
                </a:lnTo>
                <a:lnTo>
                  <a:pt x="147828" y="294131"/>
                </a:lnTo>
                <a:lnTo>
                  <a:pt x="147828" y="344423"/>
                </a:lnTo>
                <a:lnTo>
                  <a:pt x="440598" y="344423"/>
                </a:lnTo>
                <a:lnTo>
                  <a:pt x="441364" y="358139"/>
                </a:lnTo>
                <a:lnTo>
                  <a:pt x="147828" y="358139"/>
                </a:lnTo>
                <a:lnTo>
                  <a:pt x="147828" y="377951"/>
                </a:lnTo>
                <a:lnTo>
                  <a:pt x="114300" y="390143"/>
                </a:lnTo>
                <a:close/>
              </a:path>
              <a:path w="554989" h="567055">
                <a:moveTo>
                  <a:pt x="438912" y="219455"/>
                </a:moveTo>
                <a:lnTo>
                  <a:pt x="405384" y="219455"/>
                </a:lnTo>
                <a:lnTo>
                  <a:pt x="405384" y="176783"/>
                </a:lnTo>
                <a:lnTo>
                  <a:pt x="444500" y="176783"/>
                </a:lnTo>
                <a:lnTo>
                  <a:pt x="438912" y="181355"/>
                </a:lnTo>
                <a:lnTo>
                  <a:pt x="438912" y="219455"/>
                </a:lnTo>
                <a:close/>
              </a:path>
              <a:path w="554989" h="567055">
                <a:moveTo>
                  <a:pt x="438912" y="280415"/>
                </a:moveTo>
                <a:lnTo>
                  <a:pt x="405384" y="280415"/>
                </a:lnTo>
                <a:lnTo>
                  <a:pt x="405384" y="234695"/>
                </a:lnTo>
                <a:lnTo>
                  <a:pt x="438912" y="234695"/>
                </a:lnTo>
                <a:lnTo>
                  <a:pt x="438912" y="280415"/>
                </a:lnTo>
                <a:close/>
              </a:path>
              <a:path w="554989" h="567055">
                <a:moveTo>
                  <a:pt x="440598" y="344423"/>
                </a:moveTo>
                <a:lnTo>
                  <a:pt x="405384" y="344423"/>
                </a:lnTo>
                <a:lnTo>
                  <a:pt x="405384" y="294131"/>
                </a:lnTo>
                <a:lnTo>
                  <a:pt x="438912" y="294131"/>
                </a:lnTo>
                <a:lnTo>
                  <a:pt x="438912" y="306323"/>
                </a:lnTo>
                <a:lnTo>
                  <a:pt x="439173" y="317158"/>
                </a:lnTo>
                <a:lnTo>
                  <a:pt x="439864" y="331279"/>
                </a:lnTo>
                <a:lnTo>
                  <a:pt x="440598" y="344423"/>
                </a:lnTo>
                <a:close/>
              </a:path>
              <a:path w="554989" h="567055">
                <a:moveTo>
                  <a:pt x="219456" y="432815"/>
                </a:moveTo>
                <a:lnTo>
                  <a:pt x="182880" y="432815"/>
                </a:lnTo>
                <a:lnTo>
                  <a:pt x="185242" y="414504"/>
                </a:lnTo>
                <a:lnTo>
                  <a:pt x="187261" y="397192"/>
                </a:lnTo>
                <a:lnTo>
                  <a:pt x="189095" y="378166"/>
                </a:lnTo>
                <a:lnTo>
                  <a:pt x="190500" y="358139"/>
                </a:lnTo>
                <a:lnTo>
                  <a:pt x="227076" y="358139"/>
                </a:lnTo>
                <a:lnTo>
                  <a:pt x="225671" y="377309"/>
                </a:lnTo>
                <a:lnTo>
                  <a:pt x="223837" y="396049"/>
                </a:lnTo>
                <a:lnTo>
                  <a:pt x="221612" y="415361"/>
                </a:lnTo>
                <a:lnTo>
                  <a:pt x="219456" y="432815"/>
                </a:lnTo>
                <a:close/>
              </a:path>
              <a:path w="554989" h="567055">
                <a:moveTo>
                  <a:pt x="21336" y="454151"/>
                </a:moveTo>
                <a:lnTo>
                  <a:pt x="0" y="432815"/>
                </a:lnTo>
                <a:lnTo>
                  <a:pt x="336804" y="432815"/>
                </a:lnTo>
                <a:lnTo>
                  <a:pt x="336804" y="358139"/>
                </a:lnTo>
                <a:lnTo>
                  <a:pt x="370332" y="358139"/>
                </a:lnTo>
                <a:lnTo>
                  <a:pt x="370332" y="429767"/>
                </a:lnTo>
                <a:lnTo>
                  <a:pt x="540004" y="429767"/>
                </a:lnTo>
                <a:lnTo>
                  <a:pt x="554736" y="445007"/>
                </a:lnTo>
                <a:lnTo>
                  <a:pt x="370332" y="445007"/>
                </a:lnTo>
                <a:lnTo>
                  <a:pt x="370333" y="446531"/>
                </a:lnTo>
                <a:lnTo>
                  <a:pt x="77724" y="446531"/>
                </a:lnTo>
                <a:lnTo>
                  <a:pt x="62912" y="447079"/>
                </a:lnTo>
                <a:lnTo>
                  <a:pt x="48387" y="448627"/>
                </a:lnTo>
                <a:lnTo>
                  <a:pt x="34432" y="451032"/>
                </a:lnTo>
                <a:lnTo>
                  <a:pt x="21336" y="454151"/>
                </a:lnTo>
                <a:close/>
              </a:path>
              <a:path w="554989" h="567055">
                <a:moveTo>
                  <a:pt x="405384" y="382523"/>
                </a:moveTo>
                <a:lnTo>
                  <a:pt x="405384" y="358139"/>
                </a:lnTo>
                <a:lnTo>
                  <a:pt x="441364" y="358139"/>
                </a:lnTo>
                <a:lnTo>
                  <a:pt x="441960" y="368807"/>
                </a:lnTo>
                <a:lnTo>
                  <a:pt x="405384" y="382523"/>
                </a:lnTo>
                <a:close/>
              </a:path>
              <a:path w="554989" h="567055">
                <a:moveTo>
                  <a:pt x="540004" y="429767"/>
                </a:moveTo>
                <a:lnTo>
                  <a:pt x="478536" y="429767"/>
                </a:lnTo>
                <a:lnTo>
                  <a:pt x="510540" y="399287"/>
                </a:lnTo>
                <a:lnTo>
                  <a:pt x="540004" y="429767"/>
                </a:lnTo>
                <a:close/>
              </a:path>
              <a:path w="554989" h="567055">
                <a:moveTo>
                  <a:pt x="30480" y="566927"/>
                </a:moveTo>
                <a:lnTo>
                  <a:pt x="27432" y="559308"/>
                </a:lnTo>
                <a:lnTo>
                  <a:pt x="60364" y="547616"/>
                </a:lnTo>
                <a:lnTo>
                  <a:pt x="88582" y="535495"/>
                </a:lnTo>
                <a:lnTo>
                  <a:pt x="132588" y="510539"/>
                </a:lnTo>
                <a:lnTo>
                  <a:pt x="162115" y="481964"/>
                </a:lnTo>
                <a:lnTo>
                  <a:pt x="181356" y="446531"/>
                </a:lnTo>
                <a:lnTo>
                  <a:pt x="216408" y="446531"/>
                </a:lnTo>
                <a:lnTo>
                  <a:pt x="191071" y="493394"/>
                </a:lnTo>
                <a:lnTo>
                  <a:pt x="146304" y="528827"/>
                </a:lnTo>
                <a:lnTo>
                  <a:pt x="90678" y="552450"/>
                </a:lnTo>
                <a:lnTo>
                  <a:pt x="61007" y="560974"/>
                </a:lnTo>
                <a:lnTo>
                  <a:pt x="30480" y="566927"/>
                </a:lnTo>
                <a:close/>
              </a:path>
              <a:path w="554989" h="567055">
                <a:moveTo>
                  <a:pt x="333756" y="566927"/>
                </a:moveTo>
                <a:lnTo>
                  <a:pt x="334994" y="528827"/>
                </a:lnTo>
                <a:lnTo>
                  <a:pt x="335851" y="501014"/>
                </a:lnTo>
                <a:lnTo>
                  <a:pt x="336542" y="472201"/>
                </a:lnTo>
                <a:lnTo>
                  <a:pt x="336804" y="446531"/>
                </a:lnTo>
                <a:lnTo>
                  <a:pt x="370333" y="446531"/>
                </a:lnTo>
                <a:lnTo>
                  <a:pt x="370442" y="497109"/>
                </a:lnTo>
                <a:lnTo>
                  <a:pt x="370547" y="512540"/>
                </a:lnTo>
                <a:lnTo>
                  <a:pt x="370974" y="534161"/>
                </a:lnTo>
                <a:lnTo>
                  <a:pt x="371856" y="550163"/>
                </a:lnTo>
                <a:lnTo>
                  <a:pt x="333756" y="566927"/>
                </a:lnTo>
                <a:close/>
              </a:path>
            </a:pathLst>
          </a:custGeom>
          <a:solidFill>
            <a:srgbClr val="3333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" name="object 6"/>
          <p:cNvSpPr/>
          <p:nvPr/>
        </p:nvSpPr>
        <p:spPr>
          <a:xfrm>
            <a:off x="3557015" y="1271015"/>
            <a:ext cx="563880" cy="547370"/>
          </a:xfrm>
          <a:custGeom>
            <a:avLst/>
            <a:gdLst/>
            <a:ahLst/>
            <a:cxnLst/>
            <a:rect l="l" t="t" r="r" b="b"/>
            <a:pathLst>
              <a:path w="563879" h="547369">
                <a:moveTo>
                  <a:pt x="368808" y="135636"/>
                </a:moveTo>
                <a:lnTo>
                  <a:pt x="336804" y="135636"/>
                </a:lnTo>
                <a:lnTo>
                  <a:pt x="336705" y="71628"/>
                </a:lnTo>
                <a:lnTo>
                  <a:pt x="336600" y="49815"/>
                </a:lnTo>
                <a:lnTo>
                  <a:pt x="336161" y="21193"/>
                </a:lnTo>
                <a:lnTo>
                  <a:pt x="335280" y="0"/>
                </a:lnTo>
                <a:lnTo>
                  <a:pt x="391668" y="28956"/>
                </a:lnTo>
                <a:lnTo>
                  <a:pt x="368808" y="51816"/>
                </a:lnTo>
                <a:lnTo>
                  <a:pt x="368808" y="135636"/>
                </a:lnTo>
                <a:close/>
              </a:path>
              <a:path w="563879" h="547369">
                <a:moveTo>
                  <a:pt x="120396" y="126492"/>
                </a:moveTo>
                <a:lnTo>
                  <a:pt x="117348" y="126492"/>
                </a:lnTo>
                <a:lnTo>
                  <a:pt x="113895" y="125039"/>
                </a:lnTo>
                <a:lnTo>
                  <a:pt x="110299" y="120586"/>
                </a:lnTo>
                <a:lnTo>
                  <a:pt x="106418" y="112990"/>
                </a:lnTo>
                <a:lnTo>
                  <a:pt x="102108" y="102108"/>
                </a:lnTo>
                <a:lnTo>
                  <a:pt x="94940" y="86391"/>
                </a:lnTo>
                <a:lnTo>
                  <a:pt x="84772" y="68961"/>
                </a:lnTo>
                <a:lnTo>
                  <a:pt x="71461" y="49815"/>
                </a:lnTo>
                <a:lnTo>
                  <a:pt x="54864" y="28956"/>
                </a:lnTo>
                <a:lnTo>
                  <a:pt x="59436" y="21336"/>
                </a:lnTo>
                <a:lnTo>
                  <a:pt x="110871" y="51054"/>
                </a:lnTo>
                <a:lnTo>
                  <a:pt x="137160" y="82296"/>
                </a:lnTo>
                <a:lnTo>
                  <a:pt x="138684" y="91440"/>
                </a:lnTo>
                <a:lnTo>
                  <a:pt x="138684" y="103632"/>
                </a:lnTo>
                <a:lnTo>
                  <a:pt x="135636" y="111252"/>
                </a:lnTo>
                <a:lnTo>
                  <a:pt x="129540" y="117348"/>
                </a:lnTo>
                <a:lnTo>
                  <a:pt x="124968" y="123444"/>
                </a:lnTo>
                <a:lnTo>
                  <a:pt x="120396" y="126492"/>
                </a:lnTo>
                <a:close/>
              </a:path>
              <a:path w="563879" h="547369">
                <a:moveTo>
                  <a:pt x="102269" y="381595"/>
                </a:moveTo>
                <a:lnTo>
                  <a:pt x="48672" y="381595"/>
                </a:lnTo>
                <a:lnTo>
                  <a:pt x="56388" y="381000"/>
                </a:lnTo>
                <a:lnTo>
                  <a:pt x="61460" y="379595"/>
                </a:lnTo>
                <a:lnTo>
                  <a:pt x="88038" y="342997"/>
                </a:lnTo>
                <a:lnTo>
                  <a:pt x="125662" y="258604"/>
                </a:lnTo>
                <a:lnTo>
                  <a:pt x="154643" y="190585"/>
                </a:lnTo>
                <a:lnTo>
                  <a:pt x="190500" y="105156"/>
                </a:lnTo>
                <a:lnTo>
                  <a:pt x="201168" y="108204"/>
                </a:lnTo>
                <a:lnTo>
                  <a:pt x="172331" y="185928"/>
                </a:lnTo>
                <a:lnTo>
                  <a:pt x="148279" y="251460"/>
                </a:lnTo>
                <a:lnTo>
                  <a:pt x="128968" y="304800"/>
                </a:lnTo>
                <a:lnTo>
                  <a:pt x="114356" y="345948"/>
                </a:lnTo>
                <a:lnTo>
                  <a:pt x="104401" y="374904"/>
                </a:lnTo>
                <a:lnTo>
                  <a:pt x="102269" y="381595"/>
                </a:lnTo>
                <a:close/>
              </a:path>
              <a:path w="563879" h="547369">
                <a:moveTo>
                  <a:pt x="227076" y="156972"/>
                </a:moveTo>
                <a:lnTo>
                  <a:pt x="205740" y="135636"/>
                </a:lnTo>
                <a:lnTo>
                  <a:pt x="461772" y="135636"/>
                </a:lnTo>
                <a:lnTo>
                  <a:pt x="487680" y="109728"/>
                </a:lnTo>
                <a:lnTo>
                  <a:pt x="525780" y="150876"/>
                </a:lnTo>
                <a:lnTo>
                  <a:pt x="284988" y="150876"/>
                </a:lnTo>
                <a:lnTo>
                  <a:pt x="269509" y="151185"/>
                </a:lnTo>
                <a:lnTo>
                  <a:pt x="254889" y="152209"/>
                </a:lnTo>
                <a:lnTo>
                  <a:pt x="240839" y="154090"/>
                </a:lnTo>
                <a:lnTo>
                  <a:pt x="227076" y="156972"/>
                </a:lnTo>
                <a:close/>
              </a:path>
              <a:path w="563879" h="547369">
                <a:moveTo>
                  <a:pt x="368808" y="280416"/>
                </a:moveTo>
                <a:lnTo>
                  <a:pt x="336804" y="280416"/>
                </a:lnTo>
                <a:lnTo>
                  <a:pt x="336804" y="150876"/>
                </a:lnTo>
                <a:lnTo>
                  <a:pt x="368808" y="150876"/>
                </a:lnTo>
                <a:lnTo>
                  <a:pt x="368808" y="280416"/>
                </a:lnTo>
                <a:close/>
              </a:path>
              <a:path w="563879" h="547369">
                <a:moveTo>
                  <a:pt x="68961" y="270200"/>
                </a:moveTo>
                <a:lnTo>
                  <a:pt x="63246" y="266890"/>
                </a:lnTo>
                <a:lnTo>
                  <a:pt x="57531" y="258151"/>
                </a:lnTo>
                <a:lnTo>
                  <a:pt x="51816" y="243840"/>
                </a:lnTo>
                <a:lnTo>
                  <a:pt x="44362" y="227218"/>
                </a:lnTo>
                <a:lnTo>
                  <a:pt x="33337" y="209169"/>
                </a:lnTo>
                <a:lnTo>
                  <a:pt x="18597" y="189404"/>
                </a:lnTo>
                <a:lnTo>
                  <a:pt x="0" y="167640"/>
                </a:lnTo>
                <a:lnTo>
                  <a:pt x="4572" y="160020"/>
                </a:lnTo>
                <a:lnTo>
                  <a:pt x="41457" y="180617"/>
                </a:lnTo>
                <a:lnTo>
                  <a:pt x="67627" y="199072"/>
                </a:lnTo>
                <a:lnTo>
                  <a:pt x="83224" y="215526"/>
                </a:lnTo>
                <a:lnTo>
                  <a:pt x="88392" y="230124"/>
                </a:lnTo>
                <a:lnTo>
                  <a:pt x="87534" y="242720"/>
                </a:lnTo>
                <a:lnTo>
                  <a:pt x="84963" y="253174"/>
                </a:lnTo>
                <a:lnTo>
                  <a:pt x="80676" y="261627"/>
                </a:lnTo>
                <a:lnTo>
                  <a:pt x="74676" y="268224"/>
                </a:lnTo>
                <a:lnTo>
                  <a:pt x="68961" y="270200"/>
                </a:lnTo>
                <a:close/>
              </a:path>
              <a:path w="563879" h="547369">
                <a:moveTo>
                  <a:pt x="181356" y="301752"/>
                </a:moveTo>
                <a:lnTo>
                  <a:pt x="160020" y="280416"/>
                </a:lnTo>
                <a:lnTo>
                  <a:pt x="495300" y="280416"/>
                </a:lnTo>
                <a:lnTo>
                  <a:pt x="524256" y="251460"/>
                </a:lnTo>
                <a:lnTo>
                  <a:pt x="563880" y="294131"/>
                </a:lnTo>
                <a:lnTo>
                  <a:pt x="239268" y="294131"/>
                </a:lnTo>
                <a:lnTo>
                  <a:pt x="223789" y="294679"/>
                </a:lnTo>
                <a:lnTo>
                  <a:pt x="209169" y="296227"/>
                </a:lnTo>
                <a:lnTo>
                  <a:pt x="195119" y="298632"/>
                </a:lnTo>
                <a:lnTo>
                  <a:pt x="181356" y="301752"/>
                </a:lnTo>
                <a:close/>
              </a:path>
              <a:path w="563879" h="547369">
                <a:moveTo>
                  <a:pt x="198120" y="547116"/>
                </a:moveTo>
                <a:lnTo>
                  <a:pt x="173736" y="492252"/>
                </a:lnTo>
                <a:lnTo>
                  <a:pt x="190904" y="487918"/>
                </a:lnTo>
                <a:lnTo>
                  <a:pt x="210502" y="474726"/>
                </a:lnTo>
                <a:lnTo>
                  <a:pt x="257556" y="420624"/>
                </a:lnTo>
                <a:lnTo>
                  <a:pt x="280725" y="386072"/>
                </a:lnTo>
                <a:lnTo>
                  <a:pt x="315634" y="322683"/>
                </a:lnTo>
                <a:lnTo>
                  <a:pt x="327660" y="294131"/>
                </a:lnTo>
                <a:lnTo>
                  <a:pt x="339852" y="294131"/>
                </a:lnTo>
                <a:lnTo>
                  <a:pt x="377952" y="320040"/>
                </a:lnTo>
                <a:lnTo>
                  <a:pt x="366736" y="326326"/>
                </a:lnTo>
                <a:lnTo>
                  <a:pt x="355663" y="336042"/>
                </a:lnTo>
                <a:lnTo>
                  <a:pt x="344304" y="349186"/>
                </a:lnTo>
                <a:lnTo>
                  <a:pt x="332232" y="365760"/>
                </a:lnTo>
                <a:lnTo>
                  <a:pt x="316801" y="387238"/>
                </a:lnTo>
                <a:lnTo>
                  <a:pt x="293370" y="415290"/>
                </a:lnTo>
                <a:lnTo>
                  <a:pt x="261937" y="450199"/>
                </a:lnTo>
                <a:lnTo>
                  <a:pt x="222504" y="492252"/>
                </a:lnTo>
                <a:lnTo>
                  <a:pt x="440039" y="492252"/>
                </a:lnTo>
                <a:lnTo>
                  <a:pt x="362712" y="502539"/>
                </a:lnTo>
                <a:lnTo>
                  <a:pt x="315896" y="510825"/>
                </a:lnTo>
                <a:lnTo>
                  <a:pt x="277368" y="519684"/>
                </a:lnTo>
                <a:lnTo>
                  <a:pt x="222885" y="534543"/>
                </a:lnTo>
                <a:lnTo>
                  <a:pt x="206644" y="541115"/>
                </a:lnTo>
                <a:lnTo>
                  <a:pt x="198120" y="547116"/>
                </a:lnTo>
                <a:close/>
              </a:path>
              <a:path w="563879" h="547369">
                <a:moveTo>
                  <a:pt x="91440" y="533399"/>
                </a:moveTo>
                <a:lnTo>
                  <a:pt x="77724" y="533399"/>
                </a:lnTo>
                <a:lnTo>
                  <a:pt x="68580" y="531875"/>
                </a:lnTo>
                <a:lnTo>
                  <a:pt x="50292" y="525780"/>
                </a:lnTo>
                <a:lnTo>
                  <a:pt x="45720" y="518160"/>
                </a:lnTo>
                <a:lnTo>
                  <a:pt x="45720" y="507492"/>
                </a:lnTo>
                <a:lnTo>
                  <a:pt x="55578" y="459819"/>
                </a:lnTo>
                <a:lnTo>
                  <a:pt x="57912" y="449580"/>
                </a:lnTo>
                <a:lnTo>
                  <a:pt x="59102" y="440483"/>
                </a:lnTo>
                <a:lnTo>
                  <a:pt x="59436" y="432816"/>
                </a:lnTo>
                <a:lnTo>
                  <a:pt x="58840" y="425124"/>
                </a:lnTo>
                <a:lnTo>
                  <a:pt x="31432" y="397002"/>
                </a:lnTo>
                <a:lnTo>
                  <a:pt x="1524" y="387096"/>
                </a:lnTo>
                <a:lnTo>
                  <a:pt x="1524" y="377952"/>
                </a:lnTo>
                <a:lnTo>
                  <a:pt x="21240" y="379928"/>
                </a:lnTo>
                <a:lnTo>
                  <a:pt x="36957" y="381190"/>
                </a:lnTo>
                <a:lnTo>
                  <a:pt x="48672" y="381595"/>
                </a:lnTo>
                <a:lnTo>
                  <a:pt x="102269" y="381595"/>
                </a:lnTo>
                <a:lnTo>
                  <a:pt x="99060" y="391668"/>
                </a:lnTo>
                <a:lnTo>
                  <a:pt x="95297" y="407360"/>
                </a:lnTo>
                <a:lnTo>
                  <a:pt x="92964" y="424624"/>
                </a:lnTo>
                <a:lnTo>
                  <a:pt x="91773" y="443317"/>
                </a:lnTo>
                <a:lnTo>
                  <a:pt x="91440" y="463296"/>
                </a:lnTo>
                <a:lnTo>
                  <a:pt x="92583" y="483322"/>
                </a:lnTo>
                <a:lnTo>
                  <a:pt x="93726" y="500062"/>
                </a:lnTo>
                <a:lnTo>
                  <a:pt x="94869" y="513659"/>
                </a:lnTo>
                <a:lnTo>
                  <a:pt x="96012" y="524256"/>
                </a:lnTo>
                <a:lnTo>
                  <a:pt x="96012" y="530352"/>
                </a:lnTo>
                <a:lnTo>
                  <a:pt x="91440" y="533399"/>
                </a:lnTo>
                <a:close/>
              </a:path>
              <a:path w="563879" h="547369">
                <a:moveTo>
                  <a:pt x="440039" y="492252"/>
                </a:moveTo>
                <a:lnTo>
                  <a:pt x="222504" y="492252"/>
                </a:lnTo>
                <a:lnTo>
                  <a:pt x="473964" y="475488"/>
                </a:lnTo>
                <a:lnTo>
                  <a:pt x="457700" y="454032"/>
                </a:lnTo>
                <a:lnTo>
                  <a:pt x="441007" y="433006"/>
                </a:lnTo>
                <a:lnTo>
                  <a:pt x="424029" y="412265"/>
                </a:lnTo>
                <a:lnTo>
                  <a:pt x="406908" y="391668"/>
                </a:lnTo>
                <a:lnTo>
                  <a:pt x="411480" y="385572"/>
                </a:lnTo>
                <a:lnTo>
                  <a:pt x="432054" y="399859"/>
                </a:lnTo>
                <a:lnTo>
                  <a:pt x="450342" y="413004"/>
                </a:lnTo>
                <a:lnTo>
                  <a:pt x="466344" y="425005"/>
                </a:lnTo>
                <a:lnTo>
                  <a:pt x="480060" y="435864"/>
                </a:lnTo>
                <a:lnTo>
                  <a:pt x="491823" y="445008"/>
                </a:lnTo>
                <a:lnTo>
                  <a:pt x="519684" y="472440"/>
                </a:lnTo>
                <a:lnTo>
                  <a:pt x="530856" y="487680"/>
                </a:lnTo>
                <a:lnTo>
                  <a:pt x="480060" y="487680"/>
                </a:lnTo>
                <a:lnTo>
                  <a:pt x="440039" y="492252"/>
                </a:lnTo>
                <a:close/>
              </a:path>
              <a:path w="563879" h="547369">
                <a:moveTo>
                  <a:pt x="515112" y="547116"/>
                </a:moveTo>
                <a:lnTo>
                  <a:pt x="509016" y="547116"/>
                </a:lnTo>
                <a:lnTo>
                  <a:pt x="505968" y="542544"/>
                </a:lnTo>
                <a:lnTo>
                  <a:pt x="502920" y="533399"/>
                </a:lnTo>
                <a:lnTo>
                  <a:pt x="497419" y="521970"/>
                </a:lnTo>
                <a:lnTo>
                  <a:pt x="492061" y="510540"/>
                </a:lnTo>
                <a:lnTo>
                  <a:pt x="486417" y="499110"/>
                </a:lnTo>
                <a:lnTo>
                  <a:pt x="480060" y="487680"/>
                </a:lnTo>
                <a:lnTo>
                  <a:pt x="530856" y="487680"/>
                </a:lnTo>
                <a:lnTo>
                  <a:pt x="532066" y="489585"/>
                </a:lnTo>
                <a:lnTo>
                  <a:pt x="535328" y="497300"/>
                </a:lnTo>
                <a:lnTo>
                  <a:pt x="536448" y="504444"/>
                </a:lnTo>
                <a:lnTo>
                  <a:pt x="535638" y="511540"/>
                </a:lnTo>
                <a:lnTo>
                  <a:pt x="533400" y="518922"/>
                </a:lnTo>
                <a:lnTo>
                  <a:pt x="530018" y="526303"/>
                </a:lnTo>
                <a:lnTo>
                  <a:pt x="525780" y="533399"/>
                </a:lnTo>
                <a:lnTo>
                  <a:pt x="519684" y="542544"/>
                </a:lnTo>
                <a:lnTo>
                  <a:pt x="515112" y="547116"/>
                </a:lnTo>
                <a:close/>
              </a:path>
            </a:pathLst>
          </a:custGeom>
          <a:solidFill>
            <a:srgbClr val="3333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" name="object 7"/>
          <p:cNvSpPr/>
          <p:nvPr/>
        </p:nvSpPr>
        <p:spPr>
          <a:xfrm>
            <a:off x="1751075" y="3195827"/>
            <a:ext cx="155575" cy="155575"/>
          </a:xfrm>
          <a:custGeom>
            <a:avLst/>
            <a:gdLst/>
            <a:ahLst/>
            <a:cxnLst/>
            <a:rect l="l" t="t" r="r" b="b"/>
            <a:pathLst>
              <a:path w="155575" h="155575">
                <a:moveTo>
                  <a:pt x="155448" y="155448"/>
                </a:moveTo>
                <a:lnTo>
                  <a:pt x="0" y="155448"/>
                </a:lnTo>
                <a:lnTo>
                  <a:pt x="0" y="0"/>
                </a:lnTo>
                <a:lnTo>
                  <a:pt x="155448" y="0"/>
                </a:lnTo>
                <a:lnTo>
                  <a:pt x="155448" y="155448"/>
                </a:lnTo>
                <a:close/>
              </a:path>
            </a:pathLst>
          </a:custGeom>
          <a:solidFill>
            <a:srgbClr val="3333C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2119884" y="3003803"/>
            <a:ext cx="2891155" cy="413384"/>
          </a:xfrm>
          <a:custGeom>
            <a:avLst/>
            <a:gdLst/>
            <a:ahLst/>
            <a:cxnLst/>
            <a:rect l="l" t="t" r="r" b="b"/>
            <a:pathLst>
              <a:path w="2891154" h="413385">
                <a:moveTo>
                  <a:pt x="262128" y="204216"/>
                </a:moveTo>
                <a:lnTo>
                  <a:pt x="144780" y="204216"/>
                </a:lnTo>
                <a:lnTo>
                  <a:pt x="144780" y="240792"/>
                </a:lnTo>
                <a:lnTo>
                  <a:pt x="219456" y="240792"/>
                </a:lnTo>
                <a:lnTo>
                  <a:pt x="219456" y="324612"/>
                </a:lnTo>
                <a:lnTo>
                  <a:pt x="213182" y="327520"/>
                </a:lnTo>
                <a:lnTo>
                  <a:pt x="205930" y="329565"/>
                </a:lnTo>
                <a:lnTo>
                  <a:pt x="197802" y="331050"/>
                </a:lnTo>
                <a:lnTo>
                  <a:pt x="188976" y="332232"/>
                </a:lnTo>
                <a:lnTo>
                  <a:pt x="179832" y="333997"/>
                </a:lnTo>
                <a:lnTo>
                  <a:pt x="170688" y="334899"/>
                </a:lnTo>
                <a:lnTo>
                  <a:pt x="161544" y="335241"/>
                </a:lnTo>
                <a:lnTo>
                  <a:pt x="152400" y="335280"/>
                </a:lnTo>
                <a:lnTo>
                  <a:pt x="140347" y="334708"/>
                </a:lnTo>
                <a:lnTo>
                  <a:pt x="99098" y="321259"/>
                </a:lnTo>
                <a:lnTo>
                  <a:pt x="68122" y="292303"/>
                </a:lnTo>
                <a:lnTo>
                  <a:pt x="49568" y="246849"/>
                </a:lnTo>
                <a:lnTo>
                  <a:pt x="45720" y="202692"/>
                </a:lnTo>
                <a:lnTo>
                  <a:pt x="47447" y="174675"/>
                </a:lnTo>
                <a:lnTo>
                  <a:pt x="61785" y="128333"/>
                </a:lnTo>
                <a:lnTo>
                  <a:pt x="89763" y="93967"/>
                </a:lnTo>
                <a:lnTo>
                  <a:pt x="127393" y="76733"/>
                </a:lnTo>
                <a:lnTo>
                  <a:pt x="149352" y="74676"/>
                </a:lnTo>
                <a:lnTo>
                  <a:pt x="159346" y="74942"/>
                </a:lnTo>
                <a:lnTo>
                  <a:pt x="216408" y="88392"/>
                </a:lnTo>
                <a:lnTo>
                  <a:pt x="240792" y="103632"/>
                </a:lnTo>
                <a:lnTo>
                  <a:pt x="246888" y="106680"/>
                </a:lnTo>
                <a:lnTo>
                  <a:pt x="251460" y="111252"/>
                </a:lnTo>
                <a:lnTo>
                  <a:pt x="257556" y="115824"/>
                </a:lnTo>
                <a:lnTo>
                  <a:pt x="260604" y="115824"/>
                </a:lnTo>
                <a:lnTo>
                  <a:pt x="260604" y="64008"/>
                </a:lnTo>
                <a:lnTo>
                  <a:pt x="256032" y="62484"/>
                </a:lnTo>
                <a:lnTo>
                  <a:pt x="248412" y="57912"/>
                </a:lnTo>
                <a:lnTo>
                  <a:pt x="239268" y="54864"/>
                </a:lnTo>
                <a:lnTo>
                  <a:pt x="232664" y="51727"/>
                </a:lnTo>
                <a:lnTo>
                  <a:pt x="226504" y="49149"/>
                </a:lnTo>
                <a:lnTo>
                  <a:pt x="220611" y="47155"/>
                </a:lnTo>
                <a:lnTo>
                  <a:pt x="214884" y="45720"/>
                </a:lnTo>
                <a:lnTo>
                  <a:pt x="208000" y="43700"/>
                </a:lnTo>
                <a:lnTo>
                  <a:pt x="163423" y="36842"/>
                </a:lnTo>
                <a:lnTo>
                  <a:pt x="155448" y="36576"/>
                </a:lnTo>
                <a:lnTo>
                  <a:pt x="138582" y="37414"/>
                </a:lnTo>
                <a:lnTo>
                  <a:pt x="91440" y="48768"/>
                </a:lnTo>
                <a:lnTo>
                  <a:pt x="53289" y="71056"/>
                </a:lnTo>
                <a:lnTo>
                  <a:pt x="24574" y="105156"/>
                </a:lnTo>
                <a:lnTo>
                  <a:pt x="7061" y="150431"/>
                </a:lnTo>
                <a:lnTo>
                  <a:pt x="0" y="204216"/>
                </a:lnTo>
                <a:lnTo>
                  <a:pt x="825" y="224218"/>
                </a:lnTo>
                <a:lnTo>
                  <a:pt x="12192" y="277368"/>
                </a:lnTo>
                <a:lnTo>
                  <a:pt x="32969" y="318947"/>
                </a:lnTo>
                <a:lnTo>
                  <a:pt x="65341" y="348996"/>
                </a:lnTo>
                <a:lnTo>
                  <a:pt x="106337" y="366953"/>
                </a:lnTo>
                <a:lnTo>
                  <a:pt x="153924" y="373380"/>
                </a:lnTo>
                <a:lnTo>
                  <a:pt x="162775" y="373126"/>
                </a:lnTo>
                <a:lnTo>
                  <a:pt x="214884" y="362712"/>
                </a:lnTo>
                <a:lnTo>
                  <a:pt x="220853" y="361289"/>
                </a:lnTo>
                <a:lnTo>
                  <a:pt x="227266" y="359283"/>
                </a:lnTo>
                <a:lnTo>
                  <a:pt x="233946" y="356717"/>
                </a:lnTo>
                <a:lnTo>
                  <a:pt x="240792" y="353568"/>
                </a:lnTo>
                <a:lnTo>
                  <a:pt x="249936" y="350520"/>
                </a:lnTo>
                <a:lnTo>
                  <a:pt x="262128" y="344424"/>
                </a:lnTo>
                <a:lnTo>
                  <a:pt x="262128" y="204216"/>
                </a:lnTo>
                <a:close/>
              </a:path>
              <a:path w="2891154" h="413385">
                <a:moveTo>
                  <a:pt x="426707" y="204216"/>
                </a:moveTo>
                <a:lnTo>
                  <a:pt x="303263" y="204216"/>
                </a:lnTo>
                <a:lnTo>
                  <a:pt x="303263" y="243840"/>
                </a:lnTo>
                <a:lnTo>
                  <a:pt x="426707" y="243840"/>
                </a:lnTo>
                <a:lnTo>
                  <a:pt x="426707" y="204216"/>
                </a:lnTo>
                <a:close/>
              </a:path>
              <a:path w="2891154" h="413385">
                <a:moveTo>
                  <a:pt x="678180" y="274320"/>
                </a:moveTo>
                <a:lnTo>
                  <a:pt x="669810" y="234886"/>
                </a:lnTo>
                <a:lnTo>
                  <a:pt x="642556" y="205168"/>
                </a:lnTo>
                <a:lnTo>
                  <a:pt x="606996" y="190627"/>
                </a:lnTo>
                <a:lnTo>
                  <a:pt x="571538" y="182118"/>
                </a:lnTo>
                <a:lnTo>
                  <a:pt x="529018" y="168402"/>
                </a:lnTo>
                <a:lnTo>
                  <a:pt x="505269" y="134683"/>
                </a:lnTo>
                <a:lnTo>
                  <a:pt x="504444" y="124968"/>
                </a:lnTo>
                <a:lnTo>
                  <a:pt x="505599" y="114109"/>
                </a:lnTo>
                <a:lnTo>
                  <a:pt x="533984" y="82397"/>
                </a:lnTo>
                <a:lnTo>
                  <a:pt x="571500" y="74676"/>
                </a:lnTo>
                <a:lnTo>
                  <a:pt x="584949" y="75247"/>
                </a:lnTo>
                <a:lnTo>
                  <a:pt x="623316" y="83820"/>
                </a:lnTo>
                <a:lnTo>
                  <a:pt x="662940" y="109728"/>
                </a:lnTo>
                <a:lnTo>
                  <a:pt x="665988" y="109728"/>
                </a:lnTo>
                <a:lnTo>
                  <a:pt x="665988" y="57912"/>
                </a:lnTo>
                <a:lnTo>
                  <a:pt x="655408" y="52755"/>
                </a:lnTo>
                <a:lnTo>
                  <a:pt x="644271" y="48577"/>
                </a:lnTo>
                <a:lnTo>
                  <a:pt x="632548" y="45275"/>
                </a:lnTo>
                <a:lnTo>
                  <a:pt x="620268" y="42672"/>
                </a:lnTo>
                <a:lnTo>
                  <a:pt x="608330" y="39801"/>
                </a:lnTo>
                <a:lnTo>
                  <a:pt x="595693" y="37909"/>
                </a:lnTo>
                <a:lnTo>
                  <a:pt x="582752" y="36893"/>
                </a:lnTo>
                <a:lnTo>
                  <a:pt x="569976" y="36576"/>
                </a:lnTo>
                <a:lnTo>
                  <a:pt x="547090" y="38290"/>
                </a:lnTo>
                <a:lnTo>
                  <a:pt x="507606" y="52006"/>
                </a:lnTo>
                <a:lnTo>
                  <a:pt x="477596" y="77685"/>
                </a:lnTo>
                <a:lnTo>
                  <a:pt x="460248" y="129540"/>
                </a:lnTo>
                <a:lnTo>
                  <a:pt x="460552" y="138645"/>
                </a:lnTo>
                <a:lnTo>
                  <a:pt x="472821" y="176403"/>
                </a:lnTo>
                <a:lnTo>
                  <a:pt x="504444" y="205740"/>
                </a:lnTo>
                <a:lnTo>
                  <a:pt x="559130" y="222631"/>
                </a:lnTo>
                <a:lnTo>
                  <a:pt x="572262" y="225437"/>
                </a:lnTo>
                <a:lnTo>
                  <a:pt x="579120" y="227266"/>
                </a:lnTo>
                <a:lnTo>
                  <a:pt x="592836" y="231648"/>
                </a:lnTo>
                <a:lnTo>
                  <a:pt x="602526" y="234505"/>
                </a:lnTo>
                <a:lnTo>
                  <a:pt x="610933" y="238506"/>
                </a:lnTo>
                <a:lnTo>
                  <a:pt x="633387" y="271589"/>
                </a:lnTo>
                <a:lnTo>
                  <a:pt x="633984" y="280416"/>
                </a:lnTo>
                <a:lnTo>
                  <a:pt x="632841" y="292404"/>
                </a:lnTo>
                <a:lnTo>
                  <a:pt x="605409" y="326923"/>
                </a:lnTo>
                <a:lnTo>
                  <a:pt x="560832" y="335280"/>
                </a:lnTo>
                <a:lnTo>
                  <a:pt x="548233" y="334479"/>
                </a:lnTo>
                <a:lnTo>
                  <a:pt x="509016" y="324612"/>
                </a:lnTo>
                <a:lnTo>
                  <a:pt x="471716" y="302323"/>
                </a:lnTo>
                <a:lnTo>
                  <a:pt x="460248" y="292608"/>
                </a:lnTo>
                <a:lnTo>
                  <a:pt x="457200" y="292608"/>
                </a:lnTo>
                <a:lnTo>
                  <a:pt x="457200" y="347472"/>
                </a:lnTo>
                <a:lnTo>
                  <a:pt x="480250" y="356425"/>
                </a:lnTo>
                <a:lnTo>
                  <a:pt x="517588" y="368007"/>
                </a:lnTo>
                <a:lnTo>
                  <a:pt x="563880" y="371856"/>
                </a:lnTo>
                <a:lnTo>
                  <a:pt x="578167" y="371525"/>
                </a:lnTo>
                <a:lnTo>
                  <a:pt x="623290" y="360260"/>
                </a:lnTo>
                <a:lnTo>
                  <a:pt x="655764" y="335762"/>
                </a:lnTo>
                <a:lnTo>
                  <a:pt x="673671" y="301752"/>
                </a:lnTo>
                <a:lnTo>
                  <a:pt x="677621" y="283464"/>
                </a:lnTo>
                <a:lnTo>
                  <a:pt x="678180" y="274320"/>
                </a:lnTo>
                <a:close/>
              </a:path>
              <a:path w="2891154" h="413385">
                <a:moveTo>
                  <a:pt x="925055" y="64008"/>
                </a:moveTo>
                <a:lnTo>
                  <a:pt x="915911" y="53340"/>
                </a:lnTo>
                <a:lnTo>
                  <a:pt x="897623" y="32004"/>
                </a:lnTo>
                <a:lnTo>
                  <a:pt x="876287" y="53340"/>
                </a:lnTo>
                <a:lnTo>
                  <a:pt x="800087" y="53340"/>
                </a:lnTo>
                <a:lnTo>
                  <a:pt x="805281" y="45910"/>
                </a:lnTo>
                <a:lnTo>
                  <a:pt x="809612" y="39624"/>
                </a:lnTo>
                <a:lnTo>
                  <a:pt x="813384" y="34480"/>
                </a:lnTo>
                <a:lnTo>
                  <a:pt x="816851" y="30480"/>
                </a:lnTo>
                <a:lnTo>
                  <a:pt x="825995" y="21336"/>
                </a:lnTo>
                <a:lnTo>
                  <a:pt x="833615" y="18288"/>
                </a:lnTo>
                <a:lnTo>
                  <a:pt x="798563" y="0"/>
                </a:lnTo>
                <a:lnTo>
                  <a:pt x="776465" y="53721"/>
                </a:lnTo>
                <a:lnTo>
                  <a:pt x="754367" y="91440"/>
                </a:lnTo>
                <a:lnTo>
                  <a:pt x="726732" y="128308"/>
                </a:lnTo>
                <a:lnTo>
                  <a:pt x="719315" y="137160"/>
                </a:lnTo>
                <a:lnTo>
                  <a:pt x="722363" y="141732"/>
                </a:lnTo>
                <a:lnTo>
                  <a:pt x="753414" y="115824"/>
                </a:lnTo>
                <a:lnTo>
                  <a:pt x="786638" y="76250"/>
                </a:lnTo>
                <a:lnTo>
                  <a:pt x="795515" y="64008"/>
                </a:lnTo>
                <a:lnTo>
                  <a:pt x="824471" y="64008"/>
                </a:lnTo>
                <a:lnTo>
                  <a:pt x="842848" y="97878"/>
                </a:lnTo>
                <a:lnTo>
                  <a:pt x="844283" y="103632"/>
                </a:lnTo>
                <a:lnTo>
                  <a:pt x="847331" y="112776"/>
                </a:lnTo>
                <a:lnTo>
                  <a:pt x="848855" y="114300"/>
                </a:lnTo>
                <a:lnTo>
                  <a:pt x="854951" y="114300"/>
                </a:lnTo>
                <a:lnTo>
                  <a:pt x="861047" y="111252"/>
                </a:lnTo>
                <a:lnTo>
                  <a:pt x="862571" y="109728"/>
                </a:lnTo>
                <a:lnTo>
                  <a:pt x="865619" y="105156"/>
                </a:lnTo>
                <a:lnTo>
                  <a:pt x="868667" y="96012"/>
                </a:lnTo>
                <a:lnTo>
                  <a:pt x="868387" y="88874"/>
                </a:lnTo>
                <a:lnTo>
                  <a:pt x="862952" y="81153"/>
                </a:lnTo>
                <a:lnTo>
                  <a:pt x="852385" y="72872"/>
                </a:lnTo>
                <a:lnTo>
                  <a:pt x="836663" y="64008"/>
                </a:lnTo>
                <a:lnTo>
                  <a:pt x="925055" y="64008"/>
                </a:lnTo>
                <a:close/>
              </a:path>
              <a:path w="2891154" h="413385">
                <a:moveTo>
                  <a:pt x="1106411" y="65532"/>
                </a:moveTo>
                <a:lnTo>
                  <a:pt x="1096873" y="54864"/>
                </a:lnTo>
                <a:lnTo>
                  <a:pt x="1080503" y="36576"/>
                </a:lnTo>
                <a:lnTo>
                  <a:pt x="1059167" y="54864"/>
                </a:lnTo>
                <a:lnTo>
                  <a:pt x="966203" y="54864"/>
                </a:lnTo>
                <a:lnTo>
                  <a:pt x="969657" y="50038"/>
                </a:lnTo>
                <a:lnTo>
                  <a:pt x="973251" y="44767"/>
                </a:lnTo>
                <a:lnTo>
                  <a:pt x="977138" y="39230"/>
                </a:lnTo>
                <a:lnTo>
                  <a:pt x="981443" y="33528"/>
                </a:lnTo>
                <a:lnTo>
                  <a:pt x="992111" y="22860"/>
                </a:lnTo>
                <a:lnTo>
                  <a:pt x="998207" y="21336"/>
                </a:lnTo>
                <a:lnTo>
                  <a:pt x="967727" y="1524"/>
                </a:lnTo>
                <a:lnTo>
                  <a:pt x="947915" y="48768"/>
                </a:lnTo>
                <a:lnTo>
                  <a:pt x="928674" y="82296"/>
                </a:lnTo>
                <a:lnTo>
                  <a:pt x="908291" y="111252"/>
                </a:lnTo>
                <a:lnTo>
                  <a:pt x="912863" y="114300"/>
                </a:lnTo>
                <a:lnTo>
                  <a:pt x="919467" y="108572"/>
                </a:lnTo>
                <a:lnTo>
                  <a:pt x="925626" y="102679"/>
                </a:lnTo>
                <a:lnTo>
                  <a:pt x="931519" y="96520"/>
                </a:lnTo>
                <a:lnTo>
                  <a:pt x="937247" y="89916"/>
                </a:lnTo>
                <a:lnTo>
                  <a:pt x="942962" y="83972"/>
                </a:lnTo>
                <a:lnTo>
                  <a:pt x="954392" y="71488"/>
                </a:lnTo>
                <a:lnTo>
                  <a:pt x="960107" y="65532"/>
                </a:lnTo>
                <a:lnTo>
                  <a:pt x="1002779" y="65532"/>
                </a:lnTo>
                <a:lnTo>
                  <a:pt x="1030211" y="97536"/>
                </a:lnTo>
                <a:lnTo>
                  <a:pt x="1033259" y="102108"/>
                </a:lnTo>
                <a:lnTo>
                  <a:pt x="1036307" y="108204"/>
                </a:lnTo>
                <a:lnTo>
                  <a:pt x="1039355" y="112776"/>
                </a:lnTo>
                <a:lnTo>
                  <a:pt x="1040879" y="115824"/>
                </a:lnTo>
                <a:lnTo>
                  <a:pt x="1045451" y="115824"/>
                </a:lnTo>
                <a:lnTo>
                  <a:pt x="1046975" y="114300"/>
                </a:lnTo>
                <a:lnTo>
                  <a:pt x="1051547" y="111252"/>
                </a:lnTo>
                <a:lnTo>
                  <a:pt x="1056119" y="106680"/>
                </a:lnTo>
                <a:lnTo>
                  <a:pt x="1057643" y="100584"/>
                </a:lnTo>
                <a:lnTo>
                  <a:pt x="1057643" y="92964"/>
                </a:lnTo>
                <a:lnTo>
                  <a:pt x="1054836" y="86106"/>
                </a:lnTo>
                <a:lnTo>
                  <a:pt x="1046594" y="79248"/>
                </a:lnTo>
                <a:lnTo>
                  <a:pt x="1033221" y="72390"/>
                </a:lnTo>
                <a:lnTo>
                  <a:pt x="1014971" y="65532"/>
                </a:lnTo>
                <a:lnTo>
                  <a:pt x="1106411" y="65532"/>
                </a:lnTo>
                <a:close/>
              </a:path>
              <a:path w="2891154" h="413385">
                <a:moveTo>
                  <a:pt x="1114031" y="323088"/>
                </a:moveTo>
                <a:lnTo>
                  <a:pt x="1103858" y="312420"/>
                </a:lnTo>
                <a:lnTo>
                  <a:pt x="1082027" y="289560"/>
                </a:lnTo>
                <a:lnTo>
                  <a:pt x="1057643" y="312420"/>
                </a:lnTo>
                <a:lnTo>
                  <a:pt x="979919" y="312420"/>
                </a:lnTo>
                <a:lnTo>
                  <a:pt x="979919" y="260604"/>
                </a:lnTo>
                <a:lnTo>
                  <a:pt x="1005827" y="260604"/>
                </a:lnTo>
                <a:lnTo>
                  <a:pt x="1005827" y="277368"/>
                </a:lnTo>
                <a:lnTo>
                  <a:pt x="1031735" y="266700"/>
                </a:lnTo>
                <a:lnTo>
                  <a:pt x="1031354" y="260604"/>
                </a:lnTo>
                <a:lnTo>
                  <a:pt x="1030859" y="252730"/>
                </a:lnTo>
                <a:lnTo>
                  <a:pt x="1030757" y="249936"/>
                </a:lnTo>
                <a:lnTo>
                  <a:pt x="1030401" y="240601"/>
                </a:lnTo>
                <a:lnTo>
                  <a:pt x="1030236" y="230492"/>
                </a:lnTo>
                <a:lnTo>
                  <a:pt x="1030211" y="213360"/>
                </a:lnTo>
                <a:lnTo>
                  <a:pt x="1030211" y="202692"/>
                </a:lnTo>
                <a:lnTo>
                  <a:pt x="1030211" y="169164"/>
                </a:lnTo>
                <a:lnTo>
                  <a:pt x="1030211" y="160020"/>
                </a:lnTo>
                <a:lnTo>
                  <a:pt x="1030211" y="131064"/>
                </a:lnTo>
                <a:lnTo>
                  <a:pt x="1033703" y="128016"/>
                </a:lnTo>
                <a:lnTo>
                  <a:pt x="1042403" y="120396"/>
                </a:lnTo>
                <a:lnTo>
                  <a:pt x="1037831" y="117348"/>
                </a:lnTo>
                <a:lnTo>
                  <a:pt x="1014971" y="102108"/>
                </a:lnTo>
                <a:lnTo>
                  <a:pt x="1005827" y="115176"/>
                </a:lnTo>
                <a:lnTo>
                  <a:pt x="1005827" y="128016"/>
                </a:lnTo>
                <a:lnTo>
                  <a:pt x="1005827" y="160020"/>
                </a:lnTo>
                <a:lnTo>
                  <a:pt x="1005827" y="169164"/>
                </a:lnTo>
                <a:lnTo>
                  <a:pt x="1005827" y="202692"/>
                </a:lnTo>
                <a:lnTo>
                  <a:pt x="1005827" y="213360"/>
                </a:lnTo>
                <a:lnTo>
                  <a:pt x="1005827" y="249936"/>
                </a:lnTo>
                <a:lnTo>
                  <a:pt x="955535" y="249936"/>
                </a:lnTo>
                <a:lnTo>
                  <a:pt x="955535" y="260604"/>
                </a:lnTo>
                <a:lnTo>
                  <a:pt x="955535" y="313944"/>
                </a:lnTo>
                <a:lnTo>
                  <a:pt x="870191" y="313944"/>
                </a:lnTo>
                <a:lnTo>
                  <a:pt x="871461" y="301967"/>
                </a:lnTo>
                <a:lnTo>
                  <a:pt x="873048" y="287845"/>
                </a:lnTo>
                <a:lnTo>
                  <a:pt x="874268" y="274307"/>
                </a:lnTo>
                <a:lnTo>
                  <a:pt x="874763" y="260604"/>
                </a:lnTo>
                <a:lnTo>
                  <a:pt x="955535" y="260604"/>
                </a:lnTo>
                <a:lnTo>
                  <a:pt x="955535" y="249936"/>
                </a:lnTo>
                <a:lnTo>
                  <a:pt x="818375" y="249936"/>
                </a:lnTo>
                <a:lnTo>
                  <a:pt x="818375" y="213360"/>
                </a:lnTo>
                <a:lnTo>
                  <a:pt x="1005827" y="213360"/>
                </a:lnTo>
                <a:lnTo>
                  <a:pt x="1005827" y="202692"/>
                </a:lnTo>
                <a:lnTo>
                  <a:pt x="818375" y="202692"/>
                </a:lnTo>
                <a:lnTo>
                  <a:pt x="818375" y="169164"/>
                </a:lnTo>
                <a:lnTo>
                  <a:pt x="1005827" y="169164"/>
                </a:lnTo>
                <a:lnTo>
                  <a:pt x="1005827" y="160020"/>
                </a:lnTo>
                <a:lnTo>
                  <a:pt x="818375" y="160020"/>
                </a:lnTo>
                <a:lnTo>
                  <a:pt x="818375" y="128016"/>
                </a:lnTo>
                <a:lnTo>
                  <a:pt x="1005827" y="128016"/>
                </a:lnTo>
                <a:lnTo>
                  <a:pt x="1005827" y="115176"/>
                </a:lnTo>
                <a:lnTo>
                  <a:pt x="1004303" y="117348"/>
                </a:lnTo>
                <a:lnTo>
                  <a:pt x="818375" y="117348"/>
                </a:lnTo>
                <a:lnTo>
                  <a:pt x="790943" y="103632"/>
                </a:lnTo>
                <a:lnTo>
                  <a:pt x="792073" y="112204"/>
                </a:lnTo>
                <a:lnTo>
                  <a:pt x="793038" y="126492"/>
                </a:lnTo>
                <a:lnTo>
                  <a:pt x="793737" y="146494"/>
                </a:lnTo>
                <a:lnTo>
                  <a:pt x="793991" y="172212"/>
                </a:lnTo>
                <a:lnTo>
                  <a:pt x="794639" y="200533"/>
                </a:lnTo>
                <a:lnTo>
                  <a:pt x="794537" y="230492"/>
                </a:lnTo>
                <a:lnTo>
                  <a:pt x="794181" y="260604"/>
                </a:lnTo>
                <a:lnTo>
                  <a:pt x="793991" y="283464"/>
                </a:lnTo>
                <a:lnTo>
                  <a:pt x="818375" y="274320"/>
                </a:lnTo>
                <a:lnTo>
                  <a:pt x="818375" y="260604"/>
                </a:lnTo>
                <a:lnTo>
                  <a:pt x="848855" y="260604"/>
                </a:lnTo>
                <a:lnTo>
                  <a:pt x="847788" y="274307"/>
                </a:lnTo>
                <a:lnTo>
                  <a:pt x="846670" y="287845"/>
                </a:lnTo>
                <a:lnTo>
                  <a:pt x="845502" y="301117"/>
                </a:lnTo>
                <a:lnTo>
                  <a:pt x="844283" y="313944"/>
                </a:lnTo>
                <a:lnTo>
                  <a:pt x="710171" y="313944"/>
                </a:lnTo>
                <a:lnTo>
                  <a:pt x="725411" y="329184"/>
                </a:lnTo>
                <a:lnTo>
                  <a:pt x="735063" y="327190"/>
                </a:lnTo>
                <a:lnTo>
                  <a:pt x="745413" y="325755"/>
                </a:lnTo>
                <a:lnTo>
                  <a:pt x="756069" y="324904"/>
                </a:lnTo>
                <a:lnTo>
                  <a:pt x="766559" y="324612"/>
                </a:lnTo>
                <a:lnTo>
                  <a:pt x="842759" y="324612"/>
                </a:lnTo>
                <a:lnTo>
                  <a:pt x="817905" y="360616"/>
                </a:lnTo>
                <a:lnTo>
                  <a:pt x="774941" y="388620"/>
                </a:lnTo>
                <a:lnTo>
                  <a:pt x="729983" y="406908"/>
                </a:lnTo>
                <a:lnTo>
                  <a:pt x="733031" y="411480"/>
                </a:lnTo>
                <a:lnTo>
                  <a:pt x="776084" y="401193"/>
                </a:lnTo>
                <a:lnTo>
                  <a:pt x="816851" y="384048"/>
                </a:lnTo>
                <a:lnTo>
                  <a:pt x="849045" y="358902"/>
                </a:lnTo>
                <a:lnTo>
                  <a:pt x="868667" y="324612"/>
                </a:lnTo>
                <a:lnTo>
                  <a:pt x="955535" y="324612"/>
                </a:lnTo>
                <a:lnTo>
                  <a:pt x="955306" y="342900"/>
                </a:lnTo>
                <a:lnTo>
                  <a:pt x="954900" y="358902"/>
                </a:lnTo>
                <a:lnTo>
                  <a:pt x="954303" y="384048"/>
                </a:lnTo>
                <a:lnTo>
                  <a:pt x="954189" y="393484"/>
                </a:lnTo>
                <a:lnTo>
                  <a:pt x="954011" y="411480"/>
                </a:lnTo>
                <a:lnTo>
                  <a:pt x="981443" y="399288"/>
                </a:lnTo>
                <a:lnTo>
                  <a:pt x="980567" y="387819"/>
                </a:lnTo>
                <a:lnTo>
                  <a:pt x="980147" y="372618"/>
                </a:lnTo>
                <a:lnTo>
                  <a:pt x="980033" y="360616"/>
                </a:lnTo>
                <a:lnTo>
                  <a:pt x="979932" y="324612"/>
                </a:lnTo>
                <a:lnTo>
                  <a:pt x="979919" y="323088"/>
                </a:lnTo>
                <a:lnTo>
                  <a:pt x="1114031" y="323088"/>
                </a:lnTo>
                <a:close/>
              </a:path>
              <a:path w="2891154" h="413385">
                <a:moveTo>
                  <a:pt x="1217676" y="167652"/>
                </a:moveTo>
                <a:lnTo>
                  <a:pt x="1213713" y="156768"/>
                </a:lnTo>
                <a:lnTo>
                  <a:pt x="1202055" y="144602"/>
                </a:lnTo>
                <a:lnTo>
                  <a:pt x="1182954" y="131000"/>
                </a:lnTo>
                <a:lnTo>
                  <a:pt x="1156716" y="115836"/>
                </a:lnTo>
                <a:lnTo>
                  <a:pt x="1153668" y="120408"/>
                </a:lnTo>
                <a:lnTo>
                  <a:pt x="1167117" y="136715"/>
                </a:lnTo>
                <a:lnTo>
                  <a:pt x="1177861" y="151460"/>
                </a:lnTo>
                <a:lnTo>
                  <a:pt x="1186027" y="164769"/>
                </a:lnTo>
                <a:lnTo>
                  <a:pt x="1191768" y="176796"/>
                </a:lnTo>
                <a:lnTo>
                  <a:pt x="1195235" y="187121"/>
                </a:lnTo>
                <a:lnTo>
                  <a:pt x="1199007" y="193179"/>
                </a:lnTo>
                <a:lnTo>
                  <a:pt x="1203337" y="195224"/>
                </a:lnTo>
                <a:lnTo>
                  <a:pt x="1208532" y="193560"/>
                </a:lnTo>
                <a:lnTo>
                  <a:pt x="1212532" y="189293"/>
                </a:lnTo>
                <a:lnTo>
                  <a:pt x="1215390" y="183464"/>
                </a:lnTo>
                <a:lnTo>
                  <a:pt x="1217104" y="176199"/>
                </a:lnTo>
                <a:lnTo>
                  <a:pt x="1217676" y="167652"/>
                </a:lnTo>
                <a:close/>
              </a:path>
              <a:path w="2891154" h="413385">
                <a:moveTo>
                  <a:pt x="1254252" y="65544"/>
                </a:moveTo>
                <a:lnTo>
                  <a:pt x="1217739" y="26111"/>
                </a:lnTo>
                <a:lnTo>
                  <a:pt x="1196340" y="15252"/>
                </a:lnTo>
                <a:lnTo>
                  <a:pt x="1193292" y="19824"/>
                </a:lnTo>
                <a:lnTo>
                  <a:pt x="1204976" y="35255"/>
                </a:lnTo>
                <a:lnTo>
                  <a:pt x="1214818" y="49542"/>
                </a:lnTo>
                <a:lnTo>
                  <a:pt x="1222641" y="62687"/>
                </a:lnTo>
                <a:lnTo>
                  <a:pt x="1228344" y="74688"/>
                </a:lnTo>
                <a:lnTo>
                  <a:pt x="1231392" y="85356"/>
                </a:lnTo>
                <a:lnTo>
                  <a:pt x="1234440" y="91452"/>
                </a:lnTo>
                <a:lnTo>
                  <a:pt x="1240536" y="91452"/>
                </a:lnTo>
                <a:lnTo>
                  <a:pt x="1248156" y="83832"/>
                </a:lnTo>
                <a:lnTo>
                  <a:pt x="1254252" y="74688"/>
                </a:lnTo>
                <a:lnTo>
                  <a:pt x="1254252" y="65544"/>
                </a:lnTo>
                <a:close/>
              </a:path>
              <a:path w="2891154" h="413385">
                <a:moveTo>
                  <a:pt x="1298448" y="77736"/>
                </a:moveTo>
                <a:lnTo>
                  <a:pt x="1292352" y="76212"/>
                </a:lnTo>
                <a:lnTo>
                  <a:pt x="1260652" y="151307"/>
                </a:lnTo>
                <a:lnTo>
                  <a:pt x="1236535" y="207276"/>
                </a:lnTo>
                <a:lnTo>
                  <a:pt x="1220127" y="243801"/>
                </a:lnTo>
                <a:lnTo>
                  <a:pt x="1199388" y="275856"/>
                </a:lnTo>
                <a:lnTo>
                  <a:pt x="1193292" y="277380"/>
                </a:lnTo>
                <a:lnTo>
                  <a:pt x="1188186" y="277114"/>
                </a:lnTo>
                <a:lnTo>
                  <a:pt x="1155192" y="274332"/>
                </a:lnTo>
                <a:lnTo>
                  <a:pt x="1155192" y="280428"/>
                </a:lnTo>
                <a:lnTo>
                  <a:pt x="1193292" y="300240"/>
                </a:lnTo>
                <a:lnTo>
                  <a:pt x="1196340" y="306336"/>
                </a:lnTo>
                <a:lnTo>
                  <a:pt x="1196263" y="315480"/>
                </a:lnTo>
                <a:lnTo>
                  <a:pt x="1188885" y="349961"/>
                </a:lnTo>
                <a:lnTo>
                  <a:pt x="1187005" y="357390"/>
                </a:lnTo>
                <a:lnTo>
                  <a:pt x="1186002" y="363486"/>
                </a:lnTo>
                <a:lnTo>
                  <a:pt x="1185900" y="365010"/>
                </a:lnTo>
                <a:lnTo>
                  <a:pt x="1185672" y="368820"/>
                </a:lnTo>
                <a:lnTo>
                  <a:pt x="1185672" y="376440"/>
                </a:lnTo>
                <a:lnTo>
                  <a:pt x="1190244" y="381012"/>
                </a:lnTo>
                <a:lnTo>
                  <a:pt x="1196340" y="384060"/>
                </a:lnTo>
                <a:lnTo>
                  <a:pt x="1203960" y="385584"/>
                </a:lnTo>
                <a:lnTo>
                  <a:pt x="1210056" y="387108"/>
                </a:lnTo>
                <a:lnTo>
                  <a:pt x="1219200" y="387108"/>
                </a:lnTo>
                <a:lnTo>
                  <a:pt x="1222248" y="385584"/>
                </a:lnTo>
                <a:lnTo>
                  <a:pt x="1222248" y="381012"/>
                </a:lnTo>
                <a:lnTo>
                  <a:pt x="1221371" y="373392"/>
                </a:lnTo>
                <a:lnTo>
                  <a:pt x="1220914" y="363677"/>
                </a:lnTo>
                <a:lnTo>
                  <a:pt x="1220851" y="359295"/>
                </a:lnTo>
                <a:lnTo>
                  <a:pt x="1220724" y="341388"/>
                </a:lnTo>
                <a:lnTo>
                  <a:pt x="1220597" y="333667"/>
                </a:lnTo>
                <a:lnTo>
                  <a:pt x="1220177" y="322338"/>
                </a:lnTo>
                <a:lnTo>
                  <a:pt x="1220216" y="319951"/>
                </a:lnTo>
                <a:lnTo>
                  <a:pt x="1220724" y="307860"/>
                </a:lnTo>
                <a:lnTo>
                  <a:pt x="1232433" y="262902"/>
                </a:lnTo>
                <a:lnTo>
                  <a:pt x="1247013" y="221754"/>
                </a:lnTo>
                <a:lnTo>
                  <a:pt x="1272070" y="151460"/>
                </a:lnTo>
                <a:lnTo>
                  <a:pt x="1298448" y="77736"/>
                </a:lnTo>
                <a:close/>
              </a:path>
              <a:path w="2891154" h="413385">
                <a:moveTo>
                  <a:pt x="1563624" y="213372"/>
                </a:moveTo>
                <a:lnTo>
                  <a:pt x="1534668" y="181368"/>
                </a:lnTo>
                <a:lnTo>
                  <a:pt x="1513332" y="202704"/>
                </a:lnTo>
                <a:lnTo>
                  <a:pt x="1420368" y="202704"/>
                </a:lnTo>
                <a:lnTo>
                  <a:pt x="1420368" y="108216"/>
                </a:lnTo>
                <a:lnTo>
                  <a:pt x="1536192" y="108216"/>
                </a:lnTo>
                <a:lnTo>
                  <a:pt x="1507236" y="79260"/>
                </a:lnTo>
                <a:lnTo>
                  <a:pt x="1488948" y="99072"/>
                </a:lnTo>
                <a:lnTo>
                  <a:pt x="1420368" y="99072"/>
                </a:lnTo>
                <a:lnTo>
                  <a:pt x="1420368" y="38112"/>
                </a:lnTo>
                <a:lnTo>
                  <a:pt x="1438656" y="19824"/>
                </a:lnTo>
                <a:lnTo>
                  <a:pt x="1395984" y="12"/>
                </a:lnTo>
                <a:lnTo>
                  <a:pt x="1398117" y="38112"/>
                </a:lnTo>
                <a:lnTo>
                  <a:pt x="1399032" y="99072"/>
                </a:lnTo>
                <a:lnTo>
                  <a:pt x="1303020" y="99072"/>
                </a:lnTo>
                <a:lnTo>
                  <a:pt x="1318260" y="114312"/>
                </a:lnTo>
                <a:lnTo>
                  <a:pt x="1327899" y="112064"/>
                </a:lnTo>
                <a:lnTo>
                  <a:pt x="1338262" y="110121"/>
                </a:lnTo>
                <a:lnTo>
                  <a:pt x="1348905" y="108737"/>
                </a:lnTo>
                <a:lnTo>
                  <a:pt x="1359408" y="108216"/>
                </a:lnTo>
                <a:lnTo>
                  <a:pt x="1399032" y="108216"/>
                </a:lnTo>
                <a:lnTo>
                  <a:pt x="1399032" y="202704"/>
                </a:lnTo>
                <a:lnTo>
                  <a:pt x="1269492" y="202704"/>
                </a:lnTo>
                <a:lnTo>
                  <a:pt x="1284732" y="217944"/>
                </a:lnTo>
                <a:lnTo>
                  <a:pt x="1295031" y="215938"/>
                </a:lnTo>
                <a:lnTo>
                  <a:pt x="1305496" y="214515"/>
                </a:lnTo>
                <a:lnTo>
                  <a:pt x="1316228" y="213652"/>
                </a:lnTo>
                <a:lnTo>
                  <a:pt x="1327404" y="213372"/>
                </a:lnTo>
                <a:lnTo>
                  <a:pt x="1391412" y="213372"/>
                </a:lnTo>
                <a:lnTo>
                  <a:pt x="1371790" y="256235"/>
                </a:lnTo>
                <a:lnTo>
                  <a:pt x="1339596" y="304812"/>
                </a:lnTo>
                <a:lnTo>
                  <a:pt x="1306449" y="344627"/>
                </a:lnTo>
                <a:lnTo>
                  <a:pt x="1280160" y="358152"/>
                </a:lnTo>
                <a:lnTo>
                  <a:pt x="1296924" y="397776"/>
                </a:lnTo>
                <a:lnTo>
                  <a:pt x="1332280" y="382765"/>
                </a:lnTo>
                <a:lnTo>
                  <a:pt x="1382852" y="370725"/>
                </a:lnTo>
                <a:lnTo>
                  <a:pt x="1456626" y="359295"/>
                </a:lnTo>
                <a:lnTo>
                  <a:pt x="1465834" y="358152"/>
                </a:lnTo>
                <a:lnTo>
                  <a:pt x="1502664" y="353580"/>
                </a:lnTo>
                <a:lnTo>
                  <a:pt x="1506969" y="361810"/>
                </a:lnTo>
                <a:lnTo>
                  <a:pt x="1510855" y="370344"/>
                </a:lnTo>
                <a:lnTo>
                  <a:pt x="1517904" y="387108"/>
                </a:lnTo>
                <a:lnTo>
                  <a:pt x="1520952" y="394728"/>
                </a:lnTo>
                <a:lnTo>
                  <a:pt x="1524000" y="397776"/>
                </a:lnTo>
                <a:lnTo>
                  <a:pt x="1528572" y="397776"/>
                </a:lnTo>
                <a:lnTo>
                  <a:pt x="1531620" y="394728"/>
                </a:lnTo>
                <a:lnTo>
                  <a:pt x="1536192" y="387108"/>
                </a:lnTo>
                <a:lnTo>
                  <a:pt x="1540764" y="381012"/>
                </a:lnTo>
                <a:lnTo>
                  <a:pt x="1542288" y="373392"/>
                </a:lnTo>
                <a:lnTo>
                  <a:pt x="1542288" y="359676"/>
                </a:lnTo>
                <a:lnTo>
                  <a:pt x="1539849" y="353580"/>
                </a:lnTo>
                <a:lnTo>
                  <a:pt x="1539240" y="352056"/>
                </a:lnTo>
                <a:lnTo>
                  <a:pt x="1509966" y="322338"/>
                </a:lnTo>
                <a:lnTo>
                  <a:pt x="1467269" y="289763"/>
                </a:lnTo>
                <a:lnTo>
                  <a:pt x="1452372" y="278904"/>
                </a:lnTo>
                <a:lnTo>
                  <a:pt x="1449324" y="285000"/>
                </a:lnTo>
                <a:lnTo>
                  <a:pt x="1461871" y="299872"/>
                </a:lnTo>
                <a:lnTo>
                  <a:pt x="1474279" y="314909"/>
                </a:lnTo>
                <a:lnTo>
                  <a:pt x="1486395" y="330212"/>
                </a:lnTo>
                <a:lnTo>
                  <a:pt x="1498092" y="345960"/>
                </a:lnTo>
                <a:lnTo>
                  <a:pt x="1315212" y="358152"/>
                </a:lnTo>
                <a:lnTo>
                  <a:pt x="1343444" y="327545"/>
                </a:lnTo>
                <a:lnTo>
                  <a:pt x="1366266" y="301955"/>
                </a:lnTo>
                <a:lnTo>
                  <a:pt x="1383360" y="281203"/>
                </a:lnTo>
                <a:lnTo>
                  <a:pt x="1394460" y="265188"/>
                </a:lnTo>
                <a:lnTo>
                  <a:pt x="1403337" y="253758"/>
                </a:lnTo>
                <a:lnTo>
                  <a:pt x="1411795" y="244614"/>
                </a:lnTo>
                <a:lnTo>
                  <a:pt x="1419961" y="237756"/>
                </a:lnTo>
                <a:lnTo>
                  <a:pt x="1427988" y="233184"/>
                </a:lnTo>
                <a:lnTo>
                  <a:pt x="1400556" y="213372"/>
                </a:lnTo>
                <a:lnTo>
                  <a:pt x="1563624" y="213372"/>
                </a:lnTo>
                <a:close/>
              </a:path>
              <a:path w="2891154" h="413385">
                <a:moveTo>
                  <a:pt x="1898891" y="179832"/>
                </a:moveTo>
                <a:lnTo>
                  <a:pt x="1866887" y="149352"/>
                </a:lnTo>
                <a:lnTo>
                  <a:pt x="1847075" y="169164"/>
                </a:lnTo>
                <a:lnTo>
                  <a:pt x="1688579" y="169164"/>
                </a:lnTo>
                <a:lnTo>
                  <a:pt x="1703819" y="185928"/>
                </a:lnTo>
                <a:lnTo>
                  <a:pt x="1713877" y="183057"/>
                </a:lnTo>
                <a:lnTo>
                  <a:pt x="1723631" y="181165"/>
                </a:lnTo>
                <a:lnTo>
                  <a:pt x="1733397" y="180149"/>
                </a:lnTo>
                <a:lnTo>
                  <a:pt x="1743443" y="179832"/>
                </a:lnTo>
                <a:lnTo>
                  <a:pt x="1898891" y="179832"/>
                </a:lnTo>
                <a:close/>
              </a:path>
              <a:path w="2891154" h="413385">
                <a:moveTo>
                  <a:pt x="1982711" y="254508"/>
                </a:moveTo>
                <a:lnTo>
                  <a:pt x="1947659" y="220980"/>
                </a:lnTo>
                <a:lnTo>
                  <a:pt x="1923275" y="243840"/>
                </a:lnTo>
                <a:lnTo>
                  <a:pt x="1623047" y="243840"/>
                </a:lnTo>
                <a:lnTo>
                  <a:pt x="1638287" y="260604"/>
                </a:lnTo>
                <a:lnTo>
                  <a:pt x="1647723" y="257733"/>
                </a:lnTo>
                <a:lnTo>
                  <a:pt x="1657718" y="255841"/>
                </a:lnTo>
                <a:lnTo>
                  <a:pt x="1668297" y="254825"/>
                </a:lnTo>
                <a:lnTo>
                  <a:pt x="1679435" y="254508"/>
                </a:lnTo>
                <a:lnTo>
                  <a:pt x="1760207" y="254508"/>
                </a:lnTo>
                <a:lnTo>
                  <a:pt x="1733207" y="300164"/>
                </a:lnTo>
                <a:lnTo>
                  <a:pt x="1700949" y="342099"/>
                </a:lnTo>
                <a:lnTo>
                  <a:pt x="1670608" y="368287"/>
                </a:lnTo>
                <a:lnTo>
                  <a:pt x="1656575" y="373380"/>
                </a:lnTo>
                <a:lnTo>
                  <a:pt x="1674863" y="408432"/>
                </a:lnTo>
                <a:lnTo>
                  <a:pt x="1726730" y="395363"/>
                </a:lnTo>
                <a:lnTo>
                  <a:pt x="1900415" y="374904"/>
                </a:lnTo>
                <a:lnTo>
                  <a:pt x="1906092" y="383768"/>
                </a:lnTo>
                <a:lnTo>
                  <a:pt x="1911464" y="392049"/>
                </a:lnTo>
                <a:lnTo>
                  <a:pt x="1916277" y="399770"/>
                </a:lnTo>
                <a:lnTo>
                  <a:pt x="1920227" y="406908"/>
                </a:lnTo>
                <a:lnTo>
                  <a:pt x="1921751" y="411480"/>
                </a:lnTo>
                <a:lnTo>
                  <a:pt x="1924799" y="413004"/>
                </a:lnTo>
                <a:lnTo>
                  <a:pt x="1929371" y="413004"/>
                </a:lnTo>
                <a:lnTo>
                  <a:pt x="1932419" y="409956"/>
                </a:lnTo>
                <a:lnTo>
                  <a:pt x="1935467" y="402336"/>
                </a:lnTo>
                <a:lnTo>
                  <a:pt x="1940039" y="396240"/>
                </a:lnTo>
                <a:lnTo>
                  <a:pt x="1941563" y="390144"/>
                </a:lnTo>
                <a:lnTo>
                  <a:pt x="1941563" y="385572"/>
                </a:lnTo>
                <a:lnTo>
                  <a:pt x="1940140" y="377317"/>
                </a:lnTo>
                <a:lnTo>
                  <a:pt x="1938959" y="374904"/>
                </a:lnTo>
                <a:lnTo>
                  <a:pt x="1938197" y="373380"/>
                </a:lnTo>
                <a:lnTo>
                  <a:pt x="1935873" y="368668"/>
                </a:lnTo>
                <a:lnTo>
                  <a:pt x="1904987" y="340258"/>
                </a:lnTo>
                <a:lnTo>
                  <a:pt x="1863839" y="313448"/>
                </a:lnTo>
                <a:lnTo>
                  <a:pt x="1836407" y="297180"/>
                </a:lnTo>
                <a:lnTo>
                  <a:pt x="1830311" y="301752"/>
                </a:lnTo>
                <a:lnTo>
                  <a:pt x="1849742" y="318617"/>
                </a:lnTo>
                <a:lnTo>
                  <a:pt x="1866887" y="334899"/>
                </a:lnTo>
                <a:lnTo>
                  <a:pt x="1881657" y="350520"/>
                </a:lnTo>
                <a:lnTo>
                  <a:pt x="1894319" y="365760"/>
                </a:lnTo>
                <a:lnTo>
                  <a:pt x="1687055" y="373380"/>
                </a:lnTo>
                <a:lnTo>
                  <a:pt x="1707896" y="357949"/>
                </a:lnTo>
                <a:lnTo>
                  <a:pt x="1731441" y="336804"/>
                </a:lnTo>
                <a:lnTo>
                  <a:pt x="1757565" y="309943"/>
                </a:lnTo>
                <a:lnTo>
                  <a:pt x="1786115" y="277368"/>
                </a:lnTo>
                <a:lnTo>
                  <a:pt x="1801355" y="272796"/>
                </a:lnTo>
                <a:lnTo>
                  <a:pt x="1776971" y="254508"/>
                </a:lnTo>
                <a:lnTo>
                  <a:pt x="1982711" y="254508"/>
                </a:lnTo>
                <a:close/>
              </a:path>
              <a:path w="2891154" h="413385">
                <a:moveTo>
                  <a:pt x="2005571" y="164592"/>
                </a:moveTo>
                <a:lnTo>
                  <a:pt x="1939277" y="147066"/>
                </a:lnTo>
                <a:lnTo>
                  <a:pt x="1882127" y="115824"/>
                </a:lnTo>
                <a:lnTo>
                  <a:pt x="1836216" y="76771"/>
                </a:lnTo>
                <a:lnTo>
                  <a:pt x="1808581" y="44196"/>
                </a:lnTo>
                <a:lnTo>
                  <a:pt x="1802879" y="36576"/>
                </a:lnTo>
                <a:lnTo>
                  <a:pt x="1821167" y="25908"/>
                </a:lnTo>
                <a:lnTo>
                  <a:pt x="1784591" y="0"/>
                </a:lnTo>
                <a:lnTo>
                  <a:pt x="1769427" y="32600"/>
                </a:lnTo>
                <a:lnTo>
                  <a:pt x="1751253" y="64198"/>
                </a:lnTo>
                <a:lnTo>
                  <a:pt x="1705343" y="124968"/>
                </a:lnTo>
                <a:lnTo>
                  <a:pt x="1678749" y="153860"/>
                </a:lnTo>
                <a:lnTo>
                  <a:pt x="1623263" y="200202"/>
                </a:lnTo>
                <a:lnTo>
                  <a:pt x="1594091" y="217932"/>
                </a:lnTo>
                <a:lnTo>
                  <a:pt x="1600187" y="224028"/>
                </a:lnTo>
                <a:lnTo>
                  <a:pt x="1659242" y="188595"/>
                </a:lnTo>
                <a:lnTo>
                  <a:pt x="1711439" y="146304"/>
                </a:lnTo>
                <a:lnTo>
                  <a:pt x="1757540" y="98107"/>
                </a:lnTo>
                <a:lnTo>
                  <a:pt x="1796783" y="44196"/>
                </a:lnTo>
                <a:lnTo>
                  <a:pt x="1815884" y="73393"/>
                </a:lnTo>
                <a:lnTo>
                  <a:pt x="1858086" y="122643"/>
                </a:lnTo>
                <a:lnTo>
                  <a:pt x="1903158" y="160121"/>
                </a:lnTo>
                <a:lnTo>
                  <a:pt x="1945970" y="185267"/>
                </a:lnTo>
                <a:lnTo>
                  <a:pt x="1965947" y="193548"/>
                </a:lnTo>
                <a:lnTo>
                  <a:pt x="1971713" y="185293"/>
                </a:lnTo>
                <a:lnTo>
                  <a:pt x="1980044" y="178879"/>
                </a:lnTo>
                <a:lnTo>
                  <a:pt x="1991245" y="174485"/>
                </a:lnTo>
                <a:lnTo>
                  <a:pt x="2005571" y="172212"/>
                </a:lnTo>
                <a:lnTo>
                  <a:pt x="2005571" y="164592"/>
                </a:lnTo>
                <a:close/>
              </a:path>
              <a:path w="2891154" h="413385">
                <a:moveTo>
                  <a:pt x="2433828" y="89916"/>
                </a:moveTo>
                <a:lnTo>
                  <a:pt x="2397252" y="53340"/>
                </a:lnTo>
                <a:lnTo>
                  <a:pt x="2371344" y="79248"/>
                </a:lnTo>
                <a:lnTo>
                  <a:pt x="2218944" y="79248"/>
                </a:lnTo>
                <a:lnTo>
                  <a:pt x="2226106" y="64376"/>
                </a:lnTo>
                <a:lnTo>
                  <a:pt x="2231707" y="51625"/>
                </a:lnTo>
                <a:lnTo>
                  <a:pt x="2235873" y="40894"/>
                </a:lnTo>
                <a:lnTo>
                  <a:pt x="2238756" y="32004"/>
                </a:lnTo>
                <a:lnTo>
                  <a:pt x="2257044" y="21336"/>
                </a:lnTo>
                <a:lnTo>
                  <a:pt x="2217420" y="1524"/>
                </a:lnTo>
                <a:lnTo>
                  <a:pt x="2213394" y="17741"/>
                </a:lnTo>
                <a:lnTo>
                  <a:pt x="2208085" y="36385"/>
                </a:lnTo>
                <a:lnTo>
                  <a:pt x="2201341" y="57035"/>
                </a:lnTo>
                <a:lnTo>
                  <a:pt x="2193036" y="79248"/>
                </a:lnTo>
                <a:lnTo>
                  <a:pt x="2054352" y="79248"/>
                </a:lnTo>
                <a:lnTo>
                  <a:pt x="2071116" y="94488"/>
                </a:lnTo>
                <a:lnTo>
                  <a:pt x="2080539" y="92494"/>
                </a:lnTo>
                <a:lnTo>
                  <a:pt x="2090547" y="91059"/>
                </a:lnTo>
                <a:lnTo>
                  <a:pt x="2101113" y="90208"/>
                </a:lnTo>
                <a:lnTo>
                  <a:pt x="2112264" y="89916"/>
                </a:lnTo>
                <a:lnTo>
                  <a:pt x="2188464" y="89916"/>
                </a:lnTo>
                <a:lnTo>
                  <a:pt x="2174722" y="115976"/>
                </a:lnTo>
                <a:lnTo>
                  <a:pt x="2160841" y="139446"/>
                </a:lnTo>
                <a:lnTo>
                  <a:pt x="2146668" y="160642"/>
                </a:lnTo>
                <a:lnTo>
                  <a:pt x="2132076" y="179832"/>
                </a:lnTo>
                <a:lnTo>
                  <a:pt x="2113788" y="173736"/>
                </a:lnTo>
                <a:lnTo>
                  <a:pt x="2114664" y="183146"/>
                </a:lnTo>
                <a:lnTo>
                  <a:pt x="2115121" y="190690"/>
                </a:lnTo>
                <a:lnTo>
                  <a:pt x="2115286" y="196240"/>
                </a:lnTo>
                <a:lnTo>
                  <a:pt x="2115312" y="199644"/>
                </a:lnTo>
                <a:lnTo>
                  <a:pt x="2101938" y="216217"/>
                </a:lnTo>
                <a:lnTo>
                  <a:pt x="2084641" y="234315"/>
                </a:lnTo>
                <a:lnTo>
                  <a:pt x="2063661" y="254088"/>
                </a:lnTo>
                <a:lnTo>
                  <a:pt x="2039112" y="275844"/>
                </a:lnTo>
                <a:lnTo>
                  <a:pt x="2042160" y="280416"/>
                </a:lnTo>
                <a:lnTo>
                  <a:pt x="2060486" y="269252"/>
                </a:lnTo>
                <a:lnTo>
                  <a:pt x="2079117" y="256222"/>
                </a:lnTo>
                <a:lnTo>
                  <a:pt x="2098306" y="241198"/>
                </a:lnTo>
                <a:lnTo>
                  <a:pt x="2118360" y="224028"/>
                </a:lnTo>
                <a:lnTo>
                  <a:pt x="2118360" y="356616"/>
                </a:lnTo>
                <a:lnTo>
                  <a:pt x="2118093" y="367690"/>
                </a:lnTo>
                <a:lnTo>
                  <a:pt x="2117407" y="380047"/>
                </a:lnTo>
                <a:lnTo>
                  <a:pt x="2116429" y="393192"/>
                </a:lnTo>
                <a:lnTo>
                  <a:pt x="2115312" y="406908"/>
                </a:lnTo>
                <a:lnTo>
                  <a:pt x="2142744" y="393192"/>
                </a:lnTo>
                <a:lnTo>
                  <a:pt x="2142744" y="224028"/>
                </a:lnTo>
                <a:lnTo>
                  <a:pt x="2142744" y="199644"/>
                </a:lnTo>
                <a:lnTo>
                  <a:pt x="2158835" y="179832"/>
                </a:lnTo>
                <a:lnTo>
                  <a:pt x="2160143" y="178219"/>
                </a:lnTo>
                <a:lnTo>
                  <a:pt x="2177986" y="152781"/>
                </a:lnTo>
                <a:lnTo>
                  <a:pt x="2196096" y="123355"/>
                </a:lnTo>
                <a:lnTo>
                  <a:pt x="2214372" y="89916"/>
                </a:lnTo>
                <a:lnTo>
                  <a:pt x="2433828" y="89916"/>
                </a:lnTo>
                <a:close/>
              </a:path>
              <a:path w="2891154" h="413385">
                <a:moveTo>
                  <a:pt x="2444496" y="364236"/>
                </a:moveTo>
                <a:lnTo>
                  <a:pt x="2409444" y="329184"/>
                </a:lnTo>
                <a:lnTo>
                  <a:pt x="2385060" y="353568"/>
                </a:lnTo>
                <a:lnTo>
                  <a:pt x="2298192" y="353568"/>
                </a:lnTo>
                <a:lnTo>
                  <a:pt x="2298192" y="214884"/>
                </a:lnTo>
                <a:lnTo>
                  <a:pt x="2420112" y="214884"/>
                </a:lnTo>
                <a:lnTo>
                  <a:pt x="2386584" y="181356"/>
                </a:lnTo>
                <a:lnTo>
                  <a:pt x="2365248" y="204216"/>
                </a:lnTo>
                <a:lnTo>
                  <a:pt x="2298192" y="204216"/>
                </a:lnTo>
                <a:lnTo>
                  <a:pt x="2298192" y="132588"/>
                </a:lnTo>
                <a:lnTo>
                  <a:pt x="2311908" y="120396"/>
                </a:lnTo>
                <a:lnTo>
                  <a:pt x="2272284" y="103632"/>
                </a:lnTo>
                <a:lnTo>
                  <a:pt x="2273160" y="118262"/>
                </a:lnTo>
                <a:lnTo>
                  <a:pt x="2273617" y="130302"/>
                </a:lnTo>
                <a:lnTo>
                  <a:pt x="2273770" y="139446"/>
                </a:lnTo>
                <a:lnTo>
                  <a:pt x="2273808" y="204216"/>
                </a:lnTo>
                <a:lnTo>
                  <a:pt x="2173224" y="204216"/>
                </a:lnTo>
                <a:lnTo>
                  <a:pt x="2188464" y="220980"/>
                </a:lnTo>
                <a:lnTo>
                  <a:pt x="2198763" y="218109"/>
                </a:lnTo>
                <a:lnTo>
                  <a:pt x="2209228" y="216217"/>
                </a:lnTo>
                <a:lnTo>
                  <a:pt x="2219960" y="215201"/>
                </a:lnTo>
                <a:lnTo>
                  <a:pt x="2231136" y="214884"/>
                </a:lnTo>
                <a:lnTo>
                  <a:pt x="2273808" y="214884"/>
                </a:lnTo>
                <a:lnTo>
                  <a:pt x="2273808" y="353568"/>
                </a:lnTo>
                <a:lnTo>
                  <a:pt x="2150364" y="353568"/>
                </a:lnTo>
                <a:lnTo>
                  <a:pt x="2165604" y="370332"/>
                </a:lnTo>
                <a:lnTo>
                  <a:pt x="2175903" y="367461"/>
                </a:lnTo>
                <a:lnTo>
                  <a:pt x="2186368" y="365569"/>
                </a:lnTo>
                <a:lnTo>
                  <a:pt x="2197100" y="364553"/>
                </a:lnTo>
                <a:lnTo>
                  <a:pt x="2208276" y="364236"/>
                </a:lnTo>
                <a:lnTo>
                  <a:pt x="2444496" y="364236"/>
                </a:lnTo>
                <a:close/>
              </a:path>
              <a:path w="2891154" h="413385">
                <a:moveTo>
                  <a:pt x="2891028" y="82296"/>
                </a:moveTo>
                <a:lnTo>
                  <a:pt x="2851404" y="42672"/>
                </a:lnTo>
                <a:lnTo>
                  <a:pt x="2822448" y="73152"/>
                </a:lnTo>
                <a:lnTo>
                  <a:pt x="2674620" y="73152"/>
                </a:lnTo>
                <a:lnTo>
                  <a:pt x="2678569" y="64579"/>
                </a:lnTo>
                <a:lnTo>
                  <a:pt x="2688755" y="44005"/>
                </a:lnTo>
                <a:lnTo>
                  <a:pt x="2694432" y="32004"/>
                </a:lnTo>
                <a:lnTo>
                  <a:pt x="2712720" y="25908"/>
                </a:lnTo>
                <a:lnTo>
                  <a:pt x="2668524" y="1524"/>
                </a:lnTo>
                <a:lnTo>
                  <a:pt x="2665133" y="16370"/>
                </a:lnTo>
                <a:lnTo>
                  <a:pt x="2659761" y="33337"/>
                </a:lnTo>
                <a:lnTo>
                  <a:pt x="2652661" y="52324"/>
                </a:lnTo>
                <a:lnTo>
                  <a:pt x="2644140" y="73152"/>
                </a:lnTo>
                <a:lnTo>
                  <a:pt x="2487168" y="73152"/>
                </a:lnTo>
                <a:lnTo>
                  <a:pt x="2503932" y="88392"/>
                </a:lnTo>
                <a:lnTo>
                  <a:pt x="2513355" y="85521"/>
                </a:lnTo>
                <a:lnTo>
                  <a:pt x="2523363" y="83629"/>
                </a:lnTo>
                <a:lnTo>
                  <a:pt x="2533929" y="82613"/>
                </a:lnTo>
                <a:lnTo>
                  <a:pt x="2545080" y="82296"/>
                </a:lnTo>
                <a:lnTo>
                  <a:pt x="2641092" y="82296"/>
                </a:lnTo>
                <a:lnTo>
                  <a:pt x="2606802" y="139827"/>
                </a:lnTo>
                <a:lnTo>
                  <a:pt x="2572512" y="185928"/>
                </a:lnTo>
                <a:lnTo>
                  <a:pt x="2533269" y="226123"/>
                </a:lnTo>
                <a:lnTo>
                  <a:pt x="2487168" y="265176"/>
                </a:lnTo>
                <a:lnTo>
                  <a:pt x="2493264" y="271272"/>
                </a:lnTo>
                <a:lnTo>
                  <a:pt x="2521267" y="252133"/>
                </a:lnTo>
                <a:lnTo>
                  <a:pt x="2548128" y="231267"/>
                </a:lnTo>
                <a:lnTo>
                  <a:pt x="2573845" y="208699"/>
                </a:lnTo>
                <a:lnTo>
                  <a:pt x="2598420" y="184404"/>
                </a:lnTo>
                <a:lnTo>
                  <a:pt x="2598331" y="295656"/>
                </a:lnTo>
                <a:lnTo>
                  <a:pt x="2598229" y="338899"/>
                </a:lnTo>
                <a:lnTo>
                  <a:pt x="2597772" y="384797"/>
                </a:lnTo>
                <a:lnTo>
                  <a:pt x="2596896" y="409956"/>
                </a:lnTo>
                <a:lnTo>
                  <a:pt x="2622804" y="394716"/>
                </a:lnTo>
                <a:lnTo>
                  <a:pt x="2622804" y="295656"/>
                </a:lnTo>
                <a:lnTo>
                  <a:pt x="2782824" y="295656"/>
                </a:lnTo>
                <a:lnTo>
                  <a:pt x="2782824" y="365760"/>
                </a:lnTo>
                <a:lnTo>
                  <a:pt x="2778252" y="371856"/>
                </a:lnTo>
                <a:lnTo>
                  <a:pt x="2735859" y="368642"/>
                </a:lnTo>
                <a:lnTo>
                  <a:pt x="2721864" y="365760"/>
                </a:lnTo>
                <a:lnTo>
                  <a:pt x="2721864" y="374904"/>
                </a:lnTo>
                <a:lnTo>
                  <a:pt x="2743593" y="382320"/>
                </a:lnTo>
                <a:lnTo>
                  <a:pt x="2758630" y="390715"/>
                </a:lnTo>
                <a:lnTo>
                  <a:pt x="2767076" y="399986"/>
                </a:lnTo>
                <a:lnTo>
                  <a:pt x="2769108" y="409956"/>
                </a:lnTo>
                <a:lnTo>
                  <a:pt x="2785986" y="402247"/>
                </a:lnTo>
                <a:lnTo>
                  <a:pt x="2797873" y="392811"/>
                </a:lnTo>
                <a:lnTo>
                  <a:pt x="2804896" y="381673"/>
                </a:lnTo>
                <a:lnTo>
                  <a:pt x="2806649" y="371856"/>
                </a:lnTo>
                <a:lnTo>
                  <a:pt x="2807208" y="368808"/>
                </a:lnTo>
                <a:lnTo>
                  <a:pt x="2807208" y="163068"/>
                </a:lnTo>
                <a:lnTo>
                  <a:pt x="2817685" y="155448"/>
                </a:lnTo>
                <a:lnTo>
                  <a:pt x="2823972" y="150876"/>
                </a:lnTo>
                <a:lnTo>
                  <a:pt x="2815844" y="144780"/>
                </a:lnTo>
                <a:lnTo>
                  <a:pt x="2793492" y="128016"/>
                </a:lnTo>
                <a:lnTo>
                  <a:pt x="2782824" y="141058"/>
                </a:lnTo>
                <a:lnTo>
                  <a:pt x="2782824" y="155448"/>
                </a:lnTo>
                <a:lnTo>
                  <a:pt x="2782824" y="216408"/>
                </a:lnTo>
                <a:lnTo>
                  <a:pt x="2782824" y="227076"/>
                </a:lnTo>
                <a:lnTo>
                  <a:pt x="2782824" y="284988"/>
                </a:lnTo>
                <a:lnTo>
                  <a:pt x="2622804" y="284988"/>
                </a:lnTo>
                <a:lnTo>
                  <a:pt x="2622804" y="227076"/>
                </a:lnTo>
                <a:lnTo>
                  <a:pt x="2782824" y="227076"/>
                </a:lnTo>
                <a:lnTo>
                  <a:pt x="2782824" y="216408"/>
                </a:lnTo>
                <a:lnTo>
                  <a:pt x="2622804" y="216408"/>
                </a:lnTo>
                <a:lnTo>
                  <a:pt x="2622804" y="184404"/>
                </a:lnTo>
                <a:lnTo>
                  <a:pt x="2622804" y="155448"/>
                </a:lnTo>
                <a:lnTo>
                  <a:pt x="2782824" y="155448"/>
                </a:lnTo>
                <a:lnTo>
                  <a:pt x="2782824" y="141058"/>
                </a:lnTo>
                <a:lnTo>
                  <a:pt x="2779776" y="144780"/>
                </a:lnTo>
                <a:lnTo>
                  <a:pt x="2630424" y="144780"/>
                </a:lnTo>
                <a:lnTo>
                  <a:pt x="2640685" y="130733"/>
                </a:lnTo>
                <a:lnTo>
                  <a:pt x="2650807" y="115824"/>
                </a:lnTo>
                <a:lnTo>
                  <a:pt x="2660637" y="99783"/>
                </a:lnTo>
                <a:lnTo>
                  <a:pt x="2670048" y="82296"/>
                </a:lnTo>
                <a:lnTo>
                  <a:pt x="2891028" y="8229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5082539" y="3020568"/>
            <a:ext cx="372110" cy="393700"/>
          </a:xfrm>
          <a:custGeom>
            <a:avLst/>
            <a:gdLst/>
            <a:ahLst/>
            <a:cxnLst/>
            <a:rect l="l" t="t" r="r" b="b"/>
            <a:pathLst>
              <a:path w="372110" h="393700">
                <a:moveTo>
                  <a:pt x="328612" y="19812"/>
                </a:moveTo>
                <a:lnTo>
                  <a:pt x="291084" y="19812"/>
                </a:lnTo>
                <a:lnTo>
                  <a:pt x="306324" y="0"/>
                </a:lnTo>
                <a:lnTo>
                  <a:pt x="328612" y="19812"/>
                </a:lnTo>
                <a:close/>
              </a:path>
              <a:path w="372110" h="393700">
                <a:moveTo>
                  <a:pt x="164592" y="385572"/>
                </a:moveTo>
                <a:lnTo>
                  <a:pt x="141732" y="358140"/>
                </a:lnTo>
                <a:lnTo>
                  <a:pt x="144851" y="353044"/>
                </a:lnTo>
                <a:lnTo>
                  <a:pt x="147256" y="347091"/>
                </a:lnTo>
                <a:lnTo>
                  <a:pt x="148804" y="340566"/>
                </a:lnTo>
                <a:lnTo>
                  <a:pt x="149164" y="336089"/>
                </a:lnTo>
                <a:lnTo>
                  <a:pt x="149285" y="160210"/>
                </a:lnTo>
                <a:lnTo>
                  <a:pt x="149174" y="106680"/>
                </a:lnTo>
                <a:lnTo>
                  <a:pt x="149067" y="75946"/>
                </a:lnTo>
                <a:lnTo>
                  <a:pt x="148796" y="40219"/>
                </a:lnTo>
                <a:lnTo>
                  <a:pt x="148392" y="15928"/>
                </a:lnTo>
                <a:lnTo>
                  <a:pt x="147828" y="3048"/>
                </a:lnTo>
                <a:lnTo>
                  <a:pt x="172212" y="19812"/>
                </a:lnTo>
                <a:lnTo>
                  <a:pt x="328612" y="19812"/>
                </a:lnTo>
                <a:lnTo>
                  <a:pt x="333756" y="24384"/>
                </a:lnTo>
                <a:lnTo>
                  <a:pt x="327224" y="28956"/>
                </a:lnTo>
                <a:lnTo>
                  <a:pt x="172212" y="28956"/>
                </a:lnTo>
                <a:lnTo>
                  <a:pt x="172212" y="96012"/>
                </a:lnTo>
                <a:lnTo>
                  <a:pt x="318584" y="96012"/>
                </a:lnTo>
                <a:lnTo>
                  <a:pt x="318627" y="106680"/>
                </a:lnTo>
                <a:lnTo>
                  <a:pt x="172212" y="106680"/>
                </a:lnTo>
                <a:lnTo>
                  <a:pt x="172212" y="172212"/>
                </a:lnTo>
                <a:lnTo>
                  <a:pt x="319570" y="172212"/>
                </a:lnTo>
                <a:lnTo>
                  <a:pt x="319935" y="182880"/>
                </a:lnTo>
                <a:lnTo>
                  <a:pt x="172212" y="182880"/>
                </a:lnTo>
                <a:lnTo>
                  <a:pt x="172212" y="341376"/>
                </a:lnTo>
                <a:lnTo>
                  <a:pt x="204649" y="341376"/>
                </a:lnTo>
                <a:lnTo>
                  <a:pt x="194119" y="349948"/>
                </a:lnTo>
                <a:lnTo>
                  <a:pt x="177141" y="367545"/>
                </a:lnTo>
                <a:lnTo>
                  <a:pt x="164592" y="385572"/>
                </a:lnTo>
                <a:close/>
              </a:path>
              <a:path w="372110" h="393700">
                <a:moveTo>
                  <a:pt x="318584" y="96012"/>
                </a:moveTo>
                <a:lnTo>
                  <a:pt x="294132" y="96012"/>
                </a:lnTo>
                <a:lnTo>
                  <a:pt x="294132" y="28956"/>
                </a:lnTo>
                <a:lnTo>
                  <a:pt x="327224" y="28956"/>
                </a:lnTo>
                <a:lnTo>
                  <a:pt x="318516" y="35052"/>
                </a:lnTo>
                <a:lnTo>
                  <a:pt x="318584" y="96012"/>
                </a:lnTo>
                <a:close/>
              </a:path>
              <a:path w="372110" h="393700">
                <a:moveTo>
                  <a:pt x="319570" y="172212"/>
                </a:moveTo>
                <a:lnTo>
                  <a:pt x="294132" y="172212"/>
                </a:lnTo>
                <a:lnTo>
                  <a:pt x="294132" y="106680"/>
                </a:lnTo>
                <a:lnTo>
                  <a:pt x="318627" y="106680"/>
                </a:lnTo>
                <a:lnTo>
                  <a:pt x="318706" y="126492"/>
                </a:lnTo>
                <a:lnTo>
                  <a:pt x="319158" y="160210"/>
                </a:lnTo>
                <a:lnTo>
                  <a:pt x="319570" y="172212"/>
                </a:lnTo>
                <a:close/>
              </a:path>
              <a:path w="372110" h="393700">
                <a:moveTo>
                  <a:pt x="335280" y="377952"/>
                </a:moveTo>
                <a:lnTo>
                  <a:pt x="294513" y="350520"/>
                </a:lnTo>
                <a:lnTo>
                  <a:pt x="256032" y="309372"/>
                </a:lnTo>
                <a:lnTo>
                  <a:pt x="225361" y="254698"/>
                </a:lnTo>
                <a:lnTo>
                  <a:pt x="207264" y="182880"/>
                </a:lnTo>
                <a:lnTo>
                  <a:pt x="216408" y="182880"/>
                </a:lnTo>
                <a:lnTo>
                  <a:pt x="221861" y="202834"/>
                </a:lnTo>
                <a:lnTo>
                  <a:pt x="229171" y="223647"/>
                </a:lnTo>
                <a:lnTo>
                  <a:pt x="238482" y="245030"/>
                </a:lnTo>
                <a:lnTo>
                  <a:pt x="249936" y="266699"/>
                </a:lnTo>
                <a:lnTo>
                  <a:pt x="266655" y="266699"/>
                </a:lnTo>
                <a:lnTo>
                  <a:pt x="254508" y="274320"/>
                </a:lnTo>
                <a:lnTo>
                  <a:pt x="286702" y="308610"/>
                </a:lnTo>
                <a:lnTo>
                  <a:pt x="320040" y="329184"/>
                </a:lnTo>
                <a:lnTo>
                  <a:pt x="361830" y="344185"/>
                </a:lnTo>
                <a:lnTo>
                  <a:pt x="371856" y="345948"/>
                </a:lnTo>
                <a:lnTo>
                  <a:pt x="371856" y="353568"/>
                </a:lnTo>
                <a:lnTo>
                  <a:pt x="360140" y="355234"/>
                </a:lnTo>
                <a:lnTo>
                  <a:pt x="350139" y="360045"/>
                </a:lnTo>
                <a:lnTo>
                  <a:pt x="341852" y="367712"/>
                </a:lnTo>
                <a:lnTo>
                  <a:pt x="335280" y="377952"/>
                </a:lnTo>
                <a:close/>
              </a:path>
              <a:path w="372110" h="393700">
                <a:moveTo>
                  <a:pt x="294132" y="198120"/>
                </a:moveTo>
                <a:lnTo>
                  <a:pt x="294132" y="182880"/>
                </a:lnTo>
                <a:lnTo>
                  <a:pt x="319935" y="182880"/>
                </a:lnTo>
                <a:lnTo>
                  <a:pt x="320040" y="185928"/>
                </a:lnTo>
                <a:lnTo>
                  <a:pt x="294132" y="198120"/>
                </a:lnTo>
                <a:close/>
              </a:path>
              <a:path w="372110" h="393700">
                <a:moveTo>
                  <a:pt x="266655" y="266699"/>
                </a:moveTo>
                <a:lnTo>
                  <a:pt x="249936" y="266699"/>
                </a:lnTo>
                <a:lnTo>
                  <a:pt x="271676" y="249507"/>
                </a:lnTo>
                <a:lnTo>
                  <a:pt x="291274" y="232029"/>
                </a:lnTo>
                <a:lnTo>
                  <a:pt x="308871" y="213979"/>
                </a:lnTo>
                <a:lnTo>
                  <a:pt x="324612" y="195072"/>
                </a:lnTo>
                <a:lnTo>
                  <a:pt x="352044" y="225552"/>
                </a:lnTo>
                <a:lnTo>
                  <a:pt x="337232" y="228671"/>
                </a:lnTo>
                <a:lnTo>
                  <a:pt x="315849" y="237934"/>
                </a:lnTo>
                <a:lnTo>
                  <a:pt x="288178" y="253198"/>
                </a:lnTo>
                <a:lnTo>
                  <a:pt x="266655" y="266699"/>
                </a:lnTo>
                <a:close/>
              </a:path>
              <a:path w="372110" h="393700">
                <a:moveTo>
                  <a:pt x="204649" y="341376"/>
                </a:moveTo>
                <a:lnTo>
                  <a:pt x="172212" y="341376"/>
                </a:lnTo>
                <a:lnTo>
                  <a:pt x="237744" y="309372"/>
                </a:lnTo>
                <a:lnTo>
                  <a:pt x="240792" y="315468"/>
                </a:lnTo>
                <a:lnTo>
                  <a:pt x="215384" y="332636"/>
                </a:lnTo>
                <a:lnTo>
                  <a:pt x="204649" y="341376"/>
                </a:lnTo>
                <a:close/>
              </a:path>
              <a:path w="372110" h="393700">
                <a:moveTo>
                  <a:pt x="115824" y="16764"/>
                </a:moveTo>
                <a:lnTo>
                  <a:pt x="85344" y="16764"/>
                </a:lnTo>
                <a:lnTo>
                  <a:pt x="100584" y="1524"/>
                </a:lnTo>
                <a:lnTo>
                  <a:pt x="115824" y="16764"/>
                </a:lnTo>
                <a:close/>
              </a:path>
              <a:path w="372110" h="393700">
                <a:moveTo>
                  <a:pt x="0" y="393192"/>
                </a:moveTo>
                <a:lnTo>
                  <a:pt x="246" y="363640"/>
                </a:lnTo>
                <a:lnTo>
                  <a:pt x="762" y="321183"/>
                </a:lnTo>
                <a:lnTo>
                  <a:pt x="1258" y="266699"/>
                </a:lnTo>
                <a:lnTo>
                  <a:pt x="1382" y="234696"/>
                </a:lnTo>
                <a:lnTo>
                  <a:pt x="1500" y="121134"/>
                </a:lnTo>
                <a:lnTo>
                  <a:pt x="1333" y="66103"/>
                </a:lnTo>
                <a:lnTo>
                  <a:pt x="888" y="27432"/>
                </a:lnTo>
                <a:lnTo>
                  <a:pt x="791" y="24384"/>
                </a:lnTo>
                <a:lnTo>
                  <a:pt x="0" y="3048"/>
                </a:lnTo>
                <a:lnTo>
                  <a:pt x="25908" y="16764"/>
                </a:lnTo>
                <a:lnTo>
                  <a:pt x="115824" y="16764"/>
                </a:lnTo>
                <a:lnTo>
                  <a:pt x="123444" y="24384"/>
                </a:lnTo>
                <a:lnTo>
                  <a:pt x="118872" y="27432"/>
                </a:lnTo>
                <a:lnTo>
                  <a:pt x="24384" y="27432"/>
                </a:lnTo>
                <a:lnTo>
                  <a:pt x="24407" y="321873"/>
                </a:lnTo>
                <a:lnTo>
                  <a:pt x="24574" y="343471"/>
                </a:lnTo>
                <a:lnTo>
                  <a:pt x="25026" y="363640"/>
                </a:lnTo>
                <a:lnTo>
                  <a:pt x="25908" y="382524"/>
                </a:lnTo>
                <a:lnTo>
                  <a:pt x="0" y="393192"/>
                </a:lnTo>
                <a:close/>
              </a:path>
              <a:path w="372110" h="393700">
                <a:moveTo>
                  <a:pt x="115857" y="263652"/>
                </a:moveTo>
                <a:lnTo>
                  <a:pt x="79248" y="263652"/>
                </a:lnTo>
                <a:lnTo>
                  <a:pt x="86868" y="262128"/>
                </a:lnTo>
                <a:lnTo>
                  <a:pt x="89916" y="256032"/>
                </a:lnTo>
                <a:lnTo>
                  <a:pt x="92964" y="251460"/>
                </a:lnTo>
                <a:lnTo>
                  <a:pt x="95983" y="243911"/>
                </a:lnTo>
                <a:lnTo>
                  <a:pt x="96012" y="234696"/>
                </a:lnTo>
                <a:lnTo>
                  <a:pt x="95726" y="228385"/>
                </a:lnTo>
                <a:lnTo>
                  <a:pt x="88320" y="189428"/>
                </a:lnTo>
                <a:lnTo>
                  <a:pt x="56388" y="135636"/>
                </a:lnTo>
                <a:lnTo>
                  <a:pt x="85344" y="27432"/>
                </a:lnTo>
                <a:lnTo>
                  <a:pt x="118872" y="27432"/>
                </a:lnTo>
                <a:lnTo>
                  <a:pt x="109728" y="33528"/>
                </a:lnTo>
                <a:lnTo>
                  <a:pt x="65532" y="135636"/>
                </a:lnTo>
                <a:lnTo>
                  <a:pt x="96178" y="172069"/>
                </a:lnTo>
                <a:lnTo>
                  <a:pt x="113538" y="206121"/>
                </a:lnTo>
                <a:lnTo>
                  <a:pt x="119181" y="243911"/>
                </a:lnTo>
                <a:lnTo>
                  <a:pt x="117919" y="255460"/>
                </a:lnTo>
                <a:lnTo>
                  <a:pt x="115857" y="263652"/>
                </a:lnTo>
                <a:close/>
              </a:path>
              <a:path w="372110" h="393700">
                <a:moveTo>
                  <a:pt x="67056" y="303275"/>
                </a:moveTo>
                <a:lnTo>
                  <a:pt x="65627" y="292417"/>
                </a:lnTo>
                <a:lnTo>
                  <a:pt x="59055" y="282702"/>
                </a:lnTo>
                <a:lnTo>
                  <a:pt x="47339" y="274129"/>
                </a:lnTo>
                <a:lnTo>
                  <a:pt x="30480" y="266699"/>
                </a:lnTo>
                <a:lnTo>
                  <a:pt x="30480" y="259080"/>
                </a:lnTo>
                <a:lnTo>
                  <a:pt x="43053" y="261080"/>
                </a:lnTo>
                <a:lnTo>
                  <a:pt x="53340" y="262509"/>
                </a:lnTo>
                <a:lnTo>
                  <a:pt x="61341" y="263366"/>
                </a:lnTo>
                <a:lnTo>
                  <a:pt x="67056" y="263652"/>
                </a:lnTo>
                <a:lnTo>
                  <a:pt x="115857" y="263652"/>
                </a:lnTo>
                <a:lnTo>
                  <a:pt x="115228" y="266152"/>
                </a:lnTo>
                <a:lnTo>
                  <a:pt x="111252" y="275844"/>
                </a:lnTo>
                <a:lnTo>
                  <a:pt x="104346" y="284416"/>
                </a:lnTo>
                <a:lnTo>
                  <a:pt x="94869" y="291846"/>
                </a:lnTo>
                <a:lnTo>
                  <a:pt x="82534" y="298132"/>
                </a:lnTo>
                <a:lnTo>
                  <a:pt x="67056" y="30327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5501639" y="3003804"/>
            <a:ext cx="399415" cy="411480"/>
          </a:xfrm>
          <a:custGeom>
            <a:avLst/>
            <a:gdLst/>
            <a:ahLst/>
            <a:cxnLst/>
            <a:rect l="l" t="t" r="r" b="b"/>
            <a:pathLst>
              <a:path w="399414" h="411479">
                <a:moveTo>
                  <a:pt x="217932" y="160019"/>
                </a:moveTo>
                <a:lnTo>
                  <a:pt x="193548" y="160019"/>
                </a:lnTo>
                <a:lnTo>
                  <a:pt x="193459" y="87058"/>
                </a:lnTo>
                <a:lnTo>
                  <a:pt x="193368" y="62483"/>
                </a:lnTo>
                <a:lnTo>
                  <a:pt x="193278" y="53339"/>
                </a:lnTo>
                <a:lnTo>
                  <a:pt x="192905" y="24574"/>
                </a:lnTo>
                <a:lnTo>
                  <a:pt x="192024" y="0"/>
                </a:lnTo>
                <a:lnTo>
                  <a:pt x="234696" y="18287"/>
                </a:lnTo>
                <a:lnTo>
                  <a:pt x="217932" y="30479"/>
                </a:lnTo>
                <a:lnTo>
                  <a:pt x="217932" y="74675"/>
                </a:lnTo>
                <a:lnTo>
                  <a:pt x="353568" y="74675"/>
                </a:lnTo>
                <a:lnTo>
                  <a:pt x="362712" y="83819"/>
                </a:lnTo>
                <a:lnTo>
                  <a:pt x="217932" y="83819"/>
                </a:lnTo>
                <a:lnTo>
                  <a:pt x="217932" y="160019"/>
                </a:lnTo>
                <a:close/>
              </a:path>
              <a:path w="399414" h="411479">
                <a:moveTo>
                  <a:pt x="105156" y="160019"/>
                </a:moveTo>
                <a:lnTo>
                  <a:pt x="80772" y="160019"/>
                </a:lnTo>
                <a:lnTo>
                  <a:pt x="80670" y="104584"/>
                </a:lnTo>
                <a:lnTo>
                  <a:pt x="80581" y="87058"/>
                </a:lnTo>
                <a:lnTo>
                  <a:pt x="80151" y="62483"/>
                </a:lnTo>
                <a:lnTo>
                  <a:pt x="80044" y="59435"/>
                </a:lnTo>
                <a:lnTo>
                  <a:pt x="79248" y="42671"/>
                </a:lnTo>
                <a:lnTo>
                  <a:pt x="120396" y="62483"/>
                </a:lnTo>
                <a:lnTo>
                  <a:pt x="105156" y="74675"/>
                </a:lnTo>
                <a:lnTo>
                  <a:pt x="105156" y="160019"/>
                </a:lnTo>
                <a:close/>
              </a:path>
              <a:path w="399414" h="411479">
                <a:moveTo>
                  <a:pt x="353568" y="74675"/>
                </a:moveTo>
                <a:lnTo>
                  <a:pt x="310896" y="74675"/>
                </a:lnTo>
                <a:lnTo>
                  <a:pt x="332232" y="53339"/>
                </a:lnTo>
                <a:lnTo>
                  <a:pt x="353568" y="74675"/>
                </a:lnTo>
                <a:close/>
              </a:path>
              <a:path w="399414" h="411479">
                <a:moveTo>
                  <a:pt x="15240" y="175259"/>
                </a:moveTo>
                <a:lnTo>
                  <a:pt x="0" y="160019"/>
                </a:lnTo>
                <a:lnTo>
                  <a:pt x="336804" y="160019"/>
                </a:lnTo>
                <a:lnTo>
                  <a:pt x="362712" y="132587"/>
                </a:lnTo>
                <a:lnTo>
                  <a:pt x="399288" y="169163"/>
                </a:lnTo>
                <a:lnTo>
                  <a:pt x="56388" y="169163"/>
                </a:lnTo>
                <a:lnTo>
                  <a:pt x="45243" y="169687"/>
                </a:lnTo>
                <a:lnTo>
                  <a:pt x="34670" y="171068"/>
                </a:lnTo>
                <a:lnTo>
                  <a:pt x="24669" y="173021"/>
                </a:lnTo>
                <a:lnTo>
                  <a:pt x="15240" y="175259"/>
                </a:lnTo>
                <a:close/>
              </a:path>
              <a:path w="399414" h="411479">
                <a:moveTo>
                  <a:pt x="192024" y="321563"/>
                </a:moveTo>
                <a:lnTo>
                  <a:pt x="192905" y="309014"/>
                </a:lnTo>
                <a:lnTo>
                  <a:pt x="193304" y="294012"/>
                </a:lnTo>
                <a:lnTo>
                  <a:pt x="193430" y="208787"/>
                </a:lnTo>
                <a:lnTo>
                  <a:pt x="193357" y="199834"/>
                </a:lnTo>
                <a:lnTo>
                  <a:pt x="192905" y="184284"/>
                </a:lnTo>
                <a:lnTo>
                  <a:pt x="192024" y="173735"/>
                </a:lnTo>
                <a:lnTo>
                  <a:pt x="231648" y="192023"/>
                </a:lnTo>
                <a:lnTo>
                  <a:pt x="217932" y="204215"/>
                </a:lnTo>
                <a:lnTo>
                  <a:pt x="218160" y="239267"/>
                </a:lnTo>
                <a:lnTo>
                  <a:pt x="218677" y="269747"/>
                </a:lnTo>
                <a:lnTo>
                  <a:pt x="219217" y="294012"/>
                </a:lnTo>
                <a:lnTo>
                  <a:pt x="219456" y="310895"/>
                </a:lnTo>
                <a:lnTo>
                  <a:pt x="192024" y="321563"/>
                </a:lnTo>
                <a:close/>
              </a:path>
              <a:path w="399414" h="411479">
                <a:moveTo>
                  <a:pt x="15240" y="348996"/>
                </a:moveTo>
                <a:lnTo>
                  <a:pt x="12191" y="344424"/>
                </a:lnTo>
                <a:lnTo>
                  <a:pt x="27884" y="326969"/>
                </a:lnTo>
                <a:lnTo>
                  <a:pt x="42862" y="308800"/>
                </a:lnTo>
                <a:lnTo>
                  <a:pt x="70104" y="269747"/>
                </a:lnTo>
                <a:lnTo>
                  <a:pt x="92202" y="233171"/>
                </a:lnTo>
                <a:lnTo>
                  <a:pt x="105156" y="205739"/>
                </a:lnTo>
                <a:lnTo>
                  <a:pt x="140208" y="233171"/>
                </a:lnTo>
                <a:lnTo>
                  <a:pt x="120396" y="239267"/>
                </a:lnTo>
                <a:lnTo>
                  <a:pt x="93249" y="274415"/>
                </a:lnTo>
                <a:lnTo>
                  <a:pt x="66675" y="304419"/>
                </a:lnTo>
                <a:lnTo>
                  <a:pt x="40671" y="329279"/>
                </a:lnTo>
                <a:lnTo>
                  <a:pt x="15240" y="348996"/>
                </a:lnTo>
                <a:close/>
              </a:path>
              <a:path w="399414" h="411479">
                <a:moveTo>
                  <a:pt x="3048" y="411480"/>
                </a:moveTo>
                <a:lnTo>
                  <a:pt x="3048" y="403860"/>
                </a:lnTo>
                <a:lnTo>
                  <a:pt x="29956" y="399335"/>
                </a:lnTo>
                <a:lnTo>
                  <a:pt x="58293" y="392811"/>
                </a:lnTo>
                <a:lnTo>
                  <a:pt x="120396" y="374903"/>
                </a:lnTo>
                <a:lnTo>
                  <a:pt x="184594" y="347090"/>
                </a:lnTo>
                <a:lnTo>
                  <a:pt x="245364" y="307847"/>
                </a:lnTo>
                <a:lnTo>
                  <a:pt x="298513" y="261175"/>
                </a:lnTo>
                <a:lnTo>
                  <a:pt x="341376" y="208787"/>
                </a:lnTo>
                <a:lnTo>
                  <a:pt x="373380" y="239267"/>
                </a:lnTo>
                <a:lnTo>
                  <a:pt x="358140" y="242315"/>
                </a:lnTo>
                <a:lnTo>
                  <a:pt x="306657" y="288035"/>
                </a:lnTo>
                <a:lnTo>
                  <a:pt x="259461" y="324612"/>
                </a:lnTo>
                <a:lnTo>
                  <a:pt x="216265" y="352044"/>
                </a:lnTo>
                <a:lnTo>
                  <a:pt x="176784" y="370332"/>
                </a:lnTo>
                <a:lnTo>
                  <a:pt x="137636" y="383190"/>
                </a:lnTo>
                <a:lnTo>
                  <a:pt x="95631" y="394335"/>
                </a:lnTo>
                <a:lnTo>
                  <a:pt x="50768" y="403764"/>
                </a:lnTo>
                <a:lnTo>
                  <a:pt x="3048" y="41148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5993891" y="3005327"/>
            <a:ext cx="314325" cy="410209"/>
          </a:xfrm>
          <a:custGeom>
            <a:avLst/>
            <a:gdLst/>
            <a:ahLst/>
            <a:cxnLst/>
            <a:rect l="l" t="t" r="r" b="b"/>
            <a:pathLst>
              <a:path w="314325" h="410210">
                <a:moveTo>
                  <a:pt x="163068" y="102108"/>
                </a:moveTo>
                <a:lnTo>
                  <a:pt x="135636" y="102108"/>
                </a:lnTo>
                <a:lnTo>
                  <a:pt x="136493" y="77581"/>
                </a:lnTo>
                <a:lnTo>
                  <a:pt x="136779" y="52197"/>
                </a:lnTo>
                <a:lnTo>
                  <a:pt x="136493" y="26241"/>
                </a:lnTo>
                <a:lnTo>
                  <a:pt x="135636" y="0"/>
                </a:lnTo>
                <a:lnTo>
                  <a:pt x="181356" y="19812"/>
                </a:lnTo>
                <a:lnTo>
                  <a:pt x="164592" y="32004"/>
                </a:lnTo>
                <a:lnTo>
                  <a:pt x="164353" y="50030"/>
                </a:lnTo>
                <a:lnTo>
                  <a:pt x="163300" y="85344"/>
                </a:lnTo>
                <a:lnTo>
                  <a:pt x="163068" y="102108"/>
                </a:lnTo>
                <a:close/>
              </a:path>
              <a:path w="314325" h="410210">
                <a:moveTo>
                  <a:pt x="309880" y="102108"/>
                </a:moveTo>
                <a:lnTo>
                  <a:pt x="268224" y="102108"/>
                </a:lnTo>
                <a:lnTo>
                  <a:pt x="283463" y="82296"/>
                </a:lnTo>
                <a:lnTo>
                  <a:pt x="309880" y="102108"/>
                </a:lnTo>
                <a:close/>
              </a:path>
              <a:path w="314325" h="410210">
                <a:moveTo>
                  <a:pt x="0" y="409956"/>
                </a:moveTo>
                <a:lnTo>
                  <a:pt x="2056" y="369403"/>
                </a:lnTo>
                <a:lnTo>
                  <a:pt x="2786" y="351020"/>
                </a:lnTo>
                <a:lnTo>
                  <a:pt x="3048" y="335280"/>
                </a:lnTo>
                <a:lnTo>
                  <a:pt x="3012" y="162496"/>
                </a:lnTo>
                <a:lnTo>
                  <a:pt x="2786" y="139565"/>
                </a:lnTo>
                <a:lnTo>
                  <a:pt x="2095" y="117157"/>
                </a:lnTo>
                <a:lnTo>
                  <a:pt x="1119" y="99036"/>
                </a:lnTo>
                <a:lnTo>
                  <a:pt x="0" y="85344"/>
                </a:lnTo>
                <a:lnTo>
                  <a:pt x="27432" y="102108"/>
                </a:lnTo>
                <a:lnTo>
                  <a:pt x="309880" y="102108"/>
                </a:lnTo>
                <a:lnTo>
                  <a:pt x="313944" y="105156"/>
                </a:lnTo>
                <a:lnTo>
                  <a:pt x="304419" y="112776"/>
                </a:lnTo>
                <a:lnTo>
                  <a:pt x="27432" y="112776"/>
                </a:lnTo>
                <a:lnTo>
                  <a:pt x="27432" y="297180"/>
                </a:lnTo>
                <a:lnTo>
                  <a:pt x="46110" y="297180"/>
                </a:lnTo>
                <a:lnTo>
                  <a:pt x="45672" y="297441"/>
                </a:lnTo>
                <a:lnTo>
                  <a:pt x="27432" y="306324"/>
                </a:lnTo>
                <a:lnTo>
                  <a:pt x="27432" y="396240"/>
                </a:lnTo>
                <a:lnTo>
                  <a:pt x="0" y="409956"/>
                </a:lnTo>
                <a:close/>
              </a:path>
              <a:path w="314325" h="410210">
                <a:moveTo>
                  <a:pt x="46110" y="297180"/>
                </a:moveTo>
                <a:lnTo>
                  <a:pt x="27432" y="297180"/>
                </a:lnTo>
                <a:lnTo>
                  <a:pt x="49410" y="282321"/>
                </a:lnTo>
                <a:lnTo>
                  <a:pt x="69532" y="265176"/>
                </a:lnTo>
                <a:lnTo>
                  <a:pt x="103632" y="224028"/>
                </a:lnTo>
                <a:lnTo>
                  <a:pt x="126492" y="172402"/>
                </a:lnTo>
                <a:lnTo>
                  <a:pt x="135636" y="112776"/>
                </a:lnTo>
                <a:lnTo>
                  <a:pt x="163068" y="112776"/>
                </a:lnTo>
                <a:lnTo>
                  <a:pt x="160758" y="130492"/>
                </a:lnTo>
                <a:lnTo>
                  <a:pt x="158305" y="147066"/>
                </a:lnTo>
                <a:lnTo>
                  <a:pt x="155567" y="162496"/>
                </a:lnTo>
                <a:lnTo>
                  <a:pt x="152400" y="176784"/>
                </a:lnTo>
                <a:lnTo>
                  <a:pt x="167909" y="185928"/>
                </a:lnTo>
                <a:lnTo>
                  <a:pt x="147828" y="185928"/>
                </a:lnTo>
                <a:lnTo>
                  <a:pt x="138684" y="206787"/>
                </a:lnTo>
                <a:lnTo>
                  <a:pt x="127254" y="225933"/>
                </a:lnTo>
                <a:lnTo>
                  <a:pt x="113538" y="243363"/>
                </a:lnTo>
                <a:lnTo>
                  <a:pt x="97536" y="259080"/>
                </a:lnTo>
                <a:lnTo>
                  <a:pt x="81010" y="273962"/>
                </a:lnTo>
                <a:lnTo>
                  <a:pt x="63627" y="286702"/>
                </a:lnTo>
                <a:lnTo>
                  <a:pt x="46110" y="297180"/>
                </a:lnTo>
                <a:close/>
              </a:path>
              <a:path w="314325" h="410210">
                <a:moveTo>
                  <a:pt x="297181" y="362712"/>
                </a:moveTo>
                <a:lnTo>
                  <a:pt x="259080" y="362712"/>
                </a:lnTo>
                <a:lnTo>
                  <a:pt x="265961" y="360735"/>
                </a:lnTo>
                <a:lnTo>
                  <a:pt x="270700" y="354901"/>
                </a:lnTo>
                <a:lnTo>
                  <a:pt x="273438" y="345352"/>
                </a:lnTo>
                <a:lnTo>
                  <a:pt x="274320" y="332232"/>
                </a:lnTo>
                <a:lnTo>
                  <a:pt x="274320" y="112776"/>
                </a:lnTo>
                <a:lnTo>
                  <a:pt x="304419" y="112776"/>
                </a:lnTo>
                <a:lnTo>
                  <a:pt x="298704" y="117348"/>
                </a:lnTo>
                <a:lnTo>
                  <a:pt x="298641" y="351020"/>
                </a:lnTo>
                <a:lnTo>
                  <a:pt x="297181" y="362712"/>
                </a:lnTo>
                <a:close/>
              </a:path>
              <a:path w="314325" h="410210">
                <a:moveTo>
                  <a:pt x="237744" y="295656"/>
                </a:moveTo>
                <a:lnTo>
                  <a:pt x="233172" y="295656"/>
                </a:lnTo>
                <a:lnTo>
                  <a:pt x="230124" y="289559"/>
                </a:lnTo>
                <a:lnTo>
                  <a:pt x="227075" y="278892"/>
                </a:lnTo>
                <a:lnTo>
                  <a:pt x="220789" y="268081"/>
                </a:lnTo>
                <a:lnTo>
                  <a:pt x="195072" y="231648"/>
                </a:lnTo>
                <a:lnTo>
                  <a:pt x="160139" y="196500"/>
                </a:lnTo>
                <a:lnTo>
                  <a:pt x="147828" y="185928"/>
                </a:lnTo>
                <a:lnTo>
                  <a:pt x="167909" y="185928"/>
                </a:lnTo>
                <a:lnTo>
                  <a:pt x="221932" y="219265"/>
                </a:lnTo>
                <a:lnTo>
                  <a:pt x="248412" y="252984"/>
                </a:lnTo>
                <a:lnTo>
                  <a:pt x="249936" y="259080"/>
                </a:lnTo>
                <a:lnTo>
                  <a:pt x="249936" y="274319"/>
                </a:lnTo>
                <a:lnTo>
                  <a:pt x="246888" y="281940"/>
                </a:lnTo>
                <a:lnTo>
                  <a:pt x="243839" y="288036"/>
                </a:lnTo>
                <a:lnTo>
                  <a:pt x="240792" y="292607"/>
                </a:lnTo>
                <a:lnTo>
                  <a:pt x="237744" y="295656"/>
                </a:lnTo>
                <a:close/>
              </a:path>
              <a:path w="314325" h="410210">
                <a:moveTo>
                  <a:pt x="257556" y="406908"/>
                </a:moveTo>
                <a:lnTo>
                  <a:pt x="253579" y="394073"/>
                </a:lnTo>
                <a:lnTo>
                  <a:pt x="241744" y="383095"/>
                </a:lnTo>
                <a:lnTo>
                  <a:pt x="222194" y="374118"/>
                </a:lnTo>
                <a:lnTo>
                  <a:pt x="195072" y="367284"/>
                </a:lnTo>
                <a:lnTo>
                  <a:pt x="195072" y="359664"/>
                </a:lnTo>
                <a:lnTo>
                  <a:pt x="249078" y="362450"/>
                </a:lnTo>
                <a:lnTo>
                  <a:pt x="259080" y="362712"/>
                </a:lnTo>
                <a:lnTo>
                  <a:pt x="297181" y="362712"/>
                </a:lnTo>
                <a:lnTo>
                  <a:pt x="296346" y="369403"/>
                </a:lnTo>
                <a:lnTo>
                  <a:pt x="288988" y="385000"/>
                </a:lnTo>
                <a:lnTo>
                  <a:pt x="276201" y="397454"/>
                </a:lnTo>
                <a:lnTo>
                  <a:pt x="257556" y="40690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6387084" y="3006851"/>
            <a:ext cx="850900" cy="407034"/>
          </a:xfrm>
          <a:custGeom>
            <a:avLst/>
            <a:gdLst/>
            <a:ahLst/>
            <a:cxnLst/>
            <a:rect l="l" t="t" r="r" b="b"/>
            <a:pathLst>
              <a:path w="850900" h="407035">
                <a:moveTo>
                  <a:pt x="121920" y="21336"/>
                </a:moveTo>
                <a:lnTo>
                  <a:pt x="85344" y="1524"/>
                </a:lnTo>
                <a:lnTo>
                  <a:pt x="82169" y="15532"/>
                </a:lnTo>
                <a:lnTo>
                  <a:pt x="77152" y="34671"/>
                </a:lnTo>
                <a:lnTo>
                  <a:pt x="60960" y="88392"/>
                </a:lnTo>
                <a:lnTo>
                  <a:pt x="34480" y="152019"/>
                </a:lnTo>
                <a:lnTo>
                  <a:pt x="0" y="213360"/>
                </a:lnTo>
                <a:lnTo>
                  <a:pt x="6096" y="217932"/>
                </a:lnTo>
                <a:lnTo>
                  <a:pt x="19545" y="202272"/>
                </a:lnTo>
                <a:lnTo>
                  <a:pt x="32575" y="185166"/>
                </a:lnTo>
                <a:lnTo>
                  <a:pt x="45313" y="166928"/>
                </a:lnTo>
                <a:lnTo>
                  <a:pt x="57912" y="147828"/>
                </a:lnTo>
                <a:lnTo>
                  <a:pt x="57912" y="341376"/>
                </a:lnTo>
                <a:lnTo>
                  <a:pt x="57670" y="353339"/>
                </a:lnTo>
                <a:lnTo>
                  <a:pt x="57238" y="365760"/>
                </a:lnTo>
                <a:lnTo>
                  <a:pt x="56616" y="386384"/>
                </a:lnTo>
                <a:lnTo>
                  <a:pt x="56388" y="406908"/>
                </a:lnTo>
                <a:lnTo>
                  <a:pt x="80772" y="394716"/>
                </a:lnTo>
                <a:lnTo>
                  <a:pt x="80772" y="147828"/>
                </a:lnTo>
                <a:lnTo>
                  <a:pt x="80772" y="134112"/>
                </a:lnTo>
                <a:lnTo>
                  <a:pt x="94488" y="123444"/>
                </a:lnTo>
                <a:lnTo>
                  <a:pt x="73152" y="112776"/>
                </a:lnTo>
                <a:lnTo>
                  <a:pt x="79692" y="96469"/>
                </a:lnTo>
                <a:lnTo>
                  <a:pt x="87820" y="77152"/>
                </a:lnTo>
                <a:lnTo>
                  <a:pt x="97358" y="54698"/>
                </a:lnTo>
                <a:lnTo>
                  <a:pt x="108204" y="28956"/>
                </a:lnTo>
                <a:lnTo>
                  <a:pt x="121920" y="21336"/>
                </a:lnTo>
                <a:close/>
              </a:path>
              <a:path w="850900" h="407035">
                <a:moveTo>
                  <a:pt x="342900" y="105156"/>
                </a:moveTo>
                <a:lnTo>
                  <a:pt x="337261" y="100584"/>
                </a:lnTo>
                <a:lnTo>
                  <a:pt x="318516" y="85344"/>
                </a:lnTo>
                <a:lnTo>
                  <a:pt x="307848" y="98679"/>
                </a:lnTo>
                <a:lnTo>
                  <a:pt x="307848" y="111252"/>
                </a:lnTo>
                <a:lnTo>
                  <a:pt x="307848" y="150876"/>
                </a:lnTo>
                <a:lnTo>
                  <a:pt x="193548" y="150876"/>
                </a:lnTo>
                <a:lnTo>
                  <a:pt x="193548" y="111252"/>
                </a:lnTo>
                <a:lnTo>
                  <a:pt x="307848" y="111252"/>
                </a:lnTo>
                <a:lnTo>
                  <a:pt x="307848" y="98679"/>
                </a:lnTo>
                <a:lnTo>
                  <a:pt x="306324" y="100584"/>
                </a:lnTo>
                <a:lnTo>
                  <a:pt x="193548" y="100584"/>
                </a:lnTo>
                <a:lnTo>
                  <a:pt x="169164" y="86868"/>
                </a:lnTo>
                <a:lnTo>
                  <a:pt x="170040" y="96850"/>
                </a:lnTo>
                <a:lnTo>
                  <a:pt x="170497" y="108394"/>
                </a:lnTo>
                <a:lnTo>
                  <a:pt x="170561" y="114300"/>
                </a:lnTo>
                <a:lnTo>
                  <a:pt x="170497" y="162496"/>
                </a:lnTo>
                <a:lnTo>
                  <a:pt x="170040" y="172720"/>
                </a:lnTo>
                <a:lnTo>
                  <a:pt x="169164" y="181356"/>
                </a:lnTo>
                <a:lnTo>
                  <a:pt x="193548" y="173736"/>
                </a:lnTo>
                <a:lnTo>
                  <a:pt x="193548" y="161544"/>
                </a:lnTo>
                <a:lnTo>
                  <a:pt x="307848" y="161544"/>
                </a:lnTo>
                <a:lnTo>
                  <a:pt x="307848" y="178308"/>
                </a:lnTo>
                <a:lnTo>
                  <a:pt x="332232" y="169164"/>
                </a:lnTo>
                <a:lnTo>
                  <a:pt x="330708" y="114300"/>
                </a:lnTo>
                <a:lnTo>
                  <a:pt x="334772" y="111252"/>
                </a:lnTo>
                <a:lnTo>
                  <a:pt x="342900" y="105156"/>
                </a:lnTo>
                <a:close/>
              </a:path>
              <a:path w="850900" h="407035">
                <a:moveTo>
                  <a:pt x="364236" y="268224"/>
                </a:moveTo>
                <a:lnTo>
                  <a:pt x="332232" y="236220"/>
                </a:lnTo>
                <a:lnTo>
                  <a:pt x="310896" y="257556"/>
                </a:lnTo>
                <a:lnTo>
                  <a:pt x="143256" y="257556"/>
                </a:lnTo>
                <a:lnTo>
                  <a:pt x="158496" y="272796"/>
                </a:lnTo>
                <a:lnTo>
                  <a:pt x="168135" y="270802"/>
                </a:lnTo>
                <a:lnTo>
                  <a:pt x="178498" y="269367"/>
                </a:lnTo>
                <a:lnTo>
                  <a:pt x="189141" y="268516"/>
                </a:lnTo>
                <a:lnTo>
                  <a:pt x="199644" y="268224"/>
                </a:lnTo>
                <a:lnTo>
                  <a:pt x="246888" y="268224"/>
                </a:lnTo>
                <a:lnTo>
                  <a:pt x="246888" y="350520"/>
                </a:lnTo>
                <a:lnTo>
                  <a:pt x="248412" y="362712"/>
                </a:lnTo>
                <a:lnTo>
                  <a:pt x="245364" y="368808"/>
                </a:lnTo>
                <a:lnTo>
                  <a:pt x="237744" y="370332"/>
                </a:lnTo>
                <a:lnTo>
                  <a:pt x="230289" y="370903"/>
                </a:lnTo>
                <a:lnTo>
                  <a:pt x="219265" y="370332"/>
                </a:lnTo>
                <a:lnTo>
                  <a:pt x="204520" y="368617"/>
                </a:lnTo>
                <a:lnTo>
                  <a:pt x="185928" y="365760"/>
                </a:lnTo>
                <a:lnTo>
                  <a:pt x="185928" y="371856"/>
                </a:lnTo>
                <a:lnTo>
                  <a:pt x="206781" y="380123"/>
                </a:lnTo>
                <a:lnTo>
                  <a:pt x="221361" y="388810"/>
                </a:lnTo>
                <a:lnTo>
                  <a:pt x="229641" y="397789"/>
                </a:lnTo>
                <a:lnTo>
                  <a:pt x="231648" y="406908"/>
                </a:lnTo>
                <a:lnTo>
                  <a:pt x="248742" y="399770"/>
                </a:lnTo>
                <a:lnTo>
                  <a:pt x="260985" y="389763"/>
                </a:lnTo>
                <a:lnTo>
                  <a:pt x="268071" y="376910"/>
                </a:lnTo>
                <a:lnTo>
                  <a:pt x="268706" y="370903"/>
                </a:lnTo>
                <a:lnTo>
                  <a:pt x="269748" y="361188"/>
                </a:lnTo>
                <a:lnTo>
                  <a:pt x="269748" y="268224"/>
                </a:lnTo>
                <a:lnTo>
                  <a:pt x="364236" y="268224"/>
                </a:lnTo>
                <a:close/>
              </a:path>
              <a:path w="850900" h="407035">
                <a:moveTo>
                  <a:pt x="393192" y="70104"/>
                </a:moveTo>
                <a:lnTo>
                  <a:pt x="362712" y="38100"/>
                </a:lnTo>
                <a:lnTo>
                  <a:pt x="341376" y="59436"/>
                </a:lnTo>
                <a:lnTo>
                  <a:pt x="256032" y="59436"/>
                </a:lnTo>
                <a:lnTo>
                  <a:pt x="262128" y="51816"/>
                </a:lnTo>
                <a:lnTo>
                  <a:pt x="266700" y="45720"/>
                </a:lnTo>
                <a:lnTo>
                  <a:pt x="266700" y="35052"/>
                </a:lnTo>
                <a:lnTo>
                  <a:pt x="233362" y="7454"/>
                </a:lnTo>
                <a:lnTo>
                  <a:pt x="217932" y="0"/>
                </a:lnTo>
                <a:lnTo>
                  <a:pt x="214884" y="4572"/>
                </a:lnTo>
                <a:lnTo>
                  <a:pt x="226898" y="19151"/>
                </a:lnTo>
                <a:lnTo>
                  <a:pt x="235648" y="33147"/>
                </a:lnTo>
                <a:lnTo>
                  <a:pt x="241236" y="46583"/>
                </a:lnTo>
                <a:lnTo>
                  <a:pt x="243840" y="59436"/>
                </a:lnTo>
                <a:lnTo>
                  <a:pt x="118872" y="59436"/>
                </a:lnTo>
                <a:lnTo>
                  <a:pt x="134112" y="74676"/>
                </a:lnTo>
                <a:lnTo>
                  <a:pt x="143751" y="72682"/>
                </a:lnTo>
                <a:lnTo>
                  <a:pt x="154114" y="71247"/>
                </a:lnTo>
                <a:lnTo>
                  <a:pt x="164757" y="70396"/>
                </a:lnTo>
                <a:lnTo>
                  <a:pt x="175260" y="70104"/>
                </a:lnTo>
                <a:lnTo>
                  <a:pt x="393192" y="70104"/>
                </a:lnTo>
                <a:close/>
              </a:path>
              <a:path w="850900" h="407035">
                <a:moveTo>
                  <a:pt x="402336" y="211836"/>
                </a:moveTo>
                <a:lnTo>
                  <a:pt x="400812" y="210312"/>
                </a:lnTo>
                <a:lnTo>
                  <a:pt x="390144" y="199644"/>
                </a:lnTo>
                <a:lnTo>
                  <a:pt x="374904" y="184404"/>
                </a:lnTo>
                <a:lnTo>
                  <a:pt x="359664" y="199644"/>
                </a:lnTo>
                <a:lnTo>
                  <a:pt x="135636" y="199644"/>
                </a:lnTo>
                <a:lnTo>
                  <a:pt x="134112" y="184404"/>
                </a:lnTo>
                <a:lnTo>
                  <a:pt x="126492" y="184404"/>
                </a:lnTo>
                <a:lnTo>
                  <a:pt x="114490" y="223418"/>
                </a:lnTo>
                <a:lnTo>
                  <a:pt x="103632" y="239268"/>
                </a:lnTo>
                <a:lnTo>
                  <a:pt x="100584" y="243840"/>
                </a:lnTo>
                <a:lnTo>
                  <a:pt x="100584" y="249936"/>
                </a:lnTo>
                <a:lnTo>
                  <a:pt x="106680" y="251460"/>
                </a:lnTo>
                <a:lnTo>
                  <a:pt x="126492" y="251460"/>
                </a:lnTo>
                <a:lnTo>
                  <a:pt x="132588" y="248412"/>
                </a:lnTo>
                <a:lnTo>
                  <a:pt x="135636" y="243840"/>
                </a:lnTo>
                <a:lnTo>
                  <a:pt x="137160" y="237744"/>
                </a:lnTo>
                <a:lnTo>
                  <a:pt x="137160" y="216408"/>
                </a:lnTo>
                <a:lnTo>
                  <a:pt x="135636" y="210312"/>
                </a:lnTo>
                <a:lnTo>
                  <a:pt x="362712" y="210312"/>
                </a:lnTo>
                <a:lnTo>
                  <a:pt x="345948" y="240792"/>
                </a:lnTo>
                <a:lnTo>
                  <a:pt x="352044" y="245364"/>
                </a:lnTo>
                <a:lnTo>
                  <a:pt x="363753" y="231343"/>
                </a:lnTo>
                <a:lnTo>
                  <a:pt x="376047" y="221170"/>
                </a:lnTo>
                <a:lnTo>
                  <a:pt x="388899" y="214718"/>
                </a:lnTo>
                <a:lnTo>
                  <a:pt x="402336" y="211836"/>
                </a:lnTo>
                <a:close/>
              </a:path>
              <a:path w="850900" h="407035">
                <a:moveTo>
                  <a:pt x="850379" y="368808"/>
                </a:moveTo>
                <a:lnTo>
                  <a:pt x="812279" y="330708"/>
                </a:lnTo>
                <a:lnTo>
                  <a:pt x="784847" y="358140"/>
                </a:lnTo>
                <a:lnTo>
                  <a:pt x="676643" y="358140"/>
                </a:lnTo>
                <a:lnTo>
                  <a:pt x="676643" y="160020"/>
                </a:lnTo>
                <a:lnTo>
                  <a:pt x="827519" y="160020"/>
                </a:lnTo>
                <a:lnTo>
                  <a:pt x="792467" y="124968"/>
                </a:lnTo>
                <a:lnTo>
                  <a:pt x="768083" y="149352"/>
                </a:lnTo>
                <a:lnTo>
                  <a:pt x="676643" y="149352"/>
                </a:lnTo>
                <a:lnTo>
                  <a:pt x="676643" y="33528"/>
                </a:lnTo>
                <a:lnTo>
                  <a:pt x="694931" y="21336"/>
                </a:lnTo>
                <a:lnTo>
                  <a:pt x="650735" y="1524"/>
                </a:lnTo>
                <a:lnTo>
                  <a:pt x="651306" y="30645"/>
                </a:lnTo>
                <a:lnTo>
                  <a:pt x="651713" y="67030"/>
                </a:lnTo>
                <a:lnTo>
                  <a:pt x="652145" y="161645"/>
                </a:lnTo>
                <a:lnTo>
                  <a:pt x="652259" y="358140"/>
                </a:lnTo>
                <a:lnTo>
                  <a:pt x="556247" y="358140"/>
                </a:lnTo>
                <a:lnTo>
                  <a:pt x="556247" y="140208"/>
                </a:lnTo>
                <a:lnTo>
                  <a:pt x="574535" y="126492"/>
                </a:lnTo>
                <a:lnTo>
                  <a:pt x="530339" y="105156"/>
                </a:lnTo>
                <a:lnTo>
                  <a:pt x="531088" y="134988"/>
                </a:lnTo>
                <a:lnTo>
                  <a:pt x="531545" y="175120"/>
                </a:lnTo>
                <a:lnTo>
                  <a:pt x="531774" y="225640"/>
                </a:lnTo>
                <a:lnTo>
                  <a:pt x="531863" y="358140"/>
                </a:lnTo>
                <a:lnTo>
                  <a:pt x="444995" y="358140"/>
                </a:lnTo>
                <a:lnTo>
                  <a:pt x="460235" y="373380"/>
                </a:lnTo>
                <a:lnTo>
                  <a:pt x="470547" y="371386"/>
                </a:lnTo>
                <a:lnTo>
                  <a:pt x="480999" y="369951"/>
                </a:lnTo>
                <a:lnTo>
                  <a:pt x="491744" y="369100"/>
                </a:lnTo>
                <a:lnTo>
                  <a:pt x="502907" y="368808"/>
                </a:lnTo>
                <a:lnTo>
                  <a:pt x="850379" y="36880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7303007" y="3028188"/>
            <a:ext cx="370840" cy="376555"/>
          </a:xfrm>
          <a:custGeom>
            <a:avLst/>
            <a:gdLst/>
            <a:ahLst/>
            <a:cxnLst/>
            <a:rect l="l" t="t" r="r" b="b"/>
            <a:pathLst>
              <a:path w="370840" h="376554">
                <a:moveTo>
                  <a:pt x="155448" y="32004"/>
                </a:moveTo>
                <a:lnTo>
                  <a:pt x="138684" y="16764"/>
                </a:lnTo>
                <a:lnTo>
                  <a:pt x="289559" y="16764"/>
                </a:lnTo>
                <a:lnTo>
                  <a:pt x="303276" y="0"/>
                </a:lnTo>
                <a:lnTo>
                  <a:pt x="329184" y="21336"/>
                </a:lnTo>
                <a:lnTo>
                  <a:pt x="321346" y="27432"/>
                </a:lnTo>
                <a:lnTo>
                  <a:pt x="196596" y="27432"/>
                </a:lnTo>
                <a:lnTo>
                  <a:pt x="185451" y="27717"/>
                </a:lnTo>
                <a:lnTo>
                  <a:pt x="174879" y="28575"/>
                </a:lnTo>
                <a:lnTo>
                  <a:pt x="164877" y="30003"/>
                </a:lnTo>
                <a:lnTo>
                  <a:pt x="155448" y="32004"/>
                </a:lnTo>
                <a:close/>
              </a:path>
              <a:path w="370840" h="376554">
                <a:moveTo>
                  <a:pt x="0" y="272795"/>
                </a:moveTo>
                <a:lnTo>
                  <a:pt x="887" y="248602"/>
                </a:lnTo>
                <a:lnTo>
                  <a:pt x="1249" y="226194"/>
                </a:lnTo>
                <a:lnTo>
                  <a:pt x="1364" y="214883"/>
                </a:lnTo>
                <a:lnTo>
                  <a:pt x="1464" y="106537"/>
                </a:lnTo>
                <a:lnTo>
                  <a:pt x="1366" y="86868"/>
                </a:lnTo>
                <a:lnTo>
                  <a:pt x="1249" y="74676"/>
                </a:lnTo>
                <a:lnTo>
                  <a:pt x="878" y="50292"/>
                </a:lnTo>
                <a:lnTo>
                  <a:pt x="0" y="24384"/>
                </a:lnTo>
                <a:lnTo>
                  <a:pt x="24384" y="39624"/>
                </a:lnTo>
                <a:lnTo>
                  <a:pt x="116292" y="39624"/>
                </a:lnTo>
                <a:lnTo>
                  <a:pt x="121920" y="44196"/>
                </a:lnTo>
                <a:lnTo>
                  <a:pt x="114953" y="50292"/>
                </a:lnTo>
                <a:lnTo>
                  <a:pt x="24384" y="50292"/>
                </a:lnTo>
                <a:lnTo>
                  <a:pt x="24384" y="214883"/>
                </a:lnTo>
                <a:lnTo>
                  <a:pt x="110009" y="214883"/>
                </a:lnTo>
                <a:lnTo>
                  <a:pt x="110350" y="225552"/>
                </a:lnTo>
                <a:lnTo>
                  <a:pt x="24384" y="225552"/>
                </a:lnTo>
                <a:lnTo>
                  <a:pt x="24384" y="262128"/>
                </a:lnTo>
                <a:lnTo>
                  <a:pt x="0" y="272795"/>
                </a:lnTo>
                <a:close/>
              </a:path>
              <a:path w="370840" h="376554">
                <a:moveTo>
                  <a:pt x="116292" y="39624"/>
                </a:moveTo>
                <a:lnTo>
                  <a:pt x="85344" y="39624"/>
                </a:lnTo>
                <a:lnTo>
                  <a:pt x="97536" y="24384"/>
                </a:lnTo>
                <a:lnTo>
                  <a:pt x="116292" y="39624"/>
                </a:lnTo>
                <a:close/>
              </a:path>
              <a:path w="370840" h="376554">
                <a:moveTo>
                  <a:pt x="303276" y="179832"/>
                </a:moveTo>
                <a:lnTo>
                  <a:pt x="278892" y="179832"/>
                </a:lnTo>
                <a:lnTo>
                  <a:pt x="291084" y="27432"/>
                </a:lnTo>
                <a:lnTo>
                  <a:pt x="321346" y="27432"/>
                </a:lnTo>
                <a:lnTo>
                  <a:pt x="315468" y="32004"/>
                </a:lnTo>
                <a:lnTo>
                  <a:pt x="303276" y="179832"/>
                </a:lnTo>
                <a:close/>
              </a:path>
              <a:path w="370840" h="376554">
                <a:moveTo>
                  <a:pt x="110009" y="214883"/>
                </a:moveTo>
                <a:lnTo>
                  <a:pt x="86868" y="214883"/>
                </a:lnTo>
                <a:lnTo>
                  <a:pt x="86868" y="50292"/>
                </a:lnTo>
                <a:lnTo>
                  <a:pt x="114953" y="50292"/>
                </a:lnTo>
                <a:lnTo>
                  <a:pt x="109728" y="54864"/>
                </a:lnTo>
                <a:lnTo>
                  <a:pt x="109824" y="204216"/>
                </a:lnTo>
                <a:lnTo>
                  <a:pt x="109918" y="212026"/>
                </a:lnTo>
                <a:lnTo>
                  <a:pt x="110009" y="214883"/>
                </a:lnTo>
                <a:close/>
              </a:path>
              <a:path w="370840" h="376554">
                <a:moveTo>
                  <a:pt x="172212" y="204216"/>
                </a:moveTo>
                <a:lnTo>
                  <a:pt x="149352" y="184404"/>
                </a:lnTo>
                <a:lnTo>
                  <a:pt x="160020" y="175260"/>
                </a:lnTo>
                <a:lnTo>
                  <a:pt x="164044" y="136969"/>
                </a:lnTo>
                <a:lnTo>
                  <a:pt x="167068" y="104394"/>
                </a:lnTo>
                <a:lnTo>
                  <a:pt x="169235" y="77533"/>
                </a:lnTo>
                <a:lnTo>
                  <a:pt x="170688" y="56388"/>
                </a:lnTo>
                <a:lnTo>
                  <a:pt x="208788" y="74676"/>
                </a:lnTo>
                <a:lnTo>
                  <a:pt x="189738" y="128778"/>
                </a:lnTo>
                <a:lnTo>
                  <a:pt x="184404" y="179832"/>
                </a:lnTo>
                <a:lnTo>
                  <a:pt x="363016" y="179832"/>
                </a:lnTo>
                <a:lnTo>
                  <a:pt x="370332" y="185928"/>
                </a:lnTo>
                <a:lnTo>
                  <a:pt x="364453" y="190500"/>
                </a:lnTo>
                <a:lnTo>
                  <a:pt x="184404" y="190500"/>
                </a:lnTo>
                <a:lnTo>
                  <a:pt x="172212" y="204216"/>
                </a:lnTo>
                <a:close/>
              </a:path>
              <a:path w="370840" h="376554">
                <a:moveTo>
                  <a:pt x="363016" y="179832"/>
                </a:moveTo>
                <a:lnTo>
                  <a:pt x="330708" y="179832"/>
                </a:lnTo>
                <a:lnTo>
                  <a:pt x="342900" y="163068"/>
                </a:lnTo>
                <a:lnTo>
                  <a:pt x="363016" y="179832"/>
                </a:lnTo>
                <a:close/>
              </a:path>
              <a:path w="370840" h="376554">
                <a:moveTo>
                  <a:pt x="337001" y="338328"/>
                </a:moveTo>
                <a:lnTo>
                  <a:pt x="298704" y="338328"/>
                </a:lnTo>
                <a:lnTo>
                  <a:pt x="306323" y="335280"/>
                </a:lnTo>
                <a:lnTo>
                  <a:pt x="310896" y="330708"/>
                </a:lnTo>
                <a:lnTo>
                  <a:pt x="314301" y="325564"/>
                </a:lnTo>
                <a:lnTo>
                  <a:pt x="317563" y="316992"/>
                </a:lnTo>
                <a:lnTo>
                  <a:pt x="320540" y="304990"/>
                </a:lnTo>
                <a:lnTo>
                  <a:pt x="323088" y="289559"/>
                </a:lnTo>
                <a:lnTo>
                  <a:pt x="326233" y="271271"/>
                </a:lnTo>
                <a:lnTo>
                  <a:pt x="328803" y="248602"/>
                </a:lnTo>
                <a:lnTo>
                  <a:pt x="330803" y="221622"/>
                </a:lnTo>
                <a:lnTo>
                  <a:pt x="332232" y="190500"/>
                </a:lnTo>
                <a:lnTo>
                  <a:pt x="364453" y="190500"/>
                </a:lnTo>
                <a:lnTo>
                  <a:pt x="356616" y="196596"/>
                </a:lnTo>
                <a:lnTo>
                  <a:pt x="354306" y="227147"/>
                </a:lnTo>
                <a:lnTo>
                  <a:pt x="351853" y="254698"/>
                </a:lnTo>
                <a:lnTo>
                  <a:pt x="349115" y="279106"/>
                </a:lnTo>
                <a:lnTo>
                  <a:pt x="345948" y="300228"/>
                </a:lnTo>
                <a:lnTo>
                  <a:pt x="343114" y="317992"/>
                </a:lnTo>
                <a:lnTo>
                  <a:pt x="339280" y="332613"/>
                </a:lnTo>
                <a:lnTo>
                  <a:pt x="337001" y="338328"/>
                </a:lnTo>
                <a:close/>
              </a:path>
              <a:path w="370840" h="376554">
                <a:moveTo>
                  <a:pt x="86868" y="252983"/>
                </a:moveTo>
                <a:lnTo>
                  <a:pt x="86868" y="225552"/>
                </a:lnTo>
                <a:lnTo>
                  <a:pt x="110350" y="225552"/>
                </a:lnTo>
                <a:lnTo>
                  <a:pt x="110428" y="227147"/>
                </a:lnTo>
                <a:lnTo>
                  <a:pt x="111252" y="240792"/>
                </a:lnTo>
                <a:lnTo>
                  <a:pt x="86868" y="252983"/>
                </a:lnTo>
                <a:close/>
              </a:path>
              <a:path w="370840" h="376554">
                <a:moveTo>
                  <a:pt x="117348" y="271271"/>
                </a:moveTo>
                <a:lnTo>
                  <a:pt x="100584" y="254507"/>
                </a:lnTo>
                <a:lnTo>
                  <a:pt x="257556" y="254507"/>
                </a:lnTo>
                <a:lnTo>
                  <a:pt x="278892" y="234695"/>
                </a:lnTo>
                <a:lnTo>
                  <a:pt x="309371" y="265176"/>
                </a:lnTo>
                <a:lnTo>
                  <a:pt x="150876" y="265176"/>
                </a:lnTo>
                <a:lnTo>
                  <a:pt x="141779" y="265485"/>
                </a:lnTo>
                <a:lnTo>
                  <a:pt x="132969" y="266509"/>
                </a:lnTo>
                <a:lnTo>
                  <a:pt x="124729" y="268390"/>
                </a:lnTo>
                <a:lnTo>
                  <a:pt x="117348" y="271271"/>
                </a:lnTo>
                <a:close/>
              </a:path>
              <a:path w="370840" h="376554">
                <a:moveTo>
                  <a:pt x="291084" y="376427"/>
                </a:moveTo>
                <a:lnTo>
                  <a:pt x="287083" y="365307"/>
                </a:lnTo>
                <a:lnTo>
                  <a:pt x="277368" y="354901"/>
                </a:lnTo>
                <a:lnTo>
                  <a:pt x="261937" y="345352"/>
                </a:lnTo>
                <a:lnTo>
                  <a:pt x="240792" y="336804"/>
                </a:lnTo>
                <a:lnTo>
                  <a:pt x="240792" y="329184"/>
                </a:lnTo>
                <a:lnTo>
                  <a:pt x="255912" y="332089"/>
                </a:lnTo>
                <a:lnTo>
                  <a:pt x="269176" y="334137"/>
                </a:lnTo>
                <a:lnTo>
                  <a:pt x="289559" y="336804"/>
                </a:lnTo>
                <a:lnTo>
                  <a:pt x="298704" y="338328"/>
                </a:lnTo>
                <a:lnTo>
                  <a:pt x="337001" y="338328"/>
                </a:lnTo>
                <a:lnTo>
                  <a:pt x="334589" y="344376"/>
                </a:lnTo>
                <a:lnTo>
                  <a:pt x="329184" y="353568"/>
                </a:lnTo>
                <a:lnTo>
                  <a:pt x="322587" y="360140"/>
                </a:lnTo>
                <a:lnTo>
                  <a:pt x="314134" y="366141"/>
                </a:lnTo>
                <a:lnTo>
                  <a:pt x="303680" y="371570"/>
                </a:lnTo>
                <a:lnTo>
                  <a:pt x="291084" y="37642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7764779" y="3050286"/>
            <a:ext cx="149225" cy="293370"/>
          </a:xfrm>
          <a:custGeom>
            <a:avLst/>
            <a:gdLst/>
            <a:ahLst/>
            <a:cxnLst/>
            <a:rect l="l" t="t" r="r" b="b"/>
            <a:pathLst>
              <a:path w="149225" h="293370">
                <a:moveTo>
                  <a:pt x="25908" y="89154"/>
                </a:moveTo>
                <a:lnTo>
                  <a:pt x="13716" y="89154"/>
                </a:lnTo>
                <a:lnTo>
                  <a:pt x="9144" y="86106"/>
                </a:lnTo>
                <a:lnTo>
                  <a:pt x="4572" y="80010"/>
                </a:lnTo>
                <a:lnTo>
                  <a:pt x="1524" y="75438"/>
                </a:lnTo>
                <a:lnTo>
                  <a:pt x="0" y="67818"/>
                </a:lnTo>
                <a:lnTo>
                  <a:pt x="1524" y="55626"/>
                </a:lnTo>
                <a:lnTo>
                  <a:pt x="29622" y="16216"/>
                </a:lnTo>
                <a:lnTo>
                  <a:pt x="67294" y="571"/>
                </a:lnTo>
                <a:lnTo>
                  <a:pt x="76962" y="0"/>
                </a:lnTo>
                <a:lnTo>
                  <a:pt x="86629" y="571"/>
                </a:lnTo>
                <a:lnTo>
                  <a:pt x="96012" y="2286"/>
                </a:lnTo>
                <a:lnTo>
                  <a:pt x="105156" y="4548"/>
                </a:lnTo>
                <a:lnTo>
                  <a:pt x="114300" y="8953"/>
                </a:lnTo>
                <a:lnTo>
                  <a:pt x="117835" y="11430"/>
                </a:lnTo>
                <a:lnTo>
                  <a:pt x="73152" y="11430"/>
                </a:lnTo>
                <a:lnTo>
                  <a:pt x="63412" y="12263"/>
                </a:lnTo>
                <a:lnTo>
                  <a:pt x="28384" y="35242"/>
                </a:lnTo>
                <a:lnTo>
                  <a:pt x="22860" y="43434"/>
                </a:lnTo>
                <a:lnTo>
                  <a:pt x="22860" y="49530"/>
                </a:lnTo>
                <a:lnTo>
                  <a:pt x="24384" y="52578"/>
                </a:lnTo>
                <a:lnTo>
                  <a:pt x="30480" y="55626"/>
                </a:lnTo>
                <a:lnTo>
                  <a:pt x="35052" y="58674"/>
                </a:lnTo>
                <a:lnTo>
                  <a:pt x="36576" y="63246"/>
                </a:lnTo>
                <a:lnTo>
                  <a:pt x="36576" y="80010"/>
                </a:lnTo>
                <a:lnTo>
                  <a:pt x="30480" y="86106"/>
                </a:lnTo>
                <a:lnTo>
                  <a:pt x="25908" y="89154"/>
                </a:lnTo>
                <a:close/>
              </a:path>
              <a:path w="149225" h="293370">
                <a:moveTo>
                  <a:pt x="76200" y="209550"/>
                </a:moveTo>
                <a:lnTo>
                  <a:pt x="70437" y="206692"/>
                </a:lnTo>
                <a:lnTo>
                  <a:pt x="66675" y="200406"/>
                </a:lnTo>
                <a:lnTo>
                  <a:pt x="64627" y="190690"/>
                </a:lnTo>
                <a:lnTo>
                  <a:pt x="64008" y="177546"/>
                </a:lnTo>
                <a:lnTo>
                  <a:pt x="65484" y="162687"/>
                </a:lnTo>
                <a:lnTo>
                  <a:pt x="70104" y="147828"/>
                </a:lnTo>
                <a:lnTo>
                  <a:pt x="78152" y="132969"/>
                </a:lnTo>
                <a:lnTo>
                  <a:pt x="89916" y="118110"/>
                </a:lnTo>
                <a:lnTo>
                  <a:pt x="100203" y="103846"/>
                </a:lnTo>
                <a:lnTo>
                  <a:pt x="108204" y="90868"/>
                </a:lnTo>
                <a:lnTo>
                  <a:pt x="113919" y="79319"/>
                </a:lnTo>
                <a:lnTo>
                  <a:pt x="117348" y="69342"/>
                </a:lnTo>
                <a:lnTo>
                  <a:pt x="117609" y="59936"/>
                </a:lnTo>
                <a:lnTo>
                  <a:pt x="116014" y="50101"/>
                </a:lnTo>
                <a:lnTo>
                  <a:pt x="91630" y="15430"/>
                </a:lnTo>
                <a:lnTo>
                  <a:pt x="73152" y="11430"/>
                </a:lnTo>
                <a:lnTo>
                  <a:pt x="117835" y="11430"/>
                </a:lnTo>
                <a:lnTo>
                  <a:pt x="146494" y="44196"/>
                </a:lnTo>
                <a:lnTo>
                  <a:pt x="148661" y="56197"/>
                </a:lnTo>
                <a:lnTo>
                  <a:pt x="147828" y="69342"/>
                </a:lnTo>
                <a:lnTo>
                  <a:pt x="144708" y="83296"/>
                </a:lnTo>
                <a:lnTo>
                  <a:pt x="137731" y="97536"/>
                </a:lnTo>
                <a:lnTo>
                  <a:pt x="127039" y="111775"/>
                </a:lnTo>
                <a:lnTo>
                  <a:pt x="112776" y="125730"/>
                </a:lnTo>
                <a:lnTo>
                  <a:pt x="98488" y="142041"/>
                </a:lnTo>
                <a:lnTo>
                  <a:pt x="87630" y="161353"/>
                </a:lnTo>
                <a:lnTo>
                  <a:pt x="80200" y="183808"/>
                </a:lnTo>
                <a:lnTo>
                  <a:pt x="76200" y="209550"/>
                </a:lnTo>
                <a:close/>
              </a:path>
              <a:path w="149225" h="293370">
                <a:moveTo>
                  <a:pt x="76200" y="293370"/>
                </a:moveTo>
                <a:lnTo>
                  <a:pt x="67056" y="293370"/>
                </a:lnTo>
                <a:lnTo>
                  <a:pt x="60960" y="291846"/>
                </a:lnTo>
                <a:lnTo>
                  <a:pt x="42410" y="256103"/>
                </a:lnTo>
                <a:lnTo>
                  <a:pt x="44005" y="249364"/>
                </a:lnTo>
                <a:lnTo>
                  <a:pt x="47601" y="244054"/>
                </a:lnTo>
                <a:lnTo>
                  <a:pt x="53340" y="240030"/>
                </a:lnTo>
                <a:lnTo>
                  <a:pt x="60960" y="235458"/>
                </a:lnTo>
                <a:lnTo>
                  <a:pt x="67056" y="232410"/>
                </a:lnTo>
                <a:lnTo>
                  <a:pt x="76200" y="232410"/>
                </a:lnTo>
                <a:lnTo>
                  <a:pt x="82296" y="235458"/>
                </a:lnTo>
                <a:lnTo>
                  <a:pt x="89916" y="238506"/>
                </a:lnTo>
                <a:lnTo>
                  <a:pt x="102155" y="270557"/>
                </a:lnTo>
                <a:lnTo>
                  <a:pt x="100203" y="277368"/>
                </a:lnTo>
                <a:lnTo>
                  <a:pt x="96535" y="283035"/>
                </a:lnTo>
                <a:lnTo>
                  <a:pt x="91440" y="287273"/>
                </a:lnTo>
                <a:lnTo>
                  <a:pt x="83820" y="291846"/>
                </a:lnTo>
                <a:lnTo>
                  <a:pt x="76200" y="29337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" name="object 15"/>
          <p:cNvSpPr/>
          <p:nvPr/>
        </p:nvSpPr>
        <p:spPr>
          <a:xfrm>
            <a:off x="1751075" y="4497323"/>
            <a:ext cx="155575" cy="155575"/>
          </a:xfrm>
          <a:custGeom>
            <a:avLst/>
            <a:gdLst/>
            <a:ahLst/>
            <a:cxnLst/>
            <a:rect l="l" t="t" r="r" b="b"/>
            <a:pathLst>
              <a:path w="155575" h="155575">
                <a:moveTo>
                  <a:pt x="155448" y="155448"/>
                </a:moveTo>
                <a:lnTo>
                  <a:pt x="0" y="155448"/>
                </a:lnTo>
                <a:lnTo>
                  <a:pt x="0" y="0"/>
                </a:lnTo>
                <a:lnTo>
                  <a:pt x="155448" y="0"/>
                </a:lnTo>
                <a:lnTo>
                  <a:pt x="155448" y="155448"/>
                </a:lnTo>
                <a:close/>
              </a:path>
            </a:pathLst>
          </a:custGeom>
          <a:solidFill>
            <a:srgbClr val="3333C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" name="object 16"/>
          <p:cNvSpPr/>
          <p:nvPr/>
        </p:nvSpPr>
        <p:spPr>
          <a:xfrm>
            <a:off x="2125980" y="4314444"/>
            <a:ext cx="847725" cy="394970"/>
          </a:xfrm>
          <a:custGeom>
            <a:avLst/>
            <a:gdLst/>
            <a:ahLst/>
            <a:cxnLst/>
            <a:rect l="l" t="t" r="r" b="b"/>
            <a:pathLst>
              <a:path w="847725" h="394970">
                <a:moveTo>
                  <a:pt x="94742" y="48031"/>
                </a:moveTo>
                <a:lnTo>
                  <a:pt x="65722" y="15621"/>
                </a:lnTo>
                <a:lnTo>
                  <a:pt x="39624" y="0"/>
                </a:lnTo>
                <a:lnTo>
                  <a:pt x="35052" y="3048"/>
                </a:lnTo>
                <a:lnTo>
                  <a:pt x="46456" y="20510"/>
                </a:lnTo>
                <a:lnTo>
                  <a:pt x="55435" y="36385"/>
                </a:lnTo>
                <a:lnTo>
                  <a:pt x="61836" y="50850"/>
                </a:lnTo>
                <a:lnTo>
                  <a:pt x="65532" y="64008"/>
                </a:lnTo>
                <a:lnTo>
                  <a:pt x="67056" y="76200"/>
                </a:lnTo>
                <a:lnTo>
                  <a:pt x="71628" y="80772"/>
                </a:lnTo>
                <a:lnTo>
                  <a:pt x="77724" y="80772"/>
                </a:lnTo>
                <a:lnTo>
                  <a:pt x="82296" y="79248"/>
                </a:lnTo>
                <a:lnTo>
                  <a:pt x="86868" y="74676"/>
                </a:lnTo>
                <a:lnTo>
                  <a:pt x="91440" y="71628"/>
                </a:lnTo>
                <a:lnTo>
                  <a:pt x="94488" y="64008"/>
                </a:lnTo>
                <a:lnTo>
                  <a:pt x="94488" y="54864"/>
                </a:lnTo>
                <a:lnTo>
                  <a:pt x="94742" y="48031"/>
                </a:lnTo>
                <a:close/>
              </a:path>
              <a:path w="847725" h="394970">
                <a:moveTo>
                  <a:pt x="269748" y="42672"/>
                </a:moveTo>
                <a:lnTo>
                  <a:pt x="232333" y="8813"/>
                </a:lnTo>
                <a:lnTo>
                  <a:pt x="214884" y="0"/>
                </a:lnTo>
                <a:lnTo>
                  <a:pt x="211836" y="3048"/>
                </a:lnTo>
                <a:lnTo>
                  <a:pt x="222351" y="18465"/>
                </a:lnTo>
                <a:lnTo>
                  <a:pt x="230886" y="32575"/>
                </a:lnTo>
                <a:lnTo>
                  <a:pt x="237121" y="45275"/>
                </a:lnTo>
                <a:lnTo>
                  <a:pt x="240792" y="56388"/>
                </a:lnTo>
                <a:lnTo>
                  <a:pt x="243840" y="67056"/>
                </a:lnTo>
                <a:lnTo>
                  <a:pt x="245364" y="73152"/>
                </a:lnTo>
                <a:lnTo>
                  <a:pt x="251460" y="73152"/>
                </a:lnTo>
                <a:lnTo>
                  <a:pt x="252984" y="70104"/>
                </a:lnTo>
                <a:lnTo>
                  <a:pt x="262128" y="64008"/>
                </a:lnTo>
                <a:lnTo>
                  <a:pt x="265176" y="57912"/>
                </a:lnTo>
                <a:lnTo>
                  <a:pt x="266700" y="50292"/>
                </a:lnTo>
                <a:lnTo>
                  <a:pt x="269748" y="42672"/>
                </a:lnTo>
                <a:close/>
              </a:path>
              <a:path w="847725" h="394970">
                <a:moveTo>
                  <a:pt x="396240" y="99060"/>
                </a:moveTo>
                <a:lnTo>
                  <a:pt x="364236" y="60960"/>
                </a:lnTo>
                <a:lnTo>
                  <a:pt x="338328" y="88392"/>
                </a:lnTo>
                <a:lnTo>
                  <a:pt x="128016" y="88392"/>
                </a:lnTo>
                <a:lnTo>
                  <a:pt x="143256" y="103632"/>
                </a:lnTo>
                <a:lnTo>
                  <a:pt x="152984" y="101638"/>
                </a:lnTo>
                <a:lnTo>
                  <a:pt x="161734" y="100203"/>
                </a:lnTo>
                <a:lnTo>
                  <a:pt x="169608" y="99352"/>
                </a:lnTo>
                <a:lnTo>
                  <a:pt x="176784" y="99060"/>
                </a:lnTo>
                <a:lnTo>
                  <a:pt x="292608" y="99060"/>
                </a:lnTo>
                <a:lnTo>
                  <a:pt x="286893" y="123355"/>
                </a:lnTo>
                <a:lnTo>
                  <a:pt x="278892" y="148209"/>
                </a:lnTo>
                <a:lnTo>
                  <a:pt x="268605" y="173647"/>
                </a:lnTo>
                <a:lnTo>
                  <a:pt x="256032" y="199644"/>
                </a:lnTo>
                <a:lnTo>
                  <a:pt x="238963" y="186499"/>
                </a:lnTo>
                <a:lnTo>
                  <a:pt x="217551" y="172021"/>
                </a:lnTo>
                <a:lnTo>
                  <a:pt x="192163" y="156146"/>
                </a:lnTo>
                <a:lnTo>
                  <a:pt x="163068" y="138684"/>
                </a:lnTo>
                <a:lnTo>
                  <a:pt x="158496" y="143256"/>
                </a:lnTo>
                <a:lnTo>
                  <a:pt x="180187" y="159816"/>
                </a:lnTo>
                <a:lnTo>
                  <a:pt x="201739" y="177355"/>
                </a:lnTo>
                <a:lnTo>
                  <a:pt x="222999" y="195770"/>
                </a:lnTo>
                <a:lnTo>
                  <a:pt x="243840" y="214884"/>
                </a:lnTo>
                <a:lnTo>
                  <a:pt x="223812" y="240271"/>
                </a:lnTo>
                <a:lnTo>
                  <a:pt x="197929" y="265938"/>
                </a:lnTo>
                <a:lnTo>
                  <a:pt x="166039" y="291617"/>
                </a:lnTo>
                <a:lnTo>
                  <a:pt x="128016" y="316992"/>
                </a:lnTo>
                <a:lnTo>
                  <a:pt x="131064" y="323088"/>
                </a:lnTo>
                <a:lnTo>
                  <a:pt x="167398" y="306209"/>
                </a:lnTo>
                <a:lnTo>
                  <a:pt x="201168" y="285178"/>
                </a:lnTo>
                <a:lnTo>
                  <a:pt x="232638" y="259867"/>
                </a:lnTo>
                <a:lnTo>
                  <a:pt x="262128" y="230124"/>
                </a:lnTo>
                <a:lnTo>
                  <a:pt x="270408" y="238442"/>
                </a:lnTo>
                <a:lnTo>
                  <a:pt x="298704" y="268224"/>
                </a:lnTo>
                <a:lnTo>
                  <a:pt x="325272" y="300799"/>
                </a:lnTo>
                <a:lnTo>
                  <a:pt x="336804" y="320040"/>
                </a:lnTo>
                <a:lnTo>
                  <a:pt x="341376" y="326136"/>
                </a:lnTo>
                <a:lnTo>
                  <a:pt x="344424" y="324612"/>
                </a:lnTo>
                <a:lnTo>
                  <a:pt x="348996" y="323088"/>
                </a:lnTo>
                <a:lnTo>
                  <a:pt x="352044" y="316992"/>
                </a:lnTo>
                <a:lnTo>
                  <a:pt x="355092" y="304800"/>
                </a:lnTo>
                <a:lnTo>
                  <a:pt x="355701" y="295643"/>
                </a:lnTo>
                <a:lnTo>
                  <a:pt x="353187" y="286321"/>
                </a:lnTo>
                <a:lnTo>
                  <a:pt x="328993" y="256438"/>
                </a:lnTo>
                <a:lnTo>
                  <a:pt x="297599" y="230124"/>
                </a:lnTo>
                <a:lnTo>
                  <a:pt x="275844" y="213360"/>
                </a:lnTo>
                <a:lnTo>
                  <a:pt x="282981" y="199644"/>
                </a:lnTo>
                <a:lnTo>
                  <a:pt x="289814" y="186499"/>
                </a:lnTo>
                <a:lnTo>
                  <a:pt x="301942" y="158496"/>
                </a:lnTo>
                <a:lnTo>
                  <a:pt x="312051" y="129349"/>
                </a:lnTo>
                <a:lnTo>
                  <a:pt x="320040" y="99060"/>
                </a:lnTo>
                <a:lnTo>
                  <a:pt x="396240" y="99060"/>
                </a:lnTo>
                <a:close/>
              </a:path>
              <a:path w="847725" h="394970">
                <a:moveTo>
                  <a:pt x="405384" y="347472"/>
                </a:moveTo>
                <a:lnTo>
                  <a:pt x="365569" y="350329"/>
                </a:lnTo>
                <a:lnTo>
                  <a:pt x="343446" y="351548"/>
                </a:lnTo>
                <a:lnTo>
                  <a:pt x="320040" y="352044"/>
                </a:lnTo>
                <a:lnTo>
                  <a:pt x="296608" y="352907"/>
                </a:lnTo>
                <a:lnTo>
                  <a:pt x="272034" y="353187"/>
                </a:lnTo>
                <a:lnTo>
                  <a:pt x="246316" y="352907"/>
                </a:lnTo>
                <a:lnTo>
                  <a:pt x="219456" y="352044"/>
                </a:lnTo>
                <a:lnTo>
                  <a:pt x="172783" y="346329"/>
                </a:lnTo>
                <a:lnTo>
                  <a:pt x="125552" y="325742"/>
                </a:lnTo>
                <a:lnTo>
                  <a:pt x="105511" y="310896"/>
                </a:lnTo>
                <a:lnTo>
                  <a:pt x="103314" y="309118"/>
                </a:lnTo>
                <a:lnTo>
                  <a:pt x="94488" y="300228"/>
                </a:lnTo>
                <a:lnTo>
                  <a:pt x="94488" y="161544"/>
                </a:lnTo>
                <a:lnTo>
                  <a:pt x="102946" y="153924"/>
                </a:lnTo>
                <a:lnTo>
                  <a:pt x="109728" y="147828"/>
                </a:lnTo>
                <a:lnTo>
                  <a:pt x="80772" y="124968"/>
                </a:lnTo>
                <a:lnTo>
                  <a:pt x="68580" y="143256"/>
                </a:lnTo>
                <a:lnTo>
                  <a:pt x="0" y="143256"/>
                </a:lnTo>
                <a:lnTo>
                  <a:pt x="15240" y="160020"/>
                </a:lnTo>
                <a:lnTo>
                  <a:pt x="24663" y="157149"/>
                </a:lnTo>
                <a:lnTo>
                  <a:pt x="34671" y="155257"/>
                </a:lnTo>
                <a:lnTo>
                  <a:pt x="45237" y="154241"/>
                </a:lnTo>
                <a:lnTo>
                  <a:pt x="56388" y="153924"/>
                </a:lnTo>
                <a:lnTo>
                  <a:pt x="71628" y="153924"/>
                </a:lnTo>
                <a:lnTo>
                  <a:pt x="71628" y="298704"/>
                </a:lnTo>
                <a:lnTo>
                  <a:pt x="52501" y="307022"/>
                </a:lnTo>
                <a:lnTo>
                  <a:pt x="34099" y="316039"/>
                </a:lnTo>
                <a:lnTo>
                  <a:pt x="16548" y="325932"/>
                </a:lnTo>
                <a:lnTo>
                  <a:pt x="0" y="336804"/>
                </a:lnTo>
                <a:lnTo>
                  <a:pt x="25908" y="362712"/>
                </a:lnTo>
                <a:lnTo>
                  <a:pt x="30187" y="355549"/>
                </a:lnTo>
                <a:lnTo>
                  <a:pt x="36195" y="347662"/>
                </a:lnTo>
                <a:lnTo>
                  <a:pt x="62788" y="320332"/>
                </a:lnTo>
                <a:lnTo>
                  <a:pt x="82296" y="310896"/>
                </a:lnTo>
                <a:lnTo>
                  <a:pt x="87439" y="313804"/>
                </a:lnTo>
                <a:lnTo>
                  <a:pt x="93726" y="318135"/>
                </a:lnTo>
                <a:lnTo>
                  <a:pt x="101155" y="324192"/>
                </a:lnTo>
                <a:lnTo>
                  <a:pt x="109728" y="332232"/>
                </a:lnTo>
                <a:lnTo>
                  <a:pt x="119748" y="341096"/>
                </a:lnTo>
                <a:lnTo>
                  <a:pt x="161544" y="364236"/>
                </a:lnTo>
                <a:lnTo>
                  <a:pt x="219837" y="377532"/>
                </a:lnTo>
                <a:lnTo>
                  <a:pt x="269786" y="381482"/>
                </a:lnTo>
                <a:lnTo>
                  <a:pt x="332562" y="383768"/>
                </a:lnTo>
                <a:lnTo>
                  <a:pt x="368808" y="384048"/>
                </a:lnTo>
                <a:lnTo>
                  <a:pt x="371094" y="374357"/>
                </a:lnTo>
                <a:lnTo>
                  <a:pt x="377952" y="365950"/>
                </a:lnTo>
                <a:lnTo>
                  <a:pt x="389382" y="358978"/>
                </a:lnTo>
                <a:lnTo>
                  <a:pt x="405384" y="353568"/>
                </a:lnTo>
                <a:lnTo>
                  <a:pt x="405384" y="353187"/>
                </a:lnTo>
                <a:lnTo>
                  <a:pt x="405384" y="347472"/>
                </a:lnTo>
                <a:close/>
              </a:path>
              <a:path w="847725" h="394970">
                <a:moveTo>
                  <a:pt x="763511" y="22860"/>
                </a:moveTo>
                <a:lnTo>
                  <a:pt x="756196" y="16764"/>
                </a:lnTo>
                <a:lnTo>
                  <a:pt x="736079" y="0"/>
                </a:lnTo>
                <a:lnTo>
                  <a:pt x="723887" y="13411"/>
                </a:lnTo>
                <a:lnTo>
                  <a:pt x="723887" y="27432"/>
                </a:lnTo>
                <a:lnTo>
                  <a:pt x="723887" y="77724"/>
                </a:lnTo>
                <a:lnTo>
                  <a:pt x="723887" y="88392"/>
                </a:lnTo>
                <a:lnTo>
                  <a:pt x="723887" y="140208"/>
                </a:lnTo>
                <a:lnTo>
                  <a:pt x="573011" y="140208"/>
                </a:lnTo>
                <a:lnTo>
                  <a:pt x="573011" y="88392"/>
                </a:lnTo>
                <a:lnTo>
                  <a:pt x="723887" y="88392"/>
                </a:lnTo>
                <a:lnTo>
                  <a:pt x="723887" y="77724"/>
                </a:lnTo>
                <a:lnTo>
                  <a:pt x="573011" y="77724"/>
                </a:lnTo>
                <a:lnTo>
                  <a:pt x="573011" y="27432"/>
                </a:lnTo>
                <a:lnTo>
                  <a:pt x="723887" y="27432"/>
                </a:lnTo>
                <a:lnTo>
                  <a:pt x="723887" y="13411"/>
                </a:lnTo>
                <a:lnTo>
                  <a:pt x="720839" y="16764"/>
                </a:lnTo>
                <a:lnTo>
                  <a:pt x="574535" y="16764"/>
                </a:lnTo>
                <a:lnTo>
                  <a:pt x="547103" y="1524"/>
                </a:lnTo>
                <a:lnTo>
                  <a:pt x="547928" y="22860"/>
                </a:lnTo>
                <a:lnTo>
                  <a:pt x="548055" y="27432"/>
                </a:lnTo>
                <a:lnTo>
                  <a:pt x="548436" y="47053"/>
                </a:lnTo>
                <a:lnTo>
                  <a:pt x="548614" y="69469"/>
                </a:lnTo>
                <a:lnTo>
                  <a:pt x="548627" y="91440"/>
                </a:lnTo>
                <a:lnTo>
                  <a:pt x="548398" y="112280"/>
                </a:lnTo>
                <a:lnTo>
                  <a:pt x="547344" y="155092"/>
                </a:lnTo>
                <a:lnTo>
                  <a:pt x="547103" y="176784"/>
                </a:lnTo>
                <a:lnTo>
                  <a:pt x="573011" y="166116"/>
                </a:lnTo>
                <a:lnTo>
                  <a:pt x="573011" y="150876"/>
                </a:lnTo>
                <a:lnTo>
                  <a:pt x="723887" y="150876"/>
                </a:lnTo>
                <a:lnTo>
                  <a:pt x="723887" y="173736"/>
                </a:lnTo>
                <a:lnTo>
                  <a:pt x="749795" y="160020"/>
                </a:lnTo>
                <a:lnTo>
                  <a:pt x="749376" y="150876"/>
                </a:lnTo>
                <a:lnTo>
                  <a:pt x="748919" y="141147"/>
                </a:lnTo>
                <a:lnTo>
                  <a:pt x="748906" y="140208"/>
                </a:lnTo>
                <a:lnTo>
                  <a:pt x="748461" y="114109"/>
                </a:lnTo>
                <a:lnTo>
                  <a:pt x="748347" y="88392"/>
                </a:lnTo>
                <a:lnTo>
                  <a:pt x="748296" y="77724"/>
                </a:lnTo>
                <a:lnTo>
                  <a:pt x="748271" y="35052"/>
                </a:lnTo>
                <a:lnTo>
                  <a:pt x="757796" y="27432"/>
                </a:lnTo>
                <a:lnTo>
                  <a:pt x="763511" y="22860"/>
                </a:lnTo>
                <a:close/>
              </a:path>
              <a:path w="847725" h="394970">
                <a:moveTo>
                  <a:pt x="847331" y="352044"/>
                </a:moveTo>
                <a:lnTo>
                  <a:pt x="827646" y="354698"/>
                </a:lnTo>
                <a:lnTo>
                  <a:pt x="805230" y="356044"/>
                </a:lnTo>
                <a:lnTo>
                  <a:pt x="780262" y="356552"/>
                </a:lnTo>
                <a:lnTo>
                  <a:pt x="752843" y="356616"/>
                </a:lnTo>
                <a:lnTo>
                  <a:pt x="725081" y="356044"/>
                </a:lnTo>
                <a:lnTo>
                  <a:pt x="701027" y="354330"/>
                </a:lnTo>
                <a:lnTo>
                  <a:pt x="680415" y="351472"/>
                </a:lnTo>
                <a:lnTo>
                  <a:pt x="662927" y="347472"/>
                </a:lnTo>
                <a:lnTo>
                  <a:pt x="662927" y="339852"/>
                </a:lnTo>
                <a:lnTo>
                  <a:pt x="662927" y="275844"/>
                </a:lnTo>
                <a:lnTo>
                  <a:pt x="809231" y="275844"/>
                </a:lnTo>
                <a:lnTo>
                  <a:pt x="798563" y="265176"/>
                </a:lnTo>
                <a:lnTo>
                  <a:pt x="775703" y="242316"/>
                </a:lnTo>
                <a:lnTo>
                  <a:pt x="752843" y="265176"/>
                </a:lnTo>
                <a:lnTo>
                  <a:pt x="662927" y="265176"/>
                </a:lnTo>
                <a:lnTo>
                  <a:pt x="662927" y="205740"/>
                </a:lnTo>
                <a:lnTo>
                  <a:pt x="838187" y="205740"/>
                </a:lnTo>
                <a:lnTo>
                  <a:pt x="801611" y="169164"/>
                </a:lnTo>
                <a:lnTo>
                  <a:pt x="775703" y="196596"/>
                </a:lnTo>
                <a:lnTo>
                  <a:pt x="454139" y="196596"/>
                </a:lnTo>
                <a:lnTo>
                  <a:pt x="470903" y="211836"/>
                </a:lnTo>
                <a:lnTo>
                  <a:pt x="480339" y="209600"/>
                </a:lnTo>
                <a:lnTo>
                  <a:pt x="490334" y="207645"/>
                </a:lnTo>
                <a:lnTo>
                  <a:pt x="500913" y="206273"/>
                </a:lnTo>
                <a:lnTo>
                  <a:pt x="512051" y="205740"/>
                </a:lnTo>
                <a:lnTo>
                  <a:pt x="638543" y="205740"/>
                </a:lnTo>
                <a:lnTo>
                  <a:pt x="638543" y="339852"/>
                </a:lnTo>
                <a:lnTo>
                  <a:pt x="613448" y="327571"/>
                </a:lnTo>
                <a:lnTo>
                  <a:pt x="590918" y="313563"/>
                </a:lnTo>
                <a:lnTo>
                  <a:pt x="571258" y="297853"/>
                </a:lnTo>
                <a:lnTo>
                  <a:pt x="563397" y="289560"/>
                </a:lnTo>
                <a:lnTo>
                  <a:pt x="554723" y="280416"/>
                </a:lnTo>
                <a:lnTo>
                  <a:pt x="576059" y="242316"/>
                </a:lnTo>
                <a:lnTo>
                  <a:pt x="583679" y="237744"/>
                </a:lnTo>
                <a:lnTo>
                  <a:pt x="545579" y="214884"/>
                </a:lnTo>
                <a:lnTo>
                  <a:pt x="531863" y="269468"/>
                </a:lnTo>
                <a:lnTo>
                  <a:pt x="511289" y="316611"/>
                </a:lnTo>
                <a:lnTo>
                  <a:pt x="483857" y="356336"/>
                </a:lnTo>
                <a:lnTo>
                  <a:pt x="449567" y="388620"/>
                </a:lnTo>
                <a:lnTo>
                  <a:pt x="452615" y="394716"/>
                </a:lnTo>
                <a:lnTo>
                  <a:pt x="482866" y="376148"/>
                </a:lnTo>
                <a:lnTo>
                  <a:pt x="509384" y="352425"/>
                </a:lnTo>
                <a:lnTo>
                  <a:pt x="531914" y="323570"/>
                </a:lnTo>
                <a:lnTo>
                  <a:pt x="550151" y="289560"/>
                </a:lnTo>
                <a:lnTo>
                  <a:pt x="560971" y="302971"/>
                </a:lnTo>
                <a:lnTo>
                  <a:pt x="597395" y="338328"/>
                </a:lnTo>
                <a:lnTo>
                  <a:pt x="646912" y="365340"/>
                </a:lnTo>
                <a:lnTo>
                  <a:pt x="692696" y="378129"/>
                </a:lnTo>
                <a:lnTo>
                  <a:pt x="764806" y="386651"/>
                </a:lnTo>
                <a:lnTo>
                  <a:pt x="812279" y="388620"/>
                </a:lnTo>
                <a:lnTo>
                  <a:pt x="816051" y="379196"/>
                </a:lnTo>
                <a:lnTo>
                  <a:pt x="822947" y="371475"/>
                </a:lnTo>
                <a:lnTo>
                  <a:pt x="833285" y="365480"/>
                </a:lnTo>
                <a:lnTo>
                  <a:pt x="847331" y="361188"/>
                </a:lnTo>
                <a:lnTo>
                  <a:pt x="847331" y="356616"/>
                </a:lnTo>
                <a:lnTo>
                  <a:pt x="847331" y="35204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" name="object 17"/>
          <p:cNvSpPr/>
          <p:nvPr/>
        </p:nvSpPr>
        <p:spPr>
          <a:xfrm>
            <a:off x="3020555" y="4305312"/>
            <a:ext cx="1288415" cy="411480"/>
          </a:xfrm>
          <a:custGeom>
            <a:avLst/>
            <a:gdLst/>
            <a:ahLst/>
            <a:cxnLst/>
            <a:rect l="l" t="t" r="r" b="b"/>
            <a:pathLst>
              <a:path w="1288414" h="411479">
                <a:moveTo>
                  <a:pt x="396240" y="193548"/>
                </a:moveTo>
                <a:lnTo>
                  <a:pt x="358140" y="155448"/>
                </a:lnTo>
                <a:lnTo>
                  <a:pt x="323088" y="182880"/>
                </a:lnTo>
                <a:lnTo>
                  <a:pt x="0" y="182880"/>
                </a:lnTo>
                <a:lnTo>
                  <a:pt x="15240" y="198120"/>
                </a:lnTo>
                <a:lnTo>
                  <a:pt x="25196" y="196113"/>
                </a:lnTo>
                <a:lnTo>
                  <a:pt x="36576" y="194691"/>
                </a:lnTo>
                <a:lnTo>
                  <a:pt x="49110" y="193827"/>
                </a:lnTo>
                <a:lnTo>
                  <a:pt x="62484" y="193548"/>
                </a:lnTo>
                <a:lnTo>
                  <a:pt x="396240" y="193548"/>
                </a:lnTo>
                <a:close/>
              </a:path>
              <a:path w="1288414" h="411479">
                <a:moveTo>
                  <a:pt x="669048" y="147828"/>
                </a:moveTo>
                <a:lnTo>
                  <a:pt x="626376" y="124968"/>
                </a:lnTo>
                <a:lnTo>
                  <a:pt x="627430" y="144780"/>
                </a:lnTo>
                <a:lnTo>
                  <a:pt x="628472" y="165163"/>
                </a:lnTo>
                <a:lnTo>
                  <a:pt x="629158" y="183045"/>
                </a:lnTo>
                <a:lnTo>
                  <a:pt x="629361" y="195783"/>
                </a:lnTo>
                <a:lnTo>
                  <a:pt x="629424" y="313944"/>
                </a:lnTo>
                <a:lnTo>
                  <a:pt x="629158" y="331101"/>
                </a:lnTo>
                <a:lnTo>
                  <a:pt x="628472" y="352996"/>
                </a:lnTo>
                <a:lnTo>
                  <a:pt x="627545" y="378091"/>
                </a:lnTo>
                <a:lnTo>
                  <a:pt x="626376" y="411480"/>
                </a:lnTo>
                <a:lnTo>
                  <a:pt x="656856" y="394716"/>
                </a:lnTo>
                <a:lnTo>
                  <a:pt x="655967" y="378091"/>
                </a:lnTo>
                <a:lnTo>
                  <a:pt x="655523" y="362331"/>
                </a:lnTo>
                <a:lnTo>
                  <a:pt x="655408" y="352996"/>
                </a:lnTo>
                <a:lnTo>
                  <a:pt x="655332" y="158496"/>
                </a:lnTo>
                <a:lnTo>
                  <a:pt x="669048" y="147828"/>
                </a:lnTo>
                <a:close/>
              </a:path>
              <a:path w="1288414" h="411479">
                <a:moveTo>
                  <a:pt x="845832" y="181356"/>
                </a:moveTo>
                <a:lnTo>
                  <a:pt x="798207" y="166878"/>
                </a:lnTo>
                <a:lnTo>
                  <a:pt x="748296" y="138684"/>
                </a:lnTo>
                <a:lnTo>
                  <a:pt x="697623" y="93916"/>
                </a:lnTo>
                <a:lnTo>
                  <a:pt x="655866" y="41148"/>
                </a:lnTo>
                <a:lnTo>
                  <a:pt x="649236" y="32004"/>
                </a:lnTo>
                <a:lnTo>
                  <a:pt x="666000" y="21336"/>
                </a:lnTo>
                <a:lnTo>
                  <a:pt x="629424" y="0"/>
                </a:lnTo>
                <a:lnTo>
                  <a:pt x="603326" y="56578"/>
                </a:lnTo>
                <a:lnTo>
                  <a:pt x="562368" y="118872"/>
                </a:lnTo>
                <a:lnTo>
                  <a:pt x="535762" y="149161"/>
                </a:lnTo>
                <a:lnTo>
                  <a:pt x="506222" y="175971"/>
                </a:lnTo>
                <a:lnTo>
                  <a:pt x="473417" y="199453"/>
                </a:lnTo>
                <a:lnTo>
                  <a:pt x="437400" y="219456"/>
                </a:lnTo>
                <a:lnTo>
                  <a:pt x="438924" y="225552"/>
                </a:lnTo>
                <a:lnTo>
                  <a:pt x="474662" y="209829"/>
                </a:lnTo>
                <a:lnTo>
                  <a:pt x="534720" y="173253"/>
                </a:lnTo>
                <a:lnTo>
                  <a:pt x="581647" y="130086"/>
                </a:lnTo>
                <a:lnTo>
                  <a:pt x="624039" y="74599"/>
                </a:lnTo>
                <a:lnTo>
                  <a:pt x="644664" y="41148"/>
                </a:lnTo>
                <a:lnTo>
                  <a:pt x="662952" y="72339"/>
                </a:lnTo>
                <a:lnTo>
                  <a:pt x="699528" y="123863"/>
                </a:lnTo>
                <a:lnTo>
                  <a:pt x="736981" y="162725"/>
                </a:lnTo>
                <a:lnTo>
                  <a:pt x="781037" y="195783"/>
                </a:lnTo>
                <a:lnTo>
                  <a:pt x="806208" y="210312"/>
                </a:lnTo>
                <a:lnTo>
                  <a:pt x="813041" y="201168"/>
                </a:lnTo>
                <a:lnTo>
                  <a:pt x="822020" y="194310"/>
                </a:lnTo>
                <a:lnTo>
                  <a:pt x="832993" y="189738"/>
                </a:lnTo>
                <a:lnTo>
                  <a:pt x="845832" y="187452"/>
                </a:lnTo>
                <a:lnTo>
                  <a:pt x="845832" y="181356"/>
                </a:lnTo>
                <a:close/>
              </a:path>
              <a:path w="1288414" h="411479">
                <a:moveTo>
                  <a:pt x="1287792" y="83820"/>
                </a:moveTo>
                <a:lnTo>
                  <a:pt x="1248168" y="44196"/>
                </a:lnTo>
                <a:lnTo>
                  <a:pt x="1217688" y="73152"/>
                </a:lnTo>
                <a:lnTo>
                  <a:pt x="1069860" y="73152"/>
                </a:lnTo>
                <a:lnTo>
                  <a:pt x="1074686" y="64592"/>
                </a:lnTo>
                <a:lnTo>
                  <a:pt x="1079957" y="55054"/>
                </a:lnTo>
                <a:lnTo>
                  <a:pt x="1085494" y="44640"/>
                </a:lnTo>
                <a:lnTo>
                  <a:pt x="1091196" y="33528"/>
                </a:lnTo>
                <a:lnTo>
                  <a:pt x="1107960" y="25908"/>
                </a:lnTo>
                <a:lnTo>
                  <a:pt x="1065288" y="1524"/>
                </a:lnTo>
                <a:lnTo>
                  <a:pt x="1061897" y="16357"/>
                </a:lnTo>
                <a:lnTo>
                  <a:pt x="1056525" y="33337"/>
                </a:lnTo>
                <a:lnTo>
                  <a:pt x="1049426" y="52311"/>
                </a:lnTo>
                <a:lnTo>
                  <a:pt x="1040904" y="73152"/>
                </a:lnTo>
                <a:lnTo>
                  <a:pt x="883932" y="73152"/>
                </a:lnTo>
                <a:lnTo>
                  <a:pt x="900696" y="88392"/>
                </a:lnTo>
                <a:lnTo>
                  <a:pt x="910120" y="86385"/>
                </a:lnTo>
                <a:lnTo>
                  <a:pt x="920127" y="84963"/>
                </a:lnTo>
                <a:lnTo>
                  <a:pt x="930694" y="84099"/>
                </a:lnTo>
                <a:lnTo>
                  <a:pt x="941844" y="83820"/>
                </a:lnTo>
                <a:lnTo>
                  <a:pt x="1037856" y="83820"/>
                </a:lnTo>
                <a:lnTo>
                  <a:pt x="1003566" y="140779"/>
                </a:lnTo>
                <a:lnTo>
                  <a:pt x="969276" y="187452"/>
                </a:lnTo>
                <a:lnTo>
                  <a:pt x="929462" y="227647"/>
                </a:lnTo>
                <a:lnTo>
                  <a:pt x="883932" y="266700"/>
                </a:lnTo>
                <a:lnTo>
                  <a:pt x="890028" y="271272"/>
                </a:lnTo>
                <a:lnTo>
                  <a:pt x="918032" y="252984"/>
                </a:lnTo>
                <a:lnTo>
                  <a:pt x="944892" y="232410"/>
                </a:lnTo>
                <a:lnTo>
                  <a:pt x="970610" y="209550"/>
                </a:lnTo>
                <a:lnTo>
                  <a:pt x="995184" y="184404"/>
                </a:lnTo>
                <a:lnTo>
                  <a:pt x="995095" y="295656"/>
                </a:lnTo>
                <a:lnTo>
                  <a:pt x="994994" y="338899"/>
                </a:lnTo>
                <a:lnTo>
                  <a:pt x="994537" y="384784"/>
                </a:lnTo>
                <a:lnTo>
                  <a:pt x="993660" y="409956"/>
                </a:lnTo>
                <a:lnTo>
                  <a:pt x="1019568" y="394716"/>
                </a:lnTo>
                <a:lnTo>
                  <a:pt x="1019568" y="295656"/>
                </a:lnTo>
                <a:lnTo>
                  <a:pt x="1179588" y="295656"/>
                </a:lnTo>
                <a:lnTo>
                  <a:pt x="1179588" y="367284"/>
                </a:lnTo>
                <a:lnTo>
                  <a:pt x="1175016" y="371856"/>
                </a:lnTo>
                <a:lnTo>
                  <a:pt x="1132624" y="369277"/>
                </a:lnTo>
                <a:lnTo>
                  <a:pt x="1118628" y="367284"/>
                </a:lnTo>
                <a:lnTo>
                  <a:pt x="1118628" y="374904"/>
                </a:lnTo>
                <a:lnTo>
                  <a:pt x="1140358" y="382308"/>
                </a:lnTo>
                <a:lnTo>
                  <a:pt x="1155395" y="390715"/>
                </a:lnTo>
                <a:lnTo>
                  <a:pt x="1163840" y="399973"/>
                </a:lnTo>
                <a:lnTo>
                  <a:pt x="1165872" y="409956"/>
                </a:lnTo>
                <a:lnTo>
                  <a:pt x="1182751" y="402234"/>
                </a:lnTo>
                <a:lnTo>
                  <a:pt x="1194638" y="392811"/>
                </a:lnTo>
                <a:lnTo>
                  <a:pt x="1201661" y="381660"/>
                </a:lnTo>
                <a:lnTo>
                  <a:pt x="1203413" y="371856"/>
                </a:lnTo>
                <a:lnTo>
                  <a:pt x="1203883" y="369277"/>
                </a:lnTo>
                <a:lnTo>
                  <a:pt x="1203972" y="295656"/>
                </a:lnTo>
                <a:lnTo>
                  <a:pt x="1203972" y="284988"/>
                </a:lnTo>
                <a:lnTo>
                  <a:pt x="1203972" y="227076"/>
                </a:lnTo>
                <a:lnTo>
                  <a:pt x="1203972" y="217932"/>
                </a:lnTo>
                <a:lnTo>
                  <a:pt x="1203972" y="163068"/>
                </a:lnTo>
                <a:lnTo>
                  <a:pt x="1211592" y="156972"/>
                </a:lnTo>
                <a:lnTo>
                  <a:pt x="1219212" y="150876"/>
                </a:lnTo>
                <a:lnTo>
                  <a:pt x="1213421" y="146304"/>
                </a:lnTo>
                <a:lnTo>
                  <a:pt x="1190256" y="128016"/>
                </a:lnTo>
                <a:lnTo>
                  <a:pt x="1179588" y="142240"/>
                </a:lnTo>
                <a:lnTo>
                  <a:pt x="1179588" y="156972"/>
                </a:lnTo>
                <a:lnTo>
                  <a:pt x="1179588" y="217932"/>
                </a:lnTo>
                <a:lnTo>
                  <a:pt x="1179588" y="227076"/>
                </a:lnTo>
                <a:lnTo>
                  <a:pt x="1179588" y="284988"/>
                </a:lnTo>
                <a:lnTo>
                  <a:pt x="1019568" y="284988"/>
                </a:lnTo>
                <a:lnTo>
                  <a:pt x="1019568" y="227076"/>
                </a:lnTo>
                <a:lnTo>
                  <a:pt x="1179588" y="227076"/>
                </a:lnTo>
                <a:lnTo>
                  <a:pt x="1179588" y="217932"/>
                </a:lnTo>
                <a:lnTo>
                  <a:pt x="1019568" y="217932"/>
                </a:lnTo>
                <a:lnTo>
                  <a:pt x="1019568" y="184404"/>
                </a:lnTo>
                <a:lnTo>
                  <a:pt x="1019568" y="156972"/>
                </a:lnTo>
                <a:lnTo>
                  <a:pt x="1179588" y="156972"/>
                </a:lnTo>
                <a:lnTo>
                  <a:pt x="1179588" y="142240"/>
                </a:lnTo>
                <a:lnTo>
                  <a:pt x="1176540" y="146304"/>
                </a:lnTo>
                <a:lnTo>
                  <a:pt x="1027188" y="146304"/>
                </a:lnTo>
                <a:lnTo>
                  <a:pt x="1037450" y="132029"/>
                </a:lnTo>
                <a:lnTo>
                  <a:pt x="1047572" y="116776"/>
                </a:lnTo>
                <a:lnTo>
                  <a:pt x="1057402" y="100647"/>
                </a:lnTo>
                <a:lnTo>
                  <a:pt x="1066812" y="83820"/>
                </a:lnTo>
                <a:lnTo>
                  <a:pt x="1287792" y="838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" name="object 18"/>
          <p:cNvSpPr/>
          <p:nvPr/>
        </p:nvSpPr>
        <p:spPr>
          <a:xfrm>
            <a:off x="4358640" y="4306823"/>
            <a:ext cx="398145" cy="408940"/>
          </a:xfrm>
          <a:custGeom>
            <a:avLst/>
            <a:gdLst/>
            <a:ahLst/>
            <a:cxnLst/>
            <a:rect l="l" t="t" r="r" b="b"/>
            <a:pathLst>
              <a:path w="398145" h="408939">
                <a:moveTo>
                  <a:pt x="196596" y="225552"/>
                </a:moveTo>
                <a:lnTo>
                  <a:pt x="190499" y="222504"/>
                </a:lnTo>
                <a:lnTo>
                  <a:pt x="208629" y="185025"/>
                </a:lnTo>
                <a:lnTo>
                  <a:pt x="224710" y="143963"/>
                </a:lnTo>
                <a:lnTo>
                  <a:pt x="238890" y="99389"/>
                </a:lnTo>
                <a:lnTo>
                  <a:pt x="251313" y="51377"/>
                </a:lnTo>
                <a:lnTo>
                  <a:pt x="262128" y="0"/>
                </a:lnTo>
                <a:lnTo>
                  <a:pt x="303275" y="21336"/>
                </a:lnTo>
                <a:lnTo>
                  <a:pt x="276606" y="60769"/>
                </a:lnTo>
                <a:lnTo>
                  <a:pt x="257556" y="111252"/>
                </a:lnTo>
                <a:lnTo>
                  <a:pt x="387604" y="111252"/>
                </a:lnTo>
                <a:lnTo>
                  <a:pt x="397764" y="121920"/>
                </a:lnTo>
                <a:lnTo>
                  <a:pt x="252984" y="121920"/>
                </a:lnTo>
                <a:lnTo>
                  <a:pt x="246887" y="138684"/>
                </a:lnTo>
                <a:lnTo>
                  <a:pt x="249797" y="153924"/>
                </a:lnTo>
                <a:lnTo>
                  <a:pt x="239268" y="153924"/>
                </a:lnTo>
                <a:lnTo>
                  <a:pt x="228957" y="174759"/>
                </a:lnTo>
                <a:lnTo>
                  <a:pt x="218503" y="193738"/>
                </a:lnTo>
                <a:lnTo>
                  <a:pt x="207764" y="210716"/>
                </a:lnTo>
                <a:lnTo>
                  <a:pt x="196596" y="225552"/>
                </a:lnTo>
                <a:close/>
              </a:path>
              <a:path w="398145" h="408939">
                <a:moveTo>
                  <a:pt x="124968" y="85344"/>
                </a:moveTo>
                <a:lnTo>
                  <a:pt x="109728" y="85344"/>
                </a:lnTo>
                <a:lnTo>
                  <a:pt x="108275" y="77319"/>
                </a:lnTo>
                <a:lnTo>
                  <a:pt x="106108" y="69151"/>
                </a:lnTo>
                <a:lnTo>
                  <a:pt x="88963" y="33528"/>
                </a:lnTo>
                <a:lnTo>
                  <a:pt x="73152" y="10668"/>
                </a:lnTo>
                <a:lnTo>
                  <a:pt x="77724" y="7620"/>
                </a:lnTo>
                <a:lnTo>
                  <a:pt x="116300" y="32480"/>
                </a:lnTo>
                <a:lnTo>
                  <a:pt x="135636" y="62484"/>
                </a:lnTo>
                <a:lnTo>
                  <a:pt x="135636" y="70104"/>
                </a:lnTo>
                <a:lnTo>
                  <a:pt x="132588" y="77724"/>
                </a:lnTo>
                <a:lnTo>
                  <a:pt x="124968" y="85344"/>
                </a:lnTo>
                <a:close/>
              </a:path>
              <a:path w="398145" h="408939">
                <a:moveTo>
                  <a:pt x="27432" y="100584"/>
                </a:moveTo>
                <a:lnTo>
                  <a:pt x="12192" y="85344"/>
                </a:lnTo>
                <a:lnTo>
                  <a:pt x="170687" y="85344"/>
                </a:lnTo>
                <a:lnTo>
                  <a:pt x="190499" y="64008"/>
                </a:lnTo>
                <a:lnTo>
                  <a:pt x="222504" y="96012"/>
                </a:lnTo>
                <a:lnTo>
                  <a:pt x="70104" y="96012"/>
                </a:lnTo>
                <a:lnTo>
                  <a:pt x="58935" y="96297"/>
                </a:lnTo>
                <a:lnTo>
                  <a:pt x="48196" y="97155"/>
                </a:lnTo>
                <a:lnTo>
                  <a:pt x="37742" y="98583"/>
                </a:lnTo>
                <a:lnTo>
                  <a:pt x="27432" y="100584"/>
                </a:lnTo>
                <a:close/>
              </a:path>
              <a:path w="398145" h="408939">
                <a:moveTo>
                  <a:pt x="387604" y="111252"/>
                </a:moveTo>
                <a:lnTo>
                  <a:pt x="345948" y="111252"/>
                </a:lnTo>
                <a:lnTo>
                  <a:pt x="367284" y="89916"/>
                </a:lnTo>
                <a:lnTo>
                  <a:pt x="387604" y="111252"/>
                </a:lnTo>
                <a:close/>
              </a:path>
              <a:path w="398145" h="408939">
                <a:moveTo>
                  <a:pt x="4572" y="234696"/>
                </a:moveTo>
                <a:lnTo>
                  <a:pt x="0" y="231648"/>
                </a:lnTo>
                <a:lnTo>
                  <a:pt x="21693" y="203596"/>
                </a:lnTo>
                <a:lnTo>
                  <a:pt x="40957" y="174117"/>
                </a:lnTo>
                <a:lnTo>
                  <a:pt x="57650" y="142922"/>
                </a:lnTo>
                <a:lnTo>
                  <a:pt x="71628" y="109728"/>
                </a:lnTo>
                <a:lnTo>
                  <a:pt x="103632" y="132588"/>
                </a:lnTo>
                <a:lnTo>
                  <a:pt x="88392" y="138684"/>
                </a:lnTo>
                <a:lnTo>
                  <a:pt x="64365" y="171902"/>
                </a:lnTo>
                <a:lnTo>
                  <a:pt x="42481" y="198691"/>
                </a:lnTo>
                <a:lnTo>
                  <a:pt x="22598" y="219479"/>
                </a:lnTo>
                <a:lnTo>
                  <a:pt x="4572" y="234696"/>
                </a:lnTo>
                <a:close/>
              </a:path>
              <a:path w="398145" h="408939">
                <a:moveTo>
                  <a:pt x="187452" y="187452"/>
                </a:moveTo>
                <a:lnTo>
                  <a:pt x="182880" y="187452"/>
                </a:lnTo>
                <a:lnTo>
                  <a:pt x="178308" y="182880"/>
                </a:lnTo>
                <a:lnTo>
                  <a:pt x="173735" y="172212"/>
                </a:lnTo>
                <a:lnTo>
                  <a:pt x="166878" y="159353"/>
                </a:lnTo>
                <a:lnTo>
                  <a:pt x="157734" y="145923"/>
                </a:lnTo>
                <a:lnTo>
                  <a:pt x="146304" y="131921"/>
                </a:lnTo>
                <a:lnTo>
                  <a:pt x="132588" y="117348"/>
                </a:lnTo>
                <a:lnTo>
                  <a:pt x="135636" y="111252"/>
                </a:lnTo>
                <a:lnTo>
                  <a:pt x="178498" y="133540"/>
                </a:lnTo>
                <a:lnTo>
                  <a:pt x="198120" y="153924"/>
                </a:lnTo>
                <a:lnTo>
                  <a:pt x="198120" y="164592"/>
                </a:lnTo>
                <a:lnTo>
                  <a:pt x="196596" y="170688"/>
                </a:lnTo>
                <a:lnTo>
                  <a:pt x="193548" y="176784"/>
                </a:lnTo>
                <a:lnTo>
                  <a:pt x="190499" y="184404"/>
                </a:lnTo>
                <a:lnTo>
                  <a:pt x="187452" y="187452"/>
                </a:lnTo>
                <a:close/>
              </a:path>
              <a:path w="398145" h="408939">
                <a:moveTo>
                  <a:pt x="309996" y="275844"/>
                </a:moveTo>
                <a:lnTo>
                  <a:pt x="286511" y="275844"/>
                </a:lnTo>
                <a:lnTo>
                  <a:pt x="300228" y="244935"/>
                </a:lnTo>
                <a:lnTo>
                  <a:pt x="311658" y="209169"/>
                </a:lnTo>
                <a:lnTo>
                  <a:pt x="320802" y="168259"/>
                </a:lnTo>
                <a:lnTo>
                  <a:pt x="327660" y="121920"/>
                </a:lnTo>
                <a:lnTo>
                  <a:pt x="352044" y="121920"/>
                </a:lnTo>
                <a:lnTo>
                  <a:pt x="343709" y="172473"/>
                </a:lnTo>
                <a:lnTo>
                  <a:pt x="332232" y="218884"/>
                </a:lnTo>
                <a:lnTo>
                  <a:pt x="317325" y="261008"/>
                </a:lnTo>
                <a:lnTo>
                  <a:pt x="309996" y="275844"/>
                </a:lnTo>
                <a:close/>
              </a:path>
              <a:path w="398145" h="408939">
                <a:moveTo>
                  <a:pt x="141732" y="408431"/>
                </a:moveTo>
                <a:lnTo>
                  <a:pt x="138684" y="403860"/>
                </a:lnTo>
                <a:lnTo>
                  <a:pt x="179570" y="379237"/>
                </a:lnTo>
                <a:lnTo>
                  <a:pt x="215455" y="353187"/>
                </a:lnTo>
                <a:lnTo>
                  <a:pt x="246483" y="325421"/>
                </a:lnTo>
                <a:lnTo>
                  <a:pt x="272796" y="295656"/>
                </a:lnTo>
                <a:lnTo>
                  <a:pt x="260484" y="260223"/>
                </a:lnTo>
                <a:lnTo>
                  <a:pt x="250888" y="224790"/>
                </a:lnTo>
                <a:lnTo>
                  <a:pt x="243863" y="189357"/>
                </a:lnTo>
                <a:lnTo>
                  <a:pt x="239268" y="153924"/>
                </a:lnTo>
                <a:lnTo>
                  <a:pt x="249797" y="153924"/>
                </a:lnTo>
                <a:lnTo>
                  <a:pt x="254579" y="178974"/>
                </a:lnTo>
                <a:lnTo>
                  <a:pt x="263842" y="215265"/>
                </a:lnTo>
                <a:lnTo>
                  <a:pt x="274534" y="247554"/>
                </a:lnTo>
                <a:lnTo>
                  <a:pt x="286511" y="275844"/>
                </a:lnTo>
                <a:lnTo>
                  <a:pt x="309996" y="275844"/>
                </a:lnTo>
                <a:lnTo>
                  <a:pt x="298704" y="298704"/>
                </a:lnTo>
                <a:lnTo>
                  <a:pt x="311794" y="315468"/>
                </a:lnTo>
                <a:lnTo>
                  <a:pt x="283464" y="315468"/>
                </a:lnTo>
                <a:lnTo>
                  <a:pt x="253109" y="342900"/>
                </a:lnTo>
                <a:lnTo>
                  <a:pt x="219456" y="367665"/>
                </a:lnTo>
                <a:lnTo>
                  <a:pt x="182308" y="389620"/>
                </a:lnTo>
                <a:lnTo>
                  <a:pt x="141732" y="408431"/>
                </a:lnTo>
                <a:close/>
              </a:path>
              <a:path w="398145" h="408939">
                <a:moveTo>
                  <a:pt x="140069" y="252984"/>
                </a:moveTo>
                <a:lnTo>
                  <a:pt x="115824" y="252984"/>
                </a:lnTo>
                <a:lnTo>
                  <a:pt x="125229" y="232148"/>
                </a:lnTo>
                <a:lnTo>
                  <a:pt x="132778" y="213169"/>
                </a:lnTo>
                <a:lnTo>
                  <a:pt x="138326" y="196191"/>
                </a:lnTo>
                <a:lnTo>
                  <a:pt x="141732" y="181356"/>
                </a:lnTo>
                <a:lnTo>
                  <a:pt x="173735" y="207264"/>
                </a:lnTo>
                <a:lnTo>
                  <a:pt x="166878" y="211836"/>
                </a:lnTo>
                <a:lnTo>
                  <a:pt x="157734" y="223266"/>
                </a:lnTo>
                <a:lnTo>
                  <a:pt x="146278" y="241601"/>
                </a:lnTo>
                <a:lnTo>
                  <a:pt x="140069" y="252984"/>
                </a:lnTo>
                <a:close/>
              </a:path>
              <a:path w="398145" h="408939">
                <a:moveTo>
                  <a:pt x="4572" y="397764"/>
                </a:moveTo>
                <a:lnTo>
                  <a:pt x="1524" y="393192"/>
                </a:lnTo>
                <a:lnTo>
                  <a:pt x="31265" y="367236"/>
                </a:lnTo>
                <a:lnTo>
                  <a:pt x="58864" y="337566"/>
                </a:lnTo>
                <a:lnTo>
                  <a:pt x="84462" y="304466"/>
                </a:lnTo>
                <a:lnTo>
                  <a:pt x="108204" y="268224"/>
                </a:lnTo>
                <a:lnTo>
                  <a:pt x="93581" y="252984"/>
                </a:lnTo>
                <a:lnTo>
                  <a:pt x="79819" y="239458"/>
                </a:lnTo>
                <a:lnTo>
                  <a:pt x="66841" y="227290"/>
                </a:lnTo>
                <a:lnTo>
                  <a:pt x="54864" y="216408"/>
                </a:lnTo>
                <a:lnTo>
                  <a:pt x="59436" y="210312"/>
                </a:lnTo>
                <a:lnTo>
                  <a:pt x="74033" y="219979"/>
                </a:lnTo>
                <a:lnTo>
                  <a:pt x="88201" y="230505"/>
                </a:lnTo>
                <a:lnTo>
                  <a:pt x="102084" y="241601"/>
                </a:lnTo>
                <a:lnTo>
                  <a:pt x="115824" y="252984"/>
                </a:lnTo>
                <a:lnTo>
                  <a:pt x="140069" y="252984"/>
                </a:lnTo>
                <a:lnTo>
                  <a:pt x="132588" y="266700"/>
                </a:lnTo>
                <a:lnTo>
                  <a:pt x="145184" y="277796"/>
                </a:lnTo>
                <a:lnTo>
                  <a:pt x="150970" y="283463"/>
                </a:lnTo>
                <a:lnTo>
                  <a:pt x="121920" y="283463"/>
                </a:lnTo>
                <a:lnTo>
                  <a:pt x="95654" y="318897"/>
                </a:lnTo>
                <a:lnTo>
                  <a:pt x="67246" y="349758"/>
                </a:lnTo>
                <a:lnTo>
                  <a:pt x="36837" y="376047"/>
                </a:lnTo>
                <a:lnTo>
                  <a:pt x="4572" y="397764"/>
                </a:lnTo>
                <a:close/>
              </a:path>
              <a:path w="398145" h="408939">
                <a:moveTo>
                  <a:pt x="173735" y="358140"/>
                </a:moveTo>
                <a:lnTo>
                  <a:pt x="169164" y="358140"/>
                </a:lnTo>
                <a:lnTo>
                  <a:pt x="164592" y="352044"/>
                </a:lnTo>
                <a:lnTo>
                  <a:pt x="160020" y="341376"/>
                </a:lnTo>
                <a:lnTo>
                  <a:pt x="153148" y="328374"/>
                </a:lnTo>
                <a:lnTo>
                  <a:pt x="144399" y="314706"/>
                </a:lnTo>
                <a:lnTo>
                  <a:pt x="133873" y="299799"/>
                </a:lnTo>
                <a:lnTo>
                  <a:pt x="121920" y="283463"/>
                </a:lnTo>
                <a:lnTo>
                  <a:pt x="150970" y="283463"/>
                </a:lnTo>
                <a:lnTo>
                  <a:pt x="175807" y="312515"/>
                </a:lnTo>
                <a:lnTo>
                  <a:pt x="182880" y="332232"/>
                </a:lnTo>
                <a:lnTo>
                  <a:pt x="182880" y="336804"/>
                </a:lnTo>
                <a:lnTo>
                  <a:pt x="181356" y="342900"/>
                </a:lnTo>
                <a:lnTo>
                  <a:pt x="173735" y="358140"/>
                </a:lnTo>
                <a:close/>
              </a:path>
              <a:path w="398145" h="408939">
                <a:moveTo>
                  <a:pt x="358140" y="399288"/>
                </a:moveTo>
                <a:lnTo>
                  <a:pt x="338113" y="383619"/>
                </a:lnTo>
                <a:lnTo>
                  <a:pt x="319087" y="364236"/>
                </a:lnTo>
                <a:lnTo>
                  <a:pt x="300886" y="341376"/>
                </a:lnTo>
                <a:lnTo>
                  <a:pt x="283464" y="315468"/>
                </a:lnTo>
                <a:lnTo>
                  <a:pt x="311794" y="315468"/>
                </a:lnTo>
                <a:lnTo>
                  <a:pt x="321873" y="328374"/>
                </a:lnTo>
                <a:lnTo>
                  <a:pt x="345757" y="350901"/>
                </a:lnTo>
                <a:lnTo>
                  <a:pt x="370498" y="365998"/>
                </a:lnTo>
                <a:lnTo>
                  <a:pt x="396240" y="373380"/>
                </a:lnTo>
                <a:lnTo>
                  <a:pt x="396240" y="381000"/>
                </a:lnTo>
                <a:lnTo>
                  <a:pt x="381928" y="383000"/>
                </a:lnTo>
                <a:lnTo>
                  <a:pt x="370903" y="386715"/>
                </a:lnTo>
                <a:lnTo>
                  <a:pt x="363021" y="392144"/>
                </a:lnTo>
                <a:lnTo>
                  <a:pt x="358140" y="39928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" name="object 19"/>
          <p:cNvSpPr/>
          <p:nvPr/>
        </p:nvSpPr>
        <p:spPr>
          <a:xfrm>
            <a:off x="4829555" y="4308347"/>
            <a:ext cx="356870" cy="402590"/>
          </a:xfrm>
          <a:custGeom>
            <a:avLst/>
            <a:gdLst/>
            <a:ahLst/>
            <a:cxnLst/>
            <a:rect l="l" t="t" r="r" b="b"/>
            <a:pathLst>
              <a:path w="356870" h="402589">
                <a:moveTo>
                  <a:pt x="53340" y="91440"/>
                </a:moveTo>
                <a:lnTo>
                  <a:pt x="42672" y="91440"/>
                </a:lnTo>
                <a:lnTo>
                  <a:pt x="50696" y="63436"/>
                </a:lnTo>
                <a:lnTo>
                  <a:pt x="56578" y="38862"/>
                </a:lnTo>
                <a:lnTo>
                  <a:pt x="60459" y="17716"/>
                </a:lnTo>
                <a:lnTo>
                  <a:pt x="62484" y="0"/>
                </a:lnTo>
                <a:lnTo>
                  <a:pt x="100584" y="21336"/>
                </a:lnTo>
                <a:lnTo>
                  <a:pt x="91487" y="29075"/>
                </a:lnTo>
                <a:lnTo>
                  <a:pt x="80391" y="43243"/>
                </a:lnTo>
                <a:lnTo>
                  <a:pt x="67579" y="63984"/>
                </a:lnTo>
                <a:lnTo>
                  <a:pt x="53340" y="91440"/>
                </a:lnTo>
                <a:close/>
              </a:path>
              <a:path w="356870" h="402589">
                <a:moveTo>
                  <a:pt x="147828" y="192024"/>
                </a:moveTo>
                <a:lnTo>
                  <a:pt x="141732" y="187452"/>
                </a:lnTo>
                <a:lnTo>
                  <a:pt x="158877" y="160615"/>
                </a:lnTo>
                <a:lnTo>
                  <a:pt x="173736" y="135064"/>
                </a:lnTo>
                <a:lnTo>
                  <a:pt x="196596" y="88392"/>
                </a:lnTo>
                <a:lnTo>
                  <a:pt x="211264" y="45529"/>
                </a:lnTo>
                <a:lnTo>
                  <a:pt x="222503" y="1524"/>
                </a:lnTo>
                <a:lnTo>
                  <a:pt x="260603" y="24384"/>
                </a:lnTo>
                <a:lnTo>
                  <a:pt x="252626" y="32361"/>
                </a:lnTo>
                <a:lnTo>
                  <a:pt x="242506" y="47053"/>
                </a:lnTo>
                <a:lnTo>
                  <a:pt x="230385" y="68318"/>
                </a:lnTo>
                <a:lnTo>
                  <a:pt x="216408" y="96012"/>
                </a:lnTo>
                <a:lnTo>
                  <a:pt x="349419" y="96012"/>
                </a:lnTo>
                <a:lnTo>
                  <a:pt x="356616" y="103632"/>
                </a:lnTo>
                <a:lnTo>
                  <a:pt x="352425" y="106680"/>
                </a:lnTo>
                <a:lnTo>
                  <a:pt x="213360" y="106680"/>
                </a:lnTo>
                <a:lnTo>
                  <a:pt x="197977" y="130730"/>
                </a:lnTo>
                <a:lnTo>
                  <a:pt x="181737" y="152781"/>
                </a:lnTo>
                <a:lnTo>
                  <a:pt x="164925" y="173116"/>
                </a:lnTo>
                <a:lnTo>
                  <a:pt x="147828" y="192024"/>
                </a:lnTo>
                <a:close/>
              </a:path>
              <a:path w="356870" h="402589">
                <a:moveTo>
                  <a:pt x="146304" y="91440"/>
                </a:moveTo>
                <a:lnTo>
                  <a:pt x="111252" y="91440"/>
                </a:lnTo>
                <a:lnTo>
                  <a:pt x="128016" y="73152"/>
                </a:lnTo>
                <a:lnTo>
                  <a:pt x="146304" y="91440"/>
                </a:lnTo>
                <a:close/>
              </a:path>
              <a:path w="356870" h="402589">
                <a:moveTo>
                  <a:pt x="0" y="397764"/>
                </a:moveTo>
                <a:lnTo>
                  <a:pt x="834" y="359664"/>
                </a:lnTo>
                <a:lnTo>
                  <a:pt x="935" y="352615"/>
                </a:lnTo>
                <a:lnTo>
                  <a:pt x="1333" y="316992"/>
                </a:lnTo>
                <a:lnTo>
                  <a:pt x="1430" y="178308"/>
                </a:lnTo>
                <a:lnTo>
                  <a:pt x="1309" y="152781"/>
                </a:lnTo>
                <a:lnTo>
                  <a:pt x="893" y="115824"/>
                </a:lnTo>
                <a:lnTo>
                  <a:pt x="0" y="74676"/>
                </a:lnTo>
                <a:lnTo>
                  <a:pt x="25908" y="91440"/>
                </a:lnTo>
                <a:lnTo>
                  <a:pt x="146304" y="91440"/>
                </a:lnTo>
                <a:lnTo>
                  <a:pt x="153924" y="99060"/>
                </a:lnTo>
                <a:lnTo>
                  <a:pt x="151828" y="100584"/>
                </a:lnTo>
                <a:lnTo>
                  <a:pt x="24384" y="100584"/>
                </a:lnTo>
                <a:lnTo>
                  <a:pt x="24384" y="211836"/>
                </a:lnTo>
                <a:lnTo>
                  <a:pt x="137205" y="211836"/>
                </a:lnTo>
                <a:lnTo>
                  <a:pt x="137219" y="222504"/>
                </a:lnTo>
                <a:lnTo>
                  <a:pt x="24384" y="222504"/>
                </a:lnTo>
                <a:lnTo>
                  <a:pt x="24384" y="344424"/>
                </a:lnTo>
                <a:lnTo>
                  <a:pt x="137914" y="344424"/>
                </a:lnTo>
                <a:lnTo>
                  <a:pt x="137940" y="346850"/>
                </a:lnTo>
                <a:lnTo>
                  <a:pt x="138137" y="355092"/>
                </a:lnTo>
                <a:lnTo>
                  <a:pt x="24384" y="355092"/>
                </a:lnTo>
                <a:lnTo>
                  <a:pt x="24384" y="384048"/>
                </a:lnTo>
                <a:lnTo>
                  <a:pt x="0" y="397764"/>
                </a:lnTo>
                <a:close/>
              </a:path>
              <a:path w="356870" h="402589">
                <a:moveTo>
                  <a:pt x="349419" y="96012"/>
                </a:moveTo>
                <a:lnTo>
                  <a:pt x="310896" y="96012"/>
                </a:lnTo>
                <a:lnTo>
                  <a:pt x="330708" y="76200"/>
                </a:lnTo>
                <a:lnTo>
                  <a:pt x="349419" y="96012"/>
                </a:lnTo>
                <a:close/>
              </a:path>
              <a:path w="356870" h="402589">
                <a:moveTo>
                  <a:pt x="137205" y="211836"/>
                </a:moveTo>
                <a:lnTo>
                  <a:pt x="114300" y="211836"/>
                </a:lnTo>
                <a:lnTo>
                  <a:pt x="114300" y="100584"/>
                </a:lnTo>
                <a:lnTo>
                  <a:pt x="151828" y="100584"/>
                </a:lnTo>
                <a:lnTo>
                  <a:pt x="137160" y="111252"/>
                </a:lnTo>
                <a:lnTo>
                  <a:pt x="137205" y="211836"/>
                </a:lnTo>
                <a:close/>
              </a:path>
              <a:path w="356870" h="402589">
                <a:moveTo>
                  <a:pt x="327213" y="359664"/>
                </a:moveTo>
                <a:lnTo>
                  <a:pt x="283464" y="359664"/>
                </a:lnTo>
                <a:lnTo>
                  <a:pt x="291750" y="357925"/>
                </a:lnTo>
                <a:lnTo>
                  <a:pt x="298323" y="352615"/>
                </a:lnTo>
                <a:lnTo>
                  <a:pt x="308586" y="305562"/>
                </a:lnTo>
                <a:lnTo>
                  <a:pt x="310705" y="259842"/>
                </a:lnTo>
                <a:lnTo>
                  <a:pt x="312539" y="193548"/>
                </a:lnTo>
                <a:lnTo>
                  <a:pt x="313944" y="106680"/>
                </a:lnTo>
                <a:lnTo>
                  <a:pt x="352425" y="106680"/>
                </a:lnTo>
                <a:lnTo>
                  <a:pt x="339852" y="115824"/>
                </a:lnTo>
                <a:lnTo>
                  <a:pt x="338800" y="186976"/>
                </a:lnTo>
                <a:lnTo>
                  <a:pt x="338521" y="199644"/>
                </a:lnTo>
                <a:lnTo>
                  <a:pt x="337291" y="250155"/>
                </a:lnTo>
                <a:lnTo>
                  <a:pt x="335462" y="296107"/>
                </a:lnTo>
                <a:lnTo>
                  <a:pt x="330708" y="345948"/>
                </a:lnTo>
                <a:lnTo>
                  <a:pt x="327856" y="357925"/>
                </a:lnTo>
                <a:lnTo>
                  <a:pt x="327213" y="359664"/>
                </a:lnTo>
                <a:close/>
              </a:path>
              <a:path w="356870" h="402589">
                <a:moveTo>
                  <a:pt x="231648" y="269748"/>
                </a:moveTo>
                <a:lnTo>
                  <a:pt x="228600" y="269748"/>
                </a:lnTo>
                <a:lnTo>
                  <a:pt x="225456" y="268295"/>
                </a:lnTo>
                <a:lnTo>
                  <a:pt x="222885" y="263842"/>
                </a:lnTo>
                <a:lnTo>
                  <a:pt x="220884" y="256246"/>
                </a:lnTo>
                <a:lnTo>
                  <a:pt x="219456" y="245364"/>
                </a:lnTo>
                <a:lnTo>
                  <a:pt x="214884" y="228242"/>
                </a:lnTo>
                <a:lnTo>
                  <a:pt x="208026" y="211264"/>
                </a:lnTo>
                <a:lnTo>
                  <a:pt x="198882" y="194571"/>
                </a:lnTo>
                <a:lnTo>
                  <a:pt x="187452" y="178308"/>
                </a:lnTo>
                <a:lnTo>
                  <a:pt x="190500" y="172212"/>
                </a:lnTo>
                <a:lnTo>
                  <a:pt x="224028" y="199644"/>
                </a:lnTo>
                <a:lnTo>
                  <a:pt x="246888" y="236220"/>
                </a:lnTo>
                <a:lnTo>
                  <a:pt x="246888" y="248412"/>
                </a:lnTo>
                <a:lnTo>
                  <a:pt x="243840" y="256032"/>
                </a:lnTo>
                <a:lnTo>
                  <a:pt x="239267" y="260603"/>
                </a:lnTo>
                <a:lnTo>
                  <a:pt x="234696" y="266700"/>
                </a:lnTo>
                <a:lnTo>
                  <a:pt x="231648" y="269748"/>
                </a:lnTo>
                <a:close/>
              </a:path>
              <a:path w="356870" h="402589">
                <a:moveTo>
                  <a:pt x="137914" y="344424"/>
                </a:moveTo>
                <a:lnTo>
                  <a:pt x="114300" y="344424"/>
                </a:lnTo>
                <a:lnTo>
                  <a:pt x="114300" y="222504"/>
                </a:lnTo>
                <a:lnTo>
                  <a:pt x="137219" y="222504"/>
                </a:lnTo>
                <a:lnTo>
                  <a:pt x="137337" y="269748"/>
                </a:lnTo>
                <a:lnTo>
                  <a:pt x="137498" y="305562"/>
                </a:lnTo>
                <a:lnTo>
                  <a:pt x="137914" y="344424"/>
                </a:lnTo>
                <a:close/>
              </a:path>
              <a:path w="356870" h="402589">
                <a:moveTo>
                  <a:pt x="277367" y="402336"/>
                </a:moveTo>
                <a:lnTo>
                  <a:pt x="271129" y="389239"/>
                </a:lnTo>
                <a:lnTo>
                  <a:pt x="259461" y="377571"/>
                </a:lnTo>
                <a:lnTo>
                  <a:pt x="242649" y="367617"/>
                </a:lnTo>
                <a:lnTo>
                  <a:pt x="220979" y="359664"/>
                </a:lnTo>
                <a:lnTo>
                  <a:pt x="220979" y="352044"/>
                </a:lnTo>
                <a:lnTo>
                  <a:pt x="241030" y="355163"/>
                </a:lnTo>
                <a:lnTo>
                  <a:pt x="257937" y="357568"/>
                </a:lnTo>
                <a:lnTo>
                  <a:pt x="271986" y="359116"/>
                </a:lnTo>
                <a:lnTo>
                  <a:pt x="283464" y="359664"/>
                </a:lnTo>
                <a:lnTo>
                  <a:pt x="327213" y="359664"/>
                </a:lnTo>
                <a:lnTo>
                  <a:pt x="324040" y="368236"/>
                </a:lnTo>
                <a:lnTo>
                  <a:pt x="289023" y="397764"/>
                </a:lnTo>
                <a:lnTo>
                  <a:pt x="277367" y="402336"/>
                </a:lnTo>
                <a:close/>
              </a:path>
              <a:path w="356870" h="402589">
                <a:moveTo>
                  <a:pt x="114300" y="391668"/>
                </a:moveTo>
                <a:lnTo>
                  <a:pt x="114300" y="355092"/>
                </a:lnTo>
                <a:lnTo>
                  <a:pt x="138137" y="355092"/>
                </a:lnTo>
                <a:lnTo>
                  <a:pt x="138684" y="377952"/>
                </a:lnTo>
                <a:lnTo>
                  <a:pt x="114300" y="39166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" name="object 20"/>
          <p:cNvSpPr/>
          <p:nvPr/>
        </p:nvSpPr>
        <p:spPr>
          <a:xfrm>
            <a:off x="5241023" y="4305300"/>
            <a:ext cx="853440" cy="411480"/>
          </a:xfrm>
          <a:custGeom>
            <a:avLst/>
            <a:gdLst/>
            <a:ahLst/>
            <a:cxnLst/>
            <a:rect l="l" t="t" r="r" b="b"/>
            <a:pathLst>
              <a:path w="853439" h="411479">
                <a:moveTo>
                  <a:pt x="216408" y="64008"/>
                </a:moveTo>
                <a:lnTo>
                  <a:pt x="206273" y="53340"/>
                </a:lnTo>
                <a:lnTo>
                  <a:pt x="187452" y="33528"/>
                </a:lnTo>
                <a:lnTo>
                  <a:pt x="167640" y="53340"/>
                </a:lnTo>
                <a:lnTo>
                  <a:pt x="89916" y="53340"/>
                </a:lnTo>
                <a:lnTo>
                  <a:pt x="95326" y="46799"/>
                </a:lnTo>
                <a:lnTo>
                  <a:pt x="100012" y="40957"/>
                </a:lnTo>
                <a:lnTo>
                  <a:pt x="103847" y="35991"/>
                </a:lnTo>
                <a:lnTo>
                  <a:pt x="106680" y="32004"/>
                </a:lnTo>
                <a:lnTo>
                  <a:pt x="111252" y="25908"/>
                </a:lnTo>
                <a:lnTo>
                  <a:pt x="123444" y="19812"/>
                </a:lnTo>
                <a:lnTo>
                  <a:pt x="88392" y="0"/>
                </a:lnTo>
                <a:lnTo>
                  <a:pt x="77228" y="29083"/>
                </a:lnTo>
                <a:lnTo>
                  <a:pt x="66484" y="54292"/>
                </a:lnTo>
                <a:lnTo>
                  <a:pt x="45720" y="91440"/>
                </a:lnTo>
                <a:lnTo>
                  <a:pt x="17437" y="128308"/>
                </a:lnTo>
                <a:lnTo>
                  <a:pt x="9144" y="137160"/>
                </a:lnTo>
                <a:lnTo>
                  <a:pt x="12192" y="143256"/>
                </a:lnTo>
                <a:lnTo>
                  <a:pt x="44132" y="116471"/>
                </a:lnTo>
                <a:lnTo>
                  <a:pt x="77114" y="76923"/>
                </a:lnTo>
                <a:lnTo>
                  <a:pt x="85344" y="64008"/>
                </a:lnTo>
                <a:lnTo>
                  <a:pt x="114300" y="64008"/>
                </a:lnTo>
                <a:lnTo>
                  <a:pt x="134061" y="98729"/>
                </a:lnTo>
                <a:lnTo>
                  <a:pt x="134112" y="105156"/>
                </a:lnTo>
                <a:lnTo>
                  <a:pt x="135636" y="108204"/>
                </a:lnTo>
                <a:lnTo>
                  <a:pt x="137160" y="112776"/>
                </a:lnTo>
                <a:lnTo>
                  <a:pt x="138684" y="114300"/>
                </a:lnTo>
                <a:lnTo>
                  <a:pt x="147828" y="114300"/>
                </a:lnTo>
                <a:lnTo>
                  <a:pt x="150876" y="112776"/>
                </a:lnTo>
                <a:lnTo>
                  <a:pt x="153924" y="109728"/>
                </a:lnTo>
                <a:lnTo>
                  <a:pt x="156972" y="105156"/>
                </a:lnTo>
                <a:lnTo>
                  <a:pt x="160020" y="96012"/>
                </a:lnTo>
                <a:lnTo>
                  <a:pt x="158864" y="89725"/>
                </a:lnTo>
                <a:lnTo>
                  <a:pt x="152971" y="82296"/>
                </a:lnTo>
                <a:lnTo>
                  <a:pt x="142240" y="73723"/>
                </a:lnTo>
                <a:lnTo>
                  <a:pt x="126492" y="64008"/>
                </a:lnTo>
                <a:lnTo>
                  <a:pt x="216408" y="64008"/>
                </a:lnTo>
                <a:close/>
              </a:path>
              <a:path w="853439" h="411479">
                <a:moveTo>
                  <a:pt x="396240" y="65532"/>
                </a:moveTo>
                <a:lnTo>
                  <a:pt x="388061" y="56388"/>
                </a:lnTo>
                <a:lnTo>
                  <a:pt x="370332" y="36576"/>
                </a:lnTo>
                <a:lnTo>
                  <a:pt x="348996" y="56388"/>
                </a:lnTo>
                <a:lnTo>
                  <a:pt x="256032" y="56388"/>
                </a:lnTo>
                <a:lnTo>
                  <a:pt x="259486" y="50698"/>
                </a:lnTo>
                <a:lnTo>
                  <a:pt x="263080" y="45148"/>
                </a:lnTo>
                <a:lnTo>
                  <a:pt x="266966" y="39890"/>
                </a:lnTo>
                <a:lnTo>
                  <a:pt x="271272" y="35052"/>
                </a:lnTo>
                <a:lnTo>
                  <a:pt x="277368" y="27432"/>
                </a:lnTo>
                <a:lnTo>
                  <a:pt x="283464" y="24384"/>
                </a:lnTo>
                <a:lnTo>
                  <a:pt x="289560" y="22860"/>
                </a:lnTo>
                <a:lnTo>
                  <a:pt x="257556" y="1524"/>
                </a:lnTo>
                <a:lnTo>
                  <a:pt x="237744" y="50292"/>
                </a:lnTo>
                <a:lnTo>
                  <a:pt x="208394" y="97878"/>
                </a:lnTo>
                <a:lnTo>
                  <a:pt x="198120" y="111252"/>
                </a:lnTo>
                <a:lnTo>
                  <a:pt x="204216" y="114300"/>
                </a:lnTo>
                <a:lnTo>
                  <a:pt x="209956" y="109207"/>
                </a:lnTo>
                <a:lnTo>
                  <a:pt x="215836" y="103251"/>
                </a:lnTo>
                <a:lnTo>
                  <a:pt x="222008" y="96735"/>
                </a:lnTo>
                <a:lnTo>
                  <a:pt x="228600" y="89916"/>
                </a:lnTo>
                <a:lnTo>
                  <a:pt x="233438" y="84188"/>
                </a:lnTo>
                <a:lnTo>
                  <a:pt x="244246" y="72136"/>
                </a:lnTo>
                <a:lnTo>
                  <a:pt x="249936" y="65532"/>
                </a:lnTo>
                <a:lnTo>
                  <a:pt x="292608" y="65532"/>
                </a:lnTo>
                <a:lnTo>
                  <a:pt x="300926" y="73228"/>
                </a:lnTo>
                <a:lnTo>
                  <a:pt x="307657" y="80200"/>
                </a:lnTo>
                <a:lnTo>
                  <a:pt x="312978" y="86321"/>
                </a:lnTo>
                <a:lnTo>
                  <a:pt x="316992" y="91440"/>
                </a:lnTo>
                <a:lnTo>
                  <a:pt x="323088" y="103632"/>
                </a:lnTo>
                <a:lnTo>
                  <a:pt x="326136" y="108204"/>
                </a:lnTo>
                <a:lnTo>
                  <a:pt x="329184" y="114300"/>
                </a:lnTo>
                <a:lnTo>
                  <a:pt x="332232" y="115824"/>
                </a:lnTo>
                <a:lnTo>
                  <a:pt x="335280" y="115824"/>
                </a:lnTo>
                <a:lnTo>
                  <a:pt x="338328" y="114300"/>
                </a:lnTo>
                <a:lnTo>
                  <a:pt x="341376" y="111252"/>
                </a:lnTo>
                <a:lnTo>
                  <a:pt x="345948" y="108204"/>
                </a:lnTo>
                <a:lnTo>
                  <a:pt x="347472" y="102108"/>
                </a:lnTo>
                <a:lnTo>
                  <a:pt x="347472" y="92964"/>
                </a:lnTo>
                <a:lnTo>
                  <a:pt x="344881" y="86106"/>
                </a:lnTo>
                <a:lnTo>
                  <a:pt x="336994" y="79248"/>
                </a:lnTo>
                <a:lnTo>
                  <a:pt x="323684" y="72390"/>
                </a:lnTo>
                <a:lnTo>
                  <a:pt x="304800" y="65532"/>
                </a:lnTo>
                <a:lnTo>
                  <a:pt x="396240" y="65532"/>
                </a:lnTo>
                <a:close/>
              </a:path>
              <a:path w="853439" h="411479">
                <a:moveTo>
                  <a:pt x="403860" y="323088"/>
                </a:moveTo>
                <a:lnTo>
                  <a:pt x="393687" y="312420"/>
                </a:lnTo>
                <a:lnTo>
                  <a:pt x="371856" y="289560"/>
                </a:lnTo>
                <a:lnTo>
                  <a:pt x="347472" y="312420"/>
                </a:lnTo>
                <a:lnTo>
                  <a:pt x="269748" y="312420"/>
                </a:lnTo>
                <a:lnTo>
                  <a:pt x="269748" y="260604"/>
                </a:lnTo>
                <a:lnTo>
                  <a:pt x="295656" y="260604"/>
                </a:lnTo>
                <a:lnTo>
                  <a:pt x="295656" y="277368"/>
                </a:lnTo>
                <a:lnTo>
                  <a:pt x="321564" y="268224"/>
                </a:lnTo>
                <a:lnTo>
                  <a:pt x="321119" y="260604"/>
                </a:lnTo>
                <a:lnTo>
                  <a:pt x="320687" y="253365"/>
                </a:lnTo>
                <a:lnTo>
                  <a:pt x="320560" y="249936"/>
                </a:lnTo>
                <a:lnTo>
                  <a:pt x="320230" y="240792"/>
                </a:lnTo>
                <a:lnTo>
                  <a:pt x="320065" y="230505"/>
                </a:lnTo>
                <a:lnTo>
                  <a:pt x="320040" y="213360"/>
                </a:lnTo>
                <a:lnTo>
                  <a:pt x="320040" y="202692"/>
                </a:lnTo>
                <a:lnTo>
                  <a:pt x="320040" y="170688"/>
                </a:lnTo>
                <a:lnTo>
                  <a:pt x="320040" y="160020"/>
                </a:lnTo>
                <a:lnTo>
                  <a:pt x="320040" y="132588"/>
                </a:lnTo>
                <a:lnTo>
                  <a:pt x="325272" y="128016"/>
                </a:lnTo>
                <a:lnTo>
                  <a:pt x="332232" y="121920"/>
                </a:lnTo>
                <a:lnTo>
                  <a:pt x="328015" y="118872"/>
                </a:lnTo>
                <a:lnTo>
                  <a:pt x="304800" y="102108"/>
                </a:lnTo>
                <a:lnTo>
                  <a:pt x="295656" y="116484"/>
                </a:lnTo>
                <a:lnTo>
                  <a:pt x="295656" y="128016"/>
                </a:lnTo>
                <a:lnTo>
                  <a:pt x="295656" y="160020"/>
                </a:lnTo>
                <a:lnTo>
                  <a:pt x="295656" y="170688"/>
                </a:lnTo>
                <a:lnTo>
                  <a:pt x="295656" y="202692"/>
                </a:lnTo>
                <a:lnTo>
                  <a:pt x="295656" y="213360"/>
                </a:lnTo>
                <a:lnTo>
                  <a:pt x="295656" y="249936"/>
                </a:lnTo>
                <a:lnTo>
                  <a:pt x="245364" y="249936"/>
                </a:lnTo>
                <a:lnTo>
                  <a:pt x="245364" y="260604"/>
                </a:lnTo>
                <a:lnTo>
                  <a:pt x="245364" y="313944"/>
                </a:lnTo>
                <a:lnTo>
                  <a:pt x="160020" y="313944"/>
                </a:lnTo>
                <a:lnTo>
                  <a:pt x="162052" y="301117"/>
                </a:lnTo>
                <a:lnTo>
                  <a:pt x="163639" y="287845"/>
                </a:lnTo>
                <a:lnTo>
                  <a:pt x="164871" y="275158"/>
                </a:lnTo>
                <a:lnTo>
                  <a:pt x="166116" y="260604"/>
                </a:lnTo>
                <a:lnTo>
                  <a:pt x="245364" y="260604"/>
                </a:lnTo>
                <a:lnTo>
                  <a:pt x="245364" y="249936"/>
                </a:lnTo>
                <a:lnTo>
                  <a:pt x="108204" y="249936"/>
                </a:lnTo>
                <a:lnTo>
                  <a:pt x="108204" y="213360"/>
                </a:lnTo>
                <a:lnTo>
                  <a:pt x="295656" y="213360"/>
                </a:lnTo>
                <a:lnTo>
                  <a:pt x="295656" y="202692"/>
                </a:lnTo>
                <a:lnTo>
                  <a:pt x="108204" y="202692"/>
                </a:lnTo>
                <a:lnTo>
                  <a:pt x="108204" y="170688"/>
                </a:lnTo>
                <a:lnTo>
                  <a:pt x="295656" y="170688"/>
                </a:lnTo>
                <a:lnTo>
                  <a:pt x="295656" y="160020"/>
                </a:lnTo>
                <a:lnTo>
                  <a:pt x="108204" y="160020"/>
                </a:lnTo>
                <a:lnTo>
                  <a:pt x="108204" y="128016"/>
                </a:lnTo>
                <a:lnTo>
                  <a:pt x="295656" y="128016"/>
                </a:lnTo>
                <a:lnTo>
                  <a:pt x="295656" y="116484"/>
                </a:lnTo>
                <a:lnTo>
                  <a:pt x="294132" y="118872"/>
                </a:lnTo>
                <a:lnTo>
                  <a:pt x="108204" y="118872"/>
                </a:lnTo>
                <a:lnTo>
                  <a:pt x="82296" y="103632"/>
                </a:lnTo>
                <a:lnTo>
                  <a:pt x="83185" y="112776"/>
                </a:lnTo>
                <a:lnTo>
                  <a:pt x="83261" y="114300"/>
                </a:lnTo>
                <a:lnTo>
                  <a:pt x="83845" y="128308"/>
                </a:lnTo>
                <a:lnTo>
                  <a:pt x="84442" y="147358"/>
                </a:lnTo>
                <a:lnTo>
                  <a:pt x="85293" y="170688"/>
                </a:lnTo>
                <a:lnTo>
                  <a:pt x="85191" y="222504"/>
                </a:lnTo>
                <a:lnTo>
                  <a:pt x="85128" y="230505"/>
                </a:lnTo>
                <a:lnTo>
                  <a:pt x="84709" y="256019"/>
                </a:lnTo>
                <a:lnTo>
                  <a:pt x="83820" y="283464"/>
                </a:lnTo>
                <a:lnTo>
                  <a:pt x="108204" y="274320"/>
                </a:lnTo>
                <a:lnTo>
                  <a:pt x="108204" y="260604"/>
                </a:lnTo>
                <a:lnTo>
                  <a:pt x="138684" y="260604"/>
                </a:lnTo>
                <a:lnTo>
                  <a:pt x="138404" y="275158"/>
                </a:lnTo>
                <a:lnTo>
                  <a:pt x="137541" y="288988"/>
                </a:lnTo>
                <a:lnTo>
                  <a:pt x="136118" y="301967"/>
                </a:lnTo>
                <a:lnTo>
                  <a:pt x="134112" y="313944"/>
                </a:lnTo>
                <a:lnTo>
                  <a:pt x="0" y="313944"/>
                </a:lnTo>
                <a:lnTo>
                  <a:pt x="15240" y="330708"/>
                </a:lnTo>
                <a:lnTo>
                  <a:pt x="25552" y="327837"/>
                </a:lnTo>
                <a:lnTo>
                  <a:pt x="36004" y="325945"/>
                </a:lnTo>
                <a:lnTo>
                  <a:pt x="46748" y="324929"/>
                </a:lnTo>
                <a:lnTo>
                  <a:pt x="57912" y="324612"/>
                </a:lnTo>
                <a:lnTo>
                  <a:pt x="132588" y="324612"/>
                </a:lnTo>
                <a:lnTo>
                  <a:pt x="107734" y="361264"/>
                </a:lnTo>
                <a:lnTo>
                  <a:pt x="64960" y="388620"/>
                </a:lnTo>
                <a:lnTo>
                  <a:pt x="21336" y="406908"/>
                </a:lnTo>
                <a:lnTo>
                  <a:pt x="22860" y="411480"/>
                </a:lnTo>
                <a:lnTo>
                  <a:pt x="66484" y="401193"/>
                </a:lnTo>
                <a:lnTo>
                  <a:pt x="106680" y="384048"/>
                </a:lnTo>
                <a:lnTo>
                  <a:pt x="139446" y="358902"/>
                </a:lnTo>
                <a:lnTo>
                  <a:pt x="158496" y="324612"/>
                </a:lnTo>
                <a:lnTo>
                  <a:pt x="245364" y="324612"/>
                </a:lnTo>
                <a:lnTo>
                  <a:pt x="245173" y="364045"/>
                </a:lnTo>
                <a:lnTo>
                  <a:pt x="243840" y="411480"/>
                </a:lnTo>
                <a:lnTo>
                  <a:pt x="271272" y="399288"/>
                </a:lnTo>
                <a:lnTo>
                  <a:pt x="270408" y="388620"/>
                </a:lnTo>
                <a:lnTo>
                  <a:pt x="269963" y="372618"/>
                </a:lnTo>
                <a:lnTo>
                  <a:pt x="269862" y="361264"/>
                </a:lnTo>
                <a:lnTo>
                  <a:pt x="269760" y="324612"/>
                </a:lnTo>
                <a:lnTo>
                  <a:pt x="269748" y="323088"/>
                </a:lnTo>
                <a:lnTo>
                  <a:pt x="403860" y="323088"/>
                </a:lnTo>
                <a:close/>
              </a:path>
              <a:path w="853439" h="411479">
                <a:moveTo>
                  <a:pt x="507492" y="167640"/>
                </a:moveTo>
                <a:lnTo>
                  <a:pt x="503758" y="156768"/>
                </a:lnTo>
                <a:lnTo>
                  <a:pt x="492442" y="144589"/>
                </a:lnTo>
                <a:lnTo>
                  <a:pt x="473417" y="131000"/>
                </a:lnTo>
                <a:lnTo>
                  <a:pt x="446532" y="115824"/>
                </a:lnTo>
                <a:lnTo>
                  <a:pt x="443484" y="121920"/>
                </a:lnTo>
                <a:lnTo>
                  <a:pt x="456946" y="137566"/>
                </a:lnTo>
                <a:lnTo>
                  <a:pt x="467677" y="152209"/>
                </a:lnTo>
                <a:lnTo>
                  <a:pt x="475856" y="165430"/>
                </a:lnTo>
                <a:lnTo>
                  <a:pt x="481584" y="176784"/>
                </a:lnTo>
                <a:lnTo>
                  <a:pt x="485279" y="187363"/>
                </a:lnTo>
                <a:lnTo>
                  <a:pt x="489394" y="193929"/>
                </a:lnTo>
                <a:lnTo>
                  <a:pt x="493801" y="196507"/>
                </a:lnTo>
                <a:lnTo>
                  <a:pt x="498348" y="195072"/>
                </a:lnTo>
                <a:lnTo>
                  <a:pt x="502348" y="190792"/>
                </a:lnTo>
                <a:lnTo>
                  <a:pt x="505206" y="184785"/>
                </a:lnTo>
                <a:lnTo>
                  <a:pt x="506920" y="177076"/>
                </a:lnTo>
                <a:lnTo>
                  <a:pt x="507492" y="167640"/>
                </a:lnTo>
                <a:close/>
              </a:path>
              <a:path w="853439" h="411479">
                <a:moveTo>
                  <a:pt x="544068" y="65532"/>
                </a:moveTo>
                <a:lnTo>
                  <a:pt x="508850" y="26962"/>
                </a:lnTo>
                <a:lnTo>
                  <a:pt x="487680" y="15240"/>
                </a:lnTo>
                <a:lnTo>
                  <a:pt x="483108" y="21336"/>
                </a:lnTo>
                <a:lnTo>
                  <a:pt x="495452" y="35890"/>
                </a:lnTo>
                <a:lnTo>
                  <a:pt x="505206" y="49720"/>
                </a:lnTo>
                <a:lnTo>
                  <a:pt x="512686" y="62699"/>
                </a:lnTo>
                <a:lnTo>
                  <a:pt x="518160" y="74676"/>
                </a:lnTo>
                <a:lnTo>
                  <a:pt x="521208" y="86868"/>
                </a:lnTo>
                <a:lnTo>
                  <a:pt x="525780" y="91440"/>
                </a:lnTo>
                <a:lnTo>
                  <a:pt x="530352" y="91440"/>
                </a:lnTo>
                <a:lnTo>
                  <a:pt x="534924" y="89916"/>
                </a:lnTo>
                <a:lnTo>
                  <a:pt x="537972" y="85344"/>
                </a:lnTo>
                <a:lnTo>
                  <a:pt x="542544" y="80772"/>
                </a:lnTo>
                <a:lnTo>
                  <a:pt x="544068" y="74676"/>
                </a:lnTo>
                <a:lnTo>
                  <a:pt x="544068" y="65532"/>
                </a:lnTo>
                <a:close/>
              </a:path>
              <a:path w="853439" h="411479">
                <a:moveTo>
                  <a:pt x="589788" y="77724"/>
                </a:moveTo>
                <a:lnTo>
                  <a:pt x="582168" y="76200"/>
                </a:lnTo>
                <a:lnTo>
                  <a:pt x="550481" y="151980"/>
                </a:lnTo>
                <a:lnTo>
                  <a:pt x="526351" y="208026"/>
                </a:lnTo>
                <a:lnTo>
                  <a:pt x="509955" y="244652"/>
                </a:lnTo>
                <a:lnTo>
                  <a:pt x="501396" y="262128"/>
                </a:lnTo>
                <a:lnTo>
                  <a:pt x="495300" y="271272"/>
                </a:lnTo>
                <a:lnTo>
                  <a:pt x="489229" y="277342"/>
                </a:lnTo>
                <a:lnTo>
                  <a:pt x="478878" y="277329"/>
                </a:lnTo>
                <a:lnTo>
                  <a:pt x="470535" y="276987"/>
                </a:lnTo>
                <a:lnTo>
                  <a:pt x="459346" y="276085"/>
                </a:lnTo>
                <a:lnTo>
                  <a:pt x="445008" y="274320"/>
                </a:lnTo>
                <a:lnTo>
                  <a:pt x="445008" y="281940"/>
                </a:lnTo>
                <a:lnTo>
                  <a:pt x="484632" y="300228"/>
                </a:lnTo>
                <a:lnTo>
                  <a:pt x="487680" y="306324"/>
                </a:lnTo>
                <a:lnTo>
                  <a:pt x="487603" y="314896"/>
                </a:lnTo>
                <a:lnTo>
                  <a:pt x="487159" y="319976"/>
                </a:lnTo>
                <a:lnTo>
                  <a:pt x="485775" y="326707"/>
                </a:lnTo>
                <a:lnTo>
                  <a:pt x="479590" y="350596"/>
                </a:lnTo>
                <a:lnTo>
                  <a:pt x="478155" y="357568"/>
                </a:lnTo>
                <a:lnTo>
                  <a:pt x="477304" y="363689"/>
                </a:lnTo>
                <a:lnTo>
                  <a:pt x="477100" y="367284"/>
                </a:lnTo>
                <a:lnTo>
                  <a:pt x="477012" y="376428"/>
                </a:lnTo>
                <a:lnTo>
                  <a:pt x="480060" y="382524"/>
                </a:lnTo>
                <a:lnTo>
                  <a:pt x="487680" y="384048"/>
                </a:lnTo>
                <a:lnTo>
                  <a:pt x="493776" y="387096"/>
                </a:lnTo>
                <a:lnTo>
                  <a:pt x="510540" y="387096"/>
                </a:lnTo>
                <a:lnTo>
                  <a:pt x="513588" y="385572"/>
                </a:lnTo>
                <a:lnTo>
                  <a:pt x="513588" y="381000"/>
                </a:lnTo>
                <a:lnTo>
                  <a:pt x="512495" y="373380"/>
                </a:lnTo>
                <a:lnTo>
                  <a:pt x="511517" y="363689"/>
                </a:lnTo>
                <a:lnTo>
                  <a:pt x="510806" y="351434"/>
                </a:lnTo>
                <a:lnTo>
                  <a:pt x="510552" y="336931"/>
                </a:lnTo>
                <a:lnTo>
                  <a:pt x="510184" y="322262"/>
                </a:lnTo>
                <a:lnTo>
                  <a:pt x="511111" y="308419"/>
                </a:lnTo>
                <a:lnTo>
                  <a:pt x="512902" y="295452"/>
                </a:lnTo>
                <a:lnTo>
                  <a:pt x="515112" y="283464"/>
                </a:lnTo>
                <a:lnTo>
                  <a:pt x="517245" y="277368"/>
                </a:lnTo>
                <a:lnTo>
                  <a:pt x="522287" y="262890"/>
                </a:lnTo>
                <a:lnTo>
                  <a:pt x="537019" y="221742"/>
                </a:lnTo>
                <a:lnTo>
                  <a:pt x="559485" y="160020"/>
                </a:lnTo>
                <a:lnTo>
                  <a:pt x="589788" y="77724"/>
                </a:lnTo>
                <a:close/>
              </a:path>
              <a:path w="853439" h="411479">
                <a:moveTo>
                  <a:pt x="853440" y="213360"/>
                </a:moveTo>
                <a:lnTo>
                  <a:pt x="824484" y="182880"/>
                </a:lnTo>
                <a:lnTo>
                  <a:pt x="803148" y="202692"/>
                </a:lnTo>
                <a:lnTo>
                  <a:pt x="711708" y="202692"/>
                </a:lnTo>
                <a:lnTo>
                  <a:pt x="711708" y="109728"/>
                </a:lnTo>
                <a:lnTo>
                  <a:pt x="826008" y="109728"/>
                </a:lnTo>
                <a:lnTo>
                  <a:pt x="798576" y="79248"/>
                </a:lnTo>
                <a:lnTo>
                  <a:pt x="778764" y="99060"/>
                </a:lnTo>
                <a:lnTo>
                  <a:pt x="711708" y="99060"/>
                </a:lnTo>
                <a:lnTo>
                  <a:pt x="711708" y="38100"/>
                </a:lnTo>
                <a:lnTo>
                  <a:pt x="728472" y="21336"/>
                </a:lnTo>
                <a:lnTo>
                  <a:pt x="687324" y="0"/>
                </a:lnTo>
                <a:lnTo>
                  <a:pt x="687565" y="15240"/>
                </a:lnTo>
                <a:lnTo>
                  <a:pt x="688060" y="35890"/>
                </a:lnTo>
                <a:lnTo>
                  <a:pt x="688581" y="62699"/>
                </a:lnTo>
                <a:lnTo>
                  <a:pt x="688695" y="76200"/>
                </a:lnTo>
                <a:lnTo>
                  <a:pt x="688848" y="99060"/>
                </a:lnTo>
                <a:lnTo>
                  <a:pt x="592836" y="99060"/>
                </a:lnTo>
                <a:lnTo>
                  <a:pt x="608076" y="114300"/>
                </a:lnTo>
                <a:lnTo>
                  <a:pt x="618388" y="112306"/>
                </a:lnTo>
                <a:lnTo>
                  <a:pt x="628840" y="110871"/>
                </a:lnTo>
                <a:lnTo>
                  <a:pt x="639584" y="110020"/>
                </a:lnTo>
                <a:lnTo>
                  <a:pt x="650748" y="109728"/>
                </a:lnTo>
                <a:lnTo>
                  <a:pt x="688848" y="109728"/>
                </a:lnTo>
                <a:lnTo>
                  <a:pt x="688848" y="202692"/>
                </a:lnTo>
                <a:lnTo>
                  <a:pt x="559308" y="202692"/>
                </a:lnTo>
                <a:lnTo>
                  <a:pt x="576072" y="219456"/>
                </a:lnTo>
                <a:lnTo>
                  <a:pt x="585508" y="216585"/>
                </a:lnTo>
                <a:lnTo>
                  <a:pt x="595503" y="214693"/>
                </a:lnTo>
                <a:lnTo>
                  <a:pt x="606082" y="213677"/>
                </a:lnTo>
                <a:lnTo>
                  <a:pt x="617220" y="213360"/>
                </a:lnTo>
                <a:lnTo>
                  <a:pt x="681228" y="213360"/>
                </a:lnTo>
                <a:lnTo>
                  <a:pt x="661797" y="256984"/>
                </a:lnTo>
                <a:lnTo>
                  <a:pt x="630936" y="306324"/>
                </a:lnTo>
                <a:lnTo>
                  <a:pt x="596455" y="345376"/>
                </a:lnTo>
                <a:lnTo>
                  <a:pt x="569976" y="358140"/>
                </a:lnTo>
                <a:lnTo>
                  <a:pt x="588264" y="397764"/>
                </a:lnTo>
                <a:lnTo>
                  <a:pt x="644652" y="376428"/>
                </a:lnTo>
                <a:lnTo>
                  <a:pt x="707136" y="365188"/>
                </a:lnTo>
                <a:lnTo>
                  <a:pt x="747102" y="359930"/>
                </a:lnTo>
                <a:lnTo>
                  <a:pt x="792480" y="355092"/>
                </a:lnTo>
                <a:lnTo>
                  <a:pt x="796798" y="363093"/>
                </a:lnTo>
                <a:lnTo>
                  <a:pt x="800671" y="371094"/>
                </a:lnTo>
                <a:lnTo>
                  <a:pt x="804278" y="379095"/>
                </a:lnTo>
                <a:lnTo>
                  <a:pt x="807720" y="387096"/>
                </a:lnTo>
                <a:lnTo>
                  <a:pt x="810768" y="394716"/>
                </a:lnTo>
                <a:lnTo>
                  <a:pt x="813816" y="397764"/>
                </a:lnTo>
                <a:lnTo>
                  <a:pt x="818388" y="397764"/>
                </a:lnTo>
                <a:lnTo>
                  <a:pt x="821436" y="394716"/>
                </a:lnTo>
                <a:lnTo>
                  <a:pt x="826008" y="387096"/>
                </a:lnTo>
                <a:lnTo>
                  <a:pt x="830580" y="381000"/>
                </a:lnTo>
                <a:lnTo>
                  <a:pt x="832104" y="373380"/>
                </a:lnTo>
                <a:lnTo>
                  <a:pt x="832104" y="367284"/>
                </a:lnTo>
                <a:lnTo>
                  <a:pt x="808672" y="330517"/>
                </a:lnTo>
                <a:lnTo>
                  <a:pt x="792480" y="316992"/>
                </a:lnTo>
                <a:lnTo>
                  <a:pt x="782485" y="308711"/>
                </a:lnTo>
                <a:lnTo>
                  <a:pt x="770801" y="299872"/>
                </a:lnTo>
                <a:lnTo>
                  <a:pt x="757339" y="290423"/>
                </a:lnTo>
                <a:lnTo>
                  <a:pt x="742188" y="280416"/>
                </a:lnTo>
                <a:lnTo>
                  <a:pt x="739140" y="284988"/>
                </a:lnTo>
                <a:lnTo>
                  <a:pt x="751674" y="299847"/>
                </a:lnTo>
                <a:lnTo>
                  <a:pt x="764095" y="314896"/>
                </a:lnTo>
                <a:lnTo>
                  <a:pt x="776224" y="330212"/>
                </a:lnTo>
                <a:lnTo>
                  <a:pt x="787908" y="345948"/>
                </a:lnTo>
                <a:lnTo>
                  <a:pt x="605028" y="358140"/>
                </a:lnTo>
                <a:lnTo>
                  <a:pt x="633298" y="327571"/>
                </a:lnTo>
                <a:lnTo>
                  <a:pt x="656272" y="302133"/>
                </a:lnTo>
                <a:lnTo>
                  <a:pt x="673747" y="281940"/>
                </a:lnTo>
                <a:lnTo>
                  <a:pt x="685800" y="266700"/>
                </a:lnTo>
                <a:lnTo>
                  <a:pt x="693801" y="254393"/>
                </a:lnTo>
                <a:lnTo>
                  <a:pt x="701802" y="244792"/>
                </a:lnTo>
                <a:lnTo>
                  <a:pt x="709803" y="237769"/>
                </a:lnTo>
                <a:lnTo>
                  <a:pt x="717804" y="233172"/>
                </a:lnTo>
                <a:lnTo>
                  <a:pt x="690372" y="213360"/>
                </a:lnTo>
                <a:lnTo>
                  <a:pt x="853440" y="21336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" name="object 21"/>
          <p:cNvSpPr/>
          <p:nvPr/>
        </p:nvSpPr>
        <p:spPr>
          <a:xfrm>
            <a:off x="6155435" y="4329684"/>
            <a:ext cx="370840" cy="376555"/>
          </a:xfrm>
          <a:custGeom>
            <a:avLst/>
            <a:gdLst/>
            <a:ahLst/>
            <a:cxnLst/>
            <a:rect l="l" t="t" r="r" b="b"/>
            <a:pathLst>
              <a:path w="370840" h="376554">
                <a:moveTo>
                  <a:pt x="155448" y="33528"/>
                </a:moveTo>
                <a:lnTo>
                  <a:pt x="138684" y="16764"/>
                </a:lnTo>
                <a:lnTo>
                  <a:pt x="288035" y="16764"/>
                </a:lnTo>
                <a:lnTo>
                  <a:pt x="301752" y="0"/>
                </a:lnTo>
                <a:lnTo>
                  <a:pt x="329184" y="22860"/>
                </a:lnTo>
                <a:lnTo>
                  <a:pt x="322652" y="27432"/>
                </a:lnTo>
                <a:lnTo>
                  <a:pt x="196596" y="27432"/>
                </a:lnTo>
                <a:lnTo>
                  <a:pt x="185451" y="27741"/>
                </a:lnTo>
                <a:lnTo>
                  <a:pt x="174879" y="28765"/>
                </a:lnTo>
                <a:lnTo>
                  <a:pt x="164877" y="30646"/>
                </a:lnTo>
                <a:lnTo>
                  <a:pt x="155448" y="33528"/>
                </a:lnTo>
                <a:close/>
              </a:path>
              <a:path w="370840" h="376554">
                <a:moveTo>
                  <a:pt x="0" y="272795"/>
                </a:moveTo>
                <a:lnTo>
                  <a:pt x="881" y="249697"/>
                </a:lnTo>
                <a:lnTo>
                  <a:pt x="1271" y="225552"/>
                </a:lnTo>
                <a:lnTo>
                  <a:pt x="1368" y="214883"/>
                </a:lnTo>
                <a:lnTo>
                  <a:pt x="1464" y="107203"/>
                </a:lnTo>
                <a:lnTo>
                  <a:pt x="1365" y="86868"/>
                </a:lnTo>
                <a:lnTo>
                  <a:pt x="1247" y="74676"/>
                </a:lnTo>
                <a:lnTo>
                  <a:pt x="877" y="50292"/>
                </a:lnTo>
                <a:lnTo>
                  <a:pt x="0" y="24384"/>
                </a:lnTo>
                <a:lnTo>
                  <a:pt x="24384" y="39624"/>
                </a:lnTo>
                <a:lnTo>
                  <a:pt x="114953" y="39624"/>
                </a:lnTo>
                <a:lnTo>
                  <a:pt x="121920" y="45720"/>
                </a:lnTo>
                <a:lnTo>
                  <a:pt x="115824" y="50292"/>
                </a:lnTo>
                <a:lnTo>
                  <a:pt x="24384" y="50292"/>
                </a:lnTo>
                <a:lnTo>
                  <a:pt x="24384" y="214883"/>
                </a:lnTo>
                <a:lnTo>
                  <a:pt x="109983" y="214883"/>
                </a:lnTo>
                <a:lnTo>
                  <a:pt x="110311" y="225552"/>
                </a:lnTo>
                <a:lnTo>
                  <a:pt x="24384" y="225552"/>
                </a:lnTo>
                <a:lnTo>
                  <a:pt x="24384" y="262128"/>
                </a:lnTo>
                <a:lnTo>
                  <a:pt x="0" y="272795"/>
                </a:lnTo>
                <a:close/>
              </a:path>
              <a:path w="370840" h="376554">
                <a:moveTo>
                  <a:pt x="114953" y="39624"/>
                </a:moveTo>
                <a:lnTo>
                  <a:pt x="85344" y="39624"/>
                </a:lnTo>
                <a:lnTo>
                  <a:pt x="97536" y="24384"/>
                </a:lnTo>
                <a:lnTo>
                  <a:pt x="114953" y="39624"/>
                </a:lnTo>
                <a:close/>
              </a:path>
              <a:path w="370840" h="376554">
                <a:moveTo>
                  <a:pt x="301752" y="181356"/>
                </a:moveTo>
                <a:lnTo>
                  <a:pt x="277368" y="181356"/>
                </a:lnTo>
                <a:lnTo>
                  <a:pt x="289559" y="27432"/>
                </a:lnTo>
                <a:lnTo>
                  <a:pt x="322652" y="27432"/>
                </a:lnTo>
                <a:lnTo>
                  <a:pt x="313944" y="33528"/>
                </a:lnTo>
                <a:lnTo>
                  <a:pt x="301752" y="181356"/>
                </a:lnTo>
                <a:close/>
              </a:path>
              <a:path w="370840" h="376554">
                <a:moveTo>
                  <a:pt x="109983" y="214883"/>
                </a:moveTo>
                <a:lnTo>
                  <a:pt x="86868" y="214883"/>
                </a:lnTo>
                <a:lnTo>
                  <a:pt x="86868" y="50292"/>
                </a:lnTo>
                <a:lnTo>
                  <a:pt x="115824" y="50292"/>
                </a:lnTo>
                <a:lnTo>
                  <a:pt x="109728" y="54864"/>
                </a:lnTo>
                <a:lnTo>
                  <a:pt x="109836" y="205740"/>
                </a:lnTo>
                <a:lnTo>
                  <a:pt x="109918" y="212788"/>
                </a:lnTo>
                <a:lnTo>
                  <a:pt x="109983" y="214883"/>
                </a:lnTo>
                <a:close/>
              </a:path>
              <a:path w="370840" h="376554">
                <a:moveTo>
                  <a:pt x="172212" y="205740"/>
                </a:moveTo>
                <a:lnTo>
                  <a:pt x="149352" y="184404"/>
                </a:lnTo>
                <a:lnTo>
                  <a:pt x="160020" y="175260"/>
                </a:lnTo>
                <a:lnTo>
                  <a:pt x="164044" y="137207"/>
                </a:lnTo>
                <a:lnTo>
                  <a:pt x="167068" y="105156"/>
                </a:lnTo>
                <a:lnTo>
                  <a:pt x="169235" y="78819"/>
                </a:lnTo>
                <a:lnTo>
                  <a:pt x="170688" y="57912"/>
                </a:lnTo>
                <a:lnTo>
                  <a:pt x="208788" y="74676"/>
                </a:lnTo>
                <a:lnTo>
                  <a:pt x="189166" y="129540"/>
                </a:lnTo>
                <a:lnTo>
                  <a:pt x="184404" y="181356"/>
                </a:lnTo>
                <a:lnTo>
                  <a:pt x="364845" y="181356"/>
                </a:lnTo>
                <a:lnTo>
                  <a:pt x="370332" y="185928"/>
                </a:lnTo>
                <a:lnTo>
                  <a:pt x="364453" y="190500"/>
                </a:lnTo>
                <a:lnTo>
                  <a:pt x="184404" y="190500"/>
                </a:lnTo>
                <a:lnTo>
                  <a:pt x="172212" y="205740"/>
                </a:lnTo>
                <a:close/>
              </a:path>
              <a:path w="370840" h="376554">
                <a:moveTo>
                  <a:pt x="364845" y="181356"/>
                </a:moveTo>
                <a:lnTo>
                  <a:pt x="330708" y="181356"/>
                </a:lnTo>
                <a:lnTo>
                  <a:pt x="342900" y="163068"/>
                </a:lnTo>
                <a:lnTo>
                  <a:pt x="364845" y="181356"/>
                </a:lnTo>
                <a:close/>
              </a:path>
              <a:path w="370840" h="376554">
                <a:moveTo>
                  <a:pt x="337241" y="338328"/>
                </a:moveTo>
                <a:lnTo>
                  <a:pt x="298704" y="338328"/>
                </a:lnTo>
                <a:lnTo>
                  <a:pt x="306323" y="336804"/>
                </a:lnTo>
                <a:lnTo>
                  <a:pt x="310896" y="330708"/>
                </a:lnTo>
                <a:lnTo>
                  <a:pt x="323088" y="289559"/>
                </a:lnTo>
                <a:lnTo>
                  <a:pt x="327660" y="248602"/>
                </a:lnTo>
                <a:lnTo>
                  <a:pt x="332232" y="190500"/>
                </a:lnTo>
                <a:lnTo>
                  <a:pt x="364453" y="190500"/>
                </a:lnTo>
                <a:lnTo>
                  <a:pt x="356616" y="196596"/>
                </a:lnTo>
                <a:lnTo>
                  <a:pt x="354091" y="228004"/>
                </a:lnTo>
                <a:lnTo>
                  <a:pt x="351259" y="256032"/>
                </a:lnTo>
                <a:lnTo>
                  <a:pt x="348472" y="279963"/>
                </a:lnTo>
                <a:lnTo>
                  <a:pt x="345948" y="300228"/>
                </a:lnTo>
                <a:lnTo>
                  <a:pt x="343114" y="318206"/>
                </a:lnTo>
                <a:lnTo>
                  <a:pt x="339280" y="333184"/>
                </a:lnTo>
                <a:lnTo>
                  <a:pt x="337241" y="338328"/>
                </a:lnTo>
                <a:close/>
              </a:path>
              <a:path w="370840" h="376554">
                <a:moveTo>
                  <a:pt x="86868" y="252983"/>
                </a:moveTo>
                <a:lnTo>
                  <a:pt x="86868" y="225552"/>
                </a:lnTo>
                <a:lnTo>
                  <a:pt x="110311" y="225552"/>
                </a:lnTo>
                <a:lnTo>
                  <a:pt x="110402" y="228004"/>
                </a:lnTo>
                <a:lnTo>
                  <a:pt x="111252" y="242316"/>
                </a:lnTo>
                <a:lnTo>
                  <a:pt x="86868" y="252983"/>
                </a:lnTo>
                <a:close/>
              </a:path>
              <a:path w="370840" h="376554">
                <a:moveTo>
                  <a:pt x="115824" y="271271"/>
                </a:moveTo>
                <a:lnTo>
                  <a:pt x="100584" y="256032"/>
                </a:lnTo>
                <a:lnTo>
                  <a:pt x="257556" y="256032"/>
                </a:lnTo>
                <a:lnTo>
                  <a:pt x="277368" y="234695"/>
                </a:lnTo>
                <a:lnTo>
                  <a:pt x="309371" y="265176"/>
                </a:lnTo>
                <a:lnTo>
                  <a:pt x="150876" y="265176"/>
                </a:lnTo>
                <a:lnTo>
                  <a:pt x="141755" y="265699"/>
                </a:lnTo>
                <a:lnTo>
                  <a:pt x="132778" y="267081"/>
                </a:lnTo>
                <a:lnTo>
                  <a:pt x="124086" y="269033"/>
                </a:lnTo>
                <a:lnTo>
                  <a:pt x="115824" y="271271"/>
                </a:lnTo>
                <a:close/>
              </a:path>
              <a:path w="370840" h="376554">
                <a:moveTo>
                  <a:pt x="289559" y="376427"/>
                </a:moveTo>
                <a:lnTo>
                  <a:pt x="286416" y="365307"/>
                </a:lnTo>
                <a:lnTo>
                  <a:pt x="276987" y="354901"/>
                </a:lnTo>
                <a:lnTo>
                  <a:pt x="261270" y="345352"/>
                </a:lnTo>
                <a:lnTo>
                  <a:pt x="239268" y="336804"/>
                </a:lnTo>
                <a:lnTo>
                  <a:pt x="239268" y="330708"/>
                </a:lnTo>
                <a:lnTo>
                  <a:pt x="288035" y="336804"/>
                </a:lnTo>
                <a:lnTo>
                  <a:pt x="298704" y="338328"/>
                </a:lnTo>
                <a:lnTo>
                  <a:pt x="337241" y="338328"/>
                </a:lnTo>
                <a:lnTo>
                  <a:pt x="303037" y="372213"/>
                </a:lnTo>
                <a:lnTo>
                  <a:pt x="289559" y="37642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" name="object 22"/>
          <p:cNvSpPr/>
          <p:nvPr/>
        </p:nvSpPr>
        <p:spPr>
          <a:xfrm>
            <a:off x="6617207" y="4352544"/>
            <a:ext cx="148590" cy="294640"/>
          </a:xfrm>
          <a:custGeom>
            <a:avLst/>
            <a:gdLst/>
            <a:ahLst/>
            <a:cxnLst/>
            <a:rect l="l" t="t" r="r" b="b"/>
            <a:pathLst>
              <a:path w="148590" h="294639">
                <a:moveTo>
                  <a:pt x="25908" y="88392"/>
                </a:moveTo>
                <a:lnTo>
                  <a:pt x="13716" y="88392"/>
                </a:lnTo>
                <a:lnTo>
                  <a:pt x="9144" y="85344"/>
                </a:lnTo>
                <a:lnTo>
                  <a:pt x="4572" y="80772"/>
                </a:lnTo>
                <a:lnTo>
                  <a:pt x="1524" y="74676"/>
                </a:lnTo>
                <a:lnTo>
                  <a:pt x="0" y="67056"/>
                </a:lnTo>
                <a:lnTo>
                  <a:pt x="1524" y="56388"/>
                </a:lnTo>
                <a:lnTo>
                  <a:pt x="19812" y="22860"/>
                </a:lnTo>
                <a:lnTo>
                  <a:pt x="56388" y="3048"/>
                </a:lnTo>
                <a:lnTo>
                  <a:pt x="76771" y="0"/>
                </a:lnTo>
                <a:lnTo>
                  <a:pt x="86606" y="47"/>
                </a:lnTo>
                <a:lnTo>
                  <a:pt x="96012" y="1524"/>
                </a:lnTo>
                <a:lnTo>
                  <a:pt x="105156" y="3786"/>
                </a:lnTo>
                <a:lnTo>
                  <a:pt x="114300" y="8191"/>
                </a:lnTo>
                <a:lnTo>
                  <a:pt x="117835" y="10668"/>
                </a:lnTo>
                <a:lnTo>
                  <a:pt x="73152" y="10668"/>
                </a:lnTo>
                <a:lnTo>
                  <a:pt x="63388" y="12168"/>
                </a:lnTo>
                <a:lnTo>
                  <a:pt x="28956" y="32004"/>
                </a:lnTo>
                <a:lnTo>
                  <a:pt x="22860" y="44196"/>
                </a:lnTo>
                <a:lnTo>
                  <a:pt x="21336" y="48768"/>
                </a:lnTo>
                <a:lnTo>
                  <a:pt x="24384" y="53340"/>
                </a:lnTo>
                <a:lnTo>
                  <a:pt x="30480" y="54864"/>
                </a:lnTo>
                <a:lnTo>
                  <a:pt x="35052" y="59436"/>
                </a:lnTo>
                <a:lnTo>
                  <a:pt x="36576" y="64008"/>
                </a:lnTo>
                <a:lnTo>
                  <a:pt x="36576" y="74676"/>
                </a:lnTo>
                <a:lnTo>
                  <a:pt x="35052" y="79248"/>
                </a:lnTo>
                <a:lnTo>
                  <a:pt x="32004" y="83820"/>
                </a:lnTo>
                <a:lnTo>
                  <a:pt x="30480" y="86868"/>
                </a:lnTo>
                <a:lnTo>
                  <a:pt x="25908" y="88392"/>
                </a:lnTo>
                <a:close/>
              </a:path>
              <a:path w="148590" h="294639">
                <a:moveTo>
                  <a:pt x="74676" y="210312"/>
                </a:moveTo>
                <a:lnTo>
                  <a:pt x="69556" y="206573"/>
                </a:lnTo>
                <a:lnTo>
                  <a:pt x="65722" y="199834"/>
                </a:lnTo>
                <a:lnTo>
                  <a:pt x="63317" y="189952"/>
                </a:lnTo>
                <a:lnTo>
                  <a:pt x="62484" y="176784"/>
                </a:lnTo>
                <a:lnTo>
                  <a:pt x="64198" y="161925"/>
                </a:lnTo>
                <a:lnTo>
                  <a:pt x="69342" y="147066"/>
                </a:lnTo>
                <a:lnTo>
                  <a:pt x="77914" y="132207"/>
                </a:lnTo>
                <a:lnTo>
                  <a:pt x="89916" y="117348"/>
                </a:lnTo>
                <a:lnTo>
                  <a:pt x="100203" y="103298"/>
                </a:lnTo>
                <a:lnTo>
                  <a:pt x="108204" y="90678"/>
                </a:lnTo>
                <a:lnTo>
                  <a:pt x="113919" y="79200"/>
                </a:lnTo>
                <a:lnTo>
                  <a:pt x="117348" y="68580"/>
                </a:lnTo>
                <a:lnTo>
                  <a:pt x="117609" y="59412"/>
                </a:lnTo>
                <a:lnTo>
                  <a:pt x="116014" y="50101"/>
                </a:lnTo>
                <a:lnTo>
                  <a:pt x="91059" y="15430"/>
                </a:lnTo>
                <a:lnTo>
                  <a:pt x="73152" y="10668"/>
                </a:lnTo>
                <a:lnTo>
                  <a:pt x="117835" y="10668"/>
                </a:lnTo>
                <a:lnTo>
                  <a:pt x="145923" y="43434"/>
                </a:lnTo>
                <a:lnTo>
                  <a:pt x="148402" y="56388"/>
                </a:lnTo>
                <a:lnTo>
                  <a:pt x="147828" y="68580"/>
                </a:lnTo>
                <a:lnTo>
                  <a:pt x="144708" y="83177"/>
                </a:lnTo>
                <a:lnTo>
                  <a:pt x="137731" y="97345"/>
                </a:lnTo>
                <a:lnTo>
                  <a:pt x="127039" y="111228"/>
                </a:lnTo>
                <a:lnTo>
                  <a:pt x="112776" y="124968"/>
                </a:lnTo>
                <a:lnTo>
                  <a:pt x="98464" y="141303"/>
                </a:lnTo>
                <a:lnTo>
                  <a:pt x="87439" y="160782"/>
                </a:lnTo>
                <a:lnTo>
                  <a:pt x="79557" y="183689"/>
                </a:lnTo>
                <a:lnTo>
                  <a:pt x="74676" y="210312"/>
                </a:lnTo>
                <a:close/>
              </a:path>
              <a:path w="148590" h="294639">
                <a:moveTo>
                  <a:pt x="76200" y="294132"/>
                </a:moveTo>
                <a:lnTo>
                  <a:pt x="67056" y="294132"/>
                </a:lnTo>
                <a:lnTo>
                  <a:pt x="54864" y="288036"/>
                </a:lnTo>
                <a:lnTo>
                  <a:pt x="42410" y="256627"/>
                </a:lnTo>
                <a:lnTo>
                  <a:pt x="44005" y="249364"/>
                </a:lnTo>
                <a:lnTo>
                  <a:pt x="47601" y="243530"/>
                </a:lnTo>
                <a:lnTo>
                  <a:pt x="53340" y="239268"/>
                </a:lnTo>
                <a:lnTo>
                  <a:pt x="60960" y="234696"/>
                </a:lnTo>
                <a:lnTo>
                  <a:pt x="67056" y="233172"/>
                </a:lnTo>
                <a:lnTo>
                  <a:pt x="76200" y="233172"/>
                </a:lnTo>
                <a:lnTo>
                  <a:pt x="102108" y="262128"/>
                </a:lnTo>
                <a:lnTo>
                  <a:pt x="101512" y="270438"/>
                </a:lnTo>
                <a:lnTo>
                  <a:pt x="99631" y="277177"/>
                </a:lnTo>
                <a:lnTo>
                  <a:pt x="96321" y="282487"/>
                </a:lnTo>
                <a:lnTo>
                  <a:pt x="91440" y="286511"/>
                </a:lnTo>
                <a:lnTo>
                  <a:pt x="76200" y="29413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" name="object 23"/>
          <p:cNvSpPr/>
          <p:nvPr/>
        </p:nvSpPr>
        <p:spPr>
          <a:xfrm>
            <a:off x="7042404" y="4312920"/>
            <a:ext cx="375285" cy="402590"/>
          </a:xfrm>
          <a:custGeom>
            <a:avLst/>
            <a:gdLst/>
            <a:ahLst/>
            <a:cxnLst/>
            <a:rect l="l" t="t" r="r" b="b"/>
            <a:pathLst>
              <a:path w="375284" h="402589">
                <a:moveTo>
                  <a:pt x="54864" y="38100"/>
                </a:moveTo>
                <a:lnTo>
                  <a:pt x="39624" y="21336"/>
                </a:lnTo>
                <a:lnTo>
                  <a:pt x="278892" y="21336"/>
                </a:lnTo>
                <a:lnTo>
                  <a:pt x="301751" y="0"/>
                </a:lnTo>
                <a:lnTo>
                  <a:pt x="335280" y="32004"/>
                </a:lnTo>
                <a:lnTo>
                  <a:pt x="88392" y="32004"/>
                </a:lnTo>
                <a:lnTo>
                  <a:pt x="81224" y="32313"/>
                </a:lnTo>
                <a:lnTo>
                  <a:pt x="73342" y="33337"/>
                </a:lnTo>
                <a:lnTo>
                  <a:pt x="64603" y="35218"/>
                </a:lnTo>
                <a:lnTo>
                  <a:pt x="54864" y="38100"/>
                </a:lnTo>
                <a:close/>
              </a:path>
              <a:path w="375284" h="402589">
                <a:moveTo>
                  <a:pt x="195072" y="65531"/>
                </a:moveTo>
                <a:lnTo>
                  <a:pt x="173736" y="65531"/>
                </a:lnTo>
                <a:lnTo>
                  <a:pt x="173736" y="32004"/>
                </a:lnTo>
                <a:lnTo>
                  <a:pt x="195072" y="32004"/>
                </a:lnTo>
                <a:lnTo>
                  <a:pt x="195072" y="65531"/>
                </a:lnTo>
                <a:close/>
              </a:path>
              <a:path w="375284" h="402589">
                <a:moveTo>
                  <a:pt x="361873" y="65531"/>
                </a:moveTo>
                <a:lnTo>
                  <a:pt x="329184" y="65531"/>
                </a:lnTo>
                <a:lnTo>
                  <a:pt x="345948" y="48768"/>
                </a:lnTo>
                <a:lnTo>
                  <a:pt x="361873" y="65531"/>
                </a:lnTo>
                <a:close/>
              </a:path>
              <a:path w="375284" h="402589">
                <a:moveTo>
                  <a:pt x="16764" y="120396"/>
                </a:moveTo>
                <a:lnTo>
                  <a:pt x="3048" y="120396"/>
                </a:lnTo>
                <a:lnTo>
                  <a:pt x="1524" y="117348"/>
                </a:lnTo>
                <a:lnTo>
                  <a:pt x="0" y="115824"/>
                </a:lnTo>
                <a:lnTo>
                  <a:pt x="0" y="108204"/>
                </a:lnTo>
                <a:lnTo>
                  <a:pt x="1524" y="103632"/>
                </a:lnTo>
                <a:lnTo>
                  <a:pt x="7620" y="99060"/>
                </a:lnTo>
                <a:lnTo>
                  <a:pt x="13954" y="91011"/>
                </a:lnTo>
                <a:lnTo>
                  <a:pt x="19431" y="80391"/>
                </a:lnTo>
                <a:lnTo>
                  <a:pt x="24336" y="66913"/>
                </a:lnTo>
                <a:lnTo>
                  <a:pt x="28956" y="50292"/>
                </a:lnTo>
                <a:lnTo>
                  <a:pt x="33528" y="50292"/>
                </a:lnTo>
                <a:lnTo>
                  <a:pt x="36576" y="65531"/>
                </a:lnTo>
                <a:lnTo>
                  <a:pt x="361873" y="65531"/>
                </a:lnTo>
                <a:lnTo>
                  <a:pt x="372008" y="76200"/>
                </a:lnTo>
                <a:lnTo>
                  <a:pt x="36576" y="76200"/>
                </a:lnTo>
                <a:lnTo>
                  <a:pt x="37349" y="83819"/>
                </a:lnTo>
                <a:lnTo>
                  <a:pt x="37338" y="92011"/>
                </a:lnTo>
                <a:lnTo>
                  <a:pt x="36147" y="99560"/>
                </a:lnTo>
                <a:lnTo>
                  <a:pt x="33528" y="106680"/>
                </a:lnTo>
                <a:lnTo>
                  <a:pt x="30480" y="114300"/>
                </a:lnTo>
                <a:lnTo>
                  <a:pt x="24384" y="118872"/>
                </a:lnTo>
                <a:lnTo>
                  <a:pt x="16764" y="120396"/>
                </a:lnTo>
                <a:close/>
              </a:path>
              <a:path w="375284" h="402589">
                <a:moveTo>
                  <a:pt x="172212" y="176784"/>
                </a:moveTo>
                <a:lnTo>
                  <a:pt x="172483" y="150876"/>
                </a:lnTo>
                <a:lnTo>
                  <a:pt x="173497" y="102203"/>
                </a:lnTo>
                <a:lnTo>
                  <a:pt x="173736" y="76200"/>
                </a:lnTo>
                <a:lnTo>
                  <a:pt x="195072" y="76200"/>
                </a:lnTo>
                <a:lnTo>
                  <a:pt x="195301" y="108204"/>
                </a:lnTo>
                <a:lnTo>
                  <a:pt x="195411" y="115824"/>
                </a:lnTo>
                <a:lnTo>
                  <a:pt x="196024" y="140017"/>
                </a:lnTo>
                <a:lnTo>
                  <a:pt x="197000" y="157853"/>
                </a:lnTo>
                <a:lnTo>
                  <a:pt x="198120" y="166116"/>
                </a:lnTo>
                <a:lnTo>
                  <a:pt x="172212" y="176784"/>
                </a:lnTo>
                <a:close/>
              </a:path>
              <a:path w="375284" h="402589">
                <a:moveTo>
                  <a:pt x="315468" y="118872"/>
                </a:moveTo>
                <a:lnTo>
                  <a:pt x="310896" y="115824"/>
                </a:lnTo>
                <a:lnTo>
                  <a:pt x="330708" y="76200"/>
                </a:lnTo>
                <a:lnTo>
                  <a:pt x="372008" y="76200"/>
                </a:lnTo>
                <a:lnTo>
                  <a:pt x="374904" y="79248"/>
                </a:lnTo>
                <a:lnTo>
                  <a:pt x="367284" y="79248"/>
                </a:lnTo>
                <a:lnTo>
                  <a:pt x="359664" y="80772"/>
                </a:lnTo>
                <a:lnTo>
                  <a:pt x="352044" y="83819"/>
                </a:lnTo>
                <a:lnTo>
                  <a:pt x="344614" y="88439"/>
                </a:lnTo>
                <a:lnTo>
                  <a:pt x="336042" y="95631"/>
                </a:lnTo>
                <a:lnTo>
                  <a:pt x="326326" y="105679"/>
                </a:lnTo>
                <a:lnTo>
                  <a:pt x="315468" y="118872"/>
                </a:lnTo>
                <a:close/>
              </a:path>
              <a:path w="375284" h="402589">
                <a:moveTo>
                  <a:pt x="140208" y="118872"/>
                </a:moveTo>
                <a:lnTo>
                  <a:pt x="62484" y="118872"/>
                </a:lnTo>
                <a:lnTo>
                  <a:pt x="62484" y="108204"/>
                </a:lnTo>
                <a:lnTo>
                  <a:pt x="140208" y="108204"/>
                </a:lnTo>
                <a:lnTo>
                  <a:pt x="140208" y="118872"/>
                </a:lnTo>
                <a:close/>
              </a:path>
              <a:path w="375284" h="402589">
                <a:moveTo>
                  <a:pt x="297180" y="118872"/>
                </a:moveTo>
                <a:lnTo>
                  <a:pt x="216408" y="118872"/>
                </a:lnTo>
                <a:lnTo>
                  <a:pt x="216408" y="108204"/>
                </a:lnTo>
                <a:lnTo>
                  <a:pt x="297180" y="108204"/>
                </a:lnTo>
                <a:lnTo>
                  <a:pt x="297180" y="118872"/>
                </a:lnTo>
                <a:close/>
              </a:path>
              <a:path w="375284" h="402589">
                <a:moveTo>
                  <a:pt x="140208" y="161544"/>
                </a:moveTo>
                <a:lnTo>
                  <a:pt x="56388" y="161544"/>
                </a:lnTo>
                <a:lnTo>
                  <a:pt x="56388" y="150876"/>
                </a:lnTo>
                <a:lnTo>
                  <a:pt x="140208" y="150876"/>
                </a:lnTo>
                <a:lnTo>
                  <a:pt x="140208" y="161544"/>
                </a:lnTo>
                <a:close/>
              </a:path>
              <a:path w="375284" h="402589">
                <a:moveTo>
                  <a:pt x="297180" y="161544"/>
                </a:moveTo>
                <a:lnTo>
                  <a:pt x="216408" y="161544"/>
                </a:lnTo>
                <a:lnTo>
                  <a:pt x="216408" y="150876"/>
                </a:lnTo>
                <a:lnTo>
                  <a:pt x="297180" y="150876"/>
                </a:lnTo>
                <a:lnTo>
                  <a:pt x="297180" y="161544"/>
                </a:lnTo>
                <a:close/>
              </a:path>
              <a:path w="375284" h="402589">
                <a:moveTo>
                  <a:pt x="16764" y="210312"/>
                </a:moveTo>
                <a:lnTo>
                  <a:pt x="1524" y="193548"/>
                </a:lnTo>
                <a:lnTo>
                  <a:pt x="309372" y="193548"/>
                </a:lnTo>
                <a:lnTo>
                  <a:pt x="330708" y="170688"/>
                </a:lnTo>
                <a:lnTo>
                  <a:pt x="362712" y="204216"/>
                </a:lnTo>
                <a:lnTo>
                  <a:pt x="50292" y="204216"/>
                </a:lnTo>
                <a:lnTo>
                  <a:pt x="42910" y="204525"/>
                </a:lnTo>
                <a:lnTo>
                  <a:pt x="34671" y="205549"/>
                </a:lnTo>
                <a:lnTo>
                  <a:pt x="25860" y="207430"/>
                </a:lnTo>
                <a:lnTo>
                  <a:pt x="16764" y="210312"/>
                </a:lnTo>
                <a:close/>
              </a:path>
              <a:path w="375284" h="402589">
                <a:moveTo>
                  <a:pt x="149352" y="248412"/>
                </a:moveTo>
                <a:lnTo>
                  <a:pt x="140208" y="248412"/>
                </a:lnTo>
                <a:lnTo>
                  <a:pt x="152400" y="204216"/>
                </a:lnTo>
                <a:lnTo>
                  <a:pt x="184404" y="204216"/>
                </a:lnTo>
                <a:lnTo>
                  <a:pt x="172069" y="217336"/>
                </a:lnTo>
                <a:lnTo>
                  <a:pt x="162306" y="229171"/>
                </a:lnTo>
                <a:lnTo>
                  <a:pt x="154828" y="239577"/>
                </a:lnTo>
                <a:lnTo>
                  <a:pt x="149352" y="248412"/>
                </a:lnTo>
                <a:close/>
              </a:path>
              <a:path w="375284" h="402589">
                <a:moveTo>
                  <a:pt x="335497" y="248412"/>
                </a:moveTo>
                <a:lnTo>
                  <a:pt x="303276" y="248412"/>
                </a:lnTo>
                <a:lnTo>
                  <a:pt x="313944" y="231648"/>
                </a:lnTo>
                <a:lnTo>
                  <a:pt x="335497" y="248412"/>
                </a:lnTo>
                <a:close/>
              </a:path>
              <a:path w="375284" h="402589">
                <a:moveTo>
                  <a:pt x="36576" y="402336"/>
                </a:moveTo>
                <a:lnTo>
                  <a:pt x="36814" y="382905"/>
                </a:lnTo>
                <a:lnTo>
                  <a:pt x="37338" y="361188"/>
                </a:lnTo>
                <a:lnTo>
                  <a:pt x="37861" y="337185"/>
                </a:lnTo>
                <a:lnTo>
                  <a:pt x="38100" y="310896"/>
                </a:lnTo>
                <a:lnTo>
                  <a:pt x="37861" y="285488"/>
                </a:lnTo>
                <a:lnTo>
                  <a:pt x="37338" y="264223"/>
                </a:lnTo>
                <a:lnTo>
                  <a:pt x="36814" y="247245"/>
                </a:lnTo>
                <a:lnTo>
                  <a:pt x="36576" y="234696"/>
                </a:lnTo>
                <a:lnTo>
                  <a:pt x="62484" y="248412"/>
                </a:lnTo>
                <a:lnTo>
                  <a:pt x="335497" y="248412"/>
                </a:lnTo>
                <a:lnTo>
                  <a:pt x="341376" y="252984"/>
                </a:lnTo>
                <a:lnTo>
                  <a:pt x="334518" y="259080"/>
                </a:lnTo>
                <a:lnTo>
                  <a:pt x="62484" y="259080"/>
                </a:lnTo>
                <a:lnTo>
                  <a:pt x="62484" y="390144"/>
                </a:lnTo>
                <a:lnTo>
                  <a:pt x="36576" y="402336"/>
                </a:lnTo>
                <a:close/>
              </a:path>
              <a:path w="375284" h="402589">
                <a:moveTo>
                  <a:pt x="129540" y="385572"/>
                </a:moveTo>
                <a:lnTo>
                  <a:pt x="129540" y="259080"/>
                </a:lnTo>
                <a:lnTo>
                  <a:pt x="152400" y="259080"/>
                </a:lnTo>
                <a:lnTo>
                  <a:pt x="152400" y="373380"/>
                </a:lnTo>
                <a:lnTo>
                  <a:pt x="129540" y="385572"/>
                </a:lnTo>
                <a:close/>
              </a:path>
              <a:path w="375284" h="402589">
                <a:moveTo>
                  <a:pt x="213360" y="381000"/>
                </a:moveTo>
                <a:lnTo>
                  <a:pt x="213360" y="259080"/>
                </a:lnTo>
                <a:lnTo>
                  <a:pt x="236220" y="259080"/>
                </a:lnTo>
                <a:lnTo>
                  <a:pt x="236220" y="368808"/>
                </a:lnTo>
                <a:lnTo>
                  <a:pt x="213360" y="381000"/>
                </a:lnTo>
                <a:close/>
              </a:path>
              <a:path w="375284" h="402589">
                <a:moveTo>
                  <a:pt x="327660" y="365760"/>
                </a:moveTo>
                <a:lnTo>
                  <a:pt x="300227" y="365760"/>
                </a:lnTo>
                <a:lnTo>
                  <a:pt x="304800" y="362712"/>
                </a:lnTo>
                <a:lnTo>
                  <a:pt x="304800" y="259080"/>
                </a:lnTo>
                <a:lnTo>
                  <a:pt x="334518" y="259080"/>
                </a:lnTo>
                <a:lnTo>
                  <a:pt x="327660" y="265176"/>
                </a:lnTo>
                <a:lnTo>
                  <a:pt x="327660" y="365760"/>
                </a:lnTo>
                <a:close/>
              </a:path>
              <a:path w="375284" h="402589">
                <a:moveTo>
                  <a:pt x="297180" y="400812"/>
                </a:moveTo>
                <a:lnTo>
                  <a:pt x="292893" y="390501"/>
                </a:lnTo>
                <a:lnTo>
                  <a:pt x="284607" y="382333"/>
                </a:lnTo>
                <a:lnTo>
                  <a:pt x="272319" y="376166"/>
                </a:lnTo>
                <a:lnTo>
                  <a:pt x="256032" y="371856"/>
                </a:lnTo>
                <a:lnTo>
                  <a:pt x="256032" y="364236"/>
                </a:lnTo>
                <a:lnTo>
                  <a:pt x="266890" y="365117"/>
                </a:lnTo>
                <a:lnTo>
                  <a:pt x="276606" y="365569"/>
                </a:lnTo>
                <a:lnTo>
                  <a:pt x="285178" y="365736"/>
                </a:lnTo>
                <a:lnTo>
                  <a:pt x="327660" y="365760"/>
                </a:lnTo>
                <a:lnTo>
                  <a:pt x="325683" y="378094"/>
                </a:lnTo>
                <a:lnTo>
                  <a:pt x="319849" y="387858"/>
                </a:lnTo>
                <a:lnTo>
                  <a:pt x="310300" y="395335"/>
                </a:lnTo>
                <a:lnTo>
                  <a:pt x="297180" y="40081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" name="object 24"/>
          <p:cNvSpPr/>
          <p:nvPr/>
        </p:nvSpPr>
        <p:spPr>
          <a:xfrm>
            <a:off x="7464552" y="4315967"/>
            <a:ext cx="402590" cy="394970"/>
          </a:xfrm>
          <a:custGeom>
            <a:avLst/>
            <a:gdLst/>
            <a:ahLst/>
            <a:cxnLst/>
            <a:rect l="l" t="t" r="r" b="b"/>
            <a:pathLst>
              <a:path w="402590" h="394970">
                <a:moveTo>
                  <a:pt x="32004" y="41148"/>
                </a:moveTo>
                <a:lnTo>
                  <a:pt x="16764" y="25908"/>
                </a:lnTo>
                <a:lnTo>
                  <a:pt x="329184" y="25908"/>
                </a:lnTo>
                <a:lnTo>
                  <a:pt x="358140" y="0"/>
                </a:lnTo>
                <a:lnTo>
                  <a:pt x="391668" y="36576"/>
                </a:lnTo>
                <a:lnTo>
                  <a:pt x="68580" y="36576"/>
                </a:lnTo>
                <a:lnTo>
                  <a:pt x="60293" y="36861"/>
                </a:lnTo>
                <a:lnTo>
                  <a:pt x="51435" y="37719"/>
                </a:lnTo>
                <a:lnTo>
                  <a:pt x="42005" y="39147"/>
                </a:lnTo>
                <a:lnTo>
                  <a:pt x="32004" y="41148"/>
                </a:lnTo>
                <a:close/>
              </a:path>
              <a:path w="402590" h="394970">
                <a:moveTo>
                  <a:pt x="166116" y="88392"/>
                </a:moveTo>
                <a:lnTo>
                  <a:pt x="143256" y="88392"/>
                </a:lnTo>
                <a:lnTo>
                  <a:pt x="143256" y="36576"/>
                </a:lnTo>
                <a:lnTo>
                  <a:pt x="166116" y="36576"/>
                </a:lnTo>
                <a:lnTo>
                  <a:pt x="166116" y="88392"/>
                </a:lnTo>
                <a:close/>
              </a:path>
              <a:path w="402590" h="394970">
                <a:moveTo>
                  <a:pt x="259080" y="88392"/>
                </a:moveTo>
                <a:lnTo>
                  <a:pt x="236220" y="88392"/>
                </a:lnTo>
                <a:lnTo>
                  <a:pt x="236220" y="36576"/>
                </a:lnTo>
                <a:lnTo>
                  <a:pt x="259080" y="36576"/>
                </a:lnTo>
                <a:lnTo>
                  <a:pt x="259080" y="88392"/>
                </a:lnTo>
                <a:close/>
              </a:path>
              <a:path w="402590" h="394970">
                <a:moveTo>
                  <a:pt x="354547" y="88392"/>
                </a:moveTo>
                <a:lnTo>
                  <a:pt x="315468" y="88392"/>
                </a:lnTo>
                <a:lnTo>
                  <a:pt x="327660" y="68580"/>
                </a:lnTo>
                <a:lnTo>
                  <a:pt x="354547" y="88392"/>
                </a:lnTo>
                <a:close/>
              </a:path>
              <a:path w="402590" h="394970">
                <a:moveTo>
                  <a:pt x="59436" y="198119"/>
                </a:moveTo>
                <a:lnTo>
                  <a:pt x="59674" y="181475"/>
                </a:lnTo>
                <a:lnTo>
                  <a:pt x="60721" y="149899"/>
                </a:lnTo>
                <a:lnTo>
                  <a:pt x="60854" y="127539"/>
                </a:lnTo>
                <a:lnTo>
                  <a:pt x="60721" y="119253"/>
                </a:lnTo>
                <a:lnTo>
                  <a:pt x="59687" y="89916"/>
                </a:lnTo>
                <a:lnTo>
                  <a:pt x="59436" y="74676"/>
                </a:lnTo>
                <a:lnTo>
                  <a:pt x="86868" y="88392"/>
                </a:lnTo>
                <a:lnTo>
                  <a:pt x="354547" y="88392"/>
                </a:lnTo>
                <a:lnTo>
                  <a:pt x="356616" y="89916"/>
                </a:lnTo>
                <a:lnTo>
                  <a:pt x="345186" y="99060"/>
                </a:lnTo>
                <a:lnTo>
                  <a:pt x="82296" y="99060"/>
                </a:lnTo>
                <a:lnTo>
                  <a:pt x="82296" y="163068"/>
                </a:lnTo>
                <a:lnTo>
                  <a:pt x="343118" y="163068"/>
                </a:lnTo>
                <a:lnTo>
                  <a:pt x="343304" y="166401"/>
                </a:lnTo>
                <a:lnTo>
                  <a:pt x="343916" y="173736"/>
                </a:lnTo>
                <a:lnTo>
                  <a:pt x="82296" y="173736"/>
                </a:lnTo>
                <a:lnTo>
                  <a:pt x="82296" y="187452"/>
                </a:lnTo>
                <a:lnTo>
                  <a:pt x="59436" y="198119"/>
                </a:lnTo>
                <a:close/>
              </a:path>
              <a:path w="402590" h="394970">
                <a:moveTo>
                  <a:pt x="166116" y="163068"/>
                </a:moveTo>
                <a:lnTo>
                  <a:pt x="143256" y="163068"/>
                </a:lnTo>
                <a:lnTo>
                  <a:pt x="143256" y="99060"/>
                </a:lnTo>
                <a:lnTo>
                  <a:pt x="166116" y="99060"/>
                </a:lnTo>
                <a:lnTo>
                  <a:pt x="166116" y="163068"/>
                </a:lnTo>
                <a:close/>
              </a:path>
              <a:path w="402590" h="394970">
                <a:moveTo>
                  <a:pt x="259080" y="163068"/>
                </a:moveTo>
                <a:lnTo>
                  <a:pt x="236220" y="163068"/>
                </a:lnTo>
                <a:lnTo>
                  <a:pt x="236220" y="99060"/>
                </a:lnTo>
                <a:lnTo>
                  <a:pt x="259080" y="99060"/>
                </a:lnTo>
                <a:lnTo>
                  <a:pt x="259080" y="163068"/>
                </a:lnTo>
                <a:close/>
              </a:path>
              <a:path w="402590" h="394970">
                <a:moveTo>
                  <a:pt x="343118" y="163068"/>
                </a:moveTo>
                <a:lnTo>
                  <a:pt x="320040" y="163068"/>
                </a:lnTo>
                <a:lnTo>
                  <a:pt x="320040" y="99060"/>
                </a:lnTo>
                <a:lnTo>
                  <a:pt x="345186" y="99060"/>
                </a:lnTo>
                <a:lnTo>
                  <a:pt x="341376" y="102108"/>
                </a:lnTo>
                <a:lnTo>
                  <a:pt x="341637" y="127539"/>
                </a:lnTo>
                <a:lnTo>
                  <a:pt x="342328" y="148971"/>
                </a:lnTo>
                <a:lnTo>
                  <a:pt x="343118" y="163068"/>
                </a:lnTo>
                <a:close/>
              </a:path>
              <a:path w="402590" h="394970">
                <a:moveTo>
                  <a:pt x="320040" y="192024"/>
                </a:moveTo>
                <a:lnTo>
                  <a:pt x="320040" y="173736"/>
                </a:lnTo>
                <a:lnTo>
                  <a:pt x="343916" y="173736"/>
                </a:lnTo>
                <a:lnTo>
                  <a:pt x="344424" y="179832"/>
                </a:lnTo>
                <a:lnTo>
                  <a:pt x="320040" y="192024"/>
                </a:lnTo>
                <a:close/>
              </a:path>
              <a:path w="402590" h="394970">
                <a:moveTo>
                  <a:pt x="160020" y="233171"/>
                </a:moveTo>
                <a:lnTo>
                  <a:pt x="134112" y="233171"/>
                </a:lnTo>
                <a:lnTo>
                  <a:pt x="140660" y="219217"/>
                </a:lnTo>
                <a:lnTo>
                  <a:pt x="146494" y="204977"/>
                </a:lnTo>
                <a:lnTo>
                  <a:pt x="151471" y="190738"/>
                </a:lnTo>
                <a:lnTo>
                  <a:pt x="155448" y="176784"/>
                </a:lnTo>
                <a:lnTo>
                  <a:pt x="192024" y="198119"/>
                </a:lnTo>
                <a:lnTo>
                  <a:pt x="178308" y="204216"/>
                </a:lnTo>
                <a:lnTo>
                  <a:pt x="173736" y="211097"/>
                </a:lnTo>
                <a:lnTo>
                  <a:pt x="169164" y="218122"/>
                </a:lnTo>
                <a:lnTo>
                  <a:pt x="164592" y="225432"/>
                </a:lnTo>
                <a:lnTo>
                  <a:pt x="160020" y="233171"/>
                </a:lnTo>
                <a:close/>
              </a:path>
              <a:path w="402590" h="394970">
                <a:moveTo>
                  <a:pt x="15240" y="248412"/>
                </a:moveTo>
                <a:lnTo>
                  <a:pt x="0" y="233171"/>
                </a:lnTo>
                <a:lnTo>
                  <a:pt x="336804" y="233171"/>
                </a:lnTo>
                <a:lnTo>
                  <a:pt x="365760" y="207264"/>
                </a:lnTo>
                <a:lnTo>
                  <a:pt x="402336" y="243840"/>
                </a:lnTo>
                <a:lnTo>
                  <a:pt x="48768" y="243840"/>
                </a:lnTo>
                <a:lnTo>
                  <a:pt x="41386" y="244125"/>
                </a:lnTo>
                <a:lnTo>
                  <a:pt x="33147" y="244983"/>
                </a:lnTo>
                <a:lnTo>
                  <a:pt x="24336" y="246411"/>
                </a:lnTo>
                <a:lnTo>
                  <a:pt x="15240" y="248412"/>
                </a:lnTo>
                <a:close/>
              </a:path>
              <a:path w="402590" h="394970">
                <a:moveTo>
                  <a:pt x="6096" y="394715"/>
                </a:moveTo>
                <a:lnTo>
                  <a:pt x="4572" y="387096"/>
                </a:lnTo>
                <a:lnTo>
                  <a:pt x="70508" y="374499"/>
                </a:lnTo>
                <a:lnTo>
                  <a:pt x="126301" y="359473"/>
                </a:lnTo>
                <a:lnTo>
                  <a:pt x="171521" y="341876"/>
                </a:lnTo>
                <a:lnTo>
                  <a:pt x="205740" y="321564"/>
                </a:lnTo>
                <a:lnTo>
                  <a:pt x="175426" y="315015"/>
                </a:lnTo>
                <a:lnTo>
                  <a:pt x="146113" y="309181"/>
                </a:lnTo>
                <a:lnTo>
                  <a:pt x="117657" y="304204"/>
                </a:lnTo>
                <a:lnTo>
                  <a:pt x="89916" y="300228"/>
                </a:lnTo>
                <a:lnTo>
                  <a:pt x="96726" y="291631"/>
                </a:lnTo>
                <a:lnTo>
                  <a:pt x="105663" y="279273"/>
                </a:lnTo>
                <a:lnTo>
                  <a:pt x="116062" y="263580"/>
                </a:lnTo>
                <a:lnTo>
                  <a:pt x="128016" y="243840"/>
                </a:lnTo>
                <a:lnTo>
                  <a:pt x="155448" y="243840"/>
                </a:lnTo>
                <a:lnTo>
                  <a:pt x="148923" y="252984"/>
                </a:lnTo>
                <a:lnTo>
                  <a:pt x="140970" y="264414"/>
                </a:lnTo>
                <a:lnTo>
                  <a:pt x="131873" y="278130"/>
                </a:lnTo>
                <a:lnTo>
                  <a:pt x="121920" y="294132"/>
                </a:lnTo>
                <a:lnTo>
                  <a:pt x="191571" y="303561"/>
                </a:lnTo>
                <a:lnTo>
                  <a:pt x="220980" y="307848"/>
                </a:lnTo>
                <a:lnTo>
                  <a:pt x="251736" y="307848"/>
                </a:lnTo>
                <a:lnTo>
                  <a:pt x="246888" y="313944"/>
                </a:lnTo>
                <a:lnTo>
                  <a:pt x="277701" y="321683"/>
                </a:lnTo>
                <a:lnTo>
                  <a:pt x="303657" y="328993"/>
                </a:lnTo>
                <a:lnTo>
                  <a:pt x="308736" y="330708"/>
                </a:lnTo>
                <a:lnTo>
                  <a:pt x="233172" y="330708"/>
                </a:lnTo>
                <a:lnTo>
                  <a:pt x="216288" y="340709"/>
                </a:lnTo>
                <a:lnTo>
                  <a:pt x="176807" y="358997"/>
                </a:lnTo>
                <a:lnTo>
                  <a:pt x="126753" y="374999"/>
                </a:lnTo>
                <a:lnTo>
                  <a:pt x="52982" y="388715"/>
                </a:lnTo>
                <a:lnTo>
                  <a:pt x="6096" y="394715"/>
                </a:lnTo>
                <a:close/>
              </a:path>
              <a:path w="402590" h="394970">
                <a:moveTo>
                  <a:pt x="251736" y="307848"/>
                </a:moveTo>
                <a:lnTo>
                  <a:pt x="220980" y="307848"/>
                </a:lnTo>
                <a:lnTo>
                  <a:pt x="232362" y="294417"/>
                </a:lnTo>
                <a:lnTo>
                  <a:pt x="243459" y="279273"/>
                </a:lnTo>
                <a:lnTo>
                  <a:pt x="253984" y="262413"/>
                </a:lnTo>
                <a:lnTo>
                  <a:pt x="263652" y="243840"/>
                </a:lnTo>
                <a:lnTo>
                  <a:pt x="292608" y="243840"/>
                </a:lnTo>
                <a:lnTo>
                  <a:pt x="282892" y="262080"/>
                </a:lnTo>
                <a:lnTo>
                  <a:pt x="272034" y="280035"/>
                </a:lnTo>
                <a:lnTo>
                  <a:pt x="260032" y="297418"/>
                </a:lnTo>
                <a:lnTo>
                  <a:pt x="251736" y="307848"/>
                </a:lnTo>
                <a:close/>
              </a:path>
              <a:path w="402590" h="394970">
                <a:moveTo>
                  <a:pt x="364236" y="388620"/>
                </a:moveTo>
                <a:lnTo>
                  <a:pt x="356616" y="388620"/>
                </a:lnTo>
                <a:lnTo>
                  <a:pt x="350520" y="385572"/>
                </a:lnTo>
                <a:lnTo>
                  <a:pt x="341376" y="377952"/>
                </a:lnTo>
                <a:lnTo>
                  <a:pt x="325112" y="367355"/>
                </a:lnTo>
                <a:lnTo>
                  <a:pt x="301561" y="356044"/>
                </a:lnTo>
                <a:lnTo>
                  <a:pt x="270867" y="343876"/>
                </a:lnTo>
                <a:lnTo>
                  <a:pt x="233172" y="330708"/>
                </a:lnTo>
                <a:lnTo>
                  <a:pt x="308736" y="330708"/>
                </a:lnTo>
                <a:lnTo>
                  <a:pt x="350758" y="348924"/>
                </a:lnTo>
                <a:lnTo>
                  <a:pt x="365760" y="371856"/>
                </a:lnTo>
                <a:lnTo>
                  <a:pt x="365760" y="382524"/>
                </a:lnTo>
                <a:lnTo>
                  <a:pt x="364236" y="3886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" name="object 25"/>
          <p:cNvSpPr/>
          <p:nvPr/>
        </p:nvSpPr>
        <p:spPr>
          <a:xfrm>
            <a:off x="7927847" y="4308347"/>
            <a:ext cx="365760" cy="405765"/>
          </a:xfrm>
          <a:custGeom>
            <a:avLst/>
            <a:gdLst/>
            <a:ahLst/>
            <a:cxnLst/>
            <a:rect l="l" t="t" r="r" b="b"/>
            <a:pathLst>
              <a:path w="365759" h="405764">
                <a:moveTo>
                  <a:pt x="15240" y="141732"/>
                </a:moveTo>
                <a:lnTo>
                  <a:pt x="12192" y="134112"/>
                </a:lnTo>
                <a:lnTo>
                  <a:pt x="44791" y="117586"/>
                </a:lnTo>
                <a:lnTo>
                  <a:pt x="74104" y="100203"/>
                </a:lnTo>
                <a:lnTo>
                  <a:pt x="123444" y="64008"/>
                </a:lnTo>
                <a:lnTo>
                  <a:pt x="158686" y="29718"/>
                </a:lnTo>
                <a:lnTo>
                  <a:pt x="181356" y="0"/>
                </a:lnTo>
                <a:lnTo>
                  <a:pt x="210312" y="25908"/>
                </a:lnTo>
                <a:lnTo>
                  <a:pt x="195072" y="32004"/>
                </a:lnTo>
                <a:lnTo>
                  <a:pt x="161544" y="59436"/>
                </a:lnTo>
                <a:lnTo>
                  <a:pt x="333756" y="59436"/>
                </a:lnTo>
                <a:lnTo>
                  <a:pt x="344424" y="70104"/>
                </a:lnTo>
                <a:lnTo>
                  <a:pt x="153924" y="70104"/>
                </a:lnTo>
                <a:lnTo>
                  <a:pt x="132588" y="82296"/>
                </a:lnTo>
                <a:lnTo>
                  <a:pt x="137839" y="85344"/>
                </a:lnTo>
                <a:lnTo>
                  <a:pt x="126492" y="85344"/>
                </a:lnTo>
                <a:lnTo>
                  <a:pt x="91130" y="105918"/>
                </a:lnTo>
                <a:lnTo>
                  <a:pt x="48768" y="127254"/>
                </a:lnTo>
                <a:lnTo>
                  <a:pt x="32718" y="134635"/>
                </a:lnTo>
                <a:lnTo>
                  <a:pt x="15240" y="141732"/>
                </a:lnTo>
                <a:close/>
              </a:path>
              <a:path w="365759" h="405764">
                <a:moveTo>
                  <a:pt x="333756" y="59436"/>
                </a:moveTo>
                <a:lnTo>
                  <a:pt x="295656" y="59436"/>
                </a:lnTo>
                <a:lnTo>
                  <a:pt x="315467" y="41148"/>
                </a:lnTo>
                <a:lnTo>
                  <a:pt x="333756" y="59436"/>
                </a:lnTo>
                <a:close/>
              </a:path>
              <a:path w="365759" h="405764">
                <a:moveTo>
                  <a:pt x="3048" y="224028"/>
                </a:moveTo>
                <a:lnTo>
                  <a:pt x="1524" y="217932"/>
                </a:lnTo>
                <a:lnTo>
                  <a:pt x="43862" y="208811"/>
                </a:lnTo>
                <a:lnTo>
                  <a:pt x="84201" y="197548"/>
                </a:lnTo>
                <a:lnTo>
                  <a:pt x="122824" y="184284"/>
                </a:lnTo>
                <a:lnTo>
                  <a:pt x="160020" y="169164"/>
                </a:lnTo>
                <a:lnTo>
                  <a:pt x="196000" y="150899"/>
                </a:lnTo>
                <a:lnTo>
                  <a:pt x="230695" y="128206"/>
                </a:lnTo>
                <a:lnTo>
                  <a:pt x="263961" y="101226"/>
                </a:lnTo>
                <a:lnTo>
                  <a:pt x="295656" y="70104"/>
                </a:lnTo>
                <a:lnTo>
                  <a:pt x="344424" y="70104"/>
                </a:lnTo>
                <a:lnTo>
                  <a:pt x="345948" y="71628"/>
                </a:lnTo>
                <a:lnTo>
                  <a:pt x="327660" y="79248"/>
                </a:lnTo>
                <a:lnTo>
                  <a:pt x="301085" y="101822"/>
                </a:lnTo>
                <a:lnTo>
                  <a:pt x="239363" y="145256"/>
                </a:lnTo>
                <a:lnTo>
                  <a:pt x="204216" y="166116"/>
                </a:lnTo>
                <a:lnTo>
                  <a:pt x="165068" y="185237"/>
                </a:lnTo>
                <a:lnTo>
                  <a:pt x="118491" y="201358"/>
                </a:lnTo>
                <a:lnTo>
                  <a:pt x="64484" y="214336"/>
                </a:lnTo>
                <a:lnTo>
                  <a:pt x="3048" y="224028"/>
                </a:lnTo>
                <a:close/>
              </a:path>
              <a:path w="365759" h="405764">
                <a:moveTo>
                  <a:pt x="164592" y="152400"/>
                </a:moveTo>
                <a:lnTo>
                  <a:pt x="160020" y="152400"/>
                </a:lnTo>
                <a:lnTo>
                  <a:pt x="156972" y="147828"/>
                </a:lnTo>
                <a:lnTo>
                  <a:pt x="155448" y="137160"/>
                </a:lnTo>
                <a:lnTo>
                  <a:pt x="151137" y="127134"/>
                </a:lnTo>
                <a:lnTo>
                  <a:pt x="144970" y="115252"/>
                </a:lnTo>
                <a:lnTo>
                  <a:pt x="136710" y="101226"/>
                </a:lnTo>
                <a:lnTo>
                  <a:pt x="126492" y="85344"/>
                </a:lnTo>
                <a:lnTo>
                  <a:pt x="137839" y="85344"/>
                </a:lnTo>
                <a:lnTo>
                  <a:pt x="173736" y="111252"/>
                </a:lnTo>
                <a:lnTo>
                  <a:pt x="179832" y="121920"/>
                </a:lnTo>
                <a:lnTo>
                  <a:pt x="179832" y="132588"/>
                </a:lnTo>
                <a:lnTo>
                  <a:pt x="176784" y="138684"/>
                </a:lnTo>
                <a:lnTo>
                  <a:pt x="172212" y="143256"/>
                </a:lnTo>
                <a:lnTo>
                  <a:pt x="167640" y="149352"/>
                </a:lnTo>
                <a:lnTo>
                  <a:pt x="164592" y="152400"/>
                </a:lnTo>
                <a:close/>
              </a:path>
              <a:path w="365759" h="405764">
                <a:moveTo>
                  <a:pt x="30480" y="313944"/>
                </a:moveTo>
                <a:lnTo>
                  <a:pt x="25908" y="306323"/>
                </a:lnTo>
                <a:lnTo>
                  <a:pt x="51601" y="293227"/>
                </a:lnTo>
                <a:lnTo>
                  <a:pt x="76009" y="279273"/>
                </a:lnTo>
                <a:lnTo>
                  <a:pt x="120396" y="249935"/>
                </a:lnTo>
                <a:lnTo>
                  <a:pt x="161544" y="215646"/>
                </a:lnTo>
                <a:lnTo>
                  <a:pt x="198120" y="172212"/>
                </a:lnTo>
                <a:lnTo>
                  <a:pt x="228600" y="199644"/>
                </a:lnTo>
                <a:lnTo>
                  <a:pt x="210312" y="205740"/>
                </a:lnTo>
                <a:lnTo>
                  <a:pt x="206883" y="208883"/>
                </a:lnTo>
                <a:lnTo>
                  <a:pt x="201168" y="213741"/>
                </a:lnTo>
                <a:lnTo>
                  <a:pt x="193167" y="220313"/>
                </a:lnTo>
                <a:lnTo>
                  <a:pt x="182880" y="228599"/>
                </a:lnTo>
                <a:lnTo>
                  <a:pt x="353568" y="228599"/>
                </a:lnTo>
                <a:lnTo>
                  <a:pt x="364236" y="239268"/>
                </a:lnTo>
                <a:lnTo>
                  <a:pt x="173736" y="239268"/>
                </a:lnTo>
                <a:lnTo>
                  <a:pt x="142351" y="260365"/>
                </a:lnTo>
                <a:lnTo>
                  <a:pt x="107823" y="280035"/>
                </a:lnTo>
                <a:lnTo>
                  <a:pt x="70437" y="297989"/>
                </a:lnTo>
                <a:lnTo>
                  <a:pt x="30480" y="313944"/>
                </a:lnTo>
                <a:close/>
              </a:path>
              <a:path w="365759" h="405764">
                <a:moveTo>
                  <a:pt x="353568" y="228599"/>
                </a:moveTo>
                <a:lnTo>
                  <a:pt x="318516" y="228599"/>
                </a:lnTo>
                <a:lnTo>
                  <a:pt x="335280" y="210312"/>
                </a:lnTo>
                <a:lnTo>
                  <a:pt x="353568" y="228599"/>
                </a:lnTo>
                <a:close/>
              </a:path>
              <a:path w="365759" h="405764">
                <a:moveTo>
                  <a:pt x="0" y="405384"/>
                </a:moveTo>
                <a:lnTo>
                  <a:pt x="0" y="397764"/>
                </a:lnTo>
                <a:lnTo>
                  <a:pt x="47767" y="389739"/>
                </a:lnTo>
                <a:lnTo>
                  <a:pt x="92964" y="379285"/>
                </a:lnTo>
                <a:lnTo>
                  <a:pt x="135874" y="366260"/>
                </a:lnTo>
                <a:lnTo>
                  <a:pt x="176784" y="350520"/>
                </a:lnTo>
                <a:lnTo>
                  <a:pt x="215646" y="329922"/>
                </a:lnTo>
                <a:lnTo>
                  <a:pt x="252222" y="304609"/>
                </a:lnTo>
                <a:lnTo>
                  <a:pt x="286512" y="274439"/>
                </a:lnTo>
                <a:lnTo>
                  <a:pt x="318516" y="239268"/>
                </a:lnTo>
                <a:lnTo>
                  <a:pt x="364236" y="239268"/>
                </a:lnTo>
                <a:lnTo>
                  <a:pt x="365760" y="240792"/>
                </a:lnTo>
                <a:lnTo>
                  <a:pt x="345948" y="248411"/>
                </a:lnTo>
                <a:lnTo>
                  <a:pt x="302752" y="290155"/>
                </a:lnTo>
                <a:lnTo>
                  <a:pt x="259842" y="324040"/>
                </a:lnTo>
                <a:lnTo>
                  <a:pt x="216931" y="350210"/>
                </a:lnTo>
                <a:lnTo>
                  <a:pt x="173736" y="368808"/>
                </a:lnTo>
                <a:lnTo>
                  <a:pt x="131159" y="382238"/>
                </a:lnTo>
                <a:lnTo>
                  <a:pt x="88011" y="392811"/>
                </a:lnTo>
                <a:lnTo>
                  <a:pt x="44291" y="400526"/>
                </a:lnTo>
                <a:lnTo>
                  <a:pt x="0" y="405384"/>
                </a:lnTo>
                <a:close/>
              </a:path>
              <a:path w="365759" h="405764">
                <a:moveTo>
                  <a:pt x="169164" y="339852"/>
                </a:moveTo>
                <a:lnTo>
                  <a:pt x="163068" y="339852"/>
                </a:lnTo>
                <a:lnTo>
                  <a:pt x="160020" y="333756"/>
                </a:lnTo>
                <a:lnTo>
                  <a:pt x="158496" y="323088"/>
                </a:lnTo>
                <a:lnTo>
                  <a:pt x="155614" y="310848"/>
                </a:lnTo>
                <a:lnTo>
                  <a:pt x="151447" y="297179"/>
                </a:lnTo>
                <a:lnTo>
                  <a:pt x="145829" y="282321"/>
                </a:lnTo>
                <a:lnTo>
                  <a:pt x="138684" y="266699"/>
                </a:lnTo>
                <a:lnTo>
                  <a:pt x="144780" y="260604"/>
                </a:lnTo>
                <a:lnTo>
                  <a:pt x="177355" y="290607"/>
                </a:lnTo>
                <a:lnTo>
                  <a:pt x="185928" y="309372"/>
                </a:lnTo>
                <a:lnTo>
                  <a:pt x="185928" y="320040"/>
                </a:lnTo>
                <a:lnTo>
                  <a:pt x="184404" y="326136"/>
                </a:lnTo>
                <a:lnTo>
                  <a:pt x="173736" y="336804"/>
                </a:lnTo>
                <a:lnTo>
                  <a:pt x="169164" y="33985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" name="object 26"/>
          <p:cNvSpPr/>
          <p:nvPr/>
        </p:nvSpPr>
        <p:spPr>
          <a:xfrm>
            <a:off x="8354567" y="4309872"/>
            <a:ext cx="386715" cy="402590"/>
          </a:xfrm>
          <a:custGeom>
            <a:avLst/>
            <a:gdLst/>
            <a:ahLst/>
            <a:cxnLst/>
            <a:rect l="l" t="t" r="r" b="b"/>
            <a:pathLst>
              <a:path w="386715" h="402589">
                <a:moveTo>
                  <a:pt x="187452" y="275843"/>
                </a:moveTo>
                <a:lnTo>
                  <a:pt x="187690" y="258722"/>
                </a:lnTo>
                <a:lnTo>
                  <a:pt x="188214" y="230314"/>
                </a:lnTo>
                <a:lnTo>
                  <a:pt x="188723" y="191881"/>
                </a:lnTo>
                <a:lnTo>
                  <a:pt x="188828" y="171569"/>
                </a:lnTo>
                <a:lnTo>
                  <a:pt x="188925" y="82296"/>
                </a:lnTo>
                <a:lnTo>
                  <a:pt x="188785" y="48387"/>
                </a:lnTo>
                <a:lnTo>
                  <a:pt x="188333" y="18907"/>
                </a:lnTo>
                <a:lnTo>
                  <a:pt x="187452" y="0"/>
                </a:lnTo>
                <a:lnTo>
                  <a:pt x="230124" y="21336"/>
                </a:lnTo>
                <a:lnTo>
                  <a:pt x="214884" y="33528"/>
                </a:lnTo>
                <a:lnTo>
                  <a:pt x="215009" y="238506"/>
                </a:lnTo>
                <a:lnTo>
                  <a:pt x="215074" y="242316"/>
                </a:lnTo>
                <a:lnTo>
                  <a:pt x="215526" y="252079"/>
                </a:lnTo>
                <a:lnTo>
                  <a:pt x="216408" y="262128"/>
                </a:lnTo>
                <a:lnTo>
                  <a:pt x="187452" y="275843"/>
                </a:lnTo>
                <a:close/>
              </a:path>
              <a:path w="386715" h="402589">
                <a:moveTo>
                  <a:pt x="9144" y="268224"/>
                </a:moveTo>
                <a:lnTo>
                  <a:pt x="4571" y="263652"/>
                </a:lnTo>
                <a:lnTo>
                  <a:pt x="26027" y="237672"/>
                </a:lnTo>
                <a:lnTo>
                  <a:pt x="44767" y="212407"/>
                </a:lnTo>
                <a:lnTo>
                  <a:pt x="74676" y="164592"/>
                </a:lnTo>
                <a:lnTo>
                  <a:pt x="94869" y="121158"/>
                </a:lnTo>
                <a:lnTo>
                  <a:pt x="108204" y="82296"/>
                </a:lnTo>
                <a:lnTo>
                  <a:pt x="147828" y="114300"/>
                </a:lnTo>
                <a:lnTo>
                  <a:pt x="131064" y="121920"/>
                </a:lnTo>
                <a:lnTo>
                  <a:pt x="102798" y="165354"/>
                </a:lnTo>
                <a:lnTo>
                  <a:pt x="72961" y="204216"/>
                </a:lnTo>
                <a:lnTo>
                  <a:pt x="41695" y="238506"/>
                </a:lnTo>
                <a:lnTo>
                  <a:pt x="9144" y="268224"/>
                </a:lnTo>
                <a:close/>
              </a:path>
              <a:path w="386715" h="402589">
                <a:moveTo>
                  <a:pt x="374904" y="216407"/>
                </a:moveTo>
                <a:lnTo>
                  <a:pt x="368808" y="216407"/>
                </a:lnTo>
                <a:lnTo>
                  <a:pt x="364236" y="211836"/>
                </a:lnTo>
                <a:lnTo>
                  <a:pt x="359664" y="202692"/>
                </a:lnTo>
                <a:lnTo>
                  <a:pt x="352448" y="191881"/>
                </a:lnTo>
                <a:lnTo>
                  <a:pt x="323088" y="155448"/>
                </a:lnTo>
                <a:lnTo>
                  <a:pt x="294322" y="127254"/>
                </a:lnTo>
                <a:lnTo>
                  <a:pt x="252984" y="94488"/>
                </a:lnTo>
                <a:lnTo>
                  <a:pt x="256032" y="89916"/>
                </a:lnTo>
                <a:lnTo>
                  <a:pt x="290631" y="106203"/>
                </a:lnTo>
                <a:lnTo>
                  <a:pt x="341542" y="133635"/>
                </a:lnTo>
                <a:lnTo>
                  <a:pt x="378714" y="162877"/>
                </a:lnTo>
                <a:lnTo>
                  <a:pt x="386143" y="188190"/>
                </a:lnTo>
                <a:lnTo>
                  <a:pt x="385572" y="195262"/>
                </a:lnTo>
                <a:lnTo>
                  <a:pt x="383857" y="201477"/>
                </a:lnTo>
                <a:lnTo>
                  <a:pt x="381000" y="207264"/>
                </a:lnTo>
                <a:lnTo>
                  <a:pt x="377952" y="213360"/>
                </a:lnTo>
                <a:lnTo>
                  <a:pt x="374904" y="216407"/>
                </a:lnTo>
                <a:close/>
              </a:path>
              <a:path w="386715" h="402589">
                <a:moveTo>
                  <a:pt x="1524" y="402336"/>
                </a:moveTo>
                <a:lnTo>
                  <a:pt x="0" y="396239"/>
                </a:lnTo>
                <a:lnTo>
                  <a:pt x="33123" y="387405"/>
                </a:lnTo>
                <a:lnTo>
                  <a:pt x="66103" y="376999"/>
                </a:lnTo>
                <a:lnTo>
                  <a:pt x="131064" y="352044"/>
                </a:lnTo>
                <a:lnTo>
                  <a:pt x="191262" y="320421"/>
                </a:lnTo>
                <a:lnTo>
                  <a:pt x="242316" y="281940"/>
                </a:lnTo>
                <a:lnTo>
                  <a:pt x="283654" y="242125"/>
                </a:lnTo>
                <a:lnTo>
                  <a:pt x="312420" y="205740"/>
                </a:lnTo>
                <a:lnTo>
                  <a:pt x="348996" y="245364"/>
                </a:lnTo>
                <a:lnTo>
                  <a:pt x="326136" y="251460"/>
                </a:lnTo>
                <a:lnTo>
                  <a:pt x="285321" y="285464"/>
                </a:lnTo>
                <a:lnTo>
                  <a:pt x="245364" y="314325"/>
                </a:lnTo>
                <a:lnTo>
                  <a:pt x="206549" y="338042"/>
                </a:lnTo>
                <a:lnTo>
                  <a:pt x="169164" y="356616"/>
                </a:lnTo>
                <a:lnTo>
                  <a:pt x="131397" y="371475"/>
                </a:lnTo>
                <a:lnTo>
                  <a:pt x="91059" y="384048"/>
                </a:lnTo>
                <a:lnTo>
                  <a:pt x="47863" y="394335"/>
                </a:lnTo>
                <a:lnTo>
                  <a:pt x="1524" y="40233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" name="object 27"/>
          <p:cNvSpPr/>
          <p:nvPr/>
        </p:nvSpPr>
        <p:spPr>
          <a:xfrm>
            <a:off x="8796515" y="4305300"/>
            <a:ext cx="855344" cy="411480"/>
          </a:xfrm>
          <a:custGeom>
            <a:avLst/>
            <a:gdLst/>
            <a:ahLst/>
            <a:cxnLst/>
            <a:rect l="l" t="t" r="r" b="b"/>
            <a:pathLst>
              <a:path w="855345" h="411479">
                <a:moveTo>
                  <a:pt x="120396" y="70104"/>
                </a:moveTo>
                <a:lnTo>
                  <a:pt x="96634" y="38823"/>
                </a:lnTo>
                <a:lnTo>
                  <a:pt x="53340" y="15240"/>
                </a:lnTo>
                <a:lnTo>
                  <a:pt x="50292" y="21336"/>
                </a:lnTo>
                <a:lnTo>
                  <a:pt x="63804" y="33058"/>
                </a:lnTo>
                <a:lnTo>
                  <a:pt x="74866" y="45339"/>
                </a:lnTo>
                <a:lnTo>
                  <a:pt x="83947" y="58204"/>
                </a:lnTo>
                <a:lnTo>
                  <a:pt x="91440" y="71628"/>
                </a:lnTo>
                <a:lnTo>
                  <a:pt x="96012" y="85344"/>
                </a:lnTo>
                <a:lnTo>
                  <a:pt x="100584" y="91440"/>
                </a:lnTo>
                <a:lnTo>
                  <a:pt x="108204" y="91440"/>
                </a:lnTo>
                <a:lnTo>
                  <a:pt x="109728" y="89916"/>
                </a:lnTo>
                <a:lnTo>
                  <a:pt x="118872" y="83820"/>
                </a:lnTo>
                <a:lnTo>
                  <a:pt x="120396" y="77724"/>
                </a:lnTo>
                <a:lnTo>
                  <a:pt x="120396" y="70104"/>
                </a:lnTo>
                <a:close/>
              </a:path>
              <a:path w="855345" h="411479">
                <a:moveTo>
                  <a:pt x="169164" y="286512"/>
                </a:moveTo>
                <a:lnTo>
                  <a:pt x="166116" y="281940"/>
                </a:lnTo>
                <a:lnTo>
                  <a:pt x="97536" y="341376"/>
                </a:lnTo>
                <a:lnTo>
                  <a:pt x="97536" y="178308"/>
                </a:lnTo>
                <a:lnTo>
                  <a:pt x="106680" y="172212"/>
                </a:lnTo>
                <a:lnTo>
                  <a:pt x="115824" y="166116"/>
                </a:lnTo>
                <a:lnTo>
                  <a:pt x="91440" y="143256"/>
                </a:lnTo>
                <a:lnTo>
                  <a:pt x="71628" y="161544"/>
                </a:lnTo>
                <a:lnTo>
                  <a:pt x="0" y="161544"/>
                </a:lnTo>
                <a:lnTo>
                  <a:pt x="16764" y="176784"/>
                </a:lnTo>
                <a:lnTo>
                  <a:pt x="25361" y="174790"/>
                </a:lnTo>
                <a:lnTo>
                  <a:pt x="32956" y="173355"/>
                </a:lnTo>
                <a:lnTo>
                  <a:pt x="39700" y="172504"/>
                </a:lnTo>
                <a:lnTo>
                  <a:pt x="45720" y="172212"/>
                </a:lnTo>
                <a:lnTo>
                  <a:pt x="74676" y="172212"/>
                </a:lnTo>
                <a:lnTo>
                  <a:pt x="74587" y="332232"/>
                </a:lnTo>
                <a:lnTo>
                  <a:pt x="68580" y="361188"/>
                </a:lnTo>
                <a:lnTo>
                  <a:pt x="94488" y="391668"/>
                </a:lnTo>
                <a:lnTo>
                  <a:pt x="104228" y="374815"/>
                </a:lnTo>
                <a:lnTo>
                  <a:pt x="119824" y="351663"/>
                </a:lnTo>
                <a:lnTo>
                  <a:pt x="127381" y="341376"/>
                </a:lnTo>
                <a:lnTo>
                  <a:pt x="141427" y="322237"/>
                </a:lnTo>
                <a:lnTo>
                  <a:pt x="169164" y="286512"/>
                </a:lnTo>
                <a:close/>
              </a:path>
              <a:path w="855345" h="411479">
                <a:moveTo>
                  <a:pt x="408432" y="173736"/>
                </a:moveTo>
                <a:lnTo>
                  <a:pt x="377952" y="140208"/>
                </a:lnTo>
                <a:lnTo>
                  <a:pt x="355092" y="163068"/>
                </a:lnTo>
                <a:lnTo>
                  <a:pt x="277368" y="163068"/>
                </a:lnTo>
                <a:lnTo>
                  <a:pt x="277368" y="45720"/>
                </a:lnTo>
                <a:lnTo>
                  <a:pt x="291084" y="32004"/>
                </a:lnTo>
                <a:lnTo>
                  <a:pt x="248412" y="12192"/>
                </a:lnTo>
                <a:lnTo>
                  <a:pt x="249542" y="34480"/>
                </a:lnTo>
                <a:lnTo>
                  <a:pt x="250507" y="67056"/>
                </a:lnTo>
                <a:lnTo>
                  <a:pt x="251206" y="109918"/>
                </a:lnTo>
                <a:lnTo>
                  <a:pt x="251460" y="163068"/>
                </a:lnTo>
                <a:lnTo>
                  <a:pt x="132588" y="163068"/>
                </a:lnTo>
                <a:lnTo>
                  <a:pt x="147828" y="178308"/>
                </a:lnTo>
                <a:lnTo>
                  <a:pt x="157911" y="176314"/>
                </a:lnTo>
                <a:lnTo>
                  <a:pt x="167830" y="174879"/>
                </a:lnTo>
                <a:lnTo>
                  <a:pt x="178054" y="174028"/>
                </a:lnTo>
                <a:lnTo>
                  <a:pt x="188976" y="173736"/>
                </a:lnTo>
                <a:lnTo>
                  <a:pt x="251460" y="173736"/>
                </a:lnTo>
                <a:lnTo>
                  <a:pt x="251371" y="332232"/>
                </a:lnTo>
                <a:lnTo>
                  <a:pt x="251206" y="342214"/>
                </a:lnTo>
                <a:lnTo>
                  <a:pt x="250507" y="360997"/>
                </a:lnTo>
                <a:lnTo>
                  <a:pt x="248412" y="408432"/>
                </a:lnTo>
                <a:lnTo>
                  <a:pt x="278892" y="396240"/>
                </a:lnTo>
                <a:lnTo>
                  <a:pt x="278015" y="381101"/>
                </a:lnTo>
                <a:lnTo>
                  <a:pt x="277558" y="365379"/>
                </a:lnTo>
                <a:lnTo>
                  <a:pt x="277469" y="355549"/>
                </a:lnTo>
                <a:lnTo>
                  <a:pt x="277368" y="173736"/>
                </a:lnTo>
                <a:lnTo>
                  <a:pt x="408432" y="173736"/>
                </a:lnTo>
                <a:close/>
              </a:path>
              <a:path w="855345" h="411479">
                <a:moveTo>
                  <a:pt x="667524" y="64008"/>
                </a:moveTo>
                <a:lnTo>
                  <a:pt x="657923" y="53340"/>
                </a:lnTo>
                <a:lnTo>
                  <a:pt x="640092" y="33528"/>
                </a:lnTo>
                <a:lnTo>
                  <a:pt x="618756" y="53340"/>
                </a:lnTo>
                <a:lnTo>
                  <a:pt x="542556" y="53340"/>
                </a:lnTo>
                <a:lnTo>
                  <a:pt x="547738" y="46799"/>
                </a:lnTo>
                <a:lnTo>
                  <a:pt x="552081" y="40957"/>
                </a:lnTo>
                <a:lnTo>
                  <a:pt x="555840" y="35991"/>
                </a:lnTo>
                <a:lnTo>
                  <a:pt x="559320" y="32004"/>
                </a:lnTo>
                <a:lnTo>
                  <a:pt x="563892" y="25908"/>
                </a:lnTo>
                <a:lnTo>
                  <a:pt x="568464" y="22860"/>
                </a:lnTo>
                <a:lnTo>
                  <a:pt x="576084" y="19812"/>
                </a:lnTo>
                <a:lnTo>
                  <a:pt x="541032" y="0"/>
                </a:lnTo>
                <a:lnTo>
                  <a:pt x="518363" y="54292"/>
                </a:lnTo>
                <a:lnTo>
                  <a:pt x="496836" y="91440"/>
                </a:lnTo>
                <a:lnTo>
                  <a:pt x="468541" y="128308"/>
                </a:lnTo>
                <a:lnTo>
                  <a:pt x="460260" y="137160"/>
                </a:lnTo>
                <a:lnTo>
                  <a:pt x="464832" y="143256"/>
                </a:lnTo>
                <a:lnTo>
                  <a:pt x="495896" y="116471"/>
                </a:lnTo>
                <a:lnTo>
                  <a:pt x="529094" y="76923"/>
                </a:lnTo>
                <a:lnTo>
                  <a:pt x="537984" y="64008"/>
                </a:lnTo>
                <a:lnTo>
                  <a:pt x="566940" y="64008"/>
                </a:lnTo>
                <a:lnTo>
                  <a:pt x="585228" y="99060"/>
                </a:lnTo>
                <a:lnTo>
                  <a:pt x="586752" y="105156"/>
                </a:lnTo>
                <a:lnTo>
                  <a:pt x="588276" y="108204"/>
                </a:lnTo>
                <a:lnTo>
                  <a:pt x="588276" y="112776"/>
                </a:lnTo>
                <a:lnTo>
                  <a:pt x="591324" y="114300"/>
                </a:lnTo>
                <a:lnTo>
                  <a:pt x="598944" y="114300"/>
                </a:lnTo>
                <a:lnTo>
                  <a:pt x="601992" y="112776"/>
                </a:lnTo>
                <a:lnTo>
                  <a:pt x="605040" y="109728"/>
                </a:lnTo>
                <a:lnTo>
                  <a:pt x="608088" y="105156"/>
                </a:lnTo>
                <a:lnTo>
                  <a:pt x="611136" y="96012"/>
                </a:lnTo>
                <a:lnTo>
                  <a:pt x="610844" y="89725"/>
                </a:lnTo>
                <a:lnTo>
                  <a:pt x="605421" y="82296"/>
                </a:lnTo>
                <a:lnTo>
                  <a:pt x="594842" y="73723"/>
                </a:lnTo>
                <a:lnTo>
                  <a:pt x="579132" y="64008"/>
                </a:lnTo>
                <a:lnTo>
                  <a:pt x="667524" y="64008"/>
                </a:lnTo>
                <a:close/>
              </a:path>
              <a:path w="855345" h="411479">
                <a:moveTo>
                  <a:pt x="848880" y="65532"/>
                </a:moveTo>
                <a:lnTo>
                  <a:pt x="840689" y="56388"/>
                </a:lnTo>
                <a:lnTo>
                  <a:pt x="822972" y="36576"/>
                </a:lnTo>
                <a:lnTo>
                  <a:pt x="801636" y="56388"/>
                </a:lnTo>
                <a:lnTo>
                  <a:pt x="707148" y="56388"/>
                </a:lnTo>
                <a:lnTo>
                  <a:pt x="710831" y="50698"/>
                </a:lnTo>
                <a:lnTo>
                  <a:pt x="714959" y="45148"/>
                </a:lnTo>
                <a:lnTo>
                  <a:pt x="719353" y="39890"/>
                </a:lnTo>
                <a:lnTo>
                  <a:pt x="723912" y="35052"/>
                </a:lnTo>
                <a:lnTo>
                  <a:pt x="728484" y="27432"/>
                </a:lnTo>
                <a:lnTo>
                  <a:pt x="734580" y="24384"/>
                </a:lnTo>
                <a:lnTo>
                  <a:pt x="740676" y="22860"/>
                </a:lnTo>
                <a:lnTo>
                  <a:pt x="708672" y="1524"/>
                </a:lnTo>
                <a:lnTo>
                  <a:pt x="688860" y="50292"/>
                </a:lnTo>
                <a:lnTo>
                  <a:pt x="660781" y="97878"/>
                </a:lnTo>
                <a:lnTo>
                  <a:pt x="650760" y="111252"/>
                </a:lnTo>
                <a:lnTo>
                  <a:pt x="655332" y="114300"/>
                </a:lnTo>
                <a:lnTo>
                  <a:pt x="661276" y="109207"/>
                </a:lnTo>
                <a:lnTo>
                  <a:pt x="667524" y="103251"/>
                </a:lnTo>
                <a:lnTo>
                  <a:pt x="673760" y="96735"/>
                </a:lnTo>
                <a:lnTo>
                  <a:pt x="679716" y="89916"/>
                </a:lnTo>
                <a:lnTo>
                  <a:pt x="685431" y="84188"/>
                </a:lnTo>
                <a:lnTo>
                  <a:pt x="691146" y="78295"/>
                </a:lnTo>
                <a:lnTo>
                  <a:pt x="696861" y="72136"/>
                </a:lnTo>
                <a:lnTo>
                  <a:pt x="702576" y="65532"/>
                </a:lnTo>
                <a:lnTo>
                  <a:pt x="743724" y="65532"/>
                </a:lnTo>
                <a:lnTo>
                  <a:pt x="771156" y="97536"/>
                </a:lnTo>
                <a:lnTo>
                  <a:pt x="775728" y="103632"/>
                </a:lnTo>
                <a:lnTo>
                  <a:pt x="777252" y="108204"/>
                </a:lnTo>
                <a:lnTo>
                  <a:pt x="780300" y="114300"/>
                </a:lnTo>
                <a:lnTo>
                  <a:pt x="783348" y="115824"/>
                </a:lnTo>
                <a:lnTo>
                  <a:pt x="786396" y="115824"/>
                </a:lnTo>
                <a:lnTo>
                  <a:pt x="789444" y="114300"/>
                </a:lnTo>
                <a:lnTo>
                  <a:pt x="794016" y="111252"/>
                </a:lnTo>
                <a:lnTo>
                  <a:pt x="797064" y="108204"/>
                </a:lnTo>
                <a:lnTo>
                  <a:pt x="800112" y="102108"/>
                </a:lnTo>
                <a:lnTo>
                  <a:pt x="800112" y="92964"/>
                </a:lnTo>
                <a:lnTo>
                  <a:pt x="797267" y="86106"/>
                </a:lnTo>
                <a:lnTo>
                  <a:pt x="788873" y="79248"/>
                </a:lnTo>
                <a:lnTo>
                  <a:pt x="775030" y="72390"/>
                </a:lnTo>
                <a:lnTo>
                  <a:pt x="755916" y="65532"/>
                </a:lnTo>
                <a:lnTo>
                  <a:pt x="848880" y="65532"/>
                </a:lnTo>
                <a:close/>
              </a:path>
              <a:path w="855345" h="411479">
                <a:moveTo>
                  <a:pt x="854976" y="323088"/>
                </a:moveTo>
                <a:lnTo>
                  <a:pt x="845273" y="312420"/>
                </a:lnTo>
                <a:lnTo>
                  <a:pt x="824496" y="289560"/>
                </a:lnTo>
                <a:lnTo>
                  <a:pt x="800112" y="312420"/>
                </a:lnTo>
                <a:lnTo>
                  <a:pt x="720864" y="312420"/>
                </a:lnTo>
                <a:lnTo>
                  <a:pt x="720864" y="260604"/>
                </a:lnTo>
                <a:lnTo>
                  <a:pt x="748296" y="260604"/>
                </a:lnTo>
                <a:lnTo>
                  <a:pt x="748296" y="277368"/>
                </a:lnTo>
                <a:lnTo>
                  <a:pt x="774204" y="268224"/>
                </a:lnTo>
                <a:lnTo>
                  <a:pt x="773620" y="260604"/>
                </a:lnTo>
                <a:lnTo>
                  <a:pt x="772807" y="249936"/>
                </a:lnTo>
                <a:lnTo>
                  <a:pt x="772109" y="240792"/>
                </a:lnTo>
                <a:lnTo>
                  <a:pt x="771410" y="230505"/>
                </a:lnTo>
                <a:lnTo>
                  <a:pt x="771156" y="222504"/>
                </a:lnTo>
                <a:lnTo>
                  <a:pt x="771156" y="213360"/>
                </a:lnTo>
                <a:lnTo>
                  <a:pt x="771156" y="202692"/>
                </a:lnTo>
                <a:lnTo>
                  <a:pt x="771156" y="170688"/>
                </a:lnTo>
                <a:lnTo>
                  <a:pt x="771156" y="160020"/>
                </a:lnTo>
                <a:lnTo>
                  <a:pt x="771156" y="132588"/>
                </a:lnTo>
                <a:lnTo>
                  <a:pt x="776376" y="128016"/>
                </a:lnTo>
                <a:lnTo>
                  <a:pt x="783348" y="121920"/>
                </a:lnTo>
                <a:lnTo>
                  <a:pt x="779119" y="118872"/>
                </a:lnTo>
                <a:lnTo>
                  <a:pt x="755916" y="102108"/>
                </a:lnTo>
                <a:lnTo>
                  <a:pt x="748296" y="114084"/>
                </a:lnTo>
                <a:lnTo>
                  <a:pt x="748296" y="128016"/>
                </a:lnTo>
                <a:lnTo>
                  <a:pt x="748296" y="160020"/>
                </a:lnTo>
                <a:lnTo>
                  <a:pt x="748296" y="170688"/>
                </a:lnTo>
                <a:lnTo>
                  <a:pt x="748296" y="202692"/>
                </a:lnTo>
                <a:lnTo>
                  <a:pt x="748296" y="213360"/>
                </a:lnTo>
                <a:lnTo>
                  <a:pt x="748296" y="249936"/>
                </a:lnTo>
                <a:lnTo>
                  <a:pt x="696480" y="249936"/>
                </a:lnTo>
                <a:lnTo>
                  <a:pt x="696480" y="260604"/>
                </a:lnTo>
                <a:lnTo>
                  <a:pt x="696480" y="313944"/>
                </a:lnTo>
                <a:lnTo>
                  <a:pt x="612660" y="313944"/>
                </a:lnTo>
                <a:lnTo>
                  <a:pt x="613714" y="301967"/>
                </a:lnTo>
                <a:lnTo>
                  <a:pt x="614794" y="289560"/>
                </a:lnTo>
                <a:lnTo>
                  <a:pt x="617232" y="260604"/>
                </a:lnTo>
                <a:lnTo>
                  <a:pt x="696480" y="260604"/>
                </a:lnTo>
                <a:lnTo>
                  <a:pt x="696480" y="249936"/>
                </a:lnTo>
                <a:lnTo>
                  <a:pt x="559320" y="249936"/>
                </a:lnTo>
                <a:lnTo>
                  <a:pt x="559320" y="213360"/>
                </a:lnTo>
                <a:lnTo>
                  <a:pt x="748296" y="213360"/>
                </a:lnTo>
                <a:lnTo>
                  <a:pt x="748296" y="202692"/>
                </a:lnTo>
                <a:lnTo>
                  <a:pt x="559320" y="202692"/>
                </a:lnTo>
                <a:lnTo>
                  <a:pt x="559320" y="170688"/>
                </a:lnTo>
                <a:lnTo>
                  <a:pt x="748296" y="170688"/>
                </a:lnTo>
                <a:lnTo>
                  <a:pt x="748296" y="160020"/>
                </a:lnTo>
                <a:lnTo>
                  <a:pt x="559320" y="160020"/>
                </a:lnTo>
                <a:lnTo>
                  <a:pt x="559320" y="128016"/>
                </a:lnTo>
                <a:lnTo>
                  <a:pt x="748296" y="128016"/>
                </a:lnTo>
                <a:lnTo>
                  <a:pt x="748296" y="114084"/>
                </a:lnTo>
                <a:lnTo>
                  <a:pt x="745248" y="118872"/>
                </a:lnTo>
                <a:lnTo>
                  <a:pt x="559320" y="118872"/>
                </a:lnTo>
                <a:lnTo>
                  <a:pt x="533412" y="103632"/>
                </a:lnTo>
                <a:lnTo>
                  <a:pt x="534492" y="112776"/>
                </a:lnTo>
                <a:lnTo>
                  <a:pt x="534606" y="114300"/>
                </a:lnTo>
                <a:lnTo>
                  <a:pt x="535508" y="127635"/>
                </a:lnTo>
                <a:lnTo>
                  <a:pt x="536194" y="147358"/>
                </a:lnTo>
                <a:lnTo>
                  <a:pt x="536435" y="170688"/>
                </a:lnTo>
                <a:lnTo>
                  <a:pt x="536359" y="213360"/>
                </a:lnTo>
                <a:lnTo>
                  <a:pt x="536232" y="230505"/>
                </a:lnTo>
                <a:lnTo>
                  <a:pt x="535813" y="256019"/>
                </a:lnTo>
                <a:lnTo>
                  <a:pt x="534936" y="283464"/>
                </a:lnTo>
                <a:lnTo>
                  <a:pt x="559320" y="274320"/>
                </a:lnTo>
                <a:lnTo>
                  <a:pt x="559320" y="260604"/>
                </a:lnTo>
                <a:lnTo>
                  <a:pt x="591324" y="260604"/>
                </a:lnTo>
                <a:lnTo>
                  <a:pt x="590219" y="274320"/>
                </a:lnTo>
                <a:lnTo>
                  <a:pt x="588848" y="288988"/>
                </a:lnTo>
                <a:lnTo>
                  <a:pt x="587248" y="301967"/>
                </a:lnTo>
                <a:lnTo>
                  <a:pt x="585228" y="313944"/>
                </a:lnTo>
                <a:lnTo>
                  <a:pt x="452640" y="313944"/>
                </a:lnTo>
                <a:lnTo>
                  <a:pt x="467880" y="330708"/>
                </a:lnTo>
                <a:lnTo>
                  <a:pt x="477304" y="327837"/>
                </a:lnTo>
                <a:lnTo>
                  <a:pt x="487311" y="325945"/>
                </a:lnTo>
                <a:lnTo>
                  <a:pt x="497878" y="324929"/>
                </a:lnTo>
                <a:lnTo>
                  <a:pt x="509028" y="324612"/>
                </a:lnTo>
                <a:lnTo>
                  <a:pt x="583704" y="324612"/>
                </a:lnTo>
                <a:lnTo>
                  <a:pt x="560336" y="361264"/>
                </a:lnTo>
                <a:lnTo>
                  <a:pt x="516839" y="388620"/>
                </a:lnTo>
                <a:lnTo>
                  <a:pt x="472452" y="406908"/>
                </a:lnTo>
                <a:lnTo>
                  <a:pt x="473976" y="411480"/>
                </a:lnTo>
                <a:lnTo>
                  <a:pt x="518363" y="401193"/>
                </a:lnTo>
                <a:lnTo>
                  <a:pt x="559320" y="384048"/>
                </a:lnTo>
                <a:lnTo>
                  <a:pt x="591324" y="358902"/>
                </a:lnTo>
                <a:lnTo>
                  <a:pt x="609612" y="324612"/>
                </a:lnTo>
                <a:lnTo>
                  <a:pt x="696480" y="324612"/>
                </a:lnTo>
                <a:lnTo>
                  <a:pt x="696290" y="364045"/>
                </a:lnTo>
                <a:lnTo>
                  <a:pt x="694956" y="411480"/>
                </a:lnTo>
                <a:lnTo>
                  <a:pt x="723912" y="399288"/>
                </a:lnTo>
                <a:lnTo>
                  <a:pt x="721118" y="350329"/>
                </a:lnTo>
                <a:lnTo>
                  <a:pt x="720864" y="323088"/>
                </a:lnTo>
                <a:lnTo>
                  <a:pt x="854976" y="32308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" name="object 28"/>
          <p:cNvSpPr/>
          <p:nvPr/>
        </p:nvSpPr>
        <p:spPr>
          <a:xfrm>
            <a:off x="2129015" y="4824996"/>
            <a:ext cx="846455" cy="411480"/>
          </a:xfrm>
          <a:custGeom>
            <a:avLst/>
            <a:gdLst/>
            <a:ahLst/>
            <a:cxnLst/>
            <a:rect l="l" t="t" r="r" b="b"/>
            <a:pathLst>
              <a:path w="846455" h="411479">
                <a:moveTo>
                  <a:pt x="140208" y="231648"/>
                </a:moveTo>
                <a:lnTo>
                  <a:pt x="105156" y="205740"/>
                </a:lnTo>
                <a:lnTo>
                  <a:pt x="100355" y="218313"/>
                </a:lnTo>
                <a:lnTo>
                  <a:pt x="92964" y="233172"/>
                </a:lnTo>
                <a:lnTo>
                  <a:pt x="71628" y="269748"/>
                </a:lnTo>
                <a:lnTo>
                  <a:pt x="43053" y="308610"/>
                </a:lnTo>
                <a:lnTo>
                  <a:pt x="12192" y="342900"/>
                </a:lnTo>
                <a:lnTo>
                  <a:pt x="15252" y="348996"/>
                </a:lnTo>
                <a:lnTo>
                  <a:pt x="40703" y="329272"/>
                </a:lnTo>
                <a:lnTo>
                  <a:pt x="66865" y="304419"/>
                </a:lnTo>
                <a:lnTo>
                  <a:pt x="93903" y="274408"/>
                </a:lnTo>
                <a:lnTo>
                  <a:pt x="121920" y="239268"/>
                </a:lnTo>
                <a:lnTo>
                  <a:pt x="140208" y="231648"/>
                </a:lnTo>
                <a:close/>
              </a:path>
              <a:path w="846455" h="411479">
                <a:moveTo>
                  <a:pt x="233184" y="192024"/>
                </a:moveTo>
                <a:lnTo>
                  <a:pt x="192024" y="173736"/>
                </a:lnTo>
                <a:lnTo>
                  <a:pt x="193154" y="184277"/>
                </a:lnTo>
                <a:lnTo>
                  <a:pt x="194119" y="199834"/>
                </a:lnTo>
                <a:lnTo>
                  <a:pt x="194818" y="220230"/>
                </a:lnTo>
                <a:lnTo>
                  <a:pt x="195046" y="242316"/>
                </a:lnTo>
                <a:lnTo>
                  <a:pt x="195021" y="250317"/>
                </a:lnTo>
                <a:lnTo>
                  <a:pt x="194818" y="270700"/>
                </a:lnTo>
                <a:lnTo>
                  <a:pt x="194119" y="291465"/>
                </a:lnTo>
                <a:lnTo>
                  <a:pt x="193128" y="308610"/>
                </a:lnTo>
                <a:lnTo>
                  <a:pt x="192024" y="321564"/>
                </a:lnTo>
                <a:lnTo>
                  <a:pt x="220992" y="310896"/>
                </a:lnTo>
                <a:lnTo>
                  <a:pt x="218897" y="270700"/>
                </a:lnTo>
                <a:lnTo>
                  <a:pt x="217944" y="204216"/>
                </a:lnTo>
                <a:lnTo>
                  <a:pt x="233184" y="192024"/>
                </a:lnTo>
                <a:close/>
              </a:path>
              <a:path w="846455" h="411479">
                <a:moveTo>
                  <a:pt x="373380" y="239268"/>
                </a:moveTo>
                <a:lnTo>
                  <a:pt x="341388" y="207264"/>
                </a:lnTo>
                <a:lnTo>
                  <a:pt x="321665" y="234975"/>
                </a:lnTo>
                <a:lnTo>
                  <a:pt x="299097" y="260985"/>
                </a:lnTo>
                <a:lnTo>
                  <a:pt x="245376" y="307848"/>
                </a:lnTo>
                <a:lnTo>
                  <a:pt x="185356" y="346329"/>
                </a:lnTo>
                <a:lnTo>
                  <a:pt x="121920" y="373380"/>
                </a:lnTo>
                <a:lnTo>
                  <a:pt x="59055" y="392049"/>
                </a:lnTo>
                <a:lnTo>
                  <a:pt x="3048" y="403860"/>
                </a:lnTo>
                <a:lnTo>
                  <a:pt x="3048" y="411480"/>
                </a:lnTo>
                <a:lnTo>
                  <a:pt x="50774" y="403758"/>
                </a:lnTo>
                <a:lnTo>
                  <a:pt x="95631" y="394335"/>
                </a:lnTo>
                <a:lnTo>
                  <a:pt x="137642" y="383184"/>
                </a:lnTo>
                <a:lnTo>
                  <a:pt x="176784" y="370332"/>
                </a:lnTo>
                <a:lnTo>
                  <a:pt x="216268" y="352044"/>
                </a:lnTo>
                <a:lnTo>
                  <a:pt x="259473" y="324612"/>
                </a:lnTo>
                <a:lnTo>
                  <a:pt x="306666" y="288036"/>
                </a:lnTo>
                <a:lnTo>
                  <a:pt x="358152" y="242316"/>
                </a:lnTo>
                <a:lnTo>
                  <a:pt x="373380" y="239268"/>
                </a:lnTo>
                <a:close/>
              </a:path>
              <a:path w="846455" h="411479">
                <a:moveTo>
                  <a:pt x="399300" y="169164"/>
                </a:moveTo>
                <a:lnTo>
                  <a:pt x="362724" y="132588"/>
                </a:lnTo>
                <a:lnTo>
                  <a:pt x="336816" y="158496"/>
                </a:lnTo>
                <a:lnTo>
                  <a:pt x="217944" y="158496"/>
                </a:lnTo>
                <a:lnTo>
                  <a:pt x="217944" y="83820"/>
                </a:lnTo>
                <a:lnTo>
                  <a:pt x="362724" y="83820"/>
                </a:lnTo>
                <a:lnTo>
                  <a:pt x="353580" y="74676"/>
                </a:lnTo>
                <a:lnTo>
                  <a:pt x="332244" y="53340"/>
                </a:lnTo>
                <a:lnTo>
                  <a:pt x="310908" y="74676"/>
                </a:lnTo>
                <a:lnTo>
                  <a:pt x="217944" y="74676"/>
                </a:lnTo>
                <a:lnTo>
                  <a:pt x="217944" y="30480"/>
                </a:lnTo>
                <a:lnTo>
                  <a:pt x="234708" y="18288"/>
                </a:lnTo>
                <a:lnTo>
                  <a:pt x="192024" y="0"/>
                </a:lnTo>
                <a:lnTo>
                  <a:pt x="193154" y="24549"/>
                </a:lnTo>
                <a:lnTo>
                  <a:pt x="194119" y="59245"/>
                </a:lnTo>
                <a:lnTo>
                  <a:pt x="194818" y="103936"/>
                </a:lnTo>
                <a:lnTo>
                  <a:pt x="195084" y="158496"/>
                </a:lnTo>
                <a:lnTo>
                  <a:pt x="105156" y="158496"/>
                </a:lnTo>
                <a:lnTo>
                  <a:pt x="105156" y="74676"/>
                </a:lnTo>
                <a:lnTo>
                  <a:pt x="121920" y="62484"/>
                </a:lnTo>
                <a:lnTo>
                  <a:pt x="79248" y="42672"/>
                </a:lnTo>
                <a:lnTo>
                  <a:pt x="80581" y="86296"/>
                </a:lnTo>
                <a:lnTo>
                  <a:pt x="80772" y="158496"/>
                </a:lnTo>
                <a:lnTo>
                  <a:pt x="0" y="158496"/>
                </a:lnTo>
                <a:lnTo>
                  <a:pt x="15252" y="175260"/>
                </a:lnTo>
                <a:lnTo>
                  <a:pt x="24892" y="172377"/>
                </a:lnTo>
                <a:lnTo>
                  <a:pt x="35242" y="170497"/>
                </a:lnTo>
                <a:lnTo>
                  <a:pt x="45897" y="169468"/>
                </a:lnTo>
                <a:lnTo>
                  <a:pt x="56388" y="169164"/>
                </a:lnTo>
                <a:lnTo>
                  <a:pt x="399300" y="169164"/>
                </a:lnTo>
                <a:close/>
              </a:path>
              <a:path w="846455" h="411479">
                <a:moveTo>
                  <a:pt x="557796" y="260337"/>
                </a:moveTo>
                <a:lnTo>
                  <a:pt x="556272" y="253987"/>
                </a:lnTo>
                <a:lnTo>
                  <a:pt x="535355" y="262877"/>
                </a:lnTo>
                <a:lnTo>
                  <a:pt x="509028" y="271767"/>
                </a:lnTo>
                <a:lnTo>
                  <a:pt x="476973" y="283197"/>
                </a:lnTo>
                <a:lnTo>
                  <a:pt x="438924" y="297167"/>
                </a:lnTo>
                <a:lnTo>
                  <a:pt x="461784" y="323837"/>
                </a:lnTo>
                <a:lnTo>
                  <a:pt x="469493" y="313677"/>
                </a:lnTo>
                <a:lnTo>
                  <a:pt x="488073" y="298437"/>
                </a:lnTo>
                <a:lnTo>
                  <a:pt x="517499" y="280657"/>
                </a:lnTo>
                <a:lnTo>
                  <a:pt x="557796" y="260337"/>
                </a:lnTo>
                <a:close/>
              </a:path>
              <a:path w="846455" h="411479">
                <a:moveTo>
                  <a:pt x="600468" y="214617"/>
                </a:moveTo>
                <a:lnTo>
                  <a:pt x="595896" y="210807"/>
                </a:lnTo>
                <a:lnTo>
                  <a:pt x="576084" y="194297"/>
                </a:lnTo>
                <a:lnTo>
                  <a:pt x="566940" y="210807"/>
                </a:lnTo>
                <a:lnTo>
                  <a:pt x="559320" y="210807"/>
                </a:lnTo>
                <a:lnTo>
                  <a:pt x="571512" y="49517"/>
                </a:lnTo>
                <a:lnTo>
                  <a:pt x="576656" y="45707"/>
                </a:lnTo>
                <a:lnTo>
                  <a:pt x="585228" y="39357"/>
                </a:lnTo>
                <a:lnTo>
                  <a:pt x="560844" y="17767"/>
                </a:lnTo>
                <a:lnTo>
                  <a:pt x="548652" y="34277"/>
                </a:lnTo>
                <a:lnTo>
                  <a:pt x="448068" y="34277"/>
                </a:lnTo>
                <a:lnTo>
                  <a:pt x="463308" y="50787"/>
                </a:lnTo>
                <a:lnTo>
                  <a:pt x="473608" y="48247"/>
                </a:lnTo>
                <a:lnTo>
                  <a:pt x="494804" y="45707"/>
                </a:lnTo>
                <a:lnTo>
                  <a:pt x="550176" y="45707"/>
                </a:lnTo>
                <a:lnTo>
                  <a:pt x="537984" y="210807"/>
                </a:lnTo>
                <a:lnTo>
                  <a:pt x="493788" y="210807"/>
                </a:lnTo>
                <a:lnTo>
                  <a:pt x="504456" y="101587"/>
                </a:lnTo>
                <a:lnTo>
                  <a:pt x="519696" y="91427"/>
                </a:lnTo>
                <a:lnTo>
                  <a:pt x="483120" y="71107"/>
                </a:lnTo>
                <a:lnTo>
                  <a:pt x="479501" y="125717"/>
                </a:lnTo>
                <a:lnTo>
                  <a:pt x="472452" y="205727"/>
                </a:lnTo>
                <a:lnTo>
                  <a:pt x="461784" y="214617"/>
                </a:lnTo>
                <a:lnTo>
                  <a:pt x="481596" y="232397"/>
                </a:lnTo>
                <a:lnTo>
                  <a:pt x="493788" y="222237"/>
                </a:lnTo>
                <a:lnTo>
                  <a:pt x="568464" y="222237"/>
                </a:lnTo>
                <a:lnTo>
                  <a:pt x="565010" y="264147"/>
                </a:lnTo>
                <a:lnTo>
                  <a:pt x="557530" y="321297"/>
                </a:lnTo>
                <a:lnTo>
                  <a:pt x="541794" y="356857"/>
                </a:lnTo>
                <a:lnTo>
                  <a:pt x="534365" y="361937"/>
                </a:lnTo>
                <a:lnTo>
                  <a:pt x="525792" y="361937"/>
                </a:lnTo>
                <a:lnTo>
                  <a:pt x="515759" y="360667"/>
                </a:lnTo>
                <a:lnTo>
                  <a:pt x="503885" y="358127"/>
                </a:lnTo>
                <a:lnTo>
                  <a:pt x="489991" y="355587"/>
                </a:lnTo>
                <a:lnTo>
                  <a:pt x="473976" y="351777"/>
                </a:lnTo>
                <a:lnTo>
                  <a:pt x="473976" y="359397"/>
                </a:lnTo>
                <a:lnTo>
                  <a:pt x="494614" y="367017"/>
                </a:lnTo>
                <a:lnTo>
                  <a:pt x="508838" y="375907"/>
                </a:lnTo>
                <a:lnTo>
                  <a:pt x="517042" y="386067"/>
                </a:lnTo>
                <a:lnTo>
                  <a:pt x="519696" y="397497"/>
                </a:lnTo>
                <a:lnTo>
                  <a:pt x="527646" y="394957"/>
                </a:lnTo>
                <a:lnTo>
                  <a:pt x="559892" y="373367"/>
                </a:lnTo>
                <a:lnTo>
                  <a:pt x="566356" y="361937"/>
                </a:lnTo>
                <a:lnTo>
                  <a:pt x="569988" y="354317"/>
                </a:lnTo>
                <a:lnTo>
                  <a:pt x="575411" y="337807"/>
                </a:lnTo>
                <a:lnTo>
                  <a:pt x="580275" y="311137"/>
                </a:lnTo>
                <a:lnTo>
                  <a:pt x="584555" y="273037"/>
                </a:lnTo>
                <a:lnTo>
                  <a:pt x="588276" y="223507"/>
                </a:lnTo>
                <a:lnTo>
                  <a:pt x="590016" y="222237"/>
                </a:lnTo>
                <a:lnTo>
                  <a:pt x="600468" y="214617"/>
                </a:lnTo>
                <a:close/>
              </a:path>
              <a:path w="846455" h="411479">
                <a:moveTo>
                  <a:pt x="685812" y="269227"/>
                </a:moveTo>
                <a:lnTo>
                  <a:pt x="661428" y="247637"/>
                </a:lnTo>
                <a:lnTo>
                  <a:pt x="653757" y="260337"/>
                </a:lnTo>
                <a:lnTo>
                  <a:pt x="640092" y="276847"/>
                </a:lnTo>
                <a:lnTo>
                  <a:pt x="620699" y="294627"/>
                </a:lnTo>
                <a:lnTo>
                  <a:pt x="595896" y="316217"/>
                </a:lnTo>
                <a:lnTo>
                  <a:pt x="597420" y="322567"/>
                </a:lnTo>
                <a:lnTo>
                  <a:pt x="655332" y="284467"/>
                </a:lnTo>
                <a:lnTo>
                  <a:pt x="664159" y="276847"/>
                </a:lnTo>
                <a:lnTo>
                  <a:pt x="672287" y="273037"/>
                </a:lnTo>
                <a:lnTo>
                  <a:pt x="679538" y="270497"/>
                </a:lnTo>
                <a:lnTo>
                  <a:pt x="685812" y="269227"/>
                </a:lnTo>
                <a:close/>
              </a:path>
              <a:path w="846455" h="411479">
                <a:moveTo>
                  <a:pt x="699528" y="325107"/>
                </a:moveTo>
                <a:lnTo>
                  <a:pt x="675144" y="300977"/>
                </a:lnTo>
                <a:lnTo>
                  <a:pt x="659993" y="322567"/>
                </a:lnTo>
                <a:lnTo>
                  <a:pt x="639711" y="342887"/>
                </a:lnTo>
                <a:lnTo>
                  <a:pt x="614273" y="364477"/>
                </a:lnTo>
                <a:lnTo>
                  <a:pt x="583704" y="386067"/>
                </a:lnTo>
                <a:lnTo>
                  <a:pt x="585228" y="391147"/>
                </a:lnTo>
                <a:lnTo>
                  <a:pt x="624090" y="370827"/>
                </a:lnTo>
                <a:lnTo>
                  <a:pt x="658380" y="347967"/>
                </a:lnTo>
                <a:lnTo>
                  <a:pt x="672096" y="337807"/>
                </a:lnTo>
                <a:lnTo>
                  <a:pt x="692670" y="326377"/>
                </a:lnTo>
                <a:lnTo>
                  <a:pt x="699528" y="325107"/>
                </a:lnTo>
                <a:close/>
              </a:path>
              <a:path w="846455" h="411479">
                <a:moveTo>
                  <a:pt x="754392" y="33007"/>
                </a:moveTo>
                <a:lnTo>
                  <a:pt x="728484" y="7607"/>
                </a:lnTo>
                <a:lnTo>
                  <a:pt x="708672" y="25387"/>
                </a:lnTo>
                <a:lnTo>
                  <a:pt x="691908" y="25387"/>
                </a:lnTo>
                <a:lnTo>
                  <a:pt x="691908" y="148577"/>
                </a:lnTo>
                <a:lnTo>
                  <a:pt x="643140" y="163817"/>
                </a:lnTo>
                <a:lnTo>
                  <a:pt x="643140" y="124447"/>
                </a:lnTo>
                <a:lnTo>
                  <a:pt x="691908" y="124447"/>
                </a:lnTo>
                <a:lnTo>
                  <a:pt x="691908" y="114287"/>
                </a:lnTo>
                <a:lnTo>
                  <a:pt x="643140" y="114287"/>
                </a:lnTo>
                <a:lnTo>
                  <a:pt x="643140" y="79997"/>
                </a:lnTo>
                <a:lnTo>
                  <a:pt x="691908" y="79997"/>
                </a:lnTo>
                <a:lnTo>
                  <a:pt x="691908" y="69837"/>
                </a:lnTo>
                <a:lnTo>
                  <a:pt x="643140" y="69837"/>
                </a:lnTo>
                <a:lnTo>
                  <a:pt x="643140" y="34277"/>
                </a:lnTo>
                <a:lnTo>
                  <a:pt x="691908" y="34277"/>
                </a:lnTo>
                <a:lnTo>
                  <a:pt x="691908" y="25387"/>
                </a:lnTo>
                <a:lnTo>
                  <a:pt x="591324" y="25387"/>
                </a:lnTo>
                <a:lnTo>
                  <a:pt x="605040" y="39357"/>
                </a:lnTo>
                <a:lnTo>
                  <a:pt x="623328" y="33007"/>
                </a:lnTo>
                <a:lnTo>
                  <a:pt x="623328" y="168897"/>
                </a:lnTo>
                <a:lnTo>
                  <a:pt x="600468" y="176517"/>
                </a:lnTo>
                <a:lnTo>
                  <a:pt x="620280" y="200647"/>
                </a:lnTo>
                <a:lnTo>
                  <a:pt x="626376" y="190487"/>
                </a:lnTo>
                <a:lnTo>
                  <a:pt x="642391" y="181597"/>
                </a:lnTo>
                <a:lnTo>
                  <a:pt x="658571" y="175247"/>
                </a:lnTo>
                <a:lnTo>
                  <a:pt x="675017" y="167627"/>
                </a:lnTo>
                <a:lnTo>
                  <a:pt x="685152" y="163817"/>
                </a:lnTo>
                <a:lnTo>
                  <a:pt x="691908" y="161277"/>
                </a:lnTo>
                <a:lnTo>
                  <a:pt x="691908" y="206997"/>
                </a:lnTo>
                <a:lnTo>
                  <a:pt x="710196" y="194297"/>
                </a:lnTo>
                <a:lnTo>
                  <a:pt x="710196" y="161277"/>
                </a:lnTo>
                <a:lnTo>
                  <a:pt x="710196" y="152387"/>
                </a:lnTo>
                <a:lnTo>
                  <a:pt x="734199" y="140957"/>
                </a:lnTo>
                <a:lnTo>
                  <a:pt x="742200" y="137147"/>
                </a:lnTo>
                <a:lnTo>
                  <a:pt x="737628" y="130797"/>
                </a:lnTo>
                <a:lnTo>
                  <a:pt x="710196" y="140957"/>
                </a:lnTo>
                <a:lnTo>
                  <a:pt x="710196" y="124447"/>
                </a:lnTo>
                <a:lnTo>
                  <a:pt x="710196" y="33007"/>
                </a:lnTo>
                <a:lnTo>
                  <a:pt x="754392" y="33007"/>
                </a:lnTo>
                <a:close/>
              </a:path>
              <a:path w="846455" h="411479">
                <a:moveTo>
                  <a:pt x="838212" y="153657"/>
                </a:moveTo>
                <a:lnTo>
                  <a:pt x="817041" y="126987"/>
                </a:lnTo>
                <a:lnTo>
                  <a:pt x="809371" y="121907"/>
                </a:lnTo>
                <a:lnTo>
                  <a:pt x="797064" y="114287"/>
                </a:lnTo>
                <a:lnTo>
                  <a:pt x="802665" y="102857"/>
                </a:lnTo>
                <a:lnTo>
                  <a:pt x="810780" y="86347"/>
                </a:lnTo>
                <a:lnTo>
                  <a:pt x="817638" y="71107"/>
                </a:lnTo>
                <a:lnTo>
                  <a:pt x="824496" y="54597"/>
                </a:lnTo>
                <a:lnTo>
                  <a:pt x="826236" y="53327"/>
                </a:lnTo>
                <a:lnTo>
                  <a:pt x="836688" y="45707"/>
                </a:lnTo>
                <a:lnTo>
                  <a:pt x="810780" y="26657"/>
                </a:lnTo>
                <a:lnTo>
                  <a:pt x="801636" y="41897"/>
                </a:lnTo>
                <a:lnTo>
                  <a:pt x="728484" y="41897"/>
                </a:lnTo>
                <a:lnTo>
                  <a:pt x="743724" y="57137"/>
                </a:lnTo>
                <a:lnTo>
                  <a:pt x="753148" y="55867"/>
                </a:lnTo>
                <a:lnTo>
                  <a:pt x="763155" y="53327"/>
                </a:lnTo>
                <a:lnTo>
                  <a:pt x="803160" y="53327"/>
                </a:lnTo>
                <a:lnTo>
                  <a:pt x="799172" y="64757"/>
                </a:lnTo>
                <a:lnTo>
                  <a:pt x="794207" y="76187"/>
                </a:lnTo>
                <a:lnTo>
                  <a:pt x="788365" y="90157"/>
                </a:lnTo>
                <a:lnTo>
                  <a:pt x="781824" y="102857"/>
                </a:lnTo>
                <a:lnTo>
                  <a:pt x="769200" y="95237"/>
                </a:lnTo>
                <a:lnTo>
                  <a:pt x="756297" y="87617"/>
                </a:lnTo>
                <a:lnTo>
                  <a:pt x="742810" y="81267"/>
                </a:lnTo>
                <a:lnTo>
                  <a:pt x="728484" y="73647"/>
                </a:lnTo>
                <a:lnTo>
                  <a:pt x="725436" y="78727"/>
                </a:lnTo>
                <a:lnTo>
                  <a:pt x="738835" y="87617"/>
                </a:lnTo>
                <a:lnTo>
                  <a:pt x="751535" y="96507"/>
                </a:lnTo>
                <a:lnTo>
                  <a:pt x="763358" y="106667"/>
                </a:lnTo>
                <a:lnTo>
                  <a:pt x="774204" y="115557"/>
                </a:lnTo>
                <a:lnTo>
                  <a:pt x="762787" y="132067"/>
                </a:lnTo>
                <a:lnTo>
                  <a:pt x="749249" y="149847"/>
                </a:lnTo>
                <a:lnTo>
                  <a:pt x="733691" y="168897"/>
                </a:lnTo>
                <a:lnTo>
                  <a:pt x="716292" y="186677"/>
                </a:lnTo>
                <a:lnTo>
                  <a:pt x="719340" y="190487"/>
                </a:lnTo>
                <a:lnTo>
                  <a:pt x="738428" y="176517"/>
                </a:lnTo>
                <a:lnTo>
                  <a:pt x="756678" y="162547"/>
                </a:lnTo>
                <a:lnTo>
                  <a:pt x="773772" y="146037"/>
                </a:lnTo>
                <a:lnTo>
                  <a:pt x="789444" y="126987"/>
                </a:lnTo>
                <a:lnTo>
                  <a:pt x="807542" y="149847"/>
                </a:lnTo>
                <a:lnTo>
                  <a:pt x="814514" y="157467"/>
                </a:lnTo>
                <a:lnTo>
                  <a:pt x="819924" y="165087"/>
                </a:lnTo>
                <a:lnTo>
                  <a:pt x="822972" y="172707"/>
                </a:lnTo>
                <a:lnTo>
                  <a:pt x="826020" y="176517"/>
                </a:lnTo>
                <a:lnTo>
                  <a:pt x="830592" y="176517"/>
                </a:lnTo>
                <a:lnTo>
                  <a:pt x="830592" y="175247"/>
                </a:lnTo>
                <a:lnTo>
                  <a:pt x="835164" y="171437"/>
                </a:lnTo>
                <a:lnTo>
                  <a:pt x="836688" y="167627"/>
                </a:lnTo>
                <a:lnTo>
                  <a:pt x="836688" y="161277"/>
                </a:lnTo>
                <a:lnTo>
                  <a:pt x="838212" y="153657"/>
                </a:lnTo>
                <a:close/>
              </a:path>
              <a:path w="846455" h="411479">
                <a:moveTo>
                  <a:pt x="845832" y="355587"/>
                </a:moveTo>
                <a:lnTo>
                  <a:pt x="821804" y="346697"/>
                </a:lnTo>
                <a:lnTo>
                  <a:pt x="799922" y="332727"/>
                </a:lnTo>
                <a:lnTo>
                  <a:pt x="780034" y="313677"/>
                </a:lnTo>
                <a:lnTo>
                  <a:pt x="762012" y="290817"/>
                </a:lnTo>
                <a:lnTo>
                  <a:pt x="774407" y="284467"/>
                </a:lnTo>
                <a:lnTo>
                  <a:pt x="776884" y="283197"/>
                </a:lnTo>
                <a:lnTo>
                  <a:pt x="789635" y="275577"/>
                </a:lnTo>
                <a:lnTo>
                  <a:pt x="800366" y="270497"/>
                </a:lnTo>
                <a:lnTo>
                  <a:pt x="809256" y="267957"/>
                </a:lnTo>
                <a:lnTo>
                  <a:pt x="816940" y="264147"/>
                </a:lnTo>
                <a:lnTo>
                  <a:pt x="823925" y="262877"/>
                </a:lnTo>
                <a:lnTo>
                  <a:pt x="830033" y="261607"/>
                </a:lnTo>
                <a:lnTo>
                  <a:pt x="835164" y="261607"/>
                </a:lnTo>
                <a:lnTo>
                  <a:pt x="812304" y="236207"/>
                </a:lnTo>
                <a:lnTo>
                  <a:pt x="806323" y="243827"/>
                </a:lnTo>
                <a:lnTo>
                  <a:pt x="795350" y="253987"/>
                </a:lnTo>
                <a:lnTo>
                  <a:pt x="779513" y="267957"/>
                </a:lnTo>
                <a:lnTo>
                  <a:pt x="758964" y="284467"/>
                </a:lnTo>
                <a:lnTo>
                  <a:pt x="747572" y="264147"/>
                </a:lnTo>
                <a:lnTo>
                  <a:pt x="731050" y="228587"/>
                </a:lnTo>
                <a:lnTo>
                  <a:pt x="730008" y="224777"/>
                </a:lnTo>
                <a:lnTo>
                  <a:pt x="741984" y="222237"/>
                </a:lnTo>
                <a:lnTo>
                  <a:pt x="754964" y="219697"/>
                </a:lnTo>
                <a:lnTo>
                  <a:pt x="768794" y="217157"/>
                </a:lnTo>
                <a:lnTo>
                  <a:pt x="783348" y="215887"/>
                </a:lnTo>
                <a:lnTo>
                  <a:pt x="796150" y="213347"/>
                </a:lnTo>
                <a:lnTo>
                  <a:pt x="806970" y="212077"/>
                </a:lnTo>
                <a:lnTo>
                  <a:pt x="815492" y="213347"/>
                </a:lnTo>
                <a:lnTo>
                  <a:pt x="821448" y="214617"/>
                </a:lnTo>
                <a:lnTo>
                  <a:pt x="819454" y="212077"/>
                </a:lnTo>
                <a:lnTo>
                  <a:pt x="798588" y="185407"/>
                </a:lnTo>
                <a:lnTo>
                  <a:pt x="789990" y="190487"/>
                </a:lnTo>
                <a:lnTo>
                  <a:pt x="775538" y="196837"/>
                </a:lnTo>
                <a:lnTo>
                  <a:pt x="755078" y="203187"/>
                </a:lnTo>
                <a:lnTo>
                  <a:pt x="728484" y="209537"/>
                </a:lnTo>
                <a:lnTo>
                  <a:pt x="699617" y="217157"/>
                </a:lnTo>
                <a:lnTo>
                  <a:pt x="670191" y="223507"/>
                </a:lnTo>
                <a:lnTo>
                  <a:pt x="640181" y="228587"/>
                </a:lnTo>
                <a:lnTo>
                  <a:pt x="609612" y="232397"/>
                </a:lnTo>
                <a:lnTo>
                  <a:pt x="609612" y="238747"/>
                </a:lnTo>
                <a:lnTo>
                  <a:pt x="663143" y="233667"/>
                </a:lnTo>
                <a:lnTo>
                  <a:pt x="686968" y="229857"/>
                </a:lnTo>
                <a:lnTo>
                  <a:pt x="708672" y="228587"/>
                </a:lnTo>
                <a:lnTo>
                  <a:pt x="708571" y="300977"/>
                </a:lnTo>
                <a:lnTo>
                  <a:pt x="708482" y="328917"/>
                </a:lnTo>
                <a:lnTo>
                  <a:pt x="708025" y="370827"/>
                </a:lnTo>
                <a:lnTo>
                  <a:pt x="707148" y="405117"/>
                </a:lnTo>
                <a:lnTo>
                  <a:pt x="731532" y="394957"/>
                </a:lnTo>
                <a:lnTo>
                  <a:pt x="730643" y="367017"/>
                </a:lnTo>
                <a:lnTo>
                  <a:pt x="730199" y="332727"/>
                </a:lnTo>
                <a:lnTo>
                  <a:pt x="730123" y="316217"/>
                </a:lnTo>
                <a:lnTo>
                  <a:pt x="730008" y="245097"/>
                </a:lnTo>
                <a:lnTo>
                  <a:pt x="744550" y="285737"/>
                </a:lnTo>
                <a:lnTo>
                  <a:pt x="762965" y="321297"/>
                </a:lnTo>
                <a:lnTo>
                  <a:pt x="785075" y="351777"/>
                </a:lnTo>
                <a:lnTo>
                  <a:pt x="810780" y="377177"/>
                </a:lnTo>
                <a:lnTo>
                  <a:pt x="817321" y="370827"/>
                </a:lnTo>
                <a:lnTo>
                  <a:pt x="825449" y="365747"/>
                </a:lnTo>
                <a:lnTo>
                  <a:pt x="834986" y="361937"/>
                </a:lnTo>
                <a:lnTo>
                  <a:pt x="845832" y="361937"/>
                </a:lnTo>
                <a:lnTo>
                  <a:pt x="845832" y="35558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" name="object 29"/>
          <p:cNvSpPr/>
          <p:nvPr/>
        </p:nvSpPr>
        <p:spPr>
          <a:xfrm>
            <a:off x="3058096" y="4871275"/>
            <a:ext cx="148590" cy="294005"/>
          </a:xfrm>
          <a:custGeom>
            <a:avLst/>
            <a:gdLst/>
            <a:ahLst/>
            <a:cxnLst/>
            <a:rect l="l" t="t" r="r" b="b"/>
            <a:pathLst>
              <a:path w="148589" h="294004">
                <a:moveTo>
                  <a:pt x="24955" y="87820"/>
                </a:moveTo>
                <a:lnTo>
                  <a:pt x="14287" y="87820"/>
                </a:lnTo>
                <a:lnTo>
                  <a:pt x="8191" y="86296"/>
                </a:lnTo>
                <a:lnTo>
                  <a:pt x="5143" y="80200"/>
                </a:lnTo>
                <a:lnTo>
                  <a:pt x="2286" y="76176"/>
                </a:lnTo>
                <a:lnTo>
                  <a:pt x="571" y="70866"/>
                </a:lnTo>
                <a:lnTo>
                  <a:pt x="0" y="64127"/>
                </a:lnTo>
                <a:lnTo>
                  <a:pt x="571" y="55816"/>
                </a:lnTo>
                <a:lnTo>
                  <a:pt x="28670" y="16406"/>
                </a:lnTo>
                <a:lnTo>
                  <a:pt x="66984" y="738"/>
                </a:lnTo>
                <a:lnTo>
                  <a:pt x="76581" y="0"/>
                </a:lnTo>
                <a:lnTo>
                  <a:pt x="85891" y="119"/>
                </a:lnTo>
                <a:lnTo>
                  <a:pt x="95059" y="952"/>
                </a:lnTo>
                <a:lnTo>
                  <a:pt x="104227" y="4095"/>
                </a:lnTo>
                <a:lnTo>
                  <a:pt x="113538" y="8953"/>
                </a:lnTo>
                <a:lnTo>
                  <a:pt x="117432" y="11620"/>
                </a:lnTo>
                <a:lnTo>
                  <a:pt x="72199" y="11620"/>
                </a:lnTo>
                <a:lnTo>
                  <a:pt x="63103" y="12453"/>
                </a:lnTo>
                <a:lnTo>
                  <a:pt x="29527" y="32956"/>
                </a:lnTo>
                <a:lnTo>
                  <a:pt x="21907" y="49720"/>
                </a:lnTo>
                <a:lnTo>
                  <a:pt x="23431" y="52768"/>
                </a:lnTo>
                <a:lnTo>
                  <a:pt x="29527" y="55816"/>
                </a:lnTo>
                <a:lnTo>
                  <a:pt x="34099" y="58864"/>
                </a:lnTo>
                <a:lnTo>
                  <a:pt x="37147" y="63436"/>
                </a:lnTo>
                <a:lnTo>
                  <a:pt x="37147" y="75628"/>
                </a:lnTo>
                <a:lnTo>
                  <a:pt x="35623" y="80200"/>
                </a:lnTo>
                <a:lnTo>
                  <a:pt x="29527" y="86296"/>
                </a:lnTo>
                <a:lnTo>
                  <a:pt x="24955" y="87820"/>
                </a:lnTo>
                <a:close/>
              </a:path>
              <a:path w="148589" h="294004">
                <a:moveTo>
                  <a:pt x="75247" y="209740"/>
                </a:moveTo>
                <a:lnTo>
                  <a:pt x="70127" y="206883"/>
                </a:lnTo>
                <a:lnTo>
                  <a:pt x="66294" y="200596"/>
                </a:lnTo>
                <a:lnTo>
                  <a:pt x="63888" y="190881"/>
                </a:lnTo>
                <a:lnTo>
                  <a:pt x="63055" y="177736"/>
                </a:lnTo>
                <a:lnTo>
                  <a:pt x="64746" y="162877"/>
                </a:lnTo>
                <a:lnTo>
                  <a:pt x="69723" y="148018"/>
                </a:lnTo>
                <a:lnTo>
                  <a:pt x="77843" y="133159"/>
                </a:lnTo>
                <a:lnTo>
                  <a:pt x="88963" y="118300"/>
                </a:lnTo>
                <a:lnTo>
                  <a:pt x="100107" y="104036"/>
                </a:lnTo>
                <a:lnTo>
                  <a:pt x="108394" y="91059"/>
                </a:lnTo>
                <a:lnTo>
                  <a:pt x="113823" y="79509"/>
                </a:lnTo>
                <a:lnTo>
                  <a:pt x="116395" y="69532"/>
                </a:lnTo>
                <a:lnTo>
                  <a:pt x="117514" y="60126"/>
                </a:lnTo>
                <a:lnTo>
                  <a:pt x="116205" y="50292"/>
                </a:lnTo>
                <a:lnTo>
                  <a:pt x="90678" y="15621"/>
                </a:lnTo>
                <a:lnTo>
                  <a:pt x="72199" y="11620"/>
                </a:lnTo>
                <a:lnTo>
                  <a:pt x="117432" y="11620"/>
                </a:lnTo>
                <a:lnTo>
                  <a:pt x="145923" y="44386"/>
                </a:lnTo>
                <a:lnTo>
                  <a:pt x="148399" y="69532"/>
                </a:lnTo>
                <a:lnTo>
                  <a:pt x="144613" y="83272"/>
                </a:lnTo>
                <a:lnTo>
                  <a:pt x="137541" y="97155"/>
                </a:lnTo>
                <a:lnTo>
                  <a:pt x="126753" y="111323"/>
                </a:lnTo>
                <a:lnTo>
                  <a:pt x="111823" y="125920"/>
                </a:lnTo>
                <a:lnTo>
                  <a:pt x="97536" y="142232"/>
                </a:lnTo>
                <a:lnTo>
                  <a:pt x="86677" y="161544"/>
                </a:lnTo>
                <a:lnTo>
                  <a:pt x="79248" y="183999"/>
                </a:lnTo>
                <a:lnTo>
                  <a:pt x="75247" y="209740"/>
                </a:lnTo>
                <a:close/>
              </a:path>
              <a:path w="148589" h="294004">
                <a:moveTo>
                  <a:pt x="75247" y="293560"/>
                </a:moveTo>
                <a:lnTo>
                  <a:pt x="66103" y="293560"/>
                </a:lnTo>
                <a:lnTo>
                  <a:pt x="61531" y="292036"/>
                </a:lnTo>
                <a:lnTo>
                  <a:pt x="41719" y="264604"/>
                </a:lnTo>
                <a:lnTo>
                  <a:pt x="42314" y="256293"/>
                </a:lnTo>
                <a:lnTo>
                  <a:pt x="67627" y="232600"/>
                </a:lnTo>
                <a:lnTo>
                  <a:pt x="76771" y="232600"/>
                </a:lnTo>
                <a:lnTo>
                  <a:pt x="102679" y="263080"/>
                </a:lnTo>
                <a:lnTo>
                  <a:pt x="102060" y="270510"/>
                </a:lnTo>
                <a:lnTo>
                  <a:pt x="75247" y="29356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pic>
        <p:nvPicPr>
          <p:cNvPr id="30" name="object 2">
            <a:extLst>
              <a:ext uri="{FF2B5EF4-FFF2-40B4-BE49-F238E27FC236}">
                <a16:creationId xmlns:a16="http://schemas.microsoft.com/office/drawing/2014/main" id="{BA88069E-256F-4F52-903C-A5EA53494B22}"/>
              </a:ext>
            </a:extLst>
          </p:cNvPr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9561576" y="7229856"/>
            <a:ext cx="196595" cy="146304"/>
          </a:xfrm>
          <a:prstGeom prst="rect">
            <a:avLst/>
          </a:prstGeom>
        </p:spPr>
      </p:pic>
    </p:spTree>
  </p:cSld>
  <p:clrMapOvr>
    <a:masterClrMapping/>
  </p:clrMapOvr>
</p:sld>
</file>

<file path=ppt/slides/slide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object 5"/>
          <p:cNvSpPr/>
          <p:nvPr/>
        </p:nvSpPr>
        <p:spPr>
          <a:xfrm>
            <a:off x="1723644" y="1280159"/>
            <a:ext cx="556260" cy="554990"/>
          </a:xfrm>
          <a:custGeom>
            <a:avLst/>
            <a:gdLst/>
            <a:ahLst/>
            <a:cxnLst/>
            <a:rect l="l" t="t" r="r" b="b"/>
            <a:pathLst>
              <a:path w="556260" h="554989">
                <a:moveTo>
                  <a:pt x="505968" y="281940"/>
                </a:moveTo>
                <a:lnTo>
                  <a:pt x="468201" y="259151"/>
                </a:lnTo>
                <a:lnTo>
                  <a:pt x="434721" y="232219"/>
                </a:lnTo>
                <a:lnTo>
                  <a:pt x="405241" y="201572"/>
                </a:lnTo>
                <a:lnTo>
                  <a:pt x="379476" y="167640"/>
                </a:lnTo>
                <a:lnTo>
                  <a:pt x="358354" y="130516"/>
                </a:lnTo>
                <a:lnTo>
                  <a:pt x="340804" y="90106"/>
                </a:lnTo>
                <a:lnTo>
                  <a:pt x="326969" y="46553"/>
                </a:lnTo>
                <a:lnTo>
                  <a:pt x="316992" y="0"/>
                </a:lnTo>
                <a:lnTo>
                  <a:pt x="361188" y="19812"/>
                </a:lnTo>
                <a:lnTo>
                  <a:pt x="342900" y="32004"/>
                </a:lnTo>
                <a:lnTo>
                  <a:pt x="357735" y="76533"/>
                </a:lnTo>
                <a:lnTo>
                  <a:pt x="376999" y="116205"/>
                </a:lnTo>
                <a:lnTo>
                  <a:pt x="400550" y="150733"/>
                </a:lnTo>
                <a:lnTo>
                  <a:pt x="428244" y="179832"/>
                </a:lnTo>
                <a:lnTo>
                  <a:pt x="458533" y="203549"/>
                </a:lnTo>
                <a:lnTo>
                  <a:pt x="522541" y="235553"/>
                </a:lnTo>
                <a:lnTo>
                  <a:pt x="556260" y="243840"/>
                </a:lnTo>
                <a:lnTo>
                  <a:pt x="556260" y="251460"/>
                </a:lnTo>
                <a:lnTo>
                  <a:pt x="539400" y="255150"/>
                </a:lnTo>
                <a:lnTo>
                  <a:pt x="525399" y="261556"/>
                </a:lnTo>
                <a:lnTo>
                  <a:pt x="514254" y="270533"/>
                </a:lnTo>
                <a:lnTo>
                  <a:pt x="505968" y="281940"/>
                </a:lnTo>
                <a:close/>
              </a:path>
              <a:path w="556260" h="554989">
                <a:moveTo>
                  <a:pt x="4572" y="301752"/>
                </a:moveTo>
                <a:lnTo>
                  <a:pt x="0" y="294132"/>
                </a:lnTo>
                <a:lnTo>
                  <a:pt x="30003" y="267866"/>
                </a:lnTo>
                <a:lnTo>
                  <a:pt x="58293" y="239458"/>
                </a:lnTo>
                <a:lnTo>
                  <a:pt x="84867" y="209049"/>
                </a:lnTo>
                <a:lnTo>
                  <a:pt x="109728" y="176784"/>
                </a:lnTo>
                <a:lnTo>
                  <a:pt x="133111" y="140779"/>
                </a:lnTo>
                <a:lnTo>
                  <a:pt x="155067" y="101346"/>
                </a:lnTo>
                <a:lnTo>
                  <a:pt x="175307" y="58483"/>
                </a:lnTo>
                <a:lnTo>
                  <a:pt x="193548" y="12192"/>
                </a:lnTo>
                <a:lnTo>
                  <a:pt x="242316" y="48768"/>
                </a:lnTo>
                <a:lnTo>
                  <a:pt x="220980" y="59436"/>
                </a:lnTo>
                <a:lnTo>
                  <a:pt x="199858" y="97155"/>
                </a:lnTo>
                <a:lnTo>
                  <a:pt x="177736" y="132588"/>
                </a:lnTo>
                <a:lnTo>
                  <a:pt x="154757" y="165735"/>
                </a:lnTo>
                <a:lnTo>
                  <a:pt x="131064" y="196596"/>
                </a:lnTo>
                <a:lnTo>
                  <a:pt x="104441" y="225456"/>
                </a:lnTo>
                <a:lnTo>
                  <a:pt x="74676" y="252603"/>
                </a:lnTo>
                <a:lnTo>
                  <a:pt x="41481" y="278034"/>
                </a:lnTo>
                <a:lnTo>
                  <a:pt x="4572" y="301752"/>
                </a:lnTo>
                <a:close/>
              </a:path>
              <a:path w="556260" h="554989">
                <a:moveTo>
                  <a:pt x="120396" y="263652"/>
                </a:moveTo>
                <a:lnTo>
                  <a:pt x="100584" y="243840"/>
                </a:lnTo>
                <a:lnTo>
                  <a:pt x="373380" y="243840"/>
                </a:lnTo>
                <a:lnTo>
                  <a:pt x="397764" y="220980"/>
                </a:lnTo>
                <a:lnTo>
                  <a:pt x="431292" y="254508"/>
                </a:lnTo>
                <a:lnTo>
                  <a:pt x="424688" y="259080"/>
                </a:lnTo>
                <a:lnTo>
                  <a:pt x="141732" y="259080"/>
                </a:lnTo>
                <a:lnTo>
                  <a:pt x="120396" y="263652"/>
                </a:lnTo>
                <a:close/>
              </a:path>
              <a:path w="556260" h="554989">
                <a:moveTo>
                  <a:pt x="32004" y="554736"/>
                </a:moveTo>
                <a:lnTo>
                  <a:pt x="27431" y="545592"/>
                </a:lnTo>
                <a:lnTo>
                  <a:pt x="76628" y="516993"/>
                </a:lnTo>
                <a:lnTo>
                  <a:pt x="116967" y="485965"/>
                </a:lnTo>
                <a:lnTo>
                  <a:pt x="148732" y="452366"/>
                </a:lnTo>
                <a:lnTo>
                  <a:pt x="172212" y="416052"/>
                </a:lnTo>
                <a:lnTo>
                  <a:pt x="188547" y="377809"/>
                </a:lnTo>
                <a:lnTo>
                  <a:pt x="201168" y="338709"/>
                </a:lnTo>
                <a:lnTo>
                  <a:pt x="210359" y="299037"/>
                </a:lnTo>
                <a:lnTo>
                  <a:pt x="216408" y="259080"/>
                </a:lnTo>
                <a:lnTo>
                  <a:pt x="254508" y="259080"/>
                </a:lnTo>
                <a:lnTo>
                  <a:pt x="245030" y="308514"/>
                </a:lnTo>
                <a:lnTo>
                  <a:pt x="232410" y="353949"/>
                </a:lnTo>
                <a:lnTo>
                  <a:pt x="216360" y="395382"/>
                </a:lnTo>
                <a:lnTo>
                  <a:pt x="196596" y="432816"/>
                </a:lnTo>
                <a:lnTo>
                  <a:pt x="170021" y="466224"/>
                </a:lnTo>
                <a:lnTo>
                  <a:pt x="133731" y="497776"/>
                </a:lnTo>
                <a:lnTo>
                  <a:pt x="87725" y="527327"/>
                </a:lnTo>
                <a:lnTo>
                  <a:pt x="32004" y="554736"/>
                </a:lnTo>
                <a:close/>
              </a:path>
              <a:path w="556260" h="554989">
                <a:moveTo>
                  <a:pt x="388433" y="497109"/>
                </a:moveTo>
                <a:lnTo>
                  <a:pt x="320516" y="497109"/>
                </a:lnTo>
                <a:lnTo>
                  <a:pt x="332232" y="496824"/>
                </a:lnTo>
                <a:lnTo>
                  <a:pt x="340804" y="494252"/>
                </a:lnTo>
                <a:lnTo>
                  <a:pt x="364236" y="445960"/>
                </a:lnTo>
                <a:lnTo>
                  <a:pt x="368808" y="403098"/>
                </a:lnTo>
                <a:lnTo>
                  <a:pt x="373380" y="340804"/>
                </a:lnTo>
                <a:lnTo>
                  <a:pt x="377952" y="259080"/>
                </a:lnTo>
                <a:lnTo>
                  <a:pt x="424688" y="259080"/>
                </a:lnTo>
                <a:lnTo>
                  <a:pt x="411480" y="268223"/>
                </a:lnTo>
                <a:lnTo>
                  <a:pt x="409102" y="338084"/>
                </a:lnTo>
                <a:lnTo>
                  <a:pt x="405627" y="395874"/>
                </a:lnTo>
                <a:lnTo>
                  <a:pt x="401055" y="441594"/>
                </a:lnTo>
                <a:lnTo>
                  <a:pt x="395386" y="475244"/>
                </a:lnTo>
                <a:lnTo>
                  <a:pt x="388620" y="496824"/>
                </a:lnTo>
                <a:lnTo>
                  <a:pt x="388433" y="497109"/>
                </a:lnTo>
                <a:close/>
              </a:path>
              <a:path w="556260" h="554989">
                <a:moveTo>
                  <a:pt x="321564" y="553212"/>
                </a:moveTo>
                <a:lnTo>
                  <a:pt x="314729" y="535209"/>
                </a:lnTo>
                <a:lnTo>
                  <a:pt x="301180" y="520065"/>
                </a:lnTo>
                <a:lnTo>
                  <a:pt x="281058" y="507777"/>
                </a:lnTo>
                <a:lnTo>
                  <a:pt x="254508" y="498348"/>
                </a:lnTo>
                <a:lnTo>
                  <a:pt x="254508" y="487679"/>
                </a:lnTo>
                <a:lnTo>
                  <a:pt x="281654" y="492537"/>
                </a:lnTo>
                <a:lnTo>
                  <a:pt x="303657" y="495681"/>
                </a:lnTo>
                <a:lnTo>
                  <a:pt x="320516" y="497109"/>
                </a:lnTo>
                <a:lnTo>
                  <a:pt x="388433" y="497109"/>
                </a:lnTo>
                <a:lnTo>
                  <a:pt x="376856" y="514850"/>
                </a:lnTo>
                <a:lnTo>
                  <a:pt x="361950" y="530161"/>
                </a:lnTo>
                <a:lnTo>
                  <a:pt x="343614" y="542901"/>
                </a:lnTo>
                <a:lnTo>
                  <a:pt x="321564" y="553212"/>
                </a:lnTo>
                <a:close/>
              </a:path>
            </a:pathLst>
          </a:custGeom>
          <a:solidFill>
            <a:srgbClr val="3333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" name="object 6"/>
          <p:cNvSpPr/>
          <p:nvPr/>
        </p:nvSpPr>
        <p:spPr>
          <a:xfrm>
            <a:off x="2334767" y="1272540"/>
            <a:ext cx="556260" cy="562610"/>
          </a:xfrm>
          <a:custGeom>
            <a:avLst/>
            <a:gdLst/>
            <a:ahLst/>
            <a:cxnLst/>
            <a:rect l="l" t="t" r="r" b="b"/>
            <a:pathLst>
              <a:path w="556260" h="562610">
                <a:moveTo>
                  <a:pt x="134112" y="144780"/>
                </a:moveTo>
                <a:lnTo>
                  <a:pt x="100584" y="144780"/>
                </a:lnTo>
                <a:lnTo>
                  <a:pt x="100322" y="103298"/>
                </a:lnTo>
                <a:lnTo>
                  <a:pt x="99631" y="65532"/>
                </a:lnTo>
                <a:lnTo>
                  <a:pt x="98602" y="29718"/>
                </a:lnTo>
                <a:lnTo>
                  <a:pt x="97536" y="0"/>
                </a:lnTo>
                <a:lnTo>
                  <a:pt x="152400" y="27432"/>
                </a:lnTo>
                <a:lnTo>
                  <a:pt x="134112" y="44196"/>
                </a:lnTo>
                <a:lnTo>
                  <a:pt x="134112" y="144780"/>
                </a:lnTo>
                <a:close/>
              </a:path>
              <a:path w="556260" h="562610">
                <a:moveTo>
                  <a:pt x="404995" y="62484"/>
                </a:moveTo>
                <a:lnTo>
                  <a:pt x="295656" y="62484"/>
                </a:lnTo>
                <a:lnTo>
                  <a:pt x="318206" y="59626"/>
                </a:lnTo>
                <a:lnTo>
                  <a:pt x="342328" y="55626"/>
                </a:lnTo>
                <a:lnTo>
                  <a:pt x="394716" y="44196"/>
                </a:lnTo>
                <a:lnTo>
                  <a:pt x="444055" y="29718"/>
                </a:lnTo>
                <a:lnTo>
                  <a:pt x="483108" y="10668"/>
                </a:lnTo>
                <a:lnTo>
                  <a:pt x="522732" y="53340"/>
                </a:lnTo>
                <a:lnTo>
                  <a:pt x="497324" y="53887"/>
                </a:lnTo>
                <a:lnTo>
                  <a:pt x="450913" y="57721"/>
                </a:lnTo>
                <a:lnTo>
                  <a:pt x="404995" y="62484"/>
                </a:lnTo>
                <a:close/>
              </a:path>
              <a:path w="556260" h="562610">
                <a:moveTo>
                  <a:pt x="161544" y="560832"/>
                </a:moveTo>
                <a:lnTo>
                  <a:pt x="156972" y="553212"/>
                </a:lnTo>
                <a:lnTo>
                  <a:pt x="185499" y="518088"/>
                </a:lnTo>
                <a:lnTo>
                  <a:pt x="209169" y="483679"/>
                </a:lnTo>
                <a:lnTo>
                  <a:pt x="227695" y="450127"/>
                </a:lnTo>
                <a:lnTo>
                  <a:pt x="250555" y="381571"/>
                </a:lnTo>
                <a:lnTo>
                  <a:pt x="257175" y="339852"/>
                </a:lnTo>
                <a:lnTo>
                  <a:pt x="260937" y="292417"/>
                </a:lnTo>
                <a:lnTo>
                  <a:pt x="261982" y="245745"/>
                </a:lnTo>
                <a:lnTo>
                  <a:pt x="262037" y="163068"/>
                </a:lnTo>
                <a:lnTo>
                  <a:pt x="261937" y="132016"/>
                </a:lnTo>
                <a:lnTo>
                  <a:pt x="261485" y="83891"/>
                </a:lnTo>
                <a:lnTo>
                  <a:pt x="260604" y="39623"/>
                </a:lnTo>
                <a:lnTo>
                  <a:pt x="295656" y="62484"/>
                </a:lnTo>
                <a:lnTo>
                  <a:pt x="404995" y="62484"/>
                </a:lnTo>
                <a:lnTo>
                  <a:pt x="295656" y="74676"/>
                </a:lnTo>
                <a:lnTo>
                  <a:pt x="295656" y="216408"/>
                </a:lnTo>
                <a:lnTo>
                  <a:pt x="542544" y="216408"/>
                </a:lnTo>
                <a:lnTo>
                  <a:pt x="556260" y="230123"/>
                </a:lnTo>
                <a:lnTo>
                  <a:pt x="295656" y="230123"/>
                </a:lnTo>
                <a:lnTo>
                  <a:pt x="294203" y="290155"/>
                </a:lnTo>
                <a:lnTo>
                  <a:pt x="289750" y="342328"/>
                </a:lnTo>
                <a:lnTo>
                  <a:pt x="282154" y="386786"/>
                </a:lnTo>
                <a:lnTo>
                  <a:pt x="271272" y="423672"/>
                </a:lnTo>
                <a:lnTo>
                  <a:pt x="231267" y="491680"/>
                </a:lnTo>
                <a:lnTo>
                  <a:pt x="200120" y="525899"/>
                </a:lnTo>
                <a:lnTo>
                  <a:pt x="161544" y="560832"/>
                </a:lnTo>
                <a:close/>
              </a:path>
              <a:path w="556260" h="562610">
                <a:moveTo>
                  <a:pt x="18288" y="163068"/>
                </a:moveTo>
                <a:lnTo>
                  <a:pt x="0" y="144780"/>
                </a:lnTo>
                <a:lnTo>
                  <a:pt x="167640" y="144780"/>
                </a:lnTo>
                <a:lnTo>
                  <a:pt x="193548" y="117347"/>
                </a:lnTo>
                <a:lnTo>
                  <a:pt x="233172" y="158496"/>
                </a:lnTo>
                <a:lnTo>
                  <a:pt x="39624" y="158496"/>
                </a:lnTo>
                <a:lnTo>
                  <a:pt x="18288" y="163068"/>
                </a:lnTo>
                <a:close/>
              </a:path>
              <a:path w="556260" h="562610">
                <a:moveTo>
                  <a:pt x="9143" y="426720"/>
                </a:moveTo>
                <a:lnTo>
                  <a:pt x="1524" y="422148"/>
                </a:lnTo>
                <a:lnTo>
                  <a:pt x="23890" y="382404"/>
                </a:lnTo>
                <a:lnTo>
                  <a:pt x="43800" y="340924"/>
                </a:lnTo>
                <a:lnTo>
                  <a:pt x="61341" y="297751"/>
                </a:lnTo>
                <a:lnTo>
                  <a:pt x="76595" y="252927"/>
                </a:lnTo>
                <a:lnTo>
                  <a:pt x="89647" y="206494"/>
                </a:lnTo>
                <a:lnTo>
                  <a:pt x="100584" y="158496"/>
                </a:lnTo>
                <a:lnTo>
                  <a:pt x="134112" y="158496"/>
                </a:lnTo>
                <a:lnTo>
                  <a:pt x="134112" y="220980"/>
                </a:lnTo>
                <a:lnTo>
                  <a:pt x="158972" y="234076"/>
                </a:lnTo>
                <a:lnTo>
                  <a:pt x="160018" y="234696"/>
                </a:lnTo>
                <a:lnTo>
                  <a:pt x="134112" y="234696"/>
                </a:lnTo>
                <a:lnTo>
                  <a:pt x="134115" y="272796"/>
                </a:lnTo>
                <a:lnTo>
                  <a:pt x="100584" y="272796"/>
                </a:lnTo>
                <a:lnTo>
                  <a:pt x="81153" y="313991"/>
                </a:lnTo>
                <a:lnTo>
                  <a:pt x="59435" y="353187"/>
                </a:lnTo>
                <a:lnTo>
                  <a:pt x="35432" y="390667"/>
                </a:lnTo>
                <a:lnTo>
                  <a:pt x="9143" y="426720"/>
                </a:lnTo>
                <a:close/>
              </a:path>
              <a:path w="556260" h="562610">
                <a:moveTo>
                  <a:pt x="542544" y="216408"/>
                </a:moveTo>
                <a:lnTo>
                  <a:pt x="484632" y="216408"/>
                </a:lnTo>
                <a:lnTo>
                  <a:pt x="513588" y="187452"/>
                </a:lnTo>
                <a:lnTo>
                  <a:pt x="542544" y="216408"/>
                </a:lnTo>
                <a:close/>
              </a:path>
              <a:path w="556260" h="562610">
                <a:moveTo>
                  <a:pt x="411480" y="557784"/>
                </a:moveTo>
                <a:lnTo>
                  <a:pt x="412129" y="518088"/>
                </a:lnTo>
                <a:lnTo>
                  <a:pt x="412552" y="473851"/>
                </a:lnTo>
                <a:lnTo>
                  <a:pt x="412792" y="426720"/>
                </a:lnTo>
                <a:lnTo>
                  <a:pt x="413004" y="230123"/>
                </a:lnTo>
                <a:lnTo>
                  <a:pt x="446532" y="230123"/>
                </a:lnTo>
                <a:lnTo>
                  <a:pt x="446631" y="423672"/>
                </a:lnTo>
                <a:lnTo>
                  <a:pt x="446793" y="438554"/>
                </a:lnTo>
                <a:lnTo>
                  <a:pt x="447484" y="467296"/>
                </a:lnTo>
                <a:lnTo>
                  <a:pt x="449580" y="539496"/>
                </a:lnTo>
                <a:lnTo>
                  <a:pt x="411480" y="557784"/>
                </a:lnTo>
                <a:close/>
              </a:path>
              <a:path w="556260" h="562610">
                <a:moveTo>
                  <a:pt x="199644" y="330708"/>
                </a:moveTo>
                <a:lnTo>
                  <a:pt x="190500" y="330708"/>
                </a:lnTo>
                <a:lnTo>
                  <a:pt x="185928" y="323088"/>
                </a:lnTo>
                <a:lnTo>
                  <a:pt x="181356" y="309372"/>
                </a:lnTo>
                <a:lnTo>
                  <a:pt x="173974" y="291917"/>
                </a:lnTo>
                <a:lnTo>
                  <a:pt x="163449" y="273748"/>
                </a:lnTo>
                <a:lnTo>
                  <a:pt x="150066" y="254722"/>
                </a:lnTo>
                <a:lnTo>
                  <a:pt x="134112" y="234696"/>
                </a:lnTo>
                <a:lnTo>
                  <a:pt x="160018" y="234696"/>
                </a:lnTo>
                <a:lnTo>
                  <a:pt x="193262" y="255698"/>
                </a:lnTo>
                <a:lnTo>
                  <a:pt x="216408" y="289560"/>
                </a:lnTo>
                <a:lnTo>
                  <a:pt x="216074" y="295322"/>
                </a:lnTo>
                <a:lnTo>
                  <a:pt x="214884" y="301371"/>
                </a:lnTo>
                <a:lnTo>
                  <a:pt x="212550" y="307990"/>
                </a:lnTo>
                <a:lnTo>
                  <a:pt x="208788" y="315468"/>
                </a:lnTo>
                <a:lnTo>
                  <a:pt x="202692" y="326136"/>
                </a:lnTo>
                <a:lnTo>
                  <a:pt x="199644" y="330708"/>
                </a:lnTo>
                <a:close/>
              </a:path>
              <a:path w="556260" h="562610">
                <a:moveTo>
                  <a:pt x="97536" y="562356"/>
                </a:moveTo>
                <a:lnTo>
                  <a:pt x="98365" y="518088"/>
                </a:lnTo>
                <a:lnTo>
                  <a:pt x="99003" y="479495"/>
                </a:lnTo>
                <a:lnTo>
                  <a:pt x="99580" y="436816"/>
                </a:lnTo>
                <a:lnTo>
                  <a:pt x="100132" y="383088"/>
                </a:lnTo>
                <a:lnTo>
                  <a:pt x="100457" y="330708"/>
                </a:lnTo>
                <a:lnTo>
                  <a:pt x="100584" y="272796"/>
                </a:lnTo>
                <a:lnTo>
                  <a:pt x="134115" y="272796"/>
                </a:lnTo>
                <a:lnTo>
                  <a:pt x="134194" y="390667"/>
                </a:lnTo>
                <a:lnTo>
                  <a:pt x="134312" y="438554"/>
                </a:lnTo>
                <a:lnTo>
                  <a:pt x="134537" y="479495"/>
                </a:lnTo>
                <a:lnTo>
                  <a:pt x="135020" y="522597"/>
                </a:lnTo>
                <a:lnTo>
                  <a:pt x="135636" y="548640"/>
                </a:lnTo>
                <a:lnTo>
                  <a:pt x="97536" y="562356"/>
                </a:lnTo>
                <a:close/>
              </a:path>
            </a:pathLst>
          </a:custGeom>
          <a:solidFill>
            <a:srgbClr val="3333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" name="object 7"/>
          <p:cNvSpPr/>
          <p:nvPr/>
        </p:nvSpPr>
        <p:spPr>
          <a:xfrm>
            <a:off x="2947416" y="1271015"/>
            <a:ext cx="554990" cy="567055"/>
          </a:xfrm>
          <a:custGeom>
            <a:avLst/>
            <a:gdLst/>
            <a:ahLst/>
            <a:cxnLst/>
            <a:rect l="l" t="t" r="r" b="b"/>
            <a:pathLst>
              <a:path w="554989" h="567055">
                <a:moveTo>
                  <a:pt x="16764" y="196595"/>
                </a:moveTo>
                <a:lnTo>
                  <a:pt x="10668" y="188975"/>
                </a:lnTo>
                <a:lnTo>
                  <a:pt x="22383" y="176641"/>
                </a:lnTo>
                <a:lnTo>
                  <a:pt x="34670" y="162305"/>
                </a:lnTo>
                <a:lnTo>
                  <a:pt x="60959" y="126491"/>
                </a:lnTo>
                <a:lnTo>
                  <a:pt x="90868" y="74675"/>
                </a:lnTo>
                <a:lnTo>
                  <a:pt x="121920" y="0"/>
                </a:lnTo>
                <a:lnTo>
                  <a:pt x="169164" y="25907"/>
                </a:lnTo>
                <a:lnTo>
                  <a:pt x="136017" y="55244"/>
                </a:lnTo>
                <a:lnTo>
                  <a:pt x="123444" y="74675"/>
                </a:lnTo>
                <a:lnTo>
                  <a:pt x="283409" y="74675"/>
                </a:lnTo>
                <a:lnTo>
                  <a:pt x="295656" y="88391"/>
                </a:lnTo>
                <a:lnTo>
                  <a:pt x="115824" y="88391"/>
                </a:lnTo>
                <a:lnTo>
                  <a:pt x="104417" y="105822"/>
                </a:lnTo>
                <a:lnTo>
                  <a:pt x="93154" y="121538"/>
                </a:lnTo>
                <a:lnTo>
                  <a:pt x="59626" y="160162"/>
                </a:lnTo>
                <a:lnTo>
                  <a:pt x="32194" y="184261"/>
                </a:lnTo>
                <a:lnTo>
                  <a:pt x="16764" y="196595"/>
                </a:lnTo>
                <a:close/>
              </a:path>
              <a:path w="554989" h="567055">
                <a:moveTo>
                  <a:pt x="278892" y="156971"/>
                </a:moveTo>
                <a:lnTo>
                  <a:pt x="271272" y="152399"/>
                </a:lnTo>
                <a:lnTo>
                  <a:pt x="285845" y="134159"/>
                </a:lnTo>
                <a:lnTo>
                  <a:pt x="299847" y="113918"/>
                </a:lnTo>
                <a:lnTo>
                  <a:pt x="326136" y="68579"/>
                </a:lnTo>
                <a:lnTo>
                  <a:pt x="345567" y="27050"/>
                </a:lnTo>
                <a:lnTo>
                  <a:pt x="353568" y="1523"/>
                </a:lnTo>
                <a:lnTo>
                  <a:pt x="396240" y="30479"/>
                </a:lnTo>
                <a:lnTo>
                  <a:pt x="361188" y="62293"/>
                </a:lnTo>
                <a:lnTo>
                  <a:pt x="355996" y="69318"/>
                </a:lnTo>
                <a:lnTo>
                  <a:pt x="350520" y="76199"/>
                </a:lnTo>
                <a:lnTo>
                  <a:pt x="531085" y="76199"/>
                </a:lnTo>
                <a:lnTo>
                  <a:pt x="544068" y="91439"/>
                </a:lnTo>
                <a:lnTo>
                  <a:pt x="344424" y="91439"/>
                </a:lnTo>
                <a:lnTo>
                  <a:pt x="335565" y="99464"/>
                </a:lnTo>
                <a:lnTo>
                  <a:pt x="327279" y="107632"/>
                </a:lnTo>
                <a:lnTo>
                  <a:pt x="319563" y="116085"/>
                </a:lnTo>
                <a:lnTo>
                  <a:pt x="312420" y="124967"/>
                </a:lnTo>
                <a:lnTo>
                  <a:pt x="304395" y="133826"/>
                </a:lnTo>
                <a:lnTo>
                  <a:pt x="296227" y="142112"/>
                </a:lnTo>
                <a:lnTo>
                  <a:pt x="287774" y="149828"/>
                </a:lnTo>
                <a:lnTo>
                  <a:pt x="278892" y="156971"/>
                </a:lnTo>
                <a:close/>
              </a:path>
              <a:path w="554989" h="567055">
                <a:moveTo>
                  <a:pt x="283409" y="74675"/>
                </a:moveTo>
                <a:lnTo>
                  <a:pt x="228600" y="74675"/>
                </a:lnTo>
                <a:lnTo>
                  <a:pt x="257556" y="45719"/>
                </a:lnTo>
                <a:lnTo>
                  <a:pt x="283409" y="74675"/>
                </a:lnTo>
                <a:close/>
              </a:path>
              <a:path w="554989" h="567055">
                <a:moveTo>
                  <a:pt x="531085" y="76199"/>
                </a:moveTo>
                <a:lnTo>
                  <a:pt x="480060" y="76199"/>
                </a:lnTo>
                <a:lnTo>
                  <a:pt x="509016" y="50291"/>
                </a:lnTo>
                <a:lnTo>
                  <a:pt x="531085" y="76199"/>
                </a:lnTo>
                <a:close/>
              </a:path>
              <a:path w="554989" h="567055">
                <a:moveTo>
                  <a:pt x="202692" y="156971"/>
                </a:moveTo>
                <a:lnTo>
                  <a:pt x="190500" y="156971"/>
                </a:lnTo>
                <a:lnTo>
                  <a:pt x="187452" y="155447"/>
                </a:lnTo>
                <a:lnTo>
                  <a:pt x="184365" y="143065"/>
                </a:lnTo>
                <a:lnTo>
                  <a:pt x="182866" y="135540"/>
                </a:lnTo>
                <a:lnTo>
                  <a:pt x="181356" y="124967"/>
                </a:lnTo>
                <a:lnTo>
                  <a:pt x="178188" y="116681"/>
                </a:lnTo>
                <a:lnTo>
                  <a:pt x="173164" y="107822"/>
                </a:lnTo>
                <a:lnTo>
                  <a:pt x="166139" y="98393"/>
                </a:lnTo>
                <a:lnTo>
                  <a:pt x="156972" y="88391"/>
                </a:lnTo>
                <a:lnTo>
                  <a:pt x="173736" y="88391"/>
                </a:lnTo>
                <a:lnTo>
                  <a:pt x="195429" y="100655"/>
                </a:lnTo>
                <a:lnTo>
                  <a:pt x="210121" y="112204"/>
                </a:lnTo>
                <a:lnTo>
                  <a:pt x="217670" y="122896"/>
                </a:lnTo>
                <a:lnTo>
                  <a:pt x="217932" y="132587"/>
                </a:lnTo>
                <a:lnTo>
                  <a:pt x="214884" y="144779"/>
                </a:lnTo>
                <a:lnTo>
                  <a:pt x="210312" y="152399"/>
                </a:lnTo>
                <a:lnTo>
                  <a:pt x="205740" y="153923"/>
                </a:lnTo>
                <a:lnTo>
                  <a:pt x="202692" y="156971"/>
                </a:lnTo>
                <a:close/>
              </a:path>
              <a:path w="554989" h="567055">
                <a:moveTo>
                  <a:pt x="460248" y="160019"/>
                </a:moveTo>
                <a:lnTo>
                  <a:pt x="455676" y="160019"/>
                </a:lnTo>
                <a:lnTo>
                  <a:pt x="452628" y="156971"/>
                </a:lnTo>
                <a:lnTo>
                  <a:pt x="444307" y="143065"/>
                </a:lnTo>
                <a:lnTo>
                  <a:pt x="441198" y="137731"/>
                </a:lnTo>
                <a:lnTo>
                  <a:pt x="437769" y="131564"/>
                </a:lnTo>
                <a:lnTo>
                  <a:pt x="434340" y="124967"/>
                </a:lnTo>
                <a:lnTo>
                  <a:pt x="429744" y="118443"/>
                </a:lnTo>
                <a:lnTo>
                  <a:pt x="422719" y="110489"/>
                </a:lnTo>
                <a:lnTo>
                  <a:pt x="413123" y="101393"/>
                </a:lnTo>
                <a:lnTo>
                  <a:pt x="400812" y="91439"/>
                </a:lnTo>
                <a:lnTo>
                  <a:pt x="417576" y="91439"/>
                </a:lnTo>
                <a:lnTo>
                  <a:pt x="443817" y="100583"/>
                </a:lnTo>
                <a:lnTo>
                  <a:pt x="462915" y="109727"/>
                </a:lnTo>
                <a:lnTo>
                  <a:pt x="474583" y="118871"/>
                </a:lnTo>
                <a:lnTo>
                  <a:pt x="478536" y="128015"/>
                </a:lnTo>
                <a:lnTo>
                  <a:pt x="477964" y="136326"/>
                </a:lnTo>
                <a:lnTo>
                  <a:pt x="476250" y="143065"/>
                </a:lnTo>
                <a:lnTo>
                  <a:pt x="473392" y="148375"/>
                </a:lnTo>
                <a:lnTo>
                  <a:pt x="469392" y="152399"/>
                </a:lnTo>
                <a:lnTo>
                  <a:pt x="463296" y="156971"/>
                </a:lnTo>
                <a:lnTo>
                  <a:pt x="460248" y="160019"/>
                </a:lnTo>
                <a:close/>
              </a:path>
              <a:path w="554989" h="567055">
                <a:moveTo>
                  <a:pt x="449326" y="163067"/>
                </a:moveTo>
                <a:lnTo>
                  <a:pt x="403860" y="163067"/>
                </a:lnTo>
                <a:lnTo>
                  <a:pt x="417576" y="140207"/>
                </a:lnTo>
                <a:lnTo>
                  <a:pt x="449326" y="163067"/>
                </a:lnTo>
                <a:close/>
              </a:path>
              <a:path w="554989" h="567055">
                <a:moveTo>
                  <a:pt x="114300" y="390143"/>
                </a:moveTo>
                <a:lnTo>
                  <a:pt x="115181" y="352401"/>
                </a:lnTo>
                <a:lnTo>
                  <a:pt x="115601" y="317158"/>
                </a:lnTo>
                <a:lnTo>
                  <a:pt x="115724" y="234695"/>
                </a:lnTo>
                <a:lnTo>
                  <a:pt x="114681" y="202620"/>
                </a:lnTo>
                <a:lnTo>
                  <a:pt x="113538" y="175069"/>
                </a:lnTo>
                <a:lnTo>
                  <a:pt x="112395" y="155233"/>
                </a:lnTo>
                <a:lnTo>
                  <a:pt x="111252" y="143255"/>
                </a:lnTo>
                <a:lnTo>
                  <a:pt x="147828" y="163067"/>
                </a:lnTo>
                <a:lnTo>
                  <a:pt x="449326" y="163067"/>
                </a:lnTo>
                <a:lnTo>
                  <a:pt x="455676" y="167639"/>
                </a:lnTo>
                <a:lnTo>
                  <a:pt x="444500" y="176783"/>
                </a:lnTo>
                <a:lnTo>
                  <a:pt x="147828" y="176783"/>
                </a:lnTo>
                <a:lnTo>
                  <a:pt x="147828" y="219455"/>
                </a:lnTo>
                <a:lnTo>
                  <a:pt x="438912" y="219455"/>
                </a:lnTo>
                <a:lnTo>
                  <a:pt x="438912" y="234695"/>
                </a:lnTo>
                <a:lnTo>
                  <a:pt x="147828" y="234695"/>
                </a:lnTo>
                <a:lnTo>
                  <a:pt x="147828" y="280415"/>
                </a:lnTo>
                <a:lnTo>
                  <a:pt x="438912" y="280415"/>
                </a:lnTo>
                <a:lnTo>
                  <a:pt x="438912" y="294131"/>
                </a:lnTo>
                <a:lnTo>
                  <a:pt x="147828" y="294131"/>
                </a:lnTo>
                <a:lnTo>
                  <a:pt x="147828" y="344423"/>
                </a:lnTo>
                <a:lnTo>
                  <a:pt x="440598" y="344423"/>
                </a:lnTo>
                <a:lnTo>
                  <a:pt x="441364" y="358139"/>
                </a:lnTo>
                <a:lnTo>
                  <a:pt x="147828" y="358139"/>
                </a:lnTo>
                <a:lnTo>
                  <a:pt x="147828" y="377951"/>
                </a:lnTo>
                <a:lnTo>
                  <a:pt x="114300" y="390143"/>
                </a:lnTo>
                <a:close/>
              </a:path>
              <a:path w="554989" h="567055">
                <a:moveTo>
                  <a:pt x="438912" y="219455"/>
                </a:moveTo>
                <a:lnTo>
                  <a:pt x="405384" y="219455"/>
                </a:lnTo>
                <a:lnTo>
                  <a:pt x="405384" y="176783"/>
                </a:lnTo>
                <a:lnTo>
                  <a:pt x="444500" y="176783"/>
                </a:lnTo>
                <a:lnTo>
                  <a:pt x="438912" y="181355"/>
                </a:lnTo>
                <a:lnTo>
                  <a:pt x="438912" y="219455"/>
                </a:lnTo>
                <a:close/>
              </a:path>
              <a:path w="554989" h="567055">
                <a:moveTo>
                  <a:pt x="438912" y="280415"/>
                </a:moveTo>
                <a:lnTo>
                  <a:pt x="405384" y="280415"/>
                </a:lnTo>
                <a:lnTo>
                  <a:pt x="405384" y="234695"/>
                </a:lnTo>
                <a:lnTo>
                  <a:pt x="438912" y="234695"/>
                </a:lnTo>
                <a:lnTo>
                  <a:pt x="438912" y="280415"/>
                </a:lnTo>
                <a:close/>
              </a:path>
              <a:path w="554989" h="567055">
                <a:moveTo>
                  <a:pt x="440598" y="344423"/>
                </a:moveTo>
                <a:lnTo>
                  <a:pt x="405384" y="344423"/>
                </a:lnTo>
                <a:lnTo>
                  <a:pt x="405384" y="294131"/>
                </a:lnTo>
                <a:lnTo>
                  <a:pt x="438912" y="294131"/>
                </a:lnTo>
                <a:lnTo>
                  <a:pt x="438912" y="306323"/>
                </a:lnTo>
                <a:lnTo>
                  <a:pt x="439173" y="317158"/>
                </a:lnTo>
                <a:lnTo>
                  <a:pt x="439864" y="331279"/>
                </a:lnTo>
                <a:lnTo>
                  <a:pt x="440598" y="344423"/>
                </a:lnTo>
                <a:close/>
              </a:path>
              <a:path w="554989" h="567055">
                <a:moveTo>
                  <a:pt x="219456" y="432815"/>
                </a:moveTo>
                <a:lnTo>
                  <a:pt x="182880" y="432815"/>
                </a:lnTo>
                <a:lnTo>
                  <a:pt x="185242" y="414504"/>
                </a:lnTo>
                <a:lnTo>
                  <a:pt x="187261" y="397192"/>
                </a:lnTo>
                <a:lnTo>
                  <a:pt x="189095" y="378166"/>
                </a:lnTo>
                <a:lnTo>
                  <a:pt x="190500" y="358139"/>
                </a:lnTo>
                <a:lnTo>
                  <a:pt x="227076" y="358139"/>
                </a:lnTo>
                <a:lnTo>
                  <a:pt x="225671" y="377309"/>
                </a:lnTo>
                <a:lnTo>
                  <a:pt x="223837" y="396049"/>
                </a:lnTo>
                <a:lnTo>
                  <a:pt x="221612" y="415361"/>
                </a:lnTo>
                <a:lnTo>
                  <a:pt x="219456" y="432815"/>
                </a:lnTo>
                <a:close/>
              </a:path>
              <a:path w="554989" h="567055">
                <a:moveTo>
                  <a:pt x="21336" y="454151"/>
                </a:moveTo>
                <a:lnTo>
                  <a:pt x="0" y="432815"/>
                </a:lnTo>
                <a:lnTo>
                  <a:pt x="336804" y="432815"/>
                </a:lnTo>
                <a:lnTo>
                  <a:pt x="336804" y="358139"/>
                </a:lnTo>
                <a:lnTo>
                  <a:pt x="370332" y="358139"/>
                </a:lnTo>
                <a:lnTo>
                  <a:pt x="370332" y="429767"/>
                </a:lnTo>
                <a:lnTo>
                  <a:pt x="540004" y="429767"/>
                </a:lnTo>
                <a:lnTo>
                  <a:pt x="554736" y="445007"/>
                </a:lnTo>
                <a:lnTo>
                  <a:pt x="370332" y="445007"/>
                </a:lnTo>
                <a:lnTo>
                  <a:pt x="370333" y="446531"/>
                </a:lnTo>
                <a:lnTo>
                  <a:pt x="77724" y="446531"/>
                </a:lnTo>
                <a:lnTo>
                  <a:pt x="62912" y="447079"/>
                </a:lnTo>
                <a:lnTo>
                  <a:pt x="48387" y="448627"/>
                </a:lnTo>
                <a:lnTo>
                  <a:pt x="34432" y="451032"/>
                </a:lnTo>
                <a:lnTo>
                  <a:pt x="21336" y="454151"/>
                </a:lnTo>
                <a:close/>
              </a:path>
              <a:path w="554989" h="567055">
                <a:moveTo>
                  <a:pt x="405384" y="382523"/>
                </a:moveTo>
                <a:lnTo>
                  <a:pt x="405384" y="358139"/>
                </a:lnTo>
                <a:lnTo>
                  <a:pt x="441364" y="358139"/>
                </a:lnTo>
                <a:lnTo>
                  <a:pt x="441960" y="368807"/>
                </a:lnTo>
                <a:lnTo>
                  <a:pt x="405384" y="382523"/>
                </a:lnTo>
                <a:close/>
              </a:path>
              <a:path w="554989" h="567055">
                <a:moveTo>
                  <a:pt x="540004" y="429767"/>
                </a:moveTo>
                <a:lnTo>
                  <a:pt x="478536" y="429767"/>
                </a:lnTo>
                <a:lnTo>
                  <a:pt x="510540" y="399287"/>
                </a:lnTo>
                <a:lnTo>
                  <a:pt x="540004" y="429767"/>
                </a:lnTo>
                <a:close/>
              </a:path>
              <a:path w="554989" h="567055">
                <a:moveTo>
                  <a:pt x="30480" y="566927"/>
                </a:moveTo>
                <a:lnTo>
                  <a:pt x="27432" y="559308"/>
                </a:lnTo>
                <a:lnTo>
                  <a:pt x="60364" y="547616"/>
                </a:lnTo>
                <a:lnTo>
                  <a:pt x="88582" y="535495"/>
                </a:lnTo>
                <a:lnTo>
                  <a:pt x="132588" y="510539"/>
                </a:lnTo>
                <a:lnTo>
                  <a:pt x="162115" y="481964"/>
                </a:lnTo>
                <a:lnTo>
                  <a:pt x="181356" y="446531"/>
                </a:lnTo>
                <a:lnTo>
                  <a:pt x="216408" y="446531"/>
                </a:lnTo>
                <a:lnTo>
                  <a:pt x="191071" y="493394"/>
                </a:lnTo>
                <a:lnTo>
                  <a:pt x="146304" y="528827"/>
                </a:lnTo>
                <a:lnTo>
                  <a:pt x="90678" y="552450"/>
                </a:lnTo>
                <a:lnTo>
                  <a:pt x="61007" y="560974"/>
                </a:lnTo>
                <a:lnTo>
                  <a:pt x="30480" y="566927"/>
                </a:lnTo>
                <a:close/>
              </a:path>
              <a:path w="554989" h="567055">
                <a:moveTo>
                  <a:pt x="333756" y="566927"/>
                </a:moveTo>
                <a:lnTo>
                  <a:pt x="334994" y="528827"/>
                </a:lnTo>
                <a:lnTo>
                  <a:pt x="335851" y="501014"/>
                </a:lnTo>
                <a:lnTo>
                  <a:pt x="336542" y="472201"/>
                </a:lnTo>
                <a:lnTo>
                  <a:pt x="336804" y="446531"/>
                </a:lnTo>
                <a:lnTo>
                  <a:pt x="370333" y="446531"/>
                </a:lnTo>
                <a:lnTo>
                  <a:pt x="370442" y="497109"/>
                </a:lnTo>
                <a:lnTo>
                  <a:pt x="370547" y="512540"/>
                </a:lnTo>
                <a:lnTo>
                  <a:pt x="370974" y="534161"/>
                </a:lnTo>
                <a:lnTo>
                  <a:pt x="371856" y="550163"/>
                </a:lnTo>
                <a:lnTo>
                  <a:pt x="333756" y="566927"/>
                </a:lnTo>
                <a:close/>
              </a:path>
            </a:pathLst>
          </a:custGeom>
          <a:solidFill>
            <a:srgbClr val="3333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3557015" y="1271015"/>
            <a:ext cx="563880" cy="547370"/>
          </a:xfrm>
          <a:custGeom>
            <a:avLst/>
            <a:gdLst/>
            <a:ahLst/>
            <a:cxnLst/>
            <a:rect l="l" t="t" r="r" b="b"/>
            <a:pathLst>
              <a:path w="563879" h="547369">
                <a:moveTo>
                  <a:pt x="368808" y="135636"/>
                </a:moveTo>
                <a:lnTo>
                  <a:pt x="336804" y="135636"/>
                </a:lnTo>
                <a:lnTo>
                  <a:pt x="336705" y="71628"/>
                </a:lnTo>
                <a:lnTo>
                  <a:pt x="336600" y="49815"/>
                </a:lnTo>
                <a:lnTo>
                  <a:pt x="336161" y="21193"/>
                </a:lnTo>
                <a:lnTo>
                  <a:pt x="335280" y="0"/>
                </a:lnTo>
                <a:lnTo>
                  <a:pt x="391668" y="28956"/>
                </a:lnTo>
                <a:lnTo>
                  <a:pt x="368808" y="51816"/>
                </a:lnTo>
                <a:lnTo>
                  <a:pt x="368808" y="135636"/>
                </a:lnTo>
                <a:close/>
              </a:path>
              <a:path w="563879" h="547369">
                <a:moveTo>
                  <a:pt x="120396" y="126492"/>
                </a:moveTo>
                <a:lnTo>
                  <a:pt x="117348" y="126492"/>
                </a:lnTo>
                <a:lnTo>
                  <a:pt x="113895" y="125039"/>
                </a:lnTo>
                <a:lnTo>
                  <a:pt x="110299" y="120586"/>
                </a:lnTo>
                <a:lnTo>
                  <a:pt x="106418" y="112990"/>
                </a:lnTo>
                <a:lnTo>
                  <a:pt x="102108" y="102108"/>
                </a:lnTo>
                <a:lnTo>
                  <a:pt x="94940" y="86391"/>
                </a:lnTo>
                <a:lnTo>
                  <a:pt x="84772" y="68961"/>
                </a:lnTo>
                <a:lnTo>
                  <a:pt x="71461" y="49815"/>
                </a:lnTo>
                <a:lnTo>
                  <a:pt x="54864" y="28956"/>
                </a:lnTo>
                <a:lnTo>
                  <a:pt x="59436" y="21336"/>
                </a:lnTo>
                <a:lnTo>
                  <a:pt x="110871" y="51054"/>
                </a:lnTo>
                <a:lnTo>
                  <a:pt x="137160" y="82296"/>
                </a:lnTo>
                <a:lnTo>
                  <a:pt x="138684" y="91440"/>
                </a:lnTo>
                <a:lnTo>
                  <a:pt x="138684" y="103632"/>
                </a:lnTo>
                <a:lnTo>
                  <a:pt x="135636" y="111252"/>
                </a:lnTo>
                <a:lnTo>
                  <a:pt x="129540" y="117348"/>
                </a:lnTo>
                <a:lnTo>
                  <a:pt x="124968" y="123444"/>
                </a:lnTo>
                <a:lnTo>
                  <a:pt x="120396" y="126492"/>
                </a:lnTo>
                <a:close/>
              </a:path>
              <a:path w="563879" h="547369">
                <a:moveTo>
                  <a:pt x="102269" y="381595"/>
                </a:moveTo>
                <a:lnTo>
                  <a:pt x="48672" y="381595"/>
                </a:lnTo>
                <a:lnTo>
                  <a:pt x="56388" y="381000"/>
                </a:lnTo>
                <a:lnTo>
                  <a:pt x="61460" y="379595"/>
                </a:lnTo>
                <a:lnTo>
                  <a:pt x="88038" y="342997"/>
                </a:lnTo>
                <a:lnTo>
                  <a:pt x="125662" y="258604"/>
                </a:lnTo>
                <a:lnTo>
                  <a:pt x="154643" y="190585"/>
                </a:lnTo>
                <a:lnTo>
                  <a:pt x="190500" y="105156"/>
                </a:lnTo>
                <a:lnTo>
                  <a:pt x="201168" y="108204"/>
                </a:lnTo>
                <a:lnTo>
                  <a:pt x="172331" y="185928"/>
                </a:lnTo>
                <a:lnTo>
                  <a:pt x="148279" y="251460"/>
                </a:lnTo>
                <a:lnTo>
                  <a:pt x="128968" y="304800"/>
                </a:lnTo>
                <a:lnTo>
                  <a:pt x="114356" y="345948"/>
                </a:lnTo>
                <a:lnTo>
                  <a:pt x="104401" y="374904"/>
                </a:lnTo>
                <a:lnTo>
                  <a:pt x="102269" y="381595"/>
                </a:lnTo>
                <a:close/>
              </a:path>
              <a:path w="563879" h="547369">
                <a:moveTo>
                  <a:pt x="227076" y="156972"/>
                </a:moveTo>
                <a:lnTo>
                  <a:pt x="205740" y="135636"/>
                </a:lnTo>
                <a:lnTo>
                  <a:pt x="461772" y="135636"/>
                </a:lnTo>
                <a:lnTo>
                  <a:pt x="487680" y="109728"/>
                </a:lnTo>
                <a:lnTo>
                  <a:pt x="525780" y="150876"/>
                </a:lnTo>
                <a:lnTo>
                  <a:pt x="284988" y="150876"/>
                </a:lnTo>
                <a:lnTo>
                  <a:pt x="269509" y="151185"/>
                </a:lnTo>
                <a:lnTo>
                  <a:pt x="254889" y="152209"/>
                </a:lnTo>
                <a:lnTo>
                  <a:pt x="240839" y="154090"/>
                </a:lnTo>
                <a:lnTo>
                  <a:pt x="227076" y="156972"/>
                </a:lnTo>
                <a:close/>
              </a:path>
              <a:path w="563879" h="547369">
                <a:moveTo>
                  <a:pt x="368808" y="280416"/>
                </a:moveTo>
                <a:lnTo>
                  <a:pt x="336804" y="280416"/>
                </a:lnTo>
                <a:lnTo>
                  <a:pt x="336804" y="150876"/>
                </a:lnTo>
                <a:lnTo>
                  <a:pt x="368808" y="150876"/>
                </a:lnTo>
                <a:lnTo>
                  <a:pt x="368808" y="280416"/>
                </a:lnTo>
                <a:close/>
              </a:path>
              <a:path w="563879" h="547369">
                <a:moveTo>
                  <a:pt x="68961" y="270200"/>
                </a:moveTo>
                <a:lnTo>
                  <a:pt x="63246" y="266890"/>
                </a:lnTo>
                <a:lnTo>
                  <a:pt x="57531" y="258151"/>
                </a:lnTo>
                <a:lnTo>
                  <a:pt x="51816" y="243840"/>
                </a:lnTo>
                <a:lnTo>
                  <a:pt x="44362" y="227218"/>
                </a:lnTo>
                <a:lnTo>
                  <a:pt x="33337" y="209169"/>
                </a:lnTo>
                <a:lnTo>
                  <a:pt x="18597" y="189404"/>
                </a:lnTo>
                <a:lnTo>
                  <a:pt x="0" y="167640"/>
                </a:lnTo>
                <a:lnTo>
                  <a:pt x="4572" y="160020"/>
                </a:lnTo>
                <a:lnTo>
                  <a:pt x="41457" y="180617"/>
                </a:lnTo>
                <a:lnTo>
                  <a:pt x="67627" y="199072"/>
                </a:lnTo>
                <a:lnTo>
                  <a:pt x="83224" y="215526"/>
                </a:lnTo>
                <a:lnTo>
                  <a:pt x="88392" y="230124"/>
                </a:lnTo>
                <a:lnTo>
                  <a:pt x="87534" y="242720"/>
                </a:lnTo>
                <a:lnTo>
                  <a:pt x="84963" y="253174"/>
                </a:lnTo>
                <a:lnTo>
                  <a:pt x="80676" y="261627"/>
                </a:lnTo>
                <a:lnTo>
                  <a:pt x="74676" y="268224"/>
                </a:lnTo>
                <a:lnTo>
                  <a:pt x="68961" y="270200"/>
                </a:lnTo>
                <a:close/>
              </a:path>
              <a:path w="563879" h="547369">
                <a:moveTo>
                  <a:pt x="181356" y="301752"/>
                </a:moveTo>
                <a:lnTo>
                  <a:pt x="160020" y="280416"/>
                </a:lnTo>
                <a:lnTo>
                  <a:pt x="495300" y="280416"/>
                </a:lnTo>
                <a:lnTo>
                  <a:pt x="524256" y="251460"/>
                </a:lnTo>
                <a:lnTo>
                  <a:pt x="563880" y="294131"/>
                </a:lnTo>
                <a:lnTo>
                  <a:pt x="239268" y="294131"/>
                </a:lnTo>
                <a:lnTo>
                  <a:pt x="223789" y="294679"/>
                </a:lnTo>
                <a:lnTo>
                  <a:pt x="209169" y="296227"/>
                </a:lnTo>
                <a:lnTo>
                  <a:pt x="195119" y="298632"/>
                </a:lnTo>
                <a:lnTo>
                  <a:pt x="181356" y="301752"/>
                </a:lnTo>
                <a:close/>
              </a:path>
              <a:path w="563879" h="547369">
                <a:moveTo>
                  <a:pt x="198120" y="547116"/>
                </a:moveTo>
                <a:lnTo>
                  <a:pt x="173736" y="492252"/>
                </a:lnTo>
                <a:lnTo>
                  <a:pt x="190904" y="487918"/>
                </a:lnTo>
                <a:lnTo>
                  <a:pt x="210502" y="474726"/>
                </a:lnTo>
                <a:lnTo>
                  <a:pt x="257556" y="420624"/>
                </a:lnTo>
                <a:lnTo>
                  <a:pt x="280725" y="386072"/>
                </a:lnTo>
                <a:lnTo>
                  <a:pt x="315634" y="322683"/>
                </a:lnTo>
                <a:lnTo>
                  <a:pt x="327660" y="294131"/>
                </a:lnTo>
                <a:lnTo>
                  <a:pt x="339852" y="294131"/>
                </a:lnTo>
                <a:lnTo>
                  <a:pt x="377952" y="320040"/>
                </a:lnTo>
                <a:lnTo>
                  <a:pt x="366736" y="326326"/>
                </a:lnTo>
                <a:lnTo>
                  <a:pt x="355663" y="336042"/>
                </a:lnTo>
                <a:lnTo>
                  <a:pt x="344304" y="349186"/>
                </a:lnTo>
                <a:lnTo>
                  <a:pt x="332232" y="365760"/>
                </a:lnTo>
                <a:lnTo>
                  <a:pt x="316801" y="387238"/>
                </a:lnTo>
                <a:lnTo>
                  <a:pt x="293370" y="415290"/>
                </a:lnTo>
                <a:lnTo>
                  <a:pt x="261937" y="450199"/>
                </a:lnTo>
                <a:lnTo>
                  <a:pt x="222504" y="492252"/>
                </a:lnTo>
                <a:lnTo>
                  <a:pt x="440039" y="492252"/>
                </a:lnTo>
                <a:lnTo>
                  <a:pt x="362712" y="502539"/>
                </a:lnTo>
                <a:lnTo>
                  <a:pt x="315896" y="510825"/>
                </a:lnTo>
                <a:lnTo>
                  <a:pt x="277368" y="519684"/>
                </a:lnTo>
                <a:lnTo>
                  <a:pt x="222885" y="534543"/>
                </a:lnTo>
                <a:lnTo>
                  <a:pt x="206644" y="541115"/>
                </a:lnTo>
                <a:lnTo>
                  <a:pt x="198120" y="547116"/>
                </a:lnTo>
                <a:close/>
              </a:path>
              <a:path w="563879" h="547369">
                <a:moveTo>
                  <a:pt x="91440" y="533399"/>
                </a:moveTo>
                <a:lnTo>
                  <a:pt x="77724" y="533399"/>
                </a:lnTo>
                <a:lnTo>
                  <a:pt x="68580" y="531875"/>
                </a:lnTo>
                <a:lnTo>
                  <a:pt x="50292" y="525780"/>
                </a:lnTo>
                <a:lnTo>
                  <a:pt x="45720" y="518160"/>
                </a:lnTo>
                <a:lnTo>
                  <a:pt x="45720" y="507492"/>
                </a:lnTo>
                <a:lnTo>
                  <a:pt x="55578" y="459819"/>
                </a:lnTo>
                <a:lnTo>
                  <a:pt x="57912" y="449580"/>
                </a:lnTo>
                <a:lnTo>
                  <a:pt x="59102" y="440483"/>
                </a:lnTo>
                <a:lnTo>
                  <a:pt x="59436" y="432816"/>
                </a:lnTo>
                <a:lnTo>
                  <a:pt x="58840" y="425124"/>
                </a:lnTo>
                <a:lnTo>
                  <a:pt x="31432" y="397002"/>
                </a:lnTo>
                <a:lnTo>
                  <a:pt x="1524" y="387096"/>
                </a:lnTo>
                <a:lnTo>
                  <a:pt x="1524" y="377952"/>
                </a:lnTo>
                <a:lnTo>
                  <a:pt x="21240" y="379928"/>
                </a:lnTo>
                <a:lnTo>
                  <a:pt x="36957" y="381190"/>
                </a:lnTo>
                <a:lnTo>
                  <a:pt x="48672" y="381595"/>
                </a:lnTo>
                <a:lnTo>
                  <a:pt x="102269" y="381595"/>
                </a:lnTo>
                <a:lnTo>
                  <a:pt x="99060" y="391668"/>
                </a:lnTo>
                <a:lnTo>
                  <a:pt x="95297" y="407360"/>
                </a:lnTo>
                <a:lnTo>
                  <a:pt x="92964" y="424624"/>
                </a:lnTo>
                <a:lnTo>
                  <a:pt x="91773" y="443317"/>
                </a:lnTo>
                <a:lnTo>
                  <a:pt x="91440" y="463296"/>
                </a:lnTo>
                <a:lnTo>
                  <a:pt x="92583" y="483322"/>
                </a:lnTo>
                <a:lnTo>
                  <a:pt x="93726" y="500062"/>
                </a:lnTo>
                <a:lnTo>
                  <a:pt x="94869" y="513659"/>
                </a:lnTo>
                <a:lnTo>
                  <a:pt x="96012" y="524256"/>
                </a:lnTo>
                <a:lnTo>
                  <a:pt x="96012" y="530352"/>
                </a:lnTo>
                <a:lnTo>
                  <a:pt x="91440" y="533399"/>
                </a:lnTo>
                <a:close/>
              </a:path>
              <a:path w="563879" h="547369">
                <a:moveTo>
                  <a:pt x="440039" y="492252"/>
                </a:moveTo>
                <a:lnTo>
                  <a:pt x="222504" y="492252"/>
                </a:lnTo>
                <a:lnTo>
                  <a:pt x="473964" y="475488"/>
                </a:lnTo>
                <a:lnTo>
                  <a:pt x="457700" y="454032"/>
                </a:lnTo>
                <a:lnTo>
                  <a:pt x="441007" y="433006"/>
                </a:lnTo>
                <a:lnTo>
                  <a:pt x="424029" y="412265"/>
                </a:lnTo>
                <a:lnTo>
                  <a:pt x="406908" y="391668"/>
                </a:lnTo>
                <a:lnTo>
                  <a:pt x="411480" y="385572"/>
                </a:lnTo>
                <a:lnTo>
                  <a:pt x="432054" y="399859"/>
                </a:lnTo>
                <a:lnTo>
                  <a:pt x="450342" y="413004"/>
                </a:lnTo>
                <a:lnTo>
                  <a:pt x="466344" y="425005"/>
                </a:lnTo>
                <a:lnTo>
                  <a:pt x="480060" y="435864"/>
                </a:lnTo>
                <a:lnTo>
                  <a:pt x="491823" y="445008"/>
                </a:lnTo>
                <a:lnTo>
                  <a:pt x="519684" y="472440"/>
                </a:lnTo>
                <a:lnTo>
                  <a:pt x="530856" y="487680"/>
                </a:lnTo>
                <a:lnTo>
                  <a:pt x="480060" y="487680"/>
                </a:lnTo>
                <a:lnTo>
                  <a:pt x="440039" y="492252"/>
                </a:lnTo>
                <a:close/>
              </a:path>
              <a:path w="563879" h="547369">
                <a:moveTo>
                  <a:pt x="515112" y="547116"/>
                </a:moveTo>
                <a:lnTo>
                  <a:pt x="509016" y="547116"/>
                </a:lnTo>
                <a:lnTo>
                  <a:pt x="505968" y="542544"/>
                </a:lnTo>
                <a:lnTo>
                  <a:pt x="502920" y="533399"/>
                </a:lnTo>
                <a:lnTo>
                  <a:pt x="497419" y="521970"/>
                </a:lnTo>
                <a:lnTo>
                  <a:pt x="492061" y="510540"/>
                </a:lnTo>
                <a:lnTo>
                  <a:pt x="486417" y="499110"/>
                </a:lnTo>
                <a:lnTo>
                  <a:pt x="480060" y="487680"/>
                </a:lnTo>
                <a:lnTo>
                  <a:pt x="530856" y="487680"/>
                </a:lnTo>
                <a:lnTo>
                  <a:pt x="532066" y="489585"/>
                </a:lnTo>
                <a:lnTo>
                  <a:pt x="535328" y="497300"/>
                </a:lnTo>
                <a:lnTo>
                  <a:pt x="536448" y="504444"/>
                </a:lnTo>
                <a:lnTo>
                  <a:pt x="535638" y="511540"/>
                </a:lnTo>
                <a:lnTo>
                  <a:pt x="533400" y="518922"/>
                </a:lnTo>
                <a:lnTo>
                  <a:pt x="530018" y="526303"/>
                </a:lnTo>
                <a:lnTo>
                  <a:pt x="525780" y="533399"/>
                </a:lnTo>
                <a:lnTo>
                  <a:pt x="519684" y="542544"/>
                </a:lnTo>
                <a:lnTo>
                  <a:pt x="515112" y="547116"/>
                </a:lnTo>
                <a:close/>
              </a:path>
            </a:pathLst>
          </a:custGeom>
          <a:solidFill>
            <a:srgbClr val="3333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1744979" y="2378964"/>
            <a:ext cx="405765" cy="391795"/>
          </a:xfrm>
          <a:custGeom>
            <a:avLst/>
            <a:gdLst/>
            <a:ahLst/>
            <a:cxnLst/>
            <a:rect l="l" t="t" r="r" b="b"/>
            <a:pathLst>
              <a:path w="405764" h="391794">
                <a:moveTo>
                  <a:pt x="373380" y="18288"/>
                </a:moveTo>
                <a:lnTo>
                  <a:pt x="338328" y="18288"/>
                </a:lnTo>
                <a:lnTo>
                  <a:pt x="355092" y="0"/>
                </a:lnTo>
                <a:lnTo>
                  <a:pt x="373380" y="18288"/>
                </a:lnTo>
                <a:close/>
              </a:path>
              <a:path w="405764" h="391794">
                <a:moveTo>
                  <a:pt x="181356" y="233172"/>
                </a:moveTo>
                <a:lnTo>
                  <a:pt x="182237" y="207430"/>
                </a:lnTo>
                <a:lnTo>
                  <a:pt x="182689" y="180403"/>
                </a:lnTo>
                <a:lnTo>
                  <a:pt x="182802" y="82748"/>
                </a:lnTo>
                <a:lnTo>
                  <a:pt x="182689" y="62674"/>
                </a:lnTo>
                <a:lnTo>
                  <a:pt x="182237" y="33408"/>
                </a:lnTo>
                <a:lnTo>
                  <a:pt x="181356" y="4572"/>
                </a:lnTo>
                <a:lnTo>
                  <a:pt x="207264" y="18288"/>
                </a:lnTo>
                <a:lnTo>
                  <a:pt x="373380" y="18288"/>
                </a:lnTo>
                <a:lnTo>
                  <a:pt x="379476" y="24384"/>
                </a:lnTo>
                <a:lnTo>
                  <a:pt x="372944" y="28956"/>
                </a:lnTo>
                <a:lnTo>
                  <a:pt x="205740" y="28956"/>
                </a:lnTo>
                <a:lnTo>
                  <a:pt x="205740" y="217932"/>
                </a:lnTo>
                <a:lnTo>
                  <a:pt x="181356" y="233172"/>
                </a:lnTo>
                <a:close/>
              </a:path>
              <a:path w="405764" h="391794">
                <a:moveTo>
                  <a:pt x="24384" y="60960"/>
                </a:moveTo>
                <a:lnTo>
                  <a:pt x="9144" y="45720"/>
                </a:lnTo>
                <a:lnTo>
                  <a:pt x="121920" y="45720"/>
                </a:lnTo>
                <a:lnTo>
                  <a:pt x="140208" y="28956"/>
                </a:lnTo>
                <a:lnTo>
                  <a:pt x="161544" y="50292"/>
                </a:lnTo>
                <a:lnTo>
                  <a:pt x="154686" y="56388"/>
                </a:lnTo>
                <a:lnTo>
                  <a:pt x="67056" y="56388"/>
                </a:lnTo>
                <a:lnTo>
                  <a:pt x="55887" y="56673"/>
                </a:lnTo>
                <a:lnTo>
                  <a:pt x="45148" y="57531"/>
                </a:lnTo>
                <a:lnTo>
                  <a:pt x="34694" y="58959"/>
                </a:lnTo>
                <a:lnTo>
                  <a:pt x="24384" y="60960"/>
                </a:lnTo>
                <a:close/>
              </a:path>
              <a:path w="405764" h="391794">
                <a:moveTo>
                  <a:pt x="341376" y="228600"/>
                </a:moveTo>
                <a:lnTo>
                  <a:pt x="341376" y="28956"/>
                </a:lnTo>
                <a:lnTo>
                  <a:pt x="372944" y="28956"/>
                </a:lnTo>
                <a:lnTo>
                  <a:pt x="364236" y="35052"/>
                </a:lnTo>
                <a:lnTo>
                  <a:pt x="364352" y="124491"/>
                </a:lnTo>
                <a:lnTo>
                  <a:pt x="364437" y="147828"/>
                </a:lnTo>
                <a:lnTo>
                  <a:pt x="364878" y="186999"/>
                </a:lnTo>
                <a:lnTo>
                  <a:pt x="365760" y="216408"/>
                </a:lnTo>
                <a:lnTo>
                  <a:pt x="341376" y="228600"/>
                </a:lnTo>
                <a:close/>
              </a:path>
              <a:path w="405764" h="391794">
                <a:moveTo>
                  <a:pt x="123119" y="176784"/>
                </a:moveTo>
                <a:lnTo>
                  <a:pt x="99060" y="176784"/>
                </a:lnTo>
                <a:lnTo>
                  <a:pt x="105656" y="155614"/>
                </a:lnTo>
                <a:lnTo>
                  <a:pt x="111823" y="128587"/>
                </a:lnTo>
                <a:lnTo>
                  <a:pt x="117705" y="95559"/>
                </a:lnTo>
                <a:lnTo>
                  <a:pt x="123444" y="56388"/>
                </a:lnTo>
                <a:lnTo>
                  <a:pt x="154686" y="56388"/>
                </a:lnTo>
                <a:lnTo>
                  <a:pt x="147828" y="62484"/>
                </a:lnTo>
                <a:lnTo>
                  <a:pt x="140708" y="101869"/>
                </a:lnTo>
                <a:lnTo>
                  <a:pt x="133159" y="137541"/>
                </a:lnTo>
                <a:lnTo>
                  <a:pt x="125325" y="169211"/>
                </a:lnTo>
                <a:lnTo>
                  <a:pt x="123119" y="176784"/>
                </a:lnTo>
                <a:close/>
              </a:path>
              <a:path w="405764" h="391794">
                <a:moveTo>
                  <a:pt x="91440" y="391668"/>
                </a:moveTo>
                <a:lnTo>
                  <a:pt x="89916" y="385571"/>
                </a:lnTo>
                <a:lnTo>
                  <a:pt x="114204" y="375880"/>
                </a:lnTo>
                <a:lnTo>
                  <a:pt x="136779" y="365188"/>
                </a:lnTo>
                <a:lnTo>
                  <a:pt x="176784" y="341376"/>
                </a:lnTo>
                <a:lnTo>
                  <a:pt x="208026" y="310515"/>
                </a:lnTo>
                <a:lnTo>
                  <a:pt x="230124" y="272796"/>
                </a:lnTo>
                <a:lnTo>
                  <a:pt x="244221" y="225742"/>
                </a:lnTo>
                <a:lnTo>
                  <a:pt x="251460" y="166116"/>
                </a:lnTo>
                <a:lnTo>
                  <a:pt x="253555" y="106870"/>
                </a:lnTo>
                <a:lnTo>
                  <a:pt x="254508" y="62484"/>
                </a:lnTo>
                <a:lnTo>
                  <a:pt x="294132" y="85344"/>
                </a:lnTo>
                <a:lnTo>
                  <a:pt x="278892" y="97536"/>
                </a:lnTo>
                <a:lnTo>
                  <a:pt x="276891" y="147828"/>
                </a:lnTo>
                <a:lnTo>
                  <a:pt x="273177" y="191262"/>
                </a:lnTo>
                <a:lnTo>
                  <a:pt x="260604" y="257556"/>
                </a:lnTo>
                <a:lnTo>
                  <a:pt x="239077" y="303085"/>
                </a:lnTo>
                <a:lnTo>
                  <a:pt x="207264" y="338328"/>
                </a:lnTo>
                <a:lnTo>
                  <a:pt x="160210" y="367284"/>
                </a:lnTo>
                <a:lnTo>
                  <a:pt x="128611" y="379904"/>
                </a:lnTo>
                <a:lnTo>
                  <a:pt x="91440" y="391668"/>
                </a:lnTo>
                <a:close/>
              </a:path>
              <a:path w="405764" h="391794">
                <a:moveTo>
                  <a:pt x="4572" y="362712"/>
                </a:moveTo>
                <a:lnTo>
                  <a:pt x="0" y="355092"/>
                </a:lnTo>
                <a:lnTo>
                  <a:pt x="28860" y="317706"/>
                </a:lnTo>
                <a:lnTo>
                  <a:pt x="53721" y="278892"/>
                </a:lnTo>
                <a:lnTo>
                  <a:pt x="74580" y="238934"/>
                </a:lnTo>
                <a:lnTo>
                  <a:pt x="91440" y="198120"/>
                </a:lnTo>
                <a:lnTo>
                  <a:pt x="80557" y="181260"/>
                </a:lnTo>
                <a:lnTo>
                  <a:pt x="66103" y="160401"/>
                </a:lnTo>
                <a:lnTo>
                  <a:pt x="47934" y="135540"/>
                </a:lnTo>
                <a:lnTo>
                  <a:pt x="25908" y="106680"/>
                </a:lnTo>
                <a:lnTo>
                  <a:pt x="32004" y="103632"/>
                </a:lnTo>
                <a:lnTo>
                  <a:pt x="52554" y="124491"/>
                </a:lnTo>
                <a:lnTo>
                  <a:pt x="70675" y="143637"/>
                </a:lnTo>
                <a:lnTo>
                  <a:pt x="86225" y="161067"/>
                </a:lnTo>
                <a:lnTo>
                  <a:pt x="99060" y="176784"/>
                </a:lnTo>
                <a:lnTo>
                  <a:pt x="123119" y="176784"/>
                </a:lnTo>
                <a:lnTo>
                  <a:pt x="117348" y="196596"/>
                </a:lnTo>
                <a:lnTo>
                  <a:pt x="130687" y="217932"/>
                </a:lnTo>
                <a:lnTo>
                  <a:pt x="105156" y="217932"/>
                </a:lnTo>
                <a:lnTo>
                  <a:pt x="86010" y="257055"/>
                </a:lnTo>
                <a:lnTo>
                  <a:pt x="62865" y="294322"/>
                </a:lnTo>
                <a:lnTo>
                  <a:pt x="35718" y="329588"/>
                </a:lnTo>
                <a:lnTo>
                  <a:pt x="4572" y="362712"/>
                </a:lnTo>
                <a:close/>
              </a:path>
              <a:path w="405764" h="391794">
                <a:moveTo>
                  <a:pt x="367284" y="376428"/>
                </a:moveTo>
                <a:lnTo>
                  <a:pt x="307847" y="376428"/>
                </a:lnTo>
                <a:lnTo>
                  <a:pt x="294965" y="374165"/>
                </a:lnTo>
                <a:lnTo>
                  <a:pt x="285940" y="367474"/>
                </a:lnTo>
                <a:lnTo>
                  <a:pt x="280630" y="356496"/>
                </a:lnTo>
                <a:lnTo>
                  <a:pt x="278892" y="341376"/>
                </a:lnTo>
                <a:lnTo>
                  <a:pt x="278790" y="235600"/>
                </a:lnTo>
                <a:lnTo>
                  <a:pt x="278701" y="228600"/>
                </a:lnTo>
                <a:lnTo>
                  <a:pt x="278249" y="215503"/>
                </a:lnTo>
                <a:lnTo>
                  <a:pt x="277368" y="202692"/>
                </a:lnTo>
                <a:lnTo>
                  <a:pt x="313944" y="220979"/>
                </a:lnTo>
                <a:lnTo>
                  <a:pt x="301752" y="233172"/>
                </a:lnTo>
                <a:lnTo>
                  <a:pt x="301752" y="348996"/>
                </a:lnTo>
                <a:lnTo>
                  <a:pt x="307847" y="355092"/>
                </a:lnTo>
                <a:lnTo>
                  <a:pt x="402672" y="355092"/>
                </a:lnTo>
                <a:lnTo>
                  <a:pt x="398787" y="361640"/>
                </a:lnTo>
                <a:lnTo>
                  <a:pt x="390334" y="369760"/>
                </a:lnTo>
                <a:lnTo>
                  <a:pt x="379880" y="374737"/>
                </a:lnTo>
                <a:lnTo>
                  <a:pt x="367284" y="376428"/>
                </a:lnTo>
                <a:close/>
              </a:path>
              <a:path w="405764" h="391794">
                <a:moveTo>
                  <a:pt x="152400" y="326136"/>
                </a:moveTo>
                <a:lnTo>
                  <a:pt x="129373" y="273224"/>
                </a:lnTo>
                <a:lnTo>
                  <a:pt x="122110" y="254127"/>
                </a:lnTo>
                <a:lnTo>
                  <a:pt x="113990" y="235600"/>
                </a:lnTo>
                <a:lnTo>
                  <a:pt x="105156" y="217932"/>
                </a:lnTo>
                <a:lnTo>
                  <a:pt x="130687" y="217932"/>
                </a:lnTo>
                <a:lnTo>
                  <a:pt x="154209" y="260461"/>
                </a:lnTo>
                <a:lnTo>
                  <a:pt x="160734" y="281987"/>
                </a:lnTo>
                <a:lnTo>
                  <a:pt x="162687" y="289179"/>
                </a:lnTo>
                <a:lnTo>
                  <a:pt x="164068" y="294655"/>
                </a:lnTo>
                <a:lnTo>
                  <a:pt x="164592" y="298703"/>
                </a:lnTo>
                <a:lnTo>
                  <a:pt x="164496" y="306514"/>
                </a:lnTo>
                <a:lnTo>
                  <a:pt x="158496" y="318515"/>
                </a:lnTo>
                <a:lnTo>
                  <a:pt x="155448" y="323088"/>
                </a:lnTo>
                <a:lnTo>
                  <a:pt x="152400" y="326136"/>
                </a:lnTo>
                <a:close/>
              </a:path>
              <a:path w="405764" h="391794">
                <a:moveTo>
                  <a:pt x="402672" y="355092"/>
                </a:moveTo>
                <a:lnTo>
                  <a:pt x="352044" y="355092"/>
                </a:lnTo>
                <a:lnTo>
                  <a:pt x="359187" y="353949"/>
                </a:lnTo>
                <a:lnTo>
                  <a:pt x="364617" y="350520"/>
                </a:lnTo>
                <a:lnTo>
                  <a:pt x="373951" y="310134"/>
                </a:lnTo>
                <a:lnTo>
                  <a:pt x="376428" y="269748"/>
                </a:lnTo>
                <a:lnTo>
                  <a:pt x="385572" y="269748"/>
                </a:lnTo>
                <a:lnTo>
                  <a:pt x="386857" y="320111"/>
                </a:lnTo>
                <a:lnTo>
                  <a:pt x="405384" y="350520"/>
                </a:lnTo>
                <a:lnTo>
                  <a:pt x="402672" y="35509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2196083" y="2360675"/>
            <a:ext cx="399415" cy="411480"/>
          </a:xfrm>
          <a:custGeom>
            <a:avLst/>
            <a:gdLst/>
            <a:ahLst/>
            <a:cxnLst/>
            <a:rect l="l" t="t" r="r" b="b"/>
            <a:pathLst>
              <a:path w="399414" h="411480">
                <a:moveTo>
                  <a:pt x="211836" y="54610"/>
                </a:moveTo>
                <a:lnTo>
                  <a:pt x="207264" y="54610"/>
                </a:lnTo>
                <a:lnTo>
                  <a:pt x="204216" y="49530"/>
                </a:lnTo>
                <a:lnTo>
                  <a:pt x="201168" y="40640"/>
                </a:lnTo>
                <a:lnTo>
                  <a:pt x="196024" y="31750"/>
                </a:lnTo>
                <a:lnTo>
                  <a:pt x="189738" y="22860"/>
                </a:lnTo>
                <a:lnTo>
                  <a:pt x="182308" y="12700"/>
                </a:lnTo>
                <a:lnTo>
                  <a:pt x="173736" y="3810"/>
                </a:lnTo>
                <a:lnTo>
                  <a:pt x="175260" y="0"/>
                </a:lnTo>
                <a:lnTo>
                  <a:pt x="211264" y="15240"/>
                </a:lnTo>
                <a:lnTo>
                  <a:pt x="224028" y="27940"/>
                </a:lnTo>
                <a:lnTo>
                  <a:pt x="224028" y="38100"/>
                </a:lnTo>
                <a:lnTo>
                  <a:pt x="222504" y="41910"/>
                </a:lnTo>
                <a:lnTo>
                  <a:pt x="219456" y="46990"/>
                </a:lnTo>
                <a:lnTo>
                  <a:pt x="214884" y="53340"/>
                </a:lnTo>
                <a:lnTo>
                  <a:pt x="211836" y="54610"/>
                </a:lnTo>
                <a:close/>
              </a:path>
              <a:path w="399414" h="411480">
                <a:moveTo>
                  <a:pt x="387477" y="54610"/>
                </a:moveTo>
                <a:lnTo>
                  <a:pt x="350520" y="54610"/>
                </a:lnTo>
                <a:lnTo>
                  <a:pt x="370332" y="35560"/>
                </a:lnTo>
                <a:lnTo>
                  <a:pt x="387477" y="54610"/>
                </a:lnTo>
                <a:close/>
              </a:path>
              <a:path w="399414" h="411480">
                <a:moveTo>
                  <a:pt x="27432" y="111760"/>
                </a:moveTo>
                <a:lnTo>
                  <a:pt x="22860" y="111760"/>
                </a:lnTo>
                <a:lnTo>
                  <a:pt x="19812" y="109220"/>
                </a:lnTo>
                <a:lnTo>
                  <a:pt x="16764" y="104140"/>
                </a:lnTo>
                <a:lnTo>
                  <a:pt x="15240" y="102870"/>
                </a:lnTo>
                <a:lnTo>
                  <a:pt x="15240" y="96520"/>
                </a:lnTo>
                <a:lnTo>
                  <a:pt x="19812" y="91440"/>
                </a:lnTo>
                <a:lnTo>
                  <a:pt x="27432" y="85090"/>
                </a:lnTo>
                <a:lnTo>
                  <a:pt x="34623" y="76200"/>
                </a:lnTo>
                <a:lnTo>
                  <a:pt x="40386" y="66040"/>
                </a:lnTo>
                <a:lnTo>
                  <a:pt x="45005" y="53340"/>
                </a:lnTo>
                <a:lnTo>
                  <a:pt x="48768" y="38100"/>
                </a:lnTo>
                <a:lnTo>
                  <a:pt x="54864" y="38100"/>
                </a:lnTo>
                <a:lnTo>
                  <a:pt x="54864" y="54610"/>
                </a:lnTo>
                <a:lnTo>
                  <a:pt x="387477" y="54610"/>
                </a:lnTo>
                <a:lnTo>
                  <a:pt x="396621" y="64770"/>
                </a:lnTo>
                <a:lnTo>
                  <a:pt x="54864" y="64770"/>
                </a:lnTo>
                <a:lnTo>
                  <a:pt x="54578" y="74930"/>
                </a:lnTo>
                <a:lnTo>
                  <a:pt x="53721" y="83820"/>
                </a:lnTo>
                <a:lnTo>
                  <a:pt x="52292" y="91440"/>
                </a:lnTo>
                <a:lnTo>
                  <a:pt x="50292" y="96520"/>
                </a:lnTo>
                <a:lnTo>
                  <a:pt x="48768" y="102870"/>
                </a:lnTo>
                <a:lnTo>
                  <a:pt x="42672" y="107950"/>
                </a:lnTo>
                <a:lnTo>
                  <a:pt x="35052" y="110490"/>
                </a:lnTo>
                <a:lnTo>
                  <a:pt x="27432" y="111760"/>
                </a:lnTo>
                <a:close/>
              </a:path>
              <a:path w="399414" h="411480">
                <a:moveTo>
                  <a:pt x="338328" y="101600"/>
                </a:moveTo>
                <a:lnTo>
                  <a:pt x="333756" y="99060"/>
                </a:lnTo>
                <a:lnTo>
                  <a:pt x="350520" y="64770"/>
                </a:lnTo>
                <a:lnTo>
                  <a:pt x="396621" y="64770"/>
                </a:lnTo>
                <a:lnTo>
                  <a:pt x="397764" y="66040"/>
                </a:lnTo>
                <a:lnTo>
                  <a:pt x="391763" y="67310"/>
                </a:lnTo>
                <a:lnTo>
                  <a:pt x="385191" y="68580"/>
                </a:lnTo>
                <a:lnTo>
                  <a:pt x="378047" y="71120"/>
                </a:lnTo>
                <a:lnTo>
                  <a:pt x="370332" y="73660"/>
                </a:lnTo>
                <a:lnTo>
                  <a:pt x="363188" y="78740"/>
                </a:lnTo>
                <a:lnTo>
                  <a:pt x="355473" y="85090"/>
                </a:lnTo>
                <a:lnTo>
                  <a:pt x="347186" y="92710"/>
                </a:lnTo>
                <a:lnTo>
                  <a:pt x="338328" y="101600"/>
                </a:lnTo>
                <a:close/>
              </a:path>
              <a:path w="399414" h="411480">
                <a:moveTo>
                  <a:pt x="7620" y="222250"/>
                </a:moveTo>
                <a:lnTo>
                  <a:pt x="4572" y="215900"/>
                </a:lnTo>
                <a:lnTo>
                  <a:pt x="20312" y="200660"/>
                </a:lnTo>
                <a:lnTo>
                  <a:pt x="35623" y="184150"/>
                </a:lnTo>
                <a:lnTo>
                  <a:pt x="65532" y="146050"/>
                </a:lnTo>
                <a:lnTo>
                  <a:pt x="89344" y="106680"/>
                </a:lnTo>
                <a:lnTo>
                  <a:pt x="105156" y="71120"/>
                </a:lnTo>
                <a:lnTo>
                  <a:pt x="138684" y="88900"/>
                </a:lnTo>
                <a:lnTo>
                  <a:pt x="131826" y="93980"/>
                </a:lnTo>
                <a:lnTo>
                  <a:pt x="124968" y="100330"/>
                </a:lnTo>
                <a:lnTo>
                  <a:pt x="118110" y="107950"/>
                </a:lnTo>
                <a:lnTo>
                  <a:pt x="111252" y="116840"/>
                </a:lnTo>
                <a:lnTo>
                  <a:pt x="204376" y="116840"/>
                </a:lnTo>
                <a:lnTo>
                  <a:pt x="213360" y="125730"/>
                </a:lnTo>
                <a:lnTo>
                  <a:pt x="211497" y="127000"/>
                </a:lnTo>
                <a:lnTo>
                  <a:pt x="105156" y="127000"/>
                </a:lnTo>
                <a:lnTo>
                  <a:pt x="100584" y="132080"/>
                </a:lnTo>
                <a:lnTo>
                  <a:pt x="91440" y="144780"/>
                </a:lnTo>
                <a:lnTo>
                  <a:pt x="103727" y="148590"/>
                </a:lnTo>
                <a:lnTo>
                  <a:pt x="86868" y="148590"/>
                </a:lnTo>
                <a:lnTo>
                  <a:pt x="79938" y="156210"/>
                </a:lnTo>
                <a:lnTo>
                  <a:pt x="72580" y="165100"/>
                </a:lnTo>
                <a:lnTo>
                  <a:pt x="64365" y="173990"/>
                </a:lnTo>
                <a:lnTo>
                  <a:pt x="54864" y="182880"/>
                </a:lnTo>
                <a:lnTo>
                  <a:pt x="61036" y="186690"/>
                </a:lnTo>
                <a:lnTo>
                  <a:pt x="50292" y="186690"/>
                </a:lnTo>
                <a:lnTo>
                  <a:pt x="39981" y="195580"/>
                </a:lnTo>
                <a:lnTo>
                  <a:pt x="29527" y="204470"/>
                </a:lnTo>
                <a:lnTo>
                  <a:pt x="18788" y="213360"/>
                </a:lnTo>
                <a:lnTo>
                  <a:pt x="7620" y="222250"/>
                </a:lnTo>
                <a:close/>
              </a:path>
              <a:path w="399414" h="411480">
                <a:moveTo>
                  <a:pt x="364236" y="271780"/>
                </a:moveTo>
                <a:lnTo>
                  <a:pt x="306705" y="236220"/>
                </a:lnTo>
                <a:lnTo>
                  <a:pt x="265176" y="194310"/>
                </a:lnTo>
                <a:lnTo>
                  <a:pt x="236791" y="147320"/>
                </a:lnTo>
                <a:lnTo>
                  <a:pt x="216408" y="91440"/>
                </a:lnTo>
                <a:lnTo>
                  <a:pt x="224028" y="88900"/>
                </a:lnTo>
                <a:lnTo>
                  <a:pt x="227433" y="97790"/>
                </a:lnTo>
                <a:lnTo>
                  <a:pt x="230695" y="105410"/>
                </a:lnTo>
                <a:lnTo>
                  <a:pt x="233672" y="111760"/>
                </a:lnTo>
                <a:lnTo>
                  <a:pt x="236220" y="116840"/>
                </a:lnTo>
                <a:lnTo>
                  <a:pt x="364453" y="116840"/>
                </a:lnTo>
                <a:lnTo>
                  <a:pt x="374904" y="127000"/>
                </a:lnTo>
                <a:lnTo>
                  <a:pt x="239268" y="127000"/>
                </a:lnTo>
                <a:lnTo>
                  <a:pt x="249626" y="146050"/>
                </a:lnTo>
                <a:lnTo>
                  <a:pt x="260413" y="162560"/>
                </a:lnTo>
                <a:lnTo>
                  <a:pt x="272057" y="177800"/>
                </a:lnTo>
                <a:lnTo>
                  <a:pt x="284987" y="190500"/>
                </a:lnTo>
                <a:lnTo>
                  <a:pt x="295021" y="190500"/>
                </a:lnTo>
                <a:lnTo>
                  <a:pt x="289560" y="195580"/>
                </a:lnTo>
                <a:lnTo>
                  <a:pt x="304133" y="207010"/>
                </a:lnTo>
                <a:lnTo>
                  <a:pt x="318135" y="215900"/>
                </a:lnTo>
                <a:lnTo>
                  <a:pt x="331565" y="222250"/>
                </a:lnTo>
                <a:lnTo>
                  <a:pt x="344424" y="228600"/>
                </a:lnTo>
                <a:lnTo>
                  <a:pt x="356425" y="233680"/>
                </a:lnTo>
                <a:lnTo>
                  <a:pt x="369570" y="237490"/>
                </a:lnTo>
                <a:lnTo>
                  <a:pt x="383857" y="241300"/>
                </a:lnTo>
                <a:lnTo>
                  <a:pt x="399288" y="245110"/>
                </a:lnTo>
                <a:lnTo>
                  <a:pt x="399288" y="248920"/>
                </a:lnTo>
                <a:lnTo>
                  <a:pt x="388453" y="252730"/>
                </a:lnTo>
                <a:lnTo>
                  <a:pt x="378904" y="257810"/>
                </a:lnTo>
                <a:lnTo>
                  <a:pt x="370784" y="264160"/>
                </a:lnTo>
                <a:lnTo>
                  <a:pt x="364236" y="271780"/>
                </a:lnTo>
                <a:close/>
              </a:path>
              <a:path w="399414" h="411480">
                <a:moveTo>
                  <a:pt x="364453" y="116840"/>
                </a:moveTo>
                <a:lnTo>
                  <a:pt x="330708" y="116840"/>
                </a:lnTo>
                <a:lnTo>
                  <a:pt x="347472" y="100330"/>
                </a:lnTo>
                <a:lnTo>
                  <a:pt x="364453" y="116840"/>
                </a:lnTo>
                <a:close/>
              </a:path>
              <a:path w="399414" h="411480">
                <a:moveTo>
                  <a:pt x="204376" y="116840"/>
                </a:moveTo>
                <a:lnTo>
                  <a:pt x="173736" y="116840"/>
                </a:lnTo>
                <a:lnTo>
                  <a:pt x="188976" y="101600"/>
                </a:lnTo>
                <a:lnTo>
                  <a:pt x="204376" y="116840"/>
                </a:lnTo>
                <a:close/>
              </a:path>
              <a:path w="399414" h="411480">
                <a:moveTo>
                  <a:pt x="3048" y="300990"/>
                </a:moveTo>
                <a:lnTo>
                  <a:pt x="0" y="297180"/>
                </a:lnTo>
                <a:lnTo>
                  <a:pt x="25955" y="283210"/>
                </a:lnTo>
                <a:lnTo>
                  <a:pt x="51054" y="266700"/>
                </a:lnTo>
                <a:lnTo>
                  <a:pt x="97536" y="231140"/>
                </a:lnTo>
                <a:lnTo>
                  <a:pt x="138874" y="185420"/>
                </a:lnTo>
                <a:lnTo>
                  <a:pt x="172212" y="127000"/>
                </a:lnTo>
                <a:lnTo>
                  <a:pt x="211497" y="127000"/>
                </a:lnTo>
                <a:lnTo>
                  <a:pt x="196596" y="137160"/>
                </a:lnTo>
                <a:lnTo>
                  <a:pt x="189976" y="147320"/>
                </a:lnTo>
                <a:lnTo>
                  <a:pt x="177307" y="167640"/>
                </a:lnTo>
                <a:lnTo>
                  <a:pt x="170688" y="177800"/>
                </a:lnTo>
                <a:lnTo>
                  <a:pt x="162925" y="187960"/>
                </a:lnTo>
                <a:lnTo>
                  <a:pt x="147970" y="205740"/>
                </a:lnTo>
                <a:lnTo>
                  <a:pt x="140208" y="214630"/>
                </a:lnTo>
                <a:lnTo>
                  <a:pt x="265393" y="214630"/>
                </a:lnTo>
                <a:lnTo>
                  <a:pt x="269312" y="218440"/>
                </a:lnTo>
                <a:lnTo>
                  <a:pt x="137160" y="218440"/>
                </a:lnTo>
                <a:lnTo>
                  <a:pt x="122610" y="232410"/>
                </a:lnTo>
                <a:lnTo>
                  <a:pt x="106489" y="245110"/>
                </a:lnTo>
                <a:lnTo>
                  <a:pt x="88939" y="257810"/>
                </a:lnTo>
                <a:lnTo>
                  <a:pt x="70104" y="269240"/>
                </a:lnTo>
                <a:lnTo>
                  <a:pt x="328480" y="269240"/>
                </a:lnTo>
                <a:lnTo>
                  <a:pt x="330942" y="271780"/>
                </a:lnTo>
                <a:lnTo>
                  <a:pt x="65532" y="271780"/>
                </a:lnTo>
                <a:lnTo>
                  <a:pt x="33718" y="287020"/>
                </a:lnTo>
                <a:lnTo>
                  <a:pt x="18168" y="294640"/>
                </a:lnTo>
                <a:lnTo>
                  <a:pt x="3048" y="300990"/>
                </a:lnTo>
                <a:close/>
              </a:path>
              <a:path w="399414" h="411480">
                <a:moveTo>
                  <a:pt x="295021" y="190500"/>
                </a:moveTo>
                <a:lnTo>
                  <a:pt x="284987" y="190500"/>
                </a:lnTo>
                <a:lnTo>
                  <a:pt x="296418" y="175260"/>
                </a:lnTo>
                <a:lnTo>
                  <a:pt x="307848" y="158750"/>
                </a:lnTo>
                <a:lnTo>
                  <a:pt x="319278" y="143510"/>
                </a:lnTo>
                <a:lnTo>
                  <a:pt x="330708" y="127000"/>
                </a:lnTo>
                <a:lnTo>
                  <a:pt x="374904" y="127000"/>
                </a:lnTo>
                <a:lnTo>
                  <a:pt x="365498" y="130810"/>
                </a:lnTo>
                <a:lnTo>
                  <a:pt x="355663" y="135890"/>
                </a:lnTo>
                <a:lnTo>
                  <a:pt x="345543" y="142240"/>
                </a:lnTo>
                <a:lnTo>
                  <a:pt x="335280" y="152400"/>
                </a:lnTo>
                <a:lnTo>
                  <a:pt x="324707" y="161290"/>
                </a:lnTo>
                <a:lnTo>
                  <a:pt x="313563" y="172720"/>
                </a:lnTo>
                <a:lnTo>
                  <a:pt x="301847" y="184150"/>
                </a:lnTo>
                <a:lnTo>
                  <a:pt x="295021" y="190500"/>
                </a:lnTo>
                <a:close/>
              </a:path>
              <a:path w="399414" h="411480">
                <a:moveTo>
                  <a:pt x="120396" y="198120"/>
                </a:moveTo>
                <a:lnTo>
                  <a:pt x="115824" y="198120"/>
                </a:lnTo>
                <a:lnTo>
                  <a:pt x="112776" y="194310"/>
                </a:lnTo>
                <a:lnTo>
                  <a:pt x="111252" y="186690"/>
                </a:lnTo>
                <a:lnTo>
                  <a:pt x="107227" y="179070"/>
                </a:lnTo>
                <a:lnTo>
                  <a:pt x="101917" y="168910"/>
                </a:lnTo>
                <a:lnTo>
                  <a:pt x="95178" y="160020"/>
                </a:lnTo>
                <a:lnTo>
                  <a:pt x="86868" y="148590"/>
                </a:lnTo>
                <a:lnTo>
                  <a:pt x="103727" y="148590"/>
                </a:lnTo>
                <a:lnTo>
                  <a:pt x="113157" y="153670"/>
                </a:lnTo>
                <a:lnTo>
                  <a:pt x="119729" y="157480"/>
                </a:lnTo>
                <a:lnTo>
                  <a:pt x="128016" y="165100"/>
                </a:lnTo>
                <a:lnTo>
                  <a:pt x="129540" y="170180"/>
                </a:lnTo>
                <a:lnTo>
                  <a:pt x="129540" y="180340"/>
                </a:lnTo>
                <a:lnTo>
                  <a:pt x="128016" y="185420"/>
                </a:lnTo>
                <a:lnTo>
                  <a:pt x="124968" y="190500"/>
                </a:lnTo>
                <a:lnTo>
                  <a:pt x="123444" y="194310"/>
                </a:lnTo>
                <a:lnTo>
                  <a:pt x="120396" y="198120"/>
                </a:lnTo>
                <a:close/>
              </a:path>
              <a:path w="399414" h="411480">
                <a:moveTo>
                  <a:pt x="76200" y="237490"/>
                </a:moveTo>
                <a:lnTo>
                  <a:pt x="70104" y="237490"/>
                </a:lnTo>
                <a:lnTo>
                  <a:pt x="68580" y="232410"/>
                </a:lnTo>
                <a:lnTo>
                  <a:pt x="67056" y="223520"/>
                </a:lnTo>
                <a:lnTo>
                  <a:pt x="64222" y="214630"/>
                </a:lnTo>
                <a:lnTo>
                  <a:pt x="60388" y="205740"/>
                </a:lnTo>
                <a:lnTo>
                  <a:pt x="55697" y="195580"/>
                </a:lnTo>
                <a:lnTo>
                  <a:pt x="50292" y="186690"/>
                </a:lnTo>
                <a:lnTo>
                  <a:pt x="61036" y="186690"/>
                </a:lnTo>
                <a:lnTo>
                  <a:pt x="65151" y="189230"/>
                </a:lnTo>
                <a:lnTo>
                  <a:pt x="73152" y="194310"/>
                </a:lnTo>
                <a:lnTo>
                  <a:pt x="78867" y="200660"/>
                </a:lnTo>
                <a:lnTo>
                  <a:pt x="82296" y="205740"/>
                </a:lnTo>
                <a:lnTo>
                  <a:pt x="86868" y="210820"/>
                </a:lnTo>
                <a:lnTo>
                  <a:pt x="88392" y="215900"/>
                </a:lnTo>
                <a:lnTo>
                  <a:pt x="88392" y="223520"/>
                </a:lnTo>
                <a:lnTo>
                  <a:pt x="86868" y="226060"/>
                </a:lnTo>
                <a:lnTo>
                  <a:pt x="82296" y="231140"/>
                </a:lnTo>
                <a:lnTo>
                  <a:pt x="79248" y="236220"/>
                </a:lnTo>
                <a:lnTo>
                  <a:pt x="76200" y="237490"/>
                </a:lnTo>
                <a:close/>
              </a:path>
              <a:path w="399414" h="411480">
                <a:moveTo>
                  <a:pt x="265393" y="214630"/>
                </a:moveTo>
                <a:lnTo>
                  <a:pt x="230124" y="214630"/>
                </a:lnTo>
                <a:lnTo>
                  <a:pt x="248412" y="198120"/>
                </a:lnTo>
                <a:lnTo>
                  <a:pt x="265393" y="214630"/>
                </a:lnTo>
                <a:close/>
              </a:path>
              <a:path w="399414" h="411480">
                <a:moveTo>
                  <a:pt x="147828" y="228600"/>
                </a:moveTo>
                <a:lnTo>
                  <a:pt x="137160" y="218440"/>
                </a:lnTo>
                <a:lnTo>
                  <a:pt x="269312" y="218440"/>
                </a:lnTo>
                <a:lnTo>
                  <a:pt x="275844" y="224790"/>
                </a:lnTo>
                <a:lnTo>
                  <a:pt x="166116" y="224790"/>
                </a:lnTo>
                <a:lnTo>
                  <a:pt x="147828" y="228600"/>
                </a:lnTo>
                <a:close/>
              </a:path>
              <a:path w="399414" h="411480">
                <a:moveTo>
                  <a:pt x="328480" y="269240"/>
                </a:moveTo>
                <a:lnTo>
                  <a:pt x="283464" y="269240"/>
                </a:lnTo>
                <a:lnTo>
                  <a:pt x="306323" y="246380"/>
                </a:lnTo>
                <a:lnTo>
                  <a:pt x="328480" y="269240"/>
                </a:lnTo>
                <a:close/>
              </a:path>
              <a:path w="399414" h="411480">
                <a:moveTo>
                  <a:pt x="76200" y="283210"/>
                </a:moveTo>
                <a:lnTo>
                  <a:pt x="65532" y="271780"/>
                </a:lnTo>
                <a:lnTo>
                  <a:pt x="330942" y="271780"/>
                </a:lnTo>
                <a:lnTo>
                  <a:pt x="338328" y="279400"/>
                </a:lnTo>
                <a:lnTo>
                  <a:pt x="89916" y="279400"/>
                </a:lnTo>
                <a:lnTo>
                  <a:pt x="76200" y="283210"/>
                </a:lnTo>
                <a:close/>
              </a:path>
              <a:path w="399414" h="411480">
                <a:moveTo>
                  <a:pt x="212623" y="373380"/>
                </a:moveTo>
                <a:lnTo>
                  <a:pt x="185928" y="373380"/>
                </a:lnTo>
                <a:lnTo>
                  <a:pt x="188976" y="369570"/>
                </a:lnTo>
                <a:lnTo>
                  <a:pt x="188976" y="279400"/>
                </a:lnTo>
                <a:lnTo>
                  <a:pt x="213360" y="279400"/>
                </a:lnTo>
                <a:lnTo>
                  <a:pt x="213360" y="368300"/>
                </a:lnTo>
                <a:lnTo>
                  <a:pt x="212623" y="373380"/>
                </a:lnTo>
                <a:close/>
              </a:path>
              <a:path w="399414" h="411480">
                <a:moveTo>
                  <a:pt x="15240" y="397510"/>
                </a:moveTo>
                <a:lnTo>
                  <a:pt x="12192" y="391160"/>
                </a:lnTo>
                <a:lnTo>
                  <a:pt x="29908" y="379730"/>
                </a:lnTo>
                <a:lnTo>
                  <a:pt x="46482" y="368300"/>
                </a:lnTo>
                <a:lnTo>
                  <a:pt x="61912" y="355600"/>
                </a:lnTo>
                <a:lnTo>
                  <a:pt x="76200" y="344170"/>
                </a:lnTo>
                <a:lnTo>
                  <a:pt x="89368" y="331470"/>
                </a:lnTo>
                <a:lnTo>
                  <a:pt x="101536" y="320040"/>
                </a:lnTo>
                <a:lnTo>
                  <a:pt x="112847" y="307340"/>
                </a:lnTo>
                <a:lnTo>
                  <a:pt x="123444" y="294640"/>
                </a:lnTo>
                <a:lnTo>
                  <a:pt x="150876" y="322580"/>
                </a:lnTo>
                <a:lnTo>
                  <a:pt x="134112" y="325120"/>
                </a:lnTo>
                <a:lnTo>
                  <a:pt x="96893" y="350520"/>
                </a:lnTo>
                <a:lnTo>
                  <a:pt x="64960" y="370840"/>
                </a:lnTo>
                <a:lnTo>
                  <a:pt x="37885" y="386080"/>
                </a:lnTo>
                <a:lnTo>
                  <a:pt x="15240" y="397510"/>
                </a:lnTo>
                <a:close/>
              </a:path>
              <a:path w="399414" h="411480">
                <a:moveTo>
                  <a:pt x="352044" y="397510"/>
                </a:moveTo>
                <a:lnTo>
                  <a:pt x="345948" y="397510"/>
                </a:lnTo>
                <a:lnTo>
                  <a:pt x="339852" y="393700"/>
                </a:lnTo>
                <a:lnTo>
                  <a:pt x="333756" y="384810"/>
                </a:lnTo>
                <a:lnTo>
                  <a:pt x="309753" y="358140"/>
                </a:lnTo>
                <a:lnTo>
                  <a:pt x="292369" y="341630"/>
                </a:lnTo>
                <a:lnTo>
                  <a:pt x="280416" y="331470"/>
                </a:lnTo>
                <a:lnTo>
                  <a:pt x="266176" y="321310"/>
                </a:lnTo>
                <a:lnTo>
                  <a:pt x="249936" y="308610"/>
                </a:lnTo>
                <a:lnTo>
                  <a:pt x="252984" y="304800"/>
                </a:lnTo>
                <a:lnTo>
                  <a:pt x="277272" y="314960"/>
                </a:lnTo>
                <a:lnTo>
                  <a:pt x="297561" y="325120"/>
                </a:lnTo>
                <a:lnTo>
                  <a:pt x="313848" y="332740"/>
                </a:lnTo>
                <a:lnTo>
                  <a:pt x="326136" y="340360"/>
                </a:lnTo>
                <a:lnTo>
                  <a:pt x="343090" y="351790"/>
                </a:lnTo>
                <a:lnTo>
                  <a:pt x="348638" y="355600"/>
                </a:lnTo>
                <a:lnTo>
                  <a:pt x="352044" y="360680"/>
                </a:lnTo>
                <a:lnTo>
                  <a:pt x="356616" y="367030"/>
                </a:lnTo>
                <a:lnTo>
                  <a:pt x="358140" y="370840"/>
                </a:lnTo>
                <a:lnTo>
                  <a:pt x="358140" y="381000"/>
                </a:lnTo>
                <a:lnTo>
                  <a:pt x="353568" y="396240"/>
                </a:lnTo>
                <a:lnTo>
                  <a:pt x="352044" y="397510"/>
                </a:lnTo>
                <a:close/>
              </a:path>
              <a:path w="399414" h="411480">
                <a:moveTo>
                  <a:pt x="179832" y="411480"/>
                </a:moveTo>
                <a:lnTo>
                  <a:pt x="174712" y="401320"/>
                </a:lnTo>
                <a:lnTo>
                  <a:pt x="164020" y="392430"/>
                </a:lnTo>
                <a:lnTo>
                  <a:pt x="147899" y="383540"/>
                </a:lnTo>
                <a:lnTo>
                  <a:pt x="126492" y="374650"/>
                </a:lnTo>
                <a:lnTo>
                  <a:pt x="126492" y="368300"/>
                </a:lnTo>
                <a:lnTo>
                  <a:pt x="145303" y="369570"/>
                </a:lnTo>
                <a:lnTo>
                  <a:pt x="160401" y="372110"/>
                </a:lnTo>
                <a:lnTo>
                  <a:pt x="171497" y="372110"/>
                </a:lnTo>
                <a:lnTo>
                  <a:pt x="178308" y="373380"/>
                </a:lnTo>
                <a:lnTo>
                  <a:pt x="212623" y="373380"/>
                </a:lnTo>
                <a:lnTo>
                  <a:pt x="211335" y="382270"/>
                </a:lnTo>
                <a:lnTo>
                  <a:pt x="205168" y="393700"/>
                </a:lnTo>
                <a:lnTo>
                  <a:pt x="194714" y="403860"/>
                </a:lnTo>
                <a:lnTo>
                  <a:pt x="179832" y="41148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1751075" y="3195827"/>
            <a:ext cx="155575" cy="155575"/>
          </a:xfrm>
          <a:custGeom>
            <a:avLst/>
            <a:gdLst/>
            <a:ahLst/>
            <a:cxnLst/>
            <a:rect l="l" t="t" r="r" b="b"/>
            <a:pathLst>
              <a:path w="155575" h="155575">
                <a:moveTo>
                  <a:pt x="155448" y="155448"/>
                </a:moveTo>
                <a:lnTo>
                  <a:pt x="0" y="155448"/>
                </a:lnTo>
                <a:lnTo>
                  <a:pt x="0" y="0"/>
                </a:lnTo>
                <a:lnTo>
                  <a:pt x="155448" y="0"/>
                </a:lnTo>
                <a:lnTo>
                  <a:pt x="155448" y="155448"/>
                </a:lnTo>
                <a:close/>
              </a:path>
            </a:pathLst>
          </a:custGeom>
          <a:solidFill>
            <a:srgbClr val="3333C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2121408" y="3003803"/>
            <a:ext cx="852169" cy="410209"/>
          </a:xfrm>
          <a:custGeom>
            <a:avLst/>
            <a:gdLst/>
            <a:ahLst/>
            <a:cxnLst/>
            <a:rect l="l" t="t" r="r" b="b"/>
            <a:pathLst>
              <a:path w="852169" h="410210">
                <a:moveTo>
                  <a:pt x="185928" y="213360"/>
                </a:moveTo>
                <a:lnTo>
                  <a:pt x="180365" y="208788"/>
                </a:lnTo>
                <a:lnTo>
                  <a:pt x="160020" y="192024"/>
                </a:lnTo>
                <a:lnTo>
                  <a:pt x="152400" y="202501"/>
                </a:lnTo>
                <a:lnTo>
                  <a:pt x="152400" y="217932"/>
                </a:lnTo>
                <a:lnTo>
                  <a:pt x="152400" y="326136"/>
                </a:lnTo>
                <a:lnTo>
                  <a:pt x="85344" y="326136"/>
                </a:lnTo>
                <a:lnTo>
                  <a:pt x="85344" y="217932"/>
                </a:lnTo>
                <a:lnTo>
                  <a:pt x="152400" y="217932"/>
                </a:lnTo>
                <a:lnTo>
                  <a:pt x="152400" y="202501"/>
                </a:lnTo>
                <a:lnTo>
                  <a:pt x="147828" y="208788"/>
                </a:lnTo>
                <a:lnTo>
                  <a:pt x="85344" y="208788"/>
                </a:lnTo>
                <a:lnTo>
                  <a:pt x="60960" y="192024"/>
                </a:lnTo>
                <a:lnTo>
                  <a:pt x="61836" y="218605"/>
                </a:lnTo>
                <a:lnTo>
                  <a:pt x="62293" y="243459"/>
                </a:lnTo>
                <a:lnTo>
                  <a:pt x="62420" y="261200"/>
                </a:lnTo>
                <a:lnTo>
                  <a:pt x="62306" y="329184"/>
                </a:lnTo>
                <a:lnTo>
                  <a:pt x="62191" y="337934"/>
                </a:lnTo>
                <a:lnTo>
                  <a:pt x="61836" y="357479"/>
                </a:lnTo>
                <a:lnTo>
                  <a:pt x="60960" y="384048"/>
                </a:lnTo>
                <a:lnTo>
                  <a:pt x="85344" y="373380"/>
                </a:lnTo>
                <a:lnTo>
                  <a:pt x="85344" y="336804"/>
                </a:lnTo>
                <a:lnTo>
                  <a:pt x="152400" y="336804"/>
                </a:lnTo>
                <a:lnTo>
                  <a:pt x="152400" y="365760"/>
                </a:lnTo>
                <a:lnTo>
                  <a:pt x="176784" y="356616"/>
                </a:lnTo>
                <a:lnTo>
                  <a:pt x="175641" y="336804"/>
                </a:lnTo>
                <a:lnTo>
                  <a:pt x="175285" y="326136"/>
                </a:lnTo>
                <a:lnTo>
                  <a:pt x="174688" y="308610"/>
                </a:lnTo>
                <a:lnTo>
                  <a:pt x="173990" y="270891"/>
                </a:lnTo>
                <a:lnTo>
                  <a:pt x="173736" y="224028"/>
                </a:lnTo>
                <a:lnTo>
                  <a:pt x="180695" y="217932"/>
                </a:lnTo>
                <a:lnTo>
                  <a:pt x="185928" y="213360"/>
                </a:lnTo>
                <a:close/>
              </a:path>
              <a:path w="852169" h="410210">
                <a:moveTo>
                  <a:pt x="291084" y="156972"/>
                </a:moveTo>
                <a:lnTo>
                  <a:pt x="259080" y="126492"/>
                </a:lnTo>
                <a:lnTo>
                  <a:pt x="239268" y="147828"/>
                </a:lnTo>
                <a:lnTo>
                  <a:pt x="108204" y="147828"/>
                </a:lnTo>
                <a:lnTo>
                  <a:pt x="123444" y="163068"/>
                </a:lnTo>
                <a:lnTo>
                  <a:pt x="131965" y="160832"/>
                </a:lnTo>
                <a:lnTo>
                  <a:pt x="141351" y="158877"/>
                </a:lnTo>
                <a:lnTo>
                  <a:pt x="151295" y="157505"/>
                </a:lnTo>
                <a:lnTo>
                  <a:pt x="161544" y="156972"/>
                </a:lnTo>
                <a:lnTo>
                  <a:pt x="291084" y="156972"/>
                </a:lnTo>
                <a:close/>
              </a:path>
              <a:path w="852169" h="410210">
                <a:moveTo>
                  <a:pt x="359664" y="208788"/>
                </a:moveTo>
                <a:lnTo>
                  <a:pt x="353783" y="204216"/>
                </a:lnTo>
                <a:lnTo>
                  <a:pt x="332232" y="187452"/>
                </a:lnTo>
                <a:lnTo>
                  <a:pt x="320040" y="204216"/>
                </a:lnTo>
                <a:lnTo>
                  <a:pt x="246888" y="204216"/>
                </a:lnTo>
                <a:lnTo>
                  <a:pt x="222504" y="188976"/>
                </a:lnTo>
                <a:lnTo>
                  <a:pt x="223354" y="208788"/>
                </a:lnTo>
                <a:lnTo>
                  <a:pt x="223837" y="233362"/>
                </a:lnTo>
                <a:lnTo>
                  <a:pt x="223888" y="243459"/>
                </a:lnTo>
                <a:lnTo>
                  <a:pt x="224015" y="288036"/>
                </a:lnTo>
                <a:lnTo>
                  <a:pt x="223901" y="344424"/>
                </a:lnTo>
                <a:lnTo>
                  <a:pt x="223812" y="357949"/>
                </a:lnTo>
                <a:lnTo>
                  <a:pt x="223393" y="384048"/>
                </a:lnTo>
                <a:lnTo>
                  <a:pt x="222504" y="409956"/>
                </a:lnTo>
                <a:lnTo>
                  <a:pt x="246888" y="397764"/>
                </a:lnTo>
                <a:lnTo>
                  <a:pt x="246888" y="214884"/>
                </a:lnTo>
                <a:lnTo>
                  <a:pt x="324612" y="214884"/>
                </a:lnTo>
                <a:lnTo>
                  <a:pt x="324612" y="316992"/>
                </a:lnTo>
                <a:lnTo>
                  <a:pt x="323773" y="326999"/>
                </a:lnTo>
                <a:lnTo>
                  <a:pt x="265176" y="336804"/>
                </a:lnTo>
                <a:lnTo>
                  <a:pt x="265176" y="344424"/>
                </a:lnTo>
                <a:lnTo>
                  <a:pt x="285407" y="350697"/>
                </a:lnTo>
                <a:lnTo>
                  <a:pt x="300228" y="357949"/>
                </a:lnTo>
                <a:lnTo>
                  <a:pt x="309321" y="366077"/>
                </a:lnTo>
                <a:lnTo>
                  <a:pt x="312420" y="374904"/>
                </a:lnTo>
                <a:lnTo>
                  <a:pt x="327507" y="366903"/>
                </a:lnTo>
                <a:lnTo>
                  <a:pt x="338328" y="356616"/>
                </a:lnTo>
                <a:lnTo>
                  <a:pt x="344563" y="344043"/>
                </a:lnTo>
                <a:lnTo>
                  <a:pt x="344944" y="339852"/>
                </a:lnTo>
                <a:lnTo>
                  <a:pt x="345948" y="329184"/>
                </a:lnTo>
                <a:lnTo>
                  <a:pt x="345948" y="220980"/>
                </a:lnTo>
                <a:lnTo>
                  <a:pt x="352806" y="214884"/>
                </a:lnTo>
                <a:lnTo>
                  <a:pt x="359664" y="208788"/>
                </a:lnTo>
                <a:close/>
              </a:path>
              <a:path w="852169" h="410210">
                <a:moveTo>
                  <a:pt x="411480" y="152400"/>
                </a:moveTo>
                <a:lnTo>
                  <a:pt x="347662" y="137350"/>
                </a:lnTo>
                <a:lnTo>
                  <a:pt x="294132" y="114300"/>
                </a:lnTo>
                <a:lnTo>
                  <a:pt x="249364" y="81343"/>
                </a:lnTo>
                <a:lnTo>
                  <a:pt x="214083" y="42672"/>
                </a:lnTo>
                <a:lnTo>
                  <a:pt x="210312" y="38100"/>
                </a:lnTo>
                <a:lnTo>
                  <a:pt x="227076" y="25908"/>
                </a:lnTo>
                <a:lnTo>
                  <a:pt x="192024" y="0"/>
                </a:lnTo>
                <a:lnTo>
                  <a:pt x="163830" y="52006"/>
                </a:lnTo>
                <a:lnTo>
                  <a:pt x="121920" y="105156"/>
                </a:lnTo>
                <a:lnTo>
                  <a:pt x="66103" y="153543"/>
                </a:lnTo>
                <a:lnTo>
                  <a:pt x="0" y="190500"/>
                </a:lnTo>
                <a:lnTo>
                  <a:pt x="4572" y="198120"/>
                </a:lnTo>
                <a:lnTo>
                  <a:pt x="69532" y="167068"/>
                </a:lnTo>
                <a:lnTo>
                  <a:pt x="121920" y="132588"/>
                </a:lnTo>
                <a:lnTo>
                  <a:pt x="164211" y="91059"/>
                </a:lnTo>
                <a:lnTo>
                  <a:pt x="204216" y="42672"/>
                </a:lnTo>
                <a:lnTo>
                  <a:pt x="219405" y="65798"/>
                </a:lnTo>
                <a:lnTo>
                  <a:pt x="252641" y="106324"/>
                </a:lnTo>
                <a:lnTo>
                  <a:pt x="291249" y="138544"/>
                </a:lnTo>
                <a:lnTo>
                  <a:pt x="340918" y="169316"/>
                </a:lnTo>
                <a:lnTo>
                  <a:pt x="370332" y="184404"/>
                </a:lnTo>
                <a:lnTo>
                  <a:pt x="377190" y="174167"/>
                </a:lnTo>
                <a:lnTo>
                  <a:pt x="386334" y="166497"/>
                </a:lnTo>
                <a:lnTo>
                  <a:pt x="397764" y="161696"/>
                </a:lnTo>
                <a:lnTo>
                  <a:pt x="411480" y="160020"/>
                </a:lnTo>
                <a:lnTo>
                  <a:pt x="411480" y="152400"/>
                </a:lnTo>
                <a:close/>
              </a:path>
              <a:path w="852169" h="410210">
                <a:moveTo>
                  <a:pt x="640080" y="36576"/>
                </a:moveTo>
                <a:lnTo>
                  <a:pt x="634517" y="32004"/>
                </a:lnTo>
                <a:lnTo>
                  <a:pt x="614172" y="15240"/>
                </a:lnTo>
                <a:lnTo>
                  <a:pt x="605028" y="27813"/>
                </a:lnTo>
                <a:lnTo>
                  <a:pt x="605028" y="42672"/>
                </a:lnTo>
                <a:lnTo>
                  <a:pt x="605028" y="92964"/>
                </a:lnTo>
                <a:lnTo>
                  <a:pt x="605028" y="103632"/>
                </a:lnTo>
                <a:lnTo>
                  <a:pt x="605028" y="152400"/>
                </a:lnTo>
                <a:lnTo>
                  <a:pt x="524256" y="152400"/>
                </a:lnTo>
                <a:lnTo>
                  <a:pt x="524256" y="103632"/>
                </a:lnTo>
                <a:lnTo>
                  <a:pt x="605028" y="103632"/>
                </a:lnTo>
                <a:lnTo>
                  <a:pt x="605028" y="92964"/>
                </a:lnTo>
                <a:lnTo>
                  <a:pt x="524256" y="92964"/>
                </a:lnTo>
                <a:lnTo>
                  <a:pt x="524256" y="42672"/>
                </a:lnTo>
                <a:lnTo>
                  <a:pt x="605028" y="42672"/>
                </a:lnTo>
                <a:lnTo>
                  <a:pt x="605028" y="27813"/>
                </a:lnTo>
                <a:lnTo>
                  <a:pt x="601980" y="32004"/>
                </a:lnTo>
                <a:lnTo>
                  <a:pt x="524256" y="32004"/>
                </a:lnTo>
                <a:lnTo>
                  <a:pt x="499872" y="18288"/>
                </a:lnTo>
                <a:lnTo>
                  <a:pt x="500100" y="37134"/>
                </a:lnTo>
                <a:lnTo>
                  <a:pt x="501129" y="76771"/>
                </a:lnTo>
                <a:lnTo>
                  <a:pt x="501345" y="94488"/>
                </a:lnTo>
                <a:lnTo>
                  <a:pt x="501294" y="108204"/>
                </a:lnTo>
                <a:lnTo>
                  <a:pt x="501154" y="120497"/>
                </a:lnTo>
                <a:lnTo>
                  <a:pt x="500100" y="161645"/>
                </a:lnTo>
                <a:lnTo>
                  <a:pt x="499872" y="181356"/>
                </a:lnTo>
                <a:lnTo>
                  <a:pt x="524256" y="173736"/>
                </a:lnTo>
                <a:lnTo>
                  <a:pt x="524256" y="163068"/>
                </a:lnTo>
                <a:lnTo>
                  <a:pt x="605028" y="163068"/>
                </a:lnTo>
                <a:lnTo>
                  <a:pt x="605028" y="178308"/>
                </a:lnTo>
                <a:lnTo>
                  <a:pt x="629412" y="166116"/>
                </a:lnTo>
                <a:lnTo>
                  <a:pt x="629285" y="163068"/>
                </a:lnTo>
                <a:lnTo>
                  <a:pt x="628865" y="152400"/>
                </a:lnTo>
                <a:lnTo>
                  <a:pt x="628002" y="103632"/>
                </a:lnTo>
                <a:lnTo>
                  <a:pt x="627888" y="45720"/>
                </a:lnTo>
                <a:lnTo>
                  <a:pt x="631952" y="42672"/>
                </a:lnTo>
                <a:lnTo>
                  <a:pt x="640080" y="36576"/>
                </a:lnTo>
                <a:close/>
              </a:path>
              <a:path w="852169" h="410210">
                <a:moveTo>
                  <a:pt x="768096" y="150876"/>
                </a:moveTo>
                <a:lnTo>
                  <a:pt x="729996" y="131064"/>
                </a:lnTo>
                <a:lnTo>
                  <a:pt x="730846" y="155879"/>
                </a:lnTo>
                <a:lnTo>
                  <a:pt x="731062" y="173736"/>
                </a:lnTo>
                <a:lnTo>
                  <a:pt x="729996" y="224028"/>
                </a:lnTo>
                <a:lnTo>
                  <a:pt x="723138" y="264033"/>
                </a:lnTo>
                <a:lnTo>
                  <a:pt x="694867" y="311785"/>
                </a:lnTo>
                <a:lnTo>
                  <a:pt x="658914" y="339839"/>
                </a:lnTo>
                <a:lnTo>
                  <a:pt x="635508" y="353568"/>
                </a:lnTo>
                <a:lnTo>
                  <a:pt x="638556" y="359664"/>
                </a:lnTo>
                <a:lnTo>
                  <a:pt x="680847" y="340042"/>
                </a:lnTo>
                <a:lnTo>
                  <a:pt x="711708" y="316992"/>
                </a:lnTo>
                <a:lnTo>
                  <a:pt x="741057" y="278853"/>
                </a:lnTo>
                <a:lnTo>
                  <a:pt x="752284" y="224980"/>
                </a:lnTo>
                <a:lnTo>
                  <a:pt x="754380" y="163068"/>
                </a:lnTo>
                <a:lnTo>
                  <a:pt x="768096" y="150876"/>
                </a:lnTo>
                <a:close/>
              </a:path>
              <a:path w="852169" h="410210">
                <a:moveTo>
                  <a:pt x="835152" y="316992"/>
                </a:moveTo>
                <a:lnTo>
                  <a:pt x="832104" y="310896"/>
                </a:lnTo>
                <a:lnTo>
                  <a:pt x="829056" y="303276"/>
                </a:lnTo>
                <a:lnTo>
                  <a:pt x="821880" y="297281"/>
                </a:lnTo>
                <a:lnTo>
                  <a:pt x="807148" y="288417"/>
                </a:lnTo>
                <a:lnTo>
                  <a:pt x="784682" y="276707"/>
                </a:lnTo>
                <a:lnTo>
                  <a:pt x="754380" y="262128"/>
                </a:lnTo>
                <a:lnTo>
                  <a:pt x="751332" y="266700"/>
                </a:lnTo>
                <a:lnTo>
                  <a:pt x="773061" y="285254"/>
                </a:lnTo>
                <a:lnTo>
                  <a:pt x="790384" y="301942"/>
                </a:lnTo>
                <a:lnTo>
                  <a:pt x="803402" y="316636"/>
                </a:lnTo>
                <a:lnTo>
                  <a:pt x="812292" y="329184"/>
                </a:lnTo>
                <a:lnTo>
                  <a:pt x="821436" y="347472"/>
                </a:lnTo>
                <a:lnTo>
                  <a:pt x="827532" y="347472"/>
                </a:lnTo>
                <a:lnTo>
                  <a:pt x="832104" y="338328"/>
                </a:lnTo>
                <a:lnTo>
                  <a:pt x="833628" y="330708"/>
                </a:lnTo>
                <a:lnTo>
                  <a:pt x="835152" y="326136"/>
                </a:lnTo>
                <a:lnTo>
                  <a:pt x="835152" y="316992"/>
                </a:lnTo>
                <a:close/>
              </a:path>
              <a:path w="852169" h="410210">
                <a:moveTo>
                  <a:pt x="848868" y="44196"/>
                </a:moveTo>
                <a:lnTo>
                  <a:pt x="821436" y="13716"/>
                </a:lnTo>
                <a:lnTo>
                  <a:pt x="800100" y="33528"/>
                </a:lnTo>
                <a:lnTo>
                  <a:pt x="649224" y="33528"/>
                </a:lnTo>
                <a:lnTo>
                  <a:pt x="664464" y="50292"/>
                </a:lnTo>
                <a:lnTo>
                  <a:pt x="674103" y="47421"/>
                </a:lnTo>
                <a:lnTo>
                  <a:pt x="684466" y="45529"/>
                </a:lnTo>
                <a:lnTo>
                  <a:pt x="695109" y="44513"/>
                </a:lnTo>
                <a:lnTo>
                  <a:pt x="705612" y="44196"/>
                </a:lnTo>
                <a:lnTo>
                  <a:pt x="726948" y="44196"/>
                </a:lnTo>
                <a:lnTo>
                  <a:pt x="725512" y="56769"/>
                </a:lnTo>
                <a:lnTo>
                  <a:pt x="723519" y="69342"/>
                </a:lnTo>
                <a:lnTo>
                  <a:pt x="720940" y="81915"/>
                </a:lnTo>
                <a:lnTo>
                  <a:pt x="717804" y="94488"/>
                </a:lnTo>
                <a:lnTo>
                  <a:pt x="696468" y="94488"/>
                </a:lnTo>
                <a:lnTo>
                  <a:pt x="672084" y="80772"/>
                </a:lnTo>
                <a:lnTo>
                  <a:pt x="672350" y="103632"/>
                </a:lnTo>
                <a:lnTo>
                  <a:pt x="673265" y="143878"/>
                </a:lnTo>
                <a:lnTo>
                  <a:pt x="673392" y="150876"/>
                </a:lnTo>
                <a:lnTo>
                  <a:pt x="673506" y="163068"/>
                </a:lnTo>
                <a:lnTo>
                  <a:pt x="673392" y="196811"/>
                </a:lnTo>
                <a:lnTo>
                  <a:pt x="673303" y="202653"/>
                </a:lnTo>
                <a:lnTo>
                  <a:pt x="672312" y="244462"/>
                </a:lnTo>
                <a:lnTo>
                  <a:pt x="672084" y="263652"/>
                </a:lnTo>
                <a:lnTo>
                  <a:pt x="696468" y="249936"/>
                </a:lnTo>
                <a:lnTo>
                  <a:pt x="696468" y="105156"/>
                </a:lnTo>
                <a:lnTo>
                  <a:pt x="797052" y="105156"/>
                </a:lnTo>
                <a:lnTo>
                  <a:pt x="797052" y="259080"/>
                </a:lnTo>
                <a:lnTo>
                  <a:pt x="821436" y="246888"/>
                </a:lnTo>
                <a:lnTo>
                  <a:pt x="820572" y="228600"/>
                </a:lnTo>
                <a:lnTo>
                  <a:pt x="820089" y="211836"/>
                </a:lnTo>
                <a:lnTo>
                  <a:pt x="819962" y="202653"/>
                </a:lnTo>
                <a:lnTo>
                  <a:pt x="819912" y="108204"/>
                </a:lnTo>
                <a:lnTo>
                  <a:pt x="823976" y="105156"/>
                </a:lnTo>
                <a:lnTo>
                  <a:pt x="832104" y="99060"/>
                </a:lnTo>
                <a:lnTo>
                  <a:pt x="825766" y="94488"/>
                </a:lnTo>
                <a:lnTo>
                  <a:pt x="804672" y="79248"/>
                </a:lnTo>
                <a:lnTo>
                  <a:pt x="792480" y="94488"/>
                </a:lnTo>
                <a:lnTo>
                  <a:pt x="726948" y="94488"/>
                </a:lnTo>
                <a:lnTo>
                  <a:pt x="737247" y="76771"/>
                </a:lnTo>
                <a:lnTo>
                  <a:pt x="745426" y="62484"/>
                </a:lnTo>
                <a:lnTo>
                  <a:pt x="751586" y="51625"/>
                </a:lnTo>
                <a:lnTo>
                  <a:pt x="755904" y="44196"/>
                </a:lnTo>
                <a:lnTo>
                  <a:pt x="848868" y="44196"/>
                </a:lnTo>
                <a:close/>
              </a:path>
              <a:path w="852169" h="410210">
                <a:moveTo>
                  <a:pt x="851916" y="359664"/>
                </a:moveTo>
                <a:lnTo>
                  <a:pt x="815619" y="363435"/>
                </a:lnTo>
                <a:lnTo>
                  <a:pt x="777621" y="365760"/>
                </a:lnTo>
                <a:lnTo>
                  <a:pt x="737895" y="366953"/>
                </a:lnTo>
                <a:lnTo>
                  <a:pt x="696468" y="367284"/>
                </a:lnTo>
                <a:lnTo>
                  <a:pt x="657313" y="366166"/>
                </a:lnTo>
                <a:lnTo>
                  <a:pt x="624459" y="362902"/>
                </a:lnTo>
                <a:lnTo>
                  <a:pt x="597877" y="357644"/>
                </a:lnTo>
                <a:lnTo>
                  <a:pt x="577596" y="350520"/>
                </a:lnTo>
                <a:lnTo>
                  <a:pt x="577596" y="344424"/>
                </a:lnTo>
                <a:lnTo>
                  <a:pt x="577596" y="283464"/>
                </a:lnTo>
                <a:lnTo>
                  <a:pt x="655320" y="283464"/>
                </a:lnTo>
                <a:lnTo>
                  <a:pt x="646252" y="272796"/>
                </a:lnTo>
                <a:lnTo>
                  <a:pt x="629412" y="252984"/>
                </a:lnTo>
                <a:lnTo>
                  <a:pt x="611124" y="272796"/>
                </a:lnTo>
                <a:lnTo>
                  <a:pt x="577596" y="272796"/>
                </a:lnTo>
                <a:lnTo>
                  <a:pt x="577596" y="211836"/>
                </a:lnTo>
                <a:lnTo>
                  <a:pt x="662940" y="211836"/>
                </a:lnTo>
                <a:lnTo>
                  <a:pt x="635508" y="179832"/>
                </a:lnTo>
                <a:lnTo>
                  <a:pt x="614172" y="201168"/>
                </a:lnTo>
                <a:lnTo>
                  <a:pt x="460248" y="201168"/>
                </a:lnTo>
                <a:lnTo>
                  <a:pt x="477012" y="216408"/>
                </a:lnTo>
                <a:lnTo>
                  <a:pt x="486435" y="214414"/>
                </a:lnTo>
                <a:lnTo>
                  <a:pt x="496443" y="212979"/>
                </a:lnTo>
                <a:lnTo>
                  <a:pt x="507009" y="212128"/>
                </a:lnTo>
                <a:lnTo>
                  <a:pt x="518160" y="211836"/>
                </a:lnTo>
                <a:lnTo>
                  <a:pt x="554736" y="211836"/>
                </a:lnTo>
                <a:lnTo>
                  <a:pt x="554736" y="344424"/>
                </a:lnTo>
                <a:lnTo>
                  <a:pt x="540461" y="334098"/>
                </a:lnTo>
                <a:lnTo>
                  <a:pt x="527494" y="323469"/>
                </a:lnTo>
                <a:lnTo>
                  <a:pt x="515937" y="312280"/>
                </a:lnTo>
                <a:lnTo>
                  <a:pt x="514794" y="310896"/>
                </a:lnTo>
                <a:lnTo>
                  <a:pt x="505968" y="300228"/>
                </a:lnTo>
                <a:lnTo>
                  <a:pt x="509930" y="278853"/>
                </a:lnTo>
                <a:lnTo>
                  <a:pt x="514921" y="262699"/>
                </a:lnTo>
                <a:lnTo>
                  <a:pt x="520750" y="252018"/>
                </a:lnTo>
                <a:lnTo>
                  <a:pt x="527304" y="246888"/>
                </a:lnTo>
                <a:lnTo>
                  <a:pt x="492252" y="228600"/>
                </a:lnTo>
                <a:lnTo>
                  <a:pt x="487680" y="269938"/>
                </a:lnTo>
                <a:lnTo>
                  <a:pt x="478536" y="316992"/>
                </a:lnTo>
                <a:lnTo>
                  <a:pt x="464820" y="363093"/>
                </a:lnTo>
                <a:lnTo>
                  <a:pt x="446532" y="402336"/>
                </a:lnTo>
                <a:lnTo>
                  <a:pt x="452628" y="406908"/>
                </a:lnTo>
                <a:lnTo>
                  <a:pt x="466915" y="388048"/>
                </a:lnTo>
                <a:lnTo>
                  <a:pt x="480060" y="365760"/>
                </a:lnTo>
                <a:lnTo>
                  <a:pt x="492061" y="340042"/>
                </a:lnTo>
                <a:lnTo>
                  <a:pt x="502920" y="310896"/>
                </a:lnTo>
                <a:lnTo>
                  <a:pt x="516610" y="328663"/>
                </a:lnTo>
                <a:lnTo>
                  <a:pt x="556260" y="364236"/>
                </a:lnTo>
                <a:lnTo>
                  <a:pt x="605764" y="382244"/>
                </a:lnTo>
                <a:lnTo>
                  <a:pt x="655523" y="390867"/>
                </a:lnTo>
                <a:lnTo>
                  <a:pt x="697420" y="393192"/>
                </a:lnTo>
                <a:lnTo>
                  <a:pt x="752157" y="394385"/>
                </a:lnTo>
                <a:lnTo>
                  <a:pt x="819912" y="394716"/>
                </a:lnTo>
                <a:lnTo>
                  <a:pt x="821905" y="386981"/>
                </a:lnTo>
                <a:lnTo>
                  <a:pt x="827913" y="379666"/>
                </a:lnTo>
                <a:lnTo>
                  <a:pt x="837907" y="372643"/>
                </a:lnTo>
                <a:lnTo>
                  <a:pt x="848804" y="367284"/>
                </a:lnTo>
                <a:lnTo>
                  <a:pt x="851916" y="365760"/>
                </a:lnTo>
                <a:lnTo>
                  <a:pt x="851916" y="35966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3044952" y="3044952"/>
            <a:ext cx="158750" cy="325120"/>
          </a:xfrm>
          <a:custGeom>
            <a:avLst/>
            <a:gdLst/>
            <a:ahLst/>
            <a:cxnLst/>
            <a:rect l="l" t="t" r="r" b="b"/>
            <a:pathLst>
              <a:path w="158750" h="325120">
                <a:moveTo>
                  <a:pt x="158495" y="324612"/>
                </a:moveTo>
                <a:lnTo>
                  <a:pt x="0" y="324612"/>
                </a:lnTo>
                <a:lnTo>
                  <a:pt x="0" y="292608"/>
                </a:lnTo>
                <a:lnTo>
                  <a:pt x="59435" y="292608"/>
                </a:lnTo>
                <a:lnTo>
                  <a:pt x="59435" y="74676"/>
                </a:lnTo>
                <a:lnTo>
                  <a:pt x="0" y="74676"/>
                </a:lnTo>
                <a:lnTo>
                  <a:pt x="0" y="45720"/>
                </a:lnTo>
                <a:lnTo>
                  <a:pt x="15978" y="45148"/>
                </a:lnTo>
                <a:lnTo>
                  <a:pt x="29527" y="43434"/>
                </a:lnTo>
                <a:lnTo>
                  <a:pt x="65055" y="12573"/>
                </a:lnTo>
                <a:lnTo>
                  <a:pt x="67055" y="0"/>
                </a:lnTo>
                <a:lnTo>
                  <a:pt x="100583" y="0"/>
                </a:lnTo>
                <a:lnTo>
                  <a:pt x="100583" y="292608"/>
                </a:lnTo>
                <a:lnTo>
                  <a:pt x="158495" y="292608"/>
                </a:lnTo>
                <a:lnTo>
                  <a:pt x="158495" y="32461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3528047" y="3003803"/>
            <a:ext cx="2075814" cy="411480"/>
          </a:xfrm>
          <a:custGeom>
            <a:avLst/>
            <a:gdLst/>
            <a:ahLst/>
            <a:cxnLst/>
            <a:rect l="l" t="t" r="r" b="b"/>
            <a:pathLst>
              <a:path w="2075814" h="411479">
                <a:moveTo>
                  <a:pt x="316992" y="123444"/>
                </a:moveTo>
                <a:lnTo>
                  <a:pt x="275844" y="123444"/>
                </a:lnTo>
                <a:lnTo>
                  <a:pt x="236220" y="310896"/>
                </a:lnTo>
                <a:lnTo>
                  <a:pt x="176784" y="123444"/>
                </a:lnTo>
                <a:lnTo>
                  <a:pt x="143256" y="123444"/>
                </a:lnTo>
                <a:lnTo>
                  <a:pt x="85344" y="310896"/>
                </a:lnTo>
                <a:lnTo>
                  <a:pt x="42672" y="123444"/>
                </a:lnTo>
                <a:lnTo>
                  <a:pt x="0" y="123444"/>
                </a:lnTo>
                <a:lnTo>
                  <a:pt x="62484" y="365760"/>
                </a:lnTo>
                <a:lnTo>
                  <a:pt x="99060" y="365760"/>
                </a:lnTo>
                <a:lnTo>
                  <a:pt x="158496" y="179832"/>
                </a:lnTo>
                <a:lnTo>
                  <a:pt x="217932" y="365760"/>
                </a:lnTo>
                <a:lnTo>
                  <a:pt x="256032" y="365760"/>
                </a:lnTo>
                <a:lnTo>
                  <a:pt x="316992" y="123444"/>
                </a:lnTo>
                <a:close/>
              </a:path>
              <a:path w="2075814" h="411479">
                <a:moveTo>
                  <a:pt x="536460" y="268224"/>
                </a:moveTo>
                <a:lnTo>
                  <a:pt x="510908" y="223837"/>
                </a:lnTo>
                <a:lnTo>
                  <a:pt x="476364" y="193548"/>
                </a:lnTo>
                <a:lnTo>
                  <a:pt x="464832" y="184404"/>
                </a:lnTo>
                <a:lnTo>
                  <a:pt x="468261" y="161785"/>
                </a:lnTo>
                <a:lnTo>
                  <a:pt x="471690" y="130302"/>
                </a:lnTo>
                <a:lnTo>
                  <a:pt x="475119" y="89687"/>
                </a:lnTo>
                <a:lnTo>
                  <a:pt x="478548" y="39624"/>
                </a:lnTo>
                <a:lnTo>
                  <a:pt x="493788" y="27432"/>
                </a:lnTo>
                <a:lnTo>
                  <a:pt x="449592" y="7620"/>
                </a:lnTo>
                <a:lnTo>
                  <a:pt x="448970" y="59651"/>
                </a:lnTo>
                <a:lnTo>
                  <a:pt x="446925" y="106108"/>
                </a:lnTo>
                <a:lnTo>
                  <a:pt x="443153" y="147142"/>
                </a:lnTo>
                <a:lnTo>
                  <a:pt x="431114" y="214604"/>
                </a:lnTo>
                <a:lnTo>
                  <a:pt x="415112" y="269468"/>
                </a:lnTo>
                <a:lnTo>
                  <a:pt x="394843" y="315493"/>
                </a:lnTo>
                <a:lnTo>
                  <a:pt x="365747" y="361835"/>
                </a:lnTo>
                <a:lnTo>
                  <a:pt x="347484" y="385572"/>
                </a:lnTo>
                <a:lnTo>
                  <a:pt x="352056" y="390144"/>
                </a:lnTo>
                <a:lnTo>
                  <a:pt x="383679" y="356997"/>
                </a:lnTo>
                <a:lnTo>
                  <a:pt x="413016" y="316992"/>
                </a:lnTo>
                <a:lnTo>
                  <a:pt x="440258" y="264414"/>
                </a:lnTo>
                <a:lnTo>
                  <a:pt x="461784" y="193548"/>
                </a:lnTo>
                <a:lnTo>
                  <a:pt x="477189" y="214604"/>
                </a:lnTo>
                <a:lnTo>
                  <a:pt x="489597" y="234696"/>
                </a:lnTo>
                <a:lnTo>
                  <a:pt x="499071" y="253555"/>
                </a:lnTo>
                <a:lnTo>
                  <a:pt x="505980" y="271272"/>
                </a:lnTo>
                <a:lnTo>
                  <a:pt x="510286" y="282397"/>
                </a:lnTo>
                <a:lnTo>
                  <a:pt x="514172" y="290512"/>
                </a:lnTo>
                <a:lnTo>
                  <a:pt x="517766" y="295490"/>
                </a:lnTo>
                <a:lnTo>
                  <a:pt x="521220" y="297180"/>
                </a:lnTo>
                <a:lnTo>
                  <a:pt x="522744" y="297180"/>
                </a:lnTo>
                <a:lnTo>
                  <a:pt x="525792" y="294132"/>
                </a:lnTo>
                <a:lnTo>
                  <a:pt x="530364" y="291084"/>
                </a:lnTo>
                <a:lnTo>
                  <a:pt x="534936" y="286512"/>
                </a:lnTo>
                <a:lnTo>
                  <a:pt x="536460" y="278892"/>
                </a:lnTo>
                <a:lnTo>
                  <a:pt x="536460" y="268224"/>
                </a:lnTo>
                <a:close/>
              </a:path>
              <a:path w="2075814" h="411479">
                <a:moveTo>
                  <a:pt x="752868" y="370332"/>
                </a:moveTo>
                <a:lnTo>
                  <a:pt x="710577" y="340423"/>
                </a:lnTo>
                <a:lnTo>
                  <a:pt x="675144" y="291084"/>
                </a:lnTo>
                <a:lnTo>
                  <a:pt x="647903" y="231267"/>
                </a:lnTo>
                <a:lnTo>
                  <a:pt x="630948" y="169164"/>
                </a:lnTo>
                <a:lnTo>
                  <a:pt x="624001" y="126492"/>
                </a:lnTo>
                <a:lnTo>
                  <a:pt x="620014" y="73152"/>
                </a:lnTo>
                <a:lnTo>
                  <a:pt x="620280" y="41148"/>
                </a:lnTo>
                <a:lnTo>
                  <a:pt x="635520" y="27432"/>
                </a:lnTo>
                <a:lnTo>
                  <a:pt x="591324" y="6096"/>
                </a:lnTo>
                <a:lnTo>
                  <a:pt x="591908" y="38392"/>
                </a:lnTo>
                <a:lnTo>
                  <a:pt x="591515" y="68961"/>
                </a:lnTo>
                <a:lnTo>
                  <a:pt x="590245" y="97828"/>
                </a:lnTo>
                <a:lnTo>
                  <a:pt x="585724" y="150164"/>
                </a:lnTo>
                <a:lnTo>
                  <a:pt x="579488" y="194843"/>
                </a:lnTo>
                <a:lnTo>
                  <a:pt x="570979" y="234035"/>
                </a:lnTo>
                <a:lnTo>
                  <a:pt x="558507" y="270611"/>
                </a:lnTo>
                <a:lnTo>
                  <a:pt x="532460" y="321183"/>
                </a:lnTo>
                <a:lnTo>
                  <a:pt x="507504" y="352044"/>
                </a:lnTo>
                <a:lnTo>
                  <a:pt x="478739" y="380238"/>
                </a:lnTo>
                <a:lnTo>
                  <a:pt x="446544" y="403860"/>
                </a:lnTo>
                <a:lnTo>
                  <a:pt x="452640" y="409956"/>
                </a:lnTo>
                <a:lnTo>
                  <a:pt x="489216" y="387477"/>
                </a:lnTo>
                <a:lnTo>
                  <a:pt x="525792" y="358140"/>
                </a:lnTo>
                <a:lnTo>
                  <a:pt x="559511" y="319278"/>
                </a:lnTo>
                <a:lnTo>
                  <a:pt x="585228" y="271272"/>
                </a:lnTo>
                <a:lnTo>
                  <a:pt x="603707" y="208597"/>
                </a:lnTo>
                <a:lnTo>
                  <a:pt x="609866" y="169913"/>
                </a:lnTo>
                <a:lnTo>
                  <a:pt x="614184" y="126492"/>
                </a:lnTo>
                <a:lnTo>
                  <a:pt x="617918" y="160210"/>
                </a:lnTo>
                <a:lnTo>
                  <a:pt x="627684" y="217360"/>
                </a:lnTo>
                <a:lnTo>
                  <a:pt x="640486" y="262229"/>
                </a:lnTo>
                <a:lnTo>
                  <a:pt x="656920" y="303377"/>
                </a:lnTo>
                <a:lnTo>
                  <a:pt x="675995" y="342861"/>
                </a:lnTo>
                <a:lnTo>
                  <a:pt x="701141" y="378383"/>
                </a:lnTo>
                <a:lnTo>
                  <a:pt x="716292" y="394716"/>
                </a:lnTo>
                <a:lnTo>
                  <a:pt x="720293" y="388429"/>
                </a:lnTo>
                <a:lnTo>
                  <a:pt x="727722" y="383286"/>
                </a:lnTo>
                <a:lnTo>
                  <a:pt x="738581" y="379285"/>
                </a:lnTo>
                <a:lnTo>
                  <a:pt x="752868" y="376428"/>
                </a:lnTo>
                <a:lnTo>
                  <a:pt x="752868" y="370332"/>
                </a:lnTo>
                <a:close/>
              </a:path>
              <a:path w="2075814" h="411479">
                <a:moveTo>
                  <a:pt x="955560" y="111252"/>
                </a:moveTo>
                <a:lnTo>
                  <a:pt x="926604" y="80772"/>
                </a:lnTo>
                <a:lnTo>
                  <a:pt x="906792" y="100584"/>
                </a:lnTo>
                <a:lnTo>
                  <a:pt x="883932" y="100584"/>
                </a:lnTo>
                <a:lnTo>
                  <a:pt x="883932" y="30480"/>
                </a:lnTo>
                <a:lnTo>
                  <a:pt x="899172" y="18288"/>
                </a:lnTo>
                <a:lnTo>
                  <a:pt x="859548" y="0"/>
                </a:lnTo>
                <a:lnTo>
                  <a:pt x="860666" y="17437"/>
                </a:lnTo>
                <a:lnTo>
                  <a:pt x="861618" y="39624"/>
                </a:lnTo>
                <a:lnTo>
                  <a:pt x="862317" y="67056"/>
                </a:lnTo>
                <a:lnTo>
                  <a:pt x="862596" y="100584"/>
                </a:lnTo>
                <a:lnTo>
                  <a:pt x="790968" y="100584"/>
                </a:lnTo>
                <a:lnTo>
                  <a:pt x="804684" y="114300"/>
                </a:lnTo>
                <a:lnTo>
                  <a:pt x="826020" y="111252"/>
                </a:lnTo>
                <a:lnTo>
                  <a:pt x="862596" y="111252"/>
                </a:lnTo>
                <a:lnTo>
                  <a:pt x="862596" y="208788"/>
                </a:lnTo>
                <a:lnTo>
                  <a:pt x="840587" y="217360"/>
                </a:lnTo>
                <a:lnTo>
                  <a:pt x="820305" y="224790"/>
                </a:lnTo>
                <a:lnTo>
                  <a:pt x="801725" y="231076"/>
                </a:lnTo>
                <a:lnTo>
                  <a:pt x="784872" y="236220"/>
                </a:lnTo>
                <a:lnTo>
                  <a:pt x="807732" y="265176"/>
                </a:lnTo>
                <a:lnTo>
                  <a:pt x="813727" y="259232"/>
                </a:lnTo>
                <a:lnTo>
                  <a:pt x="824877" y="250698"/>
                </a:lnTo>
                <a:lnTo>
                  <a:pt x="841159" y="239890"/>
                </a:lnTo>
                <a:lnTo>
                  <a:pt x="862596" y="227076"/>
                </a:lnTo>
                <a:lnTo>
                  <a:pt x="862596" y="361188"/>
                </a:lnTo>
                <a:lnTo>
                  <a:pt x="859548" y="367284"/>
                </a:lnTo>
                <a:lnTo>
                  <a:pt x="853452" y="367284"/>
                </a:lnTo>
                <a:lnTo>
                  <a:pt x="847140" y="366979"/>
                </a:lnTo>
                <a:lnTo>
                  <a:pt x="837260" y="365950"/>
                </a:lnTo>
                <a:lnTo>
                  <a:pt x="823658" y="364070"/>
                </a:lnTo>
                <a:lnTo>
                  <a:pt x="806208" y="361188"/>
                </a:lnTo>
                <a:lnTo>
                  <a:pt x="806208" y="368808"/>
                </a:lnTo>
                <a:lnTo>
                  <a:pt x="826820" y="377977"/>
                </a:lnTo>
                <a:lnTo>
                  <a:pt x="840879" y="387286"/>
                </a:lnTo>
                <a:lnTo>
                  <a:pt x="848639" y="396887"/>
                </a:lnTo>
                <a:lnTo>
                  <a:pt x="850404" y="406908"/>
                </a:lnTo>
                <a:lnTo>
                  <a:pt x="865276" y="398081"/>
                </a:lnTo>
                <a:lnTo>
                  <a:pt x="883869" y="363080"/>
                </a:lnTo>
                <a:lnTo>
                  <a:pt x="883932" y="227076"/>
                </a:lnTo>
                <a:lnTo>
                  <a:pt x="883932" y="214884"/>
                </a:lnTo>
                <a:lnTo>
                  <a:pt x="910602" y="199644"/>
                </a:lnTo>
                <a:lnTo>
                  <a:pt x="937272" y="184404"/>
                </a:lnTo>
                <a:lnTo>
                  <a:pt x="932700" y="178308"/>
                </a:lnTo>
                <a:lnTo>
                  <a:pt x="883932" y="199644"/>
                </a:lnTo>
                <a:lnTo>
                  <a:pt x="883932" y="111252"/>
                </a:lnTo>
                <a:lnTo>
                  <a:pt x="955560" y="111252"/>
                </a:lnTo>
                <a:close/>
              </a:path>
              <a:path w="2075814" h="411479">
                <a:moveTo>
                  <a:pt x="1031760" y="131064"/>
                </a:moveTo>
                <a:lnTo>
                  <a:pt x="1030236" y="126492"/>
                </a:lnTo>
                <a:lnTo>
                  <a:pt x="1028712" y="120396"/>
                </a:lnTo>
                <a:lnTo>
                  <a:pt x="1024178" y="115595"/>
                </a:lnTo>
                <a:lnTo>
                  <a:pt x="1015377" y="108204"/>
                </a:lnTo>
                <a:lnTo>
                  <a:pt x="1002563" y="98539"/>
                </a:lnTo>
                <a:lnTo>
                  <a:pt x="986040" y="86868"/>
                </a:lnTo>
                <a:lnTo>
                  <a:pt x="979944" y="89916"/>
                </a:lnTo>
                <a:lnTo>
                  <a:pt x="989342" y="104203"/>
                </a:lnTo>
                <a:lnTo>
                  <a:pt x="996899" y="117348"/>
                </a:lnTo>
                <a:lnTo>
                  <a:pt x="1002436" y="129349"/>
                </a:lnTo>
                <a:lnTo>
                  <a:pt x="1005852" y="140208"/>
                </a:lnTo>
                <a:lnTo>
                  <a:pt x="1008888" y="150863"/>
                </a:lnTo>
                <a:lnTo>
                  <a:pt x="1011948" y="155448"/>
                </a:lnTo>
                <a:lnTo>
                  <a:pt x="1018044" y="155448"/>
                </a:lnTo>
                <a:lnTo>
                  <a:pt x="1021092" y="153924"/>
                </a:lnTo>
                <a:lnTo>
                  <a:pt x="1025664" y="147828"/>
                </a:lnTo>
                <a:lnTo>
                  <a:pt x="1030236" y="143256"/>
                </a:lnTo>
                <a:lnTo>
                  <a:pt x="1031760" y="137160"/>
                </a:lnTo>
                <a:lnTo>
                  <a:pt x="1031760" y="131064"/>
                </a:lnTo>
                <a:close/>
              </a:path>
              <a:path w="2075814" h="411479">
                <a:moveTo>
                  <a:pt x="1068336" y="39624"/>
                </a:moveTo>
                <a:lnTo>
                  <a:pt x="1034135" y="10744"/>
                </a:lnTo>
                <a:lnTo>
                  <a:pt x="1019568" y="3048"/>
                </a:lnTo>
                <a:lnTo>
                  <a:pt x="1014996" y="6096"/>
                </a:lnTo>
                <a:lnTo>
                  <a:pt x="1025296" y="19265"/>
                </a:lnTo>
                <a:lnTo>
                  <a:pt x="1033475" y="31432"/>
                </a:lnTo>
                <a:lnTo>
                  <a:pt x="1039634" y="42748"/>
                </a:lnTo>
                <a:lnTo>
                  <a:pt x="1043952" y="53340"/>
                </a:lnTo>
                <a:lnTo>
                  <a:pt x="1047000" y="62484"/>
                </a:lnTo>
                <a:lnTo>
                  <a:pt x="1050048" y="67056"/>
                </a:lnTo>
                <a:lnTo>
                  <a:pt x="1054620" y="67056"/>
                </a:lnTo>
                <a:lnTo>
                  <a:pt x="1057668" y="64008"/>
                </a:lnTo>
                <a:lnTo>
                  <a:pt x="1062240" y="57912"/>
                </a:lnTo>
                <a:lnTo>
                  <a:pt x="1066812" y="53340"/>
                </a:lnTo>
                <a:lnTo>
                  <a:pt x="1068336" y="47244"/>
                </a:lnTo>
                <a:lnTo>
                  <a:pt x="1068336" y="39624"/>
                </a:lnTo>
                <a:close/>
              </a:path>
              <a:path w="2075814" h="411479">
                <a:moveTo>
                  <a:pt x="1176540" y="79248"/>
                </a:moveTo>
                <a:lnTo>
                  <a:pt x="1147584" y="50292"/>
                </a:lnTo>
                <a:lnTo>
                  <a:pt x="1127772" y="68580"/>
                </a:lnTo>
                <a:lnTo>
                  <a:pt x="943368" y="68580"/>
                </a:lnTo>
                <a:lnTo>
                  <a:pt x="960132" y="83820"/>
                </a:lnTo>
                <a:lnTo>
                  <a:pt x="967790" y="81826"/>
                </a:lnTo>
                <a:lnTo>
                  <a:pt x="976896" y="80391"/>
                </a:lnTo>
                <a:lnTo>
                  <a:pt x="987132" y="79540"/>
                </a:lnTo>
                <a:lnTo>
                  <a:pt x="998232" y="79248"/>
                </a:lnTo>
                <a:lnTo>
                  <a:pt x="1176540" y="79248"/>
                </a:lnTo>
                <a:close/>
              </a:path>
              <a:path w="2075814" h="411479">
                <a:moveTo>
                  <a:pt x="1197876" y="251460"/>
                </a:moveTo>
                <a:lnTo>
                  <a:pt x="1167396" y="220980"/>
                </a:lnTo>
                <a:lnTo>
                  <a:pt x="1147584" y="240792"/>
                </a:lnTo>
                <a:lnTo>
                  <a:pt x="1097292" y="240792"/>
                </a:lnTo>
                <a:lnTo>
                  <a:pt x="1097292" y="251460"/>
                </a:lnTo>
                <a:lnTo>
                  <a:pt x="1088758" y="271208"/>
                </a:lnTo>
                <a:lnTo>
                  <a:pt x="1079385" y="289369"/>
                </a:lnTo>
                <a:lnTo>
                  <a:pt x="1069428" y="306120"/>
                </a:lnTo>
                <a:lnTo>
                  <a:pt x="1059192" y="321564"/>
                </a:lnTo>
                <a:lnTo>
                  <a:pt x="1022616" y="312610"/>
                </a:lnTo>
                <a:lnTo>
                  <a:pt x="1004328" y="308495"/>
                </a:lnTo>
                <a:lnTo>
                  <a:pt x="986040" y="304800"/>
                </a:lnTo>
                <a:lnTo>
                  <a:pt x="994244" y="291109"/>
                </a:lnTo>
                <a:lnTo>
                  <a:pt x="1002614" y="277558"/>
                </a:lnTo>
                <a:lnTo>
                  <a:pt x="1010678" y="264299"/>
                </a:lnTo>
                <a:lnTo>
                  <a:pt x="1018044" y="251460"/>
                </a:lnTo>
                <a:lnTo>
                  <a:pt x="1097292" y="251460"/>
                </a:lnTo>
                <a:lnTo>
                  <a:pt x="1097292" y="240792"/>
                </a:lnTo>
                <a:lnTo>
                  <a:pt x="1022616" y="240792"/>
                </a:lnTo>
                <a:lnTo>
                  <a:pt x="1047000" y="196596"/>
                </a:lnTo>
                <a:lnTo>
                  <a:pt x="1060716" y="188976"/>
                </a:lnTo>
                <a:lnTo>
                  <a:pt x="1028712" y="169164"/>
                </a:lnTo>
                <a:lnTo>
                  <a:pt x="1191780" y="169164"/>
                </a:lnTo>
                <a:lnTo>
                  <a:pt x="1161300" y="138684"/>
                </a:lnTo>
                <a:lnTo>
                  <a:pt x="1139964" y="160020"/>
                </a:lnTo>
                <a:lnTo>
                  <a:pt x="1075956" y="160020"/>
                </a:lnTo>
                <a:lnTo>
                  <a:pt x="1083386" y="150876"/>
                </a:lnTo>
                <a:lnTo>
                  <a:pt x="1092149" y="139255"/>
                </a:lnTo>
                <a:lnTo>
                  <a:pt x="1102309" y="125095"/>
                </a:lnTo>
                <a:lnTo>
                  <a:pt x="1114056" y="108204"/>
                </a:lnTo>
                <a:lnTo>
                  <a:pt x="1129296" y="105156"/>
                </a:lnTo>
                <a:lnTo>
                  <a:pt x="1095768" y="80772"/>
                </a:lnTo>
                <a:lnTo>
                  <a:pt x="1091450" y="92824"/>
                </a:lnTo>
                <a:lnTo>
                  <a:pt x="1087577" y="104013"/>
                </a:lnTo>
                <a:lnTo>
                  <a:pt x="1084084" y="114300"/>
                </a:lnTo>
                <a:lnTo>
                  <a:pt x="1080528" y="124968"/>
                </a:lnTo>
                <a:lnTo>
                  <a:pt x="1076210" y="134099"/>
                </a:lnTo>
                <a:lnTo>
                  <a:pt x="1072337" y="143065"/>
                </a:lnTo>
                <a:lnTo>
                  <a:pt x="1069111" y="150863"/>
                </a:lnTo>
                <a:lnTo>
                  <a:pt x="1065288" y="160020"/>
                </a:lnTo>
                <a:lnTo>
                  <a:pt x="918984" y="160020"/>
                </a:lnTo>
                <a:lnTo>
                  <a:pt x="932700" y="173736"/>
                </a:lnTo>
                <a:lnTo>
                  <a:pt x="949464" y="169164"/>
                </a:lnTo>
                <a:lnTo>
                  <a:pt x="1025664" y="169164"/>
                </a:lnTo>
                <a:lnTo>
                  <a:pt x="1019657" y="185724"/>
                </a:lnTo>
                <a:lnTo>
                  <a:pt x="1013091" y="203263"/>
                </a:lnTo>
                <a:lnTo>
                  <a:pt x="1005941" y="221678"/>
                </a:lnTo>
                <a:lnTo>
                  <a:pt x="998232" y="240792"/>
                </a:lnTo>
                <a:lnTo>
                  <a:pt x="902220" y="240792"/>
                </a:lnTo>
                <a:lnTo>
                  <a:pt x="915936" y="254508"/>
                </a:lnTo>
                <a:lnTo>
                  <a:pt x="931176" y="251460"/>
                </a:lnTo>
                <a:lnTo>
                  <a:pt x="993660" y="251460"/>
                </a:lnTo>
                <a:lnTo>
                  <a:pt x="985418" y="266319"/>
                </a:lnTo>
                <a:lnTo>
                  <a:pt x="968362" y="296037"/>
                </a:lnTo>
                <a:lnTo>
                  <a:pt x="960132" y="310896"/>
                </a:lnTo>
                <a:lnTo>
                  <a:pt x="982700" y="315785"/>
                </a:lnTo>
                <a:lnTo>
                  <a:pt x="1004709" y="321373"/>
                </a:lnTo>
                <a:lnTo>
                  <a:pt x="1026134" y="327837"/>
                </a:lnTo>
                <a:lnTo>
                  <a:pt x="1047000" y="335280"/>
                </a:lnTo>
                <a:lnTo>
                  <a:pt x="1028446" y="350139"/>
                </a:lnTo>
                <a:lnTo>
                  <a:pt x="990206" y="372999"/>
                </a:lnTo>
                <a:lnTo>
                  <a:pt x="951382" y="388175"/>
                </a:lnTo>
                <a:lnTo>
                  <a:pt x="913142" y="397941"/>
                </a:lnTo>
                <a:lnTo>
                  <a:pt x="894600" y="400812"/>
                </a:lnTo>
                <a:lnTo>
                  <a:pt x="894600" y="408432"/>
                </a:lnTo>
                <a:lnTo>
                  <a:pt x="955560" y="399859"/>
                </a:lnTo>
                <a:lnTo>
                  <a:pt x="1002804" y="385572"/>
                </a:lnTo>
                <a:lnTo>
                  <a:pt x="1038428" y="366141"/>
                </a:lnTo>
                <a:lnTo>
                  <a:pt x="1068336" y="344424"/>
                </a:lnTo>
                <a:lnTo>
                  <a:pt x="1083449" y="351028"/>
                </a:lnTo>
                <a:lnTo>
                  <a:pt x="1125105" y="373951"/>
                </a:lnTo>
                <a:lnTo>
                  <a:pt x="1149108" y="396240"/>
                </a:lnTo>
                <a:lnTo>
                  <a:pt x="1156728" y="402336"/>
                </a:lnTo>
                <a:lnTo>
                  <a:pt x="1161300" y="406908"/>
                </a:lnTo>
                <a:lnTo>
                  <a:pt x="1167396" y="406908"/>
                </a:lnTo>
                <a:lnTo>
                  <a:pt x="1168920" y="405384"/>
                </a:lnTo>
                <a:lnTo>
                  <a:pt x="1173492" y="396240"/>
                </a:lnTo>
                <a:lnTo>
                  <a:pt x="1173492" y="387096"/>
                </a:lnTo>
                <a:lnTo>
                  <a:pt x="1139964" y="353568"/>
                </a:lnTo>
                <a:lnTo>
                  <a:pt x="1097953" y="334289"/>
                </a:lnTo>
                <a:lnTo>
                  <a:pt x="1080528" y="327660"/>
                </a:lnTo>
                <a:lnTo>
                  <a:pt x="1085227" y="321564"/>
                </a:lnTo>
                <a:lnTo>
                  <a:pt x="1090218" y="315112"/>
                </a:lnTo>
                <a:lnTo>
                  <a:pt x="1100912" y="298132"/>
                </a:lnTo>
                <a:lnTo>
                  <a:pt x="1112456" y="276872"/>
                </a:lnTo>
                <a:lnTo>
                  <a:pt x="1124724" y="251460"/>
                </a:lnTo>
                <a:lnTo>
                  <a:pt x="1197876" y="251460"/>
                </a:lnTo>
                <a:close/>
              </a:path>
              <a:path w="2075814" h="411479">
                <a:moveTo>
                  <a:pt x="1586484" y="39624"/>
                </a:moveTo>
                <a:lnTo>
                  <a:pt x="1559052" y="4572"/>
                </a:lnTo>
                <a:lnTo>
                  <a:pt x="1539913" y="13195"/>
                </a:lnTo>
                <a:lnTo>
                  <a:pt x="1514475" y="20955"/>
                </a:lnTo>
                <a:lnTo>
                  <a:pt x="1444752" y="35052"/>
                </a:lnTo>
                <a:lnTo>
                  <a:pt x="1403019" y="41338"/>
                </a:lnTo>
                <a:lnTo>
                  <a:pt x="1362265" y="46482"/>
                </a:lnTo>
                <a:lnTo>
                  <a:pt x="1322387" y="50482"/>
                </a:lnTo>
                <a:lnTo>
                  <a:pt x="1283208" y="53340"/>
                </a:lnTo>
                <a:lnTo>
                  <a:pt x="1283208" y="60960"/>
                </a:lnTo>
                <a:lnTo>
                  <a:pt x="1328356" y="59537"/>
                </a:lnTo>
                <a:lnTo>
                  <a:pt x="1370076" y="57531"/>
                </a:lnTo>
                <a:lnTo>
                  <a:pt x="1408366" y="54965"/>
                </a:lnTo>
                <a:lnTo>
                  <a:pt x="1586484" y="39624"/>
                </a:lnTo>
                <a:close/>
              </a:path>
              <a:path w="2075814" h="411479">
                <a:moveTo>
                  <a:pt x="1635252" y="166116"/>
                </a:moveTo>
                <a:lnTo>
                  <a:pt x="1630680" y="161544"/>
                </a:lnTo>
                <a:lnTo>
                  <a:pt x="1620012" y="150876"/>
                </a:lnTo>
                <a:lnTo>
                  <a:pt x="1600200" y="131064"/>
                </a:lnTo>
                <a:lnTo>
                  <a:pt x="1584960" y="150876"/>
                </a:lnTo>
                <a:lnTo>
                  <a:pt x="1507236" y="150876"/>
                </a:lnTo>
                <a:lnTo>
                  <a:pt x="1517218" y="136829"/>
                </a:lnTo>
                <a:lnTo>
                  <a:pt x="1528762" y="121920"/>
                </a:lnTo>
                <a:lnTo>
                  <a:pt x="1541741" y="105879"/>
                </a:lnTo>
                <a:lnTo>
                  <a:pt x="1556004" y="88392"/>
                </a:lnTo>
                <a:lnTo>
                  <a:pt x="1574292" y="80772"/>
                </a:lnTo>
                <a:lnTo>
                  <a:pt x="1534668" y="54864"/>
                </a:lnTo>
                <a:lnTo>
                  <a:pt x="1525485" y="81445"/>
                </a:lnTo>
                <a:lnTo>
                  <a:pt x="1515999" y="106299"/>
                </a:lnTo>
                <a:lnTo>
                  <a:pt x="1505953" y="129451"/>
                </a:lnTo>
                <a:lnTo>
                  <a:pt x="1495044" y="150876"/>
                </a:lnTo>
                <a:lnTo>
                  <a:pt x="1435608" y="150876"/>
                </a:lnTo>
                <a:lnTo>
                  <a:pt x="1442466" y="144043"/>
                </a:lnTo>
                <a:lnTo>
                  <a:pt x="1447228" y="137160"/>
                </a:lnTo>
                <a:lnTo>
                  <a:pt x="1449971" y="130302"/>
                </a:lnTo>
                <a:lnTo>
                  <a:pt x="1450848" y="123444"/>
                </a:lnTo>
                <a:lnTo>
                  <a:pt x="1450022" y="117449"/>
                </a:lnTo>
                <a:lnTo>
                  <a:pt x="1422654" y="81534"/>
                </a:lnTo>
                <a:lnTo>
                  <a:pt x="1402080" y="67056"/>
                </a:lnTo>
                <a:lnTo>
                  <a:pt x="1397508" y="70104"/>
                </a:lnTo>
                <a:lnTo>
                  <a:pt x="1403794" y="82105"/>
                </a:lnTo>
                <a:lnTo>
                  <a:pt x="1408938" y="92964"/>
                </a:lnTo>
                <a:lnTo>
                  <a:pt x="1412938" y="102679"/>
                </a:lnTo>
                <a:lnTo>
                  <a:pt x="1415796" y="111252"/>
                </a:lnTo>
                <a:lnTo>
                  <a:pt x="1418945" y="118948"/>
                </a:lnTo>
                <a:lnTo>
                  <a:pt x="1421511" y="128206"/>
                </a:lnTo>
                <a:lnTo>
                  <a:pt x="1423517" y="138899"/>
                </a:lnTo>
                <a:lnTo>
                  <a:pt x="1424940" y="150876"/>
                </a:lnTo>
                <a:lnTo>
                  <a:pt x="1345692" y="150876"/>
                </a:lnTo>
                <a:lnTo>
                  <a:pt x="1351699" y="144043"/>
                </a:lnTo>
                <a:lnTo>
                  <a:pt x="1355979" y="137350"/>
                </a:lnTo>
                <a:lnTo>
                  <a:pt x="1358557" y="130949"/>
                </a:lnTo>
                <a:lnTo>
                  <a:pt x="1359408" y="124968"/>
                </a:lnTo>
                <a:lnTo>
                  <a:pt x="1358557" y="120116"/>
                </a:lnTo>
                <a:lnTo>
                  <a:pt x="1330071" y="88392"/>
                </a:lnTo>
                <a:lnTo>
                  <a:pt x="1307592" y="74676"/>
                </a:lnTo>
                <a:lnTo>
                  <a:pt x="1301496" y="77724"/>
                </a:lnTo>
                <a:lnTo>
                  <a:pt x="1310665" y="89992"/>
                </a:lnTo>
                <a:lnTo>
                  <a:pt x="1317688" y="101536"/>
                </a:lnTo>
                <a:lnTo>
                  <a:pt x="1322717" y="112229"/>
                </a:lnTo>
                <a:lnTo>
                  <a:pt x="1325880" y="121920"/>
                </a:lnTo>
                <a:lnTo>
                  <a:pt x="1328089" y="130302"/>
                </a:lnTo>
                <a:lnTo>
                  <a:pt x="1329905" y="136829"/>
                </a:lnTo>
                <a:lnTo>
                  <a:pt x="1332103" y="144856"/>
                </a:lnTo>
                <a:lnTo>
                  <a:pt x="1333500" y="150876"/>
                </a:lnTo>
                <a:lnTo>
                  <a:pt x="1292352" y="150876"/>
                </a:lnTo>
                <a:lnTo>
                  <a:pt x="1290828" y="128016"/>
                </a:lnTo>
                <a:lnTo>
                  <a:pt x="1284732" y="128016"/>
                </a:lnTo>
                <a:lnTo>
                  <a:pt x="1268018" y="178816"/>
                </a:lnTo>
                <a:lnTo>
                  <a:pt x="1252728" y="198120"/>
                </a:lnTo>
                <a:lnTo>
                  <a:pt x="1249680" y="204216"/>
                </a:lnTo>
                <a:lnTo>
                  <a:pt x="1249680" y="211836"/>
                </a:lnTo>
                <a:lnTo>
                  <a:pt x="1254252" y="214884"/>
                </a:lnTo>
                <a:lnTo>
                  <a:pt x="1261872" y="216408"/>
                </a:lnTo>
                <a:lnTo>
                  <a:pt x="1268476" y="216725"/>
                </a:lnTo>
                <a:lnTo>
                  <a:pt x="1274635" y="215455"/>
                </a:lnTo>
                <a:lnTo>
                  <a:pt x="1293545" y="178142"/>
                </a:lnTo>
                <a:lnTo>
                  <a:pt x="1292352" y="161544"/>
                </a:lnTo>
                <a:lnTo>
                  <a:pt x="1586484" y="161544"/>
                </a:lnTo>
                <a:lnTo>
                  <a:pt x="1563624" y="213360"/>
                </a:lnTo>
                <a:lnTo>
                  <a:pt x="1569720" y="216408"/>
                </a:lnTo>
                <a:lnTo>
                  <a:pt x="1586826" y="196126"/>
                </a:lnTo>
                <a:lnTo>
                  <a:pt x="1603629" y="180975"/>
                </a:lnTo>
                <a:lnTo>
                  <a:pt x="1619872" y="170980"/>
                </a:lnTo>
                <a:lnTo>
                  <a:pt x="1635252" y="166116"/>
                </a:lnTo>
                <a:close/>
              </a:path>
              <a:path w="2075814" h="411479">
                <a:moveTo>
                  <a:pt x="1641348" y="365760"/>
                </a:moveTo>
                <a:lnTo>
                  <a:pt x="1587652" y="365760"/>
                </a:lnTo>
                <a:lnTo>
                  <a:pt x="1538668" y="358902"/>
                </a:lnTo>
                <a:lnTo>
                  <a:pt x="1494548" y="345186"/>
                </a:lnTo>
                <a:lnTo>
                  <a:pt x="1478610" y="336804"/>
                </a:lnTo>
                <a:lnTo>
                  <a:pt x="1455420" y="324612"/>
                </a:lnTo>
                <a:lnTo>
                  <a:pt x="1469136" y="310896"/>
                </a:lnTo>
                <a:lnTo>
                  <a:pt x="1476311" y="303733"/>
                </a:lnTo>
                <a:lnTo>
                  <a:pt x="1495615" y="282130"/>
                </a:lnTo>
                <a:lnTo>
                  <a:pt x="1513509" y="259676"/>
                </a:lnTo>
                <a:lnTo>
                  <a:pt x="1530096" y="236220"/>
                </a:lnTo>
                <a:lnTo>
                  <a:pt x="1549908" y="227076"/>
                </a:lnTo>
                <a:lnTo>
                  <a:pt x="1548307" y="225552"/>
                </a:lnTo>
                <a:lnTo>
                  <a:pt x="1519428" y="198120"/>
                </a:lnTo>
                <a:lnTo>
                  <a:pt x="1504188" y="212090"/>
                </a:lnTo>
                <a:lnTo>
                  <a:pt x="1504188" y="225552"/>
                </a:lnTo>
                <a:lnTo>
                  <a:pt x="1490472" y="248107"/>
                </a:lnTo>
                <a:lnTo>
                  <a:pt x="1474470" y="269938"/>
                </a:lnTo>
                <a:lnTo>
                  <a:pt x="1456182" y="290918"/>
                </a:lnTo>
                <a:lnTo>
                  <a:pt x="1435608" y="310896"/>
                </a:lnTo>
                <a:lnTo>
                  <a:pt x="1415872" y="291782"/>
                </a:lnTo>
                <a:lnTo>
                  <a:pt x="1397698" y="271081"/>
                </a:lnTo>
                <a:lnTo>
                  <a:pt x="1380959" y="248970"/>
                </a:lnTo>
                <a:lnTo>
                  <a:pt x="1365504" y="225552"/>
                </a:lnTo>
                <a:lnTo>
                  <a:pt x="1504188" y="225552"/>
                </a:lnTo>
                <a:lnTo>
                  <a:pt x="1504188" y="212090"/>
                </a:lnTo>
                <a:lnTo>
                  <a:pt x="1501140" y="214884"/>
                </a:lnTo>
                <a:lnTo>
                  <a:pt x="1303020" y="214884"/>
                </a:lnTo>
                <a:lnTo>
                  <a:pt x="1316736" y="228600"/>
                </a:lnTo>
                <a:lnTo>
                  <a:pt x="1333500" y="225552"/>
                </a:lnTo>
                <a:lnTo>
                  <a:pt x="1357884" y="225552"/>
                </a:lnTo>
                <a:lnTo>
                  <a:pt x="1369339" y="252158"/>
                </a:lnTo>
                <a:lnTo>
                  <a:pt x="1383220" y="277177"/>
                </a:lnTo>
                <a:lnTo>
                  <a:pt x="1399679" y="300786"/>
                </a:lnTo>
                <a:lnTo>
                  <a:pt x="1418844" y="323088"/>
                </a:lnTo>
                <a:lnTo>
                  <a:pt x="1381988" y="347433"/>
                </a:lnTo>
                <a:lnTo>
                  <a:pt x="1339977" y="368046"/>
                </a:lnTo>
                <a:lnTo>
                  <a:pt x="1292834" y="385241"/>
                </a:lnTo>
                <a:lnTo>
                  <a:pt x="1240536" y="399288"/>
                </a:lnTo>
                <a:lnTo>
                  <a:pt x="1242060" y="406908"/>
                </a:lnTo>
                <a:lnTo>
                  <a:pt x="1295450" y="397243"/>
                </a:lnTo>
                <a:lnTo>
                  <a:pt x="1345692" y="382143"/>
                </a:lnTo>
                <a:lnTo>
                  <a:pt x="1392516" y="361911"/>
                </a:lnTo>
                <a:lnTo>
                  <a:pt x="1435608" y="336804"/>
                </a:lnTo>
                <a:lnTo>
                  <a:pt x="1474241" y="361378"/>
                </a:lnTo>
                <a:lnTo>
                  <a:pt x="1514856" y="380238"/>
                </a:lnTo>
                <a:lnTo>
                  <a:pt x="1557769" y="393382"/>
                </a:lnTo>
                <a:lnTo>
                  <a:pt x="1603248" y="400812"/>
                </a:lnTo>
                <a:lnTo>
                  <a:pt x="1606423" y="392239"/>
                </a:lnTo>
                <a:lnTo>
                  <a:pt x="1613725" y="384810"/>
                </a:lnTo>
                <a:lnTo>
                  <a:pt x="1625333" y="378523"/>
                </a:lnTo>
                <a:lnTo>
                  <a:pt x="1641348" y="373380"/>
                </a:lnTo>
                <a:lnTo>
                  <a:pt x="1641348" y="365760"/>
                </a:lnTo>
                <a:close/>
              </a:path>
              <a:path w="2075814" h="411479">
                <a:moveTo>
                  <a:pt x="1895868" y="68580"/>
                </a:moveTo>
                <a:lnTo>
                  <a:pt x="1885734" y="57912"/>
                </a:lnTo>
                <a:lnTo>
                  <a:pt x="1866912" y="38100"/>
                </a:lnTo>
                <a:lnTo>
                  <a:pt x="1845576" y="57912"/>
                </a:lnTo>
                <a:lnTo>
                  <a:pt x="1770900" y="57912"/>
                </a:lnTo>
                <a:lnTo>
                  <a:pt x="1781467" y="45656"/>
                </a:lnTo>
                <a:lnTo>
                  <a:pt x="1790522" y="36195"/>
                </a:lnTo>
                <a:lnTo>
                  <a:pt x="1798116" y="29629"/>
                </a:lnTo>
                <a:lnTo>
                  <a:pt x="1804428" y="25908"/>
                </a:lnTo>
                <a:lnTo>
                  <a:pt x="1769376" y="3048"/>
                </a:lnTo>
                <a:lnTo>
                  <a:pt x="1746440" y="52349"/>
                </a:lnTo>
                <a:lnTo>
                  <a:pt x="1724393" y="84010"/>
                </a:lnTo>
                <a:lnTo>
                  <a:pt x="1688604" y="123444"/>
                </a:lnTo>
                <a:lnTo>
                  <a:pt x="1693176" y="129540"/>
                </a:lnTo>
                <a:lnTo>
                  <a:pt x="1734324" y="99060"/>
                </a:lnTo>
                <a:lnTo>
                  <a:pt x="1756397" y="75704"/>
                </a:lnTo>
                <a:lnTo>
                  <a:pt x="1763280" y="68580"/>
                </a:lnTo>
                <a:lnTo>
                  <a:pt x="1784616" y="68580"/>
                </a:lnTo>
                <a:lnTo>
                  <a:pt x="1790661" y="76301"/>
                </a:lnTo>
                <a:lnTo>
                  <a:pt x="1807476" y="114300"/>
                </a:lnTo>
                <a:lnTo>
                  <a:pt x="1809000" y="120396"/>
                </a:lnTo>
                <a:lnTo>
                  <a:pt x="1809000" y="124968"/>
                </a:lnTo>
                <a:lnTo>
                  <a:pt x="1810524" y="126492"/>
                </a:lnTo>
                <a:lnTo>
                  <a:pt x="1816620" y="126492"/>
                </a:lnTo>
                <a:lnTo>
                  <a:pt x="1819668" y="124968"/>
                </a:lnTo>
                <a:lnTo>
                  <a:pt x="1824240" y="120396"/>
                </a:lnTo>
                <a:lnTo>
                  <a:pt x="1830336" y="115824"/>
                </a:lnTo>
                <a:lnTo>
                  <a:pt x="1831797" y="111442"/>
                </a:lnTo>
                <a:lnTo>
                  <a:pt x="1831860" y="103632"/>
                </a:lnTo>
                <a:lnTo>
                  <a:pt x="1830336" y="99060"/>
                </a:lnTo>
                <a:lnTo>
                  <a:pt x="1795284" y="68580"/>
                </a:lnTo>
                <a:lnTo>
                  <a:pt x="1895868" y="68580"/>
                </a:lnTo>
                <a:close/>
              </a:path>
              <a:path w="2075814" h="411479">
                <a:moveTo>
                  <a:pt x="2068080" y="271272"/>
                </a:moveTo>
                <a:lnTo>
                  <a:pt x="2060460" y="263652"/>
                </a:lnTo>
                <a:lnTo>
                  <a:pt x="2043696" y="246888"/>
                </a:lnTo>
                <a:lnTo>
                  <a:pt x="2026932" y="263652"/>
                </a:lnTo>
                <a:lnTo>
                  <a:pt x="1900440" y="263652"/>
                </a:lnTo>
                <a:lnTo>
                  <a:pt x="1900440" y="210312"/>
                </a:lnTo>
                <a:lnTo>
                  <a:pt x="1996452" y="210312"/>
                </a:lnTo>
                <a:lnTo>
                  <a:pt x="1996452" y="228600"/>
                </a:lnTo>
                <a:lnTo>
                  <a:pt x="2020836" y="217932"/>
                </a:lnTo>
                <a:lnTo>
                  <a:pt x="2020633" y="210312"/>
                </a:lnTo>
                <a:lnTo>
                  <a:pt x="2020595" y="208559"/>
                </a:lnTo>
                <a:lnTo>
                  <a:pt x="2020265" y="199644"/>
                </a:lnTo>
                <a:lnTo>
                  <a:pt x="2020074" y="194310"/>
                </a:lnTo>
                <a:lnTo>
                  <a:pt x="2019541" y="175501"/>
                </a:lnTo>
                <a:lnTo>
                  <a:pt x="2019312" y="152400"/>
                </a:lnTo>
                <a:lnTo>
                  <a:pt x="2026170" y="147828"/>
                </a:lnTo>
                <a:lnTo>
                  <a:pt x="2033028" y="143256"/>
                </a:lnTo>
                <a:lnTo>
                  <a:pt x="2008644" y="118872"/>
                </a:lnTo>
                <a:lnTo>
                  <a:pt x="1996452" y="132181"/>
                </a:lnTo>
                <a:lnTo>
                  <a:pt x="1996452" y="147828"/>
                </a:lnTo>
                <a:lnTo>
                  <a:pt x="1996452" y="199644"/>
                </a:lnTo>
                <a:lnTo>
                  <a:pt x="1900440" y="199644"/>
                </a:lnTo>
                <a:lnTo>
                  <a:pt x="1900440" y="147828"/>
                </a:lnTo>
                <a:lnTo>
                  <a:pt x="1996452" y="147828"/>
                </a:lnTo>
                <a:lnTo>
                  <a:pt x="1996452" y="132181"/>
                </a:lnTo>
                <a:lnTo>
                  <a:pt x="1991880" y="137160"/>
                </a:lnTo>
                <a:lnTo>
                  <a:pt x="1732800" y="137160"/>
                </a:lnTo>
                <a:lnTo>
                  <a:pt x="1748040" y="152400"/>
                </a:lnTo>
                <a:lnTo>
                  <a:pt x="1757768" y="150406"/>
                </a:lnTo>
                <a:lnTo>
                  <a:pt x="1766519" y="148971"/>
                </a:lnTo>
                <a:lnTo>
                  <a:pt x="1774393" y="148120"/>
                </a:lnTo>
                <a:lnTo>
                  <a:pt x="1781568" y="147828"/>
                </a:lnTo>
                <a:lnTo>
                  <a:pt x="1877580" y="147828"/>
                </a:lnTo>
                <a:lnTo>
                  <a:pt x="1877580" y="199644"/>
                </a:lnTo>
                <a:lnTo>
                  <a:pt x="1877580" y="210312"/>
                </a:lnTo>
                <a:lnTo>
                  <a:pt x="1877580" y="263652"/>
                </a:lnTo>
                <a:lnTo>
                  <a:pt x="1761756" y="263652"/>
                </a:lnTo>
                <a:lnTo>
                  <a:pt x="1766303" y="247396"/>
                </a:lnTo>
                <a:lnTo>
                  <a:pt x="1770710" y="232981"/>
                </a:lnTo>
                <a:lnTo>
                  <a:pt x="1774825" y="220586"/>
                </a:lnTo>
                <a:lnTo>
                  <a:pt x="1778520" y="210312"/>
                </a:lnTo>
                <a:lnTo>
                  <a:pt x="1877580" y="210312"/>
                </a:lnTo>
                <a:lnTo>
                  <a:pt x="1877580" y="199644"/>
                </a:lnTo>
                <a:lnTo>
                  <a:pt x="1783092" y="199644"/>
                </a:lnTo>
                <a:lnTo>
                  <a:pt x="1757184" y="181356"/>
                </a:lnTo>
                <a:lnTo>
                  <a:pt x="1752587" y="203365"/>
                </a:lnTo>
                <a:lnTo>
                  <a:pt x="1747850" y="223647"/>
                </a:lnTo>
                <a:lnTo>
                  <a:pt x="1742821" y="242227"/>
                </a:lnTo>
                <a:lnTo>
                  <a:pt x="1737372" y="259080"/>
                </a:lnTo>
                <a:lnTo>
                  <a:pt x="1722132" y="268224"/>
                </a:lnTo>
                <a:lnTo>
                  <a:pt x="1748040" y="289560"/>
                </a:lnTo>
                <a:lnTo>
                  <a:pt x="1760232" y="274320"/>
                </a:lnTo>
                <a:lnTo>
                  <a:pt x="1847100" y="274320"/>
                </a:lnTo>
                <a:lnTo>
                  <a:pt x="1812810" y="314325"/>
                </a:lnTo>
                <a:lnTo>
                  <a:pt x="1769376" y="347472"/>
                </a:lnTo>
                <a:lnTo>
                  <a:pt x="1723466" y="373951"/>
                </a:lnTo>
                <a:lnTo>
                  <a:pt x="1676412" y="394716"/>
                </a:lnTo>
                <a:lnTo>
                  <a:pt x="1679460" y="402336"/>
                </a:lnTo>
                <a:lnTo>
                  <a:pt x="1737372" y="380809"/>
                </a:lnTo>
                <a:lnTo>
                  <a:pt x="1790712" y="353568"/>
                </a:lnTo>
                <a:lnTo>
                  <a:pt x="1837575" y="319278"/>
                </a:lnTo>
                <a:lnTo>
                  <a:pt x="1877580" y="275844"/>
                </a:lnTo>
                <a:lnTo>
                  <a:pt x="1877466" y="342519"/>
                </a:lnTo>
                <a:lnTo>
                  <a:pt x="1877352" y="353568"/>
                </a:lnTo>
                <a:lnTo>
                  <a:pt x="1877288" y="356616"/>
                </a:lnTo>
                <a:lnTo>
                  <a:pt x="1876285" y="394716"/>
                </a:lnTo>
                <a:lnTo>
                  <a:pt x="1876056" y="411480"/>
                </a:lnTo>
                <a:lnTo>
                  <a:pt x="1901964" y="402336"/>
                </a:lnTo>
                <a:lnTo>
                  <a:pt x="1901075" y="391172"/>
                </a:lnTo>
                <a:lnTo>
                  <a:pt x="1900643" y="380809"/>
                </a:lnTo>
                <a:lnTo>
                  <a:pt x="1900555" y="376313"/>
                </a:lnTo>
                <a:lnTo>
                  <a:pt x="1900440" y="275844"/>
                </a:lnTo>
                <a:lnTo>
                  <a:pt x="1900440" y="274320"/>
                </a:lnTo>
                <a:lnTo>
                  <a:pt x="2028456" y="274320"/>
                </a:lnTo>
                <a:lnTo>
                  <a:pt x="2025065" y="296900"/>
                </a:lnTo>
                <a:lnTo>
                  <a:pt x="2014740" y="339852"/>
                </a:lnTo>
                <a:lnTo>
                  <a:pt x="2002548" y="344424"/>
                </a:lnTo>
                <a:lnTo>
                  <a:pt x="1995690" y="344474"/>
                </a:lnTo>
                <a:lnTo>
                  <a:pt x="1984260" y="342519"/>
                </a:lnTo>
                <a:lnTo>
                  <a:pt x="1968258" y="338861"/>
                </a:lnTo>
                <a:lnTo>
                  <a:pt x="1947684" y="333756"/>
                </a:lnTo>
                <a:lnTo>
                  <a:pt x="1947684" y="339852"/>
                </a:lnTo>
                <a:lnTo>
                  <a:pt x="1967687" y="350164"/>
                </a:lnTo>
                <a:lnTo>
                  <a:pt x="1981974" y="360616"/>
                </a:lnTo>
                <a:lnTo>
                  <a:pt x="1990547" y="371360"/>
                </a:lnTo>
                <a:lnTo>
                  <a:pt x="1993404" y="382524"/>
                </a:lnTo>
                <a:lnTo>
                  <a:pt x="2000846" y="380263"/>
                </a:lnTo>
                <a:lnTo>
                  <a:pt x="2012899" y="376313"/>
                </a:lnTo>
                <a:lnTo>
                  <a:pt x="2017788" y="374904"/>
                </a:lnTo>
                <a:lnTo>
                  <a:pt x="2023884" y="371856"/>
                </a:lnTo>
                <a:lnTo>
                  <a:pt x="2033028" y="362712"/>
                </a:lnTo>
                <a:lnTo>
                  <a:pt x="2037600" y="356616"/>
                </a:lnTo>
                <a:lnTo>
                  <a:pt x="2040648" y="348996"/>
                </a:lnTo>
                <a:lnTo>
                  <a:pt x="2041398" y="344474"/>
                </a:lnTo>
                <a:lnTo>
                  <a:pt x="2042172" y="339852"/>
                </a:lnTo>
                <a:lnTo>
                  <a:pt x="2044471" y="330136"/>
                </a:lnTo>
                <a:lnTo>
                  <a:pt x="2046935" y="316992"/>
                </a:lnTo>
                <a:lnTo>
                  <a:pt x="2049665" y="300418"/>
                </a:lnTo>
                <a:lnTo>
                  <a:pt x="2052840" y="280416"/>
                </a:lnTo>
                <a:lnTo>
                  <a:pt x="2063000" y="274320"/>
                </a:lnTo>
                <a:lnTo>
                  <a:pt x="2068080" y="271272"/>
                </a:lnTo>
                <a:close/>
              </a:path>
              <a:path w="2075814" h="411479">
                <a:moveTo>
                  <a:pt x="2075700" y="68580"/>
                </a:moveTo>
                <a:lnTo>
                  <a:pt x="2065032" y="57912"/>
                </a:lnTo>
                <a:lnTo>
                  <a:pt x="2045220" y="38100"/>
                </a:lnTo>
                <a:lnTo>
                  <a:pt x="2025408" y="57912"/>
                </a:lnTo>
                <a:lnTo>
                  <a:pt x="1935492" y="57912"/>
                </a:lnTo>
                <a:lnTo>
                  <a:pt x="1946084" y="45656"/>
                </a:lnTo>
                <a:lnTo>
                  <a:pt x="1955114" y="36385"/>
                </a:lnTo>
                <a:lnTo>
                  <a:pt x="1962708" y="30276"/>
                </a:lnTo>
                <a:lnTo>
                  <a:pt x="1969020" y="27432"/>
                </a:lnTo>
                <a:lnTo>
                  <a:pt x="1933968" y="4572"/>
                </a:lnTo>
                <a:lnTo>
                  <a:pt x="1918957" y="42938"/>
                </a:lnTo>
                <a:lnTo>
                  <a:pt x="1893011" y="86106"/>
                </a:lnTo>
                <a:lnTo>
                  <a:pt x="1865388" y="120396"/>
                </a:lnTo>
                <a:lnTo>
                  <a:pt x="1869960" y="126492"/>
                </a:lnTo>
                <a:lnTo>
                  <a:pt x="1905012" y="96012"/>
                </a:lnTo>
                <a:lnTo>
                  <a:pt x="1929396" y="68580"/>
                </a:lnTo>
                <a:lnTo>
                  <a:pt x="1953780" y="68580"/>
                </a:lnTo>
                <a:lnTo>
                  <a:pt x="1958619" y="76301"/>
                </a:lnTo>
                <a:lnTo>
                  <a:pt x="1963686" y="84582"/>
                </a:lnTo>
                <a:lnTo>
                  <a:pt x="1967064" y="90868"/>
                </a:lnTo>
                <a:lnTo>
                  <a:pt x="1969020" y="96012"/>
                </a:lnTo>
                <a:lnTo>
                  <a:pt x="1972068" y="103632"/>
                </a:lnTo>
                <a:lnTo>
                  <a:pt x="1973592" y="109728"/>
                </a:lnTo>
                <a:lnTo>
                  <a:pt x="1976640" y="117348"/>
                </a:lnTo>
                <a:lnTo>
                  <a:pt x="1978164" y="123444"/>
                </a:lnTo>
                <a:lnTo>
                  <a:pt x="1981212" y="126492"/>
                </a:lnTo>
                <a:lnTo>
                  <a:pt x="1984260" y="126492"/>
                </a:lnTo>
                <a:lnTo>
                  <a:pt x="1991880" y="118872"/>
                </a:lnTo>
                <a:lnTo>
                  <a:pt x="1996452" y="112776"/>
                </a:lnTo>
                <a:lnTo>
                  <a:pt x="1999500" y="108204"/>
                </a:lnTo>
                <a:lnTo>
                  <a:pt x="1999500" y="99060"/>
                </a:lnTo>
                <a:lnTo>
                  <a:pt x="1996452" y="94488"/>
                </a:lnTo>
                <a:lnTo>
                  <a:pt x="1993404" y="88392"/>
                </a:lnTo>
                <a:lnTo>
                  <a:pt x="1989086" y="84658"/>
                </a:lnTo>
                <a:lnTo>
                  <a:pt x="1982927" y="80200"/>
                </a:lnTo>
                <a:lnTo>
                  <a:pt x="1974748" y="74891"/>
                </a:lnTo>
                <a:lnTo>
                  <a:pt x="1964448" y="68580"/>
                </a:lnTo>
                <a:lnTo>
                  <a:pt x="2075700" y="6858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" name="object 15"/>
          <p:cNvSpPr/>
          <p:nvPr/>
        </p:nvSpPr>
        <p:spPr>
          <a:xfrm>
            <a:off x="5657088" y="3157727"/>
            <a:ext cx="396240" cy="44450"/>
          </a:xfrm>
          <a:custGeom>
            <a:avLst/>
            <a:gdLst/>
            <a:ahLst/>
            <a:cxnLst/>
            <a:rect l="l" t="t" r="r" b="b"/>
            <a:pathLst>
              <a:path w="396239" h="44450">
                <a:moveTo>
                  <a:pt x="15240" y="44196"/>
                </a:moveTo>
                <a:lnTo>
                  <a:pt x="0" y="27432"/>
                </a:lnTo>
                <a:lnTo>
                  <a:pt x="323087" y="27432"/>
                </a:lnTo>
                <a:lnTo>
                  <a:pt x="358139" y="0"/>
                </a:lnTo>
                <a:lnTo>
                  <a:pt x="396239" y="38100"/>
                </a:lnTo>
                <a:lnTo>
                  <a:pt x="62484" y="38100"/>
                </a:lnTo>
                <a:lnTo>
                  <a:pt x="49315" y="38409"/>
                </a:lnTo>
                <a:lnTo>
                  <a:pt x="37147" y="39433"/>
                </a:lnTo>
                <a:lnTo>
                  <a:pt x="25836" y="41314"/>
                </a:lnTo>
                <a:lnTo>
                  <a:pt x="15240" y="4419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" name="object 16"/>
          <p:cNvSpPr/>
          <p:nvPr/>
        </p:nvSpPr>
        <p:spPr>
          <a:xfrm>
            <a:off x="6106655" y="3005340"/>
            <a:ext cx="2165985" cy="410209"/>
          </a:xfrm>
          <a:custGeom>
            <a:avLst/>
            <a:gdLst/>
            <a:ahLst/>
            <a:cxnLst/>
            <a:rect l="l" t="t" r="r" b="b"/>
            <a:pathLst>
              <a:path w="2165984" h="410210">
                <a:moveTo>
                  <a:pt x="88392" y="80772"/>
                </a:moveTo>
                <a:lnTo>
                  <a:pt x="65519" y="46812"/>
                </a:lnTo>
                <a:lnTo>
                  <a:pt x="22860" y="19812"/>
                </a:lnTo>
                <a:lnTo>
                  <a:pt x="19812" y="25908"/>
                </a:lnTo>
                <a:lnTo>
                  <a:pt x="34150" y="41910"/>
                </a:lnTo>
                <a:lnTo>
                  <a:pt x="45339" y="57912"/>
                </a:lnTo>
                <a:lnTo>
                  <a:pt x="53682" y="73914"/>
                </a:lnTo>
                <a:lnTo>
                  <a:pt x="59436" y="89916"/>
                </a:lnTo>
                <a:lnTo>
                  <a:pt x="61988" y="99910"/>
                </a:lnTo>
                <a:lnTo>
                  <a:pt x="64960" y="107061"/>
                </a:lnTo>
                <a:lnTo>
                  <a:pt x="68224" y="111340"/>
                </a:lnTo>
                <a:lnTo>
                  <a:pt x="71628" y="112776"/>
                </a:lnTo>
                <a:lnTo>
                  <a:pt x="73152" y="112776"/>
                </a:lnTo>
                <a:lnTo>
                  <a:pt x="76200" y="109728"/>
                </a:lnTo>
                <a:lnTo>
                  <a:pt x="80772" y="102108"/>
                </a:lnTo>
                <a:lnTo>
                  <a:pt x="86868" y="94488"/>
                </a:lnTo>
                <a:lnTo>
                  <a:pt x="88392" y="88392"/>
                </a:lnTo>
                <a:lnTo>
                  <a:pt x="88392" y="80772"/>
                </a:lnTo>
                <a:close/>
              </a:path>
              <a:path w="2165984" h="410210">
                <a:moveTo>
                  <a:pt x="135636" y="68580"/>
                </a:moveTo>
                <a:lnTo>
                  <a:pt x="129540" y="65532"/>
                </a:lnTo>
                <a:lnTo>
                  <a:pt x="96964" y="141198"/>
                </a:lnTo>
                <a:lnTo>
                  <a:pt x="72390" y="196596"/>
                </a:lnTo>
                <a:lnTo>
                  <a:pt x="55816" y="231406"/>
                </a:lnTo>
                <a:lnTo>
                  <a:pt x="47244" y="245364"/>
                </a:lnTo>
                <a:lnTo>
                  <a:pt x="41148" y="249936"/>
                </a:lnTo>
                <a:lnTo>
                  <a:pt x="33528" y="251460"/>
                </a:lnTo>
                <a:lnTo>
                  <a:pt x="9144" y="251460"/>
                </a:lnTo>
                <a:lnTo>
                  <a:pt x="0" y="249936"/>
                </a:lnTo>
                <a:lnTo>
                  <a:pt x="0" y="257556"/>
                </a:lnTo>
                <a:lnTo>
                  <a:pt x="35585" y="275120"/>
                </a:lnTo>
                <a:lnTo>
                  <a:pt x="38696" y="290525"/>
                </a:lnTo>
                <a:lnTo>
                  <a:pt x="38290" y="300418"/>
                </a:lnTo>
                <a:lnTo>
                  <a:pt x="37033" y="311721"/>
                </a:lnTo>
                <a:lnTo>
                  <a:pt x="35052" y="324612"/>
                </a:lnTo>
                <a:lnTo>
                  <a:pt x="33947" y="333756"/>
                </a:lnTo>
                <a:lnTo>
                  <a:pt x="32956" y="340995"/>
                </a:lnTo>
                <a:lnTo>
                  <a:pt x="32270" y="346468"/>
                </a:lnTo>
                <a:lnTo>
                  <a:pt x="32004" y="350520"/>
                </a:lnTo>
                <a:lnTo>
                  <a:pt x="32004" y="355092"/>
                </a:lnTo>
                <a:lnTo>
                  <a:pt x="35052" y="367284"/>
                </a:lnTo>
                <a:lnTo>
                  <a:pt x="38100" y="371856"/>
                </a:lnTo>
                <a:lnTo>
                  <a:pt x="44196" y="376428"/>
                </a:lnTo>
                <a:lnTo>
                  <a:pt x="54864" y="376428"/>
                </a:lnTo>
                <a:lnTo>
                  <a:pt x="62344" y="374992"/>
                </a:lnTo>
                <a:lnTo>
                  <a:pt x="66675" y="368427"/>
                </a:lnTo>
                <a:lnTo>
                  <a:pt x="68160" y="356704"/>
                </a:lnTo>
                <a:lnTo>
                  <a:pt x="67056" y="339852"/>
                </a:lnTo>
                <a:lnTo>
                  <a:pt x="64185" y="322656"/>
                </a:lnTo>
                <a:lnTo>
                  <a:pt x="62293" y="307467"/>
                </a:lnTo>
                <a:lnTo>
                  <a:pt x="61277" y="293979"/>
                </a:lnTo>
                <a:lnTo>
                  <a:pt x="60960" y="281940"/>
                </a:lnTo>
                <a:lnTo>
                  <a:pt x="61277" y="272072"/>
                </a:lnTo>
                <a:lnTo>
                  <a:pt x="62103" y="264033"/>
                </a:lnTo>
                <a:lnTo>
                  <a:pt x="63525" y="257556"/>
                </a:lnTo>
                <a:lnTo>
                  <a:pt x="65532" y="252984"/>
                </a:lnTo>
                <a:lnTo>
                  <a:pt x="66128" y="251460"/>
                </a:lnTo>
                <a:lnTo>
                  <a:pt x="70916" y="238950"/>
                </a:lnTo>
                <a:lnTo>
                  <a:pt x="84480" y="203898"/>
                </a:lnTo>
                <a:lnTo>
                  <a:pt x="106260" y="146888"/>
                </a:lnTo>
                <a:lnTo>
                  <a:pt x="135636" y="68580"/>
                </a:lnTo>
                <a:close/>
              </a:path>
              <a:path w="2165984" h="410210">
                <a:moveTo>
                  <a:pt x="387096" y="117348"/>
                </a:moveTo>
                <a:lnTo>
                  <a:pt x="384048" y="114300"/>
                </a:lnTo>
                <a:lnTo>
                  <a:pt x="373380" y="103632"/>
                </a:lnTo>
                <a:lnTo>
                  <a:pt x="355092" y="85344"/>
                </a:lnTo>
                <a:lnTo>
                  <a:pt x="336804" y="103632"/>
                </a:lnTo>
                <a:lnTo>
                  <a:pt x="198120" y="103632"/>
                </a:lnTo>
                <a:lnTo>
                  <a:pt x="207556" y="83629"/>
                </a:lnTo>
                <a:lnTo>
                  <a:pt x="215265" y="67056"/>
                </a:lnTo>
                <a:lnTo>
                  <a:pt x="221272" y="53911"/>
                </a:lnTo>
                <a:lnTo>
                  <a:pt x="225552" y="44196"/>
                </a:lnTo>
                <a:lnTo>
                  <a:pt x="229298" y="37642"/>
                </a:lnTo>
                <a:lnTo>
                  <a:pt x="233743" y="31813"/>
                </a:lnTo>
                <a:lnTo>
                  <a:pt x="239064" y="26835"/>
                </a:lnTo>
                <a:lnTo>
                  <a:pt x="245364" y="22860"/>
                </a:lnTo>
                <a:lnTo>
                  <a:pt x="204216" y="1524"/>
                </a:lnTo>
                <a:lnTo>
                  <a:pt x="194119" y="46291"/>
                </a:lnTo>
                <a:lnTo>
                  <a:pt x="173736" y="103632"/>
                </a:lnTo>
                <a:lnTo>
                  <a:pt x="146304" y="164401"/>
                </a:lnTo>
                <a:lnTo>
                  <a:pt x="109728" y="219456"/>
                </a:lnTo>
                <a:lnTo>
                  <a:pt x="115824" y="224028"/>
                </a:lnTo>
                <a:lnTo>
                  <a:pt x="145542" y="192024"/>
                </a:lnTo>
                <a:lnTo>
                  <a:pt x="173863" y="152019"/>
                </a:lnTo>
                <a:lnTo>
                  <a:pt x="195072" y="114300"/>
                </a:lnTo>
                <a:lnTo>
                  <a:pt x="338328" y="114300"/>
                </a:lnTo>
                <a:lnTo>
                  <a:pt x="309372" y="175260"/>
                </a:lnTo>
                <a:lnTo>
                  <a:pt x="315468" y="178308"/>
                </a:lnTo>
                <a:lnTo>
                  <a:pt x="329184" y="161709"/>
                </a:lnTo>
                <a:lnTo>
                  <a:pt x="340614" y="148399"/>
                </a:lnTo>
                <a:lnTo>
                  <a:pt x="370713" y="123063"/>
                </a:lnTo>
                <a:lnTo>
                  <a:pt x="378485" y="119913"/>
                </a:lnTo>
                <a:lnTo>
                  <a:pt x="387096" y="117348"/>
                </a:lnTo>
                <a:close/>
              </a:path>
              <a:path w="2165984" h="410210">
                <a:moveTo>
                  <a:pt x="399288" y="376428"/>
                </a:moveTo>
                <a:lnTo>
                  <a:pt x="347091" y="347662"/>
                </a:lnTo>
                <a:lnTo>
                  <a:pt x="306324" y="301752"/>
                </a:lnTo>
                <a:lnTo>
                  <a:pt x="275653" y="238125"/>
                </a:lnTo>
                <a:lnTo>
                  <a:pt x="264972" y="200164"/>
                </a:lnTo>
                <a:lnTo>
                  <a:pt x="257556" y="158496"/>
                </a:lnTo>
                <a:lnTo>
                  <a:pt x="268224" y="149352"/>
                </a:lnTo>
                <a:lnTo>
                  <a:pt x="228600" y="128016"/>
                </a:lnTo>
                <a:lnTo>
                  <a:pt x="225463" y="180022"/>
                </a:lnTo>
                <a:lnTo>
                  <a:pt x="218313" y="226314"/>
                </a:lnTo>
                <a:lnTo>
                  <a:pt x="207175" y="266890"/>
                </a:lnTo>
                <a:lnTo>
                  <a:pt x="171450" y="332079"/>
                </a:lnTo>
                <a:lnTo>
                  <a:pt x="144018" y="359283"/>
                </a:lnTo>
                <a:lnTo>
                  <a:pt x="109728" y="383616"/>
                </a:lnTo>
                <a:lnTo>
                  <a:pt x="68580" y="405384"/>
                </a:lnTo>
                <a:lnTo>
                  <a:pt x="71628" y="409956"/>
                </a:lnTo>
                <a:lnTo>
                  <a:pt x="136969" y="380428"/>
                </a:lnTo>
                <a:lnTo>
                  <a:pt x="191985" y="333794"/>
                </a:lnTo>
                <a:lnTo>
                  <a:pt x="214630" y="302577"/>
                </a:lnTo>
                <a:lnTo>
                  <a:pt x="232219" y="263842"/>
                </a:lnTo>
                <a:lnTo>
                  <a:pt x="244970" y="217373"/>
                </a:lnTo>
                <a:lnTo>
                  <a:pt x="252984" y="163068"/>
                </a:lnTo>
                <a:lnTo>
                  <a:pt x="256730" y="203898"/>
                </a:lnTo>
                <a:lnTo>
                  <a:pt x="263461" y="241744"/>
                </a:lnTo>
                <a:lnTo>
                  <a:pt x="286512" y="307848"/>
                </a:lnTo>
                <a:lnTo>
                  <a:pt x="318897" y="360426"/>
                </a:lnTo>
                <a:lnTo>
                  <a:pt x="358140" y="399288"/>
                </a:lnTo>
                <a:lnTo>
                  <a:pt x="365594" y="391299"/>
                </a:lnTo>
                <a:lnTo>
                  <a:pt x="374332" y="385762"/>
                </a:lnTo>
                <a:lnTo>
                  <a:pt x="384505" y="382778"/>
                </a:lnTo>
                <a:lnTo>
                  <a:pt x="396240" y="382524"/>
                </a:lnTo>
                <a:lnTo>
                  <a:pt x="399288" y="376428"/>
                </a:lnTo>
                <a:close/>
              </a:path>
              <a:path w="2165984" h="410210">
                <a:moveTo>
                  <a:pt x="525780" y="79235"/>
                </a:moveTo>
                <a:lnTo>
                  <a:pt x="524256" y="71615"/>
                </a:lnTo>
                <a:lnTo>
                  <a:pt x="523430" y="65265"/>
                </a:lnTo>
                <a:lnTo>
                  <a:pt x="521017" y="60185"/>
                </a:lnTo>
                <a:lnTo>
                  <a:pt x="517194" y="53835"/>
                </a:lnTo>
                <a:lnTo>
                  <a:pt x="504355" y="41135"/>
                </a:lnTo>
                <a:lnTo>
                  <a:pt x="494919" y="34785"/>
                </a:lnTo>
                <a:lnTo>
                  <a:pt x="483781" y="27165"/>
                </a:lnTo>
                <a:lnTo>
                  <a:pt x="470916" y="19545"/>
                </a:lnTo>
                <a:lnTo>
                  <a:pt x="466344" y="23355"/>
                </a:lnTo>
                <a:lnTo>
                  <a:pt x="477520" y="39865"/>
                </a:lnTo>
                <a:lnTo>
                  <a:pt x="485965" y="53835"/>
                </a:lnTo>
                <a:lnTo>
                  <a:pt x="491858" y="67805"/>
                </a:lnTo>
                <a:lnTo>
                  <a:pt x="495300" y="80505"/>
                </a:lnTo>
                <a:lnTo>
                  <a:pt x="496824" y="91935"/>
                </a:lnTo>
                <a:lnTo>
                  <a:pt x="499872" y="98285"/>
                </a:lnTo>
                <a:lnTo>
                  <a:pt x="507492" y="98285"/>
                </a:lnTo>
                <a:lnTo>
                  <a:pt x="516636" y="90665"/>
                </a:lnTo>
                <a:lnTo>
                  <a:pt x="522732" y="84315"/>
                </a:lnTo>
                <a:lnTo>
                  <a:pt x="525780" y="79235"/>
                </a:lnTo>
                <a:close/>
              </a:path>
              <a:path w="2165984" h="410210">
                <a:moveTo>
                  <a:pt x="691896" y="58915"/>
                </a:moveTo>
                <a:lnTo>
                  <a:pt x="686181" y="53835"/>
                </a:lnTo>
                <a:lnTo>
                  <a:pt x="669036" y="38595"/>
                </a:lnTo>
                <a:lnTo>
                  <a:pt x="659892" y="50025"/>
                </a:lnTo>
                <a:lnTo>
                  <a:pt x="659892" y="65265"/>
                </a:lnTo>
                <a:lnTo>
                  <a:pt x="659892" y="98285"/>
                </a:lnTo>
                <a:lnTo>
                  <a:pt x="659892" y="108445"/>
                </a:lnTo>
                <a:lnTo>
                  <a:pt x="659892" y="145275"/>
                </a:lnTo>
                <a:lnTo>
                  <a:pt x="585216" y="145275"/>
                </a:lnTo>
                <a:lnTo>
                  <a:pt x="585216" y="108445"/>
                </a:lnTo>
                <a:lnTo>
                  <a:pt x="659892" y="108445"/>
                </a:lnTo>
                <a:lnTo>
                  <a:pt x="659892" y="98285"/>
                </a:lnTo>
                <a:lnTo>
                  <a:pt x="585216" y="98285"/>
                </a:lnTo>
                <a:lnTo>
                  <a:pt x="585216" y="65265"/>
                </a:lnTo>
                <a:lnTo>
                  <a:pt x="659892" y="65265"/>
                </a:lnTo>
                <a:lnTo>
                  <a:pt x="659892" y="50025"/>
                </a:lnTo>
                <a:lnTo>
                  <a:pt x="656844" y="53835"/>
                </a:lnTo>
                <a:lnTo>
                  <a:pt x="612648" y="53835"/>
                </a:lnTo>
                <a:lnTo>
                  <a:pt x="617207" y="46215"/>
                </a:lnTo>
                <a:lnTo>
                  <a:pt x="621601" y="41135"/>
                </a:lnTo>
                <a:lnTo>
                  <a:pt x="625729" y="34785"/>
                </a:lnTo>
                <a:lnTo>
                  <a:pt x="629412" y="30975"/>
                </a:lnTo>
                <a:lnTo>
                  <a:pt x="632460" y="27165"/>
                </a:lnTo>
                <a:lnTo>
                  <a:pt x="643128" y="18275"/>
                </a:lnTo>
                <a:lnTo>
                  <a:pt x="617220" y="4305"/>
                </a:lnTo>
                <a:lnTo>
                  <a:pt x="615505" y="14465"/>
                </a:lnTo>
                <a:lnTo>
                  <a:pt x="612648" y="27165"/>
                </a:lnTo>
                <a:lnTo>
                  <a:pt x="608647" y="39865"/>
                </a:lnTo>
                <a:lnTo>
                  <a:pt x="603504" y="53835"/>
                </a:lnTo>
                <a:lnTo>
                  <a:pt x="585216" y="53835"/>
                </a:lnTo>
                <a:lnTo>
                  <a:pt x="562356" y="41135"/>
                </a:lnTo>
                <a:lnTo>
                  <a:pt x="562597" y="60185"/>
                </a:lnTo>
                <a:lnTo>
                  <a:pt x="563651" y="94475"/>
                </a:lnTo>
                <a:lnTo>
                  <a:pt x="563803" y="103365"/>
                </a:lnTo>
                <a:lnTo>
                  <a:pt x="563778" y="114795"/>
                </a:lnTo>
                <a:lnTo>
                  <a:pt x="563651" y="122415"/>
                </a:lnTo>
                <a:lnTo>
                  <a:pt x="563257" y="133845"/>
                </a:lnTo>
                <a:lnTo>
                  <a:pt x="562686" y="151625"/>
                </a:lnTo>
                <a:lnTo>
                  <a:pt x="562571" y="156705"/>
                </a:lnTo>
                <a:lnTo>
                  <a:pt x="562356" y="173215"/>
                </a:lnTo>
                <a:lnTo>
                  <a:pt x="585216" y="165595"/>
                </a:lnTo>
                <a:lnTo>
                  <a:pt x="585216" y="155435"/>
                </a:lnTo>
                <a:lnTo>
                  <a:pt x="659892" y="155435"/>
                </a:lnTo>
                <a:lnTo>
                  <a:pt x="659892" y="170675"/>
                </a:lnTo>
                <a:lnTo>
                  <a:pt x="681228" y="159245"/>
                </a:lnTo>
                <a:lnTo>
                  <a:pt x="681164" y="155435"/>
                </a:lnTo>
                <a:lnTo>
                  <a:pt x="680961" y="145275"/>
                </a:lnTo>
                <a:lnTo>
                  <a:pt x="680466" y="126225"/>
                </a:lnTo>
                <a:lnTo>
                  <a:pt x="680110" y="108445"/>
                </a:lnTo>
                <a:lnTo>
                  <a:pt x="679996" y="103365"/>
                </a:lnTo>
                <a:lnTo>
                  <a:pt x="679932" y="98285"/>
                </a:lnTo>
                <a:lnTo>
                  <a:pt x="679704" y="67805"/>
                </a:lnTo>
                <a:lnTo>
                  <a:pt x="683196" y="65265"/>
                </a:lnTo>
                <a:lnTo>
                  <a:pt x="691896" y="58915"/>
                </a:lnTo>
                <a:close/>
              </a:path>
              <a:path w="2165984" h="410210">
                <a:moveTo>
                  <a:pt x="841248" y="361175"/>
                </a:moveTo>
                <a:lnTo>
                  <a:pt x="758761" y="366255"/>
                </a:lnTo>
                <a:lnTo>
                  <a:pt x="693420" y="368795"/>
                </a:lnTo>
                <a:lnTo>
                  <a:pt x="679157" y="367525"/>
                </a:lnTo>
                <a:lnTo>
                  <a:pt x="663892" y="367525"/>
                </a:lnTo>
                <a:lnTo>
                  <a:pt x="647776" y="364985"/>
                </a:lnTo>
                <a:lnTo>
                  <a:pt x="630936" y="363715"/>
                </a:lnTo>
                <a:lnTo>
                  <a:pt x="613219" y="361175"/>
                </a:lnTo>
                <a:lnTo>
                  <a:pt x="566928" y="345935"/>
                </a:lnTo>
                <a:lnTo>
                  <a:pt x="544093" y="331952"/>
                </a:lnTo>
                <a:lnTo>
                  <a:pt x="568667" y="312915"/>
                </a:lnTo>
                <a:lnTo>
                  <a:pt x="587692" y="292595"/>
                </a:lnTo>
                <a:lnTo>
                  <a:pt x="601294" y="272275"/>
                </a:lnTo>
                <a:lnTo>
                  <a:pt x="609600" y="250685"/>
                </a:lnTo>
                <a:lnTo>
                  <a:pt x="653796" y="250685"/>
                </a:lnTo>
                <a:lnTo>
                  <a:pt x="648462" y="292595"/>
                </a:lnTo>
                <a:lnTo>
                  <a:pt x="633984" y="311645"/>
                </a:lnTo>
                <a:lnTo>
                  <a:pt x="623150" y="311645"/>
                </a:lnTo>
                <a:lnTo>
                  <a:pt x="615886" y="310375"/>
                </a:lnTo>
                <a:lnTo>
                  <a:pt x="607771" y="309105"/>
                </a:lnTo>
                <a:lnTo>
                  <a:pt x="598932" y="307835"/>
                </a:lnTo>
                <a:lnTo>
                  <a:pt x="597408" y="311645"/>
                </a:lnTo>
                <a:lnTo>
                  <a:pt x="612533" y="319265"/>
                </a:lnTo>
                <a:lnTo>
                  <a:pt x="623506" y="326885"/>
                </a:lnTo>
                <a:lnTo>
                  <a:pt x="630199" y="334505"/>
                </a:lnTo>
                <a:lnTo>
                  <a:pt x="632460" y="342125"/>
                </a:lnTo>
                <a:lnTo>
                  <a:pt x="642988" y="338315"/>
                </a:lnTo>
                <a:lnTo>
                  <a:pt x="668274" y="296405"/>
                </a:lnTo>
                <a:lnTo>
                  <a:pt x="675132" y="253225"/>
                </a:lnTo>
                <a:lnTo>
                  <a:pt x="680618" y="250685"/>
                </a:lnTo>
                <a:lnTo>
                  <a:pt x="688848" y="246875"/>
                </a:lnTo>
                <a:lnTo>
                  <a:pt x="681228" y="240525"/>
                </a:lnTo>
                <a:lnTo>
                  <a:pt x="664464" y="226555"/>
                </a:lnTo>
                <a:lnTo>
                  <a:pt x="652272" y="240525"/>
                </a:lnTo>
                <a:lnTo>
                  <a:pt x="611124" y="240525"/>
                </a:lnTo>
                <a:lnTo>
                  <a:pt x="612254" y="232905"/>
                </a:lnTo>
                <a:lnTo>
                  <a:pt x="613219" y="225285"/>
                </a:lnTo>
                <a:lnTo>
                  <a:pt x="613918" y="218935"/>
                </a:lnTo>
                <a:lnTo>
                  <a:pt x="614172" y="212585"/>
                </a:lnTo>
                <a:lnTo>
                  <a:pt x="714756" y="212585"/>
                </a:lnTo>
                <a:lnTo>
                  <a:pt x="690372" y="185915"/>
                </a:lnTo>
                <a:lnTo>
                  <a:pt x="672084" y="202425"/>
                </a:lnTo>
                <a:lnTo>
                  <a:pt x="632460" y="202425"/>
                </a:lnTo>
                <a:lnTo>
                  <a:pt x="641604" y="196075"/>
                </a:lnTo>
                <a:lnTo>
                  <a:pt x="643128" y="188455"/>
                </a:lnTo>
                <a:lnTo>
                  <a:pt x="640080" y="182105"/>
                </a:lnTo>
                <a:lnTo>
                  <a:pt x="636079" y="177025"/>
                </a:lnTo>
                <a:lnTo>
                  <a:pt x="628650" y="170675"/>
                </a:lnTo>
                <a:lnTo>
                  <a:pt x="617791" y="165595"/>
                </a:lnTo>
                <a:lnTo>
                  <a:pt x="603504" y="160515"/>
                </a:lnTo>
                <a:lnTo>
                  <a:pt x="600456" y="164325"/>
                </a:lnTo>
                <a:lnTo>
                  <a:pt x="608698" y="174485"/>
                </a:lnTo>
                <a:lnTo>
                  <a:pt x="614934" y="183375"/>
                </a:lnTo>
                <a:lnTo>
                  <a:pt x="618896" y="192265"/>
                </a:lnTo>
                <a:lnTo>
                  <a:pt x="620268" y="202425"/>
                </a:lnTo>
                <a:lnTo>
                  <a:pt x="539496" y="202425"/>
                </a:lnTo>
                <a:lnTo>
                  <a:pt x="554736" y="218935"/>
                </a:lnTo>
                <a:lnTo>
                  <a:pt x="564769" y="216395"/>
                </a:lnTo>
                <a:lnTo>
                  <a:pt x="574357" y="213855"/>
                </a:lnTo>
                <a:lnTo>
                  <a:pt x="583679" y="212585"/>
                </a:lnTo>
                <a:lnTo>
                  <a:pt x="592836" y="212585"/>
                </a:lnTo>
                <a:lnTo>
                  <a:pt x="590537" y="239255"/>
                </a:lnTo>
                <a:lnTo>
                  <a:pt x="581215" y="267195"/>
                </a:lnTo>
                <a:lnTo>
                  <a:pt x="564769" y="296405"/>
                </a:lnTo>
                <a:lnTo>
                  <a:pt x="541020" y="326885"/>
                </a:lnTo>
                <a:lnTo>
                  <a:pt x="544029" y="331927"/>
                </a:lnTo>
                <a:lnTo>
                  <a:pt x="542163" y="330695"/>
                </a:lnTo>
                <a:lnTo>
                  <a:pt x="535063" y="324345"/>
                </a:lnTo>
                <a:lnTo>
                  <a:pt x="532218" y="321805"/>
                </a:lnTo>
                <a:lnTo>
                  <a:pt x="524256" y="312915"/>
                </a:lnTo>
                <a:lnTo>
                  <a:pt x="524256" y="166865"/>
                </a:lnTo>
                <a:lnTo>
                  <a:pt x="528180" y="164325"/>
                </a:lnTo>
                <a:lnTo>
                  <a:pt x="537972" y="157975"/>
                </a:lnTo>
                <a:lnTo>
                  <a:pt x="512064" y="135115"/>
                </a:lnTo>
                <a:lnTo>
                  <a:pt x="496824" y="152895"/>
                </a:lnTo>
                <a:lnTo>
                  <a:pt x="429768" y="152895"/>
                </a:lnTo>
                <a:lnTo>
                  <a:pt x="445008" y="170675"/>
                </a:lnTo>
                <a:lnTo>
                  <a:pt x="455320" y="166865"/>
                </a:lnTo>
                <a:lnTo>
                  <a:pt x="476516" y="164325"/>
                </a:lnTo>
                <a:lnTo>
                  <a:pt x="501396" y="164325"/>
                </a:lnTo>
                <a:lnTo>
                  <a:pt x="501396" y="312915"/>
                </a:lnTo>
                <a:lnTo>
                  <a:pt x="480809" y="323075"/>
                </a:lnTo>
                <a:lnTo>
                  <a:pt x="462432" y="331927"/>
                </a:lnTo>
                <a:lnTo>
                  <a:pt x="445897" y="340855"/>
                </a:lnTo>
                <a:lnTo>
                  <a:pt x="431292" y="349745"/>
                </a:lnTo>
                <a:lnTo>
                  <a:pt x="455676" y="373875"/>
                </a:lnTo>
                <a:lnTo>
                  <a:pt x="461924" y="366255"/>
                </a:lnTo>
                <a:lnTo>
                  <a:pt x="469011" y="358635"/>
                </a:lnTo>
                <a:lnTo>
                  <a:pt x="500634" y="328155"/>
                </a:lnTo>
                <a:lnTo>
                  <a:pt x="512064" y="324345"/>
                </a:lnTo>
                <a:lnTo>
                  <a:pt x="516572" y="325615"/>
                </a:lnTo>
                <a:lnTo>
                  <a:pt x="522922" y="329425"/>
                </a:lnTo>
                <a:lnTo>
                  <a:pt x="530720" y="335775"/>
                </a:lnTo>
                <a:lnTo>
                  <a:pt x="539496" y="345935"/>
                </a:lnTo>
                <a:lnTo>
                  <a:pt x="550354" y="354825"/>
                </a:lnTo>
                <a:lnTo>
                  <a:pt x="603504" y="380225"/>
                </a:lnTo>
                <a:lnTo>
                  <a:pt x="677799" y="391655"/>
                </a:lnTo>
                <a:lnTo>
                  <a:pt x="736384" y="394195"/>
                </a:lnTo>
                <a:lnTo>
                  <a:pt x="809244" y="395465"/>
                </a:lnTo>
                <a:lnTo>
                  <a:pt x="811250" y="386575"/>
                </a:lnTo>
                <a:lnTo>
                  <a:pt x="817245" y="378955"/>
                </a:lnTo>
                <a:lnTo>
                  <a:pt x="827252" y="373875"/>
                </a:lnTo>
                <a:lnTo>
                  <a:pt x="841248" y="368795"/>
                </a:lnTo>
                <a:lnTo>
                  <a:pt x="841248" y="361175"/>
                </a:lnTo>
                <a:close/>
              </a:path>
              <a:path w="2165984" h="410210">
                <a:moveTo>
                  <a:pt x="844296" y="112255"/>
                </a:moveTo>
                <a:lnTo>
                  <a:pt x="835850" y="103365"/>
                </a:lnTo>
                <a:lnTo>
                  <a:pt x="815340" y="81775"/>
                </a:lnTo>
                <a:lnTo>
                  <a:pt x="797052" y="103365"/>
                </a:lnTo>
                <a:lnTo>
                  <a:pt x="734568" y="103365"/>
                </a:lnTo>
                <a:lnTo>
                  <a:pt x="739698" y="86855"/>
                </a:lnTo>
                <a:lnTo>
                  <a:pt x="745807" y="69075"/>
                </a:lnTo>
                <a:lnTo>
                  <a:pt x="752792" y="50025"/>
                </a:lnTo>
                <a:lnTo>
                  <a:pt x="760476" y="28435"/>
                </a:lnTo>
                <a:lnTo>
                  <a:pt x="774192" y="22085"/>
                </a:lnTo>
                <a:lnTo>
                  <a:pt x="737616" y="3035"/>
                </a:lnTo>
                <a:lnTo>
                  <a:pt x="733882" y="27165"/>
                </a:lnTo>
                <a:lnTo>
                  <a:pt x="729424" y="50025"/>
                </a:lnTo>
                <a:lnTo>
                  <a:pt x="717804" y="94475"/>
                </a:lnTo>
                <a:lnTo>
                  <a:pt x="705040" y="136385"/>
                </a:lnTo>
                <a:lnTo>
                  <a:pt x="688848" y="175755"/>
                </a:lnTo>
                <a:lnTo>
                  <a:pt x="693420" y="179565"/>
                </a:lnTo>
                <a:lnTo>
                  <a:pt x="702564" y="166865"/>
                </a:lnTo>
                <a:lnTo>
                  <a:pt x="711708" y="151625"/>
                </a:lnTo>
                <a:lnTo>
                  <a:pt x="720852" y="133845"/>
                </a:lnTo>
                <a:lnTo>
                  <a:pt x="729996" y="113525"/>
                </a:lnTo>
                <a:lnTo>
                  <a:pt x="783336" y="113525"/>
                </a:lnTo>
                <a:lnTo>
                  <a:pt x="779602" y="140195"/>
                </a:lnTo>
                <a:lnTo>
                  <a:pt x="775144" y="166865"/>
                </a:lnTo>
                <a:lnTo>
                  <a:pt x="769835" y="192265"/>
                </a:lnTo>
                <a:lnTo>
                  <a:pt x="763524" y="215125"/>
                </a:lnTo>
                <a:lnTo>
                  <a:pt x="753795" y="203695"/>
                </a:lnTo>
                <a:lnTo>
                  <a:pt x="742759" y="190995"/>
                </a:lnTo>
                <a:lnTo>
                  <a:pt x="730313" y="177025"/>
                </a:lnTo>
                <a:lnTo>
                  <a:pt x="716280" y="163055"/>
                </a:lnTo>
                <a:lnTo>
                  <a:pt x="711708" y="165595"/>
                </a:lnTo>
                <a:lnTo>
                  <a:pt x="722312" y="179565"/>
                </a:lnTo>
                <a:lnTo>
                  <a:pt x="745794" y="213855"/>
                </a:lnTo>
                <a:lnTo>
                  <a:pt x="740092" y="267195"/>
                </a:lnTo>
                <a:lnTo>
                  <a:pt x="692086" y="326885"/>
                </a:lnTo>
                <a:lnTo>
                  <a:pt x="662940" y="354825"/>
                </a:lnTo>
                <a:lnTo>
                  <a:pt x="665988" y="358635"/>
                </a:lnTo>
                <a:lnTo>
                  <a:pt x="698309" y="337045"/>
                </a:lnTo>
                <a:lnTo>
                  <a:pt x="726757" y="311645"/>
                </a:lnTo>
                <a:lnTo>
                  <a:pt x="751509" y="283705"/>
                </a:lnTo>
                <a:lnTo>
                  <a:pt x="772668" y="251955"/>
                </a:lnTo>
                <a:lnTo>
                  <a:pt x="782129" y="269735"/>
                </a:lnTo>
                <a:lnTo>
                  <a:pt x="790003" y="286245"/>
                </a:lnTo>
                <a:lnTo>
                  <a:pt x="796467" y="302755"/>
                </a:lnTo>
                <a:lnTo>
                  <a:pt x="801624" y="317995"/>
                </a:lnTo>
                <a:lnTo>
                  <a:pt x="804672" y="331965"/>
                </a:lnTo>
                <a:lnTo>
                  <a:pt x="809244" y="339585"/>
                </a:lnTo>
                <a:lnTo>
                  <a:pt x="813816" y="339585"/>
                </a:lnTo>
                <a:lnTo>
                  <a:pt x="819912" y="333235"/>
                </a:lnTo>
                <a:lnTo>
                  <a:pt x="822960" y="328155"/>
                </a:lnTo>
                <a:lnTo>
                  <a:pt x="824484" y="323075"/>
                </a:lnTo>
                <a:lnTo>
                  <a:pt x="824484" y="309105"/>
                </a:lnTo>
                <a:lnTo>
                  <a:pt x="822960" y="302755"/>
                </a:lnTo>
                <a:lnTo>
                  <a:pt x="821436" y="293865"/>
                </a:lnTo>
                <a:lnTo>
                  <a:pt x="796582" y="254495"/>
                </a:lnTo>
                <a:lnTo>
                  <a:pt x="780288" y="234175"/>
                </a:lnTo>
                <a:lnTo>
                  <a:pt x="785710" y="215125"/>
                </a:lnTo>
                <a:lnTo>
                  <a:pt x="795337" y="174485"/>
                </a:lnTo>
                <a:lnTo>
                  <a:pt x="804519" y="113525"/>
                </a:lnTo>
                <a:lnTo>
                  <a:pt x="804672" y="112255"/>
                </a:lnTo>
                <a:lnTo>
                  <a:pt x="844296" y="112255"/>
                </a:lnTo>
                <a:close/>
              </a:path>
              <a:path w="2165984" h="410210">
                <a:moveTo>
                  <a:pt x="972870" y="66522"/>
                </a:moveTo>
                <a:lnTo>
                  <a:pt x="951369" y="32194"/>
                </a:lnTo>
                <a:lnTo>
                  <a:pt x="925080" y="13716"/>
                </a:lnTo>
                <a:lnTo>
                  <a:pt x="920508" y="16764"/>
                </a:lnTo>
                <a:lnTo>
                  <a:pt x="929665" y="33337"/>
                </a:lnTo>
                <a:lnTo>
                  <a:pt x="936701" y="48768"/>
                </a:lnTo>
                <a:lnTo>
                  <a:pt x="941717" y="63055"/>
                </a:lnTo>
                <a:lnTo>
                  <a:pt x="944892" y="76200"/>
                </a:lnTo>
                <a:lnTo>
                  <a:pt x="944892" y="88392"/>
                </a:lnTo>
                <a:lnTo>
                  <a:pt x="947940" y="94488"/>
                </a:lnTo>
                <a:lnTo>
                  <a:pt x="952512" y="94488"/>
                </a:lnTo>
                <a:lnTo>
                  <a:pt x="961656" y="89916"/>
                </a:lnTo>
                <a:lnTo>
                  <a:pt x="966228" y="86868"/>
                </a:lnTo>
                <a:lnTo>
                  <a:pt x="969276" y="80772"/>
                </a:lnTo>
                <a:lnTo>
                  <a:pt x="972324" y="73152"/>
                </a:lnTo>
                <a:lnTo>
                  <a:pt x="972870" y="66522"/>
                </a:lnTo>
                <a:close/>
              </a:path>
              <a:path w="2165984" h="410210">
                <a:moveTo>
                  <a:pt x="1033284" y="271272"/>
                </a:moveTo>
                <a:lnTo>
                  <a:pt x="1027188" y="265176"/>
                </a:lnTo>
                <a:lnTo>
                  <a:pt x="964704" y="323088"/>
                </a:lnTo>
                <a:lnTo>
                  <a:pt x="964704" y="167640"/>
                </a:lnTo>
                <a:lnTo>
                  <a:pt x="973086" y="161544"/>
                </a:lnTo>
                <a:lnTo>
                  <a:pt x="981468" y="155448"/>
                </a:lnTo>
                <a:lnTo>
                  <a:pt x="950988" y="134112"/>
                </a:lnTo>
                <a:lnTo>
                  <a:pt x="937272" y="150876"/>
                </a:lnTo>
                <a:lnTo>
                  <a:pt x="874788" y="150876"/>
                </a:lnTo>
                <a:lnTo>
                  <a:pt x="890028" y="166116"/>
                </a:lnTo>
                <a:lnTo>
                  <a:pt x="899756" y="164109"/>
                </a:lnTo>
                <a:lnTo>
                  <a:pt x="908507" y="162687"/>
                </a:lnTo>
                <a:lnTo>
                  <a:pt x="916381" y="161823"/>
                </a:lnTo>
                <a:lnTo>
                  <a:pt x="923556" y="161544"/>
                </a:lnTo>
                <a:lnTo>
                  <a:pt x="940320" y="161544"/>
                </a:lnTo>
                <a:lnTo>
                  <a:pt x="940320" y="332232"/>
                </a:lnTo>
                <a:lnTo>
                  <a:pt x="938796" y="339852"/>
                </a:lnTo>
                <a:lnTo>
                  <a:pt x="934224" y="347472"/>
                </a:lnTo>
                <a:lnTo>
                  <a:pt x="958608" y="374904"/>
                </a:lnTo>
                <a:lnTo>
                  <a:pt x="972629" y="351205"/>
                </a:lnTo>
                <a:lnTo>
                  <a:pt x="989660" y="325945"/>
                </a:lnTo>
                <a:lnTo>
                  <a:pt x="991819" y="323088"/>
                </a:lnTo>
                <a:lnTo>
                  <a:pt x="1009827" y="299250"/>
                </a:lnTo>
                <a:lnTo>
                  <a:pt x="1033284" y="271272"/>
                </a:lnTo>
                <a:close/>
              </a:path>
              <a:path w="2165984" h="410210">
                <a:moveTo>
                  <a:pt x="1242072" y="210312"/>
                </a:moveTo>
                <a:lnTo>
                  <a:pt x="1233792" y="204216"/>
                </a:lnTo>
                <a:lnTo>
                  <a:pt x="1213116" y="188976"/>
                </a:lnTo>
                <a:lnTo>
                  <a:pt x="1207020" y="199136"/>
                </a:lnTo>
                <a:lnTo>
                  <a:pt x="1207020" y="214884"/>
                </a:lnTo>
                <a:lnTo>
                  <a:pt x="1207020" y="249936"/>
                </a:lnTo>
                <a:lnTo>
                  <a:pt x="1207020" y="260604"/>
                </a:lnTo>
                <a:lnTo>
                  <a:pt x="1207020" y="300228"/>
                </a:lnTo>
                <a:lnTo>
                  <a:pt x="1074432" y="300228"/>
                </a:lnTo>
                <a:lnTo>
                  <a:pt x="1074432" y="260604"/>
                </a:lnTo>
                <a:lnTo>
                  <a:pt x="1207020" y="260604"/>
                </a:lnTo>
                <a:lnTo>
                  <a:pt x="1207020" y="249936"/>
                </a:lnTo>
                <a:lnTo>
                  <a:pt x="1074432" y="249936"/>
                </a:lnTo>
                <a:lnTo>
                  <a:pt x="1074432" y="214884"/>
                </a:lnTo>
                <a:lnTo>
                  <a:pt x="1207020" y="214884"/>
                </a:lnTo>
                <a:lnTo>
                  <a:pt x="1207020" y="199136"/>
                </a:lnTo>
                <a:lnTo>
                  <a:pt x="1203972" y="204216"/>
                </a:lnTo>
                <a:lnTo>
                  <a:pt x="1072908" y="204216"/>
                </a:lnTo>
                <a:lnTo>
                  <a:pt x="1050048" y="190500"/>
                </a:lnTo>
                <a:lnTo>
                  <a:pt x="1050925" y="213360"/>
                </a:lnTo>
                <a:lnTo>
                  <a:pt x="1051382" y="238506"/>
                </a:lnTo>
                <a:lnTo>
                  <a:pt x="1051445" y="249936"/>
                </a:lnTo>
                <a:lnTo>
                  <a:pt x="1051382" y="353758"/>
                </a:lnTo>
                <a:lnTo>
                  <a:pt x="1050925" y="381584"/>
                </a:lnTo>
                <a:lnTo>
                  <a:pt x="1050048" y="408432"/>
                </a:lnTo>
                <a:lnTo>
                  <a:pt x="1074432" y="396240"/>
                </a:lnTo>
                <a:lnTo>
                  <a:pt x="1074432" y="310896"/>
                </a:lnTo>
                <a:lnTo>
                  <a:pt x="1207020" y="310896"/>
                </a:lnTo>
                <a:lnTo>
                  <a:pt x="1206957" y="353758"/>
                </a:lnTo>
                <a:lnTo>
                  <a:pt x="1158557" y="367512"/>
                </a:lnTo>
                <a:lnTo>
                  <a:pt x="1144536" y="367284"/>
                </a:lnTo>
                <a:lnTo>
                  <a:pt x="1144536" y="373380"/>
                </a:lnTo>
                <a:lnTo>
                  <a:pt x="1164767" y="379679"/>
                </a:lnTo>
                <a:lnTo>
                  <a:pt x="1179588" y="387286"/>
                </a:lnTo>
                <a:lnTo>
                  <a:pt x="1188681" y="396303"/>
                </a:lnTo>
                <a:lnTo>
                  <a:pt x="1191780" y="406908"/>
                </a:lnTo>
                <a:lnTo>
                  <a:pt x="1208659" y="399110"/>
                </a:lnTo>
                <a:lnTo>
                  <a:pt x="1220546" y="389191"/>
                </a:lnTo>
                <a:lnTo>
                  <a:pt x="1227569" y="376682"/>
                </a:lnTo>
                <a:lnTo>
                  <a:pt x="1228737" y="368808"/>
                </a:lnTo>
                <a:lnTo>
                  <a:pt x="1229880" y="361188"/>
                </a:lnTo>
                <a:lnTo>
                  <a:pt x="1229880" y="220980"/>
                </a:lnTo>
                <a:lnTo>
                  <a:pt x="1236840" y="214884"/>
                </a:lnTo>
                <a:lnTo>
                  <a:pt x="1242072" y="210312"/>
                </a:lnTo>
                <a:close/>
              </a:path>
              <a:path w="2165984" h="410210">
                <a:moveTo>
                  <a:pt x="1284744" y="170688"/>
                </a:moveTo>
                <a:lnTo>
                  <a:pt x="1255788" y="137160"/>
                </a:lnTo>
                <a:lnTo>
                  <a:pt x="1231404" y="160020"/>
                </a:lnTo>
                <a:lnTo>
                  <a:pt x="1149108" y="160020"/>
                </a:lnTo>
                <a:lnTo>
                  <a:pt x="1149108" y="115824"/>
                </a:lnTo>
                <a:lnTo>
                  <a:pt x="1249692" y="115824"/>
                </a:lnTo>
                <a:lnTo>
                  <a:pt x="1222260" y="85344"/>
                </a:lnTo>
                <a:lnTo>
                  <a:pt x="1199400" y="105156"/>
                </a:lnTo>
                <a:lnTo>
                  <a:pt x="1149108" y="105156"/>
                </a:lnTo>
                <a:lnTo>
                  <a:pt x="1149108" y="68580"/>
                </a:lnTo>
                <a:lnTo>
                  <a:pt x="1274076" y="68580"/>
                </a:lnTo>
                <a:lnTo>
                  <a:pt x="1245120" y="36576"/>
                </a:lnTo>
                <a:lnTo>
                  <a:pt x="1220736" y="59436"/>
                </a:lnTo>
                <a:lnTo>
                  <a:pt x="1149108" y="59436"/>
                </a:lnTo>
                <a:lnTo>
                  <a:pt x="1149108" y="28956"/>
                </a:lnTo>
                <a:lnTo>
                  <a:pt x="1162824" y="16764"/>
                </a:lnTo>
                <a:lnTo>
                  <a:pt x="1123200" y="0"/>
                </a:lnTo>
                <a:lnTo>
                  <a:pt x="1124673" y="40068"/>
                </a:lnTo>
                <a:lnTo>
                  <a:pt x="1124724" y="59436"/>
                </a:lnTo>
                <a:lnTo>
                  <a:pt x="1010424" y="59436"/>
                </a:lnTo>
                <a:lnTo>
                  <a:pt x="1025664" y="74676"/>
                </a:lnTo>
                <a:lnTo>
                  <a:pt x="1044143" y="70485"/>
                </a:lnTo>
                <a:lnTo>
                  <a:pt x="1052017" y="69100"/>
                </a:lnTo>
                <a:lnTo>
                  <a:pt x="1059192" y="68580"/>
                </a:lnTo>
                <a:lnTo>
                  <a:pt x="1124724" y="68580"/>
                </a:lnTo>
                <a:lnTo>
                  <a:pt x="1124724" y="105156"/>
                </a:lnTo>
                <a:lnTo>
                  <a:pt x="1036332" y="105156"/>
                </a:lnTo>
                <a:lnTo>
                  <a:pt x="1051572" y="121920"/>
                </a:lnTo>
                <a:lnTo>
                  <a:pt x="1061300" y="119037"/>
                </a:lnTo>
                <a:lnTo>
                  <a:pt x="1070051" y="117157"/>
                </a:lnTo>
                <a:lnTo>
                  <a:pt x="1077925" y="116128"/>
                </a:lnTo>
                <a:lnTo>
                  <a:pt x="1085100" y="115824"/>
                </a:lnTo>
                <a:lnTo>
                  <a:pt x="1124724" y="115824"/>
                </a:lnTo>
                <a:lnTo>
                  <a:pt x="1124724" y="160020"/>
                </a:lnTo>
                <a:lnTo>
                  <a:pt x="996708" y="160020"/>
                </a:lnTo>
                <a:lnTo>
                  <a:pt x="1011948" y="175260"/>
                </a:lnTo>
                <a:lnTo>
                  <a:pt x="1021041" y="173253"/>
                </a:lnTo>
                <a:lnTo>
                  <a:pt x="1029855" y="171831"/>
                </a:lnTo>
                <a:lnTo>
                  <a:pt x="1038085" y="170967"/>
                </a:lnTo>
                <a:lnTo>
                  <a:pt x="1045476" y="170688"/>
                </a:lnTo>
                <a:lnTo>
                  <a:pt x="1284744" y="170688"/>
                </a:lnTo>
                <a:close/>
              </a:path>
              <a:path w="2165984" h="410210">
                <a:moveTo>
                  <a:pt x="1731264" y="192011"/>
                </a:moveTo>
                <a:lnTo>
                  <a:pt x="1693164" y="153911"/>
                </a:lnTo>
                <a:lnTo>
                  <a:pt x="1665732" y="182867"/>
                </a:lnTo>
                <a:lnTo>
                  <a:pt x="1609344" y="182867"/>
                </a:lnTo>
                <a:lnTo>
                  <a:pt x="1609344" y="51803"/>
                </a:lnTo>
                <a:lnTo>
                  <a:pt x="1708404" y="51803"/>
                </a:lnTo>
                <a:lnTo>
                  <a:pt x="1671828" y="15227"/>
                </a:lnTo>
                <a:lnTo>
                  <a:pt x="1645920" y="41135"/>
                </a:lnTo>
                <a:lnTo>
                  <a:pt x="1583436" y="41135"/>
                </a:lnTo>
                <a:lnTo>
                  <a:pt x="1583436" y="51803"/>
                </a:lnTo>
                <a:lnTo>
                  <a:pt x="1583436" y="182867"/>
                </a:lnTo>
                <a:lnTo>
                  <a:pt x="1476756" y="182867"/>
                </a:lnTo>
                <a:lnTo>
                  <a:pt x="1476756" y="51803"/>
                </a:lnTo>
                <a:lnTo>
                  <a:pt x="1583436" y="51803"/>
                </a:lnTo>
                <a:lnTo>
                  <a:pt x="1583436" y="41135"/>
                </a:lnTo>
                <a:lnTo>
                  <a:pt x="1348740" y="41135"/>
                </a:lnTo>
                <a:lnTo>
                  <a:pt x="1365504" y="56375"/>
                </a:lnTo>
                <a:lnTo>
                  <a:pt x="1374940" y="54381"/>
                </a:lnTo>
                <a:lnTo>
                  <a:pt x="1384935" y="52946"/>
                </a:lnTo>
                <a:lnTo>
                  <a:pt x="1395514" y="52095"/>
                </a:lnTo>
                <a:lnTo>
                  <a:pt x="1406652" y="51803"/>
                </a:lnTo>
                <a:lnTo>
                  <a:pt x="1449324" y="51803"/>
                </a:lnTo>
                <a:lnTo>
                  <a:pt x="1449324" y="182867"/>
                </a:lnTo>
                <a:lnTo>
                  <a:pt x="1324356" y="182867"/>
                </a:lnTo>
                <a:lnTo>
                  <a:pt x="1341120" y="198107"/>
                </a:lnTo>
                <a:lnTo>
                  <a:pt x="1350556" y="195872"/>
                </a:lnTo>
                <a:lnTo>
                  <a:pt x="1360551" y="193916"/>
                </a:lnTo>
                <a:lnTo>
                  <a:pt x="1371130" y="192544"/>
                </a:lnTo>
                <a:lnTo>
                  <a:pt x="1382268" y="192011"/>
                </a:lnTo>
                <a:lnTo>
                  <a:pt x="1449324" y="192011"/>
                </a:lnTo>
                <a:lnTo>
                  <a:pt x="1441513" y="263258"/>
                </a:lnTo>
                <a:lnTo>
                  <a:pt x="1418844" y="318503"/>
                </a:lnTo>
                <a:lnTo>
                  <a:pt x="1382268" y="361937"/>
                </a:lnTo>
                <a:lnTo>
                  <a:pt x="1331976" y="400799"/>
                </a:lnTo>
                <a:lnTo>
                  <a:pt x="1336548" y="406895"/>
                </a:lnTo>
                <a:lnTo>
                  <a:pt x="1371434" y="385991"/>
                </a:lnTo>
                <a:lnTo>
                  <a:pt x="1424635" y="341325"/>
                </a:lnTo>
                <a:lnTo>
                  <a:pt x="1457261" y="290385"/>
                </a:lnTo>
                <a:lnTo>
                  <a:pt x="1473885" y="228041"/>
                </a:lnTo>
                <a:lnTo>
                  <a:pt x="1476756" y="192011"/>
                </a:lnTo>
                <a:lnTo>
                  <a:pt x="1583436" y="192011"/>
                </a:lnTo>
                <a:lnTo>
                  <a:pt x="1583334" y="344538"/>
                </a:lnTo>
                <a:lnTo>
                  <a:pt x="1583245" y="354698"/>
                </a:lnTo>
                <a:lnTo>
                  <a:pt x="1582813" y="377164"/>
                </a:lnTo>
                <a:lnTo>
                  <a:pt x="1581912" y="402323"/>
                </a:lnTo>
                <a:lnTo>
                  <a:pt x="1612392" y="393179"/>
                </a:lnTo>
                <a:lnTo>
                  <a:pt x="1609610" y="344538"/>
                </a:lnTo>
                <a:lnTo>
                  <a:pt x="1609344" y="192011"/>
                </a:lnTo>
                <a:lnTo>
                  <a:pt x="1731264" y="192011"/>
                </a:lnTo>
                <a:close/>
              </a:path>
              <a:path w="2165984" h="410210">
                <a:moveTo>
                  <a:pt x="1950732" y="115824"/>
                </a:moveTo>
                <a:lnTo>
                  <a:pt x="1923300" y="92964"/>
                </a:lnTo>
                <a:lnTo>
                  <a:pt x="1912632" y="107632"/>
                </a:lnTo>
                <a:lnTo>
                  <a:pt x="1912632" y="118872"/>
                </a:lnTo>
                <a:lnTo>
                  <a:pt x="1904034" y="167703"/>
                </a:lnTo>
                <a:lnTo>
                  <a:pt x="1894154" y="211264"/>
                </a:lnTo>
                <a:lnTo>
                  <a:pt x="1882838" y="249377"/>
                </a:lnTo>
                <a:lnTo>
                  <a:pt x="1869960" y="281940"/>
                </a:lnTo>
                <a:lnTo>
                  <a:pt x="1856854" y="276237"/>
                </a:lnTo>
                <a:lnTo>
                  <a:pt x="1842909" y="270700"/>
                </a:lnTo>
                <a:lnTo>
                  <a:pt x="1828380" y="265430"/>
                </a:lnTo>
                <a:lnTo>
                  <a:pt x="1813572" y="260604"/>
                </a:lnTo>
                <a:lnTo>
                  <a:pt x="1827288" y="214020"/>
                </a:lnTo>
                <a:lnTo>
                  <a:pt x="1837207" y="180022"/>
                </a:lnTo>
                <a:lnTo>
                  <a:pt x="1847862" y="143154"/>
                </a:lnTo>
                <a:lnTo>
                  <a:pt x="1854720" y="118872"/>
                </a:lnTo>
                <a:lnTo>
                  <a:pt x="1912632" y="118872"/>
                </a:lnTo>
                <a:lnTo>
                  <a:pt x="1912632" y="107632"/>
                </a:lnTo>
                <a:lnTo>
                  <a:pt x="1911108" y="109728"/>
                </a:lnTo>
                <a:lnTo>
                  <a:pt x="1856244" y="109728"/>
                </a:lnTo>
                <a:lnTo>
                  <a:pt x="1868627" y="62865"/>
                </a:lnTo>
                <a:lnTo>
                  <a:pt x="1892820" y="22860"/>
                </a:lnTo>
                <a:lnTo>
                  <a:pt x="1853196" y="3048"/>
                </a:lnTo>
                <a:lnTo>
                  <a:pt x="1850288" y="21640"/>
                </a:lnTo>
                <a:lnTo>
                  <a:pt x="1845970" y="45427"/>
                </a:lnTo>
                <a:lnTo>
                  <a:pt x="1839899" y="74841"/>
                </a:lnTo>
                <a:lnTo>
                  <a:pt x="1831860" y="109728"/>
                </a:lnTo>
                <a:lnTo>
                  <a:pt x="1769376" y="109728"/>
                </a:lnTo>
                <a:lnTo>
                  <a:pt x="1784616" y="124968"/>
                </a:lnTo>
                <a:lnTo>
                  <a:pt x="1794916" y="122720"/>
                </a:lnTo>
                <a:lnTo>
                  <a:pt x="1805381" y="120777"/>
                </a:lnTo>
                <a:lnTo>
                  <a:pt x="1816112" y="119392"/>
                </a:lnTo>
                <a:lnTo>
                  <a:pt x="1827288" y="118872"/>
                </a:lnTo>
                <a:lnTo>
                  <a:pt x="1830336" y="118872"/>
                </a:lnTo>
                <a:lnTo>
                  <a:pt x="1820926" y="156273"/>
                </a:lnTo>
                <a:lnTo>
                  <a:pt x="1811096" y="192976"/>
                </a:lnTo>
                <a:lnTo>
                  <a:pt x="1800974" y="228803"/>
                </a:lnTo>
                <a:lnTo>
                  <a:pt x="1790712" y="263652"/>
                </a:lnTo>
                <a:lnTo>
                  <a:pt x="1806422" y="269976"/>
                </a:lnTo>
                <a:lnTo>
                  <a:pt x="1823859" y="277749"/>
                </a:lnTo>
                <a:lnTo>
                  <a:pt x="1842998" y="287223"/>
                </a:lnTo>
                <a:lnTo>
                  <a:pt x="1863864" y="298704"/>
                </a:lnTo>
                <a:lnTo>
                  <a:pt x="1846999" y="325577"/>
                </a:lnTo>
                <a:lnTo>
                  <a:pt x="1826145" y="351472"/>
                </a:lnTo>
                <a:lnTo>
                  <a:pt x="1801279" y="376491"/>
                </a:lnTo>
                <a:lnTo>
                  <a:pt x="1772424" y="400812"/>
                </a:lnTo>
                <a:lnTo>
                  <a:pt x="1776996" y="406908"/>
                </a:lnTo>
                <a:lnTo>
                  <a:pt x="1807832" y="387807"/>
                </a:lnTo>
                <a:lnTo>
                  <a:pt x="1836242" y="364998"/>
                </a:lnTo>
                <a:lnTo>
                  <a:pt x="1862074" y="338747"/>
                </a:lnTo>
                <a:lnTo>
                  <a:pt x="1885200" y="309372"/>
                </a:lnTo>
                <a:lnTo>
                  <a:pt x="1895170" y="317919"/>
                </a:lnTo>
                <a:lnTo>
                  <a:pt x="1904441" y="327469"/>
                </a:lnTo>
                <a:lnTo>
                  <a:pt x="1912835" y="337870"/>
                </a:lnTo>
                <a:lnTo>
                  <a:pt x="1926348" y="358140"/>
                </a:lnTo>
                <a:lnTo>
                  <a:pt x="1930920" y="362712"/>
                </a:lnTo>
                <a:lnTo>
                  <a:pt x="1935492" y="362712"/>
                </a:lnTo>
                <a:lnTo>
                  <a:pt x="1937016" y="361188"/>
                </a:lnTo>
                <a:lnTo>
                  <a:pt x="1938540" y="355092"/>
                </a:lnTo>
                <a:lnTo>
                  <a:pt x="1940064" y="350520"/>
                </a:lnTo>
                <a:lnTo>
                  <a:pt x="1940064" y="329184"/>
                </a:lnTo>
                <a:lnTo>
                  <a:pt x="1937016" y="321564"/>
                </a:lnTo>
                <a:lnTo>
                  <a:pt x="1932444" y="315468"/>
                </a:lnTo>
                <a:lnTo>
                  <a:pt x="1927529" y="311200"/>
                </a:lnTo>
                <a:lnTo>
                  <a:pt x="1925002" y="309372"/>
                </a:lnTo>
                <a:lnTo>
                  <a:pt x="1919490" y="305371"/>
                </a:lnTo>
                <a:lnTo>
                  <a:pt x="1908009" y="298107"/>
                </a:lnTo>
                <a:lnTo>
                  <a:pt x="1892820" y="289560"/>
                </a:lnTo>
                <a:lnTo>
                  <a:pt x="1895652" y="281940"/>
                </a:lnTo>
                <a:lnTo>
                  <a:pt x="1904860" y="257213"/>
                </a:lnTo>
                <a:lnTo>
                  <a:pt x="1916061" y="219456"/>
                </a:lnTo>
                <a:lnTo>
                  <a:pt x="1926602" y="176276"/>
                </a:lnTo>
                <a:lnTo>
                  <a:pt x="1937016" y="126492"/>
                </a:lnTo>
                <a:lnTo>
                  <a:pt x="1946808" y="118872"/>
                </a:lnTo>
                <a:lnTo>
                  <a:pt x="1950732" y="115824"/>
                </a:lnTo>
                <a:close/>
              </a:path>
              <a:path w="2165984" h="410210">
                <a:moveTo>
                  <a:pt x="2153424" y="234696"/>
                </a:moveTo>
                <a:lnTo>
                  <a:pt x="2145703" y="228600"/>
                </a:lnTo>
                <a:lnTo>
                  <a:pt x="2124468" y="211836"/>
                </a:lnTo>
                <a:lnTo>
                  <a:pt x="2115324" y="224409"/>
                </a:lnTo>
                <a:lnTo>
                  <a:pt x="2115324" y="239268"/>
                </a:lnTo>
                <a:lnTo>
                  <a:pt x="2115324" y="355092"/>
                </a:lnTo>
                <a:lnTo>
                  <a:pt x="2001024" y="355092"/>
                </a:lnTo>
                <a:lnTo>
                  <a:pt x="2001024" y="239268"/>
                </a:lnTo>
                <a:lnTo>
                  <a:pt x="2115324" y="239268"/>
                </a:lnTo>
                <a:lnTo>
                  <a:pt x="2115324" y="224409"/>
                </a:lnTo>
                <a:lnTo>
                  <a:pt x="2112276" y="228600"/>
                </a:lnTo>
                <a:lnTo>
                  <a:pt x="2001024" y="228600"/>
                </a:lnTo>
                <a:lnTo>
                  <a:pt x="1975116" y="213360"/>
                </a:lnTo>
                <a:lnTo>
                  <a:pt x="1975993" y="232257"/>
                </a:lnTo>
                <a:lnTo>
                  <a:pt x="1976450" y="254889"/>
                </a:lnTo>
                <a:lnTo>
                  <a:pt x="1976615" y="281508"/>
                </a:lnTo>
                <a:lnTo>
                  <a:pt x="1976526" y="355092"/>
                </a:lnTo>
                <a:lnTo>
                  <a:pt x="1976450" y="367093"/>
                </a:lnTo>
                <a:lnTo>
                  <a:pt x="1975993" y="387096"/>
                </a:lnTo>
                <a:lnTo>
                  <a:pt x="1975116" y="402336"/>
                </a:lnTo>
                <a:lnTo>
                  <a:pt x="2001024" y="393192"/>
                </a:lnTo>
                <a:lnTo>
                  <a:pt x="2001024" y="364236"/>
                </a:lnTo>
                <a:lnTo>
                  <a:pt x="2115324" y="364236"/>
                </a:lnTo>
                <a:lnTo>
                  <a:pt x="2115324" y="399288"/>
                </a:lnTo>
                <a:lnTo>
                  <a:pt x="2141232" y="387096"/>
                </a:lnTo>
                <a:lnTo>
                  <a:pt x="2140991" y="371398"/>
                </a:lnTo>
                <a:lnTo>
                  <a:pt x="2140851" y="364236"/>
                </a:lnTo>
                <a:lnTo>
                  <a:pt x="2140686" y="355092"/>
                </a:lnTo>
                <a:lnTo>
                  <a:pt x="2140470" y="342709"/>
                </a:lnTo>
                <a:lnTo>
                  <a:pt x="2139937" y="301155"/>
                </a:lnTo>
                <a:lnTo>
                  <a:pt x="2139708" y="246888"/>
                </a:lnTo>
                <a:lnTo>
                  <a:pt x="2148281" y="239268"/>
                </a:lnTo>
                <a:lnTo>
                  <a:pt x="2153424" y="234696"/>
                </a:lnTo>
                <a:close/>
              </a:path>
              <a:path w="2165984" h="410210">
                <a:moveTo>
                  <a:pt x="2165616" y="153924"/>
                </a:moveTo>
                <a:lnTo>
                  <a:pt x="2141232" y="118110"/>
                </a:lnTo>
                <a:lnTo>
                  <a:pt x="2087892" y="79248"/>
                </a:lnTo>
                <a:lnTo>
                  <a:pt x="2083320" y="85344"/>
                </a:lnTo>
                <a:lnTo>
                  <a:pt x="2097316" y="100482"/>
                </a:lnTo>
                <a:lnTo>
                  <a:pt x="2109609" y="116205"/>
                </a:lnTo>
                <a:lnTo>
                  <a:pt x="2120176" y="132486"/>
                </a:lnTo>
                <a:lnTo>
                  <a:pt x="2129040" y="149352"/>
                </a:lnTo>
                <a:lnTo>
                  <a:pt x="2003018" y="153416"/>
                </a:lnTo>
                <a:lnTo>
                  <a:pt x="1978164" y="153924"/>
                </a:lnTo>
                <a:lnTo>
                  <a:pt x="1990686" y="137655"/>
                </a:lnTo>
                <a:lnTo>
                  <a:pt x="2007501" y="111823"/>
                </a:lnTo>
                <a:lnTo>
                  <a:pt x="2028304" y="76555"/>
                </a:lnTo>
                <a:lnTo>
                  <a:pt x="2052840" y="32004"/>
                </a:lnTo>
                <a:lnTo>
                  <a:pt x="2068080" y="24384"/>
                </a:lnTo>
                <a:lnTo>
                  <a:pt x="2029980" y="0"/>
                </a:lnTo>
                <a:lnTo>
                  <a:pt x="2020570" y="31661"/>
                </a:lnTo>
                <a:lnTo>
                  <a:pt x="2010740" y="60198"/>
                </a:lnTo>
                <a:lnTo>
                  <a:pt x="1990356" y="106680"/>
                </a:lnTo>
                <a:lnTo>
                  <a:pt x="1968639" y="138874"/>
                </a:lnTo>
                <a:lnTo>
                  <a:pt x="1949208" y="153924"/>
                </a:lnTo>
                <a:lnTo>
                  <a:pt x="1969020" y="190500"/>
                </a:lnTo>
                <a:lnTo>
                  <a:pt x="2003945" y="175272"/>
                </a:lnTo>
                <a:lnTo>
                  <a:pt x="2041664" y="167271"/>
                </a:lnTo>
                <a:lnTo>
                  <a:pt x="2098192" y="161036"/>
                </a:lnTo>
                <a:lnTo>
                  <a:pt x="2133612" y="158496"/>
                </a:lnTo>
                <a:lnTo>
                  <a:pt x="2135835" y="164020"/>
                </a:lnTo>
                <a:lnTo>
                  <a:pt x="2138375" y="170116"/>
                </a:lnTo>
                <a:lnTo>
                  <a:pt x="2141105" y="176276"/>
                </a:lnTo>
                <a:lnTo>
                  <a:pt x="2144280" y="182880"/>
                </a:lnTo>
                <a:lnTo>
                  <a:pt x="2144280" y="187452"/>
                </a:lnTo>
                <a:lnTo>
                  <a:pt x="2145804" y="188976"/>
                </a:lnTo>
                <a:lnTo>
                  <a:pt x="2151900" y="188976"/>
                </a:lnTo>
                <a:lnTo>
                  <a:pt x="2154948" y="185928"/>
                </a:lnTo>
                <a:lnTo>
                  <a:pt x="2159520" y="179832"/>
                </a:lnTo>
                <a:lnTo>
                  <a:pt x="2164067" y="175272"/>
                </a:lnTo>
                <a:lnTo>
                  <a:pt x="2164169" y="174879"/>
                </a:lnTo>
                <a:lnTo>
                  <a:pt x="2165591" y="167703"/>
                </a:lnTo>
                <a:lnTo>
                  <a:pt x="2165616" y="158496"/>
                </a:lnTo>
                <a:lnTo>
                  <a:pt x="2165616" y="15392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" name="object 17"/>
          <p:cNvSpPr/>
          <p:nvPr/>
        </p:nvSpPr>
        <p:spPr>
          <a:xfrm>
            <a:off x="8321040" y="3003803"/>
            <a:ext cx="853440" cy="411480"/>
          </a:xfrm>
          <a:custGeom>
            <a:avLst/>
            <a:gdLst/>
            <a:ahLst/>
            <a:cxnLst/>
            <a:rect l="l" t="t" r="r" b="b"/>
            <a:pathLst>
              <a:path w="853440" h="411479">
                <a:moveTo>
                  <a:pt x="141732" y="19812"/>
                </a:moveTo>
                <a:lnTo>
                  <a:pt x="105156" y="0"/>
                </a:lnTo>
                <a:lnTo>
                  <a:pt x="100558" y="16268"/>
                </a:lnTo>
                <a:lnTo>
                  <a:pt x="93535" y="37528"/>
                </a:lnTo>
                <a:lnTo>
                  <a:pt x="71628" y="94488"/>
                </a:lnTo>
                <a:lnTo>
                  <a:pt x="40957" y="159448"/>
                </a:lnTo>
                <a:lnTo>
                  <a:pt x="0" y="216408"/>
                </a:lnTo>
                <a:lnTo>
                  <a:pt x="3048" y="222504"/>
                </a:lnTo>
                <a:lnTo>
                  <a:pt x="18211" y="208534"/>
                </a:lnTo>
                <a:lnTo>
                  <a:pt x="34099" y="191833"/>
                </a:lnTo>
                <a:lnTo>
                  <a:pt x="50838" y="172580"/>
                </a:lnTo>
                <a:lnTo>
                  <a:pt x="68580" y="150876"/>
                </a:lnTo>
                <a:lnTo>
                  <a:pt x="68503" y="309372"/>
                </a:lnTo>
                <a:lnTo>
                  <a:pt x="68313" y="324446"/>
                </a:lnTo>
                <a:lnTo>
                  <a:pt x="67627" y="349186"/>
                </a:lnTo>
                <a:lnTo>
                  <a:pt x="65532" y="409956"/>
                </a:lnTo>
                <a:lnTo>
                  <a:pt x="92964" y="397764"/>
                </a:lnTo>
                <a:lnTo>
                  <a:pt x="90170" y="336689"/>
                </a:lnTo>
                <a:lnTo>
                  <a:pt x="89916" y="150876"/>
                </a:lnTo>
                <a:lnTo>
                  <a:pt x="89916" y="143256"/>
                </a:lnTo>
                <a:lnTo>
                  <a:pt x="100584" y="132588"/>
                </a:lnTo>
                <a:lnTo>
                  <a:pt x="83820" y="123444"/>
                </a:lnTo>
                <a:lnTo>
                  <a:pt x="91770" y="105714"/>
                </a:lnTo>
                <a:lnTo>
                  <a:pt x="113385" y="59372"/>
                </a:lnTo>
                <a:lnTo>
                  <a:pt x="126492" y="30480"/>
                </a:lnTo>
                <a:lnTo>
                  <a:pt x="141732" y="19812"/>
                </a:lnTo>
                <a:close/>
              </a:path>
              <a:path w="853440" h="411479">
                <a:moveTo>
                  <a:pt x="409956" y="230124"/>
                </a:moveTo>
                <a:lnTo>
                  <a:pt x="379476" y="199644"/>
                </a:lnTo>
                <a:lnTo>
                  <a:pt x="358140" y="220980"/>
                </a:lnTo>
                <a:lnTo>
                  <a:pt x="268224" y="220980"/>
                </a:lnTo>
                <a:lnTo>
                  <a:pt x="268224" y="156972"/>
                </a:lnTo>
                <a:lnTo>
                  <a:pt x="327660" y="156972"/>
                </a:lnTo>
                <a:lnTo>
                  <a:pt x="327660" y="175260"/>
                </a:lnTo>
                <a:lnTo>
                  <a:pt x="352044" y="166116"/>
                </a:lnTo>
                <a:lnTo>
                  <a:pt x="350710" y="125425"/>
                </a:lnTo>
                <a:lnTo>
                  <a:pt x="350520" y="53340"/>
                </a:lnTo>
                <a:lnTo>
                  <a:pt x="360997" y="45720"/>
                </a:lnTo>
                <a:lnTo>
                  <a:pt x="367284" y="41148"/>
                </a:lnTo>
                <a:lnTo>
                  <a:pt x="362102" y="36576"/>
                </a:lnTo>
                <a:lnTo>
                  <a:pt x="341376" y="18288"/>
                </a:lnTo>
                <a:lnTo>
                  <a:pt x="327660" y="32004"/>
                </a:lnTo>
                <a:lnTo>
                  <a:pt x="327660" y="45720"/>
                </a:lnTo>
                <a:lnTo>
                  <a:pt x="327660" y="147828"/>
                </a:lnTo>
                <a:lnTo>
                  <a:pt x="190500" y="147828"/>
                </a:lnTo>
                <a:lnTo>
                  <a:pt x="190500" y="45720"/>
                </a:lnTo>
                <a:lnTo>
                  <a:pt x="327660" y="45720"/>
                </a:lnTo>
                <a:lnTo>
                  <a:pt x="327660" y="32004"/>
                </a:lnTo>
                <a:lnTo>
                  <a:pt x="323088" y="36576"/>
                </a:lnTo>
                <a:lnTo>
                  <a:pt x="192024" y="36576"/>
                </a:lnTo>
                <a:lnTo>
                  <a:pt x="163068" y="21336"/>
                </a:lnTo>
                <a:lnTo>
                  <a:pt x="164096" y="41148"/>
                </a:lnTo>
                <a:lnTo>
                  <a:pt x="165150" y="63652"/>
                </a:lnTo>
                <a:lnTo>
                  <a:pt x="165849" y="84569"/>
                </a:lnTo>
                <a:lnTo>
                  <a:pt x="166116" y="105156"/>
                </a:lnTo>
                <a:lnTo>
                  <a:pt x="165874" y="123444"/>
                </a:lnTo>
                <a:lnTo>
                  <a:pt x="165760" y="127901"/>
                </a:lnTo>
                <a:lnTo>
                  <a:pt x="165163" y="144970"/>
                </a:lnTo>
                <a:lnTo>
                  <a:pt x="164185" y="163664"/>
                </a:lnTo>
                <a:lnTo>
                  <a:pt x="163068" y="181356"/>
                </a:lnTo>
                <a:lnTo>
                  <a:pt x="190500" y="173736"/>
                </a:lnTo>
                <a:lnTo>
                  <a:pt x="190500" y="156972"/>
                </a:lnTo>
                <a:lnTo>
                  <a:pt x="245364" y="156972"/>
                </a:lnTo>
                <a:lnTo>
                  <a:pt x="245364" y="220980"/>
                </a:lnTo>
                <a:lnTo>
                  <a:pt x="106680" y="220980"/>
                </a:lnTo>
                <a:lnTo>
                  <a:pt x="120396" y="234696"/>
                </a:lnTo>
                <a:lnTo>
                  <a:pt x="143256" y="230124"/>
                </a:lnTo>
                <a:lnTo>
                  <a:pt x="224028" y="230124"/>
                </a:lnTo>
                <a:lnTo>
                  <a:pt x="195516" y="285635"/>
                </a:lnTo>
                <a:lnTo>
                  <a:pt x="161467" y="333121"/>
                </a:lnTo>
                <a:lnTo>
                  <a:pt x="123037" y="372605"/>
                </a:lnTo>
                <a:lnTo>
                  <a:pt x="102108" y="388620"/>
                </a:lnTo>
                <a:lnTo>
                  <a:pt x="106680" y="394716"/>
                </a:lnTo>
                <a:lnTo>
                  <a:pt x="147828" y="367093"/>
                </a:lnTo>
                <a:lnTo>
                  <a:pt x="184404" y="333756"/>
                </a:lnTo>
                <a:lnTo>
                  <a:pt x="216027" y="292798"/>
                </a:lnTo>
                <a:lnTo>
                  <a:pt x="245364" y="243840"/>
                </a:lnTo>
                <a:lnTo>
                  <a:pt x="245249" y="324446"/>
                </a:lnTo>
                <a:lnTo>
                  <a:pt x="245135" y="349186"/>
                </a:lnTo>
                <a:lnTo>
                  <a:pt x="244716" y="383362"/>
                </a:lnTo>
                <a:lnTo>
                  <a:pt x="243840" y="409956"/>
                </a:lnTo>
                <a:lnTo>
                  <a:pt x="269748" y="397764"/>
                </a:lnTo>
                <a:lnTo>
                  <a:pt x="268465" y="345046"/>
                </a:lnTo>
                <a:lnTo>
                  <a:pt x="268224" y="243840"/>
                </a:lnTo>
                <a:lnTo>
                  <a:pt x="268224" y="230124"/>
                </a:lnTo>
                <a:lnTo>
                  <a:pt x="280416" y="230124"/>
                </a:lnTo>
                <a:lnTo>
                  <a:pt x="285813" y="248412"/>
                </a:lnTo>
                <a:lnTo>
                  <a:pt x="292798" y="266700"/>
                </a:lnTo>
                <a:lnTo>
                  <a:pt x="310896" y="303276"/>
                </a:lnTo>
                <a:lnTo>
                  <a:pt x="337566" y="340995"/>
                </a:lnTo>
                <a:lnTo>
                  <a:pt x="373380" y="376428"/>
                </a:lnTo>
                <a:lnTo>
                  <a:pt x="380568" y="369531"/>
                </a:lnTo>
                <a:lnTo>
                  <a:pt x="388620" y="364617"/>
                </a:lnTo>
                <a:lnTo>
                  <a:pt x="397802" y="361429"/>
                </a:lnTo>
                <a:lnTo>
                  <a:pt x="408432" y="359664"/>
                </a:lnTo>
                <a:lnTo>
                  <a:pt x="408432" y="353568"/>
                </a:lnTo>
                <a:lnTo>
                  <a:pt x="366331" y="333375"/>
                </a:lnTo>
                <a:lnTo>
                  <a:pt x="332232" y="301752"/>
                </a:lnTo>
                <a:lnTo>
                  <a:pt x="305752" y="264795"/>
                </a:lnTo>
                <a:lnTo>
                  <a:pt x="289560" y="230124"/>
                </a:lnTo>
                <a:lnTo>
                  <a:pt x="409956" y="230124"/>
                </a:lnTo>
                <a:close/>
              </a:path>
              <a:path w="853440" h="411479">
                <a:moveTo>
                  <a:pt x="612648" y="115824"/>
                </a:moveTo>
                <a:lnTo>
                  <a:pt x="582168" y="86868"/>
                </a:lnTo>
                <a:lnTo>
                  <a:pt x="563880" y="105156"/>
                </a:lnTo>
                <a:lnTo>
                  <a:pt x="544068" y="105156"/>
                </a:lnTo>
                <a:lnTo>
                  <a:pt x="544068" y="36576"/>
                </a:lnTo>
                <a:lnTo>
                  <a:pt x="557784" y="24384"/>
                </a:lnTo>
                <a:lnTo>
                  <a:pt x="518160" y="3048"/>
                </a:lnTo>
                <a:lnTo>
                  <a:pt x="519036" y="26720"/>
                </a:lnTo>
                <a:lnTo>
                  <a:pt x="519493" y="51816"/>
                </a:lnTo>
                <a:lnTo>
                  <a:pt x="519645" y="76200"/>
                </a:lnTo>
                <a:lnTo>
                  <a:pt x="519684" y="105156"/>
                </a:lnTo>
                <a:lnTo>
                  <a:pt x="448056" y="105156"/>
                </a:lnTo>
                <a:lnTo>
                  <a:pt x="461772" y="118872"/>
                </a:lnTo>
                <a:lnTo>
                  <a:pt x="483108" y="115824"/>
                </a:lnTo>
                <a:lnTo>
                  <a:pt x="519684" y="115824"/>
                </a:lnTo>
                <a:lnTo>
                  <a:pt x="519684" y="210312"/>
                </a:lnTo>
                <a:lnTo>
                  <a:pt x="493941" y="220319"/>
                </a:lnTo>
                <a:lnTo>
                  <a:pt x="473773" y="227457"/>
                </a:lnTo>
                <a:lnTo>
                  <a:pt x="459028" y="231749"/>
                </a:lnTo>
                <a:lnTo>
                  <a:pt x="449580" y="233172"/>
                </a:lnTo>
                <a:lnTo>
                  <a:pt x="472440" y="265176"/>
                </a:lnTo>
                <a:lnTo>
                  <a:pt x="478104" y="259486"/>
                </a:lnTo>
                <a:lnTo>
                  <a:pt x="488061" y="251650"/>
                </a:lnTo>
                <a:lnTo>
                  <a:pt x="502005" y="241820"/>
                </a:lnTo>
                <a:lnTo>
                  <a:pt x="519684" y="230124"/>
                </a:lnTo>
                <a:lnTo>
                  <a:pt x="519684" y="361188"/>
                </a:lnTo>
                <a:lnTo>
                  <a:pt x="516636" y="368808"/>
                </a:lnTo>
                <a:lnTo>
                  <a:pt x="510540" y="368808"/>
                </a:lnTo>
                <a:lnTo>
                  <a:pt x="503986" y="369150"/>
                </a:lnTo>
                <a:lnTo>
                  <a:pt x="493585" y="368046"/>
                </a:lnTo>
                <a:lnTo>
                  <a:pt x="479463" y="365810"/>
                </a:lnTo>
                <a:lnTo>
                  <a:pt x="461772" y="362712"/>
                </a:lnTo>
                <a:lnTo>
                  <a:pt x="461772" y="370332"/>
                </a:lnTo>
                <a:lnTo>
                  <a:pt x="484390" y="379742"/>
                </a:lnTo>
                <a:lnTo>
                  <a:pt x="499872" y="389572"/>
                </a:lnTo>
                <a:lnTo>
                  <a:pt x="508482" y="399694"/>
                </a:lnTo>
                <a:lnTo>
                  <a:pt x="510540" y="409956"/>
                </a:lnTo>
                <a:lnTo>
                  <a:pt x="524560" y="401980"/>
                </a:lnTo>
                <a:lnTo>
                  <a:pt x="543979" y="366141"/>
                </a:lnTo>
                <a:lnTo>
                  <a:pt x="544068" y="230124"/>
                </a:lnTo>
                <a:lnTo>
                  <a:pt x="544068" y="217932"/>
                </a:lnTo>
                <a:lnTo>
                  <a:pt x="573786" y="201168"/>
                </a:lnTo>
                <a:lnTo>
                  <a:pt x="603504" y="184404"/>
                </a:lnTo>
                <a:lnTo>
                  <a:pt x="600456" y="176784"/>
                </a:lnTo>
                <a:lnTo>
                  <a:pt x="544068" y="201168"/>
                </a:lnTo>
                <a:lnTo>
                  <a:pt x="544068" y="115824"/>
                </a:lnTo>
                <a:lnTo>
                  <a:pt x="612648" y="115824"/>
                </a:lnTo>
                <a:close/>
              </a:path>
              <a:path w="853440" h="411479">
                <a:moveTo>
                  <a:pt x="673862" y="311264"/>
                </a:moveTo>
                <a:lnTo>
                  <a:pt x="643890" y="277939"/>
                </a:lnTo>
                <a:lnTo>
                  <a:pt x="615696" y="262128"/>
                </a:lnTo>
                <a:lnTo>
                  <a:pt x="612648" y="266700"/>
                </a:lnTo>
                <a:lnTo>
                  <a:pt x="623430" y="280987"/>
                </a:lnTo>
                <a:lnTo>
                  <a:pt x="632650" y="294132"/>
                </a:lnTo>
                <a:lnTo>
                  <a:pt x="639864" y="306133"/>
                </a:lnTo>
                <a:lnTo>
                  <a:pt x="644652" y="316992"/>
                </a:lnTo>
                <a:lnTo>
                  <a:pt x="648335" y="327571"/>
                </a:lnTo>
                <a:lnTo>
                  <a:pt x="652462" y="334137"/>
                </a:lnTo>
                <a:lnTo>
                  <a:pt x="656856" y="336715"/>
                </a:lnTo>
                <a:lnTo>
                  <a:pt x="661416" y="335280"/>
                </a:lnTo>
                <a:lnTo>
                  <a:pt x="667512" y="330708"/>
                </a:lnTo>
                <a:lnTo>
                  <a:pt x="672084" y="324612"/>
                </a:lnTo>
                <a:lnTo>
                  <a:pt x="673608" y="316992"/>
                </a:lnTo>
                <a:lnTo>
                  <a:pt x="673862" y="311264"/>
                </a:lnTo>
                <a:close/>
              </a:path>
              <a:path w="853440" h="411479">
                <a:moveTo>
                  <a:pt x="848868" y="242316"/>
                </a:moveTo>
                <a:lnTo>
                  <a:pt x="816864" y="211836"/>
                </a:lnTo>
                <a:lnTo>
                  <a:pt x="797052" y="233172"/>
                </a:lnTo>
                <a:lnTo>
                  <a:pt x="760476" y="233172"/>
                </a:lnTo>
                <a:lnTo>
                  <a:pt x="760476" y="199644"/>
                </a:lnTo>
                <a:lnTo>
                  <a:pt x="777240" y="188976"/>
                </a:lnTo>
                <a:lnTo>
                  <a:pt x="734568" y="169164"/>
                </a:lnTo>
                <a:lnTo>
                  <a:pt x="734771" y="184404"/>
                </a:lnTo>
                <a:lnTo>
                  <a:pt x="734898" y="188976"/>
                </a:lnTo>
                <a:lnTo>
                  <a:pt x="735850" y="217932"/>
                </a:lnTo>
                <a:lnTo>
                  <a:pt x="736092" y="233172"/>
                </a:lnTo>
                <a:lnTo>
                  <a:pt x="577596" y="233172"/>
                </a:lnTo>
                <a:lnTo>
                  <a:pt x="592836" y="248412"/>
                </a:lnTo>
                <a:lnTo>
                  <a:pt x="602475" y="245541"/>
                </a:lnTo>
                <a:lnTo>
                  <a:pt x="612838" y="243649"/>
                </a:lnTo>
                <a:lnTo>
                  <a:pt x="623481" y="242633"/>
                </a:lnTo>
                <a:lnTo>
                  <a:pt x="633984" y="242316"/>
                </a:lnTo>
                <a:lnTo>
                  <a:pt x="736092" y="242316"/>
                </a:lnTo>
                <a:lnTo>
                  <a:pt x="736092" y="348996"/>
                </a:lnTo>
                <a:lnTo>
                  <a:pt x="735253" y="359003"/>
                </a:lnTo>
                <a:lnTo>
                  <a:pt x="732853" y="366141"/>
                </a:lnTo>
                <a:lnTo>
                  <a:pt x="729018" y="370433"/>
                </a:lnTo>
                <a:lnTo>
                  <a:pt x="723900" y="371856"/>
                </a:lnTo>
                <a:lnTo>
                  <a:pt x="715556" y="371551"/>
                </a:lnTo>
                <a:lnTo>
                  <a:pt x="704088" y="370522"/>
                </a:lnTo>
                <a:lnTo>
                  <a:pt x="689178" y="368642"/>
                </a:lnTo>
                <a:lnTo>
                  <a:pt x="670560" y="365760"/>
                </a:lnTo>
                <a:lnTo>
                  <a:pt x="670560" y="373380"/>
                </a:lnTo>
                <a:lnTo>
                  <a:pt x="694321" y="382549"/>
                </a:lnTo>
                <a:lnTo>
                  <a:pt x="710946" y="391858"/>
                </a:lnTo>
                <a:lnTo>
                  <a:pt x="720699" y="401459"/>
                </a:lnTo>
                <a:lnTo>
                  <a:pt x="723900" y="411480"/>
                </a:lnTo>
                <a:lnTo>
                  <a:pt x="739038" y="403529"/>
                </a:lnTo>
                <a:lnTo>
                  <a:pt x="760387" y="369150"/>
                </a:lnTo>
                <a:lnTo>
                  <a:pt x="760476" y="242316"/>
                </a:lnTo>
                <a:lnTo>
                  <a:pt x="848868" y="242316"/>
                </a:lnTo>
                <a:close/>
              </a:path>
              <a:path w="853440" h="411479">
                <a:moveTo>
                  <a:pt x="853440" y="164592"/>
                </a:moveTo>
                <a:lnTo>
                  <a:pt x="822960" y="132588"/>
                </a:lnTo>
                <a:lnTo>
                  <a:pt x="801624" y="153924"/>
                </a:lnTo>
                <a:lnTo>
                  <a:pt x="719328" y="153924"/>
                </a:lnTo>
                <a:lnTo>
                  <a:pt x="719328" y="86868"/>
                </a:lnTo>
                <a:lnTo>
                  <a:pt x="826008" y="86868"/>
                </a:lnTo>
                <a:lnTo>
                  <a:pt x="797052" y="56388"/>
                </a:lnTo>
                <a:lnTo>
                  <a:pt x="777240" y="76200"/>
                </a:lnTo>
                <a:lnTo>
                  <a:pt x="719328" y="76200"/>
                </a:lnTo>
                <a:lnTo>
                  <a:pt x="719328" y="36576"/>
                </a:lnTo>
                <a:lnTo>
                  <a:pt x="737616" y="24384"/>
                </a:lnTo>
                <a:lnTo>
                  <a:pt x="693420" y="4572"/>
                </a:lnTo>
                <a:lnTo>
                  <a:pt x="694296" y="18338"/>
                </a:lnTo>
                <a:lnTo>
                  <a:pt x="694753" y="34671"/>
                </a:lnTo>
                <a:lnTo>
                  <a:pt x="694893" y="51816"/>
                </a:lnTo>
                <a:lnTo>
                  <a:pt x="694944" y="76200"/>
                </a:lnTo>
                <a:lnTo>
                  <a:pt x="597408" y="76200"/>
                </a:lnTo>
                <a:lnTo>
                  <a:pt x="612648" y="89916"/>
                </a:lnTo>
                <a:lnTo>
                  <a:pt x="627888" y="86868"/>
                </a:lnTo>
                <a:lnTo>
                  <a:pt x="694944" y="86868"/>
                </a:lnTo>
                <a:lnTo>
                  <a:pt x="694944" y="153924"/>
                </a:lnTo>
                <a:lnTo>
                  <a:pt x="576072" y="153924"/>
                </a:lnTo>
                <a:lnTo>
                  <a:pt x="591312" y="169164"/>
                </a:lnTo>
                <a:lnTo>
                  <a:pt x="600735" y="167170"/>
                </a:lnTo>
                <a:lnTo>
                  <a:pt x="610743" y="165735"/>
                </a:lnTo>
                <a:lnTo>
                  <a:pt x="621309" y="164884"/>
                </a:lnTo>
                <a:lnTo>
                  <a:pt x="632460" y="164592"/>
                </a:lnTo>
                <a:lnTo>
                  <a:pt x="853440" y="16459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" name="object 18"/>
          <p:cNvSpPr/>
          <p:nvPr/>
        </p:nvSpPr>
        <p:spPr>
          <a:xfrm>
            <a:off x="9220200" y="3012947"/>
            <a:ext cx="376555" cy="390525"/>
          </a:xfrm>
          <a:custGeom>
            <a:avLst/>
            <a:gdLst/>
            <a:ahLst/>
            <a:cxnLst/>
            <a:rect l="l" t="t" r="r" b="b"/>
            <a:pathLst>
              <a:path w="376554" h="390525">
                <a:moveTo>
                  <a:pt x="150876" y="196596"/>
                </a:moveTo>
                <a:lnTo>
                  <a:pt x="146304" y="193548"/>
                </a:lnTo>
                <a:lnTo>
                  <a:pt x="162615" y="168092"/>
                </a:lnTo>
                <a:lnTo>
                  <a:pt x="177355" y="141922"/>
                </a:lnTo>
                <a:lnTo>
                  <a:pt x="202692" y="86868"/>
                </a:lnTo>
                <a:lnTo>
                  <a:pt x="220980" y="37719"/>
                </a:lnTo>
                <a:lnTo>
                  <a:pt x="230124" y="0"/>
                </a:lnTo>
                <a:lnTo>
                  <a:pt x="269748" y="21336"/>
                </a:lnTo>
                <a:lnTo>
                  <a:pt x="254508" y="30480"/>
                </a:lnTo>
                <a:lnTo>
                  <a:pt x="247149" y="46743"/>
                </a:lnTo>
                <a:lnTo>
                  <a:pt x="239077" y="63436"/>
                </a:lnTo>
                <a:lnTo>
                  <a:pt x="230719" y="80414"/>
                </a:lnTo>
                <a:lnTo>
                  <a:pt x="222504" y="97536"/>
                </a:lnTo>
                <a:lnTo>
                  <a:pt x="374317" y="97536"/>
                </a:lnTo>
                <a:lnTo>
                  <a:pt x="376428" y="99060"/>
                </a:lnTo>
                <a:lnTo>
                  <a:pt x="367284" y="108204"/>
                </a:lnTo>
                <a:lnTo>
                  <a:pt x="217932" y="108204"/>
                </a:lnTo>
                <a:lnTo>
                  <a:pt x="201668" y="134231"/>
                </a:lnTo>
                <a:lnTo>
                  <a:pt x="184975" y="157543"/>
                </a:lnTo>
                <a:lnTo>
                  <a:pt x="167997" y="178284"/>
                </a:lnTo>
                <a:lnTo>
                  <a:pt x="150876" y="196596"/>
                </a:lnTo>
                <a:close/>
              </a:path>
              <a:path w="376554" h="390525">
                <a:moveTo>
                  <a:pt x="18288" y="187452"/>
                </a:moveTo>
                <a:lnTo>
                  <a:pt x="0" y="155448"/>
                </a:lnTo>
                <a:lnTo>
                  <a:pt x="10310" y="149185"/>
                </a:lnTo>
                <a:lnTo>
                  <a:pt x="20764" y="137350"/>
                </a:lnTo>
                <a:lnTo>
                  <a:pt x="42671" y="97536"/>
                </a:lnTo>
                <a:lnTo>
                  <a:pt x="62103" y="48006"/>
                </a:lnTo>
                <a:lnTo>
                  <a:pt x="74676" y="3048"/>
                </a:lnTo>
                <a:lnTo>
                  <a:pt x="111252" y="21336"/>
                </a:lnTo>
                <a:lnTo>
                  <a:pt x="101274" y="33313"/>
                </a:lnTo>
                <a:lnTo>
                  <a:pt x="92011" y="46291"/>
                </a:lnTo>
                <a:lnTo>
                  <a:pt x="83605" y="60126"/>
                </a:lnTo>
                <a:lnTo>
                  <a:pt x="76200" y="74676"/>
                </a:lnTo>
                <a:lnTo>
                  <a:pt x="67079" y="91797"/>
                </a:lnTo>
                <a:lnTo>
                  <a:pt x="55697" y="111252"/>
                </a:lnTo>
                <a:lnTo>
                  <a:pt x="42475" y="132445"/>
                </a:lnTo>
                <a:lnTo>
                  <a:pt x="27431" y="155448"/>
                </a:lnTo>
                <a:lnTo>
                  <a:pt x="125691" y="155448"/>
                </a:lnTo>
                <a:lnTo>
                  <a:pt x="123366" y="158496"/>
                </a:lnTo>
                <a:lnTo>
                  <a:pt x="99060" y="158496"/>
                </a:lnTo>
                <a:lnTo>
                  <a:pt x="87010" y="161663"/>
                </a:lnTo>
                <a:lnTo>
                  <a:pt x="75819" y="164401"/>
                </a:lnTo>
                <a:lnTo>
                  <a:pt x="54864" y="169164"/>
                </a:lnTo>
                <a:lnTo>
                  <a:pt x="45719" y="172021"/>
                </a:lnTo>
                <a:lnTo>
                  <a:pt x="36576" y="176022"/>
                </a:lnTo>
                <a:lnTo>
                  <a:pt x="27432" y="181165"/>
                </a:lnTo>
                <a:lnTo>
                  <a:pt x="18288" y="187452"/>
                </a:lnTo>
                <a:close/>
              </a:path>
              <a:path w="376554" h="390525">
                <a:moveTo>
                  <a:pt x="125691" y="155448"/>
                </a:moveTo>
                <a:lnTo>
                  <a:pt x="27431" y="155448"/>
                </a:lnTo>
                <a:lnTo>
                  <a:pt x="105156" y="147828"/>
                </a:lnTo>
                <a:lnTo>
                  <a:pt x="115157" y="131873"/>
                </a:lnTo>
                <a:lnTo>
                  <a:pt x="124587" y="113919"/>
                </a:lnTo>
                <a:lnTo>
                  <a:pt x="133445" y="94249"/>
                </a:lnTo>
                <a:lnTo>
                  <a:pt x="141732" y="73152"/>
                </a:lnTo>
                <a:lnTo>
                  <a:pt x="175260" y="96012"/>
                </a:lnTo>
                <a:lnTo>
                  <a:pt x="165520" y="103965"/>
                </a:lnTo>
                <a:lnTo>
                  <a:pt x="154495" y="116205"/>
                </a:lnTo>
                <a:lnTo>
                  <a:pt x="142041" y="132445"/>
                </a:lnTo>
                <a:lnTo>
                  <a:pt x="128016" y="152400"/>
                </a:lnTo>
                <a:lnTo>
                  <a:pt x="125691" y="155448"/>
                </a:lnTo>
                <a:close/>
              </a:path>
              <a:path w="376554" h="390525">
                <a:moveTo>
                  <a:pt x="374317" y="97536"/>
                </a:moveTo>
                <a:lnTo>
                  <a:pt x="336804" y="97536"/>
                </a:lnTo>
                <a:lnTo>
                  <a:pt x="348996" y="79248"/>
                </a:lnTo>
                <a:lnTo>
                  <a:pt x="374317" y="97536"/>
                </a:lnTo>
                <a:close/>
              </a:path>
              <a:path w="376554" h="390525">
                <a:moveTo>
                  <a:pt x="352378" y="347472"/>
                </a:moveTo>
                <a:lnTo>
                  <a:pt x="316992" y="347472"/>
                </a:lnTo>
                <a:lnTo>
                  <a:pt x="323040" y="344638"/>
                </a:lnTo>
                <a:lnTo>
                  <a:pt x="327660" y="338518"/>
                </a:lnTo>
                <a:lnTo>
                  <a:pt x="335994" y="292941"/>
                </a:lnTo>
                <a:lnTo>
                  <a:pt x="337947" y="250317"/>
                </a:lnTo>
                <a:lnTo>
                  <a:pt x="339309" y="189642"/>
                </a:lnTo>
                <a:lnTo>
                  <a:pt x="339852" y="108204"/>
                </a:lnTo>
                <a:lnTo>
                  <a:pt x="367284" y="108204"/>
                </a:lnTo>
                <a:lnTo>
                  <a:pt x="364236" y="111252"/>
                </a:lnTo>
                <a:lnTo>
                  <a:pt x="363990" y="157543"/>
                </a:lnTo>
                <a:lnTo>
                  <a:pt x="363283" y="205740"/>
                </a:lnTo>
                <a:lnTo>
                  <a:pt x="362328" y="245364"/>
                </a:lnTo>
                <a:lnTo>
                  <a:pt x="361188" y="281940"/>
                </a:lnTo>
                <a:lnTo>
                  <a:pt x="359187" y="312848"/>
                </a:lnTo>
                <a:lnTo>
                  <a:pt x="355473" y="337185"/>
                </a:lnTo>
                <a:lnTo>
                  <a:pt x="352378" y="347472"/>
                </a:lnTo>
                <a:close/>
              </a:path>
              <a:path w="376554" h="390525">
                <a:moveTo>
                  <a:pt x="24383" y="300228"/>
                </a:moveTo>
                <a:lnTo>
                  <a:pt x="1524" y="265176"/>
                </a:lnTo>
                <a:lnTo>
                  <a:pt x="6905" y="263151"/>
                </a:lnTo>
                <a:lnTo>
                  <a:pt x="13715" y="259270"/>
                </a:lnTo>
                <a:lnTo>
                  <a:pt x="42267" y="233076"/>
                </a:lnTo>
                <a:lnTo>
                  <a:pt x="76128" y="189642"/>
                </a:lnTo>
                <a:lnTo>
                  <a:pt x="99060" y="158496"/>
                </a:lnTo>
                <a:lnTo>
                  <a:pt x="123366" y="158496"/>
                </a:lnTo>
                <a:lnTo>
                  <a:pt x="110561" y="175283"/>
                </a:lnTo>
                <a:lnTo>
                  <a:pt x="90106" y="200596"/>
                </a:lnTo>
                <a:lnTo>
                  <a:pt x="66508" y="228480"/>
                </a:lnTo>
                <a:lnTo>
                  <a:pt x="39624" y="259080"/>
                </a:lnTo>
                <a:lnTo>
                  <a:pt x="109849" y="259080"/>
                </a:lnTo>
                <a:lnTo>
                  <a:pt x="94297" y="264366"/>
                </a:lnTo>
                <a:lnTo>
                  <a:pt x="77724" y="269748"/>
                </a:lnTo>
                <a:lnTo>
                  <a:pt x="63174" y="275796"/>
                </a:lnTo>
                <a:lnTo>
                  <a:pt x="49339" y="282702"/>
                </a:lnTo>
                <a:lnTo>
                  <a:pt x="36361" y="290750"/>
                </a:lnTo>
                <a:lnTo>
                  <a:pt x="24383" y="300228"/>
                </a:lnTo>
                <a:close/>
              </a:path>
              <a:path w="376554" h="390525">
                <a:moveTo>
                  <a:pt x="256032" y="265176"/>
                </a:moveTo>
                <a:lnTo>
                  <a:pt x="248412" y="265176"/>
                </a:lnTo>
                <a:lnTo>
                  <a:pt x="245364" y="259080"/>
                </a:lnTo>
                <a:lnTo>
                  <a:pt x="240792" y="245364"/>
                </a:lnTo>
                <a:lnTo>
                  <a:pt x="235910" y="231648"/>
                </a:lnTo>
                <a:lnTo>
                  <a:pt x="228028" y="215646"/>
                </a:lnTo>
                <a:lnTo>
                  <a:pt x="217003" y="197358"/>
                </a:lnTo>
                <a:lnTo>
                  <a:pt x="202692" y="176784"/>
                </a:lnTo>
                <a:lnTo>
                  <a:pt x="208788" y="172212"/>
                </a:lnTo>
                <a:lnTo>
                  <a:pt x="254127" y="208978"/>
                </a:lnTo>
                <a:lnTo>
                  <a:pt x="269748" y="245364"/>
                </a:lnTo>
                <a:lnTo>
                  <a:pt x="266700" y="252984"/>
                </a:lnTo>
                <a:lnTo>
                  <a:pt x="263652" y="257556"/>
                </a:lnTo>
                <a:lnTo>
                  <a:pt x="256032" y="265176"/>
                </a:lnTo>
                <a:close/>
              </a:path>
              <a:path w="376554" h="390525">
                <a:moveTo>
                  <a:pt x="109849" y="259080"/>
                </a:moveTo>
                <a:lnTo>
                  <a:pt x="39624" y="259080"/>
                </a:lnTo>
                <a:lnTo>
                  <a:pt x="56769" y="256532"/>
                </a:lnTo>
                <a:lnTo>
                  <a:pt x="83058" y="251269"/>
                </a:lnTo>
                <a:lnTo>
                  <a:pt x="163068" y="233172"/>
                </a:lnTo>
                <a:lnTo>
                  <a:pt x="164592" y="240792"/>
                </a:lnTo>
                <a:lnTo>
                  <a:pt x="137731" y="249602"/>
                </a:lnTo>
                <a:lnTo>
                  <a:pt x="109849" y="259080"/>
                </a:lnTo>
                <a:close/>
              </a:path>
              <a:path w="376554" h="390525">
                <a:moveTo>
                  <a:pt x="25907" y="384048"/>
                </a:moveTo>
                <a:lnTo>
                  <a:pt x="3048" y="348996"/>
                </a:lnTo>
                <a:lnTo>
                  <a:pt x="41933" y="340137"/>
                </a:lnTo>
                <a:lnTo>
                  <a:pt x="83248" y="329565"/>
                </a:lnTo>
                <a:lnTo>
                  <a:pt x="127134" y="317277"/>
                </a:lnTo>
                <a:lnTo>
                  <a:pt x="173736" y="303276"/>
                </a:lnTo>
                <a:lnTo>
                  <a:pt x="175260" y="310896"/>
                </a:lnTo>
                <a:lnTo>
                  <a:pt x="139279" y="324016"/>
                </a:lnTo>
                <a:lnTo>
                  <a:pt x="109156" y="335851"/>
                </a:lnTo>
                <a:lnTo>
                  <a:pt x="85034" y="346257"/>
                </a:lnTo>
                <a:lnTo>
                  <a:pt x="67056" y="355092"/>
                </a:lnTo>
                <a:lnTo>
                  <a:pt x="52482" y="361973"/>
                </a:lnTo>
                <a:lnTo>
                  <a:pt x="40767" y="368998"/>
                </a:lnTo>
                <a:lnTo>
                  <a:pt x="31908" y="376308"/>
                </a:lnTo>
                <a:lnTo>
                  <a:pt x="25907" y="384048"/>
                </a:lnTo>
                <a:close/>
              </a:path>
              <a:path w="376554" h="390525">
                <a:moveTo>
                  <a:pt x="301752" y="390144"/>
                </a:moveTo>
                <a:lnTo>
                  <a:pt x="297775" y="377547"/>
                </a:lnTo>
                <a:lnTo>
                  <a:pt x="285940" y="367093"/>
                </a:lnTo>
                <a:lnTo>
                  <a:pt x="266390" y="358640"/>
                </a:lnTo>
                <a:lnTo>
                  <a:pt x="239268" y="352044"/>
                </a:lnTo>
                <a:lnTo>
                  <a:pt x="239268" y="344424"/>
                </a:lnTo>
                <a:lnTo>
                  <a:pt x="268128" y="346186"/>
                </a:lnTo>
                <a:lnTo>
                  <a:pt x="290703" y="347091"/>
                </a:lnTo>
                <a:lnTo>
                  <a:pt x="306990" y="347424"/>
                </a:lnTo>
                <a:lnTo>
                  <a:pt x="352378" y="347472"/>
                </a:lnTo>
                <a:lnTo>
                  <a:pt x="350043" y="355234"/>
                </a:lnTo>
                <a:lnTo>
                  <a:pt x="342900" y="367284"/>
                </a:lnTo>
                <a:lnTo>
                  <a:pt x="334327" y="374713"/>
                </a:lnTo>
                <a:lnTo>
                  <a:pt x="324612" y="381000"/>
                </a:lnTo>
                <a:lnTo>
                  <a:pt x="313753" y="386143"/>
                </a:lnTo>
                <a:lnTo>
                  <a:pt x="301752" y="39014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" name="object 19"/>
          <p:cNvSpPr/>
          <p:nvPr/>
        </p:nvSpPr>
        <p:spPr>
          <a:xfrm>
            <a:off x="2121395" y="3538727"/>
            <a:ext cx="1297305" cy="414655"/>
          </a:xfrm>
          <a:custGeom>
            <a:avLst/>
            <a:gdLst/>
            <a:ahLst/>
            <a:cxnLst/>
            <a:rect l="l" t="t" r="r" b="b"/>
            <a:pathLst>
              <a:path w="1297304" h="414654">
                <a:moveTo>
                  <a:pt x="304800" y="181356"/>
                </a:moveTo>
                <a:lnTo>
                  <a:pt x="272796" y="149352"/>
                </a:lnTo>
                <a:lnTo>
                  <a:pt x="252984" y="170688"/>
                </a:lnTo>
                <a:lnTo>
                  <a:pt x="94488" y="170688"/>
                </a:lnTo>
                <a:lnTo>
                  <a:pt x="109728" y="185928"/>
                </a:lnTo>
                <a:lnTo>
                  <a:pt x="119138" y="183934"/>
                </a:lnTo>
                <a:lnTo>
                  <a:pt x="128968" y="182499"/>
                </a:lnTo>
                <a:lnTo>
                  <a:pt x="139090" y="181648"/>
                </a:lnTo>
                <a:lnTo>
                  <a:pt x="149352" y="181356"/>
                </a:lnTo>
                <a:lnTo>
                  <a:pt x="304800" y="181356"/>
                </a:lnTo>
                <a:close/>
              </a:path>
              <a:path w="1297304" h="414654">
                <a:moveTo>
                  <a:pt x="388620" y="256032"/>
                </a:moveTo>
                <a:lnTo>
                  <a:pt x="353580" y="220980"/>
                </a:lnTo>
                <a:lnTo>
                  <a:pt x="329184" y="245364"/>
                </a:lnTo>
                <a:lnTo>
                  <a:pt x="27432" y="245364"/>
                </a:lnTo>
                <a:lnTo>
                  <a:pt x="44196" y="260604"/>
                </a:lnTo>
                <a:lnTo>
                  <a:pt x="53632" y="258610"/>
                </a:lnTo>
                <a:lnTo>
                  <a:pt x="63627" y="257175"/>
                </a:lnTo>
                <a:lnTo>
                  <a:pt x="74206" y="256324"/>
                </a:lnTo>
                <a:lnTo>
                  <a:pt x="85344" y="256032"/>
                </a:lnTo>
                <a:lnTo>
                  <a:pt x="166116" y="256032"/>
                </a:lnTo>
                <a:lnTo>
                  <a:pt x="139115" y="301688"/>
                </a:lnTo>
                <a:lnTo>
                  <a:pt x="106857" y="343382"/>
                </a:lnTo>
                <a:lnTo>
                  <a:pt x="76517" y="368528"/>
                </a:lnTo>
                <a:lnTo>
                  <a:pt x="62484" y="373380"/>
                </a:lnTo>
                <a:lnTo>
                  <a:pt x="80772" y="408432"/>
                </a:lnTo>
                <a:lnTo>
                  <a:pt x="132638" y="396011"/>
                </a:lnTo>
                <a:lnTo>
                  <a:pt x="306324" y="374904"/>
                </a:lnTo>
                <a:lnTo>
                  <a:pt x="311759" y="383768"/>
                </a:lnTo>
                <a:lnTo>
                  <a:pt x="316623" y="392049"/>
                </a:lnTo>
                <a:lnTo>
                  <a:pt x="320903" y="399770"/>
                </a:lnTo>
                <a:lnTo>
                  <a:pt x="324612" y="406908"/>
                </a:lnTo>
                <a:lnTo>
                  <a:pt x="327660" y="411480"/>
                </a:lnTo>
                <a:lnTo>
                  <a:pt x="330708" y="414528"/>
                </a:lnTo>
                <a:lnTo>
                  <a:pt x="335292" y="414528"/>
                </a:lnTo>
                <a:lnTo>
                  <a:pt x="338328" y="409956"/>
                </a:lnTo>
                <a:lnTo>
                  <a:pt x="341376" y="403860"/>
                </a:lnTo>
                <a:lnTo>
                  <a:pt x="345948" y="396240"/>
                </a:lnTo>
                <a:lnTo>
                  <a:pt x="347472" y="390144"/>
                </a:lnTo>
                <a:lnTo>
                  <a:pt x="347472" y="385572"/>
                </a:lnTo>
                <a:lnTo>
                  <a:pt x="324726" y="352145"/>
                </a:lnTo>
                <a:lnTo>
                  <a:pt x="292608" y="328041"/>
                </a:lnTo>
                <a:lnTo>
                  <a:pt x="242316" y="297180"/>
                </a:lnTo>
                <a:lnTo>
                  <a:pt x="236220" y="303276"/>
                </a:lnTo>
                <a:lnTo>
                  <a:pt x="255638" y="320141"/>
                </a:lnTo>
                <a:lnTo>
                  <a:pt x="272605" y="336423"/>
                </a:lnTo>
                <a:lnTo>
                  <a:pt x="286931" y="352044"/>
                </a:lnTo>
                <a:lnTo>
                  <a:pt x="298716" y="367284"/>
                </a:lnTo>
                <a:lnTo>
                  <a:pt x="125539" y="372859"/>
                </a:lnTo>
                <a:lnTo>
                  <a:pt x="92964" y="373380"/>
                </a:lnTo>
                <a:lnTo>
                  <a:pt x="113804" y="358838"/>
                </a:lnTo>
                <a:lnTo>
                  <a:pt x="137350" y="338137"/>
                </a:lnTo>
                <a:lnTo>
                  <a:pt x="163474" y="311454"/>
                </a:lnTo>
                <a:lnTo>
                  <a:pt x="192024" y="278892"/>
                </a:lnTo>
                <a:lnTo>
                  <a:pt x="207264" y="272796"/>
                </a:lnTo>
                <a:lnTo>
                  <a:pt x="182880" y="256032"/>
                </a:lnTo>
                <a:lnTo>
                  <a:pt x="388620" y="256032"/>
                </a:lnTo>
                <a:close/>
              </a:path>
              <a:path w="1297304" h="414654">
                <a:moveTo>
                  <a:pt x="409956" y="164592"/>
                </a:moveTo>
                <a:lnTo>
                  <a:pt x="344995" y="147828"/>
                </a:lnTo>
                <a:lnTo>
                  <a:pt x="288036" y="117348"/>
                </a:lnTo>
                <a:lnTo>
                  <a:pt x="241554" y="77533"/>
                </a:lnTo>
                <a:lnTo>
                  <a:pt x="215252" y="45720"/>
                </a:lnTo>
                <a:lnTo>
                  <a:pt x="208788" y="36576"/>
                </a:lnTo>
                <a:lnTo>
                  <a:pt x="225552" y="25908"/>
                </a:lnTo>
                <a:lnTo>
                  <a:pt x="190500" y="0"/>
                </a:lnTo>
                <a:lnTo>
                  <a:pt x="175336" y="32842"/>
                </a:lnTo>
                <a:lnTo>
                  <a:pt x="157162" y="64960"/>
                </a:lnTo>
                <a:lnTo>
                  <a:pt x="111252" y="126492"/>
                </a:lnTo>
                <a:lnTo>
                  <a:pt x="84658" y="154520"/>
                </a:lnTo>
                <a:lnTo>
                  <a:pt x="29171" y="200863"/>
                </a:lnTo>
                <a:lnTo>
                  <a:pt x="0" y="219456"/>
                </a:lnTo>
                <a:lnTo>
                  <a:pt x="6096" y="224028"/>
                </a:lnTo>
                <a:lnTo>
                  <a:pt x="65151" y="189928"/>
                </a:lnTo>
                <a:lnTo>
                  <a:pt x="117348" y="147828"/>
                </a:lnTo>
                <a:lnTo>
                  <a:pt x="163449" y="98488"/>
                </a:lnTo>
                <a:lnTo>
                  <a:pt x="202692" y="45720"/>
                </a:lnTo>
                <a:lnTo>
                  <a:pt x="221792" y="74256"/>
                </a:lnTo>
                <a:lnTo>
                  <a:pt x="263994" y="123304"/>
                </a:lnTo>
                <a:lnTo>
                  <a:pt x="309067" y="160997"/>
                </a:lnTo>
                <a:lnTo>
                  <a:pt x="351878" y="186766"/>
                </a:lnTo>
                <a:lnTo>
                  <a:pt x="371868" y="195072"/>
                </a:lnTo>
                <a:lnTo>
                  <a:pt x="376961" y="186143"/>
                </a:lnTo>
                <a:lnTo>
                  <a:pt x="385203" y="179641"/>
                </a:lnTo>
                <a:lnTo>
                  <a:pt x="396290" y="175145"/>
                </a:lnTo>
                <a:lnTo>
                  <a:pt x="409956" y="172212"/>
                </a:lnTo>
                <a:lnTo>
                  <a:pt x="409956" y="164592"/>
                </a:lnTo>
                <a:close/>
              </a:path>
              <a:path w="1297304" h="414654">
                <a:moveTo>
                  <a:pt x="525792" y="141732"/>
                </a:moveTo>
                <a:lnTo>
                  <a:pt x="501218" y="109347"/>
                </a:lnTo>
                <a:lnTo>
                  <a:pt x="464832" y="80772"/>
                </a:lnTo>
                <a:lnTo>
                  <a:pt x="460260" y="85344"/>
                </a:lnTo>
                <a:lnTo>
                  <a:pt x="472592" y="105117"/>
                </a:lnTo>
                <a:lnTo>
                  <a:pt x="482358" y="123444"/>
                </a:lnTo>
                <a:lnTo>
                  <a:pt x="489826" y="140639"/>
                </a:lnTo>
                <a:lnTo>
                  <a:pt x="495312" y="156972"/>
                </a:lnTo>
                <a:lnTo>
                  <a:pt x="499884" y="170688"/>
                </a:lnTo>
                <a:lnTo>
                  <a:pt x="502932" y="176784"/>
                </a:lnTo>
                <a:lnTo>
                  <a:pt x="509028" y="176784"/>
                </a:lnTo>
                <a:lnTo>
                  <a:pt x="512076" y="173736"/>
                </a:lnTo>
                <a:lnTo>
                  <a:pt x="516648" y="166116"/>
                </a:lnTo>
                <a:lnTo>
                  <a:pt x="522744" y="158496"/>
                </a:lnTo>
                <a:lnTo>
                  <a:pt x="525792" y="152400"/>
                </a:lnTo>
                <a:lnTo>
                  <a:pt x="525792" y="141732"/>
                </a:lnTo>
                <a:close/>
              </a:path>
              <a:path w="1297304" h="414654">
                <a:moveTo>
                  <a:pt x="592848" y="25908"/>
                </a:moveTo>
                <a:lnTo>
                  <a:pt x="550176" y="7620"/>
                </a:lnTo>
                <a:lnTo>
                  <a:pt x="550379" y="25908"/>
                </a:lnTo>
                <a:lnTo>
                  <a:pt x="550989" y="74206"/>
                </a:lnTo>
                <a:lnTo>
                  <a:pt x="551421" y="123444"/>
                </a:lnTo>
                <a:lnTo>
                  <a:pt x="551548" y="157264"/>
                </a:lnTo>
                <a:lnTo>
                  <a:pt x="551700" y="205740"/>
                </a:lnTo>
                <a:lnTo>
                  <a:pt x="515975" y="235229"/>
                </a:lnTo>
                <a:lnTo>
                  <a:pt x="486549" y="257556"/>
                </a:lnTo>
                <a:lnTo>
                  <a:pt x="463397" y="273037"/>
                </a:lnTo>
                <a:lnTo>
                  <a:pt x="446544" y="281940"/>
                </a:lnTo>
                <a:lnTo>
                  <a:pt x="469404" y="312420"/>
                </a:lnTo>
                <a:lnTo>
                  <a:pt x="479691" y="297014"/>
                </a:lnTo>
                <a:lnTo>
                  <a:pt x="496836" y="276034"/>
                </a:lnTo>
                <a:lnTo>
                  <a:pt x="520839" y="249631"/>
                </a:lnTo>
                <a:lnTo>
                  <a:pt x="551700" y="217932"/>
                </a:lnTo>
                <a:lnTo>
                  <a:pt x="551472" y="281940"/>
                </a:lnTo>
                <a:lnTo>
                  <a:pt x="551357" y="297014"/>
                </a:lnTo>
                <a:lnTo>
                  <a:pt x="550926" y="341439"/>
                </a:lnTo>
                <a:lnTo>
                  <a:pt x="550405" y="381889"/>
                </a:lnTo>
                <a:lnTo>
                  <a:pt x="550176" y="408432"/>
                </a:lnTo>
                <a:lnTo>
                  <a:pt x="577608" y="394716"/>
                </a:lnTo>
                <a:lnTo>
                  <a:pt x="576719" y="378167"/>
                </a:lnTo>
                <a:lnTo>
                  <a:pt x="576275" y="358330"/>
                </a:lnTo>
                <a:lnTo>
                  <a:pt x="576148" y="341439"/>
                </a:lnTo>
                <a:lnTo>
                  <a:pt x="576084" y="217932"/>
                </a:lnTo>
                <a:lnTo>
                  <a:pt x="576084" y="38100"/>
                </a:lnTo>
                <a:lnTo>
                  <a:pt x="592848" y="25908"/>
                </a:lnTo>
                <a:close/>
              </a:path>
              <a:path w="1297304" h="414654">
                <a:moveTo>
                  <a:pt x="815352" y="80772"/>
                </a:moveTo>
                <a:lnTo>
                  <a:pt x="783920" y="46672"/>
                </a:lnTo>
                <a:lnTo>
                  <a:pt x="749820" y="32004"/>
                </a:lnTo>
                <a:lnTo>
                  <a:pt x="745248" y="36576"/>
                </a:lnTo>
                <a:lnTo>
                  <a:pt x="760958" y="53149"/>
                </a:lnTo>
                <a:lnTo>
                  <a:pt x="773823" y="68580"/>
                </a:lnTo>
                <a:lnTo>
                  <a:pt x="783818" y="82867"/>
                </a:lnTo>
                <a:lnTo>
                  <a:pt x="790968" y="96012"/>
                </a:lnTo>
                <a:lnTo>
                  <a:pt x="795540" y="106680"/>
                </a:lnTo>
                <a:lnTo>
                  <a:pt x="800112" y="111252"/>
                </a:lnTo>
                <a:lnTo>
                  <a:pt x="804684" y="111252"/>
                </a:lnTo>
                <a:lnTo>
                  <a:pt x="806208" y="108204"/>
                </a:lnTo>
                <a:lnTo>
                  <a:pt x="810780" y="100584"/>
                </a:lnTo>
                <a:lnTo>
                  <a:pt x="813828" y="92964"/>
                </a:lnTo>
                <a:lnTo>
                  <a:pt x="815352" y="85344"/>
                </a:lnTo>
                <a:lnTo>
                  <a:pt x="815352" y="80772"/>
                </a:lnTo>
                <a:close/>
              </a:path>
              <a:path w="1297304" h="414654">
                <a:moveTo>
                  <a:pt x="854976" y="373380"/>
                </a:moveTo>
                <a:lnTo>
                  <a:pt x="819124" y="350735"/>
                </a:lnTo>
                <a:lnTo>
                  <a:pt x="788403" y="317614"/>
                </a:lnTo>
                <a:lnTo>
                  <a:pt x="762800" y="274193"/>
                </a:lnTo>
                <a:lnTo>
                  <a:pt x="742315" y="220599"/>
                </a:lnTo>
                <a:lnTo>
                  <a:pt x="726960" y="156972"/>
                </a:lnTo>
                <a:lnTo>
                  <a:pt x="850404" y="156972"/>
                </a:lnTo>
                <a:lnTo>
                  <a:pt x="816876" y="120396"/>
                </a:lnTo>
                <a:lnTo>
                  <a:pt x="790968" y="146304"/>
                </a:lnTo>
                <a:lnTo>
                  <a:pt x="707148" y="146304"/>
                </a:lnTo>
                <a:lnTo>
                  <a:pt x="707148" y="42672"/>
                </a:lnTo>
                <a:lnTo>
                  <a:pt x="725436" y="27432"/>
                </a:lnTo>
                <a:lnTo>
                  <a:pt x="681240" y="9144"/>
                </a:lnTo>
                <a:lnTo>
                  <a:pt x="682498" y="57912"/>
                </a:lnTo>
                <a:lnTo>
                  <a:pt x="682739" y="119354"/>
                </a:lnTo>
                <a:lnTo>
                  <a:pt x="682764" y="146304"/>
                </a:lnTo>
                <a:lnTo>
                  <a:pt x="583704" y="146304"/>
                </a:lnTo>
                <a:lnTo>
                  <a:pt x="600468" y="161544"/>
                </a:lnTo>
                <a:lnTo>
                  <a:pt x="609892" y="159550"/>
                </a:lnTo>
                <a:lnTo>
                  <a:pt x="619899" y="158115"/>
                </a:lnTo>
                <a:lnTo>
                  <a:pt x="630466" y="157264"/>
                </a:lnTo>
                <a:lnTo>
                  <a:pt x="641616" y="156972"/>
                </a:lnTo>
                <a:lnTo>
                  <a:pt x="682764" y="156972"/>
                </a:lnTo>
                <a:lnTo>
                  <a:pt x="677824" y="209677"/>
                </a:lnTo>
                <a:lnTo>
                  <a:pt x="667626" y="258013"/>
                </a:lnTo>
                <a:lnTo>
                  <a:pt x="652284" y="301942"/>
                </a:lnTo>
                <a:lnTo>
                  <a:pt x="631850" y="341439"/>
                </a:lnTo>
                <a:lnTo>
                  <a:pt x="606412" y="376440"/>
                </a:lnTo>
                <a:lnTo>
                  <a:pt x="576084" y="406908"/>
                </a:lnTo>
                <a:lnTo>
                  <a:pt x="579132" y="411480"/>
                </a:lnTo>
                <a:lnTo>
                  <a:pt x="615810" y="384695"/>
                </a:lnTo>
                <a:lnTo>
                  <a:pt x="646518" y="351599"/>
                </a:lnTo>
                <a:lnTo>
                  <a:pt x="671144" y="312229"/>
                </a:lnTo>
                <a:lnTo>
                  <a:pt x="689533" y="266649"/>
                </a:lnTo>
                <a:lnTo>
                  <a:pt x="701573" y="214884"/>
                </a:lnTo>
                <a:lnTo>
                  <a:pt x="707148" y="156972"/>
                </a:lnTo>
                <a:lnTo>
                  <a:pt x="717816" y="156972"/>
                </a:lnTo>
                <a:lnTo>
                  <a:pt x="726046" y="217881"/>
                </a:lnTo>
                <a:lnTo>
                  <a:pt x="739762" y="272554"/>
                </a:lnTo>
                <a:lnTo>
                  <a:pt x="758964" y="321017"/>
                </a:lnTo>
                <a:lnTo>
                  <a:pt x="783653" y="363270"/>
                </a:lnTo>
                <a:lnTo>
                  <a:pt x="813828" y="399288"/>
                </a:lnTo>
                <a:lnTo>
                  <a:pt x="821537" y="390436"/>
                </a:lnTo>
                <a:lnTo>
                  <a:pt x="830973" y="384429"/>
                </a:lnTo>
                <a:lnTo>
                  <a:pt x="842111" y="381292"/>
                </a:lnTo>
                <a:lnTo>
                  <a:pt x="854976" y="381000"/>
                </a:lnTo>
                <a:lnTo>
                  <a:pt x="854976" y="373380"/>
                </a:lnTo>
                <a:close/>
              </a:path>
              <a:path w="1297304" h="414654">
                <a:moveTo>
                  <a:pt x="966216" y="280416"/>
                </a:moveTo>
                <a:lnTo>
                  <a:pt x="960120" y="278892"/>
                </a:lnTo>
                <a:lnTo>
                  <a:pt x="950963" y="300024"/>
                </a:lnTo>
                <a:lnTo>
                  <a:pt x="941641" y="317563"/>
                </a:lnTo>
                <a:lnTo>
                  <a:pt x="932053" y="331406"/>
                </a:lnTo>
                <a:lnTo>
                  <a:pt x="922020" y="341376"/>
                </a:lnTo>
                <a:lnTo>
                  <a:pt x="912876" y="348996"/>
                </a:lnTo>
                <a:lnTo>
                  <a:pt x="908304" y="355092"/>
                </a:lnTo>
                <a:lnTo>
                  <a:pt x="908304" y="361188"/>
                </a:lnTo>
                <a:lnTo>
                  <a:pt x="909828" y="362712"/>
                </a:lnTo>
                <a:lnTo>
                  <a:pt x="912876" y="364236"/>
                </a:lnTo>
                <a:lnTo>
                  <a:pt x="922020" y="367284"/>
                </a:lnTo>
                <a:lnTo>
                  <a:pt x="932688" y="367284"/>
                </a:lnTo>
                <a:lnTo>
                  <a:pt x="960120" y="335280"/>
                </a:lnTo>
                <a:lnTo>
                  <a:pt x="965911" y="294995"/>
                </a:lnTo>
                <a:lnTo>
                  <a:pt x="966216" y="280416"/>
                </a:lnTo>
                <a:close/>
              </a:path>
              <a:path w="1297304" h="414654">
                <a:moveTo>
                  <a:pt x="1123188" y="307848"/>
                </a:moveTo>
                <a:lnTo>
                  <a:pt x="1098829" y="269875"/>
                </a:lnTo>
                <a:lnTo>
                  <a:pt x="1059180" y="249936"/>
                </a:lnTo>
                <a:lnTo>
                  <a:pt x="1054608" y="256032"/>
                </a:lnTo>
                <a:lnTo>
                  <a:pt x="1070063" y="271449"/>
                </a:lnTo>
                <a:lnTo>
                  <a:pt x="1082230" y="285559"/>
                </a:lnTo>
                <a:lnTo>
                  <a:pt x="1091260" y="298259"/>
                </a:lnTo>
                <a:lnTo>
                  <a:pt x="1097280" y="309372"/>
                </a:lnTo>
                <a:lnTo>
                  <a:pt x="1100328" y="320040"/>
                </a:lnTo>
                <a:lnTo>
                  <a:pt x="1104900" y="324612"/>
                </a:lnTo>
                <a:lnTo>
                  <a:pt x="1110996" y="324612"/>
                </a:lnTo>
                <a:lnTo>
                  <a:pt x="1121664" y="313944"/>
                </a:lnTo>
                <a:lnTo>
                  <a:pt x="1123188" y="307848"/>
                </a:lnTo>
                <a:close/>
              </a:path>
              <a:path w="1297304" h="414654">
                <a:moveTo>
                  <a:pt x="1207008" y="373380"/>
                </a:moveTo>
                <a:lnTo>
                  <a:pt x="1182255" y="332117"/>
                </a:lnTo>
                <a:lnTo>
                  <a:pt x="1181100" y="304800"/>
                </a:lnTo>
                <a:lnTo>
                  <a:pt x="1171956" y="304800"/>
                </a:lnTo>
                <a:lnTo>
                  <a:pt x="1170038" y="348742"/>
                </a:lnTo>
                <a:lnTo>
                  <a:pt x="1144524" y="374904"/>
                </a:lnTo>
                <a:lnTo>
                  <a:pt x="1051560" y="374904"/>
                </a:lnTo>
                <a:lnTo>
                  <a:pt x="1030224" y="286512"/>
                </a:lnTo>
                <a:lnTo>
                  <a:pt x="1045464" y="274320"/>
                </a:lnTo>
                <a:lnTo>
                  <a:pt x="1004316" y="254508"/>
                </a:lnTo>
                <a:lnTo>
                  <a:pt x="1005446" y="275082"/>
                </a:lnTo>
                <a:lnTo>
                  <a:pt x="1006411" y="300228"/>
                </a:lnTo>
                <a:lnTo>
                  <a:pt x="1007110" y="329946"/>
                </a:lnTo>
                <a:lnTo>
                  <a:pt x="1007351" y="361188"/>
                </a:lnTo>
                <a:lnTo>
                  <a:pt x="1007452" y="364832"/>
                </a:lnTo>
                <a:lnTo>
                  <a:pt x="1009370" y="379310"/>
                </a:lnTo>
                <a:lnTo>
                  <a:pt x="1017651" y="389953"/>
                </a:lnTo>
                <a:lnTo>
                  <a:pt x="1032230" y="395744"/>
                </a:lnTo>
                <a:lnTo>
                  <a:pt x="1053084" y="396240"/>
                </a:lnTo>
                <a:lnTo>
                  <a:pt x="1158240" y="396240"/>
                </a:lnTo>
                <a:lnTo>
                  <a:pt x="1174229" y="395668"/>
                </a:lnTo>
                <a:lnTo>
                  <a:pt x="1187767" y="391668"/>
                </a:lnTo>
                <a:lnTo>
                  <a:pt x="1198753" y="384238"/>
                </a:lnTo>
                <a:lnTo>
                  <a:pt x="1205852" y="374904"/>
                </a:lnTo>
                <a:lnTo>
                  <a:pt x="1207008" y="373380"/>
                </a:lnTo>
                <a:close/>
              </a:path>
              <a:path w="1297304" h="414654">
                <a:moveTo>
                  <a:pt x="1271905" y="332117"/>
                </a:moveTo>
                <a:lnTo>
                  <a:pt x="1236154" y="293560"/>
                </a:lnTo>
                <a:lnTo>
                  <a:pt x="1200912" y="272796"/>
                </a:lnTo>
                <a:lnTo>
                  <a:pt x="1196340" y="275844"/>
                </a:lnTo>
                <a:lnTo>
                  <a:pt x="1212037" y="294690"/>
                </a:lnTo>
                <a:lnTo>
                  <a:pt x="1224724" y="312229"/>
                </a:lnTo>
                <a:lnTo>
                  <a:pt x="1234274" y="328358"/>
                </a:lnTo>
                <a:lnTo>
                  <a:pt x="1240536" y="342900"/>
                </a:lnTo>
                <a:lnTo>
                  <a:pt x="1244854" y="352031"/>
                </a:lnTo>
                <a:lnTo>
                  <a:pt x="1248727" y="358711"/>
                </a:lnTo>
                <a:lnTo>
                  <a:pt x="1252334" y="362839"/>
                </a:lnTo>
                <a:lnTo>
                  <a:pt x="1255776" y="364236"/>
                </a:lnTo>
                <a:lnTo>
                  <a:pt x="1258824" y="361188"/>
                </a:lnTo>
                <a:lnTo>
                  <a:pt x="1263396" y="358140"/>
                </a:lnTo>
                <a:lnTo>
                  <a:pt x="1266444" y="355092"/>
                </a:lnTo>
                <a:lnTo>
                  <a:pt x="1269492" y="348996"/>
                </a:lnTo>
                <a:lnTo>
                  <a:pt x="1271016" y="339852"/>
                </a:lnTo>
                <a:lnTo>
                  <a:pt x="1271905" y="332117"/>
                </a:lnTo>
                <a:close/>
              </a:path>
              <a:path w="1297304" h="414654">
                <a:moveTo>
                  <a:pt x="1296924" y="220980"/>
                </a:moveTo>
                <a:lnTo>
                  <a:pt x="1249108" y="211264"/>
                </a:lnTo>
                <a:lnTo>
                  <a:pt x="1197864" y="188976"/>
                </a:lnTo>
                <a:lnTo>
                  <a:pt x="1148334" y="152400"/>
                </a:lnTo>
                <a:lnTo>
                  <a:pt x="1107948" y="97536"/>
                </a:lnTo>
                <a:lnTo>
                  <a:pt x="1287780" y="97536"/>
                </a:lnTo>
                <a:lnTo>
                  <a:pt x="1251204" y="60960"/>
                </a:lnTo>
                <a:lnTo>
                  <a:pt x="1225296" y="86868"/>
                </a:lnTo>
                <a:lnTo>
                  <a:pt x="1091184" y="86868"/>
                </a:lnTo>
                <a:lnTo>
                  <a:pt x="1094333" y="71678"/>
                </a:lnTo>
                <a:lnTo>
                  <a:pt x="1096899" y="57912"/>
                </a:lnTo>
                <a:lnTo>
                  <a:pt x="1098905" y="45300"/>
                </a:lnTo>
                <a:lnTo>
                  <a:pt x="1100328" y="33528"/>
                </a:lnTo>
                <a:lnTo>
                  <a:pt x="1117092" y="24384"/>
                </a:lnTo>
                <a:lnTo>
                  <a:pt x="1072896" y="3048"/>
                </a:lnTo>
                <a:lnTo>
                  <a:pt x="1072349" y="21082"/>
                </a:lnTo>
                <a:lnTo>
                  <a:pt x="1070800" y="40957"/>
                </a:lnTo>
                <a:lnTo>
                  <a:pt x="1068400" y="62852"/>
                </a:lnTo>
                <a:lnTo>
                  <a:pt x="1065276" y="86868"/>
                </a:lnTo>
                <a:lnTo>
                  <a:pt x="902208" y="86868"/>
                </a:lnTo>
                <a:lnTo>
                  <a:pt x="917448" y="102108"/>
                </a:lnTo>
                <a:lnTo>
                  <a:pt x="927760" y="100114"/>
                </a:lnTo>
                <a:lnTo>
                  <a:pt x="938212" y="98679"/>
                </a:lnTo>
                <a:lnTo>
                  <a:pt x="948956" y="97828"/>
                </a:lnTo>
                <a:lnTo>
                  <a:pt x="960120" y="97536"/>
                </a:lnTo>
                <a:lnTo>
                  <a:pt x="1063752" y="97536"/>
                </a:lnTo>
                <a:lnTo>
                  <a:pt x="1040130" y="152590"/>
                </a:lnTo>
                <a:lnTo>
                  <a:pt x="1002792" y="195072"/>
                </a:lnTo>
                <a:lnTo>
                  <a:pt x="953452" y="228600"/>
                </a:lnTo>
                <a:lnTo>
                  <a:pt x="891540" y="252984"/>
                </a:lnTo>
                <a:lnTo>
                  <a:pt x="896112" y="259080"/>
                </a:lnTo>
                <a:lnTo>
                  <a:pt x="940409" y="246176"/>
                </a:lnTo>
                <a:lnTo>
                  <a:pt x="979551" y="230124"/>
                </a:lnTo>
                <a:lnTo>
                  <a:pt x="1013561" y="210654"/>
                </a:lnTo>
                <a:lnTo>
                  <a:pt x="1042416" y="187452"/>
                </a:lnTo>
                <a:lnTo>
                  <a:pt x="1058405" y="200012"/>
                </a:lnTo>
                <a:lnTo>
                  <a:pt x="1071943" y="212407"/>
                </a:lnTo>
                <a:lnTo>
                  <a:pt x="1082929" y="224536"/>
                </a:lnTo>
                <a:lnTo>
                  <a:pt x="1091184" y="236220"/>
                </a:lnTo>
                <a:lnTo>
                  <a:pt x="1096619" y="244221"/>
                </a:lnTo>
                <a:lnTo>
                  <a:pt x="1101471" y="249936"/>
                </a:lnTo>
                <a:lnTo>
                  <a:pt x="1105763" y="253365"/>
                </a:lnTo>
                <a:lnTo>
                  <a:pt x="1109472" y="254508"/>
                </a:lnTo>
                <a:lnTo>
                  <a:pt x="1110996" y="254508"/>
                </a:lnTo>
                <a:lnTo>
                  <a:pt x="1112520" y="252984"/>
                </a:lnTo>
                <a:lnTo>
                  <a:pt x="1115568" y="248412"/>
                </a:lnTo>
                <a:lnTo>
                  <a:pt x="1118616" y="245364"/>
                </a:lnTo>
                <a:lnTo>
                  <a:pt x="1120140" y="239268"/>
                </a:lnTo>
                <a:lnTo>
                  <a:pt x="1120140" y="230124"/>
                </a:lnTo>
                <a:lnTo>
                  <a:pt x="1089456" y="199148"/>
                </a:lnTo>
                <a:lnTo>
                  <a:pt x="1048512" y="181356"/>
                </a:lnTo>
                <a:lnTo>
                  <a:pt x="1060513" y="164198"/>
                </a:lnTo>
                <a:lnTo>
                  <a:pt x="1071372" y="144589"/>
                </a:lnTo>
                <a:lnTo>
                  <a:pt x="1081087" y="122428"/>
                </a:lnTo>
                <a:lnTo>
                  <a:pt x="1089660" y="97536"/>
                </a:lnTo>
                <a:lnTo>
                  <a:pt x="1098804" y="97536"/>
                </a:lnTo>
                <a:lnTo>
                  <a:pt x="1119759" y="139446"/>
                </a:lnTo>
                <a:lnTo>
                  <a:pt x="1152144" y="181356"/>
                </a:lnTo>
                <a:lnTo>
                  <a:pt x="1197673" y="220218"/>
                </a:lnTo>
                <a:lnTo>
                  <a:pt x="1260348" y="249936"/>
                </a:lnTo>
                <a:lnTo>
                  <a:pt x="1264348" y="242531"/>
                </a:lnTo>
                <a:lnTo>
                  <a:pt x="1271778" y="236410"/>
                </a:lnTo>
                <a:lnTo>
                  <a:pt x="1282636" y="231724"/>
                </a:lnTo>
                <a:lnTo>
                  <a:pt x="1296924" y="228600"/>
                </a:lnTo>
                <a:lnTo>
                  <a:pt x="1296924" y="22098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pic>
        <p:nvPicPr>
          <p:cNvPr id="20" name="object 20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3494532" y="3803975"/>
            <a:ext cx="70104" cy="118800"/>
          </a:xfrm>
          <a:prstGeom prst="rect">
            <a:avLst/>
          </a:prstGeom>
        </p:spPr>
      </p:pic>
      <p:sp>
        <p:nvSpPr>
          <p:cNvPr id="21" name="object 21"/>
          <p:cNvSpPr/>
          <p:nvPr/>
        </p:nvSpPr>
        <p:spPr>
          <a:xfrm>
            <a:off x="3912108" y="3544823"/>
            <a:ext cx="382905" cy="401320"/>
          </a:xfrm>
          <a:custGeom>
            <a:avLst/>
            <a:gdLst/>
            <a:ahLst/>
            <a:cxnLst/>
            <a:rect l="l" t="t" r="r" b="b"/>
            <a:pathLst>
              <a:path w="382904" h="401320">
                <a:moveTo>
                  <a:pt x="105156" y="213359"/>
                </a:moveTo>
                <a:lnTo>
                  <a:pt x="77724" y="192023"/>
                </a:lnTo>
                <a:lnTo>
                  <a:pt x="91440" y="179831"/>
                </a:lnTo>
                <a:lnTo>
                  <a:pt x="94559" y="132397"/>
                </a:lnTo>
                <a:lnTo>
                  <a:pt x="96964" y="95249"/>
                </a:lnTo>
                <a:lnTo>
                  <a:pt x="98512" y="68389"/>
                </a:lnTo>
                <a:lnTo>
                  <a:pt x="99060" y="51815"/>
                </a:lnTo>
                <a:lnTo>
                  <a:pt x="99941" y="40076"/>
                </a:lnTo>
                <a:lnTo>
                  <a:pt x="100393" y="27622"/>
                </a:lnTo>
                <a:lnTo>
                  <a:pt x="100510" y="18288"/>
                </a:lnTo>
                <a:lnTo>
                  <a:pt x="100584" y="0"/>
                </a:lnTo>
                <a:lnTo>
                  <a:pt x="140208" y="18288"/>
                </a:lnTo>
                <a:lnTo>
                  <a:pt x="126492" y="28955"/>
                </a:lnTo>
                <a:lnTo>
                  <a:pt x="123444" y="92963"/>
                </a:lnTo>
                <a:lnTo>
                  <a:pt x="371856" y="92963"/>
                </a:lnTo>
                <a:lnTo>
                  <a:pt x="382524" y="103631"/>
                </a:lnTo>
                <a:lnTo>
                  <a:pt x="123444" y="103631"/>
                </a:lnTo>
                <a:lnTo>
                  <a:pt x="117348" y="185927"/>
                </a:lnTo>
                <a:lnTo>
                  <a:pt x="366674" y="185927"/>
                </a:lnTo>
                <a:lnTo>
                  <a:pt x="368808" y="187451"/>
                </a:lnTo>
                <a:lnTo>
                  <a:pt x="359494" y="195071"/>
                </a:lnTo>
                <a:lnTo>
                  <a:pt x="120396" y="195071"/>
                </a:lnTo>
                <a:lnTo>
                  <a:pt x="105156" y="213359"/>
                </a:lnTo>
                <a:close/>
              </a:path>
              <a:path w="382904" h="401320">
                <a:moveTo>
                  <a:pt x="371856" y="92963"/>
                </a:moveTo>
                <a:lnTo>
                  <a:pt x="326136" y="92963"/>
                </a:lnTo>
                <a:lnTo>
                  <a:pt x="348996" y="70103"/>
                </a:lnTo>
                <a:lnTo>
                  <a:pt x="371856" y="92963"/>
                </a:lnTo>
                <a:close/>
              </a:path>
              <a:path w="382904" h="401320">
                <a:moveTo>
                  <a:pt x="366674" y="185927"/>
                </a:moveTo>
                <a:lnTo>
                  <a:pt x="323087" y="185927"/>
                </a:lnTo>
                <a:lnTo>
                  <a:pt x="336804" y="164591"/>
                </a:lnTo>
                <a:lnTo>
                  <a:pt x="366674" y="185927"/>
                </a:lnTo>
                <a:close/>
              </a:path>
              <a:path w="382904" h="401320">
                <a:moveTo>
                  <a:pt x="328044" y="361188"/>
                </a:moveTo>
                <a:lnTo>
                  <a:pt x="278892" y="361188"/>
                </a:lnTo>
                <a:lnTo>
                  <a:pt x="292322" y="358020"/>
                </a:lnTo>
                <a:lnTo>
                  <a:pt x="302895" y="348424"/>
                </a:lnTo>
                <a:lnTo>
                  <a:pt x="315467" y="309371"/>
                </a:lnTo>
                <a:lnTo>
                  <a:pt x="322516" y="255650"/>
                </a:lnTo>
                <a:lnTo>
                  <a:pt x="326136" y="195071"/>
                </a:lnTo>
                <a:lnTo>
                  <a:pt x="359494" y="195071"/>
                </a:lnTo>
                <a:lnTo>
                  <a:pt x="352044" y="201167"/>
                </a:lnTo>
                <a:lnTo>
                  <a:pt x="350591" y="232052"/>
                </a:lnTo>
                <a:lnTo>
                  <a:pt x="348424" y="260794"/>
                </a:lnTo>
                <a:lnTo>
                  <a:pt x="345396" y="287559"/>
                </a:lnTo>
                <a:lnTo>
                  <a:pt x="341376" y="312419"/>
                </a:lnTo>
                <a:lnTo>
                  <a:pt x="337351" y="334446"/>
                </a:lnTo>
                <a:lnTo>
                  <a:pt x="332041" y="352615"/>
                </a:lnTo>
                <a:lnTo>
                  <a:pt x="328044" y="361188"/>
                </a:lnTo>
                <a:close/>
              </a:path>
              <a:path w="382904" h="401320">
                <a:moveTo>
                  <a:pt x="15240" y="289559"/>
                </a:moveTo>
                <a:lnTo>
                  <a:pt x="0" y="274319"/>
                </a:lnTo>
                <a:lnTo>
                  <a:pt x="234695" y="274319"/>
                </a:lnTo>
                <a:lnTo>
                  <a:pt x="257556" y="251459"/>
                </a:lnTo>
                <a:lnTo>
                  <a:pt x="289560" y="284987"/>
                </a:lnTo>
                <a:lnTo>
                  <a:pt x="54864" y="284987"/>
                </a:lnTo>
                <a:lnTo>
                  <a:pt x="44600" y="285273"/>
                </a:lnTo>
                <a:lnTo>
                  <a:pt x="34480" y="286130"/>
                </a:lnTo>
                <a:lnTo>
                  <a:pt x="24645" y="287559"/>
                </a:lnTo>
                <a:lnTo>
                  <a:pt x="15240" y="289559"/>
                </a:lnTo>
                <a:close/>
              </a:path>
              <a:path w="382904" h="401320">
                <a:moveTo>
                  <a:pt x="269748" y="400812"/>
                </a:moveTo>
                <a:lnTo>
                  <a:pt x="266271" y="389691"/>
                </a:lnTo>
                <a:lnTo>
                  <a:pt x="255651" y="379285"/>
                </a:lnTo>
                <a:lnTo>
                  <a:pt x="237601" y="369736"/>
                </a:lnTo>
                <a:lnTo>
                  <a:pt x="211836" y="361188"/>
                </a:lnTo>
                <a:lnTo>
                  <a:pt x="213360" y="352044"/>
                </a:lnTo>
                <a:lnTo>
                  <a:pt x="231957" y="356044"/>
                </a:lnTo>
                <a:lnTo>
                  <a:pt x="248983" y="358902"/>
                </a:lnTo>
                <a:lnTo>
                  <a:pt x="264580" y="360616"/>
                </a:lnTo>
                <a:lnTo>
                  <a:pt x="278892" y="361188"/>
                </a:lnTo>
                <a:lnTo>
                  <a:pt x="328044" y="361188"/>
                </a:lnTo>
                <a:lnTo>
                  <a:pt x="325302" y="367069"/>
                </a:lnTo>
                <a:lnTo>
                  <a:pt x="316991" y="377952"/>
                </a:lnTo>
                <a:lnTo>
                  <a:pt x="307252" y="385381"/>
                </a:lnTo>
                <a:lnTo>
                  <a:pt x="296227" y="391668"/>
                </a:lnTo>
                <a:lnTo>
                  <a:pt x="283773" y="396811"/>
                </a:lnTo>
                <a:lnTo>
                  <a:pt x="269748" y="40081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" name="object 22"/>
          <p:cNvSpPr/>
          <p:nvPr/>
        </p:nvSpPr>
        <p:spPr>
          <a:xfrm>
            <a:off x="4347971" y="3540252"/>
            <a:ext cx="407034" cy="405765"/>
          </a:xfrm>
          <a:custGeom>
            <a:avLst/>
            <a:gdLst/>
            <a:ahLst/>
            <a:cxnLst/>
            <a:rect l="l" t="t" r="r" b="b"/>
            <a:pathLst>
              <a:path w="407035" h="405764">
                <a:moveTo>
                  <a:pt x="85344" y="112776"/>
                </a:moveTo>
                <a:lnTo>
                  <a:pt x="62483" y="112776"/>
                </a:lnTo>
                <a:lnTo>
                  <a:pt x="67389" y="75866"/>
                </a:lnTo>
                <a:lnTo>
                  <a:pt x="70866" y="44958"/>
                </a:lnTo>
                <a:lnTo>
                  <a:pt x="73199" y="19764"/>
                </a:lnTo>
                <a:lnTo>
                  <a:pt x="74676" y="0"/>
                </a:lnTo>
                <a:lnTo>
                  <a:pt x="112776" y="19812"/>
                </a:lnTo>
                <a:lnTo>
                  <a:pt x="99059" y="32004"/>
                </a:lnTo>
                <a:lnTo>
                  <a:pt x="95630" y="51696"/>
                </a:lnTo>
                <a:lnTo>
                  <a:pt x="91468" y="76200"/>
                </a:lnTo>
                <a:lnTo>
                  <a:pt x="85344" y="112776"/>
                </a:lnTo>
                <a:close/>
              </a:path>
              <a:path w="407035" h="405764">
                <a:moveTo>
                  <a:pt x="259080" y="323088"/>
                </a:moveTo>
                <a:lnTo>
                  <a:pt x="259961" y="298489"/>
                </a:lnTo>
                <a:lnTo>
                  <a:pt x="260365" y="265176"/>
                </a:lnTo>
                <a:lnTo>
                  <a:pt x="260484" y="239934"/>
                </a:lnTo>
                <a:lnTo>
                  <a:pt x="260604" y="147828"/>
                </a:lnTo>
                <a:lnTo>
                  <a:pt x="217932" y="147828"/>
                </a:lnTo>
                <a:lnTo>
                  <a:pt x="260604" y="137160"/>
                </a:lnTo>
                <a:lnTo>
                  <a:pt x="260493" y="71818"/>
                </a:lnTo>
                <a:lnTo>
                  <a:pt x="260378" y="51696"/>
                </a:lnTo>
                <a:lnTo>
                  <a:pt x="259961" y="25503"/>
                </a:lnTo>
                <a:lnTo>
                  <a:pt x="259080" y="6096"/>
                </a:lnTo>
                <a:lnTo>
                  <a:pt x="297180" y="24384"/>
                </a:lnTo>
                <a:lnTo>
                  <a:pt x="283464" y="36576"/>
                </a:lnTo>
                <a:lnTo>
                  <a:pt x="283464" y="132588"/>
                </a:lnTo>
                <a:lnTo>
                  <a:pt x="328506" y="132588"/>
                </a:lnTo>
                <a:lnTo>
                  <a:pt x="283464" y="143256"/>
                </a:lnTo>
                <a:lnTo>
                  <a:pt x="283725" y="206954"/>
                </a:lnTo>
                <a:lnTo>
                  <a:pt x="284416" y="256222"/>
                </a:lnTo>
                <a:lnTo>
                  <a:pt x="286512" y="310895"/>
                </a:lnTo>
                <a:lnTo>
                  <a:pt x="259080" y="323088"/>
                </a:lnTo>
                <a:close/>
              </a:path>
              <a:path w="407035" h="405764">
                <a:moveTo>
                  <a:pt x="172212" y="172212"/>
                </a:moveTo>
                <a:lnTo>
                  <a:pt x="155448" y="160020"/>
                </a:lnTo>
                <a:lnTo>
                  <a:pt x="195072" y="152400"/>
                </a:lnTo>
                <a:lnTo>
                  <a:pt x="194898" y="132588"/>
                </a:lnTo>
                <a:lnTo>
                  <a:pt x="194801" y="123753"/>
                </a:lnTo>
                <a:lnTo>
                  <a:pt x="194002" y="88392"/>
                </a:lnTo>
                <a:lnTo>
                  <a:pt x="193786" y="79533"/>
                </a:lnTo>
                <a:lnTo>
                  <a:pt x="193548" y="60960"/>
                </a:lnTo>
                <a:lnTo>
                  <a:pt x="231648" y="76200"/>
                </a:lnTo>
                <a:lnTo>
                  <a:pt x="217932" y="88392"/>
                </a:lnTo>
                <a:lnTo>
                  <a:pt x="217932" y="147828"/>
                </a:lnTo>
                <a:lnTo>
                  <a:pt x="260604" y="147828"/>
                </a:lnTo>
                <a:lnTo>
                  <a:pt x="217932" y="158496"/>
                </a:lnTo>
                <a:lnTo>
                  <a:pt x="217932" y="161544"/>
                </a:lnTo>
                <a:lnTo>
                  <a:pt x="195072" y="161544"/>
                </a:lnTo>
                <a:lnTo>
                  <a:pt x="182880" y="166116"/>
                </a:lnTo>
                <a:lnTo>
                  <a:pt x="172212" y="172212"/>
                </a:lnTo>
                <a:close/>
              </a:path>
              <a:path w="407035" h="405764">
                <a:moveTo>
                  <a:pt x="16764" y="129540"/>
                </a:moveTo>
                <a:lnTo>
                  <a:pt x="1524" y="112776"/>
                </a:lnTo>
                <a:lnTo>
                  <a:pt x="131064" y="112776"/>
                </a:lnTo>
                <a:lnTo>
                  <a:pt x="140208" y="96012"/>
                </a:lnTo>
                <a:lnTo>
                  <a:pt x="167640" y="117348"/>
                </a:lnTo>
                <a:lnTo>
                  <a:pt x="160673" y="123444"/>
                </a:lnTo>
                <a:lnTo>
                  <a:pt x="59436" y="123444"/>
                </a:lnTo>
                <a:lnTo>
                  <a:pt x="48267" y="123753"/>
                </a:lnTo>
                <a:lnTo>
                  <a:pt x="37528" y="124777"/>
                </a:lnTo>
                <a:lnTo>
                  <a:pt x="27074" y="126658"/>
                </a:lnTo>
                <a:lnTo>
                  <a:pt x="16764" y="129540"/>
                </a:lnTo>
                <a:close/>
              </a:path>
              <a:path w="407035" h="405764">
                <a:moveTo>
                  <a:pt x="328506" y="132588"/>
                </a:moveTo>
                <a:lnTo>
                  <a:pt x="283464" y="132588"/>
                </a:lnTo>
                <a:lnTo>
                  <a:pt x="336804" y="118872"/>
                </a:lnTo>
                <a:lnTo>
                  <a:pt x="347472" y="100584"/>
                </a:lnTo>
                <a:lnTo>
                  <a:pt x="377952" y="118872"/>
                </a:lnTo>
                <a:lnTo>
                  <a:pt x="367284" y="129540"/>
                </a:lnTo>
                <a:lnTo>
                  <a:pt x="341376" y="129540"/>
                </a:lnTo>
                <a:lnTo>
                  <a:pt x="328506" y="132588"/>
                </a:lnTo>
                <a:close/>
              </a:path>
              <a:path w="407035" h="405764">
                <a:moveTo>
                  <a:pt x="4571" y="405384"/>
                </a:moveTo>
                <a:lnTo>
                  <a:pt x="0" y="400812"/>
                </a:lnTo>
                <a:lnTo>
                  <a:pt x="29694" y="378547"/>
                </a:lnTo>
                <a:lnTo>
                  <a:pt x="54673" y="355282"/>
                </a:lnTo>
                <a:lnTo>
                  <a:pt x="74795" y="331160"/>
                </a:lnTo>
                <a:lnTo>
                  <a:pt x="89916" y="306324"/>
                </a:lnTo>
                <a:lnTo>
                  <a:pt x="71604" y="296894"/>
                </a:lnTo>
                <a:lnTo>
                  <a:pt x="55435" y="289179"/>
                </a:lnTo>
                <a:lnTo>
                  <a:pt x="41267" y="283178"/>
                </a:lnTo>
                <a:lnTo>
                  <a:pt x="28956" y="278892"/>
                </a:lnTo>
                <a:lnTo>
                  <a:pt x="36957" y="247959"/>
                </a:lnTo>
                <a:lnTo>
                  <a:pt x="44958" y="212026"/>
                </a:lnTo>
                <a:lnTo>
                  <a:pt x="52958" y="170664"/>
                </a:lnTo>
                <a:lnTo>
                  <a:pt x="60959" y="123444"/>
                </a:lnTo>
                <a:lnTo>
                  <a:pt x="83820" y="123444"/>
                </a:lnTo>
                <a:lnTo>
                  <a:pt x="75819" y="164568"/>
                </a:lnTo>
                <a:lnTo>
                  <a:pt x="67817" y="203263"/>
                </a:lnTo>
                <a:lnTo>
                  <a:pt x="59816" y="239387"/>
                </a:lnTo>
                <a:lnTo>
                  <a:pt x="51816" y="272796"/>
                </a:lnTo>
                <a:lnTo>
                  <a:pt x="62388" y="276486"/>
                </a:lnTo>
                <a:lnTo>
                  <a:pt x="97536" y="289560"/>
                </a:lnTo>
                <a:lnTo>
                  <a:pt x="121222" y="289560"/>
                </a:lnTo>
                <a:lnTo>
                  <a:pt x="118871" y="297180"/>
                </a:lnTo>
                <a:lnTo>
                  <a:pt x="131706" y="303776"/>
                </a:lnTo>
                <a:lnTo>
                  <a:pt x="142684" y="309943"/>
                </a:lnTo>
                <a:lnTo>
                  <a:pt x="151116" y="315468"/>
                </a:lnTo>
                <a:lnTo>
                  <a:pt x="109728" y="315468"/>
                </a:lnTo>
                <a:lnTo>
                  <a:pt x="88582" y="342590"/>
                </a:lnTo>
                <a:lnTo>
                  <a:pt x="64008" y="366712"/>
                </a:lnTo>
                <a:lnTo>
                  <a:pt x="36004" y="387691"/>
                </a:lnTo>
                <a:lnTo>
                  <a:pt x="4571" y="405384"/>
                </a:lnTo>
                <a:close/>
              </a:path>
              <a:path w="407035" h="405764">
                <a:moveTo>
                  <a:pt x="121222" y="289560"/>
                </a:moveTo>
                <a:lnTo>
                  <a:pt x="97536" y="289560"/>
                </a:lnTo>
                <a:lnTo>
                  <a:pt x="102369" y="274939"/>
                </a:lnTo>
                <a:lnTo>
                  <a:pt x="107632" y="256032"/>
                </a:lnTo>
                <a:lnTo>
                  <a:pt x="118871" y="204216"/>
                </a:lnTo>
                <a:lnTo>
                  <a:pt x="128016" y="154114"/>
                </a:lnTo>
                <a:lnTo>
                  <a:pt x="132588" y="123444"/>
                </a:lnTo>
                <a:lnTo>
                  <a:pt x="160673" y="123444"/>
                </a:lnTo>
                <a:lnTo>
                  <a:pt x="155448" y="128016"/>
                </a:lnTo>
                <a:lnTo>
                  <a:pt x="146304" y="182522"/>
                </a:lnTo>
                <a:lnTo>
                  <a:pt x="137160" y="229171"/>
                </a:lnTo>
                <a:lnTo>
                  <a:pt x="128015" y="267533"/>
                </a:lnTo>
                <a:lnTo>
                  <a:pt x="121222" y="289560"/>
                </a:lnTo>
                <a:close/>
              </a:path>
              <a:path w="407035" h="405764">
                <a:moveTo>
                  <a:pt x="360600" y="248412"/>
                </a:moveTo>
                <a:lnTo>
                  <a:pt x="320992" y="248412"/>
                </a:lnTo>
                <a:lnTo>
                  <a:pt x="328874" y="248364"/>
                </a:lnTo>
                <a:lnTo>
                  <a:pt x="333756" y="246888"/>
                </a:lnTo>
                <a:lnTo>
                  <a:pt x="336875" y="238625"/>
                </a:lnTo>
                <a:lnTo>
                  <a:pt x="339280" y="216217"/>
                </a:lnTo>
                <a:lnTo>
                  <a:pt x="340828" y="179808"/>
                </a:lnTo>
                <a:lnTo>
                  <a:pt x="341376" y="129540"/>
                </a:lnTo>
                <a:lnTo>
                  <a:pt x="367284" y="129540"/>
                </a:lnTo>
                <a:lnTo>
                  <a:pt x="365760" y="131064"/>
                </a:lnTo>
                <a:lnTo>
                  <a:pt x="365251" y="176807"/>
                </a:lnTo>
                <a:lnTo>
                  <a:pt x="365175" y="179808"/>
                </a:lnTo>
                <a:lnTo>
                  <a:pt x="363855" y="214503"/>
                </a:lnTo>
                <a:lnTo>
                  <a:pt x="361902" y="239934"/>
                </a:lnTo>
                <a:lnTo>
                  <a:pt x="360600" y="248412"/>
                </a:lnTo>
                <a:close/>
              </a:path>
              <a:path w="407035" h="405764">
                <a:moveTo>
                  <a:pt x="359664" y="385572"/>
                </a:moveTo>
                <a:lnTo>
                  <a:pt x="231648" y="385572"/>
                </a:lnTo>
                <a:lnTo>
                  <a:pt x="215646" y="384452"/>
                </a:lnTo>
                <a:lnTo>
                  <a:pt x="204216" y="378904"/>
                </a:lnTo>
                <a:lnTo>
                  <a:pt x="197358" y="369069"/>
                </a:lnTo>
                <a:lnTo>
                  <a:pt x="195103" y="355282"/>
                </a:lnTo>
                <a:lnTo>
                  <a:pt x="195072" y="161544"/>
                </a:lnTo>
                <a:lnTo>
                  <a:pt x="217932" y="161544"/>
                </a:lnTo>
                <a:lnTo>
                  <a:pt x="217932" y="338328"/>
                </a:lnTo>
                <a:lnTo>
                  <a:pt x="218789" y="350567"/>
                </a:lnTo>
                <a:lnTo>
                  <a:pt x="223647" y="359664"/>
                </a:lnTo>
                <a:lnTo>
                  <a:pt x="232505" y="365331"/>
                </a:lnTo>
                <a:lnTo>
                  <a:pt x="245364" y="367284"/>
                </a:lnTo>
                <a:lnTo>
                  <a:pt x="401996" y="367284"/>
                </a:lnTo>
                <a:lnTo>
                  <a:pt x="399740" y="370784"/>
                </a:lnTo>
                <a:lnTo>
                  <a:pt x="389572" y="378904"/>
                </a:lnTo>
                <a:lnTo>
                  <a:pt x="376261" y="383881"/>
                </a:lnTo>
                <a:lnTo>
                  <a:pt x="359664" y="385572"/>
                </a:lnTo>
                <a:close/>
              </a:path>
              <a:path w="407035" h="405764">
                <a:moveTo>
                  <a:pt x="329184" y="280416"/>
                </a:moveTo>
                <a:lnTo>
                  <a:pt x="326945" y="272081"/>
                </a:lnTo>
                <a:lnTo>
                  <a:pt x="320421" y="265176"/>
                </a:lnTo>
                <a:lnTo>
                  <a:pt x="309895" y="259413"/>
                </a:lnTo>
                <a:lnTo>
                  <a:pt x="295656" y="254508"/>
                </a:lnTo>
                <a:lnTo>
                  <a:pt x="295656" y="245364"/>
                </a:lnTo>
                <a:lnTo>
                  <a:pt x="309967" y="247316"/>
                </a:lnTo>
                <a:lnTo>
                  <a:pt x="320992" y="248412"/>
                </a:lnTo>
                <a:lnTo>
                  <a:pt x="360600" y="248412"/>
                </a:lnTo>
                <a:lnTo>
                  <a:pt x="359664" y="254508"/>
                </a:lnTo>
                <a:lnTo>
                  <a:pt x="355115" y="262199"/>
                </a:lnTo>
                <a:lnTo>
                  <a:pt x="348424" y="269176"/>
                </a:lnTo>
                <a:lnTo>
                  <a:pt x="339732" y="275296"/>
                </a:lnTo>
                <a:lnTo>
                  <a:pt x="329184" y="280416"/>
                </a:lnTo>
                <a:close/>
              </a:path>
              <a:path w="407035" h="405764">
                <a:moveTo>
                  <a:pt x="401996" y="367284"/>
                </a:moveTo>
                <a:lnTo>
                  <a:pt x="350520" y="367284"/>
                </a:lnTo>
                <a:lnTo>
                  <a:pt x="357687" y="363593"/>
                </a:lnTo>
                <a:lnTo>
                  <a:pt x="363283" y="357187"/>
                </a:lnTo>
                <a:lnTo>
                  <a:pt x="372413" y="310895"/>
                </a:lnTo>
                <a:lnTo>
                  <a:pt x="373380" y="283464"/>
                </a:lnTo>
                <a:lnTo>
                  <a:pt x="382524" y="283464"/>
                </a:lnTo>
                <a:lnTo>
                  <a:pt x="385572" y="327660"/>
                </a:lnTo>
                <a:lnTo>
                  <a:pt x="406908" y="359664"/>
                </a:lnTo>
                <a:lnTo>
                  <a:pt x="401996" y="367284"/>
                </a:lnTo>
                <a:close/>
              </a:path>
              <a:path w="407035" h="405764">
                <a:moveTo>
                  <a:pt x="164592" y="365760"/>
                </a:moveTo>
                <a:lnTo>
                  <a:pt x="160020" y="365760"/>
                </a:lnTo>
                <a:lnTo>
                  <a:pt x="155448" y="361188"/>
                </a:lnTo>
                <a:lnTo>
                  <a:pt x="149352" y="353568"/>
                </a:lnTo>
                <a:lnTo>
                  <a:pt x="141017" y="343542"/>
                </a:lnTo>
                <a:lnTo>
                  <a:pt x="131826" y="333946"/>
                </a:lnTo>
                <a:lnTo>
                  <a:pt x="121491" y="324635"/>
                </a:lnTo>
                <a:lnTo>
                  <a:pt x="109728" y="315468"/>
                </a:lnTo>
                <a:lnTo>
                  <a:pt x="151116" y="315468"/>
                </a:lnTo>
                <a:lnTo>
                  <a:pt x="151661" y="315825"/>
                </a:lnTo>
                <a:lnTo>
                  <a:pt x="158496" y="321564"/>
                </a:lnTo>
                <a:lnTo>
                  <a:pt x="164592" y="327660"/>
                </a:lnTo>
                <a:lnTo>
                  <a:pt x="169164" y="335280"/>
                </a:lnTo>
                <a:lnTo>
                  <a:pt x="169164" y="347472"/>
                </a:lnTo>
                <a:lnTo>
                  <a:pt x="167640" y="352044"/>
                </a:lnTo>
                <a:lnTo>
                  <a:pt x="167640" y="358140"/>
                </a:lnTo>
                <a:lnTo>
                  <a:pt x="166116" y="362712"/>
                </a:lnTo>
                <a:lnTo>
                  <a:pt x="164592" y="36576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" name="object 23"/>
          <p:cNvSpPr/>
          <p:nvPr/>
        </p:nvSpPr>
        <p:spPr>
          <a:xfrm>
            <a:off x="4803647" y="3549396"/>
            <a:ext cx="376555" cy="388620"/>
          </a:xfrm>
          <a:custGeom>
            <a:avLst/>
            <a:gdLst/>
            <a:ahLst/>
            <a:cxnLst/>
            <a:rect l="l" t="t" r="r" b="b"/>
            <a:pathLst>
              <a:path w="376554" h="388620">
                <a:moveTo>
                  <a:pt x="150876" y="196596"/>
                </a:moveTo>
                <a:lnTo>
                  <a:pt x="146304" y="193548"/>
                </a:lnTo>
                <a:lnTo>
                  <a:pt x="162615" y="167878"/>
                </a:lnTo>
                <a:lnTo>
                  <a:pt x="177355" y="141351"/>
                </a:lnTo>
                <a:lnTo>
                  <a:pt x="202692" y="86868"/>
                </a:lnTo>
                <a:lnTo>
                  <a:pt x="220980" y="37719"/>
                </a:lnTo>
                <a:lnTo>
                  <a:pt x="230124" y="0"/>
                </a:lnTo>
                <a:lnTo>
                  <a:pt x="269748" y="21336"/>
                </a:lnTo>
                <a:lnTo>
                  <a:pt x="254508" y="28956"/>
                </a:lnTo>
                <a:lnTo>
                  <a:pt x="247149" y="46101"/>
                </a:lnTo>
                <a:lnTo>
                  <a:pt x="239077" y="63246"/>
                </a:lnTo>
                <a:lnTo>
                  <a:pt x="230719" y="80391"/>
                </a:lnTo>
                <a:lnTo>
                  <a:pt x="222504" y="97536"/>
                </a:lnTo>
                <a:lnTo>
                  <a:pt x="374468" y="97536"/>
                </a:lnTo>
                <a:lnTo>
                  <a:pt x="376428" y="99060"/>
                </a:lnTo>
                <a:lnTo>
                  <a:pt x="367284" y="108204"/>
                </a:lnTo>
                <a:lnTo>
                  <a:pt x="219456" y="108204"/>
                </a:lnTo>
                <a:lnTo>
                  <a:pt x="202311" y="133588"/>
                </a:lnTo>
                <a:lnTo>
                  <a:pt x="185166" y="156972"/>
                </a:lnTo>
                <a:lnTo>
                  <a:pt x="168021" y="178069"/>
                </a:lnTo>
                <a:lnTo>
                  <a:pt x="150876" y="196596"/>
                </a:lnTo>
                <a:close/>
              </a:path>
              <a:path w="376554" h="388620">
                <a:moveTo>
                  <a:pt x="18288" y="185928"/>
                </a:moveTo>
                <a:lnTo>
                  <a:pt x="0" y="153924"/>
                </a:lnTo>
                <a:lnTo>
                  <a:pt x="10310" y="148518"/>
                </a:lnTo>
                <a:lnTo>
                  <a:pt x="20764" y="136969"/>
                </a:lnTo>
                <a:lnTo>
                  <a:pt x="42671" y="96012"/>
                </a:lnTo>
                <a:lnTo>
                  <a:pt x="62103" y="47053"/>
                </a:lnTo>
                <a:lnTo>
                  <a:pt x="74676" y="1524"/>
                </a:lnTo>
                <a:lnTo>
                  <a:pt x="111252" y="21336"/>
                </a:lnTo>
                <a:lnTo>
                  <a:pt x="101274" y="33099"/>
                </a:lnTo>
                <a:lnTo>
                  <a:pt x="92011" y="45720"/>
                </a:lnTo>
                <a:lnTo>
                  <a:pt x="83605" y="59483"/>
                </a:lnTo>
                <a:lnTo>
                  <a:pt x="76200" y="74676"/>
                </a:lnTo>
                <a:lnTo>
                  <a:pt x="67294" y="91559"/>
                </a:lnTo>
                <a:lnTo>
                  <a:pt x="56388" y="110299"/>
                </a:lnTo>
                <a:lnTo>
                  <a:pt x="43064" y="131230"/>
                </a:lnTo>
                <a:lnTo>
                  <a:pt x="27431" y="153924"/>
                </a:lnTo>
                <a:lnTo>
                  <a:pt x="125799" y="153924"/>
                </a:lnTo>
                <a:lnTo>
                  <a:pt x="122475" y="158496"/>
                </a:lnTo>
                <a:lnTo>
                  <a:pt x="99060" y="158496"/>
                </a:lnTo>
                <a:lnTo>
                  <a:pt x="87010" y="160805"/>
                </a:lnTo>
                <a:lnTo>
                  <a:pt x="45719" y="171997"/>
                </a:lnTo>
                <a:lnTo>
                  <a:pt x="27432" y="180522"/>
                </a:lnTo>
                <a:lnTo>
                  <a:pt x="18288" y="185928"/>
                </a:lnTo>
                <a:close/>
              </a:path>
              <a:path w="376554" h="388620">
                <a:moveTo>
                  <a:pt x="125799" y="153924"/>
                </a:moveTo>
                <a:lnTo>
                  <a:pt x="27431" y="153924"/>
                </a:lnTo>
                <a:lnTo>
                  <a:pt x="105156" y="147828"/>
                </a:lnTo>
                <a:lnTo>
                  <a:pt x="115257" y="131040"/>
                </a:lnTo>
                <a:lnTo>
                  <a:pt x="124587" y="113347"/>
                </a:lnTo>
                <a:lnTo>
                  <a:pt x="133445" y="94035"/>
                </a:lnTo>
                <a:lnTo>
                  <a:pt x="141732" y="73152"/>
                </a:lnTo>
                <a:lnTo>
                  <a:pt x="175260" y="96012"/>
                </a:lnTo>
                <a:lnTo>
                  <a:pt x="165520" y="103727"/>
                </a:lnTo>
                <a:lnTo>
                  <a:pt x="154495" y="115443"/>
                </a:lnTo>
                <a:lnTo>
                  <a:pt x="141990" y="131230"/>
                </a:lnTo>
                <a:lnTo>
                  <a:pt x="128016" y="150876"/>
                </a:lnTo>
                <a:lnTo>
                  <a:pt x="125799" y="153924"/>
                </a:lnTo>
                <a:close/>
              </a:path>
              <a:path w="376554" h="388620">
                <a:moveTo>
                  <a:pt x="374468" y="97536"/>
                </a:moveTo>
                <a:lnTo>
                  <a:pt x="336804" y="97536"/>
                </a:lnTo>
                <a:lnTo>
                  <a:pt x="348996" y="77724"/>
                </a:lnTo>
                <a:lnTo>
                  <a:pt x="374468" y="97536"/>
                </a:lnTo>
                <a:close/>
              </a:path>
              <a:path w="376554" h="388620">
                <a:moveTo>
                  <a:pt x="352405" y="346567"/>
                </a:moveTo>
                <a:lnTo>
                  <a:pt x="306990" y="346567"/>
                </a:lnTo>
                <a:lnTo>
                  <a:pt x="316992" y="345948"/>
                </a:lnTo>
                <a:lnTo>
                  <a:pt x="323040" y="343328"/>
                </a:lnTo>
                <a:lnTo>
                  <a:pt x="335994" y="291441"/>
                </a:lnTo>
                <a:lnTo>
                  <a:pt x="337947" y="248983"/>
                </a:lnTo>
                <a:lnTo>
                  <a:pt x="339309" y="188761"/>
                </a:lnTo>
                <a:lnTo>
                  <a:pt x="339852" y="108204"/>
                </a:lnTo>
                <a:lnTo>
                  <a:pt x="367284" y="108204"/>
                </a:lnTo>
                <a:lnTo>
                  <a:pt x="364236" y="111252"/>
                </a:lnTo>
                <a:lnTo>
                  <a:pt x="363992" y="156972"/>
                </a:lnTo>
                <a:lnTo>
                  <a:pt x="363888" y="165996"/>
                </a:lnTo>
                <a:lnTo>
                  <a:pt x="363283" y="205168"/>
                </a:lnTo>
                <a:lnTo>
                  <a:pt x="362250" y="247459"/>
                </a:lnTo>
                <a:lnTo>
                  <a:pt x="359187" y="312181"/>
                </a:lnTo>
                <a:lnTo>
                  <a:pt x="355473" y="336423"/>
                </a:lnTo>
                <a:lnTo>
                  <a:pt x="352405" y="346567"/>
                </a:lnTo>
                <a:close/>
              </a:path>
              <a:path w="376554" h="388620">
                <a:moveTo>
                  <a:pt x="24383" y="298704"/>
                </a:moveTo>
                <a:lnTo>
                  <a:pt x="1524" y="263652"/>
                </a:lnTo>
                <a:lnTo>
                  <a:pt x="7548" y="262270"/>
                </a:lnTo>
                <a:lnTo>
                  <a:pt x="14287" y="258318"/>
                </a:lnTo>
                <a:lnTo>
                  <a:pt x="42481" y="231576"/>
                </a:lnTo>
                <a:lnTo>
                  <a:pt x="76771" y="188761"/>
                </a:lnTo>
                <a:lnTo>
                  <a:pt x="99060" y="158496"/>
                </a:lnTo>
                <a:lnTo>
                  <a:pt x="122475" y="158496"/>
                </a:lnTo>
                <a:lnTo>
                  <a:pt x="111204" y="173997"/>
                </a:lnTo>
                <a:lnTo>
                  <a:pt x="90678" y="199834"/>
                </a:lnTo>
                <a:lnTo>
                  <a:pt x="66722" y="228242"/>
                </a:lnTo>
                <a:lnTo>
                  <a:pt x="39624" y="259080"/>
                </a:lnTo>
                <a:lnTo>
                  <a:pt x="107678" y="259080"/>
                </a:lnTo>
                <a:lnTo>
                  <a:pt x="94297" y="263699"/>
                </a:lnTo>
                <a:lnTo>
                  <a:pt x="63174" y="275129"/>
                </a:lnTo>
                <a:lnTo>
                  <a:pt x="49339" y="281940"/>
                </a:lnTo>
                <a:lnTo>
                  <a:pt x="36361" y="289893"/>
                </a:lnTo>
                <a:lnTo>
                  <a:pt x="24383" y="298704"/>
                </a:lnTo>
                <a:close/>
              </a:path>
              <a:path w="376554" h="388620">
                <a:moveTo>
                  <a:pt x="256032" y="263652"/>
                </a:moveTo>
                <a:lnTo>
                  <a:pt x="248412" y="263652"/>
                </a:lnTo>
                <a:lnTo>
                  <a:pt x="245364" y="257556"/>
                </a:lnTo>
                <a:lnTo>
                  <a:pt x="240792" y="245364"/>
                </a:lnTo>
                <a:lnTo>
                  <a:pt x="235910" y="230766"/>
                </a:lnTo>
                <a:lnTo>
                  <a:pt x="228028" y="214312"/>
                </a:lnTo>
                <a:lnTo>
                  <a:pt x="217003" y="195857"/>
                </a:lnTo>
                <a:lnTo>
                  <a:pt x="202692" y="175260"/>
                </a:lnTo>
                <a:lnTo>
                  <a:pt x="208788" y="172212"/>
                </a:lnTo>
                <a:lnTo>
                  <a:pt x="235029" y="191357"/>
                </a:lnTo>
                <a:lnTo>
                  <a:pt x="254127" y="207645"/>
                </a:lnTo>
                <a:lnTo>
                  <a:pt x="265795" y="221075"/>
                </a:lnTo>
                <a:lnTo>
                  <a:pt x="269721" y="231576"/>
                </a:lnTo>
                <a:lnTo>
                  <a:pt x="269654" y="233172"/>
                </a:lnTo>
                <a:lnTo>
                  <a:pt x="259080" y="262128"/>
                </a:lnTo>
                <a:lnTo>
                  <a:pt x="256032" y="263652"/>
                </a:lnTo>
                <a:close/>
              </a:path>
              <a:path w="376554" h="388620">
                <a:moveTo>
                  <a:pt x="107678" y="259080"/>
                </a:moveTo>
                <a:lnTo>
                  <a:pt x="39624" y="259080"/>
                </a:lnTo>
                <a:lnTo>
                  <a:pt x="56769" y="255889"/>
                </a:lnTo>
                <a:lnTo>
                  <a:pt x="83058" y="250698"/>
                </a:lnTo>
                <a:lnTo>
                  <a:pt x="118491" y="243220"/>
                </a:lnTo>
                <a:lnTo>
                  <a:pt x="163068" y="233172"/>
                </a:lnTo>
                <a:lnTo>
                  <a:pt x="164592" y="239268"/>
                </a:lnTo>
                <a:lnTo>
                  <a:pt x="107678" y="259080"/>
                </a:lnTo>
                <a:close/>
              </a:path>
              <a:path w="376554" h="388620">
                <a:moveTo>
                  <a:pt x="25907" y="382524"/>
                </a:moveTo>
                <a:lnTo>
                  <a:pt x="3048" y="347472"/>
                </a:lnTo>
                <a:lnTo>
                  <a:pt x="41933" y="338613"/>
                </a:lnTo>
                <a:lnTo>
                  <a:pt x="83248" y="328041"/>
                </a:lnTo>
                <a:lnTo>
                  <a:pt x="127134" y="315753"/>
                </a:lnTo>
                <a:lnTo>
                  <a:pt x="173736" y="301752"/>
                </a:lnTo>
                <a:lnTo>
                  <a:pt x="175260" y="309372"/>
                </a:lnTo>
                <a:lnTo>
                  <a:pt x="139279" y="323349"/>
                </a:lnTo>
                <a:lnTo>
                  <a:pt x="85034" y="345590"/>
                </a:lnTo>
                <a:lnTo>
                  <a:pt x="40767" y="368046"/>
                </a:lnTo>
                <a:lnTo>
                  <a:pt x="31908" y="375427"/>
                </a:lnTo>
                <a:lnTo>
                  <a:pt x="25907" y="382524"/>
                </a:lnTo>
                <a:close/>
              </a:path>
              <a:path w="376554" h="388620">
                <a:moveTo>
                  <a:pt x="301752" y="388620"/>
                </a:moveTo>
                <a:lnTo>
                  <a:pt x="297775" y="376023"/>
                </a:lnTo>
                <a:lnTo>
                  <a:pt x="285940" y="365569"/>
                </a:lnTo>
                <a:lnTo>
                  <a:pt x="266390" y="357116"/>
                </a:lnTo>
                <a:lnTo>
                  <a:pt x="239268" y="350520"/>
                </a:lnTo>
                <a:lnTo>
                  <a:pt x="239268" y="344424"/>
                </a:lnTo>
                <a:lnTo>
                  <a:pt x="290703" y="346329"/>
                </a:lnTo>
                <a:lnTo>
                  <a:pt x="306990" y="346567"/>
                </a:lnTo>
                <a:lnTo>
                  <a:pt x="352405" y="346567"/>
                </a:lnTo>
                <a:lnTo>
                  <a:pt x="350043" y="354377"/>
                </a:lnTo>
                <a:lnTo>
                  <a:pt x="342900" y="365760"/>
                </a:lnTo>
                <a:lnTo>
                  <a:pt x="334327" y="373189"/>
                </a:lnTo>
                <a:lnTo>
                  <a:pt x="324612" y="379476"/>
                </a:lnTo>
                <a:lnTo>
                  <a:pt x="313753" y="384619"/>
                </a:lnTo>
                <a:lnTo>
                  <a:pt x="301752" y="3886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" name="object 24"/>
          <p:cNvSpPr/>
          <p:nvPr/>
        </p:nvSpPr>
        <p:spPr>
          <a:xfrm>
            <a:off x="5236464" y="3538728"/>
            <a:ext cx="410209" cy="414655"/>
          </a:xfrm>
          <a:custGeom>
            <a:avLst/>
            <a:gdLst/>
            <a:ahLst/>
            <a:cxnLst/>
            <a:rect l="l" t="t" r="r" b="b"/>
            <a:pathLst>
              <a:path w="410210" h="414654">
                <a:moveTo>
                  <a:pt x="4572" y="224028"/>
                </a:moveTo>
                <a:lnTo>
                  <a:pt x="0" y="219456"/>
                </a:lnTo>
                <a:lnTo>
                  <a:pt x="29170" y="200858"/>
                </a:lnTo>
                <a:lnTo>
                  <a:pt x="57340" y="179260"/>
                </a:lnTo>
                <a:lnTo>
                  <a:pt x="111252" y="126492"/>
                </a:lnTo>
                <a:lnTo>
                  <a:pt x="135826" y="96226"/>
                </a:lnTo>
                <a:lnTo>
                  <a:pt x="174688" y="32837"/>
                </a:lnTo>
                <a:lnTo>
                  <a:pt x="188976" y="0"/>
                </a:lnTo>
                <a:lnTo>
                  <a:pt x="225552" y="25908"/>
                </a:lnTo>
                <a:lnTo>
                  <a:pt x="208788" y="36576"/>
                </a:lnTo>
                <a:lnTo>
                  <a:pt x="215155" y="45720"/>
                </a:lnTo>
                <a:lnTo>
                  <a:pt x="201168" y="45720"/>
                </a:lnTo>
                <a:lnTo>
                  <a:pt x="162687" y="98488"/>
                </a:lnTo>
                <a:lnTo>
                  <a:pt x="117348" y="147828"/>
                </a:lnTo>
                <a:lnTo>
                  <a:pt x="64389" y="189928"/>
                </a:lnTo>
                <a:lnTo>
                  <a:pt x="35480" y="208049"/>
                </a:lnTo>
                <a:lnTo>
                  <a:pt x="4572" y="224028"/>
                </a:lnTo>
                <a:close/>
              </a:path>
              <a:path w="410210" h="414654">
                <a:moveTo>
                  <a:pt x="371856" y="195072"/>
                </a:moveTo>
                <a:lnTo>
                  <a:pt x="330136" y="175450"/>
                </a:lnTo>
                <a:lnTo>
                  <a:pt x="284988" y="143256"/>
                </a:lnTo>
                <a:lnTo>
                  <a:pt x="241363" y="100203"/>
                </a:lnTo>
                <a:lnTo>
                  <a:pt x="201168" y="45720"/>
                </a:lnTo>
                <a:lnTo>
                  <a:pt x="215155" y="45720"/>
                </a:lnTo>
                <a:lnTo>
                  <a:pt x="223099" y="57126"/>
                </a:lnTo>
                <a:lnTo>
                  <a:pt x="240982" y="77533"/>
                </a:lnTo>
                <a:lnTo>
                  <a:pt x="288036" y="117348"/>
                </a:lnTo>
                <a:lnTo>
                  <a:pt x="344424" y="147828"/>
                </a:lnTo>
                <a:lnTo>
                  <a:pt x="409956" y="164592"/>
                </a:lnTo>
                <a:lnTo>
                  <a:pt x="409956" y="172212"/>
                </a:lnTo>
                <a:lnTo>
                  <a:pt x="395644" y="175140"/>
                </a:lnTo>
                <a:lnTo>
                  <a:pt x="384619" y="179641"/>
                </a:lnTo>
                <a:lnTo>
                  <a:pt x="376737" y="186142"/>
                </a:lnTo>
                <a:lnTo>
                  <a:pt x="371856" y="195072"/>
                </a:lnTo>
                <a:close/>
              </a:path>
              <a:path w="410210" h="414654">
                <a:moveTo>
                  <a:pt x="109728" y="185928"/>
                </a:moveTo>
                <a:lnTo>
                  <a:pt x="92964" y="170688"/>
                </a:lnTo>
                <a:lnTo>
                  <a:pt x="251459" y="170688"/>
                </a:lnTo>
                <a:lnTo>
                  <a:pt x="272795" y="149352"/>
                </a:lnTo>
                <a:lnTo>
                  <a:pt x="303276" y="181356"/>
                </a:lnTo>
                <a:lnTo>
                  <a:pt x="149352" y="181356"/>
                </a:lnTo>
                <a:lnTo>
                  <a:pt x="139088" y="181641"/>
                </a:lnTo>
                <a:lnTo>
                  <a:pt x="128968" y="182499"/>
                </a:lnTo>
                <a:lnTo>
                  <a:pt x="119133" y="183927"/>
                </a:lnTo>
                <a:lnTo>
                  <a:pt x="109728" y="185928"/>
                </a:lnTo>
                <a:close/>
              </a:path>
              <a:path w="410210" h="414654">
                <a:moveTo>
                  <a:pt x="42672" y="260604"/>
                </a:moveTo>
                <a:lnTo>
                  <a:pt x="27432" y="245364"/>
                </a:lnTo>
                <a:lnTo>
                  <a:pt x="327660" y="245364"/>
                </a:lnTo>
                <a:lnTo>
                  <a:pt x="352044" y="220980"/>
                </a:lnTo>
                <a:lnTo>
                  <a:pt x="387096" y="256032"/>
                </a:lnTo>
                <a:lnTo>
                  <a:pt x="85344" y="256032"/>
                </a:lnTo>
                <a:lnTo>
                  <a:pt x="74175" y="256317"/>
                </a:lnTo>
                <a:lnTo>
                  <a:pt x="63436" y="257175"/>
                </a:lnTo>
                <a:lnTo>
                  <a:pt x="52982" y="258603"/>
                </a:lnTo>
                <a:lnTo>
                  <a:pt x="42672" y="260604"/>
                </a:lnTo>
                <a:close/>
              </a:path>
              <a:path w="410210" h="414654">
                <a:moveTo>
                  <a:pt x="79248" y="408432"/>
                </a:moveTo>
                <a:lnTo>
                  <a:pt x="62484" y="373380"/>
                </a:lnTo>
                <a:lnTo>
                  <a:pt x="75652" y="368522"/>
                </a:lnTo>
                <a:lnTo>
                  <a:pt x="90106" y="358521"/>
                </a:lnTo>
                <a:lnTo>
                  <a:pt x="123444" y="323088"/>
                </a:lnTo>
                <a:lnTo>
                  <a:pt x="150876" y="283273"/>
                </a:lnTo>
                <a:lnTo>
                  <a:pt x="164592" y="256032"/>
                </a:lnTo>
                <a:lnTo>
                  <a:pt x="182880" y="256032"/>
                </a:lnTo>
                <a:lnTo>
                  <a:pt x="205740" y="272796"/>
                </a:lnTo>
                <a:lnTo>
                  <a:pt x="190500" y="278892"/>
                </a:lnTo>
                <a:lnTo>
                  <a:pt x="162163" y="311443"/>
                </a:lnTo>
                <a:lnTo>
                  <a:pt x="136398" y="338137"/>
                </a:lnTo>
                <a:lnTo>
                  <a:pt x="112918" y="358830"/>
                </a:lnTo>
                <a:lnTo>
                  <a:pt x="91440" y="373380"/>
                </a:lnTo>
                <a:lnTo>
                  <a:pt x="343747" y="373380"/>
                </a:lnTo>
                <a:lnTo>
                  <a:pt x="344578" y="374904"/>
                </a:lnTo>
                <a:lnTo>
                  <a:pt x="304800" y="374904"/>
                </a:lnTo>
                <a:lnTo>
                  <a:pt x="160020" y="391668"/>
                </a:lnTo>
                <a:lnTo>
                  <a:pt x="131968" y="396001"/>
                </a:lnTo>
                <a:lnTo>
                  <a:pt x="109347" y="400050"/>
                </a:lnTo>
                <a:lnTo>
                  <a:pt x="91868" y="404098"/>
                </a:lnTo>
                <a:lnTo>
                  <a:pt x="79248" y="408432"/>
                </a:lnTo>
                <a:close/>
              </a:path>
              <a:path w="410210" h="414654">
                <a:moveTo>
                  <a:pt x="343747" y="373380"/>
                </a:moveTo>
                <a:lnTo>
                  <a:pt x="91440" y="373380"/>
                </a:lnTo>
                <a:lnTo>
                  <a:pt x="124896" y="372856"/>
                </a:lnTo>
                <a:lnTo>
                  <a:pt x="298704" y="367284"/>
                </a:lnTo>
                <a:lnTo>
                  <a:pt x="286065" y="352044"/>
                </a:lnTo>
                <a:lnTo>
                  <a:pt x="271462" y="336423"/>
                </a:lnTo>
                <a:lnTo>
                  <a:pt x="254769" y="320135"/>
                </a:lnTo>
                <a:lnTo>
                  <a:pt x="236220" y="303276"/>
                </a:lnTo>
                <a:lnTo>
                  <a:pt x="240792" y="297180"/>
                </a:lnTo>
                <a:lnTo>
                  <a:pt x="291084" y="328041"/>
                </a:lnTo>
                <a:lnTo>
                  <a:pt x="323204" y="352139"/>
                </a:lnTo>
                <a:lnTo>
                  <a:pt x="341566" y="369379"/>
                </a:lnTo>
                <a:lnTo>
                  <a:pt x="343747" y="373380"/>
                </a:lnTo>
                <a:close/>
              </a:path>
              <a:path w="410210" h="414654">
                <a:moveTo>
                  <a:pt x="333756" y="414528"/>
                </a:moveTo>
                <a:lnTo>
                  <a:pt x="329184" y="414528"/>
                </a:lnTo>
                <a:lnTo>
                  <a:pt x="327660" y="411480"/>
                </a:lnTo>
                <a:lnTo>
                  <a:pt x="324612" y="406908"/>
                </a:lnTo>
                <a:lnTo>
                  <a:pt x="320873" y="399764"/>
                </a:lnTo>
                <a:lnTo>
                  <a:pt x="316420" y="392049"/>
                </a:lnTo>
                <a:lnTo>
                  <a:pt x="311110" y="383762"/>
                </a:lnTo>
                <a:lnTo>
                  <a:pt x="304800" y="374904"/>
                </a:lnTo>
                <a:lnTo>
                  <a:pt x="344578" y="374904"/>
                </a:lnTo>
                <a:lnTo>
                  <a:pt x="346019" y="377547"/>
                </a:lnTo>
                <a:lnTo>
                  <a:pt x="347472" y="385572"/>
                </a:lnTo>
                <a:lnTo>
                  <a:pt x="347472" y="390144"/>
                </a:lnTo>
                <a:lnTo>
                  <a:pt x="345948" y="396240"/>
                </a:lnTo>
                <a:lnTo>
                  <a:pt x="341376" y="403860"/>
                </a:lnTo>
                <a:lnTo>
                  <a:pt x="336804" y="409956"/>
                </a:lnTo>
                <a:lnTo>
                  <a:pt x="333756" y="41452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" name="object 25"/>
          <p:cNvSpPr/>
          <p:nvPr/>
        </p:nvSpPr>
        <p:spPr>
          <a:xfrm>
            <a:off x="5719571" y="3541776"/>
            <a:ext cx="356870" cy="402590"/>
          </a:xfrm>
          <a:custGeom>
            <a:avLst/>
            <a:gdLst/>
            <a:ahLst/>
            <a:cxnLst/>
            <a:rect l="l" t="t" r="r" b="b"/>
            <a:pathLst>
              <a:path w="356870" h="402589">
                <a:moveTo>
                  <a:pt x="53340" y="91440"/>
                </a:moveTo>
                <a:lnTo>
                  <a:pt x="42672" y="91440"/>
                </a:lnTo>
                <a:lnTo>
                  <a:pt x="50696" y="63436"/>
                </a:lnTo>
                <a:lnTo>
                  <a:pt x="56578" y="38862"/>
                </a:lnTo>
                <a:lnTo>
                  <a:pt x="60459" y="17716"/>
                </a:lnTo>
                <a:lnTo>
                  <a:pt x="62484" y="0"/>
                </a:lnTo>
                <a:lnTo>
                  <a:pt x="100584" y="21336"/>
                </a:lnTo>
                <a:lnTo>
                  <a:pt x="90844" y="29075"/>
                </a:lnTo>
                <a:lnTo>
                  <a:pt x="79819" y="43243"/>
                </a:lnTo>
                <a:lnTo>
                  <a:pt x="67365" y="63984"/>
                </a:lnTo>
                <a:lnTo>
                  <a:pt x="53340" y="91440"/>
                </a:lnTo>
                <a:close/>
              </a:path>
              <a:path w="356870" h="402589">
                <a:moveTo>
                  <a:pt x="147828" y="192024"/>
                </a:moveTo>
                <a:lnTo>
                  <a:pt x="141732" y="188976"/>
                </a:lnTo>
                <a:lnTo>
                  <a:pt x="158877" y="161496"/>
                </a:lnTo>
                <a:lnTo>
                  <a:pt x="173736" y="136017"/>
                </a:lnTo>
                <a:lnTo>
                  <a:pt x="196596" y="89916"/>
                </a:lnTo>
                <a:lnTo>
                  <a:pt x="211264" y="46482"/>
                </a:lnTo>
                <a:lnTo>
                  <a:pt x="222503" y="3048"/>
                </a:lnTo>
                <a:lnTo>
                  <a:pt x="260603" y="24384"/>
                </a:lnTo>
                <a:lnTo>
                  <a:pt x="252626" y="32361"/>
                </a:lnTo>
                <a:lnTo>
                  <a:pt x="242506" y="47053"/>
                </a:lnTo>
                <a:lnTo>
                  <a:pt x="230385" y="68318"/>
                </a:lnTo>
                <a:lnTo>
                  <a:pt x="216408" y="96012"/>
                </a:lnTo>
                <a:lnTo>
                  <a:pt x="348547" y="96012"/>
                </a:lnTo>
                <a:lnTo>
                  <a:pt x="356616" y="103632"/>
                </a:lnTo>
                <a:lnTo>
                  <a:pt x="352425" y="106680"/>
                </a:lnTo>
                <a:lnTo>
                  <a:pt x="213360" y="106680"/>
                </a:lnTo>
                <a:lnTo>
                  <a:pt x="197334" y="130944"/>
                </a:lnTo>
                <a:lnTo>
                  <a:pt x="181165" y="153352"/>
                </a:lnTo>
                <a:lnTo>
                  <a:pt x="164711" y="173759"/>
                </a:lnTo>
                <a:lnTo>
                  <a:pt x="147828" y="192024"/>
                </a:lnTo>
                <a:close/>
              </a:path>
              <a:path w="356870" h="402589">
                <a:moveTo>
                  <a:pt x="146304" y="91440"/>
                </a:moveTo>
                <a:lnTo>
                  <a:pt x="111252" y="91440"/>
                </a:lnTo>
                <a:lnTo>
                  <a:pt x="128016" y="73152"/>
                </a:lnTo>
                <a:lnTo>
                  <a:pt x="146304" y="91440"/>
                </a:lnTo>
                <a:close/>
              </a:path>
              <a:path w="356870" h="402589">
                <a:moveTo>
                  <a:pt x="0" y="399288"/>
                </a:moveTo>
                <a:lnTo>
                  <a:pt x="816" y="361188"/>
                </a:lnTo>
                <a:lnTo>
                  <a:pt x="914" y="355092"/>
                </a:lnTo>
                <a:lnTo>
                  <a:pt x="1333" y="317182"/>
                </a:lnTo>
                <a:lnTo>
                  <a:pt x="1427" y="178308"/>
                </a:lnTo>
                <a:lnTo>
                  <a:pt x="1310" y="153352"/>
                </a:lnTo>
                <a:lnTo>
                  <a:pt x="891" y="115824"/>
                </a:lnTo>
                <a:lnTo>
                  <a:pt x="0" y="74676"/>
                </a:lnTo>
                <a:lnTo>
                  <a:pt x="25908" y="91440"/>
                </a:lnTo>
                <a:lnTo>
                  <a:pt x="146304" y="91440"/>
                </a:lnTo>
                <a:lnTo>
                  <a:pt x="153924" y="99060"/>
                </a:lnTo>
                <a:lnTo>
                  <a:pt x="149733" y="102108"/>
                </a:lnTo>
                <a:lnTo>
                  <a:pt x="24384" y="102108"/>
                </a:lnTo>
                <a:lnTo>
                  <a:pt x="24384" y="213360"/>
                </a:lnTo>
                <a:lnTo>
                  <a:pt x="137206" y="213360"/>
                </a:lnTo>
                <a:lnTo>
                  <a:pt x="137218" y="222504"/>
                </a:lnTo>
                <a:lnTo>
                  <a:pt x="24384" y="222504"/>
                </a:lnTo>
                <a:lnTo>
                  <a:pt x="24384" y="344424"/>
                </a:lnTo>
                <a:lnTo>
                  <a:pt x="137908" y="344424"/>
                </a:lnTo>
                <a:lnTo>
                  <a:pt x="137940" y="347435"/>
                </a:lnTo>
                <a:lnTo>
                  <a:pt x="138126" y="355092"/>
                </a:lnTo>
                <a:lnTo>
                  <a:pt x="24384" y="355092"/>
                </a:lnTo>
                <a:lnTo>
                  <a:pt x="24384" y="384048"/>
                </a:lnTo>
                <a:lnTo>
                  <a:pt x="0" y="399288"/>
                </a:lnTo>
                <a:close/>
              </a:path>
              <a:path w="356870" h="402589">
                <a:moveTo>
                  <a:pt x="348547" y="96012"/>
                </a:moveTo>
                <a:lnTo>
                  <a:pt x="310896" y="96012"/>
                </a:lnTo>
                <a:lnTo>
                  <a:pt x="329184" y="77724"/>
                </a:lnTo>
                <a:lnTo>
                  <a:pt x="348547" y="96012"/>
                </a:lnTo>
                <a:close/>
              </a:path>
              <a:path w="356870" h="402589">
                <a:moveTo>
                  <a:pt x="137206" y="213360"/>
                </a:moveTo>
                <a:lnTo>
                  <a:pt x="114300" y="213360"/>
                </a:lnTo>
                <a:lnTo>
                  <a:pt x="114300" y="102108"/>
                </a:lnTo>
                <a:lnTo>
                  <a:pt x="149733" y="102108"/>
                </a:lnTo>
                <a:lnTo>
                  <a:pt x="137160" y="111252"/>
                </a:lnTo>
                <a:lnTo>
                  <a:pt x="137206" y="213360"/>
                </a:lnTo>
                <a:close/>
              </a:path>
              <a:path w="356870" h="402589">
                <a:moveTo>
                  <a:pt x="326255" y="361188"/>
                </a:moveTo>
                <a:lnTo>
                  <a:pt x="283464" y="361188"/>
                </a:lnTo>
                <a:lnTo>
                  <a:pt x="291750" y="359211"/>
                </a:lnTo>
                <a:lnTo>
                  <a:pt x="298323" y="353377"/>
                </a:lnTo>
                <a:lnTo>
                  <a:pt x="308595" y="305360"/>
                </a:lnTo>
                <a:lnTo>
                  <a:pt x="310705" y="259842"/>
                </a:lnTo>
                <a:lnTo>
                  <a:pt x="312539" y="193548"/>
                </a:lnTo>
                <a:lnTo>
                  <a:pt x="313944" y="106680"/>
                </a:lnTo>
                <a:lnTo>
                  <a:pt x="352425" y="106680"/>
                </a:lnTo>
                <a:lnTo>
                  <a:pt x="339852" y="115824"/>
                </a:lnTo>
                <a:lnTo>
                  <a:pt x="338798" y="187094"/>
                </a:lnTo>
                <a:lnTo>
                  <a:pt x="338707" y="192024"/>
                </a:lnTo>
                <a:lnTo>
                  <a:pt x="337291" y="250155"/>
                </a:lnTo>
                <a:lnTo>
                  <a:pt x="335462" y="296107"/>
                </a:lnTo>
                <a:lnTo>
                  <a:pt x="330708" y="345948"/>
                </a:lnTo>
                <a:lnTo>
                  <a:pt x="327231" y="358521"/>
                </a:lnTo>
                <a:lnTo>
                  <a:pt x="326255" y="361188"/>
                </a:lnTo>
                <a:close/>
              </a:path>
              <a:path w="356870" h="402589">
                <a:moveTo>
                  <a:pt x="231648" y="269748"/>
                </a:moveTo>
                <a:lnTo>
                  <a:pt x="228600" y="269748"/>
                </a:lnTo>
                <a:lnTo>
                  <a:pt x="225432" y="268295"/>
                </a:lnTo>
                <a:lnTo>
                  <a:pt x="222694" y="263842"/>
                </a:lnTo>
                <a:lnTo>
                  <a:pt x="220241" y="256246"/>
                </a:lnTo>
                <a:lnTo>
                  <a:pt x="217932" y="245364"/>
                </a:lnTo>
                <a:lnTo>
                  <a:pt x="213598" y="228242"/>
                </a:lnTo>
                <a:lnTo>
                  <a:pt x="207264" y="211264"/>
                </a:lnTo>
                <a:lnTo>
                  <a:pt x="198643" y="194571"/>
                </a:lnTo>
                <a:lnTo>
                  <a:pt x="187452" y="178308"/>
                </a:lnTo>
                <a:lnTo>
                  <a:pt x="190500" y="172212"/>
                </a:lnTo>
                <a:lnTo>
                  <a:pt x="223456" y="199834"/>
                </a:lnTo>
                <a:lnTo>
                  <a:pt x="246888" y="236220"/>
                </a:lnTo>
                <a:lnTo>
                  <a:pt x="246888" y="248412"/>
                </a:lnTo>
                <a:lnTo>
                  <a:pt x="243840" y="256032"/>
                </a:lnTo>
                <a:lnTo>
                  <a:pt x="239267" y="262127"/>
                </a:lnTo>
                <a:lnTo>
                  <a:pt x="231648" y="269748"/>
                </a:lnTo>
                <a:close/>
              </a:path>
              <a:path w="356870" h="402589">
                <a:moveTo>
                  <a:pt x="137908" y="344424"/>
                </a:moveTo>
                <a:lnTo>
                  <a:pt x="114300" y="344424"/>
                </a:lnTo>
                <a:lnTo>
                  <a:pt x="114300" y="222504"/>
                </a:lnTo>
                <a:lnTo>
                  <a:pt x="137218" y="222504"/>
                </a:lnTo>
                <a:lnTo>
                  <a:pt x="137334" y="269748"/>
                </a:lnTo>
                <a:lnTo>
                  <a:pt x="137491" y="305562"/>
                </a:lnTo>
                <a:lnTo>
                  <a:pt x="137908" y="344424"/>
                </a:lnTo>
                <a:close/>
              </a:path>
              <a:path w="356870" h="402589">
                <a:moveTo>
                  <a:pt x="277367" y="402336"/>
                </a:moveTo>
                <a:lnTo>
                  <a:pt x="270486" y="389477"/>
                </a:lnTo>
                <a:lnTo>
                  <a:pt x="258889" y="378333"/>
                </a:lnTo>
                <a:lnTo>
                  <a:pt x="242435" y="368903"/>
                </a:lnTo>
                <a:lnTo>
                  <a:pt x="220979" y="361188"/>
                </a:lnTo>
                <a:lnTo>
                  <a:pt x="220979" y="352044"/>
                </a:lnTo>
                <a:lnTo>
                  <a:pt x="241030" y="356044"/>
                </a:lnTo>
                <a:lnTo>
                  <a:pt x="257937" y="358902"/>
                </a:lnTo>
                <a:lnTo>
                  <a:pt x="271986" y="360616"/>
                </a:lnTo>
                <a:lnTo>
                  <a:pt x="283464" y="361188"/>
                </a:lnTo>
                <a:lnTo>
                  <a:pt x="326255" y="361188"/>
                </a:lnTo>
                <a:lnTo>
                  <a:pt x="323469" y="368808"/>
                </a:lnTo>
                <a:lnTo>
                  <a:pt x="289083" y="397740"/>
                </a:lnTo>
                <a:lnTo>
                  <a:pt x="277367" y="402336"/>
                </a:lnTo>
                <a:close/>
              </a:path>
              <a:path w="356870" h="402589">
                <a:moveTo>
                  <a:pt x="114300" y="391668"/>
                </a:moveTo>
                <a:lnTo>
                  <a:pt x="114300" y="355092"/>
                </a:lnTo>
                <a:lnTo>
                  <a:pt x="138126" y="355092"/>
                </a:lnTo>
                <a:lnTo>
                  <a:pt x="138684" y="377952"/>
                </a:lnTo>
                <a:lnTo>
                  <a:pt x="114300" y="39166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" name="object 26"/>
          <p:cNvSpPr/>
          <p:nvPr/>
        </p:nvSpPr>
        <p:spPr>
          <a:xfrm>
            <a:off x="6134100" y="3694176"/>
            <a:ext cx="396240" cy="43180"/>
          </a:xfrm>
          <a:custGeom>
            <a:avLst/>
            <a:gdLst/>
            <a:ahLst/>
            <a:cxnLst/>
            <a:rect l="l" t="t" r="r" b="b"/>
            <a:pathLst>
              <a:path w="396240" h="43179">
                <a:moveTo>
                  <a:pt x="16764" y="42672"/>
                </a:moveTo>
                <a:lnTo>
                  <a:pt x="0" y="27432"/>
                </a:lnTo>
                <a:lnTo>
                  <a:pt x="323087" y="27432"/>
                </a:lnTo>
                <a:lnTo>
                  <a:pt x="358139" y="0"/>
                </a:lnTo>
                <a:lnTo>
                  <a:pt x="396239" y="38100"/>
                </a:lnTo>
                <a:lnTo>
                  <a:pt x="62484" y="38100"/>
                </a:lnTo>
                <a:lnTo>
                  <a:pt x="49339" y="38385"/>
                </a:lnTo>
                <a:lnTo>
                  <a:pt x="37338" y="39243"/>
                </a:lnTo>
                <a:lnTo>
                  <a:pt x="26479" y="40671"/>
                </a:lnTo>
                <a:lnTo>
                  <a:pt x="16764" y="4267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" name="object 27"/>
          <p:cNvSpPr/>
          <p:nvPr/>
        </p:nvSpPr>
        <p:spPr>
          <a:xfrm>
            <a:off x="6580631" y="3540252"/>
            <a:ext cx="376555" cy="405765"/>
          </a:xfrm>
          <a:custGeom>
            <a:avLst/>
            <a:gdLst/>
            <a:ahLst/>
            <a:cxnLst/>
            <a:rect l="l" t="t" r="r" b="b"/>
            <a:pathLst>
              <a:path w="376554" h="405764">
                <a:moveTo>
                  <a:pt x="45719" y="56388"/>
                </a:moveTo>
                <a:lnTo>
                  <a:pt x="45719" y="48767"/>
                </a:lnTo>
                <a:lnTo>
                  <a:pt x="95750" y="44172"/>
                </a:lnTo>
                <a:lnTo>
                  <a:pt x="140779" y="39433"/>
                </a:lnTo>
                <a:lnTo>
                  <a:pt x="180951" y="34409"/>
                </a:lnTo>
                <a:lnTo>
                  <a:pt x="248150" y="22931"/>
                </a:lnTo>
                <a:lnTo>
                  <a:pt x="303633" y="8596"/>
                </a:lnTo>
                <a:lnTo>
                  <a:pt x="327659" y="0"/>
                </a:lnTo>
                <a:lnTo>
                  <a:pt x="353107" y="32932"/>
                </a:lnTo>
                <a:lnTo>
                  <a:pt x="339613" y="32932"/>
                </a:lnTo>
                <a:lnTo>
                  <a:pt x="323087" y="33337"/>
                </a:lnTo>
                <a:lnTo>
                  <a:pt x="304276" y="34599"/>
                </a:lnTo>
                <a:lnTo>
                  <a:pt x="283463" y="36576"/>
                </a:lnTo>
                <a:lnTo>
                  <a:pt x="260865" y="39743"/>
                </a:lnTo>
                <a:lnTo>
                  <a:pt x="238696" y="42481"/>
                </a:lnTo>
                <a:lnTo>
                  <a:pt x="195071" y="47243"/>
                </a:lnTo>
                <a:lnTo>
                  <a:pt x="198258" y="48767"/>
                </a:lnTo>
                <a:lnTo>
                  <a:pt x="188975" y="48767"/>
                </a:lnTo>
                <a:lnTo>
                  <a:pt x="101917" y="54292"/>
                </a:lnTo>
                <a:lnTo>
                  <a:pt x="70032" y="55840"/>
                </a:lnTo>
                <a:lnTo>
                  <a:pt x="45719" y="56388"/>
                </a:lnTo>
                <a:close/>
              </a:path>
              <a:path w="376554" h="405764">
                <a:moveTo>
                  <a:pt x="353567" y="33528"/>
                </a:moveTo>
                <a:lnTo>
                  <a:pt x="339613" y="32932"/>
                </a:lnTo>
                <a:lnTo>
                  <a:pt x="353107" y="32932"/>
                </a:lnTo>
                <a:lnTo>
                  <a:pt x="353567" y="33528"/>
                </a:lnTo>
                <a:close/>
              </a:path>
              <a:path w="376554" h="405764">
                <a:moveTo>
                  <a:pt x="86867" y="172212"/>
                </a:moveTo>
                <a:lnTo>
                  <a:pt x="70103" y="137160"/>
                </a:lnTo>
                <a:lnTo>
                  <a:pt x="83248" y="135231"/>
                </a:lnTo>
                <a:lnTo>
                  <a:pt x="97535" y="129730"/>
                </a:lnTo>
                <a:lnTo>
                  <a:pt x="146970" y="95702"/>
                </a:lnTo>
                <a:lnTo>
                  <a:pt x="176688" y="65365"/>
                </a:lnTo>
                <a:lnTo>
                  <a:pt x="188975" y="48767"/>
                </a:lnTo>
                <a:lnTo>
                  <a:pt x="198258" y="48767"/>
                </a:lnTo>
                <a:lnTo>
                  <a:pt x="230123" y="64007"/>
                </a:lnTo>
                <a:lnTo>
                  <a:pt x="217812" y="67984"/>
                </a:lnTo>
                <a:lnTo>
                  <a:pt x="203644" y="75247"/>
                </a:lnTo>
                <a:lnTo>
                  <a:pt x="187475" y="85653"/>
                </a:lnTo>
                <a:lnTo>
                  <a:pt x="169163" y="99060"/>
                </a:lnTo>
                <a:lnTo>
                  <a:pt x="150637" y="113633"/>
                </a:lnTo>
                <a:lnTo>
                  <a:pt x="134111" y="125349"/>
                </a:lnTo>
                <a:lnTo>
                  <a:pt x="119872" y="134207"/>
                </a:lnTo>
                <a:lnTo>
                  <a:pt x="108203" y="140208"/>
                </a:lnTo>
                <a:lnTo>
                  <a:pt x="272605" y="140208"/>
                </a:lnTo>
                <a:lnTo>
                  <a:pt x="270128" y="141732"/>
                </a:lnTo>
                <a:lnTo>
                  <a:pt x="264947" y="144780"/>
                </a:lnTo>
                <a:lnTo>
                  <a:pt x="230123" y="144780"/>
                </a:lnTo>
                <a:lnTo>
                  <a:pt x="198167" y="148209"/>
                </a:lnTo>
                <a:lnTo>
                  <a:pt x="171068" y="151638"/>
                </a:lnTo>
                <a:lnTo>
                  <a:pt x="149113" y="155067"/>
                </a:lnTo>
                <a:lnTo>
                  <a:pt x="132587" y="158496"/>
                </a:lnTo>
                <a:lnTo>
                  <a:pt x="119443" y="161067"/>
                </a:lnTo>
                <a:lnTo>
                  <a:pt x="107441" y="164211"/>
                </a:lnTo>
                <a:lnTo>
                  <a:pt x="96583" y="167925"/>
                </a:lnTo>
                <a:lnTo>
                  <a:pt x="86867" y="172212"/>
                </a:lnTo>
                <a:close/>
              </a:path>
              <a:path w="376554" h="405764">
                <a:moveTo>
                  <a:pt x="272605" y="140208"/>
                </a:moveTo>
                <a:lnTo>
                  <a:pt x="108203" y="140208"/>
                </a:lnTo>
                <a:lnTo>
                  <a:pt x="245363" y="134112"/>
                </a:lnTo>
                <a:lnTo>
                  <a:pt x="261365" y="122682"/>
                </a:lnTo>
                <a:lnTo>
                  <a:pt x="275081" y="111252"/>
                </a:lnTo>
                <a:lnTo>
                  <a:pt x="286511" y="99822"/>
                </a:lnTo>
                <a:lnTo>
                  <a:pt x="295655" y="88392"/>
                </a:lnTo>
                <a:lnTo>
                  <a:pt x="329183" y="117348"/>
                </a:lnTo>
                <a:lnTo>
                  <a:pt x="319492" y="118443"/>
                </a:lnTo>
                <a:lnTo>
                  <a:pt x="308800" y="121539"/>
                </a:lnTo>
                <a:lnTo>
                  <a:pt x="297251" y="126349"/>
                </a:lnTo>
                <a:lnTo>
                  <a:pt x="284987" y="132588"/>
                </a:lnTo>
                <a:lnTo>
                  <a:pt x="272605" y="140208"/>
                </a:lnTo>
                <a:close/>
              </a:path>
              <a:path w="376554" h="405764">
                <a:moveTo>
                  <a:pt x="73151" y="263652"/>
                </a:moveTo>
                <a:lnTo>
                  <a:pt x="56387" y="230124"/>
                </a:lnTo>
                <a:lnTo>
                  <a:pt x="66960" y="228076"/>
                </a:lnTo>
                <a:lnTo>
                  <a:pt x="80390" y="224028"/>
                </a:lnTo>
                <a:lnTo>
                  <a:pt x="115823" y="208788"/>
                </a:lnTo>
                <a:lnTo>
                  <a:pt x="164972" y="183642"/>
                </a:lnTo>
                <a:lnTo>
                  <a:pt x="230123" y="144780"/>
                </a:lnTo>
                <a:lnTo>
                  <a:pt x="264947" y="144780"/>
                </a:lnTo>
                <a:lnTo>
                  <a:pt x="226694" y="166878"/>
                </a:lnTo>
                <a:lnTo>
                  <a:pt x="169259" y="198858"/>
                </a:lnTo>
                <a:lnTo>
                  <a:pt x="123539" y="223385"/>
                </a:lnTo>
                <a:lnTo>
                  <a:pt x="106679" y="231648"/>
                </a:lnTo>
                <a:lnTo>
                  <a:pt x="296417" y="231648"/>
                </a:lnTo>
                <a:lnTo>
                  <a:pt x="225551" y="236220"/>
                </a:lnTo>
                <a:lnTo>
                  <a:pt x="225551" y="240792"/>
                </a:lnTo>
                <a:lnTo>
                  <a:pt x="201167" y="240792"/>
                </a:lnTo>
                <a:lnTo>
                  <a:pt x="156400" y="244221"/>
                </a:lnTo>
                <a:lnTo>
                  <a:pt x="107013" y="253150"/>
                </a:lnTo>
                <a:lnTo>
                  <a:pt x="82915" y="259580"/>
                </a:lnTo>
                <a:lnTo>
                  <a:pt x="73151" y="263652"/>
                </a:lnTo>
                <a:close/>
              </a:path>
              <a:path w="376554" h="405764">
                <a:moveTo>
                  <a:pt x="296417" y="231648"/>
                </a:moveTo>
                <a:lnTo>
                  <a:pt x="106679" y="231648"/>
                </a:lnTo>
                <a:lnTo>
                  <a:pt x="313943" y="220980"/>
                </a:lnTo>
                <a:lnTo>
                  <a:pt x="289559" y="198501"/>
                </a:lnTo>
                <a:lnTo>
                  <a:pt x="279225" y="189690"/>
                </a:lnTo>
                <a:lnTo>
                  <a:pt x="269747" y="182880"/>
                </a:lnTo>
                <a:lnTo>
                  <a:pt x="272795" y="178308"/>
                </a:lnTo>
                <a:lnTo>
                  <a:pt x="314134" y="194119"/>
                </a:lnTo>
                <a:lnTo>
                  <a:pt x="352020" y="214788"/>
                </a:lnTo>
                <a:lnTo>
                  <a:pt x="363125" y="230124"/>
                </a:lnTo>
                <a:lnTo>
                  <a:pt x="320039" y="230124"/>
                </a:lnTo>
                <a:lnTo>
                  <a:pt x="296417" y="231648"/>
                </a:lnTo>
                <a:close/>
              </a:path>
              <a:path w="376554" h="405764">
                <a:moveTo>
                  <a:pt x="352043" y="271272"/>
                </a:moveTo>
                <a:lnTo>
                  <a:pt x="347471" y="269748"/>
                </a:lnTo>
                <a:lnTo>
                  <a:pt x="342899" y="260604"/>
                </a:lnTo>
                <a:lnTo>
                  <a:pt x="338042" y="253484"/>
                </a:lnTo>
                <a:lnTo>
                  <a:pt x="332612" y="245935"/>
                </a:lnTo>
                <a:lnTo>
                  <a:pt x="326612" y="238101"/>
                </a:lnTo>
                <a:lnTo>
                  <a:pt x="320039" y="230124"/>
                </a:lnTo>
                <a:lnTo>
                  <a:pt x="363125" y="230124"/>
                </a:lnTo>
                <a:lnTo>
                  <a:pt x="364235" y="236220"/>
                </a:lnTo>
                <a:lnTo>
                  <a:pt x="364569" y="243078"/>
                </a:lnTo>
                <a:lnTo>
                  <a:pt x="363473" y="249936"/>
                </a:lnTo>
                <a:lnTo>
                  <a:pt x="361235" y="256794"/>
                </a:lnTo>
                <a:lnTo>
                  <a:pt x="358139" y="263652"/>
                </a:lnTo>
                <a:lnTo>
                  <a:pt x="352043" y="271272"/>
                </a:lnTo>
                <a:close/>
              </a:path>
              <a:path w="376554" h="405764">
                <a:moveTo>
                  <a:pt x="224442" y="364236"/>
                </a:moveTo>
                <a:lnTo>
                  <a:pt x="188975" y="364236"/>
                </a:lnTo>
                <a:lnTo>
                  <a:pt x="194738" y="362569"/>
                </a:lnTo>
                <a:lnTo>
                  <a:pt x="198500" y="357759"/>
                </a:lnTo>
                <a:lnTo>
                  <a:pt x="200548" y="350091"/>
                </a:lnTo>
                <a:lnTo>
                  <a:pt x="201167" y="339852"/>
                </a:lnTo>
                <a:lnTo>
                  <a:pt x="201167" y="240792"/>
                </a:lnTo>
                <a:lnTo>
                  <a:pt x="225551" y="240792"/>
                </a:lnTo>
                <a:lnTo>
                  <a:pt x="225551" y="352044"/>
                </a:lnTo>
                <a:lnTo>
                  <a:pt x="224442" y="364236"/>
                </a:lnTo>
                <a:close/>
              </a:path>
              <a:path w="376554" h="405764">
                <a:moveTo>
                  <a:pt x="4571" y="391668"/>
                </a:moveTo>
                <a:lnTo>
                  <a:pt x="0" y="385572"/>
                </a:lnTo>
                <a:lnTo>
                  <a:pt x="19169" y="374475"/>
                </a:lnTo>
                <a:lnTo>
                  <a:pt x="37973" y="361902"/>
                </a:lnTo>
                <a:lnTo>
                  <a:pt x="74675" y="333756"/>
                </a:lnTo>
                <a:lnTo>
                  <a:pt x="106298" y="301561"/>
                </a:lnTo>
                <a:lnTo>
                  <a:pt x="131063" y="268224"/>
                </a:lnTo>
                <a:lnTo>
                  <a:pt x="161543" y="298704"/>
                </a:lnTo>
                <a:lnTo>
                  <a:pt x="124896" y="317992"/>
                </a:lnTo>
                <a:lnTo>
                  <a:pt x="82581" y="348805"/>
                </a:lnTo>
                <a:lnTo>
                  <a:pt x="58292" y="364236"/>
                </a:lnTo>
                <a:lnTo>
                  <a:pt x="32289" y="378523"/>
                </a:lnTo>
                <a:lnTo>
                  <a:pt x="4571" y="391668"/>
                </a:lnTo>
                <a:close/>
              </a:path>
              <a:path w="376554" h="405764">
                <a:moveTo>
                  <a:pt x="365759" y="388620"/>
                </a:moveTo>
                <a:lnTo>
                  <a:pt x="364235" y="388620"/>
                </a:lnTo>
                <a:lnTo>
                  <a:pt x="359640" y="387215"/>
                </a:lnTo>
                <a:lnTo>
                  <a:pt x="354901" y="383095"/>
                </a:lnTo>
                <a:lnTo>
                  <a:pt x="349877" y="376404"/>
                </a:lnTo>
                <a:lnTo>
                  <a:pt x="344423" y="367284"/>
                </a:lnTo>
                <a:lnTo>
                  <a:pt x="332422" y="349853"/>
                </a:lnTo>
                <a:lnTo>
                  <a:pt x="312419" y="329565"/>
                </a:lnTo>
                <a:lnTo>
                  <a:pt x="284416" y="306419"/>
                </a:lnTo>
                <a:lnTo>
                  <a:pt x="248411" y="280416"/>
                </a:lnTo>
                <a:lnTo>
                  <a:pt x="252983" y="274320"/>
                </a:lnTo>
                <a:lnTo>
                  <a:pt x="318706" y="304419"/>
                </a:lnTo>
                <a:lnTo>
                  <a:pt x="353567" y="323088"/>
                </a:lnTo>
                <a:lnTo>
                  <a:pt x="376427" y="353568"/>
                </a:lnTo>
                <a:lnTo>
                  <a:pt x="376308" y="362569"/>
                </a:lnTo>
                <a:lnTo>
                  <a:pt x="375856" y="368808"/>
                </a:lnTo>
                <a:lnTo>
                  <a:pt x="374499" y="374570"/>
                </a:lnTo>
                <a:lnTo>
                  <a:pt x="371855" y="379476"/>
                </a:lnTo>
                <a:lnTo>
                  <a:pt x="367283" y="385572"/>
                </a:lnTo>
                <a:lnTo>
                  <a:pt x="365759" y="388620"/>
                </a:lnTo>
                <a:close/>
              </a:path>
              <a:path w="376554" h="405764">
                <a:moveTo>
                  <a:pt x="184403" y="405384"/>
                </a:moveTo>
                <a:lnTo>
                  <a:pt x="181213" y="392549"/>
                </a:lnTo>
                <a:lnTo>
                  <a:pt x="171449" y="381571"/>
                </a:lnTo>
                <a:lnTo>
                  <a:pt x="154828" y="372594"/>
                </a:lnTo>
                <a:lnTo>
                  <a:pt x="131063" y="365760"/>
                </a:lnTo>
                <a:lnTo>
                  <a:pt x="131063" y="358140"/>
                </a:lnTo>
                <a:lnTo>
                  <a:pt x="151685" y="361021"/>
                </a:lnTo>
                <a:lnTo>
                  <a:pt x="168020" y="362902"/>
                </a:lnTo>
                <a:lnTo>
                  <a:pt x="180355" y="363926"/>
                </a:lnTo>
                <a:lnTo>
                  <a:pt x="188975" y="364236"/>
                </a:lnTo>
                <a:lnTo>
                  <a:pt x="224442" y="364236"/>
                </a:lnTo>
                <a:lnTo>
                  <a:pt x="223837" y="370879"/>
                </a:lnTo>
                <a:lnTo>
                  <a:pt x="216407" y="386143"/>
                </a:lnTo>
                <a:lnTo>
                  <a:pt x="203263" y="397692"/>
                </a:lnTo>
                <a:lnTo>
                  <a:pt x="184403" y="40538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" name="object 28"/>
          <p:cNvSpPr/>
          <p:nvPr/>
        </p:nvSpPr>
        <p:spPr>
          <a:xfrm>
            <a:off x="7025640" y="3547871"/>
            <a:ext cx="382905" cy="399415"/>
          </a:xfrm>
          <a:custGeom>
            <a:avLst/>
            <a:gdLst/>
            <a:ahLst/>
            <a:cxnLst/>
            <a:rect l="l" t="t" r="r" b="b"/>
            <a:pathLst>
              <a:path w="382904" h="399414">
                <a:moveTo>
                  <a:pt x="28956" y="56388"/>
                </a:moveTo>
                <a:lnTo>
                  <a:pt x="12192" y="41148"/>
                </a:lnTo>
                <a:lnTo>
                  <a:pt x="195072" y="41148"/>
                </a:lnTo>
                <a:lnTo>
                  <a:pt x="217932" y="18288"/>
                </a:lnTo>
                <a:lnTo>
                  <a:pt x="251460" y="51816"/>
                </a:lnTo>
                <a:lnTo>
                  <a:pt x="70104" y="51816"/>
                </a:lnTo>
                <a:lnTo>
                  <a:pt x="58959" y="52101"/>
                </a:lnTo>
                <a:lnTo>
                  <a:pt x="48387" y="52959"/>
                </a:lnTo>
                <a:lnTo>
                  <a:pt x="38385" y="54387"/>
                </a:lnTo>
                <a:lnTo>
                  <a:pt x="28956" y="56388"/>
                </a:lnTo>
                <a:close/>
              </a:path>
              <a:path w="382904" h="399414">
                <a:moveTo>
                  <a:pt x="12192" y="262128"/>
                </a:moveTo>
                <a:lnTo>
                  <a:pt x="7620" y="257555"/>
                </a:lnTo>
                <a:lnTo>
                  <a:pt x="26169" y="230647"/>
                </a:lnTo>
                <a:lnTo>
                  <a:pt x="42862" y="204597"/>
                </a:lnTo>
                <a:lnTo>
                  <a:pt x="70104" y="153924"/>
                </a:lnTo>
                <a:lnTo>
                  <a:pt x="89916" y="104584"/>
                </a:lnTo>
                <a:lnTo>
                  <a:pt x="105156" y="51816"/>
                </a:lnTo>
                <a:lnTo>
                  <a:pt x="135636" y="51816"/>
                </a:lnTo>
                <a:lnTo>
                  <a:pt x="128778" y="72056"/>
                </a:lnTo>
                <a:lnTo>
                  <a:pt x="121920" y="91440"/>
                </a:lnTo>
                <a:lnTo>
                  <a:pt x="115042" y="109728"/>
                </a:lnTo>
                <a:lnTo>
                  <a:pt x="108204" y="126492"/>
                </a:lnTo>
                <a:lnTo>
                  <a:pt x="212284" y="126492"/>
                </a:lnTo>
                <a:lnTo>
                  <a:pt x="222504" y="135636"/>
                </a:lnTo>
                <a:lnTo>
                  <a:pt x="220109" y="137160"/>
                </a:lnTo>
                <a:lnTo>
                  <a:pt x="105156" y="137160"/>
                </a:lnTo>
                <a:lnTo>
                  <a:pt x="100444" y="146304"/>
                </a:lnTo>
                <a:lnTo>
                  <a:pt x="95821" y="154876"/>
                </a:lnTo>
                <a:lnTo>
                  <a:pt x="90797" y="163949"/>
                </a:lnTo>
                <a:lnTo>
                  <a:pt x="85344" y="173736"/>
                </a:lnTo>
                <a:lnTo>
                  <a:pt x="92362" y="179832"/>
                </a:lnTo>
                <a:lnTo>
                  <a:pt x="82296" y="179832"/>
                </a:lnTo>
                <a:lnTo>
                  <a:pt x="65984" y="201263"/>
                </a:lnTo>
                <a:lnTo>
                  <a:pt x="48958" y="222123"/>
                </a:lnTo>
                <a:lnTo>
                  <a:pt x="31075" y="242411"/>
                </a:lnTo>
                <a:lnTo>
                  <a:pt x="12192" y="262128"/>
                </a:lnTo>
                <a:close/>
              </a:path>
              <a:path w="382904" h="399414">
                <a:moveTo>
                  <a:pt x="212284" y="126492"/>
                </a:moveTo>
                <a:lnTo>
                  <a:pt x="178308" y="126492"/>
                </a:lnTo>
                <a:lnTo>
                  <a:pt x="193548" y="109728"/>
                </a:lnTo>
                <a:lnTo>
                  <a:pt x="212284" y="126492"/>
                </a:lnTo>
                <a:close/>
              </a:path>
              <a:path w="382904" h="399414">
                <a:moveTo>
                  <a:pt x="4572" y="394716"/>
                </a:moveTo>
                <a:lnTo>
                  <a:pt x="0" y="388620"/>
                </a:lnTo>
                <a:lnTo>
                  <a:pt x="36337" y="366045"/>
                </a:lnTo>
                <a:lnTo>
                  <a:pt x="67818" y="341757"/>
                </a:lnTo>
                <a:lnTo>
                  <a:pt x="117348" y="288036"/>
                </a:lnTo>
                <a:lnTo>
                  <a:pt x="153924" y="222885"/>
                </a:lnTo>
                <a:lnTo>
                  <a:pt x="168783" y="182594"/>
                </a:lnTo>
                <a:lnTo>
                  <a:pt x="181356" y="137160"/>
                </a:lnTo>
                <a:lnTo>
                  <a:pt x="220109" y="137160"/>
                </a:lnTo>
                <a:lnTo>
                  <a:pt x="205740" y="146304"/>
                </a:lnTo>
                <a:lnTo>
                  <a:pt x="196572" y="177736"/>
                </a:lnTo>
                <a:lnTo>
                  <a:pt x="187261" y="205740"/>
                </a:lnTo>
                <a:lnTo>
                  <a:pt x="167640" y="251460"/>
                </a:lnTo>
                <a:lnTo>
                  <a:pt x="144018" y="289369"/>
                </a:lnTo>
                <a:lnTo>
                  <a:pt x="111252" y="326136"/>
                </a:lnTo>
                <a:lnTo>
                  <a:pt x="66484" y="360426"/>
                </a:lnTo>
                <a:lnTo>
                  <a:pt x="37742" y="377571"/>
                </a:lnTo>
                <a:lnTo>
                  <a:pt x="4572" y="394716"/>
                </a:lnTo>
                <a:close/>
              </a:path>
              <a:path w="382904" h="399414">
                <a:moveTo>
                  <a:pt x="109728" y="259079"/>
                </a:moveTo>
                <a:lnTo>
                  <a:pt x="105156" y="259079"/>
                </a:lnTo>
                <a:lnTo>
                  <a:pt x="102108" y="251460"/>
                </a:lnTo>
                <a:lnTo>
                  <a:pt x="102108" y="237743"/>
                </a:lnTo>
                <a:lnTo>
                  <a:pt x="99226" y="224623"/>
                </a:lnTo>
                <a:lnTo>
                  <a:pt x="95059" y="210502"/>
                </a:lnTo>
                <a:lnTo>
                  <a:pt x="89463" y="195524"/>
                </a:lnTo>
                <a:lnTo>
                  <a:pt x="82296" y="179832"/>
                </a:lnTo>
                <a:lnTo>
                  <a:pt x="92362" y="179832"/>
                </a:lnTo>
                <a:lnTo>
                  <a:pt x="105084" y="190881"/>
                </a:lnTo>
                <a:lnTo>
                  <a:pt x="118681" y="205740"/>
                </a:lnTo>
                <a:lnTo>
                  <a:pt x="126277" y="218313"/>
                </a:lnTo>
                <a:lnTo>
                  <a:pt x="128016" y="228600"/>
                </a:lnTo>
                <a:lnTo>
                  <a:pt x="126587" y="237767"/>
                </a:lnTo>
                <a:lnTo>
                  <a:pt x="124587" y="244792"/>
                </a:lnTo>
                <a:lnTo>
                  <a:pt x="122015" y="249816"/>
                </a:lnTo>
                <a:lnTo>
                  <a:pt x="118872" y="252984"/>
                </a:lnTo>
                <a:lnTo>
                  <a:pt x="109728" y="259079"/>
                </a:lnTo>
                <a:close/>
              </a:path>
              <a:path w="382904" h="399414">
                <a:moveTo>
                  <a:pt x="367561" y="355092"/>
                </a:moveTo>
                <a:lnTo>
                  <a:pt x="327660" y="355092"/>
                </a:lnTo>
                <a:lnTo>
                  <a:pt x="334779" y="353901"/>
                </a:lnTo>
                <a:lnTo>
                  <a:pt x="340042" y="350139"/>
                </a:lnTo>
                <a:lnTo>
                  <a:pt x="343304" y="343519"/>
                </a:lnTo>
                <a:lnTo>
                  <a:pt x="344424" y="333756"/>
                </a:lnTo>
                <a:lnTo>
                  <a:pt x="344400" y="54649"/>
                </a:lnTo>
                <a:lnTo>
                  <a:pt x="344219" y="30480"/>
                </a:lnTo>
                <a:lnTo>
                  <a:pt x="343781" y="12882"/>
                </a:lnTo>
                <a:lnTo>
                  <a:pt x="342900" y="0"/>
                </a:lnTo>
                <a:lnTo>
                  <a:pt x="382524" y="16764"/>
                </a:lnTo>
                <a:lnTo>
                  <a:pt x="368808" y="30480"/>
                </a:lnTo>
                <a:lnTo>
                  <a:pt x="368744" y="343519"/>
                </a:lnTo>
                <a:lnTo>
                  <a:pt x="367561" y="355092"/>
                </a:lnTo>
                <a:close/>
              </a:path>
              <a:path w="382904" h="399414">
                <a:moveTo>
                  <a:pt x="259080" y="312420"/>
                </a:moveTo>
                <a:lnTo>
                  <a:pt x="259961" y="282154"/>
                </a:lnTo>
                <a:lnTo>
                  <a:pt x="260413" y="250888"/>
                </a:lnTo>
                <a:lnTo>
                  <a:pt x="260580" y="218765"/>
                </a:lnTo>
                <a:lnTo>
                  <a:pt x="260580" y="153947"/>
                </a:lnTo>
                <a:lnTo>
                  <a:pt x="260413" y="124396"/>
                </a:lnTo>
                <a:lnTo>
                  <a:pt x="259961" y="97416"/>
                </a:lnTo>
                <a:lnTo>
                  <a:pt x="259080" y="73152"/>
                </a:lnTo>
                <a:lnTo>
                  <a:pt x="297180" y="88392"/>
                </a:lnTo>
                <a:lnTo>
                  <a:pt x="283464" y="102108"/>
                </a:lnTo>
                <a:lnTo>
                  <a:pt x="283554" y="250888"/>
                </a:lnTo>
                <a:lnTo>
                  <a:pt x="283702" y="259961"/>
                </a:lnTo>
                <a:lnTo>
                  <a:pt x="284749" y="288012"/>
                </a:lnTo>
                <a:lnTo>
                  <a:pt x="284987" y="301752"/>
                </a:lnTo>
                <a:lnTo>
                  <a:pt x="259080" y="312420"/>
                </a:lnTo>
                <a:close/>
              </a:path>
              <a:path w="382904" h="399414">
                <a:moveTo>
                  <a:pt x="326136" y="399287"/>
                </a:moveTo>
                <a:lnTo>
                  <a:pt x="321254" y="385572"/>
                </a:lnTo>
                <a:lnTo>
                  <a:pt x="308800" y="374142"/>
                </a:lnTo>
                <a:lnTo>
                  <a:pt x="288631" y="364998"/>
                </a:lnTo>
                <a:lnTo>
                  <a:pt x="260604" y="358140"/>
                </a:lnTo>
                <a:lnTo>
                  <a:pt x="260604" y="350520"/>
                </a:lnTo>
                <a:lnTo>
                  <a:pt x="283511" y="352520"/>
                </a:lnTo>
                <a:lnTo>
                  <a:pt x="302133" y="353949"/>
                </a:lnTo>
                <a:lnTo>
                  <a:pt x="316753" y="354806"/>
                </a:lnTo>
                <a:lnTo>
                  <a:pt x="327660" y="355092"/>
                </a:lnTo>
                <a:lnTo>
                  <a:pt x="367561" y="355092"/>
                </a:lnTo>
                <a:lnTo>
                  <a:pt x="366855" y="361997"/>
                </a:lnTo>
                <a:lnTo>
                  <a:pt x="358902" y="377952"/>
                </a:lnTo>
                <a:lnTo>
                  <a:pt x="345233" y="390477"/>
                </a:lnTo>
                <a:lnTo>
                  <a:pt x="326136" y="39928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" name="object 29"/>
          <p:cNvSpPr/>
          <p:nvPr/>
        </p:nvSpPr>
        <p:spPr>
          <a:xfrm>
            <a:off x="7466063" y="3540251"/>
            <a:ext cx="832485" cy="410209"/>
          </a:xfrm>
          <a:custGeom>
            <a:avLst/>
            <a:gdLst/>
            <a:ahLst/>
            <a:cxnLst/>
            <a:rect l="l" t="t" r="r" b="b"/>
            <a:pathLst>
              <a:path w="832484" h="410210">
                <a:moveTo>
                  <a:pt x="146304" y="25908"/>
                </a:moveTo>
                <a:lnTo>
                  <a:pt x="111252" y="1524"/>
                </a:lnTo>
                <a:lnTo>
                  <a:pt x="104381" y="22669"/>
                </a:lnTo>
                <a:lnTo>
                  <a:pt x="95059" y="47244"/>
                </a:lnTo>
                <a:lnTo>
                  <a:pt x="68580" y="106680"/>
                </a:lnTo>
                <a:lnTo>
                  <a:pt x="35433" y="169735"/>
                </a:lnTo>
                <a:lnTo>
                  <a:pt x="0" y="222504"/>
                </a:lnTo>
                <a:lnTo>
                  <a:pt x="4572" y="228600"/>
                </a:lnTo>
                <a:lnTo>
                  <a:pt x="18859" y="214299"/>
                </a:lnTo>
                <a:lnTo>
                  <a:pt x="34290" y="196405"/>
                </a:lnTo>
                <a:lnTo>
                  <a:pt x="50863" y="174815"/>
                </a:lnTo>
                <a:lnTo>
                  <a:pt x="68580" y="149352"/>
                </a:lnTo>
                <a:lnTo>
                  <a:pt x="68478" y="352933"/>
                </a:lnTo>
                <a:lnTo>
                  <a:pt x="68389" y="361569"/>
                </a:lnTo>
                <a:lnTo>
                  <a:pt x="67945" y="383628"/>
                </a:lnTo>
                <a:lnTo>
                  <a:pt x="67056" y="409956"/>
                </a:lnTo>
                <a:lnTo>
                  <a:pt x="96012" y="396240"/>
                </a:lnTo>
                <a:lnTo>
                  <a:pt x="93916" y="355092"/>
                </a:lnTo>
                <a:lnTo>
                  <a:pt x="92964" y="149352"/>
                </a:lnTo>
                <a:lnTo>
                  <a:pt x="92964" y="147828"/>
                </a:lnTo>
                <a:lnTo>
                  <a:pt x="108204" y="134112"/>
                </a:lnTo>
                <a:lnTo>
                  <a:pt x="85344" y="123444"/>
                </a:lnTo>
                <a:lnTo>
                  <a:pt x="104584" y="87249"/>
                </a:lnTo>
                <a:lnTo>
                  <a:pt x="127025" y="46482"/>
                </a:lnTo>
                <a:lnTo>
                  <a:pt x="139687" y="30480"/>
                </a:lnTo>
                <a:lnTo>
                  <a:pt x="146304" y="25908"/>
                </a:lnTo>
                <a:close/>
              </a:path>
              <a:path w="832484" h="410210">
                <a:moveTo>
                  <a:pt x="202692" y="106680"/>
                </a:moveTo>
                <a:lnTo>
                  <a:pt x="164007" y="68110"/>
                </a:lnTo>
                <a:lnTo>
                  <a:pt x="146304" y="56388"/>
                </a:lnTo>
                <a:lnTo>
                  <a:pt x="140208" y="60960"/>
                </a:lnTo>
                <a:lnTo>
                  <a:pt x="153631" y="79248"/>
                </a:lnTo>
                <a:lnTo>
                  <a:pt x="164211" y="95440"/>
                </a:lnTo>
                <a:lnTo>
                  <a:pt x="171932" y="109613"/>
                </a:lnTo>
                <a:lnTo>
                  <a:pt x="176784" y="121920"/>
                </a:lnTo>
                <a:lnTo>
                  <a:pt x="179832" y="131064"/>
                </a:lnTo>
                <a:lnTo>
                  <a:pt x="182880" y="135636"/>
                </a:lnTo>
                <a:lnTo>
                  <a:pt x="190500" y="135636"/>
                </a:lnTo>
                <a:lnTo>
                  <a:pt x="193548" y="132588"/>
                </a:lnTo>
                <a:lnTo>
                  <a:pt x="196596" y="128016"/>
                </a:lnTo>
                <a:lnTo>
                  <a:pt x="201168" y="121920"/>
                </a:lnTo>
                <a:lnTo>
                  <a:pt x="202692" y="115824"/>
                </a:lnTo>
                <a:lnTo>
                  <a:pt x="202692" y="106680"/>
                </a:lnTo>
                <a:close/>
              </a:path>
              <a:path w="832484" h="410210">
                <a:moveTo>
                  <a:pt x="359664" y="79248"/>
                </a:moveTo>
                <a:lnTo>
                  <a:pt x="326136" y="50292"/>
                </a:lnTo>
                <a:lnTo>
                  <a:pt x="320090" y="66611"/>
                </a:lnTo>
                <a:lnTo>
                  <a:pt x="310896" y="85915"/>
                </a:lnTo>
                <a:lnTo>
                  <a:pt x="298284" y="108381"/>
                </a:lnTo>
                <a:lnTo>
                  <a:pt x="281940" y="134112"/>
                </a:lnTo>
                <a:lnTo>
                  <a:pt x="286512" y="137160"/>
                </a:lnTo>
                <a:lnTo>
                  <a:pt x="295681" y="129730"/>
                </a:lnTo>
                <a:lnTo>
                  <a:pt x="304990" y="121158"/>
                </a:lnTo>
                <a:lnTo>
                  <a:pt x="314591" y="111442"/>
                </a:lnTo>
                <a:lnTo>
                  <a:pt x="324612" y="100584"/>
                </a:lnTo>
                <a:lnTo>
                  <a:pt x="334378" y="92329"/>
                </a:lnTo>
                <a:lnTo>
                  <a:pt x="343281" y="85915"/>
                </a:lnTo>
                <a:lnTo>
                  <a:pt x="351624" y="81521"/>
                </a:lnTo>
                <a:lnTo>
                  <a:pt x="359664" y="79248"/>
                </a:lnTo>
                <a:close/>
              </a:path>
              <a:path w="832484" h="410210">
                <a:moveTo>
                  <a:pt x="402336" y="266700"/>
                </a:moveTo>
                <a:lnTo>
                  <a:pt x="370332" y="233172"/>
                </a:lnTo>
                <a:lnTo>
                  <a:pt x="347472" y="256032"/>
                </a:lnTo>
                <a:lnTo>
                  <a:pt x="257556" y="256032"/>
                </a:lnTo>
                <a:lnTo>
                  <a:pt x="257556" y="173736"/>
                </a:lnTo>
                <a:lnTo>
                  <a:pt x="374904" y="173736"/>
                </a:lnTo>
                <a:lnTo>
                  <a:pt x="344424" y="143256"/>
                </a:lnTo>
                <a:lnTo>
                  <a:pt x="323088" y="163068"/>
                </a:lnTo>
                <a:lnTo>
                  <a:pt x="257556" y="163068"/>
                </a:lnTo>
                <a:lnTo>
                  <a:pt x="257556" y="36576"/>
                </a:lnTo>
                <a:lnTo>
                  <a:pt x="272796" y="22860"/>
                </a:lnTo>
                <a:lnTo>
                  <a:pt x="231648" y="1524"/>
                </a:lnTo>
                <a:lnTo>
                  <a:pt x="231889" y="20675"/>
                </a:lnTo>
                <a:lnTo>
                  <a:pt x="232410" y="36576"/>
                </a:lnTo>
                <a:lnTo>
                  <a:pt x="232943" y="50393"/>
                </a:lnTo>
                <a:lnTo>
                  <a:pt x="233070" y="56388"/>
                </a:lnTo>
                <a:lnTo>
                  <a:pt x="233172" y="163068"/>
                </a:lnTo>
                <a:lnTo>
                  <a:pt x="126492" y="163068"/>
                </a:lnTo>
                <a:lnTo>
                  <a:pt x="141732" y="179832"/>
                </a:lnTo>
                <a:lnTo>
                  <a:pt x="152044" y="176961"/>
                </a:lnTo>
                <a:lnTo>
                  <a:pt x="162496" y="175069"/>
                </a:lnTo>
                <a:lnTo>
                  <a:pt x="173240" y="174053"/>
                </a:lnTo>
                <a:lnTo>
                  <a:pt x="184404" y="173736"/>
                </a:lnTo>
                <a:lnTo>
                  <a:pt x="233172" y="173736"/>
                </a:lnTo>
                <a:lnTo>
                  <a:pt x="233172" y="256032"/>
                </a:lnTo>
                <a:lnTo>
                  <a:pt x="103632" y="256032"/>
                </a:lnTo>
                <a:lnTo>
                  <a:pt x="120396" y="271272"/>
                </a:lnTo>
                <a:lnTo>
                  <a:pt x="129832" y="269278"/>
                </a:lnTo>
                <a:lnTo>
                  <a:pt x="139827" y="267843"/>
                </a:lnTo>
                <a:lnTo>
                  <a:pt x="150406" y="266992"/>
                </a:lnTo>
                <a:lnTo>
                  <a:pt x="161544" y="266700"/>
                </a:lnTo>
                <a:lnTo>
                  <a:pt x="233172" y="266700"/>
                </a:lnTo>
                <a:lnTo>
                  <a:pt x="233108" y="343954"/>
                </a:lnTo>
                <a:lnTo>
                  <a:pt x="232943" y="352933"/>
                </a:lnTo>
                <a:lnTo>
                  <a:pt x="232410" y="368998"/>
                </a:lnTo>
                <a:lnTo>
                  <a:pt x="231889" y="387654"/>
                </a:lnTo>
                <a:lnTo>
                  <a:pt x="231648" y="408432"/>
                </a:lnTo>
                <a:lnTo>
                  <a:pt x="259080" y="396240"/>
                </a:lnTo>
                <a:lnTo>
                  <a:pt x="258203" y="378244"/>
                </a:lnTo>
                <a:lnTo>
                  <a:pt x="257771" y="361569"/>
                </a:lnTo>
                <a:lnTo>
                  <a:pt x="257670" y="352933"/>
                </a:lnTo>
                <a:lnTo>
                  <a:pt x="257556" y="266700"/>
                </a:lnTo>
                <a:lnTo>
                  <a:pt x="402336" y="266700"/>
                </a:lnTo>
                <a:close/>
              </a:path>
              <a:path w="832484" h="410210">
                <a:moveTo>
                  <a:pt x="580656" y="24384"/>
                </a:moveTo>
                <a:lnTo>
                  <a:pt x="542556" y="0"/>
                </a:lnTo>
                <a:lnTo>
                  <a:pt x="537984" y="19773"/>
                </a:lnTo>
                <a:lnTo>
                  <a:pt x="531126" y="42672"/>
                </a:lnTo>
                <a:lnTo>
                  <a:pt x="510552" y="99060"/>
                </a:lnTo>
                <a:lnTo>
                  <a:pt x="481215" y="161925"/>
                </a:lnTo>
                <a:lnTo>
                  <a:pt x="445020" y="222504"/>
                </a:lnTo>
                <a:lnTo>
                  <a:pt x="449592" y="227076"/>
                </a:lnTo>
                <a:lnTo>
                  <a:pt x="466496" y="207886"/>
                </a:lnTo>
                <a:lnTo>
                  <a:pt x="483120" y="186690"/>
                </a:lnTo>
                <a:lnTo>
                  <a:pt x="499732" y="163220"/>
                </a:lnTo>
                <a:lnTo>
                  <a:pt x="516648" y="137160"/>
                </a:lnTo>
                <a:lnTo>
                  <a:pt x="516585" y="320040"/>
                </a:lnTo>
                <a:lnTo>
                  <a:pt x="516382" y="331279"/>
                </a:lnTo>
                <a:lnTo>
                  <a:pt x="515696" y="351282"/>
                </a:lnTo>
                <a:lnTo>
                  <a:pt x="514718" y="376999"/>
                </a:lnTo>
                <a:lnTo>
                  <a:pt x="513600" y="408432"/>
                </a:lnTo>
                <a:lnTo>
                  <a:pt x="541032" y="391668"/>
                </a:lnTo>
                <a:lnTo>
                  <a:pt x="539902" y="371906"/>
                </a:lnTo>
                <a:lnTo>
                  <a:pt x="538937" y="353568"/>
                </a:lnTo>
                <a:lnTo>
                  <a:pt x="538238" y="336384"/>
                </a:lnTo>
                <a:lnTo>
                  <a:pt x="537984" y="320040"/>
                </a:lnTo>
                <a:lnTo>
                  <a:pt x="537984" y="137160"/>
                </a:lnTo>
                <a:lnTo>
                  <a:pt x="537984" y="134112"/>
                </a:lnTo>
                <a:lnTo>
                  <a:pt x="556272" y="121920"/>
                </a:lnTo>
                <a:lnTo>
                  <a:pt x="530364" y="108204"/>
                </a:lnTo>
                <a:lnTo>
                  <a:pt x="535787" y="96774"/>
                </a:lnTo>
                <a:lnTo>
                  <a:pt x="542937" y="80772"/>
                </a:lnTo>
                <a:lnTo>
                  <a:pt x="551789" y="60198"/>
                </a:lnTo>
                <a:lnTo>
                  <a:pt x="562368" y="35052"/>
                </a:lnTo>
                <a:lnTo>
                  <a:pt x="580656" y="24384"/>
                </a:lnTo>
                <a:close/>
              </a:path>
              <a:path w="832484" h="410210">
                <a:moveTo>
                  <a:pt x="806208" y="44196"/>
                </a:moveTo>
                <a:lnTo>
                  <a:pt x="802500" y="41148"/>
                </a:lnTo>
                <a:lnTo>
                  <a:pt x="780300" y="22860"/>
                </a:lnTo>
                <a:lnTo>
                  <a:pt x="769632" y="38862"/>
                </a:lnTo>
                <a:lnTo>
                  <a:pt x="769632" y="50292"/>
                </a:lnTo>
                <a:lnTo>
                  <a:pt x="769632" y="146304"/>
                </a:lnTo>
                <a:lnTo>
                  <a:pt x="649236" y="146304"/>
                </a:lnTo>
                <a:lnTo>
                  <a:pt x="649236" y="50292"/>
                </a:lnTo>
                <a:lnTo>
                  <a:pt x="769632" y="50292"/>
                </a:lnTo>
                <a:lnTo>
                  <a:pt x="769632" y="38862"/>
                </a:lnTo>
                <a:lnTo>
                  <a:pt x="768108" y="41148"/>
                </a:lnTo>
                <a:lnTo>
                  <a:pt x="649236" y="41148"/>
                </a:lnTo>
                <a:lnTo>
                  <a:pt x="624852" y="24384"/>
                </a:lnTo>
                <a:lnTo>
                  <a:pt x="625932" y="44196"/>
                </a:lnTo>
                <a:lnTo>
                  <a:pt x="626948" y="64579"/>
                </a:lnTo>
                <a:lnTo>
                  <a:pt x="627634" y="84188"/>
                </a:lnTo>
                <a:lnTo>
                  <a:pt x="627900" y="103632"/>
                </a:lnTo>
                <a:lnTo>
                  <a:pt x="627634" y="123329"/>
                </a:lnTo>
                <a:lnTo>
                  <a:pt x="626948" y="143446"/>
                </a:lnTo>
                <a:lnTo>
                  <a:pt x="625970" y="163855"/>
                </a:lnTo>
                <a:lnTo>
                  <a:pt x="624852" y="184404"/>
                </a:lnTo>
                <a:lnTo>
                  <a:pt x="649236" y="175260"/>
                </a:lnTo>
                <a:lnTo>
                  <a:pt x="649236" y="156972"/>
                </a:lnTo>
                <a:lnTo>
                  <a:pt x="769632" y="156972"/>
                </a:lnTo>
                <a:lnTo>
                  <a:pt x="769632" y="181356"/>
                </a:lnTo>
                <a:lnTo>
                  <a:pt x="794016" y="172212"/>
                </a:lnTo>
                <a:lnTo>
                  <a:pt x="793127" y="161074"/>
                </a:lnTo>
                <a:lnTo>
                  <a:pt x="792988" y="156972"/>
                </a:lnTo>
                <a:lnTo>
                  <a:pt x="792683" y="148209"/>
                </a:lnTo>
                <a:lnTo>
                  <a:pt x="792657" y="146304"/>
                </a:lnTo>
                <a:lnTo>
                  <a:pt x="792505" y="133642"/>
                </a:lnTo>
                <a:lnTo>
                  <a:pt x="792492" y="56388"/>
                </a:lnTo>
                <a:lnTo>
                  <a:pt x="799350" y="50292"/>
                </a:lnTo>
                <a:lnTo>
                  <a:pt x="806208" y="44196"/>
                </a:lnTo>
                <a:close/>
              </a:path>
              <a:path w="832484" h="410210">
                <a:moveTo>
                  <a:pt x="832116" y="230124"/>
                </a:moveTo>
                <a:lnTo>
                  <a:pt x="828255" y="227076"/>
                </a:lnTo>
                <a:lnTo>
                  <a:pt x="803160" y="207264"/>
                </a:lnTo>
                <a:lnTo>
                  <a:pt x="794016" y="222123"/>
                </a:lnTo>
                <a:lnTo>
                  <a:pt x="794016" y="236220"/>
                </a:lnTo>
                <a:lnTo>
                  <a:pt x="794016" y="344424"/>
                </a:lnTo>
                <a:lnTo>
                  <a:pt x="623328" y="344424"/>
                </a:lnTo>
                <a:lnTo>
                  <a:pt x="623328" y="236220"/>
                </a:lnTo>
                <a:lnTo>
                  <a:pt x="794016" y="236220"/>
                </a:lnTo>
                <a:lnTo>
                  <a:pt x="794016" y="222123"/>
                </a:lnTo>
                <a:lnTo>
                  <a:pt x="790968" y="227076"/>
                </a:lnTo>
                <a:lnTo>
                  <a:pt x="623328" y="227076"/>
                </a:lnTo>
                <a:lnTo>
                  <a:pt x="597420" y="208788"/>
                </a:lnTo>
                <a:lnTo>
                  <a:pt x="598297" y="223913"/>
                </a:lnTo>
                <a:lnTo>
                  <a:pt x="598716" y="236220"/>
                </a:lnTo>
                <a:lnTo>
                  <a:pt x="598817" y="242316"/>
                </a:lnTo>
                <a:lnTo>
                  <a:pt x="598754" y="374713"/>
                </a:lnTo>
                <a:lnTo>
                  <a:pt x="598297" y="387464"/>
                </a:lnTo>
                <a:lnTo>
                  <a:pt x="597420" y="402336"/>
                </a:lnTo>
                <a:lnTo>
                  <a:pt x="623328" y="390144"/>
                </a:lnTo>
                <a:lnTo>
                  <a:pt x="623328" y="355092"/>
                </a:lnTo>
                <a:lnTo>
                  <a:pt x="794016" y="355092"/>
                </a:lnTo>
                <a:lnTo>
                  <a:pt x="794016" y="394716"/>
                </a:lnTo>
                <a:lnTo>
                  <a:pt x="819924" y="384048"/>
                </a:lnTo>
                <a:lnTo>
                  <a:pt x="818553" y="344424"/>
                </a:lnTo>
                <a:lnTo>
                  <a:pt x="818400" y="242316"/>
                </a:lnTo>
                <a:lnTo>
                  <a:pt x="825258" y="236220"/>
                </a:lnTo>
                <a:lnTo>
                  <a:pt x="832116" y="23012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" name="object 30"/>
          <p:cNvSpPr/>
          <p:nvPr/>
        </p:nvSpPr>
        <p:spPr>
          <a:xfrm>
            <a:off x="8360664" y="3546347"/>
            <a:ext cx="565785" cy="449580"/>
          </a:xfrm>
          <a:custGeom>
            <a:avLst/>
            <a:gdLst/>
            <a:ahLst/>
            <a:cxnLst/>
            <a:rect l="l" t="t" r="r" b="b"/>
            <a:pathLst>
              <a:path w="565784" h="449579">
                <a:moveTo>
                  <a:pt x="131064" y="21336"/>
                </a:moveTo>
                <a:lnTo>
                  <a:pt x="80772" y="21336"/>
                </a:lnTo>
                <a:lnTo>
                  <a:pt x="62484" y="44488"/>
                </a:lnTo>
                <a:lnTo>
                  <a:pt x="32766" y="92494"/>
                </a:lnTo>
                <a:lnTo>
                  <a:pt x="11569" y="143624"/>
                </a:lnTo>
                <a:lnTo>
                  <a:pt x="1181" y="202438"/>
                </a:lnTo>
                <a:lnTo>
                  <a:pt x="0" y="234696"/>
                </a:lnTo>
                <a:lnTo>
                  <a:pt x="1397" y="267843"/>
                </a:lnTo>
                <a:lnTo>
                  <a:pt x="12204" y="327279"/>
                </a:lnTo>
                <a:lnTo>
                  <a:pt x="32766" y="378434"/>
                </a:lnTo>
                <a:lnTo>
                  <a:pt x="62484" y="426440"/>
                </a:lnTo>
                <a:lnTo>
                  <a:pt x="80772" y="449580"/>
                </a:lnTo>
                <a:lnTo>
                  <a:pt x="131064" y="449580"/>
                </a:lnTo>
                <a:lnTo>
                  <a:pt x="131064" y="446532"/>
                </a:lnTo>
                <a:lnTo>
                  <a:pt x="122174" y="438899"/>
                </a:lnTo>
                <a:lnTo>
                  <a:pt x="113728" y="429958"/>
                </a:lnTo>
                <a:lnTo>
                  <a:pt x="88912" y="399122"/>
                </a:lnTo>
                <a:lnTo>
                  <a:pt x="67056" y="361188"/>
                </a:lnTo>
                <a:lnTo>
                  <a:pt x="49695" y="318122"/>
                </a:lnTo>
                <a:lnTo>
                  <a:pt x="40195" y="270129"/>
                </a:lnTo>
                <a:lnTo>
                  <a:pt x="38100" y="234696"/>
                </a:lnTo>
                <a:lnTo>
                  <a:pt x="38646" y="217576"/>
                </a:lnTo>
                <a:lnTo>
                  <a:pt x="45720" y="167640"/>
                </a:lnTo>
                <a:lnTo>
                  <a:pt x="60718" y="122212"/>
                </a:lnTo>
                <a:lnTo>
                  <a:pt x="81724" y="82105"/>
                </a:lnTo>
                <a:lnTo>
                  <a:pt x="105549" y="49441"/>
                </a:lnTo>
                <a:lnTo>
                  <a:pt x="131064" y="22860"/>
                </a:lnTo>
                <a:lnTo>
                  <a:pt x="131064" y="21336"/>
                </a:lnTo>
                <a:close/>
              </a:path>
              <a:path w="565784" h="449579">
                <a:moveTo>
                  <a:pt x="295643" y="18288"/>
                </a:moveTo>
                <a:lnTo>
                  <a:pt x="257543" y="0"/>
                </a:lnTo>
                <a:lnTo>
                  <a:pt x="252996" y="19748"/>
                </a:lnTo>
                <a:lnTo>
                  <a:pt x="246303" y="42481"/>
                </a:lnTo>
                <a:lnTo>
                  <a:pt x="227063" y="97536"/>
                </a:lnTo>
                <a:lnTo>
                  <a:pt x="199631" y="158877"/>
                </a:lnTo>
                <a:lnTo>
                  <a:pt x="167627" y="217932"/>
                </a:lnTo>
                <a:lnTo>
                  <a:pt x="172199" y="222504"/>
                </a:lnTo>
                <a:lnTo>
                  <a:pt x="187325" y="203034"/>
                </a:lnTo>
                <a:lnTo>
                  <a:pt x="202869" y="180975"/>
                </a:lnTo>
                <a:lnTo>
                  <a:pt x="218706" y="156070"/>
                </a:lnTo>
                <a:lnTo>
                  <a:pt x="234683" y="128016"/>
                </a:lnTo>
                <a:lnTo>
                  <a:pt x="234594" y="335140"/>
                </a:lnTo>
                <a:lnTo>
                  <a:pt x="234492" y="347472"/>
                </a:lnTo>
                <a:lnTo>
                  <a:pt x="234048" y="373722"/>
                </a:lnTo>
                <a:lnTo>
                  <a:pt x="233159" y="406908"/>
                </a:lnTo>
                <a:lnTo>
                  <a:pt x="259067" y="396240"/>
                </a:lnTo>
                <a:lnTo>
                  <a:pt x="258800" y="373722"/>
                </a:lnTo>
                <a:lnTo>
                  <a:pt x="257797" y="335140"/>
                </a:lnTo>
                <a:lnTo>
                  <a:pt x="257632" y="322516"/>
                </a:lnTo>
                <a:lnTo>
                  <a:pt x="257543" y="128016"/>
                </a:lnTo>
                <a:lnTo>
                  <a:pt x="257543" y="123444"/>
                </a:lnTo>
                <a:lnTo>
                  <a:pt x="269735" y="112776"/>
                </a:lnTo>
                <a:lnTo>
                  <a:pt x="246875" y="102108"/>
                </a:lnTo>
                <a:lnTo>
                  <a:pt x="254215" y="87160"/>
                </a:lnTo>
                <a:lnTo>
                  <a:pt x="260781" y="73152"/>
                </a:lnTo>
                <a:lnTo>
                  <a:pt x="266293" y="60756"/>
                </a:lnTo>
                <a:lnTo>
                  <a:pt x="271259" y="48768"/>
                </a:lnTo>
                <a:lnTo>
                  <a:pt x="276999" y="39077"/>
                </a:lnTo>
                <a:lnTo>
                  <a:pt x="282879" y="30670"/>
                </a:lnTo>
                <a:lnTo>
                  <a:pt x="289052" y="23698"/>
                </a:lnTo>
                <a:lnTo>
                  <a:pt x="295643" y="18288"/>
                </a:lnTo>
                <a:close/>
              </a:path>
              <a:path w="565784" h="449579">
                <a:moveTo>
                  <a:pt x="565391" y="358140"/>
                </a:moveTo>
                <a:lnTo>
                  <a:pt x="525653" y="334949"/>
                </a:lnTo>
                <a:lnTo>
                  <a:pt x="493763" y="304800"/>
                </a:lnTo>
                <a:lnTo>
                  <a:pt x="468236" y="270319"/>
                </a:lnTo>
                <a:lnTo>
                  <a:pt x="449567" y="234696"/>
                </a:lnTo>
                <a:lnTo>
                  <a:pt x="457593" y="227482"/>
                </a:lnTo>
                <a:lnTo>
                  <a:pt x="461987" y="224028"/>
                </a:lnTo>
                <a:lnTo>
                  <a:pt x="468045" y="219265"/>
                </a:lnTo>
                <a:lnTo>
                  <a:pt x="512508" y="188125"/>
                </a:lnTo>
                <a:lnTo>
                  <a:pt x="541007" y="175260"/>
                </a:lnTo>
                <a:lnTo>
                  <a:pt x="512051" y="146304"/>
                </a:lnTo>
                <a:lnTo>
                  <a:pt x="502653" y="161455"/>
                </a:lnTo>
                <a:lnTo>
                  <a:pt x="488238" y="179451"/>
                </a:lnTo>
                <a:lnTo>
                  <a:pt x="468985" y="200317"/>
                </a:lnTo>
                <a:lnTo>
                  <a:pt x="444995" y="224028"/>
                </a:lnTo>
                <a:lnTo>
                  <a:pt x="437286" y="202336"/>
                </a:lnTo>
                <a:lnTo>
                  <a:pt x="430136" y="176212"/>
                </a:lnTo>
                <a:lnTo>
                  <a:pt x="423570" y="145808"/>
                </a:lnTo>
                <a:lnTo>
                  <a:pt x="419417" y="121920"/>
                </a:lnTo>
                <a:lnTo>
                  <a:pt x="417563" y="111252"/>
                </a:lnTo>
                <a:lnTo>
                  <a:pt x="423659" y="103632"/>
                </a:lnTo>
                <a:lnTo>
                  <a:pt x="429755" y="99060"/>
                </a:lnTo>
                <a:lnTo>
                  <a:pt x="437375" y="99060"/>
                </a:lnTo>
                <a:lnTo>
                  <a:pt x="417563" y="86868"/>
                </a:lnTo>
                <a:lnTo>
                  <a:pt x="560819" y="86868"/>
                </a:lnTo>
                <a:lnTo>
                  <a:pt x="527291" y="53340"/>
                </a:lnTo>
                <a:lnTo>
                  <a:pt x="504431" y="76200"/>
                </a:lnTo>
                <a:lnTo>
                  <a:pt x="420611" y="76200"/>
                </a:lnTo>
                <a:lnTo>
                  <a:pt x="427494" y="70256"/>
                </a:lnTo>
                <a:lnTo>
                  <a:pt x="432231" y="64008"/>
                </a:lnTo>
                <a:lnTo>
                  <a:pt x="434975" y="57772"/>
                </a:lnTo>
                <a:lnTo>
                  <a:pt x="435851" y="51816"/>
                </a:lnTo>
                <a:lnTo>
                  <a:pt x="435851" y="47244"/>
                </a:lnTo>
                <a:lnTo>
                  <a:pt x="408609" y="19240"/>
                </a:lnTo>
                <a:lnTo>
                  <a:pt x="385559" y="3048"/>
                </a:lnTo>
                <a:lnTo>
                  <a:pt x="379463" y="6096"/>
                </a:lnTo>
                <a:lnTo>
                  <a:pt x="391706" y="25844"/>
                </a:lnTo>
                <a:lnTo>
                  <a:pt x="400799" y="44005"/>
                </a:lnTo>
                <a:lnTo>
                  <a:pt x="406476" y="60756"/>
                </a:lnTo>
                <a:lnTo>
                  <a:pt x="408419" y="76200"/>
                </a:lnTo>
                <a:lnTo>
                  <a:pt x="280403" y="76200"/>
                </a:lnTo>
                <a:lnTo>
                  <a:pt x="295643" y="91440"/>
                </a:lnTo>
                <a:lnTo>
                  <a:pt x="305955" y="89446"/>
                </a:lnTo>
                <a:lnTo>
                  <a:pt x="316407" y="88011"/>
                </a:lnTo>
                <a:lnTo>
                  <a:pt x="327152" y="87160"/>
                </a:lnTo>
                <a:lnTo>
                  <a:pt x="338315" y="86868"/>
                </a:lnTo>
                <a:lnTo>
                  <a:pt x="399275" y="86868"/>
                </a:lnTo>
                <a:lnTo>
                  <a:pt x="372275" y="137668"/>
                </a:lnTo>
                <a:lnTo>
                  <a:pt x="337794" y="191389"/>
                </a:lnTo>
                <a:lnTo>
                  <a:pt x="291033" y="246875"/>
                </a:lnTo>
                <a:lnTo>
                  <a:pt x="263639" y="274320"/>
                </a:lnTo>
                <a:lnTo>
                  <a:pt x="266687" y="278892"/>
                </a:lnTo>
                <a:lnTo>
                  <a:pt x="286956" y="264604"/>
                </a:lnTo>
                <a:lnTo>
                  <a:pt x="306501" y="249174"/>
                </a:lnTo>
                <a:lnTo>
                  <a:pt x="325196" y="232600"/>
                </a:lnTo>
                <a:lnTo>
                  <a:pt x="342887" y="214884"/>
                </a:lnTo>
                <a:lnTo>
                  <a:pt x="342887" y="356616"/>
                </a:lnTo>
                <a:lnTo>
                  <a:pt x="339839" y="362712"/>
                </a:lnTo>
                <a:lnTo>
                  <a:pt x="333743" y="367284"/>
                </a:lnTo>
                <a:lnTo>
                  <a:pt x="356603" y="394716"/>
                </a:lnTo>
                <a:lnTo>
                  <a:pt x="381939" y="360045"/>
                </a:lnTo>
                <a:lnTo>
                  <a:pt x="440423" y="304800"/>
                </a:lnTo>
                <a:lnTo>
                  <a:pt x="437375" y="298704"/>
                </a:lnTo>
                <a:lnTo>
                  <a:pt x="423405" y="308686"/>
                </a:lnTo>
                <a:lnTo>
                  <a:pt x="406704" y="320230"/>
                </a:lnTo>
                <a:lnTo>
                  <a:pt x="387451" y="333209"/>
                </a:lnTo>
                <a:lnTo>
                  <a:pt x="365747" y="347472"/>
                </a:lnTo>
                <a:lnTo>
                  <a:pt x="365747" y="216408"/>
                </a:lnTo>
                <a:lnTo>
                  <a:pt x="367271" y="214884"/>
                </a:lnTo>
                <a:lnTo>
                  <a:pt x="377939" y="204216"/>
                </a:lnTo>
                <a:lnTo>
                  <a:pt x="356603" y="196596"/>
                </a:lnTo>
                <a:lnTo>
                  <a:pt x="369468" y="180009"/>
                </a:lnTo>
                <a:lnTo>
                  <a:pt x="382892" y="162115"/>
                </a:lnTo>
                <a:lnTo>
                  <a:pt x="396900" y="142811"/>
                </a:lnTo>
                <a:lnTo>
                  <a:pt x="411467" y="121920"/>
                </a:lnTo>
                <a:lnTo>
                  <a:pt x="413169" y="151625"/>
                </a:lnTo>
                <a:lnTo>
                  <a:pt x="426262" y="217297"/>
                </a:lnTo>
                <a:lnTo>
                  <a:pt x="451650" y="288683"/>
                </a:lnTo>
                <a:lnTo>
                  <a:pt x="471474" y="322516"/>
                </a:lnTo>
                <a:lnTo>
                  <a:pt x="496747" y="354355"/>
                </a:lnTo>
                <a:lnTo>
                  <a:pt x="527291" y="384048"/>
                </a:lnTo>
                <a:lnTo>
                  <a:pt x="533895" y="374954"/>
                </a:lnTo>
                <a:lnTo>
                  <a:pt x="542340" y="368427"/>
                </a:lnTo>
                <a:lnTo>
                  <a:pt x="552805" y="364769"/>
                </a:lnTo>
                <a:lnTo>
                  <a:pt x="565391" y="364236"/>
                </a:lnTo>
                <a:lnTo>
                  <a:pt x="565391" y="35814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" name="object 31"/>
          <p:cNvSpPr/>
          <p:nvPr/>
        </p:nvSpPr>
        <p:spPr>
          <a:xfrm>
            <a:off x="8983980" y="3550932"/>
            <a:ext cx="737870" cy="386080"/>
          </a:xfrm>
          <a:custGeom>
            <a:avLst/>
            <a:gdLst/>
            <a:ahLst/>
            <a:cxnLst/>
            <a:rect l="l" t="t" r="r" b="b"/>
            <a:pathLst>
              <a:path w="737870" h="386079">
                <a:moveTo>
                  <a:pt x="55105" y="311200"/>
                </a:moveTo>
                <a:lnTo>
                  <a:pt x="54864" y="288036"/>
                </a:lnTo>
                <a:lnTo>
                  <a:pt x="48768" y="288036"/>
                </a:lnTo>
                <a:lnTo>
                  <a:pt x="39598" y="311200"/>
                </a:lnTo>
                <a:lnTo>
                  <a:pt x="30289" y="330517"/>
                </a:lnTo>
                <a:lnTo>
                  <a:pt x="20688" y="346113"/>
                </a:lnTo>
                <a:lnTo>
                  <a:pt x="10668" y="358140"/>
                </a:lnTo>
                <a:lnTo>
                  <a:pt x="3048" y="364236"/>
                </a:lnTo>
                <a:lnTo>
                  <a:pt x="0" y="368795"/>
                </a:lnTo>
                <a:lnTo>
                  <a:pt x="0" y="377952"/>
                </a:lnTo>
                <a:lnTo>
                  <a:pt x="6096" y="381000"/>
                </a:lnTo>
                <a:lnTo>
                  <a:pt x="16764" y="382524"/>
                </a:lnTo>
                <a:lnTo>
                  <a:pt x="24498" y="383133"/>
                </a:lnTo>
                <a:lnTo>
                  <a:pt x="31813" y="380619"/>
                </a:lnTo>
                <a:lnTo>
                  <a:pt x="53721" y="337375"/>
                </a:lnTo>
                <a:lnTo>
                  <a:pt x="55029" y="316915"/>
                </a:lnTo>
                <a:lnTo>
                  <a:pt x="55105" y="311200"/>
                </a:lnTo>
                <a:close/>
              </a:path>
              <a:path w="737870" h="386079">
                <a:moveTo>
                  <a:pt x="149352" y="27432"/>
                </a:moveTo>
                <a:lnTo>
                  <a:pt x="145643" y="24384"/>
                </a:lnTo>
                <a:lnTo>
                  <a:pt x="123444" y="6096"/>
                </a:lnTo>
                <a:lnTo>
                  <a:pt x="112776" y="22098"/>
                </a:lnTo>
                <a:lnTo>
                  <a:pt x="112776" y="35052"/>
                </a:lnTo>
                <a:lnTo>
                  <a:pt x="112776" y="126492"/>
                </a:lnTo>
                <a:lnTo>
                  <a:pt x="112776" y="137160"/>
                </a:lnTo>
                <a:lnTo>
                  <a:pt x="112776" y="231648"/>
                </a:lnTo>
                <a:lnTo>
                  <a:pt x="45720" y="231648"/>
                </a:lnTo>
                <a:lnTo>
                  <a:pt x="45720" y="137160"/>
                </a:lnTo>
                <a:lnTo>
                  <a:pt x="112776" y="137160"/>
                </a:lnTo>
                <a:lnTo>
                  <a:pt x="112776" y="126492"/>
                </a:lnTo>
                <a:lnTo>
                  <a:pt x="45720" y="126492"/>
                </a:lnTo>
                <a:lnTo>
                  <a:pt x="45720" y="35052"/>
                </a:lnTo>
                <a:lnTo>
                  <a:pt x="112776" y="35052"/>
                </a:lnTo>
                <a:lnTo>
                  <a:pt x="112776" y="22098"/>
                </a:lnTo>
                <a:lnTo>
                  <a:pt x="111252" y="24384"/>
                </a:lnTo>
                <a:lnTo>
                  <a:pt x="45720" y="24384"/>
                </a:lnTo>
                <a:lnTo>
                  <a:pt x="21336" y="9144"/>
                </a:lnTo>
                <a:lnTo>
                  <a:pt x="21564" y="35052"/>
                </a:lnTo>
                <a:lnTo>
                  <a:pt x="22009" y="61620"/>
                </a:lnTo>
                <a:lnTo>
                  <a:pt x="22542" y="99060"/>
                </a:lnTo>
                <a:lnTo>
                  <a:pt x="22631" y="108204"/>
                </a:lnTo>
                <a:lnTo>
                  <a:pt x="22758" y="131343"/>
                </a:lnTo>
                <a:lnTo>
                  <a:pt x="22656" y="185039"/>
                </a:lnTo>
                <a:lnTo>
                  <a:pt x="22567" y="197472"/>
                </a:lnTo>
                <a:lnTo>
                  <a:pt x="22098" y="229933"/>
                </a:lnTo>
                <a:lnTo>
                  <a:pt x="21539" y="263652"/>
                </a:lnTo>
                <a:lnTo>
                  <a:pt x="21336" y="283464"/>
                </a:lnTo>
                <a:lnTo>
                  <a:pt x="45720" y="271272"/>
                </a:lnTo>
                <a:lnTo>
                  <a:pt x="45720" y="242316"/>
                </a:lnTo>
                <a:lnTo>
                  <a:pt x="112776" y="242316"/>
                </a:lnTo>
                <a:lnTo>
                  <a:pt x="112776" y="269748"/>
                </a:lnTo>
                <a:lnTo>
                  <a:pt x="137160" y="260604"/>
                </a:lnTo>
                <a:lnTo>
                  <a:pt x="136436" y="242316"/>
                </a:lnTo>
                <a:lnTo>
                  <a:pt x="136321" y="239242"/>
                </a:lnTo>
                <a:lnTo>
                  <a:pt x="135877" y="199644"/>
                </a:lnTo>
                <a:lnTo>
                  <a:pt x="135674" y="137160"/>
                </a:lnTo>
                <a:lnTo>
                  <a:pt x="135636" y="39624"/>
                </a:lnTo>
                <a:lnTo>
                  <a:pt x="140779" y="35052"/>
                </a:lnTo>
                <a:lnTo>
                  <a:pt x="149352" y="27432"/>
                </a:lnTo>
                <a:close/>
              </a:path>
              <a:path w="737870" h="386079">
                <a:moveTo>
                  <a:pt x="163068" y="348996"/>
                </a:moveTo>
                <a:lnTo>
                  <a:pt x="139446" y="307657"/>
                </a:lnTo>
                <a:lnTo>
                  <a:pt x="115824" y="284988"/>
                </a:lnTo>
                <a:lnTo>
                  <a:pt x="111252" y="288036"/>
                </a:lnTo>
                <a:lnTo>
                  <a:pt x="119532" y="306273"/>
                </a:lnTo>
                <a:lnTo>
                  <a:pt x="126111" y="324231"/>
                </a:lnTo>
                <a:lnTo>
                  <a:pt x="130962" y="341604"/>
                </a:lnTo>
                <a:lnTo>
                  <a:pt x="134112" y="358140"/>
                </a:lnTo>
                <a:lnTo>
                  <a:pt x="135636" y="373380"/>
                </a:lnTo>
                <a:lnTo>
                  <a:pt x="137160" y="381000"/>
                </a:lnTo>
                <a:lnTo>
                  <a:pt x="144780" y="381000"/>
                </a:lnTo>
                <a:lnTo>
                  <a:pt x="149352" y="377952"/>
                </a:lnTo>
                <a:lnTo>
                  <a:pt x="153924" y="371856"/>
                </a:lnTo>
                <a:lnTo>
                  <a:pt x="160020" y="364236"/>
                </a:lnTo>
                <a:lnTo>
                  <a:pt x="163068" y="358140"/>
                </a:lnTo>
                <a:lnTo>
                  <a:pt x="163068" y="348996"/>
                </a:lnTo>
                <a:close/>
              </a:path>
              <a:path w="737870" h="386079">
                <a:moveTo>
                  <a:pt x="263652" y="339852"/>
                </a:moveTo>
                <a:lnTo>
                  <a:pt x="229260" y="298056"/>
                </a:lnTo>
                <a:lnTo>
                  <a:pt x="211836" y="283464"/>
                </a:lnTo>
                <a:lnTo>
                  <a:pt x="207264" y="286512"/>
                </a:lnTo>
                <a:lnTo>
                  <a:pt x="217779" y="307365"/>
                </a:lnTo>
                <a:lnTo>
                  <a:pt x="226314" y="326517"/>
                </a:lnTo>
                <a:lnTo>
                  <a:pt x="232549" y="343941"/>
                </a:lnTo>
                <a:lnTo>
                  <a:pt x="236220" y="359664"/>
                </a:lnTo>
                <a:lnTo>
                  <a:pt x="240792" y="377952"/>
                </a:lnTo>
                <a:lnTo>
                  <a:pt x="248412" y="377952"/>
                </a:lnTo>
                <a:lnTo>
                  <a:pt x="252984" y="373380"/>
                </a:lnTo>
                <a:lnTo>
                  <a:pt x="262128" y="361188"/>
                </a:lnTo>
                <a:lnTo>
                  <a:pt x="263652" y="353568"/>
                </a:lnTo>
                <a:lnTo>
                  <a:pt x="263652" y="339852"/>
                </a:lnTo>
                <a:close/>
              </a:path>
              <a:path w="737870" h="386079">
                <a:moveTo>
                  <a:pt x="358140" y="156972"/>
                </a:moveTo>
                <a:lnTo>
                  <a:pt x="356146" y="155448"/>
                </a:lnTo>
                <a:lnTo>
                  <a:pt x="332232" y="137160"/>
                </a:lnTo>
                <a:lnTo>
                  <a:pt x="321564" y="153162"/>
                </a:lnTo>
                <a:lnTo>
                  <a:pt x="321564" y="164592"/>
                </a:lnTo>
                <a:lnTo>
                  <a:pt x="321564" y="234696"/>
                </a:lnTo>
                <a:lnTo>
                  <a:pt x="219456" y="234696"/>
                </a:lnTo>
                <a:lnTo>
                  <a:pt x="219456" y="164592"/>
                </a:lnTo>
                <a:lnTo>
                  <a:pt x="321564" y="164592"/>
                </a:lnTo>
                <a:lnTo>
                  <a:pt x="321564" y="153162"/>
                </a:lnTo>
                <a:lnTo>
                  <a:pt x="320040" y="155448"/>
                </a:lnTo>
                <a:lnTo>
                  <a:pt x="219456" y="155448"/>
                </a:lnTo>
                <a:lnTo>
                  <a:pt x="193548" y="143256"/>
                </a:lnTo>
                <a:lnTo>
                  <a:pt x="193751" y="155448"/>
                </a:lnTo>
                <a:lnTo>
                  <a:pt x="193840" y="158496"/>
                </a:lnTo>
                <a:lnTo>
                  <a:pt x="194830" y="185039"/>
                </a:lnTo>
                <a:lnTo>
                  <a:pt x="195072" y="199644"/>
                </a:lnTo>
                <a:lnTo>
                  <a:pt x="194830" y="214134"/>
                </a:lnTo>
                <a:lnTo>
                  <a:pt x="194310" y="229933"/>
                </a:lnTo>
                <a:lnTo>
                  <a:pt x="193776" y="246570"/>
                </a:lnTo>
                <a:lnTo>
                  <a:pt x="193548" y="263652"/>
                </a:lnTo>
                <a:lnTo>
                  <a:pt x="219456" y="256032"/>
                </a:lnTo>
                <a:lnTo>
                  <a:pt x="219456" y="245364"/>
                </a:lnTo>
                <a:lnTo>
                  <a:pt x="321564" y="245364"/>
                </a:lnTo>
                <a:lnTo>
                  <a:pt x="321564" y="260604"/>
                </a:lnTo>
                <a:lnTo>
                  <a:pt x="347472" y="252984"/>
                </a:lnTo>
                <a:lnTo>
                  <a:pt x="346976" y="245364"/>
                </a:lnTo>
                <a:lnTo>
                  <a:pt x="346583" y="239242"/>
                </a:lnTo>
                <a:lnTo>
                  <a:pt x="346468" y="234696"/>
                </a:lnTo>
                <a:lnTo>
                  <a:pt x="346138" y="220789"/>
                </a:lnTo>
                <a:lnTo>
                  <a:pt x="345986" y="199644"/>
                </a:lnTo>
                <a:lnTo>
                  <a:pt x="345948" y="169164"/>
                </a:lnTo>
                <a:lnTo>
                  <a:pt x="350520" y="164592"/>
                </a:lnTo>
                <a:lnTo>
                  <a:pt x="358140" y="156972"/>
                </a:lnTo>
                <a:close/>
              </a:path>
              <a:path w="737870" h="386079">
                <a:moveTo>
                  <a:pt x="364236" y="22860"/>
                </a:moveTo>
                <a:lnTo>
                  <a:pt x="336804" y="0"/>
                </a:lnTo>
                <a:lnTo>
                  <a:pt x="324612" y="15240"/>
                </a:lnTo>
                <a:lnTo>
                  <a:pt x="164592" y="15240"/>
                </a:lnTo>
                <a:lnTo>
                  <a:pt x="181356" y="32004"/>
                </a:lnTo>
                <a:lnTo>
                  <a:pt x="190779" y="29121"/>
                </a:lnTo>
                <a:lnTo>
                  <a:pt x="200787" y="27241"/>
                </a:lnTo>
                <a:lnTo>
                  <a:pt x="211353" y="26212"/>
                </a:lnTo>
                <a:lnTo>
                  <a:pt x="222504" y="25908"/>
                </a:lnTo>
                <a:lnTo>
                  <a:pt x="225552" y="25908"/>
                </a:lnTo>
                <a:lnTo>
                  <a:pt x="217258" y="61620"/>
                </a:lnTo>
                <a:lnTo>
                  <a:pt x="201549" y="95631"/>
                </a:lnTo>
                <a:lnTo>
                  <a:pt x="178396" y="127914"/>
                </a:lnTo>
                <a:lnTo>
                  <a:pt x="147828" y="158496"/>
                </a:lnTo>
                <a:lnTo>
                  <a:pt x="150876" y="163068"/>
                </a:lnTo>
                <a:lnTo>
                  <a:pt x="188874" y="138201"/>
                </a:lnTo>
                <a:lnTo>
                  <a:pt x="218313" y="107061"/>
                </a:lnTo>
                <a:lnTo>
                  <a:pt x="239166" y="69621"/>
                </a:lnTo>
                <a:lnTo>
                  <a:pt x="251460" y="25908"/>
                </a:lnTo>
                <a:lnTo>
                  <a:pt x="326136" y="25908"/>
                </a:lnTo>
                <a:lnTo>
                  <a:pt x="319278" y="76390"/>
                </a:lnTo>
                <a:lnTo>
                  <a:pt x="306324" y="97536"/>
                </a:lnTo>
                <a:lnTo>
                  <a:pt x="301752" y="99060"/>
                </a:lnTo>
                <a:lnTo>
                  <a:pt x="295656" y="99060"/>
                </a:lnTo>
                <a:lnTo>
                  <a:pt x="288226" y="98767"/>
                </a:lnTo>
                <a:lnTo>
                  <a:pt x="279654" y="97917"/>
                </a:lnTo>
                <a:lnTo>
                  <a:pt x="269938" y="96481"/>
                </a:lnTo>
                <a:lnTo>
                  <a:pt x="259080" y="94488"/>
                </a:lnTo>
                <a:lnTo>
                  <a:pt x="257556" y="100584"/>
                </a:lnTo>
                <a:lnTo>
                  <a:pt x="273786" y="106908"/>
                </a:lnTo>
                <a:lnTo>
                  <a:pt x="285750" y="114681"/>
                </a:lnTo>
                <a:lnTo>
                  <a:pt x="293128" y="124155"/>
                </a:lnTo>
                <a:lnTo>
                  <a:pt x="295656" y="135636"/>
                </a:lnTo>
                <a:lnTo>
                  <a:pt x="308241" y="131343"/>
                </a:lnTo>
                <a:lnTo>
                  <a:pt x="318706" y="125349"/>
                </a:lnTo>
                <a:lnTo>
                  <a:pt x="327152" y="117627"/>
                </a:lnTo>
                <a:lnTo>
                  <a:pt x="333756" y="108204"/>
                </a:lnTo>
                <a:lnTo>
                  <a:pt x="337312" y="99060"/>
                </a:lnTo>
                <a:lnTo>
                  <a:pt x="338302" y="96532"/>
                </a:lnTo>
                <a:lnTo>
                  <a:pt x="342709" y="80010"/>
                </a:lnTo>
                <a:lnTo>
                  <a:pt x="346824" y="58902"/>
                </a:lnTo>
                <a:lnTo>
                  <a:pt x="350520" y="33528"/>
                </a:lnTo>
                <a:lnTo>
                  <a:pt x="360311" y="25908"/>
                </a:lnTo>
                <a:lnTo>
                  <a:pt x="364236" y="22860"/>
                </a:lnTo>
                <a:close/>
              </a:path>
              <a:path w="737870" h="386079">
                <a:moveTo>
                  <a:pt x="376428" y="345948"/>
                </a:moveTo>
                <a:lnTo>
                  <a:pt x="350520" y="312801"/>
                </a:lnTo>
                <a:lnTo>
                  <a:pt x="309372" y="283464"/>
                </a:lnTo>
                <a:lnTo>
                  <a:pt x="304800" y="286512"/>
                </a:lnTo>
                <a:lnTo>
                  <a:pt x="320243" y="310273"/>
                </a:lnTo>
                <a:lnTo>
                  <a:pt x="332422" y="331470"/>
                </a:lnTo>
                <a:lnTo>
                  <a:pt x="341439" y="350367"/>
                </a:lnTo>
                <a:lnTo>
                  <a:pt x="347472" y="367271"/>
                </a:lnTo>
                <a:lnTo>
                  <a:pt x="350520" y="379476"/>
                </a:lnTo>
                <a:lnTo>
                  <a:pt x="355092" y="385572"/>
                </a:lnTo>
                <a:lnTo>
                  <a:pt x="359664" y="385572"/>
                </a:lnTo>
                <a:lnTo>
                  <a:pt x="364236" y="382524"/>
                </a:lnTo>
                <a:lnTo>
                  <a:pt x="368808" y="373380"/>
                </a:lnTo>
                <a:lnTo>
                  <a:pt x="374904" y="365760"/>
                </a:lnTo>
                <a:lnTo>
                  <a:pt x="376428" y="358140"/>
                </a:lnTo>
                <a:lnTo>
                  <a:pt x="376428" y="345948"/>
                </a:lnTo>
                <a:close/>
              </a:path>
              <a:path w="737870" h="386079">
                <a:moveTo>
                  <a:pt x="737616" y="112776"/>
                </a:moveTo>
                <a:lnTo>
                  <a:pt x="696468" y="112776"/>
                </a:lnTo>
                <a:lnTo>
                  <a:pt x="655320" y="300228"/>
                </a:lnTo>
                <a:lnTo>
                  <a:pt x="597408" y="112776"/>
                </a:lnTo>
                <a:lnTo>
                  <a:pt x="563880" y="112776"/>
                </a:lnTo>
                <a:lnTo>
                  <a:pt x="505968" y="300228"/>
                </a:lnTo>
                <a:lnTo>
                  <a:pt x="463296" y="112776"/>
                </a:lnTo>
                <a:lnTo>
                  <a:pt x="420624" y="112776"/>
                </a:lnTo>
                <a:lnTo>
                  <a:pt x="481584" y="355092"/>
                </a:lnTo>
                <a:lnTo>
                  <a:pt x="519684" y="355092"/>
                </a:lnTo>
                <a:lnTo>
                  <a:pt x="579120" y="167640"/>
                </a:lnTo>
                <a:lnTo>
                  <a:pt x="638556" y="355092"/>
                </a:lnTo>
                <a:lnTo>
                  <a:pt x="675132" y="355092"/>
                </a:lnTo>
                <a:lnTo>
                  <a:pt x="737616" y="11277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" name="object 32"/>
          <p:cNvSpPr/>
          <p:nvPr/>
        </p:nvSpPr>
        <p:spPr>
          <a:xfrm>
            <a:off x="2159507" y="4078223"/>
            <a:ext cx="356870" cy="401320"/>
          </a:xfrm>
          <a:custGeom>
            <a:avLst/>
            <a:gdLst/>
            <a:ahLst/>
            <a:cxnLst/>
            <a:rect l="l" t="t" r="r" b="b"/>
            <a:pathLst>
              <a:path w="356869" h="401320">
                <a:moveTo>
                  <a:pt x="54864" y="89916"/>
                </a:moveTo>
                <a:lnTo>
                  <a:pt x="44196" y="89916"/>
                </a:lnTo>
                <a:lnTo>
                  <a:pt x="51554" y="62150"/>
                </a:lnTo>
                <a:lnTo>
                  <a:pt x="57340" y="38100"/>
                </a:lnTo>
                <a:lnTo>
                  <a:pt x="61126" y="17478"/>
                </a:lnTo>
                <a:lnTo>
                  <a:pt x="62484" y="0"/>
                </a:lnTo>
                <a:lnTo>
                  <a:pt x="100584" y="21336"/>
                </a:lnTo>
                <a:lnTo>
                  <a:pt x="91725" y="28194"/>
                </a:lnTo>
                <a:lnTo>
                  <a:pt x="81153" y="41910"/>
                </a:lnTo>
                <a:lnTo>
                  <a:pt x="68865" y="62484"/>
                </a:lnTo>
                <a:lnTo>
                  <a:pt x="54864" y="89916"/>
                </a:lnTo>
                <a:close/>
              </a:path>
              <a:path w="356869" h="401320">
                <a:moveTo>
                  <a:pt x="147828" y="190500"/>
                </a:moveTo>
                <a:lnTo>
                  <a:pt x="143256" y="187452"/>
                </a:lnTo>
                <a:lnTo>
                  <a:pt x="160377" y="160615"/>
                </a:lnTo>
                <a:lnTo>
                  <a:pt x="175069" y="135064"/>
                </a:lnTo>
                <a:lnTo>
                  <a:pt x="196596" y="88392"/>
                </a:lnTo>
                <a:lnTo>
                  <a:pt x="211836" y="44958"/>
                </a:lnTo>
                <a:lnTo>
                  <a:pt x="222503" y="1524"/>
                </a:lnTo>
                <a:lnTo>
                  <a:pt x="260603" y="24384"/>
                </a:lnTo>
                <a:lnTo>
                  <a:pt x="252864" y="32146"/>
                </a:lnTo>
                <a:lnTo>
                  <a:pt x="243268" y="46482"/>
                </a:lnTo>
                <a:lnTo>
                  <a:pt x="231671" y="67675"/>
                </a:lnTo>
                <a:lnTo>
                  <a:pt x="217932" y="96012"/>
                </a:lnTo>
                <a:lnTo>
                  <a:pt x="350520" y="96012"/>
                </a:lnTo>
                <a:lnTo>
                  <a:pt x="356616" y="102108"/>
                </a:lnTo>
                <a:lnTo>
                  <a:pt x="352806" y="105156"/>
                </a:lnTo>
                <a:lnTo>
                  <a:pt x="214884" y="105156"/>
                </a:lnTo>
                <a:lnTo>
                  <a:pt x="198834" y="129420"/>
                </a:lnTo>
                <a:lnTo>
                  <a:pt x="182499" y="151828"/>
                </a:lnTo>
                <a:lnTo>
                  <a:pt x="165592" y="172235"/>
                </a:lnTo>
                <a:lnTo>
                  <a:pt x="147828" y="190500"/>
                </a:lnTo>
                <a:close/>
              </a:path>
              <a:path w="356869" h="401320">
                <a:moveTo>
                  <a:pt x="146304" y="89916"/>
                </a:moveTo>
                <a:lnTo>
                  <a:pt x="111252" y="89916"/>
                </a:lnTo>
                <a:lnTo>
                  <a:pt x="129540" y="73152"/>
                </a:lnTo>
                <a:lnTo>
                  <a:pt x="146304" y="89916"/>
                </a:lnTo>
                <a:close/>
              </a:path>
              <a:path w="356869" h="401320">
                <a:moveTo>
                  <a:pt x="0" y="397764"/>
                </a:moveTo>
                <a:lnTo>
                  <a:pt x="820" y="359664"/>
                </a:lnTo>
                <a:lnTo>
                  <a:pt x="917" y="353568"/>
                </a:lnTo>
                <a:lnTo>
                  <a:pt x="1333" y="316230"/>
                </a:lnTo>
                <a:lnTo>
                  <a:pt x="1425" y="176784"/>
                </a:lnTo>
                <a:lnTo>
                  <a:pt x="1301" y="151828"/>
                </a:lnTo>
                <a:lnTo>
                  <a:pt x="881" y="114681"/>
                </a:lnTo>
                <a:lnTo>
                  <a:pt x="0" y="74676"/>
                </a:lnTo>
                <a:lnTo>
                  <a:pt x="25908" y="89916"/>
                </a:lnTo>
                <a:lnTo>
                  <a:pt x="146304" y="89916"/>
                </a:lnTo>
                <a:lnTo>
                  <a:pt x="155448" y="99060"/>
                </a:lnTo>
                <a:lnTo>
                  <a:pt x="153162" y="100584"/>
                </a:lnTo>
                <a:lnTo>
                  <a:pt x="24384" y="100584"/>
                </a:lnTo>
                <a:lnTo>
                  <a:pt x="24384" y="211836"/>
                </a:lnTo>
                <a:lnTo>
                  <a:pt x="137509" y="211836"/>
                </a:lnTo>
                <a:lnTo>
                  <a:pt x="137586" y="222504"/>
                </a:lnTo>
                <a:lnTo>
                  <a:pt x="24384" y="222504"/>
                </a:lnTo>
                <a:lnTo>
                  <a:pt x="24384" y="344424"/>
                </a:lnTo>
                <a:lnTo>
                  <a:pt x="139273" y="344424"/>
                </a:lnTo>
                <a:lnTo>
                  <a:pt x="139528" y="353568"/>
                </a:lnTo>
                <a:lnTo>
                  <a:pt x="24384" y="353568"/>
                </a:lnTo>
                <a:lnTo>
                  <a:pt x="24384" y="384048"/>
                </a:lnTo>
                <a:lnTo>
                  <a:pt x="0" y="397764"/>
                </a:lnTo>
                <a:close/>
              </a:path>
              <a:path w="356869" h="401320">
                <a:moveTo>
                  <a:pt x="350520" y="96012"/>
                </a:moveTo>
                <a:lnTo>
                  <a:pt x="310896" y="96012"/>
                </a:lnTo>
                <a:lnTo>
                  <a:pt x="330708" y="76200"/>
                </a:lnTo>
                <a:lnTo>
                  <a:pt x="350520" y="96012"/>
                </a:lnTo>
                <a:close/>
              </a:path>
              <a:path w="356869" h="401320">
                <a:moveTo>
                  <a:pt x="137509" y="211836"/>
                </a:moveTo>
                <a:lnTo>
                  <a:pt x="115824" y="211836"/>
                </a:lnTo>
                <a:lnTo>
                  <a:pt x="115824" y="100584"/>
                </a:lnTo>
                <a:lnTo>
                  <a:pt x="153162" y="100584"/>
                </a:lnTo>
                <a:lnTo>
                  <a:pt x="137160" y="111252"/>
                </a:lnTo>
                <a:lnTo>
                  <a:pt x="137271" y="160615"/>
                </a:lnTo>
                <a:lnTo>
                  <a:pt x="137386" y="194691"/>
                </a:lnTo>
                <a:lnTo>
                  <a:pt x="137509" y="211836"/>
                </a:lnTo>
                <a:close/>
              </a:path>
              <a:path w="356869" h="401320">
                <a:moveTo>
                  <a:pt x="327433" y="359664"/>
                </a:moveTo>
                <a:lnTo>
                  <a:pt x="283464" y="359664"/>
                </a:lnTo>
                <a:lnTo>
                  <a:pt x="292631" y="357711"/>
                </a:lnTo>
                <a:lnTo>
                  <a:pt x="299656" y="352044"/>
                </a:lnTo>
                <a:lnTo>
                  <a:pt x="309252" y="305538"/>
                </a:lnTo>
                <a:lnTo>
                  <a:pt x="311086" y="259651"/>
                </a:lnTo>
                <a:lnTo>
                  <a:pt x="313149" y="194691"/>
                </a:lnTo>
                <a:lnTo>
                  <a:pt x="315467" y="105156"/>
                </a:lnTo>
                <a:lnTo>
                  <a:pt x="352806" y="105156"/>
                </a:lnTo>
                <a:lnTo>
                  <a:pt x="341376" y="114300"/>
                </a:lnTo>
                <a:lnTo>
                  <a:pt x="339488" y="190500"/>
                </a:lnTo>
                <a:lnTo>
                  <a:pt x="337718" y="248631"/>
                </a:lnTo>
                <a:lnTo>
                  <a:pt x="335889" y="294583"/>
                </a:lnTo>
                <a:lnTo>
                  <a:pt x="334060" y="326489"/>
                </a:lnTo>
                <a:lnTo>
                  <a:pt x="332232" y="344424"/>
                </a:lnTo>
                <a:lnTo>
                  <a:pt x="328517" y="357020"/>
                </a:lnTo>
                <a:lnTo>
                  <a:pt x="327433" y="359664"/>
                </a:lnTo>
                <a:close/>
              </a:path>
              <a:path w="356869" h="401320">
                <a:moveTo>
                  <a:pt x="231648" y="269748"/>
                </a:moveTo>
                <a:lnTo>
                  <a:pt x="230124" y="269748"/>
                </a:lnTo>
                <a:lnTo>
                  <a:pt x="226956" y="268081"/>
                </a:lnTo>
                <a:lnTo>
                  <a:pt x="224218" y="263271"/>
                </a:lnTo>
                <a:lnTo>
                  <a:pt x="221765" y="255603"/>
                </a:lnTo>
                <a:lnTo>
                  <a:pt x="219456" y="245364"/>
                </a:lnTo>
                <a:lnTo>
                  <a:pt x="214884" y="227576"/>
                </a:lnTo>
                <a:lnTo>
                  <a:pt x="208026" y="210502"/>
                </a:lnTo>
                <a:lnTo>
                  <a:pt x="198882" y="193714"/>
                </a:lnTo>
                <a:lnTo>
                  <a:pt x="187452" y="176784"/>
                </a:lnTo>
                <a:lnTo>
                  <a:pt x="192024" y="172212"/>
                </a:lnTo>
                <a:lnTo>
                  <a:pt x="224980" y="198501"/>
                </a:lnTo>
                <a:lnTo>
                  <a:pt x="246888" y="234696"/>
                </a:lnTo>
                <a:lnTo>
                  <a:pt x="246888" y="246888"/>
                </a:lnTo>
                <a:lnTo>
                  <a:pt x="245364" y="254508"/>
                </a:lnTo>
                <a:lnTo>
                  <a:pt x="236220" y="266700"/>
                </a:lnTo>
                <a:lnTo>
                  <a:pt x="231648" y="269748"/>
                </a:lnTo>
                <a:close/>
              </a:path>
              <a:path w="356869" h="401320">
                <a:moveTo>
                  <a:pt x="139273" y="344424"/>
                </a:moveTo>
                <a:lnTo>
                  <a:pt x="115824" y="344424"/>
                </a:lnTo>
                <a:lnTo>
                  <a:pt x="115824" y="222504"/>
                </a:lnTo>
                <a:lnTo>
                  <a:pt x="137586" y="222504"/>
                </a:lnTo>
                <a:lnTo>
                  <a:pt x="137793" y="251338"/>
                </a:lnTo>
                <a:lnTo>
                  <a:pt x="138499" y="305538"/>
                </a:lnTo>
                <a:lnTo>
                  <a:pt x="139273" y="344424"/>
                </a:lnTo>
                <a:close/>
              </a:path>
              <a:path w="356869" h="401320">
                <a:moveTo>
                  <a:pt x="278891" y="400812"/>
                </a:moveTo>
                <a:lnTo>
                  <a:pt x="271772" y="387953"/>
                </a:lnTo>
                <a:lnTo>
                  <a:pt x="259651" y="376809"/>
                </a:lnTo>
                <a:lnTo>
                  <a:pt x="242673" y="367379"/>
                </a:lnTo>
                <a:lnTo>
                  <a:pt x="220979" y="359664"/>
                </a:lnTo>
                <a:lnTo>
                  <a:pt x="220979" y="350520"/>
                </a:lnTo>
                <a:lnTo>
                  <a:pt x="241244" y="354520"/>
                </a:lnTo>
                <a:lnTo>
                  <a:pt x="258508" y="357378"/>
                </a:lnTo>
                <a:lnTo>
                  <a:pt x="272629" y="359092"/>
                </a:lnTo>
                <a:lnTo>
                  <a:pt x="283464" y="359664"/>
                </a:lnTo>
                <a:lnTo>
                  <a:pt x="327433" y="359664"/>
                </a:lnTo>
                <a:lnTo>
                  <a:pt x="324231" y="367474"/>
                </a:lnTo>
                <a:lnTo>
                  <a:pt x="289726" y="396240"/>
                </a:lnTo>
                <a:lnTo>
                  <a:pt x="278891" y="400812"/>
                </a:lnTo>
                <a:close/>
              </a:path>
              <a:path w="356869" h="401320">
                <a:moveTo>
                  <a:pt x="115824" y="390144"/>
                </a:moveTo>
                <a:lnTo>
                  <a:pt x="115824" y="353568"/>
                </a:lnTo>
                <a:lnTo>
                  <a:pt x="139528" y="353568"/>
                </a:lnTo>
                <a:lnTo>
                  <a:pt x="140208" y="376428"/>
                </a:lnTo>
                <a:lnTo>
                  <a:pt x="115824" y="39014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" name="object 33"/>
          <p:cNvSpPr/>
          <p:nvPr/>
        </p:nvSpPr>
        <p:spPr>
          <a:xfrm>
            <a:off x="2566416" y="4078223"/>
            <a:ext cx="410209" cy="408940"/>
          </a:xfrm>
          <a:custGeom>
            <a:avLst/>
            <a:gdLst/>
            <a:ahLst/>
            <a:cxnLst/>
            <a:rect l="l" t="t" r="r" b="b"/>
            <a:pathLst>
              <a:path w="410210" h="408939">
                <a:moveTo>
                  <a:pt x="6096" y="222504"/>
                </a:moveTo>
                <a:lnTo>
                  <a:pt x="0" y="216408"/>
                </a:lnTo>
                <a:lnTo>
                  <a:pt x="14882" y="195548"/>
                </a:lnTo>
                <a:lnTo>
                  <a:pt x="29908" y="171831"/>
                </a:lnTo>
                <a:lnTo>
                  <a:pt x="60960" y="115824"/>
                </a:lnTo>
                <a:lnTo>
                  <a:pt x="87249" y="55626"/>
                </a:lnTo>
                <a:lnTo>
                  <a:pt x="106680" y="0"/>
                </a:lnTo>
                <a:lnTo>
                  <a:pt x="143256" y="22860"/>
                </a:lnTo>
                <a:lnTo>
                  <a:pt x="131826" y="32885"/>
                </a:lnTo>
                <a:lnTo>
                  <a:pt x="118110" y="51625"/>
                </a:lnTo>
                <a:lnTo>
                  <a:pt x="102108" y="79224"/>
                </a:lnTo>
                <a:lnTo>
                  <a:pt x="83820" y="115824"/>
                </a:lnTo>
                <a:lnTo>
                  <a:pt x="112776" y="132588"/>
                </a:lnTo>
                <a:lnTo>
                  <a:pt x="109728" y="135636"/>
                </a:lnTo>
                <a:lnTo>
                  <a:pt x="74676" y="135636"/>
                </a:lnTo>
                <a:lnTo>
                  <a:pt x="55816" y="162496"/>
                </a:lnTo>
                <a:lnTo>
                  <a:pt x="38100" y="185928"/>
                </a:lnTo>
                <a:lnTo>
                  <a:pt x="21526" y="205930"/>
                </a:lnTo>
                <a:lnTo>
                  <a:pt x="6096" y="222504"/>
                </a:lnTo>
                <a:close/>
              </a:path>
              <a:path w="410210" h="408939">
                <a:moveTo>
                  <a:pt x="236220" y="132588"/>
                </a:moveTo>
                <a:lnTo>
                  <a:pt x="211836" y="132588"/>
                </a:lnTo>
                <a:lnTo>
                  <a:pt x="211710" y="44410"/>
                </a:lnTo>
                <a:lnTo>
                  <a:pt x="211645" y="37528"/>
                </a:lnTo>
                <a:lnTo>
                  <a:pt x="211193" y="20216"/>
                </a:lnTo>
                <a:lnTo>
                  <a:pt x="210312" y="3047"/>
                </a:lnTo>
                <a:lnTo>
                  <a:pt x="252983" y="22860"/>
                </a:lnTo>
                <a:lnTo>
                  <a:pt x="236220" y="36576"/>
                </a:lnTo>
                <a:lnTo>
                  <a:pt x="236220" y="132588"/>
                </a:lnTo>
                <a:close/>
              </a:path>
              <a:path w="410210" h="408939">
                <a:moveTo>
                  <a:pt x="347472" y="100584"/>
                </a:moveTo>
                <a:lnTo>
                  <a:pt x="339852" y="100584"/>
                </a:lnTo>
                <a:lnTo>
                  <a:pt x="335280" y="96012"/>
                </a:lnTo>
                <a:lnTo>
                  <a:pt x="330676" y="85296"/>
                </a:lnTo>
                <a:lnTo>
                  <a:pt x="322183" y="72461"/>
                </a:lnTo>
                <a:lnTo>
                  <a:pt x="310515" y="58864"/>
                </a:lnTo>
                <a:lnTo>
                  <a:pt x="295989" y="44410"/>
                </a:lnTo>
                <a:lnTo>
                  <a:pt x="278892" y="28956"/>
                </a:lnTo>
                <a:lnTo>
                  <a:pt x="281940" y="24384"/>
                </a:lnTo>
                <a:lnTo>
                  <a:pt x="332422" y="43815"/>
                </a:lnTo>
                <a:lnTo>
                  <a:pt x="356616" y="70104"/>
                </a:lnTo>
                <a:lnTo>
                  <a:pt x="356616" y="80771"/>
                </a:lnTo>
                <a:lnTo>
                  <a:pt x="355092" y="85344"/>
                </a:lnTo>
                <a:lnTo>
                  <a:pt x="347472" y="100584"/>
                </a:lnTo>
                <a:close/>
              </a:path>
              <a:path w="410210" h="408939">
                <a:moveTo>
                  <a:pt x="132588" y="147828"/>
                </a:moveTo>
                <a:lnTo>
                  <a:pt x="117348" y="132588"/>
                </a:lnTo>
                <a:lnTo>
                  <a:pt x="333756" y="132588"/>
                </a:lnTo>
                <a:lnTo>
                  <a:pt x="356616" y="109728"/>
                </a:lnTo>
                <a:lnTo>
                  <a:pt x="390144" y="141732"/>
                </a:lnTo>
                <a:lnTo>
                  <a:pt x="173736" y="141732"/>
                </a:lnTo>
                <a:lnTo>
                  <a:pt x="162591" y="142041"/>
                </a:lnTo>
                <a:lnTo>
                  <a:pt x="152019" y="143065"/>
                </a:lnTo>
                <a:lnTo>
                  <a:pt x="142017" y="144946"/>
                </a:lnTo>
                <a:lnTo>
                  <a:pt x="132588" y="147828"/>
                </a:lnTo>
                <a:close/>
              </a:path>
              <a:path w="410210" h="408939">
                <a:moveTo>
                  <a:pt x="73152" y="405384"/>
                </a:moveTo>
                <a:lnTo>
                  <a:pt x="74031" y="381190"/>
                </a:lnTo>
                <a:lnTo>
                  <a:pt x="74459" y="360164"/>
                </a:lnTo>
                <a:lnTo>
                  <a:pt x="74564" y="349472"/>
                </a:lnTo>
                <a:lnTo>
                  <a:pt x="74676" y="135636"/>
                </a:lnTo>
                <a:lnTo>
                  <a:pt x="109728" y="135636"/>
                </a:lnTo>
                <a:lnTo>
                  <a:pt x="99060" y="146304"/>
                </a:lnTo>
                <a:lnTo>
                  <a:pt x="99060" y="330708"/>
                </a:lnTo>
                <a:lnTo>
                  <a:pt x="99298" y="340423"/>
                </a:lnTo>
                <a:lnTo>
                  <a:pt x="99795" y="352901"/>
                </a:lnTo>
                <a:lnTo>
                  <a:pt x="100319" y="369308"/>
                </a:lnTo>
                <a:lnTo>
                  <a:pt x="100584" y="390144"/>
                </a:lnTo>
                <a:lnTo>
                  <a:pt x="73152" y="405384"/>
                </a:lnTo>
                <a:close/>
              </a:path>
              <a:path w="410210" h="408939">
                <a:moveTo>
                  <a:pt x="106680" y="408432"/>
                </a:moveTo>
                <a:lnTo>
                  <a:pt x="100584" y="402336"/>
                </a:lnTo>
                <a:lnTo>
                  <a:pt x="118252" y="387810"/>
                </a:lnTo>
                <a:lnTo>
                  <a:pt x="134493" y="371856"/>
                </a:lnTo>
                <a:lnTo>
                  <a:pt x="161544" y="336804"/>
                </a:lnTo>
                <a:lnTo>
                  <a:pt x="183261" y="295656"/>
                </a:lnTo>
                <a:lnTo>
                  <a:pt x="198120" y="249936"/>
                </a:lnTo>
                <a:lnTo>
                  <a:pt x="207835" y="198691"/>
                </a:lnTo>
                <a:lnTo>
                  <a:pt x="211836" y="141732"/>
                </a:lnTo>
                <a:lnTo>
                  <a:pt x="236220" y="141732"/>
                </a:lnTo>
                <a:lnTo>
                  <a:pt x="232219" y="201358"/>
                </a:lnTo>
                <a:lnTo>
                  <a:pt x="222504" y="252984"/>
                </a:lnTo>
                <a:lnTo>
                  <a:pt x="206692" y="297942"/>
                </a:lnTo>
                <a:lnTo>
                  <a:pt x="182880" y="338328"/>
                </a:lnTo>
                <a:lnTo>
                  <a:pt x="149923" y="373951"/>
                </a:lnTo>
                <a:lnTo>
                  <a:pt x="129516" y="391263"/>
                </a:lnTo>
                <a:lnTo>
                  <a:pt x="106680" y="408432"/>
                </a:lnTo>
                <a:close/>
              </a:path>
              <a:path w="410210" h="408939">
                <a:moveTo>
                  <a:pt x="371856" y="387096"/>
                </a:moveTo>
                <a:lnTo>
                  <a:pt x="303276" y="387096"/>
                </a:lnTo>
                <a:lnTo>
                  <a:pt x="285273" y="385929"/>
                </a:lnTo>
                <a:lnTo>
                  <a:pt x="272415" y="380047"/>
                </a:lnTo>
                <a:lnTo>
                  <a:pt x="264699" y="369308"/>
                </a:lnTo>
                <a:lnTo>
                  <a:pt x="262128" y="353568"/>
                </a:lnTo>
                <a:lnTo>
                  <a:pt x="262128" y="141732"/>
                </a:lnTo>
                <a:lnTo>
                  <a:pt x="284988" y="141732"/>
                </a:lnTo>
                <a:lnTo>
                  <a:pt x="284988" y="342900"/>
                </a:lnTo>
                <a:lnTo>
                  <a:pt x="286440" y="352901"/>
                </a:lnTo>
                <a:lnTo>
                  <a:pt x="290893" y="360045"/>
                </a:lnTo>
                <a:lnTo>
                  <a:pt x="298489" y="364331"/>
                </a:lnTo>
                <a:lnTo>
                  <a:pt x="309371" y="365760"/>
                </a:lnTo>
                <a:lnTo>
                  <a:pt x="407868" y="365760"/>
                </a:lnTo>
                <a:lnTo>
                  <a:pt x="402502" y="373594"/>
                </a:lnTo>
                <a:lnTo>
                  <a:pt x="393763" y="381190"/>
                </a:lnTo>
                <a:lnTo>
                  <a:pt x="383595" y="385643"/>
                </a:lnTo>
                <a:lnTo>
                  <a:pt x="371856" y="387096"/>
                </a:lnTo>
                <a:close/>
              </a:path>
              <a:path w="410210" h="408939">
                <a:moveTo>
                  <a:pt x="407868" y="365760"/>
                </a:moveTo>
                <a:lnTo>
                  <a:pt x="361188" y="365760"/>
                </a:lnTo>
                <a:lnTo>
                  <a:pt x="367236" y="363188"/>
                </a:lnTo>
                <a:lnTo>
                  <a:pt x="371856" y="357759"/>
                </a:lnTo>
                <a:lnTo>
                  <a:pt x="380047" y="313563"/>
                </a:lnTo>
                <a:lnTo>
                  <a:pt x="381000" y="286512"/>
                </a:lnTo>
                <a:lnTo>
                  <a:pt x="390144" y="286512"/>
                </a:lnTo>
                <a:lnTo>
                  <a:pt x="391668" y="336804"/>
                </a:lnTo>
                <a:lnTo>
                  <a:pt x="409956" y="362712"/>
                </a:lnTo>
                <a:lnTo>
                  <a:pt x="407868" y="36576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34" name="object 34"/>
          <p:cNvGrpSpPr/>
          <p:nvPr/>
        </p:nvGrpSpPr>
        <p:grpSpPr>
          <a:xfrm>
            <a:off x="3022092" y="4075176"/>
            <a:ext cx="2796540" cy="455930"/>
            <a:chOff x="3022092" y="4075176"/>
            <a:chExt cx="2796540" cy="455930"/>
          </a:xfrm>
        </p:grpSpPr>
        <p:sp>
          <p:nvSpPr>
            <p:cNvPr id="35" name="object 35"/>
            <p:cNvSpPr/>
            <p:nvPr/>
          </p:nvSpPr>
          <p:spPr>
            <a:xfrm>
              <a:off x="3022092" y="4078223"/>
              <a:ext cx="1012190" cy="452755"/>
            </a:xfrm>
            <a:custGeom>
              <a:avLst/>
              <a:gdLst/>
              <a:ahLst/>
              <a:cxnLst/>
              <a:rect l="l" t="t" r="r" b="b"/>
              <a:pathLst>
                <a:path w="1012189" h="452754">
                  <a:moveTo>
                    <a:pt x="394716" y="362712"/>
                  </a:moveTo>
                  <a:lnTo>
                    <a:pt x="371614" y="322922"/>
                  </a:lnTo>
                  <a:lnTo>
                    <a:pt x="370332" y="284988"/>
                  </a:lnTo>
                  <a:lnTo>
                    <a:pt x="361188" y="284988"/>
                  </a:lnTo>
                  <a:lnTo>
                    <a:pt x="357759" y="335788"/>
                  </a:lnTo>
                  <a:lnTo>
                    <a:pt x="342900" y="370332"/>
                  </a:lnTo>
                  <a:lnTo>
                    <a:pt x="281940" y="370332"/>
                  </a:lnTo>
                  <a:lnTo>
                    <a:pt x="265099" y="368668"/>
                  </a:lnTo>
                  <a:lnTo>
                    <a:pt x="253555" y="361569"/>
                  </a:lnTo>
                  <a:lnTo>
                    <a:pt x="247434" y="349338"/>
                  </a:lnTo>
                  <a:lnTo>
                    <a:pt x="246888" y="332232"/>
                  </a:lnTo>
                  <a:lnTo>
                    <a:pt x="246888" y="213360"/>
                  </a:lnTo>
                  <a:lnTo>
                    <a:pt x="388620" y="213360"/>
                  </a:lnTo>
                  <a:lnTo>
                    <a:pt x="355092" y="178308"/>
                  </a:lnTo>
                  <a:lnTo>
                    <a:pt x="330708" y="202692"/>
                  </a:lnTo>
                  <a:lnTo>
                    <a:pt x="208788" y="202692"/>
                  </a:lnTo>
                  <a:lnTo>
                    <a:pt x="208788" y="109728"/>
                  </a:lnTo>
                  <a:lnTo>
                    <a:pt x="347472" y="109728"/>
                  </a:lnTo>
                  <a:lnTo>
                    <a:pt x="312420" y="74676"/>
                  </a:lnTo>
                  <a:lnTo>
                    <a:pt x="288036" y="99060"/>
                  </a:lnTo>
                  <a:lnTo>
                    <a:pt x="208788" y="99060"/>
                  </a:lnTo>
                  <a:lnTo>
                    <a:pt x="208788" y="30480"/>
                  </a:lnTo>
                  <a:lnTo>
                    <a:pt x="222504" y="16764"/>
                  </a:lnTo>
                  <a:lnTo>
                    <a:pt x="182880" y="0"/>
                  </a:lnTo>
                  <a:lnTo>
                    <a:pt x="184162" y="66014"/>
                  </a:lnTo>
                  <a:lnTo>
                    <a:pt x="184404" y="100584"/>
                  </a:lnTo>
                  <a:lnTo>
                    <a:pt x="94488" y="100584"/>
                  </a:lnTo>
                  <a:lnTo>
                    <a:pt x="103632" y="80200"/>
                  </a:lnTo>
                  <a:lnTo>
                    <a:pt x="112776" y="60960"/>
                  </a:lnTo>
                  <a:lnTo>
                    <a:pt x="126492" y="53340"/>
                  </a:lnTo>
                  <a:lnTo>
                    <a:pt x="88392" y="30480"/>
                  </a:lnTo>
                  <a:lnTo>
                    <a:pt x="77762" y="72517"/>
                  </a:lnTo>
                  <a:lnTo>
                    <a:pt x="64008" y="111823"/>
                  </a:lnTo>
                  <a:lnTo>
                    <a:pt x="46812" y="148577"/>
                  </a:lnTo>
                  <a:lnTo>
                    <a:pt x="25908" y="182880"/>
                  </a:lnTo>
                  <a:lnTo>
                    <a:pt x="30480" y="185928"/>
                  </a:lnTo>
                  <a:lnTo>
                    <a:pt x="47053" y="168478"/>
                  </a:lnTo>
                  <a:lnTo>
                    <a:pt x="62484" y="150304"/>
                  </a:lnTo>
                  <a:lnTo>
                    <a:pt x="76771" y="131279"/>
                  </a:lnTo>
                  <a:lnTo>
                    <a:pt x="89916" y="111252"/>
                  </a:lnTo>
                  <a:lnTo>
                    <a:pt x="184404" y="111252"/>
                  </a:lnTo>
                  <a:lnTo>
                    <a:pt x="184404" y="202692"/>
                  </a:lnTo>
                  <a:lnTo>
                    <a:pt x="0" y="202692"/>
                  </a:lnTo>
                  <a:lnTo>
                    <a:pt x="15240" y="219456"/>
                  </a:lnTo>
                  <a:lnTo>
                    <a:pt x="25539" y="216585"/>
                  </a:lnTo>
                  <a:lnTo>
                    <a:pt x="36004" y="214693"/>
                  </a:lnTo>
                  <a:lnTo>
                    <a:pt x="46736" y="213677"/>
                  </a:lnTo>
                  <a:lnTo>
                    <a:pt x="57912" y="213360"/>
                  </a:lnTo>
                  <a:lnTo>
                    <a:pt x="134112" y="213360"/>
                  </a:lnTo>
                  <a:lnTo>
                    <a:pt x="123825" y="271843"/>
                  </a:lnTo>
                  <a:lnTo>
                    <a:pt x="106680" y="320040"/>
                  </a:lnTo>
                  <a:lnTo>
                    <a:pt x="68199" y="361188"/>
                  </a:lnTo>
                  <a:lnTo>
                    <a:pt x="0" y="402336"/>
                  </a:lnTo>
                  <a:lnTo>
                    <a:pt x="1524" y="408432"/>
                  </a:lnTo>
                  <a:lnTo>
                    <a:pt x="43497" y="392455"/>
                  </a:lnTo>
                  <a:lnTo>
                    <a:pt x="77914" y="374332"/>
                  </a:lnTo>
                  <a:lnTo>
                    <a:pt x="123444" y="332232"/>
                  </a:lnTo>
                  <a:lnTo>
                    <a:pt x="148590" y="279654"/>
                  </a:lnTo>
                  <a:lnTo>
                    <a:pt x="160020" y="213360"/>
                  </a:lnTo>
                  <a:lnTo>
                    <a:pt x="222504" y="213360"/>
                  </a:lnTo>
                  <a:lnTo>
                    <a:pt x="222504" y="345948"/>
                  </a:lnTo>
                  <a:lnTo>
                    <a:pt x="224193" y="365074"/>
                  </a:lnTo>
                  <a:lnTo>
                    <a:pt x="231457" y="378904"/>
                  </a:lnTo>
                  <a:lnTo>
                    <a:pt x="244144" y="387311"/>
                  </a:lnTo>
                  <a:lnTo>
                    <a:pt x="262128" y="390144"/>
                  </a:lnTo>
                  <a:lnTo>
                    <a:pt x="345948" y="390144"/>
                  </a:lnTo>
                  <a:lnTo>
                    <a:pt x="363423" y="388429"/>
                  </a:lnTo>
                  <a:lnTo>
                    <a:pt x="377190" y="383286"/>
                  </a:lnTo>
                  <a:lnTo>
                    <a:pt x="387515" y="374713"/>
                  </a:lnTo>
                  <a:lnTo>
                    <a:pt x="394716" y="362712"/>
                  </a:lnTo>
                  <a:close/>
                </a:path>
                <a:path w="1012189" h="452754">
                  <a:moveTo>
                    <a:pt x="842759" y="353568"/>
                  </a:moveTo>
                  <a:lnTo>
                    <a:pt x="794753" y="345567"/>
                  </a:lnTo>
                  <a:lnTo>
                    <a:pt x="755891" y="330708"/>
                  </a:lnTo>
                  <a:lnTo>
                    <a:pt x="722934" y="308800"/>
                  </a:lnTo>
                  <a:lnTo>
                    <a:pt x="693407" y="278892"/>
                  </a:lnTo>
                  <a:lnTo>
                    <a:pt x="711365" y="267830"/>
                  </a:lnTo>
                  <a:lnTo>
                    <a:pt x="772655" y="228600"/>
                  </a:lnTo>
                  <a:lnTo>
                    <a:pt x="790943" y="227076"/>
                  </a:lnTo>
                  <a:lnTo>
                    <a:pt x="760463" y="198120"/>
                  </a:lnTo>
                  <a:lnTo>
                    <a:pt x="748207" y="215582"/>
                  </a:lnTo>
                  <a:lnTo>
                    <a:pt x="732078" y="233743"/>
                  </a:lnTo>
                  <a:lnTo>
                    <a:pt x="712254" y="252780"/>
                  </a:lnTo>
                  <a:lnTo>
                    <a:pt x="688835" y="272796"/>
                  </a:lnTo>
                  <a:lnTo>
                    <a:pt x="675932" y="253060"/>
                  </a:lnTo>
                  <a:lnTo>
                    <a:pt x="664451" y="232600"/>
                  </a:lnTo>
                  <a:lnTo>
                    <a:pt x="654126" y="211289"/>
                  </a:lnTo>
                  <a:lnTo>
                    <a:pt x="644639" y="188976"/>
                  </a:lnTo>
                  <a:lnTo>
                    <a:pt x="838187" y="188976"/>
                  </a:lnTo>
                  <a:lnTo>
                    <a:pt x="803135" y="152400"/>
                  </a:lnTo>
                  <a:lnTo>
                    <a:pt x="777227" y="178308"/>
                  </a:lnTo>
                  <a:lnTo>
                    <a:pt x="646163" y="178308"/>
                  </a:lnTo>
                  <a:lnTo>
                    <a:pt x="646163" y="128016"/>
                  </a:lnTo>
                  <a:lnTo>
                    <a:pt x="789419" y="128016"/>
                  </a:lnTo>
                  <a:lnTo>
                    <a:pt x="757415" y="96012"/>
                  </a:lnTo>
                  <a:lnTo>
                    <a:pt x="734555" y="117348"/>
                  </a:lnTo>
                  <a:lnTo>
                    <a:pt x="646163" y="117348"/>
                  </a:lnTo>
                  <a:lnTo>
                    <a:pt x="646163" y="71628"/>
                  </a:lnTo>
                  <a:lnTo>
                    <a:pt x="816851" y="71628"/>
                  </a:lnTo>
                  <a:lnTo>
                    <a:pt x="783323" y="36576"/>
                  </a:lnTo>
                  <a:lnTo>
                    <a:pt x="758939" y="60960"/>
                  </a:lnTo>
                  <a:lnTo>
                    <a:pt x="646163" y="60960"/>
                  </a:lnTo>
                  <a:lnTo>
                    <a:pt x="646163" y="28956"/>
                  </a:lnTo>
                  <a:lnTo>
                    <a:pt x="659879" y="16764"/>
                  </a:lnTo>
                  <a:lnTo>
                    <a:pt x="620255" y="0"/>
                  </a:lnTo>
                  <a:lnTo>
                    <a:pt x="621144" y="14033"/>
                  </a:lnTo>
                  <a:lnTo>
                    <a:pt x="621588" y="28765"/>
                  </a:lnTo>
                  <a:lnTo>
                    <a:pt x="621779" y="60960"/>
                  </a:lnTo>
                  <a:lnTo>
                    <a:pt x="467855" y="60960"/>
                  </a:lnTo>
                  <a:lnTo>
                    <a:pt x="483095" y="76200"/>
                  </a:lnTo>
                  <a:lnTo>
                    <a:pt x="492747" y="74206"/>
                  </a:lnTo>
                  <a:lnTo>
                    <a:pt x="503097" y="72771"/>
                  </a:lnTo>
                  <a:lnTo>
                    <a:pt x="513753" y="71920"/>
                  </a:lnTo>
                  <a:lnTo>
                    <a:pt x="524243" y="71628"/>
                  </a:lnTo>
                  <a:lnTo>
                    <a:pt x="621779" y="71628"/>
                  </a:lnTo>
                  <a:lnTo>
                    <a:pt x="621779" y="117348"/>
                  </a:lnTo>
                  <a:lnTo>
                    <a:pt x="496811" y="117348"/>
                  </a:lnTo>
                  <a:lnTo>
                    <a:pt x="512051" y="134112"/>
                  </a:lnTo>
                  <a:lnTo>
                    <a:pt x="522363" y="131241"/>
                  </a:lnTo>
                  <a:lnTo>
                    <a:pt x="532815" y="129349"/>
                  </a:lnTo>
                  <a:lnTo>
                    <a:pt x="543560" y="128333"/>
                  </a:lnTo>
                  <a:lnTo>
                    <a:pt x="554723" y="128016"/>
                  </a:lnTo>
                  <a:lnTo>
                    <a:pt x="621779" y="128016"/>
                  </a:lnTo>
                  <a:lnTo>
                    <a:pt x="621779" y="178308"/>
                  </a:lnTo>
                  <a:lnTo>
                    <a:pt x="441947" y="178308"/>
                  </a:lnTo>
                  <a:lnTo>
                    <a:pt x="457187" y="195072"/>
                  </a:lnTo>
                  <a:lnTo>
                    <a:pt x="466623" y="192201"/>
                  </a:lnTo>
                  <a:lnTo>
                    <a:pt x="476618" y="190309"/>
                  </a:lnTo>
                  <a:lnTo>
                    <a:pt x="487197" y="189293"/>
                  </a:lnTo>
                  <a:lnTo>
                    <a:pt x="498335" y="188976"/>
                  </a:lnTo>
                  <a:lnTo>
                    <a:pt x="611111" y="188976"/>
                  </a:lnTo>
                  <a:lnTo>
                    <a:pt x="577964" y="230124"/>
                  </a:lnTo>
                  <a:lnTo>
                    <a:pt x="537959" y="266700"/>
                  </a:lnTo>
                  <a:lnTo>
                    <a:pt x="491286" y="300418"/>
                  </a:lnTo>
                  <a:lnTo>
                    <a:pt x="434327" y="330708"/>
                  </a:lnTo>
                  <a:lnTo>
                    <a:pt x="435851" y="336804"/>
                  </a:lnTo>
                  <a:lnTo>
                    <a:pt x="468769" y="325666"/>
                  </a:lnTo>
                  <a:lnTo>
                    <a:pt x="499097" y="312801"/>
                  </a:lnTo>
                  <a:lnTo>
                    <a:pt x="527151" y="298234"/>
                  </a:lnTo>
                  <a:lnTo>
                    <a:pt x="553199" y="281940"/>
                  </a:lnTo>
                  <a:lnTo>
                    <a:pt x="553199" y="348996"/>
                  </a:lnTo>
                  <a:lnTo>
                    <a:pt x="552627" y="358432"/>
                  </a:lnTo>
                  <a:lnTo>
                    <a:pt x="550913" y="366141"/>
                  </a:lnTo>
                  <a:lnTo>
                    <a:pt x="548055" y="372148"/>
                  </a:lnTo>
                  <a:lnTo>
                    <a:pt x="544055" y="376428"/>
                  </a:lnTo>
                  <a:lnTo>
                    <a:pt x="565391" y="405384"/>
                  </a:lnTo>
                  <a:lnTo>
                    <a:pt x="583349" y="390766"/>
                  </a:lnTo>
                  <a:lnTo>
                    <a:pt x="607301" y="374142"/>
                  </a:lnTo>
                  <a:lnTo>
                    <a:pt x="636981" y="355244"/>
                  </a:lnTo>
                  <a:lnTo>
                    <a:pt x="672071" y="333756"/>
                  </a:lnTo>
                  <a:lnTo>
                    <a:pt x="669023" y="326136"/>
                  </a:lnTo>
                  <a:lnTo>
                    <a:pt x="579107" y="364236"/>
                  </a:lnTo>
                  <a:lnTo>
                    <a:pt x="579107" y="262128"/>
                  </a:lnTo>
                  <a:lnTo>
                    <a:pt x="594779" y="246126"/>
                  </a:lnTo>
                  <a:lnTo>
                    <a:pt x="609587" y="230124"/>
                  </a:lnTo>
                  <a:lnTo>
                    <a:pt x="623265" y="214122"/>
                  </a:lnTo>
                  <a:lnTo>
                    <a:pt x="635495" y="198120"/>
                  </a:lnTo>
                  <a:lnTo>
                    <a:pt x="651002" y="237820"/>
                  </a:lnTo>
                  <a:lnTo>
                    <a:pt x="668070" y="272224"/>
                  </a:lnTo>
                  <a:lnTo>
                    <a:pt x="708647" y="324612"/>
                  </a:lnTo>
                  <a:lnTo>
                    <a:pt x="754176" y="360807"/>
                  </a:lnTo>
                  <a:lnTo>
                    <a:pt x="803135" y="385572"/>
                  </a:lnTo>
                  <a:lnTo>
                    <a:pt x="809980" y="376415"/>
                  </a:lnTo>
                  <a:lnTo>
                    <a:pt x="818946" y="369379"/>
                  </a:lnTo>
                  <a:lnTo>
                    <a:pt x="829932" y="364363"/>
                  </a:lnTo>
                  <a:lnTo>
                    <a:pt x="842759" y="361188"/>
                  </a:lnTo>
                  <a:lnTo>
                    <a:pt x="842759" y="353568"/>
                  </a:lnTo>
                  <a:close/>
                </a:path>
                <a:path w="1012189" h="452754">
                  <a:moveTo>
                    <a:pt x="1011923" y="239268"/>
                  </a:moveTo>
                  <a:lnTo>
                    <a:pt x="1006208" y="175260"/>
                  </a:lnTo>
                  <a:lnTo>
                    <a:pt x="989063" y="120396"/>
                  </a:lnTo>
                  <a:lnTo>
                    <a:pt x="963917" y="71247"/>
                  </a:lnTo>
                  <a:lnTo>
                    <a:pt x="929627" y="24384"/>
                  </a:lnTo>
                  <a:lnTo>
                    <a:pt x="880859" y="24384"/>
                  </a:lnTo>
                  <a:lnTo>
                    <a:pt x="880859" y="27432"/>
                  </a:lnTo>
                  <a:lnTo>
                    <a:pt x="888885" y="34861"/>
                  </a:lnTo>
                  <a:lnTo>
                    <a:pt x="897051" y="43434"/>
                  </a:lnTo>
                  <a:lnTo>
                    <a:pt x="922134" y="74853"/>
                  </a:lnTo>
                  <a:lnTo>
                    <a:pt x="949896" y="125907"/>
                  </a:lnTo>
                  <a:lnTo>
                    <a:pt x="964679" y="170688"/>
                  </a:lnTo>
                  <a:lnTo>
                    <a:pt x="971969" y="221272"/>
                  </a:lnTo>
                  <a:lnTo>
                    <a:pt x="972299" y="239268"/>
                  </a:lnTo>
                  <a:lnTo>
                    <a:pt x="971969" y="257035"/>
                  </a:lnTo>
                  <a:lnTo>
                    <a:pt x="964679" y="306324"/>
                  </a:lnTo>
                  <a:lnTo>
                    <a:pt x="949896" y="351116"/>
                  </a:lnTo>
                  <a:lnTo>
                    <a:pt x="930008" y="390525"/>
                  </a:lnTo>
                  <a:lnTo>
                    <a:pt x="905510" y="423862"/>
                  </a:lnTo>
                  <a:lnTo>
                    <a:pt x="880859" y="449580"/>
                  </a:lnTo>
                  <a:lnTo>
                    <a:pt x="880859" y="452628"/>
                  </a:lnTo>
                  <a:lnTo>
                    <a:pt x="929627" y="452628"/>
                  </a:lnTo>
                  <a:lnTo>
                    <a:pt x="947915" y="429488"/>
                  </a:lnTo>
                  <a:lnTo>
                    <a:pt x="977633" y="381482"/>
                  </a:lnTo>
                  <a:lnTo>
                    <a:pt x="999070" y="330352"/>
                  </a:lnTo>
                  <a:lnTo>
                    <a:pt x="1010500" y="271538"/>
                  </a:lnTo>
                  <a:lnTo>
                    <a:pt x="1011923" y="239268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" name="object 36"/>
            <p:cNvSpPr/>
            <p:nvPr/>
          </p:nvSpPr>
          <p:spPr>
            <a:xfrm>
              <a:off x="4072115" y="4075175"/>
              <a:ext cx="1746885" cy="411480"/>
            </a:xfrm>
            <a:custGeom>
              <a:avLst/>
              <a:gdLst/>
              <a:ahLst/>
              <a:cxnLst/>
              <a:rect l="l" t="t" r="r" b="b"/>
              <a:pathLst>
                <a:path w="1746885" h="411479">
                  <a:moveTo>
                    <a:pt x="370332" y="59436"/>
                  </a:moveTo>
                  <a:lnTo>
                    <a:pt x="337883" y="33985"/>
                  </a:lnTo>
                  <a:lnTo>
                    <a:pt x="321564" y="27432"/>
                  </a:lnTo>
                  <a:lnTo>
                    <a:pt x="318516" y="30480"/>
                  </a:lnTo>
                  <a:lnTo>
                    <a:pt x="329692" y="44513"/>
                  </a:lnTo>
                  <a:lnTo>
                    <a:pt x="338137" y="56959"/>
                  </a:lnTo>
                  <a:lnTo>
                    <a:pt x="344030" y="67995"/>
                  </a:lnTo>
                  <a:lnTo>
                    <a:pt x="347472" y="77724"/>
                  </a:lnTo>
                  <a:lnTo>
                    <a:pt x="350520" y="85344"/>
                  </a:lnTo>
                  <a:lnTo>
                    <a:pt x="353568" y="89916"/>
                  </a:lnTo>
                  <a:lnTo>
                    <a:pt x="358140" y="89916"/>
                  </a:lnTo>
                  <a:lnTo>
                    <a:pt x="361188" y="86868"/>
                  </a:lnTo>
                  <a:lnTo>
                    <a:pt x="364236" y="80772"/>
                  </a:lnTo>
                  <a:lnTo>
                    <a:pt x="368808" y="73152"/>
                  </a:lnTo>
                  <a:lnTo>
                    <a:pt x="370332" y="68580"/>
                  </a:lnTo>
                  <a:lnTo>
                    <a:pt x="370332" y="59436"/>
                  </a:lnTo>
                  <a:close/>
                </a:path>
                <a:path w="1746885" h="411479">
                  <a:moveTo>
                    <a:pt x="403860" y="347472"/>
                  </a:moveTo>
                  <a:lnTo>
                    <a:pt x="400812" y="347472"/>
                  </a:lnTo>
                  <a:lnTo>
                    <a:pt x="400812" y="350520"/>
                  </a:lnTo>
                  <a:lnTo>
                    <a:pt x="403860" y="347472"/>
                  </a:lnTo>
                  <a:close/>
                </a:path>
                <a:path w="1746885" h="411479">
                  <a:moveTo>
                    <a:pt x="405384" y="114300"/>
                  </a:moveTo>
                  <a:lnTo>
                    <a:pt x="396659" y="103632"/>
                  </a:lnTo>
                  <a:lnTo>
                    <a:pt x="377952" y="80772"/>
                  </a:lnTo>
                  <a:lnTo>
                    <a:pt x="355092" y="103632"/>
                  </a:lnTo>
                  <a:lnTo>
                    <a:pt x="300228" y="103632"/>
                  </a:lnTo>
                  <a:lnTo>
                    <a:pt x="300228" y="36576"/>
                  </a:lnTo>
                  <a:lnTo>
                    <a:pt x="313944" y="24384"/>
                  </a:lnTo>
                  <a:lnTo>
                    <a:pt x="275844" y="6096"/>
                  </a:lnTo>
                  <a:lnTo>
                    <a:pt x="276047" y="23533"/>
                  </a:lnTo>
                  <a:lnTo>
                    <a:pt x="276148" y="30480"/>
                  </a:lnTo>
                  <a:lnTo>
                    <a:pt x="277063" y="73152"/>
                  </a:lnTo>
                  <a:lnTo>
                    <a:pt x="277177" y="80772"/>
                  </a:lnTo>
                  <a:lnTo>
                    <a:pt x="277368" y="103632"/>
                  </a:lnTo>
                  <a:lnTo>
                    <a:pt x="234696" y="103632"/>
                  </a:lnTo>
                  <a:lnTo>
                    <a:pt x="210312" y="89916"/>
                  </a:lnTo>
                  <a:lnTo>
                    <a:pt x="211442" y="115112"/>
                  </a:lnTo>
                  <a:lnTo>
                    <a:pt x="212407" y="152019"/>
                  </a:lnTo>
                  <a:lnTo>
                    <a:pt x="213080" y="198882"/>
                  </a:lnTo>
                  <a:lnTo>
                    <a:pt x="213182" y="218490"/>
                  </a:lnTo>
                  <a:lnTo>
                    <a:pt x="213360" y="262128"/>
                  </a:lnTo>
                  <a:lnTo>
                    <a:pt x="211836" y="269748"/>
                  </a:lnTo>
                  <a:lnTo>
                    <a:pt x="208788" y="275844"/>
                  </a:lnTo>
                  <a:lnTo>
                    <a:pt x="204216" y="278892"/>
                  </a:lnTo>
                  <a:lnTo>
                    <a:pt x="224028" y="304800"/>
                  </a:lnTo>
                  <a:lnTo>
                    <a:pt x="233248" y="292188"/>
                  </a:lnTo>
                  <a:lnTo>
                    <a:pt x="245173" y="276987"/>
                  </a:lnTo>
                  <a:lnTo>
                    <a:pt x="255041" y="265176"/>
                  </a:lnTo>
                  <a:lnTo>
                    <a:pt x="260248" y="258940"/>
                  </a:lnTo>
                  <a:lnTo>
                    <a:pt x="278892" y="237744"/>
                  </a:lnTo>
                  <a:lnTo>
                    <a:pt x="275844" y="234696"/>
                  </a:lnTo>
                  <a:lnTo>
                    <a:pt x="234696" y="265176"/>
                  </a:lnTo>
                  <a:lnTo>
                    <a:pt x="234696" y="114300"/>
                  </a:lnTo>
                  <a:lnTo>
                    <a:pt x="277368" y="114300"/>
                  </a:lnTo>
                  <a:lnTo>
                    <a:pt x="280784" y="159448"/>
                  </a:lnTo>
                  <a:lnTo>
                    <a:pt x="286321" y="198882"/>
                  </a:lnTo>
                  <a:lnTo>
                    <a:pt x="293878" y="232600"/>
                  </a:lnTo>
                  <a:lnTo>
                    <a:pt x="303276" y="260604"/>
                  </a:lnTo>
                  <a:lnTo>
                    <a:pt x="282448" y="286283"/>
                  </a:lnTo>
                  <a:lnTo>
                    <a:pt x="258889" y="310515"/>
                  </a:lnTo>
                  <a:lnTo>
                    <a:pt x="232778" y="333044"/>
                  </a:lnTo>
                  <a:lnTo>
                    <a:pt x="204216" y="353568"/>
                  </a:lnTo>
                  <a:lnTo>
                    <a:pt x="205740" y="359664"/>
                  </a:lnTo>
                  <a:lnTo>
                    <a:pt x="237464" y="342519"/>
                  </a:lnTo>
                  <a:lnTo>
                    <a:pt x="266319" y="323088"/>
                  </a:lnTo>
                  <a:lnTo>
                    <a:pt x="292328" y="301371"/>
                  </a:lnTo>
                  <a:lnTo>
                    <a:pt x="315468" y="277368"/>
                  </a:lnTo>
                  <a:lnTo>
                    <a:pt x="330898" y="298856"/>
                  </a:lnTo>
                  <a:lnTo>
                    <a:pt x="358330" y="327520"/>
                  </a:lnTo>
                  <a:lnTo>
                    <a:pt x="392836" y="346646"/>
                  </a:lnTo>
                  <a:lnTo>
                    <a:pt x="396240" y="347472"/>
                  </a:lnTo>
                  <a:lnTo>
                    <a:pt x="400812" y="347472"/>
                  </a:lnTo>
                  <a:lnTo>
                    <a:pt x="400812" y="339852"/>
                  </a:lnTo>
                  <a:lnTo>
                    <a:pt x="399288" y="336804"/>
                  </a:lnTo>
                  <a:lnTo>
                    <a:pt x="399288" y="335280"/>
                  </a:lnTo>
                  <a:lnTo>
                    <a:pt x="393230" y="298856"/>
                  </a:lnTo>
                  <a:lnTo>
                    <a:pt x="393509" y="287680"/>
                  </a:lnTo>
                  <a:lnTo>
                    <a:pt x="394525" y="272986"/>
                  </a:lnTo>
                  <a:lnTo>
                    <a:pt x="396417" y="256298"/>
                  </a:lnTo>
                  <a:lnTo>
                    <a:pt x="399288" y="237744"/>
                  </a:lnTo>
                  <a:lnTo>
                    <a:pt x="391668" y="236220"/>
                  </a:lnTo>
                  <a:lnTo>
                    <a:pt x="371856" y="304800"/>
                  </a:lnTo>
                  <a:lnTo>
                    <a:pt x="358978" y="295071"/>
                  </a:lnTo>
                  <a:lnTo>
                    <a:pt x="347662" y="284035"/>
                  </a:lnTo>
                  <a:lnTo>
                    <a:pt x="342379" y="277368"/>
                  </a:lnTo>
                  <a:lnTo>
                    <a:pt x="337781" y="271589"/>
                  </a:lnTo>
                  <a:lnTo>
                    <a:pt x="329184" y="257556"/>
                  </a:lnTo>
                  <a:lnTo>
                    <a:pt x="341553" y="236220"/>
                  </a:lnTo>
                  <a:lnTo>
                    <a:pt x="347091" y="226695"/>
                  </a:lnTo>
                  <a:lnTo>
                    <a:pt x="355333" y="212128"/>
                  </a:lnTo>
                  <a:lnTo>
                    <a:pt x="362712" y="198120"/>
                  </a:lnTo>
                  <a:lnTo>
                    <a:pt x="368452" y="184937"/>
                  </a:lnTo>
                  <a:lnTo>
                    <a:pt x="374332" y="174879"/>
                  </a:lnTo>
                  <a:lnTo>
                    <a:pt x="380504" y="167690"/>
                  </a:lnTo>
                  <a:lnTo>
                    <a:pt x="387096" y="163068"/>
                  </a:lnTo>
                  <a:lnTo>
                    <a:pt x="355092" y="138684"/>
                  </a:lnTo>
                  <a:lnTo>
                    <a:pt x="351091" y="156070"/>
                  </a:lnTo>
                  <a:lnTo>
                    <a:pt x="343662" y="178308"/>
                  </a:lnTo>
                  <a:lnTo>
                    <a:pt x="332803" y="205130"/>
                  </a:lnTo>
                  <a:lnTo>
                    <a:pt x="318516" y="236220"/>
                  </a:lnTo>
                  <a:lnTo>
                    <a:pt x="310515" y="209892"/>
                  </a:lnTo>
                  <a:lnTo>
                    <a:pt x="304800" y="180975"/>
                  </a:lnTo>
                  <a:lnTo>
                    <a:pt x="301371" y="149212"/>
                  </a:lnTo>
                  <a:lnTo>
                    <a:pt x="300228" y="114300"/>
                  </a:lnTo>
                  <a:lnTo>
                    <a:pt x="405384" y="114300"/>
                  </a:lnTo>
                  <a:close/>
                </a:path>
                <a:path w="1746885" h="411479">
                  <a:moveTo>
                    <a:pt x="411480" y="364236"/>
                  </a:moveTo>
                  <a:lnTo>
                    <a:pt x="378333" y="367118"/>
                  </a:lnTo>
                  <a:lnTo>
                    <a:pt x="342900" y="368998"/>
                  </a:lnTo>
                  <a:lnTo>
                    <a:pt x="305181" y="370027"/>
                  </a:lnTo>
                  <a:lnTo>
                    <a:pt x="265176" y="370332"/>
                  </a:lnTo>
                  <a:lnTo>
                    <a:pt x="224599" y="368388"/>
                  </a:lnTo>
                  <a:lnTo>
                    <a:pt x="187452" y="362712"/>
                  </a:lnTo>
                  <a:lnTo>
                    <a:pt x="153733" y="353618"/>
                  </a:lnTo>
                  <a:lnTo>
                    <a:pt x="123444" y="341376"/>
                  </a:lnTo>
                  <a:lnTo>
                    <a:pt x="123444" y="329184"/>
                  </a:lnTo>
                  <a:lnTo>
                    <a:pt x="123444" y="254508"/>
                  </a:lnTo>
                  <a:lnTo>
                    <a:pt x="205740" y="254508"/>
                  </a:lnTo>
                  <a:lnTo>
                    <a:pt x="195643" y="243840"/>
                  </a:lnTo>
                  <a:lnTo>
                    <a:pt x="178308" y="225552"/>
                  </a:lnTo>
                  <a:lnTo>
                    <a:pt x="158496" y="243840"/>
                  </a:lnTo>
                  <a:lnTo>
                    <a:pt x="123444" y="243840"/>
                  </a:lnTo>
                  <a:lnTo>
                    <a:pt x="123444" y="190500"/>
                  </a:lnTo>
                  <a:lnTo>
                    <a:pt x="134112" y="179832"/>
                  </a:lnTo>
                  <a:lnTo>
                    <a:pt x="105156" y="169164"/>
                  </a:lnTo>
                  <a:lnTo>
                    <a:pt x="207264" y="169164"/>
                  </a:lnTo>
                  <a:lnTo>
                    <a:pt x="179832" y="138684"/>
                  </a:lnTo>
                  <a:lnTo>
                    <a:pt x="160020" y="158496"/>
                  </a:lnTo>
                  <a:lnTo>
                    <a:pt x="117348" y="158496"/>
                  </a:lnTo>
                  <a:lnTo>
                    <a:pt x="117348" y="89916"/>
                  </a:lnTo>
                  <a:lnTo>
                    <a:pt x="196596" y="89916"/>
                  </a:lnTo>
                  <a:lnTo>
                    <a:pt x="169164" y="57912"/>
                  </a:lnTo>
                  <a:lnTo>
                    <a:pt x="147828" y="79248"/>
                  </a:lnTo>
                  <a:lnTo>
                    <a:pt x="117348" y="79248"/>
                  </a:lnTo>
                  <a:lnTo>
                    <a:pt x="117348" y="33528"/>
                  </a:lnTo>
                  <a:lnTo>
                    <a:pt x="131064" y="24384"/>
                  </a:lnTo>
                  <a:lnTo>
                    <a:pt x="92964" y="6096"/>
                  </a:lnTo>
                  <a:lnTo>
                    <a:pt x="93853" y="23533"/>
                  </a:lnTo>
                  <a:lnTo>
                    <a:pt x="94297" y="41529"/>
                  </a:lnTo>
                  <a:lnTo>
                    <a:pt x="94411" y="53340"/>
                  </a:lnTo>
                  <a:lnTo>
                    <a:pt x="94488" y="79248"/>
                  </a:lnTo>
                  <a:lnTo>
                    <a:pt x="16764" y="79248"/>
                  </a:lnTo>
                  <a:lnTo>
                    <a:pt x="32004" y="94488"/>
                  </a:lnTo>
                  <a:lnTo>
                    <a:pt x="41109" y="92494"/>
                  </a:lnTo>
                  <a:lnTo>
                    <a:pt x="49911" y="91059"/>
                  </a:lnTo>
                  <a:lnTo>
                    <a:pt x="58153" y="90208"/>
                  </a:lnTo>
                  <a:lnTo>
                    <a:pt x="65532" y="89916"/>
                  </a:lnTo>
                  <a:lnTo>
                    <a:pt x="94488" y="89916"/>
                  </a:lnTo>
                  <a:lnTo>
                    <a:pt x="94488" y="158496"/>
                  </a:lnTo>
                  <a:lnTo>
                    <a:pt x="0" y="158496"/>
                  </a:lnTo>
                  <a:lnTo>
                    <a:pt x="16764" y="175260"/>
                  </a:lnTo>
                  <a:lnTo>
                    <a:pt x="25628" y="172389"/>
                  </a:lnTo>
                  <a:lnTo>
                    <a:pt x="33909" y="170497"/>
                  </a:lnTo>
                  <a:lnTo>
                    <a:pt x="41630" y="169481"/>
                  </a:lnTo>
                  <a:lnTo>
                    <a:pt x="48768" y="169164"/>
                  </a:lnTo>
                  <a:lnTo>
                    <a:pt x="102108" y="169164"/>
                  </a:lnTo>
                  <a:lnTo>
                    <a:pt x="102108" y="329184"/>
                  </a:lnTo>
                  <a:lnTo>
                    <a:pt x="91808" y="323494"/>
                  </a:lnTo>
                  <a:lnTo>
                    <a:pt x="81343" y="315658"/>
                  </a:lnTo>
                  <a:lnTo>
                    <a:pt x="70612" y="305828"/>
                  </a:lnTo>
                  <a:lnTo>
                    <a:pt x="69634" y="304800"/>
                  </a:lnTo>
                  <a:lnTo>
                    <a:pt x="59436" y="294132"/>
                  </a:lnTo>
                  <a:lnTo>
                    <a:pt x="62484" y="277368"/>
                  </a:lnTo>
                  <a:lnTo>
                    <a:pt x="65062" y="262128"/>
                  </a:lnTo>
                  <a:lnTo>
                    <a:pt x="67157" y="248920"/>
                  </a:lnTo>
                  <a:lnTo>
                    <a:pt x="68580" y="239268"/>
                  </a:lnTo>
                  <a:lnTo>
                    <a:pt x="70065" y="231584"/>
                  </a:lnTo>
                  <a:lnTo>
                    <a:pt x="72390" y="224599"/>
                  </a:lnTo>
                  <a:lnTo>
                    <a:pt x="75869" y="218490"/>
                  </a:lnTo>
                  <a:lnTo>
                    <a:pt x="80772" y="213360"/>
                  </a:lnTo>
                  <a:lnTo>
                    <a:pt x="45720" y="195072"/>
                  </a:lnTo>
                  <a:lnTo>
                    <a:pt x="43434" y="236601"/>
                  </a:lnTo>
                  <a:lnTo>
                    <a:pt x="36576" y="289560"/>
                  </a:lnTo>
                  <a:lnTo>
                    <a:pt x="22860" y="347853"/>
                  </a:lnTo>
                  <a:lnTo>
                    <a:pt x="0" y="403860"/>
                  </a:lnTo>
                  <a:lnTo>
                    <a:pt x="6096" y="408432"/>
                  </a:lnTo>
                  <a:lnTo>
                    <a:pt x="19532" y="389242"/>
                  </a:lnTo>
                  <a:lnTo>
                    <a:pt x="32385" y="365760"/>
                  </a:lnTo>
                  <a:lnTo>
                    <a:pt x="44678" y="337718"/>
                  </a:lnTo>
                  <a:lnTo>
                    <a:pt x="56388" y="304800"/>
                  </a:lnTo>
                  <a:lnTo>
                    <a:pt x="73304" y="325094"/>
                  </a:lnTo>
                  <a:lnTo>
                    <a:pt x="113398" y="357098"/>
                  </a:lnTo>
                  <a:lnTo>
                    <a:pt x="163474" y="379095"/>
                  </a:lnTo>
                  <a:lnTo>
                    <a:pt x="223532" y="392811"/>
                  </a:lnTo>
                  <a:lnTo>
                    <a:pt x="352933" y="399034"/>
                  </a:lnTo>
                  <a:lnTo>
                    <a:pt x="379476" y="399288"/>
                  </a:lnTo>
                  <a:lnTo>
                    <a:pt x="382333" y="389864"/>
                  </a:lnTo>
                  <a:lnTo>
                    <a:pt x="388620" y="382143"/>
                  </a:lnTo>
                  <a:lnTo>
                    <a:pt x="398335" y="376148"/>
                  </a:lnTo>
                  <a:lnTo>
                    <a:pt x="411480" y="371856"/>
                  </a:lnTo>
                  <a:lnTo>
                    <a:pt x="411480" y="370332"/>
                  </a:lnTo>
                  <a:lnTo>
                    <a:pt x="411480" y="364236"/>
                  </a:lnTo>
                  <a:close/>
                </a:path>
                <a:path w="1746885" h="411479">
                  <a:moveTo>
                    <a:pt x="592836" y="150876"/>
                  </a:moveTo>
                  <a:lnTo>
                    <a:pt x="550291" y="115112"/>
                  </a:lnTo>
                  <a:lnTo>
                    <a:pt x="528828" y="103632"/>
                  </a:lnTo>
                  <a:lnTo>
                    <a:pt x="524256" y="108204"/>
                  </a:lnTo>
                  <a:lnTo>
                    <a:pt x="537743" y="124802"/>
                  </a:lnTo>
                  <a:lnTo>
                    <a:pt x="548640" y="140398"/>
                  </a:lnTo>
                  <a:lnTo>
                    <a:pt x="557263" y="155143"/>
                  </a:lnTo>
                  <a:lnTo>
                    <a:pt x="563880" y="169164"/>
                  </a:lnTo>
                  <a:lnTo>
                    <a:pt x="568452" y="182880"/>
                  </a:lnTo>
                  <a:lnTo>
                    <a:pt x="573024" y="188976"/>
                  </a:lnTo>
                  <a:lnTo>
                    <a:pt x="577596" y="188976"/>
                  </a:lnTo>
                  <a:lnTo>
                    <a:pt x="582168" y="184404"/>
                  </a:lnTo>
                  <a:lnTo>
                    <a:pt x="591312" y="169164"/>
                  </a:lnTo>
                  <a:lnTo>
                    <a:pt x="592836" y="161544"/>
                  </a:lnTo>
                  <a:lnTo>
                    <a:pt x="592836" y="150876"/>
                  </a:lnTo>
                  <a:close/>
                </a:path>
                <a:path w="1746885" h="411479">
                  <a:moveTo>
                    <a:pt x="854964" y="348996"/>
                  </a:moveTo>
                  <a:lnTo>
                    <a:pt x="811441" y="333819"/>
                  </a:lnTo>
                  <a:lnTo>
                    <a:pt x="772312" y="312064"/>
                  </a:lnTo>
                  <a:lnTo>
                    <a:pt x="737565" y="283718"/>
                  </a:lnTo>
                  <a:lnTo>
                    <a:pt x="707199" y="248780"/>
                  </a:lnTo>
                  <a:lnTo>
                    <a:pt x="681228" y="207264"/>
                  </a:lnTo>
                  <a:lnTo>
                    <a:pt x="853440" y="207264"/>
                  </a:lnTo>
                  <a:lnTo>
                    <a:pt x="816864" y="170688"/>
                  </a:lnTo>
                  <a:lnTo>
                    <a:pt x="790956" y="198120"/>
                  </a:lnTo>
                  <a:lnTo>
                    <a:pt x="705612" y="198120"/>
                  </a:lnTo>
                  <a:lnTo>
                    <a:pt x="722757" y="183553"/>
                  </a:lnTo>
                  <a:lnTo>
                    <a:pt x="739902" y="167259"/>
                  </a:lnTo>
                  <a:lnTo>
                    <a:pt x="757047" y="149263"/>
                  </a:lnTo>
                  <a:lnTo>
                    <a:pt x="774192" y="129540"/>
                  </a:lnTo>
                  <a:lnTo>
                    <a:pt x="790956" y="124968"/>
                  </a:lnTo>
                  <a:lnTo>
                    <a:pt x="754380" y="96012"/>
                  </a:lnTo>
                  <a:lnTo>
                    <a:pt x="743839" y="122047"/>
                  </a:lnTo>
                  <a:lnTo>
                    <a:pt x="730567" y="147637"/>
                  </a:lnTo>
                  <a:lnTo>
                    <a:pt x="714743" y="172961"/>
                  </a:lnTo>
                  <a:lnTo>
                    <a:pt x="696468" y="198120"/>
                  </a:lnTo>
                  <a:lnTo>
                    <a:pt x="664464" y="198120"/>
                  </a:lnTo>
                  <a:lnTo>
                    <a:pt x="664464" y="89928"/>
                  </a:lnTo>
                  <a:lnTo>
                    <a:pt x="829056" y="89928"/>
                  </a:lnTo>
                  <a:lnTo>
                    <a:pt x="795528" y="54864"/>
                  </a:lnTo>
                  <a:lnTo>
                    <a:pt x="771144" y="79248"/>
                  </a:lnTo>
                  <a:lnTo>
                    <a:pt x="664464" y="79248"/>
                  </a:lnTo>
                  <a:lnTo>
                    <a:pt x="664464" y="32004"/>
                  </a:lnTo>
                  <a:lnTo>
                    <a:pt x="681228" y="19812"/>
                  </a:lnTo>
                  <a:lnTo>
                    <a:pt x="637032" y="0"/>
                  </a:lnTo>
                  <a:lnTo>
                    <a:pt x="637895" y="19812"/>
                  </a:lnTo>
                  <a:lnTo>
                    <a:pt x="638365" y="40195"/>
                  </a:lnTo>
                  <a:lnTo>
                    <a:pt x="638492" y="54864"/>
                  </a:lnTo>
                  <a:lnTo>
                    <a:pt x="638556" y="79248"/>
                  </a:lnTo>
                  <a:lnTo>
                    <a:pt x="481584" y="79248"/>
                  </a:lnTo>
                  <a:lnTo>
                    <a:pt x="498348" y="94488"/>
                  </a:lnTo>
                  <a:lnTo>
                    <a:pt x="507784" y="92494"/>
                  </a:lnTo>
                  <a:lnTo>
                    <a:pt x="517779" y="91071"/>
                  </a:lnTo>
                  <a:lnTo>
                    <a:pt x="528358" y="90208"/>
                  </a:lnTo>
                  <a:lnTo>
                    <a:pt x="539496" y="89928"/>
                  </a:lnTo>
                  <a:lnTo>
                    <a:pt x="638556" y="89928"/>
                  </a:lnTo>
                  <a:lnTo>
                    <a:pt x="638556" y="198120"/>
                  </a:lnTo>
                  <a:lnTo>
                    <a:pt x="449580" y="198120"/>
                  </a:lnTo>
                  <a:lnTo>
                    <a:pt x="464820" y="213372"/>
                  </a:lnTo>
                  <a:lnTo>
                    <a:pt x="474256" y="211124"/>
                  </a:lnTo>
                  <a:lnTo>
                    <a:pt x="484251" y="209169"/>
                  </a:lnTo>
                  <a:lnTo>
                    <a:pt x="494830" y="207797"/>
                  </a:lnTo>
                  <a:lnTo>
                    <a:pt x="505968" y="207264"/>
                  </a:lnTo>
                  <a:lnTo>
                    <a:pt x="618744" y="207264"/>
                  </a:lnTo>
                  <a:lnTo>
                    <a:pt x="592988" y="252450"/>
                  </a:lnTo>
                  <a:lnTo>
                    <a:pt x="563346" y="292950"/>
                  </a:lnTo>
                  <a:lnTo>
                    <a:pt x="529983" y="328853"/>
                  </a:lnTo>
                  <a:lnTo>
                    <a:pt x="493026" y="360210"/>
                  </a:lnTo>
                  <a:lnTo>
                    <a:pt x="452628" y="387096"/>
                  </a:lnTo>
                  <a:lnTo>
                    <a:pt x="454152" y="393192"/>
                  </a:lnTo>
                  <a:lnTo>
                    <a:pt x="498208" y="371983"/>
                  </a:lnTo>
                  <a:lnTo>
                    <a:pt x="538822" y="344919"/>
                  </a:lnTo>
                  <a:lnTo>
                    <a:pt x="575779" y="312064"/>
                  </a:lnTo>
                  <a:lnTo>
                    <a:pt x="609142" y="273227"/>
                  </a:lnTo>
                  <a:lnTo>
                    <a:pt x="638556" y="228600"/>
                  </a:lnTo>
                  <a:lnTo>
                    <a:pt x="638340" y="278180"/>
                  </a:lnTo>
                  <a:lnTo>
                    <a:pt x="638238" y="290296"/>
                  </a:lnTo>
                  <a:lnTo>
                    <a:pt x="637260" y="376428"/>
                  </a:lnTo>
                  <a:lnTo>
                    <a:pt x="637032" y="411480"/>
                  </a:lnTo>
                  <a:lnTo>
                    <a:pt x="665988" y="397764"/>
                  </a:lnTo>
                  <a:lnTo>
                    <a:pt x="665137" y="373697"/>
                  </a:lnTo>
                  <a:lnTo>
                    <a:pt x="664667" y="333819"/>
                  </a:lnTo>
                  <a:lnTo>
                    <a:pt x="664591" y="312064"/>
                  </a:lnTo>
                  <a:lnTo>
                    <a:pt x="664476" y="228600"/>
                  </a:lnTo>
                  <a:lnTo>
                    <a:pt x="664464" y="207264"/>
                  </a:lnTo>
                  <a:lnTo>
                    <a:pt x="673608" y="207264"/>
                  </a:lnTo>
                  <a:lnTo>
                    <a:pt x="693191" y="251345"/>
                  </a:lnTo>
                  <a:lnTo>
                    <a:pt x="717232" y="290296"/>
                  </a:lnTo>
                  <a:lnTo>
                    <a:pt x="745820" y="324129"/>
                  </a:lnTo>
                  <a:lnTo>
                    <a:pt x="779005" y="352844"/>
                  </a:lnTo>
                  <a:lnTo>
                    <a:pt x="816864" y="376428"/>
                  </a:lnTo>
                  <a:lnTo>
                    <a:pt x="821969" y="367309"/>
                  </a:lnTo>
                  <a:lnTo>
                    <a:pt x="830199" y="360616"/>
                  </a:lnTo>
                  <a:lnTo>
                    <a:pt x="841298" y="356501"/>
                  </a:lnTo>
                  <a:lnTo>
                    <a:pt x="854964" y="355092"/>
                  </a:lnTo>
                  <a:lnTo>
                    <a:pt x="854964" y="348996"/>
                  </a:lnTo>
                  <a:close/>
                </a:path>
                <a:path w="1746885" h="411479">
                  <a:moveTo>
                    <a:pt x="1260348" y="59436"/>
                  </a:moveTo>
                  <a:lnTo>
                    <a:pt x="1227251" y="33985"/>
                  </a:lnTo>
                  <a:lnTo>
                    <a:pt x="1211580" y="27432"/>
                  </a:lnTo>
                  <a:lnTo>
                    <a:pt x="1208532" y="30480"/>
                  </a:lnTo>
                  <a:lnTo>
                    <a:pt x="1219708" y="44513"/>
                  </a:lnTo>
                  <a:lnTo>
                    <a:pt x="1228153" y="56959"/>
                  </a:lnTo>
                  <a:lnTo>
                    <a:pt x="1234046" y="67995"/>
                  </a:lnTo>
                  <a:lnTo>
                    <a:pt x="1237488" y="77724"/>
                  </a:lnTo>
                  <a:lnTo>
                    <a:pt x="1240536" y="85344"/>
                  </a:lnTo>
                  <a:lnTo>
                    <a:pt x="1242060" y="89916"/>
                  </a:lnTo>
                  <a:lnTo>
                    <a:pt x="1246632" y="89916"/>
                  </a:lnTo>
                  <a:lnTo>
                    <a:pt x="1251204" y="86868"/>
                  </a:lnTo>
                  <a:lnTo>
                    <a:pt x="1254252" y="80772"/>
                  </a:lnTo>
                  <a:lnTo>
                    <a:pt x="1258824" y="73152"/>
                  </a:lnTo>
                  <a:lnTo>
                    <a:pt x="1260348" y="68580"/>
                  </a:lnTo>
                  <a:lnTo>
                    <a:pt x="1260348" y="59436"/>
                  </a:lnTo>
                  <a:close/>
                </a:path>
                <a:path w="1746885" h="411479">
                  <a:moveTo>
                    <a:pt x="1292364" y="347472"/>
                  </a:moveTo>
                  <a:lnTo>
                    <a:pt x="1290840" y="347472"/>
                  </a:lnTo>
                  <a:lnTo>
                    <a:pt x="1290840" y="350520"/>
                  </a:lnTo>
                  <a:lnTo>
                    <a:pt x="1292364" y="348996"/>
                  </a:lnTo>
                  <a:lnTo>
                    <a:pt x="1292364" y="347472"/>
                  </a:lnTo>
                  <a:close/>
                </a:path>
                <a:path w="1746885" h="411479">
                  <a:moveTo>
                    <a:pt x="1295412" y="114300"/>
                  </a:moveTo>
                  <a:lnTo>
                    <a:pt x="1286675" y="103632"/>
                  </a:lnTo>
                  <a:lnTo>
                    <a:pt x="1267980" y="80772"/>
                  </a:lnTo>
                  <a:lnTo>
                    <a:pt x="1245108" y="103632"/>
                  </a:lnTo>
                  <a:lnTo>
                    <a:pt x="1188720" y="103632"/>
                  </a:lnTo>
                  <a:lnTo>
                    <a:pt x="1188720" y="36576"/>
                  </a:lnTo>
                  <a:lnTo>
                    <a:pt x="1203960" y="24384"/>
                  </a:lnTo>
                  <a:lnTo>
                    <a:pt x="1164336" y="6096"/>
                  </a:lnTo>
                  <a:lnTo>
                    <a:pt x="1166431" y="51435"/>
                  </a:lnTo>
                  <a:lnTo>
                    <a:pt x="1167384" y="103632"/>
                  </a:lnTo>
                  <a:lnTo>
                    <a:pt x="1124712" y="103632"/>
                  </a:lnTo>
                  <a:lnTo>
                    <a:pt x="1100340" y="89916"/>
                  </a:lnTo>
                  <a:lnTo>
                    <a:pt x="1101217" y="115112"/>
                  </a:lnTo>
                  <a:lnTo>
                    <a:pt x="1101636" y="149212"/>
                  </a:lnTo>
                  <a:lnTo>
                    <a:pt x="1101763" y="178308"/>
                  </a:lnTo>
                  <a:lnTo>
                    <a:pt x="1101864" y="269748"/>
                  </a:lnTo>
                  <a:lnTo>
                    <a:pt x="1098804" y="275844"/>
                  </a:lnTo>
                  <a:lnTo>
                    <a:pt x="1094232" y="278892"/>
                  </a:lnTo>
                  <a:lnTo>
                    <a:pt x="1114044" y="304800"/>
                  </a:lnTo>
                  <a:lnTo>
                    <a:pt x="1122616" y="292188"/>
                  </a:lnTo>
                  <a:lnTo>
                    <a:pt x="1134618" y="276987"/>
                  </a:lnTo>
                  <a:lnTo>
                    <a:pt x="1144727" y="265176"/>
                  </a:lnTo>
                  <a:lnTo>
                    <a:pt x="1150048" y="258940"/>
                  </a:lnTo>
                  <a:lnTo>
                    <a:pt x="1168908" y="237744"/>
                  </a:lnTo>
                  <a:lnTo>
                    <a:pt x="1164336" y="234696"/>
                  </a:lnTo>
                  <a:lnTo>
                    <a:pt x="1124712" y="265176"/>
                  </a:lnTo>
                  <a:lnTo>
                    <a:pt x="1124712" y="114300"/>
                  </a:lnTo>
                  <a:lnTo>
                    <a:pt x="1167384" y="114300"/>
                  </a:lnTo>
                  <a:lnTo>
                    <a:pt x="1170800" y="159448"/>
                  </a:lnTo>
                  <a:lnTo>
                    <a:pt x="1176337" y="198882"/>
                  </a:lnTo>
                  <a:lnTo>
                    <a:pt x="1183894" y="232600"/>
                  </a:lnTo>
                  <a:lnTo>
                    <a:pt x="1193292" y="260604"/>
                  </a:lnTo>
                  <a:lnTo>
                    <a:pt x="1172464" y="286283"/>
                  </a:lnTo>
                  <a:lnTo>
                    <a:pt x="1148905" y="310515"/>
                  </a:lnTo>
                  <a:lnTo>
                    <a:pt x="1122794" y="333044"/>
                  </a:lnTo>
                  <a:lnTo>
                    <a:pt x="1094232" y="353568"/>
                  </a:lnTo>
                  <a:lnTo>
                    <a:pt x="1095756" y="359664"/>
                  </a:lnTo>
                  <a:lnTo>
                    <a:pt x="1127480" y="342519"/>
                  </a:lnTo>
                  <a:lnTo>
                    <a:pt x="1156335" y="323088"/>
                  </a:lnTo>
                  <a:lnTo>
                    <a:pt x="1182344" y="301371"/>
                  </a:lnTo>
                  <a:lnTo>
                    <a:pt x="1205484" y="277368"/>
                  </a:lnTo>
                  <a:lnTo>
                    <a:pt x="1220914" y="298856"/>
                  </a:lnTo>
                  <a:lnTo>
                    <a:pt x="1248346" y="327520"/>
                  </a:lnTo>
                  <a:lnTo>
                    <a:pt x="1282852" y="346646"/>
                  </a:lnTo>
                  <a:lnTo>
                    <a:pt x="1286268" y="347472"/>
                  </a:lnTo>
                  <a:lnTo>
                    <a:pt x="1290840" y="347472"/>
                  </a:lnTo>
                  <a:lnTo>
                    <a:pt x="1290840" y="339852"/>
                  </a:lnTo>
                  <a:lnTo>
                    <a:pt x="1289316" y="336804"/>
                  </a:lnTo>
                  <a:lnTo>
                    <a:pt x="1287792" y="335280"/>
                  </a:lnTo>
                  <a:lnTo>
                    <a:pt x="1285786" y="329590"/>
                  </a:lnTo>
                  <a:lnTo>
                    <a:pt x="1284363" y="321754"/>
                  </a:lnTo>
                  <a:lnTo>
                    <a:pt x="1283500" y="311924"/>
                  </a:lnTo>
                  <a:lnTo>
                    <a:pt x="1283322" y="304800"/>
                  </a:lnTo>
                  <a:lnTo>
                    <a:pt x="1283335" y="295071"/>
                  </a:lnTo>
                  <a:lnTo>
                    <a:pt x="1285786" y="256298"/>
                  </a:lnTo>
                  <a:lnTo>
                    <a:pt x="1287792" y="237744"/>
                  </a:lnTo>
                  <a:lnTo>
                    <a:pt x="1281696" y="236220"/>
                  </a:lnTo>
                  <a:lnTo>
                    <a:pt x="1261884" y="304800"/>
                  </a:lnTo>
                  <a:lnTo>
                    <a:pt x="1248994" y="295071"/>
                  </a:lnTo>
                  <a:lnTo>
                    <a:pt x="1237678" y="284035"/>
                  </a:lnTo>
                  <a:lnTo>
                    <a:pt x="1232395" y="277368"/>
                  </a:lnTo>
                  <a:lnTo>
                    <a:pt x="1227797" y="271589"/>
                  </a:lnTo>
                  <a:lnTo>
                    <a:pt x="1219200" y="257556"/>
                  </a:lnTo>
                  <a:lnTo>
                    <a:pt x="1228064" y="241846"/>
                  </a:lnTo>
                  <a:lnTo>
                    <a:pt x="1231138" y="236220"/>
                  </a:lnTo>
                  <a:lnTo>
                    <a:pt x="1236345" y="226695"/>
                  </a:lnTo>
                  <a:lnTo>
                    <a:pt x="1244066" y="212128"/>
                  </a:lnTo>
                  <a:lnTo>
                    <a:pt x="1251204" y="198120"/>
                  </a:lnTo>
                  <a:lnTo>
                    <a:pt x="1257808" y="184937"/>
                  </a:lnTo>
                  <a:lnTo>
                    <a:pt x="1263980" y="174879"/>
                  </a:lnTo>
                  <a:lnTo>
                    <a:pt x="1269860" y="167690"/>
                  </a:lnTo>
                  <a:lnTo>
                    <a:pt x="1275600" y="163068"/>
                  </a:lnTo>
                  <a:lnTo>
                    <a:pt x="1245108" y="138684"/>
                  </a:lnTo>
                  <a:lnTo>
                    <a:pt x="1241107" y="156070"/>
                  </a:lnTo>
                  <a:lnTo>
                    <a:pt x="1233678" y="178308"/>
                  </a:lnTo>
                  <a:lnTo>
                    <a:pt x="1222819" y="205130"/>
                  </a:lnTo>
                  <a:lnTo>
                    <a:pt x="1208532" y="236220"/>
                  </a:lnTo>
                  <a:lnTo>
                    <a:pt x="1200518" y="209892"/>
                  </a:lnTo>
                  <a:lnTo>
                    <a:pt x="1194625" y="180975"/>
                  </a:lnTo>
                  <a:lnTo>
                    <a:pt x="1190752" y="149212"/>
                  </a:lnTo>
                  <a:lnTo>
                    <a:pt x="1188720" y="114300"/>
                  </a:lnTo>
                  <a:lnTo>
                    <a:pt x="1295412" y="114300"/>
                  </a:lnTo>
                  <a:close/>
                </a:path>
                <a:path w="1746885" h="411479">
                  <a:moveTo>
                    <a:pt x="1299984" y="364236"/>
                  </a:moveTo>
                  <a:lnTo>
                    <a:pt x="1267714" y="367118"/>
                  </a:lnTo>
                  <a:lnTo>
                    <a:pt x="1232725" y="368998"/>
                  </a:lnTo>
                  <a:lnTo>
                    <a:pt x="1195184" y="370027"/>
                  </a:lnTo>
                  <a:lnTo>
                    <a:pt x="1155192" y="370332"/>
                  </a:lnTo>
                  <a:lnTo>
                    <a:pt x="1114615" y="368388"/>
                  </a:lnTo>
                  <a:lnTo>
                    <a:pt x="1077468" y="362712"/>
                  </a:lnTo>
                  <a:lnTo>
                    <a:pt x="1043749" y="353618"/>
                  </a:lnTo>
                  <a:lnTo>
                    <a:pt x="1013460" y="341376"/>
                  </a:lnTo>
                  <a:lnTo>
                    <a:pt x="1013460" y="329184"/>
                  </a:lnTo>
                  <a:lnTo>
                    <a:pt x="1013460" y="254508"/>
                  </a:lnTo>
                  <a:lnTo>
                    <a:pt x="1095756" y="254508"/>
                  </a:lnTo>
                  <a:lnTo>
                    <a:pt x="1085659" y="243840"/>
                  </a:lnTo>
                  <a:lnTo>
                    <a:pt x="1068324" y="225552"/>
                  </a:lnTo>
                  <a:lnTo>
                    <a:pt x="1048512" y="243840"/>
                  </a:lnTo>
                  <a:lnTo>
                    <a:pt x="1013460" y="243840"/>
                  </a:lnTo>
                  <a:lnTo>
                    <a:pt x="1013460" y="190500"/>
                  </a:lnTo>
                  <a:lnTo>
                    <a:pt x="1024140" y="179832"/>
                  </a:lnTo>
                  <a:lnTo>
                    <a:pt x="995172" y="169164"/>
                  </a:lnTo>
                  <a:lnTo>
                    <a:pt x="1097280" y="169164"/>
                  </a:lnTo>
                  <a:lnTo>
                    <a:pt x="1069848" y="138684"/>
                  </a:lnTo>
                  <a:lnTo>
                    <a:pt x="1050036" y="158496"/>
                  </a:lnTo>
                  <a:lnTo>
                    <a:pt x="1007376" y="158496"/>
                  </a:lnTo>
                  <a:lnTo>
                    <a:pt x="1007376" y="89916"/>
                  </a:lnTo>
                  <a:lnTo>
                    <a:pt x="1086612" y="89916"/>
                  </a:lnTo>
                  <a:lnTo>
                    <a:pt x="1059180" y="57912"/>
                  </a:lnTo>
                  <a:lnTo>
                    <a:pt x="1037844" y="79248"/>
                  </a:lnTo>
                  <a:lnTo>
                    <a:pt x="1007376" y="79248"/>
                  </a:lnTo>
                  <a:lnTo>
                    <a:pt x="1007376" y="33528"/>
                  </a:lnTo>
                  <a:lnTo>
                    <a:pt x="1021080" y="24384"/>
                  </a:lnTo>
                  <a:lnTo>
                    <a:pt x="982980" y="6096"/>
                  </a:lnTo>
                  <a:lnTo>
                    <a:pt x="983221" y="23533"/>
                  </a:lnTo>
                  <a:lnTo>
                    <a:pt x="984275" y="60109"/>
                  </a:lnTo>
                  <a:lnTo>
                    <a:pt x="984504" y="79248"/>
                  </a:lnTo>
                  <a:lnTo>
                    <a:pt x="906780" y="79248"/>
                  </a:lnTo>
                  <a:lnTo>
                    <a:pt x="922020" y="94488"/>
                  </a:lnTo>
                  <a:lnTo>
                    <a:pt x="930884" y="92494"/>
                  </a:lnTo>
                  <a:lnTo>
                    <a:pt x="939165" y="91059"/>
                  </a:lnTo>
                  <a:lnTo>
                    <a:pt x="946886" y="90208"/>
                  </a:lnTo>
                  <a:lnTo>
                    <a:pt x="954024" y="89916"/>
                  </a:lnTo>
                  <a:lnTo>
                    <a:pt x="984504" y="89916"/>
                  </a:lnTo>
                  <a:lnTo>
                    <a:pt x="984504" y="158496"/>
                  </a:lnTo>
                  <a:lnTo>
                    <a:pt x="890016" y="158496"/>
                  </a:lnTo>
                  <a:lnTo>
                    <a:pt x="906780" y="175260"/>
                  </a:lnTo>
                  <a:lnTo>
                    <a:pt x="915644" y="172389"/>
                  </a:lnTo>
                  <a:lnTo>
                    <a:pt x="923925" y="170497"/>
                  </a:lnTo>
                  <a:lnTo>
                    <a:pt x="931646" y="169481"/>
                  </a:lnTo>
                  <a:lnTo>
                    <a:pt x="938796" y="169164"/>
                  </a:lnTo>
                  <a:lnTo>
                    <a:pt x="990600" y="169164"/>
                  </a:lnTo>
                  <a:lnTo>
                    <a:pt x="990600" y="329184"/>
                  </a:lnTo>
                  <a:lnTo>
                    <a:pt x="981176" y="323494"/>
                  </a:lnTo>
                  <a:lnTo>
                    <a:pt x="971169" y="315658"/>
                  </a:lnTo>
                  <a:lnTo>
                    <a:pt x="960602" y="305828"/>
                  </a:lnTo>
                  <a:lnTo>
                    <a:pt x="959624" y="304800"/>
                  </a:lnTo>
                  <a:lnTo>
                    <a:pt x="949464" y="294132"/>
                  </a:lnTo>
                  <a:lnTo>
                    <a:pt x="952500" y="277368"/>
                  </a:lnTo>
                  <a:lnTo>
                    <a:pt x="955167" y="261556"/>
                  </a:lnTo>
                  <a:lnTo>
                    <a:pt x="957173" y="248920"/>
                  </a:lnTo>
                  <a:lnTo>
                    <a:pt x="958596" y="239268"/>
                  </a:lnTo>
                  <a:lnTo>
                    <a:pt x="960081" y="231584"/>
                  </a:lnTo>
                  <a:lnTo>
                    <a:pt x="962406" y="224599"/>
                  </a:lnTo>
                  <a:lnTo>
                    <a:pt x="965885" y="218490"/>
                  </a:lnTo>
                  <a:lnTo>
                    <a:pt x="970800" y="213360"/>
                  </a:lnTo>
                  <a:lnTo>
                    <a:pt x="935736" y="195072"/>
                  </a:lnTo>
                  <a:lnTo>
                    <a:pt x="933450" y="236601"/>
                  </a:lnTo>
                  <a:lnTo>
                    <a:pt x="926592" y="289560"/>
                  </a:lnTo>
                  <a:lnTo>
                    <a:pt x="912876" y="347853"/>
                  </a:lnTo>
                  <a:lnTo>
                    <a:pt x="890016" y="403860"/>
                  </a:lnTo>
                  <a:lnTo>
                    <a:pt x="896112" y="408432"/>
                  </a:lnTo>
                  <a:lnTo>
                    <a:pt x="909548" y="389242"/>
                  </a:lnTo>
                  <a:lnTo>
                    <a:pt x="922401" y="365760"/>
                  </a:lnTo>
                  <a:lnTo>
                    <a:pt x="934694" y="337718"/>
                  </a:lnTo>
                  <a:lnTo>
                    <a:pt x="946416" y="304800"/>
                  </a:lnTo>
                  <a:lnTo>
                    <a:pt x="962672" y="325094"/>
                  </a:lnTo>
                  <a:lnTo>
                    <a:pt x="1003198" y="357098"/>
                  </a:lnTo>
                  <a:lnTo>
                    <a:pt x="1052855" y="379095"/>
                  </a:lnTo>
                  <a:lnTo>
                    <a:pt x="1113332" y="392811"/>
                  </a:lnTo>
                  <a:lnTo>
                    <a:pt x="1242949" y="399034"/>
                  </a:lnTo>
                  <a:lnTo>
                    <a:pt x="1269504" y="399288"/>
                  </a:lnTo>
                  <a:lnTo>
                    <a:pt x="1272120" y="389864"/>
                  </a:lnTo>
                  <a:lnTo>
                    <a:pt x="1277886" y="382143"/>
                  </a:lnTo>
                  <a:lnTo>
                    <a:pt x="1287068" y="376148"/>
                  </a:lnTo>
                  <a:lnTo>
                    <a:pt x="1299984" y="371856"/>
                  </a:lnTo>
                  <a:lnTo>
                    <a:pt x="1299984" y="370332"/>
                  </a:lnTo>
                  <a:lnTo>
                    <a:pt x="1299984" y="364236"/>
                  </a:lnTo>
                  <a:close/>
                </a:path>
                <a:path w="1746885" h="411479">
                  <a:moveTo>
                    <a:pt x="1519428" y="115824"/>
                  </a:moveTo>
                  <a:lnTo>
                    <a:pt x="1493520" y="92964"/>
                  </a:lnTo>
                  <a:lnTo>
                    <a:pt x="1481328" y="108204"/>
                  </a:lnTo>
                  <a:lnTo>
                    <a:pt x="1431036" y="108204"/>
                  </a:lnTo>
                  <a:lnTo>
                    <a:pt x="1435354" y="87376"/>
                  </a:lnTo>
                  <a:lnTo>
                    <a:pt x="1439227" y="68389"/>
                  </a:lnTo>
                  <a:lnTo>
                    <a:pt x="1442834" y="51422"/>
                  </a:lnTo>
                  <a:lnTo>
                    <a:pt x="1446276" y="36576"/>
                  </a:lnTo>
                  <a:lnTo>
                    <a:pt x="1459992" y="25908"/>
                  </a:lnTo>
                  <a:lnTo>
                    <a:pt x="1421892" y="6096"/>
                  </a:lnTo>
                  <a:lnTo>
                    <a:pt x="1419948" y="26339"/>
                  </a:lnTo>
                  <a:lnTo>
                    <a:pt x="1416558" y="50292"/>
                  </a:lnTo>
                  <a:lnTo>
                    <a:pt x="1412036" y="77685"/>
                  </a:lnTo>
                  <a:lnTo>
                    <a:pt x="1406652" y="108204"/>
                  </a:lnTo>
                  <a:lnTo>
                    <a:pt x="1338072" y="108204"/>
                  </a:lnTo>
                  <a:lnTo>
                    <a:pt x="1348740" y="118872"/>
                  </a:lnTo>
                  <a:lnTo>
                    <a:pt x="1515516" y="118872"/>
                  </a:lnTo>
                  <a:lnTo>
                    <a:pt x="1519428" y="115824"/>
                  </a:lnTo>
                  <a:close/>
                </a:path>
                <a:path w="1746885" h="411479">
                  <a:moveTo>
                    <a:pt x="1522120" y="341528"/>
                  </a:moveTo>
                  <a:lnTo>
                    <a:pt x="1495234" y="310705"/>
                  </a:lnTo>
                  <a:lnTo>
                    <a:pt x="1464564" y="297180"/>
                  </a:lnTo>
                  <a:lnTo>
                    <a:pt x="1467739" y="288036"/>
                  </a:lnTo>
                  <a:lnTo>
                    <a:pt x="1476565" y="262585"/>
                  </a:lnTo>
                  <a:lnTo>
                    <a:pt x="1487424" y="222694"/>
                  </a:lnTo>
                  <a:lnTo>
                    <a:pt x="1497139" y="177380"/>
                  </a:lnTo>
                  <a:lnTo>
                    <a:pt x="1505712" y="126492"/>
                  </a:lnTo>
                  <a:lnTo>
                    <a:pt x="1509636" y="123444"/>
                  </a:lnTo>
                  <a:lnTo>
                    <a:pt x="1482090" y="123444"/>
                  </a:lnTo>
                  <a:lnTo>
                    <a:pt x="1474520" y="169532"/>
                  </a:lnTo>
                  <a:lnTo>
                    <a:pt x="1465326" y="214312"/>
                  </a:lnTo>
                  <a:lnTo>
                    <a:pt x="1455000" y="253682"/>
                  </a:lnTo>
                  <a:lnTo>
                    <a:pt x="1443228" y="288036"/>
                  </a:lnTo>
                  <a:lnTo>
                    <a:pt x="1426972" y="282879"/>
                  </a:lnTo>
                  <a:lnTo>
                    <a:pt x="1412557" y="278701"/>
                  </a:lnTo>
                  <a:lnTo>
                    <a:pt x="1400162" y="275399"/>
                  </a:lnTo>
                  <a:lnTo>
                    <a:pt x="1389888" y="272796"/>
                  </a:lnTo>
                  <a:lnTo>
                    <a:pt x="1399298" y="237388"/>
                  </a:lnTo>
                  <a:lnTo>
                    <a:pt x="1409128" y="199834"/>
                  </a:lnTo>
                  <a:lnTo>
                    <a:pt x="1419250" y="160286"/>
                  </a:lnTo>
                  <a:lnTo>
                    <a:pt x="1428369" y="123444"/>
                  </a:lnTo>
                  <a:lnTo>
                    <a:pt x="1404226" y="123444"/>
                  </a:lnTo>
                  <a:lnTo>
                    <a:pt x="1396822" y="161188"/>
                  </a:lnTo>
                  <a:lnTo>
                    <a:pt x="1387792" y="201358"/>
                  </a:lnTo>
                  <a:lnTo>
                    <a:pt x="1377911" y="239534"/>
                  </a:lnTo>
                  <a:lnTo>
                    <a:pt x="1367028" y="275844"/>
                  </a:lnTo>
                  <a:lnTo>
                    <a:pt x="1379893" y="280136"/>
                  </a:lnTo>
                  <a:lnTo>
                    <a:pt x="1395603" y="286131"/>
                  </a:lnTo>
                  <a:lnTo>
                    <a:pt x="1414183" y="293852"/>
                  </a:lnTo>
                  <a:lnTo>
                    <a:pt x="1435608" y="303276"/>
                  </a:lnTo>
                  <a:lnTo>
                    <a:pt x="1418424" y="328993"/>
                  </a:lnTo>
                  <a:lnTo>
                    <a:pt x="1396365" y="353568"/>
                  </a:lnTo>
                  <a:lnTo>
                    <a:pt x="1369174" y="376999"/>
                  </a:lnTo>
                  <a:lnTo>
                    <a:pt x="1336548" y="399288"/>
                  </a:lnTo>
                  <a:lnTo>
                    <a:pt x="1342644" y="403860"/>
                  </a:lnTo>
                  <a:lnTo>
                    <a:pt x="1378915" y="384454"/>
                  </a:lnTo>
                  <a:lnTo>
                    <a:pt x="1409890" y="362902"/>
                  </a:lnTo>
                  <a:lnTo>
                    <a:pt x="1435442" y="339356"/>
                  </a:lnTo>
                  <a:lnTo>
                    <a:pt x="1455420" y="313944"/>
                  </a:lnTo>
                  <a:lnTo>
                    <a:pt x="1467421" y="322237"/>
                  </a:lnTo>
                  <a:lnTo>
                    <a:pt x="1478280" y="331089"/>
                  </a:lnTo>
                  <a:lnTo>
                    <a:pt x="1487995" y="340525"/>
                  </a:lnTo>
                  <a:lnTo>
                    <a:pt x="1496568" y="350520"/>
                  </a:lnTo>
                  <a:lnTo>
                    <a:pt x="1502664" y="356616"/>
                  </a:lnTo>
                  <a:lnTo>
                    <a:pt x="1508760" y="361188"/>
                  </a:lnTo>
                  <a:lnTo>
                    <a:pt x="1516380" y="361188"/>
                  </a:lnTo>
                  <a:lnTo>
                    <a:pt x="1519428" y="356616"/>
                  </a:lnTo>
                  <a:lnTo>
                    <a:pt x="1520952" y="347472"/>
                  </a:lnTo>
                  <a:lnTo>
                    <a:pt x="1522120" y="341528"/>
                  </a:lnTo>
                  <a:close/>
                </a:path>
                <a:path w="1746885" h="411479">
                  <a:moveTo>
                    <a:pt x="1746504" y="214884"/>
                  </a:moveTo>
                  <a:lnTo>
                    <a:pt x="1714500" y="181356"/>
                  </a:lnTo>
                  <a:lnTo>
                    <a:pt x="1691640" y="204216"/>
                  </a:lnTo>
                  <a:lnTo>
                    <a:pt x="1633728" y="204216"/>
                  </a:lnTo>
                  <a:lnTo>
                    <a:pt x="1633728" y="150876"/>
                  </a:lnTo>
                  <a:lnTo>
                    <a:pt x="1647444" y="138684"/>
                  </a:lnTo>
                  <a:lnTo>
                    <a:pt x="1635252" y="131064"/>
                  </a:lnTo>
                  <a:lnTo>
                    <a:pt x="1638033" y="128016"/>
                  </a:lnTo>
                  <a:lnTo>
                    <a:pt x="1646339" y="118872"/>
                  </a:lnTo>
                  <a:lnTo>
                    <a:pt x="1657159" y="107061"/>
                  </a:lnTo>
                  <a:lnTo>
                    <a:pt x="1688211" y="76200"/>
                  </a:lnTo>
                  <a:lnTo>
                    <a:pt x="1719072" y="62484"/>
                  </a:lnTo>
                  <a:lnTo>
                    <a:pt x="1714500" y="57912"/>
                  </a:lnTo>
                  <a:lnTo>
                    <a:pt x="1687068" y="30480"/>
                  </a:lnTo>
                  <a:lnTo>
                    <a:pt x="1670304" y="47244"/>
                  </a:lnTo>
                  <a:lnTo>
                    <a:pt x="1522476" y="47244"/>
                  </a:lnTo>
                  <a:lnTo>
                    <a:pt x="1539240" y="64008"/>
                  </a:lnTo>
                  <a:lnTo>
                    <a:pt x="1560576" y="57912"/>
                  </a:lnTo>
                  <a:lnTo>
                    <a:pt x="1670304" y="57912"/>
                  </a:lnTo>
                  <a:lnTo>
                    <a:pt x="1629156" y="128016"/>
                  </a:lnTo>
                  <a:lnTo>
                    <a:pt x="1607820" y="115824"/>
                  </a:lnTo>
                  <a:lnTo>
                    <a:pt x="1608709" y="136067"/>
                  </a:lnTo>
                  <a:lnTo>
                    <a:pt x="1609153" y="157734"/>
                  </a:lnTo>
                  <a:lnTo>
                    <a:pt x="1609242" y="169532"/>
                  </a:lnTo>
                  <a:lnTo>
                    <a:pt x="1609344" y="204216"/>
                  </a:lnTo>
                  <a:lnTo>
                    <a:pt x="1501140" y="204216"/>
                  </a:lnTo>
                  <a:lnTo>
                    <a:pt x="1514856" y="217932"/>
                  </a:lnTo>
                  <a:lnTo>
                    <a:pt x="1530096" y="214884"/>
                  </a:lnTo>
                  <a:lnTo>
                    <a:pt x="1609344" y="214884"/>
                  </a:lnTo>
                  <a:lnTo>
                    <a:pt x="1609344" y="362712"/>
                  </a:lnTo>
                  <a:lnTo>
                    <a:pt x="1604772" y="368808"/>
                  </a:lnTo>
                  <a:lnTo>
                    <a:pt x="1597152" y="370332"/>
                  </a:lnTo>
                  <a:lnTo>
                    <a:pt x="1590040" y="370890"/>
                  </a:lnTo>
                  <a:lnTo>
                    <a:pt x="1577911" y="370141"/>
                  </a:lnTo>
                  <a:lnTo>
                    <a:pt x="1560944" y="367982"/>
                  </a:lnTo>
                  <a:lnTo>
                    <a:pt x="1539240" y="364236"/>
                  </a:lnTo>
                  <a:lnTo>
                    <a:pt x="1539240" y="373380"/>
                  </a:lnTo>
                  <a:lnTo>
                    <a:pt x="1564132" y="381914"/>
                  </a:lnTo>
                  <a:lnTo>
                    <a:pt x="1581721" y="391287"/>
                  </a:lnTo>
                  <a:lnTo>
                    <a:pt x="1592186" y="401243"/>
                  </a:lnTo>
                  <a:lnTo>
                    <a:pt x="1595628" y="411480"/>
                  </a:lnTo>
                  <a:lnTo>
                    <a:pt x="1613369" y="401459"/>
                  </a:lnTo>
                  <a:lnTo>
                    <a:pt x="1625536" y="389572"/>
                  </a:lnTo>
                  <a:lnTo>
                    <a:pt x="1632280" y="375691"/>
                  </a:lnTo>
                  <a:lnTo>
                    <a:pt x="1632712" y="370890"/>
                  </a:lnTo>
                  <a:lnTo>
                    <a:pt x="1633728" y="359664"/>
                  </a:lnTo>
                  <a:lnTo>
                    <a:pt x="1633728" y="214884"/>
                  </a:lnTo>
                  <a:lnTo>
                    <a:pt x="1746504" y="214884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pic>
        <p:nvPicPr>
          <p:cNvPr id="37" name="object 37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5899070" y="4347971"/>
            <a:ext cx="96345" cy="94488"/>
          </a:xfrm>
          <a:prstGeom prst="rect">
            <a:avLst/>
          </a:prstGeom>
        </p:spPr>
      </p:pic>
      <p:sp>
        <p:nvSpPr>
          <p:cNvPr id="38" name="object 38"/>
          <p:cNvSpPr/>
          <p:nvPr/>
        </p:nvSpPr>
        <p:spPr>
          <a:xfrm>
            <a:off x="1751075" y="4908803"/>
            <a:ext cx="155575" cy="155575"/>
          </a:xfrm>
          <a:custGeom>
            <a:avLst/>
            <a:gdLst/>
            <a:ahLst/>
            <a:cxnLst/>
            <a:rect l="l" t="t" r="r" b="b"/>
            <a:pathLst>
              <a:path w="155575" h="155575">
                <a:moveTo>
                  <a:pt x="155448" y="155448"/>
                </a:moveTo>
                <a:lnTo>
                  <a:pt x="0" y="155448"/>
                </a:lnTo>
                <a:lnTo>
                  <a:pt x="0" y="0"/>
                </a:lnTo>
                <a:lnTo>
                  <a:pt x="155448" y="0"/>
                </a:lnTo>
                <a:lnTo>
                  <a:pt x="155448" y="155448"/>
                </a:lnTo>
                <a:close/>
              </a:path>
            </a:pathLst>
          </a:custGeom>
          <a:solidFill>
            <a:srgbClr val="3333C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" name="object 39"/>
          <p:cNvSpPr/>
          <p:nvPr/>
        </p:nvSpPr>
        <p:spPr>
          <a:xfrm>
            <a:off x="2121408" y="4716779"/>
            <a:ext cx="852169" cy="410209"/>
          </a:xfrm>
          <a:custGeom>
            <a:avLst/>
            <a:gdLst/>
            <a:ahLst/>
            <a:cxnLst/>
            <a:rect l="l" t="t" r="r" b="b"/>
            <a:pathLst>
              <a:path w="852169" h="410210">
                <a:moveTo>
                  <a:pt x="185928" y="213360"/>
                </a:moveTo>
                <a:lnTo>
                  <a:pt x="179946" y="208788"/>
                </a:lnTo>
                <a:lnTo>
                  <a:pt x="160020" y="193548"/>
                </a:lnTo>
                <a:lnTo>
                  <a:pt x="152400" y="203073"/>
                </a:lnTo>
                <a:lnTo>
                  <a:pt x="152400" y="219456"/>
                </a:lnTo>
                <a:lnTo>
                  <a:pt x="152400" y="326136"/>
                </a:lnTo>
                <a:lnTo>
                  <a:pt x="85344" y="326136"/>
                </a:lnTo>
                <a:lnTo>
                  <a:pt x="85344" y="219456"/>
                </a:lnTo>
                <a:lnTo>
                  <a:pt x="152400" y="219456"/>
                </a:lnTo>
                <a:lnTo>
                  <a:pt x="152400" y="203073"/>
                </a:lnTo>
                <a:lnTo>
                  <a:pt x="147828" y="208788"/>
                </a:lnTo>
                <a:lnTo>
                  <a:pt x="85344" y="208788"/>
                </a:lnTo>
                <a:lnTo>
                  <a:pt x="60960" y="193548"/>
                </a:lnTo>
                <a:lnTo>
                  <a:pt x="61836" y="219252"/>
                </a:lnTo>
                <a:lnTo>
                  <a:pt x="62293" y="243649"/>
                </a:lnTo>
                <a:lnTo>
                  <a:pt x="62420" y="261848"/>
                </a:lnTo>
                <a:lnTo>
                  <a:pt x="62306" y="330708"/>
                </a:lnTo>
                <a:lnTo>
                  <a:pt x="62191" y="338810"/>
                </a:lnTo>
                <a:lnTo>
                  <a:pt x="61836" y="358330"/>
                </a:lnTo>
                <a:lnTo>
                  <a:pt x="60960" y="384048"/>
                </a:lnTo>
                <a:lnTo>
                  <a:pt x="85344" y="373380"/>
                </a:lnTo>
                <a:lnTo>
                  <a:pt x="85344" y="336804"/>
                </a:lnTo>
                <a:lnTo>
                  <a:pt x="152400" y="336804"/>
                </a:lnTo>
                <a:lnTo>
                  <a:pt x="152400" y="367284"/>
                </a:lnTo>
                <a:lnTo>
                  <a:pt x="176784" y="356616"/>
                </a:lnTo>
                <a:lnTo>
                  <a:pt x="175704" y="338810"/>
                </a:lnTo>
                <a:lnTo>
                  <a:pt x="175615" y="336804"/>
                </a:lnTo>
                <a:lnTo>
                  <a:pt x="175247" y="326136"/>
                </a:lnTo>
                <a:lnTo>
                  <a:pt x="174701" y="310324"/>
                </a:lnTo>
                <a:lnTo>
                  <a:pt x="173990" y="271754"/>
                </a:lnTo>
                <a:lnTo>
                  <a:pt x="173736" y="224028"/>
                </a:lnTo>
                <a:lnTo>
                  <a:pt x="178955" y="219456"/>
                </a:lnTo>
                <a:lnTo>
                  <a:pt x="185928" y="213360"/>
                </a:lnTo>
                <a:close/>
              </a:path>
              <a:path w="852169" h="410210">
                <a:moveTo>
                  <a:pt x="291084" y="158496"/>
                </a:moveTo>
                <a:lnTo>
                  <a:pt x="259080" y="126492"/>
                </a:lnTo>
                <a:lnTo>
                  <a:pt x="239268" y="147828"/>
                </a:lnTo>
                <a:lnTo>
                  <a:pt x="108204" y="147828"/>
                </a:lnTo>
                <a:lnTo>
                  <a:pt x="123444" y="163068"/>
                </a:lnTo>
                <a:lnTo>
                  <a:pt x="131965" y="161074"/>
                </a:lnTo>
                <a:lnTo>
                  <a:pt x="141351" y="159639"/>
                </a:lnTo>
                <a:lnTo>
                  <a:pt x="151295" y="158788"/>
                </a:lnTo>
                <a:lnTo>
                  <a:pt x="161544" y="158496"/>
                </a:lnTo>
                <a:lnTo>
                  <a:pt x="291084" y="158496"/>
                </a:lnTo>
                <a:close/>
              </a:path>
              <a:path w="852169" h="410210">
                <a:moveTo>
                  <a:pt x="359664" y="208788"/>
                </a:moveTo>
                <a:lnTo>
                  <a:pt x="355739" y="205740"/>
                </a:lnTo>
                <a:lnTo>
                  <a:pt x="332232" y="187452"/>
                </a:lnTo>
                <a:lnTo>
                  <a:pt x="320040" y="205740"/>
                </a:lnTo>
                <a:lnTo>
                  <a:pt x="246888" y="205740"/>
                </a:lnTo>
                <a:lnTo>
                  <a:pt x="222504" y="188976"/>
                </a:lnTo>
                <a:lnTo>
                  <a:pt x="223354" y="208788"/>
                </a:lnTo>
                <a:lnTo>
                  <a:pt x="223837" y="233553"/>
                </a:lnTo>
                <a:lnTo>
                  <a:pt x="223888" y="243649"/>
                </a:lnTo>
                <a:lnTo>
                  <a:pt x="224015" y="288036"/>
                </a:lnTo>
                <a:lnTo>
                  <a:pt x="223901" y="344690"/>
                </a:lnTo>
                <a:lnTo>
                  <a:pt x="223799" y="358330"/>
                </a:lnTo>
                <a:lnTo>
                  <a:pt x="223393" y="384048"/>
                </a:lnTo>
                <a:lnTo>
                  <a:pt x="222504" y="409956"/>
                </a:lnTo>
                <a:lnTo>
                  <a:pt x="246888" y="397764"/>
                </a:lnTo>
                <a:lnTo>
                  <a:pt x="246888" y="214884"/>
                </a:lnTo>
                <a:lnTo>
                  <a:pt x="324612" y="214884"/>
                </a:lnTo>
                <a:lnTo>
                  <a:pt x="324612" y="318516"/>
                </a:lnTo>
                <a:lnTo>
                  <a:pt x="323773" y="328523"/>
                </a:lnTo>
                <a:lnTo>
                  <a:pt x="281762" y="338810"/>
                </a:lnTo>
                <a:lnTo>
                  <a:pt x="265176" y="336804"/>
                </a:lnTo>
                <a:lnTo>
                  <a:pt x="265176" y="344424"/>
                </a:lnTo>
                <a:lnTo>
                  <a:pt x="285407" y="350697"/>
                </a:lnTo>
                <a:lnTo>
                  <a:pt x="300228" y="357949"/>
                </a:lnTo>
                <a:lnTo>
                  <a:pt x="309321" y="366077"/>
                </a:lnTo>
                <a:lnTo>
                  <a:pt x="312420" y="374904"/>
                </a:lnTo>
                <a:lnTo>
                  <a:pt x="327507" y="366928"/>
                </a:lnTo>
                <a:lnTo>
                  <a:pt x="338328" y="356806"/>
                </a:lnTo>
                <a:lnTo>
                  <a:pt x="344563" y="344690"/>
                </a:lnTo>
                <a:lnTo>
                  <a:pt x="344893" y="341376"/>
                </a:lnTo>
                <a:lnTo>
                  <a:pt x="345948" y="330708"/>
                </a:lnTo>
                <a:lnTo>
                  <a:pt x="345948" y="220980"/>
                </a:lnTo>
                <a:lnTo>
                  <a:pt x="352806" y="214884"/>
                </a:lnTo>
                <a:lnTo>
                  <a:pt x="359664" y="208788"/>
                </a:lnTo>
                <a:close/>
              </a:path>
              <a:path w="852169" h="410210">
                <a:moveTo>
                  <a:pt x="411480" y="152400"/>
                </a:moveTo>
                <a:lnTo>
                  <a:pt x="347662" y="137922"/>
                </a:lnTo>
                <a:lnTo>
                  <a:pt x="294132" y="114300"/>
                </a:lnTo>
                <a:lnTo>
                  <a:pt x="249364" y="81343"/>
                </a:lnTo>
                <a:lnTo>
                  <a:pt x="214083" y="42672"/>
                </a:lnTo>
                <a:lnTo>
                  <a:pt x="210312" y="38100"/>
                </a:lnTo>
                <a:lnTo>
                  <a:pt x="227076" y="25908"/>
                </a:lnTo>
                <a:lnTo>
                  <a:pt x="192024" y="0"/>
                </a:lnTo>
                <a:lnTo>
                  <a:pt x="163830" y="52578"/>
                </a:lnTo>
                <a:lnTo>
                  <a:pt x="121920" y="105156"/>
                </a:lnTo>
                <a:lnTo>
                  <a:pt x="66103" y="154114"/>
                </a:lnTo>
                <a:lnTo>
                  <a:pt x="0" y="190500"/>
                </a:lnTo>
                <a:lnTo>
                  <a:pt x="4572" y="198120"/>
                </a:lnTo>
                <a:lnTo>
                  <a:pt x="69532" y="167640"/>
                </a:lnTo>
                <a:lnTo>
                  <a:pt x="121920" y="132588"/>
                </a:lnTo>
                <a:lnTo>
                  <a:pt x="164211" y="91630"/>
                </a:lnTo>
                <a:lnTo>
                  <a:pt x="204216" y="42672"/>
                </a:lnTo>
                <a:lnTo>
                  <a:pt x="219405" y="66446"/>
                </a:lnTo>
                <a:lnTo>
                  <a:pt x="252641" y="106540"/>
                </a:lnTo>
                <a:lnTo>
                  <a:pt x="291249" y="139192"/>
                </a:lnTo>
                <a:lnTo>
                  <a:pt x="340918" y="169532"/>
                </a:lnTo>
                <a:lnTo>
                  <a:pt x="370332" y="184404"/>
                </a:lnTo>
                <a:lnTo>
                  <a:pt x="377190" y="174383"/>
                </a:lnTo>
                <a:lnTo>
                  <a:pt x="386334" y="167068"/>
                </a:lnTo>
                <a:lnTo>
                  <a:pt x="397764" y="162331"/>
                </a:lnTo>
                <a:lnTo>
                  <a:pt x="411480" y="160020"/>
                </a:lnTo>
                <a:lnTo>
                  <a:pt x="411480" y="152400"/>
                </a:lnTo>
                <a:close/>
              </a:path>
              <a:path w="852169" h="410210">
                <a:moveTo>
                  <a:pt x="640080" y="36576"/>
                </a:moveTo>
                <a:lnTo>
                  <a:pt x="636371" y="33528"/>
                </a:lnTo>
                <a:lnTo>
                  <a:pt x="614172" y="15240"/>
                </a:lnTo>
                <a:lnTo>
                  <a:pt x="605028" y="28956"/>
                </a:lnTo>
                <a:lnTo>
                  <a:pt x="605028" y="42672"/>
                </a:lnTo>
                <a:lnTo>
                  <a:pt x="605028" y="92964"/>
                </a:lnTo>
                <a:lnTo>
                  <a:pt x="605028" y="103632"/>
                </a:lnTo>
                <a:lnTo>
                  <a:pt x="605028" y="152400"/>
                </a:lnTo>
                <a:lnTo>
                  <a:pt x="524256" y="152400"/>
                </a:lnTo>
                <a:lnTo>
                  <a:pt x="524256" y="103632"/>
                </a:lnTo>
                <a:lnTo>
                  <a:pt x="605028" y="103632"/>
                </a:lnTo>
                <a:lnTo>
                  <a:pt x="605028" y="92964"/>
                </a:lnTo>
                <a:lnTo>
                  <a:pt x="524256" y="92964"/>
                </a:lnTo>
                <a:lnTo>
                  <a:pt x="524256" y="42672"/>
                </a:lnTo>
                <a:lnTo>
                  <a:pt x="605028" y="42672"/>
                </a:lnTo>
                <a:lnTo>
                  <a:pt x="605028" y="28956"/>
                </a:lnTo>
                <a:lnTo>
                  <a:pt x="601980" y="33528"/>
                </a:lnTo>
                <a:lnTo>
                  <a:pt x="524256" y="33528"/>
                </a:lnTo>
                <a:lnTo>
                  <a:pt x="499872" y="18288"/>
                </a:lnTo>
                <a:lnTo>
                  <a:pt x="500100" y="37134"/>
                </a:lnTo>
                <a:lnTo>
                  <a:pt x="501142" y="77444"/>
                </a:lnTo>
                <a:lnTo>
                  <a:pt x="501357" y="96012"/>
                </a:lnTo>
                <a:lnTo>
                  <a:pt x="501269" y="109728"/>
                </a:lnTo>
                <a:lnTo>
                  <a:pt x="501154" y="120523"/>
                </a:lnTo>
                <a:lnTo>
                  <a:pt x="500100" y="162293"/>
                </a:lnTo>
                <a:lnTo>
                  <a:pt x="499872" y="182880"/>
                </a:lnTo>
                <a:lnTo>
                  <a:pt x="524256" y="173736"/>
                </a:lnTo>
                <a:lnTo>
                  <a:pt x="524256" y="163068"/>
                </a:lnTo>
                <a:lnTo>
                  <a:pt x="605028" y="163068"/>
                </a:lnTo>
                <a:lnTo>
                  <a:pt x="605028" y="178308"/>
                </a:lnTo>
                <a:lnTo>
                  <a:pt x="629412" y="166116"/>
                </a:lnTo>
                <a:lnTo>
                  <a:pt x="629285" y="163068"/>
                </a:lnTo>
                <a:lnTo>
                  <a:pt x="628853" y="152400"/>
                </a:lnTo>
                <a:lnTo>
                  <a:pt x="628002" y="103632"/>
                </a:lnTo>
                <a:lnTo>
                  <a:pt x="627888" y="47244"/>
                </a:lnTo>
                <a:lnTo>
                  <a:pt x="633107" y="42672"/>
                </a:lnTo>
                <a:lnTo>
                  <a:pt x="640080" y="36576"/>
                </a:lnTo>
                <a:close/>
              </a:path>
              <a:path w="852169" h="410210">
                <a:moveTo>
                  <a:pt x="768096" y="150876"/>
                </a:moveTo>
                <a:lnTo>
                  <a:pt x="729996" y="132588"/>
                </a:lnTo>
                <a:lnTo>
                  <a:pt x="730846" y="157187"/>
                </a:lnTo>
                <a:lnTo>
                  <a:pt x="731062" y="175260"/>
                </a:lnTo>
                <a:lnTo>
                  <a:pt x="729996" y="225552"/>
                </a:lnTo>
                <a:lnTo>
                  <a:pt x="723138" y="264223"/>
                </a:lnTo>
                <a:lnTo>
                  <a:pt x="694867" y="312026"/>
                </a:lnTo>
                <a:lnTo>
                  <a:pt x="658914" y="341122"/>
                </a:lnTo>
                <a:lnTo>
                  <a:pt x="635508" y="355092"/>
                </a:lnTo>
                <a:lnTo>
                  <a:pt x="638556" y="359664"/>
                </a:lnTo>
                <a:lnTo>
                  <a:pt x="680847" y="340233"/>
                </a:lnTo>
                <a:lnTo>
                  <a:pt x="723392" y="305689"/>
                </a:lnTo>
                <a:lnTo>
                  <a:pt x="746760" y="265176"/>
                </a:lnTo>
                <a:lnTo>
                  <a:pt x="752284" y="224980"/>
                </a:lnTo>
                <a:lnTo>
                  <a:pt x="754380" y="163068"/>
                </a:lnTo>
                <a:lnTo>
                  <a:pt x="768096" y="150876"/>
                </a:lnTo>
                <a:close/>
              </a:path>
              <a:path w="852169" h="410210">
                <a:moveTo>
                  <a:pt x="835152" y="316992"/>
                </a:moveTo>
                <a:lnTo>
                  <a:pt x="807148" y="288607"/>
                </a:lnTo>
                <a:lnTo>
                  <a:pt x="754380" y="262128"/>
                </a:lnTo>
                <a:lnTo>
                  <a:pt x="751332" y="268224"/>
                </a:lnTo>
                <a:lnTo>
                  <a:pt x="773061" y="285927"/>
                </a:lnTo>
                <a:lnTo>
                  <a:pt x="790384" y="302323"/>
                </a:lnTo>
                <a:lnTo>
                  <a:pt x="803402" y="317309"/>
                </a:lnTo>
                <a:lnTo>
                  <a:pt x="812292" y="330708"/>
                </a:lnTo>
                <a:lnTo>
                  <a:pt x="818235" y="341122"/>
                </a:lnTo>
                <a:lnTo>
                  <a:pt x="821436" y="347472"/>
                </a:lnTo>
                <a:lnTo>
                  <a:pt x="827532" y="347472"/>
                </a:lnTo>
                <a:lnTo>
                  <a:pt x="832104" y="338328"/>
                </a:lnTo>
                <a:lnTo>
                  <a:pt x="835152" y="326136"/>
                </a:lnTo>
                <a:lnTo>
                  <a:pt x="835152" y="316992"/>
                </a:lnTo>
                <a:close/>
              </a:path>
              <a:path w="852169" h="410210">
                <a:moveTo>
                  <a:pt x="848868" y="45720"/>
                </a:moveTo>
                <a:lnTo>
                  <a:pt x="821436" y="13716"/>
                </a:lnTo>
                <a:lnTo>
                  <a:pt x="800100" y="35052"/>
                </a:lnTo>
                <a:lnTo>
                  <a:pt x="649224" y="35052"/>
                </a:lnTo>
                <a:lnTo>
                  <a:pt x="664464" y="50292"/>
                </a:lnTo>
                <a:lnTo>
                  <a:pt x="674103" y="48298"/>
                </a:lnTo>
                <a:lnTo>
                  <a:pt x="684466" y="46863"/>
                </a:lnTo>
                <a:lnTo>
                  <a:pt x="695109" y="46012"/>
                </a:lnTo>
                <a:lnTo>
                  <a:pt x="705612" y="45720"/>
                </a:lnTo>
                <a:lnTo>
                  <a:pt x="726948" y="45720"/>
                </a:lnTo>
                <a:lnTo>
                  <a:pt x="725512" y="57442"/>
                </a:lnTo>
                <a:lnTo>
                  <a:pt x="723519" y="69723"/>
                </a:lnTo>
                <a:lnTo>
                  <a:pt x="720940" y="82588"/>
                </a:lnTo>
                <a:lnTo>
                  <a:pt x="717804" y="96012"/>
                </a:lnTo>
                <a:lnTo>
                  <a:pt x="696468" y="96012"/>
                </a:lnTo>
                <a:lnTo>
                  <a:pt x="672084" y="80772"/>
                </a:lnTo>
                <a:lnTo>
                  <a:pt x="672312" y="101968"/>
                </a:lnTo>
                <a:lnTo>
                  <a:pt x="673265" y="144119"/>
                </a:lnTo>
                <a:lnTo>
                  <a:pt x="673379" y="150876"/>
                </a:lnTo>
                <a:lnTo>
                  <a:pt x="673493" y="163068"/>
                </a:lnTo>
                <a:lnTo>
                  <a:pt x="673392" y="196811"/>
                </a:lnTo>
                <a:lnTo>
                  <a:pt x="673290" y="203530"/>
                </a:lnTo>
                <a:lnTo>
                  <a:pt x="672312" y="244487"/>
                </a:lnTo>
                <a:lnTo>
                  <a:pt x="672084" y="263652"/>
                </a:lnTo>
                <a:lnTo>
                  <a:pt x="696468" y="249936"/>
                </a:lnTo>
                <a:lnTo>
                  <a:pt x="696468" y="105156"/>
                </a:lnTo>
                <a:lnTo>
                  <a:pt x="797052" y="105156"/>
                </a:lnTo>
                <a:lnTo>
                  <a:pt x="797052" y="259080"/>
                </a:lnTo>
                <a:lnTo>
                  <a:pt x="821436" y="246888"/>
                </a:lnTo>
                <a:lnTo>
                  <a:pt x="820559" y="228600"/>
                </a:lnTo>
                <a:lnTo>
                  <a:pt x="820077" y="212128"/>
                </a:lnTo>
                <a:lnTo>
                  <a:pt x="819950" y="203530"/>
                </a:lnTo>
                <a:lnTo>
                  <a:pt x="819912" y="109728"/>
                </a:lnTo>
                <a:lnTo>
                  <a:pt x="825131" y="105156"/>
                </a:lnTo>
                <a:lnTo>
                  <a:pt x="832104" y="99060"/>
                </a:lnTo>
                <a:lnTo>
                  <a:pt x="827874" y="96012"/>
                </a:lnTo>
                <a:lnTo>
                  <a:pt x="804672" y="79248"/>
                </a:lnTo>
                <a:lnTo>
                  <a:pt x="792480" y="96012"/>
                </a:lnTo>
                <a:lnTo>
                  <a:pt x="726948" y="96012"/>
                </a:lnTo>
                <a:lnTo>
                  <a:pt x="737133" y="77660"/>
                </a:lnTo>
                <a:lnTo>
                  <a:pt x="745426" y="62865"/>
                </a:lnTo>
                <a:lnTo>
                  <a:pt x="751586" y="52298"/>
                </a:lnTo>
                <a:lnTo>
                  <a:pt x="755904" y="45720"/>
                </a:lnTo>
                <a:lnTo>
                  <a:pt x="848868" y="45720"/>
                </a:lnTo>
                <a:close/>
              </a:path>
              <a:path w="852169" h="410210">
                <a:moveTo>
                  <a:pt x="851916" y="359664"/>
                </a:moveTo>
                <a:lnTo>
                  <a:pt x="815619" y="363651"/>
                </a:lnTo>
                <a:lnTo>
                  <a:pt x="777621" y="366331"/>
                </a:lnTo>
                <a:lnTo>
                  <a:pt x="744728" y="367385"/>
                </a:lnTo>
                <a:lnTo>
                  <a:pt x="696468" y="367284"/>
                </a:lnTo>
                <a:lnTo>
                  <a:pt x="657313" y="366166"/>
                </a:lnTo>
                <a:lnTo>
                  <a:pt x="624459" y="362902"/>
                </a:lnTo>
                <a:lnTo>
                  <a:pt x="597877" y="357644"/>
                </a:lnTo>
                <a:lnTo>
                  <a:pt x="577596" y="350520"/>
                </a:lnTo>
                <a:lnTo>
                  <a:pt x="577596" y="344424"/>
                </a:lnTo>
                <a:lnTo>
                  <a:pt x="577596" y="283464"/>
                </a:lnTo>
                <a:lnTo>
                  <a:pt x="655320" y="283464"/>
                </a:lnTo>
                <a:lnTo>
                  <a:pt x="646252" y="272796"/>
                </a:lnTo>
                <a:lnTo>
                  <a:pt x="629412" y="252984"/>
                </a:lnTo>
                <a:lnTo>
                  <a:pt x="611124" y="272796"/>
                </a:lnTo>
                <a:lnTo>
                  <a:pt x="577596" y="272796"/>
                </a:lnTo>
                <a:lnTo>
                  <a:pt x="577596" y="211836"/>
                </a:lnTo>
                <a:lnTo>
                  <a:pt x="662940" y="211836"/>
                </a:lnTo>
                <a:lnTo>
                  <a:pt x="635508" y="181356"/>
                </a:lnTo>
                <a:lnTo>
                  <a:pt x="614172" y="201168"/>
                </a:lnTo>
                <a:lnTo>
                  <a:pt x="460248" y="201168"/>
                </a:lnTo>
                <a:lnTo>
                  <a:pt x="477012" y="216408"/>
                </a:lnTo>
                <a:lnTo>
                  <a:pt x="486435" y="214414"/>
                </a:lnTo>
                <a:lnTo>
                  <a:pt x="496443" y="212979"/>
                </a:lnTo>
                <a:lnTo>
                  <a:pt x="507009" y="212128"/>
                </a:lnTo>
                <a:lnTo>
                  <a:pt x="518160" y="211836"/>
                </a:lnTo>
                <a:lnTo>
                  <a:pt x="554736" y="211836"/>
                </a:lnTo>
                <a:lnTo>
                  <a:pt x="554736" y="344424"/>
                </a:lnTo>
                <a:lnTo>
                  <a:pt x="540461" y="334098"/>
                </a:lnTo>
                <a:lnTo>
                  <a:pt x="527494" y="323469"/>
                </a:lnTo>
                <a:lnTo>
                  <a:pt x="515937" y="312280"/>
                </a:lnTo>
                <a:lnTo>
                  <a:pt x="514794" y="310896"/>
                </a:lnTo>
                <a:lnTo>
                  <a:pt x="505968" y="300228"/>
                </a:lnTo>
                <a:lnTo>
                  <a:pt x="509930" y="278879"/>
                </a:lnTo>
                <a:lnTo>
                  <a:pt x="514921" y="262699"/>
                </a:lnTo>
                <a:lnTo>
                  <a:pt x="520750" y="252018"/>
                </a:lnTo>
                <a:lnTo>
                  <a:pt x="527304" y="246888"/>
                </a:lnTo>
                <a:lnTo>
                  <a:pt x="492252" y="228600"/>
                </a:lnTo>
                <a:lnTo>
                  <a:pt x="487680" y="269938"/>
                </a:lnTo>
                <a:lnTo>
                  <a:pt x="478536" y="316992"/>
                </a:lnTo>
                <a:lnTo>
                  <a:pt x="464820" y="363855"/>
                </a:lnTo>
                <a:lnTo>
                  <a:pt x="446532" y="403860"/>
                </a:lnTo>
                <a:lnTo>
                  <a:pt x="452628" y="406908"/>
                </a:lnTo>
                <a:lnTo>
                  <a:pt x="466915" y="388264"/>
                </a:lnTo>
                <a:lnTo>
                  <a:pt x="480060" y="366331"/>
                </a:lnTo>
                <a:lnTo>
                  <a:pt x="492061" y="340690"/>
                </a:lnTo>
                <a:lnTo>
                  <a:pt x="502920" y="310896"/>
                </a:lnTo>
                <a:lnTo>
                  <a:pt x="516610" y="328879"/>
                </a:lnTo>
                <a:lnTo>
                  <a:pt x="556260" y="364236"/>
                </a:lnTo>
                <a:lnTo>
                  <a:pt x="605764" y="382892"/>
                </a:lnTo>
                <a:lnTo>
                  <a:pt x="655523" y="391083"/>
                </a:lnTo>
                <a:lnTo>
                  <a:pt x="697420" y="393763"/>
                </a:lnTo>
                <a:lnTo>
                  <a:pt x="752157" y="395033"/>
                </a:lnTo>
                <a:lnTo>
                  <a:pt x="819912" y="394716"/>
                </a:lnTo>
                <a:lnTo>
                  <a:pt x="821905" y="387007"/>
                </a:lnTo>
                <a:lnTo>
                  <a:pt x="827913" y="379857"/>
                </a:lnTo>
                <a:lnTo>
                  <a:pt x="837907" y="373291"/>
                </a:lnTo>
                <a:lnTo>
                  <a:pt x="851192" y="367601"/>
                </a:lnTo>
                <a:lnTo>
                  <a:pt x="851916" y="367284"/>
                </a:lnTo>
                <a:lnTo>
                  <a:pt x="851916" y="35966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" name="object 40"/>
          <p:cNvSpPr/>
          <p:nvPr/>
        </p:nvSpPr>
        <p:spPr>
          <a:xfrm>
            <a:off x="3020567" y="4753355"/>
            <a:ext cx="200025" cy="330835"/>
          </a:xfrm>
          <a:custGeom>
            <a:avLst/>
            <a:gdLst/>
            <a:ahLst/>
            <a:cxnLst/>
            <a:rect l="l" t="t" r="r" b="b"/>
            <a:pathLst>
              <a:path w="200025" h="330835">
                <a:moveTo>
                  <a:pt x="199643" y="330708"/>
                </a:moveTo>
                <a:lnTo>
                  <a:pt x="0" y="330708"/>
                </a:lnTo>
                <a:lnTo>
                  <a:pt x="0" y="284988"/>
                </a:lnTo>
                <a:lnTo>
                  <a:pt x="39624" y="245364"/>
                </a:lnTo>
                <a:lnTo>
                  <a:pt x="49649" y="235981"/>
                </a:lnTo>
                <a:lnTo>
                  <a:pt x="59245" y="226314"/>
                </a:lnTo>
                <a:lnTo>
                  <a:pt x="94583" y="187809"/>
                </a:lnTo>
                <a:lnTo>
                  <a:pt x="119729" y="155186"/>
                </a:lnTo>
                <a:lnTo>
                  <a:pt x="138302" y="116586"/>
                </a:lnTo>
                <a:lnTo>
                  <a:pt x="141731" y="91439"/>
                </a:lnTo>
                <a:lnTo>
                  <a:pt x="141731" y="82296"/>
                </a:lnTo>
                <a:lnTo>
                  <a:pt x="140207" y="74676"/>
                </a:lnTo>
                <a:lnTo>
                  <a:pt x="137159" y="67056"/>
                </a:lnTo>
                <a:lnTo>
                  <a:pt x="131063" y="54864"/>
                </a:lnTo>
                <a:lnTo>
                  <a:pt x="124967" y="50291"/>
                </a:lnTo>
                <a:lnTo>
                  <a:pt x="120395" y="45720"/>
                </a:lnTo>
                <a:lnTo>
                  <a:pt x="114299" y="42672"/>
                </a:lnTo>
                <a:lnTo>
                  <a:pt x="108203" y="41148"/>
                </a:lnTo>
                <a:lnTo>
                  <a:pt x="100583" y="38100"/>
                </a:lnTo>
                <a:lnTo>
                  <a:pt x="94487" y="36576"/>
                </a:lnTo>
                <a:lnTo>
                  <a:pt x="77723" y="36576"/>
                </a:lnTo>
                <a:lnTo>
                  <a:pt x="62483" y="39624"/>
                </a:lnTo>
                <a:lnTo>
                  <a:pt x="54863" y="42672"/>
                </a:lnTo>
                <a:lnTo>
                  <a:pt x="47243" y="44196"/>
                </a:lnTo>
                <a:lnTo>
                  <a:pt x="39624" y="47244"/>
                </a:lnTo>
                <a:lnTo>
                  <a:pt x="27431" y="53339"/>
                </a:lnTo>
                <a:lnTo>
                  <a:pt x="22860" y="56388"/>
                </a:lnTo>
                <a:lnTo>
                  <a:pt x="16763" y="59436"/>
                </a:lnTo>
                <a:lnTo>
                  <a:pt x="12191" y="62484"/>
                </a:lnTo>
                <a:lnTo>
                  <a:pt x="9143" y="65532"/>
                </a:lnTo>
                <a:lnTo>
                  <a:pt x="6095" y="65532"/>
                </a:lnTo>
                <a:lnTo>
                  <a:pt x="6095" y="19812"/>
                </a:lnTo>
                <a:lnTo>
                  <a:pt x="13549" y="16383"/>
                </a:lnTo>
                <a:lnTo>
                  <a:pt x="55602" y="3214"/>
                </a:lnTo>
                <a:lnTo>
                  <a:pt x="88391" y="0"/>
                </a:lnTo>
                <a:lnTo>
                  <a:pt x="110085" y="1452"/>
                </a:lnTo>
                <a:lnTo>
                  <a:pt x="160019" y="24384"/>
                </a:lnTo>
                <a:lnTo>
                  <a:pt x="184237" y="68961"/>
                </a:lnTo>
                <a:lnTo>
                  <a:pt x="185927" y="88391"/>
                </a:lnTo>
                <a:lnTo>
                  <a:pt x="185642" y="98155"/>
                </a:lnTo>
                <a:lnTo>
                  <a:pt x="175831" y="139255"/>
                </a:lnTo>
                <a:lnTo>
                  <a:pt x="154805" y="174498"/>
                </a:lnTo>
                <a:lnTo>
                  <a:pt x="124967" y="208788"/>
                </a:lnTo>
                <a:lnTo>
                  <a:pt x="115276" y="220218"/>
                </a:lnTo>
                <a:lnTo>
                  <a:pt x="104584" y="231648"/>
                </a:lnTo>
                <a:lnTo>
                  <a:pt x="93035" y="243078"/>
                </a:lnTo>
                <a:lnTo>
                  <a:pt x="80771" y="254508"/>
                </a:lnTo>
                <a:lnTo>
                  <a:pt x="68770" y="266247"/>
                </a:lnTo>
                <a:lnTo>
                  <a:pt x="57911" y="276415"/>
                </a:lnTo>
                <a:lnTo>
                  <a:pt x="48196" y="285154"/>
                </a:lnTo>
                <a:lnTo>
                  <a:pt x="39624" y="292608"/>
                </a:lnTo>
                <a:lnTo>
                  <a:pt x="199643" y="292608"/>
                </a:lnTo>
                <a:lnTo>
                  <a:pt x="199643" y="33070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" name="object 41"/>
          <p:cNvSpPr/>
          <p:nvPr/>
        </p:nvSpPr>
        <p:spPr>
          <a:xfrm>
            <a:off x="3550920" y="4834128"/>
            <a:ext cx="317500" cy="250190"/>
          </a:xfrm>
          <a:custGeom>
            <a:avLst/>
            <a:gdLst/>
            <a:ahLst/>
            <a:cxnLst/>
            <a:rect l="l" t="t" r="r" b="b"/>
            <a:pathLst>
              <a:path w="317500" h="250189">
                <a:moveTo>
                  <a:pt x="316991" y="249936"/>
                </a:moveTo>
                <a:lnTo>
                  <a:pt x="275843" y="249936"/>
                </a:lnTo>
                <a:lnTo>
                  <a:pt x="275820" y="100226"/>
                </a:lnTo>
                <a:lnTo>
                  <a:pt x="275653" y="92392"/>
                </a:lnTo>
                <a:lnTo>
                  <a:pt x="266699" y="50292"/>
                </a:lnTo>
                <a:lnTo>
                  <a:pt x="256031" y="42672"/>
                </a:lnTo>
                <a:lnTo>
                  <a:pt x="251459" y="39624"/>
                </a:lnTo>
                <a:lnTo>
                  <a:pt x="243839" y="38100"/>
                </a:lnTo>
                <a:lnTo>
                  <a:pt x="234695" y="38100"/>
                </a:lnTo>
                <a:lnTo>
                  <a:pt x="193357" y="56007"/>
                </a:lnTo>
                <a:lnTo>
                  <a:pt x="178307" y="68579"/>
                </a:lnTo>
                <a:lnTo>
                  <a:pt x="178307" y="249936"/>
                </a:lnTo>
                <a:lnTo>
                  <a:pt x="137159" y="249936"/>
                </a:lnTo>
                <a:lnTo>
                  <a:pt x="137159" y="77724"/>
                </a:lnTo>
                <a:lnTo>
                  <a:pt x="135635" y="68579"/>
                </a:lnTo>
                <a:lnTo>
                  <a:pt x="134111" y="60960"/>
                </a:lnTo>
                <a:lnTo>
                  <a:pt x="131063" y="56388"/>
                </a:lnTo>
                <a:lnTo>
                  <a:pt x="128015" y="50292"/>
                </a:lnTo>
                <a:lnTo>
                  <a:pt x="123443" y="45719"/>
                </a:lnTo>
                <a:lnTo>
                  <a:pt x="118871" y="42672"/>
                </a:lnTo>
                <a:lnTo>
                  <a:pt x="112775" y="39624"/>
                </a:lnTo>
                <a:lnTo>
                  <a:pt x="106679" y="38100"/>
                </a:lnTo>
                <a:lnTo>
                  <a:pt x="97536" y="38100"/>
                </a:lnTo>
                <a:lnTo>
                  <a:pt x="61721" y="51220"/>
                </a:lnTo>
                <a:lnTo>
                  <a:pt x="41148" y="68579"/>
                </a:lnTo>
                <a:lnTo>
                  <a:pt x="41148" y="249936"/>
                </a:lnTo>
                <a:lnTo>
                  <a:pt x="0" y="249936"/>
                </a:lnTo>
                <a:lnTo>
                  <a:pt x="0" y="6096"/>
                </a:lnTo>
                <a:lnTo>
                  <a:pt x="41148" y="6096"/>
                </a:lnTo>
                <a:lnTo>
                  <a:pt x="41148" y="33528"/>
                </a:lnTo>
                <a:lnTo>
                  <a:pt x="49148" y="26074"/>
                </a:lnTo>
                <a:lnTo>
                  <a:pt x="81200" y="5143"/>
                </a:lnTo>
                <a:lnTo>
                  <a:pt x="108203" y="0"/>
                </a:lnTo>
                <a:lnTo>
                  <a:pt x="118229" y="571"/>
                </a:lnTo>
                <a:lnTo>
                  <a:pt x="153757" y="15430"/>
                </a:lnTo>
                <a:lnTo>
                  <a:pt x="170687" y="41148"/>
                </a:lnTo>
                <a:lnTo>
                  <a:pt x="179831" y="31670"/>
                </a:lnTo>
                <a:lnTo>
                  <a:pt x="216431" y="5786"/>
                </a:lnTo>
                <a:lnTo>
                  <a:pt x="245363" y="0"/>
                </a:lnTo>
                <a:lnTo>
                  <a:pt x="253103" y="285"/>
                </a:lnTo>
                <a:lnTo>
                  <a:pt x="290822" y="15287"/>
                </a:lnTo>
                <a:lnTo>
                  <a:pt x="310895" y="48767"/>
                </a:lnTo>
                <a:lnTo>
                  <a:pt x="313777" y="57340"/>
                </a:lnTo>
                <a:lnTo>
                  <a:pt x="315658" y="67056"/>
                </a:lnTo>
                <a:lnTo>
                  <a:pt x="316682" y="77914"/>
                </a:lnTo>
                <a:lnTo>
                  <a:pt x="316991" y="89916"/>
                </a:lnTo>
                <a:lnTo>
                  <a:pt x="316991" y="24993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" name="object 42"/>
          <p:cNvSpPr/>
          <p:nvPr/>
        </p:nvSpPr>
        <p:spPr>
          <a:xfrm>
            <a:off x="3915155" y="4719828"/>
            <a:ext cx="407034" cy="407034"/>
          </a:xfrm>
          <a:custGeom>
            <a:avLst/>
            <a:gdLst/>
            <a:ahLst/>
            <a:cxnLst/>
            <a:rect l="l" t="t" r="r" b="b"/>
            <a:pathLst>
              <a:path w="407035" h="407035">
                <a:moveTo>
                  <a:pt x="94488" y="96012"/>
                </a:moveTo>
                <a:lnTo>
                  <a:pt x="71628" y="96012"/>
                </a:lnTo>
                <a:lnTo>
                  <a:pt x="71532" y="55816"/>
                </a:lnTo>
                <a:lnTo>
                  <a:pt x="71406" y="39624"/>
                </a:lnTo>
                <a:lnTo>
                  <a:pt x="70985" y="18859"/>
                </a:lnTo>
                <a:lnTo>
                  <a:pt x="70104" y="0"/>
                </a:lnTo>
                <a:lnTo>
                  <a:pt x="109728" y="19812"/>
                </a:lnTo>
                <a:lnTo>
                  <a:pt x="94488" y="32004"/>
                </a:lnTo>
                <a:lnTo>
                  <a:pt x="94488" y="96012"/>
                </a:lnTo>
                <a:close/>
              </a:path>
              <a:path w="407035" h="407035">
                <a:moveTo>
                  <a:pt x="353099" y="30480"/>
                </a:moveTo>
                <a:lnTo>
                  <a:pt x="316992" y="30480"/>
                </a:lnTo>
                <a:lnTo>
                  <a:pt x="329184" y="12192"/>
                </a:lnTo>
                <a:lnTo>
                  <a:pt x="353099" y="30480"/>
                </a:lnTo>
                <a:close/>
              </a:path>
              <a:path w="407035" h="407035">
                <a:moveTo>
                  <a:pt x="184404" y="187452"/>
                </a:moveTo>
                <a:lnTo>
                  <a:pt x="185285" y="170068"/>
                </a:lnTo>
                <a:lnTo>
                  <a:pt x="185714" y="151114"/>
                </a:lnTo>
                <a:lnTo>
                  <a:pt x="185816" y="66865"/>
                </a:lnTo>
                <a:lnTo>
                  <a:pt x="185737" y="55816"/>
                </a:lnTo>
                <a:lnTo>
                  <a:pt x="185285" y="33980"/>
                </a:lnTo>
                <a:lnTo>
                  <a:pt x="184404" y="13716"/>
                </a:lnTo>
                <a:lnTo>
                  <a:pt x="208788" y="30480"/>
                </a:lnTo>
                <a:lnTo>
                  <a:pt x="353099" y="30480"/>
                </a:lnTo>
                <a:lnTo>
                  <a:pt x="355092" y="32004"/>
                </a:lnTo>
                <a:lnTo>
                  <a:pt x="346383" y="39624"/>
                </a:lnTo>
                <a:lnTo>
                  <a:pt x="208788" y="39624"/>
                </a:lnTo>
                <a:lnTo>
                  <a:pt x="208788" y="88392"/>
                </a:lnTo>
                <a:lnTo>
                  <a:pt x="342924" y="88392"/>
                </a:lnTo>
                <a:lnTo>
                  <a:pt x="342974" y="99060"/>
                </a:lnTo>
                <a:lnTo>
                  <a:pt x="208788" y="99060"/>
                </a:lnTo>
                <a:lnTo>
                  <a:pt x="208788" y="150876"/>
                </a:lnTo>
                <a:lnTo>
                  <a:pt x="343538" y="150876"/>
                </a:lnTo>
                <a:lnTo>
                  <a:pt x="344052" y="161544"/>
                </a:lnTo>
                <a:lnTo>
                  <a:pt x="208788" y="161544"/>
                </a:lnTo>
                <a:lnTo>
                  <a:pt x="208788" y="178308"/>
                </a:lnTo>
                <a:lnTo>
                  <a:pt x="184404" y="187452"/>
                </a:lnTo>
                <a:close/>
              </a:path>
              <a:path w="407035" h="407035">
                <a:moveTo>
                  <a:pt x="342924" y="88392"/>
                </a:moveTo>
                <a:lnTo>
                  <a:pt x="320040" y="88392"/>
                </a:lnTo>
                <a:lnTo>
                  <a:pt x="320040" y="39624"/>
                </a:lnTo>
                <a:lnTo>
                  <a:pt x="346383" y="39624"/>
                </a:lnTo>
                <a:lnTo>
                  <a:pt x="342900" y="42672"/>
                </a:lnTo>
                <a:lnTo>
                  <a:pt x="342924" y="88392"/>
                </a:lnTo>
                <a:close/>
              </a:path>
              <a:path w="407035" h="407035">
                <a:moveTo>
                  <a:pt x="18288" y="109728"/>
                </a:moveTo>
                <a:lnTo>
                  <a:pt x="4571" y="96012"/>
                </a:lnTo>
                <a:lnTo>
                  <a:pt x="115824" y="96012"/>
                </a:lnTo>
                <a:lnTo>
                  <a:pt x="134112" y="76200"/>
                </a:lnTo>
                <a:lnTo>
                  <a:pt x="164592" y="106680"/>
                </a:lnTo>
                <a:lnTo>
                  <a:pt x="38100" y="106680"/>
                </a:lnTo>
                <a:lnTo>
                  <a:pt x="18288" y="109728"/>
                </a:lnTo>
                <a:close/>
              </a:path>
              <a:path w="407035" h="407035">
                <a:moveTo>
                  <a:pt x="343538" y="150876"/>
                </a:moveTo>
                <a:lnTo>
                  <a:pt x="320040" y="150876"/>
                </a:lnTo>
                <a:lnTo>
                  <a:pt x="320040" y="99060"/>
                </a:lnTo>
                <a:lnTo>
                  <a:pt x="342974" y="99060"/>
                </a:lnTo>
                <a:lnTo>
                  <a:pt x="343090" y="124206"/>
                </a:lnTo>
                <a:lnTo>
                  <a:pt x="343538" y="150876"/>
                </a:lnTo>
                <a:close/>
              </a:path>
              <a:path w="407035" h="407035">
                <a:moveTo>
                  <a:pt x="21336" y="259079"/>
                </a:moveTo>
                <a:lnTo>
                  <a:pt x="0" y="228600"/>
                </a:lnTo>
                <a:lnTo>
                  <a:pt x="12049" y="224289"/>
                </a:lnTo>
                <a:lnTo>
                  <a:pt x="27813" y="218122"/>
                </a:lnTo>
                <a:lnTo>
                  <a:pt x="47577" y="209954"/>
                </a:lnTo>
                <a:lnTo>
                  <a:pt x="71628" y="199644"/>
                </a:lnTo>
                <a:lnTo>
                  <a:pt x="71628" y="106680"/>
                </a:lnTo>
                <a:lnTo>
                  <a:pt x="94488" y="106680"/>
                </a:lnTo>
                <a:lnTo>
                  <a:pt x="94488" y="190500"/>
                </a:lnTo>
                <a:lnTo>
                  <a:pt x="120923" y="190500"/>
                </a:lnTo>
                <a:lnTo>
                  <a:pt x="94488" y="207264"/>
                </a:lnTo>
                <a:lnTo>
                  <a:pt x="94488" y="219456"/>
                </a:lnTo>
                <a:lnTo>
                  <a:pt x="71628" y="219456"/>
                </a:lnTo>
                <a:lnTo>
                  <a:pt x="60483" y="226314"/>
                </a:lnTo>
                <a:lnTo>
                  <a:pt x="49910" y="233172"/>
                </a:lnTo>
                <a:lnTo>
                  <a:pt x="39909" y="240030"/>
                </a:lnTo>
                <a:lnTo>
                  <a:pt x="30480" y="246888"/>
                </a:lnTo>
                <a:lnTo>
                  <a:pt x="21336" y="259079"/>
                </a:lnTo>
                <a:close/>
              </a:path>
              <a:path w="407035" h="407035">
                <a:moveTo>
                  <a:pt x="120923" y="190500"/>
                </a:moveTo>
                <a:lnTo>
                  <a:pt x="94488" y="190500"/>
                </a:lnTo>
                <a:lnTo>
                  <a:pt x="153924" y="161544"/>
                </a:lnTo>
                <a:lnTo>
                  <a:pt x="156972" y="167640"/>
                </a:lnTo>
                <a:lnTo>
                  <a:pt x="120923" y="190500"/>
                </a:lnTo>
                <a:close/>
              </a:path>
              <a:path w="407035" h="407035">
                <a:moveTo>
                  <a:pt x="320040" y="181356"/>
                </a:moveTo>
                <a:lnTo>
                  <a:pt x="320040" y="161544"/>
                </a:lnTo>
                <a:lnTo>
                  <a:pt x="344052" y="161544"/>
                </a:lnTo>
                <a:lnTo>
                  <a:pt x="344424" y="169164"/>
                </a:lnTo>
                <a:lnTo>
                  <a:pt x="320040" y="181356"/>
                </a:lnTo>
                <a:close/>
              </a:path>
              <a:path w="407035" h="407035">
                <a:moveTo>
                  <a:pt x="140208" y="222504"/>
                </a:moveTo>
                <a:lnTo>
                  <a:pt x="123444" y="207264"/>
                </a:lnTo>
                <a:lnTo>
                  <a:pt x="352044" y="207264"/>
                </a:lnTo>
                <a:lnTo>
                  <a:pt x="374904" y="184404"/>
                </a:lnTo>
                <a:lnTo>
                  <a:pt x="406908" y="217932"/>
                </a:lnTo>
                <a:lnTo>
                  <a:pt x="181356" y="217932"/>
                </a:lnTo>
                <a:lnTo>
                  <a:pt x="170211" y="218217"/>
                </a:lnTo>
                <a:lnTo>
                  <a:pt x="159639" y="219075"/>
                </a:lnTo>
                <a:lnTo>
                  <a:pt x="149637" y="220503"/>
                </a:lnTo>
                <a:lnTo>
                  <a:pt x="140208" y="222504"/>
                </a:lnTo>
                <a:close/>
              </a:path>
              <a:path w="407035" h="407035">
                <a:moveTo>
                  <a:pt x="278892" y="353568"/>
                </a:moveTo>
                <a:lnTo>
                  <a:pt x="256032" y="353568"/>
                </a:lnTo>
                <a:lnTo>
                  <a:pt x="256032" y="217932"/>
                </a:lnTo>
                <a:lnTo>
                  <a:pt x="278892" y="217932"/>
                </a:lnTo>
                <a:lnTo>
                  <a:pt x="278892" y="278891"/>
                </a:lnTo>
                <a:lnTo>
                  <a:pt x="377951" y="278891"/>
                </a:lnTo>
                <a:lnTo>
                  <a:pt x="388620" y="289560"/>
                </a:lnTo>
                <a:lnTo>
                  <a:pt x="278892" y="289560"/>
                </a:lnTo>
                <a:lnTo>
                  <a:pt x="278892" y="353568"/>
                </a:lnTo>
                <a:close/>
              </a:path>
              <a:path w="407035" h="407035">
                <a:moveTo>
                  <a:pt x="93310" y="362712"/>
                </a:moveTo>
                <a:lnTo>
                  <a:pt x="56388" y="362712"/>
                </a:lnTo>
                <a:lnTo>
                  <a:pt x="64127" y="361783"/>
                </a:lnTo>
                <a:lnTo>
                  <a:pt x="69151" y="358711"/>
                </a:lnTo>
                <a:lnTo>
                  <a:pt x="71604" y="353067"/>
                </a:lnTo>
                <a:lnTo>
                  <a:pt x="71628" y="219456"/>
                </a:lnTo>
                <a:lnTo>
                  <a:pt x="94488" y="219456"/>
                </a:lnTo>
                <a:lnTo>
                  <a:pt x="94488" y="355092"/>
                </a:lnTo>
                <a:lnTo>
                  <a:pt x="93310" y="362712"/>
                </a:lnTo>
                <a:close/>
              </a:path>
              <a:path w="407035" h="407035">
                <a:moveTo>
                  <a:pt x="97536" y="406908"/>
                </a:moveTo>
                <a:lnTo>
                  <a:pt x="94488" y="402336"/>
                </a:lnTo>
                <a:lnTo>
                  <a:pt x="107918" y="387524"/>
                </a:lnTo>
                <a:lnTo>
                  <a:pt x="120777" y="370713"/>
                </a:lnTo>
                <a:lnTo>
                  <a:pt x="144780" y="332232"/>
                </a:lnTo>
                <a:lnTo>
                  <a:pt x="162877" y="285369"/>
                </a:lnTo>
                <a:lnTo>
                  <a:pt x="170688" y="231648"/>
                </a:lnTo>
                <a:lnTo>
                  <a:pt x="207264" y="254508"/>
                </a:lnTo>
                <a:lnTo>
                  <a:pt x="193548" y="260603"/>
                </a:lnTo>
                <a:lnTo>
                  <a:pt x="191262" y="270343"/>
                </a:lnTo>
                <a:lnTo>
                  <a:pt x="188976" y="279082"/>
                </a:lnTo>
                <a:lnTo>
                  <a:pt x="186690" y="286964"/>
                </a:lnTo>
                <a:lnTo>
                  <a:pt x="184404" y="294132"/>
                </a:lnTo>
                <a:lnTo>
                  <a:pt x="192308" y="303276"/>
                </a:lnTo>
                <a:lnTo>
                  <a:pt x="181356" y="303276"/>
                </a:lnTo>
                <a:lnTo>
                  <a:pt x="165044" y="333827"/>
                </a:lnTo>
                <a:lnTo>
                  <a:pt x="145732" y="361378"/>
                </a:lnTo>
                <a:lnTo>
                  <a:pt x="123277" y="385786"/>
                </a:lnTo>
                <a:lnTo>
                  <a:pt x="97536" y="406908"/>
                </a:lnTo>
                <a:close/>
              </a:path>
              <a:path w="407035" h="407035">
                <a:moveTo>
                  <a:pt x="377951" y="278891"/>
                </a:moveTo>
                <a:lnTo>
                  <a:pt x="339852" y="278891"/>
                </a:lnTo>
                <a:lnTo>
                  <a:pt x="358140" y="259079"/>
                </a:lnTo>
                <a:lnTo>
                  <a:pt x="377951" y="278891"/>
                </a:lnTo>
                <a:close/>
              </a:path>
              <a:path w="407035" h="407035">
                <a:moveTo>
                  <a:pt x="376428" y="396240"/>
                </a:moveTo>
                <a:lnTo>
                  <a:pt x="333041" y="394573"/>
                </a:lnTo>
                <a:lnTo>
                  <a:pt x="267985" y="382095"/>
                </a:lnTo>
                <a:lnTo>
                  <a:pt x="229147" y="359640"/>
                </a:lnTo>
                <a:lnTo>
                  <a:pt x="196524" y="324921"/>
                </a:lnTo>
                <a:lnTo>
                  <a:pt x="181356" y="303276"/>
                </a:lnTo>
                <a:lnTo>
                  <a:pt x="192308" y="303276"/>
                </a:lnTo>
                <a:lnTo>
                  <a:pt x="200953" y="313277"/>
                </a:lnTo>
                <a:lnTo>
                  <a:pt x="218503" y="329565"/>
                </a:lnTo>
                <a:lnTo>
                  <a:pt x="236910" y="342995"/>
                </a:lnTo>
                <a:lnTo>
                  <a:pt x="256032" y="353568"/>
                </a:lnTo>
                <a:lnTo>
                  <a:pt x="278892" y="353568"/>
                </a:lnTo>
                <a:lnTo>
                  <a:pt x="278892" y="359664"/>
                </a:lnTo>
                <a:lnTo>
                  <a:pt x="294894" y="362783"/>
                </a:lnTo>
                <a:lnTo>
                  <a:pt x="310896" y="365188"/>
                </a:lnTo>
                <a:lnTo>
                  <a:pt x="326898" y="366736"/>
                </a:lnTo>
                <a:lnTo>
                  <a:pt x="342900" y="367284"/>
                </a:lnTo>
                <a:lnTo>
                  <a:pt x="406908" y="367284"/>
                </a:lnTo>
                <a:lnTo>
                  <a:pt x="406908" y="368808"/>
                </a:lnTo>
                <a:lnTo>
                  <a:pt x="393787" y="374808"/>
                </a:lnTo>
                <a:lnTo>
                  <a:pt x="384238" y="381381"/>
                </a:lnTo>
                <a:lnTo>
                  <a:pt x="378404" y="388524"/>
                </a:lnTo>
                <a:lnTo>
                  <a:pt x="376428" y="396240"/>
                </a:lnTo>
                <a:close/>
              </a:path>
              <a:path w="407035" h="407035">
                <a:moveTo>
                  <a:pt x="59436" y="400812"/>
                </a:moveTo>
                <a:lnTo>
                  <a:pt x="57411" y="391691"/>
                </a:lnTo>
                <a:lnTo>
                  <a:pt x="48958" y="382714"/>
                </a:lnTo>
                <a:lnTo>
                  <a:pt x="33932" y="374022"/>
                </a:lnTo>
                <a:lnTo>
                  <a:pt x="12192" y="365760"/>
                </a:lnTo>
                <a:lnTo>
                  <a:pt x="12192" y="358140"/>
                </a:lnTo>
                <a:lnTo>
                  <a:pt x="25312" y="360140"/>
                </a:lnTo>
                <a:lnTo>
                  <a:pt x="37147" y="361569"/>
                </a:lnTo>
                <a:lnTo>
                  <a:pt x="47553" y="362426"/>
                </a:lnTo>
                <a:lnTo>
                  <a:pt x="56388" y="362712"/>
                </a:lnTo>
                <a:lnTo>
                  <a:pt x="93310" y="362712"/>
                </a:lnTo>
                <a:lnTo>
                  <a:pt x="92225" y="369736"/>
                </a:lnTo>
                <a:lnTo>
                  <a:pt x="85534" y="381952"/>
                </a:lnTo>
                <a:lnTo>
                  <a:pt x="74556" y="392168"/>
                </a:lnTo>
                <a:lnTo>
                  <a:pt x="59436" y="400812"/>
                </a:lnTo>
                <a:close/>
              </a:path>
              <a:path w="407035" h="407035">
                <a:moveTo>
                  <a:pt x="406908" y="367284"/>
                </a:moveTo>
                <a:lnTo>
                  <a:pt x="342900" y="367284"/>
                </a:lnTo>
                <a:lnTo>
                  <a:pt x="357187" y="366998"/>
                </a:lnTo>
                <a:lnTo>
                  <a:pt x="372618" y="366141"/>
                </a:lnTo>
                <a:lnTo>
                  <a:pt x="389191" y="364712"/>
                </a:lnTo>
                <a:lnTo>
                  <a:pt x="406908" y="362712"/>
                </a:lnTo>
                <a:lnTo>
                  <a:pt x="406908" y="36728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" name="object 43"/>
          <p:cNvSpPr/>
          <p:nvPr/>
        </p:nvSpPr>
        <p:spPr>
          <a:xfrm>
            <a:off x="4396740" y="4727448"/>
            <a:ext cx="335280" cy="393700"/>
          </a:xfrm>
          <a:custGeom>
            <a:avLst/>
            <a:gdLst/>
            <a:ahLst/>
            <a:cxnLst/>
            <a:rect l="l" t="t" r="r" b="b"/>
            <a:pathLst>
              <a:path w="335279" h="393700">
                <a:moveTo>
                  <a:pt x="297180" y="393191"/>
                </a:moveTo>
                <a:lnTo>
                  <a:pt x="297180" y="364236"/>
                </a:lnTo>
                <a:lnTo>
                  <a:pt x="36575" y="364236"/>
                </a:lnTo>
                <a:lnTo>
                  <a:pt x="24383" y="376428"/>
                </a:lnTo>
                <a:lnTo>
                  <a:pt x="0" y="358140"/>
                </a:lnTo>
                <a:lnTo>
                  <a:pt x="12192" y="345948"/>
                </a:lnTo>
                <a:lnTo>
                  <a:pt x="12168" y="264271"/>
                </a:lnTo>
                <a:lnTo>
                  <a:pt x="12001" y="250316"/>
                </a:lnTo>
                <a:lnTo>
                  <a:pt x="11549" y="235791"/>
                </a:lnTo>
                <a:lnTo>
                  <a:pt x="10668" y="220980"/>
                </a:lnTo>
                <a:lnTo>
                  <a:pt x="50292" y="240791"/>
                </a:lnTo>
                <a:lnTo>
                  <a:pt x="36575" y="252984"/>
                </a:lnTo>
                <a:lnTo>
                  <a:pt x="36575" y="355091"/>
                </a:lnTo>
                <a:lnTo>
                  <a:pt x="153924" y="355091"/>
                </a:lnTo>
                <a:lnTo>
                  <a:pt x="153924" y="185928"/>
                </a:lnTo>
                <a:lnTo>
                  <a:pt x="51816" y="185928"/>
                </a:lnTo>
                <a:lnTo>
                  <a:pt x="38100" y="198120"/>
                </a:lnTo>
                <a:lnTo>
                  <a:pt x="13716" y="178308"/>
                </a:lnTo>
                <a:lnTo>
                  <a:pt x="25907" y="167640"/>
                </a:lnTo>
                <a:lnTo>
                  <a:pt x="25884" y="86320"/>
                </a:lnTo>
                <a:lnTo>
                  <a:pt x="25717" y="75247"/>
                </a:lnTo>
                <a:lnTo>
                  <a:pt x="25265" y="63888"/>
                </a:lnTo>
                <a:lnTo>
                  <a:pt x="24383" y="51816"/>
                </a:lnTo>
                <a:lnTo>
                  <a:pt x="67056" y="73152"/>
                </a:lnTo>
                <a:lnTo>
                  <a:pt x="50292" y="82296"/>
                </a:lnTo>
                <a:lnTo>
                  <a:pt x="50292" y="175260"/>
                </a:lnTo>
                <a:lnTo>
                  <a:pt x="153924" y="175260"/>
                </a:lnTo>
                <a:lnTo>
                  <a:pt x="153924" y="60960"/>
                </a:lnTo>
                <a:lnTo>
                  <a:pt x="153662" y="45219"/>
                </a:lnTo>
                <a:lnTo>
                  <a:pt x="152971" y="29908"/>
                </a:lnTo>
                <a:lnTo>
                  <a:pt x="150876" y="0"/>
                </a:lnTo>
                <a:lnTo>
                  <a:pt x="192024" y="18288"/>
                </a:lnTo>
                <a:lnTo>
                  <a:pt x="178308" y="35052"/>
                </a:lnTo>
                <a:lnTo>
                  <a:pt x="178308" y="175260"/>
                </a:lnTo>
                <a:lnTo>
                  <a:pt x="280416" y="175260"/>
                </a:lnTo>
                <a:lnTo>
                  <a:pt x="280392" y="86058"/>
                </a:lnTo>
                <a:lnTo>
                  <a:pt x="280225" y="74295"/>
                </a:lnTo>
                <a:lnTo>
                  <a:pt x="279773" y="61960"/>
                </a:lnTo>
                <a:lnTo>
                  <a:pt x="278892" y="48768"/>
                </a:lnTo>
                <a:lnTo>
                  <a:pt x="318516" y="67056"/>
                </a:lnTo>
                <a:lnTo>
                  <a:pt x="304800" y="79248"/>
                </a:lnTo>
                <a:lnTo>
                  <a:pt x="304800" y="147828"/>
                </a:lnTo>
                <a:lnTo>
                  <a:pt x="305061" y="156948"/>
                </a:lnTo>
                <a:lnTo>
                  <a:pt x="307848" y="196596"/>
                </a:lnTo>
                <a:lnTo>
                  <a:pt x="280416" y="205740"/>
                </a:lnTo>
                <a:lnTo>
                  <a:pt x="280416" y="185928"/>
                </a:lnTo>
                <a:lnTo>
                  <a:pt x="178308" y="185928"/>
                </a:lnTo>
                <a:lnTo>
                  <a:pt x="178308" y="355091"/>
                </a:lnTo>
                <a:lnTo>
                  <a:pt x="297180" y="355091"/>
                </a:lnTo>
                <a:lnTo>
                  <a:pt x="297156" y="265390"/>
                </a:lnTo>
                <a:lnTo>
                  <a:pt x="296989" y="252412"/>
                </a:lnTo>
                <a:lnTo>
                  <a:pt x="296537" y="238577"/>
                </a:lnTo>
                <a:lnTo>
                  <a:pt x="295656" y="224028"/>
                </a:lnTo>
                <a:lnTo>
                  <a:pt x="335280" y="246888"/>
                </a:lnTo>
                <a:lnTo>
                  <a:pt x="321564" y="257555"/>
                </a:lnTo>
                <a:lnTo>
                  <a:pt x="321564" y="321564"/>
                </a:lnTo>
                <a:lnTo>
                  <a:pt x="321802" y="337327"/>
                </a:lnTo>
                <a:lnTo>
                  <a:pt x="322849" y="368284"/>
                </a:lnTo>
                <a:lnTo>
                  <a:pt x="323088" y="384048"/>
                </a:lnTo>
                <a:lnTo>
                  <a:pt x="297180" y="39319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" name="object 44"/>
          <p:cNvSpPr/>
          <p:nvPr/>
        </p:nvSpPr>
        <p:spPr>
          <a:xfrm>
            <a:off x="4800587" y="4718303"/>
            <a:ext cx="855344" cy="408940"/>
          </a:xfrm>
          <a:custGeom>
            <a:avLst/>
            <a:gdLst/>
            <a:ahLst/>
            <a:cxnLst/>
            <a:rect l="l" t="t" r="r" b="b"/>
            <a:pathLst>
              <a:path w="855345" h="408939">
                <a:moveTo>
                  <a:pt x="94488" y="71628"/>
                </a:moveTo>
                <a:lnTo>
                  <a:pt x="93637" y="65278"/>
                </a:lnTo>
                <a:lnTo>
                  <a:pt x="91059" y="60198"/>
                </a:lnTo>
                <a:lnTo>
                  <a:pt x="86779" y="53848"/>
                </a:lnTo>
                <a:lnTo>
                  <a:pt x="80772" y="48768"/>
                </a:lnTo>
                <a:lnTo>
                  <a:pt x="73939" y="42418"/>
                </a:lnTo>
                <a:lnTo>
                  <a:pt x="64960" y="36068"/>
                </a:lnTo>
                <a:lnTo>
                  <a:pt x="53987" y="28448"/>
                </a:lnTo>
                <a:lnTo>
                  <a:pt x="41148" y="20828"/>
                </a:lnTo>
                <a:lnTo>
                  <a:pt x="36576" y="23368"/>
                </a:lnTo>
                <a:lnTo>
                  <a:pt x="47104" y="39878"/>
                </a:lnTo>
                <a:lnTo>
                  <a:pt x="55626" y="53848"/>
                </a:lnTo>
                <a:lnTo>
                  <a:pt x="61874" y="69088"/>
                </a:lnTo>
                <a:lnTo>
                  <a:pt x="65532" y="81788"/>
                </a:lnTo>
                <a:lnTo>
                  <a:pt x="67056" y="91948"/>
                </a:lnTo>
                <a:lnTo>
                  <a:pt x="70104" y="98298"/>
                </a:lnTo>
                <a:lnTo>
                  <a:pt x="76200" y="98298"/>
                </a:lnTo>
                <a:lnTo>
                  <a:pt x="80772" y="95758"/>
                </a:lnTo>
                <a:lnTo>
                  <a:pt x="86868" y="90678"/>
                </a:lnTo>
                <a:lnTo>
                  <a:pt x="92964" y="84328"/>
                </a:lnTo>
                <a:lnTo>
                  <a:pt x="94488" y="79248"/>
                </a:lnTo>
                <a:lnTo>
                  <a:pt x="94488" y="71628"/>
                </a:lnTo>
                <a:close/>
              </a:path>
              <a:path w="855345" h="408939">
                <a:moveTo>
                  <a:pt x="262128" y="58928"/>
                </a:moveTo>
                <a:lnTo>
                  <a:pt x="256413" y="53848"/>
                </a:lnTo>
                <a:lnTo>
                  <a:pt x="239268" y="38608"/>
                </a:lnTo>
                <a:lnTo>
                  <a:pt x="228600" y="51943"/>
                </a:lnTo>
                <a:lnTo>
                  <a:pt x="228600" y="65278"/>
                </a:lnTo>
                <a:lnTo>
                  <a:pt x="228600" y="98298"/>
                </a:lnTo>
                <a:lnTo>
                  <a:pt x="228600" y="108458"/>
                </a:lnTo>
                <a:lnTo>
                  <a:pt x="228600" y="145288"/>
                </a:lnTo>
                <a:lnTo>
                  <a:pt x="153924" y="145288"/>
                </a:lnTo>
                <a:lnTo>
                  <a:pt x="153924" y="108458"/>
                </a:lnTo>
                <a:lnTo>
                  <a:pt x="228600" y="108458"/>
                </a:lnTo>
                <a:lnTo>
                  <a:pt x="228600" y="98298"/>
                </a:lnTo>
                <a:lnTo>
                  <a:pt x="153924" y="98298"/>
                </a:lnTo>
                <a:lnTo>
                  <a:pt x="153924" y="65278"/>
                </a:lnTo>
                <a:lnTo>
                  <a:pt x="228600" y="65278"/>
                </a:lnTo>
                <a:lnTo>
                  <a:pt x="228600" y="51943"/>
                </a:lnTo>
                <a:lnTo>
                  <a:pt x="227076" y="53848"/>
                </a:lnTo>
                <a:lnTo>
                  <a:pt x="182880" y="53848"/>
                </a:lnTo>
                <a:lnTo>
                  <a:pt x="187413" y="47498"/>
                </a:lnTo>
                <a:lnTo>
                  <a:pt x="191643" y="42418"/>
                </a:lnTo>
                <a:lnTo>
                  <a:pt x="195313" y="37338"/>
                </a:lnTo>
                <a:lnTo>
                  <a:pt x="198120" y="33528"/>
                </a:lnTo>
                <a:lnTo>
                  <a:pt x="207264" y="23368"/>
                </a:lnTo>
                <a:lnTo>
                  <a:pt x="213360" y="19558"/>
                </a:lnTo>
                <a:lnTo>
                  <a:pt x="187452" y="4318"/>
                </a:lnTo>
                <a:lnTo>
                  <a:pt x="184886" y="15748"/>
                </a:lnTo>
                <a:lnTo>
                  <a:pt x="181737" y="28448"/>
                </a:lnTo>
                <a:lnTo>
                  <a:pt x="178028" y="41148"/>
                </a:lnTo>
                <a:lnTo>
                  <a:pt x="173736" y="53848"/>
                </a:lnTo>
                <a:lnTo>
                  <a:pt x="153924" y="53848"/>
                </a:lnTo>
                <a:lnTo>
                  <a:pt x="131064" y="41148"/>
                </a:lnTo>
                <a:lnTo>
                  <a:pt x="133159" y="79248"/>
                </a:lnTo>
                <a:lnTo>
                  <a:pt x="133858" y="94488"/>
                </a:lnTo>
                <a:lnTo>
                  <a:pt x="134023" y="103378"/>
                </a:lnTo>
                <a:lnTo>
                  <a:pt x="133972" y="116078"/>
                </a:lnTo>
                <a:lnTo>
                  <a:pt x="133858" y="122428"/>
                </a:lnTo>
                <a:lnTo>
                  <a:pt x="133159" y="137668"/>
                </a:lnTo>
                <a:lnTo>
                  <a:pt x="131064" y="173228"/>
                </a:lnTo>
                <a:lnTo>
                  <a:pt x="153924" y="166878"/>
                </a:lnTo>
                <a:lnTo>
                  <a:pt x="153924" y="156718"/>
                </a:lnTo>
                <a:lnTo>
                  <a:pt x="228600" y="156718"/>
                </a:lnTo>
                <a:lnTo>
                  <a:pt x="228600" y="170688"/>
                </a:lnTo>
                <a:lnTo>
                  <a:pt x="251460" y="159258"/>
                </a:lnTo>
                <a:lnTo>
                  <a:pt x="251294" y="156718"/>
                </a:lnTo>
                <a:lnTo>
                  <a:pt x="250583" y="146558"/>
                </a:lnTo>
                <a:lnTo>
                  <a:pt x="250558" y="145288"/>
                </a:lnTo>
                <a:lnTo>
                  <a:pt x="250126" y="127508"/>
                </a:lnTo>
                <a:lnTo>
                  <a:pt x="250012" y="108458"/>
                </a:lnTo>
                <a:lnTo>
                  <a:pt x="249961" y="98298"/>
                </a:lnTo>
                <a:lnTo>
                  <a:pt x="249936" y="69088"/>
                </a:lnTo>
                <a:lnTo>
                  <a:pt x="254508" y="65278"/>
                </a:lnTo>
                <a:lnTo>
                  <a:pt x="262128" y="58928"/>
                </a:lnTo>
                <a:close/>
              </a:path>
              <a:path w="855345" h="408939">
                <a:moveTo>
                  <a:pt x="284988" y="212598"/>
                </a:moveTo>
                <a:lnTo>
                  <a:pt x="260604" y="185928"/>
                </a:lnTo>
                <a:lnTo>
                  <a:pt x="240792" y="203708"/>
                </a:lnTo>
                <a:lnTo>
                  <a:pt x="202692" y="203708"/>
                </a:lnTo>
                <a:lnTo>
                  <a:pt x="211836" y="196088"/>
                </a:lnTo>
                <a:lnTo>
                  <a:pt x="213360" y="188468"/>
                </a:lnTo>
                <a:lnTo>
                  <a:pt x="210312" y="182118"/>
                </a:lnTo>
                <a:lnTo>
                  <a:pt x="206311" y="177038"/>
                </a:lnTo>
                <a:lnTo>
                  <a:pt x="198882" y="171958"/>
                </a:lnTo>
                <a:lnTo>
                  <a:pt x="188023" y="166878"/>
                </a:lnTo>
                <a:lnTo>
                  <a:pt x="173736" y="160528"/>
                </a:lnTo>
                <a:lnTo>
                  <a:pt x="170688" y="164338"/>
                </a:lnTo>
                <a:lnTo>
                  <a:pt x="178930" y="174498"/>
                </a:lnTo>
                <a:lnTo>
                  <a:pt x="185166" y="183388"/>
                </a:lnTo>
                <a:lnTo>
                  <a:pt x="189128" y="193548"/>
                </a:lnTo>
                <a:lnTo>
                  <a:pt x="190500" y="203708"/>
                </a:lnTo>
                <a:lnTo>
                  <a:pt x="109728" y="203708"/>
                </a:lnTo>
                <a:lnTo>
                  <a:pt x="124968" y="218948"/>
                </a:lnTo>
                <a:lnTo>
                  <a:pt x="144018" y="213868"/>
                </a:lnTo>
                <a:lnTo>
                  <a:pt x="153695" y="212598"/>
                </a:lnTo>
                <a:lnTo>
                  <a:pt x="163068" y="212598"/>
                </a:lnTo>
                <a:lnTo>
                  <a:pt x="160553" y="239268"/>
                </a:lnTo>
                <a:lnTo>
                  <a:pt x="150876" y="267208"/>
                </a:lnTo>
                <a:lnTo>
                  <a:pt x="134353" y="297688"/>
                </a:lnTo>
                <a:lnTo>
                  <a:pt x="111252" y="328168"/>
                </a:lnTo>
                <a:lnTo>
                  <a:pt x="114300" y="331978"/>
                </a:lnTo>
                <a:lnTo>
                  <a:pt x="138874" y="312928"/>
                </a:lnTo>
                <a:lnTo>
                  <a:pt x="157734" y="292608"/>
                </a:lnTo>
                <a:lnTo>
                  <a:pt x="170878" y="272288"/>
                </a:lnTo>
                <a:lnTo>
                  <a:pt x="178308" y="250698"/>
                </a:lnTo>
                <a:lnTo>
                  <a:pt x="224028" y="250698"/>
                </a:lnTo>
                <a:lnTo>
                  <a:pt x="218694" y="292608"/>
                </a:lnTo>
                <a:lnTo>
                  <a:pt x="208788" y="311658"/>
                </a:lnTo>
                <a:lnTo>
                  <a:pt x="193357" y="311658"/>
                </a:lnTo>
                <a:lnTo>
                  <a:pt x="185928" y="310388"/>
                </a:lnTo>
                <a:lnTo>
                  <a:pt x="177355" y="309118"/>
                </a:lnTo>
                <a:lnTo>
                  <a:pt x="167640" y="307848"/>
                </a:lnTo>
                <a:lnTo>
                  <a:pt x="166116" y="311658"/>
                </a:lnTo>
                <a:lnTo>
                  <a:pt x="182118" y="319278"/>
                </a:lnTo>
                <a:lnTo>
                  <a:pt x="193548" y="326898"/>
                </a:lnTo>
                <a:lnTo>
                  <a:pt x="200406" y="334518"/>
                </a:lnTo>
                <a:lnTo>
                  <a:pt x="202692" y="342138"/>
                </a:lnTo>
                <a:lnTo>
                  <a:pt x="213004" y="339598"/>
                </a:lnTo>
                <a:lnTo>
                  <a:pt x="238506" y="296418"/>
                </a:lnTo>
                <a:lnTo>
                  <a:pt x="245364" y="255778"/>
                </a:lnTo>
                <a:lnTo>
                  <a:pt x="253212" y="250698"/>
                </a:lnTo>
                <a:lnTo>
                  <a:pt x="259080" y="246888"/>
                </a:lnTo>
                <a:lnTo>
                  <a:pt x="252984" y="241808"/>
                </a:lnTo>
                <a:lnTo>
                  <a:pt x="234696" y="226568"/>
                </a:lnTo>
                <a:lnTo>
                  <a:pt x="222504" y="241808"/>
                </a:lnTo>
                <a:lnTo>
                  <a:pt x="179832" y="241808"/>
                </a:lnTo>
                <a:lnTo>
                  <a:pt x="181838" y="234188"/>
                </a:lnTo>
                <a:lnTo>
                  <a:pt x="183261" y="226568"/>
                </a:lnTo>
                <a:lnTo>
                  <a:pt x="184124" y="220218"/>
                </a:lnTo>
                <a:lnTo>
                  <a:pt x="184404" y="212598"/>
                </a:lnTo>
                <a:lnTo>
                  <a:pt x="284988" y="212598"/>
                </a:lnTo>
                <a:close/>
              </a:path>
              <a:path w="855345" h="408939">
                <a:moveTo>
                  <a:pt x="411480" y="361188"/>
                </a:moveTo>
                <a:lnTo>
                  <a:pt x="328993" y="366268"/>
                </a:lnTo>
                <a:lnTo>
                  <a:pt x="263652" y="368808"/>
                </a:lnTo>
                <a:lnTo>
                  <a:pt x="249389" y="367538"/>
                </a:lnTo>
                <a:lnTo>
                  <a:pt x="234124" y="367538"/>
                </a:lnTo>
                <a:lnTo>
                  <a:pt x="183451" y="362458"/>
                </a:lnTo>
                <a:lnTo>
                  <a:pt x="137160" y="347218"/>
                </a:lnTo>
                <a:lnTo>
                  <a:pt x="124040" y="338328"/>
                </a:lnTo>
                <a:lnTo>
                  <a:pt x="112204" y="330708"/>
                </a:lnTo>
                <a:lnTo>
                  <a:pt x="103543" y="324358"/>
                </a:lnTo>
                <a:lnTo>
                  <a:pt x="101803" y="323088"/>
                </a:lnTo>
                <a:lnTo>
                  <a:pt x="92964" y="315468"/>
                </a:lnTo>
                <a:lnTo>
                  <a:pt x="92964" y="168148"/>
                </a:lnTo>
                <a:lnTo>
                  <a:pt x="98679" y="164338"/>
                </a:lnTo>
                <a:lnTo>
                  <a:pt x="108204" y="157988"/>
                </a:lnTo>
                <a:lnTo>
                  <a:pt x="80772" y="135128"/>
                </a:lnTo>
                <a:lnTo>
                  <a:pt x="67056" y="155448"/>
                </a:lnTo>
                <a:lnTo>
                  <a:pt x="0" y="155448"/>
                </a:lnTo>
                <a:lnTo>
                  <a:pt x="15240" y="170688"/>
                </a:lnTo>
                <a:lnTo>
                  <a:pt x="24892" y="168148"/>
                </a:lnTo>
                <a:lnTo>
                  <a:pt x="35242" y="165608"/>
                </a:lnTo>
                <a:lnTo>
                  <a:pt x="45897" y="164338"/>
                </a:lnTo>
                <a:lnTo>
                  <a:pt x="71628" y="164338"/>
                </a:lnTo>
                <a:lnTo>
                  <a:pt x="71628" y="315468"/>
                </a:lnTo>
                <a:lnTo>
                  <a:pt x="50177" y="323088"/>
                </a:lnTo>
                <a:lnTo>
                  <a:pt x="31432" y="331978"/>
                </a:lnTo>
                <a:lnTo>
                  <a:pt x="15265" y="340868"/>
                </a:lnTo>
                <a:lnTo>
                  <a:pt x="1524" y="351028"/>
                </a:lnTo>
                <a:lnTo>
                  <a:pt x="25908" y="373888"/>
                </a:lnTo>
                <a:lnTo>
                  <a:pt x="32156" y="367538"/>
                </a:lnTo>
                <a:lnTo>
                  <a:pt x="39243" y="358648"/>
                </a:lnTo>
                <a:lnTo>
                  <a:pt x="46913" y="351028"/>
                </a:lnTo>
                <a:lnTo>
                  <a:pt x="76517" y="325628"/>
                </a:lnTo>
                <a:lnTo>
                  <a:pt x="80772" y="324358"/>
                </a:lnTo>
                <a:lnTo>
                  <a:pt x="85940" y="325628"/>
                </a:lnTo>
                <a:lnTo>
                  <a:pt x="92392" y="329438"/>
                </a:lnTo>
                <a:lnTo>
                  <a:pt x="100279" y="335788"/>
                </a:lnTo>
                <a:lnTo>
                  <a:pt x="109728" y="345948"/>
                </a:lnTo>
                <a:lnTo>
                  <a:pt x="120586" y="354838"/>
                </a:lnTo>
                <a:lnTo>
                  <a:pt x="173736" y="380238"/>
                </a:lnTo>
                <a:lnTo>
                  <a:pt x="248031" y="391668"/>
                </a:lnTo>
                <a:lnTo>
                  <a:pt x="306616" y="394208"/>
                </a:lnTo>
                <a:lnTo>
                  <a:pt x="379476" y="395478"/>
                </a:lnTo>
                <a:lnTo>
                  <a:pt x="381482" y="387858"/>
                </a:lnTo>
                <a:lnTo>
                  <a:pt x="387477" y="380238"/>
                </a:lnTo>
                <a:lnTo>
                  <a:pt x="397484" y="373888"/>
                </a:lnTo>
                <a:lnTo>
                  <a:pt x="411480" y="368808"/>
                </a:lnTo>
                <a:lnTo>
                  <a:pt x="411480" y="361188"/>
                </a:lnTo>
                <a:close/>
              </a:path>
              <a:path w="855345" h="408939">
                <a:moveTo>
                  <a:pt x="413004" y="112268"/>
                </a:moveTo>
                <a:lnTo>
                  <a:pt x="404660" y="103378"/>
                </a:lnTo>
                <a:lnTo>
                  <a:pt x="385572" y="83058"/>
                </a:lnTo>
                <a:lnTo>
                  <a:pt x="367284" y="103378"/>
                </a:lnTo>
                <a:lnTo>
                  <a:pt x="303276" y="103378"/>
                </a:lnTo>
                <a:lnTo>
                  <a:pt x="309283" y="86868"/>
                </a:lnTo>
                <a:lnTo>
                  <a:pt x="315849" y="69088"/>
                </a:lnTo>
                <a:lnTo>
                  <a:pt x="322999" y="50038"/>
                </a:lnTo>
                <a:lnTo>
                  <a:pt x="330708" y="28448"/>
                </a:lnTo>
                <a:lnTo>
                  <a:pt x="344424" y="22098"/>
                </a:lnTo>
                <a:lnTo>
                  <a:pt x="307848" y="3048"/>
                </a:lnTo>
                <a:lnTo>
                  <a:pt x="303898" y="27178"/>
                </a:lnTo>
                <a:lnTo>
                  <a:pt x="299085" y="50038"/>
                </a:lnTo>
                <a:lnTo>
                  <a:pt x="288036" y="95758"/>
                </a:lnTo>
                <a:lnTo>
                  <a:pt x="274701" y="136398"/>
                </a:lnTo>
                <a:lnTo>
                  <a:pt x="259080" y="175768"/>
                </a:lnTo>
                <a:lnTo>
                  <a:pt x="263652" y="180848"/>
                </a:lnTo>
                <a:lnTo>
                  <a:pt x="272796" y="166878"/>
                </a:lnTo>
                <a:lnTo>
                  <a:pt x="281940" y="151638"/>
                </a:lnTo>
                <a:lnTo>
                  <a:pt x="291084" y="133858"/>
                </a:lnTo>
                <a:lnTo>
                  <a:pt x="300228" y="113538"/>
                </a:lnTo>
                <a:lnTo>
                  <a:pt x="352044" y="113538"/>
                </a:lnTo>
                <a:lnTo>
                  <a:pt x="349186" y="141478"/>
                </a:lnTo>
                <a:lnTo>
                  <a:pt x="345186" y="168148"/>
                </a:lnTo>
                <a:lnTo>
                  <a:pt x="340042" y="193548"/>
                </a:lnTo>
                <a:lnTo>
                  <a:pt x="333756" y="217678"/>
                </a:lnTo>
                <a:lnTo>
                  <a:pt x="324027" y="204978"/>
                </a:lnTo>
                <a:lnTo>
                  <a:pt x="312991" y="192278"/>
                </a:lnTo>
                <a:lnTo>
                  <a:pt x="300545" y="178308"/>
                </a:lnTo>
                <a:lnTo>
                  <a:pt x="286512" y="163068"/>
                </a:lnTo>
                <a:lnTo>
                  <a:pt x="281940" y="166878"/>
                </a:lnTo>
                <a:lnTo>
                  <a:pt x="292519" y="182118"/>
                </a:lnTo>
                <a:lnTo>
                  <a:pt x="303657" y="197358"/>
                </a:lnTo>
                <a:lnTo>
                  <a:pt x="315379" y="215138"/>
                </a:lnTo>
                <a:lnTo>
                  <a:pt x="309689" y="267208"/>
                </a:lnTo>
                <a:lnTo>
                  <a:pt x="262305" y="326898"/>
                </a:lnTo>
                <a:lnTo>
                  <a:pt x="233172" y="354838"/>
                </a:lnTo>
                <a:lnTo>
                  <a:pt x="236220" y="358648"/>
                </a:lnTo>
                <a:lnTo>
                  <a:pt x="268541" y="337058"/>
                </a:lnTo>
                <a:lnTo>
                  <a:pt x="296989" y="311658"/>
                </a:lnTo>
                <a:lnTo>
                  <a:pt x="321741" y="284988"/>
                </a:lnTo>
                <a:lnTo>
                  <a:pt x="342900" y="253238"/>
                </a:lnTo>
                <a:lnTo>
                  <a:pt x="352361" y="271018"/>
                </a:lnTo>
                <a:lnTo>
                  <a:pt x="360235" y="287528"/>
                </a:lnTo>
                <a:lnTo>
                  <a:pt x="366699" y="304038"/>
                </a:lnTo>
                <a:lnTo>
                  <a:pt x="371856" y="318008"/>
                </a:lnTo>
                <a:lnTo>
                  <a:pt x="374904" y="333248"/>
                </a:lnTo>
                <a:lnTo>
                  <a:pt x="379476" y="340868"/>
                </a:lnTo>
                <a:lnTo>
                  <a:pt x="384048" y="340868"/>
                </a:lnTo>
                <a:lnTo>
                  <a:pt x="385572" y="337058"/>
                </a:lnTo>
                <a:lnTo>
                  <a:pt x="388620" y="333248"/>
                </a:lnTo>
                <a:lnTo>
                  <a:pt x="393192" y="328168"/>
                </a:lnTo>
                <a:lnTo>
                  <a:pt x="394716" y="323088"/>
                </a:lnTo>
                <a:lnTo>
                  <a:pt x="394716" y="309118"/>
                </a:lnTo>
                <a:lnTo>
                  <a:pt x="393192" y="302768"/>
                </a:lnTo>
                <a:lnTo>
                  <a:pt x="391668" y="293878"/>
                </a:lnTo>
                <a:lnTo>
                  <a:pt x="387388" y="284988"/>
                </a:lnTo>
                <a:lnTo>
                  <a:pt x="379095" y="273558"/>
                </a:lnTo>
                <a:lnTo>
                  <a:pt x="366814" y="255778"/>
                </a:lnTo>
                <a:lnTo>
                  <a:pt x="364896" y="253238"/>
                </a:lnTo>
                <a:lnTo>
                  <a:pt x="350520" y="234188"/>
                </a:lnTo>
                <a:lnTo>
                  <a:pt x="355219" y="217678"/>
                </a:lnTo>
                <a:lnTo>
                  <a:pt x="358838" y="204978"/>
                </a:lnTo>
                <a:lnTo>
                  <a:pt x="365569" y="174498"/>
                </a:lnTo>
                <a:lnTo>
                  <a:pt x="370890" y="144018"/>
                </a:lnTo>
                <a:lnTo>
                  <a:pt x="374751" y="113538"/>
                </a:lnTo>
                <a:lnTo>
                  <a:pt x="374904" y="112268"/>
                </a:lnTo>
                <a:lnTo>
                  <a:pt x="413004" y="112268"/>
                </a:lnTo>
                <a:close/>
              </a:path>
              <a:path w="855345" h="408939">
                <a:moveTo>
                  <a:pt x="543102" y="67183"/>
                </a:moveTo>
                <a:lnTo>
                  <a:pt x="520458" y="32766"/>
                </a:lnTo>
                <a:lnTo>
                  <a:pt x="495312" y="13716"/>
                </a:lnTo>
                <a:lnTo>
                  <a:pt x="489216" y="16764"/>
                </a:lnTo>
                <a:lnTo>
                  <a:pt x="498589" y="34201"/>
                </a:lnTo>
                <a:lnTo>
                  <a:pt x="505980" y="49911"/>
                </a:lnTo>
                <a:lnTo>
                  <a:pt x="511073" y="63919"/>
                </a:lnTo>
                <a:lnTo>
                  <a:pt x="513600" y="76200"/>
                </a:lnTo>
                <a:lnTo>
                  <a:pt x="515124" y="89916"/>
                </a:lnTo>
                <a:lnTo>
                  <a:pt x="518172" y="96012"/>
                </a:lnTo>
                <a:lnTo>
                  <a:pt x="522744" y="96012"/>
                </a:lnTo>
                <a:lnTo>
                  <a:pt x="536460" y="86868"/>
                </a:lnTo>
                <a:lnTo>
                  <a:pt x="539508" y="80772"/>
                </a:lnTo>
                <a:lnTo>
                  <a:pt x="542556" y="73152"/>
                </a:lnTo>
                <a:lnTo>
                  <a:pt x="543102" y="67183"/>
                </a:lnTo>
                <a:close/>
              </a:path>
              <a:path w="855345" h="408939">
                <a:moveTo>
                  <a:pt x="603516" y="271272"/>
                </a:moveTo>
                <a:lnTo>
                  <a:pt x="597420" y="266700"/>
                </a:lnTo>
                <a:lnTo>
                  <a:pt x="534936" y="323088"/>
                </a:lnTo>
                <a:lnTo>
                  <a:pt x="534936" y="169164"/>
                </a:lnTo>
                <a:lnTo>
                  <a:pt x="544461" y="161544"/>
                </a:lnTo>
                <a:lnTo>
                  <a:pt x="550176" y="156972"/>
                </a:lnTo>
                <a:lnTo>
                  <a:pt x="521220" y="134112"/>
                </a:lnTo>
                <a:lnTo>
                  <a:pt x="507504" y="150876"/>
                </a:lnTo>
                <a:lnTo>
                  <a:pt x="445020" y="150876"/>
                </a:lnTo>
                <a:lnTo>
                  <a:pt x="460260" y="167640"/>
                </a:lnTo>
                <a:lnTo>
                  <a:pt x="469353" y="164769"/>
                </a:lnTo>
                <a:lnTo>
                  <a:pt x="478167" y="162877"/>
                </a:lnTo>
                <a:lnTo>
                  <a:pt x="486397" y="161861"/>
                </a:lnTo>
                <a:lnTo>
                  <a:pt x="493788" y="161544"/>
                </a:lnTo>
                <a:lnTo>
                  <a:pt x="510552" y="161544"/>
                </a:lnTo>
                <a:lnTo>
                  <a:pt x="510552" y="323088"/>
                </a:lnTo>
                <a:lnTo>
                  <a:pt x="509993" y="329907"/>
                </a:lnTo>
                <a:lnTo>
                  <a:pt x="508457" y="336423"/>
                </a:lnTo>
                <a:lnTo>
                  <a:pt x="506044" y="342379"/>
                </a:lnTo>
                <a:lnTo>
                  <a:pt x="502932" y="347472"/>
                </a:lnTo>
                <a:lnTo>
                  <a:pt x="527316" y="374904"/>
                </a:lnTo>
                <a:lnTo>
                  <a:pt x="542213" y="351218"/>
                </a:lnTo>
                <a:lnTo>
                  <a:pt x="559701" y="325945"/>
                </a:lnTo>
                <a:lnTo>
                  <a:pt x="561873" y="323088"/>
                </a:lnTo>
                <a:lnTo>
                  <a:pt x="580034" y="299262"/>
                </a:lnTo>
                <a:lnTo>
                  <a:pt x="603516" y="271272"/>
                </a:lnTo>
                <a:close/>
              </a:path>
              <a:path w="855345" h="408939">
                <a:moveTo>
                  <a:pt x="810780" y="210312"/>
                </a:moveTo>
                <a:lnTo>
                  <a:pt x="804900" y="205740"/>
                </a:lnTo>
                <a:lnTo>
                  <a:pt x="783348" y="188976"/>
                </a:lnTo>
                <a:lnTo>
                  <a:pt x="777252" y="198564"/>
                </a:lnTo>
                <a:lnTo>
                  <a:pt x="777252" y="214884"/>
                </a:lnTo>
                <a:lnTo>
                  <a:pt x="777252" y="249936"/>
                </a:lnTo>
                <a:lnTo>
                  <a:pt x="777252" y="260604"/>
                </a:lnTo>
                <a:lnTo>
                  <a:pt x="777252" y="300228"/>
                </a:lnTo>
                <a:lnTo>
                  <a:pt x="644664" y="300228"/>
                </a:lnTo>
                <a:lnTo>
                  <a:pt x="644664" y="260604"/>
                </a:lnTo>
                <a:lnTo>
                  <a:pt x="777252" y="260604"/>
                </a:lnTo>
                <a:lnTo>
                  <a:pt x="777252" y="249936"/>
                </a:lnTo>
                <a:lnTo>
                  <a:pt x="644664" y="249936"/>
                </a:lnTo>
                <a:lnTo>
                  <a:pt x="644664" y="214884"/>
                </a:lnTo>
                <a:lnTo>
                  <a:pt x="777252" y="214884"/>
                </a:lnTo>
                <a:lnTo>
                  <a:pt x="777252" y="198564"/>
                </a:lnTo>
                <a:lnTo>
                  <a:pt x="772680" y="205740"/>
                </a:lnTo>
                <a:lnTo>
                  <a:pt x="643140" y="205740"/>
                </a:lnTo>
                <a:lnTo>
                  <a:pt x="620280" y="192024"/>
                </a:lnTo>
                <a:lnTo>
                  <a:pt x="621157" y="214655"/>
                </a:lnTo>
                <a:lnTo>
                  <a:pt x="621614" y="239268"/>
                </a:lnTo>
                <a:lnTo>
                  <a:pt x="621677" y="249936"/>
                </a:lnTo>
                <a:lnTo>
                  <a:pt x="621614" y="354330"/>
                </a:lnTo>
                <a:lnTo>
                  <a:pt x="621157" y="381812"/>
                </a:lnTo>
                <a:lnTo>
                  <a:pt x="620280" y="408432"/>
                </a:lnTo>
                <a:lnTo>
                  <a:pt x="644664" y="396240"/>
                </a:lnTo>
                <a:lnTo>
                  <a:pt x="644664" y="310896"/>
                </a:lnTo>
                <a:lnTo>
                  <a:pt x="777252" y="310896"/>
                </a:lnTo>
                <a:lnTo>
                  <a:pt x="777252" y="364236"/>
                </a:lnTo>
                <a:lnTo>
                  <a:pt x="772680" y="370332"/>
                </a:lnTo>
                <a:lnTo>
                  <a:pt x="760488" y="370332"/>
                </a:lnTo>
                <a:lnTo>
                  <a:pt x="751408" y="369430"/>
                </a:lnTo>
                <a:lnTo>
                  <a:pt x="728116" y="368198"/>
                </a:lnTo>
                <a:lnTo>
                  <a:pt x="714768" y="367284"/>
                </a:lnTo>
                <a:lnTo>
                  <a:pt x="714768" y="373380"/>
                </a:lnTo>
                <a:lnTo>
                  <a:pt x="734771" y="379691"/>
                </a:lnTo>
                <a:lnTo>
                  <a:pt x="749058" y="387286"/>
                </a:lnTo>
                <a:lnTo>
                  <a:pt x="757631" y="396316"/>
                </a:lnTo>
                <a:lnTo>
                  <a:pt x="760488" y="406908"/>
                </a:lnTo>
                <a:lnTo>
                  <a:pt x="778217" y="399770"/>
                </a:lnTo>
                <a:lnTo>
                  <a:pt x="790397" y="389763"/>
                </a:lnTo>
                <a:lnTo>
                  <a:pt x="797128" y="376910"/>
                </a:lnTo>
                <a:lnTo>
                  <a:pt x="797737" y="370332"/>
                </a:lnTo>
                <a:lnTo>
                  <a:pt x="798588" y="361188"/>
                </a:lnTo>
                <a:lnTo>
                  <a:pt x="798588" y="220980"/>
                </a:lnTo>
                <a:lnTo>
                  <a:pt x="805548" y="214884"/>
                </a:lnTo>
                <a:lnTo>
                  <a:pt x="810780" y="210312"/>
                </a:lnTo>
                <a:close/>
              </a:path>
              <a:path w="855345" h="408939">
                <a:moveTo>
                  <a:pt x="854976" y="170688"/>
                </a:moveTo>
                <a:lnTo>
                  <a:pt x="826020" y="137160"/>
                </a:lnTo>
                <a:lnTo>
                  <a:pt x="801636" y="160020"/>
                </a:lnTo>
                <a:lnTo>
                  <a:pt x="719340" y="160020"/>
                </a:lnTo>
                <a:lnTo>
                  <a:pt x="719340" y="115824"/>
                </a:lnTo>
                <a:lnTo>
                  <a:pt x="819924" y="115824"/>
                </a:lnTo>
                <a:lnTo>
                  <a:pt x="792492" y="85344"/>
                </a:lnTo>
                <a:lnTo>
                  <a:pt x="769632" y="106680"/>
                </a:lnTo>
                <a:lnTo>
                  <a:pt x="719340" y="106680"/>
                </a:lnTo>
                <a:lnTo>
                  <a:pt x="719340" y="70104"/>
                </a:lnTo>
                <a:lnTo>
                  <a:pt x="844308" y="70104"/>
                </a:lnTo>
                <a:lnTo>
                  <a:pt x="815352" y="36576"/>
                </a:lnTo>
                <a:lnTo>
                  <a:pt x="790968" y="59436"/>
                </a:lnTo>
                <a:lnTo>
                  <a:pt x="719340" y="59436"/>
                </a:lnTo>
                <a:lnTo>
                  <a:pt x="719340" y="28956"/>
                </a:lnTo>
                <a:lnTo>
                  <a:pt x="733056" y="16764"/>
                </a:lnTo>
                <a:lnTo>
                  <a:pt x="693432" y="0"/>
                </a:lnTo>
                <a:lnTo>
                  <a:pt x="694918" y="40728"/>
                </a:lnTo>
                <a:lnTo>
                  <a:pt x="694956" y="59436"/>
                </a:lnTo>
                <a:lnTo>
                  <a:pt x="580656" y="59436"/>
                </a:lnTo>
                <a:lnTo>
                  <a:pt x="595896" y="74676"/>
                </a:lnTo>
                <a:lnTo>
                  <a:pt x="604989" y="72682"/>
                </a:lnTo>
                <a:lnTo>
                  <a:pt x="613803" y="71247"/>
                </a:lnTo>
                <a:lnTo>
                  <a:pt x="622033" y="70396"/>
                </a:lnTo>
                <a:lnTo>
                  <a:pt x="629424" y="70104"/>
                </a:lnTo>
                <a:lnTo>
                  <a:pt x="694956" y="70104"/>
                </a:lnTo>
                <a:lnTo>
                  <a:pt x="694956" y="106680"/>
                </a:lnTo>
                <a:lnTo>
                  <a:pt x="606564" y="106680"/>
                </a:lnTo>
                <a:lnTo>
                  <a:pt x="621804" y="121920"/>
                </a:lnTo>
                <a:lnTo>
                  <a:pt x="640283" y="117729"/>
                </a:lnTo>
                <a:lnTo>
                  <a:pt x="648157" y="116357"/>
                </a:lnTo>
                <a:lnTo>
                  <a:pt x="655332" y="115824"/>
                </a:lnTo>
                <a:lnTo>
                  <a:pt x="694956" y="115824"/>
                </a:lnTo>
                <a:lnTo>
                  <a:pt x="694956" y="160020"/>
                </a:lnTo>
                <a:lnTo>
                  <a:pt x="566940" y="160020"/>
                </a:lnTo>
                <a:lnTo>
                  <a:pt x="582180" y="175260"/>
                </a:lnTo>
                <a:lnTo>
                  <a:pt x="591058" y="173266"/>
                </a:lnTo>
                <a:lnTo>
                  <a:pt x="599516" y="171831"/>
                </a:lnTo>
                <a:lnTo>
                  <a:pt x="607682" y="170980"/>
                </a:lnTo>
                <a:lnTo>
                  <a:pt x="615708" y="170688"/>
                </a:lnTo>
                <a:lnTo>
                  <a:pt x="854976" y="17068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" name="object 45"/>
          <p:cNvSpPr/>
          <p:nvPr/>
        </p:nvSpPr>
        <p:spPr>
          <a:xfrm>
            <a:off x="5730239" y="4719827"/>
            <a:ext cx="356870" cy="402590"/>
          </a:xfrm>
          <a:custGeom>
            <a:avLst/>
            <a:gdLst/>
            <a:ahLst/>
            <a:cxnLst/>
            <a:rect l="l" t="t" r="r" b="b"/>
            <a:pathLst>
              <a:path w="356870" h="402589">
                <a:moveTo>
                  <a:pt x="53340" y="89916"/>
                </a:moveTo>
                <a:lnTo>
                  <a:pt x="42672" y="89916"/>
                </a:lnTo>
                <a:lnTo>
                  <a:pt x="50696" y="62793"/>
                </a:lnTo>
                <a:lnTo>
                  <a:pt x="56578" y="38671"/>
                </a:lnTo>
                <a:lnTo>
                  <a:pt x="60459" y="17692"/>
                </a:lnTo>
                <a:lnTo>
                  <a:pt x="62484" y="0"/>
                </a:lnTo>
                <a:lnTo>
                  <a:pt x="100584" y="21336"/>
                </a:lnTo>
                <a:lnTo>
                  <a:pt x="91487" y="29051"/>
                </a:lnTo>
                <a:lnTo>
                  <a:pt x="80391" y="43053"/>
                </a:lnTo>
                <a:lnTo>
                  <a:pt x="67579" y="63341"/>
                </a:lnTo>
                <a:lnTo>
                  <a:pt x="53340" y="89916"/>
                </a:lnTo>
                <a:close/>
              </a:path>
              <a:path w="356870" h="402589">
                <a:moveTo>
                  <a:pt x="147828" y="192024"/>
                </a:moveTo>
                <a:lnTo>
                  <a:pt x="141732" y="187452"/>
                </a:lnTo>
                <a:lnTo>
                  <a:pt x="158877" y="160615"/>
                </a:lnTo>
                <a:lnTo>
                  <a:pt x="173736" y="135064"/>
                </a:lnTo>
                <a:lnTo>
                  <a:pt x="196596" y="88392"/>
                </a:lnTo>
                <a:lnTo>
                  <a:pt x="211264" y="44958"/>
                </a:lnTo>
                <a:lnTo>
                  <a:pt x="222503" y="1524"/>
                </a:lnTo>
                <a:lnTo>
                  <a:pt x="260603" y="24384"/>
                </a:lnTo>
                <a:lnTo>
                  <a:pt x="252864" y="32146"/>
                </a:lnTo>
                <a:lnTo>
                  <a:pt x="243268" y="46482"/>
                </a:lnTo>
                <a:lnTo>
                  <a:pt x="231671" y="67675"/>
                </a:lnTo>
                <a:lnTo>
                  <a:pt x="217932" y="96012"/>
                </a:lnTo>
                <a:lnTo>
                  <a:pt x="350520" y="96012"/>
                </a:lnTo>
                <a:lnTo>
                  <a:pt x="356616" y="102108"/>
                </a:lnTo>
                <a:lnTo>
                  <a:pt x="350901" y="106680"/>
                </a:lnTo>
                <a:lnTo>
                  <a:pt x="213360" y="106680"/>
                </a:lnTo>
                <a:lnTo>
                  <a:pt x="197977" y="130730"/>
                </a:lnTo>
                <a:lnTo>
                  <a:pt x="181737" y="152781"/>
                </a:lnTo>
                <a:lnTo>
                  <a:pt x="164925" y="173116"/>
                </a:lnTo>
                <a:lnTo>
                  <a:pt x="147828" y="192024"/>
                </a:lnTo>
                <a:close/>
              </a:path>
              <a:path w="356870" h="402589">
                <a:moveTo>
                  <a:pt x="144780" y="89916"/>
                </a:moveTo>
                <a:lnTo>
                  <a:pt x="111252" y="89916"/>
                </a:lnTo>
                <a:lnTo>
                  <a:pt x="128016" y="73152"/>
                </a:lnTo>
                <a:lnTo>
                  <a:pt x="144780" y="89916"/>
                </a:lnTo>
                <a:close/>
              </a:path>
              <a:path w="356870" h="402589">
                <a:moveTo>
                  <a:pt x="0" y="397764"/>
                </a:moveTo>
                <a:lnTo>
                  <a:pt x="834" y="359664"/>
                </a:lnTo>
                <a:lnTo>
                  <a:pt x="935" y="352615"/>
                </a:lnTo>
                <a:lnTo>
                  <a:pt x="1333" y="316992"/>
                </a:lnTo>
                <a:lnTo>
                  <a:pt x="1430" y="178308"/>
                </a:lnTo>
                <a:lnTo>
                  <a:pt x="1309" y="152781"/>
                </a:lnTo>
                <a:lnTo>
                  <a:pt x="881" y="114704"/>
                </a:lnTo>
                <a:lnTo>
                  <a:pt x="0" y="74676"/>
                </a:lnTo>
                <a:lnTo>
                  <a:pt x="25908" y="89916"/>
                </a:lnTo>
                <a:lnTo>
                  <a:pt x="144780" y="89916"/>
                </a:lnTo>
                <a:lnTo>
                  <a:pt x="153924" y="99060"/>
                </a:lnTo>
                <a:lnTo>
                  <a:pt x="151828" y="100584"/>
                </a:lnTo>
                <a:lnTo>
                  <a:pt x="24384" y="100584"/>
                </a:lnTo>
                <a:lnTo>
                  <a:pt x="24384" y="211836"/>
                </a:lnTo>
                <a:lnTo>
                  <a:pt x="137205" y="211836"/>
                </a:lnTo>
                <a:lnTo>
                  <a:pt x="137219" y="222504"/>
                </a:lnTo>
                <a:lnTo>
                  <a:pt x="24384" y="222504"/>
                </a:lnTo>
                <a:lnTo>
                  <a:pt x="24384" y="344424"/>
                </a:lnTo>
                <a:lnTo>
                  <a:pt x="137914" y="344424"/>
                </a:lnTo>
                <a:lnTo>
                  <a:pt x="137940" y="346850"/>
                </a:lnTo>
                <a:lnTo>
                  <a:pt x="138137" y="355092"/>
                </a:lnTo>
                <a:lnTo>
                  <a:pt x="24384" y="355092"/>
                </a:lnTo>
                <a:lnTo>
                  <a:pt x="24384" y="384048"/>
                </a:lnTo>
                <a:lnTo>
                  <a:pt x="0" y="397764"/>
                </a:lnTo>
                <a:close/>
              </a:path>
              <a:path w="356870" h="402589">
                <a:moveTo>
                  <a:pt x="350520" y="96012"/>
                </a:moveTo>
                <a:lnTo>
                  <a:pt x="310896" y="96012"/>
                </a:lnTo>
                <a:lnTo>
                  <a:pt x="330708" y="76200"/>
                </a:lnTo>
                <a:lnTo>
                  <a:pt x="350520" y="96012"/>
                </a:lnTo>
                <a:close/>
              </a:path>
              <a:path w="356870" h="402589">
                <a:moveTo>
                  <a:pt x="137205" y="211836"/>
                </a:moveTo>
                <a:lnTo>
                  <a:pt x="114300" y="211836"/>
                </a:lnTo>
                <a:lnTo>
                  <a:pt x="114300" y="100584"/>
                </a:lnTo>
                <a:lnTo>
                  <a:pt x="151828" y="100584"/>
                </a:lnTo>
                <a:lnTo>
                  <a:pt x="137160" y="111252"/>
                </a:lnTo>
                <a:lnTo>
                  <a:pt x="137205" y="211836"/>
                </a:lnTo>
                <a:close/>
              </a:path>
              <a:path w="356870" h="402589">
                <a:moveTo>
                  <a:pt x="327213" y="359664"/>
                </a:moveTo>
                <a:lnTo>
                  <a:pt x="283464" y="359664"/>
                </a:lnTo>
                <a:lnTo>
                  <a:pt x="291750" y="357925"/>
                </a:lnTo>
                <a:lnTo>
                  <a:pt x="298323" y="352615"/>
                </a:lnTo>
                <a:lnTo>
                  <a:pt x="308586" y="305562"/>
                </a:lnTo>
                <a:lnTo>
                  <a:pt x="310705" y="259842"/>
                </a:lnTo>
                <a:lnTo>
                  <a:pt x="312539" y="193548"/>
                </a:lnTo>
                <a:lnTo>
                  <a:pt x="313944" y="106680"/>
                </a:lnTo>
                <a:lnTo>
                  <a:pt x="350901" y="106680"/>
                </a:lnTo>
                <a:lnTo>
                  <a:pt x="341376" y="114300"/>
                </a:lnTo>
                <a:lnTo>
                  <a:pt x="339535" y="188719"/>
                </a:lnTo>
                <a:lnTo>
                  <a:pt x="337620" y="249167"/>
                </a:lnTo>
                <a:lnTo>
                  <a:pt x="335560" y="295570"/>
                </a:lnTo>
                <a:lnTo>
                  <a:pt x="333280" y="327855"/>
                </a:lnTo>
                <a:lnTo>
                  <a:pt x="330708" y="345948"/>
                </a:lnTo>
                <a:lnTo>
                  <a:pt x="327856" y="357925"/>
                </a:lnTo>
                <a:lnTo>
                  <a:pt x="327213" y="359664"/>
                </a:lnTo>
                <a:close/>
              </a:path>
              <a:path w="356870" h="402589">
                <a:moveTo>
                  <a:pt x="231648" y="269748"/>
                </a:moveTo>
                <a:lnTo>
                  <a:pt x="230124" y="269748"/>
                </a:lnTo>
                <a:lnTo>
                  <a:pt x="226742" y="268295"/>
                </a:lnTo>
                <a:lnTo>
                  <a:pt x="223647" y="263842"/>
                </a:lnTo>
                <a:lnTo>
                  <a:pt x="221122" y="256246"/>
                </a:lnTo>
                <a:lnTo>
                  <a:pt x="219456" y="245364"/>
                </a:lnTo>
                <a:lnTo>
                  <a:pt x="214884" y="228242"/>
                </a:lnTo>
                <a:lnTo>
                  <a:pt x="208026" y="211264"/>
                </a:lnTo>
                <a:lnTo>
                  <a:pt x="198882" y="194571"/>
                </a:lnTo>
                <a:lnTo>
                  <a:pt x="187452" y="178308"/>
                </a:lnTo>
                <a:lnTo>
                  <a:pt x="190500" y="172212"/>
                </a:lnTo>
                <a:lnTo>
                  <a:pt x="224028" y="199644"/>
                </a:lnTo>
                <a:lnTo>
                  <a:pt x="246888" y="236220"/>
                </a:lnTo>
                <a:lnTo>
                  <a:pt x="246888" y="248412"/>
                </a:lnTo>
                <a:lnTo>
                  <a:pt x="243840" y="254508"/>
                </a:lnTo>
                <a:lnTo>
                  <a:pt x="234696" y="266700"/>
                </a:lnTo>
                <a:lnTo>
                  <a:pt x="231648" y="269748"/>
                </a:lnTo>
                <a:close/>
              </a:path>
              <a:path w="356870" h="402589">
                <a:moveTo>
                  <a:pt x="137914" y="344424"/>
                </a:moveTo>
                <a:lnTo>
                  <a:pt x="114300" y="344424"/>
                </a:lnTo>
                <a:lnTo>
                  <a:pt x="114300" y="222504"/>
                </a:lnTo>
                <a:lnTo>
                  <a:pt x="137219" y="222504"/>
                </a:lnTo>
                <a:lnTo>
                  <a:pt x="137337" y="269748"/>
                </a:lnTo>
                <a:lnTo>
                  <a:pt x="137498" y="305562"/>
                </a:lnTo>
                <a:lnTo>
                  <a:pt x="137914" y="344424"/>
                </a:lnTo>
                <a:close/>
              </a:path>
              <a:path w="356870" h="402589">
                <a:moveTo>
                  <a:pt x="277367" y="402336"/>
                </a:moveTo>
                <a:lnTo>
                  <a:pt x="271129" y="389239"/>
                </a:lnTo>
                <a:lnTo>
                  <a:pt x="259461" y="377571"/>
                </a:lnTo>
                <a:lnTo>
                  <a:pt x="242649" y="367617"/>
                </a:lnTo>
                <a:lnTo>
                  <a:pt x="220979" y="359664"/>
                </a:lnTo>
                <a:lnTo>
                  <a:pt x="220979" y="352044"/>
                </a:lnTo>
                <a:lnTo>
                  <a:pt x="241030" y="355163"/>
                </a:lnTo>
                <a:lnTo>
                  <a:pt x="257937" y="357568"/>
                </a:lnTo>
                <a:lnTo>
                  <a:pt x="271986" y="359116"/>
                </a:lnTo>
                <a:lnTo>
                  <a:pt x="283464" y="359664"/>
                </a:lnTo>
                <a:lnTo>
                  <a:pt x="327213" y="359664"/>
                </a:lnTo>
                <a:lnTo>
                  <a:pt x="324040" y="368236"/>
                </a:lnTo>
                <a:lnTo>
                  <a:pt x="289023" y="397764"/>
                </a:lnTo>
                <a:lnTo>
                  <a:pt x="277367" y="402336"/>
                </a:lnTo>
                <a:close/>
              </a:path>
              <a:path w="356870" h="402589">
                <a:moveTo>
                  <a:pt x="114300" y="391668"/>
                </a:moveTo>
                <a:lnTo>
                  <a:pt x="114300" y="355092"/>
                </a:lnTo>
                <a:lnTo>
                  <a:pt x="138137" y="355092"/>
                </a:lnTo>
                <a:lnTo>
                  <a:pt x="138684" y="377952"/>
                </a:lnTo>
                <a:lnTo>
                  <a:pt x="114300" y="39166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" name="object 46"/>
          <p:cNvSpPr/>
          <p:nvPr/>
        </p:nvSpPr>
        <p:spPr>
          <a:xfrm>
            <a:off x="6144767" y="4870704"/>
            <a:ext cx="398145" cy="44450"/>
          </a:xfrm>
          <a:custGeom>
            <a:avLst/>
            <a:gdLst/>
            <a:ahLst/>
            <a:cxnLst/>
            <a:rect l="l" t="t" r="r" b="b"/>
            <a:pathLst>
              <a:path w="398145" h="44450">
                <a:moveTo>
                  <a:pt x="16764" y="44195"/>
                </a:moveTo>
                <a:lnTo>
                  <a:pt x="0" y="28955"/>
                </a:lnTo>
                <a:lnTo>
                  <a:pt x="324612" y="28955"/>
                </a:lnTo>
                <a:lnTo>
                  <a:pt x="358139" y="0"/>
                </a:lnTo>
                <a:lnTo>
                  <a:pt x="397763" y="39623"/>
                </a:lnTo>
                <a:lnTo>
                  <a:pt x="62484" y="39623"/>
                </a:lnTo>
                <a:lnTo>
                  <a:pt x="49339" y="39909"/>
                </a:lnTo>
                <a:lnTo>
                  <a:pt x="37338" y="40766"/>
                </a:lnTo>
                <a:lnTo>
                  <a:pt x="26479" y="42195"/>
                </a:lnTo>
                <a:lnTo>
                  <a:pt x="16764" y="4419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" name="object 47"/>
          <p:cNvSpPr/>
          <p:nvPr/>
        </p:nvSpPr>
        <p:spPr>
          <a:xfrm>
            <a:off x="6591300" y="4718304"/>
            <a:ext cx="377190" cy="405765"/>
          </a:xfrm>
          <a:custGeom>
            <a:avLst/>
            <a:gdLst/>
            <a:ahLst/>
            <a:cxnLst/>
            <a:rect l="l" t="t" r="r" b="b"/>
            <a:pathLst>
              <a:path w="377190" h="405764">
                <a:moveTo>
                  <a:pt x="45719" y="54864"/>
                </a:moveTo>
                <a:lnTo>
                  <a:pt x="45719" y="48767"/>
                </a:lnTo>
                <a:lnTo>
                  <a:pt x="95750" y="44172"/>
                </a:lnTo>
                <a:lnTo>
                  <a:pt x="140779" y="39433"/>
                </a:lnTo>
                <a:lnTo>
                  <a:pt x="180951" y="34409"/>
                </a:lnTo>
                <a:lnTo>
                  <a:pt x="248150" y="22931"/>
                </a:lnTo>
                <a:lnTo>
                  <a:pt x="303633" y="8596"/>
                </a:lnTo>
                <a:lnTo>
                  <a:pt x="327659" y="0"/>
                </a:lnTo>
                <a:lnTo>
                  <a:pt x="353107" y="32932"/>
                </a:lnTo>
                <a:lnTo>
                  <a:pt x="339613" y="32932"/>
                </a:lnTo>
                <a:lnTo>
                  <a:pt x="323087" y="33337"/>
                </a:lnTo>
                <a:lnTo>
                  <a:pt x="304276" y="34599"/>
                </a:lnTo>
                <a:lnTo>
                  <a:pt x="283463" y="36576"/>
                </a:lnTo>
                <a:lnTo>
                  <a:pt x="261508" y="39100"/>
                </a:lnTo>
                <a:lnTo>
                  <a:pt x="217027" y="44719"/>
                </a:lnTo>
                <a:lnTo>
                  <a:pt x="195071" y="47243"/>
                </a:lnTo>
                <a:lnTo>
                  <a:pt x="198258" y="48767"/>
                </a:lnTo>
                <a:lnTo>
                  <a:pt x="188975" y="48767"/>
                </a:lnTo>
                <a:lnTo>
                  <a:pt x="141517" y="51649"/>
                </a:lnTo>
                <a:lnTo>
                  <a:pt x="101917" y="53530"/>
                </a:lnTo>
                <a:lnTo>
                  <a:pt x="70032" y="54554"/>
                </a:lnTo>
                <a:lnTo>
                  <a:pt x="45719" y="54864"/>
                </a:lnTo>
                <a:close/>
              </a:path>
              <a:path w="377190" h="405764">
                <a:moveTo>
                  <a:pt x="353567" y="33528"/>
                </a:moveTo>
                <a:lnTo>
                  <a:pt x="339613" y="32932"/>
                </a:lnTo>
                <a:lnTo>
                  <a:pt x="353107" y="32932"/>
                </a:lnTo>
                <a:lnTo>
                  <a:pt x="353567" y="33528"/>
                </a:lnTo>
                <a:close/>
              </a:path>
              <a:path w="377190" h="405764">
                <a:moveTo>
                  <a:pt x="88391" y="172212"/>
                </a:moveTo>
                <a:lnTo>
                  <a:pt x="70103" y="137160"/>
                </a:lnTo>
                <a:lnTo>
                  <a:pt x="83272" y="134564"/>
                </a:lnTo>
                <a:lnTo>
                  <a:pt x="97726" y="128968"/>
                </a:lnTo>
                <a:lnTo>
                  <a:pt x="131063" y="108204"/>
                </a:lnTo>
                <a:lnTo>
                  <a:pt x="162877" y="80200"/>
                </a:lnTo>
                <a:lnTo>
                  <a:pt x="188975" y="48767"/>
                </a:lnTo>
                <a:lnTo>
                  <a:pt x="198258" y="48767"/>
                </a:lnTo>
                <a:lnTo>
                  <a:pt x="230123" y="64007"/>
                </a:lnTo>
                <a:lnTo>
                  <a:pt x="217812" y="67770"/>
                </a:lnTo>
                <a:lnTo>
                  <a:pt x="203644" y="74675"/>
                </a:lnTo>
                <a:lnTo>
                  <a:pt x="187475" y="85010"/>
                </a:lnTo>
                <a:lnTo>
                  <a:pt x="150637" y="113395"/>
                </a:lnTo>
                <a:lnTo>
                  <a:pt x="134111" y="124587"/>
                </a:lnTo>
                <a:lnTo>
                  <a:pt x="119872" y="132921"/>
                </a:lnTo>
                <a:lnTo>
                  <a:pt x="108203" y="138684"/>
                </a:lnTo>
                <a:lnTo>
                  <a:pt x="276018" y="138684"/>
                </a:lnTo>
                <a:lnTo>
                  <a:pt x="265469" y="144780"/>
                </a:lnTo>
                <a:lnTo>
                  <a:pt x="230123" y="144780"/>
                </a:lnTo>
                <a:lnTo>
                  <a:pt x="198167" y="148185"/>
                </a:lnTo>
                <a:lnTo>
                  <a:pt x="149113" y="154424"/>
                </a:lnTo>
                <a:lnTo>
                  <a:pt x="107632" y="164020"/>
                </a:lnTo>
                <a:lnTo>
                  <a:pt x="97226" y="167901"/>
                </a:lnTo>
                <a:lnTo>
                  <a:pt x="88391" y="172212"/>
                </a:lnTo>
                <a:close/>
              </a:path>
              <a:path w="377190" h="405764">
                <a:moveTo>
                  <a:pt x="276018" y="138684"/>
                </a:moveTo>
                <a:lnTo>
                  <a:pt x="108203" y="138684"/>
                </a:lnTo>
                <a:lnTo>
                  <a:pt x="245363" y="134112"/>
                </a:lnTo>
                <a:lnTo>
                  <a:pt x="261365" y="122682"/>
                </a:lnTo>
                <a:lnTo>
                  <a:pt x="275081" y="111252"/>
                </a:lnTo>
                <a:lnTo>
                  <a:pt x="286511" y="99822"/>
                </a:lnTo>
                <a:lnTo>
                  <a:pt x="295655" y="88392"/>
                </a:lnTo>
                <a:lnTo>
                  <a:pt x="329183" y="115824"/>
                </a:lnTo>
                <a:lnTo>
                  <a:pt x="319516" y="117800"/>
                </a:lnTo>
                <a:lnTo>
                  <a:pt x="308990" y="121348"/>
                </a:lnTo>
                <a:lnTo>
                  <a:pt x="297894" y="126325"/>
                </a:lnTo>
                <a:lnTo>
                  <a:pt x="286511" y="132588"/>
                </a:lnTo>
                <a:lnTo>
                  <a:pt x="276018" y="138684"/>
                </a:lnTo>
                <a:close/>
              </a:path>
              <a:path w="377190" h="405764">
                <a:moveTo>
                  <a:pt x="73151" y="262128"/>
                </a:moveTo>
                <a:lnTo>
                  <a:pt x="56387" y="230124"/>
                </a:lnTo>
                <a:lnTo>
                  <a:pt x="66960" y="227861"/>
                </a:lnTo>
                <a:lnTo>
                  <a:pt x="80390" y="223456"/>
                </a:lnTo>
                <a:lnTo>
                  <a:pt x="115823" y="208788"/>
                </a:lnTo>
                <a:lnTo>
                  <a:pt x="164972" y="183642"/>
                </a:lnTo>
                <a:lnTo>
                  <a:pt x="230123" y="144780"/>
                </a:lnTo>
                <a:lnTo>
                  <a:pt x="265469" y="144780"/>
                </a:lnTo>
                <a:lnTo>
                  <a:pt x="226718" y="166878"/>
                </a:lnTo>
                <a:lnTo>
                  <a:pt x="169259" y="198858"/>
                </a:lnTo>
                <a:lnTo>
                  <a:pt x="123539" y="223385"/>
                </a:lnTo>
                <a:lnTo>
                  <a:pt x="106679" y="231648"/>
                </a:lnTo>
                <a:lnTo>
                  <a:pt x="296417" y="231648"/>
                </a:lnTo>
                <a:lnTo>
                  <a:pt x="225551" y="236220"/>
                </a:lnTo>
                <a:lnTo>
                  <a:pt x="225551" y="239268"/>
                </a:lnTo>
                <a:lnTo>
                  <a:pt x="201167" y="239268"/>
                </a:lnTo>
                <a:lnTo>
                  <a:pt x="177426" y="241577"/>
                </a:lnTo>
                <a:lnTo>
                  <a:pt x="156400" y="244030"/>
                </a:lnTo>
                <a:lnTo>
                  <a:pt x="137945" y="246768"/>
                </a:lnTo>
                <a:lnTo>
                  <a:pt x="121919" y="249936"/>
                </a:lnTo>
                <a:lnTo>
                  <a:pt x="107656" y="252483"/>
                </a:lnTo>
                <a:lnTo>
                  <a:pt x="94678" y="255460"/>
                </a:lnTo>
                <a:lnTo>
                  <a:pt x="83129" y="258722"/>
                </a:lnTo>
                <a:lnTo>
                  <a:pt x="73151" y="262128"/>
                </a:lnTo>
                <a:close/>
              </a:path>
              <a:path w="377190" h="405764">
                <a:moveTo>
                  <a:pt x="296417" y="231648"/>
                </a:moveTo>
                <a:lnTo>
                  <a:pt x="106679" y="231648"/>
                </a:lnTo>
                <a:lnTo>
                  <a:pt x="313943" y="220980"/>
                </a:lnTo>
                <a:lnTo>
                  <a:pt x="289559" y="198501"/>
                </a:lnTo>
                <a:lnTo>
                  <a:pt x="279225" y="189690"/>
                </a:lnTo>
                <a:lnTo>
                  <a:pt x="269747" y="182880"/>
                </a:lnTo>
                <a:lnTo>
                  <a:pt x="274319" y="176784"/>
                </a:lnTo>
                <a:lnTo>
                  <a:pt x="314324" y="193738"/>
                </a:lnTo>
                <a:lnTo>
                  <a:pt x="352043" y="214145"/>
                </a:lnTo>
                <a:lnTo>
                  <a:pt x="363959" y="230124"/>
                </a:lnTo>
                <a:lnTo>
                  <a:pt x="320039" y="230124"/>
                </a:lnTo>
                <a:lnTo>
                  <a:pt x="296417" y="231648"/>
                </a:lnTo>
                <a:close/>
              </a:path>
              <a:path w="377190" h="405764">
                <a:moveTo>
                  <a:pt x="353567" y="271272"/>
                </a:moveTo>
                <a:lnTo>
                  <a:pt x="347471" y="269748"/>
                </a:lnTo>
                <a:lnTo>
                  <a:pt x="342899" y="260604"/>
                </a:lnTo>
                <a:lnTo>
                  <a:pt x="338256" y="253484"/>
                </a:lnTo>
                <a:lnTo>
                  <a:pt x="333184" y="245935"/>
                </a:lnTo>
                <a:lnTo>
                  <a:pt x="327255" y="238101"/>
                </a:lnTo>
                <a:lnTo>
                  <a:pt x="320039" y="230124"/>
                </a:lnTo>
                <a:lnTo>
                  <a:pt x="363959" y="230124"/>
                </a:lnTo>
                <a:lnTo>
                  <a:pt x="365759" y="236220"/>
                </a:lnTo>
                <a:lnTo>
                  <a:pt x="365212" y="243054"/>
                </a:lnTo>
                <a:lnTo>
                  <a:pt x="363664" y="249745"/>
                </a:lnTo>
                <a:lnTo>
                  <a:pt x="361259" y="256151"/>
                </a:lnTo>
                <a:lnTo>
                  <a:pt x="358139" y="262128"/>
                </a:lnTo>
                <a:lnTo>
                  <a:pt x="353567" y="271272"/>
                </a:lnTo>
                <a:close/>
              </a:path>
              <a:path w="377190" h="405764">
                <a:moveTo>
                  <a:pt x="224442" y="364236"/>
                </a:moveTo>
                <a:lnTo>
                  <a:pt x="188975" y="364236"/>
                </a:lnTo>
                <a:lnTo>
                  <a:pt x="194952" y="362569"/>
                </a:lnTo>
                <a:lnTo>
                  <a:pt x="199072" y="357759"/>
                </a:lnTo>
                <a:lnTo>
                  <a:pt x="201191" y="350091"/>
                </a:lnTo>
                <a:lnTo>
                  <a:pt x="201167" y="239268"/>
                </a:lnTo>
                <a:lnTo>
                  <a:pt x="225551" y="239268"/>
                </a:lnTo>
                <a:lnTo>
                  <a:pt x="225551" y="352044"/>
                </a:lnTo>
                <a:lnTo>
                  <a:pt x="224442" y="364236"/>
                </a:lnTo>
                <a:close/>
              </a:path>
              <a:path w="377190" h="405764">
                <a:moveTo>
                  <a:pt x="4571" y="391668"/>
                </a:moveTo>
                <a:lnTo>
                  <a:pt x="0" y="385572"/>
                </a:lnTo>
                <a:lnTo>
                  <a:pt x="19169" y="373832"/>
                </a:lnTo>
                <a:lnTo>
                  <a:pt x="37909" y="361378"/>
                </a:lnTo>
                <a:lnTo>
                  <a:pt x="74675" y="333756"/>
                </a:lnTo>
                <a:lnTo>
                  <a:pt x="106870" y="301561"/>
                </a:lnTo>
                <a:lnTo>
                  <a:pt x="131063" y="268224"/>
                </a:lnTo>
                <a:lnTo>
                  <a:pt x="163067" y="298704"/>
                </a:lnTo>
                <a:lnTo>
                  <a:pt x="154233" y="300728"/>
                </a:lnTo>
                <a:lnTo>
                  <a:pt x="141541" y="306895"/>
                </a:lnTo>
                <a:lnTo>
                  <a:pt x="125134" y="317349"/>
                </a:lnTo>
                <a:lnTo>
                  <a:pt x="105155" y="332232"/>
                </a:lnTo>
                <a:lnTo>
                  <a:pt x="82581" y="348805"/>
                </a:lnTo>
                <a:lnTo>
                  <a:pt x="58292" y="364236"/>
                </a:lnTo>
                <a:lnTo>
                  <a:pt x="32289" y="378523"/>
                </a:lnTo>
                <a:lnTo>
                  <a:pt x="4571" y="391668"/>
                </a:lnTo>
                <a:close/>
              </a:path>
              <a:path w="377190" h="405764">
                <a:moveTo>
                  <a:pt x="365759" y="387096"/>
                </a:moveTo>
                <a:lnTo>
                  <a:pt x="364235" y="387096"/>
                </a:lnTo>
                <a:lnTo>
                  <a:pt x="359640" y="385929"/>
                </a:lnTo>
                <a:lnTo>
                  <a:pt x="354901" y="382333"/>
                </a:lnTo>
                <a:lnTo>
                  <a:pt x="349877" y="376166"/>
                </a:lnTo>
                <a:lnTo>
                  <a:pt x="344423" y="367284"/>
                </a:lnTo>
                <a:lnTo>
                  <a:pt x="332446" y="349853"/>
                </a:lnTo>
                <a:lnTo>
                  <a:pt x="312610" y="329565"/>
                </a:lnTo>
                <a:lnTo>
                  <a:pt x="285059" y="306419"/>
                </a:lnTo>
                <a:lnTo>
                  <a:pt x="249935" y="280416"/>
                </a:lnTo>
                <a:lnTo>
                  <a:pt x="252983" y="274320"/>
                </a:lnTo>
                <a:lnTo>
                  <a:pt x="290155" y="290298"/>
                </a:lnTo>
                <a:lnTo>
                  <a:pt x="341066" y="314825"/>
                </a:lnTo>
                <a:lnTo>
                  <a:pt x="374165" y="345590"/>
                </a:lnTo>
                <a:lnTo>
                  <a:pt x="376934" y="360378"/>
                </a:lnTo>
                <a:lnTo>
                  <a:pt x="376892" y="362569"/>
                </a:lnTo>
                <a:lnTo>
                  <a:pt x="376427" y="368236"/>
                </a:lnTo>
                <a:lnTo>
                  <a:pt x="374713" y="374356"/>
                </a:lnTo>
                <a:lnTo>
                  <a:pt x="371855" y="379476"/>
                </a:lnTo>
                <a:lnTo>
                  <a:pt x="367283" y="385572"/>
                </a:lnTo>
                <a:lnTo>
                  <a:pt x="365759" y="387096"/>
                </a:lnTo>
                <a:close/>
              </a:path>
              <a:path w="377190" h="405764">
                <a:moveTo>
                  <a:pt x="184403" y="405384"/>
                </a:moveTo>
                <a:lnTo>
                  <a:pt x="181213" y="392549"/>
                </a:lnTo>
                <a:lnTo>
                  <a:pt x="171449" y="381571"/>
                </a:lnTo>
                <a:lnTo>
                  <a:pt x="154828" y="372594"/>
                </a:lnTo>
                <a:lnTo>
                  <a:pt x="131063" y="365760"/>
                </a:lnTo>
                <a:lnTo>
                  <a:pt x="131063" y="358140"/>
                </a:lnTo>
                <a:lnTo>
                  <a:pt x="180998" y="363712"/>
                </a:lnTo>
                <a:lnTo>
                  <a:pt x="188975" y="364236"/>
                </a:lnTo>
                <a:lnTo>
                  <a:pt x="224442" y="364236"/>
                </a:lnTo>
                <a:lnTo>
                  <a:pt x="223837" y="370879"/>
                </a:lnTo>
                <a:lnTo>
                  <a:pt x="216407" y="386143"/>
                </a:lnTo>
                <a:lnTo>
                  <a:pt x="203263" y="397692"/>
                </a:lnTo>
                <a:lnTo>
                  <a:pt x="184403" y="40538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" name="object 48"/>
          <p:cNvSpPr/>
          <p:nvPr/>
        </p:nvSpPr>
        <p:spPr>
          <a:xfrm>
            <a:off x="7036307" y="4725923"/>
            <a:ext cx="382905" cy="399415"/>
          </a:xfrm>
          <a:custGeom>
            <a:avLst/>
            <a:gdLst/>
            <a:ahLst/>
            <a:cxnLst/>
            <a:rect l="l" t="t" r="r" b="b"/>
            <a:pathLst>
              <a:path w="382904" h="399414">
                <a:moveTo>
                  <a:pt x="28956" y="56388"/>
                </a:moveTo>
                <a:lnTo>
                  <a:pt x="12192" y="41148"/>
                </a:lnTo>
                <a:lnTo>
                  <a:pt x="195072" y="41148"/>
                </a:lnTo>
                <a:lnTo>
                  <a:pt x="217932" y="18288"/>
                </a:lnTo>
                <a:lnTo>
                  <a:pt x="251460" y="51816"/>
                </a:lnTo>
                <a:lnTo>
                  <a:pt x="70104" y="51816"/>
                </a:lnTo>
                <a:lnTo>
                  <a:pt x="58959" y="52101"/>
                </a:lnTo>
                <a:lnTo>
                  <a:pt x="48387" y="52959"/>
                </a:lnTo>
                <a:lnTo>
                  <a:pt x="38385" y="54387"/>
                </a:lnTo>
                <a:lnTo>
                  <a:pt x="28956" y="56388"/>
                </a:lnTo>
                <a:close/>
              </a:path>
              <a:path w="382904" h="399414">
                <a:moveTo>
                  <a:pt x="12192" y="262128"/>
                </a:moveTo>
                <a:lnTo>
                  <a:pt x="7620" y="256031"/>
                </a:lnTo>
                <a:lnTo>
                  <a:pt x="26169" y="229790"/>
                </a:lnTo>
                <a:lnTo>
                  <a:pt x="42862" y="203835"/>
                </a:lnTo>
                <a:lnTo>
                  <a:pt x="70104" y="153924"/>
                </a:lnTo>
                <a:lnTo>
                  <a:pt x="90487" y="104013"/>
                </a:lnTo>
                <a:lnTo>
                  <a:pt x="105156" y="51816"/>
                </a:lnTo>
                <a:lnTo>
                  <a:pt x="135636" y="51816"/>
                </a:lnTo>
                <a:lnTo>
                  <a:pt x="128778" y="71842"/>
                </a:lnTo>
                <a:lnTo>
                  <a:pt x="121920" y="90868"/>
                </a:lnTo>
                <a:lnTo>
                  <a:pt x="115062" y="109037"/>
                </a:lnTo>
                <a:lnTo>
                  <a:pt x="108204" y="126492"/>
                </a:lnTo>
                <a:lnTo>
                  <a:pt x="212852" y="126492"/>
                </a:lnTo>
                <a:lnTo>
                  <a:pt x="222504" y="135636"/>
                </a:lnTo>
                <a:lnTo>
                  <a:pt x="219710" y="137160"/>
                </a:lnTo>
                <a:lnTo>
                  <a:pt x="105156" y="137160"/>
                </a:lnTo>
                <a:lnTo>
                  <a:pt x="100560" y="145446"/>
                </a:lnTo>
                <a:lnTo>
                  <a:pt x="90797" y="163734"/>
                </a:lnTo>
                <a:lnTo>
                  <a:pt x="85344" y="173736"/>
                </a:lnTo>
                <a:lnTo>
                  <a:pt x="92362" y="179832"/>
                </a:lnTo>
                <a:lnTo>
                  <a:pt x="82296" y="179832"/>
                </a:lnTo>
                <a:lnTo>
                  <a:pt x="65984" y="201263"/>
                </a:lnTo>
                <a:lnTo>
                  <a:pt x="48958" y="222123"/>
                </a:lnTo>
                <a:lnTo>
                  <a:pt x="31075" y="242411"/>
                </a:lnTo>
                <a:lnTo>
                  <a:pt x="12192" y="262128"/>
                </a:lnTo>
                <a:close/>
              </a:path>
              <a:path w="382904" h="399414">
                <a:moveTo>
                  <a:pt x="212852" y="126492"/>
                </a:moveTo>
                <a:lnTo>
                  <a:pt x="178308" y="126492"/>
                </a:lnTo>
                <a:lnTo>
                  <a:pt x="193548" y="108204"/>
                </a:lnTo>
                <a:lnTo>
                  <a:pt x="212852" y="126492"/>
                </a:lnTo>
                <a:close/>
              </a:path>
              <a:path w="382904" h="399414">
                <a:moveTo>
                  <a:pt x="4572" y="394716"/>
                </a:moveTo>
                <a:lnTo>
                  <a:pt x="0" y="388620"/>
                </a:lnTo>
                <a:lnTo>
                  <a:pt x="36552" y="365188"/>
                </a:lnTo>
                <a:lnTo>
                  <a:pt x="68389" y="340614"/>
                </a:lnTo>
                <a:lnTo>
                  <a:pt x="117348" y="288036"/>
                </a:lnTo>
                <a:lnTo>
                  <a:pt x="153924" y="222885"/>
                </a:lnTo>
                <a:lnTo>
                  <a:pt x="168783" y="182594"/>
                </a:lnTo>
                <a:lnTo>
                  <a:pt x="181356" y="137160"/>
                </a:lnTo>
                <a:lnTo>
                  <a:pt x="219710" y="137160"/>
                </a:lnTo>
                <a:lnTo>
                  <a:pt x="205740" y="144780"/>
                </a:lnTo>
                <a:lnTo>
                  <a:pt x="197238" y="177093"/>
                </a:lnTo>
                <a:lnTo>
                  <a:pt x="187950" y="205740"/>
                </a:lnTo>
                <a:lnTo>
                  <a:pt x="169164" y="251460"/>
                </a:lnTo>
                <a:lnTo>
                  <a:pt x="144208" y="289369"/>
                </a:lnTo>
                <a:lnTo>
                  <a:pt x="111252" y="326136"/>
                </a:lnTo>
                <a:lnTo>
                  <a:pt x="66484" y="360426"/>
                </a:lnTo>
                <a:lnTo>
                  <a:pt x="37742" y="377571"/>
                </a:lnTo>
                <a:lnTo>
                  <a:pt x="4572" y="394716"/>
                </a:lnTo>
                <a:close/>
              </a:path>
              <a:path w="382904" h="399414">
                <a:moveTo>
                  <a:pt x="109728" y="259079"/>
                </a:moveTo>
                <a:lnTo>
                  <a:pt x="105156" y="259079"/>
                </a:lnTo>
                <a:lnTo>
                  <a:pt x="102108" y="251460"/>
                </a:lnTo>
                <a:lnTo>
                  <a:pt x="102108" y="237743"/>
                </a:lnTo>
                <a:lnTo>
                  <a:pt x="99226" y="223980"/>
                </a:lnTo>
                <a:lnTo>
                  <a:pt x="95059" y="209930"/>
                </a:lnTo>
                <a:lnTo>
                  <a:pt x="89463" y="195310"/>
                </a:lnTo>
                <a:lnTo>
                  <a:pt x="82296" y="179832"/>
                </a:lnTo>
                <a:lnTo>
                  <a:pt x="92362" y="179832"/>
                </a:lnTo>
                <a:lnTo>
                  <a:pt x="105084" y="190881"/>
                </a:lnTo>
                <a:lnTo>
                  <a:pt x="118681" y="205740"/>
                </a:lnTo>
                <a:lnTo>
                  <a:pt x="126277" y="218313"/>
                </a:lnTo>
                <a:lnTo>
                  <a:pt x="128016" y="228600"/>
                </a:lnTo>
                <a:lnTo>
                  <a:pt x="126587" y="237767"/>
                </a:lnTo>
                <a:lnTo>
                  <a:pt x="124587" y="244792"/>
                </a:lnTo>
                <a:lnTo>
                  <a:pt x="122015" y="249816"/>
                </a:lnTo>
                <a:lnTo>
                  <a:pt x="118872" y="252984"/>
                </a:lnTo>
                <a:lnTo>
                  <a:pt x="109728" y="259079"/>
                </a:lnTo>
                <a:close/>
              </a:path>
              <a:path w="382904" h="399414">
                <a:moveTo>
                  <a:pt x="367614" y="355092"/>
                </a:moveTo>
                <a:lnTo>
                  <a:pt x="327660" y="355092"/>
                </a:lnTo>
                <a:lnTo>
                  <a:pt x="335422" y="353901"/>
                </a:lnTo>
                <a:lnTo>
                  <a:pt x="340614" y="350139"/>
                </a:lnTo>
                <a:lnTo>
                  <a:pt x="343519" y="343519"/>
                </a:lnTo>
                <a:lnTo>
                  <a:pt x="344424" y="333756"/>
                </a:lnTo>
                <a:lnTo>
                  <a:pt x="344400" y="54006"/>
                </a:lnTo>
                <a:lnTo>
                  <a:pt x="344223" y="30480"/>
                </a:lnTo>
                <a:lnTo>
                  <a:pt x="343781" y="12858"/>
                </a:lnTo>
                <a:lnTo>
                  <a:pt x="342900" y="0"/>
                </a:lnTo>
                <a:lnTo>
                  <a:pt x="382524" y="16764"/>
                </a:lnTo>
                <a:lnTo>
                  <a:pt x="368808" y="30480"/>
                </a:lnTo>
                <a:lnTo>
                  <a:pt x="368808" y="341376"/>
                </a:lnTo>
                <a:lnTo>
                  <a:pt x="367614" y="355092"/>
                </a:lnTo>
                <a:close/>
              </a:path>
              <a:path w="382904" h="399414">
                <a:moveTo>
                  <a:pt x="259080" y="312420"/>
                </a:moveTo>
                <a:lnTo>
                  <a:pt x="260199" y="281511"/>
                </a:lnTo>
                <a:lnTo>
                  <a:pt x="261175" y="250317"/>
                </a:lnTo>
                <a:lnTo>
                  <a:pt x="261866" y="218551"/>
                </a:lnTo>
                <a:lnTo>
                  <a:pt x="262128" y="185928"/>
                </a:lnTo>
                <a:lnTo>
                  <a:pt x="261866" y="153924"/>
                </a:lnTo>
                <a:lnTo>
                  <a:pt x="261175" y="124206"/>
                </a:lnTo>
                <a:lnTo>
                  <a:pt x="260199" y="96774"/>
                </a:lnTo>
                <a:lnTo>
                  <a:pt x="259080" y="71628"/>
                </a:lnTo>
                <a:lnTo>
                  <a:pt x="298704" y="88392"/>
                </a:lnTo>
                <a:lnTo>
                  <a:pt x="283464" y="102108"/>
                </a:lnTo>
                <a:lnTo>
                  <a:pt x="283578" y="250317"/>
                </a:lnTo>
                <a:lnTo>
                  <a:pt x="283725" y="258675"/>
                </a:lnTo>
                <a:lnTo>
                  <a:pt x="284416" y="273367"/>
                </a:lnTo>
                <a:lnTo>
                  <a:pt x="285392" y="287774"/>
                </a:lnTo>
                <a:lnTo>
                  <a:pt x="286511" y="301752"/>
                </a:lnTo>
                <a:lnTo>
                  <a:pt x="259080" y="312420"/>
                </a:lnTo>
                <a:close/>
              </a:path>
              <a:path w="382904" h="399414">
                <a:moveTo>
                  <a:pt x="326136" y="399287"/>
                </a:moveTo>
                <a:lnTo>
                  <a:pt x="321278" y="385572"/>
                </a:lnTo>
                <a:lnTo>
                  <a:pt x="308991" y="374142"/>
                </a:lnTo>
                <a:lnTo>
                  <a:pt x="289274" y="364998"/>
                </a:lnTo>
                <a:lnTo>
                  <a:pt x="262128" y="358140"/>
                </a:lnTo>
                <a:lnTo>
                  <a:pt x="262128" y="350520"/>
                </a:lnTo>
                <a:lnTo>
                  <a:pt x="284154" y="352520"/>
                </a:lnTo>
                <a:lnTo>
                  <a:pt x="302323" y="353949"/>
                </a:lnTo>
                <a:lnTo>
                  <a:pt x="316777" y="354806"/>
                </a:lnTo>
                <a:lnTo>
                  <a:pt x="327660" y="355092"/>
                </a:lnTo>
                <a:lnTo>
                  <a:pt x="367614" y="355092"/>
                </a:lnTo>
                <a:lnTo>
                  <a:pt x="367069" y="361354"/>
                </a:lnTo>
                <a:lnTo>
                  <a:pt x="359473" y="377761"/>
                </a:lnTo>
                <a:lnTo>
                  <a:pt x="345876" y="390453"/>
                </a:lnTo>
                <a:lnTo>
                  <a:pt x="326136" y="39928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" name="object 49"/>
          <p:cNvSpPr/>
          <p:nvPr/>
        </p:nvSpPr>
        <p:spPr>
          <a:xfrm>
            <a:off x="7485875" y="4721352"/>
            <a:ext cx="1452880" cy="451484"/>
          </a:xfrm>
          <a:custGeom>
            <a:avLst/>
            <a:gdLst/>
            <a:ahLst/>
            <a:cxnLst/>
            <a:rect l="l" t="t" r="r" b="b"/>
            <a:pathLst>
              <a:path w="1452879" h="451485">
                <a:moveTo>
                  <a:pt x="394716" y="137160"/>
                </a:moveTo>
                <a:lnTo>
                  <a:pt x="356616" y="99060"/>
                </a:lnTo>
                <a:lnTo>
                  <a:pt x="327660" y="128016"/>
                </a:lnTo>
                <a:lnTo>
                  <a:pt x="271272" y="128016"/>
                </a:lnTo>
                <a:lnTo>
                  <a:pt x="271272" y="137160"/>
                </a:lnTo>
                <a:lnTo>
                  <a:pt x="259016" y="179768"/>
                </a:lnTo>
                <a:lnTo>
                  <a:pt x="245173" y="218503"/>
                </a:lnTo>
                <a:lnTo>
                  <a:pt x="229920" y="253542"/>
                </a:lnTo>
                <a:lnTo>
                  <a:pt x="213360" y="284988"/>
                </a:lnTo>
                <a:lnTo>
                  <a:pt x="196240" y="280708"/>
                </a:lnTo>
                <a:lnTo>
                  <a:pt x="174688" y="274701"/>
                </a:lnTo>
                <a:lnTo>
                  <a:pt x="148856" y="266992"/>
                </a:lnTo>
                <a:lnTo>
                  <a:pt x="118872" y="257556"/>
                </a:lnTo>
                <a:lnTo>
                  <a:pt x="146494" y="186499"/>
                </a:lnTo>
                <a:lnTo>
                  <a:pt x="157238" y="159194"/>
                </a:lnTo>
                <a:lnTo>
                  <a:pt x="166116" y="137160"/>
                </a:lnTo>
                <a:lnTo>
                  <a:pt x="271272" y="137160"/>
                </a:lnTo>
                <a:lnTo>
                  <a:pt x="271272" y="128016"/>
                </a:lnTo>
                <a:lnTo>
                  <a:pt x="167640" y="128016"/>
                </a:lnTo>
                <a:lnTo>
                  <a:pt x="176771" y="104038"/>
                </a:lnTo>
                <a:lnTo>
                  <a:pt x="185737" y="80200"/>
                </a:lnTo>
                <a:lnTo>
                  <a:pt x="194437" y="56654"/>
                </a:lnTo>
                <a:lnTo>
                  <a:pt x="202692" y="33528"/>
                </a:lnTo>
                <a:lnTo>
                  <a:pt x="217932" y="22860"/>
                </a:lnTo>
                <a:lnTo>
                  <a:pt x="176784" y="0"/>
                </a:lnTo>
                <a:lnTo>
                  <a:pt x="169379" y="32004"/>
                </a:lnTo>
                <a:lnTo>
                  <a:pt x="160972" y="64008"/>
                </a:lnTo>
                <a:lnTo>
                  <a:pt x="151714" y="96012"/>
                </a:lnTo>
                <a:lnTo>
                  <a:pt x="141732" y="128016"/>
                </a:lnTo>
                <a:lnTo>
                  <a:pt x="0" y="128016"/>
                </a:lnTo>
                <a:lnTo>
                  <a:pt x="15240" y="143256"/>
                </a:lnTo>
                <a:lnTo>
                  <a:pt x="24676" y="141020"/>
                </a:lnTo>
                <a:lnTo>
                  <a:pt x="34671" y="139065"/>
                </a:lnTo>
                <a:lnTo>
                  <a:pt x="45250" y="137693"/>
                </a:lnTo>
                <a:lnTo>
                  <a:pt x="56388" y="137160"/>
                </a:lnTo>
                <a:lnTo>
                  <a:pt x="138684" y="137160"/>
                </a:lnTo>
                <a:lnTo>
                  <a:pt x="126136" y="174028"/>
                </a:lnTo>
                <a:lnTo>
                  <a:pt x="113728" y="206883"/>
                </a:lnTo>
                <a:lnTo>
                  <a:pt x="101612" y="235750"/>
                </a:lnTo>
                <a:lnTo>
                  <a:pt x="89916" y="260604"/>
                </a:lnTo>
                <a:lnTo>
                  <a:pt x="115023" y="268973"/>
                </a:lnTo>
                <a:lnTo>
                  <a:pt x="142113" y="278320"/>
                </a:lnTo>
                <a:lnTo>
                  <a:pt x="170929" y="289115"/>
                </a:lnTo>
                <a:lnTo>
                  <a:pt x="201168" y="301752"/>
                </a:lnTo>
                <a:lnTo>
                  <a:pt x="185166" y="316572"/>
                </a:lnTo>
                <a:lnTo>
                  <a:pt x="146304" y="345046"/>
                </a:lnTo>
                <a:lnTo>
                  <a:pt x="97396" y="370141"/>
                </a:lnTo>
                <a:lnTo>
                  <a:pt x="39014" y="390715"/>
                </a:lnTo>
                <a:lnTo>
                  <a:pt x="6096" y="399288"/>
                </a:lnTo>
                <a:lnTo>
                  <a:pt x="9144" y="406908"/>
                </a:lnTo>
                <a:lnTo>
                  <a:pt x="48348" y="398335"/>
                </a:lnTo>
                <a:lnTo>
                  <a:pt x="115874" y="377761"/>
                </a:lnTo>
                <a:lnTo>
                  <a:pt x="170484" y="352933"/>
                </a:lnTo>
                <a:lnTo>
                  <a:pt x="211010" y="326123"/>
                </a:lnTo>
                <a:lnTo>
                  <a:pt x="225552" y="312420"/>
                </a:lnTo>
                <a:lnTo>
                  <a:pt x="256679" y="327545"/>
                </a:lnTo>
                <a:lnTo>
                  <a:pt x="283654" y="343090"/>
                </a:lnTo>
                <a:lnTo>
                  <a:pt x="306349" y="358927"/>
                </a:lnTo>
                <a:lnTo>
                  <a:pt x="324612" y="374904"/>
                </a:lnTo>
                <a:lnTo>
                  <a:pt x="332930" y="381152"/>
                </a:lnTo>
                <a:lnTo>
                  <a:pt x="339661" y="385953"/>
                </a:lnTo>
                <a:lnTo>
                  <a:pt x="344982" y="389051"/>
                </a:lnTo>
                <a:lnTo>
                  <a:pt x="348996" y="390144"/>
                </a:lnTo>
                <a:lnTo>
                  <a:pt x="353568" y="390144"/>
                </a:lnTo>
                <a:lnTo>
                  <a:pt x="356616" y="384048"/>
                </a:lnTo>
                <a:lnTo>
                  <a:pt x="356616" y="370141"/>
                </a:lnTo>
                <a:lnTo>
                  <a:pt x="333756" y="336804"/>
                </a:lnTo>
                <a:lnTo>
                  <a:pt x="298513" y="318325"/>
                </a:lnTo>
                <a:lnTo>
                  <a:pt x="239268" y="294132"/>
                </a:lnTo>
                <a:lnTo>
                  <a:pt x="244068" y="284988"/>
                </a:lnTo>
                <a:lnTo>
                  <a:pt x="256971" y="260400"/>
                </a:lnTo>
                <a:lnTo>
                  <a:pt x="273367" y="223075"/>
                </a:lnTo>
                <a:lnTo>
                  <a:pt x="288353" y="182054"/>
                </a:lnTo>
                <a:lnTo>
                  <a:pt x="301752" y="137160"/>
                </a:lnTo>
                <a:lnTo>
                  <a:pt x="394716" y="137160"/>
                </a:lnTo>
                <a:close/>
              </a:path>
              <a:path w="1452879" h="451485">
                <a:moveTo>
                  <a:pt x="841260" y="358140"/>
                </a:moveTo>
                <a:lnTo>
                  <a:pt x="791159" y="341376"/>
                </a:lnTo>
                <a:lnTo>
                  <a:pt x="746772" y="306324"/>
                </a:lnTo>
                <a:lnTo>
                  <a:pt x="707910" y="256032"/>
                </a:lnTo>
                <a:lnTo>
                  <a:pt x="678192" y="196596"/>
                </a:lnTo>
                <a:lnTo>
                  <a:pt x="656666" y="125730"/>
                </a:lnTo>
                <a:lnTo>
                  <a:pt x="648830" y="85153"/>
                </a:lnTo>
                <a:lnTo>
                  <a:pt x="643140" y="41148"/>
                </a:lnTo>
                <a:lnTo>
                  <a:pt x="659904" y="24384"/>
                </a:lnTo>
                <a:lnTo>
                  <a:pt x="608088" y="1524"/>
                </a:lnTo>
                <a:lnTo>
                  <a:pt x="608101" y="41770"/>
                </a:lnTo>
                <a:lnTo>
                  <a:pt x="605993" y="82296"/>
                </a:lnTo>
                <a:lnTo>
                  <a:pt x="601865" y="122834"/>
                </a:lnTo>
                <a:lnTo>
                  <a:pt x="595896" y="163068"/>
                </a:lnTo>
                <a:lnTo>
                  <a:pt x="588467" y="201599"/>
                </a:lnTo>
                <a:lnTo>
                  <a:pt x="563321" y="268947"/>
                </a:lnTo>
                <a:lnTo>
                  <a:pt x="525030" y="323138"/>
                </a:lnTo>
                <a:lnTo>
                  <a:pt x="470166" y="372198"/>
                </a:lnTo>
                <a:lnTo>
                  <a:pt x="435876" y="394716"/>
                </a:lnTo>
                <a:lnTo>
                  <a:pt x="438924" y="400812"/>
                </a:lnTo>
                <a:lnTo>
                  <a:pt x="473494" y="383959"/>
                </a:lnTo>
                <a:lnTo>
                  <a:pt x="530644" y="345097"/>
                </a:lnTo>
                <a:lnTo>
                  <a:pt x="573227" y="299427"/>
                </a:lnTo>
                <a:lnTo>
                  <a:pt x="602945" y="248081"/>
                </a:lnTo>
                <a:lnTo>
                  <a:pt x="620966" y="190715"/>
                </a:lnTo>
                <a:lnTo>
                  <a:pt x="633018" y="120472"/>
                </a:lnTo>
                <a:lnTo>
                  <a:pt x="637044" y="80772"/>
                </a:lnTo>
                <a:lnTo>
                  <a:pt x="642200" y="122809"/>
                </a:lnTo>
                <a:lnTo>
                  <a:pt x="656539" y="192011"/>
                </a:lnTo>
                <a:lnTo>
                  <a:pt x="675970" y="244297"/>
                </a:lnTo>
                <a:lnTo>
                  <a:pt x="700493" y="291680"/>
                </a:lnTo>
                <a:lnTo>
                  <a:pt x="730770" y="335953"/>
                </a:lnTo>
                <a:lnTo>
                  <a:pt x="769632" y="374815"/>
                </a:lnTo>
                <a:lnTo>
                  <a:pt x="792492" y="391668"/>
                </a:lnTo>
                <a:lnTo>
                  <a:pt x="800747" y="381647"/>
                </a:lnTo>
                <a:lnTo>
                  <a:pt x="811733" y="374332"/>
                </a:lnTo>
                <a:lnTo>
                  <a:pt x="825271" y="369595"/>
                </a:lnTo>
                <a:lnTo>
                  <a:pt x="841260" y="367284"/>
                </a:lnTo>
                <a:lnTo>
                  <a:pt x="841260" y="358140"/>
                </a:lnTo>
                <a:close/>
              </a:path>
              <a:path w="1452879" h="451485">
                <a:moveTo>
                  <a:pt x="1014984" y="24384"/>
                </a:moveTo>
                <a:lnTo>
                  <a:pt x="966216" y="24384"/>
                </a:lnTo>
                <a:lnTo>
                  <a:pt x="947915" y="46672"/>
                </a:lnTo>
                <a:lnTo>
                  <a:pt x="917575" y="94678"/>
                </a:lnTo>
                <a:lnTo>
                  <a:pt x="896137" y="146672"/>
                </a:lnTo>
                <a:lnTo>
                  <a:pt x="885329" y="205486"/>
                </a:lnTo>
                <a:lnTo>
                  <a:pt x="883920" y="237744"/>
                </a:lnTo>
                <a:lnTo>
                  <a:pt x="885355" y="270891"/>
                </a:lnTo>
                <a:lnTo>
                  <a:pt x="896785" y="330327"/>
                </a:lnTo>
                <a:lnTo>
                  <a:pt x="918210" y="381457"/>
                </a:lnTo>
                <a:lnTo>
                  <a:pt x="947928" y="428840"/>
                </a:lnTo>
                <a:lnTo>
                  <a:pt x="966216" y="451104"/>
                </a:lnTo>
                <a:lnTo>
                  <a:pt x="1014984" y="451104"/>
                </a:lnTo>
                <a:lnTo>
                  <a:pt x="1014984" y="449580"/>
                </a:lnTo>
                <a:lnTo>
                  <a:pt x="1006970" y="441299"/>
                </a:lnTo>
                <a:lnTo>
                  <a:pt x="998791" y="432435"/>
                </a:lnTo>
                <a:lnTo>
                  <a:pt x="973505" y="401535"/>
                </a:lnTo>
                <a:lnTo>
                  <a:pt x="945959" y="350266"/>
                </a:lnTo>
                <a:lnTo>
                  <a:pt x="931164" y="306324"/>
                </a:lnTo>
                <a:lnTo>
                  <a:pt x="922591" y="255752"/>
                </a:lnTo>
                <a:lnTo>
                  <a:pt x="922020" y="237744"/>
                </a:lnTo>
                <a:lnTo>
                  <a:pt x="922591" y="219989"/>
                </a:lnTo>
                <a:lnTo>
                  <a:pt x="935151" y="154330"/>
                </a:lnTo>
                <a:lnTo>
                  <a:pt x="952500" y="111252"/>
                </a:lnTo>
                <a:lnTo>
                  <a:pt x="973721" y="73329"/>
                </a:lnTo>
                <a:lnTo>
                  <a:pt x="998220" y="43053"/>
                </a:lnTo>
                <a:lnTo>
                  <a:pt x="1014984" y="25908"/>
                </a:lnTo>
                <a:lnTo>
                  <a:pt x="1014984" y="24384"/>
                </a:lnTo>
                <a:close/>
              </a:path>
              <a:path w="1452879" h="451485">
                <a:moveTo>
                  <a:pt x="1207008" y="111252"/>
                </a:moveTo>
                <a:lnTo>
                  <a:pt x="1179576" y="83820"/>
                </a:lnTo>
                <a:lnTo>
                  <a:pt x="1161288" y="100584"/>
                </a:lnTo>
                <a:lnTo>
                  <a:pt x="1152144" y="100584"/>
                </a:lnTo>
                <a:lnTo>
                  <a:pt x="1152144" y="33528"/>
                </a:lnTo>
                <a:lnTo>
                  <a:pt x="1167384" y="21336"/>
                </a:lnTo>
                <a:lnTo>
                  <a:pt x="1124712" y="0"/>
                </a:lnTo>
                <a:lnTo>
                  <a:pt x="1126807" y="48006"/>
                </a:lnTo>
                <a:lnTo>
                  <a:pt x="1127760" y="100584"/>
                </a:lnTo>
                <a:lnTo>
                  <a:pt x="1053084" y="100584"/>
                </a:lnTo>
                <a:lnTo>
                  <a:pt x="1066800" y="115824"/>
                </a:lnTo>
                <a:lnTo>
                  <a:pt x="1082040" y="111252"/>
                </a:lnTo>
                <a:lnTo>
                  <a:pt x="1127760" y="111252"/>
                </a:lnTo>
                <a:lnTo>
                  <a:pt x="1127760" y="198120"/>
                </a:lnTo>
                <a:lnTo>
                  <a:pt x="1103477" y="211556"/>
                </a:lnTo>
                <a:lnTo>
                  <a:pt x="1083183" y="222123"/>
                </a:lnTo>
                <a:lnTo>
                  <a:pt x="1066901" y="229844"/>
                </a:lnTo>
                <a:lnTo>
                  <a:pt x="1054608" y="234696"/>
                </a:lnTo>
                <a:lnTo>
                  <a:pt x="1079004" y="263652"/>
                </a:lnTo>
                <a:lnTo>
                  <a:pt x="1085329" y="255016"/>
                </a:lnTo>
                <a:lnTo>
                  <a:pt x="1095375" y="244792"/>
                </a:lnTo>
                <a:lnTo>
                  <a:pt x="1109433" y="232587"/>
                </a:lnTo>
                <a:lnTo>
                  <a:pt x="1127760" y="217932"/>
                </a:lnTo>
                <a:lnTo>
                  <a:pt x="1127760" y="361188"/>
                </a:lnTo>
                <a:lnTo>
                  <a:pt x="1123188" y="367284"/>
                </a:lnTo>
                <a:lnTo>
                  <a:pt x="1115580" y="367284"/>
                </a:lnTo>
                <a:lnTo>
                  <a:pt x="1107808" y="367004"/>
                </a:lnTo>
                <a:lnTo>
                  <a:pt x="1098042" y="366141"/>
                </a:lnTo>
                <a:lnTo>
                  <a:pt x="1086002" y="364718"/>
                </a:lnTo>
                <a:lnTo>
                  <a:pt x="1071384" y="362712"/>
                </a:lnTo>
                <a:lnTo>
                  <a:pt x="1071384" y="370332"/>
                </a:lnTo>
                <a:lnTo>
                  <a:pt x="1091387" y="377761"/>
                </a:lnTo>
                <a:lnTo>
                  <a:pt x="1105662" y="386334"/>
                </a:lnTo>
                <a:lnTo>
                  <a:pt x="1114247" y="396049"/>
                </a:lnTo>
                <a:lnTo>
                  <a:pt x="1117104" y="406908"/>
                </a:lnTo>
                <a:lnTo>
                  <a:pt x="1131366" y="399173"/>
                </a:lnTo>
                <a:lnTo>
                  <a:pt x="1142047" y="389572"/>
                </a:lnTo>
                <a:lnTo>
                  <a:pt x="1149032" y="377977"/>
                </a:lnTo>
                <a:lnTo>
                  <a:pt x="1151458" y="367284"/>
                </a:lnTo>
                <a:lnTo>
                  <a:pt x="1152042" y="364718"/>
                </a:lnTo>
                <a:lnTo>
                  <a:pt x="1152144" y="217932"/>
                </a:lnTo>
                <a:lnTo>
                  <a:pt x="1152144" y="202692"/>
                </a:lnTo>
                <a:lnTo>
                  <a:pt x="1174496" y="185928"/>
                </a:lnTo>
                <a:lnTo>
                  <a:pt x="1200912" y="166116"/>
                </a:lnTo>
                <a:lnTo>
                  <a:pt x="1196340" y="158496"/>
                </a:lnTo>
                <a:lnTo>
                  <a:pt x="1152144" y="185928"/>
                </a:lnTo>
                <a:lnTo>
                  <a:pt x="1152144" y="111252"/>
                </a:lnTo>
                <a:lnTo>
                  <a:pt x="1207008" y="111252"/>
                </a:lnTo>
                <a:close/>
              </a:path>
              <a:path w="1452879" h="451485">
                <a:moveTo>
                  <a:pt x="1338072" y="42672"/>
                </a:moveTo>
                <a:lnTo>
                  <a:pt x="1301902" y="8597"/>
                </a:lnTo>
                <a:lnTo>
                  <a:pt x="1289304" y="0"/>
                </a:lnTo>
                <a:lnTo>
                  <a:pt x="1283208" y="4572"/>
                </a:lnTo>
                <a:lnTo>
                  <a:pt x="1293520" y="19100"/>
                </a:lnTo>
                <a:lnTo>
                  <a:pt x="1301686" y="32766"/>
                </a:lnTo>
                <a:lnTo>
                  <a:pt x="1307858" y="45300"/>
                </a:lnTo>
                <a:lnTo>
                  <a:pt x="1312164" y="56388"/>
                </a:lnTo>
                <a:lnTo>
                  <a:pt x="1312164" y="67056"/>
                </a:lnTo>
                <a:lnTo>
                  <a:pt x="1315212" y="71628"/>
                </a:lnTo>
                <a:lnTo>
                  <a:pt x="1321308" y="71628"/>
                </a:lnTo>
                <a:lnTo>
                  <a:pt x="1324356" y="70104"/>
                </a:lnTo>
                <a:lnTo>
                  <a:pt x="1328928" y="67056"/>
                </a:lnTo>
                <a:lnTo>
                  <a:pt x="1333500" y="62484"/>
                </a:lnTo>
                <a:lnTo>
                  <a:pt x="1336548" y="57912"/>
                </a:lnTo>
                <a:lnTo>
                  <a:pt x="1336548" y="50292"/>
                </a:lnTo>
                <a:lnTo>
                  <a:pt x="1338072" y="42672"/>
                </a:lnTo>
                <a:close/>
              </a:path>
              <a:path w="1452879" h="451485">
                <a:moveTo>
                  <a:pt x="1449336" y="204216"/>
                </a:moveTo>
                <a:lnTo>
                  <a:pt x="1417332" y="172212"/>
                </a:lnTo>
                <a:lnTo>
                  <a:pt x="1397520" y="193548"/>
                </a:lnTo>
                <a:lnTo>
                  <a:pt x="1368552" y="193548"/>
                </a:lnTo>
                <a:lnTo>
                  <a:pt x="1368552" y="204216"/>
                </a:lnTo>
                <a:lnTo>
                  <a:pt x="1360220" y="231063"/>
                </a:lnTo>
                <a:lnTo>
                  <a:pt x="1351026" y="256603"/>
                </a:lnTo>
                <a:lnTo>
                  <a:pt x="1340700" y="280733"/>
                </a:lnTo>
                <a:lnTo>
                  <a:pt x="1328928" y="303276"/>
                </a:lnTo>
                <a:lnTo>
                  <a:pt x="1311783" y="297561"/>
                </a:lnTo>
                <a:lnTo>
                  <a:pt x="1292352" y="291846"/>
                </a:lnTo>
                <a:lnTo>
                  <a:pt x="1270635" y="286131"/>
                </a:lnTo>
                <a:lnTo>
                  <a:pt x="1246632" y="280416"/>
                </a:lnTo>
                <a:lnTo>
                  <a:pt x="1283208" y="204216"/>
                </a:lnTo>
                <a:lnTo>
                  <a:pt x="1368552" y="204216"/>
                </a:lnTo>
                <a:lnTo>
                  <a:pt x="1368552" y="193548"/>
                </a:lnTo>
                <a:lnTo>
                  <a:pt x="1287780" y="193548"/>
                </a:lnTo>
                <a:lnTo>
                  <a:pt x="1313688" y="137160"/>
                </a:lnTo>
                <a:lnTo>
                  <a:pt x="1327404" y="131064"/>
                </a:lnTo>
                <a:lnTo>
                  <a:pt x="1290828" y="108204"/>
                </a:lnTo>
                <a:lnTo>
                  <a:pt x="1287399" y="123050"/>
                </a:lnTo>
                <a:lnTo>
                  <a:pt x="1281684" y="142303"/>
                </a:lnTo>
                <a:lnTo>
                  <a:pt x="1273683" y="165862"/>
                </a:lnTo>
                <a:lnTo>
                  <a:pt x="1263396" y="193548"/>
                </a:lnTo>
                <a:lnTo>
                  <a:pt x="1188720" y="193548"/>
                </a:lnTo>
                <a:lnTo>
                  <a:pt x="1202436" y="207264"/>
                </a:lnTo>
                <a:lnTo>
                  <a:pt x="1220724" y="204216"/>
                </a:lnTo>
                <a:lnTo>
                  <a:pt x="1258824" y="204216"/>
                </a:lnTo>
                <a:lnTo>
                  <a:pt x="1248562" y="226466"/>
                </a:lnTo>
                <a:lnTo>
                  <a:pt x="1238440" y="247269"/>
                </a:lnTo>
                <a:lnTo>
                  <a:pt x="1228610" y="266369"/>
                </a:lnTo>
                <a:lnTo>
                  <a:pt x="1219200" y="283464"/>
                </a:lnTo>
                <a:lnTo>
                  <a:pt x="1247775" y="291490"/>
                </a:lnTo>
                <a:lnTo>
                  <a:pt x="1274064" y="299656"/>
                </a:lnTo>
                <a:lnTo>
                  <a:pt x="1298067" y="308114"/>
                </a:lnTo>
                <a:lnTo>
                  <a:pt x="1319784" y="316992"/>
                </a:lnTo>
                <a:lnTo>
                  <a:pt x="1293241" y="342430"/>
                </a:lnTo>
                <a:lnTo>
                  <a:pt x="1259395" y="363855"/>
                </a:lnTo>
                <a:lnTo>
                  <a:pt x="1218425" y="381292"/>
                </a:lnTo>
                <a:lnTo>
                  <a:pt x="1170432" y="394716"/>
                </a:lnTo>
                <a:lnTo>
                  <a:pt x="1173492" y="402336"/>
                </a:lnTo>
                <a:lnTo>
                  <a:pt x="1236345" y="388048"/>
                </a:lnTo>
                <a:lnTo>
                  <a:pt x="1283208" y="370332"/>
                </a:lnTo>
                <a:lnTo>
                  <a:pt x="1317307" y="349567"/>
                </a:lnTo>
                <a:lnTo>
                  <a:pt x="1341120" y="327660"/>
                </a:lnTo>
                <a:lnTo>
                  <a:pt x="1360322" y="338264"/>
                </a:lnTo>
                <a:lnTo>
                  <a:pt x="1376934" y="349567"/>
                </a:lnTo>
                <a:lnTo>
                  <a:pt x="1391272" y="361746"/>
                </a:lnTo>
                <a:lnTo>
                  <a:pt x="1403616" y="374904"/>
                </a:lnTo>
                <a:lnTo>
                  <a:pt x="1411922" y="382905"/>
                </a:lnTo>
                <a:lnTo>
                  <a:pt x="1418653" y="388620"/>
                </a:lnTo>
                <a:lnTo>
                  <a:pt x="1423974" y="392049"/>
                </a:lnTo>
                <a:lnTo>
                  <a:pt x="1428000" y="393192"/>
                </a:lnTo>
                <a:lnTo>
                  <a:pt x="1429524" y="393192"/>
                </a:lnTo>
                <a:lnTo>
                  <a:pt x="1431048" y="391668"/>
                </a:lnTo>
                <a:lnTo>
                  <a:pt x="1432560" y="388620"/>
                </a:lnTo>
                <a:lnTo>
                  <a:pt x="1434096" y="384048"/>
                </a:lnTo>
                <a:lnTo>
                  <a:pt x="1435620" y="381000"/>
                </a:lnTo>
                <a:lnTo>
                  <a:pt x="1435620" y="371856"/>
                </a:lnTo>
                <a:lnTo>
                  <a:pt x="1434096" y="367284"/>
                </a:lnTo>
                <a:lnTo>
                  <a:pt x="1399159" y="333641"/>
                </a:lnTo>
                <a:lnTo>
                  <a:pt x="1351788" y="312420"/>
                </a:lnTo>
                <a:lnTo>
                  <a:pt x="1356702" y="303276"/>
                </a:lnTo>
                <a:lnTo>
                  <a:pt x="1362367" y="292735"/>
                </a:lnTo>
                <a:lnTo>
                  <a:pt x="1373505" y="268033"/>
                </a:lnTo>
                <a:lnTo>
                  <a:pt x="1385227" y="238493"/>
                </a:lnTo>
                <a:lnTo>
                  <a:pt x="1397520" y="204216"/>
                </a:lnTo>
                <a:lnTo>
                  <a:pt x="1449336" y="204216"/>
                </a:lnTo>
                <a:close/>
              </a:path>
              <a:path w="1452879" h="451485">
                <a:moveTo>
                  <a:pt x="1452384" y="91440"/>
                </a:moveTo>
                <a:lnTo>
                  <a:pt x="1449489" y="88392"/>
                </a:lnTo>
                <a:lnTo>
                  <a:pt x="1440802" y="79248"/>
                </a:lnTo>
                <a:lnTo>
                  <a:pt x="1423428" y="60960"/>
                </a:lnTo>
                <a:lnTo>
                  <a:pt x="1406664" y="79248"/>
                </a:lnTo>
                <a:lnTo>
                  <a:pt x="1242060" y="79248"/>
                </a:lnTo>
                <a:lnTo>
                  <a:pt x="1242060" y="59436"/>
                </a:lnTo>
                <a:lnTo>
                  <a:pt x="1234440" y="59436"/>
                </a:lnTo>
                <a:lnTo>
                  <a:pt x="1220330" y="99974"/>
                </a:lnTo>
                <a:lnTo>
                  <a:pt x="1203960" y="120396"/>
                </a:lnTo>
                <a:lnTo>
                  <a:pt x="1202436" y="123444"/>
                </a:lnTo>
                <a:lnTo>
                  <a:pt x="1202436" y="126492"/>
                </a:lnTo>
                <a:lnTo>
                  <a:pt x="1207008" y="131064"/>
                </a:lnTo>
                <a:lnTo>
                  <a:pt x="1210056" y="132588"/>
                </a:lnTo>
                <a:lnTo>
                  <a:pt x="1214640" y="134112"/>
                </a:lnTo>
                <a:lnTo>
                  <a:pt x="1220724" y="134112"/>
                </a:lnTo>
                <a:lnTo>
                  <a:pt x="1242326" y="103822"/>
                </a:lnTo>
                <a:lnTo>
                  <a:pt x="1242301" y="100584"/>
                </a:lnTo>
                <a:lnTo>
                  <a:pt x="1242060" y="88392"/>
                </a:lnTo>
                <a:lnTo>
                  <a:pt x="1409712" y="88392"/>
                </a:lnTo>
                <a:lnTo>
                  <a:pt x="1391424" y="132588"/>
                </a:lnTo>
                <a:lnTo>
                  <a:pt x="1397520" y="135636"/>
                </a:lnTo>
                <a:lnTo>
                  <a:pt x="1412087" y="117373"/>
                </a:lnTo>
                <a:lnTo>
                  <a:pt x="1426095" y="103822"/>
                </a:lnTo>
                <a:lnTo>
                  <a:pt x="1439519" y="95135"/>
                </a:lnTo>
                <a:lnTo>
                  <a:pt x="1452384" y="9144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" name="object 50"/>
          <p:cNvSpPr/>
          <p:nvPr/>
        </p:nvSpPr>
        <p:spPr>
          <a:xfrm>
            <a:off x="8994647" y="4728972"/>
            <a:ext cx="376555" cy="386080"/>
          </a:xfrm>
          <a:custGeom>
            <a:avLst/>
            <a:gdLst/>
            <a:ahLst/>
            <a:cxnLst/>
            <a:rect l="l" t="t" r="r" b="b"/>
            <a:pathLst>
              <a:path w="376554" h="386079">
                <a:moveTo>
                  <a:pt x="179831" y="30480"/>
                </a:moveTo>
                <a:lnTo>
                  <a:pt x="164592" y="15240"/>
                </a:lnTo>
                <a:lnTo>
                  <a:pt x="324612" y="15240"/>
                </a:lnTo>
                <a:lnTo>
                  <a:pt x="336804" y="0"/>
                </a:lnTo>
                <a:lnTo>
                  <a:pt x="364236" y="22860"/>
                </a:lnTo>
                <a:lnTo>
                  <a:pt x="360317" y="25908"/>
                </a:lnTo>
                <a:lnTo>
                  <a:pt x="222504" y="25908"/>
                </a:lnTo>
                <a:lnTo>
                  <a:pt x="211335" y="26193"/>
                </a:lnTo>
                <a:lnTo>
                  <a:pt x="200596" y="27051"/>
                </a:lnTo>
                <a:lnTo>
                  <a:pt x="190142" y="28479"/>
                </a:lnTo>
                <a:lnTo>
                  <a:pt x="179831" y="30480"/>
                </a:lnTo>
                <a:close/>
              </a:path>
              <a:path w="376554" h="386079">
                <a:moveTo>
                  <a:pt x="145897" y="24384"/>
                </a:moveTo>
                <a:lnTo>
                  <a:pt x="111252" y="24384"/>
                </a:lnTo>
                <a:lnTo>
                  <a:pt x="123444" y="4572"/>
                </a:lnTo>
                <a:lnTo>
                  <a:pt x="145897" y="24384"/>
                </a:lnTo>
                <a:close/>
              </a:path>
              <a:path w="376554" h="386079">
                <a:moveTo>
                  <a:pt x="19812" y="283463"/>
                </a:moveTo>
                <a:lnTo>
                  <a:pt x="20692" y="260604"/>
                </a:lnTo>
                <a:lnTo>
                  <a:pt x="21131" y="231648"/>
                </a:lnTo>
                <a:lnTo>
                  <a:pt x="21220" y="213931"/>
                </a:lnTo>
                <a:lnTo>
                  <a:pt x="21330" y="138207"/>
                </a:lnTo>
                <a:lnTo>
                  <a:pt x="21203" y="79438"/>
                </a:lnTo>
                <a:lnTo>
                  <a:pt x="21081" y="61626"/>
                </a:lnTo>
                <a:lnTo>
                  <a:pt x="20667" y="33528"/>
                </a:lnTo>
                <a:lnTo>
                  <a:pt x="19812" y="9144"/>
                </a:lnTo>
                <a:lnTo>
                  <a:pt x="44196" y="24384"/>
                </a:lnTo>
                <a:lnTo>
                  <a:pt x="145897" y="24384"/>
                </a:lnTo>
                <a:lnTo>
                  <a:pt x="149352" y="27432"/>
                </a:lnTo>
                <a:lnTo>
                  <a:pt x="140779" y="35052"/>
                </a:lnTo>
                <a:lnTo>
                  <a:pt x="44196" y="35052"/>
                </a:lnTo>
                <a:lnTo>
                  <a:pt x="44196" y="126492"/>
                </a:lnTo>
                <a:lnTo>
                  <a:pt x="135659" y="126492"/>
                </a:lnTo>
                <a:lnTo>
                  <a:pt x="135685" y="137160"/>
                </a:lnTo>
                <a:lnTo>
                  <a:pt x="44196" y="137160"/>
                </a:lnTo>
                <a:lnTo>
                  <a:pt x="44196" y="231648"/>
                </a:lnTo>
                <a:lnTo>
                  <a:pt x="136220" y="231648"/>
                </a:lnTo>
                <a:lnTo>
                  <a:pt x="136323" y="238601"/>
                </a:lnTo>
                <a:lnTo>
                  <a:pt x="136406" y="240792"/>
                </a:lnTo>
                <a:lnTo>
                  <a:pt x="44196" y="240792"/>
                </a:lnTo>
                <a:lnTo>
                  <a:pt x="44196" y="271272"/>
                </a:lnTo>
                <a:lnTo>
                  <a:pt x="19812" y="283463"/>
                </a:lnTo>
                <a:close/>
              </a:path>
              <a:path w="376554" h="386079">
                <a:moveTo>
                  <a:pt x="150876" y="163068"/>
                </a:moveTo>
                <a:lnTo>
                  <a:pt x="147828" y="158496"/>
                </a:lnTo>
                <a:lnTo>
                  <a:pt x="178403" y="127920"/>
                </a:lnTo>
                <a:lnTo>
                  <a:pt x="201549" y="95631"/>
                </a:lnTo>
                <a:lnTo>
                  <a:pt x="217265" y="61626"/>
                </a:lnTo>
                <a:lnTo>
                  <a:pt x="225552" y="25908"/>
                </a:lnTo>
                <a:lnTo>
                  <a:pt x="251460" y="25908"/>
                </a:lnTo>
                <a:lnTo>
                  <a:pt x="238315" y="69627"/>
                </a:lnTo>
                <a:lnTo>
                  <a:pt x="217170" y="107061"/>
                </a:lnTo>
                <a:lnTo>
                  <a:pt x="188023" y="138207"/>
                </a:lnTo>
                <a:lnTo>
                  <a:pt x="150876" y="163068"/>
                </a:lnTo>
                <a:close/>
              </a:path>
              <a:path w="376554" h="386079">
                <a:moveTo>
                  <a:pt x="337134" y="99060"/>
                </a:moveTo>
                <a:lnTo>
                  <a:pt x="300228" y="99060"/>
                </a:lnTo>
                <a:lnTo>
                  <a:pt x="306324" y="97536"/>
                </a:lnTo>
                <a:lnTo>
                  <a:pt x="310895" y="96012"/>
                </a:lnTo>
                <a:lnTo>
                  <a:pt x="315206" y="89987"/>
                </a:lnTo>
                <a:lnTo>
                  <a:pt x="319087" y="76390"/>
                </a:lnTo>
                <a:lnTo>
                  <a:pt x="322683" y="55078"/>
                </a:lnTo>
                <a:lnTo>
                  <a:pt x="326136" y="25908"/>
                </a:lnTo>
                <a:lnTo>
                  <a:pt x="360317" y="25908"/>
                </a:lnTo>
                <a:lnTo>
                  <a:pt x="350520" y="33528"/>
                </a:lnTo>
                <a:lnTo>
                  <a:pt x="346829" y="58697"/>
                </a:lnTo>
                <a:lnTo>
                  <a:pt x="342709" y="79438"/>
                </a:lnTo>
                <a:lnTo>
                  <a:pt x="338260" y="96012"/>
                </a:lnTo>
                <a:lnTo>
                  <a:pt x="337134" y="99060"/>
                </a:lnTo>
                <a:close/>
              </a:path>
              <a:path w="376554" h="386079">
                <a:moveTo>
                  <a:pt x="135659" y="126492"/>
                </a:moveTo>
                <a:lnTo>
                  <a:pt x="112776" y="126492"/>
                </a:lnTo>
                <a:lnTo>
                  <a:pt x="112776" y="35052"/>
                </a:lnTo>
                <a:lnTo>
                  <a:pt x="140779" y="35052"/>
                </a:lnTo>
                <a:lnTo>
                  <a:pt x="135636" y="39624"/>
                </a:lnTo>
                <a:lnTo>
                  <a:pt x="135659" y="126492"/>
                </a:lnTo>
                <a:close/>
              </a:path>
              <a:path w="376554" h="386079">
                <a:moveTo>
                  <a:pt x="295655" y="135636"/>
                </a:moveTo>
                <a:lnTo>
                  <a:pt x="293108" y="124158"/>
                </a:lnTo>
                <a:lnTo>
                  <a:pt x="285559" y="114681"/>
                </a:lnTo>
                <a:lnTo>
                  <a:pt x="273153" y="106918"/>
                </a:lnTo>
                <a:lnTo>
                  <a:pt x="256031" y="100584"/>
                </a:lnTo>
                <a:lnTo>
                  <a:pt x="259080" y="92964"/>
                </a:lnTo>
                <a:lnTo>
                  <a:pt x="269081" y="95845"/>
                </a:lnTo>
                <a:lnTo>
                  <a:pt x="278511" y="97726"/>
                </a:lnTo>
                <a:lnTo>
                  <a:pt x="287369" y="98750"/>
                </a:lnTo>
                <a:lnTo>
                  <a:pt x="295655" y="99060"/>
                </a:lnTo>
                <a:lnTo>
                  <a:pt x="337134" y="99060"/>
                </a:lnTo>
                <a:lnTo>
                  <a:pt x="333756" y="108204"/>
                </a:lnTo>
                <a:lnTo>
                  <a:pt x="327159" y="117633"/>
                </a:lnTo>
                <a:lnTo>
                  <a:pt x="318706" y="125349"/>
                </a:lnTo>
                <a:lnTo>
                  <a:pt x="308252" y="131349"/>
                </a:lnTo>
                <a:lnTo>
                  <a:pt x="295655" y="135636"/>
                </a:lnTo>
                <a:close/>
              </a:path>
              <a:path w="376554" h="386079">
                <a:moveTo>
                  <a:pt x="136220" y="231648"/>
                </a:moveTo>
                <a:lnTo>
                  <a:pt x="112776" y="231648"/>
                </a:lnTo>
                <a:lnTo>
                  <a:pt x="112776" y="137160"/>
                </a:lnTo>
                <a:lnTo>
                  <a:pt x="135685" y="137160"/>
                </a:lnTo>
                <a:lnTo>
                  <a:pt x="135806" y="185023"/>
                </a:lnTo>
                <a:lnTo>
                  <a:pt x="135894" y="199644"/>
                </a:lnTo>
                <a:lnTo>
                  <a:pt x="136220" y="231648"/>
                </a:lnTo>
                <a:close/>
              </a:path>
              <a:path w="376554" h="386079">
                <a:moveTo>
                  <a:pt x="354154" y="153924"/>
                </a:moveTo>
                <a:lnTo>
                  <a:pt x="320040" y="153924"/>
                </a:lnTo>
                <a:lnTo>
                  <a:pt x="332232" y="137160"/>
                </a:lnTo>
                <a:lnTo>
                  <a:pt x="354154" y="153924"/>
                </a:lnTo>
                <a:close/>
              </a:path>
              <a:path w="376554" h="386079">
                <a:moveTo>
                  <a:pt x="192024" y="263651"/>
                </a:moveTo>
                <a:lnTo>
                  <a:pt x="192920" y="245363"/>
                </a:lnTo>
                <a:lnTo>
                  <a:pt x="193357" y="229362"/>
                </a:lnTo>
                <a:lnTo>
                  <a:pt x="193452" y="220599"/>
                </a:lnTo>
                <a:lnTo>
                  <a:pt x="193524" y="185023"/>
                </a:lnTo>
                <a:lnTo>
                  <a:pt x="193357" y="170688"/>
                </a:lnTo>
                <a:lnTo>
                  <a:pt x="192905" y="156352"/>
                </a:lnTo>
                <a:lnTo>
                  <a:pt x="192024" y="141732"/>
                </a:lnTo>
                <a:lnTo>
                  <a:pt x="217931" y="153924"/>
                </a:lnTo>
                <a:lnTo>
                  <a:pt x="354154" y="153924"/>
                </a:lnTo>
                <a:lnTo>
                  <a:pt x="358140" y="156972"/>
                </a:lnTo>
                <a:lnTo>
                  <a:pt x="350520" y="164592"/>
                </a:lnTo>
                <a:lnTo>
                  <a:pt x="217931" y="164592"/>
                </a:lnTo>
                <a:lnTo>
                  <a:pt x="217931" y="234696"/>
                </a:lnTo>
                <a:lnTo>
                  <a:pt x="346492" y="234696"/>
                </a:lnTo>
                <a:lnTo>
                  <a:pt x="346590" y="238601"/>
                </a:lnTo>
                <a:lnTo>
                  <a:pt x="347054" y="245363"/>
                </a:lnTo>
                <a:lnTo>
                  <a:pt x="217931" y="245363"/>
                </a:lnTo>
                <a:lnTo>
                  <a:pt x="217931" y="256032"/>
                </a:lnTo>
                <a:lnTo>
                  <a:pt x="192024" y="263651"/>
                </a:lnTo>
                <a:close/>
              </a:path>
              <a:path w="376554" h="386079">
                <a:moveTo>
                  <a:pt x="346492" y="234696"/>
                </a:moveTo>
                <a:lnTo>
                  <a:pt x="321564" y="234696"/>
                </a:lnTo>
                <a:lnTo>
                  <a:pt x="321564" y="164592"/>
                </a:lnTo>
                <a:lnTo>
                  <a:pt x="350520" y="164592"/>
                </a:lnTo>
                <a:lnTo>
                  <a:pt x="345948" y="169163"/>
                </a:lnTo>
                <a:lnTo>
                  <a:pt x="345987" y="199644"/>
                </a:lnTo>
                <a:lnTo>
                  <a:pt x="346138" y="220599"/>
                </a:lnTo>
                <a:lnTo>
                  <a:pt x="346492" y="234696"/>
                </a:lnTo>
                <a:close/>
              </a:path>
              <a:path w="376554" h="386079">
                <a:moveTo>
                  <a:pt x="112776" y="269748"/>
                </a:moveTo>
                <a:lnTo>
                  <a:pt x="112776" y="240792"/>
                </a:lnTo>
                <a:lnTo>
                  <a:pt x="136406" y="240792"/>
                </a:lnTo>
                <a:lnTo>
                  <a:pt x="137160" y="260604"/>
                </a:lnTo>
                <a:lnTo>
                  <a:pt x="112776" y="269748"/>
                </a:lnTo>
                <a:close/>
              </a:path>
              <a:path w="376554" h="386079">
                <a:moveTo>
                  <a:pt x="321564" y="260604"/>
                </a:moveTo>
                <a:lnTo>
                  <a:pt x="321564" y="245363"/>
                </a:lnTo>
                <a:lnTo>
                  <a:pt x="347054" y="245363"/>
                </a:lnTo>
                <a:lnTo>
                  <a:pt x="347472" y="251460"/>
                </a:lnTo>
                <a:lnTo>
                  <a:pt x="321564" y="260604"/>
                </a:lnTo>
                <a:close/>
              </a:path>
              <a:path w="376554" h="386079">
                <a:moveTo>
                  <a:pt x="248412" y="376428"/>
                </a:moveTo>
                <a:lnTo>
                  <a:pt x="240792" y="376428"/>
                </a:lnTo>
                <a:lnTo>
                  <a:pt x="237743" y="371856"/>
                </a:lnTo>
                <a:lnTo>
                  <a:pt x="236219" y="359664"/>
                </a:lnTo>
                <a:lnTo>
                  <a:pt x="231886" y="343947"/>
                </a:lnTo>
                <a:lnTo>
                  <a:pt x="225552" y="326517"/>
                </a:lnTo>
                <a:lnTo>
                  <a:pt x="216931" y="307371"/>
                </a:lnTo>
                <a:lnTo>
                  <a:pt x="205740" y="286512"/>
                </a:lnTo>
                <a:lnTo>
                  <a:pt x="211836" y="283463"/>
                </a:lnTo>
                <a:lnTo>
                  <a:pt x="241363" y="309943"/>
                </a:lnTo>
                <a:lnTo>
                  <a:pt x="263652" y="339852"/>
                </a:lnTo>
                <a:lnTo>
                  <a:pt x="263652" y="353568"/>
                </a:lnTo>
                <a:lnTo>
                  <a:pt x="262128" y="361188"/>
                </a:lnTo>
                <a:lnTo>
                  <a:pt x="256031" y="367283"/>
                </a:lnTo>
                <a:lnTo>
                  <a:pt x="251460" y="373380"/>
                </a:lnTo>
                <a:lnTo>
                  <a:pt x="248412" y="376428"/>
                </a:lnTo>
                <a:close/>
              </a:path>
              <a:path w="376554" h="386079">
                <a:moveTo>
                  <a:pt x="359664" y="385572"/>
                </a:moveTo>
                <a:lnTo>
                  <a:pt x="353568" y="385572"/>
                </a:lnTo>
                <a:lnTo>
                  <a:pt x="350520" y="379476"/>
                </a:lnTo>
                <a:lnTo>
                  <a:pt x="347472" y="367283"/>
                </a:lnTo>
                <a:lnTo>
                  <a:pt x="341423" y="350162"/>
                </a:lnTo>
                <a:lnTo>
                  <a:pt x="332232" y="330898"/>
                </a:lnTo>
                <a:lnTo>
                  <a:pt x="319611" y="309633"/>
                </a:lnTo>
                <a:lnTo>
                  <a:pt x="303276" y="286512"/>
                </a:lnTo>
                <a:lnTo>
                  <a:pt x="309372" y="283463"/>
                </a:lnTo>
                <a:lnTo>
                  <a:pt x="350520" y="312801"/>
                </a:lnTo>
                <a:lnTo>
                  <a:pt x="376428" y="345948"/>
                </a:lnTo>
                <a:lnTo>
                  <a:pt x="376428" y="358140"/>
                </a:lnTo>
                <a:lnTo>
                  <a:pt x="374904" y="365760"/>
                </a:lnTo>
                <a:lnTo>
                  <a:pt x="368808" y="373380"/>
                </a:lnTo>
                <a:lnTo>
                  <a:pt x="364236" y="381000"/>
                </a:lnTo>
                <a:lnTo>
                  <a:pt x="359664" y="385572"/>
                </a:lnTo>
                <a:close/>
              </a:path>
              <a:path w="376554" h="386079">
                <a:moveTo>
                  <a:pt x="144780" y="381000"/>
                </a:moveTo>
                <a:lnTo>
                  <a:pt x="137160" y="381000"/>
                </a:lnTo>
                <a:lnTo>
                  <a:pt x="134112" y="373380"/>
                </a:lnTo>
                <a:lnTo>
                  <a:pt x="132588" y="358140"/>
                </a:lnTo>
                <a:lnTo>
                  <a:pt x="130325" y="341614"/>
                </a:lnTo>
                <a:lnTo>
                  <a:pt x="125920" y="324231"/>
                </a:lnTo>
                <a:lnTo>
                  <a:pt x="119514" y="306276"/>
                </a:lnTo>
                <a:lnTo>
                  <a:pt x="111252" y="288036"/>
                </a:lnTo>
                <a:lnTo>
                  <a:pt x="115824" y="284987"/>
                </a:lnTo>
                <a:lnTo>
                  <a:pt x="147327" y="316277"/>
                </a:lnTo>
                <a:lnTo>
                  <a:pt x="163068" y="348996"/>
                </a:lnTo>
                <a:lnTo>
                  <a:pt x="163068" y="358140"/>
                </a:lnTo>
                <a:lnTo>
                  <a:pt x="160020" y="364236"/>
                </a:lnTo>
                <a:lnTo>
                  <a:pt x="153924" y="370331"/>
                </a:lnTo>
                <a:lnTo>
                  <a:pt x="147828" y="377952"/>
                </a:lnTo>
                <a:lnTo>
                  <a:pt x="144780" y="381000"/>
                </a:lnTo>
                <a:close/>
              </a:path>
              <a:path w="376554" h="386079">
                <a:moveTo>
                  <a:pt x="15240" y="382524"/>
                </a:moveTo>
                <a:lnTo>
                  <a:pt x="4572" y="379476"/>
                </a:lnTo>
                <a:lnTo>
                  <a:pt x="0" y="376428"/>
                </a:lnTo>
                <a:lnTo>
                  <a:pt x="0" y="368807"/>
                </a:lnTo>
                <a:lnTo>
                  <a:pt x="3048" y="364236"/>
                </a:lnTo>
                <a:lnTo>
                  <a:pt x="9144" y="358140"/>
                </a:lnTo>
                <a:lnTo>
                  <a:pt x="20050" y="346114"/>
                </a:lnTo>
                <a:lnTo>
                  <a:pt x="30099" y="330517"/>
                </a:lnTo>
                <a:lnTo>
                  <a:pt x="39576" y="311205"/>
                </a:lnTo>
                <a:lnTo>
                  <a:pt x="48768" y="288036"/>
                </a:lnTo>
                <a:lnTo>
                  <a:pt x="54864" y="288036"/>
                </a:lnTo>
                <a:lnTo>
                  <a:pt x="55087" y="311205"/>
                </a:lnTo>
                <a:lnTo>
                  <a:pt x="55048" y="316277"/>
                </a:lnTo>
                <a:lnTo>
                  <a:pt x="53530" y="337375"/>
                </a:lnTo>
                <a:lnTo>
                  <a:pt x="38171" y="375023"/>
                </a:lnTo>
                <a:lnTo>
                  <a:pt x="23836" y="382500"/>
                </a:lnTo>
                <a:lnTo>
                  <a:pt x="15240" y="38252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" name="object 51"/>
          <p:cNvSpPr/>
          <p:nvPr/>
        </p:nvSpPr>
        <p:spPr>
          <a:xfrm>
            <a:off x="9436607" y="4834128"/>
            <a:ext cx="317500" cy="250190"/>
          </a:xfrm>
          <a:custGeom>
            <a:avLst/>
            <a:gdLst/>
            <a:ahLst/>
            <a:cxnLst/>
            <a:rect l="l" t="t" r="r" b="b"/>
            <a:pathLst>
              <a:path w="317500" h="250189">
                <a:moveTo>
                  <a:pt x="316991" y="249936"/>
                </a:moveTo>
                <a:lnTo>
                  <a:pt x="275843" y="249936"/>
                </a:lnTo>
                <a:lnTo>
                  <a:pt x="275820" y="100226"/>
                </a:lnTo>
                <a:lnTo>
                  <a:pt x="275653" y="92392"/>
                </a:lnTo>
                <a:lnTo>
                  <a:pt x="275201" y="84843"/>
                </a:lnTo>
                <a:lnTo>
                  <a:pt x="274319" y="77724"/>
                </a:lnTo>
                <a:lnTo>
                  <a:pt x="274319" y="68579"/>
                </a:lnTo>
                <a:lnTo>
                  <a:pt x="272795" y="60960"/>
                </a:lnTo>
                <a:lnTo>
                  <a:pt x="269747" y="56388"/>
                </a:lnTo>
                <a:lnTo>
                  <a:pt x="266699" y="50292"/>
                </a:lnTo>
                <a:lnTo>
                  <a:pt x="262127" y="45719"/>
                </a:lnTo>
                <a:lnTo>
                  <a:pt x="257555" y="42672"/>
                </a:lnTo>
                <a:lnTo>
                  <a:pt x="251459" y="39624"/>
                </a:lnTo>
                <a:lnTo>
                  <a:pt x="243839" y="38100"/>
                </a:lnTo>
                <a:lnTo>
                  <a:pt x="234695" y="38100"/>
                </a:lnTo>
                <a:lnTo>
                  <a:pt x="193547" y="56007"/>
                </a:lnTo>
                <a:lnTo>
                  <a:pt x="178307" y="68579"/>
                </a:lnTo>
                <a:lnTo>
                  <a:pt x="178307" y="77724"/>
                </a:lnTo>
                <a:lnTo>
                  <a:pt x="179831" y="80772"/>
                </a:lnTo>
                <a:lnTo>
                  <a:pt x="179831" y="249936"/>
                </a:lnTo>
                <a:lnTo>
                  <a:pt x="138683" y="249936"/>
                </a:lnTo>
                <a:lnTo>
                  <a:pt x="138660" y="100226"/>
                </a:lnTo>
                <a:lnTo>
                  <a:pt x="138493" y="92392"/>
                </a:lnTo>
                <a:lnTo>
                  <a:pt x="131063" y="56388"/>
                </a:lnTo>
                <a:lnTo>
                  <a:pt x="129539" y="50292"/>
                </a:lnTo>
                <a:lnTo>
                  <a:pt x="124967" y="45719"/>
                </a:lnTo>
                <a:lnTo>
                  <a:pt x="118871" y="42672"/>
                </a:lnTo>
                <a:lnTo>
                  <a:pt x="114300" y="39624"/>
                </a:lnTo>
                <a:lnTo>
                  <a:pt x="106679" y="38100"/>
                </a:lnTo>
                <a:lnTo>
                  <a:pt x="97536" y="38100"/>
                </a:lnTo>
                <a:lnTo>
                  <a:pt x="90677" y="38671"/>
                </a:lnTo>
                <a:lnTo>
                  <a:pt x="83819" y="40385"/>
                </a:lnTo>
                <a:lnTo>
                  <a:pt x="76961" y="43243"/>
                </a:lnTo>
                <a:lnTo>
                  <a:pt x="70103" y="47243"/>
                </a:lnTo>
                <a:lnTo>
                  <a:pt x="62364" y="51220"/>
                </a:lnTo>
                <a:lnTo>
                  <a:pt x="55054" y="56197"/>
                </a:lnTo>
                <a:lnTo>
                  <a:pt x="48029" y="62031"/>
                </a:lnTo>
                <a:lnTo>
                  <a:pt x="41148" y="68579"/>
                </a:lnTo>
                <a:lnTo>
                  <a:pt x="41148" y="249936"/>
                </a:lnTo>
                <a:lnTo>
                  <a:pt x="0" y="249936"/>
                </a:lnTo>
                <a:lnTo>
                  <a:pt x="0" y="6096"/>
                </a:lnTo>
                <a:lnTo>
                  <a:pt x="41148" y="6096"/>
                </a:lnTo>
                <a:lnTo>
                  <a:pt x="41148" y="33528"/>
                </a:lnTo>
                <a:lnTo>
                  <a:pt x="49148" y="26074"/>
                </a:lnTo>
                <a:lnTo>
                  <a:pt x="81414" y="5143"/>
                </a:lnTo>
                <a:lnTo>
                  <a:pt x="108203" y="0"/>
                </a:lnTo>
                <a:lnTo>
                  <a:pt x="118443" y="571"/>
                </a:lnTo>
                <a:lnTo>
                  <a:pt x="153995" y="15430"/>
                </a:lnTo>
                <a:lnTo>
                  <a:pt x="172211" y="41148"/>
                </a:lnTo>
                <a:lnTo>
                  <a:pt x="181332" y="31670"/>
                </a:lnTo>
                <a:lnTo>
                  <a:pt x="216431" y="5786"/>
                </a:lnTo>
                <a:lnTo>
                  <a:pt x="245363" y="0"/>
                </a:lnTo>
                <a:lnTo>
                  <a:pt x="253103" y="285"/>
                </a:lnTo>
                <a:lnTo>
                  <a:pt x="292322" y="15287"/>
                </a:lnTo>
                <a:lnTo>
                  <a:pt x="312419" y="48767"/>
                </a:lnTo>
                <a:lnTo>
                  <a:pt x="316991" y="89916"/>
                </a:lnTo>
                <a:lnTo>
                  <a:pt x="316991" y="24993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" name="object 52"/>
          <p:cNvSpPr/>
          <p:nvPr/>
        </p:nvSpPr>
        <p:spPr>
          <a:xfrm>
            <a:off x="2159507" y="5256276"/>
            <a:ext cx="356870" cy="401320"/>
          </a:xfrm>
          <a:custGeom>
            <a:avLst/>
            <a:gdLst/>
            <a:ahLst/>
            <a:cxnLst/>
            <a:rect l="l" t="t" r="r" b="b"/>
            <a:pathLst>
              <a:path w="356869" h="401320">
                <a:moveTo>
                  <a:pt x="54864" y="89916"/>
                </a:moveTo>
                <a:lnTo>
                  <a:pt x="44196" y="89916"/>
                </a:lnTo>
                <a:lnTo>
                  <a:pt x="51554" y="61936"/>
                </a:lnTo>
                <a:lnTo>
                  <a:pt x="57340" y="37528"/>
                </a:lnTo>
                <a:lnTo>
                  <a:pt x="61126" y="16835"/>
                </a:lnTo>
                <a:lnTo>
                  <a:pt x="62484" y="0"/>
                </a:lnTo>
                <a:lnTo>
                  <a:pt x="102108" y="19812"/>
                </a:lnTo>
                <a:lnTo>
                  <a:pt x="92368" y="27551"/>
                </a:lnTo>
                <a:lnTo>
                  <a:pt x="81343" y="41719"/>
                </a:lnTo>
                <a:lnTo>
                  <a:pt x="68889" y="62460"/>
                </a:lnTo>
                <a:lnTo>
                  <a:pt x="54864" y="89916"/>
                </a:lnTo>
                <a:close/>
              </a:path>
              <a:path w="356869" h="401320">
                <a:moveTo>
                  <a:pt x="147828" y="190500"/>
                </a:moveTo>
                <a:lnTo>
                  <a:pt x="143256" y="187452"/>
                </a:lnTo>
                <a:lnTo>
                  <a:pt x="160377" y="160615"/>
                </a:lnTo>
                <a:lnTo>
                  <a:pt x="175069" y="135064"/>
                </a:lnTo>
                <a:lnTo>
                  <a:pt x="196596" y="88392"/>
                </a:lnTo>
                <a:lnTo>
                  <a:pt x="212407" y="44958"/>
                </a:lnTo>
                <a:lnTo>
                  <a:pt x="222503" y="1524"/>
                </a:lnTo>
                <a:lnTo>
                  <a:pt x="262127" y="24384"/>
                </a:lnTo>
                <a:lnTo>
                  <a:pt x="253507" y="31480"/>
                </a:lnTo>
                <a:lnTo>
                  <a:pt x="243459" y="45720"/>
                </a:lnTo>
                <a:lnTo>
                  <a:pt x="231695" y="66817"/>
                </a:lnTo>
                <a:lnTo>
                  <a:pt x="217932" y="94488"/>
                </a:lnTo>
                <a:lnTo>
                  <a:pt x="348996" y="94488"/>
                </a:lnTo>
                <a:lnTo>
                  <a:pt x="356616" y="102108"/>
                </a:lnTo>
                <a:lnTo>
                  <a:pt x="352806" y="105156"/>
                </a:lnTo>
                <a:lnTo>
                  <a:pt x="214884" y="105156"/>
                </a:lnTo>
                <a:lnTo>
                  <a:pt x="198834" y="129420"/>
                </a:lnTo>
                <a:lnTo>
                  <a:pt x="182499" y="151828"/>
                </a:lnTo>
                <a:lnTo>
                  <a:pt x="165592" y="172235"/>
                </a:lnTo>
                <a:lnTo>
                  <a:pt x="147828" y="190500"/>
                </a:lnTo>
                <a:close/>
              </a:path>
              <a:path w="356869" h="401320">
                <a:moveTo>
                  <a:pt x="146304" y="89916"/>
                </a:moveTo>
                <a:lnTo>
                  <a:pt x="111252" y="89916"/>
                </a:lnTo>
                <a:lnTo>
                  <a:pt x="129540" y="73152"/>
                </a:lnTo>
                <a:lnTo>
                  <a:pt x="146304" y="89916"/>
                </a:lnTo>
                <a:close/>
              </a:path>
              <a:path w="356869" h="401320">
                <a:moveTo>
                  <a:pt x="0" y="397764"/>
                </a:moveTo>
                <a:lnTo>
                  <a:pt x="820" y="359664"/>
                </a:lnTo>
                <a:lnTo>
                  <a:pt x="917" y="353568"/>
                </a:lnTo>
                <a:lnTo>
                  <a:pt x="1333" y="316230"/>
                </a:lnTo>
                <a:lnTo>
                  <a:pt x="1425" y="176784"/>
                </a:lnTo>
                <a:lnTo>
                  <a:pt x="1301" y="151828"/>
                </a:lnTo>
                <a:lnTo>
                  <a:pt x="881" y="114681"/>
                </a:lnTo>
                <a:lnTo>
                  <a:pt x="0" y="74676"/>
                </a:lnTo>
                <a:lnTo>
                  <a:pt x="25908" y="89916"/>
                </a:lnTo>
                <a:lnTo>
                  <a:pt x="146304" y="89916"/>
                </a:lnTo>
                <a:lnTo>
                  <a:pt x="155448" y="99060"/>
                </a:lnTo>
                <a:lnTo>
                  <a:pt x="153352" y="100584"/>
                </a:lnTo>
                <a:lnTo>
                  <a:pt x="24384" y="100584"/>
                </a:lnTo>
                <a:lnTo>
                  <a:pt x="24384" y="211836"/>
                </a:lnTo>
                <a:lnTo>
                  <a:pt x="138729" y="211836"/>
                </a:lnTo>
                <a:lnTo>
                  <a:pt x="138743" y="222504"/>
                </a:lnTo>
                <a:lnTo>
                  <a:pt x="24384" y="222504"/>
                </a:lnTo>
                <a:lnTo>
                  <a:pt x="24384" y="344424"/>
                </a:lnTo>
                <a:lnTo>
                  <a:pt x="139446" y="344424"/>
                </a:lnTo>
                <a:lnTo>
                  <a:pt x="139647" y="353568"/>
                </a:lnTo>
                <a:lnTo>
                  <a:pt x="24384" y="353568"/>
                </a:lnTo>
                <a:lnTo>
                  <a:pt x="24384" y="384048"/>
                </a:lnTo>
                <a:lnTo>
                  <a:pt x="0" y="397764"/>
                </a:lnTo>
                <a:close/>
              </a:path>
              <a:path w="356869" h="401320">
                <a:moveTo>
                  <a:pt x="348996" y="94488"/>
                </a:moveTo>
                <a:lnTo>
                  <a:pt x="312420" y="94488"/>
                </a:lnTo>
                <a:lnTo>
                  <a:pt x="330708" y="76200"/>
                </a:lnTo>
                <a:lnTo>
                  <a:pt x="348996" y="94488"/>
                </a:lnTo>
                <a:close/>
              </a:path>
              <a:path w="356869" h="401320">
                <a:moveTo>
                  <a:pt x="138729" y="211836"/>
                </a:moveTo>
                <a:lnTo>
                  <a:pt x="115824" y="211836"/>
                </a:lnTo>
                <a:lnTo>
                  <a:pt x="115824" y="100584"/>
                </a:lnTo>
                <a:lnTo>
                  <a:pt x="153352" y="100584"/>
                </a:lnTo>
                <a:lnTo>
                  <a:pt x="138684" y="111252"/>
                </a:lnTo>
                <a:lnTo>
                  <a:pt x="138729" y="211836"/>
                </a:lnTo>
                <a:close/>
              </a:path>
              <a:path w="356869" h="401320">
                <a:moveTo>
                  <a:pt x="327433" y="359664"/>
                </a:moveTo>
                <a:lnTo>
                  <a:pt x="283464" y="359664"/>
                </a:lnTo>
                <a:lnTo>
                  <a:pt x="292631" y="357687"/>
                </a:lnTo>
                <a:lnTo>
                  <a:pt x="299656" y="351853"/>
                </a:lnTo>
                <a:lnTo>
                  <a:pt x="309895" y="304680"/>
                </a:lnTo>
                <a:lnTo>
                  <a:pt x="311658" y="258889"/>
                </a:lnTo>
                <a:lnTo>
                  <a:pt x="313561" y="186213"/>
                </a:lnTo>
                <a:lnTo>
                  <a:pt x="315467" y="105156"/>
                </a:lnTo>
                <a:lnTo>
                  <a:pt x="352806" y="105156"/>
                </a:lnTo>
                <a:lnTo>
                  <a:pt x="341376" y="114300"/>
                </a:lnTo>
                <a:lnTo>
                  <a:pt x="340171" y="186213"/>
                </a:lnTo>
                <a:lnTo>
                  <a:pt x="340075" y="190500"/>
                </a:lnTo>
                <a:lnTo>
                  <a:pt x="338376" y="248631"/>
                </a:lnTo>
                <a:lnTo>
                  <a:pt x="336328" y="294583"/>
                </a:lnTo>
                <a:lnTo>
                  <a:pt x="332232" y="344424"/>
                </a:lnTo>
                <a:lnTo>
                  <a:pt x="328517" y="357020"/>
                </a:lnTo>
                <a:lnTo>
                  <a:pt x="327433" y="359664"/>
                </a:lnTo>
                <a:close/>
              </a:path>
              <a:path w="356869" h="401320">
                <a:moveTo>
                  <a:pt x="233172" y="269748"/>
                </a:moveTo>
                <a:lnTo>
                  <a:pt x="230124" y="269748"/>
                </a:lnTo>
                <a:lnTo>
                  <a:pt x="226956" y="268081"/>
                </a:lnTo>
                <a:lnTo>
                  <a:pt x="224218" y="263271"/>
                </a:lnTo>
                <a:lnTo>
                  <a:pt x="221765" y="255603"/>
                </a:lnTo>
                <a:lnTo>
                  <a:pt x="219456" y="245364"/>
                </a:lnTo>
                <a:lnTo>
                  <a:pt x="214907" y="227576"/>
                </a:lnTo>
                <a:lnTo>
                  <a:pt x="208216" y="210502"/>
                </a:lnTo>
                <a:lnTo>
                  <a:pt x="199524" y="193714"/>
                </a:lnTo>
                <a:lnTo>
                  <a:pt x="188976" y="176784"/>
                </a:lnTo>
                <a:lnTo>
                  <a:pt x="192024" y="172212"/>
                </a:lnTo>
                <a:lnTo>
                  <a:pt x="224980" y="198501"/>
                </a:lnTo>
                <a:lnTo>
                  <a:pt x="246888" y="234696"/>
                </a:lnTo>
                <a:lnTo>
                  <a:pt x="246888" y="246888"/>
                </a:lnTo>
                <a:lnTo>
                  <a:pt x="245364" y="254508"/>
                </a:lnTo>
                <a:lnTo>
                  <a:pt x="236220" y="266700"/>
                </a:lnTo>
                <a:lnTo>
                  <a:pt x="233172" y="269748"/>
                </a:lnTo>
                <a:close/>
              </a:path>
              <a:path w="356869" h="401320">
                <a:moveTo>
                  <a:pt x="139446" y="344424"/>
                </a:moveTo>
                <a:lnTo>
                  <a:pt x="115824" y="344424"/>
                </a:lnTo>
                <a:lnTo>
                  <a:pt x="115824" y="222504"/>
                </a:lnTo>
                <a:lnTo>
                  <a:pt x="138743" y="222504"/>
                </a:lnTo>
                <a:lnTo>
                  <a:pt x="138861" y="269748"/>
                </a:lnTo>
                <a:lnTo>
                  <a:pt x="139016" y="304680"/>
                </a:lnTo>
                <a:lnTo>
                  <a:pt x="139446" y="344424"/>
                </a:lnTo>
                <a:close/>
              </a:path>
              <a:path w="356869" h="401320">
                <a:moveTo>
                  <a:pt x="278891" y="400812"/>
                </a:moveTo>
                <a:lnTo>
                  <a:pt x="271986" y="387953"/>
                </a:lnTo>
                <a:lnTo>
                  <a:pt x="260223" y="376809"/>
                </a:lnTo>
                <a:lnTo>
                  <a:pt x="243316" y="367379"/>
                </a:lnTo>
                <a:lnTo>
                  <a:pt x="220979" y="359664"/>
                </a:lnTo>
                <a:lnTo>
                  <a:pt x="220979" y="350520"/>
                </a:lnTo>
                <a:lnTo>
                  <a:pt x="241244" y="354520"/>
                </a:lnTo>
                <a:lnTo>
                  <a:pt x="258508" y="357378"/>
                </a:lnTo>
                <a:lnTo>
                  <a:pt x="272629" y="359092"/>
                </a:lnTo>
                <a:lnTo>
                  <a:pt x="283464" y="359664"/>
                </a:lnTo>
                <a:lnTo>
                  <a:pt x="327433" y="359664"/>
                </a:lnTo>
                <a:lnTo>
                  <a:pt x="324231" y="367474"/>
                </a:lnTo>
                <a:lnTo>
                  <a:pt x="290369" y="396240"/>
                </a:lnTo>
                <a:lnTo>
                  <a:pt x="278891" y="400812"/>
                </a:lnTo>
                <a:close/>
              </a:path>
              <a:path w="356869" h="401320">
                <a:moveTo>
                  <a:pt x="115824" y="390144"/>
                </a:moveTo>
                <a:lnTo>
                  <a:pt x="115824" y="353568"/>
                </a:lnTo>
                <a:lnTo>
                  <a:pt x="139647" y="353568"/>
                </a:lnTo>
                <a:lnTo>
                  <a:pt x="140208" y="376428"/>
                </a:lnTo>
                <a:lnTo>
                  <a:pt x="115824" y="39014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53" name="object 53"/>
          <p:cNvGrpSpPr/>
          <p:nvPr/>
        </p:nvGrpSpPr>
        <p:grpSpPr>
          <a:xfrm>
            <a:off x="2566416" y="5251703"/>
            <a:ext cx="4136390" cy="457200"/>
            <a:chOff x="2566416" y="5251703"/>
            <a:chExt cx="4136390" cy="457200"/>
          </a:xfrm>
        </p:grpSpPr>
        <p:sp>
          <p:nvSpPr>
            <p:cNvPr id="54" name="object 54"/>
            <p:cNvSpPr/>
            <p:nvPr/>
          </p:nvSpPr>
          <p:spPr>
            <a:xfrm>
              <a:off x="2566403" y="5251704"/>
              <a:ext cx="2364105" cy="457834"/>
            </a:xfrm>
            <a:custGeom>
              <a:avLst/>
              <a:gdLst/>
              <a:ahLst/>
              <a:cxnLst/>
              <a:rect l="l" t="t" r="r" b="b"/>
              <a:pathLst>
                <a:path w="2364104" h="457835">
                  <a:moveTo>
                    <a:pt x="143256" y="25920"/>
                  </a:moveTo>
                  <a:lnTo>
                    <a:pt x="106680" y="4584"/>
                  </a:lnTo>
                  <a:lnTo>
                    <a:pt x="97828" y="31673"/>
                  </a:lnTo>
                  <a:lnTo>
                    <a:pt x="87249" y="60210"/>
                  </a:lnTo>
                  <a:lnTo>
                    <a:pt x="60960" y="120408"/>
                  </a:lnTo>
                  <a:lnTo>
                    <a:pt x="29908" y="176415"/>
                  </a:lnTo>
                  <a:lnTo>
                    <a:pt x="0" y="220992"/>
                  </a:lnTo>
                  <a:lnTo>
                    <a:pt x="6096" y="227088"/>
                  </a:lnTo>
                  <a:lnTo>
                    <a:pt x="21526" y="210515"/>
                  </a:lnTo>
                  <a:lnTo>
                    <a:pt x="38100" y="190512"/>
                  </a:lnTo>
                  <a:lnTo>
                    <a:pt x="55816" y="167081"/>
                  </a:lnTo>
                  <a:lnTo>
                    <a:pt x="74676" y="140220"/>
                  </a:lnTo>
                  <a:lnTo>
                    <a:pt x="74561" y="354050"/>
                  </a:lnTo>
                  <a:lnTo>
                    <a:pt x="74460" y="364718"/>
                  </a:lnTo>
                  <a:lnTo>
                    <a:pt x="74053" y="384632"/>
                  </a:lnTo>
                  <a:lnTo>
                    <a:pt x="73152" y="409968"/>
                  </a:lnTo>
                  <a:lnTo>
                    <a:pt x="100584" y="394728"/>
                  </a:lnTo>
                  <a:lnTo>
                    <a:pt x="100330" y="373888"/>
                  </a:lnTo>
                  <a:lnTo>
                    <a:pt x="99872" y="359295"/>
                  </a:lnTo>
                  <a:lnTo>
                    <a:pt x="99301" y="344360"/>
                  </a:lnTo>
                  <a:lnTo>
                    <a:pt x="99060" y="333768"/>
                  </a:lnTo>
                  <a:lnTo>
                    <a:pt x="99060" y="149364"/>
                  </a:lnTo>
                  <a:lnTo>
                    <a:pt x="108204" y="140220"/>
                  </a:lnTo>
                  <a:lnTo>
                    <a:pt x="112776" y="135648"/>
                  </a:lnTo>
                  <a:lnTo>
                    <a:pt x="83820" y="120408"/>
                  </a:lnTo>
                  <a:lnTo>
                    <a:pt x="102730" y="83832"/>
                  </a:lnTo>
                  <a:lnTo>
                    <a:pt x="118681" y="56019"/>
                  </a:lnTo>
                  <a:lnTo>
                    <a:pt x="132041" y="36817"/>
                  </a:lnTo>
                  <a:lnTo>
                    <a:pt x="143256" y="25920"/>
                  </a:lnTo>
                  <a:close/>
                </a:path>
                <a:path w="2364104" h="457835">
                  <a:moveTo>
                    <a:pt x="356616" y="74688"/>
                  </a:moveTo>
                  <a:lnTo>
                    <a:pt x="311111" y="38887"/>
                  </a:lnTo>
                  <a:lnTo>
                    <a:pt x="281940" y="28968"/>
                  </a:lnTo>
                  <a:lnTo>
                    <a:pt x="278892" y="33540"/>
                  </a:lnTo>
                  <a:lnTo>
                    <a:pt x="296633" y="48983"/>
                  </a:lnTo>
                  <a:lnTo>
                    <a:pt x="311086" y="63449"/>
                  </a:lnTo>
                  <a:lnTo>
                    <a:pt x="322402" y="77038"/>
                  </a:lnTo>
                  <a:lnTo>
                    <a:pt x="330682" y="89877"/>
                  </a:lnTo>
                  <a:lnTo>
                    <a:pt x="335280" y="99072"/>
                  </a:lnTo>
                  <a:lnTo>
                    <a:pt x="339852" y="105168"/>
                  </a:lnTo>
                  <a:lnTo>
                    <a:pt x="347472" y="105168"/>
                  </a:lnTo>
                  <a:lnTo>
                    <a:pt x="355092" y="89928"/>
                  </a:lnTo>
                  <a:lnTo>
                    <a:pt x="356616" y="83832"/>
                  </a:lnTo>
                  <a:lnTo>
                    <a:pt x="356616" y="74688"/>
                  </a:lnTo>
                  <a:close/>
                </a:path>
                <a:path w="2364104" h="457835">
                  <a:moveTo>
                    <a:pt x="411480" y="367296"/>
                  </a:moveTo>
                  <a:lnTo>
                    <a:pt x="391439" y="328168"/>
                  </a:lnTo>
                  <a:lnTo>
                    <a:pt x="390144" y="291096"/>
                  </a:lnTo>
                  <a:lnTo>
                    <a:pt x="381000" y="291096"/>
                  </a:lnTo>
                  <a:lnTo>
                    <a:pt x="379082" y="330949"/>
                  </a:lnTo>
                  <a:lnTo>
                    <a:pt x="367880" y="367766"/>
                  </a:lnTo>
                  <a:lnTo>
                    <a:pt x="362712" y="370344"/>
                  </a:lnTo>
                  <a:lnTo>
                    <a:pt x="309372" y="370344"/>
                  </a:lnTo>
                  <a:lnTo>
                    <a:pt x="299135" y="368884"/>
                  </a:lnTo>
                  <a:lnTo>
                    <a:pt x="291465" y="364439"/>
                  </a:lnTo>
                  <a:lnTo>
                    <a:pt x="286664" y="356831"/>
                  </a:lnTo>
                  <a:lnTo>
                    <a:pt x="284988" y="345960"/>
                  </a:lnTo>
                  <a:lnTo>
                    <a:pt x="284988" y="146316"/>
                  </a:lnTo>
                  <a:lnTo>
                    <a:pt x="390144" y="146316"/>
                  </a:lnTo>
                  <a:lnTo>
                    <a:pt x="356616" y="114312"/>
                  </a:lnTo>
                  <a:lnTo>
                    <a:pt x="333756" y="135648"/>
                  </a:lnTo>
                  <a:lnTo>
                    <a:pt x="236220" y="135648"/>
                  </a:lnTo>
                  <a:lnTo>
                    <a:pt x="236220" y="41160"/>
                  </a:lnTo>
                  <a:lnTo>
                    <a:pt x="252984" y="25920"/>
                  </a:lnTo>
                  <a:lnTo>
                    <a:pt x="210312" y="7632"/>
                  </a:lnTo>
                  <a:lnTo>
                    <a:pt x="211201" y="24155"/>
                  </a:lnTo>
                  <a:lnTo>
                    <a:pt x="211645" y="41541"/>
                  </a:lnTo>
                  <a:lnTo>
                    <a:pt x="211721" y="48983"/>
                  </a:lnTo>
                  <a:lnTo>
                    <a:pt x="211836" y="135648"/>
                  </a:lnTo>
                  <a:lnTo>
                    <a:pt x="117348" y="135648"/>
                  </a:lnTo>
                  <a:lnTo>
                    <a:pt x="132588" y="152412"/>
                  </a:lnTo>
                  <a:lnTo>
                    <a:pt x="142024" y="149529"/>
                  </a:lnTo>
                  <a:lnTo>
                    <a:pt x="152019" y="147650"/>
                  </a:lnTo>
                  <a:lnTo>
                    <a:pt x="162598" y="146621"/>
                  </a:lnTo>
                  <a:lnTo>
                    <a:pt x="173736" y="146316"/>
                  </a:lnTo>
                  <a:lnTo>
                    <a:pt x="211836" y="146316"/>
                  </a:lnTo>
                  <a:lnTo>
                    <a:pt x="208407" y="203276"/>
                  </a:lnTo>
                  <a:lnTo>
                    <a:pt x="198120" y="254520"/>
                  </a:lnTo>
                  <a:lnTo>
                    <a:pt x="183261" y="300050"/>
                  </a:lnTo>
                  <a:lnTo>
                    <a:pt x="161544" y="339864"/>
                  </a:lnTo>
                  <a:lnTo>
                    <a:pt x="134493" y="375678"/>
                  </a:lnTo>
                  <a:lnTo>
                    <a:pt x="100584" y="406920"/>
                  </a:lnTo>
                  <a:lnTo>
                    <a:pt x="106680" y="413016"/>
                  </a:lnTo>
                  <a:lnTo>
                    <a:pt x="149923" y="378536"/>
                  </a:lnTo>
                  <a:lnTo>
                    <a:pt x="182880" y="342912"/>
                  </a:lnTo>
                  <a:lnTo>
                    <a:pt x="206692" y="302526"/>
                  </a:lnTo>
                  <a:lnTo>
                    <a:pt x="222504" y="257568"/>
                  </a:lnTo>
                  <a:lnTo>
                    <a:pt x="232791" y="205943"/>
                  </a:lnTo>
                  <a:lnTo>
                    <a:pt x="236220" y="146316"/>
                  </a:lnTo>
                  <a:lnTo>
                    <a:pt x="263652" y="146316"/>
                  </a:lnTo>
                  <a:lnTo>
                    <a:pt x="263702" y="358482"/>
                  </a:lnTo>
                  <a:lnTo>
                    <a:pt x="285521" y="390512"/>
                  </a:lnTo>
                  <a:lnTo>
                    <a:pt x="303276" y="391680"/>
                  </a:lnTo>
                  <a:lnTo>
                    <a:pt x="371856" y="391680"/>
                  </a:lnTo>
                  <a:lnTo>
                    <a:pt x="383628" y="390220"/>
                  </a:lnTo>
                  <a:lnTo>
                    <a:pt x="393954" y="385775"/>
                  </a:lnTo>
                  <a:lnTo>
                    <a:pt x="403148" y="378167"/>
                  </a:lnTo>
                  <a:lnTo>
                    <a:pt x="409155" y="370344"/>
                  </a:lnTo>
                  <a:lnTo>
                    <a:pt x="411480" y="367296"/>
                  </a:lnTo>
                  <a:close/>
                </a:path>
                <a:path w="2364104" h="457835">
                  <a:moveTo>
                    <a:pt x="850404" y="367296"/>
                  </a:moveTo>
                  <a:lnTo>
                    <a:pt x="827938" y="327494"/>
                  </a:lnTo>
                  <a:lnTo>
                    <a:pt x="826020" y="289572"/>
                  </a:lnTo>
                  <a:lnTo>
                    <a:pt x="816876" y="289572"/>
                  </a:lnTo>
                  <a:lnTo>
                    <a:pt x="814298" y="340360"/>
                  </a:lnTo>
                  <a:lnTo>
                    <a:pt x="798588" y="374916"/>
                  </a:lnTo>
                  <a:lnTo>
                    <a:pt x="737628" y="374916"/>
                  </a:lnTo>
                  <a:lnTo>
                    <a:pt x="721004" y="372605"/>
                  </a:lnTo>
                  <a:lnTo>
                    <a:pt x="709815" y="365582"/>
                  </a:lnTo>
                  <a:lnTo>
                    <a:pt x="703757" y="353695"/>
                  </a:lnTo>
                  <a:lnTo>
                    <a:pt x="702576" y="336816"/>
                  </a:lnTo>
                  <a:lnTo>
                    <a:pt x="702576" y="217944"/>
                  </a:lnTo>
                  <a:lnTo>
                    <a:pt x="845832" y="217944"/>
                  </a:lnTo>
                  <a:lnTo>
                    <a:pt x="810780" y="182892"/>
                  </a:lnTo>
                  <a:lnTo>
                    <a:pt x="786396" y="207276"/>
                  </a:lnTo>
                  <a:lnTo>
                    <a:pt x="664476" y="207276"/>
                  </a:lnTo>
                  <a:lnTo>
                    <a:pt x="664476" y="114312"/>
                  </a:lnTo>
                  <a:lnTo>
                    <a:pt x="803160" y="114312"/>
                  </a:lnTo>
                  <a:lnTo>
                    <a:pt x="768108" y="79260"/>
                  </a:lnTo>
                  <a:lnTo>
                    <a:pt x="743724" y="103644"/>
                  </a:lnTo>
                  <a:lnTo>
                    <a:pt x="664476" y="103644"/>
                  </a:lnTo>
                  <a:lnTo>
                    <a:pt x="664476" y="35064"/>
                  </a:lnTo>
                  <a:lnTo>
                    <a:pt x="678192" y="21348"/>
                  </a:lnTo>
                  <a:lnTo>
                    <a:pt x="638568" y="4584"/>
                  </a:lnTo>
                  <a:lnTo>
                    <a:pt x="639445" y="20294"/>
                  </a:lnTo>
                  <a:lnTo>
                    <a:pt x="639902" y="42303"/>
                  </a:lnTo>
                  <a:lnTo>
                    <a:pt x="640092" y="105168"/>
                  </a:lnTo>
                  <a:lnTo>
                    <a:pt x="550176" y="105168"/>
                  </a:lnTo>
                  <a:lnTo>
                    <a:pt x="559320" y="84785"/>
                  </a:lnTo>
                  <a:lnTo>
                    <a:pt x="568464" y="65544"/>
                  </a:lnTo>
                  <a:lnTo>
                    <a:pt x="582180" y="57924"/>
                  </a:lnTo>
                  <a:lnTo>
                    <a:pt x="544080" y="35064"/>
                  </a:lnTo>
                  <a:lnTo>
                    <a:pt x="534098" y="76415"/>
                  </a:lnTo>
                  <a:lnTo>
                    <a:pt x="520268" y="115646"/>
                  </a:lnTo>
                  <a:lnTo>
                    <a:pt x="502716" y="152285"/>
                  </a:lnTo>
                  <a:lnTo>
                    <a:pt x="481596" y="185940"/>
                  </a:lnTo>
                  <a:lnTo>
                    <a:pt x="487692" y="190512"/>
                  </a:lnTo>
                  <a:lnTo>
                    <a:pt x="503377" y="173050"/>
                  </a:lnTo>
                  <a:lnTo>
                    <a:pt x="518363" y="154889"/>
                  </a:lnTo>
                  <a:lnTo>
                    <a:pt x="532472" y="135851"/>
                  </a:lnTo>
                  <a:lnTo>
                    <a:pt x="545604" y="115836"/>
                  </a:lnTo>
                  <a:lnTo>
                    <a:pt x="640092" y="115836"/>
                  </a:lnTo>
                  <a:lnTo>
                    <a:pt x="640092" y="207276"/>
                  </a:lnTo>
                  <a:lnTo>
                    <a:pt x="455688" y="207276"/>
                  </a:lnTo>
                  <a:lnTo>
                    <a:pt x="470928" y="222516"/>
                  </a:lnTo>
                  <a:lnTo>
                    <a:pt x="481228" y="220510"/>
                  </a:lnTo>
                  <a:lnTo>
                    <a:pt x="491693" y="219087"/>
                  </a:lnTo>
                  <a:lnTo>
                    <a:pt x="502424" y="218224"/>
                  </a:lnTo>
                  <a:lnTo>
                    <a:pt x="513600" y="217944"/>
                  </a:lnTo>
                  <a:lnTo>
                    <a:pt x="589800" y="217944"/>
                  </a:lnTo>
                  <a:lnTo>
                    <a:pt x="580085" y="276428"/>
                  </a:lnTo>
                  <a:lnTo>
                    <a:pt x="562368" y="324624"/>
                  </a:lnTo>
                  <a:lnTo>
                    <a:pt x="523887" y="365772"/>
                  </a:lnTo>
                  <a:lnTo>
                    <a:pt x="455688" y="406920"/>
                  </a:lnTo>
                  <a:lnTo>
                    <a:pt x="457212" y="413016"/>
                  </a:lnTo>
                  <a:lnTo>
                    <a:pt x="499211" y="397027"/>
                  </a:lnTo>
                  <a:lnTo>
                    <a:pt x="533793" y="378917"/>
                  </a:lnTo>
                  <a:lnTo>
                    <a:pt x="580656" y="336816"/>
                  </a:lnTo>
                  <a:lnTo>
                    <a:pt x="604469" y="284238"/>
                  </a:lnTo>
                  <a:lnTo>
                    <a:pt x="615708" y="217944"/>
                  </a:lnTo>
                  <a:lnTo>
                    <a:pt x="678192" y="217944"/>
                  </a:lnTo>
                  <a:lnTo>
                    <a:pt x="678192" y="350532"/>
                  </a:lnTo>
                  <a:lnTo>
                    <a:pt x="679881" y="369646"/>
                  </a:lnTo>
                  <a:lnTo>
                    <a:pt x="687146" y="383489"/>
                  </a:lnTo>
                  <a:lnTo>
                    <a:pt x="699833" y="391883"/>
                  </a:lnTo>
                  <a:lnTo>
                    <a:pt x="717816" y="394728"/>
                  </a:lnTo>
                  <a:lnTo>
                    <a:pt x="801636" y="394728"/>
                  </a:lnTo>
                  <a:lnTo>
                    <a:pt x="819111" y="393014"/>
                  </a:lnTo>
                  <a:lnTo>
                    <a:pt x="832878" y="387870"/>
                  </a:lnTo>
                  <a:lnTo>
                    <a:pt x="843203" y="379298"/>
                  </a:lnTo>
                  <a:lnTo>
                    <a:pt x="850404" y="367296"/>
                  </a:lnTo>
                  <a:close/>
                </a:path>
                <a:path w="2364104" h="457835">
                  <a:moveTo>
                    <a:pt x="1298448" y="358152"/>
                  </a:moveTo>
                  <a:lnTo>
                    <a:pt x="1250442" y="350151"/>
                  </a:lnTo>
                  <a:lnTo>
                    <a:pt x="1211580" y="335292"/>
                  </a:lnTo>
                  <a:lnTo>
                    <a:pt x="1178623" y="313385"/>
                  </a:lnTo>
                  <a:lnTo>
                    <a:pt x="1149096" y="283476"/>
                  </a:lnTo>
                  <a:lnTo>
                    <a:pt x="1167079" y="271754"/>
                  </a:lnTo>
                  <a:lnTo>
                    <a:pt x="1186624" y="259473"/>
                  </a:lnTo>
                  <a:lnTo>
                    <a:pt x="1229868" y="233184"/>
                  </a:lnTo>
                  <a:lnTo>
                    <a:pt x="1246632" y="231660"/>
                  </a:lnTo>
                  <a:lnTo>
                    <a:pt x="1217676" y="202704"/>
                  </a:lnTo>
                  <a:lnTo>
                    <a:pt x="1204531" y="220154"/>
                  </a:lnTo>
                  <a:lnTo>
                    <a:pt x="1187958" y="238328"/>
                  </a:lnTo>
                  <a:lnTo>
                    <a:pt x="1167955" y="257352"/>
                  </a:lnTo>
                  <a:lnTo>
                    <a:pt x="1144524" y="277380"/>
                  </a:lnTo>
                  <a:lnTo>
                    <a:pt x="1131620" y="257632"/>
                  </a:lnTo>
                  <a:lnTo>
                    <a:pt x="1120140" y="237185"/>
                  </a:lnTo>
                  <a:lnTo>
                    <a:pt x="1109814" y="215861"/>
                  </a:lnTo>
                  <a:lnTo>
                    <a:pt x="1100328" y="193560"/>
                  </a:lnTo>
                  <a:lnTo>
                    <a:pt x="1293876" y="193560"/>
                  </a:lnTo>
                  <a:lnTo>
                    <a:pt x="1258824" y="156984"/>
                  </a:lnTo>
                  <a:lnTo>
                    <a:pt x="1232916" y="182892"/>
                  </a:lnTo>
                  <a:lnTo>
                    <a:pt x="1101852" y="182892"/>
                  </a:lnTo>
                  <a:lnTo>
                    <a:pt x="1101852" y="132600"/>
                  </a:lnTo>
                  <a:lnTo>
                    <a:pt x="1245108" y="132600"/>
                  </a:lnTo>
                  <a:lnTo>
                    <a:pt x="1213104" y="99072"/>
                  </a:lnTo>
                  <a:lnTo>
                    <a:pt x="1190244" y="121932"/>
                  </a:lnTo>
                  <a:lnTo>
                    <a:pt x="1101852" y="121932"/>
                  </a:lnTo>
                  <a:lnTo>
                    <a:pt x="1101852" y="74688"/>
                  </a:lnTo>
                  <a:lnTo>
                    <a:pt x="1272540" y="74688"/>
                  </a:lnTo>
                  <a:lnTo>
                    <a:pt x="1239012" y="41160"/>
                  </a:lnTo>
                  <a:lnTo>
                    <a:pt x="1214628" y="65544"/>
                  </a:lnTo>
                  <a:lnTo>
                    <a:pt x="1101852" y="65544"/>
                  </a:lnTo>
                  <a:lnTo>
                    <a:pt x="1101852" y="33540"/>
                  </a:lnTo>
                  <a:lnTo>
                    <a:pt x="1115568" y="21348"/>
                  </a:lnTo>
                  <a:lnTo>
                    <a:pt x="1075944" y="4584"/>
                  </a:lnTo>
                  <a:lnTo>
                    <a:pt x="1076833" y="18605"/>
                  </a:lnTo>
                  <a:lnTo>
                    <a:pt x="1077277" y="33350"/>
                  </a:lnTo>
                  <a:lnTo>
                    <a:pt x="1077468" y="65544"/>
                  </a:lnTo>
                  <a:lnTo>
                    <a:pt x="923544" y="65544"/>
                  </a:lnTo>
                  <a:lnTo>
                    <a:pt x="938784" y="80784"/>
                  </a:lnTo>
                  <a:lnTo>
                    <a:pt x="948436" y="78536"/>
                  </a:lnTo>
                  <a:lnTo>
                    <a:pt x="958786" y="76593"/>
                  </a:lnTo>
                  <a:lnTo>
                    <a:pt x="969441" y="75209"/>
                  </a:lnTo>
                  <a:lnTo>
                    <a:pt x="979932" y="74688"/>
                  </a:lnTo>
                  <a:lnTo>
                    <a:pt x="1077468" y="74688"/>
                  </a:lnTo>
                  <a:lnTo>
                    <a:pt x="1077468" y="121932"/>
                  </a:lnTo>
                  <a:lnTo>
                    <a:pt x="952500" y="121932"/>
                  </a:lnTo>
                  <a:lnTo>
                    <a:pt x="967740" y="137172"/>
                  </a:lnTo>
                  <a:lnTo>
                    <a:pt x="978052" y="135166"/>
                  </a:lnTo>
                  <a:lnTo>
                    <a:pt x="988504" y="133743"/>
                  </a:lnTo>
                  <a:lnTo>
                    <a:pt x="999248" y="132880"/>
                  </a:lnTo>
                  <a:lnTo>
                    <a:pt x="1010412" y="132600"/>
                  </a:lnTo>
                  <a:lnTo>
                    <a:pt x="1077468" y="132600"/>
                  </a:lnTo>
                  <a:lnTo>
                    <a:pt x="1077468" y="182892"/>
                  </a:lnTo>
                  <a:lnTo>
                    <a:pt x="897636" y="182892"/>
                  </a:lnTo>
                  <a:lnTo>
                    <a:pt x="912876" y="198132"/>
                  </a:lnTo>
                  <a:lnTo>
                    <a:pt x="922312" y="196126"/>
                  </a:lnTo>
                  <a:lnTo>
                    <a:pt x="932307" y="194703"/>
                  </a:lnTo>
                  <a:lnTo>
                    <a:pt x="942886" y="193840"/>
                  </a:lnTo>
                  <a:lnTo>
                    <a:pt x="954024" y="193560"/>
                  </a:lnTo>
                  <a:lnTo>
                    <a:pt x="1066800" y="193560"/>
                  </a:lnTo>
                  <a:lnTo>
                    <a:pt x="1033843" y="234708"/>
                  </a:lnTo>
                  <a:lnTo>
                    <a:pt x="995172" y="271284"/>
                  </a:lnTo>
                  <a:lnTo>
                    <a:pt x="947166" y="304812"/>
                  </a:lnTo>
                  <a:lnTo>
                    <a:pt x="890016" y="333768"/>
                  </a:lnTo>
                  <a:lnTo>
                    <a:pt x="891540" y="341388"/>
                  </a:lnTo>
                  <a:lnTo>
                    <a:pt x="924458" y="330212"/>
                  </a:lnTo>
                  <a:lnTo>
                    <a:pt x="954786" y="317195"/>
                  </a:lnTo>
                  <a:lnTo>
                    <a:pt x="982840" y="302158"/>
                  </a:lnTo>
                  <a:lnTo>
                    <a:pt x="1008888" y="285000"/>
                  </a:lnTo>
                  <a:lnTo>
                    <a:pt x="1008888" y="353580"/>
                  </a:lnTo>
                  <a:lnTo>
                    <a:pt x="1008316" y="363004"/>
                  </a:lnTo>
                  <a:lnTo>
                    <a:pt x="1006602" y="370725"/>
                  </a:lnTo>
                  <a:lnTo>
                    <a:pt x="1003744" y="376720"/>
                  </a:lnTo>
                  <a:lnTo>
                    <a:pt x="999744" y="381012"/>
                  </a:lnTo>
                  <a:lnTo>
                    <a:pt x="1021080" y="409968"/>
                  </a:lnTo>
                  <a:lnTo>
                    <a:pt x="1039037" y="395122"/>
                  </a:lnTo>
                  <a:lnTo>
                    <a:pt x="1062990" y="378155"/>
                  </a:lnTo>
                  <a:lnTo>
                    <a:pt x="1092669" y="359168"/>
                  </a:lnTo>
                  <a:lnTo>
                    <a:pt x="1127760" y="338340"/>
                  </a:lnTo>
                  <a:lnTo>
                    <a:pt x="1124712" y="330720"/>
                  </a:lnTo>
                  <a:lnTo>
                    <a:pt x="1034796" y="368820"/>
                  </a:lnTo>
                  <a:lnTo>
                    <a:pt x="1034796" y="266712"/>
                  </a:lnTo>
                  <a:lnTo>
                    <a:pt x="1050467" y="250710"/>
                  </a:lnTo>
                  <a:lnTo>
                    <a:pt x="1065276" y="234708"/>
                  </a:lnTo>
                  <a:lnTo>
                    <a:pt x="1078953" y="218706"/>
                  </a:lnTo>
                  <a:lnTo>
                    <a:pt x="1091184" y="202704"/>
                  </a:lnTo>
                  <a:lnTo>
                    <a:pt x="1106690" y="242392"/>
                  </a:lnTo>
                  <a:lnTo>
                    <a:pt x="1123759" y="276809"/>
                  </a:lnTo>
                  <a:lnTo>
                    <a:pt x="1164336" y="329196"/>
                  </a:lnTo>
                  <a:lnTo>
                    <a:pt x="1209865" y="365391"/>
                  </a:lnTo>
                  <a:lnTo>
                    <a:pt x="1258824" y="390156"/>
                  </a:lnTo>
                  <a:lnTo>
                    <a:pt x="1265669" y="380771"/>
                  </a:lnTo>
                  <a:lnTo>
                    <a:pt x="1274635" y="373392"/>
                  </a:lnTo>
                  <a:lnTo>
                    <a:pt x="1285621" y="368287"/>
                  </a:lnTo>
                  <a:lnTo>
                    <a:pt x="1298448" y="365772"/>
                  </a:lnTo>
                  <a:lnTo>
                    <a:pt x="1298448" y="358152"/>
                  </a:lnTo>
                  <a:close/>
                </a:path>
                <a:path w="2364104" h="457835">
                  <a:moveTo>
                    <a:pt x="1467612" y="243852"/>
                  </a:moveTo>
                  <a:lnTo>
                    <a:pt x="1461897" y="179844"/>
                  </a:lnTo>
                  <a:lnTo>
                    <a:pt x="1444752" y="124980"/>
                  </a:lnTo>
                  <a:lnTo>
                    <a:pt x="1419606" y="75831"/>
                  </a:lnTo>
                  <a:lnTo>
                    <a:pt x="1385316" y="28968"/>
                  </a:lnTo>
                  <a:lnTo>
                    <a:pt x="1336548" y="28968"/>
                  </a:lnTo>
                  <a:lnTo>
                    <a:pt x="1336548" y="32016"/>
                  </a:lnTo>
                  <a:lnTo>
                    <a:pt x="1344574" y="39446"/>
                  </a:lnTo>
                  <a:lnTo>
                    <a:pt x="1352740" y="48018"/>
                  </a:lnTo>
                  <a:lnTo>
                    <a:pt x="1377823" y="79400"/>
                  </a:lnTo>
                  <a:lnTo>
                    <a:pt x="1399032" y="115836"/>
                  </a:lnTo>
                  <a:lnTo>
                    <a:pt x="1416392" y="159550"/>
                  </a:lnTo>
                  <a:lnTo>
                    <a:pt x="1426464" y="208419"/>
                  </a:lnTo>
                  <a:lnTo>
                    <a:pt x="1427988" y="243852"/>
                  </a:lnTo>
                  <a:lnTo>
                    <a:pt x="1427657" y="260972"/>
                  </a:lnTo>
                  <a:lnTo>
                    <a:pt x="1420368" y="310908"/>
                  </a:lnTo>
                  <a:lnTo>
                    <a:pt x="1405585" y="355688"/>
                  </a:lnTo>
                  <a:lnTo>
                    <a:pt x="1385697" y="395109"/>
                  </a:lnTo>
                  <a:lnTo>
                    <a:pt x="1361198" y="428447"/>
                  </a:lnTo>
                  <a:lnTo>
                    <a:pt x="1336548" y="454164"/>
                  </a:lnTo>
                  <a:lnTo>
                    <a:pt x="1336548" y="457212"/>
                  </a:lnTo>
                  <a:lnTo>
                    <a:pt x="1385316" y="457212"/>
                  </a:lnTo>
                  <a:lnTo>
                    <a:pt x="1403604" y="434060"/>
                  </a:lnTo>
                  <a:lnTo>
                    <a:pt x="1433322" y="386054"/>
                  </a:lnTo>
                  <a:lnTo>
                    <a:pt x="1454759" y="334924"/>
                  </a:lnTo>
                  <a:lnTo>
                    <a:pt x="1466189" y="276110"/>
                  </a:lnTo>
                  <a:lnTo>
                    <a:pt x="1467612" y="243852"/>
                  </a:lnTo>
                  <a:close/>
                </a:path>
                <a:path w="2364104" h="457835">
                  <a:moveTo>
                    <a:pt x="1638300" y="128016"/>
                  </a:moveTo>
                  <a:lnTo>
                    <a:pt x="1607820" y="99060"/>
                  </a:lnTo>
                  <a:lnTo>
                    <a:pt x="1599463" y="113995"/>
                  </a:lnTo>
                  <a:lnTo>
                    <a:pt x="1590103" y="129349"/>
                  </a:lnTo>
                  <a:lnTo>
                    <a:pt x="1566672" y="163068"/>
                  </a:lnTo>
                  <a:lnTo>
                    <a:pt x="1538287" y="197358"/>
                  </a:lnTo>
                  <a:lnTo>
                    <a:pt x="1508760" y="227076"/>
                  </a:lnTo>
                  <a:lnTo>
                    <a:pt x="1513332" y="231648"/>
                  </a:lnTo>
                  <a:lnTo>
                    <a:pt x="1541602" y="209346"/>
                  </a:lnTo>
                  <a:lnTo>
                    <a:pt x="1569148" y="185737"/>
                  </a:lnTo>
                  <a:lnTo>
                    <a:pt x="1595843" y="160718"/>
                  </a:lnTo>
                  <a:lnTo>
                    <a:pt x="1621536" y="134112"/>
                  </a:lnTo>
                  <a:lnTo>
                    <a:pt x="1638300" y="128016"/>
                  </a:lnTo>
                  <a:close/>
                </a:path>
                <a:path w="2364104" h="457835">
                  <a:moveTo>
                    <a:pt x="1905000" y="182880"/>
                  </a:moveTo>
                  <a:lnTo>
                    <a:pt x="1864614" y="147256"/>
                  </a:lnTo>
                  <a:lnTo>
                    <a:pt x="1793748" y="109728"/>
                  </a:lnTo>
                  <a:lnTo>
                    <a:pt x="1787652" y="115824"/>
                  </a:lnTo>
                  <a:lnTo>
                    <a:pt x="1817065" y="137782"/>
                  </a:lnTo>
                  <a:lnTo>
                    <a:pt x="1841182" y="157734"/>
                  </a:lnTo>
                  <a:lnTo>
                    <a:pt x="1859876" y="175412"/>
                  </a:lnTo>
                  <a:lnTo>
                    <a:pt x="1872996" y="190500"/>
                  </a:lnTo>
                  <a:lnTo>
                    <a:pt x="1879549" y="198501"/>
                  </a:lnTo>
                  <a:lnTo>
                    <a:pt x="1885378" y="204216"/>
                  </a:lnTo>
                  <a:lnTo>
                    <a:pt x="1890356" y="207645"/>
                  </a:lnTo>
                  <a:lnTo>
                    <a:pt x="1894332" y="208788"/>
                  </a:lnTo>
                  <a:lnTo>
                    <a:pt x="1895856" y="208788"/>
                  </a:lnTo>
                  <a:lnTo>
                    <a:pt x="1898904" y="207264"/>
                  </a:lnTo>
                  <a:lnTo>
                    <a:pt x="1900428" y="202692"/>
                  </a:lnTo>
                  <a:lnTo>
                    <a:pt x="1903476" y="198120"/>
                  </a:lnTo>
                  <a:lnTo>
                    <a:pt x="1905000" y="193548"/>
                  </a:lnTo>
                  <a:lnTo>
                    <a:pt x="1905000" y="182880"/>
                  </a:lnTo>
                  <a:close/>
                </a:path>
                <a:path w="2364104" h="457835">
                  <a:moveTo>
                    <a:pt x="1917192" y="379476"/>
                  </a:moveTo>
                  <a:lnTo>
                    <a:pt x="1863140" y="372579"/>
                  </a:lnTo>
                  <a:lnTo>
                    <a:pt x="1815084" y="360807"/>
                  </a:lnTo>
                  <a:lnTo>
                    <a:pt x="1772754" y="343903"/>
                  </a:lnTo>
                  <a:lnTo>
                    <a:pt x="1735836" y="321564"/>
                  </a:lnTo>
                  <a:lnTo>
                    <a:pt x="1751469" y="307848"/>
                  </a:lnTo>
                  <a:lnTo>
                    <a:pt x="1761896" y="298704"/>
                  </a:lnTo>
                  <a:lnTo>
                    <a:pt x="1785366" y="275844"/>
                  </a:lnTo>
                  <a:lnTo>
                    <a:pt x="1806562" y="252984"/>
                  </a:lnTo>
                  <a:lnTo>
                    <a:pt x="1825752" y="230124"/>
                  </a:lnTo>
                  <a:lnTo>
                    <a:pt x="1842262" y="222504"/>
                  </a:lnTo>
                  <a:lnTo>
                    <a:pt x="1845564" y="220980"/>
                  </a:lnTo>
                  <a:lnTo>
                    <a:pt x="1816608" y="193548"/>
                  </a:lnTo>
                  <a:lnTo>
                    <a:pt x="1798320" y="213360"/>
                  </a:lnTo>
                  <a:lnTo>
                    <a:pt x="1798320" y="222504"/>
                  </a:lnTo>
                  <a:lnTo>
                    <a:pt x="1777174" y="248488"/>
                  </a:lnTo>
                  <a:lnTo>
                    <a:pt x="1757172" y="271462"/>
                  </a:lnTo>
                  <a:lnTo>
                    <a:pt x="1738312" y="291299"/>
                  </a:lnTo>
                  <a:lnTo>
                    <a:pt x="1720596" y="307848"/>
                  </a:lnTo>
                  <a:lnTo>
                    <a:pt x="1700834" y="289585"/>
                  </a:lnTo>
                  <a:lnTo>
                    <a:pt x="1682496" y="269176"/>
                  </a:lnTo>
                  <a:lnTo>
                    <a:pt x="1665312" y="246773"/>
                  </a:lnTo>
                  <a:lnTo>
                    <a:pt x="1648968" y="222504"/>
                  </a:lnTo>
                  <a:lnTo>
                    <a:pt x="1798320" y="222504"/>
                  </a:lnTo>
                  <a:lnTo>
                    <a:pt x="1798320" y="213360"/>
                  </a:lnTo>
                  <a:lnTo>
                    <a:pt x="1769364" y="213360"/>
                  </a:lnTo>
                  <a:lnTo>
                    <a:pt x="1769364" y="73152"/>
                  </a:lnTo>
                  <a:lnTo>
                    <a:pt x="1912620" y="73152"/>
                  </a:lnTo>
                  <a:lnTo>
                    <a:pt x="1874520" y="35052"/>
                  </a:lnTo>
                  <a:lnTo>
                    <a:pt x="1847088" y="62484"/>
                  </a:lnTo>
                  <a:lnTo>
                    <a:pt x="1744980" y="62484"/>
                  </a:lnTo>
                  <a:lnTo>
                    <a:pt x="1744980" y="73152"/>
                  </a:lnTo>
                  <a:lnTo>
                    <a:pt x="1744980" y="213360"/>
                  </a:lnTo>
                  <a:lnTo>
                    <a:pt x="1682496" y="213360"/>
                  </a:lnTo>
                  <a:lnTo>
                    <a:pt x="1682496" y="73152"/>
                  </a:lnTo>
                  <a:lnTo>
                    <a:pt x="1744980" y="73152"/>
                  </a:lnTo>
                  <a:lnTo>
                    <a:pt x="1744980" y="62484"/>
                  </a:lnTo>
                  <a:lnTo>
                    <a:pt x="1720596" y="62484"/>
                  </a:lnTo>
                  <a:lnTo>
                    <a:pt x="1729740" y="54864"/>
                  </a:lnTo>
                  <a:lnTo>
                    <a:pt x="1734312" y="47244"/>
                  </a:lnTo>
                  <a:lnTo>
                    <a:pt x="1734312" y="36576"/>
                  </a:lnTo>
                  <a:lnTo>
                    <a:pt x="1722120" y="24384"/>
                  </a:lnTo>
                  <a:lnTo>
                    <a:pt x="1715008" y="19291"/>
                  </a:lnTo>
                  <a:lnTo>
                    <a:pt x="1705165" y="13335"/>
                  </a:lnTo>
                  <a:lnTo>
                    <a:pt x="1692770" y="6819"/>
                  </a:lnTo>
                  <a:lnTo>
                    <a:pt x="1677924" y="0"/>
                  </a:lnTo>
                  <a:lnTo>
                    <a:pt x="1674876" y="6096"/>
                  </a:lnTo>
                  <a:lnTo>
                    <a:pt x="1687169" y="20916"/>
                  </a:lnTo>
                  <a:lnTo>
                    <a:pt x="1696593" y="35433"/>
                  </a:lnTo>
                  <a:lnTo>
                    <a:pt x="1703171" y="49390"/>
                  </a:lnTo>
                  <a:lnTo>
                    <a:pt x="1706880" y="62484"/>
                  </a:lnTo>
                  <a:lnTo>
                    <a:pt x="1516380" y="62484"/>
                  </a:lnTo>
                  <a:lnTo>
                    <a:pt x="1533144" y="79248"/>
                  </a:lnTo>
                  <a:lnTo>
                    <a:pt x="1542580" y="76377"/>
                  </a:lnTo>
                  <a:lnTo>
                    <a:pt x="1552575" y="74485"/>
                  </a:lnTo>
                  <a:lnTo>
                    <a:pt x="1563154" y="73469"/>
                  </a:lnTo>
                  <a:lnTo>
                    <a:pt x="1574292" y="73152"/>
                  </a:lnTo>
                  <a:lnTo>
                    <a:pt x="1658112" y="73152"/>
                  </a:lnTo>
                  <a:lnTo>
                    <a:pt x="1658112" y="213360"/>
                  </a:lnTo>
                  <a:lnTo>
                    <a:pt x="1572768" y="213360"/>
                  </a:lnTo>
                  <a:lnTo>
                    <a:pt x="1586484" y="227076"/>
                  </a:lnTo>
                  <a:lnTo>
                    <a:pt x="1604772" y="222504"/>
                  </a:lnTo>
                  <a:lnTo>
                    <a:pt x="1636776" y="222504"/>
                  </a:lnTo>
                  <a:lnTo>
                    <a:pt x="1652193" y="250825"/>
                  </a:lnTo>
                  <a:lnTo>
                    <a:pt x="1668589" y="276415"/>
                  </a:lnTo>
                  <a:lnTo>
                    <a:pt x="1685861" y="299453"/>
                  </a:lnTo>
                  <a:lnTo>
                    <a:pt x="1703832" y="320040"/>
                  </a:lnTo>
                  <a:lnTo>
                    <a:pt x="1665287" y="345757"/>
                  </a:lnTo>
                  <a:lnTo>
                    <a:pt x="1620583" y="368046"/>
                  </a:lnTo>
                  <a:lnTo>
                    <a:pt x="1569897" y="386905"/>
                  </a:lnTo>
                  <a:lnTo>
                    <a:pt x="1513332" y="402336"/>
                  </a:lnTo>
                  <a:lnTo>
                    <a:pt x="1514856" y="409956"/>
                  </a:lnTo>
                  <a:lnTo>
                    <a:pt x="1574863" y="396811"/>
                  </a:lnTo>
                  <a:lnTo>
                    <a:pt x="1629156" y="380238"/>
                  </a:lnTo>
                  <a:lnTo>
                    <a:pt x="1677733" y="360235"/>
                  </a:lnTo>
                  <a:lnTo>
                    <a:pt x="1720596" y="336804"/>
                  </a:lnTo>
                  <a:lnTo>
                    <a:pt x="1753133" y="359333"/>
                  </a:lnTo>
                  <a:lnTo>
                    <a:pt x="1791081" y="378714"/>
                  </a:lnTo>
                  <a:lnTo>
                    <a:pt x="1834184" y="394677"/>
                  </a:lnTo>
                  <a:lnTo>
                    <a:pt x="1882140" y="406908"/>
                  </a:lnTo>
                  <a:lnTo>
                    <a:pt x="1887626" y="399529"/>
                  </a:lnTo>
                  <a:lnTo>
                    <a:pt x="1895094" y="393573"/>
                  </a:lnTo>
                  <a:lnTo>
                    <a:pt x="1904860" y="389343"/>
                  </a:lnTo>
                  <a:lnTo>
                    <a:pt x="1917192" y="387096"/>
                  </a:lnTo>
                  <a:lnTo>
                    <a:pt x="1917192" y="379476"/>
                  </a:lnTo>
                  <a:close/>
                </a:path>
                <a:path w="2364104" h="457835">
                  <a:moveTo>
                    <a:pt x="2097024" y="30480"/>
                  </a:moveTo>
                  <a:lnTo>
                    <a:pt x="2066544" y="4584"/>
                  </a:lnTo>
                  <a:lnTo>
                    <a:pt x="2057971" y="19456"/>
                  </a:lnTo>
                  <a:lnTo>
                    <a:pt x="2048256" y="34493"/>
                  </a:lnTo>
                  <a:lnTo>
                    <a:pt x="2025396" y="65532"/>
                  </a:lnTo>
                  <a:lnTo>
                    <a:pt x="1996630" y="97155"/>
                  </a:lnTo>
                  <a:lnTo>
                    <a:pt x="1959864" y="131076"/>
                  </a:lnTo>
                  <a:lnTo>
                    <a:pt x="1962912" y="135636"/>
                  </a:lnTo>
                  <a:lnTo>
                    <a:pt x="2005571" y="108000"/>
                  </a:lnTo>
                  <a:lnTo>
                    <a:pt x="2032431" y="84251"/>
                  </a:lnTo>
                  <a:lnTo>
                    <a:pt x="2044255" y="73914"/>
                  </a:lnTo>
                  <a:lnTo>
                    <a:pt x="2054669" y="64731"/>
                  </a:lnTo>
                  <a:lnTo>
                    <a:pt x="2071738" y="48704"/>
                  </a:lnTo>
                  <a:lnTo>
                    <a:pt x="2080260" y="41719"/>
                  </a:lnTo>
                  <a:lnTo>
                    <a:pt x="2088794" y="35610"/>
                  </a:lnTo>
                  <a:lnTo>
                    <a:pt x="2097024" y="30480"/>
                  </a:lnTo>
                  <a:close/>
                </a:path>
                <a:path w="2364104" h="457835">
                  <a:moveTo>
                    <a:pt x="2115312" y="117348"/>
                  </a:moveTo>
                  <a:lnTo>
                    <a:pt x="2081784" y="91452"/>
                  </a:lnTo>
                  <a:lnTo>
                    <a:pt x="2077783" y="100253"/>
                  </a:lnTo>
                  <a:lnTo>
                    <a:pt x="2072640" y="110490"/>
                  </a:lnTo>
                  <a:lnTo>
                    <a:pt x="2050072" y="148170"/>
                  </a:lnTo>
                  <a:lnTo>
                    <a:pt x="2027212" y="179120"/>
                  </a:lnTo>
                  <a:lnTo>
                    <a:pt x="1997735" y="214274"/>
                  </a:lnTo>
                  <a:lnTo>
                    <a:pt x="1969058" y="245033"/>
                  </a:lnTo>
                  <a:lnTo>
                    <a:pt x="1955292" y="257568"/>
                  </a:lnTo>
                  <a:lnTo>
                    <a:pt x="1958340" y="265188"/>
                  </a:lnTo>
                  <a:lnTo>
                    <a:pt x="1977440" y="251447"/>
                  </a:lnTo>
                  <a:lnTo>
                    <a:pt x="1995678" y="237566"/>
                  </a:lnTo>
                  <a:lnTo>
                    <a:pt x="2012784" y="223393"/>
                  </a:lnTo>
                  <a:lnTo>
                    <a:pt x="2028444" y="208800"/>
                  </a:lnTo>
                  <a:lnTo>
                    <a:pt x="2028342" y="339864"/>
                  </a:lnTo>
                  <a:lnTo>
                    <a:pt x="2026526" y="391604"/>
                  </a:lnTo>
                  <a:lnTo>
                    <a:pt x="2025396" y="413016"/>
                  </a:lnTo>
                  <a:lnTo>
                    <a:pt x="2052828" y="399300"/>
                  </a:lnTo>
                  <a:lnTo>
                    <a:pt x="2052828" y="208800"/>
                  </a:lnTo>
                  <a:lnTo>
                    <a:pt x="2052828" y="184404"/>
                  </a:lnTo>
                  <a:lnTo>
                    <a:pt x="2064524" y="170459"/>
                  </a:lnTo>
                  <a:lnTo>
                    <a:pt x="2074354" y="158496"/>
                  </a:lnTo>
                  <a:lnTo>
                    <a:pt x="2082190" y="148831"/>
                  </a:lnTo>
                  <a:lnTo>
                    <a:pt x="2087880" y="141732"/>
                  </a:lnTo>
                  <a:lnTo>
                    <a:pt x="2093887" y="135140"/>
                  </a:lnTo>
                  <a:lnTo>
                    <a:pt x="2100453" y="128968"/>
                  </a:lnTo>
                  <a:lnTo>
                    <a:pt x="2107603" y="123088"/>
                  </a:lnTo>
                  <a:lnTo>
                    <a:pt x="2115312" y="117348"/>
                  </a:lnTo>
                  <a:close/>
                </a:path>
                <a:path w="2364104" h="457835">
                  <a:moveTo>
                    <a:pt x="2189022" y="333883"/>
                  </a:moveTo>
                  <a:lnTo>
                    <a:pt x="2165985" y="298526"/>
                  </a:lnTo>
                  <a:lnTo>
                    <a:pt x="2133600" y="277380"/>
                  </a:lnTo>
                  <a:lnTo>
                    <a:pt x="2130552" y="281952"/>
                  </a:lnTo>
                  <a:lnTo>
                    <a:pt x="2141753" y="296468"/>
                  </a:lnTo>
                  <a:lnTo>
                    <a:pt x="2150364" y="310146"/>
                  </a:lnTo>
                  <a:lnTo>
                    <a:pt x="2156701" y="322668"/>
                  </a:lnTo>
                  <a:lnTo>
                    <a:pt x="2161032" y="333768"/>
                  </a:lnTo>
                  <a:lnTo>
                    <a:pt x="2164486" y="343738"/>
                  </a:lnTo>
                  <a:lnTo>
                    <a:pt x="2168080" y="350723"/>
                  </a:lnTo>
                  <a:lnTo>
                    <a:pt x="2171966" y="354545"/>
                  </a:lnTo>
                  <a:lnTo>
                    <a:pt x="2176272" y="355104"/>
                  </a:lnTo>
                  <a:lnTo>
                    <a:pt x="2180844" y="352056"/>
                  </a:lnTo>
                  <a:lnTo>
                    <a:pt x="2185416" y="347484"/>
                  </a:lnTo>
                  <a:lnTo>
                    <a:pt x="2188464" y="339864"/>
                  </a:lnTo>
                  <a:lnTo>
                    <a:pt x="2189022" y="333883"/>
                  </a:lnTo>
                  <a:close/>
                </a:path>
                <a:path w="2364104" h="457835">
                  <a:moveTo>
                    <a:pt x="2319528" y="42684"/>
                  </a:moveTo>
                  <a:lnTo>
                    <a:pt x="2310384" y="33528"/>
                  </a:lnTo>
                  <a:lnTo>
                    <a:pt x="2295144" y="18288"/>
                  </a:lnTo>
                  <a:lnTo>
                    <a:pt x="2281428" y="32004"/>
                  </a:lnTo>
                  <a:lnTo>
                    <a:pt x="2281428" y="44208"/>
                  </a:lnTo>
                  <a:lnTo>
                    <a:pt x="2281428" y="92976"/>
                  </a:lnTo>
                  <a:lnTo>
                    <a:pt x="2281428" y="103632"/>
                  </a:lnTo>
                  <a:lnTo>
                    <a:pt x="2281428" y="155460"/>
                  </a:lnTo>
                  <a:lnTo>
                    <a:pt x="2153412" y="155460"/>
                  </a:lnTo>
                  <a:lnTo>
                    <a:pt x="2153412" y="103632"/>
                  </a:lnTo>
                  <a:lnTo>
                    <a:pt x="2281428" y="103632"/>
                  </a:lnTo>
                  <a:lnTo>
                    <a:pt x="2281428" y="92976"/>
                  </a:lnTo>
                  <a:lnTo>
                    <a:pt x="2153412" y="92976"/>
                  </a:lnTo>
                  <a:lnTo>
                    <a:pt x="2153412" y="44208"/>
                  </a:lnTo>
                  <a:lnTo>
                    <a:pt x="2281428" y="44208"/>
                  </a:lnTo>
                  <a:lnTo>
                    <a:pt x="2281428" y="32004"/>
                  </a:lnTo>
                  <a:lnTo>
                    <a:pt x="2279904" y="33528"/>
                  </a:lnTo>
                  <a:lnTo>
                    <a:pt x="2153412" y="33528"/>
                  </a:lnTo>
                  <a:lnTo>
                    <a:pt x="2129028" y="21336"/>
                  </a:lnTo>
                  <a:lnTo>
                    <a:pt x="2129917" y="39319"/>
                  </a:lnTo>
                  <a:lnTo>
                    <a:pt x="2130310" y="56388"/>
                  </a:lnTo>
                  <a:lnTo>
                    <a:pt x="2130425" y="65532"/>
                  </a:lnTo>
                  <a:lnTo>
                    <a:pt x="2130552" y="91452"/>
                  </a:lnTo>
                  <a:lnTo>
                    <a:pt x="2130425" y="113969"/>
                  </a:lnTo>
                  <a:lnTo>
                    <a:pt x="2130323" y="123786"/>
                  </a:lnTo>
                  <a:lnTo>
                    <a:pt x="2129345" y="163080"/>
                  </a:lnTo>
                  <a:lnTo>
                    <a:pt x="2129218" y="170459"/>
                  </a:lnTo>
                  <a:lnTo>
                    <a:pt x="2129028" y="185940"/>
                  </a:lnTo>
                  <a:lnTo>
                    <a:pt x="2153412" y="176796"/>
                  </a:lnTo>
                  <a:lnTo>
                    <a:pt x="2153412" y="166128"/>
                  </a:lnTo>
                  <a:lnTo>
                    <a:pt x="2281428" y="166128"/>
                  </a:lnTo>
                  <a:lnTo>
                    <a:pt x="2281428" y="184404"/>
                  </a:lnTo>
                  <a:lnTo>
                    <a:pt x="2307336" y="172224"/>
                  </a:lnTo>
                  <a:lnTo>
                    <a:pt x="2307069" y="166128"/>
                  </a:lnTo>
                  <a:lnTo>
                    <a:pt x="2306586" y="155460"/>
                  </a:lnTo>
                  <a:lnTo>
                    <a:pt x="2306459" y="152793"/>
                  </a:lnTo>
                  <a:lnTo>
                    <a:pt x="2306002" y="126504"/>
                  </a:lnTo>
                  <a:lnTo>
                    <a:pt x="2305888" y="103632"/>
                  </a:lnTo>
                  <a:lnTo>
                    <a:pt x="2305837" y="92976"/>
                  </a:lnTo>
                  <a:lnTo>
                    <a:pt x="2305812" y="53352"/>
                  </a:lnTo>
                  <a:lnTo>
                    <a:pt x="2317572" y="44208"/>
                  </a:lnTo>
                  <a:lnTo>
                    <a:pt x="2319528" y="42684"/>
                  </a:lnTo>
                  <a:close/>
                </a:path>
                <a:path w="2364104" h="457835">
                  <a:moveTo>
                    <a:pt x="2363724" y="269760"/>
                  </a:moveTo>
                  <a:lnTo>
                    <a:pt x="2331720" y="239280"/>
                  </a:lnTo>
                  <a:lnTo>
                    <a:pt x="2311908" y="259092"/>
                  </a:lnTo>
                  <a:lnTo>
                    <a:pt x="2284476" y="259092"/>
                  </a:lnTo>
                  <a:lnTo>
                    <a:pt x="2284476" y="213372"/>
                  </a:lnTo>
                  <a:lnTo>
                    <a:pt x="2345436" y="213372"/>
                  </a:lnTo>
                  <a:lnTo>
                    <a:pt x="2316480" y="182880"/>
                  </a:lnTo>
                  <a:lnTo>
                    <a:pt x="2296668" y="202692"/>
                  </a:lnTo>
                  <a:lnTo>
                    <a:pt x="2095500" y="202692"/>
                  </a:lnTo>
                  <a:lnTo>
                    <a:pt x="2110740" y="217944"/>
                  </a:lnTo>
                  <a:lnTo>
                    <a:pt x="2121052" y="215938"/>
                  </a:lnTo>
                  <a:lnTo>
                    <a:pt x="2131504" y="214515"/>
                  </a:lnTo>
                  <a:lnTo>
                    <a:pt x="2142248" y="213652"/>
                  </a:lnTo>
                  <a:lnTo>
                    <a:pt x="2153412" y="213372"/>
                  </a:lnTo>
                  <a:lnTo>
                    <a:pt x="2260092" y="213372"/>
                  </a:lnTo>
                  <a:lnTo>
                    <a:pt x="2260092" y="259092"/>
                  </a:lnTo>
                  <a:lnTo>
                    <a:pt x="2074164" y="259092"/>
                  </a:lnTo>
                  <a:lnTo>
                    <a:pt x="2090928" y="275856"/>
                  </a:lnTo>
                  <a:lnTo>
                    <a:pt x="2100364" y="272973"/>
                  </a:lnTo>
                  <a:lnTo>
                    <a:pt x="2110359" y="271094"/>
                  </a:lnTo>
                  <a:lnTo>
                    <a:pt x="2120938" y="270065"/>
                  </a:lnTo>
                  <a:lnTo>
                    <a:pt x="2132076" y="269760"/>
                  </a:lnTo>
                  <a:lnTo>
                    <a:pt x="2260092" y="269760"/>
                  </a:lnTo>
                  <a:lnTo>
                    <a:pt x="2260092" y="365772"/>
                  </a:lnTo>
                  <a:lnTo>
                    <a:pt x="2258568" y="370344"/>
                  </a:lnTo>
                  <a:lnTo>
                    <a:pt x="2253996" y="373392"/>
                  </a:lnTo>
                  <a:lnTo>
                    <a:pt x="2247709" y="373913"/>
                  </a:lnTo>
                  <a:lnTo>
                    <a:pt x="2235708" y="373011"/>
                  </a:lnTo>
                  <a:lnTo>
                    <a:pt x="2217991" y="370382"/>
                  </a:lnTo>
                  <a:lnTo>
                    <a:pt x="2194560" y="365772"/>
                  </a:lnTo>
                  <a:lnTo>
                    <a:pt x="2194560" y="373392"/>
                  </a:lnTo>
                  <a:lnTo>
                    <a:pt x="2217686" y="383413"/>
                  </a:lnTo>
                  <a:lnTo>
                    <a:pt x="2234374" y="393014"/>
                  </a:lnTo>
                  <a:lnTo>
                    <a:pt x="2244496" y="402323"/>
                  </a:lnTo>
                  <a:lnTo>
                    <a:pt x="2247900" y="411492"/>
                  </a:lnTo>
                  <a:lnTo>
                    <a:pt x="2263902" y="403491"/>
                  </a:lnTo>
                  <a:lnTo>
                    <a:pt x="2275332" y="393204"/>
                  </a:lnTo>
                  <a:lnTo>
                    <a:pt x="2282190" y="380631"/>
                  </a:lnTo>
                  <a:lnTo>
                    <a:pt x="2283231" y="373913"/>
                  </a:lnTo>
                  <a:lnTo>
                    <a:pt x="2284476" y="365772"/>
                  </a:lnTo>
                  <a:lnTo>
                    <a:pt x="2284476" y="269760"/>
                  </a:lnTo>
                  <a:lnTo>
                    <a:pt x="2363724" y="26976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5" name="object 55"/>
            <p:cNvSpPr/>
            <p:nvPr/>
          </p:nvSpPr>
          <p:spPr>
            <a:xfrm>
              <a:off x="4962131" y="5251704"/>
              <a:ext cx="1740535" cy="413384"/>
            </a:xfrm>
            <a:custGeom>
              <a:avLst/>
              <a:gdLst/>
              <a:ahLst/>
              <a:cxnLst/>
              <a:rect l="l" t="t" r="r" b="b"/>
              <a:pathLst>
                <a:path w="1740534" h="413385">
                  <a:moveTo>
                    <a:pt x="371856" y="59448"/>
                  </a:moveTo>
                  <a:lnTo>
                    <a:pt x="338518" y="35293"/>
                  </a:lnTo>
                  <a:lnTo>
                    <a:pt x="323088" y="28968"/>
                  </a:lnTo>
                  <a:lnTo>
                    <a:pt x="318516" y="32016"/>
                  </a:lnTo>
                  <a:lnTo>
                    <a:pt x="329717" y="46037"/>
                  </a:lnTo>
                  <a:lnTo>
                    <a:pt x="338328" y="58496"/>
                  </a:lnTo>
                  <a:lnTo>
                    <a:pt x="344665" y="69519"/>
                  </a:lnTo>
                  <a:lnTo>
                    <a:pt x="348996" y="79260"/>
                  </a:lnTo>
                  <a:lnTo>
                    <a:pt x="350520" y="86880"/>
                  </a:lnTo>
                  <a:lnTo>
                    <a:pt x="353568" y="91452"/>
                  </a:lnTo>
                  <a:lnTo>
                    <a:pt x="358140" y="91452"/>
                  </a:lnTo>
                  <a:lnTo>
                    <a:pt x="361188" y="88404"/>
                  </a:lnTo>
                  <a:lnTo>
                    <a:pt x="365760" y="80784"/>
                  </a:lnTo>
                  <a:lnTo>
                    <a:pt x="368808" y="74688"/>
                  </a:lnTo>
                  <a:lnTo>
                    <a:pt x="371856" y="70116"/>
                  </a:lnTo>
                  <a:lnTo>
                    <a:pt x="371856" y="59448"/>
                  </a:lnTo>
                  <a:close/>
                </a:path>
                <a:path w="1740534" h="413385">
                  <a:moveTo>
                    <a:pt x="403860" y="349008"/>
                  </a:moveTo>
                  <a:lnTo>
                    <a:pt x="400812" y="349008"/>
                  </a:lnTo>
                  <a:lnTo>
                    <a:pt x="400812" y="352056"/>
                  </a:lnTo>
                  <a:lnTo>
                    <a:pt x="403860" y="349008"/>
                  </a:lnTo>
                  <a:close/>
                </a:path>
                <a:path w="1740534" h="413385">
                  <a:moveTo>
                    <a:pt x="405384" y="115836"/>
                  </a:moveTo>
                  <a:lnTo>
                    <a:pt x="396659" y="105168"/>
                  </a:lnTo>
                  <a:lnTo>
                    <a:pt x="377952" y="82308"/>
                  </a:lnTo>
                  <a:lnTo>
                    <a:pt x="355092" y="105168"/>
                  </a:lnTo>
                  <a:lnTo>
                    <a:pt x="300228" y="105168"/>
                  </a:lnTo>
                  <a:lnTo>
                    <a:pt x="300228" y="36588"/>
                  </a:lnTo>
                  <a:lnTo>
                    <a:pt x="313944" y="24396"/>
                  </a:lnTo>
                  <a:lnTo>
                    <a:pt x="275844" y="7632"/>
                  </a:lnTo>
                  <a:lnTo>
                    <a:pt x="276720" y="28968"/>
                  </a:lnTo>
                  <a:lnTo>
                    <a:pt x="277177" y="52400"/>
                  </a:lnTo>
                  <a:lnTo>
                    <a:pt x="277304" y="70116"/>
                  </a:lnTo>
                  <a:lnTo>
                    <a:pt x="277368" y="105168"/>
                  </a:lnTo>
                  <a:lnTo>
                    <a:pt x="236220" y="105168"/>
                  </a:lnTo>
                  <a:lnTo>
                    <a:pt x="211836" y="91452"/>
                  </a:lnTo>
                  <a:lnTo>
                    <a:pt x="212077" y="116001"/>
                  </a:lnTo>
                  <a:lnTo>
                    <a:pt x="212572" y="150736"/>
                  </a:lnTo>
                  <a:lnTo>
                    <a:pt x="213144" y="206654"/>
                  </a:lnTo>
                  <a:lnTo>
                    <a:pt x="213360" y="263664"/>
                  </a:lnTo>
                  <a:lnTo>
                    <a:pt x="211836" y="271284"/>
                  </a:lnTo>
                  <a:lnTo>
                    <a:pt x="208788" y="277380"/>
                  </a:lnTo>
                  <a:lnTo>
                    <a:pt x="204216" y="280428"/>
                  </a:lnTo>
                  <a:lnTo>
                    <a:pt x="225552" y="306336"/>
                  </a:lnTo>
                  <a:lnTo>
                    <a:pt x="234111" y="293497"/>
                  </a:lnTo>
                  <a:lnTo>
                    <a:pt x="245935" y="277952"/>
                  </a:lnTo>
                  <a:lnTo>
                    <a:pt x="255231" y="266712"/>
                  </a:lnTo>
                  <a:lnTo>
                    <a:pt x="260921" y="259829"/>
                  </a:lnTo>
                  <a:lnTo>
                    <a:pt x="278892" y="239280"/>
                  </a:lnTo>
                  <a:lnTo>
                    <a:pt x="275844" y="234708"/>
                  </a:lnTo>
                  <a:lnTo>
                    <a:pt x="236220" y="266712"/>
                  </a:lnTo>
                  <a:lnTo>
                    <a:pt x="236220" y="115836"/>
                  </a:lnTo>
                  <a:lnTo>
                    <a:pt x="277368" y="115836"/>
                  </a:lnTo>
                  <a:lnTo>
                    <a:pt x="280784" y="160985"/>
                  </a:lnTo>
                  <a:lnTo>
                    <a:pt x="286321" y="200418"/>
                  </a:lnTo>
                  <a:lnTo>
                    <a:pt x="293878" y="234137"/>
                  </a:lnTo>
                  <a:lnTo>
                    <a:pt x="303276" y="262140"/>
                  </a:lnTo>
                  <a:lnTo>
                    <a:pt x="282663" y="287807"/>
                  </a:lnTo>
                  <a:lnTo>
                    <a:pt x="259461" y="312051"/>
                  </a:lnTo>
                  <a:lnTo>
                    <a:pt x="233413" y="334568"/>
                  </a:lnTo>
                  <a:lnTo>
                    <a:pt x="204216" y="355104"/>
                  </a:lnTo>
                  <a:lnTo>
                    <a:pt x="205740" y="361200"/>
                  </a:lnTo>
                  <a:lnTo>
                    <a:pt x="237464" y="344055"/>
                  </a:lnTo>
                  <a:lnTo>
                    <a:pt x="266319" y="324624"/>
                  </a:lnTo>
                  <a:lnTo>
                    <a:pt x="292328" y="302907"/>
                  </a:lnTo>
                  <a:lnTo>
                    <a:pt x="315468" y="278904"/>
                  </a:lnTo>
                  <a:lnTo>
                    <a:pt x="330898" y="299732"/>
                  </a:lnTo>
                  <a:lnTo>
                    <a:pt x="358330" y="328828"/>
                  </a:lnTo>
                  <a:lnTo>
                    <a:pt x="393700" y="348170"/>
                  </a:lnTo>
                  <a:lnTo>
                    <a:pt x="397764" y="349008"/>
                  </a:lnTo>
                  <a:lnTo>
                    <a:pt x="400812" y="349008"/>
                  </a:lnTo>
                  <a:lnTo>
                    <a:pt x="400812" y="341388"/>
                  </a:lnTo>
                  <a:lnTo>
                    <a:pt x="399288" y="338340"/>
                  </a:lnTo>
                  <a:lnTo>
                    <a:pt x="399288" y="336816"/>
                  </a:lnTo>
                  <a:lnTo>
                    <a:pt x="393242" y="299732"/>
                  </a:lnTo>
                  <a:lnTo>
                    <a:pt x="393509" y="289204"/>
                  </a:lnTo>
                  <a:lnTo>
                    <a:pt x="394525" y="274523"/>
                  </a:lnTo>
                  <a:lnTo>
                    <a:pt x="396417" y="257822"/>
                  </a:lnTo>
                  <a:lnTo>
                    <a:pt x="399288" y="239280"/>
                  </a:lnTo>
                  <a:lnTo>
                    <a:pt x="391668" y="237756"/>
                  </a:lnTo>
                  <a:lnTo>
                    <a:pt x="373380" y="306336"/>
                  </a:lnTo>
                  <a:lnTo>
                    <a:pt x="359625" y="296595"/>
                  </a:lnTo>
                  <a:lnTo>
                    <a:pt x="347853" y="285572"/>
                  </a:lnTo>
                  <a:lnTo>
                    <a:pt x="342480" y="278904"/>
                  </a:lnTo>
                  <a:lnTo>
                    <a:pt x="337807" y="273113"/>
                  </a:lnTo>
                  <a:lnTo>
                    <a:pt x="329184" y="259092"/>
                  </a:lnTo>
                  <a:lnTo>
                    <a:pt x="338924" y="243344"/>
                  </a:lnTo>
                  <a:lnTo>
                    <a:pt x="342125" y="237756"/>
                  </a:lnTo>
                  <a:lnTo>
                    <a:pt x="347662" y="228041"/>
                  </a:lnTo>
                  <a:lnTo>
                    <a:pt x="355549" y="213004"/>
                  </a:lnTo>
                  <a:lnTo>
                    <a:pt x="368668" y="185813"/>
                  </a:lnTo>
                  <a:lnTo>
                    <a:pt x="374904" y="176225"/>
                  </a:lnTo>
                  <a:lnTo>
                    <a:pt x="381152" y="169189"/>
                  </a:lnTo>
                  <a:lnTo>
                    <a:pt x="387096" y="164604"/>
                  </a:lnTo>
                  <a:lnTo>
                    <a:pt x="355092" y="140220"/>
                  </a:lnTo>
                  <a:lnTo>
                    <a:pt x="351955" y="157594"/>
                  </a:lnTo>
                  <a:lnTo>
                    <a:pt x="344805" y="179844"/>
                  </a:lnTo>
                  <a:lnTo>
                    <a:pt x="333667" y="206654"/>
                  </a:lnTo>
                  <a:lnTo>
                    <a:pt x="318516" y="237756"/>
                  </a:lnTo>
                  <a:lnTo>
                    <a:pt x="311162" y="211416"/>
                  </a:lnTo>
                  <a:lnTo>
                    <a:pt x="305371" y="182511"/>
                  </a:lnTo>
                  <a:lnTo>
                    <a:pt x="301586" y="150736"/>
                  </a:lnTo>
                  <a:lnTo>
                    <a:pt x="300228" y="115836"/>
                  </a:lnTo>
                  <a:lnTo>
                    <a:pt x="405384" y="115836"/>
                  </a:lnTo>
                  <a:close/>
                </a:path>
                <a:path w="1740534" h="413385">
                  <a:moveTo>
                    <a:pt x="411480" y="365772"/>
                  </a:moveTo>
                  <a:lnTo>
                    <a:pt x="378333" y="368642"/>
                  </a:lnTo>
                  <a:lnTo>
                    <a:pt x="342900" y="370535"/>
                  </a:lnTo>
                  <a:lnTo>
                    <a:pt x="305181" y="371551"/>
                  </a:lnTo>
                  <a:lnTo>
                    <a:pt x="265176" y="371868"/>
                  </a:lnTo>
                  <a:lnTo>
                    <a:pt x="224815" y="369912"/>
                  </a:lnTo>
                  <a:lnTo>
                    <a:pt x="188023" y="364248"/>
                  </a:lnTo>
                  <a:lnTo>
                    <a:pt x="154381" y="355142"/>
                  </a:lnTo>
                  <a:lnTo>
                    <a:pt x="123444" y="342912"/>
                  </a:lnTo>
                  <a:lnTo>
                    <a:pt x="123444" y="330720"/>
                  </a:lnTo>
                  <a:lnTo>
                    <a:pt x="123444" y="256044"/>
                  </a:lnTo>
                  <a:lnTo>
                    <a:pt x="205740" y="256044"/>
                  </a:lnTo>
                  <a:lnTo>
                    <a:pt x="195643" y="245376"/>
                  </a:lnTo>
                  <a:lnTo>
                    <a:pt x="178308" y="227088"/>
                  </a:lnTo>
                  <a:lnTo>
                    <a:pt x="158496" y="245376"/>
                  </a:lnTo>
                  <a:lnTo>
                    <a:pt x="123444" y="245376"/>
                  </a:lnTo>
                  <a:lnTo>
                    <a:pt x="123444" y="192036"/>
                  </a:lnTo>
                  <a:lnTo>
                    <a:pt x="134112" y="181368"/>
                  </a:lnTo>
                  <a:lnTo>
                    <a:pt x="105156" y="170700"/>
                  </a:lnTo>
                  <a:lnTo>
                    <a:pt x="207264" y="170700"/>
                  </a:lnTo>
                  <a:lnTo>
                    <a:pt x="179832" y="140220"/>
                  </a:lnTo>
                  <a:lnTo>
                    <a:pt x="160020" y="160032"/>
                  </a:lnTo>
                  <a:lnTo>
                    <a:pt x="117348" y="160032"/>
                  </a:lnTo>
                  <a:lnTo>
                    <a:pt x="117348" y="91452"/>
                  </a:lnTo>
                  <a:lnTo>
                    <a:pt x="196596" y="91452"/>
                  </a:lnTo>
                  <a:lnTo>
                    <a:pt x="169164" y="59448"/>
                  </a:lnTo>
                  <a:lnTo>
                    <a:pt x="147828" y="80784"/>
                  </a:lnTo>
                  <a:lnTo>
                    <a:pt x="117348" y="80784"/>
                  </a:lnTo>
                  <a:lnTo>
                    <a:pt x="117348" y="35064"/>
                  </a:lnTo>
                  <a:lnTo>
                    <a:pt x="131064" y="24396"/>
                  </a:lnTo>
                  <a:lnTo>
                    <a:pt x="92964" y="7632"/>
                  </a:lnTo>
                  <a:lnTo>
                    <a:pt x="93853" y="25057"/>
                  </a:lnTo>
                  <a:lnTo>
                    <a:pt x="94246" y="40779"/>
                  </a:lnTo>
                  <a:lnTo>
                    <a:pt x="94373" y="50304"/>
                  </a:lnTo>
                  <a:lnTo>
                    <a:pt x="94488" y="80784"/>
                  </a:lnTo>
                  <a:lnTo>
                    <a:pt x="16764" y="80784"/>
                  </a:lnTo>
                  <a:lnTo>
                    <a:pt x="32004" y="96024"/>
                  </a:lnTo>
                  <a:lnTo>
                    <a:pt x="41109" y="94018"/>
                  </a:lnTo>
                  <a:lnTo>
                    <a:pt x="49911" y="92595"/>
                  </a:lnTo>
                  <a:lnTo>
                    <a:pt x="58153" y="91732"/>
                  </a:lnTo>
                  <a:lnTo>
                    <a:pt x="65532" y="91452"/>
                  </a:lnTo>
                  <a:lnTo>
                    <a:pt x="94488" y="91452"/>
                  </a:lnTo>
                  <a:lnTo>
                    <a:pt x="94488" y="160032"/>
                  </a:lnTo>
                  <a:lnTo>
                    <a:pt x="0" y="160032"/>
                  </a:lnTo>
                  <a:lnTo>
                    <a:pt x="16764" y="176796"/>
                  </a:lnTo>
                  <a:lnTo>
                    <a:pt x="25628" y="173913"/>
                  </a:lnTo>
                  <a:lnTo>
                    <a:pt x="33909" y="172034"/>
                  </a:lnTo>
                  <a:lnTo>
                    <a:pt x="41630" y="171005"/>
                  </a:lnTo>
                  <a:lnTo>
                    <a:pt x="48768" y="170700"/>
                  </a:lnTo>
                  <a:lnTo>
                    <a:pt x="102108" y="170700"/>
                  </a:lnTo>
                  <a:lnTo>
                    <a:pt x="102108" y="330720"/>
                  </a:lnTo>
                  <a:lnTo>
                    <a:pt x="91808" y="325018"/>
                  </a:lnTo>
                  <a:lnTo>
                    <a:pt x="59436" y="295668"/>
                  </a:lnTo>
                  <a:lnTo>
                    <a:pt x="62471" y="278904"/>
                  </a:lnTo>
                  <a:lnTo>
                    <a:pt x="65062" y="263664"/>
                  </a:lnTo>
                  <a:lnTo>
                    <a:pt x="67157" y="250444"/>
                  </a:lnTo>
                  <a:lnTo>
                    <a:pt x="68580" y="240804"/>
                  </a:lnTo>
                  <a:lnTo>
                    <a:pt x="70065" y="233108"/>
                  </a:lnTo>
                  <a:lnTo>
                    <a:pt x="72390" y="226136"/>
                  </a:lnTo>
                  <a:lnTo>
                    <a:pt x="75869" y="220014"/>
                  </a:lnTo>
                  <a:lnTo>
                    <a:pt x="80772" y="214896"/>
                  </a:lnTo>
                  <a:lnTo>
                    <a:pt x="45720" y="196608"/>
                  </a:lnTo>
                  <a:lnTo>
                    <a:pt x="43434" y="238137"/>
                  </a:lnTo>
                  <a:lnTo>
                    <a:pt x="36576" y="291096"/>
                  </a:lnTo>
                  <a:lnTo>
                    <a:pt x="24003" y="349389"/>
                  </a:lnTo>
                  <a:lnTo>
                    <a:pt x="0" y="405396"/>
                  </a:lnTo>
                  <a:lnTo>
                    <a:pt x="6096" y="409968"/>
                  </a:lnTo>
                  <a:lnTo>
                    <a:pt x="19532" y="390766"/>
                  </a:lnTo>
                  <a:lnTo>
                    <a:pt x="32385" y="367296"/>
                  </a:lnTo>
                  <a:lnTo>
                    <a:pt x="44678" y="339242"/>
                  </a:lnTo>
                  <a:lnTo>
                    <a:pt x="56388" y="306336"/>
                  </a:lnTo>
                  <a:lnTo>
                    <a:pt x="73304" y="325970"/>
                  </a:lnTo>
                  <a:lnTo>
                    <a:pt x="113398" y="358406"/>
                  </a:lnTo>
                  <a:lnTo>
                    <a:pt x="163474" y="380631"/>
                  </a:lnTo>
                  <a:lnTo>
                    <a:pt x="223532" y="394347"/>
                  </a:lnTo>
                  <a:lnTo>
                    <a:pt x="353148" y="400558"/>
                  </a:lnTo>
                  <a:lnTo>
                    <a:pt x="379476" y="400824"/>
                  </a:lnTo>
                  <a:lnTo>
                    <a:pt x="382333" y="391388"/>
                  </a:lnTo>
                  <a:lnTo>
                    <a:pt x="388620" y="383679"/>
                  </a:lnTo>
                  <a:lnTo>
                    <a:pt x="398335" y="377672"/>
                  </a:lnTo>
                  <a:lnTo>
                    <a:pt x="411480" y="373392"/>
                  </a:lnTo>
                  <a:lnTo>
                    <a:pt x="411480" y="371868"/>
                  </a:lnTo>
                  <a:lnTo>
                    <a:pt x="411480" y="365772"/>
                  </a:lnTo>
                  <a:close/>
                </a:path>
                <a:path w="1740534" h="413385">
                  <a:moveTo>
                    <a:pt x="592848" y="152400"/>
                  </a:moveTo>
                  <a:lnTo>
                    <a:pt x="550291" y="116001"/>
                  </a:lnTo>
                  <a:lnTo>
                    <a:pt x="528840" y="105156"/>
                  </a:lnTo>
                  <a:lnTo>
                    <a:pt x="524268" y="109728"/>
                  </a:lnTo>
                  <a:lnTo>
                    <a:pt x="537743" y="126326"/>
                  </a:lnTo>
                  <a:lnTo>
                    <a:pt x="548652" y="141922"/>
                  </a:lnTo>
                  <a:lnTo>
                    <a:pt x="557263" y="156667"/>
                  </a:lnTo>
                  <a:lnTo>
                    <a:pt x="563892" y="170688"/>
                  </a:lnTo>
                  <a:lnTo>
                    <a:pt x="568464" y="184404"/>
                  </a:lnTo>
                  <a:lnTo>
                    <a:pt x="573036" y="190500"/>
                  </a:lnTo>
                  <a:lnTo>
                    <a:pt x="579132" y="190500"/>
                  </a:lnTo>
                  <a:lnTo>
                    <a:pt x="582180" y="185928"/>
                  </a:lnTo>
                  <a:lnTo>
                    <a:pt x="586752" y="178308"/>
                  </a:lnTo>
                  <a:lnTo>
                    <a:pt x="591324" y="169164"/>
                  </a:lnTo>
                  <a:lnTo>
                    <a:pt x="592848" y="163068"/>
                  </a:lnTo>
                  <a:lnTo>
                    <a:pt x="592848" y="152400"/>
                  </a:lnTo>
                  <a:close/>
                </a:path>
                <a:path w="1740534" h="413385">
                  <a:moveTo>
                    <a:pt x="856500" y="350520"/>
                  </a:moveTo>
                  <a:lnTo>
                    <a:pt x="812241" y="335343"/>
                  </a:lnTo>
                  <a:lnTo>
                    <a:pt x="772731" y="313588"/>
                  </a:lnTo>
                  <a:lnTo>
                    <a:pt x="737984" y="285242"/>
                  </a:lnTo>
                  <a:lnTo>
                    <a:pt x="707999" y="250304"/>
                  </a:lnTo>
                  <a:lnTo>
                    <a:pt x="682764" y="208788"/>
                  </a:lnTo>
                  <a:lnTo>
                    <a:pt x="854976" y="208788"/>
                  </a:lnTo>
                  <a:lnTo>
                    <a:pt x="818400" y="172212"/>
                  </a:lnTo>
                  <a:lnTo>
                    <a:pt x="790968" y="198120"/>
                  </a:lnTo>
                  <a:lnTo>
                    <a:pt x="707148" y="198120"/>
                  </a:lnTo>
                  <a:lnTo>
                    <a:pt x="723404" y="184429"/>
                  </a:lnTo>
                  <a:lnTo>
                    <a:pt x="740105" y="168592"/>
                  </a:lnTo>
                  <a:lnTo>
                    <a:pt x="757072" y="150761"/>
                  </a:lnTo>
                  <a:lnTo>
                    <a:pt x="774204" y="131064"/>
                  </a:lnTo>
                  <a:lnTo>
                    <a:pt x="790968" y="126492"/>
                  </a:lnTo>
                  <a:lnTo>
                    <a:pt x="755916" y="97536"/>
                  </a:lnTo>
                  <a:lnTo>
                    <a:pt x="744486" y="122682"/>
                  </a:lnTo>
                  <a:lnTo>
                    <a:pt x="730770" y="147828"/>
                  </a:lnTo>
                  <a:lnTo>
                    <a:pt x="714768" y="172974"/>
                  </a:lnTo>
                  <a:lnTo>
                    <a:pt x="696480" y="198120"/>
                  </a:lnTo>
                  <a:lnTo>
                    <a:pt x="664476" y="198120"/>
                  </a:lnTo>
                  <a:lnTo>
                    <a:pt x="664476" y="91440"/>
                  </a:lnTo>
                  <a:lnTo>
                    <a:pt x="830592" y="91440"/>
                  </a:lnTo>
                  <a:lnTo>
                    <a:pt x="795540" y="56388"/>
                  </a:lnTo>
                  <a:lnTo>
                    <a:pt x="771156" y="80772"/>
                  </a:lnTo>
                  <a:lnTo>
                    <a:pt x="664476" y="80772"/>
                  </a:lnTo>
                  <a:lnTo>
                    <a:pt x="664476" y="33528"/>
                  </a:lnTo>
                  <a:lnTo>
                    <a:pt x="682764" y="21336"/>
                  </a:lnTo>
                  <a:lnTo>
                    <a:pt x="637044" y="0"/>
                  </a:lnTo>
                  <a:lnTo>
                    <a:pt x="637921" y="21196"/>
                  </a:lnTo>
                  <a:lnTo>
                    <a:pt x="638378" y="41529"/>
                  </a:lnTo>
                  <a:lnTo>
                    <a:pt x="638492" y="56388"/>
                  </a:lnTo>
                  <a:lnTo>
                    <a:pt x="638568" y="80772"/>
                  </a:lnTo>
                  <a:lnTo>
                    <a:pt x="481596" y="80772"/>
                  </a:lnTo>
                  <a:lnTo>
                    <a:pt x="498360" y="96012"/>
                  </a:lnTo>
                  <a:lnTo>
                    <a:pt x="507784" y="94018"/>
                  </a:lnTo>
                  <a:lnTo>
                    <a:pt x="517791" y="92583"/>
                  </a:lnTo>
                  <a:lnTo>
                    <a:pt x="528358" y="91732"/>
                  </a:lnTo>
                  <a:lnTo>
                    <a:pt x="539508" y="91440"/>
                  </a:lnTo>
                  <a:lnTo>
                    <a:pt x="638568" y="91440"/>
                  </a:lnTo>
                  <a:lnTo>
                    <a:pt x="638568" y="198120"/>
                  </a:lnTo>
                  <a:lnTo>
                    <a:pt x="449592" y="198120"/>
                  </a:lnTo>
                  <a:lnTo>
                    <a:pt x="464832" y="214884"/>
                  </a:lnTo>
                  <a:lnTo>
                    <a:pt x="474256" y="212013"/>
                  </a:lnTo>
                  <a:lnTo>
                    <a:pt x="484263" y="210121"/>
                  </a:lnTo>
                  <a:lnTo>
                    <a:pt x="494830" y="209105"/>
                  </a:lnTo>
                  <a:lnTo>
                    <a:pt x="505980" y="208788"/>
                  </a:lnTo>
                  <a:lnTo>
                    <a:pt x="618756" y="208788"/>
                  </a:lnTo>
                  <a:lnTo>
                    <a:pt x="592988" y="253974"/>
                  </a:lnTo>
                  <a:lnTo>
                    <a:pt x="563346" y="294474"/>
                  </a:lnTo>
                  <a:lnTo>
                    <a:pt x="529983" y="330377"/>
                  </a:lnTo>
                  <a:lnTo>
                    <a:pt x="493026" y="361734"/>
                  </a:lnTo>
                  <a:lnTo>
                    <a:pt x="452640" y="388620"/>
                  </a:lnTo>
                  <a:lnTo>
                    <a:pt x="454164" y="394716"/>
                  </a:lnTo>
                  <a:lnTo>
                    <a:pt x="498208" y="373507"/>
                  </a:lnTo>
                  <a:lnTo>
                    <a:pt x="538822" y="346443"/>
                  </a:lnTo>
                  <a:lnTo>
                    <a:pt x="575779" y="313588"/>
                  </a:lnTo>
                  <a:lnTo>
                    <a:pt x="609142" y="274751"/>
                  </a:lnTo>
                  <a:lnTo>
                    <a:pt x="638568" y="230124"/>
                  </a:lnTo>
                  <a:lnTo>
                    <a:pt x="638505" y="294474"/>
                  </a:lnTo>
                  <a:lnTo>
                    <a:pt x="638378" y="330377"/>
                  </a:lnTo>
                  <a:lnTo>
                    <a:pt x="637921" y="375005"/>
                  </a:lnTo>
                  <a:lnTo>
                    <a:pt x="637044" y="413004"/>
                  </a:lnTo>
                  <a:lnTo>
                    <a:pt x="666000" y="399288"/>
                  </a:lnTo>
                  <a:lnTo>
                    <a:pt x="665784" y="377952"/>
                  </a:lnTo>
                  <a:lnTo>
                    <a:pt x="665238" y="335343"/>
                  </a:lnTo>
                  <a:lnTo>
                    <a:pt x="664743" y="283565"/>
                  </a:lnTo>
                  <a:lnTo>
                    <a:pt x="664540" y="230124"/>
                  </a:lnTo>
                  <a:lnTo>
                    <a:pt x="664476" y="208788"/>
                  </a:lnTo>
                  <a:lnTo>
                    <a:pt x="673620" y="208788"/>
                  </a:lnTo>
                  <a:lnTo>
                    <a:pt x="693356" y="252133"/>
                  </a:lnTo>
                  <a:lnTo>
                    <a:pt x="717778" y="290728"/>
                  </a:lnTo>
                  <a:lnTo>
                    <a:pt x="746798" y="324561"/>
                  </a:lnTo>
                  <a:lnTo>
                    <a:pt x="780364" y="353631"/>
                  </a:lnTo>
                  <a:lnTo>
                    <a:pt x="818400" y="377952"/>
                  </a:lnTo>
                  <a:lnTo>
                    <a:pt x="823277" y="368833"/>
                  </a:lnTo>
                  <a:lnTo>
                    <a:pt x="831164" y="362140"/>
                  </a:lnTo>
                  <a:lnTo>
                    <a:pt x="842187" y="358025"/>
                  </a:lnTo>
                  <a:lnTo>
                    <a:pt x="856500" y="356616"/>
                  </a:lnTo>
                  <a:lnTo>
                    <a:pt x="856500" y="350520"/>
                  </a:lnTo>
                  <a:close/>
                </a:path>
                <a:path w="1740534" h="413385">
                  <a:moveTo>
                    <a:pt x="1260348" y="59448"/>
                  </a:moveTo>
                  <a:lnTo>
                    <a:pt x="1227899" y="35293"/>
                  </a:lnTo>
                  <a:lnTo>
                    <a:pt x="1211580" y="28968"/>
                  </a:lnTo>
                  <a:lnTo>
                    <a:pt x="1208532" y="32016"/>
                  </a:lnTo>
                  <a:lnTo>
                    <a:pt x="1219733" y="46037"/>
                  </a:lnTo>
                  <a:lnTo>
                    <a:pt x="1228344" y="58496"/>
                  </a:lnTo>
                  <a:lnTo>
                    <a:pt x="1234681" y="69519"/>
                  </a:lnTo>
                  <a:lnTo>
                    <a:pt x="1239012" y="79260"/>
                  </a:lnTo>
                  <a:lnTo>
                    <a:pt x="1240536" y="86880"/>
                  </a:lnTo>
                  <a:lnTo>
                    <a:pt x="1243584" y="91452"/>
                  </a:lnTo>
                  <a:lnTo>
                    <a:pt x="1248156" y="91452"/>
                  </a:lnTo>
                  <a:lnTo>
                    <a:pt x="1251204" y="88404"/>
                  </a:lnTo>
                  <a:lnTo>
                    <a:pt x="1254252" y="80784"/>
                  </a:lnTo>
                  <a:lnTo>
                    <a:pt x="1258824" y="74688"/>
                  </a:lnTo>
                  <a:lnTo>
                    <a:pt x="1260348" y="70116"/>
                  </a:lnTo>
                  <a:lnTo>
                    <a:pt x="1260348" y="59448"/>
                  </a:lnTo>
                  <a:close/>
                </a:path>
                <a:path w="1740534" h="413385">
                  <a:moveTo>
                    <a:pt x="1293876" y="349008"/>
                  </a:moveTo>
                  <a:lnTo>
                    <a:pt x="1290828" y="349008"/>
                  </a:lnTo>
                  <a:lnTo>
                    <a:pt x="1290828" y="352056"/>
                  </a:lnTo>
                  <a:lnTo>
                    <a:pt x="1293876" y="349008"/>
                  </a:lnTo>
                  <a:close/>
                </a:path>
                <a:path w="1740534" h="413385">
                  <a:moveTo>
                    <a:pt x="1295400" y="115836"/>
                  </a:moveTo>
                  <a:lnTo>
                    <a:pt x="1286675" y="105168"/>
                  </a:lnTo>
                  <a:lnTo>
                    <a:pt x="1267968" y="82308"/>
                  </a:lnTo>
                  <a:lnTo>
                    <a:pt x="1245108" y="105168"/>
                  </a:lnTo>
                  <a:lnTo>
                    <a:pt x="1190244" y="105168"/>
                  </a:lnTo>
                  <a:lnTo>
                    <a:pt x="1190244" y="36588"/>
                  </a:lnTo>
                  <a:lnTo>
                    <a:pt x="1203960" y="24396"/>
                  </a:lnTo>
                  <a:lnTo>
                    <a:pt x="1165860" y="7632"/>
                  </a:lnTo>
                  <a:lnTo>
                    <a:pt x="1166050" y="24396"/>
                  </a:lnTo>
                  <a:lnTo>
                    <a:pt x="1166164" y="32016"/>
                  </a:lnTo>
                  <a:lnTo>
                    <a:pt x="1167091" y="74688"/>
                  </a:lnTo>
                  <a:lnTo>
                    <a:pt x="1167193" y="82308"/>
                  </a:lnTo>
                  <a:lnTo>
                    <a:pt x="1167384" y="105168"/>
                  </a:lnTo>
                  <a:lnTo>
                    <a:pt x="1124712" y="105168"/>
                  </a:lnTo>
                  <a:lnTo>
                    <a:pt x="1100328" y="91452"/>
                  </a:lnTo>
                  <a:lnTo>
                    <a:pt x="1101445" y="115836"/>
                  </a:lnTo>
                  <a:lnTo>
                    <a:pt x="1102372" y="150736"/>
                  </a:lnTo>
                  <a:lnTo>
                    <a:pt x="1102499" y="157594"/>
                  </a:lnTo>
                  <a:lnTo>
                    <a:pt x="1103096" y="200418"/>
                  </a:lnTo>
                  <a:lnTo>
                    <a:pt x="1103376" y="263664"/>
                  </a:lnTo>
                  <a:lnTo>
                    <a:pt x="1101852" y="271284"/>
                  </a:lnTo>
                  <a:lnTo>
                    <a:pt x="1098804" y="277380"/>
                  </a:lnTo>
                  <a:lnTo>
                    <a:pt x="1094232" y="280428"/>
                  </a:lnTo>
                  <a:lnTo>
                    <a:pt x="1115568" y="306336"/>
                  </a:lnTo>
                  <a:lnTo>
                    <a:pt x="1144625" y="266712"/>
                  </a:lnTo>
                  <a:lnTo>
                    <a:pt x="1168908" y="239280"/>
                  </a:lnTo>
                  <a:lnTo>
                    <a:pt x="1165860" y="234708"/>
                  </a:lnTo>
                  <a:lnTo>
                    <a:pt x="1124712" y="266712"/>
                  </a:lnTo>
                  <a:lnTo>
                    <a:pt x="1124712" y="115836"/>
                  </a:lnTo>
                  <a:lnTo>
                    <a:pt x="1167384" y="115836"/>
                  </a:lnTo>
                  <a:lnTo>
                    <a:pt x="1170800" y="160985"/>
                  </a:lnTo>
                  <a:lnTo>
                    <a:pt x="1176337" y="200418"/>
                  </a:lnTo>
                  <a:lnTo>
                    <a:pt x="1183894" y="234137"/>
                  </a:lnTo>
                  <a:lnTo>
                    <a:pt x="1193292" y="262140"/>
                  </a:lnTo>
                  <a:lnTo>
                    <a:pt x="1172464" y="287807"/>
                  </a:lnTo>
                  <a:lnTo>
                    <a:pt x="1148905" y="312051"/>
                  </a:lnTo>
                  <a:lnTo>
                    <a:pt x="1122794" y="334568"/>
                  </a:lnTo>
                  <a:lnTo>
                    <a:pt x="1094232" y="355104"/>
                  </a:lnTo>
                  <a:lnTo>
                    <a:pt x="1095756" y="361200"/>
                  </a:lnTo>
                  <a:lnTo>
                    <a:pt x="1127480" y="344055"/>
                  </a:lnTo>
                  <a:lnTo>
                    <a:pt x="1156335" y="324624"/>
                  </a:lnTo>
                  <a:lnTo>
                    <a:pt x="1182344" y="302907"/>
                  </a:lnTo>
                  <a:lnTo>
                    <a:pt x="1205484" y="278904"/>
                  </a:lnTo>
                  <a:lnTo>
                    <a:pt x="1220914" y="299732"/>
                  </a:lnTo>
                  <a:lnTo>
                    <a:pt x="1248346" y="328828"/>
                  </a:lnTo>
                  <a:lnTo>
                    <a:pt x="1283500" y="348170"/>
                  </a:lnTo>
                  <a:lnTo>
                    <a:pt x="1287780" y="349008"/>
                  </a:lnTo>
                  <a:lnTo>
                    <a:pt x="1290828" y="349008"/>
                  </a:lnTo>
                  <a:lnTo>
                    <a:pt x="1290828" y="341388"/>
                  </a:lnTo>
                  <a:lnTo>
                    <a:pt x="1289304" y="338340"/>
                  </a:lnTo>
                  <a:lnTo>
                    <a:pt x="1289304" y="336816"/>
                  </a:lnTo>
                  <a:lnTo>
                    <a:pt x="1283258" y="299732"/>
                  </a:lnTo>
                  <a:lnTo>
                    <a:pt x="1283525" y="289204"/>
                  </a:lnTo>
                  <a:lnTo>
                    <a:pt x="1284541" y="274523"/>
                  </a:lnTo>
                  <a:lnTo>
                    <a:pt x="1286433" y="257822"/>
                  </a:lnTo>
                  <a:lnTo>
                    <a:pt x="1289304" y="239280"/>
                  </a:lnTo>
                  <a:lnTo>
                    <a:pt x="1281684" y="237756"/>
                  </a:lnTo>
                  <a:lnTo>
                    <a:pt x="1263396" y="306336"/>
                  </a:lnTo>
                  <a:lnTo>
                    <a:pt x="1249641" y="296595"/>
                  </a:lnTo>
                  <a:lnTo>
                    <a:pt x="1237869" y="285572"/>
                  </a:lnTo>
                  <a:lnTo>
                    <a:pt x="1232496" y="278904"/>
                  </a:lnTo>
                  <a:lnTo>
                    <a:pt x="1227823" y="273113"/>
                  </a:lnTo>
                  <a:lnTo>
                    <a:pt x="1219200" y="259092"/>
                  </a:lnTo>
                  <a:lnTo>
                    <a:pt x="1231519" y="237756"/>
                  </a:lnTo>
                  <a:lnTo>
                    <a:pt x="1237107" y="228041"/>
                  </a:lnTo>
                  <a:lnTo>
                    <a:pt x="1245349" y="213004"/>
                  </a:lnTo>
                  <a:lnTo>
                    <a:pt x="1252728" y="198132"/>
                  </a:lnTo>
                  <a:lnTo>
                    <a:pt x="1258468" y="185813"/>
                  </a:lnTo>
                  <a:lnTo>
                    <a:pt x="1264348" y="176225"/>
                  </a:lnTo>
                  <a:lnTo>
                    <a:pt x="1270520" y="169189"/>
                  </a:lnTo>
                  <a:lnTo>
                    <a:pt x="1277112" y="164604"/>
                  </a:lnTo>
                  <a:lnTo>
                    <a:pt x="1245108" y="140220"/>
                  </a:lnTo>
                  <a:lnTo>
                    <a:pt x="1241971" y="157594"/>
                  </a:lnTo>
                  <a:lnTo>
                    <a:pt x="1234821" y="179844"/>
                  </a:lnTo>
                  <a:lnTo>
                    <a:pt x="1223683" y="206654"/>
                  </a:lnTo>
                  <a:lnTo>
                    <a:pt x="1208532" y="237756"/>
                  </a:lnTo>
                  <a:lnTo>
                    <a:pt x="1201178" y="211416"/>
                  </a:lnTo>
                  <a:lnTo>
                    <a:pt x="1195387" y="182511"/>
                  </a:lnTo>
                  <a:lnTo>
                    <a:pt x="1191602" y="150736"/>
                  </a:lnTo>
                  <a:lnTo>
                    <a:pt x="1190244" y="115836"/>
                  </a:lnTo>
                  <a:lnTo>
                    <a:pt x="1295400" y="115836"/>
                  </a:lnTo>
                  <a:close/>
                </a:path>
                <a:path w="1740534" h="413385">
                  <a:moveTo>
                    <a:pt x="1301496" y="365772"/>
                  </a:moveTo>
                  <a:lnTo>
                    <a:pt x="1268349" y="368642"/>
                  </a:lnTo>
                  <a:lnTo>
                    <a:pt x="1232916" y="370535"/>
                  </a:lnTo>
                  <a:lnTo>
                    <a:pt x="1195197" y="371551"/>
                  </a:lnTo>
                  <a:lnTo>
                    <a:pt x="1155192" y="371868"/>
                  </a:lnTo>
                  <a:lnTo>
                    <a:pt x="1114615" y="369912"/>
                  </a:lnTo>
                  <a:lnTo>
                    <a:pt x="1077468" y="364248"/>
                  </a:lnTo>
                  <a:lnTo>
                    <a:pt x="1043749" y="355142"/>
                  </a:lnTo>
                  <a:lnTo>
                    <a:pt x="1013460" y="342912"/>
                  </a:lnTo>
                  <a:lnTo>
                    <a:pt x="1013460" y="330720"/>
                  </a:lnTo>
                  <a:lnTo>
                    <a:pt x="1013460" y="256044"/>
                  </a:lnTo>
                  <a:lnTo>
                    <a:pt x="1095756" y="256044"/>
                  </a:lnTo>
                  <a:lnTo>
                    <a:pt x="1085659" y="245376"/>
                  </a:lnTo>
                  <a:lnTo>
                    <a:pt x="1068324" y="227088"/>
                  </a:lnTo>
                  <a:lnTo>
                    <a:pt x="1048512" y="245376"/>
                  </a:lnTo>
                  <a:lnTo>
                    <a:pt x="1013460" y="245376"/>
                  </a:lnTo>
                  <a:lnTo>
                    <a:pt x="1013460" y="192036"/>
                  </a:lnTo>
                  <a:lnTo>
                    <a:pt x="1024128" y="181368"/>
                  </a:lnTo>
                  <a:lnTo>
                    <a:pt x="995172" y="170700"/>
                  </a:lnTo>
                  <a:lnTo>
                    <a:pt x="1097280" y="170700"/>
                  </a:lnTo>
                  <a:lnTo>
                    <a:pt x="1069848" y="140220"/>
                  </a:lnTo>
                  <a:lnTo>
                    <a:pt x="1050036" y="160032"/>
                  </a:lnTo>
                  <a:lnTo>
                    <a:pt x="1007364" y="160032"/>
                  </a:lnTo>
                  <a:lnTo>
                    <a:pt x="1007364" y="91452"/>
                  </a:lnTo>
                  <a:lnTo>
                    <a:pt x="1086612" y="91452"/>
                  </a:lnTo>
                  <a:lnTo>
                    <a:pt x="1059180" y="59448"/>
                  </a:lnTo>
                  <a:lnTo>
                    <a:pt x="1037844" y="80784"/>
                  </a:lnTo>
                  <a:lnTo>
                    <a:pt x="1007364" y="80784"/>
                  </a:lnTo>
                  <a:lnTo>
                    <a:pt x="1007364" y="35064"/>
                  </a:lnTo>
                  <a:lnTo>
                    <a:pt x="1021080" y="24396"/>
                  </a:lnTo>
                  <a:lnTo>
                    <a:pt x="982980" y="7632"/>
                  </a:lnTo>
                  <a:lnTo>
                    <a:pt x="983869" y="25057"/>
                  </a:lnTo>
                  <a:lnTo>
                    <a:pt x="984262" y="40779"/>
                  </a:lnTo>
                  <a:lnTo>
                    <a:pt x="984389" y="50304"/>
                  </a:lnTo>
                  <a:lnTo>
                    <a:pt x="984504" y="80784"/>
                  </a:lnTo>
                  <a:lnTo>
                    <a:pt x="906780" y="80784"/>
                  </a:lnTo>
                  <a:lnTo>
                    <a:pt x="922020" y="96024"/>
                  </a:lnTo>
                  <a:lnTo>
                    <a:pt x="930910" y="94018"/>
                  </a:lnTo>
                  <a:lnTo>
                    <a:pt x="939355" y="92595"/>
                  </a:lnTo>
                  <a:lnTo>
                    <a:pt x="947534" y="91732"/>
                  </a:lnTo>
                  <a:lnTo>
                    <a:pt x="955548" y="91452"/>
                  </a:lnTo>
                  <a:lnTo>
                    <a:pt x="984504" y="91452"/>
                  </a:lnTo>
                  <a:lnTo>
                    <a:pt x="984504" y="160032"/>
                  </a:lnTo>
                  <a:lnTo>
                    <a:pt x="890016" y="160032"/>
                  </a:lnTo>
                  <a:lnTo>
                    <a:pt x="906780" y="176796"/>
                  </a:lnTo>
                  <a:lnTo>
                    <a:pt x="915644" y="173913"/>
                  </a:lnTo>
                  <a:lnTo>
                    <a:pt x="923925" y="172034"/>
                  </a:lnTo>
                  <a:lnTo>
                    <a:pt x="931646" y="171005"/>
                  </a:lnTo>
                  <a:lnTo>
                    <a:pt x="938784" y="170700"/>
                  </a:lnTo>
                  <a:lnTo>
                    <a:pt x="990600" y="170700"/>
                  </a:lnTo>
                  <a:lnTo>
                    <a:pt x="990600" y="330720"/>
                  </a:lnTo>
                  <a:lnTo>
                    <a:pt x="981176" y="325018"/>
                  </a:lnTo>
                  <a:lnTo>
                    <a:pt x="949452" y="295668"/>
                  </a:lnTo>
                  <a:lnTo>
                    <a:pt x="952487" y="278904"/>
                  </a:lnTo>
                  <a:lnTo>
                    <a:pt x="955078" y="263664"/>
                  </a:lnTo>
                  <a:lnTo>
                    <a:pt x="957173" y="250444"/>
                  </a:lnTo>
                  <a:lnTo>
                    <a:pt x="958596" y="240804"/>
                  </a:lnTo>
                  <a:lnTo>
                    <a:pt x="960081" y="233108"/>
                  </a:lnTo>
                  <a:lnTo>
                    <a:pt x="962406" y="226136"/>
                  </a:lnTo>
                  <a:lnTo>
                    <a:pt x="965885" y="220014"/>
                  </a:lnTo>
                  <a:lnTo>
                    <a:pt x="970788" y="214896"/>
                  </a:lnTo>
                  <a:lnTo>
                    <a:pt x="935736" y="196608"/>
                  </a:lnTo>
                  <a:lnTo>
                    <a:pt x="933450" y="238137"/>
                  </a:lnTo>
                  <a:lnTo>
                    <a:pt x="926592" y="291096"/>
                  </a:lnTo>
                  <a:lnTo>
                    <a:pt x="912876" y="349389"/>
                  </a:lnTo>
                  <a:lnTo>
                    <a:pt x="890016" y="405396"/>
                  </a:lnTo>
                  <a:lnTo>
                    <a:pt x="896112" y="409968"/>
                  </a:lnTo>
                  <a:lnTo>
                    <a:pt x="909548" y="390766"/>
                  </a:lnTo>
                  <a:lnTo>
                    <a:pt x="922401" y="367296"/>
                  </a:lnTo>
                  <a:lnTo>
                    <a:pt x="934694" y="339242"/>
                  </a:lnTo>
                  <a:lnTo>
                    <a:pt x="946404" y="306336"/>
                  </a:lnTo>
                  <a:lnTo>
                    <a:pt x="963320" y="325970"/>
                  </a:lnTo>
                  <a:lnTo>
                    <a:pt x="1003414" y="358406"/>
                  </a:lnTo>
                  <a:lnTo>
                    <a:pt x="1053490" y="380631"/>
                  </a:lnTo>
                  <a:lnTo>
                    <a:pt x="1113548" y="394347"/>
                  </a:lnTo>
                  <a:lnTo>
                    <a:pt x="1242949" y="400558"/>
                  </a:lnTo>
                  <a:lnTo>
                    <a:pt x="1269492" y="400824"/>
                  </a:lnTo>
                  <a:lnTo>
                    <a:pt x="1272349" y="391388"/>
                  </a:lnTo>
                  <a:lnTo>
                    <a:pt x="1278636" y="383679"/>
                  </a:lnTo>
                  <a:lnTo>
                    <a:pt x="1288351" y="377672"/>
                  </a:lnTo>
                  <a:lnTo>
                    <a:pt x="1301496" y="373392"/>
                  </a:lnTo>
                  <a:lnTo>
                    <a:pt x="1301496" y="371868"/>
                  </a:lnTo>
                  <a:lnTo>
                    <a:pt x="1301496" y="365772"/>
                  </a:lnTo>
                  <a:close/>
                </a:path>
                <a:path w="1740534" h="413385">
                  <a:moveTo>
                    <a:pt x="1493532" y="47256"/>
                  </a:moveTo>
                  <a:lnTo>
                    <a:pt x="1454429" y="15557"/>
                  </a:lnTo>
                  <a:lnTo>
                    <a:pt x="1434096" y="7632"/>
                  </a:lnTo>
                  <a:lnTo>
                    <a:pt x="1431048" y="12204"/>
                  </a:lnTo>
                  <a:lnTo>
                    <a:pt x="1444739" y="26492"/>
                  </a:lnTo>
                  <a:lnTo>
                    <a:pt x="1456004" y="39636"/>
                  </a:lnTo>
                  <a:lnTo>
                    <a:pt x="1464691" y="51638"/>
                  </a:lnTo>
                  <a:lnTo>
                    <a:pt x="1470672" y="62496"/>
                  </a:lnTo>
                  <a:lnTo>
                    <a:pt x="1475244" y="73164"/>
                  </a:lnTo>
                  <a:lnTo>
                    <a:pt x="1478292" y="77736"/>
                  </a:lnTo>
                  <a:lnTo>
                    <a:pt x="1484388" y="77736"/>
                  </a:lnTo>
                  <a:lnTo>
                    <a:pt x="1488960" y="68592"/>
                  </a:lnTo>
                  <a:lnTo>
                    <a:pt x="1492008" y="64020"/>
                  </a:lnTo>
                  <a:lnTo>
                    <a:pt x="1493532" y="57924"/>
                  </a:lnTo>
                  <a:lnTo>
                    <a:pt x="1493532" y="47256"/>
                  </a:lnTo>
                  <a:close/>
                </a:path>
                <a:path w="1740534" h="413385">
                  <a:moveTo>
                    <a:pt x="1738896" y="219468"/>
                  </a:moveTo>
                  <a:lnTo>
                    <a:pt x="1700796" y="181368"/>
                  </a:lnTo>
                  <a:lnTo>
                    <a:pt x="1673364" y="208800"/>
                  </a:lnTo>
                  <a:lnTo>
                    <a:pt x="1508772" y="208800"/>
                  </a:lnTo>
                  <a:lnTo>
                    <a:pt x="1515071" y="195338"/>
                  </a:lnTo>
                  <a:lnTo>
                    <a:pt x="1520393" y="182321"/>
                  </a:lnTo>
                  <a:lnTo>
                    <a:pt x="1524762" y="169786"/>
                  </a:lnTo>
                  <a:lnTo>
                    <a:pt x="1528584" y="156984"/>
                  </a:lnTo>
                  <a:lnTo>
                    <a:pt x="1699272" y="156984"/>
                  </a:lnTo>
                  <a:lnTo>
                    <a:pt x="1665744" y="123456"/>
                  </a:lnTo>
                  <a:lnTo>
                    <a:pt x="1642884" y="146316"/>
                  </a:lnTo>
                  <a:lnTo>
                    <a:pt x="1530108" y="146316"/>
                  </a:lnTo>
                  <a:lnTo>
                    <a:pt x="1532648" y="136067"/>
                  </a:lnTo>
                  <a:lnTo>
                    <a:pt x="1535633" y="123837"/>
                  </a:lnTo>
                  <a:lnTo>
                    <a:pt x="1538884" y="109880"/>
                  </a:lnTo>
                  <a:lnTo>
                    <a:pt x="1542300" y="94500"/>
                  </a:lnTo>
                  <a:lnTo>
                    <a:pt x="1734324" y="94500"/>
                  </a:lnTo>
                  <a:lnTo>
                    <a:pt x="1697748" y="57924"/>
                  </a:lnTo>
                  <a:lnTo>
                    <a:pt x="1670316" y="83832"/>
                  </a:lnTo>
                  <a:lnTo>
                    <a:pt x="1591068" y="83832"/>
                  </a:lnTo>
                  <a:lnTo>
                    <a:pt x="1612188" y="58686"/>
                  </a:lnTo>
                  <a:lnTo>
                    <a:pt x="1629740" y="40398"/>
                  </a:lnTo>
                  <a:lnTo>
                    <a:pt x="1643570" y="28968"/>
                  </a:lnTo>
                  <a:lnTo>
                    <a:pt x="1653552" y="24396"/>
                  </a:lnTo>
                  <a:lnTo>
                    <a:pt x="1615452" y="1536"/>
                  </a:lnTo>
                  <a:lnTo>
                    <a:pt x="1611680" y="15252"/>
                  </a:lnTo>
                  <a:lnTo>
                    <a:pt x="1604784" y="33540"/>
                  </a:lnTo>
                  <a:lnTo>
                    <a:pt x="1594446" y="56400"/>
                  </a:lnTo>
                  <a:lnTo>
                    <a:pt x="1580400" y="83832"/>
                  </a:lnTo>
                  <a:lnTo>
                    <a:pt x="1368564" y="83832"/>
                  </a:lnTo>
                  <a:lnTo>
                    <a:pt x="1382280" y="97548"/>
                  </a:lnTo>
                  <a:lnTo>
                    <a:pt x="1406664" y="94500"/>
                  </a:lnTo>
                  <a:lnTo>
                    <a:pt x="1516392" y="94500"/>
                  </a:lnTo>
                  <a:lnTo>
                    <a:pt x="1514081" y="107086"/>
                  </a:lnTo>
                  <a:lnTo>
                    <a:pt x="1511630" y="119837"/>
                  </a:lnTo>
                  <a:lnTo>
                    <a:pt x="1508887" y="132854"/>
                  </a:lnTo>
                  <a:lnTo>
                    <a:pt x="1505724" y="146316"/>
                  </a:lnTo>
                  <a:lnTo>
                    <a:pt x="1391424" y="146316"/>
                  </a:lnTo>
                  <a:lnTo>
                    <a:pt x="1405140" y="160032"/>
                  </a:lnTo>
                  <a:lnTo>
                    <a:pt x="1428000" y="156984"/>
                  </a:lnTo>
                  <a:lnTo>
                    <a:pt x="1504200" y="156984"/>
                  </a:lnTo>
                  <a:lnTo>
                    <a:pt x="1499679" y="169570"/>
                  </a:lnTo>
                  <a:lnTo>
                    <a:pt x="1494866" y="182892"/>
                  </a:lnTo>
                  <a:lnTo>
                    <a:pt x="1489837" y="195986"/>
                  </a:lnTo>
                  <a:lnTo>
                    <a:pt x="1484388" y="208800"/>
                  </a:lnTo>
                  <a:lnTo>
                    <a:pt x="1347228" y="208800"/>
                  </a:lnTo>
                  <a:lnTo>
                    <a:pt x="1360944" y="222516"/>
                  </a:lnTo>
                  <a:lnTo>
                    <a:pt x="1385328" y="219468"/>
                  </a:lnTo>
                  <a:lnTo>
                    <a:pt x="1481340" y="219468"/>
                  </a:lnTo>
                  <a:lnTo>
                    <a:pt x="1455381" y="263474"/>
                  </a:lnTo>
                  <a:lnTo>
                    <a:pt x="1423428" y="304050"/>
                  </a:lnTo>
                  <a:lnTo>
                    <a:pt x="1385747" y="341198"/>
                  </a:lnTo>
                  <a:lnTo>
                    <a:pt x="1342656" y="374916"/>
                  </a:lnTo>
                  <a:lnTo>
                    <a:pt x="1344180" y="381012"/>
                  </a:lnTo>
                  <a:lnTo>
                    <a:pt x="1385112" y="355422"/>
                  </a:lnTo>
                  <a:lnTo>
                    <a:pt x="1421892" y="326339"/>
                  </a:lnTo>
                  <a:lnTo>
                    <a:pt x="1454340" y="293878"/>
                  </a:lnTo>
                  <a:lnTo>
                    <a:pt x="1482331" y="258203"/>
                  </a:lnTo>
                  <a:lnTo>
                    <a:pt x="1505724" y="219468"/>
                  </a:lnTo>
                  <a:lnTo>
                    <a:pt x="1738896" y="219468"/>
                  </a:lnTo>
                  <a:close/>
                </a:path>
                <a:path w="1740534" h="413385">
                  <a:moveTo>
                    <a:pt x="1740420" y="390156"/>
                  </a:moveTo>
                  <a:lnTo>
                    <a:pt x="1705368" y="355104"/>
                  </a:lnTo>
                  <a:lnTo>
                    <a:pt x="1680984" y="379488"/>
                  </a:lnTo>
                  <a:lnTo>
                    <a:pt x="1588020" y="379488"/>
                  </a:lnTo>
                  <a:lnTo>
                    <a:pt x="1588020" y="289572"/>
                  </a:lnTo>
                  <a:lnTo>
                    <a:pt x="1694700" y="289572"/>
                  </a:lnTo>
                  <a:lnTo>
                    <a:pt x="1664220" y="257568"/>
                  </a:lnTo>
                  <a:lnTo>
                    <a:pt x="1642884" y="278904"/>
                  </a:lnTo>
                  <a:lnTo>
                    <a:pt x="1469148" y="278904"/>
                  </a:lnTo>
                  <a:lnTo>
                    <a:pt x="1482864" y="292620"/>
                  </a:lnTo>
                  <a:lnTo>
                    <a:pt x="1502676" y="289572"/>
                  </a:lnTo>
                  <a:lnTo>
                    <a:pt x="1563636" y="289572"/>
                  </a:lnTo>
                  <a:lnTo>
                    <a:pt x="1563636" y="379488"/>
                  </a:lnTo>
                  <a:lnTo>
                    <a:pt x="1405140" y="379488"/>
                  </a:lnTo>
                  <a:lnTo>
                    <a:pt x="1420380" y="394728"/>
                  </a:lnTo>
                  <a:lnTo>
                    <a:pt x="1430680" y="392722"/>
                  </a:lnTo>
                  <a:lnTo>
                    <a:pt x="1441145" y="391299"/>
                  </a:lnTo>
                  <a:lnTo>
                    <a:pt x="1451876" y="390436"/>
                  </a:lnTo>
                  <a:lnTo>
                    <a:pt x="1463052" y="390156"/>
                  </a:lnTo>
                  <a:lnTo>
                    <a:pt x="1740420" y="390156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pic>
        <p:nvPicPr>
          <p:cNvPr id="56" name="object 56"/>
          <p:cNvPicPr/>
          <p:nvPr/>
        </p:nvPicPr>
        <p:blipFill>
          <a:blip r:embed="rId4" cstate="print"/>
          <a:stretch>
            <a:fillRect/>
          </a:stretch>
        </p:blipFill>
        <p:spPr>
          <a:xfrm>
            <a:off x="6789086" y="5526024"/>
            <a:ext cx="96345" cy="94488"/>
          </a:xfrm>
          <a:prstGeom prst="rect">
            <a:avLst/>
          </a:prstGeom>
        </p:spPr>
      </p:pic>
      <p:grpSp>
        <p:nvGrpSpPr>
          <p:cNvPr id="57" name="object 2">
            <a:extLst>
              <a:ext uri="{FF2B5EF4-FFF2-40B4-BE49-F238E27FC236}">
                <a16:creationId xmlns:a16="http://schemas.microsoft.com/office/drawing/2014/main" id="{D8D49DD8-ABAD-4AB8-8DC5-A033D3081C48}"/>
              </a:ext>
            </a:extLst>
          </p:cNvPr>
          <p:cNvGrpSpPr/>
          <p:nvPr/>
        </p:nvGrpSpPr>
        <p:grpSpPr>
          <a:xfrm>
            <a:off x="9561576" y="7229856"/>
            <a:ext cx="196850" cy="143510"/>
            <a:chOff x="9561576" y="7229856"/>
            <a:chExt cx="196850" cy="143510"/>
          </a:xfrm>
        </p:grpSpPr>
        <p:pic>
          <p:nvPicPr>
            <p:cNvPr id="58" name="object 3">
              <a:extLst>
                <a:ext uri="{FF2B5EF4-FFF2-40B4-BE49-F238E27FC236}">
                  <a16:creationId xmlns:a16="http://schemas.microsoft.com/office/drawing/2014/main" id="{DBEF881C-2E47-4027-9567-E50C1483C348}"/>
                </a:ext>
              </a:extLst>
            </p:cNvPr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9561576" y="7229856"/>
              <a:ext cx="86868" cy="143256"/>
            </a:xfrm>
            <a:prstGeom prst="rect">
              <a:avLst/>
            </a:prstGeom>
          </p:spPr>
        </p:pic>
        <p:pic>
          <p:nvPicPr>
            <p:cNvPr id="59" name="object 4">
              <a:extLst>
                <a:ext uri="{FF2B5EF4-FFF2-40B4-BE49-F238E27FC236}">
                  <a16:creationId xmlns:a16="http://schemas.microsoft.com/office/drawing/2014/main" id="{234D66CA-EC7D-4DEB-82D3-D915F2497CEF}"/>
                </a:ext>
              </a:extLst>
            </p:cNvPr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9668255" y="7231380"/>
              <a:ext cx="89916" cy="141732"/>
            </a:xfrm>
            <a:prstGeom prst="rect">
              <a:avLst/>
            </a:prstGeom>
          </p:spPr>
        </p:pic>
      </p:grpSp>
    </p:spTree>
  </p:cSld>
  <p:clrMapOvr>
    <a:masterClrMapping/>
  </p:clrMapOvr>
</p:sld>
</file>

<file path=ppt/slides/slide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object 5"/>
          <p:cNvSpPr/>
          <p:nvPr/>
        </p:nvSpPr>
        <p:spPr>
          <a:xfrm>
            <a:off x="1716023" y="1271016"/>
            <a:ext cx="554990" cy="556260"/>
          </a:xfrm>
          <a:custGeom>
            <a:avLst/>
            <a:gdLst/>
            <a:ahLst/>
            <a:cxnLst/>
            <a:rect l="l" t="t" r="r" b="b"/>
            <a:pathLst>
              <a:path w="554989" h="556260">
                <a:moveTo>
                  <a:pt x="504444" y="283464"/>
                </a:moveTo>
                <a:lnTo>
                  <a:pt x="466677" y="260008"/>
                </a:lnTo>
                <a:lnTo>
                  <a:pt x="433197" y="232981"/>
                </a:lnTo>
                <a:lnTo>
                  <a:pt x="403717" y="202239"/>
                </a:lnTo>
                <a:lnTo>
                  <a:pt x="377952" y="167640"/>
                </a:lnTo>
                <a:lnTo>
                  <a:pt x="356830" y="130516"/>
                </a:lnTo>
                <a:lnTo>
                  <a:pt x="339280" y="90106"/>
                </a:lnTo>
                <a:lnTo>
                  <a:pt x="325445" y="46553"/>
                </a:lnTo>
                <a:lnTo>
                  <a:pt x="315468" y="0"/>
                </a:lnTo>
                <a:lnTo>
                  <a:pt x="361188" y="19812"/>
                </a:lnTo>
                <a:lnTo>
                  <a:pt x="341376" y="32004"/>
                </a:lnTo>
                <a:lnTo>
                  <a:pt x="356877" y="77176"/>
                </a:lnTo>
                <a:lnTo>
                  <a:pt x="376237" y="116776"/>
                </a:lnTo>
                <a:lnTo>
                  <a:pt x="399883" y="150947"/>
                </a:lnTo>
                <a:lnTo>
                  <a:pt x="428244" y="179832"/>
                </a:lnTo>
                <a:lnTo>
                  <a:pt x="458295" y="203573"/>
                </a:lnTo>
                <a:lnTo>
                  <a:pt x="521255" y="236196"/>
                </a:lnTo>
                <a:lnTo>
                  <a:pt x="554735" y="245364"/>
                </a:lnTo>
                <a:lnTo>
                  <a:pt x="554735" y="251460"/>
                </a:lnTo>
                <a:lnTo>
                  <a:pt x="537876" y="255174"/>
                </a:lnTo>
                <a:lnTo>
                  <a:pt x="523875" y="261747"/>
                </a:lnTo>
                <a:lnTo>
                  <a:pt x="512730" y="271176"/>
                </a:lnTo>
                <a:lnTo>
                  <a:pt x="504444" y="283464"/>
                </a:lnTo>
                <a:close/>
              </a:path>
              <a:path w="554989" h="556260">
                <a:moveTo>
                  <a:pt x="4572" y="301752"/>
                </a:moveTo>
                <a:lnTo>
                  <a:pt x="0" y="295656"/>
                </a:lnTo>
                <a:lnTo>
                  <a:pt x="30003" y="269367"/>
                </a:lnTo>
                <a:lnTo>
                  <a:pt x="58293" y="240792"/>
                </a:lnTo>
                <a:lnTo>
                  <a:pt x="84867" y="209931"/>
                </a:lnTo>
                <a:lnTo>
                  <a:pt x="109728" y="176784"/>
                </a:lnTo>
                <a:lnTo>
                  <a:pt x="132897" y="140779"/>
                </a:lnTo>
                <a:lnTo>
                  <a:pt x="154495" y="101346"/>
                </a:lnTo>
                <a:lnTo>
                  <a:pt x="174664" y="58483"/>
                </a:lnTo>
                <a:lnTo>
                  <a:pt x="193548" y="12192"/>
                </a:lnTo>
                <a:lnTo>
                  <a:pt x="240792" y="48768"/>
                </a:lnTo>
                <a:lnTo>
                  <a:pt x="219456" y="60960"/>
                </a:lnTo>
                <a:lnTo>
                  <a:pt x="198548" y="97797"/>
                </a:lnTo>
                <a:lnTo>
                  <a:pt x="176784" y="132778"/>
                </a:lnTo>
                <a:lnTo>
                  <a:pt x="153876" y="165758"/>
                </a:lnTo>
                <a:lnTo>
                  <a:pt x="129540" y="196596"/>
                </a:lnTo>
                <a:lnTo>
                  <a:pt x="103584" y="225456"/>
                </a:lnTo>
                <a:lnTo>
                  <a:pt x="73914" y="252603"/>
                </a:lnTo>
                <a:lnTo>
                  <a:pt x="40814" y="278034"/>
                </a:lnTo>
                <a:lnTo>
                  <a:pt x="4572" y="301752"/>
                </a:lnTo>
                <a:close/>
              </a:path>
              <a:path w="554989" h="556260">
                <a:moveTo>
                  <a:pt x="118872" y="263652"/>
                </a:moveTo>
                <a:lnTo>
                  <a:pt x="100584" y="245364"/>
                </a:lnTo>
                <a:lnTo>
                  <a:pt x="371856" y="245364"/>
                </a:lnTo>
                <a:lnTo>
                  <a:pt x="396240" y="220980"/>
                </a:lnTo>
                <a:lnTo>
                  <a:pt x="429768" y="254508"/>
                </a:lnTo>
                <a:lnTo>
                  <a:pt x="423672" y="259080"/>
                </a:lnTo>
                <a:lnTo>
                  <a:pt x="140208" y="259080"/>
                </a:lnTo>
                <a:lnTo>
                  <a:pt x="118872" y="263652"/>
                </a:lnTo>
                <a:close/>
              </a:path>
              <a:path w="554989" h="556260">
                <a:moveTo>
                  <a:pt x="30479" y="556260"/>
                </a:moveTo>
                <a:lnTo>
                  <a:pt x="25908" y="545592"/>
                </a:lnTo>
                <a:lnTo>
                  <a:pt x="75318" y="516993"/>
                </a:lnTo>
                <a:lnTo>
                  <a:pt x="116014" y="485965"/>
                </a:lnTo>
                <a:lnTo>
                  <a:pt x="147851" y="452366"/>
                </a:lnTo>
                <a:lnTo>
                  <a:pt x="170688" y="416052"/>
                </a:lnTo>
                <a:lnTo>
                  <a:pt x="187237" y="378023"/>
                </a:lnTo>
                <a:lnTo>
                  <a:pt x="200215" y="339280"/>
                </a:lnTo>
                <a:lnTo>
                  <a:pt x="209478" y="299680"/>
                </a:lnTo>
                <a:lnTo>
                  <a:pt x="214884" y="259080"/>
                </a:lnTo>
                <a:lnTo>
                  <a:pt x="252984" y="259080"/>
                </a:lnTo>
                <a:lnTo>
                  <a:pt x="244149" y="308514"/>
                </a:lnTo>
                <a:lnTo>
                  <a:pt x="231457" y="353949"/>
                </a:lnTo>
                <a:lnTo>
                  <a:pt x="215050" y="395382"/>
                </a:lnTo>
                <a:lnTo>
                  <a:pt x="195072" y="432816"/>
                </a:lnTo>
                <a:lnTo>
                  <a:pt x="168497" y="467106"/>
                </a:lnTo>
                <a:lnTo>
                  <a:pt x="132207" y="499110"/>
                </a:lnTo>
                <a:lnTo>
                  <a:pt x="86201" y="528828"/>
                </a:lnTo>
                <a:lnTo>
                  <a:pt x="30479" y="556260"/>
                </a:lnTo>
                <a:close/>
              </a:path>
              <a:path w="554989" h="556260">
                <a:moveTo>
                  <a:pt x="386913" y="497133"/>
                </a:moveTo>
                <a:lnTo>
                  <a:pt x="318992" y="497133"/>
                </a:lnTo>
                <a:lnTo>
                  <a:pt x="330708" y="496824"/>
                </a:lnTo>
                <a:lnTo>
                  <a:pt x="339280" y="495109"/>
                </a:lnTo>
                <a:lnTo>
                  <a:pt x="362735" y="446817"/>
                </a:lnTo>
                <a:lnTo>
                  <a:pt x="367474" y="404241"/>
                </a:lnTo>
                <a:lnTo>
                  <a:pt x="372498" y="341661"/>
                </a:lnTo>
                <a:lnTo>
                  <a:pt x="377952" y="259080"/>
                </a:lnTo>
                <a:lnTo>
                  <a:pt x="423672" y="259080"/>
                </a:lnTo>
                <a:lnTo>
                  <a:pt x="411480" y="268223"/>
                </a:lnTo>
                <a:lnTo>
                  <a:pt x="408944" y="338084"/>
                </a:lnTo>
                <a:lnTo>
                  <a:pt x="405091" y="395874"/>
                </a:lnTo>
                <a:lnTo>
                  <a:pt x="400068" y="441594"/>
                </a:lnTo>
                <a:lnTo>
                  <a:pt x="394021" y="475244"/>
                </a:lnTo>
                <a:lnTo>
                  <a:pt x="387096" y="496824"/>
                </a:lnTo>
                <a:lnTo>
                  <a:pt x="386913" y="497133"/>
                </a:lnTo>
                <a:close/>
              </a:path>
              <a:path w="554989" h="556260">
                <a:moveTo>
                  <a:pt x="320040" y="553212"/>
                </a:moveTo>
                <a:lnTo>
                  <a:pt x="313205" y="535209"/>
                </a:lnTo>
                <a:lnTo>
                  <a:pt x="299656" y="520065"/>
                </a:lnTo>
                <a:lnTo>
                  <a:pt x="279534" y="507777"/>
                </a:lnTo>
                <a:lnTo>
                  <a:pt x="252984" y="498348"/>
                </a:lnTo>
                <a:lnTo>
                  <a:pt x="252984" y="489204"/>
                </a:lnTo>
                <a:lnTo>
                  <a:pt x="280130" y="493180"/>
                </a:lnTo>
                <a:lnTo>
                  <a:pt x="302133" y="495871"/>
                </a:lnTo>
                <a:lnTo>
                  <a:pt x="318992" y="497133"/>
                </a:lnTo>
                <a:lnTo>
                  <a:pt x="386913" y="497133"/>
                </a:lnTo>
                <a:lnTo>
                  <a:pt x="375975" y="515707"/>
                </a:lnTo>
                <a:lnTo>
                  <a:pt x="360997" y="531304"/>
                </a:lnTo>
                <a:lnTo>
                  <a:pt x="342304" y="543758"/>
                </a:lnTo>
                <a:lnTo>
                  <a:pt x="320040" y="553212"/>
                </a:lnTo>
                <a:close/>
              </a:path>
            </a:pathLst>
          </a:custGeom>
          <a:solidFill>
            <a:srgbClr val="3333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" name="object 6"/>
          <p:cNvSpPr/>
          <p:nvPr/>
        </p:nvSpPr>
        <p:spPr>
          <a:xfrm>
            <a:off x="2325623" y="1264919"/>
            <a:ext cx="558165" cy="562610"/>
          </a:xfrm>
          <a:custGeom>
            <a:avLst/>
            <a:gdLst/>
            <a:ahLst/>
            <a:cxnLst/>
            <a:rect l="l" t="t" r="r" b="b"/>
            <a:pathLst>
              <a:path w="558164" h="562610">
                <a:moveTo>
                  <a:pt x="134112" y="143256"/>
                </a:moveTo>
                <a:lnTo>
                  <a:pt x="100584" y="143256"/>
                </a:lnTo>
                <a:lnTo>
                  <a:pt x="100322" y="101798"/>
                </a:lnTo>
                <a:lnTo>
                  <a:pt x="99602" y="63174"/>
                </a:lnTo>
                <a:lnTo>
                  <a:pt x="98655" y="30313"/>
                </a:lnTo>
                <a:lnTo>
                  <a:pt x="97536" y="0"/>
                </a:lnTo>
                <a:lnTo>
                  <a:pt x="152400" y="25908"/>
                </a:lnTo>
                <a:lnTo>
                  <a:pt x="134112" y="42671"/>
                </a:lnTo>
                <a:lnTo>
                  <a:pt x="134112" y="143256"/>
                </a:lnTo>
                <a:close/>
              </a:path>
              <a:path w="558164" h="562610">
                <a:moveTo>
                  <a:pt x="390939" y="62484"/>
                </a:moveTo>
                <a:lnTo>
                  <a:pt x="297180" y="62484"/>
                </a:lnTo>
                <a:lnTo>
                  <a:pt x="318849" y="59626"/>
                </a:lnTo>
                <a:lnTo>
                  <a:pt x="342519" y="55626"/>
                </a:lnTo>
                <a:lnTo>
                  <a:pt x="394716" y="44196"/>
                </a:lnTo>
                <a:lnTo>
                  <a:pt x="444055" y="28384"/>
                </a:lnTo>
                <a:lnTo>
                  <a:pt x="483108" y="9144"/>
                </a:lnTo>
                <a:lnTo>
                  <a:pt x="524256" y="51816"/>
                </a:lnTo>
                <a:lnTo>
                  <a:pt x="497990" y="52363"/>
                </a:lnTo>
                <a:lnTo>
                  <a:pt x="451294" y="56197"/>
                </a:lnTo>
                <a:lnTo>
                  <a:pt x="390939" y="62484"/>
                </a:lnTo>
                <a:close/>
              </a:path>
              <a:path w="558164" h="562610">
                <a:moveTo>
                  <a:pt x="163068" y="559308"/>
                </a:moveTo>
                <a:lnTo>
                  <a:pt x="158496" y="551688"/>
                </a:lnTo>
                <a:lnTo>
                  <a:pt x="186785" y="516564"/>
                </a:lnTo>
                <a:lnTo>
                  <a:pt x="209931" y="482155"/>
                </a:lnTo>
                <a:lnTo>
                  <a:pt x="240792" y="416052"/>
                </a:lnTo>
                <a:lnTo>
                  <a:pt x="257943" y="339400"/>
                </a:lnTo>
                <a:lnTo>
                  <a:pt x="262223" y="291750"/>
                </a:lnTo>
                <a:lnTo>
                  <a:pt x="263652" y="237744"/>
                </a:lnTo>
                <a:lnTo>
                  <a:pt x="263390" y="182546"/>
                </a:lnTo>
                <a:lnTo>
                  <a:pt x="262699" y="131064"/>
                </a:lnTo>
                <a:lnTo>
                  <a:pt x="261723" y="83010"/>
                </a:lnTo>
                <a:lnTo>
                  <a:pt x="260604" y="38100"/>
                </a:lnTo>
                <a:lnTo>
                  <a:pt x="297180" y="62484"/>
                </a:lnTo>
                <a:lnTo>
                  <a:pt x="390939" y="62484"/>
                </a:lnTo>
                <a:lnTo>
                  <a:pt x="384309" y="63174"/>
                </a:lnTo>
                <a:lnTo>
                  <a:pt x="297180" y="73152"/>
                </a:lnTo>
                <a:lnTo>
                  <a:pt x="297180" y="214884"/>
                </a:lnTo>
                <a:lnTo>
                  <a:pt x="543578" y="214884"/>
                </a:lnTo>
                <a:lnTo>
                  <a:pt x="557784" y="228600"/>
                </a:lnTo>
                <a:lnTo>
                  <a:pt x="297180" y="228600"/>
                </a:lnTo>
                <a:lnTo>
                  <a:pt x="295489" y="288655"/>
                </a:lnTo>
                <a:lnTo>
                  <a:pt x="290512" y="340995"/>
                </a:lnTo>
                <a:lnTo>
                  <a:pt x="282392" y="385905"/>
                </a:lnTo>
                <a:lnTo>
                  <a:pt x="271272" y="423672"/>
                </a:lnTo>
                <a:lnTo>
                  <a:pt x="231457" y="490918"/>
                </a:lnTo>
                <a:lnTo>
                  <a:pt x="200763" y="525041"/>
                </a:lnTo>
                <a:lnTo>
                  <a:pt x="163068" y="559308"/>
                </a:lnTo>
                <a:close/>
              </a:path>
              <a:path w="558164" h="562610">
                <a:moveTo>
                  <a:pt x="18288" y="163068"/>
                </a:moveTo>
                <a:lnTo>
                  <a:pt x="0" y="143256"/>
                </a:lnTo>
                <a:lnTo>
                  <a:pt x="167640" y="143256"/>
                </a:lnTo>
                <a:lnTo>
                  <a:pt x="193548" y="117347"/>
                </a:lnTo>
                <a:lnTo>
                  <a:pt x="234696" y="156971"/>
                </a:lnTo>
                <a:lnTo>
                  <a:pt x="41148" y="156971"/>
                </a:lnTo>
                <a:lnTo>
                  <a:pt x="18288" y="163068"/>
                </a:lnTo>
                <a:close/>
              </a:path>
              <a:path w="558164" h="562610">
                <a:moveTo>
                  <a:pt x="9143" y="425196"/>
                </a:moveTo>
                <a:lnTo>
                  <a:pt x="1524" y="420624"/>
                </a:lnTo>
                <a:lnTo>
                  <a:pt x="23890" y="380880"/>
                </a:lnTo>
                <a:lnTo>
                  <a:pt x="43800" y="339400"/>
                </a:lnTo>
                <a:lnTo>
                  <a:pt x="61341" y="296227"/>
                </a:lnTo>
                <a:lnTo>
                  <a:pt x="76595" y="251403"/>
                </a:lnTo>
                <a:lnTo>
                  <a:pt x="89647" y="204970"/>
                </a:lnTo>
                <a:lnTo>
                  <a:pt x="100584" y="156971"/>
                </a:lnTo>
                <a:lnTo>
                  <a:pt x="134112" y="156971"/>
                </a:lnTo>
                <a:lnTo>
                  <a:pt x="134112" y="219456"/>
                </a:lnTo>
                <a:lnTo>
                  <a:pt x="158972" y="233195"/>
                </a:lnTo>
                <a:lnTo>
                  <a:pt x="161522" y="234696"/>
                </a:lnTo>
                <a:lnTo>
                  <a:pt x="134112" y="234696"/>
                </a:lnTo>
                <a:lnTo>
                  <a:pt x="134115" y="272796"/>
                </a:lnTo>
                <a:lnTo>
                  <a:pt x="100584" y="272796"/>
                </a:lnTo>
                <a:lnTo>
                  <a:pt x="81153" y="313324"/>
                </a:lnTo>
                <a:lnTo>
                  <a:pt x="59435" y="352425"/>
                </a:lnTo>
                <a:lnTo>
                  <a:pt x="35432" y="389810"/>
                </a:lnTo>
                <a:lnTo>
                  <a:pt x="9143" y="425196"/>
                </a:lnTo>
                <a:close/>
              </a:path>
              <a:path w="558164" h="562610">
                <a:moveTo>
                  <a:pt x="543578" y="214884"/>
                </a:moveTo>
                <a:lnTo>
                  <a:pt x="486156" y="214884"/>
                </a:lnTo>
                <a:lnTo>
                  <a:pt x="513588" y="185928"/>
                </a:lnTo>
                <a:lnTo>
                  <a:pt x="543578" y="214884"/>
                </a:lnTo>
                <a:close/>
              </a:path>
              <a:path w="558164" h="562610">
                <a:moveTo>
                  <a:pt x="411480" y="557784"/>
                </a:moveTo>
                <a:lnTo>
                  <a:pt x="412261" y="516564"/>
                </a:lnTo>
                <a:lnTo>
                  <a:pt x="412947" y="472778"/>
                </a:lnTo>
                <a:lnTo>
                  <a:pt x="413526" y="425196"/>
                </a:lnTo>
                <a:lnTo>
                  <a:pt x="414076" y="363389"/>
                </a:lnTo>
                <a:lnTo>
                  <a:pt x="414403" y="300037"/>
                </a:lnTo>
                <a:lnTo>
                  <a:pt x="414528" y="228600"/>
                </a:lnTo>
                <a:lnTo>
                  <a:pt x="446532" y="228600"/>
                </a:lnTo>
                <a:lnTo>
                  <a:pt x="446648" y="423672"/>
                </a:lnTo>
                <a:lnTo>
                  <a:pt x="446793" y="437030"/>
                </a:lnTo>
                <a:lnTo>
                  <a:pt x="447484" y="465772"/>
                </a:lnTo>
                <a:lnTo>
                  <a:pt x="449580" y="537972"/>
                </a:lnTo>
                <a:lnTo>
                  <a:pt x="411480" y="557784"/>
                </a:lnTo>
                <a:close/>
              </a:path>
              <a:path w="558164" h="562610">
                <a:moveTo>
                  <a:pt x="199644" y="329184"/>
                </a:moveTo>
                <a:lnTo>
                  <a:pt x="196596" y="329184"/>
                </a:lnTo>
                <a:lnTo>
                  <a:pt x="192928" y="327993"/>
                </a:lnTo>
                <a:lnTo>
                  <a:pt x="188976" y="324231"/>
                </a:lnTo>
                <a:lnTo>
                  <a:pt x="185023" y="317611"/>
                </a:lnTo>
                <a:lnTo>
                  <a:pt x="181356" y="307848"/>
                </a:lnTo>
                <a:lnTo>
                  <a:pt x="174188" y="291060"/>
                </a:lnTo>
                <a:lnTo>
                  <a:pt x="164020" y="272986"/>
                </a:lnTo>
                <a:lnTo>
                  <a:pt x="150709" y="254055"/>
                </a:lnTo>
                <a:lnTo>
                  <a:pt x="134112" y="234696"/>
                </a:lnTo>
                <a:lnTo>
                  <a:pt x="161522" y="234696"/>
                </a:lnTo>
                <a:lnTo>
                  <a:pt x="202692" y="262128"/>
                </a:lnTo>
                <a:lnTo>
                  <a:pt x="217932" y="289560"/>
                </a:lnTo>
                <a:lnTo>
                  <a:pt x="217360" y="294441"/>
                </a:lnTo>
                <a:lnTo>
                  <a:pt x="215646" y="300037"/>
                </a:lnTo>
                <a:lnTo>
                  <a:pt x="212788" y="306490"/>
                </a:lnTo>
                <a:lnTo>
                  <a:pt x="208788" y="313944"/>
                </a:lnTo>
                <a:lnTo>
                  <a:pt x="204216" y="324612"/>
                </a:lnTo>
                <a:lnTo>
                  <a:pt x="199644" y="329184"/>
                </a:lnTo>
                <a:close/>
              </a:path>
              <a:path w="558164" h="562610">
                <a:moveTo>
                  <a:pt x="97536" y="562356"/>
                </a:moveTo>
                <a:lnTo>
                  <a:pt x="98379" y="516564"/>
                </a:lnTo>
                <a:lnTo>
                  <a:pt x="99582" y="435483"/>
                </a:lnTo>
                <a:lnTo>
                  <a:pt x="100132" y="382072"/>
                </a:lnTo>
                <a:lnTo>
                  <a:pt x="100463" y="329184"/>
                </a:lnTo>
                <a:lnTo>
                  <a:pt x="100584" y="272796"/>
                </a:lnTo>
                <a:lnTo>
                  <a:pt x="134115" y="272796"/>
                </a:lnTo>
                <a:lnTo>
                  <a:pt x="134195" y="389810"/>
                </a:lnTo>
                <a:lnTo>
                  <a:pt x="134311" y="437030"/>
                </a:lnTo>
                <a:lnTo>
                  <a:pt x="134540" y="478479"/>
                </a:lnTo>
                <a:lnTo>
                  <a:pt x="135041" y="521962"/>
                </a:lnTo>
                <a:lnTo>
                  <a:pt x="135636" y="547116"/>
                </a:lnTo>
                <a:lnTo>
                  <a:pt x="97536" y="562356"/>
                </a:lnTo>
                <a:close/>
              </a:path>
            </a:pathLst>
          </a:custGeom>
          <a:solidFill>
            <a:srgbClr val="3333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" name="object 7"/>
          <p:cNvSpPr/>
          <p:nvPr/>
        </p:nvSpPr>
        <p:spPr>
          <a:xfrm>
            <a:off x="2938272" y="1261872"/>
            <a:ext cx="554990" cy="567055"/>
          </a:xfrm>
          <a:custGeom>
            <a:avLst/>
            <a:gdLst/>
            <a:ahLst/>
            <a:cxnLst/>
            <a:rect l="l" t="t" r="r" b="b"/>
            <a:pathLst>
              <a:path w="554989" h="567055">
                <a:moveTo>
                  <a:pt x="16764" y="196595"/>
                </a:moveTo>
                <a:lnTo>
                  <a:pt x="12192" y="188975"/>
                </a:lnTo>
                <a:lnTo>
                  <a:pt x="23050" y="177284"/>
                </a:lnTo>
                <a:lnTo>
                  <a:pt x="35051" y="162877"/>
                </a:lnTo>
                <a:lnTo>
                  <a:pt x="62483" y="126491"/>
                </a:lnTo>
                <a:lnTo>
                  <a:pt x="91059" y="75247"/>
                </a:lnTo>
                <a:lnTo>
                  <a:pt x="121920" y="0"/>
                </a:lnTo>
                <a:lnTo>
                  <a:pt x="169164" y="25907"/>
                </a:lnTo>
                <a:lnTo>
                  <a:pt x="142303" y="48744"/>
                </a:lnTo>
                <a:lnTo>
                  <a:pt x="137160" y="55816"/>
                </a:lnTo>
                <a:lnTo>
                  <a:pt x="130873" y="64317"/>
                </a:lnTo>
                <a:lnTo>
                  <a:pt x="123444" y="74675"/>
                </a:lnTo>
                <a:lnTo>
                  <a:pt x="283409" y="74675"/>
                </a:lnTo>
                <a:lnTo>
                  <a:pt x="295656" y="88391"/>
                </a:lnTo>
                <a:lnTo>
                  <a:pt x="117348" y="88391"/>
                </a:lnTo>
                <a:lnTo>
                  <a:pt x="105060" y="105846"/>
                </a:lnTo>
                <a:lnTo>
                  <a:pt x="93345" y="121729"/>
                </a:lnTo>
                <a:lnTo>
                  <a:pt x="59840" y="160805"/>
                </a:lnTo>
                <a:lnTo>
                  <a:pt x="32837" y="184284"/>
                </a:lnTo>
                <a:lnTo>
                  <a:pt x="16764" y="196595"/>
                </a:lnTo>
                <a:close/>
              </a:path>
              <a:path w="554989" h="567055">
                <a:moveTo>
                  <a:pt x="278892" y="158495"/>
                </a:moveTo>
                <a:lnTo>
                  <a:pt x="272796" y="153923"/>
                </a:lnTo>
                <a:lnTo>
                  <a:pt x="286488" y="134802"/>
                </a:lnTo>
                <a:lnTo>
                  <a:pt x="300037" y="114109"/>
                </a:lnTo>
                <a:lnTo>
                  <a:pt x="326136" y="68579"/>
                </a:lnTo>
                <a:lnTo>
                  <a:pt x="345567" y="27812"/>
                </a:lnTo>
                <a:lnTo>
                  <a:pt x="353568" y="3047"/>
                </a:lnTo>
                <a:lnTo>
                  <a:pt x="396240" y="32003"/>
                </a:lnTo>
                <a:lnTo>
                  <a:pt x="362140" y="62483"/>
                </a:lnTo>
                <a:lnTo>
                  <a:pt x="352044" y="76199"/>
                </a:lnTo>
                <a:lnTo>
                  <a:pt x="532045" y="76199"/>
                </a:lnTo>
                <a:lnTo>
                  <a:pt x="545592" y="91439"/>
                </a:lnTo>
                <a:lnTo>
                  <a:pt x="344424" y="91439"/>
                </a:lnTo>
                <a:lnTo>
                  <a:pt x="336423" y="99464"/>
                </a:lnTo>
                <a:lnTo>
                  <a:pt x="328422" y="107632"/>
                </a:lnTo>
                <a:lnTo>
                  <a:pt x="320421" y="116085"/>
                </a:lnTo>
                <a:lnTo>
                  <a:pt x="312420" y="124967"/>
                </a:lnTo>
                <a:lnTo>
                  <a:pt x="304395" y="134064"/>
                </a:lnTo>
                <a:lnTo>
                  <a:pt x="296227" y="142874"/>
                </a:lnTo>
                <a:lnTo>
                  <a:pt x="287774" y="151114"/>
                </a:lnTo>
                <a:lnTo>
                  <a:pt x="278892" y="158495"/>
                </a:lnTo>
                <a:close/>
              </a:path>
              <a:path w="554989" h="567055">
                <a:moveTo>
                  <a:pt x="283409" y="74675"/>
                </a:moveTo>
                <a:lnTo>
                  <a:pt x="230124" y="74675"/>
                </a:lnTo>
                <a:lnTo>
                  <a:pt x="257556" y="45719"/>
                </a:lnTo>
                <a:lnTo>
                  <a:pt x="283409" y="74675"/>
                </a:lnTo>
                <a:close/>
              </a:path>
              <a:path w="554989" h="567055">
                <a:moveTo>
                  <a:pt x="532045" y="76199"/>
                </a:moveTo>
                <a:lnTo>
                  <a:pt x="480060" y="76199"/>
                </a:lnTo>
                <a:lnTo>
                  <a:pt x="509016" y="50291"/>
                </a:lnTo>
                <a:lnTo>
                  <a:pt x="532045" y="76199"/>
                </a:lnTo>
                <a:close/>
              </a:path>
              <a:path w="554989" h="567055">
                <a:moveTo>
                  <a:pt x="199644" y="158495"/>
                </a:moveTo>
                <a:lnTo>
                  <a:pt x="190500" y="158495"/>
                </a:lnTo>
                <a:lnTo>
                  <a:pt x="187452" y="155447"/>
                </a:lnTo>
                <a:lnTo>
                  <a:pt x="185928" y="149351"/>
                </a:lnTo>
                <a:lnTo>
                  <a:pt x="184404" y="144779"/>
                </a:lnTo>
                <a:lnTo>
                  <a:pt x="182880" y="135635"/>
                </a:lnTo>
                <a:lnTo>
                  <a:pt x="181356" y="124967"/>
                </a:lnTo>
                <a:lnTo>
                  <a:pt x="178188" y="117538"/>
                </a:lnTo>
                <a:lnTo>
                  <a:pt x="173164" y="108965"/>
                </a:lnTo>
                <a:lnTo>
                  <a:pt x="166139" y="99250"/>
                </a:lnTo>
                <a:lnTo>
                  <a:pt x="156972" y="88391"/>
                </a:lnTo>
                <a:lnTo>
                  <a:pt x="173736" y="88391"/>
                </a:lnTo>
                <a:lnTo>
                  <a:pt x="195429" y="101298"/>
                </a:lnTo>
                <a:lnTo>
                  <a:pt x="210121" y="112775"/>
                </a:lnTo>
                <a:lnTo>
                  <a:pt x="217670" y="123110"/>
                </a:lnTo>
                <a:lnTo>
                  <a:pt x="217932" y="132587"/>
                </a:lnTo>
                <a:lnTo>
                  <a:pt x="214884" y="144779"/>
                </a:lnTo>
                <a:lnTo>
                  <a:pt x="210312" y="152399"/>
                </a:lnTo>
                <a:lnTo>
                  <a:pt x="207264" y="153923"/>
                </a:lnTo>
                <a:lnTo>
                  <a:pt x="202692" y="156971"/>
                </a:lnTo>
                <a:lnTo>
                  <a:pt x="199644" y="158495"/>
                </a:lnTo>
                <a:close/>
              </a:path>
              <a:path w="554989" h="567055">
                <a:moveTo>
                  <a:pt x="460248" y="160019"/>
                </a:moveTo>
                <a:lnTo>
                  <a:pt x="455676" y="160019"/>
                </a:lnTo>
                <a:lnTo>
                  <a:pt x="452628" y="156971"/>
                </a:lnTo>
                <a:lnTo>
                  <a:pt x="448056" y="149351"/>
                </a:lnTo>
                <a:lnTo>
                  <a:pt x="445508" y="144279"/>
                </a:lnTo>
                <a:lnTo>
                  <a:pt x="442531" y="138493"/>
                </a:lnTo>
                <a:lnTo>
                  <a:pt x="413789" y="101417"/>
                </a:lnTo>
                <a:lnTo>
                  <a:pt x="402336" y="91439"/>
                </a:lnTo>
                <a:lnTo>
                  <a:pt x="419100" y="91439"/>
                </a:lnTo>
                <a:lnTo>
                  <a:pt x="445103" y="100583"/>
                </a:lnTo>
                <a:lnTo>
                  <a:pt x="463677" y="109727"/>
                </a:lnTo>
                <a:lnTo>
                  <a:pt x="474821" y="118871"/>
                </a:lnTo>
                <a:lnTo>
                  <a:pt x="478536" y="128015"/>
                </a:lnTo>
                <a:lnTo>
                  <a:pt x="477964" y="136564"/>
                </a:lnTo>
                <a:lnTo>
                  <a:pt x="476250" y="143827"/>
                </a:lnTo>
                <a:lnTo>
                  <a:pt x="473392" y="149661"/>
                </a:lnTo>
                <a:lnTo>
                  <a:pt x="469392" y="153923"/>
                </a:lnTo>
                <a:lnTo>
                  <a:pt x="464820" y="158495"/>
                </a:lnTo>
                <a:lnTo>
                  <a:pt x="460248" y="160019"/>
                </a:lnTo>
                <a:close/>
              </a:path>
              <a:path w="554989" h="567055">
                <a:moveTo>
                  <a:pt x="450476" y="163067"/>
                </a:moveTo>
                <a:lnTo>
                  <a:pt x="403860" y="163067"/>
                </a:lnTo>
                <a:lnTo>
                  <a:pt x="419100" y="141731"/>
                </a:lnTo>
                <a:lnTo>
                  <a:pt x="450476" y="163067"/>
                </a:lnTo>
                <a:close/>
              </a:path>
              <a:path w="554989" h="567055">
                <a:moveTo>
                  <a:pt x="114300" y="390143"/>
                </a:moveTo>
                <a:lnTo>
                  <a:pt x="115395" y="353044"/>
                </a:lnTo>
                <a:lnTo>
                  <a:pt x="116160" y="317158"/>
                </a:lnTo>
                <a:lnTo>
                  <a:pt x="116259" y="306323"/>
                </a:lnTo>
                <a:lnTo>
                  <a:pt x="116443" y="276558"/>
                </a:lnTo>
                <a:lnTo>
                  <a:pt x="115824" y="237743"/>
                </a:lnTo>
                <a:lnTo>
                  <a:pt x="114919" y="202834"/>
                </a:lnTo>
                <a:lnTo>
                  <a:pt x="114300" y="175640"/>
                </a:lnTo>
                <a:lnTo>
                  <a:pt x="113762" y="158495"/>
                </a:lnTo>
                <a:lnTo>
                  <a:pt x="113650" y="155447"/>
                </a:lnTo>
                <a:lnTo>
                  <a:pt x="112776" y="143255"/>
                </a:lnTo>
                <a:lnTo>
                  <a:pt x="147828" y="163067"/>
                </a:lnTo>
                <a:lnTo>
                  <a:pt x="450476" y="163067"/>
                </a:lnTo>
                <a:lnTo>
                  <a:pt x="457200" y="167639"/>
                </a:lnTo>
                <a:lnTo>
                  <a:pt x="447141" y="176783"/>
                </a:lnTo>
                <a:lnTo>
                  <a:pt x="147828" y="176783"/>
                </a:lnTo>
                <a:lnTo>
                  <a:pt x="147828" y="220979"/>
                </a:lnTo>
                <a:lnTo>
                  <a:pt x="440436" y="220979"/>
                </a:lnTo>
                <a:lnTo>
                  <a:pt x="440436" y="234695"/>
                </a:lnTo>
                <a:lnTo>
                  <a:pt x="147828" y="234695"/>
                </a:lnTo>
                <a:lnTo>
                  <a:pt x="147828" y="280415"/>
                </a:lnTo>
                <a:lnTo>
                  <a:pt x="440436" y="280415"/>
                </a:lnTo>
                <a:lnTo>
                  <a:pt x="440436" y="294131"/>
                </a:lnTo>
                <a:lnTo>
                  <a:pt x="147828" y="294131"/>
                </a:lnTo>
                <a:lnTo>
                  <a:pt x="147828" y="344423"/>
                </a:lnTo>
                <a:lnTo>
                  <a:pt x="440970" y="344423"/>
                </a:lnTo>
                <a:lnTo>
                  <a:pt x="441078" y="348543"/>
                </a:lnTo>
                <a:lnTo>
                  <a:pt x="441562" y="359663"/>
                </a:lnTo>
                <a:lnTo>
                  <a:pt x="147828" y="359663"/>
                </a:lnTo>
                <a:lnTo>
                  <a:pt x="147828" y="377951"/>
                </a:lnTo>
                <a:lnTo>
                  <a:pt x="114300" y="390143"/>
                </a:lnTo>
                <a:close/>
              </a:path>
              <a:path w="554989" h="567055">
                <a:moveTo>
                  <a:pt x="440436" y="220979"/>
                </a:moveTo>
                <a:lnTo>
                  <a:pt x="406908" y="220979"/>
                </a:lnTo>
                <a:lnTo>
                  <a:pt x="406908" y="176783"/>
                </a:lnTo>
                <a:lnTo>
                  <a:pt x="447141" y="176783"/>
                </a:lnTo>
                <a:lnTo>
                  <a:pt x="440436" y="182879"/>
                </a:lnTo>
                <a:lnTo>
                  <a:pt x="440436" y="220979"/>
                </a:lnTo>
                <a:close/>
              </a:path>
              <a:path w="554989" h="567055">
                <a:moveTo>
                  <a:pt x="440436" y="280415"/>
                </a:moveTo>
                <a:lnTo>
                  <a:pt x="406908" y="280415"/>
                </a:lnTo>
                <a:lnTo>
                  <a:pt x="406908" y="234695"/>
                </a:lnTo>
                <a:lnTo>
                  <a:pt x="440436" y="234695"/>
                </a:lnTo>
                <a:lnTo>
                  <a:pt x="440436" y="280415"/>
                </a:lnTo>
                <a:close/>
              </a:path>
              <a:path w="554989" h="567055">
                <a:moveTo>
                  <a:pt x="440970" y="344423"/>
                </a:moveTo>
                <a:lnTo>
                  <a:pt x="406908" y="344423"/>
                </a:lnTo>
                <a:lnTo>
                  <a:pt x="406908" y="294131"/>
                </a:lnTo>
                <a:lnTo>
                  <a:pt x="440436" y="294131"/>
                </a:lnTo>
                <a:lnTo>
                  <a:pt x="440459" y="317158"/>
                </a:lnTo>
                <a:lnTo>
                  <a:pt x="440626" y="331279"/>
                </a:lnTo>
                <a:lnTo>
                  <a:pt x="440970" y="344423"/>
                </a:lnTo>
                <a:close/>
              </a:path>
              <a:path w="554989" h="567055">
                <a:moveTo>
                  <a:pt x="219456" y="432815"/>
                </a:moveTo>
                <a:lnTo>
                  <a:pt x="184404" y="432815"/>
                </a:lnTo>
                <a:lnTo>
                  <a:pt x="186428" y="416242"/>
                </a:lnTo>
                <a:lnTo>
                  <a:pt x="188023" y="398525"/>
                </a:lnTo>
                <a:lnTo>
                  <a:pt x="189333" y="379666"/>
                </a:lnTo>
                <a:lnTo>
                  <a:pt x="190500" y="359663"/>
                </a:lnTo>
                <a:lnTo>
                  <a:pt x="227076" y="359663"/>
                </a:lnTo>
                <a:lnTo>
                  <a:pt x="225671" y="378166"/>
                </a:lnTo>
                <a:lnTo>
                  <a:pt x="223837" y="396811"/>
                </a:lnTo>
                <a:lnTo>
                  <a:pt x="221718" y="415170"/>
                </a:lnTo>
                <a:lnTo>
                  <a:pt x="219456" y="432815"/>
                </a:lnTo>
                <a:close/>
              </a:path>
              <a:path w="554989" h="567055">
                <a:moveTo>
                  <a:pt x="21336" y="454151"/>
                </a:moveTo>
                <a:lnTo>
                  <a:pt x="0" y="432815"/>
                </a:lnTo>
                <a:lnTo>
                  <a:pt x="336804" y="432815"/>
                </a:lnTo>
                <a:lnTo>
                  <a:pt x="336804" y="359663"/>
                </a:lnTo>
                <a:lnTo>
                  <a:pt x="370332" y="359663"/>
                </a:lnTo>
                <a:lnTo>
                  <a:pt x="370332" y="431291"/>
                </a:lnTo>
                <a:lnTo>
                  <a:pt x="541934" y="431291"/>
                </a:lnTo>
                <a:lnTo>
                  <a:pt x="554736" y="445007"/>
                </a:lnTo>
                <a:lnTo>
                  <a:pt x="370332" y="445007"/>
                </a:lnTo>
                <a:lnTo>
                  <a:pt x="370353" y="448055"/>
                </a:lnTo>
                <a:lnTo>
                  <a:pt x="79248" y="448055"/>
                </a:lnTo>
                <a:lnTo>
                  <a:pt x="63769" y="448365"/>
                </a:lnTo>
                <a:lnTo>
                  <a:pt x="49149" y="449389"/>
                </a:lnTo>
                <a:lnTo>
                  <a:pt x="35099" y="451270"/>
                </a:lnTo>
                <a:lnTo>
                  <a:pt x="21336" y="454151"/>
                </a:lnTo>
                <a:close/>
              </a:path>
              <a:path w="554989" h="567055">
                <a:moveTo>
                  <a:pt x="406908" y="382523"/>
                </a:moveTo>
                <a:lnTo>
                  <a:pt x="406908" y="359663"/>
                </a:lnTo>
                <a:lnTo>
                  <a:pt x="441562" y="359663"/>
                </a:lnTo>
                <a:lnTo>
                  <a:pt x="441960" y="368807"/>
                </a:lnTo>
                <a:lnTo>
                  <a:pt x="406908" y="382523"/>
                </a:lnTo>
                <a:close/>
              </a:path>
              <a:path w="554989" h="567055">
                <a:moveTo>
                  <a:pt x="541934" y="431291"/>
                </a:moveTo>
                <a:lnTo>
                  <a:pt x="478536" y="431291"/>
                </a:lnTo>
                <a:lnTo>
                  <a:pt x="512064" y="399287"/>
                </a:lnTo>
                <a:lnTo>
                  <a:pt x="541934" y="431291"/>
                </a:lnTo>
                <a:close/>
              </a:path>
              <a:path w="554989" h="567055">
                <a:moveTo>
                  <a:pt x="30480" y="566927"/>
                </a:moveTo>
                <a:lnTo>
                  <a:pt x="28956" y="560832"/>
                </a:lnTo>
                <a:lnTo>
                  <a:pt x="61221" y="548259"/>
                </a:lnTo>
                <a:lnTo>
                  <a:pt x="89344" y="535686"/>
                </a:lnTo>
                <a:lnTo>
                  <a:pt x="132588" y="510539"/>
                </a:lnTo>
                <a:lnTo>
                  <a:pt x="162115" y="482726"/>
                </a:lnTo>
                <a:lnTo>
                  <a:pt x="181356" y="448055"/>
                </a:lnTo>
                <a:lnTo>
                  <a:pt x="217932" y="448055"/>
                </a:lnTo>
                <a:lnTo>
                  <a:pt x="191262" y="494728"/>
                </a:lnTo>
                <a:lnTo>
                  <a:pt x="146304" y="528827"/>
                </a:lnTo>
                <a:lnTo>
                  <a:pt x="90678" y="553021"/>
                </a:lnTo>
                <a:lnTo>
                  <a:pt x="61007" y="561189"/>
                </a:lnTo>
                <a:lnTo>
                  <a:pt x="30480" y="566927"/>
                </a:lnTo>
                <a:close/>
              </a:path>
              <a:path w="554989" h="567055">
                <a:moveTo>
                  <a:pt x="335280" y="566927"/>
                </a:moveTo>
                <a:lnTo>
                  <a:pt x="336106" y="535019"/>
                </a:lnTo>
                <a:lnTo>
                  <a:pt x="336613" y="501776"/>
                </a:lnTo>
                <a:lnTo>
                  <a:pt x="336725" y="482726"/>
                </a:lnTo>
                <a:lnTo>
                  <a:pt x="336804" y="448055"/>
                </a:lnTo>
                <a:lnTo>
                  <a:pt x="370353" y="448055"/>
                </a:lnTo>
                <a:lnTo>
                  <a:pt x="371240" y="510539"/>
                </a:lnTo>
                <a:lnTo>
                  <a:pt x="373380" y="550163"/>
                </a:lnTo>
                <a:lnTo>
                  <a:pt x="335280" y="566927"/>
                </a:lnTo>
                <a:close/>
              </a:path>
            </a:pathLst>
          </a:custGeom>
          <a:solidFill>
            <a:srgbClr val="3333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3547871" y="1261872"/>
            <a:ext cx="565785" cy="548640"/>
          </a:xfrm>
          <a:custGeom>
            <a:avLst/>
            <a:gdLst/>
            <a:ahLst/>
            <a:cxnLst/>
            <a:rect l="l" t="t" r="r" b="b"/>
            <a:pathLst>
              <a:path w="565785" h="548639">
                <a:moveTo>
                  <a:pt x="368808" y="137160"/>
                </a:moveTo>
                <a:lnTo>
                  <a:pt x="338328" y="137160"/>
                </a:lnTo>
                <a:lnTo>
                  <a:pt x="338074" y="91440"/>
                </a:lnTo>
                <a:lnTo>
                  <a:pt x="337409" y="53340"/>
                </a:lnTo>
                <a:lnTo>
                  <a:pt x="337323" y="49839"/>
                </a:lnTo>
                <a:lnTo>
                  <a:pt x="336394" y="21336"/>
                </a:lnTo>
                <a:lnTo>
                  <a:pt x="335280" y="0"/>
                </a:lnTo>
                <a:lnTo>
                  <a:pt x="393192" y="28956"/>
                </a:lnTo>
                <a:lnTo>
                  <a:pt x="368808" y="53340"/>
                </a:lnTo>
                <a:lnTo>
                  <a:pt x="368808" y="137160"/>
                </a:lnTo>
                <a:close/>
              </a:path>
              <a:path w="565785" h="548639">
                <a:moveTo>
                  <a:pt x="120396" y="126492"/>
                </a:moveTo>
                <a:lnTo>
                  <a:pt x="117347" y="126492"/>
                </a:lnTo>
                <a:lnTo>
                  <a:pt x="113918" y="125063"/>
                </a:lnTo>
                <a:lnTo>
                  <a:pt x="110490" y="120777"/>
                </a:lnTo>
                <a:lnTo>
                  <a:pt x="107061" y="113633"/>
                </a:lnTo>
                <a:lnTo>
                  <a:pt x="103632" y="103632"/>
                </a:lnTo>
                <a:lnTo>
                  <a:pt x="95583" y="87034"/>
                </a:lnTo>
                <a:lnTo>
                  <a:pt x="84963" y="69151"/>
                </a:lnTo>
                <a:lnTo>
                  <a:pt x="71485" y="49839"/>
                </a:lnTo>
                <a:lnTo>
                  <a:pt x="54864" y="28956"/>
                </a:lnTo>
                <a:lnTo>
                  <a:pt x="59435" y="21336"/>
                </a:lnTo>
                <a:lnTo>
                  <a:pt x="112014" y="51054"/>
                </a:lnTo>
                <a:lnTo>
                  <a:pt x="137159" y="83820"/>
                </a:lnTo>
                <a:lnTo>
                  <a:pt x="138684" y="91440"/>
                </a:lnTo>
                <a:lnTo>
                  <a:pt x="138684" y="103632"/>
                </a:lnTo>
                <a:lnTo>
                  <a:pt x="135635" y="111252"/>
                </a:lnTo>
                <a:lnTo>
                  <a:pt x="131064" y="117348"/>
                </a:lnTo>
                <a:lnTo>
                  <a:pt x="124968" y="123444"/>
                </a:lnTo>
                <a:lnTo>
                  <a:pt x="120396" y="126492"/>
                </a:lnTo>
                <a:close/>
              </a:path>
              <a:path w="565785" h="548639">
                <a:moveTo>
                  <a:pt x="102087" y="382524"/>
                </a:moveTo>
                <a:lnTo>
                  <a:pt x="56388" y="382524"/>
                </a:lnTo>
                <a:lnTo>
                  <a:pt x="62126" y="380238"/>
                </a:lnTo>
                <a:lnTo>
                  <a:pt x="68008" y="375666"/>
                </a:lnTo>
                <a:lnTo>
                  <a:pt x="88977" y="343582"/>
                </a:lnTo>
                <a:lnTo>
                  <a:pt x="126748" y="259043"/>
                </a:lnTo>
                <a:lnTo>
                  <a:pt x="156021" y="190731"/>
                </a:lnTo>
                <a:lnTo>
                  <a:pt x="192024" y="105156"/>
                </a:lnTo>
                <a:lnTo>
                  <a:pt x="201168" y="108204"/>
                </a:lnTo>
                <a:lnTo>
                  <a:pt x="172331" y="186563"/>
                </a:lnTo>
                <a:lnTo>
                  <a:pt x="148279" y="252476"/>
                </a:lnTo>
                <a:lnTo>
                  <a:pt x="128968" y="305943"/>
                </a:lnTo>
                <a:lnTo>
                  <a:pt x="114356" y="346964"/>
                </a:lnTo>
                <a:lnTo>
                  <a:pt x="104358" y="375666"/>
                </a:lnTo>
                <a:lnTo>
                  <a:pt x="102087" y="382524"/>
                </a:lnTo>
                <a:close/>
              </a:path>
              <a:path w="565785" h="548639">
                <a:moveTo>
                  <a:pt x="227076" y="158496"/>
                </a:moveTo>
                <a:lnTo>
                  <a:pt x="205740" y="137160"/>
                </a:lnTo>
                <a:lnTo>
                  <a:pt x="461772" y="137160"/>
                </a:lnTo>
                <a:lnTo>
                  <a:pt x="487680" y="109728"/>
                </a:lnTo>
                <a:lnTo>
                  <a:pt x="527304" y="150876"/>
                </a:lnTo>
                <a:lnTo>
                  <a:pt x="284988" y="150876"/>
                </a:lnTo>
                <a:lnTo>
                  <a:pt x="269509" y="151423"/>
                </a:lnTo>
                <a:lnTo>
                  <a:pt x="254889" y="152971"/>
                </a:lnTo>
                <a:lnTo>
                  <a:pt x="240839" y="155376"/>
                </a:lnTo>
                <a:lnTo>
                  <a:pt x="227076" y="158496"/>
                </a:lnTo>
                <a:close/>
              </a:path>
              <a:path w="565785" h="548639">
                <a:moveTo>
                  <a:pt x="368808" y="280416"/>
                </a:moveTo>
                <a:lnTo>
                  <a:pt x="338328" y="280416"/>
                </a:lnTo>
                <a:lnTo>
                  <a:pt x="338328" y="150876"/>
                </a:lnTo>
                <a:lnTo>
                  <a:pt x="368808" y="150876"/>
                </a:lnTo>
                <a:lnTo>
                  <a:pt x="368808" y="280416"/>
                </a:lnTo>
                <a:close/>
              </a:path>
              <a:path w="565785" h="548639">
                <a:moveTo>
                  <a:pt x="69627" y="270200"/>
                </a:moveTo>
                <a:lnTo>
                  <a:pt x="63626" y="266890"/>
                </a:lnTo>
                <a:lnTo>
                  <a:pt x="58197" y="258151"/>
                </a:lnTo>
                <a:lnTo>
                  <a:pt x="53340" y="243840"/>
                </a:lnTo>
                <a:lnTo>
                  <a:pt x="45005" y="227861"/>
                </a:lnTo>
                <a:lnTo>
                  <a:pt x="33528" y="209740"/>
                </a:lnTo>
                <a:lnTo>
                  <a:pt x="18621" y="189618"/>
                </a:lnTo>
                <a:lnTo>
                  <a:pt x="0" y="167640"/>
                </a:lnTo>
                <a:lnTo>
                  <a:pt x="4571" y="160020"/>
                </a:lnTo>
                <a:lnTo>
                  <a:pt x="41457" y="180855"/>
                </a:lnTo>
                <a:lnTo>
                  <a:pt x="67627" y="199834"/>
                </a:lnTo>
                <a:lnTo>
                  <a:pt x="83224" y="216812"/>
                </a:lnTo>
                <a:lnTo>
                  <a:pt x="88392" y="231648"/>
                </a:lnTo>
                <a:lnTo>
                  <a:pt x="87558" y="244221"/>
                </a:lnTo>
                <a:lnTo>
                  <a:pt x="85153" y="254508"/>
                </a:lnTo>
                <a:lnTo>
                  <a:pt x="81319" y="262509"/>
                </a:lnTo>
                <a:lnTo>
                  <a:pt x="76200" y="268224"/>
                </a:lnTo>
                <a:lnTo>
                  <a:pt x="69627" y="270200"/>
                </a:lnTo>
                <a:close/>
              </a:path>
              <a:path w="565785" h="548639">
                <a:moveTo>
                  <a:pt x="181356" y="301752"/>
                </a:moveTo>
                <a:lnTo>
                  <a:pt x="160020" y="280416"/>
                </a:lnTo>
                <a:lnTo>
                  <a:pt x="495300" y="280416"/>
                </a:lnTo>
                <a:lnTo>
                  <a:pt x="524256" y="251460"/>
                </a:lnTo>
                <a:lnTo>
                  <a:pt x="565404" y="294132"/>
                </a:lnTo>
                <a:lnTo>
                  <a:pt x="239268" y="294132"/>
                </a:lnTo>
                <a:lnTo>
                  <a:pt x="224432" y="294679"/>
                </a:lnTo>
                <a:lnTo>
                  <a:pt x="209740" y="296227"/>
                </a:lnTo>
                <a:lnTo>
                  <a:pt x="195333" y="298632"/>
                </a:lnTo>
                <a:lnTo>
                  <a:pt x="181356" y="301752"/>
                </a:lnTo>
                <a:close/>
              </a:path>
              <a:path w="565785" h="548639">
                <a:moveTo>
                  <a:pt x="198120" y="548640"/>
                </a:moveTo>
                <a:lnTo>
                  <a:pt x="175259" y="493776"/>
                </a:lnTo>
                <a:lnTo>
                  <a:pt x="191547" y="489227"/>
                </a:lnTo>
                <a:lnTo>
                  <a:pt x="210693" y="475678"/>
                </a:lnTo>
                <a:lnTo>
                  <a:pt x="257556" y="422148"/>
                </a:lnTo>
                <a:lnTo>
                  <a:pt x="280939" y="386715"/>
                </a:lnTo>
                <a:lnTo>
                  <a:pt x="300609" y="353568"/>
                </a:lnTo>
                <a:lnTo>
                  <a:pt x="327660" y="294132"/>
                </a:lnTo>
                <a:lnTo>
                  <a:pt x="339852" y="294132"/>
                </a:lnTo>
                <a:lnTo>
                  <a:pt x="377952" y="321564"/>
                </a:lnTo>
                <a:lnTo>
                  <a:pt x="367379" y="327826"/>
                </a:lnTo>
                <a:lnTo>
                  <a:pt x="356235" y="337375"/>
                </a:lnTo>
                <a:lnTo>
                  <a:pt x="344519" y="350067"/>
                </a:lnTo>
                <a:lnTo>
                  <a:pt x="332232" y="365760"/>
                </a:lnTo>
                <a:lnTo>
                  <a:pt x="316801" y="387477"/>
                </a:lnTo>
                <a:lnTo>
                  <a:pt x="293370" y="416052"/>
                </a:lnTo>
                <a:lnTo>
                  <a:pt x="261937" y="451485"/>
                </a:lnTo>
                <a:lnTo>
                  <a:pt x="222504" y="493776"/>
                </a:lnTo>
                <a:lnTo>
                  <a:pt x="433432" y="493776"/>
                </a:lnTo>
                <a:lnTo>
                  <a:pt x="363474" y="503682"/>
                </a:lnTo>
                <a:lnTo>
                  <a:pt x="316563" y="511683"/>
                </a:lnTo>
                <a:lnTo>
                  <a:pt x="277368" y="519684"/>
                </a:lnTo>
                <a:lnTo>
                  <a:pt x="223456" y="534733"/>
                </a:lnTo>
                <a:lnTo>
                  <a:pt x="207287" y="541758"/>
                </a:lnTo>
                <a:lnTo>
                  <a:pt x="198120" y="548640"/>
                </a:lnTo>
                <a:close/>
              </a:path>
              <a:path w="565785" h="548639">
                <a:moveTo>
                  <a:pt x="91440" y="533399"/>
                </a:moveTo>
                <a:lnTo>
                  <a:pt x="77723" y="533399"/>
                </a:lnTo>
                <a:lnTo>
                  <a:pt x="70104" y="531876"/>
                </a:lnTo>
                <a:lnTo>
                  <a:pt x="59435" y="528828"/>
                </a:lnTo>
                <a:lnTo>
                  <a:pt x="50292" y="525780"/>
                </a:lnTo>
                <a:lnTo>
                  <a:pt x="45720" y="518160"/>
                </a:lnTo>
                <a:lnTo>
                  <a:pt x="45720" y="507492"/>
                </a:lnTo>
                <a:lnTo>
                  <a:pt x="46267" y="500919"/>
                </a:lnTo>
                <a:lnTo>
                  <a:pt x="47815" y="492633"/>
                </a:lnTo>
                <a:lnTo>
                  <a:pt x="50220" y="482631"/>
                </a:lnTo>
                <a:lnTo>
                  <a:pt x="56221" y="460033"/>
                </a:lnTo>
                <a:lnTo>
                  <a:pt x="58102" y="450151"/>
                </a:lnTo>
                <a:lnTo>
                  <a:pt x="59126" y="441126"/>
                </a:lnTo>
                <a:lnTo>
                  <a:pt x="59435" y="432816"/>
                </a:lnTo>
                <a:lnTo>
                  <a:pt x="58848" y="425219"/>
                </a:lnTo>
                <a:lnTo>
                  <a:pt x="32194" y="397764"/>
                </a:lnTo>
                <a:lnTo>
                  <a:pt x="3047" y="388620"/>
                </a:lnTo>
                <a:lnTo>
                  <a:pt x="3047" y="377952"/>
                </a:lnTo>
                <a:lnTo>
                  <a:pt x="37718" y="381381"/>
                </a:lnTo>
                <a:lnTo>
                  <a:pt x="48910" y="382238"/>
                </a:lnTo>
                <a:lnTo>
                  <a:pt x="56388" y="382524"/>
                </a:lnTo>
                <a:lnTo>
                  <a:pt x="102087" y="382524"/>
                </a:lnTo>
                <a:lnTo>
                  <a:pt x="99059" y="391668"/>
                </a:lnTo>
                <a:lnTo>
                  <a:pt x="95964" y="407384"/>
                </a:lnTo>
                <a:lnTo>
                  <a:pt x="93726" y="424815"/>
                </a:lnTo>
                <a:lnTo>
                  <a:pt x="92630" y="443960"/>
                </a:lnTo>
                <a:lnTo>
                  <a:pt x="92939" y="463296"/>
                </a:lnTo>
                <a:lnTo>
                  <a:pt x="93225" y="484822"/>
                </a:lnTo>
                <a:lnTo>
                  <a:pt x="93916" y="501396"/>
                </a:lnTo>
                <a:lnTo>
                  <a:pt x="94892" y="514540"/>
                </a:lnTo>
                <a:lnTo>
                  <a:pt x="96011" y="524256"/>
                </a:lnTo>
                <a:lnTo>
                  <a:pt x="96011" y="530352"/>
                </a:lnTo>
                <a:lnTo>
                  <a:pt x="91440" y="533399"/>
                </a:lnTo>
                <a:close/>
              </a:path>
              <a:path w="565785" h="548639">
                <a:moveTo>
                  <a:pt x="433432" y="493776"/>
                </a:moveTo>
                <a:lnTo>
                  <a:pt x="222504" y="493776"/>
                </a:lnTo>
                <a:lnTo>
                  <a:pt x="473964" y="477012"/>
                </a:lnTo>
                <a:lnTo>
                  <a:pt x="457914" y="455556"/>
                </a:lnTo>
                <a:lnTo>
                  <a:pt x="441579" y="434530"/>
                </a:lnTo>
                <a:lnTo>
                  <a:pt x="424672" y="413789"/>
                </a:lnTo>
                <a:lnTo>
                  <a:pt x="406908" y="393192"/>
                </a:lnTo>
                <a:lnTo>
                  <a:pt x="411480" y="385572"/>
                </a:lnTo>
                <a:lnTo>
                  <a:pt x="432054" y="400502"/>
                </a:lnTo>
                <a:lnTo>
                  <a:pt x="450342" y="413575"/>
                </a:lnTo>
                <a:lnTo>
                  <a:pt x="466344" y="425219"/>
                </a:lnTo>
                <a:lnTo>
                  <a:pt x="480060" y="435864"/>
                </a:lnTo>
                <a:lnTo>
                  <a:pt x="492061" y="445008"/>
                </a:lnTo>
                <a:lnTo>
                  <a:pt x="502920" y="454152"/>
                </a:lnTo>
                <a:lnTo>
                  <a:pt x="512635" y="463296"/>
                </a:lnTo>
                <a:lnTo>
                  <a:pt x="521208" y="472440"/>
                </a:lnTo>
                <a:lnTo>
                  <a:pt x="527446" y="481298"/>
                </a:lnTo>
                <a:lnTo>
                  <a:pt x="531151" y="487680"/>
                </a:lnTo>
                <a:lnTo>
                  <a:pt x="481584" y="487680"/>
                </a:lnTo>
                <a:lnTo>
                  <a:pt x="433432" y="493776"/>
                </a:lnTo>
                <a:close/>
              </a:path>
              <a:path w="565785" h="548639">
                <a:moveTo>
                  <a:pt x="516636" y="548640"/>
                </a:moveTo>
                <a:lnTo>
                  <a:pt x="510540" y="548640"/>
                </a:lnTo>
                <a:lnTo>
                  <a:pt x="505968" y="544068"/>
                </a:lnTo>
                <a:lnTo>
                  <a:pt x="502920" y="533399"/>
                </a:lnTo>
                <a:lnTo>
                  <a:pt x="498086" y="521970"/>
                </a:lnTo>
                <a:lnTo>
                  <a:pt x="492823" y="510540"/>
                </a:lnTo>
                <a:lnTo>
                  <a:pt x="487275" y="499110"/>
                </a:lnTo>
                <a:lnTo>
                  <a:pt x="481584" y="487680"/>
                </a:lnTo>
                <a:lnTo>
                  <a:pt x="531151" y="487680"/>
                </a:lnTo>
                <a:lnTo>
                  <a:pt x="532257" y="489585"/>
                </a:lnTo>
                <a:lnTo>
                  <a:pt x="535352" y="497300"/>
                </a:lnTo>
                <a:lnTo>
                  <a:pt x="536448" y="504444"/>
                </a:lnTo>
                <a:lnTo>
                  <a:pt x="535876" y="512183"/>
                </a:lnTo>
                <a:lnTo>
                  <a:pt x="534162" y="519493"/>
                </a:lnTo>
                <a:lnTo>
                  <a:pt x="531304" y="526518"/>
                </a:lnTo>
                <a:lnTo>
                  <a:pt x="527304" y="533399"/>
                </a:lnTo>
                <a:lnTo>
                  <a:pt x="519684" y="544068"/>
                </a:lnTo>
                <a:lnTo>
                  <a:pt x="516636" y="548640"/>
                </a:lnTo>
                <a:close/>
              </a:path>
            </a:pathLst>
          </a:custGeom>
          <a:solidFill>
            <a:srgbClr val="3333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1748027" y="2520696"/>
            <a:ext cx="135890" cy="135890"/>
          </a:xfrm>
          <a:custGeom>
            <a:avLst/>
            <a:gdLst/>
            <a:ahLst/>
            <a:cxnLst/>
            <a:rect l="l" t="t" r="r" b="b"/>
            <a:pathLst>
              <a:path w="135889" h="135889">
                <a:moveTo>
                  <a:pt x="135635" y="135635"/>
                </a:moveTo>
                <a:lnTo>
                  <a:pt x="0" y="135635"/>
                </a:lnTo>
                <a:lnTo>
                  <a:pt x="0" y="0"/>
                </a:lnTo>
                <a:lnTo>
                  <a:pt x="135635" y="0"/>
                </a:lnTo>
                <a:lnTo>
                  <a:pt x="135635" y="135635"/>
                </a:lnTo>
                <a:close/>
              </a:path>
            </a:pathLst>
          </a:custGeom>
          <a:solidFill>
            <a:srgbClr val="3333C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2119871" y="2351544"/>
            <a:ext cx="962025" cy="361315"/>
          </a:xfrm>
          <a:custGeom>
            <a:avLst/>
            <a:gdLst/>
            <a:ahLst/>
            <a:cxnLst/>
            <a:rect l="l" t="t" r="r" b="b"/>
            <a:pathLst>
              <a:path w="962025" h="361314">
                <a:moveTo>
                  <a:pt x="163068" y="187452"/>
                </a:moveTo>
                <a:lnTo>
                  <a:pt x="157353" y="182880"/>
                </a:lnTo>
                <a:lnTo>
                  <a:pt x="140208" y="169164"/>
                </a:lnTo>
                <a:lnTo>
                  <a:pt x="132588" y="178968"/>
                </a:lnTo>
                <a:lnTo>
                  <a:pt x="132588" y="192024"/>
                </a:lnTo>
                <a:lnTo>
                  <a:pt x="132588" y="286512"/>
                </a:lnTo>
                <a:lnTo>
                  <a:pt x="74676" y="286512"/>
                </a:lnTo>
                <a:lnTo>
                  <a:pt x="74676" y="192024"/>
                </a:lnTo>
                <a:lnTo>
                  <a:pt x="132588" y="192024"/>
                </a:lnTo>
                <a:lnTo>
                  <a:pt x="132588" y="178968"/>
                </a:lnTo>
                <a:lnTo>
                  <a:pt x="129540" y="182880"/>
                </a:lnTo>
                <a:lnTo>
                  <a:pt x="74676" y="182880"/>
                </a:lnTo>
                <a:lnTo>
                  <a:pt x="53340" y="169164"/>
                </a:lnTo>
                <a:lnTo>
                  <a:pt x="54216" y="192024"/>
                </a:lnTo>
                <a:lnTo>
                  <a:pt x="54673" y="213931"/>
                </a:lnTo>
                <a:lnTo>
                  <a:pt x="54813" y="229552"/>
                </a:lnTo>
                <a:lnTo>
                  <a:pt x="54711" y="289560"/>
                </a:lnTo>
                <a:lnTo>
                  <a:pt x="54584" y="297408"/>
                </a:lnTo>
                <a:lnTo>
                  <a:pt x="54229" y="314909"/>
                </a:lnTo>
                <a:lnTo>
                  <a:pt x="53340" y="338328"/>
                </a:lnTo>
                <a:lnTo>
                  <a:pt x="74676" y="329184"/>
                </a:lnTo>
                <a:lnTo>
                  <a:pt x="74676" y="295656"/>
                </a:lnTo>
                <a:lnTo>
                  <a:pt x="132588" y="295656"/>
                </a:lnTo>
                <a:lnTo>
                  <a:pt x="132588" y="323088"/>
                </a:lnTo>
                <a:lnTo>
                  <a:pt x="153924" y="313944"/>
                </a:lnTo>
                <a:lnTo>
                  <a:pt x="153657" y="295656"/>
                </a:lnTo>
                <a:lnTo>
                  <a:pt x="153466" y="286512"/>
                </a:lnTo>
                <a:lnTo>
                  <a:pt x="153174" y="272097"/>
                </a:lnTo>
                <a:lnTo>
                  <a:pt x="152641" y="238290"/>
                </a:lnTo>
                <a:lnTo>
                  <a:pt x="152400" y="196596"/>
                </a:lnTo>
                <a:lnTo>
                  <a:pt x="157734" y="192024"/>
                </a:lnTo>
                <a:lnTo>
                  <a:pt x="163068" y="187452"/>
                </a:lnTo>
                <a:close/>
              </a:path>
              <a:path w="962025" h="361314">
                <a:moveTo>
                  <a:pt x="256032" y="138684"/>
                </a:moveTo>
                <a:lnTo>
                  <a:pt x="228600" y="111252"/>
                </a:lnTo>
                <a:lnTo>
                  <a:pt x="210312" y="129540"/>
                </a:lnTo>
                <a:lnTo>
                  <a:pt x="94488" y="129540"/>
                </a:lnTo>
                <a:lnTo>
                  <a:pt x="108204" y="143256"/>
                </a:lnTo>
                <a:lnTo>
                  <a:pt x="115595" y="141249"/>
                </a:lnTo>
                <a:lnTo>
                  <a:pt x="123825" y="139827"/>
                </a:lnTo>
                <a:lnTo>
                  <a:pt x="132638" y="138963"/>
                </a:lnTo>
                <a:lnTo>
                  <a:pt x="141732" y="138684"/>
                </a:lnTo>
                <a:lnTo>
                  <a:pt x="256032" y="138684"/>
                </a:lnTo>
                <a:close/>
              </a:path>
              <a:path w="962025" h="361314">
                <a:moveTo>
                  <a:pt x="316992" y="182880"/>
                </a:moveTo>
                <a:lnTo>
                  <a:pt x="312928" y="179832"/>
                </a:lnTo>
                <a:lnTo>
                  <a:pt x="292608" y="164592"/>
                </a:lnTo>
                <a:lnTo>
                  <a:pt x="281940" y="179832"/>
                </a:lnTo>
                <a:lnTo>
                  <a:pt x="217932" y="179832"/>
                </a:lnTo>
                <a:lnTo>
                  <a:pt x="196596" y="166116"/>
                </a:lnTo>
                <a:lnTo>
                  <a:pt x="196824" y="182880"/>
                </a:lnTo>
                <a:lnTo>
                  <a:pt x="197358" y="204978"/>
                </a:lnTo>
                <a:lnTo>
                  <a:pt x="197891" y="229552"/>
                </a:lnTo>
                <a:lnTo>
                  <a:pt x="198081" y="252984"/>
                </a:lnTo>
                <a:lnTo>
                  <a:pt x="198005" y="272097"/>
                </a:lnTo>
                <a:lnTo>
                  <a:pt x="197891" y="286512"/>
                </a:lnTo>
                <a:lnTo>
                  <a:pt x="196837" y="338328"/>
                </a:lnTo>
                <a:lnTo>
                  <a:pt x="196596" y="361188"/>
                </a:lnTo>
                <a:lnTo>
                  <a:pt x="217932" y="350520"/>
                </a:lnTo>
                <a:lnTo>
                  <a:pt x="217932" y="188976"/>
                </a:lnTo>
                <a:lnTo>
                  <a:pt x="284988" y="188976"/>
                </a:lnTo>
                <a:lnTo>
                  <a:pt x="284899" y="292798"/>
                </a:lnTo>
                <a:lnTo>
                  <a:pt x="281952" y="298678"/>
                </a:lnTo>
                <a:lnTo>
                  <a:pt x="268325" y="298653"/>
                </a:lnTo>
                <a:lnTo>
                  <a:pt x="259461" y="298323"/>
                </a:lnTo>
                <a:lnTo>
                  <a:pt x="247751" y="297408"/>
                </a:lnTo>
                <a:lnTo>
                  <a:pt x="233172" y="295656"/>
                </a:lnTo>
                <a:lnTo>
                  <a:pt x="233172" y="301752"/>
                </a:lnTo>
                <a:lnTo>
                  <a:pt x="251180" y="307771"/>
                </a:lnTo>
                <a:lnTo>
                  <a:pt x="264033" y="314515"/>
                </a:lnTo>
                <a:lnTo>
                  <a:pt x="271754" y="322110"/>
                </a:lnTo>
                <a:lnTo>
                  <a:pt x="274320" y="330708"/>
                </a:lnTo>
                <a:lnTo>
                  <a:pt x="288086" y="322986"/>
                </a:lnTo>
                <a:lnTo>
                  <a:pt x="297561" y="313563"/>
                </a:lnTo>
                <a:lnTo>
                  <a:pt x="303047" y="302412"/>
                </a:lnTo>
                <a:lnTo>
                  <a:pt x="303555" y="298704"/>
                </a:lnTo>
                <a:lnTo>
                  <a:pt x="304800" y="289560"/>
                </a:lnTo>
                <a:lnTo>
                  <a:pt x="304800" y="193548"/>
                </a:lnTo>
                <a:lnTo>
                  <a:pt x="310032" y="188976"/>
                </a:lnTo>
                <a:lnTo>
                  <a:pt x="316992" y="182880"/>
                </a:lnTo>
                <a:close/>
              </a:path>
              <a:path w="962025" h="361314">
                <a:moveTo>
                  <a:pt x="361188" y="134112"/>
                </a:moveTo>
                <a:lnTo>
                  <a:pt x="305562" y="121348"/>
                </a:lnTo>
                <a:lnTo>
                  <a:pt x="259080" y="100584"/>
                </a:lnTo>
                <a:lnTo>
                  <a:pt x="218884" y="71056"/>
                </a:lnTo>
                <a:lnTo>
                  <a:pt x="188264" y="38100"/>
                </a:lnTo>
                <a:lnTo>
                  <a:pt x="184404" y="33528"/>
                </a:lnTo>
                <a:lnTo>
                  <a:pt x="199644" y="22860"/>
                </a:lnTo>
                <a:lnTo>
                  <a:pt x="167640" y="0"/>
                </a:lnTo>
                <a:lnTo>
                  <a:pt x="157060" y="22860"/>
                </a:lnTo>
                <a:lnTo>
                  <a:pt x="143446" y="45910"/>
                </a:lnTo>
                <a:lnTo>
                  <a:pt x="106680" y="92964"/>
                </a:lnTo>
                <a:lnTo>
                  <a:pt x="57912" y="135445"/>
                </a:lnTo>
                <a:lnTo>
                  <a:pt x="0" y="167640"/>
                </a:lnTo>
                <a:lnTo>
                  <a:pt x="3048" y="173736"/>
                </a:lnTo>
                <a:lnTo>
                  <a:pt x="61150" y="147066"/>
                </a:lnTo>
                <a:lnTo>
                  <a:pt x="106680" y="115824"/>
                </a:lnTo>
                <a:lnTo>
                  <a:pt x="144208" y="80391"/>
                </a:lnTo>
                <a:lnTo>
                  <a:pt x="178308" y="38100"/>
                </a:lnTo>
                <a:lnTo>
                  <a:pt x="192316" y="58686"/>
                </a:lnTo>
                <a:lnTo>
                  <a:pt x="222034" y="93599"/>
                </a:lnTo>
                <a:lnTo>
                  <a:pt x="256057" y="121894"/>
                </a:lnTo>
                <a:lnTo>
                  <a:pt x="300113" y="148704"/>
                </a:lnTo>
                <a:lnTo>
                  <a:pt x="326136" y="161544"/>
                </a:lnTo>
                <a:lnTo>
                  <a:pt x="331838" y="152628"/>
                </a:lnTo>
                <a:lnTo>
                  <a:pt x="339661" y="146304"/>
                </a:lnTo>
                <a:lnTo>
                  <a:pt x="349504" y="142252"/>
                </a:lnTo>
                <a:lnTo>
                  <a:pt x="361188" y="140208"/>
                </a:lnTo>
                <a:lnTo>
                  <a:pt x="361188" y="134112"/>
                </a:lnTo>
                <a:close/>
              </a:path>
              <a:path w="962025" h="361314">
                <a:moveTo>
                  <a:pt x="562368" y="31991"/>
                </a:moveTo>
                <a:lnTo>
                  <a:pt x="558558" y="28943"/>
                </a:lnTo>
                <a:lnTo>
                  <a:pt x="539508" y="13703"/>
                </a:lnTo>
                <a:lnTo>
                  <a:pt x="531888" y="24599"/>
                </a:lnTo>
                <a:lnTo>
                  <a:pt x="531888" y="38087"/>
                </a:lnTo>
                <a:lnTo>
                  <a:pt x="531888" y="82283"/>
                </a:lnTo>
                <a:lnTo>
                  <a:pt x="531888" y="91427"/>
                </a:lnTo>
                <a:lnTo>
                  <a:pt x="531888" y="134099"/>
                </a:lnTo>
                <a:lnTo>
                  <a:pt x="460260" y="134099"/>
                </a:lnTo>
                <a:lnTo>
                  <a:pt x="460260" y="91427"/>
                </a:lnTo>
                <a:lnTo>
                  <a:pt x="531888" y="91427"/>
                </a:lnTo>
                <a:lnTo>
                  <a:pt x="531888" y="82283"/>
                </a:lnTo>
                <a:lnTo>
                  <a:pt x="460260" y="82283"/>
                </a:lnTo>
                <a:lnTo>
                  <a:pt x="460260" y="38087"/>
                </a:lnTo>
                <a:lnTo>
                  <a:pt x="531888" y="38087"/>
                </a:lnTo>
                <a:lnTo>
                  <a:pt x="531888" y="24599"/>
                </a:lnTo>
                <a:lnTo>
                  <a:pt x="528840" y="28943"/>
                </a:lnTo>
                <a:lnTo>
                  <a:pt x="460260" y="28943"/>
                </a:lnTo>
                <a:lnTo>
                  <a:pt x="438924" y="16751"/>
                </a:lnTo>
                <a:lnTo>
                  <a:pt x="439801" y="33070"/>
                </a:lnTo>
                <a:lnTo>
                  <a:pt x="440258" y="50165"/>
                </a:lnTo>
                <a:lnTo>
                  <a:pt x="440359" y="61137"/>
                </a:lnTo>
                <a:lnTo>
                  <a:pt x="440258" y="124574"/>
                </a:lnTo>
                <a:lnTo>
                  <a:pt x="439801" y="142582"/>
                </a:lnTo>
                <a:lnTo>
                  <a:pt x="438924" y="160007"/>
                </a:lnTo>
                <a:lnTo>
                  <a:pt x="460260" y="152387"/>
                </a:lnTo>
                <a:lnTo>
                  <a:pt x="460260" y="143243"/>
                </a:lnTo>
                <a:lnTo>
                  <a:pt x="531888" y="143243"/>
                </a:lnTo>
                <a:lnTo>
                  <a:pt x="531888" y="156959"/>
                </a:lnTo>
                <a:lnTo>
                  <a:pt x="553224" y="146291"/>
                </a:lnTo>
                <a:lnTo>
                  <a:pt x="553186" y="143243"/>
                </a:lnTo>
                <a:lnTo>
                  <a:pt x="553072" y="134099"/>
                </a:lnTo>
                <a:lnTo>
                  <a:pt x="552932" y="124574"/>
                </a:lnTo>
                <a:lnTo>
                  <a:pt x="552602" y="109334"/>
                </a:lnTo>
                <a:lnTo>
                  <a:pt x="552246" y="91427"/>
                </a:lnTo>
                <a:lnTo>
                  <a:pt x="552081" y="82283"/>
                </a:lnTo>
                <a:lnTo>
                  <a:pt x="551929" y="74282"/>
                </a:lnTo>
                <a:lnTo>
                  <a:pt x="551700" y="41135"/>
                </a:lnTo>
                <a:lnTo>
                  <a:pt x="555256" y="38087"/>
                </a:lnTo>
                <a:lnTo>
                  <a:pt x="562368" y="31991"/>
                </a:lnTo>
                <a:close/>
              </a:path>
              <a:path w="962025" h="361314">
                <a:moveTo>
                  <a:pt x="676668" y="132575"/>
                </a:moveTo>
                <a:lnTo>
                  <a:pt x="641616" y="115811"/>
                </a:lnTo>
                <a:lnTo>
                  <a:pt x="642467" y="137248"/>
                </a:lnTo>
                <a:lnTo>
                  <a:pt x="642696" y="153911"/>
                </a:lnTo>
                <a:lnTo>
                  <a:pt x="641616" y="198107"/>
                </a:lnTo>
                <a:lnTo>
                  <a:pt x="629818" y="247192"/>
                </a:lnTo>
                <a:lnTo>
                  <a:pt x="596658" y="286880"/>
                </a:lnTo>
                <a:lnTo>
                  <a:pt x="557796" y="310883"/>
                </a:lnTo>
                <a:lnTo>
                  <a:pt x="560844" y="316979"/>
                </a:lnTo>
                <a:lnTo>
                  <a:pt x="598754" y="299643"/>
                </a:lnTo>
                <a:lnTo>
                  <a:pt x="636701" y="268312"/>
                </a:lnTo>
                <a:lnTo>
                  <a:pt x="656856" y="233159"/>
                </a:lnTo>
                <a:lnTo>
                  <a:pt x="663917" y="172948"/>
                </a:lnTo>
                <a:lnTo>
                  <a:pt x="664476" y="143243"/>
                </a:lnTo>
                <a:lnTo>
                  <a:pt x="676668" y="132575"/>
                </a:lnTo>
                <a:close/>
              </a:path>
              <a:path w="962025" h="361314">
                <a:moveTo>
                  <a:pt x="734580" y="286499"/>
                </a:moveTo>
                <a:lnTo>
                  <a:pt x="710196" y="252971"/>
                </a:lnTo>
                <a:lnTo>
                  <a:pt x="664476" y="230111"/>
                </a:lnTo>
                <a:lnTo>
                  <a:pt x="661428" y="234683"/>
                </a:lnTo>
                <a:lnTo>
                  <a:pt x="680046" y="250977"/>
                </a:lnTo>
                <a:lnTo>
                  <a:pt x="694956" y="265544"/>
                </a:lnTo>
                <a:lnTo>
                  <a:pt x="706424" y="278409"/>
                </a:lnTo>
                <a:lnTo>
                  <a:pt x="714768" y="289547"/>
                </a:lnTo>
                <a:lnTo>
                  <a:pt x="719340" y="300215"/>
                </a:lnTo>
                <a:lnTo>
                  <a:pt x="722388" y="304787"/>
                </a:lnTo>
                <a:lnTo>
                  <a:pt x="726960" y="304787"/>
                </a:lnTo>
                <a:lnTo>
                  <a:pt x="728484" y="303263"/>
                </a:lnTo>
                <a:lnTo>
                  <a:pt x="731532" y="297167"/>
                </a:lnTo>
                <a:lnTo>
                  <a:pt x="733056" y="291071"/>
                </a:lnTo>
                <a:lnTo>
                  <a:pt x="734580" y="286499"/>
                </a:lnTo>
                <a:close/>
              </a:path>
              <a:path w="962025" h="361314">
                <a:moveTo>
                  <a:pt x="746772" y="39611"/>
                </a:moveTo>
                <a:lnTo>
                  <a:pt x="722388" y="12179"/>
                </a:lnTo>
                <a:lnTo>
                  <a:pt x="704100" y="30467"/>
                </a:lnTo>
                <a:lnTo>
                  <a:pt x="569988" y="30467"/>
                </a:lnTo>
                <a:lnTo>
                  <a:pt x="583704" y="44183"/>
                </a:lnTo>
                <a:lnTo>
                  <a:pt x="592848" y="42189"/>
                </a:lnTo>
                <a:lnTo>
                  <a:pt x="601992" y="40754"/>
                </a:lnTo>
                <a:lnTo>
                  <a:pt x="611136" y="39903"/>
                </a:lnTo>
                <a:lnTo>
                  <a:pt x="620280" y="39611"/>
                </a:lnTo>
                <a:lnTo>
                  <a:pt x="638568" y="39611"/>
                </a:lnTo>
                <a:lnTo>
                  <a:pt x="638022" y="50088"/>
                </a:lnTo>
                <a:lnTo>
                  <a:pt x="636473" y="61137"/>
                </a:lnTo>
                <a:lnTo>
                  <a:pt x="634060" y="72402"/>
                </a:lnTo>
                <a:lnTo>
                  <a:pt x="630948" y="83807"/>
                </a:lnTo>
                <a:lnTo>
                  <a:pt x="611136" y="83807"/>
                </a:lnTo>
                <a:lnTo>
                  <a:pt x="589800" y="71615"/>
                </a:lnTo>
                <a:lnTo>
                  <a:pt x="590677" y="89623"/>
                </a:lnTo>
                <a:lnTo>
                  <a:pt x="591045" y="106006"/>
                </a:lnTo>
                <a:lnTo>
                  <a:pt x="591172" y="115811"/>
                </a:lnTo>
                <a:lnTo>
                  <a:pt x="591299" y="137248"/>
                </a:lnTo>
                <a:lnTo>
                  <a:pt x="591172" y="190487"/>
                </a:lnTo>
                <a:lnTo>
                  <a:pt x="591083" y="198107"/>
                </a:lnTo>
                <a:lnTo>
                  <a:pt x="590677" y="214782"/>
                </a:lnTo>
                <a:lnTo>
                  <a:pt x="589800" y="231635"/>
                </a:lnTo>
                <a:lnTo>
                  <a:pt x="611136" y="219443"/>
                </a:lnTo>
                <a:lnTo>
                  <a:pt x="611136" y="92951"/>
                </a:lnTo>
                <a:lnTo>
                  <a:pt x="701052" y="92951"/>
                </a:lnTo>
                <a:lnTo>
                  <a:pt x="701052" y="227063"/>
                </a:lnTo>
                <a:lnTo>
                  <a:pt x="722388" y="216395"/>
                </a:lnTo>
                <a:lnTo>
                  <a:pt x="720864" y="95999"/>
                </a:lnTo>
                <a:lnTo>
                  <a:pt x="724420" y="92951"/>
                </a:lnTo>
                <a:lnTo>
                  <a:pt x="731532" y="86855"/>
                </a:lnTo>
                <a:lnTo>
                  <a:pt x="727367" y="83807"/>
                </a:lnTo>
                <a:lnTo>
                  <a:pt x="708672" y="70091"/>
                </a:lnTo>
                <a:lnTo>
                  <a:pt x="698004" y="83807"/>
                </a:lnTo>
                <a:lnTo>
                  <a:pt x="638568" y="83807"/>
                </a:lnTo>
                <a:lnTo>
                  <a:pt x="647992" y="67475"/>
                </a:lnTo>
                <a:lnTo>
                  <a:pt x="655713" y="54851"/>
                </a:lnTo>
                <a:lnTo>
                  <a:pt x="661708" y="45669"/>
                </a:lnTo>
                <a:lnTo>
                  <a:pt x="666000" y="39611"/>
                </a:lnTo>
                <a:lnTo>
                  <a:pt x="746772" y="39611"/>
                </a:lnTo>
                <a:close/>
              </a:path>
              <a:path w="962025" h="361314">
                <a:moveTo>
                  <a:pt x="749820" y="316979"/>
                </a:moveTo>
                <a:lnTo>
                  <a:pt x="717245" y="319862"/>
                </a:lnTo>
                <a:lnTo>
                  <a:pt x="683526" y="321741"/>
                </a:lnTo>
                <a:lnTo>
                  <a:pt x="648665" y="322770"/>
                </a:lnTo>
                <a:lnTo>
                  <a:pt x="612660" y="323075"/>
                </a:lnTo>
                <a:lnTo>
                  <a:pt x="577799" y="322199"/>
                </a:lnTo>
                <a:lnTo>
                  <a:pt x="548652" y="319455"/>
                </a:lnTo>
                <a:lnTo>
                  <a:pt x="525221" y="314718"/>
                </a:lnTo>
                <a:lnTo>
                  <a:pt x="507504" y="307835"/>
                </a:lnTo>
                <a:lnTo>
                  <a:pt x="507504" y="301739"/>
                </a:lnTo>
                <a:lnTo>
                  <a:pt x="507504" y="248399"/>
                </a:lnTo>
                <a:lnTo>
                  <a:pt x="576084" y="248399"/>
                </a:lnTo>
                <a:lnTo>
                  <a:pt x="568007" y="239255"/>
                </a:lnTo>
                <a:lnTo>
                  <a:pt x="553224" y="222491"/>
                </a:lnTo>
                <a:lnTo>
                  <a:pt x="536460" y="239255"/>
                </a:lnTo>
                <a:lnTo>
                  <a:pt x="507504" y="239255"/>
                </a:lnTo>
                <a:lnTo>
                  <a:pt x="507504" y="185915"/>
                </a:lnTo>
                <a:lnTo>
                  <a:pt x="582180" y="185915"/>
                </a:lnTo>
                <a:lnTo>
                  <a:pt x="557796" y="158483"/>
                </a:lnTo>
                <a:lnTo>
                  <a:pt x="539508" y="176771"/>
                </a:lnTo>
                <a:lnTo>
                  <a:pt x="405396" y="176771"/>
                </a:lnTo>
                <a:lnTo>
                  <a:pt x="419112" y="190487"/>
                </a:lnTo>
                <a:lnTo>
                  <a:pt x="427393" y="188493"/>
                </a:lnTo>
                <a:lnTo>
                  <a:pt x="436257" y="187058"/>
                </a:lnTo>
                <a:lnTo>
                  <a:pt x="445681" y="186207"/>
                </a:lnTo>
                <a:lnTo>
                  <a:pt x="455688" y="185915"/>
                </a:lnTo>
                <a:lnTo>
                  <a:pt x="487692" y="185915"/>
                </a:lnTo>
                <a:lnTo>
                  <a:pt x="487692" y="301739"/>
                </a:lnTo>
                <a:lnTo>
                  <a:pt x="475449" y="293433"/>
                </a:lnTo>
                <a:lnTo>
                  <a:pt x="445020" y="263639"/>
                </a:lnTo>
                <a:lnTo>
                  <a:pt x="457873" y="221208"/>
                </a:lnTo>
                <a:lnTo>
                  <a:pt x="463308" y="216395"/>
                </a:lnTo>
                <a:lnTo>
                  <a:pt x="432828" y="201155"/>
                </a:lnTo>
                <a:lnTo>
                  <a:pt x="425538" y="257733"/>
                </a:lnTo>
                <a:lnTo>
                  <a:pt x="415493" y="300012"/>
                </a:lnTo>
                <a:lnTo>
                  <a:pt x="401777" y="338251"/>
                </a:lnTo>
                <a:lnTo>
                  <a:pt x="393204" y="355079"/>
                </a:lnTo>
                <a:lnTo>
                  <a:pt x="397776" y="358127"/>
                </a:lnTo>
                <a:lnTo>
                  <a:pt x="410032" y="341579"/>
                </a:lnTo>
                <a:lnTo>
                  <a:pt x="421589" y="321741"/>
                </a:lnTo>
                <a:lnTo>
                  <a:pt x="432269" y="298767"/>
                </a:lnTo>
                <a:lnTo>
                  <a:pt x="441972" y="272783"/>
                </a:lnTo>
                <a:lnTo>
                  <a:pt x="454279" y="288531"/>
                </a:lnTo>
                <a:lnTo>
                  <a:pt x="489216" y="320027"/>
                </a:lnTo>
                <a:lnTo>
                  <a:pt x="533146" y="336753"/>
                </a:lnTo>
                <a:lnTo>
                  <a:pt x="576846" y="344246"/>
                </a:lnTo>
                <a:lnTo>
                  <a:pt x="661428" y="347154"/>
                </a:lnTo>
                <a:lnTo>
                  <a:pt x="720864" y="347459"/>
                </a:lnTo>
                <a:lnTo>
                  <a:pt x="722591" y="340652"/>
                </a:lnTo>
                <a:lnTo>
                  <a:pt x="727913" y="334124"/>
                </a:lnTo>
                <a:lnTo>
                  <a:pt x="736930" y="328180"/>
                </a:lnTo>
                <a:lnTo>
                  <a:pt x="749820" y="323075"/>
                </a:lnTo>
                <a:lnTo>
                  <a:pt x="749820" y="316979"/>
                </a:lnTo>
                <a:close/>
              </a:path>
              <a:path w="962025" h="361314">
                <a:moveTo>
                  <a:pt x="961656" y="237731"/>
                </a:moveTo>
                <a:lnTo>
                  <a:pt x="946416" y="190487"/>
                </a:lnTo>
                <a:lnTo>
                  <a:pt x="940320" y="185915"/>
                </a:lnTo>
                <a:lnTo>
                  <a:pt x="935748" y="179819"/>
                </a:lnTo>
                <a:lnTo>
                  <a:pt x="928128" y="175247"/>
                </a:lnTo>
                <a:lnTo>
                  <a:pt x="922032" y="172199"/>
                </a:lnTo>
                <a:lnTo>
                  <a:pt x="914412" y="169151"/>
                </a:lnTo>
                <a:lnTo>
                  <a:pt x="902220" y="166103"/>
                </a:lnTo>
                <a:lnTo>
                  <a:pt x="902220" y="164579"/>
                </a:lnTo>
                <a:lnTo>
                  <a:pt x="940320" y="141719"/>
                </a:lnTo>
                <a:lnTo>
                  <a:pt x="955560" y="100571"/>
                </a:lnTo>
                <a:lnTo>
                  <a:pt x="955027" y="91960"/>
                </a:lnTo>
                <a:lnTo>
                  <a:pt x="935951" y="52095"/>
                </a:lnTo>
                <a:lnTo>
                  <a:pt x="896353" y="33921"/>
                </a:lnTo>
                <a:lnTo>
                  <a:pt x="870216" y="31991"/>
                </a:lnTo>
                <a:lnTo>
                  <a:pt x="860132" y="32283"/>
                </a:lnTo>
                <a:lnTo>
                  <a:pt x="810590" y="42659"/>
                </a:lnTo>
                <a:lnTo>
                  <a:pt x="795540" y="48755"/>
                </a:lnTo>
                <a:lnTo>
                  <a:pt x="795540" y="89903"/>
                </a:lnTo>
                <a:lnTo>
                  <a:pt x="798588" y="89903"/>
                </a:lnTo>
                <a:lnTo>
                  <a:pt x="801636" y="86855"/>
                </a:lnTo>
                <a:lnTo>
                  <a:pt x="806208" y="83807"/>
                </a:lnTo>
                <a:lnTo>
                  <a:pt x="810780" y="82283"/>
                </a:lnTo>
                <a:lnTo>
                  <a:pt x="819924" y="76187"/>
                </a:lnTo>
                <a:lnTo>
                  <a:pt x="826020" y="73139"/>
                </a:lnTo>
                <a:lnTo>
                  <a:pt x="832116" y="71615"/>
                </a:lnTo>
                <a:lnTo>
                  <a:pt x="839736" y="68567"/>
                </a:lnTo>
                <a:lnTo>
                  <a:pt x="845832" y="67043"/>
                </a:lnTo>
                <a:lnTo>
                  <a:pt x="853452" y="65519"/>
                </a:lnTo>
                <a:lnTo>
                  <a:pt x="859548" y="63995"/>
                </a:lnTo>
                <a:lnTo>
                  <a:pt x="867168" y="63995"/>
                </a:lnTo>
                <a:lnTo>
                  <a:pt x="873264" y="63995"/>
                </a:lnTo>
                <a:lnTo>
                  <a:pt x="897648" y="70091"/>
                </a:lnTo>
                <a:lnTo>
                  <a:pt x="906792" y="76187"/>
                </a:lnTo>
                <a:lnTo>
                  <a:pt x="912888" y="85331"/>
                </a:lnTo>
                <a:lnTo>
                  <a:pt x="915936" y="91427"/>
                </a:lnTo>
                <a:lnTo>
                  <a:pt x="917460" y="97523"/>
                </a:lnTo>
                <a:lnTo>
                  <a:pt x="917460" y="103619"/>
                </a:lnTo>
                <a:lnTo>
                  <a:pt x="900696" y="140195"/>
                </a:lnTo>
                <a:lnTo>
                  <a:pt x="858024" y="152387"/>
                </a:lnTo>
                <a:lnTo>
                  <a:pt x="845832" y="152387"/>
                </a:lnTo>
                <a:lnTo>
                  <a:pt x="845832" y="184391"/>
                </a:lnTo>
                <a:lnTo>
                  <a:pt x="879360" y="184391"/>
                </a:lnTo>
                <a:lnTo>
                  <a:pt x="885456" y="185915"/>
                </a:lnTo>
                <a:lnTo>
                  <a:pt x="893076" y="187439"/>
                </a:lnTo>
                <a:lnTo>
                  <a:pt x="905268" y="193535"/>
                </a:lnTo>
                <a:lnTo>
                  <a:pt x="914412" y="202679"/>
                </a:lnTo>
                <a:lnTo>
                  <a:pt x="917460" y="210299"/>
                </a:lnTo>
                <a:lnTo>
                  <a:pt x="920508" y="216395"/>
                </a:lnTo>
                <a:lnTo>
                  <a:pt x="922032" y="225539"/>
                </a:lnTo>
                <a:lnTo>
                  <a:pt x="922032" y="234683"/>
                </a:lnTo>
                <a:lnTo>
                  <a:pt x="921740" y="242379"/>
                </a:lnTo>
                <a:lnTo>
                  <a:pt x="920889" y="249351"/>
                </a:lnTo>
                <a:lnTo>
                  <a:pt x="919454" y="255473"/>
                </a:lnTo>
                <a:lnTo>
                  <a:pt x="917460" y="260591"/>
                </a:lnTo>
                <a:lnTo>
                  <a:pt x="915936" y="268211"/>
                </a:lnTo>
                <a:lnTo>
                  <a:pt x="911364" y="274307"/>
                </a:lnTo>
                <a:lnTo>
                  <a:pt x="900696" y="284975"/>
                </a:lnTo>
                <a:lnTo>
                  <a:pt x="894600" y="289547"/>
                </a:lnTo>
                <a:lnTo>
                  <a:pt x="886980" y="291071"/>
                </a:lnTo>
                <a:lnTo>
                  <a:pt x="879360" y="294119"/>
                </a:lnTo>
                <a:lnTo>
                  <a:pt x="871740" y="295643"/>
                </a:lnTo>
                <a:lnTo>
                  <a:pt x="864120" y="295643"/>
                </a:lnTo>
                <a:lnTo>
                  <a:pt x="813257" y="282816"/>
                </a:lnTo>
                <a:lnTo>
                  <a:pt x="790968" y="269735"/>
                </a:lnTo>
                <a:lnTo>
                  <a:pt x="787920" y="269735"/>
                </a:lnTo>
                <a:lnTo>
                  <a:pt x="787920" y="310883"/>
                </a:lnTo>
                <a:lnTo>
                  <a:pt x="795324" y="314299"/>
                </a:lnTo>
                <a:lnTo>
                  <a:pt x="833488" y="325081"/>
                </a:lnTo>
                <a:lnTo>
                  <a:pt x="865644" y="327647"/>
                </a:lnTo>
                <a:lnTo>
                  <a:pt x="876757" y="327342"/>
                </a:lnTo>
                <a:lnTo>
                  <a:pt x="914095" y="317817"/>
                </a:lnTo>
                <a:lnTo>
                  <a:pt x="946035" y="288404"/>
                </a:lnTo>
                <a:lnTo>
                  <a:pt x="961097" y="246862"/>
                </a:lnTo>
                <a:lnTo>
                  <a:pt x="961656" y="23773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3357359" y="2351531"/>
            <a:ext cx="2152015" cy="363220"/>
          </a:xfrm>
          <a:custGeom>
            <a:avLst/>
            <a:gdLst/>
            <a:ahLst/>
            <a:cxnLst/>
            <a:rect l="l" t="t" r="r" b="b"/>
            <a:pathLst>
              <a:path w="2152015" h="363219">
                <a:moveTo>
                  <a:pt x="230124" y="179832"/>
                </a:moveTo>
                <a:lnTo>
                  <a:pt x="126492" y="179832"/>
                </a:lnTo>
                <a:lnTo>
                  <a:pt x="126492" y="211836"/>
                </a:lnTo>
                <a:lnTo>
                  <a:pt x="192024" y="211836"/>
                </a:lnTo>
                <a:lnTo>
                  <a:pt x="192024" y="286512"/>
                </a:lnTo>
                <a:lnTo>
                  <a:pt x="148590" y="294703"/>
                </a:lnTo>
                <a:lnTo>
                  <a:pt x="132588" y="295656"/>
                </a:lnTo>
                <a:lnTo>
                  <a:pt x="122351" y="295109"/>
                </a:lnTo>
                <a:lnTo>
                  <a:pt x="85902" y="283184"/>
                </a:lnTo>
                <a:lnTo>
                  <a:pt x="53911" y="248031"/>
                </a:lnTo>
                <a:lnTo>
                  <a:pt x="40195" y="205740"/>
                </a:lnTo>
                <a:lnTo>
                  <a:pt x="38100" y="178308"/>
                </a:lnTo>
                <a:lnTo>
                  <a:pt x="39801" y="154305"/>
                </a:lnTo>
                <a:lnTo>
                  <a:pt x="52895" y="113157"/>
                </a:lnTo>
                <a:lnTo>
                  <a:pt x="77711" y="82257"/>
                </a:lnTo>
                <a:lnTo>
                  <a:pt x="131064" y="65532"/>
                </a:lnTo>
                <a:lnTo>
                  <a:pt x="139065" y="65798"/>
                </a:lnTo>
                <a:lnTo>
                  <a:pt x="176593" y="73342"/>
                </a:lnTo>
                <a:lnTo>
                  <a:pt x="188976" y="79248"/>
                </a:lnTo>
                <a:lnTo>
                  <a:pt x="198120" y="82296"/>
                </a:lnTo>
                <a:lnTo>
                  <a:pt x="205740" y="86868"/>
                </a:lnTo>
                <a:lnTo>
                  <a:pt x="210312" y="89916"/>
                </a:lnTo>
                <a:lnTo>
                  <a:pt x="214884" y="94488"/>
                </a:lnTo>
                <a:lnTo>
                  <a:pt x="220980" y="99060"/>
                </a:lnTo>
                <a:lnTo>
                  <a:pt x="225552" y="102108"/>
                </a:lnTo>
                <a:lnTo>
                  <a:pt x="228600" y="102108"/>
                </a:lnTo>
                <a:lnTo>
                  <a:pt x="228600" y="56388"/>
                </a:lnTo>
                <a:lnTo>
                  <a:pt x="224028" y="54864"/>
                </a:lnTo>
                <a:lnTo>
                  <a:pt x="208788" y="48768"/>
                </a:lnTo>
                <a:lnTo>
                  <a:pt x="201168" y="44196"/>
                </a:lnTo>
                <a:lnTo>
                  <a:pt x="193548" y="42672"/>
                </a:lnTo>
                <a:lnTo>
                  <a:pt x="187452" y="39624"/>
                </a:lnTo>
                <a:lnTo>
                  <a:pt x="172212" y="36576"/>
                </a:lnTo>
                <a:lnTo>
                  <a:pt x="149352" y="32956"/>
                </a:lnTo>
                <a:lnTo>
                  <a:pt x="142494" y="32270"/>
                </a:lnTo>
                <a:lnTo>
                  <a:pt x="135636" y="32004"/>
                </a:lnTo>
                <a:lnTo>
                  <a:pt x="120192" y="32816"/>
                </a:lnTo>
                <a:lnTo>
                  <a:pt x="79248" y="42672"/>
                </a:lnTo>
                <a:lnTo>
                  <a:pt x="46037" y="62826"/>
                </a:lnTo>
                <a:lnTo>
                  <a:pt x="20574" y="92202"/>
                </a:lnTo>
                <a:lnTo>
                  <a:pt x="5143" y="131622"/>
                </a:lnTo>
                <a:lnTo>
                  <a:pt x="0" y="179832"/>
                </a:lnTo>
                <a:lnTo>
                  <a:pt x="571" y="197548"/>
                </a:lnTo>
                <a:lnTo>
                  <a:pt x="9144" y="243840"/>
                </a:lnTo>
                <a:lnTo>
                  <a:pt x="28003" y="281139"/>
                </a:lnTo>
                <a:lnTo>
                  <a:pt x="56197" y="307086"/>
                </a:lnTo>
                <a:lnTo>
                  <a:pt x="92113" y="322516"/>
                </a:lnTo>
                <a:lnTo>
                  <a:pt x="134112" y="327660"/>
                </a:lnTo>
                <a:lnTo>
                  <a:pt x="148971" y="327469"/>
                </a:lnTo>
                <a:lnTo>
                  <a:pt x="155549" y="327025"/>
                </a:lnTo>
                <a:lnTo>
                  <a:pt x="161544" y="326136"/>
                </a:lnTo>
                <a:lnTo>
                  <a:pt x="180619" y="321424"/>
                </a:lnTo>
                <a:lnTo>
                  <a:pt x="187452" y="320040"/>
                </a:lnTo>
                <a:lnTo>
                  <a:pt x="195072" y="316992"/>
                </a:lnTo>
                <a:lnTo>
                  <a:pt x="202692" y="315468"/>
                </a:lnTo>
                <a:lnTo>
                  <a:pt x="210312" y="310896"/>
                </a:lnTo>
                <a:lnTo>
                  <a:pt x="217932" y="307848"/>
                </a:lnTo>
                <a:lnTo>
                  <a:pt x="224028" y="304800"/>
                </a:lnTo>
                <a:lnTo>
                  <a:pt x="230124" y="303276"/>
                </a:lnTo>
                <a:lnTo>
                  <a:pt x="230124" y="179832"/>
                </a:lnTo>
                <a:close/>
              </a:path>
              <a:path w="2152015" h="363219">
                <a:moveTo>
                  <a:pt x="373380" y="179844"/>
                </a:moveTo>
                <a:lnTo>
                  <a:pt x="265188" y="179844"/>
                </a:lnTo>
                <a:lnTo>
                  <a:pt x="265188" y="214884"/>
                </a:lnTo>
                <a:lnTo>
                  <a:pt x="373380" y="214884"/>
                </a:lnTo>
                <a:lnTo>
                  <a:pt x="373380" y="179844"/>
                </a:lnTo>
                <a:close/>
              </a:path>
              <a:path w="2152015" h="363219">
                <a:moveTo>
                  <a:pt x="597420" y="240792"/>
                </a:moveTo>
                <a:lnTo>
                  <a:pt x="583704" y="196596"/>
                </a:lnTo>
                <a:lnTo>
                  <a:pt x="541032" y="169164"/>
                </a:lnTo>
                <a:lnTo>
                  <a:pt x="534784" y="167767"/>
                </a:lnTo>
                <a:lnTo>
                  <a:pt x="527697" y="165925"/>
                </a:lnTo>
                <a:lnTo>
                  <a:pt x="512076" y="161544"/>
                </a:lnTo>
                <a:lnTo>
                  <a:pt x="488492" y="155981"/>
                </a:lnTo>
                <a:lnTo>
                  <a:pt x="473024" y="151333"/>
                </a:lnTo>
                <a:lnTo>
                  <a:pt x="445592" y="118325"/>
                </a:lnTo>
                <a:lnTo>
                  <a:pt x="445020" y="109728"/>
                </a:lnTo>
                <a:lnTo>
                  <a:pt x="445922" y="100012"/>
                </a:lnTo>
                <a:lnTo>
                  <a:pt x="480263" y="68199"/>
                </a:lnTo>
                <a:lnTo>
                  <a:pt x="504456" y="65532"/>
                </a:lnTo>
                <a:lnTo>
                  <a:pt x="515645" y="66103"/>
                </a:lnTo>
                <a:lnTo>
                  <a:pt x="558622" y="79514"/>
                </a:lnTo>
                <a:lnTo>
                  <a:pt x="583704" y="96012"/>
                </a:lnTo>
                <a:lnTo>
                  <a:pt x="585228" y="96012"/>
                </a:lnTo>
                <a:lnTo>
                  <a:pt x="585228" y="50292"/>
                </a:lnTo>
                <a:lnTo>
                  <a:pt x="576694" y="46012"/>
                </a:lnTo>
                <a:lnTo>
                  <a:pt x="535698" y="34582"/>
                </a:lnTo>
                <a:lnTo>
                  <a:pt x="501408" y="32004"/>
                </a:lnTo>
                <a:lnTo>
                  <a:pt x="481685" y="33464"/>
                </a:lnTo>
                <a:lnTo>
                  <a:pt x="432828" y="56388"/>
                </a:lnTo>
                <a:lnTo>
                  <a:pt x="407111" y="97751"/>
                </a:lnTo>
                <a:lnTo>
                  <a:pt x="405396" y="114300"/>
                </a:lnTo>
                <a:lnTo>
                  <a:pt x="405676" y="122047"/>
                </a:lnTo>
                <a:lnTo>
                  <a:pt x="417588" y="158496"/>
                </a:lnTo>
                <a:lnTo>
                  <a:pt x="423684" y="164592"/>
                </a:lnTo>
                <a:lnTo>
                  <a:pt x="428510" y="169786"/>
                </a:lnTo>
                <a:lnTo>
                  <a:pt x="470928" y="190500"/>
                </a:lnTo>
                <a:lnTo>
                  <a:pt x="498360" y="196596"/>
                </a:lnTo>
                <a:lnTo>
                  <a:pt x="504088" y="198653"/>
                </a:lnTo>
                <a:lnTo>
                  <a:pt x="544385" y="214299"/>
                </a:lnTo>
                <a:lnTo>
                  <a:pt x="557796" y="246888"/>
                </a:lnTo>
                <a:lnTo>
                  <a:pt x="556666" y="257517"/>
                </a:lnTo>
                <a:lnTo>
                  <a:pt x="532142" y="287705"/>
                </a:lnTo>
                <a:lnTo>
                  <a:pt x="493788" y="294132"/>
                </a:lnTo>
                <a:lnTo>
                  <a:pt x="483209" y="293560"/>
                </a:lnTo>
                <a:lnTo>
                  <a:pt x="436892" y="279844"/>
                </a:lnTo>
                <a:lnTo>
                  <a:pt x="405396" y="257556"/>
                </a:lnTo>
                <a:lnTo>
                  <a:pt x="403872" y="257556"/>
                </a:lnTo>
                <a:lnTo>
                  <a:pt x="403872" y="304800"/>
                </a:lnTo>
                <a:lnTo>
                  <a:pt x="413270" y="309359"/>
                </a:lnTo>
                <a:lnTo>
                  <a:pt x="455256" y="324446"/>
                </a:lnTo>
                <a:lnTo>
                  <a:pt x="496836" y="327660"/>
                </a:lnTo>
                <a:lnTo>
                  <a:pt x="509066" y="327139"/>
                </a:lnTo>
                <a:lnTo>
                  <a:pt x="548360" y="317614"/>
                </a:lnTo>
                <a:lnTo>
                  <a:pt x="581799" y="289179"/>
                </a:lnTo>
                <a:lnTo>
                  <a:pt x="596861" y="249682"/>
                </a:lnTo>
                <a:lnTo>
                  <a:pt x="597420" y="240792"/>
                </a:lnTo>
                <a:close/>
              </a:path>
              <a:path w="2152015" h="363219">
                <a:moveTo>
                  <a:pt x="813816" y="56388"/>
                </a:moveTo>
                <a:lnTo>
                  <a:pt x="805688" y="47244"/>
                </a:lnTo>
                <a:lnTo>
                  <a:pt x="789432" y="28956"/>
                </a:lnTo>
                <a:lnTo>
                  <a:pt x="771144" y="47244"/>
                </a:lnTo>
                <a:lnTo>
                  <a:pt x="704088" y="47244"/>
                </a:lnTo>
                <a:lnTo>
                  <a:pt x="710184" y="38100"/>
                </a:lnTo>
                <a:lnTo>
                  <a:pt x="714756" y="30480"/>
                </a:lnTo>
                <a:lnTo>
                  <a:pt x="722376" y="22860"/>
                </a:lnTo>
                <a:lnTo>
                  <a:pt x="726948" y="19812"/>
                </a:lnTo>
                <a:lnTo>
                  <a:pt x="733044" y="16764"/>
                </a:lnTo>
                <a:lnTo>
                  <a:pt x="702564" y="0"/>
                </a:lnTo>
                <a:lnTo>
                  <a:pt x="682942" y="47815"/>
                </a:lnTo>
                <a:lnTo>
                  <a:pt x="655612" y="92760"/>
                </a:lnTo>
                <a:lnTo>
                  <a:pt x="632460" y="120396"/>
                </a:lnTo>
                <a:lnTo>
                  <a:pt x="635508" y="124968"/>
                </a:lnTo>
                <a:lnTo>
                  <a:pt x="670560" y="94488"/>
                </a:lnTo>
                <a:lnTo>
                  <a:pt x="699516" y="56388"/>
                </a:lnTo>
                <a:lnTo>
                  <a:pt x="725424" y="56388"/>
                </a:lnTo>
                <a:lnTo>
                  <a:pt x="742188" y="86868"/>
                </a:lnTo>
                <a:lnTo>
                  <a:pt x="742188" y="91440"/>
                </a:lnTo>
                <a:lnTo>
                  <a:pt x="743712" y="94488"/>
                </a:lnTo>
                <a:lnTo>
                  <a:pt x="745236" y="99060"/>
                </a:lnTo>
                <a:lnTo>
                  <a:pt x="746760" y="100584"/>
                </a:lnTo>
                <a:lnTo>
                  <a:pt x="751332" y="100584"/>
                </a:lnTo>
                <a:lnTo>
                  <a:pt x="757428" y="97536"/>
                </a:lnTo>
                <a:lnTo>
                  <a:pt x="758952" y="96012"/>
                </a:lnTo>
                <a:lnTo>
                  <a:pt x="762000" y="91440"/>
                </a:lnTo>
                <a:lnTo>
                  <a:pt x="765048" y="83820"/>
                </a:lnTo>
                <a:lnTo>
                  <a:pt x="764171" y="77825"/>
                </a:lnTo>
                <a:lnTo>
                  <a:pt x="759142" y="71247"/>
                </a:lnTo>
                <a:lnTo>
                  <a:pt x="749833" y="64109"/>
                </a:lnTo>
                <a:lnTo>
                  <a:pt x="736092" y="56388"/>
                </a:lnTo>
                <a:lnTo>
                  <a:pt x="813816" y="56388"/>
                </a:lnTo>
                <a:close/>
              </a:path>
              <a:path w="2152015" h="363219">
                <a:moveTo>
                  <a:pt x="973848" y="57912"/>
                </a:moveTo>
                <a:lnTo>
                  <a:pt x="965771" y="48768"/>
                </a:lnTo>
                <a:lnTo>
                  <a:pt x="950988" y="32004"/>
                </a:lnTo>
                <a:lnTo>
                  <a:pt x="932700" y="48768"/>
                </a:lnTo>
                <a:lnTo>
                  <a:pt x="848868" y="48768"/>
                </a:lnTo>
                <a:lnTo>
                  <a:pt x="862584" y="30480"/>
                </a:lnTo>
                <a:lnTo>
                  <a:pt x="873252" y="19812"/>
                </a:lnTo>
                <a:lnTo>
                  <a:pt x="877824" y="19812"/>
                </a:lnTo>
                <a:lnTo>
                  <a:pt x="850392" y="1524"/>
                </a:lnTo>
                <a:lnTo>
                  <a:pt x="833628" y="42672"/>
                </a:lnTo>
                <a:lnTo>
                  <a:pt x="807707" y="85534"/>
                </a:lnTo>
                <a:lnTo>
                  <a:pt x="798576" y="97536"/>
                </a:lnTo>
                <a:lnTo>
                  <a:pt x="803148" y="100584"/>
                </a:lnTo>
                <a:lnTo>
                  <a:pt x="808850" y="95758"/>
                </a:lnTo>
                <a:lnTo>
                  <a:pt x="814387" y="90487"/>
                </a:lnTo>
                <a:lnTo>
                  <a:pt x="819658" y="84950"/>
                </a:lnTo>
                <a:lnTo>
                  <a:pt x="829297" y="73558"/>
                </a:lnTo>
                <a:lnTo>
                  <a:pt x="834390" y="68008"/>
                </a:lnTo>
                <a:lnTo>
                  <a:pt x="839495" y="62750"/>
                </a:lnTo>
                <a:lnTo>
                  <a:pt x="844296" y="57912"/>
                </a:lnTo>
                <a:lnTo>
                  <a:pt x="880872" y="57912"/>
                </a:lnTo>
                <a:lnTo>
                  <a:pt x="905256" y="85344"/>
                </a:lnTo>
                <a:lnTo>
                  <a:pt x="914400" y="99060"/>
                </a:lnTo>
                <a:lnTo>
                  <a:pt x="915924" y="102108"/>
                </a:lnTo>
                <a:lnTo>
                  <a:pt x="918972" y="102108"/>
                </a:lnTo>
                <a:lnTo>
                  <a:pt x="922020" y="100584"/>
                </a:lnTo>
                <a:lnTo>
                  <a:pt x="928116" y="94488"/>
                </a:lnTo>
                <a:lnTo>
                  <a:pt x="931164" y="88392"/>
                </a:lnTo>
                <a:lnTo>
                  <a:pt x="931164" y="80772"/>
                </a:lnTo>
                <a:lnTo>
                  <a:pt x="928624" y="75057"/>
                </a:lnTo>
                <a:lnTo>
                  <a:pt x="921067" y="69342"/>
                </a:lnTo>
                <a:lnTo>
                  <a:pt x="908672" y="63627"/>
                </a:lnTo>
                <a:lnTo>
                  <a:pt x="891540" y="57912"/>
                </a:lnTo>
                <a:lnTo>
                  <a:pt x="973848" y="57912"/>
                </a:lnTo>
                <a:close/>
              </a:path>
              <a:path w="2152015" h="363219">
                <a:moveTo>
                  <a:pt x="979932" y="283464"/>
                </a:moveTo>
                <a:lnTo>
                  <a:pt x="971270" y="274320"/>
                </a:lnTo>
                <a:lnTo>
                  <a:pt x="952512" y="254508"/>
                </a:lnTo>
                <a:lnTo>
                  <a:pt x="931164" y="274320"/>
                </a:lnTo>
                <a:lnTo>
                  <a:pt x="861060" y="274320"/>
                </a:lnTo>
                <a:lnTo>
                  <a:pt x="861060" y="228600"/>
                </a:lnTo>
                <a:lnTo>
                  <a:pt x="883920" y="228600"/>
                </a:lnTo>
                <a:lnTo>
                  <a:pt x="883920" y="243840"/>
                </a:lnTo>
                <a:lnTo>
                  <a:pt x="906780" y="234696"/>
                </a:lnTo>
                <a:lnTo>
                  <a:pt x="906665" y="228600"/>
                </a:lnTo>
                <a:lnTo>
                  <a:pt x="906551" y="222084"/>
                </a:lnTo>
                <a:lnTo>
                  <a:pt x="906424" y="219456"/>
                </a:lnTo>
                <a:lnTo>
                  <a:pt x="906018" y="211455"/>
                </a:lnTo>
                <a:lnTo>
                  <a:pt x="905497" y="202552"/>
                </a:lnTo>
                <a:lnTo>
                  <a:pt x="905256" y="195072"/>
                </a:lnTo>
                <a:lnTo>
                  <a:pt x="905256" y="115824"/>
                </a:lnTo>
                <a:lnTo>
                  <a:pt x="908812" y="112776"/>
                </a:lnTo>
                <a:lnTo>
                  <a:pt x="915924" y="106680"/>
                </a:lnTo>
                <a:lnTo>
                  <a:pt x="911491" y="103632"/>
                </a:lnTo>
                <a:lnTo>
                  <a:pt x="891540" y="89916"/>
                </a:lnTo>
                <a:lnTo>
                  <a:pt x="883920" y="101346"/>
                </a:lnTo>
                <a:lnTo>
                  <a:pt x="883920" y="112776"/>
                </a:lnTo>
                <a:lnTo>
                  <a:pt x="883920" y="140208"/>
                </a:lnTo>
                <a:lnTo>
                  <a:pt x="883920" y="149352"/>
                </a:lnTo>
                <a:lnTo>
                  <a:pt x="883920" y="178308"/>
                </a:lnTo>
                <a:lnTo>
                  <a:pt x="883920" y="187452"/>
                </a:lnTo>
                <a:lnTo>
                  <a:pt x="883920" y="219456"/>
                </a:lnTo>
                <a:lnTo>
                  <a:pt x="839724" y="219456"/>
                </a:lnTo>
                <a:lnTo>
                  <a:pt x="839724" y="228600"/>
                </a:lnTo>
                <a:lnTo>
                  <a:pt x="839724" y="275844"/>
                </a:lnTo>
                <a:lnTo>
                  <a:pt x="765048" y="275844"/>
                </a:lnTo>
                <a:lnTo>
                  <a:pt x="767168" y="254508"/>
                </a:lnTo>
                <a:lnTo>
                  <a:pt x="768400" y="241769"/>
                </a:lnTo>
                <a:lnTo>
                  <a:pt x="769620" y="228600"/>
                </a:lnTo>
                <a:lnTo>
                  <a:pt x="839724" y="228600"/>
                </a:lnTo>
                <a:lnTo>
                  <a:pt x="839724" y="219456"/>
                </a:lnTo>
                <a:lnTo>
                  <a:pt x="719328" y="219456"/>
                </a:lnTo>
                <a:lnTo>
                  <a:pt x="719328" y="187452"/>
                </a:lnTo>
                <a:lnTo>
                  <a:pt x="883920" y="187452"/>
                </a:lnTo>
                <a:lnTo>
                  <a:pt x="883920" y="178308"/>
                </a:lnTo>
                <a:lnTo>
                  <a:pt x="719328" y="178308"/>
                </a:lnTo>
                <a:lnTo>
                  <a:pt x="719328" y="149352"/>
                </a:lnTo>
                <a:lnTo>
                  <a:pt x="883920" y="149352"/>
                </a:lnTo>
                <a:lnTo>
                  <a:pt x="883920" y="140208"/>
                </a:lnTo>
                <a:lnTo>
                  <a:pt x="719328" y="140208"/>
                </a:lnTo>
                <a:lnTo>
                  <a:pt x="719328" y="112776"/>
                </a:lnTo>
                <a:lnTo>
                  <a:pt x="883920" y="112776"/>
                </a:lnTo>
                <a:lnTo>
                  <a:pt x="883920" y="101346"/>
                </a:lnTo>
                <a:lnTo>
                  <a:pt x="882396" y="103632"/>
                </a:lnTo>
                <a:lnTo>
                  <a:pt x="719328" y="103632"/>
                </a:lnTo>
                <a:lnTo>
                  <a:pt x="696468" y="91440"/>
                </a:lnTo>
                <a:lnTo>
                  <a:pt x="697306" y="99060"/>
                </a:lnTo>
                <a:lnTo>
                  <a:pt x="697395" y="100584"/>
                </a:lnTo>
                <a:lnTo>
                  <a:pt x="697725" y="109728"/>
                </a:lnTo>
                <a:lnTo>
                  <a:pt x="697839" y="115824"/>
                </a:lnTo>
                <a:lnTo>
                  <a:pt x="697928" y="124968"/>
                </a:lnTo>
                <a:lnTo>
                  <a:pt x="697992" y="152400"/>
                </a:lnTo>
                <a:lnTo>
                  <a:pt x="698855" y="176618"/>
                </a:lnTo>
                <a:lnTo>
                  <a:pt x="699071" y="195072"/>
                </a:lnTo>
                <a:lnTo>
                  <a:pt x="699020" y="211455"/>
                </a:lnTo>
                <a:lnTo>
                  <a:pt x="698855" y="225056"/>
                </a:lnTo>
                <a:lnTo>
                  <a:pt x="697992" y="248412"/>
                </a:lnTo>
                <a:lnTo>
                  <a:pt x="719328" y="240792"/>
                </a:lnTo>
                <a:lnTo>
                  <a:pt x="719328" y="228600"/>
                </a:lnTo>
                <a:lnTo>
                  <a:pt x="746760" y="228600"/>
                </a:lnTo>
                <a:lnTo>
                  <a:pt x="745705" y="240792"/>
                </a:lnTo>
                <a:lnTo>
                  <a:pt x="744588" y="252793"/>
                </a:lnTo>
                <a:lnTo>
                  <a:pt x="743331" y="265252"/>
                </a:lnTo>
                <a:lnTo>
                  <a:pt x="742188" y="275844"/>
                </a:lnTo>
                <a:lnTo>
                  <a:pt x="624840" y="275844"/>
                </a:lnTo>
                <a:lnTo>
                  <a:pt x="638556" y="289560"/>
                </a:lnTo>
                <a:lnTo>
                  <a:pt x="646849" y="287566"/>
                </a:lnTo>
                <a:lnTo>
                  <a:pt x="655701" y="286131"/>
                </a:lnTo>
                <a:lnTo>
                  <a:pt x="665137" y="285280"/>
                </a:lnTo>
                <a:lnTo>
                  <a:pt x="675132" y="284988"/>
                </a:lnTo>
                <a:lnTo>
                  <a:pt x="740664" y="284988"/>
                </a:lnTo>
                <a:lnTo>
                  <a:pt x="719239" y="317563"/>
                </a:lnTo>
                <a:lnTo>
                  <a:pt x="681609" y="342138"/>
                </a:lnTo>
                <a:lnTo>
                  <a:pt x="643128" y="358140"/>
                </a:lnTo>
                <a:lnTo>
                  <a:pt x="644652" y="362712"/>
                </a:lnTo>
                <a:lnTo>
                  <a:pt x="682371" y="353377"/>
                </a:lnTo>
                <a:lnTo>
                  <a:pt x="717804" y="338328"/>
                </a:lnTo>
                <a:lnTo>
                  <a:pt x="756602" y="301256"/>
                </a:lnTo>
                <a:lnTo>
                  <a:pt x="763524" y="284988"/>
                </a:lnTo>
                <a:lnTo>
                  <a:pt x="839724" y="284988"/>
                </a:lnTo>
                <a:lnTo>
                  <a:pt x="839139" y="338328"/>
                </a:lnTo>
                <a:lnTo>
                  <a:pt x="838200" y="362712"/>
                </a:lnTo>
                <a:lnTo>
                  <a:pt x="862584" y="352044"/>
                </a:lnTo>
                <a:lnTo>
                  <a:pt x="862355" y="341757"/>
                </a:lnTo>
                <a:lnTo>
                  <a:pt x="861872" y="328066"/>
                </a:lnTo>
                <a:lnTo>
                  <a:pt x="861314" y="307848"/>
                </a:lnTo>
                <a:lnTo>
                  <a:pt x="861085" y="284988"/>
                </a:lnTo>
                <a:lnTo>
                  <a:pt x="861060" y="283464"/>
                </a:lnTo>
                <a:lnTo>
                  <a:pt x="979932" y="283464"/>
                </a:lnTo>
                <a:close/>
              </a:path>
              <a:path w="2152015" h="363219">
                <a:moveTo>
                  <a:pt x="1071384" y="147828"/>
                </a:moveTo>
                <a:lnTo>
                  <a:pt x="1067968" y="138112"/>
                </a:lnTo>
                <a:lnTo>
                  <a:pt x="1057859" y="127254"/>
                </a:lnTo>
                <a:lnTo>
                  <a:pt x="1041158" y="115252"/>
                </a:lnTo>
                <a:lnTo>
                  <a:pt x="1018044" y="102108"/>
                </a:lnTo>
                <a:lnTo>
                  <a:pt x="1014996" y="106680"/>
                </a:lnTo>
                <a:lnTo>
                  <a:pt x="1026439" y="120738"/>
                </a:lnTo>
                <a:lnTo>
                  <a:pt x="1035761" y="133350"/>
                </a:lnTo>
                <a:lnTo>
                  <a:pt x="1043063" y="144830"/>
                </a:lnTo>
                <a:lnTo>
                  <a:pt x="1048524" y="155448"/>
                </a:lnTo>
                <a:lnTo>
                  <a:pt x="1051306" y="164261"/>
                </a:lnTo>
                <a:lnTo>
                  <a:pt x="1054811" y="169926"/>
                </a:lnTo>
                <a:lnTo>
                  <a:pt x="1058595" y="172173"/>
                </a:lnTo>
                <a:lnTo>
                  <a:pt x="1062240" y="170688"/>
                </a:lnTo>
                <a:lnTo>
                  <a:pt x="1068336" y="166116"/>
                </a:lnTo>
                <a:lnTo>
                  <a:pt x="1071384" y="158496"/>
                </a:lnTo>
                <a:lnTo>
                  <a:pt x="1071384" y="147828"/>
                </a:lnTo>
                <a:close/>
              </a:path>
              <a:path w="2152015" h="363219">
                <a:moveTo>
                  <a:pt x="1103388" y="57912"/>
                </a:moveTo>
                <a:lnTo>
                  <a:pt x="1071587" y="23431"/>
                </a:lnTo>
                <a:lnTo>
                  <a:pt x="1053096" y="13716"/>
                </a:lnTo>
                <a:lnTo>
                  <a:pt x="1050048" y="18288"/>
                </a:lnTo>
                <a:lnTo>
                  <a:pt x="1060373" y="31457"/>
                </a:lnTo>
                <a:lnTo>
                  <a:pt x="1068717" y="43624"/>
                </a:lnTo>
                <a:lnTo>
                  <a:pt x="1075334" y="54940"/>
                </a:lnTo>
                <a:lnTo>
                  <a:pt x="1080528" y="65532"/>
                </a:lnTo>
                <a:lnTo>
                  <a:pt x="1083576" y="76200"/>
                </a:lnTo>
                <a:lnTo>
                  <a:pt x="1086624" y="80772"/>
                </a:lnTo>
                <a:lnTo>
                  <a:pt x="1091196" y="80772"/>
                </a:lnTo>
                <a:lnTo>
                  <a:pt x="1094244" y="79248"/>
                </a:lnTo>
                <a:lnTo>
                  <a:pt x="1097292" y="74676"/>
                </a:lnTo>
                <a:lnTo>
                  <a:pt x="1101864" y="70104"/>
                </a:lnTo>
                <a:lnTo>
                  <a:pt x="1103388" y="65532"/>
                </a:lnTo>
                <a:lnTo>
                  <a:pt x="1103388" y="57912"/>
                </a:lnTo>
                <a:close/>
              </a:path>
              <a:path w="2152015" h="363219">
                <a:moveTo>
                  <a:pt x="1143012" y="68580"/>
                </a:moveTo>
                <a:lnTo>
                  <a:pt x="1136916" y="67056"/>
                </a:lnTo>
                <a:lnTo>
                  <a:pt x="1087386" y="182308"/>
                </a:lnTo>
                <a:lnTo>
                  <a:pt x="1073061" y="214693"/>
                </a:lnTo>
                <a:lnTo>
                  <a:pt x="1065288" y="230124"/>
                </a:lnTo>
                <a:lnTo>
                  <a:pt x="1059192" y="237744"/>
                </a:lnTo>
                <a:lnTo>
                  <a:pt x="1054620" y="243840"/>
                </a:lnTo>
                <a:lnTo>
                  <a:pt x="1050048" y="243840"/>
                </a:lnTo>
                <a:lnTo>
                  <a:pt x="1045451" y="243801"/>
                </a:lnTo>
                <a:lnTo>
                  <a:pt x="1038428" y="243459"/>
                </a:lnTo>
                <a:lnTo>
                  <a:pt x="1028827" y="242557"/>
                </a:lnTo>
                <a:lnTo>
                  <a:pt x="1016520" y="240792"/>
                </a:lnTo>
                <a:lnTo>
                  <a:pt x="1016520" y="246888"/>
                </a:lnTo>
                <a:lnTo>
                  <a:pt x="1053096" y="269748"/>
                </a:lnTo>
                <a:lnTo>
                  <a:pt x="1052995" y="282511"/>
                </a:lnTo>
                <a:lnTo>
                  <a:pt x="1051572" y="291084"/>
                </a:lnTo>
                <a:lnTo>
                  <a:pt x="1048524" y="300228"/>
                </a:lnTo>
                <a:lnTo>
                  <a:pt x="1045476" y="310896"/>
                </a:lnTo>
                <a:lnTo>
                  <a:pt x="1043952" y="318516"/>
                </a:lnTo>
                <a:lnTo>
                  <a:pt x="1043952" y="330708"/>
                </a:lnTo>
                <a:lnTo>
                  <a:pt x="1047000" y="335280"/>
                </a:lnTo>
                <a:lnTo>
                  <a:pt x="1053096" y="338328"/>
                </a:lnTo>
                <a:lnTo>
                  <a:pt x="1059192" y="339852"/>
                </a:lnTo>
                <a:lnTo>
                  <a:pt x="1063764" y="341376"/>
                </a:lnTo>
                <a:lnTo>
                  <a:pt x="1072908" y="341376"/>
                </a:lnTo>
                <a:lnTo>
                  <a:pt x="1075956" y="338328"/>
                </a:lnTo>
                <a:lnTo>
                  <a:pt x="1075956" y="335280"/>
                </a:lnTo>
                <a:lnTo>
                  <a:pt x="1074826" y="328663"/>
                </a:lnTo>
                <a:lnTo>
                  <a:pt x="1073861" y="320040"/>
                </a:lnTo>
                <a:lnTo>
                  <a:pt x="1073162" y="309143"/>
                </a:lnTo>
                <a:lnTo>
                  <a:pt x="1073048" y="303276"/>
                </a:lnTo>
                <a:lnTo>
                  <a:pt x="1072997" y="291084"/>
                </a:lnTo>
                <a:lnTo>
                  <a:pt x="1073162" y="283972"/>
                </a:lnTo>
                <a:lnTo>
                  <a:pt x="1079601" y="243840"/>
                </a:lnTo>
                <a:lnTo>
                  <a:pt x="1097102" y="194691"/>
                </a:lnTo>
                <a:lnTo>
                  <a:pt x="1116698" y="140639"/>
                </a:lnTo>
                <a:lnTo>
                  <a:pt x="1143012" y="68580"/>
                </a:lnTo>
                <a:close/>
              </a:path>
              <a:path w="2152015" h="363219">
                <a:moveTo>
                  <a:pt x="1374660" y="187452"/>
                </a:moveTo>
                <a:lnTo>
                  <a:pt x="1348752" y="160020"/>
                </a:lnTo>
                <a:lnTo>
                  <a:pt x="1330464" y="178308"/>
                </a:lnTo>
                <a:lnTo>
                  <a:pt x="1249692" y="178308"/>
                </a:lnTo>
                <a:lnTo>
                  <a:pt x="1249692" y="96012"/>
                </a:lnTo>
                <a:lnTo>
                  <a:pt x="1350276" y="96012"/>
                </a:lnTo>
                <a:lnTo>
                  <a:pt x="1325892" y="70104"/>
                </a:lnTo>
                <a:lnTo>
                  <a:pt x="1309128" y="86868"/>
                </a:lnTo>
                <a:lnTo>
                  <a:pt x="1249692" y="86868"/>
                </a:lnTo>
                <a:lnTo>
                  <a:pt x="1249692" y="33528"/>
                </a:lnTo>
                <a:lnTo>
                  <a:pt x="1264932" y="18288"/>
                </a:lnTo>
                <a:lnTo>
                  <a:pt x="1228356" y="0"/>
                </a:lnTo>
                <a:lnTo>
                  <a:pt x="1229233" y="13144"/>
                </a:lnTo>
                <a:lnTo>
                  <a:pt x="1229664" y="31457"/>
                </a:lnTo>
                <a:lnTo>
                  <a:pt x="1229779" y="45720"/>
                </a:lnTo>
                <a:lnTo>
                  <a:pt x="1229880" y="86868"/>
                </a:lnTo>
                <a:lnTo>
                  <a:pt x="1146060" y="86868"/>
                </a:lnTo>
                <a:lnTo>
                  <a:pt x="1159776" y="100584"/>
                </a:lnTo>
                <a:lnTo>
                  <a:pt x="1168057" y="98590"/>
                </a:lnTo>
                <a:lnTo>
                  <a:pt x="1176921" y="97155"/>
                </a:lnTo>
                <a:lnTo>
                  <a:pt x="1186345" y="96304"/>
                </a:lnTo>
                <a:lnTo>
                  <a:pt x="1196352" y="96012"/>
                </a:lnTo>
                <a:lnTo>
                  <a:pt x="1229880" y="96012"/>
                </a:lnTo>
                <a:lnTo>
                  <a:pt x="1229880" y="178308"/>
                </a:lnTo>
                <a:lnTo>
                  <a:pt x="1117104" y="178308"/>
                </a:lnTo>
                <a:lnTo>
                  <a:pt x="1130820" y="192024"/>
                </a:lnTo>
                <a:lnTo>
                  <a:pt x="1139101" y="190030"/>
                </a:lnTo>
                <a:lnTo>
                  <a:pt x="1147965" y="188595"/>
                </a:lnTo>
                <a:lnTo>
                  <a:pt x="1157389" y="187744"/>
                </a:lnTo>
                <a:lnTo>
                  <a:pt x="1167396" y="187452"/>
                </a:lnTo>
                <a:lnTo>
                  <a:pt x="1223784" y="187452"/>
                </a:lnTo>
                <a:lnTo>
                  <a:pt x="1206639" y="225552"/>
                </a:lnTo>
                <a:lnTo>
                  <a:pt x="1178064" y="268224"/>
                </a:lnTo>
                <a:lnTo>
                  <a:pt x="1148727" y="303276"/>
                </a:lnTo>
                <a:lnTo>
                  <a:pt x="1126248" y="315468"/>
                </a:lnTo>
                <a:lnTo>
                  <a:pt x="1141488" y="350520"/>
                </a:lnTo>
                <a:lnTo>
                  <a:pt x="1191780" y="332232"/>
                </a:lnTo>
                <a:lnTo>
                  <a:pt x="1246263" y="321564"/>
                </a:lnTo>
                <a:lnTo>
                  <a:pt x="1287957" y="315468"/>
                </a:lnTo>
                <a:lnTo>
                  <a:pt x="1321320" y="310896"/>
                </a:lnTo>
                <a:lnTo>
                  <a:pt x="1325524" y="318516"/>
                </a:lnTo>
                <a:lnTo>
                  <a:pt x="1329321" y="326136"/>
                </a:lnTo>
                <a:lnTo>
                  <a:pt x="1332458" y="333616"/>
                </a:lnTo>
                <a:lnTo>
                  <a:pt x="1335036" y="341376"/>
                </a:lnTo>
                <a:lnTo>
                  <a:pt x="1339608" y="350520"/>
                </a:lnTo>
                <a:lnTo>
                  <a:pt x="1344180" y="350520"/>
                </a:lnTo>
                <a:lnTo>
                  <a:pt x="1347228" y="347472"/>
                </a:lnTo>
                <a:lnTo>
                  <a:pt x="1350276" y="341376"/>
                </a:lnTo>
                <a:lnTo>
                  <a:pt x="1354848" y="335280"/>
                </a:lnTo>
                <a:lnTo>
                  <a:pt x="1356372" y="329184"/>
                </a:lnTo>
                <a:lnTo>
                  <a:pt x="1356372" y="316992"/>
                </a:lnTo>
                <a:lnTo>
                  <a:pt x="1353934" y="310896"/>
                </a:lnTo>
                <a:lnTo>
                  <a:pt x="1353324" y="309372"/>
                </a:lnTo>
                <a:lnTo>
                  <a:pt x="1321320" y="277368"/>
                </a:lnTo>
                <a:lnTo>
                  <a:pt x="1302080" y="263652"/>
                </a:lnTo>
                <a:lnTo>
                  <a:pt x="1290243" y="255079"/>
                </a:lnTo>
                <a:lnTo>
                  <a:pt x="1277124" y="245364"/>
                </a:lnTo>
                <a:lnTo>
                  <a:pt x="1274076" y="249936"/>
                </a:lnTo>
                <a:lnTo>
                  <a:pt x="1285659" y="263652"/>
                </a:lnTo>
                <a:lnTo>
                  <a:pt x="1296555" y="276606"/>
                </a:lnTo>
                <a:lnTo>
                  <a:pt x="1307071" y="289801"/>
                </a:lnTo>
                <a:lnTo>
                  <a:pt x="1316748" y="303276"/>
                </a:lnTo>
                <a:lnTo>
                  <a:pt x="1156728" y="315468"/>
                </a:lnTo>
                <a:lnTo>
                  <a:pt x="1181608" y="288036"/>
                </a:lnTo>
                <a:lnTo>
                  <a:pt x="1201496" y="265176"/>
                </a:lnTo>
                <a:lnTo>
                  <a:pt x="1216520" y="246888"/>
                </a:lnTo>
                <a:lnTo>
                  <a:pt x="1234567" y="222872"/>
                </a:lnTo>
                <a:lnTo>
                  <a:pt x="1241856" y="214718"/>
                </a:lnTo>
                <a:lnTo>
                  <a:pt x="1248905" y="208534"/>
                </a:lnTo>
                <a:lnTo>
                  <a:pt x="1255788" y="204216"/>
                </a:lnTo>
                <a:lnTo>
                  <a:pt x="1231404" y="187452"/>
                </a:lnTo>
                <a:lnTo>
                  <a:pt x="1374660" y="187452"/>
                </a:lnTo>
                <a:close/>
              </a:path>
              <a:path w="2152015" h="363219">
                <a:moveTo>
                  <a:pt x="1749564" y="79248"/>
                </a:moveTo>
                <a:lnTo>
                  <a:pt x="1717560" y="47244"/>
                </a:lnTo>
                <a:lnTo>
                  <a:pt x="1694700" y="70104"/>
                </a:lnTo>
                <a:lnTo>
                  <a:pt x="1560588" y="70104"/>
                </a:lnTo>
                <a:lnTo>
                  <a:pt x="1566875" y="57251"/>
                </a:lnTo>
                <a:lnTo>
                  <a:pt x="1572018" y="46101"/>
                </a:lnTo>
                <a:lnTo>
                  <a:pt x="1576019" y="36677"/>
                </a:lnTo>
                <a:lnTo>
                  <a:pt x="1578876" y="28956"/>
                </a:lnTo>
                <a:lnTo>
                  <a:pt x="1594116" y="19812"/>
                </a:lnTo>
                <a:lnTo>
                  <a:pt x="1559064" y="1524"/>
                </a:lnTo>
                <a:lnTo>
                  <a:pt x="1555940" y="16103"/>
                </a:lnTo>
                <a:lnTo>
                  <a:pt x="1551254" y="32385"/>
                </a:lnTo>
                <a:lnTo>
                  <a:pt x="1545132" y="50393"/>
                </a:lnTo>
                <a:lnTo>
                  <a:pt x="1537728" y="70104"/>
                </a:lnTo>
                <a:lnTo>
                  <a:pt x="1415808" y="70104"/>
                </a:lnTo>
                <a:lnTo>
                  <a:pt x="1429524" y="83820"/>
                </a:lnTo>
                <a:lnTo>
                  <a:pt x="1438668" y="81826"/>
                </a:lnTo>
                <a:lnTo>
                  <a:pt x="1447812" y="80391"/>
                </a:lnTo>
                <a:lnTo>
                  <a:pt x="1456956" y="79540"/>
                </a:lnTo>
                <a:lnTo>
                  <a:pt x="1466100" y="79248"/>
                </a:lnTo>
                <a:lnTo>
                  <a:pt x="1534680" y="79248"/>
                </a:lnTo>
                <a:lnTo>
                  <a:pt x="1522107" y="102133"/>
                </a:lnTo>
                <a:lnTo>
                  <a:pt x="1509534" y="122872"/>
                </a:lnTo>
                <a:lnTo>
                  <a:pt x="1496961" y="141617"/>
                </a:lnTo>
                <a:lnTo>
                  <a:pt x="1484388" y="158496"/>
                </a:lnTo>
                <a:lnTo>
                  <a:pt x="1467624" y="152400"/>
                </a:lnTo>
                <a:lnTo>
                  <a:pt x="1469148" y="164592"/>
                </a:lnTo>
                <a:lnTo>
                  <a:pt x="1469148" y="175260"/>
                </a:lnTo>
                <a:lnTo>
                  <a:pt x="1457159" y="189814"/>
                </a:lnTo>
                <a:lnTo>
                  <a:pt x="1441907" y="205930"/>
                </a:lnTo>
                <a:lnTo>
                  <a:pt x="1423492" y="223481"/>
                </a:lnTo>
                <a:lnTo>
                  <a:pt x="1402092" y="242316"/>
                </a:lnTo>
                <a:lnTo>
                  <a:pt x="1405140" y="246888"/>
                </a:lnTo>
                <a:lnTo>
                  <a:pt x="1421180" y="236893"/>
                </a:lnTo>
                <a:lnTo>
                  <a:pt x="1437525" y="225171"/>
                </a:lnTo>
                <a:lnTo>
                  <a:pt x="1454429" y="211747"/>
                </a:lnTo>
                <a:lnTo>
                  <a:pt x="1472196" y="196596"/>
                </a:lnTo>
                <a:lnTo>
                  <a:pt x="1472196" y="313944"/>
                </a:lnTo>
                <a:lnTo>
                  <a:pt x="1469148" y="358140"/>
                </a:lnTo>
                <a:lnTo>
                  <a:pt x="1493532" y="345948"/>
                </a:lnTo>
                <a:lnTo>
                  <a:pt x="1493532" y="196596"/>
                </a:lnTo>
                <a:lnTo>
                  <a:pt x="1493532" y="175260"/>
                </a:lnTo>
                <a:lnTo>
                  <a:pt x="1507756" y="158496"/>
                </a:lnTo>
                <a:lnTo>
                  <a:pt x="1509534" y="156400"/>
                </a:lnTo>
                <a:lnTo>
                  <a:pt x="1525536" y="134112"/>
                </a:lnTo>
                <a:lnTo>
                  <a:pt x="1541538" y="108394"/>
                </a:lnTo>
                <a:lnTo>
                  <a:pt x="1557540" y="79248"/>
                </a:lnTo>
                <a:lnTo>
                  <a:pt x="1749564" y="79248"/>
                </a:lnTo>
                <a:close/>
              </a:path>
              <a:path w="2152015" h="363219">
                <a:moveTo>
                  <a:pt x="1758708" y="321564"/>
                </a:moveTo>
                <a:lnTo>
                  <a:pt x="1728228" y="289560"/>
                </a:lnTo>
                <a:lnTo>
                  <a:pt x="1706892" y="310896"/>
                </a:lnTo>
                <a:lnTo>
                  <a:pt x="1630692" y="310896"/>
                </a:lnTo>
                <a:lnTo>
                  <a:pt x="1630692" y="188976"/>
                </a:lnTo>
                <a:lnTo>
                  <a:pt x="1737372" y="188976"/>
                </a:lnTo>
                <a:lnTo>
                  <a:pt x="1708416" y="160020"/>
                </a:lnTo>
                <a:lnTo>
                  <a:pt x="1688604" y="179832"/>
                </a:lnTo>
                <a:lnTo>
                  <a:pt x="1630692" y="179832"/>
                </a:lnTo>
                <a:lnTo>
                  <a:pt x="1630692" y="117348"/>
                </a:lnTo>
                <a:lnTo>
                  <a:pt x="1642884" y="106680"/>
                </a:lnTo>
                <a:lnTo>
                  <a:pt x="1607832" y="91440"/>
                </a:lnTo>
                <a:lnTo>
                  <a:pt x="1608709" y="104038"/>
                </a:lnTo>
                <a:lnTo>
                  <a:pt x="1609166" y="114490"/>
                </a:lnTo>
                <a:lnTo>
                  <a:pt x="1609331" y="122948"/>
                </a:lnTo>
                <a:lnTo>
                  <a:pt x="1609356" y="179832"/>
                </a:lnTo>
                <a:lnTo>
                  <a:pt x="1520964" y="179832"/>
                </a:lnTo>
                <a:lnTo>
                  <a:pt x="1534680" y="193548"/>
                </a:lnTo>
                <a:lnTo>
                  <a:pt x="1542961" y="191554"/>
                </a:lnTo>
                <a:lnTo>
                  <a:pt x="1551825" y="190119"/>
                </a:lnTo>
                <a:lnTo>
                  <a:pt x="1561249" y="189268"/>
                </a:lnTo>
                <a:lnTo>
                  <a:pt x="1571256" y="188976"/>
                </a:lnTo>
                <a:lnTo>
                  <a:pt x="1609356" y="188976"/>
                </a:lnTo>
                <a:lnTo>
                  <a:pt x="1609356" y="310896"/>
                </a:lnTo>
                <a:lnTo>
                  <a:pt x="1501152" y="310896"/>
                </a:lnTo>
                <a:lnTo>
                  <a:pt x="1514868" y="326136"/>
                </a:lnTo>
                <a:lnTo>
                  <a:pt x="1523149" y="324142"/>
                </a:lnTo>
                <a:lnTo>
                  <a:pt x="1532013" y="322707"/>
                </a:lnTo>
                <a:lnTo>
                  <a:pt x="1541437" y="321856"/>
                </a:lnTo>
                <a:lnTo>
                  <a:pt x="1551444" y="321564"/>
                </a:lnTo>
                <a:lnTo>
                  <a:pt x="1758708" y="321564"/>
                </a:lnTo>
                <a:close/>
              </a:path>
              <a:path w="2152015" h="363219">
                <a:moveTo>
                  <a:pt x="2151900" y="332232"/>
                </a:moveTo>
                <a:lnTo>
                  <a:pt x="2121420" y="295656"/>
                </a:lnTo>
                <a:lnTo>
                  <a:pt x="2093988" y="323088"/>
                </a:lnTo>
                <a:lnTo>
                  <a:pt x="1987308" y="323088"/>
                </a:lnTo>
                <a:lnTo>
                  <a:pt x="1987308" y="237744"/>
                </a:lnTo>
                <a:lnTo>
                  <a:pt x="2115324" y="237744"/>
                </a:lnTo>
                <a:lnTo>
                  <a:pt x="2084844" y="204216"/>
                </a:lnTo>
                <a:lnTo>
                  <a:pt x="2060460" y="228600"/>
                </a:lnTo>
                <a:lnTo>
                  <a:pt x="1987308" y="228600"/>
                </a:lnTo>
                <a:lnTo>
                  <a:pt x="1987308" y="155448"/>
                </a:lnTo>
                <a:lnTo>
                  <a:pt x="2003615" y="154025"/>
                </a:lnTo>
                <a:lnTo>
                  <a:pt x="2022932" y="152019"/>
                </a:lnTo>
                <a:lnTo>
                  <a:pt x="2071128" y="146304"/>
                </a:lnTo>
                <a:lnTo>
                  <a:pt x="2092464" y="175260"/>
                </a:lnTo>
                <a:lnTo>
                  <a:pt x="2095512" y="176784"/>
                </a:lnTo>
                <a:lnTo>
                  <a:pt x="2100084" y="176784"/>
                </a:lnTo>
                <a:lnTo>
                  <a:pt x="2103132" y="173736"/>
                </a:lnTo>
                <a:lnTo>
                  <a:pt x="2109228" y="158496"/>
                </a:lnTo>
                <a:lnTo>
                  <a:pt x="2109228" y="150876"/>
                </a:lnTo>
                <a:lnTo>
                  <a:pt x="2076246" y="114782"/>
                </a:lnTo>
                <a:lnTo>
                  <a:pt x="2032381" y="91922"/>
                </a:lnTo>
                <a:lnTo>
                  <a:pt x="2001024" y="76200"/>
                </a:lnTo>
                <a:lnTo>
                  <a:pt x="1997976" y="80772"/>
                </a:lnTo>
                <a:lnTo>
                  <a:pt x="2017420" y="95618"/>
                </a:lnTo>
                <a:lnTo>
                  <a:pt x="2034743" y="110299"/>
                </a:lnTo>
                <a:lnTo>
                  <a:pt x="2050046" y="124714"/>
                </a:lnTo>
                <a:lnTo>
                  <a:pt x="2063508" y="138684"/>
                </a:lnTo>
                <a:lnTo>
                  <a:pt x="2014613" y="141859"/>
                </a:lnTo>
                <a:lnTo>
                  <a:pt x="1966163" y="144589"/>
                </a:lnTo>
                <a:lnTo>
                  <a:pt x="1869960" y="149352"/>
                </a:lnTo>
                <a:lnTo>
                  <a:pt x="1886864" y="136194"/>
                </a:lnTo>
                <a:lnTo>
                  <a:pt x="1901202" y="124015"/>
                </a:lnTo>
                <a:lnTo>
                  <a:pt x="1913242" y="112712"/>
                </a:lnTo>
                <a:lnTo>
                  <a:pt x="1923300" y="102108"/>
                </a:lnTo>
                <a:lnTo>
                  <a:pt x="1934464" y="91541"/>
                </a:lnTo>
                <a:lnTo>
                  <a:pt x="1947494" y="78105"/>
                </a:lnTo>
                <a:lnTo>
                  <a:pt x="1962518" y="61823"/>
                </a:lnTo>
                <a:lnTo>
                  <a:pt x="1979688" y="42672"/>
                </a:lnTo>
                <a:lnTo>
                  <a:pt x="2138184" y="42672"/>
                </a:lnTo>
                <a:lnTo>
                  <a:pt x="2106180" y="10668"/>
                </a:lnTo>
                <a:lnTo>
                  <a:pt x="2081796" y="33528"/>
                </a:lnTo>
                <a:lnTo>
                  <a:pt x="1813572" y="33528"/>
                </a:lnTo>
                <a:lnTo>
                  <a:pt x="1827288" y="47244"/>
                </a:lnTo>
                <a:lnTo>
                  <a:pt x="1836432" y="45250"/>
                </a:lnTo>
                <a:lnTo>
                  <a:pt x="1845576" y="43815"/>
                </a:lnTo>
                <a:lnTo>
                  <a:pt x="1854720" y="42964"/>
                </a:lnTo>
                <a:lnTo>
                  <a:pt x="1863864" y="42672"/>
                </a:lnTo>
                <a:lnTo>
                  <a:pt x="1946160" y="42672"/>
                </a:lnTo>
                <a:lnTo>
                  <a:pt x="1916150" y="87045"/>
                </a:lnTo>
                <a:lnTo>
                  <a:pt x="1884629" y="120015"/>
                </a:lnTo>
                <a:lnTo>
                  <a:pt x="1846808" y="143332"/>
                </a:lnTo>
                <a:lnTo>
                  <a:pt x="1837956" y="144780"/>
                </a:lnTo>
                <a:lnTo>
                  <a:pt x="1856244" y="179832"/>
                </a:lnTo>
                <a:lnTo>
                  <a:pt x="1892820" y="167640"/>
                </a:lnTo>
                <a:lnTo>
                  <a:pt x="1942744" y="159283"/>
                </a:lnTo>
                <a:lnTo>
                  <a:pt x="1964448" y="156972"/>
                </a:lnTo>
                <a:lnTo>
                  <a:pt x="1964448" y="228600"/>
                </a:lnTo>
                <a:lnTo>
                  <a:pt x="1836432" y="228600"/>
                </a:lnTo>
                <a:lnTo>
                  <a:pt x="1850148" y="242316"/>
                </a:lnTo>
                <a:lnTo>
                  <a:pt x="1859292" y="240322"/>
                </a:lnTo>
                <a:lnTo>
                  <a:pt x="1868436" y="238887"/>
                </a:lnTo>
                <a:lnTo>
                  <a:pt x="1877580" y="238036"/>
                </a:lnTo>
                <a:lnTo>
                  <a:pt x="1886724" y="237744"/>
                </a:lnTo>
                <a:lnTo>
                  <a:pt x="1964448" y="237744"/>
                </a:lnTo>
                <a:lnTo>
                  <a:pt x="1964448" y="323088"/>
                </a:lnTo>
                <a:lnTo>
                  <a:pt x="1798332" y="323088"/>
                </a:lnTo>
                <a:lnTo>
                  <a:pt x="1812048" y="336804"/>
                </a:lnTo>
                <a:lnTo>
                  <a:pt x="1821192" y="334810"/>
                </a:lnTo>
                <a:lnTo>
                  <a:pt x="1830336" y="333375"/>
                </a:lnTo>
                <a:lnTo>
                  <a:pt x="1839480" y="332524"/>
                </a:lnTo>
                <a:lnTo>
                  <a:pt x="1848624" y="332232"/>
                </a:lnTo>
                <a:lnTo>
                  <a:pt x="2151900" y="33223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5562600" y="2354580"/>
            <a:ext cx="321945" cy="356870"/>
          </a:xfrm>
          <a:custGeom>
            <a:avLst/>
            <a:gdLst/>
            <a:ahLst/>
            <a:cxnLst/>
            <a:rect l="l" t="t" r="r" b="b"/>
            <a:pathLst>
              <a:path w="321945" h="356869">
                <a:moveTo>
                  <a:pt x="13716" y="123444"/>
                </a:moveTo>
                <a:lnTo>
                  <a:pt x="10668" y="117348"/>
                </a:lnTo>
                <a:lnTo>
                  <a:pt x="38981" y="102441"/>
                </a:lnTo>
                <a:lnTo>
                  <a:pt x="64579" y="87249"/>
                </a:lnTo>
                <a:lnTo>
                  <a:pt x="108204" y="54864"/>
                </a:lnTo>
                <a:lnTo>
                  <a:pt x="139065" y="25146"/>
                </a:lnTo>
                <a:lnTo>
                  <a:pt x="158496" y="0"/>
                </a:lnTo>
                <a:lnTo>
                  <a:pt x="184404" y="22860"/>
                </a:lnTo>
                <a:lnTo>
                  <a:pt x="170688" y="27432"/>
                </a:lnTo>
                <a:lnTo>
                  <a:pt x="141732" y="51816"/>
                </a:lnTo>
                <a:lnTo>
                  <a:pt x="294132" y="51816"/>
                </a:lnTo>
                <a:lnTo>
                  <a:pt x="303276" y="60960"/>
                </a:lnTo>
                <a:lnTo>
                  <a:pt x="134112" y="60960"/>
                </a:lnTo>
                <a:lnTo>
                  <a:pt x="115824" y="71628"/>
                </a:lnTo>
                <a:lnTo>
                  <a:pt x="120918" y="74676"/>
                </a:lnTo>
                <a:lnTo>
                  <a:pt x="111252" y="74676"/>
                </a:lnTo>
                <a:lnTo>
                  <a:pt x="68580" y="99060"/>
                </a:lnTo>
                <a:lnTo>
                  <a:pt x="28289" y="117490"/>
                </a:lnTo>
                <a:lnTo>
                  <a:pt x="13716" y="123444"/>
                </a:lnTo>
                <a:close/>
              </a:path>
              <a:path w="321945" h="356869">
                <a:moveTo>
                  <a:pt x="294132" y="51816"/>
                </a:moveTo>
                <a:lnTo>
                  <a:pt x="260604" y="51816"/>
                </a:lnTo>
                <a:lnTo>
                  <a:pt x="277368" y="35052"/>
                </a:lnTo>
                <a:lnTo>
                  <a:pt x="294132" y="51816"/>
                </a:lnTo>
                <a:close/>
              </a:path>
              <a:path w="321945" h="356869">
                <a:moveTo>
                  <a:pt x="3048" y="196596"/>
                </a:moveTo>
                <a:lnTo>
                  <a:pt x="1524" y="190500"/>
                </a:lnTo>
                <a:lnTo>
                  <a:pt x="38409" y="182760"/>
                </a:lnTo>
                <a:lnTo>
                  <a:pt x="73723" y="173164"/>
                </a:lnTo>
                <a:lnTo>
                  <a:pt x="140208" y="147828"/>
                </a:lnTo>
                <a:lnTo>
                  <a:pt x="202692" y="111252"/>
                </a:lnTo>
                <a:lnTo>
                  <a:pt x="260604" y="60960"/>
                </a:lnTo>
                <a:lnTo>
                  <a:pt x="303276" y="60960"/>
                </a:lnTo>
                <a:lnTo>
                  <a:pt x="304800" y="62484"/>
                </a:lnTo>
                <a:lnTo>
                  <a:pt x="288036" y="68580"/>
                </a:lnTo>
                <a:lnTo>
                  <a:pt x="264271" y="88868"/>
                </a:lnTo>
                <a:lnTo>
                  <a:pt x="210454" y="127730"/>
                </a:lnTo>
                <a:lnTo>
                  <a:pt x="144922" y="162306"/>
                </a:lnTo>
                <a:lnTo>
                  <a:pt x="104013" y="176022"/>
                </a:lnTo>
                <a:lnTo>
                  <a:pt x="56816" y="187452"/>
                </a:lnTo>
                <a:lnTo>
                  <a:pt x="3048" y="196596"/>
                </a:lnTo>
                <a:close/>
              </a:path>
              <a:path w="321945" h="356869">
                <a:moveTo>
                  <a:pt x="144780" y="132588"/>
                </a:moveTo>
                <a:lnTo>
                  <a:pt x="140208" y="132588"/>
                </a:lnTo>
                <a:lnTo>
                  <a:pt x="138684" y="128016"/>
                </a:lnTo>
                <a:lnTo>
                  <a:pt x="135636" y="120396"/>
                </a:lnTo>
                <a:lnTo>
                  <a:pt x="132468" y="111537"/>
                </a:lnTo>
                <a:lnTo>
                  <a:pt x="127444" y="100965"/>
                </a:lnTo>
                <a:lnTo>
                  <a:pt x="120419" y="88677"/>
                </a:lnTo>
                <a:lnTo>
                  <a:pt x="111252" y="74676"/>
                </a:lnTo>
                <a:lnTo>
                  <a:pt x="120918" y="74676"/>
                </a:lnTo>
                <a:lnTo>
                  <a:pt x="152400" y="97536"/>
                </a:lnTo>
                <a:lnTo>
                  <a:pt x="156972" y="106680"/>
                </a:lnTo>
                <a:lnTo>
                  <a:pt x="156972" y="115824"/>
                </a:lnTo>
                <a:lnTo>
                  <a:pt x="155448" y="120396"/>
                </a:lnTo>
                <a:lnTo>
                  <a:pt x="150876" y="126492"/>
                </a:lnTo>
                <a:lnTo>
                  <a:pt x="147828" y="131064"/>
                </a:lnTo>
                <a:lnTo>
                  <a:pt x="144780" y="132588"/>
                </a:lnTo>
                <a:close/>
              </a:path>
              <a:path w="321945" h="356869">
                <a:moveTo>
                  <a:pt x="25908" y="274320"/>
                </a:moveTo>
                <a:lnTo>
                  <a:pt x="22860" y="268224"/>
                </a:lnTo>
                <a:lnTo>
                  <a:pt x="45172" y="256532"/>
                </a:lnTo>
                <a:lnTo>
                  <a:pt x="66484" y="244411"/>
                </a:lnTo>
                <a:lnTo>
                  <a:pt x="106680" y="219455"/>
                </a:lnTo>
                <a:lnTo>
                  <a:pt x="141922" y="188595"/>
                </a:lnTo>
                <a:lnTo>
                  <a:pt x="173736" y="150876"/>
                </a:lnTo>
                <a:lnTo>
                  <a:pt x="201168" y="175260"/>
                </a:lnTo>
                <a:lnTo>
                  <a:pt x="184404" y="179832"/>
                </a:lnTo>
                <a:lnTo>
                  <a:pt x="181179" y="182760"/>
                </a:lnTo>
                <a:lnTo>
                  <a:pt x="176212" y="186880"/>
                </a:lnTo>
                <a:lnTo>
                  <a:pt x="169187" y="192476"/>
                </a:lnTo>
                <a:lnTo>
                  <a:pt x="160020" y="199644"/>
                </a:lnTo>
                <a:lnTo>
                  <a:pt x="310896" y="199644"/>
                </a:lnTo>
                <a:lnTo>
                  <a:pt x="320040" y="208788"/>
                </a:lnTo>
                <a:lnTo>
                  <a:pt x="152400" y="208788"/>
                </a:lnTo>
                <a:lnTo>
                  <a:pt x="124706" y="228242"/>
                </a:lnTo>
                <a:lnTo>
                  <a:pt x="94297" y="245554"/>
                </a:lnTo>
                <a:lnTo>
                  <a:pt x="61317" y="260865"/>
                </a:lnTo>
                <a:lnTo>
                  <a:pt x="25908" y="274320"/>
                </a:lnTo>
                <a:close/>
              </a:path>
              <a:path w="321945" h="356869">
                <a:moveTo>
                  <a:pt x="310896" y="199644"/>
                </a:moveTo>
                <a:lnTo>
                  <a:pt x="280416" y="199644"/>
                </a:lnTo>
                <a:lnTo>
                  <a:pt x="295655" y="184404"/>
                </a:lnTo>
                <a:lnTo>
                  <a:pt x="310896" y="199644"/>
                </a:lnTo>
                <a:close/>
              </a:path>
              <a:path w="321945" h="356869">
                <a:moveTo>
                  <a:pt x="0" y="356616"/>
                </a:moveTo>
                <a:lnTo>
                  <a:pt x="0" y="350520"/>
                </a:lnTo>
                <a:lnTo>
                  <a:pt x="41433" y="342757"/>
                </a:lnTo>
                <a:lnTo>
                  <a:pt x="81153" y="332994"/>
                </a:lnTo>
                <a:lnTo>
                  <a:pt x="119157" y="320944"/>
                </a:lnTo>
                <a:lnTo>
                  <a:pt x="155448" y="306324"/>
                </a:lnTo>
                <a:lnTo>
                  <a:pt x="221361" y="267271"/>
                </a:lnTo>
                <a:lnTo>
                  <a:pt x="251888" y="240530"/>
                </a:lnTo>
                <a:lnTo>
                  <a:pt x="280416" y="208788"/>
                </a:lnTo>
                <a:lnTo>
                  <a:pt x="320040" y="208788"/>
                </a:lnTo>
                <a:lnTo>
                  <a:pt x="321564" y="210312"/>
                </a:lnTo>
                <a:lnTo>
                  <a:pt x="304800" y="217932"/>
                </a:lnTo>
                <a:lnTo>
                  <a:pt x="266199" y="254531"/>
                </a:lnTo>
                <a:lnTo>
                  <a:pt x="228028" y="284416"/>
                </a:lnTo>
                <a:lnTo>
                  <a:pt x="190142" y="307728"/>
                </a:lnTo>
                <a:lnTo>
                  <a:pt x="152400" y="324612"/>
                </a:lnTo>
                <a:lnTo>
                  <a:pt x="115300" y="336042"/>
                </a:lnTo>
                <a:lnTo>
                  <a:pt x="77343" y="345186"/>
                </a:lnTo>
                <a:lnTo>
                  <a:pt x="38814" y="352044"/>
                </a:lnTo>
                <a:lnTo>
                  <a:pt x="0" y="356616"/>
                </a:lnTo>
                <a:close/>
              </a:path>
              <a:path w="321945" h="356869">
                <a:moveTo>
                  <a:pt x="149352" y="297179"/>
                </a:moveTo>
                <a:lnTo>
                  <a:pt x="143256" y="297179"/>
                </a:lnTo>
                <a:lnTo>
                  <a:pt x="140208" y="292608"/>
                </a:lnTo>
                <a:lnTo>
                  <a:pt x="138684" y="283464"/>
                </a:lnTo>
                <a:lnTo>
                  <a:pt x="136707" y="272605"/>
                </a:lnTo>
                <a:lnTo>
                  <a:pt x="133159" y="260603"/>
                </a:lnTo>
                <a:lnTo>
                  <a:pt x="128182" y="247459"/>
                </a:lnTo>
                <a:lnTo>
                  <a:pt x="121920" y="233172"/>
                </a:lnTo>
                <a:lnTo>
                  <a:pt x="126492" y="228600"/>
                </a:lnTo>
                <a:lnTo>
                  <a:pt x="154781" y="254531"/>
                </a:lnTo>
                <a:lnTo>
                  <a:pt x="163068" y="271272"/>
                </a:lnTo>
                <a:lnTo>
                  <a:pt x="163068" y="280416"/>
                </a:lnTo>
                <a:lnTo>
                  <a:pt x="161544" y="286512"/>
                </a:lnTo>
                <a:lnTo>
                  <a:pt x="152400" y="295655"/>
                </a:lnTo>
                <a:lnTo>
                  <a:pt x="149352" y="29717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3" name="object 13"/>
          <p:cNvGrpSpPr/>
          <p:nvPr/>
        </p:nvGrpSpPr>
        <p:grpSpPr>
          <a:xfrm>
            <a:off x="5946647" y="2354580"/>
            <a:ext cx="1272540" cy="360045"/>
            <a:chOff x="5946647" y="2354580"/>
            <a:chExt cx="1272540" cy="360045"/>
          </a:xfrm>
        </p:grpSpPr>
        <p:pic>
          <p:nvPicPr>
            <p:cNvPr id="14" name="object 14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5946647" y="2453639"/>
              <a:ext cx="167639" cy="220980"/>
            </a:xfrm>
            <a:prstGeom prst="rect">
              <a:avLst/>
            </a:prstGeom>
          </p:spPr>
        </p:pic>
        <p:pic>
          <p:nvPicPr>
            <p:cNvPr id="15" name="object 15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6152387" y="2363724"/>
              <a:ext cx="117348" cy="193548"/>
            </a:xfrm>
            <a:prstGeom prst="rect">
              <a:avLst/>
            </a:prstGeom>
          </p:spPr>
        </p:pic>
        <p:sp>
          <p:nvSpPr>
            <p:cNvPr id="16" name="object 16"/>
            <p:cNvSpPr/>
            <p:nvPr/>
          </p:nvSpPr>
          <p:spPr>
            <a:xfrm>
              <a:off x="6307836" y="2354592"/>
              <a:ext cx="911860" cy="360045"/>
            </a:xfrm>
            <a:custGeom>
              <a:avLst/>
              <a:gdLst/>
              <a:ahLst/>
              <a:cxnLst/>
              <a:rect l="l" t="t" r="r" b="b"/>
              <a:pathLst>
                <a:path w="911859" h="360044">
                  <a:moveTo>
                    <a:pt x="77724" y="70104"/>
                  </a:moveTo>
                  <a:lnTo>
                    <a:pt x="47244" y="32575"/>
                  </a:lnTo>
                  <a:lnTo>
                    <a:pt x="19812" y="16764"/>
                  </a:lnTo>
                  <a:lnTo>
                    <a:pt x="16764" y="21336"/>
                  </a:lnTo>
                  <a:lnTo>
                    <a:pt x="29311" y="35280"/>
                  </a:lnTo>
                  <a:lnTo>
                    <a:pt x="39433" y="49530"/>
                  </a:lnTo>
                  <a:lnTo>
                    <a:pt x="46977" y="63766"/>
                  </a:lnTo>
                  <a:lnTo>
                    <a:pt x="51816" y="77724"/>
                  </a:lnTo>
                  <a:lnTo>
                    <a:pt x="54864" y="91440"/>
                  </a:lnTo>
                  <a:lnTo>
                    <a:pt x="59436" y="97536"/>
                  </a:lnTo>
                  <a:lnTo>
                    <a:pt x="64008" y="97536"/>
                  </a:lnTo>
                  <a:lnTo>
                    <a:pt x="67056" y="94488"/>
                  </a:lnTo>
                  <a:lnTo>
                    <a:pt x="76200" y="82296"/>
                  </a:lnTo>
                  <a:lnTo>
                    <a:pt x="77724" y="76200"/>
                  </a:lnTo>
                  <a:lnTo>
                    <a:pt x="77724" y="70104"/>
                  </a:lnTo>
                  <a:close/>
                </a:path>
                <a:path w="911859" h="360044">
                  <a:moveTo>
                    <a:pt x="120396" y="59436"/>
                  </a:moveTo>
                  <a:lnTo>
                    <a:pt x="114300" y="56388"/>
                  </a:lnTo>
                  <a:lnTo>
                    <a:pt x="85077" y="122910"/>
                  </a:lnTo>
                  <a:lnTo>
                    <a:pt x="63436" y="171450"/>
                  </a:lnTo>
                  <a:lnTo>
                    <a:pt x="48933" y="201688"/>
                  </a:lnTo>
                  <a:lnTo>
                    <a:pt x="41148" y="213360"/>
                  </a:lnTo>
                  <a:lnTo>
                    <a:pt x="36576" y="217932"/>
                  </a:lnTo>
                  <a:lnTo>
                    <a:pt x="28956" y="219456"/>
                  </a:lnTo>
                  <a:lnTo>
                    <a:pt x="7620" y="219456"/>
                  </a:lnTo>
                  <a:lnTo>
                    <a:pt x="0" y="217932"/>
                  </a:lnTo>
                  <a:lnTo>
                    <a:pt x="0" y="224028"/>
                  </a:lnTo>
                  <a:lnTo>
                    <a:pt x="33528" y="246888"/>
                  </a:lnTo>
                  <a:lnTo>
                    <a:pt x="34112" y="254317"/>
                  </a:lnTo>
                  <a:lnTo>
                    <a:pt x="33718" y="262890"/>
                  </a:lnTo>
                  <a:lnTo>
                    <a:pt x="32448" y="272605"/>
                  </a:lnTo>
                  <a:lnTo>
                    <a:pt x="30480" y="283464"/>
                  </a:lnTo>
                  <a:lnTo>
                    <a:pt x="28956" y="295656"/>
                  </a:lnTo>
                  <a:lnTo>
                    <a:pt x="27432" y="303276"/>
                  </a:lnTo>
                  <a:lnTo>
                    <a:pt x="27432" y="310896"/>
                  </a:lnTo>
                  <a:lnTo>
                    <a:pt x="28956" y="315468"/>
                  </a:lnTo>
                  <a:lnTo>
                    <a:pt x="30480" y="321564"/>
                  </a:lnTo>
                  <a:lnTo>
                    <a:pt x="33528" y="326136"/>
                  </a:lnTo>
                  <a:lnTo>
                    <a:pt x="39624" y="329184"/>
                  </a:lnTo>
                  <a:lnTo>
                    <a:pt x="48768" y="330708"/>
                  </a:lnTo>
                  <a:lnTo>
                    <a:pt x="54483" y="328676"/>
                  </a:lnTo>
                  <a:lnTo>
                    <a:pt x="57912" y="322516"/>
                  </a:lnTo>
                  <a:lnTo>
                    <a:pt x="59055" y="312051"/>
                  </a:lnTo>
                  <a:lnTo>
                    <a:pt x="57912" y="297180"/>
                  </a:lnTo>
                  <a:lnTo>
                    <a:pt x="55905" y="282028"/>
                  </a:lnTo>
                  <a:lnTo>
                    <a:pt x="54483" y="268605"/>
                  </a:lnTo>
                  <a:lnTo>
                    <a:pt x="53619" y="256882"/>
                  </a:lnTo>
                  <a:lnTo>
                    <a:pt x="53340" y="246888"/>
                  </a:lnTo>
                  <a:lnTo>
                    <a:pt x="53594" y="237667"/>
                  </a:lnTo>
                  <a:lnTo>
                    <a:pt x="61887" y="209016"/>
                  </a:lnTo>
                  <a:lnTo>
                    <a:pt x="74066" y="177990"/>
                  </a:lnTo>
                  <a:lnTo>
                    <a:pt x="93459" y="127965"/>
                  </a:lnTo>
                  <a:lnTo>
                    <a:pt x="120396" y="59436"/>
                  </a:lnTo>
                  <a:close/>
                </a:path>
                <a:path w="911859" h="360044">
                  <a:moveTo>
                    <a:pt x="339852" y="102108"/>
                  </a:moveTo>
                  <a:lnTo>
                    <a:pt x="336956" y="99060"/>
                  </a:lnTo>
                  <a:lnTo>
                    <a:pt x="328295" y="89916"/>
                  </a:lnTo>
                  <a:lnTo>
                    <a:pt x="312420" y="73152"/>
                  </a:lnTo>
                  <a:lnTo>
                    <a:pt x="295656" y="89916"/>
                  </a:lnTo>
                  <a:lnTo>
                    <a:pt x="175260" y="89916"/>
                  </a:lnTo>
                  <a:lnTo>
                    <a:pt x="182689" y="72174"/>
                  </a:lnTo>
                  <a:lnTo>
                    <a:pt x="188976" y="57721"/>
                  </a:lnTo>
                  <a:lnTo>
                    <a:pt x="194119" y="46405"/>
                  </a:lnTo>
                  <a:lnTo>
                    <a:pt x="198120" y="38100"/>
                  </a:lnTo>
                  <a:lnTo>
                    <a:pt x="200977" y="31572"/>
                  </a:lnTo>
                  <a:lnTo>
                    <a:pt x="204978" y="25908"/>
                  </a:lnTo>
                  <a:lnTo>
                    <a:pt x="210121" y="21374"/>
                  </a:lnTo>
                  <a:lnTo>
                    <a:pt x="216408" y="18288"/>
                  </a:lnTo>
                  <a:lnTo>
                    <a:pt x="179832" y="0"/>
                  </a:lnTo>
                  <a:lnTo>
                    <a:pt x="170878" y="38671"/>
                  </a:lnTo>
                  <a:lnTo>
                    <a:pt x="153924" y="89916"/>
                  </a:lnTo>
                  <a:lnTo>
                    <a:pt x="128397" y="143637"/>
                  </a:lnTo>
                  <a:lnTo>
                    <a:pt x="96012" y="190500"/>
                  </a:lnTo>
                  <a:lnTo>
                    <a:pt x="100584" y="195072"/>
                  </a:lnTo>
                  <a:lnTo>
                    <a:pt x="128016" y="166878"/>
                  </a:lnTo>
                  <a:lnTo>
                    <a:pt x="152920" y="131838"/>
                  </a:lnTo>
                  <a:lnTo>
                    <a:pt x="159258" y="120586"/>
                  </a:lnTo>
                  <a:lnTo>
                    <a:pt x="165582" y="109601"/>
                  </a:lnTo>
                  <a:lnTo>
                    <a:pt x="172212" y="99060"/>
                  </a:lnTo>
                  <a:lnTo>
                    <a:pt x="297180" y="99060"/>
                  </a:lnTo>
                  <a:lnTo>
                    <a:pt x="272796" y="152400"/>
                  </a:lnTo>
                  <a:lnTo>
                    <a:pt x="277368" y="155448"/>
                  </a:lnTo>
                  <a:lnTo>
                    <a:pt x="307365" y="120294"/>
                  </a:lnTo>
                  <a:lnTo>
                    <a:pt x="332371" y="103797"/>
                  </a:lnTo>
                  <a:lnTo>
                    <a:pt x="339852" y="102108"/>
                  </a:lnTo>
                  <a:close/>
                </a:path>
                <a:path w="911859" h="360044">
                  <a:moveTo>
                    <a:pt x="350520" y="330708"/>
                  </a:moveTo>
                  <a:lnTo>
                    <a:pt x="304800" y="304609"/>
                  </a:lnTo>
                  <a:lnTo>
                    <a:pt x="268224" y="263652"/>
                  </a:lnTo>
                  <a:lnTo>
                    <a:pt x="242506" y="207835"/>
                  </a:lnTo>
                  <a:lnTo>
                    <a:pt x="227838" y="141732"/>
                  </a:lnTo>
                  <a:lnTo>
                    <a:pt x="227076" y="137160"/>
                  </a:lnTo>
                  <a:lnTo>
                    <a:pt x="236220" y="129540"/>
                  </a:lnTo>
                  <a:lnTo>
                    <a:pt x="201168" y="111252"/>
                  </a:lnTo>
                  <a:lnTo>
                    <a:pt x="198310" y="156705"/>
                  </a:lnTo>
                  <a:lnTo>
                    <a:pt x="192024" y="197167"/>
                  </a:lnTo>
                  <a:lnTo>
                    <a:pt x="169164" y="263652"/>
                  </a:lnTo>
                  <a:lnTo>
                    <a:pt x="126301" y="313944"/>
                  </a:lnTo>
                  <a:lnTo>
                    <a:pt x="59436" y="355092"/>
                  </a:lnTo>
                  <a:lnTo>
                    <a:pt x="62484" y="359664"/>
                  </a:lnTo>
                  <a:lnTo>
                    <a:pt x="119824" y="333565"/>
                  </a:lnTo>
                  <a:lnTo>
                    <a:pt x="169164" y="292608"/>
                  </a:lnTo>
                  <a:lnTo>
                    <a:pt x="204406" y="230886"/>
                  </a:lnTo>
                  <a:lnTo>
                    <a:pt x="215658" y="189738"/>
                  </a:lnTo>
                  <a:lnTo>
                    <a:pt x="222504" y="141732"/>
                  </a:lnTo>
                  <a:lnTo>
                    <a:pt x="225945" y="177927"/>
                  </a:lnTo>
                  <a:lnTo>
                    <a:pt x="240284" y="241376"/>
                  </a:lnTo>
                  <a:lnTo>
                    <a:pt x="264883" y="293077"/>
                  </a:lnTo>
                  <a:lnTo>
                    <a:pt x="296887" y="334225"/>
                  </a:lnTo>
                  <a:lnTo>
                    <a:pt x="315468" y="350520"/>
                  </a:lnTo>
                  <a:lnTo>
                    <a:pt x="321767" y="342773"/>
                  </a:lnTo>
                  <a:lnTo>
                    <a:pt x="329374" y="337756"/>
                  </a:lnTo>
                  <a:lnTo>
                    <a:pt x="338391" y="335292"/>
                  </a:lnTo>
                  <a:lnTo>
                    <a:pt x="348996" y="335280"/>
                  </a:lnTo>
                  <a:lnTo>
                    <a:pt x="350520" y="330708"/>
                  </a:lnTo>
                  <a:close/>
                </a:path>
                <a:path w="911859" h="360044">
                  <a:moveTo>
                    <a:pt x="714756" y="35039"/>
                  </a:moveTo>
                  <a:lnTo>
                    <a:pt x="676656" y="35039"/>
                  </a:lnTo>
                  <a:lnTo>
                    <a:pt x="620268" y="274307"/>
                  </a:lnTo>
                  <a:lnTo>
                    <a:pt x="562356" y="35039"/>
                  </a:lnTo>
                  <a:lnTo>
                    <a:pt x="524256" y="35039"/>
                  </a:lnTo>
                  <a:lnTo>
                    <a:pt x="466344" y="271259"/>
                  </a:lnTo>
                  <a:lnTo>
                    <a:pt x="409956" y="35039"/>
                  </a:lnTo>
                  <a:lnTo>
                    <a:pt x="370332" y="35039"/>
                  </a:lnTo>
                  <a:lnTo>
                    <a:pt x="443484" y="320027"/>
                  </a:lnTo>
                  <a:lnTo>
                    <a:pt x="484632" y="320027"/>
                  </a:lnTo>
                  <a:lnTo>
                    <a:pt x="542544" y="82283"/>
                  </a:lnTo>
                  <a:lnTo>
                    <a:pt x="600456" y="320027"/>
                  </a:lnTo>
                  <a:lnTo>
                    <a:pt x="643128" y="320027"/>
                  </a:lnTo>
                  <a:lnTo>
                    <a:pt x="714756" y="35039"/>
                  </a:lnTo>
                  <a:close/>
                </a:path>
                <a:path w="911859" h="360044">
                  <a:moveTo>
                    <a:pt x="911339" y="181343"/>
                  </a:moveTo>
                  <a:lnTo>
                    <a:pt x="901052" y="131838"/>
                  </a:lnTo>
                  <a:lnTo>
                    <a:pt x="872667" y="104571"/>
                  </a:lnTo>
                  <a:lnTo>
                    <a:pt x="844283" y="99047"/>
                  </a:lnTo>
                  <a:lnTo>
                    <a:pt x="835406" y="99606"/>
                  </a:lnTo>
                  <a:lnTo>
                    <a:pt x="794753" y="116954"/>
                  </a:lnTo>
                  <a:lnTo>
                    <a:pt x="778751" y="129527"/>
                  </a:lnTo>
                  <a:lnTo>
                    <a:pt x="778751" y="21323"/>
                  </a:lnTo>
                  <a:lnTo>
                    <a:pt x="743699" y="21323"/>
                  </a:lnTo>
                  <a:lnTo>
                    <a:pt x="743699" y="320027"/>
                  </a:lnTo>
                  <a:lnTo>
                    <a:pt x="778751" y="320027"/>
                  </a:lnTo>
                  <a:lnTo>
                    <a:pt x="778751" y="160007"/>
                  </a:lnTo>
                  <a:lnTo>
                    <a:pt x="785634" y="154584"/>
                  </a:lnTo>
                  <a:lnTo>
                    <a:pt x="792657" y="149720"/>
                  </a:lnTo>
                  <a:lnTo>
                    <a:pt x="799973" y="145440"/>
                  </a:lnTo>
                  <a:lnTo>
                    <a:pt x="807707" y="141719"/>
                  </a:lnTo>
                  <a:lnTo>
                    <a:pt x="814565" y="137960"/>
                  </a:lnTo>
                  <a:lnTo>
                    <a:pt x="821423" y="135623"/>
                  </a:lnTo>
                  <a:lnTo>
                    <a:pt x="828281" y="134442"/>
                  </a:lnTo>
                  <a:lnTo>
                    <a:pt x="835139" y="134099"/>
                  </a:lnTo>
                  <a:lnTo>
                    <a:pt x="844283" y="134099"/>
                  </a:lnTo>
                  <a:lnTo>
                    <a:pt x="873239" y="161531"/>
                  </a:lnTo>
                  <a:lnTo>
                    <a:pt x="874763" y="170675"/>
                  </a:lnTo>
                  <a:lnTo>
                    <a:pt x="874763" y="320027"/>
                  </a:lnTo>
                  <a:lnTo>
                    <a:pt x="911339" y="320027"/>
                  </a:lnTo>
                  <a:lnTo>
                    <a:pt x="911339" y="181343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7" name="object 17"/>
          <p:cNvSpPr/>
          <p:nvPr/>
        </p:nvSpPr>
        <p:spPr>
          <a:xfrm>
            <a:off x="7267943" y="2386583"/>
            <a:ext cx="41275" cy="288290"/>
          </a:xfrm>
          <a:custGeom>
            <a:avLst/>
            <a:gdLst/>
            <a:ahLst/>
            <a:cxnLst/>
            <a:rect l="l" t="t" r="r" b="b"/>
            <a:pathLst>
              <a:path w="41275" h="288289">
                <a:moveTo>
                  <a:pt x="38100" y="73152"/>
                </a:moveTo>
                <a:lnTo>
                  <a:pt x="3048" y="73152"/>
                </a:lnTo>
                <a:lnTo>
                  <a:pt x="3048" y="288036"/>
                </a:lnTo>
                <a:lnTo>
                  <a:pt x="38100" y="288036"/>
                </a:lnTo>
                <a:lnTo>
                  <a:pt x="38100" y="73152"/>
                </a:lnTo>
                <a:close/>
              </a:path>
              <a:path w="41275" h="288289">
                <a:moveTo>
                  <a:pt x="41148" y="0"/>
                </a:moveTo>
                <a:lnTo>
                  <a:pt x="0" y="0"/>
                </a:lnTo>
                <a:lnTo>
                  <a:pt x="0" y="38100"/>
                </a:lnTo>
                <a:lnTo>
                  <a:pt x="41148" y="38100"/>
                </a:lnTo>
                <a:lnTo>
                  <a:pt x="41148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8" name="object 18"/>
          <p:cNvGrpSpPr/>
          <p:nvPr/>
        </p:nvGrpSpPr>
        <p:grpSpPr>
          <a:xfrm>
            <a:off x="7359396" y="2356104"/>
            <a:ext cx="1031875" cy="358140"/>
            <a:chOff x="7359396" y="2356104"/>
            <a:chExt cx="1031875" cy="358140"/>
          </a:xfrm>
        </p:grpSpPr>
        <p:sp>
          <p:nvSpPr>
            <p:cNvPr id="19" name="object 19"/>
            <p:cNvSpPr/>
            <p:nvPr/>
          </p:nvSpPr>
          <p:spPr>
            <a:xfrm>
              <a:off x="7359396" y="2375916"/>
              <a:ext cx="36830" cy="299085"/>
            </a:xfrm>
            <a:custGeom>
              <a:avLst/>
              <a:gdLst/>
              <a:ahLst/>
              <a:cxnLst/>
              <a:rect l="l" t="t" r="r" b="b"/>
              <a:pathLst>
                <a:path w="36829" h="299085">
                  <a:moveTo>
                    <a:pt x="36575" y="298703"/>
                  </a:moveTo>
                  <a:lnTo>
                    <a:pt x="0" y="298703"/>
                  </a:lnTo>
                  <a:lnTo>
                    <a:pt x="0" y="0"/>
                  </a:lnTo>
                  <a:lnTo>
                    <a:pt x="36575" y="0"/>
                  </a:lnTo>
                  <a:lnTo>
                    <a:pt x="36575" y="298703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0" name="object 20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7434072" y="2453640"/>
              <a:ext cx="184404" cy="225552"/>
            </a:xfrm>
            <a:prstGeom prst="rect">
              <a:avLst/>
            </a:prstGeom>
          </p:spPr>
        </p:pic>
        <p:sp>
          <p:nvSpPr>
            <p:cNvPr id="21" name="object 21"/>
            <p:cNvSpPr/>
            <p:nvPr/>
          </p:nvSpPr>
          <p:spPr>
            <a:xfrm>
              <a:off x="7642848" y="2356103"/>
              <a:ext cx="748665" cy="358140"/>
            </a:xfrm>
            <a:custGeom>
              <a:avLst/>
              <a:gdLst/>
              <a:ahLst/>
              <a:cxnLst/>
              <a:rect l="l" t="t" r="r" b="b"/>
              <a:pathLst>
                <a:path w="748665" h="358139">
                  <a:moveTo>
                    <a:pt x="111252" y="27432"/>
                  </a:moveTo>
                  <a:lnTo>
                    <a:pt x="83820" y="3048"/>
                  </a:lnTo>
                  <a:lnTo>
                    <a:pt x="80416" y="11049"/>
                  </a:lnTo>
                  <a:lnTo>
                    <a:pt x="74866" y="21336"/>
                  </a:lnTo>
                  <a:lnTo>
                    <a:pt x="45935" y="65633"/>
                  </a:lnTo>
                  <a:lnTo>
                    <a:pt x="19126" y="97637"/>
                  </a:lnTo>
                  <a:lnTo>
                    <a:pt x="4572" y="112776"/>
                  </a:lnTo>
                  <a:lnTo>
                    <a:pt x="7620" y="117348"/>
                  </a:lnTo>
                  <a:lnTo>
                    <a:pt x="43053" y="88582"/>
                  </a:lnTo>
                  <a:lnTo>
                    <a:pt x="71628" y="60960"/>
                  </a:lnTo>
                  <a:lnTo>
                    <a:pt x="83616" y="48437"/>
                  </a:lnTo>
                  <a:lnTo>
                    <a:pt x="94297" y="38481"/>
                  </a:lnTo>
                  <a:lnTo>
                    <a:pt x="103568" y="31394"/>
                  </a:lnTo>
                  <a:lnTo>
                    <a:pt x="111252" y="27432"/>
                  </a:lnTo>
                  <a:close/>
                </a:path>
                <a:path w="748665" h="358139">
                  <a:moveTo>
                    <a:pt x="128016" y="100584"/>
                  </a:moveTo>
                  <a:lnTo>
                    <a:pt x="99060" y="77724"/>
                  </a:lnTo>
                  <a:lnTo>
                    <a:pt x="95300" y="86296"/>
                  </a:lnTo>
                  <a:lnTo>
                    <a:pt x="90678" y="96012"/>
                  </a:lnTo>
                  <a:lnTo>
                    <a:pt x="85026" y="106680"/>
                  </a:lnTo>
                  <a:lnTo>
                    <a:pt x="77762" y="118833"/>
                  </a:lnTo>
                  <a:lnTo>
                    <a:pt x="69392" y="132880"/>
                  </a:lnTo>
                  <a:lnTo>
                    <a:pt x="60198" y="147447"/>
                  </a:lnTo>
                  <a:lnTo>
                    <a:pt x="49872" y="162598"/>
                  </a:lnTo>
                  <a:lnTo>
                    <a:pt x="38100" y="178308"/>
                  </a:lnTo>
                  <a:lnTo>
                    <a:pt x="27228" y="193408"/>
                  </a:lnTo>
                  <a:lnTo>
                    <a:pt x="17335" y="206502"/>
                  </a:lnTo>
                  <a:lnTo>
                    <a:pt x="8318" y="217322"/>
                  </a:lnTo>
                  <a:lnTo>
                    <a:pt x="0" y="225552"/>
                  </a:lnTo>
                  <a:lnTo>
                    <a:pt x="3048" y="230124"/>
                  </a:lnTo>
                  <a:lnTo>
                    <a:pt x="16751" y="220129"/>
                  </a:lnTo>
                  <a:lnTo>
                    <a:pt x="30289" y="208407"/>
                  </a:lnTo>
                  <a:lnTo>
                    <a:pt x="43561" y="194983"/>
                  </a:lnTo>
                  <a:lnTo>
                    <a:pt x="56388" y="179832"/>
                  </a:lnTo>
                  <a:lnTo>
                    <a:pt x="56349" y="310946"/>
                  </a:lnTo>
                  <a:lnTo>
                    <a:pt x="56235" y="321373"/>
                  </a:lnTo>
                  <a:lnTo>
                    <a:pt x="56108" y="327279"/>
                  </a:lnTo>
                  <a:lnTo>
                    <a:pt x="55753" y="340448"/>
                  </a:lnTo>
                  <a:lnTo>
                    <a:pt x="54864" y="358140"/>
                  </a:lnTo>
                  <a:lnTo>
                    <a:pt x="77724" y="350520"/>
                  </a:lnTo>
                  <a:lnTo>
                    <a:pt x="77724" y="179832"/>
                  </a:lnTo>
                  <a:lnTo>
                    <a:pt x="77724" y="156972"/>
                  </a:lnTo>
                  <a:lnTo>
                    <a:pt x="85775" y="146113"/>
                  </a:lnTo>
                  <a:lnTo>
                    <a:pt x="94107" y="134112"/>
                  </a:lnTo>
                  <a:lnTo>
                    <a:pt x="103022" y="120967"/>
                  </a:lnTo>
                  <a:lnTo>
                    <a:pt x="112776" y="106680"/>
                  </a:lnTo>
                  <a:lnTo>
                    <a:pt x="128016" y="100584"/>
                  </a:lnTo>
                  <a:close/>
                </a:path>
                <a:path w="748665" h="358139">
                  <a:moveTo>
                    <a:pt x="359664" y="109728"/>
                  </a:moveTo>
                  <a:lnTo>
                    <a:pt x="352044" y="102108"/>
                  </a:lnTo>
                  <a:lnTo>
                    <a:pt x="350520" y="100584"/>
                  </a:lnTo>
                  <a:lnTo>
                    <a:pt x="332232" y="82296"/>
                  </a:lnTo>
                  <a:lnTo>
                    <a:pt x="313944" y="100584"/>
                  </a:lnTo>
                  <a:lnTo>
                    <a:pt x="263652" y="100584"/>
                  </a:lnTo>
                  <a:lnTo>
                    <a:pt x="265176" y="71628"/>
                  </a:lnTo>
                  <a:lnTo>
                    <a:pt x="277368" y="62484"/>
                  </a:lnTo>
                  <a:lnTo>
                    <a:pt x="240792" y="47244"/>
                  </a:lnTo>
                  <a:lnTo>
                    <a:pt x="241592" y="86296"/>
                  </a:lnTo>
                  <a:lnTo>
                    <a:pt x="240792" y="100584"/>
                  </a:lnTo>
                  <a:lnTo>
                    <a:pt x="160020" y="100584"/>
                  </a:lnTo>
                  <a:lnTo>
                    <a:pt x="160020" y="50292"/>
                  </a:lnTo>
                  <a:lnTo>
                    <a:pt x="211988" y="42672"/>
                  </a:lnTo>
                  <a:lnTo>
                    <a:pt x="284988" y="32004"/>
                  </a:lnTo>
                  <a:lnTo>
                    <a:pt x="311467" y="29908"/>
                  </a:lnTo>
                  <a:lnTo>
                    <a:pt x="322503" y="29222"/>
                  </a:lnTo>
                  <a:lnTo>
                    <a:pt x="332232" y="28956"/>
                  </a:lnTo>
                  <a:lnTo>
                    <a:pt x="307848" y="0"/>
                  </a:lnTo>
                  <a:lnTo>
                    <a:pt x="268224" y="18288"/>
                  </a:lnTo>
                  <a:lnTo>
                    <a:pt x="227266" y="28765"/>
                  </a:lnTo>
                  <a:lnTo>
                    <a:pt x="160020" y="42672"/>
                  </a:lnTo>
                  <a:lnTo>
                    <a:pt x="138684" y="27432"/>
                  </a:lnTo>
                  <a:lnTo>
                    <a:pt x="138925" y="40513"/>
                  </a:lnTo>
                  <a:lnTo>
                    <a:pt x="139446" y="56578"/>
                  </a:lnTo>
                  <a:lnTo>
                    <a:pt x="139979" y="75234"/>
                  </a:lnTo>
                  <a:lnTo>
                    <a:pt x="140106" y="86296"/>
                  </a:lnTo>
                  <a:lnTo>
                    <a:pt x="140004" y="114300"/>
                  </a:lnTo>
                  <a:lnTo>
                    <a:pt x="138772" y="156972"/>
                  </a:lnTo>
                  <a:lnTo>
                    <a:pt x="137160" y="198120"/>
                  </a:lnTo>
                  <a:lnTo>
                    <a:pt x="130492" y="251079"/>
                  </a:lnTo>
                  <a:lnTo>
                    <a:pt x="120396" y="292608"/>
                  </a:lnTo>
                  <a:lnTo>
                    <a:pt x="99822" y="341909"/>
                  </a:lnTo>
                  <a:lnTo>
                    <a:pt x="92964" y="355092"/>
                  </a:lnTo>
                  <a:lnTo>
                    <a:pt x="97536" y="358140"/>
                  </a:lnTo>
                  <a:lnTo>
                    <a:pt x="132778" y="302895"/>
                  </a:lnTo>
                  <a:lnTo>
                    <a:pt x="150876" y="245364"/>
                  </a:lnTo>
                  <a:lnTo>
                    <a:pt x="158877" y="180022"/>
                  </a:lnTo>
                  <a:lnTo>
                    <a:pt x="160248" y="134112"/>
                  </a:lnTo>
                  <a:lnTo>
                    <a:pt x="160020" y="102108"/>
                  </a:lnTo>
                  <a:lnTo>
                    <a:pt x="172212" y="114300"/>
                  </a:lnTo>
                  <a:lnTo>
                    <a:pt x="179336" y="112306"/>
                  </a:lnTo>
                  <a:lnTo>
                    <a:pt x="186880" y="110871"/>
                  </a:lnTo>
                  <a:lnTo>
                    <a:pt x="194716" y="110020"/>
                  </a:lnTo>
                  <a:lnTo>
                    <a:pt x="202692" y="109728"/>
                  </a:lnTo>
                  <a:lnTo>
                    <a:pt x="240792" y="109728"/>
                  </a:lnTo>
                  <a:lnTo>
                    <a:pt x="239268" y="158496"/>
                  </a:lnTo>
                  <a:lnTo>
                    <a:pt x="207264" y="158496"/>
                  </a:lnTo>
                  <a:lnTo>
                    <a:pt x="185928" y="146304"/>
                  </a:lnTo>
                  <a:lnTo>
                    <a:pt x="186817" y="160261"/>
                  </a:lnTo>
                  <a:lnTo>
                    <a:pt x="187261" y="181356"/>
                  </a:lnTo>
                  <a:lnTo>
                    <a:pt x="187363" y="198120"/>
                  </a:lnTo>
                  <a:lnTo>
                    <a:pt x="187248" y="310946"/>
                  </a:lnTo>
                  <a:lnTo>
                    <a:pt x="186817" y="335788"/>
                  </a:lnTo>
                  <a:lnTo>
                    <a:pt x="185928" y="356616"/>
                  </a:lnTo>
                  <a:lnTo>
                    <a:pt x="207264" y="348996"/>
                  </a:lnTo>
                  <a:lnTo>
                    <a:pt x="207264" y="329184"/>
                  </a:lnTo>
                  <a:lnTo>
                    <a:pt x="306324" y="329184"/>
                  </a:lnTo>
                  <a:lnTo>
                    <a:pt x="306324" y="356616"/>
                  </a:lnTo>
                  <a:lnTo>
                    <a:pt x="329184" y="347472"/>
                  </a:lnTo>
                  <a:lnTo>
                    <a:pt x="328307" y="335216"/>
                  </a:lnTo>
                  <a:lnTo>
                    <a:pt x="328117" y="329184"/>
                  </a:lnTo>
                  <a:lnTo>
                    <a:pt x="327939" y="324040"/>
                  </a:lnTo>
                  <a:lnTo>
                    <a:pt x="327837" y="320040"/>
                  </a:lnTo>
                  <a:lnTo>
                    <a:pt x="327748" y="310946"/>
                  </a:lnTo>
                  <a:lnTo>
                    <a:pt x="327660" y="272796"/>
                  </a:lnTo>
                  <a:lnTo>
                    <a:pt x="327660" y="263652"/>
                  </a:lnTo>
                  <a:lnTo>
                    <a:pt x="327660" y="220980"/>
                  </a:lnTo>
                  <a:lnTo>
                    <a:pt x="327660" y="211836"/>
                  </a:lnTo>
                  <a:lnTo>
                    <a:pt x="327660" y="170688"/>
                  </a:lnTo>
                  <a:lnTo>
                    <a:pt x="331927" y="167640"/>
                  </a:lnTo>
                  <a:lnTo>
                    <a:pt x="338328" y="163068"/>
                  </a:lnTo>
                  <a:lnTo>
                    <a:pt x="332613" y="158496"/>
                  </a:lnTo>
                  <a:lnTo>
                    <a:pt x="315468" y="144780"/>
                  </a:lnTo>
                  <a:lnTo>
                    <a:pt x="306324" y="155067"/>
                  </a:lnTo>
                  <a:lnTo>
                    <a:pt x="306324" y="167640"/>
                  </a:lnTo>
                  <a:lnTo>
                    <a:pt x="306324" y="211836"/>
                  </a:lnTo>
                  <a:lnTo>
                    <a:pt x="306324" y="220980"/>
                  </a:lnTo>
                  <a:lnTo>
                    <a:pt x="306324" y="263652"/>
                  </a:lnTo>
                  <a:lnTo>
                    <a:pt x="306324" y="272796"/>
                  </a:lnTo>
                  <a:lnTo>
                    <a:pt x="306324" y="320040"/>
                  </a:lnTo>
                  <a:lnTo>
                    <a:pt x="207264" y="320040"/>
                  </a:lnTo>
                  <a:lnTo>
                    <a:pt x="207264" y="272796"/>
                  </a:lnTo>
                  <a:lnTo>
                    <a:pt x="306324" y="272796"/>
                  </a:lnTo>
                  <a:lnTo>
                    <a:pt x="306324" y="263652"/>
                  </a:lnTo>
                  <a:lnTo>
                    <a:pt x="207264" y="263652"/>
                  </a:lnTo>
                  <a:lnTo>
                    <a:pt x="207264" y="220980"/>
                  </a:lnTo>
                  <a:lnTo>
                    <a:pt x="306324" y="220980"/>
                  </a:lnTo>
                  <a:lnTo>
                    <a:pt x="306324" y="211836"/>
                  </a:lnTo>
                  <a:lnTo>
                    <a:pt x="207264" y="211836"/>
                  </a:lnTo>
                  <a:lnTo>
                    <a:pt x="207264" y="167640"/>
                  </a:lnTo>
                  <a:lnTo>
                    <a:pt x="306324" y="167640"/>
                  </a:lnTo>
                  <a:lnTo>
                    <a:pt x="306324" y="155067"/>
                  </a:lnTo>
                  <a:lnTo>
                    <a:pt x="303276" y="158496"/>
                  </a:lnTo>
                  <a:lnTo>
                    <a:pt x="262128" y="158496"/>
                  </a:lnTo>
                  <a:lnTo>
                    <a:pt x="263652" y="109728"/>
                  </a:lnTo>
                  <a:lnTo>
                    <a:pt x="359664" y="109728"/>
                  </a:lnTo>
                  <a:close/>
                </a:path>
                <a:path w="748665" h="358139">
                  <a:moveTo>
                    <a:pt x="536460" y="41148"/>
                  </a:moveTo>
                  <a:lnTo>
                    <a:pt x="510552" y="18288"/>
                  </a:lnTo>
                  <a:lnTo>
                    <a:pt x="492264" y="36576"/>
                  </a:lnTo>
                  <a:lnTo>
                    <a:pt x="394728" y="36576"/>
                  </a:lnTo>
                  <a:lnTo>
                    <a:pt x="408444" y="50292"/>
                  </a:lnTo>
                  <a:lnTo>
                    <a:pt x="416725" y="48298"/>
                  </a:lnTo>
                  <a:lnTo>
                    <a:pt x="425589" y="46863"/>
                  </a:lnTo>
                  <a:lnTo>
                    <a:pt x="435013" y="46012"/>
                  </a:lnTo>
                  <a:lnTo>
                    <a:pt x="445020" y="45720"/>
                  </a:lnTo>
                  <a:lnTo>
                    <a:pt x="457212" y="45720"/>
                  </a:lnTo>
                  <a:lnTo>
                    <a:pt x="457212" y="134112"/>
                  </a:lnTo>
                  <a:lnTo>
                    <a:pt x="400824" y="134112"/>
                  </a:lnTo>
                  <a:lnTo>
                    <a:pt x="414540" y="147828"/>
                  </a:lnTo>
                  <a:lnTo>
                    <a:pt x="422821" y="145834"/>
                  </a:lnTo>
                  <a:lnTo>
                    <a:pt x="431685" y="144399"/>
                  </a:lnTo>
                  <a:lnTo>
                    <a:pt x="441109" y="143548"/>
                  </a:lnTo>
                  <a:lnTo>
                    <a:pt x="451116" y="143256"/>
                  </a:lnTo>
                  <a:lnTo>
                    <a:pt x="457212" y="143256"/>
                  </a:lnTo>
                  <a:lnTo>
                    <a:pt x="457212" y="239268"/>
                  </a:lnTo>
                  <a:lnTo>
                    <a:pt x="440321" y="245821"/>
                  </a:lnTo>
                  <a:lnTo>
                    <a:pt x="423875" y="251650"/>
                  </a:lnTo>
                  <a:lnTo>
                    <a:pt x="407695" y="256628"/>
                  </a:lnTo>
                  <a:lnTo>
                    <a:pt x="391680" y="260604"/>
                  </a:lnTo>
                  <a:lnTo>
                    <a:pt x="408444" y="288036"/>
                  </a:lnTo>
                  <a:lnTo>
                    <a:pt x="453212" y="260604"/>
                  </a:lnTo>
                  <a:lnTo>
                    <a:pt x="488810" y="240030"/>
                  </a:lnTo>
                  <a:lnTo>
                    <a:pt x="533412" y="214884"/>
                  </a:lnTo>
                  <a:lnTo>
                    <a:pt x="531888" y="208788"/>
                  </a:lnTo>
                  <a:lnTo>
                    <a:pt x="478548" y="231648"/>
                  </a:lnTo>
                  <a:lnTo>
                    <a:pt x="478548" y="143256"/>
                  </a:lnTo>
                  <a:lnTo>
                    <a:pt x="536460" y="143256"/>
                  </a:lnTo>
                  <a:lnTo>
                    <a:pt x="512076" y="117348"/>
                  </a:lnTo>
                  <a:lnTo>
                    <a:pt x="495312" y="134112"/>
                  </a:lnTo>
                  <a:lnTo>
                    <a:pt x="478548" y="134112"/>
                  </a:lnTo>
                  <a:lnTo>
                    <a:pt x="478548" y="45720"/>
                  </a:lnTo>
                  <a:lnTo>
                    <a:pt x="478548" y="41148"/>
                  </a:lnTo>
                  <a:lnTo>
                    <a:pt x="536460" y="41148"/>
                  </a:lnTo>
                  <a:close/>
                </a:path>
                <a:path w="748665" h="358139">
                  <a:moveTo>
                    <a:pt x="736104" y="227076"/>
                  </a:moveTo>
                  <a:lnTo>
                    <a:pt x="716864" y="191744"/>
                  </a:lnTo>
                  <a:lnTo>
                    <a:pt x="682574" y="164312"/>
                  </a:lnTo>
                  <a:lnTo>
                    <a:pt x="656856" y="146304"/>
                  </a:lnTo>
                  <a:lnTo>
                    <a:pt x="653808" y="150876"/>
                  </a:lnTo>
                  <a:lnTo>
                    <a:pt x="667753" y="166306"/>
                  </a:lnTo>
                  <a:lnTo>
                    <a:pt x="679716" y="180594"/>
                  </a:lnTo>
                  <a:lnTo>
                    <a:pt x="689381" y="193738"/>
                  </a:lnTo>
                  <a:lnTo>
                    <a:pt x="696480" y="205740"/>
                  </a:lnTo>
                  <a:lnTo>
                    <a:pt x="702805" y="216839"/>
                  </a:lnTo>
                  <a:lnTo>
                    <a:pt x="708291" y="227076"/>
                  </a:lnTo>
                  <a:lnTo>
                    <a:pt x="713193" y="236181"/>
                  </a:lnTo>
                  <a:lnTo>
                    <a:pt x="717816" y="243840"/>
                  </a:lnTo>
                  <a:lnTo>
                    <a:pt x="719340" y="249936"/>
                  </a:lnTo>
                  <a:lnTo>
                    <a:pt x="722388" y="252984"/>
                  </a:lnTo>
                  <a:lnTo>
                    <a:pt x="725436" y="252984"/>
                  </a:lnTo>
                  <a:lnTo>
                    <a:pt x="728484" y="249936"/>
                  </a:lnTo>
                  <a:lnTo>
                    <a:pt x="731532" y="245364"/>
                  </a:lnTo>
                  <a:lnTo>
                    <a:pt x="734580" y="239268"/>
                  </a:lnTo>
                  <a:lnTo>
                    <a:pt x="736104" y="233172"/>
                  </a:lnTo>
                  <a:lnTo>
                    <a:pt x="736104" y="227076"/>
                  </a:lnTo>
                  <a:close/>
                </a:path>
                <a:path w="748665" h="358139">
                  <a:moveTo>
                    <a:pt x="748296" y="41148"/>
                  </a:moveTo>
                  <a:lnTo>
                    <a:pt x="723912" y="12192"/>
                  </a:lnTo>
                  <a:lnTo>
                    <a:pt x="701052" y="32004"/>
                  </a:lnTo>
                  <a:lnTo>
                    <a:pt x="533412" y="32004"/>
                  </a:lnTo>
                  <a:lnTo>
                    <a:pt x="547128" y="45720"/>
                  </a:lnTo>
                  <a:lnTo>
                    <a:pt x="556272" y="43726"/>
                  </a:lnTo>
                  <a:lnTo>
                    <a:pt x="565416" y="42291"/>
                  </a:lnTo>
                  <a:lnTo>
                    <a:pt x="574560" y="41440"/>
                  </a:lnTo>
                  <a:lnTo>
                    <a:pt x="583704" y="41148"/>
                  </a:lnTo>
                  <a:lnTo>
                    <a:pt x="627900" y="41148"/>
                  </a:lnTo>
                  <a:lnTo>
                    <a:pt x="610514" y="91452"/>
                  </a:lnTo>
                  <a:lnTo>
                    <a:pt x="589394" y="138176"/>
                  </a:lnTo>
                  <a:lnTo>
                    <a:pt x="564476" y="181381"/>
                  </a:lnTo>
                  <a:lnTo>
                    <a:pt x="535711" y="221107"/>
                  </a:lnTo>
                  <a:lnTo>
                    <a:pt x="502932" y="257556"/>
                  </a:lnTo>
                  <a:lnTo>
                    <a:pt x="505980" y="262128"/>
                  </a:lnTo>
                  <a:lnTo>
                    <a:pt x="536600" y="237871"/>
                  </a:lnTo>
                  <a:lnTo>
                    <a:pt x="564654" y="208597"/>
                  </a:lnTo>
                  <a:lnTo>
                    <a:pt x="590410" y="174485"/>
                  </a:lnTo>
                  <a:lnTo>
                    <a:pt x="614184" y="135636"/>
                  </a:lnTo>
                  <a:lnTo>
                    <a:pt x="614184" y="316992"/>
                  </a:lnTo>
                  <a:lnTo>
                    <a:pt x="612660" y="353568"/>
                  </a:lnTo>
                  <a:lnTo>
                    <a:pt x="638568" y="341376"/>
                  </a:lnTo>
                  <a:lnTo>
                    <a:pt x="637679" y="327685"/>
                  </a:lnTo>
                  <a:lnTo>
                    <a:pt x="637235" y="311848"/>
                  </a:lnTo>
                  <a:lnTo>
                    <a:pt x="637057" y="294017"/>
                  </a:lnTo>
                  <a:lnTo>
                    <a:pt x="637044" y="135636"/>
                  </a:lnTo>
                  <a:lnTo>
                    <a:pt x="637044" y="134112"/>
                  </a:lnTo>
                  <a:lnTo>
                    <a:pt x="646188" y="123444"/>
                  </a:lnTo>
                  <a:lnTo>
                    <a:pt x="626376" y="111252"/>
                  </a:lnTo>
                  <a:lnTo>
                    <a:pt x="632993" y="94094"/>
                  </a:lnTo>
                  <a:lnTo>
                    <a:pt x="639330" y="76771"/>
                  </a:lnTo>
                  <a:lnTo>
                    <a:pt x="645655" y="59182"/>
                  </a:lnTo>
                  <a:lnTo>
                    <a:pt x="652284" y="41148"/>
                  </a:lnTo>
                  <a:lnTo>
                    <a:pt x="748296" y="41148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22" name="object 22"/>
          <p:cNvSpPr/>
          <p:nvPr/>
        </p:nvSpPr>
        <p:spPr>
          <a:xfrm>
            <a:off x="8455139" y="2353055"/>
            <a:ext cx="1486535" cy="361315"/>
          </a:xfrm>
          <a:custGeom>
            <a:avLst/>
            <a:gdLst/>
            <a:ahLst/>
            <a:cxnLst/>
            <a:rect l="l" t="t" r="r" b="b"/>
            <a:pathLst>
              <a:path w="1486534" h="361314">
                <a:moveTo>
                  <a:pt x="135636" y="88404"/>
                </a:moveTo>
                <a:lnTo>
                  <a:pt x="128016" y="80784"/>
                </a:lnTo>
                <a:lnTo>
                  <a:pt x="112776" y="65544"/>
                </a:lnTo>
                <a:lnTo>
                  <a:pt x="100584" y="77736"/>
                </a:lnTo>
                <a:lnTo>
                  <a:pt x="100584" y="89928"/>
                </a:lnTo>
                <a:lnTo>
                  <a:pt x="100584" y="187464"/>
                </a:lnTo>
                <a:lnTo>
                  <a:pt x="100584" y="196608"/>
                </a:lnTo>
                <a:lnTo>
                  <a:pt x="100584" y="303288"/>
                </a:lnTo>
                <a:lnTo>
                  <a:pt x="21336" y="303288"/>
                </a:lnTo>
                <a:lnTo>
                  <a:pt x="21336" y="196608"/>
                </a:lnTo>
                <a:lnTo>
                  <a:pt x="100584" y="196608"/>
                </a:lnTo>
                <a:lnTo>
                  <a:pt x="100584" y="187464"/>
                </a:lnTo>
                <a:lnTo>
                  <a:pt x="21336" y="187464"/>
                </a:lnTo>
                <a:lnTo>
                  <a:pt x="21336" y="89928"/>
                </a:lnTo>
                <a:lnTo>
                  <a:pt x="100584" y="89928"/>
                </a:lnTo>
                <a:lnTo>
                  <a:pt x="100584" y="77736"/>
                </a:lnTo>
                <a:lnTo>
                  <a:pt x="97536" y="80784"/>
                </a:lnTo>
                <a:lnTo>
                  <a:pt x="47244" y="80784"/>
                </a:lnTo>
                <a:lnTo>
                  <a:pt x="59245" y="56464"/>
                </a:lnTo>
                <a:lnTo>
                  <a:pt x="70104" y="38303"/>
                </a:lnTo>
                <a:lnTo>
                  <a:pt x="79819" y="26123"/>
                </a:lnTo>
                <a:lnTo>
                  <a:pt x="88392" y="19824"/>
                </a:lnTo>
                <a:lnTo>
                  <a:pt x="54864" y="1536"/>
                </a:lnTo>
                <a:lnTo>
                  <a:pt x="52895" y="16700"/>
                </a:lnTo>
                <a:lnTo>
                  <a:pt x="49339" y="34874"/>
                </a:lnTo>
                <a:lnTo>
                  <a:pt x="44373" y="56184"/>
                </a:lnTo>
                <a:lnTo>
                  <a:pt x="38100" y="80784"/>
                </a:lnTo>
                <a:lnTo>
                  <a:pt x="22860" y="80784"/>
                </a:lnTo>
                <a:lnTo>
                  <a:pt x="0" y="67068"/>
                </a:lnTo>
                <a:lnTo>
                  <a:pt x="241" y="102501"/>
                </a:lnTo>
                <a:lnTo>
                  <a:pt x="1295" y="173367"/>
                </a:lnTo>
                <a:lnTo>
                  <a:pt x="1485" y="201561"/>
                </a:lnTo>
                <a:lnTo>
                  <a:pt x="1371" y="231660"/>
                </a:lnTo>
                <a:lnTo>
                  <a:pt x="1295" y="244246"/>
                </a:lnTo>
                <a:lnTo>
                  <a:pt x="304" y="311670"/>
                </a:lnTo>
                <a:lnTo>
                  <a:pt x="177" y="325094"/>
                </a:lnTo>
                <a:lnTo>
                  <a:pt x="0" y="352056"/>
                </a:lnTo>
                <a:lnTo>
                  <a:pt x="21336" y="339864"/>
                </a:lnTo>
                <a:lnTo>
                  <a:pt x="21336" y="313956"/>
                </a:lnTo>
                <a:lnTo>
                  <a:pt x="100584" y="313956"/>
                </a:lnTo>
                <a:lnTo>
                  <a:pt x="100584" y="345960"/>
                </a:lnTo>
                <a:lnTo>
                  <a:pt x="121920" y="333768"/>
                </a:lnTo>
                <a:lnTo>
                  <a:pt x="121386" y="313956"/>
                </a:lnTo>
                <a:lnTo>
                  <a:pt x="121272" y="309384"/>
                </a:lnTo>
                <a:lnTo>
                  <a:pt x="120738" y="269379"/>
                </a:lnTo>
                <a:lnTo>
                  <a:pt x="120459" y="196608"/>
                </a:lnTo>
                <a:lnTo>
                  <a:pt x="120396" y="99072"/>
                </a:lnTo>
                <a:lnTo>
                  <a:pt x="133464" y="89928"/>
                </a:lnTo>
                <a:lnTo>
                  <a:pt x="135636" y="88404"/>
                </a:lnTo>
                <a:close/>
              </a:path>
              <a:path w="1486534" h="361314">
                <a:moveTo>
                  <a:pt x="216408" y="208800"/>
                </a:moveTo>
                <a:lnTo>
                  <a:pt x="214884" y="201180"/>
                </a:lnTo>
                <a:lnTo>
                  <a:pt x="210312" y="193560"/>
                </a:lnTo>
                <a:lnTo>
                  <a:pt x="205790" y="185839"/>
                </a:lnTo>
                <a:lnTo>
                  <a:pt x="196977" y="176415"/>
                </a:lnTo>
                <a:lnTo>
                  <a:pt x="184175" y="165265"/>
                </a:lnTo>
                <a:lnTo>
                  <a:pt x="167640" y="152412"/>
                </a:lnTo>
                <a:lnTo>
                  <a:pt x="164592" y="156984"/>
                </a:lnTo>
                <a:lnTo>
                  <a:pt x="174879" y="171843"/>
                </a:lnTo>
                <a:lnTo>
                  <a:pt x="182880" y="186702"/>
                </a:lnTo>
                <a:lnTo>
                  <a:pt x="188595" y="201561"/>
                </a:lnTo>
                <a:lnTo>
                  <a:pt x="192024" y="216420"/>
                </a:lnTo>
                <a:lnTo>
                  <a:pt x="195072" y="231660"/>
                </a:lnTo>
                <a:lnTo>
                  <a:pt x="198120" y="237756"/>
                </a:lnTo>
                <a:lnTo>
                  <a:pt x="204216" y="237756"/>
                </a:lnTo>
                <a:lnTo>
                  <a:pt x="207264" y="236232"/>
                </a:lnTo>
                <a:lnTo>
                  <a:pt x="210312" y="230136"/>
                </a:lnTo>
                <a:lnTo>
                  <a:pt x="214884" y="225564"/>
                </a:lnTo>
                <a:lnTo>
                  <a:pt x="216408" y="219468"/>
                </a:lnTo>
                <a:lnTo>
                  <a:pt x="216408" y="208800"/>
                </a:lnTo>
                <a:close/>
              </a:path>
              <a:path w="1486534" h="361314">
                <a:moveTo>
                  <a:pt x="313944" y="91452"/>
                </a:moveTo>
                <a:lnTo>
                  <a:pt x="307441" y="85356"/>
                </a:lnTo>
                <a:lnTo>
                  <a:pt x="289560" y="68592"/>
                </a:lnTo>
                <a:lnTo>
                  <a:pt x="272796" y="85356"/>
                </a:lnTo>
                <a:lnTo>
                  <a:pt x="190500" y="85356"/>
                </a:lnTo>
                <a:lnTo>
                  <a:pt x="203098" y="60794"/>
                </a:lnTo>
                <a:lnTo>
                  <a:pt x="213550" y="42113"/>
                </a:lnTo>
                <a:lnTo>
                  <a:pt x="222008" y="29413"/>
                </a:lnTo>
                <a:lnTo>
                  <a:pt x="228600" y="22872"/>
                </a:lnTo>
                <a:lnTo>
                  <a:pt x="195072" y="3060"/>
                </a:lnTo>
                <a:lnTo>
                  <a:pt x="185928" y="40589"/>
                </a:lnTo>
                <a:lnTo>
                  <a:pt x="172212" y="79260"/>
                </a:lnTo>
                <a:lnTo>
                  <a:pt x="152590" y="120408"/>
                </a:lnTo>
                <a:lnTo>
                  <a:pt x="124968" y="166128"/>
                </a:lnTo>
                <a:lnTo>
                  <a:pt x="129540" y="169176"/>
                </a:lnTo>
                <a:lnTo>
                  <a:pt x="144386" y="153212"/>
                </a:lnTo>
                <a:lnTo>
                  <a:pt x="159067" y="135267"/>
                </a:lnTo>
                <a:lnTo>
                  <a:pt x="173482" y="115595"/>
                </a:lnTo>
                <a:lnTo>
                  <a:pt x="187452" y="94500"/>
                </a:lnTo>
                <a:lnTo>
                  <a:pt x="275844" y="94500"/>
                </a:lnTo>
                <a:lnTo>
                  <a:pt x="274662" y="171843"/>
                </a:lnTo>
                <a:lnTo>
                  <a:pt x="273342" y="230136"/>
                </a:lnTo>
                <a:lnTo>
                  <a:pt x="271780" y="269379"/>
                </a:lnTo>
                <a:lnTo>
                  <a:pt x="262509" y="311670"/>
                </a:lnTo>
                <a:lnTo>
                  <a:pt x="248412" y="318528"/>
                </a:lnTo>
                <a:lnTo>
                  <a:pt x="238988" y="317957"/>
                </a:lnTo>
                <a:lnTo>
                  <a:pt x="226695" y="316242"/>
                </a:lnTo>
                <a:lnTo>
                  <a:pt x="211556" y="313385"/>
                </a:lnTo>
                <a:lnTo>
                  <a:pt x="193548" y="309384"/>
                </a:lnTo>
                <a:lnTo>
                  <a:pt x="193548" y="318528"/>
                </a:lnTo>
                <a:lnTo>
                  <a:pt x="212979" y="325094"/>
                </a:lnTo>
                <a:lnTo>
                  <a:pt x="227838" y="333387"/>
                </a:lnTo>
                <a:lnTo>
                  <a:pt x="238125" y="343382"/>
                </a:lnTo>
                <a:lnTo>
                  <a:pt x="243840" y="355104"/>
                </a:lnTo>
                <a:lnTo>
                  <a:pt x="254419" y="350761"/>
                </a:lnTo>
                <a:lnTo>
                  <a:pt x="284607" y="325005"/>
                </a:lnTo>
                <a:lnTo>
                  <a:pt x="293357" y="283425"/>
                </a:lnTo>
                <a:lnTo>
                  <a:pt x="295465" y="242328"/>
                </a:lnTo>
                <a:lnTo>
                  <a:pt x="297307" y="181787"/>
                </a:lnTo>
                <a:lnTo>
                  <a:pt x="298704" y="102120"/>
                </a:lnTo>
                <a:lnTo>
                  <a:pt x="309600" y="94500"/>
                </a:lnTo>
                <a:lnTo>
                  <a:pt x="313944" y="91452"/>
                </a:lnTo>
                <a:close/>
              </a:path>
              <a:path w="1486534" h="361314">
                <a:moveTo>
                  <a:pt x="454152" y="45720"/>
                </a:moveTo>
                <a:lnTo>
                  <a:pt x="449580" y="38100"/>
                </a:lnTo>
                <a:lnTo>
                  <a:pt x="440436" y="32004"/>
                </a:lnTo>
                <a:lnTo>
                  <a:pt x="433006" y="26289"/>
                </a:lnTo>
                <a:lnTo>
                  <a:pt x="424434" y="20574"/>
                </a:lnTo>
                <a:lnTo>
                  <a:pt x="414718" y="14859"/>
                </a:lnTo>
                <a:lnTo>
                  <a:pt x="403860" y="9144"/>
                </a:lnTo>
                <a:lnTo>
                  <a:pt x="402336" y="13716"/>
                </a:lnTo>
                <a:lnTo>
                  <a:pt x="411124" y="24269"/>
                </a:lnTo>
                <a:lnTo>
                  <a:pt x="418909" y="35242"/>
                </a:lnTo>
                <a:lnTo>
                  <a:pt x="425272" y="46507"/>
                </a:lnTo>
                <a:lnTo>
                  <a:pt x="429768" y="57912"/>
                </a:lnTo>
                <a:lnTo>
                  <a:pt x="434340" y="68580"/>
                </a:lnTo>
                <a:lnTo>
                  <a:pt x="437388" y="74676"/>
                </a:lnTo>
                <a:lnTo>
                  <a:pt x="443484" y="74676"/>
                </a:lnTo>
                <a:lnTo>
                  <a:pt x="448056" y="70104"/>
                </a:lnTo>
                <a:lnTo>
                  <a:pt x="452628" y="67056"/>
                </a:lnTo>
                <a:lnTo>
                  <a:pt x="454152" y="60960"/>
                </a:lnTo>
                <a:lnTo>
                  <a:pt x="454152" y="45720"/>
                </a:lnTo>
                <a:close/>
              </a:path>
              <a:path w="1486534" h="361314">
                <a:moveTo>
                  <a:pt x="713232" y="172212"/>
                </a:moveTo>
                <a:lnTo>
                  <a:pt x="687324" y="144780"/>
                </a:lnTo>
                <a:lnTo>
                  <a:pt x="667512" y="163068"/>
                </a:lnTo>
                <a:lnTo>
                  <a:pt x="594360" y="163068"/>
                </a:lnTo>
                <a:lnTo>
                  <a:pt x="596366" y="148234"/>
                </a:lnTo>
                <a:lnTo>
                  <a:pt x="597789" y="131254"/>
                </a:lnTo>
                <a:lnTo>
                  <a:pt x="598652" y="112280"/>
                </a:lnTo>
                <a:lnTo>
                  <a:pt x="598932" y="91440"/>
                </a:lnTo>
                <a:lnTo>
                  <a:pt x="688848" y="91440"/>
                </a:lnTo>
                <a:lnTo>
                  <a:pt x="679704" y="82296"/>
                </a:lnTo>
                <a:lnTo>
                  <a:pt x="661416" y="64008"/>
                </a:lnTo>
                <a:lnTo>
                  <a:pt x="643128" y="82296"/>
                </a:lnTo>
                <a:lnTo>
                  <a:pt x="598932" y="82296"/>
                </a:lnTo>
                <a:lnTo>
                  <a:pt x="598932" y="32004"/>
                </a:lnTo>
                <a:lnTo>
                  <a:pt x="611124" y="21336"/>
                </a:lnTo>
                <a:lnTo>
                  <a:pt x="576072" y="6096"/>
                </a:lnTo>
                <a:lnTo>
                  <a:pt x="577354" y="45720"/>
                </a:lnTo>
                <a:lnTo>
                  <a:pt x="577596" y="82296"/>
                </a:lnTo>
                <a:lnTo>
                  <a:pt x="524256" y="82296"/>
                </a:lnTo>
                <a:lnTo>
                  <a:pt x="529717" y="69748"/>
                </a:lnTo>
                <a:lnTo>
                  <a:pt x="534733" y="59626"/>
                </a:lnTo>
                <a:lnTo>
                  <a:pt x="539483" y="52082"/>
                </a:lnTo>
                <a:lnTo>
                  <a:pt x="544068" y="47244"/>
                </a:lnTo>
                <a:lnTo>
                  <a:pt x="515112" y="32004"/>
                </a:lnTo>
                <a:lnTo>
                  <a:pt x="505688" y="77444"/>
                </a:lnTo>
                <a:lnTo>
                  <a:pt x="488632" y="121158"/>
                </a:lnTo>
                <a:lnTo>
                  <a:pt x="472440" y="150876"/>
                </a:lnTo>
                <a:lnTo>
                  <a:pt x="475488" y="153924"/>
                </a:lnTo>
                <a:lnTo>
                  <a:pt x="488632" y="140525"/>
                </a:lnTo>
                <a:lnTo>
                  <a:pt x="500634" y="125539"/>
                </a:lnTo>
                <a:lnTo>
                  <a:pt x="511492" y="109143"/>
                </a:lnTo>
                <a:lnTo>
                  <a:pt x="521208" y="91440"/>
                </a:lnTo>
                <a:lnTo>
                  <a:pt x="577596" y="91440"/>
                </a:lnTo>
                <a:lnTo>
                  <a:pt x="577316" y="109715"/>
                </a:lnTo>
                <a:lnTo>
                  <a:pt x="576453" y="127825"/>
                </a:lnTo>
                <a:lnTo>
                  <a:pt x="575030" y="145669"/>
                </a:lnTo>
                <a:lnTo>
                  <a:pt x="573024" y="163068"/>
                </a:lnTo>
                <a:lnTo>
                  <a:pt x="463296" y="163068"/>
                </a:lnTo>
                <a:lnTo>
                  <a:pt x="477012" y="176784"/>
                </a:lnTo>
                <a:lnTo>
                  <a:pt x="485000" y="174790"/>
                </a:lnTo>
                <a:lnTo>
                  <a:pt x="492823" y="173355"/>
                </a:lnTo>
                <a:lnTo>
                  <a:pt x="500380" y="172504"/>
                </a:lnTo>
                <a:lnTo>
                  <a:pt x="507492" y="172212"/>
                </a:lnTo>
                <a:lnTo>
                  <a:pt x="571500" y="172212"/>
                </a:lnTo>
                <a:lnTo>
                  <a:pt x="560984" y="206844"/>
                </a:lnTo>
                <a:lnTo>
                  <a:pt x="541020" y="237744"/>
                </a:lnTo>
                <a:lnTo>
                  <a:pt x="511924" y="265226"/>
                </a:lnTo>
                <a:lnTo>
                  <a:pt x="473964" y="289560"/>
                </a:lnTo>
                <a:lnTo>
                  <a:pt x="477012" y="294132"/>
                </a:lnTo>
                <a:lnTo>
                  <a:pt x="513854" y="277901"/>
                </a:lnTo>
                <a:lnTo>
                  <a:pt x="544258" y="256794"/>
                </a:lnTo>
                <a:lnTo>
                  <a:pt x="568096" y="231127"/>
                </a:lnTo>
                <a:lnTo>
                  <a:pt x="585216" y="201168"/>
                </a:lnTo>
                <a:lnTo>
                  <a:pt x="596646" y="210108"/>
                </a:lnTo>
                <a:lnTo>
                  <a:pt x="641794" y="247154"/>
                </a:lnTo>
                <a:lnTo>
                  <a:pt x="667512" y="277368"/>
                </a:lnTo>
                <a:lnTo>
                  <a:pt x="676656" y="291084"/>
                </a:lnTo>
                <a:lnTo>
                  <a:pt x="682752" y="291084"/>
                </a:lnTo>
                <a:lnTo>
                  <a:pt x="684276" y="289560"/>
                </a:lnTo>
                <a:lnTo>
                  <a:pt x="687324" y="284988"/>
                </a:lnTo>
                <a:lnTo>
                  <a:pt x="690372" y="275844"/>
                </a:lnTo>
                <a:lnTo>
                  <a:pt x="690372" y="271272"/>
                </a:lnTo>
                <a:lnTo>
                  <a:pt x="658545" y="234315"/>
                </a:lnTo>
                <a:lnTo>
                  <a:pt x="616775" y="211455"/>
                </a:lnTo>
                <a:lnTo>
                  <a:pt x="586740" y="196596"/>
                </a:lnTo>
                <a:lnTo>
                  <a:pt x="592836" y="172212"/>
                </a:lnTo>
                <a:lnTo>
                  <a:pt x="713232" y="172212"/>
                </a:lnTo>
                <a:close/>
              </a:path>
              <a:path w="1486534" h="361314">
                <a:moveTo>
                  <a:pt x="719328" y="309372"/>
                </a:moveTo>
                <a:lnTo>
                  <a:pt x="679310" y="314236"/>
                </a:lnTo>
                <a:lnTo>
                  <a:pt x="641413" y="317373"/>
                </a:lnTo>
                <a:lnTo>
                  <a:pt x="610831" y="318604"/>
                </a:lnTo>
                <a:lnTo>
                  <a:pt x="571500" y="318516"/>
                </a:lnTo>
                <a:lnTo>
                  <a:pt x="515493" y="312610"/>
                </a:lnTo>
                <a:lnTo>
                  <a:pt x="468083" y="290703"/>
                </a:lnTo>
                <a:lnTo>
                  <a:pt x="440436" y="266700"/>
                </a:lnTo>
                <a:lnTo>
                  <a:pt x="440436" y="147828"/>
                </a:lnTo>
                <a:lnTo>
                  <a:pt x="451612" y="141732"/>
                </a:lnTo>
                <a:lnTo>
                  <a:pt x="457200" y="138684"/>
                </a:lnTo>
                <a:lnTo>
                  <a:pt x="431292" y="114300"/>
                </a:lnTo>
                <a:lnTo>
                  <a:pt x="413004" y="132588"/>
                </a:lnTo>
                <a:lnTo>
                  <a:pt x="358140" y="132588"/>
                </a:lnTo>
                <a:lnTo>
                  <a:pt x="371856" y="146304"/>
                </a:lnTo>
                <a:lnTo>
                  <a:pt x="379603" y="144310"/>
                </a:lnTo>
                <a:lnTo>
                  <a:pt x="386905" y="142875"/>
                </a:lnTo>
                <a:lnTo>
                  <a:pt x="393941" y="142024"/>
                </a:lnTo>
                <a:lnTo>
                  <a:pt x="400812" y="141732"/>
                </a:lnTo>
                <a:lnTo>
                  <a:pt x="420624" y="141732"/>
                </a:lnTo>
                <a:lnTo>
                  <a:pt x="420624" y="266700"/>
                </a:lnTo>
                <a:lnTo>
                  <a:pt x="373913" y="296926"/>
                </a:lnTo>
                <a:lnTo>
                  <a:pt x="359664" y="306324"/>
                </a:lnTo>
                <a:lnTo>
                  <a:pt x="379476" y="329184"/>
                </a:lnTo>
                <a:lnTo>
                  <a:pt x="384860" y="319811"/>
                </a:lnTo>
                <a:lnTo>
                  <a:pt x="391668" y="310134"/>
                </a:lnTo>
                <a:lnTo>
                  <a:pt x="423291" y="278130"/>
                </a:lnTo>
                <a:lnTo>
                  <a:pt x="431292" y="274320"/>
                </a:lnTo>
                <a:lnTo>
                  <a:pt x="435343" y="276593"/>
                </a:lnTo>
                <a:lnTo>
                  <a:pt x="440817" y="280987"/>
                </a:lnTo>
                <a:lnTo>
                  <a:pt x="457200" y="295656"/>
                </a:lnTo>
                <a:lnTo>
                  <a:pt x="466686" y="305371"/>
                </a:lnTo>
                <a:lnTo>
                  <a:pt x="477012" y="313944"/>
                </a:lnTo>
                <a:lnTo>
                  <a:pt x="515137" y="331927"/>
                </a:lnTo>
                <a:lnTo>
                  <a:pt x="571500" y="339852"/>
                </a:lnTo>
                <a:lnTo>
                  <a:pt x="624078" y="341185"/>
                </a:lnTo>
                <a:lnTo>
                  <a:pt x="690372" y="341376"/>
                </a:lnTo>
                <a:lnTo>
                  <a:pt x="692327" y="333933"/>
                </a:lnTo>
                <a:lnTo>
                  <a:pt x="697992" y="327469"/>
                </a:lnTo>
                <a:lnTo>
                  <a:pt x="707097" y="321881"/>
                </a:lnTo>
                <a:lnTo>
                  <a:pt x="714794" y="318808"/>
                </a:lnTo>
                <a:lnTo>
                  <a:pt x="719328" y="316992"/>
                </a:lnTo>
                <a:lnTo>
                  <a:pt x="719328" y="309372"/>
                </a:lnTo>
                <a:close/>
              </a:path>
              <a:path w="1486534" h="361314">
                <a:moveTo>
                  <a:pt x="886980" y="21336"/>
                </a:moveTo>
                <a:lnTo>
                  <a:pt x="853452" y="0"/>
                </a:lnTo>
                <a:lnTo>
                  <a:pt x="846302" y="24320"/>
                </a:lnTo>
                <a:lnTo>
                  <a:pt x="838593" y="47053"/>
                </a:lnTo>
                <a:lnTo>
                  <a:pt x="830300" y="68376"/>
                </a:lnTo>
                <a:lnTo>
                  <a:pt x="821448" y="88392"/>
                </a:lnTo>
                <a:lnTo>
                  <a:pt x="813181" y="107492"/>
                </a:lnTo>
                <a:lnTo>
                  <a:pt x="795515" y="142836"/>
                </a:lnTo>
                <a:lnTo>
                  <a:pt x="768680" y="187071"/>
                </a:lnTo>
                <a:lnTo>
                  <a:pt x="749820" y="213360"/>
                </a:lnTo>
                <a:lnTo>
                  <a:pt x="754392" y="217932"/>
                </a:lnTo>
                <a:lnTo>
                  <a:pt x="770915" y="201129"/>
                </a:lnTo>
                <a:lnTo>
                  <a:pt x="788301" y="180594"/>
                </a:lnTo>
                <a:lnTo>
                  <a:pt x="806246" y="156641"/>
                </a:lnTo>
                <a:lnTo>
                  <a:pt x="824496" y="129540"/>
                </a:lnTo>
                <a:lnTo>
                  <a:pt x="824382" y="318160"/>
                </a:lnTo>
                <a:lnTo>
                  <a:pt x="824293" y="326136"/>
                </a:lnTo>
                <a:lnTo>
                  <a:pt x="823849" y="342620"/>
                </a:lnTo>
                <a:lnTo>
                  <a:pt x="822972" y="361188"/>
                </a:lnTo>
                <a:lnTo>
                  <a:pt x="847356" y="350520"/>
                </a:lnTo>
                <a:lnTo>
                  <a:pt x="846467" y="335953"/>
                </a:lnTo>
                <a:lnTo>
                  <a:pt x="846023" y="321945"/>
                </a:lnTo>
                <a:lnTo>
                  <a:pt x="845947" y="315849"/>
                </a:lnTo>
                <a:lnTo>
                  <a:pt x="845832" y="131064"/>
                </a:lnTo>
                <a:lnTo>
                  <a:pt x="847356" y="129540"/>
                </a:lnTo>
                <a:lnTo>
                  <a:pt x="856500" y="120396"/>
                </a:lnTo>
                <a:lnTo>
                  <a:pt x="861072" y="54864"/>
                </a:lnTo>
                <a:lnTo>
                  <a:pt x="880999" y="25298"/>
                </a:lnTo>
                <a:lnTo>
                  <a:pt x="886980" y="21336"/>
                </a:lnTo>
                <a:close/>
              </a:path>
              <a:path w="1486534" h="361314">
                <a:moveTo>
                  <a:pt x="1080528" y="70104"/>
                </a:moveTo>
                <a:lnTo>
                  <a:pt x="1036713" y="36271"/>
                </a:lnTo>
                <a:lnTo>
                  <a:pt x="1010424" y="27432"/>
                </a:lnTo>
                <a:lnTo>
                  <a:pt x="1008900" y="33528"/>
                </a:lnTo>
                <a:lnTo>
                  <a:pt x="1024610" y="45821"/>
                </a:lnTo>
                <a:lnTo>
                  <a:pt x="1037475" y="57531"/>
                </a:lnTo>
                <a:lnTo>
                  <a:pt x="1047470" y="68681"/>
                </a:lnTo>
                <a:lnTo>
                  <a:pt x="1054620" y="79248"/>
                </a:lnTo>
                <a:lnTo>
                  <a:pt x="1059192" y="88392"/>
                </a:lnTo>
                <a:lnTo>
                  <a:pt x="1063764" y="92964"/>
                </a:lnTo>
                <a:lnTo>
                  <a:pt x="1069860" y="92964"/>
                </a:lnTo>
                <a:lnTo>
                  <a:pt x="1072908" y="89916"/>
                </a:lnTo>
                <a:lnTo>
                  <a:pt x="1079004" y="80772"/>
                </a:lnTo>
                <a:lnTo>
                  <a:pt x="1080528" y="77724"/>
                </a:lnTo>
                <a:lnTo>
                  <a:pt x="1080528" y="70104"/>
                </a:lnTo>
                <a:close/>
              </a:path>
              <a:path w="1486534" h="361314">
                <a:moveTo>
                  <a:pt x="1106436" y="358140"/>
                </a:moveTo>
                <a:lnTo>
                  <a:pt x="1096721" y="315849"/>
                </a:lnTo>
                <a:lnTo>
                  <a:pt x="1097292" y="300990"/>
                </a:lnTo>
                <a:lnTo>
                  <a:pt x="1099007" y="281559"/>
                </a:lnTo>
                <a:lnTo>
                  <a:pt x="1101864" y="257556"/>
                </a:lnTo>
                <a:lnTo>
                  <a:pt x="1095768" y="257556"/>
                </a:lnTo>
                <a:lnTo>
                  <a:pt x="1075956" y="326136"/>
                </a:lnTo>
                <a:lnTo>
                  <a:pt x="1059192" y="315849"/>
                </a:lnTo>
                <a:lnTo>
                  <a:pt x="1043000" y="302895"/>
                </a:lnTo>
                <a:lnTo>
                  <a:pt x="1013472" y="268224"/>
                </a:lnTo>
                <a:lnTo>
                  <a:pt x="990612" y="215265"/>
                </a:lnTo>
                <a:lnTo>
                  <a:pt x="977099" y="138684"/>
                </a:lnTo>
                <a:lnTo>
                  <a:pt x="976896" y="137160"/>
                </a:lnTo>
                <a:lnTo>
                  <a:pt x="1101864" y="129540"/>
                </a:lnTo>
                <a:lnTo>
                  <a:pt x="1100061" y="128016"/>
                </a:lnTo>
                <a:lnTo>
                  <a:pt x="1071384" y="103632"/>
                </a:lnTo>
                <a:lnTo>
                  <a:pt x="1050048" y="123444"/>
                </a:lnTo>
                <a:lnTo>
                  <a:pt x="975372" y="128016"/>
                </a:lnTo>
                <a:lnTo>
                  <a:pt x="974229" y="111429"/>
                </a:lnTo>
                <a:lnTo>
                  <a:pt x="973086" y="91249"/>
                </a:lnTo>
                <a:lnTo>
                  <a:pt x="972070" y="70104"/>
                </a:lnTo>
                <a:lnTo>
                  <a:pt x="970800" y="39624"/>
                </a:lnTo>
                <a:lnTo>
                  <a:pt x="982992" y="28956"/>
                </a:lnTo>
                <a:lnTo>
                  <a:pt x="946416" y="10668"/>
                </a:lnTo>
                <a:lnTo>
                  <a:pt x="947521" y="24320"/>
                </a:lnTo>
                <a:lnTo>
                  <a:pt x="948512" y="38100"/>
                </a:lnTo>
                <a:lnTo>
                  <a:pt x="949185" y="51650"/>
                </a:lnTo>
                <a:lnTo>
                  <a:pt x="949464" y="65532"/>
                </a:lnTo>
                <a:lnTo>
                  <a:pt x="950493" y="77724"/>
                </a:lnTo>
                <a:lnTo>
                  <a:pt x="951318" y="88392"/>
                </a:lnTo>
                <a:lnTo>
                  <a:pt x="952893" y="110972"/>
                </a:lnTo>
                <a:lnTo>
                  <a:pt x="954036" y="129540"/>
                </a:lnTo>
                <a:lnTo>
                  <a:pt x="864120" y="134112"/>
                </a:lnTo>
                <a:lnTo>
                  <a:pt x="879360" y="146304"/>
                </a:lnTo>
                <a:lnTo>
                  <a:pt x="893076" y="141732"/>
                </a:lnTo>
                <a:lnTo>
                  <a:pt x="955560" y="138684"/>
                </a:lnTo>
                <a:lnTo>
                  <a:pt x="961821" y="181216"/>
                </a:lnTo>
                <a:lnTo>
                  <a:pt x="969086" y="217170"/>
                </a:lnTo>
                <a:lnTo>
                  <a:pt x="986040" y="268224"/>
                </a:lnTo>
                <a:lnTo>
                  <a:pt x="1008900" y="303466"/>
                </a:lnTo>
                <a:lnTo>
                  <a:pt x="1036332" y="330708"/>
                </a:lnTo>
                <a:lnTo>
                  <a:pt x="1074051" y="353428"/>
                </a:lnTo>
                <a:lnTo>
                  <a:pt x="1097292" y="361188"/>
                </a:lnTo>
                <a:lnTo>
                  <a:pt x="1104912" y="361188"/>
                </a:lnTo>
                <a:lnTo>
                  <a:pt x="1106436" y="358140"/>
                </a:lnTo>
                <a:close/>
              </a:path>
              <a:path w="1486534" h="361314">
                <a:moveTo>
                  <a:pt x="1455432" y="202692"/>
                </a:moveTo>
                <a:lnTo>
                  <a:pt x="1449336" y="196596"/>
                </a:lnTo>
                <a:lnTo>
                  <a:pt x="1434096" y="181356"/>
                </a:lnTo>
                <a:lnTo>
                  <a:pt x="1421904" y="193548"/>
                </a:lnTo>
                <a:lnTo>
                  <a:pt x="1421904" y="205740"/>
                </a:lnTo>
                <a:lnTo>
                  <a:pt x="1421904" y="303276"/>
                </a:lnTo>
                <a:lnTo>
                  <a:pt x="1284744" y="303276"/>
                </a:lnTo>
                <a:lnTo>
                  <a:pt x="1284744" y="205740"/>
                </a:lnTo>
                <a:lnTo>
                  <a:pt x="1421904" y="205740"/>
                </a:lnTo>
                <a:lnTo>
                  <a:pt x="1421904" y="193548"/>
                </a:lnTo>
                <a:lnTo>
                  <a:pt x="1418856" y="196596"/>
                </a:lnTo>
                <a:lnTo>
                  <a:pt x="1287792" y="196596"/>
                </a:lnTo>
                <a:lnTo>
                  <a:pt x="1261884" y="182880"/>
                </a:lnTo>
                <a:lnTo>
                  <a:pt x="1262164" y="202692"/>
                </a:lnTo>
                <a:lnTo>
                  <a:pt x="1263154" y="241706"/>
                </a:lnTo>
                <a:lnTo>
                  <a:pt x="1263383" y="263652"/>
                </a:lnTo>
                <a:lnTo>
                  <a:pt x="1263319" y="272796"/>
                </a:lnTo>
                <a:lnTo>
                  <a:pt x="1261478" y="330123"/>
                </a:lnTo>
                <a:lnTo>
                  <a:pt x="1260360" y="348996"/>
                </a:lnTo>
                <a:lnTo>
                  <a:pt x="1284744" y="338328"/>
                </a:lnTo>
                <a:lnTo>
                  <a:pt x="1284744" y="313944"/>
                </a:lnTo>
                <a:lnTo>
                  <a:pt x="1421904" y="313944"/>
                </a:lnTo>
                <a:lnTo>
                  <a:pt x="1421904" y="341376"/>
                </a:lnTo>
                <a:lnTo>
                  <a:pt x="1444764" y="332232"/>
                </a:lnTo>
                <a:lnTo>
                  <a:pt x="1444523" y="322567"/>
                </a:lnTo>
                <a:lnTo>
                  <a:pt x="1444091" y="313944"/>
                </a:lnTo>
                <a:lnTo>
                  <a:pt x="1443583" y="303276"/>
                </a:lnTo>
                <a:lnTo>
                  <a:pt x="1443469" y="300951"/>
                </a:lnTo>
                <a:lnTo>
                  <a:pt x="1443240" y="289560"/>
                </a:lnTo>
                <a:lnTo>
                  <a:pt x="1443240" y="211836"/>
                </a:lnTo>
                <a:lnTo>
                  <a:pt x="1451368" y="205740"/>
                </a:lnTo>
                <a:lnTo>
                  <a:pt x="1455432" y="202692"/>
                </a:lnTo>
                <a:close/>
              </a:path>
              <a:path w="1486534" h="361314">
                <a:moveTo>
                  <a:pt x="1485912" y="132588"/>
                </a:moveTo>
                <a:lnTo>
                  <a:pt x="1477238" y="123444"/>
                </a:lnTo>
                <a:lnTo>
                  <a:pt x="1458480" y="103632"/>
                </a:lnTo>
                <a:lnTo>
                  <a:pt x="1438668" y="123444"/>
                </a:lnTo>
                <a:lnTo>
                  <a:pt x="1226832" y="123444"/>
                </a:lnTo>
                <a:lnTo>
                  <a:pt x="1226832" y="60960"/>
                </a:lnTo>
                <a:lnTo>
                  <a:pt x="1265618" y="58153"/>
                </a:lnTo>
                <a:lnTo>
                  <a:pt x="1303985" y="54483"/>
                </a:lnTo>
                <a:lnTo>
                  <a:pt x="1327581" y="51816"/>
                </a:lnTo>
                <a:lnTo>
                  <a:pt x="1341488" y="50253"/>
                </a:lnTo>
                <a:lnTo>
                  <a:pt x="1409966" y="41744"/>
                </a:lnTo>
                <a:lnTo>
                  <a:pt x="1435811" y="39052"/>
                </a:lnTo>
                <a:lnTo>
                  <a:pt x="1455064" y="37795"/>
                </a:lnTo>
                <a:lnTo>
                  <a:pt x="1467624" y="38100"/>
                </a:lnTo>
                <a:lnTo>
                  <a:pt x="1467396" y="37795"/>
                </a:lnTo>
                <a:lnTo>
                  <a:pt x="1446288" y="9144"/>
                </a:lnTo>
                <a:lnTo>
                  <a:pt x="1434833" y="14008"/>
                </a:lnTo>
                <a:lnTo>
                  <a:pt x="1418666" y="19431"/>
                </a:lnTo>
                <a:lnTo>
                  <a:pt x="1371612" y="32004"/>
                </a:lnTo>
                <a:lnTo>
                  <a:pt x="1307414" y="42481"/>
                </a:lnTo>
                <a:lnTo>
                  <a:pt x="1228356" y="51816"/>
                </a:lnTo>
                <a:lnTo>
                  <a:pt x="1203972" y="36576"/>
                </a:lnTo>
                <a:lnTo>
                  <a:pt x="1203972" y="161544"/>
                </a:lnTo>
                <a:lnTo>
                  <a:pt x="1200734" y="217170"/>
                </a:lnTo>
                <a:lnTo>
                  <a:pt x="1191780" y="263652"/>
                </a:lnTo>
                <a:lnTo>
                  <a:pt x="1173492" y="308229"/>
                </a:lnTo>
                <a:lnTo>
                  <a:pt x="1141488" y="355092"/>
                </a:lnTo>
                <a:lnTo>
                  <a:pt x="1146060" y="359664"/>
                </a:lnTo>
                <a:lnTo>
                  <a:pt x="1182446" y="318516"/>
                </a:lnTo>
                <a:lnTo>
                  <a:pt x="1208544" y="272796"/>
                </a:lnTo>
                <a:lnTo>
                  <a:pt x="1222260" y="213550"/>
                </a:lnTo>
                <a:lnTo>
                  <a:pt x="1226832" y="132588"/>
                </a:lnTo>
                <a:lnTo>
                  <a:pt x="1485912" y="13258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" name="object 23"/>
          <p:cNvSpPr/>
          <p:nvPr/>
        </p:nvSpPr>
        <p:spPr>
          <a:xfrm>
            <a:off x="2127491" y="2823971"/>
            <a:ext cx="744220" cy="344805"/>
          </a:xfrm>
          <a:custGeom>
            <a:avLst/>
            <a:gdLst/>
            <a:ahLst/>
            <a:cxnLst/>
            <a:rect l="l" t="t" r="r" b="b"/>
            <a:pathLst>
              <a:path w="744219" h="344805">
                <a:moveTo>
                  <a:pt x="140208" y="269748"/>
                </a:moveTo>
                <a:lnTo>
                  <a:pt x="138684" y="265176"/>
                </a:lnTo>
                <a:lnTo>
                  <a:pt x="62484" y="291084"/>
                </a:lnTo>
                <a:lnTo>
                  <a:pt x="50203" y="294538"/>
                </a:lnTo>
                <a:lnTo>
                  <a:pt x="3048" y="306324"/>
                </a:lnTo>
                <a:lnTo>
                  <a:pt x="22860" y="335280"/>
                </a:lnTo>
                <a:lnTo>
                  <a:pt x="28575" y="328764"/>
                </a:lnTo>
                <a:lnTo>
                  <a:pt x="38862" y="320802"/>
                </a:lnTo>
                <a:lnTo>
                  <a:pt x="53721" y="311708"/>
                </a:lnTo>
                <a:lnTo>
                  <a:pt x="73152" y="301752"/>
                </a:lnTo>
                <a:lnTo>
                  <a:pt x="127381" y="276034"/>
                </a:lnTo>
                <a:lnTo>
                  <a:pt x="140208" y="269748"/>
                </a:lnTo>
                <a:close/>
              </a:path>
              <a:path w="744219" h="344805">
                <a:moveTo>
                  <a:pt x="146304" y="88392"/>
                </a:moveTo>
                <a:lnTo>
                  <a:pt x="120396" y="68580"/>
                </a:lnTo>
                <a:lnTo>
                  <a:pt x="113626" y="83820"/>
                </a:lnTo>
                <a:lnTo>
                  <a:pt x="106680" y="98298"/>
                </a:lnTo>
                <a:lnTo>
                  <a:pt x="99822" y="111442"/>
                </a:lnTo>
                <a:lnTo>
                  <a:pt x="92964" y="123444"/>
                </a:lnTo>
                <a:lnTo>
                  <a:pt x="24384" y="126492"/>
                </a:lnTo>
                <a:lnTo>
                  <a:pt x="40373" y="105067"/>
                </a:lnTo>
                <a:lnTo>
                  <a:pt x="53911" y="86487"/>
                </a:lnTo>
                <a:lnTo>
                  <a:pt x="64897" y="70777"/>
                </a:lnTo>
                <a:lnTo>
                  <a:pt x="73152" y="57912"/>
                </a:lnTo>
                <a:lnTo>
                  <a:pt x="81178" y="47040"/>
                </a:lnTo>
                <a:lnTo>
                  <a:pt x="89344" y="37147"/>
                </a:lnTo>
                <a:lnTo>
                  <a:pt x="97802" y="28130"/>
                </a:lnTo>
                <a:lnTo>
                  <a:pt x="106680" y="19812"/>
                </a:lnTo>
                <a:lnTo>
                  <a:pt x="77724" y="0"/>
                </a:lnTo>
                <a:lnTo>
                  <a:pt x="60198" y="44767"/>
                </a:lnTo>
                <a:lnTo>
                  <a:pt x="38100" y="83820"/>
                </a:lnTo>
                <a:lnTo>
                  <a:pt x="7454" y="119621"/>
                </a:lnTo>
                <a:lnTo>
                  <a:pt x="0" y="121920"/>
                </a:lnTo>
                <a:lnTo>
                  <a:pt x="18288" y="153924"/>
                </a:lnTo>
                <a:lnTo>
                  <a:pt x="56680" y="137947"/>
                </a:lnTo>
                <a:lnTo>
                  <a:pt x="88392" y="132588"/>
                </a:lnTo>
                <a:lnTo>
                  <a:pt x="75247" y="151117"/>
                </a:lnTo>
                <a:lnTo>
                  <a:pt x="52387" y="181889"/>
                </a:lnTo>
                <a:lnTo>
                  <a:pt x="24384" y="210883"/>
                </a:lnTo>
                <a:lnTo>
                  <a:pt x="10668" y="217932"/>
                </a:lnTo>
                <a:lnTo>
                  <a:pt x="28956" y="249936"/>
                </a:lnTo>
                <a:lnTo>
                  <a:pt x="66255" y="228511"/>
                </a:lnTo>
                <a:lnTo>
                  <a:pt x="96253" y="217957"/>
                </a:lnTo>
                <a:lnTo>
                  <a:pt x="101396" y="216408"/>
                </a:lnTo>
                <a:lnTo>
                  <a:pt x="124929" y="209435"/>
                </a:lnTo>
                <a:lnTo>
                  <a:pt x="138684" y="205740"/>
                </a:lnTo>
                <a:lnTo>
                  <a:pt x="137160" y="201168"/>
                </a:lnTo>
                <a:lnTo>
                  <a:pt x="108635" y="206336"/>
                </a:lnTo>
                <a:lnTo>
                  <a:pt x="82677" y="210502"/>
                </a:lnTo>
                <a:lnTo>
                  <a:pt x="59588" y="213817"/>
                </a:lnTo>
                <a:lnTo>
                  <a:pt x="39624" y="216408"/>
                </a:lnTo>
                <a:lnTo>
                  <a:pt x="63017" y="188696"/>
                </a:lnTo>
                <a:lnTo>
                  <a:pt x="82677" y="164973"/>
                </a:lnTo>
                <a:lnTo>
                  <a:pt x="98348" y="145262"/>
                </a:lnTo>
                <a:lnTo>
                  <a:pt x="107530" y="132588"/>
                </a:lnTo>
                <a:lnTo>
                  <a:pt x="111950" y="126492"/>
                </a:lnTo>
                <a:lnTo>
                  <a:pt x="119735" y="115824"/>
                </a:lnTo>
                <a:lnTo>
                  <a:pt x="129159" y="104394"/>
                </a:lnTo>
                <a:lnTo>
                  <a:pt x="137998" y="95275"/>
                </a:lnTo>
                <a:lnTo>
                  <a:pt x="146304" y="88392"/>
                </a:lnTo>
                <a:close/>
              </a:path>
              <a:path w="744219" h="344805">
                <a:moveTo>
                  <a:pt x="266700" y="239268"/>
                </a:moveTo>
                <a:lnTo>
                  <a:pt x="219862" y="212483"/>
                </a:lnTo>
                <a:lnTo>
                  <a:pt x="193548" y="208788"/>
                </a:lnTo>
                <a:lnTo>
                  <a:pt x="192024" y="213360"/>
                </a:lnTo>
                <a:lnTo>
                  <a:pt x="212013" y="225348"/>
                </a:lnTo>
                <a:lnTo>
                  <a:pt x="228409" y="236029"/>
                </a:lnTo>
                <a:lnTo>
                  <a:pt x="241109" y="245300"/>
                </a:lnTo>
                <a:lnTo>
                  <a:pt x="249936" y="252984"/>
                </a:lnTo>
                <a:lnTo>
                  <a:pt x="254508" y="259080"/>
                </a:lnTo>
                <a:lnTo>
                  <a:pt x="259080" y="262128"/>
                </a:lnTo>
                <a:lnTo>
                  <a:pt x="262128" y="262128"/>
                </a:lnTo>
                <a:lnTo>
                  <a:pt x="263652" y="260604"/>
                </a:lnTo>
                <a:lnTo>
                  <a:pt x="265176" y="256032"/>
                </a:lnTo>
                <a:lnTo>
                  <a:pt x="265176" y="252984"/>
                </a:lnTo>
                <a:lnTo>
                  <a:pt x="266700" y="249936"/>
                </a:lnTo>
                <a:lnTo>
                  <a:pt x="266700" y="239268"/>
                </a:lnTo>
                <a:close/>
              </a:path>
              <a:path w="744219" h="344805">
                <a:moveTo>
                  <a:pt x="286512" y="324612"/>
                </a:moveTo>
                <a:lnTo>
                  <a:pt x="250799" y="293585"/>
                </a:lnTo>
                <a:lnTo>
                  <a:pt x="202793" y="280492"/>
                </a:lnTo>
                <a:lnTo>
                  <a:pt x="167640" y="272796"/>
                </a:lnTo>
                <a:lnTo>
                  <a:pt x="166116" y="277368"/>
                </a:lnTo>
                <a:lnTo>
                  <a:pt x="201295" y="293420"/>
                </a:lnTo>
                <a:lnTo>
                  <a:pt x="229171" y="307467"/>
                </a:lnTo>
                <a:lnTo>
                  <a:pt x="249923" y="319811"/>
                </a:lnTo>
                <a:lnTo>
                  <a:pt x="263652" y="330708"/>
                </a:lnTo>
                <a:lnTo>
                  <a:pt x="272796" y="339852"/>
                </a:lnTo>
                <a:lnTo>
                  <a:pt x="278892" y="344424"/>
                </a:lnTo>
                <a:lnTo>
                  <a:pt x="283464" y="344424"/>
                </a:lnTo>
                <a:lnTo>
                  <a:pt x="284988" y="342900"/>
                </a:lnTo>
                <a:lnTo>
                  <a:pt x="284988" y="336804"/>
                </a:lnTo>
                <a:lnTo>
                  <a:pt x="286512" y="333756"/>
                </a:lnTo>
                <a:lnTo>
                  <a:pt x="286512" y="324612"/>
                </a:lnTo>
                <a:close/>
              </a:path>
              <a:path w="744219" h="344805">
                <a:moveTo>
                  <a:pt x="353568" y="204216"/>
                </a:moveTo>
                <a:lnTo>
                  <a:pt x="325551" y="199631"/>
                </a:lnTo>
                <a:lnTo>
                  <a:pt x="298513" y="190309"/>
                </a:lnTo>
                <a:lnTo>
                  <a:pt x="272351" y="176149"/>
                </a:lnTo>
                <a:lnTo>
                  <a:pt x="263080" y="169164"/>
                </a:lnTo>
                <a:lnTo>
                  <a:pt x="246888" y="156972"/>
                </a:lnTo>
                <a:lnTo>
                  <a:pt x="274320" y="115824"/>
                </a:lnTo>
                <a:lnTo>
                  <a:pt x="297180" y="74676"/>
                </a:lnTo>
                <a:lnTo>
                  <a:pt x="306324" y="68580"/>
                </a:lnTo>
                <a:lnTo>
                  <a:pt x="310896" y="65532"/>
                </a:lnTo>
                <a:lnTo>
                  <a:pt x="303936" y="59436"/>
                </a:lnTo>
                <a:lnTo>
                  <a:pt x="286512" y="44196"/>
                </a:lnTo>
                <a:lnTo>
                  <a:pt x="275844" y="57531"/>
                </a:lnTo>
                <a:lnTo>
                  <a:pt x="275844" y="68580"/>
                </a:lnTo>
                <a:lnTo>
                  <a:pt x="267868" y="87134"/>
                </a:lnTo>
                <a:lnTo>
                  <a:pt x="257746" y="106108"/>
                </a:lnTo>
                <a:lnTo>
                  <a:pt x="245630" y="125374"/>
                </a:lnTo>
                <a:lnTo>
                  <a:pt x="231648" y="144780"/>
                </a:lnTo>
                <a:lnTo>
                  <a:pt x="220268" y="130187"/>
                </a:lnTo>
                <a:lnTo>
                  <a:pt x="209169" y="113728"/>
                </a:lnTo>
                <a:lnTo>
                  <a:pt x="198653" y="95275"/>
                </a:lnTo>
                <a:lnTo>
                  <a:pt x="191846" y="80772"/>
                </a:lnTo>
                <a:lnTo>
                  <a:pt x="188976" y="74676"/>
                </a:lnTo>
                <a:lnTo>
                  <a:pt x="192024" y="68580"/>
                </a:lnTo>
                <a:lnTo>
                  <a:pt x="275844" y="68580"/>
                </a:lnTo>
                <a:lnTo>
                  <a:pt x="275844" y="57531"/>
                </a:lnTo>
                <a:lnTo>
                  <a:pt x="274320" y="59436"/>
                </a:lnTo>
                <a:lnTo>
                  <a:pt x="196596" y="59436"/>
                </a:lnTo>
                <a:lnTo>
                  <a:pt x="200317" y="52247"/>
                </a:lnTo>
                <a:lnTo>
                  <a:pt x="204597" y="44196"/>
                </a:lnTo>
                <a:lnTo>
                  <a:pt x="209461" y="35013"/>
                </a:lnTo>
                <a:lnTo>
                  <a:pt x="214884" y="24384"/>
                </a:lnTo>
                <a:lnTo>
                  <a:pt x="227076" y="18288"/>
                </a:lnTo>
                <a:lnTo>
                  <a:pt x="193548" y="0"/>
                </a:lnTo>
                <a:lnTo>
                  <a:pt x="178117" y="54864"/>
                </a:lnTo>
                <a:lnTo>
                  <a:pt x="162737" y="91465"/>
                </a:lnTo>
                <a:lnTo>
                  <a:pt x="141122" y="128663"/>
                </a:lnTo>
                <a:lnTo>
                  <a:pt x="128016" y="147828"/>
                </a:lnTo>
                <a:lnTo>
                  <a:pt x="132588" y="150876"/>
                </a:lnTo>
                <a:lnTo>
                  <a:pt x="146265" y="135432"/>
                </a:lnTo>
                <a:lnTo>
                  <a:pt x="159639" y="118681"/>
                </a:lnTo>
                <a:lnTo>
                  <a:pt x="172453" y="100520"/>
                </a:lnTo>
                <a:lnTo>
                  <a:pt x="184404" y="80772"/>
                </a:lnTo>
                <a:lnTo>
                  <a:pt x="191604" y="100825"/>
                </a:lnTo>
                <a:lnTo>
                  <a:pt x="199644" y="120015"/>
                </a:lnTo>
                <a:lnTo>
                  <a:pt x="208838" y="138645"/>
                </a:lnTo>
                <a:lnTo>
                  <a:pt x="219456" y="156972"/>
                </a:lnTo>
                <a:lnTo>
                  <a:pt x="195745" y="178955"/>
                </a:lnTo>
                <a:lnTo>
                  <a:pt x="170307" y="199072"/>
                </a:lnTo>
                <a:lnTo>
                  <a:pt x="143167" y="217195"/>
                </a:lnTo>
                <a:lnTo>
                  <a:pt x="114300" y="233172"/>
                </a:lnTo>
                <a:lnTo>
                  <a:pt x="117348" y="237744"/>
                </a:lnTo>
                <a:lnTo>
                  <a:pt x="147586" y="225552"/>
                </a:lnTo>
                <a:lnTo>
                  <a:pt x="176784" y="209740"/>
                </a:lnTo>
                <a:lnTo>
                  <a:pt x="204787" y="190817"/>
                </a:lnTo>
                <a:lnTo>
                  <a:pt x="231648" y="169164"/>
                </a:lnTo>
                <a:lnTo>
                  <a:pt x="251942" y="187477"/>
                </a:lnTo>
                <a:lnTo>
                  <a:pt x="273850" y="203581"/>
                </a:lnTo>
                <a:lnTo>
                  <a:pt x="297662" y="217817"/>
                </a:lnTo>
                <a:lnTo>
                  <a:pt x="323088" y="230124"/>
                </a:lnTo>
                <a:lnTo>
                  <a:pt x="327647" y="222110"/>
                </a:lnTo>
                <a:lnTo>
                  <a:pt x="334327" y="216217"/>
                </a:lnTo>
                <a:lnTo>
                  <a:pt x="343027" y="212344"/>
                </a:lnTo>
                <a:lnTo>
                  <a:pt x="353568" y="210312"/>
                </a:lnTo>
                <a:lnTo>
                  <a:pt x="353568" y="204216"/>
                </a:lnTo>
                <a:close/>
              </a:path>
              <a:path w="744219" h="344805">
                <a:moveTo>
                  <a:pt x="743724" y="323088"/>
                </a:moveTo>
                <a:lnTo>
                  <a:pt x="708672" y="289560"/>
                </a:lnTo>
                <a:lnTo>
                  <a:pt x="684288" y="313944"/>
                </a:lnTo>
                <a:lnTo>
                  <a:pt x="589800" y="313944"/>
                </a:lnTo>
                <a:lnTo>
                  <a:pt x="589800" y="140208"/>
                </a:lnTo>
                <a:lnTo>
                  <a:pt x="723912" y="140208"/>
                </a:lnTo>
                <a:lnTo>
                  <a:pt x="691908" y="109728"/>
                </a:lnTo>
                <a:lnTo>
                  <a:pt x="670572" y="131064"/>
                </a:lnTo>
                <a:lnTo>
                  <a:pt x="589800" y="131064"/>
                </a:lnTo>
                <a:lnTo>
                  <a:pt x="589800" y="28956"/>
                </a:lnTo>
                <a:lnTo>
                  <a:pt x="606564" y="16764"/>
                </a:lnTo>
                <a:lnTo>
                  <a:pt x="566940" y="0"/>
                </a:lnTo>
                <a:lnTo>
                  <a:pt x="567575" y="30886"/>
                </a:lnTo>
                <a:lnTo>
                  <a:pt x="568007" y="70218"/>
                </a:lnTo>
                <a:lnTo>
                  <a:pt x="568274" y="118110"/>
                </a:lnTo>
                <a:lnTo>
                  <a:pt x="568464" y="313944"/>
                </a:lnTo>
                <a:lnTo>
                  <a:pt x="484644" y="313944"/>
                </a:lnTo>
                <a:lnTo>
                  <a:pt x="484644" y="123444"/>
                </a:lnTo>
                <a:lnTo>
                  <a:pt x="499884" y="111252"/>
                </a:lnTo>
                <a:lnTo>
                  <a:pt x="461784" y="92964"/>
                </a:lnTo>
                <a:lnTo>
                  <a:pt x="462661" y="126644"/>
                </a:lnTo>
                <a:lnTo>
                  <a:pt x="463118" y="174879"/>
                </a:lnTo>
                <a:lnTo>
                  <a:pt x="463308" y="313944"/>
                </a:lnTo>
                <a:lnTo>
                  <a:pt x="387108" y="313944"/>
                </a:lnTo>
                <a:lnTo>
                  <a:pt x="400824" y="327660"/>
                </a:lnTo>
                <a:lnTo>
                  <a:pt x="409105" y="325666"/>
                </a:lnTo>
                <a:lnTo>
                  <a:pt x="417969" y="324231"/>
                </a:lnTo>
                <a:lnTo>
                  <a:pt x="427393" y="323380"/>
                </a:lnTo>
                <a:lnTo>
                  <a:pt x="437400" y="323088"/>
                </a:lnTo>
                <a:lnTo>
                  <a:pt x="743724" y="32308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pic>
        <p:nvPicPr>
          <p:cNvPr id="24" name="object 24"/>
          <p:cNvPicPr/>
          <p:nvPr/>
        </p:nvPicPr>
        <p:blipFill>
          <a:blip r:embed="rId5" cstate="print"/>
          <a:stretch>
            <a:fillRect/>
          </a:stretch>
        </p:blipFill>
        <p:spPr>
          <a:xfrm>
            <a:off x="2942844" y="3060192"/>
            <a:ext cx="85344" cy="83820"/>
          </a:xfrm>
          <a:prstGeom prst="rect">
            <a:avLst/>
          </a:prstGeom>
        </p:spPr>
      </p:pic>
      <p:sp>
        <p:nvSpPr>
          <p:cNvPr id="25" name="object 25"/>
          <p:cNvSpPr/>
          <p:nvPr/>
        </p:nvSpPr>
        <p:spPr>
          <a:xfrm>
            <a:off x="1748027" y="3552444"/>
            <a:ext cx="135890" cy="135890"/>
          </a:xfrm>
          <a:custGeom>
            <a:avLst/>
            <a:gdLst/>
            <a:ahLst/>
            <a:cxnLst/>
            <a:rect l="l" t="t" r="r" b="b"/>
            <a:pathLst>
              <a:path w="135889" h="135889">
                <a:moveTo>
                  <a:pt x="135635" y="135636"/>
                </a:moveTo>
                <a:lnTo>
                  <a:pt x="0" y="135636"/>
                </a:lnTo>
                <a:lnTo>
                  <a:pt x="0" y="0"/>
                </a:lnTo>
                <a:lnTo>
                  <a:pt x="135635" y="0"/>
                </a:lnTo>
                <a:lnTo>
                  <a:pt x="135635" y="135636"/>
                </a:lnTo>
                <a:close/>
              </a:path>
            </a:pathLst>
          </a:custGeom>
          <a:solidFill>
            <a:srgbClr val="3333C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" name="object 26"/>
          <p:cNvSpPr/>
          <p:nvPr/>
        </p:nvSpPr>
        <p:spPr>
          <a:xfrm>
            <a:off x="2121407" y="3403091"/>
            <a:ext cx="360045" cy="318770"/>
          </a:xfrm>
          <a:custGeom>
            <a:avLst/>
            <a:gdLst/>
            <a:ahLst/>
            <a:cxnLst/>
            <a:rect l="l" t="t" r="r" b="b"/>
            <a:pathLst>
              <a:path w="360044" h="318770">
                <a:moveTo>
                  <a:pt x="71628" y="73152"/>
                </a:moveTo>
                <a:lnTo>
                  <a:pt x="67056" y="73152"/>
                </a:lnTo>
                <a:lnTo>
                  <a:pt x="64008" y="68580"/>
                </a:lnTo>
                <a:lnTo>
                  <a:pt x="62484" y="59436"/>
                </a:lnTo>
                <a:lnTo>
                  <a:pt x="59055" y="49649"/>
                </a:lnTo>
                <a:lnTo>
                  <a:pt x="53340" y="38290"/>
                </a:lnTo>
                <a:lnTo>
                  <a:pt x="45339" y="24931"/>
                </a:lnTo>
                <a:lnTo>
                  <a:pt x="35052" y="9144"/>
                </a:lnTo>
                <a:lnTo>
                  <a:pt x="38100" y="6096"/>
                </a:lnTo>
                <a:lnTo>
                  <a:pt x="50696" y="13811"/>
                </a:lnTo>
                <a:lnTo>
                  <a:pt x="61150" y="20955"/>
                </a:lnTo>
                <a:lnTo>
                  <a:pt x="69603" y="27527"/>
                </a:lnTo>
                <a:lnTo>
                  <a:pt x="76200" y="33528"/>
                </a:lnTo>
                <a:lnTo>
                  <a:pt x="83820" y="39624"/>
                </a:lnTo>
                <a:lnTo>
                  <a:pt x="86868" y="47244"/>
                </a:lnTo>
                <a:lnTo>
                  <a:pt x="83820" y="59436"/>
                </a:lnTo>
                <a:lnTo>
                  <a:pt x="80772" y="65532"/>
                </a:lnTo>
                <a:lnTo>
                  <a:pt x="77724" y="68580"/>
                </a:lnTo>
                <a:lnTo>
                  <a:pt x="73152" y="71628"/>
                </a:lnTo>
                <a:lnTo>
                  <a:pt x="71628" y="73152"/>
                </a:lnTo>
                <a:close/>
              </a:path>
              <a:path w="360044" h="318770">
                <a:moveTo>
                  <a:pt x="131064" y="38100"/>
                </a:moveTo>
                <a:lnTo>
                  <a:pt x="117348" y="22860"/>
                </a:lnTo>
                <a:lnTo>
                  <a:pt x="298704" y="22860"/>
                </a:lnTo>
                <a:lnTo>
                  <a:pt x="323088" y="0"/>
                </a:lnTo>
                <a:lnTo>
                  <a:pt x="352044" y="33528"/>
                </a:lnTo>
                <a:lnTo>
                  <a:pt x="160020" y="33528"/>
                </a:lnTo>
                <a:lnTo>
                  <a:pt x="153995" y="33813"/>
                </a:lnTo>
                <a:lnTo>
                  <a:pt x="147256" y="34671"/>
                </a:lnTo>
                <a:lnTo>
                  <a:pt x="139660" y="36099"/>
                </a:lnTo>
                <a:lnTo>
                  <a:pt x="131064" y="38100"/>
                </a:lnTo>
                <a:close/>
              </a:path>
              <a:path w="360044" h="318770">
                <a:moveTo>
                  <a:pt x="245364" y="304800"/>
                </a:moveTo>
                <a:lnTo>
                  <a:pt x="224028" y="304800"/>
                </a:lnTo>
                <a:lnTo>
                  <a:pt x="224028" y="33528"/>
                </a:lnTo>
                <a:lnTo>
                  <a:pt x="245364" y="33528"/>
                </a:lnTo>
                <a:lnTo>
                  <a:pt x="245364" y="155448"/>
                </a:lnTo>
                <a:lnTo>
                  <a:pt x="334213" y="155448"/>
                </a:lnTo>
                <a:lnTo>
                  <a:pt x="342900" y="164592"/>
                </a:lnTo>
                <a:lnTo>
                  <a:pt x="245364" y="164592"/>
                </a:lnTo>
                <a:lnTo>
                  <a:pt x="245364" y="304800"/>
                </a:lnTo>
                <a:close/>
              </a:path>
              <a:path w="360044" h="318770">
                <a:moveTo>
                  <a:pt x="170688" y="304800"/>
                </a:moveTo>
                <a:lnTo>
                  <a:pt x="150876" y="304800"/>
                </a:lnTo>
                <a:lnTo>
                  <a:pt x="150876" y="103632"/>
                </a:lnTo>
                <a:lnTo>
                  <a:pt x="184404" y="121920"/>
                </a:lnTo>
                <a:lnTo>
                  <a:pt x="170688" y="132588"/>
                </a:lnTo>
                <a:lnTo>
                  <a:pt x="170688" y="304800"/>
                </a:lnTo>
                <a:close/>
              </a:path>
              <a:path w="360044" h="318770">
                <a:moveTo>
                  <a:pt x="13716" y="135636"/>
                </a:moveTo>
                <a:lnTo>
                  <a:pt x="0" y="121920"/>
                </a:lnTo>
                <a:lnTo>
                  <a:pt x="51816" y="121920"/>
                </a:lnTo>
                <a:lnTo>
                  <a:pt x="62484" y="106680"/>
                </a:lnTo>
                <a:lnTo>
                  <a:pt x="88392" y="124968"/>
                </a:lnTo>
                <a:lnTo>
                  <a:pt x="80554" y="131064"/>
                </a:lnTo>
                <a:lnTo>
                  <a:pt x="41148" y="131064"/>
                </a:lnTo>
                <a:lnTo>
                  <a:pt x="35147" y="131349"/>
                </a:lnTo>
                <a:lnTo>
                  <a:pt x="28575" y="132207"/>
                </a:lnTo>
                <a:lnTo>
                  <a:pt x="21431" y="133635"/>
                </a:lnTo>
                <a:lnTo>
                  <a:pt x="13716" y="135636"/>
                </a:lnTo>
                <a:close/>
              </a:path>
              <a:path w="360044" h="318770">
                <a:moveTo>
                  <a:pt x="70104" y="315468"/>
                </a:moveTo>
                <a:lnTo>
                  <a:pt x="48768" y="292608"/>
                </a:lnTo>
                <a:lnTo>
                  <a:pt x="51863" y="288321"/>
                </a:lnTo>
                <a:lnTo>
                  <a:pt x="54102" y="282321"/>
                </a:lnTo>
                <a:lnTo>
                  <a:pt x="55197" y="274605"/>
                </a:lnTo>
                <a:lnTo>
                  <a:pt x="54971" y="268224"/>
                </a:lnTo>
                <a:lnTo>
                  <a:pt x="54864" y="131064"/>
                </a:lnTo>
                <a:lnTo>
                  <a:pt x="80554" y="131064"/>
                </a:lnTo>
                <a:lnTo>
                  <a:pt x="74676" y="135636"/>
                </a:lnTo>
                <a:lnTo>
                  <a:pt x="74676" y="272796"/>
                </a:lnTo>
                <a:lnTo>
                  <a:pt x="96678" y="272796"/>
                </a:lnTo>
                <a:lnTo>
                  <a:pt x="92964" y="277368"/>
                </a:lnTo>
                <a:lnTo>
                  <a:pt x="86391" y="285892"/>
                </a:lnTo>
                <a:lnTo>
                  <a:pt x="80391" y="295275"/>
                </a:lnTo>
                <a:lnTo>
                  <a:pt x="74961" y="305228"/>
                </a:lnTo>
                <a:lnTo>
                  <a:pt x="70104" y="315468"/>
                </a:lnTo>
                <a:close/>
              </a:path>
              <a:path w="360044" h="318770">
                <a:moveTo>
                  <a:pt x="334213" y="155448"/>
                </a:moveTo>
                <a:lnTo>
                  <a:pt x="291083" y="155448"/>
                </a:lnTo>
                <a:lnTo>
                  <a:pt x="313944" y="134112"/>
                </a:lnTo>
                <a:lnTo>
                  <a:pt x="334213" y="155448"/>
                </a:lnTo>
                <a:close/>
              </a:path>
              <a:path w="360044" h="318770">
                <a:moveTo>
                  <a:pt x="96678" y="272796"/>
                </a:moveTo>
                <a:lnTo>
                  <a:pt x="74676" y="272796"/>
                </a:lnTo>
                <a:lnTo>
                  <a:pt x="124968" y="224027"/>
                </a:lnTo>
                <a:lnTo>
                  <a:pt x="129540" y="227075"/>
                </a:lnTo>
                <a:lnTo>
                  <a:pt x="118681" y="243078"/>
                </a:lnTo>
                <a:lnTo>
                  <a:pt x="108966" y="256794"/>
                </a:lnTo>
                <a:lnTo>
                  <a:pt x="100393" y="268224"/>
                </a:lnTo>
                <a:lnTo>
                  <a:pt x="96678" y="272796"/>
                </a:lnTo>
                <a:close/>
              </a:path>
              <a:path w="360044" h="318770">
                <a:moveTo>
                  <a:pt x="108204" y="318516"/>
                </a:moveTo>
                <a:lnTo>
                  <a:pt x="94488" y="304800"/>
                </a:lnTo>
                <a:lnTo>
                  <a:pt x="310895" y="304800"/>
                </a:lnTo>
                <a:lnTo>
                  <a:pt x="333756" y="283463"/>
                </a:lnTo>
                <a:lnTo>
                  <a:pt x="359664" y="313944"/>
                </a:lnTo>
                <a:lnTo>
                  <a:pt x="135636" y="313944"/>
                </a:lnTo>
                <a:lnTo>
                  <a:pt x="130492" y="314229"/>
                </a:lnTo>
                <a:lnTo>
                  <a:pt x="124206" y="315087"/>
                </a:lnTo>
                <a:lnTo>
                  <a:pt x="116776" y="316515"/>
                </a:lnTo>
                <a:lnTo>
                  <a:pt x="108204" y="31851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" name="object 27"/>
          <p:cNvSpPr/>
          <p:nvPr/>
        </p:nvSpPr>
        <p:spPr>
          <a:xfrm>
            <a:off x="2549652" y="3393947"/>
            <a:ext cx="297180" cy="350520"/>
          </a:xfrm>
          <a:custGeom>
            <a:avLst/>
            <a:gdLst/>
            <a:ahLst/>
            <a:cxnLst/>
            <a:rect l="l" t="t" r="r" b="b"/>
            <a:pathLst>
              <a:path w="297180" h="350520">
                <a:moveTo>
                  <a:pt x="54864" y="350520"/>
                </a:moveTo>
                <a:lnTo>
                  <a:pt x="51816" y="345948"/>
                </a:lnTo>
                <a:lnTo>
                  <a:pt x="69270" y="334232"/>
                </a:lnTo>
                <a:lnTo>
                  <a:pt x="85153" y="321945"/>
                </a:lnTo>
                <a:lnTo>
                  <a:pt x="112776" y="295656"/>
                </a:lnTo>
                <a:lnTo>
                  <a:pt x="139350" y="253865"/>
                </a:lnTo>
                <a:lnTo>
                  <a:pt x="151828" y="200025"/>
                </a:lnTo>
                <a:lnTo>
                  <a:pt x="155380" y="141732"/>
                </a:lnTo>
                <a:lnTo>
                  <a:pt x="155424" y="105656"/>
                </a:lnTo>
                <a:lnTo>
                  <a:pt x="155257" y="70675"/>
                </a:lnTo>
                <a:lnTo>
                  <a:pt x="154805" y="35409"/>
                </a:lnTo>
                <a:lnTo>
                  <a:pt x="153924" y="0"/>
                </a:lnTo>
                <a:lnTo>
                  <a:pt x="175260" y="15240"/>
                </a:lnTo>
                <a:lnTo>
                  <a:pt x="292862" y="15240"/>
                </a:lnTo>
                <a:lnTo>
                  <a:pt x="297180" y="18288"/>
                </a:lnTo>
                <a:lnTo>
                  <a:pt x="288036" y="24384"/>
                </a:lnTo>
                <a:lnTo>
                  <a:pt x="175260" y="24384"/>
                </a:lnTo>
                <a:lnTo>
                  <a:pt x="175260" y="106680"/>
                </a:lnTo>
                <a:lnTo>
                  <a:pt x="283463" y="106680"/>
                </a:lnTo>
                <a:lnTo>
                  <a:pt x="283463" y="115824"/>
                </a:lnTo>
                <a:lnTo>
                  <a:pt x="175260" y="115824"/>
                </a:lnTo>
                <a:lnTo>
                  <a:pt x="175188" y="141732"/>
                </a:lnTo>
                <a:lnTo>
                  <a:pt x="175069" y="155829"/>
                </a:lnTo>
                <a:lnTo>
                  <a:pt x="174667" y="172831"/>
                </a:lnTo>
                <a:lnTo>
                  <a:pt x="174582" y="175712"/>
                </a:lnTo>
                <a:lnTo>
                  <a:pt x="173736" y="193548"/>
                </a:lnTo>
                <a:lnTo>
                  <a:pt x="283463" y="193548"/>
                </a:lnTo>
                <a:lnTo>
                  <a:pt x="283463" y="202692"/>
                </a:lnTo>
                <a:lnTo>
                  <a:pt x="173736" y="202692"/>
                </a:lnTo>
                <a:lnTo>
                  <a:pt x="169711" y="228981"/>
                </a:lnTo>
                <a:lnTo>
                  <a:pt x="150804" y="274701"/>
                </a:lnTo>
                <a:lnTo>
                  <a:pt x="117657" y="310657"/>
                </a:lnTo>
                <a:lnTo>
                  <a:pt x="77128" y="339137"/>
                </a:lnTo>
                <a:lnTo>
                  <a:pt x="54864" y="350520"/>
                </a:lnTo>
                <a:close/>
              </a:path>
              <a:path w="297180" h="350520">
                <a:moveTo>
                  <a:pt x="292862" y="15240"/>
                </a:moveTo>
                <a:lnTo>
                  <a:pt x="259080" y="15240"/>
                </a:lnTo>
                <a:lnTo>
                  <a:pt x="271272" y="0"/>
                </a:lnTo>
                <a:lnTo>
                  <a:pt x="292862" y="15240"/>
                </a:lnTo>
                <a:close/>
              </a:path>
              <a:path w="297180" h="350520">
                <a:moveTo>
                  <a:pt x="112340" y="38100"/>
                </a:moveTo>
                <a:lnTo>
                  <a:pt x="85344" y="38100"/>
                </a:lnTo>
                <a:lnTo>
                  <a:pt x="96012" y="22860"/>
                </a:lnTo>
                <a:lnTo>
                  <a:pt x="112340" y="38100"/>
                </a:lnTo>
                <a:close/>
              </a:path>
              <a:path w="297180" h="350520">
                <a:moveTo>
                  <a:pt x="0" y="259080"/>
                </a:moveTo>
                <a:lnTo>
                  <a:pt x="875" y="234696"/>
                </a:lnTo>
                <a:lnTo>
                  <a:pt x="1287" y="209550"/>
                </a:lnTo>
                <a:lnTo>
                  <a:pt x="1369" y="200025"/>
                </a:lnTo>
                <a:lnTo>
                  <a:pt x="1492" y="105656"/>
                </a:lnTo>
                <a:lnTo>
                  <a:pt x="1333" y="76200"/>
                </a:lnTo>
                <a:lnTo>
                  <a:pt x="881" y="48720"/>
                </a:lnTo>
                <a:lnTo>
                  <a:pt x="0" y="24384"/>
                </a:lnTo>
                <a:lnTo>
                  <a:pt x="21336" y="38100"/>
                </a:lnTo>
                <a:lnTo>
                  <a:pt x="112340" y="38100"/>
                </a:lnTo>
                <a:lnTo>
                  <a:pt x="118872" y="44196"/>
                </a:lnTo>
                <a:lnTo>
                  <a:pt x="114808" y="47244"/>
                </a:lnTo>
                <a:lnTo>
                  <a:pt x="21336" y="47244"/>
                </a:lnTo>
                <a:lnTo>
                  <a:pt x="21336" y="121920"/>
                </a:lnTo>
                <a:lnTo>
                  <a:pt x="106680" y="121920"/>
                </a:lnTo>
                <a:lnTo>
                  <a:pt x="106680" y="131064"/>
                </a:lnTo>
                <a:lnTo>
                  <a:pt x="21336" y="131064"/>
                </a:lnTo>
                <a:lnTo>
                  <a:pt x="21336" y="208788"/>
                </a:lnTo>
                <a:lnTo>
                  <a:pt x="106862" y="208788"/>
                </a:lnTo>
                <a:lnTo>
                  <a:pt x="106870" y="209550"/>
                </a:lnTo>
                <a:lnTo>
                  <a:pt x="107146" y="217932"/>
                </a:lnTo>
                <a:lnTo>
                  <a:pt x="21336" y="217932"/>
                </a:lnTo>
                <a:lnTo>
                  <a:pt x="21336" y="248412"/>
                </a:lnTo>
                <a:lnTo>
                  <a:pt x="0" y="259080"/>
                </a:lnTo>
                <a:close/>
              </a:path>
              <a:path w="297180" h="350520">
                <a:moveTo>
                  <a:pt x="283463" y="106680"/>
                </a:moveTo>
                <a:lnTo>
                  <a:pt x="263652" y="106680"/>
                </a:lnTo>
                <a:lnTo>
                  <a:pt x="263652" y="24384"/>
                </a:lnTo>
                <a:lnTo>
                  <a:pt x="288036" y="24384"/>
                </a:lnTo>
                <a:lnTo>
                  <a:pt x="283463" y="27432"/>
                </a:lnTo>
                <a:lnTo>
                  <a:pt x="283463" y="106680"/>
                </a:lnTo>
                <a:close/>
              </a:path>
              <a:path w="297180" h="350520">
                <a:moveTo>
                  <a:pt x="106680" y="121920"/>
                </a:moveTo>
                <a:lnTo>
                  <a:pt x="86868" y="121920"/>
                </a:lnTo>
                <a:lnTo>
                  <a:pt x="86868" y="47244"/>
                </a:lnTo>
                <a:lnTo>
                  <a:pt x="114808" y="47244"/>
                </a:lnTo>
                <a:lnTo>
                  <a:pt x="106680" y="53340"/>
                </a:lnTo>
                <a:lnTo>
                  <a:pt x="106680" y="121920"/>
                </a:lnTo>
                <a:close/>
              </a:path>
              <a:path w="297180" h="350520">
                <a:moveTo>
                  <a:pt x="283463" y="193548"/>
                </a:moveTo>
                <a:lnTo>
                  <a:pt x="263652" y="193548"/>
                </a:lnTo>
                <a:lnTo>
                  <a:pt x="263652" y="115824"/>
                </a:lnTo>
                <a:lnTo>
                  <a:pt x="283463" y="115824"/>
                </a:lnTo>
                <a:lnTo>
                  <a:pt x="283463" y="193548"/>
                </a:lnTo>
                <a:close/>
              </a:path>
              <a:path w="297180" h="350520">
                <a:moveTo>
                  <a:pt x="106862" y="208788"/>
                </a:moveTo>
                <a:lnTo>
                  <a:pt x="86868" y="208788"/>
                </a:lnTo>
                <a:lnTo>
                  <a:pt x="86868" y="131064"/>
                </a:lnTo>
                <a:lnTo>
                  <a:pt x="106680" y="131064"/>
                </a:lnTo>
                <a:lnTo>
                  <a:pt x="106799" y="202692"/>
                </a:lnTo>
                <a:lnTo>
                  <a:pt x="106862" y="208788"/>
                </a:lnTo>
                <a:close/>
              </a:path>
              <a:path w="297180" h="350520">
                <a:moveTo>
                  <a:pt x="282797" y="312420"/>
                </a:moveTo>
                <a:lnTo>
                  <a:pt x="249936" y="312420"/>
                </a:lnTo>
                <a:lnTo>
                  <a:pt x="259080" y="310896"/>
                </a:lnTo>
                <a:lnTo>
                  <a:pt x="263652" y="306324"/>
                </a:lnTo>
                <a:lnTo>
                  <a:pt x="263652" y="202692"/>
                </a:lnTo>
                <a:lnTo>
                  <a:pt x="283463" y="202692"/>
                </a:lnTo>
                <a:lnTo>
                  <a:pt x="283463" y="306324"/>
                </a:lnTo>
                <a:lnTo>
                  <a:pt x="282797" y="312420"/>
                </a:lnTo>
                <a:close/>
              </a:path>
              <a:path w="297180" h="350520">
                <a:moveTo>
                  <a:pt x="86868" y="245364"/>
                </a:moveTo>
                <a:lnTo>
                  <a:pt x="86868" y="217932"/>
                </a:lnTo>
                <a:lnTo>
                  <a:pt x="107146" y="217932"/>
                </a:lnTo>
                <a:lnTo>
                  <a:pt x="107322" y="223266"/>
                </a:lnTo>
                <a:lnTo>
                  <a:pt x="108204" y="234696"/>
                </a:lnTo>
                <a:lnTo>
                  <a:pt x="86868" y="245364"/>
                </a:lnTo>
                <a:close/>
              </a:path>
              <a:path w="297180" h="350520">
                <a:moveTo>
                  <a:pt x="248412" y="347472"/>
                </a:moveTo>
                <a:lnTo>
                  <a:pt x="245244" y="337494"/>
                </a:lnTo>
                <a:lnTo>
                  <a:pt x="235648" y="328231"/>
                </a:lnTo>
                <a:lnTo>
                  <a:pt x="219479" y="319825"/>
                </a:lnTo>
                <a:lnTo>
                  <a:pt x="196596" y="312420"/>
                </a:lnTo>
                <a:lnTo>
                  <a:pt x="196596" y="304800"/>
                </a:lnTo>
                <a:lnTo>
                  <a:pt x="214574" y="307919"/>
                </a:lnTo>
                <a:lnTo>
                  <a:pt x="229552" y="310324"/>
                </a:lnTo>
                <a:lnTo>
                  <a:pt x="241387" y="311872"/>
                </a:lnTo>
                <a:lnTo>
                  <a:pt x="249936" y="312420"/>
                </a:lnTo>
                <a:lnTo>
                  <a:pt x="282797" y="312420"/>
                </a:lnTo>
                <a:lnTo>
                  <a:pt x="282059" y="319182"/>
                </a:lnTo>
                <a:lnTo>
                  <a:pt x="275653" y="330327"/>
                </a:lnTo>
                <a:lnTo>
                  <a:pt x="264390" y="339756"/>
                </a:lnTo>
                <a:lnTo>
                  <a:pt x="248412" y="34747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" name="object 28"/>
          <p:cNvSpPr/>
          <p:nvPr/>
        </p:nvSpPr>
        <p:spPr>
          <a:xfrm>
            <a:off x="2938272" y="3566160"/>
            <a:ext cx="56515" cy="144780"/>
          </a:xfrm>
          <a:custGeom>
            <a:avLst/>
            <a:gdLst/>
            <a:ahLst/>
            <a:cxnLst/>
            <a:rect l="l" t="t" r="r" b="b"/>
            <a:pathLst>
              <a:path w="56514" h="144779">
                <a:moveTo>
                  <a:pt x="30480" y="144780"/>
                </a:moveTo>
                <a:lnTo>
                  <a:pt x="24384" y="144780"/>
                </a:lnTo>
                <a:lnTo>
                  <a:pt x="18288" y="143256"/>
                </a:lnTo>
                <a:lnTo>
                  <a:pt x="12192" y="138684"/>
                </a:lnTo>
                <a:lnTo>
                  <a:pt x="4572" y="134112"/>
                </a:lnTo>
                <a:lnTo>
                  <a:pt x="1524" y="128016"/>
                </a:lnTo>
                <a:lnTo>
                  <a:pt x="0" y="117348"/>
                </a:lnTo>
                <a:lnTo>
                  <a:pt x="0" y="106680"/>
                </a:lnTo>
                <a:lnTo>
                  <a:pt x="3048" y="100584"/>
                </a:lnTo>
                <a:lnTo>
                  <a:pt x="9144" y="96012"/>
                </a:lnTo>
                <a:lnTo>
                  <a:pt x="16764" y="92964"/>
                </a:lnTo>
                <a:lnTo>
                  <a:pt x="21336" y="91440"/>
                </a:lnTo>
                <a:lnTo>
                  <a:pt x="33528" y="91440"/>
                </a:lnTo>
                <a:lnTo>
                  <a:pt x="39624" y="92964"/>
                </a:lnTo>
                <a:lnTo>
                  <a:pt x="51816" y="102108"/>
                </a:lnTo>
                <a:lnTo>
                  <a:pt x="54864" y="108204"/>
                </a:lnTo>
                <a:lnTo>
                  <a:pt x="53340" y="118872"/>
                </a:lnTo>
                <a:lnTo>
                  <a:pt x="53340" y="128016"/>
                </a:lnTo>
                <a:lnTo>
                  <a:pt x="48768" y="134112"/>
                </a:lnTo>
                <a:lnTo>
                  <a:pt x="42672" y="138684"/>
                </a:lnTo>
                <a:lnTo>
                  <a:pt x="35052" y="143256"/>
                </a:lnTo>
                <a:lnTo>
                  <a:pt x="30480" y="144780"/>
                </a:lnTo>
                <a:close/>
              </a:path>
              <a:path w="56514" h="144779">
                <a:moveTo>
                  <a:pt x="30480" y="53340"/>
                </a:moveTo>
                <a:lnTo>
                  <a:pt x="21336" y="53340"/>
                </a:lnTo>
                <a:lnTo>
                  <a:pt x="16764" y="50292"/>
                </a:lnTo>
                <a:lnTo>
                  <a:pt x="9144" y="45720"/>
                </a:lnTo>
                <a:lnTo>
                  <a:pt x="3048" y="41148"/>
                </a:lnTo>
                <a:lnTo>
                  <a:pt x="0" y="35052"/>
                </a:lnTo>
                <a:lnTo>
                  <a:pt x="0" y="24384"/>
                </a:lnTo>
                <a:lnTo>
                  <a:pt x="24384" y="0"/>
                </a:lnTo>
                <a:lnTo>
                  <a:pt x="32004" y="0"/>
                </a:lnTo>
                <a:lnTo>
                  <a:pt x="38100" y="1524"/>
                </a:lnTo>
                <a:lnTo>
                  <a:pt x="45720" y="4572"/>
                </a:lnTo>
                <a:lnTo>
                  <a:pt x="51816" y="9144"/>
                </a:lnTo>
                <a:lnTo>
                  <a:pt x="56388" y="15240"/>
                </a:lnTo>
                <a:lnTo>
                  <a:pt x="56388" y="36576"/>
                </a:lnTo>
                <a:lnTo>
                  <a:pt x="51816" y="44196"/>
                </a:lnTo>
                <a:lnTo>
                  <a:pt x="44196" y="47244"/>
                </a:lnTo>
                <a:lnTo>
                  <a:pt x="35052" y="51816"/>
                </a:lnTo>
                <a:lnTo>
                  <a:pt x="30480" y="5334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" name="object 29"/>
          <p:cNvSpPr/>
          <p:nvPr/>
        </p:nvSpPr>
        <p:spPr>
          <a:xfrm>
            <a:off x="3435096" y="3387851"/>
            <a:ext cx="725805" cy="355600"/>
          </a:xfrm>
          <a:custGeom>
            <a:avLst/>
            <a:gdLst/>
            <a:ahLst/>
            <a:cxnLst/>
            <a:rect l="l" t="t" r="r" b="b"/>
            <a:pathLst>
              <a:path w="725804" h="355600">
                <a:moveTo>
                  <a:pt x="123444" y="134112"/>
                </a:moveTo>
                <a:lnTo>
                  <a:pt x="50292" y="134112"/>
                </a:lnTo>
                <a:lnTo>
                  <a:pt x="50292" y="143256"/>
                </a:lnTo>
                <a:lnTo>
                  <a:pt x="123444" y="143256"/>
                </a:lnTo>
                <a:lnTo>
                  <a:pt x="123444" y="134112"/>
                </a:lnTo>
                <a:close/>
              </a:path>
              <a:path w="725804" h="355600">
                <a:moveTo>
                  <a:pt x="123444" y="97536"/>
                </a:moveTo>
                <a:lnTo>
                  <a:pt x="54864" y="97536"/>
                </a:lnTo>
                <a:lnTo>
                  <a:pt x="54864" y="106680"/>
                </a:lnTo>
                <a:lnTo>
                  <a:pt x="123444" y="106680"/>
                </a:lnTo>
                <a:lnTo>
                  <a:pt x="123444" y="97536"/>
                </a:lnTo>
                <a:close/>
              </a:path>
              <a:path w="725804" h="355600">
                <a:moveTo>
                  <a:pt x="260604" y="134112"/>
                </a:moveTo>
                <a:lnTo>
                  <a:pt x="190500" y="134112"/>
                </a:lnTo>
                <a:lnTo>
                  <a:pt x="190500" y="143256"/>
                </a:lnTo>
                <a:lnTo>
                  <a:pt x="260604" y="143256"/>
                </a:lnTo>
                <a:lnTo>
                  <a:pt x="260604" y="134112"/>
                </a:lnTo>
                <a:close/>
              </a:path>
              <a:path w="725804" h="355600">
                <a:moveTo>
                  <a:pt x="260604" y="97536"/>
                </a:moveTo>
                <a:lnTo>
                  <a:pt x="190500" y="97536"/>
                </a:lnTo>
                <a:lnTo>
                  <a:pt x="190500" y="106680"/>
                </a:lnTo>
                <a:lnTo>
                  <a:pt x="260604" y="106680"/>
                </a:lnTo>
                <a:lnTo>
                  <a:pt x="260604" y="97536"/>
                </a:lnTo>
                <a:close/>
              </a:path>
              <a:path w="725804" h="355600">
                <a:moveTo>
                  <a:pt x="318516" y="181356"/>
                </a:moveTo>
                <a:lnTo>
                  <a:pt x="291084" y="152400"/>
                </a:lnTo>
                <a:lnTo>
                  <a:pt x="271272" y="172212"/>
                </a:lnTo>
                <a:lnTo>
                  <a:pt x="1524" y="172212"/>
                </a:lnTo>
                <a:lnTo>
                  <a:pt x="15240" y="185928"/>
                </a:lnTo>
                <a:lnTo>
                  <a:pt x="22974" y="183934"/>
                </a:lnTo>
                <a:lnTo>
                  <a:pt x="30289" y="182499"/>
                </a:lnTo>
                <a:lnTo>
                  <a:pt x="37312" y="181648"/>
                </a:lnTo>
                <a:lnTo>
                  <a:pt x="44196" y="181356"/>
                </a:lnTo>
                <a:lnTo>
                  <a:pt x="134112" y="181356"/>
                </a:lnTo>
                <a:lnTo>
                  <a:pt x="123444" y="219456"/>
                </a:lnTo>
                <a:lnTo>
                  <a:pt x="54864" y="219456"/>
                </a:lnTo>
                <a:lnTo>
                  <a:pt x="32004" y="207264"/>
                </a:lnTo>
                <a:lnTo>
                  <a:pt x="32232" y="219036"/>
                </a:lnTo>
                <a:lnTo>
                  <a:pt x="32766" y="233934"/>
                </a:lnTo>
                <a:lnTo>
                  <a:pt x="33286" y="252272"/>
                </a:lnTo>
                <a:lnTo>
                  <a:pt x="33528" y="274320"/>
                </a:lnTo>
                <a:lnTo>
                  <a:pt x="33286" y="298094"/>
                </a:lnTo>
                <a:lnTo>
                  <a:pt x="32766" y="319278"/>
                </a:lnTo>
                <a:lnTo>
                  <a:pt x="32232" y="338188"/>
                </a:lnTo>
                <a:lnTo>
                  <a:pt x="32004" y="355092"/>
                </a:lnTo>
                <a:lnTo>
                  <a:pt x="54864" y="344424"/>
                </a:lnTo>
                <a:lnTo>
                  <a:pt x="54864" y="228600"/>
                </a:lnTo>
                <a:lnTo>
                  <a:pt x="114300" y="228600"/>
                </a:lnTo>
                <a:lnTo>
                  <a:pt x="114300" y="339852"/>
                </a:lnTo>
                <a:lnTo>
                  <a:pt x="134112" y="329184"/>
                </a:lnTo>
                <a:lnTo>
                  <a:pt x="134112" y="228600"/>
                </a:lnTo>
                <a:lnTo>
                  <a:pt x="187452" y="228600"/>
                </a:lnTo>
                <a:lnTo>
                  <a:pt x="187452" y="336804"/>
                </a:lnTo>
                <a:lnTo>
                  <a:pt x="207264" y="326136"/>
                </a:lnTo>
                <a:lnTo>
                  <a:pt x="207264" y="228600"/>
                </a:lnTo>
                <a:lnTo>
                  <a:pt x="268224" y="228600"/>
                </a:lnTo>
                <a:lnTo>
                  <a:pt x="268224" y="320040"/>
                </a:lnTo>
                <a:lnTo>
                  <a:pt x="265176" y="323088"/>
                </a:lnTo>
                <a:lnTo>
                  <a:pt x="251269" y="323075"/>
                </a:lnTo>
                <a:lnTo>
                  <a:pt x="243840" y="322897"/>
                </a:lnTo>
                <a:lnTo>
                  <a:pt x="235267" y="322453"/>
                </a:lnTo>
                <a:lnTo>
                  <a:pt x="225552" y="321564"/>
                </a:lnTo>
                <a:lnTo>
                  <a:pt x="225552" y="327660"/>
                </a:lnTo>
                <a:lnTo>
                  <a:pt x="239814" y="331927"/>
                </a:lnTo>
                <a:lnTo>
                  <a:pt x="250507" y="337756"/>
                </a:lnTo>
                <a:lnTo>
                  <a:pt x="257479" y="345020"/>
                </a:lnTo>
                <a:lnTo>
                  <a:pt x="260604" y="353568"/>
                </a:lnTo>
                <a:lnTo>
                  <a:pt x="272605" y="349021"/>
                </a:lnTo>
                <a:lnTo>
                  <a:pt x="281178" y="342328"/>
                </a:lnTo>
                <a:lnTo>
                  <a:pt x="286321" y="333641"/>
                </a:lnTo>
                <a:lnTo>
                  <a:pt x="288036" y="323088"/>
                </a:lnTo>
                <a:lnTo>
                  <a:pt x="288036" y="234696"/>
                </a:lnTo>
                <a:lnTo>
                  <a:pt x="294995" y="228600"/>
                </a:lnTo>
                <a:lnTo>
                  <a:pt x="300228" y="224028"/>
                </a:lnTo>
                <a:lnTo>
                  <a:pt x="294132" y="219456"/>
                </a:lnTo>
                <a:lnTo>
                  <a:pt x="275844" y="205740"/>
                </a:lnTo>
                <a:lnTo>
                  <a:pt x="266700" y="219456"/>
                </a:lnTo>
                <a:lnTo>
                  <a:pt x="131064" y="219456"/>
                </a:lnTo>
                <a:lnTo>
                  <a:pt x="135610" y="211797"/>
                </a:lnTo>
                <a:lnTo>
                  <a:pt x="142303" y="202692"/>
                </a:lnTo>
                <a:lnTo>
                  <a:pt x="150990" y="192455"/>
                </a:lnTo>
                <a:lnTo>
                  <a:pt x="161544" y="181356"/>
                </a:lnTo>
                <a:lnTo>
                  <a:pt x="318516" y="181356"/>
                </a:lnTo>
                <a:close/>
              </a:path>
              <a:path w="725804" h="355600">
                <a:moveTo>
                  <a:pt x="329184" y="71628"/>
                </a:moveTo>
                <a:lnTo>
                  <a:pt x="326301" y="68580"/>
                </a:lnTo>
                <a:lnTo>
                  <a:pt x="317665" y="59436"/>
                </a:lnTo>
                <a:lnTo>
                  <a:pt x="303276" y="44196"/>
                </a:lnTo>
                <a:lnTo>
                  <a:pt x="289560" y="59436"/>
                </a:lnTo>
                <a:lnTo>
                  <a:pt x="172212" y="59436"/>
                </a:lnTo>
                <a:lnTo>
                  <a:pt x="172212" y="28956"/>
                </a:lnTo>
                <a:lnTo>
                  <a:pt x="294132" y="28956"/>
                </a:lnTo>
                <a:lnTo>
                  <a:pt x="265176" y="0"/>
                </a:lnTo>
                <a:lnTo>
                  <a:pt x="245364" y="19812"/>
                </a:lnTo>
                <a:lnTo>
                  <a:pt x="35052" y="19812"/>
                </a:lnTo>
                <a:lnTo>
                  <a:pt x="48768" y="33528"/>
                </a:lnTo>
                <a:lnTo>
                  <a:pt x="56502" y="31534"/>
                </a:lnTo>
                <a:lnTo>
                  <a:pt x="63817" y="30099"/>
                </a:lnTo>
                <a:lnTo>
                  <a:pt x="70840" y="29248"/>
                </a:lnTo>
                <a:lnTo>
                  <a:pt x="77724" y="28956"/>
                </a:lnTo>
                <a:lnTo>
                  <a:pt x="152400" y="28956"/>
                </a:lnTo>
                <a:lnTo>
                  <a:pt x="152400" y="59436"/>
                </a:lnTo>
                <a:lnTo>
                  <a:pt x="32004" y="59436"/>
                </a:lnTo>
                <a:lnTo>
                  <a:pt x="30480" y="45720"/>
                </a:lnTo>
                <a:lnTo>
                  <a:pt x="25908" y="45720"/>
                </a:lnTo>
                <a:lnTo>
                  <a:pt x="12192" y="81521"/>
                </a:lnTo>
                <a:lnTo>
                  <a:pt x="1524" y="92964"/>
                </a:lnTo>
                <a:lnTo>
                  <a:pt x="0" y="97536"/>
                </a:lnTo>
                <a:lnTo>
                  <a:pt x="0" y="102108"/>
                </a:lnTo>
                <a:lnTo>
                  <a:pt x="1524" y="105156"/>
                </a:lnTo>
                <a:lnTo>
                  <a:pt x="3048" y="106680"/>
                </a:lnTo>
                <a:lnTo>
                  <a:pt x="21336" y="106680"/>
                </a:lnTo>
                <a:lnTo>
                  <a:pt x="27432" y="102108"/>
                </a:lnTo>
                <a:lnTo>
                  <a:pt x="30480" y="94488"/>
                </a:lnTo>
                <a:lnTo>
                  <a:pt x="32207" y="88519"/>
                </a:lnTo>
                <a:lnTo>
                  <a:pt x="32956" y="82105"/>
                </a:lnTo>
                <a:lnTo>
                  <a:pt x="32829" y="75425"/>
                </a:lnTo>
                <a:lnTo>
                  <a:pt x="32004" y="68580"/>
                </a:lnTo>
                <a:lnTo>
                  <a:pt x="152400" y="68580"/>
                </a:lnTo>
                <a:lnTo>
                  <a:pt x="152158" y="91186"/>
                </a:lnTo>
                <a:lnTo>
                  <a:pt x="151130" y="134112"/>
                </a:lnTo>
                <a:lnTo>
                  <a:pt x="150876" y="156972"/>
                </a:lnTo>
                <a:lnTo>
                  <a:pt x="173736" y="147828"/>
                </a:lnTo>
                <a:lnTo>
                  <a:pt x="172847" y="140385"/>
                </a:lnTo>
                <a:lnTo>
                  <a:pt x="172402" y="124777"/>
                </a:lnTo>
                <a:lnTo>
                  <a:pt x="172275" y="106680"/>
                </a:lnTo>
                <a:lnTo>
                  <a:pt x="172212" y="68580"/>
                </a:lnTo>
                <a:lnTo>
                  <a:pt x="291084" y="68580"/>
                </a:lnTo>
                <a:lnTo>
                  <a:pt x="272796" y="103632"/>
                </a:lnTo>
                <a:lnTo>
                  <a:pt x="277368" y="106680"/>
                </a:lnTo>
                <a:lnTo>
                  <a:pt x="309372" y="76200"/>
                </a:lnTo>
                <a:lnTo>
                  <a:pt x="323088" y="71628"/>
                </a:lnTo>
                <a:lnTo>
                  <a:pt x="329184" y="71628"/>
                </a:lnTo>
                <a:close/>
              </a:path>
              <a:path w="725804" h="355600">
                <a:moveTo>
                  <a:pt x="716280" y="35052"/>
                </a:moveTo>
                <a:lnTo>
                  <a:pt x="685800" y="3048"/>
                </a:lnTo>
                <a:lnTo>
                  <a:pt x="661416" y="25908"/>
                </a:lnTo>
                <a:lnTo>
                  <a:pt x="579120" y="25908"/>
                </a:lnTo>
                <a:lnTo>
                  <a:pt x="579120" y="35052"/>
                </a:lnTo>
                <a:lnTo>
                  <a:pt x="579120" y="82296"/>
                </a:lnTo>
                <a:lnTo>
                  <a:pt x="579120" y="91440"/>
                </a:lnTo>
                <a:lnTo>
                  <a:pt x="579120" y="147828"/>
                </a:lnTo>
                <a:lnTo>
                  <a:pt x="518160" y="147828"/>
                </a:lnTo>
                <a:lnTo>
                  <a:pt x="518160" y="91440"/>
                </a:lnTo>
                <a:lnTo>
                  <a:pt x="579120" y="91440"/>
                </a:lnTo>
                <a:lnTo>
                  <a:pt x="579120" y="82296"/>
                </a:lnTo>
                <a:lnTo>
                  <a:pt x="518160" y="82296"/>
                </a:lnTo>
                <a:lnTo>
                  <a:pt x="518160" y="35052"/>
                </a:lnTo>
                <a:lnTo>
                  <a:pt x="579120" y="35052"/>
                </a:lnTo>
                <a:lnTo>
                  <a:pt x="579120" y="25908"/>
                </a:lnTo>
                <a:lnTo>
                  <a:pt x="387096" y="25908"/>
                </a:lnTo>
                <a:lnTo>
                  <a:pt x="400812" y="39624"/>
                </a:lnTo>
                <a:lnTo>
                  <a:pt x="408813" y="37630"/>
                </a:lnTo>
                <a:lnTo>
                  <a:pt x="416814" y="36195"/>
                </a:lnTo>
                <a:lnTo>
                  <a:pt x="424815" y="35344"/>
                </a:lnTo>
                <a:lnTo>
                  <a:pt x="432816" y="35052"/>
                </a:lnTo>
                <a:lnTo>
                  <a:pt x="498348" y="35052"/>
                </a:lnTo>
                <a:lnTo>
                  <a:pt x="498348" y="82296"/>
                </a:lnTo>
                <a:lnTo>
                  <a:pt x="498348" y="91440"/>
                </a:lnTo>
                <a:lnTo>
                  <a:pt x="498348" y="147828"/>
                </a:lnTo>
                <a:lnTo>
                  <a:pt x="445008" y="147828"/>
                </a:lnTo>
                <a:lnTo>
                  <a:pt x="445008" y="91440"/>
                </a:lnTo>
                <a:lnTo>
                  <a:pt x="498348" y="91440"/>
                </a:lnTo>
                <a:lnTo>
                  <a:pt x="498348" y="82296"/>
                </a:lnTo>
                <a:lnTo>
                  <a:pt x="448056" y="82296"/>
                </a:lnTo>
                <a:lnTo>
                  <a:pt x="423672" y="70104"/>
                </a:lnTo>
                <a:lnTo>
                  <a:pt x="423887" y="82296"/>
                </a:lnTo>
                <a:lnTo>
                  <a:pt x="424954" y="109118"/>
                </a:lnTo>
                <a:lnTo>
                  <a:pt x="425081" y="115925"/>
                </a:lnTo>
                <a:lnTo>
                  <a:pt x="424954" y="135661"/>
                </a:lnTo>
                <a:lnTo>
                  <a:pt x="423926" y="163068"/>
                </a:lnTo>
                <a:lnTo>
                  <a:pt x="423672" y="178308"/>
                </a:lnTo>
                <a:lnTo>
                  <a:pt x="445008" y="169164"/>
                </a:lnTo>
                <a:lnTo>
                  <a:pt x="445008" y="156972"/>
                </a:lnTo>
                <a:lnTo>
                  <a:pt x="652272" y="156972"/>
                </a:lnTo>
                <a:lnTo>
                  <a:pt x="652272" y="173736"/>
                </a:lnTo>
                <a:lnTo>
                  <a:pt x="673608" y="163068"/>
                </a:lnTo>
                <a:lnTo>
                  <a:pt x="673188" y="156972"/>
                </a:lnTo>
                <a:lnTo>
                  <a:pt x="672719" y="150215"/>
                </a:lnTo>
                <a:lnTo>
                  <a:pt x="672655" y="147828"/>
                </a:lnTo>
                <a:lnTo>
                  <a:pt x="672274" y="134493"/>
                </a:lnTo>
                <a:lnTo>
                  <a:pt x="672160" y="121920"/>
                </a:lnTo>
                <a:lnTo>
                  <a:pt x="672084" y="94488"/>
                </a:lnTo>
                <a:lnTo>
                  <a:pt x="675563" y="91440"/>
                </a:lnTo>
                <a:lnTo>
                  <a:pt x="684276" y="83820"/>
                </a:lnTo>
                <a:lnTo>
                  <a:pt x="682244" y="82296"/>
                </a:lnTo>
                <a:lnTo>
                  <a:pt x="659892" y="65532"/>
                </a:lnTo>
                <a:lnTo>
                  <a:pt x="652272" y="77508"/>
                </a:lnTo>
                <a:lnTo>
                  <a:pt x="652272" y="91440"/>
                </a:lnTo>
                <a:lnTo>
                  <a:pt x="652272" y="147828"/>
                </a:lnTo>
                <a:lnTo>
                  <a:pt x="598932" y="147828"/>
                </a:lnTo>
                <a:lnTo>
                  <a:pt x="598932" y="91440"/>
                </a:lnTo>
                <a:lnTo>
                  <a:pt x="652272" y="91440"/>
                </a:lnTo>
                <a:lnTo>
                  <a:pt x="652272" y="77508"/>
                </a:lnTo>
                <a:lnTo>
                  <a:pt x="649224" y="82296"/>
                </a:lnTo>
                <a:lnTo>
                  <a:pt x="598932" y="82296"/>
                </a:lnTo>
                <a:lnTo>
                  <a:pt x="598932" y="35052"/>
                </a:lnTo>
                <a:lnTo>
                  <a:pt x="716280" y="35052"/>
                </a:lnTo>
                <a:close/>
              </a:path>
              <a:path w="725804" h="355600">
                <a:moveTo>
                  <a:pt x="725424" y="217932"/>
                </a:moveTo>
                <a:lnTo>
                  <a:pt x="693420" y="185928"/>
                </a:lnTo>
                <a:lnTo>
                  <a:pt x="667512" y="208788"/>
                </a:lnTo>
                <a:lnTo>
                  <a:pt x="603504" y="208788"/>
                </a:lnTo>
                <a:lnTo>
                  <a:pt x="603504" y="217932"/>
                </a:lnTo>
                <a:lnTo>
                  <a:pt x="594969" y="234467"/>
                </a:lnTo>
                <a:lnTo>
                  <a:pt x="585597" y="249555"/>
                </a:lnTo>
                <a:lnTo>
                  <a:pt x="575640" y="262940"/>
                </a:lnTo>
                <a:lnTo>
                  <a:pt x="565404" y="274320"/>
                </a:lnTo>
                <a:lnTo>
                  <a:pt x="539394" y="270916"/>
                </a:lnTo>
                <a:lnTo>
                  <a:pt x="478536" y="262128"/>
                </a:lnTo>
                <a:lnTo>
                  <a:pt x="487362" y="248373"/>
                </a:lnTo>
                <a:lnTo>
                  <a:pt x="495490" y="236601"/>
                </a:lnTo>
                <a:lnTo>
                  <a:pt x="509016" y="217932"/>
                </a:lnTo>
                <a:lnTo>
                  <a:pt x="603504" y="217932"/>
                </a:lnTo>
                <a:lnTo>
                  <a:pt x="603504" y="208788"/>
                </a:lnTo>
                <a:lnTo>
                  <a:pt x="512064" y="208788"/>
                </a:lnTo>
                <a:lnTo>
                  <a:pt x="516394" y="201980"/>
                </a:lnTo>
                <a:lnTo>
                  <a:pt x="520446" y="195453"/>
                </a:lnTo>
                <a:lnTo>
                  <a:pt x="524484" y="189509"/>
                </a:lnTo>
                <a:lnTo>
                  <a:pt x="528828" y="184404"/>
                </a:lnTo>
                <a:lnTo>
                  <a:pt x="541020" y="178308"/>
                </a:lnTo>
                <a:lnTo>
                  <a:pt x="509016" y="160020"/>
                </a:lnTo>
                <a:lnTo>
                  <a:pt x="505269" y="171716"/>
                </a:lnTo>
                <a:lnTo>
                  <a:pt x="500824" y="183832"/>
                </a:lnTo>
                <a:lnTo>
                  <a:pt x="495503" y="196240"/>
                </a:lnTo>
                <a:lnTo>
                  <a:pt x="489204" y="208788"/>
                </a:lnTo>
                <a:lnTo>
                  <a:pt x="370332" y="208788"/>
                </a:lnTo>
                <a:lnTo>
                  <a:pt x="385572" y="222504"/>
                </a:lnTo>
                <a:lnTo>
                  <a:pt x="393306" y="220510"/>
                </a:lnTo>
                <a:lnTo>
                  <a:pt x="400621" y="219075"/>
                </a:lnTo>
                <a:lnTo>
                  <a:pt x="407644" y="218224"/>
                </a:lnTo>
                <a:lnTo>
                  <a:pt x="414528" y="217932"/>
                </a:lnTo>
                <a:lnTo>
                  <a:pt x="484632" y="217932"/>
                </a:lnTo>
                <a:lnTo>
                  <a:pt x="473811" y="235648"/>
                </a:lnTo>
                <a:lnTo>
                  <a:pt x="464439" y="249936"/>
                </a:lnTo>
                <a:lnTo>
                  <a:pt x="456768" y="260794"/>
                </a:lnTo>
                <a:lnTo>
                  <a:pt x="451104" y="268224"/>
                </a:lnTo>
                <a:lnTo>
                  <a:pt x="474764" y="271945"/>
                </a:lnTo>
                <a:lnTo>
                  <a:pt x="499872" y="276225"/>
                </a:lnTo>
                <a:lnTo>
                  <a:pt x="526110" y="281089"/>
                </a:lnTo>
                <a:lnTo>
                  <a:pt x="553212" y="286512"/>
                </a:lnTo>
                <a:lnTo>
                  <a:pt x="522363" y="304571"/>
                </a:lnTo>
                <a:lnTo>
                  <a:pt x="482536" y="320040"/>
                </a:lnTo>
                <a:lnTo>
                  <a:pt x="433832" y="333235"/>
                </a:lnTo>
                <a:lnTo>
                  <a:pt x="376428" y="344424"/>
                </a:lnTo>
                <a:lnTo>
                  <a:pt x="377952" y="350520"/>
                </a:lnTo>
                <a:lnTo>
                  <a:pt x="418528" y="345668"/>
                </a:lnTo>
                <a:lnTo>
                  <a:pt x="482536" y="334238"/>
                </a:lnTo>
                <a:lnTo>
                  <a:pt x="526554" y="319646"/>
                </a:lnTo>
                <a:lnTo>
                  <a:pt x="561467" y="303022"/>
                </a:lnTo>
                <a:lnTo>
                  <a:pt x="576072" y="294132"/>
                </a:lnTo>
                <a:lnTo>
                  <a:pt x="609498" y="306158"/>
                </a:lnTo>
                <a:lnTo>
                  <a:pt x="636651" y="317182"/>
                </a:lnTo>
                <a:lnTo>
                  <a:pt x="657504" y="327355"/>
                </a:lnTo>
                <a:lnTo>
                  <a:pt x="672084" y="336804"/>
                </a:lnTo>
                <a:lnTo>
                  <a:pt x="679704" y="342900"/>
                </a:lnTo>
                <a:lnTo>
                  <a:pt x="684276" y="345948"/>
                </a:lnTo>
                <a:lnTo>
                  <a:pt x="691896" y="345948"/>
                </a:lnTo>
                <a:lnTo>
                  <a:pt x="693420" y="341376"/>
                </a:lnTo>
                <a:lnTo>
                  <a:pt x="693420" y="330708"/>
                </a:lnTo>
                <a:lnTo>
                  <a:pt x="691134" y="323240"/>
                </a:lnTo>
                <a:lnTo>
                  <a:pt x="656844" y="299072"/>
                </a:lnTo>
                <a:lnTo>
                  <a:pt x="615696" y="287020"/>
                </a:lnTo>
                <a:lnTo>
                  <a:pt x="588264" y="280416"/>
                </a:lnTo>
                <a:lnTo>
                  <a:pt x="593166" y="274320"/>
                </a:lnTo>
                <a:lnTo>
                  <a:pt x="600265" y="265518"/>
                </a:lnTo>
                <a:lnTo>
                  <a:pt x="611124" y="250317"/>
                </a:lnTo>
                <a:lnTo>
                  <a:pt x="620839" y="234556"/>
                </a:lnTo>
                <a:lnTo>
                  <a:pt x="629412" y="217932"/>
                </a:lnTo>
                <a:lnTo>
                  <a:pt x="725424" y="21793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" name="object 30"/>
          <p:cNvSpPr/>
          <p:nvPr/>
        </p:nvSpPr>
        <p:spPr>
          <a:xfrm>
            <a:off x="4206239" y="3386328"/>
            <a:ext cx="340360" cy="356870"/>
          </a:xfrm>
          <a:custGeom>
            <a:avLst/>
            <a:gdLst/>
            <a:ahLst/>
            <a:cxnLst/>
            <a:rect l="l" t="t" r="r" b="b"/>
            <a:pathLst>
              <a:path w="340360" h="356870">
                <a:moveTo>
                  <a:pt x="175260" y="64008"/>
                </a:moveTo>
                <a:lnTo>
                  <a:pt x="169164" y="64008"/>
                </a:lnTo>
                <a:lnTo>
                  <a:pt x="167640" y="59436"/>
                </a:lnTo>
                <a:lnTo>
                  <a:pt x="166116" y="50292"/>
                </a:lnTo>
                <a:lnTo>
                  <a:pt x="162948" y="39695"/>
                </a:lnTo>
                <a:lnTo>
                  <a:pt x="157924" y="28384"/>
                </a:lnTo>
                <a:lnTo>
                  <a:pt x="150899" y="16216"/>
                </a:lnTo>
                <a:lnTo>
                  <a:pt x="141732" y="3048"/>
                </a:lnTo>
                <a:lnTo>
                  <a:pt x="144780" y="0"/>
                </a:lnTo>
                <a:lnTo>
                  <a:pt x="181356" y="24384"/>
                </a:lnTo>
                <a:lnTo>
                  <a:pt x="188976" y="35052"/>
                </a:lnTo>
                <a:lnTo>
                  <a:pt x="188976" y="45719"/>
                </a:lnTo>
                <a:lnTo>
                  <a:pt x="185928" y="50292"/>
                </a:lnTo>
                <a:lnTo>
                  <a:pt x="181356" y="56388"/>
                </a:lnTo>
                <a:lnTo>
                  <a:pt x="176784" y="60960"/>
                </a:lnTo>
                <a:lnTo>
                  <a:pt x="175260" y="64008"/>
                </a:lnTo>
                <a:close/>
              </a:path>
              <a:path w="340360" h="356870">
                <a:moveTo>
                  <a:pt x="32004" y="123444"/>
                </a:moveTo>
                <a:lnTo>
                  <a:pt x="24384" y="123444"/>
                </a:lnTo>
                <a:lnTo>
                  <a:pt x="19812" y="121920"/>
                </a:lnTo>
                <a:lnTo>
                  <a:pt x="16764" y="118872"/>
                </a:lnTo>
                <a:lnTo>
                  <a:pt x="13716" y="117348"/>
                </a:lnTo>
                <a:lnTo>
                  <a:pt x="12192" y="114300"/>
                </a:lnTo>
                <a:lnTo>
                  <a:pt x="12192" y="109728"/>
                </a:lnTo>
                <a:lnTo>
                  <a:pt x="15240" y="103632"/>
                </a:lnTo>
                <a:lnTo>
                  <a:pt x="24384" y="97536"/>
                </a:lnTo>
                <a:lnTo>
                  <a:pt x="30932" y="89273"/>
                </a:lnTo>
                <a:lnTo>
                  <a:pt x="36766" y="78295"/>
                </a:lnTo>
                <a:lnTo>
                  <a:pt x="41743" y="64746"/>
                </a:lnTo>
                <a:lnTo>
                  <a:pt x="45720" y="48768"/>
                </a:lnTo>
                <a:lnTo>
                  <a:pt x="51816" y="48768"/>
                </a:lnTo>
                <a:lnTo>
                  <a:pt x="51816" y="68580"/>
                </a:lnTo>
                <a:lnTo>
                  <a:pt x="322097" y="68580"/>
                </a:lnTo>
                <a:lnTo>
                  <a:pt x="329869" y="77724"/>
                </a:lnTo>
                <a:lnTo>
                  <a:pt x="51816" y="77724"/>
                </a:lnTo>
                <a:lnTo>
                  <a:pt x="51458" y="93130"/>
                </a:lnTo>
                <a:lnTo>
                  <a:pt x="50101" y="104965"/>
                </a:lnTo>
                <a:lnTo>
                  <a:pt x="47315" y="113085"/>
                </a:lnTo>
                <a:lnTo>
                  <a:pt x="42672" y="117348"/>
                </a:lnTo>
                <a:lnTo>
                  <a:pt x="36576" y="120396"/>
                </a:lnTo>
                <a:lnTo>
                  <a:pt x="32004" y="123444"/>
                </a:lnTo>
                <a:close/>
              </a:path>
              <a:path w="340360" h="356870">
                <a:moveTo>
                  <a:pt x="322097" y="68580"/>
                </a:moveTo>
                <a:lnTo>
                  <a:pt x="291084" y="68580"/>
                </a:lnTo>
                <a:lnTo>
                  <a:pt x="307848" y="51816"/>
                </a:lnTo>
                <a:lnTo>
                  <a:pt x="322097" y="68580"/>
                </a:lnTo>
                <a:close/>
              </a:path>
              <a:path w="340360" h="356870">
                <a:moveTo>
                  <a:pt x="278892" y="118872"/>
                </a:moveTo>
                <a:lnTo>
                  <a:pt x="274319" y="115824"/>
                </a:lnTo>
                <a:lnTo>
                  <a:pt x="294131" y="77724"/>
                </a:lnTo>
                <a:lnTo>
                  <a:pt x="329869" y="77724"/>
                </a:lnTo>
                <a:lnTo>
                  <a:pt x="333756" y="82296"/>
                </a:lnTo>
                <a:lnTo>
                  <a:pt x="322611" y="84582"/>
                </a:lnTo>
                <a:lnTo>
                  <a:pt x="309753" y="91440"/>
                </a:lnTo>
                <a:lnTo>
                  <a:pt x="295179" y="102870"/>
                </a:lnTo>
                <a:lnTo>
                  <a:pt x="278892" y="118872"/>
                </a:lnTo>
                <a:close/>
              </a:path>
              <a:path w="340360" h="356870">
                <a:moveTo>
                  <a:pt x="38100" y="155448"/>
                </a:moveTo>
                <a:lnTo>
                  <a:pt x="24384" y="141732"/>
                </a:lnTo>
                <a:lnTo>
                  <a:pt x="262128" y="141732"/>
                </a:lnTo>
                <a:lnTo>
                  <a:pt x="283464" y="120396"/>
                </a:lnTo>
                <a:lnTo>
                  <a:pt x="313943" y="150876"/>
                </a:lnTo>
                <a:lnTo>
                  <a:pt x="74676" y="150876"/>
                </a:lnTo>
                <a:lnTo>
                  <a:pt x="64674" y="151161"/>
                </a:lnTo>
                <a:lnTo>
                  <a:pt x="55245" y="152019"/>
                </a:lnTo>
                <a:lnTo>
                  <a:pt x="46386" y="153447"/>
                </a:lnTo>
                <a:lnTo>
                  <a:pt x="38100" y="155448"/>
                </a:lnTo>
                <a:close/>
              </a:path>
              <a:path w="340360" h="356870">
                <a:moveTo>
                  <a:pt x="181356" y="307848"/>
                </a:moveTo>
                <a:lnTo>
                  <a:pt x="160020" y="307848"/>
                </a:lnTo>
                <a:lnTo>
                  <a:pt x="160020" y="150876"/>
                </a:lnTo>
                <a:lnTo>
                  <a:pt x="181356" y="150876"/>
                </a:lnTo>
                <a:lnTo>
                  <a:pt x="181356" y="225552"/>
                </a:lnTo>
                <a:lnTo>
                  <a:pt x="289560" y="225552"/>
                </a:lnTo>
                <a:lnTo>
                  <a:pt x="298704" y="234696"/>
                </a:lnTo>
                <a:lnTo>
                  <a:pt x="181356" y="234696"/>
                </a:lnTo>
                <a:lnTo>
                  <a:pt x="181356" y="307848"/>
                </a:lnTo>
                <a:close/>
              </a:path>
              <a:path w="340360" h="356870">
                <a:moveTo>
                  <a:pt x="3048" y="356616"/>
                </a:moveTo>
                <a:lnTo>
                  <a:pt x="0" y="352044"/>
                </a:lnTo>
                <a:lnTo>
                  <a:pt x="13120" y="338304"/>
                </a:lnTo>
                <a:lnTo>
                  <a:pt x="24955" y="324421"/>
                </a:lnTo>
                <a:lnTo>
                  <a:pt x="50720" y="281035"/>
                </a:lnTo>
                <a:lnTo>
                  <a:pt x="64008" y="237744"/>
                </a:lnTo>
                <a:lnTo>
                  <a:pt x="70223" y="195953"/>
                </a:lnTo>
                <a:lnTo>
                  <a:pt x="71628" y="181356"/>
                </a:lnTo>
                <a:lnTo>
                  <a:pt x="108204" y="199644"/>
                </a:lnTo>
                <a:lnTo>
                  <a:pt x="88296" y="237315"/>
                </a:lnTo>
                <a:lnTo>
                  <a:pt x="86868" y="245364"/>
                </a:lnTo>
                <a:lnTo>
                  <a:pt x="92613" y="254508"/>
                </a:lnTo>
                <a:lnTo>
                  <a:pt x="83820" y="254508"/>
                </a:lnTo>
                <a:lnTo>
                  <a:pt x="61317" y="300156"/>
                </a:lnTo>
                <a:lnTo>
                  <a:pt x="31623" y="333946"/>
                </a:lnTo>
                <a:lnTo>
                  <a:pt x="18192" y="345209"/>
                </a:lnTo>
                <a:lnTo>
                  <a:pt x="3048" y="356616"/>
                </a:lnTo>
                <a:close/>
              </a:path>
              <a:path w="340360" h="356870">
                <a:moveTo>
                  <a:pt x="289560" y="225552"/>
                </a:moveTo>
                <a:lnTo>
                  <a:pt x="249936" y="225552"/>
                </a:lnTo>
                <a:lnTo>
                  <a:pt x="269748" y="205740"/>
                </a:lnTo>
                <a:lnTo>
                  <a:pt x="289560" y="225552"/>
                </a:lnTo>
                <a:close/>
              </a:path>
              <a:path w="340360" h="356870">
                <a:moveTo>
                  <a:pt x="307848" y="347472"/>
                </a:moveTo>
                <a:lnTo>
                  <a:pt x="238125" y="344614"/>
                </a:lnTo>
                <a:lnTo>
                  <a:pt x="188891" y="338304"/>
                </a:lnTo>
                <a:lnTo>
                  <a:pt x="139684" y="318825"/>
                </a:lnTo>
                <a:lnTo>
                  <a:pt x="104013" y="285369"/>
                </a:lnTo>
                <a:lnTo>
                  <a:pt x="83820" y="254508"/>
                </a:lnTo>
                <a:lnTo>
                  <a:pt x="92613" y="254508"/>
                </a:lnTo>
                <a:lnTo>
                  <a:pt x="94273" y="257151"/>
                </a:lnTo>
                <a:lnTo>
                  <a:pt x="102679" y="267652"/>
                </a:lnTo>
                <a:lnTo>
                  <a:pt x="131302" y="293703"/>
                </a:lnTo>
                <a:lnTo>
                  <a:pt x="160020" y="307848"/>
                </a:lnTo>
                <a:lnTo>
                  <a:pt x="181356" y="307848"/>
                </a:lnTo>
                <a:lnTo>
                  <a:pt x="181356" y="313944"/>
                </a:lnTo>
                <a:lnTo>
                  <a:pt x="202811" y="317063"/>
                </a:lnTo>
                <a:lnTo>
                  <a:pt x="223837" y="319468"/>
                </a:lnTo>
                <a:lnTo>
                  <a:pt x="244578" y="321016"/>
                </a:lnTo>
                <a:lnTo>
                  <a:pt x="265176" y="321564"/>
                </a:lnTo>
                <a:lnTo>
                  <a:pt x="339852" y="321564"/>
                </a:lnTo>
                <a:lnTo>
                  <a:pt x="339852" y="323088"/>
                </a:lnTo>
                <a:lnTo>
                  <a:pt x="328422" y="326255"/>
                </a:lnTo>
                <a:lnTo>
                  <a:pt x="319278" y="331279"/>
                </a:lnTo>
                <a:lnTo>
                  <a:pt x="312408" y="338328"/>
                </a:lnTo>
                <a:lnTo>
                  <a:pt x="307848" y="347472"/>
                </a:lnTo>
                <a:close/>
              </a:path>
              <a:path w="340360" h="356870">
                <a:moveTo>
                  <a:pt x="339852" y="321564"/>
                </a:moveTo>
                <a:lnTo>
                  <a:pt x="265176" y="321564"/>
                </a:lnTo>
                <a:lnTo>
                  <a:pt x="339852" y="316992"/>
                </a:lnTo>
                <a:lnTo>
                  <a:pt x="339852" y="32156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31" name="object 31"/>
          <p:cNvGrpSpPr/>
          <p:nvPr/>
        </p:nvGrpSpPr>
        <p:grpSpPr>
          <a:xfrm>
            <a:off x="4593336" y="3376422"/>
            <a:ext cx="2708910" cy="373380"/>
            <a:chOff x="4593336" y="3376422"/>
            <a:chExt cx="2708910" cy="373380"/>
          </a:xfrm>
        </p:grpSpPr>
        <p:sp>
          <p:nvSpPr>
            <p:cNvPr id="32" name="object 32"/>
            <p:cNvSpPr/>
            <p:nvPr/>
          </p:nvSpPr>
          <p:spPr>
            <a:xfrm>
              <a:off x="4593336" y="3384803"/>
              <a:ext cx="741045" cy="358140"/>
            </a:xfrm>
            <a:custGeom>
              <a:avLst/>
              <a:gdLst/>
              <a:ahLst/>
              <a:cxnLst/>
              <a:rect l="l" t="t" r="r" b="b"/>
              <a:pathLst>
                <a:path w="741045" h="358139">
                  <a:moveTo>
                    <a:pt x="196596" y="60960"/>
                  </a:moveTo>
                  <a:lnTo>
                    <a:pt x="172732" y="27647"/>
                  </a:lnTo>
                  <a:lnTo>
                    <a:pt x="137160" y="0"/>
                  </a:lnTo>
                  <a:lnTo>
                    <a:pt x="132588" y="3048"/>
                  </a:lnTo>
                  <a:lnTo>
                    <a:pt x="146011" y="23012"/>
                  </a:lnTo>
                  <a:lnTo>
                    <a:pt x="156591" y="41529"/>
                  </a:lnTo>
                  <a:lnTo>
                    <a:pt x="164299" y="58343"/>
                  </a:lnTo>
                  <a:lnTo>
                    <a:pt x="169164" y="73152"/>
                  </a:lnTo>
                  <a:lnTo>
                    <a:pt x="170688" y="83820"/>
                  </a:lnTo>
                  <a:lnTo>
                    <a:pt x="173736" y="89916"/>
                  </a:lnTo>
                  <a:lnTo>
                    <a:pt x="181356" y="89916"/>
                  </a:lnTo>
                  <a:lnTo>
                    <a:pt x="184404" y="85344"/>
                  </a:lnTo>
                  <a:lnTo>
                    <a:pt x="188976" y="79248"/>
                  </a:lnTo>
                  <a:lnTo>
                    <a:pt x="193548" y="71628"/>
                  </a:lnTo>
                  <a:lnTo>
                    <a:pt x="196596" y="65532"/>
                  </a:lnTo>
                  <a:lnTo>
                    <a:pt x="196596" y="60960"/>
                  </a:lnTo>
                  <a:close/>
                </a:path>
                <a:path w="741045" h="358139">
                  <a:moveTo>
                    <a:pt x="350520" y="326136"/>
                  </a:moveTo>
                  <a:lnTo>
                    <a:pt x="312534" y="317563"/>
                  </a:lnTo>
                  <a:lnTo>
                    <a:pt x="274129" y="300990"/>
                  </a:lnTo>
                  <a:lnTo>
                    <a:pt x="235432" y="276415"/>
                  </a:lnTo>
                  <a:lnTo>
                    <a:pt x="196596" y="243840"/>
                  </a:lnTo>
                  <a:lnTo>
                    <a:pt x="207810" y="227076"/>
                  </a:lnTo>
                  <a:lnTo>
                    <a:pt x="219138" y="210146"/>
                  </a:lnTo>
                  <a:lnTo>
                    <a:pt x="240982" y="168592"/>
                  </a:lnTo>
                  <a:lnTo>
                    <a:pt x="261950" y="119329"/>
                  </a:lnTo>
                  <a:lnTo>
                    <a:pt x="281940" y="62484"/>
                  </a:lnTo>
                  <a:lnTo>
                    <a:pt x="297180" y="54864"/>
                  </a:lnTo>
                  <a:lnTo>
                    <a:pt x="259080" y="27432"/>
                  </a:lnTo>
                  <a:lnTo>
                    <a:pt x="251104" y="60960"/>
                  </a:lnTo>
                  <a:lnTo>
                    <a:pt x="242887" y="91630"/>
                  </a:lnTo>
                  <a:lnTo>
                    <a:pt x="225552" y="143256"/>
                  </a:lnTo>
                  <a:lnTo>
                    <a:pt x="205930" y="188023"/>
                  </a:lnTo>
                  <a:lnTo>
                    <a:pt x="182880" y="227076"/>
                  </a:lnTo>
                  <a:lnTo>
                    <a:pt x="160083" y="198501"/>
                  </a:lnTo>
                  <a:lnTo>
                    <a:pt x="135445" y="160782"/>
                  </a:lnTo>
                  <a:lnTo>
                    <a:pt x="109359" y="113919"/>
                  </a:lnTo>
                  <a:lnTo>
                    <a:pt x="82296" y="57912"/>
                  </a:lnTo>
                  <a:lnTo>
                    <a:pt x="76200" y="60960"/>
                  </a:lnTo>
                  <a:lnTo>
                    <a:pt x="97358" y="113753"/>
                  </a:lnTo>
                  <a:lnTo>
                    <a:pt x="119824" y="162115"/>
                  </a:lnTo>
                  <a:lnTo>
                    <a:pt x="143700" y="205625"/>
                  </a:lnTo>
                  <a:lnTo>
                    <a:pt x="169164" y="243840"/>
                  </a:lnTo>
                  <a:lnTo>
                    <a:pt x="131152" y="278968"/>
                  </a:lnTo>
                  <a:lnTo>
                    <a:pt x="90297" y="308800"/>
                  </a:lnTo>
                  <a:lnTo>
                    <a:pt x="46570" y="333209"/>
                  </a:lnTo>
                  <a:lnTo>
                    <a:pt x="0" y="352044"/>
                  </a:lnTo>
                  <a:lnTo>
                    <a:pt x="1524" y="358140"/>
                  </a:lnTo>
                  <a:lnTo>
                    <a:pt x="52362" y="341591"/>
                  </a:lnTo>
                  <a:lnTo>
                    <a:pt x="99631" y="319468"/>
                  </a:lnTo>
                  <a:lnTo>
                    <a:pt x="143179" y="291922"/>
                  </a:lnTo>
                  <a:lnTo>
                    <a:pt x="182880" y="259080"/>
                  </a:lnTo>
                  <a:lnTo>
                    <a:pt x="214287" y="290804"/>
                  </a:lnTo>
                  <a:lnTo>
                    <a:pt x="246697" y="317373"/>
                  </a:lnTo>
                  <a:lnTo>
                    <a:pt x="279958" y="338810"/>
                  </a:lnTo>
                  <a:lnTo>
                    <a:pt x="313944" y="355092"/>
                  </a:lnTo>
                  <a:lnTo>
                    <a:pt x="319659" y="346811"/>
                  </a:lnTo>
                  <a:lnTo>
                    <a:pt x="327660" y="340233"/>
                  </a:lnTo>
                  <a:lnTo>
                    <a:pt x="337947" y="335381"/>
                  </a:lnTo>
                  <a:lnTo>
                    <a:pt x="350520" y="332232"/>
                  </a:lnTo>
                  <a:lnTo>
                    <a:pt x="350520" y="326136"/>
                  </a:lnTo>
                  <a:close/>
                </a:path>
                <a:path w="741045" h="358139">
                  <a:moveTo>
                    <a:pt x="740664" y="167640"/>
                  </a:moveTo>
                  <a:lnTo>
                    <a:pt x="707136" y="134112"/>
                  </a:lnTo>
                  <a:lnTo>
                    <a:pt x="676656" y="158496"/>
                  </a:lnTo>
                  <a:lnTo>
                    <a:pt x="393192" y="158496"/>
                  </a:lnTo>
                  <a:lnTo>
                    <a:pt x="406908" y="172212"/>
                  </a:lnTo>
                  <a:lnTo>
                    <a:pt x="415480" y="170218"/>
                  </a:lnTo>
                  <a:lnTo>
                    <a:pt x="425196" y="168783"/>
                  </a:lnTo>
                  <a:lnTo>
                    <a:pt x="436054" y="167932"/>
                  </a:lnTo>
                  <a:lnTo>
                    <a:pt x="448056" y="167640"/>
                  </a:lnTo>
                  <a:lnTo>
                    <a:pt x="740664" y="16764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33" name="object 33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5372100" y="3376422"/>
              <a:ext cx="1145285" cy="373379"/>
            </a:xfrm>
            <a:prstGeom prst="rect">
              <a:avLst/>
            </a:prstGeom>
          </p:spPr>
        </p:pic>
        <p:pic>
          <p:nvPicPr>
            <p:cNvPr id="34" name="object 34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6543294" y="3384042"/>
              <a:ext cx="758951" cy="361188"/>
            </a:xfrm>
            <a:prstGeom prst="rect">
              <a:avLst/>
            </a:prstGeom>
          </p:spPr>
        </p:pic>
      </p:grpSp>
      <p:sp>
        <p:nvSpPr>
          <p:cNvPr id="35" name="object 35"/>
          <p:cNvSpPr/>
          <p:nvPr/>
        </p:nvSpPr>
        <p:spPr>
          <a:xfrm>
            <a:off x="7367003" y="3381755"/>
            <a:ext cx="1111250" cy="361315"/>
          </a:xfrm>
          <a:custGeom>
            <a:avLst/>
            <a:gdLst/>
            <a:ahLst/>
            <a:cxnLst/>
            <a:rect l="l" t="t" r="r" b="b"/>
            <a:pathLst>
              <a:path w="1111250" h="361314">
                <a:moveTo>
                  <a:pt x="135636" y="91440"/>
                </a:moveTo>
                <a:lnTo>
                  <a:pt x="128016" y="83820"/>
                </a:lnTo>
                <a:lnTo>
                  <a:pt x="112776" y="68580"/>
                </a:lnTo>
                <a:lnTo>
                  <a:pt x="100584" y="80772"/>
                </a:lnTo>
                <a:lnTo>
                  <a:pt x="100584" y="92964"/>
                </a:lnTo>
                <a:lnTo>
                  <a:pt x="100584" y="190500"/>
                </a:lnTo>
                <a:lnTo>
                  <a:pt x="100584" y="199644"/>
                </a:lnTo>
                <a:lnTo>
                  <a:pt x="100584" y="306324"/>
                </a:lnTo>
                <a:lnTo>
                  <a:pt x="21336" y="306324"/>
                </a:lnTo>
                <a:lnTo>
                  <a:pt x="21336" y="199644"/>
                </a:lnTo>
                <a:lnTo>
                  <a:pt x="100584" y="199644"/>
                </a:lnTo>
                <a:lnTo>
                  <a:pt x="100584" y="190500"/>
                </a:lnTo>
                <a:lnTo>
                  <a:pt x="21336" y="190500"/>
                </a:lnTo>
                <a:lnTo>
                  <a:pt x="21336" y="92964"/>
                </a:lnTo>
                <a:lnTo>
                  <a:pt x="100584" y="92964"/>
                </a:lnTo>
                <a:lnTo>
                  <a:pt x="100584" y="80772"/>
                </a:lnTo>
                <a:lnTo>
                  <a:pt x="97536" y="83820"/>
                </a:lnTo>
                <a:lnTo>
                  <a:pt x="47244" y="83820"/>
                </a:lnTo>
                <a:lnTo>
                  <a:pt x="59461" y="59486"/>
                </a:lnTo>
                <a:lnTo>
                  <a:pt x="70675" y="41148"/>
                </a:lnTo>
                <a:lnTo>
                  <a:pt x="80467" y="28536"/>
                </a:lnTo>
                <a:lnTo>
                  <a:pt x="88392" y="21336"/>
                </a:lnTo>
                <a:lnTo>
                  <a:pt x="54864" y="3048"/>
                </a:lnTo>
                <a:lnTo>
                  <a:pt x="53111" y="18465"/>
                </a:lnTo>
                <a:lnTo>
                  <a:pt x="49911" y="37147"/>
                </a:lnTo>
                <a:lnTo>
                  <a:pt x="45008" y="58991"/>
                </a:lnTo>
                <a:lnTo>
                  <a:pt x="38100" y="83820"/>
                </a:lnTo>
                <a:lnTo>
                  <a:pt x="22860" y="83820"/>
                </a:lnTo>
                <a:lnTo>
                  <a:pt x="0" y="70104"/>
                </a:lnTo>
                <a:lnTo>
                  <a:pt x="889" y="105156"/>
                </a:lnTo>
                <a:lnTo>
                  <a:pt x="1320" y="137731"/>
                </a:lnTo>
                <a:lnTo>
                  <a:pt x="1435" y="160020"/>
                </a:lnTo>
                <a:lnTo>
                  <a:pt x="1333" y="281940"/>
                </a:lnTo>
                <a:lnTo>
                  <a:pt x="939" y="313372"/>
                </a:lnTo>
                <a:lnTo>
                  <a:pt x="838" y="320040"/>
                </a:lnTo>
                <a:lnTo>
                  <a:pt x="0" y="353568"/>
                </a:lnTo>
                <a:lnTo>
                  <a:pt x="21336" y="341376"/>
                </a:lnTo>
                <a:lnTo>
                  <a:pt x="21336" y="315468"/>
                </a:lnTo>
                <a:lnTo>
                  <a:pt x="100584" y="315468"/>
                </a:lnTo>
                <a:lnTo>
                  <a:pt x="100584" y="347472"/>
                </a:lnTo>
                <a:lnTo>
                  <a:pt x="121920" y="335280"/>
                </a:lnTo>
                <a:lnTo>
                  <a:pt x="121805" y="315468"/>
                </a:lnTo>
                <a:lnTo>
                  <a:pt x="121742" y="306324"/>
                </a:lnTo>
                <a:lnTo>
                  <a:pt x="120942" y="225005"/>
                </a:lnTo>
                <a:lnTo>
                  <a:pt x="120764" y="199644"/>
                </a:lnTo>
                <a:lnTo>
                  <a:pt x="120713" y="190500"/>
                </a:lnTo>
                <a:lnTo>
                  <a:pt x="120599" y="174904"/>
                </a:lnTo>
                <a:lnTo>
                  <a:pt x="120510" y="144881"/>
                </a:lnTo>
                <a:lnTo>
                  <a:pt x="120396" y="102108"/>
                </a:lnTo>
                <a:lnTo>
                  <a:pt x="133464" y="92964"/>
                </a:lnTo>
                <a:lnTo>
                  <a:pt x="135636" y="91440"/>
                </a:lnTo>
                <a:close/>
              </a:path>
              <a:path w="1111250" h="361314">
                <a:moveTo>
                  <a:pt x="216408" y="210312"/>
                </a:moveTo>
                <a:lnTo>
                  <a:pt x="184175" y="168287"/>
                </a:lnTo>
                <a:lnTo>
                  <a:pt x="167640" y="155448"/>
                </a:lnTo>
                <a:lnTo>
                  <a:pt x="164592" y="160020"/>
                </a:lnTo>
                <a:lnTo>
                  <a:pt x="174879" y="174244"/>
                </a:lnTo>
                <a:lnTo>
                  <a:pt x="182880" y="189166"/>
                </a:lnTo>
                <a:lnTo>
                  <a:pt x="188595" y="204393"/>
                </a:lnTo>
                <a:lnTo>
                  <a:pt x="192024" y="219456"/>
                </a:lnTo>
                <a:lnTo>
                  <a:pt x="195072" y="233172"/>
                </a:lnTo>
                <a:lnTo>
                  <a:pt x="198120" y="240792"/>
                </a:lnTo>
                <a:lnTo>
                  <a:pt x="204216" y="240792"/>
                </a:lnTo>
                <a:lnTo>
                  <a:pt x="207264" y="237744"/>
                </a:lnTo>
                <a:lnTo>
                  <a:pt x="210312" y="233172"/>
                </a:lnTo>
                <a:lnTo>
                  <a:pt x="214884" y="228600"/>
                </a:lnTo>
                <a:lnTo>
                  <a:pt x="216408" y="220980"/>
                </a:lnTo>
                <a:lnTo>
                  <a:pt x="216408" y="210312"/>
                </a:lnTo>
                <a:close/>
              </a:path>
              <a:path w="1111250" h="361314">
                <a:moveTo>
                  <a:pt x="313944" y="94488"/>
                </a:moveTo>
                <a:lnTo>
                  <a:pt x="307848" y="88392"/>
                </a:lnTo>
                <a:lnTo>
                  <a:pt x="291084" y="71628"/>
                </a:lnTo>
                <a:lnTo>
                  <a:pt x="274320" y="88392"/>
                </a:lnTo>
                <a:lnTo>
                  <a:pt x="190500" y="88392"/>
                </a:lnTo>
                <a:lnTo>
                  <a:pt x="203098" y="63817"/>
                </a:lnTo>
                <a:lnTo>
                  <a:pt x="213550" y="44958"/>
                </a:lnTo>
                <a:lnTo>
                  <a:pt x="222008" y="31813"/>
                </a:lnTo>
                <a:lnTo>
                  <a:pt x="228600" y="24384"/>
                </a:lnTo>
                <a:lnTo>
                  <a:pt x="195072" y="4572"/>
                </a:lnTo>
                <a:lnTo>
                  <a:pt x="185928" y="43434"/>
                </a:lnTo>
                <a:lnTo>
                  <a:pt x="172212" y="82296"/>
                </a:lnTo>
                <a:lnTo>
                  <a:pt x="153162" y="122301"/>
                </a:lnTo>
                <a:lnTo>
                  <a:pt x="124968" y="169164"/>
                </a:lnTo>
                <a:lnTo>
                  <a:pt x="129540" y="172212"/>
                </a:lnTo>
                <a:lnTo>
                  <a:pt x="145021" y="155625"/>
                </a:lnTo>
                <a:lnTo>
                  <a:pt x="159639" y="137731"/>
                </a:lnTo>
                <a:lnTo>
                  <a:pt x="173697" y="118427"/>
                </a:lnTo>
                <a:lnTo>
                  <a:pt x="187452" y="97536"/>
                </a:lnTo>
                <a:lnTo>
                  <a:pt x="277368" y="97536"/>
                </a:lnTo>
                <a:lnTo>
                  <a:pt x="275488" y="168287"/>
                </a:lnTo>
                <a:lnTo>
                  <a:pt x="273558" y="232410"/>
                </a:lnTo>
                <a:lnTo>
                  <a:pt x="271805" y="272415"/>
                </a:lnTo>
                <a:lnTo>
                  <a:pt x="262509" y="313372"/>
                </a:lnTo>
                <a:lnTo>
                  <a:pt x="248412" y="320040"/>
                </a:lnTo>
                <a:lnTo>
                  <a:pt x="238988" y="319493"/>
                </a:lnTo>
                <a:lnTo>
                  <a:pt x="226695" y="317944"/>
                </a:lnTo>
                <a:lnTo>
                  <a:pt x="211556" y="315544"/>
                </a:lnTo>
                <a:lnTo>
                  <a:pt x="193548" y="312420"/>
                </a:lnTo>
                <a:lnTo>
                  <a:pt x="193548" y="320040"/>
                </a:lnTo>
                <a:lnTo>
                  <a:pt x="212979" y="326618"/>
                </a:lnTo>
                <a:lnTo>
                  <a:pt x="227838" y="334899"/>
                </a:lnTo>
                <a:lnTo>
                  <a:pt x="238125" y="344906"/>
                </a:lnTo>
                <a:lnTo>
                  <a:pt x="243840" y="356616"/>
                </a:lnTo>
                <a:lnTo>
                  <a:pt x="254419" y="352933"/>
                </a:lnTo>
                <a:lnTo>
                  <a:pt x="284607" y="327279"/>
                </a:lnTo>
                <a:lnTo>
                  <a:pt x="287604" y="320040"/>
                </a:lnTo>
                <a:lnTo>
                  <a:pt x="288277" y="318427"/>
                </a:lnTo>
                <a:lnTo>
                  <a:pt x="295656" y="244792"/>
                </a:lnTo>
                <a:lnTo>
                  <a:pt x="297942" y="184619"/>
                </a:lnTo>
                <a:lnTo>
                  <a:pt x="300228" y="105156"/>
                </a:lnTo>
                <a:lnTo>
                  <a:pt x="310032" y="97536"/>
                </a:lnTo>
                <a:lnTo>
                  <a:pt x="313944" y="94488"/>
                </a:lnTo>
                <a:close/>
              </a:path>
              <a:path w="1111250" h="361314">
                <a:moveTo>
                  <a:pt x="704088" y="129540"/>
                </a:moveTo>
                <a:lnTo>
                  <a:pt x="675132" y="100584"/>
                </a:lnTo>
                <a:lnTo>
                  <a:pt x="655320" y="120396"/>
                </a:lnTo>
                <a:lnTo>
                  <a:pt x="626364" y="120396"/>
                </a:lnTo>
                <a:lnTo>
                  <a:pt x="626364" y="96012"/>
                </a:lnTo>
                <a:lnTo>
                  <a:pt x="640080" y="86868"/>
                </a:lnTo>
                <a:lnTo>
                  <a:pt x="605028" y="71628"/>
                </a:lnTo>
                <a:lnTo>
                  <a:pt x="605917" y="83108"/>
                </a:lnTo>
                <a:lnTo>
                  <a:pt x="606348" y="94488"/>
                </a:lnTo>
                <a:lnTo>
                  <a:pt x="606450" y="100584"/>
                </a:lnTo>
                <a:lnTo>
                  <a:pt x="606552" y="120396"/>
                </a:lnTo>
                <a:lnTo>
                  <a:pt x="606552" y="129540"/>
                </a:lnTo>
                <a:lnTo>
                  <a:pt x="606552" y="173736"/>
                </a:lnTo>
                <a:lnTo>
                  <a:pt x="521208" y="173736"/>
                </a:lnTo>
                <a:lnTo>
                  <a:pt x="521208" y="129540"/>
                </a:lnTo>
                <a:lnTo>
                  <a:pt x="606552" y="129540"/>
                </a:lnTo>
                <a:lnTo>
                  <a:pt x="606552" y="120396"/>
                </a:lnTo>
                <a:lnTo>
                  <a:pt x="521208" y="120396"/>
                </a:lnTo>
                <a:lnTo>
                  <a:pt x="521208" y="94488"/>
                </a:lnTo>
                <a:lnTo>
                  <a:pt x="533400" y="86868"/>
                </a:lnTo>
                <a:lnTo>
                  <a:pt x="499872" y="70104"/>
                </a:lnTo>
                <a:lnTo>
                  <a:pt x="501383" y="108686"/>
                </a:lnTo>
                <a:lnTo>
                  <a:pt x="501396" y="120396"/>
                </a:lnTo>
                <a:lnTo>
                  <a:pt x="431292" y="120396"/>
                </a:lnTo>
                <a:lnTo>
                  <a:pt x="443484" y="132588"/>
                </a:lnTo>
                <a:lnTo>
                  <a:pt x="461772" y="129540"/>
                </a:lnTo>
                <a:lnTo>
                  <a:pt x="501396" y="129540"/>
                </a:lnTo>
                <a:lnTo>
                  <a:pt x="501281" y="158597"/>
                </a:lnTo>
                <a:lnTo>
                  <a:pt x="501205" y="166306"/>
                </a:lnTo>
                <a:lnTo>
                  <a:pt x="500761" y="183337"/>
                </a:lnTo>
                <a:lnTo>
                  <a:pt x="499872" y="199644"/>
                </a:lnTo>
                <a:lnTo>
                  <a:pt x="521208" y="190500"/>
                </a:lnTo>
                <a:lnTo>
                  <a:pt x="521208" y="182880"/>
                </a:lnTo>
                <a:lnTo>
                  <a:pt x="606552" y="182880"/>
                </a:lnTo>
                <a:lnTo>
                  <a:pt x="606552" y="196596"/>
                </a:lnTo>
                <a:lnTo>
                  <a:pt x="627888" y="187452"/>
                </a:lnTo>
                <a:lnTo>
                  <a:pt x="627773" y="182880"/>
                </a:lnTo>
                <a:lnTo>
                  <a:pt x="627659" y="178625"/>
                </a:lnTo>
                <a:lnTo>
                  <a:pt x="627456" y="173736"/>
                </a:lnTo>
                <a:lnTo>
                  <a:pt x="627151" y="166306"/>
                </a:lnTo>
                <a:lnTo>
                  <a:pt x="626605" y="149529"/>
                </a:lnTo>
                <a:lnTo>
                  <a:pt x="626364" y="129540"/>
                </a:lnTo>
                <a:lnTo>
                  <a:pt x="704088" y="129540"/>
                </a:lnTo>
                <a:close/>
              </a:path>
              <a:path w="1111250" h="361314">
                <a:moveTo>
                  <a:pt x="710184" y="64008"/>
                </a:moveTo>
                <a:lnTo>
                  <a:pt x="701484" y="54864"/>
                </a:lnTo>
                <a:lnTo>
                  <a:pt x="679704" y="32004"/>
                </a:lnTo>
                <a:lnTo>
                  <a:pt x="658368" y="54864"/>
                </a:lnTo>
                <a:lnTo>
                  <a:pt x="559308" y="54864"/>
                </a:lnTo>
                <a:lnTo>
                  <a:pt x="568452" y="47244"/>
                </a:lnTo>
                <a:lnTo>
                  <a:pt x="571500" y="39624"/>
                </a:lnTo>
                <a:lnTo>
                  <a:pt x="571500" y="33528"/>
                </a:lnTo>
                <a:lnTo>
                  <a:pt x="541210" y="7454"/>
                </a:lnTo>
                <a:lnTo>
                  <a:pt x="525780" y="0"/>
                </a:lnTo>
                <a:lnTo>
                  <a:pt x="521208" y="3048"/>
                </a:lnTo>
                <a:lnTo>
                  <a:pt x="528637" y="12750"/>
                </a:lnTo>
                <a:lnTo>
                  <a:pt x="534924" y="21145"/>
                </a:lnTo>
                <a:lnTo>
                  <a:pt x="544068" y="33528"/>
                </a:lnTo>
                <a:lnTo>
                  <a:pt x="547116" y="41148"/>
                </a:lnTo>
                <a:lnTo>
                  <a:pt x="548640" y="47244"/>
                </a:lnTo>
                <a:lnTo>
                  <a:pt x="550164" y="54864"/>
                </a:lnTo>
                <a:lnTo>
                  <a:pt x="429768" y="54864"/>
                </a:lnTo>
                <a:lnTo>
                  <a:pt x="403860" y="38100"/>
                </a:lnTo>
                <a:lnTo>
                  <a:pt x="404952" y="54864"/>
                </a:lnTo>
                <a:lnTo>
                  <a:pt x="405765" y="75628"/>
                </a:lnTo>
                <a:lnTo>
                  <a:pt x="405968" y="96393"/>
                </a:lnTo>
                <a:lnTo>
                  <a:pt x="405853" y="107213"/>
                </a:lnTo>
                <a:lnTo>
                  <a:pt x="405384" y="128016"/>
                </a:lnTo>
                <a:lnTo>
                  <a:pt x="404812" y="158597"/>
                </a:lnTo>
                <a:lnTo>
                  <a:pt x="400240" y="218033"/>
                </a:lnTo>
                <a:lnTo>
                  <a:pt x="391147" y="275424"/>
                </a:lnTo>
                <a:lnTo>
                  <a:pt x="371817" y="331330"/>
                </a:lnTo>
                <a:lnTo>
                  <a:pt x="358140" y="358140"/>
                </a:lnTo>
                <a:lnTo>
                  <a:pt x="362712" y="361188"/>
                </a:lnTo>
                <a:lnTo>
                  <a:pt x="392506" y="312115"/>
                </a:lnTo>
                <a:lnTo>
                  <a:pt x="408012" y="274967"/>
                </a:lnTo>
                <a:lnTo>
                  <a:pt x="418388" y="230911"/>
                </a:lnTo>
                <a:lnTo>
                  <a:pt x="425030" y="178028"/>
                </a:lnTo>
                <a:lnTo>
                  <a:pt x="427901" y="108686"/>
                </a:lnTo>
                <a:lnTo>
                  <a:pt x="428244" y="64008"/>
                </a:lnTo>
                <a:lnTo>
                  <a:pt x="710184" y="64008"/>
                </a:lnTo>
                <a:close/>
              </a:path>
              <a:path w="1111250" h="361314">
                <a:moveTo>
                  <a:pt x="711708" y="330708"/>
                </a:moveTo>
                <a:lnTo>
                  <a:pt x="673684" y="327621"/>
                </a:lnTo>
                <a:lnTo>
                  <a:pt x="639508" y="320802"/>
                </a:lnTo>
                <a:lnTo>
                  <a:pt x="609053" y="310565"/>
                </a:lnTo>
                <a:lnTo>
                  <a:pt x="606666" y="309372"/>
                </a:lnTo>
                <a:lnTo>
                  <a:pt x="582168" y="297180"/>
                </a:lnTo>
                <a:lnTo>
                  <a:pt x="609600" y="270129"/>
                </a:lnTo>
                <a:lnTo>
                  <a:pt x="641604" y="231648"/>
                </a:lnTo>
                <a:lnTo>
                  <a:pt x="656844" y="224028"/>
                </a:lnTo>
                <a:lnTo>
                  <a:pt x="633984" y="201168"/>
                </a:lnTo>
                <a:lnTo>
                  <a:pt x="620268" y="214884"/>
                </a:lnTo>
                <a:lnTo>
                  <a:pt x="618744" y="214884"/>
                </a:lnTo>
                <a:lnTo>
                  <a:pt x="618744" y="224028"/>
                </a:lnTo>
                <a:lnTo>
                  <a:pt x="607872" y="239776"/>
                </a:lnTo>
                <a:lnTo>
                  <a:pt x="595693" y="255079"/>
                </a:lnTo>
                <a:lnTo>
                  <a:pt x="582104" y="270116"/>
                </a:lnTo>
                <a:lnTo>
                  <a:pt x="566928" y="284988"/>
                </a:lnTo>
                <a:lnTo>
                  <a:pt x="552310" y="273329"/>
                </a:lnTo>
                <a:lnTo>
                  <a:pt x="537972" y="259080"/>
                </a:lnTo>
                <a:lnTo>
                  <a:pt x="523646" y="242557"/>
                </a:lnTo>
                <a:lnTo>
                  <a:pt x="509016" y="224028"/>
                </a:lnTo>
                <a:lnTo>
                  <a:pt x="618744" y="224028"/>
                </a:lnTo>
                <a:lnTo>
                  <a:pt x="618744" y="214884"/>
                </a:lnTo>
                <a:lnTo>
                  <a:pt x="460248" y="214884"/>
                </a:lnTo>
                <a:lnTo>
                  <a:pt x="472440" y="227076"/>
                </a:lnTo>
                <a:lnTo>
                  <a:pt x="486156" y="224028"/>
                </a:lnTo>
                <a:lnTo>
                  <a:pt x="501396" y="224028"/>
                </a:lnTo>
                <a:lnTo>
                  <a:pt x="514019" y="244652"/>
                </a:lnTo>
                <a:lnTo>
                  <a:pt x="526923" y="263271"/>
                </a:lnTo>
                <a:lnTo>
                  <a:pt x="540410" y="280187"/>
                </a:lnTo>
                <a:lnTo>
                  <a:pt x="554736" y="295656"/>
                </a:lnTo>
                <a:lnTo>
                  <a:pt x="520738" y="315874"/>
                </a:lnTo>
                <a:lnTo>
                  <a:pt x="485013" y="332803"/>
                </a:lnTo>
                <a:lnTo>
                  <a:pt x="447586" y="346024"/>
                </a:lnTo>
                <a:lnTo>
                  <a:pt x="408432" y="355092"/>
                </a:lnTo>
                <a:lnTo>
                  <a:pt x="409956" y="361188"/>
                </a:lnTo>
                <a:lnTo>
                  <a:pt x="451662" y="353745"/>
                </a:lnTo>
                <a:lnTo>
                  <a:pt x="492061" y="342709"/>
                </a:lnTo>
                <a:lnTo>
                  <a:pt x="531050" y="327977"/>
                </a:lnTo>
                <a:lnTo>
                  <a:pt x="568452" y="309372"/>
                </a:lnTo>
                <a:lnTo>
                  <a:pt x="591883" y="325120"/>
                </a:lnTo>
                <a:lnTo>
                  <a:pt x="618744" y="338137"/>
                </a:lnTo>
                <a:lnTo>
                  <a:pt x="649033" y="348602"/>
                </a:lnTo>
                <a:lnTo>
                  <a:pt x="682752" y="356616"/>
                </a:lnTo>
                <a:lnTo>
                  <a:pt x="686422" y="349453"/>
                </a:lnTo>
                <a:lnTo>
                  <a:pt x="692658" y="343852"/>
                </a:lnTo>
                <a:lnTo>
                  <a:pt x="701192" y="339686"/>
                </a:lnTo>
                <a:lnTo>
                  <a:pt x="711708" y="336804"/>
                </a:lnTo>
                <a:lnTo>
                  <a:pt x="711708" y="330708"/>
                </a:lnTo>
                <a:close/>
              </a:path>
              <a:path w="1111250" h="361314">
                <a:moveTo>
                  <a:pt x="1043940" y="22860"/>
                </a:moveTo>
                <a:lnTo>
                  <a:pt x="1039507" y="19812"/>
                </a:lnTo>
                <a:lnTo>
                  <a:pt x="1019556" y="6096"/>
                </a:lnTo>
                <a:lnTo>
                  <a:pt x="1013460" y="15240"/>
                </a:lnTo>
                <a:lnTo>
                  <a:pt x="1013460" y="28956"/>
                </a:lnTo>
                <a:lnTo>
                  <a:pt x="1013460" y="56388"/>
                </a:lnTo>
                <a:lnTo>
                  <a:pt x="1013460" y="65532"/>
                </a:lnTo>
                <a:lnTo>
                  <a:pt x="1013460" y="92964"/>
                </a:lnTo>
                <a:lnTo>
                  <a:pt x="844296" y="92964"/>
                </a:lnTo>
                <a:lnTo>
                  <a:pt x="844296" y="65532"/>
                </a:lnTo>
                <a:lnTo>
                  <a:pt x="1013460" y="65532"/>
                </a:lnTo>
                <a:lnTo>
                  <a:pt x="1013460" y="56388"/>
                </a:lnTo>
                <a:lnTo>
                  <a:pt x="844296" y="56388"/>
                </a:lnTo>
                <a:lnTo>
                  <a:pt x="844296" y="28956"/>
                </a:lnTo>
                <a:lnTo>
                  <a:pt x="1013460" y="28956"/>
                </a:lnTo>
                <a:lnTo>
                  <a:pt x="1013460" y="15240"/>
                </a:lnTo>
                <a:lnTo>
                  <a:pt x="1010412" y="19812"/>
                </a:lnTo>
                <a:lnTo>
                  <a:pt x="845820" y="19812"/>
                </a:lnTo>
                <a:lnTo>
                  <a:pt x="822960" y="9144"/>
                </a:lnTo>
                <a:lnTo>
                  <a:pt x="823201" y="18554"/>
                </a:lnTo>
                <a:lnTo>
                  <a:pt x="823658" y="28956"/>
                </a:lnTo>
                <a:lnTo>
                  <a:pt x="824255" y="45364"/>
                </a:lnTo>
                <a:lnTo>
                  <a:pt x="824407" y="56388"/>
                </a:lnTo>
                <a:lnTo>
                  <a:pt x="824445" y="65532"/>
                </a:lnTo>
                <a:lnTo>
                  <a:pt x="824255" y="79819"/>
                </a:lnTo>
                <a:lnTo>
                  <a:pt x="823849" y="92964"/>
                </a:lnTo>
                <a:lnTo>
                  <a:pt x="823201" y="111569"/>
                </a:lnTo>
                <a:lnTo>
                  <a:pt x="822960" y="124968"/>
                </a:lnTo>
                <a:lnTo>
                  <a:pt x="844296" y="115824"/>
                </a:lnTo>
                <a:lnTo>
                  <a:pt x="844296" y="102108"/>
                </a:lnTo>
                <a:lnTo>
                  <a:pt x="1013460" y="102108"/>
                </a:lnTo>
                <a:lnTo>
                  <a:pt x="1013460" y="117348"/>
                </a:lnTo>
                <a:lnTo>
                  <a:pt x="1034796" y="108204"/>
                </a:lnTo>
                <a:lnTo>
                  <a:pt x="1034338" y="102108"/>
                </a:lnTo>
                <a:lnTo>
                  <a:pt x="1033932" y="96583"/>
                </a:lnTo>
                <a:lnTo>
                  <a:pt x="1033297" y="56388"/>
                </a:lnTo>
                <a:lnTo>
                  <a:pt x="1033272" y="32004"/>
                </a:lnTo>
                <a:lnTo>
                  <a:pt x="1036828" y="28956"/>
                </a:lnTo>
                <a:lnTo>
                  <a:pt x="1043940" y="22860"/>
                </a:lnTo>
                <a:close/>
              </a:path>
              <a:path w="1111250" h="361314">
                <a:moveTo>
                  <a:pt x="1106424" y="345948"/>
                </a:moveTo>
                <a:lnTo>
                  <a:pt x="1080516" y="315468"/>
                </a:lnTo>
                <a:lnTo>
                  <a:pt x="1057656" y="336804"/>
                </a:lnTo>
                <a:lnTo>
                  <a:pt x="940308" y="336804"/>
                </a:lnTo>
                <a:lnTo>
                  <a:pt x="940308" y="300228"/>
                </a:lnTo>
                <a:lnTo>
                  <a:pt x="1068324" y="300228"/>
                </a:lnTo>
                <a:lnTo>
                  <a:pt x="1043940" y="272796"/>
                </a:lnTo>
                <a:lnTo>
                  <a:pt x="1022604" y="291084"/>
                </a:lnTo>
                <a:lnTo>
                  <a:pt x="940308" y="291084"/>
                </a:lnTo>
                <a:lnTo>
                  <a:pt x="940308" y="257556"/>
                </a:lnTo>
                <a:lnTo>
                  <a:pt x="1018032" y="257556"/>
                </a:lnTo>
                <a:lnTo>
                  <a:pt x="1018032" y="269748"/>
                </a:lnTo>
                <a:lnTo>
                  <a:pt x="1039368" y="260604"/>
                </a:lnTo>
                <a:lnTo>
                  <a:pt x="1039164" y="257556"/>
                </a:lnTo>
                <a:lnTo>
                  <a:pt x="1038517" y="248412"/>
                </a:lnTo>
                <a:lnTo>
                  <a:pt x="1038491" y="248018"/>
                </a:lnTo>
                <a:lnTo>
                  <a:pt x="1038034" y="230695"/>
                </a:lnTo>
                <a:lnTo>
                  <a:pt x="1037945" y="217932"/>
                </a:lnTo>
                <a:lnTo>
                  <a:pt x="1037882" y="208788"/>
                </a:lnTo>
                <a:lnTo>
                  <a:pt x="1037844" y="181356"/>
                </a:lnTo>
                <a:lnTo>
                  <a:pt x="1043178" y="176784"/>
                </a:lnTo>
                <a:lnTo>
                  <a:pt x="1048512" y="172212"/>
                </a:lnTo>
                <a:lnTo>
                  <a:pt x="1042289" y="167640"/>
                </a:lnTo>
                <a:lnTo>
                  <a:pt x="1025652" y="155448"/>
                </a:lnTo>
                <a:lnTo>
                  <a:pt x="1018032" y="165608"/>
                </a:lnTo>
                <a:lnTo>
                  <a:pt x="1018032" y="176784"/>
                </a:lnTo>
                <a:lnTo>
                  <a:pt x="1018032" y="208788"/>
                </a:lnTo>
                <a:lnTo>
                  <a:pt x="1018032" y="217932"/>
                </a:lnTo>
                <a:lnTo>
                  <a:pt x="1018032" y="248412"/>
                </a:lnTo>
                <a:lnTo>
                  <a:pt x="940308" y="248412"/>
                </a:lnTo>
                <a:lnTo>
                  <a:pt x="940308" y="217932"/>
                </a:lnTo>
                <a:lnTo>
                  <a:pt x="1018032" y="217932"/>
                </a:lnTo>
                <a:lnTo>
                  <a:pt x="1018032" y="208788"/>
                </a:lnTo>
                <a:lnTo>
                  <a:pt x="940308" y="208788"/>
                </a:lnTo>
                <a:lnTo>
                  <a:pt x="940308" y="176784"/>
                </a:lnTo>
                <a:lnTo>
                  <a:pt x="1018032" y="176784"/>
                </a:lnTo>
                <a:lnTo>
                  <a:pt x="1018032" y="165608"/>
                </a:lnTo>
                <a:lnTo>
                  <a:pt x="1016508" y="167640"/>
                </a:lnTo>
                <a:lnTo>
                  <a:pt x="920496" y="167640"/>
                </a:lnTo>
                <a:lnTo>
                  <a:pt x="920496" y="176784"/>
                </a:lnTo>
                <a:lnTo>
                  <a:pt x="920496" y="208788"/>
                </a:lnTo>
                <a:lnTo>
                  <a:pt x="920496" y="217932"/>
                </a:lnTo>
                <a:lnTo>
                  <a:pt x="920496" y="248412"/>
                </a:lnTo>
                <a:lnTo>
                  <a:pt x="839724" y="248412"/>
                </a:lnTo>
                <a:lnTo>
                  <a:pt x="839724" y="217932"/>
                </a:lnTo>
                <a:lnTo>
                  <a:pt x="920496" y="217932"/>
                </a:lnTo>
                <a:lnTo>
                  <a:pt x="920496" y="208788"/>
                </a:lnTo>
                <a:lnTo>
                  <a:pt x="839724" y="208788"/>
                </a:lnTo>
                <a:lnTo>
                  <a:pt x="839724" y="176784"/>
                </a:lnTo>
                <a:lnTo>
                  <a:pt x="920496" y="176784"/>
                </a:lnTo>
                <a:lnTo>
                  <a:pt x="920496" y="167640"/>
                </a:lnTo>
                <a:lnTo>
                  <a:pt x="839724" y="167640"/>
                </a:lnTo>
                <a:lnTo>
                  <a:pt x="818388" y="155448"/>
                </a:lnTo>
                <a:lnTo>
                  <a:pt x="818629" y="169430"/>
                </a:lnTo>
                <a:lnTo>
                  <a:pt x="819683" y="198526"/>
                </a:lnTo>
                <a:lnTo>
                  <a:pt x="819835" y="208534"/>
                </a:lnTo>
                <a:lnTo>
                  <a:pt x="819848" y="217932"/>
                </a:lnTo>
                <a:lnTo>
                  <a:pt x="819683" y="228460"/>
                </a:lnTo>
                <a:lnTo>
                  <a:pt x="818692" y="257556"/>
                </a:lnTo>
                <a:lnTo>
                  <a:pt x="818616" y="260604"/>
                </a:lnTo>
                <a:lnTo>
                  <a:pt x="818388" y="274320"/>
                </a:lnTo>
                <a:lnTo>
                  <a:pt x="839724" y="266700"/>
                </a:lnTo>
                <a:lnTo>
                  <a:pt x="839724" y="257556"/>
                </a:lnTo>
                <a:lnTo>
                  <a:pt x="920496" y="257556"/>
                </a:lnTo>
                <a:lnTo>
                  <a:pt x="920496" y="291084"/>
                </a:lnTo>
                <a:lnTo>
                  <a:pt x="790956" y="291084"/>
                </a:lnTo>
                <a:lnTo>
                  <a:pt x="804672" y="304800"/>
                </a:lnTo>
                <a:lnTo>
                  <a:pt x="812965" y="302806"/>
                </a:lnTo>
                <a:lnTo>
                  <a:pt x="821817" y="301371"/>
                </a:lnTo>
                <a:lnTo>
                  <a:pt x="831253" y="300520"/>
                </a:lnTo>
                <a:lnTo>
                  <a:pt x="841248" y="300228"/>
                </a:lnTo>
                <a:lnTo>
                  <a:pt x="920496" y="300228"/>
                </a:lnTo>
                <a:lnTo>
                  <a:pt x="920496" y="336804"/>
                </a:lnTo>
                <a:lnTo>
                  <a:pt x="757428" y="336804"/>
                </a:lnTo>
                <a:lnTo>
                  <a:pt x="771144" y="350520"/>
                </a:lnTo>
                <a:lnTo>
                  <a:pt x="779437" y="348526"/>
                </a:lnTo>
                <a:lnTo>
                  <a:pt x="788289" y="347091"/>
                </a:lnTo>
                <a:lnTo>
                  <a:pt x="797725" y="346240"/>
                </a:lnTo>
                <a:lnTo>
                  <a:pt x="807720" y="345948"/>
                </a:lnTo>
                <a:lnTo>
                  <a:pt x="1106424" y="345948"/>
                </a:lnTo>
                <a:close/>
              </a:path>
              <a:path w="1111250" h="361314">
                <a:moveTo>
                  <a:pt x="1110996" y="141732"/>
                </a:moveTo>
                <a:lnTo>
                  <a:pt x="1085088" y="112776"/>
                </a:lnTo>
                <a:lnTo>
                  <a:pt x="1063752" y="132588"/>
                </a:lnTo>
                <a:lnTo>
                  <a:pt x="751332" y="132588"/>
                </a:lnTo>
                <a:lnTo>
                  <a:pt x="765048" y="146304"/>
                </a:lnTo>
                <a:lnTo>
                  <a:pt x="772795" y="144310"/>
                </a:lnTo>
                <a:lnTo>
                  <a:pt x="780097" y="142875"/>
                </a:lnTo>
                <a:lnTo>
                  <a:pt x="787133" y="142024"/>
                </a:lnTo>
                <a:lnTo>
                  <a:pt x="794004" y="141732"/>
                </a:lnTo>
                <a:lnTo>
                  <a:pt x="1110996" y="14173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pic>
        <p:nvPicPr>
          <p:cNvPr id="36" name="object 36"/>
          <p:cNvPicPr/>
          <p:nvPr/>
        </p:nvPicPr>
        <p:blipFill>
          <a:blip r:embed="rId8" cstate="print"/>
          <a:stretch>
            <a:fillRect/>
          </a:stretch>
        </p:blipFill>
        <p:spPr>
          <a:xfrm>
            <a:off x="8544734" y="3622547"/>
            <a:ext cx="84153" cy="83820"/>
          </a:xfrm>
          <a:prstGeom prst="rect">
            <a:avLst/>
          </a:prstGeom>
        </p:spPr>
      </p:pic>
      <p:sp>
        <p:nvSpPr>
          <p:cNvPr id="37" name="object 37"/>
          <p:cNvSpPr/>
          <p:nvPr/>
        </p:nvSpPr>
        <p:spPr>
          <a:xfrm>
            <a:off x="1746491" y="3944111"/>
            <a:ext cx="748665" cy="363220"/>
          </a:xfrm>
          <a:custGeom>
            <a:avLst/>
            <a:gdLst/>
            <a:ahLst/>
            <a:cxnLst/>
            <a:rect l="l" t="t" r="r" b="b"/>
            <a:pathLst>
              <a:path w="748664" h="363220">
                <a:moveTo>
                  <a:pt x="149352" y="51816"/>
                </a:moveTo>
                <a:lnTo>
                  <a:pt x="116776" y="15430"/>
                </a:lnTo>
                <a:lnTo>
                  <a:pt x="96012" y="3048"/>
                </a:lnTo>
                <a:lnTo>
                  <a:pt x="92964" y="7620"/>
                </a:lnTo>
                <a:lnTo>
                  <a:pt x="103301" y="19939"/>
                </a:lnTo>
                <a:lnTo>
                  <a:pt x="111633" y="31813"/>
                </a:lnTo>
                <a:lnTo>
                  <a:pt x="118262" y="43421"/>
                </a:lnTo>
                <a:lnTo>
                  <a:pt x="123444" y="54864"/>
                </a:lnTo>
                <a:lnTo>
                  <a:pt x="128016" y="67056"/>
                </a:lnTo>
                <a:lnTo>
                  <a:pt x="132588" y="73152"/>
                </a:lnTo>
                <a:lnTo>
                  <a:pt x="137160" y="73152"/>
                </a:lnTo>
                <a:lnTo>
                  <a:pt x="140208" y="71628"/>
                </a:lnTo>
                <a:lnTo>
                  <a:pt x="143256" y="68580"/>
                </a:lnTo>
                <a:lnTo>
                  <a:pt x="149352" y="59436"/>
                </a:lnTo>
                <a:lnTo>
                  <a:pt x="149352" y="51816"/>
                </a:lnTo>
                <a:close/>
              </a:path>
              <a:path w="748664" h="363220">
                <a:moveTo>
                  <a:pt x="356616" y="268224"/>
                </a:moveTo>
                <a:lnTo>
                  <a:pt x="323088" y="234696"/>
                </a:lnTo>
                <a:lnTo>
                  <a:pt x="298704" y="259080"/>
                </a:lnTo>
                <a:lnTo>
                  <a:pt x="182880" y="259080"/>
                </a:lnTo>
                <a:lnTo>
                  <a:pt x="182880" y="211836"/>
                </a:lnTo>
                <a:lnTo>
                  <a:pt x="271272" y="211836"/>
                </a:lnTo>
                <a:lnTo>
                  <a:pt x="271272" y="228600"/>
                </a:lnTo>
                <a:lnTo>
                  <a:pt x="292608" y="219456"/>
                </a:lnTo>
                <a:lnTo>
                  <a:pt x="292252" y="211836"/>
                </a:lnTo>
                <a:lnTo>
                  <a:pt x="291833" y="202692"/>
                </a:lnTo>
                <a:lnTo>
                  <a:pt x="291731" y="200596"/>
                </a:lnTo>
                <a:lnTo>
                  <a:pt x="291287" y="174117"/>
                </a:lnTo>
                <a:lnTo>
                  <a:pt x="291160" y="149352"/>
                </a:lnTo>
                <a:lnTo>
                  <a:pt x="291122" y="140208"/>
                </a:lnTo>
                <a:lnTo>
                  <a:pt x="291084" y="96012"/>
                </a:lnTo>
                <a:lnTo>
                  <a:pt x="298932" y="89916"/>
                </a:lnTo>
                <a:lnTo>
                  <a:pt x="304800" y="85344"/>
                </a:lnTo>
                <a:lnTo>
                  <a:pt x="298704" y="80772"/>
                </a:lnTo>
                <a:lnTo>
                  <a:pt x="280416" y="67056"/>
                </a:lnTo>
                <a:lnTo>
                  <a:pt x="271272" y="77343"/>
                </a:lnTo>
                <a:lnTo>
                  <a:pt x="271272" y="89916"/>
                </a:lnTo>
                <a:lnTo>
                  <a:pt x="271272" y="140208"/>
                </a:lnTo>
                <a:lnTo>
                  <a:pt x="271272" y="149352"/>
                </a:lnTo>
                <a:lnTo>
                  <a:pt x="271272" y="202692"/>
                </a:lnTo>
                <a:lnTo>
                  <a:pt x="182880" y="202692"/>
                </a:lnTo>
                <a:lnTo>
                  <a:pt x="182880" y="149352"/>
                </a:lnTo>
                <a:lnTo>
                  <a:pt x="271272" y="149352"/>
                </a:lnTo>
                <a:lnTo>
                  <a:pt x="271272" y="140208"/>
                </a:lnTo>
                <a:lnTo>
                  <a:pt x="182880" y="140208"/>
                </a:lnTo>
                <a:lnTo>
                  <a:pt x="182880" y="89916"/>
                </a:lnTo>
                <a:lnTo>
                  <a:pt x="271272" y="89916"/>
                </a:lnTo>
                <a:lnTo>
                  <a:pt x="271272" y="77343"/>
                </a:lnTo>
                <a:lnTo>
                  <a:pt x="268224" y="80772"/>
                </a:lnTo>
                <a:lnTo>
                  <a:pt x="207264" y="80772"/>
                </a:lnTo>
                <a:lnTo>
                  <a:pt x="239268" y="42672"/>
                </a:lnTo>
                <a:lnTo>
                  <a:pt x="266700" y="22860"/>
                </a:lnTo>
                <a:lnTo>
                  <a:pt x="236220" y="0"/>
                </a:lnTo>
                <a:lnTo>
                  <a:pt x="219456" y="41148"/>
                </a:lnTo>
                <a:lnTo>
                  <a:pt x="198120" y="80772"/>
                </a:lnTo>
                <a:lnTo>
                  <a:pt x="161544" y="80772"/>
                </a:lnTo>
                <a:lnTo>
                  <a:pt x="161544" y="89916"/>
                </a:lnTo>
                <a:lnTo>
                  <a:pt x="161544" y="140208"/>
                </a:lnTo>
                <a:lnTo>
                  <a:pt x="161544" y="149352"/>
                </a:lnTo>
                <a:lnTo>
                  <a:pt x="161544" y="202692"/>
                </a:lnTo>
                <a:lnTo>
                  <a:pt x="79248" y="202692"/>
                </a:lnTo>
                <a:lnTo>
                  <a:pt x="79248" y="149352"/>
                </a:lnTo>
                <a:lnTo>
                  <a:pt x="161544" y="149352"/>
                </a:lnTo>
                <a:lnTo>
                  <a:pt x="161544" y="140208"/>
                </a:lnTo>
                <a:lnTo>
                  <a:pt x="79248" y="140208"/>
                </a:lnTo>
                <a:lnTo>
                  <a:pt x="79248" y="89916"/>
                </a:lnTo>
                <a:lnTo>
                  <a:pt x="161544" y="89916"/>
                </a:lnTo>
                <a:lnTo>
                  <a:pt x="161544" y="80772"/>
                </a:lnTo>
                <a:lnTo>
                  <a:pt x="80772" y="80772"/>
                </a:lnTo>
                <a:lnTo>
                  <a:pt x="56388" y="67056"/>
                </a:lnTo>
                <a:lnTo>
                  <a:pt x="57277" y="88760"/>
                </a:lnTo>
                <a:lnTo>
                  <a:pt x="57721" y="110299"/>
                </a:lnTo>
                <a:lnTo>
                  <a:pt x="57899" y="131572"/>
                </a:lnTo>
                <a:lnTo>
                  <a:pt x="57899" y="174117"/>
                </a:lnTo>
                <a:lnTo>
                  <a:pt x="57721" y="195834"/>
                </a:lnTo>
                <a:lnTo>
                  <a:pt x="57277" y="217551"/>
                </a:lnTo>
                <a:lnTo>
                  <a:pt x="56388" y="239268"/>
                </a:lnTo>
                <a:lnTo>
                  <a:pt x="79248" y="230124"/>
                </a:lnTo>
                <a:lnTo>
                  <a:pt x="79248" y="211836"/>
                </a:lnTo>
                <a:lnTo>
                  <a:pt x="161544" y="211836"/>
                </a:lnTo>
                <a:lnTo>
                  <a:pt x="161544" y="259080"/>
                </a:lnTo>
                <a:lnTo>
                  <a:pt x="0" y="259080"/>
                </a:lnTo>
                <a:lnTo>
                  <a:pt x="12192" y="271272"/>
                </a:lnTo>
                <a:lnTo>
                  <a:pt x="32004" y="268224"/>
                </a:lnTo>
                <a:lnTo>
                  <a:pt x="161544" y="268224"/>
                </a:lnTo>
                <a:lnTo>
                  <a:pt x="161467" y="296519"/>
                </a:lnTo>
                <a:lnTo>
                  <a:pt x="161353" y="311277"/>
                </a:lnTo>
                <a:lnTo>
                  <a:pt x="160909" y="335521"/>
                </a:lnTo>
                <a:lnTo>
                  <a:pt x="160020" y="361188"/>
                </a:lnTo>
                <a:lnTo>
                  <a:pt x="184404" y="350520"/>
                </a:lnTo>
                <a:lnTo>
                  <a:pt x="184175" y="337667"/>
                </a:lnTo>
                <a:lnTo>
                  <a:pt x="183642" y="319659"/>
                </a:lnTo>
                <a:lnTo>
                  <a:pt x="183121" y="296519"/>
                </a:lnTo>
                <a:lnTo>
                  <a:pt x="182880" y="268224"/>
                </a:lnTo>
                <a:lnTo>
                  <a:pt x="356616" y="268224"/>
                </a:lnTo>
                <a:close/>
              </a:path>
              <a:path w="748664" h="363220">
                <a:moveTo>
                  <a:pt x="591324" y="129540"/>
                </a:moveTo>
                <a:lnTo>
                  <a:pt x="554748" y="109728"/>
                </a:lnTo>
                <a:lnTo>
                  <a:pt x="555536" y="126492"/>
                </a:lnTo>
                <a:lnTo>
                  <a:pt x="555650" y="129540"/>
                </a:lnTo>
                <a:lnTo>
                  <a:pt x="556018" y="143052"/>
                </a:lnTo>
                <a:lnTo>
                  <a:pt x="556094" y="147066"/>
                </a:lnTo>
                <a:lnTo>
                  <a:pt x="556221" y="158496"/>
                </a:lnTo>
                <a:lnTo>
                  <a:pt x="556120" y="305473"/>
                </a:lnTo>
                <a:lnTo>
                  <a:pt x="556082" y="310324"/>
                </a:lnTo>
                <a:lnTo>
                  <a:pt x="555625" y="334162"/>
                </a:lnTo>
                <a:lnTo>
                  <a:pt x="554748" y="362712"/>
                </a:lnTo>
                <a:lnTo>
                  <a:pt x="580656" y="347472"/>
                </a:lnTo>
                <a:lnTo>
                  <a:pt x="580415" y="332905"/>
                </a:lnTo>
                <a:lnTo>
                  <a:pt x="579361" y="305473"/>
                </a:lnTo>
                <a:lnTo>
                  <a:pt x="579132" y="292608"/>
                </a:lnTo>
                <a:lnTo>
                  <a:pt x="579132" y="138684"/>
                </a:lnTo>
                <a:lnTo>
                  <a:pt x="591324" y="129540"/>
                </a:lnTo>
                <a:close/>
              </a:path>
              <a:path w="748664" h="363220">
                <a:moveTo>
                  <a:pt x="748296" y="158496"/>
                </a:moveTo>
                <a:lnTo>
                  <a:pt x="706005" y="147066"/>
                </a:lnTo>
                <a:lnTo>
                  <a:pt x="661428" y="121920"/>
                </a:lnTo>
                <a:lnTo>
                  <a:pt x="616851" y="82105"/>
                </a:lnTo>
                <a:lnTo>
                  <a:pt x="581101" y="36576"/>
                </a:lnTo>
                <a:lnTo>
                  <a:pt x="574560" y="27432"/>
                </a:lnTo>
                <a:lnTo>
                  <a:pt x="588276" y="18288"/>
                </a:lnTo>
                <a:lnTo>
                  <a:pt x="556272" y="0"/>
                </a:lnTo>
                <a:lnTo>
                  <a:pt x="534746" y="50101"/>
                </a:lnTo>
                <a:lnTo>
                  <a:pt x="498360" y="103632"/>
                </a:lnTo>
                <a:lnTo>
                  <a:pt x="449211" y="154305"/>
                </a:lnTo>
                <a:lnTo>
                  <a:pt x="388632" y="193548"/>
                </a:lnTo>
                <a:lnTo>
                  <a:pt x="390156" y="199644"/>
                </a:lnTo>
                <a:lnTo>
                  <a:pt x="449592" y="168592"/>
                </a:lnTo>
                <a:lnTo>
                  <a:pt x="495312" y="134112"/>
                </a:lnTo>
                <a:lnTo>
                  <a:pt x="534365" y="91630"/>
                </a:lnTo>
                <a:lnTo>
                  <a:pt x="569988" y="36576"/>
                </a:lnTo>
                <a:lnTo>
                  <a:pt x="585990" y="63703"/>
                </a:lnTo>
                <a:lnTo>
                  <a:pt x="617994" y="108800"/>
                </a:lnTo>
                <a:lnTo>
                  <a:pt x="651090" y="143052"/>
                </a:lnTo>
                <a:lnTo>
                  <a:pt x="690994" y="172148"/>
                </a:lnTo>
                <a:lnTo>
                  <a:pt x="713244" y="184404"/>
                </a:lnTo>
                <a:lnTo>
                  <a:pt x="718934" y="176390"/>
                </a:lnTo>
                <a:lnTo>
                  <a:pt x="726770" y="170497"/>
                </a:lnTo>
                <a:lnTo>
                  <a:pt x="736600" y="166624"/>
                </a:lnTo>
                <a:lnTo>
                  <a:pt x="748296" y="164592"/>
                </a:lnTo>
                <a:lnTo>
                  <a:pt x="748296" y="15849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" name="object 38"/>
          <p:cNvSpPr/>
          <p:nvPr/>
        </p:nvSpPr>
        <p:spPr>
          <a:xfrm>
            <a:off x="2590800" y="3947159"/>
            <a:ext cx="245745" cy="358140"/>
          </a:xfrm>
          <a:custGeom>
            <a:avLst/>
            <a:gdLst/>
            <a:ahLst/>
            <a:cxnLst/>
            <a:rect l="l" t="t" r="r" b="b"/>
            <a:pathLst>
              <a:path w="245744" h="358139">
                <a:moveTo>
                  <a:pt x="80772" y="73151"/>
                </a:moveTo>
                <a:lnTo>
                  <a:pt x="70104" y="73151"/>
                </a:lnTo>
                <a:lnTo>
                  <a:pt x="77533" y="54649"/>
                </a:lnTo>
                <a:lnTo>
                  <a:pt x="83820" y="36004"/>
                </a:lnTo>
                <a:lnTo>
                  <a:pt x="88963" y="17645"/>
                </a:lnTo>
                <a:lnTo>
                  <a:pt x="92964" y="0"/>
                </a:lnTo>
                <a:lnTo>
                  <a:pt x="129540" y="16763"/>
                </a:lnTo>
                <a:lnTo>
                  <a:pt x="122682" y="21050"/>
                </a:lnTo>
                <a:lnTo>
                  <a:pt x="115824" y="27050"/>
                </a:lnTo>
                <a:lnTo>
                  <a:pt x="108966" y="34766"/>
                </a:lnTo>
                <a:lnTo>
                  <a:pt x="102108" y="44196"/>
                </a:lnTo>
                <a:lnTo>
                  <a:pt x="94916" y="52792"/>
                </a:lnTo>
                <a:lnTo>
                  <a:pt x="89154" y="60388"/>
                </a:lnTo>
                <a:lnTo>
                  <a:pt x="84534" y="67127"/>
                </a:lnTo>
                <a:lnTo>
                  <a:pt x="80772" y="73151"/>
                </a:lnTo>
                <a:close/>
              </a:path>
              <a:path w="245744" h="358139">
                <a:moveTo>
                  <a:pt x="241227" y="73151"/>
                </a:moveTo>
                <a:lnTo>
                  <a:pt x="204216" y="73151"/>
                </a:lnTo>
                <a:lnTo>
                  <a:pt x="216408" y="54863"/>
                </a:lnTo>
                <a:lnTo>
                  <a:pt x="241227" y="73151"/>
                </a:lnTo>
                <a:close/>
              </a:path>
              <a:path w="245744" h="358139">
                <a:moveTo>
                  <a:pt x="0" y="358140"/>
                </a:moveTo>
                <a:lnTo>
                  <a:pt x="238" y="339304"/>
                </a:lnTo>
                <a:lnTo>
                  <a:pt x="762" y="308038"/>
                </a:lnTo>
                <a:lnTo>
                  <a:pt x="1285" y="264485"/>
                </a:lnTo>
                <a:lnTo>
                  <a:pt x="1524" y="208787"/>
                </a:lnTo>
                <a:lnTo>
                  <a:pt x="1311" y="158496"/>
                </a:lnTo>
                <a:lnTo>
                  <a:pt x="1248" y="149351"/>
                </a:lnTo>
                <a:lnTo>
                  <a:pt x="762" y="108965"/>
                </a:lnTo>
                <a:lnTo>
                  <a:pt x="214" y="76199"/>
                </a:lnTo>
                <a:lnTo>
                  <a:pt x="0" y="59435"/>
                </a:lnTo>
                <a:lnTo>
                  <a:pt x="24384" y="73151"/>
                </a:lnTo>
                <a:lnTo>
                  <a:pt x="241227" y="73151"/>
                </a:lnTo>
                <a:lnTo>
                  <a:pt x="245364" y="76199"/>
                </a:lnTo>
                <a:lnTo>
                  <a:pt x="237743" y="82296"/>
                </a:lnTo>
                <a:lnTo>
                  <a:pt x="24384" y="82296"/>
                </a:lnTo>
                <a:lnTo>
                  <a:pt x="24384" y="149351"/>
                </a:lnTo>
                <a:lnTo>
                  <a:pt x="230124" y="149351"/>
                </a:lnTo>
                <a:lnTo>
                  <a:pt x="230124" y="158496"/>
                </a:lnTo>
                <a:lnTo>
                  <a:pt x="24384" y="158496"/>
                </a:lnTo>
                <a:lnTo>
                  <a:pt x="24384" y="236219"/>
                </a:lnTo>
                <a:lnTo>
                  <a:pt x="230124" y="236219"/>
                </a:lnTo>
                <a:lnTo>
                  <a:pt x="230124" y="245363"/>
                </a:lnTo>
                <a:lnTo>
                  <a:pt x="24384" y="245363"/>
                </a:lnTo>
                <a:lnTo>
                  <a:pt x="24384" y="316991"/>
                </a:lnTo>
                <a:lnTo>
                  <a:pt x="230124" y="316991"/>
                </a:lnTo>
                <a:lnTo>
                  <a:pt x="230124" y="318515"/>
                </a:lnTo>
                <a:lnTo>
                  <a:pt x="230357" y="326136"/>
                </a:lnTo>
                <a:lnTo>
                  <a:pt x="24384" y="326136"/>
                </a:lnTo>
                <a:lnTo>
                  <a:pt x="24384" y="350520"/>
                </a:lnTo>
                <a:lnTo>
                  <a:pt x="0" y="358140"/>
                </a:lnTo>
                <a:close/>
              </a:path>
              <a:path w="245744" h="358139">
                <a:moveTo>
                  <a:pt x="230124" y="149351"/>
                </a:moveTo>
                <a:lnTo>
                  <a:pt x="207264" y="149351"/>
                </a:lnTo>
                <a:lnTo>
                  <a:pt x="207264" y="82296"/>
                </a:lnTo>
                <a:lnTo>
                  <a:pt x="237743" y="82296"/>
                </a:lnTo>
                <a:lnTo>
                  <a:pt x="230124" y="88391"/>
                </a:lnTo>
                <a:lnTo>
                  <a:pt x="230124" y="149351"/>
                </a:lnTo>
                <a:close/>
              </a:path>
              <a:path w="245744" h="358139">
                <a:moveTo>
                  <a:pt x="230124" y="236219"/>
                </a:moveTo>
                <a:lnTo>
                  <a:pt x="207264" y="236219"/>
                </a:lnTo>
                <a:lnTo>
                  <a:pt x="207264" y="158496"/>
                </a:lnTo>
                <a:lnTo>
                  <a:pt x="230124" y="158496"/>
                </a:lnTo>
                <a:lnTo>
                  <a:pt x="230124" y="236219"/>
                </a:lnTo>
                <a:close/>
              </a:path>
              <a:path w="245744" h="358139">
                <a:moveTo>
                  <a:pt x="230124" y="316991"/>
                </a:moveTo>
                <a:lnTo>
                  <a:pt x="207264" y="316991"/>
                </a:lnTo>
                <a:lnTo>
                  <a:pt x="207264" y="245363"/>
                </a:lnTo>
                <a:lnTo>
                  <a:pt x="230124" y="245363"/>
                </a:lnTo>
                <a:lnTo>
                  <a:pt x="230124" y="316991"/>
                </a:lnTo>
                <a:close/>
              </a:path>
              <a:path w="245744" h="358139">
                <a:moveTo>
                  <a:pt x="207264" y="358140"/>
                </a:moveTo>
                <a:lnTo>
                  <a:pt x="207264" y="326136"/>
                </a:lnTo>
                <a:lnTo>
                  <a:pt x="230357" y="326136"/>
                </a:lnTo>
                <a:lnTo>
                  <a:pt x="231409" y="341233"/>
                </a:lnTo>
                <a:lnTo>
                  <a:pt x="231648" y="348996"/>
                </a:lnTo>
                <a:lnTo>
                  <a:pt x="207264" y="35814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" name="object 39"/>
          <p:cNvSpPr/>
          <p:nvPr/>
        </p:nvSpPr>
        <p:spPr>
          <a:xfrm>
            <a:off x="2965703" y="3950207"/>
            <a:ext cx="281940" cy="346075"/>
          </a:xfrm>
          <a:custGeom>
            <a:avLst/>
            <a:gdLst/>
            <a:ahLst/>
            <a:cxnLst/>
            <a:rect l="l" t="t" r="r" b="b"/>
            <a:pathLst>
              <a:path w="281939" h="346075">
                <a:moveTo>
                  <a:pt x="143256" y="94488"/>
                </a:moveTo>
                <a:lnTo>
                  <a:pt x="121920" y="94488"/>
                </a:lnTo>
                <a:lnTo>
                  <a:pt x="121896" y="64508"/>
                </a:lnTo>
                <a:lnTo>
                  <a:pt x="121729" y="38671"/>
                </a:lnTo>
                <a:lnTo>
                  <a:pt x="121277" y="17121"/>
                </a:lnTo>
                <a:lnTo>
                  <a:pt x="120396" y="0"/>
                </a:lnTo>
                <a:lnTo>
                  <a:pt x="155448" y="15240"/>
                </a:lnTo>
                <a:lnTo>
                  <a:pt x="143256" y="25908"/>
                </a:lnTo>
                <a:lnTo>
                  <a:pt x="143256" y="94488"/>
                </a:lnTo>
                <a:close/>
              </a:path>
              <a:path w="281939" h="346075">
                <a:moveTo>
                  <a:pt x="276714" y="94488"/>
                </a:moveTo>
                <a:lnTo>
                  <a:pt x="245364" y="94488"/>
                </a:lnTo>
                <a:lnTo>
                  <a:pt x="257556" y="77724"/>
                </a:lnTo>
                <a:lnTo>
                  <a:pt x="276714" y="94488"/>
                </a:lnTo>
                <a:close/>
              </a:path>
              <a:path w="281939" h="346075">
                <a:moveTo>
                  <a:pt x="0" y="345948"/>
                </a:moveTo>
                <a:lnTo>
                  <a:pt x="243" y="323088"/>
                </a:lnTo>
                <a:lnTo>
                  <a:pt x="762" y="294513"/>
                </a:lnTo>
                <a:lnTo>
                  <a:pt x="1285" y="259365"/>
                </a:lnTo>
                <a:lnTo>
                  <a:pt x="1524" y="217932"/>
                </a:lnTo>
                <a:lnTo>
                  <a:pt x="1285" y="175307"/>
                </a:lnTo>
                <a:lnTo>
                  <a:pt x="762" y="138684"/>
                </a:lnTo>
                <a:lnTo>
                  <a:pt x="238" y="107775"/>
                </a:lnTo>
                <a:lnTo>
                  <a:pt x="0" y="82296"/>
                </a:lnTo>
                <a:lnTo>
                  <a:pt x="24384" y="94488"/>
                </a:lnTo>
                <a:lnTo>
                  <a:pt x="276714" y="94488"/>
                </a:lnTo>
                <a:lnTo>
                  <a:pt x="281940" y="99060"/>
                </a:lnTo>
                <a:lnTo>
                  <a:pt x="276061" y="103632"/>
                </a:lnTo>
                <a:lnTo>
                  <a:pt x="22860" y="103632"/>
                </a:lnTo>
                <a:lnTo>
                  <a:pt x="22860" y="202692"/>
                </a:lnTo>
                <a:lnTo>
                  <a:pt x="268224" y="202692"/>
                </a:lnTo>
                <a:lnTo>
                  <a:pt x="268224" y="211836"/>
                </a:lnTo>
                <a:lnTo>
                  <a:pt x="22860" y="211836"/>
                </a:lnTo>
                <a:lnTo>
                  <a:pt x="22860" y="313944"/>
                </a:lnTo>
                <a:lnTo>
                  <a:pt x="268943" y="313944"/>
                </a:lnTo>
                <a:lnTo>
                  <a:pt x="269308" y="323088"/>
                </a:lnTo>
                <a:lnTo>
                  <a:pt x="22860" y="323088"/>
                </a:lnTo>
                <a:lnTo>
                  <a:pt x="22860" y="339852"/>
                </a:lnTo>
                <a:lnTo>
                  <a:pt x="0" y="345948"/>
                </a:lnTo>
                <a:close/>
              </a:path>
              <a:path w="281939" h="346075">
                <a:moveTo>
                  <a:pt x="143256" y="202692"/>
                </a:moveTo>
                <a:lnTo>
                  <a:pt x="121920" y="202692"/>
                </a:lnTo>
                <a:lnTo>
                  <a:pt x="121920" y="103632"/>
                </a:lnTo>
                <a:lnTo>
                  <a:pt x="143256" y="103632"/>
                </a:lnTo>
                <a:lnTo>
                  <a:pt x="143256" y="202692"/>
                </a:lnTo>
                <a:close/>
              </a:path>
              <a:path w="281939" h="346075">
                <a:moveTo>
                  <a:pt x="268224" y="202692"/>
                </a:moveTo>
                <a:lnTo>
                  <a:pt x="246888" y="202692"/>
                </a:lnTo>
                <a:lnTo>
                  <a:pt x="246888" y="103632"/>
                </a:lnTo>
                <a:lnTo>
                  <a:pt x="276061" y="103632"/>
                </a:lnTo>
                <a:lnTo>
                  <a:pt x="268224" y="109728"/>
                </a:lnTo>
                <a:lnTo>
                  <a:pt x="268224" y="202692"/>
                </a:lnTo>
                <a:close/>
              </a:path>
              <a:path w="281939" h="346075">
                <a:moveTo>
                  <a:pt x="143256" y="313944"/>
                </a:moveTo>
                <a:lnTo>
                  <a:pt x="121920" y="313944"/>
                </a:lnTo>
                <a:lnTo>
                  <a:pt x="121920" y="211836"/>
                </a:lnTo>
                <a:lnTo>
                  <a:pt x="143256" y="211836"/>
                </a:lnTo>
                <a:lnTo>
                  <a:pt x="143256" y="313944"/>
                </a:lnTo>
                <a:close/>
              </a:path>
              <a:path w="281939" h="346075">
                <a:moveTo>
                  <a:pt x="268943" y="313944"/>
                </a:moveTo>
                <a:lnTo>
                  <a:pt x="246888" y="313944"/>
                </a:lnTo>
                <a:lnTo>
                  <a:pt x="246888" y="211836"/>
                </a:lnTo>
                <a:lnTo>
                  <a:pt x="268224" y="211836"/>
                </a:lnTo>
                <a:lnTo>
                  <a:pt x="268224" y="278892"/>
                </a:lnTo>
                <a:lnTo>
                  <a:pt x="268462" y="298870"/>
                </a:lnTo>
                <a:lnTo>
                  <a:pt x="268943" y="313944"/>
                </a:lnTo>
                <a:close/>
              </a:path>
              <a:path w="281939" h="346075">
                <a:moveTo>
                  <a:pt x="246888" y="345948"/>
                </a:moveTo>
                <a:lnTo>
                  <a:pt x="246888" y="323088"/>
                </a:lnTo>
                <a:lnTo>
                  <a:pt x="269308" y="323088"/>
                </a:lnTo>
                <a:lnTo>
                  <a:pt x="269509" y="327969"/>
                </a:lnTo>
                <a:lnTo>
                  <a:pt x="269748" y="336804"/>
                </a:lnTo>
                <a:lnTo>
                  <a:pt x="246888" y="34594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" name="object 40"/>
          <p:cNvSpPr/>
          <p:nvPr/>
        </p:nvSpPr>
        <p:spPr>
          <a:xfrm>
            <a:off x="3311652" y="3950208"/>
            <a:ext cx="356870" cy="350520"/>
          </a:xfrm>
          <a:custGeom>
            <a:avLst/>
            <a:gdLst/>
            <a:ahLst/>
            <a:cxnLst/>
            <a:rect l="l" t="t" r="r" b="b"/>
            <a:pathLst>
              <a:path w="356870" h="350520">
                <a:moveTo>
                  <a:pt x="3048" y="350519"/>
                </a:moveTo>
                <a:lnTo>
                  <a:pt x="0" y="345948"/>
                </a:lnTo>
                <a:lnTo>
                  <a:pt x="30241" y="325945"/>
                </a:lnTo>
                <a:lnTo>
                  <a:pt x="56768" y="304799"/>
                </a:lnTo>
                <a:lnTo>
                  <a:pt x="97536" y="259080"/>
                </a:lnTo>
                <a:lnTo>
                  <a:pt x="124777" y="206692"/>
                </a:lnTo>
                <a:lnTo>
                  <a:pt x="141732" y="141732"/>
                </a:lnTo>
                <a:lnTo>
                  <a:pt x="149923" y="70865"/>
                </a:lnTo>
                <a:lnTo>
                  <a:pt x="152400" y="0"/>
                </a:lnTo>
                <a:lnTo>
                  <a:pt x="198120" y="19812"/>
                </a:lnTo>
                <a:lnTo>
                  <a:pt x="182880" y="33528"/>
                </a:lnTo>
                <a:lnTo>
                  <a:pt x="188285" y="72961"/>
                </a:lnTo>
                <a:lnTo>
                  <a:pt x="195262" y="108966"/>
                </a:lnTo>
                <a:lnTo>
                  <a:pt x="213360" y="170688"/>
                </a:lnTo>
                <a:lnTo>
                  <a:pt x="239649" y="223266"/>
                </a:lnTo>
                <a:lnTo>
                  <a:pt x="272796" y="266700"/>
                </a:lnTo>
                <a:lnTo>
                  <a:pt x="312991" y="297751"/>
                </a:lnTo>
                <a:lnTo>
                  <a:pt x="356616" y="313943"/>
                </a:lnTo>
                <a:lnTo>
                  <a:pt x="356616" y="321563"/>
                </a:lnTo>
                <a:lnTo>
                  <a:pt x="342661" y="322968"/>
                </a:lnTo>
                <a:lnTo>
                  <a:pt x="330708" y="327088"/>
                </a:lnTo>
                <a:lnTo>
                  <a:pt x="321040" y="333779"/>
                </a:lnTo>
                <a:lnTo>
                  <a:pt x="313943" y="342900"/>
                </a:lnTo>
                <a:lnTo>
                  <a:pt x="294227" y="327469"/>
                </a:lnTo>
                <a:lnTo>
                  <a:pt x="259937" y="293179"/>
                </a:lnTo>
                <a:lnTo>
                  <a:pt x="233124" y="254603"/>
                </a:lnTo>
                <a:lnTo>
                  <a:pt x="211502" y="213455"/>
                </a:lnTo>
                <a:lnTo>
                  <a:pt x="194381" y="167163"/>
                </a:lnTo>
                <a:lnTo>
                  <a:pt x="182332" y="105441"/>
                </a:lnTo>
                <a:lnTo>
                  <a:pt x="178308" y="68580"/>
                </a:lnTo>
                <a:lnTo>
                  <a:pt x="174331" y="103727"/>
                </a:lnTo>
                <a:lnTo>
                  <a:pt x="163520" y="165449"/>
                </a:lnTo>
                <a:lnTo>
                  <a:pt x="147804" y="216574"/>
                </a:lnTo>
                <a:lnTo>
                  <a:pt x="122039" y="261675"/>
                </a:lnTo>
                <a:lnTo>
                  <a:pt x="84272" y="301656"/>
                </a:lnTo>
                <a:lnTo>
                  <a:pt x="33361" y="335946"/>
                </a:lnTo>
                <a:lnTo>
                  <a:pt x="3048" y="35051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" name="object 41"/>
          <p:cNvSpPr/>
          <p:nvPr/>
        </p:nvSpPr>
        <p:spPr>
          <a:xfrm>
            <a:off x="3732276" y="3947159"/>
            <a:ext cx="314325" cy="353695"/>
          </a:xfrm>
          <a:custGeom>
            <a:avLst/>
            <a:gdLst/>
            <a:ahLst/>
            <a:cxnLst/>
            <a:rect l="l" t="t" r="r" b="b"/>
            <a:pathLst>
              <a:path w="314325" h="353695">
                <a:moveTo>
                  <a:pt x="47244" y="79248"/>
                </a:moveTo>
                <a:lnTo>
                  <a:pt x="38100" y="79248"/>
                </a:lnTo>
                <a:lnTo>
                  <a:pt x="45219" y="54649"/>
                </a:lnTo>
                <a:lnTo>
                  <a:pt x="50482" y="33337"/>
                </a:lnTo>
                <a:lnTo>
                  <a:pt x="53744" y="15168"/>
                </a:lnTo>
                <a:lnTo>
                  <a:pt x="54864" y="0"/>
                </a:lnTo>
                <a:lnTo>
                  <a:pt x="88392" y="18288"/>
                </a:lnTo>
                <a:lnTo>
                  <a:pt x="80676" y="24812"/>
                </a:lnTo>
                <a:lnTo>
                  <a:pt x="71247" y="37338"/>
                </a:lnTo>
                <a:lnTo>
                  <a:pt x="60102" y="55578"/>
                </a:lnTo>
                <a:lnTo>
                  <a:pt x="47244" y="79248"/>
                </a:lnTo>
                <a:close/>
              </a:path>
              <a:path w="314325" h="353695">
                <a:moveTo>
                  <a:pt x="129540" y="167640"/>
                </a:moveTo>
                <a:lnTo>
                  <a:pt x="124968" y="164592"/>
                </a:lnTo>
                <a:lnTo>
                  <a:pt x="140731" y="141160"/>
                </a:lnTo>
                <a:lnTo>
                  <a:pt x="153924" y="118872"/>
                </a:lnTo>
                <a:lnTo>
                  <a:pt x="173736" y="77724"/>
                </a:lnTo>
                <a:lnTo>
                  <a:pt x="186309" y="40195"/>
                </a:lnTo>
                <a:lnTo>
                  <a:pt x="196596" y="1524"/>
                </a:lnTo>
                <a:lnTo>
                  <a:pt x="230124" y="21336"/>
                </a:lnTo>
                <a:lnTo>
                  <a:pt x="222670" y="27884"/>
                </a:lnTo>
                <a:lnTo>
                  <a:pt x="213931" y="40576"/>
                </a:lnTo>
                <a:lnTo>
                  <a:pt x="203763" y="59269"/>
                </a:lnTo>
                <a:lnTo>
                  <a:pt x="192024" y="83820"/>
                </a:lnTo>
                <a:lnTo>
                  <a:pt x="307848" y="83820"/>
                </a:lnTo>
                <a:lnTo>
                  <a:pt x="313943" y="89916"/>
                </a:lnTo>
                <a:lnTo>
                  <a:pt x="310025" y="92964"/>
                </a:lnTo>
                <a:lnTo>
                  <a:pt x="188976" y="92964"/>
                </a:lnTo>
                <a:lnTo>
                  <a:pt x="174974" y="114704"/>
                </a:lnTo>
                <a:lnTo>
                  <a:pt x="160401" y="134302"/>
                </a:lnTo>
                <a:lnTo>
                  <a:pt x="145256" y="151899"/>
                </a:lnTo>
                <a:lnTo>
                  <a:pt x="129540" y="167640"/>
                </a:lnTo>
                <a:close/>
              </a:path>
              <a:path w="314325" h="353695">
                <a:moveTo>
                  <a:pt x="128016" y="79248"/>
                </a:moveTo>
                <a:lnTo>
                  <a:pt x="97536" y="79248"/>
                </a:lnTo>
                <a:lnTo>
                  <a:pt x="112776" y="64008"/>
                </a:lnTo>
                <a:lnTo>
                  <a:pt x="128016" y="79248"/>
                </a:lnTo>
                <a:close/>
              </a:path>
              <a:path w="314325" h="353695">
                <a:moveTo>
                  <a:pt x="0" y="350520"/>
                </a:moveTo>
                <a:lnTo>
                  <a:pt x="813" y="316992"/>
                </a:lnTo>
                <a:lnTo>
                  <a:pt x="929" y="310324"/>
                </a:lnTo>
                <a:lnTo>
                  <a:pt x="1333" y="278320"/>
                </a:lnTo>
                <a:lnTo>
                  <a:pt x="1423" y="155448"/>
                </a:lnTo>
                <a:lnTo>
                  <a:pt x="1306" y="134302"/>
                </a:lnTo>
                <a:lnTo>
                  <a:pt x="881" y="100965"/>
                </a:lnTo>
                <a:lnTo>
                  <a:pt x="0" y="65532"/>
                </a:lnTo>
                <a:lnTo>
                  <a:pt x="22860" y="79248"/>
                </a:lnTo>
                <a:lnTo>
                  <a:pt x="128016" y="79248"/>
                </a:lnTo>
                <a:lnTo>
                  <a:pt x="135636" y="86868"/>
                </a:lnTo>
                <a:lnTo>
                  <a:pt x="133458" y="88392"/>
                </a:lnTo>
                <a:lnTo>
                  <a:pt x="21336" y="88392"/>
                </a:lnTo>
                <a:lnTo>
                  <a:pt x="21336" y="187452"/>
                </a:lnTo>
                <a:lnTo>
                  <a:pt x="120705" y="187452"/>
                </a:lnTo>
                <a:lnTo>
                  <a:pt x="120766" y="196596"/>
                </a:lnTo>
                <a:lnTo>
                  <a:pt x="21336" y="196596"/>
                </a:lnTo>
                <a:lnTo>
                  <a:pt x="21336" y="303275"/>
                </a:lnTo>
                <a:lnTo>
                  <a:pt x="121740" y="303275"/>
                </a:lnTo>
                <a:lnTo>
                  <a:pt x="121803" y="312420"/>
                </a:lnTo>
                <a:lnTo>
                  <a:pt x="21336" y="312420"/>
                </a:lnTo>
                <a:lnTo>
                  <a:pt x="21336" y="338328"/>
                </a:lnTo>
                <a:lnTo>
                  <a:pt x="0" y="350520"/>
                </a:lnTo>
                <a:close/>
              </a:path>
              <a:path w="314325" h="353695">
                <a:moveTo>
                  <a:pt x="307848" y="83820"/>
                </a:moveTo>
                <a:lnTo>
                  <a:pt x="274319" y="83820"/>
                </a:lnTo>
                <a:lnTo>
                  <a:pt x="291084" y="67056"/>
                </a:lnTo>
                <a:lnTo>
                  <a:pt x="307848" y="83820"/>
                </a:lnTo>
                <a:close/>
              </a:path>
              <a:path w="314325" h="353695">
                <a:moveTo>
                  <a:pt x="120705" y="187452"/>
                </a:moveTo>
                <a:lnTo>
                  <a:pt x="100584" y="187452"/>
                </a:lnTo>
                <a:lnTo>
                  <a:pt x="100584" y="88392"/>
                </a:lnTo>
                <a:lnTo>
                  <a:pt x="133458" y="88392"/>
                </a:lnTo>
                <a:lnTo>
                  <a:pt x="120396" y="97536"/>
                </a:lnTo>
                <a:lnTo>
                  <a:pt x="120521" y="150876"/>
                </a:lnTo>
                <a:lnTo>
                  <a:pt x="120622" y="174879"/>
                </a:lnTo>
                <a:lnTo>
                  <a:pt x="120705" y="187452"/>
                </a:lnTo>
                <a:close/>
              </a:path>
              <a:path w="314325" h="353695">
                <a:moveTo>
                  <a:pt x="287684" y="316992"/>
                </a:moveTo>
                <a:lnTo>
                  <a:pt x="249936" y="316992"/>
                </a:lnTo>
                <a:lnTo>
                  <a:pt x="257317" y="315301"/>
                </a:lnTo>
                <a:lnTo>
                  <a:pt x="263271" y="310324"/>
                </a:lnTo>
                <a:lnTo>
                  <a:pt x="271795" y="268485"/>
                </a:lnTo>
                <a:lnTo>
                  <a:pt x="273558" y="228028"/>
                </a:lnTo>
                <a:lnTo>
                  <a:pt x="275476" y="163734"/>
                </a:lnTo>
                <a:lnTo>
                  <a:pt x="277367" y="92964"/>
                </a:lnTo>
                <a:lnTo>
                  <a:pt x="310025" y="92964"/>
                </a:lnTo>
                <a:lnTo>
                  <a:pt x="300228" y="100584"/>
                </a:lnTo>
                <a:lnTo>
                  <a:pt x="298799" y="180903"/>
                </a:lnTo>
                <a:lnTo>
                  <a:pt x="296799" y="241363"/>
                </a:lnTo>
                <a:lnTo>
                  <a:pt x="294227" y="282106"/>
                </a:lnTo>
                <a:lnTo>
                  <a:pt x="291084" y="303275"/>
                </a:lnTo>
                <a:lnTo>
                  <a:pt x="288488" y="314729"/>
                </a:lnTo>
                <a:lnTo>
                  <a:pt x="287684" y="316992"/>
                </a:lnTo>
                <a:close/>
              </a:path>
              <a:path w="314325" h="353695">
                <a:moveTo>
                  <a:pt x="204216" y="237744"/>
                </a:moveTo>
                <a:lnTo>
                  <a:pt x="198119" y="237744"/>
                </a:lnTo>
                <a:lnTo>
                  <a:pt x="195072" y="230124"/>
                </a:lnTo>
                <a:lnTo>
                  <a:pt x="193548" y="216408"/>
                </a:lnTo>
                <a:lnTo>
                  <a:pt x="189261" y="200667"/>
                </a:lnTo>
                <a:lnTo>
                  <a:pt x="183261" y="185356"/>
                </a:lnTo>
                <a:lnTo>
                  <a:pt x="175545" y="170330"/>
                </a:lnTo>
                <a:lnTo>
                  <a:pt x="166116" y="155448"/>
                </a:lnTo>
                <a:lnTo>
                  <a:pt x="169164" y="150876"/>
                </a:lnTo>
                <a:lnTo>
                  <a:pt x="206668" y="184308"/>
                </a:lnTo>
                <a:lnTo>
                  <a:pt x="214884" y="201168"/>
                </a:lnTo>
                <a:lnTo>
                  <a:pt x="217931" y="207264"/>
                </a:lnTo>
                <a:lnTo>
                  <a:pt x="217931" y="217932"/>
                </a:lnTo>
                <a:lnTo>
                  <a:pt x="211836" y="230124"/>
                </a:lnTo>
                <a:lnTo>
                  <a:pt x="204216" y="237744"/>
                </a:lnTo>
                <a:close/>
              </a:path>
              <a:path w="314325" h="353695">
                <a:moveTo>
                  <a:pt x="121740" y="303275"/>
                </a:moveTo>
                <a:lnTo>
                  <a:pt x="100584" y="303275"/>
                </a:lnTo>
                <a:lnTo>
                  <a:pt x="100584" y="196596"/>
                </a:lnTo>
                <a:lnTo>
                  <a:pt x="120766" y="196596"/>
                </a:lnTo>
                <a:lnTo>
                  <a:pt x="120932" y="221626"/>
                </a:lnTo>
                <a:lnTo>
                  <a:pt x="121740" y="303275"/>
                </a:lnTo>
                <a:close/>
              </a:path>
              <a:path w="314325" h="353695">
                <a:moveTo>
                  <a:pt x="245364" y="353568"/>
                </a:moveTo>
                <a:lnTo>
                  <a:pt x="238791" y="341852"/>
                </a:lnTo>
                <a:lnTo>
                  <a:pt x="228219" y="331851"/>
                </a:lnTo>
                <a:lnTo>
                  <a:pt x="213645" y="323564"/>
                </a:lnTo>
                <a:lnTo>
                  <a:pt x="195072" y="316992"/>
                </a:lnTo>
                <a:lnTo>
                  <a:pt x="195072" y="309372"/>
                </a:lnTo>
                <a:lnTo>
                  <a:pt x="212217" y="312491"/>
                </a:lnTo>
                <a:lnTo>
                  <a:pt x="227075" y="314896"/>
                </a:lnTo>
                <a:lnTo>
                  <a:pt x="239649" y="316444"/>
                </a:lnTo>
                <a:lnTo>
                  <a:pt x="249936" y="316992"/>
                </a:lnTo>
                <a:lnTo>
                  <a:pt x="287684" y="316992"/>
                </a:lnTo>
                <a:lnTo>
                  <a:pt x="285178" y="324040"/>
                </a:lnTo>
                <a:lnTo>
                  <a:pt x="255055" y="349877"/>
                </a:lnTo>
                <a:lnTo>
                  <a:pt x="245364" y="353568"/>
                </a:lnTo>
                <a:close/>
              </a:path>
              <a:path w="314325" h="353695">
                <a:moveTo>
                  <a:pt x="100584" y="344424"/>
                </a:moveTo>
                <a:lnTo>
                  <a:pt x="100584" y="312420"/>
                </a:lnTo>
                <a:lnTo>
                  <a:pt x="121803" y="312420"/>
                </a:lnTo>
                <a:lnTo>
                  <a:pt x="121920" y="332232"/>
                </a:lnTo>
                <a:lnTo>
                  <a:pt x="100584" y="34442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" name="object 42"/>
          <p:cNvSpPr/>
          <p:nvPr/>
        </p:nvSpPr>
        <p:spPr>
          <a:xfrm>
            <a:off x="4094988" y="3945635"/>
            <a:ext cx="356870" cy="361315"/>
          </a:xfrm>
          <a:custGeom>
            <a:avLst/>
            <a:gdLst/>
            <a:ahLst/>
            <a:cxnLst/>
            <a:rect l="l" t="t" r="r" b="b"/>
            <a:pathLst>
              <a:path w="356870" h="361314">
                <a:moveTo>
                  <a:pt x="117348" y="96012"/>
                </a:moveTo>
                <a:lnTo>
                  <a:pt x="97536" y="96012"/>
                </a:lnTo>
                <a:lnTo>
                  <a:pt x="97496" y="67056"/>
                </a:lnTo>
                <a:lnTo>
                  <a:pt x="97383" y="50292"/>
                </a:lnTo>
                <a:lnTo>
                  <a:pt x="97263" y="40386"/>
                </a:lnTo>
                <a:lnTo>
                  <a:pt x="96950" y="24383"/>
                </a:lnTo>
                <a:lnTo>
                  <a:pt x="96826" y="19812"/>
                </a:lnTo>
                <a:lnTo>
                  <a:pt x="96012" y="0"/>
                </a:lnTo>
                <a:lnTo>
                  <a:pt x="129540" y="15240"/>
                </a:lnTo>
                <a:lnTo>
                  <a:pt x="117348" y="25907"/>
                </a:lnTo>
                <a:lnTo>
                  <a:pt x="117348" y="96012"/>
                </a:lnTo>
                <a:close/>
              </a:path>
              <a:path w="356870" h="361314">
                <a:moveTo>
                  <a:pt x="170688" y="190500"/>
                </a:moveTo>
                <a:lnTo>
                  <a:pt x="166116" y="185928"/>
                </a:lnTo>
                <a:lnTo>
                  <a:pt x="183808" y="151947"/>
                </a:lnTo>
                <a:lnTo>
                  <a:pt x="200215" y="109537"/>
                </a:lnTo>
                <a:lnTo>
                  <a:pt x="215193" y="58840"/>
                </a:lnTo>
                <a:lnTo>
                  <a:pt x="228600" y="0"/>
                </a:lnTo>
                <a:lnTo>
                  <a:pt x="265176" y="19812"/>
                </a:lnTo>
                <a:lnTo>
                  <a:pt x="237553" y="59626"/>
                </a:lnTo>
                <a:lnTo>
                  <a:pt x="230814" y="76033"/>
                </a:lnTo>
                <a:lnTo>
                  <a:pt x="222504" y="96012"/>
                </a:lnTo>
                <a:lnTo>
                  <a:pt x="347472" y="96012"/>
                </a:lnTo>
                <a:lnTo>
                  <a:pt x="356616" y="105156"/>
                </a:lnTo>
                <a:lnTo>
                  <a:pt x="220980" y="105156"/>
                </a:lnTo>
                <a:lnTo>
                  <a:pt x="222204" y="114300"/>
                </a:lnTo>
                <a:lnTo>
                  <a:pt x="214884" y="114300"/>
                </a:lnTo>
                <a:lnTo>
                  <a:pt x="206906" y="134350"/>
                </a:lnTo>
                <a:lnTo>
                  <a:pt x="196786" y="153543"/>
                </a:lnTo>
                <a:lnTo>
                  <a:pt x="184665" y="172164"/>
                </a:lnTo>
                <a:lnTo>
                  <a:pt x="170688" y="190500"/>
                </a:lnTo>
                <a:close/>
              </a:path>
              <a:path w="356870" h="361314">
                <a:moveTo>
                  <a:pt x="135636" y="86868"/>
                </a:moveTo>
                <a:lnTo>
                  <a:pt x="131064" y="83820"/>
                </a:lnTo>
                <a:lnTo>
                  <a:pt x="144232" y="62412"/>
                </a:lnTo>
                <a:lnTo>
                  <a:pt x="154114" y="44005"/>
                </a:lnTo>
                <a:lnTo>
                  <a:pt x="160853" y="28741"/>
                </a:lnTo>
                <a:lnTo>
                  <a:pt x="164592" y="16764"/>
                </a:lnTo>
                <a:lnTo>
                  <a:pt x="192024" y="35052"/>
                </a:lnTo>
                <a:lnTo>
                  <a:pt x="164996" y="57078"/>
                </a:lnTo>
                <a:lnTo>
                  <a:pt x="157162" y="65722"/>
                </a:lnTo>
                <a:lnTo>
                  <a:pt x="147327" y="75795"/>
                </a:lnTo>
                <a:lnTo>
                  <a:pt x="135636" y="86868"/>
                </a:lnTo>
                <a:close/>
              </a:path>
              <a:path w="356870" h="361314">
                <a:moveTo>
                  <a:pt x="62484" y="85344"/>
                </a:moveTo>
                <a:lnTo>
                  <a:pt x="57912" y="85344"/>
                </a:lnTo>
                <a:lnTo>
                  <a:pt x="54864" y="80772"/>
                </a:lnTo>
                <a:lnTo>
                  <a:pt x="51816" y="70104"/>
                </a:lnTo>
                <a:lnTo>
                  <a:pt x="47771" y="59436"/>
                </a:lnTo>
                <a:lnTo>
                  <a:pt x="42672" y="48387"/>
                </a:lnTo>
                <a:lnTo>
                  <a:pt x="36385" y="36671"/>
                </a:lnTo>
                <a:lnTo>
                  <a:pt x="28956" y="24383"/>
                </a:lnTo>
                <a:lnTo>
                  <a:pt x="33528" y="21336"/>
                </a:lnTo>
                <a:lnTo>
                  <a:pt x="68580" y="48768"/>
                </a:lnTo>
                <a:lnTo>
                  <a:pt x="74676" y="59436"/>
                </a:lnTo>
                <a:lnTo>
                  <a:pt x="74676" y="67056"/>
                </a:lnTo>
                <a:lnTo>
                  <a:pt x="73152" y="73152"/>
                </a:lnTo>
                <a:lnTo>
                  <a:pt x="70104" y="77724"/>
                </a:lnTo>
                <a:lnTo>
                  <a:pt x="65532" y="83820"/>
                </a:lnTo>
                <a:lnTo>
                  <a:pt x="62484" y="85344"/>
                </a:lnTo>
                <a:close/>
              </a:path>
              <a:path w="356870" h="361314">
                <a:moveTo>
                  <a:pt x="347472" y="96012"/>
                </a:moveTo>
                <a:lnTo>
                  <a:pt x="310895" y="96012"/>
                </a:lnTo>
                <a:lnTo>
                  <a:pt x="329184" y="77724"/>
                </a:lnTo>
                <a:lnTo>
                  <a:pt x="347472" y="96012"/>
                </a:lnTo>
                <a:close/>
              </a:path>
              <a:path w="356870" h="361314">
                <a:moveTo>
                  <a:pt x="21336" y="109728"/>
                </a:moveTo>
                <a:lnTo>
                  <a:pt x="7620" y="96012"/>
                </a:lnTo>
                <a:lnTo>
                  <a:pt x="155448" y="96012"/>
                </a:lnTo>
                <a:lnTo>
                  <a:pt x="172212" y="79248"/>
                </a:lnTo>
                <a:lnTo>
                  <a:pt x="198120" y="105156"/>
                </a:lnTo>
                <a:lnTo>
                  <a:pt x="57912" y="105156"/>
                </a:lnTo>
                <a:lnTo>
                  <a:pt x="47910" y="105441"/>
                </a:lnTo>
                <a:lnTo>
                  <a:pt x="38481" y="106299"/>
                </a:lnTo>
                <a:lnTo>
                  <a:pt x="29622" y="107727"/>
                </a:lnTo>
                <a:lnTo>
                  <a:pt x="21336" y="109728"/>
                </a:lnTo>
                <a:close/>
              </a:path>
              <a:path w="356870" h="361314">
                <a:moveTo>
                  <a:pt x="3048" y="196596"/>
                </a:moveTo>
                <a:lnTo>
                  <a:pt x="0" y="192024"/>
                </a:lnTo>
                <a:lnTo>
                  <a:pt x="26622" y="171164"/>
                </a:lnTo>
                <a:lnTo>
                  <a:pt x="49530" y="149733"/>
                </a:lnTo>
                <a:lnTo>
                  <a:pt x="69008" y="127730"/>
                </a:lnTo>
                <a:lnTo>
                  <a:pt x="85344" y="105156"/>
                </a:lnTo>
                <a:lnTo>
                  <a:pt x="117348" y="105156"/>
                </a:lnTo>
                <a:lnTo>
                  <a:pt x="117348" y="118872"/>
                </a:lnTo>
                <a:lnTo>
                  <a:pt x="128900" y="121920"/>
                </a:lnTo>
                <a:lnTo>
                  <a:pt x="97536" y="121920"/>
                </a:lnTo>
                <a:lnTo>
                  <a:pt x="76128" y="144518"/>
                </a:lnTo>
                <a:lnTo>
                  <a:pt x="53149" y="164401"/>
                </a:lnTo>
                <a:lnTo>
                  <a:pt x="28741" y="181713"/>
                </a:lnTo>
                <a:lnTo>
                  <a:pt x="3048" y="196596"/>
                </a:lnTo>
                <a:close/>
              </a:path>
              <a:path w="356870" h="361314">
                <a:moveTo>
                  <a:pt x="281505" y="254508"/>
                </a:moveTo>
                <a:lnTo>
                  <a:pt x="259080" y="254508"/>
                </a:lnTo>
                <a:lnTo>
                  <a:pt x="269628" y="225385"/>
                </a:lnTo>
                <a:lnTo>
                  <a:pt x="278320" y="190690"/>
                </a:lnTo>
                <a:lnTo>
                  <a:pt x="285011" y="150566"/>
                </a:lnTo>
                <a:lnTo>
                  <a:pt x="289560" y="105156"/>
                </a:lnTo>
                <a:lnTo>
                  <a:pt x="312419" y="105156"/>
                </a:lnTo>
                <a:lnTo>
                  <a:pt x="306443" y="158591"/>
                </a:lnTo>
                <a:lnTo>
                  <a:pt x="297751" y="204597"/>
                </a:lnTo>
                <a:lnTo>
                  <a:pt x="286488" y="243173"/>
                </a:lnTo>
                <a:lnTo>
                  <a:pt x="281505" y="254508"/>
                </a:lnTo>
                <a:close/>
              </a:path>
              <a:path w="356870" h="361314">
                <a:moveTo>
                  <a:pt x="137160" y="361188"/>
                </a:moveTo>
                <a:lnTo>
                  <a:pt x="134112" y="356616"/>
                </a:lnTo>
                <a:lnTo>
                  <a:pt x="167592" y="339447"/>
                </a:lnTo>
                <a:lnTo>
                  <a:pt x="197358" y="319849"/>
                </a:lnTo>
                <a:lnTo>
                  <a:pt x="223694" y="297680"/>
                </a:lnTo>
                <a:lnTo>
                  <a:pt x="246888" y="272796"/>
                </a:lnTo>
                <a:lnTo>
                  <a:pt x="233743" y="235600"/>
                </a:lnTo>
                <a:lnTo>
                  <a:pt x="224028" y="196977"/>
                </a:lnTo>
                <a:lnTo>
                  <a:pt x="217741" y="156638"/>
                </a:lnTo>
                <a:lnTo>
                  <a:pt x="214884" y="114300"/>
                </a:lnTo>
                <a:lnTo>
                  <a:pt x="222204" y="114300"/>
                </a:lnTo>
                <a:lnTo>
                  <a:pt x="226718" y="147994"/>
                </a:lnTo>
                <a:lnTo>
                  <a:pt x="234886" y="187261"/>
                </a:lnTo>
                <a:lnTo>
                  <a:pt x="245625" y="222813"/>
                </a:lnTo>
                <a:lnTo>
                  <a:pt x="259080" y="254508"/>
                </a:lnTo>
                <a:lnTo>
                  <a:pt x="281505" y="254508"/>
                </a:lnTo>
                <a:lnTo>
                  <a:pt x="272795" y="274320"/>
                </a:lnTo>
                <a:lnTo>
                  <a:pt x="287361" y="289560"/>
                </a:lnTo>
                <a:lnTo>
                  <a:pt x="259080" y="289560"/>
                </a:lnTo>
                <a:lnTo>
                  <a:pt x="231886" y="312110"/>
                </a:lnTo>
                <a:lnTo>
                  <a:pt x="202692" y="331660"/>
                </a:lnTo>
                <a:lnTo>
                  <a:pt x="171211" y="348067"/>
                </a:lnTo>
                <a:lnTo>
                  <a:pt x="137160" y="361188"/>
                </a:lnTo>
                <a:close/>
              </a:path>
              <a:path w="356870" h="361314">
                <a:moveTo>
                  <a:pt x="101346" y="184404"/>
                </a:moveTo>
                <a:lnTo>
                  <a:pt x="97536" y="184404"/>
                </a:lnTo>
                <a:lnTo>
                  <a:pt x="97536" y="121920"/>
                </a:lnTo>
                <a:lnTo>
                  <a:pt x="128900" y="121920"/>
                </a:lnTo>
                <a:lnTo>
                  <a:pt x="133683" y="123182"/>
                </a:lnTo>
                <a:lnTo>
                  <a:pt x="144445" y="126492"/>
                </a:lnTo>
                <a:lnTo>
                  <a:pt x="117348" y="126492"/>
                </a:lnTo>
                <a:lnTo>
                  <a:pt x="117348" y="173736"/>
                </a:lnTo>
                <a:lnTo>
                  <a:pt x="101346" y="184404"/>
                </a:lnTo>
                <a:close/>
              </a:path>
              <a:path w="356870" h="361314">
                <a:moveTo>
                  <a:pt x="166116" y="169164"/>
                </a:moveTo>
                <a:lnTo>
                  <a:pt x="161544" y="169164"/>
                </a:lnTo>
                <a:lnTo>
                  <a:pt x="158496" y="166116"/>
                </a:lnTo>
                <a:lnTo>
                  <a:pt x="152400" y="158496"/>
                </a:lnTo>
                <a:lnTo>
                  <a:pt x="145851" y="150495"/>
                </a:lnTo>
                <a:lnTo>
                  <a:pt x="137731" y="142494"/>
                </a:lnTo>
                <a:lnTo>
                  <a:pt x="128182" y="134493"/>
                </a:lnTo>
                <a:lnTo>
                  <a:pt x="117348" y="126492"/>
                </a:lnTo>
                <a:lnTo>
                  <a:pt x="144445" y="126492"/>
                </a:lnTo>
                <a:lnTo>
                  <a:pt x="169164" y="144780"/>
                </a:lnTo>
                <a:lnTo>
                  <a:pt x="169132" y="158591"/>
                </a:lnTo>
                <a:lnTo>
                  <a:pt x="167640" y="163068"/>
                </a:lnTo>
                <a:lnTo>
                  <a:pt x="167640" y="167640"/>
                </a:lnTo>
                <a:lnTo>
                  <a:pt x="166116" y="169164"/>
                </a:lnTo>
                <a:close/>
              </a:path>
              <a:path w="356870" h="361314">
                <a:moveTo>
                  <a:pt x="100584" y="219456"/>
                </a:moveTo>
                <a:lnTo>
                  <a:pt x="77724" y="219456"/>
                </a:lnTo>
                <a:lnTo>
                  <a:pt x="80914" y="211145"/>
                </a:lnTo>
                <a:lnTo>
                  <a:pt x="83820" y="202120"/>
                </a:lnTo>
                <a:lnTo>
                  <a:pt x="89916" y="181356"/>
                </a:lnTo>
                <a:lnTo>
                  <a:pt x="97536" y="184404"/>
                </a:lnTo>
                <a:lnTo>
                  <a:pt x="101346" y="184404"/>
                </a:lnTo>
                <a:lnTo>
                  <a:pt x="99060" y="185928"/>
                </a:lnTo>
                <a:lnTo>
                  <a:pt x="120396" y="196596"/>
                </a:lnTo>
                <a:lnTo>
                  <a:pt x="116657" y="198882"/>
                </a:lnTo>
                <a:lnTo>
                  <a:pt x="112204" y="203454"/>
                </a:lnTo>
                <a:lnTo>
                  <a:pt x="106894" y="210312"/>
                </a:lnTo>
                <a:lnTo>
                  <a:pt x="100584" y="219456"/>
                </a:lnTo>
                <a:close/>
              </a:path>
              <a:path w="356870" h="361314">
                <a:moveTo>
                  <a:pt x="18288" y="233172"/>
                </a:moveTo>
                <a:lnTo>
                  <a:pt x="4572" y="219456"/>
                </a:lnTo>
                <a:lnTo>
                  <a:pt x="147828" y="219456"/>
                </a:lnTo>
                <a:lnTo>
                  <a:pt x="158496" y="205740"/>
                </a:lnTo>
                <a:lnTo>
                  <a:pt x="181356" y="225552"/>
                </a:lnTo>
                <a:lnTo>
                  <a:pt x="175869" y="228600"/>
                </a:lnTo>
                <a:lnTo>
                  <a:pt x="54864" y="228600"/>
                </a:lnTo>
                <a:lnTo>
                  <a:pt x="44862" y="228885"/>
                </a:lnTo>
                <a:lnTo>
                  <a:pt x="35433" y="229743"/>
                </a:lnTo>
                <a:lnTo>
                  <a:pt x="26574" y="231171"/>
                </a:lnTo>
                <a:lnTo>
                  <a:pt x="18288" y="233172"/>
                </a:lnTo>
                <a:close/>
              </a:path>
              <a:path w="356870" h="361314">
                <a:moveTo>
                  <a:pt x="1524" y="352044"/>
                </a:moveTo>
                <a:lnTo>
                  <a:pt x="0" y="347472"/>
                </a:lnTo>
                <a:lnTo>
                  <a:pt x="33432" y="335184"/>
                </a:lnTo>
                <a:lnTo>
                  <a:pt x="62865" y="321183"/>
                </a:lnTo>
                <a:lnTo>
                  <a:pt x="88296" y="305466"/>
                </a:lnTo>
                <a:lnTo>
                  <a:pt x="109728" y="288036"/>
                </a:lnTo>
                <a:lnTo>
                  <a:pt x="94869" y="282868"/>
                </a:lnTo>
                <a:lnTo>
                  <a:pt x="80010" y="278701"/>
                </a:lnTo>
                <a:lnTo>
                  <a:pt x="65151" y="275391"/>
                </a:lnTo>
                <a:lnTo>
                  <a:pt x="50292" y="272796"/>
                </a:lnTo>
                <a:lnTo>
                  <a:pt x="54316" y="266533"/>
                </a:lnTo>
                <a:lnTo>
                  <a:pt x="59626" y="256984"/>
                </a:lnTo>
                <a:lnTo>
                  <a:pt x="74676" y="228600"/>
                </a:lnTo>
                <a:lnTo>
                  <a:pt x="96012" y="228600"/>
                </a:lnTo>
                <a:lnTo>
                  <a:pt x="90297" y="237982"/>
                </a:lnTo>
                <a:lnTo>
                  <a:pt x="78867" y="257317"/>
                </a:lnTo>
                <a:lnTo>
                  <a:pt x="73152" y="266700"/>
                </a:lnTo>
                <a:lnTo>
                  <a:pt x="107227" y="274200"/>
                </a:lnTo>
                <a:lnTo>
                  <a:pt x="120396" y="277368"/>
                </a:lnTo>
                <a:lnTo>
                  <a:pt x="144002" y="277368"/>
                </a:lnTo>
                <a:lnTo>
                  <a:pt x="140208" y="281940"/>
                </a:lnTo>
                <a:lnTo>
                  <a:pt x="151661" y="284487"/>
                </a:lnTo>
                <a:lnTo>
                  <a:pt x="160972" y="287464"/>
                </a:lnTo>
                <a:lnTo>
                  <a:pt x="168282" y="290726"/>
                </a:lnTo>
                <a:lnTo>
                  <a:pt x="173736" y="294132"/>
                </a:lnTo>
                <a:lnTo>
                  <a:pt x="175260" y="295656"/>
                </a:lnTo>
                <a:lnTo>
                  <a:pt x="128016" y="295656"/>
                </a:lnTo>
                <a:lnTo>
                  <a:pt x="100322" y="314753"/>
                </a:lnTo>
                <a:lnTo>
                  <a:pt x="69913" y="330708"/>
                </a:lnTo>
                <a:lnTo>
                  <a:pt x="36933" y="343233"/>
                </a:lnTo>
                <a:lnTo>
                  <a:pt x="1524" y="352044"/>
                </a:lnTo>
                <a:close/>
              </a:path>
              <a:path w="356870" h="361314">
                <a:moveTo>
                  <a:pt x="144002" y="277368"/>
                </a:moveTo>
                <a:lnTo>
                  <a:pt x="120396" y="277368"/>
                </a:lnTo>
                <a:lnTo>
                  <a:pt x="127254" y="268247"/>
                </a:lnTo>
                <a:lnTo>
                  <a:pt x="134112" y="256984"/>
                </a:lnTo>
                <a:lnTo>
                  <a:pt x="140970" y="243720"/>
                </a:lnTo>
                <a:lnTo>
                  <a:pt x="147828" y="228600"/>
                </a:lnTo>
                <a:lnTo>
                  <a:pt x="175869" y="228600"/>
                </a:lnTo>
                <a:lnTo>
                  <a:pt x="167640" y="233172"/>
                </a:lnTo>
                <a:lnTo>
                  <a:pt x="160782" y="249150"/>
                </a:lnTo>
                <a:lnTo>
                  <a:pt x="153924" y="262699"/>
                </a:lnTo>
                <a:lnTo>
                  <a:pt x="147066" y="273677"/>
                </a:lnTo>
                <a:lnTo>
                  <a:pt x="144002" y="277368"/>
                </a:lnTo>
                <a:close/>
              </a:path>
              <a:path w="356870" h="361314">
                <a:moveTo>
                  <a:pt x="324612" y="352044"/>
                </a:moveTo>
                <a:lnTo>
                  <a:pt x="305157" y="337780"/>
                </a:lnTo>
                <a:lnTo>
                  <a:pt x="287845" y="322516"/>
                </a:lnTo>
                <a:lnTo>
                  <a:pt x="272534" y="306395"/>
                </a:lnTo>
                <a:lnTo>
                  <a:pt x="259080" y="289560"/>
                </a:lnTo>
                <a:lnTo>
                  <a:pt x="287361" y="289560"/>
                </a:lnTo>
                <a:lnTo>
                  <a:pt x="290798" y="293155"/>
                </a:lnTo>
                <a:lnTo>
                  <a:pt x="310515" y="308419"/>
                </a:lnTo>
                <a:lnTo>
                  <a:pt x="331946" y="319968"/>
                </a:lnTo>
                <a:lnTo>
                  <a:pt x="355092" y="327660"/>
                </a:lnTo>
                <a:lnTo>
                  <a:pt x="355092" y="333756"/>
                </a:lnTo>
                <a:lnTo>
                  <a:pt x="341971" y="336613"/>
                </a:lnTo>
                <a:lnTo>
                  <a:pt x="332422" y="340614"/>
                </a:lnTo>
                <a:lnTo>
                  <a:pt x="326588" y="345757"/>
                </a:lnTo>
                <a:lnTo>
                  <a:pt x="324612" y="352044"/>
                </a:lnTo>
                <a:close/>
              </a:path>
              <a:path w="356870" h="361314">
                <a:moveTo>
                  <a:pt x="179832" y="323088"/>
                </a:moveTo>
                <a:lnTo>
                  <a:pt x="173736" y="323088"/>
                </a:lnTo>
                <a:lnTo>
                  <a:pt x="170688" y="321564"/>
                </a:lnTo>
                <a:lnTo>
                  <a:pt x="166116" y="316992"/>
                </a:lnTo>
                <a:lnTo>
                  <a:pt x="157805" y="311300"/>
                </a:lnTo>
                <a:lnTo>
                  <a:pt x="148780" y="305752"/>
                </a:lnTo>
                <a:lnTo>
                  <a:pt x="138898" y="300489"/>
                </a:lnTo>
                <a:lnTo>
                  <a:pt x="128016" y="295656"/>
                </a:lnTo>
                <a:lnTo>
                  <a:pt x="175260" y="295656"/>
                </a:lnTo>
                <a:lnTo>
                  <a:pt x="178308" y="298704"/>
                </a:lnTo>
                <a:lnTo>
                  <a:pt x="181356" y="304800"/>
                </a:lnTo>
                <a:lnTo>
                  <a:pt x="181356" y="318516"/>
                </a:lnTo>
                <a:lnTo>
                  <a:pt x="179832" y="32308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" name="object 43"/>
          <p:cNvSpPr/>
          <p:nvPr/>
        </p:nvSpPr>
        <p:spPr>
          <a:xfrm>
            <a:off x="4558283" y="3963923"/>
            <a:ext cx="226060" cy="337185"/>
          </a:xfrm>
          <a:custGeom>
            <a:avLst/>
            <a:gdLst/>
            <a:ahLst/>
            <a:cxnLst/>
            <a:rect l="l" t="t" r="r" b="b"/>
            <a:pathLst>
              <a:path w="226060" h="337185">
                <a:moveTo>
                  <a:pt x="0" y="336804"/>
                </a:moveTo>
                <a:lnTo>
                  <a:pt x="881" y="306204"/>
                </a:lnTo>
                <a:lnTo>
                  <a:pt x="1333" y="269176"/>
                </a:lnTo>
                <a:lnTo>
                  <a:pt x="1457" y="112775"/>
                </a:lnTo>
                <a:lnTo>
                  <a:pt x="1333" y="78485"/>
                </a:lnTo>
                <a:lnTo>
                  <a:pt x="881" y="36814"/>
                </a:lnTo>
                <a:lnTo>
                  <a:pt x="0" y="0"/>
                </a:lnTo>
                <a:lnTo>
                  <a:pt x="24384" y="16763"/>
                </a:lnTo>
                <a:lnTo>
                  <a:pt x="219347" y="16763"/>
                </a:lnTo>
                <a:lnTo>
                  <a:pt x="225552" y="21336"/>
                </a:lnTo>
                <a:lnTo>
                  <a:pt x="219020" y="25907"/>
                </a:lnTo>
                <a:lnTo>
                  <a:pt x="24384" y="25907"/>
                </a:lnTo>
                <a:lnTo>
                  <a:pt x="24384" y="103631"/>
                </a:lnTo>
                <a:lnTo>
                  <a:pt x="210312" y="103631"/>
                </a:lnTo>
                <a:lnTo>
                  <a:pt x="210312" y="112775"/>
                </a:lnTo>
                <a:lnTo>
                  <a:pt x="24384" y="112775"/>
                </a:lnTo>
                <a:lnTo>
                  <a:pt x="24384" y="190499"/>
                </a:lnTo>
                <a:lnTo>
                  <a:pt x="210312" y="190499"/>
                </a:lnTo>
                <a:lnTo>
                  <a:pt x="210312" y="199643"/>
                </a:lnTo>
                <a:lnTo>
                  <a:pt x="24384" y="199643"/>
                </a:lnTo>
                <a:lnTo>
                  <a:pt x="24384" y="283463"/>
                </a:lnTo>
                <a:lnTo>
                  <a:pt x="210645" y="283463"/>
                </a:lnTo>
                <a:lnTo>
                  <a:pt x="210916" y="292607"/>
                </a:lnTo>
                <a:lnTo>
                  <a:pt x="24384" y="292607"/>
                </a:lnTo>
                <a:lnTo>
                  <a:pt x="24384" y="323088"/>
                </a:lnTo>
                <a:lnTo>
                  <a:pt x="0" y="336804"/>
                </a:lnTo>
                <a:close/>
              </a:path>
              <a:path w="226060" h="337185">
                <a:moveTo>
                  <a:pt x="219347" y="16763"/>
                </a:moveTo>
                <a:lnTo>
                  <a:pt x="184403" y="16763"/>
                </a:lnTo>
                <a:lnTo>
                  <a:pt x="196596" y="0"/>
                </a:lnTo>
                <a:lnTo>
                  <a:pt x="219347" y="16763"/>
                </a:lnTo>
                <a:close/>
              </a:path>
              <a:path w="226060" h="337185">
                <a:moveTo>
                  <a:pt x="210312" y="103631"/>
                </a:moveTo>
                <a:lnTo>
                  <a:pt x="187452" y="103631"/>
                </a:lnTo>
                <a:lnTo>
                  <a:pt x="187452" y="25907"/>
                </a:lnTo>
                <a:lnTo>
                  <a:pt x="219020" y="25907"/>
                </a:lnTo>
                <a:lnTo>
                  <a:pt x="210312" y="32003"/>
                </a:lnTo>
                <a:lnTo>
                  <a:pt x="210312" y="103631"/>
                </a:lnTo>
                <a:close/>
              </a:path>
              <a:path w="226060" h="337185">
                <a:moveTo>
                  <a:pt x="210312" y="190499"/>
                </a:moveTo>
                <a:lnTo>
                  <a:pt x="187452" y="190499"/>
                </a:lnTo>
                <a:lnTo>
                  <a:pt x="187452" y="112775"/>
                </a:lnTo>
                <a:lnTo>
                  <a:pt x="210312" y="112775"/>
                </a:lnTo>
                <a:lnTo>
                  <a:pt x="210312" y="190499"/>
                </a:lnTo>
                <a:close/>
              </a:path>
              <a:path w="226060" h="337185">
                <a:moveTo>
                  <a:pt x="210645" y="283463"/>
                </a:moveTo>
                <a:lnTo>
                  <a:pt x="187452" y="283463"/>
                </a:lnTo>
                <a:lnTo>
                  <a:pt x="187452" y="199643"/>
                </a:lnTo>
                <a:lnTo>
                  <a:pt x="210312" y="199643"/>
                </a:lnTo>
                <a:lnTo>
                  <a:pt x="210425" y="269176"/>
                </a:lnTo>
                <a:lnTo>
                  <a:pt x="210550" y="280225"/>
                </a:lnTo>
                <a:lnTo>
                  <a:pt x="210645" y="283463"/>
                </a:lnTo>
                <a:close/>
              </a:path>
              <a:path w="226060" h="337185">
                <a:moveTo>
                  <a:pt x="187452" y="335280"/>
                </a:moveTo>
                <a:lnTo>
                  <a:pt x="187452" y="292607"/>
                </a:lnTo>
                <a:lnTo>
                  <a:pt x="210916" y="292607"/>
                </a:lnTo>
                <a:lnTo>
                  <a:pt x="211074" y="297941"/>
                </a:lnTo>
                <a:lnTo>
                  <a:pt x="211597" y="312229"/>
                </a:lnTo>
                <a:lnTo>
                  <a:pt x="211836" y="323088"/>
                </a:lnTo>
                <a:lnTo>
                  <a:pt x="187452" y="33528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" name="object 44"/>
          <p:cNvSpPr/>
          <p:nvPr/>
        </p:nvSpPr>
        <p:spPr>
          <a:xfrm>
            <a:off x="4881372" y="3947172"/>
            <a:ext cx="1137285" cy="353695"/>
          </a:xfrm>
          <a:custGeom>
            <a:avLst/>
            <a:gdLst/>
            <a:ahLst/>
            <a:cxnLst/>
            <a:rect l="l" t="t" r="r" b="b"/>
            <a:pathLst>
              <a:path w="1137285" h="353695">
                <a:moveTo>
                  <a:pt x="338328" y="230111"/>
                </a:moveTo>
                <a:lnTo>
                  <a:pt x="318274" y="194614"/>
                </a:lnTo>
                <a:lnTo>
                  <a:pt x="264452" y="154089"/>
                </a:lnTo>
                <a:lnTo>
                  <a:pt x="220980" y="124955"/>
                </a:lnTo>
                <a:lnTo>
                  <a:pt x="216408" y="129527"/>
                </a:lnTo>
                <a:lnTo>
                  <a:pt x="249555" y="160655"/>
                </a:lnTo>
                <a:lnTo>
                  <a:pt x="275844" y="187629"/>
                </a:lnTo>
                <a:lnTo>
                  <a:pt x="295275" y="210324"/>
                </a:lnTo>
                <a:lnTo>
                  <a:pt x="307848" y="228587"/>
                </a:lnTo>
                <a:lnTo>
                  <a:pt x="314134" y="238836"/>
                </a:lnTo>
                <a:lnTo>
                  <a:pt x="319278" y="246494"/>
                </a:lnTo>
                <a:lnTo>
                  <a:pt x="323278" y="251307"/>
                </a:lnTo>
                <a:lnTo>
                  <a:pt x="326136" y="252971"/>
                </a:lnTo>
                <a:lnTo>
                  <a:pt x="329184" y="252971"/>
                </a:lnTo>
                <a:lnTo>
                  <a:pt x="336804" y="237731"/>
                </a:lnTo>
                <a:lnTo>
                  <a:pt x="338328" y="233159"/>
                </a:lnTo>
                <a:lnTo>
                  <a:pt x="338328" y="230111"/>
                </a:lnTo>
                <a:close/>
              </a:path>
              <a:path w="1137285" h="353695">
                <a:moveTo>
                  <a:pt x="347472" y="38087"/>
                </a:moveTo>
                <a:lnTo>
                  <a:pt x="315468" y="6083"/>
                </a:lnTo>
                <a:lnTo>
                  <a:pt x="292608" y="28943"/>
                </a:lnTo>
                <a:lnTo>
                  <a:pt x="3048" y="28943"/>
                </a:lnTo>
                <a:lnTo>
                  <a:pt x="16764" y="42659"/>
                </a:lnTo>
                <a:lnTo>
                  <a:pt x="25044" y="40665"/>
                </a:lnTo>
                <a:lnTo>
                  <a:pt x="33909" y="39230"/>
                </a:lnTo>
                <a:lnTo>
                  <a:pt x="43332" y="38379"/>
                </a:lnTo>
                <a:lnTo>
                  <a:pt x="53340" y="38087"/>
                </a:lnTo>
                <a:lnTo>
                  <a:pt x="172212" y="38087"/>
                </a:lnTo>
                <a:lnTo>
                  <a:pt x="156438" y="74650"/>
                </a:lnTo>
                <a:lnTo>
                  <a:pt x="138684" y="108762"/>
                </a:lnTo>
                <a:lnTo>
                  <a:pt x="96012" y="169151"/>
                </a:lnTo>
                <a:lnTo>
                  <a:pt x="49149" y="220205"/>
                </a:lnTo>
                <a:lnTo>
                  <a:pt x="0" y="262115"/>
                </a:lnTo>
                <a:lnTo>
                  <a:pt x="3048" y="268211"/>
                </a:lnTo>
                <a:lnTo>
                  <a:pt x="49022" y="237350"/>
                </a:lnTo>
                <a:lnTo>
                  <a:pt x="90868" y="201917"/>
                </a:lnTo>
                <a:lnTo>
                  <a:pt x="128409" y="161912"/>
                </a:lnTo>
                <a:lnTo>
                  <a:pt x="161544" y="117335"/>
                </a:lnTo>
                <a:lnTo>
                  <a:pt x="161518" y="274904"/>
                </a:lnTo>
                <a:lnTo>
                  <a:pt x="161353" y="299262"/>
                </a:lnTo>
                <a:lnTo>
                  <a:pt x="160896" y="325628"/>
                </a:lnTo>
                <a:lnTo>
                  <a:pt x="160020" y="353555"/>
                </a:lnTo>
                <a:lnTo>
                  <a:pt x="185928" y="342887"/>
                </a:lnTo>
                <a:lnTo>
                  <a:pt x="185039" y="329158"/>
                </a:lnTo>
                <a:lnTo>
                  <a:pt x="184594" y="312978"/>
                </a:lnTo>
                <a:lnTo>
                  <a:pt x="184467" y="299262"/>
                </a:lnTo>
                <a:lnTo>
                  <a:pt x="184404" y="124955"/>
                </a:lnTo>
                <a:lnTo>
                  <a:pt x="194195" y="117335"/>
                </a:lnTo>
                <a:lnTo>
                  <a:pt x="198120" y="114287"/>
                </a:lnTo>
                <a:lnTo>
                  <a:pt x="172212" y="99047"/>
                </a:lnTo>
                <a:lnTo>
                  <a:pt x="180187" y="82245"/>
                </a:lnTo>
                <a:lnTo>
                  <a:pt x="188023" y="66281"/>
                </a:lnTo>
                <a:lnTo>
                  <a:pt x="195567" y="51473"/>
                </a:lnTo>
                <a:lnTo>
                  <a:pt x="202692" y="38087"/>
                </a:lnTo>
                <a:lnTo>
                  <a:pt x="347472" y="38087"/>
                </a:lnTo>
                <a:close/>
              </a:path>
              <a:path w="1137285" h="353695">
                <a:moveTo>
                  <a:pt x="664451" y="163068"/>
                </a:moveTo>
                <a:lnTo>
                  <a:pt x="635495" y="134112"/>
                </a:lnTo>
                <a:lnTo>
                  <a:pt x="615683" y="153924"/>
                </a:lnTo>
                <a:lnTo>
                  <a:pt x="463283" y="153924"/>
                </a:lnTo>
                <a:lnTo>
                  <a:pt x="476999" y="167640"/>
                </a:lnTo>
                <a:lnTo>
                  <a:pt x="485025" y="165633"/>
                </a:lnTo>
                <a:lnTo>
                  <a:pt x="493191" y="164211"/>
                </a:lnTo>
                <a:lnTo>
                  <a:pt x="501650" y="163347"/>
                </a:lnTo>
                <a:lnTo>
                  <a:pt x="510527" y="163068"/>
                </a:lnTo>
                <a:lnTo>
                  <a:pt x="664451" y="163068"/>
                </a:lnTo>
                <a:close/>
              </a:path>
              <a:path w="1137285" h="353695">
                <a:moveTo>
                  <a:pt x="670547" y="225552"/>
                </a:moveTo>
                <a:lnTo>
                  <a:pt x="664451" y="219456"/>
                </a:lnTo>
                <a:lnTo>
                  <a:pt x="649211" y="204216"/>
                </a:lnTo>
                <a:lnTo>
                  <a:pt x="637019" y="216408"/>
                </a:lnTo>
                <a:lnTo>
                  <a:pt x="637019" y="228600"/>
                </a:lnTo>
                <a:lnTo>
                  <a:pt x="637019" y="313944"/>
                </a:lnTo>
                <a:lnTo>
                  <a:pt x="490715" y="313944"/>
                </a:lnTo>
                <a:lnTo>
                  <a:pt x="490715" y="228600"/>
                </a:lnTo>
                <a:lnTo>
                  <a:pt x="637019" y="228600"/>
                </a:lnTo>
                <a:lnTo>
                  <a:pt x="637019" y="216408"/>
                </a:lnTo>
                <a:lnTo>
                  <a:pt x="633971" y="219456"/>
                </a:lnTo>
                <a:lnTo>
                  <a:pt x="490715" y="219456"/>
                </a:lnTo>
                <a:lnTo>
                  <a:pt x="467855" y="207264"/>
                </a:lnTo>
                <a:lnTo>
                  <a:pt x="468109" y="225552"/>
                </a:lnTo>
                <a:lnTo>
                  <a:pt x="469150" y="260832"/>
                </a:lnTo>
                <a:lnTo>
                  <a:pt x="469379" y="278892"/>
                </a:lnTo>
                <a:lnTo>
                  <a:pt x="469150" y="296037"/>
                </a:lnTo>
                <a:lnTo>
                  <a:pt x="468096" y="332892"/>
                </a:lnTo>
                <a:lnTo>
                  <a:pt x="467855" y="352044"/>
                </a:lnTo>
                <a:lnTo>
                  <a:pt x="490715" y="342900"/>
                </a:lnTo>
                <a:lnTo>
                  <a:pt x="490715" y="323088"/>
                </a:lnTo>
                <a:lnTo>
                  <a:pt x="637019" y="323088"/>
                </a:lnTo>
                <a:lnTo>
                  <a:pt x="637019" y="348996"/>
                </a:lnTo>
                <a:lnTo>
                  <a:pt x="659879" y="339852"/>
                </a:lnTo>
                <a:lnTo>
                  <a:pt x="659142" y="323088"/>
                </a:lnTo>
                <a:lnTo>
                  <a:pt x="659003" y="319798"/>
                </a:lnTo>
                <a:lnTo>
                  <a:pt x="658888" y="313944"/>
                </a:lnTo>
                <a:lnTo>
                  <a:pt x="658558" y="296316"/>
                </a:lnTo>
                <a:lnTo>
                  <a:pt x="658444" y="278892"/>
                </a:lnTo>
                <a:lnTo>
                  <a:pt x="658355" y="236220"/>
                </a:lnTo>
                <a:lnTo>
                  <a:pt x="667067" y="228600"/>
                </a:lnTo>
                <a:lnTo>
                  <a:pt x="670547" y="225552"/>
                </a:lnTo>
                <a:close/>
              </a:path>
              <a:path w="1137285" h="353695">
                <a:moveTo>
                  <a:pt x="743699" y="146304"/>
                </a:moveTo>
                <a:lnTo>
                  <a:pt x="680643" y="125730"/>
                </a:lnTo>
                <a:lnTo>
                  <a:pt x="632447" y="96012"/>
                </a:lnTo>
                <a:lnTo>
                  <a:pt x="598347" y="61912"/>
                </a:lnTo>
                <a:lnTo>
                  <a:pt x="579488" y="36576"/>
                </a:lnTo>
                <a:lnTo>
                  <a:pt x="574535" y="28956"/>
                </a:lnTo>
                <a:lnTo>
                  <a:pt x="588251" y="21336"/>
                </a:lnTo>
                <a:lnTo>
                  <a:pt x="556247" y="0"/>
                </a:lnTo>
                <a:lnTo>
                  <a:pt x="541680" y="30568"/>
                </a:lnTo>
                <a:lnTo>
                  <a:pt x="525386" y="58293"/>
                </a:lnTo>
                <a:lnTo>
                  <a:pt x="487667" y="105156"/>
                </a:lnTo>
                <a:lnTo>
                  <a:pt x="441185" y="143827"/>
                </a:lnTo>
                <a:lnTo>
                  <a:pt x="385559" y="176784"/>
                </a:lnTo>
                <a:lnTo>
                  <a:pt x="387083" y="182880"/>
                </a:lnTo>
                <a:lnTo>
                  <a:pt x="439280" y="160401"/>
                </a:lnTo>
                <a:lnTo>
                  <a:pt x="484619" y="131064"/>
                </a:lnTo>
                <a:lnTo>
                  <a:pt x="527100" y="91821"/>
                </a:lnTo>
                <a:lnTo>
                  <a:pt x="568439" y="36576"/>
                </a:lnTo>
                <a:lnTo>
                  <a:pt x="575322" y="49758"/>
                </a:lnTo>
                <a:lnTo>
                  <a:pt x="611111" y="99060"/>
                </a:lnTo>
                <a:lnTo>
                  <a:pt x="653402" y="135636"/>
                </a:lnTo>
                <a:lnTo>
                  <a:pt x="711695" y="172212"/>
                </a:lnTo>
                <a:lnTo>
                  <a:pt x="717130" y="164795"/>
                </a:lnTo>
                <a:lnTo>
                  <a:pt x="724268" y="158686"/>
                </a:lnTo>
                <a:lnTo>
                  <a:pt x="733132" y="153987"/>
                </a:lnTo>
                <a:lnTo>
                  <a:pt x="743699" y="150876"/>
                </a:lnTo>
                <a:lnTo>
                  <a:pt x="743699" y="146304"/>
                </a:lnTo>
                <a:close/>
              </a:path>
              <a:path w="1137285" h="353695">
                <a:moveTo>
                  <a:pt x="857999" y="63995"/>
                </a:moveTo>
                <a:lnTo>
                  <a:pt x="854951" y="57899"/>
                </a:lnTo>
                <a:lnTo>
                  <a:pt x="845807" y="50279"/>
                </a:lnTo>
                <a:lnTo>
                  <a:pt x="839216" y="44310"/>
                </a:lnTo>
                <a:lnTo>
                  <a:pt x="830757" y="37896"/>
                </a:lnTo>
                <a:lnTo>
                  <a:pt x="820305" y="31216"/>
                </a:lnTo>
                <a:lnTo>
                  <a:pt x="807707" y="24371"/>
                </a:lnTo>
                <a:lnTo>
                  <a:pt x="804659" y="28943"/>
                </a:lnTo>
                <a:lnTo>
                  <a:pt x="814095" y="42379"/>
                </a:lnTo>
                <a:lnTo>
                  <a:pt x="821804" y="55232"/>
                </a:lnTo>
                <a:lnTo>
                  <a:pt x="827811" y="67525"/>
                </a:lnTo>
                <a:lnTo>
                  <a:pt x="832091" y="79235"/>
                </a:lnTo>
                <a:lnTo>
                  <a:pt x="835139" y="91427"/>
                </a:lnTo>
                <a:lnTo>
                  <a:pt x="839711" y="95999"/>
                </a:lnTo>
                <a:lnTo>
                  <a:pt x="845807" y="95999"/>
                </a:lnTo>
                <a:lnTo>
                  <a:pt x="848855" y="94475"/>
                </a:lnTo>
                <a:lnTo>
                  <a:pt x="851903" y="89903"/>
                </a:lnTo>
                <a:lnTo>
                  <a:pt x="856475" y="85331"/>
                </a:lnTo>
                <a:lnTo>
                  <a:pt x="857999" y="79235"/>
                </a:lnTo>
                <a:lnTo>
                  <a:pt x="857999" y="63995"/>
                </a:lnTo>
                <a:close/>
              </a:path>
              <a:path w="1137285" h="353695">
                <a:moveTo>
                  <a:pt x="1132319" y="118859"/>
                </a:moveTo>
                <a:lnTo>
                  <a:pt x="1106411" y="88379"/>
                </a:lnTo>
                <a:lnTo>
                  <a:pt x="1085075" y="109715"/>
                </a:lnTo>
                <a:lnTo>
                  <a:pt x="1010399" y="109715"/>
                </a:lnTo>
                <a:lnTo>
                  <a:pt x="1010399" y="44183"/>
                </a:lnTo>
                <a:lnTo>
                  <a:pt x="1010399" y="41135"/>
                </a:lnTo>
                <a:lnTo>
                  <a:pt x="1048334" y="37706"/>
                </a:lnTo>
                <a:lnTo>
                  <a:pt x="1069416" y="35445"/>
                </a:lnTo>
                <a:lnTo>
                  <a:pt x="1079360" y="34467"/>
                </a:lnTo>
                <a:lnTo>
                  <a:pt x="1088745" y="33782"/>
                </a:lnTo>
                <a:lnTo>
                  <a:pt x="1097267" y="33515"/>
                </a:lnTo>
                <a:lnTo>
                  <a:pt x="1077455" y="3035"/>
                </a:lnTo>
                <a:lnTo>
                  <a:pt x="1033741" y="21691"/>
                </a:lnTo>
                <a:lnTo>
                  <a:pt x="989139" y="31737"/>
                </a:lnTo>
                <a:lnTo>
                  <a:pt x="931367" y="39217"/>
                </a:lnTo>
                <a:lnTo>
                  <a:pt x="897623" y="42659"/>
                </a:lnTo>
                <a:lnTo>
                  <a:pt x="897623" y="48755"/>
                </a:lnTo>
                <a:lnTo>
                  <a:pt x="989063" y="44183"/>
                </a:lnTo>
                <a:lnTo>
                  <a:pt x="989063" y="109715"/>
                </a:lnTo>
                <a:lnTo>
                  <a:pt x="873239" y="109715"/>
                </a:lnTo>
                <a:lnTo>
                  <a:pt x="886955" y="123431"/>
                </a:lnTo>
                <a:lnTo>
                  <a:pt x="896150" y="121437"/>
                </a:lnTo>
                <a:lnTo>
                  <a:pt x="905624" y="120002"/>
                </a:lnTo>
                <a:lnTo>
                  <a:pt x="915682" y="119151"/>
                </a:lnTo>
                <a:lnTo>
                  <a:pt x="926579" y="118859"/>
                </a:lnTo>
                <a:lnTo>
                  <a:pt x="989063" y="118859"/>
                </a:lnTo>
                <a:lnTo>
                  <a:pt x="989063" y="176771"/>
                </a:lnTo>
                <a:lnTo>
                  <a:pt x="940295" y="176771"/>
                </a:lnTo>
                <a:lnTo>
                  <a:pt x="915911" y="164579"/>
                </a:lnTo>
                <a:lnTo>
                  <a:pt x="917041" y="178015"/>
                </a:lnTo>
                <a:lnTo>
                  <a:pt x="918006" y="193154"/>
                </a:lnTo>
                <a:lnTo>
                  <a:pt x="918705" y="210019"/>
                </a:lnTo>
                <a:lnTo>
                  <a:pt x="918959" y="228587"/>
                </a:lnTo>
                <a:lnTo>
                  <a:pt x="918705" y="246837"/>
                </a:lnTo>
                <a:lnTo>
                  <a:pt x="918006" y="264782"/>
                </a:lnTo>
                <a:lnTo>
                  <a:pt x="917067" y="281546"/>
                </a:lnTo>
                <a:lnTo>
                  <a:pt x="915911" y="298691"/>
                </a:lnTo>
                <a:lnTo>
                  <a:pt x="938771" y="291071"/>
                </a:lnTo>
                <a:lnTo>
                  <a:pt x="938771" y="272783"/>
                </a:lnTo>
                <a:lnTo>
                  <a:pt x="1062215" y="272783"/>
                </a:lnTo>
                <a:lnTo>
                  <a:pt x="1062215" y="297167"/>
                </a:lnTo>
                <a:lnTo>
                  <a:pt x="1083551" y="288023"/>
                </a:lnTo>
                <a:lnTo>
                  <a:pt x="1082814" y="272783"/>
                </a:lnTo>
                <a:lnTo>
                  <a:pt x="1082675" y="270027"/>
                </a:lnTo>
                <a:lnTo>
                  <a:pt x="1082548" y="263639"/>
                </a:lnTo>
                <a:lnTo>
                  <a:pt x="1082217" y="248018"/>
                </a:lnTo>
                <a:lnTo>
                  <a:pt x="1082103" y="228587"/>
                </a:lnTo>
                <a:lnTo>
                  <a:pt x="1082027" y="192011"/>
                </a:lnTo>
                <a:lnTo>
                  <a:pt x="1086599" y="187439"/>
                </a:lnTo>
                <a:lnTo>
                  <a:pt x="1094219" y="179819"/>
                </a:lnTo>
                <a:lnTo>
                  <a:pt x="1089901" y="176771"/>
                </a:lnTo>
                <a:lnTo>
                  <a:pt x="1068311" y="161531"/>
                </a:lnTo>
                <a:lnTo>
                  <a:pt x="1062215" y="171691"/>
                </a:lnTo>
                <a:lnTo>
                  <a:pt x="1062215" y="187439"/>
                </a:lnTo>
                <a:lnTo>
                  <a:pt x="1062215" y="263639"/>
                </a:lnTo>
                <a:lnTo>
                  <a:pt x="938771" y="263639"/>
                </a:lnTo>
                <a:lnTo>
                  <a:pt x="938771" y="187439"/>
                </a:lnTo>
                <a:lnTo>
                  <a:pt x="1062215" y="187439"/>
                </a:lnTo>
                <a:lnTo>
                  <a:pt x="1062215" y="171691"/>
                </a:lnTo>
                <a:lnTo>
                  <a:pt x="1059167" y="176771"/>
                </a:lnTo>
                <a:lnTo>
                  <a:pt x="1010399" y="176771"/>
                </a:lnTo>
                <a:lnTo>
                  <a:pt x="1010399" y="118859"/>
                </a:lnTo>
                <a:lnTo>
                  <a:pt x="1132319" y="118859"/>
                </a:lnTo>
                <a:close/>
              </a:path>
              <a:path w="1137285" h="353695">
                <a:moveTo>
                  <a:pt x="1136891" y="312407"/>
                </a:moveTo>
                <a:lnTo>
                  <a:pt x="1097508" y="316179"/>
                </a:lnTo>
                <a:lnTo>
                  <a:pt x="1059548" y="318503"/>
                </a:lnTo>
                <a:lnTo>
                  <a:pt x="1023315" y="319697"/>
                </a:lnTo>
                <a:lnTo>
                  <a:pt x="989063" y="320027"/>
                </a:lnTo>
                <a:lnTo>
                  <a:pt x="957618" y="318033"/>
                </a:lnTo>
                <a:lnTo>
                  <a:pt x="911275" y="308889"/>
                </a:lnTo>
                <a:lnTo>
                  <a:pt x="874763" y="286689"/>
                </a:lnTo>
                <a:lnTo>
                  <a:pt x="870572" y="283451"/>
                </a:lnTo>
                <a:lnTo>
                  <a:pt x="865670" y="279666"/>
                </a:lnTo>
                <a:lnTo>
                  <a:pt x="857999" y="272783"/>
                </a:lnTo>
                <a:lnTo>
                  <a:pt x="857999" y="160007"/>
                </a:lnTo>
                <a:lnTo>
                  <a:pt x="863231" y="155435"/>
                </a:lnTo>
                <a:lnTo>
                  <a:pt x="870191" y="149339"/>
                </a:lnTo>
                <a:lnTo>
                  <a:pt x="844283" y="131051"/>
                </a:lnTo>
                <a:lnTo>
                  <a:pt x="835139" y="146291"/>
                </a:lnTo>
                <a:lnTo>
                  <a:pt x="775703" y="146291"/>
                </a:lnTo>
                <a:lnTo>
                  <a:pt x="789419" y="160007"/>
                </a:lnTo>
                <a:lnTo>
                  <a:pt x="798017" y="158013"/>
                </a:lnTo>
                <a:lnTo>
                  <a:pt x="805611" y="156578"/>
                </a:lnTo>
                <a:lnTo>
                  <a:pt x="812355" y="155727"/>
                </a:lnTo>
                <a:lnTo>
                  <a:pt x="818375" y="155435"/>
                </a:lnTo>
                <a:lnTo>
                  <a:pt x="838187" y="155435"/>
                </a:lnTo>
                <a:lnTo>
                  <a:pt x="838187" y="271259"/>
                </a:lnTo>
                <a:lnTo>
                  <a:pt x="820737" y="281546"/>
                </a:lnTo>
                <a:lnTo>
                  <a:pt x="804849" y="291833"/>
                </a:lnTo>
                <a:lnTo>
                  <a:pt x="790397" y="302120"/>
                </a:lnTo>
                <a:lnTo>
                  <a:pt x="777227" y="312407"/>
                </a:lnTo>
                <a:lnTo>
                  <a:pt x="800087" y="332219"/>
                </a:lnTo>
                <a:lnTo>
                  <a:pt x="804087" y="325081"/>
                </a:lnTo>
                <a:lnTo>
                  <a:pt x="809231" y="317360"/>
                </a:lnTo>
                <a:lnTo>
                  <a:pt x="837996" y="287832"/>
                </a:lnTo>
                <a:lnTo>
                  <a:pt x="847331" y="283451"/>
                </a:lnTo>
                <a:lnTo>
                  <a:pt x="852246" y="284594"/>
                </a:lnTo>
                <a:lnTo>
                  <a:pt x="857999" y="288023"/>
                </a:lnTo>
                <a:lnTo>
                  <a:pt x="864908" y="293738"/>
                </a:lnTo>
                <a:lnTo>
                  <a:pt x="873239" y="301739"/>
                </a:lnTo>
                <a:lnTo>
                  <a:pt x="882980" y="311200"/>
                </a:lnTo>
                <a:lnTo>
                  <a:pt x="894003" y="319074"/>
                </a:lnTo>
                <a:lnTo>
                  <a:pt x="935367" y="335610"/>
                </a:lnTo>
                <a:lnTo>
                  <a:pt x="995159" y="342887"/>
                </a:lnTo>
                <a:lnTo>
                  <a:pt x="1046213" y="344220"/>
                </a:lnTo>
                <a:lnTo>
                  <a:pt x="1106411" y="344411"/>
                </a:lnTo>
                <a:lnTo>
                  <a:pt x="1108392" y="335013"/>
                </a:lnTo>
                <a:lnTo>
                  <a:pt x="1114221" y="327456"/>
                </a:lnTo>
                <a:lnTo>
                  <a:pt x="1123772" y="321919"/>
                </a:lnTo>
                <a:lnTo>
                  <a:pt x="1131023" y="320027"/>
                </a:lnTo>
                <a:lnTo>
                  <a:pt x="1136891" y="318503"/>
                </a:lnTo>
                <a:lnTo>
                  <a:pt x="1136891" y="31240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" name="object 45"/>
          <p:cNvSpPr/>
          <p:nvPr/>
        </p:nvSpPr>
        <p:spPr>
          <a:xfrm>
            <a:off x="6079235" y="4128515"/>
            <a:ext cx="53975" cy="173990"/>
          </a:xfrm>
          <a:custGeom>
            <a:avLst/>
            <a:gdLst/>
            <a:ahLst/>
            <a:cxnLst/>
            <a:rect l="l" t="t" r="r" b="b"/>
            <a:pathLst>
              <a:path w="53975" h="173989">
                <a:moveTo>
                  <a:pt x="10668" y="173736"/>
                </a:moveTo>
                <a:lnTo>
                  <a:pt x="7620" y="173736"/>
                </a:lnTo>
                <a:lnTo>
                  <a:pt x="7620" y="170688"/>
                </a:lnTo>
                <a:lnTo>
                  <a:pt x="9144" y="170688"/>
                </a:lnTo>
                <a:lnTo>
                  <a:pt x="12192" y="169164"/>
                </a:lnTo>
                <a:lnTo>
                  <a:pt x="21336" y="160020"/>
                </a:lnTo>
                <a:lnTo>
                  <a:pt x="24384" y="155448"/>
                </a:lnTo>
                <a:lnTo>
                  <a:pt x="28956" y="150876"/>
                </a:lnTo>
                <a:lnTo>
                  <a:pt x="30480" y="144780"/>
                </a:lnTo>
                <a:lnTo>
                  <a:pt x="33528" y="135636"/>
                </a:lnTo>
                <a:lnTo>
                  <a:pt x="25908" y="135636"/>
                </a:lnTo>
                <a:lnTo>
                  <a:pt x="19812" y="134112"/>
                </a:lnTo>
                <a:lnTo>
                  <a:pt x="10668" y="131064"/>
                </a:lnTo>
                <a:lnTo>
                  <a:pt x="7620" y="129540"/>
                </a:lnTo>
                <a:lnTo>
                  <a:pt x="6096" y="124968"/>
                </a:lnTo>
                <a:lnTo>
                  <a:pt x="3048" y="120396"/>
                </a:lnTo>
                <a:lnTo>
                  <a:pt x="3048" y="111252"/>
                </a:lnTo>
                <a:lnTo>
                  <a:pt x="4572" y="106680"/>
                </a:lnTo>
                <a:lnTo>
                  <a:pt x="7620" y="100584"/>
                </a:lnTo>
                <a:lnTo>
                  <a:pt x="13716" y="94488"/>
                </a:lnTo>
                <a:lnTo>
                  <a:pt x="16764" y="92964"/>
                </a:lnTo>
                <a:lnTo>
                  <a:pt x="21336" y="91440"/>
                </a:lnTo>
                <a:lnTo>
                  <a:pt x="32004" y="91440"/>
                </a:lnTo>
                <a:lnTo>
                  <a:pt x="53340" y="114300"/>
                </a:lnTo>
                <a:lnTo>
                  <a:pt x="53340" y="124968"/>
                </a:lnTo>
                <a:lnTo>
                  <a:pt x="51816" y="132588"/>
                </a:lnTo>
                <a:lnTo>
                  <a:pt x="48768" y="140208"/>
                </a:lnTo>
                <a:lnTo>
                  <a:pt x="47244" y="149352"/>
                </a:lnTo>
                <a:lnTo>
                  <a:pt x="42672" y="156972"/>
                </a:lnTo>
                <a:lnTo>
                  <a:pt x="35052" y="161544"/>
                </a:lnTo>
                <a:lnTo>
                  <a:pt x="27432" y="167640"/>
                </a:lnTo>
                <a:lnTo>
                  <a:pt x="21336" y="170688"/>
                </a:lnTo>
                <a:lnTo>
                  <a:pt x="15240" y="172212"/>
                </a:lnTo>
                <a:lnTo>
                  <a:pt x="10668" y="173736"/>
                </a:lnTo>
                <a:close/>
              </a:path>
              <a:path w="53975" h="173989">
                <a:moveTo>
                  <a:pt x="30480" y="53340"/>
                </a:moveTo>
                <a:lnTo>
                  <a:pt x="22860" y="53340"/>
                </a:lnTo>
                <a:lnTo>
                  <a:pt x="10668" y="47244"/>
                </a:lnTo>
                <a:lnTo>
                  <a:pt x="3048" y="42672"/>
                </a:lnTo>
                <a:lnTo>
                  <a:pt x="0" y="35052"/>
                </a:lnTo>
                <a:lnTo>
                  <a:pt x="0" y="25908"/>
                </a:lnTo>
                <a:lnTo>
                  <a:pt x="1524" y="16764"/>
                </a:lnTo>
                <a:lnTo>
                  <a:pt x="4572" y="9144"/>
                </a:lnTo>
                <a:lnTo>
                  <a:pt x="16764" y="3048"/>
                </a:lnTo>
                <a:lnTo>
                  <a:pt x="21336" y="0"/>
                </a:lnTo>
                <a:lnTo>
                  <a:pt x="30480" y="0"/>
                </a:lnTo>
                <a:lnTo>
                  <a:pt x="42672" y="3048"/>
                </a:lnTo>
                <a:lnTo>
                  <a:pt x="50292" y="6096"/>
                </a:lnTo>
                <a:lnTo>
                  <a:pt x="53340" y="12192"/>
                </a:lnTo>
                <a:lnTo>
                  <a:pt x="53392" y="25908"/>
                </a:lnTo>
                <a:lnTo>
                  <a:pt x="53625" y="32670"/>
                </a:lnTo>
                <a:lnTo>
                  <a:pt x="52197" y="39243"/>
                </a:lnTo>
                <a:lnTo>
                  <a:pt x="49053" y="44100"/>
                </a:lnTo>
                <a:lnTo>
                  <a:pt x="44196" y="47244"/>
                </a:lnTo>
                <a:lnTo>
                  <a:pt x="36576" y="50292"/>
                </a:lnTo>
                <a:lnTo>
                  <a:pt x="30480" y="5334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" name="object 46"/>
          <p:cNvSpPr/>
          <p:nvPr/>
        </p:nvSpPr>
        <p:spPr>
          <a:xfrm>
            <a:off x="1746491" y="4509528"/>
            <a:ext cx="733425" cy="355600"/>
          </a:xfrm>
          <a:custGeom>
            <a:avLst/>
            <a:gdLst/>
            <a:ahLst/>
            <a:cxnLst/>
            <a:rect l="l" t="t" r="r" b="b"/>
            <a:pathLst>
              <a:path w="733425" h="355600">
                <a:moveTo>
                  <a:pt x="205740" y="178308"/>
                </a:moveTo>
                <a:lnTo>
                  <a:pt x="179832" y="153924"/>
                </a:lnTo>
                <a:lnTo>
                  <a:pt x="170688" y="166509"/>
                </a:lnTo>
                <a:lnTo>
                  <a:pt x="159258" y="179260"/>
                </a:lnTo>
                <a:lnTo>
                  <a:pt x="129628" y="205663"/>
                </a:lnTo>
                <a:lnTo>
                  <a:pt x="91630" y="229743"/>
                </a:lnTo>
                <a:lnTo>
                  <a:pt x="45720" y="251460"/>
                </a:lnTo>
                <a:lnTo>
                  <a:pt x="47244" y="257556"/>
                </a:lnTo>
                <a:lnTo>
                  <a:pt x="80378" y="246075"/>
                </a:lnTo>
                <a:lnTo>
                  <a:pt x="115633" y="229743"/>
                </a:lnTo>
                <a:lnTo>
                  <a:pt x="152908" y="208254"/>
                </a:lnTo>
                <a:lnTo>
                  <a:pt x="192024" y="181356"/>
                </a:lnTo>
                <a:lnTo>
                  <a:pt x="205740" y="178308"/>
                </a:lnTo>
                <a:close/>
              </a:path>
              <a:path w="733425" h="355600">
                <a:moveTo>
                  <a:pt x="248412" y="225552"/>
                </a:moveTo>
                <a:lnTo>
                  <a:pt x="224028" y="201168"/>
                </a:lnTo>
                <a:lnTo>
                  <a:pt x="209486" y="214858"/>
                </a:lnTo>
                <a:lnTo>
                  <a:pt x="193357" y="228409"/>
                </a:lnTo>
                <a:lnTo>
                  <a:pt x="156972" y="254508"/>
                </a:lnTo>
                <a:lnTo>
                  <a:pt x="111252" y="277368"/>
                </a:lnTo>
                <a:lnTo>
                  <a:pt x="47244" y="300228"/>
                </a:lnTo>
                <a:lnTo>
                  <a:pt x="48768" y="306324"/>
                </a:lnTo>
                <a:lnTo>
                  <a:pt x="90855" y="296316"/>
                </a:lnTo>
                <a:lnTo>
                  <a:pt x="135064" y="280035"/>
                </a:lnTo>
                <a:lnTo>
                  <a:pt x="181864" y="257454"/>
                </a:lnTo>
                <a:lnTo>
                  <a:pt x="231648" y="228600"/>
                </a:lnTo>
                <a:lnTo>
                  <a:pt x="248412" y="225552"/>
                </a:lnTo>
                <a:close/>
              </a:path>
              <a:path w="733425" h="355600">
                <a:moveTo>
                  <a:pt x="298704" y="269748"/>
                </a:moveTo>
                <a:lnTo>
                  <a:pt x="275844" y="243840"/>
                </a:lnTo>
                <a:lnTo>
                  <a:pt x="255828" y="260692"/>
                </a:lnTo>
                <a:lnTo>
                  <a:pt x="232219" y="276987"/>
                </a:lnTo>
                <a:lnTo>
                  <a:pt x="173736" y="307848"/>
                </a:lnTo>
                <a:lnTo>
                  <a:pt x="102679" y="332803"/>
                </a:lnTo>
                <a:lnTo>
                  <a:pt x="63373" y="341490"/>
                </a:lnTo>
                <a:lnTo>
                  <a:pt x="21336" y="347472"/>
                </a:lnTo>
                <a:lnTo>
                  <a:pt x="21336" y="353568"/>
                </a:lnTo>
                <a:lnTo>
                  <a:pt x="83058" y="348043"/>
                </a:lnTo>
                <a:lnTo>
                  <a:pt x="140208" y="336804"/>
                </a:lnTo>
                <a:lnTo>
                  <a:pt x="203263" y="314515"/>
                </a:lnTo>
                <a:lnTo>
                  <a:pt x="241160" y="295859"/>
                </a:lnTo>
                <a:lnTo>
                  <a:pt x="283464" y="272796"/>
                </a:lnTo>
                <a:lnTo>
                  <a:pt x="298704" y="269748"/>
                </a:lnTo>
                <a:close/>
              </a:path>
              <a:path w="733425" h="355600">
                <a:moveTo>
                  <a:pt x="355092" y="208788"/>
                </a:moveTo>
                <a:lnTo>
                  <a:pt x="303237" y="194856"/>
                </a:lnTo>
                <a:lnTo>
                  <a:pt x="265849" y="178917"/>
                </a:lnTo>
                <a:lnTo>
                  <a:pt x="229273" y="152730"/>
                </a:lnTo>
                <a:lnTo>
                  <a:pt x="211836" y="135636"/>
                </a:lnTo>
                <a:lnTo>
                  <a:pt x="353568" y="135636"/>
                </a:lnTo>
                <a:lnTo>
                  <a:pt x="326136" y="106680"/>
                </a:lnTo>
                <a:lnTo>
                  <a:pt x="306324" y="126492"/>
                </a:lnTo>
                <a:lnTo>
                  <a:pt x="147828" y="126492"/>
                </a:lnTo>
                <a:lnTo>
                  <a:pt x="154432" y="117081"/>
                </a:lnTo>
                <a:lnTo>
                  <a:pt x="160591" y="107251"/>
                </a:lnTo>
                <a:lnTo>
                  <a:pt x="166484" y="97129"/>
                </a:lnTo>
                <a:lnTo>
                  <a:pt x="171361" y="88392"/>
                </a:lnTo>
                <a:lnTo>
                  <a:pt x="172212" y="86868"/>
                </a:lnTo>
                <a:lnTo>
                  <a:pt x="187032" y="86334"/>
                </a:lnTo>
                <a:lnTo>
                  <a:pt x="269748" y="80772"/>
                </a:lnTo>
                <a:lnTo>
                  <a:pt x="275209" y="87337"/>
                </a:lnTo>
                <a:lnTo>
                  <a:pt x="280225" y="93345"/>
                </a:lnTo>
                <a:lnTo>
                  <a:pt x="284975" y="98767"/>
                </a:lnTo>
                <a:lnTo>
                  <a:pt x="289560" y="103632"/>
                </a:lnTo>
                <a:lnTo>
                  <a:pt x="291084" y="106680"/>
                </a:lnTo>
                <a:lnTo>
                  <a:pt x="292608" y="108204"/>
                </a:lnTo>
                <a:lnTo>
                  <a:pt x="298704" y="108204"/>
                </a:lnTo>
                <a:lnTo>
                  <a:pt x="300228" y="105156"/>
                </a:lnTo>
                <a:lnTo>
                  <a:pt x="303276" y="100584"/>
                </a:lnTo>
                <a:lnTo>
                  <a:pt x="304800" y="94488"/>
                </a:lnTo>
                <a:lnTo>
                  <a:pt x="306324" y="91440"/>
                </a:lnTo>
                <a:lnTo>
                  <a:pt x="306324" y="88392"/>
                </a:lnTo>
                <a:lnTo>
                  <a:pt x="276923" y="57759"/>
                </a:lnTo>
                <a:lnTo>
                  <a:pt x="220980" y="35052"/>
                </a:lnTo>
                <a:lnTo>
                  <a:pt x="217932" y="41148"/>
                </a:lnTo>
                <a:lnTo>
                  <a:pt x="231101" y="49161"/>
                </a:lnTo>
                <a:lnTo>
                  <a:pt x="243268" y="57340"/>
                </a:lnTo>
                <a:lnTo>
                  <a:pt x="254495" y="65722"/>
                </a:lnTo>
                <a:lnTo>
                  <a:pt x="265176" y="74676"/>
                </a:lnTo>
                <a:lnTo>
                  <a:pt x="77724" y="76200"/>
                </a:lnTo>
                <a:lnTo>
                  <a:pt x="91732" y="69888"/>
                </a:lnTo>
                <a:lnTo>
                  <a:pt x="110871" y="60007"/>
                </a:lnTo>
                <a:lnTo>
                  <a:pt x="135166" y="46405"/>
                </a:lnTo>
                <a:lnTo>
                  <a:pt x="164592" y="28956"/>
                </a:lnTo>
                <a:lnTo>
                  <a:pt x="182880" y="24384"/>
                </a:lnTo>
                <a:lnTo>
                  <a:pt x="160020" y="0"/>
                </a:lnTo>
                <a:lnTo>
                  <a:pt x="151980" y="9715"/>
                </a:lnTo>
                <a:lnTo>
                  <a:pt x="141351" y="20574"/>
                </a:lnTo>
                <a:lnTo>
                  <a:pt x="111252" y="45720"/>
                </a:lnTo>
                <a:lnTo>
                  <a:pt x="64960" y="71221"/>
                </a:lnTo>
                <a:lnTo>
                  <a:pt x="51816" y="73152"/>
                </a:lnTo>
                <a:lnTo>
                  <a:pt x="62484" y="100584"/>
                </a:lnTo>
                <a:lnTo>
                  <a:pt x="75349" y="96532"/>
                </a:lnTo>
                <a:lnTo>
                  <a:pt x="93345" y="93345"/>
                </a:lnTo>
                <a:lnTo>
                  <a:pt x="116497" y="90716"/>
                </a:lnTo>
                <a:lnTo>
                  <a:pt x="144780" y="88392"/>
                </a:lnTo>
                <a:lnTo>
                  <a:pt x="138480" y="101841"/>
                </a:lnTo>
                <a:lnTo>
                  <a:pt x="133159" y="112585"/>
                </a:lnTo>
                <a:lnTo>
                  <a:pt x="128714" y="120751"/>
                </a:lnTo>
                <a:lnTo>
                  <a:pt x="124968" y="126492"/>
                </a:lnTo>
                <a:lnTo>
                  <a:pt x="4572" y="126492"/>
                </a:lnTo>
                <a:lnTo>
                  <a:pt x="16764" y="138684"/>
                </a:lnTo>
                <a:lnTo>
                  <a:pt x="30480" y="135636"/>
                </a:lnTo>
                <a:lnTo>
                  <a:pt x="120396" y="135636"/>
                </a:lnTo>
                <a:lnTo>
                  <a:pt x="93395" y="169062"/>
                </a:lnTo>
                <a:lnTo>
                  <a:pt x="47815" y="208597"/>
                </a:lnTo>
                <a:lnTo>
                  <a:pt x="0" y="239268"/>
                </a:lnTo>
                <a:lnTo>
                  <a:pt x="1524" y="245364"/>
                </a:lnTo>
                <a:lnTo>
                  <a:pt x="51816" y="218884"/>
                </a:lnTo>
                <a:lnTo>
                  <a:pt x="88392" y="193548"/>
                </a:lnTo>
                <a:lnTo>
                  <a:pt x="118300" y="167449"/>
                </a:lnTo>
                <a:lnTo>
                  <a:pt x="144780" y="135636"/>
                </a:lnTo>
                <a:lnTo>
                  <a:pt x="204216" y="135636"/>
                </a:lnTo>
                <a:lnTo>
                  <a:pt x="226695" y="167449"/>
                </a:lnTo>
                <a:lnTo>
                  <a:pt x="256032" y="193548"/>
                </a:lnTo>
                <a:lnTo>
                  <a:pt x="289712" y="214858"/>
                </a:lnTo>
                <a:lnTo>
                  <a:pt x="324612" y="231648"/>
                </a:lnTo>
                <a:lnTo>
                  <a:pt x="330022" y="225361"/>
                </a:lnTo>
                <a:lnTo>
                  <a:pt x="336994" y="220218"/>
                </a:lnTo>
                <a:lnTo>
                  <a:pt x="345401" y="216217"/>
                </a:lnTo>
                <a:lnTo>
                  <a:pt x="355092" y="213360"/>
                </a:lnTo>
                <a:lnTo>
                  <a:pt x="355092" y="208788"/>
                </a:lnTo>
                <a:close/>
              </a:path>
              <a:path w="733425" h="355600">
                <a:moveTo>
                  <a:pt x="650760" y="252971"/>
                </a:moveTo>
                <a:lnTo>
                  <a:pt x="621804" y="224015"/>
                </a:lnTo>
                <a:lnTo>
                  <a:pt x="601992" y="243827"/>
                </a:lnTo>
                <a:lnTo>
                  <a:pt x="396252" y="243827"/>
                </a:lnTo>
                <a:lnTo>
                  <a:pt x="409968" y="257543"/>
                </a:lnTo>
                <a:lnTo>
                  <a:pt x="418223" y="255549"/>
                </a:lnTo>
                <a:lnTo>
                  <a:pt x="426923" y="254114"/>
                </a:lnTo>
                <a:lnTo>
                  <a:pt x="435889" y="253263"/>
                </a:lnTo>
                <a:lnTo>
                  <a:pt x="445020" y="252971"/>
                </a:lnTo>
                <a:lnTo>
                  <a:pt x="650760" y="252971"/>
                </a:lnTo>
                <a:close/>
              </a:path>
              <a:path w="733425" h="355600">
                <a:moveTo>
                  <a:pt x="733056" y="92951"/>
                </a:moveTo>
                <a:lnTo>
                  <a:pt x="723912" y="83820"/>
                </a:lnTo>
                <a:lnTo>
                  <a:pt x="704100" y="64008"/>
                </a:lnTo>
                <a:lnTo>
                  <a:pt x="684288" y="83820"/>
                </a:lnTo>
                <a:lnTo>
                  <a:pt x="504456" y="83820"/>
                </a:lnTo>
                <a:lnTo>
                  <a:pt x="507504" y="27419"/>
                </a:lnTo>
                <a:lnTo>
                  <a:pt x="519696" y="18275"/>
                </a:lnTo>
                <a:lnTo>
                  <a:pt x="484644" y="1511"/>
                </a:lnTo>
                <a:lnTo>
                  <a:pt x="484644" y="47244"/>
                </a:lnTo>
                <a:lnTo>
                  <a:pt x="483450" y="62077"/>
                </a:lnTo>
                <a:lnTo>
                  <a:pt x="479920" y="118605"/>
                </a:lnTo>
                <a:lnTo>
                  <a:pt x="477024" y="160007"/>
                </a:lnTo>
                <a:lnTo>
                  <a:pt x="464832" y="170675"/>
                </a:lnTo>
                <a:lnTo>
                  <a:pt x="489216" y="188963"/>
                </a:lnTo>
                <a:lnTo>
                  <a:pt x="501408" y="173723"/>
                </a:lnTo>
                <a:lnTo>
                  <a:pt x="684288" y="173723"/>
                </a:lnTo>
                <a:lnTo>
                  <a:pt x="680859" y="226872"/>
                </a:lnTo>
                <a:lnTo>
                  <a:pt x="675144" y="274307"/>
                </a:lnTo>
                <a:lnTo>
                  <a:pt x="653059" y="317169"/>
                </a:lnTo>
                <a:lnTo>
                  <a:pt x="641616" y="320027"/>
                </a:lnTo>
                <a:lnTo>
                  <a:pt x="629348" y="319481"/>
                </a:lnTo>
                <a:lnTo>
                  <a:pt x="615518" y="317931"/>
                </a:lnTo>
                <a:lnTo>
                  <a:pt x="600252" y="315531"/>
                </a:lnTo>
                <a:lnTo>
                  <a:pt x="583704" y="312407"/>
                </a:lnTo>
                <a:lnTo>
                  <a:pt x="582180" y="320027"/>
                </a:lnTo>
                <a:lnTo>
                  <a:pt x="605040" y="328079"/>
                </a:lnTo>
                <a:lnTo>
                  <a:pt x="621042" y="336410"/>
                </a:lnTo>
                <a:lnTo>
                  <a:pt x="630186" y="345325"/>
                </a:lnTo>
                <a:lnTo>
                  <a:pt x="632472" y="355092"/>
                </a:lnTo>
                <a:lnTo>
                  <a:pt x="645350" y="351320"/>
                </a:lnTo>
                <a:lnTo>
                  <a:pt x="682574" y="325158"/>
                </a:lnTo>
                <a:lnTo>
                  <a:pt x="685215" y="320027"/>
                </a:lnTo>
                <a:lnTo>
                  <a:pt x="688860" y="312978"/>
                </a:lnTo>
                <a:lnTo>
                  <a:pt x="700290" y="255663"/>
                </a:lnTo>
                <a:lnTo>
                  <a:pt x="704862" y="205994"/>
                </a:lnTo>
                <a:lnTo>
                  <a:pt x="707148" y="178295"/>
                </a:lnTo>
                <a:lnTo>
                  <a:pt x="712292" y="173723"/>
                </a:lnTo>
                <a:lnTo>
                  <a:pt x="720864" y="166103"/>
                </a:lnTo>
                <a:lnTo>
                  <a:pt x="718743" y="164579"/>
                </a:lnTo>
                <a:lnTo>
                  <a:pt x="693432" y="146291"/>
                </a:lnTo>
                <a:lnTo>
                  <a:pt x="681240" y="164579"/>
                </a:lnTo>
                <a:lnTo>
                  <a:pt x="499884" y="164579"/>
                </a:lnTo>
                <a:lnTo>
                  <a:pt x="504456" y="92951"/>
                </a:lnTo>
                <a:lnTo>
                  <a:pt x="733056" y="9295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" name="object 47"/>
          <p:cNvSpPr/>
          <p:nvPr/>
        </p:nvSpPr>
        <p:spPr>
          <a:xfrm>
            <a:off x="2535936" y="4515611"/>
            <a:ext cx="332740" cy="342900"/>
          </a:xfrm>
          <a:custGeom>
            <a:avLst/>
            <a:gdLst/>
            <a:ahLst/>
            <a:cxnLst/>
            <a:rect l="l" t="t" r="r" b="b"/>
            <a:pathLst>
              <a:path w="332739" h="342900">
                <a:moveTo>
                  <a:pt x="132588" y="172212"/>
                </a:moveTo>
                <a:lnTo>
                  <a:pt x="128016" y="169164"/>
                </a:lnTo>
                <a:lnTo>
                  <a:pt x="142303" y="147137"/>
                </a:lnTo>
                <a:lnTo>
                  <a:pt x="155448" y="124396"/>
                </a:lnTo>
                <a:lnTo>
                  <a:pt x="178308" y="76200"/>
                </a:lnTo>
                <a:lnTo>
                  <a:pt x="194500" y="32956"/>
                </a:lnTo>
                <a:lnTo>
                  <a:pt x="202692" y="0"/>
                </a:lnTo>
                <a:lnTo>
                  <a:pt x="236220" y="18288"/>
                </a:lnTo>
                <a:lnTo>
                  <a:pt x="224028" y="25908"/>
                </a:lnTo>
                <a:lnTo>
                  <a:pt x="217146" y="40767"/>
                </a:lnTo>
                <a:lnTo>
                  <a:pt x="210121" y="55626"/>
                </a:lnTo>
                <a:lnTo>
                  <a:pt x="202811" y="70485"/>
                </a:lnTo>
                <a:lnTo>
                  <a:pt x="195072" y="85344"/>
                </a:lnTo>
                <a:lnTo>
                  <a:pt x="330073" y="85344"/>
                </a:lnTo>
                <a:lnTo>
                  <a:pt x="332232" y="86868"/>
                </a:lnTo>
                <a:lnTo>
                  <a:pt x="323523" y="94488"/>
                </a:lnTo>
                <a:lnTo>
                  <a:pt x="192024" y="94488"/>
                </a:lnTo>
                <a:lnTo>
                  <a:pt x="177165" y="117348"/>
                </a:lnTo>
                <a:lnTo>
                  <a:pt x="162306" y="137922"/>
                </a:lnTo>
                <a:lnTo>
                  <a:pt x="147447" y="156210"/>
                </a:lnTo>
                <a:lnTo>
                  <a:pt x="132588" y="172212"/>
                </a:lnTo>
                <a:close/>
              </a:path>
              <a:path w="332739" h="342900">
                <a:moveTo>
                  <a:pt x="16764" y="163068"/>
                </a:moveTo>
                <a:lnTo>
                  <a:pt x="0" y="135636"/>
                </a:lnTo>
                <a:lnTo>
                  <a:pt x="9167" y="130563"/>
                </a:lnTo>
                <a:lnTo>
                  <a:pt x="18478" y="120205"/>
                </a:lnTo>
                <a:lnTo>
                  <a:pt x="38100" y="85344"/>
                </a:lnTo>
                <a:lnTo>
                  <a:pt x="54102" y="41719"/>
                </a:lnTo>
                <a:lnTo>
                  <a:pt x="65532" y="1524"/>
                </a:lnTo>
                <a:lnTo>
                  <a:pt x="97536" y="18288"/>
                </a:lnTo>
                <a:lnTo>
                  <a:pt x="88701" y="28884"/>
                </a:lnTo>
                <a:lnTo>
                  <a:pt x="80581" y="40195"/>
                </a:lnTo>
                <a:lnTo>
                  <a:pt x="73318" y="52363"/>
                </a:lnTo>
                <a:lnTo>
                  <a:pt x="67056" y="65532"/>
                </a:lnTo>
                <a:lnTo>
                  <a:pt x="59102" y="80343"/>
                </a:lnTo>
                <a:lnTo>
                  <a:pt x="49149" y="97155"/>
                </a:lnTo>
                <a:lnTo>
                  <a:pt x="37434" y="115752"/>
                </a:lnTo>
                <a:lnTo>
                  <a:pt x="24384" y="135636"/>
                </a:lnTo>
                <a:lnTo>
                  <a:pt x="110532" y="135636"/>
                </a:lnTo>
                <a:lnTo>
                  <a:pt x="108288" y="138684"/>
                </a:lnTo>
                <a:lnTo>
                  <a:pt x="86868" y="138684"/>
                </a:lnTo>
                <a:lnTo>
                  <a:pt x="66675" y="143256"/>
                </a:lnTo>
                <a:lnTo>
                  <a:pt x="23907" y="158543"/>
                </a:lnTo>
                <a:lnTo>
                  <a:pt x="16764" y="163068"/>
                </a:lnTo>
                <a:close/>
              </a:path>
              <a:path w="332739" h="342900">
                <a:moveTo>
                  <a:pt x="110532" y="135636"/>
                </a:moveTo>
                <a:lnTo>
                  <a:pt x="24384" y="135636"/>
                </a:lnTo>
                <a:lnTo>
                  <a:pt x="92964" y="129540"/>
                </a:lnTo>
                <a:lnTo>
                  <a:pt x="100965" y="115228"/>
                </a:lnTo>
                <a:lnTo>
                  <a:pt x="108966" y="99631"/>
                </a:lnTo>
                <a:lnTo>
                  <a:pt x="116967" y="82605"/>
                </a:lnTo>
                <a:lnTo>
                  <a:pt x="124968" y="64008"/>
                </a:lnTo>
                <a:lnTo>
                  <a:pt x="153924" y="83820"/>
                </a:lnTo>
                <a:lnTo>
                  <a:pt x="145351" y="91225"/>
                </a:lnTo>
                <a:lnTo>
                  <a:pt x="135636" y="101917"/>
                </a:lnTo>
                <a:lnTo>
                  <a:pt x="124777" y="115752"/>
                </a:lnTo>
                <a:lnTo>
                  <a:pt x="112776" y="132588"/>
                </a:lnTo>
                <a:lnTo>
                  <a:pt x="110532" y="135636"/>
                </a:lnTo>
                <a:close/>
              </a:path>
              <a:path w="332739" h="342900">
                <a:moveTo>
                  <a:pt x="330073" y="85344"/>
                </a:moveTo>
                <a:lnTo>
                  <a:pt x="295656" y="85344"/>
                </a:lnTo>
                <a:lnTo>
                  <a:pt x="306324" y="68580"/>
                </a:lnTo>
                <a:lnTo>
                  <a:pt x="330073" y="85344"/>
                </a:lnTo>
                <a:close/>
              </a:path>
              <a:path w="332739" h="342900">
                <a:moveTo>
                  <a:pt x="310188" y="304800"/>
                </a:moveTo>
                <a:lnTo>
                  <a:pt x="278892" y="304800"/>
                </a:lnTo>
                <a:lnTo>
                  <a:pt x="284059" y="302228"/>
                </a:lnTo>
                <a:lnTo>
                  <a:pt x="288226" y="296799"/>
                </a:lnTo>
                <a:lnTo>
                  <a:pt x="296132" y="256508"/>
                </a:lnTo>
                <a:lnTo>
                  <a:pt x="298353" y="169164"/>
                </a:lnTo>
                <a:lnTo>
                  <a:pt x="298704" y="94488"/>
                </a:lnTo>
                <a:lnTo>
                  <a:pt x="323523" y="94488"/>
                </a:lnTo>
                <a:lnTo>
                  <a:pt x="320040" y="97536"/>
                </a:lnTo>
                <a:lnTo>
                  <a:pt x="319798" y="137922"/>
                </a:lnTo>
                <a:lnTo>
                  <a:pt x="319675" y="147137"/>
                </a:lnTo>
                <a:lnTo>
                  <a:pt x="318119" y="216408"/>
                </a:lnTo>
                <a:lnTo>
                  <a:pt x="315896" y="275272"/>
                </a:lnTo>
                <a:lnTo>
                  <a:pt x="312801" y="296418"/>
                </a:lnTo>
                <a:lnTo>
                  <a:pt x="310188" y="304800"/>
                </a:lnTo>
                <a:close/>
              </a:path>
              <a:path w="332739" h="342900">
                <a:moveTo>
                  <a:pt x="21336" y="263652"/>
                </a:moveTo>
                <a:lnTo>
                  <a:pt x="1524" y="233172"/>
                </a:lnTo>
                <a:lnTo>
                  <a:pt x="6429" y="231171"/>
                </a:lnTo>
                <a:lnTo>
                  <a:pt x="12192" y="227457"/>
                </a:lnTo>
                <a:lnTo>
                  <a:pt x="50292" y="187642"/>
                </a:lnTo>
                <a:lnTo>
                  <a:pt x="86868" y="138684"/>
                </a:lnTo>
                <a:lnTo>
                  <a:pt x="108288" y="138684"/>
                </a:lnTo>
                <a:lnTo>
                  <a:pt x="97631" y="153162"/>
                </a:lnTo>
                <a:lnTo>
                  <a:pt x="79629" y="176022"/>
                </a:lnTo>
                <a:lnTo>
                  <a:pt x="58769" y="201168"/>
                </a:lnTo>
                <a:lnTo>
                  <a:pt x="35052" y="228600"/>
                </a:lnTo>
                <a:lnTo>
                  <a:pt x="94384" y="228600"/>
                </a:lnTo>
                <a:lnTo>
                  <a:pt x="55411" y="242649"/>
                </a:lnTo>
                <a:lnTo>
                  <a:pt x="31932" y="255317"/>
                </a:lnTo>
                <a:lnTo>
                  <a:pt x="21336" y="263652"/>
                </a:lnTo>
                <a:close/>
              </a:path>
              <a:path w="332739" h="342900">
                <a:moveTo>
                  <a:pt x="225552" y="233172"/>
                </a:moveTo>
                <a:lnTo>
                  <a:pt x="219456" y="233172"/>
                </a:lnTo>
                <a:lnTo>
                  <a:pt x="214884" y="227076"/>
                </a:lnTo>
                <a:lnTo>
                  <a:pt x="211836" y="216408"/>
                </a:lnTo>
                <a:lnTo>
                  <a:pt x="207883" y="203858"/>
                </a:lnTo>
                <a:lnTo>
                  <a:pt x="200787" y="189166"/>
                </a:lnTo>
                <a:lnTo>
                  <a:pt x="190833" y="172473"/>
                </a:lnTo>
                <a:lnTo>
                  <a:pt x="178308" y="153924"/>
                </a:lnTo>
                <a:lnTo>
                  <a:pt x="182880" y="150876"/>
                </a:lnTo>
                <a:lnTo>
                  <a:pt x="223266" y="182689"/>
                </a:lnTo>
                <a:lnTo>
                  <a:pt x="236220" y="214884"/>
                </a:lnTo>
                <a:lnTo>
                  <a:pt x="234696" y="222504"/>
                </a:lnTo>
                <a:lnTo>
                  <a:pt x="231648" y="227076"/>
                </a:lnTo>
                <a:lnTo>
                  <a:pt x="227076" y="230124"/>
                </a:lnTo>
                <a:lnTo>
                  <a:pt x="225552" y="233172"/>
                </a:lnTo>
                <a:close/>
              </a:path>
              <a:path w="332739" h="342900">
                <a:moveTo>
                  <a:pt x="94384" y="228600"/>
                </a:moveTo>
                <a:lnTo>
                  <a:pt x="35052" y="228600"/>
                </a:lnTo>
                <a:lnTo>
                  <a:pt x="143256" y="205740"/>
                </a:lnTo>
                <a:lnTo>
                  <a:pt x="144780" y="211836"/>
                </a:lnTo>
                <a:lnTo>
                  <a:pt x="121086" y="219527"/>
                </a:lnTo>
                <a:lnTo>
                  <a:pt x="100393" y="226504"/>
                </a:lnTo>
                <a:lnTo>
                  <a:pt x="94384" y="228600"/>
                </a:lnTo>
                <a:close/>
              </a:path>
              <a:path w="332739" h="342900">
                <a:moveTo>
                  <a:pt x="22860" y="336804"/>
                </a:moveTo>
                <a:lnTo>
                  <a:pt x="3048" y="306324"/>
                </a:lnTo>
                <a:lnTo>
                  <a:pt x="36456" y="298632"/>
                </a:lnTo>
                <a:lnTo>
                  <a:pt x="72580" y="289369"/>
                </a:lnTo>
                <a:lnTo>
                  <a:pt x="111275" y="278677"/>
                </a:lnTo>
                <a:lnTo>
                  <a:pt x="152400" y="266700"/>
                </a:lnTo>
                <a:lnTo>
                  <a:pt x="153924" y="272796"/>
                </a:lnTo>
                <a:lnTo>
                  <a:pt x="95631" y="295275"/>
                </a:lnTo>
                <a:lnTo>
                  <a:pt x="57912" y="310895"/>
                </a:lnTo>
                <a:lnTo>
                  <a:pt x="28551" y="330184"/>
                </a:lnTo>
                <a:lnTo>
                  <a:pt x="22860" y="336804"/>
                </a:lnTo>
                <a:close/>
              </a:path>
              <a:path w="332739" h="342900">
                <a:moveTo>
                  <a:pt x="265176" y="342900"/>
                </a:moveTo>
                <a:lnTo>
                  <a:pt x="261747" y="331446"/>
                </a:lnTo>
                <a:lnTo>
                  <a:pt x="251460" y="322135"/>
                </a:lnTo>
                <a:lnTo>
                  <a:pt x="234315" y="314825"/>
                </a:lnTo>
                <a:lnTo>
                  <a:pt x="210312" y="309371"/>
                </a:lnTo>
                <a:lnTo>
                  <a:pt x="210312" y="303276"/>
                </a:lnTo>
                <a:lnTo>
                  <a:pt x="236029" y="304157"/>
                </a:lnTo>
                <a:lnTo>
                  <a:pt x="256032" y="304609"/>
                </a:lnTo>
                <a:lnTo>
                  <a:pt x="310188" y="304800"/>
                </a:lnTo>
                <a:lnTo>
                  <a:pt x="307990" y="311848"/>
                </a:lnTo>
                <a:lnTo>
                  <a:pt x="301752" y="321564"/>
                </a:lnTo>
                <a:lnTo>
                  <a:pt x="294322" y="328755"/>
                </a:lnTo>
                <a:lnTo>
                  <a:pt x="285750" y="334518"/>
                </a:lnTo>
                <a:lnTo>
                  <a:pt x="276034" y="339137"/>
                </a:lnTo>
                <a:lnTo>
                  <a:pt x="265176" y="34290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" name="object 48"/>
          <p:cNvSpPr/>
          <p:nvPr/>
        </p:nvSpPr>
        <p:spPr>
          <a:xfrm>
            <a:off x="2915411" y="4506467"/>
            <a:ext cx="361315" cy="364490"/>
          </a:xfrm>
          <a:custGeom>
            <a:avLst/>
            <a:gdLst/>
            <a:ahLst/>
            <a:cxnLst/>
            <a:rect l="l" t="t" r="r" b="b"/>
            <a:pathLst>
              <a:path w="361314" h="364489">
                <a:moveTo>
                  <a:pt x="4572" y="196596"/>
                </a:moveTo>
                <a:lnTo>
                  <a:pt x="0" y="192024"/>
                </a:lnTo>
                <a:lnTo>
                  <a:pt x="25979" y="176617"/>
                </a:lnTo>
                <a:lnTo>
                  <a:pt x="51244" y="157924"/>
                </a:lnTo>
                <a:lnTo>
                  <a:pt x="99060" y="111252"/>
                </a:lnTo>
                <a:lnTo>
                  <a:pt x="139065" y="56769"/>
                </a:lnTo>
                <a:lnTo>
                  <a:pt x="167640" y="0"/>
                </a:lnTo>
                <a:lnTo>
                  <a:pt x="199644" y="22860"/>
                </a:lnTo>
                <a:lnTo>
                  <a:pt x="184404" y="32004"/>
                </a:lnTo>
                <a:lnTo>
                  <a:pt x="189849" y="39624"/>
                </a:lnTo>
                <a:lnTo>
                  <a:pt x="178308" y="39624"/>
                </a:lnTo>
                <a:lnTo>
                  <a:pt x="144399" y="86296"/>
                </a:lnTo>
                <a:lnTo>
                  <a:pt x="103632" y="129540"/>
                </a:lnTo>
                <a:lnTo>
                  <a:pt x="57531" y="165925"/>
                </a:lnTo>
                <a:lnTo>
                  <a:pt x="32051" y="182046"/>
                </a:lnTo>
                <a:lnTo>
                  <a:pt x="4572" y="196596"/>
                </a:lnTo>
                <a:close/>
              </a:path>
              <a:path w="361314" h="364489">
                <a:moveTo>
                  <a:pt x="327660" y="170688"/>
                </a:moveTo>
                <a:lnTo>
                  <a:pt x="291465" y="153733"/>
                </a:lnTo>
                <a:lnTo>
                  <a:pt x="252984" y="126492"/>
                </a:lnTo>
                <a:lnTo>
                  <a:pt x="213931" y="88201"/>
                </a:lnTo>
                <a:lnTo>
                  <a:pt x="178308" y="39624"/>
                </a:lnTo>
                <a:lnTo>
                  <a:pt x="189849" y="39624"/>
                </a:lnTo>
                <a:lnTo>
                  <a:pt x="197286" y="50030"/>
                </a:lnTo>
                <a:lnTo>
                  <a:pt x="213169" y="67627"/>
                </a:lnTo>
                <a:lnTo>
                  <a:pt x="254508" y="102108"/>
                </a:lnTo>
                <a:lnTo>
                  <a:pt x="304419" y="129730"/>
                </a:lnTo>
                <a:lnTo>
                  <a:pt x="361188" y="144780"/>
                </a:lnTo>
                <a:lnTo>
                  <a:pt x="361188" y="150876"/>
                </a:lnTo>
                <a:lnTo>
                  <a:pt x="348876" y="153757"/>
                </a:lnTo>
                <a:lnTo>
                  <a:pt x="339280" y="157924"/>
                </a:lnTo>
                <a:lnTo>
                  <a:pt x="332255" y="163520"/>
                </a:lnTo>
                <a:lnTo>
                  <a:pt x="327660" y="170688"/>
                </a:lnTo>
                <a:close/>
              </a:path>
              <a:path w="361314" h="364489">
                <a:moveTo>
                  <a:pt x="97536" y="163068"/>
                </a:moveTo>
                <a:lnTo>
                  <a:pt x="83820" y="149352"/>
                </a:lnTo>
                <a:lnTo>
                  <a:pt x="222504" y="149352"/>
                </a:lnTo>
                <a:lnTo>
                  <a:pt x="240792" y="131064"/>
                </a:lnTo>
                <a:lnTo>
                  <a:pt x="268224" y="158496"/>
                </a:lnTo>
                <a:lnTo>
                  <a:pt x="132588" y="158496"/>
                </a:lnTo>
                <a:lnTo>
                  <a:pt x="123467" y="158781"/>
                </a:lnTo>
                <a:lnTo>
                  <a:pt x="114490" y="159639"/>
                </a:lnTo>
                <a:lnTo>
                  <a:pt x="105798" y="161067"/>
                </a:lnTo>
                <a:lnTo>
                  <a:pt x="97536" y="163068"/>
                </a:lnTo>
                <a:close/>
              </a:path>
              <a:path w="361314" h="364489">
                <a:moveTo>
                  <a:pt x="39624" y="230124"/>
                </a:moveTo>
                <a:lnTo>
                  <a:pt x="24384" y="216408"/>
                </a:lnTo>
                <a:lnTo>
                  <a:pt x="289560" y="216408"/>
                </a:lnTo>
                <a:lnTo>
                  <a:pt x="310896" y="193548"/>
                </a:lnTo>
                <a:lnTo>
                  <a:pt x="341376" y="225552"/>
                </a:lnTo>
                <a:lnTo>
                  <a:pt x="76200" y="225552"/>
                </a:lnTo>
                <a:lnTo>
                  <a:pt x="66198" y="225837"/>
                </a:lnTo>
                <a:lnTo>
                  <a:pt x="56769" y="226695"/>
                </a:lnTo>
                <a:lnTo>
                  <a:pt x="47910" y="228123"/>
                </a:lnTo>
                <a:lnTo>
                  <a:pt x="39624" y="230124"/>
                </a:lnTo>
                <a:close/>
              </a:path>
              <a:path w="361314" h="364489">
                <a:moveTo>
                  <a:pt x="71628" y="359664"/>
                </a:moveTo>
                <a:lnTo>
                  <a:pt x="56388" y="329184"/>
                </a:lnTo>
                <a:lnTo>
                  <a:pt x="68151" y="324612"/>
                </a:lnTo>
                <a:lnTo>
                  <a:pt x="80795" y="315444"/>
                </a:lnTo>
                <a:lnTo>
                  <a:pt x="109728" y="283464"/>
                </a:lnTo>
                <a:lnTo>
                  <a:pt x="133731" y="249364"/>
                </a:lnTo>
                <a:lnTo>
                  <a:pt x="146304" y="225552"/>
                </a:lnTo>
                <a:lnTo>
                  <a:pt x="161544" y="225552"/>
                </a:lnTo>
                <a:lnTo>
                  <a:pt x="182880" y="240792"/>
                </a:lnTo>
                <a:lnTo>
                  <a:pt x="169164" y="245364"/>
                </a:lnTo>
                <a:lnTo>
                  <a:pt x="144018" y="273677"/>
                </a:lnTo>
                <a:lnTo>
                  <a:pt x="121158" y="296989"/>
                </a:lnTo>
                <a:lnTo>
                  <a:pt x="100552" y="315468"/>
                </a:lnTo>
                <a:lnTo>
                  <a:pt x="82296" y="329184"/>
                </a:lnTo>
                <a:lnTo>
                  <a:pt x="303467" y="329184"/>
                </a:lnTo>
                <a:lnTo>
                  <a:pt x="304193" y="330708"/>
                </a:lnTo>
                <a:lnTo>
                  <a:pt x="269748" y="330708"/>
                </a:lnTo>
                <a:lnTo>
                  <a:pt x="200025" y="337566"/>
                </a:lnTo>
                <a:lnTo>
                  <a:pt x="141732" y="344424"/>
                </a:lnTo>
                <a:lnTo>
                  <a:pt x="96964" y="352044"/>
                </a:lnTo>
                <a:lnTo>
                  <a:pt x="81938" y="355996"/>
                </a:lnTo>
                <a:lnTo>
                  <a:pt x="71628" y="359664"/>
                </a:lnTo>
                <a:close/>
              </a:path>
              <a:path w="361314" h="364489">
                <a:moveTo>
                  <a:pt x="303467" y="329184"/>
                </a:moveTo>
                <a:lnTo>
                  <a:pt x="82296" y="329184"/>
                </a:lnTo>
                <a:lnTo>
                  <a:pt x="263651" y="323088"/>
                </a:lnTo>
                <a:lnTo>
                  <a:pt x="252507" y="309348"/>
                </a:lnTo>
                <a:lnTo>
                  <a:pt x="239649" y="295465"/>
                </a:lnTo>
                <a:lnTo>
                  <a:pt x="225075" y="281297"/>
                </a:lnTo>
                <a:lnTo>
                  <a:pt x="208788" y="266700"/>
                </a:lnTo>
                <a:lnTo>
                  <a:pt x="213360" y="262128"/>
                </a:lnTo>
                <a:lnTo>
                  <a:pt x="257937" y="288607"/>
                </a:lnTo>
                <a:lnTo>
                  <a:pt x="295394" y="317349"/>
                </a:lnTo>
                <a:lnTo>
                  <a:pt x="301561" y="325183"/>
                </a:lnTo>
                <a:lnTo>
                  <a:pt x="303467" y="329184"/>
                </a:lnTo>
                <a:close/>
              </a:path>
              <a:path w="361314" h="364489">
                <a:moveTo>
                  <a:pt x="295656" y="364236"/>
                </a:moveTo>
                <a:lnTo>
                  <a:pt x="291084" y="364236"/>
                </a:lnTo>
                <a:lnTo>
                  <a:pt x="289560" y="362712"/>
                </a:lnTo>
                <a:lnTo>
                  <a:pt x="286512" y="358140"/>
                </a:lnTo>
                <a:lnTo>
                  <a:pt x="283622" y="352044"/>
                </a:lnTo>
                <a:lnTo>
                  <a:pt x="279844" y="345567"/>
                </a:lnTo>
                <a:lnTo>
                  <a:pt x="275153" y="338423"/>
                </a:lnTo>
                <a:lnTo>
                  <a:pt x="269748" y="330708"/>
                </a:lnTo>
                <a:lnTo>
                  <a:pt x="304193" y="330708"/>
                </a:lnTo>
                <a:lnTo>
                  <a:pt x="305157" y="332732"/>
                </a:lnTo>
                <a:lnTo>
                  <a:pt x="306324" y="339852"/>
                </a:lnTo>
                <a:lnTo>
                  <a:pt x="306324" y="342900"/>
                </a:lnTo>
                <a:lnTo>
                  <a:pt x="304800" y="348996"/>
                </a:lnTo>
                <a:lnTo>
                  <a:pt x="301751" y="355092"/>
                </a:lnTo>
                <a:lnTo>
                  <a:pt x="297180" y="361188"/>
                </a:lnTo>
                <a:lnTo>
                  <a:pt x="295656" y="36423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" name="object 49"/>
          <p:cNvSpPr/>
          <p:nvPr/>
        </p:nvSpPr>
        <p:spPr>
          <a:xfrm>
            <a:off x="3340595" y="4507991"/>
            <a:ext cx="2677795" cy="361315"/>
          </a:xfrm>
          <a:custGeom>
            <a:avLst/>
            <a:gdLst/>
            <a:ahLst/>
            <a:cxnLst/>
            <a:rect l="l" t="t" r="r" b="b"/>
            <a:pathLst>
              <a:path w="2677795" h="361314">
                <a:moveTo>
                  <a:pt x="137160" y="88392"/>
                </a:moveTo>
                <a:lnTo>
                  <a:pt x="129540" y="80772"/>
                </a:lnTo>
                <a:lnTo>
                  <a:pt x="114300" y="65532"/>
                </a:lnTo>
                <a:lnTo>
                  <a:pt x="102108" y="77724"/>
                </a:lnTo>
                <a:lnTo>
                  <a:pt x="102108" y="89916"/>
                </a:lnTo>
                <a:lnTo>
                  <a:pt x="102108" y="187452"/>
                </a:lnTo>
                <a:lnTo>
                  <a:pt x="102108" y="196596"/>
                </a:lnTo>
                <a:lnTo>
                  <a:pt x="102108" y="304800"/>
                </a:lnTo>
                <a:lnTo>
                  <a:pt x="21336" y="304800"/>
                </a:lnTo>
                <a:lnTo>
                  <a:pt x="21336" y="196596"/>
                </a:lnTo>
                <a:lnTo>
                  <a:pt x="102108" y="196596"/>
                </a:lnTo>
                <a:lnTo>
                  <a:pt x="102108" y="187452"/>
                </a:lnTo>
                <a:lnTo>
                  <a:pt x="21336" y="187452"/>
                </a:lnTo>
                <a:lnTo>
                  <a:pt x="21336" y="89916"/>
                </a:lnTo>
                <a:lnTo>
                  <a:pt x="102108" y="89916"/>
                </a:lnTo>
                <a:lnTo>
                  <a:pt x="102108" y="77724"/>
                </a:lnTo>
                <a:lnTo>
                  <a:pt x="99060" y="80772"/>
                </a:lnTo>
                <a:lnTo>
                  <a:pt x="47244" y="80772"/>
                </a:lnTo>
                <a:lnTo>
                  <a:pt x="60134" y="57111"/>
                </a:lnTo>
                <a:lnTo>
                  <a:pt x="71437" y="38862"/>
                </a:lnTo>
                <a:lnTo>
                  <a:pt x="81330" y="26339"/>
                </a:lnTo>
                <a:lnTo>
                  <a:pt x="89916" y="19812"/>
                </a:lnTo>
                <a:lnTo>
                  <a:pt x="54864" y="1524"/>
                </a:lnTo>
                <a:lnTo>
                  <a:pt x="53746" y="16700"/>
                </a:lnTo>
                <a:lnTo>
                  <a:pt x="50482" y="34861"/>
                </a:lnTo>
                <a:lnTo>
                  <a:pt x="45224" y="56184"/>
                </a:lnTo>
                <a:lnTo>
                  <a:pt x="38100" y="80772"/>
                </a:lnTo>
                <a:lnTo>
                  <a:pt x="22860" y="80772"/>
                </a:lnTo>
                <a:lnTo>
                  <a:pt x="0" y="67056"/>
                </a:lnTo>
                <a:lnTo>
                  <a:pt x="889" y="102489"/>
                </a:lnTo>
                <a:lnTo>
                  <a:pt x="1308" y="135826"/>
                </a:lnTo>
                <a:lnTo>
                  <a:pt x="1435" y="156972"/>
                </a:lnTo>
                <a:lnTo>
                  <a:pt x="1333" y="279844"/>
                </a:lnTo>
                <a:lnTo>
                  <a:pt x="939" y="311848"/>
                </a:lnTo>
                <a:lnTo>
                  <a:pt x="825" y="318516"/>
                </a:lnTo>
                <a:lnTo>
                  <a:pt x="0" y="352044"/>
                </a:lnTo>
                <a:lnTo>
                  <a:pt x="21336" y="339852"/>
                </a:lnTo>
                <a:lnTo>
                  <a:pt x="21336" y="313944"/>
                </a:lnTo>
                <a:lnTo>
                  <a:pt x="102108" y="313944"/>
                </a:lnTo>
                <a:lnTo>
                  <a:pt x="102108" y="345948"/>
                </a:lnTo>
                <a:lnTo>
                  <a:pt x="123444" y="333756"/>
                </a:lnTo>
                <a:lnTo>
                  <a:pt x="122897" y="313944"/>
                </a:lnTo>
                <a:lnTo>
                  <a:pt x="122707" y="306870"/>
                </a:lnTo>
                <a:lnTo>
                  <a:pt x="122682" y="304800"/>
                </a:lnTo>
                <a:lnTo>
                  <a:pt x="122250" y="270014"/>
                </a:lnTo>
                <a:lnTo>
                  <a:pt x="122123" y="244246"/>
                </a:lnTo>
                <a:lnTo>
                  <a:pt x="121983" y="196596"/>
                </a:lnTo>
                <a:lnTo>
                  <a:pt x="121970" y="187452"/>
                </a:lnTo>
                <a:lnTo>
                  <a:pt x="121920" y="99060"/>
                </a:lnTo>
                <a:lnTo>
                  <a:pt x="134988" y="89916"/>
                </a:lnTo>
                <a:lnTo>
                  <a:pt x="137160" y="88392"/>
                </a:lnTo>
                <a:close/>
              </a:path>
              <a:path w="2677795" h="361314">
                <a:moveTo>
                  <a:pt x="217932" y="208788"/>
                </a:moveTo>
                <a:lnTo>
                  <a:pt x="185483" y="165265"/>
                </a:lnTo>
                <a:lnTo>
                  <a:pt x="169164" y="152400"/>
                </a:lnTo>
                <a:lnTo>
                  <a:pt x="166116" y="156972"/>
                </a:lnTo>
                <a:lnTo>
                  <a:pt x="175552" y="171856"/>
                </a:lnTo>
                <a:lnTo>
                  <a:pt x="183261" y="186880"/>
                </a:lnTo>
                <a:lnTo>
                  <a:pt x="189268" y="202196"/>
                </a:lnTo>
                <a:lnTo>
                  <a:pt x="193548" y="217932"/>
                </a:lnTo>
                <a:lnTo>
                  <a:pt x="195072" y="231648"/>
                </a:lnTo>
                <a:lnTo>
                  <a:pt x="198120" y="239268"/>
                </a:lnTo>
                <a:lnTo>
                  <a:pt x="204216" y="239268"/>
                </a:lnTo>
                <a:lnTo>
                  <a:pt x="211836" y="231648"/>
                </a:lnTo>
                <a:lnTo>
                  <a:pt x="216408" y="225552"/>
                </a:lnTo>
                <a:lnTo>
                  <a:pt x="217932" y="219456"/>
                </a:lnTo>
                <a:lnTo>
                  <a:pt x="217932" y="208788"/>
                </a:lnTo>
                <a:close/>
              </a:path>
              <a:path w="2677795" h="361314">
                <a:moveTo>
                  <a:pt x="313944" y="91440"/>
                </a:moveTo>
                <a:lnTo>
                  <a:pt x="307848" y="85344"/>
                </a:lnTo>
                <a:lnTo>
                  <a:pt x="291084" y="68580"/>
                </a:lnTo>
                <a:lnTo>
                  <a:pt x="274320" y="85344"/>
                </a:lnTo>
                <a:lnTo>
                  <a:pt x="192024" y="85344"/>
                </a:lnTo>
                <a:lnTo>
                  <a:pt x="203987" y="60794"/>
                </a:lnTo>
                <a:lnTo>
                  <a:pt x="214503" y="42100"/>
                </a:lnTo>
                <a:lnTo>
                  <a:pt x="223316" y="29413"/>
                </a:lnTo>
                <a:lnTo>
                  <a:pt x="230124" y="22860"/>
                </a:lnTo>
                <a:lnTo>
                  <a:pt x="196596" y="3048"/>
                </a:lnTo>
                <a:lnTo>
                  <a:pt x="186309" y="41148"/>
                </a:lnTo>
                <a:lnTo>
                  <a:pt x="173736" y="79248"/>
                </a:lnTo>
                <a:lnTo>
                  <a:pt x="154114" y="120396"/>
                </a:lnTo>
                <a:lnTo>
                  <a:pt x="126492" y="166116"/>
                </a:lnTo>
                <a:lnTo>
                  <a:pt x="131064" y="169164"/>
                </a:lnTo>
                <a:lnTo>
                  <a:pt x="145910" y="153428"/>
                </a:lnTo>
                <a:lnTo>
                  <a:pt x="160591" y="135826"/>
                </a:lnTo>
                <a:lnTo>
                  <a:pt x="175006" y="116230"/>
                </a:lnTo>
                <a:lnTo>
                  <a:pt x="188976" y="94488"/>
                </a:lnTo>
                <a:lnTo>
                  <a:pt x="277368" y="94488"/>
                </a:lnTo>
                <a:lnTo>
                  <a:pt x="275971" y="171856"/>
                </a:lnTo>
                <a:lnTo>
                  <a:pt x="274320" y="229552"/>
                </a:lnTo>
                <a:lnTo>
                  <a:pt x="272656" y="270014"/>
                </a:lnTo>
                <a:lnTo>
                  <a:pt x="263461" y="311848"/>
                </a:lnTo>
                <a:lnTo>
                  <a:pt x="249936" y="318516"/>
                </a:lnTo>
                <a:lnTo>
                  <a:pt x="240512" y="317969"/>
                </a:lnTo>
                <a:lnTo>
                  <a:pt x="228219" y="316420"/>
                </a:lnTo>
                <a:lnTo>
                  <a:pt x="213080" y="314020"/>
                </a:lnTo>
                <a:lnTo>
                  <a:pt x="195072" y="310896"/>
                </a:lnTo>
                <a:lnTo>
                  <a:pt x="195072" y="318516"/>
                </a:lnTo>
                <a:lnTo>
                  <a:pt x="214503" y="325094"/>
                </a:lnTo>
                <a:lnTo>
                  <a:pt x="229362" y="333375"/>
                </a:lnTo>
                <a:lnTo>
                  <a:pt x="239649" y="343382"/>
                </a:lnTo>
                <a:lnTo>
                  <a:pt x="245364" y="355092"/>
                </a:lnTo>
                <a:lnTo>
                  <a:pt x="255079" y="351409"/>
                </a:lnTo>
                <a:lnTo>
                  <a:pt x="285559" y="325564"/>
                </a:lnTo>
                <a:lnTo>
                  <a:pt x="288290" y="318516"/>
                </a:lnTo>
                <a:lnTo>
                  <a:pt x="289166" y="316255"/>
                </a:lnTo>
                <a:lnTo>
                  <a:pt x="296989" y="242887"/>
                </a:lnTo>
                <a:lnTo>
                  <a:pt x="298831" y="182435"/>
                </a:lnTo>
                <a:lnTo>
                  <a:pt x="300228" y="102108"/>
                </a:lnTo>
                <a:lnTo>
                  <a:pt x="310032" y="94488"/>
                </a:lnTo>
                <a:lnTo>
                  <a:pt x="313944" y="91440"/>
                </a:lnTo>
                <a:close/>
              </a:path>
              <a:path w="2677795" h="361314">
                <a:moveTo>
                  <a:pt x="527316" y="67056"/>
                </a:moveTo>
                <a:lnTo>
                  <a:pt x="501408" y="45720"/>
                </a:lnTo>
                <a:lnTo>
                  <a:pt x="489216" y="60960"/>
                </a:lnTo>
                <a:lnTo>
                  <a:pt x="368820" y="60960"/>
                </a:lnTo>
                <a:lnTo>
                  <a:pt x="382536" y="74676"/>
                </a:lnTo>
                <a:lnTo>
                  <a:pt x="391680" y="72682"/>
                </a:lnTo>
                <a:lnTo>
                  <a:pt x="400824" y="71247"/>
                </a:lnTo>
                <a:lnTo>
                  <a:pt x="409968" y="70396"/>
                </a:lnTo>
                <a:lnTo>
                  <a:pt x="419112" y="70104"/>
                </a:lnTo>
                <a:lnTo>
                  <a:pt x="489216" y="70104"/>
                </a:lnTo>
                <a:lnTo>
                  <a:pt x="481215" y="100660"/>
                </a:lnTo>
                <a:lnTo>
                  <a:pt x="473214" y="128206"/>
                </a:lnTo>
                <a:lnTo>
                  <a:pt x="465213" y="152615"/>
                </a:lnTo>
                <a:lnTo>
                  <a:pt x="457212" y="173736"/>
                </a:lnTo>
                <a:lnTo>
                  <a:pt x="440944" y="155219"/>
                </a:lnTo>
                <a:lnTo>
                  <a:pt x="424256" y="136398"/>
                </a:lnTo>
                <a:lnTo>
                  <a:pt x="407276" y="117589"/>
                </a:lnTo>
                <a:lnTo>
                  <a:pt x="390156" y="99060"/>
                </a:lnTo>
                <a:lnTo>
                  <a:pt x="385584" y="103632"/>
                </a:lnTo>
                <a:lnTo>
                  <a:pt x="397294" y="119380"/>
                </a:lnTo>
                <a:lnTo>
                  <a:pt x="411873" y="139255"/>
                </a:lnTo>
                <a:lnTo>
                  <a:pt x="429298" y="163436"/>
                </a:lnTo>
                <a:lnTo>
                  <a:pt x="449592" y="192024"/>
                </a:lnTo>
                <a:lnTo>
                  <a:pt x="442137" y="207200"/>
                </a:lnTo>
                <a:lnTo>
                  <a:pt x="411492" y="257556"/>
                </a:lnTo>
                <a:lnTo>
                  <a:pt x="385394" y="291084"/>
                </a:lnTo>
                <a:lnTo>
                  <a:pt x="358152" y="320040"/>
                </a:lnTo>
                <a:lnTo>
                  <a:pt x="359676" y="327660"/>
                </a:lnTo>
                <a:lnTo>
                  <a:pt x="394919" y="296799"/>
                </a:lnTo>
                <a:lnTo>
                  <a:pt x="422160" y="268224"/>
                </a:lnTo>
                <a:lnTo>
                  <a:pt x="454088" y="225577"/>
                </a:lnTo>
                <a:lnTo>
                  <a:pt x="461784" y="211836"/>
                </a:lnTo>
                <a:lnTo>
                  <a:pt x="471208" y="232727"/>
                </a:lnTo>
                <a:lnTo>
                  <a:pt x="478929" y="252031"/>
                </a:lnTo>
                <a:lnTo>
                  <a:pt x="484924" y="269925"/>
                </a:lnTo>
                <a:lnTo>
                  <a:pt x="489216" y="286512"/>
                </a:lnTo>
                <a:lnTo>
                  <a:pt x="491731" y="297637"/>
                </a:lnTo>
                <a:lnTo>
                  <a:pt x="494550" y="305752"/>
                </a:lnTo>
                <a:lnTo>
                  <a:pt x="497357" y="310730"/>
                </a:lnTo>
                <a:lnTo>
                  <a:pt x="499884" y="312420"/>
                </a:lnTo>
                <a:lnTo>
                  <a:pt x="501408" y="312420"/>
                </a:lnTo>
                <a:lnTo>
                  <a:pt x="504456" y="310896"/>
                </a:lnTo>
                <a:lnTo>
                  <a:pt x="507504" y="306324"/>
                </a:lnTo>
                <a:lnTo>
                  <a:pt x="510552" y="303276"/>
                </a:lnTo>
                <a:lnTo>
                  <a:pt x="513600" y="297180"/>
                </a:lnTo>
                <a:lnTo>
                  <a:pt x="513524" y="286512"/>
                </a:lnTo>
                <a:lnTo>
                  <a:pt x="513283" y="281546"/>
                </a:lnTo>
                <a:lnTo>
                  <a:pt x="496074" y="230886"/>
                </a:lnTo>
                <a:lnTo>
                  <a:pt x="484314" y="211836"/>
                </a:lnTo>
                <a:lnTo>
                  <a:pt x="470928" y="192024"/>
                </a:lnTo>
                <a:lnTo>
                  <a:pt x="478739" y="173736"/>
                </a:lnTo>
                <a:lnTo>
                  <a:pt x="481215" y="167982"/>
                </a:lnTo>
                <a:lnTo>
                  <a:pt x="491502" y="141351"/>
                </a:lnTo>
                <a:lnTo>
                  <a:pt x="501789" y="111874"/>
                </a:lnTo>
                <a:lnTo>
                  <a:pt x="512076" y="79248"/>
                </a:lnTo>
                <a:lnTo>
                  <a:pt x="523506" y="70104"/>
                </a:lnTo>
                <a:lnTo>
                  <a:pt x="527316" y="67056"/>
                </a:lnTo>
                <a:close/>
              </a:path>
              <a:path w="2677795" h="361314">
                <a:moveTo>
                  <a:pt x="585228" y="211836"/>
                </a:moveTo>
                <a:lnTo>
                  <a:pt x="564845" y="171069"/>
                </a:lnTo>
                <a:lnTo>
                  <a:pt x="539508" y="147828"/>
                </a:lnTo>
                <a:lnTo>
                  <a:pt x="534936" y="150876"/>
                </a:lnTo>
                <a:lnTo>
                  <a:pt x="544334" y="170624"/>
                </a:lnTo>
                <a:lnTo>
                  <a:pt x="551891" y="188785"/>
                </a:lnTo>
                <a:lnTo>
                  <a:pt x="557428" y="205536"/>
                </a:lnTo>
                <a:lnTo>
                  <a:pt x="560844" y="220980"/>
                </a:lnTo>
                <a:lnTo>
                  <a:pt x="560844" y="234696"/>
                </a:lnTo>
                <a:lnTo>
                  <a:pt x="563892" y="242316"/>
                </a:lnTo>
                <a:lnTo>
                  <a:pt x="568464" y="242316"/>
                </a:lnTo>
                <a:lnTo>
                  <a:pt x="571512" y="237744"/>
                </a:lnTo>
                <a:lnTo>
                  <a:pt x="577608" y="231648"/>
                </a:lnTo>
                <a:lnTo>
                  <a:pt x="582155" y="225577"/>
                </a:lnTo>
                <a:lnTo>
                  <a:pt x="585228" y="217932"/>
                </a:lnTo>
                <a:lnTo>
                  <a:pt x="585228" y="211836"/>
                </a:lnTo>
                <a:close/>
              </a:path>
              <a:path w="2677795" h="361314">
                <a:moveTo>
                  <a:pt x="719340" y="115824"/>
                </a:moveTo>
                <a:lnTo>
                  <a:pt x="690384" y="86868"/>
                </a:lnTo>
                <a:lnTo>
                  <a:pt x="670572" y="106680"/>
                </a:lnTo>
                <a:lnTo>
                  <a:pt x="653808" y="106680"/>
                </a:lnTo>
                <a:lnTo>
                  <a:pt x="653808" y="38100"/>
                </a:lnTo>
                <a:lnTo>
                  <a:pt x="667524" y="25908"/>
                </a:lnTo>
                <a:lnTo>
                  <a:pt x="630948" y="7620"/>
                </a:lnTo>
                <a:lnTo>
                  <a:pt x="631177" y="18224"/>
                </a:lnTo>
                <a:lnTo>
                  <a:pt x="631710" y="29527"/>
                </a:lnTo>
                <a:lnTo>
                  <a:pt x="632231" y="41706"/>
                </a:lnTo>
                <a:lnTo>
                  <a:pt x="632472" y="54864"/>
                </a:lnTo>
                <a:lnTo>
                  <a:pt x="632472" y="106680"/>
                </a:lnTo>
                <a:lnTo>
                  <a:pt x="509028" y="106680"/>
                </a:lnTo>
                <a:lnTo>
                  <a:pt x="522744" y="120396"/>
                </a:lnTo>
                <a:lnTo>
                  <a:pt x="531901" y="118402"/>
                </a:lnTo>
                <a:lnTo>
                  <a:pt x="541223" y="116967"/>
                </a:lnTo>
                <a:lnTo>
                  <a:pt x="550811" y="116116"/>
                </a:lnTo>
                <a:lnTo>
                  <a:pt x="560844" y="115824"/>
                </a:lnTo>
                <a:lnTo>
                  <a:pt x="632472" y="115824"/>
                </a:lnTo>
                <a:lnTo>
                  <a:pt x="632472" y="313944"/>
                </a:lnTo>
                <a:lnTo>
                  <a:pt x="629424" y="318516"/>
                </a:lnTo>
                <a:lnTo>
                  <a:pt x="621804" y="320040"/>
                </a:lnTo>
                <a:lnTo>
                  <a:pt x="614705" y="320382"/>
                </a:lnTo>
                <a:lnTo>
                  <a:pt x="602754" y="319278"/>
                </a:lnTo>
                <a:lnTo>
                  <a:pt x="586219" y="317042"/>
                </a:lnTo>
                <a:lnTo>
                  <a:pt x="565416" y="313944"/>
                </a:lnTo>
                <a:lnTo>
                  <a:pt x="565416" y="321564"/>
                </a:lnTo>
                <a:lnTo>
                  <a:pt x="589419" y="330708"/>
                </a:lnTo>
                <a:lnTo>
                  <a:pt x="606564" y="339852"/>
                </a:lnTo>
                <a:lnTo>
                  <a:pt x="616851" y="348996"/>
                </a:lnTo>
                <a:lnTo>
                  <a:pt x="620280" y="358140"/>
                </a:lnTo>
                <a:lnTo>
                  <a:pt x="634517" y="350456"/>
                </a:lnTo>
                <a:lnTo>
                  <a:pt x="645045" y="341185"/>
                </a:lnTo>
                <a:lnTo>
                  <a:pt x="651560" y="330504"/>
                </a:lnTo>
                <a:lnTo>
                  <a:pt x="653453" y="320382"/>
                </a:lnTo>
                <a:lnTo>
                  <a:pt x="653808" y="318516"/>
                </a:lnTo>
                <a:lnTo>
                  <a:pt x="653808" y="115824"/>
                </a:lnTo>
                <a:lnTo>
                  <a:pt x="719340" y="115824"/>
                </a:lnTo>
                <a:close/>
              </a:path>
              <a:path w="2677795" h="361314">
                <a:moveTo>
                  <a:pt x="829056" y="59436"/>
                </a:moveTo>
                <a:lnTo>
                  <a:pt x="801103" y="29908"/>
                </a:lnTo>
                <a:lnTo>
                  <a:pt x="787908" y="21336"/>
                </a:lnTo>
                <a:lnTo>
                  <a:pt x="783336" y="24384"/>
                </a:lnTo>
                <a:lnTo>
                  <a:pt x="790765" y="36677"/>
                </a:lnTo>
                <a:lnTo>
                  <a:pt x="797052" y="48387"/>
                </a:lnTo>
                <a:lnTo>
                  <a:pt x="802157" y="59436"/>
                </a:lnTo>
                <a:lnTo>
                  <a:pt x="806196" y="70104"/>
                </a:lnTo>
                <a:lnTo>
                  <a:pt x="809244" y="80772"/>
                </a:lnTo>
                <a:lnTo>
                  <a:pt x="812292" y="85344"/>
                </a:lnTo>
                <a:lnTo>
                  <a:pt x="816864" y="85344"/>
                </a:lnTo>
                <a:lnTo>
                  <a:pt x="824484" y="77724"/>
                </a:lnTo>
                <a:lnTo>
                  <a:pt x="827532" y="73152"/>
                </a:lnTo>
                <a:lnTo>
                  <a:pt x="829056" y="67056"/>
                </a:lnTo>
                <a:lnTo>
                  <a:pt x="829056" y="59436"/>
                </a:lnTo>
                <a:close/>
              </a:path>
              <a:path w="2677795" h="361314">
                <a:moveTo>
                  <a:pt x="946416" y="35052"/>
                </a:moveTo>
                <a:lnTo>
                  <a:pt x="918984" y="16764"/>
                </a:lnTo>
                <a:lnTo>
                  <a:pt x="915238" y="28752"/>
                </a:lnTo>
                <a:lnTo>
                  <a:pt x="908507" y="44005"/>
                </a:lnTo>
                <a:lnTo>
                  <a:pt x="898613" y="62420"/>
                </a:lnTo>
                <a:lnTo>
                  <a:pt x="885456" y="83820"/>
                </a:lnTo>
                <a:lnTo>
                  <a:pt x="890028" y="86868"/>
                </a:lnTo>
                <a:lnTo>
                  <a:pt x="901712" y="75158"/>
                </a:lnTo>
                <a:lnTo>
                  <a:pt x="911555" y="65151"/>
                </a:lnTo>
                <a:lnTo>
                  <a:pt x="919378" y="56870"/>
                </a:lnTo>
                <a:lnTo>
                  <a:pt x="925080" y="50292"/>
                </a:lnTo>
                <a:lnTo>
                  <a:pt x="929906" y="44919"/>
                </a:lnTo>
                <a:lnTo>
                  <a:pt x="935177" y="40386"/>
                </a:lnTo>
                <a:lnTo>
                  <a:pt x="940714" y="37007"/>
                </a:lnTo>
                <a:lnTo>
                  <a:pt x="946416" y="35052"/>
                </a:lnTo>
                <a:close/>
              </a:path>
              <a:path w="2677795" h="361314">
                <a:moveTo>
                  <a:pt x="952512" y="105156"/>
                </a:moveTo>
                <a:lnTo>
                  <a:pt x="926604" y="79248"/>
                </a:lnTo>
                <a:lnTo>
                  <a:pt x="909840" y="96012"/>
                </a:lnTo>
                <a:lnTo>
                  <a:pt x="871740" y="96012"/>
                </a:lnTo>
                <a:lnTo>
                  <a:pt x="871740" y="25908"/>
                </a:lnTo>
                <a:lnTo>
                  <a:pt x="883932" y="15240"/>
                </a:lnTo>
                <a:lnTo>
                  <a:pt x="850404" y="0"/>
                </a:lnTo>
                <a:lnTo>
                  <a:pt x="851649" y="40386"/>
                </a:lnTo>
                <a:lnTo>
                  <a:pt x="851928" y="96012"/>
                </a:lnTo>
                <a:lnTo>
                  <a:pt x="762000" y="96012"/>
                </a:lnTo>
                <a:lnTo>
                  <a:pt x="775716" y="109728"/>
                </a:lnTo>
                <a:lnTo>
                  <a:pt x="784009" y="107734"/>
                </a:lnTo>
                <a:lnTo>
                  <a:pt x="792861" y="106299"/>
                </a:lnTo>
                <a:lnTo>
                  <a:pt x="802297" y="105448"/>
                </a:lnTo>
                <a:lnTo>
                  <a:pt x="812292" y="105156"/>
                </a:lnTo>
                <a:lnTo>
                  <a:pt x="839724" y="105156"/>
                </a:lnTo>
                <a:lnTo>
                  <a:pt x="823391" y="127711"/>
                </a:lnTo>
                <a:lnTo>
                  <a:pt x="803910" y="149542"/>
                </a:lnTo>
                <a:lnTo>
                  <a:pt x="781011" y="170522"/>
                </a:lnTo>
                <a:lnTo>
                  <a:pt x="754380" y="190500"/>
                </a:lnTo>
                <a:lnTo>
                  <a:pt x="757428" y="195072"/>
                </a:lnTo>
                <a:lnTo>
                  <a:pt x="783132" y="181076"/>
                </a:lnTo>
                <a:lnTo>
                  <a:pt x="807529" y="164211"/>
                </a:lnTo>
                <a:lnTo>
                  <a:pt x="830516" y="144500"/>
                </a:lnTo>
                <a:lnTo>
                  <a:pt x="851928" y="121920"/>
                </a:lnTo>
                <a:lnTo>
                  <a:pt x="851928" y="184404"/>
                </a:lnTo>
                <a:lnTo>
                  <a:pt x="844296" y="181356"/>
                </a:lnTo>
                <a:lnTo>
                  <a:pt x="838200" y="202120"/>
                </a:lnTo>
                <a:lnTo>
                  <a:pt x="835304" y="211150"/>
                </a:lnTo>
                <a:lnTo>
                  <a:pt x="832104" y="219456"/>
                </a:lnTo>
                <a:lnTo>
                  <a:pt x="758952" y="219456"/>
                </a:lnTo>
                <a:lnTo>
                  <a:pt x="772668" y="233172"/>
                </a:lnTo>
                <a:lnTo>
                  <a:pt x="780961" y="231178"/>
                </a:lnTo>
                <a:lnTo>
                  <a:pt x="789813" y="229743"/>
                </a:lnTo>
                <a:lnTo>
                  <a:pt x="799249" y="228892"/>
                </a:lnTo>
                <a:lnTo>
                  <a:pt x="809244" y="228600"/>
                </a:lnTo>
                <a:lnTo>
                  <a:pt x="829056" y="228600"/>
                </a:lnTo>
                <a:lnTo>
                  <a:pt x="814006" y="256984"/>
                </a:lnTo>
                <a:lnTo>
                  <a:pt x="808697" y="266534"/>
                </a:lnTo>
                <a:lnTo>
                  <a:pt x="804672" y="272796"/>
                </a:lnTo>
                <a:lnTo>
                  <a:pt x="819531" y="275399"/>
                </a:lnTo>
                <a:lnTo>
                  <a:pt x="834390" y="278701"/>
                </a:lnTo>
                <a:lnTo>
                  <a:pt x="849249" y="282879"/>
                </a:lnTo>
                <a:lnTo>
                  <a:pt x="864120" y="288036"/>
                </a:lnTo>
                <a:lnTo>
                  <a:pt x="842683" y="305473"/>
                </a:lnTo>
                <a:lnTo>
                  <a:pt x="817245" y="321183"/>
                </a:lnTo>
                <a:lnTo>
                  <a:pt x="787819" y="335191"/>
                </a:lnTo>
                <a:lnTo>
                  <a:pt x="754380" y="347472"/>
                </a:lnTo>
                <a:lnTo>
                  <a:pt x="755904" y="352044"/>
                </a:lnTo>
                <a:lnTo>
                  <a:pt x="791324" y="343242"/>
                </a:lnTo>
                <a:lnTo>
                  <a:pt x="824293" y="330708"/>
                </a:lnTo>
                <a:lnTo>
                  <a:pt x="854710" y="314756"/>
                </a:lnTo>
                <a:lnTo>
                  <a:pt x="882408" y="295656"/>
                </a:lnTo>
                <a:lnTo>
                  <a:pt x="893279" y="300278"/>
                </a:lnTo>
                <a:lnTo>
                  <a:pt x="903173" y="305181"/>
                </a:lnTo>
                <a:lnTo>
                  <a:pt x="912190" y="310667"/>
                </a:lnTo>
                <a:lnTo>
                  <a:pt x="920508" y="316992"/>
                </a:lnTo>
                <a:lnTo>
                  <a:pt x="925080" y="321564"/>
                </a:lnTo>
                <a:lnTo>
                  <a:pt x="928128" y="323088"/>
                </a:lnTo>
                <a:lnTo>
                  <a:pt x="934224" y="323088"/>
                </a:lnTo>
                <a:lnTo>
                  <a:pt x="935748" y="318516"/>
                </a:lnTo>
                <a:lnTo>
                  <a:pt x="935748" y="304800"/>
                </a:lnTo>
                <a:lnTo>
                  <a:pt x="932700" y="298704"/>
                </a:lnTo>
                <a:lnTo>
                  <a:pt x="929652" y="295656"/>
                </a:lnTo>
                <a:lnTo>
                  <a:pt x="928128" y="294132"/>
                </a:lnTo>
                <a:lnTo>
                  <a:pt x="922667" y="290728"/>
                </a:lnTo>
                <a:lnTo>
                  <a:pt x="915365" y="287464"/>
                </a:lnTo>
                <a:lnTo>
                  <a:pt x="906043" y="284492"/>
                </a:lnTo>
                <a:lnTo>
                  <a:pt x="894600" y="281940"/>
                </a:lnTo>
                <a:lnTo>
                  <a:pt x="898385" y="277368"/>
                </a:lnTo>
                <a:lnTo>
                  <a:pt x="901458" y="273685"/>
                </a:lnTo>
                <a:lnTo>
                  <a:pt x="908316" y="262699"/>
                </a:lnTo>
                <a:lnTo>
                  <a:pt x="915174" y="249161"/>
                </a:lnTo>
                <a:lnTo>
                  <a:pt x="922032" y="233172"/>
                </a:lnTo>
                <a:lnTo>
                  <a:pt x="930262" y="228600"/>
                </a:lnTo>
                <a:lnTo>
                  <a:pt x="935748" y="225552"/>
                </a:lnTo>
                <a:lnTo>
                  <a:pt x="912888" y="205740"/>
                </a:lnTo>
                <a:lnTo>
                  <a:pt x="902220" y="219456"/>
                </a:lnTo>
                <a:lnTo>
                  <a:pt x="902220" y="228600"/>
                </a:lnTo>
                <a:lnTo>
                  <a:pt x="895362" y="243725"/>
                </a:lnTo>
                <a:lnTo>
                  <a:pt x="888504" y="256984"/>
                </a:lnTo>
                <a:lnTo>
                  <a:pt x="881646" y="268249"/>
                </a:lnTo>
                <a:lnTo>
                  <a:pt x="874788" y="277368"/>
                </a:lnTo>
                <a:lnTo>
                  <a:pt x="861618" y="274205"/>
                </a:lnTo>
                <a:lnTo>
                  <a:pt x="827532" y="266700"/>
                </a:lnTo>
                <a:lnTo>
                  <a:pt x="833247" y="257327"/>
                </a:lnTo>
                <a:lnTo>
                  <a:pt x="844677" y="237985"/>
                </a:lnTo>
                <a:lnTo>
                  <a:pt x="850404" y="228600"/>
                </a:lnTo>
                <a:lnTo>
                  <a:pt x="902220" y="228600"/>
                </a:lnTo>
                <a:lnTo>
                  <a:pt x="902220" y="219456"/>
                </a:lnTo>
                <a:lnTo>
                  <a:pt x="854976" y="219456"/>
                </a:lnTo>
                <a:lnTo>
                  <a:pt x="861275" y="210299"/>
                </a:lnTo>
                <a:lnTo>
                  <a:pt x="866597" y="203263"/>
                </a:lnTo>
                <a:lnTo>
                  <a:pt x="871042" y="198247"/>
                </a:lnTo>
                <a:lnTo>
                  <a:pt x="874788" y="195072"/>
                </a:lnTo>
                <a:lnTo>
                  <a:pt x="853452" y="185928"/>
                </a:lnTo>
                <a:lnTo>
                  <a:pt x="855738" y="184404"/>
                </a:lnTo>
                <a:lnTo>
                  <a:pt x="871740" y="173736"/>
                </a:lnTo>
                <a:lnTo>
                  <a:pt x="871740" y="126492"/>
                </a:lnTo>
                <a:lnTo>
                  <a:pt x="906792" y="158496"/>
                </a:lnTo>
                <a:lnTo>
                  <a:pt x="912888" y="166116"/>
                </a:lnTo>
                <a:lnTo>
                  <a:pt x="915936" y="169164"/>
                </a:lnTo>
                <a:lnTo>
                  <a:pt x="920508" y="169164"/>
                </a:lnTo>
                <a:lnTo>
                  <a:pt x="922032" y="167640"/>
                </a:lnTo>
                <a:lnTo>
                  <a:pt x="922032" y="163068"/>
                </a:lnTo>
                <a:lnTo>
                  <a:pt x="923518" y="158597"/>
                </a:lnTo>
                <a:lnTo>
                  <a:pt x="900696" y="127063"/>
                </a:lnTo>
                <a:lnTo>
                  <a:pt x="898829" y="126492"/>
                </a:lnTo>
                <a:lnTo>
                  <a:pt x="888072" y="123190"/>
                </a:lnTo>
                <a:lnTo>
                  <a:pt x="883285" y="121920"/>
                </a:lnTo>
                <a:lnTo>
                  <a:pt x="871740" y="118872"/>
                </a:lnTo>
                <a:lnTo>
                  <a:pt x="871740" y="105156"/>
                </a:lnTo>
                <a:lnTo>
                  <a:pt x="952512" y="105156"/>
                </a:lnTo>
                <a:close/>
              </a:path>
              <a:path w="2677795" h="361314">
                <a:moveTo>
                  <a:pt x="1111008" y="105156"/>
                </a:moveTo>
                <a:lnTo>
                  <a:pt x="1101864" y="96012"/>
                </a:lnTo>
                <a:lnTo>
                  <a:pt x="1083576" y="77724"/>
                </a:lnTo>
                <a:lnTo>
                  <a:pt x="1065276" y="96012"/>
                </a:lnTo>
                <a:lnTo>
                  <a:pt x="1043952" y="96012"/>
                </a:lnTo>
                <a:lnTo>
                  <a:pt x="1043952" y="105156"/>
                </a:lnTo>
                <a:lnTo>
                  <a:pt x="1039393" y="150571"/>
                </a:lnTo>
                <a:lnTo>
                  <a:pt x="1032713" y="190690"/>
                </a:lnTo>
                <a:lnTo>
                  <a:pt x="1024013" y="225386"/>
                </a:lnTo>
                <a:lnTo>
                  <a:pt x="1013472" y="254508"/>
                </a:lnTo>
                <a:lnTo>
                  <a:pt x="1000010" y="222821"/>
                </a:lnTo>
                <a:lnTo>
                  <a:pt x="989279" y="187261"/>
                </a:lnTo>
                <a:lnTo>
                  <a:pt x="981100" y="148005"/>
                </a:lnTo>
                <a:lnTo>
                  <a:pt x="976591" y="114300"/>
                </a:lnTo>
                <a:lnTo>
                  <a:pt x="975372" y="105156"/>
                </a:lnTo>
                <a:lnTo>
                  <a:pt x="1043952" y="105156"/>
                </a:lnTo>
                <a:lnTo>
                  <a:pt x="1043952" y="96012"/>
                </a:lnTo>
                <a:lnTo>
                  <a:pt x="976896" y="96012"/>
                </a:lnTo>
                <a:lnTo>
                  <a:pt x="985202" y="76034"/>
                </a:lnTo>
                <a:lnTo>
                  <a:pt x="991946" y="59626"/>
                </a:lnTo>
                <a:lnTo>
                  <a:pt x="1013282" y="22669"/>
                </a:lnTo>
                <a:lnTo>
                  <a:pt x="1019568" y="19812"/>
                </a:lnTo>
                <a:lnTo>
                  <a:pt x="982992" y="0"/>
                </a:lnTo>
                <a:lnTo>
                  <a:pt x="969581" y="58851"/>
                </a:lnTo>
                <a:lnTo>
                  <a:pt x="954608" y="109537"/>
                </a:lnTo>
                <a:lnTo>
                  <a:pt x="938199" y="151955"/>
                </a:lnTo>
                <a:lnTo>
                  <a:pt x="920508" y="185928"/>
                </a:lnTo>
                <a:lnTo>
                  <a:pt x="925080" y="188976"/>
                </a:lnTo>
                <a:lnTo>
                  <a:pt x="939050" y="171526"/>
                </a:lnTo>
                <a:lnTo>
                  <a:pt x="951179" y="153352"/>
                </a:lnTo>
                <a:lnTo>
                  <a:pt x="961288" y="134327"/>
                </a:lnTo>
                <a:lnTo>
                  <a:pt x="969276" y="114300"/>
                </a:lnTo>
                <a:lnTo>
                  <a:pt x="972134" y="156641"/>
                </a:lnTo>
                <a:lnTo>
                  <a:pt x="978420" y="196977"/>
                </a:lnTo>
                <a:lnTo>
                  <a:pt x="988136" y="235610"/>
                </a:lnTo>
                <a:lnTo>
                  <a:pt x="1001280" y="272796"/>
                </a:lnTo>
                <a:lnTo>
                  <a:pt x="978077" y="297040"/>
                </a:lnTo>
                <a:lnTo>
                  <a:pt x="951750" y="319278"/>
                </a:lnTo>
                <a:lnTo>
                  <a:pt x="921981" y="339242"/>
                </a:lnTo>
                <a:lnTo>
                  <a:pt x="888504" y="356616"/>
                </a:lnTo>
                <a:lnTo>
                  <a:pt x="891552" y="361188"/>
                </a:lnTo>
                <a:lnTo>
                  <a:pt x="925601" y="348068"/>
                </a:lnTo>
                <a:lnTo>
                  <a:pt x="957084" y="331660"/>
                </a:lnTo>
                <a:lnTo>
                  <a:pt x="986269" y="312115"/>
                </a:lnTo>
                <a:lnTo>
                  <a:pt x="1013472" y="289560"/>
                </a:lnTo>
                <a:lnTo>
                  <a:pt x="1026922" y="306400"/>
                </a:lnTo>
                <a:lnTo>
                  <a:pt x="1042238" y="322516"/>
                </a:lnTo>
                <a:lnTo>
                  <a:pt x="1059548" y="337781"/>
                </a:lnTo>
                <a:lnTo>
                  <a:pt x="1079004" y="352044"/>
                </a:lnTo>
                <a:lnTo>
                  <a:pt x="1080973" y="345757"/>
                </a:lnTo>
                <a:lnTo>
                  <a:pt x="1086815" y="340614"/>
                </a:lnTo>
                <a:lnTo>
                  <a:pt x="1096352" y="336613"/>
                </a:lnTo>
                <a:lnTo>
                  <a:pt x="1109484" y="333756"/>
                </a:lnTo>
                <a:lnTo>
                  <a:pt x="1109484" y="327660"/>
                </a:lnTo>
                <a:lnTo>
                  <a:pt x="1086332" y="319976"/>
                </a:lnTo>
                <a:lnTo>
                  <a:pt x="1064907" y="308419"/>
                </a:lnTo>
                <a:lnTo>
                  <a:pt x="1045184" y="293166"/>
                </a:lnTo>
                <a:lnTo>
                  <a:pt x="1041742" y="289560"/>
                </a:lnTo>
                <a:lnTo>
                  <a:pt x="1027176" y="274320"/>
                </a:lnTo>
                <a:lnTo>
                  <a:pt x="1035888" y="254508"/>
                </a:lnTo>
                <a:lnTo>
                  <a:pt x="1040879" y="243179"/>
                </a:lnTo>
                <a:lnTo>
                  <a:pt x="1052144" y="204597"/>
                </a:lnTo>
                <a:lnTo>
                  <a:pt x="1060831" y="158597"/>
                </a:lnTo>
                <a:lnTo>
                  <a:pt x="1066800" y="105156"/>
                </a:lnTo>
                <a:lnTo>
                  <a:pt x="1111008" y="105156"/>
                </a:lnTo>
                <a:close/>
              </a:path>
              <a:path w="2677795" h="361314">
                <a:moveTo>
                  <a:pt x="1496568" y="316992"/>
                </a:moveTo>
                <a:lnTo>
                  <a:pt x="1475613" y="276987"/>
                </a:lnTo>
                <a:lnTo>
                  <a:pt x="1475232" y="239268"/>
                </a:lnTo>
                <a:lnTo>
                  <a:pt x="1467612" y="239268"/>
                </a:lnTo>
                <a:lnTo>
                  <a:pt x="1463040" y="285178"/>
                </a:lnTo>
                <a:lnTo>
                  <a:pt x="1447800" y="321564"/>
                </a:lnTo>
                <a:lnTo>
                  <a:pt x="1261872" y="321564"/>
                </a:lnTo>
                <a:lnTo>
                  <a:pt x="1249895" y="320763"/>
                </a:lnTo>
                <a:lnTo>
                  <a:pt x="1241488" y="316230"/>
                </a:lnTo>
                <a:lnTo>
                  <a:pt x="1236802" y="308279"/>
                </a:lnTo>
                <a:lnTo>
                  <a:pt x="1235964" y="297180"/>
                </a:lnTo>
                <a:lnTo>
                  <a:pt x="1235964" y="156972"/>
                </a:lnTo>
                <a:lnTo>
                  <a:pt x="1312164" y="131064"/>
                </a:lnTo>
                <a:lnTo>
                  <a:pt x="1312164" y="234696"/>
                </a:lnTo>
                <a:lnTo>
                  <a:pt x="1311973" y="256032"/>
                </a:lnTo>
                <a:lnTo>
                  <a:pt x="1311529" y="268566"/>
                </a:lnTo>
                <a:lnTo>
                  <a:pt x="1310640" y="281940"/>
                </a:lnTo>
                <a:lnTo>
                  <a:pt x="1335024" y="269748"/>
                </a:lnTo>
                <a:lnTo>
                  <a:pt x="1334795" y="259486"/>
                </a:lnTo>
                <a:lnTo>
                  <a:pt x="1333741" y="239534"/>
                </a:lnTo>
                <a:lnTo>
                  <a:pt x="1333500" y="230124"/>
                </a:lnTo>
                <a:lnTo>
                  <a:pt x="1333500" y="124968"/>
                </a:lnTo>
                <a:lnTo>
                  <a:pt x="1426464" y="91440"/>
                </a:lnTo>
                <a:lnTo>
                  <a:pt x="1424165" y="138023"/>
                </a:lnTo>
                <a:lnTo>
                  <a:pt x="1418971" y="195173"/>
                </a:lnTo>
                <a:lnTo>
                  <a:pt x="1386725" y="216154"/>
                </a:lnTo>
                <a:lnTo>
                  <a:pt x="1351788" y="213360"/>
                </a:lnTo>
                <a:lnTo>
                  <a:pt x="1351788" y="219456"/>
                </a:lnTo>
                <a:lnTo>
                  <a:pt x="1370647" y="225729"/>
                </a:lnTo>
                <a:lnTo>
                  <a:pt x="1383792" y="232981"/>
                </a:lnTo>
                <a:lnTo>
                  <a:pt x="1391221" y="241109"/>
                </a:lnTo>
                <a:lnTo>
                  <a:pt x="1392936" y="249936"/>
                </a:lnTo>
                <a:lnTo>
                  <a:pt x="1410373" y="243916"/>
                </a:lnTo>
                <a:lnTo>
                  <a:pt x="1438656" y="207264"/>
                </a:lnTo>
                <a:lnTo>
                  <a:pt x="1444371" y="160591"/>
                </a:lnTo>
                <a:lnTo>
                  <a:pt x="1447800" y="89916"/>
                </a:lnTo>
                <a:lnTo>
                  <a:pt x="1461516" y="77724"/>
                </a:lnTo>
                <a:lnTo>
                  <a:pt x="1432560" y="60960"/>
                </a:lnTo>
                <a:lnTo>
                  <a:pt x="1423416" y="80772"/>
                </a:lnTo>
                <a:lnTo>
                  <a:pt x="1333500" y="114300"/>
                </a:lnTo>
                <a:lnTo>
                  <a:pt x="1333500" y="28956"/>
                </a:lnTo>
                <a:lnTo>
                  <a:pt x="1345692" y="18288"/>
                </a:lnTo>
                <a:lnTo>
                  <a:pt x="1310640" y="3048"/>
                </a:lnTo>
                <a:lnTo>
                  <a:pt x="1311529" y="21602"/>
                </a:lnTo>
                <a:lnTo>
                  <a:pt x="1311973" y="47434"/>
                </a:lnTo>
                <a:lnTo>
                  <a:pt x="1312164" y="120396"/>
                </a:lnTo>
                <a:lnTo>
                  <a:pt x="1235964" y="146304"/>
                </a:lnTo>
                <a:lnTo>
                  <a:pt x="1235964" y="74676"/>
                </a:lnTo>
                <a:lnTo>
                  <a:pt x="1248156" y="65532"/>
                </a:lnTo>
                <a:lnTo>
                  <a:pt x="1213104" y="48768"/>
                </a:lnTo>
                <a:lnTo>
                  <a:pt x="1213993" y="69900"/>
                </a:lnTo>
                <a:lnTo>
                  <a:pt x="1214437" y="94297"/>
                </a:lnTo>
                <a:lnTo>
                  <a:pt x="1214628" y="152400"/>
                </a:lnTo>
                <a:lnTo>
                  <a:pt x="1150620" y="173736"/>
                </a:lnTo>
                <a:lnTo>
                  <a:pt x="1167384" y="182880"/>
                </a:lnTo>
                <a:lnTo>
                  <a:pt x="1178052" y="175260"/>
                </a:lnTo>
                <a:lnTo>
                  <a:pt x="1214628" y="163068"/>
                </a:lnTo>
                <a:lnTo>
                  <a:pt x="1214628" y="309372"/>
                </a:lnTo>
                <a:lnTo>
                  <a:pt x="1216660" y="322503"/>
                </a:lnTo>
                <a:lnTo>
                  <a:pt x="1222819" y="332041"/>
                </a:lnTo>
                <a:lnTo>
                  <a:pt x="1233284" y="337883"/>
                </a:lnTo>
                <a:lnTo>
                  <a:pt x="1248156" y="339852"/>
                </a:lnTo>
                <a:lnTo>
                  <a:pt x="1459992" y="339852"/>
                </a:lnTo>
                <a:lnTo>
                  <a:pt x="1470850" y="338429"/>
                </a:lnTo>
                <a:lnTo>
                  <a:pt x="1480566" y="334137"/>
                </a:lnTo>
                <a:lnTo>
                  <a:pt x="1489138" y="326999"/>
                </a:lnTo>
                <a:lnTo>
                  <a:pt x="1496568" y="316992"/>
                </a:lnTo>
                <a:close/>
              </a:path>
              <a:path w="2677795" h="361314">
                <a:moveTo>
                  <a:pt x="1879104" y="231648"/>
                </a:moveTo>
                <a:lnTo>
                  <a:pt x="1859051" y="196151"/>
                </a:lnTo>
                <a:lnTo>
                  <a:pt x="1805228" y="155625"/>
                </a:lnTo>
                <a:lnTo>
                  <a:pt x="1761756" y="126492"/>
                </a:lnTo>
                <a:lnTo>
                  <a:pt x="1757184" y="131064"/>
                </a:lnTo>
                <a:lnTo>
                  <a:pt x="1790331" y="162191"/>
                </a:lnTo>
                <a:lnTo>
                  <a:pt x="1816620" y="189166"/>
                </a:lnTo>
                <a:lnTo>
                  <a:pt x="1836051" y="211861"/>
                </a:lnTo>
                <a:lnTo>
                  <a:pt x="1848624" y="230124"/>
                </a:lnTo>
                <a:lnTo>
                  <a:pt x="1854911" y="240372"/>
                </a:lnTo>
                <a:lnTo>
                  <a:pt x="1860054" y="248031"/>
                </a:lnTo>
                <a:lnTo>
                  <a:pt x="1864055" y="252844"/>
                </a:lnTo>
                <a:lnTo>
                  <a:pt x="1866912" y="254508"/>
                </a:lnTo>
                <a:lnTo>
                  <a:pt x="1869960" y="254508"/>
                </a:lnTo>
                <a:lnTo>
                  <a:pt x="1877580" y="239268"/>
                </a:lnTo>
                <a:lnTo>
                  <a:pt x="1879104" y="234696"/>
                </a:lnTo>
                <a:lnTo>
                  <a:pt x="1879104" y="231648"/>
                </a:lnTo>
                <a:close/>
              </a:path>
              <a:path w="2677795" h="361314">
                <a:moveTo>
                  <a:pt x="1888248" y="39624"/>
                </a:moveTo>
                <a:lnTo>
                  <a:pt x="1856244" y="7620"/>
                </a:lnTo>
                <a:lnTo>
                  <a:pt x="1833384" y="30480"/>
                </a:lnTo>
                <a:lnTo>
                  <a:pt x="1543824" y="30480"/>
                </a:lnTo>
                <a:lnTo>
                  <a:pt x="1557540" y="44196"/>
                </a:lnTo>
                <a:lnTo>
                  <a:pt x="1565821" y="42202"/>
                </a:lnTo>
                <a:lnTo>
                  <a:pt x="1574685" y="40767"/>
                </a:lnTo>
                <a:lnTo>
                  <a:pt x="1584109" y="39916"/>
                </a:lnTo>
                <a:lnTo>
                  <a:pt x="1594116" y="39624"/>
                </a:lnTo>
                <a:lnTo>
                  <a:pt x="1712988" y="39624"/>
                </a:lnTo>
                <a:lnTo>
                  <a:pt x="1697215" y="76187"/>
                </a:lnTo>
                <a:lnTo>
                  <a:pt x="1679460" y="110299"/>
                </a:lnTo>
                <a:lnTo>
                  <a:pt x="1636788" y="170688"/>
                </a:lnTo>
                <a:lnTo>
                  <a:pt x="1589925" y="221742"/>
                </a:lnTo>
                <a:lnTo>
                  <a:pt x="1540776" y="263652"/>
                </a:lnTo>
                <a:lnTo>
                  <a:pt x="1543824" y="269748"/>
                </a:lnTo>
                <a:lnTo>
                  <a:pt x="1589798" y="238887"/>
                </a:lnTo>
                <a:lnTo>
                  <a:pt x="1631645" y="203454"/>
                </a:lnTo>
                <a:lnTo>
                  <a:pt x="1669186" y="163449"/>
                </a:lnTo>
                <a:lnTo>
                  <a:pt x="1702320" y="118872"/>
                </a:lnTo>
                <a:lnTo>
                  <a:pt x="1702295" y="276225"/>
                </a:lnTo>
                <a:lnTo>
                  <a:pt x="1702130" y="300228"/>
                </a:lnTo>
                <a:lnTo>
                  <a:pt x="1701673" y="326517"/>
                </a:lnTo>
                <a:lnTo>
                  <a:pt x="1700796" y="355092"/>
                </a:lnTo>
                <a:lnTo>
                  <a:pt x="1726704" y="344424"/>
                </a:lnTo>
                <a:lnTo>
                  <a:pt x="1725815" y="330695"/>
                </a:lnTo>
                <a:lnTo>
                  <a:pt x="1725371" y="314515"/>
                </a:lnTo>
                <a:lnTo>
                  <a:pt x="1725244" y="300228"/>
                </a:lnTo>
                <a:lnTo>
                  <a:pt x="1725180" y="126492"/>
                </a:lnTo>
                <a:lnTo>
                  <a:pt x="1734972" y="118872"/>
                </a:lnTo>
                <a:lnTo>
                  <a:pt x="1738896" y="115824"/>
                </a:lnTo>
                <a:lnTo>
                  <a:pt x="1712988" y="100584"/>
                </a:lnTo>
                <a:lnTo>
                  <a:pt x="1720964" y="83781"/>
                </a:lnTo>
                <a:lnTo>
                  <a:pt x="1728800" y="67818"/>
                </a:lnTo>
                <a:lnTo>
                  <a:pt x="1736344" y="53009"/>
                </a:lnTo>
                <a:lnTo>
                  <a:pt x="1743468" y="39624"/>
                </a:lnTo>
                <a:lnTo>
                  <a:pt x="1888248" y="39624"/>
                </a:lnTo>
                <a:close/>
              </a:path>
              <a:path w="2677795" h="361314">
                <a:moveTo>
                  <a:pt x="2205228" y="164592"/>
                </a:moveTo>
                <a:lnTo>
                  <a:pt x="2176272" y="135636"/>
                </a:lnTo>
                <a:lnTo>
                  <a:pt x="2156460" y="155448"/>
                </a:lnTo>
                <a:lnTo>
                  <a:pt x="2004060" y="155448"/>
                </a:lnTo>
                <a:lnTo>
                  <a:pt x="2017776" y="169164"/>
                </a:lnTo>
                <a:lnTo>
                  <a:pt x="2025802" y="167170"/>
                </a:lnTo>
                <a:lnTo>
                  <a:pt x="2033968" y="165735"/>
                </a:lnTo>
                <a:lnTo>
                  <a:pt x="2042426" y="164884"/>
                </a:lnTo>
                <a:lnTo>
                  <a:pt x="2051304" y="164592"/>
                </a:lnTo>
                <a:lnTo>
                  <a:pt x="2205228" y="164592"/>
                </a:lnTo>
                <a:close/>
              </a:path>
              <a:path w="2677795" h="361314">
                <a:moveTo>
                  <a:pt x="2211324" y="227076"/>
                </a:moveTo>
                <a:lnTo>
                  <a:pt x="2205228" y="220980"/>
                </a:lnTo>
                <a:lnTo>
                  <a:pt x="2189988" y="205740"/>
                </a:lnTo>
                <a:lnTo>
                  <a:pt x="2177796" y="217932"/>
                </a:lnTo>
                <a:lnTo>
                  <a:pt x="2177796" y="230124"/>
                </a:lnTo>
                <a:lnTo>
                  <a:pt x="2177796" y="315468"/>
                </a:lnTo>
                <a:lnTo>
                  <a:pt x="2031492" y="315468"/>
                </a:lnTo>
                <a:lnTo>
                  <a:pt x="2031492" y="230124"/>
                </a:lnTo>
                <a:lnTo>
                  <a:pt x="2177796" y="230124"/>
                </a:lnTo>
                <a:lnTo>
                  <a:pt x="2177796" y="217932"/>
                </a:lnTo>
                <a:lnTo>
                  <a:pt x="2174748" y="220980"/>
                </a:lnTo>
                <a:lnTo>
                  <a:pt x="2031492" y="220980"/>
                </a:lnTo>
                <a:lnTo>
                  <a:pt x="2008632" y="208788"/>
                </a:lnTo>
                <a:lnTo>
                  <a:pt x="2008886" y="227076"/>
                </a:lnTo>
                <a:lnTo>
                  <a:pt x="2009927" y="262369"/>
                </a:lnTo>
                <a:lnTo>
                  <a:pt x="2010156" y="280416"/>
                </a:lnTo>
                <a:lnTo>
                  <a:pt x="2009927" y="297561"/>
                </a:lnTo>
                <a:lnTo>
                  <a:pt x="2008873" y="334429"/>
                </a:lnTo>
                <a:lnTo>
                  <a:pt x="2008632" y="353568"/>
                </a:lnTo>
                <a:lnTo>
                  <a:pt x="2031492" y="344424"/>
                </a:lnTo>
                <a:lnTo>
                  <a:pt x="2031492" y="324612"/>
                </a:lnTo>
                <a:lnTo>
                  <a:pt x="2177796" y="324612"/>
                </a:lnTo>
                <a:lnTo>
                  <a:pt x="2177796" y="350520"/>
                </a:lnTo>
                <a:lnTo>
                  <a:pt x="2200656" y="341376"/>
                </a:lnTo>
                <a:lnTo>
                  <a:pt x="2199919" y="324612"/>
                </a:lnTo>
                <a:lnTo>
                  <a:pt x="2199779" y="321335"/>
                </a:lnTo>
                <a:lnTo>
                  <a:pt x="2199665" y="315468"/>
                </a:lnTo>
                <a:lnTo>
                  <a:pt x="2199335" y="297853"/>
                </a:lnTo>
                <a:lnTo>
                  <a:pt x="2199221" y="280416"/>
                </a:lnTo>
                <a:lnTo>
                  <a:pt x="2199132" y="237744"/>
                </a:lnTo>
                <a:lnTo>
                  <a:pt x="2207844" y="230124"/>
                </a:lnTo>
                <a:lnTo>
                  <a:pt x="2211324" y="227076"/>
                </a:lnTo>
                <a:close/>
              </a:path>
              <a:path w="2677795" h="361314">
                <a:moveTo>
                  <a:pt x="2284476" y="147828"/>
                </a:moveTo>
                <a:lnTo>
                  <a:pt x="2221420" y="127254"/>
                </a:lnTo>
                <a:lnTo>
                  <a:pt x="2173224" y="97536"/>
                </a:lnTo>
                <a:lnTo>
                  <a:pt x="2139124" y="63436"/>
                </a:lnTo>
                <a:lnTo>
                  <a:pt x="2120265" y="38100"/>
                </a:lnTo>
                <a:lnTo>
                  <a:pt x="2115312" y="30480"/>
                </a:lnTo>
                <a:lnTo>
                  <a:pt x="2129028" y="22860"/>
                </a:lnTo>
                <a:lnTo>
                  <a:pt x="2097024" y="1524"/>
                </a:lnTo>
                <a:lnTo>
                  <a:pt x="2082457" y="32105"/>
                </a:lnTo>
                <a:lnTo>
                  <a:pt x="2066163" y="59817"/>
                </a:lnTo>
                <a:lnTo>
                  <a:pt x="2028444" y="106680"/>
                </a:lnTo>
                <a:lnTo>
                  <a:pt x="1981962" y="145351"/>
                </a:lnTo>
                <a:lnTo>
                  <a:pt x="1926336" y="178308"/>
                </a:lnTo>
                <a:lnTo>
                  <a:pt x="1927860" y="184404"/>
                </a:lnTo>
                <a:lnTo>
                  <a:pt x="1980057" y="161925"/>
                </a:lnTo>
                <a:lnTo>
                  <a:pt x="2025396" y="132588"/>
                </a:lnTo>
                <a:lnTo>
                  <a:pt x="2067877" y="92773"/>
                </a:lnTo>
                <a:lnTo>
                  <a:pt x="2109216" y="38100"/>
                </a:lnTo>
                <a:lnTo>
                  <a:pt x="2116099" y="51295"/>
                </a:lnTo>
                <a:lnTo>
                  <a:pt x="2151888" y="100584"/>
                </a:lnTo>
                <a:lnTo>
                  <a:pt x="2194179" y="137160"/>
                </a:lnTo>
                <a:lnTo>
                  <a:pt x="2252472" y="173736"/>
                </a:lnTo>
                <a:lnTo>
                  <a:pt x="2257907" y="166331"/>
                </a:lnTo>
                <a:lnTo>
                  <a:pt x="2265045" y="160210"/>
                </a:lnTo>
                <a:lnTo>
                  <a:pt x="2273909" y="155524"/>
                </a:lnTo>
                <a:lnTo>
                  <a:pt x="2284476" y="152400"/>
                </a:lnTo>
                <a:lnTo>
                  <a:pt x="2284476" y="147828"/>
                </a:lnTo>
                <a:close/>
              </a:path>
              <a:path w="2677795" h="361314">
                <a:moveTo>
                  <a:pt x="2398776" y="65532"/>
                </a:moveTo>
                <a:lnTo>
                  <a:pt x="2395728" y="59436"/>
                </a:lnTo>
                <a:lnTo>
                  <a:pt x="2386584" y="51816"/>
                </a:lnTo>
                <a:lnTo>
                  <a:pt x="2379992" y="45847"/>
                </a:lnTo>
                <a:lnTo>
                  <a:pt x="2371534" y="39433"/>
                </a:lnTo>
                <a:lnTo>
                  <a:pt x="2361082" y="32753"/>
                </a:lnTo>
                <a:lnTo>
                  <a:pt x="2348484" y="25908"/>
                </a:lnTo>
                <a:lnTo>
                  <a:pt x="2345436" y="30480"/>
                </a:lnTo>
                <a:lnTo>
                  <a:pt x="2354872" y="43268"/>
                </a:lnTo>
                <a:lnTo>
                  <a:pt x="2362581" y="56197"/>
                </a:lnTo>
                <a:lnTo>
                  <a:pt x="2368588" y="68846"/>
                </a:lnTo>
                <a:lnTo>
                  <a:pt x="2372868" y="80772"/>
                </a:lnTo>
                <a:lnTo>
                  <a:pt x="2375916" y="92964"/>
                </a:lnTo>
                <a:lnTo>
                  <a:pt x="2380488" y="97536"/>
                </a:lnTo>
                <a:lnTo>
                  <a:pt x="2386584" y="97536"/>
                </a:lnTo>
                <a:lnTo>
                  <a:pt x="2389632" y="96012"/>
                </a:lnTo>
                <a:lnTo>
                  <a:pt x="2392680" y="91440"/>
                </a:lnTo>
                <a:lnTo>
                  <a:pt x="2397252" y="86868"/>
                </a:lnTo>
                <a:lnTo>
                  <a:pt x="2398776" y="80772"/>
                </a:lnTo>
                <a:lnTo>
                  <a:pt x="2398776" y="65532"/>
                </a:lnTo>
                <a:close/>
              </a:path>
              <a:path w="2677795" h="361314">
                <a:moveTo>
                  <a:pt x="2673096" y="120396"/>
                </a:moveTo>
                <a:lnTo>
                  <a:pt x="2647188" y="89916"/>
                </a:lnTo>
                <a:lnTo>
                  <a:pt x="2625852" y="111252"/>
                </a:lnTo>
                <a:lnTo>
                  <a:pt x="2551176" y="111252"/>
                </a:lnTo>
                <a:lnTo>
                  <a:pt x="2551176" y="45720"/>
                </a:lnTo>
                <a:lnTo>
                  <a:pt x="2551176" y="42672"/>
                </a:lnTo>
                <a:lnTo>
                  <a:pt x="2589111" y="39243"/>
                </a:lnTo>
                <a:lnTo>
                  <a:pt x="2610193" y="36982"/>
                </a:lnTo>
                <a:lnTo>
                  <a:pt x="2620137" y="36004"/>
                </a:lnTo>
                <a:lnTo>
                  <a:pt x="2629522" y="35318"/>
                </a:lnTo>
                <a:lnTo>
                  <a:pt x="2638044" y="35052"/>
                </a:lnTo>
                <a:lnTo>
                  <a:pt x="2618232" y="4572"/>
                </a:lnTo>
                <a:lnTo>
                  <a:pt x="2574518" y="23228"/>
                </a:lnTo>
                <a:lnTo>
                  <a:pt x="2529916" y="33274"/>
                </a:lnTo>
                <a:lnTo>
                  <a:pt x="2472144" y="40754"/>
                </a:lnTo>
                <a:lnTo>
                  <a:pt x="2438400" y="44196"/>
                </a:lnTo>
                <a:lnTo>
                  <a:pt x="2438400" y="50292"/>
                </a:lnTo>
                <a:lnTo>
                  <a:pt x="2529840" y="45720"/>
                </a:lnTo>
                <a:lnTo>
                  <a:pt x="2529840" y="111252"/>
                </a:lnTo>
                <a:lnTo>
                  <a:pt x="2414016" y="111252"/>
                </a:lnTo>
                <a:lnTo>
                  <a:pt x="2427732" y="124968"/>
                </a:lnTo>
                <a:lnTo>
                  <a:pt x="2436926" y="122974"/>
                </a:lnTo>
                <a:lnTo>
                  <a:pt x="2446401" y="121539"/>
                </a:lnTo>
                <a:lnTo>
                  <a:pt x="2456459" y="120688"/>
                </a:lnTo>
                <a:lnTo>
                  <a:pt x="2467356" y="120396"/>
                </a:lnTo>
                <a:lnTo>
                  <a:pt x="2529840" y="120396"/>
                </a:lnTo>
                <a:lnTo>
                  <a:pt x="2529840" y="178308"/>
                </a:lnTo>
                <a:lnTo>
                  <a:pt x="2481072" y="178308"/>
                </a:lnTo>
                <a:lnTo>
                  <a:pt x="2456688" y="166116"/>
                </a:lnTo>
                <a:lnTo>
                  <a:pt x="2457818" y="179552"/>
                </a:lnTo>
                <a:lnTo>
                  <a:pt x="2458783" y="194691"/>
                </a:lnTo>
                <a:lnTo>
                  <a:pt x="2459482" y="211556"/>
                </a:lnTo>
                <a:lnTo>
                  <a:pt x="2459736" y="230124"/>
                </a:lnTo>
                <a:lnTo>
                  <a:pt x="2459482" y="248373"/>
                </a:lnTo>
                <a:lnTo>
                  <a:pt x="2458783" y="266319"/>
                </a:lnTo>
                <a:lnTo>
                  <a:pt x="2457843" y="283083"/>
                </a:lnTo>
                <a:lnTo>
                  <a:pt x="2456688" y="300228"/>
                </a:lnTo>
                <a:lnTo>
                  <a:pt x="2479548" y="292608"/>
                </a:lnTo>
                <a:lnTo>
                  <a:pt x="2479548" y="274320"/>
                </a:lnTo>
                <a:lnTo>
                  <a:pt x="2602992" y="274320"/>
                </a:lnTo>
                <a:lnTo>
                  <a:pt x="2602992" y="298704"/>
                </a:lnTo>
                <a:lnTo>
                  <a:pt x="2624328" y="289560"/>
                </a:lnTo>
                <a:lnTo>
                  <a:pt x="2623591" y="274320"/>
                </a:lnTo>
                <a:lnTo>
                  <a:pt x="2623451" y="271538"/>
                </a:lnTo>
                <a:lnTo>
                  <a:pt x="2623324" y="265176"/>
                </a:lnTo>
                <a:lnTo>
                  <a:pt x="2622994" y="249364"/>
                </a:lnTo>
                <a:lnTo>
                  <a:pt x="2622880" y="230124"/>
                </a:lnTo>
                <a:lnTo>
                  <a:pt x="2622804" y="192024"/>
                </a:lnTo>
                <a:lnTo>
                  <a:pt x="2628036" y="187452"/>
                </a:lnTo>
                <a:lnTo>
                  <a:pt x="2634996" y="181356"/>
                </a:lnTo>
                <a:lnTo>
                  <a:pt x="2630678" y="178308"/>
                </a:lnTo>
                <a:lnTo>
                  <a:pt x="2609088" y="163068"/>
                </a:lnTo>
                <a:lnTo>
                  <a:pt x="2602992" y="173228"/>
                </a:lnTo>
                <a:lnTo>
                  <a:pt x="2602992" y="187452"/>
                </a:lnTo>
                <a:lnTo>
                  <a:pt x="2602992" y="265176"/>
                </a:lnTo>
                <a:lnTo>
                  <a:pt x="2479548" y="265176"/>
                </a:lnTo>
                <a:lnTo>
                  <a:pt x="2479548" y="187452"/>
                </a:lnTo>
                <a:lnTo>
                  <a:pt x="2602992" y="187452"/>
                </a:lnTo>
                <a:lnTo>
                  <a:pt x="2602992" y="173228"/>
                </a:lnTo>
                <a:lnTo>
                  <a:pt x="2599944" y="178308"/>
                </a:lnTo>
                <a:lnTo>
                  <a:pt x="2551176" y="178308"/>
                </a:lnTo>
                <a:lnTo>
                  <a:pt x="2551176" y="120396"/>
                </a:lnTo>
                <a:lnTo>
                  <a:pt x="2673096" y="120396"/>
                </a:lnTo>
                <a:close/>
              </a:path>
              <a:path w="2677795" h="361314">
                <a:moveTo>
                  <a:pt x="2677668" y="313944"/>
                </a:moveTo>
                <a:lnTo>
                  <a:pt x="2638285" y="317715"/>
                </a:lnTo>
                <a:lnTo>
                  <a:pt x="2600325" y="320040"/>
                </a:lnTo>
                <a:lnTo>
                  <a:pt x="2564092" y="321233"/>
                </a:lnTo>
                <a:lnTo>
                  <a:pt x="2529840" y="321564"/>
                </a:lnTo>
                <a:lnTo>
                  <a:pt x="2498394" y="319570"/>
                </a:lnTo>
                <a:lnTo>
                  <a:pt x="2452052" y="310426"/>
                </a:lnTo>
                <a:lnTo>
                  <a:pt x="2415540" y="288226"/>
                </a:lnTo>
                <a:lnTo>
                  <a:pt x="2411349" y="284988"/>
                </a:lnTo>
                <a:lnTo>
                  <a:pt x="2406446" y="281203"/>
                </a:lnTo>
                <a:lnTo>
                  <a:pt x="2398776" y="274320"/>
                </a:lnTo>
                <a:lnTo>
                  <a:pt x="2398776" y="161544"/>
                </a:lnTo>
                <a:lnTo>
                  <a:pt x="2404008" y="156972"/>
                </a:lnTo>
                <a:lnTo>
                  <a:pt x="2410968" y="150876"/>
                </a:lnTo>
                <a:lnTo>
                  <a:pt x="2385060" y="132588"/>
                </a:lnTo>
                <a:lnTo>
                  <a:pt x="2375916" y="147828"/>
                </a:lnTo>
                <a:lnTo>
                  <a:pt x="2316480" y="147828"/>
                </a:lnTo>
                <a:lnTo>
                  <a:pt x="2330196" y="161544"/>
                </a:lnTo>
                <a:lnTo>
                  <a:pt x="2338794" y="159550"/>
                </a:lnTo>
                <a:lnTo>
                  <a:pt x="2346388" y="158115"/>
                </a:lnTo>
                <a:lnTo>
                  <a:pt x="2353132" y="157264"/>
                </a:lnTo>
                <a:lnTo>
                  <a:pt x="2359152" y="156972"/>
                </a:lnTo>
                <a:lnTo>
                  <a:pt x="2378964" y="156972"/>
                </a:lnTo>
                <a:lnTo>
                  <a:pt x="2378964" y="272796"/>
                </a:lnTo>
                <a:lnTo>
                  <a:pt x="2361514" y="283083"/>
                </a:lnTo>
                <a:lnTo>
                  <a:pt x="2345626" y="293370"/>
                </a:lnTo>
                <a:lnTo>
                  <a:pt x="2331174" y="303657"/>
                </a:lnTo>
                <a:lnTo>
                  <a:pt x="2318004" y="313944"/>
                </a:lnTo>
                <a:lnTo>
                  <a:pt x="2340864" y="333756"/>
                </a:lnTo>
                <a:lnTo>
                  <a:pt x="2344864" y="326618"/>
                </a:lnTo>
                <a:lnTo>
                  <a:pt x="2350008" y="318897"/>
                </a:lnTo>
                <a:lnTo>
                  <a:pt x="2378773" y="289369"/>
                </a:lnTo>
                <a:lnTo>
                  <a:pt x="2388108" y="284988"/>
                </a:lnTo>
                <a:lnTo>
                  <a:pt x="2393023" y="286131"/>
                </a:lnTo>
                <a:lnTo>
                  <a:pt x="2398776" y="289560"/>
                </a:lnTo>
                <a:lnTo>
                  <a:pt x="2405684" y="295275"/>
                </a:lnTo>
                <a:lnTo>
                  <a:pt x="2414016" y="303276"/>
                </a:lnTo>
                <a:lnTo>
                  <a:pt x="2423757" y="312089"/>
                </a:lnTo>
                <a:lnTo>
                  <a:pt x="2461260" y="332232"/>
                </a:lnTo>
                <a:lnTo>
                  <a:pt x="2513342" y="342950"/>
                </a:lnTo>
                <a:lnTo>
                  <a:pt x="2560180" y="345313"/>
                </a:lnTo>
                <a:lnTo>
                  <a:pt x="2647188" y="345948"/>
                </a:lnTo>
                <a:lnTo>
                  <a:pt x="2649169" y="336550"/>
                </a:lnTo>
                <a:lnTo>
                  <a:pt x="2654998" y="328993"/>
                </a:lnTo>
                <a:lnTo>
                  <a:pt x="2664549" y="323456"/>
                </a:lnTo>
                <a:lnTo>
                  <a:pt x="2671800" y="321564"/>
                </a:lnTo>
                <a:lnTo>
                  <a:pt x="2677668" y="320040"/>
                </a:lnTo>
                <a:lnTo>
                  <a:pt x="2677668" y="31394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" name="object 50"/>
          <p:cNvSpPr/>
          <p:nvPr/>
        </p:nvSpPr>
        <p:spPr>
          <a:xfrm>
            <a:off x="6079235" y="4690872"/>
            <a:ext cx="53975" cy="173990"/>
          </a:xfrm>
          <a:custGeom>
            <a:avLst/>
            <a:gdLst/>
            <a:ahLst/>
            <a:cxnLst/>
            <a:rect l="l" t="t" r="r" b="b"/>
            <a:pathLst>
              <a:path w="53975" h="173989">
                <a:moveTo>
                  <a:pt x="10668" y="173736"/>
                </a:moveTo>
                <a:lnTo>
                  <a:pt x="7620" y="173736"/>
                </a:lnTo>
                <a:lnTo>
                  <a:pt x="7620" y="170688"/>
                </a:lnTo>
                <a:lnTo>
                  <a:pt x="9144" y="170688"/>
                </a:lnTo>
                <a:lnTo>
                  <a:pt x="12192" y="169164"/>
                </a:lnTo>
                <a:lnTo>
                  <a:pt x="21336" y="160020"/>
                </a:lnTo>
                <a:lnTo>
                  <a:pt x="24384" y="155448"/>
                </a:lnTo>
                <a:lnTo>
                  <a:pt x="28956" y="150876"/>
                </a:lnTo>
                <a:lnTo>
                  <a:pt x="30480" y="144780"/>
                </a:lnTo>
                <a:lnTo>
                  <a:pt x="33528" y="135636"/>
                </a:lnTo>
                <a:lnTo>
                  <a:pt x="25908" y="135636"/>
                </a:lnTo>
                <a:lnTo>
                  <a:pt x="19812" y="134112"/>
                </a:lnTo>
                <a:lnTo>
                  <a:pt x="10668" y="131064"/>
                </a:lnTo>
                <a:lnTo>
                  <a:pt x="7620" y="128016"/>
                </a:lnTo>
                <a:lnTo>
                  <a:pt x="6096" y="124968"/>
                </a:lnTo>
                <a:lnTo>
                  <a:pt x="3048" y="120396"/>
                </a:lnTo>
                <a:lnTo>
                  <a:pt x="3048" y="111252"/>
                </a:lnTo>
                <a:lnTo>
                  <a:pt x="4572" y="106680"/>
                </a:lnTo>
                <a:lnTo>
                  <a:pt x="7620" y="100584"/>
                </a:lnTo>
                <a:lnTo>
                  <a:pt x="13716" y="94488"/>
                </a:lnTo>
                <a:lnTo>
                  <a:pt x="16764" y="92964"/>
                </a:lnTo>
                <a:lnTo>
                  <a:pt x="21336" y="91440"/>
                </a:lnTo>
                <a:lnTo>
                  <a:pt x="32004" y="91440"/>
                </a:lnTo>
                <a:lnTo>
                  <a:pt x="53340" y="114300"/>
                </a:lnTo>
                <a:lnTo>
                  <a:pt x="53340" y="124968"/>
                </a:lnTo>
                <a:lnTo>
                  <a:pt x="51816" y="132588"/>
                </a:lnTo>
                <a:lnTo>
                  <a:pt x="48768" y="140208"/>
                </a:lnTo>
                <a:lnTo>
                  <a:pt x="47244" y="149352"/>
                </a:lnTo>
                <a:lnTo>
                  <a:pt x="42672" y="156972"/>
                </a:lnTo>
                <a:lnTo>
                  <a:pt x="35052" y="161544"/>
                </a:lnTo>
                <a:lnTo>
                  <a:pt x="27432" y="167640"/>
                </a:lnTo>
                <a:lnTo>
                  <a:pt x="21336" y="170688"/>
                </a:lnTo>
                <a:lnTo>
                  <a:pt x="15240" y="172212"/>
                </a:lnTo>
                <a:lnTo>
                  <a:pt x="10668" y="173736"/>
                </a:lnTo>
                <a:close/>
              </a:path>
              <a:path w="53975" h="173989">
                <a:moveTo>
                  <a:pt x="30480" y="53340"/>
                </a:moveTo>
                <a:lnTo>
                  <a:pt x="22860" y="53340"/>
                </a:lnTo>
                <a:lnTo>
                  <a:pt x="10668" y="47244"/>
                </a:lnTo>
                <a:lnTo>
                  <a:pt x="3048" y="42672"/>
                </a:lnTo>
                <a:lnTo>
                  <a:pt x="0" y="35052"/>
                </a:lnTo>
                <a:lnTo>
                  <a:pt x="0" y="25908"/>
                </a:lnTo>
                <a:lnTo>
                  <a:pt x="1524" y="16764"/>
                </a:lnTo>
                <a:lnTo>
                  <a:pt x="4572" y="9144"/>
                </a:lnTo>
                <a:lnTo>
                  <a:pt x="16764" y="3048"/>
                </a:lnTo>
                <a:lnTo>
                  <a:pt x="21336" y="0"/>
                </a:lnTo>
                <a:lnTo>
                  <a:pt x="30480" y="0"/>
                </a:lnTo>
                <a:lnTo>
                  <a:pt x="42672" y="3048"/>
                </a:lnTo>
                <a:lnTo>
                  <a:pt x="50292" y="6096"/>
                </a:lnTo>
                <a:lnTo>
                  <a:pt x="53340" y="12192"/>
                </a:lnTo>
                <a:lnTo>
                  <a:pt x="53392" y="25908"/>
                </a:lnTo>
                <a:lnTo>
                  <a:pt x="53625" y="32670"/>
                </a:lnTo>
                <a:lnTo>
                  <a:pt x="52197" y="39243"/>
                </a:lnTo>
                <a:lnTo>
                  <a:pt x="49053" y="44100"/>
                </a:lnTo>
                <a:lnTo>
                  <a:pt x="44196" y="47244"/>
                </a:lnTo>
                <a:lnTo>
                  <a:pt x="36576" y="50292"/>
                </a:lnTo>
                <a:lnTo>
                  <a:pt x="30480" y="5334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" name="object 51"/>
          <p:cNvSpPr/>
          <p:nvPr/>
        </p:nvSpPr>
        <p:spPr>
          <a:xfrm>
            <a:off x="1752600" y="5073395"/>
            <a:ext cx="341630" cy="356870"/>
          </a:xfrm>
          <a:custGeom>
            <a:avLst/>
            <a:gdLst/>
            <a:ahLst/>
            <a:cxnLst/>
            <a:rect l="l" t="t" r="r" b="b"/>
            <a:pathLst>
              <a:path w="341630" h="356870">
                <a:moveTo>
                  <a:pt x="175260" y="62484"/>
                </a:moveTo>
                <a:lnTo>
                  <a:pt x="170688" y="62484"/>
                </a:lnTo>
                <a:lnTo>
                  <a:pt x="167640" y="57912"/>
                </a:lnTo>
                <a:lnTo>
                  <a:pt x="166116" y="48768"/>
                </a:lnTo>
                <a:lnTo>
                  <a:pt x="162948" y="39052"/>
                </a:lnTo>
                <a:lnTo>
                  <a:pt x="157924" y="28194"/>
                </a:lnTo>
                <a:lnTo>
                  <a:pt x="150899" y="16192"/>
                </a:lnTo>
                <a:lnTo>
                  <a:pt x="141732" y="3048"/>
                </a:lnTo>
                <a:lnTo>
                  <a:pt x="144780" y="0"/>
                </a:lnTo>
                <a:lnTo>
                  <a:pt x="158210" y="7453"/>
                </a:lnTo>
                <a:lnTo>
                  <a:pt x="168783" y="13906"/>
                </a:lnTo>
                <a:lnTo>
                  <a:pt x="176498" y="19502"/>
                </a:lnTo>
                <a:lnTo>
                  <a:pt x="181356" y="24384"/>
                </a:lnTo>
                <a:lnTo>
                  <a:pt x="187452" y="28955"/>
                </a:lnTo>
                <a:lnTo>
                  <a:pt x="188976" y="35052"/>
                </a:lnTo>
                <a:lnTo>
                  <a:pt x="188976" y="45719"/>
                </a:lnTo>
                <a:lnTo>
                  <a:pt x="187452" y="50292"/>
                </a:lnTo>
                <a:lnTo>
                  <a:pt x="182880" y="54864"/>
                </a:lnTo>
                <a:lnTo>
                  <a:pt x="178308" y="60960"/>
                </a:lnTo>
                <a:lnTo>
                  <a:pt x="175260" y="62484"/>
                </a:lnTo>
                <a:close/>
              </a:path>
              <a:path w="341630" h="356870">
                <a:moveTo>
                  <a:pt x="32004" y="121920"/>
                </a:moveTo>
                <a:lnTo>
                  <a:pt x="21336" y="121920"/>
                </a:lnTo>
                <a:lnTo>
                  <a:pt x="18288" y="118872"/>
                </a:lnTo>
                <a:lnTo>
                  <a:pt x="13716" y="115824"/>
                </a:lnTo>
                <a:lnTo>
                  <a:pt x="12192" y="114300"/>
                </a:lnTo>
                <a:lnTo>
                  <a:pt x="12192" y="109728"/>
                </a:lnTo>
                <a:lnTo>
                  <a:pt x="16764" y="103632"/>
                </a:lnTo>
                <a:lnTo>
                  <a:pt x="24384" y="96012"/>
                </a:lnTo>
                <a:lnTo>
                  <a:pt x="31575" y="87963"/>
                </a:lnTo>
                <a:lnTo>
                  <a:pt x="37338" y="77343"/>
                </a:lnTo>
                <a:lnTo>
                  <a:pt x="41957" y="63865"/>
                </a:lnTo>
                <a:lnTo>
                  <a:pt x="45720" y="47243"/>
                </a:lnTo>
                <a:lnTo>
                  <a:pt x="51816" y="47243"/>
                </a:lnTo>
                <a:lnTo>
                  <a:pt x="51816" y="67056"/>
                </a:lnTo>
                <a:lnTo>
                  <a:pt x="323621" y="67056"/>
                </a:lnTo>
                <a:lnTo>
                  <a:pt x="331393" y="76200"/>
                </a:lnTo>
                <a:lnTo>
                  <a:pt x="51816" y="76200"/>
                </a:lnTo>
                <a:lnTo>
                  <a:pt x="52125" y="92487"/>
                </a:lnTo>
                <a:lnTo>
                  <a:pt x="50863" y="104775"/>
                </a:lnTo>
                <a:lnTo>
                  <a:pt x="48172" y="113061"/>
                </a:lnTo>
                <a:lnTo>
                  <a:pt x="44196" y="117348"/>
                </a:lnTo>
                <a:lnTo>
                  <a:pt x="36576" y="120396"/>
                </a:lnTo>
                <a:lnTo>
                  <a:pt x="32004" y="121920"/>
                </a:lnTo>
                <a:close/>
              </a:path>
              <a:path w="341630" h="356870">
                <a:moveTo>
                  <a:pt x="323621" y="67056"/>
                </a:moveTo>
                <a:lnTo>
                  <a:pt x="292607" y="67056"/>
                </a:lnTo>
                <a:lnTo>
                  <a:pt x="309372" y="50292"/>
                </a:lnTo>
                <a:lnTo>
                  <a:pt x="323621" y="67056"/>
                </a:lnTo>
                <a:close/>
              </a:path>
              <a:path w="341630" h="356870">
                <a:moveTo>
                  <a:pt x="280416" y="117348"/>
                </a:moveTo>
                <a:lnTo>
                  <a:pt x="275843" y="114300"/>
                </a:lnTo>
                <a:lnTo>
                  <a:pt x="295655" y="76200"/>
                </a:lnTo>
                <a:lnTo>
                  <a:pt x="331393" y="76200"/>
                </a:lnTo>
                <a:lnTo>
                  <a:pt x="335280" y="80772"/>
                </a:lnTo>
                <a:lnTo>
                  <a:pt x="323278" y="83058"/>
                </a:lnTo>
                <a:lnTo>
                  <a:pt x="310134" y="89916"/>
                </a:lnTo>
                <a:lnTo>
                  <a:pt x="295846" y="101346"/>
                </a:lnTo>
                <a:lnTo>
                  <a:pt x="280416" y="117348"/>
                </a:lnTo>
                <a:close/>
              </a:path>
              <a:path w="341630" h="356870">
                <a:moveTo>
                  <a:pt x="38100" y="155448"/>
                </a:moveTo>
                <a:lnTo>
                  <a:pt x="24384" y="140208"/>
                </a:lnTo>
                <a:lnTo>
                  <a:pt x="263652" y="140208"/>
                </a:lnTo>
                <a:lnTo>
                  <a:pt x="284988" y="118872"/>
                </a:lnTo>
                <a:lnTo>
                  <a:pt x="315468" y="150876"/>
                </a:lnTo>
                <a:lnTo>
                  <a:pt x="74676" y="150876"/>
                </a:lnTo>
                <a:lnTo>
                  <a:pt x="64674" y="151161"/>
                </a:lnTo>
                <a:lnTo>
                  <a:pt x="55245" y="152019"/>
                </a:lnTo>
                <a:lnTo>
                  <a:pt x="46386" y="153447"/>
                </a:lnTo>
                <a:lnTo>
                  <a:pt x="38100" y="155448"/>
                </a:lnTo>
                <a:close/>
              </a:path>
              <a:path w="341630" h="356870">
                <a:moveTo>
                  <a:pt x="181356" y="307848"/>
                </a:moveTo>
                <a:lnTo>
                  <a:pt x="160020" y="307848"/>
                </a:lnTo>
                <a:lnTo>
                  <a:pt x="160020" y="150876"/>
                </a:lnTo>
                <a:lnTo>
                  <a:pt x="181356" y="150876"/>
                </a:lnTo>
                <a:lnTo>
                  <a:pt x="181356" y="225552"/>
                </a:lnTo>
                <a:lnTo>
                  <a:pt x="291084" y="225552"/>
                </a:lnTo>
                <a:lnTo>
                  <a:pt x="300228" y="234696"/>
                </a:lnTo>
                <a:lnTo>
                  <a:pt x="181356" y="234696"/>
                </a:lnTo>
                <a:lnTo>
                  <a:pt x="181356" y="307848"/>
                </a:lnTo>
                <a:close/>
              </a:path>
              <a:path w="341630" h="356870">
                <a:moveTo>
                  <a:pt x="3048" y="356616"/>
                </a:moveTo>
                <a:lnTo>
                  <a:pt x="0" y="352044"/>
                </a:lnTo>
                <a:lnTo>
                  <a:pt x="13763" y="338304"/>
                </a:lnTo>
                <a:lnTo>
                  <a:pt x="25527" y="324421"/>
                </a:lnTo>
                <a:lnTo>
                  <a:pt x="51387" y="281035"/>
                </a:lnTo>
                <a:lnTo>
                  <a:pt x="65532" y="237744"/>
                </a:lnTo>
                <a:lnTo>
                  <a:pt x="70461" y="195310"/>
                </a:lnTo>
                <a:lnTo>
                  <a:pt x="71628" y="181356"/>
                </a:lnTo>
                <a:lnTo>
                  <a:pt x="108204" y="199644"/>
                </a:lnTo>
                <a:lnTo>
                  <a:pt x="96012" y="210312"/>
                </a:lnTo>
                <a:lnTo>
                  <a:pt x="93726" y="219432"/>
                </a:lnTo>
                <a:lnTo>
                  <a:pt x="91440" y="228409"/>
                </a:lnTo>
                <a:lnTo>
                  <a:pt x="89154" y="237101"/>
                </a:lnTo>
                <a:lnTo>
                  <a:pt x="86868" y="245364"/>
                </a:lnTo>
                <a:lnTo>
                  <a:pt x="93662" y="254508"/>
                </a:lnTo>
                <a:lnTo>
                  <a:pt x="83820" y="254508"/>
                </a:lnTo>
                <a:lnTo>
                  <a:pt x="76700" y="271033"/>
                </a:lnTo>
                <a:lnTo>
                  <a:pt x="69151" y="286131"/>
                </a:lnTo>
                <a:lnTo>
                  <a:pt x="44196" y="322326"/>
                </a:lnTo>
                <a:lnTo>
                  <a:pt x="19050" y="345186"/>
                </a:lnTo>
                <a:lnTo>
                  <a:pt x="3048" y="356616"/>
                </a:lnTo>
                <a:close/>
              </a:path>
              <a:path w="341630" h="356870">
                <a:moveTo>
                  <a:pt x="291084" y="225552"/>
                </a:moveTo>
                <a:lnTo>
                  <a:pt x="251460" y="225552"/>
                </a:lnTo>
                <a:lnTo>
                  <a:pt x="271272" y="205740"/>
                </a:lnTo>
                <a:lnTo>
                  <a:pt x="291084" y="225552"/>
                </a:lnTo>
                <a:close/>
              </a:path>
              <a:path w="341630" h="356870">
                <a:moveTo>
                  <a:pt x="309372" y="347472"/>
                </a:moveTo>
                <a:lnTo>
                  <a:pt x="239649" y="343852"/>
                </a:lnTo>
                <a:lnTo>
                  <a:pt x="190500" y="336804"/>
                </a:lnTo>
                <a:lnTo>
                  <a:pt x="140565" y="317515"/>
                </a:lnTo>
                <a:lnTo>
                  <a:pt x="104775" y="284035"/>
                </a:lnTo>
                <a:lnTo>
                  <a:pt x="83820" y="254508"/>
                </a:lnTo>
                <a:lnTo>
                  <a:pt x="93662" y="254508"/>
                </a:lnTo>
                <a:lnTo>
                  <a:pt x="95130" y="256484"/>
                </a:lnTo>
                <a:lnTo>
                  <a:pt x="103822" y="266890"/>
                </a:lnTo>
                <a:lnTo>
                  <a:pt x="141541" y="298704"/>
                </a:lnTo>
                <a:lnTo>
                  <a:pt x="160020" y="307848"/>
                </a:lnTo>
                <a:lnTo>
                  <a:pt x="181356" y="307848"/>
                </a:lnTo>
                <a:lnTo>
                  <a:pt x="181356" y="313944"/>
                </a:lnTo>
                <a:lnTo>
                  <a:pt x="202834" y="317039"/>
                </a:lnTo>
                <a:lnTo>
                  <a:pt x="224028" y="319278"/>
                </a:lnTo>
                <a:lnTo>
                  <a:pt x="245221" y="320373"/>
                </a:lnTo>
                <a:lnTo>
                  <a:pt x="341376" y="320373"/>
                </a:lnTo>
                <a:lnTo>
                  <a:pt x="341376" y="323088"/>
                </a:lnTo>
                <a:lnTo>
                  <a:pt x="329088" y="326255"/>
                </a:lnTo>
                <a:lnTo>
                  <a:pt x="319659" y="331279"/>
                </a:lnTo>
                <a:lnTo>
                  <a:pt x="313086" y="338304"/>
                </a:lnTo>
                <a:lnTo>
                  <a:pt x="309372" y="347472"/>
                </a:lnTo>
                <a:close/>
              </a:path>
              <a:path w="341630" h="356870">
                <a:moveTo>
                  <a:pt x="341376" y="320373"/>
                </a:moveTo>
                <a:lnTo>
                  <a:pt x="245221" y="320373"/>
                </a:lnTo>
                <a:lnTo>
                  <a:pt x="286726" y="319778"/>
                </a:lnTo>
                <a:lnTo>
                  <a:pt x="305752" y="319087"/>
                </a:lnTo>
                <a:lnTo>
                  <a:pt x="323921" y="318111"/>
                </a:lnTo>
                <a:lnTo>
                  <a:pt x="341376" y="316992"/>
                </a:lnTo>
                <a:lnTo>
                  <a:pt x="341376" y="32037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" name="object 52"/>
          <p:cNvSpPr/>
          <p:nvPr/>
        </p:nvSpPr>
        <p:spPr>
          <a:xfrm>
            <a:off x="2139695" y="5071871"/>
            <a:ext cx="352425" cy="358140"/>
          </a:xfrm>
          <a:custGeom>
            <a:avLst/>
            <a:gdLst/>
            <a:ahLst/>
            <a:cxnLst/>
            <a:rect l="l" t="t" r="r" b="b"/>
            <a:pathLst>
              <a:path w="352425" h="358139">
                <a:moveTo>
                  <a:pt x="181356" y="88392"/>
                </a:moveTo>
                <a:lnTo>
                  <a:pt x="175260" y="88392"/>
                </a:lnTo>
                <a:lnTo>
                  <a:pt x="172212" y="83820"/>
                </a:lnTo>
                <a:lnTo>
                  <a:pt x="169164" y="71628"/>
                </a:lnTo>
                <a:lnTo>
                  <a:pt x="164306" y="57054"/>
                </a:lnTo>
                <a:lnTo>
                  <a:pt x="156591" y="40767"/>
                </a:lnTo>
                <a:lnTo>
                  <a:pt x="146018" y="22764"/>
                </a:lnTo>
                <a:lnTo>
                  <a:pt x="132588" y="3048"/>
                </a:lnTo>
                <a:lnTo>
                  <a:pt x="137160" y="0"/>
                </a:lnTo>
                <a:lnTo>
                  <a:pt x="172735" y="27003"/>
                </a:lnTo>
                <a:lnTo>
                  <a:pt x="196596" y="59436"/>
                </a:lnTo>
                <a:lnTo>
                  <a:pt x="196596" y="65532"/>
                </a:lnTo>
                <a:lnTo>
                  <a:pt x="195072" y="71628"/>
                </a:lnTo>
                <a:lnTo>
                  <a:pt x="190500" y="77724"/>
                </a:lnTo>
                <a:lnTo>
                  <a:pt x="185928" y="85344"/>
                </a:lnTo>
                <a:lnTo>
                  <a:pt x="181356" y="88392"/>
                </a:lnTo>
                <a:close/>
              </a:path>
              <a:path w="352425" h="358139">
                <a:moveTo>
                  <a:pt x="207807" y="227076"/>
                </a:moveTo>
                <a:lnTo>
                  <a:pt x="182880" y="227076"/>
                </a:lnTo>
                <a:lnTo>
                  <a:pt x="194905" y="207978"/>
                </a:lnTo>
                <a:lnTo>
                  <a:pt x="205930" y="187452"/>
                </a:lnTo>
                <a:lnTo>
                  <a:pt x="225552" y="143256"/>
                </a:lnTo>
                <a:lnTo>
                  <a:pt x="243459" y="91059"/>
                </a:lnTo>
                <a:lnTo>
                  <a:pt x="259080" y="27432"/>
                </a:lnTo>
                <a:lnTo>
                  <a:pt x="297179" y="53340"/>
                </a:lnTo>
                <a:lnTo>
                  <a:pt x="281940" y="60960"/>
                </a:lnTo>
                <a:lnTo>
                  <a:pt x="261941" y="118729"/>
                </a:lnTo>
                <a:lnTo>
                  <a:pt x="240982" y="168402"/>
                </a:lnTo>
                <a:lnTo>
                  <a:pt x="219146" y="210121"/>
                </a:lnTo>
                <a:lnTo>
                  <a:pt x="207807" y="227076"/>
                </a:lnTo>
                <a:close/>
              </a:path>
              <a:path w="352425" h="358139">
                <a:moveTo>
                  <a:pt x="1524" y="358139"/>
                </a:moveTo>
                <a:lnTo>
                  <a:pt x="0" y="352044"/>
                </a:lnTo>
                <a:lnTo>
                  <a:pt x="47434" y="333208"/>
                </a:lnTo>
                <a:lnTo>
                  <a:pt x="91440" y="308800"/>
                </a:lnTo>
                <a:lnTo>
                  <a:pt x="132016" y="278963"/>
                </a:lnTo>
                <a:lnTo>
                  <a:pt x="169164" y="243840"/>
                </a:lnTo>
                <a:lnTo>
                  <a:pt x="143708" y="204954"/>
                </a:lnTo>
                <a:lnTo>
                  <a:pt x="119824" y="161353"/>
                </a:lnTo>
                <a:lnTo>
                  <a:pt x="97369" y="112895"/>
                </a:lnTo>
                <a:lnTo>
                  <a:pt x="76200" y="59436"/>
                </a:lnTo>
                <a:lnTo>
                  <a:pt x="82296" y="56388"/>
                </a:lnTo>
                <a:lnTo>
                  <a:pt x="110013" y="113276"/>
                </a:lnTo>
                <a:lnTo>
                  <a:pt x="136017" y="160591"/>
                </a:lnTo>
                <a:lnTo>
                  <a:pt x="160305" y="198477"/>
                </a:lnTo>
                <a:lnTo>
                  <a:pt x="182880" y="227076"/>
                </a:lnTo>
                <a:lnTo>
                  <a:pt x="207807" y="227076"/>
                </a:lnTo>
                <a:lnTo>
                  <a:pt x="196596" y="243840"/>
                </a:lnTo>
                <a:lnTo>
                  <a:pt x="214777" y="259080"/>
                </a:lnTo>
                <a:lnTo>
                  <a:pt x="182880" y="259080"/>
                </a:lnTo>
                <a:lnTo>
                  <a:pt x="143398" y="291917"/>
                </a:lnTo>
                <a:lnTo>
                  <a:pt x="100203" y="319468"/>
                </a:lnTo>
                <a:lnTo>
                  <a:pt x="53006" y="341590"/>
                </a:lnTo>
                <a:lnTo>
                  <a:pt x="1524" y="358139"/>
                </a:lnTo>
                <a:close/>
              </a:path>
              <a:path w="352425" h="358139">
                <a:moveTo>
                  <a:pt x="313943" y="355092"/>
                </a:moveTo>
                <a:lnTo>
                  <a:pt x="280177" y="338804"/>
                </a:lnTo>
                <a:lnTo>
                  <a:pt x="247269" y="317373"/>
                </a:lnTo>
                <a:lnTo>
                  <a:pt x="214931" y="290798"/>
                </a:lnTo>
                <a:lnTo>
                  <a:pt x="182880" y="259080"/>
                </a:lnTo>
                <a:lnTo>
                  <a:pt x="214777" y="259080"/>
                </a:lnTo>
                <a:lnTo>
                  <a:pt x="235458" y="276415"/>
                </a:lnTo>
                <a:lnTo>
                  <a:pt x="274320" y="300990"/>
                </a:lnTo>
                <a:lnTo>
                  <a:pt x="313182" y="317563"/>
                </a:lnTo>
                <a:lnTo>
                  <a:pt x="352044" y="326136"/>
                </a:lnTo>
                <a:lnTo>
                  <a:pt x="352044" y="332232"/>
                </a:lnTo>
                <a:lnTo>
                  <a:pt x="338589" y="335375"/>
                </a:lnTo>
                <a:lnTo>
                  <a:pt x="327850" y="340233"/>
                </a:lnTo>
                <a:lnTo>
                  <a:pt x="319682" y="346805"/>
                </a:lnTo>
                <a:lnTo>
                  <a:pt x="313943" y="35509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" name="object 53"/>
          <p:cNvSpPr/>
          <p:nvPr/>
        </p:nvSpPr>
        <p:spPr>
          <a:xfrm>
            <a:off x="2540508" y="5094732"/>
            <a:ext cx="594360" cy="376555"/>
          </a:xfrm>
          <a:custGeom>
            <a:avLst/>
            <a:gdLst/>
            <a:ahLst/>
            <a:cxnLst/>
            <a:rect l="l" t="t" r="r" b="b"/>
            <a:pathLst>
              <a:path w="594360" h="376554">
                <a:moveTo>
                  <a:pt x="178308" y="97536"/>
                </a:moveTo>
                <a:lnTo>
                  <a:pt x="169164" y="57912"/>
                </a:lnTo>
                <a:lnTo>
                  <a:pt x="160159" y="44196"/>
                </a:lnTo>
                <a:lnTo>
                  <a:pt x="159258" y="43053"/>
                </a:lnTo>
                <a:lnTo>
                  <a:pt x="152438" y="36487"/>
                </a:lnTo>
                <a:lnTo>
                  <a:pt x="144780" y="30480"/>
                </a:lnTo>
                <a:lnTo>
                  <a:pt x="140208" y="27736"/>
                </a:lnTo>
                <a:lnTo>
                  <a:pt x="140208" y="108204"/>
                </a:lnTo>
                <a:lnTo>
                  <a:pt x="138684" y="115824"/>
                </a:lnTo>
                <a:lnTo>
                  <a:pt x="113157" y="149733"/>
                </a:lnTo>
                <a:lnTo>
                  <a:pt x="73355" y="158242"/>
                </a:lnTo>
                <a:lnTo>
                  <a:pt x="62484" y="158496"/>
                </a:lnTo>
                <a:lnTo>
                  <a:pt x="36576" y="158496"/>
                </a:lnTo>
                <a:lnTo>
                  <a:pt x="36576" y="44196"/>
                </a:lnTo>
                <a:lnTo>
                  <a:pt x="68580" y="44196"/>
                </a:lnTo>
                <a:lnTo>
                  <a:pt x="77165" y="44462"/>
                </a:lnTo>
                <a:lnTo>
                  <a:pt x="84772" y="45148"/>
                </a:lnTo>
                <a:lnTo>
                  <a:pt x="91503" y="46126"/>
                </a:lnTo>
                <a:lnTo>
                  <a:pt x="97536" y="47244"/>
                </a:lnTo>
                <a:lnTo>
                  <a:pt x="106680" y="48768"/>
                </a:lnTo>
                <a:lnTo>
                  <a:pt x="112776" y="51816"/>
                </a:lnTo>
                <a:lnTo>
                  <a:pt x="118872" y="56388"/>
                </a:lnTo>
                <a:lnTo>
                  <a:pt x="126492" y="60960"/>
                </a:lnTo>
                <a:lnTo>
                  <a:pt x="140081" y="97536"/>
                </a:lnTo>
                <a:lnTo>
                  <a:pt x="140208" y="108204"/>
                </a:lnTo>
                <a:lnTo>
                  <a:pt x="140208" y="27736"/>
                </a:lnTo>
                <a:lnTo>
                  <a:pt x="93916" y="13335"/>
                </a:lnTo>
                <a:lnTo>
                  <a:pt x="70104" y="12192"/>
                </a:lnTo>
                <a:lnTo>
                  <a:pt x="0" y="12192"/>
                </a:lnTo>
                <a:lnTo>
                  <a:pt x="0" y="297180"/>
                </a:lnTo>
                <a:lnTo>
                  <a:pt x="36576" y="297180"/>
                </a:lnTo>
                <a:lnTo>
                  <a:pt x="36576" y="190500"/>
                </a:lnTo>
                <a:lnTo>
                  <a:pt x="68580" y="190500"/>
                </a:lnTo>
                <a:lnTo>
                  <a:pt x="108864" y="186651"/>
                </a:lnTo>
                <a:lnTo>
                  <a:pt x="146507" y="168097"/>
                </a:lnTo>
                <a:lnTo>
                  <a:pt x="156667" y="158496"/>
                </a:lnTo>
                <a:lnTo>
                  <a:pt x="159346" y="155524"/>
                </a:lnTo>
                <a:lnTo>
                  <a:pt x="176974" y="116205"/>
                </a:lnTo>
                <a:lnTo>
                  <a:pt x="177990" y="107302"/>
                </a:lnTo>
                <a:lnTo>
                  <a:pt x="178308" y="97536"/>
                </a:lnTo>
                <a:close/>
              </a:path>
              <a:path w="594360" h="376554">
                <a:moveTo>
                  <a:pt x="320040" y="12"/>
                </a:moveTo>
                <a:lnTo>
                  <a:pt x="277368" y="12"/>
                </a:lnTo>
                <a:lnTo>
                  <a:pt x="261099" y="19964"/>
                </a:lnTo>
                <a:lnTo>
                  <a:pt x="234289" y="62153"/>
                </a:lnTo>
                <a:lnTo>
                  <a:pt x="216027" y="107302"/>
                </a:lnTo>
                <a:lnTo>
                  <a:pt x="206883" y="158838"/>
                </a:lnTo>
                <a:lnTo>
                  <a:pt x="205740" y="187464"/>
                </a:lnTo>
                <a:lnTo>
                  <a:pt x="206883" y="216319"/>
                </a:lnTo>
                <a:lnTo>
                  <a:pt x="216027" y="268897"/>
                </a:lnTo>
                <a:lnTo>
                  <a:pt x="234924" y="314071"/>
                </a:lnTo>
                <a:lnTo>
                  <a:pt x="261315" y="355841"/>
                </a:lnTo>
                <a:lnTo>
                  <a:pt x="277368" y="376440"/>
                </a:lnTo>
                <a:lnTo>
                  <a:pt x="320040" y="376440"/>
                </a:lnTo>
                <a:lnTo>
                  <a:pt x="320040" y="373392"/>
                </a:lnTo>
                <a:lnTo>
                  <a:pt x="312940" y="366890"/>
                </a:lnTo>
                <a:lnTo>
                  <a:pt x="305562" y="359105"/>
                </a:lnTo>
                <a:lnTo>
                  <a:pt x="277558" y="321767"/>
                </a:lnTo>
                <a:lnTo>
                  <a:pt x="259715" y="286753"/>
                </a:lnTo>
                <a:lnTo>
                  <a:pt x="245364" y="246900"/>
                </a:lnTo>
                <a:lnTo>
                  <a:pt x="239572" y="203174"/>
                </a:lnTo>
                <a:lnTo>
                  <a:pt x="239268" y="187464"/>
                </a:lnTo>
                <a:lnTo>
                  <a:pt x="239598" y="171742"/>
                </a:lnTo>
                <a:lnTo>
                  <a:pt x="250596" y="114350"/>
                </a:lnTo>
                <a:lnTo>
                  <a:pt x="265176" y="76212"/>
                </a:lnTo>
                <a:lnTo>
                  <a:pt x="284238" y="42989"/>
                </a:lnTo>
                <a:lnTo>
                  <a:pt x="312940" y="8674"/>
                </a:lnTo>
                <a:lnTo>
                  <a:pt x="320040" y="1536"/>
                </a:lnTo>
                <a:lnTo>
                  <a:pt x="320040" y="12"/>
                </a:lnTo>
                <a:close/>
              </a:path>
              <a:path w="594360" h="376554">
                <a:moveTo>
                  <a:pt x="464807" y="83820"/>
                </a:moveTo>
                <a:lnTo>
                  <a:pt x="399275" y="83820"/>
                </a:lnTo>
                <a:lnTo>
                  <a:pt x="399275" y="22860"/>
                </a:lnTo>
                <a:lnTo>
                  <a:pt x="362699" y="22860"/>
                </a:lnTo>
                <a:lnTo>
                  <a:pt x="362699" y="83820"/>
                </a:lnTo>
                <a:lnTo>
                  <a:pt x="338315" y="83820"/>
                </a:lnTo>
                <a:lnTo>
                  <a:pt x="338315" y="112776"/>
                </a:lnTo>
                <a:lnTo>
                  <a:pt x="362699" y="112776"/>
                </a:lnTo>
                <a:lnTo>
                  <a:pt x="362699" y="231648"/>
                </a:lnTo>
                <a:lnTo>
                  <a:pt x="363829" y="248564"/>
                </a:lnTo>
                <a:lnTo>
                  <a:pt x="379463" y="284988"/>
                </a:lnTo>
                <a:lnTo>
                  <a:pt x="425183" y="301752"/>
                </a:lnTo>
                <a:lnTo>
                  <a:pt x="431279" y="301752"/>
                </a:lnTo>
                <a:lnTo>
                  <a:pt x="437375" y="300228"/>
                </a:lnTo>
                <a:lnTo>
                  <a:pt x="444995" y="300228"/>
                </a:lnTo>
                <a:lnTo>
                  <a:pt x="451091" y="298704"/>
                </a:lnTo>
                <a:lnTo>
                  <a:pt x="458711" y="297180"/>
                </a:lnTo>
                <a:lnTo>
                  <a:pt x="464807" y="295656"/>
                </a:lnTo>
                <a:lnTo>
                  <a:pt x="464807" y="262128"/>
                </a:lnTo>
                <a:lnTo>
                  <a:pt x="463283" y="262128"/>
                </a:lnTo>
                <a:lnTo>
                  <a:pt x="457187" y="265176"/>
                </a:lnTo>
                <a:lnTo>
                  <a:pt x="444995" y="268224"/>
                </a:lnTo>
                <a:lnTo>
                  <a:pt x="440423" y="269748"/>
                </a:lnTo>
                <a:lnTo>
                  <a:pt x="425183" y="269748"/>
                </a:lnTo>
                <a:lnTo>
                  <a:pt x="419087" y="268224"/>
                </a:lnTo>
                <a:lnTo>
                  <a:pt x="414515" y="266700"/>
                </a:lnTo>
                <a:lnTo>
                  <a:pt x="405371" y="260604"/>
                </a:lnTo>
                <a:lnTo>
                  <a:pt x="403847" y="256032"/>
                </a:lnTo>
                <a:lnTo>
                  <a:pt x="400799" y="251460"/>
                </a:lnTo>
                <a:lnTo>
                  <a:pt x="399275" y="245364"/>
                </a:lnTo>
                <a:lnTo>
                  <a:pt x="399275" y="112776"/>
                </a:lnTo>
                <a:lnTo>
                  <a:pt x="464807" y="112776"/>
                </a:lnTo>
                <a:lnTo>
                  <a:pt x="464807" y="83820"/>
                </a:lnTo>
                <a:close/>
              </a:path>
              <a:path w="594360" h="376554">
                <a:moveTo>
                  <a:pt x="594347" y="187452"/>
                </a:moveTo>
                <a:lnTo>
                  <a:pt x="589775" y="131635"/>
                </a:lnTo>
                <a:lnTo>
                  <a:pt x="576059" y="83820"/>
                </a:lnTo>
                <a:lnTo>
                  <a:pt x="552818" y="40195"/>
                </a:lnTo>
                <a:lnTo>
                  <a:pt x="522719" y="0"/>
                </a:lnTo>
                <a:lnTo>
                  <a:pt x="480047" y="0"/>
                </a:lnTo>
                <a:lnTo>
                  <a:pt x="480047" y="1524"/>
                </a:lnTo>
                <a:lnTo>
                  <a:pt x="487146" y="8674"/>
                </a:lnTo>
                <a:lnTo>
                  <a:pt x="494525" y="16383"/>
                </a:lnTo>
                <a:lnTo>
                  <a:pt x="522528" y="53721"/>
                </a:lnTo>
                <a:lnTo>
                  <a:pt x="540346" y="88163"/>
                </a:lnTo>
                <a:lnTo>
                  <a:pt x="556971" y="142024"/>
                </a:lnTo>
                <a:lnTo>
                  <a:pt x="560819" y="187452"/>
                </a:lnTo>
                <a:lnTo>
                  <a:pt x="560514" y="203174"/>
                </a:lnTo>
                <a:lnTo>
                  <a:pt x="554723" y="246888"/>
                </a:lnTo>
                <a:lnTo>
                  <a:pt x="540372" y="286118"/>
                </a:lnTo>
                <a:lnTo>
                  <a:pt x="523100" y="321183"/>
                </a:lnTo>
                <a:lnTo>
                  <a:pt x="494525" y="359092"/>
                </a:lnTo>
                <a:lnTo>
                  <a:pt x="480047" y="373380"/>
                </a:lnTo>
                <a:lnTo>
                  <a:pt x="480047" y="376428"/>
                </a:lnTo>
                <a:lnTo>
                  <a:pt x="522719" y="376428"/>
                </a:lnTo>
                <a:lnTo>
                  <a:pt x="538988" y="355815"/>
                </a:lnTo>
                <a:lnTo>
                  <a:pt x="565797" y="313423"/>
                </a:lnTo>
                <a:lnTo>
                  <a:pt x="584060" y="268249"/>
                </a:lnTo>
                <a:lnTo>
                  <a:pt x="593204" y="216293"/>
                </a:lnTo>
                <a:lnTo>
                  <a:pt x="594347" y="18745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" name="object 54"/>
          <p:cNvSpPr/>
          <p:nvPr/>
        </p:nvSpPr>
        <p:spPr>
          <a:xfrm>
            <a:off x="3201923" y="5178552"/>
            <a:ext cx="45720" cy="55244"/>
          </a:xfrm>
          <a:custGeom>
            <a:avLst/>
            <a:gdLst/>
            <a:ahLst/>
            <a:cxnLst/>
            <a:rect l="l" t="t" r="r" b="b"/>
            <a:pathLst>
              <a:path w="45719" h="55245">
                <a:moveTo>
                  <a:pt x="45720" y="54864"/>
                </a:moveTo>
                <a:lnTo>
                  <a:pt x="0" y="54864"/>
                </a:lnTo>
                <a:lnTo>
                  <a:pt x="0" y="0"/>
                </a:lnTo>
                <a:lnTo>
                  <a:pt x="45720" y="0"/>
                </a:lnTo>
                <a:lnTo>
                  <a:pt x="45720" y="5486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" name="object 55"/>
          <p:cNvSpPr/>
          <p:nvPr/>
        </p:nvSpPr>
        <p:spPr>
          <a:xfrm>
            <a:off x="3201923" y="5337047"/>
            <a:ext cx="45720" cy="55244"/>
          </a:xfrm>
          <a:custGeom>
            <a:avLst/>
            <a:gdLst/>
            <a:ahLst/>
            <a:cxnLst/>
            <a:rect l="l" t="t" r="r" b="b"/>
            <a:pathLst>
              <a:path w="45719" h="55245">
                <a:moveTo>
                  <a:pt x="45720" y="54863"/>
                </a:moveTo>
                <a:lnTo>
                  <a:pt x="0" y="54863"/>
                </a:lnTo>
                <a:lnTo>
                  <a:pt x="0" y="0"/>
                </a:lnTo>
                <a:lnTo>
                  <a:pt x="45720" y="0"/>
                </a:lnTo>
                <a:lnTo>
                  <a:pt x="45720" y="5486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" name="object 56"/>
          <p:cNvSpPr/>
          <p:nvPr/>
        </p:nvSpPr>
        <p:spPr>
          <a:xfrm>
            <a:off x="3427476" y="5068823"/>
            <a:ext cx="1663064" cy="363220"/>
          </a:xfrm>
          <a:custGeom>
            <a:avLst/>
            <a:gdLst/>
            <a:ahLst/>
            <a:cxnLst/>
            <a:rect l="l" t="t" r="r" b="b"/>
            <a:pathLst>
              <a:path w="1663064" h="363220">
                <a:moveTo>
                  <a:pt x="97536" y="56388"/>
                </a:moveTo>
                <a:lnTo>
                  <a:pt x="67818" y="23241"/>
                </a:lnTo>
                <a:lnTo>
                  <a:pt x="47244" y="10668"/>
                </a:lnTo>
                <a:lnTo>
                  <a:pt x="45720" y="15240"/>
                </a:lnTo>
                <a:lnTo>
                  <a:pt x="54292" y="26441"/>
                </a:lnTo>
                <a:lnTo>
                  <a:pt x="61722" y="37338"/>
                </a:lnTo>
                <a:lnTo>
                  <a:pt x="68008" y="48247"/>
                </a:lnTo>
                <a:lnTo>
                  <a:pt x="73152" y="59436"/>
                </a:lnTo>
                <a:lnTo>
                  <a:pt x="76200" y="71628"/>
                </a:lnTo>
                <a:lnTo>
                  <a:pt x="80772" y="76200"/>
                </a:lnTo>
                <a:lnTo>
                  <a:pt x="85344" y="76200"/>
                </a:lnTo>
                <a:lnTo>
                  <a:pt x="88392" y="74676"/>
                </a:lnTo>
                <a:lnTo>
                  <a:pt x="94488" y="68580"/>
                </a:lnTo>
                <a:lnTo>
                  <a:pt x="97536" y="64008"/>
                </a:lnTo>
                <a:lnTo>
                  <a:pt x="97536" y="56388"/>
                </a:lnTo>
                <a:close/>
              </a:path>
              <a:path w="1663064" h="363220">
                <a:moveTo>
                  <a:pt x="355092" y="175260"/>
                </a:moveTo>
                <a:lnTo>
                  <a:pt x="329184" y="147828"/>
                </a:lnTo>
                <a:lnTo>
                  <a:pt x="310896" y="166116"/>
                </a:lnTo>
                <a:lnTo>
                  <a:pt x="237744" y="166116"/>
                </a:lnTo>
                <a:lnTo>
                  <a:pt x="238887" y="151257"/>
                </a:lnTo>
                <a:lnTo>
                  <a:pt x="240030" y="134112"/>
                </a:lnTo>
                <a:lnTo>
                  <a:pt x="241096" y="115824"/>
                </a:lnTo>
                <a:lnTo>
                  <a:pt x="242316" y="92964"/>
                </a:lnTo>
                <a:lnTo>
                  <a:pt x="330708" y="92964"/>
                </a:lnTo>
                <a:lnTo>
                  <a:pt x="322072" y="83820"/>
                </a:lnTo>
                <a:lnTo>
                  <a:pt x="304800" y="65532"/>
                </a:lnTo>
                <a:lnTo>
                  <a:pt x="286512" y="83820"/>
                </a:lnTo>
                <a:lnTo>
                  <a:pt x="242316" y="83820"/>
                </a:lnTo>
                <a:lnTo>
                  <a:pt x="242316" y="33528"/>
                </a:lnTo>
                <a:lnTo>
                  <a:pt x="254508" y="22860"/>
                </a:lnTo>
                <a:lnTo>
                  <a:pt x="219456" y="7620"/>
                </a:lnTo>
                <a:lnTo>
                  <a:pt x="220332" y="29603"/>
                </a:lnTo>
                <a:lnTo>
                  <a:pt x="220789" y="50673"/>
                </a:lnTo>
                <a:lnTo>
                  <a:pt x="220916" y="64008"/>
                </a:lnTo>
                <a:lnTo>
                  <a:pt x="220980" y="83820"/>
                </a:lnTo>
                <a:lnTo>
                  <a:pt x="167640" y="83820"/>
                </a:lnTo>
                <a:lnTo>
                  <a:pt x="172440" y="71488"/>
                </a:lnTo>
                <a:lnTo>
                  <a:pt x="177546" y="61722"/>
                </a:lnTo>
                <a:lnTo>
                  <a:pt x="182638" y="54254"/>
                </a:lnTo>
                <a:lnTo>
                  <a:pt x="187452" y="48768"/>
                </a:lnTo>
                <a:lnTo>
                  <a:pt x="158496" y="33528"/>
                </a:lnTo>
                <a:lnTo>
                  <a:pt x="148412" y="80251"/>
                </a:lnTo>
                <a:lnTo>
                  <a:pt x="131826" y="123063"/>
                </a:lnTo>
                <a:lnTo>
                  <a:pt x="115824" y="153924"/>
                </a:lnTo>
                <a:lnTo>
                  <a:pt x="118872" y="156972"/>
                </a:lnTo>
                <a:lnTo>
                  <a:pt x="132016" y="142684"/>
                </a:lnTo>
                <a:lnTo>
                  <a:pt x="144018" y="127254"/>
                </a:lnTo>
                <a:lnTo>
                  <a:pt x="154876" y="110680"/>
                </a:lnTo>
                <a:lnTo>
                  <a:pt x="164592" y="92964"/>
                </a:lnTo>
                <a:lnTo>
                  <a:pt x="220980" y="92964"/>
                </a:lnTo>
                <a:lnTo>
                  <a:pt x="220687" y="111252"/>
                </a:lnTo>
                <a:lnTo>
                  <a:pt x="219837" y="129540"/>
                </a:lnTo>
                <a:lnTo>
                  <a:pt x="218401" y="147828"/>
                </a:lnTo>
                <a:lnTo>
                  <a:pt x="216408" y="166116"/>
                </a:lnTo>
                <a:lnTo>
                  <a:pt x="106680" y="166116"/>
                </a:lnTo>
                <a:lnTo>
                  <a:pt x="120396" y="179832"/>
                </a:lnTo>
                <a:lnTo>
                  <a:pt x="128371" y="177838"/>
                </a:lnTo>
                <a:lnTo>
                  <a:pt x="136207" y="176403"/>
                </a:lnTo>
                <a:lnTo>
                  <a:pt x="143751" y="175552"/>
                </a:lnTo>
                <a:lnTo>
                  <a:pt x="150876" y="175260"/>
                </a:lnTo>
                <a:lnTo>
                  <a:pt x="214884" y="175260"/>
                </a:lnTo>
                <a:lnTo>
                  <a:pt x="203708" y="209245"/>
                </a:lnTo>
                <a:lnTo>
                  <a:pt x="183832" y="240220"/>
                </a:lnTo>
                <a:lnTo>
                  <a:pt x="155079" y="268058"/>
                </a:lnTo>
                <a:lnTo>
                  <a:pt x="117348" y="292608"/>
                </a:lnTo>
                <a:lnTo>
                  <a:pt x="120396" y="297180"/>
                </a:lnTo>
                <a:lnTo>
                  <a:pt x="157226" y="280301"/>
                </a:lnTo>
                <a:lnTo>
                  <a:pt x="187642" y="259270"/>
                </a:lnTo>
                <a:lnTo>
                  <a:pt x="211467" y="233959"/>
                </a:lnTo>
                <a:lnTo>
                  <a:pt x="228600" y="204216"/>
                </a:lnTo>
                <a:lnTo>
                  <a:pt x="240030" y="212483"/>
                </a:lnTo>
                <a:lnTo>
                  <a:pt x="274320" y="239268"/>
                </a:lnTo>
                <a:lnTo>
                  <a:pt x="303466" y="269494"/>
                </a:lnTo>
                <a:lnTo>
                  <a:pt x="315468" y="289560"/>
                </a:lnTo>
                <a:lnTo>
                  <a:pt x="320040" y="294132"/>
                </a:lnTo>
                <a:lnTo>
                  <a:pt x="324612" y="294132"/>
                </a:lnTo>
                <a:lnTo>
                  <a:pt x="327660" y="291084"/>
                </a:lnTo>
                <a:lnTo>
                  <a:pt x="332143" y="277634"/>
                </a:lnTo>
                <a:lnTo>
                  <a:pt x="332232" y="274320"/>
                </a:lnTo>
                <a:lnTo>
                  <a:pt x="331089" y="267233"/>
                </a:lnTo>
                <a:lnTo>
                  <a:pt x="301917" y="236512"/>
                </a:lnTo>
                <a:lnTo>
                  <a:pt x="260146" y="213652"/>
                </a:lnTo>
                <a:lnTo>
                  <a:pt x="230124" y="199644"/>
                </a:lnTo>
                <a:lnTo>
                  <a:pt x="236220" y="175260"/>
                </a:lnTo>
                <a:lnTo>
                  <a:pt x="355092" y="175260"/>
                </a:lnTo>
                <a:close/>
              </a:path>
              <a:path w="1663064" h="363220">
                <a:moveTo>
                  <a:pt x="361188" y="312420"/>
                </a:moveTo>
                <a:lnTo>
                  <a:pt x="322033" y="317042"/>
                </a:lnTo>
                <a:lnTo>
                  <a:pt x="284607" y="319659"/>
                </a:lnTo>
                <a:lnTo>
                  <a:pt x="248881" y="320573"/>
                </a:lnTo>
                <a:lnTo>
                  <a:pt x="214884" y="320040"/>
                </a:lnTo>
                <a:lnTo>
                  <a:pt x="158877" y="314325"/>
                </a:lnTo>
                <a:lnTo>
                  <a:pt x="110820" y="292900"/>
                </a:lnTo>
                <a:lnTo>
                  <a:pt x="91846" y="277368"/>
                </a:lnTo>
                <a:lnTo>
                  <a:pt x="91287" y="276898"/>
                </a:lnTo>
                <a:lnTo>
                  <a:pt x="83820" y="269748"/>
                </a:lnTo>
                <a:lnTo>
                  <a:pt x="83820" y="150876"/>
                </a:lnTo>
                <a:lnTo>
                  <a:pt x="95783" y="143256"/>
                </a:lnTo>
                <a:lnTo>
                  <a:pt x="100584" y="140208"/>
                </a:lnTo>
                <a:lnTo>
                  <a:pt x="74676" y="115824"/>
                </a:lnTo>
                <a:lnTo>
                  <a:pt x="56388" y="134112"/>
                </a:lnTo>
                <a:lnTo>
                  <a:pt x="0" y="134112"/>
                </a:lnTo>
                <a:lnTo>
                  <a:pt x="13716" y="149352"/>
                </a:lnTo>
                <a:lnTo>
                  <a:pt x="22326" y="146481"/>
                </a:lnTo>
                <a:lnTo>
                  <a:pt x="30099" y="144589"/>
                </a:lnTo>
                <a:lnTo>
                  <a:pt x="37287" y="143573"/>
                </a:lnTo>
                <a:lnTo>
                  <a:pt x="44196" y="143256"/>
                </a:lnTo>
                <a:lnTo>
                  <a:pt x="64008" y="143256"/>
                </a:lnTo>
                <a:lnTo>
                  <a:pt x="64008" y="269748"/>
                </a:lnTo>
                <a:lnTo>
                  <a:pt x="48018" y="279158"/>
                </a:lnTo>
                <a:lnTo>
                  <a:pt x="32194" y="288988"/>
                </a:lnTo>
                <a:lnTo>
                  <a:pt x="16637" y="299110"/>
                </a:lnTo>
                <a:lnTo>
                  <a:pt x="1524" y="309372"/>
                </a:lnTo>
                <a:lnTo>
                  <a:pt x="21336" y="330708"/>
                </a:lnTo>
                <a:lnTo>
                  <a:pt x="27597" y="321564"/>
                </a:lnTo>
                <a:lnTo>
                  <a:pt x="34861" y="312420"/>
                </a:lnTo>
                <a:lnTo>
                  <a:pt x="66675" y="280606"/>
                </a:lnTo>
                <a:lnTo>
                  <a:pt x="74676" y="277368"/>
                </a:lnTo>
                <a:lnTo>
                  <a:pt x="78079" y="278777"/>
                </a:lnTo>
                <a:lnTo>
                  <a:pt x="83629" y="282892"/>
                </a:lnTo>
                <a:lnTo>
                  <a:pt x="91147" y="289560"/>
                </a:lnTo>
                <a:lnTo>
                  <a:pt x="100584" y="298704"/>
                </a:lnTo>
                <a:lnTo>
                  <a:pt x="110032" y="308190"/>
                </a:lnTo>
                <a:lnTo>
                  <a:pt x="120205" y="316230"/>
                </a:lnTo>
                <a:lnTo>
                  <a:pt x="157226" y="334098"/>
                </a:lnTo>
                <a:lnTo>
                  <a:pt x="214884" y="341376"/>
                </a:lnTo>
                <a:lnTo>
                  <a:pt x="267271" y="343281"/>
                </a:lnTo>
                <a:lnTo>
                  <a:pt x="298246" y="343522"/>
                </a:lnTo>
                <a:lnTo>
                  <a:pt x="332232" y="342900"/>
                </a:lnTo>
                <a:lnTo>
                  <a:pt x="334822" y="335457"/>
                </a:lnTo>
                <a:lnTo>
                  <a:pt x="340423" y="328993"/>
                </a:lnTo>
                <a:lnTo>
                  <a:pt x="349161" y="323405"/>
                </a:lnTo>
                <a:lnTo>
                  <a:pt x="356133" y="320573"/>
                </a:lnTo>
                <a:lnTo>
                  <a:pt x="361188" y="318516"/>
                </a:lnTo>
                <a:lnTo>
                  <a:pt x="361188" y="312420"/>
                </a:lnTo>
                <a:close/>
              </a:path>
              <a:path w="1663064" h="363220">
                <a:moveTo>
                  <a:pt x="530352" y="22860"/>
                </a:moveTo>
                <a:lnTo>
                  <a:pt x="496824" y="1524"/>
                </a:lnTo>
                <a:lnTo>
                  <a:pt x="489673" y="26085"/>
                </a:lnTo>
                <a:lnTo>
                  <a:pt x="481965" y="49339"/>
                </a:lnTo>
                <a:lnTo>
                  <a:pt x="464820" y="91440"/>
                </a:lnTo>
                <a:lnTo>
                  <a:pt x="447294" y="128016"/>
                </a:lnTo>
                <a:lnTo>
                  <a:pt x="420598" y="174625"/>
                </a:lnTo>
                <a:lnTo>
                  <a:pt x="391668" y="216408"/>
                </a:lnTo>
                <a:lnTo>
                  <a:pt x="396240" y="220980"/>
                </a:lnTo>
                <a:lnTo>
                  <a:pt x="413639" y="203504"/>
                </a:lnTo>
                <a:lnTo>
                  <a:pt x="431482" y="182880"/>
                </a:lnTo>
                <a:lnTo>
                  <a:pt x="449592" y="158838"/>
                </a:lnTo>
                <a:lnTo>
                  <a:pt x="467868" y="131064"/>
                </a:lnTo>
                <a:lnTo>
                  <a:pt x="467766" y="305752"/>
                </a:lnTo>
                <a:lnTo>
                  <a:pt x="467626" y="313423"/>
                </a:lnTo>
                <a:lnTo>
                  <a:pt x="467118" y="327660"/>
                </a:lnTo>
                <a:lnTo>
                  <a:pt x="466636" y="342506"/>
                </a:lnTo>
                <a:lnTo>
                  <a:pt x="466509" y="349097"/>
                </a:lnTo>
                <a:lnTo>
                  <a:pt x="466344" y="362712"/>
                </a:lnTo>
                <a:lnTo>
                  <a:pt x="490728" y="352044"/>
                </a:lnTo>
                <a:lnTo>
                  <a:pt x="489839" y="337502"/>
                </a:lnTo>
                <a:lnTo>
                  <a:pt x="489394" y="323659"/>
                </a:lnTo>
                <a:lnTo>
                  <a:pt x="489305" y="317398"/>
                </a:lnTo>
                <a:lnTo>
                  <a:pt x="489204" y="132588"/>
                </a:lnTo>
                <a:lnTo>
                  <a:pt x="490728" y="131064"/>
                </a:lnTo>
                <a:lnTo>
                  <a:pt x="499872" y="121920"/>
                </a:lnTo>
                <a:lnTo>
                  <a:pt x="478536" y="108204"/>
                </a:lnTo>
                <a:lnTo>
                  <a:pt x="484505" y="96469"/>
                </a:lnTo>
                <a:lnTo>
                  <a:pt x="490918" y="84010"/>
                </a:lnTo>
                <a:lnTo>
                  <a:pt x="497370" y="71183"/>
                </a:lnTo>
                <a:lnTo>
                  <a:pt x="504444" y="56388"/>
                </a:lnTo>
                <a:lnTo>
                  <a:pt x="511060" y="44081"/>
                </a:lnTo>
                <a:lnTo>
                  <a:pt x="517398" y="34480"/>
                </a:lnTo>
                <a:lnTo>
                  <a:pt x="523722" y="27457"/>
                </a:lnTo>
                <a:lnTo>
                  <a:pt x="530352" y="22860"/>
                </a:lnTo>
                <a:close/>
              </a:path>
              <a:path w="1663064" h="363220">
                <a:moveTo>
                  <a:pt x="722376" y="71628"/>
                </a:moveTo>
                <a:lnTo>
                  <a:pt x="679221" y="38658"/>
                </a:lnTo>
                <a:lnTo>
                  <a:pt x="653796" y="28956"/>
                </a:lnTo>
                <a:lnTo>
                  <a:pt x="652272" y="35052"/>
                </a:lnTo>
                <a:lnTo>
                  <a:pt x="667981" y="48196"/>
                </a:lnTo>
                <a:lnTo>
                  <a:pt x="680847" y="60198"/>
                </a:lnTo>
                <a:lnTo>
                  <a:pt x="690841" y="71056"/>
                </a:lnTo>
                <a:lnTo>
                  <a:pt x="697992" y="80772"/>
                </a:lnTo>
                <a:lnTo>
                  <a:pt x="702564" y="89916"/>
                </a:lnTo>
                <a:lnTo>
                  <a:pt x="705612" y="94488"/>
                </a:lnTo>
                <a:lnTo>
                  <a:pt x="713232" y="94488"/>
                </a:lnTo>
                <a:lnTo>
                  <a:pt x="714756" y="92964"/>
                </a:lnTo>
                <a:lnTo>
                  <a:pt x="720852" y="83820"/>
                </a:lnTo>
                <a:lnTo>
                  <a:pt x="722376" y="79248"/>
                </a:lnTo>
                <a:lnTo>
                  <a:pt x="722376" y="71628"/>
                </a:lnTo>
                <a:close/>
              </a:path>
              <a:path w="1663064" h="363220">
                <a:moveTo>
                  <a:pt x="749808" y="359664"/>
                </a:moveTo>
                <a:lnTo>
                  <a:pt x="740067" y="317398"/>
                </a:lnTo>
                <a:lnTo>
                  <a:pt x="740473" y="302704"/>
                </a:lnTo>
                <a:lnTo>
                  <a:pt x="741730" y="283730"/>
                </a:lnTo>
                <a:lnTo>
                  <a:pt x="743712" y="260604"/>
                </a:lnTo>
                <a:lnTo>
                  <a:pt x="737616" y="260604"/>
                </a:lnTo>
                <a:lnTo>
                  <a:pt x="717804" y="327660"/>
                </a:lnTo>
                <a:lnTo>
                  <a:pt x="701205" y="317334"/>
                </a:lnTo>
                <a:lnTo>
                  <a:pt x="685609" y="304419"/>
                </a:lnTo>
                <a:lnTo>
                  <a:pt x="656844" y="269748"/>
                </a:lnTo>
                <a:lnTo>
                  <a:pt x="633984" y="217360"/>
                </a:lnTo>
                <a:lnTo>
                  <a:pt x="620471" y="140208"/>
                </a:lnTo>
                <a:lnTo>
                  <a:pt x="620268" y="138684"/>
                </a:lnTo>
                <a:lnTo>
                  <a:pt x="743712" y="131064"/>
                </a:lnTo>
                <a:lnTo>
                  <a:pt x="741908" y="129540"/>
                </a:lnTo>
                <a:lnTo>
                  <a:pt x="713232" y="105156"/>
                </a:lnTo>
                <a:lnTo>
                  <a:pt x="693420" y="124968"/>
                </a:lnTo>
                <a:lnTo>
                  <a:pt x="618744" y="129540"/>
                </a:lnTo>
                <a:lnTo>
                  <a:pt x="617601" y="113588"/>
                </a:lnTo>
                <a:lnTo>
                  <a:pt x="616521" y="94488"/>
                </a:lnTo>
                <a:lnTo>
                  <a:pt x="615315" y="69113"/>
                </a:lnTo>
                <a:lnTo>
                  <a:pt x="614172" y="41148"/>
                </a:lnTo>
                <a:lnTo>
                  <a:pt x="626364" y="30480"/>
                </a:lnTo>
                <a:lnTo>
                  <a:pt x="589788" y="12192"/>
                </a:lnTo>
                <a:lnTo>
                  <a:pt x="590638" y="26085"/>
                </a:lnTo>
                <a:lnTo>
                  <a:pt x="591921" y="54038"/>
                </a:lnTo>
                <a:lnTo>
                  <a:pt x="592836" y="67056"/>
                </a:lnTo>
                <a:lnTo>
                  <a:pt x="593801" y="79248"/>
                </a:lnTo>
                <a:lnTo>
                  <a:pt x="594614" y="89916"/>
                </a:lnTo>
                <a:lnTo>
                  <a:pt x="596265" y="113347"/>
                </a:lnTo>
                <a:lnTo>
                  <a:pt x="597408" y="131064"/>
                </a:lnTo>
                <a:lnTo>
                  <a:pt x="507492" y="135636"/>
                </a:lnTo>
                <a:lnTo>
                  <a:pt x="522732" y="149352"/>
                </a:lnTo>
                <a:lnTo>
                  <a:pt x="536448" y="143256"/>
                </a:lnTo>
                <a:lnTo>
                  <a:pt x="598932" y="140208"/>
                </a:lnTo>
                <a:lnTo>
                  <a:pt x="604977" y="183413"/>
                </a:lnTo>
                <a:lnTo>
                  <a:pt x="611886" y="219456"/>
                </a:lnTo>
                <a:lnTo>
                  <a:pt x="629412" y="271272"/>
                </a:lnTo>
                <a:lnTo>
                  <a:pt x="652272" y="305752"/>
                </a:lnTo>
                <a:lnTo>
                  <a:pt x="679704" y="332232"/>
                </a:lnTo>
                <a:lnTo>
                  <a:pt x="716559" y="355600"/>
                </a:lnTo>
                <a:lnTo>
                  <a:pt x="725424" y="358140"/>
                </a:lnTo>
                <a:lnTo>
                  <a:pt x="734568" y="361188"/>
                </a:lnTo>
                <a:lnTo>
                  <a:pt x="740664" y="362712"/>
                </a:lnTo>
                <a:lnTo>
                  <a:pt x="748284" y="362712"/>
                </a:lnTo>
                <a:lnTo>
                  <a:pt x="749808" y="359664"/>
                </a:lnTo>
                <a:close/>
              </a:path>
              <a:path w="1663064" h="363220">
                <a:moveTo>
                  <a:pt x="900671" y="109728"/>
                </a:moveTo>
                <a:lnTo>
                  <a:pt x="833615" y="109728"/>
                </a:lnTo>
                <a:lnTo>
                  <a:pt x="833615" y="48768"/>
                </a:lnTo>
                <a:lnTo>
                  <a:pt x="798563" y="48768"/>
                </a:lnTo>
                <a:lnTo>
                  <a:pt x="798563" y="109728"/>
                </a:lnTo>
                <a:lnTo>
                  <a:pt x="774179" y="109728"/>
                </a:lnTo>
                <a:lnTo>
                  <a:pt x="774179" y="138684"/>
                </a:lnTo>
                <a:lnTo>
                  <a:pt x="798563" y="138684"/>
                </a:lnTo>
                <a:lnTo>
                  <a:pt x="798563" y="257556"/>
                </a:lnTo>
                <a:lnTo>
                  <a:pt x="799477" y="274472"/>
                </a:lnTo>
                <a:lnTo>
                  <a:pt x="815327" y="310896"/>
                </a:lnTo>
                <a:lnTo>
                  <a:pt x="861047" y="327660"/>
                </a:lnTo>
                <a:lnTo>
                  <a:pt x="867143" y="327660"/>
                </a:lnTo>
                <a:lnTo>
                  <a:pt x="873239" y="326136"/>
                </a:lnTo>
                <a:lnTo>
                  <a:pt x="879335" y="326136"/>
                </a:lnTo>
                <a:lnTo>
                  <a:pt x="886955" y="324612"/>
                </a:lnTo>
                <a:lnTo>
                  <a:pt x="893051" y="323088"/>
                </a:lnTo>
                <a:lnTo>
                  <a:pt x="900671" y="321564"/>
                </a:lnTo>
                <a:lnTo>
                  <a:pt x="900671" y="288036"/>
                </a:lnTo>
                <a:lnTo>
                  <a:pt x="897623" y="288036"/>
                </a:lnTo>
                <a:lnTo>
                  <a:pt x="896099" y="289560"/>
                </a:lnTo>
                <a:lnTo>
                  <a:pt x="886955" y="292608"/>
                </a:lnTo>
                <a:lnTo>
                  <a:pt x="874763" y="295656"/>
                </a:lnTo>
                <a:lnTo>
                  <a:pt x="861047" y="295656"/>
                </a:lnTo>
                <a:lnTo>
                  <a:pt x="839711" y="281940"/>
                </a:lnTo>
                <a:lnTo>
                  <a:pt x="836663" y="277368"/>
                </a:lnTo>
                <a:lnTo>
                  <a:pt x="835139" y="271272"/>
                </a:lnTo>
                <a:lnTo>
                  <a:pt x="835139" y="259080"/>
                </a:lnTo>
                <a:lnTo>
                  <a:pt x="833615" y="251460"/>
                </a:lnTo>
                <a:lnTo>
                  <a:pt x="833615" y="138684"/>
                </a:lnTo>
                <a:lnTo>
                  <a:pt x="900671" y="138684"/>
                </a:lnTo>
                <a:lnTo>
                  <a:pt x="900671" y="109728"/>
                </a:lnTo>
                <a:close/>
              </a:path>
              <a:path w="1663064" h="363220">
                <a:moveTo>
                  <a:pt x="1066800" y="106692"/>
                </a:moveTo>
                <a:lnTo>
                  <a:pt x="1039368" y="86880"/>
                </a:lnTo>
                <a:lnTo>
                  <a:pt x="1033335" y="99707"/>
                </a:lnTo>
                <a:lnTo>
                  <a:pt x="1026604" y="112979"/>
                </a:lnTo>
                <a:lnTo>
                  <a:pt x="1018997" y="126517"/>
                </a:lnTo>
                <a:lnTo>
                  <a:pt x="1010412" y="140220"/>
                </a:lnTo>
                <a:lnTo>
                  <a:pt x="949452" y="141744"/>
                </a:lnTo>
                <a:lnTo>
                  <a:pt x="964450" y="117944"/>
                </a:lnTo>
                <a:lnTo>
                  <a:pt x="980122" y="91643"/>
                </a:lnTo>
                <a:lnTo>
                  <a:pt x="995946" y="63512"/>
                </a:lnTo>
                <a:lnTo>
                  <a:pt x="1011936" y="33540"/>
                </a:lnTo>
                <a:lnTo>
                  <a:pt x="1025652" y="25920"/>
                </a:lnTo>
                <a:lnTo>
                  <a:pt x="993648" y="9156"/>
                </a:lnTo>
                <a:lnTo>
                  <a:pt x="987361" y="31991"/>
                </a:lnTo>
                <a:lnTo>
                  <a:pt x="979932" y="54686"/>
                </a:lnTo>
                <a:lnTo>
                  <a:pt x="961644" y="99072"/>
                </a:lnTo>
                <a:lnTo>
                  <a:pt x="933348" y="139141"/>
                </a:lnTo>
                <a:lnTo>
                  <a:pt x="925068" y="141744"/>
                </a:lnTo>
                <a:lnTo>
                  <a:pt x="938784" y="170700"/>
                </a:lnTo>
                <a:lnTo>
                  <a:pt x="979043" y="154952"/>
                </a:lnTo>
                <a:lnTo>
                  <a:pt x="1005840" y="150888"/>
                </a:lnTo>
                <a:lnTo>
                  <a:pt x="988123" y="175475"/>
                </a:lnTo>
                <a:lnTo>
                  <a:pt x="962977" y="208102"/>
                </a:lnTo>
                <a:lnTo>
                  <a:pt x="932688" y="231660"/>
                </a:lnTo>
                <a:lnTo>
                  <a:pt x="949452" y="259092"/>
                </a:lnTo>
                <a:lnTo>
                  <a:pt x="989088" y="239153"/>
                </a:lnTo>
                <a:lnTo>
                  <a:pt x="1042035" y="223850"/>
                </a:lnTo>
                <a:lnTo>
                  <a:pt x="1065276" y="217944"/>
                </a:lnTo>
                <a:lnTo>
                  <a:pt x="1065276" y="211848"/>
                </a:lnTo>
                <a:lnTo>
                  <a:pt x="960120" y="228612"/>
                </a:lnTo>
                <a:lnTo>
                  <a:pt x="984923" y="200037"/>
                </a:lnTo>
                <a:lnTo>
                  <a:pt x="1008888" y="171462"/>
                </a:lnTo>
                <a:lnTo>
                  <a:pt x="1025309" y="150888"/>
                </a:lnTo>
                <a:lnTo>
                  <a:pt x="1031697" y="142887"/>
                </a:lnTo>
                <a:lnTo>
                  <a:pt x="1032548" y="141744"/>
                </a:lnTo>
                <a:lnTo>
                  <a:pt x="1053084" y="114312"/>
                </a:lnTo>
                <a:lnTo>
                  <a:pt x="1066800" y="106692"/>
                </a:lnTo>
                <a:close/>
              </a:path>
              <a:path w="1663064" h="363220">
                <a:moveTo>
                  <a:pt x="1069848" y="280428"/>
                </a:moveTo>
                <a:lnTo>
                  <a:pt x="1068324" y="274332"/>
                </a:lnTo>
                <a:lnTo>
                  <a:pt x="1039456" y="282638"/>
                </a:lnTo>
                <a:lnTo>
                  <a:pt x="1014603" y="289382"/>
                </a:lnTo>
                <a:lnTo>
                  <a:pt x="993736" y="294690"/>
                </a:lnTo>
                <a:lnTo>
                  <a:pt x="948690" y="305193"/>
                </a:lnTo>
                <a:lnTo>
                  <a:pt x="936155" y="307708"/>
                </a:lnTo>
                <a:lnTo>
                  <a:pt x="925068" y="309384"/>
                </a:lnTo>
                <a:lnTo>
                  <a:pt x="940308" y="338340"/>
                </a:lnTo>
                <a:lnTo>
                  <a:pt x="954544" y="329501"/>
                </a:lnTo>
                <a:lnTo>
                  <a:pt x="981075" y="316814"/>
                </a:lnTo>
                <a:lnTo>
                  <a:pt x="1019594" y="300405"/>
                </a:lnTo>
                <a:lnTo>
                  <a:pt x="1069848" y="280428"/>
                </a:lnTo>
                <a:close/>
              </a:path>
              <a:path w="1663064" h="363220">
                <a:moveTo>
                  <a:pt x="1249680" y="227088"/>
                </a:moveTo>
                <a:lnTo>
                  <a:pt x="1242060" y="219468"/>
                </a:lnTo>
                <a:lnTo>
                  <a:pt x="1228344" y="205752"/>
                </a:lnTo>
                <a:lnTo>
                  <a:pt x="1216152" y="217944"/>
                </a:lnTo>
                <a:lnTo>
                  <a:pt x="1216152" y="228612"/>
                </a:lnTo>
                <a:lnTo>
                  <a:pt x="1216152" y="315480"/>
                </a:lnTo>
                <a:lnTo>
                  <a:pt x="1106424" y="315480"/>
                </a:lnTo>
                <a:lnTo>
                  <a:pt x="1106424" y="228612"/>
                </a:lnTo>
                <a:lnTo>
                  <a:pt x="1216152" y="228612"/>
                </a:lnTo>
                <a:lnTo>
                  <a:pt x="1216152" y="217944"/>
                </a:lnTo>
                <a:lnTo>
                  <a:pt x="1214628" y="219468"/>
                </a:lnTo>
                <a:lnTo>
                  <a:pt x="1109472" y="219468"/>
                </a:lnTo>
                <a:lnTo>
                  <a:pt x="1085088" y="205752"/>
                </a:lnTo>
                <a:lnTo>
                  <a:pt x="1085888" y="220941"/>
                </a:lnTo>
                <a:lnTo>
                  <a:pt x="1086002" y="223850"/>
                </a:lnTo>
                <a:lnTo>
                  <a:pt x="1086421" y="240423"/>
                </a:lnTo>
                <a:lnTo>
                  <a:pt x="1086510" y="252247"/>
                </a:lnTo>
                <a:lnTo>
                  <a:pt x="1086421" y="323100"/>
                </a:lnTo>
                <a:lnTo>
                  <a:pt x="1085964" y="341960"/>
                </a:lnTo>
                <a:lnTo>
                  <a:pt x="1085088" y="359676"/>
                </a:lnTo>
                <a:lnTo>
                  <a:pt x="1106424" y="349008"/>
                </a:lnTo>
                <a:lnTo>
                  <a:pt x="1106424" y="324624"/>
                </a:lnTo>
                <a:lnTo>
                  <a:pt x="1216152" y="324624"/>
                </a:lnTo>
                <a:lnTo>
                  <a:pt x="1216152" y="355104"/>
                </a:lnTo>
                <a:lnTo>
                  <a:pt x="1237488" y="345960"/>
                </a:lnTo>
                <a:lnTo>
                  <a:pt x="1235964" y="236232"/>
                </a:lnTo>
                <a:lnTo>
                  <a:pt x="1247394" y="228612"/>
                </a:lnTo>
                <a:lnTo>
                  <a:pt x="1249680" y="227088"/>
                </a:lnTo>
                <a:close/>
              </a:path>
              <a:path w="1663064" h="363220">
                <a:moveTo>
                  <a:pt x="1269492" y="92976"/>
                </a:moveTo>
                <a:lnTo>
                  <a:pt x="1243584" y="65544"/>
                </a:lnTo>
                <a:lnTo>
                  <a:pt x="1225296" y="83832"/>
                </a:lnTo>
                <a:lnTo>
                  <a:pt x="1167384" y="83832"/>
                </a:lnTo>
                <a:lnTo>
                  <a:pt x="1167409" y="31991"/>
                </a:lnTo>
                <a:lnTo>
                  <a:pt x="1182624" y="21348"/>
                </a:lnTo>
                <a:lnTo>
                  <a:pt x="1146048" y="1536"/>
                </a:lnTo>
                <a:lnTo>
                  <a:pt x="1146924" y="14389"/>
                </a:lnTo>
                <a:lnTo>
                  <a:pt x="1147368" y="31991"/>
                </a:lnTo>
                <a:lnTo>
                  <a:pt x="1147533" y="54686"/>
                </a:lnTo>
                <a:lnTo>
                  <a:pt x="1147572" y="83832"/>
                </a:lnTo>
                <a:lnTo>
                  <a:pt x="1059180" y="83832"/>
                </a:lnTo>
                <a:lnTo>
                  <a:pt x="1072896" y="97548"/>
                </a:lnTo>
                <a:lnTo>
                  <a:pt x="1082040" y="95542"/>
                </a:lnTo>
                <a:lnTo>
                  <a:pt x="1091184" y="94119"/>
                </a:lnTo>
                <a:lnTo>
                  <a:pt x="1100328" y="93256"/>
                </a:lnTo>
                <a:lnTo>
                  <a:pt x="1109472" y="92976"/>
                </a:lnTo>
                <a:lnTo>
                  <a:pt x="1147572" y="92976"/>
                </a:lnTo>
                <a:lnTo>
                  <a:pt x="1147572" y="163080"/>
                </a:lnTo>
                <a:lnTo>
                  <a:pt x="1072896" y="163080"/>
                </a:lnTo>
                <a:lnTo>
                  <a:pt x="1086612" y="176796"/>
                </a:lnTo>
                <a:lnTo>
                  <a:pt x="1095756" y="174790"/>
                </a:lnTo>
                <a:lnTo>
                  <a:pt x="1104900" y="173367"/>
                </a:lnTo>
                <a:lnTo>
                  <a:pt x="1114044" y="172504"/>
                </a:lnTo>
                <a:lnTo>
                  <a:pt x="1123188" y="172224"/>
                </a:lnTo>
                <a:lnTo>
                  <a:pt x="1254252" y="172224"/>
                </a:lnTo>
                <a:lnTo>
                  <a:pt x="1228344" y="143268"/>
                </a:lnTo>
                <a:lnTo>
                  <a:pt x="1210056" y="163080"/>
                </a:lnTo>
                <a:lnTo>
                  <a:pt x="1167384" y="163080"/>
                </a:lnTo>
                <a:lnTo>
                  <a:pt x="1167384" y="92976"/>
                </a:lnTo>
                <a:lnTo>
                  <a:pt x="1269492" y="92976"/>
                </a:lnTo>
                <a:close/>
              </a:path>
              <a:path w="1663064" h="363220">
                <a:moveTo>
                  <a:pt x="1662684" y="65532"/>
                </a:moveTo>
                <a:lnTo>
                  <a:pt x="1632204" y="35052"/>
                </a:lnTo>
                <a:lnTo>
                  <a:pt x="1610868" y="56388"/>
                </a:lnTo>
                <a:lnTo>
                  <a:pt x="1496568" y="56388"/>
                </a:lnTo>
                <a:lnTo>
                  <a:pt x="1496568" y="28956"/>
                </a:lnTo>
                <a:lnTo>
                  <a:pt x="1511808" y="16764"/>
                </a:lnTo>
                <a:lnTo>
                  <a:pt x="1472184" y="0"/>
                </a:lnTo>
                <a:lnTo>
                  <a:pt x="1473060" y="13957"/>
                </a:lnTo>
                <a:lnTo>
                  <a:pt x="1473517" y="28194"/>
                </a:lnTo>
                <a:lnTo>
                  <a:pt x="1473593" y="35052"/>
                </a:lnTo>
                <a:lnTo>
                  <a:pt x="1473708" y="56388"/>
                </a:lnTo>
                <a:lnTo>
                  <a:pt x="1315212" y="56388"/>
                </a:lnTo>
                <a:lnTo>
                  <a:pt x="1328928" y="70104"/>
                </a:lnTo>
                <a:lnTo>
                  <a:pt x="1337208" y="68110"/>
                </a:lnTo>
                <a:lnTo>
                  <a:pt x="1346073" y="66675"/>
                </a:lnTo>
                <a:lnTo>
                  <a:pt x="1355496" y="65824"/>
                </a:lnTo>
                <a:lnTo>
                  <a:pt x="1365504" y="65532"/>
                </a:lnTo>
                <a:lnTo>
                  <a:pt x="1473708" y="65532"/>
                </a:lnTo>
                <a:lnTo>
                  <a:pt x="1473708" y="114300"/>
                </a:lnTo>
                <a:lnTo>
                  <a:pt x="1473708" y="123444"/>
                </a:lnTo>
                <a:lnTo>
                  <a:pt x="1473708" y="196596"/>
                </a:lnTo>
                <a:lnTo>
                  <a:pt x="1389888" y="196596"/>
                </a:lnTo>
                <a:lnTo>
                  <a:pt x="1389888" y="123444"/>
                </a:lnTo>
                <a:lnTo>
                  <a:pt x="1473708" y="123444"/>
                </a:lnTo>
                <a:lnTo>
                  <a:pt x="1473708" y="114300"/>
                </a:lnTo>
                <a:lnTo>
                  <a:pt x="1391412" y="114300"/>
                </a:lnTo>
                <a:lnTo>
                  <a:pt x="1365504" y="100584"/>
                </a:lnTo>
                <a:lnTo>
                  <a:pt x="1366354" y="117348"/>
                </a:lnTo>
                <a:lnTo>
                  <a:pt x="1366837" y="135064"/>
                </a:lnTo>
                <a:lnTo>
                  <a:pt x="1367002" y="152666"/>
                </a:lnTo>
                <a:lnTo>
                  <a:pt x="1366913" y="196596"/>
                </a:lnTo>
                <a:lnTo>
                  <a:pt x="1366824" y="205740"/>
                </a:lnTo>
                <a:lnTo>
                  <a:pt x="1366380" y="221703"/>
                </a:lnTo>
                <a:lnTo>
                  <a:pt x="1365504" y="237744"/>
                </a:lnTo>
                <a:lnTo>
                  <a:pt x="1389888" y="227076"/>
                </a:lnTo>
                <a:lnTo>
                  <a:pt x="1389888" y="205740"/>
                </a:lnTo>
                <a:lnTo>
                  <a:pt x="1452372" y="205740"/>
                </a:lnTo>
                <a:lnTo>
                  <a:pt x="1426337" y="245465"/>
                </a:lnTo>
                <a:lnTo>
                  <a:pt x="1393888" y="282321"/>
                </a:lnTo>
                <a:lnTo>
                  <a:pt x="1354848" y="316331"/>
                </a:lnTo>
                <a:lnTo>
                  <a:pt x="1309116" y="347472"/>
                </a:lnTo>
                <a:lnTo>
                  <a:pt x="1312164" y="352044"/>
                </a:lnTo>
                <a:lnTo>
                  <a:pt x="1360970" y="326567"/>
                </a:lnTo>
                <a:lnTo>
                  <a:pt x="1404366" y="295656"/>
                </a:lnTo>
                <a:lnTo>
                  <a:pt x="1442034" y="259041"/>
                </a:lnTo>
                <a:lnTo>
                  <a:pt x="1473708" y="216408"/>
                </a:lnTo>
                <a:lnTo>
                  <a:pt x="1473581" y="280987"/>
                </a:lnTo>
                <a:lnTo>
                  <a:pt x="1473466" y="299402"/>
                </a:lnTo>
                <a:lnTo>
                  <a:pt x="1473098" y="327850"/>
                </a:lnTo>
                <a:lnTo>
                  <a:pt x="1472984" y="333971"/>
                </a:lnTo>
                <a:lnTo>
                  <a:pt x="1472184" y="362712"/>
                </a:lnTo>
                <a:lnTo>
                  <a:pt x="1498092" y="350520"/>
                </a:lnTo>
                <a:lnTo>
                  <a:pt x="1497203" y="331978"/>
                </a:lnTo>
                <a:lnTo>
                  <a:pt x="1496758" y="301561"/>
                </a:lnTo>
                <a:lnTo>
                  <a:pt x="1496682" y="282321"/>
                </a:lnTo>
                <a:lnTo>
                  <a:pt x="1496568" y="216408"/>
                </a:lnTo>
                <a:lnTo>
                  <a:pt x="1496568" y="205740"/>
                </a:lnTo>
                <a:lnTo>
                  <a:pt x="1504188" y="205740"/>
                </a:lnTo>
                <a:lnTo>
                  <a:pt x="1523657" y="245160"/>
                </a:lnTo>
                <a:lnTo>
                  <a:pt x="1550289" y="280987"/>
                </a:lnTo>
                <a:lnTo>
                  <a:pt x="1584337" y="313118"/>
                </a:lnTo>
                <a:lnTo>
                  <a:pt x="1626108" y="341376"/>
                </a:lnTo>
                <a:lnTo>
                  <a:pt x="1630057" y="333971"/>
                </a:lnTo>
                <a:lnTo>
                  <a:pt x="1637157" y="327850"/>
                </a:lnTo>
                <a:lnTo>
                  <a:pt x="1647101" y="323164"/>
                </a:lnTo>
                <a:lnTo>
                  <a:pt x="1659636" y="320040"/>
                </a:lnTo>
                <a:lnTo>
                  <a:pt x="1659636" y="313944"/>
                </a:lnTo>
                <a:lnTo>
                  <a:pt x="1613598" y="299402"/>
                </a:lnTo>
                <a:lnTo>
                  <a:pt x="1573720" y="276415"/>
                </a:lnTo>
                <a:lnTo>
                  <a:pt x="1539824" y="245160"/>
                </a:lnTo>
                <a:lnTo>
                  <a:pt x="1511808" y="205740"/>
                </a:lnTo>
                <a:lnTo>
                  <a:pt x="1581912" y="205740"/>
                </a:lnTo>
                <a:lnTo>
                  <a:pt x="1581912" y="227076"/>
                </a:lnTo>
                <a:lnTo>
                  <a:pt x="1606296" y="216408"/>
                </a:lnTo>
                <a:lnTo>
                  <a:pt x="1606118" y="205740"/>
                </a:lnTo>
                <a:lnTo>
                  <a:pt x="1606054" y="201510"/>
                </a:lnTo>
                <a:lnTo>
                  <a:pt x="1605927" y="196596"/>
                </a:lnTo>
                <a:lnTo>
                  <a:pt x="1605534" y="181737"/>
                </a:lnTo>
                <a:lnTo>
                  <a:pt x="1605000" y="156832"/>
                </a:lnTo>
                <a:lnTo>
                  <a:pt x="1604772" y="126492"/>
                </a:lnTo>
                <a:lnTo>
                  <a:pt x="1608836" y="123444"/>
                </a:lnTo>
                <a:lnTo>
                  <a:pt x="1616964" y="117348"/>
                </a:lnTo>
                <a:lnTo>
                  <a:pt x="1612976" y="114300"/>
                </a:lnTo>
                <a:lnTo>
                  <a:pt x="1591056" y="97536"/>
                </a:lnTo>
                <a:lnTo>
                  <a:pt x="1581912" y="110109"/>
                </a:lnTo>
                <a:lnTo>
                  <a:pt x="1581912" y="123444"/>
                </a:lnTo>
                <a:lnTo>
                  <a:pt x="1581912" y="196596"/>
                </a:lnTo>
                <a:lnTo>
                  <a:pt x="1496568" y="196596"/>
                </a:lnTo>
                <a:lnTo>
                  <a:pt x="1496568" y="123444"/>
                </a:lnTo>
                <a:lnTo>
                  <a:pt x="1581912" y="123444"/>
                </a:lnTo>
                <a:lnTo>
                  <a:pt x="1581912" y="110109"/>
                </a:lnTo>
                <a:lnTo>
                  <a:pt x="1578864" y="114300"/>
                </a:lnTo>
                <a:lnTo>
                  <a:pt x="1496568" y="114300"/>
                </a:lnTo>
                <a:lnTo>
                  <a:pt x="1496568" y="65532"/>
                </a:lnTo>
                <a:lnTo>
                  <a:pt x="1662684" y="6553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" name="object 57"/>
          <p:cNvSpPr/>
          <p:nvPr/>
        </p:nvSpPr>
        <p:spPr>
          <a:xfrm>
            <a:off x="5145023" y="5071872"/>
            <a:ext cx="334010" cy="355600"/>
          </a:xfrm>
          <a:custGeom>
            <a:avLst/>
            <a:gdLst/>
            <a:ahLst/>
            <a:cxnLst/>
            <a:rect l="l" t="t" r="r" b="b"/>
            <a:pathLst>
              <a:path w="334010" h="355600">
                <a:moveTo>
                  <a:pt x="262128" y="99060"/>
                </a:moveTo>
                <a:lnTo>
                  <a:pt x="240792" y="99060"/>
                </a:lnTo>
                <a:lnTo>
                  <a:pt x="240720" y="63341"/>
                </a:lnTo>
                <a:lnTo>
                  <a:pt x="240601" y="44958"/>
                </a:lnTo>
                <a:lnTo>
                  <a:pt x="240149" y="21478"/>
                </a:lnTo>
                <a:lnTo>
                  <a:pt x="239268" y="0"/>
                </a:lnTo>
                <a:lnTo>
                  <a:pt x="277368" y="19812"/>
                </a:lnTo>
                <a:lnTo>
                  <a:pt x="262128" y="30480"/>
                </a:lnTo>
                <a:lnTo>
                  <a:pt x="262128" y="99060"/>
                </a:lnTo>
                <a:close/>
              </a:path>
              <a:path w="334010" h="355600">
                <a:moveTo>
                  <a:pt x="113244" y="56388"/>
                </a:moveTo>
                <a:lnTo>
                  <a:pt x="82296" y="56388"/>
                </a:lnTo>
                <a:lnTo>
                  <a:pt x="94488" y="41148"/>
                </a:lnTo>
                <a:lnTo>
                  <a:pt x="113244" y="56388"/>
                </a:lnTo>
                <a:close/>
              </a:path>
              <a:path w="334010" h="355600">
                <a:moveTo>
                  <a:pt x="0" y="318516"/>
                </a:moveTo>
                <a:lnTo>
                  <a:pt x="238" y="290512"/>
                </a:lnTo>
                <a:lnTo>
                  <a:pt x="762" y="256794"/>
                </a:lnTo>
                <a:lnTo>
                  <a:pt x="1197" y="224028"/>
                </a:lnTo>
                <a:lnTo>
                  <a:pt x="1306" y="213360"/>
                </a:lnTo>
                <a:lnTo>
                  <a:pt x="1516" y="170878"/>
                </a:lnTo>
                <a:lnTo>
                  <a:pt x="1285" y="127349"/>
                </a:lnTo>
                <a:lnTo>
                  <a:pt x="762" y="91059"/>
                </a:lnTo>
                <a:lnTo>
                  <a:pt x="238" y="63341"/>
                </a:lnTo>
                <a:lnTo>
                  <a:pt x="0" y="44196"/>
                </a:lnTo>
                <a:lnTo>
                  <a:pt x="24384" y="56388"/>
                </a:lnTo>
                <a:lnTo>
                  <a:pt x="113244" y="56388"/>
                </a:lnTo>
                <a:lnTo>
                  <a:pt x="118872" y="60960"/>
                </a:lnTo>
                <a:lnTo>
                  <a:pt x="113646" y="65532"/>
                </a:lnTo>
                <a:lnTo>
                  <a:pt x="22860" y="65532"/>
                </a:lnTo>
                <a:lnTo>
                  <a:pt x="22860" y="158496"/>
                </a:lnTo>
                <a:lnTo>
                  <a:pt x="106680" y="158496"/>
                </a:lnTo>
                <a:lnTo>
                  <a:pt x="106680" y="167640"/>
                </a:lnTo>
                <a:lnTo>
                  <a:pt x="22860" y="167640"/>
                </a:lnTo>
                <a:lnTo>
                  <a:pt x="22860" y="265176"/>
                </a:lnTo>
                <a:lnTo>
                  <a:pt x="107031" y="265176"/>
                </a:lnTo>
                <a:lnTo>
                  <a:pt x="107235" y="274320"/>
                </a:lnTo>
                <a:lnTo>
                  <a:pt x="22860" y="274320"/>
                </a:lnTo>
                <a:lnTo>
                  <a:pt x="22860" y="306324"/>
                </a:lnTo>
                <a:lnTo>
                  <a:pt x="0" y="318516"/>
                </a:lnTo>
                <a:close/>
              </a:path>
              <a:path w="334010" h="355600">
                <a:moveTo>
                  <a:pt x="106680" y="158496"/>
                </a:moveTo>
                <a:lnTo>
                  <a:pt x="85344" y="158496"/>
                </a:lnTo>
                <a:lnTo>
                  <a:pt x="85344" y="65532"/>
                </a:lnTo>
                <a:lnTo>
                  <a:pt x="113646" y="65532"/>
                </a:lnTo>
                <a:lnTo>
                  <a:pt x="106680" y="71628"/>
                </a:lnTo>
                <a:lnTo>
                  <a:pt x="106680" y="158496"/>
                </a:lnTo>
                <a:close/>
              </a:path>
              <a:path w="334010" h="355600">
                <a:moveTo>
                  <a:pt x="124968" y="112776"/>
                </a:moveTo>
                <a:lnTo>
                  <a:pt x="111252" y="99060"/>
                </a:lnTo>
                <a:lnTo>
                  <a:pt x="284988" y="99060"/>
                </a:lnTo>
                <a:lnTo>
                  <a:pt x="304800" y="79248"/>
                </a:lnTo>
                <a:lnTo>
                  <a:pt x="333756" y="108204"/>
                </a:lnTo>
                <a:lnTo>
                  <a:pt x="161544" y="108204"/>
                </a:lnTo>
                <a:lnTo>
                  <a:pt x="151542" y="108489"/>
                </a:lnTo>
                <a:lnTo>
                  <a:pt x="142113" y="109347"/>
                </a:lnTo>
                <a:lnTo>
                  <a:pt x="133254" y="110775"/>
                </a:lnTo>
                <a:lnTo>
                  <a:pt x="124968" y="112776"/>
                </a:lnTo>
                <a:close/>
              </a:path>
              <a:path w="334010" h="355600">
                <a:moveTo>
                  <a:pt x="261400" y="318873"/>
                </a:moveTo>
                <a:lnTo>
                  <a:pt x="222670" y="318873"/>
                </a:lnTo>
                <a:lnTo>
                  <a:pt x="230124" y="318516"/>
                </a:lnTo>
                <a:lnTo>
                  <a:pt x="237744" y="316991"/>
                </a:lnTo>
                <a:lnTo>
                  <a:pt x="240792" y="310896"/>
                </a:lnTo>
                <a:lnTo>
                  <a:pt x="240792" y="108204"/>
                </a:lnTo>
                <a:lnTo>
                  <a:pt x="262128" y="108204"/>
                </a:lnTo>
                <a:lnTo>
                  <a:pt x="262128" y="313943"/>
                </a:lnTo>
                <a:lnTo>
                  <a:pt x="261400" y="318873"/>
                </a:lnTo>
                <a:close/>
              </a:path>
              <a:path w="334010" h="355600">
                <a:moveTo>
                  <a:pt x="179832" y="230124"/>
                </a:moveTo>
                <a:lnTo>
                  <a:pt x="175260" y="230124"/>
                </a:lnTo>
                <a:lnTo>
                  <a:pt x="172212" y="224028"/>
                </a:lnTo>
                <a:lnTo>
                  <a:pt x="169164" y="211836"/>
                </a:lnTo>
                <a:lnTo>
                  <a:pt x="164592" y="197834"/>
                </a:lnTo>
                <a:lnTo>
                  <a:pt x="157734" y="183261"/>
                </a:lnTo>
                <a:lnTo>
                  <a:pt x="148590" y="168116"/>
                </a:lnTo>
                <a:lnTo>
                  <a:pt x="137160" y="152400"/>
                </a:lnTo>
                <a:lnTo>
                  <a:pt x="141732" y="147828"/>
                </a:lnTo>
                <a:lnTo>
                  <a:pt x="172783" y="170878"/>
                </a:lnTo>
                <a:lnTo>
                  <a:pt x="195072" y="207264"/>
                </a:lnTo>
                <a:lnTo>
                  <a:pt x="193548" y="213360"/>
                </a:lnTo>
                <a:lnTo>
                  <a:pt x="188976" y="219456"/>
                </a:lnTo>
                <a:lnTo>
                  <a:pt x="182880" y="225552"/>
                </a:lnTo>
                <a:lnTo>
                  <a:pt x="179832" y="230124"/>
                </a:lnTo>
                <a:close/>
              </a:path>
              <a:path w="334010" h="355600">
                <a:moveTo>
                  <a:pt x="107031" y="265176"/>
                </a:moveTo>
                <a:lnTo>
                  <a:pt x="85344" y="265176"/>
                </a:lnTo>
                <a:lnTo>
                  <a:pt x="85344" y="167640"/>
                </a:lnTo>
                <a:lnTo>
                  <a:pt x="106680" y="167640"/>
                </a:lnTo>
                <a:lnTo>
                  <a:pt x="106703" y="231314"/>
                </a:lnTo>
                <a:lnTo>
                  <a:pt x="106870" y="257937"/>
                </a:lnTo>
                <a:lnTo>
                  <a:pt x="107031" y="265176"/>
                </a:lnTo>
                <a:close/>
              </a:path>
              <a:path w="334010" h="355600">
                <a:moveTo>
                  <a:pt x="85344" y="304800"/>
                </a:moveTo>
                <a:lnTo>
                  <a:pt x="85344" y="274320"/>
                </a:lnTo>
                <a:lnTo>
                  <a:pt x="107235" y="274320"/>
                </a:lnTo>
                <a:lnTo>
                  <a:pt x="107322" y="278272"/>
                </a:lnTo>
                <a:lnTo>
                  <a:pt x="108204" y="292608"/>
                </a:lnTo>
                <a:lnTo>
                  <a:pt x="85344" y="304800"/>
                </a:lnTo>
                <a:close/>
              </a:path>
              <a:path w="334010" h="355600">
                <a:moveTo>
                  <a:pt x="228600" y="355092"/>
                </a:moveTo>
                <a:lnTo>
                  <a:pt x="224599" y="344495"/>
                </a:lnTo>
                <a:lnTo>
                  <a:pt x="214884" y="335470"/>
                </a:lnTo>
                <a:lnTo>
                  <a:pt x="199453" y="327874"/>
                </a:lnTo>
                <a:lnTo>
                  <a:pt x="178308" y="321564"/>
                </a:lnTo>
                <a:lnTo>
                  <a:pt x="178308" y="313943"/>
                </a:lnTo>
                <a:lnTo>
                  <a:pt x="211645" y="317944"/>
                </a:lnTo>
                <a:lnTo>
                  <a:pt x="222670" y="318873"/>
                </a:lnTo>
                <a:lnTo>
                  <a:pt x="261400" y="318873"/>
                </a:lnTo>
                <a:lnTo>
                  <a:pt x="260103" y="327660"/>
                </a:lnTo>
                <a:lnTo>
                  <a:pt x="253936" y="339090"/>
                </a:lnTo>
                <a:lnTo>
                  <a:pt x="243482" y="348234"/>
                </a:lnTo>
                <a:lnTo>
                  <a:pt x="228600" y="35509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" name="object 58"/>
          <p:cNvSpPr/>
          <p:nvPr/>
        </p:nvSpPr>
        <p:spPr>
          <a:xfrm>
            <a:off x="5548884" y="5302067"/>
            <a:ext cx="62865" cy="105410"/>
          </a:xfrm>
          <a:custGeom>
            <a:avLst/>
            <a:gdLst/>
            <a:ahLst/>
            <a:cxnLst/>
            <a:rect l="l" t="t" r="r" b="b"/>
            <a:pathLst>
              <a:path w="62864" h="105410">
                <a:moveTo>
                  <a:pt x="4572" y="105084"/>
                </a:moveTo>
                <a:lnTo>
                  <a:pt x="0" y="105084"/>
                </a:lnTo>
                <a:lnTo>
                  <a:pt x="0" y="102036"/>
                </a:lnTo>
                <a:lnTo>
                  <a:pt x="1524" y="100512"/>
                </a:lnTo>
                <a:lnTo>
                  <a:pt x="4572" y="98988"/>
                </a:lnTo>
                <a:lnTo>
                  <a:pt x="9144" y="95273"/>
                </a:lnTo>
                <a:lnTo>
                  <a:pt x="34647" y="59697"/>
                </a:lnTo>
                <a:lnTo>
                  <a:pt x="38100" y="50220"/>
                </a:lnTo>
                <a:lnTo>
                  <a:pt x="28956" y="50220"/>
                </a:lnTo>
                <a:lnTo>
                  <a:pt x="21336" y="48696"/>
                </a:lnTo>
                <a:lnTo>
                  <a:pt x="7620" y="27360"/>
                </a:lnTo>
                <a:lnTo>
                  <a:pt x="7620" y="18216"/>
                </a:lnTo>
                <a:lnTo>
                  <a:pt x="36075" y="0"/>
                </a:lnTo>
                <a:lnTo>
                  <a:pt x="42672" y="1452"/>
                </a:lnTo>
                <a:lnTo>
                  <a:pt x="51816" y="2976"/>
                </a:lnTo>
                <a:lnTo>
                  <a:pt x="56388" y="7548"/>
                </a:lnTo>
                <a:lnTo>
                  <a:pt x="59436" y="12120"/>
                </a:lnTo>
                <a:lnTo>
                  <a:pt x="60960" y="18216"/>
                </a:lnTo>
                <a:lnTo>
                  <a:pt x="62484" y="22788"/>
                </a:lnTo>
                <a:lnTo>
                  <a:pt x="62484" y="34980"/>
                </a:lnTo>
                <a:lnTo>
                  <a:pt x="60960" y="42600"/>
                </a:lnTo>
                <a:lnTo>
                  <a:pt x="36576" y="83748"/>
                </a:lnTo>
                <a:lnTo>
                  <a:pt x="10668" y="103560"/>
                </a:lnTo>
                <a:lnTo>
                  <a:pt x="4572" y="10508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" name="object 59"/>
          <p:cNvSpPr/>
          <p:nvPr/>
        </p:nvSpPr>
        <p:spPr>
          <a:xfrm>
            <a:off x="5920739" y="5172455"/>
            <a:ext cx="277495" cy="219710"/>
          </a:xfrm>
          <a:custGeom>
            <a:avLst/>
            <a:gdLst/>
            <a:ahLst/>
            <a:cxnLst/>
            <a:rect l="l" t="t" r="r" b="b"/>
            <a:pathLst>
              <a:path w="277495" h="219710">
                <a:moveTo>
                  <a:pt x="277368" y="219456"/>
                </a:moveTo>
                <a:lnTo>
                  <a:pt x="242316" y="219456"/>
                </a:lnTo>
                <a:lnTo>
                  <a:pt x="242316" y="96012"/>
                </a:lnTo>
                <a:lnTo>
                  <a:pt x="242077" y="88511"/>
                </a:lnTo>
                <a:lnTo>
                  <a:pt x="241030" y="75223"/>
                </a:lnTo>
                <a:lnTo>
                  <a:pt x="240792" y="68580"/>
                </a:lnTo>
                <a:lnTo>
                  <a:pt x="237744" y="53339"/>
                </a:lnTo>
                <a:lnTo>
                  <a:pt x="236220" y="48768"/>
                </a:lnTo>
                <a:lnTo>
                  <a:pt x="230124" y="39624"/>
                </a:lnTo>
                <a:lnTo>
                  <a:pt x="225552" y="38100"/>
                </a:lnTo>
                <a:lnTo>
                  <a:pt x="219456" y="35051"/>
                </a:lnTo>
                <a:lnTo>
                  <a:pt x="213360" y="33528"/>
                </a:lnTo>
                <a:lnTo>
                  <a:pt x="205740" y="33528"/>
                </a:lnTo>
                <a:lnTo>
                  <a:pt x="168973" y="49339"/>
                </a:lnTo>
                <a:lnTo>
                  <a:pt x="155448" y="60960"/>
                </a:lnTo>
                <a:lnTo>
                  <a:pt x="155448" y="68580"/>
                </a:lnTo>
                <a:lnTo>
                  <a:pt x="156972" y="71628"/>
                </a:lnTo>
                <a:lnTo>
                  <a:pt x="156972" y="219456"/>
                </a:lnTo>
                <a:lnTo>
                  <a:pt x="120396" y="219456"/>
                </a:lnTo>
                <a:lnTo>
                  <a:pt x="120372" y="88511"/>
                </a:lnTo>
                <a:lnTo>
                  <a:pt x="120205" y="81724"/>
                </a:lnTo>
                <a:lnTo>
                  <a:pt x="119753" y="75223"/>
                </a:lnTo>
                <a:lnTo>
                  <a:pt x="118872" y="68580"/>
                </a:lnTo>
                <a:lnTo>
                  <a:pt x="118872" y="60960"/>
                </a:lnTo>
                <a:lnTo>
                  <a:pt x="117348" y="53339"/>
                </a:lnTo>
                <a:lnTo>
                  <a:pt x="114300" y="48768"/>
                </a:lnTo>
                <a:lnTo>
                  <a:pt x="112776" y="44196"/>
                </a:lnTo>
                <a:lnTo>
                  <a:pt x="108204" y="39624"/>
                </a:lnTo>
                <a:lnTo>
                  <a:pt x="103632" y="38100"/>
                </a:lnTo>
                <a:lnTo>
                  <a:pt x="99060" y="35051"/>
                </a:lnTo>
                <a:lnTo>
                  <a:pt x="92964" y="33528"/>
                </a:lnTo>
                <a:lnTo>
                  <a:pt x="85344" y="33528"/>
                </a:lnTo>
                <a:lnTo>
                  <a:pt x="47244" y="49149"/>
                </a:lnTo>
                <a:lnTo>
                  <a:pt x="35052" y="59436"/>
                </a:lnTo>
                <a:lnTo>
                  <a:pt x="35052" y="219456"/>
                </a:lnTo>
                <a:lnTo>
                  <a:pt x="0" y="219456"/>
                </a:lnTo>
                <a:lnTo>
                  <a:pt x="0" y="6096"/>
                </a:lnTo>
                <a:lnTo>
                  <a:pt x="35052" y="6096"/>
                </a:lnTo>
                <a:lnTo>
                  <a:pt x="35052" y="28956"/>
                </a:lnTo>
                <a:lnTo>
                  <a:pt x="41933" y="22407"/>
                </a:lnTo>
                <a:lnTo>
                  <a:pt x="78105" y="2095"/>
                </a:lnTo>
                <a:lnTo>
                  <a:pt x="94488" y="0"/>
                </a:lnTo>
                <a:lnTo>
                  <a:pt x="103370" y="571"/>
                </a:lnTo>
                <a:lnTo>
                  <a:pt x="140398" y="19431"/>
                </a:lnTo>
                <a:lnTo>
                  <a:pt x="149352" y="36575"/>
                </a:lnTo>
                <a:lnTo>
                  <a:pt x="157353" y="28003"/>
                </a:lnTo>
                <a:lnTo>
                  <a:pt x="189380" y="5143"/>
                </a:lnTo>
                <a:lnTo>
                  <a:pt x="214884" y="0"/>
                </a:lnTo>
                <a:lnTo>
                  <a:pt x="224028" y="0"/>
                </a:lnTo>
                <a:lnTo>
                  <a:pt x="233172" y="1524"/>
                </a:lnTo>
                <a:lnTo>
                  <a:pt x="239268" y="4572"/>
                </a:lnTo>
                <a:lnTo>
                  <a:pt x="246888" y="7620"/>
                </a:lnTo>
                <a:lnTo>
                  <a:pt x="254508" y="12192"/>
                </a:lnTo>
                <a:lnTo>
                  <a:pt x="259080" y="18288"/>
                </a:lnTo>
                <a:lnTo>
                  <a:pt x="263366" y="23169"/>
                </a:lnTo>
                <a:lnTo>
                  <a:pt x="277082" y="68389"/>
                </a:lnTo>
                <a:lnTo>
                  <a:pt x="277368" y="79248"/>
                </a:lnTo>
                <a:lnTo>
                  <a:pt x="277368" y="21945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" name="object 60"/>
          <p:cNvSpPr/>
          <p:nvPr/>
        </p:nvSpPr>
        <p:spPr>
          <a:xfrm>
            <a:off x="6280391" y="5077980"/>
            <a:ext cx="707390" cy="330835"/>
          </a:xfrm>
          <a:custGeom>
            <a:avLst/>
            <a:gdLst/>
            <a:ahLst/>
            <a:cxnLst/>
            <a:rect l="l" t="t" r="r" b="b"/>
            <a:pathLst>
              <a:path w="707390" h="330835">
                <a:moveTo>
                  <a:pt x="306324" y="298691"/>
                </a:moveTo>
                <a:lnTo>
                  <a:pt x="296329" y="292074"/>
                </a:lnTo>
                <a:lnTo>
                  <a:pt x="289179" y="276593"/>
                </a:lnTo>
                <a:lnTo>
                  <a:pt x="284899" y="251980"/>
                </a:lnTo>
                <a:lnTo>
                  <a:pt x="283464" y="217919"/>
                </a:lnTo>
                <a:lnTo>
                  <a:pt x="275844" y="217919"/>
                </a:lnTo>
                <a:lnTo>
                  <a:pt x="273278" y="270649"/>
                </a:lnTo>
                <a:lnTo>
                  <a:pt x="253060" y="303606"/>
                </a:lnTo>
                <a:lnTo>
                  <a:pt x="240792" y="304787"/>
                </a:lnTo>
                <a:lnTo>
                  <a:pt x="57912" y="304787"/>
                </a:lnTo>
                <a:lnTo>
                  <a:pt x="45935" y="304012"/>
                </a:lnTo>
                <a:lnTo>
                  <a:pt x="37528" y="299643"/>
                </a:lnTo>
                <a:lnTo>
                  <a:pt x="32842" y="292150"/>
                </a:lnTo>
                <a:lnTo>
                  <a:pt x="32004" y="281927"/>
                </a:lnTo>
                <a:lnTo>
                  <a:pt x="32004" y="149339"/>
                </a:lnTo>
                <a:lnTo>
                  <a:pt x="225552" y="149339"/>
                </a:lnTo>
                <a:lnTo>
                  <a:pt x="225552" y="172199"/>
                </a:lnTo>
                <a:lnTo>
                  <a:pt x="248412" y="163055"/>
                </a:lnTo>
                <a:lnTo>
                  <a:pt x="247129" y="83121"/>
                </a:lnTo>
                <a:lnTo>
                  <a:pt x="246888" y="41135"/>
                </a:lnTo>
                <a:lnTo>
                  <a:pt x="260604" y="30467"/>
                </a:lnTo>
                <a:lnTo>
                  <a:pt x="234696" y="9131"/>
                </a:lnTo>
                <a:lnTo>
                  <a:pt x="222504" y="27419"/>
                </a:lnTo>
                <a:lnTo>
                  <a:pt x="0" y="27419"/>
                </a:lnTo>
                <a:lnTo>
                  <a:pt x="13716" y="41135"/>
                </a:lnTo>
                <a:lnTo>
                  <a:pt x="22009" y="39141"/>
                </a:lnTo>
                <a:lnTo>
                  <a:pt x="30861" y="37706"/>
                </a:lnTo>
                <a:lnTo>
                  <a:pt x="40297" y="36855"/>
                </a:lnTo>
                <a:lnTo>
                  <a:pt x="50292" y="36563"/>
                </a:lnTo>
                <a:lnTo>
                  <a:pt x="225552" y="36563"/>
                </a:lnTo>
                <a:lnTo>
                  <a:pt x="225552" y="140195"/>
                </a:lnTo>
                <a:lnTo>
                  <a:pt x="32004" y="140195"/>
                </a:lnTo>
                <a:lnTo>
                  <a:pt x="32004" y="126479"/>
                </a:lnTo>
                <a:lnTo>
                  <a:pt x="44196" y="115811"/>
                </a:lnTo>
                <a:lnTo>
                  <a:pt x="9144" y="102095"/>
                </a:lnTo>
                <a:lnTo>
                  <a:pt x="10439" y="214401"/>
                </a:lnTo>
                <a:lnTo>
                  <a:pt x="10668" y="284975"/>
                </a:lnTo>
                <a:lnTo>
                  <a:pt x="11798" y="302082"/>
                </a:lnTo>
                <a:lnTo>
                  <a:pt x="17335" y="314312"/>
                </a:lnTo>
                <a:lnTo>
                  <a:pt x="27178" y="321411"/>
                </a:lnTo>
                <a:lnTo>
                  <a:pt x="41148" y="323075"/>
                </a:lnTo>
                <a:lnTo>
                  <a:pt x="252984" y="323075"/>
                </a:lnTo>
                <a:lnTo>
                  <a:pt x="271614" y="322491"/>
                </a:lnTo>
                <a:lnTo>
                  <a:pt x="286512" y="318312"/>
                </a:lnTo>
                <a:lnTo>
                  <a:pt x="297992" y="310438"/>
                </a:lnTo>
                <a:lnTo>
                  <a:pt x="306324" y="298691"/>
                </a:lnTo>
                <a:close/>
              </a:path>
              <a:path w="707390" h="330835">
                <a:moveTo>
                  <a:pt x="499872" y="274320"/>
                </a:moveTo>
                <a:lnTo>
                  <a:pt x="498348" y="268224"/>
                </a:lnTo>
                <a:lnTo>
                  <a:pt x="426529" y="284035"/>
                </a:lnTo>
                <a:lnTo>
                  <a:pt x="390131" y="291579"/>
                </a:lnTo>
                <a:lnTo>
                  <a:pt x="353568" y="298704"/>
                </a:lnTo>
                <a:lnTo>
                  <a:pt x="368808" y="326136"/>
                </a:lnTo>
                <a:lnTo>
                  <a:pt x="378523" y="319913"/>
                </a:lnTo>
                <a:lnTo>
                  <a:pt x="391668" y="312991"/>
                </a:lnTo>
                <a:lnTo>
                  <a:pt x="408241" y="305765"/>
                </a:lnTo>
                <a:lnTo>
                  <a:pt x="449084" y="291249"/>
                </a:lnTo>
                <a:lnTo>
                  <a:pt x="468058" y="284797"/>
                </a:lnTo>
                <a:lnTo>
                  <a:pt x="499872" y="274320"/>
                </a:lnTo>
                <a:close/>
              </a:path>
              <a:path w="707390" h="330835">
                <a:moveTo>
                  <a:pt x="510540" y="88392"/>
                </a:moveTo>
                <a:lnTo>
                  <a:pt x="480060" y="65532"/>
                </a:lnTo>
                <a:lnTo>
                  <a:pt x="473798" y="79502"/>
                </a:lnTo>
                <a:lnTo>
                  <a:pt x="466534" y="93916"/>
                </a:lnTo>
                <a:lnTo>
                  <a:pt x="458419" y="108597"/>
                </a:lnTo>
                <a:lnTo>
                  <a:pt x="449580" y="123444"/>
                </a:lnTo>
                <a:lnTo>
                  <a:pt x="373380" y="128016"/>
                </a:lnTo>
                <a:lnTo>
                  <a:pt x="389102" y="111455"/>
                </a:lnTo>
                <a:lnTo>
                  <a:pt x="406527" y="89344"/>
                </a:lnTo>
                <a:lnTo>
                  <a:pt x="425678" y="61785"/>
                </a:lnTo>
                <a:lnTo>
                  <a:pt x="446532" y="28956"/>
                </a:lnTo>
                <a:lnTo>
                  <a:pt x="460248" y="19812"/>
                </a:lnTo>
                <a:lnTo>
                  <a:pt x="428244" y="0"/>
                </a:lnTo>
                <a:lnTo>
                  <a:pt x="422795" y="16852"/>
                </a:lnTo>
                <a:lnTo>
                  <a:pt x="415480" y="35433"/>
                </a:lnTo>
                <a:lnTo>
                  <a:pt x="394716" y="77724"/>
                </a:lnTo>
                <a:lnTo>
                  <a:pt x="371475" y="113157"/>
                </a:lnTo>
                <a:lnTo>
                  <a:pt x="350520" y="128016"/>
                </a:lnTo>
                <a:lnTo>
                  <a:pt x="365760" y="158496"/>
                </a:lnTo>
                <a:lnTo>
                  <a:pt x="403860" y="141732"/>
                </a:lnTo>
                <a:lnTo>
                  <a:pt x="413296" y="139204"/>
                </a:lnTo>
                <a:lnTo>
                  <a:pt x="423291" y="136398"/>
                </a:lnTo>
                <a:lnTo>
                  <a:pt x="433870" y="133578"/>
                </a:lnTo>
                <a:lnTo>
                  <a:pt x="445008" y="131064"/>
                </a:lnTo>
                <a:lnTo>
                  <a:pt x="433578" y="148513"/>
                </a:lnTo>
                <a:lnTo>
                  <a:pt x="399288" y="192024"/>
                </a:lnTo>
                <a:lnTo>
                  <a:pt x="370141" y="218808"/>
                </a:lnTo>
                <a:lnTo>
                  <a:pt x="362712" y="222504"/>
                </a:lnTo>
                <a:lnTo>
                  <a:pt x="381000" y="251460"/>
                </a:lnTo>
                <a:lnTo>
                  <a:pt x="415505" y="232803"/>
                </a:lnTo>
                <a:lnTo>
                  <a:pt x="449859" y="220980"/>
                </a:lnTo>
                <a:lnTo>
                  <a:pt x="459486" y="218122"/>
                </a:lnTo>
                <a:lnTo>
                  <a:pt x="474345" y="213995"/>
                </a:lnTo>
                <a:lnTo>
                  <a:pt x="489204" y="210312"/>
                </a:lnTo>
                <a:lnTo>
                  <a:pt x="487680" y="204216"/>
                </a:lnTo>
                <a:lnTo>
                  <a:pt x="388620" y="220980"/>
                </a:lnTo>
                <a:lnTo>
                  <a:pt x="415772" y="192417"/>
                </a:lnTo>
                <a:lnTo>
                  <a:pt x="442341" y="161734"/>
                </a:lnTo>
                <a:lnTo>
                  <a:pt x="466737" y="131064"/>
                </a:lnTo>
                <a:lnTo>
                  <a:pt x="468350" y="129032"/>
                </a:lnTo>
                <a:lnTo>
                  <a:pt x="469099" y="128016"/>
                </a:lnTo>
                <a:lnTo>
                  <a:pt x="493776" y="94488"/>
                </a:lnTo>
                <a:lnTo>
                  <a:pt x="510540" y="88392"/>
                </a:lnTo>
                <a:close/>
              </a:path>
              <a:path w="707390" h="330835">
                <a:moveTo>
                  <a:pt x="690372" y="163068"/>
                </a:moveTo>
                <a:lnTo>
                  <a:pt x="664464" y="129540"/>
                </a:lnTo>
                <a:lnTo>
                  <a:pt x="616254" y="107251"/>
                </a:lnTo>
                <a:lnTo>
                  <a:pt x="607529" y="103632"/>
                </a:lnTo>
                <a:lnTo>
                  <a:pt x="592836" y="97536"/>
                </a:lnTo>
                <a:lnTo>
                  <a:pt x="604253" y="83553"/>
                </a:lnTo>
                <a:lnTo>
                  <a:pt x="615505" y="69151"/>
                </a:lnTo>
                <a:lnTo>
                  <a:pt x="626491" y="54457"/>
                </a:lnTo>
                <a:lnTo>
                  <a:pt x="637032" y="39624"/>
                </a:lnTo>
                <a:lnTo>
                  <a:pt x="649224" y="33528"/>
                </a:lnTo>
                <a:lnTo>
                  <a:pt x="652272" y="32004"/>
                </a:lnTo>
                <a:lnTo>
                  <a:pt x="629412" y="9144"/>
                </a:lnTo>
                <a:lnTo>
                  <a:pt x="614172" y="24384"/>
                </a:lnTo>
                <a:lnTo>
                  <a:pt x="493776" y="24384"/>
                </a:lnTo>
                <a:lnTo>
                  <a:pt x="507492" y="38100"/>
                </a:lnTo>
                <a:lnTo>
                  <a:pt x="515785" y="36093"/>
                </a:lnTo>
                <a:lnTo>
                  <a:pt x="524637" y="34671"/>
                </a:lnTo>
                <a:lnTo>
                  <a:pt x="534073" y="33807"/>
                </a:lnTo>
                <a:lnTo>
                  <a:pt x="544068" y="33528"/>
                </a:lnTo>
                <a:lnTo>
                  <a:pt x="612648" y="33528"/>
                </a:lnTo>
                <a:lnTo>
                  <a:pt x="584073" y="78486"/>
                </a:lnTo>
                <a:lnTo>
                  <a:pt x="553212" y="114300"/>
                </a:lnTo>
                <a:lnTo>
                  <a:pt x="516636" y="145923"/>
                </a:lnTo>
                <a:lnTo>
                  <a:pt x="470916" y="175260"/>
                </a:lnTo>
                <a:lnTo>
                  <a:pt x="472440" y="181356"/>
                </a:lnTo>
                <a:lnTo>
                  <a:pt x="514642" y="161010"/>
                </a:lnTo>
                <a:lnTo>
                  <a:pt x="558482" y="131699"/>
                </a:lnTo>
                <a:lnTo>
                  <a:pt x="588264" y="103632"/>
                </a:lnTo>
                <a:lnTo>
                  <a:pt x="615365" y="121056"/>
                </a:lnTo>
                <a:lnTo>
                  <a:pt x="637032" y="136779"/>
                </a:lnTo>
                <a:lnTo>
                  <a:pt x="652995" y="150774"/>
                </a:lnTo>
                <a:lnTo>
                  <a:pt x="662940" y="163068"/>
                </a:lnTo>
                <a:lnTo>
                  <a:pt x="670560" y="172212"/>
                </a:lnTo>
                <a:lnTo>
                  <a:pt x="676656" y="178308"/>
                </a:lnTo>
                <a:lnTo>
                  <a:pt x="682752" y="178308"/>
                </a:lnTo>
                <a:lnTo>
                  <a:pt x="684276" y="175260"/>
                </a:lnTo>
                <a:lnTo>
                  <a:pt x="687324" y="172212"/>
                </a:lnTo>
                <a:lnTo>
                  <a:pt x="688848" y="169164"/>
                </a:lnTo>
                <a:lnTo>
                  <a:pt x="690372" y="163068"/>
                </a:lnTo>
                <a:close/>
              </a:path>
              <a:path w="707390" h="330835">
                <a:moveTo>
                  <a:pt x="707136" y="326136"/>
                </a:moveTo>
                <a:lnTo>
                  <a:pt x="681228" y="298704"/>
                </a:lnTo>
                <a:lnTo>
                  <a:pt x="662940" y="316992"/>
                </a:lnTo>
                <a:lnTo>
                  <a:pt x="591312" y="316992"/>
                </a:lnTo>
                <a:lnTo>
                  <a:pt x="591312" y="213360"/>
                </a:lnTo>
                <a:lnTo>
                  <a:pt x="679704" y="213360"/>
                </a:lnTo>
                <a:lnTo>
                  <a:pt x="653796" y="185928"/>
                </a:lnTo>
                <a:lnTo>
                  <a:pt x="635508" y="204216"/>
                </a:lnTo>
                <a:lnTo>
                  <a:pt x="501396" y="204216"/>
                </a:lnTo>
                <a:lnTo>
                  <a:pt x="515112" y="217932"/>
                </a:lnTo>
                <a:lnTo>
                  <a:pt x="523405" y="215925"/>
                </a:lnTo>
                <a:lnTo>
                  <a:pt x="532257" y="214503"/>
                </a:lnTo>
                <a:lnTo>
                  <a:pt x="541693" y="213639"/>
                </a:lnTo>
                <a:lnTo>
                  <a:pt x="551688" y="213360"/>
                </a:lnTo>
                <a:lnTo>
                  <a:pt x="569976" y="213360"/>
                </a:lnTo>
                <a:lnTo>
                  <a:pt x="569976" y="316992"/>
                </a:lnTo>
                <a:lnTo>
                  <a:pt x="461772" y="316992"/>
                </a:lnTo>
                <a:lnTo>
                  <a:pt x="475488" y="330708"/>
                </a:lnTo>
                <a:lnTo>
                  <a:pt x="483781" y="328701"/>
                </a:lnTo>
                <a:lnTo>
                  <a:pt x="492633" y="327279"/>
                </a:lnTo>
                <a:lnTo>
                  <a:pt x="502069" y="326415"/>
                </a:lnTo>
                <a:lnTo>
                  <a:pt x="512064" y="326136"/>
                </a:lnTo>
                <a:lnTo>
                  <a:pt x="707136" y="32613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" name="object 61"/>
          <p:cNvSpPr/>
          <p:nvPr/>
        </p:nvSpPr>
        <p:spPr>
          <a:xfrm>
            <a:off x="7059167" y="5070347"/>
            <a:ext cx="295910" cy="358140"/>
          </a:xfrm>
          <a:custGeom>
            <a:avLst/>
            <a:gdLst/>
            <a:ahLst/>
            <a:cxnLst/>
            <a:rect l="l" t="t" r="r" b="b"/>
            <a:pathLst>
              <a:path w="295909" h="358139">
                <a:moveTo>
                  <a:pt x="102108" y="74675"/>
                </a:moveTo>
                <a:lnTo>
                  <a:pt x="91440" y="74675"/>
                </a:lnTo>
                <a:lnTo>
                  <a:pt x="99464" y="50363"/>
                </a:lnTo>
                <a:lnTo>
                  <a:pt x="105346" y="29908"/>
                </a:lnTo>
                <a:lnTo>
                  <a:pt x="109227" y="13168"/>
                </a:lnTo>
                <a:lnTo>
                  <a:pt x="111252" y="0"/>
                </a:lnTo>
                <a:lnTo>
                  <a:pt x="144780" y="16763"/>
                </a:lnTo>
                <a:lnTo>
                  <a:pt x="135112" y="24741"/>
                </a:lnTo>
                <a:lnTo>
                  <a:pt x="124587" y="37147"/>
                </a:lnTo>
                <a:lnTo>
                  <a:pt x="113490" y="53840"/>
                </a:lnTo>
                <a:lnTo>
                  <a:pt x="102108" y="74675"/>
                </a:lnTo>
                <a:close/>
              </a:path>
              <a:path w="295909" h="358139">
                <a:moveTo>
                  <a:pt x="291670" y="74675"/>
                </a:moveTo>
                <a:lnTo>
                  <a:pt x="259079" y="74675"/>
                </a:lnTo>
                <a:lnTo>
                  <a:pt x="269748" y="57911"/>
                </a:lnTo>
                <a:lnTo>
                  <a:pt x="291670" y="74675"/>
                </a:lnTo>
                <a:close/>
              </a:path>
              <a:path w="295909" h="358139">
                <a:moveTo>
                  <a:pt x="0" y="358139"/>
                </a:moveTo>
                <a:lnTo>
                  <a:pt x="1333" y="318325"/>
                </a:lnTo>
                <a:lnTo>
                  <a:pt x="1500" y="106156"/>
                </a:lnTo>
                <a:lnTo>
                  <a:pt x="1333" y="90677"/>
                </a:lnTo>
                <a:lnTo>
                  <a:pt x="851" y="74675"/>
                </a:lnTo>
                <a:lnTo>
                  <a:pt x="0" y="59435"/>
                </a:lnTo>
                <a:lnTo>
                  <a:pt x="24384" y="74675"/>
                </a:lnTo>
                <a:lnTo>
                  <a:pt x="291670" y="74675"/>
                </a:lnTo>
                <a:lnTo>
                  <a:pt x="295655" y="77723"/>
                </a:lnTo>
                <a:lnTo>
                  <a:pt x="288689" y="83819"/>
                </a:lnTo>
                <a:lnTo>
                  <a:pt x="22860" y="83819"/>
                </a:lnTo>
                <a:lnTo>
                  <a:pt x="22860" y="347472"/>
                </a:lnTo>
                <a:lnTo>
                  <a:pt x="0" y="358139"/>
                </a:lnTo>
                <a:close/>
              </a:path>
              <a:path w="295909" h="358139">
                <a:moveTo>
                  <a:pt x="282761" y="316991"/>
                </a:moveTo>
                <a:lnTo>
                  <a:pt x="245364" y="316991"/>
                </a:lnTo>
                <a:lnTo>
                  <a:pt x="253341" y="316468"/>
                </a:lnTo>
                <a:lnTo>
                  <a:pt x="258889" y="312800"/>
                </a:lnTo>
                <a:lnTo>
                  <a:pt x="261866" y="306276"/>
                </a:lnTo>
                <a:lnTo>
                  <a:pt x="262008" y="301347"/>
                </a:lnTo>
                <a:lnTo>
                  <a:pt x="262128" y="83819"/>
                </a:lnTo>
                <a:lnTo>
                  <a:pt x="288689" y="83819"/>
                </a:lnTo>
                <a:lnTo>
                  <a:pt x="283464" y="88391"/>
                </a:lnTo>
                <a:lnTo>
                  <a:pt x="283464" y="306323"/>
                </a:lnTo>
                <a:lnTo>
                  <a:pt x="282761" y="316991"/>
                </a:lnTo>
                <a:close/>
              </a:path>
              <a:path w="295909" h="358139">
                <a:moveTo>
                  <a:pt x="211182" y="150875"/>
                </a:moveTo>
                <a:lnTo>
                  <a:pt x="181356" y="150875"/>
                </a:lnTo>
                <a:lnTo>
                  <a:pt x="192024" y="134111"/>
                </a:lnTo>
                <a:lnTo>
                  <a:pt x="211182" y="150875"/>
                </a:lnTo>
                <a:close/>
              </a:path>
              <a:path w="295909" h="358139">
                <a:moveTo>
                  <a:pt x="74676" y="280415"/>
                </a:moveTo>
                <a:lnTo>
                  <a:pt x="74914" y="260984"/>
                </a:lnTo>
                <a:lnTo>
                  <a:pt x="75961" y="222122"/>
                </a:lnTo>
                <a:lnTo>
                  <a:pt x="76200" y="202691"/>
                </a:lnTo>
                <a:lnTo>
                  <a:pt x="75961" y="183213"/>
                </a:lnTo>
                <a:lnTo>
                  <a:pt x="75438" y="165734"/>
                </a:lnTo>
                <a:lnTo>
                  <a:pt x="74914" y="149971"/>
                </a:lnTo>
                <a:lnTo>
                  <a:pt x="74676" y="135635"/>
                </a:lnTo>
                <a:lnTo>
                  <a:pt x="97536" y="150875"/>
                </a:lnTo>
                <a:lnTo>
                  <a:pt x="211182" y="150875"/>
                </a:lnTo>
                <a:lnTo>
                  <a:pt x="216408" y="155447"/>
                </a:lnTo>
                <a:lnTo>
                  <a:pt x="211182" y="160019"/>
                </a:lnTo>
                <a:lnTo>
                  <a:pt x="97536" y="160019"/>
                </a:lnTo>
                <a:lnTo>
                  <a:pt x="97536" y="239267"/>
                </a:lnTo>
                <a:lnTo>
                  <a:pt x="204322" y="239267"/>
                </a:lnTo>
                <a:lnTo>
                  <a:pt x="204406" y="243458"/>
                </a:lnTo>
                <a:lnTo>
                  <a:pt x="204630" y="248411"/>
                </a:lnTo>
                <a:lnTo>
                  <a:pt x="97536" y="248411"/>
                </a:lnTo>
                <a:lnTo>
                  <a:pt x="97536" y="271271"/>
                </a:lnTo>
                <a:lnTo>
                  <a:pt x="74676" y="280415"/>
                </a:lnTo>
                <a:close/>
              </a:path>
              <a:path w="295909" h="358139">
                <a:moveTo>
                  <a:pt x="204322" y="239267"/>
                </a:moveTo>
                <a:lnTo>
                  <a:pt x="182880" y="239267"/>
                </a:lnTo>
                <a:lnTo>
                  <a:pt x="182880" y="160019"/>
                </a:lnTo>
                <a:lnTo>
                  <a:pt x="211182" y="160019"/>
                </a:lnTo>
                <a:lnTo>
                  <a:pt x="204216" y="166115"/>
                </a:lnTo>
                <a:lnTo>
                  <a:pt x="204322" y="239267"/>
                </a:lnTo>
                <a:close/>
              </a:path>
              <a:path w="295909" h="358139">
                <a:moveTo>
                  <a:pt x="182880" y="274319"/>
                </a:moveTo>
                <a:lnTo>
                  <a:pt x="182880" y="248411"/>
                </a:lnTo>
                <a:lnTo>
                  <a:pt x="204630" y="248411"/>
                </a:lnTo>
                <a:lnTo>
                  <a:pt x="204858" y="253460"/>
                </a:lnTo>
                <a:lnTo>
                  <a:pt x="205740" y="265175"/>
                </a:lnTo>
                <a:lnTo>
                  <a:pt x="182880" y="274319"/>
                </a:lnTo>
                <a:close/>
              </a:path>
              <a:path w="295909" h="358139">
                <a:moveTo>
                  <a:pt x="249936" y="356615"/>
                </a:moveTo>
                <a:lnTo>
                  <a:pt x="245887" y="344947"/>
                </a:lnTo>
                <a:lnTo>
                  <a:pt x="235839" y="335279"/>
                </a:lnTo>
                <a:lnTo>
                  <a:pt x="219503" y="327898"/>
                </a:lnTo>
                <a:lnTo>
                  <a:pt x="196596" y="323088"/>
                </a:lnTo>
                <a:lnTo>
                  <a:pt x="196596" y="315467"/>
                </a:lnTo>
                <a:lnTo>
                  <a:pt x="210859" y="315706"/>
                </a:lnTo>
                <a:lnTo>
                  <a:pt x="235386" y="316753"/>
                </a:lnTo>
                <a:lnTo>
                  <a:pt x="245364" y="316991"/>
                </a:lnTo>
                <a:lnTo>
                  <a:pt x="282761" y="316991"/>
                </a:lnTo>
                <a:lnTo>
                  <a:pt x="282297" y="324040"/>
                </a:lnTo>
                <a:lnTo>
                  <a:pt x="276415" y="338327"/>
                </a:lnTo>
                <a:lnTo>
                  <a:pt x="265676" y="349186"/>
                </a:lnTo>
                <a:lnTo>
                  <a:pt x="249936" y="35661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" name="object 62"/>
          <p:cNvSpPr/>
          <p:nvPr/>
        </p:nvSpPr>
        <p:spPr>
          <a:xfrm>
            <a:off x="7402068" y="5070347"/>
            <a:ext cx="657225" cy="360045"/>
          </a:xfrm>
          <a:custGeom>
            <a:avLst/>
            <a:gdLst/>
            <a:ahLst/>
            <a:cxnLst/>
            <a:rect l="l" t="t" r="r" b="b"/>
            <a:pathLst>
              <a:path w="657225" h="360045">
                <a:moveTo>
                  <a:pt x="278892" y="108204"/>
                </a:moveTo>
                <a:lnTo>
                  <a:pt x="243840" y="108204"/>
                </a:lnTo>
                <a:lnTo>
                  <a:pt x="207264" y="272796"/>
                </a:lnTo>
                <a:lnTo>
                  <a:pt x="155448" y="108204"/>
                </a:lnTo>
                <a:lnTo>
                  <a:pt x="126492" y="108204"/>
                </a:lnTo>
                <a:lnTo>
                  <a:pt x="74676" y="272796"/>
                </a:lnTo>
                <a:lnTo>
                  <a:pt x="38100" y="108204"/>
                </a:lnTo>
                <a:lnTo>
                  <a:pt x="0" y="108204"/>
                </a:lnTo>
                <a:lnTo>
                  <a:pt x="54864" y="321564"/>
                </a:lnTo>
                <a:lnTo>
                  <a:pt x="88392" y="321564"/>
                </a:lnTo>
                <a:lnTo>
                  <a:pt x="140208" y="156972"/>
                </a:lnTo>
                <a:lnTo>
                  <a:pt x="192024" y="321564"/>
                </a:lnTo>
                <a:lnTo>
                  <a:pt x="225552" y="321564"/>
                </a:lnTo>
                <a:lnTo>
                  <a:pt x="278892" y="108204"/>
                </a:lnTo>
                <a:close/>
              </a:path>
              <a:path w="657225" h="360045">
                <a:moveTo>
                  <a:pt x="589788" y="53340"/>
                </a:moveTo>
                <a:lnTo>
                  <a:pt x="554545" y="24574"/>
                </a:lnTo>
                <a:lnTo>
                  <a:pt x="518160" y="7620"/>
                </a:lnTo>
                <a:lnTo>
                  <a:pt x="515112" y="12192"/>
                </a:lnTo>
                <a:lnTo>
                  <a:pt x="532206" y="28511"/>
                </a:lnTo>
                <a:lnTo>
                  <a:pt x="546735" y="43243"/>
                </a:lnTo>
                <a:lnTo>
                  <a:pt x="558393" y="56565"/>
                </a:lnTo>
                <a:lnTo>
                  <a:pt x="566928" y="68580"/>
                </a:lnTo>
                <a:lnTo>
                  <a:pt x="571500" y="77724"/>
                </a:lnTo>
                <a:lnTo>
                  <a:pt x="576072" y="82296"/>
                </a:lnTo>
                <a:lnTo>
                  <a:pt x="580644" y="82296"/>
                </a:lnTo>
                <a:lnTo>
                  <a:pt x="583692" y="79248"/>
                </a:lnTo>
                <a:lnTo>
                  <a:pt x="585216" y="73152"/>
                </a:lnTo>
                <a:lnTo>
                  <a:pt x="588264" y="67056"/>
                </a:lnTo>
                <a:lnTo>
                  <a:pt x="589788" y="62484"/>
                </a:lnTo>
                <a:lnTo>
                  <a:pt x="589788" y="53340"/>
                </a:lnTo>
                <a:close/>
              </a:path>
              <a:path w="657225" h="360045">
                <a:moveTo>
                  <a:pt x="656844" y="330708"/>
                </a:moveTo>
                <a:lnTo>
                  <a:pt x="617931" y="321259"/>
                </a:lnTo>
                <a:lnTo>
                  <a:pt x="552678" y="293204"/>
                </a:lnTo>
                <a:lnTo>
                  <a:pt x="525780" y="274320"/>
                </a:lnTo>
                <a:lnTo>
                  <a:pt x="536816" y="260604"/>
                </a:lnTo>
                <a:lnTo>
                  <a:pt x="542607" y="253415"/>
                </a:lnTo>
                <a:lnTo>
                  <a:pt x="558736" y="231648"/>
                </a:lnTo>
                <a:lnTo>
                  <a:pt x="573989" y="208749"/>
                </a:lnTo>
                <a:lnTo>
                  <a:pt x="588264" y="184404"/>
                </a:lnTo>
                <a:lnTo>
                  <a:pt x="598055" y="176784"/>
                </a:lnTo>
                <a:lnTo>
                  <a:pt x="601980" y="173736"/>
                </a:lnTo>
                <a:lnTo>
                  <a:pt x="595071" y="167640"/>
                </a:lnTo>
                <a:lnTo>
                  <a:pt x="576072" y="150876"/>
                </a:lnTo>
                <a:lnTo>
                  <a:pt x="565404" y="167640"/>
                </a:lnTo>
                <a:lnTo>
                  <a:pt x="565404" y="176784"/>
                </a:lnTo>
                <a:lnTo>
                  <a:pt x="552564" y="200812"/>
                </a:lnTo>
                <a:lnTo>
                  <a:pt x="539305" y="222694"/>
                </a:lnTo>
                <a:lnTo>
                  <a:pt x="525754" y="242582"/>
                </a:lnTo>
                <a:lnTo>
                  <a:pt x="512064" y="260604"/>
                </a:lnTo>
                <a:lnTo>
                  <a:pt x="495490" y="241731"/>
                </a:lnTo>
                <a:lnTo>
                  <a:pt x="480060" y="221551"/>
                </a:lnTo>
                <a:lnTo>
                  <a:pt x="465772" y="199961"/>
                </a:lnTo>
                <a:lnTo>
                  <a:pt x="452628" y="176784"/>
                </a:lnTo>
                <a:lnTo>
                  <a:pt x="565404" y="176784"/>
                </a:lnTo>
                <a:lnTo>
                  <a:pt x="565404" y="167640"/>
                </a:lnTo>
                <a:lnTo>
                  <a:pt x="432816" y="167640"/>
                </a:lnTo>
                <a:lnTo>
                  <a:pt x="436854" y="153670"/>
                </a:lnTo>
                <a:lnTo>
                  <a:pt x="440055" y="139255"/>
                </a:lnTo>
                <a:lnTo>
                  <a:pt x="442671" y="124574"/>
                </a:lnTo>
                <a:lnTo>
                  <a:pt x="445008" y="109728"/>
                </a:lnTo>
                <a:lnTo>
                  <a:pt x="650748" y="109728"/>
                </a:lnTo>
                <a:lnTo>
                  <a:pt x="642061" y="100584"/>
                </a:lnTo>
                <a:lnTo>
                  <a:pt x="621792" y="79248"/>
                </a:lnTo>
                <a:lnTo>
                  <a:pt x="600456" y="100584"/>
                </a:lnTo>
                <a:lnTo>
                  <a:pt x="446532" y="100584"/>
                </a:lnTo>
                <a:lnTo>
                  <a:pt x="449122" y="90614"/>
                </a:lnTo>
                <a:lnTo>
                  <a:pt x="452437" y="74485"/>
                </a:lnTo>
                <a:lnTo>
                  <a:pt x="456603" y="52374"/>
                </a:lnTo>
                <a:lnTo>
                  <a:pt x="461772" y="24384"/>
                </a:lnTo>
                <a:lnTo>
                  <a:pt x="472440" y="13716"/>
                </a:lnTo>
                <a:lnTo>
                  <a:pt x="438912" y="0"/>
                </a:lnTo>
                <a:lnTo>
                  <a:pt x="438619" y="11722"/>
                </a:lnTo>
                <a:lnTo>
                  <a:pt x="437769" y="24003"/>
                </a:lnTo>
                <a:lnTo>
                  <a:pt x="432054" y="63728"/>
                </a:lnTo>
                <a:lnTo>
                  <a:pt x="425196" y="100584"/>
                </a:lnTo>
                <a:lnTo>
                  <a:pt x="355092" y="100584"/>
                </a:lnTo>
                <a:lnTo>
                  <a:pt x="359943" y="91160"/>
                </a:lnTo>
                <a:lnTo>
                  <a:pt x="365379" y="78867"/>
                </a:lnTo>
                <a:lnTo>
                  <a:pt x="371373" y="63728"/>
                </a:lnTo>
                <a:lnTo>
                  <a:pt x="377952" y="45720"/>
                </a:lnTo>
                <a:lnTo>
                  <a:pt x="390144" y="36576"/>
                </a:lnTo>
                <a:lnTo>
                  <a:pt x="359664" y="19812"/>
                </a:lnTo>
                <a:lnTo>
                  <a:pt x="356463" y="34696"/>
                </a:lnTo>
                <a:lnTo>
                  <a:pt x="351282" y="52006"/>
                </a:lnTo>
                <a:lnTo>
                  <a:pt x="343801" y="71894"/>
                </a:lnTo>
                <a:lnTo>
                  <a:pt x="333756" y="94488"/>
                </a:lnTo>
                <a:lnTo>
                  <a:pt x="321564" y="102108"/>
                </a:lnTo>
                <a:lnTo>
                  <a:pt x="341376" y="123444"/>
                </a:lnTo>
                <a:lnTo>
                  <a:pt x="353568" y="109728"/>
                </a:lnTo>
                <a:lnTo>
                  <a:pt x="423672" y="109728"/>
                </a:lnTo>
                <a:lnTo>
                  <a:pt x="409575" y="170688"/>
                </a:lnTo>
                <a:lnTo>
                  <a:pt x="393192" y="217932"/>
                </a:lnTo>
                <a:lnTo>
                  <a:pt x="373761" y="256794"/>
                </a:lnTo>
                <a:lnTo>
                  <a:pt x="352044" y="291084"/>
                </a:lnTo>
                <a:lnTo>
                  <a:pt x="327660" y="320611"/>
                </a:lnTo>
                <a:lnTo>
                  <a:pt x="303276" y="344424"/>
                </a:lnTo>
                <a:lnTo>
                  <a:pt x="306324" y="348996"/>
                </a:lnTo>
                <a:lnTo>
                  <a:pt x="351091" y="313563"/>
                </a:lnTo>
                <a:lnTo>
                  <a:pt x="385572" y="271272"/>
                </a:lnTo>
                <a:lnTo>
                  <a:pt x="411861" y="225742"/>
                </a:lnTo>
                <a:lnTo>
                  <a:pt x="431292" y="176784"/>
                </a:lnTo>
                <a:lnTo>
                  <a:pt x="445008" y="176784"/>
                </a:lnTo>
                <a:lnTo>
                  <a:pt x="456145" y="202526"/>
                </a:lnTo>
                <a:lnTo>
                  <a:pt x="469011" y="227266"/>
                </a:lnTo>
                <a:lnTo>
                  <a:pt x="483577" y="251155"/>
                </a:lnTo>
                <a:lnTo>
                  <a:pt x="499872" y="274320"/>
                </a:lnTo>
                <a:lnTo>
                  <a:pt x="474103" y="297446"/>
                </a:lnTo>
                <a:lnTo>
                  <a:pt x="442341" y="318706"/>
                </a:lnTo>
                <a:lnTo>
                  <a:pt x="404279" y="337972"/>
                </a:lnTo>
                <a:lnTo>
                  <a:pt x="359664" y="355092"/>
                </a:lnTo>
                <a:lnTo>
                  <a:pt x="361188" y="359664"/>
                </a:lnTo>
                <a:lnTo>
                  <a:pt x="405142" y="347649"/>
                </a:lnTo>
                <a:lnTo>
                  <a:pt x="445389" y="332041"/>
                </a:lnTo>
                <a:lnTo>
                  <a:pt x="481622" y="312737"/>
                </a:lnTo>
                <a:lnTo>
                  <a:pt x="513588" y="289560"/>
                </a:lnTo>
                <a:lnTo>
                  <a:pt x="536155" y="309257"/>
                </a:lnTo>
                <a:lnTo>
                  <a:pt x="562737" y="327088"/>
                </a:lnTo>
                <a:lnTo>
                  <a:pt x="593305" y="342925"/>
                </a:lnTo>
                <a:lnTo>
                  <a:pt x="627888" y="356616"/>
                </a:lnTo>
                <a:lnTo>
                  <a:pt x="632193" y="349211"/>
                </a:lnTo>
                <a:lnTo>
                  <a:pt x="638365" y="343090"/>
                </a:lnTo>
                <a:lnTo>
                  <a:pt x="646531" y="338404"/>
                </a:lnTo>
                <a:lnTo>
                  <a:pt x="656844" y="335280"/>
                </a:lnTo>
                <a:lnTo>
                  <a:pt x="656844" y="33070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" name="object 63"/>
          <p:cNvSpPr/>
          <p:nvPr/>
        </p:nvSpPr>
        <p:spPr>
          <a:xfrm>
            <a:off x="8124443" y="5077967"/>
            <a:ext cx="295910" cy="346075"/>
          </a:xfrm>
          <a:custGeom>
            <a:avLst/>
            <a:gdLst/>
            <a:ahLst/>
            <a:cxnLst/>
            <a:rect l="l" t="t" r="r" b="b"/>
            <a:pathLst>
              <a:path w="295909" h="346075">
                <a:moveTo>
                  <a:pt x="262128" y="345947"/>
                </a:moveTo>
                <a:lnTo>
                  <a:pt x="262128" y="321563"/>
                </a:lnTo>
                <a:lnTo>
                  <a:pt x="32004" y="321563"/>
                </a:lnTo>
                <a:lnTo>
                  <a:pt x="21336" y="332231"/>
                </a:lnTo>
                <a:lnTo>
                  <a:pt x="0" y="315467"/>
                </a:lnTo>
                <a:lnTo>
                  <a:pt x="10667" y="304799"/>
                </a:lnTo>
                <a:lnTo>
                  <a:pt x="10644" y="233648"/>
                </a:lnTo>
                <a:lnTo>
                  <a:pt x="10477" y="221360"/>
                </a:lnTo>
                <a:lnTo>
                  <a:pt x="10025" y="208502"/>
                </a:lnTo>
                <a:lnTo>
                  <a:pt x="9143" y="195071"/>
                </a:lnTo>
                <a:lnTo>
                  <a:pt x="44196" y="213359"/>
                </a:lnTo>
                <a:lnTo>
                  <a:pt x="32004" y="224027"/>
                </a:lnTo>
                <a:lnTo>
                  <a:pt x="32004" y="312420"/>
                </a:lnTo>
                <a:lnTo>
                  <a:pt x="134112" y="312420"/>
                </a:lnTo>
                <a:lnTo>
                  <a:pt x="134112" y="164591"/>
                </a:lnTo>
                <a:lnTo>
                  <a:pt x="45719" y="164591"/>
                </a:lnTo>
                <a:lnTo>
                  <a:pt x="33528" y="175259"/>
                </a:lnTo>
                <a:lnTo>
                  <a:pt x="12192" y="158495"/>
                </a:lnTo>
                <a:lnTo>
                  <a:pt x="22860" y="149351"/>
                </a:lnTo>
                <a:lnTo>
                  <a:pt x="22836" y="76152"/>
                </a:lnTo>
                <a:lnTo>
                  <a:pt x="22669" y="66674"/>
                </a:lnTo>
                <a:lnTo>
                  <a:pt x="22217" y="56626"/>
                </a:lnTo>
                <a:lnTo>
                  <a:pt x="21336" y="45719"/>
                </a:lnTo>
                <a:lnTo>
                  <a:pt x="57912" y="64007"/>
                </a:lnTo>
                <a:lnTo>
                  <a:pt x="44196" y="73151"/>
                </a:lnTo>
                <a:lnTo>
                  <a:pt x="44196" y="155447"/>
                </a:lnTo>
                <a:lnTo>
                  <a:pt x="134112" y="155447"/>
                </a:lnTo>
                <a:lnTo>
                  <a:pt x="134088" y="39862"/>
                </a:lnTo>
                <a:lnTo>
                  <a:pt x="133921" y="26669"/>
                </a:lnTo>
                <a:lnTo>
                  <a:pt x="133469" y="13477"/>
                </a:lnTo>
                <a:lnTo>
                  <a:pt x="132588" y="0"/>
                </a:lnTo>
                <a:lnTo>
                  <a:pt x="167640" y="16763"/>
                </a:lnTo>
                <a:lnTo>
                  <a:pt x="155448" y="30479"/>
                </a:lnTo>
                <a:lnTo>
                  <a:pt x="155448" y="155447"/>
                </a:lnTo>
                <a:lnTo>
                  <a:pt x="246888" y="155447"/>
                </a:lnTo>
                <a:lnTo>
                  <a:pt x="246888" y="85343"/>
                </a:lnTo>
                <a:lnTo>
                  <a:pt x="246649" y="75890"/>
                </a:lnTo>
                <a:lnTo>
                  <a:pt x="245602" y="54697"/>
                </a:lnTo>
                <a:lnTo>
                  <a:pt x="245364" y="42671"/>
                </a:lnTo>
                <a:lnTo>
                  <a:pt x="280416" y="59435"/>
                </a:lnTo>
                <a:lnTo>
                  <a:pt x="268224" y="70103"/>
                </a:lnTo>
                <a:lnTo>
                  <a:pt x="268271" y="138374"/>
                </a:lnTo>
                <a:lnTo>
                  <a:pt x="268605" y="148780"/>
                </a:lnTo>
                <a:lnTo>
                  <a:pt x="269509" y="160615"/>
                </a:lnTo>
                <a:lnTo>
                  <a:pt x="271272" y="173735"/>
                </a:lnTo>
                <a:lnTo>
                  <a:pt x="246888" y="182879"/>
                </a:lnTo>
                <a:lnTo>
                  <a:pt x="246888" y="164591"/>
                </a:lnTo>
                <a:lnTo>
                  <a:pt x="155448" y="164591"/>
                </a:lnTo>
                <a:lnTo>
                  <a:pt x="155448" y="312420"/>
                </a:lnTo>
                <a:lnTo>
                  <a:pt x="262128" y="312420"/>
                </a:lnTo>
                <a:lnTo>
                  <a:pt x="262128" y="245363"/>
                </a:lnTo>
                <a:lnTo>
                  <a:pt x="261889" y="233910"/>
                </a:lnTo>
                <a:lnTo>
                  <a:pt x="260842" y="210431"/>
                </a:lnTo>
                <a:lnTo>
                  <a:pt x="260604" y="198119"/>
                </a:lnTo>
                <a:lnTo>
                  <a:pt x="295656" y="217931"/>
                </a:lnTo>
                <a:lnTo>
                  <a:pt x="283464" y="227075"/>
                </a:lnTo>
                <a:lnTo>
                  <a:pt x="283487" y="297179"/>
                </a:lnTo>
                <a:lnTo>
                  <a:pt x="283654" y="310895"/>
                </a:lnTo>
                <a:lnTo>
                  <a:pt x="284106" y="324611"/>
                </a:lnTo>
                <a:lnTo>
                  <a:pt x="284988" y="338327"/>
                </a:lnTo>
                <a:lnTo>
                  <a:pt x="262128" y="34594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" name="object 64"/>
          <p:cNvSpPr/>
          <p:nvPr/>
        </p:nvSpPr>
        <p:spPr>
          <a:xfrm>
            <a:off x="8481060" y="5070347"/>
            <a:ext cx="1138555" cy="360045"/>
          </a:xfrm>
          <a:custGeom>
            <a:avLst/>
            <a:gdLst/>
            <a:ahLst/>
            <a:cxnLst/>
            <a:rect l="l" t="t" r="r" b="b"/>
            <a:pathLst>
              <a:path w="1138554" h="360045">
                <a:moveTo>
                  <a:pt x="86868" y="65532"/>
                </a:moveTo>
                <a:lnTo>
                  <a:pt x="58864" y="30289"/>
                </a:lnTo>
                <a:lnTo>
                  <a:pt x="35052" y="16764"/>
                </a:lnTo>
                <a:lnTo>
                  <a:pt x="32004" y="21336"/>
                </a:lnTo>
                <a:lnTo>
                  <a:pt x="41427" y="32766"/>
                </a:lnTo>
                <a:lnTo>
                  <a:pt x="49149" y="44196"/>
                </a:lnTo>
                <a:lnTo>
                  <a:pt x="55143" y="55626"/>
                </a:lnTo>
                <a:lnTo>
                  <a:pt x="64008" y="79248"/>
                </a:lnTo>
                <a:lnTo>
                  <a:pt x="68580" y="85344"/>
                </a:lnTo>
                <a:lnTo>
                  <a:pt x="74676" y="85344"/>
                </a:lnTo>
                <a:lnTo>
                  <a:pt x="76200" y="83820"/>
                </a:lnTo>
                <a:lnTo>
                  <a:pt x="80772" y="80772"/>
                </a:lnTo>
                <a:lnTo>
                  <a:pt x="83820" y="77724"/>
                </a:lnTo>
                <a:lnTo>
                  <a:pt x="85344" y="73152"/>
                </a:lnTo>
                <a:lnTo>
                  <a:pt x="86868" y="65532"/>
                </a:lnTo>
                <a:close/>
              </a:path>
              <a:path w="1138554" h="360045">
                <a:moveTo>
                  <a:pt x="196596" y="182880"/>
                </a:moveTo>
                <a:lnTo>
                  <a:pt x="176403" y="149542"/>
                </a:lnTo>
                <a:lnTo>
                  <a:pt x="138684" y="120396"/>
                </a:lnTo>
                <a:lnTo>
                  <a:pt x="135636" y="124968"/>
                </a:lnTo>
                <a:lnTo>
                  <a:pt x="147078" y="140690"/>
                </a:lnTo>
                <a:lnTo>
                  <a:pt x="156400" y="155829"/>
                </a:lnTo>
                <a:lnTo>
                  <a:pt x="163703" y="170408"/>
                </a:lnTo>
                <a:lnTo>
                  <a:pt x="169164" y="184404"/>
                </a:lnTo>
                <a:lnTo>
                  <a:pt x="173736" y="196596"/>
                </a:lnTo>
                <a:lnTo>
                  <a:pt x="178308" y="204216"/>
                </a:lnTo>
                <a:lnTo>
                  <a:pt x="184404" y="204216"/>
                </a:lnTo>
                <a:lnTo>
                  <a:pt x="193548" y="195072"/>
                </a:lnTo>
                <a:lnTo>
                  <a:pt x="196596" y="188976"/>
                </a:lnTo>
                <a:lnTo>
                  <a:pt x="196596" y="182880"/>
                </a:lnTo>
                <a:close/>
              </a:path>
              <a:path w="1138554" h="360045">
                <a:moveTo>
                  <a:pt x="355092" y="99060"/>
                </a:moveTo>
                <a:lnTo>
                  <a:pt x="327660" y="70104"/>
                </a:lnTo>
                <a:lnTo>
                  <a:pt x="307848" y="89916"/>
                </a:lnTo>
                <a:lnTo>
                  <a:pt x="274320" y="89916"/>
                </a:lnTo>
                <a:lnTo>
                  <a:pt x="274320" y="28956"/>
                </a:lnTo>
                <a:lnTo>
                  <a:pt x="286512" y="16764"/>
                </a:lnTo>
                <a:lnTo>
                  <a:pt x="251460" y="0"/>
                </a:lnTo>
                <a:lnTo>
                  <a:pt x="251688" y="14274"/>
                </a:lnTo>
                <a:lnTo>
                  <a:pt x="252183" y="32766"/>
                </a:lnTo>
                <a:lnTo>
                  <a:pt x="252742" y="59817"/>
                </a:lnTo>
                <a:lnTo>
                  <a:pt x="252984" y="89916"/>
                </a:lnTo>
                <a:lnTo>
                  <a:pt x="103632" y="89916"/>
                </a:lnTo>
                <a:lnTo>
                  <a:pt x="117348" y="103632"/>
                </a:lnTo>
                <a:lnTo>
                  <a:pt x="125933" y="101638"/>
                </a:lnTo>
                <a:lnTo>
                  <a:pt x="133540" y="100203"/>
                </a:lnTo>
                <a:lnTo>
                  <a:pt x="140271" y="99352"/>
                </a:lnTo>
                <a:lnTo>
                  <a:pt x="146304" y="99060"/>
                </a:lnTo>
                <a:lnTo>
                  <a:pt x="252984" y="99060"/>
                </a:lnTo>
                <a:lnTo>
                  <a:pt x="252984" y="265176"/>
                </a:lnTo>
                <a:lnTo>
                  <a:pt x="249936" y="269748"/>
                </a:lnTo>
                <a:lnTo>
                  <a:pt x="243840" y="269748"/>
                </a:lnTo>
                <a:lnTo>
                  <a:pt x="236385" y="269468"/>
                </a:lnTo>
                <a:lnTo>
                  <a:pt x="225361" y="268605"/>
                </a:lnTo>
                <a:lnTo>
                  <a:pt x="210616" y="267182"/>
                </a:lnTo>
                <a:lnTo>
                  <a:pt x="192024" y="265176"/>
                </a:lnTo>
                <a:lnTo>
                  <a:pt x="192024" y="271272"/>
                </a:lnTo>
                <a:lnTo>
                  <a:pt x="211493" y="276974"/>
                </a:lnTo>
                <a:lnTo>
                  <a:pt x="226695" y="284797"/>
                </a:lnTo>
                <a:lnTo>
                  <a:pt x="237883" y="294640"/>
                </a:lnTo>
                <a:lnTo>
                  <a:pt x="245364" y="306324"/>
                </a:lnTo>
                <a:lnTo>
                  <a:pt x="251904" y="302882"/>
                </a:lnTo>
                <a:lnTo>
                  <a:pt x="273989" y="269748"/>
                </a:lnTo>
                <a:lnTo>
                  <a:pt x="274320" y="265176"/>
                </a:lnTo>
                <a:lnTo>
                  <a:pt x="274320" y="99060"/>
                </a:lnTo>
                <a:lnTo>
                  <a:pt x="355092" y="99060"/>
                </a:lnTo>
                <a:close/>
              </a:path>
              <a:path w="1138554" h="360045">
                <a:moveTo>
                  <a:pt x="359664" y="313944"/>
                </a:moveTo>
                <a:lnTo>
                  <a:pt x="309943" y="317373"/>
                </a:lnTo>
                <a:lnTo>
                  <a:pt x="295656" y="318516"/>
                </a:lnTo>
                <a:lnTo>
                  <a:pt x="282486" y="319405"/>
                </a:lnTo>
                <a:lnTo>
                  <a:pt x="270319" y="319849"/>
                </a:lnTo>
                <a:lnTo>
                  <a:pt x="259003" y="320027"/>
                </a:lnTo>
                <a:lnTo>
                  <a:pt x="248412" y="320040"/>
                </a:lnTo>
                <a:lnTo>
                  <a:pt x="232994" y="319786"/>
                </a:lnTo>
                <a:lnTo>
                  <a:pt x="181356" y="316992"/>
                </a:lnTo>
                <a:lnTo>
                  <a:pt x="134848" y="309067"/>
                </a:lnTo>
                <a:lnTo>
                  <a:pt x="96278" y="288036"/>
                </a:lnTo>
                <a:lnTo>
                  <a:pt x="93002" y="285737"/>
                </a:lnTo>
                <a:lnTo>
                  <a:pt x="83820" y="278892"/>
                </a:lnTo>
                <a:lnTo>
                  <a:pt x="83820" y="160020"/>
                </a:lnTo>
                <a:lnTo>
                  <a:pt x="90779" y="153924"/>
                </a:lnTo>
                <a:lnTo>
                  <a:pt x="96012" y="149352"/>
                </a:lnTo>
                <a:lnTo>
                  <a:pt x="74676" y="126492"/>
                </a:lnTo>
                <a:lnTo>
                  <a:pt x="57912" y="143256"/>
                </a:lnTo>
                <a:lnTo>
                  <a:pt x="0" y="143256"/>
                </a:lnTo>
                <a:lnTo>
                  <a:pt x="13716" y="158496"/>
                </a:lnTo>
                <a:lnTo>
                  <a:pt x="21996" y="156502"/>
                </a:lnTo>
                <a:lnTo>
                  <a:pt x="30861" y="155067"/>
                </a:lnTo>
                <a:lnTo>
                  <a:pt x="40284" y="154216"/>
                </a:lnTo>
                <a:lnTo>
                  <a:pt x="50292" y="153924"/>
                </a:lnTo>
                <a:lnTo>
                  <a:pt x="62484" y="153924"/>
                </a:lnTo>
                <a:lnTo>
                  <a:pt x="62484" y="278892"/>
                </a:lnTo>
                <a:lnTo>
                  <a:pt x="43421" y="292417"/>
                </a:lnTo>
                <a:lnTo>
                  <a:pt x="17043" y="311264"/>
                </a:lnTo>
                <a:lnTo>
                  <a:pt x="3048" y="321564"/>
                </a:lnTo>
                <a:lnTo>
                  <a:pt x="24384" y="342900"/>
                </a:lnTo>
                <a:lnTo>
                  <a:pt x="30378" y="332663"/>
                </a:lnTo>
                <a:lnTo>
                  <a:pt x="36957" y="322707"/>
                </a:lnTo>
                <a:lnTo>
                  <a:pt x="65532" y="291846"/>
                </a:lnTo>
                <a:lnTo>
                  <a:pt x="74676" y="288036"/>
                </a:lnTo>
                <a:lnTo>
                  <a:pt x="78689" y="289166"/>
                </a:lnTo>
                <a:lnTo>
                  <a:pt x="84010" y="292417"/>
                </a:lnTo>
                <a:lnTo>
                  <a:pt x="90741" y="297688"/>
                </a:lnTo>
                <a:lnTo>
                  <a:pt x="99060" y="304800"/>
                </a:lnTo>
                <a:lnTo>
                  <a:pt x="108750" y="312470"/>
                </a:lnTo>
                <a:lnTo>
                  <a:pt x="143256" y="329184"/>
                </a:lnTo>
                <a:lnTo>
                  <a:pt x="193395" y="338404"/>
                </a:lnTo>
                <a:lnTo>
                  <a:pt x="329184" y="344424"/>
                </a:lnTo>
                <a:lnTo>
                  <a:pt x="330936" y="336118"/>
                </a:lnTo>
                <a:lnTo>
                  <a:pt x="336423" y="329374"/>
                </a:lnTo>
                <a:lnTo>
                  <a:pt x="345897" y="324065"/>
                </a:lnTo>
                <a:lnTo>
                  <a:pt x="359664" y="320040"/>
                </a:lnTo>
                <a:lnTo>
                  <a:pt x="359664" y="313944"/>
                </a:lnTo>
                <a:close/>
              </a:path>
              <a:path w="1138554" h="360045">
                <a:moveTo>
                  <a:pt x="470916" y="69100"/>
                </a:moveTo>
                <a:lnTo>
                  <a:pt x="469392" y="64020"/>
                </a:lnTo>
                <a:lnTo>
                  <a:pt x="469392" y="56400"/>
                </a:lnTo>
                <a:lnTo>
                  <a:pt x="466344" y="50050"/>
                </a:lnTo>
                <a:lnTo>
                  <a:pt x="458724" y="42430"/>
                </a:lnTo>
                <a:lnTo>
                  <a:pt x="452386" y="37350"/>
                </a:lnTo>
                <a:lnTo>
                  <a:pt x="444627" y="31000"/>
                </a:lnTo>
                <a:lnTo>
                  <a:pt x="435140" y="24650"/>
                </a:lnTo>
                <a:lnTo>
                  <a:pt x="423672" y="18300"/>
                </a:lnTo>
                <a:lnTo>
                  <a:pt x="419100" y="20840"/>
                </a:lnTo>
                <a:lnTo>
                  <a:pt x="428498" y="34810"/>
                </a:lnTo>
                <a:lnTo>
                  <a:pt x="436054" y="48780"/>
                </a:lnTo>
                <a:lnTo>
                  <a:pt x="441591" y="60210"/>
                </a:lnTo>
                <a:lnTo>
                  <a:pt x="445008" y="71640"/>
                </a:lnTo>
                <a:lnTo>
                  <a:pt x="446532" y="81800"/>
                </a:lnTo>
                <a:lnTo>
                  <a:pt x="448056" y="86880"/>
                </a:lnTo>
                <a:lnTo>
                  <a:pt x="454152" y="86880"/>
                </a:lnTo>
                <a:lnTo>
                  <a:pt x="458724" y="84340"/>
                </a:lnTo>
                <a:lnTo>
                  <a:pt x="467868" y="75450"/>
                </a:lnTo>
                <a:lnTo>
                  <a:pt x="470916" y="69100"/>
                </a:lnTo>
                <a:close/>
              </a:path>
              <a:path w="1138554" h="360045">
                <a:moveTo>
                  <a:pt x="617220" y="51320"/>
                </a:moveTo>
                <a:lnTo>
                  <a:pt x="614172" y="48780"/>
                </a:lnTo>
                <a:lnTo>
                  <a:pt x="597408" y="34810"/>
                </a:lnTo>
                <a:lnTo>
                  <a:pt x="588264" y="46786"/>
                </a:lnTo>
                <a:lnTo>
                  <a:pt x="588264" y="57670"/>
                </a:lnTo>
                <a:lnTo>
                  <a:pt x="588264" y="86880"/>
                </a:lnTo>
                <a:lnTo>
                  <a:pt x="588264" y="95770"/>
                </a:lnTo>
                <a:lnTo>
                  <a:pt x="588264" y="127520"/>
                </a:lnTo>
                <a:lnTo>
                  <a:pt x="522732" y="127520"/>
                </a:lnTo>
                <a:lnTo>
                  <a:pt x="522732" y="95770"/>
                </a:lnTo>
                <a:lnTo>
                  <a:pt x="588264" y="95770"/>
                </a:lnTo>
                <a:lnTo>
                  <a:pt x="588264" y="86880"/>
                </a:lnTo>
                <a:lnTo>
                  <a:pt x="522732" y="86880"/>
                </a:lnTo>
                <a:lnTo>
                  <a:pt x="522732" y="57670"/>
                </a:lnTo>
                <a:lnTo>
                  <a:pt x="588264" y="57670"/>
                </a:lnTo>
                <a:lnTo>
                  <a:pt x="588264" y="46786"/>
                </a:lnTo>
                <a:lnTo>
                  <a:pt x="586740" y="48780"/>
                </a:lnTo>
                <a:lnTo>
                  <a:pt x="547116" y="48780"/>
                </a:lnTo>
                <a:lnTo>
                  <a:pt x="553212" y="38620"/>
                </a:lnTo>
                <a:lnTo>
                  <a:pt x="557784" y="33540"/>
                </a:lnTo>
                <a:lnTo>
                  <a:pt x="574548" y="15760"/>
                </a:lnTo>
                <a:lnTo>
                  <a:pt x="551688" y="4330"/>
                </a:lnTo>
                <a:lnTo>
                  <a:pt x="549986" y="13220"/>
                </a:lnTo>
                <a:lnTo>
                  <a:pt x="547306" y="24650"/>
                </a:lnTo>
                <a:lnTo>
                  <a:pt x="543750" y="36080"/>
                </a:lnTo>
                <a:lnTo>
                  <a:pt x="539496" y="48780"/>
                </a:lnTo>
                <a:lnTo>
                  <a:pt x="522732" y="48780"/>
                </a:lnTo>
                <a:lnTo>
                  <a:pt x="502920" y="36080"/>
                </a:lnTo>
                <a:lnTo>
                  <a:pt x="503796" y="53860"/>
                </a:lnTo>
                <a:lnTo>
                  <a:pt x="504253" y="69100"/>
                </a:lnTo>
                <a:lnTo>
                  <a:pt x="504355" y="77990"/>
                </a:lnTo>
                <a:lnTo>
                  <a:pt x="504253" y="121170"/>
                </a:lnTo>
                <a:lnTo>
                  <a:pt x="503796" y="136410"/>
                </a:lnTo>
                <a:lnTo>
                  <a:pt x="502920" y="152920"/>
                </a:lnTo>
                <a:lnTo>
                  <a:pt x="522732" y="147840"/>
                </a:lnTo>
                <a:lnTo>
                  <a:pt x="522732" y="136410"/>
                </a:lnTo>
                <a:lnTo>
                  <a:pt x="588264" y="136410"/>
                </a:lnTo>
                <a:lnTo>
                  <a:pt x="588264" y="150380"/>
                </a:lnTo>
                <a:lnTo>
                  <a:pt x="608076" y="140220"/>
                </a:lnTo>
                <a:lnTo>
                  <a:pt x="607987" y="136410"/>
                </a:lnTo>
                <a:lnTo>
                  <a:pt x="607796" y="127520"/>
                </a:lnTo>
                <a:lnTo>
                  <a:pt x="607314" y="112280"/>
                </a:lnTo>
                <a:lnTo>
                  <a:pt x="606933" y="95770"/>
                </a:lnTo>
                <a:lnTo>
                  <a:pt x="606818" y="90690"/>
                </a:lnTo>
                <a:lnTo>
                  <a:pt x="606767" y="86880"/>
                </a:lnTo>
                <a:lnTo>
                  <a:pt x="606552" y="60210"/>
                </a:lnTo>
                <a:lnTo>
                  <a:pt x="609600" y="57670"/>
                </a:lnTo>
                <a:lnTo>
                  <a:pt x="617220" y="51320"/>
                </a:lnTo>
                <a:close/>
              </a:path>
              <a:path w="1138554" h="360045">
                <a:moveTo>
                  <a:pt x="637032" y="188480"/>
                </a:moveTo>
                <a:lnTo>
                  <a:pt x="615696" y="164350"/>
                </a:lnTo>
                <a:lnTo>
                  <a:pt x="598932" y="179590"/>
                </a:lnTo>
                <a:lnTo>
                  <a:pt x="565404" y="179590"/>
                </a:lnTo>
                <a:lnTo>
                  <a:pt x="573024" y="173240"/>
                </a:lnTo>
                <a:lnTo>
                  <a:pt x="574548" y="166890"/>
                </a:lnTo>
                <a:lnTo>
                  <a:pt x="571500" y="160540"/>
                </a:lnTo>
                <a:lnTo>
                  <a:pt x="567778" y="156730"/>
                </a:lnTo>
                <a:lnTo>
                  <a:pt x="561213" y="151650"/>
                </a:lnTo>
                <a:lnTo>
                  <a:pt x="551776" y="146570"/>
                </a:lnTo>
                <a:lnTo>
                  <a:pt x="539496" y="141490"/>
                </a:lnTo>
                <a:lnTo>
                  <a:pt x="536448" y="145300"/>
                </a:lnTo>
                <a:lnTo>
                  <a:pt x="544449" y="154190"/>
                </a:lnTo>
                <a:lnTo>
                  <a:pt x="550164" y="161810"/>
                </a:lnTo>
                <a:lnTo>
                  <a:pt x="553593" y="170700"/>
                </a:lnTo>
                <a:lnTo>
                  <a:pt x="554736" y="179590"/>
                </a:lnTo>
                <a:lnTo>
                  <a:pt x="483108" y="179590"/>
                </a:lnTo>
                <a:lnTo>
                  <a:pt x="496824" y="193560"/>
                </a:lnTo>
                <a:lnTo>
                  <a:pt x="505053" y="191020"/>
                </a:lnTo>
                <a:lnTo>
                  <a:pt x="522109" y="188480"/>
                </a:lnTo>
                <a:lnTo>
                  <a:pt x="530352" y="188480"/>
                </a:lnTo>
                <a:lnTo>
                  <a:pt x="528345" y="211340"/>
                </a:lnTo>
                <a:lnTo>
                  <a:pt x="520065" y="236740"/>
                </a:lnTo>
                <a:lnTo>
                  <a:pt x="505485" y="262140"/>
                </a:lnTo>
                <a:lnTo>
                  <a:pt x="484632" y="288810"/>
                </a:lnTo>
                <a:lnTo>
                  <a:pt x="487680" y="291350"/>
                </a:lnTo>
                <a:lnTo>
                  <a:pt x="509130" y="274840"/>
                </a:lnTo>
                <a:lnTo>
                  <a:pt x="525589" y="258330"/>
                </a:lnTo>
                <a:lnTo>
                  <a:pt x="537184" y="240550"/>
                </a:lnTo>
                <a:lnTo>
                  <a:pt x="544068" y="221500"/>
                </a:lnTo>
                <a:lnTo>
                  <a:pt x="583692" y="221500"/>
                </a:lnTo>
                <a:lnTo>
                  <a:pt x="576834" y="267220"/>
                </a:lnTo>
                <a:lnTo>
                  <a:pt x="569976" y="273570"/>
                </a:lnTo>
                <a:lnTo>
                  <a:pt x="566928" y="274840"/>
                </a:lnTo>
                <a:lnTo>
                  <a:pt x="556348" y="274840"/>
                </a:lnTo>
                <a:lnTo>
                  <a:pt x="549783" y="273570"/>
                </a:lnTo>
                <a:lnTo>
                  <a:pt x="542632" y="272300"/>
                </a:lnTo>
                <a:lnTo>
                  <a:pt x="534924" y="271030"/>
                </a:lnTo>
                <a:lnTo>
                  <a:pt x="533400" y="274840"/>
                </a:lnTo>
                <a:lnTo>
                  <a:pt x="547395" y="281190"/>
                </a:lnTo>
                <a:lnTo>
                  <a:pt x="557403" y="287540"/>
                </a:lnTo>
                <a:lnTo>
                  <a:pt x="563397" y="293890"/>
                </a:lnTo>
                <a:lnTo>
                  <a:pt x="565404" y="301510"/>
                </a:lnTo>
                <a:lnTo>
                  <a:pt x="574586" y="297700"/>
                </a:lnTo>
                <a:lnTo>
                  <a:pt x="596646" y="260870"/>
                </a:lnTo>
                <a:lnTo>
                  <a:pt x="601980" y="225310"/>
                </a:lnTo>
                <a:lnTo>
                  <a:pt x="608076" y="221500"/>
                </a:lnTo>
                <a:lnTo>
                  <a:pt x="614172" y="217690"/>
                </a:lnTo>
                <a:lnTo>
                  <a:pt x="607606" y="212610"/>
                </a:lnTo>
                <a:lnTo>
                  <a:pt x="592836" y="201180"/>
                </a:lnTo>
                <a:lnTo>
                  <a:pt x="582168" y="212610"/>
                </a:lnTo>
                <a:lnTo>
                  <a:pt x="545592" y="212610"/>
                </a:lnTo>
                <a:lnTo>
                  <a:pt x="548640" y="203720"/>
                </a:lnTo>
                <a:lnTo>
                  <a:pt x="548640" y="188480"/>
                </a:lnTo>
                <a:lnTo>
                  <a:pt x="637032" y="188480"/>
                </a:lnTo>
                <a:close/>
              </a:path>
              <a:path w="1138554" h="360045">
                <a:moveTo>
                  <a:pt x="749808" y="318020"/>
                </a:moveTo>
                <a:lnTo>
                  <a:pt x="676275" y="323100"/>
                </a:lnTo>
                <a:lnTo>
                  <a:pt x="645642" y="323100"/>
                </a:lnTo>
                <a:lnTo>
                  <a:pt x="618744" y="324370"/>
                </a:lnTo>
                <a:lnTo>
                  <a:pt x="606526" y="323100"/>
                </a:lnTo>
                <a:lnTo>
                  <a:pt x="593026" y="323100"/>
                </a:lnTo>
                <a:lnTo>
                  <a:pt x="563880" y="320560"/>
                </a:lnTo>
                <a:lnTo>
                  <a:pt x="520369" y="310400"/>
                </a:lnTo>
                <a:lnTo>
                  <a:pt x="485584" y="291350"/>
                </a:lnTo>
                <a:lnTo>
                  <a:pt x="479755" y="286270"/>
                </a:lnTo>
                <a:lnTo>
                  <a:pt x="476834" y="283730"/>
                </a:lnTo>
                <a:lnTo>
                  <a:pt x="469392" y="277380"/>
                </a:lnTo>
                <a:lnTo>
                  <a:pt x="469392" y="149110"/>
                </a:lnTo>
                <a:lnTo>
                  <a:pt x="473456" y="145300"/>
                </a:lnTo>
                <a:lnTo>
                  <a:pt x="481584" y="137680"/>
                </a:lnTo>
                <a:lnTo>
                  <a:pt x="458724" y="118630"/>
                </a:lnTo>
                <a:lnTo>
                  <a:pt x="446532" y="135140"/>
                </a:lnTo>
                <a:lnTo>
                  <a:pt x="387096" y="135140"/>
                </a:lnTo>
                <a:lnTo>
                  <a:pt x="400812" y="150380"/>
                </a:lnTo>
                <a:lnTo>
                  <a:pt x="409092" y="147840"/>
                </a:lnTo>
                <a:lnTo>
                  <a:pt x="417957" y="146570"/>
                </a:lnTo>
                <a:lnTo>
                  <a:pt x="427380" y="146570"/>
                </a:lnTo>
                <a:lnTo>
                  <a:pt x="437388" y="145300"/>
                </a:lnTo>
                <a:lnTo>
                  <a:pt x="449580" y="145300"/>
                </a:lnTo>
                <a:lnTo>
                  <a:pt x="449580" y="277380"/>
                </a:lnTo>
                <a:lnTo>
                  <a:pt x="431266" y="283730"/>
                </a:lnTo>
                <a:lnTo>
                  <a:pt x="415099" y="292620"/>
                </a:lnTo>
                <a:lnTo>
                  <a:pt x="400926" y="300240"/>
                </a:lnTo>
                <a:lnTo>
                  <a:pt x="388620" y="309130"/>
                </a:lnTo>
                <a:lnTo>
                  <a:pt x="409956" y="329450"/>
                </a:lnTo>
                <a:lnTo>
                  <a:pt x="415709" y="323100"/>
                </a:lnTo>
                <a:lnTo>
                  <a:pt x="421767" y="315480"/>
                </a:lnTo>
                <a:lnTo>
                  <a:pt x="428383" y="307860"/>
                </a:lnTo>
                <a:lnTo>
                  <a:pt x="435864" y="301510"/>
                </a:lnTo>
                <a:lnTo>
                  <a:pt x="443293" y="293890"/>
                </a:lnTo>
                <a:lnTo>
                  <a:pt x="449580" y="290080"/>
                </a:lnTo>
                <a:lnTo>
                  <a:pt x="454723" y="286270"/>
                </a:lnTo>
                <a:lnTo>
                  <a:pt x="458724" y="286270"/>
                </a:lnTo>
                <a:lnTo>
                  <a:pt x="462953" y="287540"/>
                </a:lnTo>
                <a:lnTo>
                  <a:pt x="468630" y="290080"/>
                </a:lnTo>
                <a:lnTo>
                  <a:pt x="475437" y="296430"/>
                </a:lnTo>
                <a:lnTo>
                  <a:pt x="483108" y="304050"/>
                </a:lnTo>
                <a:lnTo>
                  <a:pt x="492772" y="312940"/>
                </a:lnTo>
                <a:lnTo>
                  <a:pt x="539496" y="334530"/>
                </a:lnTo>
                <a:lnTo>
                  <a:pt x="605028" y="344690"/>
                </a:lnTo>
                <a:lnTo>
                  <a:pt x="656501" y="347230"/>
                </a:lnTo>
                <a:lnTo>
                  <a:pt x="720852" y="348500"/>
                </a:lnTo>
                <a:lnTo>
                  <a:pt x="722579" y="340880"/>
                </a:lnTo>
                <a:lnTo>
                  <a:pt x="727900" y="334530"/>
                </a:lnTo>
                <a:lnTo>
                  <a:pt x="736917" y="329450"/>
                </a:lnTo>
                <a:lnTo>
                  <a:pt x="749808" y="324370"/>
                </a:lnTo>
                <a:lnTo>
                  <a:pt x="749808" y="318020"/>
                </a:lnTo>
                <a:close/>
              </a:path>
              <a:path w="1138554" h="360045">
                <a:moveTo>
                  <a:pt x="751332" y="98310"/>
                </a:moveTo>
                <a:lnTo>
                  <a:pt x="744016" y="90690"/>
                </a:lnTo>
                <a:lnTo>
                  <a:pt x="726948" y="72910"/>
                </a:lnTo>
                <a:lnTo>
                  <a:pt x="708660" y="90690"/>
                </a:lnTo>
                <a:lnTo>
                  <a:pt x="653796" y="90690"/>
                </a:lnTo>
                <a:lnTo>
                  <a:pt x="658647" y="77990"/>
                </a:lnTo>
                <a:lnTo>
                  <a:pt x="664083" y="61480"/>
                </a:lnTo>
                <a:lnTo>
                  <a:pt x="670077" y="44970"/>
                </a:lnTo>
                <a:lnTo>
                  <a:pt x="676656" y="25920"/>
                </a:lnTo>
                <a:lnTo>
                  <a:pt x="688848" y="19570"/>
                </a:lnTo>
                <a:lnTo>
                  <a:pt x="656844" y="3060"/>
                </a:lnTo>
                <a:lnTo>
                  <a:pt x="653999" y="24650"/>
                </a:lnTo>
                <a:lnTo>
                  <a:pt x="650176" y="44970"/>
                </a:lnTo>
                <a:lnTo>
                  <a:pt x="645477" y="64020"/>
                </a:lnTo>
                <a:lnTo>
                  <a:pt x="640080" y="83070"/>
                </a:lnTo>
                <a:lnTo>
                  <a:pt x="634949" y="102120"/>
                </a:lnTo>
                <a:lnTo>
                  <a:pt x="628840" y="119900"/>
                </a:lnTo>
                <a:lnTo>
                  <a:pt x="621855" y="137680"/>
                </a:lnTo>
                <a:lnTo>
                  <a:pt x="614172" y="156730"/>
                </a:lnTo>
                <a:lnTo>
                  <a:pt x="618744" y="159270"/>
                </a:lnTo>
                <a:lnTo>
                  <a:pt x="626745" y="146570"/>
                </a:lnTo>
                <a:lnTo>
                  <a:pt x="634746" y="132600"/>
                </a:lnTo>
                <a:lnTo>
                  <a:pt x="642747" y="117360"/>
                </a:lnTo>
                <a:lnTo>
                  <a:pt x="650748" y="99580"/>
                </a:lnTo>
                <a:lnTo>
                  <a:pt x="696468" y="99580"/>
                </a:lnTo>
                <a:lnTo>
                  <a:pt x="693839" y="124980"/>
                </a:lnTo>
                <a:lnTo>
                  <a:pt x="690372" y="147840"/>
                </a:lnTo>
                <a:lnTo>
                  <a:pt x="685749" y="170700"/>
                </a:lnTo>
                <a:lnTo>
                  <a:pt x="679704" y="191020"/>
                </a:lnTo>
                <a:lnTo>
                  <a:pt x="671982" y="180860"/>
                </a:lnTo>
                <a:lnTo>
                  <a:pt x="662559" y="169430"/>
                </a:lnTo>
                <a:lnTo>
                  <a:pt x="651408" y="156730"/>
                </a:lnTo>
                <a:lnTo>
                  <a:pt x="638556" y="142760"/>
                </a:lnTo>
                <a:lnTo>
                  <a:pt x="633984" y="147840"/>
                </a:lnTo>
                <a:lnTo>
                  <a:pt x="643407" y="159270"/>
                </a:lnTo>
                <a:lnTo>
                  <a:pt x="653415" y="173240"/>
                </a:lnTo>
                <a:lnTo>
                  <a:pt x="663981" y="189750"/>
                </a:lnTo>
                <a:lnTo>
                  <a:pt x="675132" y="206260"/>
                </a:lnTo>
                <a:lnTo>
                  <a:pt x="659460" y="235470"/>
                </a:lnTo>
                <a:lnTo>
                  <a:pt x="640080" y="262140"/>
                </a:lnTo>
                <a:lnTo>
                  <a:pt x="617258" y="287540"/>
                </a:lnTo>
                <a:lnTo>
                  <a:pt x="591312" y="311670"/>
                </a:lnTo>
                <a:lnTo>
                  <a:pt x="594360" y="316750"/>
                </a:lnTo>
                <a:lnTo>
                  <a:pt x="622592" y="296430"/>
                </a:lnTo>
                <a:lnTo>
                  <a:pt x="647700" y="274840"/>
                </a:lnTo>
                <a:lnTo>
                  <a:pt x="669366" y="249440"/>
                </a:lnTo>
                <a:lnTo>
                  <a:pt x="687324" y="224040"/>
                </a:lnTo>
                <a:lnTo>
                  <a:pt x="695871" y="239280"/>
                </a:lnTo>
                <a:lnTo>
                  <a:pt x="703135" y="253250"/>
                </a:lnTo>
                <a:lnTo>
                  <a:pt x="708964" y="267220"/>
                </a:lnTo>
                <a:lnTo>
                  <a:pt x="713232" y="279920"/>
                </a:lnTo>
                <a:lnTo>
                  <a:pt x="716280" y="293890"/>
                </a:lnTo>
                <a:lnTo>
                  <a:pt x="720852" y="300240"/>
                </a:lnTo>
                <a:lnTo>
                  <a:pt x="723900" y="300240"/>
                </a:lnTo>
                <a:lnTo>
                  <a:pt x="729996" y="293890"/>
                </a:lnTo>
                <a:lnTo>
                  <a:pt x="733044" y="288810"/>
                </a:lnTo>
                <a:lnTo>
                  <a:pt x="734568" y="282460"/>
                </a:lnTo>
                <a:lnTo>
                  <a:pt x="734568" y="272300"/>
                </a:lnTo>
                <a:lnTo>
                  <a:pt x="733044" y="265950"/>
                </a:lnTo>
                <a:lnTo>
                  <a:pt x="731520" y="258330"/>
                </a:lnTo>
                <a:lnTo>
                  <a:pt x="727519" y="250710"/>
                </a:lnTo>
                <a:lnTo>
                  <a:pt x="720090" y="240550"/>
                </a:lnTo>
                <a:lnTo>
                  <a:pt x="709231" y="225310"/>
                </a:lnTo>
                <a:lnTo>
                  <a:pt x="708279" y="224040"/>
                </a:lnTo>
                <a:lnTo>
                  <a:pt x="694944" y="206260"/>
                </a:lnTo>
                <a:lnTo>
                  <a:pt x="699376" y="191020"/>
                </a:lnTo>
                <a:lnTo>
                  <a:pt x="702348" y="180860"/>
                </a:lnTo>
                <a:lnTo>
                  <a:pt x="708469" y="154190"/>
                </a:lnTo>
                <a:lnTo>
                  <a:pt x="713155" y="126250"/>
                </a:lnTo>
                <a:lnTo>
                  <a:pt x="716127" y="99580"/>
                </a:lnTo>
                <a:lnTo>
                  <a:pt x="716280" y="98310"/>
                </a:lnTo>
                <a:lnTo>
                  <a:pt x="751332" y="98310"/>
                </a:lnTo>
                <a:close/>
              </a:path>
              <a:path w="1138554" h="360045">
                <a:moveTo>
                  <a:pt x="865632" y="57924"/>
                </a:moveTo>
                <a:lnTo>
                  <a:pt x="864108" y="50304"/>
                </a:lnTo>
                <a:lnTo>
                  <a:pt x="858012" y="42684"/>
                </a:lnTo>
                <a:lnTo>
                  <a:pt x="853173" y="36410"/>
                </a:lnTo>
                <a:lnTo>
                  <a:pt x="845629" y="29159"/>
                </a:lnTo>
                <a:lnTo>
                  <a:pt x="835507" y="21031"/>
                </a:lnTo>
                <a:lnTo>
                  <a:pt x="822960" y="12204"/>
                </a:lnTo>
                <a:lnTo>
                  <a:pt x="818388" y="15252"/>
                </a:lnTo>
                <a:lnTo>
                  <a:pt x="826427" y="30416"/>
                </a:lnTo>
                <a:lnTo>
                  <a:pt x="832485" y="44018"/>
                </a:lnTo>
                <a:lnTo>
                  <a:pt x="836815" y="56184"/>
                </a:lnTo>
                <a:lnTo>
                  <a:pt x="839724" y="67068"/>
                </a:lnTo>
                <a:lnTo>
                  <a:pt x="839724" y="79260"/>
                </a:lnTo>
                <a:lnTo>
                  <a:pt x="842772" y="83832"/>
                </a:lnTo>
                <a:lnTo>
                  <a:pt x="847344" y="83832"/>
                </a:lnTo>
                <a:lnTo>
                  <a:pt x="854964" y="79260"/>
                </a:lnTo>
                <a:lnTo>
                  <a:pt x="858012" y="76212"/>
                </a:lnTo>
                <a:lnTo>
                  <a:pt x="861060" y="71640"/>
                </a:lnTo>
                <a:lnTo>
                  <a:pt x="864108" y="64020"/>
                </a:lnTo>
                <a:lnTo>
                  <a:pt x="865632" y="57924"/>
                </a:lnTo>
                <a:close/>
              </a:path>
              <a:path w="1138554" h="360045">
                <a:moveTo>
                  <a:pt x="917448" y="239280"/>
                </a:moveTo>
                <a:lnTo>
                  <a:pt x="912876" y="234708"/>
                </a:lnTo>
                <a:lnTo>
                  <a:pt x="858012" y="285000"/>
                </a:lnTo>
                <a:lnTo>
                  <a:pt x="858012" y="149364"/>
                </a:lnTo>
                <a:lnTo>
                  <a:pt x="866584" y="141744"/>
                </a:lnTo>
                <a:lnTo>
                  <a:pt x="871728" y="137172"/>
                </a:lnTo>
                <a:lnTo>
                  <a:pt x="845820" y="117360"/>
                </a:lnTo>
                <a:lnTo>
                  <a:pt x="833628" y="132600"/>
                </a:lnTo>
                <a:lnTo>
                  <a:pt x="778764" y="132600"/>
                </a:lnTo>
                <a:lnTo>
                  <a:pt x="792480" y="147840"/>
                </a:lnTo>
                <a:lnTo>
                  <a:pt x="800214" y="144957"/>
                </a:lnTo>
                <a:lnTo>
                  <a:pt x="807529" y="143078"/>
                </a:lnTo>
                <a:lnTo>
                  <a:pt x="814552" y="142049"/>
                </a:lnTo>
                <a:lnTo>
                  <a:pt x="821436" y="141744"/>
                </a:lnTo>
                <a:lnTo>
                  <a:pt x="836676" y="141744"/>
                </a:lnTo>
                <a:lnTo>
                  <a:pt x="836676" y="292620"/>
                </a:lnTo>
                <a:lnTo>
                  <a:pt x="833628" y="300240"/>
                </a:lnTo>
                <a:lnTo>
                  <a:pt x="830580" y="306336"/>
                </a:lnTo>
                <a:lnTo>
                  <a:pt x="851916" y="330720"/>
                </a:lnTo>
                <a:lnTo>
                  <a:pt x="864501" y="309575"/>
                </a:lnTo>
                <a:lnTo>
                  <a:pt x="879538" y="287286"/>
                </a:lnTo>
                <a:lnTo>
                  <a:pt x="881253" y="285000"/>
                </a:lnTo>
                <a:lnTo>
                  <a:pt x="897128" y="263855"/>
                </a:lnTo>
                <a:lnTo>
                  <a:pt x="917448" y="239280"/>
                </a:lnTo>
                <a:close/>
              </a:path>
              <a:path w="1138554" h="360045">
                <a:moveTo>
                  <a:pt x="1100328" y="185940"/>
                </a:moveTo>
                <a:lnTo>
                  <a:pt x="1094232" y="181368"/>
                </a:lnTo>
                <a:lnTo>
                  <a:pt x="1075944" y="167652"/>
                </a:lnTo>
                <a:lnTo>
                  <a:pt x="1069848" y="176796"/>
                </a:lnTo>
                <a:lnTo>
                  <a:pt x="1069848" y="190512"/>
                </a:lnTo>
                <a:lnTo>
                  <a:pt x="1069848" y="220992"/>
                </a:lnTo>
                <a:lnTo>
                  <a:pt x="1069848" y="230136"/>
                </a:lnTo>
                <a:lnTo>
                  <a:pt x="1069848" y="265188"/>
                </a:lnTo>
                <a:lnTo>
                  <a:pt x="954024" y="265188"/>
                </a:lnTo>
                <a:lnTo>
                  <a:pt x="954024" y="230136"/>
                </a:lnTo>
                <a:lnTo>
                  <a:pt x="1069848" y="230136"/>
                </a:lnTo>
                <a:lnTo>
                  <a:pt x="1069848" y="220992"/>
                </a:lnTo>
                <a:lnTo>
                  <a:pt x="954024" y="220992"/>
                </a:lnTo>
                <a:lnTo>
                  <a:pt x="954024" y="190512"/>
                </a:lnTo>
                <a:lnTo>
                  <a:pt x="1069848" y="190512"/>
                </a:lnTo>
                <a:lnTo>
                  <a:pt x="1069848" y="176796"/>
                </a:lnTo>
                <a:lnTo>
                  <a:pt x="1066800" y="181368"/>
                </a:lnTo>
                <a:lnTo>
                  <a:pt x="952500" y="181368"/>
                </a:lnTo>
                <a:lnTo>
                  <a:pt x="932688" y="169176"/>
                </a:lnTo>
                <a:lnTo>
                  <a:pt x="933564" y="188607"/>
                </a:lnTo>
                <a:lnTo>
                  <a:pt x="934021" y="210324"/>
                </a:lnTo>
                <a:lnTo>
                  <a:pt x="934085" y="220992"/>
                </a:lnTo>
                <a:lnTo>
                  <a:pt x="934021" y="311861"/>
                </a:lnTo>
                <a:lnTo>
                  <a:pt x="933564" y="336257"/>
                </a:lnTo>
                <a:lnTo>
                  <a:pt x="932688" y="359676"/>
                </a:lnTo>
                <a:lnTo>
                  <a:pt x="954024" y="349008"/>
                </a:lnTo>
                <a:lnTo>
                  <a:pt x="954024" y="274332"/>
                </a:lnTo>
                <a:lnTo>
                  <a:pt x="1069848" y="274332"/>
                </a:lnTo>
                <a:lnTo>
                  <a:pt x="1069848" y="310908"/>
                </a:lnTo>
                <a:lnTo>
                  <a:pt x="1071372" y="321576"/>
                </a:lnTo>
                <a:lnTo>
                  <a:pt x="1066800" y="326148"/>
                </a:lnTo>
                <a:lnTo>
                  <a:pt x="1056132" y="324624"/>
                </a:lnTo>
                <a:lnTo>
                  <a:pt x="1047559" y="324599"/>
                </a:lnTo>
                <a:lnTo>
                  <a:pt x="1037844" y="324434"/>
                </a:lnTo>
                <a:lnTo>
                  <a:pt x="1026985" y="323977"/>
                </a:lnTo>
                <a:lnTo>
                  <a:pt x="1014984" y="323100"/>
                </a:lnTo>
                <a:lnTo>
                  <a:pt x="1014984" y="329196"/>
                </a:lnTo>
                <a:lnTo>
                  <a:pt x="1032979" y="334352"/>
                </a:lnTo>
                <a:lnTo>
                  <a:pt x="1045845" y="340817"/>
                </a:lnTo>
                <a:lnTo>
                  <a:pt x="1053553" y="348691"/>
                </a:lnTo>
                <a:lnTo>
                  <a:pt x="1056132" y="358152"/>
                </a:lnTo>
                <a:lnTo>
                  <a:pt x="1071867" y="351523"/>
                </a:lnTo>
                <a:lnTo>
                  <a:pt x="1082611" y="342912"/>
                </a:lnTo>
                <a:lnTo>
                  <a:pt x="1088491" y="332003"/>
                </a:lnTo>
                <a:lnTo>
                  <a:pt x="1088999" y="326148"/>
                </a:lnTo>
                <a:lnTo>
                  <a:pt x="1089660" y="318528"/>
                </a:lnTo>
                <a:lnTo>
                  <a:pt x="1089660" y="274332"/>
                </a:lnTo>
                <a:lnTo>
                  <a:pt x="1089660" y="265188"/>
                </a:lnTo>
                <a:lnTo>
                  <a:pt x="1089660" y="230136"/>
                </a:lnTo>
                <a:lnTo>
                  <a:pt x="1089660" y="220992"/>
                </a:lnTo>
                <a:lnTo>
                  <a:pt x="1089660" y="195084"/>
                </a:lnTo>
                <a:lnTo>
                  <a:pt x="1094994" y="190512"/>
                </a:lnTo>
                <a:lnTo>
                  <a:pt x="1100328" y="185940"/>
                </a:lnTo>
                <a:close/>
              </a:path>
              <a:path w="1138554" h="360045">
                <a:moveTo>
                  <a:pt x="1138428" y="150888"/>
                </a:moveTo>
                <a:lnTo>
                  <a:pt x="1112520" y="120408"/>
                </a:lnTo>
                <a:lnTo>
                  <a:pt x="1091184" y="140220"/>
                </a:lnTo>
                <a:lnTo>
                  <a:pt x="1019556" y="140220"/>
                </a:lnTo>
                <a:lnTo>
                  <a:pt x="1019556" y="102120"/>
                </a:lnTo>
                <a:lnTo>
                  <a:pt x="1107948" y="102120"/>
                </a:lnTo>
                <a:lnTo>
                  <a:pt x="1083564" y="74688"/>
                </a:lnTo>
                <a:lnTo>
                  <a:pt x="1063752" y="92976"/>
                </a:lnTo>
                <a:lnTo>
                  <a:pt x="1019556" y="92976"/>
                </a:lnTo>
                <a:lnTo>
                  <a:pt x="1019556" y="60972"/>
                </a:lnTo>
                <a:lnTo>
                  <a:pt x="1129284" y="60972"/>
                </a:lnTo>
                <a:lnTo>
                  <a:pt x="1103376" y="32016"/>
                </a:lnTo>
                <a:lnTo>
                  <a:pt x="1082040" y="51828"/>
                </a:lnTo>
                <a:lnTo>
                  <a:pt x="1019556" y="51828"/>
                </a:lnTo>
                <a:lnTo>
                  <a:pt x="1019556" y="25920"/>
                </a:lnTo>
                <a:lnTo>
                  <a:pt x="1031748" y="15252"/>
                </a:lnTo>
                <a:lnTo>
                  <a:pt x="996696" y="12"/>
                </a:lnTo>
                <a:lnTo>
                  <a:pt x="998220" y="51828"/>
                </a:lnTo>
                <a:lnTo>
                  <a:pt x="897636" y="51828"/>
                </a:lnTo>
                <a:lnTo>
                  <a:pt x="911352" y="65544"/>
                </a:lnTo>
                <a:lnTo>
                  <a:pt x="919302" y="63538"/>
                </a:lnTo>
                <a:lnTo>
                  <a:pt x="926973" y="62115"/>
                </a:lnTo>
                <a:lnTo>
                  <a:pt x="934059" y="61252"/>
                </a:lnTo>
                <a:lnTo>
                  <a:pt x="940308" y="60972"/>
                </a:lnTo>
                <a:lnTo>
                  <a:pt x="998220" y="60972"/>
                </a:lnTo>
                <a:lnTo>
                  <a:pt x="998220" y="92976"/>
                </a:lnTo>
                <a:lnTo>
                  <a:pt x="920496" y="92976"/>
                </a:lnTo>
                <a:lnTo>
                  <a:pt x="934212" y="106692"/>
                </a:lnTo>
                <a:lnTo>
                  <a:pt x="942162" y="104686"/>
                </a:lnTo>
                <a:lnTo>
                  <a:pt x="949833" y="103263"/>
                </a:lnTo>
                <a:lnTo>
                  <a:pt x="956919" y="102400"/>
                </a:lnTo>
                <a:lnTo>
                  <a:pt x="963168" y="102120"/>
                </a:lnTo>
                <a:lnTo>
                  <a:pt x="998220" y="102120"/>
                </a:lnTo>
                <a:lnTo>
                  <a:pt x="998220" y="140220"/>
                </a:lnTo>
                <a:lnTo>
                  <a:pt x="885444" y="140220"/>
                </a:lnTo>
                <a:lnTo>
                  <a:pt x="899160" y="155460"/>
                </a:lnTo>
                <a:lnTo>
                  <a:pt x="907110" y="153454"/>
                </a:lnTo>
                <a:lnTo>
                  <a:pt x="914781" y="152031"/>
                </a:lnTo>
                <a:lnTo>
                  <a:pt x="921867" y="151168"/>
                </a:lnTo>
                <a:lnTo>
                  <a:pt x="928116" y="150888"/>
                </a:lnTo>
                <a:lnTo>
                  <a:pt x="1138428" y="15088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" name="object 65"/>
          <p:cNvSpPr/>
          <p:nvPr/>
        </p:nvSpPr>
        <p:spPr>
          <a:xfrm>
            <a:off x="9683495" y="5071872"/>
            <a:ext cx="314325" cy="353695"/>
          </a:xfrm>
          <a:custGeom>
            <a:avLst/>
            <a:gdLst/>
            <a:ahLst/>
            <a:cxnLst/>
            <a:rect l="l" t="t" r="r" b="b"/>
            <a:pathLst>
              <a:path w="314325" h="353695">
                <a:moveTo>
                  <a:pt x="47244" y="79248"/>
                </a:moveTo>
                <a:lnTo>
                  <a:pt x="38100" y="79248"/>
                </a:lnTo>
                <a:lnTo>
                  <a:pt x="45005" y="55292"/>
                </a:lnTo>
                <a:lnTo>
                  <a:pt x="49911" y="33909"/>
                </a:lnTo>
                <a:lnTo>
                  <a:pt x="53101" y="15382"/>
                </a:lnTo>
                <a:lnTo>
                  <a:pt x="54864" y="0"/>
                </a:lnTo>
                <a:lnTo>
                  <a:pt x="88392" y="18288"/>
                </a:lnTo>
                <a:lnTo>
                  <a:pt x="80462" y="25455"/>
                </a:lnTo>
                <a:lnTo>
                  <a:pt x="70675" y="37909"/>
                </a:lnTo>
                <a:lnTo>
                  <a:pt x="59459" y="55792"/>
                </a:lnTo>
                <a:lnTo>
                  <a:pt x="47244" y="79248"/>
                </a:lnTo>
                <a:close/>
              </a:path>
              <a:path w="314325" h="353695">
                <a:moveTo>
                  <a:pt x="129540" y="169164"/>
                </a:moveTo>
                <a:lnTo>
                  <a:pt x="124968" y="166116"/>
                </a:lnTo>
                <a:lnTo>
                  <a:pt x="140065" y="141803"/>
                </a:lnTo>
                <a:lnTo>
                  <a:pt x="153162" y="119062"/>
                </a:lnTo>
                <a:lnTo>
                  <a:pt x="172212" y="77724"/>
                </a:lnTo>
                <a:lnTo>
                  <a:pt x="185928" y="40195"/>
                </a:lnTo>
                <a:lnTo>
                  <a:pt x="195072" y="1524"/>
                </a:lnTo>
                <a:lnTo>
                  <a:pt x="228600" y="21336"/>
                </a:lnTo>
                <a:lnTo>
                  <a:pt x="222003" y="28527"/>
                </a:lnTo>
                <a:lnTo>
                  <a:pt x="213550" y="41148"/>
                </a:lnTo>
                <a:lnTo>
                  <a:pt x="203096" y="59483"/>
                </a:lnTo>
                <a:lnTo>
                  <a:pt x="190500" y="83820"/>
                </a:lnTo>
                <a:lnTo>
                  <a:pt x="307848" y="83820"/>
                </a:lnTo>
                <a:lnTo>
                  <a:pt x="313943" y="89916"/>
                </a:lnTo>
                <a:lnTo>
                  <a:pt x="310025" y="92964"/>
                </a:lnTo>
                <a:lnTo>
                  <a:pt x="187452" y="92964"/>
                </a:lnTo>
                <a:lnTo>
                  <a:pt x="173688" y="114728"/>
                </a:lnTo>
                <a:lnTo>
                  <a:pt x="159639" y="134493"/>
                </a:lnTo>
                <a:lnTo>
                  <a:pt x="145018" y="152542"/>
                </a:lnTo>
                <a:lnTo>
                  <a:pt x="129540" y="169164"/>
                </a:lnTo>
                <a:close/>
              </a:path>
              <a:path w="314325" h="353695">
                <a:moveTo>
                  <a:pt x="128016" y="79248"/>
                </a:moveTo>
                <a:lnTo>
                  <a:pt x="97536" y="79248"/>
                </a:lnTo>
                <a:lnTo>
                  <a:pt x="112776" y="64008"/>
                </a:lnTo>
                <a:lnTo>
                  <a:pt x="128016" y="79248"/>
                </a:lnTo>
                <a:close/>
              </a:path>
              <a:path w="314325" h="353695">
                <a:moveTo>
                  <a:pt x="0" y="350520"/>
                </a:moveTo>
                <a:lnTo>
                  <a:pt x="828" y="316992"/>
                </a:lnTo>
                <a:lnTo>
                  <a:pt x="937" y="310324"/>
                </a:lnTo>
                <a:lnTo>
                  <a:pt x="1333" y="278892"/>
                </a:lnTo>
                <a:lnTo>
                  <a:pt x="1430" y="156972"/>
                </a:lnTo>
                <a:lnTo>
                  <a:pt x="1309" y="134493"/>
                </a:lnTo>
                <a:lnTo>
                  <a:pt x="881" y="100965"/>
                </a:lnTo>
                <a:lnTo>
                  <a:pt x="0" y="65532"/>
                </a:lnTo>
                <a:lnTo>
                  <a:pt x="22860" y="79248"/>
                </a:lnTo>
                <a:lnTo>
                  <a:pt x="128016" y="79248"/>
                </a:lnTo>
                <a:lnTo>
                  <a:pt x="135636" y="86868"/>
                </a:lnTo>
                <a:lnTo>
                  <a:pt x="133458" y="88392"/>
                </a:lnTo>
                <a:lnTo>
                  <a:pt x="21336" y="88392"/>
                </a:lnTo>
                <a:lnTo>
                  <a:pt x="21336" y="187452"/>
                </a:lnTo>
                <a:lnTo>
                  <a:pt x="120705" y="187452"/>
                </a:lnTo>
                <a:lnTo>
                  <a:pt x="120766" y="196596"/>
                </a:lnTo>
                <a:lnTo>
                  <a:pt x="21336" y="196596"/>
                </a:lnTo>
                <a:lnTo>
                  <a:pt x="21336" y="303275"/>
                </a:lnTo>
                <a:lnTo>
                  <a:pt x="121740" y="303275"/>
                </a:lnTo>
                <a:lnTo>
                  <a:pt x="121803" y="312420"/>
                </a:lnTo>
                <a:lnTo>
                  <a:pt x="21336" y="312420"/>
                </a:lnTo>
                <a:lnTo>
                  <a:pt x="21336" y="338328"/>
                </a:lnTo>
                <a:lnTo>
                  <a:pt x="0" y="350520"/>
                </a:lnTo>
                <a:close/>
              </a:path>
              <a:path w="314325" h="353695">
                <a:moveTo>
                  <a:pt x="307848" y="83820"/>
                </a:moveTo>
                <a:lnTo>
                  <a:pt x="274319" y="83820"/>
                </a:lnTo>
                <a:lnTo>
                  <a:pt x="291084" y="67056"/>
                </a:lnTo>
                <a:lnTo>
                  <a:pt x="307848" y="83820"/>
                </a:lnTo>
                <a:close/>
              </a:path>
              <a:path w="314325" h="353695">
                <a:moveTo>
                  <a:pt x="120705" y="187452"/>
                </a:moveTo>
                <a:lnTo>
                  <a:pt x="100584" y="187452"/>
                </a:lnTo>
                <a:lnTo>
                  <a:pt x="100584" y="88392"/>
                </a:lnTo>
                <a:lnTo>
                  <a:pt x="133458" y="88392"/>
                </a:lnTo>
                <a:lnTo>
                  <a:pt x="120396" y="97536"/>
                </a:lnTo>
                <a:lnTo>
                  <a:pt x="120500" y="141803"/>
                </a:lnTo>
                <a:lnTo>
                  <a:pt x="120627" y="175641"/>
                </a:lnTo>
                <a:lnTo>
                  <a:pt x="120705" y="187452"/>
                </a:lnTo>
                <a:close/>
              </a:path>
              <a:path w="314325" h="353695">
                <a:moveTo>
                  <a:pt x="287383" y="316992"/>
                </a:moveTo>
                <a:lnTo>
                  <a:pt x="248412" y="316992"/>
                </a:lnTo>
                <a:lnTo>
                  <a:pt x="256460" y="315301"/>
                </a:lnTo>
                <a:lnTo>
                  <a:pt x="262509" y="310324"/>
                </a:lnTo>
                <a:lnTo>
                  <a:pt x="271795" y="268485"/>
                </a:lnTo>
                <a:lnTo>
                  <a:pt x="273558" y="228028"/>
                </a:lnTo>
                <a:lnTo>
                  <a:pt x="275330" y="169164"/>
                </a:lnTo>
                <a:lnTo>
                  <a:pt x="277367" y="92964"/>
                </a:lnTo>
                <a:lnTo>
                  <a:pt x="310025" y="92964"/>
                </a:lnTo>
                <a:lnTo>
                  <a:pt x="300228" y="100584"/>
                </a:lnTo>
                <a:lnTo>
                  <a:pt x="297942" y="180903"/>
                </a:lnTo>
                <a:lnTo>
                  <a:pt x="295656" y="241363"/>
                </a:lnTo>
                <a:lnTo>
                  <a:pt x="293370" y="282106"/>
                </a:lnTo>
                <a:lnTo>
                  <a:pt x="291084" y="303275"/>
                </a:lnTo>
                <a:lnTo>
                  <a:pt x="288274" y="314729"/>
                </a:lnTo>
                <a:lnTo>
                  <a:pt x="287383" y="316992"/>
                </a:lnTo>
                <a:close/>
              </a:path>
              <a:path w="314325" h="353695">
                <a:moveTo>
                  <a:pt x="204216" y="237744"/>
                </a:moveTo>
                <a:lnTo>
                  <a:pt x="198119" y="237744"/>
                </a:lnTo>
                <a:lnTo>
                  <a:pt x="195072" y="230124"/>
                </a:lnTo>
                <a:lnTo>
                  <a:pt x="192024" y="216408"/>
                </a:lnTo>
                <a:lnTo>
                  <a:pt x="188595" y="200691"/>
                </a:lnTo>
                <a:lnTo>
                  <a:pt x="182880" y="185547"/>
                </a:lnTo>
                <a:lnTo>
                  <a:pt x="174879" y="170973"/>
                </a:lnTo>
                <a:lnTo>
                  <a:pt x="164592" y="156972"/>
                </a:lnTo>
                <a:lnTo>
                  <a:pt x="167640" y="152400"/>
                </a:lnTo>
                <a:lnTo>
                  <a:pt x="205787" y="184546"/>
                </a:lnTo>
                <a:lnTo>
                  <a:pt x="216408" y="207264"/>
                </a:lnTo>
                <a:lnTo>
                  <a:pt x="216408" y="217932"/>
                </a:lnTo>
                <a:lnTo>
                  <a:pt x="214884" y="224028"/>
                </a:lnTo>
                <a:lnTo>
                  <a:pt x="210312" y="230124"/>
                </a:lnTo>
                <a:lnTo>
                  <a:pt x="207264" y="234696"/>
                </a:lnTo>
                <a:lnTo>
                  <a:pt x="204216" y="237744"/>
                </a:lnTo>
                <a:close/>
              </a:path>
              <a:path w="314325" h="353695">
                <a:moveTo>
                  <a:pt x="121740" y="303275"/>
                </a:moveTo>
                <a:lnTo>
                  <a:pt x="100584" y="303275"/>
                </a:lnTo>
                <a:lnTo>
                  <a:pt x="100584" y="196596"/>
                </a:lnTo>
                <a:lnTo>
                  <a:pt x="120766" y="196596"/>
                </a:lnTo>
                <a:lnTo>
                  <a:pt x="120955" y="224028"/>
                </a:lnTo>
                <a:lnTo>
                  <a:pt x="121740" y="303275"/>
                </a:lnTo>
                <a:close/>
              </a:path>
              <a:path w="314325" h="353695">
                <a:moveTo>
                  <a:pt x="243840" y="353568"/>
                </a:moveTo>
                <a:lnTo>
                  <a:pt x="238125" y="341852"/>
                </a:lnTo>
                <a:lnTo>
                  <a:pt x="227838" y="331851"/>
                </a:lnTo>
                <a:lnTo>
                  <a:pt x="212979" y="323564"/>
                </a:lnTo>
                <a:lnTo>
                  <a:pt x="193548" y="316992"/>
                </a:lnTo>
                <a:lnTo>
                  <a:pt x="193548" y="309372"/>
                </a:lnTo>
                <a:lnTo>
                  <a:pt x="211550" y="312491"/>
                </a:lnTo>
                <a:lnTo>
                  <a:pt x="226694" y="314896"/>
                </a:lnTo>
                <a:lnTo>
                  <a:pt x="238982" y="316444"/>
                </a:lnTo>
                <a:lnTo>
                  <a:pt x="248412" y="316992"/>
                </a:lnTo>
                <a:lnTo>
                  <a:pt x="287383" y="316992"/>
                </a:lnTo>
                <a:lnTo>
                  <a:pt x="284607" y="324040"/>
                </a:lnTo>
                <a:lnTo>
                  <a:pt x="254412" y="349877"/>
                </a:lnTo>
                <a:lnTo>
                  <a:pt x="243840" y="353568"/>
                </a:lnTo>
                <a:close/>
              </a:path>
              <a:path w="314325" h="353695">
                <a:moveTo>
                  <a:pt x="100584" y="344424"/>
                </a:moveTo>
                <a:lnTo>
                  <a:pt x="100584" y="312420"/>
                </a:lnTo>
                <a:lnTo>
                  <a:pt x="121803" y="312420"/>
                </a:lnTo>
                <a:lnTo>
                  <a:pt x="121920" y="332232"/>
                </a:lnTo>
                <a:lnTo>
                  <a:pt x="100584" y="34442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" name="object 66"/>
          <p:cNvSpPr/>
          <p:nvPr/>
        </p:nvSpPr>
        <p:spPr>
          <a:xfrm>
            <a:off x="2121408" y="5553455"/>
            <a:ext cx="349250" cy="342900"/>
          </a:xfrm>
          <a:custGeom>
            <a:avLst/>
            <a:gdLst/>
            <a:ahLst/>
            <a:cxnLst/>
            <a:rect l="l" t="t" r="r" b="b"/>
            <a:pathLst>
              <a:path w="349250" h="342900">
                <a:moveTo>
                  <a:pt x="32004" y="30480"/>
                </a:moveTo>
                <a:lnTo>
                  <a:pt x="18288" y="16764"/>
                </a:lnTo>
                <a:lnTo>
                  <a:pt x="158496" y="16764"/>
                </a:lnTo>
                <a:lnTo>
                  <a:pt x="170688" y="1524"/>
                </a:lnTo>
                <a:lnTo>
                  <a:pt x="196596" y="21336"/>
                </a:lnTo>
                <a:lnTo>
                  <a:pt x="190064" y="25908"/>
                </a:lnTo>
                <a:lnTo>
                  <a:pt x="68580" y="25908"/>
                </a:lnTo>
                <a:lnTo>
                  <a:pt x="59436" y="26193"/>
                </a:lnTo>
                <a:lnTo>
                  <a:pt x="50292" y="27051"/>
                </a:lnTo>
                <a:lnTo>
                  <a:pt x="41148" y="28479"/>
                </a:lnTo>
                <a:lnTo>
                  <a:pt x="32004" y="30480"/>
                </a:lnTo>
                <a:close/>
              </a:path>
              <a:path w="349250" h="342900">
                <a:moveTo>
                  <a:pt x="108204" y="103632"/>
                </a:moveTo>
                <a:lnTo>
                  <a:pt x="88392" y="103632"/>
                </a:lnTo>
                <a:lnTo>
                  <a:pt x="88392" y="25908"/>
                </a:lnTo>
                <a:lnTo>
                  <a:pt x="108204" y="25908"/>
                </a:lnTo>
                <a:lnTo>
                  <a:pt x="108204" y="103632"/>
                </a:lnTo>
                <a:close/>
              </a:path>
              <a:path w="349250" h="342900">
                <a:moveTo>
                  <a:pt x="36576" y="117348"/>
                </a:moveTo>
                <a:lnTo>
                  <a:pt x="22860" y="103632"/>
                </a:lnTo>
                <a:lnTo>
                  <a:pt x="161544" y="103632"/>
                </a:lnTo>
                <a:lnTo>
                  <a:pt x="161544" y="25908"/>
                </a:lnTo>
                <a:lnTo>
                  <a:pt x="190064" y="25908"/>
                </a:lnTo>
                <a:lnTo>
                  <a:pt x="181356" y="32004"/>
                </a:lnTo>
                <a:lnTo>
                  <a:pt x="181356" y="112776"/>
                </a:lnTo>
                <a:lnTo>
                  <a:pt x="73152" y="112776"/>
                </a:lnTo>
                <a:lnTo>
                  <a:pt x="64008" y="113061"/>
                </a:lnTo>
                <a:lnTo>
                  <a:pt x="54864" y="113919"/>
                </a:lnTo>
                <a:lnTo>
                  <a:pt x="45720" y="115347"/>
                </a:lnTo>
                <a:lnTo>
                  <a:pt x="36576" y="117348"/>
                </a:lnTo>
                <a:close/>
              </a:path>
              <a:path w="349250" h="342900">
                <a:moveTo>
                  <a:pt x="105156" y="181356"/>
                </a:moveTo>
                <a:lnTo>
                  <a:pt x="85344" y="181356"/>
                </a:lnTo>
                <a:lnTo>
                  <a:pt x="87106" y="165068"/>
                </a:lnTo>
                <a:lnTo>
                  <a:pt x="88011" y="148209"/>
                </a:lnTo>
                <a:lnTo>
                  <a:pt x="88344" y="130778"/>
                </a:lnTo>
                <a:lnTo>
                  <a:pt x="88392" y="112776"/>
                </a:lnTo>
                <a:lnTo>
                  <a:pt x="108204" y="112776"/>
                </a:lnTo>
                <a:lnTo>
                  <a:pt x="108122" y="130778"/>
                </a:lnTo>
                <a:lnTo>
                  <a:pt x="107823" y="145923"/>
                </a:lnTo>
                <a:lnTo>
                  <a:pt x="106918" y="163353"/>
                </a:lnTo>
                <a:lnTo>
                  <a:pt x="105156" y="181356"/>
                </a:lnTo>
                <a:close/>
              </a:path>
              <a:path w="349250" h="342900">
                <a:moveTo>
                  <a:pt x="30480" y="195072"/>
                </a:moveTo>
                <a:lnTo>
                  <a:pt x="16764" y="181356"/>
                </a:lnTo>
                <a:lnTo>
                  <a:pt x="161544" y="181356"/>
                </a:lnTo>
                <a:lnTo>
                  <a:pt x="161544" y="112776"/>
                </a:lnTo>
                <a:lnTo>
                  <a:pt x="181356" y="112776"/>
                </a:lnTo>
                <a:lnTo>
                  <a:pt x="181356" y="190500"/>
                </a:lnTo>
                <a:lnTo>
                  <a:pt x="67056" y="190500"/>
                </a:lnTo>
                <a:lnTo>
                  <a:pt x="57697" y="190785"/>
                </a:lnTo>
                <a:lnTo>
                  <a:pt x="48196" y="191643"/>
                </a:lnTo>
                <a:lnTo>
                  <a:pt x="38981" y="193071"/>
                </a:lnTo>
                <a:lnTo>
                  <a:pt x="30480" y="195072"/>
                </a:lnTo>
                <a:close/>
              </a:path>
              <a:path w="349250" h="342900">
                <a:moveTo>
                  <a:pt x="3048" y="338328"/>
                </a:moveTo>
                <a:lnTo>
                  <a:pt x="0" y="335280"/>
                </a:lnTo>
                <a:lnTo>
                  <a:pt x="32813" y="302156"/>
                </a:lnTo>
                <a:lnTo>
                  <a:pt x="57912" y="266890"/>
                </a:lnTo>
                <a:lnTo>
                  <a:pt x="75009" y="229623"/>
                </a:lnTo>
                <a:lnTo>
                  <a:pt x="83820" y="190500"/>
                </a:lnTo>
                <a:lnTo>
                  <a:pt x="103632" y="190500"/>
                </a:lnTo>
                <a:lnTo>
                  <a:pt x="92202" y="235029"/>
                </a:lnTo>
                <a:lnTo>
                  <a:pt x="71628" y="274701"/>
                </a:lnTo>
                <a:lnTo>
                  <a:pt x="41910" y="309229"/>
                </a:lnTo>
                <a:lnTo>
                  <a:pt x="3048" y="338328"/>
                </a:lnTo>
                <a:close/>
              </a:path>
              <a:path w="349250" h="342900">
                <a:moveTo>
                  <a:pt x="177734" y="286512"/>
                </a:moveTo>
                <a:lnTo>
                  <a:pt x="141732" y="286512"/>
                </a:lnTo>
                <a:lnTo>
                  <a:pt x="151471" y="284249"/>
                </a:lnTo>
                <a:lnTo>
                  <a:pt x="157924" y="277558"/>
                </a:lnTo>
                <a:lnTo>
                  <a:pt x="161234" y="266580"/>
                </a:lnTo>
                <a:lnTo>
                  <a:pt x="161544" y="251460"/>
                </a:lnTo>
                <a:lnTo>
                  <a:pt x="161544" y="190500"/>
                </a:lnTo>
                <a:lnTo>
                  <a:pt x="181356" y="190500"/>
                </a:lnTo>
                <a:lnTo>
                  <a:pt x="181356" y="268224"/>
                </a:lnTo>
                <a:lnTo>
                  <a:pt x="177903" y="286202"/>
                </a:lnTo>
                <a:lnTo>
                  <a:pt x="177734" y="286512"/>
                </a:lnTo>
                <a:close/>
              </a:path>
              <a:path w="349250" h="342900">
                <a:moveTo>
                  <a:pt x="138684" y="321564"/>
                </a:moveTo>
                <a:lnTo>
                  <a:pt x="134993" y="310967"/>
                </a:lnTo>
                <a:lnTo>
                  <a:pt x="126301" y="301942"/>
                </a:lnTo>
                <a:lnTo>
                  <a:pt x="112752" y="294346"/>
                </a:lnTo>
                <a:lnTo>
                  <a:pt x="94488" y="288036"/>
                </a:lnTo>
                <a:lnTo>
                  <a:pt x="94488" y="281940"/>
                </a:lnTo>
                <a:lnTo>
                  <a:pt x="119824" y="284226"/>
                </a:lnTo>
                <a:lnTo>
                  <a:pt x="141732" y="286512"/>
                </a:lnTo>
                <a:lnTo>
                  <a:pt x="177734" y="286512"/>
                </a:lnTo>
                <a:lnTo>
                  <a:pt x="169735" y="301180"/>
                </a:lnTo>
                <a:lnTo>
                  <a:pt x="156710" y="313015"/>
                </a:lnTo>
                <a:lnTo>
                  <a:pt x="138684" y="321564"/>
                </a:lnTo>
                <a:close/>
              </a:path>
              <a:path w="349250" h="342900">
                <a:moveTo>
                  <a:pt x="214884" y="342900"/>
                </a:moveTo>
                <a:lnTo>
                  <a:pt x="215122" y="305752"/>
                </a:lnTo>
                <a:lnTo>
                  <a:pt x="216137" y="217360"/>
                </a:lnTo>
                <a:lnTo>
                  <a:pt x="216247" y="196596"/>
                </a:lnTo>
                <a:lnTo>
                  <a:pt x="216363" y="150090"/>
                </a:lnTo>
                <a:lnTo>
                  <a:pt x="216169" y="107156"/>
                </a:lnTo>
                <a:lnTo>
                  <a:pt x="215646" y="62865"/>
                </a:lnTo>
                <a:lnTo>
                  <a:pt x="215148" y="28956"/>
                </a:lnTo>
                <a:lnTo>
                  <a:pt x="214884" y="0"/>
                </a:lnTo>
                <a:lnTo>
                  <a:pt x="236220" y="16764"/>
                </a:lnTo>
                <a:lnTo>
                  <a:pt x="336804" y="16764"/>
                </a:lnTo>
                <a:lnTo>
                  <a:pt x="345948" y="25908"/>
                </a:lnTo>
                <a:lnTo>
                  <a:pt x="236220" y="25908"/>
                </a:lnTo>
                <a:lnTo>
                  <a:pt x="236324" y="266557"/>
                </a:lnTo>
                <a:lnTo>
                  <a:pt x="236410" y="276606"/>
                </a:lnTo>
                <a:lnTo>
                  <a:pt x="236862" y="301704"/>
                </a:lnTo>
                <a:lnTo>
                  <a:pt x="237744" y="332232"/>
                </a:lnTo>
                <a:lnTo>
                  <a:pt x="214884" y="342900"/>
                </a:lnTo>
                <a:close/>
              </a:path>
              <a:path w="349250" h="342900">
                <a:moveTo>
                  <a:pt x="336804" y="16764"/>
                </a:moveTo>
                <a:lnTo>
                  <a:pt x="309372" y="16764"/>
                </a:lnTo>
                <a:lnTo>
                  <a:pt x="323088" y="3048"/>
                </a:lnTo>
                <a:lnTo>
                  <a:pt x="336804" y="16764"/>
                </a:lnTo>
                <a:close/>
              </a:path>
              <a:path w="349250" h="342900">
                <a:moveTo>
                  <a:pt x="338901" y="248412"/>
                </a:moveTo>
                <a:lnTo>
                  <a:pt x="309372" y="248412"/>
                </a:lnTo>
                <a:lnTo>
                  <a:pt x="313944" y="245364"/>
                </a:lnTo>
                <a:lnTo>
                  <a:pt x="316992" y="237744"/>
                </a:lnTo>
                <a:lnTo>
                  <a:pt x="318516" y="228600"/>
                </a:lnTo>
                <a:lnTo>
                  <a:pt x="320040" y="224028"/>
                </a:lnTo>
                <a:lnTo>
                  <a:pt x="320040" y="219456"/>
                </a:lnTo>
                <a:lnTo>
                  <a:pt x="307586" y="173259"/>
                </a:lnTo>
                <a:lnTo>
                  <a:pt x="277368" y="129540"/>
                </a:lnTo>
                <a:lnTo>
                  <a:pt x="310896" y="25908"/>
                </a:lnTo>
                <a:lnTo>
                  <a:pt x="345948" y="25908"/>
                </a:lnTo>
                <a:lnTo>
                  <a:pt x="348996" y="28956"/>
                </a:lnTo>
                <a:lnTo>
                  <a:pt x="340995" y="31861"/>
                </a:lnTo>
                <a:lnTo>
                  <a:pt x="332994" y="38481"/>
                </a:lnTo>
                <a:lnTo>
                  <a:pt x="309014" y="80033"/>
                </a:lnTo>
                <a:lnTo>
                  <a:pt x="286511" y="129540"/>
                </a:lnTo>
                <a:lnTo>
                  <a:pt x="305061" y="150090"/>
                </a:lnTo>
                <a:lnTo>
                  <a:pt x="319468" y="168211"/>
                </a:lnTo>
                <a:lnTo>
                  <a:pt x="338399" y="208049"/>
                </a:lnTo>
                <a:lnTo>
                  <a:pt x="342900" y="230124"/>
                </a:lnTo>
                <a:lnTo>
                  <a:pt x="342328" y="237005"/>
                </a:lnTo>
                <a:lnTo>
                  <a:pt x="340614" y="244030"/>
                </a:lnTo>
                <a:lnTo>
                  <a:pt x="338901" y="248412"/>
                </a:lnTo>
                <a:close/>
              </a:path>
              <a:path w="349250" h="342900">
                <a:moveTo>
                  <a:pt x="297180" y="284988"/>
                </a:moveTo>
                <a:lnTo>
                  <a:pt x="292846" y="274439"/>
                </a:lnTo>
                <a:lnTo>
                  <a:pt x="284226" y="265747"/>
                </a:lnTo>
                <a:lnTo>
                  <a:pt x="271033" y="259056"/>
                </a:lnTo>
                <a:lnTo>
                  <a:pt x="252984" y="254508"/>
                </a:lnTo>
                <a:lnTo>
                  <a:pt x="252984" y="246888"/>
                </a:lnTo>
                <a:lnTo>
                  <a:pt x="267843" y="247769"/>
                </a:lnTo>
                <a:lnTo>
                  <a:pt x="280416" y="248221"/>
                </a:lnTo>
                <a:lnTo>
                  <a:pt x="290703" y="248388"/>
                </a:lnTo>
                <a:lnTo>
                  <a:pt x="338901" y="248412"/>
                </a:lnTo>
                <a:lnTo>
                  <a:pt x="337756" y="251340"/>
                </a:lnTo>
                <a:lnTo>
                  <a:pt x="333756" y="259080"/>
                </a:lnTo>
                <a:lnTo>
                  <a:pt x="328041" y="266557"/>
                </a:lnTo>
                <a:lnTo>
                  <a:pt x="320040" y="273177"/>
                </a:lnTo>
                <a:lnTo>
                  <a:pt x="309753" y="279225"/>
                </a:lnTo>
                <a:lnTo>
                  <a:pt x="297180" y="28498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" name="object 67"/>
          <p:cNvSpPr/>
          <p:nvPr/>
        </p:nvSpPr>
        <p:spPr>
          <a:xfrm>
            <a:off x="2519172" y="5547359"/>
            <a:ext cx="1385570" cy="391795"/>
          </a:xfrm>
          <a:custGeom>
            <a:avLst/>
            <a:gdLst/>
            <a:ahLst/>
            <a:cxnLst/>
            <a:rect l="l" t="t" r="r" b="b"/>
            <a:pathLst>
              <a:path w="1385570" h="391795">
                <a:moveTo>
                  <a:pt x="188976" y="94488"/>
                </a:moveTo>
                <a:lnTo>
                  <a:pt x="179832" y="85344"/>
                </a:lnTo>
                <a:lnTo>
                  <a:pt x="163068" y="68580"/>
                </a:lnTo>
                <a:lnTo>
                  <a:pt x="146304" y="85344"/>
                </a:lnTo>
                <a:lnTo>
                  <a:pt x="117348" y="85344"/>
                </a:lnTo>
                <a:lnTo>
                  <a:pt x="117348" y="28956"/>
                </a:lnTo>
                <a:lnTo>
                  <a:pt x="131064" y="18288"/>
                </a:lnTo>
                <a:lnTo>
                  <a:pt x="96012" y="0"/>
                </a:lnTo>
                <a:lnTo>
                  <a:pt x="97269" y="57531"/>
                </a:lnTo>
                <a:lnTo>
                  <a:pt x="97472" y="104203"/>
                </a:lnTo>
                <a:lnTo>
                  <a:pt x="97536" y="182880"/>
                </a:lnTo>
                <a:lnTo>
                  <a:pt x="53340" y="188976"/>
                </a:lnTo>
                <a:lnTo>
                  <a:pt x="53340" y="83820"/>
                </a:lnTo>
                <a:lnTo>
                  <a:pt x="65532" y="71628"/>
                </a:lnTo>
                <a:lnTo>
                  <a:pt x="32004" y="53340"/>
                </a:lnTo>
                <a:lnTo>
                  <a:pt x="32880" y="74676"/>
                </a:lnTo>
                <a:lnTo>
                  <a:pt x="33299" y="101828"/>
                </a:lnTo>
                <a:lnTo>
                  <a:pt x="33426" y="124968"/>
                </a:lnTo>
                <a:lnTo>
                  <a:pt x="33528" y="190500"/>
                </a:lnTo>
                <a:lnTo>
                  <a:pt x="0" y="195072"/>
                </a:lnTo>
                <a:lnTo>
                  <a:pt x="16764" y="224028"/>
                </a:lnTo>
                <a:lnTo>
                  <a:pt x="63817" y="204406"/>
                </a:lnTo>
                <a:lnTo>
                  <a:pt x="115989" y="191668"/>
                </a:lnTo>
                <a:lnTo>
                  <a:pt x="172808" y="179832"/>
                </a:lnTo>
                <a:lnTo>
                  <a:pt x="187452" y="176784"/>
                </a:lnTo>
                <a:lnTo>
                  <a:pt x="185928" y="169164"/>
                </a:lnTo>
                <a:lnTo>
                  <a:pt x="117348" y="179832"/>
                </a:lnTo>
                <a:lnTo>
                  <a:pt x="117348" y="94488"/>
                </a:lnTo>
                <a:lnTo>
                  <a:pt x="188976" y="94488"/>
                </a:lnTo>
                <a:close/>
              </a:path>
              <a:path w="1385570" h="391795">
                <a:moveTo>
                  <a:pt x="301752" y="256032"/>
                </a:moveTo>
                <a:lnTo>
                  <a:pt x="269748" y="224028"/>
                </a:lnTo>
                <a:lnTo>
                  <a:pt x="245364" y="246888"/>
                </a:lnTo>
                <a:lnTo>
                  <a:pt x="47244" y="246888"/>
                </a:lnTo>
                <a:lnTo>
                  <a:pt x="60960" y="260604"/>
                </a:lnTo>
                <a:lnTo>
                  <a:pt x="69189" y="258610"/>
                </a:lnTo>
                <a:lnTo>
                  <a:pt x="77724" y="257175"/>
                </a:lnTo>
                <a:lnTo>
                  <a:pt x="86245" y="256324"/>
                </a:lnTo>
                <a:lnTo>
                  <a:pt x="94488" y="256032"/>
                </a:lnTo>
                <a:lnTo>
                  <a:pt x="301752" y="256032"/>
                </a:lnTo>
                <a:close/>
              </a:path>
              <a:path w="1385570" h="391795">
                <a:moveTo>
                  <a:pt x="348996" y="324612"/>
                </a:moveTo>
                <a:lnTo>
                  <a:pt x="312420" y="288036"/>
                </a:lnTo>
                <a:lnTo>
                  <a:pt x="284988" y="315468"/>
                </a:lnTo>
                <a:lnTo>
                  <a:pt x="3048" y="315468"/>
                </a:lnTo>
                <a:lnTo>
                  <a:pt x="16764" y="329184"/>
                </a:lnTo>
                <a:lnTo>
                  <a:pt x="25019" y="327190"/>
                </a:lnTo>
                <a:lnTo>
                  <a:pt x="33718" y="325755"/>
                </a:lnTo>
                <a:lnTo>
                  <a:pt x="42684" y="324904"/>
                </a:lnTo>
                <a:lnTo>
                  <a:pt x="51816" y="324612"/>
                </a:lnTo>
                <a:lnTo>
                  <a:pt x="348996" y="324612"/>
                </a:lnTo>
                <a:close/>
              </a:path>
              <a:path w="1385570" h="391795">
                <a:moveTo>
                  <a:pt x="350520" y="181356"/>
                </a:moveTo>
                <a:lnTo>
                  <a:pt x="332867" y="143306"/>
                </a:lnTo>
                <a:lnTo>
                  <a:pt x="332232" y="118872"/>
                </a:lnTo>
                <a:lnTo>
                  <a:pt x="324612" y="118872"/>
                </a:lnTo>
                <a:lnTo>
                  <a:pt x="320040" y="163068"/>
                </a:lnTo>
                <a:lnTo>
                  <a:pt x="306324" y="184404"/>
                </a:lnTo>
                <a:lnTo>
                  <a:pt x="249936" y="184404"/>
                </a:lnTo>
                <a:lnTo>
                  <a:pt x="222504" y="124968"/>
                </a:lnTo>
                <a:lnTo>
                  <a:pt x="238417" y="115824"/>
                </a:lnTo>
                <a:lnTo>
                  <a:pt x="262788" y="101828"/>
                </a:lnTo>
                <a:lnTo>
                  <a:pt x="294513" y="84963"/>
                </a:lnTo>
                <a:lnTo>
                  <a:pt x="317652" y="74396"/>
                </a:lnTo>
                <a:lnTo>
                  <a:pt x="332232" y="70104"/>
                </a:lnTo>
                <a:lnTo>
                  <a:pt x="306324" y="42672"/>
                </a:lnTo>
                <a:lnTo>
                  <a:pt x="296011" y="57531"/>
                </a:lnTo>
                <a:lnTo>
                  <a:pt x="278701" y="74676"/>
                </a:lnTo>
                <a:lnTo>
                  <a:pt x="254241" y="94107"/>
                </a:lnTo>
                <a:lnTo>
                  <a:pt x="222504" y="115824"/>
                </a:lnTo>
                <a:lnTo>
                  <a:pt x="222504" y="25908"/>
                </a:lnTo>
                <a:lnTo>
                  <a:pt x="234696" y="15240"/>
                </a:lnTo>
                <a:lnTo>
                  <a:pt x="201168" y="0"/>
                </a:lnTo>
                <a:lnTo>
                  <a:pt x="202018" y="15240"/>
                </a:lnTo>
                <a:lnTo>
                  <a:pt x="202501" y="28765"/>
                </a:lnTo>
                <a:lnTo>
                  <a:pt x="202666" y="39230"/>
                </a:lnTo>
                <a:lnTo>
                  <a:pt x="202692" y="172212"/>
                </a:lnTo>
                <a:lnTo>
                  <a:pt x="205206" y="185318"/>
                </a:lnTo>
                <a:lnTo>
                  <a:pt x="212598" y="194691"/>
                </a:lnTo>
                <a:lnTo>
                  <a:pt x="224548" y="200075"/>
                </a:lnTo>
                <a:lnTo>
                  <a:pt x="240792" y="201168"/>
                </a:lnTo>
                <a:lnTo>
                  <a:pt x="312420" y="201168"/>
                </a:lnTo>
                <a:lnTo>
                  <a:pt x="325005" y="199796"/>
                </a:lnTo>
                <a:lnTo>
                  <a:pt x="335470" y="195834"/>
                </a:lnTo>
                <a:lnTo>
                  <a:pt x="343916" y="189598"/>
                </a:lnTo>
                <a:lnTo>
                  <a:pt x="348068" y="184404"/>
                </a:lnTo>
                <a:lnTo>
                  <a:pt x="350520" y="181356"/>
                </a:lnTo>
                <a:close/>
              </a:path>
              <a:path w="1385570" h="391795">
                <a:moveTo>
                  <a:pt x="505968" y="15252"/>
                </a:moveTo>
                <a:lnTo>
                  <a:pt x="461772" y="15252"/>
                </a:lnTo>
                <a:lnTo>
                  <a:pt x="445744" y="35204"/>
                </a:lnTo>
                <a:lnTo>
                  <a:pt x="419976" y="77393"/>
                </a:lnTo>
                <a:lnTo>
                  <a:pt x="401066" y="122758"/>
                </a:lnTo>
                <a:lnTo>
                  <a:pt x="391299" y="174713"/>
                </a:lnTo>
                <a:lnTo>
                  <a:pt x="390144" y="202704"/>
                </a:lnTo>
                <a:lnTo>
                  <a:pt x="391515" y="232422"/>
                </a:lnTo>
                <a:lnTo>
                  <a:pt x="401713" y="285000"/>
                </a:lnTo>
                <a:lnTo>
                  <a:pt x="420192" y="329526"/>
                </a:lnTo>
                <a:lnTo>
                  <a:pt x="446379" y="371716"/>
                </a:lnTo>
                <a:lnTo>
                  <a:pt x="461772" y="391680"/>
                </a:lnTo>
                <a:lnTo>
                  <a:pt x="505968" y="391680"/>
                </a:lnTo>
                <a:lnTo>
                  <a:pt x="505968" y="390156"/>
                </a:lnTo>
                <a:lnTo>
                  <a:pt x="498221" y="382981"/>
                </a:lnTo>
                <a:lnTo>
                  <a:pt x="490918" y="375107"/>
                </a:lnTo>
                <a:lnTo>
                  <a:pt x="483882" y="366356"/>
                </a:lnTo>
                <a:lnTo>
                  <a:pt x="477012" y="356628"/>
                </a:lnTo>
                <a:lnTo>
                  <a:pt x="469290" y="347192"/>
                </a:lnTo>
                <a:lnTo>
                  <a:pt x="444144" y="302882"/>
                </a:lnTo>
                <a:lnTo>
                  <a:pt x="431292" y="263664"/>
                </a:lnTo>
                <a:lnTo>
                  <a:pt x="424218" y="219290"/>
                </a:lnTo>
                <a:lnTo>
                  <a:pt x="423672" y="202704"/>
                </a:lnTo>
                <a:lnTo>
                  <a:pt x="424218" y="187845"/>
                </a:lnTo>
                <a:lnTo>
                  <a:pt x="431292" y="143268"/>
                </a:lnTo>
                <a:lnTo>
                  <a:pt x="444144" y="104038"/>
                </a:lnTo>
                <a:lnTo>
                  <a:pt x="462724" y="68973"/>
                </a:lnTo>
                <a:lnTo>
                  <a:pt x="490918" y="31635"/>
                </a:lnTo>
                <a:lnTo>
                  <a:pt x="505968" y="16776"/>
                </a:lnTo>
                <a:lnTo>
                  <a:pt x="505968" y="15252"/>
                </a:lnTo>
                <a:close/>
              </a:path>
              <a:path w="1385570" h="391795">
                <a:moveTo>
                  <a:pt x="824471" y="172224"/>
                </a:moveTo>
                <a:lnTo>
                  <a:pt x="817359" y="128828"/>
                </a:lnTo>
                <a:lnTo>
                  <a:pt x="787895" y="97548"/>
                </a:lnTo>
                <a:lnTo>
                  <a:pt x="761987" y="92976"/>
                </a:lnTo>
                <a:lnTo>
                  <a:pt x="753110" y="93548"/>
                </a:lnTo>
                <a:lnTo>
                  <a:pt x="712457" y="113550"/>
                </a:lnTo>
                <a:lnTo>
                  <a:pt x="696455" y="129552"/>
                </a:lnTo>
                <a:lnTo>
                  <a:pt x="692480" y="120980"/>
                </a:lnTo>
                <a:lnTo>
                  <a:pt x="658926" y="95262"/>
                </a:lnTo>
                <a:lnTo>
                  <a:pt x="641591" y="92976"/>
                </a:lnTo>
                <a:lnTo>
                  <a:pt x="632980" y="93522"/>
                </a:lnTo>
                <a:lnTo>
                  <a:pt x="596633" y="110312"/>
                </a:lnTo>
                <a:lnTo>
                  <a:pt x="582155" y="123456"/>
                </a:lnTo>
                <a:lnTo>
                  <a:pt x="582155" y="99072"/>
                </a:lnTo>
                <a:lnTo>
                  <a:pt x="547103" y="99072"/>
                </a:lnTo>
                <a:lnTo>
                  <a:pt x="547103" y="312432"/>
                </a:lnTo>
                <a:lnTo>
                  <a:pt x="582155" y="312432"/>
                </a:lnTo>
                <a:lnTo>
                  <a:pt x="582155" y="153936"/>
                </a:lnTo>
                <a:lnTo>
                  <a:pt x="588137" y="148259"/>
                </a:lnTo>
                <a:lnTo>
                  <a:pt x="594537" y="142887"/>
                </a:lnTo>
                <a:lnTo>
                  <a:pt x="601230" y="138074"/>
                </a:lnTo>
                <a:lnTo>
                  <a:pt x="615683" y="129552"/>
                </a:lnTo>
                <a:lnTo>
                  <a:pt x="624827" y="128028"/>
                </a:lnTo>
                <a:lnTo>
                  <a:pt x="646163" y="128028"/>
                </a:lnTo>
                <a:lnTo>
                  <a:pt x="659879" y="137172"/>
                </a:lnTo>
                <a:lnTo>
                  <a:pt x="661403" y="141744"/>
                </a:lnTo>
                <a:lnTo>
                  <a:pt x="664451" y="146316"/>
                </a:lnTo>
                <a:lnTo>
                  <a:pt x="665975" y="153936"/>
                </a:lnTo>
                <a:lnTo>
                  <a:pt x="665975" y="161556"/>
                </a:lnTo>
                <a:lnTo>
                  <a:pt x="666864" y="168414"/>
                </a:lnTo>
                <a:lnTo>
                  <a:pt x="667308" y="175272"/>
                </a:lnTo>
                <a:lnTo>
                  <a:pt x="667486" y="182130"/>
                </a:lnTo>
                <a:lnTo>
                  <a:pt x="667499" y="312432"/>
                </a:lnTo>
                <a:lnTo>
                  <a:pt x="704075" y="312432"/>
                </a:lnTo>
                <a:lnTo>
                  <a:pt x="704075" y="161556"/>
                </a:lnTo>
                <a:lnTo>
                  <a:pt x="702551" y="158508"/>
                </a:lnTo>
                <a:lnTo>
                  <a:pt x="702551" y="153936"/>
                </a:lnTo>
                <a:lnTo>
                  <a:pt x="709409" y="147624"/>
                </a:lnTo>
                <a:lnTo>
                  <a:pt x="716267" y="142316"/>
                </a:lnTo>
                <a:lnTo>
                  <a:pt x="723125" y="137858"/>
                </a:lnTo>
                <a:lnTo>
                  <a:pt x="729983" y="134124"/>
                </a:lnTo>
                <a:lnTo>
                  <a:pt x="737603" y="129552"/>
                </a:lnTo>
                <a:lnTo>
                  <a:pt x="745223" y="128028"/>
                </a:lnTo>
                <a:lnTo>
                  <a:pt x="768083" y="128028"/>
                </a:lnTo>
                <a:lnTo>
                  <a:pt x="777227" y="134124"/>
                </a:lnTo>
                <a:lnTo>
                  <a:pt x="780275" y="137172"/>
                </a:lnTo>
                <a:lnTo>
                  <a:pt x="786371" y="146316"/>
                </a:lnTo>
                <a:lnTo>
                  <a:pt x="787895" y="153936"/>
                </a:lnTo>
                <a:lnTo>
                  <a:pt x="787895" y="161556"/>
                </a:lnTo>
                <a:lnTo>
                  <a:pt x="788784" y="168414"/>
                </a:lnTo>
                <a:lnTo>
                  <a:pt x="789228" y="175272"/>
                </a:lnTo>
                <a:lnTo>
                  <a:pt x="789406" y="182130"/>
                </a:lnTo>
                <a:lnTo>
                  <a:pt x="789419" y="312432"/>
                </a:lnTo>
                <a:lnTo>
                  <a:pt x="824471" y="312432"/>
                </a:lnTo>
                <a:lnTo>
                  <a:pt x="824471" y="172224"/>
                </a:lnTo>
                <a:close/>
              </a:path>
              <a:path w="1385570" h="391795">
                <a:moveTo>
                  <a:pt x="943343" y="257556"/>
                </a:moveTo>
                <a:lnTo>
                  <a:pt x="896099" y="257556"/>
                </a:lnTo>
                <a:lnTo>
                  <a:pt x="862584" y="384048"/>
                </a:lnTo>
                <a:lnTo>
                  <a:pt x="890016" y="384048"/>
                </a:lnTo>
                <a:lnTo>
                  <a:pt x="943343" y="257556"/>
                </a:lnTo>
                <a:close/>
              </a:path>
              <a:path w="1385570" h="391795">
                <a:moveTo>
                  <a:pt x="1251191" y="99060"/>
                </a:moveTo>
                <a:lnTo>
                  <a:pt x="1214615" y="99060"/>
                </a:lnTo>
                <a:lnTo>
                  <a:pt x="1178039" y="265176"/>
                </a:lnTo>
                <a:lnTo>
                  <a:pt x="1126223" y="99060"/>
                </a:lnTo>
                <a:lnTo>
                  <a:pt x="1097267" y="99060"/>
                </a:lnTo>
                <a:lnTo>
                  <a:pt x="1046975" y="265176"/>
                </a:lnTo>
                <a:lnTo>
                  <a:pt x="1008875" y="99060"/>
                </a:lnTo>
                <a:lnTo>
                  <a:pt x="970775" y="99060"/>
                </a:lnTo>
                <a:lnTo>
                  <a:pt x="1025639" y="312420"/>
                </a:lnTo>
                <a:lnTo>
                  <a:pt x="1059167" y="312420"/>
                </a:lnTo>
                <a:lnTo>
                  <a:pt x="1110983" y="147828"/>
                </a:lnTo>
                <a:lnTo>
                  <a:pt x="1162799" y="312420"/>
                </a:lnTo>
                <a:lnTo>
                  <a:pt x="1196327" y="312420"/>
                </a:lnTo>
                <a:lnTo>
                  <a:pt x="1251191" y="99060"/>
                </a:lnTo>
                <a:close/>
              </a:path>
              <a:path w="1385570" h="391795">
                <a:moveTo>
                  <a:pt x="1385316" y="202692"/>
                </a:moveTo>
                <a:lnTo>
                  <a:pt x="1380744" y="147447"/>
                </a:lnTo>
                <a:lnTo>
                  <a:pt x="1367028" y="99060"/>
                </a:lnTo>
                <a:lnTo>
                  <a:pt x="1343787" y="56007"/>
                </a:lnTo>
                <a:lnTo>
                  <a:pt x="1313688" y="15240"/>
                </a:lnTo>
                <a:lnTo>
                  <a:pt x="1271016" y="15240"/>
                </a:lnTo>
                <a:lnTo>
                  <a:pt x="1271016" y="16764"/>
                </a:lnTo>
                <a:lnTo>
                  <a:pt x="1277886" y="23914"/>
                </a:lnTo>
                <a:lnTo>
                  <a:pt x="1284922" y="31623"/>
                </a:lnTo>
                <a:lnTo>
                  <a:pt x="1313497" y="69532"/>
                </a:lnTo>
                <a:lnTo>
                  <a:pt x="1331302" y="104038"/>
                </a:lnTo>
                <a:lnTo>
                  <a:pt x="1344168" y="143256"/>
                </a:lnTo>
                <a:lnTo>
                  <a:pt x="1351445" y="187833"/>
                </a:lnTo>
                <a:lnTo>
                  <a:pt x="1351788" y="202692"/>
                </a:lnTo>
                <a:lnTo>
                  <a:pt x="1351229" y="218414"/>
                </a:lnTo>
                <a:lnTo>
                  <a:pt x="1344168" y="262128"/>
                </a:lnTo>
                <a:lnTo>
                  <a:pt x="1331302" y="302641"/>
                </a:lnTo>
                <a:lnTo>
                  <a:pt x="1314069" y="337185"/>
                </a:lnTo>
                <a:lnTo>
                  <a:pt x="1284922" y="375094"/>
                </a:lnTo>
                <a:lnTo>
                  <a:pt x="1271016" y="390144"/>
                </a:lnTo>
                <a:lnTo>
                  <a:pt x="1271016" y="391668"/>
                </a:lnTo>
                <a:lnTo>
                  <a:pt x="1313688" y="391668"/>
                </a:lnTo>
                <a:lnTo>
                  <a:pt x="1329728" y="371716"/>
                </a:lnTo>
                <a:lnTo>
                  <a:pt x="1356118" y="329526"/>
                </a:lnTo>
                <a:lnTo>
                  <a:pt x="1375029" y="284137"/>
                </a:lnTo>
                <a:lnTo>
                  <a:pt x="1384173" y="231559"/>
                </a:lnTo>
                <a:lnTo>
                  <a:pt x="1385316" y="20269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" name="object 68"/>
          <p:cNvSpPr/>
          <p:nvPr/>
        </p:nvSpPr>
        <p:spPr>
          <a:xfrm>
            <a:off x="3974591" y="5539739"/>
            <a:ext cx="312420" cy="353695"/>
          </a:xfrm>
          <a:custGeom>
            <a:avLst/>
            <a:gdLst/>
            <a:ahLst/>
            <a:cxnLst/>
            <a:rect l="l" t="t" r="r" b="b"/>
            <a:pathLst>
              <a:path w="312420" h="353695">
                <a:moveTo>
                  <a:pt x="47244" y="80772"/>
                </a:moveTo>
                <a:lnTo>
                  <a:pt x="38100" y="80772"/>
                </a:lnTo>
                <a:lnTo>
                  <a:pt x="44362" y="55935"/>
                </a:lnTo>
                <a:lnTo>
                  <a:pt x="49339" y="34099"/>
                </a:lnTo>
                <a:lnTo>
                  <a:pt x="52887" y="15406"/>
                </a:lnTo>
                <a:lnTo>
                  <a:pt x="54864" y="0"/>
                </a:lnTo>
                <a:lnTo>
                  <a:pt x="88392" y="18288"/>
                </a:lnTo>
                <a:lnTo>
                  <a:pt x="79819" y="25479"/>
                </a:lnTo>
                <a:lnTo>
                  <a:pt x="70104" y="38100"/>
                </a:lnTo>
                <a:lnTo>
                  <a:pt x="59245" y="56435"/>
                </a:lnTo>
                <a:lnTo>
                  <a:pt x="47244" y="80772"/>
                </a:lnTo>
                <a:close/>
              </a:path>
              <a:path w="312420" h="353695">
                <a:moveTo>
                  <a:pt x="129540" y="169164"/>
                </a:moveTo>
                <a:lnTo>
                  <a:pt x="124968" y="166116"/>
                </a:lnTo>
                <a:lnTo>
                  <a:pt x="139850" y="141827"/>
                </a:lnTo>
                <a:lnTo>
                  <a:pt x="152590" y="119253"/>
                </a:lnTo>
                <a:lnTo>
                  <a:pt x="172212" y="79248"/>
                </a:lnTo>
                <a:lnTo>
                  <a:pt x="185928" y="40386"/>
                </a:lnTo>
                <a:lnTo>
                  <a:pt x="195072" y="1524"/>
                </a:lnTo>
                <a:lnTo>
                  <a:pt x="228600" y="21336"/>
                </a:lnTo>
                <a:lnTo>
                  <a:pt x="222003" y="28551"/>
                </a:lnTo>
                <a:lnTo>
                  <a:pt x="213550" y="41338"/>
                </a:lnTo>
                <a:lnTo>
                  <a:pt x="203096" y="60126"/>
                </a:lnTo>
                <a:lnTo>
                  <a:pt x="190500" y="85344"/>
                </a:lnTo>
                <a:lnTo>
                  <a:pt x="306324" y="85344"/>
                </a:lnTo>
                <a:lnTo>
                  <a:pt x="312419" y="91440"/>
                </a:lnTo>
                <a:lnTo>
                  <a:pt x="308501" y="94488"/>
                </a:lnTo>
                <a:lnTo>
                  <a:pt x="187452" y="94488"/>
                </a:lnTo>
                <a:lnTo>
                  <a:pt x="173474" y="115371"/>
                </a:lnTo>
                <a:lnTo>
                  <a:pt x="159067" y="134683"/>
                </a:lnTo>
                <a:lnTo>
                  <a:pt x="144375" y="152566"/>
                </a:lnTo>
                <a:lnTo>
                  <a:pt x="129540" y="169164"/>
                </a:lnTo>
                <a:close/>
              </a:path>
              <a:path w="312420" h="353695">
                <a:moveTo>
                  <a:pt x="128016" y="80772"/>
                </a:moveTo>
                <a:lnTo>
                  <a:pt x="97536" y="80772"/>
                </a:lnTo>
                <a:lnTo>
                  <a:pt x="112776" y="65532"/>
                </a:lnTo>
                <a:lnTo>
                  <a:pt x="128016" y="80772"/>
                </a:lnTo>
                <a:close/>
              </a:path>
              <a:path w="312420" h="353695">
                <a:moveTo>
                  <a:pt x="0" y="350520"/>
                </a:moveTo>
                <a:lnTo>
                  <a:pt x="175" y="324421"/>
                </a:lnTo>
                <a:lnTo>
                  <a:pt x="299" y="310896"/>
                </a:lnTo>
                <a:lnTo>
                  <a:pt x="1285" y="243578"/>
                </a:lnTo>
                <a:lnTo>
                  <a:pt x="1421" y="192024"/>
                </a:lnTo>
                <a:lnTo>
                  <a:pt x="1315" y="176212"/>
                </a:lnTo>
                <a:lnTo>
                  <a:pt x="1190" y="165445"/>
                </a:lnTo>
                <a:lnTo>
                  <a:pt x="245" y="102108"/>
                </a:lnTo>
                <a:lnTo>
                  <a:pt x="0" y="67056"/>
                </a:lnTo>
                <a:lnTo>
                  <a:pt x="22860" y="80772"/>
                </a:lnTo>
                <a:lnTo>
                  <a:pt x="128016" y="80772"/>
                </a:lnTo>
                <a:lnTo>
                  <a:pt x="135636" y="88392"/>
                </a:lnTo>
                <a:lnTo>
                  <a:pt x="133458" y="89916"/>
                </a:lnTo>
                <a:lnTo>
                  <a:pt x="21336" y="89916"/>
                </a:lnTo>
                <a:lnTo>
                  <a:pt x="21336" y="187452"/>
                </a:lnTo>
                <a:lnTo>
                  <a:pt x="120441" y="187452"/>
                </a:lnTo>
                <a:lnTo>
                  <a:pt x="120455" y="196596"/>
                </a:lnTo>
                <a:lnTo>
                  <a:pt x="21336" y="196596"/>
                </a:lnTo>
                <a:lnTo>
                  <a:pt x="21336" y="303276"/>
                </a:lnTo>
                <a:lnTo>
                  <a:pt x="121150" y="303276"/>
                </a:lnTo>
                <a:lnTo>
                  <a:pt x="121176" y="305348"/>
                </a:lnTo>
                <a:lnTo>
                  <a:pt x="121371" y="312420"/>
                </a:lnTo>
                <a:lnTo>
                  <a:pt x="21336" y="312420"/>
                </a:lnTo>
                <a:lnTo>
                  <a:pt x="21336" y="338328"/>
                </a:lnTo>
                <a:lnTo>
                  <a:pt x="0" y="350520"/>
                </a:lnTo>
                <a:close/>
              </a:path>
              <a:path w="312420" h="353695">
                <a:moveTo>
                  <a:pt x="306324" y="85344"/>
                </a:moveTo>
                <a:lnTo>
                  <a:pt x="272796" y="85344"/>
                </a:lnTo>
                <a:lnTo>
                  <a:pt x="289560" y="68580"/>
                </a:lnTo>
                <a:lnTo>
                  <a:pt x="306324" y="85344"/>
                </a:lnTo>
                <a:close/>
              </a:path>
              <a:path w="312420" h="353695">
                <a:moveTo>
                  <a:pt x="120441" y="187452"/>
                </a:moveTo>
                <a:lnTo>
                  <a:pt x="100584" y="187452"/>
                </a:lnTo>
                <a:lnTo>
                  <a:pt x="100584" y="89916"/>
                </a:lnTo>
                <a:lnTo>
                  <a:pt x="133458" y="89916"/>
                </a:lnTo>
                <a:lnTo>
                  <a:pt x="120396" y="99060"/>
                </a:lnTo>
                <a:lnTo>
                  <a:pt x="120441" y="187452"/>
                </a:lnTo>
                <a:close/>
              </a:path>
              <a:path w="312420" h="353695">
                <a:moveTo>
                  <a:pt x="287603" y="316992"/>
                </a:moveTo>
                <a:lnTo>
                  <a:pt x="248412" y="316992"/>
                </a:lnTo>
                <a:lnTo>
                  <a:pt x="256460" y="315515"/>
                </a:lnTo>
                <a:lnTo>
                  <a:pt x="262509" y="310896"/>
                </a:lnTo>
                <a:lnTo>
                  <a:pt x="271129" y="269367"/>
                </a:lnTo>
                <a:lnTo>
                  <a:pt x="272796" y="229362"/>
                </a:lnTo>
                <a:lnTo>
                  <a:pt x="274459" y="171188"/>
                </a:lnTo>
                <a:lnTo>
                  <a:pt x="275843" y="94488"/>
                </a:lnTo>
                <a:lnTo>
                  <a:pt x="308501" y="94488"/>
                </a:lnTo>
                <a:lnTo>
                  <a:pt x="298704" y="102108"/>
                </a:lnTo>
                <a:lnTo>
                  <a:pt x="297299" y="181570"/>
                </a:lnTo>
                <a:lnTo>
                  <a:pt x="295465" y="241744"/>
                </a:lnTo>
                <a:lnTo>
                  <a:pt x="293346" y="282773"/>
                </a:lnTo>
                <a:lnTo>
                  <a:pt x="291084" y="304799"/>
                </a:lnTo>
                <a:lnTo>
                  <a:pt x="288274" y="315372"/>
                </a:lnTo>
                <a:lnTo>
                  <a:pt x="287603" y="316992"/>
                </a:lnTo>
                <a:close/>
              </a:path>
              <a:path w="312420" h="353695">
                <a:moveTo>
                  <a:pt x="204216" y="237744"/>
                </a:moveTo>
                <a:lnTo>
                  <a:pt x="198119" y="237744"/>
                </a:lnTo>
                <a:lnTo>
                  <a:pt x="195072" y="230124"/>
                </a:lnTo>
                <a:lnTo>
                  <a:pt x="192024" y="216408"/>
                </a:lnTo>
                <a:lnTo>
                  <a:pt x="188380" y="201334"/>
                </a:lnTo>
                <a:lnTo>
                  <a:pt x="182308" y="186118"/>
                </a:lnTo>
                <a:lnTo>
                  <a:pt x="174236" y="171188"/>
                </a:lnTo>
                <a:lnTo>
                  <a:pt x="164592" y="156972"/>
                </a:lnTo>
                <a:lnTo>
                  <a:pt x="167640" y="152400"/>
                </a:lnTo>
                <a:lnTo>
                  <a:pt x="205144" y="185189"/>
                </a:lnTo>
                <a:lnTo>
                  <a:pt x="216408" y="207264"/>
                </a:lnTo>
                <a:lnTo>
                  <a:pt x="216408" y="219456"/>
                </a:lnTo>
                <a:lnTo>
                  <a:pt x="214884" y="225552"/>
                </a:lnTo>
                <a:lnTo>
                  <a:pt x="210312" y="230124"/>
                </a:lnTo>
                <a:lnTo>
                  <a:pt x="207264" y="234696"/>
                </a:lnTo>
                <a:lnTo>
                  <a:pt x="204216" y="237744"/>
                </a:lnTo>
                <a:close/>
              </a:path>
              <a:path w="312420" h="353695">
                <a:moveTo>
                  <a:pt x="121150" y="303276"/>
                </a:moveTo>
                <a:lnTo>
                  <a:pt x="100584" y="303276"/>
                </a:lnTo>
                <a:lnTo>
                  <a:pt x="100584" y="196596"/>
                </a:lnTo>
                <a:lnTo>
                  <a:pt x="120455" y="196596"/>
                </a:lnTo>
                <a:lnTo>
                  <a:pt x="120600" y="243578"/>
                </a:lnTo>
                <a:lnTo>
                  <a:pt x="120734" y="269367"/>
                </a:lnTo>
                <a:lnTo>
                  <a:pt x="121150" y="303276"/>
                </a:lnTo>
                <a:close/>
              </a:path>
              <a:path w="312420" h="353695">
                <a:moveTo>
                  <a:pt x="243840" y="353568"/>
                </a:moveTo>
                <a:lnTo>
                  <a:pt x="238125" y="342709"/>
                </a:lnTo>
                <a:lnTo>
                  <a:pt x="227838" y="332994"/>
                </a:lnTo>
                <a:lnTo>
                  <a:pt x="212979" y="324421"/>
                </a:lnTo>
                <a:lnTo>
                  <a:pt x="193548" y="316992"/>
                </a:lnTo>
                <a:lnTo>
                  <a:pt x="193548" y="309372"/>
                </a:lnTo>
                <a:lnTo>
                  <a:pt x="211550" y="312491"/>
                </a:lnTo>
                <a:lnTo>
                  <a:pt x="226694" y="314896"/>
                </a:lnTo>
                <a:lnTo>
                  <a:pt x="238982" y="316444"/>
                </a:lnTo>
                <a:lnTo>
                  <a:pt x="248412" y="316992"/>
                </a:lnTo>
                <a:lnTo>
                  <a:pt x="287603" y="316992"/>
                </a:lnTo>
                <a:lnTo>
                  <a:pt x="284607" y="324231"/>
                </a:lnTo>
                <a:lnTo>
                  <a:pt x="254412" y="349877"/>
                </a:lnTo>
                <a:lnTo>
                  <a:pt x="243840" y="353568"/>
                </a:lnTo>
                <a:close/>
              </a:path>
              <a:path w="312420" h="353695">
                <a:moveTo>
                  <a:pt x="100584" y="344424"/>
                </a:moveTo>
                <a:lnTo>
                  <a:pt x="100584" y="312420"/>
                </a:lnTo>
                <a:lnTo>
                  <a:pt x="121371" y="312420"/>
                </a:lnTo>
                <a:lnTo>
                  <a:pt x="121920" y="332232"/>
                </a:lnTo>
                <a:lnTo>
                  <a:pt x="100584" y="34442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" name="object 69"/>
          <p:cNvSpPr/>
          <p:nvPr/>
        </p:nvSpPr>
        <p:spPr>
          <a:xfrm>
            <a:off x="4332719" y="5536691"/>
            <a:ext cx="751840" cy="363220"/>
          </a:xfrm>
          <a:custGeom>
            <a:avLst/>
            <a:gdLst/>
            <a:ahLst/>
            <a:cxnLst/>
            <a:rect l="l" t="t" r="r" b="b"/>
            <a:pathLst>
              <a:path w="751839" h="363220">
                <a:moveTo>
                  <a:pt x="211836" y="35052"/>
                </a:moveTo>
                <a:lnTo>
                  <a:pt x="180428" y="10033"/>
                </a:lnTo>
                <a:lnTo>
                  <a:pt x="167640" y="4572"/>
                </a:lnTo>
                <a:lnTo>
                  <a:pt x="164592" y="9144"/>
                </a:lnTo>
                <a:lnTo>
                  <a:pt x="172262" y="18288"/>
                </a:lnTo>
                <a:lnTo>
                  <a:pt x="179070" y="27432"/>
                </a:lnTo>
                <a:lnTo>
                  <a:pt x="184746" y="36576"/>
                </a:lnTo>
                <a:lnTo>
                  <a:pt x="188976" y="45720"/>
                </a:lnTo>
                <a:lnTo>
                  <a:pt x="192024" y="54864"/>
                </a:lnTo>
                <a:lnTo>
                  <a:pt x="195072" y="59436"/>
                </a:lnTo>
                <a:lnTo>
                  <a:pt x="201168" y="59436"/>
                </a:lnTo>
                <a:lnTo>
                  <a:pt x="202692" y="57912"/>
                </a:lnTo>
                <a:lnTo>
                  <a:pt x="205740" y="51816"/>
                </a:lnTo>
                <a:lnTo>
                  <a:pt x="210312" y="47244"/>
                </a:lnTo>
                <a:lnTo>
                  <a:pt x="211836" y="42672"/>
                </a:lnTo>
                <a:lnTo>
                  <a:pt x="211836" y="35052"/>
                </a:lnTo>
                <a:close/>
              </a:path>
              <a:path w="751839" h="363220">
                <a:moveTo>
                  <a:pt x="333756" y="73152"/>
                </a:moveTo>
                <a:lnTo>
                  <a:pt x="324218" y="62484"/>
                </a:lnTo>
                <a:lnTo>
                  <a:pt x="307848" y="44196"/>
                </a:lnTo>
                <a:lnTo>
                  <a:pt x="289560" y="62484"/>
                </a:lnTo>
                <a:lnTo>
                  <a:pt x="181356" y="62484"/>
                </a:lnTo>
                <a:lnTo>
                  <a:pt x="181356" y="196596"/>
                </a:lnTo>
                <a:lnTo>
                  <a:pt x="94488" y="196596"/>
                </a:lnTo>
                <a:lnTo>
                  <a:pt x="94488" y="161544"/>
                </a:lnTo>
                <a:lnTo>
                  <a:pt x="181356" y="161544"/>
                </a:lnTo>
                <a:lnTo>
                  <a:pt x="181356" y="152400"/>
                </a:lnTo>
                <a:lnTo>
                  <a:pt x="94488" y="152400"/>
                </a:lnTo>
                <a:lnTo>
                  <a:pt x="94488" y="118872"/>
                </a:lnTo>
                <a:lnTo>
                  <a:pt x="181356" y="118872"/>
                </a:lnTo>
                <a:lnTo>
                  <a:pt x="181356" y="109728"/>
                </a:lnTo>
                <a:lnTo>
                  <a:pt x="94488" y="109728"/>
                </a:lnTo>
                <a:lnTo>
                  <a:pt x="94488" y="94488"/>
                </a:lnTo>
                <a:lnTo>
                  <a:pt x="94488" y="73152"/>
                </a:lnTo>
                <a:lnTo>
                  <a:pt x="181356" y="73152"/>
                </a:lnTo>
                <a:lnTo>
                  <a:pt x="181356" y="62484"/>
                </a:lnTo>
                <a:lnTo>
                  <a:pt x="97536" y="62484"/>
                </a:lnTo>
                <a:lnTo>
                  <a:pt x="120396" y="25908"/>
                </a:lnTo>
                <a:lnTo>
                  <a:pt x="134112" y="21336"/>
                </a:lnTo>
                <a:lnTo>
                  <a:pt x="103632" y="0"/>
                </a:lnTo>
                <a:lnTo>
                  <a:pt x="95923" y="20345"/>
                </a:lnTo>
                <a:lnTo>
                  <a:pt x="86487" y="40386"/>
                </a:lnTo>
                <a:lnTo>
                  <a:pt x="62484" y="80772"/>
                </a:lnTo>
                <a:lnTo>
                  <a:pt x="32385" y="118681"/>
                </a:lnTo>
                <a:lnTo>
                  <a:pt x="0" y="150876"/>
                </a:lnTo>
                <a:lnTo>
                  <a:pt x="3048" y="155448"/>
                </a:lnTo>
                <a:lnTo>
                  <a:pt x="23037" y="141211"/>
                </a:lnTo>
                <a:lnTo>
                  <a:pt x="41719" y="126111"/>
                </a:lnTo>
                <a:lnTo>
                  <a:pt x="58991" y="110451"/>
                </a:lnTo>
                <a:lnTo>
                  <a:pt x="74676" y="94488"/>
                </a:lnTo>
                <a:lnTo>
                  <a:pt x="74472" y="126111"/>
                </a:lnTo>
                <a:lnTo>
                  <a:pt x="74383" y="135636"/>
                </a:lnTo>
                <a:lnTo>
                  <a:pt x="73444" y="196596"/>
                </a:lnTo>
                <a:lnTo>
                  <a:pt x="73342" y="207264"/>
                </a:lnTo>
                <a:lnTo>
                  <a:pt x="73152" y="231648"/>
                </a:lnTo>
                <a:lnTo>
                  <a:pt x="94488" y="224028"/>
                </a:lnTo>
                <a:lnTo>
                  <a:pt x="94488" y="205740"/>
                </a:lnTo>
                <a:lnTo>
                  <a:pt x="330708" y="205740"/>
                </a:lnTo>
                <a:lnTo>
                  <a:pt x="322072" y="196596"/>
                </a:lnTo>
                <a:lnTo>
                  <a:pt x="304800" y="178308"/>
                </a:lnTo>
                <a:lnTo>
                  <a:pt x="286512" y="196596"/>
                </a:lnTo>
                <a:lnTo>
                  <a:pt x="201168" y="196596"/>
                </a:lnTo>
                <a:lnTo>
                  <a:pt x="201168" y="161544"/>
                </a:lnTo>
                <a:lnTo>
                  <a:pt x="310896" y="161544"/>
                </a:lnTo>
                <a:lnTo>
                  <a:pt x="302298" y="152400"/>
                </a:lnTo>
                <a:lnTo>
                  <a:pt x="286512" y="135636"/>
                </a:lnTo>
                <a:lnTo>
                  <a:pt x="269748" y="152400"/>
                </a:lnTo>
                <a:lnTo>
                  <a:pt x="201168" y="152400"/>
                </a:lnTo>
                <a:lnTo>
                  <a:pt x="201168" y="118872"/>
                </a:lnTo>
                <a:lnTo>
                  <a:pt x="313944" y="118872"/>
                </a:lnTo>
                <a:lnTo>
                  <a:pt x="305346" y="109728"/>
                </a:lnTo>
                <a:lnTo>
                  <a:pt x="289560" y="92964"/>
                </a:lnTo>
                <a:lnTo>
                  <a:pt x="272796" y="109728"/>
                </a:lnTo>
                <a:lnTo>
                  <a:pt x="201168" y="109728"/>
                </a:lnTo>
                <a:lnTo>
                  <a:pt x="201168" y="73152"/>
                </a:lnTo>
                <a:lnTo>
                  <a:pt x="333756" y="73152"/>
                </a:lnTo>
                <a:close/>
              </a:path>
              <a:path w="751839" h="363220">
                <a:moveTo>
                  <a:pt x="361188" y="327660"/>
                </a:moveTo>
                <a:lnTo>
                  <a:pt x="315658" y="319659"/>
                </a:lnTo>
                <a:lnTo>
                  <a:pt x="275844" y="304800"/>
                </a:lnTo>
                <a:lnTo>
                  <a:pt x="241363" y="282892"/>
                </a:lnTo>
                <a:lnTo>
                  <a:pt x="210312" y="252984"/>
                </a:lnTo>
                <a:lnTo>
                  <a:pt x="359664" y="252984"/>
                </a:lnTo>
                <a:lnTo>
                  <a:pt x="333756" y="225552"/>
                </a:lnTo>
                <a:lnTo>
                  <a:pt x="315468" y="243840"/>
                </a:lnTo>
                <a:lnTo>
                  <a:pt x="193548" y="243840"/>
                </a:lnTo>
                <a:lnTo>
                  <a:pt x="193548" y="230124"/>
                </a:lnTo>
                <a:lnTo>
                  <a:pt x="205740" y="219456"/>
                </a:lnTo>
                <a:lnTo>
                  <a:pt x="172212" y="207264"/>
                </a:lnTo>
                <a:lnTo>
                  <a:pt x="173101" y="214693"/>
                </a:lnTo>
                <a:lnTo>
                  <a:pt x="173545" y="223266"/>
                </a:lnTo>
                <a:lnTo>
                  <a:pt x="173672" y="230124"/>
                </a:lnTo>
                <a:lnTo>
                  <a:pt x="173736" y="243840"/>
                </a:lnTo>
                <a:lnTo>
                  <a:pt x="1524" y="243840"/>
                </a:lnTo>
                <a:lnTo>
                  <a:pt x="15240" y="257556"/>
                </a:lnTo>
                <a:lnTo>
                  <a:pt x="24409" y="255562"/>
                </a:lnTo>
                <a:lnTo>
                  <a:pt x="33718" y="254127"/>
                </a:lnTo>
                <a:lnTo>
                  <a:pt x="43319" y="253276"/>
                </a:lnTo>
                <a:lnTo>
                  <a:pt x="53340" y="252984"/>
                </a:lnTo>
                <a:lnTo>
                  <a:pt x="147828" y="252984"/>
                </a:lnTo>
                <a:lnTo>
                  <a:pt x="113118" y="286207"/>
                </a:lnTo>
                <a:lnTo>
                  <a:pt x="75463" y="313905"/>
                </a:lnTo>
                <a:lnTo>
                  <a:pt x="28079" y="340093"/>
                </a:lnTo>
                <a:lnTo>
                  <a:pt x="1524" y="352044"/>
                </a:lnTo>
                <a:lnTo>
                  <a:pt x="3048" y="358140"/>
                </a:lnTo>
                <a:lnTo>
                  <a:pt x="55816" y="337756"/>
                </a:lnTo>
                <a:lnTo>
                  <a:pt x="100584" y="313944"/>
                </a:lnTo>
                <a:lnTo>
                  <a:pt x="139446" y="286512"/>
                </a:lnTo>
                <a:lnTo>
                  <a:pt x="173736" y="254508"/>
                </a:lnTo>
                <a:lnTo>
                  <a:pt x="173507" y="283641"/>
                </a:lnTo>
                <a:lnTo>
                  <a:pt x="172453" y="337883"/>
                </a:lnTo>
                <a:lnTo>
                  <a:pt x="172212" y="362712"/>
                </a:lnTo>
                <a:lnTo>
                  <a:pt x="195072" y="350520"/>
                </a:lnTo>
                <a:lnTo>
                  <a:pt x="194195" y="336575"/>
                </a:lnTo>
                <a:lnTo>
                  <a:pt x="193738" y="315468"/>
                </a:lnTo>
                <a:lnTo>
                  <a:pt x="193675" y="304800"/>
                </a:lnTo>
                <a:lnTo>
                  <a:pt x="193560" y="254508"/>
                </a:lnTo>
                <a:lnTo>
                  <a:pt x="193548" y="252984"/>
                </a:lnTo>
                <a:lnTo>
                  <a:pt x="202692" y="252984"/>
                </a:lnTo>
                <a:lnTo>
                  <a:pt x="216700" y="273304"/>
                </a:lnTo>
                <a:lnTo>
                  <a:pt x="231267" y="290893"/>
                </a:lnTo>
                <a:lnTo>
                  <a:pt x="262128" y="318516"/>
                </a:lnTo>
                <a:lnTo>
                  <a:pt x="296227" y="337566"/>
                </a:lnTo>
                <a:lnTo>
                  <a:pt x="333756" y="352044"/>
                </a:lnTo>
                <a:lnTo>
                  <a:pt x="337185" y="345528"/>
                </a:lnTo>
                <a:lnTo>
                  <a:pt x="342900" y="339852"/>
                </a:lnTo>
                <a:lnTo>
                  <a:pt x="350901" y="335330"/>
                </a:lnTo>
                <a:lnTo>
                  <a:pt x="361188" y="332232"/>
                </a:lnTo>
                <a:lnTo>
                  <a:pt x="361188" y="327660"/>
                </a:lnTo>
                <a:close/>
              </a:path>
              <a:path w="751839" h="363220">
                <a:moveTo>
                  <a:pt x="672096" y="167652"/>
                </a:moveTo>
                <a:lnTo>
                  <a:pt x="643140" y="138696"/>
                </a:lnTo>
                <a:lnTo>
                  <a:pt x="623328" y="158508"/>
                </a:lnTo>
                <a:lnTo>
                  <a:pt x="469404" y="158508"/>
                </a:lnTo>
                <a:lnTo>
                  <a:pt x="483120" y="172224"/>
                </a:lnTo>
                <a:lnTo>
                  <a:pt x="492023" y="170218"/>
                </a:lnTo>
                <a:lnTo>
                  <a:pt x="500646" y="168795"/>
                </a:lnTo>
                <a:lnTo>
                  <a:pt x="509257" y="167932"/>
                </a:lnTo>
                <a:lnTo>
                  <a:pt x="518172" y="167652"/>
                </a:lnTo>
                <a:lnTo>
                  <a:pt x="672096" y="167652"/>
                </a:lnTo>
                <a:close/>
              </a:path>
              <a:path w="751839" h="363220">
                <a:moveTo>
                  <a:pt x="678192" y="228612"/>
                </a:moveTo>
                <a:lnTo>
                  <a:pt x="672096" y="222516"/>
                </a:lnTo>
                <a:lnTo>
                  <a:pt x="656856" y="207276"/>
                </a:lnTo>
                <a:lnTo>
                  <a:pt x="644664" y="219468"/>
                </a:lnTo>
                <a:lnTo>
                  <a:pt x="644664" y="231660"/>
                </a:lnTo>
                <a:lnTo>
                  <a:pt x="644664" y="317004"/>
                </a:lnTo>
                <a:lnTo>
                  <a:pt x="496836" y="317004"/>
                </a:lnTo>
                <a:lnTo>
                  <a:pt x="496836" y="231660"/>
                </a:lnTo>
                <a:lnTo>
                  <a:pt x="644664" y="231660"/>
                </a:lnTo>
                <a:lnTo>
                  <a:pt x="644664" y="219468"/>
                </a:lnTo>
                <a:lnTo>
                  <a:pt x="641616" y="222516"/>
                </a:lnTo>
                <a:lnTo>
                  <a:pt x="496836" y="222516"/>
                </a:lnTo>
                <a:lnTo>
                  <a:pt x="473976" y="210324"/>
                </a:lnTo>
                <a:lnTo>
                  <a:pt x="474853" y="228587"/>
                </a:lnTo>
                <a:lnTo>
                  <a:pt x="475310" y="246710"/>
                </a:lnTo>
                <a:lnTo>
                  <a:pt x="475475" y="264541"/>
                </a:lnTo>
                <a:lnTo>
                  <a:pt x="475475" y="300240"/>
                </a:lnTo>
                <a:lnTo>
                  <a:pt x="475310" y="318528"/>
                </a:lnTo>
                <a:lnTo>
                  <a:pt x="474853" y="336816"/>
                </a:lnTo>
                <a:lnTo>
                  <a:pt x="473976" y="355104"/>
                </a:lnTo>
                <a:lnTo>
                  <a:pt x="496836" y="345960"/>
                </a:lnTo>
                <a:lnTo>
                  <a:pt x="496836" y="326148"/>
                </a:lnTo>
                <a:lnTo>
                  <a:pt x="644664" y="326148"/>
                </a:lnTo>
                <a:lnTo>
                  <a:pt x="644664" y="352056"/>
                </a:lnTo>
                <a:lnTo>
                  <a:pt x="667524" y="342912"/>
                </a:lnTo>
                <a:lnTo>
                  <a:pt x="666762" y="326148"/>
                </a:lnTo>
                <a:lnTo>
                  <a:pt x="666635" y="323494"/>
                </a:lnTo>
                <a:lnTo>
                  <a:pt x="666508" y="317004"/>
                </a:lnTo>
                <a:lnTo>
                  <a:pt x="666191" y="300240"/>
                </a:lnTo>
                <a:lnTo>
                  <a:pt x="666076" y="281952"/>
                </a:lnTo>
                <a:lnTo>
                  <a:pt x="666000" y="239280"/>
                </a:lnTo>
                <a:lnTo>
                  <a:pt x="674700" y="231660"/>
                </a:lnTo>
                <a:lnTo>
                  <a:pt x="678192" y="228612"/>
                </a:lnTo>
                <a:close/>
              </a:path>
              <a:path w="751839" h="363220">
                <a:moveTo>
                  <a:pt x="751344" y="150888"/>
                </a:moveTo>
                <a:lnTo>
                  <a:pt x="688289" y="128981"/>
                </a:lnTo>
                <a:lnTo>
                  <a:pt x="640092" y="99072"/>
                </a:lnTo>
                <a:lnTo>
                  <a:pt x="605993" y="64973"/>
                </a:lnTo>
                <a:lnTo>
                  <a:pt x="582180" y="32016"/>
                </a:lnTo>
                <a:lnTo>
                  <a:pt x="595896" y="24396"/>
                </a:lnTo>
                <a:lnTo>
                  <a:pt x="563892" y="3060"/>
                </a:lnTo>
                <a:lnTo>
                  <a:pt x="533031" y="62115"/>
                </a:lnTo>
                <a:lnTo>
                  <a:pt x="495312" y="109740"/>
                </a:lnTo>
                <a:lnTo>
                  <a:pt x="448830" y="147840"/>
                </a:lnTo>
                <a:lnTo>
                  <a:pt x="393204" y="181368"/>
                </a:lnTo>
                <a:lnTo>
                  <a:pt x="394728" y="187464"/>
                </a:lnTo>
                <a:lnTo>
                  <a:pt x="446925" y="164414"/>
                </a:lnTo>
                <a:lnTo>
                  <a:pt x="492264" y="135648"/>
                </a:lnTo>
                <a:lnTo>
                  <a:pt x="534174" y="95643"/>
                </a:lnTo>
                <a:lnTo>
                  <a:pt x="576084" y="39636"/>
                </a:lnTo>
                <a:lnTo>
                  <a:pt x="582320" y="53035"/>
                </a:lnTo>
                <a:lnTo>
                  <a:pt x="603935" y="84416"/>
                </a:lnTo>
                <a:lnTo>
                  <a:pt x="637895" y="121285"/>
                </a:lnTo>
                <a:lnTo>
                  <a:pt x="688187" y="158483"/>
                </a:lnTo>
                <a:lnTo>
                  <a:pt x="719340" y="176796"/>
                </a:lnTo>
                <a:lnTo>
                  <a:pt x="724763" y="168744"/>
                </a:lnTo>
                <a:lnTo>
                  <a:pt x="731913" y="162699"/>
                </a:lnTo>
                <a:lnTo>
                  <a:pt x="740765" y="158356"/>
                </a:lnTo>
                <a:lnTo>
                  <a:pt x="751344" y="155460"/>
                </a:lnTo>
                <a:lnTo>
                  <a:pt x="751344" y="15088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pic>
        <p:nvPicPr>
          <p:cNvPr id="70" name="object 70"/>
          <p:cNvPicPr/>
          <p:nvPr/>
        </p:nvPicPr>
        <p:blipFill>
          <a:blip r:embed="rId9" cstate="print"/>
          <a:stretch>
            <a:fillRect/>
          </a:stretch>
        </p:blipFill>
        <p:spPr>
          <a:xfrm>
            <a:off x="5155358" y="5777483"/>
            <a:ext cx="84153" cy="83820"/>
          </a:xfrm>
          <a:prstGeom prst="rect">
            <a:avLst/>
          </a:prstGeom>
        </p:spPr>
      </p:pic>
      <p:sp>
        <p:nvSpPr>
          <p:cNvPr id="71" name="object 71"/>
          <p:cNvSpPr/>
          <p:nvPr/>
        </p:nvSpPr>
        <p:spPr>
          <a:xfrm>
            <a:off x="1746504" y="6106667"/>
            <a:ext cx="734695" cy="350520"/>
          </a:xfrm>
          <a:custGeom>
            <a:avLst/>
            <a:gdLst/>
            <a:ahLst/>
            <a:cxnLst/>
            <a:rect l="l" t="t" r="r" b="b"/>
            <a:pathLst>
              <a:path w="734694" h="350520">
                <a:moveTo>
                  <a:pt x="199644" y="112776"/>
                </a:moveTo>
                <a:lnTo>
                  <a:pt x="193306" y="108204"/>
                </a:lnTo>
                <a:lnTo>
                  <a:pt x="172212" y="92964"/>
                </a:lnTo>
                <a:lnTo>
                  <a:pt x="164592" y="105664"/>
                </a:lnTo>
                <a:lnTo>
                  <a:pt x="164592" y="117348"/>
                </a:lnTo>
                <a:lnTo>
                  <a:pt x="164592" y="222504"/>
                </a:lnTo>
                <a:lnTo>
                  <a:pt x="77724" y="222504"/>
                </a:lnTo>
                <a:lnTo>
                  <a:pt x="77724" y="117348"/>
                </a:lnTo>
                <a:lnTo>
                  <a:pt x="164592" y="117348"/>
                </a:lnTo>
                <a:lnTo>
                  <a:pt x="164592" y="105664"/>
                </a:lnTo>
                <a:lnTo>
                  <a:pt x="163068" y="108204"/>
                </a:lnTo>
                <a:lnTo>
                  <a:pt x="79248" y="108204"/>
                </a:lnTo>
                <a:lnTo>
                  <a:pt x="54864" y="96012"/>
                </a:lnTo>
                <a:lnTo>
                  <a:pt x="55727" y="117348"/>
                </a:lnTo>
                <a:lnTo>
                  <a:pt x="56197" y="139065"/>
                </a:lnTo>
                <a:lnTo>
                  <a:pt x="56362" y="159880"/>
                </a:lnTo>
                <a:lnTo>
                  <a:pt x="56248" y="217170"/>
                </a:lnTo>
                <a:lnTo>
                  <a:pt x="56197" y="224218"/>
                </a:lnTo>
                <a:lnTo>
                  <a:pt x="55740" y="248627"/>
                </a:lnTo>
                <a:lnTo>
                  <a:pt x="54864" y="274320"/>
                </a:lnTo>
                <a:lnTo>
                  <a:pt x="77724" y="266700"/>
                </a:lnTo>
                <a:lnTo>
                  <a:pt x="77724" y="231648"/>
                </a:lnTo>
                <a:lnTo>
                  <a:pt x="164592" y="231648"/>
                </a:lnTo>
                <a:lnTo>
                  <a:pt x="164592" y="259080"/>
                </a:lnTo>
                <a:lnTo>
                  <a:pt x="187452" y="249936"/>
                </a:lnTo>
                <a:lnTo>
                  <a:pt x="187210" y="233133"/>
                </a:lnTo>
                <a:lnTo>
                  <a:pt x="187159" y="231648"/>
                </a:lnTo>
                <a:lnTo>
                  <a:pt x="186855" y="222504"/>
                </a:lnTo>
                <a:lnTo>
                  <a:pt x="186156" y="202361"/>
                </a:lnTo>
                <a:lnTo>
                  <a:pt x="185928" y="188976"/>
                </a:lnTo>
                <a:lnTo>
                  <a:pt x="185928" y="123444"/>
                </a:lnTo>
                <a:lnTo>
                  <a:pt x="193763" y="117348"/>
                </a:lnTo>
                <a:lnTo>
                  <a:pt x="199644" y="112776"/>
                </a:lnTo>
                <a:close/>
              </a:path>
              <a:path w="734694" h="350520">
                <a:moveTo>
                  <a:pt x="356616" y="44196"/>
                </a:moveTo>
                <a:lnTo>
                  <a:pt x="324612" y="12192"/>
                </a:lnTo>
                <a:lnTo>
                  <a:pt x="301752" y="35052"/>
                </a:lnTo>
                <a:lnTo>
                  <a:pt x="0" y="35052"/>
                </a:lnTo>
                <a:lnTo>
                  <a:pt x="13716" y="48768"/>
                </a:lnTo>
                <a:lnTo>
                  <a:pt x="21996" y="46774"/>
                </a:lnTo>
                <a:lnTo>
                  <a:pt x="30861" y="45339"/>
                </a:lnTo>
                <a:lnTo>
                  <a:pt x="40284" y="44488"/>
                </a:lnTo>
                <a:lnTo>
                  <a:pt x="50292" y="44196"/>
                </a:lnTo>
                <a:lnTo>
                  <a:pt x="262128" y="44196"/>
                </a:lnTo>
                <a:lnTo>
                  <a:pt x="262128" y="288036"/>
                </a:lnTo>
                <a:lnTo>
                  <a:pt x="261810" y="298018"/>
                </a:lnTo>
                <a:lnTo>
                  <a:pt x="258508" y="304990"/>
                </a:lnTo>
                <a:lnTo>
                  <a:pt x="252044" y="308825"/>
                </a:lnTo>
                <a:lnTo>
                  <a:pt x="242316" y="309372"/>
                </a:lnTo>
                <a:lnTo>
                  <a:pt x="198120" y="304800"/>
                </a:lnTo>
                <a:lnTo>
                  <a:pt x="198120" y="312420"/>
                </a:lnTo>
                <a:lnTo>
                  <a:pt x="219278" y="319836"/>
                </a:lnTo>
                <a:lnTo>
                  <a:pt x="234886" y="328231"/>
                </a:lnTo>
                <a:lnTo>
                  <a:pt x="245046" y="337502"/>
                </a:lnTo>
                <a:lnTo>
                  <a:pt x="249936" y="347472"/>
                </a:lnTo>
                <a:lnTo>
                  <a:pt x="264807" y="338924"/>
                </a:lnTo>
                <a:lnTo>
                  <a:pt x="275272" y="327088"/>
                </a:lnTo>
                <a:lnTo>
                  <a:pt x="281432" y="312115"/>
                </a:lnTo>
                <a:lnTo>
                  <a:pt x="281736" y="309372"/>
                </a:lnTo>
                <a:lnTo>
                  <a:pt x="283464" y="294132"/>
                </a:lnTo>
                <a:lnTo>
                  <a:pt x="283464" y="44196"/>
                </a:lnTo>
                <a:lnTo>
                  <a:pt x="356616" y="44196"/>
                </a:lnTo>
                <a:close/>
              </a:path>
              <a:path w="734694" h="350520">
                <a:moveTo>
                  <a:pt x="591312" y="184404"/>
                </a:moveTo>
                <a:lnTo>
                  <a:pt x="565404" y="153924"/>
                </a:lnTo>
                <a:lnTo>
                  <a:pt x="544068" y="175260"/>
                </a:lnTo>
                <a:lnTo>
                  <a:pt x="507492" y="175260"/>
                </a:lnTo>
                <a:lnTo>
                  <a:pt x="507492" y="89916"/>
                </a:lnTo>
                <a:lnTo>
                  <a:pt x="577596" y="89916"/>
                </a:lnTo>
                <a:lnTo>
                  <a:pt x="569823" y="80772"/>
                </a:lnTo>
                <a:lnTo>
                  <a:pt x="551688" y="59436"/>
                </a:lnTo>
                <a:lnTo>
                  <a:pt x="530352" y="80772"/>
                </a:lnTo>
                <a:lnTo>
                  <a:pt x="458724" y="80772"/>
                </a:lnTo>
                <a:lnTo>
                  <a:pt x="463550" y="67868"/>
                </a:lnTo>
                <a:lnTo>
                  <a:pt x="468820" y="54102"/>
                </a:lnTo>
                <a:lnTo>
                  <a:pt x="474357" y="39204"/>
                </a:lnTo>
                <a:lnTo>
                  <a:pt x="480060" y="22860"/>
                </a:lnTo>
                <a:lnTo>
                  <a:pt x="492252" y="16764"/>
                </a:lnTo>
                <a:lnTo>
                  <a:pt x="460248" y="0"/>
                </a:lnTo>
                <a:lnTo>
                  <a:pt x="449097" y="51435"/>
                </a:lnTo>
                <a:lnTo>
                  <a:pt x="434543" y="95211"/>
                </a:lnTo>
                <a:lnTo>
                  <a:pt x="416877" y="135305"/>
                </a:lnTo>
                <a:lnTo>
                  <a:pt x="406908" y="153924"/>
                </a:lnTo>
                <a:lnTo>
                  <a:pt x="411480" y="156972"/>
                </a:lnTo>
                <a:lnTo>
                  <a:pt x="422884" y="143281"/>
                </a:lnTo>
                <a:lnTo>
                  <a:pt x="434149" y="127444"/>
                </a:lnTo>
                <a:lnTo>
                  <a:pt x="445122" y="109613"/>
                </a:lnTo>
                <a:lnTo>
                  <a:pt x="455676" y="89916"/>
                </a:lnTo>
                <a:lnTo>
                  <a:pt x="486156" y="89916"/>
                </a:lnTo>
                <a:lnTo>
                  <a:pt x="486156" y="175260"/>
                </a:lnTo>
                <a:lnTo>
                  <a:pt x="396240" y="175260"/>
                </a:lnTo>
                <a:lnTo>
                  <a:pt x="409956" y="188976"/>
                </a:lnTo>
                <a:lnTo>
                  <a:pt x="418236" y="186982"/>
                </a:lnTo>
                <a:lnTo>
                  <a:pt x="427101" y="185547"/>
                </a:lnTo>
                <a:lnTo>
                  <a:pt x="436524" y="184696"/>
                </a:lnTo>
                <a:lnTo>
                  <a:pt x="446532" y="184404"/>
                </a:lnTo>
                <a:lnTo>
                  <a:pt x="486156" y="184404"/>
                </a:lnTo>
                <a:lnTo>
                  <a:pt x="478155" y="231267"/>
                </a:lnTo>
                <a:lnTo>
                  <a:pt x="458724" y="275844"/>
                </a:lnTo>
                <a:lnTo>
                  <a:pt x="431482" y="314325"/>
                </a:lnTo>
                <a:lnTo>
                  <a:pt x="396240" y="345948"/>
                </a:lnTo>
                <a:lnTo>
                  <a:pt x="399288" y="350520"/>
                </a:lnTo>
                <a:lnTo>
                  <a:pt x="445579" y="318808"/>
                </a:lnTo>
                <a:lnTo>
                  <a:pt x="471601" y="288569"/>
                </a:lnTo>
                <a:lnTo>
                  <a:pt x="492798" y="248653"/>
                </a:lnTo>
                <a:lnTo>
                  <a:pt x="501396" y="225552"/>
                </a:lnTo>
                <a:lnTo>
                  <a:pt x="514007" y="237845"/>
                </a:lnTo>
                <a:lnTo>
                  <a:pt x="524637" y="249555"/>
                </a:lnTo>
                <a:lnTo>
                  <a:pt x="533539" y="260705"/>
                </a:lnTo>
                <a:lnTo>
                  <a:pt x="541020" y="271272"/>
                </a:lnTo>
                <a:lnTo>
                  <a:pt x="546684" y="281279"/>
                </a:lnTo>
                <a:lnTo>
                  <a:pt x="552069" y="290703"/>
                </a:lnTo>
                <a:lnTo>
                  <a:pt x="556869" y="299567"/>
                </a:lnTo>
                <a:lnTo>
                  <a:pt x="560832" y="307848"/>
                </a:lnTo>
                <a:lnTo>
                  <a:pt x="565404" y="316992"/>
                </a:lnTo>
                <a:lnTo>
                  <a:pt x="569976" y="316992"/>
                </a:lnTo>
                <a:lnTo>
                  <a:pt x="577596" y="301752"/>
                </a:lnTo>
                <a:lnTo>
                  <a:pt x="579081" y="295808"/>
                </a:lnTo>
                <a:lnTo>
                  <a:pt x="579120" y="284988"/>
                </a:lnTo>
                <a:lnTo>
                  <a:pt x="577596" y="277368"/>
                </a:lnTo>
                <a:lnTo>
                  <a:pt x="530352" y="235889"/>
                </a:lnTo>
                <a:lnTo>
                  <a:pt x="514553" y="225552"/>
                </a:lnTo>
                <a:lnTo>
                  <a:pt x="502920" y="217932"/>
                </a:lnTo>
                <a:lnTo>
                  <a:pt x="504037" y="208838"/>
                </a:lnTo>
                <a:lnTo>
                  <a:pt x="505015" y="200025"/>
                </a:lnTo>
                <a:lnTo>
                  <a:pt x="505701" y="191795"/>
                </a:lnTo>
                <a:lnTo>
                  <a:pt x="505968" y="184404"/>
                </a:lnTo>
                <a:lnTo>
                  <a:pt x="591312" y="184404"/>
                </a:lnTo>
                <a:close/>
              </a:path>
              <a:path w="734694" h="350520">
                <a:moveTo>
                  <a:pt x="734568" y="80772"/>
                </a:moveTo>
                <a:lnTo>
                  <a:pt x="731291" y="77724"/>
                </a:lnTo>
                <a:lnTo>
                  <a:pt x="711708" y="59436"/>
                </a:lnTo>
                <a:lnTo>
                  <a:pt x="702564" y="73152"/>
                </a:lnTo>
                <a:lnTo>
                  <a:pt x="702564" y="86868"/>
                </a:lnTo>
                <a:lnTo>
                  <a:pt x="702564" y="274320"/>
                </a:lnTo>
                <a:lnTo>
                  <a:pt x="621792" y="274320"/>
                </a:lnTo>
                <a:lnTo>
                  <a:pt x="621792" y="86868"/>
                </a:lnTo>
                <a:lnTo>
                  <a:pt x="702564" y="86868"/>
                </a:lnTo>
                <a:lnTo>
                  <a:pt x="702564" y="73152"/>
                </a:lnTo>
                <a:lnTo>
                  <a:pt x="699516" y="77724"/>
                </a:lnTo>
                <a:lnTo>
                  <a:pt x="621792" y="77724"/>
                </a:lnTo>
                <a:lnTo>
                  <a:pt x="600456" y="60960"/>
                </a:lnTo>
                <a:lnTo>
                  <a:pt x="601243" y="77724"/>
                </a:lnTo>
                <a:lnTo>
                  <a:pt x="601345" y="80772"/>
                </a:lnTo>
                <a:lnTo>
                  <a:pt x="601789" y="108204"/>
                </a:lnTo>
                <a:lnTo>
                  <a:pt x="601954" y="147116"/>
                </a:lnTo>
                <a:lnTo>
                  <a:pt x="601827" y="274320"/>
                </a:lnTo>
                <a:lnTo>
                  <a:pt x="601789" y="284416"/>
                </a:lnTo>
                <a:lnTo>
                  <a:pt x="601332" y="313397"/>
                </a:lnTo>
                <a:lnTo>
                  <a:pt x="600456" y="332232"/>
                </a:lnTo>
                <a:lnTo>
                  <a:pt x="621792" y="323088"/>
                </a:lnTo>
                <a:lnTo>
                  <a:pt x="621792" y="283464"/>
                </a:lnTo>
                <a:lnTo>
                  <a:pt x="702564" y="283464"/>
                </a:lnTo>
                <a:lnTo>
                  <a:pt x="702564" y="330708"/>
                </a:lnTo>
                <a:lnTo>
                  <a:pt x="723900" y="321564"/>
                </a:lnTo>
                <a:lnTo>
                  <a:pt x="723150" y="299250"/>
                </a:lnTo>
                <a:lnTo>
                  <a:pt x="722947" y="283464"/>
                </a:lnTo>
                <a:lnTo>
                  <a:pt x="722820" y="274320"/>
                </a:lnTo>
                <a:lnTo>
                  <a:pt x="722693" y="265150"/>
                </a:lnTo>
                <a:lnTo>
                  <a:pt x="722464" y="219189"/>
                </a:lnTo>
                <a:lnTo>
                  <a:pt x="722376" y="91440"/>
                </a:lnTo>
                <a:lnTo>
                  <a:pt x="727595" y="86868"/>
                </a:lnTo>
                <a:lnTo>
                  <a:pt x="734568" y="8077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" name="object 72"/>
          <p:cNvSpPr/>
          <p:nvPr/>
        </p:nvSpPr>
        <p:spPr>
          <a:xfrm>
            <a:off x="2540508" y="6100572"/>
            <a:ext cx="1363980" cy="401320"/>
          </a:xfrm>
          <a:custGeom>
            <a:avLst/>
            <a:gdLst/>
            <a:ahLst/>
            <a:cxnLst/>
            <a:rect l="l" t="t" r="r" b="b"/>
            <a:pathLst>
              <a:path w="1363979" h="401320">
                <a:moveTo>
                  <a:pt x="178308" y="123444"/>
                </a:moveTo>
                <a:lnTo>
                  <a:pt x="170688" y="82296"/>
                </a:lnTo>
                <a:lnTo>
                  <a:pt x="161721" y="70104"/>
                </a:lnTo>
                <a:lnTo>
                  <a:pt x="159448" y="67437"/>
                </a:lnTo>
                <a:lnTo>
                  <a:pt x="152463" y="60871"/>
                </a:lnTo>
                <a:lnTo>
                  <a:pt x="144780" y="54864"/>
                </a:lnTo>
                <a:lnTo>
                  <a:pt x="140208" y="52120"/>
                </a:lnTo>
                <a:lnTo>
                  <a:pt x="140208" y="123444"/>
                </a:lnTo>
                <a:lnTo>
                  <a:pt x="140208" y="132588"/>
                </a:lnTo>
                <a:lnTo>
                  <a:pt x="118579" y="170408"/>
                </a:lnTo>
                <a:lnTo>
                  <a:pt x="73355" y="182626"/>
                </a:lnTo>
                <a:lnTo>
                  <a:pt x="62484" y="182880"/>
                </a:lnTo>
                <a:lnTo>
                  <a:pt x="36576" y="182880"/>
                </a:lnTo>
                <a:lnTo>
                  <a:pt x="36576" y="70104"/>
                </a:lnTo>
                <a:lnTo>
                  <a:pt x="68580" y="70104"/>
                </a:lnTo>
                <a:lnTo>
                  <a:pt x="106680" y="73152"/>
                </a:lnTo>
                <a:lnTo>
                  <a:pt x="118872" y="80772"/>
                </a:lnTo>
                <a:lnTo>
                  <a:pt x="126492" y="85344"/>
                </a:lnTo>
                <a:lnTo>
                  <a:pt x="140208" y="123444"/>
                </a:lnTo>
                <a:lnTo>
                  <a:pt x="140208" y="52120"/>
                </a:lnTo>
                <a:lnTo>
                  <a:pt x="94488" y="37719"/>
                </a:lnTo>
                <a:lnTo>
                  <a:pt x="70104" y="36576"/>
                </a:lnTo>
                <a:lnTo>
                  <a:pt x="0" y="36576"/>
                </a:lnTo>
                <a:lnTo>
                  <a:pt x="0" y="321564"/>
                </a:lnTo>
                <a:lnTo>
                  <a:pt x="36576" y="321564"/>
                </a:lnTo>
                <a:lnTo>
                  <a:pt x="36576" y="216408"/>
                </a:lnTo>
                <a:lnTo>
                  <a:pt x="68580" y="216408"/>
                </a:lnTo>
                <a:lnTo>
                  <a:pt x="108864" y="211912"/>
                </a:lnTo>
                <a:lnTo>
                  <a:pt x="146507" y="193154"/>
                </a:lnTo>
                <a:lnTo>
                  <a:pt x="156679" y="182880"/>
                </a:lnTo>
                <a:lnTo>
                  <a:pt x="159346" y="179933"/>
                </a:lnTo>
                <a:lnTo>
                  <a:pt x="176974" y="140970"/>
                </a:lnTo>
                <a:lnTo>
                  <a:pt x="177990" y="132359"/>
                </a:lnTo>
                <a:lnTo>
                  <a:pt x="178308" y="123444"/>
                </a:lnTo>
                <a:close/>
              </a:path>
              <a:path w="1363979" h="401320">
                <a:moveTo>
                  <a:pt x="320040" y="24384"/>
                </a:moveTo>
                <a:lnTo>
                  <a:pt x="277368" y="24384"/>
                </a:lnTo>
                <a:lnTo>
                  <a:pt x="261099" y="44348"/>
                </a:lnTo>
                <a:lnTo>
                  <a:pt x="234289" y="86537"/>
                </a:lnTo>
                <a:lnTo>
                  <a:pt x="216027" y="131902"/>
                </a:lnTo>
                <a:lnTo>
                  <a:pt x="206883" y="183857"/>
                </a:lnTo>
                <a:lnTo>
                  <a:pt x="205740" y="211836"/>
                </a:lnTo>
                <a:lnTo>
                  <a:pt x="206883" y="241554"/>
                </a:lnTo>
                <a:lnTo>
                  <a:pt x="216027" y="294132"/>
                </a:lnTo>
                <a:lnTo>
                  <a:pt x="234924" y="338670"/>
                </a:lnTo>
                <a:lnTo>
                  <a:pt x="261315" y="380860"/>
                </a:lnTo>
                <a:lnTo>
                  <a:pt x="277368" y="400812"/>
                </a:lnTo>
                <a:lnTo>
                  <a:pt x="320040" y="400812"/>
                </a:lnTo>
                <a:lnTo>
                  <a:pt x="320040" y="399288"/>
                </a:lnTo>
                <a:lnTo>
                  <a:pt x="312940" y="392125"/>
                </a:lnTo>
                <a:lnTo>
                  <a:pt x="305562" y="384238"/>
                </a:lnTo>
                <a:lnTo>
                  <a:pt x="298170" y="375500"/>
                </a:lnTo>
                <a:lnTo>
                  <a:pt x="291084" y="365760"/>
                </a:lnTo>
                <a:lnTo>
                  <a:pt x="283603" y="356336"/>
                </a:lnTo>
                <a:lnTo>
                  <a:pt x="259499" y="312026"/>
                </a:lnTo>
                <a:lnTo>
                  <a:pt x="245364" y="272796"/>
                </a:lnTo>
                <a:lnTo>
                  <a:pt x="239572" y="228434"/>
                </a:lnTo>
                <a:lnTo>
                  <a:pt x="239268" y="211836"/>
                </a:lnTo>
                <a:lnTo>
                  <a:pt x="239598" y="196977"/>
                </a:lnTo>
                <a:lnTo>
                  <a:pt x="246888" y="152400"/>
                </a:lnTo>
                <a:lnTo>
                  <a:pt x="259740" y="112547"/>
                </a:lnTo>
                <a:lnTo>
                  <a:pt x="277558" y="78105"/>
                </a:lnTo>
                <a:lnTo>
                  <a:pt x="304990" y="40767"/>
                </a:lnTo>
                <a:lnTo>
                  <a:pt x="320040" y="25908"/>
                </a:lnTo>
                <a:lnTo>
                  <a:pt x="320040" y="24384"/>
                </a:lnTo>
                <a:close/>
              </a:path>
              <a:path w="1363979" h="401320">
                <a:moveTo>
                  <a:pt x="464807" y="108204"/>
                </a:moveTo>
                <a:lnTo>
                  <a:pt x="399275" y="108204"/>
                </a:lnTo>
                <a:lnTo>
                  <a:pt x="399275" y="47244"/>
                </a:lnTo>
                <a:lnTo>
                  <a:pt x="362699" y="47244"/>
                </a:lnTo>
                <a:lnTo>
                  <a:pt x="362699" y="108204"/>
                </a:lnTo>
                <a:lnTo>
                  <a:pt x="338315" y="108204"/>
                </a:lnTo>
                <a:lnTo>
                  <a:pt x="338315" y="138684"/>
                </a:lnTo>
                <a:lnTo>
                  <a:pt x="362699" y="138684"/>
                </a:lnTo>
                <a:lnTo>
                  <a:pt x="362699" y="256032"/>
                </a:lnTo>
                <a:lnTo>
                  <a:pt x="363829" y="273164"/>
                </a:lnTo>
                <a:lnTo>
                  <a:pt x="379463" y="309372"/>
                </a:lnTo>
                <a:lnTo>
                  <a:pt x="425183" y="326136"/>
                </a:lnTo>
                <a:lnTo>
                  <a:pt x="437375" y="326136"/>
                </a:lnTo>
                <a:lnTo>
                  <a:pt x="444995" y="324612"/>
                </a:lnTo>
                <a:lnTo>
                  <a:pt x="451091" y="323088"/>
                </a:lnTo>
                <a:lnTo>
                  <a:pt x="458711" y="321564"/>
                </a:lnTo>
                <a:lnTo>
                  <a:pt x="464807" y="320040"/>
                </a:lnTo>
                <a:lnTo>
                  <a:pt x="464807" y="288036"/>
                </a:lnTo>
                <a:lnTo>
                  <a:pt x="460235" y="288036"/>
                </a:lnTo>
                <a:lnTo>
                  <a:pt x="451091" y="292608"/>
                </a:lnTo>
                <a:lnTo>
                  <a:pt x="444995" y="294132"/>
                </a:lnTo>
                <a:lnTo>
                  <a:pt x="425183" y="294132"/>
                </a:lnTo>
                <a:lnTo>
                  <a:pt x="419087" y="292608"/>
                </a:lnTo>
                <a:lnTo>
                  <a:pt x="409943" y="289560"/>
                </a:lnTo>
                <a:lnTo>
                  <a:pt x="405371" y="284988"/>
                </a:lnTo>
                <a:lnTo>
                  <a:pt x="403847" y="280416"/>
                </a:lnTo>
                <a:lnTo>
                  <a:pt x="400799" y="275844"/>
                </a:lnTo>
                <a:lnTo>
                  <a:pt x="399275" y="269748"/>
                </a:lnTo>
                <a:lnTo>
                  <a:pt x="399275" y="138684"/>
                </a:lnTo>
                <a:lnTo>
                  <a:pt x="464807" y="138684"/>
                </a:lnTo>
                <a:lnTo>
                  <a:pt x="464807" y="108204"/>
                </a:lnTo>
                <a:close/>
              </a:path>
              <a:path w="1363979" h="401320">
                <a:moveTo>
                  <a:pt x="594347" y="211836"/>
                </a:moveTo>
                <a:lnTo>
                  <a:pt x="589775" y="156591"/>
                </a:lnTo>
                <a:lnTo>
                  <a:pt x="576059" y="108204"/>
                </a:lnTo>
                <a:lnTo>
                  <a:pt x="552818" y="65151"/>
                </a:lnTo>
                <a:lnTo>
                  <a:pt x="522719" y="24384"/>
                </a:lnTo>
                <a:lnTo>
                  <a:pt x="480047" y="24384"/>
                </a:lnTo>
                <a:lnTo>
                  <a:pt x="480047" y="25908"/>
                </a:lnTo>
                <a:lnTo>
                  <a:pt x="487146" y="33058"/>
                </a:lnTo>
                <a:lnTo>
                  <a:pt x="494525" y="40767"/>
                </a:lnTo>
                <a:lnTo>
                  <a:pt x="522528" y="78105"/>
                </a:lnTo>
                <a:lnTo>
                  <a:pt x="540372" y="113182"/>
                </a:lnTo>
                <a:lnTo>
                  <a:pt x="554723" y="152400"/>
                </a:lnTo>
                <a:lnTo>
                  <a:pt x="560514" y="196977"/>
                </a:lnTo>
                <a:lnTo>
                  <a:pt x="560819" y="211836"/>
                </a:lnTo>
                <a:lnTo>
                  <a:pt x="560514" y="227558"/>
                </a:lnTo>
                <a:lnTo>
                  <a:pt x="554723" y="271272"/>
                </a:lnTo>
                <a:lnTo>
                  <a:pt x="540588" y="311785"/>
                </a:lnTo>
                <a:lnTo>
                  <a:pt x="523100" y="346329"/>
                </a:lnTo>
                <a:lnTo>
                  <a:pt x="509003" y="365760"/>
                </a:lnTo>
                <a:lnTo>
                  <a:pt x="501916" y="375500"/>
                </a:lnTo>
                <a:lnTo>
                  <a:pt x="494525" y="384238"/>
                </a:lnTo>
                <a:lnTo>
                  <a:pt x="487146" y="392125"/>
                </a:lnTo>
                <a:lnTo>
                  <a:pt x="480047" y="399288"/>
                </a:lnTo>
                <a:lnTo>
                  <a:pt x="480047" y="400812"/>
                </a:lnTo>
                <a:lnTo>
                  <a:pt x="522719" y="400812"/>
                </a:lnTo>
                <a:lnTo>
                  <a:pt x="538988" y="380860"/>
                </a:lnTo>
                <a:lnTo>
                  <a:pt x="565797" y="338670"/>
                </a:lnTo>
                <a:lnTo>
                  <a:pt x="584060" y="293281"/>
                </a:lnTo>
                <a:lnTo>
                  <a:pt x="593204" y="240703"/>
                </a:lnTo>
                <a:lnTo>
                  <a:pt x="594347" y="211836"/>
                </a:lnTo>
                <a:close/>
              </a:path>
              <a:path w="1363979" h="401320">
                <a:moveTo>
                  <a:pt x="989063" y="118872"/>
                </a:moveTo>
                <a:lnTo>
                  <a:pt x="955535" y="85344"/>
                </a:lnTo>
                <a:lnTo>
                  <a:pt x="931151" y="109728"/>
                </a:lnTo>
                <a:lnTo>
                  <a:pt x="818375" y="109728"/>
                </a:lnTo>
                <a:lnTo>
                  <a:pt x="818375" y="28956"/>
                </a:lnTo>
                <a:lnTo>
                  <a:pt x="830567" y="16764"/>
                </a:lnTo>
                <a:lnTo>
                  <a:pt x="793991" y="0"/>
                </a:lnTo>
                <a:lnTo>
                  <a:pt x="794880" y="17145"/>
                </a:lnTo>
                <a:lnTo>
                  <a:pt x="795324" y="41148"/>
                </a:lnTo>
                <a:lnTo>
                  <a:pt x="795515" y="109728"/>
                </a:lnTo>
                <a:lnTo>
                  <a:pt x="640067" y="109728"/>
                </a:lnTo>
                <a:lnTo>
                  <a:pt x="652259" y="121920"/>
                </a:lnTo>
                <a:lnTo>
                  <a:pt x="675119" y="118872"/>
                </a:lnTo>
                <a:lnTo>
                  <a:pt x="795515" y="118872"/>
                </a:lnTo>
                <a:lnTo>
                  <a:pt x="789228" y="168021"/>
                </a:lnTo>
                <a:lnTo>
                  <a:pt x="777227" y="214884"/>
                </a:lnTo>
                <a:lnTo>
                  <a:pt x="757796" y="258127"/>
                </a:lnTo>
                <a:lnTo>
                  <a:pt x="726935" y="295656"/>
                </a:lnTo>
                <a:lnTo>
                  <a:pt x="685787" y="328041"/>
                </a:lnTo>
                <a:lnTo>
                  <a:pt x="635495" y="353568"/>
                </a:lnTo>
                <a:lnTo>
                  <a:pt x="637019" y="359664"/>
                </a:lnTo>
                <a:lnTo>
                  <a:pt x="704646" y="330517"/>
                </a:lnTo>
                <a:lnTo>
                  <a:pt x="757415" y="291084"/>
                </a:lnTo>
                <a:lnTo>
                  <a:pt x="793800" y="233743"/>
                </a:lnTo>
                <a:lnTo>
                  <a:pt x="806500" y="196151"/>
                </a:lnTo>
                <a:lnTo>
                  <a:pt x="815327" y="152400"/>
                </a:lnTo>
                <a:lnTo>
                  <a:pt x="824496" y="180936"/>
                </a:lnTo>
                <a:lnTo>
                  <a:pt x="850265" y="236842"/>
                </a:lnTo>
                <a:lnTo>
                  <a:pt x="886294" y="288759"/>
                </a:lnTo>
                <a:lnTo>
                  <a:pt x="929728" y="330949"/>
                </a:lnTo>
                <a:lnTo>
                  <a:pt x="954011" y="347472"/>
                </a:lnTo>
                <a:lnTo>
                  <a:pt x="960323" y="339458"/>
                </a:lnTo>
                <a:lnTo>
                  <a:pt x="967917" y="333565"/>
                </a:lnTo>
                <a:lnTo>
                  <a:pt x="976947" y="329692"/>
                </a:lnTo>
                <a:lnTo>
                  <a:pt x="987539" y="327660"/>
                </a:lnTo>
                <a:lnTo>
                  <a:pt x="987539" y="321564"/>
                </a:lnTo>
                <a:lnTo>
                  <a:pt x="922578" y="292417"/>
                </a:lnTo>
                <a:lnTo>
                  <a:pt x="874763" y="243840"/>
                </a:lnTo>
                <a:lnTo>
                  <a:pt x="840282" y="186880"/>
                </a:lnTo>
                <a:lnTo>
                  <a:pt x="818375" y="131064"/>
                </a:lnTo>
                <a:lnTo>
                  <a:pt x="818375" y="118872"/>
                </a:lnTo>
                <a:lnTo>
                  <a:pt x="989063" y="118872"/>
                </a:lnTo>
                <a:close/>
              </a:path>
              <a:path w="1363979" h="401320">
                <a:moveTo>
                  <a:pt x="1155179" y="126504"/>
                </a:moveTo>
                <a:lnTo>
                  <a:pt x="1120127" y="102120"/>
                </a:lnTo>
                <a:lnTo>
                  <a:pt x="1117511" y="111848"/>
                </a:lnTo>
                <a:lnTo>
                  <a:pt x="1114031" y="122885"/>
                </a:lnTo>
                <a:lnTo>
                  <a:pt x="1096200" y="164452"/>
                </a:lnTo>
                <a:lnTo>
                  <a:pt x="1060437" y="224840"/>
                </a:lnTo>
                <a:lnTo>
                  <a:pt x="1030211" y="262140"/>
                </a:lnTo>
                <a:lnTo>
                  <a:pt x="1034796" y="266712"/>
                </a:lnTo>
                <a:lnTo>
                  <a:pt x="1070787" y="232422"/>
                </a:lnTo>
                <a:lnTo>
                  <a:pt x="1098791" y="198132"/>
                </a:lnTo>
                <a:lnTo>
                  <a:pt x="1126655" y="158483"/>
                </a:lnTo>
                <a:lnTo>
                  <a:pt x="1137183" y="141071"/>
                </a:lnTo>
                <a:lnTo>
                  <a:pt x="1142606" y="134505"/>
                </a:lnTo>
                <a:lnTo>
                  <a:pt x="1148613" y="129641"/>
                </a:lnTo>
                <a:lnTo>
                  <a:pt x="1155179" y="126504"/>
                </a:lnTo>
                <a:close/>
              </a:path>
              <a:path w="1363979" h="401320">
                <a:moveTo>
                  <a:pt x="1232916" y="22872"/>
                </a:moveTo>
                <a:lnTo>
                  <a:pt x="1191755" y="4584"/>
                </a:lnTo>
                <a:lnTo>
                  <a:pt x="1191996" y="19697"/>
                </a:lnTo>
                <a:lnTo>
                  <a:pt x="1192491" y="36588"/>
                </a:lnTo>
                <a:lnTo>
                  <a:pt x="1193050" y="57937"/>
                </a:lnTo>
                <a:lnTo>
                  <a:pt x="1193292" y="80784"/>
                </a:lnTo>
                <a:lnTo>
                  <a:pt x="1193292" y="295668"/>
                </a:lnTo>
                <a:lnTo>
                  <a:pt x="1192187" y="305422"/>
                </a:lnTo>
                <a:lnTo>
                  <a:pt x="1189088" y="312051"/>
                </a:lnTo>
                <a:lnTo>
                  <a:pt x="1184287" y="315810"/>
                </a:lnTo>
                <a:lnTo>
                  <a:pt x="1178039" y="317004"/>
                </a:lnTo>
                <a:lnTo>
                  <a:pt x="1168895" y="316687"/>
                </a:lnTo>
                <a:lnTo>
                  <a:pt x="1157465" y="315671"/>
                </a:lnTo>
                <a:lnTo>
                  <a:pt x="1143749" y="313778"/>
                </a:lnTo>
                <a:lnTo>
                  <a:pt x="1127747" y="310908"/>
                </a:lnTo>
                <a:lnTo>
                  <a:pt x="1127747" y="318528"/>
                </a:lnTo>
                <a:lnTo>
                  <a:pt x="1150404" y="328549"/>
                </a:lnTo>
                <a:lnTo>
                  <a:pt x="1166037" y="338150"/>
                </a:lnTo>
                <a:lnTo>
                  <a:pt x="1175118" y="347459"/>
                </a:lnTo>
                <a:lnTo>
                  <a:pt x="1178039" y="356628"/>
                </a:lnTo>
                <a:lnTo>
                  <a:pt x="1194282" y="348335"/>
                </a:lnTo>
                <a:lnTo>
                  <a:pt x="1206246" y="337197"/>
                </a:lnTo>
                <a:lnTo>
                  <a:pt x="1213624" y="323189"/>
                </a:lnTo>
                <a:lnTo>
                  <a:pt x="1214551" y="317004"/>
                </a:lnTo>
                <a:lnTo>
                  <a:pt x="1216152" y="306336"/>
                </a:lnTo>
                <a:lnTo>
                  <a:pt x="1216152" y="36588"/>
                </a:lnTo>
                <a:lnTo>
                  <a:pt x="1232916" y="22872"/>
                </a:lnTo>
                <a:close/>
              </a:path>
              <a:path w="1363979" h="401320">
                <a:moveTo>
                  <a:pt x="1363980" y="220992"/>
                </a:moveTo>
                <a:lnTo>
                  <a:pt x="1338072" y="179844"/>
                </a:lnTo>
                <a:lnTo>
                  <a:pt x="1307592" y="150507"/>
                </a:lnTo>
                <a:lnTo>
                  <a:pt x="1258824" y="109740"/>
                </a:lnTo>
                <a:lnTo>
                  <a:pt x="1254252" y="114312"/>
                </a:lnTo>
                <a:lnTo>
                  <a:pt x="1270292" y="132549"/>
                </a:lnTo>
                <a:lnTo>
                  <a:pt x="1284351" y="150507"/>
                </a:lnTo>
                <a:lnTo>
                  <a:pt x="1307592" y="184416"/>
                </a:lnTo>
                <a:lnTo>
                  <a:pt x="1332661" y="229412"/>
                </a:lnTo>
                <a:lnTo>
                  <a:pt x="1341120" y="252996"/>
                </a:lnTo>
                <a:lnTo>
                  <a:pt x="1344168" y="259092"/>
                </a:lnTo>
                <a:lnTo>
                  <a:pt x="1350264" y="259092"/>
                </a:lnTo>
                <a:lnTo>
                  <a:pt x="1353299" y="256044"/>
                </a:lnTo>
                <a:lnTo>
                  <a:pt x="1357884" y="249948"/>
                </a:lnTo>
                <a:lnTo>
                  <a:pt x="1362456" y="245376"/>
                </a:lnTo>
                <a:lnTo>
                  <a:pt x="1363980" y="237756"/>
                </a:lnTo>
                <a:lnTo>
                  <a:pt x="1363980" y="22099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" name="object 73"/>
          <p:cNvSpPr/>
          <p:nvPr/>
        </p:nvSpPr>
        <p:spPr>
          <a:xfrm>
            <a:off x="3953256" y="6099060"/>
            <a:ext cx="1510665" cy="363220"/>
          </a:xfrm>
          <a:custGeom>
            <a:avLst/>
            <a:gdLst/>
            <a:ahLst/>
            <a:cxnLst/>
            <a:rect l="l" t="t" r="r" b="b"/>
            <a:pathLst>
              <a:path w="1510664" h="363220">
                <a:moveTo>
                  <a:pt x="106680" y="129527"/>
                </a:moveTo>
                <a:lnTo>
                  <a:pt x="87249" y="94094"/>
                </a:lnTo>
                <a:lnTo>
                  <a:pt x="51816" y="68567"/>
                </a:lnTo>
                <a:lnTo>
                  <a:pt x="47244" y="71615"/>
                </a:lnTo>
                <a:lnTo>
                  <a:pt x="60642" y="91046"/>
                </a:lnTo>
                <a:lnTo>
                  <a:pt x="71056" y="108191"/>
                </a:lnTo>
                <a:lnTo>
                  <a:pt x="78308" y="123050"/>
                </a:lnTo>
                <a:lnTo>
                  <a:pt x="82296" y="135623"/>
                </a:lnTo>
                <a:lnTo>
                  <a:pt x="85344" y="144767"/>
                </a:lnTo>
                <a:lnTo>
                  <a:pt x="88392" y="150863"/>
                </a:lnTo>
                <a:lnTo>
                  <a:pt x="94488" y="150863"/>
                </a:lnTo>
                <a:lnTo>
                  <a:pt x="97536" y="147815"/>
                </a:lnTo>
                <a:lnTo>
                  <a:pt x="100584" y="141719"/>
                </a:lnTo>
                <a:lnTo>
                  <a:pt x="105156" y="135623"/>
                </a:lnTo>
                <a:lnTo>
                  <a:pt x="106680" y="129527"/>
                </a:lnTo>
                <a:close/>
              </a:path>
              <a:path w="1510664" h="363220">
                <a:moveTo>
                  <a:pt x="358140" y="178295"/>
                </a:moveTo>
                <a:lnTo>
                  <a:pt x="348996" y="169151"/>
                </a:lnTo>
                <a:lnTo>
                  <a:pt x="326136" y="146291"/>
                </a:lnTo>
                <a:lnTo>
                  <a:pt x="303276" y="169151"/>
                </a:lnTo>
                <a:lnTo>
                  <a:pt x="237744" y="169151"/>
                </a:lnTo>
                <a:lnTo>
                  <a:pt x="237744" y="153911"/>
                </a:lnTo>
                <a:lnTo>
                  <a:pt x="247167" y="145605"/>
                </a:lnTo>
                <a:lnTo>
                  <a:pt x="249783" y="143243"/>
                </a:lnTo>
                <a:lnTo>
                  <a:pt x="257175" y="136575"/>
                </a:lnTo>
                <a:lnTo>
                  <a:pt x="267741" y="126695"/>
                </a:lnTo>
                <a:lnTo>
                  <a:pt x="278892" y="115811"/>
                </a:lnTo>
                <a:lnTo>
                  <a:pt x="289763" y="105765"/>
                </a:lnTo>
                <a:lnTo>
                  <a:pt x="299656" y="98285"/>
                </a:lnTo>
                <a:lnTo>
                  <a:pt x="308673" y="93103"/>
                </a:lnTo>
                <a:lnTo>
                  <a:pt x="316992" y="89903"/>
                </a:lnTo>
                <a:lnTo>
                  <a:pt x="289560" y="62471"/>
                </a:lnTo>
                <a:lnTo>
                  <a:pt x="282956" y="78524"/>
                </a:lnTo>
                <a:lnTo>
                  <a:pt x="272224" y="97142"/>
                </a:lnTo>
                <a:lnTo>
                  <a:pt x="257187" y="118630"/>
                </a:lnTo>
                <a:lnTo>
                  <a:pt x="237744" y="143243"/>
                </a:lnTo>
                <a:lnTo>
                  <a:pt x="237744" y="44183"/>
                </a:lnTo>
                <a:lnTo>
                  <a:pt x="344424" y="44183"/>
                </a:lnTo>
                <a:lnTo>
                  <a:pt x="313944" y="13703"/>
                </a:lnTo>
                <a:lnTo>
                  <a:pt x="292608" y="35039"/>
                </a:lnTo>
                <a:lnTo>
                  <a:pt x="216408" y="35039"/>
                </a:lnTo>
                <a:lnTo>
                  <a:pt x="216408" y="44183"/>
                </a:lnTo>
                <a:lnTo>
                  <a:pt x="216408" y="169151"/>
                </a:lnTo>
                <a:lnTo>
                  <a:pt x="161544" y="169151"/>
                </a:lnTo>
                <a:lnTo>
                  <a:pt x="161544" y="44183"/>
                </a:lnTo>
                <a:lnTo>
                  <a:pt x="216408" y="44183"/>
                </a:lnTo>
                <a:lnTo>
                  <a:pt x="216408" y="35039"/>
                </a:lnTo>
                <a:lnTo>
                  <a:pt x="30480" y="35039"/>
                </a:lnTo>
                <a:lnTo>
                  <a:pt x="44196" y="48755"/>
                </a:lnTo>
                <a:lnTo>
                  <a:pt x="53340" y="46761"/>
                </a:lnTo>
                <a:lnTo>
                  <a:pt x="62484" y="45326"/>
                </a:lnTo>
                <a:lnTo>
                  <a:pt x="71628" y="44475"/>
                </a:lnTo>
                <a:lnTo>
                  <a:pt x="80772" y="44183"/>
                </a:lnTo>
                <a:lnTo>
                  <a:pt x="140208" y="44183"/>
                </a:lnTo>
                <a:lnTo>
                  <a:pt x="140208" y="169151"/>
                </a:lnTo>
                <a:lnTo>
                  <a:pt x="64008" y="169151"/>
                </a:lnTo>
                <a:lnTo>
                  <a:pt x="39624" y="155435"/>
                </a:lnTo>
                <a:lnTo>
                  <a:pt x="41071" y="185470"/>
                </a:lnTo>
                <a:lnTo>
                  <a:pt x="39408" y="240957"/>
                </a:lnTo>
                <a:lnTo>
                  <a:pt x="32575" y="291261"/>
                </a:lnTo>
                <a:lnTo>
                  <a:pt x="14287" y="336981"/>
                </a:lnTo>
                <a:lnTo>
                  <a:pt x="0" y="358127"/>
                </a:lnTo>
                <a:lnTo>
                  <a:pt x="4572" y="361175"/>
                </a:lnTo>
                <a:lnTo>
                  <a:pt x="35242" y="323456"/>
                </a:lnTo>
                <a:lnTo>
                  <a:pt x="53340" y="283451"/>
                </a:lnTo>
                <a:lnTo>
                  <a:pt x="62674" y="236588"/>
                </a:lnTo>
                <a:lnTo>
                  <a:pt x="64262" y="208876"/>
                </a:lnTo>
                <a:lnTo>
                  <a:pt x="64008" y="178295"/>
                </a:lnTo>
                <a:lnTo>
                  <a:pt x="358140" y="178295"/>
                </a:lnTo>
                <a:close/>
              </a:path>
              <a:path w="1510664" h="363220">
                <a:moveTo>
                  <a:pt x="539483" y="106680"/>
                </a:moveTo>
                <a:lnTo>
                  <a:pt x="513575" y="80772"/>
                </a:lnTo>
                <a:lnTo>
                  <a:pt x="495287" y="97536"/>
                </a:lnTo>
                <a:lnTo>
                  <a:pt x="473951" y="97536"/>
                </a:lnTo>
                <a:lnTo>
                  <a:pt x="473951" y="28956"/>
                </a:lnTo>
                <a:lnTo>
                  <a:pt x="487667" y="18288"/>
                </a:lnTo>
                <a:lnTo>
                  <a:pt x="452615" y="1524"/>
                </a:lnTo>
                <a:lnTo>
                  <a:pt x="453923" y="50330"/>
                </a:lnTo>
                <a:lnTo>
                  <a:pt x="454139" y="97536"/>
                </a:lnTo>
                <a:lnTo>
                  <a:pt x="393179" y="97536"/>
                </a:lnTo>
                <a:lnTo>
                  <a:pt x="405371" y="109728"/>
                </a:lnTo>
                <a:lnTo>
                  <a:pt x="419087" y="106680"/>
                </a:lnTo>
                <a:lnTo>
                  <a:pt x="452615" y="106680"/>
                </a:lnTo>
                <a:lnTo>
                  <a:pt x="441782" y="153174"/>
                </a:lnTo>
                <a:lnTo>
                  <a:pt x="427659" y="196405"/>
                </a:lnTo>
                <a:lnTo>
                  <a:pt x="410400" y="235902"/>
                </a:lnTo>
                <a:lnTo>
                  <a:pt x="390131" y="271272"/>
                </a:lnTo>
                <a:lnTo>
                  <a:pt x="394703" y="274320"/>
                </a:lnTo>
                <a:lnTo>
                  <a:pt x="412140" y="253212"/>
                </a:lnTo>
                <a:lnTo>
                  <a:pt x="427850" y="228981"/>
                </a:lnTo>
                <a:lnTo>
                  <a:pt x="441858" y="201879"/>
                </a:lnTo>
                <a:lnTo>
                  <a:pt x="454139" y="172212"/>
                </a:lnTo>
                <a:lnTo>
                  <a:pt x="454050" y="243840"/>
                </a:lnTo>
                <a:lnTo>
                  <a:pt x="453923" y="273570"/>
                </a:lnTo>
                <a:lnTo>
                  <a:pt x="453504" y="317296"/>
                </a:lnTo>
                <a:lnTo>
                  <a:pt x="452615" y="362712"/>
                </a:lnTo>
                <a:lnTo>
                  <a:pt x="475475" y="353568"/>
                </a:lnTo>
                <a:lnTo>
                  <a:pt x="475310" y="334721"/>
                </a:lnTo>
                <a:lnTo>
                  <a:pt x="475208" y="326771"/>
                </a:lnTo>
                <a:lnTo>
                  <a:pt x="474713" y="306895"/>
                </a:lnTo>
                <a:lnTo>
                  <a:pt x="474192" y="289915"/>
                </a:lnTo>
                <a:lnTo>
                  <a:pt x="473951" y="277368"/>
                </a:lnTo>
                <a:lnTo>
                  <a:pt x="473951" y="172212"/>
                </a:lnTo>
                <a:lnTo>
                  <a:pt x="473951" y="150876"/>
                </a:lnTo>
                <a:lnTo>
                  <a:pt x="482549" y="158559"/>
                </a:lnTo>
                <a:lnTo>
                  <a:pt x="490143" y="167830"/>
                </a:lnTo>
                <a:lnTo>
                  <a:pt x="496887" y="178511"/>
                </a:lnTo>
                <a:lnTo>
                  <a:pt x="502907" y="190500"/>
                </a:lnTo>
                <a:lnTo>
                  <a:pt x="507479" y="201168"/>
                </a:lnTo>
                <a:lnTo>
                  <a:pt x="512051" y="207264"/>
                </a:lnTo>
                <a:lnTo>
                  <a:pt x="515099" y="207264"/>
                </a:lnTo>
                <a:lnTo>
                  <a:pt x="516623" y="204216"/>
                </a:lnTo>
                <a:lnTo>
                  <a:pt x="522719" y="195072"/>
                </a:lnTo>
                <a:lnTo>
                  <a:pt x="524243" y="190500"/>
                </a:lnTo>
                <a:lnTo>
                  <a:pt x="524243" y="181356"/>
                </a:lnTo>
                <a:lnTo>
                  <a:pt x="489978" y="150876"/>
                </a:lnTo>
                <a:lnTo>
                  <a:pt x="488530" y="150063"/>
                </a:lnTo>
                <a:lnTo>
                  <a:pt x="473951" y="143256"/>
                </a:lnTo>
                <a:lnTo>
                  <a:pt x="473951" y="106680"/>
                </a:lnTo>
                <a:lnTo>
                  <a:pt x="539483" y="106680"/>
                </a:lnTo>
                <a:close/>
              </a:path>
              <a:path w="1510664" h="363220">
                <a:moveTo>
                  <a:pt x="749795" y="204216"/>
                </a:moveTo>
                <a:lnTo>
                  <a:pt x="683501" y="187071"/>
                </a:lnTo>
                <a:lnTo>
                  <a:pt x="635495" y="153924"/>
                </a:lnTo>
                <a:lnTo>
                  <a:pt x="647865" y="138684"/>
                </a:lnTo>
                <a:lnTo>
                  <a:pt x="649198" y="137033"/>
                </a:lnTo>
                <a:lnTo>
                  <a:pt x="662736" y="118300"/>
                </a:lnTo>
                <a:lnTo>
                  <a:pt x="676008" y="97548"/>
                </a:lnTo>
                <a:lnTo>
                  <a:pt x="688835" y="74676"/>
                </a:lnTo>
                <a:lnTo>
                  <a:pt x="697979" y="68580"/>
                </a:lnTo>
                <a:lnTo>
                  <a:pt x="702551" y="65532"/>
                </a:lnTo>
                <a:lnTo>
                  <a:pt x="696023" y="59436"/>
                </a:lnTo>
                <a:lnTo>
                  <a:pt x="679691" y="44196"/>
                </a:lnTo>
                <a:lnTo>
                  <a:pt x="665975" y="59436"/>
                </a:lnTo>
                <a:lnTo>
                  <a:pt x="665975" y="68580"/>
                </a:lnTo>
                <a:lnTo>
                  <a:pt x="656310" y="87452"/>
                </a:lnTo>
                <a:lnTo>
                  <a:pt x="645782" y="105346"/>
                </a:lnTo>
                <a:lnTo>
                  <a:pt x="634695" y="122364"/>
                </a:lnTo>
                <a:lnTo>
                  <a:pt x="623303" y="138684"/>
                </a:lnTo>
                <a:lnTo>
                  <a:pt x="611568" y="122364"/>
                </a:lnTo>
                <a:lnTo>
                  <a:pt x="601395" y="105346"/>
                </a:lnTo>
                <a:lnTo>
                  <a:pt x="592658" y="87452"/>
                </a:lnTo>
                <a:lnTo>
                  <a:pt x="587616" y="74676"/>
                </a:lnTo>
                <a:lnTo>
                  <a:pt x="585203" y="68580"/>
                </a:lnTo>
                <a:lnTo>
                  <a:pt x="665975" y="68580"/>
                </a:lnTo>
                <a:lnTo>
                  <a:pt x="665975" y="59436"/>
                </a:lnTo>
                <a:lnTo>
                  <a:pt x="586727" y="59436"/>
                </a:lnTo>
                <a:lnTo>
                  <a:pt x="591299" y="50330"/>
                </a:lnTo>
                <a:lnTo>
                  <a:pt x="595871" y="41529"/>
                </a:lnTo>
                <a:lnTo>
                  <a:pt x="600443" y="33286"/>
                </a:lnTo>
                <a:lnTo>
                  <a:pt x="605015" y="25908"/>
                </a:lnTo>
                <a:lnTo>
                  <a:pt x="617207" y="18288"/>
                </a:lnTo>
                <a:lnTo>
                  <a:pt x="585203" y="0"/>
                </a:lnTo>
                <a:lnTo>
                  <a:pt x="572350" y="40576"/>
                </a:lnTo>
                <a:lnTo>
                  <a:pt x="556628" y="77724"/>
                </a:lnTo>
                <a:lnTo>
                  <a:pt x="538060" y="111442"/>
                </a:lnTo>
                <a:lnTo>
                  <a:pt x="516623" y="141732"/>
                </a:lnTo>
                <a:lnTo>
                  <a:pt x="521195" y="144780"/>
                </a:lnTo>
                <a:lnTo>
                  <a:pt x="536892" y="128460"/>
                </a:lnTo>
                <a:lnTo>
                  <a:pt x="551865" y="111442"/>
                </a:lnTo>
                <a:lnTo>
                  <a:pt x="565988" y="93548"/>
                </a:lnTo>
                <a:lnTo>
                  <a:pt x="579107" y="74676"/>
                </a:lnTo>
                <a:lnTo>
                  <a:pt x="584784" y="94957"/>
                </a:lnTo>
                <a:lnTo>
                  <a:pt x="592442" y="114681"/>
                </a:lnTo>
                <a:lnTo>
                  <a:pt x="601827" y="133819"/>
                </a:lnTo>
                <a:lnTo>
                  <a:pt x="612635" y="152400"/>
                </a:lnTo>
                <a:lnTo>
                  <a:pt x="583476" y="179235"/>
                </a:lnTo>
                <a:lnTo>
                  <a:pt x="553008" y="202501"/>
                </a:lnTo>
                <a:lnTo>
                  <a:pt x="521131" y="222046"/>
                </a:lnTo>
                <a:lnTo>
                  <a:pt x="487667" y="237744"/>
                </a:lnTo>
                <a:lnTo>
                  <a:pt x="489191" y="243840"/>
                </a:lnTo>
                <a:lnTo>
                  <a:pt x="506907" y="237858"/>
                </a:lnTo>
                <a:lnTo>
                  <a:pt x="523481" y="231457"/>
                </a:lnTo>
                <a:lnTo>
                  <a:pt x="538911" y="224764"/>
                </a:lnTo>
                <a:lnTo>
                  <a:pt x="553199" y="217932"/>
                </a:lnTo>
                <a:lnTo>
                  <a:pt x="553123" y="277368"/>
                </a:lnTo>
                <a:lnTo>
                  <a:pt x="553008" y="301180"/>
                </a:lnTo>
                <a:lnTo>
                  <a:pt x="552564" y="334721"/>
                </a:lnTo>
                <a:lnTo>
                  <a:pt x="551675" y="362712"/>
                </a:lnTo>
                <a:lnTo>
                  <a:pt x="574535" y="353568"/>
                </a:lnTo>
                <a:lnTo>
                  <a:pt x="574535" y="330708"/>
                </a:lnTo>
                <a:lnTo>
                  <a:pt x="667499" y="330708"/>
                </a:lnTo>
                <a:lnTo>
                  <a:pt x="667499" y="359664"/>
                </a:lnTo>
                <a:lnTo>
                  <a:pt x="690359" y="350520"/>
                </a:lnTo>
                <a:lnTo>
                  <a:pt x="689432" y="330708"/>
                </a:lnTo>
                <a:lnTo>
                  <a:pt x="689305" y="328155"/>
                </a:lnTo>
                <a:lnTo>
                  <a:pt x="689051" y="321564"/>
                </a:lnTo>
                <a:lnTo>
                  <a:pt x="688263" y="301180"/>
                </a:lnTo>
                <a:lnTo>
                  <a:pt x="687603" y="274320"/>
                </a:lnTo>
                <a:lnTo>
                  <a:pt x="687311" y="243840"/>
                </a:lnTo>
                <a:lnTo>
                  <a:pt x="696455" y="237744"/>
                </a:lnTo>
                <a:lnTo>
                  <a:pt x="701027" y="234696"/>
                </a:lnTo>
                <a:lnTo>
                  <a:pt x="694474" y="228600"/>
                </a:lnTo>
                <a:lnTo>
                  <a:pt x="679691" y="214884"/>
                </a:lnTo>
                <a:lnTo>
                  <a:pt x="667499" y="227076"/>
                </a:lnTo>
                <a:lnTo>
                  <a:pt x="667499" y="237744"/>
                </a:lnTo>
                <a:lnTo>
                  <a:pt x="667499" y="321564"/>
                </a:lnTo>
                <a:lnTo>
                  <a:pt x="574535" y="321564"/>
                </a:lnTo>
                <a:lnTo>
                  <a:pt x="574535" y="237744"/>
                </a:lnTo>
                <a:lnTo>
                  <a:pt x="667499" y="237744"/>
                </a:lnTo>
                <a:lnTo>
                  <a:pt x="667499" y="227076"/>
                </a:lnTo>
                <a:lnTo>
                  <a:pt x="665975" y="228600"/>
                </a:lnTo>
                <a:lnTo>
                  <a:pt x="574535" y="228600"/>
                </a:lnTo>
                <a:lnTo>
                  <a:pt x="558533" y="217932"/>
                </a:lnTo>
                <a:lnTo>
                  <a:pt x="556247" y="216408"/>
                </a:lnTo>
                <a:lnTo>
                  <a:pt x="574230" y="204711"/>
                </a:lnTo>
                <a:lnTo>
                  <a:pt x="591489" y="192595"/>
                </a:lnTo>
                <a:lnTo>
                  <a:pt x="607898" y="180187"/>
                </a:lnTo>
                <a:lnTo>
                  <a:pt x="623303" y="167640"/>
                </a:lnTo>
                <a:lnTo>
                  <a:pt x="645591" y="187642"/>
                </a:lnTo>
                <a:lnTo>
                  <a:pt x="669023" y="204216"/>
                </a:lnTo>
                <a:lnTo>
                  <a:pt x="693597" y="217360"/>
                </a:lnTo>
                <a:lnTo>
                  <a:pt x="719315" y="227076"/>
                </a:lnTo>
                <a:lnTo>
                  <a:pt x="723874" y="219951"/>
                </a:lnTo>
                <a:lnTo>
                  <a:pt x="730554" y="214693"/>
                </a:lnTo>
                <a:lnTo>
                  <a:pt x="739254" y="211429"/>
                </a:lnTo>
                <a:lnTo>
                  <a:pt x="749795" y="210312"/>
                </a:lnTo>
                <a:lnTo>
                  <a:pt x="749795" y="204216"/>
                </a:lnTo>
                <a:close/>
              </a:path>
              <a:path w="1510664" h="363220">
                <a:moveTo>
                  <a:pt x="867156" y="59436"/>
                </a:moveTo>
                <a:lnTo>
                  <a:pt x="839914" y="31623"/>
                </a:lnTo>
                <a:lnTo>
                  <a:pt x="816864" y="16764"/>
                </a:lnTo>
                <a:lnTo>
                  <a:pt x="813816" y="19812"/>
                </a:lnTo>
                <a:lnTo>
                  <a:pt x="822388" y="31242"/>
                </a:lnTo>
                <a:lnTo>
                  <a:pt x="829818" y="42672"/>
                </a:lnTo>
                <a:lnTo>
                  <a:pt x="836104" y="54102"/>
                </a:lnTo>
                <a:lnTo>
                  <a:pt x="841248" y="65532"/>
                </a:lnTo>
                <a:lnTo>
                  <a:pt x="844296" y="79248"/>
                </a:lnTo>
                <a:lnTo>
                  <a:pt x="847344" y="86868"/>
                </a:lnTo>
                <a:lnTo>
                  <a:pt x="853440" y="86868"/>
                </a:lnTo>
                <a:lnTo>
                  <a:pt x="856488" y="83820"/>
                </a:lnTo>
                <a:lnTo>
                  <a:pt x="861060" y="80772"/>
                </a:lnTo>
                <a:lnTo>
                  <a:pt x="864108" y="77724"/>
                </a:lnTo>
                <a:lnTo>
                  <a:pt x="867156" y="71628"/>
                </a:lnTo>
                <a:lnTo>
                  <a:pt x="867156" y="59436"/>
                </a:lnTo>
                <a:close/>
              </a:path>
              <a:path w="1510664" h="363220">
                <a:moveTo>
                  <a:pt x="1120140" y="195072"/>
                </a:moveTo>
                <a:lnTo>
                  <a:pt x="1115568" y="190500"/>
                </a:lnTo>
                <a:lnTo>
                  <a:pt x="1100328" y="175260"/>
                </a:lnTo>
                <a:lnTo>
                  <a:pt x="1085088" y="190500"/>
                </a:lnTo>
                <a:lnTo>
                  <a:pt x="1013460" y="190500"/>
                </a:lnTo>
                <a:lnTo>
                  <a:pt x="1013460" y="140208"/>
                </a:lnTo>
                <a:lnTo>
                  <a:pt x="1072896" y="140208"/>
                </a:lnTo>
                <a:lnTo>
                  <a:pt x="1072896" y="153924"/>
                </a:lnTo>
                <a:lnTo>
                  <a:pt x="1094232" y="144780"/>
                </a:lnTo>
                <a:lnTo>
                  <a:pt x="1094155" y="140208"/>
                </a:lnTo>
                <a:lnTo>
                  <a:pt x="1094003" y="131064"/>
                </a:lnTo>
                <a:lnTo>
                  <a:pt x="1093990" y="130175"/>
                </a:lnTo>
                <a:lnTo>
                  <a:pt x="1092936" y="102120"/>
                </a:lnTo>
                <a:lnTo>
                  <a:pt x="1092708" y="88392"/>
                </a:lnTo>
                <a:lnTo>
                  <a:pt x="1101852" y="82296"/>
                </a:lnTo>
                <a:lnTo>
                  <a:pt x="1106424" y="79248"/>
                </a:lnTo>
                <a:lnTo>
                  <a:pt x="1085088" y="57912"/>
                </a:lnTo>
                <a:lnTo>
                  <a:pt x="1072896" y="70104"/>
                </a:lnTo>
                <a:lnTo>
                  <a:pt x="1072896" y="82296"/>
                </a:lnTo>
                <a:lnTo>
                  <a:pt x="1072896" y="131064"/>
                </a:lnTo>
                <a:lnTo>
                  <a:pt x="1013460" y="131064"/>
                </a:lnTo>
                <a:lnTo>
                  <a:pt x="1013460" y="82296"/>
                </a:lnTo>
                <a:lnTo>
                  <a:pt x="1072896" y="82296"/>
                </a:lnTo>
                <a:lnTo>
                  <a:pt x="1072896" y="70104"/>
                </a:lnTo>
                <a:lnTo>
                  <a:pt x="1071372" y="71628"/>
                </a:lnTo>
                <a:lnTo>
                  <a:pt x="1025652" y="71628"/>
                </a:lnTo>
                <a:lnTo>
                  <a:pt x="1031595" y="64744"/>
                </a:lnTo>
                <a:lnTo>
                  <a:pt x="1037844" y="57721"/>
                </a:lnTo>
                <a:lnTo>
                  <a:pt x="1044079" y="50406"/>
                </a:lnTo>
                <a:lnTo>
                  <a:pt x="1072896" y="25908"/>
                </a:lnTo>
                <a:lnTo>
                  <a:pt x="1043940" y="6096"/>
                </a:lnTo>
                <a:lnTo>
                  <a:pt x="1040511" y="18681"/>
                </a:lnTo>
                <a:lnTo>
                  <a:pt x="1034796" y="33718"/>
                </a:lnTo>
                <a:lnTo>
                  <a:pt x="1026795" y="51308"/>
                </a:lnTo>
                <a:lnTo>
                  <a:pt x="1016508" y="71628"/>
                </a:lnTo>
                <a:lnTo>
                  <a:pt x="973836" y="71628"/>
                </a:lnTo>
                <a:lnTo>
                  <a:pt x="981456" y="67056"/>
                </a:lnTo>
                <a:lnTo>
                  <a:pt x="986028" y="60960"/>
                </a:lnTo>
                <a:lnTo>
                  <a:pt x="986028" y="51816"/>
                </a:lnTo>
                <a:lnTo>
                  <a:pt x="984504" y="48768"/>
                </a:lnTo>
                <a:lnTo>
                  <a:pt x="982980" y="42672"/>
                </a:lnTo>
                <a:lnTo>
                  <a:pt x="979258" y="37211"/>
                </a:lnTo>
                <a:lnTo>
                  <a:pt x="970407" y="29908"/>
                </a:lnTo>
                <a:lnTo>
                  <a:pt x="956398" y="20586"/>
                </a:lnTo>
                <a:lnTo>
                  <a:pt x="937260" y="9144"/>
                </a:lnTo>
                <a:lnTo>
                  <a:pt x="934212" y="13716"/>
                </a:lnTo>
                <a:lnTo>
                  <a:pt x="939660" y="19685"/>
                </a:lnTo>
                <a:lnTo>
                  <a:pt x="944689" y="26098"/>
                </a:lnTo>
                <a:lnTo>
                  <a:pt x="964514" y="62763"/>
                </a:lnTo>
                <a:lnTo>
                  <a:pt x="966216" y="71628"/>
                </a:lnTo>
                <a:lnTo>
                  <a:pt x="902208" y="71628"/>
                </a:lnTo>
                <a:lnTo>
                  <a:pt x="915924" y="86868"/>
                </a:lnTo>
                <a:lnTo>
                  <a:pt x="924204" y="84861"/>
                </a:lnTo>
                <a:lnTo>
                  <a:pt x="933069" y="83439"/>
                </a:lnTo>
                <a:lnTo>
                  <a:pt x="942492" y="82575"/>
                </a:lnTo>
                <a:lnTo>
                  <a:pt x="952500" y="82296"/>
                </a:lnTo>
                <a:lnTo>
                  <a:pt x="993648" y="82296"/>
                </a:lnTo>
                <a:lnTo>
                  <a:pt x="993648" y="131064"/>
                </a:lnTo>
                <a:lnTo>
                  <a:pt x="993648" y="140208"/>
                </a:lnTo>
                <a:lnTo>
                  <a:pt x="993648" y="190500"/>
                </a:lnTo>
                <a:lnTo>
                  <a:pt x="934212" y="190500"/>
                </a:lnTo>
                <a:lnTo>
                  <a:pt x="941832" y="140208"/>
                </a:lnTo>
                <a:lnTo>
                  <a:pt x="993648" y="140208"/>
                </a:lnTo>
                <a:lnTo>
                  <a:pt x="993648" y="131064"/>
                </a:lnTo>
                <a:lnTo>
                  <a:pt x="943356" y="131064"/>
                </a:lnTo>
                <a:lnTo>
                  <a:pt x="922020" y="117348"/>
                </a:lnTo>
                <a:lnTo>
                  <a:pt x="919988" y="136461"/>
                </a:lnTo>
                <a:lnTo>
                  <a:pt x="915924" y="175260"/>
                </a:lnTo>
                <a:lnTo>
                  <a:pt x="902208" y="193548"/>
                </a:lnTo>
                <a:lnTo>
                  <a:pt x="923544" y="213360"/>
                </a:lnTo>
                <a:lnTo>
                  <a:pt x="935736" y="199644"/>
                </a:lnTo>
                <a:lnTo>
                  <a:pt x="978408" y="199644"/>
                </a:lnTo>
                <a:lnTo>
                  <a:pt x="964120" y="222783"/>
                </a:lnTo>
                <a:lnTo>
                  <a:pt x="944118" y="246507"/>
                </a:lnTo>
                <a:lnTo>
                  <a:pt x="918400" y="270789"/>
                </a:lnTo>
                <a:lnTo>
                  <a:pt x="886968" y="295656"/>
                </a:lnTo>
                <a:lnTo>
                  <a:pt x="891540" y="300228"/>
                </a:lnTo>
                <a:lnTo>
                  <a:pt x="922921" y="281940"/>
                </a:lnTo>
                <a:lnTo>
                  <a:pt x="950595" y="261366"/>
                </a:lnTo>
                <a:lnTo>
                  <a:pt x="974255" y="238506"/>
                </a:lnTo>
                <a:lnTo>
                  <a:pt x="993648" y="213360"/>
                </a:lnTo>
                <a:lnTo>
                  <a:pt x="993521" y="262128"/>
                </a:lnTo>
                <a:lnTo>
                  <a:pt x="993394" y="276987"/>
                </a:lnTo>
                <a:lnTo>
                  <a:pt x="993038" y="297408"/>
                </a:lnTo>
                <a:lnTo>
                  <a:pt x="992924" y="301752"/>
                </a:lnTo>
                <a:lnTo>
                  <a:pt x="992124" y="323088"/>
                </a:lnTo>
                <a:lnTo>
                  <a:pt x="1014984" y="312420"/>
                </a:lnTo>
                <a:lnTo>
                  <a:pt x="1013675" y="271272"/>
                </a:lnTo>
                <a:lnTo>
                  <a:pt x="1013460" y="213360"/>
                </a:lnTo>
                <a:lnTo>
                  <a:pt x="1013460" y="199644"/>
                </a:lnTo>
                <a:lnTo>
                  <a:pt x="1089660" y="199644"/>
                </a:lnTo>
                <a:lnTo>
                  <a:pt x="1089609" y="223050"/>
                </a:lnTo>
                <a:lnTo>
                  <a:pt x="1085088" y="262128"/>
                </a:lnTo>
                <a:lnTo>
                  <a:pt x="1040892" y="260604"/>
                </a:lnTo>
                <a:lnTo>
                  <a:pt x="1040892" y="266700"/>
                </a:lnTo>
                <a:lnTo>
                  <a:pt x="1054341" y="270979"/>
                </a:lnTo>
                <a:lnTo>
                  <a:pt x="1065085" y="276987"/>
                </a:lnTo>
                <a:lnTo>
                  <a:pt x="1073251" y="284695"/>
                </a:lnTo>
                <a:lnTo>
                  <a:pt x="1078992" y="294132"/>
                </a:lnTo>
                <a:lnTo>
                  <a:pt x="1089037" y="289267"/>
                </a:lnTo>
                <a:lnTo>
                  <a:pt x="1096518" y="283845"/>
                </a:lnTo>
                <a:lnTo>
                  <a:pt x="1101699" y="277837"/>
                </a:lnTo>
                <a:lnTo>
                  <a:pt x="1104900" y="271272"/>
                </a:lnTo>
                <a:lnTo>
                  <a:pt x="1106068" y="265747"/>
                </a:lnTo>
                <a:lnTo>
                  <a:pt x="1106893" y="261861"/>
                </a:lnTo>
                <a:lnTo>
                  <a:pt x="1108329" y="247459"/>
                </a:lnTo>
                <a:lnTo>
                  <a:pt x="1109179" y="228193"/>
                </a:lnTo>
                <a:lnTo>
                  <a:pt x="1109472" y="204216"/>
                </a:lnTo>
                <a:lnTo>
                  <a:pt x="1114806" y="199644"/>
                </a:lnTo>
                <a:lnTo>
                  <a:pt x="1120140" y="195072"/>
                </a:lnTo>
                <a:close/>
              </a:path>
              <a:path w="1510664" h="363220">
                <a:moveTo>
                  <a:pt x="1136904" y="320040"/>
                </a:moveTo>
                <a:lnTo>
                  <a:pt x="1099731" y="324015"/>
                </a:lnTo>
                <a:lnTo>
                  <a:pt x="1063561" y="326707"/>
                </a:lnTo>
                <a:lnTo>
                  <a:pt x="1034288" y="327761"/>
                </a:lnTo>
                <a:lnTo>
                  <a:pt x="993648" y="327660"/>
                </a:lnTo>
                <a:lnTo>
                  <a:pt x="937641" y="321945"/>
                </a:lnTo>
                <a:lnTo>
                  <a:pt x="889584" y="301371"/>
                </a:lnTo>
                <a:lnTo>
                  <a:pt x="869696" y="284988"/>
                </a:lnTo>
                <a:lnTo>
                  <a:pt x="862584" y="277368"/>
                </a:lnTo>
                <a:lnTo>
                  <a:pt x="862584" y="156972"/>
                </a:lnTo>
                <a:lnTo>
                  <a:pt x="872744" y="150876"/>
                </a:lnTo>
                <a:lnTo>
                  <a:pt x="877824" y="147828"/>
                </a:lnTo>
                <a:lnTo>
                  <a:pt x="854964" y="124968"/>
                </a:lnTo>
                <a:lnTo>
                  <a:pt x="838200" y="141732"/>
                </a:lnTo>
                <a:lnTo>
                  <a:pt x="778764" y="141732"/>
                </a:lnTo>
                <a:lnTo>
                  <a:pt x="792480" y="155448"/>
                </a:lnTo>
                <a:lnTo>
                  <a:pt x="801636" y="153441"/>
                </a:lnTo>
                <a:lnTo>
                  <a:pt x="810958" y="152019"/>
                </a:lnTo>
                <a:lnTo>
                  <a:pt x="820547" y="151155"/>
                </a:lnTo>
                <a:lnTo>
                  <a:pt x="830580" y="150876"/>
                </a:lnTo>
                <a:lnTo>
                  <a:pt x="842772" y="150876"/>
                </a:lnTo>
                <a:lnTo>
                  <a:pt x="842772" y="275844"/>
                </a:lnTo>
                <a:lnTo>
                  <a:pt x="825055" y="287845"/>
                </a:lnTo>
                <a:lnTo>
                  <a:pt x="808482" y="298704"/>
                </a:lnTo>
                <a:lnTo>
                  <a:pt x="793051" y="308419"/>
                </a:lnTo>
                <a:lnTo>
                  <a:pt x="778764" y="316992"/>
                </a:lnTo>
                <a:lnTo>
                  <a:pt x="801624" y="336804"/>
                </a:lnTo>
                <a:lnTo>
                  <a:pt x="830580" y="301752"/>
                </a:lnTo>
                <a:lnTo>
                  <a:pt x="853440" y="284988"/>
                </a:lnTo>
                <a:lnTo>
                  <a:pt x="857478" y="287032"/>
                </a:lnTo>
                <a:lnTo>
                  <a:pt x="862965" y="291084"/>
                </a:lnTo>
                <a:lnTo>
                  <a:pt x="870153" y="297408"/>
                </a:lnTo>
                <a:lnTo>
                  <a:pt x="879348" y="306324"/>
                </a:lnTo>
                <a:lnTo>
                  <a:pt x="889292" y="315798"/>
                </a:lnTo>
                <a:lnTo>
                  <a:pt x="926592" y="336804"/>
                </a:lnTo>
                <a:lnTo>
                  <a:pt x="976731" y="347294"/>
                </a:lnTo>
                <a:lnTo>
                  <a:pt x="1021359" y="350723"/>
                </a:lnTo>
                <a:lnTo>
                  <a:pt x="1047369" y="351472"/>
                </a:lnTo>
                <a:lnTo>
                  <a:pt x="1076223" y="351345"/>
                </a:lnTo>
                <a:lnTo>
                  <a:pt x="1107948" y="350520"/>
                </a:lnTo>
                <a:lnTo>
                  <a:pt x="1110538" y="343065"/>
                </a:lnTo>
                <a:lnTo>
                  <a:pt x="1116139" y="336613"/>
                </a:lnTo>
                <a:lnTo>
                  <a:pt x="1124877" y="331012"/>
                </a:lnTo>
                <a:lnTo>
                  <a:pt x="1132382" y="327964"/>
                </a:lnTo>
                <a:lnTo>
                  <a:pt x="1136904" y="326136"/>
                </a:lnTo>
                <a:lnTo>
                  <a:pt x="1136904" y="320040"/>
                </a:lnTo>
                <a:close/>
              </a:path>
              <a:path w="1510664" h="363220">
                <a:moveTo>
                  <a:pt x="1303020" y="242316"/>
                </a:moveTo>
                <a:lnTo>
                  <a:pt x="1299972" y="236220"/>
                </a:lnTo>
                <a:lnTo>
                  <a:pt x="1245108" y="252984"/>
                </a:lnTo>
                <a:lnTo>
                  <a:pt x="1245108" y="123444"/>
                </a:lnTo>
                <a:lnTo>
                  <a:pt x="1299972" y="123444"/>
                </a:lnTo>
                <a:lnTo>
                  <a:pt x="1274064" y="97536"/>
                </a:lnTo>
                <a:lnTo>
                  <a:pt x="1257300" y="114300"/>
                </a:lnTo>
                <a:lnTo>
                  <a:pt x="1245108" y="114300"/>
                </a:lnTo>
                <a:lnTo>
                  <a:pt x="1245108" y="35052"/>
                </a:lnTo>
                <a:lnTo>
                  <a:pt x="1257300" y="24384"/>
                </a:lnTo>
                <a:lnTo>
                  <a:pt x="1223772" y="9144"/>
                </a:lnTo>
                <a:lnTo>
                  <a:pt x="1224648" y="23685"/>
                </a:lnTo>
                <a:lnTo>
                  <a:pt x="1225105" y="37528"/>
                </a:lnTo>
                <a:lnTo>
                  <a:pt x="1225270" y="50495"/>
                </a:lnTo>
                <a:lnTo>
                  <a:pt x="1225296" y="114300"/>
                </a:lnTo>
                <a:lnTo>
                  <a:pt x="1167384" y="114300"/>
                </a:lnTo>
                <a:lnTo>
                  <a:pt x="1181100" y="128016"/>
                </a:lnTo>
                <a:lnTo>
                  <a:pt x="1190244" y="126009"/>
                </a:lnTo>
                <a:lnTo>
                  <a:pt x="1199388" y="124587"/>
                </a:lnTo>
                <a:lnTo>
                  <a:pt x="1208532" y="123723"/>
                </a:lnTo>
                <a:lnTo>
                  <a:pt x="1217676" y="123444"/>
                </a:lnTo>
                <a:lnTo>
                  <a:pt x="1225296" y="123444"/>
                </a:lnTo>
                <a:lnTo>
                  <a:pt x="1225296" y="259080"/>
                </a:lnTo>
                <a:lnTo>
                  <a:pt x="1192339" y="269176"/>
                </a:lnTo>
                <a:lnTo>
                  <a:pt x="1178788" y="272999"/>
                </a:lnTo>
                <a:lnTo>
                  <a:pt x="1167384" y="275844"/>
                </a:lnTo>
                <a:lnTo>
                  <a:pt x="1185672" y="303276"/>
                </a:lnTo>
                <a:lnTo>
                  <a:pt x="1196505" y="293319"/>
                </a:lnTo>
                <a:lnTo>
                  <a:pt x="1219771" y="279654"/>
                </a:lnTo>
                <a:lnTo>
                  <a:pt x="1255318" y="262547"/>
                </a:lnTo>
                <a:lnTo>
                  <a:pt x="1277874" y="252984"/>
                </a:lnTo>
                <a:lnTo>
                  <a:pt x="1303020" y="242316"/>
                </a:lnTo>
                <a:close/>
              </a:path>
              <a:path w="1510664" h="363220">
                <a:moveTo>
                  <a:pt x="1377696" y="138684"/>
                </a:moveTo>
                <a:lnTo>
                  <a:pt x="1349946" y="109156"/>
                </a:lnTo>
                <a:lnTo>
                  <a:pt x="1336548" y="100584"/>
                </a:lnTo>
                <a:lnTo>
                  <a:pt x="1333500" y="103632"/>
                </a:lnTo>
                <a:lnTo>
                  <a:pt x="1341780" y="117919"/>
                </a:lnTo>
                <a:lnTo>
                  <a:pt x="1348359" y="131064"/>
                </a:lnTo>
                <a:lnTo>
                  <a:pt x="1353210" y="143065"/>
                </a:lnTo>
                <a:lnTo>
                  <a:pt x="1356360" y="153924"/>
                </a:lnTo>
                <a:lnTo>
                  <a:pt x="1356360" y="161544"/>
                </a:lnTo>
                <a:lnTo>
                  <a:pt x="1359408" y="166116"/>
                </a:lnTo>
                <a:lnTo>
                  <a:pt x="1363980" y="166116"/>
                </a:lnTo>
                <a:lnTo>
                  <a:pt x="1371600" y="158496"/>
                </a:lnTo>
                <a:lnTo>
                  <a:pt x="1374648" y="152400"/>
                </a:lnTo>
                <a:lnTo>
                  <a:pt x="1377696" y="147828"/>
                </a:lnTo>
                <a:lnTo>
                  <a:pt x="1377696" y="138684"/>
                </a:lnTo>
                <a:close/>
              </a:path>
              <a:path w="1510664" h="363220">
                <a:moveTo>
                  <a:pt x="1383792" y="44196"/>
                </a:moveTo>
                <a:lnTo>
                  <a:pt x="1381836" y="36741"/>
                </a:lnTo>
                <a:lnTo>
                  <a:pt x="1373886" y="28003"/>
                </a:lnTo>
                <a:lnTo>
                  <a:pt x="1360208" y="17830"/>
                </a:lnTo>
                <a:lnTo>
                  <a:pt x="1341120" y="6096"/>
                </a:lnTo>
                <a:lnTo>
                  <a:pt x="1336548" y="9144"/>
                </a:lnTo>
                <a:lnTo>
                  <a:pt x="1345095" y="21158"/>
                </a:lnTo>
                <a:lnTo>
                  <a:pt x="1352359" y="32194"/>
                </a:lnTo>
                <a:lnTo>
                  <a:pt x="1358188" y="42354"/>
                </a:lnTo>
                <a:lnTo>
                  <a:pt x="1362456" y="51816"/>
                </a:lnTo>
                <a:lnTo>
                  <a:pt x="1365504" y="60960"/>
                </a:lnTo>
                <a:lnTo>
                  <a:pt x="1368552" y="65532"/>
                </a:lnTo>
                <a:lnTo>
                  <a:pt x="1373124" y="65532"/>
                </a:lnTo>
                <a:lnTo>
                  <a:pt x="1376172" y="64008"/>
                </a:lnTo>
                <a:lnTo>
                  <a:pt x="1382268" y="57912"/>
                </a:lnTo>
                <a:lnTo>
                  <a:pt x="1383792" y="53340"/>
                </a:lnTo>
                <a:lnTo>
                  <a:pt x="1383792" y="44196"/>
                </a:lnTo>
                <a:close/>
              </a:path>
              <a:path w="1510664" h="363220">
                <a:moveTo>
                  <a:pt x="1476756" y="118872"/>
                </a:moveTo>
                <a:lnTo>
                  <a:pt x="1452372" y="99060"/>
                </a:lnTo>
                <a:lnTo>
                  <a:pt x="1446961" y="114465"/>
                </a:lnTo>
                <a:lnTo>
                  <a:pt x="1439989" y="130873"/>
                </a:lnTo>
                <a:lnTo>
                  <a:pt x="1431582" y="148132"/>
                </a:lnTo>
                <a:lnTo>
                  <a:pt x="1421892" y="166116"/>
                </a:lnTo>
                <a:lnTo>
                  <a:pt x="1426464" y="169164"/>
                </a:lnTo>
                <a:lnTo>
                  <a:pt x="1442466" y="149733"/>
                </a:lnTo>
                <a:lnTo>
                  <a:pt x="1456182" y="134874"/>
                </a:lnTo>
                <a:lnTo>
                  <a:pt x="1467612" y="124587"/>
                </a:lnTo>
                <a:lnTo>
                  <a:pt x="1476756" y="118872"/>
                </a:lnTo>
                <a:close/>
              </a:path>
              <a:path w="1510664" h="363220">
                <a:moveTo>
                  <a:pt x="1490472" y="227076"/>
                </a:moveTo>
                <a:lnTo>
                  <a:pt x="1486662" y="224028"/>
                </a:lnTo>
                <a:lnTo>
                  <a:pt x="1467612" y="208788"/>
                </a:lnTo>
                <a:lnTo>
                  <a:pt x="1459992" y="219684"/>
                </a:lnTo>
                <a:lnTo>
                  <a:pt x="1459992" y="233172"/>
                </a:lnTo>
                <a:lnTo>
                  <a:pt x="1459992" y="272796"/>
                </a:lnTo>
                <a:lnTo>
                  <a:pt x="1459992" y="281940"/>
                </a:lnTo>
                <a:lnTo>
                  <a:pt x="1459992" y="323088"/>
                </a:lnTo>
                <a:lnTo>
                  <a:pt x="1345692" y="323088"/>
                </a:lnTo>
                <a:lnTo>
                  <a:pt x="1345692" y="281940"/>
                </a:lnTo>
                <a:lnTo>
                  <a:pt x="1459992" y="281940"/>
                </a:lnTo>
                <a:lnTo>
                  <a:pt x="1459992" y="272796"/>
                </a:lnTo>
                <a:lnTo>
                  <a:pt x="1345692" y="272796"/>
                </a:lnTo>
                <a:lnTo>
                  <a:pt x="1345692" y="233172"/>
                </a:lnTo>
                <a:lnTo>
                  <a:pt x="1459992" y="233172"/>
                </a:lnTo>
                <a:lnTo>
                  <a:pt x="1459992" y="219684"/>
                </a:lnTo>
                <a:lnTo>
                  <a:pt x="1456944" y="224028"/>
                </a:lnTo>
                <a:lnTo>
                  <a:pt x="1345692" y="224028"/>
                </a:lnTo>
                <a:lnTo>
                  <a:pt x="1324356" y="211836"/>
                </a:lnTo>
                <a:lnTo>
                  <a:pt x="1324584" y="229044"/>
                </a:lnTo>
                <a:lnTo>
                  <a:pt x="1325638" y="265188"/>
                </a:lnTo>
                <a:lnTo>
                  <a:pt x="1325841" y="281940"/>
                </a:lnTo>
                <a:lnTo>
                  <a:pt x="1325765" y="294132"/>
                </a:lnTo>
                <a:lnTo>
                  <a:pt x="1325638" y="304152"/>
                </a:lnTo>
                <a:lnTo>
                  <a:pt x="1324584" y="341350"/>
                </a:lnTo>
                <a:lnTo>
                  <a:pt x="1324356" y="359664"/>
                </a:lnTo>
                <a:lnTo>
                  <a:pt x="1345692" y="350520"/>
                </a:lnTo>
                <a:lnTo>
                  <a:pt x="1345692" y="332232"/>
                </a:lnTo>
                <a:lnTo>
                  <a:pt x="1459992" y="332232"/>
                </a:lnTo>
                <a:lnTo>
                  <a:pt x="1459992" y="356616"/>
                </a:lnTo>
                <a:lnTo>
                  <a:pt x="1481328" y="347472"/>
                </a:lnTo>
                <a:lnTo>
                  <a:pt x="1480489" y="332232"/>
                </a:lnTo>
                <a:lnTo>
                  <a:pt x="1480439" y="331419"/>
                </a:lnTo>
                <a:lnTo>
                  <a:pt x="1480172" y="323088"/>
                </a:lnTo>
                <a:lnTo>
                  <a:pt x="1479994" y="317373"/>
                </a:lnTo>
                <a:lnTo>
                  <a:pt x="1479816" y="305028"/>
                </a:lnTo>
                <a:lnTo>
                  <a:pt x="1479804" y="281940"/>
                </a:lnTo>
                <a:lnTo>
                  <a:pt x="1479804" y="272796"/>
                </a:lnTo>
                <a:lnTo>
                  <a:pt x="1479804" y="237744"/>
                </a:lnTo>
                <a:lnTo>
                  <a:pt x="1484376" y="233172"/>
                </a:lnTo>
                <a:lnTo>
                  <a:pt x="1490472" y="227076"/>
                </a:lnTo>
                <a:close/>
              </a:path>
              <a:path w="1510664" h="363220">
                <a:moveTo>
                  <a:pt x="1510284" y="77724"/>
                </a:moveTo>
                <a:lnTo>
                  <a:pt x="1503718" y="71628"/>
                </a:lnTo>
                <a:lnTo>
                  <a:pt x="1488948" y="57912"/>
                </a:lnTo>
                <a:lnTo>
                  <a:pt x="1481328" y="67716"/>
                </a:lnTo>
                <a:lnTo>
                  <a:pt x="1481328" y="82296"/>
                </a:lnTo>
                <a:lnTo>
                  <a:pt x="1481328" y="182880"/>
                </a:lnTo>
                <a:lnTo>
                  <a:pt x="1411224" y="182880"/>
                </a:lnTo>
                <a:lnTo>
                  <a:pt x="1411224" y="82296"/>
                </a:lnTo>
                <a:lnTo>
                  <a:pt x="1481328" y="82296"/>
                </a:lnTo>
                <a:lnTo>
                  <a:pt x="1481328" y="67716"/>
                </a:lnTo>
                <a:lnTo>
                  <a:pt x="1478280" y="71628"/>
                </a:lnTo>
                <a:lnTo>
                  <a:pt x="1424940" y="71628"/>
                </a:lnTo>
                <a:lnTo>
                  <a:pt x="1441818" y="53098"/>
                </a:lnTo>
                <a:lnTo>
                  <a:pt x="1455991" y="38862"/>
                </a:lnTo>
                <a:lnTo>
                  <a:pt x="1467586" y="29184"/>
                </a:lnTo>
                <a:lnTo>
                  <a:pt x="1476756" y="24384"/>
                </a:lnTo>
                <a:lnTo>
                  <a:pt x="1450848" y="3048"/>
                </a:lnTo>
                <a:lnTo>
                  <a:pt x="1445145" y="17614"/>
                </a:lnTo>
                <a:lnTo>
                  <a:pt x="1437322" y="33909"/>
                </a:lnTo>
                <a:lnTo>
                  <a:pt x="1427530" y="51816"/>
                </a:lnTo>
                <a:lnTo>
                  <a:pt x="1415796" y="71628"/>
                </a:lnTo>
                <a:lnTo>
                  <a:pt x="1392936" y="71628"/>
                </a:lnTo>
                <a:lnTo>
                  <a:pt x="1392936" y="82296"/>
                </a:lnTo>
                <a:lnTo>
                  <a:pt x="1392936" y="182880"/>
                </a:lnTo>
                <a:lnTo>
                  <a:pt x="1325880" y="182880"/>
                </a:lnTo>
                <a:lnTo>
                  <a:pt x="1325880" y="82296"/>
                </a:lnTo>
                <a:lnTo>
                  <a:pt x="1392936" y="82296"/>
                </a:lnTo>
                <a:lnTo>
                  <a:pt x="1392936" y="71628"/>
                </a:lnTo>
                <a:lnTo>
                  <a:pt x="1325880" y="71628"/>
                </a:lnTo>
                <a:lnTo>
                  <a:pt x="1306068" y="57912"/>
                </a:lnTo>
                <a:lnTo>
                  <a:pt x="1306296" y="74485"/>
                </a:lnTo>
                <a:lnTo>
                  <a:pt x="1306830" y="92202"/>
                </a:lnTo>
                <a:lnTo>
                  <a:pt x="1307299" y="109156"/>
                </a:lnTo>
                <a:lnTo>
                  <a:pt x="1307414" y="116586"/>
                </a:lnTo>
                <a:lnTo>
                  <a:pt x="1307503" y="124587"/>
                </a:lnTo>
                <a:lnTo>
                  <a:pt x="1307388" y="148132"/>
                </a:lnTo>
                <a:lnTo>
                  <a:pt x="1307299" y="153924"/>
                </a:lnTo>
                <a:lnTo>
                  <a:pt x="1306499" y="182880"/>
                </a:lnTo>
                <a:lnTo>
                  <a:pt x="1306283" y="192024"/>
                </a:lnTo>
                <a:lnTo>
                  <a:pt x="1306068" y="208788"/>
                </a:lnTo>
                <a:lnTo>
                  <a:pt x="1325880" y="201168"/>
                </a:lnTo>
                <a:lnTo>
                  <a:pt x="1325880" y="192024"/>
                </a:lnTo>
                <a:lnTo>
                  <a:pt x="1481328" y="192024"/>
                </a:lnTo>
                <a:lnTo>
                  <a:pt x="1481328" y="207264"/>
                </a:lnTo>
                <a:lnTo>
                  <a:pt x="1501140" y="199644"/>
                </a:lnTo>
                <a:lnTo>
                  <a:pt x="1500606" y="192024"/>
                </a:lnTo>
                <a:lnTo>
                  <a:pt x="1500251" y="187045"/>
                </a:lnTo>
                <a:lnTo>
                  <a:pt x="1500073" y="182880"/>
                </a:lnTo>
                <a:lnTo>
                  <a:pt x="1499806" y="176593"/>
                </a:lnTo>
                <a:lnTo>
                  <a:pt x="1499654" y="169164"/>
                </a:lnTo>
                <a:lnTo>
                  <a:pt x="1499616" y="86868"/>
                </a:lnTo>
                <a:lnTo>
                  <a:pt x="1504950" y="82296"/>
                </a:lnTo>
                <a:lnTo>
                  <a:pt x="1510284" y="7772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pic>
        <p:nvPicPr>
          <p:cNvPr id="74" name="object 74"/>
          <p:cNvPicPr/>
          <p:nvPr/>
        </p:nvPicPr>
        <p:blipFill>
          <a:blip r:embed="rId10" cstate="print"/>
          <a:stretch>
            <a:fillRect/>
          </a:stretch>
        </p:blipFill>
        <p:spPr>
          <a:xfrm>
            <a:off x="5550074" y="6339840"/>
            <a:ext cx="85677" cy="83820"/>
          </a:xfrm>
          <a:prstGeom prst="rect">
            <a:avLst/>
          </a:prstGeom>
        </p:spPr>
      </p:pic>
      <p:sp>
        <p:nvSpPr>
          <p:cNvPr id="75" name="object 75"/>
          <p:cNvSpPr/>
          <p:nvPr/>
        </p:nvSpPr>
        <p:spPr>
          <a:xfrm>
            <a:off x="5902452" y="6114300"/>
            <a:ext cx="1388745" cy="387350"/>
          </a:xfrm>
          <a:custGeom>
            <a:avLst/>
            <a:gdLst/>
            <a:ahLst/>
            <a:cxnLst/>
            <a:rect l="l" t="t" r="r" b="b"/>
            <a:pathLst>
              <a:path w="1388745" h="387350">
                <a:moveTo>
                  <a:pt x="358140" y="321564"/>
                </a:moveTo>
                <a:lnTo>
                  <a:pt x="323088" y="286512"/>
                </a:lnTo>
                <a:lnTo>
                  <a:pt x="297180" y="312420"/>
                </a:lnTo>
                <a:lnTo>
                  <a:pt x="274320" y="312420"/>
                </a:lnTo>
                <a:lnTo>
                  <a:pt x="274320" y="30480"/>
                </a:lnTo>
                <a:lnTo>
                  <a:pt x="279539" y="25908"/>
                </a:lnTo>
                <a:lnTo>
                  <a:pt x="286512" y="19812"/>
                </a:lnTo>
                <a:lnTo>
                  <a:pt x="282282" y="16764"/>
                </a:lnTo>
                <a:lnTo>
                  <a:pt x="259080" y="0"/>
                </a:lnTo>
                <a:lnTo>
                  <a:pt x="251460" y="11976"/>
                </a:lnTo>
                <a:lnTo>
                  <a:pt x="251460" y="25908"/>
                </a:lnTo>
                <a:lnTo>
                  <a:pt x="251460" y="114300"/>
                </a:lnTo>
                <a:lnTo>
                  <a:pt x="251460" y="123444"/>
                </a:lnTo>
                <a:lnTo>
                  <a:pt x="251460" y="210312"/>
                </a:lnTo>
                <a:lnTo>
                  <a:pt x="251460" y="219456"/>
                </a:lnTo>
                <a:lnTo>
                  <a:pt x="251460" y="312420"/>
                </a:lnTo>
                <a:lnTo>
                  <a:pt x="114300" y="312420"/>
                </a:lnTo>
                <a:lnTo>
                  <a:pt x="114300" y="219456"/>
                </a:lnTo>
                <a:lnTo>
                  <a:pt x="251460" y="219456"/>
                </a:lnTo>
                <a:lnTo>
                  <a:pt x="251460" y="210312"/>
                </a:lnTo>
                <a:lnTo>
                  <a:pt x="114300" y="210312"/>
                </a:lnTo>
                <a:lnTo>
                  <a:pt x="114300" y="123444"/>
                </a:lnTo>
                <a:lnTo>
                  <a:pt x="251460" y="123444"/>
                </a:lnTo>
                <a:lnTo>
                  <a:pt x="251460" y="114300"/>
                </a:lnTo>
                <a:lnTo>
                  <a:pt x="114300" y="114300"/>
                </a:lnTo>
                <a:lnTo>
                  <a:pt x="114300" y="25908"/>
                </a:lnTo>
                <a:lnTo>
                  <a:pt x="251460" y="25908"/>
                </a:lnTo>
                <a:lnTo>
                  <a:pt x="251460" y="11976"/>
                </a:lnTo>
                <a:lnTo>
                  <a:pt x="248412" y="16764"/>
                </a:lnTo>
                <a:lnTo>
                  <a:pt x="114300" y="16764"/>
                </a:lnTo>
                <a:lnTo>
                  <a:pt x="88392" y="1524"/>
                </a:lnTo>
                <a:lnTo>
                  <a:pt x="89268" y="18948"/>
                </a:lnTo>
                <a:lnTo>
                  <a:pt x="89725" y="34671"/>
                </a:lnTo>
                <a:lnTo>
                  <a:pt x="89890" y="48666"/>
                </a:lnTo>
                <a:lnTo>
                  <a:pt x="89916" y="312420"/>
                </a:lnTo>
                <a:lnTo>
                  <a:pt x="0" y="312420"/>
                </a:lnTo>
                <a:lnTo>
                  <a:pt x="13716" y="326136"/>
                </a:lnTo>
                <a:lnTo>
                  <a:pt x="22860" y="324129"/>
                </a:lnTo>
                <a:lnTo>
                  <a:pt x="32004" y="322707"/>
                </a:lnTo>
                <a:lnTo>
                  <a:pt x="41148" y="321843"/>
                </a:lnTo>
                <a:lnTo>
                  <a:pt x="50292" y="321564"/>
                </a:lnTo>
                <a:lnTo>
                  <a:pt x="358140" y="321564"/>
                </a:lnTo>
                <a:close/>
              </a:path>
              <a:path w="1388745" h="387350">
                <a:moveTo>
                  <a:pt x="512064" y="10655"/>
                </a:moveTo>
                <a:lnTo>
                  <a:pt x="467868" y="10655"/>
                </a:lnTo>
                <a:lnTo>
                  <a:pt x="452475" y="30619"/>
                </a:lnTo>
                <a:lnTo>
                  <a:pt x="426288" y="72809"/>
                </a:lnTo>
                <a:lnTo>
                  <a:pt x="408051" y="118173"/>
                </a:lnTo>
                <a:lnTo>
                  <a:pt x="398907" y="170129"/>
                </a:lnTo>
                <a:lnTo>
                  <a:pt x="397764" y="198107"/>
                </a:lnTo>
                <a:lnTo>
                  <a:pt x="398907" y="227825"/>
                </a:lnTo>
                <a:lnTo>
                  <a:pt x="408051" y="280403"/>
                </a:lnTo>
                <a:lnTo>
                  <a:pt x="426288" y="324942"/>
                </a:lnTo>
                <a:lnTo>
                  <a:pt x="452475" y="367131"/>
                </a:lnTo>
                <a:lnTo>
                  <a:pt x="467868" y="387083"/>
                </a:lnTo>
                <a:lnTo>
                  <a:pt x="512064" y="387083"/>
                </a:lnTo>
                <a:lnTo>
                  <a:pt x="512064" y="385559"/>
                </a:lnTo>
                <a:lnTo>
                  <a:pt x="504964" y="378396"/>
                </a:lnTo>
                <a:lnTo>
                  <a:pt x="497586" y="370509"/>
                </a:lnTo>
                <a:lnTo>
                  <a:pt x="490194" y="361772"/>
                </a:lnTo>
                <a:lnTo>
                  <a:pt x="483108" y="352031"/>
                </a:lnTo>
                <a:lnTo>
                  <a:pt x="475627" y="342607"/>
                </a:lnTo>
                <a:lnTo>
                  <a:pt x="450888" y="298297"/>
                </a:lnTo>
                <a:lnTo>
                  <a:pt x="437388" y="259067"/>
                </a:lnTo>
                <a:lnTo>
                  <a:pt x="431596" y="214706"/>
                </a:lnTo>
                <a:lnTo>
                  <a:pt x="431292" y="198107"/>
                </a:lnTo>
                <a:lnTo>
                  <a:pt x="431596" y="183248"/>
                </a:lnTo>
                <a:lnTo>
                  <a:pt x="437388" y="138671"/>
                </a:lnTo>
                <a:lnTo>
                  <a:pt x="451523" y="98818"/>
                </a:lnTo>
                <a:lnTo>
                  <a:pt x="469582" y="64376"/>
                </a:lnTo>
                <a:lnTo>
                  <a:pt x="497014" y="27038"/>
                </a:lnTo>
                <a:lnTo>
                  <a:pt x="512064" y="12179"/>
                </a:lnTo>
                <a:lnTo>
                  <a:pt x="512064" y="10655"/>
                </a:lnTo>
                <a:close/>
              </a:path>
              <a:path w="1388745" h="387350">
                <a:moveTo>
                  <a:pt x="832104" y="167627"/>
                </a:moveTo>
                <a:lnTo>
                  <a:pt x="823671" y="124244"/>
                </a:lnTo>
                <a:lnTo>
                  <a:pt x="794004" y="92951"/>
                </a:lnTo>
                <a:lnTo>
                  <a:pt x="768096" y="88379"/>
                </a:lnTo>
                <a:lnTo>
                  <a:pt x="759206" y="88950"/>
                </a:lnTo>
                <a:lnTo>
                  <a:pt x="719709" y="108953"/>
                </a:lnTo>
                <a:lnTo>
                  <a:pt x="702564" y="124955"/>
                </a:lnTo>
                <a:lnTo>
                  <a:pt x="698576" y="116179"/>
                </a:lnTo>
                <a:lnTo>
                  <a:pt x="665035" y="90665"/>
                </a:lnTo>
                <a:lnTo>
                  <a:pt x="647700" y="88379"/>
                </a:lnTo>
                <a:lnTo>
                  <a:pt x="639711" y="88938"/>
                </a:lnTo>
                <a:lnTo>
                  <a:pt x="603313" y="105714"/>
                </a:lnTo>
                <a:lnTo>
                  <a:pt x="588264" y="118859"/>
                </a:lnTo>
                <a:lnTo>
                  <a:pt x="588264" y="94475"/>
                </a:lnTo>
                <a:lnTo>
                  <a:pt x="553212" y="94475"/>
                </a:lnTo>
                <a:lnTo>
                  <a:pt x="553212" y="307835"/>
                </a:lnTo>
                <a:lnTo>
                  <a:pt x="588264" y="307835"/>
                </a:lnTo>
                <a:lnTo>
                  <a:pt x="588264" y="147815"/>
                </a:lnTo>
                <a:lnTo>
                  <a:pt x="594880" y="143040"/>
                </a:lnTo>
                <a:lnTo>
                  <a:pt x="601218" y="138099"/>
                </a:lnTo>
                <a:lnTo>
                  <a:pt x="607542" y="133464"/>
                </a:lnTo>
                <a:lnTo>
                  <a:pt x="621792" y="124955"/>
                </a:lnTo>
                <a:lnTo>
                  <a:pt x="630936" y="123431"/>
                </a:lnTo>
                <a:lnTo>
                  <a:pt x="652272" y="123431"/>
                </a:lnTo>
                <a:lnTo>
                  <a:pt x="665988" y="132575"/>
                </a:lnTo>
                <a:lnTo>
                  <a:pt x="667512" y="137147"/>
                </a:lnTo>
                <a:lnTo>
                  <a:pt x="670560" y="141719"/>
                </a:lnTo>
                <a:lnTo>
                  <a:pt x="673608" y="156959"/>
                </a:lnTo>
                <a:lnTo>
                  <a:pt x="673608" y="307835"/>
                </a:lnTo>
                <a:lnTo>
                  <a:pt x="710184" y="307835"/>
                </a:lnTo>
                <a:lnTo>
                  <a:pt x="710184" y="150863"/>
                </a:lnTo>
                <a:lnTo>
                  <a:pt x="708660" y="149339"/>
                </a:lnTo>
                <a:lnTo>
                  <a:pt x="715518" y="143040"/>
                </a:lnTo>
                <a:lnTo>
                  <a:pt x="722376" y="137718"/>
                </a:lnTo>
                <a:lnTo>
                  <a:pt x="729234" y="133273"/>
                </a:lnTo>
                <a:lnTo>
                  <a:pt x="736092" y="129527"/>
                </a:lnTo>
                <a:lnTo>
                  <a:pt x="743712" y="124955"/>
                </a:lnTo>
                <a:lnTo>
                  <a:pt x="752856" y="123431"/>
                </a:lnTo>
                <a:lnTo>
                  <a:pt x="774192" y="123431"/>
                </a:lnTo>
                <a:lnTo>
                  <a:pt x="783336" y="129527"/>
                </a:lnTo>
                <a:lnTo>
                  <a:pt x="786384" y="132575"/>
                </a:lnTo>
                <a:lnTo>
                  <a:pt x="792480" y="141719"/>
                </a:lnTo>
                <a:lnTo>
                  <a:pt x="794004" y="149339"/>
                </a:lnTo>
                <a:lnTo>
                  <a:pt x="794004" y="156959"/>
                </a:lnTo>
                <a:lnTo>
                  <a:pt x="794880" y="163817"/>
                </a:lnTo>
                <a:lnTo>
                  <a:pt x="795337" y="170675"/>
                </a:lnTo>
                <a:lnTo>
                  <a:pt x="795502" y="177533"/>
                </a:lnTo>
                <a:lnTo>
                  <a:pt x="795528" y="307835"/>
                </a:lnTo>
                <a:lnTo>
                  <a:pt x="832104" y="307835"/>
                </a:lnTo>
                <a:lnTo>
                  <a:pt x="832104" y="167627"/>
                </a:lnTo>
                <a:close/>
              </a:path>
              <a:path w="1388745" h="387350">
                <a:moveTo>
                  <a:pt x="950976" y="252971"/>
                </a:moveTo>
                <a:lnTo>
                  <a:pt x="902208" y="252971"/>
                </a:lnTo>
                <a:lnTo>
                  <a:pt x="868680" y="379476"/>
                </a:lnTo>
                <a:lnTo>
                  <a:pt x="896112" y="379476"/>
                </a:lnTo>
                <a:lnTo>
                  <a:pt x="950976" y="252971"/>
                </a:lnTo>
                <a:close/>
              </a:path>
              <a:path w="1388745" h="387350">
                <a:moveTo>
                  <a:pt x="1257287" y="94488"/>
                </a:moveTo>
                <a:lnTo>
                  <a:pt x="1220711" y="94488"/>
                </a:lnTo>
                <a:lnTo>
                  <a:pt x="1185659" y="260604"/>
                </a:lnTo>
                <a:lnTo>
                  <a:pt x="1133843" y="94488"/>
                </a:lnTo>
                <a:lnTo>
                  <a:pt x="1103363" y="94488"/>
                </a:lnTo>
                <a:lnTo>
                  <a:pt x="1053071" y="260604"/>
                </a:lnTo>
                <a:lnTo>
                  <a:pt x="1014971" y="94488"/>
                </a:lnTo>
                <a:lnTo>
                  <a:pt x="976871" y="94488"/>
                </a:lnTo>
                <a:lnTo>
                  <a:pt x="1031735" y="307848"/>
                </a:lnTo>
                <a:lnTo>
                  <a:pt x="1065263" y="307848"/>
                </a:lnTo>
                <a:lnTo>
                  <a:pt x="1117079" y="143256"/>
                </a:lnTo>
                <a:lnTo>
                  <a:pt x="1168895" y="307848"/>
                </a:lnTo>
                <a:lnTo>
                  <a:pt x="1202423" y="307848"/>
                </a:lnTo>
                <a:lnTo>
                  <a:pt x="1257287" y="94488"/>
                </a:lnTo>
                <a:close/>
              </a:path>
              <a:path w="1388745" h="387350">
                <a:moveTo>
                  <a:pt x="1388364" y="198107"/>
                </a:moveTo>
                <a:lnTo>
                  <a:pt x="1383792" y="142862"/>
                </a:lnTo>
                <a:lnTo>
                  <a:pt x="1370076" y="94475"/>
                </a:lnTo>
                <a:lnTo>
                  <a:pt x="1346835" y="51422"/>
                </a:lnTo>
                <a:lnTo>
                  <a:pt x="1316736" y="10655"/>
                </a:lnTo>
                <a:lnTo>
                  <a:pt x="1274064" y="10655"/>
                </a:lnTo>
                <a:lnTo>
                  <a:pt x="1274064" y="12179"/>
                </a:lnTo>
                <a:lnTo>
                  <a:pt x="1280934" y="19329"/>
                </a:lnTo>
                <a:lnTo>
                  <a:pt x="1287970" y="27038"/>
                </a:lnTo>
                <a:lnTo>
                  <a:pt x="1316545" y="64376"/>
                </a:lnTo>
                <a:lnTo>
                  <a:pt x="1334350" y="99453"/>
                </a:lnTo>
                <a:lnTo>
                  <a:pt x="1347216" y="138671"/>
                </a:lnTo>
                <a:lnTo>
                  <a:pt x="1354493" y="183248"/>
                </a:lnTo>
                <a:lnTo>
                  <a:pt x="1354836" y="198107"/>
                </a:lnTo>
                <a:lnTo>
                  <a:pt x="1354518" y="213829"/>
                </a:lnTo>
                <a:lnTo>
                  <a:pt x="1348740" y="257543"/>
                </a:lnTo>
                <a:lnTo>
                  <a:pt x="1334376" y="298056"/>
                </a:lnTo>
                <a:lnTo>
                  <a:pt x="1317117" y="332600"/>
                </a:lnTo>
                <a:lnTo>
                  <a:pt x="1303020" y="352031"/>
                </a:lnTo>
                <a:lnTo>
                  <a:pt x="1295920" y="361772"/>
                </a:lnTo>
                <a:lnTo>
                  <a:pt x="1288542" y="370509"/>
                </a:lnTo>
                <a:lnTo>
                  <a:pt x="1281150" y="378396"/>
                </a:lnTo>
                <a:lnTo>
                  <a:pt x="1274064" y="385559"/>
                </a:lnTo>
                <a:lnTo>
                  <a:pt x="1274064" y="387083"/>
                </a:lnTo>
                <a:lnTo>
                  <a:pt x="1316736" y="387083"/>
                </a:lnTo>
                <a:lnTo>
                  <a:pt x="1332992" y="367131"/>
                </a:lnTo>
                <a:lnTo>
                  <a:pt x="1359801" y="324942"/>
                </a:lnTo>
                <a:lnTo>
                  <a:pt x="1378077" y="279552"/>
                </a:lnTo>
                <a:lnTo>
                  <a:pt x="1387221" y="226974"/>
                </a:lnTo>
                <a:lnTo>
                  <a:pt x="1388364" y="19810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6" name="object 76"/>
          <p:cNvSpPr/>
          <p:nvPr/>
        </p:nvSpPr>
        <p:spPr>
          <a:xfrm>
            <a:off x="7351776" y="6111240"/>
            <a:ext cx="295910" cy="344805"/>
          </a:xfrm>
          <a:custGeom>
            <a:avLst/>
            <a:gdLst/>
            <a:ahLst/>
            <a:cxnLst/>
            <a:rect l="l" t="t" r="r" b="b"/>
            <a:pathLst>
              <a:path w="295909" h="344804">
                <a:moveTo>
                  <a:pt x="273684" y="16763"/>
                </a:moveTo>
                <a:lnTo>
                  <a:pt x="239268" y="16763"/>
                </a:lnTo>
                <a:lnTo>
                  <a:pt x="249936" y="0"/>
                </a:lnTo>
                <a:lnTo>
                  <a:pt x="273684" y="16763"/>
                </a:lnTo>
                <a:close/>
              </a:path>
              <a:path w="295909" h="344804">
                <a:moveTo>
                  <a:pt x="54864" y="207263"/>
                </a:moveTo>
                <a:lnTo>
                  <a:pt x="55983" y="183570"/>
                </a:lnTo>
                <a:lnTo>
                  <a:pt x="56959" y="158305"/>
                </a:lnTo>
                <a:lnTo>
                  <a:pt x="57650" y="131611"/>
                </a:lnTo>
                <a:lnTo>
                  <a:pt x="57912" y="103631"/>
                </a:lnTo>
                <a:lnTo>
                  <a:pt x="57673" y="75033"/>
                </a:lnTo>
                <a:lnTo>
                  <a:pt x="57150" y="48577"/>
                </a:lnTo>
                <a:lnTo>
                  <a:pt x="56664" y="25907"/>
                </a:lnTo>
                <a:lnTo>
                  <a:pt x="56388" y="1524"/>
                </a:lnTo>
                <a:lnTo>
                  <a:pt x="80772" y="16763"/>
                </a:lnTo>
                <a:lnTo>
                  <a:pt x="273684" y="16763"/>
                </a:lnTo>
                <a:lnTo>
                  <a:pt x="275844" y="18288"/>
                </a:lnTo>
                <a:lnTo>
                  <a:pt x="268224" y="25907"/>
                </a:lnTo>
                <a:lnTo>
                  <a:pt x="79248" y="25907"/>
                </a:lnTo>
                <a:lnTo>
                  <a:pt x="79248" y="166115"/>
                </a:lnTo>
                <a:lnTo>
                  <a:pt x="264588" y="166115"/>
                </a:lnTo>
                <a:lnTo>
                  <a:pt x="264936" y="175259"/>
                </a:lnTo>
                <a:lnTo>
                  <a:pt x="79248" y="175259"/>
                </a:lnTo>
                <a:lnTo>
                  <a:pt x="79248" y="198119"/>
                </a:lnTo>
                <a:lnTo>
                  <a:pt x="54864" y="207263"/>
                </a:lnTo>
                <a:close/>
              </a:path>
              <a:path w="295909" h="344804">
                <a:moveTo>
                  <a:pt x="264588" y="166115"/>
                </a:moveTo>
                <a:lnTo>
                  <a:pt x="242316" y="166115"/>
                </a:lnTo>
                <a:lnTo>
                  <a:pt x="242316" y="25907"/>
                </a:lnTo>
                <a:lnTo>
                  <a:pt x="268224" y="25907"/>
                </a:lnTo>
                <a:lnTo>
                  <a:pt x="263652" y="30479"/>
                </a:lnTo>
                <a:lnTo>
                  <a:pt x="263652" y="137159"/>
                </a:lnTo>
                <a:lnTo>
                  <a:pt x="263890" y="148923"/>
                </a:lnTo>
                <a:lnTo>
                  <a:pt x="264588" y="166115"/>
                </a:lnTo>
                <a:close/>
              </a:path>
              <a:path w="295909" h="344804">
                <a:moveTo>
                  <a:pt x="242316" y="199643"/>
                </a:moveTo>
                <a:lnTo>
                  <a:pt x="242316" y="175259"/>
                </a:lnTo>
                <a:lnTo>
                  <a:pt x="264936" y="175259"/>
                </a:lnTo>
                <a:lnTo>
                  <a:pt x="265176" y="190499"/>
                </a:lnTo>
                <a:lnTo>
                  <a:pt x="242316" y="199643"/>
                </a:lnTo>
                <a:close/>
              </a:path>
              <a:path w="295909" h="344804">
                <a:moveTo>
                  <a:pt x="3048" y="344424"/>
                </a:moveTo>
                <a:lnTo>
                  <a:pt x="0" y="339852"/>
                </a:lnTo>
                <a:lnTo>
                  <a:pt x="19954" y="321564"/>
                </a:lnTo>
                <a:lnTo>
                  <a:pt x="38481" y="303275"/>
                </a:lnTo>
                <a:lnTo>
                  <a:pt x="70104" y="266699"/>
                </a:lnTo>
                <a:lnTo>
                  <a:pt x="94107" y="230123"/>
                </a:lnTo>
                <a:lnTo>
                  <a:pt x="111252" y="198119"/>
                </a:lnTo>
                <a:lnTo>
                  <a:pt x="143256" y="222503"/>
                </a:lnTo>
                <a:lnTo>
                  <a:pt x="128016" y="228599"/>
                </a:lnTo>
                <a:lnTo>
                  <a:pt x="91130" y="270271"/>
                </a:lnTo>
                <a:lnTo>
                  <a:pt x="58102" y="303656"/>
                </a:lnTo>
                <a:lnTo>
                  <a:pt x="28789" y="328469"/>
                </a:lnTo>
                <a:lnTo>
                  <a:pt x="3048" y="344424"/>
                </a:lnTo>
                <a:close/>
              </a:path>
              <a:path w="295909" h="344804">
                <a:moveTo>
                  <a:pt x="286512" y="336804"/>
                </a:moveTo>
                <a:lnTo>
                  <a:pt x="280416" y="336804"/>
                </a:lnTo>
                <a:lnTo>
                  <a:pt x="277368" y="333756"/>
                </a:lnTo>
                <a:lnTo>
                  <a:pt x="274320" y="324612"/>
                </a:lnTo>
                <a:lnTo>
                  <a:pt x="268914" y="312872"/>
                </a:lnTo>
                <a:lnTo>
                  <a:pt x="233496" y="257555"/>
                </a:lnTo>
                <a:lnTo>
                  <a:pt x="206121" y="225004"/>
                </a:lnTo>
                <a:lnTo>
                  <a:pt x="188976" y="207263"/>
                </a:lnTo>
                <a:lnTo>
                  <a:pt x="192024" y="202691"/>
                </a:lnTo>
                <a:lnTo>
                  <a:pt x="232029" y="230123"/>
                </a:lnTo>
                <a:lnTo>
                  <a:pt x="265254" y="257627"/>
                </a:lnTo>
                <a:lnTo>
                  <a:pt x="293893" y="293989"/>
                </a:lnTo>
                <a:lnTo>
                  <a:pt x="295656" y="304799"/>
                </a:lnTo>
                <a:lnTo>
                  <a:pt x="295656" y="309371"/>
                </a:lnTo>
                <a:lnTo>
                  <a:pt x="294132" y="316991"/>
                </a:lnTo>
                <a:lnTo>
                  <a:pt x="291083" y="324612"/>
                </a:lnTo>
                <a:lnTo>
                  <a:pt x="288035" y="333756"/>
                </a:lnTo>
                <a:lnTo>
                  <a:pt x="286512" y="33680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77" name="object 77"/>
          <p:cNvGrpSpPr/>
          <p:nvPr/>
        </p:nvGrpSpPr>
        <p:grpSpPr>
          <a:xfrm>
            <a:off x="7719059" y="6100571"/>
            <a:ext cx="1485900" cy="361315"/>
            <a:chOff x="7719059" y="6100571"/>
            <a:chExt cx="1485900" cy="361315"/>
          </a:xfrm>
        </p:grpSpPr>
        <p:sp>
          <p:nvSpPr>
            <p:cNvPr id="78" name="object 78"/>
            <p:cNvSpPr/>
            <p:nvPr/>
          </p:nvSpPr>
          <p:spPr>
            <a:xfrm>
              <a:off x="7719047" y="6100571"/>
              <a:ext cx="744220" cy="361315"/>
            </a:xfrm>
            <a:custGeom>
              <a:avLst/>
              <a:gdLst/>
              <a:ahLst/>
              <a:cxnLst/>
              <a:rect l="l" t="t" r="r" b="b"/>
              <a:pathLst>
                <a:path w="744220" h="361314">
                  <a:moveTo>
                    <a:pt x="348996" y="60960"/>
                  </a:moveTo>
                  <a:lnTo>
                    <a:pt x="316992" y="28956"/>
                  </a:lnTo>
                  <a:lnTo>
                    <a:pt x="294132" y="51816"/>
                  </a:lnTo>
                  <a:lnTo>
                    <a:pt x="166116" y="51816"/>
                  </a:lnTo>
                  <a:lnTo>
                    <a:pt x="178308" y="27432"/>
                  </a:lnTo>
                  <a:lnTo>
                    <a:pt x="184404" y="22860"/>
                  </a:lnTo>
                  <a:lnTo>
                    <a:pt x="192024" y="18288"/>
                  </a:lnTo>
                  <a:lnTo>
                    <a:pt x="155448" y="0"/>
                  </a:lnTo>
                  <a:lnTo>
                    <a:pt x="153504" y="11963"/>
                  </a:lnTo>
                  <a:lnTo>
                    <a:pt x="150114" y="24765"/>
                  </a:lnTo>
                  <a:lnTo>
                    <a:pt x="145592" y="38150"/>
                  </a:lnTo>
                  <a:lnTo>
                    <a:pt x="140208" y="51816"/>
                  </a:lnTo>
                  <a:lnTo>
                    <a:pt x="13716" y="51816"/>
                  </a:lnTo>
                  <a:lnTo>
                    <a:pt x="25908" y="64008"/>
                  </a:lnTo>
                  <a:lnTo>
                    <a:pt x="48768" y="60960"/>
                  </a:lnTo>
                  <a:lnTo>
                    <a:pt x="137160" y="60960"/>
                  </a:lnTo>
                  <a:lnTo>
                    <a:pt x="127787" y="81610"/>
                  </a:lnTo>
                  <a:lnTo>
                    <a:pt x="118110" y="100393"/>
                  </a:lnTo>
                  <a:lnTo>
                    <a:pt x="108445" y="117754"/>
                  </a:lnTo>
                  <a:lnTo>
                    <a:pt x="99060" y="134112"/>
                  </a:lnTo>
                  <a:lnTo>
                    <a:pt x="83820" y="126492"/>
                  </a:lnTo>
                  <a:lnTo>
                    <a:pt x="84061" y="132499"/>
                  </a:lnTo>
                  <a:lnTo>
                    <a:pt x="84582" y="139065"/>
                  </a:lnTo>
                  <a:lnTo>
                    <a:pt x="85115" y="146215"/>
                  </a:lnTo>
                  <a:lnTo>
                    <a:pt x="85344" y="153924"/>
                  </a:lnTo>
                  <a:lnTo>
                    <a:pt x="66230" y="179641"/>
                  </a:lnTo>
                  <a:lnTo>
                    <a:pt x="45529" y="204216"/>
                  </a:lnTo>
                  <a:lnTo>
                    <a:pt x="23418" y="227647"/>
                  </a:lnTo>
                  <a:lnTo>
                    <a:pt x="0" y="249936"/>
                  </a:lnTo>
                  <a:lnTo>
                    <a:pt x="4572" y="254508"/>
                  </a:lnTo>
                  <a:lnTo>
                    <a:pt x="28562" y="237109"/>
                  </a:lnTo>
                  <a:lnTo>
                    <a:pt x="50101" y="219265"/>
                  </a:lnTo>
                  <a:lnTo>
                    <a:pt x="69088" y="201155"/>
                  </a:lnTo>
                  <a:lnTo>
                    <a:pt x="85344" y="182880"/>
                  </a:lnTo>
                  <a:lnTo>
                    <a:pt x="85140" y="237109"/>
                  </a:lnTo>
                  <a:lnTo>
                    <a:pt x="85013" y="254508"/>
                  </a:lnTo>
                  <a:lnTo>
                    <a:pt x="84582" y="296037"/>
                  </a:lnTo>
                  <a:lnTo>
                    <a:pt x="84048" y="336092"/>
                  </a:lnTo>
                  <a:lnTo>
                    <a:pt x="83820" y="361188"/>
                  </a:lnTo>
                  <a:lnTo>
                    <a:pt x="108204" y="345948"/>
                  </a:lnTo>
                  <a:lnTo>
                    <a:pt x="107315" y="318516"/>
                  </a:lnTo>
                  <a:lnTo>
                    <a:pt x="106870" y="278701"/>
                  </a:lnTo>
                  <a:lnTo>
                    <a:pt x="106807" y="254508"/>
                  </a:lnTo>
                  <a:lnTo>
                    <a:pt x="106692" y="182880"/>
                  </a:lnTo>
                  <a:lnTo>
                    <a:pt x="106680" y="155448"/>
                  </a:lnTo>
                  <a:lnTo>
                    <a:pt x="120942" y="134112"/>
                  </a:lnTo>
                  <a:lnTo>
                    <a:pt x="122034" y="132499"/>
                  </a:lnTo>
                  <a:lnTo>
                    <a:pt x="136588" y="108775"/>
                  </a:lnTo>
                  <a:lnTo>
                    <a:pt x="150190" y="84950"/>
                  </a:lnTo>
                  <a:lnTo>
                    <a:pt x="163068" y="60960"/>
                  </a:lnTo>
                  <a:lnTo>
                    <a:pt x="348996" y="60960"/>
                  </a:lnTo>
                  <a:close/>
                </a:path>
                <a:path w="744220" h="361314">
                  <a:moveTo>
                    <a:pt x="361188" y="231648"/>
                  </a:moveTo>
                  <a:lnTo>
                    <a:pt x="330708" y="202692"/>
                  </a:lnTo>
                  <a:lnTo>
                    <a:pt x="310896" y="222504"/>
                  </a:lnTo>
                  <a:lnTo>
                    <a:pt x="246888" y="222504"/>
                  </a:lnTo>
                  <a:lnTo>
                    <a:pt x="246888" y="188976"/>
                  </a:lnTo>
                  <a:lnTo>
                    <a:pt x="259080" y="179832"/>
                  </a:lnTo>
                  <a:lnTo>
                    <a:pt x="246888" y="172212"/>
                  </a:lnTo>
                  <a:lnTo>
                    <a:pt x="286512" y="143256"/>
                  </a:lnTo>
                  <a:lnTo>
                    <a:pt x="326136" y="128016"/>
                  </a:lnTo>
                  <a:lnTo>
                    <a:pt x="322046" y="123444"/>
                  </a:lnTo>
                  <a:lnTo>
                    <a:pt x="300228" y="99060"/>
                  </a:lnTo>
                  <a:lnTo>
                    <a:pt x="284988" y="114300"/>
                  </a:lnTo>
                  <a:lnTo>
                    <a:pt x="140208" y="114300"/>
                  </a:lnTo>
                  <a:lnTo>
                    <a:pt x="152400" y="126492"/>
                  </a:lnTo>
                  <a:lnTo>
                    <a:pt x="173736" y="123444"/>
                  </a:lnTo>
                  <a:lnTo>
                    <a:pt x="283464" y="123444"/>
                  </a:lnTo>
                  <a:lnTo>
                    <a:pt x="240792" y="167640"/>
                  </a:lnTo>
                  <a:lnTo>
                    <a:pt x="224028" y="158496"/>
                  </a:lnTo>
                  <a:lnTo>
                    <a:pt x="224917" y="171284"/>
                  </a:lnTo>
                  <a:lnTo>
                    <a:pt x="225361" y="186499"/>
                  </a:lnTo>
                  <a:lnTo>
                    <a:pt x="225513" y="201155"/>
                  </a:lnTo>
                  <a:lnTo>
                    <a:pt x="225552" y="222504"/>
                  </a:lnTo>
                  <a:lnTo>
                    <a:pt x="123444" y="222504"/>
                  </a:lnTo>
                  <a:lnTo>
                    <a:pt x="135636" y="234696"/>
                  </a:lnTo>
                  <a:lnTo>
                    <a:pt x="158496" y="231648"/>
                  </a:lnTo>
                  <a:lnTo>
                    <a:pt x="225552" y="231648"/>
                  </a:lnTo>
                  <a:lnTo>
                    <a:pt x="225552" y="318516"/>
                  </a:lnTo>
                  <a:lnTo>
                    <a:pt x="222504" y="324612"/>
                  </a:lnTo>
                  <a:lnTo>
                    <a:pt x="214884" y="324612"/>
                  </a:lnTo>
                  <a:lnTo>
                    <a:pt x="207797" y="324358"/>
                  </a:lnTo>
                  <a:lnTo>
                    <a:pt x="172212" y="321564"/>
                  </a:lnTo>
                  <a:lnTo>
                    <a:pt x="172212" y="329184"/>
                  </a:lnTo>
                  <a:lnTo>
                    <a:pt x="190461" y="336092"/>
                  </a:lnTo>
                  <a:lnTo>
                    <a:pt x="203835" y="343281"/>
                  </a:lnTo>
                  <a:lnTo>
                    <a:pt x="212077" y="351053"/>
                  </a:lnTo>
                  <a:lnTo>
                    <a:pt x="214884" y="359664"/>
                  </a:lnTo>
                  <a:lnTo>
                    <a:pt x="228892" y="352475"/>
                  </a:lnTo>
                  <a:lnTo>
                    <a:pt x="238887" y="344424"/>
                  </a:lnTo>
                  <a:lnTo>
                    <a:pt x="244894" y="335241"/>
                  </a:lnTo>
                  <a:lnTo>
                    <a:pt x="246888" y="324612"/>
                  </a:lnTo>
                  <a:lnTo>
                    <a:pt x="246888" y="231648"/>
                  </a:lnTo>
                  <a:lnTo>
                    <a:pt x="361188" y="231648"/>
                  </a:lnTo>
                  <a:close/>
                </a:path>
                <a:path w="744220" h="361314">
                  <a:moveTo>
                    <a:pt x="734580" y="79248"/>
                  </a:moveTo>
                  <a:lnTo>
                    <a:pt x="702576" y="45720"/>
                  </a:lnTo>
                  <a:lnTo>
                    <a:pt x="679716" y="68580"/>
                  </a:lnTo>
                  <a:lnTo>
                    <a:pt x="544080" y="68580"/>
                  </a:lnTo>
                  <a:lnTo>
                    <a:pt x="550367" y="55727"/>
                  </a:lnTo>
                  <a:lnTo>
                    <a:pt x="555510" y="44577"/>
                  </a:lnTo>
                  <a:lnTo>
                    <a:pt x="559511" y="35153"/>
                  </a:lnTo>
                  <a:lnTo>
                    <a:pt x="562368" y="27432"/>
                  </a:lnTo>
                  <a:lnTo>
                    <a:pt x="579132" y="18288"/>
                  </a:lnTo>
                  <a:lnTo>
                    <a:pt x="542556" y="0"/>
                  </a:lnTo>
                  <a:lnTo>
                    <a:pt x="539648" y="14579"/>
                  </a:lnTo>
                  <a:lnTo>
                    <a:pt x="535317" y="30861"/>
                  </a:lnTo>
                  <a:lnTo>
                    <a:pt x="529259" y="48869"/>
                  </a:lnTo>
                  <a:lnTo>
                    <a:pt x="521220" y="68580"/>
                  </a:lnTo>
                  <a:lnTo>
                    <a:pt x="400824" y="68580"/>
                  </a:lnTo>
                  <a:lnTo>
                    <a:pt x="414540" y="83820"/>
                  </a:lnTo>
                  <a:lnTo>
                    <a:pt x="423684" y="81826"/>
                  </a:lnTo>
                  <a:lnTo>
                    <a:pt x="432828" y="80391"/>
                  </a:lnTo>
                  <a:lnTo>
                    <a:pt x="441972" y="79540"/>
                  </a:lnTo>
                  <a:lnTo>
                    <a:pt x="451116" y="79248"/>
                  </a:lnTo>
                  <a:lnTo>
                    <a:pt x="518172" y="79248"/>
                  </a:lnTo>
                  <a:lnTo>
                    <a:pt x="506450" y="101498"/>
                  </a:lnTo>
                  <a:lnTo>
                    <a:pt x="494169" y="122301"/>
                  </a:lnTo>
                  <a:lnTo>
                    <a:pt x="481304" y="141401"/>
                  </a:lnTo>
                  <a:lnTo>
                    <a:pt x="467880" y="158496"/>
                  </a:lnTo>
                  <a:lnTo>
                    <a:pt x="452640" y="152400"/>
                  </a:lnTo>
                  <a:lnTo>
                    <a:pt x="454164" y="164592"/>
                  </a:lnTo>
                  <a:lnTo>
                    <a:pt x="454164" y="175260"/>
                  </a:lnTo>
                  <a:lnTo>
                    <a:pt x="442175" y="189814"/>
                  </a:lnTo>
                  <a:lnTo>
                    <a:pt x="426923" y="205930"/>
                  </a:lnTo>
                  <a:lnTo>
                    <a:pt x="408508" y="223481"/>
                  </a:lnTo>
                  <a:lnTo>
                    <a:pt x="387108" y="242316"/>
                  </a:lnTo>
                  <a:lnTo>
                    <a:pt x="390156" y="246888"/>
                  </a:lnTo>
                  <a:lnTo>
                    <a:pt x="405536" y="236893"/>
                  </a:lnTo>
                  <a:lnTo>
                    <a:pt x="421779" y="225171"/>
                  </a:lnTo>
                  <a:lnTo>
                    <a:pt x="438581" y="211747"/>
                  </a:lnTo>
                  <a:lnTo>
                    <a:pt x="455688" y="196596"/>
                  </a:lnTo>
                  <a:lnTo>
                    <a:pt x="455637" y="324612"/>
                  </a:lnTo>
                  <a:lnTo>
                    <a:pt x="455498" y="333946"/>
                  </a:lnTo>
                  <a:lnTo>
                    <a:pt x="455041" y="345211"/>
                  </a:lnTo>
                  <a:lnTo>
                    <a:pt x="454164" y="356616"/>
                  </a:lnTo>
                  <a:lnTo>
                    <a:pt x="477024" y="344424"/>
                  </a:lnTo>
                  <a:lnTo>
                    <a:pt x="477024" y="196596"/>
                  </a:lnTo>
                  <a:lnTo>
                    <a:pt x="477024" y="175260"/>
                  </a:lnTo>
                  <a:lnTo>
                    <a:pt x="491248" y="158496"/>
                  </a:lnTo>
                  <a:lnTo>
                    <a:pt x="493026" y="156400"/>
                  </a:lnTo>
                  <a:lnTo>
                    <a:pt x="509028" y="134112"/>
                  </a:lnTo>
                  <a:lnTo>
                    <a:pt x="525030" y="108394"/>
                  </a:lnTo>
                  <a:lnTo>
                    <a:pt x="541032" y="79248"/>
                  </a:lnTo>
                  <a:lnTo>
                    <a:pt x="734580" y="79248"/>
                  </a:lnTo>
                  <a:close/>
                </a:path>
                <a:path w="744220" h="361314">
                  <a:moveTo>
                    <a:pt x="743724" y="320040"/>
                  </a:moveTo>
                  <a:lnTo>
                    <a:pt x="713244" y="289560"/>
                  </a:lnTo>
                  <a:lnTo>
                    <a:pt x="691908" y="310896"/>
                  </a:lnTo>
                  <a:lnTo>
                    <a:pt x="615708" y="310896"/>
                  </a:lnTo>
                  <a:lnTo>
                    <a:pt x="615708" y="188976"/>
                  </a:lnTo>
                  <a:lnTo>
                    <a:pt x="722388" y="188976"/>
                  </a:lnTo>
                  <a:lnTo>
                    <a:pt x="693432" y="160020"/>
                  </a:lnTo>
                  <a:lnTo>
                    <a:pt x="673620" y="179832"/>
                  </a:lnTo>
                  <a:lnTo>
                    <a:pt x="615708" y="179832"/>
                  </a:lnTo>
                  <a:lnTo>
                    <a:pt x="615708" y="117348"/>
                  </a:lnTo>
                  <a:lnTo>
                    <a:pt x="627900" y="106680"/>
                  </a:lnTo>
                  <a:lnTo>
                    <a:pt x="592848" y="91440"/>
                  </a:lnTo>
                  <a:lnTo>
                    <a:pt x="593077" y="104038"/>
                  </a:lnTo>
                  <a:lnTo>
                    <a:pt x="593610" y="114490"/>
                  </a:lnTo>
                  <a:lnTo>
                    <a:pt x="594131" y="122948"/>
                  </a:lnTo>
                  <a:lnTo>
                    <a:pt x="594372" y="129540"/>
                  </a:lnTo>
                  <a:lnTo>
                    <a:pt x="594372" y="179832"/>
                  </a:lnTo>
                  <a:lnTo>
                    <a:pt x="504456" y="179832"/>
                  </a:lnTo>
                  <a:lnTo>
                    <a:pt x="518172" y="193548"/>
                  </a:lnTo>
                  <a:lnTo>
                    <a:pt x="527316" y="191554"/>
                  </a:lnTo>
                  <a:lnTo>
                    <a:pt x="536460" y="190119"/>
                  </a:lnTo>
                  <a:lnTo>
                    <a:pt x="545604" y="189268"/>
                  </a:lnTo>
                  <a:lnTo>
                    <a:pt x="554748" y="188976"/>
                  </a:lnTo>
                  <a:lnTo>
                    <a:pt x="594372" y="188976"/>
                  </a:lnTo>
                  <a:lnTo>
                    <a:pt x="594372" y="310896"/>
                  </a:lnTo>
                  <a:lnTo>
                    <a:pt x="484644" y="310896"/>
                  </a:lnTo>
                  <a:lnTo>
                    <a:pt x="498360" y="324612"/>
                  </a:lnTo>
                  <a:lnTo>
                    <a:pt x="507504" y="322618"/>
                  </a:lnTo>
                  <a:lnTo>
                    <a:pt x="516648" y="321183"/>
                  </a:lnTo>
                  <a:lnTo>
                    <a:pt x="525792" y="320332"/>
                  </a:lnTo>
                  <a:lnTo>
                    <a:pt x="534936" y="320040"/>
                  </a:lnTo>
                  <a:lnTo>
                    <a:pt x="743724" y="32004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79" name="object 79"/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8506967" y="6202679"/>
              <a:ext cx="167640" cy="219456"/>
            </a:xfrm>
            <a:prstGeom prst="rect">
              <a:avLst/>
            </a:prstGeom>
          </p:spPr>
        </p:pic>
        <p:pic>
          <p:nvPicPr>
            <p:cNvPr id="80" name="object 80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8712708" y="6111239"/>
              <a:ext cx="115824" cy="193547"/>
            </a:xfrm>
            <a:prstGeom prst="rect">
              <a:avLst/>
            </a:prstGeom>
          </p:spPr>
        </p:pic>
        <p:sp>
          <p:nvSpPr>
            <p:cNvPr id="81" name="object 81"/>
            <p:cNvSpPr/>
            <p:nvPr/>
          </p:nvSpPr>
          <p:spPr>
            <a:xfrm>
              <a:off x="8857488" y="6102095"/>
              <a:ext cx="347980" cy="358140"/>
            </a:xfrm>
            <a:custGeom>
              <a:avLst/>
              <a:gdLst/>
              <a:ahLst/>
              <a:cxnLst/>
              <a:rect l="l" t="t" r="r" b="b"/>
              <a:pathLst>
                <a:path w="347979" h="358139">
                  <a:moveTo>
                    <a:pt x="262128" y="99060"/>
                  </a:moveTo>
                  <a:lnTo>
                    <a:pt x="240792" y="99060"/>
                  </a:lnTo>
                  <a:lnTo>
                    <a:pt x="240768" y="64722"/>
                  </a:lnTo>
                  <a:lnTo>
                    <a:pt x="240601" y="36957"/>
                  </a:lnTo>
                  <a:lnTo>
                    <a:pt x="240149" y="15478"/>
                  </a:lnTo>
                  <a:lnTo>
                    <a:pt x="239268" y="0"/>
                  </a:lnTo>
                  <a:lnTo>
                    <a:pt x="275844" y="16764"/>
                  </a:lnTo>
                  <a:lnTo>
                    <a:pt x="262128" y="27432"/>
                  </a:lnTo>
                  <a:lnTo>
                    <a:pt x="262128" y="99060"/>
                  </a:lnTo>
                  <a:close/>
                </a:path>
                <a:path w="347979" h="358139">
                  <a:moveTo>
                    <a:pt x="345440" y="99060"/>
                  </a:moveTo>
                  <a:lnTo>
                    <a:pt x="312420" y="99060"/>
                  </a:lnTo>
                  <a:lnTo>
                    <a:pt x="323088" y="82296"/>
                  </a:lnTo>
                  <a:lnTo>
                    <a:pt x="345440" y="99060"/>
                  </a:lnTo>
                  <a:close/>
                </a:path>
                <a:path w="347979" h="358139">
                  <a:moveTo>
                    <a:pt x="170688" y="242316"/>
                  </a:moveTo>
                  <a:lnTo>
                    <a:pt x="171569" y="225171"/>
                  </a:lnTo>
                  <a:lnTo>
                    <a:pt x="172021" y="205740"/>
                  </a:lnTo>
                  <a:lnTo>
                    <a:pt x="172063" y="200215"/>
                  </a:lnTo>
                  <a:lnTo>
                    <a:pt x="172188" y="136588"/>
                  </a:lnTo>
                  <a:lnTo>
                    <a:pt x="172021" y="116586"/>
                  </a:lnTo>
                  <a:lnTo>
                    <a:pt x="171584" y="100584"/>
                  </a:lnTo>
                  <a:lnTo>
                    <a:pt x="171505" y="99060"/>
                  </a:lnTo>
                  <a:lnTo>
                    <a:pt x="170688" y="86868"/>
                  </a:lnTo>
                  <a:lnTo>
                    <a:pt x="192024" y="99060"/>
                  </a:lnTo>
                  <a:lnTo>
                    <a:pt x="345440" y="99060"/>
                  </a:lnTo>
                  <a:lnTo>
                    <a:pt x="347472" y="100584"/>
                  </a:lnTo>
                  <a:lnTo>
                    <a:pt x="339852" y="108204"/>
                  </a:lnTo>
                  <a:lnTo>
                    <a:pt x="192024" y="108204"/>
                  </a:lnTo>
                  <a:lnTo>
                    <a:pt x="192024" y="204216"/>
                  </a:lnTo>
                  <a:lnTo>
                    <a:pt x="336054" y="204216"/>
                  </a:lnTo>
                  <a:lnTo>
                    <a:pt x="336354" y="213360"/>
                  </a:lnTo>
                  <a:lnTo>
                    <a:pt x="192024" y="213360"/>
                  </a:lnTo>
                  <a:lnTo>
                    <a:pt x="192024" y="233172"/>
                  </a:lnTo>
                  <a:lnTo>
                    <a:pt x="170688" y="242316"/>
                  </a:lnTo>
                  <a:close/>
                </a:path>
                <a:path w="347979" h="358139">
                  <a:moveTo>
                    <a:pt x="262128" y="204216"/>
                  </a:moveTo>
                  <a:lnTo>
                    <a:pt x="240792" y="204216"/>
                  </a:lnTo>
                  <a:lnTo>
                    <a:pt x="240792" y="108204"/>
                  </a:lnTo>
                  <a:lnTo>
                    <a:pt x="262128" y="108204"/>
                  </a:lnTo>
                  <a:lnTo>
                    <a:pt x="262128" y="204216"/>
                  </a:lnTo>
                  <a:close/>
                </a:path>
                <a:path w="347979" h="358139">
                  <a:moveTo>
                    <a:pt x="336054" y="204216"/>
                  </a:moveTo>
                  <a:lnTo>
                    <a:pt x="315468" y="204216"/>
                  </a:lnTo>
                  <a:lnTo>
                    <a:pt x="315468" y="108204"/>
                  </a:lnTo>
                  <a:lnTo>
                    <a:pt x="339852" y="108204"/>
                  </a:lnTo>
                  <a:lnTo>
                    <a:pt x="335280" y="112776"/>
                  </a:lnTo>
                  <a:lnTo>
                    <a:pt x="335400" y="160020"/>
                  </a:lnTo>
                  <a:lnTo>
                    <a:pt x="335470" y="172212"/>
                  </a:lnTo>
                  <a:lnTo>
                    <a:pt x="335922" y="200215"/>
                  </a:lnTo>
                  <a:lnTo>
                    <a:pt x="336054" y="204216"/>
                  </a:lnTo>
                  <a:close/>
                </a:path>
                <a:path w="347979" h="358139">
                  <a:moveTo>
                    <a:pt x="239268" y="356616"/>
                  </a:moveTo>
                  <a:lnTo>
                    <a:pt x="240149" y="326945"/>
                  </a:lnTo>
                  <a:lnTo>
                    <a:pt x="240601" y="292989"/>
                  </a:lnTo>
                  <a:lnTo>
                    <a:pt x="240729" y="263890"/>
                  </a:lnTo>
                  <a:lnTo>
                    <a:pt x="240792" y="213360"/>
                  </a:lnTo>
                  <a:lnTo>
                    <a:pt x="262128" y="213360"/>
                  </a:lnTo>
                  <a:lnTo>
                    <a:pt x="262151" y="263890"/>
                  </a:lnTo>
                  <a:lnTo>
                    <a:pt x="262318" y="303276"/>
                  </a:lnTo>
                  <a:lnTo>
                    <a:pt x="262770" y="331231"/>
                  </a:lnTo>
                  <a:lnTo>
                    <a:pt x="263652" y="347472"/>
                  </a:lnTo>
                  <a:lnTo>
                    <a:pt x="239268" y="356616"/>
                  </a:lnTo>
                  <a:close/>
                </a:path>
                <a:path w="347979" h="358139">
                  <a:moveTo>
                    <a:pt x="315468" y="234696"/>
                  </a:moveTo>
                  <a:lnTo>
                    <a:pt x="315468" y="213360"/>
                  </a:lnTo>
                  <a:lnTo>
                    <a:pt x="336354" y="213360"/>
                  </a:lnTo>
                  <a:lnTo>
                    <a:pt x="336804" y="227076"/>
                  </a:lnTo>
                  <a:lnTo>
                    <a:pt x="315468" y="234696"/>
                  </a:lnTo>
                  <a:close/>
                </a:path>
                <a:path w="347979" h="358139">
                  <a:moveTo>
                    <a:pt x="13716" y="54864"/>
                  </a:moveTo>
                  <a:lnTo>
                    <a:pt x="13716" y="48768"/>
                  </a:lnTo>
                  <a:lnTo>
                    <a:pt x="29122" y="46196"/>
                  </a:lnTo>
                  <a:lnTo>
                    <a:pt x="45529" y="43053"/>
                  </a:lnTo>
                  <a:lnTo>
                    <a:pt x="97917" y="29956"/>
                  </a:lnTo>
                  <a:lnTo>
                    <a:pt x="135636" y="10668"/>
                  </a:lnTo>
                  <a:lnTo>
                    <a:pt x="158496" y="36576"/>
                  </a:lnTo>
                  <a:lnTo>
                    <a:pt x="144518" y="38623"/>
                  </a:lnTo>
                  <a:lnTo>
                    <a:pt x="115419" y="42148"/>
                  </a:lnTo>
                  <a:lnTo>
                    <a:pt x="100584" y="44196"/>
                  </a:lnTo>
                  <a:lnTo>
                    <a:pt x="100584" y="47244"/>
                  </a:lnTo>
                  <a:lnTo>
                    <a:pt x="80772" y="47244"/>
                  </a:lnTo>
                  <a:lnTo>
                    <a:pt x="64508" y="49506"/>
                  </a:lnTo>
                  <a:lnTo>
                    <a:pt x="47815" y="51625"/>
                  </a:lnTo>
                  <a:lnTo>
                    <a:pt x="30837" y="53459"/>
                  </a:lnTo>
                  <a:lnTo>
                    <a:pt x="13716" y="54864"/>
                  </a:lnTo>
                  <a:close/>
                </a:path>
                <a:path w="347979" h="358139">
                  <a:moveTo>
                    <a:pt x="100584" y="114300"/>
                  </a:moveTo>
                  <a:lnTo>
                    <a:pt x="80772" y="114300"/>
                  </a:lnTo>
                  <a:lnTo>
                    <a:pt x="80772" y="47244"/>
                  </a:lnTo>
                  <a:lnTo>
                    <a:pt x="100584" y="47244"/>
                  </a:lnTo>
                  <a:lnTo>
                    <a:pt x="100584" y="114300"/>
                  </a:lnTo>
                  <a:close/>
                </a:path>
                <a:path w="347979" h="358139">
                  <a:moveTo>
                    <a:pt x="16764" y="128016"/>
                  </a:moveTo>
                  <a:lnTo>
                    <a:pt x="3048" y="114300"/>
                  </a:lnTo>
                  <a:lnTo>
                    <a:pt x="118872" y="114300"/>
                  </a:lnTo>
                  <a:lnTo>
                    <a:pt x="137160" y="96012"/>
                  </a:lnTo>
                  <a:lnTo>
                    <a:pt x="163068" y="123444"/>
                  </a:lnTo>
                  <a:lnTo>
                    <a:pt x="53340" y="123444"/>
                  </a:lnTo>
                  <a:lnTo>
                    <a:pt x="43338" y="123729"/>
                  </a:lnTo>
                  <a:lnTo>
                    <a:pt x="33908" y="124587"/>
                  </a:lnTo>
                  <a:lnTo>
                    <a:pt x="25050" y="126015"/>
                  </a:lnTo>
                  <a:lnTo>
                    <a:pt x="16764" y="128016"/>
                  </a:lnTo>
                  <a:close/>
                </a:path>
                <a:path w="347979" h="358139">
                  <a:moveTo>
                    <a:pt x="3048" y="281940"/>
                  </a:moveTo>
                  <a:lnTo>
                    <a:pt x="0" y="277368"/>
                  </a:lnTo>
                  <a:lnTo>
                    <a:pt x="14287" y="257913"/>
                  </a:lnTo>
                  <a:lnTo>
                    <a:pt x="27432" y="238315"/>
                  </a:lnTo>
                  <a:lnTo>
                    <a:pt x="50292" y="198120"/>
                  </a:lnTo>
                  <a:lnTo>
                    <a:pt x="68389" y="159639"/>
                  </a:lnTo>
                  <a:lnTo>
                    <a:pt x="80772" y="123444"/>
                  </a:lnTo>
                  <a:lnTo>
                    <a:pt x="100584" y="123444"/>
                  </a:lnTo>
                  <a:lnTo>
                    <a:pt x="100584" y="158496"/>
                  </a:lnTo>
                  <a:lnTo>
                    <a:pt x="117157" y="163949"/>
                  </a:lnTo>
                  <a:lnTo>
                    <a:pt x="122826" y="166116"/>
                  </a:lnTo>
                  <a:lnTo>
                    <a:pt x="100584" y="166116"/>
                  </a:lnTo>
                  <a:lnTo>
                    <a:pt x="100589" y="181356"/>
                  </a:lnTo>
                  <a:lnTo>
                    <a:pt x="80772" y="181356"/>
                  </a:lnTo>
                  <a:lnTo>
                    <a:pt x="64770" y="210788"/>
                  </a:lnTo>
                  <a:lnTo>
                    <a:pt x="46482" y="237363"/>
                  </a:lnTo>
                  <a:lnTo>
                    <a:pt x="25908" y="261080"/>
                  </a:lnTo>
                  <a:lnTo>
                    <a:pt x="3048" y="281940"/>
                  </a:lnTo>
                  <a:close/>
                </a:path>
                <a:path w="347979" h="358139">
                  <a:moveTo>
                    <a:pt x="146304" y="219456"/>
                  </a:moveTo>
                  <a:lnTo>
                    <a:pt x="141732" y="219456"/>
                  </a:lnTo>
                  <a:lnTo>
                    <a:pt x="138684" y="214884"/>
                  </a:lnTo>
                  <a:lnTo>
                    <a:pt x="134112" y="205740"/>
                  </a:lnTo>
                  <a:lnTo>
                    <a:pt x="128444" y="195476"/>
                  </a:lnTo>
                  <a:lnTo>
                    <a:pt x="120777" y="185356"/>
                  </a:lnTo>
                  <a:lnTo>
                    <a:pt x="111394" y="175521"/>
                  </a:lnTo>
                  <a:lnTo>
                    <a:pt x="100584" y="166116"/>
                  </a:lnTo>
                  <a:lnTo>
                    <a:pt x="122826" y="166116"/>
                  </a:lnTo>
                  <a:lnTo>
                    <a:pt x="153924" y="188976"/>
                  </a:lnTo>
                  <a:lnTo>
                    <a:pt x="153924" y="198120"/>
                  </a:lnTo>
                  <a:lnTo>
                    <a:pt x="150876" y="210312"/>
                  </a:lnTo>
                  <a:lnTo>
                    <a:pt x="146304" y="219456"/>
                  </a:lnTo>
                  <a:close/>
                </a:path>
                <a:path w="347979" h="358139">
                  <a:moveTo>
                    <a:pt x="79248" y="358140"/>
                  </a:moveTo>
                  <a:lnTo>
                    <a:pt x="80129" y="321302"/>
                  </a:lnTo>
                  <a:lnTo>
                    <a:pt x="80554" y="281940"/>
                  </a:lnTo>
                  <a:lnTo>
                    <a:pt x="80647" y="261080"/>
                  </a:lnTo>
                  <a:lnTo>
                    <a:pt x="80772" y="181356"/>
                  </a:lnTo>
                  <a:lnTo>
                    <a:pt x="100589" y="181356"/>
                  </a:lnTo>
                  <a:lnTo>
                    <a:pt x="100683" y="261080"/>
                  </a:lnTo>
                  <a:lnTo>
                    <a:pt x="100774" y="290512"/>
                  </a:lnTo>
                  <a:lnTo>
                    <a:pt x="101226" y="327493"/>
                  </a:lnTo>
                  <a:lnTo>
                    <a:pt x="102108" y="347472"/>
                  </a:lnTo>
                  <a:lnTo>
                    <a:pt x="79248" y="35814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82" name="object 82"/>
          <p:cNvSpPr/>
          <p:nvPr/>
        </p:nvSpPr>
        <p:spPr>
          <a:xfrm>
            <a:off x="9252203" y="6118859"/>
            <a:ext cx="356870" cy="335280"/>
          </a:xfrm>
          <a:custGeom>
            <a:avLst/>
            <a:gdLst/>
            <a:ahLst/>
            <a:cxnLst/>
            <a:rect l="l" t="t" r="r" b="b"/>
            <a:pathLst>
              <a:path w="356870" h="335279">
                <a:moveTo>
                  <a:pt x="13716" y="36576"/>
                </a:moveTo>
                <a:lnTo>
                  <a:pt x="0" y="22860"/>
                </a:lnTo>
                <a:lnTo>
                  <a:pt x="301752" y="22860"/>
                </a:lnTo>
                <a:lnTo>
                  <a:pt x="324612" y="0"/>
                </a:lnTo>
                <a:lnTo>
                  <a:pt x="356616" y="32004"/>
                </a:lnTo>
                <a:lnTo>
                  <a:pt x="50292" y="32004"/>
                </a:lnTo>
                <a:lnTo>
                  <a:pt x="40290" y="32289"/>
                </a:lnTo>
                <a:lnTo>
                  <a:pt x="30861" y="33147"/>
                </a:lnTo>
                <a:lnTo>
                  <a:pt x="22002" y="34575"/>
                </a:lnTo>
                <a:lnTo>
                  <a:pt x="13716" y="36576"/>
                </a:lnTo>
                <a:close/>
              </a:path>
              <a:path w="356870" h="335279">
                <a:moveTo>
                  <a:pt x="281748" y="297179"/>
                </a:moveTo>
                <a:lnTo>
                  <a:pt x="242316" y="297179"/>
                </a:lnTo>
                <a:lnTo>
                  <a:pt x="252055" y="296632"/>
                </a:lnTo>
                <a:lnTo>
                  <a:pt x="258508" y="292798"/>
                </a:lnTo>
                <a:lnTo>
                  <a:pt x="261818" y="285821"/>
                </a:lnTo>
                <a:lnTo>
                  <a:pt x="262128" y="275843"/>
                </a:lnTo>
                <a:lnTo>
                  <a:pt x="262128" y="32004"/>
                </a:lnTo>
                <a:lnTo>
                  <a:pt x="283464" y="32004"/>
                </a:lnTo>
                <a:lnTo>
                  <a:pt x="283464" y="281940"/>
                </a:lnTo>
                <a:lnTo>
                  <a:pt x="281748" y="297179"/>
                </a:lnTo>
                <a:close/>
              </a:path>
              <a:path w="356870" h="335279">
                <a:moveTo>
                  <a:pt x="192141" y="96012"/>
                </a:moveTo>
                <a:lnTo>
                  <a:pt x="163068" y="96012"/>
                </a:lnTo>
                <a:lnTo>
                  <a:pt x="172212" y="80772"/>
                </a:lnTo>
                <a:lnTo>
                  <a:pt x="192141" y="96012"/>
                </a:lnTo>
                <a:close/>
              </a:path>
              <a:path w="356870" h="335279">
                <a:moveTo>
                  <a:pt x="54864" y="262128"/>
                </a:moveTo>
                <a:lnTo>
                  <a:pt x="55745" y="236434"/>
                </a:lnTo>
                <a:lnTo>
                  <a:pt x="56197" y="212026"/>
                </a:lnTo>
                <a:lnTo>
                  <a:pt x="56248" y="204978"/>
                </a:lnTo>
                <a:lnTo>
                  <a:pt x="56364" y="147685"/>
                </a:lnTo>
                <a:lnTo>
                  <a:pt x="56197" y="126873"/>
                </a:lnTo>
                <a:lnTo>
                  <a:pt x="55731" y="105156"/>
                </a:lnTo>
                <a:lnTo>
                  <a:pt x="54864" y="83820"/>
                </a:lnTo>
                <a:lnTo>
                  <a:pt x="79248" y="96012"/>
                </a:lnTo>
                <a:lnTo>
                  <a:pt x="192141" y="96012"/>
                </a:lnTo>
                <a:lnTo>
                  <a:pt x="198119" y="100584"/>
                </a:lnTo>
                <a:lnTo>
                  <a:pt x="192894" y="105156"/>
                </a:lnTo>
                <a:lnTo>
                  <a:pt x="77724" y="105156"/>
                </a:lnTo>
                <a:lnTo>
                  <a:pt x="77724" y="210312"/>
                </a:lnTo>
                <a:lnTo>
                  <a:pt x="186865" y="210312"/>
                </a:lnTo>
                <a:lnTo>
                  <a:pt x="187165" y="219455"/>
                </a:lnTo>
                <a:lnTo>
                  <a:pt x="77724" y="219455"/>
                </a:lnTo>
                <a:lnTo>
                  <a:pt x="77724" y="254508"/>
                </a:lnTo>
                <a:lnTo>
                  <a:pt x="54864" y="262128"/>
                </a:lnTo>
                <a:close/>
              </a:path>
              <a:path w="356870" h="335279">
                <a:moveTo>
                  <a:pt x="186865" y="210312"/>
                </a:moveTo>
                <a:lnTo>
                  <a:pt x="164592" y="210312"/>
                </a:lnTo>
                <a:lnTo>
                  <a:pt x="164592" y="105156"/>
                </a:lnTo>
                <a:lnTo>
                  <a:pt x="192894" y="105156"/>
                </a:lnTo>
                <a:lnTo>
                  <a:pt x="185928" y="111252"/>
                </a:lnTo>
                <a:lnTo>
                  <a:pt x="185928" y="176784"/>
                </a:lnTo>
                <a:lnTo>
                  <a:pt x="186166" y="190166"/>
                </a:lnTo>
                <a:lnTo>
                  <a:pt x="186865" y="210312"/>
                </a:lnTo>
                <a:close/>
              </a:path>
              <a:path w="356870" h="335279">
                <a:moveTo>
                  <a:pt x="164592" y="246888"/>
                </a:moveTo>
                <a:lnTo>
                  <a:pt x="164592" y="219455"/>
                </a:lnTo>
                <a:lnTo>
                  <a:pt x="187165" y="219455"/>
                </a:lnTo>
                <a:lnTo>
                  <a:pt x="187213" y="220932"/>
                </a:lnTo>
                <a:lnTo>
                  <a:pt x="187452" y="237743"/>
                </a:lnTo>
                <a:lnTo>
                  <a:pt x="164592" y="246888"/>
                </a:lnTo>
                <a:close/>
              </a:path>
              <a:path w="356870" h="335279">
                <a:moveTo>
                  <a:pt x="249936" y="335280"/>
                </a:moveTo>
                <a:lnTo>
                  <a:pt x="245030" y="325302"/>
                </a:lnTo>
                <a:lnTo>
                  <a:pt x="234696" y="316039"/>
                </a:lnTo>
                <a:lnTo>
                  <a:pt x="218646" y="307633"/>
                </a:lnTo>
                <a:lnTo>
                  <a:pt x="196595" y="300228"/>
                </a:lnTo>
                <a:lnTo>
                  <a:pt x="196595" y="292608"/>
                </a:lnTo>
                <a:lnTo>
                  <a:pt x="242316" y="297179"/>
                </a:lnTo>
                <a:lnTo>
                  <a:pt x="281748" y="297179"/>
                </a:lnTo>
                <a:lnTo>
                  <a:pt x="281439" y="299918"/>
                </a:lnTo>
                <a:lnTo>
                  <a:pt x="275272" y="314896"/>
                </a:lnTo>
                <a:lnTo>
                  <a:pt x="264818" y="326731"/>
                </a:lnTo>
                <a:lnTo>
                  <a:pt x="249936" y="33528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3" name="object 83"/>
          <p:cNvSpPr/>
          <p:nvPr/>
        </p:nvSpPr>
        <p:spPr>
          <a:xfrm>
            <a:off x="9656064" y="6100571"/>
            <a:ext cx="341630" cy="358140"/>
          </a:xfrm>
          <a:custGeom>
            <a:avLst/>
            <a:gdLst/>
            <a:ahLst/>
            <a:cxnLst/>
            <a:rect l="l" t="t" r="r" b="b"/>
            <a:pathLst>
              <a:path w="341629" h="358139">
                <a:moveTo>
                  <a:pt x="15240" y="121920"/>
                </a:moveTo>
                <a:lnTo>
                  <a:pt x="0" y="92964"/>
                </a:lnTo>
                <a:lnTo>
                  <a:pt x="8572" y="90939"/>
                </a:lnTo>
                <a:lnTo>
                  <a:pt x="18288" y="84772"/>
                </a:lnTo>
                <a:lnTo>
                  <a:pt x="52863" y="43719"/>
                </a:lnTo>
                <a:lnTo>
                  <a:pt x="77724" y="0"/>
                </a:lnTo>
                <a:lnTo>
                  <a:pt x="105156" y="22860"/>
                </a:lnTo>
                <a:lnTo>
                  <a:pt x="64008" y="53340"/>
                </a:lnTo>
                <a:lnTo>
                  <a:pt x="52244" y="67079"/>
                </a:lnTo>
                <a:lnTo>
                  <a:pt x="41910" y="78676"/>
                </a:lnTo>
                <a:lnTo>
                  <a:pt x="32718" y="88272"/>
                </a:lnTo>
                <a:lnTo>
                  <a:pt x="24384" y="96012"/>
                </a:lnTo>
                <a:lnTo>
                  <a:pt x="170005" y="96012"/>
                </a:lnTo>
                <a:lnTo>
                  <a:pt x="170460" y="99060"/>
                </a:lnTo>
                <a:lnTo>
                  <a:pt x="143256" y="99060"/>
                </a:lnTo>
                <a:lnTo>
                  <a:pt x="129516" y="100464"/>
                </a:lnTo>
                <a:lnTo>
                  <a:pt x="73152" y="106680"/>
                </a:lnTo>
                <a:lnTo>
                  <a:pt x="53173" y="109275"/>
                </a:lnTo>
                <a:lnTo>
                  <a:pt x="36766" y="112585"/>
                </a:lnTo>
                <a:lnTo>
                  <a:pt x="24074" y="116752"/>
                </a:lnTo>
                <a:lnTo>
                  <a:pt x="15240" y="121920"/>
                </a:lnTo>
                <a:close/>
              </a:path>
              <a:path w="341629" h="358139">
                <a:moveTo>
                  <a:pt x="170005" y="96012"/>
                </a:moveTo>
                <a:lnTo>
                  <a:pt x="24384" y="96012"/>
                </a:lnTo>
                <a:lnTo>
                  <a:pt x="140208" y="92964"/>
                </a:lnTo>
                <a:lnTo>
                  <a:pt x="133588" y="80105"/>
                </a:lnTo>
                <a:lnTo>
                  <a:pt x="127254" y="68961"/>
                </a:lnTo>
                <a:lnTo>
                  <a:pt x="120919" y="59531"/>
                </a:lnTo>
                <a:lnTo>
                  <a:pt x="114300" y="51816"/>
                </a:lnTo>
                <a:lnTo>
                  <a:pt x="117348" y="47244"/>
                </a:lnTo>
                <a:lnTo>
                  <a:pt x="149494" y="69318"/>
                </a:lnTo>
                <a:lnTo>
                  <a:pt x="169830" y="94845"/>
                </a:lnTo>
                <a:lnTo>
                  <a:pt x="170005" y="96012"/>
                </a:lnTo>
                <a:close/>
              </a:path>
              <a:path w="341629" h="358139">
                <a:moveTo>
                  <a:pt x="156972" y="123444"/>
                </a:moveTo>
                <a:lnTo>
                  <a:pt x="152400" y="123444"/>
                </a:lnTo>
                <a:lnTo>
                  <a:pt x="150876" y="121920"/>
                </a:lnTo>
                <a:lnTo>
                  <a:pt x="150876" y="118872"/>
                </a:lnTo>
                <a:lnTo>
                  <a:pt x="149352" y="112776"/>
                </a:lnTo>
                <a:lnTo>
                  <a:pt x="146304" y="106680"/>
                </a:lnTo>
                <a:lnTo>
                  <a:pt x="143256" y="99060"/>
                </a:lnTo>
                <a:lnTo>
                  <a:pt x="170460" y="99060"/>
                </a:lnTo>
                <a:lnTo>
                  <a:pt x="170670" y="100464"/>
                </a:lnTo>
                <a:lnTo>
                  <a:pt x="170688" y="108204"/>
                </a:lnTo>
                <a:lnTo>
                  <a:pt x="167640" y="114300"/>
                </a:lnTo>
                <a:lnTo>
                  <a:pt x="163068" y="117348"/>
                </a:lnTo>
                <a:lnTo>
                  <a:pt x="156972" y="123444"/>
                </a:lnTo>
                <a:close/>
              </a:path>
              <a:path w="341629" h="358139">
                <a:moveTo>
                  <a:pt x="150172" y="144780"/>
                </a:moveTo>
                <a:lnTo>
                  <a:pt x="120396" y="144780"/>
                </a:lnTo>
                <a:lnTo>
                  <a:pt x="132588" y="129540"/>
                </a:lnTo>
                <a:lnTo>
                  <a:pt x="150172" y="144780"/>
                </a:lnTo>
                <a:close/>
              </a:path>
              <a:path w="341629" h="358139">
                <a:moveTo>
                  <a:pt x="19812" y="358139"/>
                </a:moveTo>
                <a:lnTo>
                  <a:pt x="20693" y="338732"/>
                </a:lnTo>
                <a:lnTo>
                  <a:pt x="21145" y="312610"/>
                </a:lnTo>
                <a:lnTo>
                  <a:pt x="21260" y="192024"/>
                </a:lnTo>
                <a:lnTo>
                  <a:pt x="21145" y="170688"/>
                </a:lnTo>
                <a:lnTo>
                  <a:pt x="20693" y="147780"/>
                </a:lnTo>
                <a:lnTo>
                  <a:pt x="19812" y="132588"/>
                </a:lnTo>
                <a:lnTo>
                  <a:pt x="42672" y="144780"/>
                </a:lnTo>
                <a:lnTo>
                  <a:pt x="150172" y="144780"/>
                </a:lnTo>
                <a:lnTo>
                  <a:pt x="155448" y="149352"/>
                </a:lnTo>
                <a:lnTo>
                  <a:pt x="150222" y="153924"/>
                </a:lnTo>
                <a:lnTo>
                  <a:pt x="42672" y="153924"/>
                </a:lnTo>
                <a:lnTo>
                  <a:pt x="42672" y="192024"/>
                </a:lnTo>
                <a:lnTo>
                  <a:pt x="143256" y="192024"/>
                </a:lnTo>
                <a:lnTo>
                  <a:pt x="143256" y="201168"/>
                </a:lnTo>
                <a:lnTo>
                  <a:pt x="42672" y="201168"/>
                </a:lnTo>
                <a:lnTo>
                  <a:pt x="42672" y="245364"/>
                </a:lnTo>
                <a:lnTo>
                  <a:pt x="143256" y="245364"/>
                </a:lnTo>
                <a:lnTo>
                  <a:pt x="143256" y="254507"/>
                </a:lnTo>
                <a:lnTo>
                  <a:pt x="42672" y="254507"/>
                </a:lnTo>
                <a:lnTo>
                  <a:pt x="42672" y="345948"/>
                </a:lnTo>
                <a:lnTo>
                  <a:pt x="19812" y="358139"/>
                </a:lnTo>
                <a:close/>
              </a:path>
              <a:path w="341629" h="358139">
                <a:moveTo>
                  <a:pt x="143256" y="192024"/>
                </a:moveTo>
                <a:lnTo>
                  <a:pt x="123444" y="192024"/>
                </a:lnTo>
                <a:lnTo>
                  <a:pt x="123444" y="153924"/>
                </a:lnTo>
                <a:lnTo>
                  <a:pt x="150222" y="153924"/>
                </a:lnTo>
                <a:lnTo>
                  <a:pt x="143256" y="160019"/>
                </a:lnTo>
                <a:lnTo>
                  <a:pt x="143256" y="192024"/>
                </a:lnTo>
                <a:close/>
              </a:path>
              <a:path w="341629" h="358139">
                <a:moveTo>
                  <a:pt x="143256" y="245364"/>
                </a:moveTo>
                <a:lnTo>
                  <a:pt x="123444" y="245364"/>
                </a:lnTo>
                <a:lnTo>
                  <a:pt x="123444" y="201168"/>
                </a:lnTo>
                <a:lnTo>
                  <a:pt x="143256" y="201168"/>
                </a:lnTo>
                <a:lnTo>
                  <a:pt x="143256" y="245364"/>
                </a:lnTo>
                <a:close/>
              </a:path>
              <a:path w="341629" h="358139">
                <a:moveTo>
                  <a:pt x="143081" y="324612"/>
                </a:moveTo>
                <a:lnTo>
                  <a:pt x="120396" y="324612"/>
                </a:lnTo>
                <a:lnTo>
                  <a:pt x="123444" y="320039"/>
                </a:lnTo>
                <a:lnTo>
                  <a:pt x="123444" y="254507"/>
                </a:lnTo>
                <a:lnTo>
                  <a:pt x="143256" y="254507"/>
                </a:lnTo>
                <a:lnTo>
                  <a:pt x="143139" y="321563"/>
                </a:lnTo>
                <a:lnTo>
                  <a:pt x="143081" y="324612"/>
                </a:lnTo>
                <a:close/>
              </a:path>
              <a:path w="341629" h="358139">
                <a:moveTo>
                  <a:pt x="112776" y="358139"/>
                </a:moveTo>
                <a:lnTo>
                  <a:pt x="110228" y="349305"/>
                </a:lnTo>
                <a:lnTo>
                  <a:pt x="102679" y="341185"/>
                </a:lnTo>
                <a:lnTo>
                  <a:pt x="90273" y="333922"/>
                </a:lnTo>
                <a:lnTo>
                  <a:pt x="73152" y="327660"/>
                </a:lnTo>
                <a:lnTo>
                  <a:pt x="73152" y="321563"/>
                </a:lnTo>
                <a:lnTo>
                  <a:pt x="106799" y="324350"/>
                </a:lnTo>
                <a:lnTo>
                  <a:pt x="112776" y="324612"/>
                </a:lnTo>
                <a:lnTo>
                  <a:pt x="143081" y="324612"/>
                </a:lnTo>
                <a:lnTo>
                  <a:pt x="142994" y="329207"/>
                </a:lnTo>
                <a:lnTo>
                  <a:pt x="137731" y="340804"/>
                </a:lnTo>
                <a:lnTo>
                  <a:pt x="127611" y="350400"/>
                </a:lnTo>
                <a:lnTo>
                  <a:pt x="112776" y="358139"/>
                </a:lnTo>
                <a:close/>
              </a:path>
              <a:path w="341629" h="358139">
                <a:moveTo>
                  <a:pt x="292607" y="161543"/>
                </a:moveTo>
                <a:lnTo>
                  <a:pt x="228600" y="161543"/>
                </a:lnTo>
                <a:lnTo>
                  <a:pt x="213717" y="159829"/>
                </a:lnTo>
                <a:lnTo>
                  <a:pt x="203263" y="154685"/>
                </a:lnTo>
                <a:lnTo>
                  <a:pt x="197096" y="146113"/>
                </a:lnTo>
                <a:lnTo>
                  <a:pt x="195072" y="134112"/>
                </a:lnTo>
                <a:lnTo>
                  <a:pt x="194993" y="73985"/>
                </a:lnTo>
                <a:lnTo>
                  <a:pt x="194881" y="49339"/>
                </a:lnTo>
                <a:lnTo>
                  <a:pt x="194429" y="23741"/>
                </a:lnTo>
                <a:lnTo>
                  <a:pt x="193548" y="9144"/>
                </a:lnTo>
                <a:lnTo>
                  <a:pt x="230124" y="24384"/>
                </a:lnTo>
                <a:lnTo>
                  <a:pt x="216408" y="36576"/>
                </a:lnTo>
                <a:lnTo>
                  <a:pt x="216408" y="91440"/>
                </a:lnTo>
                <a:lnTo>
                  <a:pt x="235085" y="91440"/>
                </a:lnTo>
                <a:lnTo>
                  <a:pt x="234148" y="91844"/>
                </a:lnTo>
                <a:lnTo>
                  <a:pt x="216408" y="99060"/>
                </a:lnTo>
                <a:lnTo>
                  <a:pt x="216494" y="128444"/>
                </a:lnTo>
                <a:lnTo>
                  <a:pt x="217836" y="135135"/>
                </a:lnTo>
                <a:lnTo>
                  <a:pt x="222123" y="140398"/>
                </a:lnTo>
                <a:lnTo>
                  <a:pt x="229266" y="143660"/>
                </a:lnTo>
                <a:lnTo>
                  <a:pt x="239267" y="144780"/>
                </a:lnTo>
                <a:lnTo>
                  <a:pt x="334487" y="144780"/>
                </a:lnTo>
                <a:lnTo>
                  <a:pt x="330541" y="149971"/>
                </a:lnTo>
                <a:lnTo>
                  <a:pt x="320992" y="156209"/>
                </a:lnTo>
                <a:lnTo>
                  <a:pt x="308300" y="160162"/>
                </a:lnTo>
                <a:lnTo>
                  <a:pt x="292607" y="161543"/>
                </a:lnTo>
                <a:close/>
              </a:path>
              <a:path w="341629" h="358139">
                <a:moveTo>
                  <a:pt x="235085" y="91440"/>
                </a:moveTo>
                <a:lnTo>
                  <a:pt x="216408" y="91440"/>
                </a:lnTo>
                <a:lnTo>
                  <a:pt x="238077" y="78557"/>
                </a:lnTo>
                <a:lnTo>
                  <a:pt x="257175" y="64960"/>
                </a:lnTo>
                <a:lnTo>
                  <a:pt x="273415" y="50506"/>
                </a:lnTo>
                <a:lnTo>
                  <a:pt x="286512" y="35052"/>
                </a:lnTo>
                <a:lnTo>
                  <a:pt x="309372" y="60960"/>
                </a:lnTo>
                <a:lnTo>
                  <a:pt x="295655" y="62484"/>
                </a:lnTo>
                <a:lnTo>
                  <a:pt x="273629" y="73985"/>
                </a:lnTo>
                <a:lnTo>
                  <a:pt x="253174" y="83629"/>
                </a:lnTo>
                <a:lnTo>
                  <a:pt x="235085" y="91440"/>
                </a:lnTo>
                <a:close/>
              </a:path>
              <a:path w="341629" h="358139">
                <a:moveTo>
                  <a:pt x="334487" y="144780"/>
                </a:moveTo>
                <a:lnTo>
                  <a:pt x="291084" y="144780"/>
                </a:lnTo>
                <a:lnTo>
                  <a:pt x="300228" y="143256"/>
                </a:lnTo>
                <a:lnTo>
                  <a:pt x="306324" y="138684"/>
                </a:lnTo>
                <a:lnTo>
                  <a:pt x="307848" y="128016"/>
                </a:lnTo>
                <a:lnTo>
                  <a:pt x="308086" y="120348"/>
                </a:lnTo>
                <a:lnTo>
                  <a:pt x="308610" y="111252"/>
                </a:lnTo>
                <a:lnTo>
                  <a:pt x="309133" y="101012"/>
                </a:lnTo>
                <a:lnTo>
                  <a:pt x="309372" y="89916"/>
                </a:lnTo>
                <a:lnTo>
                  <a:pt x="315467" y="89916"/>
                </a:lnTo>
                <a:lnTo>
                  <a:pt x="322016" y="128444"/>
                </a:lnTo>
                <a:lnTo>
                  <a:pt x="336804" y="141732"/>
                </a:lnTo>
                <a:lnTo>
                  <a:pt x="334487" y="144780"/>
                </a:lnTo>
                <a:close/>
              </a:path>
              <a:path w="341629" h="358139">
                <a:moveTo>
                  <a:pt x="295655" y="345948"/>
                </a:moveTo>
                <a:lnTo>
                  <a:pt x="225552" y="345948"/>
                </a:lnTo>
                <a:lnTo>
                  <a:pt x="210645" y="344233"/>
                </a:lnTo>
                <a:lnTo>
                  <a:pt x="200025" y="339090"/>
                </a:lnTo>
                <a:lnTo>
                  <a:pt x="193405" y="330517"/>
                </a:lnTo>
                <a:lnTo>
                  <a:pt x="190500" y="318515"/>
                </a:lnTo>
                <a:lnTo>
                  <a:pt x="190444" y="257556"/>
                </a:lnTo>
                <a:lnTo>
                  <a:pt x="190347" y="234124"/>
                </a:lnTo>
                <a:lnTo>
                  <a:pt x="190247" y="220980"/>
                </a:lnTo>
                <a:lnTo>
                  <a:pt x="189857" y="196786"/>
                </a:lnTo>
                <a:lnTo>
                  <a:pt x="188976" y="181356"/>
                </a:lnTo>
                <a:lnTo>
                  <a:pt x="225552" y="198119"/>
                </a:lnTo>
                <a:lnTo>
                  <a:pt x="210312" y="208788"/>
                </a:lnTo>
                <a:lnTo>
                  <a:pt x="210312" y="257556"/>
                </a:lnTo>
                <a:lnTo>
                  <a:pt x="230213" y="257556"/>
                </a:lnTo>
                <a:lnTo>
                  <a:pt x="210312" y="266700"/>
                </a:lnTo>
                <a:lnTo>
                  <a:pt x="210312" y="304800"/>
                </a:lnTo>
                <a:lnTo>
                  <a:pt x="211978" y="315658"/>
                </a:lnTo>
                <a:lnTo>
                  <a:pt x="216789" y="323088"/>
                </a:lnTo>
                <a:lnTo>
                  <a:pt x="224456" y="327088"/>
                </a:lnTo>
                <a:lnTo>
                  <a:pt x="234696" y="327660"/>
                </a:lnTo>
                <a:lnTo>
                  <a:pt x="338796" y="327660"/>
                </a:lnTo>
                <a:lnTo>
                  <a:pt x="335732" y="333089"/>
                </a:lnTo>
                <a:lnTo>
                  <a:pt x="325945" y="340233"/>
                </a:lnTo>
                <a:lnTo>
                  <a:pt x="312443" y="344519"/>
                </a:lnTo>
                <a:lnTo>
                  <a:pt x="295655" y="345948"/>
                </a:lnTo>
                <a:close/>
              </a:path>
              <a:path w="341629" h="358139">
                <a:moveTo>
                  <a:pt x="230213" y="257556"/>
                </a:moveTo>
                <a:lnTo>
                  <a:pt x="210312" y="257556"/>
                </a:lnTo>
                <a:lnTo>
                  <a:pt x="235791" y="242387"/>
                </a:lnTo>
                <a:lnTo>
                  <a:pt x="257556" y="226504"/>
                </a:lnTo>
                <a:lnTo>
                  <a:pt x="275891" y="209764"/>
                </a:lnTo>
                <a:lnTo>
                  <a:pt x="291084" y="192024"/>
                </a:lnTo>
                <a:lnTo>
                  <a:pt x="315467" y="220980"/>
                </a:lnTo>
                <a:lnTo>
                  <a:pt x="301752" y="220980"/>
                </a:lnTo>
                <a:lnTo>
                  <a:pt x="277177" y="234124"/>
                </a:lnTo>
                <a:lnTo>
                  <a:pt x="253746" y="246126"/>
                </a:lnTo>
                <a:lnTo>
                  <a:pt x="231457" y="256984"/>
                </a:lnTo>
                <a:lnTo>
                  <a:pt x="230213" y="257556"/>
                </a:lnTo>
                <a:close/>
              </a:path>
              <a:path w="341629" h="358139">
                <a:moveTo>
                  <a:pt x="338796" y="327660"/>
                </a:moveTo>
                <a:lnTo>
                  <a:pt x="294131" y="327660"/>
                </a:lnTo>
                <a:lnTo>
                  <a:pt x="301275" y="326255"/>
                </a:lnTo>
                <a:lnTo>
                  <a:pt x="306705" y="322135"/>
                </a:lnTo>
                <a:lnTo>
                  <a:pt x="310419" y="315444"/>
                </a:lnTo>
                <a:lnTo>
                  <a:pt x="312419" y="306324"/>
                </a:lnTo>
                <a:lnTo>
                  <a:pt x="312443" y="296894"/>
                </a:lnTo>
                <a:lnTo>
                  <a:pt x="312610" y="286893"/>
                </a:lnTo>
                <a:lnTo>
                  <a:pt x="313062" y="276320"/>
                </a:lnTo>
                <a:lnTo>
                  <a:pt x="313943" y="265176"/>
                </a:lnTo>
                <a:lnTo>
                  <a:pt x="320040" y="265176"/>
                </a:lnTo>
                <a:lnTo>
                  <a:pt x="320540" y="277177"/>
                </a:lnTo>
                <a:lnTo>
                  <a:pt x="321754" y="288036"/>
                </a:lnTo>
                <a:lnTo>
                  <a:pt x="341376" y="323087"/>
                </a:lnTo>
                <a:lnTo>
                  <a:pt x="338796" y="32766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pic>
        <p:nvPicPr>
          <p:cNvPr id="84" name="object 84"/>
          <p:cNvPicPr/>
          <p:nvPr/>
        </p:nvPicPr>
        <p:blipFill>
          <a:blip r:embed="rId13" cstate="print"/>
          <a:stretch>
            <a:fillRect/>
          </a:stretch>
        </p:blipFill>
        <p:spPr>
          <a:xfrm>
            <a:off x="10067544" y="6339840"/>
            <a:ext cx="85344" cy="83820"/>
          </a:xfrm>
          <a:prstGeom prst="rect">
            <a:avLst/>
          </a:prstGeom>
        </p:spPr>
      </p:pic>
      <p:pic>
        <p:nvPicPr>
          <p:cNvPr id="85" name="object 2">
            <a:extLst>
              <a:ext uri="{FF2B5EF4-FFF2-40B4-BE49-F238E27FC236}">
                <a16:creationId xmlns:a16="http://schemas.microsoft.com/office/drawing/2014/main" id="{235CFF2A-0D9E-48FD-A594-B3E3CE1DA511}"/>
              </a:ext>
            </a:extLst>
          </p:cNvPr>
          <p:cNvPicPr/>
          <p:nvPr/>
        </p:nvPicPr>
        <p:blipFill>
          <a:blip r:embed="rId14" cstate="print"/>
          <a:stretch>
            <a:fillRect/>
          </a:stretch>
        </p:blipFill>
        <p:spPr>
          <a:xfrm>
            <a:off x="9561576" y="7228331"/>
            <a:ext cx="196595" cy="147828"/>
          </a:xfrm>
          <a:prstGeom prst="rect">
            <a:avLst/>
          </a:prstGeom>
        </p:spPr>
      </p:pic>
    </p:spTree>
  </p:cSld>
  <p:clrMapOvr>
    <a:masterClrMapping/>
  </p:clrMapOvr>
</p:sld>
</file>

<file path=ppt/slides/slide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object 3"/>
          <p:cNvSpPr/>
          <p:nvPr/>
        </p:nvSpPr>
        <p:spPr>
          <a:xfrm>
            <a:off x="1723644" y="1280159"/>
            <a:ext cx="556260" cy="554990"/>
          </a:xfrm>
          <a:custGeom>
            <a:avLst/>
            <a:gdLst/>
            <a:ahLst/>
            <a:cxnLst/>
            <a:rect l="l" t="t" r="r" b="b"/>
            <a:pathLst>
              <a:path w="556260" h="554989">
                <a:moveTo>
                  <a:pt x="505968" y="281940"/>
                </a:moveTo>
                <a:lnTo>
                  <a:pt x="468201" y="259151"/>
                </a:lnTo>
                <a:lnTo>
                  <a:pt x="434721" y="232219"/>
                </a:lnTo>
                <a:lnTo>
                  <a:pt x="405241" y="201572"/>
                </a:lnTo>
                <a:lnTo>
                  <a:pt x="379476" y="167640"/>
                </a:lnTo>
                <a:lnTo>
                  <a:pt x="358354" y="130516"/>
                </a:lnTo>
                <a:lnTo>
                  <a:pt x="340804" y="90106"/>
                </a:lnTo>
                <a:lnTo>
                  <a:pt x="326969" y="46553"/>
                </a:lnTo>
                <a:lnTo>
                  <a:pt x="316992" y="0"/>
                </a:lnTo>
                <a:lnTo>
                  <a:pt x="361188" y="19812"/>
                </a:lnTo>
                <a:lnTo>
                  <a:pt x="342900" y="32004"/>
                </a:lnTo>
                <a:lnTo>
                  <a:pt x="357735" y="76533"/>
                </a:lnTo>
                <a:lnTo>
                  <a:pt x="376999" y="116205"/>
                </a:lnTo>
                <a:lnTo>
                  <a:pt x="400550" y="150733"/>
                </a:lnTo>
                <a:lnTo>
                  <a:pt x="428244" y="179832"/>
                </a:lnTo>
                <a:lnTo>
                  <a:pt x="458533" y="203549"/>
                </a:lnTo>
                <a:lnTo>
                  <a:pt x="522541" y="235553"/>
                </a:lnTo>
                <a:lnTo>
                  <a:pt x="556260" y="243840"/>
                </a:lnTo>
                <a:lnTo>
                  <a:pt x="556260" y="251460"/>
                </a:lnTo>
                <a:lnTo>
                  <a:pt x="539400" y="255150"/>
                </a:lnTo>
                <a:lnTo>
                  <a:pt x="525399" y="261556"/>
                </a:lnTo>
                <a:lnTo>
                  <a:pt x="514254" y="270533"/>
                </a:lnTo>
                <a:lnTo>
                  <a:pt x="505968" y="281940"/>
                </a:lnTo>
                <a:close/>
              </a:path>
              <a:path w="556260" h="554989">
                <a:moveTo>
                  <a:pt x="4572" y="301752"/>
                </a:moveTo>
                <a:lnTo>
                  <a:pt x="0" y="294132"/>
                </a:lnTo>
                <a:lnTo>
                  <a:pt x="30003" y="267866"/>
                </a:lnTo>
                <a:lnTo>
                  <a:pt x="58293" y="239458"/>
                </a:lnTo>
                <a:lnTo>
                  <a:pt x="84867" y="209049"/>
                </a:lnTo>
                <a:lnTo>
                  <a:pt x="109728" y="176784"/>
                </a:lnTo>
                <a:lnTo>
                  <a:pt x="133111" y="140779"/>
                </a:lnTo>
                <a:lnTo>
                  <a:pt x="155067" y="101346"/>
                </a:lnTo>
                <a:lnTo>
                  <a:pt x="175307" y="58483"/>
                </a:lnTo>
                <a:lnTo>
                  <a:pt x="193548" y="12192"/>
                </a:lnTo>
                <a:lnTo>
                  <a:pt x="242316" y="48768"/>
                </a:lnTo>
                <a:lnTo>
                  <a:pt x="220980" y="59436"/>
                </a:lnTo>
                <a:lnTo>
                  <a:pt x="199858" y="97155"/>
                </a:lnTo>
                <a:lnTo>
                  <a:pt x="177736" y="132588"/>
                </a:lnTo>
                <a:lnTo>
                  <a:pt x="154757" y="165735"/>
                </a:lnTo>
                <a:lnTo>
                  <a:pt x="131064" y="196596"/>
                </a:lnTo>
                <a:lnTo>
                  <a:pt x="104441" y="225456"/>
                </a:lnTo>
                <a:lnTo>
                  <a:pt x="74676" y="252603"/>
                </a:lnTo>
                <a:lnTo>
                  <a:pt x="41481" y="278034"/>
                </a:lnTo>
                <a:lnTo>
                  <a:pt x="4572" y="301752"/>
                </a:lnTo>
                <a:close/>
              </a:path>
              <a:path w="556260" h="554989">
                <a:moveTo>
                  <a:pt x="120396" y="263652"/>
                </a:moveTo>
                <a:lnTo>
                  <a:pt x="100584" y="243840"/>
                </a:lnTo>
                <a:lnTo>
                  <a:pt x="373380" y="243840"/>
                </a:lnTo>
                <a:lnTo>
                  <a:pt x="397764" y="220980"/>
                </a:lnTo>
                <a:lnTo>
                  <a:pt x="431292" y="254508"/>
                </a:lnTo>
                <a:lnTo>
                  <a:pt x="424688" y="259080"/>
                </a:lnTo>
                <a:lnTo>
                  <a:pt x="141732" y="259080"/>
                </a:lnTo>
                <a:lnTo>
                  <a:pt x="120396" y="263652"/>
                </a:lnTo>
                <a:close/>
              </a:path>
              <a:path w="556260" h="554989">
                <a:moveTo>
                  <a:pt x="32004" y="554736"/>
                </a:moveTo>
                <a:lnTo>
                  <a:pt x="27431" y="545592"/>
                </a:lnTo>
                <a:lnTo>
                  <a:pt x="76628" y="516993"/>
                </a:lnTo>
                <a:lnTo>
                  <a:pt x="116967" y="485965"/>
                </a:lnTo>
                <a:lnTo>
                  <a:pt x="148732" y="452366"/>
                </a:lnTo>
                <a:lnTo>
                  <a:pt x="172212" y="416052"/>
                </a:lnTo>
                <a:lnTo>
                  <a:pt x="188547" y="377809"/>
                </a:lnTo>
                <a:lnTo>
                  <a:pt x="201168" y="338709"/>
                </a:lnTo>
                <a:lnTo>
                  <a:pt x="210359" y="299037"/>
                </a:lnTo>
                <a:lnTo>
                  <a:pt x="216408" y="259080"/>
                </a:lnTo>
                <a:lnTo>
                  <a:pt x="254508" y="259080"/>
                </a:lnTo>
                <a:lnTo>
                  <a:pt x="245030" y="308514"/>
                </a:lnTo>
                <a:lnTo>
                  <a:pt x="232410" y="353949"/>
                </a:lnTo>
                <a:lnTo>
                  <a:pt x="216360" y="395382"/>
                </a:lnTo>
                <a:lnTo>
                  <a:pt x="196596" y="432816"/>
                </a:lnTo>
                <a:lnTo>
                  <a:pt x="170021" y="466224"/>
                </a:lnTo>
                <a:lnTo>
                  <a:pt x="133731" y="497776"/>
                </a:lnTo>
                <a:lnTo>
                  <a:pt x="87725" y="527327"/>
                </a:lnTo>
                <a:lnTo>
                  <a:pt x="32004" y="554736"/>
                </a:lnTo>
                <a:close/>
              </a:path>
              <a:path w="556260" h="554989">
                <a:moveTo>
                  <a:pt x="388433" y="497109"/>
                </a:moveTo>
                <a:lnTo>
                  <a:pt x="320516" y="497109"/>
                </a:lnTo>
                <a:lnTo>
                  <a:pt x="332232" y="496824"/>
                </a:lnTo>
                <a:lnTo>
                  <a:pt x="340804" y="494252"/>
                </a:lnTo>
                <a:lnTo>
                  <a:pt x="364236" y="445960"/>
                </a:lnTo>
                <a:lnTo>
                  <a:pt x="368808" y="403098"/>
                </a:lnTo>
                <a:lnTo>
                  <a:pt x="373380" y="340804"/>
                </a:lnTo>
                <a:lnTo>
                  <a:pt x="377952" y="259080"/>
                </a:lnTo>
                <a:lnTo>
                  <a:pt x="424688" y="259080"/>
                </a:lnTo>
                <a:lnTo>
                  <a:pt x="411480" y="268223"/>
                </a:lnTo>
                <a:lnTo>
                  <a:pt x="409102" y="338084"/>
                </a:lnTo>
                <a:lnTo>
                  <a:pt x="405627" y="395874"/>
                </a:lnTo>
                <a:lnTo>
                  <a:pt x="401055" y="441594"/>
                </a:lnTo>
                <a:lnTo>
                  <a:pt x="395386" y="475244"/>
                </a:lnTo>
                <a:lnTo>
                  <a:pt x="388620" y="496824"/>
                </a:lnTo>
                <a:lnTo>
                  <a:pt x="388433" y="497109"/>
                </a:lnTo>
                <a:close/>
              </a:path>
              <a:path w="556260" h="554989">
                <a:moveTo>
                  <a:pt x="321564" y="553212"/>
                </a:moveTo>
                <a:lnTo>
                  <a:pt x="314729" y="535209"/>
                </a:lnTo>
                <a:lnTo>
                  <a:pt x="301180" y="520065"/>
                </a:lnTo>
                <a:lnTo>
                  <a:pt x="281058" y="507777"/>
                </a:lnTo>
                <a:lnTo>
                  <a:pt x="254508" y="498348"/>
                </a:lnTo>
                <a:lnTo>
                  <a:pt x="254508" y="487679"/>
                </a:lnTo>
                <a:lnTo>
                  <a:pt x="281654" y="492537"/>
                </a:lnTo>
                <a:lnTo>
                  <a:pt x="303657" y="495681"/>
                </a:lnTo>
                <a:lnTo>
                  <a:pt x="320516" y="497109"/>
                </a:lnTo>
                <a:lnTo>
                  <a:pt x="388433" y="497109"/>
                </a:lnTo>
                <a:lnTo>
                  <a:pt x="376856" y="514850"/>
                </a:lnTo>
                <a:lnTo>
                  <a:pt x="361950" y="530161"/>
                </a:lnTo>
                <a:lnTo>
                  <a:pt x="343614" y="542901"/>
                </a:lnTo>
                <a:lnTo>
                  <a:pt x="321564" y="553212"/>
                </a:lnTo>
                <a:close/>
              </a:path>
            </a:pathLst>
          </a:custGeom>
          <a:solidFill>
            <a:srgbClr val="3333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" name="object 4"/>
          <p:cNvSpPr/>
          <p:nvPr/>
        </p:nvSpPr>
        <p:spPr>
          <a:xfrm>
            <a:off x="2334767" y="1272540"/>
            <a:ext cx="556260" cy="562610"/>
          </a:xfrm>
          <a:custGeom>
            <a:avLst/>
            <a:gdLst/>
            <a:ahLst/>
            <a:cxnLst/>
            <a:rect l="l" t="t" r="r" b="b"/>
            <a:pathLst>
              <a:path w="556260" h="562610">
                <a:moveTo>
                  <a:pt x="134112" y="144780"/>
                </a:moveTo>
                <a:lnTo>
                  <a:pt x="100584" y="144780"/>
                </a:lnTo>
                <a:lnTo>
                  <a:pt x="100322" y="103298"/>
                </a:lnTo>
                <a:lnTo>
                  <a:pt x="99631" y="65532"/>
                </a:lnTo>
                <a:lnTo>
                  <a:pt x="98602" y="29718"/>
                </a:lnTo>
                <a:lnTo>
                  <a:pt x="97536" y="0"/>
                </a:lnTo>
                <a:lnTo>
                  <a:pt x="152400" y="27432"/>
                </a:lnTo>
                <a:lnTo>
                  <a:pt x="134112" y="44196"/>
                </a:lnTo>
                <a:lnTo>
                  <a:pt x="134112" y="144780"/>
                </a:lnTo>
                <a:close/>
              </a:path>
              <a:path w="556260" h="562610">
                <a:moveTo>
                  <a:pt x="404995" y="62484"/>
                </a:moveTo>
                <a:lnTo>
                  <a:pt x="295656" y="62484"/>
                </a:lnTo>
                <a:lnTo>
                  <a:pt x="318206" y="59626"/>
                </a:lnTo>
                <a:lnTo>
                  <a:pt x="342328" y="55626"/>
                </a:lnTo>
                <a:lnTo>
                  <a:pt x="394716" y="44196"/>
                </a:lnTo>
                <a:lnTo>
                  <a:pt x="444055" y="29718"/>
                </a:lnTo>
                <a:lnTo>
                  <a:pt x="483108" y="10668"/>
                </a:lnTo>
                <a:lnTo>
                  <a:pt x="522732" y="53340"/>
                </a:lnTo>
                <a:lnTo>
                  <a:pt x="497324" y="53887"/>
                </a:lnTo>
                <a:lnTo>
                  <a:pt x="450913" y="57721"/>
                </a:lnTo>
                <a:lnTo>
                  <a:pt x="404995" y="62484"/>
                </a:lnTo>
                <a:close/>
              </a:path>
              <a:path w="556260" h="562610">
                <a:moveTo>
                  <a:pt x="161544" y="560832"/>
                </a:moveTo>
                <a:lnTo>
                  <a:pt x="156972" y="553212"/>
                </a:lnTo>
                <a:lnTo>
                  <a:pt x="185499" y="518088"/>
                </a:lnTo>
                <a:lnTo>
                  <a:pt x="209169" y="483679"/>
                </a:lnTo>
                <a:lnTo>
                  <a:pt x="227695" y="450127"/>
                </a:lnTo>
                <a:lnTo>
                  <a:pt x="250555" y="381571"/>
                </a:lnTo>
                <a:lnTo>
                  <a:pt x="257175" y="339852"/>
                </a:lnTo>
                <a:lnTo>
                  <a:pt x="260937" y="292417"/>
                </a:lnTo>
                <a:lnTo>
                  <a:pt x="261982" y="245745"/>
                </a:lnTo>
                <a:lnTo>
                  <a:pt x="262037" y="163068"/>
                </a:lnTo>
                <a:lnTo>
                  <a:pt x="261937" y="132016"/>
                </a:lnTo>
                <a:lnTo>
                  <a:pt x="261485" y="83891"/>
                </a:lnTo>
                <a:lnTo>
                  <a:pt x="260604" y="39623"/>
                </a:lnTo>
                <a:lnTo>
                  <a:pt x="295656" y="62484"/>
                </a:lnTo>
                <a:lnTo>
                  <a:pt x="404995" y="62484"/>
                </a:lnTo>
                <a:lnTo>
                  <a:pt x="295656" y="74676"/>
                </a:lnTo>
                <a:lnTo>
                  <a:pt x="295656" y="216408"/>
                </a:lnTo>
                <a:lnTo>
                  <a:pt x="542544" y="216408"/>
                </a:lnTo>
                <a:lnTo>
                  <a:pt x="556260" y="230123"/>
                </a:lnTo>
                <a:lnTo>
                  <a:pt x="295656" y="230123"/>
                </a:lnTo>
                <a:lnTo>
                  <a:pt x="294203" y="290155"/>
                </a:lnTo>
                <a:lnTo>
                  <a:pt x="289750" y="342328"/>
                </a:lnTo>
                <a:lnTo>
                  <a:pt x="282154" y="386786"/>
                </a:lnTo>
                <a:lnTo>
                  <a:pt x="271272" y="423672"/>
                </a:lnTo>
                <a:lnTo>
                  <a:pt x="231267" y="491680"/>
                </a:lnTo>
                <a:lnTo>
                  <a:pt x="200120" y="525899"/>
                </a:lnTo>
                <a:lnTo>
                  <a:pt x="161544" y="560832"/>
                </a:lnTo>
                <a:close/>
              </a:path>
              <a:path w="556260" h="562610">
                <a:moveTo>
                  <a:pt x="18288" y="163068"/>
                </a:moveTo>
                <a:lnTo>
                  <a:pt x="0" y="144780"/>
                </a:lnTo>
                <a:lnTo>
                  <a:pt x="167640" y="144780"/>
                </a:lnTo>
                <a:lnTo>
                  <a:pt x="193548" y="117347"/>
                </a:lnTo>
                <a:lnTo>
                  <a:pt x="233172" y="158496"/>
                </a:lnTo>
                <a:lnTo>
                  <a:pt x="39624" y="158496"/>
                </a:lnTo>
                <a:lnTo>
                  <a:pt x="18288" y="163068"/>
                </a:lnTo>
                <a:close/>
              </a:path>
              <a:path w="556260" h="562610">
                <a:moveTo>
                  <a:pt x="9143" y="426720"/>
                </a:moveTo>
                <a:lnTo>
                  <a:pt x="1524" y="422148"/>
                </a:lnTo>
                <a:lnTo>
                  <a:pt x="23890" y="382404"/>
                </a:lnTo>
                <a:lnTo>
                  <a:pt x="43800" y="340924"/>
                </a:lnTo>
                <a:lnTo>
                  <a:pt x="61341" y="297751"/>
                </a:lnTo>
                <a:lnTo>
                  <a:pt x="76595" y="252927"/>
                </a:lnTo>
                <a:lnTo>
                  <a:pt x="89647" y="206494"/>
                </a:lnTo>
                <a:lnTo>
                  <a:pt x="100584" y="158496"/>
                </a:lnTo>
                <a:lnTo>
                  <a:pt x="134112" y="158496"/>
                </a:lnTo>
                <a:lnTo>
                  <a:pt x="134112" y="220980"/>
                </a:lnTo>
                <a:lnTo>
                  <a:pt x="158972" y="234076"/>
                </a:lnTo>
                <a:lnTo>
                  <a:pt x="160018" y="234696"/>
                </a:lnTo>
                <a:lnTo>
                  <a:pt x="134112" y="234696"/>
                </a:lnTo>
                <a:lnTo>
                  <a:pt x="134115" y="272796"/>
                </a:lnTo>
                <a:lnTo>
                  <a:pt x="100584" y="272796"/>
                </a:lnTo>
                <a:lnTo>
                  <a:pt x="81153" y="313991"/>
                </a:lnTo>
                <a:lnTo>
                  <a:pt x="59435" y="353187"/>
                </a:lnTo>
                <a:lnTo>
                  <a:pt x="35432" y="390667"/>
                </a:lnTo>
                <a:lnTo>
                  <a:pt x="9143" y="426720"/>
                </a:lnTo>
                <a:close/>
              </a:path>
              <a:path w="556260" h="562610">
                <a:moveTo>
                  <a:pt x="542544" y="216408"/>
                </a:moveTo>
                <a:lnTo>
                  <a:pt x="484632" y="216408"/>
                </a:lnTo>
                <a:lnTo>
                  <a:pt x="513588" y="187452"/>
                </a:lnTo>
                <a:lnTo>
                  <a:pt x="542544" y="216408"/>
                </a:lnTo>
                <a:close/>
              </a:path>
              <a:path w="556260" h="562610">
                <a:moveTo>
                  <a:pt x="411480" y="557784"/>
                </a:moveTo>
                <a:lnTo>
                  <a:pt x="412129" y="518088"/>
                </a:lnTo>
                <a:lnTo>
                  <a:pt x="412552" y="473851"/>
                </a:lnTo>
                <a:lnTo>
                  <a:pt x="412792" y="426720"/>
                </a:lnTo>
                <a:lnTo>
                  <a:pt x="413004" y="230123"/>
                </a:lnTo>
                <a:lnTo>
                  <a:pt x="446532" y="230123"/>
                </a:lnTo>
                <a:lnTo>
                  <a:pt x="446631" y="423672"/>
                </a:lnTo>
                <a:lnTo>
                  <a:pt x="446793" y="438554"/>
                </a:lnTo>
                <a:lnTo>
                  <a:pt x="447484" y="467296"/>
                </a:lnTo>
                <a:lnTo>
                  <a:pt x="449580" y="539496"/>
                </a:lnTo>
                <a:lnTo>
                  <a:pt x="411480" y="557784"/>
                </a:lnTo>
                <a:close/>
              </a:path>
              <a:path w="556260" h="562610">
                <a:moveTo>
                  <a:pt x="199644" y="330708"/>
                </a:moveTo>
                <a:lnTo>
                  <a:pt x="190500" y="330708"/>
                </a:lnTo>
                <a:lnTo>
                  <a:pt x="185928" y="323088"/>
                </a:lnTo>
                <a:lnTo>
                  <a:pt x="181356" y="309372"/>
                </a:lnTo>
                <a:lnTo>
                  <a:pt x="173974" y="291917"/>
                </a:lnTo>
                <a:lnTo>
                  <a:pt x="163449" y="273748"/>
                </a:lnTo>
                <a:lnTo>
                  <a:pt x="150066" y="254722"/>
                </a:lnTo>
                <a:lnTo>
                  <a:pt x="134112" y="234696"/>
                </a:lnTo>
                <a:lnTo>
                  <a:pt x="160018" y="234696"/>
                </a:lnTo>
                <a:lnTo>
                  <a:pt x="193262" y="255698"/>
                </a:lnTo>
                <a:lnTo>
                  <a:pt x="216408" y="289560"/>
                </a:lnTo>
                <a:lnTo>
                  <a:pt x="216074" y="295322"/>
                </a:lnTo>
                <a:lnTo>
                  <a:pt x="214884" y="301371"/>
                </a:lnTo>
                <a:lnTo>
                  <a:pt x="212550" y="307990"/>
                </a:lnTo>
                <a:lnTo>
                  <a:pt x="208788" y="315468"/>
                </a:lnTo>
                <a:lnTo>
                  <a:pt x="202692" y="326136"/>
                </a:lnTo>
                <a:lnTo>
                  <a:pt x="199644" y="330708"/>
                </a:lnTo>
                <a:close/>
              </a:path>
              <a:path w="556260" h="562610">
                <a:moveTo>
                  <a:pt x="97536" y="562356"/>
                </a:moveTo>
                <a:lnTo>
                  <a:pt x="98365" y="518088"/>
                </a:lnTo>
                <a:lnTo>
                  <a:pt x="99003" y="479495"/>
                </a:lnTo>
                <a:lnTo>
                  <a:pt x="99580" y="436816"/>
                </a:lnTo>
                <a:lnTo>
                  <a:pt x="100132" y="383088"/>
                </a:lnTo>
                <a:lnTo>
                  <a:pt x="100457" y="330708"/>
                </a:lnTo>
                <a:lnTo>
                  <a:pt x="100584" y="272796"/>
                </a:lnTo>
                <a:lnTo>
                  <a:pt x="134115" y="272796"/>
                </a:lnTo>
                <a:lnTo>
                  <a:pt x="134194" y="390667"/>
                </a:lnTo>
                <a:lnTo>
                  <a:pt x="134312" y="438554"/>
                </a:lnTo>
                <a:lnTo>
                  <a:pt x="134537" y="479495"/>
                </a:lnTo>
                <a:lnTo>
                  <a:pt x="135020" y="522597"/>
                </a:lnTo>
                <a:lnTo>
                  <a:pt x="135636" y="548640"/>
                </a:lnTo>
                <a:lnTo>
                  <a:pt x="97536" y="562356"/>
                </a:lnTo>
                <a:close/>
              </a:path>
            </a:pathLst>
          </a:custGeom>
          <a:solidFill>
            <a:srgbClr val="3333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" name="object 5"/>
          <p:cNvSpPr/>
          <p:nvPr/>
        </p:nvSpPr>
        <p:spPr>
          <a:xfrm>
            <a:off x="2947416" y="1271015"/>
            <a:ext cx="554990" cy="567055"/>
          </a:xfrm>
          <a:custGeom>
            <a:avLst/>
            <a:gdLst/>
            <a:ahLst/>
            <a:cxnLst/>
            <a:rect l="l" t="t" r="r" b="b"/>
            <a:pathLst>
              <a:path w="554989" h="567055">
                <a:moveTo>
                  <a:pt x="16764" y="196595"/>
                </a:moveTo>
                <a:lnTo>
                  <a:pt x="10668" y="188975"/>
                </a:lnTo>
                <a:lnTo>
                  <a:pt x="22383" y="176641"/>
                </a:lnTo>
                <a:lnTo>
                  <a:pt x="34670" y="162305"/>
                </a:lnTo>
                <a:lnTo>
                  <a:pt x="60959" y="126491"/>
                </a:lnTo>
                <a:lnTo>
                  <a:pt x="90868" y="74675"/>
                </a:lnTo>
                <a:lnTo>
                  <a:pt x="121920" y="0"/>
                </a:lnTo>
                <a:lnTo>
                  <a:pt x="169164" y="25907"/>
                </a:lnTo>
                <a:lnTo>
                  <a:pt x="136017" y="55244"/>
                </a:lnTo>
                <a:lnTo>
                  <a:pt x="123444" y="74675"/>
                </a:lnTo>
                <a:lnTo>
                  <a:pt x="283409" y="74675"/>
                </a:lnTo>
                <a:lnTo>
                  <a:pt x="295656" y="88391"/>
                </a:lnTo>
                <a:lnTo>
                  <a:pt x="115824" y="88391"/>
                </a:lnTo>
                <a:lnTo>
                  <a:pt x="104417" y="105822"/>
                </a:lnTo>
                <a:lnTo>
                  <a:pt x="93154" y="121538"/>
                </a:lnTo>
                <a:lnTo>
                  <a:pt x="59626" y="160162"/>
                </a:lnTo>
                <a:lnTo>
                  <a:pt x="32194" y="184261"/>
                </a:lnTo>
                <a:lnTo>
                  <a:pt x="16764" y="196595"/>
                </a:lnTo>
                <a:close/>
              </a:path>
              <a:path w="554989" h="567055">
                <a:moveTo>
                  <a:pt x="278892" y="156971"/>
                </a:moveTo>
                <a:lnTo>
                  <a:pt x="271272" y="152399"/>
                </a:lnTo>
                <a:lnTo>
                  <a:pt x="285845" y="134159"/>
                </a:lnTo>
                <a:lnTo>
                  <a:pt x="299847" y="113918"/>
                </a:lnTo>
                <a:lnTo>
                  <a:pt x="326136" y="68579"/>
                </a:lnTo>
                <a:lnTo>
                  <a:pt x="345567" y="27050"/>
                </a:lnTo>
                <a:lnTo>
                  <a:pt x="353568" y="1523"/>
                </a:lnTo>
                <a:lnTo>
                  <a:pt x="396240" y="30479"/>
                </a:lnTo>
                <a:lnTo>
                  <a:pt x="361188" y="62293"/>
                </a:lnTo>
                <a:lnTo>
                  <a:pt x="355996" y="69318"/>
                </a:lnTo>
                <a:lnTo>
                  <a:pt x="350520" y="76199"/>
                </a:lnTo>
                <a:lnTo>
                  <a:pt x="531085" y="76199"/>
                </a:lnTo>
                <a:lnTo>
                  <a:pt x="544068" y="91439"/>
                </a:lnTo>
                <a:lnTo>
                  <a:pt x="344424" y="91439"/>
                </a:lnTo>
                <a:lnTo>
                  <a:pt x="335565" y="99464"/>
                </a:lnTo>
                <a:lnTo>
                  <a:pt x="327279" y="107632"/>
                </a:lnTo>
                <a:lnTo>
                  <a:pt x="319563" y="116085"/>
                </a:lnTo>
                <a:lnTo>
                  <a:pt x="312420" y="124967"/>
                </a:lnTo>
                <a:lnTo>
                  <a:pt x="304395" y="133826"/>
                </a:lnTo>
                <a:lnTo>
                  <a:pt x="296227" y="142112"/>
                </a:lnTo>
                <a:lnTo>
                  <a:pt x="287774" y="149828"/>
                </a:lnTo>
                <a:lnTo>
                  <a:pt x="278892" y="156971"/>
                </a:lnTo>
                <a:close/>
              </a:path>
              <a:path w="554989" h="567055">
                <a:moveTo>
                  <a:pt x="283409" y="74675"/>
                </a:moveTo>
                <a:lnTo>
                  <a:pt x="228600" y="74675"/>
                </a:lnTo>
                <a:lnTo>
                  <a:pt x="257556" y="45719"/>
                </a:lnTo>
                <a:lnTo>
                  <a:pt x="283409" y="74675"/>
                </a:lnTo>
                <a:close/>
              </a:path>
              <a:path w="554989" h="567055">
                <a:moveTo>
                  <a:pt x="531085" y="76199"/>
                </a:moveTo>
                <a:lnTo>
                  <a:pt x="480060" y="76199"/>
                </a:lnTo>
                <a:lnTo>
                  <a:pt x="509016" y="50291"/>
                </a:lnTo>
                <a:lnTo>
                  <a:pt x="531085" y="76199"/>
                </a:lnTo>
                <a:close/>
              </a:path>
              <a:path w="554989" h="567055">
                <a:moveTo>
                  <a:pt x="202692" y="156971"/>
                </a:moveTo>
                <a:lnTo>
                  <a:pt x="190500" y="156971"/>
                </a:lnTo>
                <a:lnTo>
                  <a:pt x="187452" y="155447"/>
                </a:lnTo>
                <a:lnTo>
                  <a:pt x="184365" y="143065"/>
                </a:lnTo>
                <a:lnTo>
                  <a:pt x="182866" y="135540"/>
                </a:lnTo>
                <a:lnTo>
                  <a:pt x="181356" y="124967"/>
                </a:lnTo>
                <a:lnTo>
                  <a:pt x="178188" y="116681"/>
                </a:lnTo>
                <a:lnTo>
                  <a:pt x="173164" y="107822"/>
                </a:lnTo>
                <a:lnTo>
                  <a:pt x="166139" y="98393"/>
                </a:lnTo>
                <a:lnTo>
                  <a:pt x="156972" y="88391"/>
                </a:lnTo>
                <a:lnTo>
                  <a:pt x="173736" y="88391"/>
                </a:lnTo>
                <a:lnTo>
                  <a:pt x="195429" y="100655"/>
                </a:lnTo>
                <a:lnTo>
                  <a:pt x="210121" y="112204"/>
                </a:lnTo>
                <a:lnTo>
                  <a:pt x="217670" y="122896"/>
                </a:lnTo>
                <a:lnTo>
                  <a:pt x="217932" y="132587"/>
                </a:lnTo>
                <a:lnTo>
                  <a:pt x="214884" y="144779"/>
                </a:lnTo>
                <a:lnTo>
                  <a:pt x="210312" y="152399"/>
                </a:lnTo>
                <a:lnTo>
                  <a:pt x="205740" y="153923"/>
                </a:lnTo>
                <a:lnTo>
                  <a:pt x="202692" y="156971"/>
                </a:lnTo>
                <a:close/>
              </a:path>
              <a:path w="554989" h="567055">
                <a:moveTo>
                  <a:pt x="460248" y="160019"/>
                </a:moveTo>
                <a:lnTo>
                  <a:pt x="455676" y="160019"/>
                </a:lnTo>
                <a:lnTo>
                  <a:pt x="452628" y="156971"/>
                </a:lnTo>
                <a:lnTo>
                  <a:pt x="444307" y="143065"/>
                </a:lnTo>
                <a:lnTo>
                  <a:pt x="441198" y="137731"/>
                </a:lnTo>
                <a:lnTo>
                  <a:pt x="437769" y="131564"/>
                </a:lnTo>
                <a:lnTo>
                  <a:pt x="434340" y="124967"/>
                </a:lnTo>
                <a:lnTo>
                  <a:pt x="429744" y="118443"/>
                </a:lnTo>
                <a:lnTo>
                  <a:pt x="422719" y="110489"/>
                </a:lnTo>
                <a:lnTo>
                  <a:pt x="413123" y="101393"/>
                </a:lnTo>
                <a:lnTo>
                  <a:pt x="400812" y="91439"/>
                </a:lnTo>
                <a:lnTo>
                  <a:pt x="417576" y="91439"/>
                </a:lnTo>
                <a:lnTo>
                  <a:pt x="443817" y="100583"/>
                </a:lnTo>
                <a:lnTo>
                  <a:pt x="462915" y="109727"/>
                </a:lnTo>
                <a:lnTo>
                  <a:pt x="474583" y="118871"/>
                </a:lnTo>
                <a:lnTo>
                  <a:pt x="478536" y="128015"/>
                </a:lnTo>
                <a:lnTo>
                  <a:pt x="477964" y="136326"/>
                </a:lnTo>
                <a:lnTo>
                  <a:pt x="476250" y="143065"/>
                </a:lnTo>
                <a:lnTo>
                  <a:pt x="473392" y="148375"/>
                </a:lnTo>
                <a:lnTo>
                  <a:pt x="469392" y="152399"/>
                </a:lnTo>
                <a:lnTo>
                  <a:pt x="463296" y="156971"/>
                </a:lnTo>
                <a:lnTo>
                  <a:pt x="460248" y="160019"/>
                </a:lnTo>
                <a:close/>
              </a:path>
              <a:path w="554989" h="567055">
                <a:moveTo>
                  <a:pt x="449326" y="163067"/>
                </a:moveTo>
                <a:lnTo>
                  <a:pt x="403860" y="163067"/>
                </a:lnTo>
                <a:lnTo>
                  <a:pt x="417576" y="140207"/>
                </a:lnTo>
                <a:lnTo>
                  <a:pt x="449326" y="163067"/>
                </a:lnTo>
                <a:close/>
              </a:path>
              <a:path w="554989" h="567055">
                <a:moveTo>
                  <a:pt x="114300" y="390143"/>
                </a:moveTo>
                <a:lnTo>
                  <a:pt x="115181" y="352401"/>
                </a:lnTo>
                <a:lnTo>
                  <a:pt x="115601" y="317158"/>
                </a:lnTo>
                <a:lnTo>
                  <a:pt x="115724" y="234695"/>
                </a:lnTo>
                <a:lnTo>
                  <a:pt x="114681" y="202620"/>
                </a:lnTo>
                <a:lnTo>
                  <a:pt x="113538" y="175069"/>
                </a:lnTo>
                <a:lnTo>
                  <a:pt x="112395" y="155233"/>
                </a:lnTo>
                <a:lnTo>
                  <a:pt x="111252" y="143255"/>
                </a:lnTo>
                <a:lnTo>
                  <a:pt x="147828" y="163067"/>
                </a:lnTo>
                <a:lnTo>
                  <a:pt x="449326" y="163067"/>
                </a:lnTo>
                <a:lnTo>
                  <a:pt x="455676" y="167639"/>
                </a:lnTo>
                <a:lnTo>
                  <a:pt x="444500" y="176783"/>
                </a:lnTo>
                <a:lnTo>
                  <a:pt x="147828" y="176783"/>
                </a:lnTo>
                <a:lnTo>
                  <a:pt x="147828" y="219455"/>
                </a:lnTo>
                <a:lnTo>
                  <a:pt x="438912" y="219455"/>
                </a:lnTo>
                <a:lnTo>
                  <a:pt x="438912" y="234695"/>
                </a:lnTo>
                <a:lnTo>
                  <a:pt x="147828" y="234695"/>
                </a:lnTo>
                <a:lnTo>
                  <a:pt x="147828" y="280415"/>
                </a:lnTo>
                <a:lnTo>
                  <a:pt x="438912" y="280415"/>
                </a:lnTo>
                <a:lnTo>
                  <a:pt x="438912" y="294131"/>
                </a:lnTo>
                <a:lnTo>
                  <a:pt x="147828" y="294131"/>
                </a:lnTo>
                <a:lnTo>
                  <a:pt x="147828" y="344423"/>
                </a:lnTo>
                <a:lnTo>
                  <a:pt x="440598" y="344423"/>
                </a:lnTo>
                <a:lnTo>
                  <a:pt x="441364" y="358139"/>
                </a:lnTo>
                <a:lnTo>
                  <a:pt x="147828" y="358139"/>
                </a:lnTo>
                <a:lnTo>
                  <a:pt x="147828" y="377951"/>
                </a:lnTo>
                <a:lnTo>
                  <a:pt x="114300" y="390143"/>
                </a:lnTo>
                <a:close/>
              </a:path>
              <a:path w="554989" h="567055">
                <a:moveTo>
                  <a:pt x="438912" y="219455"/>
                </a:moveTo>
                <a:lnTo>
                  <a:pt x="405384" y="219455"/>
                </a:lnTo>
                <a:lnTo>
                  <a:pt x="405384" y="176783"/>
                </a:lnTo>
                <a:lnTo>
                  <a:pt x="444500" y="176783"/>
                </a:lnTo>
                <a:lnTo>
                  <a:pt x="438912" y="181355"/>
                </a:lnTo>
                <a:lnTo>
                  <a:pt x="438912" y="219455"/>
                </a:lnTo>
                <a:close/>
              </a:path>
              <a:path w="554989" h="567055">
                <a:moveTo>
                  <a:pt x="438912" y="280415"/>
                </a:moveTo>
                <a:lnTo>
                  <a:pt x="405384" y="280415"/>
                </a:lnTo>
                <a:lnTo>
                  <a:pt x="405384" y="234695"/>
                </a:lnTo>
                <a:lnTo>
                  <a:pt x="438912" y="234695"/>
                </a:lnTo>
                <a:lnTo>
                  <a:pt x="438912" y="280415"/>
                </a:lnTo>
                <a:close/>
              </a:path>
              <a:path w="554989" h="567055">
                <a:moveTo>
                  <a:pt x="440598" y="344423"/>
                </a:moveTo>
                <a:lnTo>
                  <a:pt x="405384" y="344423"/>
                </a:lnTo>
                <a:lnTo>
                  <a:pt x="405384" y="294131"/>
                </a:lnTo>
                <a:lnTo>
                  <a:pt x="438912" y="294131"/>
                </a:lnTo>
                <a:lnTo>
                  <a:pt x="438912" y="306323"/>
                </a:lnTo>
                <a:lnTo>
                  <a:pt x="439173" y="317158"/>
                </a:lnTo>
                <a:lnTo>
                  <a:pt x="439864" y="331279"/>
                </a:lnTo>
                <a:lnTo>
                  <a:pt x="440598" y="344423"/>
                </a:lnTo>
                <a:close/>
              </a:path>
              <a:path w="554989" h="567055">
                <a:moveTo>
                  <a:pt x="219456" y="432815"/>
                </a:moveTo>
                <a:lnTo>
                  <a:pt x="182880" y="432815"/>
                </a:lnTo>
                <a:lnTo>
                  <a:pt x="185242" y="414504"/>
                </a:lnTo>
                <a:lnTo>
                  <a:pt x="187261" y="397192"/>
                </a:lnTo>
                <a:lnTo>
                  <a:pt x="189095" y="378166"/>
                </a:lnTo>
                <a:lnTo>
                  <a:pt x="190500" y="358139"/>
                </a:lnTo>
                <a:lnTo>
                  <a:pt x="227076" y="358139"/>
                </a:lnTo>
                <a:lnTo>
                  <a:pt x="225671" y="377309"/>
                </a:lnTo>
                <a:lnTo>
                  <a:pt x="223837" y="396049"/>
                </a:lnTo>
                <a:lnTo>
                  <a:pt x="221612" y="415361"/>
                </a:lnTo>
                <a:lnTo>
                  <a:pt x="219456" y="432815"/>
                </a:lnTo>
                <a:close/>
              </a:path>
              <a:path w="554989" h="567055">
                <a:moveTo>
                  <a:pt x="21336" y="454151"/>
                </a:moveTo>
                <a:lnTo>
                  <a:pt x="0" y="432815"/>
                </a:lnTo>
                <a:lnTo>
                  <a:pt x="336804" y="432815"/>
                </a:lnTo>
                <a:lnTo>
                  <a:pt x="336804" y="358139"/>
                </a:lnTo>
                <a:lnTo>
                  <a:pt x="370332" y="358139"/>
                </a:lnTo>
                <a:lnTo>
                  <a:pt x="370332" y="429767"/>
                </a:lnTo>
                <a:lnTo>
                  <a:pt x="540004" y="429767"/>
                </a:lnTo>
                <a:lnTo>
                  <a:pt x="554736" y="445007"/>
                </a:lnTo>
                <a:lnTo>
                  <a:pt x="370332" y="445007"/>
                </a:lnTo>
                <a:lnTo>
                  <a:pt x="370333" y="446531"/>
                </a:lnTo>
                <a:lnTo>
                  <a:pt x="77724" y="446531"/>
                </a:lnTo>
                <a:lnTo>
                  <a:pt x="62912" y="447079"/>
                </a:lnTo>
                <a:lnTo>
                  <a:pt x="48387" y="448627"/>
                </a:lnTo>
                <a:lnTo>
                  <a:pt x="34432" y="451032"/>
                </a:lnTo>
                <a:lnTo>
                  <a:pt x="21336" y="454151"/>
                </a:lnTo>
                <a:close/>
              </a:path>
              <a:path w="554989" h="567055">
                <a:moveTo>
                  <a:pt x="405384" y="382523"/>
                </a:moveTo>
                <a:lnTo>
                  <a:pt x="405384" y="358139"/>
                </a:lnTo>
                <a:lnTo>
                  <a:pt x="441364" y="358139"/>
                </a:lnTo>
                <a:lnTo>
                  <a:pt x="441960" y="368807"/>
                </a:lnTo>
                <a:lnTo>
                  <a:pt x="405384" y="382523"/>
                </a:lnTo>
                <a:close/>
              </a:path>
              <a:path w="554989" h="567055">
                <a:moveTo>
                  <a:pt x="540004" y="429767"/>
                </a:moveTo>
                <a:lnTo>
                  <a:pt x="478536" y="429767"/>
                </a:lnTo>
                <a:lnTo>
                  <a:pt x="510540" y="399287"/>
                </a:lnTo>
                <a:lnTo>
                  <a:pt x="540004" y="429767"/>
                </a:lnTo>
                <a:close/>
              </a:path>
              <a:path w="554989" h="567055">
                <a:moveTo>
                  <a:pt x="30480" y="566927"/>
                </a:moveTo>
                <a:lnTo>
                  <a:pt x="27432" y="559308"/>
                </a:lnTo>
                <a:lnTo>
                  <a:pt x="60364" y="547616"/>
                </a:lnTo>
                <a:lnTo>
                  <a:pt x="88582" y="535495"/>
                </a:lnTo>
                <a:lnTo>
                  <a:pt x="132588" y="510539"/>
                </a:lnTo>
                <a:lnTo>
                  <a:pt x="162115" y="481964"/>
                </a:lnTo>
                <a:lnTo>
                  <a:pt x="181356" y="446531"/>
                </a:lnTo>
                <a:lnTo>
                  <a:pt x="216408" y="446531"/>
                </a:lnTo>
                <a:lnTo>
                  <a:pt x="191071" y="493394"/>
                </a:lnTo>
                <a:lnTo>
                  <a:pt x="146304" y="528827"/>
                </a:lnTo>
                <a:lnTo>
                  <a:pt x="90678" y="552450"/>
                </a:lnTo>
                <a:lnTo>
                  <a:pt x="61007" y="560974"/>
                </a:lnTo>
                <a:lnTo>
                  <a:pt x="30480" y="566927"/>
                </a:lnTo>
                <a:close/>
              </a:path>
              <a:path w="554989" h="567055">
                <a:moveTo>
                  <a:pt x="333756" y="566927"/>
                </a:moveTo>
                <a:lnTo>
                  <a:pt x="334994" y="528827"/>
                </a:lnTo>
                <a:lnTo>
                  <a:pt x="335851" y="501014"/>
                </a:lnTo>
                <a:lnTo>
                  <a:pt x="336542" y="472201"/>
                </a:lnTo>
                <a:lnTo>
                  <a:pt x="336804" y="446531"/>
                </a:lnTo>
                <a:lnTo>
                  <a:pt x="370333" y="446531"/>
                </a:lnTo>
                <a:lnTo>
                  <a:pt x="370442" y="497109"/>
                </a:lnTo>
                <a:lnTo>
                  <a:pt x="370547" y="512540"/>
                </a:lnTo>
                <a:lnTo>
                  <a:pt x="370974" y="534161"/>
                </a:lnTo>
                <a:lnTo>
                  <a:pt x="371856" y="550163"/>
                </a:lnTo>
                <a:lnTo>
                  <a:pt x="333756" y="566927"/>
                </a:lnTo>
                <a:close/>
              </a:path>
            </a:pathLst>
          </a:custGeom>
          <a:solidFill>
            <a:srgbClr val="3333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" name="object 6"/>
          <p:cNvSpPr/>
          <p:nvPr/>
        </p:nvSpPr>
        <p:spPr>
          <a:xfrm>
            <a:off x="3557015" y="1271015"/>
            <a:ext cx="563880" cy="547370"/>
          </a:xfrm>
          <a:custGeom>
            <a:avLst/>
            <a:gdLst/>
            <a:ahLst/>
            <a:cxnLst/>
            <a:rect l="l" t="t" r="r" b="b"/>
            <a:pathLst>
              <a:path w="563879" h="547369">
                <a:moveTo>
                  <a:pt x="368808" y="135636"/>
                </a:moveTo>
                <a:lnTo>
                  <a:pt x="336804" y="135636"/>
                </a:lnTo>
                <a:lnTo>
                  <a:pt x="336705" y="71628"/>
                </a:lnTo>
                <a:lnTo>
                  <a:pt x="336600" y="49815"/>
                </a:lnTo>
                <a:lnTo>
                  <a:pt x="336161" y="21193"/>
                </a:lnTo>
                <a:lnTo>
                  <a:pt x="335280" y="0"/>
                </a:lnTo>
                <a:lnTo>
                  <a:pt x="391668" y="28956"/>
                </a:lnTo>
                <a:lnTo>
                  <a:pt x="368808" y="51816"/>
                </a:lnTo>
                <a:lnTo>
                  <a:pt x="368808" y="135636"/>
                </a:lnTo>
                <a:close/>
              </a:path>
              <a:path w="563879" h="547369">
                <a:moveTo>
                  <a:pt x="120396" y="126492"/>
                </a:moveTo>
                <a:lnTo>
                  <a:pt x="117348" y="126492"/>
                </a:lnTo>
                <a:lnTo>
                  <a:pt x="113895" y="125039"/>
                </a:lnTo>
                <a:lnTo>
                  <a:pt x="110299" y="120586"/>
                </a:lnTo>
                <a:lnTo>
                  <a:pt x="106418" y="112990"/>
                </a:lnTo>
                <a:lnTo>
                  <a:pt x="102108" y="102108"/>
                </a:lnTo>
                <a:lnTo>
                  <a:pt x="94940" y="86391"/>
                </a:lnTo>
                <a:lnTo>
                  <a:pt x="84772" y="68961"/>
                </a:lnTo>
                <a:lnTo>
                  <a:pt x="71461" y="49815"/>
                </a:lnTo>
                <a:lnTo>
                  <a:pt x="54864" y="28956"/>
                </a:lnTo>
                <a:lnTo>
                  <a:pt x="59436" y="21336"/>
                </a:lnTo>
                <a:lnTo>
                  <a:pt x="110871" y="51054"/>
                </a:lnTo>
                <a:lnTo>
                  <a:pt x="137160" y="82296"/>
                </a:lnTo>
                <a:lnTo>
                  <a:pt x="138684" y="91440"/>
                </a:lnTo>
                <a:lnTo>
                  <a:pt x="138684" y="103632"/>
                </a:lnTo>
                <a:lnTo>
                  <a:pt x="135636" y="111252"/>
                </a:lnTo>
                <a:lnTo>
                  <a:pt x="129540" y="117348"/>
                </a:lnTo>
                <a:lnTo>
                  <a:pt x="124968" y="123444"/>
                </a:lnTo>
                <a:lnTo>
                  <a:pt x="120396" y="126492"/>
                </a:lnTo>
                <a:close/>
              </a:path>
              <a:path w="563879" h="547369">
                <a:moveTo>
                  <a:pt x="102269" y="381595"/>
                </a:moveTo>
                <a:lnTo>
                  <a:pt x="48672" y="381595"/>
                </a:lnTo>
                <a:lnTo>
                  <a:pt x="56388" y="381000"/>
                </a:lnTo>
                <a:lnTo>
                  <a:pt x="61460" y="379595"/>
                </a:lnTo>
                <a:lnTo>
                  <a:pt x="88038" y="342997"/>
                </a:lnTo>
                <a:lnTo>
                  <a:pt x="125662" y="258604"/>
                </a:lnTo>
                <a:lnTo>
                  <a:pt x="154643" y="190585"/>
                </a:lnTo>
                <a:lnTo>
                  <a:pt x="190500" y="105156"/>
                </a:lnTo>
                <a:lnTo>
                  <a:pt x="201168" y="108204"/>
                </a:lnTo>
                <a:lnTo>
                  <a:pt x="172331" y="185928"/>
                </a:lnTo>
                <a:lnTo>
                  <a:pt x="148279" y="251460"/>
                </a:lnTo>
                <a:lnTo>
                  <a:pt x="128968" y="304800"/>
                </a:lnTo>
                <a:lnTo>
                  <a:pt x="114356" y="345948"/>
                </a:lnTo>
                <a:lnTo>
                  <a:pt x="104401" y="374904"/>
                </a:lnTo>
                <a:lnTo>
                  <a:pt x="102269" y="381595"/>
                </a:lnTo>
                <a:close/>
              </a:path>
              <a:path w="563879" h="547369">
                <a:moveTo>
                  <a:pt x="227076" y="156972"/>
                </a:moveTo>
                <a:lnTo>
                  <a:pt x="205740" y="135636"/>
                </a:lnTo>
                <a:lnTo>
                  <a:pt x="461772" y="135636"/>
                </a:lnTo>
                <a:lnTo>
                  <a:pt x="487680" y="109728"/>
                </a:lnTo>
                <a:lnTo>
                  <a:pt x="525780" y="150876"/>
                </a:lnTo>
                <a:lnTo>
                  <a:pt x="284988" y="150876"/>
                </a:lnTo>
                <a:lnTo>
                  <a:pt x="269509" y="151185"/>
                </a:lnTo>
                <a:lnTo>
                  <a:pt x="254889" y="152209"/>
                </a:lnTo>
                <a:lnTo>
                  <a:pt x="240839" y="154090"/>
                </a:lnTo>
                <a:lnTo>
                  <a:pt x="227076" y="156972"/>
                </a:lnTo>
                <a:close/>
              </a:path>
              <a:path w="563879" h="547369">
                <a:moveTo>
                  <a:pt x="368808" y="280416"/>
                </a:moveTo>
                <a:lnTo>
                  <a:pt x="336804" y="280416"/>
                </a:lnTo>
                <a:lnTo>
                  <a:pt x="336804" y="150876"/>
                </a:lnTo>
                <a:lnTo>
                  <a:pt x="368808" y="150876"/>
                </a:lnTo>
                <a:lnTo>
                  <a:pt x="368808" y="280416"/>
                </a:lnTo>
                <a:close/>
              </a:path>
              <a:path w="563879" h="547369">
                <a:moveTo>
                  <a:pt x="68961" y="270200"/>
                </a:moveTo>
                <a:lnTo>
                  <a:pt x="63246" y="266890"/>
                </a:lnTo>
                <a:lnTo>
                  <a:pt x="57531" y="258151"/>
                </a:lnTo>
                <a:lnTo>
                  <a:pt x="51816" y="243840"/>
                </a:lnTo>
                <a:lnTo>
                  <a:pt x="44362" y="227218"/>
                </a:lnTo>
                <a:lnTo>
                  <a:pt x="33337" y="209169"/>
                </a:lnTo>
                <a:lnTo>
                  <a:pt x="18597" y="189404"/>
                </a:lnTo>
                <a:lnTo>
                  <a:pt x="0" y="167640"/>
                </a:lnTo>
                <a:lnTo>
                  <a:pt x="4572" y="160020"/>
                </a:lnTo>
                <a:lnTo>
                  <a:pt x="41457" y="180617"/>
                </a:lnTo>
                <a:lnTo>
                  <a:pt x="67627" y="199072"/>
                </a:lnTo>
                <a:lnTo>
                  <a:pt x="83224" y="215526"/>
                </a:lnTo>
                <a:lnTo>
                  <a:pt x="88392" y="230124"/>
                </a:lnTo>
                <a:lnTo>
                  <a:pt x="87534" y="242720"/>
                </a:lnTo>
                <a:lnTo>
                  <a:pt x="84963" y="253174"/>
                </a:lnTo>
                <a:lnTo>
                  <a:pt x="80676" y="261627"/>
                </a:lnTo>
                <a:lnTo>
                  <a:pt x="74676" y="268224"/>
                </a:lnTo>
                <a:lnTo>
                  <a:pt x="68961" y="270200"/>
                </a:lnTo>
                <a:close/>
              </a:path>
              <a:path w="563879" h="547369">
                <a:moveTo>
                  <a:pt x="181356" y="301752"/>
                </a:moveTo>
                <a:lnTo>
                  <a:pt x="160020" y="280416"/>
                </a:lnTo>
                <a:lnTo>
                  <a:pt x="495300" y="280416"/>
                </a:lnTo>
                <a:lnTo>
                  <a:pt x="524256" y="251460"/>
                </a:lnTo>
                <a:lnTo>
                  <a:pt x="563880" y="294131"/>
                </a:lnTo>
                <a:lnTo>
                  <a:pt x="239268" y="294131"/>
                </a:lnTo>
                <a:lnTo>
                  <a:pt x="223789" y="294679"/>
                </a:lnTo>
                <a:lnTo>
                  <a:pt x="209169" y="296227"/>
                </a:lnTo>
                <a:lnTo>
                  <a:pt x="195119" y="298632"/>
                </a:lnTo>
                <a:lnTo>
                  <a:pt x="181356" y="301752"/>
                </a:lnTo>
                <a:close/>
              </a:path>
              <a:path w="563879" h="547369">
                <a:moveTo>
                  <a:pt x="198120" y="547116"/>
                </a:moveTo>
                <a:lnTo>
                  <a:pt x="173736" y="492252"/>
                </a:lnTo>
                <a:lnTo>
                  <a:pt x="190904" y="487918"/>
                </a:lnTo>
                <a:lnTo>
                  <a:pt x="210502" y="474726"/>
                </a:lnTo>
                <a:lnTo>
                  <a:pt x="257556" y="420624"/>
                </a:lnTo>
                <a:lnTo>
                  <a:pt x="280725" y="386072"/>
                </a:lnTo>
                <a:lnTo>
                  <a:pt x="315634" y="322683"/>
                </a:lnTo>
                <a:lnTo>
                  <a:pt x="327660" y="294131"/>
                </a:lnTo>
                <a:lnTo>
                  <a:pt x="339852" y="294131"/>
                </a:lnTo>
                <a:lnTo>
                  <a:pt x="377952" y="320040"/>
                </a:lnTo>
                <a:lnTo>
                  <a:pt x="366736" y="326326"/>
                </a:lnTo>
                <a:lnTo>
                  <a:pt x="355663" y="336042"/>
                </a:lnTo>
                <a:lnTo>
                  <a:pt x="344304" y="349186"/>
                </a:lnTo>
                <a:lnTo>
                  <a:pt x="332232" y="365760"/>
                </a:lnTo>
                <a:lnTo>
                  <a:pt x="316801" y="387238"/>
                </a:lnTo>
                <a:lnTo>
                  <a:pt x="293370" y="415290"/>
                </a:lnTo>
                <a:lnTo>
                  <a:pt x="261937" y="450199"/>
                </a:lnTo>
                <a:lnTo>
                  <a:pt x="222504" y="492252"/>
                </a:lnTo>
                <a:lnTo>
                  <a:pt x="440039" y="492252"/>
                </a:lnTo>
                <a:lnTo>
                  <a:pt x="362712" y="502539"/>
                </a:lnTo>
                <a:lnTo>
                  <a:pt x="315896" y="510825"/>
                </a:lnTo>
                <a:lnTo>
                  <a:pt x="277368" y="519684"/>
                </a:lnTo>
                <a:lnTo>
                  <a:pt x="222885" y="534543"/>
                </a:lnTo>
                <a:lnTo>
                  <a:pt x="206644" y="541115"/>
                </a:lnTo>
                <a:lnTo>
                  <a:pt x="198120" y="547116"/>
                </a:lnTo>
                <a:close/>
              </a:path>
              <a:path w="563879" h="547369">
                <a:moveTo>
                  <a:pt x="91440" y="533399"/>
                </a:moveTo>
                <a:lnTo>
                  <a:pt x="77724" y="533399"/>
                </a:lnTo>
                <a:lnTo>
                  <a:pt x="68580" y="531875"/>
                </a:lnTo>
                <a:lnTo>
                  <a:pt x="50292" y="525780"/>
                </a:lnTo>
                <a:lnTo>
                  <a:pt x="45720" y="518160"/>
                </a:lnTo>
                <a:lnTo>
                  <a:pt x="45720" y="507492"/>
                </a:lnTo>
                <a:lnTo>
                  <a:pt x="55578" y="459819"/>
                </a:lnTo>
                <a:lnTo>
                  <a:pt x="57912" y="449580"/>
                </a:lnTo>
                <a:lnTo>
                  <a:pt x="59102" y="440483"/>
                </a:lnTo>
                <a:lnTo>
                  <a:pt x="59436" y="432816"/>
                </a:lnTo>
                <a:lnTo>
                  <a:pt x="58840" y="425124"/>
                </a:lnTo>
                <a:lnTo>
                  <a:pt x="31432" y="397002"/>
                </a:lnTo>
                <a:lnTo>
                  <a:pt x="1524" y="387096"/>
                </a:lnTo>
                <a:lnTo>
                  <a:pt x="1524" y="377952"/>
                </a:lnTo>
                <a:lnTo>
                  <a:pt x="21240" y="379928"/>
                </a:lnTo>
                <a:lnTo>
                  <a:pt x="36957" y="381190"/>
                </a:lnTo>
                <a:lnTo>
                  <a:pt x="48672" y="381595"/>
                </a:lnTo>
                <a:lnTo>
                  <a:pt x="102269" y="381595"/>
                </a:lnTo>
                <a:lnTo>
                  <a:pt x="99060" y="391668"/>
                </a:lnTo>
                <a:lnTo>
                  <a:pt x="95297" y="407360"/>
                </a:lnTo>
                <a:lnTo>
                  <a:pt x="92964" y="424624"/>
                </a:lnTo>
                <a:lnTo>
                  <a:pt x="91773" y="443317"/>
                </a:lnTo>
                <a:lnTo>
                  <a:pt x="91440" y="463296"/>
                </a:lnTo>
                <a:lnTo>
                  <a:pt x="92583" y="483322"/>
                </a:lnTo>
                <a:lnTo>
                  <a:pt x="93726" y="500062"/>
                </a:lnTo>
                <a:lnTo>
                  <a:pt x="94869" y="513659"/>
                </a:lnTo>
                <a:lnTo>
                  <a:pt x="96012" y="524256"/>
                </a:lnTo>
                <a:lnTo>
                  <a:pt x="96012" y="530352"/>
                </a:lnTo>
                <a:lnTo>
                  <a:pt x="91440" y="533399"/>
                </a:lnTo>
                <a:close/>
              </a:path>
              <a:path w="563879" h="547369">
                <a:moveTo>
                  <a:pt x="440039" y="492252"/>
                </a:moveTo>
                <a:lnTo>
                  <a:pt x="222504" y="492252"/>
                </a:lnTo>
                <a:lnTo>
                  <a:pt x="473964" y="475488"/>
                </a:lnTo>
                <a:lnTo>
                  <a:pt x="457700" y="454032"/>
                </a:lnTo>
                <a:lnTo>
                  <a:pt x="441007" y="433006"/>
                </a:lnTo>
                <a:lnTo>
                  <a:pt x="424029" y="412265"/>
                </a:lnTo>
                <a:lnTo>
                  <a:pt x="406908" y="391668"/>
                </a:lnTo>
                <a:lnTo>
                  <a:pt x="411480" y="385572"/>
                </a:lnTo>
                <a:lnTo>
                  <a:pt x="432054" y="399859"/>
                </a:lnTo>
                <a:lnTo>
                  <a:pt x="450342" y="413004"/>
                </a:lnTo>
                <a:lnTo>
                  <a:pt x="466344" y="425005"/>
                </a:lnTo>
                <a:lnTo>
                  <a:pt x="480060" y="435864"/>
                </a:lnTo>
                <a:lnTo>
                  <a:pt x="491823" y="445008"/>
                </a:lnTo>
                <a:lnTo>
                  <a:pt x="519684" y="472440"/>
                </a:lnTo>
                <a:lnTo>
                  <a:pt x="530856" y="487680"/>
                </a:lnTo>
                <a:lnTo>
                  <a:pt x="480060" y="487680"/>
                </a:lnTo>
                <a:lnTo>
                  <a:pt x="440039" y="492252"/>
                </a:lnTo>
                <a:close/>
              </a:path>
              <a:path w="563879" h="547369">
                <a:moveTo>
                  <a:pt x="515112" y="547116"/>
                </a:moveTo>
                <a:lnTo>
                  <a:pt x="509016" y="547116"/>
                </a:lnTo>
                <a:lnTo>
                  <a:pt x="505968" y="542544"/>
                </a:lnTo>
                <a:lnTo>
                  <a:pt x="502920" y="533399"/>
                </a:lnTo>
                <a:lnTo>
                  <a:pt x="497419" y="521970"/>
                </a:lnTo>
                <a:lnTo>
                  <a:pt x="492061" y="510540"/>
                </a:lnTo>
                <a:lnTo>
                  <a:pt x="486417" y="499110"/>
                </a:lnTo>
                <a:lnTo>
                  <a:pt x="480060" y="487680"/>
                </a:lnTo>
                <a:lnTo>
                  <a:pt x="530856" y="487680"/>
                </a:lnTo>
                <a:lnTo>
                  <a:pt x="532066" y="489585"/>
                </a:lnTo>
                <a:lnTo>
                  <a:pt x="535328" y="497300"/>
                </a:lnTo>
                <a:lnTo>
                  <a:pt x="536448" y="504444"/>
                </a:lnTo>
                <a:lnTo>
                  <a:pt x="535638" y="511540"/>
                </a:lnTo>
                <a:lnTo>
                  <a:pt x="533400" y="518922"/>
                </a:lnTo>
                <a:lnTo>
                  <a:pt x="530018" y="526303"/>
                </a:lnTo>
                <a:lnTo>
                  <a:pt x="525780" y="533399"/>
                </a:lnTo>
                <a:lnTo>
                  <a:pt x="519684" y="542544"/>
                </a:lnTo>
                <a:lnTo>
                  <a:pt x="515112" y="547116"/>
                </a:lnTo>
                <a:close/>
              </a:path>
            </a:pathLst>
          </a:custGeom>
          <a:solidFill>
            <a:srgbClr val="3333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" name="object 7"/>
          <p:cNvSpPr/>
          <p:nvPr/>
        </p:nvSpPr>
        <p:spPr>
          <a:xfrm>
            <a:off x="1751075" y="2552700"/>
            <a:ext cx="155575" cy="155575"/>
          </a:xfrm>
          <a:custGeom>
            <a:avLst/>
            <a:gdLst/>
            <a:ahLst/>
            <a:cxnLst/>
            <a:rect l="l" t="t" r="r" b="b"/>
            <a:pathLst>
              <a:path w="155575" h="155575">
                <a:moveTo>
                  <a:pt x="155448" y="155448"/>
                </a:moveTo>
                <a:lnTo>
                  <a:pt x="0" y="155448"/>
                </a:lnTo>
                <a:lnTo>
                  <a:pt x="0" y="0"/>
                </a:lnTo>
                <a:lnTo>
                  <a:pt x="155448" y="0"/>
                </a:lnTo>
                <a:lnTo>
                  <a:pt x="155448" y="155448"/>
                </a:lnTo>
                <a:close/>
              </a:path>
            </a:pathLst>
          </a:custGeom>
          <a:solidFill>
            <a:srgbClr val="3333C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2119884" y="2360675"/>
            <a:ext cx="2452370" cy="412115"/>
          </a:xfrm>
          <a:custGeom>
            <a:avLst/>
            <a:gdLst/>
            <a:ahLst/>
            <a:cxnLst/>
            <a:rect l="l" t="t" r="r" b="b"/>
            <a:pathLst>
              <a:path w="2452370" h="412114">
                <a:moveTo>
                  <a:pt x="262128" y="204216"/>
                </a:moveTo>
                <a:lnTo>
                  <a:pt x="144780" y="204216"/>
                </a:lnTo>
                <a:lnTo>
                  <a:pt x="144780" y="242316"/>
                </a:lnTo>
                <a:lnTo>
                  <a:pt x="219456" y="242316"/>
                </a:lnTo>
                <a:lnTo>
                  <a:pt x="219456" y="326136"/>
                </a:lnTo>
                <a:lnTo>
                  <a:pt x="179832" y="334645"/>
                </a:lnTo>
                <a:lnTo>
                  <a:pt x="152400" y="335280"/>
                </a:lnTo>
                <a:lnTo>
                  <a:pt x="140347" y="334733"/>
                </a:lnTo>
                <a:lnTo>
                  <a:pt x="99098" y="322541"/>
                </a:lnTo>
                <a:lnTo>
                  <a:pt x="68122" y="292328"/>
                </a:lnTo>
                <a:lnTo>
                  <a:pt x="49568" y="247700"/>
                </a:lnTo>
                <a:lnTo>
                  <a:pt x="45720" y="202692"/>
                </a:lnTo>
                <a:lnTo>
                  <a:pt x="47447" y="175310"/>
                </a:lnTo>
                <a:lnTo>
                  <a:pt x="61785" y="128549"/>
                </a:lnTo>
                <a:lnTo>
                  <a:pt x="89763" y="93967"/>
                </a:lnTo>
                <a:lnTo>
                  <a:pt x="127393" y="76733"/>
                </a:lnTo>
                <a:lnTo>
                  <a:pt x="149352" y="74676"/>
                </a:lnTo>
                <a:lnTo>
                  <a:pt x="159346" y="74968"/>
                </a:lnTo>
                <a:lnTo>
                  <a:pt x="202311" y="84023"/>
                </a:lnTo>
                <a:lnTo>
                  <a:pt x="240792" y="103632"/>
                </a:lnTo>
                <a:lnTo>
                  <a:pt x="251460" y="112776"/>
                </a:lnTo>
                <a:lnTo>
                  <a:pt x="257556" y="117360"/>
                </a:lnTo>
                <a:lnTo>
                  <a:pt x="260604" y="117360"/>
                </a:lnTo>
                <a:lnTo>
                  <a:pt x="260604" y="65532"/>
                </a:lnTo>
                <a:lnTo>
                  <a:pt x="256032" y="62496"/>
                </a:lnTo>
                <a:lnTo>
                  <a:pt x="248412" y="59448"/>
                </a:lnTo>
                <a:lnTo>
                  <a:pt x="239268" y="54876"/>
                </a:lnTo>
                <a:lnTo>
                  <a:pt x="232664" y="52590"/>
                </a:lnTo>
                <a:lnTo>
                  <a:pt x="214884" y="45720"/>
                </a:lnTo>
                <a:lnTo>
                  <a:pt x="208000" y="43700"/>
                </a:lnTo>
                <a:lnTo>
                  <a:pt x="163423" y="36842"/>
                </a:lnTo>
                <a:lnTo>
                  <a:pt x="155448" y="36576"/>
                </a:lnTo>
                <a:lnTo>
                  <a:pt x="138582" y="37414"/>
                </a:lnTo>
                <a:lnTo>
                  <a:pt x="91440" y="48768"/>
                </a:lnTo>
                <a:lnTo>
                  <a:pt x="53289" y="71069"/>
                </a:lnTo>
                <a:lnTo>
                  <a:pt x="24574" y="105727"/>
                </a:lnTo>
                <a:lnTo>
                  <a:pt x="7061" y="150431"/>
                </a:lnTo>
                <a:lnTo>
                  <a:pt x="0" y="204216"/>
                </a:lnTo>
                <a:lnTo>
                  <a:pt x="825" y="224218"/>
                </a:lnTo>
                <a:lnTo>
                  <a:pt x="12192" y="277368"/>
                </a:lnTo>
                <a:lnTo>
                  <a:pt x="32969" y="319595"/>
                </a:lnTo>
                <a:lnTo>
                  <a:pt x="65341" y="348996"/>
                </a:lnTo>
                <a:lnTo>
                  <a:pt x="106337" y="367601"/>
                </a:lnTo>
                <a:lnTo>
                  <a:pt x="153924" y="373380"/>
                </a:lnTo>
                <a:lnTo>
                  <a:pt x="162775" y="373126"/>
                </a:lnTo>
                <a:lnTo>
                  <a:pt x="206921" y="366268"/>
                </a:lnTo>
                <a:lnTo>
                  <a:pt x="220853" y="361950"/>
                </a:lnTo>
                <a:lnTo>
                  <a:pt x="240792" y="355092"/>
                </a:lnTo>
                <a:lnTo>
                  <a:pt x="256032" y="347472"/>
                </a:lnTo>
                <a:lnTo>
                  <a:pt x="262128" y="345948"/>
                </a:lnTo>
                <a:lnTo>
                  <a:pt x="262128" y="204216"/>
                </a:lnTo>
                <a:close/>
              </a:path>
              <a:path w="2452370" h="412114">
                <a:moveTo>
                  <a:pt x="426707" y="205740"/>
                </a:moveTo>
                <a:lnTo>
                  <a:pt x="303263" y="205740"/>
                </a:lnTo>
                <a:lnTo>
                  <a:pt x="303263" y="245364"/>
                </a:lnTo>
                <a:lnTo>
                  <a:pt x="426707" y="245364"/>
                </a:lnTo>
                <a:lnTo>
                  <a:pt x="426707" y="205740"/>
                </a:lnTo>
                <a:close/>
              </a:path>
              <a:path w="2452370" h="412114">
                <a:moveTo>
                  <a:pt x="678180" y="274320"/>
                </a:moveTo>
                <a:lnTo>
                  <a:pt x="669810" y="234886"/>
                </a:lnTo>
                <a:lnTo>
                  <a:pt x="642556" y="205930"/>
                </a:lnTo>
                <a:lnTo>
                  <a:pt x="606996" y="191262"/>
                </a:lnTo>
                <a:lnTo>
                  <a:pt x="571538" y="182118"/>
                </a:lnTo>
                <a:lnTo>
                  <a:pt x="554494" y="177558"/>
                </a:lnTo>
                <a:lnTo>
                  <a:pt x="516636" y="158508"/>
                </a:lnTo>
                <a:lnTo>
                  <a:pt x="504444" y="124968"/>
                </a:lnTo>
                <a:lnTo>
                  <a:pt x="505599" y="114109"/>
                </a:lnTo>
                <a:lnTo>
                  <a:pt x="533984" y="82397"/>
                </a:lnTo>
                <a:lnTo>
                  <a:pt x="571500" y="74676"/>
                </a:lnTo>
                <a:lnTo>
                  <a:pt x="584949" y="75272"/>
                </a:lnTo>
                <a:lnTo>
                  <a:pt x="623316" y="85344"/>
                </a:lnTo>
                <a:lnTo>
                  <a:pt x="662940" y="109728"/>
                </a:lnTo>
                <a:lnTo>
                  <a:pt x="665988" y="109728"/>
                </a:lnTo>
                <a:lnTo>
                  <a:pt x="665988" y="57924"/>
                </a:lnTo>
                <a:lnTo>
                  <a:pt x="655408" y="53390"/>
                </a:lnTo>
                <a:lnTo>
                  <a:pt x="608330" y="40436"/>
                </a:lnTo>
                <a:lnTo>
                  <a:pt x="569976" y="36576"/>
                </a:lnTo>
                <a:lnTo>
                  <a:pt x="547090" y="38290"/>
                </a:lnTo>
                <a:lnTo>
                  <a:pt x="507606" y="52006"/>
                </a:lnTo>
                <a:lnTo>
                  <a:pt x="477596" y="78320"/>
                </a:lnTo>
                <a:lnTo>
                  <a:pt x="460248" y="129540"/>
                </a:lnTo>
                <a:lnTo>
                  <a:pt x="460552" y="138645"/>
                </a:lnTo>
                <a:lnTo>
                  <a:pt x="472821" y="176593"/>
                </a:lnTo>
                <a:lnTo>
                  <a:pt x="504444" y="205740"/>
                </a:lnTo>
                <a:lnTo>
                  <a:pt x="534924" y="216408"/>
                </a:lnTo>
                <a:lnTo>
                  <a:pt x="551878" y="220789"/>
                </a:lnTo>
                <a:lnTo>
                  <a:pt x="565404" y="224028"/>
                </a:lnTo>
                <a:lnTo>
                  <a:pt x="572262" y="226085"/>
                </a:lnTo>
                <a:lnTo>
                  <a:pt x="585978" y="229603"/>
                </a:lnTo>
                <a:lnTo>
                  <a:pt x="623316" y="249936"/>
                </a:lnTo>
                <a:lnTo>
                  <a:pt x="633984" y="281940"/>
                </a:lnTo>
                <a:lnTo>
                  <a:pt x="632841" y="293039"/>
                </a:lnTo>
                <a:lnTo>
                  <a:pt x="605409" y="326923"/>
                </a:lnTo>
                <a:lnTo>
                  <a:pt x="560832" y="335280"/>
                </a:lnTo>
                <a:lnTo>
                  <a:pt x="548233" y="334695"/>
                </a:lnTo>
                <a:lnTo>
                  <a:pt x="509016" y="324612"/>
                </a:lnTo>
                <a:lnTo>
                  <a:pt x="471716" y="302971"/>
                </a:lnTo>
                <a:lnTo>
                  <a:pt x="460248" y="294132"/>
                </a:lnTo>
                <a:lnTo>
                  <a:pt x="457200" y="294132"/>
                </a:lnTo>
                <a:lnTo>
                  <a:pt x="457200" y="347472"/>
                </a:lnTo>
                <a:lnTo>
                  <a:pt x="468642" y="352907"/>
                </a:lnTo>
                <a:lnTo>
                  <a:pt x="517588" y="368884"/>
                </a:lnTo>
                <a:lnTo>
                  <a:pt x="563880" y="373380"/>
                </a:lnTo>
                <a:lnTo>
                  <a:pt x="578167" y="372833"/>
                </a:lnTo>
                <a:lnTo>
                  <a:pt x="623290" y="360908"/>
                </a:lnTo>
                <a:lnTo>
                  <a:pt x="655764" y="336638"/>
                </a:lnTo>
                <a:lnTo>
                  <a:pt x="676084" y="293370"/>
                </a:lnTo>
                <a:lnTo>
                  <a:pt x="677621" y="283705"/>
                </a:lnTo>
                <a:lnTo>
                  <a:pt x="678180" y="274320"/>
                </a:lnTo>
                <a:close/>
              </a:path>
              <a:path w="2452370" h="412114">
                <a:moveTo>
                  <a:pt x="925055" y="64020"/>
                </a:moveTo>
                <a:lnTo>
                  <a:pt x="915454" y="53352"/>
                </a:lnTo>
                <a:lnTo>
                  <a:pt x="897623" y="33540"/>
                </a:lnTo>
                <a:lnTo>
                  <a:pt x="876287" y="53352"/>
                </a:lnTo>
                <a:lnTo>
                  <a:pt x="800087" y="53352"/>
                </a:lnTo>
                <a:lnTo>
                  <a:pt x="805281" y="45923"/>
                </a:lnTo>
                <a:lnTo>
                  <a:pt x="809612" y="39636"/>
                </a:lnTo>
                <a:lnTo>
                  <a:pt x="833615" y="18300"/>
                </a:lnTo>
                <a:lnTo>
                  <a:pt x="798563" y="12"/>
                </a:lnTo>
                <a:lnTo>
                  <a:pt x="776465" y="53733"/>
                </a:lnTo>
                <a:lnTo>
                  <a:pt x="754367" y="91452"/>
                </a:lnTo>
                <a:lnTo>
                  <a:pt x="726732" y="128308"/>
                </a:lnTo>
                <a:lnTo>
                  <a:pt x="719315" y="137172"/>
                </a:lnTo>
                <a:lnTo>
                  <a:pt x="722363" y="141744"/>
                </a:lnTo>
                <a:lnTo>
                  <a:pt x="753440" y="116446"/>
                </a:lnTo>
                <a:lnTo>
                  <a:pt x="786638" y="76276"/>
                </a:lnTo>
                <a:lnTo>
                  <a:pt x="795515" y="64020"/>
                </a:lnTo>
                <a:lnTo>
                  <a:pt x="824471" y="64020"/>
                </a:lnTo>
                <a:lnTo>
                  <a:pt x="830757" y="71704"/>
                </a:lnTo>
                <a:lnTo>
                  <a:pt x="835901" y="78689"/>
                </a:lnTo>
                <a:lnTo>
                  <a:pt x="839901" y="84797"/>
                </a:lnTo>
                <a:lnTo>
                  <a:pt x="842759" y="89928"/>
                </a:lnTo>
                <a:lnTo>
                  <a:pt x="842759" y="99072"/>
                </a:lnTo>
                <a:lnTo>
                  <a:pt x="844283" y="105168"/>
                </a:lnTo>
                <a:lnTo>
                  <a:pt x="845807" y="108216"/>
                </a:lnTo>
                <a:lnTo>
                  <a:pt x="847331" y="112788"/>
                </a:lnTo>
                <a:lnTo>
                  <a:pt x="848855" y="114312"/>
                </a:lnTo>
                <a:lnTo>
                  <a:pt x="857999" y="114312"/>
                </a:lnTo>
                <a:lnTo>
                  <a:pt x="862571" y="109740"/>
                </a:lnTo>
                <a:lnTo>
                  <a:pt x="865619" y="105168"/>
                </a:lnTo>
                <a:lnTo>
                  <a:pt x="868667" y="96024"/>
                </a:lnTo>
                <a:lnTo>
                  <a:pt x="868387" y="88874"/>
                </a:lnTo>
                <a:lnTo>
                  <a:pt x="862952" y="81165"/>
                </a:lnTo>
                <a:lnTo>
                  <a:pt x="852385" y="72872"/>
                </a:lnTo>
                <a:lnTo>
                  <a:pt x="836663" y="64020"/>
                </a:lnTo>
                <a:lnTo>
                  <a:pt x="925055" y="64020"/>
                </a:lnTo>
                <a:close/>
              </a:path>
              <a:path w="2452370" h="412114">
                <a:moveTo>
                  <a:pt x="1106411" y="65544"/>
                </a:moveTo>
                <a:lnTo>
                  <a:pt x="1096873" y="54876"/>
                </a:lnTo>
                <a:lnTo>
                  <a:pt x="1080503" y="36588"/>
                </a:lnTo>
                <a:lnTo>
                  <a:pt x="1059167" y="54876"/>
                </a:lnTo>
                <a:lnTo>
                  <a:pt x="966203" y="54876"/>
                </a:lnTo>
                <a:lnTo>
                  <a:pt x="970775" y="48780"/>
                </a:lnTo>
                <a:lnTo>
                  <a:pt x="975347" y="41160"/>
                </a:lnTo>
                <a:lnTo>
                  <a:pt x="981443" y="35064"/>
                </a:lnTo>
                <a:lnTo>
                  <a:pt x="987539" y="27444"/>
                </a:lnTo>
                <a:lnTo>
                  <a:pt x="992111" y="22872"/>
                </a:lnTo>
                <a:lnTo>
                  <a:pt x="998207" y="22872"/>
                </a:lnTo>
                <a:lnTo>
                  <a:pt x="967727" y="1536"/>
                </a:lnTo>
                <a:lnTo>
                  <a:pt x="947915" y="48780"/>
                </a:lnTo>
                <a:lnTo>
                  <a:pt x="928674" y="82308"/>
                </a:lnTo>
                <a:lnTo>
                  <a:pt x="908291" y="111264"/>
                </a:lnTo>
                <a:lnTo>
                  <a:pt x="912863" y="114312"/>
                </a:lnTo>
                <a:lnTo>
                  <a:pt x="919467" y="109207"/>
                </a:lnTo>
                <a:lnTo>
                  <a:pt x="925626" y="103263"/>
                </a:lnTo>
                <a:lnTo>
                  <a:pt x="931519" y="96735"/>
                </a:lnTo>
                <a:lnTo>
                  <a:pt x="937247" y="89928"/>
                </a:lnTo>
                <a:lnTo>
                  <a:pt x="942962" y="83972"/>
                </a:lnTo>
                <a:lnTo>
                  <a:pt x="954392" y="71488"/>
                </a:lnTo>
                <a:lnTo>
                  <a:pt x="960107" y="65544"/>
                </a:lnTo>
                <a:lnTo>
                  <a:pt x="1002779" y="65544"/>
                </a:lnTo>
                <a:lnTo>
                  <a:pt x="1033259" y="103644"/>
                </a:lnTo>
                <a:lnTo>
                  <a:pt x="1036307" y="108216"/>
                </a:lnTo>
                <a:lnTo>
                  <a:pt x="1039355" y="114312"/>
                </a:lnTo>
                <a:lnTo>
                  <a:pt x="1040879" y="115836"/>
                </a:lnTo>
                <a:lnTo>
                  <a:pt x="1045451" y="115836"/>
                </a:lnTo>
                <a:lnTo>
                  <a:pt x="1046975" y="114312"/>
                </a:lnTo>
                <a:lnTo>
                  <a:pt x="1056119" y="108216"/>
                </a:lnTo>
                <a:lnTo>
                  <a:pt x="1057643" y="102120"/>
                </a:lnTo>
                <a:lnTo>
                  <a:pt x="1057643" y="92976"/>
                </a:lnTo>
                <a:lnTo>
                  <a:pt x="1054836" y="86118"/>
                </a:lnTo>
                <a:lnTo>
                  <a:pt x="1046594" y="79260"/>
                </a:lnTo>
                <a:lnTo>
                  <a:pt x="1033221" y="72402"/>
                </a:lnTo>
                <a:lnTo>
                  <a:pt x="1014971" y="65544"/>
                </a:lnTo>
                <a:lnTo>
                  <a:pt x="1106411" y="65544"/>
                </a:lnTo>
                <a:close/>
              </a:path>
              <a:path w="2452370" h="412114">
                <a:moveTo>
                  <a:pt x="1114031" y="323100"/>
                </a:moveTo>
                <a:lnTo>
                  <a:pt x="1103858" y="312432"/>
                </a:lnTo>
                <a:lnTo>
                  <a:pt x="1082027" y="289572"/>
                </a:lnTo>
                <a:lnTo>
                  <a:pt x="1057643" y="312432"/>
                </a:lnTo>
                <a:lnTo>
                  <a:pt x="979919" y="312432"/>
                </a:lnTo>
                <a:lnTo>
                  <a:pt x="979919" y="260616"/>
                </a:lnTo>
                <a:lnTo>
                  <a:pt x="1005827" y="260616"/>
                </a:lnTo>
                <a:lnTo>
                  <a:pt x="1005827" y="277380"/>
                </a:lnTo>
                <a:lnTo>
                  <a:pt x="1031735" y="268236"/>
                </a:lnTo>
                <a:lnTo>
                  <a:pt x="1031290" y="260616"/>
                </a:lnTo>
                <a:lnTo>
                  <a:pt x="1030859" y="253377"/>
                </a:lnTo>
                <a:lnTo>
                  <a:pt x="1030732" y="249948"/>
                </a:lnTo>
                <a:lnTo>
                  <a:pt x="1030401" y="240804"/>
                </a:lnTo>
                <a:lnTo>
                  <a:pt x="1030236" y="230517"/>
                </a:lnTo>
                <a:lnTo>
                  <a:pt x="1030211" y="213372"/>
                </a:lnTo>
                <a:lnTo>
                  <a:pt x="1030211" y="202704"/>
                </a:lnTo>
                <a:lnTo>
                  <a:pt x="1030211" y="170700"/>
                </a:lnTo>
                <a:lnTo>
                  <a:pt x="1030211" y="160032"/>
                </a:lnTo>
                <a:lnTo>
                  <a:pt x="1030211" y="132600"/>
                </a:lnTo>
                <a:lnTo>
                  <a:pt x="1035443" y="128028"/>
                </a:lnTo>
                <a:lnTo>
                  <a:pt x="1042403" y="121932"/>
                </a:lnTo>
                <a:lnTo>
                  <a:pt x="1036078" y="117360"/>
                </a:lnTo>
                <a:lnTo>
                  <a:pt x="1014971" y="102120"/>
                </a:lnTo>
                <a:lnTo>
                  <a:pt x="1005827" y="115189"/>
                </a:lnTo>
                <a:lnTo>
                  <a:pt x="1005827" y="128028"/>
                </a:lnTo>
                <a:lnTo>
                  <a:pt x="1005827" y="160032"/>
                </a:lnTo>
                <a:lnTo>
                  <a:pt x="1005827" y="170700"/>
                </a:lnTo>
                <a:lnTo>
                  <a:pt x="1005827" y="202704"/>
                </a:lnTo>
                <a:lnTo>
                  <a:pt x="1005827" y="213372"/>
                </a:lnTo>
                <a:lnTo>
                  <a:pt x="1005827" y="249948"/>
                </a:lnTo>
                <a:lnTo>
                  <a:pt x="955535" y="249948"/>
                </a:lnTo>
                <a:lnTo>
                  <a:pt x="955535" y="260616"/>
                </a:lnTo>
                <a:lnTo>
                  <a:pt x="955535" y="313956"/>
                </a:lnTo>
                <a:lnTo>
                  <a:pt x="870191" y="313956"/>
                </a:lnTo>
                <a:lnTo>
                  <a:pt x="871461" y="301967"/>
                </a:lnTo>
                <a:lnTo>
                  <a:pt x="873048" y="287858"/>
                </a:lnTo>
                <a:lnTo>
                  <a:pt x="874268" y="274307"/>
                </a:lnTo>
                <a:lnTo>
                  <a:pt x="874763" y="260616"/>
                </a:lnTo>
                <a:lnTo>
                  <a:pt x="955535" y="260616"/>
                </a:lnTo>
                <a:lnTo>
                  <a:pt x="955535" y="249948"/>
                </a:lnTo>
                <a:lnTo>
                  <a:pt x="818375" y="249948"/>
                </a:lnTo>
                <a:lnTo>
                  <a:pt x="818375" y="213372"/>
                </a:lnTo>
                <a:lnTo>
                  <a:pt x="1005827" y="213372"/>
                </a:lnTo>
                <a:lnTo>
                  <a:pt x="1005827" y="202704"/>
                </a:lnTo>
                <a:lnTo>
                  <a:pt x="818375" y="202704"/>
                </a:lnTo>
                <a:lnTo>
                  <a:pt x="818375" y="170700"/>
                </a:lnTo>
                <a:lnTo>
                  <a:pt x="1005827" y="170700"/>
                </a:lnTo>
                <a:lnTo>
                  <a:pt x="1005827" y="160032"/>
                </a:lnTo>
                <a:lnTo>
                  <a:pt x="818375" y="160032"/>
                </a:lnTo>
                <a:lnTo>
                  <a:pt x="818375" y="128028"/>
                </a:lnTo>
                <a:lnTo>
                  <a:pt x="1005827" y="128028"/>
                </a:lnTo>
                <a:lnTo>
                  <a:pt x="1005827" y="115189"/>
                </a:lnTo>
                <a:lnTo>
                  <a:pt x="1004303" y="117360"/>
                </a:lnTo>
                <a:lnTo>
                  <a:pt x="818375" y="117360"/>
                </a:lnTo>
                <a:lnTo>
                  <a:pt x="790943" y="103644"/>
                </a:lnTo>
                <a:lnTo>
                  <a:pt x="792035" y="112788"/>
                </a:lnTo>
                <a:lnTo>
                  <a:pt x="792149" y="114312"/>
                </a:lnTo>
                <a:lnTo>
                  <a:pt x="793038" y="127647"/>
                </a:lnTo>
                <a:lnTo>
                  <a:pt x="793737" y="147358"/>
                </a:lnTo>
                <a:lnTo>
                  <a:pt x="793991" y="172224"/>
                </a:lnTo>
                <a:lnTo>
                  <a:pt x="794639" y="200533"/>
                </a:lnTo>
                <a:lnTo>
                  <a:pt x="794537" y="230517"/>
                </a:lnTo>
                <a:lnTo>
                  <a:pt x="794181" y="260616"/>
                </a:lnTo>
                <a:lnTo>
                  <a:pt x="793991" y="283476"/>
                </a:lnTo>
                <a:lnTo>
                  <a:pt x="818375" y="274332"/>
                </a:lnTo>
                <a:lnTo>
                  <a:pt x="818375" y="260616"/>
                </a:lnTo>
                <a:lnTo>
                  <a:pt x="848855" y="260616"/>
                </a:lnTo>
                <a:lnTo>
                  <a:pt x="847788" y="274307"/>
                </a:lnTo>
                <a:lnTo>
                  <a:pt x="846670" y="287858"/>
                </a:lnTo>
                <a:lnTo>
                  <a:pt x="845502" y="301117"/>
                </a:lnTo>
                <a:lnTo>
                  <a:pt x="844283" y="313956"/>
                </a:lnTo>
                <a:lnTo>
                  <a:pt x="710171" y="313956"/>
                </a:lnTo>
                <a:lnTo>
                  <a:pt x="725411" y="330720"/>
                </a:lnTo>
                <a:lnTo>
                  <a:pt x="735063" y="327837"/>
                </a:lnTo>
                <a:lnTo>
                  <a:pt x="745413" y="325958"/>
                </a:lnTo>
                <a:lnTo>
                  <a:pt x="756069" y="324929"/>
                </a:lnTo>
                <a:lnTo>
                  <a:pt x="766559" y="324624"/>
                </a:lnTo>
                <a:lnTo>
                  <a:pt x="842759" y="324624"/>
                </a:lnTo>
                <a:lnTo>
                  <a:pt x="817905" y="361911"/>
                </a:lnTo>
                <a:lnTo>
                  <a:pt x="774941" y="388823"/>
                </a:lnTo>
                <a:lnTo>
                  <a:pt x="729983" y="406920"/>
                </a:lnTo>
                <a:lnTo>
                  <a:pt x="733031" y="411492"/>
                </a:lnTo>
                <a:lnTo>
                  <a:pt x="776084" y="401205"/>
                </a:lnTo>
                <a:lnTo>
                  <a:pt x="816851" y="384060"/>
                </a:lnTo>
                <a:lnTo>
                  <a:pt x="849045" y="358914"/>
                </a:lnTo>
                <a:lnTo>
                  <a:pt x="868667" y="324624"/>
                </a:lnTo>
                <a:lnTo>
                  <a:pt x="955535" y="324624"/>
                </a:lnTo>
                <a:lnTo>
                  <a:pt x="955306" y="343547"/>
                </a:lnTo>
                <a:lnTo>
                  <a:pt x="954316" y="384060"/>
                </a:lnTo>
                <a:lnTo>
                  <a:pt x="954189" y="393484"/>
                </a:lnTo>
                <a:lnTo>
                  <a:pt x="954011" y="411492"/>
                </a:lnTo>
                <a:lnTo>
                  <a:pt x="981443" y="399300"/>
                </a:lnTo>
                <a:lnTo>
                  <a:pt x="980567" y="388454"/>
                </a:lnTo>
                <a:lnTo>
                  <a:pt x="980135" y="372630"/>
                </a:lnTo>
                <a:lnTo>
                  <a:pt x="980033" y="361911"/>
                </a:lnTo>
                <a:lnTo>
                  <a:pt x="979932" y="324624"/>
                </a:lnTo>
                <a:lnTo>
                  <a:pt x="979919" y="323100"/>
                </a:lnTo>
                <a:lnTo>
                  <a:pt x="1114031" y="323100"/>
                </a:lnTo>
                <a:close/>
              </a:path>
              <a:path w="2452370" h="412114">
                <a:moveTo>
                  <a:pt x="1217676" y="167640"/>
                </a:moveTo>
                <a:lnTo>
                  <a:pt x="1213713" y="156768"/>
                </a:lnTo>
                <a:lnTo>
                  <a:pt x="1202055" y="144589"/>
                </a:lnTo>
                <a:lnTo>
                  <a:pt x="1182954" y="131000"/>
                </a:lnTo>
                <a:lnTo>
                  <a:pt x="1156716" y="115824"/>
                </a:lnTo>
                <a:lnTo>
                  <a:pt x="1153668" y="121920"/>
                </a:lnTo>
                <a:lnTo>
                  <a:pt x="1167117" y="137350"/>
                </a:lnTo>
                <a:lnTo>
                  <a:pt x="1177861" y="151638"/>
                </a:lnTo>
                <a:lnTo>
                  <a:pt x="1186027" y="164782"/>
                </a:lnTo>
                <a:lnTo>
                  <a:pt x="1191768" y="176784"/>
                </a:lnTo>
                <a:lnTo>
                  <a:pt x="1195235" y="187363"/>
                </a:lnTo>
                <a:lnTo>
                  <a:pt x="1199007" y="193929"/>
                </a:lnTo>
                <a:lnTo>
                  <a:pt x="1203337" y="196507"/>
                </a:lnTo>
                <a:lnTo>
                  <a:pt x="1208532" y="195072"/>
                </a:lnTo>
                <a:lnTo>
                  <a:pt x="1212532" y="190792"/>
                </a:lnTo>
                <a:lnTo>
                  <a:pt x="1215390" y="184785"/>
                </a:lnTo>
                <a:lnTo>
                  <a:pt x="1217104" y="177076"/>
                </a:lnTo>
                <a:lnTo>
                  <a:pt x="1217676" y="167640"/>
                </a:lnTo>
                <a:close/>
              </a:path>
              <a:path w="2452370" h="412114">
                <a:moveTo>
                  <a:pt x="1254252" y="65532"/>
                </a:moveTo>
                <a:lnTo>
                  <a:pt x="1217739" y="26962"/>
                </a:lnTo>
                <a:lnTo>
                  <a:pt x="1196340" y="15240"/>
                </a:lnTo>
                <a:lnTo>
                  <a:pt x="1193292" y="21336"/>
                </a:lnTo>
                <a:lnTo>
                  <a:pt x="1204976" y="35890"/>
                </a:lnTo>
                <a:lnTo>
                  <a:pt x="1214818" y="49720"/>
                </a:lnTo>
                <a:lnTo>
                  <a:pt x="1222641" y="62699"/>
                </a:lnTo>
                <a:lnTo>
                  <a:pt x="1228344" y="74676"/>
                </a:lnTo>
                <a:lnTo>
                  <a:pt x="1231392" y="86868"/>
                </a:lnTo>
                <a:lnTo>
                  <a:pt x="1234440" y="91440"/>
                </a:lnTo>
                <a:lnTo>
                  <a:pt x="1240536" y="91440"/>
                </a:lnTo>
                <a:lnTo>
                  <a:pt x="1243584" y="89916"/>
                </a:lnTo>
                <a:lnTo>
                  <a:pt x="1248156" y="85344"/>
                </a:lnTo>
                <a:lnTo>
                  <a:pt x="1251204" y="80772"/>
                </a:lnTo>
                <a:lnTo>
                  <a:pt x="1254252" y="74676"/>
                </a:lnTo>
                <a:lnTo>
                  <a:pt x="1254252" y="65532"/>
                </a:lnTo>
                <a:close/>
              </a:path>
              <a:path w="2452370" h="412114">
                <a:moveTo>
                  <a:pt x="1298448" y="77724"/>
                </a:moveTo>
                <a:lnTo>
                  <a:pt x="1292352" y="76200"/>
                </a:lnTo>
                <a:lnTo>
                  <a:pt x="1260652" y="151980"/>
                </a:lnTo>
                <a:lnTo>
                  <a:pt x="1236535" y="208026"/>
                </a:lnTo>
                <a:lnTo>
                  <a:pt x="1220139" y="244602"/>
                </a:lnTo>
                <a:lnTo>
                  <a:pt x="1211580" y="262128"/>
                </a:lnTo>
                <a:lnTo>
                  <a:pt x="1205484" y="271272"/>
                </a:lnTo>
                <a:lnTo>
                  <a:pt x="1199413" y="277342"/>
                </a:lnTo>
                <a:lnTo>
                  <a:pt x="1188186" y="277329"/>
                </a:lnTo>
                <a:lnTo>
                  <a:pt x="1179957" y="276987"/>
                </a:lnTo>
                <a:lnTo>
                  <a:pt x="1168857" y="276085"/>
                </a:lnTo>
                <a:lnTo>
                  <a:pt x="1155192" y="274320"/>
                </a:lnTo>
                <a:lnTo>
                  <a:pt x="1155192" y="281940"/>
                </a:lnTo>
                <a:lnTo>
                  <a:pt x="1193292" y="300228"/>
                </a:lnTo>
                <a:lnTo>
                  <a:pt x="1196340" y="306324"/>
                </a:lnTo>
                <a:lnTo>
                  <a:pt x="1196289" y="314896"/>
                </a:lnTo>
                <a:lnTo>
                  <a:pt x="1188885" y="350596"/>
                </a:lnTo>
                <a:lnTo>
                  <a:pt x="1187005" y="357568"/>
                </a:lnTo>
                <a:lnTo>
                  <a:pt x="1185976" y="363689"/>
                </a:lnTo>
                <a:lnTo>
                  <a:pt x="1185760" y="367284"/>
                </a:lnTo>
                <a:lnTo>
                  <a:pt x="1185672" y="376428"/>
                </a:lnTo>
                <a:lnTo>
                  <a:pt x="1190244" y="382524"/>
                </a:lnTo>
                <a:lnTo>
                  <a:pt x="1196340" y="384048"/>
                </a:lnTo>
                <a:lnTo>
                  <a:pt x="1203960" y="387096"/>
                </a:lnTo>
                <a:lnTo>
                  <a:pt x="1219200" y="387096"/>
                </a:lnTo>
                <a:lnTo>
                  <a:pt x="1222248" y="385572"/>
                </a:lnTo>
                <a:lnTo>
                  <a:pt x="1222248" y="381000"/>
                </a:lnTo>
                <a:lnTo>
                  <a:pt x="1221371" y="373380"/>
                </a:lnTo>
                <a:lnTo>
                  <a:pt x="1220914" y="363689"/>
                </a:lnTo>
                <a:lnTo>
                  <a:pt x="1220736" y="351434"/>
                </a:lnTo>
                <a:lnTo>
                  <a:pt x="1220622" y="334314"/>
                </a:lnTo>
                <a:lnTo>
                  <a:pt x="1220355" y="327545"/>
                </a:lnTo>
                <a:lnTo>
                  <a:pt x="1225296" y="283464"/>
                </a:lnTo>
                <a:lnTo>
                  <a:pt x="1247013" y="221742"/>
                </a:lnTo>
                <a:lnTo>
                  <a:pt x="1271892" y="151980"/>
                </a:lnTo>
                <a:lnTo>
                  <a:pt x="1298448" y="77724"/>
                </a:lnTo>
                <a:close/>
              </a:path>
              <a:path w="2452370" h="412114">
                <a:moveTo>
                  <a:pt x="1563624" y="213360"/>
                </a:moveTo>
                <a:lnTo>
                  <a:pt x="1534668" y="182880"/>
                </a:lnTo>
                <a:lnTo>
                  <a:pt x="1513332" y="202692"/>
                </a:lnTo>
                <a:lnTo>
                  <a:pt x="1420368" y="202692"/>
                </a:lnTo>
                <a:lnTo>
                  <a:pt x="1420368" y="109728"/>
                </a:lnTo>
                <a:lnTo>
                  <a:pt x="1536192" y="109728"/>
                </a:lnTo>
                <a:lnTo>
                  <a:pt x="1507236" y="79248"/>
                </a:lnTo>
                <a:lnTo>
                  <a:pt x="1488948" y="99060"/>
                </a:lnTo>
                <a:lnTo>
                  <a:pt x="1420368" y="99060"/>
                </a:lnTo>
                <a:lnTo>
                  <a:pt x="1420368" y="38100"/>
                </a:lnTo>
                <a:lnTo>
                  <a:pt x="1438656" y="21336"/>
                </a:lnTo>
                <a:lnTo>
                  <a:pt x="1395984" y="0"/>
                </a:lnTo>
                <a:lnTo>
                  <a:pt x="1398104" y="38100"/>
                </a:lnTo>
                <a:lnTo>
                  <a:pt x="1399032" y="99060"/>
                </a:lnTo>
                <a:lnTo>
                  <a:pt x="1303020" y="99060"/>
                </a:lnTo>
                <a:lnTo>
                  <a:pt x="1318260" y="114300"/>
                </a:lnTo>
                <a:lnTo>
                  <a:pt x="1327899" y="112306"/>
                </a:lnTo>
                <a:lnTo>
                  <a:pt x="1338262" y="110871"/>
                </a:lnTo>
                <a:lnTo>
                  <a:pt x="1348905" y="110020"/>
                </a:lnTo>
                <a:lnTo>
                  <a:pt x="1359408" y="109728"/>
                </a:lnTo>
                <a:lnTo>
                  <a:pt x="1399032" y="109728"/>
                </a:lnTo>
                <a:lnTo>
                  <a:pt x="1399032" y="202692"/>
                </a:lnTo>
                <a:lnTo>
                  <a:pt x="1269492" y="202692"/>
                </a:lnTo>
                <a:lnTo>
                  <a:pt x="1284732" y="219456"/>
                </a:lnTo>
                <a:lnTo>
                  <a:pt x="1295031" y="216585"/>
                </a:lnTo>
                <a:lnTo>
                  <a:pt x="1305496" y="214693"/>
                </a:lnTo>
                <a:lnTo>
                  <a:pt x="1316228" y="213677"/>
                </a:lnTo>
                <a:lnTo>
                  <a:pt x="1327404" y="213360"/>
                </a:lnTo>
                <a:lnTo>
                  <a:pt x="1391412" y="213360"/>
                </a:lnTo>
                <a:lnTo>
                  <a:pt x="1371790" y="256984"/>
                </a:lnTo>
                <a:lnTo>
                  <a:pt x="1339596" y="306324"/>
                </a:lnTo>
                <a:lnTo>
                  <a:pt x="1306449" y="345376"/>
                </a:lnTo>
                <a:lnTo>
                  <a:pt x="1280160" y="358140"/>
                </a:lnTo>
                <a:lnTo>
                  <a:pt x="1296924" y="397764"/>
                </a:lnTo>
                <a:lnTo>
                  <a:pt x="1332280" y="382765"/>
                </a:lnTo>
                <a:lnTo>
                  <a:pt x="1382852" y="370738"/>
                </a:lnTo>
                <a:lnTo>
                  <a:pt x="1456626" y="359930"/>
                </a:lnTo>
                <a:lnTo>
                  <a:pt x="1502664" y="355092"/>
                </a:lnTo>
                <a:lnTo>
                  <a:pt x="1506969" y="363093"/>
                </a:lnTo>
                <a:lnTo>
                  <a:pt x="1510855" y="371094"/>
                </a:lnTo>
                <a:lnTo>
                  <a:pt x="1514449" y="379095"/>
                </a:lnTo>
                <a:lnTo>
                  <a:pt x="1517904" y="387096"/>
                </a:lnTo>
                <a:lnTo>
                  <a:pt x="1520952" y="394716"/>
                </a:lnTo>
                <a:lnTo>
                  <a:pt x="1524000" y="397764"/>
                </a:lnTo>
                <a:lnTo>
                  <a:pt x="1528572" y="397764"/>
                </a:lnTo>
                <a:lnTo>
                  <a:pt x="1531620" y="394716"/>
                </a:lnTo>
                <a:lnTo>
                  <a:pt x="1536192" y="387096"/>
                </a:lnTo>
                <a:lnTo>
                  <a:pt x="1540764" y="381000"/>
                </a:lnTo>
                <a:lnTo>
                  <a:pt x="1542288" y="373380"/>
                </a:lnTo>
                <a:lnTo>
                  <a:pt x="1542288" y="367284"/>
                </a:lnTo>
                <a:lnTo>
                  <a:pt x="1541691" y="361556"/>
                </a:lnTo>
                <a:lnTo>
                  <a:pt x="1539811" y="355663"/>
                </a:lnTo>
                <a:lnTo>
                  <a:pt x="1539494" y="355092"/>
                </a:lnTo>
                <a:lnTo>
                  <a:pt x="1536496" y="349504"/>
                </a:lnTo>
                <a:lnTo>
                  <a:pt x="1501140" y="316992"/>
                </a:lnTo>
                <a:lnTo>
                  <a:pt x="1491373" y="308711"/>
                </a:lnTo>
                <a:lnTo>
                  <a:pt x="1480210" y="299872"/>
                </a:lnTo>
                <a:lnTo>
                  <a:pt x="1467269" y="290423"/>
                </a:lnTo>
                <a:lnTo>
                  <a:pt x="1452372" y="280416"/>
                </a:lnTo>
                <a:lnTo>
                  <a:pt x="1449324" y="284988"/>
                </a:lnTo>
                <a:lnTo>
                  <a:pt x="1461846" y="299847"/>
                </a:lnTo>
                <a:lnTo>
                  <a:pt x="1474279" y="314896"/>
                </a:lnTo>
                <a:lnTo>
                  <a:pt x="1486395" y="330212"/>
                </a:lnTo>
                <a:lnTo>
                  <a:pt x="1498092" y="345948"/>
                </a:lnTo>
                <a:lnTo>
                  <a:pt x="1315212" y="358140"/>
                </a:lnTo>
                <a:lnTo>
                  <a:pt x="1343444" y="327545"/>
                </a:lnTo>
                <a:lnTo>
                  <a:pt x="1366266" y="301942"/>
                </a:lnTo>
                <a:lnTo>
                  <a:pt x="1383360" y="281203"/>
                </a:lnTo>
                <a:lnTo>
                  <a:pt x="1394460" y="265176"/>
                </a:lnTo>
                <a:lnTo>
                  <a:pt x="1403337" y="253746"/>
                </a:lnTo>
                <a:lnTo>
                  <a:pt x="1411744" y="244652"/>
                </a:lnTo>
                <a:lnTo>
                  <a:pt x="1419961" y="237744"/>
                </a:lnTo>
                <a:lnTo>
                  <a:pt x="1427988" y="233172"/>
                </a:lnTo>
                <a:lnTo>
                  <a:pt x="1400556" y="213360"/>
                </a:lnTo>
                <a:lnTo>
                  <a:pt x="1563624" y="213360"/>
                </a:lnTo>
                <a:close/>
              </a:path>
              <a:path w="2452370" h="412114">
                <a:moveTo>
                  <a:pt x="1688592" y="271272"/>
                </a:moveTo>
                <a:lnTo>
                  <a:pt x="1653540" y="249936"/>
                </a:lnTo>
                <a:lnTo>
                  <a:pt x="1650415" y="264210"/>
                </a:lnTo>
                <a:lnTo>
                  <a:pt x="1645729" y="279463"/>
                </a:lnTo>
                <a:lnTo>
                  <a:pt x="1623910" y="330136"/>
                </a:lnTo>
                <a:lnTo>
                  <a:pt x="1595628" y="376428"/>
                </a:lnTo>
                <a:lnTo>
                  <a:pt x="1601724" y="381000"/>
                </a:lnTo>
                <a:lnTo>
                  <a:pt x="1616887" y="363855"/>
                </a:lnTo>
                <a:lnTo>
                  <a:pt x="1630489" y="346710"/>
                </a:lnTo>
                <a:lnTo>
                  <a:pt x="1642656" y="329565"/>
                </a:lnTo>
                <a:lnTo>
                  <a:pt x="1653540" y="312420"/>
                </a:lnTo>
                <a:lnTo>
                  <a:pt x="1663509" y="296989"/>
                </a:lnTo>
                <a:lnTo>
                  <a:pt x="1672780" y="284988"/>
                </a:lnTo>
                <a:lnTo>
                  <a:pt x="1681175" y="276415"/>
                </a:lnTo>
                <a:lnTo>
                  <a:pt x="1688592" y="271272"/>
                </a:lnTo>
                <a:close/>
              </a:path>
              <a:path w="2452370" h="412114">
                <a:moveTo>
                  <a:pt x="1812036" y="326136"/>
                </a:moveTo>
                <a:lnTo>
                  <a:pt x="1788807" y="285851"/>
                </a:lnTo>
                <a:lnTo>
                  <a:pt x="1752600" y="257556"/>
                </a:lnTo>
                <a:lnTo>
                  <a:pt x="1748028" y="260604"/>
                </a:lnTo>
                <a:lnTo>
                  <a:pt x="1761718" y="283184"/>
                </a:lnTo>
                <a:lnTo>
                  <a:pt x="1772983" y="302895"/>
                </a:lnTo>
                <a:lnTo>
                  <a:pt x="1781619" y="319659"/>
                </a:lnTo>
                <a:lnTo>
                  <a:pt x="1787652" y="333756"/>
                </a:lnTo>
                <a:lnTo>
                  <a:pt x="1789176" y="344424"/>
                </a:lnTo>
                <a:lnTo>
                  <a:pt x="1792224" y="348996"/>
                </a:lnTo>
                <a:lnTo>
                  <a:pt x="1798320" y="348996"/>
                </a:lnTo>
                <a:lnTo>
                  <a:pt x="1801368" y="345948"/>
                </a:lnTo>
                <a:lnTo>
                  <a:pt x="1805940" y="338328"/>
                </a:lnTo>
                <a:lnTo>
                  <a:pt x="1810512" y="332232"/>
                </a:lnTo>
                <a:lnTo>
                  <a:pt x="1812036" y="326136"/>
                </a:lnTo>
                <a:close/>
              </a:path>
              <a:path w="2452370" h="412114">
                <a:moveTo>
                  <a:pt x="1827276" y="227076"/>
                </a:moveTo>
                <a:lnTo>
                  <a:pt x="1798320" y="198120"/>
                </a:lnTo>
                <a:lnTo>
                  <a:pt x="1778508" y="216408"/>
                </a:lnTo>
                <a:lnTo>
                  <a:pt x="1729740" y="216408"/>
                </a:lnTo>
                <a:lnTo>
                  <a:pt x="1729740" y="152400"/>
                </a:lnTo>
                <a:lnTo>
                  <a:pt x="1793748" y="152400"/>
                </a:lnTo>
                <a:lnTo>
                  <a:pt x="1787652" y="146304"/>
                </a:lnTo>
                <a:lnTo>
                  <a:pt x="1783080" y="141732"/>
                </a:lnTo>
                <a:lnTo>
                  <a:pt x="1766316" y="124968"/>
                </a:lnTo>
                <a:lnTo>
                  <a:pt x="1749552" y="141732"/>
                </a:lnTo>
                <a:lnTo>
                  <a:pt x="1653540" y="141732"/>
                </a:lnTo>
                <a:lnTo>
                  <a:pt x="1670100" y="119443"/>
                </a:lnTo>
                <a:lnTo>
                  <a:pt x="1685734" y="95631"/>
                </a:lnTo>
                <a:lnTo>
                  <a:pt x="1700466" y="70154"/>
                </a:lnTo>
                <a:lnTo>
                  <a:pt x="1714500" y="42672"/>
                </a:lnTo>
                <a:lnTo>
                  <a:pt x="1736521" y="57772"/>
                </a:lnTo>
                <a:lnTo>
                  <a:pt x="1754695" y="73152"/>
                </a:lnTo>
                <a:lnTo>
                  <a:pt x="1769148" y="88544"/>
                </a:lnTo>
                <a:lnTo>
                  <a:pt x="1780032" y="103632"/>
                </a:lnTo>
                <a:lnTo>
                  <a:pt x="1786331" y="112763"/>
                </a:lnTo>
                <a:lnTo>
                  <a:pt x="1791614" y="119405"/>
                </a:lnTo>
                <a:lnTo>
                  <a:pt x="1796097" y="123571"/>
                </a:lnTo>
                <a:lnTo>
                  <a:pt x="1799844" y="124968"/>
                </a:lnTo>
                <a:lnTo>
                  <a:pt x="1801368" y="124968"/>
                </a:lnTo>
                <a:lnTo>
                  <a:pt x="1802892" y="121920"/>
                </a:lnTo>
                <a:lnTo>
                  <a:pt x="1805940" y="109728"/>
                </a:lnTo>
                <a:lnTo>
                  <a:pt x="1805940" y="99060"/>
                </a:lnTo>
                <a:lnTo>
                  <a:pt x="1784604" y="65532"/>
                </a:lnTo>
                <a:lnTo>
                  <a:pt x="1738096" y="43040"/>
                </a:lnTo>
                <a:lnTo>
                  <a:pt x="1717548" y="35052"/>
                </a:lnTo>
                <a:lnTo>
                  <a:pt x="1722120" y="28956"/>
                </a:lnTo>
                <a:lnTo>
                  <a:pt x="1728216" y="22860"/>
                </a:lnTo>
                <a:lnTo>
                  <a:pt x="1735836" y="18288"/>
                </a:lnTo>
                <a:lnTo>
                  <a:pt x="1699260" y="0"/>
                </a:lnTo>
                <a:lnTo>
                  <a:pt x="1685734" y="38862"/>
                </a:lnTo>
                <a:lnTo>
                  <a:pt x="1664208" y="86868"/>
                </a:lnTo>
                <a:lnTo>
                  <a:pt x="1635633" y="139636"/>
                </a:lnTo>
                <a:lnTo>
                  <a:pt x="1600200" y="188976"/>
                </a:lnTo>
                <a:lnTo>
                  <a:pt x="1604772" y="193548"/>
                </a:lnTo>
                <a:lnTo>
                  <a:pt x="1617929" y="182105"/>
                </a:lnTo>
                <a:lnTo>
                  <a:pt x="1630108" y="170497"/>
                </a:lnTo>
                <a:lnTo>
                  <a:pt x="1641411" y="158623"/>
                </a:lnTo>
                <a:lnTo>
                  <a:pt x="1652016" y="146304"/>
                </a:lnTo>
                <a:lnTo>
                  <a:pt x="1664208" y="156972"/>
                </a:lnTo>
                <a:lnTo>
                  <a:pt x="1677924" y="152400"/>
                </a:lnTo>
                <a:lnTo>
                  <a:pt x="1706880" y="152400"/>
                </a:lnTo>
                <a:lnTo>
                  <a:pt x="1706880" y="216408"/>
                </a:lnTo>
                <a:lnTo>
                  <a:pt x="1601724" y="216408"/>
                </a:lnTo>
                <a:lnTo>
                  <a:pt x="1616964" y="233172"/>
                </a:lnTo>
                <a:lnTo>
                  <a:pt x="1626603" y="230301"/>
                </a:lnTo>
                <a:lnTo>
                  <a:pt x="1636966" y="228409"/>
                </a:lnTo>
                <a:lnTo>
                  <a:pt x="1647609" y="227393"/>
                </a:lnTo>
                <a:lnTo>
                  <a:pt x="1658112" y="227076"/>
                </a:lnTo>
                <a:lnTo>
                  <a:pt x="1706880" y="227076"/>
                </a:lnTo>
                <a:lnTo>
                  <a:pt x="1706880" y="347472"/>
                </a:lnTo>
                <a:lnTo>
                  <a:pt x="1705965" y="356577"/>
                </a:lnTo>
                <a:lnTo>
                  <a:pt x="1703070" y="363093"/>
                </a:lnTo>
                <a:lnTo>
                  <a:pt x="1697875" y="366763"/>
                </a:lnTo>
                <a:lnTo>
                  <a:pt x="1690116" y="367284"/>
                </a:lnTo>
                <a:lnTo>
                  <a:pt x="1680921" y="367055"/>
                </a:lnTo>
                <a:lnTo>
                  <a:pt x="1661388" y="366001"/>
                </a:lnTo>
                <a:lnTo>
                  <a:pt x="1650492" y="365760"/>
                </a:lnTo>
                <a:lnTo>
                  <a:pt x="1650492" y="371856"/>
                </a:lnTo>
                <a:lnTo>
                  <a:pt x="1671370" y="379882"/>
                </a:lnTo>
                <a:lnTo>
                  <a:pt x="1686115" y="388048"/>
                </a:lnTo>
                <a:lnTo>
                  <a:pt x="1694853" y="396506"/>
                </a:lnTo>
                <a:lnTo>
                  <a:pt x="1697736" y="405384"/>
                </a:lnTo>
                <a:lnTo>
                  <a:pt x="1711731" y="397154"/>
                </a:lnTo>
                <a:lnTo>
                  <a:pt x="1721739" y="386334"/>
                </a:lnTo>
                <a:lnTo>
                  <a:pt x="1727733" y="373240"/>
                </a:lnTo>
                <a:lnTo>
                  <a:pt x="1728520" y="367284"/>
                </a:lnTo>
                <a:lnTo>
                  <a:pt x="1729740" y="358140"/>
                </a:lnTo>
                <a:lnTo>
                  <a:pt x="1729740" y="227076"/>
                </a:lnTo>
                <a:lnTo>
                  <a:pt x="1827276" y="227076"/>
                </a:lnTo>
                <a:close/>
              </a:path>
              <a:path w="2452370" h="412114">
                <a:moveTo>
                  <a:pt x="2002536" y="376428"/>
                </a:moveTo>
                <a:lnTo>
                  <a:pt x="1953768" y="347091"/>
                </a:lnTo>
                <a:lnTo>
                  <a:pt x="1922360" y="307848"/>
                </a:lnTo>
                <a:lnTo>
                  <a:pt x="1909572" y="288036"/>
                </a:lnTo>
                <a:lnTo>
                  <a:pt x="1919630" y="263652"/>
                </a:lnTo>
                <a:lnTo>
                  <a:pt x="1920430" y="261734"/>
                </a:lnTo>
                <a:lnTo>
                  <a:pt x="1930146" y="235267"/>
                </a:lnTo>
                <a:lnTo>
                  <a:pt x="1938718" y="208534"/>
                </a:lnTo>
                <a:lnTo>
                  <a:pt x="1946148" y="181356"/>
                </a:lnTo>
                <a:lnTo>
                  <a:pt x="1952447" y="155028"/>
                </a:lnTo>
                <a:lnTo>
                  <a:pt x="1957768" y="132969"/>
                </a:lnTo>
                <a:lnTo>
                  <a:pt x="1969719" y="89141"/>
                </a:lnTo>
                <a:lnTo>
                  <a:pt x="1987296" y="67056"/>
                </a:lnTo>
                <a:lnTo>
                  <a:pt x="1956816" y="41148"/>
                </a:lnTo>
                <a:lnTo>
                  <a:pt x="1944624" y="56997"/>
                </a:lnTo>
                <a:lnTo>
                  <a:pt x="1944624" y="71628"/>
                </a:lnTo>
                <a:lnTo>
                  <a:pt x="1933994" y="129070"/>
                </a:lnTo>
                <a:lnTo>
                  <a:pt x="1922526" y="180213"/>
                </a:lnTo>
                <a:lnTo>
                  <a:pt x="1909902" y="225082"/>
                </a:lnTo>
                <a:lnTo>
                  <a:pt x="1895856" y="263652"/>
                </a:lnTo>
                <a:lnTo>
                  <a:pt x="1879041" y="219075"/>
                </a:lnTo>
                <a:lnTo>
                  <a:pt x="1865376" y="172212"/>
                </a:lnTo>
                <a:lnTo>
                  <a:pt x="1855127" y="123063"/>
                </a:lnTo>
                <a:lnTo>
                  <a:pt x="1848612" y="71628"/>
                </a:lnTo>
                <a:lnTo>
                  <a:pt x="1944624" y="71628"/>
                </a:lnTo>
                <a:lnTo>
                  <a:pt x="1944624" y="56997"/>
                </a:lnTo>
                <a:lnTo>
                  <a:pt x="1941576" y="60960"/>
                </a:lnTo>
                <a:lnTo>
                  <a:pt x="1805940" y="60960"/>
                </a:lnTo>
                <a:lnTo>
                  <a:pt x="1822704" y="76200"/>
                </a:lnTo>
                <a:lnTo>
                  <a:pt x="1839468" y="71628"/>
                </a:lnTo>
                <a:lnTo>
                  <a:pt x="1844014" y="126212"/>
                </a:lnTo>
                <a:lnTo>
                  <a:pt x="1852993" y="180213"/>
                </a:lnTo>
                <a:lnTo>
                  <a:pt x="1866252" y="233654"/>
                </a:lnTo>
                <a:lnTo>
                  <a:pt x="1883664" y="286512"/>
                </a:lnTo>
                <a:lnTo>
                  <a:pt x="1858251" y="319659"/>
                </a:lnTo>
                <a:lnTo>
                  <a:pt x="1827847" y="350520"/>
                </a:lnTo>
                <a:lnTo>
                  <a:pt x="1792579" y="379095"/>
                </a:lnTo>
                <a:lnTo>
                  <a:pt x="1752600" y="405384"/>
                </a:lnTo>
                <a:lnTo>
                  <a:pt x="1755648" y="409956"/>
                </a:lnTo>
                <a:lnTo>
                  <a:pt x="1795983" y="390791"/>
                </a:lnTo>
                <a:lnTo>
                  <a:pt x="1832610" y="367474"/>
                </a:lnTo>
                <a:lnTo>
                  <a:pt x="1865795" y="339877"/>
                </a:lnTo>
                <a:lnTo>
                  <a:pt x="1895856" y="307848"/>
                </a:lnTo>
                <a:lnTo>
                  <a:pt x="1913013" y="336740"/>
                </a:lnTo>
                <a:lnTo>
                  <a:pt x="1930336" y="361759"/>
                </a:lnTo>
                <a:lnTo>
                  <a:pt x="1947926" y="383082"/>
                </a:lnTo>
                <a:lnTo>
                  <a:pt x="1965960" y="400812"/>
                </a:lnTo>
                <a:lnTo>
                  <a:pt x="1973389" y="393700"/>
                </a:lnTo>
                <a:lnTo>
                  <a:pt x="1981962" y="388429"/>
                </a:lnTo>
                <a:lnTo>
                  <a:pt x="1991677" y="385178"/>
                </a:lnTo>
                <a:lnTo>
                  <a:pt x="2002536" y="384048"/>
                </a:lnTo>
                <a:lnTo>
                  <a:pt x="2002536" y="376428"/>
                </a:lnTo>
                <a:close/>
              </a:path>
              <a:path w="2452370" h="412114">
                <a:moveTo>
                  <a:pt x="2138426" y="72390"/>
                </a:moveTo>
                <a:lnTo>
                  <a:pt x="2109406" y="37909"/>
                </a:lnTo>
                <a:lnTo>
                  <a:pt x="2083308" y="22860"/>
                </a:lnTo>
                <a:lnTo>
                  <a:pt x="2077212" y="25908"/>
                </a:lnTo>
                <a:lnTo>
                  <a:pt x="2087753" y="39624"/>
                </a:lnTo>
                <a:lnTo>
                  <a:pt x="2096452" y="53340"/>
                </a:lnTo>
                <a:lnTo>
                  <a:pt x="2103132" y="67056"/>
                </a:lnTo>
                <a:lnTo>
                  <a:pt x="2107692" y="80772"/>
                </a:lnTo>
                <a:lnTo>
                  <a:pt x="2110232" y="90779"/>
                </a:lnTo>
                <a:lnTo>
                  <a:pt x="2113216" y="97917"/>
                </a:lnTo>
                <a:lnTo>
                  <a:pt x="2116467" y="102209"/>
                </a:lnTo>
                <a:lnTo>
                  <a:pt x="2119884" y="103632"/>
                </a:lnTo>
                <a:lnTo>
                  <a:pt x="2121408" y="103632"/>
                </a:lnTo>
                <a:lnTo>
                  <a:pt x="2125980" y="102108"/>
                </a:lnTo>
                <a:lnTo>
                  <a:pt x="2130552" y="97536"/>
                </a:lnTo>
                <a:lnTo>
                  <a:pt x="2135124" y="94488"/>
                </a:lnTo>
                <a:lnTo>
                  <a:pt x="2138172" y="86868"/>
                </a:lnTo>
                <a:lnTo>
                  <a:pt x="2138286" y="76200"/>
                </a:lnTo>
                <a:lnTo>
                  <a:pt x="2138426" y="72390"/>
                </a:lnTo>
                <a:close/>
              </a:path>
              <a:path w="2452370" h="412114">
                <a:moveTo>
                  <a:pt x="2391156" y="60960"/>
                </a:moveTo>
                <a:lnTo>
                  <a:pt x="2346998" y="37198"/>
                </a:lnTo>
                <a:lnTo>
                  <a:pt x="2333244" y="33528"/>
                </a:lnTo>
                <a:lnTo>
                  <a:pt x="2330196" y="38100"/>
                </a:lnTo>
                <a:lnTo>
                  <a:pt x="2341905" y="49250"/>
                </a:lnTo>
                <a:lnTo>
                  <a:pt x="2351913" y="59817"/>
                </a:lnTo>
                <a:lnTo>
                  <a:pt x="2360193" y="69824"/>
                </a:lnTo>
                <a:lnTo>
                  <a:pt x="2366772" y="79248"/>
                </a:lnTo>
                <a:lnTo>
                  <a:pt x="2371344" y="88392"/>
                </a:lnTo>
                <a:lnTo>
                  <a:pt x="2374392" y="92964"/>
                </a:lnTo>
                <a:lnTo>
                  <a:pt x="2380488" y="92964"/>
                </a:lnTo>
                <a:lnTo>
                  <a:pt x="2383536" y="91440"/>
                </a:lnTo>
                <a:lnTo>
                  <a:pt x="2389632" y="82296"/>
                </a:lnTo>
                <a:lnTo>
                  <a:pt x="2391156" y="76200"/>
                </a:lnTo>
                <a:lnTo>
                  <a:pt x="2391156" y="60960"/>
                </a:lnTo>
                <a:close/>
              </a:path>
              <a:path w="2452370" h="412114">
                <a:moveTo>
                  <a:pt x="2439924" y="128016"/>
                </a:moveTo>
                <a:lnTo>
                  <a:pt x="2406396" y="92964"/>
                </a:lnTo>
                <a:lnTo>
                  <a:pt x="2382012" y="117348"/>
                </a:lnTo>
                <a:lnTo>
                  <a:pt x="2299716" y="117348"/>
                </a:lnTo>
                <a:lnTo>
                  <a:pt x="2299716" y="38100"/>
                </a:lnTo>
                <a:lnTo>
                  <a:pt x="2316480" y="25908"/>
                </a:lnTo>
                <a:lnTo>
                  <a:pt x="2273808" y="6096"/>
                </a:lnTo>
                <a:lnTo>
                  <a:pt x="2274684" y="28409"/>
                </a:lnTo>
                <a:lnTo>
                  <a:pt x="2275090" y="51816"/>
                </a:lnTo>
                <a:lnTo>
                  <a:pt x="2275205" y="67056"/>
                </a:lnTo>
                <a:lnTo>
                  <a:pt x="2275332" y="117348"/>
                </a:lnTo>
                <a:lnTo>
                  <a:pt x="2148840" y="117348"/>
                </a:lnTo>
                <a:lnTo>
                  <a:pt x="2164080" y="134112"/>
                </a:lnTo>
                <a:lnTo>
                  <a:pt x="2174405" y="131241"/>
                </a:lnTo>
                <a:lnTo>
                  <a:pt x="2185035" y="129349"/>
                </a:lnTo>
                <a:lnTo>
                  <a:pt x="2196223" y="128333"/>
                </a:lnTo>
                <a:lnTo>
                  <a:pt x="2208276" y="128016"/>
                </a:lnTo>
                <a:lnTo>
                  <a:pt x="2266188" y="128016"/>
                </a:lnTo>
                <a:lnTo>
                  <a:pt x="2244750" y="174548"/>
                </a:lnTo>
                <a:lnTo>
                  <a:pt x="2217039" y="220218"/>
                </a:lnTo>
                <a:lnTo>
                  <a:pt x="2183028" y="264756"/>
                </a:lnTo>
                <a:lnTo>
                  <a:pt x="2142744" y="307848"/>
                </a:lnTo>
                <a:lnTo>
                  <a:pt x="2145792" y="312420"/>
                </a:lnTo>
                <a:lnTo>
                  <a:pt x="2186381" y="280987"/>
                </a:lnTo>
                <a:lnTo>
                  <a:pt x="2221420" y="246126"/>
                </a:lnTo>
                <a:lnTo>
                  <a:pt x="2251011" y="207835"/>
                </a:lnTo>
                <a:lnTo>
                  <a:pt x="2275332" y="166116"/>
                </a:lnTo>
                <a:lnTo>
                  <a:pt x="2275217" y="256603"/>
                </a:lnTo>
                <a:lnTo>
                  <a:pt x="2275116" y="286512"/>
                </a:lnTo>
                <a:lnTo>
                  <a:pt x="2274684" y="327279"/>
                </a:lnTo>
                <a:lnTo>
                  <a:pt x="2273808" y="358140"/>
                </a:lnTo>
                <a:lnTo>
                  <a:pt x="2302764" y="344424"/>
                </a:lnTo>
                <a:lnTo>
                  <a:pt x="2300694" y="286512"/>
                </a:lnTo>
                <a:lnTo>
                  <a:pt x="2300046" y="239458"/>
                </a:lnTo>
                <a:lnTo>
                  <a:pt x="2299716" y="169164"/>
                </a:lnTo>
                <a:lnTo>
                  <a:pt x="2318004" y="184886"/>
                </a:lnTo>
                <a:lnTo>
                  <a:pt x="2347722" y="214604"/>
                </a:lnTo>
                <a:lnTo>
                  <a:pt x="2378202" y="256603"/>
                </a:lnTo>
                <a:lnTo>
                  <a:pt x="2392680" y="283464"/>
                </a:lnTo>
                <a:lnTo>
                  <a:pt x="2398776" y="294132"/>
                </a:lnTo>
                <a:lnTo>
                  <a:pt x="2403348" y="300228"/>
                </a:lnTo>
                <a:lnTo>
                  <a:pt x="2409444" y="300228"/>
                </a:lnTo>
                <a:lnTo>
                  <a:pt x="2410968" y="297180"/>
                </a:lnTo>
                <a:lnTo>
                  <a:pt x="2414016" y="292608"/>
                </a:lnTo>
                <a:lnTo>
                  <a:pt x="2417064" y="286512"/>
                </a:lnTo>
                <a:lnTo>
                  <a:pt x="2418588" y="278892"/>
                </a:lnTo>
                <a:lnTo>
                  <a:pt x="2418473" y="264756"/>
                </a:lnTo>
                <a:lnTo>
                  <a:pt x="2396680" y="229628"/>
                </a:lnTo>
                <a:lnTo>
                  <a:pt x="2367216" y="204787"/>
                </a:lnTo>
                <a:lnTo>
                  <a:pt x="2325446" y="175069"/>
                </a:lnTo>
                <a:lnTo>
                  <a:pt x="2311539" y="166116"/>
                </a:lnTo>
                <a:lnTo>
                  <a:pt x="2299716" y="158496"/>
                </a:lnTo>
                <a:lnTo>
                  <a:pt x="2299716" y="128016"/>
                </a:lnTo>
                <a:lnTo>
                  <a:pt x="2439924" y="128016"/>
                </a:lnTo>
                <a:close/>
              </a:path>
              <a:path w="2452370" h="412114">
                <a:moveTo>
                  <a:pt x="2452116" y="361188"/>
                </a:moveTo>
                <a:lnTo>
                  <a:pt x="2406396" y="366026"/>
                </a:lnTo>
                <a:lnTo>
                  <a:pt x="2362962" y="368998"/>
                </a:lnTo>
                <a:lnTo>
                  <a:pt x="2321814" y="369976"/>
                </a:lnTo>
                <a:lnTo>
                  <a:pt x="2282952" y="368808"/>
                </a:lnTo>
                <a:lnTo>
                  <a:pt x="2218944" y="362902"/>
                </a:lnTo>
                <a:lnTo>
                  <a:pt x="2177796" y="348996"/>
                </a:lnTo>
                <a:lnTo>
                  <a:pt x="2146935" y="329184"/>
                </a:lnTo>
                <a:lnTo>
                  <a:pt x="2142210" y="325640"/>
                </a:lnTo>
                <a:lnTo>
                  <a:pt x="2133600" y="318516"/>
                </a:lnTo>
                <a:lnTo>
                  <a:pt x="2133600" y="178308"/>
                </a:lnTo>
                <a:lnTo>
                  <a:pt x="2141220" y="173736"/>
                </a:lnTo>
                <a:lnTo>
                  <a:pt x="2148840" y="169164"/>
                </a:lnTo>
                <a:lnTo>
                  <a:pt x="2119884" y="146304"/>
                </a:lnTo>
                <a:lnTo>
                  <a:pt x="2107692" y="163068"/>
                </a:lnTo>
                <a:lnTo>
                  <a:pt x="2040636" y="163068"/>
                </a:lnTo>
                <a:lnTo>
                  <a:pt x="2057400" y="178308"/>
                </a:lnTo>
                <a:lnTo>
                  <a:pt x="2066226" y="176314"/>
                </a:lnTo>
                <a:lnTo>
                  <a:pt x="2074354" y="174879"/>
                </a:lnTo>
                <a:lnTo>
                  <a:pt x="2081606" y="174028"/>
                </a:lnTo>
                <a:lnTo>
                  <a:pt x="2087880" y="173736"/>
                </a:lnTo>
                <a:lnTo>
                  <a:pt x="2110740" y="173736"/>
                </a:lnTo>
                <a:lnTo>
                  <a:pt x="2110740" y="316992"/>
                </a:lnTo>
                <a:lnTo>
                  <a:pt x="2092706" y="325564"/>
                </a:lnTo>
                <a:lnTo>
                  <a:pt x="2075116" y="335280"/>
                </a:lnTo>
                <a:lnTo>
                  <a:pt x="2057793" y="346138"/>
                </a:lnTo>
                <a:lnTo>
                  <a:pt x="2040636" y="358140"/>
                </a:lnTo>
                <a:lnTo>
                  <a:pt x="2065020" y="381000"/>
                </a:lnTo>
                <a:lnTo>
                  <a:pt x="2070176" y="372097"/>
                </a:lnTo>
                <a:lnTo>
                  <a:pt x="2076640" y="363474"/>
                </a:lnTo>
                <a:lnTo>
                  <a:pt x="2109978" y="332994"/>
                </a:lnTo>
                <a:lnTo>
                  <a:pt x="2121408" y="329184"/>
                </a:lnTo>
                <a:lnTo>
                  <a:pt x="2126564" y="330327"/>
                </a:lnTo>
                <a:lnTo>
                  <a:pt x="2133028" y="333756"/>
                </a:lnTo>
                <a:lnTo>
                  <a:pt x="2140902" y="339471"/>
                </a:lnTo>
                <a:lnTo>
                  <a:pt x="2150364" y="347472"/>
                </a:lnTo>
                <a:lnTo>
                  <a:pt x="2161451" y="357428"/>
                </a:lnTo>
                <a:lnTo>
                  <a:pt x="2173986" y="366522"/>
                </a:lnTo>
                <a:lnTo>
                  <a:pt x="2219325" y="386384"/>
                </a:lnTo>
                <a:lnTo>
                  <a:pt x="2260473" y="394296"/>
                </a:lnTo>
                <a:lnTo>
                  <a:pt x="2311590" y="398005"/>
                </a:lnTo>
                <a:lnTo>
                  <a:pt x="2415540" y="399288"/>
                </a:lnTo>
                <a:lnTo>
                  <a:pt x="2417826" y="391312"/>
                </a:lnTo>
                <a:lnTo>
                  <a:pt x="2424684" y="383476"/>
                </a:lnTo>
                <a:lnTo>
                  <a:pt x="2436114" y="375932"/>
                </a:lnTo>
                <a:lnTo>
                  <a:pt x="2449487" y="369976"/>
                </a:lnTo>
                <a:lnTo>
                  <a:pt x="2452116" y="368808"/>
                </a:lnTo>
                <a:lnTo>
                  <a:pt x="2452116" y="36118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4654296" y="2362199"/>
            <a:ext cx="805180" cy="405765"/>
          </a:xfrm>
          <a:custGeom>
            <a:avLst/>
            <a:gdLst/>
            <a:ahLst/>
            <a:cxnLst/>
            <a:rect l="l" t="t" r="r" b="b"/>
            <a:pathLst>
              <a:path w="805179" h="405764">
                <a:moveTo>
                  <a:pt x="153924" y="172212"/>
                </a:moveTo>
                <a:lnTo>
                  <a:pt x="143256" y="161544"/>
                </a:lnTo>
                <a:lnTo>
                  <a:pt x="121920" y="140208"/>
                </a:lnTo>
                <a:lnTo>
                  <a:pt x="100584" y="161544"/>
                </a:lnTo>
                <a:lnTo>
                  <a:pt x="32004" y="161544"/>
                </a:lnTo>
                <a:lnTo>
                  <a:pt x="32004" y="45720"/>
                </a:lnTo>
                <a:lnTo>
                  <a:pt x="47244" y="32004"/>
                </a:lnTo>
                <a:lnTo>
                  <a:pt x="6096" y="12192"/>
                </a:lnTo>
                <a:lnTo>
                  <a:pt x="6324" y="33934"/>
                </a:lnTo>
                <a:lnTo>
                  <a:pt x="6858" y="60388"/>
                </a:lnTo>
                <a:lnTo>
                  <a:pt x="7378" y="91706"/>
                </a:lnTo>
                <a:lnTo>
                  <a:pt x="7620" y="128016"/>
                </a:lnTo>
                <a:lnTo>
                  <a:pt x="7518" y="330454"/>
                </a:lnTo>
                <a:lnTo>
                  <a:pt x="7061" y="336854"/>
                </a:lnTo>
                <a:lnTo>
                  <a:pt x="5524" y="343662"/>
                </a:lnTo>
                <a:lnTo>
                  <a:pt x="3111" y="349338"/>
                </a:lnTo>
                <a:lnTo>
                  <a:pt x="0" y="353568"/>
                </a:lnTo>
                <a:lnTo>
                  <a:pt x="21336" y="382524"/>
                </a:lnTo>
                <a:lnTo>
                  <a:pt x="65913" y="350329"/>
                </a:lnTo>
                <a:lnTo>
                  <a:pt x="102768" y="330454"/>
                </a:lnTo>
                <a:lnTo>
                  <a:pt x="149352" y="307848"/>
                </a:lnTo>
                <a:lnTo>
                  <a:pt x="146304" y="300228"/>
                </a:lnTo>
                <a:lnTo>
                  <a:pt x="32004" y="341376"/>
                </a:lnTo>
                <a:lnTo>
                  <a:pt x="32004" y="172212"/>
                </a:lnTo>
                <a:lnTo>
                  <a:pt x="153924" y="172212"/>
                </a:lnTo>
                <a:close/>
              </a:path>
              <a:path w="805179" h="405764">
                <a:moveTo>
                  <a:pt x="352044" y="353568"/>
                </a:moveTo>
                <a:lnTo>
                  <a:pt x="329349" y="316217"/>
                </a:lnTo>
                <a:lnTo>
                  <a:pt x="326136" y="266700"/>
                </a:lnTo>
                <a:lnTo>
                  <a:pt x="316992" y="266700"/>
                </a:lnTo>
                <a:lnTo>
                  <a:pt x="314325" y="314325"/>
                </a:lnTo>
                <a:lnTo>
                  <a:pt x="306324" y="352044"/>
                </a:lnTo>
                <a:lnTo>
                  <a:pt x="300228" y="356616"/>
                </a:lnTo>
                <a:lnTo>
                  <a:pt x="219456" y="356616"/>
                </a:lnTo>
                <a:lnTo>
                  <a:pt x="209448" y="355219"/>
                </a:lnTo>
                <a:lnTo>
                  <a:pt x="202311" y="351091"/>
                </a:lnTo>
                <a:lnTo>
                  <a:pt x="198018" y="344411"/>
                </a:lnTo>
                <a:lnTo>
                  <a:pt x="196596" y="335280"/>
                </a:lnTo>
                <a:lnTo>
                  <a:pt x="196596" y="199644"/>
                </a:lnTo>
                <a:lnTo>
                  <a:pt x="213982" y="188976"/>
                </a:lnTo>
                <a:lnTo>
                  <a:pt x="222592" y="183692"/>
                </a:lnTo>
                <a:lnTo>
                  <a:pt x="245745" y="168021"/>
                </a:lnTo>
                <a:lnTo>
                  <a:pt x="266026" y="152933"/>
                </a:lnTo>
                <a:lnTo>
                  <a:pt x="298627" y="126428"/>
                </a:lnTo>
                <a:lnTo>
                  <a:pt x="312229" y="117157"/>
                </a:lnTo>
                <a:lnTo>
                  <a:pt x="324396" y="111048"/>
                </a:lnTo>
                <a:lnTo>
                  <a:pt x="335280" y="108204"/>
                </a:lnTo>
                <a:lnTo>
                  <a:pt x="301752" y="74676"/>
                </a:lnTo>
                <a:lnTo>
                  <a:pt x="275602" y="112610"/>
                </a:lnTo>
                <a:lnTo>
                  <a:pt x="246951" y="144614"/>
                </a:lnTo>
                <a:lnTo>
                  <a:pt x="214325" y="174955"/>
                </a:lnTo>
                <a:lnTo>
                  <a:pt x="196596" y="188976"/>
                </a:lnTo>
                <a:lnTo>
                  <a:pt x="196596" y="44196"/>
                </a:lnTo>
                <a:lnTo>
                  <a:pt x="214884" y="28956"/>
                </a:lnTo>
                <a:lnTo>
                  <a:pt x="170688" y="9144"/>
                </a:lnTo>
                <a:lnTo>
                  <a:pt x="171564" y="28562"/>
                </a:lnTo>
                <a:lnTo>
                  <a:pt x="172021" y="50101"/>
                </a:lnTo>
                <a:lnTo>
                  <a:pt x="172186" y="73660"/>
                </a:lnTo>
                <a:lnTo>
                  <a:pt x="172212" y="345948"/>
                </a:lnTo>
                <a:lnTo>
                  <a:pt x="174726" y="360832"/>
                </a:lnTo>
                <a:lnTo>
                  <a:pt x="182118" y="371284"/>
                </a:lnTo>
                <a:lnTo>
                  <a:pt x="194068" y="377456"/>
                </a:lnTo>
                <a:lnTo>
                  <a:pt x="210312" y="379476"/>
                </a:lnTo>
                <a:lnTo>
                  <a:pt x="301752" y="379476"/>
                </a:lnTo>
                <a:lnTo>
                  <a:pt x="342709" y="365188"/>
                </a:lnTo>
                <a:lnTo>
                  <a:pt x="349821" y="356616"/>
                </a:lnTo>
                <a:lnTo>
                  <a:pt x="352044" y="353568"/>
                </a:lnTo>
                <a:close/>
              </a:path>
              <a:path w="805179" h="405764">
                <a:moveTo>
                  <a:pt x="582168" y="262128"/>
                </a:moveTo>
                <a:lnTo>
                  <a:pt x="580644" y="256032"/>
                </a:lnTo>
                <a:lnTo>
                  <a:pt x="515112" y="272796"/>
                </a:lnTo>
                <a:lnTo>
                  <a:pt x="515112" y="204216"/>
                </a:lnTo>
                <a:lnTo>
                  <a:pt x="569976" y="204216"/>
                </a:lnTo>
                <a:lnTo>
                  <a:pt x="560489" y="193548"/>
                </a:lnTo>
                <a:lnTo>
                  <a:pt x="545592" y="176784"/>
                </a:lnTo>
                <a:lnTo>
                  <a:pt x="530352" y="193548"/>
                </a:lnTo>
                <a:lnTo>
                  <a:pt x="515112" y="193548"/>
                </a:lnTo>
                <a:lnTo>
                  <a:pt x="515112" y="155448"/>
                </a:lnTo>
                <a:lnTo>
                  <a:pt x="528828" y="143256"/>
                </a:lnTo>
                <a:lnTo>
                  <a:pt x="490728" y="124968"/>
                </a:lnTo>
                <a:lnTo>
                  <a:pt x="492175" y="171450"/>
                </a:lnTo>
                <a:lnTo>
                  <a:pt x="492252" y="193548"/>
                </a:lnTo>
                <a:lnTo>
                  <a:pt x="446532" y="193548"/>
                </a:lnTo>
                <a:lnTo>
                  <a:pt x="478536" y="94488"/>
                </a:lnTo>
                <a:lnTo>
                  <a:pt x="576072" y="94488"/>
                </a:lnTo>
                <a:lnTo>
                  <a:pt x="550164" y="65532"/>
                </a:lnTo>
                <a:lnTo>
                  <a:pt x="531876" y="83820"/>
                </a:lnTo>
                <a:lnTo>
                  <a:pt x="480060" y="83820"/>
                </a:lnTo>
                <a:lnTo>
                  <a:pt x="485127" y="67056"/>
                </a:lnTo>
                <a:lnTo>
                  <a:pt x="489585" y="51816"/>
                </a:lnTo>
                <a:lnTo>
                  <a:pt x="493344" y="39243"/>
                </a:lnTo>
                <a:lnTo>
                  <a:pt x="496824" y="28956"/>
                </a:lnTo>
                <a:lnTo>
                  <a:pt x="512064" y="19812"/>
                </a:lnTo>
                <a:lnTo>
                  <a:pt x="477012" y="0"/>
                </a:lnTo>
                <a:lnTo>
                  <a:pt x="474980" y="12242"/>
                </a:lnTo>
                <a:lnTo>
                  <a:pt x="471106" y="30480"/>
                </a:lnTo>
                <a:lnTo>
                  <a:pt x="465213" y="54444"/>
                </a:lnTo>
                <a:lnTo>
                  <a:pt x="457200" y="83820"/>
                </a:lnTo>
                <a:lnTo>
                  <a:pt x="396240" y="83820"/>
                </a:lnTo>
                <a:lnTo>
                  <a:pt x="411480" y="99060"/>
                </a:lnTo>
                <a:lnTo>
                  <a:pt x="421779" y="97066"/>
                </a:lnTo>
                <a:lnTo>
                  <a:pt x="432244" y="95631"/>
                </a:lnTo>
                <a:lnTo>
                  <a:pt x="442976" y="94780"/>
                </a:lnTo>
                <a:lnTo>
                  <a:pt x="454152" y="94488"/>
                </a:lnTo>
                <a:lnTo>
                  <a:pt x="455676" y="94488"/>
                </a:lnTo>
                <a:lnTo>
                  <a:pt x="426720" y="181356"/>
                </a:lnTo>
                <a:lnTo>
                  <a:pt x="409956" y="193548"/>
                </a:lnTo>
                <a:lnTo>
                  <a:pt x="432816" y="217932"/>
                </a:lnTo>
                <a:lnTo>
                  <a:pt x="446532" y="204216"/>
                </a:lnTo>
                <a:lnTo>
                  <a:pt x="492252" y="204216"/>
                </a:lnTo>
                <a:lnTo>
                  <a:pt x="492252" y="278892"/>
                </a:lnTo>
                <a:lnTo>
                  <a:pt x="437197" y="290893"/>
                </a:lnTo>
                <a:lnTo>
                  <a:pt x="416166" y="294970"/>
                </a:lnTo>
                <a:lnTo>
                  <a:pt x="399288" y="297180"/>
                </a:lnTo>
                <a:lnTo>
                  <a:pt x="417576" y="329184"/>
                </a:lnTo>
                <a:lnTo>
                  <a:pt x="425589" y="322643"/>
                </a:lnTo>
                <a:lnTo>
                  <a:pt x="440626" y="314515"/>
                </a:lnTo>
                <a:lnTo>
                  <a:pt x="462788" y="304977"/>
                </a:lnTo>
                <a:lnTo>
                  <a:pt x="492252" y="294132"/>
                </a:lnTo>
                <a:lnTo>
                  <a:pt x="492137" y="329184"/>
                </a:lnTo>
                <a:lnTo>
                  <a:pt x="492061" y="342138"/>
                </a:lnTo>
                <a:lnTo>
                  <a:pt x="491604" y="371284"/>
                </a:lnTo>
                <a:lnTo>
                  <a:pt x="490728" y="403860"/>
                </a:lnTo>
                <a:lnTo>
                  <a:pt x="516636" y="390144"/>
                </a:lnTo>
                <a:lnTo>
                  <a:pt x="515353" y="349211"/>
                </a:lnTo>
                <a:lnTo>
                  <a:pt x="515112" y="294132"/>
                </a:lnTo>
                <a:lnTo>
                  <a:pt x="515112" y="286512"/>
                </a:lnTo>
                <a:lnTo>
                  <a:pt x="552831" y="272796"/>
                </a:lnTo>
                <a:lnTo>
                  <a:pt x="582168" y="262128"/>
                </a:lnTo>
                <a:close/>
              </a:path>
              <a:path w="805179" h="405764">
                <a:moveTo>
                  <a:pt x="665988" y="128016"/>
                </a:moveTo>
                <a:lnTo>
                  <a:pt x="637032" y="102108"/>
                </a:lnTo>
                <a:lnTo>
                  <a:pt x="632790" y="112445"/>
                </a:lnTo>
                <a:lnTo>
                  <a:pt x="627126" y="123063"/>
                </a:lnTo>
                <a:lnTo>
                  <a:pt x="604075" y="158877"/>
                </a:lnTo>
                <a:lnTo>
                  <a:pt x="571500" y="196596"/>
                </a:lnTo>
                <a:lnTo>
                  <a:pt x="576072" y="201168"/>
                </a:lnTo>
                <a:lnTo>
                  <a:pt x="595452" y="186626"/>
                </a:lnTo>
                <a:lnTo>
                  <a:pt x="614553" y="170497"/>
                </a:lnTo>
                <a:lnTo>
                  <a:pt x="633069" y="152958"/>
                </a:lnTo>
                <a:lnTo>
                  <a:pt x="650748" y="134112"/>
                </a:lnTo>
                <a:lnTo>
                  <a:pt x="665988" y="128016"/>
                </a:lnTo>
                <a:close/>
              </a:path>
              <a:path w="805179" h="405764">
                <a:moveTo>
                  <a:pt x="697992" y="42672"/>
                </a:moveTo>
                <a:lnTo>
                  <a:pt x="665530" y="11620"/>
                </a:lnTo>
                <a:lnTo>
                  <a:pt x="649224" y="3048"/>
                </a:lnTo>
                <a:lnTo>
                  <a:pt x="647700" y="9144"/>
                </a:lnTo>
                <a:lnTo>
                  <a:pt x="655358" y="19456"/>
                </a:lnTo>
                <a:lnTo>
                  <a:pt x="662178" y="29908"/>
                </a:lnTo>
                <a:lnTo>
                  <a:pt x="667842" y="40652"/>
                </a:lnTo>
                <a:lnTo>
                  <a:pt x="672084" y="51816"/>
                </a:lnTo>
                <a:lnTo>
                  <a:pt x="675132" y="64008"/>
                </a:lnTo>
                <a:lnTo>
                  <a:pt x="678180" y="70104"/>
                </a:lnTo>
                <a:lnTo>
                  <a:pt x="682752" y="70104"/>
                </a:lnTo>
                <a:lnTo>
                  <a:pt x="685800" y="67056"/>
                </a:lnTo>
                <a:lnTo>
                  <a:pt x="690372" y="60960"/>
                </a:lnTo>
                <a:lnTo>
                  <a:pt x="694944" y="56388"/>
                </a:lnTo>
                <a:lnTo>
                  <a:pt x="697992" y="51816"/>
                </a:lnTo>
                <a:lnTo>
                  <a:pt x="697992" y="42672"/>
                </a:lnTo>
                <a:close/>
              </a:path>
              <a:path w="805179" h="405764">
                <a:moveTo>
                  <a:pt x="786384" y="163068"/>
                </a:moveTo>
                <a:lnTo>
                  <a:pt x="759142" y="132207"/>
                </a:lnTo>
                <a:lnTo>
                  <a:pt x="717804" y="109728"/>
                </a:lnTo>
                <a:lnTo>
                  <a:pt x="716280" y="114300"/>
                </a:lnTo>
                <a:lnTo>
                  <a:pt x="724776" y="123063"/>
                </a:lnTo>
                <a:lnTo>
                  <a:pt x="732282" y="131254"/>
                </a:lnTo>
                <a:lnTo>
                  <a:pt x="758926" y="167932"/>
                </a:lnTo>
                <a:lnTo>
                  <a:pt x="766572" y="185928"/>
                </a:lnTo>
                <a:lnTo>
                  <a:pt x="769620" y="188976"/>
                </a:lnTo>
                <a:lnTo>
                  <a:pt x="774192" y="188976"/>
                </a:lnTo>
                <a:lnTo>
                  <a:pt x="777240" y="187452"/>
                </a:lnTo>
                <a:lnTo>
                  <a:pt x="780288" y="182880"/>
                </a:lnTo>
                <a:lnTo>
                  <a:pt x="784860" y="178308"/>
                </a:lnTo>
                <a:lnTo>
                  <a:pt x="786384" y="173736"/>
                </a:lnTo>
                <a:lnTo>
                  <a:pt x="786384" y="163068"/>
                </a:lnTo>
                <a:close/>
              </a:path>
              <a:path w="805179" h="405764">
                <a:moveTo>
                  <a:pt x="795528" y="88392"/>
                </a:moveTo>
                <a:lnTo>
                  <a:pt x="765048" y="57912"/>
                </a:lnTo>
                <a:lnTo>
                  <a:pt x="743712" y="77724"/>
                </a:lnTo>
                <a:lnTo>
                  <a:pt x="577596" y="77724"/>
                </a:lnTo>
                <a:lnTo>
                  <a:pt x="592836" y="94488"/>
                </a:lnTo>
                <a:lnTo>
                  <a:pt x="602564" y="91617"/>
                </a:lnTo>
                <a:lnTo>
                  <a:pt x="611314" y="89725"/>
                </a:lnTo>
                <a:lnTo>
                  <a:pt x="619188" y="88709"/>
                </a:lnTo>
                <a:lnTo>
                  <a:pt x="626364" y="88392"/>
                </a:lnTo>
                <a:lnTo>
                  <a:pt x="795528" y="88392"/>
                </a:lnTo>
                <a:close/>
              </a:path>
              <a:path w="805179" h="405764">
                <a:moveTo>
                  <a:pt x="804672" y="377952"/>
                </a:moveTo>
                <a:lnTo>
                  <a:pt x="741997" y="352615"/>
                </a:lnTo>
                <a:lnTo>
                  <a:pt x="707656" y="324612"/>
                </a:lnTo>
                <a:lnTo>
                  <a:pt x="691896" y="307848"/>
                </a:lnTo>
                <a:lnTo>
                  <a:pt x="703351" y="288036"/>
                </a:lnTo>
                <a:lnTo>
                  <a:pt x="704443" y="286156"/>
                </a:lnTo>
                <a:lnTo>
                  <a:pt x="716851" y="260032"/>
                </a:lnTo>
                <a:lnTo>
                  <a:pt x="728967" y="229628"/>
                </a:lnTo>
                <a:lnTo>
                  <a:pt x="740664" y="195072"/>
                </a:lnTo>
                <a:lnTo>
                  <a:pt x="754380" y="185928"/>
                </a:lnTo>
                <a:lnTo>
                  <a:pt x="719328" y="163068"/>
                </a:lnTo>
                <a:lnTo>
                  <a:pt x="715606" y="183667"/>
                </a:lnTo>
                <a:lnTo>
                  <a:pt x="711327" y="202120"/>
                </a:lnTo>
                <a:lnTo>
                  <a:pt x="706462" y="218579"/>
                </a:lnTo>
                <a:lnTo>
                  <a:pt x="701040" y="233172"/>
                </a:lnTo>
                <a:lnTo>
                  <a:pt x="696175" y="247751"/>
                </a:lnTo>
                <a:lnTo>
                  <a:pt x="690753" y="261747"/>
                </a:lnTo>
                <a:lnTo>
                  <a:pt x="684745" y="275183"/>
                </a:lnTo>
                <a:lnTo>
                  <a:pt x="678180" y="288036"/>
                </a:lnTo>
                <a:lnTo>
                  <a:pt x="663905" y="264871"/>
                </a:lnTo>
                <a:lnTo>
                  <a:pt x="650938" y="238696"/>
                </a:lnTo>
                <a:lnTo>
                  <a:pt x="639381" y="209384"/>
                </a:lnTo>
                <a:lnTo>
                  <a:pt x="629412" y="176784"/>
                </a:lnTo>
                <a:lnTo>
                  <a:pt x="620268" y="179832"/>
                </a:lnTo>
                <a:lnTo>
                  <a:pt x="629996" y="216979"/>
                </a:lnTo>
                <a:lnTo>
                  <a:pt x="641032" y="250698"/>
                </a:lnTo>
                <a:lnTo>
                  <a:pt x="653478" y="280987"/>
                </a:lnTo>
                <a:lnTo>
                  <a:pt x="667512" y="307848"/>
                </a:lnTo>
                <a:lnTo>
                  <a:pt x="640664" y="335838"/>
                </a:lnTo>
                <a:lnTo>
                  <a:pt x="608266" y="360235"/>
                </a:lnTo>
                <a:lnTo>
                  <a:pt x="570420" y="380936"/>
                </a:lnTo>
                <a:lnTo>
                  <a:pt x="527304" y="397764"/>
                </a:lnTo>
                <a:lnTo>
                  <a:pt x="527304" y="405384"/>
                </a:lnTo>
                <a:lnTo>
                  <a:pt x="572757" y="392772"/>
                </a:lnTo>
                <a:lnTo>
                  <a:pt x="613219" y="375285"/>
                </a:lnTo>
                <a:lnTo>
                  <a:pt x="648817" y="352666"/>
                </a:lnTo>
                <a:lnTo>
                  <a:pt x="679704" y="324612"/>
                </a:lnTo>
                <a:lnTo>
                  <a:pt x="699389" y="349211"/>
                </a:lnTo>
                <a:lnTo>
                  <a:pt x="721804" y="370522"/>
                </a:lnTo>
                <a:lnTo>
                  <a:pt x="746772" y="388696"/>
                </a:lnTo>
                <a:lnTo>
                  <a:pt x="774192" y="403860"/>
                </a:lnTo>
                <a:lnTo>
                  <a:pt x="779589" y="396455"/>
                </a:lnTo>
                <a:lnTo>
                  <a:pt x="786574" y="390334"/>
                </a:lnTo>
                <a:lnTo>
                  <a:pt x="794969" y="385648"/>
                </a:lnTo>
                <a:lnTo>
                  <a:pt x="804672" y="382524"/>
                </a:lnTo>
                <a:lnTo>
                  <a:pt x="804672" y="37795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5504688" y="2363723"/>
            <a:ext cx="386080" cy="410209"/>
          </a:xfrm>
          <a:custGeom>
            <a:avLst/>
            <a:gdLst/>
            <a:ahLst/>
            <a:cxnLst/>
            <a:rect l="l" t="t" r="r" b="b"/>
            <a:pathLst>
              <a:path w="386079" h="410210">
                <a:moveTo>
                  <a:pt x="3047" y="126492"/>
                </a:moveTo>
                <a:lnTo>
                  <a:pt x="0" y="121920"/>
                </a:lnTo>
                <a:lnTo>
                  <a:pt x="11191" y="109013"/>
                </a:lnTo>
                <a:lnTo>
                  <a:pt x="22097" y="95250"/>
                </a:lnTo>
                <a:lnTo>
                  <a:pt x="44195" y="64008"/>
                </a:lnTo>
                <a:lnTo>
                  <a:pt x="69913" y="16001"/>
                </a:lnTo>
                <a:lnTo>
                  <a:pt x="76199" y="0"/>
                </a:lnTo>
                <a:lnTo>
                  <a:pt x="109727" y="25908"/>
                </a:lnTo>
                <a:lnTo>
                  <a:pt x="96011" y="32004"/>
                </a:lnTo>
                <a:lnTo>
                  <a:pt x="77723" y="51816"/>
                </a:lnTo>
                <a:lnTo>
                  <a:pt x="191061" y="51816"/>
                </a:lnTo>
                <a:lnTo>
                  <a:pt x="201167" y="62484"/>
                </a:lnTo>
                <a:lnTo>
                  <a:pt x="71627" y="62484"/>
                </a:lnTo>
                <a:lnTo>
                  <a:pt x="64746" y="68484"/>
                </a:lnTo>
                <a:lnTo>
                  <a:pt x="57721" y="75056"/>
                </a:lnTo>
                <a:lnTo>
                  <a:pt x="50411" y="82200"/>
                </a:lnTo>
                <a:lnTo>
                  <a:pt x="42671" y="89916"/>
                </a:lnTo>
                <a:lnTo>
                  <a:pt x="34123" y="99917"/>
                </a:lnTo>
                <a:lnTo>
                  <a:pt x="24574" y="109347"/>
                </a:lnTo>
                <a:lnTo>
                  <a:pt x="14168" y="118205"/>
                </a:lnTo>
                <a:lnTo>
                  <a:pt x="3047" y="126492"/>
                </a:lnTo>
                <a:close/>
              </a:path>
              <a:path w="386079" h="410210">
                <a:moveTo>
                  <a:pt x="178307" y="114300"/>
                </a:moveTo>
                <a:lnTo>
                  <a:pt x="173735" y="109728"/>
                </a:lnTo>
                <a:lnTo>
                  <a:pt x="185975" y="94869"/>
                </a:lnTo>
                <a:lnTo>
                  <a:pt x="197357" y="80010"/>
                </a:lnTo>
                <a:lnTo>
                  <a:pt x="223837" y="35385"/>
                </a:lnTo>
                <a:lnTo>
                  <a:pt x="239267" y="1523"/>
                </a:lnTo>
                <a:lnTo>
                  <a:pt x="271271" y="24384"/>
                </a:lnTo>
                <a:lnTo>
                  <a:pt x="256031" y="32004"/>
                </a:lnTo>
                <a:lnTo>
                  <a:pt x="239267" y="51816"/>
                </a:lnTo>
                <a:lnTo>
                  <a:pt x="375465" y="51816"/>
                </a:lnTo>
                <a:lnTo>
                  <a:pt x="385572" y="62484"/>
                </a:lnTo>
                <a:lnTo>
                  <a:pt x="234695" y="62484"/>
                </a:lnTo>
                <a:lnTo>
                  <a:pt x="220956" y="76152"/>
                </a:lnTo>
                <a:lnTo>
                  <a:pt x="207073" y="89534"/>
                </a:lnTo>
                <a:lnTo>
                  <a:pt x="192905" y="102346"/>
                </a:lnTo>
                <a:lnTo>
                  <a:pt x="178307" y="114300"/>
                </a:lnTo>
                <a:close/>
              </a:path>
              <a:path w="386079" h="410210">
                <a:moveTo>
                  <a:pt x="191061" y="51816"/>
                </a:moveTo>
                <a:lnTo>
                  <a:pt x="153923" y="51816"/>
                </a:lnTo>
                <a:lnTo>
                  <a:pt x="173735" y="33528"/>
                </a:lnTo>
                <a:lnTo>
                  <a:pt x="191061" y="51816"/>
                </a:lnTo>
                <a:close/>
              </a:path>
              <a:path w="386079" h="410210">
                <a:moveTo>
                  <a:pt x="375465" y="51816"/>
                </a:moveTo>
                <a:lnTo>
                  <a:pt x="338327" y="51816"/>
                </a:lnTo>
                <a:lnTo>
                  <a:pt x="358139" y="33528"/>
                </a:lnTo>
                <a:lnTo>
                  <a:pt x="375465" y="51816"/>
                </a:lnTo>
                <a:close/>
              </a:path>
              <a:path w="386079" h="410210">
                <a:moveTo>
                  <a:pt x="123443" y="115824"/>
                </a:moveTo>
                <a:lnTo>
                  <a:pt x="120395" y="112776"/>
                </a:lnTo>
                <a:lnTo>
                  <a:pt x="120395" y="105156"/>
                </a:lnTo>
                <a:lnTo>
                  <a:pt x="117347" y="97535"/>
                </a:lnTo>
                <a:lnTo>
                  <a:pt x="114299" y="91440"/>
                </a:lnTo>
                <a:lnTo>
                  <a:pt x="111251" y="83820"/>
                </a:lnTo>
                <a:lnTo>
                  <a:pt x="109727" y="77723"/>
                </a:lnTo>
                <a:lnTo>
                  <a:pt x="103631" y="71628"/>
                </a:lnTo>
                <a:lnTo>
                  <a:pt x="97535" y="62484"/>
                </a:lnTo>
                <a:lnTo>
                  <a:pt x="108203" y="62484"/>
                </a:lnTo>
                <a:lnTo>
                  <a:pt x="140207" y="89916"/>
                </a:lnTo>
                <a:lnTo>
                  <a:pt x="141731" y="92964"/>
                </a:lnTo>
                <a:lnTo>
                  <a:pt x="141731" y="102108"/>
                </a:lnTo>
                <a:lnTo>
                  <a:pt x="138683" y="106680"/>
                </a:lnTo>
                <a:lnTo>
                  <a:pt x="137159" y="111252"/>
                </a:lnTo>
                <a:lnTo>
                  <a:pt x="132587" y="114300"/>
                </a:lnTo>
                <a:lnTo>
                  <a:pt x="128015" y="114300"/>
                </a:lnTo>
                <a:lnTo>
                  <a:pt x="123443" y="115824"/>
                </a:lnTo>
                <a:close/>
              </a:path>
              <a:path w="386079" h="410210">
                <a:moveTo>
                  <a:pt x="297179" y="112776"/>
                </a:moveTo>
                <a:lnTo>
                  <a:pt x="291083" y="112776"/>
                </a:lnTo>
                <a:lnTo>
                  <a:pt x="289559" y="111252"/>
                </a:lnTo>
                <a:lnTo>
                  <a:pt x="288035" y="106680"/>
                </a:lnTo>
                <a:lnTo>
                  <a:pt x="283463" y="97535"/>
                </a:lnTo>
                <a:lnTo>
                  <a:pt x="263651" y="62484"/>
                </a:lnTo>
                <a:lnTo>
                  <a:pt x="271271" y="62484"/>
                </a:lnTo>
                <a:lnTo>
                  <a:pt x="304799" y="83820"/>
                </a:lnTo>
                <a:lnTo>
                  <a:pt x="306323" y="88392"/>
                </a:lnTo>
                <a:lnTo>
                  <a:pt x="307847" y="91440"/>
                </a:lnTo>
                <a:lnTo>
                  <a:pt x="307847" y="96011"/>
                </a:lnTo>
                <a:lnTo>
                  <a:pt x="306323" y="99059"/>
                </a:lnTo>
                <a:lnTo>
                  <a:pt x="306204" y="102346"/>
                </a:lnTo>
                <a:lnTo>
                  <a:pt x="304799" y="105156"/>
                </a:lnTo>
                <a:lnTo>
                  <a:pt x="297179" y="112776"/>
                </a:lnTo>
                <a:close/>
              </a:path>
              <a:path w="386079" h="410210">
                <a:moveTo>
                  <a:pt x="106679" y="175260"/>
                </a:moveTo>
                <a:lnTo>
                  <a:pt x="103631" y="172212"/>
                </a:lnTo>
                <a:lnTo>
                  <a:pt x="102107" y="163068"/>
                </a:lnTo>
                <a:lnTo>
                  <a:pt x="100441" y="158186"/>
                </a:lnTo>
                <a:lnTo>
                  <a:pt x="97916" y="152590"/>
                </a:lnTo>
                <a:lnTo>
                  <a:pt x="94821" y="146137"/>
                </a:lnTo>
                <a:lnTo>
                  <a:pt x="91439" y="138684"/>
                </a:lnTo>
                <a:lnTo>
                  <a:pt x="87439" y="131802"/>
                </a:lnTo>
                <a:lnTo>
                  <a:pt x="82295" y="124777"/>
                </a:lnTo>
                <a:lnTo>
                  <a:pt x="76009" y="117467"/>
                </a:lnTo>
                <a:lnTo>
                  <a:pt x="68579" y="109728"/>
                </a:lnTo>
                <a:lnTo>
                  <a:pt x="73151" y="102108"/>
                </a:lnTo>
                <a:lnTo>
                  <a:pt x="113442" y="127396"/>
                </a:lnTo>
                <a:lnTo>
                  <a:pt x="124967" y="144780"/>
                </a:lnTo>
                <a:lnTo>
                  <a:pt x="124967" y="153924"/>
                </a:lnTo>
                <a:lnTo>
                  <a:pt x="123443" y="156972"/>
                </a:lnTo>
                <a:lnTo>
                  <a:pt x="121919" y="161544"/>
                </a:lnTo>
                <a:lnTo>
                  <a:pt x="115823" y="170688"/>
                </a:lnTo>
                <a:lnTo>
                  <a:pt x="111251" y="172212"/>
                </a:lnTo>
                <a:lnTo>
                  <a:pt x="106679" y="175260"/>
                </a:lnTo>
                <a:close/>
              </a:path>
              <a:path w="386079" h="410210">
                <a:moveTo>
                  <a:pt x="164591" y="144780"/>
                </a:moveTo>
                <a:lnTo>
                  <a:pt x="149351" y="129540"/>
                </a:lnTo>
                <a:lnTo>
                  <a:pt x="326136" y="129540"/>
                </a:lnTo>
                <a:lnTo>
                  <a:pt x="342900" y="112776"/>
                </a:lnTo>
                <a:lnTo>
                  <a:pt x="367284" y="137160"/>
                </a:lnTo>
                <a:lnTo>
                  <a:pt x="364889" y="138684"/>
                </a:lnTo>
                <a:lnTo>
                  <a:pt x="198119" y="138684"/>
                </a:lnTo>
                <a:lnTo>
                  <a:pt x="190952" y="139207"/>
                </a:lnTo>
                <a:lnTo>
                  <a:pt x="183070" y="140589"/>
                </a:lnTo>
                <a:lnTo>
                  <a:pt x="164591" y="144780"/>
                </a:lnTo>
                <a:close/>
              </a:path>
              <a:path w="386079" h="410210">
                <a:moveTo>
                  <a:pt x="350520" y="367284"/>
                </a:moveTo>
                <a:lnTo>
                  <a:pt x="316991" y="367284"/>
                </a:lnTo>
                <a:lnTo>
                  <a:pt x="326136" y="364236"/>
                </a:lnTo>
                <a:lnTo>
                  <a:pt x="329184" y="359664"/>
                </a:lnTo>
                <a:lnTo>
                  <a:pt x="329184" y="138684"/>
                </a:lnTo>
                <a:lnTo>
                  <a:pt x="364889" y="138684"/>
                </a:lnTo>
                <a:lnTo>
                  <a:pt x="350520" y="147828"/>
                </a:lnTo>
                <a:lnTo>
                  <a:pt x="350520" y="367284"/>
                </a:lnTo>
                <a:close/>
              </a:path>
              <a:path w="386079" h="410210">
                <a:moveTo>
                  <a:pt x="39623" y="409956"/>
                </a:moveTo>
                <a:lnTo>
                  <a:pt x="40442" y="373380"/>
                </a:lnTo>
                <a:lnTo>
                  <a:pt x="40559" y="365760"/>
                </a:lnTo>
                <a:lnTo>
                  <a:pt x="40957" y="330517"/>
                </a:lnTo>
                <a:lnTo>
                  <a:pt x="41071" y="203454"/>
                </a:lnTo>
                <a:lnTo>
                  <a:pt x="40957" y="182689"/>
                </a:lnTo>
                <a:lnTo>
                  <a:pt x="40505" y="158853"/>
                </a:lnTo>
                <a:lnTo>
                  <a:pt x="39623" y="141732"/>
                </a:lnTo>
                <a:lnTo>
                  <a:pt x="77723" y="158496"/>
                </a:lnTo>
                <a:lnTo>
                  <a:pt x="64007" y="173736"/>
                </a:lnTo>
                <a:lnTo>
                  <a:pt x="64119" y="292608"/>
                </a:lnTo>
                <a:lnTo>
                  <a:pt x="64239" y="327660"/>
                </a:lnTo>
                <a:lnTo>
                  <a:pt x="64668" y="370593"/>
                </a:lnTo>
                <a:lnTo>
                  <a:pt x="65531" y="397764"/>
                </a:lnTo>
                <a:lnTo>
                  <a:pt x="39623" y="409956"/>
                </a:lnTo>
                <a:close/>
              </a:path>
              <a:path w="386079" h="410210">
                <a:moveTo>
                  <a:pt x="262508" y="190500"/>
                </a:moveTo>
                <a:lnTo>
                  <a:pt x="231647" y="190500"/>
                </a:lnTo>
                <a:lnTo>
                  <a:pt x="240791" y="172212"/>
                </a:lnTo>
                <a:lnTo>
                  <a:pt x="262508" y="190500"/>
                </a:lnTo>
                <a:close/>
              </a:path>
              <a:path w="386079" h="410210">
                <a:moveTo>
                  <a:pt x="134111" y="355092"/>
                </a:moveTo>
                <a:lnTo>
                  <a:pt x="134291" y="333756"/>
                </a:lnTo>
                <a:lnTo>
                  <a:pt x="134414" y="323469"/>
                </a:lnTo>
                <a:lnTo>
                  <a:pt x="135397" y="272581"/>
                </a:lnTo>
                <a:lnTo>
                  <a:pt x="135635" y="246888"/>
                </a:lnTo>
                <a:lnTo>
                  <a:pt x="135397" y="223456"/>
                </a:lnTo>
                <a:lnTo>
                  <a:pt x="134873" y="203454"/>
                </a:lnTo>
                <a:lnTo>
                  <a:pt x="134350" y="186880"/>
                </a:lnTo>
                <a:lnTo>
                  <a:pt x="134111" y="173736"/>
                </a:lnTo>
                <a:lnTo>
                  <a:pt x="158495" y="190500"/>
                </a:lnTo>
                <a:lnTo>
                  <a:pt x="262508" y="190500"/>
                </a:lnTo>
                <a:lnTo>
                  <a:pt x="269747" y="196596"/>
                </a:lnTo>
                <a:lnTo>
                  <a:pt x="265683" y="199644"/>
                </a:lnTo>
                <a:lnTo>
                  <a:pt x="158495" y="199644"/>
                </a:lnTo>
                <a:lnTo>
                  <a:pt x="158495" y="252984"/>
                </a:lnTo>
                <a:lnTo>
                  <a:pt x="251723" y="252984"/>
                </a:lnTo>
                <a:lnTo>
                  <a:pt x="251779" y="258032"/>
                </a:lnTo>
                <a:lnTo>
                  <a:pt x="251877" y="262128"/>
                </a:lnTo>
                <a:lnTo>
                  <a:pt x="158495" y="262128"/>
                </a:lnTo>
                <a:lnTo>
                  <a:pt x="158495" y="316992"/>
                </a:lnTo>
                <a:lnTo>
                  <a:pt x="253957" y="316992"/>
                </a:lnTo>
                <a:lnTo>
                  <a:pt x="254031" y="318325"/>
                </a:lnTo>
                <a:lnTo>
                  <a:pt x="255241" y="327660"/>
                </a:lnTo>
                <a:lnTo>
                  <a:pt x="158495" y="327660"/>
                </a:lnTo>
                <a:lnTo>
                  <a:pt x="158495" y="344424"/>
                </a:lnTo>
                <a:lnTo>
                  <a:pt x="134111" y="355092"/>
                </a:lnTo>
                <a:close/>
              </a:path>
              <a:path w="386079" h="410210">
                <a:moveTo>
                  <a:pt x="251723" y="252984"/>
                </a:moveTo>
                <a:lnTo>
                  <a:pt x="228599" y="252984"/>
                </a:lnTo>
                <a:lnTo>
                  <a:pt x="228599" y="199644"/>
                </a:lnTo>
                <a:lnTo>
                  <a:pt x="265683" y="199644"/>
                </a:lnTo>
                <a:lnTo>
                  <a:pt x="251459" y="210312"/>
                </a:lnTo>
                <a:lnTo>
                  <a:pt x="251723" y="252984"/>
                </a:lnTo>
                <a:close/>
              </a:path>
              <a:path w="386079" h="410210">
                <a:moveTo>
                  <a:pt x="253957" y="316992"/>
                </a:moveTo>
                <a:lnTo>
                  <a:pt x="228599" y="316992"/>
                </a:lnTo>
                <a:lnTo>
                  <a:pt x="228599" y="262128"/>
                </a:lnTo>
                <a:lnTo>
                  <a:pt x="251877" y="262128"/>
                </a:lnTo>
                <a:lnTo>
                  <a:pt x="252602" y="292608"/>
                </a:lnTo>
                <a:lnTo>
                  <a:pt x="253957" y="316992"/>
                </a:lnTo>
                <a:close/>
              </a:path>
              <a:path w="386079" h="410210">
                <a:moveTo>
                  <a:pt x="228599" y="344424"/>
                </a:moveTo>
                <a:lnTo>
                  <a:pt x="228599" y="327660"/>
                </a:lnTo>
                <a:lnTo>
                  <a:pt x="255241" y="327660"/>
                </a:lnTo>
                <a:lnTo>
                  <a:pt x="256031" y="333756"/>
                </a:lnTo>
                <a:lnTo>
                  <a:pt x="228599" y="344424"/>
                </a:lnTo>
                <a:close/>
              </a:path>
              <a:path w="386079" h="410210">
                <a:moveTo>
                  <a:pt x="318515" y="405384"/>
                </a:moveTo>
                <a:lnTo>
                  <a:pt x="311991" y="393668"/>
                </a:lnTo>
                <a:lnTo>
                  <a:pt x="299465" y="383667"/>
                </a:lnTo>
                <a:lnTo>
                  <a:pt x="281225" y="375380"/>
                </a:lnTo>
                <a:lnTo>
                  <a:pt x="257555" y="368808"/>
                </a:lnTo>
                <a:lnTo>
                  <a:pt x="257555" y="362712"/>
                </a:lnTo>
                <a:lnTo>
                  <a:pt x="283654" y="364807"/>
                </a:lnTo>
                <a:lnTo>
                  <a:pt x="293774" y="365498"/>
                </a:lnTo>
                <a:lnTo>
                  <a:pt x="301751" y="365760"/>
                </a:lnTo>
                <a:lnTo>
                  <a:pt x="310895" y="367284"/>
                </a:lnTo>
                <a:lnTo>
                  <a:pt x="350520" y="367284"/>
                </a:lnTo>
                <a:lnTo>
                  <a:pt x="350520" y="373380"/>
                </a:lnTo>
                <a:lnTo>
                  <a:pt x="328802" y="400812"/>
                </a:lnTo>
                <a:lnTo>
                  <a:pt x="318515" y="40538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5943599" y="2360676"/>
            <a:ext cx="405765" cy="410209"/>
          </a:xfrm>
          <a:custGeom>
            <a:avLst/>
            <a:gdLst/>
            <a:ahLst/>
            <a:cxnLst/>
            <a:rect l="l" t="t" r="r" b="b"/>
            <a:pathLst>
              <a:path w="405764" h="410210">
                <a:moveTo>
                  <a:pt x="234696" y="91440"/>
                </a:moveTo>
                <a:lnTo>
                  <a:pt x="225552" y="91440"/>
                </a:lnTo>
                <a:lnTo>
                  <a:pt x="231290" y="81724"/>
                </a:lnTo>
                <a:lnTo>
                  <a:pt x="237172" y="70866"/>
                </a:lnTo>
                <a:lnTo>
                  <a:pt x="256222" y="32575"/>
                </a:lnTo>
                <a:lnTo>
                  <a:pt x="268223" y="0"/>
                </a:lnTo>
                <a:lnTo>
                  <a:pt x="303276" y="25908"/>
                </a:lnTo>
                <a:lnTo>
                  <a:pt x="264485" y="57578"/>
                </a:lnTo>
                <a:lnTo>
                  <a:pt x="245578" y="79200"/>
                </a:lnTo>
                <a:lnTo>
                  <a:pt x="234696" y="91440"/>
                </a:lnTo>
                <a:close/>
              </a:path>
              <a:path w="405764" h="410210">
                <a:moveTo>
                  <a:pt x="156972" y="83820"/>
                </a:moveTo>
                <a:lnTo>
                  <a:pt x="150876" y="83820"/>
                </a:lnTo>
                <a:lnTo>
                  <a:pt x="146304" y="76200"/>
                </a:lnTo>
                <a:lnTo>
                  <a:pt x="141732" y="62484"/>
                </a:lnTo>
                <a:lnTo>
                  <a:pt x="135397" y="49649"/>
                </a:lnTo>
                <a:lnTo>
                  <a:pt x="127635" y="36385"/>
                </a:lnTo>
                <a:lnTo>
                  <a:pt x="118157" y="22836"/>
                </a:lnTo>
                <a:lnTo>
                  <a:pt x="106680" y="9144"/>
                </a:lnTo>
                <a:lnTo>
                  <a:pt x="109728" y="3048"/>
                </a:lnTo>
                <a:lnTo>
                  <a:pt x="142946" y="24264"/>
                </a:lnTo>
                <a:lnTo>
                  <a:pt x="169545" y="52578"/>
                </a:lnTo>
                <a:lnTo>
                  <a:pt x="170688" y="59436"/>
                </a:lnTo>
                <a:lnTo>
                  <a:pt x="169164" y="67056"/>
                </a:lnTo>
                <a:lnTo>
                  <a:pt x="167640" y="73152"/>
                </a:lnTo>
                <a:lnTo>
                  <a:pt x="163068" y="77724"/>
                </a:lnTo>
                <a:lnTo>
                  <a:pt x="158496" y="80772"/>
                </a:lnTo>
                <a:lnTo>
                  <a:pt x="156972" y="83820"/>
                </a:lnTo>
                <a:close/>
              </a:path>
              <a:path w="405764" h="410210">
                <a:moveTo>
                  <a:pt x="65532" y="271272"/>
                </a:moveTo>
                <a:lnTo>
                  <a:pt x="65770" y="247030"/>
                </a:lnTo>
                <a:lnTo>
                  <a:pt x="66823" y="197358"/>
                </a:lnTo>
                <a:lnTo>
                  <a:pt x="67056" y="173736"/>
                </a:lnTo>
                <a:lnTo>
                  <a:pt x="66817" y="149494"/>
                </a:lnTo>
                <a:lnTo>
                  <a:pt x="65805" y="102108"/>
                </a:lnTo>
                <a:lnTo>
                  <a:pt x="65532" y="76200"/>
                </a:lnTo>
                <a:lnTo>
                  <a:pt x="92964" y="91440"/>
                </a:lnTo>
                <a:lnTo>
                  <a:pt x="338110" y="91440"/>
                </a:lnTo>
                <a:lnTo>
                  <a:pt x="345948" y="97536"/>
                </a:lnTo>
                <a:lnTo>
                  <a:pt x="340233" y="102108"/>
                </a:lnTo>
                <a:lnTo>
                  <a:pt x="91440" y="102108"/>
                </a:lnTo>
                <a:lnTo>
                  <a:pt x="91440" y="160020"/>
                </a:lnTo>
                <a:lnTo>
                  <a:pt x="330973" y="160020"/>
                </a:lnTo>
                <a:lnTo>
                  <a:pt x="331115" y="170688"/>
                </a:lnTo>
                <a:lnTo>
                  <a:pt x="91440" y="170688"/>
                </a:lnTo>
                <a:lnTo>
                  <a:pt x="91440" y="228600"/>
                </a:lnTo>
                <a:lnTo>
                  <a:pt x="332005" y="228600"/>
                </a:lnTo>
                <a:lnTo>
                  <a:pt x="332127" y="239268"/>
                </a:lnTo>
                <a:lnTo>
                  <a:pt x="91440" y="239268"/>
                </a:lnTo>
                <a:lnTo>
                  <a:pt x="91440" y="260603"/>
                </a:lnTo>
                <a:lnTo>
                  <a:pt x="65532" y="271272"/>
                </a:lnTo>
                <a:close/>
              </a:path>
              <a:path w="405764" h="410210">
                <a:moveTo>
                  <a:pt x="338110" y="91440"/>
                </a:moveTo>
                <a:lnTo>
                  <a:pt x="304800" y="91440"/>
                </a:lnTo>
                <a:lnTo>
                  <a:pt x="318516" y="76200"/>
                </a:lnTo>
                <a:lnTo>
                  <a:pt x="338110" y="91440"/>
                </a:lnTo>
                <a:close/>
              </a:path>
              <a:path w="405764" h="410210">
                <a:moveTo>
                  <a:pt x="208788" y="160020"/>
                </a:moveTo>
                <a:lnTo>
                  <a:pt x="184404" y="160020"/>
                </a:lnTo>
                <a:lnTo>
                  <a:pt x="184404" y="102108"/>
                </a:lnTo>
                <a:lnTo>
                  <a:pt x="208788" y="102108"/>
                </a:lnTo>
                <a:lnTo>
                  <a:pt x="208788" y="160020"/>
                </a:lnTo>
                <a:close/>
              </a:path>
              <a:path w="405764" h="410210">
                <a:moveTo>
                  <a:pt x="330973" y="160020"/>
                </a:moveTo>
                <a:lnTo>
                  <a:pt x="307847" y="160020"/>
                </a:lnTo>
                <a:lnTo>
                  <a:pt x="307847" y="102108"/>
                </a:lnTo>
                <a:lnTo>
                  <a:pt x="340233" y="102108"/>
                </a:lnTo>
                <a:lnTo>
                  <a:pt x="330708" y="109728"/>
                </a:lnTo>
                <a:lnTo>
                  <a:pt x="330904" y="149494"/>
                </a:lnTo>
                <a:lnTo>
                  <a:pt x="330973" y="160020"/>
                </a:lnTo>
                <a:close/>
              </a:path>
              <a:path w="405764" h="410210">
                <a:moveTo>
                  <a:pt x="208788" y="228600"/>
                </a:moveTo>
                <a:lnTo>
                  <a:pt x="184404" y="228600"/>
                </a:lnTo>
                <a:lnTo>
                  <a:pt x="184404" y="170688"/>
                </a:lnTo>
                <a:lnTo>
                  <a:pt x="208788" y="170688"/>
                </a:lnTo>
                <a:lnTo>
                  <a:pt x="208788" y="228600"/>
                </a:lnTo>
                <a:close/>
              </a:path>
              <a:path w="405764" h="410210">
                <a:moveTo>
                  <a:pt x="332005" y="228600"/>
                </a:moveTo>
                <a:lnTo>
                  <a:pt x="307847" y="228600"/>
                </a:lnTo>
                <a:lnTo>
                  <a:pt x="307847" y="170688"/>
                </a:lnTo>
                <a:lnTo>
                  <a:pt x="331115" y="170688"/>
                </a:lnTo>
                <a:lnTo>
                  <a:pt x="331480" y="197977"/>
                </a:lnTo>
                <a:lnTo>
                  <a:pt x="332005" y="228600"/>
                </a:lnTo>
                <a:close/>
              </a:path>
              <a:path w="405764" h="410210">
                <a:moveTo>
                  <a:pt x="208788" y="294132"/>
                </a:moveTo>
                <a:lnTo>
                  <a:pt x="184404" y="294132"/>
                </a:lnTo>
                <a:lnTo>
                  <a:pt x="184404" y="239268"/>
                </a:lnTo>
                <a:lnTo>
                  <a:pt x="208788" y="239268"/>
                </a:lnTo>
                <a:lnTo>
                  <a:pt x="208788" y="294132"/>
                </a:lnTo>
                <a:close/>
              </a:path>
              <a:path w="405764" h="410210">
                <a:moveTo>
                  <a:pt x="307847" y="259080"/>
                </a:moveTo>
                <a:lnTo>
                  <a:pt x="307847" y="239268"/>
                </a:lnTo>
                <a:lnTo>
                  <a:pt x="332127" y="239268"/>
                </a:lnTo>
                <a:lnTo>
                  <a:pt x="332232" y="248412"/>
                </a:lnTo>
                <a:lnTo>
                  <a:pt x="307847" y="259080"/>
                </a:lnTo>
                <a:close/>
              </a:path>
              <a:path w="405764" h="410210">
                <a:moveTo>
                  <a:pt x="13716" y="307848"/>
                </a:moveTo>
                <a:lnTo>
                  <a:pt x="0" y="294132"/>
                </a:lnTo>
                <a:lnTo>
                  <a:pt x="339852" y="294132"/>
                </a:lnTo>
                <a:lnTo>
                  <a:pt x="367284" y="265176"/>
                </a:lnTo>
                <a:lnTo>
                  <a:pt x="405384" y="304800"/>
                </a:lnTo>
                <a:lnTo>
                  <a:pt x="36576" y="304800"/>
                </a:lnTo>
                <a:lnTo>
                  <a:pt x="13716" y="307848"/>
                </a:lnTo>
                <a:close/>
              </a:path>
              <a:path w="405764" h="410210">
                <a:moveTo>
                  <a:pt x="182880" y="409956"/>
                </a:moveTo>
                <a:lnTo>
                  <a:pt x="183761" y="380880"/>
                </a:lnTo>
                <a:lnTo>
                  <a:pt x="184213" y="353377"/>
                </a:lnTo>
                <a:lnTo>
                  <a:pt x="184319" y="337113"/>
                </a:lnTo>
                <a:lnTo>
                  <a:pt x="184404" y="304800"/>
                </a:lnTo>
                <a:lnTo>
                  <a:pt x="208788" y="304800"/>
                </a:lnTo>
                <a:lnTo>
                  <a:pt x="209026" y="337113"/>
                </a:lnTo>
                <a:lnTo>
                  <a:pt x="209550" y="363283"/>
                </a:lnTo>
                <a:lnTo>
                  <a:pt x="210073" y="383452"/>
                </a:lnTo>
                <a:lnTo>
                  <a:pt x="210312" y="397764"/>
                </a:lnTo>
                <a:lnTo>
                  <a:pt x="182880" y="40995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1751075" y="3195827"/>
            <a:ext cx="155575" cy="155575"/>
          </a:xfrm>
          <a:custGeom>
            <a:avLst/>
            <a:gdLst/>
            <a:ahLst/>
            <a:cxnLst/>
            <a:rect l="l" t="t" r="r" b="b"/>
            <a:pathLst>
              <a:path w="155575" h="155575">
                <a:moveTo>
                  <a:pt x="155448" y="155448"/>
                </a:moveTo>
                <a:lnTo>
                  <a:pt x="0" y="155448"/>
                </a:lnTo>
                <a:lnTo>
                  <a:pt x="0" y="0"/>
                </a:lnTo>
                <a:lnTo>
                  <a:pt x="155448" y="0"/>
                </a:lnTo>
                <a:lnTo>
                  <a:pt x="155448" y="155448"/>
                </a:lnTo>
                <a:close/>
              </a:path>
            </a:pathLst>
          </a:custGeom>
          <a:solidFill>
            <a:srgbClr val="3333C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2132063" y="3003803"/>
            <a:ext cx="3072765" cy="412115"/>
          </a:xfrm>
          <a:custGeom>
            <a:avLst/>
            <a:gdLst/>
            <a:ahLst/>
            <a:cxnLst/>
            <a:rect l="l" t="t" r="r" b="b"/>
            <a:pathLst>
              <a:path w="3072765" h="412114">
                <a:moveTo>
                  <a:pt x="160020" y="327672"/>
                </a:moveTo>
                <a:lnTo>
                  <a:pt x="131064" y="298716"/>
                </a:lnTo>
                <a:lnTo>
                  <a:pt x="122834" y="309308"/>
                </a:lnTo>
                <a:lnTo>
                  <a:pt x="112014" y="320624"/>
                </a:lnTo>
                <a:lnTo>
                  <a:pt x="66662" y="358813"/>
                </a:lnTo>
                <a:lnTo>
                  <a:pt x="24892" y="386245"/>
                </a:lnTo>
                <a:lnTo>
                  <a:pt x="0" y="400824"/>
                </a:lnTo>
                <a:lnTo>
                  <a:pt x="1524" y="408444"/>
                </a:lnTo>
                <a:lnTo>
                  <a:pt x="36106" y="394169"/>
                </a:lnTo>
                <a:lnTo>
                  <a:pt x="71247" y="376631"/>
                </a:lnTo>
                <a:lnTo>
                  <a:pt x="106972" y="355930"/>
                </a:lnTo>
                <a:lnTo>
                  <a:pt x="143256" y="332244"/>
                </a:lnTo>
                <a:lnTo>
                  <a:pt x="160020" y="327672"/>
                </a:lnTo>
                <a:close/>
              </a:path>
              <a:path w="3072765" h="412114">
                <a:moveTo>
                  <a:pt x="367284" y="385584"/>
                </a:moveTo>
                <a:lnTo>
                  <a:pt x="335280" y="347484"/>
                </a:lnTo>
                <a:lnTo>
                  <a:pt x="297942" y="329006"/>
                </a:lnTo>
                <a:lnTo>
                  <a:pt x="246888" y="309384"/>
                </a:lnTo>
                <a:lnTo>
                  <a:pt x="245364" y="315480"/>
                </a:lnTo>
                <a:lnTo>
                  <a:pt x="273964" y="333260"/>
                </a:lnTo>
                <a:lnTo>
                  <a:pt x="298132" y="350342"/>
                </a:lnTo>
                <a:lnTo>
                  <a:pt x="318020" y="367118"/>
                </a:lnTo>
                <a:lnTo>
                  <a:pt x="333756" y="384060"/>
                </a:lnTo>
                <a:lnTo>
                  <a:pt x="342950" y="394296"/>
                </a:lnTo>
                <a:lnTo>
                  <a:pt x="350139" y="401967"/>
                </a:lnTo>
                <a:lnTo>
                  <a:pt x="355625" y="406768"/>
                </a:lnTo>
                <a:lnTo>
                  <a:pt x="359664" y="408444"/>
                </a:lnTo>
                <a:lnTo>
                  <a:pt x="361200" y="408444"/>
                </a:lnTo>
                <a:lnTo>
                  <a:pt x="362724" y="405396"/>
                </a:lnTo>
                <a:lnTo>
                  <a:pt x="365760" y="393204"/>
                </a:lnTo>
                <a:lnTo>
                  <a:pt x="367284" y="388632"/>
                </a:lnTo>
                <a:lnTo>
                  <a:pt x="367284" y="385584"/>
                </a:lnTo>
                <a:close/>
              </a:path>
              <a:path w="3072765" h="412114">
                <a:moveTo>
                  <a:pt x="394716" y="291096"/>
                </a:moveTo>
                <a:lnTo>
                  <a:pt x="356616" y="252996"/>
                </a:lnTo>
                <a:lnTo>
                  <a:pt x="329184" y="280428"/>
                </a:lnTo>
                <a:lnTo>
                  <a:pt x="301752" y="280428"/>
                </a:lnTo>
                <a:lnTo>
                  <a:pt x="301752" y="44196"/>
                </a:lnTo>
                <a:lnTo>
                  <a:pt x="309372" y="38100"/>
                </a:lnTo>
                <a:lnTo>
                  <a:pt x="316992" y="32004"/>
                </a:lnTo>
                <a:lnTo>
                  <a:pt x="311023" y="27432"/>
                </a:lnTo>
                <a:lnTo>
                  <a:pt x="291084" y="12204"/>
                </a:lnTo>
                <a:lnTo>
                  <a:pt x="278892" y="25742"/>
                </a:lnTo>
                <a:lnTo>
                  <a:pt x="278892" y="38100"/>
                </a:lnTo>
                <a:lnTo>
                  <a:pt x="278892" y="86868"/>
                </a:lnTo>
                <a:lnTo>
                  <a:pt x="278892" y="280428"/>
                </a:lnTo>
                <a:lnTo>
                  <a:pt x="121920" y="280428"/>
                </a:lnTo>
                <a:lnTo>
                  <a:pt x="121920" y="227088"/>
                </a:lnTo>
                <a:lnTo>
                  <a:pt x="278892" y="227088"/>
                </a:lnTo>
                <a:lnTo>
                  <a:pt x="278892" y="216420"/>
                </a:lnTo>
                <a:lnTo>
                  <a:pt x="121920" y="216420"/>
                </a:lnTo>
                <a:lnTo>
                  <a:pt x="121920" y="161544"/>
                </a:lnTo>
                <a:lnTo>
                  <a:pt x="278892" y="161544"/>
                </a:lnTo>
                <a:lnTo>
                  <a:pt x="278892" y="150888"/>
                </a:lnTo>
                <a:lnTo>
                  <a:pt x="121920" y="150888"/>
                </a:lnTo>
                <a:lnTo>
                  <a:pt x="121920" y="96012"/>
                </a:lnTo>
                <a:lnTo>
                  <a:pt x="278892" y="96012"/>
                </a:lnTo>
                <a:lnTo>
                  <a:pt x="278892" y="86868"/>
                </a:lnTo>
                <a:lnTo>
                  <a:pt x="121920" y="86868"/>
                </a:lnTo>
                <a:lnTo>
                  <a:pt x="121920" y="38100"/>
                </a:lnTo>
                <a:lnTo>
                  <a:pt x="278892" y="38100"/>
                </a:lnTo>
                <a:lnTo>
                  <a:pt x="278892" y="25742"/>
                </a:lnTo>
                <a:lnTo>
                  <a:pt x="277368" y="27432"/>
                </a:lnTo>
                <a:lnTo>
                  <a:pt x="121920" y="27432"/>
                </a:lnTo>
                <a:lnTo>
                  <a:pt x="97536" y="9156"/>
                </a:lnTo>
                <a:lnTo>
                  <a:pt x="98425" y="35725"/>
                </a:lnTo>
                <a:lnTo>
                  <a:pt x="98869" y="58305"/>
                </a:lnTo>
                <a:lnTo>
                  <a:pt x="99047" y="76873"/>
                </a:lnTo>
                <a:lnTo>
                  <a:pt x="99060" y="280428"/>
                </a:lnTo>
                <a:lnTo>
                  <a:pt x="0" y="280428"/>
                </a:lnTo>
                <a:lnTo>
                  <a:pt x="15240" y="297192"/>
                </a:lnTo>
                <a:lnTo>
                  <a:pt x="25552" y="294309"/>
                </a:lnTo>
                <a:lnTo>
                  <a:pt x="36004" y="292430"/>
                </a:lnTo>
                <a:lnTo>
                  <a:pt x="46748" y="291401"/>
                </a:lnTo>
                <a:lnTo>
                  <a:pt x="57912" y="291096"/>
                </a:lnTo>
                <a:lnTo>
                  <a:pt x="394716" y="291096"/>
                </a:lnTo>
                <a:close/>
              </a:path>
              <a:path w="3072765" h="412114">
                <a:moveTo>
                  <a:pt x="576072" y="27432"/>
                </a:moveTo>
                <a:lnTo>
                  <a:pt x="539496" y="3048"/>
                </a:lnTo>
                <a:lnTo>
                  <a:pt x="534885" y="19583"/>
                </a:lnTo>
                <a:lnTo>
                  <a:pt x="527685" y="41529"/>
                </a:lnTo>
                <a:lnTo>
                  <a:pt x="504444" y="100584"/>
                </a:lnTo>
                <a:lnTo>
                  <a:pt x="473583" y="166687"/>
                </a:lnTo>
                <a:lnTo>
                  <a:pt x="435864" y="222504"/>
                </a:lnTo>
                <a:lnTo>
                  <a:pt x="441960" y="227076"/>
                </a:lnTo>
                <a:lnTo>
                  <a:pt x="460806" y="207098"/>
                </a:lnTo>
                <a:lnTo>
                  <a:pt x="478345" y="186118"/>
                </a:lnTo>
                <a:lnTo>
                  <a:pt x="494474" y="164287"/>
                </a:lnTo>
                <a:lnTo>
                  <a:pt x="509016" y="141732"/>
                </a:lnTo>
                <a:lnTo>
                  <a:pt x="508952" y="343687"/>
                </a:lnTo>
                <a:lnTo>
                  <a:pt x="508825" y="358140"/>
                </a:lnTo>
                <a:lnTo>
                  <a:pt x="508381" y="381571"/>
                </a:lnTo>
                <a:lnTo>
                  <a:pt x="507492" y="408432"/>
                </a:lnTo>
                <a:lnTo>
                  <a:pt x="531876" y="394716"/>
                </a:lnTo>
                <a:lnTo>
                  <a:pt x="531876" y="152400"/>
                </a:lnTo>
                <a:lnTo>
                  <a:pt x="543877" y="141732"/>
                </a:lnTo>
                <a:lnTo>
                  <a:pt x="545592" y="140208"/>
                </a:lnTo>
                <a:lnTo>
                  <a:pt x="518160" y="124968"/>
                </a:lnTo>
                <a:lnTo>
                  <a:pt x="547954" y="61328"/>
                </a:lnTo>
                <a:lnTo>
                  <a:pt x="560832" y="33528"/>
                </a:lnTo>
                <a:lnTo>
                  <a:pt x="576072" y="27432"/>
                </a:lnTo>
                <a:close/>
              </a:path>
              <a:path w="3072765" h="412114">
                <a:moveTo>
                  <a:pt x="845820" y="289560"/>
                </a:moveTo>
                <a:lnTo>
                  <a:pt x="797394" y="255270"/>
                </a:lnTo>
                <a:lnTo>
                  <a:pt x="762838" y="211010"/>
                </a:lnTo>
                <a:lnTo>
                  <a:pt x="732497" y="152196"/>
                </a:lnTo>
                <a:lnTo>
                  <a:pt x="719328" y="117348"/>
                </a:lnTo>
                <a:lnTo>
                  <a:pt x="838200" y="117348"/>
                </a:lnTo>
                <a:lnTo>
                  <a:pt x="804672" y="83820"/>
                </a:lnTo>
                <a:lnTo>
                  <a:pt x="781812" y="106680"/>
                </a:lnTo>
                <a:lnTo>
                  <a:pt x="704088" y="106680"/>
                </a:lnTo>
                <a:lnTo>
                  <a:pt x="704088" y="36576"/>
                </a:lnTo>
                <a:lnTo>
                  <a:pt x="719328" y="24384"/>
                </a:lnTo>
                <a:lnTo>
                  <a:pt x="678180" y="4572"/>
                </a:lnTo>
                <a:lnTo>
                  <a:pt x="679043" y="19583"/>
                </a:lnTo>
                <a:lnTo>
                  <a:pt x="679513" y="33528"/>
                </a:lnTo>
                <a:lnTo>
                  <a:pt x="679627" y="41529"/>
                </a:lnTo>
                <a:lnTo>
                  <a:pt x="679704" y="106680"/>
                </a:lnTo>
                <a:lnTo>
                  <a:pt x="560832" y="106680"/>
                </a:lnTo>
                <a:lnTo>
                  <a:pt x="577596" y="123444"/>
                </a:lnTo>
                <a:lnTo>
                  <a:pt x="587032" y="120573"/>
                </a:lnTo>
                <a:lnTo>
                  <a:pt x="597027" y="118681"/>
                </a:lnTo>
                <a:lnTo>
                  <a:pt x="607606" y="117665"/>
                </a:lnTo>
                <a:lnTo>
                  <a:pt x="618744" y="117348"/>
                </a:lnTo>
                <a:lnTo>
                  <a:pt x="656844" y="117348"/>
                </a:lnTo>
                <a:lnTo>
                  <a:pt x="635698" y="171069"/>
                </a:lnTo>
                <a:lnTo>
                  <a:pt x="606552" y="227076"/>
                </a:lnTo>
                <a:lnTo>
                  <a:pt x="572452" y="278130"/>
                </a:lnTo>
                <a:lnTo>
                  <a:pt x="539496" y="315468"/>
                </a:lnTo>
                <a:lnTo>
                  <a:pt x="544068" y="321564"/>
                </a:lnTo>
                <a:lnTo>
                  <a:pt x="583120" y="285940"/>
                </a:lnTo>
                <a:lnTo>
                  <a:pt x="618744" y="242316"/>
                </a:lnTo>
                <a:lnTo>
                  <a:pt x="651510" y="191262"/>
                </a:lnTo>
                <a:lnTo>
                  <a:pt x="679704" y="131064"/>
                </a:lnTo>
                <a:lnTo>
                  <a:pt x="679704" y="298704"/>
                </a:lnTo>
                <a:lnTo>
                  <a:pt x="594360" y="298704"/>
                </a:lnTo>
                <a:lnTo>
                  <a:pt x="609600" y="313944"/>
                </a:lnTo>
                <a:lnTo>
                  <a:pt x="619912" y="311950"/>
                </a:lnTo>
                <a:lnTo>
                  <a:pt x="630364" y="310515"/>
                </a:lnTo>
                <a:lnTo>
                  <a:pt x="641108" y="309664"/>
                </a:lnTo>
                <a:lnTo>
                  <a:pt x="652272" y="309372"/>
                </a:lnTo>
                <a:lnTo>
                  <a:pt x="679704" y="309372"/>
                </a:lnTo>
                <a:lnTo>
                  <a:pt x="679691" y="343687"/>
                </a:lnTo>
                <a:lnTo>
                  <a:pt x="679513" y="359854"/>
                </a:lnTo>
                <a:lnTo>
                  <a:pt x="679043" y="381571"/>
                </a:lnTo>
                <a:lnTo>
                  <a:pt x="678180" y="406908"/>
                </a:lnTo>
                <a:lnTo>
                  <a:pt x="705612" y="394716"/>
                </a:lnTo>
                <a:lnTo>
                  <a:pt x="704735" y="376936"/>
                </a:lnTo>
                <a:lnTo>
                  <a:pt x="704278" y="359854"/>
                </a:lnTo>
                <a:lnTo>
                  <a:pt x="704126" y="343687"/>
                </a:lnTo>
                <a:lnTo>
                  <a:pt x="704088" y="309372"/>
                </a:lnTo>
                <a:lnTo>
                  <a:pt x="790956" y="309372"/>
                </a:lnTo>
                <a:lnTo>
                  <a:pt x="760476" y="277368"/>
                </a:lnTo>
                <a:lnTo>
                  <a:pt x="739140" y="298704"/>
                </a:lnTo>
                <a:lnTo>
                  <a:pt x="704088" y="298704"/>
                </a:lnTo>
                <a:lnTo>
                  <a:pt x="704088" y="131064"/>
                </a:lnTo>
                <a:lnTo>
                  <a:pt x="704088" y="117348"/>
                </a:lnTo>
                <a:lnTo>
                  <a:pt x="711708" y="117348"/>
                </a:lnTo>
                <a:lnTo>
                  <a:pt x="719696" y="149021"/>
                </a:lnTo>
                <a:lnTo>
                  <a:pt x="729805" y="179832"/>
                </a:lnTo>
                <a:lnTo>
                  <a:pt x="755904" y="237744"/>
                </a:lnTo>
                <a:lnTo>
                  <a:pt x="783145" y="284226"/>
                </a:lnTo>
                <a:lnTo>
                  <a:pt x="809244" y="312420"/>
                </a:lnTo>
                <a:lnTo>
                  <a:pt x="814108" y="305549"/>
                </a:lnTo>
                <a:lnTo>
                  <a:pt x="821817" y="300799"/>
                </a:lnTo>
                <a:lnTo>
                  <a:pt x="832396" y="298069"/>
                </a:lnTo>
                <a:lnTo>
                  <a:pt x="845820" y="297180"/>
                </a:lnTo>
                <a:lnTo>
                  <a:pt x="845820" y="289560"/>
                </a:lnTo>
                <a:close/>
              </a:path>
              <a:path w="3072765" h="412114">
                <a:moveTo>
                  <a:pt x="1289304" y="163068"/>
                </a:moveTo>
                <a:lnTo>
                  <a:pt x="1258824" y="128016"/>
                </a:lnTo>
                <a:lnTo>
                  <a:pt x="1231392" y="152400"/>
                </a:lnTo>
                <a:lnTo>
                  <a:pt x="1046988" y="152400"/>
                </a:lnTo>
                <a:lnTo>
                  <a:pt x="1051483" y="142900"/>
                </a:lnTo>
                <a:lnTo>
                  <a:pt x="1056322" y="131826"/>
                </a:lnTo>
                <a:lnTo>
                  <a:pt x="1061351" y="119824"/>
                </a:lnTo>
                <a:lnTo>
                  <a:pt x="1066800" y="106680"/>
                </a:lnTo>
                <a:lnTo>
                  <a:pt x="1232916" y="106680"/>
                </a:lnTo>
                <a:lnTo>
                  <a:pt x="1205484" y="74676"/>
                </a:lnTo>
                <a:lnTo>
                  <a:pt x="1178052" y="96012"/>
                </a:lnTo>
                <a:lnTo>
                  <a:pt x="1071372" y="96012"/>
                </a:lnTo>
                <a:lnTo>
                  <a:pt x="1075042" y="85229"/>
                </a:lnTo>
                <a:lnTo>
                  <a:pt x="1078992" y="73723"/>
                </a:lnTo>
                <a:lnTo>
                  <a:pt x="1082954" y="61937"/>
                </a:lnTo>
                <a:lnTo>
                  <a:pt x="1086142" y="51816"/>
                </a:lnTo>
                <a:lnTo>
                  <a:pt x="1086612" y="50292"/>
                </a:lnTo>
                <a:lnTo>
                  <a:pt x="1172133" y="39801"/>
                </a:lnTo>
                <a:lnTo>
                  <a:pt x="1188720" y="38100"/>
                </a:lnTo>
                <a:lnTo>
                  <a:pt x="1201864" y="36080"/>
                </a:lnTo>
                <a:lnTo>
                  <a:pt x="1213866" y="34480"/>
                </a:lnTo>
                <a:lnTo>
                  <a:pt x="1234440" y="32004"/>
                </a:lnTo>
                <a:lnTo>
                  <a:pt x="1210056" y="3048"/>
                </a:lnTo>
                <a:lnTo>
                  <a:pt x="1196936" y="9029"/>
                </a:lnTo>
                <a:lnTo>
                  <a:pt x="1175956" y="15430"/>
                </a:lnTo>
                <a:lnTo>
                  <a:pt x="1110996" y="28968"/>
                </a:lnTo>
                <a:lnTo>
                  <a:pt x="1069568" y="35509"/>
                </a:lnTo>
                <a:lnTo>
                  <a:pt x="1022985" y="41338"/>
                </a:lnTo>
                <a:lnTo>
                  <a:pt x="971270" y="46316"/>
                </a:lnTo>
                <a:lnTo>
                  <a:pt x="914400" y="50292"/>
                </a:lnTo>
                <a:lnTo>
                  <a:pt x="914400" y="57912"/>
                </a:lnTo>
                <a:lnTo>
                  <a:pt x="958430" y="56540"/>
                </a:lnTo>
                <a:lnTo>
                  <a:pt x="1057656" y="51816"/>
                </a:lnTo>
                <a:lnTo>
                  <a:pt x="1054214" y="64084"/>
                </a:lnTo>
                <a:lnTo>
                  <a:pt x="1050607" y="75628"/>
                </a:lnTo>
                <a:lnTo>
                  <a:pt x="1046734" y="86321"/>
                </a:lnTo>
                <a:lnTo>
                  <a:pt x="1042416" y="96012"/>
                </a:lnTo>
                <a:lnTo>
                  <a:pt x="925068" y="96012"/>
                </a:lnTo>
                <a:lnTo>
                  <a:pt x="940308" y="112776"/>
                </a:lnTo>
                <a:lnTo>
                  <a:pt x="949960" y="109905"/>
                </a:lnTo>
                <a:lnTo>
                  <a:pt x="960310" y="108013"/>
                </a:lnTo>
                <a:lnTo>
                  <a:pt x="970965" y="106997"/>
                </a:lnTo>
                <a:lnTo>
                  <a:pt x="981456" y="106680"/>
                </a:lnTo>
                <a:lnTo>
                  <a:pt x="1039368" y="106680"/>
                </a:lnTo>
                <a:lnTo>
                  <a:pt x="1034592" y="120472"/>
                </a:lnTo>
                <a:lnTo>
                  <a:pt x="1029652" y="132397"/>
                </a:lnTo>
                <a:lnTo>
                  <a:pt x="1025105" y="142684"/>
                </a:lnTo>
                <a:lnTo>
                  <a:pt x="1021080" y="152400"/>
                </a:lnTo>
                <a:lnTo>
                  <a:pt x="880872" y="152400"/>
                </a:lnTo>
                <a:lnTo>
                  <a:pt x="897636" y="167640"/>
                </a:lnTo>
                <a:lnTo>
                  <a:pt x="907072" y="165646"/>
                </a:lnTo>
                <a:lnTo>
                  <a:pt x="917067" y="164211"/>
                </a:lnTo>
                <a:lnTo>
                  <a:pt x="927646" y="163360"/>
                </a:lnTo>
                <a:lnTo>
                  <a:pt x="938784" y="163068"/>
                </a:lnTo>
                <a:lnTo>
                  <a:pt x="1014984" y="163068"/>
                </a:lnTo>
                <a:lnTo>
                  <a:pt x="989558" y="205346"/>
                </a:lnTo>
                <a:lnTo>
                  <a:pt x="958977" y="245173"/>
                </a:lnTo>
                <a:lnTo>
                  <a:pt x="923264" y="282448"/>
                </a:lnTo>
                <a:lnTo>
                  <a:pt x="882396" y="316992"/>
                </a:lnTo>
                <a:lnTo>
                  <a:pt x="886968" y="323088"/>
                </a:lnTo>
                <a:lnTo>
                  <a:pt x="918718" y="302514"/>
                </a:lnTo>
                <a:lnTo>
                  <a:pt x="947737" y="279654"/>
                </a:lnTo>
                <a:lnTo>
                  <a:pt x="974204" y="254508"/>
                </a:lnTo>
                <a:lnTo>
                  <a:pt x="998220" y="227076"/>
                </a:lnTo>
                <a:lnTo>
                  <a:pt x="998016" y="286753"/>
                </a:lnTo>
                <a:lnTo>
                  <a:pt x="997927" y="302514"/>
                </a:lnTo>
                <a:lnTo>
                  <a:pt x="997458" y="350723"/>
                </a:lnTo>
                <a:lnTo>
                  <a:pt x="996962" y="387096"/>
                </a:lnTo>
                <a:lnTo>
                  <a:pt x="996696" y="411492"/>
                </a:lnTo>
                <a:lnTo>
                  <a:pt x="1022604" y="402336"/>
                </a:lnTo>
                <a:lnTo>
                  <a:pt x="1022604" y="387096"/>
                </a:lnTo>
                <a:lnTo>
                  <a:pt x="1178052" y="387096"/>
                </a:lnTo>
                <a:lnTo>
                  <a:pt x="1178052" y="409968"/>
                </a:lnTo>
                <a:lnTo>
                  <a:pt x="1205484" y="397776"/>
                </a:lnTo>
                <a:lnTo>
                  <a:pt x="1205014" y="387096"/>
                </a:lnTo>
                <a:lnTo>
                  <a:pt x="1204544" y="376440"/>
                </a:lnTo>
                <a:lnTo>
                  <a:pt x="1204366" y="372579"/>
                </a:lnTo>
                <a:lnTo>
                  <a:pt x="1203388" y="335673"/>
                </a:lnTo>
                <a:lnTo>
                  <a:pt x="1203363" y="333768"/>
                </a:lnTo>
                <a:lnTo>
                  <a:pt x="1203223" y="323088"/>
                </a:lnTo>
                <a:lnTo>
                  <a:pt x="1202702" y="286753"/>
                </a:lnTo>
                <a:lnTo>
                  <a:pt x="1202651" y="275844"/>
                </a:lnTo>
                <a:lnTo>
                  <a:pt x="1202613" y="265176"/>
                </a:lnTo>
                <a:lnTo>
                  <a:pt x="1202436" y="225552"/>
                </a:lnTo>
                <a:lnTo>
                  <a:pt x="1207008" y="220980"/>
                </a:lnTo>
                <a:lnTo>
                  <a:pt x="1214628" y="213360"/>
                </a:lnTo>
                <a:lnTo>
                  <a:pt x="1210932" y="210312"/>
                </a:lnTo>
                <a:lnTo>
                  <a:pt x="1188720" y="192024"/>
                </a:lnTo>
                <a:lnTo>
                  <a:pt x="1178052" y="208026"/>
                </a:lnTo>
                <a:lnTo>
                  <a:pt x="1178052" y="220980"/>
                </a:lnTo>
                <a:lnTo>
                  <a:pt x="1178052" y="265176"/>
                </a:lnTo>
                <a:lnTo>
                  <a:pt x="1178052" y="275844"/>
                </a:lnTo>
                <a:lnTo>
                  <a:pt x="1178052" y="323088"/>
                </a:lnTo>
                <a:lnTo>
                  <a:pt x="1178052" y="333768"/>
                </a:lnTo>
                <a:lnTo>
                  <a:pt x="1178052" y="376440"/>
                </a:lnTo>
                <a:lnTo>
                  <a:pt x="1022604" y="376440"/>
                </a:lnTo>
                <a:lnTo>
                  <a:pt x="1022604" y="333768"/>
                </a:lnTo>
                <a:lnTo>
                  <a:pt x="1178052" y="333768"/>
                </a:lnTo>
                <a:lnTo>
                  <a:pt x="1178052" y="323088"/>
                </a:lnTo>
                <a:lnTo>
                  <a:pt x="1022604" y="323088"/>
                </a:lnTo>
                <a:lnTo>
                  <a:pt x="1022604" y="275844"/>
                </a:lnTo>
                <a:lnTo>
                  <a:pt x="1178052" y="275844"/>
                </a:lnTo>
                <a:lnTo>
                  <a:pt x="1178052" y="265176"/>
                </a:lnTo>
                <a:lnTo>
                  <a:pt x="1022604" y="265176"/>
                </a:lnTo>
                <a:lnTo>
                  <a:pt x="1022604" y="227076"/>
                </a:lnTo>
                <a:lnTo>
                  <a:pt x="1022604" y="220980"/>
                </a:lnTo>
                <a:lnTo>
                  <a:pt x="1178052" y="220980"/>
                </a:lnTo>
                <a:lnTo>
                  <a:pt x="1178052" y="208026"/>
                </a:lnTo>
                <a:lnTo>
                  <a:pt x="1176528" y="210312"/>
                </a:lnTo>
                <a:lnTo>
                  <a:pt x="1013460" y="210312"/>
                </a:lnTo>
                <a:lnTo>
                  <a:pt x="1020318" y="199504"/>
                </a:lnTo>
                <a:lnTo>
                  <a:pt x="1027176" y="187833"/>
                </a:lnTo>
                <a:lnTo>
                  <a:pt x="1034034" y="175602"/>
                </a:lnTo>
                <a:lnTo>
                  <a:pt x="1040892" y="163068"/>
                </a:lnTo>
                <a:lnTo>
                  <a:pt x="1289304" y="163068"/>
                </a:lnTo>
                <a:close/>
              </a:path>
              <a:path w="3072765" h="412114">
                <a:moveTo>
                  <a:pt x="1729740" y="192024"/>
                </a:moveTo>
                <a:lnTo>
                  <a:pt x="1691640" y="153924"/>
                </a:lnTo>
                <a:lnTo>
                  <a:pt x="1656588" y="181356"/>
                </a:lnTo>
                <a:lnTo>
                  <a:pt x="1333500" y="181356"/>
                </a:lnTo>
                <a:lnTo>
                  <a:pt x="1348740" y="198120"/>
                </a:lnTo>
                <a:lnTo>
                  <a:pt x="1358696" y="195249"/>
                </a:lnTo>
                <a:lnTo>
                  <a:pt x="1370076" y="193357"/>
                </a:lnTo>
                <a:lnTo>
                  <a:pt x="1382610" y="192341"/>
                </a:lnTo>
                <a:lnTo>
                  <a:pt x="1395984" y="192024"/>
                </a:lnTo>
                <a:lnTo>
                  <a:pt x="1729740" y="192024"/>
                </a:lnTo>
                <a:close/>
              </a:path>
              <a:path w="3072765" h="412114">
                <a:moveTo>
                  <a:pt x="2002548" y="147828"/>
                </a:moveTo>
                <a:lnTo>
                  <a:pt x="1961400" y="124968"/>
                </a:lnTo>
                <a:lnTo>
                  <a:pt x="1961629" y="145859"/>
                </a:lnTo>
                <a:lnTo>
                  <a:pt x="1962683" y="183057"/>
                </a:lnTo>
                <a:lnTo>
                  <a:pt x="1962797" y="191262"/>
                </a:lnTo>
                <a:lnTo>
                  <a:pt x="1962683" y="330479"/>
                </a:lnTo>
                <a:lnTo>
                  <a:pt x="1962162" y="352425"/>
                </a:lnTo>
                <a:lnTo>
                  <a:pt x="1961629" y="379526"/>
                </a:lnTo>
                <a:lnTo>
                  <a:pt x="1961400" y="411480"/>
                </a:lnTo>
                <a:lnTo>
                  <a:pt x="1990356" y="394716"/>
                </a:lnTo>
                <a:lnTo>
                  <a:pt x="1989467" y="377888"/>
                </a:lnTo>
                <a:lnTo>
                  <a:pt x="1989023" y="361759"/>
                </a:lnTo>
                <a:lnTo>
                  <a:pt x="1988908" y="352425"/>
                </a:lnTo>
                <a:lnTo>
                  <a:pt x="1988832" y="156972"/>
                </a:lnTo>
                <a:lnTo>
                  <a:pt x="2002548" y="147828"/>
                </a:lnTo>
                <a:close/>
              </a:path>
              <a:path w="3072765" h="412114">
                <a:moveTo>
                  <a:pt x="2179332" y="179832"/>
                </a:moveTo>
                <a:lnTo>
                  <a:pt x="2131707" y="165925"/>
                </a:lnTo>
                <a:lnTo>
                  <a:pt x="2081796" y="137160"/>
                </a:lnTo>
                <a:lnTo>
                  <a:pt x="2031123" y="92964"/>
                </a:lnTo>
                <a:lnTo>
                  <a:pt x="1990420" y="41148"/>
                </a:lnTo>
                <a:lnTo>
                  <a:pt x="1982736" y="30480"/>
                </a:lnTo>
                <a:lnTo>
                  <a:pt x="1999500" y="19812"/>
                </a:lnTo>
                <a:lnTo>
                  <a:pt x="1962924" y="0"/>
                </a:lnTo>
                <a:lnTo>
                  <a:pt x="1951799" y="27127"/>
                </a:lnTo>
                <a:lnTo>
                  <a:pt x="1936826" y="55816"/>
                </a:lnTo>
                <a:lnTo>
                  <a:pt x="1895868" y="117348"/>
                </a:lnTo>
                <a:lnTo>
                  <a:pt x="1869262" y="147637"/>
                </a:lnTo>
                <a:lnTo>
                  <a:pt x="1839671" y="174498"/>
                </a:lnTo>
                <a:lnTo>
                  <a:pt x="1806917" y="197929"/>
                </a:lnTo>
                <a:lnTo>
                  <a:pt x="1770900" y="217932"/>
                </a:lnTo>
                <a:lnTo>
                  <a:pt x="1772424" y="225552"/>
                </a:lnTo>
                <a:lnTo>
                  <a:pt x="1808162" y="208978"/>
                </a:lnTo>
                <a:lnTo>
                  <a:pt x="1868220" y="172402"/>
                </a:lnTo>
                <a:lnTo>
                  <a:pt x="1915147" y="129882"/>
                </a:lnTo>
                <a:lnTo>
                  <a:pt x="1957539" y="73964"/>
                </a:lnTo>
                <a:lnTo>
                  <a:pt x="1978164" y="41148"/>
                </a:lnTo>
                <a:lnTo>
                  <a:pt x="1996452" y="71678"/>
                </a:lnTo>
                <a:lnTo>
                  <a:pt x="2033028" y="123024"/>
                </a:lnTo>
                <a:lnTo>
                  <a:pt x="2070481" y="162102"/>
                </a:lnTo>
                <a:lnTo>
                  <a:pt x="2114537" y="195770"/>
                </a:lnTo>
                <a:lnTo>
                  <a:pt x="2139708" y="210312"/>
                </a:lnTo>
                <a:lnTo>
                  <a:pt x="2146541" y="201168"/>
                </a:lnTo>
                <a:lnTo>
                  <a:pt x="2155520" y="194310"/>
                </a:lnTo>
                <a:lnTo>
                  <a:pt x="2166493" y="189738"/>
                </a:lnTo>
                <a:lnTo>
                  <a:pt x="2179332" y="187452"/>
                </a:lnTo>
                <a:lnTo>
                  <a:pt x="2179332" y="179832"/>
                </a:lnTo>
                <a:close/>
              </a:path>
              <a:path w="3072765" h="412114">
                <a:moveTo>
                  <a:pt x="2435352" y="64008"/>
                </a:moveTo>
                <a:lnTo>
                  <a:pt x="2426208" y="53340"/>
                </a:lnTo>
                <a:lnTo>
                  <a:pt x="2407920" y="32004"/>
                </a:lnTo>
                <a:lnTo>
                  <a:pt x="2386584" y="53340"/>
                </a:lnTo>
                <a:lnTo>
                  <a:pt x="2310384" y="53340"/>
                </a:lnTo>
                <a:lnTo>
                  <a:pt x="2314943" y="45910"/>
                </a:lnTo>
                <a:lnTo>
                  <a:pt x="2319337" y="39624"/>
                </a:lnTo>
                <a:lnTo>
                  <a:pt x="2323465" y="34480"/>
                </a:lnTo>
                <a:lnTo>
                  <a:pt x="2327148" y="30480"/>
                </a:lnTo>
                <a:lnTo>
                  <a:pt x="2330196" y="25908"/>
                </a:lnTo>
                <a:lnTo>
                  <a:pt x="2336292" y="21336"/>
                </a:lnTo>
                <a:lnTo>
                  <a:pt x="2342388" y="18288"/>
                </a:lnTo>
                <a:lnTo>
                  <a:pt x="2308860" y="0"/>
                </a:lnTo>
                <a:lnTo>
                  <a:pt x="2286190" y="53721"/>
                </a:lnTo>
                <a:lnTo>
                  <a:pt x="2264664" y="91440"/>
                </a:lnTo>
                <a:lnTo>
                  <a:pt x="2236381" y="128308"/>
                </a:lnTo>
                <a:lnTo>
                  <a:pt x="2228088" y="137160"/>
                </a:lnTo>
                <a:lnTo>
                  <a:pt x="2231136" y="141732"/>
                </a:lnTo>
                <a:lnTo>
                  <a:pt x="2263686" y="115824"/>
                </a:lnTo>
                <a:lnTo>
                  <a:pt x="2296083" y="76250"/>
                </a:lnTo>
                <a:lnTo>
                  <a:pt x="2304288" y="64008"/>
                </a:lnTo>
                <a:lnTo>
                  <a:pt x="2334768" y="64008"/>
                </a:lnTo>
                <a:lnTo>
                  <a:pt x="2353056" y="97536"/>
                </a:lnTo>
                <a:lnTo>
                  <a:pt x="2354580" y="103632"/>
                </a:lnTo>
                <a:lnTo>
                  <a:pt x="2354707" y="108572"/>
                </a:lnTo>
                <a:lnTo>
                  <a:pt x="2356104" y="112776"/>
                </a:lnTo>
                <a:lnTo>
                  <a:pt x="2359152" y="114300"/>
                </a:lnTo>
                <a:lnTo>
                  <a:pt x="2363724" y="114300"/>
                </a:lnTo>
                <a:lnTo>
                  <a:pt x="2372868" y="109728"/>
                </a:lnTo>
                <a:lnTo>
                  <a:pt x="2375916" y="105156"/>
                </a:lnTo>
                <a:lnTo>
                  <a:pt x="2378964" y="96012"/>
                </a:lnTo>
                <a:lnTo>
                  <a:pt x="2378684" y="88874"/>
                </a:lnTo>
                <a:lnTo>
                  <a:pt x="2373249" y="81153"/>
                </a:lnTo>
                <a:lnTo>
                  <a:pt x="2362682" y="72872"/>
                </a:lnTo>
                <a:lnTo>
                  <a:pt x="2346960" y="64008"/>
                </a:lnTo>
                <a:lnTo>
                  <a:pt x="2435352" y="64008"/>
                </a:lnTo>
                <a:close/>
              </a:path>
              <a:path w="3072765" h="412114">
                <a:moveTo>
                  <a:pt x="2616708" y="65532"/>
                </a:moveTo>
                <a:lnTo>
                  <a:pt x="2606611" y="54864"/>
                </a:lnTo>
                <a:lnTo>
                  <a:pt x="2589276" y="36576"/>
                </a:lnTo>
                <a:lnTo>
                  <a:pt x="2569464" y="54864"/>
                </a:lnTo>
                <a:lnTo>
                  <a:pt x="2474976" y="54864"/>
                </a:lnTo>
                <a:lnTo>
                  <a:pt x="2478646" y="50038"/>
                </a:lnTo>
                <a:lnTo>
                  <a:pt x="2482596" y="44767"/>
                </a:lnTo>
                <a:lnTo>
                  <a:pt x="2486558" y="39230"/>
                </a:lnTo>
                <a:lnTo>
                  <a:pt x="2490216" y="33528"/>
                </a:lnTo>
                <a:lnTo>
                  <a:pt x="2496312" y="27432"/>
                </a:lnTo>
                <a:lnTo>
                  <a:pt x="2502408" y="22860"/>
                </a:lnTo>
                <a:lnTo>
                  <a:pt x="2508504" y="21336"/>
                </a:lnTo>
                <a:lnTo>
                  <a:pt x="2476500" y="1524"/>
                </a:lnTo>
                <a:lnTo>
                  <a:pt x="2456688" y="48768"/>
                </a:lnTo>
                <a:lnTo>
                  <a:pt x="2438019" y="82296"/>
                </a:lnTo>
                <a:lnTo>
                  <a:pt x="2417064" y="111252"/>
                </a:lnTo>
                <a:lnTo>
                  <a:pt x="2423160" y="114300"/>
                </a:lnTo>
                <a:lnTo>
                  <a:pt x="2429116" y="108572"/>
                </a:lnTo>
                <a:lnTo>
                  <a:pt x="2435352" y="102679"/>
                </a:lnTo>
                <a:lnTo>
                  <a:pt x="2441600" y="96520"/>
                </a:lnTo>
                <a:lnTo>
                  <a:pt x="2447544" y="89916"/>
                </a:lnTo>
                <a:lnTo>
                  <a:pt x="2452408" y="83972"/>
                </a:lnTo>
                <a:lnTo>
                  <a:pt x="2457831" y="77724"/>
                </a:lnTo>
                <a:lnTo>
                  <a:pt x="2463838" y="71488"/>
                </a:lnTo>
                <a:lnTo>
                  <a:pt x="2470404" y="65532"/>
                </a:lnTo>
                <a:lnTo>
                  <a:pt x="2511552" y="65532"/>
                </a:lnTo>
                <a:lnTo>
                  <a:pt x="2538984" y="97536"/>
                </a:lnTo>
                <a:lnTo>
                  <a:pt x="2542032" y="102108"/>
                </a:lnTo>
                <a:lnTo>
                  <a:pt x="2545080" y="108204"/>
                </a:lnTo>
                <a:lnTo>
                  <a:pt x="2548128" y="112776"/>
                </a:lnTo>
                <a:lnTo>
                  <a:pt x="2551176" y="115824"/>
                </a:lnTo>
                <a:lnTo>
                  <a:pt x="2554224" y="115824"/>
                </a:lnTo>
                <a:lnTo>
                  <a:pt x="2557272" y="114300"/>
                </a:lnTo>
                <a:lnTo>
                  <a:pt x="2561844" y="111252"/>
                </a:lnTo>
                <a:lnTo>
                  <a:pt x="2564892" y="106680"/>
                </a:lnTo>
                <a:lnTo>
                  <a:pt x="2567940" y="100584"/>
                </a:lnTo>
                <a:lnTo>
                  <a:pt x="2567940" y="92964"/>
                </a:lnTo>
                <a:lnTo>
                  <a:pt x="2565108" y="86106"/>
                </a:lnTo>
                <a:lnTo>
                  <a:pt x="2556700" y="79248"/>
                </a:lnTo>
                <a:lnTo>
                  <a:pt x="2542870" y="72390"/>
                </a:lnTo>
                <a:lnTo>
                  <a:pt x="2523744" y="65532"/>
                </a:lnTo>
                <a:lnTo>
                  <a:pt x="2616708" y="65532"/>
                </a:lnTo>
                <a:close/>
              </a:path>
              <a:path w="3072765" h="412114">
                <a:moveTo>
                  <a:pt x="2622804" y="323088"/>
                </a:moveTo>
                <a:lnTo>
                  <a:pt x="2613114" y="312420"/>
                </a:lnTo>
                <a:lnTo>
                  <a:pt x="2592324" y="289560"/>
                </a:lnTo>
                <a:lnTo>
                  <a:pt x="2567940" y="312420"/>
                </a:lnTo>
                <a:lnTo>
                  <a:pt x="2488692" y="312420"/>
                </a:lnTo>
                <a:lnTo>
                  <a:pt x="2488692" y="260604"/>
                </a:lnTo>
                <a:lnTo>
                  <a:pt x="2514600" y="260604"/>
                </a:lnTo>
                <a:lnTo>
                  <a:pt x="2514600" y="277368"/>
                </a:lnTo>
                <a:lnTo>
                  <a:pt x="2540508" y="266700"/>
                </a:lnTo>
                <a:lnTo>
                  <a:pt x="2540406" y="260604"/>
                </a:lnTo>
                <a:lnTo>
                  <a:pt x="2540279" y="252730"/>
                </a:lnTo>
                <a:lnTo>
                  <a:pt x="2540152" y="249936"/>
                </a:lnTo>
                <a:lnTo>
                  <a:pt x="2539746" y="240601"/>
                </a:lnTo>
                <a:lnTo>
                  <a:pt x="2539225" y="230492"/>
                </a:lnTo>
                <a:lnTo>
                  <a:pt x="2538984" y="222504"/>
                </a:lnTo>
                <a:lnTo>
                  <a:pt x="2538984" y="131064"/>
                </a:lnTo>
                <a:lnTo>
                  <a:pt x="2542476" y="128016"/>
                </a:lnTo>
                <a:lnTo>
                  <a:pt x="2551176" y="120396"/>
                </a:lnTo>
                <a:lnTo>
                  <a:pt x="2546604" y="117348"/>
                </a:lnTo>
                <a:lnTo>
                  <a:pt x="2523744" y="102108"/>
                </a:lnTo>
                <a:lnTo>
                  <a:pt x="2514600" y="115176"/>
                </a:lnTo>
                <a:lnTo>
                  <a:pt x="2514600" y="128016"/>
                </a:lnTo>
                <a:lnTo>
                  <a:pt x="2514600" y="160020"/>
                </a:lnTo>
                <a:lnTo>
                  <a:pt x="2514600" y="169164"/>
                </a:lnTo>
                <a:lnTo>
                  <a:pt x="2514600" y="202692"/>
                </a:lnTo>
                <a:lnTo>
                  <a:pt x="2514600" y="213360"/>
                </a:lnTo>
                <a:lnTo>
                  <a:pt x="2514600" y="249936"/>
                </a:lnTo>
                <a:lnTo>
                  <a:pt x="2464308" y="249936"/>
                </a:lnTo>
                <a:lnTo>
                  <a:pt x="2464308" y="260604"/>
                </a:lnTo>
                <a:lnTo>
                  <a:pt x="2464308" y="313944"/>
                </a:lnTo>
                <a:lnTo>
                  <a:pt x="2378964" y="313944"/>
                </a:lnTo>
                <a:lnTo>
                  <a:pt x="2380996" y="301117"/>
                </a:lnTo>
                <a:lnTo>
                  <a:pt x="2382583" y="287845"/>
                </a:lnTo>
                <a:lnTo>
                  <a:pt x="2383815" y="275158"/>
                </a:lnTo>
                <a:lnTo>
                  <a:pt x="2385060" y="260604"/>
                </a:lnTo>
                <a:lnTo>
                  <a:pt x="2464308" y="260604"/>
                </a:lnTo>
                <a:lnTo>
                  <a:pt x="2464308" y="249936"/>
                </a:lnTo>
                <a:lnTo>
                  <a:pt x="2327148" y="249936"/>
                </a:lnTo>
                <a:lnTo>
                  <a:pt x="2327148" y="213360"/>
                </a:lnTo>
                <a:lnTo>
                  <a:pt x="2514600" y="213360"/>
                </a:lnTo>
                <a:lnTo>
                  <a:pt x="2514600" y="202692"/>
                </a:lnTo>
                <a:lnTo>
                  <a:pt x="2327148" y="202692"/>
                </a:lnTo>
                <a:lnTo>
                  <a:pt x="2327148" y="169164"/>
                </a:lnTo>
                <a:lnTo>
                  <a:pt x="2514600" y="169164"/>
                </a:lnTo>
                <a:lnTo>
                  <a:pt x="2514600" y="160020"/>
                </a:lnTo>
                <a:lnTo>
                  <a:pt x="2327148" y="160020"/>
                </a:lnTo>
                <a:lnTo>
                  <a:pt x="2327148" y="128016"/>
                </a:lnTo>
                <a:lnTo>
                  <a:pt x="2514600" y="128016"/>
                </a:lnTo>
                <a:lnTo>
                  <a:pt x="2514600" y="115176"/>
                </a:lnTo>
                <a:lnTo>
                  <a:pt x="2513076" y="117348"/>
                </a:lnTo>
                <a:lnTo>
                  <a:pt x="2327148" y="117348"/>
                </a:lnTo>
                <a:lnTo>
                  <a:pt x="2301240" y="103632"/>
                </a:lnTo>
                <a:lnTo>
                  <a:pt x="2302052" y="111252"/>
                </a:lnTo>
                <a:lnTo>
                  <a:pt x="2302179" y="112776"/>
                </a:lnTo>
                <a:lnTo>
                  <a:pt x="2302814" y="128016"/>
                </a:lnTo>
                <a:lnTo>
                  <a:pt x="2303386" y="146494"/>
                </a:lnTo>
                <a:lnTo>
                  <a:pt x="2304186" y="169164"/>
                </a:lnTo>
                <a:lnTo>
                  <a:pt x="2304072" y="230492"/>
                </a:lnTo>
                <a:lnTo>
                  <a:pt x="2303653" y="256019"/>
                </a:lnTo>
                <a:lnTo>
                  <a:pt x="2302764" y="283464"/>
                </a:lnTo>
                <a:lnTo>
                  <a:pt x="2327148" y="274320"/>
                </a:lnTo>
                <a:lnTo>
                  <a:pt x="2327148" y="260604"/>
                </a:lnTo>
                <a:lnTo>
                  <a:pt x="2359152" y="260604"/>
                </a:lnTo>
                <a:lnTo>
                  <a:pt x="2358059" y="274307"/>
                </a:lnTo>
                <a:lnTo>
                  <a:pt x="2356675" y="288988"/>
                </a:lnTo>
                <a:lnTo>
                  <a:pt x="2355088" y="301967"/>
                </a:lnTo>
                <a:lnTo>
                  <a:pt x="2353056" y="313944"/>
                </a:lnTo>
                <a:lnTo>
                  <a:pt x="2218944" y="313944"/>
                </a:lnTo>
                <a:lnTo>
                  <a:pt x="2235708" y="329184"/>
                </a:lnTo>
                <a:lnTo>
                  <a:pt x="2245144" y="327190"/>
                </a:lnTo>
                <a:lnTo>
                  <a:pt x="2255139" y="325755"/>
                </a:lnTo>
                <a:lnTo>
                  <a:pt x="2265718" y="324904"/>
                </a:lnTo>
                <a:lnTo>
                  <a:pt x="2276856" y="324612"/>
                </a:lnTo>
                <a:lnTo>
                  <a:pt x="2351532" y="324612"/>
                </a:lnTo>
                <a:lnTo>
                  <a:pt x="2328176" y="360616"/>
                </a:lnTo>
                <a:lnTo>
                  <a:pt x="2284666" y="388620"/>
                </a:lnTo>
                <a:lnTo>
                  <a:pt x="2240280" y="406908"/>
                </a:lnTo>
                <a:lnTo>
                  <a:pt x="2241804" y="411480"/>
                </a:lnTo>
                <a:lnTo>
                  <a:pt x="2285619" y="401193"/>
                </a:lnTo>
                <a:lnTo>
                  <a:pt x="2327148" y="384048"/>
                </a:lnTo>
                <a:lnTo>
                  <a:pt x="2359152" y="358902"/>
                </a:lnTo>
                <a:lnTo>
                  <a:pt x="2377440" y="324612"/>
                </a:lnTo>
                <a:lnTo>
                  <a:pt x="2464308" y="324612"/>
                </a:lnTo>
                <a:lnTo>
                  <a:pt x="2464117" y="363474"/>
                </a:lnTo>
                <a:lnTo>
                  <a:pt x="2462784" y="411480"/>
                </a:lnTo>
                <a:lnTo>
                  <a:pt x="2490216" y="399288"/>
                </a:lnTo>
                <a:lnTo>
                  <a:pt x="2489987" y="387819"/>
                </a:lnTo>
                <a:lnTo>
                  <a:pt x="2489492" y="372618"/>
                </a:lnTo>
                <a:lnTo>
                  <a:pt x="2488933" y="349999"/>
                </a:lnTo>
                <a:lnTo>
                  <a:pt x="2488717" y="324612"/>
                </a:lnTo>
                <a:lnTo>
                  <a:pt x="2488692" y="323088"/>
                </a:lnTo>
                <a:lnTo>
                  <a:pt x="2622804" y="323088"/>
                </a:lnTo>
                <a:close/>
              </a:path>
              <a:path w="3072765" h="412114">
                <a:moveTo>
                  <a:pt x="2726436" y="167652"/>
                </a:moveTo>
                <a:lnTo>
                  <a:pt x="2722702" y="156768"/>
                </a:lnTo>
                <a:lnTo>
                  <a:pt x="2711386" y="144602"/>
                </a:lnTo>
                <a:lnTo>
                  <a:pt x="2692362" y="131000"/>
                </a:lnTo>
                <a:lnTo>
                  <a:pt x="2665476" y="115836"/>
                </a:lnTo>
                <a:lnTo>
                  <a:pt x="2662428" y="120408"/>
                </a:lnTo>
                <a:lnTo>
                  <a:pt x="2675890" y="136715"/>
                </a:lnTo>
                <a:lnTo>
                  <a:pt x="2686621" y="151460"/>
                </a:lnTo>
                <a:lnTo>
                  <a:pt x="2694800" y="164769"/>
                </a:lnTo>
                <a:lnTo>
                  <a:pt x="2700528" y="176796"/>
                </a:lnTo>
                <a:lnTo>
                  <a:pt x="2704223" y="187121"/>
                </a:lnTo>
                <a:lnTo>
                  <a:pt x="2708338" y="193179"/>
                </a:lnTo>
                <a:lnTo>
                  <a:pt x="2712745" y="195224"/>
                </a:lnTo>
                <a:lnTo>
                  <a:pt x="2717292" y="193560"/>
                </a:lnTo>
                <a:lnTo>
                  <a:pt x="2721292" y="189293"/>
                </a:lnTo>
                <a:lnTo>
                  <a:pt x="2724150" y="183464"/>
                </a:lnTo>
                <a:lnTo>
                  <a:pt x="2725864" y="176199"/>
                </a:lnTo>
                <a:lnTo>
                  <a:pt x="2726436" y="167652"/>
                </a:lnTo>
                <a:close/>
              </a:path>
              <a:path w="3072765" h="412114">
                <a:moveTo>
                  <a:pt x="2763012" y="65544"/>
                </a:moveTo>
                <a:lnTo>
                  <a:pt x="2728010" y="26111"/>
                </a:lnTo>
                <a:lnTo>
                  <a:pt x="2706624" y="15252"/>
                </a:lnTo>
                <a:lnTo>
                  <a:pt x="2702052" y="19824"/>
                </a:lnTo>
                <a:lnTo>
                  <a:pt x="2714396" y="35255"/>
                </a:lnTo>
                <a:lnTo>
                  <a:pt x="2724150" y="49542"/>
                </a:lnTo>
                <a:lnTo>
                  <a:pt x="2731630" y="62687"/>
                </a:lnTo>
                <a:lnTo>
                  <a:pt x="2737104" y="74688"/>
                </a:lnTo>
                <a:lnTo>
                  <a:pt x="2740152" y="85356"/>
                </a:lnTo>
                <a:lnTo>
                  <a:pt x="2744724" y="91452"/>
                </a:lnTo>
                <a:lnTo>
                  <a:pt x="2750820" y="91452"/>
                </a:lnTo>
                <a:lnTo>
                  <a:pt x="2753868" y="88404"/>
                </a:lnTo>
                <a:lnTo>
                  <a:pt x="2756916" y="83832"/>
                </a:lnTo>
                <a:lnTo>
                  <a:pt x="2761488" y="79260"/>
                </a:lnTo>
                <a:lnTo>
                  <a:pt x="2763012" y="74688"/>
                </a:lnTo>
                <a:lnTo>
                  <a:pt x="2763012" y="65544"/>
                </a:lnTo>
                <a:close/>
              </a:path>
              <a:path w="3072765" h="412114">
                <a:moveTo>
                  <a:pt x="2808732" y="77736"/>
                </a:moveTo>
                <a:lnTo>
                  <a:pt x="2801112" y="76212"/>
                </a:lnTo>
                <a:lnTo>
                  <a:pt x="2769641" y="151307"/>
                </a:lnTo>
                <a:lnTo>
                  <a:pt x="2745867" y="207276"/>
                </a:lnTo>
                <a:lnTo>
                  <a:pt x="2729534" y="243801"/>
                </a:lnTo>
                <a:lnTo>
                  <a:pt x="2708148" y="275856"/>
                </a:lnTo>
                <a:lnTo>
                  <a:pt x="2703576" y="277380"/>
                </a:lnTo>
                <a:lnTo>
                  <a:pt x="2698458" y="277114"/>
                </a:lnTo>
                <a:lnTo>
                  <a:pt x="2663952" y="274332"/>
                </a:lnTo>
                <a:lnTo>
                  <a:pt x="2663952" y="280428"/>
                </a:lnTo>
                <a:lnTo>
                  <a:pt x="2699004" y="295668"/>
                </a:lnTo>
                <a:lnTo>
                  <a:pt x="2706624" y="306336"/>
                </a:lnTo>
                <a:lnTo>
                  <a:pt x="2706547" y="315480"/>
                </a:lnTo>
                <a:lnTo>
                  <a:pt x="2706319" y="319951"/>
                </a:lnTo>
                <a:lnTo>
                  <a:pt x="2705290" y="326529"/>
                </a:lnTo>
                <a:lnTo>
                  <a:pt x="2703411" y="333667"/>
                </a:lnTo>
                <a:lnTo>
                  <a:pt x="2700528" y="341388"/>
                </a:lnTo>
                <a:lnTo>
                  <a:pt x="2698534" y="349961"/>
                </a:lnTo>
                <a:lnTo>
                  <a:pt x="2697099" y="357390"/>
                </a:lnTo>
                <a:lnTo>
                  <a:pt x="2696273" y="363486"/>
                </a:lnTo>
                <a:lnTo>
                  <a:pt x="2695956" y="368820"/>
                </a:lnTo>
                <a:lnTo>
                  <a:pt x="2695956" y="376440"/>
                </a:lnTo>
                <a:lnTo>
                  <a:pt x="2699004" y="381012"/>
                </a:lnTo>
                <a:lnTo>
                  <a:pt x="2706624" y="384060"/>
                </a:lnTo>
                <a:lnTo>
                  <a:pt x="2718816" y="387108"/>
                </a:lnTo>
                <a:lnTo>
                  <a:pt x="2729484" y="387108"/>
                </a:lnTo>
                <a:lnTo>
                  <a:pt x="2732532" y="385584"/>
                </a:lnTo>
                <a:lnTo>
                  <a:pt x="2732532" y="381012"/>
                </a:lnTo>
                <a:lnTo>
                  <a:pt x="2731439" y="373392"/>
                </a:lnTo>
                <a:lnTo>
                  <a:pt x="2730462" y="363677"/>
                </a:lnTo>
                <a:lnTo>
                  <a:pt x="2729750" y="351434"/>
                </a:lnTo>
                <a:lnTo>
                  <a:pt x="2729649" y="345960"/>
                </a:lnTo>
                <a:lnTo>
                  <a:pt x="2729547" y="333667"/>
                </a:lnTo>
                <a:lnTo>
                  <a:pt x="2729763" y="322338"/>
                </a:lnTo>
                <a:lnTo>
                  <a:pt x="2734056" y="283476"/>
                </a:lnTo>
                <a:lnTo>
                  <a:pt x="2736189" y="277380"/>
                </a:lnTo>
                <a:lnTo>
                  <a:pt x="2741231" y="262902"/>
                </a:lnTo>
                <a:lnTo>
                  <a:pt x="2755963" y="221754"/>
                </a:lnTo>
                <a:lnTo>
                  <a:pt x="2778429" y="160032"/>
                </a:lnTo>
                <a:lnTo>
                  <a:pt x="2808732" y="77736"/>
                </a:lnTo>
                <a:close/>
              </a:path>
              <a:path w="3072765" h="412114">
                <a:moveTo>
                  <a:pt x="3072384" y="213372"/>
                </a:moveTo>
                <a:lnTo>
                  <a:pt x="3043428" y="181368"/>
                </a:lnTo>
                <a:lnTo>
                  <a:pt x="3022092" y="202704"/>
                </a:lnTo>
                <a:lnTo>
                  <a:pt x="2930652" y="202704"/>
                </a:lnTo>
                <a:lnTo>
                  <a:pt x="2930652" y="108216"/>
                </a:lnTo>
                <a:lnTo>
                  <a:pt x="3044952" y="108216"/>
                </a:lnTo>
                <a:lnTo>
                  <a:pt x="3017520" y="79260"/>
                </a:lnTo>
                <a:lnTo>
                  <a:pt x="2997708" y="99072"/>
                </a:lnTo>
                <a:lnTo>
                  <a:pt x="2930652" y="99072"/>
                </a:lnTo>
                <a:lnTo>
                  <a:pt x="2930652" y="38112"/>
                </a:lnTo>
                <a:lnTo>
                  <a:pt x="2947416" y="19824"/>
                </a:lnTo>
                <a:lnTo>
                  <a:pt x="2906268" y="12"/>
                </a:lnTo>
                <a:lnTo>
                  <a:pt x="2907157" y="14846"/>
                </a:lnTo>
                <a:lnTo>
                  <a:pt x="2907588" y="35255"/>
                </a:lnTo>
                <a:lnTo>
                  <a:pt x="2907703" y="51828"/>
                </a:lnTo>
                <a:lnTo>
                  <a:pt x="2907792" y="99072"/>
                </a:lnTo>
                <a:lnTo>
                  <a:pt x="2811780" y="99072"/>
                </a:lnTo>
                <a:lnTo>
                  <a:pt x="2828544" y="114312"/>
                </a:lnTo>
                <a:lnTo>
                  <a:pt x="2837980" y="112064"/>
                </a:lnTo>
                <a:lnTo>
                  <a:pt x="2847975" y="110121"/>
                </a:lnTo>
                <a:lnTo>
                  <a:pt x="2858554" y="108737"/>
                </a:lnTo>
                <a:lnTo>
                  <a:pt x="2869692" y="108216"/>
                </a:lnTo>
                <a:lnTo>
                  <a:pt x="2907792" y="108216"/>
                </a:lnTo>
                <a:lnTo>
                  <a:pt x="2907792" y="202704"/>
                </a:lnTo>
                <a:lnTo>
                  <a:pt x="2779776" y="202704"/>
                </a:lnTo>
                <a:lnTo>
                  <a:pt x="2795016" y="217944"/>
                </a:lnTo>
                <a:lnTo>
                  <a:pt x="2804452" y="215938"/>
                </a:lnTo>
                <a:lnTo>
                  <a:pt x="2814447" y="214515"/>
                </a:lnTo>
                <a:lnTo>
                  <a:pt x="2825026" y="213652"/>
                </a:lnTo>
                <a:lnTo>
                  <a:pt x="2836164" y="213372"/>
                </a:lnTo>
                <a:lnTo>
                  <a:pt x="2900172" y="213372"/>
                </a:lnTo>
                <a:lnTo>
                  <a:pt x="2880741" y="256235"/>
                </a:lnTo>
                <a:lnTo>
                  <a:pt x="2849880" y="304812"/>
                </a:lnTo>
                <a:lnTo>
                  <a:pt x="2815399" y="344627"/>
                </a:lnTo>
                <a:lnTo>
                  <a:pt x="2788920" y="358152"/>
                </a:lnTo>
                <a:lnTo>
                  <a:pt x="2807208" y="397776"/>
                </a:lnTo>
                <a:lnTo>
                  <a:pt x="2865120" y="376440"/>
                </a:lnTo>
                <a:lnTo>
                  <a:pt x="2927032" y="365010"/>
                </a:lnTo>
                <a:lnTo>
                  <a:pt x="2966923" y="359295"/>
                </a:lnTo>
                <a:lnTo>
                  <a:pt x="2976130" y="358152"/>
                </a:lnTo>
                <a:lnTo>
                  <a:pt x="3012948" y="353580"/>
                </a:lnTo>
                <a:lnTo>
                  <a:pt x="3016618" y="361810"/>
                </a:lnTo>
                <a:lnTo>
                  <a:pt x="3024530" y="378866"/>
                </a:lnTo>
                <a:lnTo>
                  <a:pt x="3028188" y="387108"/>
                </a:lnTo>
                <a:lnTo>
                  <a:pt x="3029712" y="394728"/>
                </a:lnTo>
                <a:lnTo>
                  <a:pt x="3032760" y="397776"/>
                </a:lnTo>
                <a:lnTo>
                  <a:pt x="3037332" y="397776"/>
                </a:lnTo>
                <a:lnTo>
                  <a:pt x="3040380" y="394728"/>
                </a:lnTo>
                <a:lnTo>
                  <a:pt x="3044952" y="387108"/>
                </a:lnTo>
                <a:lnTo>
                  <a:pt x="3049524" y="381012"/>
                </a:lnTo>
                <a:lnTo>
                  <a:pt x="3052572" y="373392"/>
                </a:lnTo>
                <a:lnTo>
                  <a:pt x="3052572" y="365772"/>
                </a:lnTo>
                <a:lnTo>
                  <a:pt x="3027616" y="329196"/>
                </a:lnTo>
                <a:lnTo>
                  <a:pt x="2989707" y="299478"/>
                </a:lnTo>
                <a:lnTo>
                  <a:pt x="2961132" y="278904"/>
                </a:lnTo>
                <a:lnTo>
                  <a:pt x="2958084" y="285000"/>
                </a:lnTo>
                <a:lnTo>
                  <a:pt x="2971279" y="299872"/>
                </a:lnTo>
                <a:lnTo>
                  <a:pt x="2983611" y="314909"/>
                </a:lnTo>
                <a:lnTo>
                  <a:pt x="2995384" y="330212"/>
                </a:lnTo>
                <a:lnTo>
                  <a:pt x="3006852" y="345960"/>
                </a:lnTo>
                <a:lnTo>
                  <a:pt x="2823972" y="358152"/>
                </a:lnTo>
                <a:lnTo>
                  <a:pt x="2852890" y="327545"/>
                </a:lnTo>
                <a:lnTo>
                  <a:pt x="2875788" y="301955"/>
                </a:lnTo>
                <a:lnTo>
                  <a:pt x="2892983" y="281203"/>
                </a:lnTo>
                <a:lnTo>
                  <a:pt x="2904744" y="265188"/>
                </a:lnTo>
                <a:lnTo>
                  <a:pt x="2912961" y="253758"/>
                </a:lnTo>
                <a:lnTo>
                  <a:pt x="2921317" y="244614"/>
                </a:lnTo>
                <a:lnTo>
                  <a:pt x="2929394" y="237756"/>
                </a:lnTo>
                <a:lnTo>
                  <a:pt x="2936748" y="233184"/>
                </a:lnTo>
                <a:lnTo>
                  <a:pt x="2909316" y="213372"/>
                </a:lnTo>
                <a:lnTo>
                  <a:pt x="3072384" y="21337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5274564" y="3006851"/>
            <a:ext cx="356870" cy="401320"/>
          </a:xfrm>
          <a:custGeom>
            <a:avLst/>
            <a:gdLst/>
            <a:ahLst/>
            <a:cxnLst/>
            <a:rect l="l" t="t" r="r" b="b"/>
            <a:pathLst>
              <a:path w="356870" h="401320">
                <a:moveTo>
                  <a:pt x="53340" y="89916"/>
                </a:moveTo>
                <a:lnTo>
                  <a:pt x="42672" y="89916"/>
                </a:lnTo>
                <a:lnTo>
                  <a:pt x="50696" y="62150"/>
                </a:lnTo>
                <a:lnTo>
                  <a:pt x="56578" y="38100"/>
                </a:lnTo>
                <a:lnTo>
                  <a:pt x="60459" y="17478"/>
                </a:lnTo>
                <a:lnTo>
                  <a:pt x="62484" y="0"/>
                </a:lnTo>
                <a:lnTo>
                  <a:pt x="100584" y="21336"/>
                </a:lnTo>
                <a:lnTo>
                  <a:pt x="91487" y="28408"/>
                </a:lnTo>
                <a:lnTo>
                  <a:pt x="80391" y="42481"/>
                </a:lnTo>
                <a:lnTo>
                  <a:pt x="67579" y="63126"/>
                </a:lnTo>
                <a:lnTo>
                  <a:pt x="53340" y="89916"/>
                </a:lnTo>
                <a:close/>
              </a:path>
              <a:path w="356870" h="401320">
                <a:moveTo>
                  <a:pt x="147828" y="190500"/>
                </a:moveTo>
                <a:lnTo>
                  <a:pt x="141732" y="187452"/>
                </a:lnTo>
                <a:lnTo>
                  <a:pt x="158877" y="160615"/>
                </a:lnTo>
                <a:lnTo>
                  <a:pt x="173736" y="135064"/>
                </a:lnTo>
                <a:lnTo>
                  <a:pt x="196596" y="88392"/>
                </a:lnTo>
                <a:lnTo>
                  <a:pt x="211264" y="44958"/>
                </a:lnTo>
                <a:lnTo>
                  <a:pt x="222503" y="1524"/>
                </a:lnTo>
                <a:lnTo>
                  <a:pt x="260603" y="24384"/>
                </a:lnTo>
                <a:lnTo>
                  <a:pt x="252864" y="32146"/>
                </a:lnTo>
                <a:lnTo>
                  <a:pt x="243268" y="46482"/>
                </a:lnTo>
                <a:lnTo>
                  <a:pt x="231671" y="67675"/>
                </a:lnTo>
                <a:lnTo>
                  <a:pt x="217932" y="96012"/>
                </a:lnTo>
                <a:lnTo>
                  <a:pt x="350520" y="96012"/>
                </a:lnTo>
                <a:lnTo>
                  <a:pt x="356616" y="102108"/>
                </a:lnTo>
                <a:lnTo>
                  <a:pt x="352806" y="105156"/>
                </a:lnTo>
                <a:lnTo>
                  <a:pt x="213360" y="105156"/>
                </a:lnTo>
                <a:lnTo>
                  <a:pt x="197977" y="130063"/>
                </a:lnTo>
                <a:lnTo>
                  <a:pt x="181737" y="152400"/>
                </a:lnTo>
                <a:lnTo>
                  <a:pt x="164925" y="172450"/>
                </a:lnTo>
                <a:lnTo>
                  <a:pt x="147828" y="190500"/>
                </a:lnTo>
                <a:close/>
              </a:path>
              <a:path w="356870" h="401320">
                <a:moveTo>
                  <a:pt x="144780" y="89916"/>
                </a:moveTo>
                <a:lnTo>
                  <a:pt x="111252" y="89916"/>
                </a:lnTo>
                <a:lnTo>
                  <a:pt x="128016" y="73152"/>
                </a:lnTo>
                <a:lnTo>
                  <a:pt x="144780" y="89916"/>
                </a:lnTo>
                <a:close/>
              </a:path>
              <a:path w="356870" h="401320">
                <a:moveTo>
                  <a:pt x="0" y="397764"/>
                </a:moveTo>
                <a:lnTo>
                  <a:pt x="821" y="359664"/>
                </a:lnTo>
                <a:lnTo>
                  <a:pt x="907" y="354520"/>
                </a:lnTo>
                <a:lnTo>
                  <a:pt x="1333" y="316420"/>
                </a:lnTo>
                <a:lnTo>
                  <a:pt x="1423" y="176784"/>
                </a:lnTo>
                <a:lnTo>
                  <a:pt x="1305" y="152400"/>
                </a:lnTo>
                <a:lnTo>
                  <a:pt x="881" y="114704"/>
                </a:lnTo>
                <a:lnTo>
                  <a:pt x="0" y="74676"/>
                </a:lnTo>
                <a:lnTo>
                  <a:pt x="25908" y="89916"/>
                </a:lnTo>
                <a:lnTo>
                  <a:pt x="144780" y="89916"/>
                </a:lnTo>
                <a:lnTo>
                  <a:pt x="153924" y="99060"/>
                </a:lnTo>
                <a:lnTo>
                  <a:pt x="151828" y="100584"/>
                </a:lnTo>
                <a:lnTo>
                  <a:pt x="24384" y="100584"/>
                </a:lnTo>
                <a:lnTo>
                  <a:pt x="24384" y="211836"/>
                </a:lnTo>
                <a:lnTo>
                  <a:pt x="137205" y="211836"/>
                </a:lnTo>
                <a:lnTo>
                  <a:pt x="137219" y="222504"/>
                </a:lnTo>
                <a:lnTo>
                  <a:pt x="24384" y="222504"/>
                </a:lnTo>
                <a:lnTo>
                  <a:pt x="24384" y="344424"/>
                </a:lnTo>
                <a:lnTo>
                  <a:pt x="137914" y="344424"/>
                </a:lnTo>
                <a:lnTo>
                  <a:pt x="138028" y="350520"/>
                </a:lnTo>
                <a:lnTo>
                  <a:pt x="138137" y="355092"/>
                </a:lnTo>
                <a:lnTo>
                  <a:pt x="24384" y="355092"/>
                </a:lnTo>
                <a:lnTo>
                  <a:pt x="24384" y="384048"/>
                </a:lnTo>
                <a:lnTo>
                  <a:pt x="0" y="397764"/>
                </a:lnTo>
                <a:close/>
              </a:path>
              <a:path w="356870" h="401320">
                <a:moveTo>
                  <a:pt x="350520" y="96012"/>
                </a:moveTo>
                <a:lnTo>
                  <a:pt x="310896" y="96012"/>
                </a:lnTo>
                <a:lnTo>
                  <a:pt x="330708" y="76200"/>
                </a:lnTo>
                <a:lnTo>
                  <a:pt x="350520" y="96012"/>
                </a:lnTo>
                <a:close/>
              </a:path>
              <a:path w="356870" h="401320">
                <a:moveTo>
                  <a:pt x="137205" y="211836"/>
                </a:moveTo>
                <a:lnTo>
                  <a:pt x="114300" y="211836"/>
                </a:lnTo>
                <a:lnTo>
                  <a:pt x="114300" y="100584"/>
                </a:lnTo>
                <a:lnTo>
                  <a:pt x="151828" y="100584"/>
                </a:lnTo>
                <a:lnTo>
                  <a:pt x="137160" y="111252"/>
                </a:lnTo>
                <a:lnTo>
                  <a:pt x="137205" y="211836"/>
                </a:lnTo>
                <a:close/>
              </a:path>
              <a:path w="356870" h="401320">
                <a:moveTo>
                  <a:pt x="326904" y="359664"/>
                </a:moveTo>
                <a:lnTo>
                  <a:pt x="283464" y="359664"/>
                </a:lnTo>
                <a:lnTo>
                  <a:pt x="291750" y="357925"/>
                </a:lnTo>
                <a:lnTo>
                  <a:pt x="298323" y="352615"/>
                </a:lnTo>
                <a:lnTo>
                  <a:pt x="308586" y="305538"/>
                </a:lnTo>
                <a:lnTo>
                  <a:pt x="310705" y="259651"/>
                </a:lnTo>
                <a:lnTo>
                  <a:pt x="312510" y="193929"/>
                </a:lnTo>
                <a:lnTo>
                  <a:pt x="313944" y="105156"/>
                </a:lnTo>
                <a:lnTo>
                  <a:pt x="352806" y="105156"/>
                </a:lnTo>
                <a:lnTo>
                  <a:pt x="341376" y="114300"/>
                </a:lnTo>
                <a:lnTo>
                  <a:pt x="339478" y="190500"/>
                </a:lnTo>
                <a:lnTo>
                  <a:pt x="337620" y="249070"/>
                </a:lnTo>
                <a:lnTo>
                  <a:pt x="335560" y="295241"/>
                </a:lnTo>
                <a:lnTo>
                  <a:pt x="333280" y="327074"/>
                </a:lnTo>
                <a:lnTo>
                  <a:pt x="330708" y="344424"/>
                </a:lnTo>
                <a:lnTo>
                  <a:pt x="327874" y="357020"/>
                </a:lnTo>
                <a:lnTo>
                  <a:pt x="326904" y="359664"/>
                </a:lnTo>
                <a:close/>
              </a:path>
              <a:path w="356870" h="401320">
                <a:moveTo>
                  <a:pt x="231648" y="269748"/>
                </a:moveTo>
                <a:lnTo>
                  <a:pt x="230124" y="269748"/>
                </a:lnTo>
                <a:lnTo>
                  <a:pt x="226742" y="268081"/>
                </a:lnTo>
                <a:lnTo>
                  <a:pt x="223647" y="263271"/>
                </a:lnTo>
                <a:lnTo>
                  <a:pt x="221122" y="255603"/>
                </a:lnTo>
                <a:lnTo>
                  <a:pt x="219456" y="245364"/>
                </a:lnTo>
                <a:lnTo>
                  <a:pt x="214884" y="228219"/>
                </a:lnTo>
                <a:lnTo>
                  <a:pt x="208026" y="211074"/>
                </a:lnTo>
                <a:lnTo>
                  <a:pt x="198882" y="193929"/>
                </a:lnTo>
                <a:lnTo>
                  <a:pt x="187452" y="176784"/>
                </a:lnTo>
                <a:lnTo>
                  <a:pt x="190500" y="172212"/>
                </a:lnTo>
                <a:lnTo>
                  <a:pt x="224028" y="199644"/>
                </a:lnTo>
                <a:lnTo>
                  <a:pt x="243840" y="228600"/>
                </a:lnTo>
                <a:lnTo>
                  <a:pt x="246888" y="234696"/>
                </a:lnTo>
                <a:lnTo>
                  <a:pt x="246888" y="248412"/>
                </a:lnTo>
                <a:lnTo>
                  <a:pt x="243840" y="254508"/>
                </a:lnTo>
                <a:lnTo>
                  <a:pt x="234696" y="266700"/>
                </a:lnTo>
                <a:lnTo>
                  <a:pt x="231648" y="269748"/>
                </a:lnTo>
                <a:close/>
              </a:path>
              <a:path w="356870" h="401320">
                <a:moveTo>
                  <a:pt x="137914" y="344424"/>
                </a:moveTo>
                <a:lnTo>
                  <a:pt x="114300" y="344424"/>
                </a:lnTo>
                <a:lnTo>
                  <a:pt x="114300" y="222504"/>
                </a:lnTo>
                <a:lnTo>
                  <a:pt x="137219" y="222504"/>
                </a:lnTo>
                <a:lnTo>
                  <a:pt x="137337" y="269748"/>
                </a:lnTo>
                <a:lnTo>
                  <a:pt x="137498" y="305538"/>
                </a:lnTo>
                <a:lnTo>
                  <a:pt x="137914" y="344424"/>
                </a:lnTo>
                <a:close/>
              </a:path>
              <a:path w="356870" h="401320">
                <a:moveTo>
                  <a:pt x="277367" y="400812"/>
                </a:moveTo>
                <a:lnTo>
                  <a:pt x="271129" y="387953"/>
                </a:lnTo>
                <a:lnTo>
                  <a:pt x="259461" y="376809"/>
                </a:lnTo>
                <a:lnTo>
                  <a:pt x="242649" y="367379"/>
                </a:lnTo>
                <a:lnTo>
                  <a:pt x="220979" y="359664"/>
                </a:lnTo>
                <a:lnTo>
                  <a:pt x="220979" y="350520"/>
                </a:lnTo>
                <a:lnTo>
                  <a:pt x="241030" y="354520"/>
                </a:lnTo>
                <a:lnTo>
                  <a:pt x="257937" y="357378"/>
                </a:lnTo>
                <a:lnTo>
                  <a:pt x="271986" y="359092"/>
                </a:lnTo>
                <a:lnTo>
                  <a:pt x="283464" y="359664"/>
                </a:lnTo>
                <a:lnTo>
                  <a:pt x="326904" y="359664"/>
                </a:lnTo>
                <a:lnTo>
                  <a:pt x="324040" y="367474"/>
                </a:lnTo>
                <a:lnTo>
                  <a:pt x="289083" y="397097"/>
                </a:lnTo>
                <a:lnTo>
                  <a:pt x="277367" y="400812"/>
                </a:lnTo>
                <a:close/>
              </a:path>
              <a:path w="356870" h="401320">
                <a:moveTo>
                  <a:pt x="114300" y="391668"/>
                </a:moveTo>
                <a:lnTo>
                  <a:pt x="114300" y="355092"/>
                </a:lnTo>
                <a:lnTo>
                  <a:pt x="138137" y="355092"/>
                </a:lnTo>
                <a:lnTo>
                  <a:pt x="138684" y="377952"/>
                </a:lnTo>
                <a:lnTo>
                  <a:pt x="114300" y="39166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" name="object 15"/>
          <p:cNvSpPr/>
          <p:nvPr/>
        </p:nvSpPr>
        <p:spPr>
          <a:xfrm>
            <a:off x="5682983" y="3005327"/>
            <a:ext cx="1746885" cy="410209"/>
          </a:xfrm>
          <a:custGeom>
            <a:avLst/>
            <a:gdLst/>
            <a:ahLst/>
            <a:cxnLst/>
            <a:rect l="l" t="t" r="r" b="b"/>
            <a:pathLst>
              <a:path w="1746884" h="410210">
                <a:moveTo>
                  <a:pt x="181356" y="115824"/>
                </a:moveTo>
                <a:lnTo>
                  <a:pt x="150876" y="86868"/>
                </a:lnTo>
                <a:lnTo>
                  <a:pt x="132588" y="105156"/>
                </a:lnTo>
                <a:lnTo>
                  <a:pt x="109728" y="105156"/>
                </a:lnTo>
                <a:lnTo>
                  <a:pt x="109728" y="30480"/>
                </a:lnTo>
                <a:lnTo>
                  <a:pt x="124968" y="19812"/>
                </a:lnTo>
                <a:lnTo>
                  <a:pt x="83820" y="1524"/>
                </a:lnTo>
                <a:lnTo>
                  <a:pt x="84061" y="24384"/>
                </a:lnTo>
                <a:lnTo>
                  <a:pt x="84582" y="48958"/>
                </a:lnTo>
                <a:lnTo>
                  <a:pt x="85115" y="76327"/>
                </a:lnTo>
                <a:lnTo>
                  <a:pt x="85344" y="105156"/>
                </a:lnTo>
                <a:lnTo>
                  <a:pt x="0" y="105156"/>
                </a:lnTo>
                <a:lnTo>
                  <a:pt x="15240" y="121920"/>
                </a:lnTo>
                <a:lnTo>
                  <a:pt x="25552" y="119049"/>
                </a:lnTo>
                <a:lnTo>
                  <a:pt x="36004" y="117157"/>
                </a:lnTo>
                <a:lnTo>
                  <a:pt x="46748" y="116141"/>
                </a:lnTo>
                <a:lnTo>
                  <a:pt x="57912" y="115824"/>
                </a:lnTo>
                <a:lnTo>
                  <a:pt x="85344" y="115824"/>
                </a:lnTo>
                <a:lnTo>
                  <a:pt x="85344" y="202692"/>
                </a:lnTo>
                <a:lnTo>
                  <a:pt x="55079" y="214744"/>
                </a:lnTo>
                <a:lnTo>
                  <a:pt x="30670" y="223647"/>
                </a:lnTo>
                <a:lnTo>
                  <a:pt x="12268" y="229704"/>
                </a:lnTo>
                <a:lnTo>
                  <a:pt x="0" y="233172"/>
                </a:lnTo>
                <a:lnTo>
                  <a:pt x="21336" y="263652"/>
                </a:lnTo>
                <a:lnTo>
                  <a:pt x="28956" y="252984"/>
                </a:lnTo>
                <a:lnTo>
                  <a:pt x="42913" y="245249"/>
                </a:lnTo>
                <a:lnTo>
                  <a:pt x="57150" y="237934"/>
                </a:lnTo>
                <a:lnTo>
                  <a:pt x="85344" y="224028"/>
                </a:lnTo>
                <a:lnTo>
                  <a:pt x="85344" y="359664"/>
                </a:lnTo>
                <a:lnTo>
                  <a:pt x="80772" y="367284"/>
                </a:lnTo>
                <a:lnTo>
                  <a:pt x="73152" y="367284"/>
                </a:lnTo>
                <a:lnTo>
                  <a:pt x="64795" y="367855"/>
                </a:lnTo>
                <a:lnTo>
                  <a:pt x="53149" y="367284"/>
                </a:lnTo>
                <a:lnTo>
                  <a:pt x="37795" y="365569"/>
                </a:lnTo>
                <a:lnTo>
                  <a:pt x="18288" y="362712"/>
                </a:lnTo>
                <a:lnTo>
                  <a:pt x="18288" y="370332"/>
                </a:lnTo>
                <a:lnTo>
                  <a:pt x="42062" y="378866"/>
                </a:lnTo>
                <a:lnTo>
                  <a:pt x="58674" y="388239"/>
                </a:lnTo>
                <a:lnTo>
                  <a:pt x="68440" y="398195"/>
                </a:lnTo>
                <a:lnTo>
                  <a:pt x="71628" y="408432"/>
                </a:lnTo>
                <a:lnTo>
                  <a:pt x="89369" y="398957"/>
                </a:lnTo>
                <a:lnTo>
                  <a:pt x="101536" y="386334"/>
                </a:lnTo>
                <a:lnTo>
                  <a:pt x="108280" y="370293"/>
                </a:lnTo>
                <a:lnTo>
                  <a:pt x="108458" y="367855"/>
                </a:lnTo>
                <a:lnTo>
                  <a:pt x="109728" y="350520"/>
                </a:lnTo>
                <a:lnTo>
                  <a:pt x="109728" y="224028"/>
                </a:lnTo>
                <a:lnTo>
                  <a:pt x="109728" y="211836"/>
                </a:lnTo>
                <a:lnTo>
                  <a:pt x="139763" y="195072"/>
                </a:lnTo>
                <a:lnTo>
                  <a:pt x="175260" y="175260"/>
                </a:lnTo>
                <a:lnTo>
                  <a:pt x="172212" y="167640"/>
                </a:lnTo>
                <a:lnTo>
                  <a:pt x="109728" y="195072"/>
                </a:lnTo>
                <a:lnTo>
                  <a:pt x="109728" y="115824"/>
                </a:lnTo>
                <a:lnTo>
                  <a:pt x="181356" y="115824"/>
                </a:lnTo>
                <a:close/>
              </a:path>
              <a:path w="1746884" h="410210">
                <a:moveTo>
                  <a:pt x="405396" y="388620"/>
                </a:moveTo>
                <a:lnTo>
                  <a:pt x="403872" y="385572"/>
                </a:lnTo>
                <a:lnTo>
                  <a:pt x="403872" y="384048"/>
                </a:lnTo>
                <a:lnTo>
                  <a:pt x="399008" y="372960"/>
                </a:lnTo>
                <a:lnTo>
                  <a:pt x="395871" y="360426"/>
                </a:lnTo>
                <a:lnTo>
                  <a:pt x="395630" y="358140"/>
                </a:lnTo>
                <a:lnTo>
                  <a:pt x="394436" y="346760"/>
                </a:lnTo>
                <a:lnTo>
                  <a:pt x="394652" y="335661"/>
                </a:lnTo>
                <a:lnTo>
                  <a:pt x="400939" y="291947"/>
                </a:lnTo>
                <a:lnTo>
                  <a:pt x="403872" y="281940"/>
                </a:lnTo>
                <a:lnTo>
                  <a:pt x="396252" y="278892"/>
                </a:lnTo>
                <a:lnTo>
                  <a:pt x="371868" y="358140"/>
                </a:lnTo>
                <a:lnTo>
                  <a:pt x="354482" y="342125"/>
                </a:lnTo>
                <a:lnTo>
                  <a:pt x="341388" y="323659"/>
                </a:lnTo>
                <a:lnTo>
                  <a:pt x="329196" y="278892"/>
                </a:lnTo>
                <a:lnTo>
                  <a:pt x="325780" y="235889"/>
                </a:lnTo>
                <a:lnTo>
                  <a:pt x="324739" y="195072"/>
                </a:lnTo>
                <a:lnTo>
                  <a:pt x="324929" y="182676"/>
                </a:lnTo>
                <a:lnTo>
                  <a:pt x="325958" y="163639"/>
                </a:lnTo>
                <a:lnTo>
                  <a:pt x="327837" y="145478"/>
                </a:lnTo>
                <a:lnTo>
                  <a:pt x="330720" y="128016"/>
                </a:lnTo>
                <a:lnTo>
                  <a:pt x="334149" y="124968"/>
                </a:lnTo>
                <a:lnTo>
                  <a:pt x="341007" y="118872"/>
                </a:lnTo>
                <a:lnTo>
                  <a:pt x="344436" y="115824"/>
                </a:lnTo>
                <a:lnTo>
                  <a:pt x="317004" y="94488"/>
                </a:lnTo>
                <a:lnTo>
                  <a:pt x="304812" y="114300"/>
                </a:lnTo>
                <a:lnTo>
                  <a:pt x="246900" y="118872"/>
                </a:lnTo>
                <a:lnTo>
                  <a:pt x="246900" y="36576"/>
                </a:lnTo>
                <a:lnTo>
                  <a:pt x="262140" y="24384"/>
                </a:lnTo>
                <a:lnTo>
                  <a:pt x="219456" y="4572"/>
                </a:lnTo>
                <a:lnTo>
                  <a:pt x="219760" y="24384"/>
                </a:lnTo>
                <a:lnTo>
                  <a:pt x="220408" y="48958"/>
                </a:lnTo>
                <a:lnTo>
                  <a:pt x="221386" y="81940"/>
                </a:lnTo>
                <a:lnTo>
                  <a:pt x="222516" y="121920"/>
                </a:lnTo>
                <a:lnTo>
                  <a:pt x="147828" y="126492"/>
                </a:lnTo>
                <a:lnTo>
                  <a:pt x="166116" y="141732"/>
                </a:lnTo>
                <a:lnTo>
                  <a:pt x="181356" y="135636"/>
                </a:lnTo>
                <a:lnTo>
                  <a:pt x="222516" y="131064"/>
                </a:lnTo>
                <a:lnTo>
                  <a:pt x="221081" y="161074"/>
                </a:lnTo>
                <a:lnTo>
                  <a:pt x="219075" y="187071"/>
                </a:lnTo>
                <a:lnTo>
                  <a:pt x="216509" y="209080"/>
                </a:lnTo>
                <a:lnTo>
                  <a:pt x="213360" y="227076"/>
                </a:lnTo>
                <a:lnTo>
                  <a:pt x="199936" y="222300"/>
                </a:lnTo>
                <a:lnTo>
                  <a:pt x="174790" y="212725"/>
                </a:lnTo>
                <a:lnTo>
                  <a:pt x="163068" y="208788"/>
                </a:lnTo>
                <a:lnTo>
                  <a:pt x="161544" y="214884"/>
                </a:lnTo>
                <a:lnTo>
                  <a:pt x="172389" y="220941"/>
                </a:lnTo>
                <a:lnTo>
                  <a:pt x="184213" y="227838"/>
                </a:lnTo>
                <a:lnTo>
                  <a:pt x="196913" y="235889"/>
                </a:lnTo>
                <a:lnTo>
                  <a:pt x="210312" y="245364"/>
                </a:lnTo>
                <a:lnTo>
                  <a:pt x="192595" y="293090"/>
                </a:lnTo>
                <a:lnTo>
                  <a:pt x="169164" y="335661"/>
                </a:lnTo>
                <a:lnTo>
                  <a:pt x="140017" y="373100"/>
                </a:lnTo>
                <a:lnTo>
                  <a:pt x="105156" y="405384"/>
                </a:lnTo>
                <a:lnTo>
                  <a:pt x="109728" y="409956"/>
                </a:lnTo>
                <a:lnTo>
                  <a:pt x="149148" y="380796"/>
                </a:lnTo>
                <a:lnTo>
                  <a:pt x="182689" y="345757"/>
                </a:lnTo>
                <a:lnTo>
                  <a:pt x="210248" y="304736"/>
                </a:lnTo>
                <a:lnTo>
                  <a:pt x="231660" y="257556"/>
                </a:lnTo>
                <a:lnTo>
                  <a:pt x="242747" y="267830"/>
                </a:lnTo>
                <a:lnTo>
                  <a:pt x="252996" y="277939"/>
                </a:lnTo>
                <a:lnTo>
                  <a:pt x="262089" y="287782"/>
                </a:lnTo>
                <a:lnTo>
                  <a:pt x="269760" y="297180"/>
                </a:lnTo>
                <a:lnTo>
                  <a:pt x="274281" y="304736"/>
                </a:lnTo>
                <a:lnTo>
                  <a:pt x="277380" y="309372"/>
                </a:lnTo>
                <a:lnTo>
                  <a:pt x="283476" y="309372"/>
                </a:lnTo>
                <a:lnTo>
                  <a:pt x="285000" y="306324"/>
                </a:lnTo>
                <a:lnTo>
                  <a:pt x="286524" y="300228"/>
                </a:lnTo>
                <a:lnTo>
                  <a:pt x="289572" y="294132"/>
                </a:lnTo>
                <a:lnTo>
                  <a:pt x="289572" y="280416"/>
                </a:lnTo>
                <a:lnTo>
                  <a:pt x="288048" y="274320"/>
                </a:lnTo>
                <a:lnTo>
                  <a:pt x="254533" y="246557"/>
                </a:lnTo>
                <a:lnTo>
                  <a:pt x="236232" y="237744"/>
                </a:lnTo>
                <a:lnTo>
                  <a:pt x="238036" y="227076"/>
                </a:lnTo>
                <a:lnTo>
                  <a:pt x="240245" y="213982"/>
                </a:lnTo>
                <a:lnTo>
                  <a:pt x="243281" y="188214"/>
                </a:lnTo>
                <a:lnTo>
                  <a:pt x="245440" y="160172"/>
                </a:lnTo>
                <a:lnTo>
                  <a:pt x="246824" y="131064"/>
                </a:lnTo>
                <a:lnTo>
                  <a:pt x="246900" y="129540"/>
                </a:lnTo>
                <a:lnTo>
                  <a:pt x="306336" y="124968"/>
                </a:lnTo>
                <a:lnTo>
                  <a:pt x="304330" y="147599"/>
                </a:lnTo>
                <a:lnTo>
                  <a:pt x="302907" y="169926"/>
                </a:lnTo>
                <a:lnTo>
                  <a:pt x="302044" y="192265"/>
                </a:lnTo>
                <a:lnTo>
                  <a:pt x="301790" y="212725"/>
                </a:lnTo>
                <a:lnTo>
                  <a:pt x="301917" y="224028"/>
                </a:lnTo>
                <a:lnTo>
                  <a:pt x="304330" y="265684"/>
                </a:lnTo>
                <a:lnTo>
                  <a:pt x="314147" y="314896"/>
                </a:lnTo>
                <a:lnTo>
                  <a:pt x="332244" y="348996"/>
                </a:lnTo>
                <a:lnTo>
                  <a:pt x="364604" y="384797"/>
                </a:lnTo>
                <a:lnTo>
                  <a:pt x="388632" y="394716"/>
                </a:lnTo>
                <a:lnTo>
                  <a:pt x="396252" y="397764"/>
                </a:lnTo>
                <a:lnTo>
                  <a:pt x="405396" y="397764"/>
                </a:lnTo>
                <a:lnTo>
                  <a:pt x="405396" y="388620"/>
                </a:lnTo>
                <a:close/>
              </a:path>
              <a:path w="1746884" h="410210">
                <a:moveTo>
                  <a:pt x="408444" y="397764"/>
                </a:moveTo>
                <a:lnTo>
                  <a:pt x="405396" y="397764"/>
                </a:lnTo>
                <a:lnTo>
                  <a:pt x="405396" y="400812"/>
                </a:lnTo>
                <a:lnTo>
                  <a:pt x="408444" y="397764"/>
                </a:lnTo>
                <a:close/>
              </a:path>
              <a:path w="1746884" h="410210">
                <a:moveTo>
                  <a:pt x="585228" y="28968"/>
                </a:moveTo>
                <a:lnTo>
                  <a:pt x="554748" y="4584"/>
                </a:lnTo>
                <a:lnTo>
                  <a:pt x="549046" y="17741"/>
                </a:lnTo>
                <a:lnTo>
                  <a:pt x="541223" y="32207"/>
                </a:lnTo>
                <a:lnTo>
                  <a:pt x="519696" y="65544"/>
                </a:lnTo>
                <a:lnTo>
                  <a:pt x="493407" y="98501"/>
                </a:lnTo>
                <a:lnTo>
                  <a:pt x="464832" y="128028"/>
                </a:lnTo>
                <a:lnTo>
                  <a:pt x="469404" y="134124"/>
                </a:lnTo>
                <a:lnTo>
                  <a:pt x="491134" y="116979"/>
                </a:lnTo>
                <a:lnTo>
                  <a:pt x="510743" y="99834"/>
                </a:lnTo>
                <a:lnTo>
                  <a:pt x="528332" y="82689"/>
                </a:lnTo>
                <a:lnTo>
                  <a:pt x="544080" y="65544"/>
                </a:lnTo>
                <a:lnTo>
                  <a:pt x="557796" y="51257"/>
                </a:lnTo>
                <a:lnTo>
                  <a:pt x="569226" y="40398"/>
                </a:lnTo>
                <a:lnTo>
                  <a:pt x="578370" y="32969"/>
                </a:lnTo>
                <a:lnTo>
                  <a:pt x="585228" y="28968"/>
                </a:lnTo>
                <a:close/>
              </a:path>
              <a:path w="1746884" h="410210">
                <a:moveTo>
                  <a:pt x="603516" y="115836"/>
                </a:moveTo>
                <a:lnTo>
                  <a:pt x="573036" y="89928"/>
                </a:lnTo>
                <a:lnTo>
                  <a:pt x="563676" y="110782"/>
                </a:lnTo>
                <a:lnTo>
                  <a:pt x="551891" y="132219"/>
                </a:lnTo>
                <a:lnTo>
                  <a:pt x="522744" y="176796"/>
                </a:lnTo>
                <a:lnTo>
                  <a:pt x="487502" y="220230"/>
                </a:lnTo>
                <a:lnTo>
                  <a:pt x="451116" y="259092"/>
                </a:lnTo>
                <a:lnTo>
                  <a:pt x="455688" y="263664"/>
                </a:lnTo>
                <a:lnTo>
                  <a:pt x="474472" y="249961"/>
                </a:lnTo>
                <a:lnTo>
                  <a:pt x="493979" y="234137"/>
                </a:lnTo>
                <a:lnTo>
                  <a:pt x="513765" y="216293"/>
                </a:lnTo>
                <a:lnTo>
                  <a:pt x="533412" y="196608"/>
                </a:lnTo>
                <a:lnTo>
                  <a:pt x="533387" y="274916"/>
                </a:lnTo>
                <a:lnTo>
                  <a:pt x="533222" y="336245"/>
                </a:lnTo>
                <a:lnTo>
                  <a:pt x="532765" y="380695"/>
                </a:lnTo>
                <a:lnTo>
                  <a:pt x="531888" y="408444"/>
                </a:lnTo>
                <a:lnTo>
                  <a:pt x="557796" y="393204"/>
                </a:lnTo>
                <a:lnTo>
                  <a:pt x="557796" y="202704"/>
                </a:lnTo>
                <a:lnTo>
                  <a:pt x="563892" y="196608"/>
                </a:lnTo>
                <a:lnTo>
                  <a:pt x="568464" y="192036"/>
                </a:lnTo>
                <a:lnTo>
                  <a:pt x="548652" y="176796"/>
                </a:lnTo>
                <a:lnTo>
                  <a:pt x="557174" y="166547"/>
                </a:lnTo>
                <a:lnTo>
                  <a:pt x="566559" y="154317"/>
                </a:lnTo>
                <a:lnTo>
                  <a:pt x="576503" y="140360"/>
                </a:lnTo>
                <a:lnTo>
                  <a:pt x="586752" y="124980"/>
                </a:lnTo>
                <a:lnTo>
                  <a:pt x="603516" y="115836"/>
                </a:lnTo>
                <a:close/>
              </a:path>
              <a:path w="1746884" h="410210">
                <a:moveTo>
                  <a:pt x="826020" y="59448"/>
                </a:moveTo>
                <a:lnTo>
                  <a:pt x="795540" y="25920"/>
                </a:lnTo>
                <a:lnTo>
                  <a:pt x="771156" y="48780"/>
                </a:lnTo>
                <a:lnTo>
                  <a:pt x="623328" y="48780"/>
                </a:lnTo>
                <a:lnTo>
                  <a:pt x="640092" y="64020"/>
                </a:lnTo>
                <a:lnTo>
                  <a:pt x="649516" y="62014"/>
                </a:lnTo>
                <a:lnTo>
                  <a:pt x="659523" y="60591"/>
                </a:lnTo>
                <a:lnTo>
                  <a:pt x="670090" y="59728"/>
                </a:lnTo>
                <a:lnTo>
                  <a:pt x="681240" y="59448"/>
                </a:lnTo>
                <a:lnTo>
                  <a:pt x="826020" y="59448"/>
                </a:lnTo>
                <a:close/>
              </a:path>
              <a:path w="1746884" h="410210">
                <a:moveTo>
                  <a:pt x="850404" y="163080"/>
                </a:moveTo>
                <a:lnTo>
                  <a:pt x="819924" y="128028"/>
                </a:lnTo>
                <a:lnTo>
                  <a:pt x="794016" y="152412"/>
                </a:lnTo>
                <a:lnTo>
                  <a:pt x="594372" y="152412"/>
                </a:lnTo>
                <a:lnTo>
                  <a:pt x="609612" y="167652"/>
                </a:lnTo>
                <a:lnTo>
                  <a:pt x="619912" y="165646"/>
                </a:lnTo>
                <a:lnTo>
                  <a:pt x="630377" y="164223"/>
                </a:lnTo>
                <a:lnTo>
                  <a:pt x="641108" y="163360"/>
                </a:lnTo>
                <a:lnTo>
                  <a:pt x="652284" y="163080"/>
                </a:lnTo>
                <a:lnTo>
                  <a:pt x="717816" y="163080"/>
                </a:lnTo>
                <a:lnTo>
                  <a:pt x="717816" y="339864"/>
                </a:lnTo>
                <a:lnTo>
                  <a:pt x="716927" y="349618"/>
                </a:lnTo>
                <a:lnTo>
                  <a:pt x="714197" y="356247"/>
                </a:lnTo>
                <a:lnTo>
                  <a:pt x="709447" y="360006"/>
                </a:lnTo>
                <a:lnTo>
                  <a:pt x="702576" y="361200"/>
                </a:lnTo>
                <a:lnTo>
                  <a:pt x="692594" y="360934"/>
                </a:lnTo>
                <a:lnTo>
                  <a:pt x="640092" y="358152"/>
                </a:lnTo>
                <a:lnTo>
                  <a:pt x="640092" y="367296"/>
                </a:lnTo>
                <a:lnTo>
                  <a:pt x="665848" y="374738"/>
                </a:lnTo>
                <a:lnTo>
                  <a:pt x="683907" y="383489"/>
                </a:lnTo>
                <a:lnTo>
                  <a:pt x="694524" y="393649"/>
                </a:lnTo>
                <a:lnTo>
                  <a:pt x="698004" y="405396"/>
                </a:lnTo>
                <a:lnTo>
                  <a:pt x="717981" y="398513"/>
                </a:lnTo>
                <a:lnTo>
                  <a:pt x="732104" y="386918"/>
                </a:lnTo>
                <a:lnTo>
                  <a:pt x="740219" y="370459"/>
                </a:lnTo>
                <a:lnTo>
                  <a:pt x="741070" y="361200"/>
                </a:lnTo>
                <a:lnTo>
                  <a:pt x="742137" y="349618"/>
                </a:lnTo>
                <a:lnTo>
                  <a:pt x="742200" y="163080"/>
                </a:lnTo>
                <a:lnTo>
                  <a:pt x="850404" y="163080"/>
                </a:lnTo>
                <a:close/>
              </a:path>
              <a:path w="1746884" h="410210">
                <a:moveTo>
                  <a:pt x="989101" y="67183"/>
                </a:moveTo>
                <a:lnTo>
                  <a:pt x="958608" y="33337"/>
                </a:lnTo>
                <a:lnTo>
                  <a:pt x="931176" y="18288"/>
                </a:lnTo>
                <a:lnTo>
                  <a:pt x="928128" y="24384"/>
                </a:lnTo>
                <a:lnTo>
                  <a:pt x="938669" y="36347"/>
                </a:lnTo>
                <a:lnTo>
                  <a:pt x="947369" y="49149"/>
                </a:lnTo>
                <a:lnTo>
                  <a:pt x="954049" y="62534"/>
                </a:lnTo>
                <a:lnTo>
                  <a:pt x="958608" y="76200"/>
                </a:lnTo>
                <a:lnTo>
                  <a:pt x="962266" y="85331"/>
                </a:lnTo>
                <a:lnTo>
                  <a:pt x="966228" y="92011"/>
                </a:lnTo>
                <a:lnTo>
                  <a:pt x="970178" y="96139"/>
                </a:lnTo>
                <a:lnTo>
                  <a:pt x="973848" y="97536"/>
                </a:lnTo>
                <a:lnTo>
                  <a:pt x="975372" y="97536"/>
                </a:lnTo>
                <a:lnTo>
                  <a:pt x="978420" y="94488"/>
                </a:lnTo>
                <a:lnTo>
                  <a:pt x="982992" y="91440"/>
                </a:lnTo>
                <a:lnTo>
                  <a:pt x="986040" y="88392"/>
                </a:lnTo>
                <a:lnTo>
                  <a:pt x="989088" y="82296"/>
                </a:lnTo>
                <a:lnTo>
                  <a:pt x="989101" y="67183"/>
                </a:lnTo>
                <a:close/>
              </a:path>
              <a:path w="1746884" h="410210">
                <a:moveTo>
                  <a:pt x="1115580" y="207264"/>
                </a:moveTo>
                <a:lnTo>
                  <a:pt x="1092047" y="169100"/>
                </a:lnTo>
                <a:lnTo>
                  <a:pt x="1050048" y="137160"/>
                </a:lnTo>
                <a:lnTo>
                  <a:pt x="1045476" y="141732"/>
                </a:lnTo>
                <a:lnTo>
                  <a:pt x="1058913" y="159448"/>
                </a:lnTo>
                <a:lnTo>
                  <a:pt x="1069797" y="176314"/>
                </a:lnTo>
                <a:lnTo>
                  <a:pt x="1078471" y="192747"/>
                </a:lnTo>
                <a:lnTo>
                  <a:pt x="1085100" y="208788"/>
                </a:lnTo>
                <a:lnTo>
                  <a:pt x="1088529" y="218795"/>
                </a:lnTo>
                <a:lnTo>
                  <a:pt x="1091958" y="225933"/>
                </a:lnTo>
                <a:lnTo>
                  <a:pt x="1095387" y="230225"/>
                </a:lnTo>
                <a:lnTo>
                  <a:pt x="1098816" y="231648"/>
                </a:lnTo>
                <a:lnTo>
                  <a:pt x="1100340" y="231648"/>
                </a:lnTo>
                <a:lnTo>
                  <a:pt x="1103388" y="228600"/>
                </a:lnTo>
                <a:lnTo>
                  <a:pt x="1107960" y="225552"/>
                </a:lnTo>
                <a:lnTo>
                  <a:pt x="1112532" y="220980"/>
                </a:lnTo>
                <a:lnTo>
                  <a:pt x="1114056" y="214884"/>
                </a:lnTo>
                <a:lnTo>
                  <a:pt x="1115580" y="207264"/>
                </a:lnTo>
                <a:close/>
              </a:path>
              <a:path w="1746884" h="410210">
                <a:moveTo>
                  <a:pt x="1295412" y="112776"/>
                </a:moveTo>
                <a:lnTo>
                  <a:pt x="1263408" y="79248"/>
                </a:lnTo>
                <a:lnTo>
                  <a:pt x="1240548" y="102108"/>
                </a:lnTo>
                <a:lnTo>
                  <a:pt x="1202448" y="102108"/>
                </a:lnTo>
                <a:lnTo>
                  <a:pt x="1202448" y="32004"/>
                </a:lnTo>
                <a:lnTo>
                  <a:pt x="1216164" y="18288"/>
                </a:lnTo>
                <a:lnTo>
                  <a:pt x="1176540" y="0"/>
                </a:lnTo>
                <a:lnTo>
                  <a:pt x="1177417" y="15963"/>
                </a:lnTo>
                <a:lnTo>
                  <a:pt x="1177823" y="36347"/>
                </a:lnTo>
                <a:lnTo>
                  <a:pt x="1177925" y="49149"/>
                </a:lnTo>
                <a:lnTo>
                  <a:pt x="1178064" y="102108"/>
                </a:lnTo>
                <a:lnTo>
                  <a:pt x="1008900" y="102108"/>
                </a:lnTo>
                <a:lnTo>
                  <a:pt x="1025664" y="117348"/>
                </a:lnTo>
                <a:lnTo>
                  <a:pt x="1034516" y="115354"/>
                </a:lnTo>
                <a:lnTo>
                  <a:pt x="1042809" y="113919"/>
                </a:lnTo>
                <a:lnTo>
                  <a:pt x="1050518" y="113068"/>
                </a:lnTo>
                <a:lnTo>
                  <a:pt x="1057668" y="112776"/>
                </a:lnTo>
                <a:lnTo>
                  <a:pt x="1178064" y="112776"/>
                </a:lnTo>
                <a:lnTo>
                  <a:pt x="1178064" y="301752"/>
                </a:lnTo>
                <a:lnTo>
                  <a:pt x="1175016" y="306324"/>
                </a:lnTo>
                <a:lnTo>
                  <a:pt x="1167396" y="306324"/>
                </a:lnTo>
                <a:lnTo>
                  <a:pt x="1160297" y="305803"/>
                </a:lnTo>
                <a:lnTo>
                  <a:pt x="1131811" y="302475"/>
                </a:lnTo>
                <a:lnTo>
                  <a:pt x="1111008" y="300228"/>
                </a:lnTo>
                <a:lnTo>
                  <a:pt x="1111008" y="307848"/>
                </a:lnTo>
                <a:lnTo>
                  <a:pt x="1132700" y="314693"/>
                </a:lnTo>
                <a:lnTo>
                  <a:pt x="1149680" y="323659"/>
                </a:lnTo>
                <a:lnTo>
                  <a:pt x="1161796" y="334645"/>
                </a:lnTo>
                <a:lnTo>
                  <a:pt x="1168920" y="347472"/>
                </a:lnTo>
                <a:lnTo>
                  <a:pt x="1177467" y="343789"/>
                </a:lnTo>
                <a:lnTo>
                  <a:pt x="1201889" y="309714"/>
                </a:lnTo>
                <a:lnTo>
                  <a:pt x="1202448" y="112776"/>
                </a:lnTo>
                <a:lnTo>
                  <a:pt x="1295412" y="112776"/>
                </a:lnTo>
                <a:close/>
              </a:path>
              <a:path w="1746884" h="410210">
                <a:moveTo>
                  <a:pt x="1299984" y="356616"/>
                </a:moveTo>
                <a:lnTo>
                  <a:pt x="1244041" y="360045"/>
                </a:lnTo>
                <a:lnTo>
                  <a:pt x="1228356" y="361188"/>
                </a:lnTo>
                <a:lnTo>
                  <a:pt x="1212926" y="362077"/>
                </a:lnTo>
                <a:lnTo>
                  <a:pt x="1198638" y="362521"/>
                </a:lnTo>
                <a:lnTo>
                  <a:pt x="1185494" y="362699"/>
                </a:lnTo>
                <a:lnTo>
                  <a:pt x="1173492" y="362712"/>
                </a:lnTo>
                <a:lnTo>
                  <a:pt x="1137869" y="362521"/>
                </a:lnTo>
                <a:lnTo>
                  <a:pt x="1098816" y="361188"/>
                </a:lnTo>
                <a:lnTo>
                  <a:pt x="1060716" y="355282"/>
                </a:lnTo>
                <a:lnTo>
                  <a:pt x="1019492" y="339051"/>
                </a:lnTo>
                <a:lnTo>
                  <a:pt x="1000074" y="326136"/>
                </a:lnTo>
                <a:lnTo>
                  <a:pt x="997254" y="324091"/>
                </a:lnTo>
                <a:lnTo>
                  <a:pt x="987564" y="315468"/>
                </a:lnTo>
                <a:lnTo>
                  <a:pt x="987564" y="179832"/>
                </a:lnTo>
                <a:lnTo>
                  <a:pt x="994422" y="173736"/>
                </a:lnTo>
                <a:lnTo>
                  <a:pt x="1001280" y="167640"/>
                </a:lnTo>
                <a:lnTo>
                  <a:pt x="976896" y="143256"/>
                </a:lnTo>
                <a:lnTo>
                  <a:pt x="957084" y="163068"/>
                </a:lnTo>
                <a:lnTo>
                  <a:pt x="891552" y="163068"/>
                </a:lnTo>
                <a:lnTo>
                  <a:pt x="906792" y="178308"/>
                </a:lnTo>
                <a:lnTo>
                  <a:pt x="917092" y="176314"/>
                </a:lnTo>
                <a:lnTo>
                  <a:pt x="927557" y="174879"/>
                </a:lnTo>
                <a:lnTo>
                  <a:pt x="938288" y="174028"/>
                </a:lnTo>
                <a:lnTo>
                  <a:pt x="949464" y="173736"/>
                </a:lnTo>
                <a:lnTo>
                  <a:pt x="963180" y="173736"/>
                </a:lnTo>
                <a:lnTo>
                  <a:pt x="963180" y="315468"/>
                </a:lnTo>
                <a:lnTo>
                  <a:pt x="945172" y="328879"/>
                </a:lnTo>
                <a:lnTo>
                  <a:pt x="927747" y="341566"/>
                </a:lnTo>
                <a:lnTo>
                  <a:pt x="910882" y="353402"/>
                </a:lnTo>
                <a:lnTo>
                  <a:pt x="894600" y="364236"/>
                </a:lnTo>
                <a:lnTo>
                  <a:pt x="918984" y="388620"/>
                </a:lnTo>
                <a:lnTo>
                  <a:pt x="926122" y="377240"/>
                </a:lnTo>
                <a:lnTo>
                  <a:pt x="933843" y="366141"/>
                </a:lnTo>
                <a:lnTo>
                  <a:pt x="942124" y="355625"/>
                </a:lnTo>
                <a:lnTo>
                  <a:pt x="950988" y="345948"/>
                </a:lnTo>
                <a:lnTo>
                  <a:pt x="958646" y="337070"/>
                </a:lnTo>
                <a:lnTo>
                  <a:pt x="965466" y="330898"/>
                </a:lnTo>
                <a:lnTo>
                  <a:pt x="971130" y="327304"/>
                </a:lnTo>
                <a:lnTo>
                  <a:pt x="975372" y="326136"/>
                </a:lnTo>
                <a:lnTo>
                  <a:pt x="980528" y="327304"/>
                </a:lnTo>
                <a:lnTo>
                  <a:pt x="986993" y="330898"/>
                </a:lnTo>
                <a:lnTo>
                  <a:pt x="994867" y="337070"/>
                </a:lnTo>
                <a:lnTo>
                  <a:pt x="1004328" y="345948"/>
                </a:lnTo>
                <a:lnTo>
                  <a:pt x="1015187" y="354761"/>
                </a:lnTo>
                <a:lnTo>
                  <a:pt x="1054620" y="374904"/>
                </a:lnTo>
                <a:lnTo>
                  <a:pt x="1111402" y="385406"/>
                </a:lnTo>
                <a:lnTo>
                  <a:pt x="1264932" y="391668"/>
                </a:lnTo>
                <a:lnTo>
                  <a:pt x="1267193" y="381368"/>
                </a:lnTo>
                <a:lnTo>
                  <a:pt x="1273886" y="373189"/>
                </a:lnTo>
                <a:lnTo>
                  <a:pt x="1284859" y="367030"/>
                </a:lnTo>
                <a:lnTo>
                  <a:pt x="1299984" y="362712"/>
                </a:lnTo>
                <a:lnTo>
                  <a:pt x="1299984" y="356616"/>
                </a:lnTo>
                <a:close/>
              </a:path>
              <a:path w="1746884" h="410210">
                <a:moveTo>
                  <a:pt x="1514856" y="143268"/>
                </a:moveTo>
                <a:lnTo>
                  <a:pt x="1487424" y="114312"/>
                </a:lnTo>
                <a:lnTo>
                  <a:pt x="1469136" y="134124"/>
                </a:lnTo>
                <a:lnTo>
                  <a:pt x="1441704" y="134124"/>
                </a:lnTo>
                <a:lnTo>
                  <a:pt x="1441704" y="50304"/>
                </a:lnTo>
                <a:lnTo>
                  <a:pt x="1441704" y="47256"/>
                </a:lnTo>
                <a:lnTo>
                  <a:pt x="1463713" y="43256"/>
                </a:lnTo>
                <a:lnTo>
                  <a:pt x="1481709" y="40398"/>
                </a:lnTo>
                <a:lnTo>
                  <a:pt x="1495717" y="38684"/>
                </a:lnTo>
                <a:lnTo>
                  <a:pt x="1505712" y="38112"/>
                </a:lnTo>
                <a:lnTo>
                  <a:pt x="1482852" y="6108"/>
                </a:lnTo>
                <a:lnTo>
                  <a:pt x="1474000" y="12725"/>
                </a:lnTo>
                <a:lnTo>
                  <a:pt x="1461135" y="19062"/>
                </a:lnTo>
                <a:lnTo>
                  <a:pt x="1444282" y="25387"/>
                </a:lnTo>
                <a:lnTo>
                  <a:pt x="1423416" y="32016"/>
                </a:lnTo>
                <a:lnTo>
                  <a:pt x="1402295" y="39179"/>
                </a:lnTo>
                <a:lnTo>
                  <a:pt x="1382458" y="44780"/>
                </a:lnTo>
                <a:lnTo>
                  <a:pt x="1364056" y="48945"/>
                </a:lnTo>
                <a:lnTo>
                  <a:pt x="1347216" y="51828"/>
                </a:lnTo>
                <a:lnTo>
                  <a:pt x="1347216" y="59448"/>
                </a:lnTo>
                <a:lnTo>
                  <a:pt x="1407223" y="51727"/>
                </a:lnTo>
                <a:lnTo>
                  <a:pt x="1420368" y="50304"/>
                </a:lnTo>
                <a:lnTo>
                  <a:pt x="1420368" y="134124"/>
                </a:lnTo>
                <a:lnTo>
                  <a:pt x="1333500" y="134124"/>
                </a:lnTo>
                <a:lnTo>
                  <a:pt x="1348740" y="149364"/>
                </a:lnTo>
                <a:lnTo>
                  <a:pt x="1358176" y="147116"/>
                </a:lnTo>
                <a:lnTo>
                  <a:pt x="1368171" y="145173"/>
                </a:lnTo>
                <a:lnTo>
                  <a:pt x="1378750" y="143789"/>
                </a:lnTo>
                <a:lnTo>
                  <a:pt x="1389888" y="143268"/>
                </a:lnTo>
                <a:lnTo>
                  <a:pt x="1414272" y="143268"/>
                </a:lnTo>
                <a:lnTo>
                  <a:pt x="1404175" y="183464"/>
                </a:lnTo>
                <a:lnTo>
                  <a:pt x="1388364" y="231660"/>
                </a:lnTo>
                <a:lnTo>
                  <a:pt x="1365694" y="282333"/>
                </a:lnTo>
                <a:lnTo>
                  <a:pt x="1335024" y="335292"/>
                </a:lnTo>
                <a:lnTo>
                  <a:pt x="1338072" y="339864"/>
                </a:lnTo>
                <a:lnTo>
                  <a:pt x="1362075" y="311645"/>
                </a:lnTo>
                <a:lnTo>
                  <a:pt x="1383792" y="279857"/>
                </a:lnTo>
                <a:lnTo>
                  <a:pt x="1403223" y="244919"/>
                </a:lnTo>
                <a:lnTo>
                  <a:pt x="1420368" y="207276"/>
                </a:lnTo>
                <a:lnTo>
                  <a:pt x="1420114" y="270421"/>
                </a:lnTo>
                <a:lnTo>
                  <a:pt x="1419415" y="325005"/>
                </a:lnTo>
                <a:lnTo>
                  <a:pt x="1418450" y="371005"/>
                </a:lnTo>
                <a:lnTo>
                  <a:pt x="1417320" y="408444"/>
                </a:lnTo>
                <a:lnTo>
                  <a:pt x="1444752" y="396252"/>
                </a:lnTo>
                <a:lnTo>
                  <a:pt x="1442656" y="327482"/>
                </a:lnTo>
                <a:lnTo>
                  <a:pt x="1442034" y="270421"/>
                </a:lnTo>
                <a:lnTo>
                  <a:pt x="1441780" y="207276"/>
                </a:lnTo>
                <a:lnTo>
                  <a:pt x="1441704" y="184416"/>
                </a:lnTo>
                <a:lnTo>
                  <a:pt x="1453400" y="195884"/>
                </a:lnTo>
                <a:lnTo>
                  <a:pt x="1463230" y="207657"/>
                </a:lnTo>
                <a:lnTo>
                  <a:pt x="1471066" y="219989"/>
                </a:lnTo>
                <a:lnTo>
                  <a:pt x="1476756" y="233184"/>
                </a:lnTo>
                <a:lnTo>
                  <a:pt x="1481328" y="243852"/>
                </a:lnTo>
                <a:lnTo>
                  <a:pt x="1485900" y="249948"/>
                </a:lnTo>
                <a:lnTo>
                  <a:pt x="1491996" y="249948"/>
                </a:lnTo>
                <a:lnTo>
                  <a:pt x="1495044" y="246900"/>
                </a:lnTo>
                <a:lnTo>
                  <a:pt x="1496568" y="242328"/>
                </a:lnTo>
                <a:lnTo>
                  <a:pt x="1499616" y="237756"/>
                </a:lnTo>
                <a:lnTo>
                  <a:pt x="1501140" y="231660"/>
                </a:lnTo>
                <a:lnTo>
                  <a:pt x="1501140" y="219468"/>
                </a:lnTo>
                <a:lnTo>
                  <a:pt x="1472374" y="191655"/>
                </a:lnTo>
                <a:lnTo>
                  <a:pt x="1441704" y="176796"/>
                </a:lnTo>
                <a:lnTo>
                  <a:pt x="1441704" y="143268"/>
                </a:lnTo>
                <a:lnTo>
                  <a:pt x="1514856" y="143268"/>
                </a:lnTo>
                <a:close/>
              </a:path>
              <a:path w="1746884" h="410210">
                <a:moveTo>
                  <a:pt x="1722120" y="41160"/>
                </a:moveTo>
                <a:lnTo>
                  <a:pt x="1712976" y="32016"/>
                </a:lnTo>
                <a:lnTo>
                  <a:pt x="1697736" y="16776"/>
                </a:lnTo>
                <a:lnTo>
                  <a:pt x="1684020" y="30492"/>
                </a:lnTo>
                <a:lnTo>
                  <a:pt x="1684020" y="42684"/>
                </a:lnTo>
                <a:lnTo>
                  <a:pt x="1684020" y="134124"/>
                </a:lnTo>
                <a:lnTo>
                  <a:pt x="1552956" y="134124"/>
                </a:lnTo>
                <a:lnTo>
                  <a:pt x="1552956" y="42684"/>
                </a:lnTo>
                <a:lnTo>
                  <a:pt x="1684020" y="42684"/>
                </a:lnTo>
                <a:lnTo>
                  <a:pt x="1684020" y="30492"/>
                </a:lnTo>
                <a:lnTo>
                  <a:pt x="1682496" y="32016"/>
                </a:lnTo>
                <a:lnTo>
                  <a:pt x="1556004" y="32016"/>
                </a:lnTo>
                <a:lnTo>
                  <a:pt x="1528572" y="16776"/>
                </a:lnTo>
                <a:lnTo>
                  <a:pt x="1529702" y="36207"/>
                </a:lnTo>
                <a:lnTo>
                  <a:pt x="1530667" y="55638"/>
                </a:lnTo>
                <a:lnTo>
                  <a:pt x="1531366" y="75069"/>
                </a:lnTo>
                <a:lnTo>
                  <a:pt x="1531620" y="94500"/>
                </a:lnTo>
                <a:lnTo>
                  <a:pt x="1531366" y="113944"/>
                </a:lnTo>
                <a:lnTo>
                  <a:pt x="1530667" y="133553"/>
                </a:lnTo>
                <a:lnTo>
                  <a:pt x="1529702" y="153428"/>
                </a:lnTo>
                <a:lnTo>
                  <a:pt x="1528572" y="173748"/>
                </a:lnTo>
                <a:lnTo>
                  <a:pt x="1552956" y="163080"/>
                </a:lnTo>
                <a:lnTo>
                  <a:pt x="1552956" y="143268"/>
                </a:lnTo>
                <a:lnTo>
                  <a:pt x="1684020" y="143268"/>
                </a:lnTo>
                <a:lnTo>
                  <a:pt x="1684020" y="164604"/>
                </a:lnTo>
                <a:lnTo>
                  <a:pt x="1708404" y="155460"/>
                </a:lnTo>
                <a:lnTo>
                  <a:pt x="1707705" y="143268"/>
                </a:lnTo>
                <a:lnTo>
                  <a:pt x="1707527" y="140335"/>
                </a:lnTo>
                <a:lnTo>
                  <a:pt x="1707400" y="134124"/>
                </a:lnTo>
                <a:lnTo>
                  <a:pt x="1707070" y="117932"/>
                </a:lnTo>
                <a:lnTo>
                  <a:pt x="1706943" y="94500"/>
                </a:lnTo>
                <a:lnTo>
                  <a:pt x="1706880" y="51828"/>
                </a:lnTo>
                <a:lnTo>
                  <a:pt x="1719948" y="42684"/>
                </a:lnTo>
                <a:lnTo>
                  <a:pt x="1722120" y="41160"/>
                </a:lnTo>
                <a:close/>
              </a:path>
              <a:path w="1746884" h="410210">
                <a:moveTo>
                  <a:pt x="1746504" y="382536"/>
                </a:moveTo>
                <a:lnTo>
                  <a:pt x="1717548" y="350532"/>
                </a:lnTo>
                <a:lnTo>
                  <a:pt x="1696212" y="371868"/>
                </a:lnTo>
                <a:lnTo>
                  <a:pt x="1629156" y="371868"/>
                </a:lnTo>
                <a:lnTo>
                  <a:pt x="1629156" y="291096"/>
                </a:lnTo>
                <a:lnTo>
                  <a:pt x="1725168" y="291096"/>
                </a:lnTo>
                <a:lnTo>
                  <a:pt x="1697736" y="262140"/>
                </a:lnTo>
                <a:lnTo>
                  <a:pt x="1679448" y="281952"/>
                </a:lnTo>
                <a:lnTo>
                  <a:pt x="1629156" y="281952"/>
                </a:lnTo>
                <a:lnTo>
                  <a:pt x="1629156" y="207276"/>
                </a:lnTo>
                <a:lnTo>
                  <a:pt x="1734312" y="207276"/>
                </a:lnTo>
                <a:lnTo>
                  <a:pt x="1706880" y="176796"/>
                </a:lnTo>
                <a:lnTo>
                  <a:pt x="1687068" y="196608"/>
                </a:lnTo>
                <a:lnTo>
                  <a:pt x="1507236" y="196608"/>
                </a:lnTo>
                <a:lnTo>
                  <a:pt x="1522476" y="211848"/>
                </a:lnTo>
                <a:lnTo>
                  <a:pt x="1531912" y="209842"/>
                </a:lnTo>
                <a:lnTo>
                  <a:pt x="1541907" y="208419"/>
                </a:lnTo>
                <a:lnTo>
                  <a:pt x="1552486" y="207556"/>
                </a:lnTo>
                <a:lnTo>
                  <a:pt x="1563624" y="207276"/>
                </a:lnTo>
                <a:lnTo>
                  <a:pt x="1606296" y="207276"/>
                </a:lnTo>
                <a:lnTo>
                  <a:pt x="1606296" y="281952"/>
                </a:lnTo>
                <a:lnTo>
                  <a:pt x="1516380" y="281952"/>
                </a:lnTo>
                <a:lnTo>
                  <a:pt x="1533144" y="297192"/>
                </a:lnTo>
                <a:lnTo>
                  <a:pt x="1542580" y="294944"/>
                </a:lnTo>
                <a:lnTo>
                  <a:pt x="1552575" y="293001"/>
                </a:lnTo>
                <a:lnTo>
                  <a:pt x="1563154" y="291617"/>
                </a:lnTo>
                <a:lnTo>
                  <a:pt x="1574292" y="291096"/>
                </a:lnTo>
                <a:lnTo>
                  <a:pt x="1606296" y="291096"/>
                </a:lnTo>
                <a:lnTo>
                  <a:pt x="1606296" y="371868"/>
                </a:lnTo>
                <a:lnTo>
                  <a:pt x="1481328" y="371868"/>
                </a:lnTo>
                <a:lnTo>
                  <a:pt x="1496568" y="387108"/>
                </a:lnTo>
                <a:lnTo>
                  <a:pt x="1506004" y="385102"/>
                </a:lnTo>
                <a:lnTo>
                  <a:pt x="1515999" y="383679"/>
                </a:lnTo>
                <a:lnTo>
                  <a:pt x="1526578" y="382816"/>
                </a:lnTo>
                <a:lnTo>
                  <a:pt x="1537716" y="382536"/>
                </a:lnTo>
                <a:lnTo>
                  <a:pt x="1746504" y="38253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" name="object 16"/>
          <p:cNvSpPr/>
          <p:nvPr/>
        </p:nvSpPr>
        <p:spPr>
          <a:xfrm>
            <a:off x="1741919" y="4288535"/>
            <a:ext cx="2001520" cy="411480"/>
          </a:xfrm>
          <a:custGeom>
            <a:avLst/>
            <a:gdLst/>
            <a:ahLst/>
            <a:cxnLst/>
            <a:rect l="l" t="t" r="r" b="b"/>
            <a:pathLst>
              <a:path w="2001520" h="411479">
                <a:moveTo>
                  <a:pt x="262128" y="204216"/>
                </a:moveTo>
                <a:lnTo>
                  <a:pt x="144780" y="204216"/>
                </a:lnTo>
                <a:lnTo>
                  <a:pt x="144780" y="242316"/>
                </a:lnTo>
                <a:lnTo>
                  <a:pt x="219456" y="242316"/>
                </a:lnTo>
                <a:lnTo>
                  <a:pt x="219456" y="326136"/>
                </a:lnTo>
                <a:lnTo>
                  <a:pt x="179832" y="334645"/>
                </a:lnTo>
                <a:lnTo>
                  <a:pt x="152400" y="335280"/>
                </a:lnTo>
                <a:lnTo>
                  <a:pt x="140360" y="334949"/>
                </a:lnTo>
                <a:lnTo>
                  <a:pt x="98475" y="322541"/>
                </a:lnTo>
                <a:lnTo>
                  <a:pt x="68135" y="292328"/>
                </a:lnTo>
                <a:lnTo>
                  <a:pt x="49580" y="247700"/>
                </a:lnTo>
                <a:lnTo>
                  <a:pt x="45720" y="202692"/>
                </a:lnTo>
                <a:lnTo>
                  <a:pt x="47459" y="175310"/>
                </a:lnTo>
                <a:lnTo>
                  <a:pt x="61798" y="128549"/>
                </a:lnTo>
                <a:lnTo>
                  <a:pt x="89776" y="94615"/>
                </a:lnTo>
                <a:lnTo>
                  <a:pt x="127406" y="76949"/>
                </a:lnTo>
                <a:lnTo>
                  <a:pt x="149352" y="74676"/>
                </a:lnTo>
                <a:lnTo>
                  <a:pt x="159359" y="74968"/>
                </a:lnTo>
                <a:lnTo>
                  <a:pt x="201739" y="84010"/>
                </a:lnTo>
                <a:lnTo>
                  <a:pt x="240792" y="103632"/>
                </a:lnTo>
                <a:lnTo>
                  <a:pt x="245364" y="108204"/>
                </a:lnTo>
                <a:lnTo>
                  <a:pt x="257556" y="117348"/>
                </a:lnTo>
                <a:lnTo>
                  <a:pt x="260604" y="117348"/>
                </a:lnTo>
                <a:lnTo>
                  <a:pt x="260604" y="65532"/>
                </a:lnTo>
                <a:lnTo>
                  <a:pt x="239268" y="54864"/>
                </a:lnTo>
                <a:lnTo>
                  <a:pt x="232676" y="52578"/>
                </a:lnTo>
                <a:lnTo>
                  <a:pt x="214884" y="45720"/>
                </a:lnTo>
                <a:lnTo>
                  <a:pt x="208013" y="44348"/>
                </a:lnTo>
                <a:lnTo>
                  <a:pt x="193675" y="41008"/>
                </a:lnTo>
                <a:lnTo>
                  <a:pt x="185928" y="39624"/>
                </a:lnTo>
                <a:lnTo>
                  <a:pt x="178816" y="38747"/>
                </a:lnTo>
                <a:lnTo>
                  <a:pt x="171259" y="38290"/>
                </a:lnTo>
                <a:lnTo>
                  <a:pt x="155448" y="38100"/>
                </a:lnTo>
                <a:lnTo>
                  <a:pt x="138595" y="38696"/>
                </a:lnTo>
                <a:lnTo>
                  <a:pt x="91440" y="48768"/>
                </a:lnTo>
                <a:lnTo>
                  <a:pt x="53301" y="71704"/>
                </a:lnTo>
                <a:lnTo>
                  <a:pt x="24574" y="105918"/>
                </a:lnTo>
                <a:lnTo>
                  <a:pt x="7073" y="150431"/>
                </a:lnTo>
                <a:lnTo>
                  <a:pt x="0" y="204216"/>
                </a:lnTo>
                <a:lnTo>
                  <a:pt x="812" y="224218"/>
                </a:lnTo>
                <a:lnTo>
                  <a:pt x="10668" y="277368"/>
                </a:lnTo>
                <a:lnTo>
                  <a:pt x="32956" y="319595"/>
                </a:lnTo>
                <a:lnTo>
                  <a:pt x="65341" y="348996"/>
                </a:lnTo>
                <a:lnTo>
                  <a:pt x="106349" y="367601"/>
                </a:lnTo>
                <a:lnTo>
                  <a:pt x="153924" y="373380"/>
                </a:lnTo>
                <a:lnTo>
                  <a:pt x="162788" y="373126"/>
                </a:lnTo>
                <a:lnTo>
                  <a:pt x="206298" y="366268"/>
                </a:lnTo>
                <a:lnTo>
                  <a:pt x="248412" y="350520"/>
                </a:lnTo>
                <a:lnTo>
                  <a:pt x="256032" y="347472"/>
                </a:lnTo>
                <a:lnTo>
                  <a:pt x="262128" y="345948"/>
                </a:lnTo>
                <a:lnTo>
                  <a:pt x="262128" y="204216"/>
                </a:lnTo>
                <a:close/>
              </a:path>
              <a:path w="2001520" h="411479">
                <a:moveTo>
                  <a:pt x="426720" y="205740"/>
                </a:moveTo>
                <a:lnTo>
                  <a:pt x="303288" y="205740"/>
                </a:lnTo>
                <a:lnTo>
                  <a:pt x="303288" y="245364"/>
                </a:lnTo>
                <a:lnTo>
                  <a:pt x="426720" y="245364"/>
                </a:lnTo>
                <a:lnTo>
                  <a:pt x="426720" y="205740"/>
                </a:lnTo>
                <a:close/>
              </a:path>
              <a:path w="2001520" h="411479">
                <a:moveTo>
                  <a:pt x="678192" y="274320"/>
                </a:moveTo>
                <a:lnTo>
                  <a:pt x="669188" y="234886"/>
                </a:lnTo>
                <a:lnTo>
                  <a:pt x="642569" y="205930"/>
                </a:lnTo>
                <a:lnTo>
                  <a:pt x="607009" y="191262"/>
                </a:lnTo>
                <a:lnTo>
                  <a:pt x="554291" y="178193"/>
                </a:lnTo>
                <a:lnTo>
                  <a:pt x="547128" y="176784"/>
                </a:lnTo>
                <a:lnTo>
                  <a:pt x="537413" y="173075"/>
                </a:lnTo>
                <a:lnTo>
                  <a:pt x="507504" y="143446"/>
                </a:lnTo>
                <a:lnTo>
                  <a:pt x="504456" y="124968"/>
                </a:lnTo>
                <a:lnTo>
                  <a:pt x="505599" y="114109"/>
                </a:lnTo>
                <a:lnTo>
                  <a:pt x="533361" y="82397"/>
                </a:lnTo>
                <a:lnTo>
                  <a:pt x="571512" y="74676"/>
                </a:lnTo>
                <a:lnTo>
                  <a:pt x="584936" y="75272"/>
                </a:lnTo>
                <a:lnTo>
                  <a:pt x="633780" y="90449"/>
                </a:lnTo>
                <a:lnTo>
                  <a:pt x="661428" y="109728"/>
                </a:lnTo>
                <a:lnTo>
                  <a:pt x="666000" y="109728"/>
                </a:lnTo>
                <a:lnTo>
                  <a:pt x="666000" y="57912"/>
                </a:lnTo>
                <a:lnTo>
                  <a:pt x="655421" y="53390"/>
                </a:lnTo>
                <a:lnTo>
                  <a:pt x="608317" y="40678"/>
                </a:lnTo>
                <a:lnTo>
                  <a:pt x="568464" y="38100"/>
                </a:lnTo>
                <a:lnTo>
                  <a:pt x="546239" y="39585"/>
                </a:lnTo>
                <a:lnTo>
                  <a:pt x="506945" y="52247"/>
                </a:lnTo>
                <a:lnTo>
                  <a:pt x="477608" y="78320"/>
                </a:lnTo>
                <a:lnTo>
                  <a:pt x="460260" y="129540"/>
                </a:lnTo>
                <a:lnTo>
                  <a:pt x="460565" y="139280"/>
                </a:lnTo>
                <a:lnTo>
                  <a:pt x="461594" y="148018"/>
                </a:lnTo>
                <a:lnTo>
                  <a:pt x="463473" y="155905"/>
                </a:lnTo>
                <a:lnTo>
                  <a:pt x="466356" y="163068"/>
                </a:lnTo>
                <a:lnTo>
                  <a:pt x="468947" y="170548"/>
                </a:lnTo>
                <a:lnTo>
                  <a:pt x="497878" y="202057"/>
                </a:lnTo>
                <a:lnTo>
                  <a:pt x="534936" y="216408"/>
                </a:lnTo>
                <a:lnTo>
                  <a:pt x="543763" y="219316"/>
                </a:lnTo>
                <a:lnTo>
                  <a:pt x="551891" y="221361"/>
                </a:lnTo>
                <a:lnTo>
                  <a:pt x="565416" y="224028"/>
                </a:lnTo>
                <a:lnTo>
                  <a:pt x="572274" y="226085"/>
                </a:lnTo>
                <a:lnTo>
                  <a:pt x="610946" y="239649"/>
                </a:lnTo>
                <a:lnTo>
                  <a:pt x="631901" y="272224"/>
                </a:lnTo>
                <a:lnTo>
                  <a:pt x="632472" y="281940"/>
                </a:lnTo>
                <a:lnTo>
                  <a:pt x="631329" y="293039"/>
                </a:lnTo>
                <a:lnTo>
                  <a:pt x="604774" y="326923"/>
                </a:lnTo>
                <a:lnTo>
                  <a:pt x="560844" y="335280"/>
                </a:lnTo>
                <a:lnTo>
                  <a:pt x="548246" y="334695"/>
                </a:lnTo>
                <a:lnTo>
                  <a:pt x="509028" y="324612"/>
                </a:lnTo>
                <a:lnTo>
                  <a:pt x="471728" y="302971"/>
                </a:lnTo>
                <a:lnTo>
                  <a:pt x="460260" y="294132"/>
                </a:lnTo>
                <a:lnTo>
                  <a:pt x="457212" y="294132"/>
                </a:lnTo>
                <a:lnTo>
                  <a:pt x="457212" y="347472"/>
                </a:lnTo>
                <a:lnTo>
                  <a:pt x="468655" y="352907"/>
                </a:lnTo>
                <a:lnTo>
                  <a:pt x="517601" y="368884"/>
                </a:lnTo>
                <a:lnTo>
                  <a:pt x="563892" y="373380"/>
                </a:lnTo>
                <a:lnTo>
                  <a:pt x="578154" y="372833"/>
                </a:lnTo>
                <a:lnTo>
                  <a:pt x="622655" y="360908"/>
                </a:lnTo>
                <a:lnTo>
                  <a:pt x="655561" y="336638"/>
                </a:lnTo>
                <a:lnTo>
                  <a:pt x="673684" y="303047"/>
                </a:lnTo>
                <a:lnTo>
                  <a:pt x="677633" y="283705"/>
                </a:lnTo>
                <a:lnTo>
                  <a:pt x="678192" y="274320"/>
                </a:lnTo>
                <a:close/>
              </a:path>
              <a:path w="2001520" h="411479">
                <a:moveTo>
                  <a:pt x="925080" y="64008"/>
                </a:moveTo>
                <a:lnTo>
                  <a:pt x="915479" y="53340"/>
                </a:lnTo>
                <a:lnTo>
                  <a:pt x="897648" y="33528"/>
                </a:lnTo>
                <a:lnTo>
                  <a:pt x="876312" y="53340"/>
                </a:lnTo>
                <a:lnTo>
                  <a:pt x="800112" y="53340"/>
                </a:lnTo>
                <a:lnTo>
                  <a:pt x="804659" y="46799"/>
                </a:lnTo>
                <a:lnTo>
                  <a:pt x="809066" y="40957"/>
                </a:lnTo>
                <a:lnTo>
                  <a:pt x="813181" y="35991"/>
                </a:lnTo>
                <a:lnTo>
                  <a:pt x="816876" y="32004"/>
                </a:lnTo>
                <a:lnTo>
                  <a:pt x="819924" y="27432"/>
                </a:lnTo>
                <a:lnTo>
                  <a:pt x="826020" y="22860"/>
                </a:lnTo>
                <a:lnTo>
                  <a:pt x="833640" y="19812"/>
                </a:lnTo>
                <a:lnTo>
                  <a:pt x="798588" y="0"/>
                </a:lnTo>
                <a:lnTo>
                  <a:pt x="775919" y="54292"/>
                </a:lnTo>
                <a:lnTo>
                  <a:pt x="754392" y="91440"/>
                </a:lnTo>
                <a:lnTo>
                  <a:pt x="726097" y="128308"/>
                </a:lnTo>
                <a:lnTo>
                  <a:pt x="717816" y="137160"/>
                </a:lnTo>
                <a:lnTo>
                  <a:pt x="722388" y="143256"/>
                </a:lnTo>
                <a:lnTo>
                  <a:pt x="753452" y="116471"/>
                </a:lnTo>
                <a:lnTo>
                  <a:pt x="786015" y="76923"/>
                </a:lnTo>
                <a:lnTo>
                  <a:pt x="794016" y="64008"/>
                </a:lnTo>
                <a:lnTo>
                  <a:pt x="824496" y="64008"/>
                </a:lnTo>
                <a:lnTo>
                  <a:pt x="842784" y="99060"/>
                </a:lnTo>
                <a:lnTo>
                  <a:pt x="844308" y="105156"/>
                </a:lnTo>
                <a:lnTo>
                  <a:pt x="845832" y="108204"/>
                </a:lnTo>
                <a:lnTo>
                  <a:pt x="845832" y="112776"/>
                </a:lnTo>
                <a:lnTo>
                  <a:pt x="848880" y="114300"/>
                </a:lnTo>
                <a:lnTo>
                  <a:pt x="856500" y="114300"/>
                </a:lnTo>
                <a:lnTo>
                  <a:pt x="859548" y="112776"/>
                </a:lnTo>
                <a:lnTo>
                  <a:pt x="862596" y="109728"/>
                </a:lnTo>
                <a:lnTo>
                  <a:pt x="865644" y="105156"/>
                </a:lnTo>
                <a:lnTo>
                  <a:pt x="868692" y="96012"/>
                </a:lnTo>
                <a:lnTo>
                  <a:pt x="868400" y="89725"/>
                </a:lnTo>
                <a:lnTo>
                  <a:pt x="862977" y="82296"/>
                </a:lnTo>
                <a:lnTo>
                  <a:pt x="852398" y="73723"/>
                </a:lnTo>
                <a:lnTo>
                  <a:pt x="836688" y="64008"/>
                </a:lnTo>
                <a:lnTo>
                  <a:pt x="925080" y="64008"/>
                </a:lnTo>
                <a:close/>
              </a:path>
              <a:path w="2001520" h="411479">
                <a:moveTo>
                  <a:pt x="1106436" y="65532"/>
                </a:moveTo>
                <a:lnTo>
                  <a:pt x="1097762" y="56388"/>
                </a:lnTo>
                <a:lnTo>
                  <a:pt x="1079004" y="36576"/>
                </a:lnTo>
                <a:lnTo>
                  <a:pt x="1059192" y="56388"/>
                </a:lnTo>
                <a:lnTo>
                  <a:pt x="964704" y="56388"/>
                </a:lnTo>
                <a:lnTo>
                  <a:pt x="968362" y="50698"/>
                </a:lnTo>
                <a:lnTo>
                  <a:pt x="998232" y="22860"/>
                </a:lnTo>
                <a:lnTo>
                  <a:pt x="966228" y="1524"/>
                </a:lnTo>
                <a:lnTo>
                  <a:pt x="946416" y="50292"/>
                </a:lnTo>
                <a:lnTo>
                  <a:pt x="918337" y="97878"/>
                </a:lnTo>
                <a:lnTo>
                  <a:pt x="908316" y="111252"/>
                </a:lnTo>
                <a:lnTo>
                  <a:pt x="912888" y="114300"/>
                </a:lnTo>
                <a:lnTo>
                  <a:pt x="918832" y="109207"/>
                </a:lnTo>
                <a:lnTo>
                  <a:pt x="925080" y="103251"/>
                </a:lnTo>
                <a:lnTo>
                  <a:pt x="931316" y="96735"/>
                </a:lnTo>
                <a:lnTo>
                  <a:pt x="937272" y="89916"/>
                </a:lnTo>
                <a:lnTo>
                  <a:pt x="942987" y="84188"/>
                </a:lnTo>
                <a:lnTo>
                  <a:pt x="948702" y="78295"/>
                </a:lnTo>
                <a:lnTo>
                  <a:pt x="954417" y="72136"/>
                </a:lnTo>
                <a:lnTo>
                  <a:pt x="960132" y="65532"/>
                </a:lnTo>
                <a:lnTo>
                  <a:pt x="1001280" y="65532"/>
                </a:lnTo>
                <a:lnTo>
                  <a:pt x="1028712" y="97536"/>
                </a:lnTo>
                <a:lnTo>
                  <a:pt x="1033284" y="103632"/>
                </a:lnTo>
                <a:lnTo>
                  <a:pt x="1034808" y="108204"/>
                </a:lnTo>
                <a:lnTo>
                  <a:pt x="1037856" y="114300"/>
                </a:lnTo>
                <a:lnTo>
                  <a:pt x="1040904" y="115824"/>
                </a:lnTo>
                <a:lnTo>
                  <a:pt x="1043952" y="115824"/>
                </a:lnTo>
                <a:lnTo>
                  <a:pt x="1047000" y="114300"/>
                </a:lnTo>
                <a:lnTo>
                  <a:pt x="1051572" y="111252"/>
                </a:lnTo>
                <a:lnTo>
                  <a:pt x="1054620" y="108204"/>
                </a:lnTo>
                <a:lnTo>
                  <a:pt x="1057668" y="102108"/>
                </a:lnTo>
                <a:lnTo>
                  <a:pt x="1057668" y="92964"/>
                </a:lnTo>
                <a:lnTo>
                  <a:pt x="1054823" y="86106"/>
                </a:lnTo>
                <a:lnTo>
                  <a:pt x="1046429" y="79248"/>
                </a:lnTo>
                <a:lnTo>
                  <a:pt x="1032586" y="72390"/>
                </a:lnTo>
                <a:lnTo>
                  <a:pt x="1013472" y="65532"/>
                </a:lnTo>
                <a:lnTo>
                  <a:pt x="1106436" y="65532"/>
                </a:lnTo>
                <a:close/>
              </a:path>
              <a:path w="2001520" h="411479">
                <a:moveTo>
                  <a:pt x="1112532" y="323088"/>
                </a:moveTo>
                <a:lnTo>
                  <a:pt x="1102829" y="312420"/>
                </a:lnTo>
                <a:lnTo>
                  <a:pt x="1082052" y="289560"/>
                </a:lnTo>
                <a:lnTo>
                  <a:pt x="1057668" y="312420"/>
                </a:lnTo>
                <a:lnTo>
                  <a:pt x="978420" y="312420"/>
                </a:lnTo>
                <a:lnTo>
                  <a:pt x="978420" y="260604"/>
                </a:lnTo>
                <a:lnTo>
                  <a:pt x="1004328" y="260604"/>
                </a:lnTo>
                <a:lnTo>
                  <a:pt x="1004328" y="278892"/>
                </a:lnTo>
                <a:lnTo>
                  <a:pt x="1031760" y="268224"/>
                </a:lnTo>
                <a:lnTo>
                  <a:pt x="1031176" y="260604"/>
                </a:lnTo>
                <a:lnTo>
                  <a:pt x="1030363" y="249936"/>
                </a:lnTo>
                <a:lnTo>
                  <a:pt x="1029665" y="240792"/>
                </a:lnTo>
                <a:lnTo>
                  <a:pt x="1028966" y="230505"/>
                </a:lnTo>
                <a:lnTo>
                  <a:pt x="1028712" y="222504"/>
                </a:lnTo>
                <a:lnTo>
                  <a:pt x="1028712" y="213360"/>
                </a:lnTo>
                <a:lnTo>
                  <a:pt x="1028712" y="202692"/>
                </a:lnTo>
                <a:lnTo>
                  <a:pt x="1028712" y="170688"/>
                </a:lnTo>
                <a:lnTo>
                  <a:pt x="1028712" y="160020"/>
                </a:lnTo>
                <a:lnTo>
                  <a:pt x="1028712" y="132588"/>
                </a:lnTo>
                <a:lnTo>
                  <a:pt x="1033932" y="128016"/>
                </a:lnTo>
                <a:lnTo>
                  <a:pt x="1040904" y="121920"/>
                </a:lnTo>
                <a:lnTo>
                  <a:pt x="1036675" y="118872"/>
                </a:lnTo>
                <a:lnTo>
                  <a:pt x="1013472" y="102108"/>
                </a:lnTo>
                <a:lnTo>
                  <a:pt x="1004328" y="116484"/>
                </a:lnTo>
                <a:lnTo>
                  <a:pt x="1004328" y="128016"/>
                </a:lnTo>
                <a:lnTo>
                  <a:pt x="1004328" y="160020"/>
                </a:lnTo>
                <a:lnTo>
                  <a:pt x="1004328" y="170688"/>
                </a:lnTo>
                <a:lnTo>
                  <a:pt x="1004328" y="202692"/>
                </a:lnTo>
                <a:lnTo>
                  <a:pt x="1004328" y="213360"/>
                </a:lnTo>
                <a:lnTo>
                  <a:pt x="1004328" y="249936"/>
                </a:lnTo>
                <a:lnTo>
                  <a:pt x="954036" y="249936"/>
                </a:lnTo>
                <a:lnTo>
                  <a:pt x="954036" y="260604"/>
                </a:lnTo>
                <a:lnTo>
                  <a:pt x="954036" y="313944"/>
                </a:lnTo>
                <a:lnTo>
                  <a:pt x="868692" y="313944"/>
                </a:lnTo>
                <a:lnTo>
                  <a:pt x="870712" y="301117"/>
                </a:lnTo>
                <a:lnTo>
                  <a:pt x="872312" y="287845"/>
                </a:lnTo>
                <a:lnTo>
                  <a:pt x="873531" y="275158"/>
                </a:lnTo>
                <a:lnTo>
                  <a:pt x="874788" y="260604"/>
                </a:lnTo>
                <a:lnTo>
                  <a:pt x="954036" y="260604"/>
                </a:lnTo>
                <a:lnTo>
                  <a:pt x="954036" y="249936"/>
                </a:lnTo>
                <a:lnTo>
                  <a:pt x="816876" y="249936"/>
                </a:lnTo>
                <a:lnTo>
                  <a:pt x="816876" y="213360"/>
                </a:lnTo>
                <a:lnTo>
                  <a:pt x="1004328" y="213360"/>
                </a:lnTo>
                <a:lnTo>
                  <a:pt x="1004328" y="202692"/>
                </a:lnTo>
                <a:lnTo>
                  <a:pt x="816876" y="202692"/>
                </a:lnTo>
                <a:lnTo>
                  <a:pt x="816876" y="170688"/>
                </a:lnTo>
                <a:lnTo>
                  <a:pt x="1004328" y="170688"/>
                </a:lnTo>
                <a:lnTo>
                  <a:pt x="1004328" y="160020"/>
                </a:lnTo>
                <a:lnTo>
                  <a:pt x="816876" y="160020"/>
                </a:lnTo>
                <a:lnTo>
                  <a:pt x="816876" y="128016"/>
                </a:lnTo>
                <a:lnTo>
                  <a:pt x="1004328" y="128016"/>
                </a:lnTo>
                <a:lnTo>
                  <a:pt x="1004328" y="116484"/>
                </a:lnTo>
                <a:lnTo>
                  <a:pt x="1002804" y="118872"/>
                </a:lnTo>
                <a:lnTo>
                  <a:pt x="816876" y="118872"/>
                </a:lnTo>
                <a:lnTo>
                  <a:pt x="790968" y="103632"/>
                </a:lnTo>
                <a:lnTo>
                  <a:pt x="792048" y="112776"/>
                </a:lnTo>
                <a:lnTo>
                  <a:pt x="792162" y="114300"/>
                </a:lnTo>
                <a:lnTo>
                  <a:pt x="793064" y="127825"/>
                </a:lnTo>
                <a:lnTo>
                  <a:pt x="793750" y="148005"/>
                </a:lnTo>
                <a:lnTo>
                  <a:pt x="793978" y="170688"/>
                </a:lnTo>
                <a:lnTo>
                  <a:pt x="793851" y="222504"/>
                </a:lnTo>
                <a:lnTo>
                  <a:pt x="793788" y="230505"/>
                </a:lnTo>
                <a:lnTo>
                  <a:pt x="793369" y="256032"/>
                </a:lnTo>
                <a:lnTo>
                  <a:pt x="792492" y="283464"/>
                </a:lnTo>
                <a:lnTo>
                  <a:pt x="816876" y="274320"/>
                </a:lnTo>
                <a:lnTo>
                  <a:pt x="816876" y="260604"/>
                </a:lnTo>
                <a:lnTo>
                  <a:pt x="848880" y="260604"/>
                </a:lnTo>
                <a:lnTo>
                  <a:pt x="847775" y="274307"/>
                </a:lnTo>
                <a:lnTo>
                  <a:pt x="846404" y="288988"/>
                </a:lnTo>
                <a:lnTo>
                  <a:pt x="844804" y="301967"/>
                </a:lnTo>
                <a:lnTo>
                  <a:pt x="842784" y="313944"/>
                </a:lnTo>
                <a:lnTo>
                  <a:pt x="710184" y="313944"/>
                </a:lnTo>
                <a:lnTo>
                  <a:pt x="725436" y="330708"/>
                </a:lnTo>
                <a:lnTo>
                  <a:pt x="734860" y="327837"/>
                </a:lnTo>
                <a:lnTo>
                  <a:pt x="744867" y="325945"/>
                </a:lnTo>
                <a:lnTo>
                  <a:pt x="755434" y="324929"/>
                </a:lnTo>
                <a:lnTo>
                  <a:pt x="766584" y="324612"/>
                </a:lnTo>
                <a:lnTo>
                  <a:pt x="841260" y="324612"/>
                </a:lnTo>
                <a:lnTo>
                  <a:pt x="817892" y="361911"/>
                </a:lnTo>
                <a:lnTo>
                  <a:pt x="774395" y="389382"/>
                </a:lnTo>
                <a:lnTo>
                  <a:pt x="730008" y="406908"/>
                </a:lnTo>
                <a:lnTo>
                  <a:pt x="731532" y="411480"/>
                </a:lnTo>
                <a:lnTo>
                  <a:pt x="775919" y="401193"/>
                </a:lnTo>
                <a:lnTo>
                  <a:pt x="816876" y="384048"/>
                </a:lnTo>
                <a:lnTo>
                  <a:pt x="848880" y="358902"/>
                </a:lnTo>
                <a:lnTo>
                  <a:pt x="867168" y="324612"/>
                </a:lnTo>
                <a:lnTo>
                  <a:pt x="954036" y="324612"/>
                </a:lnTo>
                <a:lnTo>
                  <a:pt x="953947" y="350520"/>
                </a:lnTo>
                <a:lnTo>
                  <a:pt x="953846" y="364617"/>
                </a:lnTo>
                <a:lnTo>
                  <a:pt x="953338" y="388454"/>
                </a:lnTo>
                <a:lnTo>
                  <a:pt x="952512" y="411480"/>
                </a:lnTo>
                <a:lnTo>
                  <a:pt x="979944" y="399288"/>
                </a:lnTo>
                <a:lnTo>
                  <a:pt x="979716" y="389382"/>
                </a:lnTo>
                <a:lnTo>
                  <a:pt x="979195" y="372618"/>
                </a:lnTo>
                <a:lnTo>
                  <a:pt x="978662" y="350520"/>
                </a:lnTo>
                <a:lnTo>
                  <a:pt x="978433" y="324612"/>
                </a:lnTo>
                <a:lnTo>
                  <a:pt x="978420" y="323088"/>
                </a:lnTo>
                <a:lnTo>
                  <a:pt x="1112532" y="323088"/>
                </a:lnTo>
                <a:close/>
              </a:path>
              <a:path w="2001520" h="411479">
                <a:moveTo>
                  <a:pt x="1217688" y="167652"/>
                </a:moveTo>
                <a:lnTo>
                  <a:pt x="1213726" y="156768"/>
                </a:lnTo>
                <a:lnTo>
                  <a:pt x="1202067" y="144602"/>
                </a:lnTo>
                <a:lnTo>
                  <a:pt x="1182966" y="131000"/>
                </a:lnTo>
                <a:lnTo>
                  <a:pt x="1156728" y="115836"/>
                </a:lnTo>
                <a:lnTo>
                  <a:pt x="1153680" y="121932"/>
                </a:lnTo>
                <a:lnTo>
                  <a:pt x="1167130" y="137566"/>
                </a:lnTo>
                <a:lnTo>
                  <a:pt x="1177874" y="152222"/>
                </a:lnTo>
                <a:lnTo>
                  <a:pt x="1186040" y="165430"/>
                </a:lnTo>
                <a:lnTo>
                  <a:pt x="1191780" y="176796"/>
                </a:lnTo>
                <a:lnTo>
                  <a:pt x="1195247" y="187363"/>
                </a:lnTo>
                <a:lnTo>
                  <a:pt x="1199019" y="193941"/>
                </a:lnTo>
                <a:lnTo>
                  <a:pt x="1203350" y="196507"/>
                </a:lnTo>
                <a:lnTo>
                  <a:pt x="1208544" y="195084"/>
                </a:lnTo>
                <a:lnTo>
                  <a:pt x="1212545" y="190792"/>
                </a:lnTo>
                <a:lnTo>
                  <a:pt x="1215402" y="184797"/>
                </a:lnTo>
                <a:lnTo>
                  <a:pt x="1217117" y="177076"/>
                </a:lnTo>
                <a:lnTo>
                  <a:pt x="1217688" y="167652"/>
                </a:lnTo>
                <a:close/>
              </a:path>
              <a:path w="2001520" h="411479">
                <a:moveTo>
                  <a:pt x="1254264" y="65544"/>
                </a:moveTo>
                <a:lnTo>
                  <a:pt x="1217752" y="26962"/>
                </a:lnTo>
                <a:lnTo>
                  <a:pt x="1196352" y="15252"/>
                </a:lnTo>
                <a:lnTo>
                  <a:pt x="1193304" y="21348"/>
                </a:lnTo>
                <a:lnTo>
                  <a:pt x="1204988" y="35890"/>
                </a:lnTo>
                <a:lnTo>
                  <a:pt x="1214831" y="49733"/>
                </a:lnTo>
                <a:lnTo>
                  <a:pt x="1222654" y="62699"/>
                </a:lnTo>
                <a:lnTo>
                  <a:pt x="1228356" y="74688"/>
                </a:lnTo>
                <a:lnTo>
                  <a:pt x="1231404" y="86880"/>
                </a:lnTo>
                <a:lnTo>
                  <a:pt x="1234452" y="91452"/>
                </a:lnTo>
                <a:lnTo>
                  <a:pt x="1240548" y="91452"/>
                </a:lnTo>
                <a:lnTo>
                  <a:pt x="1243596" y="89928"/>
                </a:lnTo>
                <a:lnTo>
                  <a:pt x="1248168" y="85356"/>
                </a:lnTo>
                <a:lnTo>
                  <a:pt x="1251216" y="80784"/>
                </a:lnTo>
                <a:lnTo>
                  <a:pt x="1254264" y="74688"/>
                </a:lnTo>
                <a:lnTo>
                  <a:pt x="1254264" y="65544"/>
                </a:lnTo>
                <a:close/>
              </a:path>
              <a:path w="2001520" h="411479">
                <a:moveTo>
                  <a:pt x="1298460" y="77736"/>
                </a:moveTo>
                <a:lnTo>
                  <a:pt x="1292364" y="76212"/>
                </a:lnTo>
                <a:lnTo>
                  <a:pt x="1260665" y="151980"/>
                </a:lnTo>
                <a:lnTo>
                  <a:pt x="1236548" y="208038"/>
                </a:lnTo>
                <a:lnTo>
                  <a:pt x="1220139" y="244652"/>
                </a:lnTo>
                <a:lnTo>
                  <a:pt x="1211592" y="262140"/>
                </a:lnTo>
                <a:lnTo>
                  <a:pt x="1205496" y="271284"/>
                </a:lnTo>
                <a:lnTo>
                  <a:pt x="1199426" y="277355"/>
                </a:lnTo>
                <a:lnTo>
                  <a:pt x="1188199" y="277329"/>
                </a:lnTo>
                <a:lnTo>
                  <a:pt x="1179969" y="276999"/>
                </a:lnTo>
                <a:lnTo>
                  <a:pt x="1168869" y="276085"/>
                </a:lnTo>
                <a:lnTo>
                  <a:pt x="1155204" y="274332"/>
                </a:lnTo>
                <a:lnTo>
                  <a:pt x="1155204" y="281952"/>
                </a:lnTo>
                <a:lnTo>
                  <a:pt x="1193304" y="300240"/>
                </a:lnTo>
                <a:lnTo>
                  <a:pt x="1196352" y="306336"/>
                </a:lnTo>
                <a:lnTo>
                  <a:pt x="1196301" y="314909"/>
                </a:lnTo>
                <a:lnTo>
                  <a:pt x="1188897" y="350596"/>
                </a:lnTo>
                <a:lnTo>
                  <a:pt x="1187018" y="357581"/>
                </a:lnTo>
                <a:lnTo>
                  <a:pt x="1185989" y="363689"/>
                </a:lnTo>
                <a:lnTo>
                  <a:pt x="1185773" y="367296"/>
                </a:lnTo>
                <a:lnTo>
                  <a:pt x="1185684" y="376440"/>
                </a:lnTo>
                <a:lnTo>
                  <a:pt x="1190256" y="382536"/>
                </a:lnTo>
                <a:lnTo>
                  <a:pt x="1196352" y="384060"/>
                </a:lnTo>
                <a:lnTo>
                  <a:pt x="1203972" y="387108"/>
                </a:lnTo>
                <a:lnTo>
                  <a:pt x="1219212" y="387108"/>
                </a:lnTo>
                <a:lnTo>
                  <a:pt x="1222260" y="385584"/>
                </a:lnTo>
                <a:lnTo>
                  <a:pt x="1222260" y="381012"/>
                </a:lnTo>
                <a:lnTo>
                  <a:pt x="1221371" y="373392"/>
                </a:lnTo>
                <a:lnTo>
                  <a:pt x="1220749" y="363689"/>
                </a:lnTo>
                <a:lnTo>
                  <a:pt x="1220114" y="351434"/>
                </a:lnTo>
                <a:lnTo>
                  <a:pt x="1219212" y="336931"/>
                </a:lnTo>
                <a:lnTo>
                  <a:pt x="1219517" y="322287"/>
                </a:lnTo>
                <a:lnTo>
                  <a:pt x="1227836" y="277380"/>
                </a:lnTo>
                <a:lnTo>
                  <a:pt x="1247025" y="221945"/>
                </a:lnTo>
                <a:lnTo>
                  <a:pt x="1269022" y="160045"/>
                </a:lnTo>
                <a:lnTo>
                  <a:pt x="1298460" y="77736"/>
                </a:lnTo>
                <a:close/>
              </a:path>
              <a:path w="2001520" h="411479">
                <a:moveTo>
                  <a:pt x="1563636" y="213372"/>
                </a:moveTo>
                <a:lnTo>
                  <a:pt x="1533156" y="182892"/>
                </a:lnTo>
                <a:lnTo>
                  <a:pt x="1513344" y="202704"/>
                </a:lnTo>
                <a:lnTo>
                  <a:pt x="1420380" y="202704"/>
                </a:lnTo>
                <a:lnTo>
                  <a:pt x="1420380" y="109740"/>
                </a:lnTo>
                <a:lnTo>
                  <a:pt x="1534680" y="109740"/>
                </a:lnTo>
                <a:lnTo>
                  <a:pt x="1507248" y="80784"/>
                </a:lnTo>
                <a:lnTo>
                  <a:pt x="1488960" y="99072"/>
                </a:lnTo>
                <a:lnTo>
                  <a:pt x="1420380" y="99072"/>
                </a:lnTo>
                <a:lnTo>
                  <a:pt x="1420380" y="38112"/>
                </a:lnTo>
                <a:lnTo>
                  <a:pt x="1438668" y="21348"/>
                </a:lnTo>
                <a:lnTo>
                  <a:pt x="1395996" y="12"/>
                </a:lnTo>
                <a:lnTo>
                  <a:pt x="1396860" y="15252"/>
                </a:lnTo>
                <a:lnTo>
                  <a:pt x="1397304" y="35890"/>
                </a:lnTo>
                <a:lnTo>
                  <a:pt x="1397419" y="51828"/>
                </a:lnTo>
                <a:lnTo>
                  <a:pt x="1397520" y="99072"/>
                </a:lnTo>
                <a:lnTo>
                  <a:pt x="1303032" y="99072"/>
                </a:lnTo>
                <a:lnTo>
                  <a:pt x="1318272" y="114312"/>
                </a:lnTo>
                <a:lnTo>
                  <a:pt x="1327696" y="112306"/>
                </a:lnTo>
                <a:lnTo>
                  <a:pt x="1337703" y="110883"/>
                </a:lnTo>
                <a:lnTo>
                  <a:pt x="1348270" y="110020"/>
                </a:lnTo>
                <a:lnTo>
                  <a:pt x="1359420" y="109740"/>
                </a:lnTo>
                <a:lnTo>
                  <a:pt x="1397520" y="109740"/>
                </a:lnTo>
                <a:lnTo>
                  <a:pt x="1397520" y="202704"/>
                </a:lnTo>
                <a:lnTo>
                  <a:pt x="1269504" y="202704"/>
                </a:lnTo>
                <a:lnTo>
                  <a:pt x="1284744" y="219468"/>
                </a:lnTo>
                <a:lnTo>
                  <a:pt x="1295044" y="216585"/>
                </a:lnTo>
                <a:lnTo>
                  <a:pt x="1305509" y="214706"/>
                </a:lnTo>
                <a:lnTo>
                  <a:pt x="1316240" y="213677"/>
                </a:lnTo>
                <a:lnTo>
                  <a:pt x="1327416" y="213372"/>
                </a:lnTo>
                <a:lnTo>
                  <a:pt x="1391424" y="213372"/>
                </a:lnTo>
                <a:lnTo>
                  <a:pt x="1371231" y="256997"/>
                </a:lnTo>
                <a:lnTo>
                  <a:pt x="1339608" y="306336"/>
                </a:lnTo>
                <a:lnTo>
                  <a:pt x="1306461" y="345389"/>
                </a:lnTo>
                <a:lnTo>
                  <a:pt x="1280172" y="358152"/>
                </a:lnTo>
                <a:lnTo>
                  <a:pt x="1296936" y="397776"/>
                </a:lnTo>
                <a:lnTo>
                  <a:pt x="1332293" y="383413"/>
                </a:lnTo>
                <a:lnTo>
                  <a:pt x="1382864" y="371386"/>
                </a:lnTo>
                <a:lnTo>
                  <a:pt x="1456639" y="359956"/>
                </a:lnTo>
                <a:lnTo>
                  <a:pt x="1473784" y="358152"/>
                </a:lnTo>
                <a:lnTo>
                  <a:pt x="1502676" y="355104"/>
                </a:lnTo>
                <a:lnTo>
                  <a:pt x="1520964" y="394728"/>
                </a:lnTo>
                <a:lnTo>
                  <a:pt x="1522488" y="397776"/>
                </a:lnTo>
                <a:lnTo>
                  <a:pt x="1528584" y="397776"/>
                </a:lnTo>
                <a:lnTo>
                  <a:pt x="1530108" y="394728"/>
                </a:lnTo>
                <a:lnTo>
                  <a:pt x="1534680" y="387108"/>
                </a:lnTo>
                <a:lnTo>
                  <a:pt x="1540776" y="381012"/>
                </a:lnTo>
                <a:lnTo>
                  <a:pt x="1542300" y="373392"/>
                </a:lnTo>
                <a:lnTo>
                  <a:pt x="1542300" y="367296"/>
                </a:lnTo>
                <a:lnTo>
                  <a:pt x="1541703" y="361556"/>
                </a:lnTo>
                <a:lnTo>
                  <a:pt x="1539824" y="355676"/>
                </a:lnTo>
                <a:lnTo>
                  <a:pt x="1539506" y="355104"/>
                </a:lnTo>
                <a:lnTo>
                  <a:pt x="1536509" y="349504"/>
                </a:lnTo>
                <a:lnTo>
                  <a:pt x="1501152" y="317004"/>
                </a:lnTo>
                <a:lnTo>
                  <a:pt x="1491170" y="308711"/>
                </a:lnTo>
                <a:lnTo>
                  <a:pt x="1479651" y="299872"/>
                </a:lnTo>
                <a:lnTo>
                  <a:pt x="1466646" y="290423"/>
                </a:lnTo>
                <a:lnTo>
                  <a:pt x="1452384" y="280428"/>
                </a:lnTo>
                <a:lnTo>
                  <a:pt x="1447812" y="285000"/>
                </a:lnTo>
                <a:lnTo>
                  <a:pt x="1461185" y="299859"/>
                </a:lnTo>
                <a:lnTo>
                  <a:pt x="1473911" y="314909"/>
                </a:lnTo>
                <a:lnTo>
                  <a:pt x="1485734" y="330212"/>
                </a:lnTo>
                <a:lnTo>
                  <a:pt x="1496580" y="345960"/>
                </a:lnTo>
                <a:lnTo>
                  <a:pt x="1315224" y="358152"/>
                </a:lnTo>
                <a:lnTo>
                  <a:pt x="1343456" y="327571"/>
                </a:lnTo>
                <a:lnTo>
                  <a:pt x="1366278" y="302145"/>
                </a:lnTo>
                <a:lnTo>
                  <a:pt x="1383284" y="281952"/>
                </a:lnTo>
                <a:lnTo>
                  <a:pt x="1394472" y="266712"/>
                </a:lnTo>
                <a:lnTo>
                  <a:pt x="1403350" y="254393"/>
                </a:lnTo>
                <a:lnTo>
                  <a:pt x="1411808" y="244805"/>
                </a:lnTo>
                <a:lnTo>
                  <a:pt x="1419974" y="237769"/>
                </a:lnTo>
                <a:lnTo>
                  <a:pt x="1428000" y="233184"/>
                </a:lnTo>
                <a:lnTo>
                  <a:pt x="1400568" y="213372"/>
                </a:lnTo>
                <a:lnTo>
                  <a:pt x="1563636" y="213372"/>
                </a:lnTo>
                <a:close/>
              </a:path>
              <a:path w="2001520" h="411479">
                <a:moveTo>
                  <a:pt x="1918728" y="32016"/>
                </a:moveTo>
                <a:lnTo>
                  <a:pt x="1911007" y="25920"/>
                </a:lnTo>
                <a:lnTo>
                  <a:pt x="1889772" y="9156"/>
                </a:lnTo>
                <a:lnTo>
                  <a:pt x="1877580" y="22567"/>
                </a:lnTo>
                <a:lnTo>
                  <a:pt x="1877580" y="36588"/>
                </a:lnTo>
                <a:lnTo>
                  <a:pt x="1877580" y="86880"/>
                </a:lnTo>
                <a:lnTo>
                  <a:pt x="1877580" y="97548"/>
                </a:lnTo>
                <a:lnTo>
                  <a:pt x="1877580" y="149364"/>
                </a:lnTo>
                <a:lnTo>
                  <a:pt x="1726704" y="149364"/>
                </a:lnTo>
                <a:lnTo>
                  <a:pt x="1726704" y="97548"/>
                </a:lnTo>
                <a:lnTo>
                  <a:pt x="1877580" y="97548"/>
                </a:lnTo>
                <a:lnTo>
                  <a:pt x="1877580" y="86880"/>
                </a:lnTo>
                <a:lnTo>
                  <a:pt x="1726704" y="86880"/>
                </a:lnTo>
                <a:lnTo>
                  <a:pt x="1726704" y="36588"/>
                </a:lnTo>
                <a:lnTo>
                  <a:pt x="1877580" y="36588"/>
                </a:lnTo>
                <a:lnTo>
                  <a:pt x="1877580" y="22567"/>
                </a:lnTo>
                <a:lnTo>
                  <a:pt x="1874532" y="25920"/>
                </a:lnTo>
                <a:lnTo>
                  <a:pt x="1728228" y="25920"/>
                </a:lnTo>
                <a:lnTo>
                  <a:pt x="1700796" y="10680"/>
                </a:lnTo>
                <a:lnTo>
                  <a:pt x="1701609" y="32016"/>
                </a:lnTo>
                <a:lnTo>
                  <a:pt x="1701736" y="36588"/>
                </a:lnTo>
                <a:lnTo>
                  <a:pt x="1702130" y="56210"/>
                </a:lnTo>
                <a:lnTo>
                  <a:pt x="1702295" y="78613"/>
                </a:lnTo>
                <a:lnTo>
                  <a:pt x="1702269" y="123266"/>
                </a:lnTo>
                <a:lnTo>
                  <a:pt x="1702130" y="142697"/>
                </a:lnTo>
                <a:lnTo>
                  <a:pt x="1701673" y="164236"/>
                </a:lnTo>
                <a:lnTo>
                  <a:pt x="1700796" y="185940"/>
                </a:lnTo>
                <a:lnTo>
                  <a:pt x="1726704" y="175272"/>
                </a:lnTo>
                <a:lnTo>
                  <a:pt x="1726704" y="160032"/>
                </a:lnTo>
                <a:lnTo>
                  <a:pt x="1877580" y="160032"/>
                </a:lnTo>
                <a:lnTo>
                  <a:pt x="1877580" y="182892"/>
                </a:lnTo>
                <a:lnTo>
                  <a:pt x="1903488" y="169176"/>
                </a:lnTo>
                <a:lnTo>
                  <a:pt x="1903361" y="160032"/>
                </a:lnTo>
                <a:lnTo>
                  <a:pt x="1903222" y="149364"/>
                </a:lnTo>
                <a:lnTo>
                  <a:pt x="1902726" y="123266"/>
                </a:lnTo>
                <a:lnTo>
                  <a:pt x="1902333" y="97548"/>
                </a:lnTo>
                <a:lnTo>
                  <a:pt x="1902193" y="86880"/>
                </a:lnTo>
                <a:lnTo>
                  <a:pt x="1901964" y="44208"/>
                </a:lnTo>
                <a:lnTo>
                  <a:pt x="1912442" y="36588"/>
                </a:lnTo>
                <a:lnTo>
                  <a:pt x="1918728" y="32016"/>
                </a:lnTo>
                <a:close/>
              </a:path>
              <a:path w="2001520" h="411479">
                <a:moveTo>
                  <a:pt x="2001024" y="361200"/>
                </a:moveTo>
                <a:lnTo>
                  <a:pt x="1981542" y="363842"/>
                </a:lnTo>
                <a:lnTo>
                  <a:pt x="1959495" y="365201"/>
                </a:lnTo>
                <a:lnTo>
                  <a:pt x="1934578" y="365696"/>
                </a:lnTo>
                <a:lnTo>
                  <a:pt x="1906536" y="365772"/>
                </a:lnTo>
                <a:lnTo>
                  <a:pt x="1879409" y="365201"/>
                </a:lnTo>
                <a:lnTo>
                  <a:pt x="1855292" y="363486"/>
                </a:lnTo>
                <a:lnTo>
                  <a:pt x="1834311" y="360629"/>
                </a:lnTo>
                <a:lnTo>
                  <a:pt x="1816620" y="356628"/>
                </a:lnTo>
                <a:lnTo>
                  <a:pt x="1816620" y="349008"/>
                </a:lnTo>
                <a:lnTo>
                  <a:pt x="1816620" y="285000"/>
                </a:lnTo>
                <a:lnTo>
                  <a:pt x="1962924" y="285000"/>
                </a:lnTo>
                <a:lnTo>
                  <a:pt x="1952739" y="274332"/>
                </a:lnTo>
                <a:lnTo>
                  <a:pt x="1930920" y="251472"/>
                </a:lnTo>
                <a:lnTo>
                  <a:pt x="1908060" y="274332"/>
                </a:lnTo>
                <a:lnTo>
                  <a:pt x="1816620" y="274332"/>
                </a:lnTo>
                <a:lnTo>
                  <a:pt x="1816620" y="214896"/>
                </a:lnTo>
                <a:lnTo>
                  <a:pt x="1993404" y="214896"/>
                </a:lnTo>
                <a:lnTo>
                  <a:pt x="1956828" y="179844"/>
                </a:lnTo>
                <a:lnTo>
                  <a:pt x="1930920" y="205752"/>
                </a:lnTo>
                <a:lnTo>
                  <a:pt x="1609356" y="205752"/>
                </a:lnTo>
                <a:lnTo>
                  <a:pt x="1624596" y="220992"/>
                </a:lnTo>
                <a:lnTo>
                  <a:pt x="1634020" y="218744"/>
                </a:lnTo>
                <a:lnTo>
                  <a:pt x="1644027" y="216801"/>
                </a:lnTo>
                <a:lnTo>
                  <a:pt x="1654594" y="215417"/>
                </a:lnTo>
                <a:lnTo>
                  <a:pt x="1665744" y="214896"/>
                </a:lnTo>
                <a:lnTo>
                  <a:pt x="1792236" y="214896"/>
                </a:lnTo>
                <a:lnTo>
                  <a:pt x="1792236" y="349008"/>
                </a:lnTo>
                <a:lnTo>
                  <a:pt x="1767370" y="336715"/>
                </a:lnTo>
                <a:lnTo>
                  <a:pt x="1726222" y="306997"/>
                </a:lnTo>
                <a:lnTo>
                  <a:pt x="1718932" y="267284"/>
                </a:lnTo>
                <a:lnTo>
                  <a:pt x="1722132" y="262140"/>
                </a:lnTo>
                <a:lnTo>
                  <a:pt x="1725180" y="256044"/>
                </a:lnTo>
                <a:lnTo>
                  <a:pt x="1729752" y="251472"/>
                </a:lnTo>
                <a:lnTo>
                  <a:pt x="1737372" y="246900"/>
                </a:lnTo>
                <a:lnTo>
                  <a:pt x="1699272" y="224040"/>
                </a:lnTo>
                <a:lnTo>
                  <a:pt x="1685759" y="278612"/>
                </a:lnTo>
                <a:lnTo>
                  <a:pt x="1665554" y="325767"/>
                </a:lnTo>
                <a:lnTo>
                  <a:pt x="1638185" y="365480"/>
                </a:lnTo>
                <a:lnTo>
                  <a:pt x="1603260" y="397776"/>
                </a:lnTo>
                <a:lnTo>
                  <a:pt x="1606308" y="403872"/>
                </a:lnTo>
                <a:lnTo>
                  <a:pt x="1637182" y="385292"/>
                </a:lnTo>
                <a:lnTo>
                  <a:pt x="1663649" y="361581"/>
                </a:lnTo>
                <a:lnTo>
                  <a:pt x="1685810" y="332714"/>
                </a:lnTo>
                <a:lnTo>
                  <a:pt x="1703844" y="298716"/>
                </a:lnTo>
                <a:lnTo>
                  <a:pt x="1714677" y="312115"/>
                </a:lnTo>
                <a:lnTo>
                  <a:pt x="1752612" y="347484"/>
                </a:lnTo>
                <a:lnTo>
                  <a:pt x="1801253" y="374484"/>
                </a:lnTo>
                <a:lnTo>
                  <a:pt x="1846592" y="387273"/>
                </a:lnTo>
                <a:lnTo>
                  <a:pt x="1919122" y="395795"/>
                </a:lnTo>
                <a:lnTo>
                  <a:pt x="1965972" y="397776"/>
                </a:lnTo>
                <a:lnTo>
                  <a:pt x="1969947" y="388340"/>
                </a:lnTo>
                <a:lnTo>
                  <a:pt x="1977212" y="380631"/>
                </a:lnTo>
                <a:lnTo>
                  <a:pt x="1987613" y="374624"/>
                </a:lnTo>
                <a:lnTo>
                  <a:pt x="2001024" y="370344"/>
                </a:lnTo>
                <a:lnTo>
                  <a:pt x="2001024" y="365772"/>
                </a:lnTo>
                <a:lnTo>
                  <a:pt x="2001024" y="36120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" name="object 17"/>
          <p:cNvSpPr/>
          <p:nvPr/>
        </p:nvSpPr>
        <p:spPr>
          <a:xfrm>
            <a:off x="3797808" y="4299204"/>
            <a:ext cx="378460" cy="399415"/>
          </a:xfrm>
          <a:custGeom>
            <a:avLst/>
            <a:gdLst/>
            <a:ahLst/>
            <a:cxnLst/>
            <a:rect l="l" t="t" r="r" b="b"/>
            <a:pathLst>
              <a:path w="378460" h="399414">
                <a:moveTo>
                  <a:pt x="27432" y="41148"/>
                </a:moveTo>
                <a:lnTo>
                  <a:pt x="12192" y="25908"/>
                </a:lnTo>
                <a:lnTo>
                  <a:pt x="315468" y="25908"/>
                </a:lnTo>
                <a:lnTo>
                  <a:pt x="342900" y="0"/>
                </a:lnTo>
                <a:lnTo>
                  <a:pt x="377952" y="36576"/>
                </a:lnTo>
                <a:lnTo>
                  <a:pt x="64008" y="36576"/>
                </a:lnTo>
                <a:lnTo>
                  <a:pt x="55721" y="36861"/>
                </a:lnTo>
                <a:lnTo>
                  <a:pt x="46863" y="37719"/>
                </a:lnTo>
                <a:lnTo>
                  <a:pt x="37433" y="39147"/>
                </a:lnTo>
                <a:lnTo>
                  <a:pt x="27432" y="41148"/>
                </a:lnTo>
                <a:close/>
              </a:path>
              <a:path w="378460" h="399414">
                <a:moveTo>
                  <a:pt x="1524" y="201168"/>
                </a:moveTo>
                <a:lnTo>
                  <a:pt x="0" y="195072"/>
                </a:lnTo>
                <a:lnTo>
                  <a:pt x="25741" y="179879"/>
                </a:lnTo>
                <a:lnTo>
                  <a:pt x="50482" y="163830"/>
                </a:lnTo>
                <a:lnTo>
                  <a:pt x="97536" y="128016"/>
                </a:lnTo>
                <a:lnTo>
                  <a:pt x="139636" y="86296"/>
                </a:lnTo>
                <a:lnTo>
                  <a:pt x="178308" y="36576"/>
                </a:lnTo>
                <a:lnTo>
                  <a:pt x="213360" y="36576"/>
                </a:lnTo>
                <a:lnTo>
                  <a:pt x="205930" y="44267"/>
                </a:lnTo>
                <a:lnTo>
                  <a:pt x="199644" y="51244"/>
                </a:lnTo>
                <a:lnTo>
                  <a:pt x="194500" y="57364"/>
                </a:lnTo>
                <a:lnTo>
                  <a:pt x="190500" y="62484"/>
                </a:lnTo>
                <a:lnTo>
                  <a:pt x="211226" y="74676"/>
                </a:lnTo>
                <a:lnTo>
                  <a:pt x="179832" y="74676"/>
                </a:lnTo>
                <a:lnTo>
                  <a:pt x="139827" y="118110"/>
                </a:lnTo>
                <a:lnTo>
                  <a:pt x="97536" y="152400"/>
                </a:lnTo>
                <a:lnTo>
                  <a:pt x="51816" y="179641"/>
                </a:lnTo>
                <a:lnTo>
                  <a:pt x="27241" y="191190"/>
                </a:lnTo>
                <a:lnTo>
                  <a:pt x="1524" y="201168"/>
                </a:lnTo>
                <a:close/>
              </a:path>
              <a:path w="378460" h="399414">
                <a:moveTo>
                  <a:pt x="176784" y="210312"/>
                </a:moveTo>
                <a:lnTo>
                  <a:pt x="179396" y="163830"/>
                </a:lnTo>
                <a:lnTo>
                  <a:pt x="179832" y="74676"/>
                </a:lnTo>
                <a:lnTo>
                  <a:pt x="211226" y="74676"/>
                </a:lnTo>
                <a:lnTo>
                  <a:pt x="216408" y="77724"/>
                </a:lnTo>
                <a:lnTo>
                  <a:pt x="204216" y="88392"/>
                </a:lnTo>
                <a:lnTo>
                  <a:pt x="204317" y="162496"/>
                </a:lnTo>
                <a:lnTo>
                  <a:pt x="207264" y="199644"/>
                </a:lnTo>
                <a:lnTo>
                  <a:pt x="176784" y="210312"/>
                </a:lnTo>
                <a:close/>
              </a:path>
              <a:path w="378460" h="399414">
                <a:moveTo>
                  <a:pt x="371856" y="196596"/>
                </a:moveTo>
                <a:lnTo>
                  <a:pt x="364236" y="196596"/>
                </a:lnTo>
                <a:lnTo>
                  <a:pt x="361188" y="193548"/>
                </a:lnTo>
                <a:lnTo>
                  <a:pt x="356616" y="187452"/>
                </a:lnTo>
                <a:lnTo>
                  <a:pt x="347733" y="178260"/>
                </a:lnTo>
                <a:lnTo>
                  <a:pt x="309372" y="147828"/>
                </a:lnTo>
                <a:lnTo>
                  <a:pt x="272796" y="124015"/>
                </a:lnTo>
                <a:lnTo>
                  <a:pt x="227076" y="99060"/>
                </a:lnTo>
                <a:lnTo>
                  <a:pt x="228600" y="91440"/>
                </a:lnTo>
                <a:lnTo>
                  <a:pt x="284345" y="112609"/>
                </a:lnTo>
                <a:lnTo>
                  <a:pt x="325945" y="130492"/>
                </a:lnTo>
                <a:lnTo>
                  <a:pt x="367284" y="156972"/>
                </a:lnTo>
                <a:lnTo>
                  <a:pt x="377571" y="179903"/>
                </a:lnTo>
                <a:lnTo>
                  <a:pt x="376428" y="185928"/>
                </a:lnTo>
                <a:lnTo>
                  <a:pt x="374904" y="192024"/>
                </a:lnTo>
                <a:lnTo>
                  <a:pt x="371856" y="196596"/>
                </a:lnTo>
                <a:close/>
              </a:path>
              <a:path w="378460" h="399414">
                <a:moveTo>
                  <a:pt x="324135" y="227076"/>
                </a:moveTo>
                <a:lnTo>
                  <a:pt x="286512" y="227076"/>
                </a:lnTo>
                <a:lnTo>
                  <a:pt x="306324" y="210312"/>
                </a:lnTo>
                <a:lnTo>
                  <a:pt x="324135" y="227076"/>
                </a:lnTo>
                <a:close/>
              </a:path>
              <a:path w="378460" h="399414">
                <a:moveTo>
                  <a:pt x="77724" y="399288"/>
                </a:moveTo>
                <a:lnTo>
                  <a:pt x="78605" y="376189"/>
                </a:lnTo>
                <a:lnTo>
                  <a:pt x="79013" y="355092"/>
                </a:lnTo>
                <a:lnTo>
                  <a:pt x="79117" y="344424"/>
                </a:lnTo>
                <a:lnTo>
                  <a:pt x="79224" y="282559"/>
                </a:lnTo>
                <a:lnTo>
                  <a:pt x="79057" y="259080"/>
                </a:lnTo>
                <a:lnTo>
                  <a:pt x="78646" y="237744"/>
                </a:lnTo>
                <a:lnTo>
                  <a:pt x="78571" y="234696"/>
                </a:lnTo>
                <a:lnTo>
                  <a:pt x="77724" y="211836"/>
                </a:lnTo>
                <a:lnTo>
                  <a:pt x="105156" y="227076"/>
                </a:lnTo>
                <a:lnTo>
                  <a:pt x="324135" y="227076"/>
                </a:lnTo>
                <a:lnTo>
                  <a:pt x="332232" y="234696"/>
                </a:lnTo>
                <a:lnTo>
                  <a:pt x="328313" y="237744"/>
                </a:lnTo>
                <a:lnTo>
                  <a:pt x="105156" y="237744"/>
                </a:lnTo>
                <a:lnTo>
                  <a:pt x="105156" y="344424"/>
                </a:lnTo>
                <a:lnTo>
                  <a:pt x="318635" y="344424"/>
                </a:lnTo>
                <a:lnTo>
                  <a:pt x="318706" y="350520"/>
                </a:lnTo>
                <a:lnTo>
                  <a:pt x="318840" y="355092"/>
                </a:lnTo>
                <a:lnTo>
                  <a:pt x="105156" y="355092"/>
                </a:lnTo>
                <a:lnTo>
                  <a:pt x="105156" y="387096"/>
                </a:lnTo>
                <a:lnTo>
                  <a:pt x="77724" y="399288"/>
                </a:lnTo>
                <a:close/>
              </a:path>
              <a:path w="378460" h="399414">
                <a:moveTo>
                  <a:pt x="318635" y="344424"/>
                </a:moveTo>
                <a:lnTo>
                  <a:pt x="291084" y="344424"/>
                </a:lnTo>
                <a:lnTo>
                  <a:pt x="291084" y="237744"/>
                </a:lnTo>
                <a:lnTo>
                  <a:pt x="328313" y="237744"/>
                </a:lnTo>
                <a:lnTo>
                  <a:pt x="318516" y="245364"/>
                </a:lnTo>
                <a:lnTo>
                  <a:pt x="318635" y="344424"/>
                </a:lnTo>
                <a:close/>
              </a:path>
              <a:path w="378460" h="399414">
                <a:moveTo>
                  <a:pt x="291084" y="394716"/>
                </a:moveTo>
                <a:lnTo>
                  <a:pt x="291084" y="355092"/>
                </a:lnTo>
                <a:lnTo>
                  <a:pt x="318840" y="355092"/>
                </a:lnTo>
                <a:lnTo>
                  <a:pt x="319158" y="365950"/>
                </a:lnTo>
                <a:lnTo>
                  <a:pt x="320040" y="382524"/>
                </a:lnTo>
                <a:lnTo>
                  <a:pt x="291084" y="39471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" name="object 18"/>
          <p:cNvSpPr/>
          <p:nvPr/>
        </p:nvSpPr>
        <p:spPr>
          <a:xfrm>
            <a:off x="4227576" y="4288535"/>
            <a:ext cx="856615" cy="413384"/>
          </a:xfrm>
          <a:custGeom>
            <a:avLst/>
            <a:gdLst/>
            <a:ahLst/>
            <a:cxnLst/>
            <a:rect l="l" t="t" r="r" b="b"/>
            <a:pathLst>
              <a:path w="856614" h="413385">
                <a:moveTo>
                  <a:pt x="303276" y="181356"/>
                </a:moveTo>
                <a:lnTo>
                  <a:pt x="272796" y="149352"/>
                </a:lnTo>
                <a:lnTo>
                  <a:pt x="251460" y="170688"/>
                </a:lnTo>
                <a:lnTo>
                  <a:pt x="92964" y="170688"/>
                </a:lnTo>
                <a:lnTo>
                  <a:pt x="109728" y="185928"/>
                </a:lnTo>
                <a:lnTo>
                  <a:pt x="119126" y="183934"/>
                </a:lnTo>
                <a:lnTo>
                  <a:pt x="128968" y="182499"/>
                </a:lnTo>
                <a:lnTo>
                  <a:pt x="139077" y="181648"/>
                </a:lnTo>
                <a:lnTo>
                  <a:pt x="149352" y="181356"/>
                </a:lnTo>
                <a:lnTo>
                  <a:pt x="303276" y="181356"/>
                </a:lnTo>
                <a:close/>
              </a:path>
              <a:path w="856614" h="413385">
                <a:moveTo>
                  <a:pt x="387096" y="256032"/>
                </a:moveTo>
                <a:lnTo>
                  <a:pt x="352044" y="220980"/>
                </a:lnTo>
                <a:lnTo>
                  <a:pt x="327660" y="245364"/>
                </a:lnTo>
                <a:lnTo>
                  <a:pt x="27432" y="245364"/>
                </a:lnTo>
                <a:lnTo>
                  <a:pt x="42672" y="260604"/>
                </a:lnTo>
                <a:lnTo>
                  <a:pt x="52971" y="258610"/>
                </a:lnTo>
                <a:lnTo>
                  <a:pt x="63436" y="257175"/>
                </a:lnTo>
                <a:lnTo>
                  <a:pt x="74168" y="256324"/>
                </a:lnTo>
                <a:lnTo>
                  <a:pt x="85344" y="256032"/>
                </a:lnTo>
                <a:lnTo>
                  <a:pt x="164592" y="256032"/>
                </a:lnTo>
                <a:lnTo>
                  <a:pt x="138874" y="301040"/>
                </a:lnTo>
                <a:lnTo>
                  <a:pt x="105981" y="343382"/>
                </a:lnTo>
                <a:lnTo>
                  <a:pt x="75641" y="368528"/>
                </a:lnTo>
                <a:lnTo>
                  <a:pt x="62484" y="373380"/>
                </a:lnTo>
                <a:lnTo>
                  <a:pt x="79248" y="408432"/>
                </a:lnTo>
                <a:lnTo>
                  <a:pt x="131965" y="396011"/>
                </a:lnTo>
                <a:lnTo>
                  <a:pt x="304800" y="374904"/>
                </a:lnTo>
                <a:lnTo>
                  <a:pt x="311099" y="383768"/>
                </a:lnTo>
                <a:lnTo>
                  <a:pt x="316420" y="392049"/>
                </a:lnTo>
                <a:lnTo>
                  <a:pt x="320865" y="399770"/>
                </a:lnTo>
                <a:lnTo>
                  <a:pt x="324612" y="406908"/>
                </a:lnTo>
                <a:lnTo>
                  <a:pt x="327660" y="411480"/>
                </a:lnTo>
                <a:lnTo>
                  <a:pt x="329184" y="413004"/>
                </a:lnTo>
                <a:lnTo>
                  <a:pt x="333756" y="413004"/>
                </a:lnTo>
                <a:lnTo>
                  <a:pt x="336804" y="409956"/>
                </a:lnTo>
                <a:lnTo>
                  <a:pt x="341376" y="403860"/>
                </a:lnTo>
                <a:lnTo>
                  <a:pt x="345948" y="396240"/>
                </a:lnTo>
                <a:lnTo>
                  <a:pt x="347472" y="390144"/>
                </a:lnTo>
                <a:lnTo>
                  <a:pt x="347472" y="385572"/>
                </a:lnTo>
                <a:lnTo>
                  <a:pt x="346011" y="377532"/>
                </a:lnTo>
                <a:lnTo>
                  <a:pt x="344614" y="374904"/>
                </a:lnTo>
                <a:lnTo>
                  <a:pt x="343801" y="373380"/>
                </a:lnTo>
                <a:lnTo>
                  <a:pt x="341566" y="369189"/>
                </a:lnTo>
                <a:lnTo>
                  <a:pt x="309372" y="340258"/>
                </a:lnTo>
                <a:lnTo>
                  <a:pt x="268224" y="313448"/>
                </a:lnTo>
                <a:lnTo>
                  <a:pt x="240792" y="297180"/>
                </a:lnTo>
                <a:lnTo>
                  <a:pt x="236220" y="301752"/>
                </a:lnTo>
                <a:lnTo>
                  <a:pt x="254762" y="319493"/>
                </a:lnTo>
                <a:lnTo>
                  <a:pt x="271462" y="336232"/>
                </a:lnTo>
                <a:lnTo>
                  <a:pt x="286143" y="352120"/>
                </a:lnTo>
                <a:lnTo>
                  <a:pt x="298704" y="367284"/>
                </a:lnTo>
                <a:lnTo>
                  <a:pt x="124891" y="372859"/>
                </a:lnTo>
                <a:lnTo>
                  <a:pt x="91440" y="373380"/>
                </a:lnTo>
                <a:lnTo>
                  <a:pt x="112915" y="358838"/>
                </a:lnTo>
                <a:lnTo>
                  <a:pt x="136398" y="338137"/>
                </a:lnTo>
                <a:lnTo>
                  <a:pt x="162153" y="311454"/>
                </a:lnTo>
                <a:lnTo>
                  <a:pt x="190500" y="278892"/>
                </a:lnTo>
                <a:lnTo>
                  <a:pt x="205740" y="272796"/>
                </a:lnTo>
                <a:lnTo>
                  <a:pt x="182880" y="256032"/>
                </a:lnTo>
                <a:lnTo>
                  <a:pt x="387096" y="256032"/>
                </a:lnTo>
                <a:close/>
              </a:path>
              <a:path w="856614" h="413385">
                <a:moveTo>
                  <a:pt x="409956" y="164592"/>
                </a:moveTo>
                <a:lnTo>
                  <a:pt x="344233" y="147637"/>
                </a:lnTo>
                <a:lnTo>
                  <a:pt x="286512" y="115824"/>
                </a:lnTo>
                <a:lnTo>
                  <a:pt x="240792" y="77343"/>
                </a:lnTo>
                <a:lnTo>
                  <a:pt x="215150" y="45720"/>
                </a:lnTo>
                <a:lnTo>
                  <a:pt x="208788" y="36576"/>
                </a:lnTo>
                <a:lnTo>
                  <a:pt x="225552" y="25908"/>
                </a:lnTo>
                <a:lnTo>
                  <a:pt x="188976" y="0"/>
                </a:lnTo>
                <a:lnTo>
                  <a:pt x="174688" y="32626"/>
                </a:lnTo>
                <a:lnTo>
                  <a:pt x="156972" y="64389"/>
                </a:lnTo>
                <a:lnTo>
                  <a:pt x="111252" y="126492"/>
                </a:lnTo>
                <a:lnTo>
                  <a:pt x="84645" y="154520"/>
                </a:lnTo>
                <a:lnTo>
                  <a:pt x="29159" y="200863"/>
                </a:lnTo>
                <a:lnTo>
                  <a:pt x="0" y="219456"/>
                </a:lnTo>
                <a:lnTo>
                  <a:pt x="4572" y="224028"/>
                </a:lnTo>
                <a:lnTo>
                  <a:pt x="64389" y="189166"/>
                </a:lnTo>
                <a:lnTo>
                  <a:pt x="117348" y="146304"/>
                </a:lnTo>
                <a:lnTo>
                  <a:pt x="162687" y="98298"/>
                </a:lnTo>
                <a:lnTo>
                  <a:pt x="201168" y="45720"/>
                </a:lnTo>
                <a:lnTo>
                  <a:pt x="220903" y="74256"/>
                </a:lnTo>
                <a:lnTo>
                  <a:pt x="262674" y="123304"/>
                </a:lnTo>
                <a:lnTo>
                  <a:pt x="308203" y="160997"/>
                </a:lnTo>
                <a:lnTo>
                  <a:pt x="351205" y="186766"/>
                </a:lnTo>
                <a:lnTo>
                  <a:pt x="371856" y="195072"/>
                </a:lnTo>
                <a:lnTo>
                  <a:pt x="376732" y="185928"/>
                </a:lnTo>
                <a:lnTo>
                  <a:pt x="384619" y="179070"/>
                </a:lnTo>
                <a:lnTo>
                  <a:pt x="395643" y="174498"/>
                </a:lnTo>
                <a:lnTo>
                  <a:pt x="409956" y="172212"/>
                </a:lnTo>
                <a:lnTo>
                  <a:pt x="409956" y="164592"/>
                </a:lnTo>
                <a:close/>
              </a:path>
              <a:path w="856614" h="413385">
                <a:moveTo>
                  <a:pt x="617207" y="91440"/>
                </a:moveTo>
                <a:lnTo>
                  <a:pt x="591299" y="62484"/>
                </a:lnTo>
                <a:lnTo>
                  <a:pt x="569963" y="82296"/>
                </a:lnTo>
                <a:lnTo>
                  <a:pt x="521195" y="82296"/>
                </a:lnTo>
                <a:lnTo>
                  <a:pt x="533844" y="45656"/>
                </a:lnTo>
                <a:lnTo>
                  <a:pt x="550151" y="24384"/>
                </a:lnTo>
                <a:lnTo>
                  <a:pt x="518147" y="4572"/>
                </a:lnTo>
                <a:lnTo>
                  <a:pt x="513956" y="21336"/>
                </a:lnTo>
                <a:lnTo>
                  <a:pt x="508812" y="41719"/>
                </a:lnTo>
                <a:lnTo>
                  <a:pt x="503796" y="61366"/>
                </a:lnTo>
                <a:lnTo>
                  <a:pt x="498335" y="82296"/>
                </a:lnTo>
                <a:lnTo>
                  <a:pt x="444995" y="82296"/>
                </a:lnTo>
                <a:lnTo>
                  <a:pt x="460235" y="97536"/>
                </a:lnTo>
                <a:lnTo>
                  <a:pt x="477951" y="93345"/>
                </a:lnTo>
                <a:lnTo>
                  <a:pt x="485317" y="91973"/>
                </a:lnTo>
                <a:lnTo>
                  <a:pt x="492239" y="91440"/>
                </a:lnTo>
                <a:lnTo>
                  <a:pt x="495287" y="91440"/>
                </a:lnTo>
                <a:lnTo>
                  <a:pt x="482523" y="129540"/>
                </a:lnTo>
                <a:lnTo>
                  <a:pt x="465188" y="169646"/>
                </a:lnTo>
                <a:lnTo>
                  <a:pt x="448043" y="185928"/>
                </a:lnTo>
                <a:lnTo>
                  <a:pt x="467855" y="213360"/>
                </a:lnTo>
                <a:lnTo>
                  <a:pt x="481571" y="201168"/>
                </a:lnTo>
                <a:lnTo>
                  <a:pt x="531863" y="201168"/>
                </a:lnTo>
                <a:lnTo>
                  <a:pt x="531863" y="280416"/>
                </a:lnTo>
                <a:lnTo>
                  <a:pt x="508673" y="284492"/>
                </a:lnTo>
                <a:lnTo>
                  <a:pt x="466293" y="290918"/>
                </a:lnTo>
                <a:lnTo>
                  <a:pt x="446519" y="294132"/>
                </a:lnTo>
                <a:lnTo>
                  <a:pt x="461759" y="323088"/>
                </a:lnTo>
                <a:lnTo>
                  <a:pt x="468642" y="316852"/>
                </a:lnTo>
                <a:lnTo>
                  <a:pt x="482523" y="309753"/>
                </a:lnTo>
                <a:lnTo>
                  <a:pt x="503555" y="302094"/>
                </a:lnTo>
                <a:lnTo>
                  <a:pt x="531863" y="294132"/>
                </a:lnTo>
                <a:lnTo>
                  <a:pt x="531761" y="332232"/>
                </a:lnTo>
                <a:lnTo>
                  <a:pt x="531672" y="345948"/>
                </a:lnTo>
                <a:lnTo>
                  <a:pt x="531291" y="372745"/>
                </a:lnTo>
                <a:lnTo>
                  <a:pt x="531164" y="379476"/>
                </a:lnTo>
                <a:lnTo>
                  <a:pt x="530339" y="411480"/>
                </a:lnTo>
                <a:lnTo>
                  <a:pt x="556247" y="400812"/>
                </a:lnTo>
                <a:lnTo>
                  <a:pt x="554913" y="357378"/>
                </a:lnTo>
                <a:lnTo>
                  <a:pt x="554736" y="294132"/>
                </a:lnTo>
                <a:lnTo>
                  <a:pt x="554723" y="286512"/>
                </a:lnTo>
                <a:lnTo>
                  <a:pt x="598081" y="274320"/>
                </a:lnTo>
                <a:lnTo>
                  <a:pt x="603491" y="272796"/>
                </a:lnTo>
                <a:lnTo>
                  <a:pt x="601967" y="266700"/>
                </a:lnTo>
                <a:lnTo>
                  <a:pt x="554723" y="274320"/>
                </a:lnTo>
                <a:lnTo>
                  <a:pt x="554723" y="201168"/>
                </a:lnTo>
                <a:lnTo>
                  <a:pt x="605015" y="201168"/>
                </a:lnTo>
                <a:lnTo>
                  <a:pt x="594982" y="190500"/>
                </a:lnTo>
                <a:lnTo>
                  <a:pt x="580631" y="175260"/>
                </a:lnTo>
                <a:lnTo>
                  <a:pt x="562343" y="190500"/>
                </a:lnTo>
                <a:lnTo>
                  <a:pt x="554723" y="190500"/>
                </a:lnTo>
                <a:lnTo>
                  <a:pt x="554723" y="150876"/>
                </a:lnTo>
                <a:lnTo>
                  <a:pt x="566915" y="138684"/>
                </a:lnTo>
                <a:lnTo>
                  <a:pt x="530339" y="121920"/>
                </a:lnTo>
                <a:lnTo>
                  <a:pt x="531228" y="135597"/>
                </a:lnTo>
                <a:lnTo>
                  <a:pt x="531660" y="150876"/>
                </a:lnTo>
                <a:lnTo>
                  <a:pt x="531736" y="158496"/>
                </a:lnTo>
                <a:lnTo>
                  <a:pt x="531863" y="185928"/>
                </a:lnTo>
                <a:lnTo>
                  <a:pt x="531863" y="190500"/>
                </a:lnTo>
                <a:lnTo>
                  <a:pt x="481571" y="190500"/>
                </a:lnTo>
                <a:lnTo>
                  <a:pt x="518147" y="91440"/>
                </a:lnTo>
                <a:lnTo>
                  <a:pt x="617207" y="91440"/>
                </a:lnTo>
                <a:close/>
              </a:path>
              <a:path w="856614" h="413385">
                <a:moveTo>
                  <a:pt x="719315" y="184404"/>
                </a:moveTo>
                <a:lnTo>
                  <a:pt x="715568" y="181356"/>
                </a:lnTo>
                <a:lnTo>
                  <a:pt x="694931" y="164592"/>
                </a:lnTo>
                <a:lnTo>
                  <a:pt x="685787" y="177165"/>
                </a:lnTo>
                <a:lnTo>
                  <a:pt x="685787" y="190500"/>
                </a:lnTo>
                <a:lnTo>
                  <a:pt x="685787" y="236220"/>
                </a:lnTo>
                <a:lnTo>
                  <a:pt x="685787" y="246888"/>
                </a:lnTo>
                <a:lnTo>
                  <a:pt x="685787" y="294132"/>
                </a:lnTo>
                <a:lnTo>
                  <a:pt x="632447" y="294132"/>
                </a:lnTo>
                <a:lnTo>
                  <a:pt x="632447" y="246888"/>
                </a:lnTo>
                <a:lnTo>
                  <a:pt x="685787" y="246888"/>
                </a:lnTo>
                <a:lnTo>
                  <a:pt x="685787" y="236220"/>
                </a:lnTo>
                <a:lnTo>
                  <a:pt x="632447" y="236220"/>
                </a:lnTo>
                <a:lnTo>
                  <a:pt x="632447" y="190500"/>
                </a:lnTo>
                <a:lnTo>
                  <a:pt x="685787" y="190500"/>
                </a:lnTo>
                <a:lnTo>
                  <a:pt x="685787" y="177165"/>
                </a:lnTo>
                <a:lnTo>
                  <a:pt x="682739" y="181356"/>
                </a:lnTo>
                <a:lnTo>
                  <a:pt x="633971" y="181356"/>
                </a:lnTo>
                <a:lnTo>
                  <a:pt x="609587" y="169164"/>
                </a:lnTo>
                <a:lnTo>
                  <a:pt x="610476" y="190360"/>
                </a:lnTo>
                <a:lnTo>
                  <a:pt x="610933" y="219456"/>
                </a:lnTo>
                <a:lnTo>
                  <a:pt x="611035" y="238848"/>
                </a:lnTo>
                <a:lnTo>
                  <a:pt x="610920" y="364426"/>
                </a:lnTo>
                <a:lnTo>
                  <a:pt x="610463" y="391287"/>
                </a:lnTo>
                <a:lnTo>
                  <a:pt x="609587" y="411480"/>
                </a:lnTo>
                <a:lnTo>
                  <a:pt x="632447" y="399288"/>
                </a:lnTo>
                <a:lnTo>
                  <a:pt x="632447" y="304800"/>
                </a:lnTo>
                <a:lnTo>
                  <a:pt x="685787" y="304800"/>
                </a:lnTo>
                <a:lnTo>
                  <a:pt x="685787" y="376428"/>
                </a:lnTo>
                <a:lnTo>
                  <a:pt x="682739" y="381000"/>
                </a:lnTo>
                <a:lnTo>
                  <a:pt x="676643" y="381000"/>
                </a:lnTo>
                <a:lnTo>
                  <a:pt x="670623" y="380771"/>
                </a:lnTo>
                <a:lnTo>
                  <a:pt x="656285" y="379717"/>
                </a:lnTo>
                <a:lnTo>
                  <a:pt x="647687" y="379476"/>
                </a:lnTo>
                <a:lnTo>
                  <a:pt x="647687" y="385572"/>
                </a:lnTo>
                <a:lnTo>
                  <a:pt x="660857" y="388988"/>
                </a:lnTo>
                <a:lnTo>
                  <a:pt x="670737" y="394525"/>
                </a:lnTo>
                <a:lnTo>
                  <a:pt x="677481" y="402082"/>
                </a:lnTo>
                <a:lnTo>
                  <a:pt x="681215" y="411480"/>
                </a:lnTo>
                <a:lnTo>
                  <a:pt x="692340" y="406031"/>
                </a:lnTo>
                <a:lnTo>
                  <a:pt x="700455" y="398716"/>
                </a:lnTo>
                <a:lnTo>
                  <a:pt x="705434" y="389407"/>
                </a:lnTo>
                <a:lnTo>
                  <a:pt x="706678" y="381000"/>
                </a:lnTo>
                <a:lnTo>
                  <a:pt x="707123" y="377952"/>
                </a:lnTo>
                <a:lnTo>
                  <a:pt x="707123" y="304800"/>
                </a:lnTo>
                <a:lnTo>
                  <a:pt x="707123" y="294132"/>
                </a:lnTo>
                <a:lnTo>
                  <a:pt x="707123" y="246888"/>
                </a:lnTo>
                <a:lnTo>
                  <a:pt x="707123" y="236220"/>
                </a:lnTo>
                <a:lnTo>
                  <a:pt x="707123" y="195072"/>
                </a:lnTo>
                <a:lnTo>
                  <a:pt x="712355" y="190500"/>
                </a:lnTo>
                <a:lnTo>
                  <a:pt x="719315" y="184404"/>
                </a:lnTo>
                <a:close/>
              </a:path>
              <a:path w="856614" h="413385">
                <a:moveTo>
                  <a:pt x="775703" y="201168"/>
                </a:moveTo>
                <a:lnTo>
                  <a:pt x="742175" y="184404"/>
                </a:lnTo>
                <a:lnTo>
                  <a:pt x="743064" y="198932"/>
                </a:lnTo>
                <a:lnTo>
                  <a:pt x="743419" y="213360"/>
                </a:lnTo>
                <a:lnTo>
                  <a:pt x="743534" y="219456"/>
                </a:lnTo>
                <a:lnTo>
                  <a:pt x="743661" y="236220"/>
                </a:lnTo>
                <a:lnTo>
                  <a:pt x="743559" y="304800"/>
                </a:lnTo>
                <a:lnTo>
                  <a:pt x="743508" y="310705"/>
                </a:lnTo>
                <a:lnTo>
                  <a:pt x="743064" y="328599"/>
                </a:lnTo>
                <a:lnTo>
                  <a:pt x="742175" y="342900"/>
                </a:lnTo>
                <a:lnTo>
                  <a:pt x="765035" y="332232"/>
                </a:lnTo>
                <a:lnTo>
                  <a:pt x="765035" y="210312"/>
                </a:lnTo>
                <a:lnTo>
                  <a:pt x="775703" y="201168"/>
                </a:lnTo>
                <a:close/>
              </a:path>
              <a:path w="856614" h="413385">
                <a:moveTo>
                  <a:pt x="780275" y="137160"/>
                </a:moveTo>
                <a:lnTo>
                  <a:pt x="754367" y="109728"/>
                </a:lnTo>
                <a:lnTo>
                  <a:pt x="737603" y="126492"/>
                </a:lnTo>
                <a:lnTo>
                  <a:pt x="647687" y="126492"/>
                </a:lnTo>
                <a:lnTo>
                  <a:pt x="652259" y="131064"/>
                </a:lnTo>
                <a:lnTo>
                  <a:pt x="696455" y="137160"/>
                </a:lnTo>
                <a:lnTo>
                  <a:pt x="780275" y="137160"/>
                </a:lnTo>
                <a:close/>
              </a:path>
              <a:path w="856614" h="413385">
                <a:moveTo>
                  <a:pt x="833615" y="182880"/>
                </a:moveTo>
                <a:lnTo>
                  <a:pt x="800087" y="167640"/>
                </a:lnTo>
                <a:lnTo>
                  <a:pt x="800328" y="182880"/>
                </a:lnTo>
                <a:lnTo>
                  <a:pt x="800798" y="195072"/>
                </a:lnTo>
                <a:lnTo>
                  <a:pt x="801382" y="208584"/>
                </a:lnTo>
                <a:lnTo>
                  <a:pt x="801573" y="217551"/>
                </a:lnTo>
                <a:lnTo>
                  <a:pt x="801611" y="368808"/>
                </a:lnTo>
                <a:lnTo>
                  <a:pt x="797039" y="373380"/>
                </a:lnTo>
                <a:lnTo>
                  <a:pt x="781418" y="373367"/>
                </a:lnTo>
                <a:lnTo>
                  <a:pt x="771131" y="373189"/>
                </a:lnTo>
                <a:lnTo>
                  <a:pt x="758558" y="372745"/>
                </a:lnTo>
                <a:lnTo>
                  <a:pt x="743699" y="371856"/>
                </a:lnTo>
                <a:lnTo>
                  <a:pt x="743699" y="379476"/>
                </a:lnTo>
                <a:lnTo>
                  <a:pt x="762850" y="384670"/>
                </a:lnTo>
                <a:lnTo>
                  <a:pt x="776846" y="391287"/>
                </a:lnTo>
                <a:lnTo>
                  <a:pt x="785710" y="399630"/>
                </a:lnTo>
                <a:lnTo>
                  <a:pt x="789419" y="409956"/>
                </a:lnTo>
                <a:lnTo>
                  <a:pt x="804278" y="404012"/>
                </a:lnTo>
                <a:lnTo>
                  <a:pt x="821423" y="195072"/>
                </a:lnTo>
                <a:lnTo>
                  <a:pt x="833615" y="182880"/>
                </a:lnTo>
                <a:close/>
              </a:path>
              <a:path w="856614" h="413385">
                <a:moveTo>
                  <a:pt x="856475" y="131064"/>
                </a:moveTo>
                <a:lnTo>
                  <a:pt x="817067" y="118757"/>
                </a:lnTo>
                <a:lnTo>
                  <a:pt x="781227" y="97726"/>
                </a:lnTo>
                <a:lnTo>
                  <a:pt x="749109" y="67843"/>
                </a:lnTo>
                <a:lnTo>
                  <a:pt x="726389" y="36576"/>
                </a:lnTo>
                <a:lnTo>
                  <a:pt x="720839" y="28956"/>
                </a:lnTo>
                <a:lnTo>
                  <a:pt x="734555" y="21336"/>
                </a:lnTo>
                <a:lnTo>
                  <a:pt x="701027" y="0"/>
                </a:lnTo>
                <a:lnTo>
                  <a:pt x="692150" y="21717"/>
                </a:lnTo>
                <a:lnTo>
                  <a:pt x="681405" y="43434"/>
                </a:lnTo>
                <a:lnTo>
                  <a:pt x="653783" y="86868"/>
                </a:lnTo>
                <a:lnTo>
                  <a:pt x="618540" y="128016"/>
                </a:lnTo>
                <a:lnTo>
                  <a:pt x="573011" y="164592"/>
                </a:lnTo>
                <a:lnTo>
                  <a:pt x="577583" y="170688"/>
                </a:lnTo>
                <a:lnTo>
                  <a:pt x="616165" y="147815"/>
                </a:lnTo>
                <a:lnTo>
                  <a:pt x="651878" y="117919"/>
                </a:lnTo>
                <a:lnTo>
                  <a:pt x="684745" y="80899"/>
                </a:lnTo>
                <a:lnTo>
                  <a:pt x="714743" y="36576"/>
                </a:lnTo>
                <a:lnTo>
                  <a:pt x="737920" y="75107"/>
                </a:lnTo>
                <a:lnTo>
                  <a:pt x="764082" y="108204"/>
                </a:lnTo>
                <a:lnTo>
                  <a:pt x="793407" y="135597"/>
                </a:lnTo>
                <a:lnTo>
                  <a:pt x="825995" y="156972"/>
                </a:lnTo>
                <a:lnTo>
                  <a:pt x="829691" y="148958"/>
                </a:lnTo>
                <a:lnTo>
                  <a:pt x="836091" y="143065"/>
                </a:lnTo>
                <a:lnTo>
                  <a:pt x="845070" y="139192"/>
                </a:lnTo>
                <a:lnTo>
                  <a:pt x="856475" y="137160"/>
                </a:lnTo>
                <a:lnTo>
                  <a:pt x="856475" y="13106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" name="object 19"/>
          <p:cNvSpPr/>
          <p:nvPr/>
        </p:nvSpPr>
        <p:spPr>
          <a:xfrm>
            <a:off x="5157215" y="4299203"/>
            <a:ext cx="335280" cy="393700"/>
          </a:xfrm>
          <a:custGeom>
            <a:avLst/>
            <a:gdLst/>
            <a:ahLst/>
            <a:cxnLst/>
            <a:rect l="l" t="t" r="r" b="b"/>
            <a:pathLst>
              <a:path w="335279" h="393700">
                <a:moveTo>
                  <a:pt x="297180" y="393191"/>
                </a:moveTo>
                <a:lnTo>
                  <a:pt x="297180" y="364236"/>
                </a:lnTo>
                <a:lnTo>
                  <a:pt x="36575" y="364236"/>
                </a:lnTo>
                <a:lnTo>
                  <a:pt x="24383" y="376428"/>
                </a:lnTo>
                <a:lnTo>
                  <a:pt x="0" y="358140"/>
                </a:lnTo>
                <a:lnTo>
                  <a:pt x="12192" y="345948"/>
                </a:lnTo>
                <a:lnTo>
                  <a:pt x="12168" y="264271"/>
                </a:lnTo>
                <a:lnTo>
                  <a:pt x="12001" y="250316"/>
                </a:lnTo>
                <a:lnTo>
                  <a:pt x="11549" y="235791"/>
                </a:lnTo>
                <a:lnTo>
                  <a:pt x="10668" y="220980"/>
                </a:lnTo>
                <a:lnTo>
                  <a:pt x="50292" y="240791"/>
                </a:lnTo>
                <a:lnTo>
                  <a:pt x="36575" y="252984"/>
                </a:lnTo>
                <a:lnTo>
                  <a:pt x="36575" y="355091"/>
                </a:lnTo>
                <a:lnTo>
                  <a:pt x="153924" y="355091"/>
                </a:lnTo>
                <a:lnTo>
                  <a:pt x="153924" y="185928"/>
                </a:lnTo>
                <a:lnTo>
                  <a:pt x="53340" y="185928"/>
                </a:lnTo>
                <a:lnTo>
                  <a:pt x="38100" y="198120"/>
                </a:lnTo>
                <a:lnTo>
                  <a:pt x="13716" y="178308"/>
                </a:lnTo>
                <a:lnTo>
                  <a:pt x="25907" y="169164"/>
                </a:lnTo>
                <a:lnTo>
                  <a:pt x="25884" y="86963"/>
                </a:lnTo>
                <a:lnTo>
                  <a:pt x="25717" y="75819"/>
                </a:lnTo>
                <a:lnTo>
                  <a:pt x="25265" y="64103"/>
                </a:lnTo>
                <a:lnTo>
                  <a:pt x="24383" y="51816"/>
                </a:lnTo>
                <a:lnTo>
                  <a:pt x="67056" y="73152"/>
                </a:lnTo>
                <a:lnTo>
                  <a:pt x="50292" y="83820"/>
                </a:lnTo>
                <a:lnTo>
                  <a:pt x="50292" y="175260"/>
                </a:lnTo>
                <a:lnTo>
                  <a:pt x="153924" y="175260"/>
                </a:lnTo>
                <a:lnTo>
                  <a:pt x="153924" y="60960"/>
                </a:lnTo>
                <a:lnTo>
                  <a:pt x="153685" y="45219"/>
                </a:lnTo>
                <a:lnTo>
                  <a:pt x="152638" y="14882"/>
                </a:lnTo>
                <a:lnTo>
                  <a:pt x="152400" y="0"/>
                </a:lnTo>
                <a:lnTo>
                  <a:pt x="192024" y="18288"/>
                </a:lnTo>
                <a:lnTo>
                  <a:pt x="178308" y="35052"/>
                </a:lnTo>
                <a:lnTo>
                  <a:pt x="178308" y="175260"/>
                </a:lnTo>
                <a:lnTo>
                  <a:pt x="280416" y="175260"/>
                </a:lnTo>
                <a:lnTo>
                  <a:pt x="280392" y="86701"/>
                </a:lnTo>
                <a:lnTo>
                  <a:pt x="280225" y="74866"/>
                </a:lnTo>
                <a:lnTo>
                  <a:pt x="279773" y="62174"/>
                </a:lnTo>
                <a:lnTo>
                  <a:pt x="278892" y="48768"/>
                </a:lnTo>
                <a:lnTo>
                  <a:pt x="318516" y="67056"/>
                </a:lnTo>
                <a:lnTo>
                  <a:pt x="304800" y="79248"/>
                </a:lnTo>
                <a:lnTo>
                  <a:pt x="304800" y="147828"/>
                </a:lnTo>
                <a:lnTo>
                  <a:pt x="305061" y="156948"/>
                </a:lnTo>
                <a:lnTo>
                  <a:pt x="307848" y="196596"/>
                </a:lnTo>
                <a:lnTo>
                  <a:pt x="280416" y="207264"/>
                </a:lnTo>
                <a:lnTo>
                  <a:pt x="280416" y="185928"/>
                </a:lnTo>
                <a:lnTo>
                  <a:pt x="178308" y="185928"/>
                </a:lnTo>
                <a:lnTo>
                  <a:pt x="178308" y="355091"/>
                </a:lnTo>
                <a:lnTo>
                  <a:pt x="297180" y="355091"/>
                </a:lnTo>
                <a:lnTo>
                  <a:pt x="297156" y="265390"/>
                </a:lnTo>
                <a:lnTo>
                  <a:pt x="296989" y="252412"/>
                </a:lnTo>
                <a:lnTo>
                  <a:pt x="296537" y="238577"/>
                </a:lnTo>
                <a:lnTo>
                  <a:pt x="295656" y="224028"/>
                </a:lnTo>
                <a:lnTo>
                  <a:pt x="335280" y="246888"/>
                </a:lnTo>
                <a:lnTo>
                  <a:pt x="321564" y="257555"/>
                </a:lnTo>
                <a:lnTo>
                  <a:pt x="321564" y="321564"/>
                </a:lnTo>
                <a:lnTo>
                  <a:pt x="321802" y="337327"/>
                </a:lnTo>
                <a:lnTo>
                  <a:pt x="322849" y="368284"/>
                </a:lnTo>
                <a:lnTo>
                  <a:pt x="323088" y="384048"/>
                </a:lnTo>
                <a:lnTo>
                  <a:pt x="297180" y="39319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" name="object 20"/>
          <p:cNvSpPr/>
          <p:nvPr/>
        </p:nvSpPr>
        <p:spPr>
          <a:xfrm>
            <a:off x="5571744" y="4288535"/>
            <a:ext cx="1722120" cy="411480"/>
          </a:xfrm>
          <a:custGeom>
            <a:avLst/>
            <a:gdLst/>
            <a:ahLst/>
            <a:cxnLst/>
            <a:rect l="l" t="t" r="r" b="b"/>
            <a:pathLst>
              <a:path w="1722120" h="411479">
                <a:moveTo>
                  <a:pt x="396240" y="193548"/>
                </a:moveTo>
                <a:lnTo>
                  <a:pt x="358140" y="155448"/>
                </a:lnTo>
                <a:lnTo>
                  <a:pt x="323088" y="182880"/>
                </a:lnTo>
                <a:lnTo>
                  <a:pt x="0" y="182880"/>
                </a:lnTo>
                <a:lnTo>
                  <a:pt x="15240" y="198120"/>
                </a:lnTo>
                <a:lnTo>
                  <a:pt x="25831" y="196126"/>
                </a:lnTo>
                <a:lnTo>
                  <a:pt x="37147" y="194691"/>
                </a:lnTo>
                <a:lnTo>
                  <a:pt x="49314" y="193840"/>
                </a:lnTo>
                <a:lnTo>
                  <a:pt x="62484" y="193548"/>
                </a:lnTo>
                <a:lnTo>
                  <a:pt x="396240" y="193548"/>
                </a:lnTo>
                <a:close/>
              </a:path>
              <a:path w="1722120" h="411479">
                <a:moveTo>
                  <a:pt x="669036" y="147828"/>
                </a:moveTo>
                <a:lnTo>
                  <a:pt x="627888" y="124968"/>
                </a:lnTo>
                <a:lnTo>
                  <a:pt x="628713" y="144780"/>
                </a:lnTo>
                <a:lnTo>
                  <a:pt x="628827" y="149161"/>
                </a:lnTo>
                <a:lnTo>
                  <a:pt x="629221" y="166878"/>
                </a:lnTo>
                <a:lnTo>
                  <a:pt x="629348" y="179832"/>
                </a:lnTo>
                <a:lnTo>
                  <a:pt x="629259" y="347141"/>
                </a:lnTo>
                <a:lnTo>
                  <a:pt x="629221" y="352996"/>
                </a:lnTo>
                <a:lnTo>
                  <a:pt x="628764" y="379742"/>
                </a:lnTo>
                <a:lnTo>
                  <a:pt x="627888" y="411480"/>
                </a:lnTo>
                <a:lnTo>
                  <a:pt x="656844" y="394716"/>
                </a:lnTo>
                <a:lnTo>
                  <a:pt x="655955" y="378104"/>
                </a:lnTo>
                <a:lnTo>
                  <a:pt x="655510" y="362331"/>
                </a:lnTo>
                <a:lnTo>
                  <a:pt x="655396" y="352996"/>
                </a:lnTo>
                <a:lnTo>
                  <a:pt x="655320" y="158496"/>
                </a:lnTo>
                <a:lnTo>
                  <a:pt x="669036" y="147828"/>
                </a:lnTo>
                <a:close/>
              </a:path>
              <a:path w="1722120" h="411479">
                <a:moveTo>
                  <a:pt x="847344" y="181356"/>
                </a:moveTo>
                <a:lnTo>
                  <a:pt x="798385" y="166878"/>
                </a:lnTo>
                <a:lnTo>
                  <a:pt x="748284" y="138684"/>
                </a:lnTo>
                <a:lnTo>
                  <a:pt x="698373" y="93916"/>
                </a:lnTo>
                <a:lnTo>
                  <a:pt x="657186" y="41148"/>
                </a:lnTo>
                <a:lnTo>
                  <a:pt x="650748" y="32004"/>
                </a:lnTo>
                <a:lnTo>
                  <a:pt x="665988" y="21336"/>
                </a:lnTo>
                <a:lnTo>
                  <a:pt x="629412" y="0"/>
                </a:lnTo>
                <a:lnTo>
                  <a:pt x="603885" y="57150"/>
                </a:lnTo>
                <a:lnTo>
                  <a:pt x="562356" y="118872"/>
                </a:lnTo>
                <a:lnTo>
                  <a:pt x="535774" y="149161"/>
                </a:lnTo>
                <a:lnTo>
                  <a:pt x="506399" y="175983"/>
                </a:lnTo>
                <a:lnTo>
                  <a:pt x="474052" y="199453"/>
                </a:lnTo>
                <a:lnTo>
                  <a:pt x="438912" y="219456"/>
                </a:lnTo>
                <a:lnTo>
                  <a:pt x="440436" y="225552"/>
                </a:lnTo>
                <a:lnTo>
                  <a:pt x="475500" y="209842"/>
                </a:lnTo>
                <a:lnTo>
                  <a:pt x="535368" y="173266"/>
                </a:lnTo>
                <a:lnTo>
                  <a:pt x="581850" y="130098"/>
                </a:lnTo>
                <a:lnTo>
                  <a:pt x="624662" y="74612"/>
                </a:lnTo>
                <a:lnTo>
                  <a:pt x="644652" y="41148"/>
                </a:lnTo>
                <a:lnTo>
                  <a:pt x="662940" y="72351"/>
                </a:lnTo>
                <a:lnTo>
                  <a:pt x="699516" y="123875"/>
                </a:lnTo>
                <a:lnTo>
                  <a:pt x="736968" y="162737"/>
                </a:lnTo>
                <a:lnTo>
                  <a:pt x="781024" y="195795"/>
                </a:lnTo>
                <a:lnTo>
                  <a:pt x="806196" y="210312"/>
                </a:lnTo>
                <a:lnTo>
                  <a:pt x="813689" y="201168"/>
                </a:lnTo>
                <a:lnTo>
                  <a:pt x="822769" y="194310"/>
                </a:lnTo>
                <a:lnTo>
                  <a:pt x="833831" y="189738"/>
                </a:lnTo>
                <a:lnTo>
                  <a:pt x="847344" y="187452"/>
                </a:lnTo>
                <a:lnTo>
                  <a:pt x="847344" y="181356"/>
                </a:lnTo>
                <a:close/>
              </a:path>
              <a:path w="1722120" h="411479">
                <a:moveTo>
                  <a:pt x="1284732" y="374904"/>
                </a:moveTo>
                <a:lnTo>
                  <a:pt x="1246632" y="336804"/>
                </a:lnTo>
                <a:lnTo>
                  <a:pt x="1219200" y="365760"/>
                </a:lnTo>
                <a:lnTo>
                  <a:pt x="1112520" y="365760"/>
                </a:lnTo>
                <a:lnTo>
                  <a:pt x="1112520" y="201168"/>
                </a:lnTo>
                <a:lnTo>
                  <a:pt x="1257300" y="201168"/>
                </a:lnTo>
                <a:lnTo>
                  <a:pt x="1222248" y="167640"/>
                </a:lnTo>
                <a:lnTo>
                  <a:pt x="1197864" y="190500"/>
                </a:lnTo>
                <a:lnTo>
                  <a:pt x="1112520" y="190500"/>
                </a:lnTo>
                <a:lnTo>
                  <a:pt x="1112520" y="53340"/>
                </a:lnTo>
                <a:lnTo>
                  <a:pt x="1281684" y="53340"/>
                </a:lnTo>
                <a:lnTo>
                  <a:pt x="1245108" y="16764"/>
                </a:lnTo>
                <a:lnTo>
                  <a:pt x="1219200" y="44196"/>
                </a:lnTo>
                <a:lnTo>
                  <a:pt x="925068" y="44196"/>
                </a:lnTo>
                <a:lnTo>
                  <a:pt x="940308" y="59436"/>
                </a:lnTo>
                <a:lnTo>
                  <a:pt x="950607" y="57200"/>
                </a:lnTo>
                <a:lnTo>
                  <a:pt x="961072" y="55245"/>
                </a:lnTo>
                <a:lnTo>
                  <a:pt x="971804" y="53873"/>
                </a:lnTo>
                <a:lnTo>
                  <a:pt x="982980" y="53340"/>
                </a:lnTo>
                <a:lnTo>
                  <a:pt x="1088136" y="53340"/>
                </a:lnTo>
                <a:lnTo>
                  <a:pt x="1088136" y="365760"/>
                </a:lnTo>
                <a:lnTo>
                  <a:pt x="1001268" y="365760"/>
                </a:lnTo>
                <a:lnTo>
                  <a:pt x="1001268" y="169164"/>
                </a:lnTo>
                <a:lnTo>
                  <a:pt x="1019556" y="156972"/>
                </a:lnTo>
                <a:lnTo>
                  <a:pt x="975360" y="135636"/>
                </a:lnTo>
                <a:lnTo>
                  <a:pt x="976236" y="149352"/>
                </a:lnTo>
                <a:lnTo>
                  <a:pt x="976693" y="160782"/>
                </a:lnTo>
                <a:lnTo>
                  <a:pt x="976884" y="176784"/>
                </a:lnTo>
                <a:lnTo>
                  <a:pt x="976884" y="365760"/>
                </a:lnTo>
                <a:lnTo>
                  <a:pt x="891540" y="365760"/>
                </a:lnTo>
                <a:lnTo>
                  <a:pt x="908304" y="381000"/>
                </a:lnTo>
                <a:lnTo>
                  <a:pt x="917727" y="378764"/>
                </a:lnTo>
                <a:lnTo>
                  <a:pt x="927735" y="376809"/>
                </a:lnTo>
                <a:lnTo>
                  <a:pt x="938301" y="375437"/>
                </a:lnTo>
                <a:lnTo>
                  <a:pt x="949452" y="374904"/>
                </a:lnTo>
                <a:lnTo>
                  <a:pt x="1284732" y="374904"/>
                </a:lnTo>
                <a:close/>
              </a:path>
              <a:path w="1722120" h="411479">
                <a:moveTo>
                  <a:pt x="1511795" y="71628"/>
                </a:moveTo>
                <a:lnTo>
                  <a:pt x="1482839" y="39624"/>
                </a:lnTo>
                <a:lnTo>
                  <a:pt x="1461503" y="60960"/>
                </a:lnTo>
                <a:lnTo>
                  <a:pt x="1335011" y="60960"/>
                </a:lnTo>
                <a:lnTo>
                  <a:pt x="1351775" y="76200"/>
                </a:lnTo>
                <a:lnTo>
                  <a:pt x="1361211" y="74206"/>
                </a:lnTo>
                <a:lnTo>
                  <a:pt x="1371206" y="72771"/>
                </a:lnTo>
                <a:lnTo>
                  <a:pt x="1381785" y="71920"/>
                </a:lnTo>
                <a:lnTo>
                  <a:pt x="1392923" y="71628"/>
                </a:lnTo>
                <a:lnTo>
                  <a:pt x="1403591" y="71628"/>
                </a:lnTo>
                <a:lnTo>
                  <a:pt x="1388719" y="128257"/>
                </a:lnTo>
                <a:lnTo>
                  <a:pt x="1371396" y="179451"/>
                </a:lnTo>
                <a:lnTo>
                  <a:pt x="1351521" y="225513"/>
                </a:lnTo>
                <a:lnTo>
                  <a:pt x="1328915" y="266700"/>
                </a:lnTo>
                <a:lnTo>
                  <a:pt x="1331963" y="269748"/>
                </a:lnTo>
                <a:lnTo>
                  <a:pt x="1344256" y="256590"/>
                </a:lnTo>
                <a:lnTo>
                  <a:pt x="1355966" y="242125"/>
                </a:lnTo>
                <a:lnTo>
                  <a:pt x="1367116" y="226250"/>
                </a:lnTo>
                <a:lnTo>
                  <a:pt x="1377683" y="208788"/>
                </a:lnTo>
                <a:lnTo>
                  <a:pt x="1377454" y="261112"/>
                </a:lnTo>
                <a:lnTo>
                  <a:pt x="1376972" y="302590"/>
                </a:lnTo>
                <a:lnTo>
                  <a:pt x="1376400" y="344424"/>
                </a:lnTo>
                <a:lnTo>
                  <a:pt x="1376159" y="374904"/>
                </a:lnTo>
                <a:lnTo>
                  <a:pt x="1397495" y="365760"/>
                </a:lnTo>
                <a:lnTo>
                  <a:pt x="1397495" y="318516"/>
                </a:lnTo>
                <a:lnTo>
                  <a:pt x="1452359" y="318516"/>
                </a:lnTo>
                <a:lnTo>
                  <a:pt x="1452359" y="344424"/>
                </a:lnTo>
                <a:lnTo>
                  <a:pt x="1476743" y="333756"/>
                </a:lnTo>
                <a:lnTo>
                  <a:pt x="1476273" y="318516"/>
                </a:lnTo>
                <a:lnTo>
                  <a:pt x="1475930" y="307848"/>
                </a:lnTo>
                <a:lnTo>
                  <a:pt x="1475828" y="302590"/>
                </a:lnTo>
                <a:lnTo>
                  <a:pt x="1475422" y="272796"/>
                </a:lnTo>
                <a:lnTo>
                  <a:pt x="1475346" y="256590"/>
                </a:lnTo>
                <a:lnTo>
                  <a:pt x="1475219" y="188976"/>
                </a:lnTo>
                <a:lnTo>
                  <a:pt x="1482077" y="184404"/>
                </a:lnTo>
                <a:lnTo>
                  <a:pt x="1488935" y="179832"/>
                </a:lnTo>
                <a:lnTo>
                  <a:pt x="1481543" y="173736"/>
                </a:lnTo>
                <a:lnTo>
                  <a:pt x="1463027" y="158496"/>
                </a:lnTo>
                <a:lnTo>
                  <a:pt x="1452359" y="171831"/>
                </a:lnTo>
                <a:lnTo>
                  <a:pt x="1452359" y="184404"/>
                </a:lnTo>
                <a:lnTo>
                  <a:pt x="1452359" y="307848"/>
                </a:lnTo>
                <a:lnTo>
                  <a:pt x="1397495" y="307848"/>
                </a:lnTo>
                <a:lnTo>
                  <a:pt x="1397495" y="208788"/>
                </a:lnTo>
                <a:lnTo>
                  <a:pt x="1397495" y="184404"/>
                </a:lnTo>
                <a:lnTo>
                  <a:pt x="1452359" y="184404"/>
                </a:lnTo>
                <a:lnTo>
                  <a:pt x="1452359" y="171831"/>
                </a:lnTo>
                <a:lnTo>
                  <a:pt x="1450835" y="173736"/>
                </a:lnTo>
                <a:lnTo>
                  <a:pt x="1394447" y="173736"/>
                </a:lnTo>
                <a:lnTo>
                  <a:pt x="1404454" y="147713"/>
                </a:lnTo>
                <a:lnTo>
                  <a:pt x="1413878" y="122110"/>
                </a:lnTo>
                <a:lnTo>
                  <a:pt x="1422742" y="96799"/>
                </a:lnTo>
                <a:lnTo>
                  <a:pt x="1431023" y="71628"/>
                </a:lnTo>
                <a:lnTo>
                  <a:pt x="1511795" y="71628"/>
                </a:lnTo>
                <a:close/>
              </a:path>
              <a:path w="1722120" h="411479">
                <a:moveTo>
                  <a:pt x="1722107" y="134112"/>
                </a:moveTo>
                <a:lnTo>
                  <a:pt x="1719999" y="132588"/>
                </a:lnTo>
                <a:lnTo>
                  <a:pt x="1694675" y="114300"/>
                </a:lnTo>
                <a:lnTo>
                  <a:pt x="1687055" y="125730"/>
                </a:lnTo>
                <a:lnTo>
                  <a:pt x="1687055" y="143256"/>
                </a:lnTo>
                <a:lnTo>
                  <a:pt x="1687055" y="202692"/>
                </a:lnTo>
                <a:lnTo>
                  <a:pt x="1687055" y="213360"/>
                </a:lnTo>
                <a:lnTo>
                  <a:pt x="1687055" y="272796"/>
                </a:lnTo>
                <a:lnTo>
                  <a:pt x="1626095" y="272796"/>
                </a:lnTo>
                <a:lnTo>
                  <a:pt x="1626095" y="213360"/>
                </a:lnTo>
                <a:lnTo>
                  <a:pt x="1687055" y="213360"/>
                </a:lnTo>
                <a:lnTo>
                  <a:pt x="1687055" y="202692"/>
                </a:lnTo>
                <a:lnTo>
                  <a:pt x="1626095" y="202692"/>
                </a:lnTo>
                <a:lnTo>
                  <a:pt x="1626095" y="143256"/>
                </a:lnTo>
                <a:lnTo>
                  <a:pt x="1687055" y="143256"/>
                </a:lnTo>
                <a:lnTo>
                  <a:pt x="1687055" y="125730"/>
                </a:lnTo>
                <a:lnTo>
                  <a:pt x="1682483" y="132588"/>
                </a:lnTo>
                <a:lnTo>
                  <a:pt x="1616951" y="132588"/>
                </a:lnTo>
                <a:lnTo>
                  <a:pt x="1636674" y="105473"/>
                </a:lnTo>
                <a:lnTo>
                  <a:pt x="1654670" y="85915"/>
                </a:lnTo>
                <a:lnTo>
                  <a:pt x="1670964" y="74091"/>
                </a:lnTo>
                <a:lnTo>
                  <a:pt x="1685531" y="70104"/>
                </a:lnTo>
                <a:lnTo>
                  <a:pt x="1684007" y="68580"/>
                </a:lnTo>
                <a:lnTo>
                  <a:pt x="1673339" y="57912"/>
                </a:lnTo>
                <a:lnTo>
                  <a:pt x="1655051" y="39624"/>
                </a:lnTo>
                <a:lnTo>
                  <a:pt x="1641335" y="56083"/>
                </a:lnTo>
                <a:lnTo>
                  <a:pt x="1641335" y="68580"/>
                </a:lnTo>
                <a:lnTo>
                  <a:pt x="1606283" y="132588"/>
                </a:lnTo>
                <a:lnTo>
                  <a:pt x="1604759" y="132588"/>
                </a:lnTo>
                <a:lnTo>
                  <a:pt x="1604759" y="143256"/>
                </a:lnTo>
                <a:lnTo>
                  <a:pt x="1604759" y="202692"/>
                </a:lnTo>
                <a:lnTo>
                  <a:pt x="1604759" y="213360"/>
                </a:lnTo>
                <a:lnTo>
                  <a:pt x="1604759" y="272796"/>
                </a:lnTo>
                <a:lnTo>
                  <a:pt x="1543799" y="272796"/>
                </a:lnTo>
                <a:lnTo>
                  <a:pt x="1545323" y="213360"/>
                </a:lnTo>
                <a:lnTo>
                  <a:pt x="1604759" y="213360"/>
                </a:lnTo>
                <a:lnTo>
                  <a:pt x="1604759" y="202692"/>
                </a:lnTo>
                <a:lnTo>
                  <a:pt x="1545323" y="202692"/>
                </a:lnTo>
                <a:lnTo>
                  <a:pt x="1545323" y="143256"/>
                </a:lnTo>
                <a:lnTo>
                  <a:pt x="1604759" y="143256"/>
                </a:lnTo>
                <a:lnTo>
                  <a:pt x="1604759" y="132588"/>
                </a:lnTo>
                <a:lnTo>
                  <a:pt x="1548371" y="132588"/>
                </a:lnTo>
                <a:lnTo>
                  <a:pt x="1528051" y="120396"/>
                </a:lnTo>
                <a:lnTo>
                  <a:pt x="1525511" y="118872"/>
                </a:lnTo>
                <a:lnTo>
                  <a:pt x="1534680" y="106299"/>
                </a:lnTo>
                <a:lnTo>
                  <a:pt x="1543989" y="93726"/>
                </a:lnTo>
                <a:lnTo>
                  <a:pt x="1553591" y="81153"/>
                </a:lnTo>
                <a:lnTo>
                  <a:pt x="1563611" y="68580"/>
                </a:lnTo>
                <a:lnTo>
                  <a:pt x="1641335" y="68580"/>
                </a:lnTo>
                <a:lnTo>
                  <a:pt x="1641335" y="56083"/>
                </a:lnTo>
                <a:lnTo>
                  <a:pt x="1639811" y="57912"/>
                </a:lnTo>
                <a:lnTo>
                  <a:pt x="1568183" y="57912"/>
                </a:lnTo>
                <a:lnTo>
                  <a:pt x="1601711" y="24384"/>
                </a:lnTo>
                <a:lnTo>
                  <a:pt x="1566659" y="1524"/>
                </a:lnTo>
                <a:lnTo>
                  <a:pt x="1550657" y="43243"/>
                </a:lnTo>
                <a:lnTo>
                  <a:pt x="1530083" y="83820"/>
                </a:lnTo>
                <a:lnTo>
                  <a:pt x="1504937" y="122682"/>
                </a:lnTo>
                <a:lnTo>
                  <a:pt x="1479791" y="156972"/>
                </a:lnTo>
                <a:lnTo>
                  <a:pt x="1484363" y="160020"/>
                </a:lnTo>
                <a:lnTo>
                  <a:pt x="1494421" y="150837"/>
                </a:lnTo>
                <a:lnTo>
                  <a:pt x="1504175" y="141351"/>
                </a:lnTo>
                <a:lnTo>
                  <a:pt x="1513941" y="131305"/>
                </a:lnTo>
                <a:lnTo>
                  <a:pt x="1523987" y="120396"/>
                </a:lnTo>
                <a:lnTo>
                  <a:pt x="1523758" y="144449"/>
                </a:lnTo>
                <a:lnTo>
                  <a:pt x="1523225" y="171069"/>
                </a:lnTo>
                <a:lnTo>
                  <a:pt x="1522704" y="200558"/>
                </a:lnTo>
                <a:lnTo>
                  <a:pt x="1522463" y="233248"/>
                </a:lnTo>
                <a:lnTo>
                  <a:pt x="1521345" y="265226"/>
                </a:lnTo>
                <a:lnTo>
                  <a:pt x="1512824" y="316763"/>
                </a:lnTo>
                <a:lnTo>
                  <a:pt x="1496796" y="355053"/>
                </a:lnTo>
                <a:lnTo>
                  <a:pt x="1472704" y="390385"/>
                </a:lnTo>
                <a:lnTo>
                  <a:pt x="1456931" y="406908"/>
                </a:lnTo>
                <a:lnTo>
                  <a:pt x="1461503" y="409956"/>
                </a:lnTo>
                <a:lnTo>
                  <a:pt x="1493126" y="383667"/>
                </a:lnTo>
                <a:lnTo>
                  <a:pt x="1526425" y="338543"/>
                </a:lnTo>
                <a:lnTo>
                  <a:pt x="1542275" y="283464"/>
                </a:lnTo>
                <a:lnTo>
                  <a:pt x="1604759" y="283464"/>
                </a:lnTo>
                <a:lnTo>
                  <a:pt x="1604759" y="397764"/>
                </a:lnTo>
                <a:lnTo>
                  <a:pt x="1626095" y="385572"/>
                </a:lnTo>
                <a:lnTo>
                  <a:pt x="1626095" y="283464"/>
                </a:lnTo>
                <a:lnTo>
                  <a:pt x="1687055" y="283464"/>
                </a:lnTo>
                <a:lnTo>
                  <a:pt x="1687055" y="362712"/>
                </a:lnTo>
                <a:lnTo>
                  <a:pt x="1685531" y="367284"/>
                </a:lnTo>
                <a:lnTo>
                  <a:pt x="1679448" y="370332"/>
                </a:lnTo>
                <a:lnTo>
                  <a:pt x="1661604" y="370319"/>
                </a:lnTo>
                <a:lnTo>
                  <a:pt x="1653717" y="370141"/>
                </a:lnTo>
                <a:lnTo>
                  <a:pt x="1644980" y="369697"/>
                </a:lnTo>
                <a:lnTo>
                  <a:pt x="1635239" y="368808"/>
                </a:lnTo>
                <a:lnTo>
                  <a:pt x="1635239" y="374904"/>
                </a:lnTo>
                <a:lnTo>
                  <a:pt x="1653273" y="380339"/>
                </a:lnTo>
                <a:lnTo>
                  <a:pt x="1666290" y="387477"/>
                </a:lnTo>
                <a:lnTo>
                  <a:pt x="1674469" y="396341"/>
                </a:lnTo>
                <a:lnTo>
                  <a:pt x="1677911" y="406908"/>
                </a:lnTo>
                <a:lnTo>
                  <a:pt x="1692567" y="399199"/>
                </a:lnTo>
                <a:lnTo>
                  <a:pt x="1702485" y="389763"/>
                </a:lnTo>
                <a:lnTo>
                  <a:pt x="1708137" y="378625"/>
                </a:lnTo>
                <a:lnTo>
                  <a:pt x="1709280" y="370332"/>
                </a:lnTo>
                <a:lnTo>
                  <a:pt x="1709915" y="365760"/>
                </a:lnTo>
                <a:lnTo>
                  <a:pt x="1709915" y="146304"/>
                </a:lnTo>
                <a:lnTo>
                  <a:pt x="1712963" y="143256"/>
                </a:lnTo>
                <a:lnTo>
                  <a:pt x="1722107" y="13411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" name="object 21"/>
          <p:cNvSpPr/>
          <p:nvPr/>
        </p:nvSpPr>
        <p:spPr>
          <a:xfrm>
            <a:off x="7356347" y="4290060"/>
            <a:ext cx="390525" cy="407034"/>
          </a:xfrm>
          <a:custGeom>
            <a:avLst/>
            <a:gdLst/>
            <a:ahLst/>
            <a:cxnLst/>
            <a:rect l="l" t="t" r="r" b="b"/>
            <a:pathLst>
              <a:path w="390525" h="407035">
                <a:moveTo>
                  <a:pt x="275843" y="94488"/>
                </a:moveTo>
                <a:lnTo>
                  <a:pt x="252983" y="94488"/>
                </a:lnTo>
                <a:lnTo>
                  <a:pt x="252952" y="60769"/>
                </a:lnTo>
                <a:lnTo>
                  <a:pt x="252789" y="35052"/>
                </a:lnTo>
                <a:lnTo>
                  <a:pt x="252341" y="14549"/>
                </a:lnTo>
                <a:lnTo>
                  <a:pt x="251459" y="0"/>
                </a:lnTo>
                <a:lnTo>
                  <a:pt x="294131" y="22860"/>
                </a:lnTo>
                <a:lnTo>
                  <a:pt x="275843" y="35052"/>
                </a:lnTo>
                <a:lnTo>
                  <a:pt x="275843" y="94488"/>
                </a:lnTo>
                <a:close/>
              </a:path>
              <a:path w="390525" h="407035">
                <a:moveTo>
                  <a:pt x="15240" y="192024"/>
                </a:moveTo>
                <a:lnTo>
                  <a:pt x="0" y="160020"/>
                </a:lnTo>
                <a:lnTo>
                  <a:pt x="8572" y="156900"/>
                </a:lnTo>
                <a:lnTo>
                  <a:pt x="18287" y="147637"/>
                </a:lnTo>
                <a:lnTo>
                  <a:pt x="41147" y="111252"/>
                </a:lnTo>
                <a:lnTo>
                  <a:pt x="61721" y="60769"/>
                </a:lnTo>
                <a:lnTo>
                  <a:pt x="77723" y="9144"/>
                </a:lnTo>
                <a:lnTo>
                  <a:pt x="114299" y="27432"/>
                </a:lnTo>
                <a:lnTo>
                  <a:pt x="99059" y="36576"/>
                </a:lnTo>
                <a:lnTo>
                  <a:pt x="80795" y="70223"/>
                </a:lnTo>
                <a:lnTo>
                  <a:pt x="62674" y="102298"/>
                </a:lnTo>
                <a:lnTo>
                  <a:pt x="44838" y="132373"/>
                </a:lnTo>
                <a:lnTo>
                  <a:pt x="27431" y="160020"/>
                </a:lnTo>
                <a:lnTo>
                  <a:pt x="122060" y="160020"/>
                </a:lnTo>
                <a:lnTo>
                  <a:pt x="120848" y="161544"/>
                </a:lnTo>
                <a:lnTo>
                  <a:pt x="114617" y="169164"/>
                </a:lnTo>
                <a:lnTo>
                  <a:pt x="91440" y="169164"/>
                </a:lnTo>
                <a:lnTo>
                  <a:pt x="81176" y="170568"/>
                </a:lnTo>
                <a:lnTo>
                  <a:pt x="42671" y="179379"/>
                </a:lnTo>
                <a:lnTo>
                  <a:pt x="24383" y="186856"/>
                </a:lnTo>
                <a:lnTo>
                  <a:pt x="15240" y="192024"/>
                </a:lnTo>
                <a:close/>
              </a:path>
              <a:path w="390525" h="407035">
                <a:moveTo>
                  <a:pt x="167639" y="109728"/>
                </a:moveTo>
                <a:lnTo>
                  <a:pt x="152399" y="94488"/>
                </a:lnTo>
                <a:lnTo>
                  <a:pt x="339852" y="94488"/>
                </a:lnTo>
                <a:lnTo>
                  <a:pt x="361188" y="73152"/>
                </a:lnTo>
                <a:lnTo>
                  <a:pt x="390144" y="105156"/>
                </a:lnTo>
                <a:lnTo>
                  <a:pt x="210311" y="105156"/>
                </a:lnTo>
                <a:lnTo>
                  <a:pt x="199143" y="105441"/>
                </a:lnTo>
                <a:lnTo>
                  <a:pt x="188404" y="106299"/>
                </a:lnTo>
                <a:lnTo>
                  <a:pt x="177950" y="107727"/>
                </a:lnTo>
                <a:lnTo>
                  <a:pt x="167639" y="109728"/>
                </a:lnTo>
                <a:close/>
              </a:path>
              <a:path w="390525" h="407035">
                <a:moveTo>
                  <a:pt x="122060" y="160020"/>
                </a:moveTo>
                <a:lnTo>
                  <a:pt x="27431" y="160020"/>
                </a:lnTo>
                <a:lnTo>
                  <a:pt x="97535" y="158496"/>
                </a:lnTo>
                <a:lnTo>
                  <a:pt x="107251" y="142541"/>
                </a:lnTo>
                <a:lnTo>
                  <a:pt x="115823" y="126873"/>
                </a:lnTo>
                <a:lnTo>
                  <a:pt x="123253" y="111775"/>
                </a:lnTo>
                <a:lnTo>
                  <a:pt x="129539" y="97536"/>
                </a:lnTo>
                <a:lnTo>
                  <a:pt x="161543" y="120396"/>
                </a:lnTo>
                <a:lnTo>
                  <a:pt x="146303" y="129540"/>
                </a:lnTo>
                <a:lnTo>
                  <a:pt x="122060" y="160020"/>
                </a:lnTo>
                <a:close/>
              </a:path>
              <a:path w="390525" h="407035">
                <a:moveTo>
                  <a:pt x="275843" y="182880"/>
                </a:moveTo>
                <a:lnTo>
                  <a:pt x="252983" y="182880"/>
                </a:lnTo>
                <a:lnTo>
                  <a:pt x="252983" y="105156"/>
                </a:lnTo>
                <a:lnTo>
                  <a:pt x="275843" y="105156"/>
                </a:lnTo>
                <a:lnTo>
                  <a:pt x="275843" y="182880"/>
                </a:lnTo>
                <a:close/>
              </a:path>
              <a:path w="390525" h="407035">
                <a:moveTo>
                  <a:pt x="184403" y="198120"/>
                </a:moveTo>
                <a:lnTo>
                  <a:pt x="167639" y="182880"/>
                </a:lnTo>
                <a:lnTo>
                  <a:pt x="323088" y="182880"/>
                </a:lnTo>
                <a:lnTo>
                  <a:pt x="344424" y="161544"/>
                </a:lnTo>
                <a:lnTo>
                  <a:pt x="373380" y="193548"/>
                </a:lnTo>
                <a:lnTo>
                  <a:pt x="225551" y="193548"/>
                </a:lnTo>
                <a:lnTo>
                  <a:pt x="214407" y="193833"/>
                </a:lnTo>
                <a:lnTo>
                  <a:pt x="203834" y="194691"/>
                </a:lnTo>
                <a:lnTo>
                  <a:pt x="193833" y="196119"/>
                </a:lnTo>
                <a:lnTo>
                  <a:pt x="184403" y="198120"/>
                </a:lnTo>
                <a:close/>
              </a:path>
              <a:path w="390525" h="407035">
                <a:moveTo>
                  <a:pt x="27431" y="292607"/>
                </a:moveTo>
                <a:lnTo>
                  <a:pt x="9143" y="260604"/>
                </a:lnTo>
                <a:lnTo>
                  <a:pt x="15763" y="257770"/>
                </a:lnTo>
                <a:lnTo>
                  <a:pt x="22097" y="253936"/>
                </a:lnTo>
                <a:lnTo>
                  <a:pt x="54673" y="219075"/>
                </a:lnTo>
                <a:lnTo>
                  <a:pt x="91440" y="169164"/>
                </a:lnTo>
                <a:lnTo>
                  <a:pt x="114617" y="169164"/>
                </a:lnTo>
                <a:lnTo>
                  <a:pt x="94678" y="193548"/>
                </a:lnTo>
                <a:lnTo>
                  <a:pt x="67651" y="225552"/>
                </a:lnTo>
                <a:lnTo>
                  <a:pt x="39623" y="257556"/>
                </a:lnTo>
                <a:lnTo>
                  <a:pt x="113722" y="257556"/>
                </a:lnTo>
                <a:lnTo>
                  <a:pt x="92964" y="263652"/>
                </a:lnTo>
                <a:lnTo>
                  <a:pt x="72437" y="270533"/>
                </a:lnTo>
                <a:lnTo>
                  <a:pt x="54482" y="277558"/>
                </a:lnTo>
                <a:lnTo>
                  <a:pt x="39385" y="284868"/>
                </a:lnTo>
                <a:lnTo>
                  <a:pt x="27431" y="292607"/>
                </a:lnTo>
                <a:close/>
              </a:path>
              <a:path w="390525" h="407035">
                <a:moveTo>
                  <a:pt x="182879" y="406908"/>
                </a:moveTo>
                <a:lnTo>
                  <a:pt x="183118" y="386881"/>
                </a:lnTo>
                <a:lnTo>
                  <a:pt x="184120" y="344805"/>
                </a:lnTo>
                <a:lnTo>
                  <a:pt x="184194" y="339875"/>
                </a:lnTo>
                <a:lnTo>
                  <a:pt x="184314" y="309371"/>
                </a:lnTo>
                <a:lnTo>
                  <a:pt x="184165" y="294227"/>
                </a:lnTo>
                <a:lnTo>
                  <a:pt x="183154" y="252222"/>
                </a:lnTo>
                <a:lnTo>
                  <a:pt x="182879" y="231648"/>
                </a:lnTo>
                <a:lnTo>
                  <a:pt x="210311" y="246888"/>
                </a:lnTo>
                <a:lnTo>
                  <a:pt x="359664" y="246888"/>
                </a:lnTo>
                <a:lnTo>
                  <a:pt x="368808" y="256031"/>
                </a:lnTo>
                <a:lnTo>
                  <a:pt x="366413" y="257556"/>
                </a:lnTo>
                <a:lnTo>
                  <a:pt x="207263" y="257556"/>
                </a:lnTo>
                <a:lnTo>
                  <a:pt x="207263" y="356616"/>
                </a:lnTo>
                <a:lnTo>
                  <a:pt x="352344" y="356616"/>
                </a:lnTo>
                <a:lnTo>
                  <a:pt x="352713" y="367284"/>
                </a:lnTo>
                <a:lnTo>
                  <a:pt x="207263" y="367284"/>
                </a:lnTo>
                <a:lnTo>
                  <a:pt x="207263" y="394716"/>
                </a:lnTo>
                <a:lnTo>
                  <a:pt x="182879" y="406908"/>
                </a:lnTo>
                <a:close/>
              </a:path>
              <a:path w="390525" h="407035">
                <a:moveTo>
                  <a:pt x="359664" y="246888"/>
                </a:moveTo>
                <a:lnTo>
                  <a:pt x="327660" y="246888"/>
                </a:lnTo>
                <a:lnTo>
                  <a:pt x="344424" y="231648"/>
                </a:lnTo>
                <a:lnTo>
                  <a:pt x="359664" y="246888"/>
                </a:lnTo>
                <a:close/>
              </a:path>
              <a:path w="390525" h="407035">
                <a:moveTo>
                  <a:pt x="113722" y="257556"/>
                </a:moveTo>
                <a:lnTo>
                  <a:pt x="39623" y="257556"/>
                </a:lnTo>
                <a:lnTo>
                  <a:pt x="160019" y="237744"/>
                </a:lnTo>
                <a:lnTo>
                  <a:pt x="160019" y="245364"/>
                </a:lnTo>
                <a:lnTo>
                  <a:pt x="148042" y="248221"/>
                </a:lnTo>
                <a:lnTo>
                  <a:pt x="132778" y="252222"/>
                </a:lnTo>
                <a:lnTo>
                  <a:pt x="113722" y="257556"/>
                </a:lnTo>
                <a:close/>
              </a:path>
              <a:path w="390525" h="407035">
                <a:moveTo>
                  <a:pt x="352344" y="356616"/>
                </a:moveTo>
                <a:lnTo>
                  <a:pt x="330708" y="356616"/>
                </a:lnTo>
                <a:lnTo>
                  <a:pt x="330708" y="257556"/>
                </a:lnTo>
                <a:lnTo>
                  <a:pt x="366413" y="257556"/>
                </a:lnTo>
                <a:lnTo>
                  <a:pt x="352044" y="266700"/>
                </a:lnTo>
                <a:lnTo>
                  <a:pt x="352149" y="344805"/>
                </a:lnTo>
                <a:lnTo>
                  <a:pt x="352282" y="354806"/>
                </a:lnTo>
                <a:lnTo>
                  <a:pt x="352344" y="356616"/>
                </a:lnTo>
                <a:close/>
              </a:path>
              <a:path w="390525" h="407035">
                <a:moveTo>
                  <a:pt x="16764" y="382524"/>
                </a:moveTo>
                <a:lnTo>
                  <a:pt x="0" y="348996"/>
                </a:lnTo>
                <a:lnTo>
                  <a:pt x="12263" y="347329"/>
                </a:lnTo>
                <a:lnTo>
                  <a:pt x="26098" y="344805"/>
                </a:lnTo>
                <a:lnTo>
                  <a:pt x="57911" y="338328"/>
                </a:lnTo>
                <a:lnTo>
                  <a:pt x="77342" y="333803"/>
                </a:lnTo>
                <a:lnTo>
                  <a:pt x="101345" y="327279"/>
                </a:lnTo>
                <a:lnTo>
                  <a:pt x="163067" y="309371"/>
                </a:lnTo>
                <a:lnTo>
                  <a:pt x="164591" y="316992"/>
                </a:lnTo>
                <a:lnTo>
                  <a:pt x="107418" y="339875"/>
                </a:lnTo>
                <a:lnTo>
                  <a:pt x="63817" y="358330"/>
                </a:lnTo>
                <a:lnTo>
                  <a:pt x="33647" y="372498"/>
                </a:lnTo>
                <a:lnTo>
                  <a:pt x="16764" y="382524"/>
                </a:lnTo>
                <a:close/>
              </a:path>
              <a:path w="390525" h="407035">
                <a:moveTo>
                  <a:pt x="330708" y="402336"/>
                </a:moveTo>
                <a:lnTo>
                  <a:pt x="330708" y="367284"/>
                </a:lnTo>
                <a:lnTo>
                  <a:pt x="352713" y="367284"/>
                </a:lnTo>
                <a:lnTo>
                  <a:pt x="352914" y="372498"/>
                </a:lnTo>
                <a:lnTo>
                  <a:pt x="353329" y="382238"/>
                </a:lnTo>
                <a:lnTo>
                  <a:pt x="353568" y="391668"/>
                </a:lnTo>
                <a:lnTo>
                  <a:pt x="330708" y="40233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" name="object 22"/>
          <p:cNvSpPr/>
          <p:nvPr/>
        </p:nvSpPr>
        <p:spPr>
          <a:xfrm>
            <a:off x="7799832" y="4300727"/>
            <a:ext cx="393700" cy="398145"/>
          </a:xfrm>
          <a:custGeom>
            <a:avLst/>
            <a:gdLst/>
            <a:ahLst/>
            <a:cxnLst/>
            <a:rect l="l" t="t" r="r" b="b"/>
            <a:pathLst>
              <a:path w="393700" h="398145">
                <a:moveTo>
                  <a:pt x="331660" y="15240"/>
                </a:moveTo>
                <a:lnTo>
                  <a:pt x="300228" y="15240"/>
                </a:lnTo>
                <a:lnTo>
                  <a:pt x="315468" y="0"/>
                </a:lnTo>
                <a:lnTo>
                  <a:pt x="331660" y="15240"/>
                </a:lnTo>
                <a:close/>
              </a:path>
              <a:path w="393700" h="398145">
                <a:moveTo>
                  <a:pt x="67056" y="195072"/>
                </a:moveTo>
                <a:lnTo>
                  <a:pt x="67937" y="170830"/>
                </a:lnTo>
                <a:lnTo>
                  <a:pt x="68389" y="146304"/>
                </a:lnTo>
                <a:lnTo>
                  <a:pt x="68485" y="132207"/>
                </a:lnTo>
                <a:lnTo>
                  <a:pt x="68556" y="73533"/>
                </a:lnTo>
                <a:lnTo>
                  <a:pt x="68389" y="49530"/>
                </a:lnTo>
                <a:lnTo>
                  <a:pt x="67944" y="25908"/>
                </a:lnTo>
                <a:lnTo>
                  <a:pt x="67056" y="1524"/>
                </a:lnTo>
                <a:lnTo>
                  <a:pt x="92964" y="15240"/>
                </a:lnTo>
                <a:lnTo>
                  <a:pt x="331660" y="15240"/>
                </a:lnTo>
                <a:lnTo>
                  <a:pt x="341376" y="24384"/>
                </a:lnTo>
                <a:lnTo>
                  <a:pt x="339198" y="25908"/>
                </a:lnTo>
                <a:lnTo>
                  <a:pt x="92964" y="25908"/>
                </a:lnTo>
                <a:lnTo>
                  <a:pt x="92964" y="85344"/>
                </a:lnTo>
                <a:lnTo>
                  <a:pt x="326355" y="85344"/>
                </a:lnTo>
                <a:lnTo>
                  <a:pt x="326452" y="96012"/>
                </a:lnTo>
                <a:lnTo>
                  <a:pt x="92964" y="96012"/>
                </a:lnTo>
                <a:lnTo>
                  <a:pt x="92964" y="158496"/>
                </a:lnTo>
                <a:lnTo>
                  <a:pt x="327348" y="158496"/>
                </a:lnTo>
                <a:lnTo>
                  <a:pt x="327503" y="169164"/>
                </a:lnTo>
                <a:lnTo>
                  <a:pt x="92964" y="169164"/>
                </a:lnTo>
                <a:lnTo>
                  <a:pt x="92964" y="184403"/>
                </a:lnTo>
                <a:lnTo>
                  <a:pt x="67056" y="195072"/>
                </a:lnTo>
                <a:close/>
              </a:path>
              <a:path w="393700" h="398145">
                <a:moveTo>
                  <a:pt x="210312" y="85344"/>
                </a:moveTo>
                <a:lnTo>
                  <a:pt x="184404" y="85344"/>
                </a:lnTo>
                <a:lnTo>
                  <a:pt x="184404" y="25908"/>
                </a:lnTo>
                <a:lnTo>
                  <a:pt x="210312" y="25908"/>
                </a:lnTo>
                <a:lnTo>
                  <a:pt x="210312" y="85344"/>
                </a:lnTo>
                <a:close/>
              </a:path>
              <a:path w="393700" h="398145">
                <a:moveTo>
                  <a:pt x="326355" y="85344"/>
                </a:moveTo>
                <a:lnTo>
                  <a:pt x="301752" y="85344"/>
                </a:lnTo>
                <a:lnTo>
                  <a:pt x="301752" y="25908"/>
                </a:lnTo>
                <a:lnTo>
                  <a:pt x="339198" y="25908"/>
                </a:lnTo>
                <a:lnTo>
                  <a:pt x="326136" y="35052"/>
                </a:lnTo>
                <a:lnTo>
                  <a:pt x="326355" y="85344"/>
                </a:lnTo>
                <a:close/>
              </a:path>
              <a:path w="393700" h="398145">
                <a:moveTo>
                  <a:pt x="210312" y="158496"/>
                </a:moveTo>
                <a:lnTo>
                  <a:pt x="184404" y="158496"/>
                </a:lnTo>
                <a:lnTo>
                  <a:pt x="184404" y="96012"/>
                </a:lnTo>
                <a:lnTo>
                  <a:pt x="210312" y="96012"/>
                </a:lnTo>
                <a:lnTo>
                  <a:pt x="210312" y="158496"/>
                </a:lnTo>
                <a:close/>
              </a:path>
              <a:path w="393700" h="398145">
                <a:moveTo>
                  <a:pt x="327348" y="158496"/>
                </a:moveTo>
                <a:lnTo>
                  <a:pt x="301752" y="158496"/>
                </a:lnTo>
                <a:lnTo>
                  <a:pt x="301752" y="96012"/>
                </a:lnTo>
                <a:lnTo>
                  <a:pt x="326452" y="96012"/>
                </a:lnTo>
                <a:lnTo>
                  <a:pt x="326898" y="132207"/>
                </a:lnTo>
                <a:lnTo>
                  <a:pt x="327348" y="158496"/>
                </a:lnTo>
                <a:close/>
              </a:path>
              <a:path w="393700" h="398145">
                <a:moveTo>
                  <a:pt x="210312" y="219456"/>
                </a:moveTo>
                <a:lnTo>
                  <a:pt x="184404" y="219456"/>
                </a:lnTo>
                <a:lnTo>
                  <a:pt x="184404" y="169164"/>
                </a:lnTo>
                <a:lnTo>
                  <a:pt x="210312" y="169164"/>
                </a:lnTo>
                <a:lnTo>
                  <a:pt x="210312" y="219456"/>
                </a:lnTo>
                <a:close/>
              </a:path>
              <a:path w="393700" h="398145">
                <a:moveTo>
                  <a:pt x="301752" y="193548"/>
                </a:moveTo>
                <a:lnTo>
                  <a:pt x="301752" y="169164"/>
                </a:lnTo>
                <a:lnTo>
                  <a:pt x="327503" y="169164"/>
                </a:lnTo>
                <a:lnTo>
                  <a:pt x="327660" y="181356"/>
                </a:lnTo>
                <a:lnTo>
                  <a:pt x="301752" y="193548"/>
                </a:lnTo>
                <a:close/>
              </a:path>
              <a:path w="393700" h="398145">
                <a:moveTo>
                  <a:pt x="22860" y="234696"/>
                </a:moveTo>
                <a:lnTo>
                  <a:pt x="6096" y="219456"/>
                </a:lnTo>
                <a:lnTo>
                  <a:pt x="327660" y="219456"/>
                </a:lnTo>
                <a:lnTo>
                  <a:pt x="353568" y="193548"/>
                </a:lnTo>
                <a:lnTo>
                  <a:pt x="390144" y="230124"/>
                </a:lnTo>
                <a:lnTo>
                  <a:pt x="64008" y="230124"/>
                </a:lnTo>
                <a:lnTo>
                  <a:pt x="52863" y="230409"/>
                </a:lnTo>
                <a:lnTo>
                  <a:pt x="42291" y="231267"/>
                </a:lnTo>
                <a:lnTo>
                  <a:pt x="32289" y="232695"/>
                </a:lnTo>
                <a:lnTo>
                  <a:pt x="22860" y="234696"/>
                </a:lnTo>
                <a:close/>
              </a:path>
              <a:path w="393700" h="398145">
                <a:moveTo>
                  <a:pt x="1524" y="381000"/>
                </a:moveTo>
                <a:lnTo>
                  <a:pt x="0" y="373380"/>
                </a:lnTo>
                <a:lnTo>
                  <a:pt x="48601" y="343066"/>
                </a:lnTo>
                <a:lnTo>
                  <a:pt x="91630" y="309181"/>
                </a:lnTo>
                <a:lnTo>
                  <a:pt x="129230" y="271581"/>
                </a:lnTo>
                <a:lnTo>
                  <a:pt x="161544" y="230124"/>
                </a:lnTo>
                <a:lnTo>
                  <a:pt x="213360" y="230124"/>
                </a:lnTo>
                <a:lnTo>
                  <a:pt x="218917" y="236220"/>
                </a:lnTo>
                <a:lnTo>
                  <a:pt x="210312" y="236220"/>
                </a:lnTo>
                <a:lnTo>
                  <a:pt x="210313" y="239268"/>
                </a:lnTo>
                <a:lnTo>
                  <a:pt x="184404" y="239268"/>
                </a:lnTo>
                <a:lnTo>
                  <a:pt x="156606" y="274783"/>
                </a:lnTo>
                <a:lnTo>
                  <a:pt x="124419" y="306494"/>
                </a:lnTo>
                <a:lnTo>
                  <a:pt x="87843" y="334621"/>
                </a:lnTo>
                <a:lnTo>
                  <a:pt x="46878" y="359383"/>
                </a:lnTo>
                <a:lnTo>
                  <a:pt x="1524" y="381000"/>
                </a:lnTo>
                <a:close/>
              </a:path>
              <a:path w="393700" h="398145">
                <a:moveTo>
                  <a:pt x="352044" y="374904"/>
                </a:moveTo>
                <a:lnTo>
                  <a:pt x="304609" y="344876"/>
                </a:lnTo>
                <a:lnTo>
                  <a:pt x="265176" y="311848"/>
                </a:lnTo>
                <a:lnTo>
                  <a:pt x="233743" y="275677"/>
                </a:lnTo>
                <a:lnTo>
                  <a:pt x="210312" y="236220"/>
                </a:lnTo>
                <a:lnTo>
                  <a:pt x="218917" y="236220"/>
                </a:lnTo>
                <a:lnTo>
                  <a:pt x="251960" y="272462"/>
                </a:lnTo>
                <a:lnTo>
                  <a:pt x="294703" y="305943"/>
                </a:lnTo>
                <a:lnTo>
                  <a:pt x="341733" y="330850"/>
                </a:lnTo>
                <a:lnTo>
                  <a:pt x="393192" y="347471"/>
                </a:lnTo>
                <a:lnTo>
                  <a:pt x="393192" y="355092"/>
                </a:lnTo>
                <a:lnTo>
                  <a:pt x="377761" y="356473"/>
                </a:lnTo>
                <a:lnTo>
                  <a:pt x="365760" y="360426"/>
                </a:lnTo>
                <a:lnTo>
                  <a:pt x="357187" y="366664"/>
                </a:lnTo>
                <a:lnTo>
                  <a:pt x="352044" y="374904"/>
                </a:lnTo>
                <a:close/>
              </a:path>
              <a:path w="393700" h="398145">
                <a:moveTo>
                  <a:pt x="182880" y="397764"/>
                </a:moveTo>
                <a:lnTo>
                  <a:pt x="183092" y="366664"/>
                </a:lnTo>
                <a:lnTo>
                  <a:pt x="184165" y="283535"/>
                </a:lnTo>
                <a:lnTo>
                  <a:pt x="184404" y="239268"/>
                </a:lnTo>
                <a:lnTo>
                  <a:pt x="210313" y="239268"/>
                </a:lnTo>
                <a:lnTo>
                  <a:pt x="210416" y="311848"/>
                </a:lnTo>
                <a:lnTo>
                  <a:pt x="210509" y="334621"/>
                </a:lnTo>
                <a:lnTo>
                  <a:pt x="210921" y="362926"/>
                </a:lnTo>
                <a:lnTo>
                  <a:pt x="211021" y="366664"/>
                </a:lnTo>
                <a:lnTo>
                  <a:pt x="211836" y="384047"/>
                </a:lnTo>
                <a:lnTo>
                  <a:pt x="182880" y="39776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" name="object 23"/>
          <p:cNvSpPr/>
          <p:nvPr/>
        </p:nvSpPr>
        <p:spPr>
          <a:xfrm>
            <a:off x="8281487" y="4335779"/>
            <a:ext cx="147955" cy="294640"/>
          </a:xfrm>
          <a:custGeom>
            <a:avLst/>
            <a:gdLst/>
            <a:ahLst/>
            <a:cxnLst/>
            <a:rect l="l" t="t" r="r" b="b"/>
            <a:pathLst>
              <a:path w="147954" h="294639">
                <a:moveTo>
                  <a:pt x="24312" y="88392"/>
                </a:moveTo>
                <a:lnTo>
                  <a:pt x="13644" y="88392"/>
                </a:lnTo>
                <a:lnTo>
                  <a:pt x="9072" y="85344"/>
                </a:lnTo>
                <a:lnTo>
                  <a:pt x="4500" y="80772"/>
                </a:lnTo>
                <a:lnTo>
                  <a:pt x="1666" y="75890"/>
                </a:lnTo>
                <a:lnTo>
                  <a:pt x="119" y="70294"/>
                </a:lnTo>
                <a:lnTo>
                  <a:pt x="0" y="63841"/>
                </a:lnTo>
                <a:lnTo>
                  <a:pt x="1452" y="56388"/>
                </a:lnTo>
                <a:lnTo>
                  <a:pt x="19740" y="22860"/>
                </a:lnTo>
                <a:lnTo>
                  <a:pt x="56316" y="3048"/>
                </a:lnTo>
                <a:lnTo>
                  <a:pt x="75938" y="0"/>
                </a:lnTo>
                <a:lnTo>
                  <a:pt x="85248" y="47"/>
                </a:lnTo>
                <a:lnTo>
                  <a:pt x="94416" y="1524"/>
                </a:lnTo>
                <a:lnTo>
                  <a:pt x="103584" y="3786"/>
                </a:lnTo>
                <a:lnTo>
                  <a:pt x="112895" y="8191"/>
                </a:lnTo>
                <a:lnTo>
                  <a:pt x="116605" y="10668"/>
                </a:lnTo>
                <a:lnTo>
                  <a:pt x="71556" y="10668"/>
                </a:lnTo>
                <a:lnTo>
                  <a:pt x="62460" y="12168"/>
                </a:lnTo>
                <a:lnTo>
                  <a:pt x="28884" y="32004"/>
                </a:lnTo>
                <a:lnTo>
                  <a:pt x="22788" y="44196"/>
                </a:lnTo>
                <a:lnTo>
                  <a:pt x="21264" y="48768"/>
                </a:lnTo>
                <a:lnTo>
                  <a:pt x="22788" y="53340"/>
                </a:lnTo>
                <a:lnTo>
                  <a:pt x="28884" y="54864"/>
                </a:lnTo>
                <a:lnTo>
                  <a:pt x="33456" y="59436"/>
                </a:lnTo>
                <a:lnTo>
                  <a:pt x="36393" y="63841"/>
                </a:lnTo>
                <a:lnTo>
                  <a:pt x="36504" y="74676"/>
                </a:lnTo>
                <a:lnTo>
                  <a:pt x="34980" y="79248"/>
                </a:lnTo>
                <a:lnTo>
                  <a:pt x="31932" y="83820"/>
                </a:lnTo>
                <a:lnTo>
                  <a:pt x="28884" y="86868"/>
                </a:lnTo>
                <a:lnTo>
                  <a:pt x="24312" y="88392"/>
                </a:lnTo>
                <a:close/>
              </a:path>
              <a:path w="147954" h="294639">
                <a:moveTo>
                  <a:pt x="74604" y="210312"/>
                </a:moveTo>
                <a:lnTo>
                  <a:pt x="69484" y="206573"/>
                </a:lnTo>
                <a:lnTo>
                  <a:pt x="65651" y="199834"/>
                </a:lnTo>
                <a:lnTo>
                  <a:pt x="63246" y="189952"/>
                </a:lnTo>
                <a:lnTo>
                  <a:pt x="62412" y="176784"/>
                </a:lnTo>
                <a:lnTo>
                  <a:pt x="64103" y="161925"/>
                </a:lnTo>
                <a:lnTo>
                  <a:pt x="69080" y="147066"/>
                </a:lnTo>
                <a:lnTo>
                  <a:pt x="77200" y="132207"/>
                </a:lnTo>
                <a:lnTo>
                  <a:pt x="88320" y="117348"/>
                </a:lnTo>
                <a:lnTo>
                  <a:pt x="99464" y="103298"/>
                </a:lnTo>
                <a:lnTo>
                  <a:pt x="107751" y="90678"/>
                </a:lnTo>
                <a:lnTo>
                  <a:pt x="113180" y="79200"/>
                </a:lnTo>
                <a:lnTo>
                  <a:pt x="115752" y="68580"/>
                </a:lnTo>
                <a:lnTo>
                  <a:pt x="116895" y="59412"/>
                </a:lnTo>
                <a:lnTo>
                  <a:pt x="115752" y="50101"/>
                </a:lnTo>
                <a:lnTo>
                  <a:pt x="90225" y="15430"/>
                </a:lnTo>
                <a:lnTo>
                  <a:pt x="71556" y="10668"/>
                </a:lnTo>
                <a:lnTo>
                  <a:pt x="116605" y="10668"/>
                </a:lnTo>
                <a:lnTo>
                  <a:pt x="145280" y="43434"/>
                </a:lnTo>
                <a:lnTo>
                  <a:pt x="147756" y="68580"/>
                </a:lnTo>
                <a:lnTo>
                  <a:pt x="143994" y="83200"/>
                </a:lnTo>
                <a:lnTo>
                  <a:pt x="137088" y="97536"/>
                </a:lnTo>
                <a:lnTo>
                  <a:pt x="126753" y="111871"/>
                </a:lnTo>
                <a:lnTo>
                  <a:pt x="112704" y="126492"/>
                </a:lnTo>
                <a:lnTo>
                  <a:pt x="97536" y="141946"/>
                </a:lnTo>
                <a:lnTo>
                  <a:pt x="86225" y="160972"/>
                </a:lnTo>
                <a:lnTo>
                  <a:pt x="78628" y="183713"/>
                </a:lnTo>
                <a:lnTo>
                  <a:pt x="74604" y="210312"/>
                </a:lnTo>
                <a:close/>
              </a:path>
              <a:path w="147954" h="294639">
                <a:moveTo>
                  <a:pt x="74604" y="294132"/>
                </a:moveTo>
                <a:lnTo>
                  <a:pt x="65460" y="294132"/>
                </a:lnTo>
                <a:lnTo>
                  <a:pt x="60888" y="291084"/>
                </a:lnTo>
                <a:lnTo>
                  <a:pt x="53268" y="288035"/>
                </a:lnTo>
                <a:lnTo>
                  <a:pt x="49006" y="284892"/>
                </a:lnTo>
                <a:lnTo>
                  <a:pt x="45458" y="280035"/>
                </a:lnTo>
                <a:lnTo>
                  <a:pt x="42767" y="273462"/>
                </a:lnTo>
                <a:lnTo>
                  <a:pt x="41076" y="265176"/>
                </a:lnTo>
                <a:lnTo>
                  <a:pt x="41671" y="256627"/>
                </a:lnTo>
                <a:lnTo>
                  <a:pt x="66984" y="233172"/>
                </a:lnTo>
                <a:lnTo>
                  <a:pt x="76128" y="233172"/>
                </a:lnTo>
                <a:lnTo>
                  <a:pt x="102036" y="262128"/>
                </a:lnTo>
                <a:lnTo>
                  <a:pt x="101417" y="270438"/>
                </a:lnTo>
                <a:lnTo>
                  <a:pt x="99369" y="277177"/>
                </a:lnTo>
                <a:lnTo>
                  <a:pt x="95607" y="282487"/>
                </a:lnTo>
                <a:lnTo>
                  <a:pt x="89844" y="286511"/>
                </a:lnTo>
                <a:lnTo>
                  <a:pt x="82224" y="291084"/>
                </a:lnTo>
                <a:lnTo>
                  <a:pt x="74604" y="29413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pic>
        <p:nvPicPr>
          <p:cNvPr id="24" name="object 24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1748027" y="5093207"/>
            <a:ext cx="181355" cy="172212"/>
          </a:xfrm>
          <a:prstGeom prst="rect">
            <a:avLst/>
          </a:prstGeom>
        </p:spPr>
      </p:pic>
      <p:sp>
        <p:nvSpPr>
          <p:cNvPr id="25" name="object 25"/>
          <p:cNvSpPr/>
          <p:nvPr/>
        </p:nvSpPr>
        <p:spPr>
          <a:xfrm>
            <a:off x="2130551" y="4939284"/>
            <a:ext cx="398145" cy="394970"/>
          </a:xfrm>
          <a:custGeom>
            <a:avLst/>
            <a:gdLst/>
            <a:ahLst/>
            <a:cxnLst/>
            <a:rect l="l" t="t" r="r" b="b"/>
            <a:pathLst>
              <a:path w="398144" h="394970">
                <a:moveTo>
                  <a:pt x="308457" y="18288"/>
                </a:moveTo>
                <a:lnTo>
                  <a:pt x="271272" y="18288"/>
                </a:lnTo>
                <a:lnTo>
                  <a:pt x="286512" y="0"/>
                </a:lnTo>
                <a:lnTo>
                  <a:pt x="308457" y="18288"/>
                </a:lnTo>
                <a:close/>
              </a:path>
              <a:path w="398144" h="394970">
                <a:moveTo>
                  <a:pt x="97536" y="178308"/>
                </a:moveTo>
                <a:lnTo>
                  <a:pt x="98417" y="156591"/>
                </a:lnTo>
                <a:lnTo>
                  <a:pt x="98869" y="134874"/>
                </a:lnTo>
                <a:lnTo>
                  <a:pt x="99020" y="115252"/>
                </a:lnTo>
                <a:lnTo>
                  <a:pt x="99036" y="70342"/>
                </a:lnTo>
                <a:lnTo>
                  <a:pt x="98869" y="48387"/>
                </a:lnTo>
                <a:lnTo>
                  <a:pt x="98417" y="25860"/>
                </a:lnTo>
                <a:lnTo>
                  <a:pt x="97536" y="3048"/>
                </a:lnTo>
                <a:lnTo>
                  <a:pt x="124968" y="18288"/>
                </a:lnTo>
                <a:lnTo>
                  <a:pt x="308457" y="18288"/>
                </a:lnTo>
                <a:lnTo>
                  <a:pt x="313944" y="22860"/>
                </a:lnTo>
                <a:lnTo>
                  <a:pt x="306324" y="28956"/>
                </a:lnTo>
                <a:lnTo>
                  <a:pt x="123444" y="28956"/>
                </a:lnTo>
                <a:lnTo>
                  <a:pt x="123444" y="79248"/>
                </a:lnTo>
                <a:lnTo>
                  <a:pt x="298727" y="79248"/>
                </a:lnTo>
                <a:lnTo>
                  <a:pt x="298775" y="89916"/>
                </a:lnTo>
                <a:lnTo>
                  <a:pt x="123444" y="89916"/>
                </a:lnTo>
                <a:lnTo>
                  <a:pt x="123444" y="141732"/>
                </a:lnTo>
                <a:lnTo>
                  <a:pt x="299342" y="141732"/>
                </a:lnTo>
                <a:lnTo>
                  <a:pt x="299855" y="152400"/>
                </a:lnTo>
                <a:lnTo>
                  <a:pt x="123444" y="152400"/>
                </a:lnTo>
                <a:lnTo>
                  <a:pt x="123444" y="167640"/>
                </a:lnTo>
                <a:lnTo>
                  <a:pt x="97536" y="178308"/>
                </a:lnTo>
                <a:close/>
              </a:path>
              <a:path w="398144" h="394970">
                <a:moveTo>
                  <a:pt x="298727" y="79248"/>
                </a:moveTo>
                <a:lnTo>
                  <a:pt x="274320" y="79248"/>
                </a:lnTo>
                <a:lnTo>
                  <a:pt x="274320" y="28956"/>
                </a:lnTo>
                <a:lnTo>
                  <a:pt x="306324" y="28956"/>
                </a:lnTo>
                <a:lnTo>
                  <a:pt x="298704" y="35052"/>
                </a:lnTo>
                <a:lnTo>
                  <a:pt x="298727" y="79248"/>
                </a:lnTo>
                <a:close/>
              </a:path>
              <a:path w="398144" h="394970">
                <a:moveTo>
                  <a:pt x="299342" y="141732"/>
                </a:moveTo>
                <a:lnTo>
                  <a:pt x="274320" y="141732"/>
                </a:lnTo>
                <a:lnTo>
                  <a:pt x="274320" y="89916"/>
                </a:lnTo>
                <a:lnTo>
                  <a:pt x="298775" y="89916"/>
                </a:lnTo>
                <a:lnTo>
                  <a:pt x="298894" y="115252"/>
                </a:lnTo>
                <a:lnTo>
                  <a:pt x="299342" y="141732"/>
                </a:lnTo>
                <a:close/>
              </a:path>
              <a:path w="398144" h="394970">
                <a:moveTo>
                  <a:pt x="274320" y="175260"/>
                </a:moveTo>
                <a:lnTo>
                  <a:pt x="274320" y="152400"/>
                </a:lnTo>
                <a:lnTo>
                  <a:pt x="299855" y="152400"/>
                </a:lnTo>
                <a:lnTo>
                  <a:pt x="300227" y="160020"/>
                </a:lnTo>
                <a:lnTo>
                  <a:pt x="274320" y="175260"/>
                </a:lnTo>
                <a:close/>
              </a:path>
              <a:path w="398144" h="394970">
                <a:moveTo>
                  <a:pt x="21336" y="213360"/>
                </a:moveTo>
                <a:lnTo>
                  <a:pt x="4572" y="196596"/>
                </a:lnTo>
                <a:lnTo>
                  <a:pt x="326136" y="196596"/>
                </a:lnTo>
                <a:lnTo>
                  <a:pt x="352044" y="170688"/>
                </a:lnTo>
                <a:lnTo>
                  <a:pt x="388620" y="207264"/>
                </a:lnTo>
                <a:lnTo>
                  <a:pt x="62484" y="207264"/>
                </a:lnTo>
                <a:lnTo>
                  <a:pt x="51339" y="207573"/>
                </a:lnTo>
                <a:lnTo>
                  <a:pt x="40767" y="208597"/>
                </a:lnTo>
                <a:lnTo>
                  <a:pt x="30765" y="210478"/>
                </a:lnTo>
                <a:lnTo>
                  <a:pt x="21336" y="213360"/>
                </a:lnTo>
                <a:close/>
              </a:path>
              <a:path w="398144" h="394970">
                <a:moveTo>
                  <a:pt x="213360" y="341376"/>
                </a:moveTo>
                <a:lnTo>
                  <a:pt x="188976" y="341376"/>
                </a:lnTo>
                <a:lnTo>
                  <a:pt x="188976" y="207264"/>
                </a:lnTo>
                <a:lnTo>
                  <a:pt x="213360" y="207264"/>
                </a:lnTo>
                <a:lnTo>
                  <a:pt x="213360" y="266699"/>
                </a:lnTo>
                <a:lnTo>
                  <a:pt x="348995" y="266699"/>
                </a:lnTo>
                <a:lnTo>
                  <a:pt x="359664" y="277368"/>
                </a:lnTo>
                <a:lnTo>
                  <a:pt x="213360" y="277368"/>
                </a:lnTo>
                <a:lnTo>
                  <a:pt x="213360" y="341376"/>
                </a:lnTo>
                <a:close/>
              </a:path>
              <a:path w="398144" h="394970">
                <a:moveTo>
                  <a:pt x="3048" y="394716"/>
                </a:moveTo>
                <a:lnTo>
                  <a:pt x="0" y="390144"/>
                </a:lnTo>
                <a:lnTo>
                  <a:pt x="34290" y="357854"/>
                </a:lnTo>
                <a:lnTo>
                  <a:pt x="61722" y="318135"/>
                </a:lnTo>
                <a:lnTo>
                  <a:pt x="82296" y="270986"/>
                </a:lnTo>
                <a:lnTo>
                  <a:pt x="96012" y="216408"/>
                </a:lnTo>
                <a:lnTo>
                  <a:pt x="134112" y="239268"/>
                </a:lnTo>
                <a:lnTo>
                  <a:pt x="112395" y="265938"/>
                </a:lnTo>
                <a:lnTo>
                  <a:pt x="109204" y="273367"/>
                </a:lnTo>
                <a:lnTo>
                  <a:pt x="105156" y="281940"/>
                </a:lnTo>
                <a:lnTo>
                  <a:pt x="113825" y="291084"/>
                </a:lnTo>
                <a:lnTo>
                  <a:pt x="100584" y="291084"/>
                </a:lnTo>
                <a:lnTo>
                  <a:pt x="82343" y="325064"/>
                </a:lnTo>
                <a:lnTo>
                  <a:pt x="59817" y="353758"/>
                </a:lnTo>
                <a:lnTo>
                  <a:pt x="33289" y="377023"/>
                </a:lnTo>
                <a:lnTo>
                  <a:pt x="3048" y="394716"/>
                </a:lnTo>
                <a:close/>
              </a:path>
              <a:path w="398144" h="394970">
                <a:moveTo>
                  <a:pt x="348995" y="266699"/>
                </a:moveTo>
                <a:lnTo>
                  <a:pt x="304800" y="266699"/>
                </a:lnTo>
                <a:lnTo>
                  <a:pt x="326136" y="243840"/>
                </a:lnTo>
                <a:lnTo>
                  <a:pt x="348995" y="266699"/>
                </a:lnTo>
                <a:close/>
              </a:path>
              <a:path w="398144" h="394970">
                <a:moveTo>
                  <a:pt x="362712" y="390144"/>
                </a:moveTo>
                <a:lnTo>
                  <a:pt x="315229" y="387524"/>
                </a:lnTo>
                <a:lnTo>
                  <a:pt x="275463" y="384048"/>
                </a:lnTo>
                <a:lnTo>
                  <a:pt x="217932" y="373380"/>
                </a:lnTo>
                <a:lnTo>
                  <a:pt x="178879" y="358330"/>
                </a:lnTo>
                <a:lnTo>
                  <a:pt x="135302" y="329017"/>
                </a:lnTo>
                <a:lnTo>
                  <a:pt x="100584" y="291084"/>
                </a:lnTo>
                <a:lnTo>
                  <a:pt x="113825" y="291084"/>
                </a:lnTo>
                <a:lnTo>
                  <a:pt x="121681" y="299370"/>
                </a:lnTo>
                <a:lnTo>
                  <a:pt x="141351" y="315087"/>
                </a:lnTo>
                <a:lnTo>
                  <a:pt x="163877" y="329088"/>
                </a:lnTo>
                <a:lnTo>
                  <a:pt x="188976" y="341376"/>
                </a:lnTo>
                <a:lnTo>
                  <a:pt x="213360" y="341376"/>
                </a:lnTo>
                <a:lnTo>
                  <a:pt x="213360" y="348996"/>
                </a:lnTo>
                <a:lnTo>
                  <a:pt x="230838" y="352139"/>
                </a:lnTo>
                <a:lnTo>
                  <a:pt x="251460" y="354711"/>
                </a:lnTo>
                <a:lnTo>
                  <a:pt x="275510" y="356711"/>
                </a:lnTo>
                <a:lnTo>
                  <a:pt x="303275" y="358140"/>
                </a:lnTo>
                <a:lnTo>
                  <a:pt x="397764" y="358140"/>
                </a:lnTo>
                <a:lnTo>
                  <a:pt x="397764" y="362712"/>
                </a:lnTo>
                <a:lnTo>
                  <a:pt x="383714" y="366998"/>
                </a:lnTo>
                <a:lnTo>
                  <a:pt x="373380" y="372999"/>
                </a:lnTo>
                <a:lnTo>
                  <a:pt x="366474" y="380714"/>
                </a:lnTo>
                <a:lnTo>
                  <a:pt x="362712" y="390144"/>
                </a:lnTo>
                <a:close/>
              </a:path>
              <a:path w="398144" h="394970">
                <a:moveTo>
                  <a:pt x="397764" y="358140"/>
                </a:moveTo>
                <a:lnTo>
                  <a:pt x="303275" y="358140"/>
                </a:lnTo>
                <a:lnTo>
                  <a:pt x="330684" y="357854"/>
                </a:lnTo>
                <a:lnTo>
                  <a:pt x="355663" y="356997"/>
                </a:lnTo>
                <a:lnTo>
                  <a:pt x="378071" y="355568"/>
                </a:lnTo>
                <a:lnTo>
                  <a:pt x="397764" y="353568"/>
                </a:lnTo>
                <a:lnTo>
                  <a:pt x="397764" y="35814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" name="object 26"/>
          <p:cNvSpPr/>
          <p:nvPr/>
        </p:nvSpPr>
        <p:spPr>
          <a:xfrm>
            <a:off x="2581656" y="4942331"/>
            <a:ext cx="379730" cy="399415"/>
          </a:xfrm>
          <a:custGeom>
            <a:avLst/>
            <a:gdLst/>
            <a:ahLst/>
            <a:cxnLst/>
            <a:rect l="l" t="t" r="r" b="b"/>
            <a:pathLst>
              <a:path w="379730" h="399414">
                <a:moveTo>
                  <a:pt x="28956" y="41148"/>
                </a:moveTo>
                <a:lnTo>
                  <a:pt x="12192" y="25908"/>
                </a:lnTo>
                <a:lnTo>
                  <a:pt x="316992" y="25908"/>
                </a:lnTo>
                <a:lnTo>
                  <a:pt x="342900" y="0"/>
                </a:lnTo>
                <a:lnTo>
                  <a:pt x="379476" y="36576"/>
                </a:lnTo>
                <a:lnTo>
                  <a:pt x="65532" y="36576"/>
                </a:lnTo>
                <a:lnTo>
                  <a:pt x="56388" y="36861"/>
                </a:lnTo>
                <a:lnTo>
                  <a:pt x="47243" y="37719"/>
                </a:lnTo>
                <a:lnTo>
                  <a:pt x="38100" y="39147"/>
                </a:lnTo>
                <a:lnTo>
                  <a:pt x="28956" y="41148"/>
                </a:lnTo>
                <a:close/>
              </a:path>
              <a:path w="379730" h="399414">
                <a:moveTo>
                  <a:pt x="3047" y="201168"/>
                </a:moveTo>
                <a:lnTo>
                  <a:pt x="0" y="193548"/>
                </a:lnTo>
                <a:lnTo>
                  <a:pt x="25741" y="179236"/>
                </a:lnTo>
                <a:lnTo>
                  <a:pt x="50482" y="163639"/>
                </a:lnTo>
                <a:lnTo>
                  <a:pt x="97536" y="128016"/>
                </a:lnTo>
                <a:lnTo>
                  <a:pt x="140970" y="85725"/>
                </a:lnTo>
                <a:lnTo>
                  <a:pt x="179832" y="36576"/>
                </a:lnTo>
                <a:lnTo>
                  <a:pt x="214884" y="36576"/>
                </a:lnTo>
                <a:lnTo>
                  <a:pt x="206597" y="44267"/>
                </a:lnTo>
                <a:lnTo>
                  <a:pt x="200025" y="51244"/>
                </a:lnTo>
                <a:lnTo>
                  <a:pt x="195167" y="57364"/>
                </a:lnTo>
                <a:lnTo>
                  <a:pt x="192024" y="62484"/>
                </a:lnTo>
                <a:lnTo>
                  <a:pt x="212750" y="74676"/>
                </a:lnTo>
                <a:lnTo>
                  <a:pt x="181356" y="74676"/>
                </a:lnTo>
                <a:lnTo>
                  <a:pt x="140589" y="118110"/>
                </a:lnTo>
                <a:lnTo>
                  <a:pt x="97536" y="152400"/>
                </a:lnTo>
                <a:lnTo>
                  <a:pt x="52006" y="179641"/>
                </a:lnTo>
                <a:lnTo>
                  <a:pt x="27884" y="191190"/>
                </a:lnTo>
                <a:lnTo>
                  <a:pt x="3047" y="201168"/>
                </a:lnTo>
                <a:close/>
              </a:path>
              <a:path w="379730" h="399414">
                <a:moveTo>
                  <a:pt x="178308" y="210312"/>
                </a:moveTo>
                <a:lnTo>
                  <a:pt x="180403" y="161925"/>
                </a:lnTo>
                <a:lnTo>
                  <a:pt x="181094" y="143875"/>
                </a:lnTo>
                <a:lnTo>
                  <a:pt x="181230" y="136398"/>
                </a:lnTo>
                <a:lnTo>
                  <a:pt x="181356" y="74676"/>
                </a:lnTo>
                <a:lnTo>
                  <a:pt x="212750" y="74676"/>
                </a:lnTo>
                <a:lnTo>
                  <a:pt x="217932" y="77724"/>
                </a:lnTo>
                <a:lnTo>
                  <a:pt x="205740" y="88392"/>
                </a:lnTo>
                <a:lnTo>
                  <a:pt x="205838" y="172974"/>
                </a:lnTo>
                <a:lnTo>
                  <a:pt x="205973" y="179879"/>
                </a:lnTo>
                <a:lnTo>
                  <a:pt x="206382" y="189333"/>
                </a:lnTo>
                <a:lnTo>
                  <a:pt x="207264" y="199644"/>
                </a:lnTo>
                <a:lnTo>
                  <a:pt x="178308" y="210312"/>
                </a:lnTo>
                <a:close/>
              </a:path>
              <a:path w="379730" h="399414">
                <a:moveTo>
                  <a:pt x="371856" y="195072"/>
                </a:moveTo>
                <a:lnTo>
                  <a:pt x="365760" y="195072"/>
                </a:lnTo>
                <a:lnTo>
                  <a:pt x="361188" y="193548"/>
                </a:lnTo>
                <a:lnTo>
                  <a:pt x="356616" y="187452"/>
                </a:lnTo>
                <a:lnTo>
                  <a:pt x="347733" y="178046"/>
                </a:lnTo>
                <a:lnTo>
                  <a:pt x="336904" y="168140"/>
                </a:lnTo>
                <a:lnTo>
                  <a:pt x="324254" y="158091"/>
                </a:lnTo>
                <a:lnTo>
                  <a:pt x="309372" y="147828"/>
                </a:lnTo>
                <a:lnTo>
                  <a:pt x="293108" y="136136"/>
                </a:lnTo>
                <a:lnTo>
                  <a:pt x="274129" y="124015"/>
                </a:lnTo>
                <a:lnTo>
                  <a:pt x="252579" y="111609"/>
                </a:lnTo>
                <a:lnTo>
                  <a:pt x="228600" y="99060"/>
                </a:lnTo>
                <a:lnTo>
                  <a:pt x="230124" y="91440"/>
                </a:lnTo>
                <a:lnTo>
                  <a:pt x="285869" y="112585"/>
                </a:lnTo>
                <a:lnTo>
                  <a:pt x="327469" y="130302"/>
                </a:lnTo>
                <a:lnTo>
                  <a:pt x="368808" y="155448"/>
                </a:lnTo>
                <a:lnTo>
                  <a:pt x="378237" y="179879"/>
                </a:lnTo>
                <a:lnTo>
                  <a:pt x="377952" y="185928"/>
                </a:lnTo>
                <a:lnTo>
                  <a:pt x="374904" y="192024"/>
                </a:lnTo>
                <a:lnTo>
                  <a:pt x="371856" y="195072"/>
                </a:lnTo>
                <a:close/>
              </a:path>
              <a:path w="379730" h="399414">
                <a:moveTo>
                  <a:pt x="324135" y="227076"/>
                </a:moveTo>
                <a:lnTo>
                  <a:pt x="288036" y="227076"/>
                </a:lnTo>
                <a:lnTo>
                  <a:pt x="306324" y="210312"/>
                </a:lnTo>
                <a:lnTo>
                  <a:pt x="324135" y="227076"/>
                </a:lnTo>
                <a:close/>
              </a:path>
              <a:path w="379730" h="399414">
                <a:moveTo>
                  <a:pt x="79248" y="399288"/>
                </a:moveTo>
                <a:lnTo>
                  <a:pt x="79486" y="375523"/>
                </a:lnTo>
                <a:lnTo>
                  <a:pt x="80533" y="328564"/>
                </a:lnTo>
                <a:lnTo>
                  <a:pt x="80772" y="304799"/>
                </a:lnTo>
                <a:lnTo>
                  <a:pt x="80748" y="281701"/>
                </a:lnTo>
                <a:lnTo>
                  <a:pt x="80581" y="258318"/>
                </a:lnTo>
                <a:lnTo>
                  <a:pt x="80119" y="234696"/>
                </a:lnTo>
                <a:lnTo>
                  <a:pt x="79248" y="211836"/>
                </a:lnTo>
                <a:lnTo>
                  <a:pt x="106680" y="227076"/>
                </a:lnTo>
                <a:lnTo>
                  <a:pt x="324135" y="227076"/>
                </a:lnTo>
                <a:lnTo>
                  <a:pt x="332232" y="234696"/>
                </a:lnTo>
                <a:lnTo>
                  <a:pt x="327660" y="237744"/>
                </a:lnTo>
                <a:lnTo>
                  <a:pt x="106680" y="237744"/>
                </a:lnTo>
                <a:lnTo>
                  <a:pt x="106680" y="342900"/>
                </a:lnTo>
                <a:lnTo>
                  <a:pt x="318617" y="342900"/>
                </a:lnTo>
                <a:lnTo>
                  <a:pt x="318706" y="350520"/>
                </a:lnTo>
                <a:lnTo>
                  <a:pt x="318795" y="353568"/>
                </a:lnTo>
                <a:lnTo>
                  <a:pt x="106680" y="353568"/>
                </a:lnTo>
                <a:lnTo>
                  <a:pt x="106680" y="387096"/>
                </a:lnTo>
                <a:lnTo>
                  <a:pt x="79248" y="399288"/>
                </a:lnTo>
                <a:close/>
              </a:path>
              <a:path w="379730" h="399414">
                <a:moveTo>
                  <a:pt x="318617" y="342900"/>
                </a:moveTo>
                <a:lnTo>
                  <a:pt x="292608" y="342900"/>
                </a:lnTo>
                <a:lnTo>
                  <a:pt x="292608" y="237744"/>
                </a:lnTo>
                <a:lnTo>
                  <a:pt x="327660" y="237744"/>
                </a:lnTo>
                <a:lnTo>
                  <a:pt x="318516" y="243840"/>
                </a:lnTo>
                <a:lnTo>
                  <a:pt x="318617" y="342900"/>
                </a:lnTo>
                <a:close/>
              </a:path>
              <a:path w="379730" h="399414">
                <a:moveTo>
                  <a:pt x="292608" y="393192"/>
                </a:moveTo>
                <a:lnTo>
                  <a:pt x="292608" y="353568"/>
                </a:lnTo>
                <a:lnTo>
                  <a:pt x="318795" y="353568"/>
                </a:lnTo>
                <a:lnTo>
                  <a:pt x="319158" y="365950"/>
                </a:lnTo>
                <a:lnTo>
                  <a:pt x="320040" y="382524"/>
                </a:lnTo>
                <a:lnTo>
                  <a:pt x="292608" y="39319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" name="object 27"/>
          <p:cNvSpPr/>
          <p:nvPr/>
        </p:nvSpPr>
        <p:spPr>
          <a:xfrm>
            <a:off x="3009900" y="4931664"/>
            <a:ext cx="2009139" cy="411480"/>
          </a:xfrm>
          <a:custGeom>
            <a:avLst/>
            <a:gdLst/>
            <a:ahLst/>
            <a:cxnLst/>
            <a:rect l="l" t="t" r="r" b="b"/>
            <a:pathLst>
              <a:path w="2009139" h="411479">
                <a:moveTo>
                  <a:pt x="262128" y="204228"/>
                </a:moveTo>
                <a:lnTo>
                  <a:pt x="144780" y="204228"/>
                </a:lnTo>
                <a:lnTo>
                  <a:pt x="144780" y="240804"/>
                </a:lnTo>
                <a:lnTo>
                  <a:pt x="219456" y="240804"/>
                </a:lnTo>
                <a:lnTo>
                  <a:pt x="219456" y="324624"/>
                </a:lnTo>
                <a:lnTo>
                  <a:pt x="213182" y="327520"/>
                </a:lnTo>
                <a:lnTo>
                  <a:pt x="205930" y="329577"/>
                </a:lnTo>
                <a:lnTo>
                  <a:pt x="197802" y="331050"/>
                </a:lnTo>
                <a:lnTo>
                  <a:pt x="188976" y="332244"/>
                </a:lnTo>
                <a:lnTo>
                  <a:pt x="179832" y="333997"/>
                </a:lnTo>
                <a:lnTo>
                  <a:pt x="170688" y="334911"/>
                </a:lnTo>
                <a:lnTo>
                  <a:pt x="161544" y="335241"/>
                </a:lnTo>
                <a:lnTo>
                  <a:pt x="152400" y="335292"/>
                </a:lnTo>
                <a:lnTo>
                  <a:pt x="140347" y="334721"/>
                </a:lnTo>
                <a:lnTo>
                  <a:pt x="99098" y="321906"/>
                </a:lnTo>
                <a:lnTo>
                  <a:pt x="68122" y="292328"/>
                </a:lnTo>
                <a:lnTo>
                  <a:pt x="49568" y="247484"/>
                </a:lnTo>
                <a:lnTo>
                  <a:pt x="45720" y="202704"/>
                </a:lnTo>
                <a:lnTo>
                  <a:pt x="47447" y="175310"/>
                </a:lnTo>
                <a:lnTo>
                  <a:pt x="61785" y="128549"/>
                </a:lnTo>
                <a:lnTo>
                  <a:pt x="89763" y="93967"/>
                </a:lnTo>
                <a:lnTo>
                  <a:pt x="127393" y="76733"/>
                </a:lnTo>
                <a:lnTo>
                  <a:pt x="149352" y="74688"/>
                </a:lnTo>
                <a:lnTo>
                  <a:pt x="159346" y="74968"/>
                </a:lnTo>
                <a:lnTo>
                  <a:pt x="168783" y="75831"/>
                </a:lnTo>
                <a:lnTo>
                  <a:pt x="177634" y="77254"/>
                </a:lnTo>
                <a:lnTo>
                  <a:pt x="185928" y="79260"/>
                </a:lnTo>
                <a:lnTo>
                  <a:pt x="194538" y="80924"/>
                </a:lnTo>
                <a:lnTo>
                  <a:pt x="202311" y="83451"/>
                </a:lnTo>
                <a:lnTo>
                  <a:pt x="209499" y="86537"/>
                </a:lnTo>
                <a:lnTo>
                  <a:pt x="216408" y="89928"/>
                </a:lnTo>
                <a:lnTo>
                  <a:pt x="223850" y="93357"/>
                </a:lnTo>
                <a:lnTo>
                  <a:pt x="230314" y="96786"/>
                </a:lnTo>
                <a:lnTo>
                  <a:pt x="235902" y="100215"/>
                </a:lnTo>
                <a:lnTo>
                  <a:pt x="240792" y="103644"/>
                </a:lnTo>
                <a:lnTo>
                  <a:pt x="246888" y="108216"/>
                </a:lnTo>
                <a:lnTo>
                  <a:pt x="251460" y="111264"/>
                </a:lnTo>
                <a:lnTo>
                  <a:pt x="257556" y="117360"/>
                </a:lnTo>
                <a:lnTo>
                  <a:pt x="260604" y="117360"/>
                </a:lnTo>
                <a:lnTo>
                  <a:pt x="260604" y="65544"/>
                </a:lnTo>
                <a:lnTo>
                  <a:pt x="214884" y="45732"/>
                </a:lnTo>
                <a:lnTo>
                  <a:pt x="171259" y="37541"/>
                </a:lnTo>
                <a:lnTo>
                  <a:pt x="155448" y="36588"/>
                </a:lnTo>
                <a:lnTo>
                  <a:pt x="138582" y="37414"/>
                </a:lnTo>
                <a:lnTo>
                  <a:pt x="91440" y="48780"/>
                </a:lnTo>
                <a:lnTo>
                  <a:pt x="53289" y="71069"/>
                </a:lnTo>
                <a:lnTo>
                  <a:pt x="24574" y="105740"/>
                </a:lnTo>
                <a:lnTo>
                  <a:pt x="7061" y="150431"/>
                </a:lnTo>
                <a:lnTo>
                  <a:pt x="0" y="204228"/>
                </a:lnTo>
                <a:lnTo>
                  <a:pt x="825" y="224231"/>
                </a:lnTo>
                <a:lnTo>
                  <a:pt x="12192" y="277380"/>
                </a:lnTo>
                <a:lnTo>
                  <a:pt x="32969" y="318947"/>
                </a:lnTo>
                <a:lnTo>
                  <a:pt x="65341" y="349008"/>
                </a:lnTo>
                <a:lnTo>
                  <a:pt x="106337" y="366953"/>
                </a:lnTo>
                <a:lnTo>
                  <a:pt x="153924" y="373392"/>
                </a:lnTo>
                <a:lnTo>
                  <a:pt x="162775" y="373126"/>
                </a:lnTo>
                <a:lnTo>
                  <a:pt x="214884" y="362724"/>
                </a:lnTo>
                <a:lnTo>
                  <a:pt x="220611" y="361289"/>
                </a:lnTo>
                <a:lnTo>
                  <a:pt x="226504" y="359295"/>
                </a:lnTo>
                <a:lnTo>
                  <a:pt x="232664" y="356717"/>
                </a:lnTo>
                <a:lnTo>
                  <a:pt x="239268" y="353580"/>
                </a:lnTo>
                <a:lnTo>
                  <a:pt x="249936" y="350532"/>
                </a:lnTo>
                <a:lnTo>
                  <a:pt x="262128" y="344436"/>
                </a:lnTo>
                <a:lnTo>
                  <a:pt x="262128" y="204228"/>
                </a:lnTo>
                <a:close/>
              </a:path>
              <a:path w="2009139" h="411479">
                <a:moveTo>
                  <a:pt x="426707" y="205740"/>
                </a:moveTo>
                <a:lnTo>
                  <a:pt x="303263" y="205740"/>
                </a:lnTo>
                <a:lnTo>
                  <a:pt x="303263" y="245376"/>
                </a:lnTo>
                <a:lnTo>
                  <a:pt x="426707" y="245376"/>
                </a:lnTo>
                <a:lnTo>
                  <a:pt x="426707" y="205740"/>
                </a:lnTo>
                <a:close/>
              </a:path>
              <a:path w="2009139" h="411479">
                <a:moveTo>
                  <a:pt x="678180" y="274320"/>
                </a:moveTo>
                <a:lnTo>
                  <a:pt x="669175" y="234886"/>
                </a:lnTo>
                <a:lnTo>
                  <a:pt x="642556" y="205740"/>
                </a:lnTo>
                <a:lnTo>
                  <a:pt x="606996" y="190627"/>
                </a:lnTo>
                <a:lnTo>
                  <a:pt x="571538" y="182118"/>
                </a:lnTo>
                <a:lnTo>
                  <a:pt x="529018" y="168592"/>
                </a:lnTo>
                <a:lnTo>
                  <a:pt x="505269" y="134708"/>
                </a:lnTo>
                <a:lnTo>
                  <a:pt x="504444" y="124968"/>
                </a:lnTo>
                <a:lnTo>
                  <a:pt x="505815" y="114109"/>
                </a:lnTo>
                <a:lnTo>
                  <a:pt x="533984" y="82397"/>
                </a:lnTo>
                <a:lnTo>
                  <a:pt x="571500" y="74676"/>
                </a:lnTo>
                <a:lnTo>
                  <a:pt x="584949" y="75272"/>
                </a:lnTo>
                <a:lnTo>
                  <a:pt x="623316" y="85344"/>
                </a:lnTo>
                <a:lnTo>
                  <a:pt x="662940" y="109728"/>
                </a:lnTo>
                <a:lnTo>
                  <a:pt x="665988" y="109728"/>
                </a:lnTo>
                <a:lnTo>
                  <a:pt x="665988" y="57912"/>
                </a:lnTo>
                <a:lnTo>
                  <a:pt x="655408" y="53390"/>
                </a:lnTo>
                <a:lnTo>
                  <a:pt x="608330" y="39801"/>
                </a:lnTo>
                <a:lnTo>
                  <a:pt x="569976" y="36576"/>
                </a:lnTo>
                <a:lnTo>
                  <a:pt x="547090" y="38290"/>
                </a:lnTo>
                <a:lnTo>
                  <a:pt x="507606" y="52006"/>
                </a:lnTo>
                <a:lnTo>
                  <a:pt x="477596" y="77685"/>
                </a:lnTo>
                <a:lnTo>
                  <a:pt x="460248" y="129540"/>
                </a:lnTo>
                <a:lnTo>
                  <a:pt x="460552" y="138645"/>
                </a:lnTo>
                <a:lnTo>
                  <a:pt x="472821" y="176403"/>
                </a:lnTo>
                <a:lnTo>
                  <a:pt x="504444" y="205740"/>
                </a:lnTo>
                <a:lnTo>
                  <a:pt x="559130" y="222631"/>
                </a:lnTo>
                <a:lnTo>
                  <a:pt x="572262" y="225437"/>
                </a:lnTo>
                <a:lnTo>
                  <a:pt x="579120" y="227266"/>
                </a:lnTo>
                <a:lnTo>
                  <a:pt x="592836" y="231648"/>
                </a:lnTo>
                <a:lnTo>
                  <a:pt x="602526" y="234505"/>
                </a:lnTo>
                <a:lnTo>
                  <a:pt x="610933" y="238506"/>
                </a:lnTo>
                <a:lnTo>
                  <a:pt x="633171" y="271589"/>
                </a:lnTo>
                <a:lnTo>
                  <a:pt x="633984" y="280416"/>
                </a:lnTo>
                <a:lnTo>
                  <a:pt x="632841" y="292404"/>
                </a:lnTo>
                <a:lnTo>
                  <a:pt x="605409" y="326923"/>
                </a:lnTo>
                <a:lnTo>
                  <a:pt x="560832" y="335280"/>
                </a:lnTo>
                <a:lnTo>
                  <a:pt x="548233" y="334479"/>
                </a:lnTo>
                <a:lnTo>
                  <a:pt x="509016" y="324612"/>
                </a:lnTo>
                <a:lnTo>
                  <a:pt x="472363" y="302323"/>
                </a:lnTo>
                <a:lnTo>
                  <a:pt x="461772" y="292608"/>
                </a:lnTo>
                <a:lnTo>
                  <a:pt x="458724" y="292608"/>
                </a:lnTo>
                <a:lnTo>
                  <a:pt x="458724" y="347472"/>
                </a:lnTo>
                <a:lnTo>
                  <a:pt x="469290" y="352031"/>
                </a:lnTo>
                <a:lnTo>
                  <a:pt x="517588" y="368007"/>
                </a:lnTo>
                <a:lnTo>
                  <a:pt x="563880" y="371856"/>
                </a:lnTo>
                <a:lnTo>
                  <a:pt x="578167" y="371525"/>
                </a:lnTo>
                <a:lnTo>
                  <a:pt x="623290" y="360260"/>
                </a:lnTo>
                <a:lnTo>
                  <a:pt x="655764" y="335978"/>
                </a:lnTo>
                <a:lnTo>
                  <a:pt x="673671" y="301752"/>
                </a:lnTo>
                <a:lnTo>
                  <a:pt x="677621" y="283464"/>
                </a:lnTo>
                <a:lnTo>
                  <a:pt x="678180" y="274320"/>
                </a:lnTo>
                <a:close/>
              </a:path>
              <a:path w="2009139" h="411479">
                <a:moveTo>
                  <a:pt x="925055" y="64008"/>
                </a:moveTo>
                <a:lnTo>
                  <a:pt x="915911" y="53340"/>
                </a:lnTo>
                <a:lnTo>
                  <a:pt x="897623" y="32004"/>
                </a:lnTo>
                <a:lnTo>
                  <a:pt x="876287" y="53340"/>
                </a:lnTo>
                <a:lnTo>
                  <a:pt x="800087" y="53340"/>
                </a:lnTo>
                <a:lnTo>
                  <a:pt x="805281" y="45910"/>
                </a:lnTo>
                <a:lnTo>
                  <a:pt x="809612" y="39624"/>
                </a:lnTo>
                <a:lnTo>
                  <a:pt x="833615" y="18288"/>
                </a:lnTo>
                <a:lnTo>
                  <a:pt x="798563" y="0"/>
                </a:lnTo>
                <a:lnTo>
                  <a:pt x="776655" y="53721"/>
                </a:lnTo>
                <a:lnTo>
                  <a:pt x="755891" y="91440"/>
                </a:lnTo>
                <a:lnTo>
                  <a:pt x="726744" y="128308"/>
                </a:lnTo>
                <a:lnTo>
                  <a:pt x="719315" y="137160"/>
                </a:lnTo>
                <a:lnTo>
                  <a:pt x="722363" y="141732"/>
                </a:lnTo>
                <a:lnTo>
                  <a:pt x="753630" y="115824"/>
                </a:lnTo>
                <a:lnTo>
                  <a:pt x="786638" y="76250"/>
                </a:lnTo>
                <a:lnTo>
                  <a:pt x="795515" y="64008"/>
                </a:lnTo>
                <a:lnTo>
                  <a:pt x="824471" y="64008"/>
                </a:lnTo>
                <a:lnTo>
                  <a:pt x="842848" y="97878"/>
                </a:lnTo>
                <a:lnTo>
                  <a:pt x="844283" y="103632"/>
                </a:lnTo>
                <a:lnTo>
                  <a:pt x="847331" y="112776"/>
                </a:lnTo>
                <a:lnTo>
                  <a:pt x="848855" y="114300"/>
                </a:lnTo>
                <a:lnTo>
                  <a:pt x="854951" y="114300"/>
                </a:lnTo>
                <a:lnTo>
                  <a:pt x="861047" y="111252"/>
                </a:lnTo>
                <a:lnTo>
                  <a:pt x="862571" y="109728"/>
                </a:lnTo>
                <a:lnTo>
                  <a:pt x="865619" y="105156"/>
                </a:lnTo>
                <a:lnTo>
                  <a:pt x="868667" y="96012"/>
                </a:lnTo>
                <a:lnTo>
                  <a:pt x="868387" y="88874"/>
                </a:lnTo>
                <a:lnTo>
                  <a:pt x="862952" y="81153"/>
                </a:lnTo>
                <a:lnTo>
                  <a:pt x="852385" y="72872"/>
                </a:lnTo>
                <a:lnTo>
                  <a:pt x="836663" y="64008"/>
                </a:lnTo>
                <a:lnTo>
                  <a:pt x="925055" y="64008"/>
                </a:lnTo>
                <a:close/>
              </a:path>
              <a:path w="2009139" h="411479">
                <a:moveTo>
                  <a:pt x="1106411" y="65532"/>
                </a:moveTo>
                <a:lnTo>
                  <a:pt x="1096873" y="54864"/>
                </a:lnTo>
                <a:lnTo>
                  <a:pt x="1080503" y="36576"/>
                </a:lnTo>
                <a:lnTo>
                  <a:pt x="1059167" y="54864"/>
                </a:lnTo>
                <a:lnTo>
                  <a:pt x="966203" y="54864"/>
                </a:lnTo>
                <a:lnTo>
                  <a:pt x="970775" y="48768"/>
                </a:lnTo>
                <a:lnTo>
                  <a:pt x="975347" y="41148"/>
                </a:lnTo>
                <a:lnTo>
                  <a:pt x="981443" y="35052"/>
                </a:lnTo>
                <a:lnTo>
                  <a:pt x="987539" y="27432"/>
                </a:lnTo>
                <a:lnTo>
                  <a:pt x="992111" y="22860"/>
                </a:lnTo>
                <a:lnTo>
                  <a:pt x="998207" y="22860"/>
                </a:lnTo>
                <a:lnTo>
                  <a:pt x="967727" y="1524"/>
                </a:lnTo>
                <a:lnTo>
                  <a:pt x="947915" y="48768"/>
                </a:lnTo>
                <a:lnTo>
                  <a:pt x="928674" y="82296"/>
                </a:lnTo>
                <a:lnTo>
                  <a:pt x="908291" y="111252"/>
                </a:lnTo>
                <a:lnTo>
                  <a:pt x="912863" y="114300"/>
                </a:lnTo>
                <a:lnTo>
                  <a:pt x="919467" y="108572"/>
                </a:lnTo>
                <a:lnTo>
                  <a:pt x="925626" y="102679"/>
                </a:lnTo>
                <a:lnTo>
                  <a:pt x="931519" y="96520"/>
                </a:lnTo>
                <a:lnTo>
                  <a:pt x="937247" y="89916"/>
                </a:lnTo>
                <a:lnTo>
                  <a:pt x="942962" y="83972"/>
                </a:lnTo>
                <a:lnTo>
                  <a:pt x="954392" y="71488"/>
                </a:lnTo>
                <a:lnTo>
                  <a:pt x="960107" y="65532"/>
                </a:lnTo>
                <a:lnTo>
                  <a:pt x="1002779" y="65532"/>
                </a:lnTo>
                <a:lnTo>
                  <a:pt x="1011072" y="73228"/>
                </a:lnTo>
                <a:lnTo>
                  <a:pt x="1017638" y="80200"/>
                </a:lnTo>
                <a:lnTo>
                  <a:pt x="1022502" y="86321"/>
                </a:lnTo>
                <a:lnTo>
                  <a:pt x="1025639" y="91440"/>
                </a:lnTo>
                <a:lnTo>
                  <a:pt x="1030211" y="97536"/>
                </a:lnTo>
                <a:lnTo>
                  <a:pt x="1033259" y="103632"/>
                </a:lnTo>
                <a:lnTo>
                  <a:pt x="1039355" y="112776"/>
                </a:lnTo>
                <a:lnTo>
                  <a:pt x="1040879" y="115824"/>
                </a:lnTo>
                <a:lnTo>
                  <a:pt x="1045451" y="115824"/>
                </a:lnTo>
                <a:lnTo>
                  <a:pt x="1046975" y="114300"/>
                </a:lnTo>
                <a:lnTo>
                  <a:pt x="1051547" y="111252"/>
                </a:lnTo>
                <a:lnTo>
                  <a:pt x="1056119" y="106680"/>
                </a:lnTo>
                <a:lnTo>
                  <a:pt x="1057643" y="100584"/>
                </a:lnTo>
                <a:lnTo>
                  <a:pt x="1057643" y="92964"/>
                </a:lnTo>
                <a:lnTo>
                  <a:pt x="1054811" y="86106"/>
                </a:lnTo>
                <a:lnTo>
                  <a:pt x="1046403" y="79248"/>
                </a:lnTo>
                <a:lnTo>
                  <a:pt x="1032573" y="72390"/>
                </a:lnTo>
                <a:lnTo>
                  <a:pt x="1013447" y="65532"/>
                </a:lnTo>
                <a:lnTo>
                  <a:pt x="1106411" y="65532"/>
                </a:lnTo>
                <a:close/>
              </a:path>
              <a:path w="2009139" h="411479">
                <a:moveTo>
                  <a:pt x="1112507" y="323088"/>
                </a:moveTo>
                <a:lnTo>
                  <a:pt x="1102817" y="312420"/>
                </a:lnTo>
                <a:lnTo>
                  <a:pt x="1082027" y="289560"/>
                </a:lnTo>
                <a:lnTo>
                  <a:pt x="1057643" y="312420"/>
                </a:lnTo>
                <a:lnTo>
                  <a:pt x="979919" y="312420"/>
                </a:lnTo>
                <a:lnTo>
                  <a:pt x="979919" y="260604"/>
                </a:lnTo>
                <a:lnTo>
                  <a:pt x="1005827" y="260604"/>
                </a:lnTo>
                <a:lnTo>
                  <a:pt x="1005827" y="277368"/>
                </a:lnTo>
                <a:lnTo>
                  <a:pt x="1031735" y="266700"/>
                </a:lnTo>
                <a:lnTo>
                  <a:pt x="1031354" y="260604"/>
                </a:lnTo>
                <a:lnTo>
                  <a:pt x="1030859" y="252730"/>
                </a:lnTo>
                <a:lnTo>
                  <a:pt x="1030757" y="249936"/>
                </a:lnTo>
                <a:lnTo>
                  <a:pt x="1030401" y="240601"/>
                </a:lnTo>
                <a:lnTo>
                  <a:pt x="1030236" y="230492"/>
                </a:lnTo>
                <a:lnTo>
                  <a:pt x="1030211" y="213360"/>
                </a:lnTo>
                <a:lnTo>
                  <a:pt x="1030211" y="202692"/>
                </a:lnTo>
                <a:lnTo>
                  <a:pt x="1030211" y="170688"/>
                </a:lnTo>
                <a:lnTo>
                  <a:pt x="1030211" y="160020"/>
                </a:lnTo>
                <a:lnTo>
                  <a:pt x="1030211" y="131064"/>
                </a:lnTo>
                <a:lnTo>
                  <a:pt x="1034275" y="128016"/>
                </a:lnTo>
                <a:lnTo>
                  <a:pt x="1042403" y="121920"/>
                </a:lnTo>
                <a:lnTo>
                  <a:pt x="1035723" y="117348"/>
                </a:lnTo>
                <a:lnTo>
                  <a:pt x="1013447" y="102108"/>
                </a:lnTo>
                <a:lnTo>
                  <a:pt x="1005827" y="114808"/>
                </a:lnTo>
                <a:lnTo>
                  <a:pt x="1005827" y="128016"/>
                </a:lnTo>
                <a:lnTo>
                  <a:pt x="1005827" y="160020"/>
                </a:lnTo>
                <a:lnTo>
                  <a:pt x="1005827" y="170688"/>
                </a:lnTo>
                <a:lnTo>
                  <a:pt x="1005827" y="202692"/>
                </a:lnTo>
                <a:lnTo>
                  <a:pt x="1005827" y="213360"/>
                </a:lnTo>
                <a:lnTo>
                  <a:pt x="1005827" y="249936"/>
                </a:lnTo>
                <a:lnTo>
                  <a:pt x="955535" y="249936"/>
                </a:lnTo>
                <a:lnTo>
                  <a:pt x="955535" y="260604"/>
                </a:lnTo>
                <a:lnTo>
                  <a:pt x="955535" y="313944"/>
                </a:lnTo>
                <a:lnTo>
                  <a:pt x="870191" y="313944"/>
                </a:lnTo>
                <a:lnTo>
                  <a:pt x="871461" y="301967"/>
                </a:lnTo>
                <a:lnTo>
                  <a:pt x="873048" y="287845"/>
                </a:lnTo>
                <a:lnTo>
                  <a:pt x="874268" y="274307"/>
                </a:lnTo>
                <a:lnTo>
                  <a:pt x="874763" y="260604"/>
                </a:lnTo>
                <a:lnTo>
                  <a:pt x="955535" y="260604"/>
                </a:lnTo>
                <a:lnTo>
                  <a:pt x="955535" y="249936"/>
                </a:lnTo>
                <a:lnTo>
                  <a:pt x="818375" y="249936"/>
                </a:lnTo>
                <a:lnTo>
                  <a:pt x="818375" y="213360"/>
                </a:lnTo>
                <a:lnTo>
                  <a:pt x="1005827" y="213360"/>
                </a:lnTo>
                <a:lnTo>
                  <a:pt x="1005827" y="202692"/>
                </a:lnTo>
                <a:lnTo>
                  <a:pt x="818375" y="202692"/>
                </a:lnTo>
                <a:lnTo>
                  <a:pt x="818375" y="170688"/>
                </a:lnTo>
                <a:lnTo>
                  <a:pt x="1005827" y="170688"/>
                </a:lnTo>
                <a:lnTo>
                  <a:pt x="1005827" y="160020"/>
                </a:lnTo>
                <a:lnTo>
                  <a:pt x="818375" y="160020"/>
                </a:lnTo>
                <a:lnTo>
                  <a:pt x="818375" y="128016"/>
                </a:lnTo>
                <a:lnTo>
                  <a:pt x="1005827" y="128016"/>
                </a:lnTo>
                <a:lnTo>
                  <a:pt x="1005827" y="114808"/>
                </a:lnTo>
                <a:lnTo>
                  <a:pt x="1004303" y="117348"/>
                </a:lnTo>
                <a:lnTo>
                  <a:pt x="818375" y="117348"/>
                </a:lnTo>
                <a:lnTo>
                  <a:pt x="792467" y="103632"/>
                </a:lnTo>
                <a:lnTo>
                  <a:pt x="792708" y="113068"/>
                </a:lnTo>
                <a:lnTo>
                  <a:pt x="793254" y="128308"/>
                </a:lnTo>
                <a:lnTo>
                  <a:pt x="793762" y="147358"/>
                </a:lnTo>
                <a:lnTo>
                  <a:pt x="793991" y="172212"/>
                </a:lnTo>
                <a:lnTo>
                  <a:pt x="794639" y="200533"/>
                </a:lnTo>
                <a:lnTo>
                  <a:pt x="794537" y="230492"/>
                </a:lnTo>
                <a:lnTo>
                  <a:pt x="794181" y="260604"/>
                </a:lnTo>
                <a:lnTo>
                  <a:pt x="793991" y="283464"/>
                </a:lnTo>
                <a:lnTo>
                  <a:pt x="818375" y="274320"/>
                </a:lnTo>
                <a:lnTo>
                  <a:pt x="818375" y="260604"/>
                </a:lnTo>
                <a:lnTo>
                  <a:pt x="848855" y="260604"/>
                </a:lnTo>
                <a:lnTo>
                  <a:pt x="847788" y="274307"/>
                </a:lnTo>
                <a:lnTo>
                  <a:pt x="846670" y="287845"/>
                </a:lnTo>
                <a:lnTo>
                  <a:pt x="845502" y="301117"/>
                </a:lnTo>
                <a:lnTo>
                  <a:pt x="844283" y="313944"/>
                </a:lnTo>
                <a:lnTo>
                  <a:pt x="710171" y="313944"/>
                </a:lnTo>
                <a:lnTo>
                  <a:pt x="725411" y="329184"/>
                </a:lnTo>
                <a:lnTo>
                  <a:pt x="735723" y="327190"/>
                </a:lnTo>
                <a:lnTo>
                  <a:pt x="746175" y="325755"/>
                </a:lnTo>
                <a:lnTo>
                  <a:pt x="756920" y="324904"/>
                </a:lnTo>
                <a:lnTo>
                  <a:pt x="768083" y="324612"/>
                </a:lnTo>
                <a:lnTo>
                  <a:pt x="842759" y="324612"/>
                </a:lnTo>
                <a:lnTo>
                  <a:pt x="817905" y="360616"/>
                </a:lnTo>
                <a:lnTo>
                  <a:pt x="775131" y="388620"/>
                </a:lnTo>
                <a:lnTo>
                  <a:pt x="731507" y="406908"/>
                </a:lnTo>
                <a:lnTo>
                  <a:pt x="733031" y="411480"/>
                </a:lnTo>
                <a:lnTo>
                  <a:pt x="776655" y="401193"/>
                </a:lnTo>
                <a:lnTo>
                  <a:pt x="816851" y="384048"/>
                </a:lnTo>
                <a:lnTo>
                  <a:pt x="849045" y="358902"/>
                </a:lnTo>
                <a:lnTo>
                  <a:pt x="868667" y="324612"/>
                </a:lnTo>
                <a:lnTo>
                  <a:pt x="955535" y="324612"/>
                </a:lnTo>
                <a:lnTo>
                  <a:pt x="955306" y="342900"/>
                </a:lnTo>
                <a:lnTo>
                  <a:pt x="954900" y="358902"/>
                </a:lnTo>
                <a:lnTo>
                  <a:pt x="954303" y="384048"/>
                </a:lnTo>
                <a:lnTo>
                  <a:pt x="954189" y="393484"/>
                </a:lnTo>
                <a:lnTo>
                  <a:pt x="954011" y="411480"/>
                </a:lnTo>
                <a:lnTo>
                  <a:pt x="981443" y="399288"/>
                </a:lnTo>
                <a:lnTo>
                  <a:pt x="980567" y="387819"/>
                </a:lnTo>
                <a:lnTo>
                  <a:pt x="980147" y="372618"/>
                </a:lnTo>
                <a:lnTo>
                  <a:pt x="980033" y="360616"/>
                </a:lnTo>
                <a:lnTo>
                  <a:pt x="979932" y="324612"/>
                </a:lnTo>
                <a:lnTo>
                  <a:pt x="979919" y="323088"/>
                </a:lnTo>
                <a:lnTo>
                  <a:pt x="1112507" y="323088"/>
                </a:lnTo>
                <a:close/>
              </a:path>
              <a:path w="2009139" h="411479">
                <a:moveTo>
                  <a:pt x="1217676" y="167640"/>
                </a:moveTo>
                <a:lnTo>
                  <a:pt x="1213929" y="156768"/>
                </a:lnTo>
                <a:lnTo>
                  <a:pt x="1202626" y="144589"/>
                </a:lnTo>
                <a:lnTo>
                  <a:pt x="1183589" y="131000"/>
                </a:lnTo>
                <a:lnTo>
                  <a:pt x="1156716" y="115824"/>
                </a:lnTo>
                <a:lnTo>
                  <a:pt x="1153668" y="121920"/>
                </a:lnTo>
                <a:lnTo>
                  <a:pt x="1167117" y="137350"/>
                </a:lnTo>
                <a:lnTo>
                  <a:pt x="1177861" y="151638"/>
                </a:lnTo>
                <a:lnTo>
                  <a:pt x="1186027" y="164782"/>
                </a:lnTo>
                <a:lnTo>
                  <a:pt x="1191768" y="176784"/>
                </a:lnTo>
                <a:lnTo>
                  <a:pt x="1195451" y="187363"/>
                </a:lnTo>
                <a:lnTo>
                  <a:pt x="1199578" y="193929"/>
                </a:lnTo>
                <a:lnTo>
                  <a:pt x="1203972" y="196507"/>
                </a:lnTo>
                <a:lnTo>
                  <a:pt x="1208532" y="195072"/>
                </a:lnTo>
                <a:lnTo>
                  <a:pt x="1212532" y="190144"/>
                </a:lnTo>
                <a:lnTo>
                  <a:pt x="1215390" y="184213"/>
                </a:lnTo>
                <a:lnTo>
                  <a:pt x="1217104" y="176860"/>
                </a:lnTo>
                <a:lnTo>
                  <a:pt x="1217676" y="167640"/>
                </a:lnTo>
                <a:close/>
              </a:path>
              <a:path w="2009139" h="411479">
                <a:moveTo>
                  <a:pt x="1254252" y="65532"/>
                </a:moveTo>
                <a:lnTo>
                  <a:pt x="1217739" y="26962"/>
                </a:lnTo>
                <a:lnTo>
                  <a:pt x="1196340" y="15240"/>
                </a:lnTo>
                <a:lnTo>
                  <a:pt x="1193292" y="19812"/>
                </a:lnTo>
                <a:lnTo>
                  <a:pt x="1204976" y="35242"/>
                </a:lnTo>
                <a:lnTo>
                  <a:pt x="1214818" y="49530"/>
                </a:lnTo>
                <a:lnTo>
                  <a:pt x="1222641" y="62674"/>
                </a:lnTo>
                <a:lnTo>
                  <a:pt x="1228344" y="74676"/>
                </a:lnTo>
                <a:lnTo>
                  <a:pt x="1231392" y="85344"/>
                </a:lnTo>
                <a:lnTo>
                  <a:pt x="1234440" y="91440"/>
                </a:lnTo>
                <a:lnTo>
                  <a:pt x="1240536" y="91440"/>
                </a:lnTo>
                <a:lnTo>
                  <a:pt x="1243584" y="89916"/>
                </a:lnTo>
                <a:lnTo>
                  <a:pt x="1252728" y="80772"/>
                </a:lnTo>
                <a:lnTo>
                  <a:pt x="1254252" y="74676"/>
                </a:lnTo>
                <a:lnTo>
                  <a:pt x="1254252" y="65532"/>
                </a:lnTo>
                <a:close/>
              </a:path>
              <a:path w="2009139" h="411479">
                <a:moveTo>
                  <a:pt x="1299972" y="77724"/>
                </a:moveTo>
                <a:lnTo>
                  <a:pt x="1292352" y="76200"/>
                </a:lnTo>
                <a:lnTo>
                  <a:pt x="1260652" y="151955"/>
                </a:lnTo>
                <a:lnTo>
                  <a:pt x="1236535" y="207835"/>
                </a:lnTo>
                <a:lnTo>
                  <a:pt x="1220127" y="244017"/>
                </a:lnTo>
                <a:lnTo>
                  <a:pt x="1194816" y="277368"/>
                </a:lnTo>
                <a:lnTo>
                  <a:pt x="1189050" y="277114"/>
                </a:lnTo>
                <a:lnTo>
                  <a:pt x="1155192" y="274320"/>
                </a:lnTo>
                <a:lnTo>
                  <a:pt x="1155192" y="281940"/>
                </a:lnTo>
                <a:lnTo>
                  <a:pt x="1194816" y="300228"/>
                </a:lnTo>
                <a:lnTo>
                  <a:pt x="1196340" y="306324"/>
                </a:lnTo>
                <a:lnTo>
                  <a:pt x="1196263" y="315468"/>
                </a:lnTo>
                <a:lnTo>
                  <a:pt x="1187577" y="357378"/>
                </a:lnTo>
                <a:lnTo>
                  <a:pt x="1186192" y="363664"/>
                </a:lnTo>
                <a:lnTo>
                  <a:pt x="1185672" y="368808"/>
                </a:lnTo>
                <a:lnTo>
                  <a:pt x="1185672" y="376428"/>
                </a:lnTo>
                <a:lnTo>
                  <a:pt x="1190244" y="381000"/>
                </a:lnTo>
                <a:lnTo>
                  <a:pt x="1196340" y="384048"/>
                </a:lnTo>
                <a:lnTo>
                  <a:pt x="1203960" y="385572"/>
                </a:lnTo>
                <a:lnTo>
                  <a:pt x="1210056" y="387096"/>
                </a:lnTo>
                <a:lnTo>
                  <a:pt x="1219200" y="387096"/>
                </a:lnTo>
                <a:lnTo>
                  <a:pt x="1222248" y="385572"/>
                </a:lnTo>
                <a:lnTo>
                  <a:pt x="1222248" y="381000"/>
                </a:lnTo>
                <a:lnTo>
                  <a:pt x="1222006" y="373240"/>
                </a:lnTo>
                <a:lnTo>
                  <a:pt x="1221562" y="364998"/>
                </a:lnTo>
                <a:lnTo>
                  <a:pt x="1220978" y="352044"/>
                </a:lnTo>
                <a:lnTo>
                  <a:pt x="1220724" y="336804"/>
                </a:lnTo>
                <a:lnTo>
                  <a:pt x="1220177" y="322326"/>
                </a:lnTo>
                <a:lnTo>
                  <a:pt x="1220216" y="319951"/>
                </a:lnTo>
                <a:lnTo>
                  <a:pt x="1227416" y="277368"/>
                </a:lnTo>
                <a:lnTo>
                  <a:pt x="1247203" y="221742"/>
                </a:lnTo>
                <a:lnTo>
                  <a:pt x="1269657" y="160020"/>
                </a:lnTo>
                <a:lnTo>
                  <a:pt x="1299972" y="77724"/>
                </a:lnTo>
                <a:close/>
              </a:path>
              <a:path w="2009139" h="411479">
                <a:moveTo>
                  <a:pt x="1563624" y="213360"/>
                </a:moveTo>
                <a:lnTo>
                  <a:pt x="1533144" y="182880"/>
                </a:lnTo>
                <a:lnTo>
                  <a:pt x="1513332" y="202692"/>
                </a:lnTo>
                <a:lnTo>
                  <a:pt x="1420368" y="202692"/>
                </a:lnTo>
                <a:lnTo>
                  <a:pt x="1420368" y="109728"/>
                </a:lnTo>
                <a:lnTo>
                  <a:pt x="1536192" y="109728"/>
                </a:lnTo>
                <a:lnTo>
                  <a:pt x="1507236" y="79248"/>
                </a:lnTo>
                <a:lnTo>
                  <a:pt x="1488948" y="99060"/>
                </a:lnTo>
                <a:lnTo>
                  <a:pt x="1420368" y="99060"/>
                </a:lnTo>
                <a:lnTo>
                  <a:pt x="1420368" y="38100"/>
                </a:lnTo>
                <a:lnTo>
                  <a:pt x="1438656" y="19812"/>
                </a:lnTo>
                <a:lnTo>
                  <a:pt x="1395984" y="0"/>
                </a:lnTo>
                <a:lnTo>
                  <a:pt x="1398117" y="38100"/>
                </a:lnTo>
                <a:lnTo>
                  <a:pt x="1399032" y="99060"/>
                </a:lnTo>
                <a:lnTo>
                  <a:pt x="1303020" y="99060"/>
                </a:lnTo>
                <a:lnTo>
                  <a:pt x="1318260" y="114300"/>
                </a:lnTo>
                <a:lnTo>
                  <a:pt x="1327899" y="112306"/>
                </a:lnTo>
                <a:lnTo>
                  <a:pt x="1338262" y="110871"/>
                </a:lnTo>
                <a:lnTo>
                  <a:pt x="1348905" y="110020"/>
                </a:lnTo>
                <a:lnTo>
                  <a:pt x="1359408" y="109728"/>
                </a:lnTo>
                <a:lnTo>
                  <a:pt x="1399032" y="109728"/>
                </a:lnTo>
                <a:lnTo>
                  <a:pt x="1399032" y="202692"/>
                </a:lnTo>
                <a:lnTo>
                  <a:pt x="1269492" y="202692"/>
                </a:lnTo>
                <a:lnTo>
                  <a:pt x="1284732" y="217932"/>
                </a:lnTo>
                <a:lnTo>
                  <a:pt x="1295031" y="215938"/>
                </a:lnTo>
                <a:lnTo>
                  <a:pt x="1305496" y="214503"/>
                </a:lnTo>
                <a:lnTo>
                  <a:pt x="1316228" y="213652"/>
                </a:lnTo>
                <a:lnTo>
                  <a:pt x="1327404" y="213360"/>
                </a:lnTo>
                <a:lnTo>
                  <a:pt x="1391412" y="213360"/>
                </a:lnTo>
                <a:lnTo>
                  <a:pt x="1371790" y="256794"/>
                </a:lnTo>
                <a:lnTo>
                  <a:pt x="1339596" y="304800"/>
                </a:lnTo>
                <a:lnTo>
                  <a:pt x="1306449" y="344614"/>
                </a:lnTo>
                <a:lnTo>
                  <a:pt x="1280160" y="358140"/>
                </a:lnTo>
                <a:lnTo>
                  <a:pt x="1296924" y="397764"/>
                </a:lnTo>
                <a:lnTo>
                  <a:pt x="1332280" y="382765"/>
                </a:lnTo>
                <a:lnTo>
                  <a:pt x="1382852" y="370713"/>
                </a:lnTo>
                <a:lnTo>
                  <a:pt x="1456626" y="359283"/>
                </a:lnTo>
                <a:lnTo>
                  <a:pt x="1465834" y="358140"/>
                </a:lnTo>
                <a:lnTo>
                  <a:pt x="1502664" y="353568"/>
                </a:lnTo>
                <a:lnTo>
                  <a:pt x="1506969" y="361810"/>
                </a:lnTo>
                <a:lnTo>
                  <a:pt x="1510855" y="370332"/>
                </a:lnTo>
                <a:lnTo>
                  <a:pt x="1517904" y="387096"/>
                </a:lnTo>
                <a:lnTo>
                  <a:pt x="1520952" y="394716"/>
                </a:lnTo>
                <a:lnTo>
                  <a:pt x="1524000" y="397764"/>
                </a:lnTo>
                <a:lnTo>
                  <a:pt x="1528572" y="397764"/>
                </a:lnTo>
                <a:lnTo>
                  <a:pt x="1531620" y="394716"/>
                </a:lnTo>
                <a:lnTo>
                  <a:pt x="1536192" y="387096"/>
                </a:lnTo>
                <a:lnTo>
                  <a:pt x="1540764" y="381000"/>
                </a:lnTo>
                <a:lnTo>
                  <a:pt x="1542288" y="373380"/>
                </a:lnTo>
                <a:lnTo>
                  <a:pt x="1542288" y="359664"/>
                </a:lnTo>
                <a:lnTo>
                  <a:pt x="1539849" y="353568"/>
                </a:lnTo>
                <a:lnTo>
                  <a:pt x="1539240" y="352044"/>
                </a:lnTo>
                <a:lnTo>
                  <a:pt x="1509966" y="322326"/>
                </a:lnTo>
                <a:lnTo>
                  <a:pt x="1467269" y="289750"/>
                </a:lnTo>
                <a:lnTo>
                  <a:pt x="1452372" y="278892"/>
                </a:lnTo>
                <a:lnTo>
                  <a:pt x="1449324" y="284988"/>
                </a:lnTo>
                <a:lnTo>
                  <a:pt x="1461871" y="299872"/>
                </a:lnTo>
                <a:lnTo>
                  <a:pt x="1474279" y="314896"/>
                </a:lnTo>
                <a:lnTo>
                  <a:pt x="1486395" y="330212"/>
                </a:lnTo>
                <a:lnTo>
                  <a:pt x="1498092" y="345948"/>
                </a:lnTo>
                <a:lnTo>
                  <a:pt x="1315212" y="358140"/>
                </a:lnTo>
                <a:lnTo>
                  <a:pt x="1343444" y="327545"/>
                </a:lnTo>
                <a:lnTo>
                  <a:pt x="1366266" y="301942"/>
                </a:lnTo>
                <a:lnTo>
                  <a:pt x="1383360" y="281203"/>
                </a:lnTo>
                <a:lnTo>
                  <a:pt x="1394460" y="265176"/>
                </a:lnTo>
                <a:lnTo>
                  <a:pt x="1403337" y="253746"/>
                </a:lnTo>
                <a:lnTo>
                  <a:pt x="1411795" y="244602"/>
                </a:lnTo>
                <a:lnTo>
                  <a:pt x="1419961" y="237744"/>
                </a:lnTo>
                <a:lnTo>
                  <a:pt x="1427988" y="233172"/>
                </a:lnTo>
                <a:lnTo>
                  <a:pt x="1400556" y="213360"/>
                </a:lnTo>
                <a:lnTo>
                  <a:pt x="1563624" y="213360"/>
                </a:lnTo>
                <a:close/>
              </a:path>
              <a:path w="2009139" h="411479">
                <a:moveTo>
                  <a:pt x="1702562" y="71755"/>
                </a:moveTo>
                <a:lnTo>
                  <a:pt x="1675815" y="36766"/>
                </a:lnTo>
                <a:lnTo>
                  <a:pt x="1652003" y="18288"/>
                </a:lnTo>
                <a:lnTo>
                  <a:pt x="1647431" y="24384"/>
                </a:lnTo>
                <a:lnTo>
                  <a:pt x="1656626" y="38087"/>
                </a:lnTo>
                <a:lnTo>
                  <a:pt x="1663814" y="51625"/>
                </a:lnTo>
                <a:lnTo>
                  <a:pt x="1669300" y="64897"/>
                </a:lnTo>
                <a:lnTo>
                  <a:pt x="1673339" y="77724"/>
                </a:lnTo>
                <a:lnTo>
                  <a:pt x="1674863" y="91440"/>
                </a:lnTo>
                <a:lnTo>
                  <a:pt x="1679435" y="99060"/>
                </a:lnTo>
                <a:lnTo>
                  <a:pt x="1685531" y="99060"/>
                </a:lnTo>
                <a:lnTo>
                  <a:pt x="1688579" y="97536"/>
                </a:lnTo>
                <a:lnTo>
                  <a:pt x="1697723" y="91440"/>
                </a:lnTo>
                <a:lnTo>
                  <a:pt x="1699247" y="85344"/>
                </a:lnTo>
                <a:lnTo>
                  <a:pt x="1702295" y="77724"/>
                </a:lnTo>
                <a:lnTo>
                  <a:pt x="1702562" y="71755"/>
                </a:lnTo>
                <a:close/>
              </a:path>
              <a:path w="2009139" h="411479">
                <a:moveTo>
                  <a:pt x="1968995" y="304800"/>
                </a:moveTo>
                <a:lnTo>
                  <a:pt x="1941944" y="268605"/>
                </a:lnTo>
                <a:lnTo>
                  <a:pt x="1897367" y="237744"/>
                </a:lnTo>
                <a:lnTo>
                  <a:pt x="1903958" y="227076"/>
                </a:lnTo>
                <a:lnTo>
                  <a:pt x="1907070" y="222059"/>
                </a:lnTo>
                <a:lnTo>
                  <a:pt x="1917750" y="202501"/>
                </a:lnTo>
                <a:lnTo>
                  <a:pt x="1929307" y="179247"/>
                </a:lnTo>
                <a:lnTo>
                  <a:pt x="1941563" y="152400"/>
                </a:lnTo>
                <a:lnTo>
                  <a:pt x="1956231" y="141732"/>
                </a:lnTo>
                <a:lnTo>
                  <a:pt x="1958327" y="140208"/>
                </a:lnTo>
                <a:lnTo>
                  <a:pt x="1949183" y="131064"/>
                </a:lnTo>
                <a:lnTo>
                  <a:pt x="1932419" y="114300"/>
                </a:lnTo>
                <a:lnTo>
                  <a:pt x="1914131" y="131064"/>
                </a:lnTo>
                <a:lnTo>
                  <a:pt x="1784591" y="131064"/>
                </a:lnTo>
                <a:lnTo>
                  <a:pt x="1784591" y="60960"/>
                </a:lnTo>
                <a:lnTo>
                  <a:pt x="1811197" y="58661"/>
                </a:lnTo>
                <a:lnTo>
                  <a:pt x="1836216" y="56197"/>
                </a:lnTo>
                <a:lnTo>
                  <a:pt x="1859826" y="53467"/>
                </a:lnTo>
                <a:lnTo>
                  <a:pt x="1871395" y="51816"/>
                </a:lnTo>
                <a:lnTo>
                  <a:pt x="1882127" y="50292"/>
                </a:lnTo>
                <a:lnTo>
                  <a:pt x="1901545" y="48056"/>
                </a:lnTo>
                <a:lnTo>
                  <a:pt x="1920798" y="46101"/>
                </a:lnTo>
                <a:lnTo>
                  <a:pt x="1939785" y="44729"/>
                </a:lnTo>
                <a:lnTo>
                  <a:pt x="1958327" y="44196"/>
                </a:lnTo>
                <a:lnTo>
                  <a:pt x="1932419" y="12192"/>
                </a:lnTo>
                <a:lnTo>
                  <a:pt x="1886559" y="31699"/>
                </a:lnTo>
                <a:lnTo>
                  <a:pt x="1843074" y="41744"/>
                </a:lnTo>
                <a:lnTo>
                  <a:pt x="1801926" y="49225"/>
                </a:lnTo>
                <a:lnTo>
                  <a:pt x="1783067" y="51816"/>
                </a:lnTo>
                <a:lnTo>
                  <a:pt x="1758683" y="38100"/>
                </a:lnTo>
                <a:lnTo>
                  <a:pt x="1758924" y="58966"/>
                </a:lnTo>
                <a:lnTo>
                  <a:pt x="1759978" y="102400"/>
                </a:lnTo>
                <a:lnTo>
                  <a:pt x="1760105" y="114300"/>
                </a:lnTo>
                <a:lnTo>
                  <a:pt x="1760080" y="131064"/>
                </a:lnTo>
                <a:lnTo>
                  <a:pt x="1758086" y="173266"/>
                </a:lnTo>
                <a:lnTo>
                  <a:pt x="1752587" y="220980"/>
                </a:lnTo>
                <a:lnTo>
                  <a:pt x="1738871" y="270510"/>
                </a:lnTo>
                <a:lnTo>
                  <a:pt x="1711439" y="320040"/>
                </a:lnTo>
                <a:lnTo>
                  <a:pt x="1714487" y="324612"/>
                </a:lnTo>
                <a:lnTo>
                  <a:pt x="1744522" y="292608"/>
                </a:lnTo>
                <a:lnTo>
                  <a:pt x="1766112" y="251460"/>
                </a:lnTo>
                <a:lnTo>
                  <a:pt x="1779435" y="201168"/>
                </a:lnTo>
                <a:lnTo>
                  <a:pt x="1784591" y="141732"/>
                </a:lnTo>
                <a:lnTo>
                  <a:pt x="1917179" y="141732"/>
                </a:lnTo>
                <a:lnTo>
                  <a:pt x="1910346" y="162356"/>
                </a:lnTo>
                <a:lnTo>
                  <a:pt x="1901367" y="183261"/>
                </a:lnTo>
                <a:lnTo>
                  <a:pt x="1890395" y="204749"/>
                </a:lnTo>
                <a:lnTo>
                  <a:pt x="1877555" y="227076"/>
                </a:lnTo>
                <a:lnTo>
                  <a:pt x="1857032" y="215938"/>
                </a:lnTo>
                <a:lnTo>
                  <a:pt x="1836788" y="205359"/>
                </a:lnTo>
                <a:lnTo>
                  <a:pt x="1798307" y="185928"/>
                </a:lnTo>
                <a:lnTo>
                  <a:pt x="1795259" y="190500"/>
                </a:lnTo>
                <a:lnTo>
                  <a:pt x="1824786" y="211264"/>
                </a:lnTo>
                <a:lnTo>
                  <a:pt x="1844344" y="225437"/>
                </a:lnTo>
                <a:lnTo>
                  <a:pt x="1844294" y="270395"/>
                </a:lnTo>
                <a:lnTo>
                  <a:pt x="1786521" y="317969"/>
                </a:lnTo>
                <a:lnTo>
                  <a:pt x="1751063" y="338328"/>
                </a:lnTo>
                <a:lnTo>
                  <a:pt x="1752587" y="345948"/>
                </a:lnTo>
                <a:lnTo>
                  <a:pt x="1792617" y="329069"/>
                </a:lnTo>
                <a:lnTo>
                  <a:pt x="1828215" y="308038"/>
                </a:lnTo>
                <a:lnTo>
                  <a:pt x="1859534" y="282727"/>
                </a:lnTo>
                <a:lnTo>
                  <a:pt x="1886699" y="252984"/>
                </a:lnTo>
                <a:lnTo>
                  <a:pt x="1897583" y="263017"/>
                </a:lnTo>
                <a:lnTo>
                  <a:pt x="1924799" y="291084"/>
                </a:lnTo>
                <a:lnTo>
                  <a:pt x="1949183" y="321564"/>
                </a:lnTo>
                <a:lnTo>
                  <a:pt x="1952231" y="327660"/>
                </a:lnTo>
                <a:lnTo>
                  <a:pt x="1955279" y="329184"/>
                </a:lnTo>
                <a:lnTo>
                  <a:pt x="1959851" y="329184"/>
                </a:lnTo>
                <a:lnTo>
                  <a:pt x="1962899" y="327660"/>
                </a:lnTo>
                <a:lnTo>
                  <a:pt x="1964423" y="323088"/>
                </a:lnTo>
                <a:lnTo>
                  <a:pt x="1967471" y="318516"/>
                </a:lnTo>
                <a:lnTo>
                  <a:pt x="1968995" y="313944"/>
                </a:lnTo>
                <a:lnTo>
                  <a:pt x="1968995" y="304800"/>
                </a:lnTo>
                <a:close/>
              </a:path>
              <a:path w="2009139" h="411479">
                <a:moveTo>
                  <a:pt x="2008619" y="365760"/>
                </a:moveTo>
                <a:lnTo>
                  <a:pt x="2007095" y="361188"/>
                </a:lnTo>
                <a:lnTo>
                  <a:pt x="1987334" y="363194"/>
                </a:lnTo>
                <a:lnTo>
                  <a:pt x="1968995" y="364617"/>
                </a:lnTo>
                <a:lnTo>
                  <a:pt x="1951812" y="365480"/>
                </a:lnTo>
                <a:lnTo>
                  <a:pt x="1935467" y="365760"/>
                </a:lnTo>
                <a:lnTo>
                  <a:pt x="1903463" y="367855"/>
                </a:lnTo>
                <a:lnTo>
                  <a:pt x="1887461" y="368554"/>
                </a:lnTo>
                <a:lnTo>
                  <a:pt x="1871459" y="368808"/>
                </a:lnTo>
                <a:lnTo>
                  <a:pt x="1854314" y="368554"/>
                </a:lnTo>
                <a:lnTo>
                  <a:pt x="1785150" y="364667"/>
                </a:lnTo>
                <a:lnTo>
                  <a:pt x="1737347" y="350520"/>
                </a:lnTo>
                <a:lnTo>
                  <a:pt x="1703730" y="332232"/>
                </a:lnTo>
                <a:lnTo>
                  <a:pt x="1701139" y="330593"/>
                </a:lnTo>
                <a:lnTo>
                  <a:pt x="1693151" y="324612"/>
                </a:lnTo>
                <a:lnTo>
                  <a:pt x="1693151" y="176784"/>
                </a:lnTo>
                <a:lnTo>
                  <a:pt x="1702739" y="170688"/>
                </a:lnTo>
                <a:lnTo>
                  <a:pt x="1709915" y="166116"/>
                </a:lnTo>
                <a:lnTo>
                  <a:pt x="1685531" y="141732"/>
                </a:lnTo>
                <a:lnTo>
                  <a:pt x="1667243" y="160020"/>
                </a:lnTo>
                <a:lnTo>
                  <a:pt x="1598663" y="160020"/>
                </a:lnTo>
                <a:lnTo>
                  <a:pt x="1613903" y="175260"/>
                </a:lnTo>
                <a:lnTo>
                  <a:pt x="1623339" y="173266"/>
                </a:lnTo>
                <a:lnTo>
                  <a:pt x="1633334" y="171831"/>
                </a:lnTo>
                <a:lnTo>
                  <a:pt x="1643913" y="170980"/>
                </a:lnTo>
                <a:lnTo>
                  <a:pt x="1655051" y="170688"/>
                </a:lnTo>
                <a:lnTo>
                  <a:pt x="1671815" y="170688"/>
                </a:lnTo>
                <a:lnTo>
                  <a:pt x="1671815" y="324612"/>
                </a:lnTo>
                <a:lnTo>
                  <a:pt x="1649514" y="337743"/>
                </a:lnTo>
                <a:lnTo>
                  <a:pt x="1630476" y="349567"/>
                </a:lnTo>
                <a:lnTo>
                  <a:pt x="1614678" y="359930"/>
                </a:lnTo>
                <a:lnTo>
                  <a:pt x="1601711" y="368808"/>
                </a:lnTo>
                <a:lnTo>
                  <a:pt x="1624571" y="390144"/>
                </a:lnTo>
                <a:lnTo>
                  <a:pt x="1631721" y="379882"/>
                </a:lnTo>
                <a:lnTo>
                  <a:pt x="1639430" y="369760"/>
                </a:lnTo>
                <a:lnTo>
                  <a:pt x="1672958" y="336804"/>
                </a:lnTo>
                <a:lnTo>
                  <a:pt x="1682483" y="332232"/>
                </a:lnTo>
                <a:lnTo>
                  <a:pt x="1686801" y="334238"/>
                </a:lnTo>
                <a:lnTo>
                  <a:pt x="1692960" y="337947"/>
                </a:lnTo>
                <a:lnTo>
                  <a:pt x="1701139" y="343382"/>
                </a:lnTo>
                <a:lnTo>
                  <a:pt x="1711439" y="350520"/>
                </a:lnTo>
                <a:lnTo>
                  <a:pt x="1722323" y="359143"/>
                </a:lnTo>
                <a:lnTo>
                  <a:pt x="1734464" y="366890"/>
                </a:lnTo>
                <a:lnTo>
                  <a:pt x="1780400" y="386143"/>
                </a:lnTo>
                <a:lnTo>
                  <a:pt x="1821548" y="393001"/>
                </a:lnTo>
                <a:lnTo>
                  <a:pt x="1972043" y="396240"/>
                </a:lnTo>
                <a:lnTo>
                  <a:pt x="1975192" y="386765"/>
                </a:lnTo>
                <a:lnTo>
                  <a:pt x="1982330" y="378714"/>
                </a:lnTo>
                <a:lnTo>
                  <a:pt x="1993480" y="371817"/>
                </a:lnTo>
                <a:lnTo>
                  <a:pt x="2000999" y="368808"/>
                </a:lnTo>
                <a:lnTo>
                  <a:pt x="2008619" y="36576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" name="object 28"/>
          <p:cNvSpPr/>
          <p:nvPr/>
        </p:nvSpPr>
        <p:spPr>
          <a:xfrm>
            <a:off x="5094732" y="4954523"/>
            <a:ext cx="335280" cy="379730"/>
          </a:xfrm>
          <a:custGeom>
            <a:avLst/>
            <a:gdLst/>
            <a:ahLst/>
            <a:cxnLst/>
            <a:rect l="l" t="t" r="r" b="b"/>
            <a:pathLst>
              <a:path w="335279" h="379729">
                <a:moveTo>
                  <a:pt x="332994" y="16764"/>
                </a:moveTo>
                <a:lnTo>
                  <a:pt x="297180" y="16764"/>
                </a:lnTo>
                <a:lnTo>
                  <a:pt x="307847" y="0"/>
                </a:lnTo>
                <a:lnTo>
                  <a:pt x="332994" y="16764"/>
                </a:lnTo>
                <a:close/>
              </a:path>
              <a:path w="335279" h="379729">
                <a:moveTo>
                  <a:pt x="0" y="379476"/>
                </a:moveTo>
                <a:lnTo>
                  <a:pt x="881" y="350377"/>
                </a:lnTo>
                <a:lnTo>
                  <a:pt x="1333" y="308991"/>
                </a:lnTo>
                <a:lnTo>
                  <a:pt x="1456" y="111252"/>
                </a:lnTo>
                <a:lnTo>
                  <a:pt x="1333" y="72009"/>
                </a:lnTo>
                <a:lnTo>
                  <a:pt x="896" y="32004"/>
                </a:lnTo>
                <a:lnTo>
                  <a:pt x="784" y="27432"/>
                </a:lnTo>
                <a:lnTo>
                  <a:pt x="0" y="1524"/>
                </a:lnTo>
                <a:lnTo>
                  <a:pt x="25908" y="16764"/>
                </a:lnTo>
                <a:lnTo>
                  <a:pt x="332994" y="16764"/>
                </a:lnTo>
                <a:lnTo>
                  <a:pt x="335280" y="18288"/>
                </a:lnTo>
                <a:lnTo>
                  <a:pt x="326136" y="27432"/>
                </a:lnTo>
                <a:lnTo>
                  <a:pt x="25908" y="27432"/>
                </a:lnTo>
                <a:lnTo>
                  <a:pt x="25908" y="326136"/>
                </a:lnTo>
                <a:lnTo>
                  <a:pt x="322025" y="326136"/>
                </a:lnTo>
                <a:lnTo>
                  <a:pt x="322206" y="335732"/>
                </a:lnTo>
                <a:lnTo>
                  <a:pt x="322244" y="336804"/>
                </a:lnTo>
                <a:lnTo>
                  <a:pt x="25908" y="336804"/>
                </a:lnTo>
                <a:lnTo>
                  <a:pt x="25908" y="370332"/>
                </a:lnTo>
                <a:lnTo>
                  <a:pt x="0" y="379476"/>
                </a:lnTo>
                <a:close/>
              </a:path>
              <a:path w="335279" h="379729">
                <a:moveTo>
                  <a:pt x="322025" y="326136"/>
                </a:moveTo>
                <a:lnTo>
                  <a:pt x="298704" y="326136"/>
                </a:lnTo>
                <a:lnTo>
                  <a:pt x="298704" y="27432"/>
                </a:lnTo>
                <a:lnTo>
                  <a:pt x="326136" y="27432"/>
                </a:lnTo>
                <a:lnTo>
                  <a:pt x="321564" y="32004"/>
                </a:lnTo>
                <a:lnTo>
                  <a:pt x="321587" y="289393"/>
                </a:lnTo>
                <a:lnTo>
                  <a:pt x="321754" y="311848"/>
                </a:lnTo>
                <a:lnTo>
                  <a:pt x="322025" y="326136"/>
                </a:lnTo>
                <a:close/>
              </a:path>
              <a:path w="335279" h="379729">
                <a:moveTo>
                  <a:pt x="85344" y="266700"/>
                </a:moveTo>
                <a:lnTo>
                  <a:pt x="86225" y="247602"/>
                </a:lnTo>
                <a:lnTo>
                  <a:pt x="86643" y="228600"/>
                </a:lnTo>
                <a:lnTo>
                  <a:pt x="86747" y="217932"/>
                </a:lnTo>
                <a:lnTo>
                  <a:pt x="86844" y="160281"/>
                </a:lnTo>
                <a:lnTo>
                  <a:pt x="86677" y="138112"/>
                </a:lnTo>
                <a:lnTo>
                  <a:pt x="86225" y="116228"/>
                </a:lnTo>
                <a:lnTo>
                  <a:pt x="85344" y="94488"/>
                </a:lnTo>
                <a:lnTo>
                  <a:pt x="111252" y="111252"/>
                </a:lnTo>
                <a:lnTo>
                  <a:pt x="245715" y="111252"/>
                </a:lnTo>
                <a:lnTo>
                  <a:pt x="249936" y="114300"/>
                </a:lnTo>
                <a:lnTo>
                  <a:pt x="243078" y="120396"/>
                </a:lnTo>
                <a:lnTo>
                  <a:pt x="109728" y="120396"/>
                </a:lnTo>
                <a:lnTo>
                  <a:pt x="109728" y="217932"/>
                </a:lnTo>
                <a:lnTo>
                  <a:pt x="236624" y="217932"/>
                </a:lnTo>
                <a:lnTo>
                  <a:pt x="236806" y="228600"/>
                </a:lnTo>
                <a:lnTo>
                  <a:pt x="109728" y="228600"/>
                </a:lnTo>
                <a:lnTo>
                  <a:pt x="109728" y="256032"/>
                </a:lnTo>
                <a:lnTo>
                  <a:pt x="85344" y="266700"/>
                </a:lnTo>
                <a:close/>
              </a:path>
              <a:path w="335279" h="379729">
                <a:moveTo>
                  <a:pt x="245715" y="111252"/>
                </a:moveTo>
                <a:lnTo>
                  <a:pt x="210312" y="111252"/>
                </a:lnTo>
                <a:lnTo>
                  <a:pt x="222504" y="94488"/>
                </a:lnTo>
                <a:lnTo>
                  <a:pt x="245715" y="111252"/>
                </a:lnTo>
                <a:close/>
              </a:path>
              <a:path w="335279" h="379729">
                <a:moveTo>
                  <a:pt x="236624" y="217932"/>
                </a:moveTo>
                <a:lnTo>
                  <a:pt x="211836" y="217932"/>
                </a:lnTo>
                <a:lnTo>
                  <a:pt x="211836" y="120396"/>
                </a:lnTo>
                <a:lnTo>
                  <a:pt x="243078" y="120396"/>
                </a:lnTo>
                <a:lnTo>
                  <a:pt x="236220" y="126492"/>
                </a:lnTo>
                <a:lnTo>
                  <a:pt x="236340" y="190500"/>
                </a:lnTo>
                <a:lnTo>
                  <a:pt x="236411" y="205406"/>
                </a:lnTo>
                <a:lnTo>
                  <a:pt x="236624" y="217932"/>
                </a:lnTo>
                <a:close/>
              </a:path>
              <a:path w="335279" h="379729">
                <a:moveTo>
                  <a:pt x="211836" y="260604"/>
                </a:moveTo>
                <a:lnTo>
                  <a:pt x="211836" y="228600"/>
                </a:lnTo>
                <a:lnTo>
                  <a:pt x="236806" y="228600"/>
                </a:lnTo>
                <a:lnTo>
                  <a:pt x="236862" y="231933"/>
                </a:lnTo>
                <a:lnTo>
                  <a:pt x="237744" y="249936"/>
                </a:lnTo>
                <a:lnTo>
                  <a:pt x="211836" y="260604"/>
                </a:lnTo>
                <a:close/>
              </a:path>
              <a:path w="335279" h="379729">
                <a:moveTo>
                  <a:pt x="298704" y="371856"/>
                </a:moveTo>
                <a:lnTo>
                  <a:pt x="298704" y="336804"/>
                </a:lnTo>
                <a:lnTo>
                  <a:pt x="322244" y="336804"/>
                </a:lnTo>
                <a:lnTo>
                  <a:pt x="323088" y="361188"/>
                </a:lnTo>
                <a:lnTo>
                  <a:pt x="298704" y="37185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29" name="object 29"/>
          <p:cNvGrpSpPr/>
          <p:nvPr/>
        </p:nvGrpSpPr>
        <p:grpSpPr>
          <a:xfrm>
            <a:off x="5503164" y="4927092"/>
            <a:ext cx="1743710" cy="422275"/>
            <a:chOff x="5503164" y="4927092"/>
            <a:chExt cx="1743710" cy="422275"/>
          </a:xfrm>
        </p:grpSpPr>
        <p:sp>
          <p:nvSpPr>
            <p:cNvPr id="30" name="object 30"/>
            <p:cNvSpPr/>
            <p:nvPr/>
          </p:nvSpPr>
          <p:spPr>
            <a:xfrm>
              <a:off x="5503164" y="4931676"/>
              <a:ext cx="1287780" cy="411480"/>
            </a:xfrm>
            <a:custGeom>
              <a:avLst/>
              <a:gdLst/>
              <a:ahLst/>
              <a:cxnLst/>
              <a:rect l="l" t="t" r="r" b="b"/>
              <a:pathLst>
                <a:path w="1287779" h="411479">
                  <a:moveTo>
                    <a:pt x="396240" y="192024"/>
                  </a:moveTo>
                  <a:lnTo>
                    <a:pt x="358140" y="153924"/>
                  </a:lnTo>
                  <a:lnTo>
                    <a:pt x="323088" y="182880"/>
                  </a:lnTo>
                  <a:lnTo>
                    <a:pt x="0" y="182880"/>
                  </a:lnTo>
                  <a:lnTo>
                    <a:pt x="15240" y="198120"/>
                  </a:lnTo>
                  <a:lnTo>
                    <a:pt x="25831" y="195872"/>
                  </a:lnTo>
                  <a:lnTo>
                    <a:pt x="37147" y="193929"/>
                  </a:lnTo>
                  <a:lnTo>
                    <a:pt x="49314" y="192544"/>
                  </a:lnTo>
                  <a:lnTo>
                    <a:pt x="62484" y="192024"/>
                  </a:lnTo>
                  <a:lnTo>
                    <a:pt x="396240" y="192024"/>
                  </a:lnTo>
                  <a:close/>
                </a:path>
                <a:path w="1287779" h="411479">
                  <a:moveTo>
                    <a:pt x="669023" y="147828"/>
                  </a:moveTo>
                  <a:lnTo>
                    <a:pt x="627875" y="124968"/>
                  </a:lnTo>
                  <a:lnTo>
                    <a:pt x="628116" y="145846"/>
                  </a:lnTo>
                  <a:lnTo>
                    <a:pt x="629170" y="183045"/>
                  </a:lnTo>
                  <a:lnTo>
                    <a:pt x="629285" y="191262"/>
                  </a:lnTo>
                  <a:lnTo>
                    <a:pt x="629170" y="330466"/>
                  </a:lnTo>
                  <a:lnTo>
                    <a:pt x="628637" y="352425"/>
                  </a:lnTo>
                  <a:lnTo>
                    <a:pt x="628116" y="379514"/>
                  </a:lnTo>
                  <a:lnTo>
                    <a:pt x="627875" y="411480"/>
                  </a:lnTo>
                  <a:lnTo>
                    <a:pt x="656831" y="394716"/>
                  </a:lnTo>
                  <a:lnTo>
                    <a:pt x="655955" y="378091"/>
                  </a:lnTo>
                  <a:lnTo>
                    <a:pt x="655497" y="362331"/>
                  </a:lnTo>
                  <a:lnTo>
                    <a:pt x="655396" y="352425"/>
                  </a:lnTo>
                  <a:lnTo>
                    <a:pt x="655307" y="158496"/>
                  </a:lnTo>
                  <a:lnTo>
                    <a:pt x="669023" y="147828"/>
                  </a:lnTo>
                  <a:close/>
                </a:path>
                <a:path w="1287779" h="411479">
                  <a:moveTo>
                    <a:pt x="845807" y="179832"/>
                  </a:moveTo>
                  <a:lnTo>
                    <a:pt x="798182" y="165925"/>
                  </a:lnTo>
                  <a:lnTo>
                    <a:pt x="748271" y="137160"/>
                  </a:lnTo>
                  <a:lnTo>
                    <a:pt x="697598" y="92964"/>
                  </a:lnTo>
                  <a:lnTo>
                    <a:pt x="656907" y="41148"/>
                  </a:lnTo>
                  <a:lnTo>
                    <a:pt x="649211" y="30480"/>
                  </a:lnTo>
                  <a:lnTo>
                    <a:pt x="665975" y="19812"/>
                  </a:lnTo>
                  <a:lnTo>
                    <a:pt x="629399" y="0"/>
                  </a:lnTo>
                  <a:lnTo>
                    <a:pt x="618502" y="27114"/>
                  </a:lnTo>
                  <a:lnTo>
                    <a:pt x="603872" y="55816"/>
                  </a:lnTo>
                  <a:lnTo>
                    <a:pt x="562343" y="117348"/>
                  </a:lnTo>
                  <a:lnTo>
                    <a:pt x="535774" y="147828"/>
                  </a:lnTo>
                  <a:lnTo>
                    <a:pt x="506145" y="175069"/>
                  </a:lnTo>
                  <a:lnTo>
                    <a:pt x="473405" y="198564"/>
                  </a:lnTo>
                  <a:lnTo>
                    <a:pt x="437375" y="217932"/>
                  </a:lnTo>
                  <a:lnTo>
                    <a:pt x="438899" y="225552"/>
                  </a:lnTo>
                  <a:lnTo>
                    <a:pt x="474649" y="208978"/>
                  </a:lnTo>
                  <a:lnTo>
                    <a:pt x="534708" y="172402"/>
                  </a:lnTo>
                  <a:lnTo>
                    <a:pt x="581850" y="130086"/>
                  </a:lnTo>
                  <a:lnTo>
                    <a:pt x="624662" y="74599"/>
                  </a:lnTo>
                  <a:lnTo>
                    <a:pt x="644639" y="41148"/>
                  </a:lnTo>
                  <a:lnTo>
                    <a:pt x="662927" y="71666"/>
                  </a:lnTo>
                  <a:lnTo>
                    <a:pt x="699503" y="123012"/>
                  </a:lnTo>
                  <a:lnTo>
                    <a:pt x="736968" y="162090"/>
                  </a:lnTo>
                  <a:lnTo>
                    <a:pt x="781024" y="195757"/>
                  </a:lnTo>
                  <a:lnTo>
                    <a:pt x="806183" y="210312"/>
                  </a:lnTo>
                  <a:lnTo>
                    <a:pt x="813028" y="201168"/>
                  </a:lnTo>
                  <a:lnTo>
                    <a:pt x="821994" y="194310"/>
                  </a:lnTo>
                  <a:lnTo>
                    <a:pt x="832980" y="189738"/>
                  </a:lnTo>
                  <a:lnTo>
                    <a:pt x="845807" y="187452"/>
                  </a:lnTo>
                  <a:lnTo>
                    <a:pt x="845807" y="179832"/>
                  </a:lnTo>
                  <a:close/>
                </a:path>
                <a:path w="1287779" h="411479">
                  <a:moveTo>
                    <a:pt x="1199388" y="155435"/>
                  </a:moveTo>
                  <a:lnTo>
                    <a:pt x="1168908" y="124955"/>
                  </a:lnTo>
                  <a:lnTo>
                    <a:pt x="1147572" y="146291"/>
                  </a:lnTo>
                  <a:lnTo>
                    <a:pt x="952500" y="146291"/>
                  </a:lnTo>
                  <a:lnTo>
                    <a:pt x="969264" y="161531"/>
                  </a:lnTo>
                  <a:lnTo>
                    <a:pt x="976947" y="159296"/>
                  </a:lnTo>
                  <a:lnTo>
                    <a:pt x="986218" y="157340"/>
                  </a:lnTo>
                  <a:lnTo>
                    <a:pt x="996899" y="155968"/>
                  </a:lnTo>
                  <a:lnTo>
                    <a:pt x="1008888" y="155435"/>
                  </a:lnTo>
                  <a:lnTo>
                    <a:pt x="1199388" y="155435"/>
                  </a:lnTo>
                  <a:close/>
                </a:path>
                <a:path w="1287779" h="411479">
                  <a:moveTo>
                    <a:pt x="1277112" y="89903"/>
                  </a:moveTo>
                  <a:lnTo>
                    <a:pt x="1275499" y="88379"/>
                  </a:lnTo>
                  <a:lnTo>
                    <a:pt x="1264272" y="77711"/>
                  </a:lnTo>
                  <a:lnTo>
                    <a:pt x="1246632" y="60947"/>
                  </a:lnTo>
                  <a:lnTo>
                    <a:pt x="1232916" y="77711"/>
                  </a:lnTo>
                  <a:lnTo>
                    <a:pt x="1094232" y="77711"/>
                  </a:lnTo>
                  <a:lnTo>
                    <a:pt x="1097280" y="74663"/>
                  </a:lnTo>
                  <a:lnTo>
                    <a:pt x="1101852" y="67043"/>
                  </a:lnTo>
                  <a:lnTo>
                    <a:pt x="1106424" y="60947"/>
                  </a:lnTo>
                  <a:lnTo>
                    <a:pt x="1109472" y="53327"/>
                  </a:lnTo>
                  <a:lnTo>
                    <a:pt x="1109472" y="42659"/>
                  </a:lnTo>
                  <a:lnTo>
                    <a:pt x="1072654" y="11379"/>
                  </a:lnTo>
                  <a:lnTo>
                    <a:pt x="1059180" y="4559"/>
                  </a:lnTo>
                  <a:lnTo>
                    <a:pt x="1056132" y="7607"/>
                  </a:lnTo>
                  <a:lnTo>
                    <a:pt x="1065555" y="21945"/>
                  </a:lnTo>
                  <a:lnTo>
                    <a:pt x="1073277" y="35420"/>
                  </a:lnTo>
                  <a:lnTo>
                    <a:pt x="1079271" y="48336"/>
                  </a:lnTo>
                  <a:lnTo>
                    <a:pt x="1083564" y="60947"/>
                  </a:lnTo>
                  <a:lnTo>
                    <a:pt x="1085088" y="71615"/>
                  </a:lnTo>
                  <a:lnTo>
                    <a:pt x="1088136" y="77711"/>
                  </a:lnTo>
                  <a:lnTo>
                    <a:pt x="947928" y="77711"/>
                  </a:lnTo>
                  <a:lnTo>
                    <a:pt x="946404" y="56375"/>
                  </a:lnTo>
                  <a:lnTo>
                    <a:pt x="937260" y="56375"/>
                  </a:lnTo>
                  <a:lnTo>
                    <a:pt x="928116" y="95999"/>
                  </a:lnTo>
                  <a:lnTo>
                    <a:pt x="909828" y="123431"/>
                  </a:lnTo>
                  <a:lnTo>
                    <a:pt x="909828" y="132575"/>
                  </a:lnTo>
                  <a:lnTo>
                    <a:pt x="912876" y="134099"/>
                  </a:lnTo>
                  <a:lnTo>
                    <a:pt x="922020" y="135623"/>
                  </a:lnTo>
                  <a:lnTo>
                    <a:pt x="929640" y="137147"/>
                  </a:lnTo>
                  <a:lnTo>
                    <a:pt x="937260" y="134099"/>
                  </a:lnTo>
                  <a:lnTo>
                    <a:pt x="941832" y="128003"/>
                  </a:lnTo>
                  <a:lnTo>
                    <a:pt x="947928" y="120383"/>
                  </a:lnTo>
                  <a:lnTo>
                    <a:pt x="950976" y="114287"/>
                  </a:lnTo>
                  <a:lnTo>
                    <a:pt x="950976" y="103619"/>
                  </a:lnTo>
                  <a:lnTo>
                    <a:pt x="949452" y="97523"/>
                  </a:lnTo>
                  <a:lnTo>
                    <a:pt x="947928" y="88379"/>
                  </a:lnTo>
                  <a:lnTo>
                    <a:pt x="1235964" y="88379"/>
                  </a:lnTo>
                  <a:lnTo>
                    <a:pt x="1219200" y="129527"/>
                  </a:lnTo>
                  <a:lnTo>
                    <a:pt x="1223772" y="134099"/>
                  </a:lnTo>
                  <a:lnTo>
                    <a:pt x="1237462" y="116052"/>
                  </a:lnTo>
                  <a:lnTo>
                    <a:pt x="1251013" y="102857"/>
                  </a:lnTo>
                  <a:lnTo>
                    <a:pt x="1264272" y="94246"/>
                  </a:lnTo>
                  <a:lnTo>
                    <a:pt x="1277112" y="89903"/>
                  </a:lnTo>
                  <a:close/>
                </a:path>
                <a:path w="1287779" h="411479">
                  <a:moveTo>
                    <a:pt x="1287780" y="368795"/>
                  </a:moveTo>
                  <a:lnTo>
                    <a:pt x="1265301" y="326605"/>
                  </a:lnTo>
                  <a:lnTo>
                    <a:pt x="1261872" y="288023"/>
                  </a:lnTo>
                  <a:lnTo>
                    <a:pt x="1255776" y="288023"/>
                  </a:lnTo>
                  <a:lnTo>
                    <a:pt x="1253299" y="331266"/>
                  </a:lnTo>
                  <a:lnTo>
                    <a:pt x="1237246" y="369874"/>
                  </a:lnTo>
                  <a:lnTo>
                    <a:pt x="1229868" y="371843"/>
                  </a:lnTo>
                  <a:lnTo>
                    <a:pt x="1164336" y="371843"/>
                  </a:lnTo>
                  <a:lnTo>
                    <a:pt x="1150353" y="370154"/>
                  </a:lnTo>
                  <a:lnTo>
                    <a:pt x="1140523" y="365175"/>
                  </a:lnTo>
                  <a:lnTo>
                    <a:pt x="1134973" y="357060"/>
                  </a:lnTo>
                  <a:lnTo>
                    <a:pt x="1133856" y="345935"/>
                  </a:lnTo>
                  <a:lnTo>
                    <a:pt x="1133856" y="228587"/>
                  </a:lnTo>
                  <a:lnTo>
                    <a:pt x="1266444" y="228587"/>
                  </a:lnTo>
                  <a:lnTo>
                    <a:pt x="1229868" y="192011"/>
                  </a:lnTo>
                  <a:lnTo>
                    <a:pt x="1202436" y="217919"/>
                  </a:lnTo>
                  <a:lnTo>
                    <a:pt x="908304" y="217919"/>
                  </a:lnTo>
                  <a:lnTo>
                    <a:pt x="922020" y="233159"/>
                  </a:lnTo>
                  <a:lnTo>
                    <a:pt x="946404" y="228587"/>
                  </a:lnTo>
                  <a:lnTo>
                    <a:pt x="1021080" y="228587"/>
                  </a:lnTo>
                  <a:lnTo>
                    <a:pt x="1010602" y="291833"/>
                  </a:lnTo>
                  <a:lnTo>
                    <a:pt x="992124" y="336791"/>
                  </a:lnTo>
                  <a:lnTo>
                    <a:pt x="954976" y="372033"/>
                  </a:lnTo>
                  <a:lnTo>
                    <a:pt x="886968" y="403847"/>
                  </a:lnTo>
                  <a:lnTo>
                    <a:pt x="888492" y="411467"/>
                  </a:lnTo>
                  <a:lnTo>
                    <a:pt x="949071" y="390702"/>
                  </a:lnTo>
                  <a:lnTo>
                    <a:pt x="989076" y="368795"/>
                  </a:lnTo>
                  <a:lnTo>
                    <a:pt x="1023366" y="328942"/>
                  </a:lnTo>
                  <a:lnTo>
                    <a:pt x="1040320" y="274497"/>
                  </a:lnTo>
                  <a:lnTo>
                    <a:pt x="1046988" y="228587"/>
                  </a:lnTo>
                  <a:lnTo>
                    <a:pt x="1109472" y="228587"/>
                  </a:lnTo>
                  <a:lnTo>
                    <a:pt x="1109472" y="353555"/>
                  </a:lnTo>
                  <a:lnTo>
                    <a:pt x="1112342" y="371322"/>
                  </a:lnTo>
                  <a:lnTo>
                    <a:pt x="1121092" y="383654"/>
                  </a:lnTo>
                  <a:lnTo>
                    <a:pt x="1135824" y="390855"/>
                  </a:lnTo>
                  <a:lnTo>
                    <a:pt x="1156716" y="393179"/>
                  </a:lnTo>
                  <a:lnTo>
                    <a:pt x="1235964" y="393179"/>
                  </a:lnTo>
                  <a:lnTo>
                    <a:pt x="1253693" y="391731"/>
                  </a:lnTo>
                  <a:lnTo>
                    <a:pt x="1268158" y="387273"/>
                  </a:lnTo>
                  <a:lnTo>
                    <a:pt x="1279461" y="379679"/>
                  </a:lnTo>
                  <a:lnTo>
                    <a:pt x="1285443" y="371843"/>
                  </a:lnTo>
                  <a:lnTo>
                    <a:pt x="1287780" y="368795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" name="object 31"/>
            <p:cNvSpPr/>
            <p:nvPr/>
          </p:nvSpPr>
          <p:spPr>
            <a:xfrm>
              <a:off x="6455664" y="5056632"/>
              <a:ext cx="247015" cy="36830"/>
            </a:xfrm>
            <a:custGeom>
              <a:avLst/>
              <a:gdLst/>
              <a:ahLst/>
              <a:cxnLst/>
              <a:rect l="l" t="t" r="r" b="b"/>
              <a:pathLst>
                <a:path w="247015" h="36829">
                  <a:moveTo>
                    <a:pt x="0" y="21336"/>
                  </a:moveTo>
                  <a:lnTo>
                    <a:pt x="195072" y="21336"/>
                  </a:lnTo>
                  <a:lnTo>
                    <a:pt x="216407" y="0"/>
                  </a:lnTo>
                  <a:lnTo>
                    <a:pt x="246888" y="30480"/>
                  </a:lnTo>
                  <a:lnTo>
                    <a:pt x="56387" y="30480"/>
                  </a:lnTo>
                  <a:lnTo>
                    <a:pt x="44410" y="31003"/>
                  </a:lnTo>
                  <a:lnTo>
                    <a:pt x="33718" y="32385"/>
                  </a:lnTo>
                  <a:lnTo>
                    <a:pt x="24455" y="34337"/>
                  </a:lnTo>
                  <a:lnTo>
                    <a:pt x="16764" y="36576"/>
                  </a:lnTo>
                  <a:lnTo>
                    <a:pt x="0" y="21336"/>
                  </a:lnTo>
                  <a:close/>
                </a:path>
              </a:pathLst>
            </a:custGeom>
            <a:ln w="1219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" name="object 32"/>
            <p:cNvSpPr/>
            <p:nvPr/>
          </p:nvSpPr>
          <p:spPr>
            <a:xfrm>
              <a:off x="6390131" y="5123688"/>
              <a:ext cx="401320" cy="219710"/>
            </a:xfrm>
            <a:custGeom>
              <a:avLst/>
              <a:gdLst/>
              <a:ahLst/>
              <a:cxnLst/>
              <a:rect l="l" t="t" r="r" b="b"/>
              <a:pathLst>
                <a:path w="401320" h="219710">
                  <a:moveTo>
                    <a:pt x="21336" y="25907"/>
                  </a:moveTo>
                  <a:lnTo>
                    <a:pt x="315467" y="25907"/>
                  </a:lnTo>
                  <a:lnTo>
                    <a:pt x="342899" y="0"/>
                  </a:lnTo>
                  <a:lnTo>
                    <a:pt x="379475" y="36575"/>
                  </a:lnTo>
                  <a:lnTo>
                    <a:pt x="246888" y="36575"/>
                  </a:lnTo>
                  <a:lnTo>
                    <a:pt x="246888" y="153923"/>
                  </a:lnTo>
                  <a:lnTo>
                    <a:pt x="248007" y="165044"/>
                  </a:lnTo>
                  <a:lnTo>
                    <a:pt x="253555" y="173164"/>
                  </a:lnTo>
                  <a:lnTo>
                    <a:pt x="263390" y="178141"/>
                  </a:lnTo>
                  <a:lnTo>
                    <a:pt x="277367" y="179831"/>
                  </a:lnTo>
                  <a:lnTo>
                    <a:pt x="342899" y="179831"/>
                  </a:lnTo>
                  <a:lnTo>
                    <a:pt x="366331" y="139255"/>
                  </a:lnTo>
                  <a:lnTo>
                    <a:pt x="368808" y="96011"/>
                  </a:lnTo>
                  <a:lnTo>
                    <a:pt x="374903" y="96011"/>
                  </a:lnTo>
                  <a:lnTo>
                    <a:pt x="378332" y="134588"/>
                  </a:lnTo>
                  <a:lnTo>
                    <a:pt x="392549" y="171592"/>
                  </a:lnTo>
                  <a:lnTo>
                    <a:pt x="400812" y="176783"/>
                  </a:lnTo>
                  <a:lnTo>
                    <a:pt x="392501" y="187666"/>
                  </a:lnTo>
                  <a:lnTo>
                    <a:pt x="381190" y="195262"/>
                  </a:lnTo>
                  <a:lnTo>
                    <a:pt x="366736" y="199715"/>
                  </a:lnTo>
                  <a:lnTo>
                    <a:pt x="348996" y="201167"/>
                  </a:lnTo>
                  <a:lnTo>
                    <a:pt x="269748" y="201167"/>
                  </a:lnTo>
                  <a:lnTo>
                    <a:pt x="248864" y="198834"/>
                  </a:lnTo>
                  <a:lnTo>
                    <a:pt x="234124" y="191643"/>
                  </a:lnTo>
                  <a:lnTo>
                    <a:pt x="225385" y="179308"/>
                  </a:lnTo>
                  <a:lnTo>
                    <a:pt x="222504" y="161543"/>
                  </a:lnTo>
                  <a:lnTo>
                    <a:pt x="222504" y="36575"/>
                  </a:lnTo>
                  <a:lnTo>
                    <a:pt x="160020" y="36575"/>
                  </a:lnTo>
                  <a:lnTo>
                    <a:pt x="153352" y="82486"/>
                  </a:lnTo>
                  <a:lnTo>
                    <a:pt x="143256" y="120395"/>
                  </a:lnTo>
                  <a:lnTo>
                    <a:pt x="115824" y="165401"/>
                  </a:lnTo>
                  <a:lnTo>
                    <a:pt x="84677" y="187952"/>
                  </a:lnTo>
                  <a:lnTo>
                    <a:pt x="34385" y="209145"/>
                  </a:lnTo>
                  <a:lnTo>
                    <a:pt x="1524" y="219455"/>
                  </a:lnTo>
                  <a:lnTo>
                    <a:pt x="0" y="211835"/>
                  </a:lnTo>
                  <a:lnTo>
                    <a:pt x="37647" y="196429"/>
                  </a:lnTo>
                  <a:lnTo>
                    <a:pt x="68008" y="180022"/>
                  </a:lnTo>
                  <a:lnTo>
                    <a:pt x="105156" y="144779"/>
                  </a:lnTo>
                  <a:lnTo>
                    <a:pt x="123634" y="99821"/>
                  </a:lnTo>
                  <a:lnTo>
                    <a:pt x="134112" y="36575"/>
                  </a:lnTo>
                  <a:lnTo>
                    <a:pt x="59436" y="36575"/>
                  </a:lnTo>
                  <a:lnTo>
                    <a:pt x="35052" y="41147"/>
                  </a:lnTo>
                  <a:lnTo>
                    <a:pt x="21336" y="25907"/>
                  </a:lnTo>
                  <a:close/>
                </a:path>
              </a:pathLst>
            </a:custGeom>
            <a:ln w="1219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33" name="object 33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6553200" y="4930140"/>
              <a:ext cx="65532" cy="85343"/>
            </a:xfrm>
            <a:prstGeom prst="rect">
              <a:avLst/>
            </a:prstGeom>
          </p:spPr>
        </p:pic>
        <p:sp>
          <p:nvSpPr>
            <p:cNvPr id="34" name="object 34"/>
            <p:cNvSpPr/>
            <p:nvPr/>
          </p:nvSpPr>
          <p:spPr>
            <a:xfrm>
              <a:off x="6412992" y="4988051"/>
              <a:ext cx="367665" cy="81280"/>
            </a:xfrm>
            <a:custGeom>
              <a:avLst/>
              <a:gdLst/>
              <a:ahLst/>
              <a:cxnLst/>
              <a:rect l="l" t="t" r="r" b="b"/>
              <a:pathLst>
                <a:path w="367665" h="81279">
                  <a:moveTo>
                    <a:pt x="309372" y="73151"/>
                  </a:moveTo>
                  <a:lnTo>
                    <a:pt x="326136" y="32003"/>
                  </a:lnTo>
                  <a:lnTo>
                    <a:pt x="38100" y="32003"/>
                  </a:lnTo>
                  <a:lnTo>
                    <a:pt x="39624" y="41147"/>
                  </a:lnTo>
                  <a:lnTo>
                    <a:pt x="41148" y="47243"/>
                  </a:lnTo>
                  <a:lnTo>
                    <a:pt x="41148" y="50291"/>
                  </a:lnTo>
                  <a:lnTo>
                    <a:pt x="41148" y="57911"/>
                  </a:lnTo>
                  <a:lnTo>
                    <a:pt x="38100" y="64007"/>
                  </a:lnTo>
                  <a:lnTo>
                    <a:pt x="32003" y="71627"/>
                  </a:lnTo>
                  <a:lnTo>
                    <a:pt x="27432" y="77723"/>
                  </a:lnTo>
                  <a:lnTo>
                    <a:pt x="19812" y="80771"/>
                  </a:lnTo>
                  <a:lnTo>
                    <a:pt x="12191" y="79247"/>
                  </a:lnTo>
                  <a:lnTo>
                    <a:pt x="3048" y="77723"/>
                  </a:lnTo>
                  <a:lnTo>
                    <a:pt x="0" y="76199"/>
                  </a:lnTo>
                  <a:lnTo>
                    <a:pt x="0" y="73151"/>
                  </a:lnTo>
                  <a:lnTo>
                    <a:pt x="0" y="70103"/>
                  </a:lnTo>
                  <a:lnTo>
                    <a:pt x="0" y="67055"/>
                  </a:lnTo>
                  <a:lnTo>
                    <a:pt x="3048" y="65531"/>
                  </a:lnTo>
                  <a:lnTo>
                    <a:pt x="7358" y="59555"/>
                  </a:lnTo>
                  <a:lnTo>
                    <a:pt x="22860" y="21526"/>
                  </a:lnTo>
                  <a:lnTo>
                    <a:pt x="27432" y="0"/>
                  </a:lnTo>
                  <a:lnTo>
                    <a:pt x="36576" y="0"/>
                  </a:lnTo>
                  <a:lnTo>
                    <a:pt x="38100" y="21335"/>
                  </a:lnTo>
                  <a:lnTo>
                    <a:pt x="323088" y="21335"/>
                  </a:lnTo>
                  <a:lnTo>
                    <a:pt x="336804" y="4571"/>
                  </a:lnTo>
                  <a:lnTo>
                    <a:pt x="367284" y="33527"/>
                  </a:lnTo>
                  <a:lnTo>
                    <a:pt x="354449" y="37861"/>
                  </a:lnTo>
                  <a:lnTo>
                    <a:pt x="341185" y="46481"/>
                  </a:lnTo>
                  <a:lnTo>
                    <a:pt x="327636" y="59674"/>
                  </a:lnTo>
                  <a:lnTo>
                    <a:pt x="313944" y="77723"/>
                  </a:lnTo>
                  <a:lnTo>
                    <a:pt x="309372" y="73151"/>
                  </a:lnTo>
                  <a:close/>
                </a:path>
              </a:pathLst>
            </a:custGeom>
            <a:ln w="1219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" name="object 35"/>
            <p:cNvSpPr/>
            <p:nvPr/>
          </p:nvSpPr>
          <p:spPr>
            <a:xfrm>
              <a:off x="6838188" y="4933187"/>
              <a:ext cx="402590" cy="408940"/>
            </a:xfrm>
            <a:custGeom>
              <a:avLst/>
              <a:gdLst/>
              <a:ahLst/>
              <a:cxnLst/>
              <a:rect l="l" t="t" r="r" b="b"/>
              <a:pathLst>
                <a:path w="402590" h="408939">
                  <a:moveTo>
                    <a:pt x="233172" y="74676"/>
                  </a:moveTo>
                  <a:lnTo>
                    <a:pt x="224028" y="74676"/>
                  </a:lnTo>
                  <a:lnTo>
                    <a:pt x="232029" y="57864"/>
                  </a:lnTo>
                  <a:lnTo>
                    <a:pt x="240030" y="39624"/>
                  </a:lnTo>
                  <a:lnTo>
                    <a:pt x="248031" y="20240"/>
                  </a:lnTo>
                  <a:lnTo>
                    <a:pt x="256032" y="0"/>
                  </a:lnTo>
                  <a:lnTo>
                    <a:pt x="292608" y="24384"/>
                  </a:lnTo>
                  <a:lnTo>
                    <a:pt x="274320" y="28956"/>
                  </a:lnTo>
                  <a:lnTo>
                    <a:pt x="233172" y="74676"/>
                  </a:lnTo>
                  <a:close/>
                </a:path>
                <a:path w="402590" h="408939">
                  <a:moveTo>
                    <a:pt x="153924" y="74676"/>
                  </a:moveTo>
                  <a:lnTo>
                    <a:pt x="141732" y="74676"/>
                  </a:lnTo>
                  <a:lnTo>
                    <a:pt x="137112" y="61269"/>
                  </a:lnTo>
                  <a:lnTo>
                    <a:pt x="129921" y="46291"/>
                  </a:lnTo>
                  <a:lnTo>
                    <a:pt x="119872" y="29884"/>
                  </a:lnTo>
                  <a:lnTo>
                    <a:pt x="106680" y="12192"/>
                  </a:lnTo>
                  <a:lnTo>
                    <a:pt x="111252" y="6096"/>
                  </a:lnTo>
                  <a:lnTo>
                    <a:pt x="146494" y="24574"/>
                  </a:lnTo>
                  <a:lnTo>
                    <a:pt x="163068" y="41148"/>
                  </a:lnTo>
                  <a:lnTo>
                    <a:pt x="163068" y="48768"/>
                  </a:lnTo>
                  <a:lnTo>
                    <a:pt x="162496" y="54744"/>
                  </a:lnTo>
                  <a:lnTo>
                    <a:pt x="160782" y="61150"/>
                  </a:lnTo>
                  <a:lnTo>
                    <a:pt x="157924" y="67841"/>
                  </a:lnTo>
                  <a:lnTo>
                    <a:pt x="153924" y="74676"/>
                  </a:lnTo>
                  <a:close/>
                </a:path>
                <a:path w="402590" h="408939">
                  <a:moveTo>
                    <a:pt x="42671" y="89916"/>
                  </a:moveTo>
                  <a:lnTo>
                    <a:pt x="25907" y="74676"/>
                  </a:lnTo>
                  <a:lnTo>
                    <a:pt x="309372" y="74676"/>
                  </a:lnTo>
                  <a:lnTo>
                    <a:pt x="336804" y="51816"/>
                  </a:lnTo>
                  <a:lnTo>
                    <a:pt x="368808" y="85344"/>
                  </a:lnTo>
                  <a:lnTo>
                    <a:pt x="83820" y="85344"/>
                  </a:lnTo>
                  <a:lnTo>
                    <a:pt x="72675" y="85629"/>
                  </a:lnTo>
                  <a:lnTo>
                    <a:pt x="62103" y="86487"/>
                  </a:lnTo>
                  <a:lnTo>
                    <a:pt x="52101" y="87915"/>
                  </a:lnTo>
                  <a:lnTo>
                    <a:pt x="42671" y="89916"/>
                  </a:lnTo>
                  <a:close/>
                </a:path>
                <a:path w="402590" h="408939">
                  <a:moveTo>
                    <a:pt x="208788" y="137160"/>
                  </a:moveTo>
                  <a:lnTo>
                    <a:pt x="184404" y="137160"/>
                  </a:lnTo>
                  <a:lnTo>
                    <a:pt x="184404" y="85344"/>
                  </a:lnTo>
                  <a:lnTo>
                    <a:pt x="208788" y="85344"/>
                  </a:lnTo>
                  <a:lnTo>
                    <a:pt x="208788" y="137160"/>
                  </a:lnTo>
                  <a:close/>
                </a:path>
                <a:path w="402590" h="408939">
                  <a:moveTo>
                    <a:pt x="64008" y="152400"/>
                  </a:moveTo>
                  <a:lnTo>
                    <a:pt x="48768" y="137160"/>
                  </a:lnTo>
                  <a:lnTo>
                    <a:pt x="292608" y="137160"/>
                  </a:lnTo>
                  <a:lnTo>
                    <a:pt x="316992" y="114300"/>
                  </a:lnTo>
                  <a:lnTo>
                    <a:pt x="347472" y="147828"/>
                  </a:lnTo>
                  <a:lnTo>
                    <a:pt x="106680" y="147828"/>
                  </a:lnTo>
                  <a:lnTo>
                    <a:pt x="95511" y="148113"/>
                  </a:lnTo>
                  <a:lnTo>
                    <a:pt x="84772" y="148971"/>
                  </a:lnTo>
                  <a:lnTo>
                    <a:pt x="74318" y="150399"/>
                  </a:lnTo>
                  <a:lnTo>
                    <a:pt x="64008" y="152400"/>
                  </a:lnTo>
                  <a:close/>
                </a:path>
                <a:path w="402590" h="408939">
                  <a:moveTo>
                    <a:pt x="208788" y="196596"/>
                  </a:moveTo>
                  <a:lnTo>
                    <a:pt x="184404" y="196596"/>
                  </a:lnTo>
                  <a:lnTo>
                    <a:pt x="184404" y="147828"/>
                  </a:lnTo>
                  <a:lnTo>
                    <a:pt x="208788" y="147828"/>
                  </a:lnTo>
                  <a:lnTo>
                    <a:pt x="208788" y="196596"/>
                  </a:lnTo>
                  <a:close/>
                </a:path>
                <a:path w="402590" h="408939">
                  <a:moveTo>
                    <a:pt x="16764" y="211836"/>
                  </a:moveTo>
                  <a:lnTo>
                    <a:pt x="0" y="196596"/>
                  </a:lnTo>
                  <a:lnTo>
                    <a:pt x="336804" y="196596"/>
                  </a:lnTo>
                  <a:lnTo>
                    <a:pt x="364236" y="172212"/>
                  </a:lnTo>
                  <a:lnTo>
                    <a:pt x="396240" y="207264"/>
                  </a:lnTo>
                  <a:lnTo>
                    <a:pt x="57912" y="207264"/>
                  </a:lnTo>
                  <a:lnTo>
                    <a:pt x="46767" y="207549"/>
                  </a:lnTo>
                  <a:lnTo>
                    <a:pt x="36195" y="208407"/>
                  </a:lnTo>
                  <a:lnTo>
                    <a:pt x="26193" y="209835"/>
                  </a:lnTo>
                  <a:lnTo>
                    <a:pt x="16764" y="211836"/>
                  </a:lnTo>
                  <a:close/>
                </a:path>
                <a:path w="402590" h="408939">
                  <a:moveTo>
                    <a:pt x="202692" y="260604"/>
                  </a:moveTo>
                  <a:lnTo>
                    <a:pt x="175260" y="260604"/>
                  </a:lnTo>
                  <a:lnTo>
                    <a:pt x="178403" y="247792"/>
                  </a:lnTo>
                  <a:lnTo>
                    <a:pt x="180975" y="234696"/>
                  </a:lnTo>
                  <a:lnTo>
                    <a:pt x="182975" y="221599"/>
                  </a:lnTo>
                  <a:lnTo>
                    <a:pt x="184404" y="208788"/>
                  </a:lnTo>
                  <a:lnTo>
                    <a:pt x="224028" y="227076"/>
                  </a:lnTo>
                  <a:lnTo>
                    <a:pt x="208788" y="239268"/>
                  </a:lnTo>
                  <a:lnTo>
                    <a:pt x="207264" y="246888"/>
                  </a:lnTo>
                  <a:lnTo>
                    <a:pt x="204216" y="252984"/>
                  </a:lnTo>
                  <a:lnTo>
                    <a:pt x="202692" y="260604"/>
                  </a:lnTo>
                  <a:close/>
                </a:path>
                <a:path w="402590" h="408939">
                  <a:moveTo>
                    <a:pt x="33528" y="275844"/>
                  </a:moveTo>
                  <a:lnTo>
                    <a:pt x="18288" y="260604"/>
                  </a:lnTo>
                  <a:lnTo>
                    <a:pt x="313944" y="260604"/>
                  </a:lnTo>
                  <a:lnTo>
                    <a:pt x="336804" y="237744"/>
                  </a:lnTo>
                  <a:lnTo>
                    <a:pt x="368808" y="271272"/>
                  </a:lnTo>
                  <a:lnTo>
                    <a:pt x="74676" y="271272"/>
                  </a:lnTo>
                  <a:lnTo>
                    <a:pt x="63531" y="271557"/>
                  </a:lnTo>
                  <a:lnTo>
                    <a:pt x="52958" y="272415"/>
                  </a:lnTo>
                  <a:lnTo>
                    <a:pt x="42957" y="273843"/>
                  </a:lnTo>
                  <a:lnTo>
                    <a:pt x="33528" y="275844"/>
                  </a:lnTo>
                  <a:close/>
                </a:path>
                <a:path w="402590" h="408939">
                  <a:moveTo>
                    <a:pt x="4571" y="408432"/>
                  </a:moveTo>
                  <a:lnTo>
                    <a:pt x="1524" y="402336"/>
                  </a:lnTo>
                  <a:lnTo>
                    <a:pt x="28146" y="394882"/>
                  </a:lnTo>
                  <a:lnTo>
                    <a:pt x="53340" y="386143"/>
                  </a:lnTo>
                  <a:lnTo>
                    <a:pt x="100584" y="364236"/>
                  </a:lnTo>
                  <a:lnTo>
                    <a:pt x="140398" y="329184"/>
                  </a:lnTo>
                  <a:lnTo>
                    <a:pt x="172212" y="271272"/>
                  </a:lnTo>
                  <a:lnTo>
                    <a:pt x="198120" y="271272"/>
                  </a:lnTo>
                  <a:lnTo>
                    <a:pt x="182141" y="305871"/>
                  </a:lnTo>
                  <a:lnTo>
                    <a:pt x="143898" y="356782"/>
                  </a:lnTo>
                  <a:lnTo>
                    <a:pt x="96512" y="384857"/>
                  </a:lnTo>
                  <a:lnTo>
                    <a:pt x="37695" y="402097"/>
                  </a:lnTo>
                  <a:lnTo>
                    <a:pt x="4571" y="408432"/>
                  </a:lnTo>
                  <a:close/>
                </a:path>
                <a:path w="402590" h="408939">
                  <a:moveTo>
                    <a:pt x="367284" y="405384"/>
                  </a:moveTo>
                  <a:lnTo>
                    <a:pt x="309372" y="380619"/>
                  </a:lnTo>
                  <a:lnTo>
                    <a:pt x="265176" y="348996"/>
                  </a:lnTo>
                  <a:lnTo>
                    <a:pt x="230886" y="312420"/>
                  </a:lnTo>
                  <a:lnTo>
                    <a:pt x="205740" y="271272"/>
                  </a:lnTo>
                  <a:lnTo>
                    <a:pt x="214884" y="271272"/>
                  </a:lnTo>
                  <a:lnTo>
                    <a:pt x="228600" y="289012"/>
                  </a:lnTo>
                  <a:lnTo>
                    <a:pt x="244602" y="305752"/>
                  </a:lnTo>
                  <a:lnTo>
                    <a:pt x="283464" y="336804"/>
                  </a:lnTo>
                  <a:lnTo>
                    <a:pt x="333756" y="359283"/>
                  </a:lnTo>
                  <a:lnTo>
                    <a:pt x="402336" y="370332"/>
                  </a:lnTo>
                  <a:lnTo>
                    <a:pt x="402336" y="376428"/>
                  </a:lnTo>
                  <a:lnTo>
                    <a:pt x="390644" y="379023"/>
                  </a:lnTo>
                  <a:lnTo>
                    <a:pt x="380809" y="384619"/>
                  </a:lnTo>
                  <a:lnTo>
                    <a:pt x="372975" y="393358"/>
                  </a:lnTo>
                  <a:lnTo>
                    <a:pt x="367284" y="405384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" name="object 36"/>
            <p:cNvSpPr/>
            <p:nvPr/>
          </p:nvSpPr>
          <p:spPr>
            <a:xfrm>
              <a:off x="6839712" y="5141975"/>
              <a:ext cx="401320" cy="200025"/>
            </a:xfrm>
            <a:custGeom>
              <a:avLst/>
              <a:gdLst/>
              <a:ahLst/>
              <a:cxnLst/>
              <a:rect l="l" t="t" r="r" b="b"/>
              <a:pathLst>
                <a:path w="401320" h="200025">
                  <a:moveTo>
                    <a:pt x="207264" y="30480"/>
                  </a:moveTo>
                  <a:lnTo>
                    <a:pt x="205740" y="38100"/>
                  </a:lnTo>
                  <a:lnTo>
                    <a:pt x="202692" y="44196"/>
                  </a:lnTo>
                  <a:lnTo>
                    <a:pt x="201168" y="51816"/>
                  </a:lnTo>
                  <a:lnTo>
                    <a:pt x="312420" y="51816"/>
                  </a:lnTo>
                  <a:lnTo>
                    <a:pt x="335280" y="28956"/>
                  </a:lnTo>
                  <a:lnTo>
                    <a:pt x="367283" y="62484"/>
                  </a:lnTo>
                  <a:lnTo>
                    <a:pt x="213360" y="62484"/>
                  </a:lnTo>
                  <a:lnTo>
                    <a:pt x="227076" y="80224"/>
                  </a:lnTo>
                  <a:lnTo>
                    <a:pt x="261366" y="112847"/>
                  </a:lnTo>
                  <a:lnTo>
                    <a:pt x="304800" y="140541"/>
                  </a:lnTo>
                  <a:lnTo>
                    <a:pt x="364236" y="157591"/>
                  </a:lnTo>
                  <a:lnTo>
                    <a:pt x="400812" y="161544"/>
                  </a:lnTo>
                  <a:lnTo>
                    <a:pt x="400812" y="167640"/>
                  </a:lnTo>
                  <a:lnTo>
                    <a:pt x="389120" y="170235"/>
                  </a:lnTo>
                  <a:lnTo>
                    <a:pt x="379285" y="175831"/>
                  </a:lnTo>
                  <a:lnTo>
                    <a:pt x="371451" y="184570"/>
                  </a:lnTo>
                  <a:lnTo>
                    <a:pt x="365759" y="196596"/>
                  </a:lnTo>
                  <a:lnTo>
                    <a:pt x="335232" y="185213"/>
                  </a:lnTo>
                  <a:lnTo>
                    <a:pt x="283892" y="156733"/>
                  </a:lnTo>
                  <a:lnTo>
                    <a:pt x="245364" y="122491"/>
                  </a:lnTo>
                  <a:lnTo>
                    <a:pt x="215646" y="83629"/>
                  </a:lnTo>
                  <a:lnTo>
                    <a:pt x="204216" y="62484"/>
                  </a:lnTo>
                  <a:lnTo>
                    <a:pt x="196596" y="62484"/>
                  </a:lnTo>
                  <a:lnTo>
                    <a:pt x="180617" y="97083"/>
                  </a:lnTo>
                  <a:lnTo>
                    <a:pt x="142374" y="147994"/>
                  </a:lnTo>
                  <a:lnTo>
                    <a:pt x="94988" y="176069"/>
                  </a:lnTo>
                  <a:lnTo>
                    <a:pt x="36171" y="193309"/>
                  </a:lnTo>
                  <a:lnTo>
                    <a:pt x="3047" y="199644"/>
                  </a:lnTo>
                  <a:lnTo>
                    <a:pt x="0" y="193548"/>
                  </a:lnTo>
                  <a:lnTo>
                    <a:pt x="26622" y="186094"/>
                  </a:lnTo>
                  <a:lnTo>
                    <a:pt x="51816" y="177355"/>
                  </a:lnTo>
                  <a:lnTo>
                    <a:pt x="99060" y="155448"/>
                  </a:lnTo>
                  <a:lnTo>
                    <a:pt x="138874" y="120396"/>
                  </a:lnTo>
                  <a:lnTo>
                    <a:pt x="170688" y="62484"/>
                  </a:lnTo>
                  <a:lnTo>
                    <a:pt x="73152" y="62484"/>
                  </a:lnTo>
                  <a:lnTo>
                    <a:pt x="62007" y="62769"/>
                  </a:lnTo>
                  <a:lnTo>
                    <a:pt x="51434" y="63627"/>
                  </a:lnTo>
                  <a:lnTo>
                    <a:pt x="41433" y="65055"/>
                  </a:lnTo>
                  <a:lnTo>
                    <a:pt x="32004" y="67056"/>
                  </a:lnTo>
                  <a:lnTo>
                    <a:pt x="16764" y="51816"/>
                  </a:lnTo>
                  <a:lnTo>
                    <a:pt x="173736" y="51816"/>
                  </a:lnTo>
                  <a:lnTo>
                    <a:pt x="176879" y="39004"/>
                  </a:lnTo>
                  <a:lnTo>
                    <a:pt x="179451" y="25908"/>
                  </a:lnTo>
                  <a:lnTo>
                    <a:pt x="181451" y="12811"/>
                  </a:lnTo>
                  <a:lnTo>
                    <a:pt x="182880" y="0"/>
                  </a:lnTo>
                  <a:lnTo>
                    <a:pt x="222504" y="18288"/>
                  </a:lnTo>
                  <a:lnTo>
                    <a:pt x="207264" y="30480"/>
                  </a:lnTo>
                  <a:close/>
                </a:path>
              </a:pathLst>
            </a:custGeom>
            <a:ln w="1219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" name="object 37"/>
            <p:cNvSpPr/>
            <p:nvPr/>
          </p:nvSpPr>
          <p:spPr>
            <a:xfrm>
              <a:off x="6838187" y="4933188"/>
              <a:ext cx="396240" cy="212090"/>
            </a:xfrm>
            <a:custGeom>
              <a:avLst/>
              <a:gdLst/>
              <a:ahLst/>
              <a:cxnLst/>
              <a:rect l="l" t="t" r="r" b="b"/>
              <a:pathLst>
                <a:path w="396240" h="212089">
                  <a:moveTo>
                    <a:pt x="274319" y="28956"/>
                  </a:moveTo>
                  <a:lnTo>
                    <a:pt x="264032" y="40386"/>
                  </a:lnTo>
                  <a:lnTo>
                    <a:pt x="253745" y="51816"/>
                  </a:lnTo>
                  <a:lnTo>
                    <a:pt x="243458" y="63246"/>
                  </a:lnTo>
                  <a:lnTo>
                    <a:pt x="233171" y="74676"/>
                  </a:lnTo>
                  <a:lnTo>
                    <a:pt x="309371" y="74676"/>
                  </a:lnTo>
                  <a:lnTo>
                    <a:pt x="336803" y="51816"/>
                  </a:lnTo>
                  <a:lnTo>
                    <a:pt x="368807" y="85344"/>
                  </a:lnTo>
                  <a:lnTo>
                    <a:pt x="208787" y="85344"/>
                  </a:lnTo>
                  <a:lnTo>
                    <a:pt x="208787" y="137160"/>
                  </a:lnTo>
                  <a:lnTo>
                    <a:pt x="292607" y="137160"/>
                  </a:lnTo>
                  <a:lnTo>
                    <a:pt x="316991" y="114300"/>
                  </a:lnTo>
                  <a:lnTo>
                    <a:pt x="347471" y="147828"/>
                  </a:lnTo>
                  <a:lnTo>
                    <a:pt x="208787" y="147828"/>
                  </a:lnTo>
                  <a:lnTo>
                    <a:pt x="208787" y="196596"/>
                  </a:lnTo>
                  <a:lnTo>
                    <a:pt x="336803" y="196596"/>
                  </a:lnTo>
                  <a:lnTo>
                    <a:pt x="364235" y="172212"/>
                  </a:lnTo>
                  <a:lnTo>
                    <a:pt x="396239" y="207263"/>
                  </a:lnTo>
                  <a:lnTo>
                    <a:pt x="57911" y="207263"/>
                  </a:lnTo>
                  <a:lnTo>
                    <a:pt x="46767" y="207549"/>
                  </a:lnTo>
                  <a:lnTo>
                    <a:pt x="36194" y="208406"/>
                  </a:lnTo>
                  <a:lnTo>
                    <a:pt x="26193" y="209835"/>
                  </a:lnTo>
                  <a:lnTo>
                    <a:pt x="16763" y="211836"/>
                  </a:lnTo>
                  <a:lnTo>
                    <a:pt x="0" y="196596"/>
                  </a:lnTo>
                  <a:lnTo>
                    <a:pt x="184403" y="196596"/>
                  </a:lnTo>
                  <a:lnTo>
                    <a:pt x="184403" y="147828"/>
                  </a:lnTo>
                  <a:lnTo>
                    <a:pt x="106679" y="147828"/>
                  </a:lnTo>
                  <a:lnTo>
                    <a:pt x="95511" y="148113"/>
                  </a:lnTo>
                  <a:lnTo>
                    <a:pt x="84772" y="148971"/>
                  </a:lnTo>
                  <a:lnTo>
                    <a:pt x="74318" y="150399"/>
                  </a:lnTo>
                  <a:lnTo>
                    <a:pt x="64007" y="152400"/>
                  </a:lnTo>
                  <a:lnTo>
                    <a:pt x="48767" y="137160"/>
                  </a:lnTo>
                  <a:lnTo>
                    <a:pt x="184403" y="137160"/>
                  </a:lnTo>
                  <a:lnTo>
                    <a:pt x="184403" y="85344"/>
                  </a:lnTo>
                  <a:lnTo>
                    <a:pt x="83819" y="85344"/>
                  </a:lnTo>
                  <a:lnTo>
                    <a:pt x="72675" y="85629"/>
                  </a:lnTo>
                  <a:lnTo>
                    <a:pt x="62102" y="86487"/>
                  </a:lnTo>
                  <a:lnTo>
                    <a:pt x="52101" y="87915"/>
                  </a:lnTo>
                  <a:lnTo>
                    <a:pt x="42671" y="89916"/>
                  </a:lnTo>
                  <a:lnTo>
                    <a:pt x="25907" y="74676"/>
                  </a:lnTo>
                  <a:lnTo>
                    <a:pt x="141731" y="74676"/>
                  </a:lnTo>
                  <a:lnTo>
                    <a:pt x="137112" y="61269"/>
                  </a:lnTo>
                  <a:lnTo>
                    <a:pt x="129920" y="46291"/>
                  </a:lnTo>
                  <a:lnTo>
                    <a:pt x="119872" y="29884"/>
                  </a:lnTo>
                  <a:lnTo>
                    <a:pt x="106679" y="12192"/>
                  </a:lnTo>
                  <a:lnTo>
                    <a:pt x="111251" y="6096"/>
                  </a:lnTo>
                  <a:lnTo>
                    <a:pt x="146494" y="24574"/>
                  </a:lnTo>
                  <a:lnTo>
                    <a:pt x="163067" y="41148"/>
                  </a:lnTo>
                  <a:lnTo>
                    <a:pt x="163067" y="45720"/>
                  </a:lnTo>
                  <a:lnTo>
                    <a:pt x="163067" y="48768"/>
                  </a:lnTo>
                  <a:lnTo>
                    <a:pt x="162496" y="54744"/>
                  </a:lnTo>
                  <a:lnTo>
                    <a:pt x="160781" y="61150"/>
                  </a:lnTo>
                  <a:lnTo>
                    <a:pt x="157924" y="67841"/>
                  </a:lnTo>
                  <a:lnTo>
                    <a:pt x="153923" y="74676"/>
                  </a:lnTo>
                  <a:lnTo>
                    <a:pt x="224027" y="74676"/>
                  </a:lnTo>
                  <a:lnTo>
                    <a:pt x="232028" y="57864"/>
                  </a:lnTo>
                  <a:lnTo>
                    <a:pt x="240029" y="39624"/>
                  </a:lnTo>
                  <a:lnTo>
                    <a:pt x="248030" y="20240"/>
                  </a:lnTo>
                  <a:lnTo>
                    <a:pt x="256031" y="0"/>
                  </a:lnTo>
                  <a:lnTo>
                    <a:pt x="292607" y="24384"/>
                  </a:lnTo>
                  <a:lnTo>
                    <a:pt x="274319" y="28956"/>
                  </a:lnTo>
                  <a:close/>
                </a:path>
              </a:pathLst>
            </a:custGeom>
            <a:ln w="1219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38" name="object 38"/>
          <p:cNvGrpSpPr/>
          <p:nvPr/>
        </p:nvGrpSpPr>
        <p:grpSpPr>
          <a:xfrm>
            <a:off x="7299959" y="4942331"/>
            <a:ext cx="386080" cy="393700"/>
            <a:chOff x="7299959" y="4942331"/>
            <a:chExt cx="386080" cy="393700"/>
          </a:xfrm>
        </p:grpSpPr>
        <p:sp>
          <p:nvSpPr>
            <p:cNvPr id="39" name="object 39"/>
            <p:cNvSpPr/>
            <p:nvPr/>
          </p:nvSpPr>
          <p:spPr>
            <a:xfrm>
              <a:off x="7306055" y="4948427"/>
              <a:ext cx="373380" cy="381000"/>
            </a:xfrm>
            <a:custGeom>
              <a:avLst/>
              <a:gdLst/>
              <a:ahLst/>
              <a:cxnLst/>
              <a:rect l="l" t="t" r="r" b="b"/>
              <a:pathLst>
                <a:path w="373379" h="381000">
                  <a:moveTo>
                    <a:pt x="24384" y="380999"/>
                  </a:moveTo>
                  <a:lnTo>
                    <a:pt x="0" y="358139"/>
                  </a:lnTo>
                  <a:lnTo>
                    <a:pt x="10668" y="347472"/>
                  </a:lnTo>
                  <a:lnTo>
                    <a:pt x="10668" y="106679"/>
                  </a:lnTo>
                  <a:lnTo>
                    <a:pt x="10477" y="58673"/>
                  </a:lnTo>
                  <a:lnTo>
                    <a:pt x="10025" y="34670"/>
                  </a:lnTo>
                  <a:lnTo>
                    <a:pt x="9144" y="10667"/>
                  </a:lnTo>
                  <a:lnTo>
                    <a:pt x="35052" y="24383"/>
                  </a:lnTo>
                  <a:lnTo>
                    <a:pt x="303275" y="24383"/>
                  </a:lnTo>
                  <a:lnTo>
                    <a:pt x="329183" y="0"/>
                  </a:lnTo>
                  <a:lnTo>
                    <a:pt x="359663" y="35051"/>
                  </a:lnTo>
                  <a:lnTo>
                    <a:pt x="240792" y="35051"/>
                  </a:lnTo>
                  <a:lnTo>
                    <a:pt x="240792" y="243839"/>
                  </a:lnTo>
                  <a:lnTo>
                    <a:pt x="241934" y="258079"/>
                  </a:lnTo>
                  <a:lnTo>
                    <a:pt x="245363" y="268604"/>
                  </a:lnTo>
                  <a:lnTo>
                    <a:pt x="251078" y="275129"/>
                  </a:lnTo>
                  <a:lnTo>
                    <a:pt x="259080" y="277367"/>
                  </a:lnTo>
                  <a:lnTo>
                    <a:pt x="306324" y="277367"/>
                  </a:lnTo>
                  <a:lnTo>
                    <a:pt x="329183" y="195071"/>
                  </a:lnTo>
                  <a:lnTo>
                    <a:pt x="336804" y="195071"/>
                  </a:lnTo>
                  <a:lnTo>
                    <a:pt x="339852" y="243839"/>
                  </a:lnTo>
                  <a:lnTo>
                    <a:pt x="361187" y="271272"/>
                  </a:lnTo>
                  <a:lnTo>
                    <a:pt x="353139" y="282368"/>
                  </a:lnTo>
                  <a:lnTo>
                    <a:pt x="342519" y="290322"/>
                  </a:lnTo>
                  <a:lnTo>
                    <a:pt x="329041" y="294846"/>
                  </a:lnTo>
                  <a:lnTo>
                    <a:pt x="312420" y="295655"/>
                  </a:lnTo>
                  <a:lnTo>
                    <a:pt x="248411" y="295655"/>
                  </a:lnTo>
                  <a:lnTo>
                    <a:pt x="234434" y="292488"/>
                  </a:lnTo>
                  <a:lnTo>
                    <a:pt x="224599" y="285178"/>
                  </a:lnTo>
                  <a:lnTo>
                    <a:pt x="219051" y="273581"/>
                  </a:lnTo>
                  <a:lnTo>
                    <a:pt x="217932" y="257555"/>
                  </a:lnTo>
                  <a:lnTo>
                    <a:pt x="217932" y="35051"/>
                  </a:lnTo>
                  <a:lnTo>
                    <a:pt x="144780" y="35051"/>
                  </a:lnTo>
                  <a:lnTo>
                    <a:pt x="143827" y="88391"/>
                  </a:lnTo>
                  <a:lnTo>
                    <a:pt x="141732" y="137159"/>
                  </a:lnTo>
                  <a:lnTo>
                    <a:pt x="133731" y="182879"/>
                  </a:lnTo>
                  <a:lnTo>
                    <a:pt x="118872" y="228599"/>
                  </a:lnTo>
                  <a:lnTo>
                    <a:pt x="93916" y="273177"/>
                  </a:lnTo>
                  <a:lnTo>
                    <a:pt x="56388" y="320039"/>
                  </a:lnTo>
                  <a:lnTo>
                    <a:pt x="50292" y="315467"/>
                  </a:lnTo>
                  <a:lnTo>
                    <a:pt x="66270" y="291131"/>
                  </a:lnTo>
                  <a:lnTo>
                    <a:pt x="79819" y="268223"/>
                  </a:lnTo>
                  <a:lnTo>
                    <a:pt x="99060" y="225551"/>
                  </a:lnTo>
                  <a:lnTo>
                    <a:pt x="110490" y="184594"/>
                  </a:lnTo>
                  <a:lnTo>
                    <a:pt x="117348" y="140207"/>
                  </a:lnTo>
                  <a:lnTo>
                    <a:pt x="119443" y="91058"/>
                  </a:lnTo>
                  <a:lnTo>
                    <a:pt x="120396" y="35051"/>
                  </a:lnTo>
                  <a:lnTo>
                    <a:pt x="35052" y="35051"/>
                  </a:lnTo>
                  <a:lnTo>
                    <a:pt x="35052" y="355091"/>
                  </a:lnTo>
                  <a:lnTo>
                    <a:pt x="310896" y="355091"/>
                  </a:lnTo>
                  <a:lnTo>
                    <a:pt x="336804" y="329184"/>
                  </a:lnTo>
                  <a:lnTo>
                    <a:pt x="373380" y="365760"/>
                  </a:lnTo>
                  <a:lnTo>
                    <a:pt x="36576" y="365760"/>
                  </a:lnTo>
                  <a:lnTo>
                    <a:pt x="24384" y="380999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" name="object 40"/>
            <p:cNvSpPr/>
            <p:nvPr/>
          </p:nvSpPr>
          <p:spPr>
            <a:xfrm>
              <a:off x="7306055" y="4948427"/>
              <a:ext cx="373380" cy="381000"/>
            </a:xfrm>
            <a:custGeom>
              <a:avLst/>
              <a:gdLst/>
              <a:ahLst/>
              <a:cxnLst/>
              <a:rect l="l" t="t" r="r" b="b"/>
              <a:pathLst>
                <a:path w="373379" h="381000">
                  <a:moveTo>
                    <a:pt x="10668" y="106679"/>
                  </a:moveTo>
                  <a:lnTo>
                    <a:pt x="10644" y="82676"/>
                  </a:lnTo>
                  <a:lnTo>
                    <a:pt x="10477" y="58673"/>
                  </a:lnTo>
                  <a:lnTo>
                    <a:pt x="10025" y="34670"/>
                  </a:lnTo>
                  <a:lnTo>
                    <a:pt x="9144" y="10667"/>
                  </a:lnTo>
                  <a:lnTo>
                    <a:pt x="35052" y="24383"/>
                  </a:lnTo>
                  <a:lnTo>
                    <a:pt x="303275" y="24383"/>
                  </a:lnTo>
                  <a:lnTo>
                    <a:pt x="329183" y="0"/>
                  </a:lnTo>
                  <a:lnTo>
                    <a:pt x="359663" y="35051"/>
                  </a:lnTo>
                  <a:lnTo>
                    <a:pt x="240792" y="35051"/>
                  </a:lnTo>
                  <a:lnTo>
                    <a:pt x="240792" y="243839"/>
                  </a:lnTo>
                  <a:lnTo>
                    <a:pt x="241934" y="258079"/>
                  </a:lnTo>
                  <a:lnTo>
                    <a:pt x="245363" y="268604"/>
                  </a:lnTo>
                  <a:lnTo>
                    <a:pt x="251078" y="275129"/>
                  </a:lnTo>
                  <a:lnTo>
                    <a:pt x="259080" y="277367"/>
                  </a:lnTo>
                  <a:lnTo>
                    <a:pt x="306324" y="277367"/>
                  </a:lnTo>
                  <a:lnTo>
                    <a:pt x="325754" y="235577"/>
                  </a:lnTo>
                  <a:lnTo>
                    <a:pt x="329183" y="195071"/>
                  </a:lnTo>
                  <a:lnTo>
                    <a:pt x="336804" y="195071"/>
                  </a:lnTo>
                  <a:lnTo>
                    <a:pt x="339852" y="243839"/>
                  </a:lnTo>
                  <a:lnTo>
                    <a:pt x="361187" y="271272"/>
                  </a:lnTo>
                  <a:lnTo>
                    <a:pt x="353139" y="282368"/>
                  </a:lnTo>
                  <a:lnTo>
                    <a:pt x="342519" y="290322"/>
                  </a:lnTo>
                  <a:lnTo>
                    <a:pt x="329041" y="294846"/>
                  </a:lnTo>
                  <a:lnTo>
                    <a:pt x="312420" y="295655"/>
                  </a:lnTo>
                  <a:lnTo>
                    <a:pt x="248411" y="295655"/>
                  </a:lnTo>
                  <a:lnTo>
                    <a:pt x="234434" y="292488"/>
                  </a:lnTo>
                  <a:lnTo>
                    <a:pt x="224599" y="285178"/>
                  </a:lnTo>
                  <a:lnTo>
                    <a:pt x="219051" y="273581"/>
                  </a:lnTo>
                  <a:lnTo>
                    <a:pt x="217932" y="257555"/>
                  </a:lnTo>
                  <a:lnTo>
                    <a:pt x="217932" y="35051"/>
                  </a:lnTo>
                  <a:lnTo>
                    <a:pt x="144780" y="35051"/>
                  </a:lnTo>
                  <a:lnTo>
                    <a:pt x="143827" y="88391"/>
                  </a:lnTo>
                  <a:lnTo>
                    <a:pt x="141732" y="137159"/>
                  </a:lnTo>
                  <a:lnTo>
                    <a:pt x="133731" y="182879"/>
                  </a:lnTo>
                  <a:lnTo>
                    <a:pt x="118872" y="228599"/>
                  </a:lnTo>
                  <a:lnTo>
                    <a:pt x="93916" y="273177"/>
                  </a:lnTo>
                  <a:lnTo>
                    <a:pt x="56388" y="320039"/>
                  </a:lnTo>
                  <a:lnTo>
                    <a:pt x="50292" y="315467"/>
                  </a:lnTo>
                  <a:lnTo>
                    <a:pt x="66270" y="291131"/>
                  </a:lnTo>
                  <a:lnTo>
                    <a:pt x="79819" y="268223"/>
                  </a:lnTo>
                  <a:lnTo>
                    <a:pt x="99060" y="225551"/>
                  </a:lnTo>
                  <a:lnTo>
                    <a:pt x="110490" y="184594"/>
                  </a:lnTo>
                  <a:lnTo>
                    <a:pt x="117348" y="140207"/>
                  </a:lnTo>
                  <a:lnTo>
                    <a:pt x="119443" y="91058"/>
                  </a:lnTo>
                  <a:lnTo>
                    <a:pt x="120396" y="35051"/>
                  </a:lnTo>
                  <a:lnTo>
                    <a:pt x="35052" y="35051"/>
                  </a:lnTo>
                  <a:lnTo>
                    <a:pt x="35052" y="355091"/>
                  </a:lnTo>
                  <a:lnTo>
                    <a:pt x="310896" y="355091"/>
                  </a:lnTo>
                  <a:lnTo>
                    <a:pt x="336804" y="329184"/>
                  </a:lnTo>
                  <a:lnTo>
                    <a:pt x="373380" y="365760"/>
                  </a:lnTo>
                  <a:lnTo>
                    <a:pt x="36576" y="365760"/>
                  </a:lnTo>
                  <a:lnTo>
                    <a:pt x="24384" y="380999"/>
                  </a:lnTo>
                  <a:lnTo>
                    <a:pt x="0" y="358139"/>
                  </a:lnTo>
                  <a:lnTo>
                    <a:pt x="10668" y="347472"/>
                  </a:lnTo>
                  <a:lnTo>
                    <a:pt x="10668" y="106679"/>
                  </a:lnTo>
                  <a:close/>
                </a:path>
              </a:pathLst>
            </a:custGeom>
            <a:ln w="1219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41" name="object 41"/>
          <p:cNvGrpSpPr/>
          <p:nvPr/>
        </p:nvGrpSpPr>
        <p:grpSpPr>
          <a:xfrm>
            <a:off x="7726680" y="4945379"/>
            <a:ext cx="421005" cy="394970"/>
            <a:chOff x="7726680" y="4945379"/>
            <a:chExt cx="421005" cy="394970"/>
          </a:xfrm>
        </p:grpSpPr>
        <p:sp>
          <p:nvSpPr>
            <p:cNvPr id="42" name="object 42"/>
            <p:cNvSpPr/>
            <p:nvPr/>
          </p:nvSpPr>
          <p:spPr>
            <a:xfrm>
              <a:off x="7732775" y="4951475"/>
              <a:ext cx="408940" cy="382905"/>
            </a:xfrm>
            <a:custGeom>
              <a:avLst/>
              <a:gdLst/>
              <a:ahLst/>
              <a:cxnLst/>
              <a:rect l="l" t="t" r="r" b="b"/>
              <a:pathLst>
                <a:path w="408940" h="382904">
                  <a:moveTo>
                    <a:pt x="240792" y="36576"/>
                  </a:moveTo>
                  <a:lnTo>
                    <a:pt x="225552" y="21336"/>
                  </a:lnTo>
                  <a:lnTo>
                    <a:pt x="347472" y="21336"/>
                  </a:lnTo>
                  <a:lnTo>
                    <a:pt x="359664" y="6096"/>
                  </a:lnTo>
                  <a:lnTo>
                    <a:pt x="385572" y="27432"/>
                  </a:lnTo>
                  <a:lnTo>
                    <a:pt x="379476" y="32004"/>
                  </a:lnTo>
                  <a:lnTo>
                    <a:pt x="283464" y="32004"/>
                  </a:lnTo>
                  <a:lnTo>
                    <a:pt x="272295" y="32289"/>
                  </a:lnTo>
                  <a:lnTo>
                    <a:pt x="261556" y="33147"/>
                  </a:lnTo>
                  <a:lnTo>
                    <a:pt x="251102" y="34575"/>
                  </a:lnTo>
                  <a:lnTo>
                    <a:pt x="240792" y="36576"/>
                  </a:lnTo>
                  <a:close/>
                </a:path>
                <a:path w="408940" h="382904">
                  <a:moveTo>
                    <a:pt x="374030" y="146304"/>
                  </a:moveTo>
                  <a:lnTo>
                    <a:pt x="350520" y="146304"/>
                  </a:lnTo>
                  <a:lnTo>
                    <a:pt x="350520" y="32004"/>
                  </a:lnTo>
                  <a:lnTo>
                    <a:pt x="379476" y="32004"/>
                  </a:lnTo>
                  <a:lnTo>
                    <a:pt x="373380" y="36576"/>
                  </a:lnTo>
                  <a:lnTo>
                    <a:pt x="373403" y="79176"/>
                  </a:lnTo>
                  <a:lnTo>
                    <a:pt x="373570" y="115633"/>
                  </a:lnTo>
                  <a:lnTo>
                    <a:pt x="374030" y="146304"/>
                  </a:lnTo>
                  <a:close/>
                </a:path>
                <a:path w="408940" h="382904">
                  <a:moveTo>
                    <a:pt x="367284" y="365760"/>
                  </a:moveTo>
                  <a:lnTo>
                    <a:pt x="277368" y="365760"/>
                  </a:lnTo>
                  <a:lnTo>
                    <a:pt x="257627" y="364045"/>
                  </a:lnTo>
                  <a:lnTo>
                    <a:pt x="244030" y="356616"/>
                  </a:lnTo>
                  <a:lnTo>
                    <a:pt x="236434" y="343471"/>
                  </a:lnTo>
                  <a:lnTo>
                    <a:pt x="234696" y="324612"/>
                  </a:lnTo>
                  <a:lnTo>
                    <a:pt x="234434" y="255150"/>
                  </a:lnTo>
                  <a:lnTo>
                    <a:pt x="233743" y="199834"/>
                  </a:lnTo>
                  <a:lnTo>
                    <a:pt x="232767" y="158519"/>
                  </a:lnTo>
                  <a:lnTo>
                    <a:pt x="231648" y="131064"/>
                  </a:lnTo>
                  <a:lnTo>
                    <a:pt x="256032" y="146304"/>
                  </a:lnTo>
                  <a:lnTo>
                    <a:pt x="374030" y="146304"/>
                  </a:lnTo>
                  <a:lnTo>
                    <a:pt x="374412" y="156972"/>
                  </a:lnTo>
                  <a:lnTo>
                    <a:pt x="256032" y="156972"/>
                  </a:lnTo>
                  <a:lnTo>
                    <a:pt x="256032" y="316992"/>
                  </a:lnTo>
                  <a:lnTo>
                    <a:pt x="257984" y="330731"/>
                  </a:lnTo>
                  <a:lnTo>
                    <a:pt x="263652" y="340042"/>
                  </a:lnTo>
                  <a:lnTo>
                    <a:pt x="272748" y="345066"/>
                  </a:lnTo>
                  <a:lnTo>
                    <a:pt x="284988" y="345948"/>
                  </a:lnTo>
                  <a:lnTo>
                    <a:pt x="405341" y="345948"/>
                  </a:lnTo>
                  <a:lnTo>
                    <a:pt x="400931" y="352472"/>
                  </a:lnTo>
                  <a:lnTo>
                    <a:pt x="391858" y="360426"/>
                  </a:lnTo>
                  <a:lnTo>
                    <a:pt x="380785" y="364950"/>
                  </a:lnTo>
                  <a:lnTo>
                    <a:pt x="367284" y="365760"/>
                  </a:lnTo>
                  <a:close/>
                </a:path>
                <a:path w="408940" h="382904">
                  <a:moveTo>
                    <a:pt x="350520" y="181356"/>
                  </a:moveTo>
                  <a:lnTo>
                    <a:pt x="350520" y="156972"/>
                  </a:lnTo>
                  <a:lnTo>
                    <a:pt x="374412" y="156972"/>
                  </a:lnTo>
                  <a:lnTo>
                    <a:pt x="374904" y="170688"/>
                  </a:lnTo>
                  <a:lnTo>
                    <a:pt x="350520" y="181356"/>
                  </a:lnTo>
                  <a:close/>
                </a:path>
                <a:path w="408940" h="382904">
                  <a:moveTo>
                    <a:pt x="405341" y="345948"/>
                  </a:moveTo>
                  <a:lnTo>
                    <a:pt x="362712" y="345948"/>
                  </a:lnTo>
                  <a:lnTo>
                    <a:pt x="368808" y="341376"/>
                  </a:lnTo>
                  <a:lnTo>
                    <a:pt x="371856" y="329184"/>
                  </a:lnTo>
                  <a:lnTo>
                    <a:pt x="372976" y="318516"/>
                  </a:lnTo>
                  <a:lnTo>
                    <a:pt x="374142" y="303847"/>
                  </a:lnTo>
                  <a:lnTo>
                    <a:pt x="375285" y="285678"/>
                  </a:lnTo>
                  <a:lnTo>
                    <a:pt x="376428" y="263652"/>
                  </a:lnTo>
                  <a:lnTo>
                    <a:pt x="385572" y="263652"/>
                  </a:lnTo>
                  <a:lnTo>
                    <a:pt x="387500" y="308229"/>
                  </a:lnTo>
                  <a:lnTo>
                    <a:pt x="408432" y="341376"/>
                  </a:lnTo>
                  <a:lnTo>
                    <a:pt x="405341" y="345948"/>
                  </a:lnTo>
                  <a:close/>
                </a:path>
                <a:path w="408940" h="382904">
                  <a:moveTo>
                    <a:pt x="15240" y="36576"/>
                  </a:moveTo>
                  <a:lnTo>
                    <a:pt x="0" y="21336"/>
                  </a:lnTo>
                  <a:lnTo>
                    <a:pt x="175260" y="21336"/>
                  </a:lnTo>
                  <a:lnTo>
                    <a:pt x="196596" y="0"/>
                  </a:lnTo>
                  <a:lnTo>
                    <a:pt x="224028" y="32004"/>
                  </a:lnTo>
                  <a:lnTo>
                    <a:pt x="56388" y="32004"/>
                  </a:lnTo>
                  <a:lnTo>
                    <a:pt x="45243" y="32289"/>
                  </a:lnTo>
                  <a:lnTo>
                    <a:pt x="34671" y="33147"/>
                  </a:lnTo>
                  <a:lnTo>
                    <a:pt x="24669" y="34575"/>
                  </a:lnTo>
                  <a:lnTo>
                    <a:pt x="15240" y="36576"/>
                  </a:lnTo>
                  <a:close/>
                </a:path>
                <a:path w="408940" h="382904">
                  <a:moveTo>
                    <a:pt x="100584" y="86868"/>
                  </a:moveTo>
                  <a:lnTo>
                    <a:pt x="79248" y="86868"/>
                  </a:lnTo>
                  <a:lnTo>
                    <a:pt x="79248" y="32004"/>
                  </a:lnTo>
                  <a:lnTo>
                    <a:pt x="100584" y="32004"/>
                  </a:lnTo>
                  <a:lnTo>
                    <a:pt x="100584" y="86868"/>
                  </a:lnTo>
                  <a:close/>
                </a:path>
                <a:path w="408940" h="382904">
                  <a:moveTo>
                    <a:pt x="144780" y="86868"/>
                  </a:moveTo>
                  <a:lnTo>
                    <a:pt x="124968" y="86868"/>
                  </a:lnTo>
                  <a:lnTo>
                    <a:pt x="124968" y="32004"/>
                  </a:lnTo>
                  <a:lnTo>
                    <a:pt x="144780" y="32004"/>
                  </a:lnTo>
                  <a:lnTo>
                    <a:pt x="144780" y="86868"/>
                  </a:lnTo>
                  <a:close/>
                </a:path>
                <a:path w="408940" h="382904">
                  <a:moveTo>
                    <a:pt x="203345" y="86868"/>
                  </a:moveTo>
                  <a:lnTo>
                    <a:pt x="173736" y="86868"/>
                  </a:lnTo>
                  <a:lnTo>
                    <a:pt x="185928" y="71628"/>
                  </a:lnTo>
                  <a:lnTo>
                    <a:pt x="203345" y="86868"/>
                  </a:lnTo>
                  <a:close/>
                </a:path>
                <a:path w="408940" h="382904">
                  <a:moveTo>
                    <a:pt x="25908" y="382524"/>
                  </a:moveTo>
                  <a:lnTo>
                    <a:pt x="26146" y="353139"/>
                  </a:lnTo>
                  <a:lnTo>
                    <a:pt x="26670" y="317754"/>
                  </a:lnTo>
                  <a:lnTo>
                    <a:pt x="27193" y="276653"/>
                  </a:lnTo>
                  <a:lnTo>
                    <a:pt x="27268" y="262128"/>
                  </a:lnTo>
                  <a:lnTo>
                    <a:pt x="27353" y="169545"/>
                  </a:lnTo>
                  <a:lnTo>
                    <a:pt x="27241" y="141351"/>
                  </a:lnTo>
                  <a:lnTo>
                    <a:pt x="26789" y="104536"/>
                  </a:lnTo>
                  <a:lnTo>
                    <a:pt x="25908" y="73152"/>
                  </a:lnTo>
                  <a:lnTo>
                    <a:pt x="50292" y="86868"/>
                  </a:lnTo>
                  <a:lnTo>
                    <a:pt x="203345" y="86868"/>
                  </a:lnTo>
                  <a:lnTo>
                    <a:pt x="210312" y="92964"/>
                  </a:lnTo>
                  <a:lnTo>
                    <a:pt x="205086" y="97536"/>
                  </a:lnTo>
                  <a:lnTo>
                    <a:pt x="50292" y="97536"/>
                  </a:lnTo>
                  <a:lnTo>
                    <a:pt x="50292" y="216407"/>
                  </a:lnTo>
                  <a:lnTo>
                    <a:pt x="61088" y="216407"/>
                  </a:lnTo>
                  <a:lnTo>
                    <a:pt x="50292" y="227076"/>
                  </a:lnTo>
                  <a:lnTo>
                    <a:pt x="50292" y="251459"/>
                  </a:lnTo>
                  <a:lnTo>
                    <a:pt x="198234" y="251459"/>
                  </a:lnTo>
                  <a:lnTo>
                    <a:pt x="198281" y="262128"/>
                  </a:lnTo>
                  <a:lnTo>
                    <a:pt x="50292" y="262128"/>
                  </a:lnTo>
                  <a:lnTo>
                    <a:pt x="50292" y="327660"/>
                  </a:lnTo>
                  <a:lnTo>
                    <a:pt x="198749" y="327660"/>
                  </a:lnTo>
                  <a:lnTo>
                    <a:pt x="198868" y="338328"/>
                  </a:lnTo>
                  <a:lnTo>
                    <a:pt x="50292" y="338328"/>
                  </a:lnTo>
                  <a:lnTo>
                    <a:pt x="50292" y="374904"/>
                  </a:lnTo>
                  <a:lnTo>
                    <a:pt x="25908" y="382524"/>
                  </a:lnTo>
                  <a:close/>
                </a:path>
                <a:path w="408940" h="382904">
                  <a:moveTo>
                    <a:pt x="61088" y="216407"/>
                  </a:moveTo>
                  <a:lnTo>
                    <a:pt x="50292" y="216407"/>
                  </a:lnTo>
                  <a:lnTo>
                    <a:pt x="63174" y="196119"/>
                  </a:lnTo>
                  <a:lnTo>
                    <a:pt x="72199" y="169545"/>
                  </a:lnTo>
                  <a:lnTo>
                    <a:pt x="77509" y="136683"/>
                  </a:lnTo>
                  <a:lnTo>
                    <a:pt x="79248" y="97536"/>
                  </a:lnTo>
                  <a:lnTo>
                    <a:pt x="100584" y="97536"/>
                  </a:lnTo>
                  <a:lnTo>
                    <a:pt x="97440" y="140708"/>
                  </a:lnTo>
                  <a:lnTo>
                    <a:pt x="88011" y="176593"/>
                  </a:lnTo>
                  <a:lnTo>
                    <a:pt x="72294" y="205335"/>
                  </a:lnTo>
                  <a:lnTo>
                    <a:pt x="61088" y="216407"/>
                  </a:lnTo>
                  <a:close/>
                </a:path>
                <a:path w="408940" h="382904">
                  <a:moveTo>
                    <a:pt x="198234" y="251459"/>
                  </a:moveTo>
                  <a:lnTo>
                    <a:pt x="175260" y="251459"/>
                  </a:lnTo>
                  <a:lnTo>
                    <a:pt x="175260" y="213359"/>
                  </a:lnTo>
                  <a:lnTo>
                    <a:pt x="150876" y="213359"/>
                  </a:lnTo>
                  <a:lnTo>
                    <a:pt x="138898" y="211645"/>
                  </a:lnTo>
                  <a:lnTo>
                    <a:pt x="130492" y="206502"/>
                  </a:lnTo>
                  <a:lnTo>
                    <a:pt x="125801" y="197929"/>
                  </a:lnTo>
                  <a:lnTo>
                    <a:pt x="124968" y="185928"/>
                  </a:lnTo>
                  <a:lnTo>
                    <a:pt x="124968" y="97536"/>
                  </a:lnTo>
                  <a:lnTo>
                    <a:pt x="144780" y="97536"/>
                  </a:lnTo>
                  <a:lnTo>
                    <a:pt x="144780" y="188976"/>
                  </a:lnTo>
                  <a:lnTo>
                    <a:pt x="149352" y="193548"/>
                  </a:lnTo>
                  <a:lnTo>
                    <a:pt x="198147" y="193548"/>
                  </a:lnTo>
                  <a:lnTo>
                    <a:pt x="198234" y="251459"/>
                  </a:lnTo>
                  <a:close/>
                </a:path>
                <a:path w="408940" h="382904">
                  <a:moveTo>
                    <a:pt x="198147" y="193548"/>
                  </a:moveTo>
                  <a:lnTo>
                    <a:pt x="175260" y="193548"/>
                  </a:lnTo>
                  <a:lnTo>
                    <a:pt x="175260" y="97536"/>
                  </a:lnTo>
                  <a:lnTo>
                    <a:pt x="205086" y="97536"/>
                  </a:lnTo>
                  <a:lnTo>
                    <a:pt x="198120" y="103632"/>
                  </a:lnTo>
                  <a:lnTo>
                    <a:pt x="198147" y="193548"/>
                  </a:lnTo>
                  <a:close/>
                </a:path>
                <a:path w="408940" h="382904">
                  <a:moveTo>
                    <a:pt x="198749" y="327660"/>
                  </a:moveTo>
                  <a:lnTo>
                    <a:pt x="175260" y="327660"/>
                  </a:lnTo>
                  <a:lnTo>
                    <a:pt x="175260" y="262128"/>
                  </a:lnTo>
                  <a:lnTo>
                    <a:pt x="198281" y="262128"/>
                  </a:lnTo>
                  <a:lnTo>
                    <a:pt x="198449" y="300703"/>
                  </a:lnTo>
                  <a:lnTo>
                    <a:pt x="198749" y="327660"/>
                  </a:lnTo>
                  <a:close/>
                </a:path>
                <a:path w="408940" h="382904">
                  <a:moveTo>
                    <a:pt x="175260" y="381000"/>
                  </a:moveTo>
                  <a:lnTo>
                    <a:pt x="175260" y="338328"/>
                  </a:lnTo>
                  <a:lnTo>
                    <a:pt x="198868" y="338328"/>
                  </a:lnTo>
                  <a:lnTo>
                    <a:pt x="198900" y="341229"/>
                  </a:lnTo>
                  <a:lnTo>
                    <a:pt x="199644" y="368808"/>
                  </a:lnTo>
                  <a:lnTo>
                    <a:pt x="175260" y="38100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" name="object 43"/>
            <p:cNvSpPr/>
            <p:nvPr/>
          </p:nvSpPr>
          <p:spPr>
            <a:xfrm>
              <a:off x="7958327" y="4957571"/>
              <a:ext cx="182880" cy="360045"/>
            </a:xfrm>
            <a:custGeom>
              <a:avLst/>
              <a:gdLst/>
              <a:ahLst/>
              <a:cxnLst/>
              <a:rect l="l" t="t" r="r" b="b"/>
              <a:pathLst>
                <a:path w="182879" h="360045">
                  <a:moveTo>
                    <a:pt x="147827" y="30480"/>
                  </a:moveTo>
                  <a:lnTo>
                    <a:pt x="147851" y="73080"/>
                  </a:lnTo>
                  <a:lnTo>
                    <a:pt x="148018" y="109537"/>
                  </a:lnTo>
                  <a:lnTo>
                    <a:pt x="148470" y="139993"/>
                  </a:lnTo>
                  <a:lnTo>
                    <a:pt x="149351" y="164592"/>
                  </a:lnTo>
                  <a:lnTo>
                    <a:pt x="124967" y="175260"/>
                  </a:lnTo>
                  <a:lnTo>
                    <a:pt x="124967" y="150876"/>
                  </a:lnTo>
                  <a:lnTo>
                    <a:pt x="30479" y="150876"/>
                  </a:lnTo>
                  <a:lnTo>
                    <a:pt x="30479" y="310896"/>
                  </a:lnTo>
                  <a:lnTo>
                    <a:pt x="32432" y="324635"/>
                  </a:lnTo>
                  <a:lnTo>
                    <a:pt x="38099" y="333946"/>
                  </a:lnTo>
                  <a:lnTo>
                    <a:pt x="47196" y="338970"/>
                  </a:lnTo>
                  <a:lnTo>
                    <a:pt x="59435" y="339852"/>
                  </a:lnTo>
                  <a:lnTo>
                    <a:pt x="128015" y="339852"/>
                  </a:lnTo>
                  <a:lnTo>
                    <a:pt x="137159" y="339852"/>
                  </a:lnTo>
                  <a:lnTo>
                    <a:pt x="148589" y="297751"/>
                  </a:lnTo>
                  <a:lnTo>
                    <a:pt x="150875" y="257556"/>
                  </a:lnTo>
                  <a:lnTo>
                    <a:pt x="160019" y="257556"/>
                  </a:lnTo>
                  <a:lnTo>
                    <a:pt x="161948" y="302133"/>
                  </a:lnTo>
                  <a:lnTo>
                    <a:pt x="182879" y="335280"/>
                  </a:lnTo>
                  <a:lnTo>
                    <a:pt x="175379" y="346376"/>
                  </a:lnTo>
                  <a:lnTo>
                    <a:pt x="166306" y="354329"/>
                  </a:lnTo>
                  <a:lnTo>
                    <a:pt x="155233" y="358854"/>
                  </a:lnTo>
                  <a:lnTo>
                    <a:pt x="141731" y="359664"/>
                  </a:lnTo>
                  <a:lnTo>
                    <a:pt x="51815" y="359664"/>
                  </a:lnTo>
                  <a:lnTo>
                    <a:pt x="10882" y="337375"/>
                  </a:lnTo>
                  <a:lnTo>
                    <a:pt x="8882" y="249054"/>
                  </a:lnTo>
                  <a:lnTo>
                    <a:pt x="8191" y="193738"/>
                  </a:lnTo>
                  <a:lnTo>
                    <a:pt x="7215" y="152423"/>
                  </a:lnTo>
                  <a:lnTo>
                    <a:pt x="6095" y="124968"/>
                  </a:lnTo>
                  <a:lnTo>
                    <a:pt x="30479" y="140208"/>
                  </a:lnTo>
                  <a:lnTo>
                    <a:pt x="124967" y="140208"/>
                  </a:lnTo>
                  <a:lnTo>
                    <a:pt x="124967" y="25908"/>
                  </a:lnTo>
                  <a:lnTo>
                    <a:pt x="57911" y="25908"/>
                  </a:lnTo>
                  <a:lnTo>
                    <a:pt x="46743" y="26193"/>
                  </a:lnTo>
                  <a:lnTo>
                    <a:pt x="36004" y="27051"/>
                  </a:lnTo>
                  <a:lnTo>
                    <a:pt x="25550" y="28479"/>
                  </a:lnTo>
                  <a:lnTo>
                    <a:pt x="15239" y="30480"/>
                  </a:lnTo>
                  <a:lnTo>
                    <a:pt x="0" y="15240"/>
                  </a:lnTo>
                  <a:lnTo>
                    <a:pt x="121919" y="15240"/>
                  </a:lnTo>
                  <a:lnTo>
                    <a:pt x="134111" y="0"/>
                  </a:lnTo>
                  <a:lnTo>
                    <a:pt x="160019" y="21336"/>
                  </a:lnTo>
                  <a:lnTo>
                    <a:pt x="147827" y="30480"/>
                  </a:lnTo>
                  <a:close/>
                </a:path>
              </a:pathLst>
            </a:custGeom>
            <a:ln w="1219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" name="object 44"/>
            <p:cNvSpPr/>
            <p:nvPr/>
          </p:nvSpPr>
          <p:spPr>
            <a:xfrm>
              <a:off x="7732776" y="4951475"/>
              <a:ext cx="224154" cy="382905"/>
            </a:xfrm>
            <a:custGeom>
              <a:avLst/>
              <a:gdLst/>
              <a:ahLst/>
              <a:cxnLst/>
              <a:rect l="l" t="t" r="r" b="b"/>
              <a:pathLst>
                <a:path w="224154" h="382904">
                  <a:moveTo>
                    <a:pt x="198119" y="103631"/>
                  </a:moveTo>
                  <a:lnTo>
                    <a:pt x="198132" y="181685"/>
                  </a:lnTo>
                  <a:lnTo>
                    <a:pt x="198217" y="247448"/>
                  </a:lnTo>
                  <a:lnTo>
                    <a:pt x="198449" y="300703"/>
                  </a:lnTo>
                  <a:lnTo>
                    <a:pt x="198900" y="341229"/>
                  </a:lnTo>
                  <a:lnTo>
                    <a:pt x="199643" y="368807"/>
                  </a:lnTo>
                  <a:lnTo>
                    <a:pt x="175259" y="381000"/>
                  </a:lnTo>
                  <a:lnTo>
                    <a:pt x="175259" y="338327"/>
                  </a:lnTo>
                  <a:lnTo>
                    <a:pt x="50291" y="338327"/>
                  </a:lnTo>
                  <a:lnTo>
                    <a:pt x="50291" y="374903"/>
                  </a:lnTo>
                  <a:lnTo>
                    <a:pt x="25907" y="382524"/>
                  </a:lnTo>
                  <a:lnTo>
                    <a:pt x="26146" y="353139"/>
                  </a:lnTo>
                  <a:lnTo>
                    <a:pt x="26669" y="317754"/>
                  </a:lnTo>
                  <a:lnTo>
                    <a:pt x="27193" y="276653"/>
                  </a:lnTo>
                  <a:lnTo>
                    <a:pt x="27431" y="230123"/>
                  </a:lnTo>
                  <a:lnTo>
                    <a:pt x="27408" y="183308"/>
                  </a:lnTo>
                  <a:lnTo>
                    <a:pt x="27241" y="141350"/>
                  </a:lnTo>
                  <a:lnTo>
                    <a:pt x="26789" y="104536"/>
                  </a:lnTo>
                  <a:lnTo>
                    <a:pt x="25907" y="73151"/>
                  </a:lnTo>
                  <a:lnTo>
                    <a:pt x="50291" y="86867"/>
                  </a:lnTo>
                  <a:lnTo>
                    <a:pt x="79247" y="86867"/>
                  </a:lnTo>
                  <a:lnTo>
                    <a:pt x="79247" y="32003"/>
                  </a:lnTo>
                  <a:lnTo>
                    <a:pt x="56387" y="32003"/>
                  </a:lnTo>
                  <a:lnTo>
                    <a:pt x="45243" y="32289"/>
                  </a:lnTo>
                  <a:lnTo>
                    <a:pt x="34670" y="33146"/>
                  </a:lnTo>
                  <a:lnTo>
                    <a:pt x="24669" y="34575"/>
                  </a:lnTo>
                  <a:lnTo>
                    <a:pt x="15239" y="36575"/>
                  </a:lnTo>
                  <a:lnTo>
                    <a:pt x="0" y="21335"/>
                  </a:lnTo>
                  <a:lnTo>
                    <a:pt x="175259" y="21335"/>
                  </a:lnTo>
                  <a:lnTo>
                    <a:pt x="196595" y="0"/>
                  </a:lnTo>
                  <a:lnTo>
                    <a:pt x="224027" y="32003"/>
                  </a:lnTo>
                  <a:lnTo>
                    <a:pt x="144779" y="32003"/>
                  </a:lnTo>
                  <a:lnTo>
                    <a:pt x="144779" y="86867"/>
                  </a:lnTo>
                  <a:lnTo>
                    <a:pt x="173735" y="86867"/>
                  </a:lnTo>
                  <a:lnTo>
                    <a:pt x="185927" y="71627"/>
                  </a:lnTo>
                  <a:lnTo>
                    <a:pt x="210311" y="92963"/>
                  </a:lnTo>
                  <a:lnTo>
                    <a:pt x="198119" y="103631"/>
                  </a:lnTo>
                  <a:close/>
                </a:path>
              </a:pathLst>
            </a:custGeom>
            <a:ln w="1219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45" name="object 45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7776972" y="4977383"/>
              <a:ext cx="137160" cy="307847"/>
            </a:xfrm>
            <a:prstGeom prst="rect">
              <a:avLst/>
            </a:prstGeom>
          </p:spPr>
        </p:pic>
      </p:grpSp>
      <p:sp>
        <p:nvSpPr>
          <p:cNvPr id="46" name="object 46"/>
          <p:cNvSpPr/>
          <p:nvPr/>
        </p:nvSpPr>
        <p:spPr>
          <a:xfrm>
            <a:off x="8225028" y="4978146"/>
            <a:ext cx="148590" cy="293370"/>
          </a:xfrm>
          <a:custGeom>
            <a:avLst/>
            <a:gdLst/>
            <a:ahLst/>
            <a:cxnLst/>
            <a:rect l="l" t="t" r="r" b="b"/>
            <a:pathLst>
              <a:path w="148590" h="293370">
                <a:moveTo>
                  <a:pt x="25908" y="89154"/>
                </a:moveTo>
                <a:lnTo>
                  <a:pt x="13716" y="89154"/>
                </a:lnTo>
                <a:lnTo>
                  <a:pt x="9144" y="86106"/>
                </a:lnTo>
                <a:lnTo>
                  <a:pt x="4572" y="81534"/>
                </a:lnTo>
                <a:lnTo>
                  <a:pt x="0" y="75438"/>
                </a:lnTo>
                <a:lnTo>
                  <a:pt x="0" y="67818"/>
                </a:lnTo>
                <a:lnTo>
                  <a:pt x="12668" y="31646"/>
                </a:lnTo>
                <a:lnTo>
                  <a:pt x="47244" y="5405"/>
                </a:lnTo>
                <a:lnTo>
                  <a:pt x="76009" y="0"/>
                </a:lnTo>
                <a:lnTo>
                  <a:pt x="85320" y="571"/>
                </a:lnTo>
                <a:lnTo>
                  <a:pt x="94488" y="2286"/>
                </a:lnTo>
                <a:lnTo>
                  <a:pt x="103870" y="4548"/>
                </a:lnTo>
                <a:lnTo>
                  <a:pt x="113538" y="8953"/>
                </a:lnTo>
                <a:lnTo>
                  <a:pt x="117275" y="11430"/>
                </a:lnTo>
                <a:lnTo>
                  <a:pt x="73152" y="11430"/>
                </a:lnTo>
                <a:lnTo>
                  <a:pt x="63174" y="12287"/>
                </a:lnTo>
                <a:lnTo>
                  <a:pt x="28956" y="32766"/>
                </a:lnTo>
                <a:lnTo>
                  <a:pt x="22860" y="44958"/>
                </a:lnTo>
                <a:lnTo>
                  <a:pt x="21336" y="49530"/>
                </a:lnTo>
                <a:lnTo>
                  <a:pt x="24384" y="52578"/>
                </a:lnTo>
                <a:lnTo>
                  <a:pt x="30480" y="55626"/>
                </a:lnTo>
                <a:lnTo>
                  <a:pt x="35052" y="58674"/>
                </a:lnTo>
                <a:lnTo>
                  <a:pt x="36576" y="63246"/>
                </a:lnTo>
                <a:lnTo>
                  <a:pt x="36576" y="75438"/>
                </a:lnTo>
                <a:lnTo>
                  <a:pt x="35052" y="80010"/>
                </a:lnTo>
                <a:lnTo>
                  <a:pt x="32004" y="83058"/>
                </a:lnTo>
                <a:lnTo>
                  <a:pt x="28956" y="87630"/>
                </a:lnTo>
                <a:lnTo>
                  <a:pt x="25908" y="89154"/>
                </a:lnTo>
                <a:close/>
              </a:path>
              <a:path w="148590" h="293370">
                <a:moveTo>
                  <a:pt x="74676" y="211074"/>
                </a:moveTo>
                <a:lnTo>
                  <a:pt x="69556" y="207335"/>
                </a:lnTo>
                <a:lnTo>
                  <a:pt x="65722" y="200596"/>
                </a:lnTo>
                <a:lnTo>
                  <a:pt x="63317" y="190714"/>
                </a:lnTo>
                <a:lnTo>
                  <a:pt x="62484" y="177546"/>
                </a:lnTo>
                <a:lnTo>
                  <a:pt x="64174" y="162687"/>
                </a:lnTo>
                <a:lnTo>
                  <a:pt x="69151" y="147828"/>
                </a:lnTo>
                <a:lnTo>
                  <a:pt x="77271" y="132969"/>
                </a:lnTo>
                <a:lnTo>
                  <a:pt x="88392" y="118110"/>
                </a:lnTo>
                <a:lnTo>
                  <a:pt x="99560" y="104060"/>
                </a:lnTo>
                <a:lnTo>
                  <a:pt x="108013" y="91440"/>
                </a:lnTo>
                <a:lnTo>
                  <a:pt x="113895" y="79962"/>
                </a:lnTo>
                <a:lnTo>
                  <a:pt x="117348" y="69342"/>
                </a:lnTo>
                <a:lnTo>
                  <a:pt x="117609" y="59959"/>
                </a:lnTo>
                <a:lnTo>
                  <a:pt x="116014" y="50292"/>
                </a:lnTo>
                <a:lnTo>
                  <a:pt x="91059" y="16192"/>
                </a:lnTo>
                <a:lnTo>
                  <a:pt x="73152" y="11430"/>
                </a:lnTo>
                <a:lnTo>
                  <a:pt x="117275" y="11430"/>
                </a:lnTo>
                <a:lnTo>
                  <a:pt x="145923" y="44196"/>
                </a:lnTo>
                <a:lnTo>
                  <a:pt x="148326" y="55626"/>
                </a:lnTo>
                <a:lnTo>
                  <a:pt x="148269" y="59959"/>
                </a:lnTo>
                <a:lnTo>
                  <a:pt x="137731" y="97536"/>
                </a:lnTo>
                <a:lnTo>
                  <a:pt x="112776" y="125730"/>
                </a:lnTo>
                <a:lnTo>
                  <a:pt x="98464" y="142065"/>
                </a:lnTo>
                <a:lnTo>
                  <a:pt x="87439" y="161544"/>
                </a:lnTo>
                <a:lnTo>
                  <a:pt x="79557" y="184451"/>
                </a:lnTo>
                <a:lnTo>
                  <a:pt x="74676" y="211074"/>
                </a:lnTo>
                <a:close/>
              </a:path>
              <a:path w="148590" h="293370">
                <a:moveTo>
                  <a:pt x="76200" y="293370"/>
                </a:moveTo>
                <a:lnTo>
                  <a:pt x="67056" y="293370"/>
                </a:lnTo>
                <a:lnTo>
                  <a:pt x="60960" y="291846"/>
                </a:lnTo>
                <a:lnTo>
                  <a:pt x="42386" y="256746"/>
                </a:lnTo>
                <a:lnTo>
                  <a:pt x="43815" y="249936"/>
                </a:lnTo>
                <a:lnTo>
                  <a:pt x="46958" y="244268"/>
                </a:lnTo>
                <a:lnTo>
                  <a:pt x="51816" y="240030"/>
                </a:lnTo>
                <a:lnTo>
                  <a:pt x="67056" y="232410"/>
                </a:lnTo>
                <a:lnTo>
                  <a:pt x="76200" y="232410"/>
                </a:lnTo>
                <a:lnTo>
                  <a:pt x="82296" y="235458"/>
                </a:lnTo>
                <a:lnTo>
                  <a:pt x="89916" y="238506"/>
                </a:lnTo>
                <a:lnTo>
                  <a:pt x="95035" y="242530"/>
                </a:lnTo>
                <a:lnTo>
                  <a:pt x="98869" y="247840"/>
                </a:lnTo>
                <a:lnTo>
                  <a:pt x="101274" y="254579"/>
                </a:lnTo>
                <a:lnTo>
                  <a:pt x="102108" y="262890"/>
                </a:lnTo>
                <a:lnTo>
                  <a:pt x="101512" y="270557"/>
                </a:lnTo>
                <a:lnTo>
                  <a:pt x="99631" y="277368"/>
                </a:lnTo>
                <a:lnTo>
                  <a:pt x="96321" y="283035"/>
                </a:lnTo>
                <a:lnTo>
                  <a:pt x="91440" y="287273"/>
                </a:lnTo>
                <a:lnTo>
                  <a:pt x="82296" y="291846"/>
                </a:lnTo>
                <a:lnTo>
                  <a:pt x="76200" y="29337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pic>
        <p:nvPicPr>
          <p:cNvPr id="47" name="object 47"/>
          <p:cNvPicPr/>
          <p:nvPr/>
        </p:nvPicPr>
        <p:blipFill>
          <a:blip r:embed="rId5" cstate="print"/>
          <a:stretch>
            <a:fillRect/>
          </a:stretch>
        </p:blipFill>
        <p:spPr>
          <a:xfrm>
            <a:off x="1748027" y="5736335"/>
            <a:ext cx="181355" cy="172212"/>
          </a:xfrm>
          <a:prstGeom prst="rect">
            <a:avLst/>
          </a:prstGeom>
        </p:spPr>
      </p:pic>
      <p:sp>
        <p:nvSpPr>
          <p:cNvPr id="48" name="object 48"/>
          <p:cNvSpPr/>
          <p:nvPr/>
        </p:nvSpPr>
        <p:spPr>
          <a:xfrm>
            <a:off x="2130551" y="5582411"/>
            <a:ext cx="398145" cy="394970"/>
          </a:xfrm>
          <a:custGeom>
            <a:avLst/>
            <a:gdLst/>
            <a:ahLst/>
            <a:cxnLst/>
            <a:rect l="l" t="t" r="r" b="b"/>
            <a:pathLst>
              <a:path w="398144" h="394970">
                <a:moveTo>
                  <a:pt x="308457" y="18288"/>
                </a:moveTo>
                <a:lnTo>
                  <a:pt x="271272" y="18288"/>
                </a:lnTo>
                <a:lnTo>
                  <a:pt x="286512" y="0"/>
                </a:lnTo>
                <a:lnTo>
                  <a:pt x="308457" y="18288"/>
                </a:lnTo>
                <a:close/>
              </a:path>
              <a:path w="398144" h="394970">
                <a:moveTo>
                  <a:pt x="97536" y="176784"/>
                </a:moveTo>
                <a:lnTo>
                  <a:pt x="98417" y="155305"/>
                </a:lnTo>
                <a:lnTo>
                  <a:pt x="98869" y="134112"/>
                </a:lnTo>
                <a:lnTo>
                  <a:pt x="99022" y="114681"/>
                </a:lnTo>
                <a:lnTo>
                  <a:pt x="99036" y="69675"/>
                </a:lnTo>
                <a:lnTo>
                  <a:pt x="98869" y="47625"/>
                </a:lnTo>
                <a:lnTo>
                  <a:pt x="98417" y="25003"/>
                </a:lnTo>
                <a:lnTo>
                  <a:pt x="97536" y="1524"/>
                </a:lnTo>
                <a:lnTo>
                  <a:pt x="124968" y="18288"/>
                </a:lnTo>
                <a:lnTo>
                  <a:pt x="308457" y="18288"/>
                </a:lnTo>
                <a:lnTo>
                  <a:pt x="313944" y="22860"/>
                </a:lnTo>
                <a:lnTo>
                  <a:pt x="308229" y="27432"/>
                </a:lnTo>
                <a:lnTo>
                  <a:pt x="123444" y="27432"/>
                </a:lnTo>
                <a:lnTo>
                  <a:pt x="123444" y="77724"/>
                </a:lnTo>
                <a:lnTo>
                  <a:pt x="298727" y="77724"/>
                </a:lnTo>
                <a:lnTo>
                  <a:pt x="298771" y="88392"/>
                </a:lnTo>
                <a:lnTo>
                  <a:pt x="123444" y="88392"/>
                </a:lnTo>
                <a:lnTo>
                  <a:pt x="123444" y="140208"/>
                </a:lnTo>
                <a:lnTo>
                  <a:pt x="299320" y="140208"/>
                </a:lnTo>
                <a:lnTo>
                  <a:pt x="299346" y="141779"/>
                </a:lnTo>
                <a:lnTo>
                  <a:pt x="299786" y="150876"/>
                </a:lnTo>
                <a:lnTo>
                  <a:pt x="123444" y="150876"/>
                </a:lnTo>
                <a:lnTo>
                  <a:pt x="123444" y="167640"/>
                </a:lnTo>
                <a:lnTo>
                  <a:pt x="97536" y="176784"/>
                </a:lnTo>
                <a:close/>
              </a:path>
              <a:path w="398144" h="394970">
                <a:moveTo>
                  <a:pt x="298727" y="77724"/>
                </a:moveTo>
                <a:lnTo>
                  <a:pt x="274320" y="77724"/>
                </a:lnTo>
                <a:lnTo>
                  <a:pt x="274320" y="27432"/>
                </a:lnTo>
                <a:lnTo>
                  <a:pt x="308229" y="27432"/>
                </a:lnTo>
                <a:lnTo>
                  <a:pt x="298704" y="35052"/>
                </a:lnTo>
                <a:lnTo>
                  <a:pt x="298727" y="77724"/>
                </a:lnTo>
                <a:close/>
              </a:path>
              <a:path w="398144" h="394970">
                <a:moveTo>
                  <a:pt x="299320" y="140208"/>
                </a:moveTo>
                <a:lnTo>
                  <a:pt x="274320" y="140208"/>
                </a:lnTo>
                <a:lnTo>
                  <a:pt x="274320" y="88392"/>
                </a:lnTo>
                <a:lnTo>
                  <a:pt x="298771" y="88392"/>
                </a:lnTo>
                <a:lnTo>
                  <a:pt x="298894" y="114681"/>
                </a:lnTo>
                <a:lnTo>
                  <a:pt x="299320" y="140208"/>
                </a:lnTo>
                <a:close/>
              </a:path>
              <a:path w="398144" h="394970">
                <a:moveTo>
                  <a:pt x="274320" y="173736"/>
                </a:moveTo>
                <a:lnTo>
                  <a:pt x="274320" y="150876"/>
                </a:lnTo>
                <a:lnTo>
                  <a:pt x="299786" y="150876"/>
                </a:lnTo>
                <a:lnTo>
                  <a:pt x="300227" y="160020"/>
                </a:lnTo>
                <a:lnTo>
                  <a:pt x="274320" y="173736"/>
                </a:lnTo>
                <a:close/>
              </a:path>
              <a:path w="398144" h="394970">
                <a:moveTo>
                  <a:pt x="21336" y="211836"/>
                </a:moveTo>
                <a:lnTo>
                  <a:pt x="4572" y="196596"/>
                </a:lnTo>
                <a:lnTo>
                  <a:pt x="326136" y="196596"/>
                </a:lnTo>
                <a:lnTo>
                  <a:pt x="352044" y="170688"/>
                </a:lnTo>
                <a:lnTo>
                  <a:pt x="388620" y="207264"/>
                </a:lnTo>
                <a:lnTo>
                  <a:pt x="62484" y="207264"/>
                </a:lnTo>
                <a:lnTo>
                  <a:pt x="51339" y="207549"/>
                </a:lnTo>
                <a:lnTo>
                  <a:pt x="40767" y="208407"/>
                </a:lnTo>
                <a:lnTo>
                  <a:pt x="30765" y="209835"/>
                </a:lnTo>
                <a:lnTo>
                  <a:pt x="21336" y="211836"/>
                </a:lnTo>
                <a:close/>
              </a:path>
              <a:path w="398144" h="394970">
                <a:moveTo>
                  <a:pt x="213360" y="341376"/>
                </a:moveTo>
                <a:lnTo>
                  <a:pt x="188976" y="341376"/>
                </a:lnTo>
                <a:lnTo>
                  <a:pt x="188976" y="207264"/>
                </a:lnTo>
                <a:lnTo>
                  <a:pt x="213360" y="207264"/>
                </a:lnTo>
                <a:lnTo>
                  <a:pt x="213360" y="266699"/>
                </a:lnTo>
                <a:lnTo>
                  <a:pt x="350084" y="266699"/>
                </a:lnTo>
                <a:lnTo>
                  <a:pt x="359664" y="275844"/>
                </a:lnTo>
                <a:lnTo>
                  <a:pt x="213360" y="275844"/>
                </a:lnTo>
                <a:lnTo>
                  <a:pt x="213360" y="341376"/>
                </a:lnTo>
                <a:close/>
              </a:path>
              <a:path w="398144" h="394970">
                <a:moveTo>
                  <a:pt x="3048" y="394716"/>
                </a:moveTo>
                <a:lnTo>
                  <a:pt x="0" y="390144"/>
                </a:lnTo>
                <a:lnTo>
                  <a:pt x="34290" y="357211"/>
                </a:lnTo>
                <a:lnTo>
                  <a:pt x="61722" y="317563"/>
                </a:lnTo>
                <a:lnTo>
                  <a:pt x="82296" y="270771"/>
                </a:lnTo>
                <a:lnTo>
                  <a:pt x="96012" y="216408"/>
                </a:lnTo>
                <a:lnTo>
                  <a:pt x="134112" y="237744"/>
                </a:lnTo>
                <a:lnTo>
                  <a:pt x="109204" y="272510"/>
                </a:lnTo>
                <a:lnTo>
                  <a:pt x="105156" y="281940"/>
                </a:lnTo>
                <a:lnTo>
                  <a:pt x="113825" y="291084"/>
                </a:lnTo>
                <a:lnTo>
                  <a:pt x="100584" y="291084"/>
                </a:lnTo>
                <a:lnTo>
                  <a:pt x="82343" y="324850"/>
                </a:lnTo>
                <a:lnTo>
                  <a:pt x="59817" y="353187"/>
                </a:lnTo>
                <a:lnTo>
                  <a:pt x="33289" y="376380"/>
                </a:lnTo>
                <a:lnTo>
                  <a:pt x="3048" y="394716"/>
                </a:lnTo>
                <a:close/>
              </a:path>
              <a:path w="398144" h="394970">
                <a:moveTo>
                  <a:pt x="350084" y="266699"/>
                </a:moveTo>
                <a:lnTo>
                  <a:pt x="304800" y="266699"/>
                </a:lnTo>
                <a:lnTo>
                  <a:pt x="326136" y="243840"/>
                </a:lnTo>
                <a:lnTo>
                  <a:pt x="350084" y="266699"/>
                </a:lnTo>
                <a:close/>
              </a:path>
              <a:path w="398144" h="394970">
                <a:moveTo>
                  <a:pt x="362712" y="390144"/>
                </a:moveTo>
                <a:lnTo>
                  <a:pt x="315229" y="387310"/>
                </a:lnTo>
                <a:lnTo>
                  <a:pt x="275463" y="383476"/>
                </a:lnTo>
                <a:lnTo>
                  <a:pt x="217932" y="373380"/>
                </a:lnTo>
                <a:lnTo>
                  <a:pt x="178879" y="358330"/>
                </a:lnTo>
                <a:lnTo>
                  <a:pt x="135302" y="328374"/>
                </a:lnTo>
                <a:lnTo>
                  <a:pt x="100584" y="291084"/>
                </a:lnTo>
                <a:lnTo>
                  <a:pt x="113825" y="291084"/>
                </a:lnTo>
                <a:lnTo>
                  <a:pt x="121681" y="299370"/>
                </a:lnTo>
                <a:lnTo>
                  <a:pt x="141351" y="315087"/>
                </a:lnTo>
                <a:lnTo>
                  <a:pt x="163877" y="329088"/>
                </a:lnTo>
                <a:lnTo>
                  <a:pt x="188976" y="341376"/>
                </a:lnTo>
                <a:lnTo>
                  <a:pt x="213360" y="341376"/>
                </a:lnTo>
                <a:lnTo>
                  <a:pt x="213360" y="347472"/>
                </a:lnTo>
                <a:lnTo>
                  <a:pt x="230838" y="351472"/>
                </a:lnTo>
                <a:lnTo>
                  <a:pt x="251460" y="354330"/>
                </a:lnTo>
                <a:lnTo>
                  <a:pt x="275510" y="356044"/>
                </a:lnTo>
                <a:lnTo>
                  <a:pt x="330684" y="357211"/>
                </a:lnTo>
                <a:lnTo>
                  <a:pt x="397764" y="357211"/>
                </a:lnTo>
                <a:lnTo>
                  <a:pt x="397764" y="361188"/>
                </a:lnTo>
                <a:lnTo>
                  <a:pt x="383714" y="365498"/>
                </a:lnTo>
                <a:lnTo>
                  <a:pt x="373380" y="371665"/>
                </a:lnTo>
                <a:lnTo>
                  <a:pt x="366474" y="379833"/>
                </a:lnTo>
                <a:lnTo>
                  <a:pt x="362712" y="390144"/>
                </a:lnTo>
                <a:close/>
              </a:path>
              <a:path w="398144" h="394970">
                <a:moveTo>
                  <a:pt x="397764" y="357211"/>
                </a:moveTo>
                <a:lnTo>
                  <a:pt x="330684" y="357211"/>
                </a:lnTo>
                <a:lnTo>
                  <a:pt x="355663" y="356806"/>
                </a:lnTo>
                <a:lnTo>
                  <a:pt x="378071" y="355544"/>
                </a:lnTo>
                <a:lnTo>
                  <a:pt x="397764" y="353568"/>
                </a:lnTo>
                <a:lnTo>
                  <a:pt x="397764" y="35721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" name="object 49"/>
          <p:cNvSpPr/>
          <p:nvPr/>
        </p:nvSpPr>
        <p:spPr>
          <a:xfrm>
            <a:off x="2581656" y="5583936"/>
            <a:ext cx="379730" cy="401320"/>
          </a:xfrm>
          <a:custGeom>
            <a:avLst/>
            <a:gdLst/>
            <a:ahLst/>
            <a:cxnLst/>
            <a:rect l="l" t="t" r="r" b="b"/>
            <a:pathLst>
              <a:path w="379730" h="401320">
                <a:moveTo>
                  <a:pt x="28956" y="42672"/>
                </a:moveTo>
                <a:lnTo>
                  <a:pt x="12192" y="25908"/>
                </a:lnTo>
                <a:lnTo>
                  <a:pt x="316992" y="25908"/>
                </a:lnTo>
                <a:lnTo>
                  <a:pt x="342900" y="0"/>
                </a:lnTo>
                <a:lnTo>
                  <a:pt x="379476" y="36576"/>
                </a:lnTo>
                <a:lnTo>
                  <a:pt x="65532" y="36576"/>
                </a:lnTo>
                <a:lnTo>
                  <a:pt x="56388" y="36885"/>
                </a:lnTo>
                <a:lnTo>
                  <a:pt x="47243" y="37909"/>
                </a:lnTo>
                <a:lnTo>
                  <a:pt x="38100" y="39790"/>
                </a:lnTo>
                <a:lnTo>
                  <a:pt x="28956" y="42672"/>
                </a:lnTo>
                <a:close/>
              </a:path>
              <a:path w="379730" h="401320">
                <a:moveTo>
                  <a:pt x="3047" y="202692"/>
                </a:moveTo>
                <a:lnTo>
                  <a:pt x="0" y="195072"/>
                </a:lnTo>
                <a:lnTo>
                  <a:pt x="25741" y="180546"/>
                </a:lnTo>
                <a:lnTo>
                  <a:pt x="50482" y="164592"/>
                </a:lnTo>
                <a:lnTo>
                  <a:pt x="97536" y="129540"/>
                </a:lnTo>
                <a:lnTo>
                  <a:pt x="140970" y="87058"/>
                </a:lnTo>
                <a:lnTo>
                  <a:pt x="179832" y="36576"/>
                </a:lnTo>
                <a:lnTo>
                  <a:pt x="214884" y="36576"/>
                </a:lnTo>
                <a:lnTo>
                  <a:pt x="206597" y="44910"/>
                </a:lnTo>
                <a:lnTo>
                  <a:pt x="200025" y="51816"/>
                </a:lnTo>
                <a:lnTo>
                  <a:pt x="195167" y="57578"/>
                </a:lnTo>
                <a:lnTo>
                  <a:pt x="192024" y="62484"/>
                </a:lnTo>
                <a:lnTo>
                  <a:pt x="210866" y="74676"/>
                </a:lnTo>
                <a:lnTo>
                  <a:pt x="181356" y="74676"/>
                </a:lnTo>
                <a:lnTo>
                  <a:pt x="140589" y="119443"/>
                </a:lnTo>
                <a:lnTo>
                  <a:pt x="97536" y="153924"/>
                </a:lnTo>
                <a:lnTo>
                  <a:pt x="52006" y="180594"/>
                </a:lnTo>
                <a:lnTo>
                  <a:pt x="27884" y="192071"/>
                </a:lnTo>
                <a:lnTo>
                  <a:pt x="3047" y="202692"/>
                </a:lnTo>
                <a:close/>
              </a:path>
              <a:path w="379730" h="401320">
                <a:moveTo>
                  <a:pt x="178308" y="210312"/>
                </a:moveTo>
                <a:lnTo>
                  <a:pt x="180403" y="162687"/>
                </a:lnTo>
                <a:lnTo>
                  <a:pt x="181094" y="144732"/>
                </a:lnTo>
                <a:lnTo>
                  <a:pt x="181254" y="136350"/>
                </a:lnTo>
                <a:lnTo>
                  <a:pt x="181356" y="74676"/>
                </a:lnTo>
                <a:lnTo>
                  <a:pt x="210866" y="74676"/>
                </a:lnTo>
                <a:lnTo>
                  <a:pt x="217932" y="79248"/>
                </a:lnTo>
                <a:lnTo>
                  <a:pt x="205740" y="88392"/>
                </a:lnTo>
                <a:lnTo>
                  <a:pt x="205844" y="173736"/>
                </a:lnTo>
                <a:lnTo>
                  <a:pt x="205930" y="179070"/>
                </a:lnTo>
                <a:lnTo>
                  <a:pt x="206382" y="189357"/>
                </a:lnTo>
                <a:lnTo>
                  <a:pt x="207264" y="199644"/>
                </a:lnTo>
                <a:lnTo>
                  <a:pt x="178308" y="210312"/>
                </a:lnTo>
                <a:close/>
              </a:path>
              <a:path w="379730" h="401320">
                <a:moveTo>
                  <a:pt x="371856" y="196596"/>
                </a:moveTo>
                <a:lnTo>
                  <a:pt x="365760" y="196596"/>
                </a:lnTo>
                <a:lnTo>
                  <a:pt x="361188" y="193548"/>
                </a:lnTo>
                <a:lnTo>
                  <a:pt x="356616" y="187452"/>
                </a:lnTo>
                <a:lnTo>
                  <a:pt x="347733" y="178903"/>
                </a:lnTo>
                <a:lnTo>
                  <a:pt x="309372" y="147828"/>
                </a:lnTo>
                <a:lnTo>
                  <a:pt x="274129" y="124587"/>
                </a:lnTo>
                <a:lnTo>
                  <a:pt x="228600" y="99060"/>
                </a:lnTo>
                <a:lnTo>
                  <a:pt x="230124" y="92964"/>
                </a:lnTo>
                <a:lnTo>
                  <a:pt x="285869" y="113252"/>
                </a:lnTo>
                <a:lnTo>
                  <a:pt x="327469" y="130683"/>
                </a:lnTo>
                <a:lnTo>
                  <a:pt x="368808" y="156972"/>
                </a:lnTo>
                <a:lnTo>
                  <a:pt x="378235" y="180594"/>
                </a:lnTo>
                <a:lnTo>
                  <a:pt x="377952" y="185928"/>
                </a:lnTo>
                <a:lnTo>
                  <a:pt x="374904" y="193548"/>
                </a:lnTo>
                <a:lnTo>
                  <a:pt x="371856" y="196596"/>
                </a:lnTo>
                <a:close/>
              </a:path>
              <a:path w="379730" h="401320">
                <a:moveTo>
                  <a:pt x="325755" y="228600"/>
                </a:moveTo>
                <a:lnTo>
                  <a:pt x="288036" y="228600"/>
                </a:lnTo>
                <a:lnTo>
                  <a:pt x="306324" y="210312"/>
                </a:lnTo>
                <a:lnTo>
                  <a:pt x="325755" y="228600"/>
                </a:lnTo>
                <a:close/>
              </a:path>
              <a:path w="379730" h="401320">
                <a:moveTo>
                  <a:pt x="79248" y="400812"/>
                </a:moveTo>
                <a:lnTo>
                  <a:pt x="79486" y="377047"/>
                </a:lnTo>
                <a:lnTo>
                  <a:pt x="80533" y="330088"/>
                </a:lnTo>
                <a:lnTo>
                  <a:pt x="80772" y="306323"/>
                </a:lnTo>
                <a:lnTo>
                  <a:pt x="80581" y="259080"/>
                </a:lnTo>
                <a:lnTo>
                  <a:pt x="79248" y="211836"/>
                </a:lnTo>
                <a:lnTo>
                  <a:pt x="106680" y="228600"/>
                </a:lnTo>
                <a:lnTo>
                  <a:pt x="325755" y="228600"/>
                </a:lnTo>
                <a:lnTo>
                  <a:pt x="332232" y="234696"/>
                </a:lnTo>
                <a:lnTo>
                  <a:pt x="326353" y="239268"/>
                </a:lnTo>
                <a:lnTo>
                  <a:pt x="106680" y="239268"/>
                </a:lnTo>
                <a:lnTo>
                  <a:pt x="106680" y="344424"/>
                </a:lnTo>
                <a:lnTo>
                  <a:pt x="318623" y="344424"/>
                </a:lnTo>
                <a:lnTo>
                  <a:pt x="318706" y="351663"/>
                </a:lnTo>
                <a:lnTo>
                  <a:pt x="318808" y="355092"/>
                </a:lnTo>
                <a:lnTo>
                  <a:pt x="106680" y="355092"/>
                </a:lnTo>
                <a:lnTo>
                  <a:pt x="106680" y="388620"/>
                </a:lnTo>
                <a:lnTo>
                  <a:pt x="79248" y="400812"/>
                </a:lnTo>
                <a:close/>
              </a:path>
              <a:path w="379730" h="401320">
                <a:moveTo>
                  <a:pt x="318623" y="344424"/>
                </a:moveTo>
                <a:lnTo>
                  <a:pt x="292608" y="344424"/>
                </a:lnTo>
                <a:lnTo>
                  <a:pt x="292608" y="239268"/>
                </a:lnTo>
                <a:lnTo>
                  <a:pt x="326353" y="239268"/>
                </a:lnTo>
                <a:lnTo>
                  <a:pt x="318516" y="245364"/>
                </a:lnTo>
                <a:lnTo>
                  <a:pt x="318623" y="344424"/>
                </a:lnTo>
                <a:close/>
              </a:path>
              <a:path w="379730" h="401320">
                <a:moveTo>
                  <a:pt x="292608" y="394716"/>
                </a:moveTo>
                <a:lnTo>
                  <a:pt x="292608" y="355092"/>
                </a:lnTo>
                <a:lnTo>
                  <a:pt x="318808" y="355092"/>
                </a:lnTo>
                <a:lnTo>
                  <a:pt x="319158" y="366807"/>
                </a:lnTo>
                <a:lnTo>
                  <a:pt x="320040" y="382524"/>
                </a:lnTo>
                <a:lnTo>
                  <a:pt x="292608" y="39471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" name="object 50"/>
          <p:cNvSpPr/>
          <p:nvPr/>
        </p:nvSpPr>
        <p:spPr>
          <a:xfrm>
            <a:off x="3009900" y="5573267"/>
            <a:ext cx="2009139" cy="413384"/>
          </a:xfrm>
          <a:custGeom>
            <a:avLst/>
            <a:gdLst/>
            <a:ahLst/>
            <a:cxnLst/>
            <a:rect l="l" t="t" r="r" b="b"/>
            <a:pathLst>
              <a:path w="2009139" h="413385">
                <a:moveTo>
                  <a:pt x="262128" y="204216"/>
                </a:moveTo>
                <a:lnTo>
                  <a:pt x="144780" y="204216"/>
                </a:lnTo>
                <a:lnTo>
                  <a:pt x="144780" y="242316"/>
                </a:lnTo>
                <a:lnTo>
                  <a:pt x="219456" y="242316"/>
                </a:lnTo>
                <a:lnTo>
                  <a:pt x="219456" y="326136"/>
                </a:lnTo>
                <a:lnTo>
                  <a:pt x="170688" y="335851"/>
                </a:lnTo>
                <a:lnTo>
                  <a:pt x="152400" y="336804"/>
                </a:lnTo>
                <a:lnTo>
                  <a:pt x="140347" y="336232"/>
                </a:lnTo>
                <a:lnTo>
                  <a:pt x="99098" y="322757"/>
                </a:lnTo>
                <a:lnTo>
                  <a:pt x="68122" y="293179"/>
                </a:lnTo>
                <a:lnTo>
                  <a:pt x="49568" y="248373"/>
                </a:lnTo>
                <a:lnTo>
                  <a:pt x="45720" y="204216"/>
                </a:lnTo>
                <a:lnTo>
                  <a:pt x="47447" y="176174"/>
                </a:lnTo>
                <a:lnTo>
                  <a:pt x="61785" y="129209"/>
                </a:lnTo>
                <a:lnTo>
                  <a:pt x="89763" y="94615"/>
                </a:lnTo>
                <a:lnTo>
                  <a:pt x="127393" y="76949"/>
                </a:lnTo>
                <a:lnTo>
                  <a:pt x="149352" y="74676"/>
                </a:lnTo>
                <a:lnTo>
                  <a:pt x="159346" y="74968"/>
                </a:lnTo>
                <a:lnTo>
                  <a:pt x="202311" y="84010"/>
                </a:lnTo>
                <a:lnTo>
                  <a:pt x="230314" y="97917"/>
                </a:lnTo>
                <a:lnTo>
                  <a:pt x="240792" y="103632"/>
                </a:lnTo>
                <a:lnTo>
                  <a:pt x="246888" y="108204"/>
                </a:lnTo>
                <a:lnTo>
                  <a:pt x="251460" y="112776"/>
                </a:lnTo>
                <a:lnTo>
                  <a:pt x="257556" y="117348"/>
                </a:lnTo>
                <a:lnTo>
                  <a:pt x="260604" y="117348"/>
                </a:lnTo>
                <a:lnTo>
                  <a:pt x="260604" y="65532"/>
                </a:lnTo>
                <a:lnTo>
                  <a:pt x="248412" y="59436"/>
                </a:lnTo>
                <a:lnTo>
                  <a:pt x="239268" y="56388"/>
                </a:lnTo>
                <a:lnTo>
                  <a:pt x="232664" y="53251"/>
                </a:lnTo>
                <a:lnTo>
                  <a:pt x="226504" y="50673"/>
                </a:lnTo>
                <a:lnTo>
                  <a:pt x="220611" y="48679"/>
                </a:lnTo>
                <a:lnTo>
                  <a:pt x="214884" y="47244"/>
                </a:lnTo>
                <a:lnTo>
                  <a:pt x="208000" y="45224"/>
                </a:lnTo>
                <a:lnTo>
                  <a:pt x="200977" y="43624"/>
                </a:lnTo>
                <a:lnTo>
                  <a:pt x="193662" y="42316"/>
                </a:lnTo>
                <a:lnTo>
                  <a:pt x="185928" y="41148"/>
                </a:lnTo>
                <a:lnTo>
                  <a:pt x="178803" y="39395"/>
                </a:lnTo>
                <a:lnTo>
                  <a:pt x="171259" y="38481"/>
                </a:lnTo>
                <a:lnTo>
                  <a:pt x="163423" y="38150"/>
                </a:lnTo>
                <a:lnTo>
                  <a:pt x="155448" y="38100"/>
                </a:lnTo>
                <a:lnTo>
                  <a:pt x="138582" y="38912"/>
                </a:lnTo>
                <a:lnTo>
                  <a:pt x="91440" y="48768"/>
                </a:lnTo>
                <a:lnTo>
                  <a:pt x="53289" y="72567"/>
                </a:lnTo>
                <a:lnTo>
                  <a:pt x="24574" y="106680"/>
                </a:lnTo>
                <a:lnTo>
                  <a:pt x="7061" y="151307"/>
                </a:lnTo>
                <a:lnTo>
                  <a:pt x="0" y="205740"/>
                </a:lnTo>
                <a:lnTo>
                  <a:pt x="825" y="225742"/>
                </a:lnTo>
                <a:lnTo>
                  <a:pt x="12192" y="278892"/>
                </a:lnTo>
                <a:lnTo>
                  <a:pt x="32969" y="320471"/>
                </a:lnTo>
                <a:lnTo>
                  <a:pt x="65341" y="350329"/>
                </a:lnTo>
                <a:lnTo>
                  <a:pt x="106337" y="367601"/>
                </a:lnTo>
                <a:lnTo>
                  <a:pt x="153924" y="373380"/>
                </a:lnTo>
                <a:lnTo>
                  <a:pt x="171069" y="373189"/>
                </a:lnTo>
                <a:lnTo>
                  <a:pt x="214884" y="364236"/>
                </a:lnTo>
                <a:lnTo>
                  <a:pt x="226504" y="359664"/>
                </a:lnTo>
                <a:lnTo>
                  <a:pt x="239268" y="355092"/>
                </a:lnTo>
                <a:lnTo>
                  <a:pt x="249936" y="352044"/>
                </a:lnTo>
                <a:lnTo>
                  <a:pt x="262128" y="345948"/>
                </a:lnTo>
                <a:lnTo>
                  <a:pt x="262128" y="204216"/>
                </a:lnTo>
                <a:close/>
              </a:path>
              <a:path w="2009139" h="413385">
                <a:moveTo>
                  <a:pt x="426707" y="205740"/>
                </a:moveTo>
                <a:lnTo>
                  <a:pt x="303263" y="205740"/>
                </a:lnTo>
                <a:lnTo>
                  <a:pt x="303263" y="245364"/>
                </a:lnTo>
                <a:lnTo>
                  <a:pt x="426707" y="245364"/>
                </a:lnTo>
                <a:lnTo>
                  <a:pt x="426707" y="205740"/>
                </a:lnTo>
                <a:close/>
              </a:path>
              <a:path w="2009139" h="413385">
                <a:moveTo>
                  <a:pt x="678180" y="275844"/>
                </a:moveTo>
                <a:lnTo>
                  <a:pt x="669175" y="234911"/>
                </a:lnTo>
                <a:lnTo>
                  <a:pt x="642556" y="205930"/>
                </a:lnTo>
                <a:lnTo>
                  <a:pt x="606996" y="191262"/>
                </a:lnTo>
                <a:lnTo>
                  <a:pt x="554494" y="178193"/>
                </a:lnTo>
                <a:lnTo>
                  <a:pt x="547116" y="176784"/>
                </a:lnTo>
                <a:lnTo>
                  <a:pt x="537413" y="173075"/>
                </a:lnTo>
                <a:lnTo>
                  <a:pt x="507682" y="144780"/>
                </a:lnTo>
                <a:lnTo>
                  <a:pt x="504444" y="126492"/>
                </a:lnTo>
                <a:lnTo>
                  <a:pt x="505815" y="115633"/>
                </a:lnTo>
                <a:lnTo>
                  <a:pt x="533984" y="83045"/>
                </a:lnTo>
                <a:lnTo>
                  <a:pt x="571500" y="74676"/>
                </a:lnTo>
                <a:lnTo>
                  <a:pt x="584949" y="75488"/>
                </a:lnTo>
                <a:lnTo>
                  <a:pt x="623316" y="85344"/>
                </a:lnTo>
                <a:lnTo>
                  <a:pt x="662940" y="109728"/>
                </a:lnTo>
                <a:lnTo>
                  <a:pt x="665988" y="109728"/>
                </a:lnTo>
                <a:lnTo>
                  <a:pt x="665988" y="59436"/>
                </a:lnTo>
                <a:lnTo>
                  <a:pt x="655408" y="54279"/>
                </a:lnTo>
                <a:lnTo>
                  <a:pt x="644271" y="50101"/>
                </a:lnTo>
                <a:lnTo>
                  <a:pt x="632548" y="46799"/>
                </a:lnTo>
                <a:lnTo>
                  <a:pt x="620268" y="44196"/>
                </a:lnTo>
                <a:lnTo>
                  <a:pt x="608330" y="41325"/>
                </a:lnTo>
                <a:lnTo>
                  <a:pt x="595693" y="39433"/>
                </a:lnTo>
                <a:lnTo>
                  <a:pt x="582752" y="38417"/>
                </a:lnTo>
                <a:lnTo>
                  <a:pt x="569976" y="38100"/>
                </a:lnTo>
                <a:lnTo>
                  <a:pt x="547090" y="39801"/>
                </a:lnTo>
                <a:lnTo>
                  <a:pt x="507606" y="52895"/>
                </a:lnTo>
                <a:lnTo>
                  <a:pt x="477596" y="78346"/>
                </a:lnTo>
                <a:lnTo>
                  <a:pt x="460248" y="131064"/>
                </a:lnTo>
                <a:lnTo>
                  <a:pt x="460552" y="139954"/>
                </a:lnTo>
                <a:lnTo>
                  <a:pt x="472821" y="177355"/>
                </a:lnTo>
                <a:lnTo>
                  <a:pt x="504444" y="207264"/>
                </a:lnTo>
                <a:lnTo>
                  <a:pt x="559130" y="224155"/>
                </a:lnTo>
                <a:lnTo>
                  <a:pt x="572262" y="226961"/>
                </a:lnTo>
                <a:lnTo>
                  <a:pt x="579120" y="228790"/>
                </a:lnTo>
                <a:lnTo>
                  <a:pt x="592836" y="233172"/>
                </a:lnTo>
                <a:lnTo>
                  <a:pt x="602526" y="236016"/>
                </a:lnTo>
                <a:lnTo>
                  <a:pt x="610933" y="239839"/>
                </a:lnTo>
                <a:lnTo>
                  <a:pt x="633171" y="273088"/>
                </a:lnTo>
                <a:lnTo>
                  <a:pt x="633984" y="281940"/>
                </a:lnTo>
                <a:lnTo>
                  <a:pt x="632841" y="293712"/>
                </a:lnTo>
                <a:lnTo>
                  <a:pt x="605409" y="327812"/>
                </a:lnTo>
                <a:lnTo>
                  <a:pt x="560832" y="336804"/>
                </a:lnTo>
                <a:lnTo>
                  <a:pt x="548233" y="335978"/>
                </a:lnTo>
                <a:lnTo>
                  <a:pt x="509016" y="324612"/>
                </a:lnTo>
                <a:lnTo>
                  <a:pt x="472363" y="303618"/>
                </a:lnTo>
                <a:lnTo>
                  <a:pt x="461772" y="294132"/>
                </a:lnTo>
                <a:lnTo>
                  <a:pt x="458724" y="294132"/>
                </a:lnTo>
                <a:lnTo>
                  <a:pt x="458724" y="347472"/>
                </a:lnTo>
                <a:lnTo>
                  <a:pt x="469290" y="352907"/>
                </a:lnTo>
                <a:lnTo>
                  <a:pt x="517588" y="368884"/>
                </a:lnTo>
                <a:lnTo>
                  <a:pt x="563880" y="373380"/>
                </a:lnTo>
                <a:lnTo>
                  <a:pt x="578167" y="372833"/>
                </a:lnTo>
                <a:lnTo>
                  <a:pt x="623290" y="361784"/>
                </a:lnTo>
                <a:lnTo>
                  <a:pt x="655764" y="337286"/>
                </a:lnTo>
                <a:lnTo>
                  <a:pt x="673671" y="303276"/>
                </a:lnTo>
                <a:lnTo>
                  <a:pt x="677621" y="284988"/>
                </a:lnTo>
                <a:lnTo>
                  <a:pt x="678180" y="275844"/>
                </a:lnTo>
                <a:close/>
              </a:path>
              <a:path w="2009139" h="413385">
                <a:moveTo>
                  <a:pt x="925055" y="65532"/>
                </a:moveTo>
                <a:lnTo>
                  <a:pt x="915911" y="54864"/>
                </a:lnTo>
                <a:lnTo>
                  <a:pt x="897623" y="33528"/>
                </a:lnTo>
                <a:lnTo>
                  <a:pt x="876287" y="54864"/>
                </a:lnTo>
                <a:lnTo>
                  <a:pt x="800087" y="54864"/>
                </a:lnTo>
                <a:lnTo>
                  <a:pt x="805281" y="47434"/>
                </a:lnTo>
                <a:lnTo>
                  <a:pt x="809612" y="41148"/>
                </a:lnTo>
                <a:lnTo>
                  <a:pt x="813384" y="36004"/>
                </a:lnTo>
                <a:lnTo>
                  <a:pt x="816851" y="32004"/>
                </a:lnTo>
                <a:lnTo>
                  <a:pt x="825995" y="22860"/>
                </a:lnTo>
                <a:lnTo>
                  <a:pt x="833615" y="19812"/>
                </a:lnTo>
                <a:lnTo>
                  <a:pt x="798563" y="0"/>
                </a:lnTo>
                <a:lnTo>
                  <a:pt x="776744" y="54864"/>
                </a:lnTo>
                <a:lnTo>
                  <a:pt x="755891" y="92964"/>
                </a:lnTo>
                <a:lnTo>
                  <a:pt x="726744" y="129832"/>
                </a:lnTo>
                <a:lnTo>
                  <a:pt x="719315" y="138684"/>
                </a:lnTo>
                <a:lnTo>
                  <a:pt x="722363" y="143256"/>
                </a:lnTo>
                <a:lnTo>
                  <a:pt x="753656" y="117119"/>
                </a:lnTo>
                <a:lnTo>
                  <a:pt x="786638" y="77774"/>
                </a:lnTo>
                <a:lnTo>
                  <a:pt x="795515" y="65532"/>
                </a:lnTo>
                <a:lnTo>
                  <a:pt x="824471" y="65532"/>
                </a:lnTo>
                <a:lnTo>
                  <a:pt x="842848" y="99402"/>
                </a:lnTo>
                <a:lnTo>
                  <a:pt x="844283" y="105156"/>
                </a:lnTo>
                <a:lnTo>
                  <a:pt x="845807" y="109728"/>
                </a:lnTo>
                <a:lnTo>
                  <a:pt x="848855" y="115824"/>
                </a:lnTo>
                <a:lnTo>
                  <a:pt x="854951" y="115824"/>
                </a:lnTo>
                <a:lnTo>
                  <a:pt x="861047" y="112776"/>
                </a:lnTo>
                <a:lnTo>
                  <a:pt x="862571" y="111252"/>
                </a:lnTo>
                <a:lnTo>
                  <a:pt x="865619" y="105156"/>
                </a:lnTo>
                <a:lnTo>
                  <a:pt x="868667" y="97536"/>
                </a:lnTo>
                <a:lnTo>
                  <a:pt x="868387" y="90398"/>
                </a:lnTo>
                <a:lnTo>
                  <a:pt x="862952" y="82677"/>
                </a:lnTo>
                <a:lnTo>
                  <a:pt x="852385" y="74396"/>
                </a:lnTo>
                <a:lnTo>
                  <a:pt x="836663" y="65532"/>
                </a:lnTo>
                <a:lnTo>
                  <a:pt x="925055" y="65532"/>
                </a:lnTo>
                <a:close/>
              </a:path>
              <a:path w="2009139" h="413385">
                <a:moveTo>
                  <a:pt x="1106411" y="67056"/>
                </a:moveTo>
                <a:lnTo>
                  <a:pt x="1097343" y="56388"/>
                </a:lnTo>
                <a:lnTo>
                  <a:pt x="1080503" y="36576"/>
                </a:lnTo>
                <a:lnTo>
                  <a:pt x="1059167" y="56388"/>
                </a:lnTo>
                <a:lnTo>
                  <a:pt x="966203" y="56388"/>
                </a:lnTo>
                <a:lnTo>
                  <a:pt x="969657" y="50914"/>
                </a:lnTo>
                <a:lnTo>
                  <a:pt x="998207" y="22860"/>
                </a:lnTo>
                <a:lnTo>
                  <a:pt x="967727" y="3048"/>
                </a:lnTo>
                <a:lnTo>
                  <a:pt x="947915" y="50292"/>
                </a:lnTo>
                <a:lnTo>
                  <a:pt x="928674" y="83629"/>
                </a:lnTo>
                <a:lnTo>
                  <a:pt x="908291" y="111252"/>
                </a:lnTo>
                <a:lnTo>
                  <a:pt x="912863" y="115824"/>
                </a:lnTo>
                <a:lnTo>
                  <a:pt x="919467" y="110096"/>
                </a:lnTo>
                <a:lnTo>
                  <a:pt x="925626" y="104203"/>
                </a:lnTo>
                <a:lnTo>
                  <a:pt x="931468" y="98094"/>
                </a:lnTo>
                <a:lnTo>
                  <a:pt x="942962" y="84848"/>
                </a:lnTo>
                <a:lnTo>
                  <a:pt x="948677" y="78676"/>
                </a:lnTo>
                <a:lnTo>
                  <a:pt x="954392" y="72796"/>
                </a:lnTo>
                <a:lnTo>
                  <a:pt x="960107" y="67056"/>
                </a:lnTo>
                <a:lnTo>
                  <a:pt x="1002779" y="67056"/>
                </a:lnTo>
                <a:lnTo>
                  <a:pt x="1030211" y="99060"/>
                </a:lnTo>
                <a:lnTo>
                  <a:pt x="1033259" y="103632"/>
                </a:lnTo>
                <a:lnTo>
                  <a:pt x="1036307" y="109728"/>
                </a:lnTo>
                <a:lnTo>
                  <a:pt x="1039355" y="114300"/>
                </a:lnTo>
                <a:lnTo>
                  <a:pt x="1040879" y="117348"/>
                </a:lnTo>
                <a:lnTo>
                  <a:pt x="1045451" y="117348"/>
                </a:lnTo>
                <a:lnTo>
                  <a:pt x="1051547" y="111252"/>
                </a:lnTo>
                <a:lnTo>
                  <a:pt x="1056119" y="108204"/>
                </a:lnTo>
                <a:lnTo>
                  <a:pt x="1057643" y="102108"/>
                </a:lnTo>
                <a:lnTo>
                  <a:pt x="1057643" y="92964"/>
                </a:lnTo>
                <a:lnTo>
                  <a:pt x="1054811" y="86995"/>
                </a:lnTo>
                <a:lnTo>
                  <a:pt x="1046403" y="80581"/>
                </a:lnTo>
                <a:lnTo>
                  <a:pt x="1032573" y="73901"/>
                </a:lnTo>
                <a:lnTo>
                  <a:pt x="1013447" y="67056"/>
                </a:lnTo>
                <a:lnTo>
                  <a:pt x="1106411" y="67056"/>
                </a:lnTo>
                <a:close/>
              </a:path>
              <a:path w="2009139" h="413385">
                <a:moveTo>
                  <a:pt x="1112507" y="324612"/>
                </a:moveTo>
                <a:lnTo>
                  <a:pt x="1102817" y="313944"/>
                </a:lnTo>
                <a:lnTo>
                  <a:pt x="1082027" y="291084"/>
                </a:lnTo>
                <a:lnTo>
                  <a:pt x="1057643" y="313944"/>
                </a:lnTo>
                <a:lnTo>
                  <a:pt x="979919" y="313944"/>
                </a:lnTo>
                <a:lnTo>
                  <a:pt x="979919" y="260604"/>
                </a:lnTo>
                <a:lnTo>
                  <a:pt x="1005827" y="260604"/>
                </a:lnTo>
                <a:lnTo>
                  <a:pt x="1005827" y="278892"/>
                </a:lnTo>
                <a:lnTo>
                  <a:pt x="1031735" y="268224"/>
                </a:lnTo>
                <a:lnTo>
                  <a:pt x="1031290" y="260604"/>
                </a:lnTo>
                <a:lnTo>
                  <a:pt x="1030859" y="253365"/>
                </a:lnTo>
                <a:lnTo>
                  <a:pt x="1030795" y="251460"/>
                </a:lnTo>
                <a:lnTo>
                  <a:pt x="1030401" y="240792"/>
                </a:lnTo>
                <a:lnTo>
                  <a:pt x="1030236" y="230505"/>
                </a:lnTo>
                <a:lnTo>
                  <a:pt x="1030211" y="214884"/>
                </a:lnTo>
                <a:lnTo>
                  <a:pt x="1030211" y="204216"/>
                </a:lnTo>
                <a:lnTo>
                  <a:pt x="1030211" y="170688"/>
                </a:lnTo>
                <a:lnTo>
                  <a:pt x="1030211" y="160020"/>
                </a:lnTo>
                <a:lnTo>
                  <a:pt x="1030211" y="132588"/>
                </a:lnTo>
                <a:lnTo>
                  <a:pt x="1033703" y="129540"/>
                </a:lnTo>
                <a:lnTo>
                  <a:pt x="1042403" y="121920"/>
                </a:lnTo>
                <a:lnTo>
                  <a:pt x="1037577" y="118872"/>
                </a:lnTo>
                <a:lnTo>
                  <a:pt x="1013447" y="103632"/>
                </a:lnTo>
                <a:lnTo>
                  <a:pt x="1005827" y="116332"/>
                </a:lnTo>
                <a:lnTo>
                  <a:pt x="1005827" y="129540"/>
                </a:lnTo>
                <a:lnTo>
                  <a:pt x="1005827" y="160020"/>
                </a:lnTo>
                <a:lnTo>
                  <a:pt x="1005827" y="170688"/>
                </a:lnTo>
                <a:lnTo>
                  <a:pt x="1005827" y="204216"/>
                </a:lnTo>
                <a:lnTo>
                  <a:pt x="1005827" y="214884"/>
                </a:lnTo>
                <a:lnTo>
                  <a:pt x="1005827" y="251460"/>
                </a:lnTo>
                <a:lnTo>
                  <a:pt x="955535" y="251460"/>
                </a:lnTo>
                <a:lnTo>
                  <a:pt x="955535" y="260604"/>
                </a:lnTo>
                <a:lnTo>
                  <a:pt x="955535" y="315468"/>
                </a:lnTo>
                <a:lnTo>
                  <a:pt x="870191" y="315468"/>
                </a:lnTo>
                <a:lnTo>
                  <a:pt x="871486" y="302615"/>
                </a:lnTo>
                <a:lnTo>
                  <a:pt x="873048" y="288607"/>
                </a:lnTo>
                <a:lnTo>
                  <a:pt x="874268" y="274967"/>
                </a:lnTo>
                <a:lnTo>
                  <a:pt x="874763" y="260604"/>
                </a:lnTo>
                <a:lnTo>
                  <a:pt x="955535" y="260604"/>
                </a:lnTo>
                <a:lnTo>
                  <a:pt x="955535" y="251460"/>
                </a:lnTo>
                <a:lnTo>
                  <a:pt x="818375" y="251460"/>
                </a:lnTo>
                <a:lnTo>
                  <a:pt x="818375" y="214884"/>
                </a:lnTo>
                <a:lnTo>
                  <a:pt x="1005827" y="214884"/>
                </a:lnTo>
                <a:lnTo>
                  <a:pt x="1005827" y="204216"/>
                </a:lnTo>
                <a:lnTo>
                  <a:pt x="818375" y="204216"/>
                </a:lnTo>
                <a:lnTo>
                  <a:pt x="818375" y="170688"/>
                </a:lnTo>
                <a:lnTo>
                  <a:pt x="1005827" y="170688"/>
                </a:lnTo>
                <a:lnTo>
                  <a:pt x="1005827" y="160020"/>
                </a:lnTo>
                <a:lnTo>
                  <a:pt x="818375" y="160020"/>
                </a:lnTo>
                <a:lnTo>
                  <a:pt x="818375" y="129540"/>
                </a:lnTo>
                <a:lnTo>
                  <a:pt x="1005827" y="129540"/>
                </a:lnTo>
                <a:lnTo>
                  <a:pt x="1005827" y="116332"/>
                </a:lnTo>
                <a:lnTo>
                  <a:pt x="1004303" y="118872"/>
                </a:lnTo>
                <a:lnTo>
                  <a:pt x="818375" y="118872"/>
                </a:lnTo>
                <a:lnTo>
                  <a:pt x="792467" y="105156"/>
                </a:lnTo>
                <a:lnTo>
                  <a:pt x="792734" y="114300"/>
                </a:lnTo>
                <a:lnTo>
                  <a:pt x="793280" y="129540"/>
                </a:lnTo>
                <a:lnTo>
                  <a:pt x="793762" y="148018"/>
                </a:lnTo>
                <a:lnTo>
                  <a:pt x="793991" y="173736"/>
                </a:lnTo>
                <a:lnTo>
                  <a:pt x="794639" y="202031"/>
                </a:lnTo>
                <a:lnTo>
                  <a:pt x="794562" y="230505"/>
                </a:lnTo>
                <a:lnTo>
                  <a:pt x="794283" y="251460"/>
                </a:lnTo>
                <a:lnTo>
                  <a:pt x="794181" y="260604"/>
                </a:lnTo>
                <a:lnTo>
                  <a:pt x="793991" y="283464"/>
                </a:lnTo>
                <a:lnTo>
                  <a:pt x="818375" y="275844"/>
                </a:lnTo>
                <a:lnTo>
                  <a:pt x="818375" y="260604"/>
                </a:lnTo>
                <a:lnTo>
                  <a:pt x="848855" y="260604"/>
                </a:lnTo>
                <a:lnTo>
                  <a:pt x="847737" y="274967"/>
                </a:lnTo>
                <a:lnTo>
                  <a:pt x="846620" y="288607"/>
                </a:lnTo>
                <a:lnTo>
                  <a:pt x="845489" y="301967"/>
                </a:lnTo>
                <a:lnTo>
                  <a:pt x="844283" y="315468"/>
                </a:lnTo>
                <a:lnTo>
                  <a:pt x="710171" y="315468"/>
                </a:lnTo>
                <a:lnTo>
                  <a:pt x="725411" y="330708"/>
                </a:lnTo>
                <a:lnTo>
                  <a:pt x="735723" y="328714"/>
                </a:lnTo>
                <a:lnTo>
                  <a:pt x="746175" y="327279"/>
                </a:lnTo>
                <a:lnTo>
                  <a:pt x="756920" y="326428"/>
                </a:lnTo>
                <a:lnTo>
                  <a:pt x="768083" y="326136"/>
                </a:lnTo>
                <a:lnTo>
                  <a:pt x="842759" y="326136"/>
                </a:lnTo>
                <a:lnTo>
                  <a:pt x="817905" y="362140"/>
                </a:lnTo>
                <a:lnTo>
                  <a:pt x="775131" y="389953"/>
                </a:lnTo>
                <a:lnTo>
                  <a:pt x="731507" y="406908"/>
                </a:lnTo>
                <a:lnTo>
                  <a:pt x="733031" y="413004"/>
                </a:lnTo>
                <a:lnTo>
                  <a:pt x="776655" y="402526"/>
                </a:lnTo>
                <a:lnTo>
                  <a:pt x="816851" y="384048"/>
                </a:lnTo>
                <a:lnTo>
                  <a:pt x="849045" y="359092"/>
                </a:lnTo>
                <a:lnTo>
                  <a:pt x="868667" y="326136"/>
                </a:lnTo>
                <a:lnTo>
                  <a:pt x="955535" y="326136"/>
                </a:lnTo>
                <a:lnTo>
                  <a:pt x="955306" y="344424"/>
                </a:lnTo>
                <a:lnTo>
                  <a:pt x="954417" y="380987"/>
                </a:lnTo>
                <a:lnTo>
                  <a:pt x="954239" y="389953"/>
                </a:lnTo>
                <a:lnTo>
                  <a:pt x="954011" y="413004"/>
                </a:lnTo>
                <a:lnTo>
                  <a:pt x="981443" y="400812"/>
                </a:lnTo>
                <a:lnTo>
                  <a:pt x="980630" y="389953"/>
                </a:lnTo>
                <a:lnTo>
                  <a:pt x="980528" y="387858"/>
                </a:lnTo>
                <a:lnTo>
                  <a:pt x="980122" y="372643"/>
                </a:lnTo>
                <a:lnTo>
                  <a:pt x="980033" y="362140"/>
                </a:lnTo>
                <a:lnTo>
                  <a:pt x="979932" y="326136"/>
                </a:lnTo>
                <a:lnTo>
                  <a:pt x="979919" y="324612"/>
                </a:lnTo>
                <a:lnTo>
                  <a:pt x="1112507" y="324612"/>
                </a:lnTo>
                <a:close/>
              </a:path>
              <a:path w="2009139" h="413385">
                <a:moveTo>
                  <a:pt x="1217676" y="167652"/>
                </a:moveTo>
                <a:lnTo>
                  <a:pt x="1213929" y="157645"/>
                </a:lnTo>
                <a:lnTo>
                  <a:pt x="1202626" y="145935"/>
                </a:lnTo>
                <a:lnTo>
                  <a:pt x="1183589" y="132499"/>
                </a:lnTo>
                <a:lnTo>
                  <a:pt x="1156716" y="117360"/>
                </a:lnTo>
                <a:lnTo>
                  <a:pt x="1153668" y="121932"/>
                </a:lnTo>
                <a:lnTo>
                  <a:pt x="1167117" y="138239"/>
                </a:lnTo>
                <a:lnTo>
                  <a:pt x="1177861" y="152984"/>
                </a:lnTo>
                <a:lnTo>
                  <a:pt x="1186027" y="166293"/>
                </a:lnTo>
                <a:lnTo>
                  <a:pt x="1191768" y="178320"/>
                </a:lnTo>
                <a:lnTo>
                  <a:pt x="1195451" y="188010"/>
                </a:lnTo>
                <a:lnTo>
                  <a:pt x="1199578" y="194132"/>
                </a:lnTo>
                <a:lnTo>
                  <a:pt x="1203972" y="196532"/>
                </a:lnTo>
                <a:lnTo>
                  <a:pt x="1208532" y="195084"/>
                </a:lnTo>
                <a:lnTo>
                  <a:pt x="1212532" y="190792"/>
                </a:lnTo>
                <a:lnTo>
                  <a:pt x="1215390" y="184797"/>
                </a:lnTo>
                <a:lnTo>
                  <a:pt x="1217104" y="177076"/>
                </a:lnTo>
                <a:lnTo>
                  <a:pt x="1217676" y="167652"/>
                </a:lnTo>
                <a:close/>
              </a:path>
              <a:path w="2009139" h="413385">
                <a:moveTo>
                  <a:pt x="1254252" y="67068"/>
                </a:moveTo>
                <a:lnTo>
                  <a:pt x="1217739" y="27635"/>
                </a:lnTo>
                <a:lnTo>
                  <a:pt x="1196340" y="16776"/>
                </a:lnTo>
                <a:lnTo>
                  <a:pt x="1193292" y="21348"/>
                </a:lnTo>
                <a:lnTo>
                  <a:pt x="1204976" y="36753"/>
                </a:lnTo>
                <a:lnTo>
                  <a:pt x="1214818" y="50876"/>
                </a:lnTo>
                <a:lnTo>
                  <a:pt x="1222641" y="63563"/>
                </a:lnTo>
                <a:lnTo>
                  <a:pt x="1228344" y="74688"/>
                </a:lnTo>
                <a:lnTo>
                  <a:pt x="1231392" y="86880"/>
                </a:lnTo>
                <a:lnTo>
                  <a:pt x="1234440" y="92976"/>
                </a:lnTo>
                <a:lnTo>
                  <a:pt x="1240536" y="92976"/>
                </a:lnTo>
                <a:lnTo>
                  <a:pt x="1252728" y="80784"/>
                </a:lnTo>
                <a:lnTo>
                  <a:pt x="1254252" y="76212"/>
                </a:lnTo>
                <a:lnTo>
                  <a:pt x="1254252" y="67068"/>
                </a:lnTo>
                <a:close/>
              </a:path>
              <a:path w="2009139" h="413385">
                <a:moveTo>
                  <a:pt x="1299972" y="79260"/>
                </a:moveTo>
                <a:lnTo>
                  <a:pt x="1292352" y="77736"/>
                </a:lnTo>
                <a:lnTo>
                  <a:pt x="1260652" y="152831"/>
                </a:lnTo>
                <a:lnTo>
                  <a:pt x="1236535" y="208800"/>
                </a:lnTo>
                <a:lnTo>
                  <a:pt x="1220127" y="245325"/>
                </a:lnTo>
                <a:lnTo>
                  <a:pt x="1211580" y="262140"/>
                </a:lnTo>
                <a:lnTo>
                  <a:pt x="1205484" y="272808"/>
                </a:lnTo>
                <a:lnTo>
                  <a:pt x="1199388" y="277380"/>
                </a:lnTo>
                <a:lnTo>
                  <a:pt x="1194816" y="277380"/>
                </a:lnTo>
                <a:lnTo>
                  <a:pt x="1189050" y="277990"/>
                </a:lnTo>
                <a:lnTo>
                  <a:pt x="1180719" y="277761"/>
                </a:lnTo>
                <a:lnTo>
                  <a:pt x="1155192" y="275856"/>
                </a:lnTo>
                <a:lnTo>
                  <a:pt x="1155192" y="281952"/>
                </a:lnTo>
                <a:lnTo>
                  <a:pt x="1194816" y="300240"/>
                </a:lnTo>
                <a:lnTo>
                  <a:pt x="1196340" y="307860"/>
                </a:lnTo>
                <a:lnTo>
                  <a:pt x="1196251" y="317004"/>
                </a:lnTo>
                <a:lnTo>
                  <a:pt x="1187577" y="358152"/>
                </a:lnTo>
                <a:lnTo>
                  <a:pt x="1186192" y="363905"/>
                </a:lnTo>
                <a:lnTo>
                  <a:pt x="1185672" y="368820"/>
                </a:lnTo>
                <a:lnTo>
                  <a:pt x="1185672" y="377964"/>
                </a:lnTo>
                <a:lnTo>
                  <a:pt x="1190244" y="382536"/>
                </a:lnTo>
                <a:lnTo>
                  <a:pt x="1196340" y="384060"/>
                </a:lnTo>
                <a:lnTo>
                  <a:pt x="1203960" y="387108"/>
                </a:lnTo>
                <a:lnTo>
                  <a:pt x="1210056" y="388632"/>
                </a:lnTo>
                <a:lnTo>
                  <a:pt x="1219200" y="388632"/>
                </a:lnTo>
                <a:lnTo>
                  <a:pt x="1222248" y="385584"/>
                </a:lnTo>
                <a:lnTo>
                  <a:pt x="1222133" y="377964"/>
                </a:lnTo>
                <a:lnTo>
                  <a:pt x="1222032" y="374916"/>
                </a:lnTo>
                <a:lnTo>
                  <a:pt x="1221917" y="372249"/>
                </a:lnTo>
                <a:lnTo>
                  <a:pt x="1221486" y="364248"/>
                </a:lnTo>
                <a:lnTo>
                  <a:pt x="1220952" y="352285"/>
                </a:lnTo>
                <a:lnTo>
                  <a:pt x="1220724" y="338340"/>
                </a:lnTo>
                <a:lnTo>
                  <a:pt x="1220177" y="323862"/>
                </a:lnTo>
                <a:lnTo>
                  <a:pt x="1220228" y="320827"/>
                </a:lnTo>
                <a:lnTo>
                  <a:pt x="1227632" y="277990"/>
                </a:lnTo>
                <a:lnTo>
                  <a:pt x="1247203" y="222135"/>
                </a:lnTo>
                <a:lnTo>
                  <a:pt x="1269657" y="160693"/>
                </a:lnTo>
                <a:lnTo>
                  <a:pt x="1299972" y="79260"/>
                </a:lnTo>
                <a:close/>
              </a:path>
              <a:path w="2009139" h="413385">
                <a:moveTo>
                  <a:pt x="1563624" y="214896"/>
                </a:moveTo>
                <a:lnTo>
                  <a:pt x="1533144" y="182892"/>
                </a:lnTo>
                <a:lnTo>
                  <a:pt x="1513332" y="204228"/>
                </a:lnTo>
                <a:lnTo>
                  <a:pt x="1420368" y="204228"/>
                </a:lnTo>
                <a:lnTo>
                  <a:pt x="1420368" y="109740"/>
                </a:lnTo>
                <a:lnTo>
                  <a:pt x="1536192" y="109740"/>
                </a:lnTo>
                <a:lnTo>
                  <a:pt x="1507236" y="80784"/>
                </a:lnTo>
                <a:lnTo>
                  <a:pt x="1488948" y="99072"/>
                </a:lnTo>
                <a:lnTo>
                  <a:pt x="1420368" y="99072"/>
                </a:lnTo>
                <a:lnTo>
                  <a:pt x="1420368" y="39636"/>
                </a:lnTo>
                <a:lnTo>
                  <a:pt x="1438656" y="21348"/>
                </a:lnTo>
                <a:lnTo>
                  <a:pt x="1395984" y="12"/>
                </a:lnTo>
                <a:lnTo>
                  <a:pt x="1398130" y="39636"/>
                </a:lnTo>
                <a:lnTo>
                  <a:pt x="1399032" y="99072"/>
                </a:lnTo>
                <a:lnTo>
                  <a:pt x="1303020" y="99072"/>
                </a:lnTo>
                <a:lnTo>
                  <a:pt x="1318260" y="115836"/>
                </a:lnTo>
                <a:lnTo>
                  <a:pt x="1327899" y="112953"/>
                </a:lnTo>
                <a:lnTo>
                  <a:pt x="1338262" y="111074"/>
                </a:lnTo>
                <a:lnTo>
                  <a:pt x="1348905" y="110045"/>
                </a:lnTo>
                <a:lnTo>
                  <a:pt x="1359408" y="109740"/>
                </a:lnTo>
                <a:lnTo>
                  <a:pt x="1399032" y="109740"/>
                </a:lnTo>
                <a:lnTo>
                  <a:pt x="1399032" y="204228"/>
                </a:lnTo>
                <a:lnTo>
                  <a:pt x="1269492" y="204228"/>
                </a:lnTo>
                <a:lnTo>
                  <a:pt x="1284732" y="219468"/>
                </a:lnTo>
                <a:lnTo>
                  <a:pt x="1295031" y="217462"/>
                </a:lnTo>
                <a:lnTo>
                  <a:pt x="1305496" y="216039"/>
                </a:lnTo>
                <a:lnTo>
                  <a:pt x="1316228" y="215176"/>
                </a:lnTo>
                <a:lnTo>
                  <a:pt x="1327404" y="214896"/>
                </a:lnTo>
                <a:lnTo>
                  <a:pt x="1391412" y="214896"/>
                </a:lnTo>
                <a:lnTo>
                  <a:pt x="1371790" y="257187"/>
                </a:lnTo>
                <a:lnTo>
                  <a:pt x="1339596" y="306336"/>
                </a:lnTo>
                <a:lnTo>
                  <a:pt x="1306449" y="345389"/>
                </a:lnTo>
                <a:lnTo>
                  <a:pt x="1280160" y="358152"/>
                </a:lnTo>
                <a:lnTo>
                  <a:pt x="1296924" y="399300"/>
                </a:lnTo>
                <a:lnTo>
                  <a:pt x="1332280" y="383654"/>
                </a:lnTo>
                <a:lnTo>
                  <a:pt x="1382852" y="372249"/>
                </a:lnTo>
                <a:lnTo>
                  <a:pt x="1456626" y="360819"/>
                </a:lnTo>
                <a:lnTo>
                  <a:pt x="1502664" y="355104"/>
                </a:lnTo>
                <a:lnTo>
                  <a:pt x="1506969" y="363118"/>
                </a:lnTo>
                <a:lnTo>
                  <a:pt x="1510855" y="371297"/>
                </a:lnTo>
                <a:lnTo>
                  <a:pt x="1514449" y="379742"/>
                </a:lnTo>
                <a:lnTo>
                  <a:pt x="1517904" y="388632"/>
                </a:lnTo>
                <a:lnTo>
                  <a:pt x="1520952" y="394728"/>
                </a:lnTo>
                <a:lnTo>
                  <a:pt x="1524000" y="399300"/>
                </a:lnTo>
                <a:lnTo>
                  <a:pt x="1528572" y="399300"/>
                </a:lnTo>
                <a:lnTo>
                  <a:pt x="1531620" y="394728"/>
                </a:lnTo>
                <a:lnTo>
                  <a:pt x="1536192" y="388632"/>
                </a:lnTo>
                <a:lnTo>
                  <a:pt x="1540764" y="381012"/>
                </a:lnTo>
                <a:lnTo>
                  <a:pt x="1542288" y="374916"/>
                </a:lnTo>
                <a:lnTo>
                  <a:pt x="1542288" y="359676"/>
                </a:lnTo>
                <a:lnTo>
                  <a:pt x="1540459" y="355104"/>
                </a:lnTo>
                <a:lnTo>
                  <a:pt x="1539240" y="352056"/>
                </a:lnTo>
                <a:lnTo>
                  <a:pt x="1531620" y="344436"/>
                </a:lnTo>
                <a:lnTo>
                  <a:pt x="1525346" y="337578"/>
                </a:lnTo>
                <a:lnTo>
                  <a:pt x="1518094" y="330720"/>
                </a:lnTo>
                <a:lnTo>
                  <a:pt x="1480185" y="301002"/>
                </a:lnTo>
                <a:lnTo>
                  <a:pt x="1452372" y="280428"/>
                </a:lnTo>
                <a:lnTo>
                  <a:pt x="1449324" y="285000"/>
                </a:lnTo>
                <a:lnTo>
                  <a:pt x="1461871" y="300088"/>
                </a:lnTo>
                <a:lnTo>
                  <a:pt x="1474279" y="315480"/>
                </a:lnTo>
                <a:lnTo>
                  <a:pt x="1486281" y="330720"/>
                </a:lnTo>
                <a:lnTo>
                  <a:pt x="1498092" y="345960"/>
                </a:lnTo>
                <a:lnTo>
                  <a:pt x="1315212" y="358152"/>
                </a:lnTo>
                <a:lnTo>
                  <a:pt x="1343444" y="327571"/>
                </a:lnTo>
                <a:lnTo>
                  <a:pt x="1366266" y="302145"/>
                </a:lnTo>
                <a:lnTo>
                  <a:pt x="1383271" y="281952"/>
                </a:lnTo>
                <a:lnTo>
                  <a:pt x="1394460" y="266712"/>
                </a:lnTo>
                <a:lnTo>
                  <a:pt x="1403337" y="255041"/>
                </a:lnTo>
                <a:lnTo>
                  <a:pt x="1411795" y="245376"/>
                </a:lnTo>
                <a:lnTo>
                  <a:pt x="1419961" y="237985"/>
                </a:lnTo>
                <a:lnTo>
                  <a:pt x="1427988" y="233184"/>
                </a:lnTo>
                <a:lnTo>
                  <a:pt x="1400556" y="214896"/>
                </a:lnTo>
                <a:lnTo>
                  <a:pt x="1563624" y="214896"/>
                </a:lnTo>
                <a:close/>
              </a:path>
              <a:path w="2009139" h="413385">
                <a:moveTo>
                  <a:pt x="1702562" y="72631"/>
                </a:moveTo>
                <a:lnTo>
                  <a:pt x="1675815" y="37719"/>
                </a:lnTo>
                <a:lnTo>
                  <a:pt x="1652003" y="19812"/>
                </a:lnTo>
                <a:lnTo>
                  <a:pt x="1647431" y="24384"/>
                </a:lnTo>
                <a:lnTo>
                  <a:pt x="1656626" y="38747"/>
                </a:lnTo>
                <a:lnTo>
                  <a:pt x="1663814" y="52387"/>
                </a:lnTo>
                <a:lnTo>
                  <a:pt x="1669300" y="65747"/>
                </a:lnTo>
                <a:lnTo>
                  <a:pt x="1673339" y="79248"/>
                </a:lnTo>
                <a:lnTo>
                  <a:pt x="1674863" y="92964"/>
                </a:lnTo>
                <a:lnTo>
                  <a:pt x="1679435" y="99060"/>
                </a:lnTo>
                <a:lnTo>
                  <a:pt x="1685531" y="99060"/>
                </a:lnTo>
                <a:lnTo>
                  <a:pt x="1688579" y="97536"/>
                </a:lnTo>
                <a:lnTo>
                  <a:pt x="1693151" y="96012"/>
                </a:lnTo>
                <a:lnTo>
                  <a:pt x="1697723" y="92964"/>
                </a:lnTo>
                <a:lnTo>
                  <a:pt x="1699247" y="86868"/>
                </a:lnTo>
                <a:lnTo>
                  <a:pt x="1702295" y="79248"/>
                </a:lnTo>
                <a:lnTo>
                  <a:pt x="1702562" y="72631"/>
                </a:lnTo>
                <a:close/>
              </a:path>
              <a:path w="2009139" h="413385">
                <a:moveTo>
                  <a:pt x="1968995" y="304800"/>
                </a:moveTo>
                <a:lnTo>
                  <a:pt x="1941944" y="270129"/>
                </a:lnTo>
                <a:lnTo>
                  <a:pt x="1897367" y="239268"/>
                </a:lnTo>
                <a:lnTo>
                  <a:pt x="1903704" y="228600"/>
                </a:lnTo>
                <a:lnTo>
                  <a:pt x="1907070" y="222935"/>
                </a:lnTo>
                <a:lnTo>
                  <a:pt x="1917750" y="203454"/>
                </a:lnTo>
                <a:lnTo>
                  <a:pt x="1929307" y="180555"/>
                </a:lnTo>
                <a:lnTo>
                  <a:pt x="1941563" y="153924"/>
                </a:lnTo>
                <a:lnTo>
                  <a:pt x="1956231" y="143256"/>
                </a:lnTo>
                <a:lnTo>
                  <a:pt x="1958327" y="141732"/>
                </a:lnTo>
                <a:lnTo>
                  <a:pt x="1949183" y="132588"/>
                </a:lnTo>
                <a:lnTo>
                  <a:pt x="1932419" y="115824"/>
                </a:lnTo>
                <a:lnTo>
                  <a:pt x="1914131" y="132588"/>
                </a:lnTo>
                <a:lnTo>
                  <a:pt x="1784591" y="132588"/>
                </a:lnTo>
                <a:lnTo>
                  <a:pt x="1784591" y="60960"/>
                </a:lnTo>
                <a:lnTo>
                  <a:pt x="1811197" y="59296"/>
                </a:lnTo>
                <a:lnTo>
                  <a:pt x="1836216" y="56769"/>
                </a:lnTo>
                <a:lnTo>
                  <a:pt x="1859826" y="53682"/>
                </a:lnTo>
                <a:lnTo>
                  <a:pt x="1862023" y="53340"/>
                </a:lnTo>
                <a:lnTo>
                  <a:pt x="1882127" y="50292"/>
                </a:lnTo>
                <a:lnTo>
                  <a:pt x="1901545" y="48298"/>
                </a:lnTo>
                <a:lnTo>
                  <a:pt x="1920798" y="46863"/>
                </a:lnTo>
                <a:lnTo>
                  <a:pt x="1939785" y="46012"/>
                </a:lnTo>
                <a:lnTo>
                  <a:pt x="1958327" y="45720"/>
                </a:lnTo>
                <a:lnTo>
                  <a:pt x="1932419" y="12192"/>
                </a:lnTo>
                <a:lnTo>
                  <a:pt x="1886559" y="32981"/>
                </a:lnTo>
                <a:lnTo>
                  <a:pt x="1783067" y="53340"/>
                </a:lnTo>
                <a:lnTo>
                  <a:pt x="1758683" y="39624"/>
                </a:lnTo>
                <a:lnTo>
                  <a:pt x="1758924" y="60490"/>
                </a:lnTo>
                <a:lnTo>
                  <a:pt x="1759978" y="103924"/>
                </a:lnTo>
                <a:lnTo>
                  <a:pt x="1760105" y="115824"/>
                </a:lnTo>
                <a:lnTo>
                  <a:pt x="1760067" y="132588"/>
                </a:lnTo>
                <a:lnTo>
                  <a:pt x="1758111" y="173355"/>
                </a:lnTo>
                <a:lnTo>
                  <a:pt x="1752587" y="222504"/>
                </a:lnTo>
                <a:lnTo>
                  <a:pt x="1738871" y="271272"/>
                </a:lnTo>
                <a:lnTo>
                  <a:pt x="1711439" y="320040"/>
                </a:lnTo>
                <a:lnTo>
                  <a:pt x="1714487" y="326136"/>
                </a:lnTo>
                <a:lnTo>
                  <a:pt x="1744522" y="293281"/>
                </a:lnTo>
                <a:lnTo>
                  <a:pt x="1766112" y="251841"/>
                </a:lnTo>
                <a:lnTo>
                  <a:pt x="1779435" y="201841"/>
                </a:lnTo>
                <a:lnTo>
                  <a:pt x="1784591" y="143256"/>
                </a:lnTo>
                <a:lnTo>
                  <a:pt x="1917179" y="143256"/>
                </a:lnTo>
                <a:lnTo>
                  <a:pt x="1910346" y="163245"/>
                </a:lnTo>
                <a:lnTo>
                  <a:pt x="1901367" y="184213"/>
                </a:lnTo>
                <a:lnTo>
                  <a:pt x="1890395" y="206057"/>
                </a:lnTo>
                <a:lnTo>
                  <a:pt x="1877555" y="228600"/>
                </a:lnTo>
                <a:lnTo>
                  <a:pt x="1857032" y="217436"/>
                </a:lnTo>
                <a:lnTo>
                  <a:pt x="1817128" y="196240"/>
                </a:lnTo>
                <a:lnTo>
                  <a:pt x="1798307" y="185928"/>
                </a:lnTo>
                <a:lnTo>
                  <a:pt x="1795259" y="192024"/>
                </a:lnTo>
                <a:lnTo>
                  <a:pt x="1824786" y="212788"/>
                </a:lnTo>
                <a:lnTo>
                  <a:pt x="1844344" y="226961"/>
                </a:lnTo>
                <a:lnTo>
                  <a:pt x="1844294" y="271272"/>
                </a:lnTo>
                <a:lnTo>
                  <a:pt x="1786521" y="319278"/>
                </a:lnTo>
                <a:lnTo>
                  <a:pt x="1751063" y="339852"/>
                </a:lnTo>
                <a:lnTo>
                  <a:pt x="1752587" y="345948"/>
                </a:lnTo>
                <a:lnTo>
                  <a:pt x="1792617" y="329095"/>
                </a:lnTo>
                <a:lnTo>
                  <a:pt x="1828215" y="308229"/>
                </a:lnTo>
                <a:lnTo>
                  <a:pt x="1859534" y="283375"/>
                </a:lnTo>
                <a:lnTo>
                  <a:pt x="1886699" y="254508"/>
                </a:lnTo>
                <a:lnTo>
                  <a:pt x="1897583" y="263652"/>
                </a:lnTo>
                <a:lnTo>
                  <a:pt x="1924799" y="291084"/>
                </a:lnTo>
                <a:lnTo>
                  <a:pt x="1944306" y="315302"/>
                </a:lnTo>
                <a:lnTo>
                  <a:pt x="1949183" y="321564"/>
                </a:lnTo>
                <a:lnTo>
                  <a:pt x="1952231" y="327660"/>
                </a:lnTo>
                <a:lnTo>
                  <a:pt x="1955279" y="330708"/>
                </a:lnTo>
                <a:lnTo>
                  <a:pt x="1959851" y="330708"/>
                </a:lnTo>
                <a:lnTo>
                  <a:pt x="1962899" y="329184"/>
                </a:lnTo>
                <a:lnTo>
                  <a:pt x="1964423" y="324612"/>
                </a:lnTo>
                <a:lnTo>
                  <a:pt x="1967471" y="318516"/>
                </a:lnTo>
                <a:lnTo>
                  <a:pt x="1968995" y="313944"/>
                </a:lnTo>
                <a:lnTo>
                  <a:pt x="1968995" y="304800"/>
                </a:lnTo>
                <a:close/>
              </a:path>
              <a:path w="2009139" h="413385">
                <a:moveTo>
                  <a:pt x="2008619" y="367284"/>
                </a:moveTo>
                <a:lnTo>
                  <a:pt x="2007095" y="362712"/>
                </a:lnTo>
                <a:lnTo>
                  <a:pt x="1919465" y="368173"/>
                </a:lnTo>
                <a:lnTo>
                  <a:pt x="1903463" y="368617"/>
                </a:lnTo>
                <a:lnTo>
                  <a:pt x="1892833" y="368681"/>
                </a:lnTo>
                <a:lnTo>
                  <a:pt x="1837169" y="368617"/>
                </a:lnTo>
                <a:lnTo>
                  <a:pt x="1820024" y="368173"/>
                </a:lnTo>
                <a:lnTo>
                  <a:pt x="1768398" y="362521"/>
                </a:lnTo>
                <a:lnTo>
                  <a:pt x="1723377" y="345211"/>
                </a:lnTo>
                <a:lnTo>
                  <a:pt x="1703730" y="333756"/>
                </a:lnTo>
                <a:lnTo>
                  <a:pt x="1701139" y="332117"/>
                </a:lnTo>
                <a:lnTo>
                  <a:pt x="1693151" y="326136"/>
                </a:lnTo>
                <a:lnTo>
                  <a:pt x="1693151" y="178308"/>
                </a:lnTo>
                <a:lnTo>
                  <a:pt x="1705127" y="170688"/>
                </a:lnTo>
                <a:lnTo>
                  <a:pt x="1709915" y="167640"/>
                </a:lnTo>
                <a:lnTo>
                  <a:pt x="1685531" y="143256"/>
                </a:lnTo>
                <a:lnTo>
                  <a:pt x="1667243" y="160020"/>
                </a:lnTo>
                <a:lnTo>
                  <a:pt x="1598663" y="160020"/>
                </a:lnTo>
                <a:lnTo>
                  <a:pt x="1613903" y="176784"/>
                </a:lnTo>
                <a:lnTo>
                  <a:pt x="1623339" y="173913"/>
                </a:lnTo>
                <a:lnTo>
                  <a:pt x="1633334" y="172021"/>
                </a:lnTo>
                <a:lnTo>
                  <a:pt x="1643913" y="171005"/>
                </a:lnTo>
                <a:lnTo>
                  <a:pt x="1655051" y="170688"/>
                </a:lnTo>
                <a:lnTo>
                  <a:pt x="1671815" y="170688"/>
                </a:lnTo>
                <a:lnTo>
                  <a:pt x="1671815" y="326136"/>
                </a:lnTo>
                <a:lnTo>
                  <a:pt x="1649514" y="339026"/>
                </a:lnTo>
                <a:lnTo>
                  <a:pt x="1630476" y="350329"/>
                </a:lnTo>
                <a:lnTo>
                  <a:pt x="1614601" y="360222"/>
                </a:lnTo>
                <a:lnTo>
                  <a:pt x="1601711" y="368808"/>
                </a:lnTo>
                <a:lnTo>
                  <a:pt x="1624571" y="391668"/>
                </a:lnTo>
                <a:lnTo>
                  <a:pt x="1631721" y="381406"/>
                </a:lnTo>
                <a:lnTo>
                  <a:pt x="1639430" y="371284"/>
                </a:lnTo>
                <a:lnTo>
                  <a:pt x="1665770" y="343192"/>
                </a:lnTo>
                <a:lnTo>
                  <a:pt x="1682483" y="333756"/>
                </a:lnTo>
                <a:lnTo>
                  <a:pt x="1686801" y="334899"/>
                </a:lnTo>
                <a:lnTo>
                  <a:pt x="1692960" y="338328"/>
                </a:lnTo>
                <a:lnTo>
                  <a:pt x="1701139" y="344043"/>
                </a:lnTo>
                <a:lnTo>
                  <a:pt x="1711439" y="352044"/>
                </a:lnTo>
                <a:lnTo>
                  <a:pt x="1722323" y="360006"/>
                </a:lnTo>
                <a:lnTo>
                  <a:pt x="1763255" y="381000"/>
                </a:lnTo>
                <a:lnTo>
                  <a:pt x="1821548" y="393865"/>
                </a:lnTo>
                <a:lnTo>
                  <a:pt x="1872183" y="395605"/>
                </a:lnTo>
                <a:lnTo>
                  <a:pt x="1972043" y="396240"/>
                </a:lnTo>
                <a:lnTo>
                  <a:pt x="1975192" y="387654"/>
                </a:lnTo>
                <a:lnTo>
                  <a:pt x="1982330" y="380047"/>
                </a:lnTo>
                <a:lnTo>
                  <a:pt x="1993480" y="373316"/>
                </a:lnTo>
                <a:lnTo>
                  <a:pt x="2004796" y="368808"/>
                </a:lnTo>
                <a:lnTo>
                  <a:pt x="2008619" y="36728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" name="object 51"/>
          <p:cNvSpPr/>
          <p:nvPr/>
        </p:nvSpPr>
        <p:spPr>
          <a:xfrm>
            <a:off x="5094732" y="5596128"/>
            <a:ext cx="335280" cy="381000"/>
          </a:xfrm>
          <a:custGeom>
            <a:avLst/>
            <a:gdLst/>
            <a:ahLst/>
            <a:cxnLst/>
            <a:rect l="l" t="t" r="r" b="b"/>
            <a:pathLst>
              <a:path w="335279" h="381000">
                <a:moveTo>
                  <a:pt x="333169" y="18288"/>
                </a:moveTo>
                <a:lnTo>
                  <a:pt x="297180" y="18288"/>
                </a:lnTo>
                <a:lnTo>
                  <a:pt x="307847" y="0"/>
                </a:lnTo>
                <a:lnTo>
                  <a:pt x="333169" y="18288"/>
                </a:lnTo>
                <a:close/>
              </a:path>
              <a:path w="335279" h="381000">
                <a:moveTo>
                  <a:pt x="0" y="381000"/>
                </a:moveTo>
                <a:lnTo>
                  <a:pt x="881" y="351258"/>
                </a:lnTo>
                <a:lnTo>
                  <a:pt x="1333" y="309943"/>
                </a:lnTo>
                <a:lnTo>
                  <a:pt x="1453" y="111252"/>
                </a:lnTo>
                <a:lnTo>
                  <a:pt x="1333" y="72771"/>
                </a:lnTo>
                <a:lnTo>
                  <a:pt x="881" y="31289"/>
                </a:lnTo>
                <a:lnTo>
                  <a:pt x="0" y="1524"/>
                </a:lnTo>
                <a:lnTo>
                  <a:pt x="25908" y="18288"/>
                </a:lnTo>
                <a:lnTo>
                  <a:pt x="333169" y="18288"/>
                </a:lnTo>
                <a:lnTo>
                  <a:pt x="335280" y="19812"/>
                </a:lnTo>
                <a:lnTo>
                  <a:pt x="327660" y="27432"/>
                </a:lnTo>
                <a:lnTo>
                  <a:pt x="25908" y="27432"/>
                </a:lnTo>
                <a:lnTo>
                  <a:pt x="25908" y="327660"/>
                </a:lnTo>
                <a:lnTo>
                  <a:pt x="322040" y="327660"/>
                </a:lnTo>
                <a:lnTo>
                  <a:pt x="322221" y="336804"/>
                </a:lnTo>
                <a:lnTo>
                  <a:pt x="25908" y="336804"/>
                </a:lnTo>
                <a:lnTo>
                  <a:pt x="25908" y="370332"/>
                </a:lnTo>
                <a:lnTo>
                  <a:pt x="0" y="381000"/>
                </a:lnTo>
                <a:close/>
              </a:path>
              <a:path w="335279" h="381000">
                <a:moveTo>
                  <a:pt x="322040" y="327660"/>
                </a:moveTo>
                <a:lnTo>
                  <a:pt x="298704" y="327660"/>
                </a:lnTo>
                <a:lnTo>
                  <a:pt x="298704" y="27432"/>
                </a:lnTo>
                <a:lnTo>
                  <a:pt x="327660" y="27432"/>
                </a:lnTo>
                <a:lnTo>
                  <a:pt x="321564" y="33528"/>
                </a:lnTo>
                <a:lnTo>
                  <a:pt x="321587" y="290250"/>
                </a:lnTo>
                <a:lnTo>
                  <a:pt x="321754" y="312610"/>
                </a:lnTo>
                <a:lnTo>
                  <a:pt x="322040" y="327660"/>
                </a:lnTo>
                <a:close/>
              </a:path>
              <a:path w="335279" h="381000">
                <a:moveTo>
                  <a:pt x="85344" y="268224"/>
                </a:moveTo>
                <a:lnTo>
                  <a:pt x="86225" y="248483"/>
                </a:lnTo>
                <a:lnTo>
                  <a:pt x="86631" y="230124"/>
                </a:lnTo>
                <a:lnTo>
                  <a:pt x="86744" y="219456"/>
                </a:lnTo>
                <a:lnTo>
                  <a:pt x="86844" y="160948"/>
                </a:lnTo>
                <a:lnTo>
                  <a:pt x="86677" y="138493"/>
                </a:lnTo>
                <a:lnTo>
                  <a:pt x="86225" y="116895"/>
                </a:lnTo>
                <a:lnTo>
                  <a:pt x="85344" y="96012"/>
                </a:lnTo>
                <a:lnTo>
                  <a:pt x="111252" y="111252"/>
                </a:lnTo>
                <a:lnTo>
                  <a:pt x="243605" y="111252"/>
                </a:lnTo>
                <a:lnTo>
                  <a:pt x="249936" y="115824"/>
                </a:lnTo>
                <a:lnTo>
                  <a:pt x="242098" y="121920"/>
                </a:lnTo>
                <a:lnTo>
                  <a:pt x="109728" y="121920"/>
                </a:lnTo>
                <a:lnTo>
                  <a:pt x="109728" y="219456"/>
                </a:lnTo>
                <a:lnTo>
                  <a:pt x="236650" y="219456"/>
                </a:lnTo>
                <a:lnTo>
                  <a:pt x="236832" y="230124"/>
                </a:lnTo>
                <a:lnTo>
                  <a:pt x="109728" y="230124"/>
                </a:lnTo>
                <a:lnTo>
                  <a:pt x="109728" y="257556"/>
                </a:lnTo>
                <a:lnTo>
                  <a:pt x="85344" y="268224"/>
                </a:lnTo>
                <a:close/>
              </a:path>
              <a:path w="335279" h="381000">
                <a:moveTo>
                  <a:pt x="243605" y="111252"/>
                </a:moveTo>
                <a:lnTo>
                  <a:pt x="210312" y="111252"/>
                </a:lnTo>
                <a:lnTo>
                  <a:pt x="222504" y="96012"/>
                </a:lnTo>
                <a:lnTo>
                  <a:pt x="243605" y="111252"/>
                </a:lnTo>
                <a:close/>
              </a:path>
              <a:path w="335279" h="381000">
                <a:moveTo>
                  <a:pt x="236650" y="219456"/>
                </a:moveTo>
                <a:lnTo>
                  <a:pt x="211836" y="219456"/>
                </a:lnTo>
                <a:lnTo>
                  <a:pt x="211836" y="121920"/>
                </a:lnTo>
                <a:lnTo>
                  <a:pt x="242098" y="121920"/>
                </a:lnTo>
                <a:lnTo>
                  <a:pt x="236220" y="126492"/>
                </a:lnTo>
                <a:lnTo>
                  <a:pt x="236311" y="184404"/>
                </a:lnTo>
                <a:lnTo>
                  <a:pt x="236433" y="206716"/>
                </a:lnTo>
                <a:lnTo>
                  <a:pt x="236650" y="219456"/>
                </a:lnTo>
                <a:close/>
              </a:path>
              <a:path w="335279" h="381000">
                <a:moveTo>
                  <a:pt x="211836" y="260604"/>
                </a:moveTo>
                <a:lnTo>
                  <a:pt x="211836" y="230124"/>
                </a:lnTo>
                <a:lnTo>
                  <a:pt x="236832" y="230124"/>
                </a:lnTo>
                <a:lnTo>
                  <a:pt x="236862" y="231933"/>
                </a:lnTo>
                <a:lnTo>
                  <a:pt x="237744" y="249936"/>
                </a:lnTo>
                <a:lnTo>
                  <a:pt x="211836" y="260604"/>
                </a:lnTo>
                <a:close/>
              </a:path>
              <a:path w="335279" h="381000">
                <a:moveTo>
                  <a:pt x="298704" y="371856"/>
                </a:moveTo>
                <a:lnTo>
                  <a:pt x="298704" y="336804"/>
                </a:lnTo>
                <a:lnTo>
                  <a:pt x="322221" y="336804"/>
                </a:lnTo>
                <a:lnTo>
                  <a:pt x="323088" y="361188"/>
                </a:lnTo>
                <a:lnTo>
                  <a:pt x="298704" y="37185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52" name="object 52"/>
          <p:cNvGrpSpPr/>
          <p:nvPr/>
        </p:nvGrpSpPr>
        <p:grpSpPr>
          <a:xfrm>
            <a:off x="5503164" y="5573267"/>
            <a:ext cx="1736089" cy="419100"/>
            <a:chOff x="5503164" y="5573267"/>
            <a:chExt cx="1736089" cy="419100"/>
          </a:xfrm>
        </p:grpSpPr>
        <p:sp>
          <p:nvSpPr>
            <p:cNvPr id="53" name="object 53"/>
            <p:cNvSpPr/>
            <p:nvPr/>
          </p:nvSpPr>
          <p:spPr>
            <a:xfrm>
              <a:off x="5503164" y="5573268"/>
              <a:ext cx="845819" cy="413384"/>
            </a:xfrm>
            <a:custGeom>
              <a:avLst/>
              <a:gdLst/>
              <a:ahLst/>
              <a:cxnLst/>
              <a:rect l="l" t="t" r="r" b="b"/>
              <a:pathLst>
                <a:path w="845820" h="413385">
                  <a:moveTo>
                    <a:pt x="396240" y="193548"/>
                  </a:moveTo>
                  <a:lnTo>
                    <a:pt x="358140" y="155448"/>
                  </a:lnTo>
                  <a:lnTo>
                    <a:pt x="323088" y="182880"/>
                  </a:lnTo>
                  <a:lnTo>
                    <a:pt x="0" y="182880"/>
                  </a:lnTo>
                  <a:lnTo>
                    <a:pt x="15240" y="198120"/>
                  </a:lnTo>
                  <a:lnTo>
                    <a:pt x="25831" y="196126"/>
                  </a:lnTo>
                  <a:lnTo>
                    <a:pt x="37147" y="194691"/>
                  </a:lnTo>
                  <a:lnTo>
                    <a:pt x="49314" y="193840"/>
                  </a:lnTo>
                  <a:lnTo>
                    <a:pt x="62484" y="193548"/>
                  </a:lnTo>
                  <a:lnTo>
                    <a:pt x="396240" y="193548"/>
                  </a:lnTo>
                  <a:close/>
                </a:path>
                <a:path w="845820" h="413385">
                  <a:moveTo>
                    <a:pt x="669023" y="147828"/>
                  </a:moveTo>
                  <a:lnTo>
                    <a:pt x="627875" y="126492"/>
                  </a:lnTo>
                  <a:lnTo>
                    <a:pt x="628129" y="147828"/>
                  </a:lnTo>
                  <a:lnTo>
                    <a:pt x="629170" y="184581"/>
                  </a:lnTo>
                  <a:lnTo>
                    <a:pt x="629285" y="192786"/>
                  </a:lnTo>
                  <a:lnTo>
                    <a:pt x="629170" y="331787"/>
                  </a:lnTo>
                  <a:lnTo>
                    <a:pt x="628637" y="353377"/>
                  </a:lnTo>
                  <a:lnTo>
                    <a:pt x="628116" y="380415"/>
                  </a:lnTo>
                  <a:lnTo>
                    <a:pt x="627875" y="413004"/>
                  </a:lnTo>
                  <a:lnTo>
                    <a:pt x="656831" y="394716"/>
                  </a:lnTo>
                  <a:lnTo>
                    <a:pt x="655955" y="378739"/>
                  </a:lnTo>
                  <a:lnTo>
                    <a:pt x="655497" y="362902"/>
                  </a:lnTo>
                  <a:lnTo>
                    <a:pt x="655396" y="353377"/>
                  </a:lnTo>
                  <a:lnTo>
                    <a:pt x="655307" y="158496"/>
                  </a:lnTo>
                  <a:lnTo>
                    <a:pt x="669023" y="147828"/>
                  </a:lnTo>
                  <a:close/>
                </a:path>
                <a:path w="845820" h="413385">
                  <a:moveTo>
                    <a:pt x="845807" y="181356"/>
                  </a:moveTo>
                  <a:lnTo>
                    <a:pt x="798182" y="167449"/>
                  </a:lnTo>
                  <a:lnTo>
                    <a:pt x="748271" y="138684"/>
                  </a:lnTo>
                  <a:lnTo>
                    <a:pt x="697598" y="93916"/>
                  </a:lnTo>
                  <a:lnTo>
                    <a:pt x="656958" y="42672"/>
                  </a:lnTo>
                  <a:lnTo>
                    <a:pt x="649211" y="32004"/>
                  </a:lnTo>
                  <a:lnTo>
                    <a:pt x="665975" y="21336"/>
                  </a:lnTo>
                  <a:lnTo>
                    <a:pt x="629399" y="0"/>
                  </a:lnTo>
                  <a:lnTo>
                    <a:pt x="618502" y="28003"/>
                  </a:lnTo>
                  <a:lnTo>
                    <a:pt x="603872" y="57150"/>
                  </a:lnTo>
                  <a:lnTo>
                    <a:pt x="562343" y="118872"/>
                  </a:lnTo>
                  <a:lnTo>
                    <a:pt x="535749" y="149161"/>
                  </a:lnTo>
                  <a:lnTo>
                    <a:pt x="506145" y="176022"/>
                  </a:lnTo>
                  <a:lnTo>
                    <a:pt x="473405" y="199453"/>
                  </a:lnTo>
                  <a:lnTo>
                    <a:pt x="437375" y="219456"/>
                  </a:lnTo>
                  <a:lnTo>
                    <a:pt x="438899" y="227076"/>
                  </a:lnTo>
                  <a:lnTo>
                    <a:pt x="474649" y="210502"/>
                  </a:lnTo>
                  <a:lnTo>
                    <a:pt x="534708" y="173926"/>
                  </a:lnTo>
                  <a:lnTo>
                    <a:pt x="581850" y="131406"/>
                  </a:lnTo>
                  <a:lnTo>
                    <a:pt x="624662" y="75488"/>
                  </a:lnTo>
                  <a:lnTo>
                    <a:pt x="644639" y="42672"/>
                  </a:lnTo>
                  <a:lnTo>
                    <a:pt x="662927" y="72986"/>
                  </a:lnTo>
                  <a:lnTo>
                    <a:pt x="699503" y="123901"/>
                  </a:lnTo>
                  <a:lnTo>
                    <a:pt x="736968" y="163385"/>
                  </a:lnTo>
                  <a:lnTo>
                    <a:pt x="781024" y="196011"/>
                  </a:lnTo>
                  <a:lnTo>
                    <a:pt x="806183" y="210312"/>
                  </a:lnTo>
                  <a:lnTo>
                    <a:pt x="813028" y="201193"/>
                  </a:lnTo>
                  <a:lnTo>
                    <a:pt x="821994" y="194500"/>
                  </a:lnTo>
                  <a:lnTo>
                    <a:pt x="832980" y="190385"/>
                  </a:lnTo>
                  <a:lnTo>
                    <a:pt x="845807" y="188976"/>
                  </a:lnTo>
                  <a:lnTo>
                    <a:pt x="845807" y="181356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54" name="object 54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6382512" y="5573268"/>
              <a:ext cx="856487" cy="419099"/>
            </a:xfrm>
            <a:prstGeom prst="rect">
              <a:avLst/>
            </a:prstGeom>
          </p:spPr>
        </p:pic>
      </p:grpSp>
      <p:grpSp>
        <p:nvGrpSpPr>
          <p:cNvPr id="55" name="object 55"/>
          <p:cNvGrpSpPr/>
          <p:nvPr/>
        </p:nvGrpSpPr>
        <p:grpSpPr>
          <a:xfrm>
            <a:off x="7299959" y="5585460"/>
            <a:ext cx="386080" cy="393700"/>
            <a:chOff x="7299959" y="5585460"/>
            <a:chExt cx="386080" cy="393700"/>
          </a:xfrm>
        </p:grpSpPr>
        <p:sp>
          <p:nvSpPr>
            <p:cNvPr id="56" name="object 56"/>
            <p:cNvSpPr/>
            <p:nvPr/>
          </p:nvSpPr>
          <p:spPr>
            <a:xfrm>
              <a:off x="7306055" y="5591556"/>
              <a:ext cx="373380" cy="381000"/>
            </a:xfrm>
            <a:custGeom>
              <a:avLst/>
              <a:gdLst/>
              <a:ahLst/>
              <a:cxnLst/>
              <a:rect l="l" t="t" r="r" b="b"/>
              <a:pathLst>
                <a:path w="373379" h="381000">
                  <a:moveTo>
                    <a:pt x="24384" y="380999"/>
                  </a:moveTo>
                  <a:lnTo>
                    <a:pt x="0" y="358139"/>
                  </a:lnTo>
                  <a:lnTo>
                    <a:pt x="10668" y="347472"/>
                  </a:lnTo>
                  <a:lnTo>
                    <a:pt x="10668" y="105156"/>
                  </a:lnTo>
                  <a:lnTo>
                    <a:pt x="10477" y="58483"/>
                  </a:lnTo>
                  <a:lnTo>
                    <a:pt x="10025" y="34647"/>
                  </a:lnTo>
                  <a:lnTo>
                    <a:pt x="9144" y="10668"/>
                  </a:lnTo>
                  <a:lnTo>
                    <a:pt x="35052" y="24384"/>
                  </a:lnTo>
                  <a:lnTo>
                    <a:pt x="303275" y="24384"/>
                  </a:lnTo>
                  <a:lnTo>
                    <a:pt x="329183" y="0"/>
                  </a:lnTo>
                  <a:lnTo>
                    <a:pt x="359663" y="35052"/>
                  </a:lnTo>
                  <a:lnTo>
                    <a:pt x="240792" y="35052"/>
                  </a:lnTo>
                  <a:lnTo>
                    <a:pt x="240792" y="242316"/>
                  </a:lnTo>
                  <a:lnTo>
                    <a:pt x="241934" y="257198"/>
                  </a:lnTo>
                  <a:lnTo>
                    <a:pt x="245363" y="267652"/>
                  </a:lnTo>
                  <a:lnTo>
                    <a:pt x="251078" y="273819"/>
                  </a:lnTo>
                  <a:lnTo>
                    <a:pt x="259080" y="275844"/>
                  </a:lnTo>
                  <a:lnTo>
                    <a:pt x="306324" y="275844"/>
                  </a:lnTo>
                  <a:lnTo>
                    <a:pt x="329183" y="195072"/>
                  </a:lnTo>
                  <a:lnTo>
                    <a:pt x="336804" y="195072"/>
                  </a:lnTo>
                  <a:lnTo>
                    <a:pt x="339852" y="243840"/>
                  </a:lnTo>
                  <a:lnTo>
                    <a:pt x="361187" y="271272"/>
                  </a:lnTo>
                  <a:lnTo>
                    <a:pt x="353139" y="282154"/>
                  </a:lnTo>
                  <a:lnTo>
                    <a:pt x="342519" y="289750"/>
                  </a:lnTo>
                  <a:lnTo>
                    <a:pt x="329041" y="294203"/>
                  </a:lnTo>
                  <a:lnTo>
                    <a:pt x="312420" y="295656"/>
                  </a:lnTo>
                  <a:lnTo>
                    <a:pt x="248411" y="295656"/>
                  </a:lnTo>
                  <a:lnTo>
                    <a:pt x="234434" y="292488"/>
                  </a:lnTo>
                  <a:lnTo>
                    <a:pt x="224599" y="285178"/>
                  </a:lnTo>
                  <a:lnTo>
                    <a:pt x="219051" y="273581"/>
                  </a:lnTo>
                  <a:lnTo>
                    <a:pt x="217932" y="257556"/>
                  </a:lnTo>
                  <a:lnTo>
                    <a:pt x="217932" y="35052"/>
                  </a:lnTo>
                  <a:lnTo>
                    <a:pt x="144780" y="35052"/>
                  </a:lnTo>
                  <a:lnTo>
                    <a:pt x="143827" y="87630"/>
                  </a:lnTo>
                  <a:lnTo>
                    <a:pt x="141732" y="135636"/>
                  </a:lnTo>
                  <a:lnTo>
                    <a:pt x="133731" y="181356"/>
                  </a:lnTo>
                  <a:lnTo>
                    <a:pt x="118872" y="227076"/>
                  </a:lnTo>
                  <a:lnTo>
                    <a:pt x="93916" y="272986"/>
                  </a:lnTo>
                  <a:lnTo>
                    <a:pt x="56388" y="320039"/>
                  </a:lnTo>
                  <a:lnTo>
                    <a:pt x="50292" y="313944"/>
                  </a:lnTo>
                  <a:lnTo>
                    <a:pt x="66270" y="290488"/>
                  </a:lnTo>
                  <a:lnTo>
                    <a:pt x="79819" y="268033"/>
                  </a:lnTo>
                  <a:lnTo>
                    <a:pt x="99060" y="225552"/>
                  </a:lnTo>
                  <a:lnTo>
                    <a:pt x="110490" y="184594"/>
                  </a:lnTo>
                  <a:lnTo>
                    <a:pt x="117348" y="140208"/>
                  </a:lnTo>
                  <a:lnTo>
                    <a:pt x="119443" y="91059"/>
                  </a:lnTo>
                  <a:lnTo>
                    <a:pt x="120396" y="35052"/>
                  </a:lnTo>
                  <a:lnTo>
                    <a:pt x="35052" y="35052"/>
                  </a:lnTo>
                  <a:lnTo>
                    <a:pt x="35052" y="353568"/>
                  </a:lnTo>
                  <a:lnTo>
                    <a:pt x="310896" y="353568"/>
                  </a:lnTo>
                  <a:lnTo>
                    <a:pt x="336804" y="327660"/>
                  </a:lnTo>
                  <a:lnTo>
                    <a:pt x="373380" y="364236"/>
                  </a:lnTo>
                  <a:lnTo>
                    <a:pt x="36576" y="364236"/>
                  </a:lnTo>
                  <a:lnTo>
                    <a:pt x="24384" y="380999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7" name="object 57"/>
            <p:cNvSpPr/>
            <p:nvPr/>
          </p:nvSpPr>
          <p:spPr>
            <a:xfrm>
              <a:off x="7306055" y="5591556"/>
              <a:ext cx="373380" cy="381000"/>
            </a:xfrm>
            <a:custGeom>
              <a:avLst/>
              <a:gdLst/>
              <a:ahLst/>
              <a:cxnLst/>
              <a:rect l="l" t="t" r="r" b="b"/>
              <a:pathLst>
                <a:path w="373379" h="381000">
                  <a:moveTo>
                    <a:pt x="10668" y="105156"/>
                  </a:moveTo>
                  <a:lnTo>
                    <a:pt x="10644" y="82034"/>
                  </a:lnTo>
                  <a:lnTo>
                    <a:pt x="10477" y="58483"/>
                  </a:lnTo>
                  <a:lnTo>
                    <a:pt x="10025" y="34647"/>
                  </a:lnTo>
                  <a:lnTo>
                    <a:pt x="9144" y="10668"/>
                  </a:lnTo>
                  <a:lnTo>
                    <a:pt x="35052" y="24384"/>
                  </a:lnTo>
                  <a:lnTo>
                    <a:pt x="303275" y="24384"/>
                  </a:lnTo>
                  <a:lnTo>
                    <a:pt x="329183" y="0"/>
                  </a:lnTo>
                  <a:lnTo>
                    <a:pt x="359663" y="35052"/>
                  </a:lnTo>
                  <a:lnTo>
                    <a:pt x="240792" y="35052"/>
                  </a:lnTo>
                  <a:lnTo>
                    <a:pt x="240792" y="242316"/>
                  </a:lnTo>
                  <a:lnTo>
                    <a:pt x="241934" y="257198"/>
                  </a:lnTo>
                  <a:lnTo>
                    <a:pt x="245363" y="267652"/>
                  </a:lnTo>
                  <a:lnTo>
                    <a:pt x="251078" y="273819"/>
                  </a:lnTo>
                  <a:lnTo>
                    <a:pt x="259080" y="275844"/>
                  </a:lnTo>
                  <a:lnTo>
                    <a:pt x="306324" y="275844"/>
                  </a:lnTo>
                  <a:lnTo>
                    <a:pt x="325754" y="234291"/>
                  </a:lnTo>
                  <a:lnTo>
                    <a:pt x="329183" y="195072"/>
                  </a:lnTo>
                  <a:lnTo>
                    <a:pt x="336804" y="195072"/>
                  </a:lnTo>
                  <a:lnTo>
                    <a:pt x="339852" y="243840"/>
                  </a:lnTo>
                  <a:lnTo>
                    <a:pt x="361187" y="271272"/>
                  </a:lnTo>
                  <a:lnTo>
                    <a:pt x="353139" y="282154"/>
                  </a:lnTo>
                  <a:lnTo>
                    <a:pt x="342519" y="289750"/>
                  </a:lnTo>
                  <a:lnTo>
                    <a:pt x="329041" y="294203"/>
                  </a:lnTo>
                  <a:lnTo>
                    <a:pt x="312420" y="295656"/>
                  </a:lnTo>
                  <a:lnTo>
                    <a:pt x="248411" y="295656"/>
                  </a:lnTo>
                  <a:lnTo>
                    <a:pt x="234434" y="292488"/>
                  </a:lnTo>
                  <a:lnTo>
                    <a:pt x="224599" y="285178"/>
                  </a:lnTo>
                  <a:lnTo>
                    <a:pt x="219051" y="273581"/>
                  </a:lnTo>
                  <a:lnTo>
                    <a:pt x="217932" y="257556"/>
                  </a:lnTo>
                  <a:lnTo>
                    <a:pt x="217932" y="35052"/>
                  </a:lnTo>
                  <a:lnTo>
                    <a:pt x="144780" y="35052"/>
                  </a:lnTo>
                  <a:lnTo>
                    <a:pt x="143827" y="87630"/>
                  </a:lnTo>
                  <a:lnTo>
                    <a:pt x="141732" y="135636"/>
                  </a:lnTo>
                  <a:lnTo>
                    <a:pt x="133731" y="181356"/>
                  </a:lnTo>
                  <a:lnTo>
                    <a:pt x="118872" y="227076"/>
                  </a:lnTo>
                  <a:lnTo>
                    <a:pt x="93916" y="272986"/>
                  </a:lnTo>
                  <a:lnTo>
                    <a:pt x="56388" y="320039"/>
                  </a:lnTo>
                  <a:lnTo>
                    <a:pt x="50292" y="313944"/>
                  </a:lnTo>
                  <a:lnTo>
                    <a:pt x="66270" y="290488"/>
                  </a:lnTo>
                  <a:lnTo>
                    <a:pt x="79819" y="268033"/>
                  </a:lnTo>
                  <a:lnTo>
                    <a:pt x="99060" y="225552"/>
                  </a:lnTo>
                  <a:lnTo>
                    <a:pt x="110490" y="184594"/>
                  </a:lnTo>
                  <a:lnTo>
                    <a:pt x="117348" y="140208"/>
                  </a:lnTo>
                  <a:lnTo>
                    <a:pt x="119443" y="91059"/>
                  </a:lnTo>
                  <a:lnTo>
                    <a:pt x="120396" y="35052"/>
                  </a:lnTo>
                  <a:lnTo>
                    <a:pt x="35052" y="35052"/>
                  </a:lnTo>
                  <a:lnTo>
                    <a:pt x="35052" y="353568"/>
                  </a:lnTo>
                  <a:lnTo>
                    <a:pt x="310896" y="353568"/>
                  </a:lnTo>
                  <a:lnTo>
                    <a:pt x="336804" y="327660"/>
                  </a:lnTo>
                  <a:lnTo>
                    <a:pt x="373380" y="364236"/>
                  </a:lnTo>
                  <a:lnTo>
                    <a:pt x="36576" y="364236"/>
                  </a:lnTo>
                  <a:lnTo>
                    <a:pt x="24384" y="380999"/>
                  </a:lnTo>
                  <a:lnTo>
                    <a:pt x="0" y="358139"/>
                  </a:lnTo>
                  <a:lnTo>
                    <a:pt x="10668" y="347472"/>
                  </a:lnTo>
                  <a:lnTo>
                    <a:pt x="10668" y="105156"/>
                  </a:lnTo>
                  <a:close/>
                </a:path>
              </a:pathLst>
            </a:custGeom>
            <a:ln w="1219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58" name="object 58"/>
          <p:cNvGrpSpPr/>
          <p:nvPr/>
        </p:nvGrpSpPr>
        <p:grpSpPr>
          <a:xfrm>
            <a:off x="7726680" y="5588508"/>
            <a:ext cx="421005" cy="394970"/>
            <a:chOff x="7726680" y="5588508"/>
            <a:chExt cx="421005" cy="394970"/>
          </a:xfrm>
        </p:grpSpPr>
        <p:sp>
          <p:nvSpPr>
            <p:cNvPr id="59" name="object 59"/>
            <p:cNvSpPr/>
            <p:nvPr/>
          </p:nvSpPr>
          <p:spPr>
            <a:xfrm>
              <a:off x="7732775" y="5594604"/>
              <a:ext cx="408940" cy="382905"/>
            </a:xfrm>
            <a:custGeom>
              <a:avLst/>
              <a:gdLst/>
              <a:ahLst/>
              <a:cxnLst/>
              <a:rect l="l" t="t" r="r" b="b"/>
              <a:pathLst>
                <a:path w="408940" h="382904">
                  <a:moveTo>
                    <a:pt x="240792" y="36576"/>
                  </a:moveTo>
                  <a:lnTo>
                    <a:pt x="225552" y="21336"/>
                  </a:lnTo>
                  <a:lnTo>
                    <a:pt x="347472" y="21336"/>
                  </a:lnTo>
                  <a:lnTo>
                    <a:pt x="359664" y="6096"/>
                  </a:lnTo>
                  <a:lnTo>
                    <a:pt x="385572" y="25908"/>
                  </a:lnTo>
                  <a:lnTo>
                    <a:pt x="378605" y="32004"/>
                  </a:lnTo>
                  <a:lnTo>
                    <a:pt x="283464" y="32004"/>
                  </a:lnTo>
                  <a:lnTo>
                    <a:pt x="272295" y="32289"/>
                  </a:lnTo>
                  <a:lnTo>
                    <a:pt x="261556" y="33147"/>
                  </a:lnTo>
                  <a:lnTo>
                    <a:pt x="251102" y="34575"/>
                  </a:lnTo>
                  <a:lnTo>
                    <a:pt x="240792" y="36576"/>
                  </a:lnTo>
                  <a:close/>
                </a:path>
                <a:path w="408940" h="382904">
                  <a:moveTo>
                    <a:pt x="374030" y="146304"/>
                  </a:moveTo>
                  <a:lnTo>
                    <a:pt x="350520" y="146304"/>
                  </a:lnTo>
                  <a:lnTo>
                    <a:pt x="350520" y="32004"/>
                  </a:lnTo>
                  <a:lnTo>
                    <a:pt x="378605" y="32004"/>
                  </a:lnTo>
                  <a:lnTo>
                    <a:pt x="373380" y="36576"/>
                  </a:lnTo>
                  <a:lnTo>
                    <a:pt x="373403" y="79176"/>
                  </a:lnTo>
                  <a:lnTo>
                    <a:pt x="373570" y="115633"/>
                  </a:lnTo>
                  <a:lnTo>
                    <a:pt x="374030" y="146304"/>
                  </a:lnTo>
                  <a:close/>
                </a:path>
                <a:path w="408940" h="382904">
                  <a:moveTo>
                    <a:pt x="367284" y="365760"/>
                  </a:moveTo>
                  <a:lnTo>
                    <a:pt x="277368" y="365760"/>
                  </a:lnTo>
                  <a:lnTo>
                    <a:pt x="257627" y="364021"/>
                  </a:lnTo>
                  <a:lnTo>
                    <a:pt x="244030" y="356425"/>
                  </a:lnTo>
                  <a:lnTo>
                    <a:pt x="236434" y="342828"/>
                  </a:lnTo>
                  <a:lnTo>
                    <a:pt x="234696" y="323088"/>
                  </a:lnTo>
                  <a:lnTo>
                    <a:pt x="234434" y="253650"/>
                  </a:lnTo>
                  <a:lnTo>
                    <a:pt x="233743" y="198501"/>
                  </a:lnTo>
                  <a:lnTo>
                    <a:pt x="232739" y="156972"/>
                  </a:lnTo>
                  <a:lnTo>
                    <a:pt x="231648" y="131064"/>
                  </a:lnTo>
                  <a:lnTo>
                    <a:pt x="256032" y="146304"/>
                  </a:lnTo>
                  <a:lnTo>
                    <a:pt x="374030" y="146304"/>
                  </a:lnTo>
                  <a:lnTo>
                    <a:pt x="374412" y="156972"/>
                  </a:lnTo>
                  <a:lnTo>
                    <a:pt x="256032" y="156972"/>
                  </a:lnTo>
                  <a:lnTo>
                    <a:pt x="256032" y="316992"/>
                  </a:lnTo>
                  <a:lnTo>
                    <a:pt x="257984" y="330088"/>
                  </a:lnTo>
                  <a:lnTo>
                    <a:pt x="263652" y="339471"/>
                  </a:lnTo>
                  <a:lnTo>
                    <a:pt x="272748" y="344852"/>
                  </a:lnTo>
                  <a:lnTo>
                    <a:pt x="284988" y="345948"/>
                  </a:lnTo>
                  <a:lnTo>
                    <a:pt x="405280" y="345948"/>
                  </a:lnTo>
                  <a:lnTo>
                    <a:pt x="400931" y="352258"/>
                  </a:lnTo>
                  <a:lnTo>
                    <a:pt x="391858" y="359854"/>
                  </a:lnTo>
                  <a:lnTo>
                    <a:pt x="380785" y="364307"/>
                  </a:lnTo>
                  <a:lnTo>
                    <a:pt x="367284" y="365760"/>
                  </a:lnTo>
                  <a:close/>
                </a:path>
                <a:path w="408940" h="382904">
                  <a:moveTo>
                    <a:pt x="350520" y="181356"/>
                  </a:moveTo>
                  <a:lnTo>
                    <a:pt x="350520" y="156972"/>
                  </a:lnTo>
                  <a:lnTo>
                    <a:pt x="374412" y="156972"/>
                  </a:lnTo>
                  <a:lnTo>
                    <a:pt x="374904" y="170688"/>
                  </a:lnTo>
                  <a:lnTo>
                    <a:pt x="350520" y="181356"/>
                  </a:lnTo>
                  <a:close/>
                </a:path>
                <a:path w="408940" h="382904">
                  <a:moveTo>
                    <a:pt x="405280" y="345948"/>
                  </a:moveTo>
                  <a:lnTo>
                    <a:pt x="362712" y="345948"/>
                  </a:lnTo>
                  <a:lnTo>
                    <a:pt x="368808" y="339852"/>
                  </a:lnTo>
                  <a:lnTo>
                    <a:pt x="371856" y="329184"/>
                  </a:lnTo>
                  <a:lnTo>
                    <a:pt x="372974" y="318516"/>
                  </a:lnTo>
                  <a:lnTo>
                    <a:pt x="374142" y="303657"/>
                  </a:lnTo>
                  <a:lnTo>
                    <a:pt x="375285" y="285035"/>
                  </a:lnTo>
                  <a:lnTo>
                    <a:pt x="376428" y="262128"/>
                  </a:lnTo>
                  <a:lnTo>
                    <a:pt x="385572" y="262128"/>
                  </a:lnTo>
                  <a:lnTo>
                    <a:pt x="387500" y="307347"/>
                  </a:lnTo>
                  <a:lnTo>
                    <a:pt x="408432" y="341376"/>
                  </a:lnTo>
                  <a:lnTo>
                    <a:pt x="405280" y="345948"/>
                  </a:lnTo>
                  <a:close/>
                </a:path>
                <a:path w="408940" h="382904">
                  <a:moveTo>
                    <a:pt x="15240" y="36576"/>
                  </a:moveTo>
                  <a:lnTo>
                    <a:pt x="0" y="21336"/>
                  </a:lnTo>
                  <a:lnTo>
                    <a:pt x="175260" y="21336"/>
                  </a:lnTo>
                  <a:lnTo>
                    <a:pt x="196596" y="0"/>
                  </a:lnTo>
                  <a:lnTo>
                    <a:pt x="224028" y="32004"/>
                  </a:lnTo>
                  <a:lnTo>
                    <a:pt x="56388" y="32004"/>
                  </a:lnTo>
                  <a:lnTo>
                    <a:pt x="45243" y="32289"/>
                  </a:lnTo>
                  <a:lnTo>
                    <a:pt x="34671" y="33147"/>
                  </a:lnTo>
                  <a:lnTo>
                    <a:pt x="24669" y="34575"/>
                  </a:lnTo>
                  <a:lnTo>
                    <a:pt x="15240" y="36576"/>
                  </a:lnTo>
                  <a:close/>
                </a:path>
                <a:path w="408940" h="382904">
                  <a:moveTo>
                    <a:pt x="100584" y="86868"/>
                  </a:moveTo>
                  <a:lnTo>
                    <a:pt x="79248" y="86868"/>
                  </a:lnTo>
                  <a:lnTo>
                    <a:pt x="79248" y="32004"/>
                  </a:lnTo>
                  <a:lnTo>
                    <a:pt x="100584" y="32004"/>
                  </a:lnTo>
                  <a:lnTo>
                    <a:pt x="100584" y="86868"/>
                  </a:lnTo>
                  <a:close/>
                </a:path>
                <a:path w="408940" h="382904">
                  <a:moveTo>
                    <a:pt x="144780" y="86868"/>
                  </a:moveTo>
                  <a:lnTo>
                    <a:pt x="124968" y="86868"/>
                  </a:lnTo>
                  <a:lnTo>
                    <a:pt x="124968" y="32004"/>
                  </a:lnTo>
                  <a:lnTo>
                    <a:pt x="144780" y="32004"/>
                  </a:lnTo>
                  <a:lnTo>
                    <a:pt x="144780" y="86868"/>
                  </a:lnTo>
                  <a:close/>
                </a:path>
                <a:path w="408940" h="382904">
                  <a:moveTo>
                    <a:pt x="203345" y="86868"/>
                  </a:moveTo>
                  <a:lnTo>
                    <a:pt x="173736" y="86868"/>
                  </a:lnTo>
                  <a:lnTo>
                    <a:pt x="185928" y="71628"/>
                  </a:lnTo>
                  <a:lnTo>
                    <a:pt x="203345" y="86868"/>
                  </a:lnTo>
                  <a:close/>
                </a:path>
                <a:path w="408940" h="382904">
                  <a:moveTo>
                    <a:pt x="25908" y="382524"/>
                  </a:moveTo>
                  <a:lnTo>
                    <a:pt x="26146" y="352496"/>
                  </a:lnTo>
                  <a:lnTo>
                    <a:pt x="26670" y="317182"/>
                  </a:lnTo>
                  <a:lnTo>
                    <a:pt x="27193" y="276439"/>
                  </a:lnTo>
                  <a:lnTo>
                    <a:pt x="27275" y="260604"/>
                  </a:lnTo>
                  <a:lnTo>
                    <a:pt x="27351" y="168402"/>
                  </a:lnTo>
                  <a:lnTo>
                    <a:pt x="27241" y="140779"/>
                  </a:lnTo>
                  <a:lnTo>
                    <a:pt x="26789" y="104322"/>
                  </a:lnTo>
                  <a:lnTo>
                    <a:pt x="25908" y="73152"/>
                  </a:lnTo>
                  <a:lnTo>
                    <a:pt x="50292" y="86868"/>
                  </a:lnTo>
                  <a:lnTo>
                    <a:pt x="203345" y="86868"/>
                  </a:lnTo>
                  <a:lnTo>
                    <a:pt x="210312" y="92964"/>
                  </a:lnTo>
                  <a:lnTo>
                    <a:pt x="204216" y="97536"/>
                  </a:lnTo>
                  <a:lnTo>
                    <a:pt x="50292" y="97536"/>
                  </a:lnTo>
                  <a:lnTo>
                    <a:pt x="50292" y="216407"/>
                  </a:lnTo>
                  <a:lnTo>
                    <a:pt x="59556" y="216407"/>
                  </a:lnTo>
                  <a:lnTo>
                    <a:pt x="50292" y="225552"/>
                  </a:lnTo>
                  <a:lnTo>
                    <a:pt x="50292" y="249936"/>
                  </a:lnTo>
                  <a:lnTo>
                    <a:pt x="198231" y="249936"/>
                  </a:lnTo>
                  <a:lnTo>
                    <a:pt x="198278" y="260604"/>
                  </a:lnTo>
                  <a:lnTo>
                    <a:pt x="50292" y="260604"/>
                  </a:lnTo>
                  <a:lnTo>
                    <a:pt x="50292" y="327660"/>
                  </a:lnTo>
                  <a:lnTo>
                    <a:pt x="198756" y="327660"/>
                  </a:lnTo>
                  <a:lnTo>
                    <a:pt x="198857" y="336804"/>
                  </a:lnTo>
                  <a:lnTo>
                    <a:pt x="50292" y="336804"/>
                  </a:lnTo>
                  <a:lnTo>
                    <a:pt x="50292" y="373380"/>
                  </a:lnTo>
                  <a:lnTo>
                    <a:pt x="25908" y="382524"/>
                  </a:lnTo>
                  <a:close/>
                </a:path>
                <a:path w="408940" h="382904">
                  <a:moveTo>
                    <a:pt x="59556" y="216407"/>
                  </a:moveTo>
                  <a:lnTo>
                    <a:pt x="50292" y="216407"/>
                  </a:lnTo>
                  <a:lnTo>
                    <a:pt x="63174" y="195262"/>
                  </a:lnTo>
                  <a:lnTo>
                    <a:pt x="72199" y="168402"/>
                  </a:lnTo>
                  <a:lnTo>
                    <a:pt x="77509" y="135826"/>
                  </a:lnTo>
                  <a:lnTo>
                    <a:pt x="79248" y="97536"/>
                  </a:lnTo>
                  <a:lnTo>
                    <a:pt x="100584" y="97536"/>
                  </a:lnTo>
                  <a:lnTo>
                    <a:pt x="97440" y="139827"/>
                  </a:lnTo>
                  <a:lnTo>
                    <a:pt x="88011" y="175260"/>
                  </a:lnTo>
                  <a:lnTo>
                    <a:pt x="72294" y="203835"/>
                  </a:lnTo>
                  <a:lnTo>
                    <a:pt x="59556" y="216407"/>
                  </a:lnTo>
                  <a:close/>
                </a:path>
                <a:path w="408940" h="382904">
                  <a:moveTo>
                    <a:pt x="198231" y="249936"/>
                  </a:moveTo>
                  <a:lnTo>
                    <a:pt x="175260" y="249936"/>
                  </a:lnTo>
                  <a:lnTo>
                    <a:pt x="175260" y="211836"/>
                  </a:lnTo>
                  <a:lnTo>
                    <a:pt x="150876" y="211836"/>
                  </a:lnTo>
                  <a:lnTo>
                    <a:pt x="124968" y="97536"/>
                  </a:lnTo>
                  <a:lnTo>
                    <a:pt x="144780" y="97536"/>
                  </a:lnTo>
                  <a:lnTo>
                    <a:pt x="144780" y="187452"/>
                  </a:lnTo>
                  <a:lnTo>
                    <a:pt x="149352" y="193548"/>
                  </a:lnTo>
                  <a:lnTo>
                    <a:pt x="198148" y="193548"/>
                  </a:lnTo>
                  <a:lnTo>
                    <a:pt x="198231" y="249936"/>
                  </a:lnTo>
                  <a:close/>
                </a:path>
                <a:path w="408940" h="382904">
                  <a:moveTo>
                    <a:pt x="198148" y="193548"/>
                  </a:moveTo>
                  <a:lnTo>
                    <a:pt x="175260" y="193548"/>
                  </a:lnTo>
                  <a:lnTo>
                    <a:pt x="175260" y="97536"/>
                  </a:lnTo>
                  <a:lnTo>
                    <a:pt x="204216" y="97536"/>
                  </a:lnTo>
                  <a:lnTo>
                    <a:pt x="198120" y="102108"/>
                  </a:lnTo>
                  <a:lnTo>
                    <a:pt x="198148" y="193548"/>
                  </a:lnTo>
                  <a:close/>
                </a:path>
                <a:path w="408940" h="382904">
                  <a:moveTo>
                    <a:pt x="198756" y="327660"/>
                  </a:moveTo>
                  <a:lnTo>
                    <a:pt x="175260" y="327660"/>
                  </a:lnTo>
                  <a:lnTo>
                    <a:pt x="175260" y="260604"/>
                  </a:lnTo>
                  <a:lnTo>
                    <a:pt x="198278" y="260604"/>
                  </a:lnTo>
                  <a:lnTo>
                    <a:pt x="198449" y="299947"/>
                  </a:lnTo>
                  <a:lnTo>
                    <a:pt x="198756" y="327660"/>
                  </a:lnTo>
                  <a:close/>
                </a:path>
                <a:path w="408940" h="382904">
                  <a:moveTo>
                    <a:pt x="175260" y="381000"/>
                  </a:moveTo>
                  <a:lnTo>
                    <a:pt x="175260" y="336804"/>
                  </a:lnTo>
                  <a:lnTo>
                    <a:pt x="198857" y="336804"/>
                  </a:lnTo>
                  <a:lnTo>
                    <a:pt x="198900" y="340632"/>
                  </a:lnTo>
                  <a:lnTo>
                    <a:pt x="199644" y="368808"/>
                  </a:lnTo>
                  <a:lnTo>
                    <a:pt x="175260" y="38100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0" name="object 60"/>
            <p:cNvSpPr/>
            <p:nvPr/>
          </p:nvSpPr>
          <p:spPr>
            <a:xfrm>
              <a:off x="7958327" y="5600700"/>
              <a:ext cx="182880" cy="360045"/>
            </a:xfrm>
            <a:custGeom>
              <a:avLst/>
              <a:gdLst/>
              <a:ahLst/>
              <a:cxnLst/>
              <a:rect l="l" t="t" r="r" b="b"/>
              <a:pathLst>
                <a:path w="182879" h="360045">
                  <a:moveTo>
                    <a:pt x="147827" y="30480"/>
                  </a:moveTo>
                  <a:lnTo>
                    <a:pt x="147851" y="73080"/>
                  </a:lnTo>
                  <a:lnTo>
                    <a:pt x="148018" y="109537"/>
                  </a:lnTo>
                  <a:lnTo>
                    <a:pt x="148470" y="139993"/>
                  </a:lnTo>
                  <a:lnTo>
                    <a:pt x="149351" y="164592"/>
                  </a:lnTo>
                  <a:lnTo>
                    <a:pt x="124967" y="175260"/>
                  </a:lnTo>
                  <a:lnTo>
                    <a:pt x="124967" y="150876"/>
                  </a:lnTo>
                  <a:lnTo>
                    <a:pt x="30479" y="150876"/>
                  </a:lnTo>
                  <a:lnTo>
                    <a:pt x="30479" y="310896"/>
                  </a:lnTo>
                  <a:lnTo>
                    <a:pt x="32432" y="323992"/>
                  </a:lnTo>
                  <a:lnTo>
                    <a:pt x="38099" y="333374"/>
                  </a:lnTo>
                  <a:lnTo>
                    <a:pt x="47196" y="338756"/>
                  </a:lnTo>
                  <a:lnTo>
                    <a:pt x="59435" y="339852"/>
                  </a:lnTo>
                  <a:lnTo>
                    <a:pt x="128015" y="339852"/>
                  </a:lnTo>
                  <a:lnTo>
                    <a:pt x="137159" y="339852"/>
                  </a:lnTo>
                  <a:lnTo>
                    <a:pt x="148589" y="297561"/>
                  </a:lnTo>
                  <a:lnTo>
                    <a:pt x="150875" y="256032"/>
                  </a:lnTo>
                  <a:lnTo>
                    <a:pt x="160019" y="256032"/>
                  </a:lnTo>
                  <a:lnTo>
                    <a:pt x="161948" y="301251"/>
                  </a:lnTo>
                  <a:lnTo>
                    <a:pt x="182879" y="335280"/>
                  </a:lnTo>
                  <a:lnTo>
                    <a:pt x="175379" y="346162"/>
                  </a:lnTo>
                  <a:lnTo>
                    <a:pt x="166306" y="353758"/>
                  </a:lnTo>
                  <a:lnTo>
                    <a:pt x="155233" y="358211"/>
                  </a:lnTo>
                  <a:lnTo>
                    <a:pt x="141731" y="359664"/>
                  </a:lnTo>
                  <a:lnTo>
                    <a:pt x="51815" y="359664"/>
                  </a:lnTo>
                  <a:lnTo>
                    <a:pt x="10882" y="336732"/>
                  </a:lnTo>
                  <a:lnTo>
                    <a:pt x="8882" y="247554"/>
                  </a:lnTo>
                  <a:lnTo>
                    <a:pt x="8191" y="192405"/>
                  </a:lnTo>
                  <a:lnTo>
                    <a:pt x="7215" y="151542"/>
                  </a:lnTo>
                  <a:lnTo>
                    <a:pt x="6095" y="124968"/>
                  </a:lnTo>
                  <a:lnTo>
                    <a:pt x="30479" y="140208"/>
                  </a:lnTo>
                  <a:lnTo>
                    <a:pt x="124967" y="140208"/>
                  </a:lnTo>
                  <a:lnTo>
                    <a:pt x="124967" y="25908"/>
                  </a:lnTo>
                  <a:lnTo>
                    <a:pt x="57911" y="25908"/>
                  </a:lnTo>
                  <a:lnTo>
                    <a:pt x="46743" y="26193"/>
                  </a:lnTo>
                  <a:lnTo>
                    <a:pt x="36004" y="27051"/>
                  </a:lnTo>
                  <a:lnTo>
                    <a:pt x="25550" y="28479"/>
                  </a:lnTo>
                  <a:lnTo>
                    <a:pt x="15239" y="30480"/>
                  </a:lnTo>
                  <a:lnTo>
                    <a:pt x="0" y="15240"/>
                  </a:lnTo>
                  <a:lnTo>
                    <a:pt x="121919" y="15240"/>
                  </a:lnTo>
                  <a:lnTo>
                    <a:pt x="134111" y="0"/>
                  </a:lnTo>
                  <a:lnTo>
                    <a:pt x="160019" y="19812"/>
                  </a:lnTo>
                  <a:lnTo>
                    <a:pt x="147827" y="30480"/>
                  </a:lnTo>
                  <a:close/>
                </a:path>
              </a:pathLst>
            </a:custGeom>
            <a:ln w="1219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1" name="object 61"/>
            <p:cNvSpPr/>
            <p:nvPr/>
          </p:nvSpPr>
          <p:spPr>
            <a:xfrm>
              <a:off x="7732776" y="5594604"/>
              <a:ext cx="224154" cy="382905"/>
            </a:xfrm>
            <a:custGeom>
              <a:avLst/>
              <a:gdLst/>
              <a:ahLst/>
              <a:cxnLst/>
              <a:rect l="l" t="t" r="r" b="b"/>
              <a:pathLst>
                <a:path w="224154" h="382904">
                  <a:moveTo>
                    <a:pt x="198119" y="102108"/>
                  </a:moveTo>
                  <a:lnTo>
                    <a:pt x="198132" y="180758"/>
                  </a:lnTo>
                  <a:lnTo>
                    <a:pt x="198217" y="246680"/>
                  </a:lnTo>
                  <a:lnTo>
                    <a:pt x="198449" y="299947"/>
                  </a:lnTo>
                  <a:lnTo>
                    <a:pt x="198900" y="340632"/>
                  </a:lnTo>
                  <a:lnTo>
                    <a:pt x="199643" y="368808"/>
                  </a:lnTo>
                  <a:lnTo>
                    <a:pt x="175259" y="381000"/>
                  </a:lnTo>
                  <a:lnTo>
                    <a:pt x="175259" y="336803"/>
                  </a:lnTo>
                  <a:lnTo>
                    <a:pt x="50291" y="336803"/>
                  </a:lnTo>
                  <a:lnTo>
                    <a:pt x="50291" y="373380"/>
                  </a:lnTo>
                  <a:lnTo>
                    <a:pt x="25907" y="382524"/>
                  </a:lnTo>
                  <a:lnTo>
                    <a:pt x="26146" y="352496"/>
                  </a:lnTo>
                  <a:lnTo>
                    <a:pt x="26669" y="317182"/>
                  </a:lnTo>
                  <a:lnTo>
                    <a:pt x="27193" y="276439"/>
                  </a:lnTo>
                  <a:lnTo>
                    <a:pt x="27431" y="230124"/>
                  </a:lnTo>
                  <a:lnTo>
                    <a:pt x="27408" y="182665"/>
                  </a:lnTo>
                  <a:lnTo>
                    <a:pt x="27241" y="140779"/>
                  </a:lnTo>
                  <a:lnTo>
                    <a:pt x="26789" y="104322"/>
                  </a:lnTo>
                  <a:lnTo>
                    <a:pt x="25907" y="73152"/>
                  </a:lnTo>
                  <a:lnTo>
                    <a:pt x="50291" y="86868"/>
                  </a:lnTo>
                  <a:lnTo>
                    <a:pt x="79247" y="86868"/>
                  </a:lnTo>
                  <a:lnTo>
                    <a:pt x="79247" y="32004"/>
                  </a:lnTo>
                  <a:lnTo>
                    <a:pt x="56387" y="32004"/>
                  </a:lnTo>
                  <a:lnTo>
                    <a:pt x="45243" y="32289"/>
                  </a:lnTo>
                  <a:lnTo>
                    <a:pt x="34670" y="33147"/>
                  </a:lnTo>
                  <a:lnTo>
                    <a:pt x="24669" y="34575"/>
                  </a:lnTo>
                  <a:lnTo>
                    <a:pt x="15239" y="36576"/>
                  </a:lnTo>
                  <a:lnTo>
                    <a:pt x="0" y="21336"/>
                  </a:lnTo>
                  <a:lnTo>
                    <a:pt x="175259" y="21336"/>
                  </a:lnTo>
                  <a:lnTo>
                    <a:pt x="196595" y="0"/>
                  </a:lnTo>
                  <a:lnTo>
                    <a:pt x="224027" y="32004"/>
                  </a:lnTo>
                  <a:lnTo>
                    <a:pt x="144779" y="32004"/>
                  </a:lnTo>
                  <a:lnTo>
                    <a:pt x="144779" y="86868"/>
                  </a:lnTo>
                  <a:lnTo>
                    <a:pt x="173735" y="86868"/>
                  </a:lnTo>
                  <a:lnTo>
                    <a:pt x="185927" y="71628"/>
                  </a:lnTo>
                  <a:lnTo>
                    <a:pt x="210311" y="92964"/>
                  </a:lnTo>
                  <a:lnTo>
                    <a:pt x="198119" y="102108"/>
                  </a:lnTo>
                  <a:close/>
                </a:path>
              </a:pathLst>
            </a:custGeom>
            <a:ln w="1219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62" name="object 62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7776972" y="5620511"/>
              <a:ext cx="137160" cy="307848"/>
            </a:xfrm>
            <a:prstGeom prst="rect">
              <a:avLst/>
            </a:prstGeom>
          </p:spPr>
        </p:pic>
      </p:grpSp>
      <p:sp>
        <p:nvSpPr>
          <p:cNvPr id="63" name="object 63"/>
          <p:cNvSpPr/>
          <p:nvPr/>
        </p:nvSpPr>
        <p:spPr>
          <a:xfrm>
            <a:off x="8225028" y="5621083"/>
            <a:ext cx="148590" cy="294005"/>
          </a:xfrm>
          <a:custGeom>
            <a:avLst/>
            <a:gdLst/>
            <a:ahLst/>
            <a:cxnLst/>
            <a:rect l="l" t="t" r="r" b="b"/>
            <a:pathLst>
              <a:path w="148590" h="294004">
                <a:moveTo>
                  <a:pt x="25908" y="87820"/>
                </a:moveTo>
                <a:lnTo>
                  <a:pt x="13716" y="87820"/>
                </a:lnTo>
                <a:lnTo>
                  <a:pt x="9144" y="86296"/>
                </a:lnTo>
                <a:lnTo>
                  <a:pt x="4572" y="80200"/>
                </a:lnTo>
                <a:lnTo>
                  <a:pt x="0" y="75628"/>
                </a:lnTo>
                <a:lnTo>
                  <a:pt x="0" y="68008"/>
                </a:lnTo>
                <a:lnTo>
                  <a:pt x="1524" y="55816"/>
                </a:lnTo>
                <a:lnTo>
                  <a:pt x="28956" y="15763"/>
                </a:lnTo>
                <a:lnTo>
                  <a:pt x="66413" y="738"/>
                </a:lnTo>
                <a:lnTo>
                  <a:pt x="76009" y="0"/>
                </a:lnTo>
                <a:lnTo>
                  <a:pt x="85320" y="119"/>
                </a:lnTo>
                <a:lnTo>
                  <a:pt x="94488" y="952"/>
                </a:lnTo>
                <a:lnTo>
                  <a:pt x="103870" y="4095"/>
                </a:lnTo>
                <a:lnTo>
                  <a:pt x="113538" y="8953"/>
                </a:lnTo>
                <a:lnTo>
                  <a:pt x="117461" y="11620"/>
                </a:lnTo>
                <a:lnTo>
                  <a:pt x="73152" y="11620"/>
                </a:lnTo>
                <a:lnTo>
                  <a:pt x="63174" y="12453"/>
                </a:lnTo>
                <a:lnTo>
                  <a:pt x="28956" y="31432"/>
                </a:lnTo>
                <a:lnTo>
                  <a:pt x="21336" y="49720"/>
                </a:lnTo>
                <a:lnTo>
                  <a:pt x="24384" y="52768"/>
                </a:lnTo>
                <a:lnTo>
                  <a:pt x="30480" y="55816"/>
                </a:lnTo>
                <a:lnTo>
                  <a:pt x="35052" y="58864"/>
                </a:lnTo>
                <a:lnTo>
                  <a:pt x="36576" y="63436"/>
                </a:lnTo>
                <a:lnTo>
                  <a:pt x="36576" y="75628"/>
                </a:lnTo>
                <a:lnTo>
                  <a:pt x="35052" y="80200"/>
                </a:lnTo>
                <a:lnTo>
                  <a:pt x="28956" y="86296"/>
                </a:lnTo>
                <a:lnTo>
                  <a:pt x="25908" y="87820"/>
                </a:lnTo>
                <a:close/>
              </a:path>
              <a:path w="148590" h="294004">
                <a:moveTo>
                  <a:pt x="74676" y="209740"/>
                </a:moveTo>
                <a:lnTo>
                  <a:pt x="69556" y="206883"/>
                </a:lnTo>
                <a:lnTo>
                  <a:pt x="65722" y="200596"/>
                </a:lnTo>
                <a:lnTo>
                  <a:pt x="63317" y="190881"/>
                </a:lnTo>
                <a:lnTo>
                  <a:pt x="62484" y="177736"/>
                </a:lnTo>
                <a:lnTo>
                  <a:pt x="64174" y="162877"/>
                </a:lnTo>
                <a:lnTo>
                  <a:pt x="69151" y="148018"/>
                </a:lnTo>
                <a:lnTo>
                  <a:pt x="77271" y="133159"/>
                </a:lnTo>
                <a:lnTo>
                  <a:pt x="88392" y="118300"/>
                </a:lnTo>
                <a:lnTo>
                  <a:pt x="99560" y="104036"/>
                </a:lnTo>
                <a:lnTo>
                  <a:pt x="108013" y="91059"/>
                </a:lnTo>
                <a:lnTo>
                  <a:pt x="113895" y="79509"/>
                </a:lnTo>
                <a:lnTo>
                  <a:pt x="117348" y="69532"/>
                </a:lnTo>
                <a:lnTo>
                  <a:pt x="117387" y="68008"/>
                </a:lnTo>
                <a:lnTo>
                  <a:pt x="117508" y="58864"/>
                </a:lnTo>
                <a:lnTo>
                  <a:pt x="116014" y="49720"/>
                </a:lnTo>
                <a:lnTo>
                  <a:pt x="91059" y="15049"/>
                </a:lnTo>
                <a:lnTo>
                  <a:pt x="73152" y="11620"/>
                </a:lnTo>
                <a:lnTo>
                  <a:pt x="117461" y="11620"/>
                </a:lnTo>
                <a:lnTo>
                  <a:pt x="145923" y="44386"/>
                </a:lnTo>
                <a:lnTo>
                  <a:pt x="148326" y="55816"/>
                </a:lnTo>
                <a:lnTo>
                  <a:pt x="148301" y="59483"/>
                </a:lnTo>
                <a:lnTo>
                  <a:pt x="137731" y="97155"/>
                </a:lnTo>
                <a:lnTo>
                  <a:pt x="112776" y="125920"/>
                </a:lnTo>
                <a:lnTo>
                  <a:pt x="98464" y="141589"/>
                </a:lnTo>
                <a:lnTo>
                  <a:pt x="87439" y="160972"/>
                </a:lnTo>
                <a:lnTo>
                  <a:pt x="79557" y="183784"/>
                </a:lnTo>
                <a:lnTo>
                  <a:pt x="74676" y="209740"/>
                </a:lnTo>
                <a:close/>
              </a:path>
              <a:path w="148590" h="294004">
                <a:moveTo>
                  <a:pt x="76200" y="293560"/>
                </a:moveTo>
                <a:lnTo>
                  <a:pt x="67056" y="293560"/>
                </a:lnTo>
                <a:lnTo>
                  <a:pt x="60960" y="292036"/>
                </a:lnTo>
                <a:lnTo>
                  <a:pt x="42386" y="256293"/>
                </a:lnTo>
                <a:lnTo>
                  <a:pt x="43815" y="249555"/>
                </a:lnTo>
                <a:lnTo>
                  <a:pt x="46958" y="244244"/>
                </a:lnTo>
                <a:lnTo>
                  <a:pt x="51816" y="240220"/>
                </a:lnTo>
                <a:lnTo>
                  <a:pt x="67056" y="232600"/>
                </a:lnTo>
                <a:lnTo>
                  <a:pt x="76200" y="232600"/>
                </a:lnTo>
                <a:lnTo>
                  <a:pt x="102108" y="261556"/>
                </a:lnTo>
                <a:lnTo>
                  <a:pt x="101512" y="269867"/>
                </a:lnTo>
                <a:lnTo>
                  <a:pt x="99631" y="276606"/>
                </a:lnTo>
                <a:lnTo>
                  <a:pt x="96321" y="281916"/>
                </a:lnTo>
                <a:lnTo>
                  <a:pt x="91440" y="285940"/>
                </a:lnTo>
                <a:lnTo>
                  <a:pt x="76200" y="29356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pic>
        <p:nvPicPr>
          <p:cNvPr id="64" name="object 2">
            <a:extLst>
              <a:ext uri="{FF2B5EF4-FFF2-40B4-BE49-F238E27FC236}">
                <a16:creationId xmlns:a16="http://schemas.microsoft.com/office/drawing/2014/main" id="{B8189572-03A9-4C59-9437-2C48EBD6448F}"/>
              </a:ext>
            </a:extLst>
          </p:cNvPr>
          <p:cNvPicPr/>
          <p:nvPr/>
        </p:nvPicPr>
        <p:blipFill>
          <a:blip r:embed="rId8" cstate="print"/>
          <a:stretch>
            <a:fillRect/>
          </a:stretch>
        </p:blipFill>
        <p:spPr>
          <a:xfrm>
            <a:off x="9080500" y="7212606"/>
            <a:ext cx="195022" cy="146304"/>
          </a:xfrm>
          <a:prstGeom prst="rect">
            <a:avLst/>
          </a:prstGeom>
        </p:spPr>
      </p:pic>
    </p:spTree>
  </p:cSld>
  <p:clrMapOvr>
    <a:masterClrMapping/>
  </p:clrMapOvr>
</p:sld>
</file>

<file path=ppt/slides/slide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object 5"/>
          <p:cNvSpPr/>
          <p:nvPr/>
        </p:nvSpPr>
        <p:spPr>
          <a:xfrm>
            <a:off x="1723644" y="1280159"/>
            <a:ext cx="556260" cy="554990"/>
          </a:xfrm>
          <a:custGeom>
            <a:avLst/>
            <a:gdLst/>
            <a:ahLst/>
            <a:cxnLst/>
            <a:rect l="l" t="t" r="r" b="b"/>
            <a:pathLst>
              <a:path w="556260" h="554989">
                <a:moveTo>
                  <a:pt x="505968" y="281940"/>
                </a:moveTo>
                <a:lnTo>
                  <a:pt x="468201" y="259151"/>
                </a:lnTo>
                <a:lnTo>
                  <a:pt x="434721" y="232219"/>
                </a:lnTo>
                <a:lnTo>
                  <a:pt x="405241" y="201572"/>
                </a:lnTo>
                <a:lnTo>
                  <a:pt x="379476" y="167640"/>
                </a:lnTo>
                <a:lnTo>
                  <a:pt x="358354" y="130516"/>
                </a:lnTo>
                <a:lnTo>
                  <a:pt x="340804" y="90106"/>
                </a:lnTo>
                <a:lnTo>
                  <a:pt x="326969" y="46553"/>
                </a:lnTo>
                <a:lnTo>
                  <a:pt x="316992" y="0"/>
                </a:lnTo>
                <a:lnTo>
                  <a:pt x="361188" y="19812"/>
                </a:lnTo>
                <a:lnTo>
                  <a:pt x="342900" y="32004"/>
                </a:lnTo>
                <a:lnTo>
                  <a:pt x="357735" y="76533"/>
                </a:lnTo>
                <a:lnTo>
                  <a:pt x="376999" y="116205"/>
                </a:lnTo>
                <a:lnTo>
                  <a:pt x="400550" y="150733"/>
                </a:lnTo>
                <a:lnTo>
                  <a:pt x="428244" y="179832"/>
                </a:lnTo>
                <a:lnTo>
                  <a:pt x="458533" y="203549"/>
                </a:lnTo>
                <a:lnTo>
                  <a:pt x="522541" y="235553"/>
                </a:lnTo>
                <a:lnTo>
                  <a:pt x="556260" y="243840"/>
                </a:lnTo>
                <a:lnTo>
                  <a:pt x="556260" y="251460"/>
                </a:lnTo>
                <a:lnTo>
                  <a:pt x="539400" y="255150"/>
                </a:lnTo>
                <a:lnTo>
                  <a:pt x="525399" y="261556"/>
                </a:lnTo>
                <a:lnTo>
                  <a:pt x="514254" y="270533"/>
                </a:lnTo>
                <a:lnTo>
                  <a:pt x="505968" y="281940"/>
                </a:lnTo>
                <a:close/>
              </a:path>
              <a:path w="556260" h="554989">
                <a:moveTo>
                  <a:pt x="4572" y="301752"/>
                </a:moveTo>
                <a:lnTo>
                  <a:pt x="0" y="294132"/>
                </a:lnTo>
                <a:lnTo>
                  <a:pt x="30003" y="267866"/>
                </a:lnTo>
                <a:lnTo>
                  <a:pt x="58293" y="239458"/>
                </a:lnTo>
                <a:lnTo>
                  <a:pt x="84867" y="209049"/>
                </a:lnTo>
                <a:lnTo>
                  <a:pt x="109728" y="176784"/>
                </a:lnTo>
                <a:lnTo>
                  <a:pt x="133111" y="140779"/>
                </a:lnTo>
                <a:lnTo>
                  <a:pt x="155067" y="101346"/>
                </a:lnTo>
                <a:lnTo>
                  <a:pt x="175307" y="58483"/>
                </a:lnTo>
                <a:lnTo>
                  <a:pt x="193548" y="12192"/>
                </a:lnTo>
                <a:lnTo>
                  <a:pt x="242316" y="48768"/>
                </a:lnTo>
                <a:lnTo>
                  <a:pt x="220980" y="59436"/>
                </a:lnTo>
                <a:lnTo>
                  <a:pt x="199858" y="97155"/>
                </a:lnTo>
                <a:lnTo>
                  <a:pt x="177736" y="132588"/>
                </a:lnTo>
                <a:lnTo>
                  <a:pt x="154757" y="165735"/>
                </a:lnTo>
                <a:lnTo>
                  <a:pt x="131064" y="196596"/>
                </a:lnTo>
                <a:lnTo>
                  <a:pt x="104441" y="225456"/>
                </a:lnTo>
                <a:lnTo>
                  <a:pt x="74676" y="252603"/>
                </a:lnTo>
                <a:lnTo>
                  <a:pt x="41481" y="278034"/>
                </a:lnTo>
                <a:lnTo>
                  <a:pt x="4572" y="301752"/>
                </a:lnTo>
                <a:close/>
              </a:path>
              <a:path w="556260" h="554989">
                <a:moveTo>
                  <a:pt x="120396" y="263652"/>
                </a:moveTo>
                <a:lnTo>
                  <a:pt x="100584" y="243840"/>
                </a:lnTo>
                <a:lnTo>
                  <a:pt x="373380" y="243840"/>
                </a:lnTo>
                <a:lnTo>
                  <a:pt x="397764" y="220980"/>
                </a:lnTo>
                <a:lnTo>
                  <a:pt x="431292" y="254508"/>
                </a:lnTo>
                <a:lnTo>
                  <a:pt x="424688" y="259080"/>
                </a:lnTo>
                <a:lnTo>
                  <a:pt x="141732" y="259080"/>
                </a:lnTo>
                <a:lnTo>
                  <a:pt x="120396" y="263652"/>
                </a:lnTo>
                <a:close/>
              </a:path>
              <a:path w="556260" h="554989">
                <a:moveTo>
                  <a:pt x="32004" y="554736"/>
                </a:moveTo>
                <a:lnTo>
                  <a:pt x="27431" y="545592"/>
                </a:lnTo>
                <a:lnTo>
                  <a:pt x="76628" y="516993"/>
                </a:lnTo>
                <a:lnTo>
                  <a:pt x="116967" y="485965"/>
                </a:lnTo>
                <a:lnTo>
                  <a:pt x="148732" y="452366"/>
                </a:lnTo>
                <a:lnTo>
                  <a:pt x="172212" y="416052"/>
                </a:lnTo>
                <a:lnTo>
                  <a:pt x="188547" y="377809"/>
                </a:lnTo>
                <a:lnTo>
                  <a:pt x="201168" y="338709"/>
                </a:lnTo>
                <a:lnTo>
                  <a:pt x="210359" y="299037"/>
                </a:lnTo>
                <a:lnTo>
                  <a:pt x="216408" y="259080"/>
                </a:lnTo>
                <a:lnTo>
                  <a:pt x="254508" y="259080"/>
                </a:lnTo>
                <a:lnTo>
                  <a:pt x="245030" y="308514"/>
                </a:lnTo>
                <a:lnTo>
                  <a:pt x="232410" y="353949"/>
                </a:lnTo>
                <a:lnTo>
                  <a:pt x="216360" y="395382"/>
                </a:lnTo>
                <a:lnTo>
                  <a:pt x="196596" y="432816"/>
                </a:lnTo>
                <a:lnTo>
                  <a:pt x="170021" y="466224"/>
                </a:lnTo>
                <a:lnTo>
                  <a:pt x="133731" y="497776"/>
                </a:lnTo>
                <a:lnTo>
                  <a:pt x="87725" y="527327"/>
                </a:lnTo>
                <a:lnTo>
                  <a:pt x="32004" y="554736"/>
                </a:lnTo>
                <a:close/>
              </a:path>
              <a:path w="556260" h="554989">
                <a:moveTo>
                  <a:pt x="388433" y="497109"/>
                </a:moveTo>
                <a:lnTo>
                  <a:pt x="320516" y="497109"/>
                </a:lnTo>
                <a:lnTo>
                  <a:pt x="332232" y="496824"/>
                </a:lnTo>
                <a:lnTo>
                  <a:pt x="340804" y="494252"/>
                </a:lnTo>
                <a:lnTo>
                  <a:pt x="364236" y="445960"/>
                </a:lnTo>
                <a:lnTo>
                  <a:pt x="368808" y="403098"/>
                </a:lnTo>
                <a:lnTo>
                  <a:pt x="373380" y="340804"/>
                </a:lnTo>
                <a:lnTo>
                  <a:pt x="377952" y="259080"/>
                </a:lnTo>
                <a:lnTo>
                  <a:pt x="424688" y="259080"/>
                </a:lnTo>
                <a:lnTo>
                  <a:pt x="411480" y="268223"/>
                </a:lnTo>
                <a:lnTo>
                  <a:pt x="409102" y="338084"/>
                </a:lnTo>
                <a:lnTo>
                  <a:pt x="405627" y="395874"/>
                </a:lnTo>
                <a:lnTo>
                  <a:pt x="401055" y="441594"/>
                </a:lnTo>
                <a:lnTo>
                  <a:pt x="395386" y="475244"/>
                </a:lnTo>
                <a:lnTo>
                  <a:pt x="388620" y="496824"/>
                </a:lnTo>
                <a:lnTo>
                  <a:pt x="388433" y="497109"/>
                </a:lnTo>
                <a:close/>
              </a:path>
              <a:path w="556260" h="554989">
                <a:moveTo>
                  <a:pt x="321564" y="553212"/>
                </a:moveTo>
                <a:lnTo>
                  <a:pt x="314729" y="535209"/>
                </a:lnTo>
                <a:lnTo>
                  <a:pt x="301180" y="520065"/>
                </a:lnTo>
                <a:lnTo>
                  <a:pt x="281058" y="507777"/>
                </a:lnTo>
                <a:lnTo>
                  <a:pt x="254508" y="498348"/>
                </a:lnTo>
                <a:lnTo>
                  <a:pt x="254508" y="487679"/>
                </a:lnTo>
                <a:lnTo>
                  <a:pt x="281654" y="492537"/>
                </a:lnTo>
                <a:lnTo>
                  <a:pt x="303657" y="495681"/>
                </a:lnTo>
                <a:lnTo>
                  <a:pt x="320516" y="497109"/>
                </a:lnTo>
                <a:lnTo>
                  <a:pt x="388433" y="497109"/>
                </a:lnTo>
                <a:lnTo>
                  <a:pt x="376856" y="514850"/>
                </a:lnTo>
                <a:lnTo>
                  <a:pt x="361950" y="530161"/>
                </a:lnTo>
                <a:lnTo>
                  <a:pt x="343614" y="542901"/>
                </a:lnTo>
                <a:lnTo>
                  <a:pt x="321564" y="553212"/>
                </a:lnTo>
                <a:close/>
              </a:path>
            </a:pathLst>
          </a:custGeom>
          <a:solidFill>
            <a:srgbClr val="333399"/>
          </a:solidFill>
        </p:spPr>
        <p:txBody>
          <a:bodyPr wrap="square" lIns="0" tIns="0" rIns="0" bIns="0" rtlCol="0"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</a:endParaRPr>
          </a:p>
        </p:txBody>
      </p:sp>
      <p:sp>
        <p:nvSpPr>
          <p:cNvPr id="6" name="object 6"/>
          <p:cNvSpPr/>
          <p:nvPr/>
        </p:nvSpPr>
        <p:spPr>
          <a:xfrm>
            <a:off x="2334767" y="1272540"/>
            <a:ext cx="556260" cy="562610"/>
          </a:xfrm>
          <a:custGeom>
            <a:avLst/>
            <a:gdLst/>
            <a:ahLst/>
            <a:cxnLst/>
            <a:rect l="l" t="t" r="r" b="b"/>
            <a:pathLst>
              <a:path w="556260" h="562610">
                <a:moveTo>
                  <a:pt x="134112" y="144780"/>
                </a:moveTo>
                <a:lnTo>
                  <a:pt x="100584" y="144780"/>
                </a:lnTo>
                <a:lnTo>
                  <a:pt x="100322" y="103298"/>
                </a:lnTo>
                <a:lnTo>
                  <a:pt x="99631" y="65532"/>
                </a:lnTo>
                <a:lnTo>
                  <a:pt x="98602" y="29718"/>
                </a:lnTo>
                <a:lnTo>
                  <a:pt x="97536" y="0"/>
                </a:lnTo>
                <a:lnTo>
                  <a:pt x="152400" y="27432"/>
                </a:lnTo>
                <a:lnTo>
                  <a:pt x="134112" y="44196"/>
                </a:lnTo>
                <a:lnTo>
                  <a:pt x="134112" y="144780"/>
                </a:lnTo>
                <a:close/>
              </a:path>
              <a:path w="556260" h="562610">
                <a:moveTo>
                  <a:pt x="404995" y="62484"/>
                </a:moveTo>
                <a:lnTo>
                  <a:pt x="295656" y="62484"/>
                </a:lnTo>
                <a:lnTo>
                  <a:pt x="318206" y="59626"/>
                </a:lnTo>
                <a:lnTo>
                  <a:pt x="342328" y="55626"/>
                </a:lnTo>
                <a:lnTo>
                  <a:pt x="394716" y="44196"/>
                </a:lnTo>
                <a:lnTo>
                  <a:pt x="444055" y="29718"/>
                </a:lnTo>
                <a:lnTo>
                  <a:pt x="483108" y="10668"/>
                </a:lnTo>
                <a:lnTo>
                  <a:pt x="522732" y="53340"/>
                </a:lnTo>
                <a:lnTo>
                  <a:pt x="497324" y="53887"/>
                </a:lnTo>
                <a:lnTo>
                  <a:pt x="450913" y="57721"/>
                </a:lnTo>
                <a:lnTo>
                  <a:pt x="404995" y="62484"/>
                </a:lnTo>
                <a:close/>
              </a:path>
              <a:path w="556260" h="562610">
                <a:moveTo>
                  <a:pt x="161544" y="560832"/>
                </a:moveTo>
                <a:lnTo>
                  <a:pt x="156972" y="553212"/>
                </a:lnTo>
                <a:lnTo>
                  <a:pt x="185499" y="518088"/>
                </a:lnTo>
                <a:lnTo>
                  <a:pt x="209169" y="483679"/>
                </a:lnTo>
                <a:lnTo>
                  <a:pt x="227695" y="450127"/>
                </a:lnTo>
                <a:lnTo>
                  <a:pt x="250555" y="381571"/>
                </a:lnTo>
                <a:lnTo>
                  <a:pt x="257175" y="339852"/>
                </a:lnTo>
                <a:lnTo>
                  <a:pt x="260937" y="292417"/>
                </a:lnTo>
                <a:lnTo>
                  <a:pt x="261982" y="245745"/>
                </a:lnTo>
                <a:lnTo>
                  <a:pt x="262037" y="163068"/>
                </a:lnTo>
                <a:lnTo>
                  <a:pt x="261937" y="132016"/>
                </a:lnTo>
                <a:lnTo>
                  <a:pt x="261485" y="83891"/>
                </a:lnTo>
                <a:lnTo>
                  <a:pt x="260604" y="39623"/>
                </a:lnTo>
                <a:lnTo>
                  <a:pt x="295656" y="62484"/>
                </a:lnTo>
                <a:lnTo>
                  <a:pt x="404995" y="62484"/>
                </a:lnTo>
                <a:lnTo>
                  <a:pt x="295656" y="74676"/>
                </a:lnTo>
                <a:lnTo>
                  <a:pt x="295656" y="216408"/>
                </a:lnTo>
                <a:lnTo>
                  <a:pt x="542544" y="216408"/>
                </a:lnTo>
                <a:lnTo>
                  <a:pt x="556260" y="230123"/>
                </a:lnTo>
                <a:lnTo>
                  <a:pt x="295656" y="230123"/>
                </a:lnTo>
                <a:lnTo>
                  <a:pt x="294203" y="290155"/>
                </a:lnTo>
                <a:lnTo>
                  <a:pt x="289750" y="342328"/>
                </a:lnTo>
                <a:lnTo>
                  <a:pt x="282154" y="386786"/>
                </a:lnTo>
                <a:lnTo>
                  <a:pt x="271272" y="423672"/>
                </a:lnTo>
                <a:lnTo>
                  <a:pt x="231267" y="491680"/>
                </a:lnTo>
                <a:lnTo>
                  <a:pt x="200120" y="525899"/>
                </a:lnTo>
                <a:lnTo>
                  <a:pt x="161544" y="560832"/>
                </a:lnTo>
                <a:close/>
              </a:path>
              <a:path w="556260" h="562610">
                <a:moveTo>
                  <a:pt x="18288" y="163068"/>
                </a:moveTo>
                <a:lnTo>
                  <a:pt x="0" y="144780"/>
                </a:lnTo>
                <a:lnTo>
                  <a:pt x="167640" y="144780"/>
                </a:lnTo>
                <a:lnTo>
                  <a:pt x="193548" y="117347"/>
                </a:lnTo>
                <a:lnTo>
                  <a:pt x="233172" y="158496"/>
                </a:lnTo>
                <a:lnTo>
                  <a:pt x="39624" y="158496"/>
                </a:lnTo>
                <a:lnTo>
                  <a:pt x="18288" y="163068"/>
                </a:lnTo>
                <a:close/>
              </a:path>
              <a:path w="556260" h="562610">
                <a:moveTo>
                  <a:pt x="9143" y="426720"/>
                </a:moveTo>
                <a:lnTo>
                  <a:pt x="1524" y="422148"/>
                </a:lnTo>
                <a:lnTo>
                  <a:pt x="23890" y="382404"/>
                </a:lnTo>
                <a:lnTo>
                  <a:pt x="43800" y="340924"/>
                </a:lnTo>
                <a:lnTo>
                  <a:pt x="61341" y="297751"/>
                </a:lnTo>
                <a:lnTo>
                  <a:pt x="76595" y="252927"/>
                </a:lnTo>
                <a:lnTo>
                  <a:pt x="89647" y="206494"/>
                </a:lnTo>
                <a:lnTo>
                  <a:pt x="100584" y="158496"/>
                </a:lnTo>
                <a:lnTo>
                  <a:pt x="134112" y="158496"/>
                </a:lnTo>
                <a:lnTo>
                  <a:pt x="134112" y="220980"/>
                </a:lnTo>
                <a:lnTo>
                  <a:pt x="158972" y="234076"/>
                </a:lnTo>
                <a:lnTo>
                  <a:pt x="160018" y="234696"/>
                </a:lnTo>
                <a:lnTo>
                  <a:pt x="134112" y="234696"/>
                </a:lnTo>
                <a:lnTo>
                  <a:pt x="134115" y="272796"/>
                </a:lnTo>
                <a:lnTo>
                  <a:pt x="100584" y="272796"/>
                </a:lnTo>
                <a:lnTo>
                  <a:pt x="81153" y="313991"/>
                </a:lnTo>
                <a:lnTo>
                  <a:pt x="59435" y="353187"/>
                </a:lnTo>
                <a:lnTo>
                  <a:pt x="35432" y="390667"/>
                </a:lnTo>
                <a:lnTo>
                  <a:pt x="9143" y="426720"/>
                </a:lnTo>
                <a:close/>
              </a:path>
              <a:path w="556260" h="562610">
                <a:moveTo>
                  <a:pt x="542544" y="216408"/>
                </a:moveTo>
                <a:lnTo>
                  <a:pt x="484632" y="216408"/>
                </a:lnTo>
                <a:lnTo>
                  <a:pt x="513588" y="187452"/>
                </a:lnTo>
                <a:lnTo>
                  <a:pt x="542544" y="216408"/>
                </a:lnTo>
                <a:close/>
              </a:path>
              <a:path w="556260" h="562610">
                <a:moveTo>
                  <a:pt x="411480" y="557784"/>
                </a:moveTo>
                <a:lnTo>
                  <a:pt x="412129" y="518088"/>
                </a:lnTo>
                <a:lnTo>
                  <a:pt x="412552" y="473851"/>
                </a:lnTo>
                <a:lnTo>
                  <a:pt x="412792" y="426720"/>
                </a:lnTo>
                <a:lnTo>
                  <a:pt x="413004" y="230123"/>
                </a:lnTo>
                <a:lnTo>
                  <a:pt x="446532" y="230123"/>
                </a:lnTo>
                <a:lnTo>
                  <a:pt x="446631" y="423672"/>
                </a:lnTo>
                <a:lnTo>
                  <a:pt x="446793" y="438554"/>
                </a:lnTo>
                <a:lnTo>
                  <a:pt x="447484" y="467296"/>
                </a:lnTo>
                <a:lnTo>
                  <a:pt x="449580" y="539496"/>
                </a:lnTo>
                <a:lnTo>
                  <a:pt x="411480" y="557784"/>
                </a:lnTo>
                <a:close/>
              </a:path>
              <a:path w="556260" h="562610">
                <a:moveTo>
                  <a:pt x="199644" y="330708"/>
                </a:moveTo>
                <a:lnTo>
                  <a:pt x="190500" y="330708"/>
                </a:lnTo>
                <a:lnTo>
                  <a:pt x="185928" y="323088"/>
                </a:lnTo>
                <a:lnTo>
                  <a:pt x="181356" y="309372"/>
                </a:lnTo>
                <a:lnTo>
                  <a:pt x="173974" y="291917"/>
                </a:lnTo>
                <a:lnTo>
                  <a:pt x="163449" y="273748"/>
                </a:lnTo>
                <a:lnTo>
                  <a:pt x="150066" y="254722"/>
                </a:lnTo>
                <a:lnTo>
                  <a:pt x="134112" y="234696"/>
                </a:lnTo>
                <a:lnTo>
                  <a:pt x="160018" y="234696"/>
                </a:lnTo>
                <a:lnTo>
                  <a:pt x="193262" y="255698"/>
                </a:lnTo>
                <a:lnTo>
                  <a:pt x="216408" y="289560"/>
                </a:lnTo>
                <a:lnTo>
                  <a:pt x="216074" y="295322"/>
                </a:lnTo>
                <a:lnTo>
                  <a:pt x="214884" y="301371"/>
                </a:lnTo>
                <a:lnTo>
                  <a:pt x="212550" y="307990"/>
                </a:lnTo>
                <a:lnTo>
                  <a:pt x="208788" y="315468"/>
                </a:lnTo>
                <a:lnTo>
                  <a:pt x="202692" y="326136"/>
                </a:lnTo>
                <a:lnTo>
                  <a:pt x="199644" y="330708"/>
                </a:lnTo>
                <a:close/>
              </a:path>
              <a:path w="556260" h="562610">
                <a:moveTo>
                  <a:pt x="97536" y="562356"/>
                </a:moveTo>
                <a:lnTo>
                  <a:pt x="98365" y="518088"/>
                </a:lnTo>
                <a:lnTo>
                  <a:pt x="99003" y="479495"/>
                </a:lnTo>
                <a:lnTo>
                  <a:pt x="99580" y="436816"/>
                </a:lnTo>
                <a:lnTo>
                  <a:pt x="100132" y="383088"/>
                </a:lnTo>
                <a:lnTo>
                  <a:pt x="100457" y="330708"/>
                </a:lnTo>
                <a:lnTo>
                  <a:pt x="100584" y="272796"/>
                </a:lnTo>
                <a:lnTo>
                  <a:pt x="134115" y="272796"/>
                </a:lnTo>
                <a:lnTo>
                  <a:pt x="134194" y="390667"/>
                </a:lnTo>
                <a:lnTo>
                  <a:pt x="134312" y="438554"/>
                </a:lnTo>
                <a:lnTo>
                  <a:pt x="134537" y="479495"/>
                </a:lnTo>
                <a:lnTo>
                  <a:pt x="135020" y="522597"/>
                </a:lnTo>
                <a:lnTo>
                  <a:pt x="135636" y="548640"/>
                </a:lnTo>
                <a:lnTo>
                  <a:pt x="97536" y="562356"/>
                </a:lnTo>
                <a:close/>
              </a:path>
            </a:pathLst>
          </a:custGeom>
          <a:solidFill>
            <a:srgbClr val="333399"/>
          </a:solidFill>
        </p:spPr>
        <p:txBody>
          <a:bodyPr wrap="square" lIns="0" tIns="0" rIns="0" bIns="0" rtlCol="0"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</a:endParaRPr>
          </a:p>
        </p:txBody>
      </p:sp>
      <p:sp>
        <p:nvSpPr>
          <p:cNvPr id="7" name="object 7"/>
          <p:cNvSpPr/>
          <p:nvPr/>
        </p:nvSpPr>
        <p:spPr>
          <a:xfrm>
            <a:off x="2947416" y="1271015"/>
            <a:ext cx="554990" cy="567055"/>
          </a:xfrm>
          <a:custGeom>
            <a:avLst/>
            <a:gdLst/>
            <a:ahLst/>
            <a:cxnLst/>
            <a:rect l="l" t="t" r="r" b="b"/>
            <a:pathLst>
              <a:path w="554989" h="567055">
                <a:moveTo>
                  <a:pt x="16764" y="196595"/>
                </a:moveTo>
                <a:lnTo>
                  <a:pt x="10668" y="188975"/>
                </a:lnTo>
                <a:lnTo>
                  <a:pt x="22383" y="176641"/>
                </a:lnTo>
                <a:lnTo>
                  <a:pt x="34670" y="162305"/>
                </a:lnTo>
                <a:lnTo>
                  <a:pt x="60959" y="126491"/>
                </a:lnTo>
                <a:lnTo>
                  <a:pt x="90868" y="74675"/>
                </a:lnTo>
                <a:lnTo>
                  <a:pt x="121920" y="0"/>
                </a:lnTo>
                <a:lnTo>
                  <a:pt x="169164" y="25907"/>
                </a:lnTo>
                <a:lnTo>
                  <a:pt x="136017" y="55244"/>
                </a:lnTo>
                <a:lnTo>
                  <a:pt x="123444" y="74675"/>
                </a:lnTo>
                <a:lnTo>
                  <a:pt x="283409" y="74675"/>
                </a:lnTo>
                <a:lnTo>
                  <a:pt x="295656" y="88391"/>
                </a:lnTo>
                <a:lnTo>
                  <a:pt x="115824" y="88391"/>
                </a:lnTo>
                <a:lnTo>
                  <a:pt x="104417" y="105822"/>
                </a:lnTo>
                <a:lnTo>
                  <a:pt x="93154" y="121538"/>
                </a:lnTo>
                <a:lnTo>
                  <a:pt x="59626" y="160162"/>
                </a:lnTo>
                <a:lnTo>
                  <a:pt x="32194" y="184261"/>
                </a:lnTo>
                <a:lnTo>
                  <a:pt x="16764" y="196595"/>
                </a:lnTo>
                <a:close/>
              </a:path>
              <a:path w="554989" h="567055">
                <a:moveTo>
                  <a:pt x="278892" y="156971"/>
                </a:moveTo>
                <a:lnTo>
                  <a:pt x="271272" y="152399"/>
                </a:lnTo>
                <a:lnTo>
                  <a:pt x="285845" y="134159"/>
                </a:lnTo>
                <a:lnTo>
                  <a:pt x="299847" y="113918"/>
                </a:lnTo>
                <a:lnTo>
                  <a:pt x="326136" y="68579"/>
                </a:lnTo>
                <a:lnTo>
                  <a:pt x="345567" y="27050"/>
                </a:lnTo>
                <a:lnTo>
                  <a:pt x="353568" y="1523"/>
                </a:lnTo>
                <a:lnTo>
                  <a:pt x="396240" y="30479"/>
                </a:lnTo>
                <a:lnTo>
                  <a:pt x="361188" y="62293"/>
                </a:lnTo>
                <a:lnTo>
                  <a:pt x="355996" y="69318"/>
                </a:lnTo>
                <a:lnTo>
                  <a:pt x="350520" y="76199"/>
                </a:lnTo>
                <a:lnTo>
                  <a:pt x="531085" y="76199"/>
                </a:lnTo>
                <a:lnTo>
                  <a:pt x="544068" y="91439"/>
                </a:lnTo>
                <a:lnTo>
                  <a:pt x="344424" y="91439"/>
                </a:lnTo>
                <a:lnTo>
                  <a:pt x="335565" y="99464"/>
                </a:lnTo>
                <a:lnTo>
                  <a:pt x="327279" y="107632"/>
                </a:lnTo>
                <a:lnTo>
                  <a:pt x="319563" y="116085"/>
                </a:lnTo>
                <a:lnTo>
                  <a:pt x="312420" y="124967"/>
                </a:lnTo>
                <a:lnTo>
                  <a:pt x="304395" y="133826"/>
                </a:lnTo>
                <a:lnTo>
                  <a:pt x="296227" y="142112"/>
                </a:lnTo>
                <a:lnTo>
                  <a:pt x="287774" y="149828"/>
                </a:lnTo>
                <a:lnTo>
                  <a:pt x="278892" y="156971"/>
                </a:lnTo>
                <a:close/>
              </a:path>
              <a:path w="554989" h="567055">
                <a:moveTo>
                  <a:pt x="283409" y="74675"/>
                </a:moveTo>
                <a:lnTo>
                  <a:pt x="228600" y="74675"/>
                </a:lnTo>
                <a:lnTo>
                  <a:pt x="257556" y="45719"/>
                </a:lnTo>
                <a:lnTo>
                  <a:pt x="283409" y="74675"/>
                </a:lnTo>
                <a:close/>
              </a:path>
              <a:path w="554989" h="567055">
                <a:moveTo>
                  <a:pt x="531085" y="76199"/>
                </a:moveTo>
                <a:lnTo>
                  <a:pt x="480060" y="76199"/>
                </a:lnTo>
                <a:lnTo>
                  <a:pt x="509016" y="50291"/>
                </a:lnTo>
                <a:lnTo>
                  <a:pt x="531085" y="76199"/>
                </a:lnTo>
                <a:close/>
              </a:path>
              <a:path w="554989" h="567055">
                <a:moveTo>
                  <a:pt x="202692" y="156971"/>
                </a:moveTo>
                <a:lnTo>
                  <a:pt x="190500" y="156971"/>
                </a:lnTo>
                <a:lnTo>
                  <a:pt x="187452" y="155447"/>
                </a:lnTo>
                <a:lnTo>
                  <a:pt x="184365" y="143065"/>
                </a:lnTo>
                <a:lnTo>
                  <a:pt x="182866" y="135540"/>
                </a:lnTo>
                <a:lnTo>
                  <a:pt x="181356" y="124967"/>
                </a:lnTo>
                <a:lnTo>
                  <a:pt x="178188" y="116681"/>
                </a:lnTo>
                <a:lnTo>
                  <a:pt x="173164" y="107822"/>
                </a:lnTo>
                <a:lnTo>
                  <a:pt x="166139" y="98393"/>
                </a:lnTo>
                <a:lnTo>
                  <a:pt x="156972" y="88391"/>
                </a:lnTo>
                <a:lnTo>
                  <a:pt x="173736" y="88391"/>
                </a:lnTo>
                <a:lnTo>
                  <a:pt x="195429" y="100655"/>
                </a:lnTo>
                <a:lnTo>
                  <a:pt x="210121" y="112204"/>
                </a:lnTo>
                <a:lnTo>
                  <a:pt x="217670" y="122896"/>
                </a:lnTo>
                <a:lnTo>
                  <a:pt x="217932" y="132587"/>
                </a:lnTo>
                <a:lnTo>
                  <a:pt x="214884" y="144779"/>
                </a:lnTo>
                <a:lnTo>
                  <a:pt x="210312" y="152399"/>
                </a:lnTo>
                <a:lnTo>
                  <a:pt x="205740" y="153923"/>
                </a:lnTo>
                <a:lnTo>
                  <a:pt x="202692" y="156971"/>
                </a:lnTo>
                <a:close/>
              </a:path>
              <a:path w="554989" h="567055">
                <a:moveTo>
                  <a:pt x="460248" y="160019"/>
                </a:moveTo>
                <a:lnTo>
                  <a:pt x="455676" y="160019"/>
                </a:lnTo>
                <a:lnTo>
                  <a:pt x="452628" y="156971"/>
                </a:lnTo>
                <a:lnTo>
                  <a:pt x="444307" y="143065"/>
                </a:lnTo>
                <a:lnTo>
                  <a:pt x="441198" y="137731"/>
                </a:lnTo>
                <a:lnTo>
                  <a:pt x="437769" y="131564"/>
                </a:lnTo>
                <a:lnTo>
                  <a:pt x="434340" y="124967"/>
                </a:lnTo>
                <a:lnTo>
                  <a:pt x="429744" y="118443"/>
                </a:lnTo>
                <a:lnTo>
                  <a:pt x="422719" y="110489"/>
                </a:lnTo>
                <a:lnTo>
                  <a:pt x="413123" y="101393"/>
                </a:lnTo>
                <a:lnTo>
                  <a:pt x="400812" y="91439"/>
                </a:lnTo>
                <a:lnTo>
                  <a:pt x="417576" y="91439"/>
                </a:lnTo>
                <a:lnTo>
                  <a:pt x="443817" y="100583"/>
                </a:lnTo>
                <a:lnTo>
                  <a:pt x="462915" y="109727"/>
                </a:lnTo>
                <a:lnTo>
                  <a:pt x="474583" y="118871"/>
                </a:lnTo>
                <a:lnTo>
                  <a:pt x="478536" y="128015"/>
                </a:lnTo>
                <a:lnTo>
                  <a:pt x="477964" y="136326"/>
                </a:lnTo>
                <a:lnTo>
                  <a:pt x="476250" y="143065"/>
                </a:lnTo>
                <a:lnTo>
                  <a:pt x="473392" y="148375"/>
                </a:lnTo>
                <a:lnTo>
                  <a:pt x="469392" y="152399"/>
                </a:lnTo>
                <a:lnTo>
                  <a:pt x="463296" y="156971"/>
                </a:lnTo>
                <a:lnTo>
                  <a:pt x="460248" y="160019"/>
                </a:lnTo>
                <a:close/>
              </a:path>
              <a:path w="554989" h="567055">
                <a:moveTo>
                  <a:pt x="449326" y="163067"/>
                </a:moveTo>
                <a:lnTo>
                  <a:pt x="403860" y="163067"/>
                </a:lnTo>
                <a:lnTo>
                  <a:pt x="417576" y="140207"/>
                </a:lnTo>
                <a:lnTo>
                  <a:pt x="449326" y="163067"/>
                </a:lnTo>
                <a:close/>
              </a:path>
              <a:path w="554989" h="567055">
                <a:moveTo>
                  <a:pt x="114300" y="390143"/>
                </a:moveTo>
                <a:lnTo>
                  <a:pt x="115181" y="352401"/>
                </a:lnTo>
                <a:lnTo>
                  <a:pt x="115601" y="317158"/>
                </a:lnTo>
                <a:lnTo>
                  <a:pt x="115724" y="234695"/>
                </a:lnTo>
                <a:lnTo>
                  <a:pt x="114681" y="202620"/>
                </a:lnTo>
                <a:lnTo>
                  <a:pt x="113538" y="175069"/>
                </a:lnTo>
                <a:lnTo>
                  <a:pt x="112395" y="155233"/>
                </a:lnTo>
                <a:lnTo>
                  <a:pt x="111252" y="143255"/>
                </a:lnTo>
                <a:lnTo>
                  <a:pt x="147828" y="163067"/>
                </a:lnTo>
                <a:lnTo>
                  <a:pt x="449326" y="163067"/>
                </a:lnTo>
                <a:lnTo>
                  <a:pt x="455676" y="167639"/>
                </a:lnTo>
                <a:lnTo>
                  <a:pt x="444500" y="176783"/>
                </a:lnTo>
                <a:lnTo>
                  <a:pt x="147828" y="176783"/>
                </a:lnTo>
                <a:lnTo>
                  <a:pt x="147828" y="219455"/>
                </a:lnTo>
                <a:lnTo>
                  <a:pt x="438912" y="219455"/>
                </a:lnTo>
                <a:lnTo>
                  <a:pt x="438912" y="234695"/>
                </a:lnTo>
                <a:lnTo>
                  <a:pt x="147828" y="234695"/>
                </a:lnTo>
                <a:lnTo>
                  <a:pt x="147828" y="280415"/>
                </a:lnTo>
                <a:lnTo>
                  <a:pt x="438912" y="280415"/>
                </a:lnTo>
                <a:lnTo>
                  <a:pt x="438912" y="294131"/>
                </a:lnTo>
                <a:lnTo>
                  <a:pt x="147828" y="294131"/>
                </a:lnTo>
                <a:lnTo>
                  <a:pt x="147828" y="344423"/>
                </a:lnTo>
                <a:lnTo>
                  <a:pt x="440598" y="344423"/>
                </a:lnTo>
                <a:lnTo>
                  <a:pt x="441364" y="358139"/>
                </a:lnTo>
                <a:lnTo>
                  <a:pt x="147828" y="358139"/>
                </a:lnTo>
                <a:lnTo>
                  <a:pt x="147828" y="377951"/>
                </a:lnTo>
                <a:lnTo>
                  <a:pt x="114300" y="390143"/>
                </a:lnTo>
                <a:close/>
              </a:path>
              <a:path w="554989" h="567055">
                <a:moveTo>
                  <a:pt x="438912" y="219455"/>
                </a:moveTo>
                <a:lnTo>
                  <a:pt x="405384" y="219455"/>
                </a:lnTo>
                <a:lnTo>
                  <a:pt x="405384" y="176783"/>
                </a:lnTo>
                <a:lnTo>
                  <a:pt x="444500" y="176783"/>
                </a:lnTo>
                <a:lnTo>
                  <a:pt x="438912" y="181355"/>
                </a:lnTo>
                <a:lnTo>
                  <a:pt x="438912" y="219455"/>
                </a:lnTo>
                <a:close/>
              </a:path>
              <a:path w="554989" h="567055">
                <a:moveTo>
                  <a:pt x="438912" y="280415"/>
                </a:moveTo>
                <a:lnTo>
                  <a:pt x="405384" y="280415"/>
                </a:lnTo>
                <a:lnTo>
                  <a:pt x="405384" y="234695"/>
                </a:lnTo>
                <a:lnTo>
                  <a:pt x="438912" y="234695"/>
                </a:lnTo>
                <a:lnTo>
                  <a:pt x="438912" y="280415"/>
                </a:lnTo>
                <a:close/>
              </a:path>
              <a:path w="554989" h="567055">
                <a:moveTo>
                  <a:pt x="440598" y="344423"/>
                </a:moveTo>
                <a:lnTo>
                  <a:pt x="405384" y="344423"/>
                </a:lnTo>
                <a:lnTo>
                  <a:pt x="405384" y="294131"/>
                </a:lnTo>
                <a:lnTo>
                  <a:pt x="438912" y="294131"/>
                </a:lnTo>
                <a:lnTo>
                  <a:pt x="438912" y="306323"/>
                </a:lnTo>
                <a:lnTo>
                  <a:pt x="439173" y="317158"/>
                </a:lnTo>
                <a:lnTo>
                  <a:pt x="439864" y="331279"/>
                </a:lnTo>
                <a:lnTo>
                  <a:pt x="440598" y="344423"/>
                </a:lnTo>
                <a:close/>
              </a:path>
              <a:path w="554989" h="567055">
                <a:moveTo>
                  <a:pt x="219456" y="432815"/>
                </a:moveTo>
                <a:lnTo>
                  <a:pt x="182880" y="432815"/>
                </a:lnTo>
                <a:lnTo>
                  <a:pt x="185242" y="414504"/>
                </a:lnTo>
                <a:lnTo>
                  <a:pt x="187261" y="397192"/>
                </a:lnTo>
                <a:lnTo>
                  <a:pt x="189095" y="378166"/>
                </a:lnTo>
                <a:lnTo>
                  <a:pt x="190500" y="358139"/>
                </a:lnTo>
                <a:lnTo>
                  <a:pt x="227076" y="358139"/>
                </a:lnTo>
                <a:lnTo>
                  <a:pt x="225671" y="377309"/>
                </a:lnTo>
                <a:lnTo>
                  <a:pt x="223837" y="396049"/>
                </a:lnTo>
                <a:lnTo>
                  <a:pt x="221612" y="415361"/>
                </a:lnTo>
                <a:lnTo>
                  <a:pt x="219456" y="432815"/>
                </a:lnTo>
                <a:close/>
              </a:path>
              <a:path w="554989" h="567055">
                <a:moveTo>
                  <a:pt x="21336" y="454151"/>
                </a:moveTo>
                <a:lnTo>
                  <a:pt x="0" y="432815"/>
                </a:lnTo>
                <a:lnTo>
                  <a:pt x="336804" y="432815"/>
                </a:lnTo>
                <a:lnTo>
                  <a:pt x="336804" y="358139"/>
                </a:lnTo>
                <a:lnTo>
                  <a:pt x="370332" y="358139"/>
                </a:lnTo>
                <a:lnTo>
                  <a:pt x="370332" y="429767"/>
                </a:lnTo>
                <a:lnTo>
                  <a:pt x="540004" y="429767"/>
                </a:lnTo>
                <a:lnTo>
                  <a:pt x="554736" y="445007"/>
                </a:lnTo>
                <a:lnTo>
                  <a:pt x="370332" y="445007"/>
                </a:lnTo>
                <a:lnTo>
                  <a:pt x="370333" y="446531"/>
                </a:lnTo>
                <a:lnTo>
                  <a:pt x="77724" y="446531"/>
                </a:lnTo>
                <a:lnTo>
                  <a:pt x="62912" y="447079"/>
                </a:lnTo>
                <a:lnTo>
                  <a:pt x="48387" y="448627"/>
                </a:lnTo>
                <a:lnTo>
                  <a:pt x="34432" y="451032"/>
                </a:lnTo>
                <a:lnTo>
                  <a:pt x="21336" y="454151"/>
                </a:lnTo>
                <a:close/>
              </a:path>
              <a:path w="554989" h="567055">
                <a:moveTo>
                  <a:pt x="405384" y="382523"/>
                </a:moveTo>
                <a:lnTo>
                  <a:pt x="405384" y="358139"/>
                </a:lnTo>
                <a:lnTo>
                  <a:pt x="441364" y="358139"/>
                </a:lnTo>
                <a:lnTo>
                  <a:pt x="441960" y="368807"/>
                </a:lnTo>
                <a:lnTo>
                  <a:pt x="405384" y="382523"/>
                </a:lnTo>
                <a:close/>
              </a:path>
              <a:path w="554989" h="567055">
                <a:moveTo>
                  <a:pt x="540004" y="429767"/>
                </a:moveTo>
                <a:lnTo>
                  <a:pt x="478536" y="429767"/>
                </a:lnTo>
                <a:lnTo>
                  <a:pt x="510540" y="399287"/>
                </a:lnTo>
                <a:lnTo>
                  <a:pt x="540004" y="429767"/>
                </a:lnTo>
                <a:close/>
              </a:path>
              <a:path w="554989" h="567055">
                <a:moveTo>
                  <a:pt x="30480" y="566927"/>
                </a:moveTo>
                <a:lnTo>
                  <a:pt x="27432" y="559308"/>
                </a:lnTo>
                <a:lnTo>
                  <a:pt x="60364" y="547616"/>
                </a:lnTo>
                <a:lnTo>
                  <a:pt x="88582" y="535495"/>
                </a:lnTo>
                <a:lnTo>
                  <a:pt x="132588" y="510539"/>
                </a:lnTo>
                <a:lnTo>
                  <a:pt x="162115" y="481964"/>
                </a:lnTo>
                <a:lnTo>
                  <a:pt x="181356" y="446531"/>
                </a:lnTo>
                <a:lnTo>
                  <a:pt x="216408" y="446531"/>
                </a:lnTo>
                <a:lnTo>
                  <a:pt x="191071" y="493394"/>
                </a:lnTo>
                <a:lnTo>
                  <a:pt x="146304" y="528827"/>
                </a:lnTo>
                <a:lnTo>
                  <a:pt x="90678" y="552450"/>
                </a:lnTo>
                <a:lnTo>
                  <a:pt x="61007" y="560974"/>
                </a:lnTo>
                <a:lnTo>
                  <a:pt x="30480" y="566927"/>
                </a:lnTo>
                <a:close/>
              </a:path>
              <a:path w="554989" h="567055">
                <a:moveTo>
                  <a:pt x="333756" y="566927"/>
                </a:moveTo>
                <a:lnTo>
                  <a:pt x="334994" y="528827"/>
                </a:lnTo>
                <a:lnTo>
                  <a:pt x="335851" y="501014"/>
                </a:lnTo>
                <a:lnTo>
                  <a:pt x="336542" y="472201"/>
                </a:lnTo>
                <a:lnTo>
                  <a:pt x="336804" y="446531"/>
                </a:lnTo>
                <a:lnTo>
                  <a:pt x="370333" y="446531"/>
                </a:lnTo>
                <a:lnTo>
                  <a:pt x="370442" y="497109"/>
                </a:lnTo>
                <a:lnTo>
                  <a:pt x="370547" y="512540"/>
                </a:lnTo>
                <a:lnTo>
                  <a:pt x="370974" y="534161"/>
                </a:lnTo>
                <a:lnTo>
                  <a:pt x="371856" y="550163"/>
                </a:lnTo>
                <a:lnTo>
                  <a:pt x="333756" y="566927"/>
                </a:lnTo>
                <a:close/>
              </a:path>
            </a:pathLst>
          </a:custGeom>
          <a:solidFill>
            <a:srgbClr val="333399"/>
          </a:solidFill>
        </p:spPr>
        <p:txBody>
          <a:bodyPr wrap="square" lIns="0" tIns="0" rIns="0" bIns="0" rtlCol="0"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</a:endParaRPr>
          </a:p>
        </p:txBody>
      </p:sp>
      <p:sp>
        <p:nvSpPr>
          <p:cNvPr id="8" name="object 8"/>
          <p:cNvSpPr/>
          <p:nvPr/>
        </p:nvSpPr>
        <p:spPr>
          <a:xfrm>
            <a:off x="3557015" y="1271015"/>
            <a:ext cx="563880" cy="547370"/>
          </a:xfrm>
          <a:custGeom>
            <a:avLst/>
            <a:gdLst/>
            <a:ahLst/>
            <a:cxnLst/>
            <a:rect l="l" t="t" r="r" b="b"/>
            <a:pathLst>
              <a:path w="563879" h="547369">
                <a:moveTo>
                  <a:pt x="368808" y="135636"/>
                </a:moveTo>
                <a:lnTo>
                  <a:pt x="336804" y="135636"/>
                </a:lnTo>
                <a:lnTo>
                  <a:pt x="336705" y="71628"/>
                </a:lnTo>
                <a:lnTo>
                  <a:pt x="336600" y="49815"/>
                </a:lnTo>
                <a:lnTo>
                  <a:pt x="336161" y="21193"/>
                </a:lnTo>
                <a:lnTo>
                  <a:pt x="335280" y="0"/>
                </a:lnTo>
                <a:lnTo>
                  <a:pt x="391668" y="28956"/>
                </a:lnTo>
                <a:lnTo>
                  <a:pt x="368808" y="51816"/>
                </a:lnTo>
                <a:lnTo>
                  <a:pt x="368808" y="135636"/>
                </a:lnTo>
                <a:close/>
              </a:path>
              <a:path w="563879" h="547369">
                <a:moveTo>
                  <a:pt x="120396" y="126492"/>
                </a:moveTo>
                <a:lnTo>
                  <a:pt x="117348" y="126492"/>
                </a:lnTo>
                <a:lnTo>
                  <a:pt x="113895" y="125039"/>
                </a:lnTo>
                <a:lnTo>
                  <a:pt x="110299" y="120586"/>
                </a:lnTo>
                <a:lnTo>
                  <a:pt x="106418" y="112990"/>
                </a:lnTo>
                <a:lnTo>
                  <a:pt x="102108" y="102108"/>
                </a:lnTo>
                <a:lnTo>
                  <a:pt x="94940" y="86391"/>
                </a:lnTo>
                <a:lnTo>
                  <a:pt x="84772" y="68961"/>
                </a:lnTo>
                <a:lnTo>
                  <a:pt x="71461" y="49815"/>
                </a:lnTo>
                <a:lnTo>
                  <a:pt x="54864" y="28956"/>
                </a:lnTo>
                <a:lnTo>
                  <a:pt x="59436" y="21336"/>
                </a:lnTo>
                <a:lnTo>
                  <a:pt x="110871" y="51054"/>
                </a:lnTo>
                <a:lnTo>
                  <a:pt x="137160" y="82296"/>
                </a:lnTo>
                <a:lnTo>
                  <a:pt x="138684" y="91440"/>
                </a:lnTo>
                <a:lnTo>
                  <a:pt x="138684" y="103632"/>
                </a:lnTo>
                <a:lnTo>
                  <a:pt x="135636" y="111252"/>
                </a:lnTo>
                <a:lnTo>
                  <a:pt x="129540" y="117348"/>
                </a:lnTo>
                <a:lnTo>
                  <a:pt x="124968" y="123444"/>
                </a:lnTo>
                <a:lnTo>
                  <a:pt x="120396" y="126492"/>
                </a:lnTo>
                <a:close/>
              </a:path>
              <a:path w="563879" h="547369">
                <a:moveTo>
                  <a:pt x="102269" y="381595"/>
                </a:moveTo>
                <a:lnTo>
                  <a:pt x="48672" y="381595"/>
                </a:lnTo>
                <a:lnTo>
                  <a:pt x="56388" y="381000"/>
                </a:lnTo>
                <a:lnTo>
                  <a:pt x="61460" y="379595"/>
                </a:lnTo>
                <a:lnTo>
                  <a:pt x="88038" y="342997"/>
                </a:lnTo>
                <a:lnTo>
                  <a:pt x="125662" y="258604"/>
                </a:lnTo>
                <a:lnTo>
                  <a:pt x="154643" y="190585"/>
                </a:lnTo>
                <a:lnTo>
                  <a:pt x="190500" y="105156"/>
                </a:lnTo>
                <a:lnTo>
                  <a:pt x="201168" y="108204"/>
                </a:lnTo>
                <a:lnTo>
                  <a:pt x="172331" y="185928"/>
                </a:lnTo>
                <a:lnTo>
                  <a:pt x="148279" y="251460"/>
                </a:lnTo>
                <a:lnTo>
                  <a:pt x="128968" y="304800"/>
                </a:lnTo>
                <a:lnTo>
                  <a:pt x="114356" y="345948"/>
                </a:lnTo>
                <a:lnTo>
                  <a:pt x="104401" y="374904"/>
                </a:lnTo>
                <a:lnTo>
                  <a:pt x="102269" y="381595"/>
                </a:lnTo>
                <a:close/>
              </a:path>
              <a:path w="563879" h="547369">
                <a:moveTo>
                  <a:pt x="227076" y="156972"/>
                </a:moveTo>
                <a:lnTo>
                  <a:pt x="205740" y="135636"/>
                </a:lnTo>
                <a:lnTo>
                  <a:pt x="461772" y="135636"/>
                </a:lnTo>
                <a:lnTo>
                  <a:pt x="487680" y="109728"/>
                </a:lnTo>
                <a:lnTo>
                  <a:pt x="525780" y="150876"/>
                </a:lnTo>
                <a:lnTo>
                  <a:pt x="284988" y="150876"/>
                </a:lnTo>
                <a:lnTo>
                  <a:pt x="269509" y="151185"/>
                </a:lnTo>
                <a:lnTo>
                  <a:pt x="254889" y="152209"/>
                </a:lnTo>
                <a:lnTo>
                  <a:pt x="240839" y="154090"/>
                </a:lnTo>
                <a:lnTo>
                  <a:pt x="227076" y="156972"/>
                </a:lnTo>
                <a:close/>
              </a:path>
              <a:path w="563879" h="547369">
                <a:moveTo>
                  <a:pt x="368808" y="280416"/>
                </a:moveTo>
                <a:lnTo>
                  <a:pt x="336804" y="280416"/>
                </a:lnTo>
                <a:lnTo>
                  <a:pt x="336804" y="150876"/>
                </a:lnTo>
                <a:lnTo>
                  <a:pt x="368808" y="150876"/>
                </a:lnTo>
                <a:lnTo>
                  <a:pt x="368808" y="280416"/>
                </a:lnTo>
                <a:close/>
              </a:path>
              <a:path w="563879" h="547369">
                <a:moveTo>
                  <a:pt x="68961" y="270200"/>
                </a:moveTo>
                <a:lnTo>
                  <a:pt x="63246" y="266890"/>
                </a:lnTo>
                <a:lnTo>
                  <a:pt x="57531" y="258151"/>
                </a:lnTo>
                <a:lnTo>
                  <a:pt x="51816" y="243840"/>
                </a:lnTo>
                <a:lnTo>
                  <a:pt x="44362" y="227218"/>
                </a:lnTo>
                <a:lnTo>
                  <a:pt x="33337" y="209169"/>
                </a:lnTo>
                <a:lnTo>
                  <a:pt x="18597" y="189404"/>
                </a:lnTo>
                <a:lnTo>
                  <a:pt x="0" y="167640"/>
                </a:lnTo>
                <a:lnTo>
                  <a:pt x="4572" y="160020"/>
                </a:lnTo>
                <a:lnTo>
                  <a:pt x="41457" y="180617"/>
                </a:lnTo>
                <a:lnTo>
                  <a:pt x="67627" y="199072"/>
                </a:lnTo>
                <a:lnTo>
                  <a:pt x="83224" y="215526"/>
                </a:lnTo>
                <a:lnTo>
                  <a:pt x="88392" y="230124"/>
                </a:lnTo>
                <a:lnTo>
                  <a:pt x="87534" y="242720"/>
                </a:lnTo>
                <a:lnTo>
                  <a:pt x="84963" y="253174"/>
                </a:lnTo>
                <a:lnTo>
                  <a:pt x="80676" y="261627"/>
                </a:lnTo>
                <a:lnTo>
                  <a:pt x="74676" y="268224"/>
                </a:lnTo>
                <a:lnTo>
                  <a:pt x="68961" y="270200"/>
                </a:lnTo>
                <a:close/>
              </a:path>
              <a:path w="563879" h="547369">
                <a:moveTo>
                  <a:pt x="181356" y="301752"/>
                </a:moveTo>
                <a:lnTo>
                  <a:pt x="160020" y="280416"/>
                </a:lnTo>
                <a:lnTo>
                  <a:pt x="495300" y="280416"/>
                </a:lnTo>
                <a:lnTo>
                  <a:pt x="524256" y="251460"/>
                </a:lnTo>
                <a:lnTo>
                  <a:pt x="563880" y="294131"/>
                </a:lnTo>
                <a:lnTo>
                  <a:pt x="239268" y="294131"/>
                </a:lnTo>
                <a:lnTo>
                  <a:pt x="223789" y="294679"/>
                </a:lnTo>
                <a:lnTo>
                  <a:pt x="209169" y="296227"/>
                </a:lnTo>
                <a:lnTo>
                  <a:pt x="195119" y="298632"/>
                </a:lnTo>
                <a:lnTo>
                  <a:pt x="181356" y="301752"/>
                </a:lnTo>
                <a:close/>
              </a:path>
              <a:path w="563879" h="547369">
                <a:moveTo>
                  <a:pt x="198120" y="547116"/>
                </a:moveTo>
                <a:lnTo>
                  <a:pt x="173736" y="492252"/>
                </a:lnTo>
                <a:lnTo>
                  <a:pt x="190904" y="487918"/>
                </a:lnTo>
                <a:lnTo>
                  <a:pt x="210502" y="474726"/>
                </a:lnTo>
                <a:lnTo>
                  <a:pt x="257556" y="420624"/>
                </a:lnTo>
                <a:lnTo>
                  <a:pt x="280725" y="386072"/>
                </a:lnTo>
                <a:lnTo>
                  <a:pt x="315634" y="322683"/>
                </a:lnTo>
                <a:lnTo>
                  <a:pt x="327660" y="294131"/>
                </a:lnTo>
                <a:lnTo>
                  <a:pt x="339852" y="294131"/>
                </a:lnTo>
                <a:lnTo>
                  <a:pt x="377952" y="320040"/>
                </a:lnTo>
                <a:lnTo>
                  <a:pt x="366736" y="326326"/>
                </a:lnTo>
                <a:lnTo>
                  <a:pt x="355663" y="336042"/>
                </a:lnTo>
                <a:lnTo>
                  <a:pt x="344304" y="349186"/>
                </a:lnTo>
                <a:lnTo>
                  <a:pt x="332232" y="365760"/>
                </a:lnTo>
                <a:lnTo>
                  <a:pt x="316801" y="387238"/>
                </a:lnTo>
                <a:lnTo>
                  <a:pt x="293370" y="415290"/>
                </a:lnTo>
                <a:lnTo>
                  <a:pt x="261937" y="450199"/>
                </a:lnTo>
                <a:lnTo>
                  <a:pt x="222504" y="492252"/>
                </a:lnTo>
                <a:lnTo>
                  <a:pt x="440039" y="492252"/>
                </a:lnTo>
                <a:lnTo>
                  <a:pt x="362712" y="502539"/>
                </a:lnTo>
                <a:lnTo>
                  <a:pt x="315896" y="510825"/>
                </a:lnTo>
                <a:lnTo>
                  <a:pt x="277368" y="519684"/>
                </a:lnTo>
                <a:lnTo>
                  <a:pt x="222885" y="534543"/>
                </a:lnTo>
                <a:lnTo>
                  <a:pt x="206644" y="541115"/>
                </a:lnTo>
                <a:lnTo>
                  <a:pt x="198120" y="547116"/>
                </a:lnTo>
                <a:close/>
              </a:path>
              <a:path w="563879" h="547369">
                <a:moveTo>
                  <a:pt x="91440" y="533399"/>
                </a:moveTo>
                <a:lnTo>
                  <a:pt x="77724" y="533399"/>
                </a:lnTo>
                <a:lnTo>
                  <a:pt x="68580" y="531875"/>
                </a:lnTo>
                <a:lnTo>
                  <a:pt x="50292" y="525780"/>
                </a:lnTo>
                <a:lnTo>
                  <a:pt x="45720" y="518160"/>
                </a:lnTo>
                <a:lnTo>
                  <a:pt x="45720" y="507492"/>
                </a:lnTo>
                <a:lnTo>
                  <a:pt x="55578" y="459819"/>
                </a:lnTo>
                <a:lnTo>
                  <a:pt x="57912" y="449580"/>
                </a:lnTo>
                <a:lnTo>
                  <a:pt x="59102" y="440483"/>
                </a:lnTo>
                <a:lnTo>
                  <a:pt x="59436" y="432816"/>
                </a:lnTo>
                <a:lnTo>
                  <a:pt x="58840" y="425124"/>
                </a:lnTo>
                <a:lnTo>
                  <a:pt x="31432" y="397002"/>
                </a:lnTo>
                <a:lnTo>
                  <a:pt x="1524" y="387096"/>
                </a:lnTo>
                <a:lnTo>
                  <a:pt x="1524" y="377952"/>
                </a:lnTo>
                <a:lnTo>
                  <a:pt x="21240" y="379928"/>
                </a:lnTo>
                <a:lnTo>
                  <a:pt x="36957" y="381190"/>
                </a:lnTo>
                <a:lnTo>
                  <a:pt x="48672" y="381595"/>
                </a:lnTo>
                <a:lnTo>
                  <a:pt x="102269" y="381595"/>
                </a:lnTo>
                <a:lnTo>
                  <a:pt x="99060" y="391668"/>
                </a:lnTo>
                <a:lnTo>
                  <a:pt x="95297" y="407360"/>
                </a:lnTo>
                <a:lnTo>
                  <a:pt x="92964" y="424624"/>
                </a:lnTo>
                <a:lnTo>
                  <a:pt x="91773" y="443317"/>
                </a:lnTo>
                <a:lnTo>
                  <a:pt x="91440" y="463296"/>
                </a:lnTo>
                <a:lnTo>
                  <a:pt x="92583" y="483322"/>
                </a:lnTo>
                <a:lnTo>
                  <a:pt x="93726" y="500062"/>
                </a:lnTo>
                <a:lnTo>
                  <a:pt x="94869" y="513659"/>
                </a:lnTo>
                <a:lnTo>
                  <a:pt x="96012" y="524256"/>
                </a:lnTo>
                <a:lnTo>
                  <a:pt x="96012" y="530352"/>
                </a:lnTo>
                <a:lnTo>
                  <a:pt x="91440" y="533399"/>
                </a:lnTo>
                <a:close/>
              </a:path>
              <a:path w="563879" h="547369">
                <a:moveTo>
                  <a:pt x="440039" y="492252"/>
                </a:moveTo>
                <a:lnTo>
                  <a:pt x="222504" y="492252"/>
                </a:lnTo>
                <a:lnTo>
                  <a:pt x="473964" y="475488"/>
                </a:lnTo>
                <a:lnTo>
                  <a:pt x="457700" y="454032"/>
                </a:lnTo>
                <a:lnTo>
                  <a:pt x="441007" y="433006"/>
                </a:lnTo>
                <a:lnTo>
                  <a:pt x="424029" y="412265"/>
                </a:lnTo>
                <a:lnTo>
                  <a:pt x="406908" y="391668"/>
                </a:lnTo>
                <a:lnTo>
                  <a:pt x="411480" y="385572"/>
                </a:lnTo>
                <a:lnTo>
                  <a:pt x="432054" y="399859"/>
                </a:lnTo>
                <a:lnTo>
                  <a:pt x="450342" y="413004"/>
                </a:lnTo>
                <a:lnTo>
                  <a:pt x="466344" y="425005"/>
                </a:lnTo>
                <a:lnTo>
                  <a:pt x="480060" y="435864"/>
                </a:lnTo>
                <a:lnTo>
                  <a:pt x="491823" y="445008"/>
                </a:lnTo>
                <a:lnTo>
                  <a:pt x="519684" y="472440"/>
                </a:lnTo>
                <a:lnTo>
                  <a:pt x="530856" y="487680"/>
                </a:lnTo>
                <a:lnTo>
                  <a:pt x="480060" y="487680"/>
                </a:lnTo>
                <a:lnTo>
                  <a:pt x="440039" y="492252"/>
                </a:lnTo>
                <a:close/>
              </a:path>
              <a:path w="563879" h="547369">
                <a:moveTo>
                  <a:pt x="515112" y="547116"/>
                </a:moveTo>
                <a:lnTo>
                  <a:pt x="509016" y="547116"/>
                </a:lnTo>
                <a:lnTo>
                  <a:pt x="505968" y="542544"/>
                </a:lnTo>
                <a:lnTo>
                  <a:pt x="502920" y="533399"/>
                </a:lnTo>
                <a:lnTo>
                  <a:pt x="497419" y="521970"/>
                </a:lnTo>
                <a:lnTo>
                  <a:pt x="492061" y="510540"/>
                </a:lnTo>
                <a:lnTo>
                  <a:pt x="486417" y="499110"/>
                </a:lnTo>
                <a:lnTo>
                  <a:pt x="480060" y="487680"/>
                </a:lnTo>
                <a:lnTo>
                  <a:pt x="530856" y="487680"/>
                </a:lnTo>
                <a:lnTo>
                  <a:pt x="532066" y="489585"/>
                </a:lnTo>
                <a:lnTo>
                  <a:pt x="535328" y="497300"/>
                </a:lnTo>
                <a:lnTo>
                  <a:pt x="536448" y="504444"/>
                </a:lnTo>
                <a:lnTo>
                  <a:pt x="535638" y="511540"/>
                </a:lnTo>
                <a:lnTo>
                  <a:pt x="533400" y="518922"/>
                </a:lnTo>
                <a:lnTo>
                  <a:pt x="530018" y="526303"/>
                </a:lnTo>
                <a:lnTo>
                  <a:pt x="525780" y="533399"/>
                </a:lnTo>
                <a:lnTo>
                  <a:pt x="519684" y="542544"/>
                </a:lnTo>
                <a:lnTo>
                  <a:pt x="515112" y="547116"/>
                </a:lnTo>
                <a:close/>
              </a:path>
            </a:pathLst>
          </a:custGeom>
          <a:solidFill>
            <a:srgbClr val="333399"/>
          </a:solidFill>
        </p:spPr>
        <p:txBody>
          <a:bodyPr wrap="square" lIns="0" tIns="0" rIns="0" bIns="0" rtlCol="0"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</a:endParaRPr>
          </a:p>
        </p:txBody>
      </p:sp>
      <p:sp>
        <p:nvSpPr>
          <p:cNvPr id="9" name="object 9"/>
          <p:cNvSpPr/>
          <p:nvPr/>
        </p:nvSpPr>
        <p:spPr>
          <a:xfrm>
            <a:off x="1751075" y="2552700"/>
            <a:ext cx="155575" cy="155575"/>
          </a:xfrm>
          <a:custGeom>
            <a:avLst/>
            <a:gdLst/>
            <a:ahLst/>
            <a:cxnLst/>
            <a:rect l="l" t="t" r="r" b="b"/>
            <a:pathLst>
              <a:path w="155575" h="155575">
                <a:moveTo>
                  <a:pt x="155448" y="155448"/>
                </a:moveTo>
                <a:lnTo>
                  <a:pt x="0" y="155448"/>
                </a:lnTo>
                <a:lnTo>
                  <a:pt x="0" y="0"/>
                </a:lnTo>
                <a:lnTo>
                  <a:pt x="155448" y="0"/>
                </a:lnTo>
                <a:lnTo>
                  <a:pt x="155448" y="155448"/>
                </a:lnTo>
                <a:close/>
              </a:path>
            </a:pathLst>
          </a:custGeom>
          <a:solidFill>
            <a:srgbClr val="3333CC"/>
          </a:solidFill>
        </p:spPr>
        <p:txBody>
          <a:bodyPr wrap="square" lIns="0" tIns="0" rIns="0" bIns="0" rtlCol="0"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</a:endParaRPr>
          </a:p>
        </p:txBody>
      </p:sp>
      <p:sp>
        <p:nvSpPr>
          <p:cNvPr id="10" name="object 10"/>
          <p:cNvSpPr/>
          <p:nvPr/>
        </p:nvSpPr>
        <p:spPr>
          <a:xfrm>
            <a:off x="2121408" y="2360675"/>
            <a:ext cx="1106805" cy="410209"/>
          </a:xfrm>
          <a:custGeom>
            <a:avLst/>
            <a:gdLst/>
            <a:ahLst/>
            <a:cxnLst/>
            <a:rect l="l" t="t" r="r" b="b"/>
            <a:pathLst>
              <a:path w="1106805" h="410210">
                <a:moveTo>
                  <a:pt x="185928" y="213360"/>
                </a:moveTo>
                <a:lnTo>
                  <a:pt x="179946" y="208788"/>
                </a:lnTo>
                <a:lnTo>
                  <a:pt x="160020" y="193548"/>
                </a:lnTo>
                <a:lnTo>
                  <a:pt x="152400" y="203073"/>
                </a:lnTo>
                <a:lnTo>
                  <a:pt x="152400" y="219456"/>
                </a:lnTo>
                <a:lnTo>
                  <a:pt x="152400" y="326136"/>
                </a:lnTo>
                <a:lnTo>
                  <a:pt x="85344" y="326136"/>
                </a:lnTo>
                <a:lnTo>
                  <a:pt x="85344" y="219456"/>
                </a:lnTo>
                <a:lnTo>
                  <a:pt x="152400" y="219456"/>
                </a:lnTo>
                <a:lnTo>
                  <a:pt x="152400" y="203073"/>
                </a:lnTo>
                <a:lnTo>
                  <a:pt x="147828" y="208788"/>
                </a:lnTo>
                <a:lnTo>
                  <a:pt x="85344" y="208788"/>
                </a:lnTo>
                <a:lnTo>
                  <a:pt x="60960" y="193548"/>
                </a:lnTo>
                <a:lnTo>
                  <a:pt x="61836" y="219252"/>
                </a:lnTo>
                <a:lnTo>
                  <a:pt x="62293" y="243649"/>
                </a:lnTo>
                <a:lnTo>
                  <a:pt x="62420" y="261848"/>
                </a:lnTo>
                <a:lnTo>
                  <a:pt x="62306" y="330708"/>
                </a:lnTo>
                <a:lnTo>
                  <a:pt x="62191" y="338810"/>
                </a:lnTo>
                <a:lnTo>
                  <a:pt x="61836" y="358330"/>
                </a:lnTo>
                <a:lnTo>
                  <a:pt x="60960" y="384048"/>
                </a:lnTo>
                <a:lnTo>
                  <a:pt x="85344" y="373380"/>
                </a:lnTo>
                <a:lnTo>
                  <a:pt x="85344" y="336804"/>
                </a:lnTo>
                <a:lnTo>
                  <a:pt x="152400" y="336804"/>
                </a:lnTo>
                <a:lnTo>
                  <a:pt x="152400" y="367284"/>
                </a:lnTo>
                <a:lnTo>
                  <a:pt x="176784" y="356616"/>
                </a:lnTo>
                <a:lnTo>
                  <a:pt x="175704" y="338810"/>
                </a:lnTo>
                <a:lnTo>
                  <a:pt x="175615" y="336804"/>
                </a:lnTo>
                <a:lnTo>
                  <a:pt x="175247" y="326136"/>
                </a:lnTo>
                <a:lnTo>
                  <a:pt x="174701" y="310324"/>
                </a:lnTo>
                <a:lnTo>
                  <a:pt x="173990" y="271754"/>
                </a:lnTo>
                <a:lnTo>
                  <a:pt x="173736" y="224028"/>
                </a:lnTo>
                <a:lnTo>
                  <a:pt x="178955" y="219456"/>
                </a:lnTo>
                <a:lnTo>
                  <a:pt x="185928" y="213360"/>
                </a:lnTo>
                <a:close/>
              </a:path>
              <a:path w="1106805" h="410210">
                <a:moveTo>
                  <a:pt x="291084" y="158496"/>
                </a:moveTo>
                <a:lnTo>
                  <a:pt x="259080" y="126492"/>
                </a:lnTo>
                <a:lnTo>
                  <a:pt x="239268" y="147828"/>
                </a:lnTo>
                <a:lnTo>
                  <a:pt x="108204" y="147828"/>
                </a:lnTo>
                <a:lnTo>
                  <a:pt x="123444" y="163068"/>
                </a:lnTo>
                <a:lnTo>
                  <a:pt x="131965" y="161074"/>
                </a:lnTo>
                <a:lnTo>
                  <a:pt x="141351" y="159639"/>
                </a:lnTo>
                <a:lnTo>
                  <a:pt x="151295" y="158788"/>
                </a:lnTo>
                <a:lnTo>
                  <a:pt x="161544" y="158496"/>
                </a:lnTo>
                <a:lnTo>
                  <a:pt x="291084" y="158496"/>
                </a:lnTo>
                <a:close/>
              </a:path>
              <a:path w="1106805" h="410210">
                <a:moveTo>
                  <a:pt x="359664" y="208788"/>
                </a:moveTo>
                <a:lnTo>
                  <a:pt x="355739" y="205740"/>
                </a:lnTo>
                <a:lnTo>
                  <a:pt x="332232" y="187452"/>
                </a:lnTo>
                <a:lnTo>
                  <a:pt x="320040" y="205740"/>
                </a:lnTo>
                <a:lnTo>
                  <a:pt x="246888" y="205740"/>
                </a:lnTo>
                <a:lnTo>
                  <a:pt x="222504" y="188976"/>
                </a:lnTo>
                <a:lnTo>
                  <a:pt x="223354" y="208788"/>
                </a:lnTo>
                <a:lnTo>
                  <a:pt x="223837" y="233553"/>
                </a:lnTo>
                <a:lnTo>
                  <a:pt x="223888" y="243649"/>
                </a:lnTo>
                <a:lnTo>
                  <a:pt x="224015" y="288036"/>
                </a:lnTo>
                <a:lnTo>
                  <a:pt x="223901" y="344690"/>
                </a:lnTo>
                <a:lnTo>
                  <a:pt x="223799" y="358330"/>
                </a:lnTo>
                <a:lnTo>
                  <a:pt x="223393" y="384048"/>
                </a:lnTo>
                <a:lnTo>
                  <a:pt x="222504" y="409956"/>
                </a:lnTo>
                <a:lnTo>
                  <a:pt x="246888" y="397764"/>
                </a:lnTo>
                <a:lnTo>
                  <a:pt x="246888" y="214884"/>
                </a:lnTo>
                <a:lnTo>
                  <a:pt x="324612" y="214884"/>
                </a:lnTo>
                <a:lnTo>
                  <a:pt x="324612" y="318516"/>
                </a:lnTo>
                <a:lnTo>
                  <a:pt x="323773" y="328523"/>
                </a:lnTo>
                <a:lnTo>
                  <a:pt x="281762" y="338810"/>
                </a:lnTo>
                <a:lnTo>
                  <a:pt x="265176" y="336804"/>
                </a:lnTo>
                <a:lnTo>
                  <a:pt x="265176" y="344424"/>
                </a:lnTo>
                <a:lnTo>
                  <a:pt x="285407" y="350697"/>
                </a:lnTo>
                <a:lnTo>
                  <a:pt x="300228" y="357949"/>
                </a:lnTo>
                <a:lnTo>
                  <a:pt x="309321" y="366077"/>
                </a:lnTo>
                <a:lnTo>
                  <a:pt x="312420" y="374904"/>
                </a:lnTo>
                <a:lnTo>
                  <a:pt x="327507" y="366928"/>
                </a:lnTo>
                <a:lnTo>
                  <a:pt x="338328" y="356806"/>
                </a:lnTo>
                <a:lnTo>
                  <a:pt x="344563" y="344690"/>
                </a:lnTo>
                <a:lnTo>
                  <a:pt x="344893" y="341376"/>
                </a:lnTo>
                <a:lnTo>
                  <a:pt x="345948" y="330708"/>
                </a:lnTo>
                <a:lnTo>
                  <a:pt x="345948" y="220980"/>
                </a:lnTo>
                <a:lnTo>
                  <a:pt x="352806" y="214884"/>
                </a:lnTo>
                <a:lnTo>
                  <a:pt x="359664" y="208788"/>
                </a:lnTo>
                <a:close/>
              </a:path>
              <a:path w="1106805" h="410210">
                <a:moveTo>
                  <a:pt x="411480" y="152400"/>
                </a:moveTo>
                <a:lnTo>
                  <a:pt x="347662" y="137922"/>
                </a:lnTo>
                <a:lnTo>
                  <a:pt x="294132" y="114300"/>
                </a:lnTo>
                <a:lnTo>
                  <a:pt x="249364" y="81343"/>
                </a:lnTo>
                <a:lnTo>
                  <a:pt x="214083" y="42672"/>
                </a:lnTo>
                <a:lnTo>
                  <a:pt x="210312" y="38100"/>
                </a:lnTo>
                <a:lnTo>
                  <a:pt x="227076" y="25908"/>
                </a:lnTo>
                <a:lnTo>
                  <a:pt x="192024" y="0"/>
                </a:lnTo>
                <a:lnTo>
                  <a:pt x="163830" y="52578"/>
                </a:lnTo>
                <a:lnTo>
                  <a:pt x="121920" y="105156"/>
                </a:lnTo>
                <a:lnTo>
                  <a:pt x="66103" y="154114"/>
                </a:lnTo>
                <a:lnTo>
                  <a:pt x="0" y="190500"/>
                </a:lnTo>
                <a:lnTo>
                  <a:pt x="4572" y="198120"/>
                </a:lnTo>
                <a:lnTo>
                  <a:pt x="69532" y="167640"/>
                </a:lnTo>
                <a:lnTo>
                  <a:pt x="121920" y="132588"/>
                </a:lnTo>
                <a:lnTo>
                  <a:pt x="164211" y="91630"/>
                </a:lnTo>
                <a:lnTo>
                  <a:pt x="204216" y="42672"/>
                </a:lnTo>
                <a:lnTo>
                  <a:pt x="219405" y="66446"/>
                </a:lnTo>
                <a:lnTo>
                  <a:pt x="252641" y="106540"/>
                </a:lnTo>
                <a:lnTo>
                  <a:pt x="291249" y="139192"/>
                </a:lnTo>
                <a:lnTo>
                  <a:pt x="340918" y="169532"/>
                </a:lnTo>
                <a:lnTo>
                  <a:pt x="370332" y="184404"/>
                </a:lnTo>
                <a:lnTo>
                  <a:pt x="377190" y="174383"/>
                </a:lnTo>
                <a:lnTo>
                  <a:pt x="386334" y="167068"/>
                </a:lnTo>
                <a:lnTo>
                  <a:pt x="397764" y="162331"/>
                </a:lnTo>
                <a:lnTo>
                  <a:pt x="411480" y="160020"/>
                </a:lnTo>
                <a:lnTo>
                  <a:pt x="411480" y="152400"/>
                </a:lnTo>
                <a:close/>
              </a:path>
              <a:path w="1106805" h="410210">
                <a:moveTo>
                  <a:pt x="640080" y="36576"/>
                </a:moveTo>
                <a:lnTo>
                  <a:pt x="636371" y="33528"/>
                </a:lnTo>
                <a:lnTo>
                  <a:pt x="614172" y="15240"/>
                </a:lnTo>
                <a:lnTo>
                  <a:pt x="605028" y="28956"/>
                </a:lnTo>
                <a:lnTo>
                  <a:pt x="605028" y="42672"/>
                </a:lnTo>
                <a:lnTo>
                  <a:pt x="605028" y="92964"/>
                </a:lnTo>
                <a:lnTo>
                  <a:pt x="605028" y="103632"/>
                </a:lnTo>
                <a:lnTo>
                  <a:pt x="605028" y="152400"/>
                </a:lnTo>
                <a:lnTo>
                  <a:pt x="524256" y="152400"/>
                </a:lnTo>
                <a:lnTo>
                  <a:pt x="524256" y="103632"/>
                </a:lnTo>
                <a:lnTo>
                  <a:pt x="605028" y="103632"/>
                </a:lnTo>
                <a:lnTo>
                  <a:pt x="605028" y="92964"/>
                </a:lnTo>
                <a:lnTo>
                  <a:pt x="524256" y="92964"/>
                </a:lnTo>
                <a:lnTo>
                  <a:pt x="524256" y="42672"/>
                </a:lnTo>
                <a:lnTo>
                  <a:pt x="605028" y="42672"/>
                </a:lnTo>
                <a:lnTo>
                  <a:pt x="605028" y="28956"/>
                </a:lnTo>
                <a:lnTo>
                  <a:pt x="601980" y="33528"/>
                </a:lnTo>
                <a:lnTo>
                  <a:pt x="524256" y="33528"/>
                </a:lnTo>
                <a:lnTo>
                  <a:pt x="499872" y="18288"/>
                </a:lnTo>
                <a:lnTo>
                  <a:pt x="500100" y="37134"/>
                </a:lnTo>
                <a:lnTo>
                  <a:pt x="501142" y="77444"/>
                </a:lnTo>
                <a:lnTo>
                  <a:pt x="501357" y="96012"/>
                </a:lnTo>
                <a:lnTo>
                  <a:pt x="501269" y="109728"/>
                </a:lnTo>
                <a:lnTo>
                  <a:pt x="501154" y="120523"/>
                </a:lnTo>
                <a:lnTo>
                  <a:pt x="500100" y="162293"/>
                </a:lnTo>
                <a:lnTo>
                  <a:pt x="499872" y="182880"/>
                </a:lnTo>
                <a:lnTo>
                  <a:pt x="524256" y="173736"/>
                </a:lnTo>
                <a:lnTo>
                  <a:pt x="524256" y="163068"/>
                </a:lnTo>
                <a:lnTo>
                  <a:pt x="605028" y="163068"/>
                </a:lnTo>
                <a:lnTo>
                  <a:pt x="605028" y="178308"/>
                </a:lnTo>
                <a:lnTo>
                  <a:pt x="629412" y="166116"/>
                </a:lnTo>
                <a:lnTo>
                  <a:pt x="629285" y="163068"/>
                </a:lnTo>
                <a:lnTo>
                  <a:pt x="628853" y="152400"/>
                </a:lnTo>
                <a:lnTo>
                  <a:pt x="628002" y="103632"/>
                </a:lnTo>
                <a:lnTo>
                  <a:pt x="627888" y="47244"/>
                </a:lnTo>
                <a:lnTo>
                  <a:pt x="633107" y="42672"/>
                </a:lnTo>
                <a:lnTo>
                  <a:pt x="640080" y="36576"/>
                </a:lnTo>
                <a:close/>
              </a:path>
              <a:path w="1106805" h="410210">
                <a:moveTo>
                  <a:pt x="768096" y="150876"/>
                </a:moveTo>
                <a:lnTo>
                  <a:pt x="729996" y="132588"/>
                </a:lnTo>
                <a:lnTo>
                  <a:pt x="730846" y="157187"/>
                </a:lnTo>
                <a:lnTo>
                  <a:pt x="731062" y="175260"/>
                </a:lnTo>
                <a:lnTo>
                  <a:pt x="729996" y="225552"/>
                </a:lnTo>
                <a:lnTo>
                  <a:pt x="723138" y="264223"/>
                </a:lnTo>
                <a:lnTo>
                  <a:pt x="694867" y="312026"/>
                </a:lnTo>
                <a:lnTo>
                  <a:pt x="658914" y="341122"/>
                </a:lnTo>
                <a:lnTo>
                  <a:pt x="635508" y="355092"/>
                </a:lnTo>
                <a:lnTo>
                  <a:pt x="638556" y="359664"/>
                </a:lnTo>
                <a:lnTo>
                  <a:pt x="680847" y="340233"/>
                </a:lnTo>
                <a:lnTo>
                  <a:pt x="723392" y="305689"/>
                </a:lnTo>
                <a:lnTo>
                  <a:pt x="746760" y="265176"/>
                </a:lnTo>
                <a:lnTo>
                  <a:pt x="752284" y="224980"/>
                </a:lnTo>
                <a:lnTo>
                  <a:pt x="754380" y="163068"/>
                </a:lnTo>
                <a:lnTo>
                  <a:pt x="768096" y="150876"/>
                </a:lnTo>
                <a:close/>
              </a:path>
              <a:path w="1106805" h="410210">
                <a:moveTo>
                  <a:pt x="835152" y="316992"/>
                </a:moveTo>
                <a:lnTo>
                  <a:pt x="807148" y="288607"/>
                </a:lnTo>
                <a:lnTo>
                  <a:pt x="754380" y="262128"/>
                </a:lnTo>
                <a:lnTo>
                  <a:pt x="751332" y="268224"/>
                </a:lnTo>
                <a:lnTo>
                  <a:pt x="773061" y="285927"/>
                </a:lnTo>
                <a:lnTo>
                  <a:pt x="790384" y="302323"/>
                </a:lnTo>
                <a:lnTo>
                  <a:pt x="803402" y="317309"/>
                </a:lnTo>
                <a:lnTo>
                  <a:pt x="812292" y="330708"/>
                </a:lnTo>
                <a:lnTo>
                  <a:pt x="818235" y="341122"/>
                </a:lnTo>
                <a:lnTo>
                  <a:pt x="821436" y="347472"/>
                </a:lnTo>
                <a:lnTo>
                  <a:pt x="827532" y="347472"/>
                </a:lnTo>
                <a:lnTo>
                  <a:pt x="832104" y="338328"/>
                </a:lnTo>
                <a:lnTo>
                  <a:pt x="835152" y="326136"/>
                </a:lnTo>
                <a:lnTo>
                  <a:pt x="835152" y="316992"/>
                </a:lnTo>
                <a:close/>
              </a:path>
              <a:path w="1106805" h="410210">
                <a:moveTo>
                  <a:pt x="848868" y="45720"/>
                </a:moveTo>
                <a:lnTo>
                  <a:pt x="821436" y="13716"/>
                </a:lnTo>
                <a:lnTo>
                  <a:pt x="800100" y="35052"/>
                </a:lnTo>
                <a:lnTo>
                  <a:pt x="649224" y="35052"/>
                </a:lnTo>
                <a:lnTo>
                  <a:pt x="664464" y="50292"/>
                </a:lnTo>
                <a:lnTo>
                  <a:pt x="674103" y="48298"/>
                </a:lnTo>
                <a:lnTo>
                  <a:pt x="684466" y="46863"/>
                </a:lnTo>
                <a:lnTo>
                  <a:pt x="695109" y="46012"/>
                </a:lnTo>
                <a:lnTo>
                  <a:pt x="705612" y="45720"/>
                </a:lnTo>
                <a:lnTo>
                  <a:pt x="726948" y="45720"/>
                </a:lnTo>
                <a:lnTo>
                  <a:pt x="725512" y="57442"/>
                </a:lnTo>
                <a:lnTo>
                  <a:pt x="723519" y="69723"/>
                </a:lnTo>
                <a:lnTo>
                  <a:pt x="720940" y="82588"/>
                </a:lnTo>
                <a:lnTo>
                  <a:pt x="717804" y="96012"/>
                </a:lnTo>
                <a:lnTo>
                  <a:pt x="696468" y="96012"/>
                </a:lnTo>
                <a:lnTo>
                  <a:pt x="672084" y="80772"/>
                </a:lnTo>
                <a:lnTo>
                  <a:pt x="672312" y="101968"/>
                </a:lnTo>
                <a:lnTo>
                  <a:pt x="673265" y="144119"/>
                </a:lnTo>
                <a:lnTo>
                  <a:pt x="673379" y="150876"/>
                </a:lnTo>
                <a:lnTo>
                  <a:pt x="673493" y="163068"/>
                </a:lnTo>
                <a:lnTo>
                  <a:pt x="673392" y="196811"/>
                </a:lnTo>
                <a:lnTo>
                  <a:pt x="673290" y="203530"/>
                </a:lnTo>
                <a:lnTo>
                  <a:pt x="672312" y="244487"/>
                </a:lnTo>
                <a:lnTo>
                  <a:pt x="672084" y="263652"/>
                </a:lnTo>
                <a:lnTo>
                  <a:pt x="696468" y="249936"/>
                </a:lnTo>
                <a:lnTo>
                  <a:pt x="696468" y="105156"/>
                </a:lnTo>
                <a:lnTo>
                  <a:pt x="797052" y="105156"/>
                </a:lnTo>
                <a:lnTo>
                  <a:pt x="797052" y="259080"/>
                </a:lnTo>
                <a:lnTo>
                  <a:pt x="821436" y="246888"/>
                </a:lnTo>
                <a:lnTo>
                  <a:pt x="820559" y="228600"/>
                </a:lnTo>
                <a:lnTo>
                  <a:pt x="820077" y="212128"/>
                </a:lnTo>
                <a:lnTo>
                  <a:pt x="819950" y="203530"/>
                </a:lnTo>
                <a:lnTo>
                  <a:pt x="819912" y="109728"/>
                </a:lnTo>
                <a:lnTo>
                  <a:pt x="825131" y="105156"/>
                </a:lnTo>
                <a:lnTo>
                  <a:pt x="832104" y="99060"/>
                </a:lnTo>
                <a:lnTo>
                  <a:pt x="827874" y="96012"/>
                </a:lnTo>
                <a:lnTo>
                  <a:pt x="804672" y="79248"/>
                </a:lnTo>
                <a:lnTo>
                  <a:pt x="792480" y="96012"/>
                </a:lnTo>
                <a:lnTo>
                  <a:pt x="726948" y="96012"/>
                </a:lnTo>
                <a:lnTo>
                  <a:pt x="737133" y="77660"/>
                </a:lnTo>
                <a:lnTo>
                  <a:pt x="745426" y="62865"/>
                </a:lnTo>
                <a:lnTo>
                  <a:pt x="751586" y="52298"/>
                </a:lnTo>
                <a:lnTo>
                  <a:pt x="755904" y="45720"/>
                </a:lnTo>
                <a:lnTo>
                  <a:pt x="848868" y="45720"/>
                </a:lnTo>
                <a:close/>
              </a:path>
              <a:path w="1106805" h="410210">
                <a:moveTo>
                  <a:pt x="851916" y="359664"/>
                </a:moveTo>
                <a:lnTo>
                  <a:pt x="815619" y="363651"/>
                </a:lnTo>
                <a:lnTo>
                  <a:pt x="777621" y="366331"/>
                </a:lnTo>
                <a:lnTo>
                  <a:pt x="744461" y="367398"/>
                </a:lnTo>
                <a:lnTo>
                  <a:pt x="696468" y="367296"/>
                </a:lnTo>
                <a:lnTo>
                  <a:pt x="657313" y="366166"/>
                </a:lnTo>
                <a:lnTo>
                  <a:pt x="624459" y="362902"/>
                </a:lnTo>
                <a:lnTo>
                  <a:pt x="597877" y="357644"/>
                </a:lnTo>
                <a:lnTo>
                  <a:pt x="577596" y="350520"/>
                </a:lnTo>
                <a:lnTo>
                  <a:pt x="577596" y="344424"/>
                </a:lnTo>
                <a:lnTo>
                  <a:pt x="577596" y="283464"/>
                </a:lnTo>
                <a:lnTo>
                  <a:pt x="655320" y="283464"/>
                </a:lnTo>
                <a:lnTo>
                  <a:pt x="646252" y="272796"/>
                </a:lnTo>
                <a:lnTo>
                  <a:pt x="629412" y="252984"/>
                </a:lnTo>
                <a:lnTo>
                  <a:pt x="611124" y="272796"/>
                </a:lnTo>
                <a:lnTo>
                  <a:pt x="577596" y="272796"/>
                </a:lnTo>
                <a:lnTo>
                  <a:pt x="577596" y="211836"/>
                </a:lnTo>
                <a:lnTo>
                  <a:pt x="662940" y="211836"/>
                </a:lnTo>
                <a:lnTo>
                  <a:pt x="635508" y="181356"/>
                </a:lnTo>
                <a:lnTo>
                  <a:pt x="614172" y="201168"/>
                </a:lnTo>
                <a:lnTo>
                  <a:pt x="460248" y="201168"/>
                </a:lnTo>
                <a:lnTo>
                  <a:pt x="477012" y="216408"/>
                </a:lnTo>
                <a:lnTo>
                  <a:pt x="486435" y="214414"/>
                </a:lnTo>
                <a:lnTo>
                  <a:pt x="496443" y="212979"/>
                </a:lnTo>
                <a:lnTo>
                  <a:pt x="507009" y="212128"/>
                </a:lnTo>
                <a:lnTo>
                  <a:pt x="518160" y="211836"/>
                </a:lnTo>
                <a:lnTo>
                  <a:pt x="554736" y="211836"/>
                </a:lnTo>
                <a:lnTo>
                  <a:pt x="554736" y="344424"/>
                </a:lnTo>
                <a:lnTo>
                  <a:pt x="540461" y="334098"/>
                </a:lnTo>
                <a:lnTo>
                  <a:pt x="527494" y="323469"/>
                </a:lnTo>
                <a:lnTo>
                  <a:pt x="515937" y="312280"/>
                </a:lnTo>
                <a:lnTo>
                  <a:pt x="514794" y="310896"/>
                </a:lnTo>
                <a:lnTo>
                  <a:pt x="505968" y="300228"/>
                </a:lnTo>
                <a:lnTo>
                  <a:pt x="509930" y="278879"/>
                </a:lnTo>
                <a:lnTo>
                  <a:pt x="514921" y="262699"/>
                </a:lnTo>
                <a:lnTo>
                  <a:pt x="520750" y="252018"/>
                </a:lnTo>
                <a:lnTo>
                  <a:pt x="527304" y="246888"/>
                </a:lnTo>
                <a:lnTo>
                  <a:pt x="492252" y="228600"/>
                </a:lnTo>
                <a:lnTo>
                  <a:pt x="487680" y="269938"/>
                </a:lnTo>
                <a:lnTo>
                  <a:pt x="478536" y="316992"/>
                </a:lnTo>
                <a:lnTo>
                  <a:pt x="464820" y="363855"/>
                </a:lnTo>
                <a:lnTo>
                  <a:pt x="446532" y="403860"/>
                </a:lnTo>
                <a:lnTo>
                  <a:pt x="452628" y="406920"/>
                </a:lnTo>
                <a:lnTo>
                  <a:pt x="466915" y="388264"/>
                </a:lnTo>
                <a:lnTo>
                  <a:pt x="480060" y="366331"/>
                </a:lnTo>
                <a:lnTo>
                  <a:pt x="492061" y="340690"/>
                </a:lnTo>
                <a:lnTo>
                  <a:pt x="502920" y="310896"/>
                </a:lnTo>
                <a:lnTo>
                  <a:pt x="516610" y="328879"/>
                </a:lnTo>
                <a:lnTo>
                  <a:pt x="556260" y="364236"/>
                </a:lnTo>
                <a:lnTo>
                  <a:pt x="605764" y="382892"/>
                </a:lnTo>
                <a:lnTo>
                  <a:pt x="655523" y="391083"/>
                </a:lnTo>
                <a:lnTo>
                  <a:pt x="697420" y="393763"/>
                </a:lnTo>
                <a:lnTo>
                  <a:pt x="752157" y="395033"/>
                </a:lnTo>
                <a:lnTo>
                  <a:pt x="819912" y="394716"/>
                </a:lnTo>
                <a:lnTo>
                  <a:pt x="821905" y="387007"/>
                </a:lnTo>
                <a:lnTo>
                  <a:pt x="827913" y="379857"/>
                </a:lnTo>
                <a:lnTo>
                  <a:pt x="837907" y="373291"/>
                </a:lnTo>
                <a:lnTo>
                  <a:pt x="851192" y="367601"/>
                </a:lnTo>
                <a:lnTo>
                  <a:pt x="851916" y="367296"/>
                </a:lnTo>
                <a:lnTo>
                  <a:pt x="851916" y="359664"/>
                </a:lnTo>
                <a:close/>
              </a:path>
              <a:path w="1106805" h="410210">
                <a:moveTo>
                  <a:pt x="1106424" y="220980"/>
                </a:moveTo>
                <a:lnTo>
                  <a:pt x="1068324" y="220980"/>
                </a:lnTo>
                <a:lnTo>
                  <a:pt x="1068324" y="94488"/>
                </a:lnTo>
                <a:lnTo>
                  <a:pt x="1068324" y="42672"/>
                </a:lnTo>
                <a:lnTo>
                  <a:pt x="1028700" y="42672"/>
                </a:lnTo>
                <a:lnTo>
                  <a:pt x="1027176" y="44437"/>
                </a:lnTo>
                <a:lnTo>
                  <a:pt x="1027176" y="94488"/>
                </a:lnTo>
                <a:lnTo>
                  <a:pt x="1027176" y="220980"/>
                </a:lnTo>
                <a:lnTo>
                  <a:pt x="917448" y="220980"/>
                </a:lnTo>
                <a:lnTo>
                  <a:pt x="1027176" y="94488"/>
                </a:lnTo>
                <a:lnTo>
                  <a:pt x="1027176" y="44437"/>
                </a:lnTo>
                <a:lnTo>
                  <a:pt x="883920" y="210312"/>
                </a:lnTo>
                <a:lnTo>
                  <a:pt x="883920" y="256032"/>
                </a:lnTo>
                <a:lnTo>
                  <a:pt x="1027176" y="256032"/>
                </a:lnTo>
                <a:lnTo>
                  <a:pt x="1027176" y="367284"/>
                </a:lnTo>
                <a:lnTo>
                  <a:pt x="1068324" y="367284"/>
                </a:lnTo>
                <a:lnTo>
                  <a:pt x="1068324" y="256032"/>
                </a:lnTo>
                <a:lnTo>
                  <a:pt x="1106424" y="256032"/>
                </a:lnTo>
                <a:lnTo>
                  <a:pt x="1106424" y="22098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</a:endParaRPr>
          </a:p>
        </p:txBody>
      </p:sp>
      <p:sp>
        <p:nvSpPr>
          <p:cNvPr id="11" name="object 11"/>
          <p:cNvSpPr/>
          <p:nvPr/>
        </p:nvSpPr>
        <p:spPr>
          <a:xfrm>
            <a:off x="3404615" y="2365248"/>
            <a:ext cx="388620" cy="405765"/>
          </a:xfrm>
          <a:custGeom>
            <a:avLst/>
            <a:gdLst/>
            <a:ahLst/>
            <a:cxnLst/>
            <a:rect l="l" t="t" r="r" b="b"/>
            <a:pathLst>
              <a:path w="388620" h="405764">
                <a:moveTo>
                  <a:pt x="384918" y="92964"/>
                </a:moveTo>
                <a:lnTo>
                  <a:pt x="348996" y="92964"/>
                </a:lnTo>
                <a:lnTo>
                  <a:pt x="362712" y="74676"/>
                </a:lnTo>
                <a:lnTo>
                  <a:pt x="384918" y="92964"/>
                </a:lnTo>
                <a:close/>
              </a:path>
              <a:path w="388620" h="405764">
                <a:moveTo>
                  <a:pt x="228600" y="382524"/>
                </a:moveTo>
                <a:lnTo>
                  <a:pt x="229481" y="359163"/>
                </a:lnTo>
                <a:lnTo>
                  <a:pt x="229933" y="339661"/>
                </a:lnTo>
                <a:lnTo>
                  <a:pt x="230014" y="332232"/>
                </a:lnTo>
                <a:lnTo>
                  <a:pt x="230100" y="127254"/>
                </a:lnTo>
                <a:lnTo>
                  <a:pt x="229933" y="111252"/>
                </a:lnTo>
                <a:lnTo>
                  <a:pt x="229481" y="95249"/>
                </a:lnTo>
                <a:lnTo>
                  <a:pt x="228600" y="79247"/>
                </a:lnTo>
                <a:lnTo>
                  <a:pt x="252984" y="92964"/>
                </a:lnTo>
                <a:lnTo>
                  <a:pt x="384918" y="92964"/>
                </a:lnTo>
                <a:lnTo>
                  <a:pt x="388620" y="96012"/>
                </a:lnTo>
                <a:lnTo>
                  <a:pt x="380047" y="103632"/>
                </a:lnTo>
                <a:lnTo>
                  <a:pt x="252984" y="103632"/>
                </a:lnTo>
                <a:lnTo>
                  <a:pt x="252984" y="321564"/>
                </a:lnTo>
                <a:lnTo>
                  <a:pt x="375028" y="321564"/>
                </a:lnTo>
                <a:lnTo>
                  <a:pt x="375094" y="327088"/>
                </a:lnTo>
                <a:lnTo>
                  <a:pt x="375235" y="332232"/>
                </a:lnTo>
                <a:lnTo>
                  <a:pt x="252984" y="332232"/>
                </a:lnTo>
                <a:lnTo>
                  <a:pt x="252984" y="370332"/>
                </a:lnTo>
                <a:lnTo>
                  <a:pt x="228600" y="382524"/>
                </a:lnTo>
                <a:close/>
              </a:path>
              <a:path w="388620" h="405764">
                <a:moveTo>
                  <a:pt x="375028" y="321564"/>
                </a:moveTo>
                <a:lnTo>
                  <a:pt x="352044" y="321564"/>
                </a:lnTo>
                <a:lnTo>
                  <a:pt x="352044" y="103632"/>
                </a:lnTo>
                <a:lnTo>
                  <a:pt x="380047" y="103632"/>
                </a:lnTo>
                <a:lnTo>
                  <a:pt x="374904" y="108204"/>
                </a:lnTo>
                <a:lnTo>
                  <a:pt x="375028" y="321564"/>
                </a:lnTo>
                <a:close/>
              </a:path>
              <a:path w="388620" h="405764">
                <a:moveTo>
                  <a:pt x="352044" y="371856"/>
                </a:moveTo>
                <a:lnTo>
                  <a:pt x="352044" y="332232"/>
                </a:lnTo>
                <a:lnTo>
                  <a:pt x="375235" y="332232"/>
                </a:lnTo>
                <a:lnTo>
                  <a:pt x="375546" y="343542"/>
                </a:lnTo>
                <a:lnTo>
                  <a:pt x="376428" y="362712"/>
                </a:lnTo>
                <a:lnTo>
                  <a:pt x="352044" y="371856"/>
                </a:lnTo>
                <a:close/>
              </a:path>
              <a:path w="388620" h="405764">
                <a:moveTo>
                  <a:pt x="97536" y="108204"/>
                </a:moveTo>
                <a:lnTo>
                  <a:pt x="73152" y="108204"/>
                </a:lnTo>
                <a:lnTo>
                  <a:pt x="79200" y="76723"/>
                </a:lnTo>
                <a:lnTo>
                  <a:pt x="83820" y="48387"/>
                </a:lnTo>
                <a:lnTo>
                  <a:pt x="87296" y="22907"/>
                </a:lnTo>
                <a:lnTo>
                  <a:pt x="89916" y="0"/>
                </a:lnTo>
                <a:lnTo>
                  <a:pt x="131064" y="19812"/>
                </a:lnTo>
                <a:lnTo>
                  <a:pt x="115824" y="30480"/>
                </a:lnTo>
                <a:lnTo>
                  <a:pt x="112109" y="45624"/>
                </a:lnTo>
                <a:lnTo>
                  <a:pt x="107823" y="63627"/>
                </a:lnTo>
                <a:lnTo>
                  <a:pt x="102965" y="84486"/>
                </a:lnTo>
                <a:lnTo>
                  <a:pt x="97536" y="108204"/>
                </a:lnTo>
                <a:close/>
              </a:path>
              <a:path w="388620" h="405764">
                <a:moveTo>
                  <a:pt x="18288" y="123444"/>
                </a:moveTo>
                <a:lnTo>
                  <a:pt x="3048" y="108204"/>
                </a:lnTo>
                <a:lnTo>
                  <a:pt x="164592" y="108204"/>
                </a:lnTo>
                <a:lnTo>
                  <a:pt x="175260" y="88392"/>
                </a:lnTo>
                <a:lnTo>
                  <a:pt x="204216" y="109728"/>
                </a:lnTo>
                <a:lnTo>
                  <a:pt x="193929" y="118871"/>
                </a:lnTo>
                <a:lnTo>
                  <a:pt x="59436" y="118871"/>
                </a:lnTo>
                <a:lnTo>
                  <a:pt x="48291" y="119157"/>
                </a:lnTo>
                <a:lnTo>
                  <a:pt x="37719" y="120014"/>
                </a:lnTo>
                <a:lnTo>
                  <a:pt x="27717" y="121443"/>
                </a:lnTo>
                <a:lnTo>
                  <a:pt x="18288" y="123444"/>
                </a:lnTo>
                <a:close/>
              </a:path>
              <a:path w="388620" h="405764">
                <a:moveTo>
                  <a:pt x="4572" y="405384"/>
                </a:moveTo>
                <a:lnTo>
                  <a:pt x="0" y="400812"/>
                </a:lnTo>
                <a:lnTo>
                  <a:pt x="40052" y="381095"/>
                </a:lnTo>
                <a:lnTo>
                  <a:pt x="73533" y="358521"/>
                </a:lnTo>
                <a:lnTo>
                  <a:pt x="100726" y="333089"/>
                </a:lnTo>
                <a:lnTo>
                  <a:pt x="121920" y="304800"/>
                </a:lnTo>
                <a:lnTo>
                  <a:pt x="97012" y="294489"/>
                </a:lnTo>
                <a:lnTo>
                  <a:pt x="74676" y="286321"/>
                </a:lnTo>
                <a:lnTo>
                  <a:pt x="54625" y="280154"/>
                </a:lnTo>
                <a:lnTo>
                  <a:pt x="36576" y="275844"/>
                </a:lnTo>
                <a:lnTo>
                  <a:pt x="43981" y="245530"/>
                </a:lnTo>
                <a:lnTo>
                  <a:pt x="52387" y="209359"/>
                </a:lnTo>
                <a:lnTo>
                  <a:pt x="61650" y="167187"/>
                </a:lnTo>
                <a:lnTo>
                  <a:pt x="71628" y="118871"/>
                </a:lnTo>
                <a:lnTo>
                  <a:pt x="96012" y="118871"/>
                </a:lnTo>
                <a:lnTo>
                  <a:pt x="89463" y="148232"/>
                </a:lnTo>
                <a:lnTo>
                  <a:pt x="81343" y="183451"/>
                </a:lnTo>
                <a:lnTo>
                  <a:pt x="71794" y="224099"/>
                </a:lnTo>
                <a:lnTo>
                  <a:pt x="60960" y="269748"/>
                </a:lnTo>
                <a:lnTo>
                  <a:pt x="72104" y="272629"/>
                </a:lnTo>
                <a:lnTo>
                  <a:pt x="87249" y="276796"/>
                </a:lnTo>
                <a:lnTo>
                  <a:pt x="106394" y="282392"/>
                </a:lnTo>
                <a:lnTo>
                  <a:pt x="129540" y="289560"/>
                </a:lnTo>
                <a:lnTo>
                  <a:pt x="154398" y="289560"/>
                </a:lnTo>
                <a:lnTo>
                  <a:pt x="152400" y="295656"/>
                </a:lnTo>
                <a:lnTo>
                  <a:pt x="170949" y="304490"/>
                </a:lnTo>
                <a:lnTo>
                  <a:pt x="185356" y="312610"/>
                </a:lnTo>
                <a:lnTo>
                  <a:pt x="189338" y="315468"/>
                </a:lnTo>
                <a:lnTo>
                  <a:pt x="141732" y="315468"/>
                </a:lnTo>
                <a:lnTo>
                  <a:pt x="114300" y="345805"/>
                </a:lnTo>
                <a:lnTo>
                  <a:pt x="82296" y="370713"/>
                </a:lnTo>
                <a:lnTo>
                  <a:pt x="45720" y="390477"/>
                </a:lnTo>
                <a:lnTo>
                  <a:pt x="4572" y="405384"/>
                </a:lnTo>
                <a:close/>
              </a:path>
              <a:path w="388620" h="405764">
                <a:moveTo>
                  <a:pt x="154398" y="289560"/>
                </a:moveTo>
                <a:lnTo>
                  <a:pt x="129540" y="289560"/>
                </a:lnTo>
                <a:lnTo>
                  <a:pt x="139541" y="259246"/>
                </a:lnTo>
                <a:lnTo>
                  <a:pt x="148971" y="220789"/>
                </a:lnTo>
                <a:lnTo>
                  <a:pt x="157829" y="174045"/>
                </a:lnTo>
                <a:lnTo>
                  <a:pt x="166116" y="118871"/>
                </a:lnTo>
                <a:lnTo>
                  <a:pt x="193929" y="118871"/>
                </a:lnTo>
                <a:lnTo>
                  <a:pt x="190500" y="121920"/>
                </a:lnTo>
                <a:lnTo>
                  <a:pt x="181332" y="178212"/>
                </a:lnTo>
                <a:lnTo>
                  <a:pt x="172021" y="225933"/>
                </a:lnTo>
                <a:lnTo>
                  <a:pt x="162425" y="265080"/>
                </a:lnTo>
                <a:lnTo>
                  <a:pt x="154398" y="289560"/>
                </a:lnTo>
                <a:close/>
              </a:path>
              <a:path w="388620" h="405764">
                <a:moveTo>
                  <a:pt x="201168" y="362712"/>
                </a:moveTo>
                <a:lnTo>
                  <a:pt x="195072" y="362712"/>
                </a:lnTo>
                <a:lnTo>
                  <a:pt x="192024" y="359664"/>
                </a:lnTo>
                <a:lnTo>
                  <a:pt x="187452" y="353568"/>
                </a:lnTo>
                <a:lnTo>
                  <a:pt x="178808" y="344400"/>
                </a:lnTo>
                <a:lnTo>
                  <a:pt x="168592" y="335089"/>
                </a:lnTo>
                <a:lnTo>
                  <a:pt x="156376" y="325493"/>
                </a:lnTo>
                <a:lnTo>
                  <a:pt x="141732" y="315468"/>
                </a:lnTo>
                <a:lnTo>
                  <a:pt x="189338" y="315468"/>
                </a:lnTo>
                <a:lnTo>
                  <a:pt x="206274" y="344400"/>
                </a:lnTo>
                <a:lnTo>
                  <a:pt x="206209" y="345805"/>
                </a:lnTo>
                <a:lnTo>
                  <a:pt x="205740" y="350520"/>
                </a:lnTo>
                <a:lnTo>
                  <a:pt x="202692" y="358140"/>
                </a:lnTo>
                <a:lnTo>
                  <a:pt x="201168" y="36271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</a:endParaRPr>
          </a:p>
        </p:txBody>
      </p:sp>
      <p:sp>
        <p:nvSpPr>
          <p:cNvPr id="12" name="object 12"/>
          <p:cNvSpPr/>
          <p:nvPr/>
        </p:nvSpPr>
        <p:spPr>
          <a:xfrm>
            <a:off x="3852671" y="2372867"/>
            <a:ext cx="393700" cy="398145"/>
          </a:xfrm>
          <a:custGeom>
            <a:avLst/>
            <a:gdLst/>
            <a:ahLst/>
            <a:cxnLst/>
            <a:rect l="l" t="t" r="r" b="b"/>
            <a:pathLst>
              <a:path w="393700" h="398144">
                <a:moveTo>
                  <a:pt x="332613" y="15240"/>
                </a:moveTo>
                <a:lnTo>
                  <a:pt x="300228" y="15240"/>
                </a:lnTo>
                <a:lnTo>
                  <a:pt x="315468" y="0"/>
                </a:lnTo>
                <a:lnTo>
                  <a:pt x="332613" y="15240"/>
                </a:lnTo>
                <a:close/>
              </a:path>
              <a:path w="393700" h="398144">
                <a:moveTo>
                  <a:pt x="67056" y="195072"/>
                </a:moveTo>
                <a:lnTo>
                  <a:pt x="67937" y="170187"/>
                </a:lnTo>
                <a:lnTo>
                  <a:pt x="68389" y="145732"/>
                </a:lnTo>
                <a:lnTo>
                  <a:pt x="68482" y="132207"/>
                </a:lnTo>
                <a:lnTo>
                  <a:pt x="68556" y="72890"/>
                </a:lnTo>
                <a:lnTo>
                  <a:pt x="68389" y="48958"/>
                </a:lnTo>
                <a:lnTo>
                  <a:pt x="67948" y="25908"/>
                </a:lnTo>
                <a:lnTo>
                  <a:pt x="67056" y="1524"/>
                </a:lnTo>
                <a:lnTo>
                  <a:pt x="92964" y="15240"/>
                </a:lnTo>
                <a:lnTo>
                  <a:pt x="332613" y="15240"/>
                </a:lnTo>
                <a:lnTo>
                  <a:pt x="342900" y="24384"/>
                </a:lnTo>
                <a:lnTo>
                  <a:pt x="340505" y="25908"/>
                </a:lnTo>
                <a:lnTo>
                  <a:pt x="92964" y="25908"/>
                </a:lnTo>
                <a:lnTo>
                  <a:pt x="92964" y="85344"/>
                </a:lnTo>
                <a:lnTo>
                  <a:pt x="326355" y="85344"/>
                </a:lnTo>
                <a:lnTo>
                  <a:pt x="326452" y="96012"/>
                </a:lnTo>
                <a:lnTo>
                  <a:pt x="92964" y="96012"/>
                </a:lnTo>
                <a:lnTo>
                  <a:pt x="92964" y="158496"/>
                </a:lnTo>
                <a:lnTo>
                  <a:pt x="327348" y="158496"/>
                </a:lnTo>
                <a:lnTo>
                  <a:pt x="327503" y="169164"/>
                </a:lnTo>
                <a:lnTo>
                  <a:pt x="92964" y="169164"/>
                </a:lnTo>
                <a:lnTo>
                  <a:pt x="92964" y="184403"/>
                </a:lnTo>
                <a:lnTo>
                  <a:pt x="67056" y="195072"/>
                </a:lnTo>
                <a:close/>
              </a:path>
              <a:path w="393700" h="398144">
                <a:moveTo>
                  <a:pt x="210312" y="85344"/>
                </a:moveTo>
                <a:lnTo>
                  <a:pt x="184404" y="85344"/>
                </a:lnTo>
                <a:lnTo>
                  <a:pt x="184404" y="25908"/>
                </a:lnTo>
                <a:lnTo>
                  <a:pt x="210312" y="25908"/>
                </a:lnTo>
                <a:lnTo>
                  <a:pt x="210312" y="85344"/>
                </a:lnTo>
                <a:close/>
              </a:path>
              <a:path w="393700" h="398144">
                <a:moveTo>
                  <a:pt x="326355" y="85344"/>
                </a:moveTo>
                <a:lnTo>
                  <a:pt x="301752" y="85344"/>
                </a:lnTo>
                <a:lnTo>
                  <a:pt x="301752" y="25908"/>
                </a:lnTo>
                <a:lnTo>
                  <a:pt x="340505" y="25908"/>
                </a:lnTo>
                <a:lnTo>
                  <a:pt x="326136" y="35052"/>
                </a:lnTo>
                <a:lnTo>
                  <a:pt x="326355" y="85344"/>
                </a:lnTo>
                <a:close/>
              </a:path>
              <a:path w="393700" h="398144">
                <a:moveTo>
                  <a:pt x="210312" y="158496"/>
                </a:moveTo>
                <a:lnTo>
                  <a:pt x="184404" y="158496"/>
                </a:lnTo>
                <a:lnTo>
                  <a:pt x="184404" y="96012"/>
                </a:lnTo>
                <a:lnTo>
                  <a:pt x="210312" y="96012"/>
                </a:lnTo>
                <a:lnTo>
                  <a:pt x="210312" y="158496"/>
                </a:lnTo>
                <a:close/>
              </a:path>
              <a:path w="393700" h="398144">
                <a:moveTo>
                  <a:pt x="327348" y="158496"/>
                </a:moveTo>
                <a:lnTo>
                  <a:pt x="301752" y="158496"/>
                </a:lnTo>
                <a:lnTo>
                  <a:pt x="301752" y="96012"/>
                </a:lnTo>
                <a:lnTo>
                  <a:pt x="326452" y="96012"/>
                </a:lnTo>
                <a:lnTo>
                  <a:pt x="326898" y="132207"/>
                </a:lnTo>
                <a:lnTo>
                  <a:pt x="327348" y="158496"/>
                </a:lnTo>
                <a:close/>
              </a:path>
              <a:path w="393700" h="398144">
                <a:moveTo>
                  <a:pt x="210312" y="219456"/>
                </a:moveTo>
                <a:lnTo>
                  <a:pt x="184404" y="219456"/>
                </a:lnTo>
                <a:lnTo>
                  <a:pt x="184404" y="169164"/>
                </a:lnTo>
                <a:lnTo>
                  <a:pt x="210312" y="169164"/>
                </a:lnTo>
                <a:lnTo>
                  <a:pt x="210312" y="219456"/>
                </a:lnTo>
                <a:close/>
              </a:path>
              <a:path w="393700" h="398144">
                <a:moveTo>
                  <a:pt x="301752" y="193548"/>
                </a:moveTo>
                <a:lnTo>
                  <a:pt x="301752" y="169164"/>
                </a:lnTo>
                <a:lnTo>
                  <a:pt x="327503" y="169164"/>
                </a:lnTo>
                <a:lnTo>
                  <a:pt x="327660" y="181356"/>
                </a:lnTo>
                <a:lnTo>
                  <a:pt x="301752" y="193548"/>
                </a:lnTo>
                <a:close/>
              </a:path>
              <a:path w="393700" h="398144">
                <a:moveTo>
                  <a:pt x="22860" y="234696"/>
                </a:moveTo>
                <a:lnTo>
                  <a:pt x="6096" y="219456"/>
                </a:lnTo>
                <a:lnTo>
                  <a:pt x="327660" y="219456"/>
                </a:lnTo>
                <a:lnTo>
                  <a:pt x="355092" y="193548"/>
                </a:lnTo>
                <a:lnTo>
                  <a:pt x="390144" y="228600"/>
                </a:lnTo>
                <a:lnTo>
                  <a:pt x="64008" y="228600"/>
                </a:lnTo>
                <a:lnTo>
                  <a:pt x="52863" y="229123"/>
                </a:lnTo>
                <a:lnTo>
                  <a:pt x="42291" y="230505"/>
                </a:lnTo>
                <a:lnTo>
                  <a:pt x="32289" y="232457"/>
                </a:lnTo>
                <a:lnTo>
                  <a:pt x="22860" y="234696"/>
                </a:lnTo>
                <a:close/>
              </a:path>
              <a:path w="393700" h="398144">
                <a:moveTo>
                  <a:pt x="1524" y="381000"/>
                </a:moveTo>
                <a:lnTo>
                  <a:pt x="0" y="373380"/>
                </a:lnTo>
                <a:lnTo>
                  <a:pt x="48601" y="343042"/>
                </a:lnTo>
                <a:lnTo>
                  <a:pt x="91630" y="308991"/>
                </a:lnTo>
                <a:lnTo>
                  <a:pt x="129230" y="270938"/>
                </a:lnTo>
                <a:lnTo>
                  <a:pt x="161544" y="228600"/>
                </a:lnTo>
                <a:lnTo>
                  <a:pt x="213360" y="228600"/>
                </a:lnTo>
                <a:lnTo>
                  <a:pt x="220165" y="236220"/>
                </a:lnTo>
                <a:lnTo>
                  <a:pt x="210312" y="236220"/>
                </a:lnTo>
                <a:lnTo>
                  <a:pt x="210313" y="239268"/>
                </a:lnTo>
                <a:lnTo>
                  <a:pt x="184404" y="239268"/>
                </a:lnTo>
                <a:lnTo>
                  <a:pt x="156606" y="274783"/>
                </a:lnTo>
                <a:lnTo>
                  <a:pt x="124419" y="306494"/>
                </a:lnTo>
                <a:lnTo>
                  <a:pt x="87843" y="334621"/>
                </a:lnTo>
                <a:lnTo>
                  <a:pt x="46878" y="359383"/>
                </a:lnTo>
                <a:lnTo>
                  <a:pt x="1524" y="381000"/>
                </a:lnTo>
                <a:close/>
              </a:path>
              <a:path w="393700" h="398144">
                <a:moveTo>
                  <a:pt x="352044" y="374904"/>
                </a:moveTo>
                <a:lnTo>
                  <a:pt x="304609" y="344876"/>
                </a:lnTo>
                <a:lnTo>
                  <a:pt x="265176" y="311848"/>
                </a:lnTo>
                <a:lnTo>
                  <a:pt x="233743" y="275677"/>
                </a:lnTo>
                <a:lnTo>
                  <a:pt x="210312" y="236220"/>
                </a:lnTo>
                <a:lnTo>
                  <a:pt x="220165" y="236220"/>
                </a:lnTo>
                <a:lnTo>
                  <a:pt x="251960" y="271819"/>
                </a:lnTo>
                <a:lnTo>
                  <a:pt x="294703" y="305752"/>
                </a:lnTo>
                <a:lnTo>
                  <a:pt x="341733" y="330827"/>
                </a:lnTo>
                <a:lnTo>
                  <a:pt x="393192" y="347471"/>
                </a:lnTo>
                <a:lnTo>
                  <a:pt x="393192" y="355092"/>
                </a:lnTo>
                <a:lnTo>
                  <a:pt x="377761" y="356473"/>
                </a:lnTo>
                <a:lnTo>
                  <a:pt x="365760" y="360426"/>
                </a:lnTo>
                <a:lnTo>
                  <a:pt x="357187" y="366664"/>
                </a:lnTo>
                <a:lnTo>
                  <a:pt x="352044" y="374904"/>
                </a:lnTo>
                <a:close/>
              </a:path>
              <a:path w="393700" h="398144">
                <a:moveTo>
                  <a:pt x="182880" y="397764"/>
                </a:moveTo>
                <a:lnTo>
                  <a:pt x="183092" y="366664"/>
                </a:lnTo>
                <a:lnTo>
                  <a:pt x="184165" y="283535"/>
                </a:lnTo>
                <a:lnTo>
                  <a:pt x="184404" y="239268"/>
                </a:lnTo>
                <a:lnTo>
                  <a:pt x="210313" y="239268"/>
                </a:lnTo>
                <a:lnTo>
                  <a:pt x="210416" y="311848"/>
                </a:lnTo>
                <a:lnTo>
                  <a:pt x="210509" y="334621"/>
                </a:lnTo>
                <a:lnTo>
                  <a:pt x="210921" y="362926"/>
                </a:lnTo>
                <a:lnTo>
                  <a:pt x="211021" y="366664"/>
                </a:lnTo>
                <a:lnTo>
                  <a:pt x="211836" y="384047"/>
                </a:lnTo>
                <a:lnTo>
                  <a:pt x="182880" y="39776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</a:endParaRPr>
          </a:p>
        </p:txBody>
      </p:sp>
      <p:sp>
        <p:nvSpPr>
          <p:cNvPr id="13" name="object 13"/>
          <p:cNvSpPr/>
          <p:nvPr/>
        </p:nvSpPr>
        <p:spPr>
          <a:xfrm>
            <a:off x="4306823" y="2366772"/>
            <a:ext cx="361315" cy="403860"/>
          </a:xfrm>
          <a:custGeom>
            <a:avLst/>
            <a:gdLst/>
            <a:ahLst/>
            <a:cxnLst/>
            <a:rect l="l" t="t" r="r" b="b"/>
            <a:pathLst>
              <a:path w="361314" h="403860">
                <a:moveTo>
                  <a:pt x="328204" y="16763"/>
                </a:moveTo>
                <a:lnTo>
                  <a:pt x="295656" y="16763"/>
                </a:lnTo>
                <a:lnTo>
                  <a:pt x="307848" y="0"/>
                </a:lnTo>
                <a:lnTo>
                  <a:pt x="328204" y="16763"/>
                </a:lnTo>
                <a:close/>
              </a:path>
              <a:path w="361314" h="403860">
                <a:moveTo>
                  <a:pt x="56388" y="201167"/>
                </a:moveTo>
                <a:lnTo>
                  <a:pt x="58388" y="180332"/>
                </a:lnTo>
                <a:lnTo>
                  <a:pt x="59817" y="156781"/>
                </a:lnTo>
                <a:lnTo>
                  <a:pt x="60674" y="130659"/>
                </a:lnTo>
                <a:lnTo>
                  <a:pt x="60960" y="102107"/>
                </a:lnTo>
                <a:lnTo>
                  <a:pt x="60698" y="72699"/>
                </a:lnTo>
                <a:lnTo>
                  <a:pt x="60007" y="46291"/>
                </a:lnTo>
                <a:lnTo>
                  <a:pt x="59031" y="23026"/>
                </a:lnTo>
                <a:lnTo>
                  <a:pt x="57912" y="3048"/>
                </a:lnTo>
                <a:lnTo>
                  <a:pt x="82296" y="16763"/>
                </a:lnTo>
                <a:lnTo>
                  <a:pt x="328204" y="16763"/>
                </a:lnTo>
                <a:lnTo>
                  <a:pt x="333756" y="21336"/>
                </a:lnTo>
                <a:lnTo>
                  <a:pt x="327660" y="27431"/>
                </a:lnTo>
                <a:lnTo>
                  <a:pt x="82296" y="27431"/>
                </a:lnTo>
                <a:lnTo>
                  <a:pt x="82296" y="91439"/>
                </a:lnTo>
                <a:lnTo>
                  <a:pt x="321564" y="91439"/>
                </a:lnTo>
                <a:lnTo>
                  <a:pt x="321564" y="102107"/>
                </a:lnTo>
                <a:lnTo>
                  <a:pt x="82296" y="102107"/>
                </a:lnTo>
                <a:lnTo>
                  <a:pt x="82296" y="164591"/>
                </a:lnTo>
                <a:lnTo>
                  <a:pt x="322051" y="164591"/>
                </a:lnTo>
                <a:lnTo>
                  <a:pt x="322206" y="169592"/>
                </a:lnTo>
                <a:lnTo>
                  <a:pt x="322544" y="175259"/>
                </a:lnTo>
                <a:lnTo>
                  <a:pt x="82296" y="175259"/>
                </a:lnTo>
                <a:lnTo>
                  <a:pt x="82296" y="190499"/>
                </a:lnTo>
                <a:lnTo>
                  <a:pt x="56388" y="201167"/>
                </a:lnTo>
                <a:close/>
              </a:path>
              <a:path w="361314" h="403860">
                <a:moveTo>
                  <a:pt x="199644" y="91439"/>
                </a:moveTo>
                <a:lnTo>
                  <a:pt x="176784" y="91439"/>
                </a:lnTo>
                <a:lnTo>
                  <a:pt x="176784" y="27431"/>
                </a:lnTo>
                <a:lnTo>
                  <a:pt x="199644" y="27431"/>
                </a:lnTo>
                <a:lnTo>
                  <a:pt x="199644" y="91439"/>
                </a:lnTo>
                <a:close/>
              </a:path>
              <a:path w="361314" h="403860">
                <a:moveTo>
                  <a:pt x="321564" y="91439"/>
                </a:moveTo>
                <a:lnTo>
                  <a:pt x="297180" y="91439"/>
                </a:lnTo>
                <a:lnTo>
                  <a:pt x="297180" y="27431"/>
                </a:lnTo>
                <a:lnTo>
                  <a:pt x="327660" y="27431"/>
                </a:lnTo>
                <a:lnTo>
                  <a:pt x="321564" y="33527"/>
                </a:lnTo>
                <a:lnTo>
                  <a:pt x="321564" y="91439"/>
                </a:lnTo>
                <a:close/>
              </a:path>
              <a:path w="361314" h="403860">
                <a:moveTo>
                  <a:pt x="199644" y="164591"/>
                </a:moveTo>
                <a:lnTo>
                  <a:pt x="176784" y="164591"/>
                </a:lnTo>
                <a:lnTo>
                  <a:pt x="176784" y="102107"/>
                </a:lnTo>
                <a:lnTo>
                  <a:pt x="199644" y="102107"/>
                </a:lnTo>
                <a:lnTo>
                  <a:pt x="199644" y="164591"/>
                </a:lnTo>
                <a:close/>
              </a:path>
              <a:path w="361314" h="403860">
                <a:moveTo>
                  <a:pt x="322051" y="164591"/>
                </a:moveTo>
                <a:lnTo>
                  <a:pt x="297180" y="164591"/>
                </a:lnTo>
                <a:lnTo>
                  <a:pt x="297180" y="102107"/>
                </a:lnTo>
                <a:lnTo>
                  <a:pt x="321564" y="102107"/>
                </a:lnTo>
                <a:lnTo>
                  <a:pt x="321587" y="141112"/>
                </a:lnTo>
                <a:lnTo>
                  <a:pt x="321754" y="155066"/>
                </a:lnTo>
                <a:lnTo>
                  <a:pt x="322051" y="164591"/>
                </a:lnTo>
                <a:close/>
              </a:path>
              <a:path w="361314" h="403860">
                <a:moveTo>
                  <a:pt x="297180" y="193547"/>
                </a:moveTo>
                <a:lnTo>
                  <a:pt x="297180" y="175259"/>
                </a:lnTo>
                <a:lnTo>
                  <a:pt x="322544" y="175259"/>
                </a:lnTo>
                <a:lnTo>
                  <a:pt x="323088" y="184403"/>
                </a:lnTo>
                <a:lnTo>
                  <a:pt x="297180" y="193547"/>
                </a:lnTo>
                <a:close/>
              </a:path>
              <a:path w="361314" h="403860">
                <a:moveTo>
                  <a:pt x="196596" y="237743"/>
                </a:moveTo>
                <a:lnTo>
                  <a:pt x="172212" y="237743"/>
                </a:lnTo>
                <a:lnTo>
                  <a:pt x="174354" y="201167"/>
                </a:lnTo>
                <a:lnTo>
                  <a:pt x="174998" y="188237"/>
                </a:lnTo>
                <a:lnTo>
                  <a:pt x="175260" y="176783"/>
                </a:lnTo>
                <a:lnTo>
                  <a:pt x="214884" y="196595"/>
                </a:lnTo>
                <a:lnTo>
                  <a:pt x="202692" y="205739"/>
                </a:lnTo>
                <a:lnTo>
                  <a:pt x="201310" y="212883"/>
                </a:lnTo>
                <a:lnTo>
                  <a:pt x="199644" y="220598"/>
                </a:lnTo>
                <a:lnTo>
                  <a:pt x="197977" y="228885"/>
                </a:lnTo>
                <a:lnTo>
                  <a:pt x="196596" y="237743"/>
                </a:lnTo>
                <a:close/>
              </a:path>
              <a:path w="361314" h="403860">
                <a:moveTo>
                  <a:pt x="36576" y="252983"/>
                </a:moveTo>
                <a:lnTo>
                  <a:pt x="19812" y="237743"/>
                </a:lnTo>
                <a:lnTo>
                  <a:pt x="320040" y="237743"/>
                </a:lnTo>
                <a:lnTo>
                  <a:pt x="333756" y="219455"/>
                </a:lnTo>
                <a:lnTo>
                  <a:pt x="361188" y="243839"/>
                </a:lnTo>
                <a:lnTo>
                  <a:pt x="356833" y="246887"/>
                </a:lnTo>
                <a:lnTo>
                  <a:pt x="77724" y="246887"/>
                </a:lnTo>
                <a:lnTo>
                  <a:pt x="66579" y="247411"/>
                </a:lnTo>
                <a:lnTo>
                  <a:pt x="56007" y="248792"/>
                </a:lnTo>
                <a:lnTo>
                  <a:pt x="46005" y="250745"/>
                </a:lnTo>
                <a:lnTo>
                  <a:pt x="36576" y="252983"/>
                </a:lnTo>
                <a:close/>
              </a:path>
              <a:path w="361314" h="403860">
                <a:moveTo>
                  <a:pt x="1524" y="403860"/>
                </a:moveTo>
                <a:lnTo>
                  <a:pt x="0" y="399287"/>
                </a:lnTo>
                <a:lnTo>
                  <a:pt x="34337" y="387286"/>
                </a:lnTo>
                <a:lnTo>
                  <a:pt x="64389" y="374142"/>
                </a:lnTo>
                <a:lnTo>
                  <a:pt x="112776" y="344424"/>
                </a:lnTo>
                <a:lnTo>
                  <a:pt x="147828" y="304228"/>
                </a:lnTo>
                <a:lnTo>
                  <a:pt x="169164" y="246887"/>
                </a:lnTo>
                <a:lnTo>
                  <a:pt x="193548" y="246887"/>
                </a:lnTo>
                <a:lnTo>
                  <a:pt x="171069" y="310133"/>
                </a:lnTo>
                <a:lnTo>
                  <a:pt x="132588" y="355092"/>
                </a:lnTo>
                <a:lnTo>
                  <a:pt x="76771" y="384619"/>
                </a:lnTo>
                <a:lnTo>
                  <a:pt x="41505" y="395597"/>
                </a:lnTo>
                <a:lnTo>
                  <a:pt x="1524" y="403860"/>
                </a:lnTo>
                <a:close/>
              </a:path>
              <a:path w="361314" h="403860">
                <a:moveTo>
                  <a:pt x="320988" y="362045"/>
                </a:moveTo>
                <a:lnTo>
                  <a:pt x="282797" y="362045"/>
                </a:lnTo>
                <a:lnTo>
                  <a:pt x="291084" y="361188"/>
                </a:lnTo>
                <a:lnTo>
                  <a:pt x="295632" y="356830"/>
                </a:lnTo>
                <a:lnTo>
                  <a:pt x="311277" y="314610"/>
                </a:lnTo>
                <a:lnTo>
                  <a:pt x="318135" y="273462"/>
                </a:lnTo>
                <a:lnTo>
                  <a:pt x="321564" y="246887"/>
                </a:lnTo>
                <a:lnTo>
                  <a:pt x="356833" y="246887"/>
                </a:lnTo>
                <a:lnTo>
                  <a:pt x="345948" y="254507"/>
                </a:lnTo>
                <a:lnTo>
                  <a:pt x="340518" y="285083"/>
                </a:lnTo>
                <a:lnTo>
                  <a:pt x="335661" y="310514"/>
                </a:lnTo>
                <a:lnTo>
                  <a:pt x="331374" y="330803"/>
                </a:lnTo>
                <a:lnTo>
                  <a:pt x="327660" y="345948"/>
                </a:lnTo>
                <a:lnTo>
                  <a:pt x="323064" y="357663"/>
                </a:lnTo>
                <a:lnTo>
                  <a:pt x="320988" y="362045"/>
                </a:lnTo>
                <a:close/>
              </a:path>
              <a:path w="361314" h="403860">
                <a:moveTo>
                  <a:pt x="262128" y="399287"/>
                </a:moveTo>
                <a:lnTo>
                  <a:pt x="259842" y="387000"/>
                </a:lnTo>
                <a:lnTo>
                  <a:pt x="250698" y="375285"/>
                </a:lnTo>
                <a:lnTo>
                  <a:pt x="234696" y="364140"/>
                </a:lnTo>
                <a:lnTo>
                  <a:pt x="211836" y="353568"/>
                </a:lnTo>
                <a:lnTo>
                  <a:pt x="213360" y="347472"/>
                </a:lnTo>
                <a:lnTo>
                  <a:pt x="243935" y="355187"/>
                </a:lnTo>
                <a:lnTo>
                  <a:pt x="267081" y="360045"/>
                </a:lnTo>
                <a:lnTo>
                  <a:pt x="282797" y="362045"/>
                </a:lnTo>
                <a:lnTo>
                  <a:pt x="320988" y="362045"/>
                </a:lnTo>
                <a:lnTo>
                  <a:pt x="318325" y="367665"/>
                </a:lnTo>
                <a:lnTo>
                  <a:pt x="277844" y="395811"/>
                </a:lnTo>
                <a:lnTo>
                  <a:pt x="262128" y="39928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</a:endParaRPr>
          </a:p>
        </p:txBody>
      </p:sp>
      <p:sp>
        <p:nvSpPr>
          <p:cNvPr id="14" name="object 14"/>
          <p:cNvSpPr/>
          <p:nvPr/>
        </p:nvSpPr>
        <p:spPr>
          <a:xfrm>
            <a:off x="4738116" y="2366772"/>
            <a:ext cx="405765" cy="399415"/>
          </a:xfrm>
          <a:custGeom>
            <a:avLst/>
            <a:gdLst/>
            <a:ahLst/>
            <a:cxnLst/>
            <a:rect l="l" t="t" r="r" b="b"/>
            <a:pathLst>
              <a:path w="405764" h="399414">
                <a:moveTo>
                  <a:pt x="3048" y="399287"/>
                </a:moveTo>
                <a:lnTo>
                  <a:pt x="0" y="393191"/>
                </a:lnTo>
                <a:lnTo>
                  <a:pt x="34290" y="370665"/>
                </a:lnTo>
                <a:lnTo>
                  <a:pt x="64008" y="346710"/>
                </a:lnTo>
                <a:lnTo>
                  <a:pt x="109728" y="295656"/>
                </a:lnTo>
                <a:lnTo>
                  <a:pt x="140589" y="235458"/>
                </a:lnTo>
                <a:lnTo>
                  <a:pt x="160020" y="161543"/>
                </a:lnTo>
                <a:lnTo>
                  <a:pt x="165782" y="121300"/>
                </a:lnTo>
                <a:lnTo>
                  <a:pt x="169545" y="80771"/>
                </a:lnTo>
                <a:lnTo>
                  <a:pt x="171592" y="40243"/>
                </a:lnTo>
                <a:lnTo>
                  <a:pt x="172212" y="0"/>
                </a:lnTo>
                <a:lnTo>
                  <a:pt x="224028" y="22859"/>
                </a:lnTo>
                <a:lnTo>
                  <a:pt x="205740" y="39624"/>
                </a:lnTo>
                <a:lnTo>
                  <a:pt x="212312" y="83629"/>
                </a:lnTo>
                <a:lnTo>
                  <a:pt x="220599" y="124206"/>
                </a:lnTo>
                <a:lnTo>
                  <a:pt x="230600" y="161353"/>
                </a:lnTo>
                <a:lnTo>
                  <a:pt x="256008" y="225932"/>
                </a:lnTo>
                <a:lnTo>
                  <a:pt x="289679" y="280796"/>
                </a:lnTo>
                <a:lnTo>
                  <a:pt x="331660" y="324469"/>
                </a:lnTo>
                <a:lnTo>
                  <a:pt x="379666" y="350662"/>
                </a:lnTo>
                <a:lnTo>
                  <a:pt x="405384" y="356615"/>
                </a:lnTo>
                <a:lnTo>
                  <a:pt x="405384" y="365760"/>
                </a:lnTo>
                <a:lnTo>
                  <a:pt x="388762" y="368069"/>
                </a:lnTo>
                <a:lnTo>
                  <a:pt x="375285" y="372808"/>
                </a:lnTo>
                <a:lnTo>
                  <a:pt x="364664" y="380118"/>
                </a:lnTo>
                <a:lnTo>
                  <a:pt x="356616" y="390143"/>
                </a:lnTo>
                <a:lnTo>
                  <a:pt x="333756" y="373284"/>
                </a:lnTo>
                <a:lnTo>
                  <a:pt x="294894" y="334422"/>
                </a:lnTo>
                <a:lnTo>
                  <a:pt x="264604" y="290155"/>
                </a:lnTo>
                <a:lnTo>
                  <a:pt x="239458" y="242768"/>
                </a:lnTo>
                <a:lnTo>
                  <a:pt x="220027" y="190476"/>
                </a:lnTo>
                <a:lnTo>
                  <a:pt x="206311" y="121277"/>
                </a:lnTo>
                <a:lnTo>
                  <a:pt x="201168" y="79248"/>
                </a:lnTo>
                <a:lnTo>
                  <a:pt x="197143" y="118943"/>
                </a:lnTo>
                <a:lnTo>
                  <a:pt x="185094" y="189190"/>
                </a:lnTo>
                <a:lnTo>
                  <a:pt x="166211" y="246554"/>
                </a:lnTo>
                <a:lnTo>
                  <a:pt x="136493" y="297894"/>
                </a:lnTo>
                <a:lnTo>
                  <a:pt x="94773" y="343566"/>
                </a:lnTo>
                <a:lnTo>
                  <a:pt x="37623" y="382428"/>
                </a:lnTo>
                <a:lnTo>
                  <a:pt x="3048" y="39928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</a:endParaRPr>
          </a:p>
        </p:txBody>
      </p:sp>
      <p:sp>
        <p:nvSpPr>
          <p:cNvPr id="15" name="object 15"/>
          <p:cNvSpPr/>
          <p:nvPr/>
        </p:nvSpPr>
        <p:spPr>
          <a:xfrm>
            <a:off x="5190731" y="2360675"/>
            <a:ext cx="2548255" cy="412115"/>
          </a:xfrm>
          <a:custGeom>
            <a:avLst/>
            <a:gdLst/>
            <a:ahLst/>
            <a:cxnLst/>
            <a:rect l="l" t="t" r="r" b="b"/>
            <a:pathLst>
              <a:path w="2548254" h="412114">
                <a:moveTo>
                  <a:pt x="316992" y="207264"/>
                </a:moveTo>
                <a:lnTo>
                  <a:pt x="316687" y="195262"/>
                </a:lnTo>
                <a:lnTo>
                  <a:pt x="315658" y="184404"/>
                </a:lnTo>
                <a:lnTo>
                  <a:pt x="313778" y="174688"/>
                </a:lnTo>
                <a:lnTo>
                  <a:pt x="310896" y="166116"/>
                </a:lnTo>
                <a:lnTo>
                  <a:pt x="308305" y="157530"/>
                </a:lnTo>
                <a:lnTo>
                  <a:pt x="280022" y="124739"/>
                </a:lnTo>
                <a:lnTo>
                  <a:pt x="245364" y="117348"/>
                </a:lnTo>
                <a:lnTo>
                  <a:pt x="235343" y="117944"/>
                </a:lnTo>
                <a:lnTo>
                  <a:pt x="198120" y="134073"/>
                </a:lnTo>
                <a:lnTo>
                  <a:pt x="170688" y="158496"/>
                </a:lnTo>
                <a:lnTo>
                  <a:pt x="165811" y="148780"/>
                </a:lnTo>
                <a:lnTo>
                  <a:pt x="137147" y="122491"/>
                </a:lnTo>
                <a:lnTo>
                  <a:pt x="108204" y="117348"/>
                </a:lnTo>
                <a:lnTo>
                  <a:pt x="98450" y="117919"/>
                </a:lnTo>
                <a:lnTo>
                  <a:pt x="57150" y="136969"/>
                </a:lnTo>
                <a:lnTo>
                  <a:pt x="41148" y="150876"/>
                </a:lnTo>
                <a:lnTo>
                  <a:pt x="41148" y="123444"/>
                </a:lnTo>
                <a:lnTo>
                  <a:pt x="0" y="123444"/>
                </a:lnTo>
                <a:lnTo>
                  <a:pt x="0" y="367284"/>
                </a:lnTo>
                <a:lnTo>
                  <a:pt x="41148" y="367284"/>
                </a:lnTo>
                <a:lnTo>
                  <a:pt x="41148" y="185928"/>
                </a:lnTo>
                <a:lnTo>
                  <a:pt x="48006" y="179387"/>
                </a:lnTo>
                <a:lnTo>
                  <a:pt x="83629" y="157734"/>
                </a:lnTo>
                <a:lnTo>
                  <a:pt x="97536" y="155448"/>
                </a:lnTo>
                <a:lnTo>
                  <a:pt x="106680" y="155448"/>
                </a:lnTo>
                <a:lnTo>
                  <a:pt x="112776" y="156972"/>
                </a:lnTo>
                <a:lnTo>
                  <a:pt x="124968" y="163068"/>
                </a:lnTo>
                <a:lnTo>
                  <a:pt x="128016" y="167640"/>
                </a:lnTo>
                <a:lnTo>
                  <a:pt x="131064" y="173736"/>
                </a:lnTo>
                <a:lnTo>
                  <a:pt x="134112" y="178308"/>
                </a:lnTo>
                <a:lnTo>
                  <a:pt x="135636" y="185928"/>
                </a:lnTo>
                <a:lnTo>
                  <a:pt x="137160" y="195072"/>
                </a:lnTo>
                <a:lnTo>
                  <a:pt x="137160" y="367284"/>
                </a:lnTo>
                <a:lnTo>
                  <a:pt x="178308" y="367284"/>
                </a:lnTo>
                <a:lnTo>
                  <a:pt x="178308" y="185928"/>
                </a:lnTo>
                <a:lnTo>
                  <a:pt x="193357" y="173355"/>
                </a:lnTo>
                <a:lnTo>
                  <a:pt x="228701" y="156006"/>
                </a:lnTo>
                <a:lnTo>
                  <a:pt x="234696" y="155448"/>
                </a:lnTo>
                <a:lnTo>
                  <a:pt x="243840" y="155448"/>
                </a:lnTo>
                <a:lnTo>
                  <a:pt x="251460" y="156972"/>
                </a:lnTo>
                <a:lnTo>
                  <a:pt x="256032" y="160020"/>
                </a:lnTo>
                <a:lnTo>
                  <a:pt x="262128" y="163068"/>
                </a:lnTo>
                <a:lnTo>
                  <a:pt x="266700" y="167640"/>
                </a:lnTo>
                <a:lnTo>
                  <a:pt x="269748" y="173736"/>
                </a:lnTo>
                <a:lnTo>
                  <a:pt x="271272" y="178308"/>
                </a:lnTo>
                <a:lnTo>
                  <a:pt x="274320" y="185928"/>
                </a:lnTo>
                <a:lnTo>
                  <a:pt x="274320" y="195072"/>
                </a:lnTo>
                <a:lnTo>
                  <a:pt x="275209" y="202196"/>
                </a:lnTo>
                <a:lnTo>
                  <a:pt x="275653" y="209740"/>
                </a:lnTo>
                <a:lnTo>
                  <a:pt x="275831" y="217576"/>
                </a:lnTo>
                <a:lnTo>
                  <a:pt x="275844" y="367284"/>
                </a:lnTo>
                <a:lnTo>
                  <a:pt x="316992" y="367284"/>
                </a:lnTo>
                <a:lnTo>
                  <a:pt x="316992" y="207264"/>
                </a:lnTo>
                <a:close/>
              </a:path>
              <a:path w="2548254" h="412114">
                <a:moveTo>
                  <a:pt x="755916" y="89916"/>
                </a:moveTo>
                <a:lnTo>
                  <a:pt x="719340" y="53340"/>
                </a:lnTo>
                <a:lnTo>
                  <a:pt x="693432" y="79248"/>
                </a:lnTo>
                <a:lnTo>
                  <a:pt x="539508" y="79248"/>
                </a:lnTo>
                <a:lnTo>
                  <a:pt x="546912" y="65036"/>
                </a:lnTo>
                <a:lnTo>
                  <a:pt x="553034" y="52387"/>
                </a:lnTo>
                <a:lnTo>
                  <a:pt x="557720" y="41744"/>
                </a:lnTo>
                <a:lnTo>
                  <a:pt x="560844" y="33528"/>
                </a:lnTo>
                <a:lnTo>
                  <a:pt x="577608" y="22860"/>
                </a:lnTo>
                <a:lnTo>
                  <a:pt x="537984" y="1524"/>
                </a:lnTo>
                <a:lnTo>
                  <a:pt x="534809" y="18389"/>
                </a:lnTo>
                <a:lnTo>
                  <a:pt x="529793" y="36957"/>
                </a:lnTo>
                <a:lnTo>
                  <a:pt x="522757" y="57251"/>
                </a:lnTo>
                <a:lnTo>
                  <a:pt x="513600" y="79248"/>
                </a:lnTo>
                <a:lnTo>
                  <a:pt x="376440" y="79248"/>
                </a:lnTo>
                <a:lnTo>
                  <a:pt x="391680" y="96012"/>
                </a:lnTo>
                <a:lnTo>
                  <a:pt x="401980" y="93141"/>
                </a:lnTo>
                <a:lnTo>
                  <a:pt x="412445" y="91249"/>
                </a:lnTo>
                <a:lnTo>
                  <a:pt x="423176" y="90233"/>
                </a:lnTo>
                <a:lnTo>
                  <a:pt x="434352" y="89916"/>
                </a:lnTo>
                <a:lnTo>
                  <a:pt x="510552" y="89916"/>
                </a:lnTo>
                <a:lnTo>
                  <a:pt x="496570" y="116205"/>
                </a:lnTo>
                <a:lnTo>
                  <a:pt x="482168" y="140208"/>
                </a:lnTo>
                <a:lnTo>
                  <a:pt x="467474" y="161925"/>
                </a:lnTo>
                <a:lnTo>
                  <a:pt x="452640" y="181356"/>
                </a:lnTo>
                <a:lnTo>
                  <a:pt x="435876" y="173736"/>
                </a:lnTo>
                <a:lnTo>
                  <a:pt x="436727" y="182880"/>
                </a:lnTo>
                <a:lnTo>
                  <a:pt x="437210" y="190690"/>
                </a:lnTo>
                <a:lnTo>
                  <a:pt x="437375" y="196240"/>
                </a:lnTo>
                <a:lnTo>
                  <a:pt x="437400" y="199644"/>
                </a:lnTo>
                <a:lnTo>
                  <a:pt x="423341" y="216484"/>
                </a:lnTo>
                <a:lnTo>
                  <a:pt x="406158" y="234886"/>
                </a:lnTo>
                <a:lnTo>
                  <a:pt x="385533" y="254723"/>
                </a:lnTo>
                <a:lnTo>
                  <a:pt x="361200" y="275844"/>
                </a:lnTo>
                <a:lnTo>
                  <a:pt x="364248" y="281940"/>
                </a:lnTo>
                <a:lnTo>
                  <a:pt x="381914" y="270535"/>
                </a:lnTo>
                <a:lnTo>
                  <a:pt x="400443" y="256984"/>
                </a:lnTo>
                <a:lnTo>
                  <a:pt x="419531" y="241439"/>
                </a:lnTo>
                <a:lnTo>
                  <a:pt x="438924" y="224028"/>
                </a:lnTo>
                <a:lnTo>
                  <a:pt x="438861" y="370332"/>
                </a:lnTo>
                <a:lnTo>
                  <a:pt x="438734" y="380619"/>
                </a:lnTo>
                <a:lnTo>
                  <a:pt x="438289" y="393192"/>
                </a:lnTo>
                <a:lnTo>
                  <a:pt x="437400" y="406908"/>
                </a:lnTo>
                <a:lnTo>
                  <a:pt x="463308" y="393192"/>
                </a:lnTo>
                <a:lnTo>
                  <a:pt x="463308" y="224028"/>
                </a:lnTo>
                <a:lnTo>
                  <a:pt x="463308" y="199644"/>
                </a:lnTo>
                <a:lnTo>
                  <a:pt x="478904" y="181356"/>
                </a:lnTo>
                <a:lnTo>
                  <a:pt x="481596" y="178219"/>
                </a:lnTo>
                <a:lnTo>
                  <a:pt x="499884" y="152781"/>
                </a:lnTo>
                <a:lnTo>
                  <a:pt x="518172" y="123355"/>
                </a:lnTo>
                <a:lnTo>
                  <a:pt x="536460" y="89916"/>
                </a:lnTo>
                <a:lnTo>
                  <a:pt x="755916" y="89916"/>
                </a:lnTo>
                <a:close/>
              </a:path>
              <a:path w="2548254" h="412114">
                <a:moveTo>
                  <a:pt x="766584" y="365760"/>
                </a:moveTo>
                <a:lnTo>
                  <a:pt x="731532" y="330708"/>
                </a:lnTo>
                <a:lnTo>
                  <a:pt x="707148" y="355092"/>
                </a:lnTo>
                <a:lnTo>
                  <a:pt x="620280" y="355092"/>
                </a:lnTo>
                <a:lnTo>
                  <a:pt x="620280" y="214884"/>
                </a:lnTo>
                <a:lnTo>
                  <a:pt x="742200" y="214884"/>
                </a:lnTo>
                <a:lnTo>
                  <a:pt x="708672" y="182880"/>
                </a:lnTo>
                <a:lnTo>
                  <a:pt x="685812" y="205740"/>
                </a:lnTo>
                <a:lnTo>
                  <a:pt x="620280" y="205740"/>
                </a:lnTo>
                <a:lnTo>
                  <a:pt x="620280" y="134112"/>
                </a:lnTo>
                <a:lnTo>
                  <a:pt x="633996" y="121920"/>
                </a:lnTo>
                <a:lnTo>
                  <a:pt x="594372" y="103632"/>
                </a:lnTo>
                <a:lnTo>
                  <a:pt x="594601" y="118478"/>
                </a:lnTo>
                <a:lnTo>
                  <a:pt x="595134" y="130873"/>
                </a:lnTo>
                <a:lnTo>
                  <a:pt x="595630" y="140208"/>
                </a:lnTo>
                <a:lnTo>
                  <a:pt x="595896" y="147828"/>
                </a:lnTo>
                <a:lnTo>
                  <a:pt x="595896" y="205740"/>
                </a:lnTo>
                <a:lnTo>
                  <a:pt x="495312" y="205740"/>
                </a:lnTo>
                <a:lnTo>
                  <a:pt x="510552" y="220980"/>
                </a:lnTo>
                <a:lnTo>
                  <a:pt x="519976" y="218109"/>
                </a:lnTo>
                <a:lnTo>
                  <a:pt x="529983" y="216217"/>
                </a:lnTo>
                <a:lnTo>
                  <a:pt x="540550" y="215201"/>
                </a:lnTo>
                <a:lnTo>
                  <a:pt x="551700" y="214884"/>
                </a:lnTo>
                <a:lnTo>
                  <a:pt x="595896" y="214884"/>
                </a:lnTo>
                <a:lnTo>
                  <a:pt x="595896" y="355092"/>
                </a:lnTo>
                <a:lnTo>
                  <a:pt x="472452" y="355092"/>
                </a:lnTo>
                <a:lnTo>
                  <a:pt x="487692" y="370332"/>
                </a:lnTo>
                <a:lnTo>
                  <a:pt x="497332" y="368338"/>
                </a:lnTo>
                <a:lnTo>
                  <a:pt x="507695" y="366903"/>
                </a:lnTo>
                <a:lnTo>
                  <a:pt x="518337" y="366052"/>
                </a:lnTo>
                <a:lnTo>
                  <a:pt x="528840" y="365760"/>
                </a:lnTo>
                <a:lnTo>
                  <a:pt x="766584" y="365760"/>
                </a:lnTo>
                <a:close/>
              </a:path>
              <a:path w="2548254" h="412114">
                <a:moveTo>
                  <a:pt x="1027188" y="64020"/>
                </a:moveTo>
                <a:lnTo>
                  <a:pt x="1017587" y="53352"/>
                </a:lnTo>
                <a:lnTo>
                  <a:pt x="999756" y="33540"/>
                </a:lnTo>
                <a:lnTo>
                  <a:pt x="978420" y="53352"/>
                </a:lnTo>
                <a:lnTo>
                  <a:pt x="902220" y="53352"/>
                </a:lnTo>
                <a:lnTo>
                  <a:pt x="906767" y="45923"/>
                </a:lnTo>
                <a:lnTo>
                  <a:pt x="911174" y="39636"/>
                </a:lnTo>
                <a:lnTo>
                  <a:pt x="915289" y="34493"/>
                </a:lnTo>
                <a:lnTo>
                  <a:pt x="918984" y="30492"/>
                </a:lnTo>
                <a:lnTo>
                  <a:pt x="922032" y="25920"/>
                </a:lnTo>
                <a:lnTo>
                  <a:pt x="928128" y="22872"/>
                </a:lnTo>
                <a:lnTo>
                  <a:pt x="934224" y="18300"/>
                </a:lnTo>
                <a:lnTo>
                  <a:pt x="900696" y="12"/>
                </a:lnTo>
                <a:lnTo>
                  <a:pt x="889279" y="28867"/>
                </a:lnTo>
                <a:lnTo>
                  <a:pt x="878027" y="53733"/>
                </a:lnTo>
                <a:lnTo>
                  <a:pt x="856500" y="91452"/>
                </a:lnTo>
                <a:lnTo>
                  <a:pt x="828205" y="128308"/>
                </a:lnTo>
                <a:lnTo>
                  <a:pt x="819924" y="137172"/>
                </a:lnTo>
                <a:lnTo>
                  <a:pt x="822972" y="141744"/>
                </a:lnTo>
                <a:lnTo>
                  <a:pt x="855548" y="116446"/>
                </a:lnTo>
                <a:lnTo>
                  <a:pt x="887907" y="76276"/>
                </a:lnTo>
                <a:lnTo>
                  <a:pt x="896124" y="64020"/>
                </a:lnTo>
                <a:lnTo>
                  <a:pt x="926604" y="64020"/>
                </a:lnTo>
                <a:lnTo>
                  <a:pt x="944892" y="99072"/>
                </a:lnTo>
                <a:lnTo>
                  <a:pt x="946416" y="105168"/>
                </a:lnTo>
                <a:lnTo>
                  <a:pt x="946416" y="108216"/>
                </a:lnTo>
                <a:lnTo>
                  <a:pt x="947940" y="112788"/>
                </a:lnTo>
                <a:lnTo>
                  <a:pt x="950988" y="114312"/>
                </a:lnTo>
                <a:lnTo>
                  <a:pt x="958608" y="114312"/>
                </a:lnTo>
                <a:lnTo>
                  <a:pt x="961656" y="111264"/>
                </a:lnTo>
                <a:lnTo>
                  <a:pt x="964704" y="109740"/>
                </a:lnTo>
                <a:lnTo>
                  <a:pt x="967752" y="105168"/>
                </a:lnTo>
                <a:lnTo>
                  <a:pt x="970800" y="96024"/>
                </a:lnTo>
                <a:lnTo>
                  <a:pt x="970508" y="88874"/>
                </a:lnTo>
                <a:lnTo>
                  <a:pt x="965085" y="81165"/>
                </a:lnTo>
                <a:lnTo>
                  <a:pt x="954506" y="72872"/>
                </a:lnTo>
                <a:lnTo>
                  <a:pt x="938796" y="64020"/>
                </a:lnTo>
                <a:lnTo>
                  <a:pt x="1027188" y="64020"/>
                </a:lnTo>
                <a:close/>
              </a:path>
              <a:path w="2548254" h="412114">
                <a:moveTo>
                  <a:pt x="1208544" y="65544"/>
                </a:moveTo>
                <a:lnTo>
                  <a:pt x="1198435" y="54876"/>
                </a:lnTo>
                <a:lnTo>
                  <a:pt x="1181112" y="36588"/>
                </a:lnTo>
                <a:lnTo>
                  <a:pt x="1161300" y="54876"/>
                </a:lnTo>
                <a:lnTo>
                  <a:pt x="1066812" y="54876"/>
                </a:lnTo>
                <a:lnTo>
                  <a:pt x="1071384" y="48780"/>
                </a:lnTo>
                <a:lnTo>
                  <a:pt x="1077480" y="41160"/>
                </a:lnTo>
                <a:lnTo>
                  <a:pt x="1082052" y="35064"/>
                </a:lnTo>
                <a:lnTo>
                  <a:pt x="1088148" y="27444"/>
                </a:lnTo>
                <a:lnTo>
                  <a:pt x="1094244" y="22872"/>
                </a:lnTo>
                <a:lnTo>
                  <a:pt x="1100340" y="22872"/>
                </a:lnTo>
                <a:lnTo>
                  <a:pt x="1068336" y="1536"/>
                </a:lnTo>
                <a:lnTo>
                  <a:pt x="1048524" y="48780"/>
                </a:lnTo>
                <a:lnTo>
                  <a:pt x="1029855" y="82308"/>
                </a:lnTo>
                <a:lnTo>
                  <a:pt x="1008900" y="111264"/>
                </a:lnTo>
                <a:lnTo>
                  <a:pt x="1014996" y="114312"/>
                </a:lnTo>
                <a:lnTo>
                  <a:pt x="1044232" y="83972"/>
                </a:lnTo>
                <a:lnTo>
                  <a:pt x="1049667" y="77736"/>
                </a:lnTo>
                <a:lnTo>
                  <a:pt x="1055662" y="71488"/>
                </a:lnTo>
                <a:lnTo>
                  <a:pt x="1062240" y="65544"/>
                </a:lnTo>
                <a:lnTo>
                  <a:pt x="1103388" y="65544"/>
                </a:lnTo>
                <a:lnTo>
                  <a:pt x="1133868" y="103644"/>
                </a:lnTo>
                <a:lnTo>
                  <a:pt x="1136916" y="108216"/>
                </a:lnTo>
                <a:lnTo>
                  <a:pt x="1139964" y="114312"/>
                </a:lnTo>
                <a:lnTo>
                  <a:pt x="1143012" y="115836"/>
                </a:lnTo>
                <a:lnTo>
                  <a:pt x="1146060" y="115836"/>
                </a:lnTo>
                <a:lnTo>
                  <a:pt x="1149108" y="114312"/>
                </a:lnTo>
                <a:lnTo>
                  <a:pt x="1153680" y="111264"/>
                </a:lnTo>
                <a:lnTo>
                  <a:pt x="1156728" y="108216"/>
                </a:lnTo>
                <a:lnTo>
                  <a:pt x="1159776" y="102120"/>
                </a:lnTo>
                <a:lnTo>
                  <a:pt x="1159776" y="92976"/>
                </a:lnTo>
                <a:lnTo>
                  <a:pt x="1156931" y="86118"/>
                </a:lnTo>
                <a:lnTo>
                  <a:pt x="1148537" y="79260"/>
                </a:lnTo>
                <a:lnTo>
                  <a:pt x="1134694" y="72402"/>
                </a:lnTo>
                <a:lnTo>
                  <a:pt x="1115580" y="65544"/>
                </a:lnTo>
                <a:lnTo>
                  <a:pt x="1208544" y="65544"/>
                </a:lnTo>
                <a:close/>
              </a:path>
              <a:path w="2548254" h="412114">
                <a:moveTo>
                  <a:pt x="1214640" y="323100"/>
                </a:moveTo>
                <a:lnTo>
                  <a:pt x="1204937" y="312432"/>
                </a:lnTo>
                <a:lnTo>
                  <a:pt x="1184160" y="289572"/>
                </a:lnTo>
                <a:lnTo>
                  <a:pt x="1159776" y="312432"/>
                </a:lnTo>
                <a:lnTo>
                  <a:pt x="1080528" y="312432"/>
                </a:lnTo>
                <a:lnTo>
                  <a:pt x="1080528" y="260616"/>
                </a:lnTo>
                <a:lnTo>
                  <a:pt x="1106436" y="260616"/>
                </a:lnTo>
                <a:lnTo>
                  <a:pt x="1106436" y="277380"/>
                </a:lnTo>
                <a:lnTo>
                  <a:pt x="1132344" y="268236"/>
                </a:lnTo>
                <a:lnTo>
                  <a:pt x="1132217" y="260616"/>
                </a:lnTo>
                <a:lnTo>
                  <a:pt x="1132103" y="253377"/>
                </a:lnTo>
                <a:lnTo>
                  <a:pt x="1131963" y="249948"/>
                </a:lnTo>
                <a:lnTo>
                  <a:pt x="1131582" y="240804"/>
                </a:lnTo>
                <a:lnTo>
                  <a:pt x="1131049" y="230517"/>
                </a:lnTo>
                <a:lnTo>
                  <a:pt x="1130820" y="222516"/>
                </a:lnTo>
                <a:lnTo>
                  <a:pt x="1130820" y="132600"/>
                </a:lnTo>
                <a:lnTo>
                  <a:pt x="1136040" y="128028"/>
                </a:lnTo>
                <a:lnTo>
                  <a:pt x="1143012" y="121932"/>
                </a:lnTo>
                <a:lnTo>
                  <a:pt x="1136675" y="117360"/>
                </a:lnTo>
                <a:lnTo>
                  <a:pt x="1115580" y="102120"/>
                </a:lnTo>
                <a:lnTo>
                  <a:pt x="1106436" y="115189"/>
                </a:lnTo>
                <a:lnTo>
                  <a:pt x="1106436" y="128028"/>
                </a:lnTo>
                <a:lnTo>
                  <a:pt x="1106436" y="160032"/>
                </a:lnTo>
                <a:lnTo>
                  <a:pt x="1106436" y="170700"/>
                </a:lnTo>
                <a:lnTo>
                  <a:pt x="1106436" y="202704"/>
                </a:lnTo>
                <a:lnTo>
                  <a:pt x="1106436" y="213372"/>
                </a:lnTo>
                <a:lnTo>
                  <a:pt x="1106436" y="249948"/>
                </a:lnTo>
                <a:lnTo>
                  <a:pt x="1056144" y="249948"/>
                </a:lnTo>
                <a:lnTo>
                  <a:pt x="1056144" y="260616"/>
                </a:lnTo>
                <a:lnTo>
                  <a:pt x="1056144" y="313956"/>
                </a:lnTo>
                <a:lnTo>
                  <a:pt x="970800" y="313956"/>
                </a:lnTo>
                <a:lnTo>
                  <a:pt x="972820" y="301117"/>
                </a:lnTo>
                <a:lnTo>
                  <a:pt x="974420" y="287858"/>
                </a:lnTo>
                <a:lnTo>
                  <a:pt x="975639" y="275158"/>
                </a:lnTo>
                <a:lnTo>
                  <a:pt x="976896" y="260616"/>
                </a:lnTo>
                <a:lnTo>
                  <a:pt x="1056144" y="260616"/>
                </a:lnTo>
                <a:lnTo>
                  <a:pt x="1056144" y="249948"/>
                </a:lnTo>
                <a:lnTo>
                  <a:pt x="918984" y="249948"/>
                </a:lnTo>
                <a:lnTo>
                  <a:pt x="918984" y="213372"/>
                </a:lnTo>
                <a:lnTo>
                  <a:pt x="1106436" y="213372"/>
                </a:lnTo>
                <a:lnTo>
                  <a:pt x="1106436" y="202704"/>
                </a:lnTo>
                <a:lnTo>
                  <a:pt x="918984" y="202704"/>
                </a:lnTo>
                <a:lnTo>
                  <a:pt x="918984" y="170700"/>
                </a:lnTo>
                <a:lnTo>
                  <a:pt x="1106436" y="170700"/>
                </a:lnTo>
                <a:lnTo>
                  <a:pt x="1106436" y="160032"/>
                </a:lnTo>
                <a:lnTo>
                  <a:pt x="918984" y="160032"/>
                </a:lnTo>
                <a:lnTo>
                  <a:pt x="918984" y="128028"/>
                </a:lnTo>
                <a:lnTo>
                  <a:pt x="1106436" y="128028"/>
                </a:lnTo>
                <a:lnTo>
                  <a:pt x="1106436" y="115189"/>
                </a:lnTo>
                <a:lnTo>
                  <a:pt x="1104912" y="117360"/>
                </a:lnTo>
                <a:lnTo>
                  <a:pt x="918984" y="117360"/>
                </a:lnTo>
                <a:lnTo>
                  <a:pt x="893076" y="103644"/>
                </a:lnTo>
                <a:lnTo>
                  <a:pt x="893953" y="112788"/>
                </a:lnTo>
                <a:lnTo>
                  <a:pt x="894029" y="114312"/>
                </a:lnTo>
                <a:lnTo>
                  <a:pt x="894600" y="128028"/>
                </a:lnTo>
                <a:lnTo>
                  <a:pt x="895210" y="147358"/>
                </a:lnTo>
                <a:lnTo>
                  <a:pt x="896061" y="170700"/>
                </a:lnTo>
                <a:lnTo>
                  <a:pt x="895959" y="222516"/>
                </a:lnTo>
                <a:lnTo>
                  <a:pt x="895896" y="230517"/>
                </a:lnTo>
                <a:lnTo>
                  <a:pt x="895477" y="256019"/>
                </a:lnTo>
                <a:lnTo>
                  <a:pt x="894600" y="283476"/>
                </a:lnTo>
                <a:lnTo>
                  <a:pt x="918984" y="274332"/>
                </a:lnTo>
                <a:lnTo>
                  <a:pt x="918984" y="260616"/>
                </a:lnTo>
                <a:lnTo>
                  <a:pt x="950988" y="260616"/>
                </a:lnTo>
                <a:lnTo>
                  <a:pt x="949883" y="274307"/>
                </a:lnTo>
                <a:lnTo>
                  <a:pt x="948512" y="289001"/>
                </a:lnTo>
                <a:lnTo>
                  <a:pt x="946912" y="301967"/>
                </a:lnTo>
                <a:lnTo>
                  <a:pt x="944892" y="313956"/>
                </a:lnTo>
                <a:lnTo>
                  <a:pt x="810780" y="313956"/>
                </a:lnTo>
                <a:lnTo>
                  <a:pt x="827544" y="330720"/>
                </a:lnTo>
                <a:lnTo>
                  <a:pt x="836968" y="327837"/>
                </a:lnTo>
                <a:lnTo>
                  <a:pt x="846975" y="325958"/>
                </a:lnTo>
                <a:lnTo>
                  <a:pt x="857542" y="324929"/>
                </a:lnTo>
                <a:lnTo>
                  <a:pt x="868692" y="324624"/>
                </a:lnTo>
                <a:lnTo>
                  <a:pt x="943368" y="324624"/>
                </a:lnTo>
                <a:lnTo>
                  <a:pt x="920000" y="361911"/>
                </a:lnTo>
                <a:lnTo>
                  <a:pt x="876503" y="388823"/>
                </a:lnTo>
                <a:lnTo>
                  <a:pt x="832116" y="406920"/>
                </a:lnTo>
                <a:lnTo>
                  <a:pt x="833640" y="411492"/>
                </a:lnTo>
                <a:lnTo>
                  <a:pt x="877455" y="401205"/>
                </a:lnTo>
                <a:lnTo>
                  <a:pt x="918984" y="384060"/>
                </a:lnTo>
                <a:lnTo>
                  <a:pt x="950988" y="358914"/>
                </a:lnTo>
                <a:lnTo>
                  <a:pt x="969276" y="324624"/>
                </a:lnTo>
                <a:lnTo>
                  <a:pt x="1056144" y="324624"/>
                </a:lnTo>
                <a:lnTo>
                  <a:pt x="1055954" y="364058"/>
                </a:lnTo>
                <a:lnTo>
                  <a:pt x="1054620" y="411492"/>
                </a:lnTo>
                <a:lnTo>
                  <a:pt x="1082052" y="399300"/>
                </a:lnTo>
                <a:lnTo>
                  <a:pt x="1081811" y="388823"/>
                </a:lnTo>
                <a:lnTo>
                  <a:pt x="1081303" y="372630"/>
                </a:lnTo>
                <a:lnTo>
                  <a:pt x="1080770" y="350532"/>
                </a:lnTo>
                <a:lnTo>
                  <a:pt x="1080541" y="324624"/>
                </a:lnTo>
                <a:lnTo>
                  <a:pt x="1080528" y="323100"/>
                </a:lnTo>
                <a:lnTo>
                  <a:pt x="1214640" y="323100"/>
                </a:lnTo>
                <a:close/>
              </a:path>
              <a:path w="2548254" h="412114">
                <a:moveTo>
                  <a:pt x="1319796" y="167640"/>
                </a:moveTo>
                <a:lnTo>
                  <a:pt x="1315834" y="156768"/>
                </a:lnTo>
                <a:lnTo>
                  <a:pt x="1304175" y="144589"/>
                </a:lnTo>
                <a:lnTo>
                  <a:pt x="1285074" y="131000"/>
                </a:lnTo>
                <a:lnTo>
                  <a:pt x="1258836" y="115824"/>
                </a:lnTo>
                <a:lnTo>
                  <a:pt x="1254264" y="121920"/>
                </a:lnTo>
                <a:lnTo>
                  <a:pt x="1267929" y="137350"/>
                </a:lnTo>
                <a:lnTo>
                  <a:pt x="1279029" y="151638"/>
                </a:lnTo>
                <a:lnTo>
                  <a:pt x="1287259" y="164782"/>
                </a:lnTo>
                <a:lnTo>
                  <a:pt x="1292364" y="176784"/>
                </a:lnTo>
                <a:lnTo>
                  <a:pt x="1296695" y="187363"/>
                </a:lnTo>
                <a:lnTo>
                  <a:pt x="1300746" y="193929"/>
                </a:lnTo>
                <a:lnTo>
                  <a:pt x="1304785" y="196507"/>
                </a:lnTo>
                <a:lnTo>
                  <a:pt x="1309128" y="195072"/>
                </a:lnTo>
                <a:lnTo>
                  <a:pt x="1314005" y="190792"/>
                </a:lnTo>
                <a:lnTo>
                  <a:pt x="1317320" y="184785"/>
                </a:lnTo>
                <a:lnTo>
                  <a:pt x="1319199" y="177076"/>
                </a:lnTo>
                <a:lnTo>
                  <a:pt x="1319796" y="167640"/>
                </a:lnTo>
                <a:close/>
              </a:path>
              <a:path w="2548254" h="412114">
                <a:moveTo>
                  <a:pt x="1356372" y="65532"/>
                </a:moveTo>
                <a:lnTo>
                  <a:pt x="1319860" y="26962"/>
                </a:lnTo>
                <a:lnTo>
                  <a:pt x="1298460" y="15240"/>
                </a:lnTo>
                <a:lnTo>
                  <a:pt x="1295412" y="21336"/>
                </a:lnTo>
                <a:lnTo>
                  <a:pt x="1307071" y="35890"/>
                </a:lnTo>
                <a:lnTo>
                  <a:pt x="1316748" y="49720"/>
                </a:lnTo>
                <a:lnTo>
                  <a:pt x="1324127" y="62699"/>
                </a:lnTo>
                <a:lnTo>
                  <a:pt x="1328940" y="74676"/>
                </a:lnTo>
                <a:lnTo>
                  <a:pt x="1333512" y="86868"/>
                </a:lnTo>
                <a:lnTo>
                  <a:pt x="1336560" y="91440"/>
                </a:lnTo>
                <a:lnTo>
                  <a:pt x="1342656" y="91440"/>
                </a:lnTo>
                <a:lnTo>
                  <a:pt x="1345704" y="89916"/>
                </a:lnTo>
                <a:lnTo>
                  <a:pt x="1350276" y="85344"/>
                </a:lnTo>
                <a:lnTo>
                  <a:pt x="1353324" y="80772"/>
                </a:lnTo>
                <a:lnTo>
                  <a:pt x="1356372" y="74676"/>
                </a:lnTo>
                <a:lnTo>
                  <a:pt x="1356372" y="65532"/>
                </a:lnTo>
                <a:close/>
              </a:path>
              <a:path w="2548254" h="412114">
                <a:moveTo>
                  <a:pt x="1400568" y="77724"/>
                </a:moveTo>
                <a:lnTo>
                  <a:pt x="1394472" y="76200"/>
                </a:lnTo>
                <a:lnTo>
                  <a:pt x="1362125" y="151980"/>
                </a:lnTo>
                <a:lnTo>
                  <a:pt x="1338084" y="208026"/>
                </a:lnTo>
                <a:lnTo>
                  <a:pt x="1322044" y="244602"/>
                </a:lnTo>
                <a:lnTo>
                  <a:pt x="1313700" y="262128"/>
                </a:lnTo>
                <a:lnTo>
                  <a:pt x="1306080" y="271272"/>
                </a:lnTo>
                <a:lnTo>
                  <a:pt x="1301521" y="277342"/>
                </a:lnTo>
                <a:lnTo>
                  <a:pt x="1290281" y="277329"/>
                </a:lnTo>
                <a:lnTo>
                  <a:pt x="1281887" y="276987"/>
                </a:lnTo>
                <a:lnTo>
                  <a:pt x="1270330" y="276085"/>
                </a:lnTo>
                <a:lnTo>
                  <a:pt x="1255788" y="274320"/>
                </a:lnTo>
                <a:lnTo>
                  <a:pt x="1255788" y="281940"/>
                </a:lnTo>
                <a:lnTo>
                  <a:pt x="1295412" y="300228"/>
                </a:lnTo>
                <a:lnTo>
                  <a:pt x="1298460" y="306324"/>
                </a:lnTo>
                <a:lnTo>
                  <a:pt x="1298409" y="314896"/>
                </a:lnTo>
                <a:lnTo>
                  <a:pt x="1298143" y="319976"/>
                </a:lnTo>
                <a:lnTo>
                  <a:pt x="1297127" y="326707"/>
                </a:lnTo>
                <a:lnTo>
                  <a:pt x="1295234" y="334314"/>
                </a:lnTo>
                <a:lnTo>
                  <a:pt x="1292364" y="342900"/>
                </a:lnTo>
                <a:lnTo>
                  <a:pt x="1290358" y="350596"/>
                </a:lnTo>
                <a:lnTo>
                  <a:pt x="1288935" y="357568"/>
                </a:lnTo>
                <a:lnTo>
                  <a:pt x="1288072" y="363689"/>
                </a:lnTo>
                <a:lnTo>
                  <a:pt x="1287868" y="367284"/>
                </a:lnTo>
                <a:lnTo>
                  <a:pt x="1287792" y="376428"/>
                </a:lnTo>
                <a:lnTo>
                  <a:pt x="1290840" y="382524"/>
                </a:lnTo>
                <a:lnTo>
                  <a:pt x="1298460" y="384048"/>
                </a:lnTo>
                <a:lnTo>
                  <a:pt x="1304556" y="387096"/>
                </a:lnTo>
                <a:lnTo>
                  <a:pt x="1321320" y="387096"/>
                </a:lnTo>
                <a:lnTo>
                  <a:pt x="1324368" y="385572"/>
                </a:lnTo>
                <a:lnTo>
                  <a:pt x="1324368" y="381000"/>
                </a:lnTo>
                <a:lnTo>
                  <a:pt x="1323479" y="373380"/>
                </a:lnTo>
                <a:lnTo>
                  <a:pt x="1322857" y="363689"/>
                </a:lnTo>
                <a:lnTo>
                  <a:pt x="1322222" y="351434"/>
                </a:lnTo>
                <a:lnTo>
                  <a:pt x="1321320" y="336931"/>
                </a:lnTo>
                <a:lnTo>
                  <a:pt x="1321625" y="322262"/>
                </a:lnTo>
                <a:lnTo>
                  <a:pt x="1327416" y="283464"/>
                </a:lnTo>
                <a:lnTo>
                  <a:pt x="1348562" y="221742"/>
                </a:lnTo>
                <a:lnTo>
                  <a:pt x="1370914" y="160020"/>
                </a:lnTo>
                <a:lnTo>
                  <a:pt x="1400568" y="77724"/>
                </a:lnTo>
                <a:close/>
              </a:path>
              <a:path w="2548254" h="412114">
                <a:moveTo>
                  <a:pt x="1665744" y="213360"/>
                </a:moveTo>
                <a:lnTo>
                  <a:pt x="1635264" y="182880"/>
                </a:lnTo>
                <a:lnTo>
                  <a:pt x="1615452" y="202692"/>
                </a:lnTo>
                <a:lnTo>
                  <a:pt x="1522488" y="202692"/>
                </a:lnTo>
                <a:lnTo>
                  <a:pt x="1522488" y="109728"/>
                </a:lnTo>
                <a:lnTo>
                  <a:pt x="1636788" y="109728"/>
                </a:lnTo>
                <a:lnTo>
                  <a:pt x="1609356" y="79248"/>
                </a:lnTo>
                <a:lnTo>
                  <a:pt x="1591068" y="99060"/>
                </a:lnTo>
                <a:lnTo>
                  <a:pt x="1522488" y="99060"/>
                </a:lnTo>
                <a:lnTo>
                  <a:pt x="1522488" y="38100"/>
                </a:lnTo>
                <a:lnTo>
                  <a:pt x="1540776" y="21336"/>
                </a:lnTo>
                <a:lnTo>
                  <a:pt x="1498104" y="0"/>
                </a:lnTo>
                <a:lnTo>
                  <a:pt x="1498968" y="15240"/>
                </a:lnTo>
                <a:lnTo>
                  <a:pt x="1499412" y="35890"/>
                </a:lnTo>
                <a:lnTo>
                  <a:pt x="1499527" y="51816"/>
                </a:lnTo>
                <a:lnTo>
                  <a:pt x="1499628" y="99060"/>
                </a:lnTo>
                <a:lnTo>
                  <a:pt x="1403616" y="99060"/>
                </a:lnTo>
                <a:lnTo>
                  <a:pt x="1420380" y="114300"/>
                </a:lnTo>
                <a:lnTo>
                  <a:pt x="1429804" y="112306"/>
                </a:lnTo>
                <a:lnTo>
                  <a:pt x="1439811" y="110871"/>
                </a:lnTo>
                <a:lnTo>
                  <a:pt x="1450378" y="110020"/>
                </a:lnTo>
                <a:lnTo>
                  <a:pt x="1461528" y="109728"/>
                </a:lnTo>
                <a:lnTo>
                  <a:pt x="1499628" y="109728"/>
                </a:lnTo>
                <a:lnTo>
                  <a:pt x="1499628" y="202692"/>
                </a:lnTo>
                <a:lnTo>
                  <a:pt x="1371612" y="202692"/>
                </a:lnTo>
                <a:lnTo>
                  <a:pt x="1386852" y="219456"/>
                </a:lnTo>
                <a:lnTo>
                  <a:pt x="1396492" y="216585"/>
                </a:lnTo>
                <a:lnTo>
                  <a:pt x="1406855" y="214693"/>
                </a:lnTo>
                <a:lnTo>
                  <a:pt x="1417497" y="213677"/>
                </a:lnTo>
                <a:lnTo>
                  <a:pt x="1428000" y="213360"/>
                </a:lnTo>
                <a:lnTo>
                  <a:pt x="1493532" y="213360"/>
                </a:lnTo>
                <a:lnTo>
                  <a:pt x="1473339" y="256984"/>
                </a:lnTo>
                <a:lnTo>
                  <a:pt x="1441716" y="306324"/>
                </a:lnTo>
                <a:lnTo>
                  <a:pt x="1408569" y="345376"/>
                </a:lnTo>
                <a:lnTo>
                  <a:pt x="1382280" y="358140"/>
                </a:lnTo>
                <a:lnTo>
                  <a:pt x="1399044" y="397764"/>
                </a:lnTo>
                <a:lnTo>
                  <a:pt x="1434401" y="382765"/>
                </a:lnTo>
                <a:lnTo>
                  <a:pt x="1484972" y="370738"/>
                </a:lnTo>
                <a:lnTo>
                  <a:pt x="1558747" y="359930"/>
                </a:lnTo>
                <a:lnTo>
                  <a:pt x="1604784" y="355092"/>
                </a:lnTo>
                <a:lnTo>
                  <a:pt x="1609090" y="363093"/>
                </a:lnTo>
                <a:lnTo>
                  <a:pt x="1612976" y="371094"/>
                </a:lnTo>
                <a:lnTo>
                  <a:pt x="1616570" y="379095"/>
                </a:lnTo>
                <a:lnTo>
                  <a:pt x="1620024" y="387096"/>
                </a:lnTo>
                <a:lnTo>
                  <a:pt x="1623072" y="394716"/>
                </a:lnTo>
                <a:lnTo>
                  <a:pt x="1624596" y="397764"/>
                </a:lnTo>
                <a:lnTo>
                  <a:pt x="1629168" y="397764"/>
                </a:lnTo>
                <a:lnTo>
                  <a:pt x="1632216" y="394716"/>
                </a:lnTo>
                <a:lnTo>
                  <a:pt x="1636788" y="387096"/>
                </a:lnTo>
                <a:lnTo>
                  <a:pt x="1641360" y="381000"/>
                </a:lnTo>
                <a:lnTo>
                  <a:pt x="1644408" y="373380"/>
                </a:lnTo>
                <a:lnTo>
                  <a:pt x="1644408" y="367284"/>
                </a:lnTo>
                <a:lnTo>
                  <a:pt x="1643595" y="361556"/>
                </a:lnTo>
                <a:lnTo>
                  <a:pt x="1641360" y="355663"/>
                </a:lnTo>
                <a:lnTo>
                  <a:pt x="1641043" y="355092"/>
                </a:lnTo>
                <a:lnTo>
                  <a:pt x="1637969" y="349504"/>
                </a:lnTo>
                <a:lnTo>
                  <a:pt x="1603260" y="316992"/>
                </a:lnTo>
                <a:lnTo>
                  <a:pt x="1593278" y="308711"/>
                </a:lnTo>
                <a:lnTo>
                  <a:pt x="1581759" y="299872"/>
                </a:lnTo>
                <a:lnTo>
                  <a:pt x="1568754" y="290423"/>
                </a:lnTo>
                <a:lnTo>
                  <a:pt x="1554492" y="280416"/>
                </a:lnTo>
                <a:lnTo>
                  <a:pt x="1549920" y="284988"/>
                </a:lnTo>
                <a:lnTo>
                  <a:pt x="1563090" y="299847"/>
                </a:lnTo>
                <a:lnTo>
                  <a:pt x="1575447" y="314896"/>
                </a:lnTo>
                <a:lnTo>
                  <a:pt x="1587207" y="330212"/>
                </a:lnTo>
                <a:lnTo>
                  <a:pt x="1598688" y="345948"/>
                </a:lnTo>
                <a:lnTo>
                  <a:pt x="1415808" y="358140"/>
                </a:lnTo>
                <a:lnTo>
                  <a:pt x="1444713" y="327545"/>
                </a:lnTo>
                <a:lnTo>
                  <a:pt x="1467624" y="301942"/>
                </a:lnTo>
                <a:lnTo>
                  <a:pt x="1484807" y="281203"/>
                </a:lnTo>
                <a:lnTo>
                  <a:pt x="1496580" y="265176"/>
                </a:lnTo>
                <a:lnTo>
                  <a:pt x="1505458" y="253746"/>
                </a:lnTo>
                <a:lnTo>
                  <a:pt x="1513865" y="244652"/>
                </a:lnTo>
                <a:lnTo>
                  <a:pt x="1522082" y="237744"/>
                </a:lnTo>
                <a:lnTo>
                  <a:pt x="1530108" y="233172"/>
                </a:lnTo>
                <a:lnTo>
                  <a:pt x="1501152" y="213360"/>
                </a:lnTo>
                <a:lnTo>
                  <a:pt x="1665744" y="213360"/>
                </a:lnTo>
                <a:close/>
              </a:path>
              <a:path w="2548254" h="412114">
                <a:moveTo>
                  <a:pt x="1879092" y="117348"/>
                </a:moveTo>
                <a:lnTo>
                  <a:pt x="1850136" y="88392"/>
                </a:lnTo>
                <a:lnTo>
                  <a:pt x="1830324" y="108204"/>
                </a:lnTo>
                <a:lnTo>
                  <a:pt x="1807464" y="108204"/>
                </a:lnTo>
                <a:lnTo>
                  <a:pt x="1807464" y="33528"/>
                </a:lnTo>
                <a:lnTo>
                  <a:pt x="1824228" y="22860"/>
                </a:lnTo>
                <a:lnTo>
                  <a:pt x="1781556" y="3048"/>
                </a:lnTo>
                <a:lnTo>
                  <a:pt x="1782445" y="25908"/>
                </a:lnTo>
                <a:lnTo>
                  <a:pt x="1782889" y="50482"/>
                </a:lnTo>
                <a:lnTo>
                  <a:pt x="1783067" y="78486"/>
                </a:lnTo>
                <a:lnTo>
                  <a:pt x="1783080" y="108204"/>
                </a:lnTo>
                <a:lnTo>
                  <a:pt x="1697736" y="108204"/>
                </a:lnTo>
                <a:lnTo>
                  <a:pt x="1714500" y="123444"/>
                </a:lnTo>
                <a:lnTo>
                  <a:pt x="1723936" y="121208"/>
                </a:lnTo>
                <a:lnTo>
                  <a:pt x="1733931" y="119253"/>
                </a:lnTo>
                <a:lnTo>
                  <a:pt x="1744510" y="117881"/>
                </a:lnTo>
                <a:lnTo>
                  <a:pt x="1755648" y="117348"/>
                </a:lnTo>
                <a:lnTo>
                  <a:pt x="1783080" y="117348"/>
                </a:lnTo>
                <a:lnTo>
                  <a:pt x="1783080" y="205740"/>
                </a:lnTo>
                <a:lnTo>
                  <a:pt x="1753031" y="216916"/>
                </a:lnTo>
                <a:lnTo>
                  <a:pt x="1728978" y="225361"/>
                </a:lnTo>
                <a:lnTo>
                  <a:pt x="1710651" y="231254"/>
                </a:lnTo>
                <a:lnTo>
                  <a:pt x="1697736" y="234696"/>
                </a:lnTo>
                <a:lnTo>
                  <a:pt x="1719072" y="265176"/>
                </a:lnTo>
                <a:lnTo>
                  <a:pt x="1755648" y="240220"/>
                </a:lnTo>
                <a:lnTo>
                  <a:pt x="1783080" y="225552"/>
                </a:lnTo>
                <a:lnTo>
                  <a:pt x="1783080" y="362712"/>
                </a:lnTo>
                <a:lnTo>
                  <a:pt x="1780032" y="368808"/>
                </a:lnTo>
                <a:lnTo>
                  <a:pt x="1770888" y="368808"/>
                </a:lnTo>
                <a:lnTo>
                  <a:pt x="1763204" y="369404"/>
                </a:lnTo>
                <a:lnTo>
                  <a:pt x="1751647" y="368998"/>
                </a:lnTo>
                <a:lnTo>
                  <a:pt x="1736394" y="367741"/>
                </a:lnTo>
                <a:lnTo>
                  <a:pt x="1717548" y="365760"/>
                </a:lnTo>
                <a:lnTo>
                  <a:pt x="1717548" y="371856"/>
                </a:lnTo>
                <a:lnTo>
                  <a:pt x="1741297" y="381025"/>
                </a:lnTo>
                <a:lnTo>
                  <a:pt x="1757743" y="390334"/>
                </a:lnTo>
                <a:lnTo>
                  <a:pt x="1767065" y="399935"/>
                </a:lnTo>
                <a:lnTo>
                  <a:pt x="1769364" y="409956"/>
                </a:lnTo>
                <a:lnTo>
                  <a:pt x="1787321" y="400507"/>
                </a:lnTo>
                <a:lnTo>
                  <a:pt x="1799844" y="388048"/>
                </a:lnTo>
                <a:lnTo>
                  <a:pt x="1806663" y="372452"/>
                </a:lnTo>
                <a:lnTo>
                  <a:pt x="1806790" y="369404"/>
                </a:lnTo>
                <a:lnTo>
                  <a:pt x="1807464" y="353568"/>
                </a:lnTo>
                <a:lnTo>
                  <a:pt x="1807464" y="225552"/>
                </a:lnTo>
                <a:lnTo>
                  <a:pt x="1807464" y="213360"/>
                </a:lnTo>
                <a:lnTo>
                  <a:pt x="1838198" y="196596"/>
                </a:lnTo>
                <a:lnTo>
                  <a:pt x="1874520" y="176784"/>
                </a:lnTo>
                <a:lnTo>
                  <a:pt x="1869948" y="170688"/>
                </a:lnTo>
                <a:lnTo>
                  <a:pt x="1807464" y="196596"/>
                </a:lnTo>
                <a:lnTo>
                  <a:pt x="1807464" y="117348"/>
                </a:lnTo>
                <a:lnTo>
                  <a:pt x="1879092" y="117348"/>
                </a:lnTo>
                <a:close/>
              </a:path>
              <a:path w="2548254" h="412114">
                <a:moveTo>
                  <a:pt x="2103120" y="388620"/>
                </a:moveTo>
                <a:lnTo>
                  <a:pt x="2101596" y="385572"/>
                </a:lnTo>
                <a:lnTo>
                  <a:pt x="2097620" y="374700"/>
                </a:lnTo>
                <a:lnTo>
                  <a:pt x="2094928" y="362521"/>
                </a:lnTo>
                <a:lnTo>
                  <a:pt x="2094674" y="359664"/>
                </a:lnTo>
                <a:lnTo>
                  <a:pt x="2093671" y="348932"/>
                </a:lnTo>
                <a:lnTo>
                  <a:pt x="2097214" y="305181"/>
                </a:lnTo>
                <a:lnTo>
                  <a:pt x="2101596" y="283464"/>
                </a:lnTo>
                <a:lnTo>
                  <a:pt x="2095500" y="281940"/>
                </a:lnTo>
                <a:lnTo>
                  <a:pt x="2071116" y="359664"/>
                </a:lnTo>
                <a:lnTo>
                  <a:pt x="2053069" y="343662"/>
                </a:lnTo>
                <a:lnTo>
                  <a:pt x="2039874" y="325374"/>
                </a:lnTo>
                <a:lnTo>
                  <a:pt x="2026920" y="281940"/>
                </a:lnTo>
                <a:lnTo>
                  <a:pt x="2024316" y="239268"/>
                </a:lnTo>
                <a:lnTo>
                  <a:pt x="2023999" y="196596"/>
                </a:lnTo>
                <a:lnTo>
                  <a:pt x="2024164" y="184835"/>
                </a:lnTo>
                <a:lnTo>
                  <a:pt x="2025015" y="165354"/>
                </a:lnTo>
                <a:lnTo>
                  <a:pt x="2026450" y="147027"/>
                </a:lnTo>
                <a:lnTo>
                  <a:pt x="2028444" y="129540"/>
                </a:lnTo>
                <a:lnTo>
                  <a:pt x="2031873" y="126492"/>
                </a:lnTo>
                <a:lnTo>
                  <a:pt x="2037016" y="121920"/>
                </a:lnTo>
                <a:lnTo>
                  <a:pt x="2042160" y="117348"/>
                </a:lnTo>
                <a:lnTo>
                  <a:pt x="2014728" y="97536"/>
                </a:lnTo>
                <a:lnTo>
                  <a:pt x="2002536" y="115824"/>
                </a:lnTo>
                <a:lnTo>
                  <a:pt x="1944624" y="121920"/>
                </a:lnTo>
                <a:lnTo>
                  <a:pt x="1944624" y="38100"/>
                </a:lnTo>
                <a:lnTo>
                  <a:pt x="1961388" y="25908"/>
                </a:lnTo>
                <a:lnTo>
                  <a:pt x="1917192" y="6096"/>
                </a:lnTo>
                <a:lnTo>
                  <a:pt x="1918322" y="24650"/>
                </a:lnTo>
                <a:lnTo>
                  <a:pt x="1919287" y="50482"/>
                </a:lnTo>
                <a:lnTo>
                  <a:pt x="1919986" y="83464"/>
                </a:lnTo>
                <a:lnTo>
                  <a:pt x="1920240" y="123444"/>
                </a:lnTo>
                <a:lnTo>
                  <a:pt x="1845564" y="128016"/>
                </a:lnTo>
                <a:lnTo>
                  <a:pt x="1865376" y="144780"/>
                </a:lnTo>
                <a:lnTo>
                  <a:pt x="1879092" y="137160"/>
                </a:lnTo>
                <a:lnTo>
                  <a:pt x="1920240" y="134112"/>
                </a:lnTo>
                <a:lnTo>
                  <a:pt x="1919693" y="163245"/>
                </a:lnTo>
                <a:lnTo>
                  <a:pt x="1918144" y="188785"/>
                </a:lnTo>
                <a:lnTo>
                  <a:pt x="1915744" y="210629"/>
                </a:lnTo>
                <a:lnTo>
                  <a:pt x="1912620" y="228600"/>
                </a:lnTo>
                <a:lnTo>
                  <a:pt x="1898980" y="224028"/>
                </a:lnTo>
                <a:lnTo>
                  <a:pt x="1885759" y="219456"/>
                </a:lnTo>
                <a:lnTo>
                  <a:pt x="1873402" y="214884"/>
                </a:lnTo>
                <a:lnTo>
                  <a:pt x="1862328" y="210312"/>
                </a:lnTo>
                <a:lnTo>
                  <a:pt x="1859280" y="216408"/>
                </a:lnTo>
                <a:lnTo>
                  <a:pt x="1870760" y="222681"/>
                </a:lnTo>
                <a:lnTo>
                  <a:pt x="1882521" y="229933"/>
                </a:lnTo>
                <a:lnTo>
                  <a:pt x="1894865" y="238061"/>
                </a:lnTo>
                <a:lnTo>
                  <a:pt x="1908048" y="246888"/>
                </a:lnTo>
                <a:lnTo>
                  <a:pt x="1890572" y="294614"/>
                </a:lnTo>
                <a:lnTo>
                  <a:pt x="1867662" y="337185"/>
                </a:lnTo>
                <a:lnTo>
                  <a:pt x="1839048" y="374624"/>
                </a:lnTo>
                <a:lnTo>
                  <a:pt x="1804416" y="406908"/>
                </a:lnTo>
                <a:lnTo>
                  <a:pt x="1807464" y="411480"/>
                </a:lnTo>
                <a:lnTo>
                  <a:pt x="1847519" y="382320"/>
                </a:lnTo>
                <a:lnTo>
                  <a:pt x="1880997" y="347281"/>
                </a:lnTo>
                <a:lnTo>
                  <a:pt x="1908200" y="306260"/>
                </a:lnTo>
                <a:lnTo>
                  <a:pt x="1929384" y="259080"/>
                </a:lnTo>
                <a:lnTo>
                  <a:pt x="1941131" y="269354"/>
                </a:lnTo>
                <a:lnTo>
                  <a:pt x="1951291" y="279463"/>
                </a:lnTo>
                <a:lnTo>
                  <a:pt x="1960041" y="289306"/>
                </a:lnTo>
                <a:lnTo>
                  <a:pt x="1967484" y="298704"/>
                </a:lnTo>
                <a:lnTo>
                  <a:pt x="1972056" y="306324"/>
                </a:lnTo>
                <a:lnTo>
                  <a:pt x="1976628" y="310896"/>
                </a:lnTo>
                <a:lnTo>
                  <a:pt x="1981200" y="310896"/>
                </a:lnTo>
                <a:lnTo>
                  <a:pt x="1985772" y="301752"/>
                </a:lnTo>
                <a:lnTo>
                  <a:pt x="1988820" y="292608"/>
                </a:lnTo>
                <a:lnTo>
                  <a:pt x="1988820" y="281940"/>
                </a:lnTo>
                <a:lnTo>
                  <a:pt x="1952917" y="248754"/>
                </a:lnTo>
                <a:lnTo>
                  <a:pt x="1935480" y="239268"/>
                </a:lnTo>
                <a:lnTo>
                  <a:pt x="1937042" y="228600"/>
                </a:lnTo>
                <a:lnTo>
                  <a:pt x="1941766" y="190500"/>
                </a:lnTo>
                <a:lnTo>
                  <a:pt x="1944585" y="134112"/>
                </a:lnTo>
                <a:lnTo>
                  <a:pt x="1944624" y="132588"/>
                </a:lnTo>
                <a:lnTo>
                  <a:pt x="2004060" y="126492"/>
                </a:lnTo>
                <a:lnTo>
                  <a:pt x="2003171" y="144780"/>
                </a:lnTo>
                <a:lnTo>
                  <a:pt x="2001964" y="172021"/>
                </a:lnTo>
                <a:lnTo>
                  <a:pt x="2001278" y="194437"/>
                </a:lnTo>
                <a:lnTo>
                  <a:pt x="2001024" y="216179"/>
                </a:lnTo>
                <a:lnTo>
                  <a:pt x="2001304" y="234696"/>
                </a:lnTo>
                <a:lnTo>
                  <a:pt x="2004060" y="283464"/>
                </a:lnTo>
                <a:lnTo>
                  <a:pt x="2019922" y="333616"/>
                </a:lnTo>
                <a:lnTo>
                  <a:pt x="2041359" y="365950"/>
                </a:lnTo>
                <a:lnTo>
                  <a:pt x="2072640" y="391668"/>
                </a:lnTo>
                <a:lnTo>
                  <a:pt x="2097024" y="399288"/>
                </a:lnTo>
                <a:lnTo>
                  <a:pt x="2103120" y="399288"/>
                </a:lnTo>
                <a:lnTo>
                  <a:pt x="2103120" y="388620"/>
                </a:lnTo>
                <a:close/>
              </a:path>
              <a:path w="2548254" h="412114">
                <a:moveTo>
                  <a:pt x="2106168" y="400812"/>
                </a:moveTo>
                <a:lnTo>
                  <a:pt x="2103120" y="399288"/>
                </a:lnTo>
                <a:lnTo>
                  <a:pt x="2103120" y="400812"/>
                </a:lnTo>
                <a:lnTo>
                  <a:pt x="2104644" y="402336"/>
                </a:lnTo>
                <a:lnTo>
                  <a:pt x="2104644" y="400812"/>
                </a:lnTo>
                <a:lnTo>
                  <a:pt x="2106168" y="400812"/>
                </a:lnTo>
                <a:close/>
              </a:path>
              <a:path w="2548254" h="412114">
                <a:moveTo>
                  <a:pt x="2284476" y="30480"/>
                </a:moveTo>
                <a:lnTo>
                  <a:pt x="2252472" y="6096"/>
                </a:lnTo>
                <a:lnTo>
                  <a:pt x="2247671" y="19265"/>
                </a:lnTo>
                <a:lnTo>
                  <a:pt x="2240280" y="33718"/>
                </a:lnTo>
                <a:lnTo>
                  <a:pt x="2218944" y="67056"/>
                </a:lnTo>
                <a:lnTo>
                  <a:pt x="2192655" y="100012"/>
                </a:lnTo>
                <a:lnTo>
                  <a:pt x="2164080" y="129540"/>
                </a:lnTo>
                <a:lnTo>
                  <a:pt x="2167128" y="135636"/>
                </a:lnTo>
                <a:lnTo>
                  <a:pt x="2189111" y="118706"/>
                </a:lnTo>
                <a:lnTo>
                  <a:pt x="2209228" y="101917"/>
                </a:lnTo>
                <a:lnTo>
                  <a:pt x="2227351" y="84848"/>
                </a:lnTo>
                <a:lnTo>
                  <a:pt x="2243328" y="67056"/>
                </a:lnTo>
                <a:lnTo>
                  <a:pt x="2257044" y="52768"/>
                </a:lnTo>
                <a:lnTo>
                  <a:pt x="2268474" y="41910"/>
                </a:lnTo>
                <a:lnTo>
                  <a:pt x="2277618" y="34480"/>
                </a:lnTo>
                <a:lnTo>
                  <a:pt x="2284476" y="30480"/>
                </a:lnTo>
                <a:close/>
              </a:path>
              <a:path w="2548254" h="412114">
                <a:moveTo>
                  <a:pt x="2301240" y="117348"/>
                </a:moveTo>
                <a:lnTo>
                  <a:pt x="2272284" y="91440"/>
                </a:lnTo>
                <a:lnTo>
                  <a:pt x="2262263" y="113157"/>
                </a:lnTo>
                <a:lnTo>
                  <a:pt x="2250376" y="134874"/>
                </a:lnTo>
                <a:lnTo>
                  <a:pt x="2220468" y="178308"/>
                </a:lnTo>
                <a:lnTo>
                  <a:pt x="2185987" y="221742"/>
                </a:lnTo>
                <a:lnTo>
                  <a:pt x="2150364" y="260604"/>
                </a:lnTo>
                <a:lnTo>
                  <a:pt x="2153412" y="265176"/>
                </a:lnTo>
                <a:lnTo>
                  <a:pt x="2172868" y="251485"/>
                </a:lnTo>
                <a:lnTo>
                  <a:pt x="2192464" y="235648"/>
                </a:lnTo>
                <a:lnTo>
                  <a:pt x="2212352" y="217817"/>
                </a:lnTo>
                <a:lnTo>
                  <a:pt x="2232660" y="198120"/>
                </a:lnTo>
                <a:lnTo>
                  <a:pt x="2232431" y="276440"/>
                </a:lnTo>
                <a:lnTo>
                  <a:pt x="2231898" y="337756"/>
                </a:lnTo>
                <a:lnTo>
                  <a:pt x="2231377" y="382219"/>
                </a:lnTo>
                <a:lnTo>
                  <a:pt x="2231136" y="409956"/>
                </a:lnTo>
                <a:lnTo>
                  <a:pt x="2257044" y="394716"/>
                </a:lnTo>
                <a:lnTo>
                  <a:pt x="2257044" y="205740"/>
                </a:lnTo>
                <a:lnTo>
                  <a:pt x="2264664" y="198120"/>
                </a:lnTo>
                <a:lnTo>
                  <a:pt x="2267712" y="195072"/>
                </a:lnTo>
                <a:lnTo>
                  <a:pt x="2247900" y="178308"/>
                </a:lnTo>
                <a:lnTo>
                  <a:pt x="2256218" y="168287"/>
                </a:lnTo>
                <a:lnTo>
                  <a:pt x="2265235" y="156400"/>
                </a:lnTo>
                <a:lnTo>
                  <a:pt x="2275128" y="142519"/>
                </a:lnTo>
                <a:lnTo>
                  <a:pt x="2286000" y="126492"/>
                </a:lnTo>
                <a:lnTo>
                  <a:pt x="2301240" y="117348"/>
                </a:lnTo>
                <a:close/>
              </a:path>
              <a:path w="2548254" h="412114">
                <a:moveTo>
                  <a:pt x="2523744" y="60960"/>
                </a:moveTo>
                <a:lnTo>
                  <a:pt x="2494788" y="27432"/>
                </a:lnTo>
                <a:lnTo>
                  <a:pt x="2470404" y="50292"/>
                </a:lnTo>
                <a:lnTo>
                  <a:pt x="2322576" y="50292"/>
                </a:lnTo>
                <a:lnTo>
                  <a:pt x="2337816" y="65532"/>
                </a:lnTo>
                <a:lnTo>
                  <a:pt x="2348128" y="63538"/>
                </a:lnTo>
                <a:lnTo>
                  <a:pt x="2358580" y="62103"/>
                </a:lnTo>
                <a:lnTo>
                  <a:pt x="2369324" y="61252"/>
                </a:lnTo>
                <a:lnTo>
                  <a:pt x="2380488" y="60960"/>
                </a:lnTo>
                <a:lnTo>
                  <a:pt x="2523744" y="60960"/>
                </a:lnTo>
                <a:close/>
              </a:path>
              <a:path w="2548254" h="412114">
                <a:moveTo>
                  <a:pt x="2548128" y="164592"/>
                </a:moveTo>
                <a:lnTo>
                  <a:pt x="2519172" y="129540"/>
                </a:lnTo>
                <a:lnTo>
                  <a:pt x="2493264" y="153924"/>
                </a:lnTo>
                <a:lnTo>
                  <a:pt x="2293620" y="153924"/>
                </a:lnTo>
                <a:lnTo>
                  <a:pt x="2308860" y="170688"/>
                </a:lnTo>
                <a:lnTo>
                  <a:pt x="2318296" y="167817"/>
                </a:lnTo>
                <a:lnTo>
                  <a:pt x="2328291" y="165925"/>
                </a:lnTo>
                <a:lnTo>
                  <a:pt x="2338870" y="164909"/>
                </a:lnTo>
                <a:lnTo>
                  <a:pt x="2350008" y="164592"/>
                </a:lnTo>
                <a:lnTo>
                  <a:pt x="2417064" y="164592"/>
                </a:lnTo>
                <a:lnTo>
                  <a:pt x="2417064" y="342900"/>
                </a:lnTo>
                <a:lnTo>
                  <a:pt x="2415946" y="351790"/>
                </a:lnTo>
                <a:lnTo>
                  <a:pt x="2412682" y="357949"/>
                </a:lnTo>
                <a:lnTo>
                  <a:pt x="2407424" y="361556"/>
                </a:lnTo>
                <a:lnTo>
                  <a:pt x="2400477" y="362686"/>
                </a:lnTo>
                <a:lnTo>
                  <a:pt x="2391181" y="362673"/>
                </a:lnTo>
                <a:lnTo>
                  <a:pt x="2377630" y="362331"/>
                </a:lnTo>
                <a:lnTo>
                  <a:pt x="2359799" y="361429"/>
                </a:lnTo>
                <a:lnTo>
                  <a:pt x="2337816" y="359664"/>
                </a:lnTo>
                <a:lnTo>
                  <a:pt x="2337816" y="368808"/>
                </a:lnTo>
                <a:lnTo>
                  <a:pt x="2363825" y="376262"/>
                </a:lnTo>
                <a:lnTo>
                  <a:pt x="2382393" y="385000"/>
                </a:lnTo>
                <a:lnTo>
                  <a:pt x="2393543" y="395173"/>
                </a:lnTo>
                <a:lnTo>
                  <a:pt x="2397252" y="406908"/>
                </a:lnTo>
                <a:lnTo>
                  <a:pt x="2417026" y="400037"/>
                </a:lnTo>
                <a:lnTo>
                  <a:pt x="2430780" y="388429"/>
                </a:lnTo>
                <a:lnTo>
                  <a:pt x="2438831" y="371983"/>
                </a:lnTo>
                <a:lnTo>
                  <a:pt x="2439962" y="362712"/>
                </a:lnTo>
                <a:lnTo>
                  <a:pt x="2441448" y="350520"/>
                </a:lnTo>
                <a:lnTo>
                  <a:pt x="2441448" y="164592"/>
                </a:lnTo>
                <a:lnTo>
                  <a:pt x="2548128" y="16459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</a:endParaRPr>
          </a:p>
        </p:txBody>
      </p:sp>
      <p:sp>
        <p:nvSpPr>
          <p:cNvPr id="16" name="object 16"/>
          <p:cNvSpPr/>
          <p:nvPr/>
        </p:nvSpPr>
        <p:spPr>
          <a:xfrm>
            <a:off x="7816595" y="2363723"/>
            <a:ext cx="356870" cy="402590"/>
          </a:xfrm>
          <a:custGeom>
            <a:avLst/>
            <a:gdLst/>
            <a:ahLst/>
            <a:cxnLst/>
            <a:rect l="l" t="t" r="r" b="b"/>
            <a:pathLst>
              <a:path w="356870" h="402589">
                <a:moveTo>
                  <a:pt x="53340" y="89916"/>
                </a:moveTo>
                <a:lnTo>
                  <a:pt x="42672" y="89916"/>
                </a:lnTo>
                <a:lnTo>
                  <a:pt x="50696" y="62793"/>
                </a:lnTo>
                <a:lnTo>
                  <a:pt x="56578" y="38671"/>
                </a:lnTo>
                <a:lnTo>
                  <a:pt x="60459" y="17692"/>
                </a:lnTo>
                <a:lnTo>
                  <a:pt x="62484" y="0"/>
                </a:lnTo>
                <a:lnTo>
                  <a:pt x="100584" y="21336"/>
                </a:lnTo>
                <a:lnTo>
                  <a:pt x="90844" y="29051"/>
                </a:lnTo>
                <a:lnTo>
                  <a:pt x="79819" y="43053"/>
                </a:lnTo>
                <a:lnTo>
                  <a:pt x="67365" y="63341"/>
                </a:lnTo>
                <a:lnTo>
                  <a:pt x="53340" y="89916"/>
                </a:lnTo>
                <a:close/>
              </a:path>
              <a:path w="356870" h="402589">
                <a:moveTo>
                  <a:pt x="147828" y="192024"/>
                </a:moveTo>
                <a:lnTo>
                  <a:pt x="141732" y="187452"/>
                </a:lnTo>
                <a:lnTo>
                  <a:pt x="158877" y="160615"/>
                </a:lnTo>
                <a:lnTo>
                  <a:pt x="173736" y="135064"/>
                </a:lnTo>
                <a:lnTo>
                  <a:pt x="196596" y="88392"/>
                </a:lnTo>
                <a:lnTo>
                  <a:pt x="211264" y="44958"/>
                </a:lnTo>
                <a:lnTo>
                  <a:pt x="222503" y="1524"/>
                </a:lnTo>
                <a:lnTo>
                  <a:pt x="260603" y="24384"/>
                </a:lnTo>
                <a:lnTo>
                  <a:pt x="252626" y="32361"/>
                </a:lnTo>
                <a:lnTo>
                  <a:pt x="242506" y="47053"/>
                </a:lnTo>
                <a:lnTo>
                  <a:pt x="230385" y="68318"/>
                </a:lnTo>
                <a:lnTo>
                  <a:pt x="216408" y="96012"/>
                </a:lnTo>
                <a:lnTo>
                  <a:pt x="350161" y="96012"/>
                </a:lnTo>
                <a:lnTo>
                  <a:pt x="356616" y="102108"/>
                </a:lnTo>
                <a:lnTo>
                  <a:pt x="350329" y="106680"/>
                </a:lnTo>
                <a:lnTo>
                  <a:pt x="213360" y="106680"/>
                </a:lnTo>
                <a:lnTo>
                  <a:pt x="197334" y="130730"/>
                </a:lnTo>
                <a:lnTo>
                  <a:pt x="181165" y="152781"/>
                </a:lnTo>
                <a:lnTo>
                  <a:pt x="164711" y="173116"/>
                </a:lnTo>
                <a:lnTo>
                  <a:pt x="147828" y="192024"/>
                </a:lnTo>
                <a:close/>
              </a:path>
              <a:path w="356870" h="402589">
                <a:moveTo>
                  <a:pt x="144780" y="89916"/>
                </a:moveTo>
                <a:lnTo>
                  <a:pt x="111252" y="89916"/>
                </a:lnTo>
                <a:lnTo>
                  <a:pt x="128016" y="73152"/>
                </a:lnTo>
                <a:lnTo>
                  <a:pt x="144780" y="89916"/>
                </a:lnTo>
                <a:close/>
              </a:path>
              <a:path w="356870" h="402589">
                <a:moveTo>
                  <a:pt x="0" y="397764"/>
                </a:moveTo>
                <a:lnTo>
                  <a:pt x="174" y="368260"/>
                </a:lnTo>
                <a:lnTo>
                  <a:pt x="301" y="352615"/>
                </a:lnTo>
                <a:lnTo>
                  <a:pt x="1285" y="276463"/>
                </a:lnTo>
                <a:lnTo>
                  <a:pt x="1360" y="263842"/>
                </a:lnTo>
                <a:lnTo>
                  <a:pt x="1479" y="228600"/>
                </a:lnTo>
                <a:lnTo>
                  <a:pt x="1285" y="195333"/>
                </a:lnTo>
                <a:lnTo>
                  <a:pt x="238" y="114704"/>
                </a:lnTo>
                <a:lnTo>
                  <a:pt x="0" y="74676"/>
                </a:lnTo>
                <a:lnTo>
                  <a:pt x="25908" y="89916"/>
                </a:lnTo>
                <a:lnTo>
                  <a:pt x="144780" y="89916"/>
                </a:lnTo>
                <a:lnTo>
                  <a:pt x="153924" y="99060"/>
                </a:lnTo>
                <a:lnTo>
                  <a:pt x="151828" y="100584"/>
                </a:lnTo>
                <a:lnTo>
                  <a:pt x="24384" y="100584"/>
                </a:lnTo>
                <a:lnTo>
                  <a:pt x="24384" y="211836"/>
                </a:lnTo>
                <a:lnTo>
                  <a:pt x="137205" y="211836"/>
                </a:lnTo>
                <a:lnTo>
                  <a:pt x="137219" y="222504"/>
                </a:lnTo>
                <a:lnTo>
                  <a:pt x="24384" y="222504"/>
                </a:lnTo>
                <a:lnTo>
                  <a:pt x="24384" y="344424"/>
                </a:lnTo>
                <a:lnTo>
                  <a:pt x="137914" y="344424"/>
                </a:lnTo>
                <a:lnTo>
                  <a:pt x="137940" y="346850"/>
                </a:lnTo>
                <a:lnTo>
                  <a:pt x="138137" y="355092"/>
                </a:lnTo>
                <a:lnTo>
                  <a:pt x="24384" y="355092"/>
                </a:lnTo>
                <a:lnTo>
                  <a:pt x="24384" y="384048"/>
                </a:lnTo>
                <a:lnTo>
                  <a:pt x="0" y="397764"/>
                </a:lnTo>
                <a:close/>
              </a:path>
              <a:path w="356870" h="402589">
                <a:moveTo>
                  <a:pt x="350161" y="96012"/>
                </a:moveTo>
                <a:lnTo>
                  <a:pt x="310896" y="96012"/>
                </a:lnTo>
                <a:lnTo>
                  <a:pt x="329184" y="76200"/>
                </a:lnTo>
                <a:lnTo>
                  <a:pt x="350161" y="96012"/>
                </a:lnTo>
                <a:close/>
              </a:path>
              <a:path w="356870" h="402589">
                <a:moveTo>
                  <a:pt x="137205" y="211836"/>
                </a:moveTo>
                <a:lnTo>
                  <a:pt x="114300" y="211836"/>
                </a:lnTo>
                <a:lnTo>
                  <a:pt x="114300" y="100584"/>
                </a:lnTo>
                <a:lnTo>
                  <a:pt x="151828" y="100584"/>
                </a:lnTo>
                <a:lnTo>
                  <a:pt x="137160" y="111252"/>
                </a:lnTo>
                <a:lnTo>
                  <a:pt x="137205" y="211836"/>
                </a:lnTo>
                <a:close/>
              </a:path>
              <a:path w="356870" h="402589">
                <a:moveTo>
                  <a:pt x="326582" y="359664"/>
                </a:moveTo>
                <a:lnTo>
                  <a:pt x="283464" y="359664"/>
                </a:lnTo>
                <a:lnTo>
                  <a:pt x="291750" y="357925"/>
                </a:lnTo>
                <a:lnTo>
                  <a:pt x="298323" y="352615"/>
                </a:lnTo>
                <a:lnTo>
                  <a:pt x="308586" y="305562"/>
                </a:lnTo>
                <a:lnTo>
                  <a:pt x="310705" y="259842"/>
                </a:lnTo>
                <a:lnTo>
                  <a:pt x="312539" y="193548"/>
                </a:lnTo>
                <a:lnTo>
                  <a:pt x="313944" y="106680"/>
                </a:lnTo>
                <a:lnTo>
                  <a:pt x="350329" y="106680"/>
                </a:lnTo>
                <a:lnTo>
                  <a:pt x="339852" y="114300"/>
                </a:lnTo>
                <a:lnTo>
                  <a:pt x="338780" y="186976"/>
                </a:lnTo>
                <a:lnTo>
                  <a:pt x="337291" y="249167"/>
                </a:lnTo>
                <a:lnTo>
                  <a:pt x="335462" y="295570"/>
                </a:lnTo>
                <a:lnTo>
                  <a:pt x="333268" y="327855"/>
                </a:lnTo>
                <a:lnTo>
                  <a:pt x="330708" y="345948"/>
                </a:lnTo>
                <a:lnTo>
                  <a:pt x="327214" y="357925"/>
                </a:lnTo>
                <a:lnTo>
                  <a:pt x="326582" y="359664"/>
                </a:lnTo>
                <a:close/>
              </a:path>
              <a:path w="356870" h="402589">
                <a:moveTo>
                  <a:pt x="231648" y="269748"/>
                </a:moveTo>
                <a:lnTo>
                  <a:pt x="228600" y="269748"/>
                </a:lnTo>
                <a:lnTo>
                  <a:pt x="225432" y="268295"/>
                </a:lnTo>
                <a:lnTo>
                  <a:pt x="222694" y="263842"/>
                </a:lnTo>
                <a:lnTo>
                  <a:pt x="220241" y="256246"/>
                </a:lnTo>
                <a:lnTo>
                  <a:pt x="217932" y="245364"/>
                </a:lnTo>
                <a:lnTo>
                  <a:pt x="213598" y="228242"/>
                </a:lnTo>
                <a:lnTo>
                  <a:pt x="207264" y="211264"/>
                </a:lnTo>
                <a:lnTo>
                  <a:pt x="198643" y="194571"/>
                </a:lnTo>
                <a:lnTo>
                  <a:pt x="187452" y="178308"/>
                </a:lnTo>
                <a:lnTo>
                  <a:pt x="190500" y="172212"/>
                </a:lnTo>
                <a:lnTo>
                  <a:pt x="223456" y="199644"/>
                </a:lnTo>
                <a:lnTo>
                  <a:pt x="246888" y="236220"/>
                </a:lnTo>
                <a:lnTo>
                  <a:pt x="246888" y="248412"/>
                </a:lnTo>
                <a:lnTo>
                  <a:pt x="243840" y="254508"/>
                </a:lnTo>
                <a:lnTo>
                  <a:pt x="234696" y="266700"/>
                </a:lnTo>
                <a:lnTo>
                  <a:pt x="231648" y="269748"/>
                </a:lnTo>
                <a:close/>
              </a:path>
              <a:path w="356870" h="402589">
                <a:moveTo>
                  <a:pt x="137914" y="344424"/>
                </a:moveTo>
                <a:lnTo>
                  <a:pt x="114300" y="344424"/>
                </a:lnTo>
                <a:lnTo>
                  <a:pt x="114300" y="222504"/>
                </a:lnTo>
                <a:lnTo>
                  <a:pt x="137219" y="222504"/>
                </a:lnTo>
                <a:lnTo>
                  <a:pt x="137337" y="269748"/>
                </a:lnTo>
                <a:lnTo>
                  <a:pt x="137498" y="305562"/>
                </a:lnTo>
                <a:lnTo>
                  <a:pt x="137914" y="344424"/>
                </a:lnTo>
                <a:close/>
              </a:path>
              <a:path w="356870" h="402589">
                <a:moveTo>
                  <a:pt x="277367" y="402336"/>
                </a:moveTo>
                <a:lnTo>
                  <a:pt x="270486" y="389453"/>
                </a:lnTo>
                <a:lnTo>
                  <a:pt x="258889" y="378142"/>
                </a:lnTo>
                <a:lnTo>
                  <a:pt x="242375" y="368236"/>
                </a:lnTo>
                <a:lnTo>
                  <a:pt x="220979" y="359664"/>
                </a:lnTo>
                <a:lnTo>
                  <a:pt x="220979" y="352044"/>
                </a:lnTo>
                <a:lnTo>
                  <a:pt x="241030" y="355163"/>
                </a:lnTo>
                <a:lnTo>
                  <a:pt x="257937" y="357568"/>
                </a:lnTo>
                <a:lnTo>
                  <a:pt x="271986" y="359116"/>
                </a:lnTo>
                <a:lnTo>
                  <a:pt x="283464" y="359664"/>
                </a:lnTo>
                <a:lnTo>
                  <a:pt x="326582" y="359664"/>
                </a:lnTo>
                <a:lnTo>
                  <a:pt x="323456" y="368260"/>
                </a:lnTo>
                <a:lnTo>
                  <a:pt x="289023" y="397764"/>
                </a:lnTo>
                <a:lnTo>
                  <a:pt x="277367" y="402336"/>
                </a:lnTo>
                <a:close/>
              </a:path>
              <a:path w="356870" h="402589">
                <a:moveTo>
                  <a:pt x="114300" y="391668"/>
                </a:moveTo>
                <a:lnTo>
                  <a:pt x="114300" y="355092"/>
                </a:lnTo>
                <a:lnTo>
                  <a:pt x="138137" y="355092"/>
                </a:lnTo>
                <a:lnTo>
                  <a:pt x="138684" y="377952"/>
                </a:lnTo>
                <a:lnTo>
                  <a:pt x="114300" y="39166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</a:endParaRPr>
          </a:p>
        </p:txBody>
      </p:sp>
      <p:sp>
        <p:nvSpPr>
          <p:cNvPr id="17" name="object 17"/>
          <p:cNvSpPr/>
          <p:nvPr/>
        </p:nvSpPr>
        <p:spPr>
          <a:xfrm>
            <a:off x="8225028" y="2363723"/>
            <a:ext cx="405765" cy="407034"/>
          </a:xfrm>
          <a:custGeom>
            <a:avLst/>
            <a:gdLst/>
            <a:ahLst/>
            <a:cxnLst/>
            <a:rect l="l" t="t" r="r" b="b"/>
            <a:pathLst>
              <a:path w="405765" h="407035">
                <a:moveTo>
                  <a:pt x="292608" y="62484"/>
                </a:moveTo>
                <a:lnTo>
                  <a:pt x="268224" y="62484"/>
                </a:lnTo>
                <a:lnTo>
                  <a:pt x="267962" y="47363"/>
                </a:lnTo>
                <a:lnTo>
                  <a:pt x="267279" y="32004"/>
                </a:lnTo>
                <a:lnTo>
                  <a:pt x="266243" y="15240"/>
                </a:lnTo>
                <a:lnTo>
                  <a:pt x="265176" y="0"/>
                </a:lnTo>
                <a:lnTo>
                  <a:pt x="306324" y="15240"/>
                </a:lnTo>
                <a:lnTo>
                  <a:pt x="292608" y="27432"/>
                </a:lnTo>
                <a:lnTo>
                  <a:pt x="292608" y="62484"/>
                </a:lnTo>
                <a:close/>
              </a:path>
              <a:path w="405765" h="407035">
                <a:moveTo>
                  <a:pt x="140208" y="62484"/>
                </a:moveTo>
                <a:lnTo>
                  <a:pt x="115824" y="62484"/>
                </a:lnTo>
                <a:lnTo>
                  <a:pt x="115699" y="38100"/>
                </a:lnTo>
                <a:lnTo>
                  <a:pt x="115588" y="30480"/>
                </a:lnTo>
                <a:lnTo>
                  <a:pt x="115181" y="16621"/>
                </a:lnTo>
                <a:lnTo>
                  <a:pt x="114300" y="1524"/>
                </a:lnTo>
                <a:lnTo>
                  <a:pt x="153924" y="18288"/>
                </a:lnTo>
                <a:lnTo>
                  <a:pt x="140208" y="30480"/>
                </a:lnTo>
                <a:lnTo>
                  <a:pt x="140208" y="62484"/>
                </a:lnTo>
                <a:close/>
              </a:path>
              <a:path w="405765" h="407035">
                <a:moveTo>
                  <a:pt x="30480" y="77724"/>
                </a:moveTo>
                <a:lnTo>
                  <a:pt x="15240" y="62484"/>
                </a:lnTo>
                <a:lnTo>
                  <a:pt x="336804" y="62484"/>
                </a:lnTo>
                <a:lnTo>
                  <a:pt x="361188" y="38100"/>
                </a:lnTo>
                <a:lnTo>
                  <a:pt x="396240" y="73152"/>
                </a:lnTo>
                <a:lnTo>
                  <a:pt x="73152" y="73152"/>
                </a:lnTo>
                <a:lnTo>
                  <a:pt x="61983" y="73437"/>
                </a:lnTo>
                <a:lnTo>
                  <a:pt x="51244" y="74295"/>
                </a:lnTo>
                <a:lnTo>
                  <a:pt x="40790" y="75723"/>
                </a:lnTo>
                <a:lnTo>
                  <a:pt x="30480" y="77724"/>
                </a:lnTo>
                <a:close/>
              </a:path>
              <a:path w="405765" h="407035">
                <a:moveTo>
                  <a:pt x="114300" y="213360"/>
                </a:moveTo>
                <a:lnTo>
                  <a:pt x="115181" y="182237"/>
                </a:lnTo>
                <a:lnTo>
                  <a:pt x="115633" y="148399"/>
                </a:lnTo>
                <a:lnTo>
                  <a:pt x="115705" y="132588"/>
                </a:lnTo>
                <a:lnTo>
                  <a:pt x="115824" y="73152"/>
                </a:lnTo>
                <a:lnTo>
                  <a:pt x="140208" y="73152"/>
                </a:lnTo>
                <a:lnTo>
                  <a:pt x="140208" y="121920"/>
                </a:lnTo>
                <a:lnTo>
                  <a:pt x="292645" y="121920"/>
                </a:lnTo>
                <a:lnTo>
                  <a:pt x="292694" y="132588"/>
                </a:lnTo>
                <a:lnTo>
                  <a:pt x="140208" y="132588"/>
                </a:lnTo>
                <a:lnTo>
                  <a:pt x="140208" y="184404"/>
                </a:lnTo>
                <a:lnTo>
                  <a:pt x="293360" y="184404"/>
                </a:lnTo>
                <a:lnTo>
                  <a:pt x="293900" y="195072"/>
                </a:lnTo>
                <a:lnTo>
                  <a:pt x="140208" y="195072"/>
                </a:lnTo>
                <a:lnTo>
                  <a:pt x="140208" y="204216"/>
                </a:lnTo>
                <a:lnTo>
                  <a:pt x="114300" y="213360"/>
                </a:lnTo>
                <a:close/>
              </a:path>
              <a:path w="405765" h="407035">
                <a:moveTo>
                  <a:pt x="292645" y="121920"/>
                </a:moveTo>
                <a:lnTo>
                  <a:pt x="268224" y="121920"/>
                </a:lnTo>
                <a:lnTo>
                  <a:pt x="268224" y="73152"/>
                </a:lnTo>
                <a:lnTo>
                  <a:pt x="292608" y="73152"/>
                </a:lnTo>
                <a:lnTo>
                  <a:pt x="292645" y="121920"/>
                </a:lnTo>
                <a:close/>
              </a:path>
              <a:path w="405765" h="407035">
                <a:moveTo>
                  <a:pt x="293360" y="184404"/>
                </a:moveTo>
                <a:lnTo>
                  <a:pt x="268224" y="184404"/>
                </a:lnTo>
                <a:lnTo>
                  <a:pt x="268224" y="132588"/>
                </a:lnTo>
                <a:lnTo>
                  <a:pt x="292694" y="132588"/>
                </a:lnTo>
                <a:lnTo>
                  <a:pt x="292798" y="155257"/>
                </a:lnTo>
                <a:lnTo>
                  <a:pt x="293250" y="182237"/>
                </a:lnTo>
                <a:lnTo>
                  <a:pt x="293360" y="184404"/>
                </a:lnTo>
                <a:close/>
              </a:path>
              <a:path w="405765" h="407035">
                <a:moveTo>
                  <a:pt x="214884" y="240792"/>
                </a:moveTo>
                <a:lnTo>
                  <a:pt x="190500" y="240792"/>
                </a:lnTo>
                <a:lnTo>
                  <a:pt x="190500" y="195072"/>
                </a:lnTo>
                <a:lnTo>
                  <a:pt x="214884" y="195072"/>
                </a:lnTo>
                <a:lnTo>
                  <a:pt x="214884" y="240792"/>
                </a:lnTo>
                <a:close/>
              </a:path>
              <a:path w="405765" h="407035">
                <a:moveTo>
                  <a:pt x="268224" y="210312"/>
                </a:moveTo>
                <a:lnTo>
                  <a:pt x="268224" y="195072"/>
                </a:lnTo>
                <a:lnTo>
                  <a:pt x="293900" y="195072"/>
                </a:lnTo>
                <a:lnTo>
                  <a:pt x="294132" y="199644"/>
                </a:lnTo>
                <a:lnTo>
                  <a:pt x="268224" y="210312"/>
                </a:lnTo>
                <a:close/>
              </a:path>
              <a:path w="405765" h="407035">
                <a:moveTo>
                  <a:pt x="18288" y="256032"/>
                </a:moveTo>
                <a:lnTo>
                  <a:pt x="3048" y="240792"/>
                </a:lnTo>
                <a:lnTo>
                  <a:pt x="344424" y="240792"/>
                </a:lnTo>
                <a:lnTo>
                  <a:pt x="368808" y="216408"/>
                </a:lnTo>
                <a:lnTo>
                  <a:pt x="405384" y="249935"/>
                </a:lnTo>
                <a:lnTo>
                  <a:pt x="60960" y="249935"/>
                </a:lnTo>
                <a:lnTo>
                  <a:pt x="49791" y="250459"/>
                </a:lnTo>
                <a:lnTo>
                  <a:pt x="39052" y="251841"/>
                </a:lnTo>
                <a:lnTo>
                  <a:pt x="28598" y="253793"/>
                </a:lnTo>
                <a:lnTo>
                  <a:pt x="18288" y="256032"/>
                </a:lnTo>
                <a:close/>
              </a:path>
              <a:path w="405765" h="407035">
                <a:moveTo>
                  <a:pt x="1524" y="397764"/>
                </a:moveTo>
                <a:lnTo>
                  <a:pt x="0" y="391668"/>
                </a:lnTo>
                <a:lnTo>
                  <a:pt x="52244" y="362450"/>
                </a:lnTo>
                <a:lnTo>
                  <a:pt x="96774" y="329374"/>
                </a:lnTo>
                <a:lnTo>
                  <a:pt x="133302" y="292012"/>
                </a:lnTo>
                <a:lnTo>
                  <a:pt x="161544" y="249935"/>
                </a:lnTo>
                <a:lnTo>
                  <a:pt x="214884" y="249935"/>
                </a:lnTo>
                <a:lnTo>
                  <a:pt x="214905" y="254508"/>
                </a:lnTo>
                <a:lnTo>
                  <a:pt x="190500" y="254508"/>
                </a:lnTo>
                <a:lnTo>
                  <a:pt x="161775" y="293254"/>
                </a:lnTo>
                <a:lnTo>
                  <a:pt x="128589" y="327099"/>
                </a:lnTo>
                <a:lnTo>
                  <a:pt x="90866" y="355896"/>
                </a:lnTo>
                <a:lnTo>
                  <a:pt x="48536" y="379500"/>
                </a:lnTo>
                <a:lnTo>
                  <a:pt x="1524" y="397764"/>
                </a:lnTo>
                <a:close/>
              </a:path>
              <a:path w="405765" h="407035">
                <a:moveTo>
                  <a:pt x="368808" y="391668"/>
                </a:moveTo>
                <a:lnTo>
                  <a:pt x="318492" y="363950"/>
                </a:lnTo>
                <a:lnTo>
                  <a:pt x="277177" y="331089"/>
                </a:lnTo>
                <a:lnTo>
                  <a:pt x="244721" y="293084"/>
                </a:lnTo>
                <a:lnTo>
                  <a:pt x="220980" y="249935"/>
                </a:lnTo>
                <a:lnTo>
                  <a:pt x="228600" y="249935"/>
                </a:lnTo>
                <a:lnTo>
                  <a:pt x="259437" y="290226"/>
                </a:lnTo>
                <a:lnTo>
                  <a:pt x="299275" y="321945"/>
                </a:lnTo>
                <a:lnTo>
                  <a:pt x="347972" y="345090"/>
                </a:lnTo>
                <a:lnTo>
                  <a:pt x="405384" y="359664"/>
                </a:lnTo>
                <a:lnTo>
                  <a:pt x="405384" y="367284"/>
                </a:lnTo>
                <a:lnTo>
                  <a:pt x="391953" y="369593"/>
                </a:lnTo>
                <a:lnTo>
                  <a:pt x="381381" y="374332"/>
                </a:lnTo>
                <a:lnTo>
                  <a:pt x="373665" y="381642"/>
                </a:lnTo>
                <a:lnTo>
                  <a:pt x="368808" y="391668"/>
                </a:lnTo>
                <a:close/>
              </a:path>
              <a:path w="405765" h="407035">
                <a:moveTo>
                  <a:pt x="188976" y="406908"/>
                </a:moveTo>
                <a:lnTo>
                  <a:pt x="189857" y="374951"/>
                </a:lnTo>
                <a:lnTo>
                  <a:pt x="190261" y="342519"/>
                </a:lnTo>
                <a:lnTo>
                  <a:pt x="190378" y="321945"/>
                </a:lnTo>
                <a:lnTo>
                  <a:pt x="190500" y="254508"/>
                </a:lnTo>
                <a:lnTo>
                  <a:pt x="214905" y="254508"/>
                </a:lnTo>
                <a:lnTo>
                  <a:pt x="215122" y="301085"/>
                </a:lnTo>
                <a:lnTo>
                  <a:pt x="215688" y="345090"/>
                </a:lnTo>
                <a:lnTo>
                  <a:pt x="216177" y="374951"/>
                </a:lnTo>
                <a:lnTo>
                  <a:pt x="216408" y="396239"/>
                </a:lnTo>
                <a:lnTo>
                  <a:pt x="188976" y="40690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</a:endParaRPr>
          </a:p>
        </p:txBody>
      </p:sp>
      <p:sp>
        <p:nvSpPr>
          <p:cNvPr id="18" name="object 18"/>
          <p:cNvSpPr/>
          <p:nvPr/>
        </p:nvSpPr>
        <p:spPr>
          <a:xfrm>
            <a:off x="8692896" y="2363723"/>
            <a:ext cx="364490" cy="398145"/>
          </a:xfrm>
          <a:custGeom>
            <a:avLst/>
            <a:gdLst/>
            <a:ahLst/>
            <a:cxnLst/>
            <a:rect l="l" t="t" r="r" b="b"/>
            <a:pathLst>
              <a:path w="364490" h="398144">
                <a:moveTo>
                  <a:pt x="188976" y="150875"/>
                </a:moveTo>
                <a:lnTo>
                  <a:pt x="164592" y="150875"/>
                </a:lnTo>
                <a:lnTo>
                  <a:pt x="164508" y="82295"/>
                </a:lnTo>
                <a:lnTo>
                  <a:pt x="164401" y="54863"/>
                </a:lnTo>
                <a:lnTo>
                  <a:pt x="163949" y="22288"/>
                </a:lnTo>
                <a:lnTo>
                  <a:pt x="163068" y="0"/>
                </a:lnTo>
                <a:lnTo>
                  <a:pt x="202692" y="15239"/>
                </a:lnTo>
                <a:lnTo>
                  <a:pt x="188976" y="30479"/>
                </a:lnTo>
                <a:lnTo>
                  <a:pt x="188976" y="71627"/>
                </a:lnTo>
                <a:lnTo>
                  <a:pt x="346432" y="71627"/>
                </a:lnTo>
                <a:lnTo>
                  <a:pt x="356616" y="82295"/>
                </a:lnTo>
                <a:lnTo>
                  <a:pt x="188976" y="82295"/>
                </a:lnTo>
                <a:lnTo>
                  <a:pt x="188976" y="150875"/>
                </a:lnTo>
                <a:close/>
              </a:path>
              <a:path w="364490" h="398144">
                <a:moveTo>
                  <a:pt x="346432" y="71627"/>
                </a:moveTo>
                <a:lnTo>
                  <a:pt x="301752" y="71627"/>
                </a:lnTo>
                <a:lnTo>
                  <a:pt x="324612" y="48767"/>
                </a:lnTo>
                <a:lnTo>
                  <a:pt x="346432" y="71627"/>
                </a:lnTo>
                <a:close/>
              </a:path>
              <a:path w="364490" h="398144">
                <a:moveTo>
                  <a:pt x="312420" y="150875"/>
                </a:moveTo>
                <a:lnTo>
                  <a:pt x="277368" y="150875"/>
                </a:lnTo>
                <a:lnTo>
                  <a:pt x="295656" y="134111"/>
                </a:lnTo>
                <a:lnTo>
                  <a:pt x="312420" y="150875"/>
                </a:lnTo>
                <a:close/>
              </a:path>
              <a:path w="364490" h="398144">
                <a:moveTo>
                  <a:pt x="62484" y="298703"/>
                </a:moveTo>
                <a:lnTo>
                  <a:pt x="63365" y="280130"/>
                </a:lnTo>
                <a:lnTo>
                  <a:pt x="63817" y="260984"/>
                </a:lnTo>
                <a:lnTo>
                  <a:pt x="63984" y="241268"/>
                </a:lnTo>
                <a:lnTo>
                  <a:pt x="63984" y="200382"/>
                </a:lnTo>
                <a:lnTo>
                  <a:pt x="63817" y="179641"/>
                </a:lnTo>
                <a:lnTo>
                  <a:pt x="63365" y="158615"/>
                </a:lnTo>
                <a:lnTo>
                  <a:pt x="62484" y="137159"/>
                </a:lnTo>
                <a:lnTo>
                  <a:pt x="89916" y="150875"/>
                </a:lnTo>
                <a:lnTo>
                  <a:pt x="312420" y="150875"/>
                </a:lnTo>
                <a:lnTo>
                  <a:pt x="321564" y="160019"/>
                </a:lnTo>
                <a:lnTo>
                  <a:pt x="319659" y="161543"/>
                </a:lnTo>
                <a:lnTo>
                  <a:pt x="89916" y="161543"/>
                </a:lnTo>
                <a:lnTo>
                  <a:pt x="89916" y="257555"/>
                </a:lnTo>
                <a:lnTo>
                  <a:pt x="306821" y="257555"/>
                </a:lnTo>
                <a:lnTo>
                  <a:pt x="306966" y="265437"/>
                </a:lnTo>
                <a:lnTo>
                  <a:pt x="307103" y="268223"/>
                </a:lnTo>
                <a:lnTo>
                  <a:pt x="89916" y="268223"/>
                </a:lnTo>
                <a:lnTo>
                  <a:pt x="89916" y="289559"/>
                </a:lnTo>
                <a:lnTo>
                  <a:pt x="62484" y="298703"/>
                </a:lnTo>
                <a:close/>
              </a:path>
              <a:path w="364490" h="398144">
                <a:moveTo>
                  <a:pt x="306821" y="257555"/>
                </a:moveTo>
                <a:lnTo>
                  <a:pt x="281940" y="257555"/>
                </a:lnTo>
                <a:lnTo>
                  <a:pt x="281940" y="161543"/>
                </a:lnTo>
                <a:lnTo>
                  <a:pt x="319659" y="161543"/>
                </a:lnTo>
                <a:lnTo>
                  <a:pt x="306323" y="172211"/>
                </a:lnTo>
                <a:lnTo>
                  <a:pt x="306407" y="220979"/>
                </a:lnTo>
                <a:lnTo>
                  <a:pt x="306519" y="241268"/>
                </a:lnTo>
                <a:lnTo>
                  <a:pt x="306821" y="257555"/>
                </a:lnTo>
                <a:close/>
              </a:path>
              <a:path w="364490" h="398144">
                <a:moveTo>
                  <a:pt x="281940" y="294131"/>
                </a:moveTo>
                <a:lnTo>
                  <a:pt x="281940" y="268223"/>
                </a:lnTo>
                <a:lnTo>
                  <a:pt x="307103" y="268223"/>
                </a:lnTo>
                <a:lnTo>
                  <a:pt x="307847" y="283463"/>
                </a:lnTo>
                <a:lnTo>
                  <a:pt x="281940" y="294131"/>
                </a:lnTo>
                <a:close/>
              </a:path>
              <a:path w="364490" h="398144">
                <a:moveTo>
                  <a:pt x="24384" y="397763"/>
                </a:moveTo>
                <a:lnTo>
                  <a:pt x="10668" y="397763"/>
                </a:lnTo>
                <a:lnTo>
                  <a:pt x="1524" y="391668"/>
                </a:lnTo>
                <a:lnTo>
                  <a:pt x="0" y="388620"/>
                </a:lnTo>
                <a:lnTo>
                  <a:pt x="0" y="381000"/>
                </a:lnTo>
                <a:lnTo>
                  <a:pt x="3048" y="376427"/>
                </a:lnTo>
                <a:lnTo>
                  <a:pt x="9144" y="371856"/>
                </a:lnTo>
                <a:lnTo>
                  <a:pt x="15930" y="366164"/>
                </a:lnTo>
                <a:lnTo>
                  <a:pt x="40957" y="334327"/>
                </a:lnTo>
                <a:lnTo>
                  <a:pt x="53340" y="307847"/>
                </a:lnTo>
                <a:lnTo>
                  <a:pt x="60960" y="307847"/>
                </a:lnTo>
                <a:lnTo>
                  <a:pt x="49530" y="361759"/>
                </a:lnTo>
                <a:lnTo>
                  <a:pt x="32004" y="394716"/>
                </a:lnTo>
                <a:lnTo>
                  <a:pt x="24384" y="397763"/>
                </a:lnTo>
                <a:close/>
              </a:path>
              <a:path w="364490" h="398144">
                <a:moveTo>
                  <a:pt x="146304" y="394716"/>
                </a:moveTo>
                <a:lnTo>
                  <a:pt x="141732" y="394716"/>
                </a:lnTo>
                <a:lnTo>
                  <a:pt x="138684" y="388620"/>
                </a:lnTo>
                <a:lnTo>
                  <a:pt x="137160" y="377951"/>
                </a:lnTo>
                <a:lnTo>
                  <a:pt x="134231" y="363926"/>
                </a:lnTo>
                <a:lnTo>
                  <a:pt x="129730" y="349186"/>
                </a:lnTo>
                <a:lnTo>
                  <a:pt x="123229" y="333589"/>
                </a:lnTo>
                <a:lnTo>
                  <a:pt x="114300" y="316991"/>
                </a:lnTo>
                <a:lnTo>
                  <a:pt x="117348" y="310895"/>
                </a:lnTo>
                <a:lnTo>
                  <a:pt x="154209" y="343900"/>
                </a:lnTo>
                <a:lnTo>
                  <a:pt x="163068" y="374904"/>
                </a:lnTo>
                <a:lnTo>
                  <a:pt x="160020" y="382524"/>
                </a:lnTo>
                <a:lnTo>
                  <a:pt x="150876" y="391668"/>
                </a:lnTo>
                <a:lnTo>
                  <a:pt x="146304" y="394716"/>
                </a:lnTo>
                <a:close/>
              </a:path>
              <a:path w="364490" h="398144">
                <a:moveTo>
                  <a:pt x="242316" y="393192"/>
                </a:moveTo>
                <a:lnTo>
                  <a:pt x="236220" y="393192"/>
                </a:lnTo>
                <a:lnTo>
                  <a:pt x="233172" y="385572"/>
                </a:lnTo>
                <a:lnTo>
                  <a:pt x="231648" y="371856"/>
                </a:lnTo>
                <a:lnTo>
                  <a:pt x="227623" y="357258"/>
                </a:lnTo>
                <a:lnTo>
                  <a:pt x="222313" y="343090"/>
                </a:lnTo>
                <a:lnTo>
                  <a:pt x="215574" y="329207"/>
                </a:lnTo>
                <a:lnTo>
                  <a:pt x="207264" y="315467"/>
                </a:lnTo>
                <a:lnTo>
                  <a:pt x="210312" y="309371"/>
                </a:lnTo>
                <a:lnTo>
                  <a:pt x="245459" y="340018"/>
                </a:lnTo>
                <a:lnTo>
                  <a:pt x="259080" y="364236"/>
                </a:lnTo>
                <a:lnTo>
                  <a:pt x="259080" y="373380"/>
                </a:lnTo>
                <a:lnTo>
                  <a:pt x="256032" y="377951"/>
                </a:lnTo>
                <a:lnTo>
                  <a:pt x="251459" y="384048"/>
                </a:lnTo>
                <a:lnTo>
                  <a:pt x="242316" y="393192"/>
                </a:lnTo>
                <a:close/>
              </a:path>
              <a:path w="364490" h="398144">
                <a:moveTo>
                  <a:pt x="350520" y="397763"/>
                </a:moveTo>
                <a:lnTo>
                  <a:pt x="344424" y="397763"/>
                </a:lnTo>
                <a:lnTo>
                  <a:pt x="339852" y="391668"/>
                </a:lnTo>
                <a:lnTo>
                  <a:pt x="336804" y="377951"/>
                </a:lnTo>
                <a:lnTo>
                  <a:pt x="331089" y="362521"/>
                </a:lnTo>
                <a:lnTo>
                  <a:pt x="323088" y="345947"/>
                </a:lnTo>
                <a:lnTo>
                  <a:pt x="312801" y="328231"/>
                </a:lnTo>
                <a:lnTo>
                  <a:pt x="300228" y="309371"/>
                </a:lnTo>
                <a:lnTo>
                  <a:pt x="304799" y="304799"/>
                </a:lnTo>
                <a:lnTo>
                  <a:pt x="344019" y="337161"/>
                </a:lnTo>
                <a:lnTo>
                  <a:pt x="364236" y="371856"/>
                </a:lnTo>
                <a:lnTo>
                  <a:pt x="364236" y="377951"/>
                </a:lnTo>
                <a:lnTo>
                  <a:pt x="362712" y="384048"/>
                </a:lnTo>
                <a:lnTo>
                  <a:pt x="353568" y="396239"/>
                </a:lnTo>
                <a:lnTo>
                  <a:pt x="350520" y="39776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</a:endParaRPr>
          </a:p>
        </p:txBody>
      </p:sp>
      <p:sp>
        <p:nvSpPr>
          <p:cNvPr id="19" name="object 19"/>
          <p:cNvSpPr/>
          <p:nvPr/>
        </p:nvSpPr>
        <p:spPr>
          <a:xfrm>
            <a:off x="9122664" y="2369819"/>
            <a:ext cx="398145" cy="394970"/>
          </a:xfrm>
          <a:custGeom>
            <a:avLst/>
            <a:gdLst/>
            <a:ahLst/>
            <a:cxnLst/>
            <a:rect l="l" t="t" r="r" b="b"/>
            <a:pathLst>
              <a:path w="398145" h="394969">
                <a:moveTo>
                  <a:pt x="308065" y="16764"/>
                </a:moveTo>
                <a:lnTo>
                  <a:pt x="271272" y="16764"/>
                </a:lnTo>
                <a:lnTo>
                  <a:pt x="286512" y="0"/>
                </a:lnTo>
                <a:lnTo>
                  <a:pt x="308065" y="16764"/>
                </a:lnTo>
                <a:close/>
              </a:path>
              <a:path w="398145" h="394969">
                <a:moveTo>
                  <a:pt x="97536" y="176784"/>
                </a:moveTo>
                <a:lnTo>
                  <a:pt x="97774" y="155067"/>
                </a:lnTo>
                <a:lnTo>
                  <a:pt x="98821" y="111633"/>
                </a:lnTo>
                <a:lnTo>
                  <a:pt x="99060" y="89916"/>
                </a:lnTo>
                <a:lnTo>
                  <a:pt x="98821" y="68818"/>
                </a:lnTo>
                <a:lnTo>
                  <a:pt x="97774" y="24336"/>
                </a:lnTo>
                <a:lnTo>
                  <a:pt x="97536" y="1524"/>
                </a:lnTo>
                <a:lnTo>
                  <a:pt x="124968" y="16764"/>
                </a:lnTo>
                <a:lnTo>
                  <a:pt x="308065" y="16764"/>
                </a:lnTo>
                <a:lnTo>
                  <a:pt x="313944" y="21336"/>
                </a:lnTo>
                <a:lnTo>
                  <a:pt x="306324" y="27432"/>
                </a:lnTo>
                <a:lnTo>
                  <a:pt x="123444" y="27432"/>
                </a:lnTo>
                <a:lnTo>
                  <a:pt x="123444" y="77724"/>
                </a:lnTo>
                <a:lnTo>
                  <a:pt x="298727" y="77724"/>
                </a:lnTo>
                <a:lnTo>
                  <a:pt x="298775" y="88392"/>
                </a:lnTo>
                <a:lnTo>
                  <a:pt x="123444" y="88392"/>
                </a:lnTo>
                <a:lnTo>
                  <a:pt x="123444" y="140208"/>
                </a:lnTo>
                <a:lnTo>
                  <a:pt x="299331" y="140208"/>
                </a:lnTo>
                <a:lnTo>
                  <a:pt x="299346" y="141112"/>
                </a:lnTo>
                <a:lnTo>
                  <a:pt x="299801" y="150876"/>
                </a:lnTo>
                <a:lnTo>
                  <a:pt x="123444" y="150876"/>
                </a:lnTo>
                <a:lnTo>
                  <a:pt x="123444" y="166116"/>
                </a:lnTo>
                <a:lnTo>
                  <a:pt x="97536" y="176784"/>
                </a:lnTo>
                <a:close/>
              </a:path>
              <a:path w="398145" h="394969">
                <a:moveTo>
                  <a:pt x="298727" y="77724"/>
                </a:moveTo>
                <a:lnTo>
                  <a:pt x="274320" y="77724"/>
                </a:lnTo>
                <a:lnTo>
                  <a:pt x="274320" y="27432"/>
                </a:lnTo>
                <a:lnTo>
                  <a:pt x="306324" y="27432"/>
                </a:lnTo>
                <a:lnTo>
                  <a:pt x="298704" y="33528"/>
                </a:lnTo>
                <a:lnTo>
                  <a:pt x="298727" y="77724"/>
                </a:lnTo>
                <a:close/>
              </a:path>
              <a:path w="398145" h="394969">
                <a:moveTo>
                  <a:pt x="299331" y="140208"/>
                </a:moveTo>
                <a:lnTo>
                  <a:pt x="274320" y="140208"/>
                </a:lnTo>
                <a:lnTo>
                  <a:pt x="274320" y="88392"/>
                </a:lnTo>
                <a:lnTo>
                  <a:pt x="298775" y="88392"/>
                </a:lnTo>
                <a:lnTo>
                  <a:pt x="298894" y="113919"/>
                </a:lnTo>
                <a:lnTo>
                  <a:pt x="299331" y="140208"/>
                </a:lnTo>
                <a:close/>
              </a:path>
              <a:path w="398145" h="394969">
                <a:moveTo>
                  <a:pt x="274320" y="173736"/>
                </a:moveTo>
                <a:lnTo>
                  <a:pt x="274320" y="150876"/>
                </a:lnTo>
                <a:lnTo>
                  <a:pt x="299801" y="150876"/>
                </a:lnTo>
                <a:lnTo>
                  <a:pt x="300227" y="160020"/>
                </a:lnTo>
                <a:lnTo>
                  <a:pt x="274320" y="173736"/>
                </a:lnTo>
                <a:close/>
              </a:path>
              <a:path w="398145" h="394969">
                <a:moveTo>
                  <a:pt x="19812" y="211836"/>
                </a:moveTo>
                <a:lnTo>
                  <a:pt x="4572" y="196596"/>
                </a:lnTo>
                <a:lnTo>
                  <a:pt x="326136" y="196596"/>
                </a:lnTo>
                <a:lnTo>
                  <a:pt x="352044" y="169164"/>
                </a:lnTo>
                <a:lnTo>
                  <a:pt x="388620" y="205740"/>
                </a:lnTo>
                <a:lnTo>
                  <a:pt x="62484" y="205740"/>
                </a:lnTo>
                <a:lnTo>
                  <a:pt x="51315" y="206049"/>
                </a:lnTo>
                <a:lnTo>
                  <a:pt x="40576" y="207073"/>
                </a:lnTo>
                <a:lnTo>
                  <a:pt x="30122" y="208954"/>
                </a:lnTo>
                <a:lnTo>
                  <a:pt x="19812" y="211836"/>
                </a:lnTo>
                <a:close/>
              </a:path>
              <a:path w="398145" h="394969">
                <a:moveTo>
                  <a:pt x="213360" y="339852"/>
                </a:moveTo>
                <a:lnTo>
                  <a:pt x="188976" y="339852"/>
                </a:lnTo>
                <a:lnTo>
                  <a:pt x="188976" y="205740"/>
                </a:lnTo>
                <a:lnTo>
                  <a:pt x="213360" y="205740"/>
                </a:lnTo>
                <a:lnTo>
                  <a:pt x="213360" y="265175"/>
                </a:lnTo>
                <a:lnTo>
                  <a:pt x="348995" y="265175"/>
                </a:lnTo>
                <a:lnTo>
                  <a:pt x="359664" y="275844"/>
                </a:lnTo>
                <a:lnTo>
                  <a:pt x="213360" y="275844"/>
                </a:lnTo>
                <a:lnTo>
                  <a:pt x="213360" y="339852"/>
                </a:lnTo>
                <a:close/>
              </a:path>
              <a:path w="398145" h="394969">
                <a:moveTo>
                  <a:pt x="3048" y="394716"/>
                </a:moveTo>
                <a:lnTo>
                  <a:pt x="0" y="388620"/>
                </a:lnTo>
                <a:lnTo>
                  <a:pt x="34266" y="356330"/>
                </a:lnTo>
                <a:lnTo>
                  <a:pt x="61531" y="316611"/>
                </a:lnTo>
                <a:lnTo>
                  <a:pt x="81653" y="269462"/>
                </a:lnTo>
                <a:lnTo>
                  <a:pt x="94488" y="214884"/>
                </a:lnTo>
                <a:lnTo>
                  <a:pt x="134112" y="237744"/>
                </a:lnTo>
                <a:lnTo>
                  <a:pt x="108561" y="271843"/>
                </a:lnTo>
                <a:lnTo>
                  <a:pt x="105156" y="280416"/>
                </a:lnTo>
                <a:lnTo>
                  <a:pt x="113712" y="289560"/>
                </a:lnTo>
                <a:lnTo>
                  <a:pt x="100584" y="289560"/>
                </a:lnTo>
                <a:lnTo>
                  <a:pt x="81700" y="323564"/>
                </a:lnTo>
                <a:lnTo>
                  <a:pt x="59245" y="352425"/>
                </a:lnTo>
                <a:lnTo>
                  <a:pt x="33075" y="376142"/>
                </a:lnTo>
                <a:lnTo>
                  <a:pt x="3048" y="394716"/>
                </a:lnTo>
                <a:close/>
              </a:path>
              <a:path w="398145" h="394969">
                <a:moveTo>
                  <a:pt x="348995" y="265175"/>
                </a:moveTo>
                <a:lnTo>
                  <a:pt x="303275" y="265175"/>
                </a:lnTo>
                <a:lnTo>
                  <a:pt x="326136" y="242316"/>
                </a:lnTo>
                <a:lnTo>
                  <a:pt x="348995" y="265175"/>
                </a:lnTo>
                <a:close/>
              </a:path>
              <a:path w="398145" h="394969">
                <a:moveTo>
                  <a:pt x="362712" y="388620"/>
                </a:moveTo>
                <a:lnTo>
                  <a:pt x="315229" y="386643"/>
                </a:lnTo>
                <a:lnTo>
                  <a:pt x="275463" y="383095"/>
                </a:lnTo>
                <a:lnTo>
                  <a:pt x="217932" y="371856"/>
                </a:lnTo>
                <a:lnTo>
                  <a:pt x="178879" y="357378"/>
                </a:lnTo>
                <a:lnTo>
                  <a:pt x="135302" y="327493"/>
                </a:lnTo>
                <a:lnTo>
                  <a:pt x="100584" y="289560"/>
                </a:lnTo>
                <a:lnTo>
                  <a:pt x="113712" y="289560"/>
                </a:lnTo>
                <a:lnTo>
                  <a:pt x="121467" y="297846"/>
                </a:lnTo>
                <a:lnTo>
                  <a:pt x="140779" y="313563"/>
                </a:lnTo>
                <a:lnTo>
                  <a:pt x="163234" y="327564"/>
                </a:lnTo>
                <a:lnTo>
                  <a:pt x="188976" y="339852"/>
                </a:lnTo>
                <a:lnTo>
                  <a:pt x="213360" y="339852"/>
                </a:lnTo>
                <a:lnTo>
                  <a:pt x="213360" y="347472"/>
                </a:lnTo>
                <a:lnTo>
                  <a:pt x="230838" y="351472"/>
                </a:lnTo>
                <a:lnTo>
                  <a:pt x="251460" y="354330"/>
                </a:lnTo>
                <a:lnTo>
                  <a:pt x="275510" y="356044"/>
                </a:lnTo>
                <a:lnTo>
                  <a:pt x="303275" y="356616"/>
                </a:lnTo>
                <a:lnTo>
                  <a:pt x="397764" y="356616"/>
                </a:lnTo>
                <a:lnTo>
                  <a:pt x="397764" y="361188"/>
                </a:lnTo>
                <a:lnTo>
                  <a:pt x="383714" y="365474"/>
                </a:lnTo>
                <a:lnTo>
                  <a:pt x="373380" y="371475"/>
                </a:lnTo>
                <a:lnTo>
                  <a:pt x="366474" y="379190"/>
                </a:lnTo>
                <a:lnTo>
                  <a:pt x="362712" y="388620"/>
                </a:lnTo>
                <a:close/>
              </a:path>
              <a:path w="398145" h="394969">
                <a:moveTo>
                  <a:pt x="397764" y="356616"/>
                </a:moveTo>
                <a:lnTo>
                  <a:pt x="303275" y="356616"/>
                </a:lnTo>
                <a:lnTo>
                  <a:pt x="330684" y="356544"/>
                </a:lnTo>
                <a:lnTo>
                  <a:pt x="355663" y="356044"/>
                </a:lnTo>
                <a:lnTo>
                  <a:pt x="378071" y="354687"/>
                </a:lnTo>
                <a:lnTo>
                  <a:pt x="397764" y="352044"/>
                </a:lnTo>
                <a:lnTo>
                  <a:pt x="397764" y="35661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</a:endParaRPr>
          </a:p>
        </p:txBody>
      </p:sp>
      <p:sp>
        <p:nvSpPr>
          <p:cNvPr id="20" name="object 20"/>
          <p:cNvSpPr/>
          <p:nvPr/>
        </p:nvSpPr>
        <p:spPr>
          <a:xfrm>
            <a:off x="9633204" y="2363723"/>
            <a:ext cx="280670" cy="407034"/>
          </a:xfrm>
          <a:custGeom>
            <a:avLst/>
            <a:gdLst/>
            <a:ahLst/>
            <a:cxnLst/>
            <a:rect l="l" t="t" r="r" b="b"/>
            <a:pathLst>
              <a:path w="280670" h="407035">
                <a:moveTo>
                  <a:pt x="92964" y="83820"/>
                </a:moveTo>
                <a:lnTo>
                  <a:pt x="80771" y="83820"/>
                </a:lnTo>
                <a:lnTo>
                  <a:pt x="89320" y="62364"/>
                </a:lnTo>
                <a:lnTo>
                  <a:pt x="96583" y="41338"/>
                </a:lnTo>
                <a:lnTo>
                  <a:pt x="102417" y="20597"/>
                </a:lnTo>
                <a:lnTo>
                  <a:pt x="106680" y="0"/>
                </a:lnTo>
                <a:lnTo>
                  <a:pt x="147828" y="19812"/>
                </a:lnTo>
                <a:lnTo>
                  <a:pt x="115824" y="50292"/>
                </a:lnTo>
                <a:lnTo>
                  <a:pt x="96964" y="77295"/>
                </a:lnTo>
                <a:lnTo>
                  <a:pt x="92964" y="83820"/>
                </a:lnTo>
                <a:close/>
              </a:path>
              <a:path w="280670" h="407035">
                <a:moveTo>
                  <a:pt x="276224" y="83820"/>
                </a:moveTo>
                <a:lnTo>
                  <a:pt x="233172" y="83820"/>
                </a:lnTo>
                <a:lnTo>
                  <a:pt x="246888" y="62484"/>
                </a:lnTo>
                <a:lnTo>
                  <a:pt x="276224" y="83820"/>
                </a:lnTo>
                <a:close/>
              </a:path>
              <a:path w="280670" h="407035">
                <a:moveTo>
                  <a:pt x="0" y="406908"/>
                </a:moveTo>
                <a:lnTo>
                  <a:pt x="881" y="385167"/>
                </a:lnTo>
                <a:lnTo>
                  <a:pt x="1333" y="349567"/>
                </a:lnTo>
                <a:lnTo>
                  <a:pt x="1500" y="299966"/>
                </a:lnTo>
                <a:lnTo>
                  <a:pt x="1491" y="170688"/>
                </a:lnTo>
                <a:lnTo>
                  <a:pt x="1333" y="124396"/>
                </a:lnTo>
                <a:lnTo>
                  <a:pt x="881" y="89415"/>
                </a:lnTo>
                <a:lnTo>
                  <a:pt x="0" y="68580"/>
                </a:lnTo>
                <a:lnTo>
                  <a:pt x="27432" y="83820"/>
                </a:lnTo>
                <a:lnTo>
                  <a:pt x="276224" y="83820"/>
                </a:lnTo>
                <a:lnTo>
                  <a:pt x="280416" y="86868"/>
                </a:lnTo>
                <a:lnTo>
                  <a:pt x="271102" y="94488"/>
                </a:lnTo>
                <a:lnTo>
                  <a:pt x="27432" y="94488"/>
                </a:lnTo>
                <a:lnTo>
                  <a:pt x="27432" y="170688"/>
                </a:lnTo>
                <a:lnTo>
                  <a:pt x="263652" y="170688"/>
                </a:lnTo>
                <a:lnTo>
                  <a:pt x="263652" y="181356"/>
                </a:lnTo>
                <a:lnTo>
                  <a:pt x="27432" y="181356"/>
                </a:lnTo>
                <a:lnTo>
                  <a:pt x="27432" y="268224"/>
                </a:lnTo>
                <a:lnTo>
                  <a:pt x="263652" y="268224"/>
                </a:lnTo>
                <a:lnTo>
                  <a:pt x="263652" y="278892"/>
                </a:lnTo>
                <a:lnTo>
                  <a:pt x="27432" y="278892"/>
                </a:lnTo>
                <a:lnTo>
                  <a:pt x="27432" y="359664"/>
                </a:lnTo>
                <a:lnTo>
                  <a:pt x="263652" y="359664"/>
                </a:lnTo>
                <a:lnTo>
                  <a:pt x="263674" y="370332"/>
                </a:lnTo>
                <a:lnTo>
                  <a:pt x="27432" y="370332"/>
                </a:lnTo>
                <a:lnTo>
                  <a:pt x="27432" y="397764"/>
                </a:lnTo>
                <a:lnTo>
                  <a:pt x="0" y="406908"/>
                </a:lnTo>
                <a:close/>
              </a:path>
              <a:path w="280670" h="407035">
                <a:moveTo>
                  <a:pt x="263652" y="170688"/>
                </a:moveTo>
                <a:lnTo>
                  <a:pt x="236220" y="170688"/>
                </a:lnTo>
                <a:lnTo>
                  <a:pt x="236220" y="94488"/>
                </a:lnTo>
                <a:lnTo>
                  <a:pt x="271102" y="94488"/>
                </a:lnTo>
                <a:lnTo>
                  <a:pt x="263652" y="100584"/>
                </a:lnTo>
                <a:lnTo>
                  <a:pt x="263652" y="170688"/>
                </a:lnTo>
                <a:close/>
              </a:path>
              <a:path w="280670" h="407035">
                <a:moveTo>
                  <a:pt x="263652" y="268224"/>
                </a:moveTo>
                <a:lnTo>
                  <a:pt x="236220" y="268224"/>
                </a:lnTo>
                <a:lnTo>
                  <a:pt x="236220" y="181356"/>
                </a:lnTo>
                <a:lnTo>
                  <a:pt x="263652" y="181356"/>
                </a:lnTo>
                <a:lnTo>
                  <a:pt x="263652" y="268224"/>
                </a:lnTo>
                <a:close/>
              </a:path>
              <a:path w="280670" h="407035">
                <a:moveTo>
                  <a:pt x="263652" y="359664"/>
                </a:moveTo>
                <a:lnTo>
                  <a:pt x="236220" y="359664"/>
                </a:lnTo>
                <a:lnTo>
                  <a:pt x="236220" y="278892"/>
                </a:lnTo>
                <a:lnTo>
                  <a:pt x="263652" y="278892"/>
                </a:lnTo>
                <a:lnTo>
                  <a:pt x="263652" y="359664"/>
                </a:lnTo>
                <a:close/>
              </a:path>
              <a:path w="280670" h="407035">
                <a:moveTo>
                  <a:pt x="236220" y="406908"/>
                </a:moveTo>
                <a:lnTo>
                  <a:pt x="236220" y="370332"/>
                </a:lnTo>
                <a:lnTo>
                  <a:pt x="263674" y="370332"/>
                </a:lnTo>
                <a:lnTo>
                  <a:pt x="263842" y="379476"/>
                </a:lnTo>
                <a:lnTo>
                  <a:pt x="264294" y="388000"/>
                </a:lnTo>
                <a:lnTo>
                  <a:pt x="265176" y="396240"/>
                </a:lnTo>
                <a:lnTo>
                  <a:pt x="236220" y="40690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</a:endParaRPr>
          </a:p>
        </p:txBody>
      </p:sp>
      <p:sp>
        <p:nvSpPr>
          <p:cNvPr id="21" name="object 21"/>
          <p:cNvSpPr/>
          <p:nvPr/>
        </p:nvSpPr>
        <p:spPr>
          <a:xfrm>
            <a:off x="2177795" y="2919983"/>
            <a:ext cx="321945" cy="393700"/>
          </a:xfrm>
          <a:custGeom>
            <a:avLst/>
            <a:gdLst/>
            <a:ahLst/>
            <a:cxnLst/>
            <a:rect l="l" t="t" r="r" b="b"/>
            <a:pathLst>
              <a:path w="321944" h="393700">
                <a:moveTo>
                  <a:pt x="163068" y="108204"/>
                </a:moveTo>
                <a:lnTo>
                  <a:pt x="138684" y="108204"/>
                </a:lnTo>
                <a:lnTo>
                  <a:pt x="138660" y="73080"/>
                </a:lnTo>
                <a:lnTo>
                  <a:pt x="138493" y="43243"/>
                </a:lnTo>
                <a:lnTo>
                  <a:pt x="138041" y="18835"/>
                </a:lnTo>
                <a:lnTo>
                  <a:pt x="137160" y="0"/>
                </a:lnTo>
                <a:lnTo>
                  <a:pt x="176784" y="16764"/>
                </a:lnTo>
                <a:lnTo>
                  <a:pt x="163068" y="28956"/>
                </a:lnTo>
                <a:lnTo>
                  <a:pt x="163068" y="108204"/>
                </a:lnTo>
                <a:close/>
              </a:path>
              <a:path w="321944" h="393700">
                <a:moveTo>
                  <a:pt x="316420" y="108204"/>
                </a:moveTo>
                <a:lnTo>
                  <a:pt x="278892" y="108204"/>
                </a:lnTo>
                <a:lnTo>
                  <a:pt x="294132" y="88392"/>
                </a:lnTo>
                <a:lnTo>
                  <a:pt x="316420" y="108204"/>
                </a:lnTo>
                <a:close/>
              </a:path>
              <a:path w="321944" h="393700">
                <a:moveTo>
                  <a:pt x="0" y="393192"/>
                </a:moveTo>
                <a:lnTo>
                  <a:pt x="245" y="367284"/>
                </a:lnTo>
                <a:lnTo>
                  <a:pt x="762" y="334899"/>
                </a:lnTo>
                <a:lnTo>
                  <a:pt x="1285" y="294608"/>
                </a:lnTo>
                <a:lnTo>
                  <a:pt x="1524" y="246888"/>
                </a:lnTo>
                <a:lnTo>
                  <a:pt x="1500" y="198834"/>
                </a:lnTo>
                <a:lnTo>
                  <a:pt x="1333" y="157353"/>
                </a:lnTo>
                <a:lnTo>
                  <a:pt x="881" y="122158"/>
                </a:lnTo>
                <a:lnTo>
                  <a:pt x="0" y="92964"/>
                </a:lnTo>
                <a:lnTo>
                  <a:pt x="27432" y="108204"/>
                </a:lnTo>
                <a:lnTo>
                  <a:pt x="316420" y="108204"/>
                </a:lnTo>
                <a:lnTo>
                  <a:pt x="321564" y="112776"/>
                </a:lnTo>
                <a:lnTo>
                  <a:pt x="315849" y="117348"/>
                </a:lnTo>
                <a:lnTo>
                  <a:pt x="25908" y="117348"/>
                </a:lnTo>
                <a:lnTo>
                  <a:pt x="25908" y="230124"/>
                </a:lnTo>
                <a:lnTo>
                  <a:pt x="306324" y="230124"/>
                </a:lnTo>
                <a:lnTo>
                  <a:pt x="306324" y="239268"/>
                </a:lnTo>
                <a:lnTo>
                  <a:pt x="25908" y="239268"/>
                </a:lnTo>
                <a:lnTo>
                  <a:pt x="25908" y="356616"/>
                </a:lnTo>
                <a:lnTo>
                  <a:pt x="306499" y="356616"/>
                </a:lnTo>
                <a:lnTo>
                  <a:pt x="306514" y="358330"/>
                </a:lnTo>
                <a:lnTo>
                  <a:pt x="306800" y="367284"/>
                </a:lnTo>
                <a:lnTo>
                  <a:pt x="25908" y="367284"/>
                </a:lnTo>
                <a:lnTo>
                  <a:pt x="25908" y="385572"/>
                </a:lnTo>
                <a:lnTo>
                  <a:pt x="0" y="393192"/>
                </a:lnTo>
                <a:close/>
              </a:path>
              <a:path w="321944" h="393700">
                <a:moveTo>
                  <a:pt x="163068" y="230124"/>
                </a:moveTo>
                <a:lnTo>
                  <a:pt x="138684" y="230124"/>
                </a:lnTo>
                <a:lnTo>
                  <a:pt x="138684" y="117348"/>
                </a:lnTo>
                <a:lnTo>
                  <a:pt x="163068" y="117348"/>
                </a:lnTo>
                <a:lnTo>
                  <a:pt x="163068" y="230124"/>
                </a:lnTo>
                <a:close/>
              </a:path>
              <a:path w="321944" h="393700">
                <a:moveTo>
                  <a:pt x="306324" y="230124"/>
                </a:moveTo>
                <a:lnTo>
                  <a:pt x="281940" y="230124"/>
                </a:lnTo>
                <a:lnTo>
                  <a:pt x="281940" y="117348"/>
                </a:lnTo>
                <a:lnTo>
                  <a:pt x="315849" y="117348"/>
                </a:lnTo>
                <a:lnTo>
                  <a:pt x="306324" y="124968"/>
                </a:lnTo>
                <a:lnTo>
                  <a:pt x="306324" y="230124"/>
                </a:lnTo>
                <a:close/>
              </a:path>
              <a:path w="321944" h="393700">
                <a:moveTo>
                  <a:pt x="163068" y="356616"/>
                </a:moveTo>
                <a:lnTo>
                  <a:pt x="138684" y="356616"/>
                </a:lnTo>
                <a:lnTo>
                  <a:pt x="138684" y="239268"/>
                </a:lnTo>
                <a:lnTo>
                  <a:pt x="163068" y="239268"/>
                </a:lnTo>
                <a:lnTo>
                  <a:pt x="163068" y="356616"/>
                </a:lnTo>
                <a:close/>
              </a:path>
              <a:path w="321944" h="393700">
                <a:moveTo>
                  <a:pt x="306499" y="356616"/>
                </a:moveTo>
                <a:lnTo>
                  <a:pt x="281940" y="356616"/>
                </a:lnTo>
                <a:lnTo>
                  <a:pt x="281940" y="239268"/>
                </a:lnTo>
                <a:lnTo>
                  <a:pt x="306324" y="239268"/>
                </a:lnTo>
                <a:lnTo>
                  <a:pt x="306347" y="339875"/>
                </a:lnTo>
                <a:lnTo>
                  <a:pt x="306499" y="356616"/>
                </a:lnTo>
                <a:close/>
              </a:path>
              <a:path w="321944" h="393700">
                <a:moveTo>
                  <a:pt x="281940" y="393192"/>
                </a:moveTo>
                <a:lnTo>
                  <a:pt x="281940" y="367284"/>
                </a:lnTo>
                <a:lnTo>
                  <a:pt x="306800" y="367284"/>
                </a:lnTo>
                <a:lnTo>
                  <a:pt x="306966" y="372498"/>
                </a:lnTo>
                <a:lnTo>
                  <a:pt x="307848" y="382524"/>
                </a:lnTo>
                <a:lnTo>
                  <a:pt x="281940" y="39319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</a:endParaRPr>
          </a:p>
        </p:txBody>
      </p:sp>
      <p:sp>
        <p:nvSpPr>
          <p:cNvPr id="22" name="object 22"/>
          <p:cNvSpPr/>
          <p:nvPr/>
        </p:nvSpPr>
        <p:spPr>
          <a:xfrm>
            <a:off x="2604516" y="2916935"/>
            <a:ext cx="356870" cy="401320"/>
          </a:xfrm>
          <a:custGeom>
            <a:avLst/>
            <a:gdLst/>
            <a:ahLst/>
            <a:cxnLst/>
            <a:rect l="l" t="t" r="r" b="b"/>
            <a:pathLst>
              <a:path w="356869" h="401320">
                <a:moveTo>
                  <a:pt x="54864" y="89916"/>
                </a:moveTo>
                <a:lnTo>
                  <a:pt x="44196" y="89916"/>
                </a:lnTo>
                <a:lnTo>
                  <a:pt x="51554" y="61936"/>
                </a:lnTo>
                <a:lnTo>
                  <a:pt x="57340" y="37528"/>
                </a:lnTo>
                <a:lnTo>
                  <a:pt x="61126" y="16835"/>
                </a:lnTo>
                <a:lnTo>
                  <a:pt x="62484" y="0"/>
                </a:lnTo>
                <a:lnTo>
                  <a:pt x="100584" y="19812"/>
                </a:lnTo>
                <a:lnTo>
                  <a:pt x="91725" y="27551"/>
                </a:lnTo>
                <a:lnTo>
                  <a:pt x="81153" y="41719"/>
                </a:lnTo>
                <a:lnTo>
                  <a:pt x="68865" y="62460"/>
                </a:lnTo>
                <a:lnTo>
                  <a:pt x="54864" y="89916"/>
                </a:lnTo>
                <a:close/>
              </a:path>
              <a:path w="356869" h="401320">
                <a:moveTo>
                  <a:pt x="147828" y="190500"/>
                </a:moveTo>
                <a:lnTo>
                  <a:pt x="143256" y="187452"/>
                </a:lnTo>
                <a:lnTo>
                  <a:pt x="160377" y="160615"/>
                </a:lnTo>
                <a:lnTo>
                  <a:pt x="175069" y="135064"/>
                </a:lnTo>
                <a:lnTo>
                  <a:pt x="196596" y="88392"/>
                </a:lnTo>
                <a:lnTo>
                  <a:pt x="212407" y="44958"/>
                </a:lnTo>
                <a:lnTo>
                  <a:pt x="222503" y="1524"/>
                </a:lnTo>
                <a:lnTo>
                  <a:pt x="260603" y="24384"/>
                </a:lnTo>
                <a:lnTo>
                  <a:pt x="252864" y="31480"/>
                </a:lnTo>
                <a:lnTo>
                  <a:pt x="243268" y="45720"/>
                </a:lnTo>
                <a:lnTo>
                  <a:pt x="231671" y="66817"/>
                </a:lnTo>
                <a:lnTo>
                  <a:pt x="217932" y="94488"/>
                </a:lnTo>
                <a:lnTo>
                  <a:pt x="348996" y="94488"/>
                </a:lnTo>
                <a:lnTo>
                  <a:pt x="356616" y="102108"/>
                </a:lnTo>
                <a:lnTo>
                  <a:pt x="352806" y="105156"/>
                </a:lnTo>
                <a:lnTo>
                  <a:pt x="214884" y="105156"/>
                </a:lnTo>
                <a:lnTo>
                  <a:pt x="198834" y="129420"/>
                </a:lnTo>
                <a:lnTo>
                  <a:pt x="182499" y="151828"/>
                </a:lnTo>
                <a:lnTo>
                  <a:pt x="165592" y="172235"/>
                </a:lnTo>
                <a:lnTo>
                  <a:pt x="147828" y="190500"/>
                </a:lnTo>
                <a:close/>
              </a:path>
              <a:path w="356869" h="401320">
                <a:moveTo>
                  <a:pt x="146304" y="89916"/>
                </a:moveTo>
                <a:lnTo>
                  <a:pt x="111252" y="89916"/>
                </a:lnTo>
                <a:lnTo>
                  <a:pt x="129540" y="73152"/>
                </a:lnTo>
                <a:lnTo>
                  <a:pt x="146304" y="89916"/>
                </a:lnTo>
                <a:close/>
              </a:path>
              <a:path w="356869" h="401320">
                <a:moveTo>
                  <a:pt x="0" y="397764"/>
                </a:moveTo>
                <a:lnTo>
                  <a:pt x="820" y="359664"/>
                </a:lnTo>
                <a:lnTo>
                  <a:pt x="917" y="353568"/>
                </a:lnTo>
                <a:lnTo>
                  <a:pt x="1333" y="316230"/>
                </a:lnTo>
                <a:lnTo>
                  <a:pt x="1425" y="176784"/>
                </a:lnTo>
                <a:lnTo>
                  <a:pt x="1301" y="151828"/>
                </a:lnTo>
                <a:lnTo>
                  <a:pt x="881" y="114681"/>
                </a:lnTo>
                <a:lnTo>
                  <a:pt x="0" y="74676"/>
                </a:lnTo>
                <a:lnTo>
                  <a:pt x="25908" y="89916"/>
                </a:lnTo>
                <a:lnTo>
                  <a:pt x="146304" y="89916"/>
                </a:lnTo>
                <a:lnTo>
                  <a:pt x="155448" y="99060"/>
                </a:lnTo>
                <a:lnTo>
                  <a:pt x="153162" y="100584"/>
                </a:lnTo>
                <a:lnTo>
                  <a:pt x="24384" y="100584"/>
                </a:lnTo>
                <a:lnTo>
                  <a:pt x="24384" y="211836"/>
                </a:lnTo>
                <a:lnTo>
                  <a:pt x="137509" y="211836"/>
                </a:lnTo>
                <a:lnTo>
                  <a:pt x="137586" y="222504"/>
                </a:lnTo>
                <a:lnTo>
                  <a:pt x="24384" y="222504"/>
                </a:lnTo>
                <a:lnTo>
                  <a:pt x="24384" y="344424"/>
                </a:lnTo>
                <a:lnTo>
                  <a:pt x="139273" y="344424"/>
                </a:lnTo>
                <a:lnTo>
                  <a:pt x="139528" y="353568"/>
                </a:lnTo>
                <a:lnTo>
                  <a:pt x="24384" y="353568"/>
                </a:lnTo>
                <a:lnTo>
                  <a:pt x="24384" y="384048"/>
                </a:lnTo>
                <a:lnTo>
                  <a:pt x="0" y="397764"/>
                </a:lnTo>
                <a:close/>
              </a:path>
              <a:path w="356869" h="401320">
                <a:moveTo>
                  <a:pt x="348996" y="94488"/>
                </a:moveTo>
                <a:lnTo>
                  <a:pt x="312420" y="94488"/>
                </a:lnTo>
                <a:lnTo>
                  <a:pt x="330708" y="76200"/>
                </a:lnTo>
                <a:lnTo>
                  <a:pt x="348996" y="94488"/>
                </a:lnTo>
                <a:close/>
              </a:path>
              <a:path w="356869" h="401320">
                <a:moveTo>
                  <a:pt x="137509" y="211836"/>
                </a:moveTo>
                <a:lnTo>
                  <a:pt x="115824" y="211836"/>
                </a:lnTo>
                <a:lnTo>
                  <a:pt x="115824" y="100584"/>
                </a:lnTo>
                <a:lnTo>
                  <a:pt x="153162" y="100584"/>
                </a:lnTo>
                <a:lnTo>
                  <a:pt x="137160" y="111252"/>
                </a:lnTo>
                <a:lnTo>
                  <a:pt x="137271" y="160615"/>
                </a:lnTo>
                <a:lnTo>
                  <a:pt x="137386" y="194691"/>
                </a:lnTo>
                <a:lnTo>
                  <a:pt x="137509" y="211836"/>
                </a:lnTo>
                <a:close/>
              </a:path>
              <a:path w="356869" h="401320">
                <a:moveTo>
                  <a:pt x="327433" y="359664"/>
                </a:moveTo>
                <a:lnTo>
                  <a:pt x="283464" y="359664"/>
                </a:lnTo>
                <a:lnTo>
                  <a:pt x="292631" y="357687"/>
                </a:lnTo>
                <a:lnTo>
                  <a:pt x="299656" y="351853"/>
                </a:lnTo>
                <a:lnTo>
                  <a:pt x="309895" y="304680"/>
                </a:lnTo>
                <a:lnTo>
                  <a:pt x="311658" y="258889"/>
                </a:lnTo>
                <a:lnTo>
                  <a:pt x="313561" y="186213"/>
                </a:lnTo>
                <a:lnTo>
                  <a:pt x="315467" y="105156"/>
                </a:lnTo>
                <a:lnTo>
                  <a:pt x="352806" y="105156"/>
                </a:lnTo>
                <a:lnTo>
                  <a:pt x="341376" y="114300"/>
                </a:lnTo>
                <a:lnTo>
                  <a:pt x="339488" y="190500"/>
                </a:lnTo>
                <a:lnTo>
                  <a:pt x="337718" y="248631"/>
                </a:lnTo>
                <a:lnTo>
                  <a:pt x="335889" y="294583"/>
                </a:lnTo>
                <a:lnTo>
                  <a:pt x="334060" y="326489"/>
                </a:lnTo>
                <a:lnTo>
                  <a:pt x="332232" y="344424"/>
                </a:lnTo>
                <a:lnTo>
                  <a:pt x="328517" y="357020"/>
                </a:lnTo>
                <a:lnTo>
                  <a:pt x="327433" y="359664"/>
                </a:lnTo>
                <a:close/>
              </a:path>
              <a:path w="356869" h="401320">
                <a:moveTo>
                  <a:pt x="231648" y="268224"/>
                </a:moveTo>
                <a:lnTo>
                  <a:pt x="225552" y="268224"/>
                </a:lnTo>
                <a:lnTo>
                  <a:pt x="222503" y="260603"/>
                </a:lnTo>
                <a:lnTo>
                  <a:pt x="219456" y="245364"/>
                </a:lnTo>
                <a:lnTo>
                  <a:pt x="214907" y="227361"/>
                </a:lnTo>
                <a:lnTo>
                  <a:pt x="208216" y="209931"/>
                </a:lnTo>
                <a:lnTo>
                  <a:pt x="199524" y="193071"/>
                </a:lnTo>
                <a:lnTo>
                  <a:pt x="188976" y="176784"/>
                </a:lnTo>
                <a:lnTo>
                  <a:pt x="192024" y="172212"/>
                </a:lnTo>
                <a:lnTo>
                  <a:pt x="224980" y="198501"/>
                </a:lnTo>
                <a:lnTo>
                  <a:pt x="246888" y="234696"/>
                </a:lnTo>
                <a:lnTo>
                  <a:pt x="246888" y="246888"/>
                </a:lnTo>
                <a:lnTo>
                  <a:pt x="245364" y="254508"/>
                </a:lnTo>
                <a:lnTo>
                  <a:pt x="236220" y="266700"/>
                </a:lnTo>
                <a:lnTo>
                  <a:pt x="231648" y="268224"/>
                </a:lnTo>
                <a:close/>
              </a:path>
              <a:path w="356869" h="401320">
                <a:moveTo>
                  <a:pt x="139273" y="344424"/>
                </a:moveTo>
                <a:lnTo>
                  <a:pt x="115824" y="344424"/>
                </a:lnTo>
                <a:lnTo>
                  <a:pt x="115824" y="222504"/>
                </a:lnTo>
                <a:lnTo>
                  <a:pt x="137586" y="222504"/>
                </a:lnTo>
                <a:lnTo>
                  <a:pt x="137793" y="251338"/>
                </a:lnTo>
                <a:lnTo>
                  <a:pt x="138482" y="304680"/>
                </a:lnTo>
                <a:lnTo>
                  <a:pt x="139273" y="344424"/>
                </a:lnTo>
                <a:close/>
              </a:path>
              <a:path w="356869" h="401320">
                <a:moveTo>
                  <a:pt x="278891" y="400812"/>
                </a:moveTo>
                <a:lnTo>
                  <a:pt x="271986" y="387953"/>
                </a:lnTo>
                <a:lnTo>
                  <a:pt x="260223" y="376809"/>
                </a:lnTo>
                <a:lnTo>
                  <a:pt x="243316" y="367379"/>
                </a:lnTo>
                <a:lnTo>
                  <a:pt x="220979" y="359664"/>
                </a:lnTo>
                <a:lnTo>
                  <a:pt x="220979" y="350520"/>
                </a:lnTo>
                <a:lnTo>
                  <a:pt x="241244" y="354520"/>
                </a:lnTo>
                <a:lnTo>
                  <a:pt x="258508" y="357378"/>
                </a:lnTo>
                <a:lnTo>
                  <a:pt x="272629" y="359092"/>
                </a:lnTo>
                <a:lnTo>
                  <a:pt x="283464" y="359664"/>
                </a:lnTo>
                <a:lnTo>
                  <a:pt x="327433" y="359664"/>
                </a:lnTo>
                <a:lnTo>
                  <a:pt x="324231" y="367474"/>
                </a:lnTo>
                <a:lnTo>
                  <a:pt x="290369" y="396240"/>
                </a:lnTo>
                <a:lnTo>
                  <a:pt x="278891" y="400812"/>
                </a:lnTo>
                <a:close/>
              </a:path>
              <a:path w="356869" h="401320">
                <a:moveTo>
                  <a:pt x="115824" y="390144"/>
                </a:moveTo>
                <a:lnTo>
                  <a:pt x="115824" y="353568"/>
                </a:lnTo>
                <a:lnTo>
                  <a:pt x="139528" y="353568"/>
                </a:lnTo>
                <a:lnTo>
                  <a:pt x="140208" y="376428"/>
                </a:lnTo>
                <a:lnTo>
                  <a:pt x="115824" y="39014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</a:endParaRPr>
          </a:p>
        </p:txBody>
      </p:sp>
      <p:pic>
        <p:nvPicPr>
          <p:cNvPr id="23" name="object 23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3049524" y="3177635"/>
            <a:ext cx="70104" cy="118776"/>
          </a:xfrm>
          <a:prstGeom prst="rect">
            <a:avLst/>
          </a:prstGeom>
        </p:spPr>
      </p:pic>
      <p:sp>
        <p:nvSpPr>
          <p:cNvPr id="24" name="object 24"/>
          <p:cNvSpPr/>
          <p:nvPr/>
        </p:nvSpPr>
        <p:spPr>
          <a:xfrm>
            <a:off x="3457955" y="2932175"/>
            <a:ext cx="396240" cy="390525"/>
          </a:xfrm>
          <a:custGeom>
            <a:avLst/>
            <a:gdLst/>
            <a:ahLst/>
            <a:cxnLst/>
            <a:rect l="l" t="t" r="r" b="b"/>
            <a:pathLst>
              <a:path w="396239" h="390525">
                <a:moveTo>
                  <a:pt x="36576" y="35052"/>
                </a:moveTo>
                <a:lnTo>
                  <a:pt x="21336" y="18288"/>
                </a:lnTo>
                <a:lnTo>
                  <a:pt x="181356" y="18288"/>
                </a:lnTo>
                <a:lnTo>
                  <a:pt x="195072" y="1524"/>
                </a:lnTo>
                <a:lnTo>
                  <a:pt x="222504" y="24384"/>
                </a:lnTo>
                <a:lnTo>
                  <a:pt x="216789" y="28956"/>
                </a:lnTo>
                <a:lnTo>
                  <a:pt x="79248" y="28956"/>
                </a:lnTo>
                <a:lnTo>
                  <a:pt x="68079" y="29265"/>
                </a:lnTo>
                <a:lnTo>
                  <a:pt x="57340" y="30289"/>
                </a:lnTo>
                <a:lnTo>
                  <a:pt x="46886" y="32170"/>
                </a:lnTo>
                <a:lnTo>
                  <a:pt x="36576" y="35052"/>
                </a:lnTo>
                <a:close/>
              </a:path>
              <a:path w="396239" h="390525">
                <a:moveTo>
                  <a:pt x="123444" y="115824"/>
                </a:moveTo>
                <a:lnTo>
                  <a:pt x="100584" y="115824"/>
                </a:lnTo>
                <a:lnTo>
                  <a:pt x="100584" y="28956"/>
                </a:lnTo>
                <a:lnTo>
                  <a:pt x="123444" y="28956"/>
                </a:lnTo>
                <a:lnTo>
                  <a:pt x="123444" y="115824"/>
                </a:lnTo>
                <a:close/>
              </a:path>
              <a:path w="396239" h="390525">
                <a:moveTo>
                  <a:pt x="42672" y="132588"/>
                </a:moveTo>
                <a:lnTo>
                  <a:pt x="25908" y="115824"/>
                </a:lnTo>
                <a:lnTo>
                  <a:pt x="184404" y="115824"/>
                </a:lnTo>
                <a:lnTo>
                  <a:pt x="184404" y="28956"/>
                </a:lnTo>
                <a:lnTo>
                  <a:pt x="216789" y="28956"/>
                </a:lnTo>
                <a:lnTo>
                  <a:pt x="207264" y="36576"/>
                </a:lnTo>
                <a:lnTo>
                  <a:pt x="207264" y="126492"/>
                </a:lnTo>
                <a:lnTo>
                  <a:pt x="83820" y="126492"/>
                </a:lnTo>
                <a:lnTo>
                  <a:pt x="72675" y="126801"/>
                </a:lnTo>
                <a:lnTo>
                  <a:pt x="62103" y="127825"/>
                </a:lnTo>
                <a:lnTo>
                  <a:pt x="52101" y="129706"/>
                </a:lnTo>
                <a:lnTo>
                  <a:pt x="42672" y="132588"/>
                </a:lnTo>
                <a:close/>
              </a:path>
              <a:path w="396239" h="390525">
                <a:moveTo>
                  <a:pt x="120396" y="205740"/>
                </a:moveTo>
                <a:lnTo>
                  <a:pt x="97536" y="205740"/>
                </a:lnTo>
                <a:lnTo>
                  <a:pt x="99298" y="186928"/>
                </a:lnTo>
                <a:lnTo>
                  <a:pt x="100203" y="167259"/>
                </a:lnTo>
                <a:lnTo>
                  <a:pt x="100536" y="147018"/>
                </a:lnTo>
                <a:lnTo>
                  <a:pt x="100584" y="126492"/>
                </a:lnTo>
                <a:lnTo>
                  <a:pt x="123444" y="126492"/>
                </a:lnTo>
                <a:lnTo>
                  <a:pt x="123378" y="147018"/>
                </a:lnTo>
                <a:lnTo>
                  <a:pt x="123063" y="165544"/>
                </a:lnTo>
                <a:lnTo>
                  <a:pt x="122158" y="185427"/>
                </a:lnTo>
                <a:lnTo>
                  <a:pt x="120396" y="205740"/>
                </a:lnTo>
                <a:close/>
              </a:path>
              <a:path w="396239" h="390525">
                <a:moveTo>
                  <a:pt x="35052" y="220980"/>
                </a:moveTo>
                <a:lnTo>
                  <a:pt x="19812" y="205740"/>
                </a:lnTo>
                <a:lnTo>
                  <a:pt x="184404" y="205740"/>
                </a:lnTo>
                <a:lnTo>
                  <a:pt x="184404" y="126492"/>
                </a:lnTo>
                <a:lnTo>
                  <a:pt x="207264" y="126492"/>
                </a:lnTo>
                <a:lnTo>
                  <a:pt x="207264" y="214884"/>
                </a:lnTo>
                <a:lnTo>
                  <a:pt x="76200" y="214884"/>
                </a:lnTo>
                <a:lnTo>
                  <a:pt x="65698" y="215407"/>
                </a:lnTo>
                <a:lnTo>
                  <a:pt x="55054" y="216789"/>
                </a:lnTo>
                <a:lnTo>
                  <a:pt x="44696" y="218741"/>
                </a:lnTo>
                <a:lnTo>
                  <a:pt x="35052" y="220980"/>
                </a:lnTo>
                <a:close/>
              </a:path>
              <a:path w="396239" h="390525">
                <a:moveTo>
                  <a:pt x="3048" y="384048"/>
                </a:moveTo>
                <a:lnTo>
                  <a:pt x="0" y="381000"/>
                </a:lnTo>
                <a:lnTo>
                  <a:pt x="37719" y="342399"/>
                </a:lnTo>
                <a:lnTo>
                  <a:pt x="66294" y="301942"/>
                </a:lnTo>
                <a:lnTo>
                  <a:pt x="85725" y="259484"/>
                </a:lnTo>
                <a:lnTo>
                  <a:pt x="96012" y="214884"/>
                </a:lnTo>
                <a:lnTo>
                  <a:pt x="118872" y="214884"/>
                </a:lnTo>
                <a:lnTo>
                  <a:pt x="104846" y="266390"/>
                </a:lnTo>
                <a:lnTo>
                  <a:pt x="80962" y="311467"/>
                </a:lnTo>
                <a:lnTo>
                  <a:pt x="47077" y="350543"/>
                </a:lnTo>
                <a:lnTo>
                  <a:pt x="3048" y="384048"/>
                </a:lnTo>
                <a:close/>
              </a:path>
              <a:path w="396239" h="390525">
                <a:moveTo>
                  <a:pt x="202742" y="324612"/>
                </a:moveTo>
                <a:lnTo>
                  <a:pt x="161544" y="324612"/>
                </a:lnTo>
                <a:lnTo>
                  <a:pt x="172402" y="322278"/>
                </a:lnTo>
                <a:lnTo>
                  <a:pt x="179832" y="315087"/>
                </a:lnTo>
                <a:lnTo>
                  <a:pt x="183832" y="302752"/>
                </a:lnTo>
                <a:lnTo>
                  <a:pt x="184404" y="284987"/>
                </a:lnTo>
                <a:lnTo>
                  <a:pt x="184404" y="214884"/>
                </a:lnTo>
                <a:lnTo>
                  <a:pt x="207264" y="214884"/>
                </a:lnTo>
                <a:lnTo>
                  <a:pt x="207264" y="304799"/>
                </a:lnTo>
                <a:lnTo>
                  <a:pt x="202742" y="324612"/>
                </a:lnTo>
                <a:close/>
              </a:path>
              <a:path w="396239" h="390525">
                <a:moveTo>
                  <a:pt x="158496" y="365760"/>
                </a:moveTo>
                <a:lnTo>
                  <a:pt x="154281" y="353139"/>
                </a:lnTo>
                <a:lnTo>
                  <a:pt x="144208" y="342519"/>
                </a:lnTo>
                <a:lnTo>
                  <a:pt x="128706" y="333613"/>
                </a:lnTo>
                <a:lnTo>
                  <a:pt x="108204" y="326136"/>
                </a:lnTo>
                <a:lnTo>
                  <a:pt x="108204" y="320040"/>
                </a:lnTo>
                <a:lnTo>
                  <a:pt x="149566" y="323469"/>
                </a:lnTo>
                <a:lnTo>
                  <a:pt x="161544" y="324612"/>
                </a:lnTo>
                <a:lnTo>
                  <a:pt x="202742" y="324612"/>
                </a:lnTo>
                <a:lnTo>
                  <a:pt x="202644" y="325040"/>
                </a:lnTo>
                <a:lnTo>
                  <a:pt x="193167" y="342138"/>
                </a:lnTo>
                <a:lnTo>
                  <a:pt x="178546" y="355806"/>
                </a:lnTo>
                <a:lnTo>
                  <a:pt x="158496" y="365760"/>
                </a:lnTo>
                <a:close/>
              </a:path>
              <a:path w="396239" h="390525">
                <a:moveTo>
                  <a:pt x="243840" y="390144"/>
                </a:moveTo>
                <a:lnTo>
                  <a:pt x="244721" y="347233"/>
                </a:lnTo>
                <a:lnTo>
                  <a:pt x="245173" y="298323"/>
                </a:lnTo>
                <a:lnTo>
                  <a:pt x="245297" y="108394"/>
                </a:lnTo>
                <a:lnTo>
                  <a:pt x="245173" y="71247"/>
                </a:lnTo>
                <a:lnTo>
                  <a:pt x="244778" y="36052"/>
                </a:lnTo>
                <a:lnTo>
                  <a:pt x="244665" y="28956"/>
                </a:lnTo>
                <a:lnTo>
                  <a:pt x="243840" y="0"/>
                </a:lnTo>
                <a:lnTo>
                  <a:pt x="268224" y="18288"/>
                </a:lnTo>
                <a:lnTo>
                  <a:pt x="381762" y="18288"/>
                </a:lnTo>
                <a:lnTo>
                  <a:pt x="391896" y="28956"/>
                </a:lnTo>
                <a:lnTo>
                  <a:pt x="268224" y="28956"/>
                </a:lnTo>
                <a:lnTo>
                  <a:pt x="268326" y="302085"/>
                </a:lnTo>
                <a:lnTo>
                  <a:pt x="268414" y="313753"/>
                </a:lnTo>
                <a:lnTo>
                  <a:pt x="268866" y="342495"/>
                </a:lnTo>
                <a:lnTo>
                  <a:pt x="269748" y="377952"/>
                </a:lnTo>
                <a:lnTo>
                  <a:pt x="243840" y="390144"/>
                </a:lnTo>
                <a:close/>
              </a:path>
              <a:path w="396239" h="390525">
                <a:moveTo>
                  <a:pt x="381762" y="18288"/>
                </a:moveTo>
                <a:lnTo>
                  <a:pt x="352044" y="18288"/>
                </a:lnTo>
                <a:lnTo>
                  <a:pt x="367284" y="3048"/>
                </a:lnTo>
                <a:lnTo>
                  <a:pt x="381762" y="18288"/>
                </a:lnTo>
                <a:close/>
              </a:path>
              <a:path w="396239" h="390525">
                <a:moveTo>
                  <a:pt x="385653" y="281940"/>
                </a:moveTo>
                <a:lnTo>
                  <a:pt x="352044" y="281940"/>
                </a:lnTo>
                <a:lnTo>
                  <a:pt x="358140" y="277368"/>
                </a:lnTo>
                <a:lnTo>
                  <a:pt x="359664" y="268224"/>
                </a:lnTo>
                <a:lnTo>
                  <a:pt x="362712" y="259080"/>
                </a:lnTo>
                <a:lnTo>
                  <a:pt x="364236" y="252984"/>
                </a:lnTo>
                <a:lnTo>
                  <a:pt x="364236" y="248412"/>
                </a:lnTo>
                <a:lnTo>
                  <a:pt x="355092" y="208788"/>
                </a:lnTo>
                <a:lnTo>
                  <a:pt x="329160" y="164853"/>
                </a:lnTo>
                <a:lnTo>
                  <a:pt x="315468" y="146304"/>
                </a:lnTo>
                <a:lnTo>
                  <a:pt x="353568" y="28956"/>
                </a:lnTo>
                <a:lnTo>
                  <a:pt x="391896" y="28956"/>
                </a:lnTo>
                <a:lnTo>
                  <a:pt x="396240" y="33528"/>
                </a:lnTo>
                <a:lnTo>
                  <a:pt x="387096" y="36052"/>
                </a:lnTo>
                <a:lnTo>
                  <a:pt x="377952" y="43434"/>
                </a:lnTo>
                <a:lnTo>
                  <a:pt x="368808" y="55387"/>
                </a:lnTo>
                <a:lnTo>
                  <a:pt x="359664" y="71628"/>
                </a:lnTo>
                <a:lnTo>
                  <a:pt x="351424" y="89939"/>
                </a:lnTo>
                <a:lnTo>
                  <a:pt x="342900" y="108394"/>
                </a:lnTo>
                <a:lnTo>
                  <a:pt x="334375" y="127134"/>
                </a:lnTo>
                <a:lnTo>
                  <a:pt x="326136" y="146304"/>
                </a:lnTo>
                <a:lnTo>
                  <a:pt x="347591" y="170021"/>
                </a:lnTo>
                <a:lnTo>
                  <a:pt x="364045" y="190881"/>
                </a:lnTo>
                <a:lnTo>
                  <a:pt x="385643" y="235743"/>
                </a:lnTo>
                <a:lnTo>
                  <a:pt x="390144" y="260604"/>
                </a:lnTo>
                <a:lnTo>
                  <a:pt x="389548" y="268628"/>
                </a:lnTo>
                <a:lnTo>
                  <a:pt x="387667" y="276796"/>
                </a:lnTo>
                <a:lnTo>
                  <a:pt x="385653" y="281940"/>
                </a:lnTo>
                <a:close/>
              </a:path>
              <a:path w="396239" h="390525">
                <a:moveTo>
                  <a:pt x="338328" y="323088"/>
                </a:moveTo>
                <a:lnTo>
                  <a:pt x="333446" y="311396"/>
                </a:lnTo>
                <a:lnTo>
                  <a:pt x="323278" y="301561"/>
                </a:lnTo>
                <a:lnTo>
                  <a:pt x="307681" y="293727"/>
                </a:lnTo>
                <a:lnTo>
                  <a:pt x="286512" y="288035"/>
                </a:lnTo>
                <a:lnTo>
                  <a:pt x="286512" y="280416"/>
                </a:lnTo>
                <a:lnTo>
                  <a:pt x="303633" y="280654"/>
                </a:lnTo>
                <a:lnTo>
                  <a:pt x="330446" y="281701"/>
                </a:lnTo>
                <a:lnTo>
                  <a:pt x="339852" y="281940"/>
                </a:lnTo>
                <a:lnTo>
                  <a:pt x="385653" y="281940"/>
                </a:lnTo>
                <a:lnTo>
                  <a:pt x="384357" y="285249"/>
                </a:lnTo>
                <a:lnTo>
                  <a:pt x="379476" y="294132"/>
                </a:lnTo>
                <a:lnTo>
                  <a:pt x="372618" y="302085"/>
                </a:lnTo>
                <a:lnTo>
                  <a:pt x="363474" y="309753"/>
                </a:lnTo>
                <a:lnTo>
                  <a:pt x="352044" y="316849"/>
                </a:lnTo>
                <a:lnTo>
                  <a:pt x="338328" y="32308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</a:endParaRPr>
          </a:p>
        </p:txBody>
      </p:sp>
      <p:sp>
        <p:nvSpPr>
          <p:cNvPr id="25" name="object 25"/>
          <p:cNvSpPr/>
          <p:nvPr/>
        </p:nvSpPr>
        <p:spPr>
          <a:xfrm>
            <a:off x="3912108" y="2921508"/>
            <a:ext cx="360045" cy="382905"/>
          </a:xfrm>
          <a:custGeom>
            <a:avLst/>
            <a:gdLst/>
            <a:ahLst/>
            <a:cxnLst/>
            <a:rect l="l" t="t" r="r" b="b"/>
            <a:pathLst>
              <a:path w="360045" h="382904">
                <a:moveTo>
                  <a:pt x="3047" y="242316"/>
                </a:moveTo>
                <a:lnTo>
                  <a:pt x="0" y="234696"/>
                </a:lnTo>
                <a:lnTo>
                  <a:pt x="35123" y="205859"/>
                </a:lnTo>
                <a:lnTo>
                  <a:pt x="67246" y="176593"/>
                </a:lnTo>
                <a:lnTo>
                  <a:pt x="96226" y="147042"/>
                </a:lnTo>
                <a:lnTo>
                  <a:pt x="121920" y="117348"/>
                </a:lnTo>
                <a:lnTo>
                  <a:pt x="161925" y="58102"/>
                </a:lnTo>
                <a:lnTo>
                  <a:pt x="190500" y="0"/>
                </a:lnTo>
                <a:lnTo>
                  <a:pt x="228600" y="33528"/>
                </a:lnTo>
                <a:lnTo>
                  <a:pt x="207264" y="41148"/>
                </a:lnTo>
                <a:lnTo>
                  <a:pt x="178166" y="82931"/>
                </a:lnTo>
                <a:lnTo>
                  <a:pt x="147207" y="121412"/>
                </a:lnTo>
                <a:lnTo>
                  <a:pt x="114300" y="156591"/>
                </a:lnTo>
                <a:lnTo>
                  <a:pt x="79360" y="188468"/>
                </a:lnTo>
                <a:lnTo>
                  <a:pt x="42305" y="217043"/>
                </a:lnTo>
                <a:lnTo>
                  <a:pt x="3047" y="242316"/>
                </a:lnTo>
                <a:close/>
              </a:path>
              <a:path w="360045" h="382904">
                <a:moveTo>
                  <a:pt x="86868" y="370332"/>
                </a:moveTo>
                <a:lnTo>
                  <a:pt x="62484" y="329184"/>
                </a:lnTo>
                <a:lnTo>
                  <a:pt x="76485" y="324945"/>
                </a:lnTo>
                <a:lnTo>
                  <a:pt x="95631" y="312420"/>
                </a:lnTo>
                <a:lnTo>
                  <a:pt x="149352" y="263652"/>
                </a:lnTo>
                <a:lnTo>
                  <a:pt x="179903" y="229004"/>
                </a:lnTo>
                <a:lnTo>
                  <a:pt x="207454" y="191071"/>
                </a:lnTo>
                <a:lnTo>
                  <a:pt x="231862" y="149423"/>
                </a:lnTo>
                <a:lnTo>
                  <a:pt x="252984" y="103632"/>
                </a:lnTo>
                <a:lnTo>
                  <a:pt x="289560" y="134112"/>
                </a:lnTo>
                <a:lnTo>
                  <a:pt x="271272" y="143256"/>
                </a:lnTo>
                <a:lnTo>
                  <a:pt x="244649" y="178355"/>
                </a:lnTo>
                <a:lnTo>
                  <a:pt x="219456" y="210312"/>
                </a:lnTo>
                <a:lnTo>
                  <a:pt x="172212" y="263652"/>
                </a:lnTo>
                <a:lnTo>
                  <a:pt x="131254" y="302704"/>
                </a:lnTo>
                <a:lnTo>
                  <a:pt x="100584" y="329184"/>
                </a:lnTo>
                <a:lnTo>
                  <a:pt x="299946" y="329184"/>
                </a:lnTo>
                <a:lnTo>
                  <a:pt x="238243" y="335901"/>
                </a:lnTo>
                <a:lnTo>
                  <a:pt x="177613" y="344216"/>
                </a:lnTo>
                <a:lnTo>
                  <a:pt x="132124" y="352677"/>
                </a:lnTo>
                <a:lnTo>
                  <a:pt x="101851" y="361358"/>
                </a:lnTo>
                <a:lnTo>
                  <a:pt x="86868" y="370332"/>
                </a:lnTo>
                <a:close/>
              </a:path>
              <a:path w="360045" h="382904">
                <a:moveTo>
                  <a:pt x="299946" y="329184"/>
                </a:moveTo>
                <a:lnTo>
                  <a:pt x="100584" y="329184"/>
                </a:lnTo>
                <a:lnTo>
                  <a:pt x="309372" y="318516"/>
                </a:lnTo>
                <a:lnTo>
                  <a:pt x="297084" y="297918"/>
                </a:lnTo>
                <a:lnTo>
                  <a:pt x="283083" y="277177"/>
                </a:lnTo>
                <a:lnTo>
                  <a:pt x="267366" y="256151"/>
                </a:lnTo>
                <a:lnTo>
                  <a:pt x="249936" y="234696"/>
                </a:lnTo>
                <a:lnTo>
                  <a:pt x="256032" y="230124"/>
                </a:lnTo>
                <a:lnTo>
                  <a:pt x="297227" y="265247"/>
                </a:lnTo>
                <a:lnTo>
                  <a:pt x="327279" y="292798"/>
                </a:lnTo>
                <a:lnTo>
                  <a:pt x="355092" y="324612"/>
                </a:lnTo>
                <a:lnTo>
                  <a:pt x="355962" y="327660"/>
                </a:lnTo>
                <a:lnTo>
                  <a:pt x="313944" y="327660"/>
                </a:lnTo>
                <a:lnTo>
                  <a:pt x="299946" y="329184"/>
                </a:lnTo>
                <a:close/>
              </a:path>
              <a:path w="360045" h="382904">
                <a:moveTo>
                  <a:pt x="342900" y="382524"/>
                </a:moveTo>
                <a:lnTo>
                  <a:pt x="338328" y="382524"/>
                </a:lnTo>
                <a:lnTo>
                  <a:pt x="335280" y="377952"/>
                </a:lnTo>
                <a:lnTo>
                  <a:pt x="332232" y="370332"/>
                </a:lnTo>
                <a:lnTo>
                  <a:pt x="328517" y="360664"/>
                </a:lnTo>
                <a:lnTo>
                  <a:pt x="324231" y="350139"/>
                </a:lnTo>
                <a:lnTo>
                  <a:pt x="319373" y="339042"/>
                </a:lnTo>
                <a:lnTo>
                  <a:pt x="313944" y="327660"/>
                </a:lnTo>
                <a:lnTo>
                  <a:pt x="355962" y="327660"/>
                </a:lnTo>
                <a:lnTo>
                  <a:pt x="358140" y="335280"/>
                </a:lnTo>
                <a:lnTo>
                  <a:pt x="359629" y="344216"/>
                </a:lnTo>
                <a:lnTo>
                  <a:pt x="359572" y="350139"/>
                </a:lnTo>
                <a:lnTo>
                  <a:pt x="347472" y="379476"/>
                </a:lnTo>
                <a:lnTo>
                  <a:pt x="342900" y="38252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</a:endParaRPr>
          </a:p>
        </p:txBody>
      </p:sp>
      <p:sp>
        <p:nvSpPr>
          <p:cNvPr id="26" name="object 26"/>
          <p:cNvSpPr/>
          <p:nvPr/>
        </p:nvSpPr>
        <p:spPr>
          <a:xfrm>
            <a:off x="4346435" y="2913887"/>
            <a:ext cx="850900" cy="412115"/>
          </a:xfrm>
          <a:custGeom>
            <a:avLst/>
            <a:gdLst/>
            <a:ahLst/>
            <a:cxnLst/>
            <a:rect l="l" t="t" r="r" b="b"/>
            <a:pathLst>
              <a:path w="850900" h="412114">
                <a:moveTo>
                  <a:pt x="397764" y="70116"/>
                </a:moveTo>
                <a:lnTo>
                  <a:pt x="361188" y="33540"/>
                </a:lnTo>
                <a:lnTo>
                  <a:pt x="335280" y="59448"/>
                </a:lnTo>
                <a:lnTo>
                  <a:pt x="188976" y="59448"/>
                </a:lnTo>
                <a:lnTo>
                  <a:pt x="193548" y="51828"/>
                </a:lnTo>
                <a:lnTo>
                  <a:pt x="196596" y="44208"/>
                </a:lnTo>
                <a:lnTo>
                  <a:pt x="199644" y="38112"/>
                </a:lnTo>
                <a:lnTo>
                  <a:pt x="202742" y="33553"/>
                </a:lnTo>
                <a:lnTo>
                  <a:pt x="207264" y="29159"/>
                </a:lnTo>
                <a:lnTo>
                  <a:pt x="212940" y="25031"/>
                </a:lnTo>
                <a:lnTo>
                  <a:pt x="219456" y="21348"/>
                </a:lnTo>
                <a:lnTo>
                  <a:pt x="176784" y="12"/>
                </a:lnTo>
                <a:lnTo>
                  <a:pt x="174815" y="14008"/>
                </a:lnTo>
                <a:lnTo>
                  <a:pt x="171259" y="28587"/>
                </a:lnTo>
                <a:lnTo>
                  <a:pt x="166293" y="43726"/>
                </a:lnTo>
                <a:lnTo>
                  <a:pt x="160020" y="59448"/>
                </a:lnTo>
                <a:lnTo>
                  <a:pt x="15240" y="59448"/>
                </a:lnTo>
                <a:lnTo>
                  <a:pt x="28956" y="73164"/>
                </a:lnTo>
                <a:lnTo>
                  <a:pt x="54864" y="70116"/>
                </a:lnTo>
                <a:lnTo>
                  <a:pt x="156972" y="70116"/>
                </a:lnTo>
                <a:lnTo>
                  <a:pt x="145783" y="93256"/>
                </a:lnTo>
                <a:lnTo>
                  <a:pt x="134874" y="114693"/>
                </a:lnTo>
                <a:lnTo>
                  <a:pt x="123977" y="134404"/>
                </a:lnTo>
                <a:lnTo>
                  <a:pt x="112776" y="152412"/>
                </a:lnTo>
                <a:lnTo>
                  <a:pt x="96012" y="143268"/>
                </a:lnTo>
                <a:lnTo>
                  <a:pt x="96266" y="150482"/>
                </a:lnTo>
                <a:lnTo>
                  <a:pt x="97307" y="166408"/>
                </a:lnTo>
                <a:lnTo>
                  <a:pt x="97536" y="175272"/>
                </a:lnTo>
                <a:lnTo>
                  <a:pt x="75869" y="204393"/>
                </a:lnTo>
                <a:lnTo>
                  <a:pt x="52197" y="232232"/>
                </a:lnTo>
                <a:lnTo>
                  <a:pt x="26822" y="258635"/>
                </a:lnTo>
                <a:lnTo>
                  <a:pt x="0" y="283476"/>
                </a:lnTo>
                <a:lnTo>
                  <a:pt x="4572" y="289572"/>
                </a:lnTo>
                <a:lnTo>
                  <a:pt x="32600" y="269201"/>
                </a:lnTo>
                <a:lnTo>
                  <a:pt x="57340" y="248996"/>
                </a:lnTo>
                <a:lnTo>
                  <a:pt x="78943" y="228485"/>
                </a:lnTo>
                <a:lnTo>
                  <a:pt x="97536" y="207276"/>
                </a:lnTo>
                <a:lnTo>
                  <a:pt x="97332" y="269201"/>
                </a:lnTo>
                <a:lnTo>
                  <a:pt x="97269" y="283476"/>
                </a:lnTo>
                <a:lnTo>
                  <a:pt x="96774" y="336816"/>
                </a:lnTo>
                <a:lnTo>
                  <a:pt x="96240" y="382320"/>
                </a:lnTo>
                <a:lnTo>
                  <a:pt x="96012" y="411492"/>
                </a:lnTo>
                <a:lnTo>
                  <a:pt x="123444" y="393204"/>
                </a:lnTo>
                <a:lnTo>
                  <a:pt x="122567" y="362724"/>
                </a:lnTo>
                <a:lnTo>
                  <a:pt x="122110" y="317004"/>
                </a:lnTo>
                <a:lnTo>
                  <a:pt x="122047" y="289572"/>
                </a:lnTo>
                <a:lnTo>
                  <a:pt x="121932" y="207276"/>
                </a:lnTo>
                <a:lnTo>
                  <a:pt x="121920" y="176796"/>
                </a:lnTo>
                <a:lnTo>
                  <a:pt x="138341" y="152412"/>
                </a:lnTo>
                <a:lnTo>
                  <a:pt x="139636" y="150482"/>
                </a:lnTo>
                <a:lnTo>
                  <a:pt x="156210" y="124028"/>
                </a:lnTo>
                <a:lnTo>
                  <a:pt x="171640" y="97282"/>
                </a:lnTo>
                <a:lnTo>
                  <a:pt x="185928" y="70116"/>
                </a:lnTo>
                <a:lnTo>
                  <a:pt x="397764" y="70116"/>
                </a:lnTo>
                <a:close/>
              </a:path>
              <a:path w="850900" h="412114">
                <a:moveTo>
                  <a:pt x="409956" y="263664"/>
                </a:moveTo>
                <a:lnTo>
                  <a:pt x="377952" y="230136"/>
                </a:lnTo>
                <a:lnTo>
                  <a:pt x="355092" y="252996"/>
                </a:lnTo>
                <a:lnTo>
                  <a:pt x="281940" y="252996"/>
                </a:lnTo>
                <a:lnTo>
                  <a:pt x="281940" y="214896"/>
                </a:lnTo>
                <a:lnTo>
                  <a:pt x="295656" y="204228"/>
                </a:lnTo>
                <a:lnTo>
                  <a:pt x="281940" y="195084"/>
                </a:lnTo>
                <a:lnTo>
                  <a:pt x="288340" y="190512"/>
                </a:lnTo>
                <a:lnTo>
                  <a:pt x="293141" y="187083"/>
                </a:lnTo>
                <a:lnTo>
                  <a:pt x="314947" y="171081"/>
                </a:lnTo>
                <a:lnTo>
                  <a:pt x="348424" y="151650"/>
                </a:lnTo>
                <a:lnTo>
                  <a:pt x="371856" y="144792"/>
                </a:lnTo>
                <a:lnTo>
                  <a:pt x="367919" y="140220"/>
                </a:lnTo>
                <a:lnTo>
                  <a:pt x="342900" y="111264"/>
                </a:lnTo>
                <a:lnTo>
                  <a:pt x="324612" y="129552"/>
                </a:lnTo>
                <a:lnTo>
                  <a:pt x="160020" y="129552"/>
                </a:lnTo>
                <a:lnTo>
                  <a:pt x="173736" y="143268"/>
                </a:lnTo>
                <a:lnTo>
                  <a:pt x="198120" y="140220"/>
                </a:lnTo>
                <a:lnTo>
                  <a:pt x="323088" y="140220"/>
                </a:lnTo>
                <a:lnTo>
                  <a:pt x="274320" y="190512"/>
                </a:lnTo>
                <a:lnTo>
                  <a:pt x="256032" y="179844"/>
                </a:lnTo>
                <a:lnTo>
                  <a:pt x="256273" y="194703"/>
                </a:lnTo>
                <a:lnTo>
                  <a:pt x="256794" y="211848"/>
                </a:lnTo>
                <a:lnTo>
                  <a:pt x="257340" y="232232"/>
                </a:lnTo>
                <a:lnTo>
                  <a:pt x="257556" y="252996"/>
                </a:lnTo>
                <a:lnTo>
                  <a:pt x="140208" y="252996"/>
                </a:lnTo>
                <a:lnTo>
                  <a:pt x="153924" y="266712"/>
                </a:lnTo>
                <a:lnTo>
                  <a:pt x="181356" y="263664"/>
                </a:lnTo>
                <a:lnTo>
                  <a:pt x="257556" y="263664"/>
                </a:lnTo>
                <a:lnTo>
                  <a:pt x="257556" y="362724"/>
                </a:lnTo>
                <a:lnTo>
                  <a:pt x="252996" y="368795"/>
                </a:lnTo>
                <a:lnTo>
                  <a:pt x="236461" y="368769"/>
                </a:lnTo>
                <a:lnTo>
                  <a:pt x="225933" y="368439"/>
                </a:lnTo>
                <a:lnTo>
                  <a:pt x="212559" y="367525"/>
                </a:lnTo>
                <a:lnTo>
                  <a:pt x="196596" y="365772"/>
                </a:lnTo>
                <a:lnTo>
                  <a:pt x="196596" y="374916"/>
                </a:lnTo>
                <a:lnTo>
                  <a:pt x="216865" y="382320"/>
                </a:lnTo>
                <a:lnTo>
                  <a:pt x="231838" y="390728"/>
                </a:lnTo>
                <a:lnTo>
                  <a:pt x="241388" y="399986"/>
                </a:lnTo>
                <a:lnTo>
                  <a:pt x="245364" y="409968"/>
                </a:lnTo>
                <a:lnTo>
                  <a:pt x="261366" y="401396"/>
                </a:lnTo>
                <a:lnTo>
                  <a:pt x="272796" y="391680"/>
                </a:lnTo>
                <a:lnTo>
                  <a:pt x="279654" y="380822"/>
                </a:lnTo>
                <a:lnTo>
                  <a:pt x="281940" y="368820"/>
                </a:lnTo>
                <a:lnTo>
                  <a:pt x="281940" y="263664"/>
                </a:lnTo>
                <a:lnTo>
                  <a:pt x="409956" y="263664"/>
                </a:lnTo>
                <a:close/>
              </a:path>
              <a:path w="850900" h="412114">
                <a:moveTo>
                  <a:pt x="839736" y="89916"/>
                </a:moveTo>
                <a:lnTo>
                  <a:pt x="803160" y="53340"/>
                </a:lnTo>
                <a:lnTo>
                  <a:pt x="777252" y="79248"/>
                </a:lnTo>
                <a:lnTo>
                  <a:pt x="623328" y="79248"/>
                </a:lnTo>
                <a:lnTo>
                  <a:pt x="630732" y="64376"/>
                </a:lnTo>
                <a:lnTo>
                  <a:pt x="636854" y="51625"/>
                </a:lnTo>
                <a:lnTo>
                  <a:pt x="641540" y="40894"/>
                </a:lnTo>
                <a:lnTo>
                  <a:pt x="644664" y="32004"/>
                </a:lnTo>
                <a:lnTo>
                  <a:pt x="662952" y="21336"/>
                </a:lnTo>
                <a:lnTo>
                  <a:pt x="621804" y="0"/>
                </a:lnTo>
                <a:lnTo>
                  <a:pt x="618629" y="16891"/>
                </a:lnTo>
                <a:lnTo>
                  <a:pt x="613613" y="35623"/>
                </a:lnTo>
                <a:lnTo>
                  <a:pt x="606577" y="56375"/>
                </a:lnTo>
                <a:lnTo>
                  <a:pt x="597420" y="79248"/>
                </a:lnTo>
                <a:lnTo>
                  <a:pt x="460260" y="79248"/>
                </a:lnTo>
                <a:lnTo>
                  <a:pt x="475500" y="94488"/>
                </a:lnTo>
                <a:lnTo>
                  <a:pt x="485800" y="92494"/>
                </a:lnTo>
                <a:lnTo>
                  <a:pt x="496265" y="91059"/>
                </a:lnTo>
                <a:lnTo>
                  <a:pt x="506996" y="90208"/>
                </a:lnTo>
                <a:lnTo>
                  <a:pt x="518172" y="89916"/>
                </a:lnTo>
                <a:lnTo>
                  <a:pt x="594372" y="89916"/>
                </a:lnTo>
                <a:lnTo>
                  <a:pt x="580390" y="115328"/>
                </a:lnTo>
                <a:lnTo>
                  <a:pt x="565988" y="138874"/>
                </a:lnTo>
                <a:lnTo>
                  <a:pt x="551294" y="160426"/>
                </a:lnTo>
                <a:lnTo>
                  <a:pt x="536460" y="179832"/>
                </a:lnTo>
                <a:lnTo>
                  <a:pt x="519696" y="172212"/>
                </a:lnTo>
                <a:lnTo>
                  <a:pt x="520573" y="182295"/>
                </a:lnTo>
                <a:lnTo>
                  <a:pt x="521030" y="189928"/>
                </a:lnTo>
                <a:lnTo>
                  <a:pt x="521195" y="195580"/>
                </a:lnTo>
                <a:lnTo>
                  <a:pt x="521220" y="199644"/>
                </a:lnTo>
                <a:lnTo>
                  <a:pt x="507161" y="215633"/>
                </a:lnTo>
                <a:lnTo>
                  <a:pt x="489978" y="233743"/>
                </a:lnTo>
                <a:lnTo>
                  <a:pt x="469353" y="253873"/>
                </a:lnTo>
                <a:lnTo>
                  <a:pt x="445020" y="275844"/>
                </a:lnTo>
                <a:lnTo>
                  <a:pt x="448068" y="280416"/>
                </a:lnTo>
                <a:lnTo>
                  <a:pt x="465734" y="269252"/>
                </a:lnTo>
                <a:lnTo>
                  <a:pt x="484263" y="256222"/>
                </a:lnTo>
                <a:lnTo>
                  <a:pt x="503351" y="241198"/>
                </a:lnTo>
                <a:lnTo>
                  <a:pt x="522744" y="224028"/>
                </a:lnTo>
                <a:lnTo>
                  <a:pt x="522681" y="368808"/>
                </a:lnTo>
                <a:lnTo>
                  <a:pt x="522554" y="379095"/>
                </a:lnTo>
                <a:lnTo>
                  <a:pt x="522109" y="391668"/>
                </a:lnTo>
                <a:lnTo>
                  <a:pt x="521220" y="405384"/>
                </a:lnTo>
                <a:lnTo>
                  <a:pt x="547128" y="391668"/>
                </a:lnTo>
                <a:lnTo>
                  <a:pt x="547128" y="224028"/>
                </a:lnTo>
                <a:lnTo>
                  <a:pt x="547128" y="199644"/>
                </a:lnTo>
                <a:lnTo>
                  <a:pt x="564032" y="179832"/>
                </a:lnTo>
                <a:lnTo>
                  <a:pt x="565416" y="178219"/>
                </a:lnTo>
                <a:lnTo>
                  <a:pt x="583704" y="152781"/>
                </a:lnTo>
                <a:lnTo>
                  <a:pt x="601992" y="123355"/>
                </a:lnTo>
                <a:lnTo>
                  <a:pt x="620280" y="89916"/>
                </a:lnTo>
                <a:lnTo>
                  <a:pt x="839736" y="89916"/>
                </a:lnTo>
                <a:close/>
              </a:path>
              <a:path w="850900" h="412114">
                <a:moveTo>
                  <a:pt x="850404" y="364236"/>
                </a:moveTo>
                <a:lnTo>
                  <a:pt x="815352" y="329184"/>
                </a:lnTo>
                <a:lnTo>
                  <a:pt x="790968" y="353568"/>
                </a:lnTo>
                <a:lnTo>
                  <a:pt x="704100" y="353568"/>
                </a:lnTo>
                <a:lnTo>
                  <a:pt x="704100" y="214884"/>
                </a:lnTo>
                <a:lnTo>
                  <a:pt x="826020" y="214884"/>
                </a:lnTo>
                <a:lnTo>
                  <a:pt x="792492" y="181356"/>
                </a:lnTo>
                <a:lnTo>
                  <a:pt x="769632" y="204216"/>
                </a:lnTo>
                <a:lnTo>
                  <a:pt x="704100" y="204216"/>
                </a:lnTo>
                <a:lnTo>
                  <a:pt x="704100" y="132588"/>
                </a:lnTo>
                <a:lnTo>
                  <a:pt x="717816" y="120396"/>
                </a:lnTo>
                <a:lnTo>
                  <a:pt x="678192" y="103632"/>
                </a:lnTo>
                <a:lnTo>
                  <a:pt x="679069" y="117589"/>
                </a:lnTo>
                <a:lnTo>
                  <a:pt x="679526" y="129540"/>
                </a:lnTo>
                <a:lnTo>
                  <a:pt x="679691" y="139217"/>
                </a:lnTo>
                <a:lnTo>
                  <a:pt x="679716" y="204216"/>
                </a:lnTo>
                <a:lnTo>
                  <a:pt x="579132" y="204216"/>
                </a:lnTo>
                <a:lnTo>
                  <a:pt x="594372" y="219456"/>
                </a:lnTo>
                <a:lnTo>
                  <a:pt x="604012" y="217462"/>
                </a:lnTo>
                <a:lnTo>
                  <a:pt x="614375" y="216027"/>
                </a:lnTo>
                <a:lnTo>
                  <a:pt x="625017" y="215176"/>
                </a:lnTo>
                <a:lnTo>
                  <a:pt x="635520" y="214884"/>
                </a:lnTo>
                <a:lnTo>
                  <a:pt x="679716" y="214884"/>
                </a:lnTo>
                <a:lnTo>
                  <a:pt x="679716" y="353568"/>
                </a:lnTo>
                <a:lnTo>
                  <a:pt x="556272" y="353568"/>
                </a:lnTo>
                <a:lnTo>
                  <a:pt x="571512" y="368808"/>
                </a:lnTo>
                <a:lnTo>
                  <a:pt x="581812" y="366814"/>
                </a:lnTo>
                <a:lnTo>
                  <a:pt x="592277" y="365379"/>
                </a:lnTo>
                <a:lnTo>
                  <a:pt x="603008" y="364528"/>
                </a:lnTo>
                <a:lnTo>
                  <a:pt x="614184" y="364236"/>
                </a:lnTo>
                <a:lnTo>
                  <a:pt x="850404" y="36423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</a:endParaRPr>
          </a:p>
        </p:txBody>
      </p:sp>
      <p:sp>
        <p:nvSpPr>
          <p:cNvPr id="27" name="object 27"/>
          <p:cNvSpPr/>
          <p:nvPr/>
        </p:nvSpPr>
        <p:spPr>
          <a:xfrm>
            <a:off x="5244071" y="2912363"/>
            <a:ext cx="2624455" cy="413384"/>
          </a:xfrm>
          <a:custGeom>
            <a:avLst/>
            <a:gdLst/>
            <a:ahLst/>
            <a:cxnLst/>
            <a:rect l="l" t="t" r="r" b="b"/>
            <a:pathLst>
              <a:path w="2624454" h="413385">
                <a:moveTo>
                  <a:pt x="397764" y="193548"/>
                </a:moveTo>
                <a:lnTo>
                  <a:pt x="359664" y="155448"/>
                </a:lnTo>
                <a:lnTo>
                  <a:pt x="324624" y="182880"/>
                </a:lnTo>
                <a:lnTo>
                  <a:pt x="0" y="182880"/>
                </a:lnTo>
                <a:lnTo>
                  <a:pt x="16764" y="198120"/>
                </a:lnTo>
                <a:lnTo>
                  <a:pt x="26504" y="196126"/>
                </a:lnTo>
                <a:lnTo>
                  <a:pt x="37528" y="194691"/>
                </a:lnTo>
                <a:lnTo>
                  <a:pt x="49987" y="193840"/>
                </a:lnTo>
                <a:lnTo>
                  <a:pt x="64008" y="193548"/>
                </a:lnTo>
                <a:lnTo>
                  <a:pt x="397764" y="193548"/>
                </a:lnTo>
                <a:close/>
              </a:path>
              <a:path w="2624454" h="413385">
                <a:moveTo>
                  <a:pt x="670560" y="147828"/>
                </a:moveTo>
                <a:lnTo>
                  <a:pt x="627888" y="124968"/>
                </a:lnTo>
                <a:lnTo>
                  <a:pt x="628700" y="144780"/>
                </a:lnTo>
                <a:lnTo>
                  <a:pt x="628802" y="147828"/>
                </a:lnTo>
                <a:lnTo>
                  <a:pt x="629234" y="167449"/>
                </a:lnTo>
                <a:lnTo>
                  <a:pt x="629361" y="180403"/>
                </a:lnTo>
                <a:lnTo>
                  <a:pt x="629272" y="347357"/>
                </a:lnTo>
                <a:lnTo>
                  <a:pt x="629221" y="353377"/>
                </a:lnTo>
                <a:lnTo>
                  <a:pt x="628777" y="380415"/>
                </a:lnTo>
                <a:lnTo>
                  <a:pt x="627888" y="413004"/>
                </a:lnTo>
                <a:lnTo>
                  <a:pt x="658368" y="394716"/>
                </a:lnTo>
                <a:lnTo>
                  <a:pt x="657491" y="378739"/>
                </a:lnTo>
                <a:lnTo>
                  <a:pt x="657034" y="362902"/>
                </a:lnTo>
                <a:lnTo>
                  <a:pt x="656932" y="353377"/>
                </a:lnTo>
                <a:lnTo>
                  <a:pt x="656844" y="158496"/>
                </a:lnTo>
                <a:lnTo>
                  <a:pt x="670560" y="147828"/>
                </a:lnTo>
                <a:close/>
              </a:path>
              <a:path w="2624454" h="413385">
                <a:moveTo>
                  <a:pt x="847344" y="181356"/>
                </a:moveTo>
                <a:lnTo>
                  <a:pt x="799719" y="167449"/>
                </a:lnTo>
                <a:lnTo>
                  <a:pt x="749808" y="138684"/>
                </a:lnTo>
                <a:lnTo>
                  <a:pt x="699135" y="93916"/>
                </a:lnTo>
                <a:lnTo>
                  <a:pt x="658495" y="42672"/>
                </a:lnTo>
                <a:lnTo>
                  <a:pt x="650748" y="32004"/>
                </a:lnTo>
                <a:lnTo>
                  <a:pt x="665988" y="21336"/>
                </a:lnTo>
                <a:lnTo>
                  <a:pt x="629412" y="0"/>
                </a:lnTo>
                <a:lnTo>
                  <a:pt x="619150" y="28003"/>
                </a:lnTo>
                <a:lnTo>
                  <a:pt x="604456" y="57150"/>
                </a:lnTo>
                <a:lnTo>
                  <a:pt x="562356" y="118872"/>
                </a:lnTo>
                <a:lnTo>
                  <a:pt x="536638" y="149161"/>
                </a:lnTo>
                <a:lnTo>
                  <a:pt x="507492" y="176022"/>
                </a:lnTo>
                <a:lnTo>
                  <a:pt x="474916" y="199453"/>
                </a:lnTo>
                <a:lnTo>
                  <a:pt x="438912" y="219456"/>
                </a:lnTo>
                <a:lnTo>
                  <a:pt x="440436" y="227076"/>
                </a:lnTo>
                <a:lnTo>
                  <a:pt x="476186" y="210502"/>
                </a:lnTo>
                <a:lnTo>
                  <a:pt x="536244" y="173926"/>
                </a:lnTo>
                <a:lnTo>
                  <a:pt x="583171" y="130759"/>
                </a:lnTo>
                <a:lnTo>
                  <a:pt x="625563" y="75272"/>
                </a:lnTo>
                <a:lnTo>
                  <a:pt x="646176" y="42672"/>
                </a:lnTo>
                <a:lnTo>
                  <a:pt x="664464" y="72986"/>
                </a:lnTo>
                <a:lnTo>
                  <a:pt x="701040" y="123901"/>
                </a:lnTo>
                <a:lnTo>
                  <a:pt x="738505" y="163385"/>
                </a:lnTo>
                <a:lnTo>
                  <a:pt x="782561" y="196011"/>
                </a:lnTo>
                <a:lnTo>
                  <a:pt x="807720" y="210312"/>
                </a:lnTo>
                <a:lnTo>
                  <a:pt x="814565" y="201193"/>
                </a:lnTo>
                <a:lnTo>
                  <a:pt x="823531" y="194500"/>
                </a:lnTo>
                <a:lnTo>
                  <a:pt x="834517" y="190385"/>
                </a:lnTo>
                <a:lnTo>
                  <a:pt x="847344" y="188976"/>
                </a:lnTo>
                <a:lnTo>
                  <a:pt x="847344" y="181356"/>
                </a:lnTo>
                <a:close/>
              </a:path>
              <a:path w="2624454" h="413385">
                <a:moveTo>
                  <a:pt x="1024140" y="21336"/>
                </a:moveTo>
                <a:lnTo>
                  <a:pt x="984516" y="0"/>
                </a:lnTo>
                <a:lnTo>
                  <a:pt x="979030" y="23152"/>
                </a:lnTo>
                <a:lnTo>
                  <a:pt x="971562" y="49149"/>
                </a:lnTo>
                <a:lnTo>
                  <a:pt x="949464" y="109728"/>
                </a:lnTo>
                <a:lnTo>
                  <a:pt x="920127" y="177355"/>
                </a:lnTo>
                <a:lnTo>
                  <a:pt x="883932" y="243840"/>
                </a:lnTo>
                <a:lnTo>
                  <a:pt x="888504" y="246888"/>
                </a:lnTo>
                <a:lnTo>
                  <a:pt x="903312" y="229438"/>
                </a:lnTo>
                <a:lnTo>
                  <a:pt x="920127" y="206692"/>
                </a:lnTo>
                <a:lnTo>
                  <a:pt x="938644" y="178523"/>
                </a:lnTo>
                <a:lnTo>
                  <a:pt x="958608" y="144780"/>
                </a:lnTo>
                <a:lnTo>
                  <a:pt x="958519" y="336384"/>
                </a:lnTo>
                <a:lnTo>
                  <a:pt x="958367" y="345948"/>
                </a:lnTo>
                <a:lnTo>
                  <a:pt x="957922" y="361950"/>
                </a:lnTo>
                <a:lnTo>
                  <a:pt x="957313" y="386651"/>
                </a:lnTo>
                <a:lnTo>
                  <a:pt x="957084" y="411480"/>
                </a:lnTo>
                <a:lnTo>
                  <a:pt x="982992" y="399288"/>
                </a:lnTo>
                <a:lnTo>
                  <a:pt x="982992" y="152400"/>
                </a:lnTo>
                <a:lnTo>
                  <a:pt x="992784" y="144780"/>
                </a:lnTo>
                <a:lnTo>
                  <a:pt x="996708" y="141732"/>
                </a:lnTo>
                <a:lnTo>
                  <a:pt x="967752" y="124968"/>
                </a:lnTo>
                <a:lnTo>
                  <a:pt x="974839" y="107238"/>
                </a:lnTo>
                <a:lnTo>
                  <a:pt x="996708" y="59436"/>
                </a:lnTo>
                <a:lnTo>
                  <a:pt x="1017282" y="26225"/>
                </a:lnTo>
                <a:lnTo>
                  <a:pt x="1024140" y="21336"/>
                </a:lnTo>
                <a:close/>
              </a:path>
              <a:path w="2624454" h="413385">
                <a:moveTo>
                  <a:pt x="1293888" y="368808"/>
                </a:moveTo>
                <a:lnTo>
                  <a:pt x="1270546" y="335089"/>
                </a:lnTo>
                <a:lnTo>
                  <a:pt x="1267980" y="295656"/>
                </a:lnTo>
                <a:lnTo>
                  <a:pt x="1258836" y="295656"/>
                </a:lnTo>
                <a:lnTo>
                  <a:pt x="1258189" y="336384"/>
                </a:lnTo>
                <a:lnTo>
                  <a:pt x="1242072" y="376428"/>
                </a:lnTo>
                <a:lnTo>
                  <a:pt x="1088148" y="376428"/>
                </a:lnTo>
                <a:lnTo>
                  <a:pt x="1080147" y="375031"/>
                </a:lnTo>
                <a:lnTo>
                  <a:pt x="1074432" y="370903"/>
                </a:lnTo>
                <a:lnTo>
                  <a:pt x="1071003" y="364223"/>
                </a:lnTo>
                <a:lnTo>
                  <a:pt x="1069860" y="355092"/>
                </a:lnTo>
                <a:lnTo>
                  <a:pt x="1069860" y="172212"/>
                </a:lnTo>
                <a:lnTo>
                  <a:pt x="1069860" y="167640"/>
                </a:lnTo>
                <a:lnTo>
                  <a:pt x="1111465" y="156972"/>
                </a:lnTo>
                <a:lnTo>
                  <a:pt x="1129296" y="152400"/>
                </a:lnTo>
                <a:lnTo>
                  <a:pt x="1129296" y="330708"/>
                </a:lnTo>
                <a:lnTo>
                  <a:pt x="1152156" y="316992"/>
                </a:lnTo>
                <a:lnTo>
                  <a:pt x="1152156" y="152400"/>
                </a:lnTo>
                <a:lnTo>
                  <a:pt x="1152156" y="144780"/>
                </a:lnTo>
                <a:lnTo>
                  <a:pt x="1196759" y="134112"/>
                </a:lnTo>
                <a:lnTo>
                  <a:pt x="1222260" y="128016"/>
                </a:lnTo>
                <a:lnTo>
                  <a:pt x="1222019" y="161544"/>
                </a:lnTo>
                <a:lnTo>
                  <a:pt x="1220330" y="218249"/>
                </a:lnTo>
                <a:lnTo>
                  <a:pt x="1207046" y="254508"/>
                </a:lnTo>
                <a:lnTo>
                  <a:pt x="1190345" y="254495"/>
                </a:lnTo>
                <a:lnTo>
                  <a:pt x="1183779" y="254317"/>
                </a:lnTo>
                <a:lnTo>
                  <a:pt x="1176629" y="253873"/>
                </a:lnTo>
                <a:lnTo>
                  <a:pt x="1168920" y="252984"/>
                </a:lnTo>
                <a:lnTo>
                  <a:pt x="1168920" y="259080"/>
                </a:lnTo>
                <a:lnTo>
                  <a:pt x="1186865" y="265137"/>
                </a:lnTo>
                <a:lnTo>
                  <a:pt x="1199400" y="272034"/>
                </a:lnTo>
                <a:lnTo>
                  <a:pt x="1206207" y="280085"/>
                </a:lnTo>
                <a:lnTo>
                  <a:pt x="1207020" y="289560"/>
                </a:lnTo>
                <a:lnTo>
                  <a:pt x="1217587" y="285546"/>
                </a:lnTo>
                <a:lnTo>
                  <a:pt x="1226451" y="280225"/>
                </a:lnTo>
                <a:lnTo>
                  <a:pt x="1233589" y="273494"/>
                </a:lnTo>
                <a:lnTo>
                  <a:pt x="1239024" y="265176"/>
                </a:lnTo>
                <a:lnTo>
                  <a:pt x="1241285" y="254508"/>
                </a:lnTo>
                <a:lnTo>
                  <a:pt x="1242110" y="250634"/>
                </a:lnTo>
                <a:lnTo>
                  <a:pt x="1244358" y="223075"/>
                </a:lnTo>
                <a:lnTo>
                  <a:pt x="1245362" y="185928"/>
                </a:lnTo>
                <a:lnTo>
                  <a:pt x="1245425" y="179832"/>
                </a:lnTo>
                <a:lnTo>
                  <a:pt x="1245120" y="129540"/>
                </a:lnTo>
                <a:lnTo>
                  <a:pt x="1246644" y="128016"/>
                </a:lnTo>
                <a:lnTo>
                  <a:pt x="1257312" y="117348"/>
                </a:lnTo>
                <a:lnTo>
                  <a:pt x="1228356" y="97536"/>
                </a:lnTo>
                <a:lnTo>
                  <a:pt x="1217688" y="117348"/>
                </a:lnTo>
                <a:lnTo>
                  <a:pt x="1152156" y="134112"/>
                </a:lnTo>
                <a:lnTo>
                  <a:pt x="1152156" y="33528"/>
                </a:lnTo>
                <a:lnTo>
                  <a:pt x="1167396" y="21336"/>
                </a:lnTo>
                <a:lnTo>
                  <a:pt x="1127772" y="4572"/>
                </a:lnTo>
                <a:lnTo>
                  <a:pt x="1128001" y="34798"/>
                </a:lnTo>
                <a:lnTo>
                  <a:pt x="1128534" y="68008"/>
                </a:lnTo>
                <a:lnTo>
                  <a:pt x="1129068" y="107238"/>
                </a:lnTo>
                <a:lnTo>
                  <a:pt x="1129296" y="141732"/>
                </a:lnTo>
                <a:lnTo>
                  <a:pt x="1069860" y="156972"/>
                </a:lnTo>
                <a:lnTo>
                  <a:pt x="1069860" y="115824"/>
                </a:lnTo>
                <a:lnTo>
                  <a:pt x="1086624" y="103632"/>
                </a:lnTo>
                <a:lnTo>
                  <a:pt x="1045476" y="85344"/>
                </a:lnTo>
                <a:lnTo>
                  <a:pt x="1046810" y="124015"/>
                </a:lnTo>
                <a:lnTo>
                  <a:pt x="1047000" y="161544"/>
                </a:lnTo>
                <a:lnTo>
                  <a:pt x="995184" y="173736"/>
                </a:lnTo>
                <a:lnTo>
                  <a:pt x="1011948" y="185928"/>
                </a:lnTo>
                <a:lnTo>
                  <a:pt x="1022616" y="179832"/>
                </a:lnTo>
                <a:lnTo>
                  <a:pt x="1047000" y="172212"/>
                </a:lnTo>
                <a:lnTo>
                  <a:pt x="1047000" y="362712"/>
                </a:lnTo>
                <a:lnTo>
                  <a:pt x="1048715" y="377571"/>
                </a:lnTo>
                <a:lnTo>
                  <a:pt x="1056144" y="387858"/>
                </a:lnTo>
                <a:lnTo>
                  <a:pt x="1069289" y="393573"/>
                </a:lnTo>
                <a:lnTo>
                  <a:pt x="1088148" y="394716"/>
                </a:lnTo>
                <a:lnTo>
                  <a:pt x="1235976" y="394716"/>
                </a:lnTo>
                <a:lnTo>
                  <a:pt x="1256804" y="393242"/>
                </a:lnTo>
                <a:lnTo>
                  <a:pt x="1273505" y="388620"/>
                </a:lnTo>
                <a:lnTo>
                  <a:pt x="1285900" y="380580"/>
                </a:lnTo>
                <a:lnTo>
                  <a:pt x="1288719" y="376428"/>
                </a:lnTo>
                <a:lnTo>
                  <a:pt x="1293888" y="368808"/>
                </a:lnTo>
                <a:close/>
              </a:path>
              <a:path w="2624454" h="413385">
                <a:moveTo>
                  <a:pt x="1426476" y="65544"/>
                </a:moveTo>
                <a:lnTo>
                  <a:pt x="1404467" y="31254"/>
                </a:lnTo>
                <a:lnTo>
                  <a:pt x="1376184" y="10680"/>
                </a:lnTo>
                <a:lnTo>
                  <a:pt x="1371612" y="13728"/>
                </a:lnTo>
                <a:lnTo>
                  <a:pt x="1380794" y="28079"/>
                </a:lnTo>
                <a:lnTo>
                  <a:pt x="1387995" y="41732"/>
                </a:lnTo>
                <a:lnTo>
                  <a:pt x="1393482" y="55156"/>
                </a:lnTo>
                <a:lnTo>
                  <a:pt x="1397520" y="68592"/>
                </a:lnTo>
                <a:lnTo>
                  <a:pt x="1402092" y="82308"/>
                </a:lnTo>
                <a:lnTo>
                  <a:pt x="1405140" y="89928"/>
                </a:lnTo>
                <a:lnTo>
                  <a:pt x="1412760" y="89928"/>
                </a:lnTo>
                <a:lnTo>
                  <a:pt x="1415808" y="86880"/>
                </a:lnTo>
                <a:lnTo>
                  <a:pt x="1420380" y="83832"/>
                </a:lnTo>
                <a:lnTo>
                  <a:pt x="1423428" y="80784"/>
                </a:lnTo>
                <a:lnTo>
                  <a:pt x="1426476" y="74688"/>
                </a:lnTo>
                <a:lnTo>
                  <a:pt x="1426476" y="65544"/>
                </a:lnTo>
                <a:close/>
              </a:path>
              <a:path w="2624454" h="413385">
                <a:moveTo>
                  <a:pt x="1720608" y="251472"/>
                </a:moveTo>
                <a:lnTo>
                  <a:pt x="1699336" y="214223"/>
                </a:lnTo>
                <a:lnTo>
                  <a:pt x="1655076" y="184035"/>
                </a:lnTo>
                <a:lnTo>
                  <a:pt x="1613928" y="161556"/>
                </a:lnTo>
                <a:lnTo>
                  <a:pt x="1610880" y="167652"/>
                </a:lnTo>
                <a:lnTo>
                  <a:pt x="1624926" y="178816"/>
                </a:lnTo>
                <a:lnTo>
                  <a:pt x="1637550" y="189560"/>
                </a:lnTo>
                <a:lnTo>
                  <a:pt x="1668475" y="221488"/>
                </a:lnTo>
                <a:lnTo>
                  <a:pt x="1690128" y="252996"/>
                </a:lnTo>
                <a:lnTo>
                  <a:pt x="1696224" y="263664"/>
                </a:lnTo>
                <a:lnTo>
                  <a:pt x="1700796" y="268236"/>
                </a:lnTo>
                <a:lnTo>
                  <a:pt x="1708416" y="268236"/>
                </a:lnTo>
                <a:lnTo>
                  <a:pt x="1711464" y="266712"/>
                </a:lnTo>
                <a:lnTo>
                  <a:pt x="1716036" y="262140"/>
                </a:lnTo>
                <a:lnTo>
                  <a:pt x="1719084" y="257568"/>
                </a:lnTo>
                <a:lnTo>
                  <a:pt x="1720608" y="251472"/>
                </a:lnTo>
                <a:close/>
              </a:path>
              <a:path w="2624454" h="413385">
                <a:moveTo>
                  <a:pt x="1720608" y="54876"/>
                </a:moveTo>
                <a:lnTo>
                  <a:pt x="1690128" y="22872"/>
                </a:lnTo>
                <a:lnTo>
                  <a:pt x="1668792" y="44208"/>
                </a:lnTo>
                <a:lnTo>
                  <a:pt x="1453908" y="44208"/>
                </a:lnTo>
                <a:lnTo>
                  <a:pt x="1469148" y="59448"/>
                </a:lnTo>
                <a:lnTo>
                  <a:pt x="1478876" y="57442"/>
                </a:lnTo>
                <a:lnTo>
                  <a:pt x="1487627" y="56019"/>
                </a:lnTo>
                <a:lnTo>
                  <a:pt x="1495501" y="55156"/>
                </a:lnTo>
                <a:lnTo>
                  <a:pt x="1502676" y="54876"/>
                </a:lnTo>
                <a:lnTo>
                  <a:pt x="1580400" y="54876"/>
                </a:lnTo>
                <a:lnTo>
                  <a:pt x="1554683" y="110375"/>
                </a:lnTo>
                <a:lnTo>
                  <a:pt x="1519580" y="170103"/>
                </a:lnTo>
                <a:lnTo>
                  <a:pt x="1495056" y="202514"/>
                </a:lnTo>
                <a:lnTo>
                  <a:pt x="1465948" y="235775"/>
                </a:lnTo>
                <a:lnTo>
                  <a:pt x="1432572" y="269760"/>
                </a:lnTo>
                <a:lnTo>
                  <a:pt x="1435620" y="275856"/>
                </a:lnTo>
                <a:lnTo>
                  <a:pt x="1471637" y="248132"/>
                </a:lnTo>
                <a:lnTo>
                  <a:pt x="1504391" y="217563"/>
                </a:lnTo>
                <a:lnTo>
                  <a:pt x="1533982" y="184124"/>
                </a:lnTo>
                <a:lnTo>
                  <a:pt x="1560588" y="147840"/>
                </a:lnTo>
                <a:lnTo>
                  <a:pt x="1560347" y="200012"/>
                </a:lnTo>
                <a:lnTo>
                  <a:pt x="1560245" y="210324"/>
                </a:lnTo>
                <a:lnTo>
                  <a:pt x="1559636" y="256425"/>
                </a:lnTo>
                <a:lnTo>
                  <a:pt x="1558658" y="302996"/>
                </a:lnTo>
                <a:lnTo>
                  <a:pt x="1557540" y="344436"/>
                </a:lnTo>
                <a:lnTo>
                  <a:pt x="1583448" y="332244"/>
                </a:lnTo>
                <a:lnTo>
                  <a:pt x="1583207" y="310184"/>
                </a:lnTo>
                <a:lnTo>
                  <a:pt x="1582712" y="275856"/>
                </a:lnTo>
                <a:lnTo>
                  <a:pt x="1582153" y="222084"/>
                </a:lnTo>
                <a:lnTo>
                  <a:pt x="1581924" y="155460"/>
                </a:lnTo>
                <a:lnTo>
                  <a:pt x="1589544" y="147840"/>
                </a:lnTo>
                <a:lnTo>
                  <a:pt x="1592592" y="144792"/>
                </a:lnTo>
                <a:lnTo>
                  <a:pt x="1568208" y="132600"/>
                </a:lnTo>
                <a:lnTo>
                  <a:pt x="1588782" y="98691"/>
                </a:lnTo>
                <a:lnTo>
                  <a:pt x="1595640" y="87591"/>
                </a:lnTo>
                <a:lnTo>
                  <a:pt x="1600212" y="80784"/>
                </a:lnTo>
                <a:lnTo>
                  <a:pt x="1615452" y="73164"/>
                </a:lnTo>
                <a:lnTo>
                  <a:pt x="1586496" y="54876"/>
                </a:lnTo>
                <a:lnTo>
                  <a:pt x="1720608" y="54876"/>
                </a:lnTo>
                <a:close/>
              </a:path>
              <a:path w="2624454" h="413385">
                <a:moveTo>
                  <a:pt x="1737372" y="345960"/>
                </a:moveTo>
                <a:lnTo>
                  <a:pt x="1694319" y="351675"/>
                </a:lnTo>
                <a:lnTo>
                  <a:pt x="1648980" y="355104"/>
                </a:lnTo>
                <a:lnTo>
                  <a:pt x="1600022" y="356247"/>
                </a:lnTo>
                <a:lnTo>
                  <a:pt x="1575041" y="355955"/>
                </a:lnTo>
                <a:lnTo>
                  <a:pt x="1525079" y="353364"/>
                </a:lnTo>
                <a:lnTo>
                  <a:pt x="1484553" y="345884"/>
                </a:lnTo>
                <a:lnTo>
                  <a:pt x="1443812" y="324053"/>
                </a:lnTo>
                <a:lnTo>
                  <a:pt x="1421904" y="304812"/>
                </a:lnTo>
                <a:lnTo>
                  <a:pt x="1421904" y="170700"/>
                </a:lnTo>
                <a:lnTo>
                  <a:pt x="1429080" y="166128"/>
                </a:lnTo>
                <a:lnTo>
                  <a:pt x="1438668" y="160032"/>
                </a:lnTo>
                <a:lnTo>
                  <a:pt x="1414284" y="135648"/>
                </a:lnTo>
                <a:lnTo>
                  <a:pt x="1394472" y="155460"/>
                </a:lnTo>
                <a:lnTo>
                  <a:pt x="1327416" y="155460"/>
                </a:lnTo>
                <a:lnTo>
                  <a:pt x="1342656" y="170700"/>
                </a:lnTo>
                <a:lnTo>
                  <a:pt x="1352080" y="168694"/>
                </a:lnTo>
                <a:lnTo>
                  <a:pt x="1362087" y="167271"/>
                </a:lnTo>
                <a:lnTo>
                  <a:pt x="1372654" y="166408"/>
                </a:lnTo>
                <a:lnTo>
                  <a:pt x="1383804" y="166128"/>
                </a:lnTo>
                <a:lnTo>
                  <a:pt x="1400568" y="166128"/>
                </a:lnTo>
                <a:lnTo>
                  <a:pt x="1400568" y="304812"/>
                </a:lnTo>
                <a:lnTo>
                  <a:pt x="1346555" y="344246"/>
                </a:lnTo>
                <a:lnTo>
                  <a:pt x="1331988" y="355104"/>
                </a:lnTo>
                <a:lnTo>
                  <a:pt x="1356372" y="377964"/>
                </a:lnTo>
                <a:lnTo>
                  <a:pt x="1362417" y="368287"/>
                </a:lnTo>
                <a:lnTo>
                  <a:pt x="1369237" y="357886"/>
                </a:lnTo>
                <a:lnTo>
                  <a:pt x="1396034" y="325310"/>
                </a:lnTo>
                <a:lnTo>
                  <a:pt x="1412760" y="313956"/>
                </a:lnTo>
                <a:lnTo>
                  <a:pt x="1417066" y="316471"/>
                </a:lnTo>
                <a:lnTo>
                  <a:pt x="1423238" y="321576"/>
                </a:lnTo>
                <a:lnTo>
                  <a:pt x="1441716" y="338340"/>
                </a:lnTo>
                <a:lnTo>
                  <a:pt x="1452587" y="348030"/>
                </a:lnTo>
                <a:lnTo>
                  <a:pt x="1493532" y="368820"/>
                </a:lnTo>
                <a:lnTo>
                  <a:pt x="1551825" y="379310"/>
                </a:lnTo>
                <a:lnTo>
                  <a:pt x="1602663" y="381889"/>
                </a:lnTo>
                <a:lnTo>
                  <a:pt x="1702320" y="382536"/>
                </a:lnTo>
                <a:lnTo>
                  <a:pt x="1705432" y="372224"/>
                </a:lnTo>
                <a:lnTo>
                  <a:pt x="1712417" y="364058"/>
                </a:lnTo>
                <a:lnTo>
                  <a:pt x="1723097" y="357886"/>
                </a:lnTo>
                <a:lnTo>
                  <a:pt x="1728546" y="356247"/>
                </a:lnTo>
                <a:lnTo>
                  <a:pt x="1737372" y="353580"/>
                </a:lnTo>
                <a:lnTo>
                  <a:pt x="1737372" y="345960"/>
                </a:lnTo>
                <a:close/>
              </a:path>
              <a:path w="2624454" h="413385">
                <a:moveTo>
                  <a:pt x="1844040" y="156972"/>
                </a:moveTo>
                <a:lnTo>
                  <a:pt x="1839468" y="147497"/>
                </a:lnTo>
                <a:lnTo>
                  <a:pt x="1828038" y="137160"/>
                </a:lnTo>
                <a:lnTo>
                  <a:pt x="1809750" y="125691"/>
                </a:lnTo>
                <a:lnTo>
                  <a:pt x="1784604" y="112776"/>
                </a:lnTo>
                <a:lnTo>
                  <a:pt x="1780032" y="118872"/>
                </a:lnTo>
                <a:lnTo>
                  <a:pt x="1792605" y="134073"/>
                </a:lnTo>
                <a:lnTo>
                  <a:pt x="1802892" y="147828"/>
                </a:lnTo>
                <a:lnTo>
                  <a:pt x="1810893" y="160451"/>
                </a:lnTo>
                <a:lnTo>
                  <a:pt x="1816608" y="172212"/>
                </a:lnTo>
                <a:lnTo>
                  <a:pt x="1821180" y="184404"/>
                </a:lnTo>
                <a:lnTo>
                  <a:pt x="1825752" y="190500"/>
                </a:lnTo>
                <a:lnTo>
                  <a:pt x="1830324" y="190500"/>
                </a:lnTo>
                <a:lnTo>
                  <a:pt x="1837944" y="182880"/>
                </a:lnTo>
                <a:lnTo>
                  <a:pt x="1840826" y="177977"/>
                </a:lnTo>
                <a:lnTo>
                  <a:pt x="1842706" y="172212"/>
                </a:lnTo>
                <a:lnTo>
                  <a:pt x="1843735" y="165315"/>
                </a:lnTo>
                <a:lnTo>
                  <a:pt x="1844040" y="156972"/>
                </a:lnTo>
                <a:close/>
              </a:path>
              <a:path w="2624454" h="413385">
                <a:moveTo>
                  <a:pt x="1885188" y="60960"/>
                </a:moveTo>
                <a:lnTo>
                  <a:pt x="1850186" y="30365"/>
                </a:lnTo>
                <a:lnTo>
                  <a:pt x="1828800" y="19812"/>
                </a:lnTo>
                <a:lnTo>
                  <a:pt x="1825752" y="24384"/>
                </a:lnTo>
                <a:lnTo>
                  <a:pt x="1837448" y="40703"/>
                </a:lnTo>
                <a:lnTo>
                  <a:pt x="1847278" y="55435"/>
                </a:lnTo>
                <a:lnTo>
                  <a:pt x="1855114" y="68757"/>
                </a:lnTo>
                <a:lnTo>
                  <a:pt x="1860804" y="80772"/>
                </a:lnTo>
                <a:lnTo>
                  <a:pt x="1862328" y="89916"/>
                </a:lnTo>
                <a:lnTo>
                  <a:pt x="1865376" y="94488"/>
                </a:lnTo>
                <a:lnTo>
                  <a:pt x="1871472" y="94488"/>
                </a:lnTo>
                <a:lnTo>
                  <a:pt x="1874520" y="91440"/>
                </a:lnTo>
                <a:lnTo>
                  <a:pt x="1879092" y="83820"/>
                </a:lnTo>
                <a:lnTo>
                  <a:pt x="1882140" y="77724"/>
                </a:lnTo>
                <a:lnTo>
                  <a:pt x="1885188" y="70104"/>
                </a:lnTo>
                <a:lnTo>
                  <a:pt x="1885188" y="60960"/>
                </a:lnTo>
                <a:close/>
              </a:path>
              <a:path w="2624454" h="413385">
                <a:moveTo>
                  <a:pt x="1923288" y="82296"/>
                </a:moveTo>
                <a:lnTo>
                  <a:pt x="1915668" y="80772"/>
                </a:lnTo>
                <a:lnTo>
                  <a:pt x="1887956" y="155879"/>
                </a:lnTo>
                <a:lnTo>
                  <a:pt x="1866519" y="211836"/>
                </a:lnTo>
                <a:lnTo>
                  <a:pt x="1851380" y="248373"/>
                </a:lnTo>
                <a:lnTo>
                  <a:pt x="1830324" y="280416"/>
                </a:lnTo>
                <a:lnTo>
                  <a:pt x="1825752" y="281940"/>
                </a:lnTo>
                <a:lnTo>
                  <a:pt x="1820633" y="281686"/>
                </a:lnTo>
                <a:lnTo>
                  <a:pt x="1786128" y="278892"/>
                </a:lnTo>
                <a:lnTo>
                  <a:pt x="1786128" y="284988"/>
                </a:lnTo>
                <a:lnTo>
                  <a:pt x="1825752" y="306324"/>
                </a:lnTo>
                <a:lnTo>
                  <a:pt x="1827276" y="310896"/>
                </a:lnTo>
                <a:lnTo>
                  <a:pt x="1827276" y="316992"/>
                </a:lnTo>
                <a:lnTo>
                  <a:pt x="1819656" y="352044"/>
                </a:lnTo>
                <a:lnTo>
                  <a:pt x="1818132" y="359664"/>
                </a:lnTo>
                <a:lnTo>
                  <a:pt x="1818132" y="376428"/>
                </a:lnTo>
                <a:lnTo>
                  <a:pt x="1822704" y="384048"/>
                </a:lnTo>
                <a:lnTo>
                  <a:pt x="1830324" y="387096"/>
                </a:lnTo>
                <a:lnTo>
                  <a:pt x="1839468" y="391668"/>
                </a:lnTo>
                <a:lnTo>
                  <a:pt x="1844040" y="393192"/>
                </a:lnTo>
                <a:lnTo>
                  <a:pt x="1851660" y="393192"/>
                </a:lnTo>
                <a:lnTo>
                  <a:pt x="1853184" y="391668"/>
                </a:lnTo>
                <a:lnTo>
                  <a:pt x="1853260" y="376428"/>
                </a:lnTo>
                <a:lnTo>
                  <a:pt x="1853374" y="368808"/>
                </a:lnTo>
                <a:lnTo>
                  <a:pt x="1853831" y="356235"/>
                </a:lnTo>
                <a:lnTo>
                  <a:pt x="1854708" y="341376"/>
                </a:lnTo>
                <a:lnTo>
                  <a:pt x="1854974" y="326237"/>
                </a:lnTo>
                <a:lnTo>
                  <a:pt x="1860016" y="281940"/>
                </a:lnTo>
                <a:lnTo>
                  <a:pt x="1875091" y="230124"/>
                </a:lnTo>
                <a:lnTo>
                  <a:pt x="1895271" y="167220"/>
                </a:lnTo>
                <a:lnTo>
                  <a:pt x="1923288" y="82296"/>
                </a:lnTo>
                <a:close/>
              </a:path>
              <a:path w="2624454" h="413385">
                <a:moveTo>
                  <a:pt x="2173224" y="152400"/>
                </a:moveTo>
                <a:lnTo>
                  <a:pt x="2171700" y="147828"/>
                </a:lnTo>
                <a:lnTo>
                  <a:pt x="2167128" y="143256"/>
                </a:lnTo>
                <a:lnTo>
                  <a:pt x="2157984" y="137160"/>
                </a:lnTo>
                <a:lnTo>
                  <a:pt x="2150364" y="137160"/>
                </a:lnTo>
                <a:lnTo>
                  <a:pt x="2138172" y="143256"/>
                </a:lnTo>
                <a:lnTo>
                  <a:pt x="2097024" y="143256"/>
                </a:lnTo>
                <a:lnTo>
                  <a:pt x="2090928" y="138684"/>
                </a:lnTo>
                <a:lnTo>
                  <a:pt x="2089404" y="129540"/>
                </a:lnTo>
                <a:lnTo>
                  <a:pt x="2089404" y="53340"/>
                </a:lnTo>
                <a:lnTo>
                  <a:pt x="2098116" y="47244"/>
                </a:lnTo>
                <a:lnTo>
                  <a:pt x="2104644" y="42672"/>
                </a:lnTo>
                <a:lnTo>
                  <a:pt x="2097684" y="36576"/>
                </a:lnTo>
                <a:lnTo>
                  <a:pt x="2080260" y="21336"/>
                </a:lnTo>
                <a:lnTo>
                  <a:pt x="2065020" y="36576"/>
                </a:lnTo>
                <a:lnTo>
                  <a:pt x="1988820" y="36576"/>
                </a:lnTo>
                <a:lnTo>
                  <a:pt x="1962912" y="21336"/>
                </a:lnTo>
                <a:lnTo>
                  <a:pt x="1963775" y="33934"/>
                </a:lnTo>
                <a:lnTo>
                  <a:pt x="1963940" y="42672"/>
                </a:lnTo>
                <a:lnTo>
                  <a:pt x="1962912" y="86868"/>
                </a:lnTo>
                <a:lnTo>
                  <a:pt x="1957006" y="125158"/>
                </a:lnTo>
                <a:lnTo>
                  <a:pt x="1933155" y="168617"/>
                </a:lnTo>
                <a:lnTo>
                  <a:pt x="1895856" y="202692"/>
                </a:lnTo>
                <a:lnTo>
                  <a:pt x="1898904" y="207264"/>
                </a:lnTo>
                <a:lnTo>
                  <a:pt x="1939848" y="183476"/>
                </a:lnTo>
                <a:lnTo>
                  <a:pt x="1968817" y="151066"/>
                </a:lnTo>
                <a:lnTo>
                  <a:pt x="1985187" y="108966"/>
                </a:lnTo>
                <a:lnTo>
                  <a:pt x="1989137" y="70104"/>
                </a:lnTo>
                <a:lnTo>
                  <a:pt x="1988820" y="47244"/>
                </a:lnTo>
                <a:lnTo>
                  <a:pt x="2068068" y="47244"/>
                </a:lnTo>
                <a:lnTo>
                  <a:pt x="2068068" y="132588"/>
                </a:lnTo>
                <a:lnTo>
                  <a:pt x="2069528" y="147243"/>
                </a:lnTo>
                <a:lnTo>
                  <a:pt x="2076259" y="157162"/>
                </a:lnTo>
                <a:lnTo>
                  <a:pt x="2088438" y="162814"/>
                </a:lnTo>
                <a:lnTo>
                  <a:pt x="2106168" y="164592"/>
                </a:lnTo>
                <a:lnTo>
                  <a:pt x="2135301" y="164287"/>
                </a:lnTo>
                <a:lnTo>
                  <a:pt x="2156269" y="163258"/>
                </a:lnTo>
                <a:lnTo>
                  <a:pt x="2168969" y="161378"/>
                </a:lnTo>
                <a:lnTo>
                  <a:pt x="2173224" y="158496"/>
                </a:lnTo>
                <a:lnTo>
                  <a:pt x="2173224" y="152400"/>
                </a:lnTo>
                <a:close/>
              </a:path>
              <a:path w="2624454" h="413385">
                <a:moveTo>
                  <a:pt x="2180844" y="376428"/>
                </a:moveTo>
                <a:lnTo>
                  <a:pt x="2139505" y="370713"/>
                </a:lnTo>
                <a:lnTo>
                  <a:pt x="2101596" y="358140"/>
                </a:lnTo>
                <a:lnTo>
                  <a:pt x="2064626" y="338328"/>
                </a:lnTo>
                <a:lnTo>
                  <a:pt x="2057882" y="333717"/>
                </a:lnTo>
                <a:lnTo>
                  <a:pt x="2046732" y="324612"/>
                </a:lnTo>
                <a:lnTo>
                  <a:pt x="2058949" y="307848"/>
                </a:lnTo>
                <a:lnTo>
                  <a:pt x="2063597" y="301472"/>
                </a:lnTo>
                <a:lnTo>
                  <a:pt x="2079879" y="275463"/>
                </a:lnTo>
                <a:lnTo>
                  <a:pt x="2095601" y="246608"/>
                </a:lnTo>
                <a:lnTo>
                  <a:pt x="2110740" y="214884"/>
                </a:lnTo>
                <a:lnTo>
                  <a:pt x="2127504" y="207264"/>
                </a:lnTo>
                <a:lnTo>
                  <a:pt x="2126069" y="205740"/>
                </a:lnTo>
                <a:lnTo>
                  <a:pt x="2100072" y="178308"/>
                </a:lnTo>
                <a:lnTo>
                  <a:pt x="2086356" y="192024"/>
                </a:lnTo>
                <a:lnTo>
                  <a:pt x="2086356" y="205740"/>
                </a:lnTo>
                <a:lnTo>
                  <a:pt x="2074316" y="234340"/>
                </a:lnTo>
                <a:lnTo>
                  <a:pt x="2060829" y="260794"/>
                </a:lnTo>
                <a:lnTo>
                  <a:pt x="2045639" y="285254"/>
                </a:lnTo>
                <a:lnTo>
                  <a:pt x="2028444" y="307848"/>
                </a:lnTo>
                <a:lnTo>
                  <a:pt x="2013013" y="288683"/>
                </a:lnTo>
                <a:lnTo>
                  <a:pt x="1998726" y="265366"/>
                </a:lnTo>
                <a:lnTo>
                  <a:pt x="1985581" y="237769"/>
                </a:lnTo>
                <a:lnTo>
                  <a:pt x="1973580" y="205740"/>
                </a:lnTo>
                <a:lnTo>
                  <a:pt x="2086356" y="205740"/>
                </a:lnTo>
                <a:lnTo>
                  <a:pt x="2086356" y="192024"/>
                </a:lnTo>
                <a:lnTo>
                  <a:pt x="2083308" y="195072"/>
                </a:lnTo>
                <a:lnTo>
                  <a:pt x="1932432" y="195072"/>
                </a:lnTo>
                <a:lnTo>
                  <a:pt x="1947672" y="210312"/>
                </a:lnTo>
                <a:lnTo>
                  <a:pt x="1964436" y="205740"/>
                </a:lnTo>
                <a:lnTo>
                  <a:pt x="1974443" y="238848"/>
                </a:lnTo>
                <a:lnTo>
                  <a:pt x="1986153" y="269367"/>
                </a:lnTo>
                <a:lnTo>
                  <a:pt x="1999589" y="297040"/>
                </a:lnTo>
                <a:lnTo>
                  <a:pt x="2014728" y="321564"/>
                </a:lnTo>
                <a:lnTo>
                  <a:pt x="1997354" y="337591"/>
                </a:lnTo>
                <a:lnTo>
                  <a:pt x="1962010" y="363359"/>
                </a:lnTo>
                <a:lnTo>
                  <a:pt x="1925535" y="382244"/>
                </a:lnTo>
                <a:lnTo>
                  <a:pt x="1883333" y="398246"/>
                </a:lnTo>
                <a:lnTo>
                  <a:pt x="1860804" y="405384"/>
                </a:lnTo>
                <a:lnTo>
                  <a:pt x="1862328" y="411480"/>
                </a:lnTo>
                <a:lnTo>
                  <a:pt x="1908810" y="401574"/>
                </a:lnTo>
                <a:lnTo>
                  <a:pt x="1950720" y="387096"/>
                </a:lnTo>
                <a:lnTo>
                  <a:pt x="1991106" y="365569"/>
                </a:lnTo>
                <a:lnTo>
                  <a:pt x="2031492" y="338328"/>
                </a:lnTo>
                <a:lnTo>
                  <a:pt x="2060028" y="363194"/>
                </a:lnTo>
                <a:lnTo>
                  <a:pt x="2088261" y="382905"/>
                </a:lnTo>
                <a:lnTo>
                  <a:pt x="2115934" y="397484"/>
                </a:lnTo>
                <a:lnTo>
                  <a:pt x="2142744" y="406908"/>
                </a:lnTo>
                <a:lnTo>
                  <a:pt x="2146770" y="398602"/>
                </a:lnTo>
                <a:lnTo>
                  <a:pt x="2154364" y="391858"/>
                </a:lnTo>
                <a:lnTo>
                  <a:pt x="2165680" y="386549"/>
                </a:lnTo>
                <a:lnTo>
                  <a:pt x="2180844" y="382524"/>
                </a:lnTo>
                <a:lnTo>
                  <a:pt x="2180844" y="376428"/>
                </a:lnTo>
                <a:close/>
              </a:path>
              <a:path w="2624454" h="413385">
                <a:moveTo>
                  <a:pt x="2624328" y="83820"/>
                </a:moveTo>
                <a:lnTo>
                  <a:pt x="2583180" y="44196"/>
                </a:lnTo>
                <a:lnTo>
                  <a:pt x="2554224" y="73152"/>
                </a:lnTo>
                <a:lnTo>
                  <a:pt x="2406396" y="73152"/>
                </a:lnTo>
                <a:lnTo>
                  <a:pt x="2411018" y="64820"/>
                </a:lnTo>
                <a:lnTo>
                  <a:pt x="2415921" y="55626"/>
                </a:lnTo>
                <a:lnTo>
                  <a:pt x="2421407" y="45300"/>
                </a:lnTo>
                <a:lnTo>
                  <a:pt x="2427732" y="33528"/>
                </a:lnTo>
                <a:lnTo>
                  <a:pt x="2444496" y="25908"/>
                </a:lnTo>
                <a:lnTo>
                  <a:pt x="2400300" y="1524"/>
                </a:lnTo>
                <a:lnTo>
                  <a:pt x="2397137" y="17005"/>
                </a:lnTo>
                <a:lnTo>
                  <a:pt x="2392108" y="33909"/>
                </a:lnTo>
                <a:lnTo>
                  <a:pt x="2385085" y="52539"/>
                </a:lnTo>
                <a:lnTo>
                  <a:pt x="2375916" y="73152"/>
                </a:lnTo>
                <a:lnTo>
                  <a:pt x="2220468" y="73152"/>
                </a:lnTo>
                <a:lnTo>
                  <a:pt x="2235708" y="89916"/>
                </a:lnTo>
                <a:lnTo>
                  <a:pt x="2245360" y="87045"/>
                </a:lnTo>
                <a:lnTo>
                  <a:pt x="2255710" y="85153"/>
                </a:lnTo>
                <a:lnTo>
                  <a:pt x="2266365" y="84137"/>
                </a:lnTo>
                <a:lnTo>
                  <a:pt x="2276856" y="83820"/>
                </a:lnTo>
                <a:lnTo>
                  <a:pt x="2372868" y="83820"/>
                </a:lnTo>
                <a:lnTo>
                  <a:pt x="2339721" y="140779"/>
                </a:lnTo>
                <a:lnTo>
                  <a:pt x="2304288" y="187452"/>
                </a:lnTo>
                <a:lnTo>
                  <a:pt x="2265235" y="227647"/>
                </a:lnTo>
                <a:lnTo>
                  <a:pt x="2220468" y="266700"/>
                </a:lnTo>
                <a:lnTo>
                  <a:pt x="2225040" y="271272"/>
                </a:lnTo>
                <a:lnTo>
                  <a:pt x="2253284" y="252984"/>
                </a:lnTo>
                <a:lnTo>
                  <a:pt x="2280666" y="232410"/>
                </a:lnTo>
                <a:lnTo>
                  <a:pt x="2306917" y="209550"/>
                </a:lnTo>
                <a:lnTo>
                  <a:pt x="2331720" y="184404"/>
                </a:lnTo>
                <a:lnTo>
                  <a:pt x="2331491" y="272402"/>
                </a:lnTo>
                <a:lnTo>
                  <a:pt x="2330958" y="339661"/>
                </a:lnTo>
                <a:lnTo>
                  <a:pt x="2330437" y="386080"/>
                </a:lnTo>
                <a:lnTo>
                  <a:pt x="2330196" y="411480"/>
                </a:lnTo>
                <a:lnTo>
                  <a:pt x="2356104" y="394716"/>
                </a:lnTo>
                <a:lnTo>
                  <a:pt x="2356104" y="295656"/>
                </a:lnTo>
                <a:lnTo>
                  <a:pt x="2516124" y="295656"/>
                </a:lnTo>
                <a:lnTo>
                  <a:pt x="2516124" y="367284"/>
                </a:lnTo>
                <a:lnTo>
                  <a:pt x="2510028" y="373380"/>
                </a:lnTo>
                <a:lnTo>
                  <a:pt x="2499360" y="373380"/>
                </a:lnTo>
                <a:lnTo>
                  <a:pt x="2491384" y="372859"/>
                </a:lnTo>
                <a:lnTo>
                  <a:pt x="2481262" y="371475"/>
                </a:lnTo>
                <a:lnTo>
                  <a:pt x="2455164" y="367284"/>
                </a:lnTo>
                <a:lnTo>
                  <a:pt x="2455164" y="376428"/>
                </a:lnTo>
                <a:lnTo>
                  <a:pt x="2476055" y="383844"/>
                </a:lnTo>
                <a:lnTo>
                  <a:pt x="2490787" y="392239"/>
                </a:lnTo>
                <a:lnTo>
                  <a:pt x="2499537" y="401510"/>
                </a:lnTo>
                <a:lnTo>
                  <a:pt x="2502408" y="411480"/>
                </a:lnTo>
                <a:lnTo>
                  <a:pt x="2518651" y="403529"/>
                </a:lnTo>
                <a:lnTo>
                  <a:pt x="2530602" y="393573"/>
                </a:lnTo>
                <a:lnTo>
                  <a:pt x="2537993" y="381914"/>
                </a:lnTo>
                <a:lnTo>
                  <a:pt x="2539631" y="373380"/>
                </a:lnTo>
                <a:lnTo>
                  <a:pt x="2540508" y="368808"/>
                </a:lnTo>
                <a:lnTo>
                  <a:pt x="2540508" y="295656"/>
                </a:lnTo>
                <a:lnTo>
                  <a:pt x="2540508" y="284988"/>
                </a:lnTo>
                <a:lnTo>
                  <a:pt x="2540508" y="228600"/>
                </a:lnTo>
                <a:lnTo>
                  <a:pt x="2540508" y="217932"/>
                </a:lnTo>
                <a:lnTo>
                  <a:pt x="2540508" y="164592"/>
                </a:lnTo>
                <a:lnTo>
                  <a:pt x="2550033" y="156972"/>
                </a:lnTo>
                <a:lnTo>
                  <a:pt x="2555748" y="152400"/>
                </a:lnTo>
                <a:lnTo>
                  <a:pt x="2548026" y="146304"/>
                </a:lnTo>
                <a:lnTo>
                  <a:pt x="2526792" y="129540"/>
                </a:lnTo>
                <a:lnTo>
                  <a:pt x="2516124" y="141274"/>
                </a:lnTo>
                <a:lnTo>
                  <a:pt x="2516124" y="156972"/>
                </a:lnTo>
                <a:lnTo>
                  <a:pt x="2516124" y="217932"/>
                </a:lnTo>
                <a:lnTo>
                  <a:pt x="2516124" y="228600"/>
                </a:lnTo>
                <a:lnTo>
                  <a:pt x="2516124" y="284988"/>
                </a:lnTo>
                <a:lnTo>
                  <a:pt x="2356104" y="284988"/>
                </a:lnTo>
                <a:lnTo>
                  <a:pt x="2356104" y="228600"/>
                </a:lnTo>
                <a:lnTo>
                  <a:pt x="2516124" y="228600"/>
                </a:lnTo>
                <a:lnTo>
                  <a:pt x="2516124" y="217932"/>
                </a:lnTo>
                <a:lnTo>
                  <a:pt x="2356104" y="217932"/>
                </a:lnTo>
                <a:lnTo>
                  <a:pt x="2356104" y="184404"/>
                </a:lnTo>
                <a:lnTo>
                  <a:pt x="2356104" y="156972"/>
                </a:lnTo>
                <a:lnTo>
                  <a:pt x="2516124" y="156972"/>
                </a:lnTo>
                <a:lnTo>
                  <a:pt x="2516124" y="141274"/>
                </a:lnTo>
                <a:lnTo>
                  <a:pt x="2511552" y="146304"/>
                </a:lnTo>
                <a:lnTo>
                  <a:pt x="2362200" y="146304"/>
                </a:lnTo>
                <a:lnTo>
                  <a:pt x="2372487" y="132041"/>
                </a:lnTo>
                <a:lnTo>
                  <a:pt x="2382774" y="116776"/>
                </a:lnTo>
                <a:lnTo>
                  <a:pt x="2393061" y="100660"/>
                </a:lnTo>
                <a:lnTo>
                  <a:pt x="2403348" y="83820"/>
                </a:lnTo>
                <a:lnTo>
                  <a:pt x="2624328" y="838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</a:endParaRPr>
          </a:p>
        </p:txBody>
      </p:sp>
      <p:sp>
        <p:nvSpPr>
          <p:cNvPr id="28" name="object 28"/>
          <p:cNvSpPr/>
          <p:nvPr/>
        </p:nvSpPr>
        <p:spPr>
          <a:xfrm>
            <a:off x="7914131" y="2913887"/>
            <a:ext cx="402590" cy="410209"/>
          </a:xfrm>
          <a:custGeom>
            <a:avLst/>
            <a:gdLst/>
            <a:ahLst/>
            <a:cxnLst/>
            <a:rect l="l" t="t" r="r" b="b"/>
            <a:pathLst>
              <a:path w="402590" h="410210">
                <a:moveTo>
                  <a:pt x="163068" y="115824"/>
                </a:moveTo>
                <a:lnTo>
                  <a:pt x="138684" y="115824"/>
                </a:lnTo>
                <a:lnTo>
                  <a:pt x="141851" y="101846"/>
                </a:lnTo>
                <a:lnTo>
                  <a:pt x="144589" y="87439"/>
                </a:lnTo>
                <a:lnTo>
                  <a:pt x="151376" y="42433"/>
                </a:lnTo>
                <a:lnTo>
                  <a:pt x="155448" y="0"/>
                </a:lnTo>
                <a:lnTo>
                  <a:pt x="192024" y="16764"/>
                </a:lnTo>
                <a:lnTo>
                  <a:pt x="179832" y="28956"/>
                </a:lnTo>
                <a:lnTo>
                  <a:pt x="173783" y="60102"/>
                </a:lnTo>
                <a:lnTo>
                  <a:pt x="169164" y="84963"/>
                </a:lnTo>
                <a:lnTo>
                  <a:pt x="165687" y="103536"/>
                </a:lnTo>
                <a:lnTo>
                  <a:pt x="163068" y="115824"/>
                </a:lnTo>
                <a:close/>
              </a:path>
              <a:path w="402590" h="410210">
                <a:moveTo>
                  <a:pt x="315467" y="94488"/>
                </a:moveTo>
                <a:lnTo>
                  <a:pt x="309372" y="94488"/>
                </a:lnTo>
                <a:lnTo>
                  <a:pt x="304800" y="89916"/>
                </a:lnTo>
                <a:lnTo>
                  <a:pt x="298703" y="79248"/>
                </a:lnTo>
                <a:lnTo>
                  <a:pt x="289869" y="64960"/>
                </a:lnTo>
                <a:lnTo>
                  <a:pt x="277153" y="49506"/>
                </a:lnTo>
                <a:lnTo>
                  <a:pt x="260770" y="32956"/>
                </a:lnTo>
                <a:lnTo>
                  <a:pt x="240792" y="15240"/>
                </a:lnTo>
                <a:lnTo>
                  <a:pt x="243840" y="9144"/>
                </a:lnTo>
                <a:lnTo>
                  <a:pt x="285178" y="28194"/>
                </a:lnTo>
                <a:lnTo>
                  <a:pt x="321754" y="56197"/>
                </a:lnTo>
                <a:lnTo>
                  <a:pt x="326136" y="68580"/>
                </a:lnTo>
                <a:lnTo>
                  <a:pt x="326136" y="71628"/>
                </a:lnTo>
                <a:lnTo>
                  <a:pt x="324612" y="77724"/>
                </a:lnTo>
                <a:lnTo>
                  <a:pt x="321564" y="83820"/>
                </a:lnTo>
                <a:lnTo>
                  <a:pt x="318515" y="91440"/>
                </a:lnTo>
                <a:lnTo>
                  <a:pt x="315467" y="94488"/>
                </a:lnTo>
                <a:close/>
              </a:path>
              <a:path w="402590" h="410210">
                <a:moveTo>
                  <a:pt x="44196" y="141732"/>
                </a:moveTo>
                <a:lnTo>
                  <a:pt x="21336" y="117348"/>
                </a:lnTo>
                <a:lnTo>
                  <a:pt x="35052" y="108204"/>
                </a:lnTo>
                <a:lnTo>
                  <a:pt x="46220" y="82224"/>
                </a:lnTo>
                <a:lnTo>
                  <a:pt x="54673" y="59245"/>
                </a:lnTo>
                <a:lnTo>
                  <a:pt x="60555" y="39409"/>
                </a:lnTo>
                <a:lnTo>
                  <a:pt x="64008" y="22860"/>
                </a:lnTo>
                <a:lnTo>
                  <a:pt x="99060" y="42672"/>
                </a:lnTo>
                <a:lnTo>
                  <a:pt x="85344" y="53340"/>
                </a:lnTo>
                <a:lnTo>
                  <a:pt x="77009" y="73390"/>
                </a:lnTo>
                <a:lnTo>
                  <a:pt x="64341" y="104346"/>
                </a:lnTo>
                <a:lnTo>
                  <a:pt x="59436" y="115824"/>
                </a:lnTo>
                <a:lnTo>
                  <a:pt x="384511" y="115824"/>
                </a:lnTo>
                <a:lnTo>
                  <a:pt x="394716" y="126492"/>
                </a:lnTo>
                <a:lnTo>
                  <a:pt x="57912" y="126492"/>
                </a:lnTo>
                <a:lnTo>
                  <a:pt x="44196" y="141732"/>
                </a:lnTo>
                <a:close/>
              </a:path>
              <a:path w="402590" h="410210">
                <a:moveTo>
                  <a:pt x="384511" y="115824"/>
                </a:moveTo>
                <a:lnTo>
                  <a:pt x="338328" y="115824"/>
                </a:lnTo>
                <a:lnTo>
                  <a:pt x="361188" y="91440"/>
                </a:lnTo>
                <a:lnTo>
                  <a:pt x="384511" y="115824"/>
                </a:lnTo>
                <a:close/>
              </a:path>
              <a:path w="402590" h="410210">
                <a:moveTo>
                  <a:pt x="3048" y="397764"/>
                </a:moveTo>
                <a:lnTo>
                  <a:pt x="0" y="391668"/>
                </a:lnTo>
                <a:lnTo>
                  <a:pt x="13716" y="379142"/>
                </a:lnTo>
                <a:lnTo>
                  <a:pt x="27432" y="364617"/>
                </a:lnTo>
                <a:lnTo>
                  <a:pt x="54864" y="330708"/>
                </a:lnTo>
                <a:lnTo>
                  <a:pt x="80200" y="291846"/>
                </a:lnTo>
                <a:lnTo>
                  <a:pt x="102108" y="248412"/>
                </a:lnTo>
                <a:lnTo>
                  <a:pt x="120777" y="194881"/>
                </a:lnTo>
                <a:lnTo>
                  <a:pt x="137160" y="126492"/>
                </a:lnTo>
                <a:lnTo>
                  <a:pt x="161544" y="126492"/>
                </a:lnTo>
                <a:lnTo>
                  <a:pt x="158972" y="142494"/>
                </a:lnTo>
                <a:lnTo>
                  <a:pt x="155829" y="158496"/>
                </a:lnTo>
                <a:lnTo>
                  <a:pt x="152114" y="174498"/>
                </a:lnTo>
                <a:lnTo>
                  <a:pt x="147828" y="190500"/>
                </a:lnTo>
                <a:lnTo>
                  <a:pt x="332680" y="190500"/>
                </a:lnTo>
                <a:lnTo>
                  <a:pt x="339852" y="196596"/>
                </a:lnTo>
                <a:lnTo>
                  <a:pt x="333565" y="201168"/>
                </a:lnTo>
                <a:lnTo>
                  <a:pt x="146304" y="201168"/>
                </a:lnTo>
                <a:lnTo>
                  <a:pt x="136040" y="229433"/>
                </a:lnTo>
                <a:lnTo>
                  <a:pt x="109227" y="283678"/>
                </a:lnTo>
                <a:lnTo>
                  <a:pt x="74628" y="333898"/>
                </a:lnTo>
                <a:lnTo>
                  <a:pt x="29956" y="378380"/>
                </a:lnTo>
                <a:lnTo>
                  <a:pt x="3048" y="397764"/>
                </a:lnTo>
                <a:close/>
              </a:path>
              <a:path w="402590" h="410210">
                <a:moveTo>
                  <a:pt x="332680" y="190500"/>
                </a:moveTo>
                <a:lnTo>
                  <a:pt x="297179" y="190500"/>
                </a:lnTo>
                <a:lnTo>
                  <a:pt x="309372" y="170688"/>
                </a:lnTo>
                <a:lnTo>
                  <a:pt x="332680" y="190500"/>
                </a:lnTo>
                <a:close/>
              </a:path>
              <a:path w="402590" h="410210">
                <a:moveTo>
                  <a:pt x="65532" y="409956"/>
                </a:moveTo>
                <a:lnTo>
                  <a:pt x="64008" y="403860"/>
                </a:lnTo>
                <a:lnTo>
                  <a:pt x="114276" y="384429"/>
                </a:lnTo>
                <a:lnTo>
                  <a:pt x="157543" y="362712"/>
                </a:lnTo>
                <a:lnTo>
                  <a:pt x="193667" y="338709"/>
                </a:lnTo>
                <a:lnTo>
                  <a:pt x="222504" y="312419"/>
                </a:lnTo>
                <a:lnTo>
                  <a:pt x="204192" y="286464"/>
                </a:lnTo>
                <a:lnTo>
                  <a:pt x="188023" y="259080"/>
                </a:lnTo>
                <a:lnTo>
                  <a:pt x="173855" y="230552"/>
                </a:lnTo>
                <a:lnTo>
                  <a:pt x="161544" y="201168"/>
                </a:lnTo>
                <a:lnTo>
                  <a:pt x="170688" y="201168"/>
                </a:lnTo>
                <a:lnTo>
                  <a:pt x="185213" y="227718"/>
                </a:lnTo>
                <a:lnTo>
                  <a:pt x="201168" y="252412"/>
                </a:lnTo>
                <a:lnTo>
                  <a:pt x="218265" y="275105"/>
                </a:lnTo>
                <a:lnTo>
                  <a:pt x="236220" y="295655"/>
                </a:lnTo>
                <a:lnTo>
                  <a:pt x="266619" y="295655"/>
                </a:lnTo>
                <a:lnTo>
                  <a:pt x="252984" y="312419"/>
                </a:lnTo>
                <a:lnTo>
                  <a:pt x="277261" y="329184"/>
                </a:lnTo>
                <a:lnTo>
                  <a:pt x="237744" y="329184"/>
                </a:lnTo>
                <a:lnTo>
                  <a:pt x="202049" y="355734"/>
                </a:lnTo>
                <a:lnTo>
                  <a:pt x="161353" y="378142"/>
                </a:lnTo>
                <a:lnTo>
                  <a:pt x="115800" y="396263"/>
                </a:lnTo>
                <a:lnTo>
                  <a:pt x="65532" y="409956"/>
                </a:lnTo>
                <a:close/>
              </a:path>
              <a:path w="402590" h="410210">
                <a:moveTo>
                  <a:pt x="266619" y="295655"/>
                </a:moveTo>
                <a:lnTo>
                  <a:pt x="236220" y="295655"/>
                </a:lnTo>
                <a:lnTo>
                  <a:pt x="252817" y="275963"/>
                </a:lnTo>
                <a:lnTo>
                  <a:pt x="268414" y="253555"/>
                </a:lnTo>
                <a:lnTo>
                  <a:pt x="283154" y="228576"/>
                </a:lnTo>
                <a:lnTo>
                  <a:pt x="297179" y="201168"/>
                </a:lnTo>
                <a:lnTo>
                  <a:pt x="333565" y="201168"/>
                </a:lnTo>
                <a:lnTo>
                  <a:pt x="323088" y="208788"/>
                </a:lnTo>
                <a:lnTo>
                  <a:pt x="307419" y="237410"/>
                </a:lnTo>
                <a:lnTo>
                  <a:pt x="290322" y="264033"/>
                </a:lnTo>
                <a:lnTo>
                  <a:pt x="272081" y="288940"/>
                </a:lnTo>
                <a:lnTo>
                  <a:pt x="266619" y="295655"/>
                </a:lnTo>
                <a:close/>
              </a:path>
              <a:path w="402590" h="410210">
                <a:moveTo>
                  <a:pt x="368808" y="405384"/>
                </a:moveTo>
                <a:lnTo>
                  <a:pt x="329898" y="389620"/>
                </a:lnTo>
                <a:lnTo>
                  <a:pt x="295275" y="371856"/>
                </a:lnTo>
                <a:lnTo>
                  <a:pt x="264652" y="351805"/>
                </a:lnTo>
                <a:lnTo>
                  <a:pt x="237744" y="329184"/>
                </a:lnTo>
                <a:lnTo>
                  <a:pt x="277261" y="329184"/>
                </a:lnTo>
                <a:lnTo>
                  <a:pt x="283606" y="333565"/>
                </a:lnTo>
                <a:lnTo>
                  <a:pt x="318516" y="351282"/>
                </a:lnTo>
                <a:lnTo>
                  <a:pt x="357997" y="365569"/>
                </a:lnTo>
                <a:lnTo>
                  <a:pt x="402336" y="376428"/>
                </a:lnTo>
                <a:lnTo>
                  <a:pt x="402336" y="381000"/>
                </a:lnTo>
                <a:lnTo>
                  <a:pt x="390024" y="385024"/>
                </a:lnTo>
                <a:lnTo>
                  <a:pt x="380428" y="390334"/>
                </a:lnTo>
                <a:lnTo>
                  <a:pt x="373403" y="397073"/>
                </a:lnTo>
                <a:lnTo>
                  <a:pt x="368808" y="40538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</a:endParaRPr>
          </a:p>
        </p:txBody>
      </p:sp>
      <p:sp>
        <p:nvSpPr>
          <p:cNvPr id="29" name="object 29"/>
          <p:cNvSpPr/>
          <p:nvPr/>
        </p:nvSpPr>
        <p:spPr>
          <a:xfrm>
            <a:off x="8391143" y="2923031"/>
            <a:ext cx="335280" cy="393700"/>
          </a:xfrm>
          <a:custGeom>
            <a:avLst/>
            <a:gdLst/>
            <a:ahLst/>
            <a:cxnLst/>
            <a:rect l="l" t="t" r="r" b="b"/>
            <a:pathLst>
              <a:path w="335279" h="393700">
                <a:moveTo>
                  <a:pt x="297179" y="393191"/>
                </a:moveTo>
                <a:lnTo>
                  <a:pt x="297179" y="365760"/>
                </a:lnTo>
                <a:lnTo>
                  <a:pt x="36575" y="365760"/>
                </a:lnTo>
                <a:lnTo>
                  <a:pt x="24383" y="377952"/>
                </a:lnTo>
                <a:lnTo>
                  <a:pt x="0" y="358140"/>
                </a:lnTo>
                <a:lnTo>
                  <a:pt x="12192" y="345948"/>
                </a:lnTo>
                <a:lnTo>
                  <a:pt x="12192" y="278891"/>
                </a:lnTo>
                <a:lnTo>
                  <a:pt x="11930" y="265128"/>
                </a:lnTo>
                <a:lnTo>
                  <a:pt x="11239" y="251078"/>
                </a:lnTo>
                <a:lnTo>
                  <a:pt x="9144" y="220980"/>
                </a:lnTo>
                <a:lnTo>
                  <a:pt x="50292" y="242315"/>
                </a:lnTo>
                <a:lnTo>
                  <a:pt x="36575" y="254508"/>
                </a:lnTo>
                <a:lnTo>
                  <a:pt x="36575" y="355091"/>
                </a:lnTo>
                <a:lnTo>
                  <a:pt x="152399" y="355091"/>
                </a:lnTo>
                <a:lnTo>
                  <a:pt x="152399" y="185928"/>
                </a:lnTo>
                <a:lnTo>
                  <a:pt x="51815" y="185928"/>
                </a:lnTo>
                <a:lnTo>
                  <a:pt x="38099" y="198120"/>
                </a:lnTo>
                <a:lnTo>
                  <a:pt x="13715" y="179832"/>
                </a:lnTo>
                <a:lnTo>
                  <a:pt x="25907" y="169164"/>
                </a:lnTo>
                <a:lnTo>
                  <a:pt x="25907" y="97536"/>
                </a:lnTo>
                <a:lnTo>
                  <a:pt x="25669" y="86963"/>
                </a:lnTo>
                <a:lnTo>
                  <a:pt x="24622" y="64103"/>
                </a:lnTo>
                <a:lnTo>
                  <a:pt x="24383" y="51816"/>
                </a:lnTo>
                <a:lnTo>
                  <a:pt x="65532" y="73152"/>
                </a:lnTo>
                <a:lnTo>
                  <a:pt x="50292" y="83820"/>
                </a:lnTo>
                <a:lnTo>
                  <a:pt x="50292" y="175260"/>
                </a:lnTo>
                <a:lnTo>
                  <a:pt x="152399" y="175260"/>
                </a:lnTo>
                <a:lnTo>
                  <a:pt x="152376" y="45219"/>
                </a:lnTo>
                <a:lnTo>
                  <a:pt x="152209" y="29908"/>
                </a:lnTo>
                <a:lnTo>
                  <a:pt x="151757" y="14882"/>
                </a:lnTo>
                <a:lnTo>
                  <a:pt x="150875" y="0"/>
                </a:lnTo>
                <a:lnTo>
                  <a:pt x="190499" y="19812"/>
                </a:lnTo>
                <a:lnTo>
                  <a:pt x="176783" y="35052"/>
                </a:lnTo>
                <a:lnTo>
                  <a:pt x="176783" y="175260"/>
                </a:lnTo>
                <a:lnTo>
                  <a:pt x="278891" y="175260"/>
                </a:lnTo>
                <a:lnTo>
                  <a:pt x="278868" y="86701"/>
                </a:lnTo>
                <a:lnTo>
                  <a:pt x="278701" y="74866"/>
                </a:lnTo>
                <a:lnTo>
                  <a:pt x="278249" y="62174"/>
                </a:lnTo>
                <a:lnTo>
                  <a:pt x="277367" y="48768"/>
                </a:lnTo>
                <a:lnTo>
                  <a:pt x="316991" y="68580"/>
                </a:lnTo>
                <a:lnTo>
                  <a:pt x="303275" y="80772"/>
                </a:lnTo>
                <a:lnTo>
                  <a:pt x="303275" y="147828"/>
                </a:lnTo>
                <a:lnTo>
                  <a:pt x="303561" y="157591"/>
                </a:lnTo>
                <a:lnTo>
                  <a:pt x="304418" y="168783"/>
                </a:lnTo>
                <a:lnTo>
                  <a:pt x="305847" y="181689"/>
                </a:lnTo>
                <a:lnTo>
                  <a:pt x="307847" y="196596"/>
                </a:lnTo>
                <a:lnTo>
                  <a:pt x="278891" y="207264"/>
                </a:lnTo>
                <a:lnTo>
                  <a:pt x="278891" y="185928"/>
                </a:lnTo>
                <a:lnTo>
                  <a:pt x="176783" y="185928"/>
                </a:lnTo>
                <a:lnTo>
                  <a:pt x="176783" y="355091"/>
                </a:lnTo>
                <a:lnTo>
                  <a:pt x="297179" y="355091"/>
                </a:lnTo>
                <a:lnTo>
                  <a:pt x="297179" y="278891"/>
                </a:lnTo>
                <a:lnTo>
                  <a:pt x="296941" y="266033"/>
                </a:lnTo>
                <a:lnTo>
                  <a:pt x="295894" y="238601"/>
                </a:lnTo>
                <a:lnTo>
                  <a:pt x="295655" y="224028"/>
                </a:lnTo>
                <a:lnTo>
                  <a:pt x="335279" y="246888"/>
                </a:lnTo>
                <a:lnTo>
                  <a:pt x="321563" y="257555"/>
                </a:lnTo>
                <a:lnTo>
                  <a:pt x="321587" y="337542"/>
                </a:lnTo>
                <a:lnTo>
                  <a:pt x="321754" y="353377"/>
                </a:lnTo>
                <a:lnTo>
                  <a:pt x="322206" y="368927"/>
                </a:lnTo>
                <a:lnTo>
                  <a:pt x="323087" y="384048"/>
                </a:lnTo>
                <a:lnTo>
                  <a:pt x="297179" y="39319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</a:endParaRPr>
          </a:p>
        </p:txBody>
      </p:sp>
      <p:sp>
        <p:nvSpPr>
          <p:cNvPr id="30" name="object 30"/>
          <p:cNvSpPr/>
          <p:nvPr/>
        </p:nvSpPr>
        <p:spPr>
          <a:xfrm>
            <a:off x="8799563" y="2913887"/>
            <a:ext cx="856615" cy="397510"/>
          </a:xfrm>
          <a:custGeom>
            <a:avLst/>
            <a:gdLst/>
            <a:ahLst/>
            <a:cxnLst/>
            <a:rect l="l" t="t" r="r" b="b"/>
            <a:pathLst>
              <a:path w="856615" h="397510">
                <a:moveTo>
                  <a:pt x="97536" y="74676"/>
                </a:moveTo>
                <a:lnTo>
                  <a:pt x="75844" y="41897"/>
                </a:lnTo>
                <a:lnTo>
                  <a:pt x="39624" y="19812"/>
                </a:lnTo>
                <a:lnTo>
                  <a:pt x="36576" y="24384"/>
                </a:lnTo>
                <a:lnTo>
                  <a:pt x="46278" y="37223"/>
                </a:lnTo>
                <a:lnTo>
                  <a:pt x="54673" y="50482"/>
                </a:lnTo>
                <a:lnTo>
                  <a:pt x="61658" y="64033"/>
                </a:lnTo>
                <a:lnTo>
                  <a:pt x="67056" y="77724"/>
                </a:lnTo>
                <a:lnTo>
                  <a:pt x="71628" y="91440"/>
                </a:lnTo>
                <a:lnTo>
                  <a:pt x="76200" y="97536"/>
                </a:lnTo>
                <a:lnTo>
                  <a:pt x="83820" y="97536"/>
                </a:lnTo>
                <a:lnTo>
                  <a:pt x="86868" y="96012"/>
                </a:lnTo>
                <a:lnTo>
                  <a:pt x="89916" y="92964"/>
                </a:lnTo>
                <a:lnTo>
                  <a:pt x="94488" y="89916"/>
                </a:lnTo>
                <a:lnTo>
                  <a:pt x="97536" y="83820"/>
                </a:lnTo>
                <a:lnTo>
                  <a:pt x="97536" y="74676"/>
                </a:lnTo>
                <a:close/>
              </a:path>
              <a:path w="856615" h="397510">
                <a:moveTo>
                  <a:pt x="222516" y="207264"/>
                </a:moveTo>
                <a:lnTo>
                  <a:pt x="200266" y="169760"/>
                </a:lnTo>
                <a:lnTo>
                  <a:pt x="156984" y="138684"/>
                </a:lnTo>
                <a:lnTo>
                  <a:pt x="153936" y="143256"/>
                </a:lnTo>
                <a:lnTo>
                  <a:pt x="166636" y="160210"/>
                </a:lnTo>
                <a:lnTo>
                  <a:pt x="177558" y="177165"/>
                </a:lnTo>
                <a:lnTo>
                  <a:pt x="186080" y="193408"/>
                </a:lnTo>
                <a:lnTo>
                  <a:pt x="192036" y="208788"/>
                </a:lnTo>
                <a:lnTo>
                  <a:pt x="195465" y="218795"/>
                </a:lnTo>
                <a:lnTo>
                  <a:pt x="198894" y="225933"/>
                </a:lnTo>
                <a:lnTo>
                  <a:pt x="202323" y="230225"/>
                </a:lnTo>
                <a:lnTo>
                  <a:pt x="205752" y="231648"/>
                </a:lnTo>
                <a:lnTo>
                  <a:pt x="208800" y="231648"/>
                </a:lnTo>
                <a:lnTo>
                  <a:pt x="211848" y="230124"/>
                </a:lnTo>
                <a:lnTo>
                  <a:pt x="219468" y="222504"/>
                </a:lnTo>
                <a:lnTo>
                  <a:pt x="222516" y="216408"/>
                </a:lnTo>
                <a:lnTo>
                  <a:pt x="222516" y="207264"/>
                </a:lnTo>
                <a:close/>
              </a:path>
              <a:path w="856615" h="397510">
                <a:moveTo>
                  <a:pt x="402348" y="114300"/>
                </a:moveTo>
                <a:lnTo>
                  <a:pt x="371856" y="80772"/>
                </a:lnTo>
                <a:lnTo>
                  <a:pt x="349008" y="103632"/>
                </a:lnTo>
                <a:lnTo>
                  <a:pt x="310908" y="103632"/>
                </a:lnTo>
                <a:lnTo>
                  <a:pt x="310908" y="33528"/>
                </a:lnTo>
                <a:lnTo>
                  <a:pt x="324624" y="19812"/>
                </a:lnTo>
                <a:lnTo>
                  <a:pt x="285000" y="0"/>
                </a:lnTo>
                <a:lnTo>
                  <a:pt x="285229" y="16624"/>
                </a:lnTo>
                <a:lnTo>
                  <a:pt x="285711" y="37223"/>
                </a:lnTo>
                <a:lnTo>
                  <a:pt x="286283" y="68160"/>
                </a:lnTo>
                <a:lnTo>
                  <a:pt x="286524" y="103632"/>
                </a:lnTo>
                <a:lnTo>
                  <a:pt x="117348" y="103632"/>
                </a:lnTo>
                <a:lnTo>
                  <a:pt x="132588" y="118872"/>
                </a:lnTo>
                <a:lnTo>
                  <a:pt x="142328" y="116878"/>
                </a:lnTo>
                <a:lnTo>
                  <a:pt x="151066" y="115443"/>
                </a:lnTo>
                <a:lnTo>
                  <a:pt x="158953" y="114592"/>
                </a:lnTo>
                <a:lnTo>
                  <a:pt x="166128" y="114300"/>
                </a:lnTo>
                <a:lnTo>
                  <a:pt x="286524" y="114300"/>
                </a:lnTo>
                <a:lnTo>
                  <a:pt x="286524" y="301752"/>
                </a:lnTo>
                <a:lnTo>
                  <a:pt x="283476" y="306324"/>
                </a:lnTo>
                <a:lnTo>
                  <a:pt x="275856" y="306324"/>
                </a:lnTo>
                <a:lnTo>
                  <a:pt x="268084" y="306044"/>
                </a:lnTo>
                <a:lnTo>
                  <a:pt x="256044" y="305181"/>
                </a:lnTo>
                <a:lnTo>
                  <a:pt x="217944" y="301752"/>
                </a:lnTo>
                <a:lnTo>
                  <a:pt x="217944" y="307848"/>
                </a:lnTo>
                <a:lnTo>
                  <a:pt x="240512" y="315569"/>
                </a:lnTo>
                <a:lnTo>
                  <a:pt x="257949" y="324993"/>
                </a:lnTo>
                <a:lnTo>
                  <a:pt x="270230" y="336143"/>
                </a:lnTo>
                <a:lnTo>
                  <a:pt x="277380" y="348996"/>
                </a:lnTo>
                <a:lnTo>
                  <a:pt x="285711" y="345287"/>
                </a:lnTo>
                <a:lnTo>
                  <a:pt x="310349" y="310565"/>
                </a:lnTo>
                <a:lnTo>
                  <a:pt x="310616" y="306324"/>
                </a:lnTo>
                <a:lnTo>
                  <a:pt x="310781" y="303758"/>
                </a:lnTo>
                <a:lnTo>
                  <a:pt x="310908" y="114300"/>
                </a:lnTo>
                <a:lnTo>
                  <a:pt x="402348" y="114300"/>
                </a:lnTo>
                <a:close/>
              </a:path>
              <a:path w="856615" h="397510">
                <a:moveTo>
                  <a:pt x="408432" y="356616"/>
                </a:moveTo>
                <a:lnTo>
                  <a:pt x="335292" y="362712"/>
                </a:lnTo>
                <a:lnTo>
                  <a:pt x="293281" y="364223"/>
                </a:lnTo>
                <a:lnTo>
                  <a:pt x="280428" y="364236"/>
                </a:lnTo>
                <a:lnTo>
                  <a:pt x="263829" y="363982"/>
                </a:lnTo>
                <a:lnTo>
                  <a:pt x="205752" y="361188"/>
                </a:lnTo>
                <a:lnTo>
                  <a:pt x="152387" y="352615"/>
                </a:lnTo>
                <a:lnTo>
                  <a:pt x="115443" y="333375"/>
                </a:lnTo>
                <a:lnTo>
                  <a:pt x="107632" y="327660"/>
                </a:lnTo>
                <a:lnTo>
                  <a:pt x="104825" y="325615"/>
                </a:lnTo>
                <a:lnTo>
                  <a:pt x="94488" y="316992"/>
                </a:lnTo>
                <a:lnTo>
                  <a:pt x="94488" y="181356"/>
                </a:lnTo>
                <a:lnTo>
                  <a:pt x="101346" y="175260"/>
                </a:lnTo>
                <a:lnTo>
                  <a:pt x="108204" y="169164"/>
                </a:lnTo>
                <a:lnTo>
                  <a:pt x="83820" y="144780"/>
                </a:lnTo>
                <a:lnTo>
                  <a:pt x="65532" y="164592"/>
                </a:lnTo>
                <a:lnTo>
                  <a:pt x="0" y="164592"/>
                </a:lnTo>
                <a:lnTo>
                  <a:pt x="15240" y="179832"/>
                </a:lnTo>
                <a:lnTo>
                  <a:pt x="24676" y="177838"/>
                </a:lnTo>
                <a:lnTo>
                  <a:pt x="34671" y="176403"/>
                </a:lnTo>
                <a:lnTo>
                  <a:pt x="45250" y="175552"/>
                </a:lnTo>
                <a:lnTo>
                  <a:pt x="56388" y="175260"/>
                </a:lnTo>
                <a:lnTo>
                  <a:pt x="70104" y="175260"/>
                </a:lnTo>
                <a:lnTo>
                  <a:pt x="70104" y="316992"/>
                </a:lnTo>
                <a:lnTo>
                  <a:pt x="52349" y="330187"/>
                </a:lnTo>
                <a:lnTo>
                  <a:pt x="44183" y="336143"/>
                </a:lnTo>
                <a:lnTo>
                  <a:pt x="15836" y="356616"/>
                </a:lnTo>
                <a:lnTo>
                  <a:pt x="3048" y="365760"/>
                </a:lnTo>
                <a:lnTo>
                  <a:pt x="27432" y="390144"/>
                </a:lnTo>
                <a:lnTo>
                  <a:pt x="49936" y="356933"/>
                </a:lnTo>
                <a:lnTo>
                  <a:pt x="78917" y="328828"/>
                </a:lnTo>
                <a:lnTo>
                  <a:pt x="83820" y="327660"/>
                </a:lnTo>
                <a:lnTo>
                  <a:pt x="88353" y="328828"/>
                </a:lnTo>
                <a:lnTo>
                  <a:pt x="94869" y="332422"/>
                </a:lnTo>
                <a:lnTo>
                  <a:pt x="103111" y="338594"/>
                </a:lnTo>
                <a:lnTo>
                  <a:pt x="112776" y="347472"/>
                </a:lnTo>
                <a:lnTo>
                  <a:pt x="123634" y="356044"/>
                </a:lnTo>
                <a:lnTo>
                  <a:pt x="163080" y="374904"/>
                </a:lnTo>
                <a:lnTo>
                  <a:pt x="219227" y="385622"/>
                </a:lnTo>
                <a:lnTo>
                  <a:pt x="243852" y="387096"/>
                </a:lnTo>
                <a:lnTo>
                  <a:pt x="270941" y="389102"/>
                </a:lnTo>
                <a:lnTo>
                  <a:pt x="301764" y="390525"/>
                </a:lnTo>
                <a:lnTo>
                  <a:pt x="336003" y="391388"/>
                </a:lnTo>
                <a:lnTo>
                  <a:pt x="373392" y="391668"/>
                </a:lnTo>
                <a:lnTo>
                  <a:pt x="375653" y="382244"/>
                </a:lnTo>
                <a:lnTo>
                  <a:pt x="382346" y="374523"/>
                </a:lnTo>
                <a:lnTo>
                  <a:pt x="393319" y="368528"/>
                </a:lnTo>
                <a:lnTo>
                  <a:pt x="408432" y="364236"/>
                </a:lnTo>
                <a:lnTo>
                  <a:pt x="408432" y="356616"/>
                </a:lnTo>
                <a:close/>
              </a:path>
              <a:path w="856615" h="397510">
                <a:moveTo>
                  <a:pt x="537972" y="80772"/>
                </a:moveTo>
                <a:lnTo>
                  <a:pt x="536448" y="73152"/>
                </a:lnTo>
                <a:lnTo>
                  <a:pt x="535622" y="66802"/>
                </a:lnTo>
                <a:lnTo>
                  <a:pt x="533209" y="60452"/>
                </a:lnTo>
                <a:lnTo>
                  <a:pt x="529386" y="54102"/>
                </a:lnTo>
                <a:lnTo>
                  <a:pt x="524256" y="47752"/>
                </a:lnTo>
                <a:lnTo>
                  <a:pt x="516763" y="42672"/>
                </a:lnTo>
                <a:lnTo>
                  <a:pt x="507682" y="35052"/>
                </a:lnTo>
                <a:lnTo>
                  <a:pt x="483108" y="21082"/>
                </a:lnTo>
                <a:lnTo>
                  <a:pt x="478536" y="23622"/>
                </a:lnTo>
                <a:lnTo>
                  <a:pt x="489712" y="40132"/>
                </a:lnTo>
                <a:lnTo>
                  <a:pt x="498157" y="55372"/>
                </a:lnTo>
                <a:lnTo>
                  <a:pt x="504050" y="69342"/>
                </a:lnTo>
                <a:lnTo>
                  <a:pt x="507492" y="82042"/>
                </a:lnTo>
                <a:lnTo>
                  <a:pt x="509016" y="93472"/>
                </a:lnTo>
                <a:lnTo>
                  <a:pt x="512064" y="98552"/>
                </a:lnTo>
                <a:lnTo>
                  <a:pt x="519684" y="98552"/>
                </a:lnTo>
                <a:lnTo>
                  <a:pt x="522732" y="97282"/>
                </a:lnTo>
                <a:lnTo>
                  <a:pt x="528828" y="90932"/>
                </a:lnTo>
                <a:lnTo>
                  <a:pt x="534924" y="85852"/>
                </a:lnTo>
                <a:lnTo>
                  <a:pt x="537972" y="80772"/>
                </a:lnTo>
                <a:close/>
              </a:path>
              <a:path w="856615" h="397510">
                <a:moveTo>
                  <a:pt x="704088" y="59182"/>
                </a:moveTo>
                <a:lnTo>
                  <a:pt x="699820" y="55372"/>
                </a:lnTo>
                <a:lnTo>
                  <a:pt x="682752" y="40132"/>
                </a:lnTo>
                <a:lnTo>
                  <a:pt x="672084" y="53467"/>
                </a:lnTo>
                <a:lnTo>
                  <a:pt x="672084" y="66802"/>
                </a:lnTo>
                <a:lnTo>
                  <a:pt x="672084" y="98552"/>
                </a:lnTo>
                <a:lnTo>
                  <a:pt x="672084" y="108712"/>
                </a:lnTo>
                <a:lnTo>
                  <a:pt x="672084" y="145542"/>
                </a:lnTo>
                <a:lnTo>
                  <a:pt x="597408" y="145542"/>
                </a:lnTo>
                <a:lnTo>
                  <a:pt x="597408" y="108712"/>
                </a:lnTo>
                <a:lnTo>
                  <a:pt x="672084" y="108712"/>
                </a:lnTo>
                <a:lnTo>
                  <a:pt x="672084" y="98552"/>
                </a:lnTo>
                <a:lnTo>
                  <a:pt x="597408" y="98552"/>
                </a:lnTo>
                <a:lnTo>
                  <a:pt x="597408" y="66802"/>
                </a:lnTo>
                <a:lnTo>
                  <a:pt x="672084" y="66802"/>
                </a:lnTo>
                <a:lnTo>
                  <a:pt x="672084" y="53467"/>
                </a:lnTo>
                <a:lnTo>
                  <a:pt x="670560" y="55372"/>
                </a:lnTo>
                <a:lnTo>
                  <a:pt x="624840" y="55372"/>
                </a:lnTo>
                <a:lnTo>
                  <a:pt x="630034" y="47752"/>
                </a:lnTo>
                <a:lnTo>
                  <a:pt x="634365" y="42672"/>
                </a:lnTo>
                <a:lnTo>
                  <a:pt x="638136" y="36322"/>
                </a:lnTo>
                <a:lnTo>
                  <a:pt x="641604" y="32512"/>
                </a:lnTo>
                <a:lnTo>
                  <a:pt x="644652" y="28702"/>
                </a:lnTo>
                <a:lnTo>
                  <a:pt x="655320" y="19812"/>
                </a:lnTo>
                <a:lnTo>
                  <a:pt x="629412" y="5842"/>
                </a:lnTo>
                <a:lnTo>
                  <a:pt x="627697" y="16002"/>
                </a:lnTo>
                <a:lnTo>
                  <a:pt x="624840" y="28702"/>
                </a:lnTo>
                <a:lnTo>
                  <a:pt x="620839" y="41402"/>
                </a:lnTo>
                <a:lnTo>
                  <a:pt x="615696" y="55372"/>
                </a:lnTo>
                <a:lnTo>
                  <a:pt x="597408" y="55372"/>
                </a:lnTo>
                <a:lnTo>
                  <a:pt x="574548" y="42672"/>
                </a:lnTo>
                <a:lnTo>
                  <a:pt x="575437" y="61722"/>
                </a:lnTo>
                <a:lnTo>
                  <a:pt x="575881" y="79502"/>
                </a:lnTo>
                <a:lnTo>
                  <a:pt x="576008" y="90932"/>
                </a:lnTo>
                <a:lnTo>
                  <a:pt x="575881" y="139192"/>
                </a:lnTo>
                <a:lnTo>
                  <a:pt x="575437" y="155702"/>
                </a:lnTo>
                <a:lnTo>
                  <a:pt x="574548" y="174752"/>
                </a:lnTo>
                <a:lnTo>
                  <a:pt x="597408" y="167132"/>
                </a:lnTo>
                <a:lnTo>
                  <a:pt x="597408" y="156972"/>
                </a:lnTo>
                <a:lnTo>
                  <a:pt x="672084" y="156972"/>
                </a:lnTo>
                <a:lnTo>
                  <a:pt x="672084" y="169672"/>
                </a:lnTo>
                <a:lnTo>
                  <a:pt x="694944" y="159512"/>
                </a:lnTo>
                <a:lnTo>
                  <a:pt x="694728" y="156972"/>
                </a:lnTo>
                <a:lnTo>
                  <a:pt x="693826" y="146812"/>
                </a:lnTo>
                <a:lnTo>
                  <a:pt x="693762" y="145542"/>
                </a:lnTo>
                <a:lnTo>
                  <a:pt x="692848" y="127762"/>
                </a:lnTo>
                <a:lnTo>
                  <a:pt x="692340" y="108712"/>
                </a:lnTo>
                <a:lnTo>
                  <a:pt x="692238" y="104902"/>
                </a:lnTo>
                <a:lnTo>
                  <a:pt x="692137" y="98552"/>
                </a:lnTo>
                <a:lnTo>
                  <a:pt x="691896" y="69342"/>
                </a:lnTo>
                <a:lnTo>
                  <a:pt x="694944" y="66802"/>
                </a:lnTo>
                <a:lnTo>
                  <a:pt x="704088" y="59182"/>
                </a:lnTo>
                <a:close/>
              </a:path>
              <a:path w="856615" h="397510">
                <a:moveTo>
                  <a:pt x="726948" y="214122"/>
                </a:moveTo>
                <a:lnTo>
                  <a:pt x="702564" y="187452"/>
                </a:lnTo>
                <a:lnTo>
                  <a:pt x="684276" y="203962"/>
                </a:lnTo>
                <a:lnTo>
                  <a:pt x="646176" y="203962"/>
                </a:lnTo>
                <a:lnTo>
                  <a:pt x="653796" y="196342"/>
                </a:lnTo>
                <a:lnTo>
                  <a:pt x="655320" y="189992"/>
                </a:lnTo>
                <a:lnTo>
                  <a:pt x="652272" y="182372"/>
                </a:lnTo>
                <a:lnTo>
                  <a:pt x="648271" y="177292"/>
                </a:lnTo>
                <a:lnTo>
                  <a:pt x="640842" y="172212"/>
                </a:lnTo>
                <a:lnTo>
                  <a:pt x="629983" y="167132"/>
                </a:lnTo>
                <a:lnTo>
                  <a:pt x="615696" y="162052"/>
                </a:lnTo>
                <a:lnTo>
                  <a:pt x="612648" y="165862"/>
                </a:lnTo>
                <a:lnTo>
                  <a:pt x="620915" y="174752"/>
                </a:lnTo>
                <a:lnTo>
                  <a:pt x="627316" y="184912"/>
                </a:lnTo>
                <a:lnTo>
                  <a:pt x="631723" y="193802"/>
                </a:lnTo>
                <a:lnTo>
                  <a:pt x="633984" y="203962"/>
                </a:lnTo>
                <a:lnTo>
                  <a:pt x="551688" y="203962"/>
                </a:lnTo>
                <a:lnTo>
                  <a:pt x="566928" y="219202"/>
                </a:lnTo>
                <a:lnTo>
                  <a:pt x="576961" y="216662"/>
                </a:lnTo>
                <a:lnTo>
                  <a:pt x="595871" y="214122"/>
                </a:lnTo>
                <a:lnTo>
                  <a:pt x="605028" y="214122"/>
                </a:lnTo>
                <a:lnTo>
                  <a:pt x="602729" y="240792"/>
                </a:lnTo>
                <a:lnTo>
                  <a:pt x="593407" y="268732"/>
                </a:lnTo>
                <a:lnTo>
                  <a:pt x="576961" y="297942"/>
                </a:lnTo>
                <a:lnTo>
                  <a:pt x="553212" y="328422"/>
                </a:lnTo>
                <a:lnTo>
                  <a:pt x="556260" y="332232"/>
                </a:lnTo>
                <a:lnTo>
                  <a:pt x="580859" y="313182"/>
                </a:lnTo>
                <a:lnTo>
                  <a:pt x="599884" y="294132"/>
                </a:lnTo>
                <a:lnTo>
                  <a:pt x="613486" y="273812"/>
                </a:lnTo>
                <a:lnTo>
                  <a:pt x="621792" y="252222"/>
                </a:lnTo>
                <a:lnTo>
                  <a:pt x="665988" y="252222"/>
                </a:lnTo>
                <a:lnTo>
                  <a:pt x="661225" y="294132"/>
                </a:lnTo>
                <a:lnTo>
                  <a:pt x="646176" y="313182"/>
                </a:lnTo>
                <a:lnTo>
                  <a:pt x="635342" y="313182"/>
                </a:lnTo>
                <a:lnTo>
                  <a:pt x="628078" y="311912"/>
                </a:lnTo>
                <a:lnTo>
                  <a:pt x="619963" y="310642"/>
                </a:lnTo>
                <a:lnTo>
                  <a:pt x="611124" y="306832"/>
                </a:lnTo>
                <a:lnTo>
                  <a:pt x="609600" y="313182"/>
                </a:lnTo>
                <a:lnTo>
                  <a:pt x="625602" y="320802"/>
                </a:lnTo>
                <a:lnTo>
                  <a:pt x="637032" y="327152"/>
                </a:lnTo>
                <a:lnTo>
                  <a:pt x="643890" y="334772"/>
                </a:lnTo>
                <a:lnTo>
                  <a:pt x="646176" y="342392"/>
                </a:lnTo>
                <a:lnTo>
                  <a:pt x="656463" y="338582"/>
                </a:lnTo>
                <a:lnTo>
                  <a:pt x="680466" y="297942"/>
                </a:lnTo>
                <a:lnTo>
                  <a:pt x="687324" y="254762"/>
                </a:lnTo>
                <a:lnTo>
                  <a:pt x="692810" y="252222"/>
                </a:lnTo>
                <a:lnTo>
                  <a:pt x="701040" y="248412"/>
                </a:lnTo>
                <a:lnTo>
                  <a:pt x="693420" y="242062"/>
                </a:lnTo>
                <a:lnTo>
                  <a:pt x="676656" y="228092"/>
                </a:lnTo>
                <a:lnTo>
                  <a:pt x="664464" y="242062"/>
                </a:lnTo>
                <a:lnTo>
                  <a:pt x="623316" y="242062"/>
                </a:lnTo>
                <a:lnTo>
                  <a:pt x="624446" y="234442"/>
                </a:lnTo>
                <a:lnTo>
                  <a:pt x="625411" y="226822"/>
                </a:lnTo>
                <a:lnTo>
                  <a:pt x="626110" y="220472"/>
                </a:lnTo>
                <a:lnTo>
                  <a:pt x="626364" y="214122"/>
                </a:lnTo>
                <a:lnTo>
                  <a:pt x="726948" y="214122"/>
                </a:lnTo>
                <a:close/>
              </a:path>
              <a:path w="856615" h="397510">
                <a:moveTo>
                  <a:pt x="854964" y="362712"/>
                </a:moveTo>
                <a:lnTo>
                  <a:pt x="810653" y="365252"/>
                </a:lnTo>
                <a:lnTo>
                  <a:pt x="736879" y="367792"/>
                </a:lnTo>
                <a:lnTo>
                  <a:pt x="676275" y="367792"/>
                </a:lnTo>
                <a:lnTo>
                  <a:pt x="625411" y="362712"/>
                </a:lnTo>
                <a:lnTo>
                  <a:pt x="579120" y="347472"/>
                </a:lnTo>
                <a:lnTo>
                  <a:pt x="547878" y="325882"/>
                </a:lnTo>
                <a:lnTo>
                  <a:pt x="545045" y="323342"/>
                </a:lnTo>
                <a:lnTo>
                  <a:pt x="536448" y="314452"/>
                </a:lnTo>
                <a:lnTo>
                  <a:pt x="536448" y="168402"/>
                </a:lnTo>
                <a:lnTo>
                  <a:pt x="539877" y="165862"/>
                </a:lnTo>
                <a:lnTo>
                  <a:pt x="550164" y="158242"/>
                </a:lnTo>
                <a:lnTo>
                  <a:pt x="524256" y="135382"/>
                </a:lnTo>
                <a:lnTo>
                  <a:pt x="510540" y="154432"/>
                </a:lnTo>
                <a:lnTo>
                  <a:pt x="441960" y="154432"/>
                </a:lnTo>
                <a:lnTo>
                  <a:pt x="457200" y="169672"/>
                </a:lnTo>
                <a:lnTo>
                  <a:pt x="488708" y="165862"/>
                </a:lnTo>
                <a:lnTo>
                  <a:pt x="513588" y="165862"/>
                </a:lnTo>
                <a:lnTo>
                  <a:pt x="513588" y="314452"/>
                </a:lnTo>
                <a:lnTo>
                  <a:pt x="493001" y="324612"/>
                </a:lnTo>
                <a:lnTo>
                  <a:pt x="474535" y="333502"/>
                </a:lnTo>
                <a:lnTo>
                  <a:pt x="458089" y="342392"/>
                </a:lnTo>
                <a:lnTo>
                  <a:pt x="443484" y="351282"/>
                </a:lnTo>
                <a:lnTo>
                  <a:pt x="467868" y="375412"/>
                </a:lnTo>
                <a:lnTo>
                  <a:pt x="474776" y="367792"/>
                </a:lnTo>
                <a:lnTo>
                  <a:pt x="481965" y="360172"/>
                </a:lnTo>
                <a:lnTo>
                  <a:pt x="513016" y="329692"/>
                </a:lnTo>
                <a:lnTo>
                  <a:pt x="524256" y="325882"/>
                </a:lnTo>
                <a:lnTo>
                  <a:pt x="529399" y="327152"/>
                </a:lnTo>
                <a:lnTo>
                  <a:pt x="535686" y="330962"/>
                </a:lnTo>
                <a:lnTo>
                  <a:pt x="543115" y="337312"/>
                </a:lnTo>
                <a:lnTo>
                  <a:pt x="551688" y="347472"/>
                </a:lnTo>
                <a:lnTo>
                  <a:pt x="562546" y="356362"/>
                </a:lnTo>
                <a:lnTo>
                  <a:pt x="615696" y="381762"/>
                </a:lnTo>
                <a:lnTo>
                  <a:pt x="689991" y="393192"/>
                </a:lnTo>
                <a:lnTo>
                  <a:pt x="748576" y="395732"/>
                </a:lnTo>
                <a:lnTo>
                  <a:pt x="821436" y="397002"/>
                </a:lnTo>
                <a:lnTo>
                  <a:pt x="823468" y="388112"/>
                </a:lnTo>
                <a:lnTo>
                  <a:pt x="829627" y="380492"/>
                </a:lnTo>
                <a:lnTo>
                  <a:pt x="840092" y="374142"/>
                </a:lnTo>
                <a:lnTo>
                  <a:pt x="854964" y="367792"/>
                </a:lnTo>
                <a:lnTo>
                  <a:pt x="854964" y="362712"/>
                </a:lnTo>
                <a:close/>
              </a:path>
              <a:path w="856615" h="397510">
                <a:moveTo>
                  <a:pt x="856488" y="113792"/>
                </a:moveTo>
                <a:lnTo>
                  <a:pt x="848042" y="104902"/>
                </a:lnTo>
                <a:lnTo>
                  <a:pt x="827532" y="83312"/>
                </a:lnTo>
                <a:lnTo>
                  <a:pt x="809244" y="104902"/>
                </a:lnTo>
                <a:lnTo>
                  <a:pt x="746760" y="104902"/>
                </a:lnTo>
                <a:lnTo>
                  <a:pt x="751890" y="88392"/>
                </a:lnTo>
                <a:lnTo>
                  <a:pt x="757999" y="70612"/>
                </a:lnTo>
                <a:lnTo>
                  <a:pt x="764984" y="51562"/>
                </a:lnTo>
                <a:lnTo>
                  <a:pt x="772668" y="29972"/>
                </a:lnTo>
                <a:lnTo>
                  <a:pt x="786384" y="22352"/>
                </a:lnTo>
                <a:lnTo>
                  <a:pt x="749808" y="4572"/>
                </a:lnTo>
                <a:lnTo>
                  <a:pt x="746099" y="28702"/>
                </a:lnTo>
                <a:lnTo>
                  <a:pt x="741807" y="51562"/>
                </a:lnTo>
                <a:lnTo>
                  <a:pt x="731520" y="96012"/>
                </a:lnTo>
                <a:lnTo>
                  <a:pt x="717423" y="136652"/>
                </a:lnTo>
                <a:lnTo>
                  <a:pt x="701040" y="177292"/>
                </a:lnTo>
                <a:lnTo>
                  <a:pt x="707136" y="181102"/>
                </a:lnTo>
                <a:lnTo>
                  <a:pt x="715429" y="167132"/>
                </a:lnTo>
                <a:lnTo>
                  <a:pt x="724281" y="151892"/>
                </a:lnTo>
                <a:lnTo>
                  <a:pt x="733717" y="134112"/>
                </a:lnTo>
                <a:lnTo>
                  <a:pt x="743712" y="115062"/>
                </a:lnTo>
                <a:lnTo>
                  <a:pt x="795528" y="115062"/>
                </a:lnTo>
                <a:lnTo>
                  <a:pt x="791794" y="141732"/>
                </a:lnTo>
                <a:lnTo>
                  <a:pt x="787336" y="168402"/>
                </a:lnTo>
                <a:lnTo>
                  <a:pt x="782027" y="193802"/>
                </a:lnTo>
                <a:lnTo>
                  <a:pt x="775716" y="216662"/>
                </a:lnTo>
                <a:lnTo>
                  <a:pt x="766622" y="205232"/>
                </a:lnTo>
                <a:lnTo>
                  <a:pt x="755523" y="192532"/>
                </a:lnTo>
                <a:lnTo>
                  <a:pt x="742721" y="178562"/>
                </a:lnTo>
                <a:lnTo>
                  <a:pt x="728472" y="164592"/>
                </a:lnTo>
                <a:lnTo>
                  <a:pt x="723900" y="167132"/>
                </a:lnTo>
                <a:lnTo>
                  <a:pt x="734504" y="181102"/>
                </a:lnTo>
                <a:lnTo>
                  <a:pt x="757986" y="215392"/>
                </a:lnTo>
                <a:lnTo>
                  <a:pt x="752284" y="267462"/>
                </a:lnTo>
                <a:lnTo>
                  <a:pt x="704278" y="327152"/>
                </a:lnTo>
                <a:lnTo>
                  <a:pt x="675132" y="355092"/>
                </a:lnTo>
                <a:lnTo>
                  <a:pt x="678180" y="360172"/>
                </a:lnTo>
                <a:lnTo>
                  <a:pt x="710501" y="337312"/>
                </a:lnTo>
                <a:lnTo>
                  <a:pt x="738949" y="311912"/>
                </a:lnTo>
                <a:lnTo>
                  <a:pt x="763701" y="283972"/>
                </a:lnTo>
                <a:lnTo>
                  <a:pt x="784860" y="253492"/>
                </a:lnTo>
                <a:lnTo>
                  <a:pt x="794537" y="271272"/>
                </a:lnTo>
                <a:lnTo>
                  <a:pt x="802767" y="287782"/>
                </a:lnTo>
                <a:lnTo>
                  <a:pt x="809294" y="303022"/>
                </a:lnTo>
                <a:lnTo>
                  <a:pt x="813816" y="318262"/>
                </a:lnTo>
                <a:lnTo>
                  <a:pt x="818388" y="333502"/>
                </a:lnTo>
                <a:lnTo>
                  <a:pt x="821436" y="341122"/>
                </a:lnTo>
                <a:lnTo>
                  <a:pt x="826008" y="341122"/>
                </a:lnTo>
                <a:lnTo>
                  <a:pt x="832104" y="334772"/>
                </a:lnTo>
                <a:lnTo>
                  <a:pt x="835152" y="329692"/>
                </a:lnTo>
                <a:lnTo>
                  <a:pt x="836676" y="322072"/>
                </a:lnTo>
                <a:lnTo>
                  <a:pt x="836676" y="310642"/>
                </a:lnTo>
                <a:lnTo>
                  <a:pt x="835152" y="304292"/>
                </a:lnTo>
                <a:lnTo>
                  <a:pt x="833628" y="295402"/>
                </a:lnTo>
                <a:lnTo>
                  <a:pt x="829589" y="286512"/>
                </a:lnTo>
                <a:lnTo>
                  <a:pt x="821817" y="273812"/>
                </a:lnTo>
                <a:lnTo>
                  <a:pt x="810056" y="256032"/>
                </a:lnTo>
                <a:lnTo>
                  <a:pt x="808050" y="253492"/>
                </a:lnTo>
                <a:lnTo>
                  <a:pt x="794004" y="235712"/>
                </a:lnTo>
                <a:lnTo>
                  <a:pt x="808482" y="176022"/>
                </a:lnTo>
                <a:lnTo>
                  <a:pt x="818222" y="115062"/>
                </a:lnTo>
                <a:lnTo>
                  <a:pt x="818388" y="113792"/>
                </a:lnTo>
                <a:lnTo>
                  <a:pt x="856488" y="11379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</a:endParaRPr>
          </a:p>
        </p:txBody>
      </p:sp>
      <p:sp>
        <p:nvSpPr>
          <p:cNvPr id="31" name="object 31"/>
          <p:cNvSpPr/>
          <p:nvPr/>
        </p:nvSpPr>
        <p:spPr>
          <a:xfrm>
            <a:off x="2119883" y="3433572"/>
            <a:ext cx="410209" cy="408940"/>
          </a:xfrm>
          <a:custGeom>
            <a:avLst/>
            <a:gdLst/>
            <a:ahLst/>
            <a:cxnLst/>
            <a:rect l="l" t="t" r="r" b="b"/>
            <a:pathLst>
              <a:path w="410210" h="408939">
                <a:moveTo>
                  <a:pt x="274320" y="59436"/>
                </a:moveTo>
                <a:lnTo>
                  <a:pt x="249936" y="59436"/>
                </a:lnTo>
                <a:lnTo>
                  <a:pt x="249898" y="40719"/>
                </a:lnTo>
                <a:lnTo>
                  <a:pt x="249773" y="28956"/>
                </a:lnTo>
                <a:lnTo>
                  <a:pt x="249660" y="23669"/>
                </a:lnTo>
                <a:lnTo>
                  <a:pt x="249293" y="12287"/>
                </a:lnTo>
                <a:lnTo>
                  <a:pt x="248412" y="0"/>
                </a:lnTo>
                <a:lnTo>
                  <a:pt x="288036" y="16764"/>
                </a:lnTo>
                <a:lnTo>
                  <a:pt x="274320" y="28956"/>
                </a:lnTo>
                <a:lnTo>
                  <a:pt x="274320" y="59436"/>
                </a:lnTo>
                <a:close/>
              </a:path>
              <a:path w="410210" h="408939">
                <a:moveTo>
                  <a:pt x="77724" y="96012"/>
                </a:moveTo>
                <a:lnTo>
                  <a:pt x="73152" y="96012"/>
                </a:lnTo>
                <a:lnTo>
                  <a:pt x="70104" y="89916"/>
                </a:lnTo>
                <a:lnTo>
                  <a:pt x="70104" y="76200"/>
                </a:lnTo>
                <a:lnTo>
                  <a:pt x="66936" y="63912"/>
                </a:lnTo>
                <a:lnTo>
                  <a:pt x="61912" y="49911"/>
                </a:lnTo>
                <a:lnTo>
                  <a:pt x="54887" y="34194"/>
                </a:lnTo>
                <a:lnTo>
                  <a:pt x="45719" y="16764"/>
                </a:lnTo>
                <a:lnTo>
                  <a:pt x="50292" y="13716"/>
                </a:lnTo>
                <a:lnTo>
                  <a:pt x="85439" y="40719"/>
                </a:lnTo>
                <a:lnTo>
                  <a:pt x="98726" y="67175"/>
                </a:lnTo>
                <a:lnTo>
                  <a:pt x="97536" y="73152"/>
                </a:lnTo>
                <a:lnTo>
                  <a:pt x="94488" y="80772"/>
                </a:lnTo>
                <a:lnTo>
                  <a:pt x="91440" y="86868"/>
                </a:lnTo>
                <a:lnTo>
                  <a:pt x="77724" y="96012"/>
                </a:lnTo>
                <a:close/>
              </a:path>
              <a:path w="410210" h="408939">
                <a:moveTo>
                  <a:pt x="150876" y="74676"/>
                </a:moveTo>
                <a:lnTo>
                  <a:pt x="135636" y="59436"/>
                </a:lnTo>
                <a:lnTo>
                  <a:pt x="345948" y="59436"/>
                </a:lnTo>
                <a:lnTo>
                  <a:pt x="370332" y="36576"/>
                </a:lnTo>
                <a:lnTo>
                  <a:pt x="399288" y="70104"/>
                </a:lnTo>
                <a:lnTo>
                  <a:pt x="184404" y="70104"/>
                </a:lnTo>
                <a:lnTo>
                  <a:pt x="177236" y="70389"/>
                </a:lnTo>
                <a:lnTo>
                  <a:pt x="169354" y="71247"/>
                </a:lnTo>
                <a:lnTo>
                  <a:pt x="160615" y="72675"/>
                </a:lnTo>
                <a:lnTo>
                  <a:pt x="150876" y="74676"/>
                </a:lnTo>
                <a:close/>
              </a:path>
              <a:path w="410210" h="408939">
                <a:moveTo>
                  <a:pt x="274320" y="106680"/>
                </a:moveTo>
                <a:lnTo>
                  <a:pt x="249936" y="106680"/>
                </a:lnTo>
                <a:lnTo>
                  <a:pt x="249936" y="70104"/>
                </a:lnTo>
                <a:lnTo>
                  <a:pt x="274320" y="70104"/>
                </a:lnTo>
                <a:lnTo>
                  <a:pt x="274320" y="106680"/>
                </a:lnTo>
                <a:close/>
              </a:path>
              <a:path w="410210" h="408939">
                <a:moveTo>
                  <a:pt x="176784" y="121920"/>
                </a:moveTo>
                <a:lnTo>
                  <a:pt x="161544" y="106680"/>
                </a:lnTo>
                <a:lnTo>
                  <a:pt x="324612" y="106680"/>
                </a:lnTo>
                <a:lnTo>
                  <a:pt x="347472" y="85344"/>
                </a:lnTo>
                <a:lnTo>
                  <a:pt x="374904" y="115824"/>
                </a:lnTo>
                <a:lnTo>
                  <a:pt x="210312" y="115824"/>
                </a:lnTo>
                <a:lnTo>
                  <a:pt x="203144" y="116347"/>
                </a:lnTo>
                <a:lnTo>
                  <a:pt x="195262" y="117729"/>
                </a:lnTo>
                <a:lnTo>
                  <a:pt x="176784" y="121920"/>
                </a:lnTo>
                <a:close/>
              </a:path>
              <a:path w="410210" h="408939">
                <a:moveTo>
                  <a:pt x="274320" y="160020"/>
                </a:moveTo>
                <a:lnTo>
                  <a:pt x="249936" y="160020"/>
                </a:lnTo>
                <a:lnTo>
                  <a:pt x="249936" y="115824"/>
                </a:lnTo>
                <a:lnTo>
                  <a:pt x="274320" y="115824"/>
                </a:lnTo>
                <a:lnTo>
                  <a:pt x="274320" y="160020"/>
                </a:lnTo>
                <a:close/>
              </a:path>
              <a:path w="410210" h="408939">
                <a:moveTo>
                  <a:pt x="15240" y="167640"/>
                </a:moveTo>
                <a:lnTo>
                  <a:pt x="0" y="150876"/>
                </a:lnTo>
                <a:lnTo>
                  <a:pt x="62484" y="150876"/>
                </a:lnTo>
                <a:lnTo>
                  <a:pt x="76200" y="134112"/>
                </a:lnTo>
                <a:lnTo>
                  <a:pt x="106680" y="156972"/>
                </a:lnTo>
                <a:lnTo>
                  <a:pt x="100393" y="161544"/>
                </a:lnTo>
                <a:lnTo>
                  <a:pt x="48767" y="161544"/>
                </a:lnTo>
                <a:lnTo>
                  <a:pt x="41600" y="161853"/>
                </a:lnTo>
                <a:lnTo>
                  <a:pt x="33718" y="162877"/>
                </a:lnTo>
                <a:lnTo>
                  <a:pt x="24979" y="164758"/>
                </a:lnTo>
                <a:lnTo>
                  <a:pt x="15240" y="167640"/>
                </a:lnTo>
                <a:close/>
              </a:path>
              <a:path w="410210" h="408939">
                <a:moveTo>
                  <a:pt x="137160" y="175260"/>
                </a:moveTo>
                <a:lnTo>
                  <a:pt x="121920" y="160020"/>
                </a:lnTo>
                <a:lnTo>
                  <a:pt x="356616" y="160020"/>
                </a:lnTo>
                <a:lnTo>
                  <a:pt x="381000" y="137160"/>
                </a:lnTo>
                <a:lnTo>
                  <a:pt x="409956" y="170688"/>
                </a:lnTo>
                <a:lnTo>
                  <a:pt x="170688" y="170688"/>
                </a:lnTo>
                <a:lnTo>
                  <a:pt x="163520" y="170973"/>
                </a:lnTo>
                <a:lnTo>
                  <a:pt x="155638" y="171831"/>
                </a:lnTo>
                <a:lnTo>
                  <a:pt x="146899" y="173259"/>
                </a:lnTo>
                <a:lnTo>
                  <a:pt x="137160" y="175260"/>
                </a:lnTo>
                <a:close/>
              </a:path>
              <a:path w="410210" h="408939">
                <a:moveTo>
                  <a:pt x="83819" y="374904"/>
                </a:moveTo>
                <a:lnTo>
                  <a:pt x="59436" y="347472"/>
                </a:lnTo>
                <a:lnTo>
                  <a:pt x="64008" y="341376"/>
                </a:lnTo>
                <a:lnTo>
                  <a:pt x="65531" y="332232"/>
                </a:lnTo>
                <a:lnTo>
                  <a:pt x="65531" y="161544"/>
                </a:lnTo>
                <a:lnTo>
                  <a:pt x="100393" y="161544"/>
                </a:lnTo>
                <a:lnTo>
                  <a:pt x="89916" y="169164"/>
                </a:lnTo>
                <a:lnTo>
                  <a:pt x="89916" y="323088"/>
                </a:lnTo>
                <a:lnTo>
                  <a:pt x="117609" y="323088"/>
                </a:lnTo>
                <a:lnTo>
                  <a:pt x="115443" y="325945"/>
                </a:lnTo>
                <a:lnTo>
                  <a:pt x="98059" y="351210"/>
                </a:lnTo>
                <a:lnTo>
                  <a:pt x="83819" y="374904"/>
                </a:lnTo>
                <a:close/>
              </a:path>
              <a:path w="410210" h="408939">
                <a:moveTo>
                  <a:pt x="361079" y="205740"/>
                </a:moveTo>
                <a:lnTo>
                  <a:pt x="329184" y="205740"/>
                </a:lnTo>
                <a:lnTo>
                  <a:pt x="338328" y="188976"/>
                </a:lnTo>
                <a:lnTo>
                  <a:pt x="361079" y="205740"/>
                </a:lnTo>
                <a:close/>
              </a:path>
              <a:path w="410210" h="408939">
                <a:moveTo>
                  <a:pt x="175260" y="408432"/>
                </a:moveTo>
                <a:lnTo>
                  <a:pt x="176141" y="381809"/>
                </a:lnTo>
                <a:lnTo>
                  <a:pt x="176593" y="354330"/>
                </a:lnTo>
                <a:lnTo>
                  <a:pt x="176660" y="249936"/>
                </a:lnTo>
                <a:lnTo>
                  <a:pt x="176593" y="239077"/>
                </a:lnTo>
                <a:lnTo>
                  <a:pt x="176141" y="214002"/>
                </a:lnTo>
                <a:lnTo>
                  <a:pt x="175260" y="190500"/>
                </a:lnTo>
                <a:lnTo>
                  <a:pt x="198120" y="205740"/>
                </a:lnTo>
                <a:lnTo>
                  <a:pt x="361079" y="205740"/>
                </a:lnTo>
                <a:lnTo>
                  <a:pt x="367284" y="210312"/>
                </a:lnTo>
                <a:lnTo>
                  <a:pt x="362058" y="214884"/>
                </a:lnTo>
                <a:lnTo>
                  <a:pt x="199644" y="214884"/>
                </a:lnTo>
                <a:lnTo>
                  <a:pt x="199644" y="249936"/>
                </a:lnTo>
                <a:lnTo>
                  <a:pt x="355092" y="249936"/>
                </a:lnTo>
                <a:lnTo>
                  <a:pt x="355092" y="260604"/>
                </a:lnTo>
                <a:lnTo>
                  <a:pt x="199644" y="260604"/>
                </a:lnTo>
                <a:lnTo>
                  <a:pt x="199644" y="300228"/>
                </a:lnTo>
                <a:lnTo>
                  <a:pt x="355092" y="300228"/>
                </a:lnTo>
                <a:lnTo>
                  <a:pt x="355092" y="310896"/>
                </a:lnTo>
                <a:lnTo>
                  <a:pt x="199644" y="310896"/>
                </a:lnTo>
                <a:lnTo>
                  <a:pt x="199644" y="396240"/>
                </a:lnTo>
                <a:lnTo>
                  <a:pt x="175260" y="408432"/>
                </a:lnTo>
                <a:close/>
              </a:path>
              <a:path w="410210" h="408939">
                <a:moveTo>
                  <a:pt x="355092" y="249936"/>
                </a:moveTo>
                <a:lnTo>
                  <a:pt x="332232" y="249936"/>
                </a:lnTo>
                <a:lnTo>
                  <a:pt x="332232" y="214884"/>
                </a:lnTo>
                <a:lnTo>
                  <a:pt x="362058" y="214884"/>
                </a:lnTo>
                <a:lnTo>
                  <a:pt x="355092" y="220979"/>
                </a:lnTo>
                <a:lnTo>
                  <a:pt x="355092" y="249936"/>
                </a:lnTo>
                <a:close/>
              </a:path>
              <a:path w="410210" h="408939">
                <a:moveTo>
                  <a:pt x="355092" y="300228"/>
                </a:moveTo>
                <a:lnTo>
                  <a:pt x="332232" y="300228"/>
                </a:lnTo>
                <a:lnTo>
                  <a:pt x="332232" y="260604"/>
                </a:lnTo>
                <a:lnTo>
                  <a:pt x="355092" y="260604"/>
                </a:lnTo>
                <a:lnTo>
                  <a:pt x="355092" y="300228"/>
                </a:lnTo>
                <a:close/>
              </a:path>
              <a:path w="410210" h="408939">
                <a:moveTo>
                  <a:pt x="117609" y="323088"/>
                </a:moveTo>
                <a:lnTo>
                  <a:pt x="89916" y="323088"/>
                </a:lnTo>
                <a:lnTo>
                  <a:pt x="152400" y="266700"/>
                </a:lnTo>
                <a:lnTo>
                  <a:pt x="158496" y="271272"/>
                </a:lnTo>
                <a:lnTo>
                  <a:pt x="135683" y="299251"/>
                </a:lnTo>
                <a:lnTo>
                  <a:pt x="117609" y="323088"/>
                </a:lnTo>
                <a:close/>
              </a:path>
              <a:path w="410210" h="408939">
                <a:moveTo>
                  <a:pt x="353972" y="368808"/>
                </a:moveTo>
                <a:lnTo>
                  <a:pt x="316992" y="368808"/>
                </a:lnTo>
                <a:lnTo>
                  <a:pt x="324088" y="368569"/>
                </a:lnTo>
                <a:lnTo>
                  <a:pt x="329184" y="365760"/>
                </a:lnTo>
                <a:lnTo>
                  <a:pt x="331993" y="360664"/>
                </a:lnTo>
                <a:lnTo>
                  <a:pt x="332206" y="354330"/>
                </a:lnTo>
                <a:lnTo>
                  <a:pt x="332232" y="310896"/>
                </a:lnTo>
                <a:lnTo>
                  <a:pt x="355092" y="310896"/>
                </a:lnTo>
                <a:lnTo>
                  <a:pt x="355092" y="361188"/>
                </a:lnTo>
                <a:lnTo>
                  <a:pt x="353972" y="368808"/>
                </a:lnTo>
                <a:close/>
              </a:path>
              <a:path w="410210" h="408939">
                <a:moveTo>
                  <a:pt x="316992" y="406908"/>
                </a:moveTo>
                <a:lnTo>
                  <a:pt x="313896" y="396311"/>
                </a:lnTo>
                <a:lnTo>
                  <a:pt x="304800" y="387286"/>
                </a:lnTo>
                <a:lnTo>
                  <a:pt x="289988" y="379690"/>
                </a:lnTo>
                <a:lnTo>
                  <a:pt x="269748" y="373380"/>
                </a:lnTo>
                <a:lnTo>
                  <a:pt x="269748" y="367284"/>
                </a:lnTo>
                <a:lnTo>
                  <a:pt x="283773" y="367522"/>
                </a:lnTo>
                <a:lnTo>
                  <a:pt x="307252" y="368569"/>
                </a:lnTo>
                <a:lnTo>
                  <a:pt x="316992" y="368808"/>
                </a:lnTo>
                <a:lnTo>
                  <a:pt x="353972" y="368808"/>
                </a:lnTo>
                <a:lnTo>
                  <a:pt x="352782" y="376904"/>
                </a:lnTo>
                <a:lnTo>
                  <a:pt x="345757" y="389763"/>
                </a:lnTo>
                <a:lnTo>
                  <a:pt x="333875" y="399764"/>
                </a:lnTo>
                <a:lnTo>
                  <a:pt x="316992" y="40690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</a:endParaRPr>
          </a:p>
        </p:txBody>
      </p:sp>
      <p:sp>
        <p:nvSpPr>
          <p:cNvPr id="32" name="object 32"/>
          <p:cNvSpPr/>
          <p:nvPr/>
        </p:nvSpPr>
        <p:spPr>
          <a:xfrm>
            <a:off x="2604516" y="3435096"/>
            <a:ext cx="356870" cy="402590"/>
          </a:xfrm>
          <a:custGeom>
            <a:avLst/>
            <a:gdLst/>
            <a:ahLst/>
            <a:cxnLst/>
            <a:rect l="l" t="t" r="r" b="b"/>
            <a:pathLst>
              <a:path w="356869" h="402589">
                <a:moveTo>
                  <a:pt x="54864" y="89916"/>
                </a:moveTo>
                <a:lnTo>
                  <a:pt x="44196" y="89916"/>
                </a:lnTo>
                <a:lnTo>
                  <a:pt x="51554" y="62793"/>
                </a:lnTo>
                <a:lnTo>
                  <a:pt x="57340" y="38671"/>
                </a:lnTo>
                <a:lnTo>
                  <a:pt x="61126" y="17692"/>
                </a:lnTo>
                <a:lnTo>
                  <a:pt x="62484" y="0"/>
                </a:lnTo>
                <a:lnTo>
                  <a:pt x="100584" y="21336"/>
                </a:lnTo>
                <a:lnTo>
                  <a:pt x="91725" y="29051"/>
                </a:lnTo>
                <a:lnTo>
                  <a:pt x="81153" y="43053"/>
                </a:lnTo>
                <a:lnTo>
                  <a:pt x="68865" y="63341"/>
                </a:lnTo>
                <a:lnTo>
                  <a:pt x="54864" y="89916"/>
                </a:lnTo>
                <a:close/>
              </a:path>
              <a:path w="356869" h="402589">
                <a:moveTo>
                  <a:pt x="147828" y="192024"/>
                </a:moveTo>
                <a:lnTo>
                  <a:pt x="143256" y="187452"/>
                </a:lnTo>
                <a:lnTo>
                  <a:pt x="160162" y="160615"/>
                </a:lnTo>
                <a:lnTo>
                  <a:pt x="174498" y="135064"/>
                </a:lnTo>
                <a:lnTo>
                  <a:pt x="196596" y="88392"/>
                </a:lnTo>
                <a:lnTo>
                  <a:pt x="211836" y="44958"/>
                </a:lnTo>
                <a:lnTo>
                  <a:pt x="222503" y="1524"/>
                </a:lnTo>
                <a:lnTo>
                  <a:pt x="260603" y="24384"/>
                </a:lnTo>
                <a:lnTo>
                  <a:pt x="252864" y="32361"/>
                </a:lnTo>
                <a:lnTo>
                  <a:pt x="243268" y="47053"/>
                </a:lnTo>
                <a:lnTo>
                  <a:pt x="231671" y="68318"/>
                </a:lnTo>
                <a:lnTo>
                  <a:pt x="217932" y="96012"/>
                </a:lnTo>
                <a:lnTo>
                  <a:pt x="350520" y="96012"/>
                </a:lnTo>
                <a:lnTo>
                  <a:pt x="356616" y="102108"/>
                </a:lnTo>
                <a:lnTo>
                  <a:pt x="350901" y="106680"/>
                </a:lnTo>
                <a:lnTo>
                  <a:pt x="214884" y="106680"/>
                </a:lnTo>
                <a:lnTo>
                  <a:pt x="198620" y="130730"/>
                </a:lnTo>
                <a:lnTo>
                  <a:pt x="181927" y="152781"/>
                </a:lnTo>
                <a:lnTo>
                  <a:pt x="164949" y="173116"/>
                </a:lnTo>
                <a:lnTo>
                  <a:pt x="147828" y="192024"/>
                </a:lnTo>
                <a:close/>
              </a:path>
              <a:path w="356869" h="402589">
                <a:moveTo>
                  <a:pt x="146304" y="89916"/>
                </a:moveTo>
                <a:lnTo>
                  <a:pt x="111252" y="89916"/>
                </a:lnTo>
                <a:lnTo>
                  <a:pt x="129540" y="73152"/>
                </a:lnTo>
                <a:lnTo>
                  <a:pt x="146304" y="89916"/>
                </a:lnTo>
                <a:close/>
              </a:path>
              <a:path w="356869" h="402589">
                <a:moveTo>
                  <a:pt x="0" y="397764"/>
                </a:moveTo>
                <a:lnTo>
                  <a:pt x="834" y="359664"/>
                </a:lnTo>
                <a:lnTo>
                  <a:pt x="935" y="352615"/>
                </a:lnTo>
                <a:lnTo>
                  <a:pt x="1333" y="316992"/>
                </a:lnTo>
                <a:lnTo>
                  <a:pt x="1430" y="178308"/>
                </a:lnTo>
                <a:lnTo>
                  <a:pt x="1309" y="152781"/>
                </a:lnTo>
                <a:lnTo>
                  <a:pt x="881" y="114704"/>
                </a:lnTo>
                <a:lnTo>
                  <a:pt x="0" y="74676"/>
                </a:lnTo>
                <a:lnTo>
                  <a:pt x="25908" y="89916"/>
                </a:lnTo>
                <a:lnTo>
                  <a:pt x="146304" y="89916"/>
                </a:lnTo>
                <a:lnTo>
                  <a:pt x="155448" y="99060"/>
                </a:lnTo>
                <a:lnTo>
                  <a:pt x="153162" y="100584"/>
                </a:lnTo>
                <a:lnTo>
                  <a:pt x="24384" y="100584"/>
                </a:lnTo>
                <a:lnTo>
                  <a:pt x="24384" y="211836"/>
                </a:lnTo>
                <a:lnTo>
                  <a:pt x="137464" y="211836"/>
                </a:lnTo>
                <a:lnTo>
                  <a:pt x="137526" y="222504"/>
                </a:lnTo>
                <a:lnTo>
                  <a:pt x="24384" y="222504"/>
                </a:lnTo>
                <a:lnTo>
                  <a:pt x="24384" y="344424"/>
                </a:lnTo>
                <a:lnTo>
                  <a:pt x="138504" y="344424"/>
                </a:lnTo>
                <a:lnTo>
                  <a:pt x="138567" y="355092"/>
                </a:lnTo>
                <a:lnTo>
                  <a:pt x="24384" y="355092"/>
                </a:lnTo>
                <a:lnTo>
                  <a:pt x="24384" y="384048"/>
                </a:lnTo>
                <a:lnTo>
                  <a:pt x="0" y="397764"/>
                </a:lnTo>
                <a:close/>
              </a:path>
              <a:path w="356869" h="402589">
                <a:moveTo>
                  <a:pt x="350520" y="96012"/>
                </a:moveTo>
                <a:lnTo>
                  <a:pt x="310896" y="96012"/>
                </a:lnTo>
                <a:lnTo>
                  <a:pt x="330708" y="76200"/>
                </a:lnTo>
                <a:lnTo>
                  <a:pt x="350520" y="96012"/>
                </a:lnTo>
                <a:close/>
              </a:path>
              <a:path w="356869" h="402589">
                <a:moveTo>
                  <a:pt x="137464" y="211836"/>
                </a:moveTo>
                <a:lnTo>
                  <a:pt x="115824" y="211836"/>
                </a:lnTo>
                <a:lnTo>
                  <a:pt x="115824" y="100584"/>
                </a:lnTo>
                <a:lnTo>
                  <a:pt x="153162" y="100584"/>
                </a:lnTo>
                <a:lnTo>
                  <a:pt x="137160" y="111252"/>
                </a:lnTo>
                <a:lnTo>
                  <a:pt x="137263" y="160615"/>
                </a:lnTo>
                <a:lnTo>
                  <a:pt x="137367" y="195333"/>
                </a:lnTo>
                <a:lnTo>
                  <a:pt x="137464" y="211836"/>
                </a:lnTo>
                <a:close/>
              </a:path>
              <a:path w="356869" h="402589">
                <a:moveTo>
                  <a:pt x="327213" y="359664"/>
                </a:moveTo>
                <a:lnTo>
                  <a:pt x="283464" y="359664"/>
                </a:lnTo>
                <a:lnTo>
                  <a:pt x="291988" y="357925"/>
                </a:lnTo>
                <a:lnTo>
                  <a:pt x="299085" y="352615"/>
                </a:lnTo>
                <a:lnTo>
                  <a:pt x="309252" y="305562"/>
                </a:lnTo>
                <a:lnTo>
                  <a:pt x="311086" y="259842"/>
                </a:lnTo>
                <a:lnTo>
                  <a:pt x="313205" y="193548"/>
                </a:lnTo>
                <a:lnTo>
                  <a:pt x="315467" y="106680"/>
                </a:lnTo>
                <a:lnTo>
                  <a:pt x="350901" y="106680"/>
                </a:lnTo>
                <a:lnTo>
                  <a:pt x="341376" y="114300"/>
                </a:lnTo>
                <a:lnTo>
                  <a:pt x="339535" y="188719"/>
                </a:lnTo>
                <a:lnTo>
                  <a:pt x="337620" y="249167"/>
                </a:lnTo>
                <a:lnTo>
                  <a:pt x="335560" y="295570"/>
                </a:lnTo>
                <a:lnTo>
                  <a:pt x="333280" y="327855"/>
                </a:lnTo>
                <a:lnTo>
                  <a:pt x="330708" y="345948"/>
                </a:lnTo>
                <a:lnTo>
                  <a:pt x="327856" y="357925"/>
                </a:lnTo>
                <a:lnTo>
                  <a:pt x="327213" y="359664"/>
                </a:lnTo>
                <a:close/>
              </a:path>
              <a:path w="356869" h="402589">
                <a:moveTo>
                  <a:pt x="231648" y="269748"/>
                </a:moveTo>
                <a:lnTo>
                  <a:pt x="230124" y="269748"/>
                </a:lnTo>
                <a:lnTo>
                  <a:pt x="226956" y="268295"/>
                </a:lnTo>
                <a:lnTo>
                  <a:pt x="224218" y="263842"/>
                </a:lnTo>
                <a:lnTo>
                  <a:pt x="221765" y="256246"/>
                </a:lnTo>
                <a:lnTo>
                  <a:pt x="219456" y="245364"/>
                </a:lnTo>
                <a:lnTo>
                  <a:pt x="214884" y="228242"/>
                </a:lnTo>
                <a:lnTo>
                  <a:pt x="208026" y="211264"/>
                </a:lnTo>
                <a:lnTo>
                  <a:pt x="198882" y="194571"/>
                </a:lnTo>
                <a:lnTo>
                  <a:pt x="187452" y="178308"/>
                </a:lnTo>
                <a:lnTo>
                  <a:pt x="192024" y="172212"/>
                </a:lnTo>
                <a:lnTo>
                  <a:pt x="224980" y="199644"/>
                </a:lnTo>
                <a:lnTo>
                  <a:pt x="246888" y="236220"/>
                </a:lnTo>
                <a:lnTo>
                  <a:pt x="246888" y="248412"/>
                </a:lnTo>
                <a:lnTo>
                  <a:pt x="245364" y="254508"/>
                </a:lnTo>
                <a:lnTo>
                  <a:pt x="236220" y="266700"/>
                </a:lnTo>
                <a:lnTo>
                  <a:pt x="231648" y="269748"/>
                </a:lnTo>
                <a:close/>
              </a:path>
              <a:path w="356869" h="402589">
                <a:moveTo>
                  <a:pt x="138504" y="344424"/>
                </a:moveTo>
                <a:lnTo>
                  <a:pt x="115824" y="344424"/>
                </a:lnTo>
                <a:lnTo>
                  <a:pt x="115824" y="222504"/>
                </a:lnTo>
                <a:lnTo>
                  <a:pt x="137526" y="222504"/>
                </a:lnTo>
                <a:lnTo>
                  <a:pt x="137723" y="254508"/>
                </a:lnTo>
                <a:lnTo>
                  <a:pt x="138504" y="344424"/>
                </a:lnTo>
                <a:close/>
              </a:path>
              <a:path w="356869" h="402589">
                <a:moveTo>
                  <a:pt x="278891" y="402336"/>
                </a:moveTo>
                <a:lnTo>
                  <a:pt x="271772" y="389239"/>
                </a:lnTo>
                <a:lnTo>
                  <a:pt x="259651" y="377571"/>
                </a:lnTo>
                <a:lnTo>
                  <a:pt x="242673" y="367617"/>
                </a:lnTo>
                <a:lnTo>
                  <a:pt x="220979" y="359664"/>
                </a:lnTo>
                <a:lnTo>
                  <a:pt x="220979" y="352044"/>
                </a:lnTo>
                <a:lnTo>
                  <a:pt x="241244" y="355163"/>
                </a:lnTo>
                <a:lnTo>
                  <a:pt x="258508" y="357568"/>
                </a:lnTo>
                <a:lnTo>
                  <a:pt x="272629" y="359116"/>
                </a:lnTo>
                <a:lnTo>
                  <a:pt x="283464" y="359664"/>
                </a:lnTo>
                <a:lnTo>
                  <a:pt x="327213" y="359664"/>
                </a:lnTo>
                <a:lnTo>
                  <a:pt x="324040" y="368236"/>
                </a:lnTo>
                <a:lnTo>
                  <a:pt x="289670" y="397764"/>
                </a:lnTo>
                <a:lnTo>
                  <a:pt x="278891" y="402336"/>
                </a:lnTo>
                <a:close/>
              </a:path>
              <a:path w="356869" h="402589">
                <a:moveTo>
                  <a:pt x="115824" y="391668"/>
                </a:moveTo>
                <a:lnTo>
                  <a:pt x="115824" y="355092"/>
                </a:lnTo>
                <a:lnTo>
                  <a:pt x="138567" y="355092"/>
                </a:lnTo>
                <a:lnTo>
                  <a:pt x="138684" y="377952"/>
                </a:lnTo>
                <a:lnTo>
                  <a:pt x="115824" y="39166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</a:endParaRPr>
          </a:p>
        </p:txBody>
      </p:sp>
      <p:sp>
        <p:nvSpPr>
          <p:cNvPr id="33" name="object 33"/>
          <p:cNvSpPr/>
          <p:nvPr/>
        </p:nvSpPr>
        <p:spPr>
          <a:xfrm>
            <a:off x="3025140" y="3436632"/>
            <a:ext cx="841375" cy="407034"/>
          </a:xfrm>
          <a:custGeom>
            <a:avLst/>
            <a:gdLst/>
            <a:ahLst/>
            <a:cxnLst/>
            <a:rect l="l" t="t" r="r" b="b"/>
            <a:pathLst>
              <a:path w="841375" h="407035">
                <a:moveTo>
                  <a:pt x="394716" y="137160"/>
                </a:moveTo>
                <a:lnTo>
                  <a:pt x="356616" y="99060"/>
                </a:lnTo>
                <a:lnTo>
                  <a:pt x="329184" y="128016"/>
                </a:lnTo>
                <a:lnTo>
                  <a:pt x="271272" y="128016"/>
                </a:lnTo>
                <a:lnTo>
                  <a:pt x="271272" y="137160"/>
                </a:lnTo>
                <a:lnTo>
                  <a:pt x="259219" y="179108"/>
                </a:lnTo>
                <a:lnTo>
                  <a:pt x="245745" y="217932"/>
                </a:lnTo>
                <a:lnTo>
                  <a:pt x="230543" y="253314"/>
                </a:lnTo>
                <a:lnTo>
                  <a:pt x="213360" y="284988"/>
                </a:lnTo>
                <a:lnTo>
                  <a:pt x="197116" y="280479"/>
                </a:lnTo>
                <a:lnTo>
                  <a:pt x="150342" y="266331"/>
                </a:lnTo>
                <a:lnTo>
                  <a:pt x="120396" y="257556"/>
                </a:lnTo>
                <a:lnTo>
                  <a:pt x="148018" y="186499"/>
                </a:lnTo>
                <a:lnTo>
                  <a:pt x="158750" y="159181"/>
                </a:lnTo>
                <a:lnTo>
                  <a:pt x="167640" y="137160"/>
                </a:lnTo>
                <a:lnTo>
                  <a:pt x="271272" y="137160"/>
                </a:lnTo>
                <a:lnTo>
                  <a:pt x="271272" y="128016"/>
                </a:lnTo>
                <a:lnTo>
                  <a:pt x="169164" y="128016"/>
                </a:lnTo>
                <a:lnTo>
                  <a:pt x="177419" y="104241"/>
                </a:lnTo>
                <a:lnTo>
                  <a:pt x="186118" y="80772"/>
                </a:lnTo>
                <a:lnTo>
                  <a:pt x="204216" y="33528"/>
                </a:lnTo>
                <a:lnTo>
                  <a:pt x="219456" y="22860"/>
                </a:lnTo>
                <a:lnTo>
                  <a:pt x="178308" y="0"/>
                </a:lnTo>
                <a:lnTo>
                  <a:pt x="170256" y="32004"/>
                </a:lnTo>
                <a:lnTo>
                  <a:pt x="161925" y="64008"/>
                </a:lnTo>
                <a:lnTo>
                  <a:pt x="153009" y="96012"/>
                </a:lnTo>
                <a:lnTo>
                  <a:pt x="143256" y="128016"/>
                </a:lnTo>
                <a:lnTo>
                  <a:pt x="0" y="128016"/>
                </a:lnTo>
                <a:lnTo>
                  <a:pt x="15240" y="143256"/>
                </a:lnTo>
                <a:lnTo>
                  <a:pt x="25539" y="141008"/>
                </a:lnTo>
                <a:lnTo>
                  <a:pt x="36004" y="139065"/>
                </a:lnTo>
                <a:lnTo>
                  <a:pt x="46736" y="137680"/>
                </a:lnTo>
                <a:lnTo>
                  <a:pt x="57912" y="137160"/>
                </a:lnTo>
                <a:lnTo>
                  <a:pt x="138684" y="137160"/>
                </a:lnTo>
                <a:lnTo>
                  <a:pt x="126149" y="174015"/>
                </a:lnTo>
                <a:lnTo>
                  <a:pt x="113919" y="206883"/>
                </a:lnTo>
                <a:lnTo>
                  <a:pt x="102247" y="235737"/>
                </a:lnTo>
                <a:lnTo>
                  <a:pt x="91440" y="260604"/>
                </a:lnTo>
                <a:lnTo>
                  <a:pt x="116319" y="268960"/>
                </a:lnTo>
                <a:lnTo>
                  <a:pt x="143065" y="278320"/>
                </a:lnTo>
                <a:lnTo>
                  <a:pt x="171805" y="289102"/>
                </a:lnTo>
                <a:lnTo>
                  <a:pt x="202692" y="301752"/>
                </a:lnTo>
                <a:lnTo>
                  <a:pt x="186448" y="316560"/>
                </a:lnTo>
                <a:lnTo>
                  <a:pt x="146532" y="345033"/>
                </a:lnTo>
                <a:lnTo>
                  <a:pt x="98056" y="370116"/>
                </a:lnTo>
                <a:lnTo>
                  <a:pt x="39852" y="390067"/>
                </a:lnTo>
                <a:lnTo>
                  <a:pt x="7620" y="397764"/>
                </a:lnTo>
                <a:lnTo>
                  <a:pt x="10668" y="406908"/>
                </a:lnTo>
                <a:lnTo>
                  <a:pt x="49187" y="398335"/>
                </a:lnTo>
                <a:lnTo>
                  <a:pt x="116535" y="377761"/>
                </a:lnTo>
                <a:lnTo>
                  <a:pt x="170472" y="352247"/>
                </a:lnTo>
                <a:lnTo>
                  <a:pt x="210997" y="325247"/>
                </a:lnTo>
                <a:lnTo>
                  <a:pt x="225552" y="310896"/>
                </a:lnTo>
                <a:lnTo>
                  <a:pt x="256667" y="326898"/>
                </a:lnTo>
                <a:lnTo>
                  <a:pt x="283654" y="342900"/>
                </a:lnTo>
                <a:lnTo>
                  <a:pt x="306336" y="358902"/>
                </a:lnTo>
                <a:lnTo>
                  <a:pt x="324612" y="374904"/>
                </a:lnTo>
                <a:lnTo>
                  <a:pt x="332917" y="381139"/>
                </a:lnTo>
                <a:lnTo>
                  <a:pt x="339661" y="385953"/>
                </a:lnTo>
                <a:lnTo>
                  <a:pt x="344970" y="389039"/>
                </a:lnTo>
                <a:lnTo>
                  <a:pt x="348996" y="390144"/>
                </a:lnTo>
                <a:lnTo>
                  <a:pt x="355092" y="390144"/>
                </a:lnTo>
                <a:lnTo>
                  <a:pt x="356616" y="384048"/>
                </a:lnTo>
                <a:lnTo>
                  <a:pt x="358140" y="370332"/>
                </a:lnTo>
                <a:lnTo>
                  <a:pt x="356704" y="361200"/>
                </a:lnTo>
                <a:lnTo>
                  <a:pt x="320078" y="327342"/>
                </a:lnTo>
                <a:lnTo>
                  <a:pt x="283806" y="310896"/>
                </a:lnTo>
                <a:lnTo>
                  <a:pt x="273126" y="306336"/>
                </a:lnTo>
                <a:lnTo>
                  <a:pt x="240792" y="294132"/>
                </a:lnTo>
                <a:lnTo>
                  <a:pt x="245516" y="284988"/>
                </a:lnTo>
                <a:lnTo>
                  <a:pt x="258267" y="260388"/>
                </a:lnTo>
                <a:lnTo>
                  <a:pt x="274320" y="223075"/>
                </a:lnTo>
                <a:lnTo>
                  <a:pt x="289217" y="182041"/>
                </a:lnTo>
                <a:lnTo>
                  <a:pt x="303276" y="137160"/>
                </a:lnTo>
                <a:lnTo>
                  <a:pt x="394716" y="137160"/>
                </a:lnTo>
                <a:close/>
              </a:path>
              <a:path w="841375" h="407035">
                <a:moveTo>
                  <a:pt x="841248" y="358127"/>
                </a:moveTo>
                <a:lnTo>
                  <a:pt x="791718" y="340601"/>
                </a:lnTo>
                <a:lnTo>
                  <a:pt x="746760" y="304787"/>
                </a:lnTo>
                <a:lnTo>
                  <a:pt x="708660" y="255828"/>
                </a:lnTo>
                <a:lnTo>
                  <a:pt x="679704" y="196583"/>
                </a:lnTo>
                <a:lnTo>
                  <a:pt x="657415" y="125717"/>
                </a:lnTo>
                <a:lnTo>
                  <a:pt x="649478" y="85140"/>
                </a:lnTo>
                <a:lnTo>
                  <a:pt x="643128" y="41135"/>
                </a:lnTo>
                <a:lnTo>
                  <a:pt x="661416" y="24371"/>
                </a:lnTo>
                <a:lnTo>
                  <a:pt x="608076" y="1511"/>
                </a:lnTo>
                <a:lnTo>
                  <a:pt x="608330" y="41757"/>
                </a:lnTo>
                <a:lnTo>
                  <a:pt x="606742" y="82283"/>
                </a:lnTo>
                <a:lnTo>
                  <a:pt x="603135" y="122821"/>
                </a:lnTo>
                <a:lnTo>
                  <a:pt x="597408" y="163055"/>
                </a:lnTo>
                <a:lnTo>
                  <a:pt x="589114" y="201587"/>
                </a:lnTo>
                <a:lnTo>
                  <a:pt x="563968" y="268935"/>
                </a:lnTo>
                <a:lnTo>
                  <a:pt x="525653" y="322910"/>
                </a:lnTo>
                <a:lnTo>
                  <a:pt x="470166" y="371538"/>
                </a:lnTo>
                <a:lnTo>
                  <a:pt x="435864" y="394703"/>
                </a:lnTo>
                <a:lnTo>
                  <a:pt x="440436" y="400799"/>
                </a:lnTo>
                <a:lnTo>
                  <a:pt x="475005" y="383946"/>
                </a:lnTo>
                <a:lnTo>
                  <a:pt x="532155" y="345084"/>
                </a:lnTo>
                <a:lnTo>
                  <a:pt x="573874" y="299415"/>
                </a:lnTo>
                <a:lnTo>
                  <a:pt x="603592" y="248069"/>
                </a:lnTo>
                <a:lnTo>
                  <a:pt x="621830" y="190703"/>
                </a:lnTo>
                <a:lnTo>
                  <a:pt x="634314" y="120459"/>
                </a:lnTo>
                <a:lnTo>
                  <a:pt x="638556" y="80759"/>
                </a:lnTo>
                <a:lnTo>
                  <a:pt x="643699" y="122796"/>
                </a:lnTo>
                <a:lnTo>
                  <a:pt x="657415" y="191998"/>
                </a:lnTo>
                <a:lnTo>
                  <a:pt x="675957" y="244284"/>
                </a:lnTo>
                <a:lnTo>
                  <a:pt x="700481" y="291668"/>
                </a:lnTo>
                <a:lnTo>
                  <a:pt x="731608" y="335940"/>
                </a:lnTo>
                <a:lnTo>
                  <a:pt x="770470" y="374802"/>
                </a:lnTo>
                <a:lnTo>
                  <a:pt x="792480" y="391655"/>
                </a:lnTo>
                <a:lnTo>
                  <a:pt x="800735" y="381635"/>
                </a:lnTo>
                <a:lnTo>
                  <a:pt x="811720" y="374319"/>
                </a:lnTo>
                <a:lnTo>
                  <a:pt x="825258" y="369582"/>
                </a:lnTo>
                <a:lnTo>
                  <a:pt x="841248" y="367271"/>
                </a:lnTo>
                <a:lnTo>
                  <a:pt x="841248" y="35812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</a:endParaRPr>
          </a:p>
        </p:txBody>
      </p:sp>
      <p:pic>
        <p:nvPicPr>
          <p:cNvPr id="34" name="object 34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3947159" y="3704844"/>
            <a:ext cx="96012" cy="96012"/>
          </a:xfrm>
          <a:prstGeom prst="rect">
            <a:avLst/>
          </a:prstGeom>
        </p:spPr>
      </p:pic>
      <p:sp>
        <p:nvSpPr>
          <p:cNvPr id="35" name="object 35"/>
          <p:cNvSpPr/>
          <p:nvPr/>
        </p:nvSpPr>
        <p:spPr>
          <a:xfrm>
            <a:off x="1751075" y="4908803"/>
            <a:ext cx="155575" cy="155575"/>
          </a:xfrm>
          <a:custGeom>
            <a:avLst/>
            <a:gdLst/>
            <a:ahLst/>
            <a:cxnLst/>
            <a:rect l="l" t="t" r="r" b="b"/>
            <a:pathLst>
              <a:path w="155575" h="155575">
                <a:moveTo>
                  <a:pt x="155448" y="155448"/>
                </a:moveTo>
                <a:lnTo>
                  <a:pt x="0" y="155448"/>
                </a:lnTo>
                <a:lnTo>
                  <a:pt x="0" y="0"/>
                </a:lnTo>
                <a:lnTo>
                  <a:pt x="155448" y="0"/>
                </a:lnTo>
                <a:lnTo>
                  <a:pt x="155448" y="155448"/>
                </a:lnTo>
                <a:close/>
              </a:path>
            </a:pathLst>
          </a:custGeom>
          <a:solidFill>
            <a:srgbClr val="3333CC"/>
          </a:solidFill>
        </p:spPr>
        <p:txBody>
          <a:bodyPr wrap="square" lIns="0" tIns="0" rIns="0" bIns="0" rtlCol="0"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</a:endParaRPr>
          </a:p>
        </p:txBody>
      </p:sp>
      <p:sp>
        <p:nvSpPr>
          <p:cNvPr id="36" name="object 36"/>
          <p:cNvSpPr/>
          <p:nvPr/>
        </p:nvSpPr>
        <p:spPr>
          <a:xfrm>
            <a:off x="2121408" y="4716779"/>
            <a:ext cx="852169" cy="410209"/>
          </a:xfrm>
          <a:custGeom>
            <a:avLst/>
            <a:gdLst/>
            <a:ahLst/>
            <a:cxnLst/>
            <a:rect l="l" t="t" r="r" b="b"/>
            <a:pathLst>
              <a:path w="852169" h="410210">
                <a:moveTo>
                  <a:pt x="185928" y="213360"/>
                </a:moveTo>
                <a:lnTo>
                  <a:pt x="179946" y="208788"/>
                </a:lnTo>
                <a:lnTo>
                  <a:pt x="160020" y="193548"/>
                </a:lnTo>
                <a:lnTo>
                  <a:pt x="152400" y="203073"/>
                </a:lnTo>
                <a:lnTo>
                  <a:pt x="152400" y="219456"/>
                </a:lnTo>
                <a:lnTo>
                  <a:pt x="152400" y="326136"/>
                </a:lnTo>
                <a:lnTo>
                  <a:pt x="85344" y="326136"/>
                </a:lnTo>
                <a:lnTo>
                  <a:pt x="85344" y="219456"/>
                </a:lnTo>
                <a:lnTo>
                  <a:pt x="152400" y="219456"/>
                </a:lnTo>
                <a:lnTo>
                  <a:pt x="152400" y="203073"/>
                </a:lnTo>
                <a:lnTo>
                  <a:pt x="147828" y="208788"/>
                </a:lnTo>
                <a:lnTo>
                  <a:pt x="85344" y="208788"/>
                </a:lnTo>
                <a:lnTo>
                  <a:pt x="60960" y="193548"/>
                </a:lnTo>
                <a:lnTo>
                  <a:pt x="61836" y="219252"/>
                </a:lnTo>
                <a:lnTo>
                  <a:pt x="62293" y="243649"/>
                </a:lnTo>
                <a:lnTo>
                  <a:pt x="62420" y="261848"/>
                </a:lnTo>
                <a:lnTo>
                  <a:pt x="62306" y="330708"/>
                </a:lnTo>
                <a:lnTo>
                  <a:pt x="62191" y="338810"/>
                </a:lnTo>
                <a:lnTo>
                  <a:pt x="61836" y="358330"/>
                </a:lnTo>
                <a:lnTo>
                  <a:pt x="60960" y="384048"/>
                </a:lnTo>
                <a:lnTo>
                  <a:pt x="85344" y="373380"/>
                </a:lnTo>
                <a:lnTo>
                  <a:pt x="85344" y="336804"/>
                </a:lnTo>
                <a:lnTo>
                  <a:pt x="152400" y="336804"/>
                </a:lnTo>
                <a:lnTo>
                  <a:pt x="152400" y="367284"/>
                </a:lnTo>
                <a:lnTo>
                  <a:pt x="176784" y="356616"/>
                </a:lnTo>
                <a:lnTo>
                  <a:pt x="175704" y="338810"/>
                </a:lnTo>
                <a:lnTo>
                  <a:pt x="175615" y="336804"/>
                </a:lnTo>
                <a:lnTo>
                  <a:pt x="175247" y="326136"/>
                </a:lnTo>
                <a:lnTo>
                  <a:pt x="174701" y="310324"/>
                </a:lnTo>
                <a:lnTo>
                  <a:pt x="173990" y="271754"/>
                </a:lnTo>
                <a:lnTo>
                  <a:pt x="173736" y="224028"/>
                </a:lnTo>
                <a:lnTo>
                  <a:pt x="178955" y="219456"/>
                </a:lnTo>
                <a:lnTo>
                  <a:pt x="185928" y="213360"/>
                </a:lnTo>
                <a:close/>
              </a:path>
              <a:path w="852169" h="410210">
                <a:moveTo>
                  <a:pt x="291084" y="158496"/>
                </a:moveTo>
                <a:lnTo>
                  <a:pt x="259080" y="126492"/>
                </a:lnTo>
                <a:lnTo>
                  <a:pt x="239268" y="147828"/>
                </a:lnTo>
                <a:lnTo>
                  <a:pt x="108204" y="147828"/>
                </a:lnTo>
                <a:lnTo>
                  <a:pt x="123444" y="163068"/>
                </a:lnTo>
                <a:lnTo>
                  <a:pt x="131965" y="161074"/>
                </a:lnTo>
                <a:lnTo>
                  <a:pt x="141351" y="159639"/>
                </a:lnTo>
                <a:lnTo>
                  <a:pt x="151295" y="158788"/>
                </a:lnTo>
                <a:lnTo>
                  <a:pt x="161544" y="158496"/>
                </a:lnTo>
                <a:lnTo>
                  <a:pt x="291084" y="158496"/>
                </a:lnTo>
                <a:close/>
              </a:path>
              <a:path w="852169" h="410210">
                <a:moveTo>
                  <a:pt x="359664" y="208788"/>
                </a:moveTo>
                <a:lnTo>
                  <a:pt x="355739" y="205740"/>
                </a:lnTo>
                <a:lnTo>
                  <a:pt x="332232" y="187452"/>
                </a:lnTo>
                <a:lnTo>
                  <a:pt x="320040" y="205740"/>
                </a:lnTo>
                <a:lnTo>
                  <a:pt x="246888" y="205740"/>
                </a:lnTo>
                <a:lnTo>
                  <a:pt x="222504" y="188976"/>
                </a:lnTo>
                <a:lnTo>
                  <a:pt x="223354" y="208788"/>
                </a:lnTo>
                <a:lnTo>
                  <a:pt x="223837" y="233553"/>
                </a:lnTo>
                <a:lnTo>
                  <a:pt x="223888" y="243649"/>
                </a:lnTo>
                <a:lnTo>
                  <a:pt x="224015" y="288036"/>
                </a:lnTo>
                <a:lnTo>
                  <a:pt x="223901" y="344690"/>
                </a:lnTo>
                <a:lnTo>
                  <a:pt x="223799" y="358330"/>
                </a:lnTo>
                <a:lnTo>
                  <a:pt x="223393" y="384048"/>
                </a:lnTo>
                <a:lnTo>
                  <a:pt x="222504" y="409956"/>
                </a:lnTo>
                <a:lnTo>
                  <a:pt x="246888" y="397764"/>
                </a:lnTo>
                <a:lnTo>
                  <a:pt x="246888" y="214884"/>
                </a:lnTo>
                <a:lnTo>
                  <a:pt x="324612" y="214884"/>
                </a:lnTo>
                <a:lnTo>
                  <a:pt x="324612" y="318516"/>
                </a:lnTo>
                <a:lnTo>
                  <a:pt x="323773" y="328523"/>
                </a:lnTo>
                <a:lnTo>
                  <a:pt x="281762" y="338810"/>
                </a:lnTo>
                <a:lnTo>
                  <a:pt x="265176" y="336804"/>
                </a:lnTo>
                <a:lnTo>
                  <a:pt x="265176" y="344424"/>
                </a:lnTo>
                <a:lnTo>
                  <a:pt x="285407" y="350697"/>
                </a:lnTo>
                <a:lnTo>
                  <a:pt x="300228" y="357949"/>
                </a:lnTo>
                <a:lnTo>
                  <a:pt x="309321" y="366077"/>
                </a:lnTo>
                <a:lnTo>
                  <a:pt x="312420" y="374904"/>
                </a:lnTo>
                <a:lnTo>
                  <a:pt x="327507" y="366928"/>
                </a:lnTo>
                <a:lnTo>
                  <a:pt x="338328" y="356806"/>
                </a:lnTo>
                <a:lnTo>
                  <a:pt x="344563" y="344690"/>
                </a:lnTo>
                <a:lnTo>
                  <a:pt x="344893" y="341376"/>
                </a:lnTo>
                <a:lnTo>
                  <a:pt x="345948" y="330708"/>
                </a:lnTo>
                <a:lnTo>
                  <a:pt x="345948" y="220980"/>
                </a:lnTo>
                <a:lnTo>
                  <a:pt x="352806" y="214884"/>
                </a:lnTo>
                <a:lnTo>
                  <a:pt x="359664" y="208788"/>
                </a:lnTo>
                <a:close/>
              </a:path>
              <a:path w="852169" h="410210">
                <a:moveTo>
                  <a:pt x="411480" y="152400"/>
                </a:moveTo>
                <a:lnTo>
                  <a:pt x="347662" y="137922"/>
                </a:lnTo>
                <a:lnTo>
                  <a:pt x="294132" y="114300"/>
                </a:lnTo>
                <a:lnTo>
                  <a:pt x="249364" y="81343"/>
                </a:lnTo>
                <a:lnTo>
                  <a:pt x="214083" y="42672"/>
                </a:lnTo>
                <a:lnTo>
                  <a:pt x="210312" y="38100"/>
                </a:lnTo>
                <a:lnTo>
                  <a:pt x="227076" y="25908"/>
                </a:lnTo>
                <a:lnTo>
                  <a:pt x="192024" y="0"/>
                </a:lnTo>
                <a:lnTo>
                  <a:pt x="163830" y="52578"/>
                </a:lnTo>
                <a:lnTo>
                  <a:pt x="121920" y="105156"/>
                </a:lnTo>
                <a:lnTo>
                  <a:pt x="66103" y="154114"/>
                </a:lnTo>
                <a:lnTo>
                  <a:pt x="0" y="190500"/>
                </a:lnTo>
                <a:lnTo>
                  <a:pt x="4572" y="198120"/>
                </a:lnTo>
                <a:lnTo>
                  <a:pt x="69532" y="167640"/>
                </a:lnTo>
                <a:lnTo>
                  <a:pt x="121920" y="132588"/>
                </a:lnTo>
                <a:lnTo>
                  <a:pt x="164211" y="91630"/>
                </a:lnTo>
                <a:lnTo>
                  <a:pt x="204216" y="42672"/>
                </a:lnTo>
                <a:lnTo>
                  <a:pt x="219405" y="66446"/>
                </a:lnTo>
                <a:lnTo>
                  <a:pt x="252641" y="106540"/>
                </a:lnTo>
                <a:lnTo>
                  <a:pt x="291249" y="139192"/>
                </a:lnTo>
                <a:lnTo>
                  <a:pt x="340918" y="169532"/>
                </a:lnTo>
                <a:lnTo>
                  <a:pt x="370332" y="184404"/>
                </a:lnTo>
                <a:lnTo>
                  <a:pt x="377190" y="174383"/>
                </a:lnTo>
                <a:lnTo>
                  <a:pt x="386334" y="167068"/>
                </a:lnTo>
                <a:lnTo>
                  <a:pt x="397764" y="162331"/>
                </a:lnTo>
                <a:lnTo>
                  <a:pt x="411480" y="160020"/>
                </a:lnTo>
                <a:lnTo>
                  <a:pt x="411480" y="152400"/>
                </a:lnTo>
                <a:close/>
              </a:path>
              <a:path w="852169" h="410210">
                <a:moveTo>
                  <a:pt x="640080" y="36576"/>
                </a:moveTo>
                <a:lnTo>
                  <a:pt x="636371" y="33528"/>
                </a:lnTo>
                <a:lnTo>
                  <a:pt x="614172" y="15240"/>
                </a:lnTo>
                <a:lnTo>
                  <a:pt x="605028" y="28956"/>
                </a:lnTo>
                <a:lnTo>
                  <a:pt x="605028" y="42672"/>
                </a:lnTo>
                <a:lnTo>
                  <a:pt x="605028" y="92964"/>
                </a:lnTo>
                <a:lnTo>
                  <a:pt x="605028" y="103632"/>
                </a:lnTo>
                <a:lnTo>
                  <a:pt x="605028" y="152400"/>
                </a:lnTo>
                <a:lnTo>
                  <a:pt x="524256" y="152400"/>
                </a:lnTo>
                <a:lnTo>
                  <a:pt x="524256" y="103632"/>
                </a:lnTo>
                <a:lnTo>
                  <a:pt x="605028" y="103632"/>
                </a:lnTo>
                <a:lnTo>
                  <a:pt x="605028" y="92964"/>
                </a:lnTo>
                <a:lnTo>
                  <a:pt x="524256" y="92964"/>
                </a:lnTo>
                <a:lnTo>
                  <a:pt x="524256" y="42672"/>
                </a:lnTo>
                <a:lnTo>
                  <a:pt x="605028" y="42672"/>
                </a:lnTo>
                <a:lnTo>
                  <a:pt x="605028" y="28956"/>
                </a:lnTo>
                <a:lnTo>
                  <a:pt x="601980" y="33528"/>
                </a:lnTo>
                <a:lnTo>
                  <a:pt x="524256" y="33528"/>
                </a:lnTo>
                <a:lnTo>
                  <a:pt x="499872" y="18288"/>
                </a:lnTo>
                <a:lnTo>
                  <a:pt x="500100" y="37134"/>
                </a:lnTo>
                <a:lnTo>
                  <a:pt x="501142" y="77444"/>
                </a:lnTo>
                <a:lnTo>
                  <a:pt x="501357" y="96012"/>
                </a:lnTo>
                <a:lnTo>
                  <a:pt x="501269" y="109728"/>
                </a:lnTo>
                <a:lnTo>
                  <a:pt x="501154" y="120523"/>
                </a:lnTo>
                <a:lnTo>
                  <a:pt x="500100" y="162293"/>
                </a:lnTo>
                <a:lnTo>
                  <a:pt x="499872" y="182880"/>
                </a:lnTo>
                <a:lnTo>
                  <a:pt x="524256" y="173736"/>
                </a:lnTo>
                <a:lnTo>
                  <a:pt x="524256" y="163068"/>
                </a:lnTo>
                <a:lnTo>
                  <a:pt x="605028" y="163068"/>
                </a:lnTo>
                <a:lnTo>
                  <a:pt x="605028" y="178308"/>
                </a:lnTo>
                <a:lnTo>
                  <a:pt x="629412" y="166116"/>
                </a:lnTo>
                <a:lnTo>
                  <a:pt x="629285" y="163068"/>
                </a:lnTo>
                <a:lnTo>
                  <a:pt x="628853" y="152400"/>
                </a:lnTo>
                <a:lnTo>
                  <a:pt x="628002" y="103632"/>
                </a:lnTo>
                <a:lnTo>
                  <a:pt x="627888" y="47244"/>
                </a:lnTo>
                <a:lnTo>
                  <a:pt x="633107" y="42672"/>
                </a:lnTo>
                <a:lnTo>
                  <a:pt x="640080" y="36576"/>
                </a:lnTo>
                <a:close/>
              </a:path>
              <a:path w="852169" h="410210">
                <a:moveTo>
                  <a:pt x="768096" y="150876"/>
                </a:moveTo>
                <a:lnTo>
                  <a:pt x="729996" y="132588"/>
                </a:lnTo>
                <a:lnTo>
                  <a:pt x="730846" y="157187"/>
                </a:lnTo>
                <a:lnTo>
                  <a:pt x="731062" y="175260"/>
                </a:lnTo>
                <a:lnTo>
                  <a:pt x="729996" y="225552"/>
                </a:lnTo>
                <a:lnTo>
                  <a:pt x="723138" y="264223"/>
                </a:lnTo>
                <a:lnTo>
                  <a:pt x="694867" y="312026"/>
                </a:lnTo>
                <a:lnTo>
                  <a:pt x="658914" y="341122"/>
                </a:lnTo>
                <a:lnTo>
                  <a:pt x="635508" y="355092"/>
                </a:lnTo>
                <a:lnTo>
                  <a:pt x="638556" y="359664"/>
                </a:lnTo>
                <a:lnTo>
                  <a:pt x="680847" y="340233"/>
                </a:lnTo>
                <a:lnTo>
                  <a:pt x="723392" y="305689"/>
                </a:lnTo>
                <a:lnTo>
                  <a:pt x="746760" y="265176"/>
                </a:lnTo>
                <a:lnTo>
                  <a:pt x="752284" y="224980"/>
                </a:lnTo>
                <a:lnTo>
                  <a:pt x="754380" y="163068"/>
                </a:lnTo>
                <a:lnTo>
                  <a:pt x="768096" y="150876"/>
                </a:lnTo>
                <a:close/>
              </a:path>
              <a:path w="852169" h="410210">
                <a:moveTo>
                  <a:pt x="835152" y="316992"/>
                </a:moveTo>
                <a:lnTo>
                  <a:pt x="807148" y="288607"/>
                </a:lnTo>
                <a:lnTo>
                  <a:pt x="754380" y="262128"/>
                </a:lnTo>
                <a:lnTo>
                  <a:pt x="751332" y="268224"/>
                </a:lnTo>
                <a:lnTo>
                  <a:pt x="773061" y="285927"/>
                </a:lnTo>
                <a:lnTo>
                  <a:pt x="790384" y="302323"/>
                </a:lnTo>
                <a:lnTo>
                  <a:pt x="803402" y="317309"/>
                </a:lnTo>
                <a:lnTo>
                  <a:pt x="812292" y="330708"/>
                </a:lnTo>
                <a:lnTo>
                  <a:pt x="818235" y="341122"/>
                </a:lnTo>
                <a:lnTo>
                  <a:pt x="821436" y="347472"/>
                </a:lnTo>
                <a:lnTo>
                  <a:pt x="827532" y="347472"/>
                </a:lnTo>
                <a:lnTo>
                  <a:pt x="832104" y="338328"/>
                </a:lnTo>
                <a:lnTo>
                  <a:pt x="835152" y="326136"/>
                </a:lnTo>
                <a:lnTo>
                  <a:pt x="835152" y="316992"/>
                </a:lnTo>
                <a:close/>
              </a:path>
              <a:path w="852169" h="410210">
                <a:moveTo>
                  <a:pt x="848868" y="45720"/>
                </a:moveTo>
                <a:lnTo>
                  <a:pt x="821436" y="13716"/>
                </a:lnTo>
                <a:lnTo>
                  <a:pt x="800100" y="35052"/>
                </a:lnTo>
                <a:lnTo>
                  <a:pt x="649224" y="35052"/>
                </a:lnTo>
                <a:lnTo>
                  <a:pt x="664464" y="50292"/>
                </a:lnTo>
                <a:lnTo>
                  <a:pt x="674103" y="48298"/>
                </a:lnTo>
                <a:lnTo>
                  <a:pt x="684466" y="46863"/>
                </a:lnTo>
                <a:lnTo>
                  <a:pt x="695109" y="46012"/>
                </a:lnTo>
                <a:lnTo>
                  <a:pt x="705612" y="45720"/>
                </a:lnTo>
                <a:lnTo>
                  <a:pt x="726948" y="45720"/>
                </a:lnTo>
                <a:lnTo>
                  <a:pt x="725512" y="57442"/>
                </a:lnTo>
                <a:lnTo>
                  <a:pt x="723519" y="69723"/>
                </a:lnTo>
                <a:lnTo>
                  <a:pt x="720940" y="82588"/>
                </a:lnTo>
                <a:lnTo>
                  <a:pt x="717804" y="96012"/>
                </a:lnTo>
                <a:lnTo>
                  <a:pt x="696468" y="96012"/>
                </a:lnTo>
                <a:lnTo>
                  <a:pt x="672084" y="80772"/>
                </a:lnTo>
                <a:lnTo>
                  <a:pt x="672312" y="101968"/>
                </a:lnTo>
                <a:lnTo>
                  <a:pt x="673265" y="144119"/>
                </a:lnTo>
                <a:lnTo>
                  <a:pt x="673379" y="150876"/>
                </a:lnTo>
                <a:lnTo>
                  <a:pt x="673493" y="163068"/>
                </a:lnTo>
                <a:lnTo>
                  <a:pt x="673392" y="196811"/>
                </a:lnTo>
                <a:lnTo>
                  <a:pt x="673290" y="203530"/>
                </a:lnTo>
                <a:lnTo>
                  <a:pt x="672312" y="244487"/>
                </a:lnTo>
                <a:lnTo>
                  <a:pt x="672084" y="263652"/>
                </a:lnTo>
                <a:lnTo>
                  <a:pt x="696468" y="249936"/>
                </a:lnTo>
                <a:lnTo>
                  <a:pt x="696468" y="105156"/>
                </a:lnTo>
                <a:lnTo>
                  <a:pt x="797052" y="105156"/>
                </a:lnTo>
                <a:lnTo>
                  <a:pt x="797052" y="259080"/>
                </a:lnTo>
                <a:lnTo>
                  <a:pt x="821436" y="246888"/>
                </a:lnTo>
                <a:lnTo>
                  <a:pt x="820559" y="228600"/>
                </a:lnTo>
                <a:lnTo>
                  <a:pt x="820077" y="212128"/>
                </a:lnTo>
                <a:lnTo>
                  <a:pt x="819950" y="203530"/>
                </a:lnTo>
                <a:lnTo>
                  <a:pt x="819912" y="109728"/>
                </a:lnTo>
                <a:lnTo>
                  <a:pt x="825131" y="105156"/>
                </a:lnTo>
                <a:lnTo>
                  <a:pt x="832104" y="99060"/>
                </a:lnTo>
                <a:lnTo>
                  <a:pt x="827874" y="96012"/>
                </a:lnTo>
                <a:lnTo>
                  <a:pt x="804672" y="79248"/>
                </a:lnTo>
                <a:lnTo>
                  <a:pt x="792480" y="96012"/>
                </a:lnTo>
                <a:lnTo>
                  <a:pt x="726948" y="96012"/>
                </a:lnTo>
                <a:lnTo>
                  <a:pt x="737133" y="77660"/>
                </a:lnTo>
                <a:lnTo>
                  <a:pt x="745426" y="62865"/>
                </a:lnTo>
                <a:lnTo>
                  <a:pt x="751586" y="52298"/>
                </a:lnTo>
                <a:lnTo>
                  <a:pt x="755904" y="45720"/>
                </a:lnTo>
                <a:lnTo>
                  <a:pt x="848868" y="45720"/>
                </a:lnTo>
                <a:close/>
              </a:path>
              <a:path w="852169" h="410210">
                <a:moveTo>
                  <a:pt x="851916" y="359664"/>
                </a:moveTo>
                <a:lnTo>
                  <a:pt x="815619" y="363651"/>
                </a:lnTo>
                <a:lnTo>
                  <a:pt x="777621" y="366331"/>
                </a:lnTo>
                <a:lnTo>
                  <a:pt x="744728" y="367385"/>
                </a:lnTo>
                <a:lnTo>
                  <a:pt x="696468" y="367284"/>
                </a:lnTo>
                <a:lnTo>
                  <a:pt x="657313" y="366166"/>
                </a:lnTo>
                <a:lnTo>
                  <a:pt x="624459" y="362902"/>
                </a:lnTo>
                <a:lnTo>
                  <a:pt x="597877" y="357644"/>
                </a:lnTo>
                <a:lnTo>
                  <a:pt x="577596" y="350520"/>
                </a:lnTo>
                <a:lnTo>
                  <a:pt x="577596" y="344424"/>
                </a:lnTo>
                <a:lnTo>
                  <a:pt x="577596" y="283464"/>
                </a:lnTo>
                <a:lnTo>
                  <a:pt x="655320" y="283464"/>
                </a:lnTo>
                <a:lnTo>
                  <a:pt x="646252" y="272796"/>
                </a:lnTo>
                <a:lnTo>
                  <a:pt x="629412" y="252984"/>
                </a:lnTo>
                <a:lnTo>
                  <a:pt x="611124" y="272796"/>
                </a:lnTo>
                <a:lnTo>
                  <a:pt x="577596" y="272796"/>
                </a:lnTo>
                <a:lnTo>
                  <a:pt x="577596" y="211836"/>
                </a:lnTo>
                <a:lnTo>
                  <a:pt x="662940" y="211836"/>
                </a:lnTo>
                <a:lnTo>
                  <a:pt x="635508" y="181356"/>
                </a:lnTo>
                <a:lnTo>
                  <a:pt x="614172" y="201168"/>
                </a:lnTo>
                <a:lnTo>
                  <a:pt x="460248" y="201168"/>
                </a:lnTo>
                <a:lnTo>
                  <a:pt x="477012" y="216408"/>
                </a:lnTo>
                <a:lnTo>
                  <a:pt x="486435" y="214414"/>
                </a:lnTo>
                <a:lnTo>
                  <a:pt x="496443" y="212979"/>
                </a:lnTo>
                <a:lnTo>
                  <a:pt x="507009" y="212128"/>
                </a:lnTo>
                <a:lnTo>
                  <a:pt x="518160" y="211836"/>
                </a:lnTo>
                <a:lnTo>
                  <a:pt x="554736" y="211836"/>
                </a:lnTo>
                <a:lnTo>
                  <a:pt x="554736" y="344424"/>
                </a:lnTo>
                <a:lnTo>
                  <a:pt x="540461" y="334098"/>
                </a:lnTo>
                <a:lnTo>
                  <a:pt x="527494" y="323469"/>
                </a:lnTo>
                <a:lnTo>
                  <a:pt x="515937" y="312280"/>
                </a:lnTo>
                <a:lnTo>
                  <a:pt x="514794" y="310896"/>
                </a:lnTo>
                <a:lnTo>
                  <a:pt x="505968" y="300228"/>
                </a:lnTo>
                <a:lnTo>
                  <a:pt x="509930" y="278879"/>
                </a:lnTo>
                <a:lnTo>
                  <a:pt x="514921" y="262699"/>
                </a:lnTo>
                <a:lnTo>
                  <a:pt x="520750" y="252018"/>
                </a:lnTo>
                <a:lnTo>
                  <a:pt x="527304" y="246888"/>
                </a:lnTo>
                <a:lnTo>
                  <a:pt x="492252" y="228600"/>
                </a:lnTo>
                <a:lnTo>
                  <a:pt x="487680" y="269938"/>
                </a:lnTo>
                <a:lnTo>
                  <a:pt x="478536" y="316992"/>
                </a:lnTo>
                <a:lnTo>
                  <a:pt x="464820" y="363855"/>
                </a:lnTo>
                <a:lnTo>
                  <a:pt x="446532" y="403860"/>
                </a:lnTo>
                <a:lnTo>
                  <a:pt x="452628" y="406908"/>
                </a:lnTo>
                <a:lnTo>
                  <a:pt x="466915" y="388264"/>
                </a:lnTo>
                <a:lnTo>
                  <a:pt x="480060" y="366331"/>
                </a:lnTo>
                <a:lnTo>
                  <a:pt x="492061" y="340690"/>
                </a:lnTo>
                <a:lnTo>
                  <a:pt x="502920" y="310896"/>
                </a:lnTo>
                <a:lnTo>
                  <a:pt x="516610" y="328879"/>
                </a:lnTo>
                <a:lnTo>
                  <a:pt x="556260" y="364236"/>
                </a:lnTo>
                <a:lnTo>
                  <a:pt x="605764" y="382892"/>
                </a:lnTo>
                <a:lnTo>
                  <a:pt x="655523" y="391083"/>
                </a:lnTo>
                <a:lnTo>
                  <a:pt x="697420" y="393763"/>
                </a:lnTo>
                <a:lnTo>
                  <a:pt x="752157" y="395033"/>
                </a:lnTo>
                <a:lnTo>
                  <a:pt x="819912" y="394716"/>
                </a:lnTo>
                <a:lnTo>
                  <a:pt x="821905" y="387007"/>
                </a:lnTo>
                <a:lnTo>
                  <a:pt x="827913" y="379857"/>
                </a:lnTo>
                <a:lnTo>
                  <a:pt x="837907" y="373291"/>
                </a:lnTo>
                <a:lnTo>
                  <a:pt x="851192" y="367601"/>
                </a:lnTo>
                <a:lnTo>
                  <a:pt x="851916" y="367284"/>
                </a:lnTo>
                <a:lnTo>
                  <a:pt x="851916" y="35966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</a:endParaRPr>
          </a:p>
        </p:txBody>
      </p:sp>
      <p:sp>
        <p:nvSpPr>
          <p:cNvPr id="37" name="object 37"/>
          <p:cNvSpPr/>
          <p:nvPr/>
        </p:nvSpPr>
        <p:spPr>
          <a:xfrm>
            <a:off x="3023616" y="4759452"/>
            <a:ext cx="192405" cy="330835"/>
          </a:xfrm>
          <a:custGeom>
            <a:avLst/>
            <a:gdLst/>
            <a:ahLst/>
            <a:cxnLst/>
            <a:rect l="l" t="t" r="r" b="b"/>
            <a:pathLst>
              <a:path w="192405" h="330835">
                <a:moveTo>
                  <a:pt x="83820" y="330708"/>
                </a:moveTo>
                <a:lnTo>
                  <a:pt x="38100" y="326136"/>
                </a:lnTo>
                <a:lnTo>
                  <a:pt x="0" y="312420"/>
                </a:lnTo>
                <a:lnTo>
                  <a:pt x="0" y="266700"/>
                </a:lnTo>
                <a:lnTo>
                  <a:pt x="3048" y="266700"/>
                </a:lnTo>
                <a:lnTo>
                  <a:pt x="6096" y="268224"/>
                </a:lnTo>
                <a:lnTo>
                  <a:pt x="10667" y="271272"/>
                </a:lnTo>
                <a:lnTo>
                  <a:pt x="22860" y="277368"/>
                </a:lnTo>
                <a:lnTo>
                  <a:pt x="53340" y="289560"/>
                </a:lnTo>
                <a:lnTo>
                  <a:pt x="68580" y="292608"/>
                </a:lnTo>
                <a:lnTo>
                  <a:pt x="92964" y="292608"/>
                </a:lnTo>
                <a:lnTo>
                  <a:pt x="131064" y="272796"/>
                </a:lnTo>
                <a:lnTo>
                  <a:pt x="137160" y="266700"/>
                </a:lnTo>
                <a:lnTo>
                  <a:pt x="147566" y="229600"/>
                </a:lnTo>
                <a:lnTo>
                  <a:pt x="147828" y="220980"/>
                </a:lnTo>
                <a:lnTo>
                  <a:pt x="147542" y="212383"/>
                </a:lnTo>
                <a:lnTo>
                  <a:pt x="123444" y="169164"/>
                </a:lnTo>
                <a:lnTo>
                  <a:pt x="106680" y="163068"/>
                </a:lnTo>
                <a:lnTo>
                  <a:pt x="99774" y="161305"/>
                </a:lnTo>
                <a:lnTo>
                  <a:pt x="92583" y="160401"/>
                </a:lnTo>
                <a:lnTo>
                  <a:pt x="84820" y="160067"/>
                </a:lnTo>
                <a:lnTo>
                  <a:pt x="67937" y="160043"/>
                </a:lnTo>
                <a:lnTo>
                  <a:pt x="59245" y="160210"/>
                </a:lnTo>
                <a:lnTo>
                  <a:pt x="12192" y="167640"/>
                </a:lnTo>
                <a:lnTo>
                  <a:pt x="12192" y="0"/>
                </a:lnTo>
                <a:lnTo>
                  <a:pt x="190500" y="0"/>
                </a:lnTo>
                <a:lnTo>
                  <a:pt x="190500" y="38100"/>
                </a:lnTo>
                <a:lnTo>
                  <a:pt x="54864" y="38100"/>
                </a:lnTo>
                <a:lnTo>
                  <a:pt x="54864" y="124968"/>
                </a:lnTo>
                <a:lnTo>
                  <a:pt x="59436" y="123444"/>
                </a:lnTo>
                <a:lnTo>
                  <a:pt x="95845" y="123491"/>
                </a:lnTo>
                <a:lnTo>
                  <a:pt x="106870" y="123825"/>
                </a:lnTo>
                <a:lnTo>
                  <a:pt x="150495" y="137850"/>
                </a:lnTo>
                <a:lnTo>
                  <a:pt x="179284" y="164901"/>
                </a:lnTo>
                <a:lnTo>
                  <a:pt x="191476" y="206954"/>
                </a:lnTo>
                <a:lnTo>
                  <a:pt x="192024" y="220980"/>
                </a:lnTo>
                <a:lnTo>
                  <a:pt x="191690" y="232386"/>
                </a:lnTo>
                <a:lnTo>
                  <a:pt x="180451" y="274272"/>
                </a:lnTo>
                <a:lnTo>
                  <a:pt x="157186" y="306157"/>
                </a:lnTo>
                <a:lnTo>
                  <a:pt x="118967" y="326207"/>
                </a:lnTo>
                <a:lnTo>
                  <a:pt x="96107" y="330160"/>
                </a:lnTo>
                <a:lnTo>
                  <a:pt x="83820" y="33070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</a:endParaRPr>
          </a:p>
        </p:txBody>
      </p:sp>
      <p:sp>
        <p:nvSpPr>
          <p:cNvPr id="38" name="object 38"/>
          <p:cNvSpPr/>
          <p:nvPr/>
        </p:nvSpPr>
        <p:spPr>
          <a:xfrm>
            <a:off x="3404603" y="4721352"/>
            <a:ext cx="846455" cy="391795"/>
          </a:xfrm>
          <a:custGeom>
            <a:avLst/>
            <a:gdLst/>
            <a:ahLst/>
            <a:cxnLst/>
            <a:rect l="l" t="t" r="r" b="b"/>
            <a:pathLst>
              <a:path w="846454" h="391795">
                <a:moveTo>
                  <a:pt x="160020" y="306336"/>
                </a:moveTo>
                <a:lnTo>
                  <a:pt x="158496" y="301764"/>
                </a:lnTo>
                <a:lnTo>
                  <a:pt x="86487" y="325551"/>
                </a:lnTo>
                <a:lnTo>
                  <a:pt x="71628" y="330720"/>
                </a:lnTo>
                <a:lnTo>
                  <a:pt x="4572" y="349008"/>
                </a:lnTo>
                <a:lnTo>
                  <a:pt x="27432" y="381012"/>
                </a:lnTo>
                <a:lnTo>
                  <a:pt x="33464" y="373557"/>
                </a:lnTo>
                <a:lnTo>
                  <a:pt x="44767" y="364820"/>
                </a:lnTo>
                <a:lnTo>
                  <a:pt x="61518" y="354647"/>
                </a:lnTo>
                <a:lnTo>
                  <a:pt x="83820" y="342912"/>
                </a:lnTo>
                <a:lnTo>
                  <a:pt x="107302" y="332054"/>
                </a:lnTo>
                <a:lnTo>
                  <a:pt x="127635" y="322338"/>
                </a:lnTo>
                <a:lnTo>
                  <a:pt x="160020" y="306336"/>
                </a:lnTo>
                <a:close/>
              </a:path>
              <a:path w="846454" h="391795">
                <a:moveTo>
                  <a:pt x="167640" y="99072"/>
                </a:moveTo>
                <a:lnTo>
                  <a:pt x="138684" y="76212"/>
                </a:lnTo>
                <a:lnTo>
                  <a:pt x="130683" y="93929"/>
                </a:lnTo>
                <a:lnTo>
                  <a:pt x="122682" y="110502"/>
                </a:lnTo>
                <a:lnTo>
                  <a:pt x="114681" y="125933"/>
                </a:lnTo>
                <a:lnTo>
                  <a:pt x="106680" y="140220"/>
                </a:lnTo>
                <a:lnTo>
                  <a:pt x="28956" y="143268"/>
                </a:lnTo>
                <a:lnTo>
                  <a:pt x="46316" y="118668"/>
                </a:lnTo>
                <a:lnTo>
                  <a:pt x="61531" y="97358"/>
                </a:lnTo>
                <a:lnTo>
                  <a:pt x="74180" y="79184"/>
                </a:lnTo>
                <a:lnTo>
                  <a:pt x="102298" y="41160"/>
                </a:lnTo>
                <a:lnTo>
                  <a:pt x="121920" y="22872"/>
                </a:lnTo>
                <a:lnTo>
                  <a:pt x="89916" y="12"/>
                </a:lnTo>
                <a:lnTo>
                  <a:pt x="69342" y="50114"/>
                </a:lnTo>
                <a:lnTo>
                  <a:pt x="44196" y="94500"/>
                </a:lnTo>
                <a:lnTo>
                  <a:pt x="19240" y="126695"/>
                </a:lnTo>
                <a:lnTo>
                  <a:pt x="0" y="137172"/>
                </a:lnTo>
                <a:lnTo>
                  <a:pt x="21336" y="173748"/>
                </a:lnTo>
                <a:lnTo>
                  <a:pt x="64604" y="156222"/>
                </a:lnTo>
                <a:lnTo>
                  <a:pt x="102108" y="149364"/>
                </a:lnTo>
                <a:lnTo>
                  <a:pt x="86702" y="171056"/>
                </a:lnTo>
                <a:lnTo>
                  <a:pt x="59893" y="207010"/>
                </a:lnTo>
                <a:lnTo>
                  <a:pt x="28194" y="240233"/>
                </a:lnTo>
                <a:lnTo>
                  <a:pt x="12192" y="246900"/>
                </a:lnTo>
                <a:lnTo>
                  <a:pt x="33528" y="283476"/>
                </a:lnTo>
                <a:lnTo>
                  <a:pt x="76390" y="259257"/>
                </a:lnTo>
                <a:lnTo>
                  <a:pt x="117322" y="245376"/>
                </a:lnTo>
                <a:lnTo>
                  <a:pt x="126796" y="242531"/>
                </a:lnTo>
                <a:lnTo>
                  <a:pt x="143116" y="237769"/>
                </a:lnTo>
                <a:lnTo>
                  <a:pt x="158496" y="233184"/>
                </a:lnTo>
                <a:lnTo>
                  <a:pt x="156972" y="228612"/>
                </a:lnTo>
                <a:lnTo>
                  <a:pt x="94488" y="238709"/>
                </a:lnTo>
                <a:lnTo>
                  <a:pt x="68249" y="242531"/>
                </a:lnTo>
                <a:lnTo>
                  <a:pt x="45720" y="245376"/>
                </a:lnTo>
                <a:lnTo>
                  <a:pt x="72275" y="214464"/>
                </a:lnTo>
                <a:lnTo>
                  <a:pt x="94678" y="187845"/>
                </a:lnTo>
                <a:lnTo>
                  <a:pt x="112801" y="165214"/>
                </a:lnTo>
                <a:lnTo>
                  <a:pt x="124294" y="149364"/>
                </a:lnTo>
                <a:lnTo>
                  <a:pt x="126492" y="146316"/>
                </a:lnTo>
                <a:lnTo>
                  <a:pt x="128752" y="143268"/>
                </a:lnTo>
                <a:lnTo>
                  <a:pt x="137642" y="131216"/>
                </a:lnTo>
                <a:lnTo>
                  <a:pt x="148209" y="118122"/>
                </a:lnTo>
                <a:lnTo>
                  <a:pt x="158216" y="107302"/>
                </a:lnTo>
                <a:lnTo>
                  <a:pt x="167640" y="99072"/>
                </a:lnTo>
                <a:close/>
              </a:path>
              <a:path w="846454" h="391795">
                <a:moveTo>
                  <a:pt x="303276" y="271284"/>
                </a:moveTo>
                <a:lnTo>
                  <a:pt x="272605" y="246329"/>
                </a:lnTo>
                <a:lnTo>
                  <a:pt x="220980" y="236232"/>
                </a:lnTo>
                <a:lnTo>
                  <a:pt x="219456" y="242328"/>
                </a:lnTo>
                <a:lnTo>
                  <a:pt x="242316" y="256324"/>
                </a:lnTo>
                <a:lnTo>
                  <a:pt x="260604" y="268617"/>
                </a:lnTo>
                <a:lnTo>
                  <a:pt x="274320" y="279184"/>
                </a:lnTo>
                <a:lnTo>
                  <a:pt x="283464" y="288048"/>
                </a:lnTo>
                <a:lnTo>
                  <a:pt x="289560" y="294144"/>
                </a:lnTo>
                <a:lnTo>
                  <a:pt x="294132" y="297192"/>
                </a:lnTo>
                <a:lnTo>
                  <a:pt x="298704" y="297192"/>
                </a:lnTo>
                <a:lnTo>
                  <a:pt x="300228" y="295668"/>
                </a:lnTo>
                <a:lnTo>
                  <a:pt x="301752" y="291096"/>
                </a:lnTo>
                <a:lnTo>
                  <a:pt x="303276" y="288048"/>
                </a:lnTo>
                <a:lnTo>
                  <a:pt x="303276" y="271284"/>
                </a:lnTo>
                <a:close/>
              </a:path>
              <a:path w="846454" h="391795">
                <a:moveTo>
                  <a:pt x="326136" y="370344"/>
                </a:moveTo>
                <a:lnTo>
                  <a:pt x="300228" y="338340"/>
                </a:lnTo>
                <a:lnTo>
                  <a:pt x="262699" y="326720"/>
                </a:lnTo>
                <a:lnTo>
                  <a:pt x="192024" y="309384"/>
                </a:lnTo>
                <a:lnTo>
                  <a:pt x="190500" y="315480"/>
                </a:lnTo>
                <a:lnTo>
                  <a:pt x="229933" y="333781"/>
                </a:lnTo>
                <a:lnTo>
                  <a:pt x="261366" y="349961"/>
                </a:lnTo>
                <a:lnTo>
                  <a:pt x="284797" y="364121"/>
                </a:lnTo>
                <a:lnTo>
                  <a:pt x="300228" y="376440"/>
                </a:lnTo>
                <a:lnTo>
                  <a:pt x="307657" y="383311"/>
                </a:lnTo>
                <a:lnTo>
                  <a:pt x="313944" y="388061"/>
                </a:lnTo>
                <a:lnTo>
                  <a:pt x="319087" y="390791"/>
                </a:lnTo>
                <a:lnTo>
                  <a:pt x="323088" y="391680"/>
                </a:lnTo>
                <a:lnTo>
                  <a:pt x="324612" y="390156"/>
                </a:lnTo>
                <a:lnTo>
                  <a:pt x="324612" y="387108"/>
                </a:lnTo>
                <a:lnTo>
                  <a:pt x="326136" y="382536"/>
                </a:lnTo>
                <a:lnTo>
                  <a:pt x="326136" y="370344"/>
                </a:lnTo>
                <a:close/>
              </a:path>
              <a:path w="846454" h="391795">
                <a:moveTo>
                  <a:pt x="402336" y="231660"/>
                </a:moveTo>
                <a:lnTo>
                  <a:pt x="339661" y="216420"/>
                </a:lnTo>
                <a:lnTo>
                  <a:pt x="298538" y="192036"/>
                </a:lnTo>
                <a:lnTo>
                  <a:pt x="280416" y="178320"/>
                </a:lnTo>
                <a:lnTo>
                  <a:pt x="289979" y="164604"/>
                </a:lnTo>
                <a:lnTo>
                  <a:pt x="296976" y="154546"/>
                </a:lnTo>
                <a:lnTo>
                  <a:pt x="312140" y="131216"/>
                </a:lnTo>
                <a:lnTo>
                  <a:pt x="326072" y="107594"/>
                </a:lnTo>
                <a:lnTo>
                  <a:pt x="338328" y="83832"/>
                </a:lnTo>
                <a:lnTo>
                  <a:pt x="349224" y="76212"/>
                </a:lnTo>
                <a:lnTo>
                  <a:pt x="353568" y="73164"/>
                </a:lnTo>
                <a:lnTo>
                  <a:pt x="346710" y="67068"/>
                </a:lnTo>
                <a:lnTo>
                  <a:pt x="326136" y="48780"/>
                </a:lnTo>
                <a:lnTo>
                  <a:pt x="313944" y="65036"/>
                </a:lnTo>
                <a:lnTo>
                  <a:pt x="313944" y="76212"/>
                </a:lnTo>
                <a:lnTo>
                  <a:pt x="304825" y="98806"/>
                </a:lnTo>
                <a:lnTo>
                  <a:pt x="293560" y="120980"/>
                </a:lnTo>
                <a:lnTo>
                  <a:pt x="280301" y="142862"/>
                </a:lnTo>
                <a:lnTo>
                  <a:pt x="265176" y="164604"/>
                </a:lnTo>
                <a:lnTo>
                  <a:pt x="251777" y="148336"/>
                </a:lnTo>
                <a:lnTo>
                  <a:pt x="239077" y="129362"/>
                </a:lnTo>
                <a:lnTo>
                  <a:pt x="227253" y="107810"/>
                </a:lnTo>
                <a:lnTo>
                  <a:pt x="219862" y="91452"/>
                </a:lnTo>
                <a:lnTo>
                  <a:pt x="216408" y="83832"/>
                </a:lnTo>
                <a:lnTo>
                  <a:pt x="219456" y="76212"/>
                </a:lnTo>
                <a:lnTo>
                  <a:pt x="313944" y="76212"/>
                </a:lnTo>
                <a:lnTo>
                  <a:pt x="313944" y="65036"/>
                </a:lnTo>
                <a:lnTo>
                  <a:pt x="312420" y="67068"/>
                </a:lnTo>
                <a:lnTo>
                  <a:pt x="225552" y="67068"/>
                </a:lnTo>
                <a:lnTo>
                  <a:pt x="245364" y="28968"/>
                </a:lnTo>
                <a:lnTo>
                  <a:pt x="259080" y="21348"/>
                </a:lnTo>
                <a:lnTo>
                  <a:pt x="220980" y="12"/>
                </a:lnTo>
                <a:lnTo>
                  <a:pt x="210883" y="41160"/>
                </a:lnTo>
                <a:lnTo>
                  <a:pt x="195072" y="82308"/>
                </a:lnTo>
                <a:lnTo>
                  <a:pt x="174688" y="124409"/>
                </a:lnTo>
                <a:lnTo>
                  <a:pt x="146304" y="167652"/>
                </a:lnTo>
                <a:lnTo>
                  <a:pt x="152400" y="170700"/>
                </a:lnTo>
                <a:lnTo>
                  <a:pt x="167259" y="153593"/>
                </a:lnTo>
                <a:lnTo>
                  <a:pt x="182067" y="134569"/>
                </a:lnTo>
                <a:lnTo>
                  <a:pt x="196977" y="113690"/>
                </a:lnTo>
                <a:lnTo>
                  <a:pt x="211836" y="91452"/>
                </a:lnTo>
                <a:lnTo>
                  <a:pt x="219316" y="114020"/>
                </a:lnTo>
                <a:lnTo>
                  <a:pt x="228219" y="136029"/>
                </a:lnTo>
                <a:lnTo>
                  <a:pt x="238848" y="157454"/>
                </a:lnTo>
                <a:lnTo>
                  <a:pt x="251460" y="178320"/>
                </a:lnTo>
                <a:lnTo>
                  <a:pt x="224294" y="202819"/>
                </a:lnTo>
                <a:lnTo>
                  <a:pt x="195262" y="225755"/>
                </a:lnTo>
                <a:lnTo>
                  <a:pt x="164236" y="246684"/>
                </a:lnTo>
                <a:lnTo>
                  <a:pt x="131064" y="265188"/>
                </a:lnTo>
                <a:lnTo>
                  <a:pt x="134112" y="269760"/>
                </a:lnTo>
                <a:lnTo>
                  <a:pt x="168744" y="255473"/>
                </a:lnTo>
                <a:lnTo>
                  <a:pt x="201891" y="237769"/>
                </a:lnTo>
                <a:lnTo>
                  <a:pt x="233984" y="216611"/>
                </a:lnTo>
                <a:lnTo>
                  <a:pt x="265176" y="192036"/>
                </a:lnTo>
                <a:lnTo>
                  <a:pt x="287782" y="212610"/>
                </a:lnTo>
                <a:lnTo>
                  <a:pt x="312229" y="230898"/>
                </a:lnTo>
                <a:lnTo>
                  <a:pt x="338696" y="246900"/>
                </a:lnTo>
                <a:lnTo>
                  <a:pt x="367284" y="260616"/>
                </a:lnTo>
                <a:lnTo>
                  <a:pt x="372986" y="251485"/>
                </a:lnTo>
                <a:lnTo>
                  <a:pt x="380809" y="244805"/>
                </a:lnTo>
                <a:lnTo>
                  <a:pt x="390652" y="240677"/>
                </a:lnTo>
                <a:lnTo>
                  <a:pt x="402336" y="239280"/>
                </a:lnTo>
                <a:lnTo>
                  <a:pt x="402336" y="231660"/>
                </a:lnTo>
                <a:close/>
              </a:path>
              <a:path w="846454" h="391795">
                <a:moveTo>
                  <a:pt x="845832" y="367284"/>
                </a:moveTo>
                <a:lnTo>
                  <a:pt x="807732" y="329184"/>
                </a:lnTo>
                <a:lnTo>
                  <a:pt x="780300" y="356616"/>
                </a:lnTo>
                <a:lnTo>
                  <a:pt x="672096" y="356616"/>
                </a:lnTo>
                <a:lnTo>
                  <a:pt x="672096" y="158496"/>
                </a:lnTo>
                <a:lnTo>
                  <a:pt x="822972" y="158496"/>
                </a:lnTo>
                <a:lnTo>
                  <a:pt x="787920" y="123444"/>
                </a:lnTo>
                <a:lnTo>
                  <a:pt x="763536" y="147828"/>
                </a:lnTo>
                <a:lnTo>
                  <a:pt x="672096" y="147828"/>
                </a:lnTo>
                <a:lnTo>
                  <a:pt x="672096" y="32004"/>
                </a:lnTo>
                <a:lnTo>
                  <a:pt x="690384" y="19812"/>
                </a:lnTo>
                <a:lnTo>
                  <a:pt x="646188" y="0"/>
                </a:lnTo>
                <a:lnTo>
                  <a:pt x="646747" y="29121"/>
                </a:lnTo>
                <a:lnTo>
                  <a:pt x="647153" y="65506"/>
                </a:lnTo>
                <a:lnTo>
                  <a:pt x="647585" y="160121"/>
                </a:lnTo>
                <a:lnTo>
                  <a:pt x="647712" y="356616"/>
                </a:lnTo>
                <a:lnTo>
                  <a:pt x="551700" y="356616"/>
                </a:lnTo>
                <a:lnTo>
                  <a:pt x="551700" y="140208"/>
                </a:lnTo>
                <a:lnTo>
                  <a:pt x="569988" y="124968"/>
                </a:lnTo>
                <a:lnTo>
                  <a:pt x="525792" y="105156"/>
                </a:lnTo>
                <a:lnTo>
                  <a:pt x="526529" y="134391"/>
                </a:lnTo>
                <a:lnTo>
                  <a:pt x="526986" y="174358"/>
                </a:lnTo>
                <a:lnTo>
                  <a:pt x="527215" y="224878"/>
                </a:lnTo>
                <a:lnTo>
                  <a:pt x="527316" y="356616"/>
                </a:lnTo>
                <a:lnTo>
                  <a:pt x="440448" y="356616"/>
                </a:lnTo>
                <a:lnTo>
                  <a:pt x="455688" y="371856"/>
                </a:lnTo>
                <a:lnTo>
                  <a:pt x="465988" y="369862"/>
                </a:lnTo>
                <a:lnTo>
                  <a:pt x="476453" y="368427"/>
                </a:lnTo>
                <a:lnTo>
                  <a:pt x="487184" y="367576"/>
                </a:lnTo>
                <a:lnTo>
                  <a:pt x="498360" y="367284"/>
                </a:lnTo>
                <a:lnTo>
                  <a:pt x="845832" y="36728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</a:endParaRPr>
          </a:p>
        </p:txBody>
      </p:sp>
      <p:sp>
        <p:nvSpPr>
          <p:cNvPr id="39" name="object 39"/>
          <p:cNvSpPr/>
          <p:nvPr/>
        </p:nvSpPr>
        <p:spPr>
          <a:xfrm>
            <a:off x="4309871" y="4719827"/>
            <a:ext cx="381000" cy="403860"/>
          </a:xfrm>
          <a:custGeom>
            <a:avLst/>
            <a:gdLst/>
            <a:ahLst/>
            <a:cxnLst/>
            <a:rect l="l" t="t" r="r" b="b"/>
            <a:pathLst>
              <a:path w="381000" h="403860">
                <a:moveTo>
                  <a:pt x="298703" y="112776"/>
                </a:moveTo>
                <a:lnTo>
                  <a:pt x="274319" y="112776"/>
                </a:lnTo>
                <a:lnTo>
                  <a:pt x="274246" y="72056"/>
                </a:lnTo>
                <a:lnTo>
                  <a:pt x="274129" y="51244"/>
                </a:lnTo>
                <a:lnTo>
                  <a:pt x="273677" y="24264"/>
                </a:lnTo>
                <a:lnTo>
                  <a:pt x="272795" y="0"/>
                </a:lnTo>
                <a:lnTo>
                  <a:pt x="316991" y="22860"/>
                </a:lnTo>
                <a:lnTo>
                  <a:pt x="298703" y="35052"/>
                </a:lnTo>
                <a:lnTo>
                  <a:pt x="298703" y="112776"/>
                </a:lnTo>
                <a:close/>
              </a:path>
              <a:path w="381000" h="403860">
                <a:moveTo>
                  <a:pt x="128320" y="64008"/>
                </a:moveTo>
                <a:lnTo>
                  <a:pt x="92963" y="64008"/>
                </a:lnTo>
                <a:lnTo>
                  <a:pt x="108203" y="47244"/>
                </a:lnTo>
                <a:lnTo>
                  <a:pt x="128320" y="64008"/>
                </a:lnTo>
                <a:close/>
              </a:path>
              <a:path w="381000" h="403860">
                <a:moveTo>
                  <a:pt x="0" y="362712"/>
                </a:moveTo>
                <a:lnTo>
                  <a:pt x="881" y="330946"/>
                </a:lnTo>
                <a:lnTo>
                  <a:pt x="1329" y="292989"/>
                </a:lnTo>
                <a:lnTo>
                  <a:pt x="1440" y="129540"/>
                </a:lnTo>
                <a:lnTo>
                  <a:pt x="1333" y="103251"/>
                </a:lnTo>
                <a:lnTo>
                  <a:pt x="919" y="74676"/>
                </a:lnTo>
                <a:lnTo>
                  <a:pt x="802" y="70104"/>
                </a:lnTo>
                <a:lnTo>
                  <a:pt x="0" y="50292"/>
                </a:lnTo>
                <a:lnTo>
                  <a:pt x="27431" y="64008"/>
                </a:lnTo>
                <a:lnTo>
                  <a:pt x="128320" y="64008"/>
                </a:lnTo>
                <a:lnTo>
                  <a:pt x="135635" y="70104"/>
                </a:lnTo>
                <a:lnTo>
                  <a:pt x="130492" y="74676"/>
                </a:lnTo>
                <a:lnTo>
                  <a:pt x="25907" y="74676"/>
                </a:lnTo>
                <a:lnTo>
                  <a:pt x="25907" y="179832"/>
                </a:lnTo>
                <a:lnTo>
                  <a:pt x="121919" y="179832"/>
                </a:lnTo>
                <a:lnTo>
                  <a:pt x="121919" y="190500"/>
                </a:lnTo>
                <a:lnTo>
                  <a:pt x="25907" y="190500"/>
                </a:lnTo>
                <a:lnTo>
                  <a:pt x="25907" y="301752"/>
                </a:lnTo>
                <a:lnTo>
                  <a:pt x="122281" y="301752"/>
                </a:lnTo>
                <a:lnTo>
                  <a:pt x="122459" y="310895"/>
                </a:lnTo>
                <a:lnTo>
                  <a:pt x="25907" y="310895"/>
                </a:lnTo>
                <a:lnTo>
                  <a:pt x="25907" y="347472"/>
                </a:lnTo>
                <a:lnTo>
                  <a:pt x="0" y="362712"/>
                </a:lnTo>
                <a:close/>
              </a:path>
              <a:path w="381000" h="403860">
                <a:moveTo>
                  <a:pt x="121919" y="179832"/>
                </a:moveTo>
                <a:lnTo>
                  <a:pt x="97536" y="179832"/>
                </a:lnTo>
                <a:lnTo>
                  <a:pt x="97536" y="74676"/>
                </a:lnTo>
                <a:lnTo>
                  <a:pt x="130492" y="74676"/>
                </a:lnTo>
                <a:lnTo>
                  <a:pt x="121919" y="82296"/>
                </a:lnTo>
                <a:lnTo>
                  <a:pt x="121919" y="179832"/>
                </a:lnTo>
                <a:close/>
              </a:path>
              <a:path w="381000" h="403860">
                <a:moveTo>
                  <a:pt x="141731" y="129540"/>
                </a:moveTo>
                <a:lnTo>
                  <a:pt x="126491" y="112776"/>
                </a:lnTo>
                <a:lnTo>
                  <a:pt x="324612" y="112776"/>
                </a:lnTo>
                <a:lnTo>
                  <a:pt x="347472" y="89916"/>
                </a:lnTo>
                <a:lnTo>
                  <a:pt x="381000" y="123444"/>
                </a:lnTo>
                <a:lnTo>
                  <a:pt x="184403" y="123444"/>
                </a:lnTo>
                <a:lnTo>
                  <a:pt x="173235" y="123753"/>
                </a:lnTo>
                <a:lnTo>
                  <a:pt x="162496" y="124777"/>
                </a:lnTo>
                <a:lnTo>
                  <a:pt x="152042" y="126658"/>
                </a:lnTo>
                <a:lnTo>
                  <a:pt x="141731" y="129540"/>
                </a:lnTo>
                <a:close/>
              </a:path>
              <a:path w="381000" h="403860">
                <a:moveTo>
                  <a:pt x="297771" y="362712"/>
                </a:moveTo>
                <a:lnTo>
                  <a:pt x="262127" y="362712"/>
                </a:lnTo>
                <a:lnTo>
                  <a:pt x="269747" y="361188"/>
                </a:lnTo>
                <a:lnTo>
                  <a:pt x="274319" y="353568"/>
                </a:lnTo>
                <a:lnTo>
                  <a:pt x="274319" y="123444"/>
                </a:lnTo>
                <a:lnTo>
                  <a:pt x="298703" y="123444"/>
                </a:lnTo>
                <a:lnTo>
                  <a:pt x="298703" y="356616"/>
                </a:lnTo>
                <a:lnTo>
                  <a:pt x="297771" y="362712"/>
                </a:lnTo>
                <a:close/>
              </a:path>
              <a:path w="381000" h="403860">
                <a:moveTo>
                  <a:pt x="205739" y="260604"/>
                </a:moveTo>
                <a:lnTo>
                  <a:pt x="199643" y="260604"/>
                </a:lnTo>
                <a:lnTo>
                  <a:pt x="196595" y="254508"/>
                </a:lnTo>
                <a:lnTo>
                  <a:pt x="193547" y="240792"/>
                </a:lnTo>
                <a:lnTo>
                  <a:pt x="187832" y="224504"/>
                </a:lnTo>
                <a:lnTo>
                  <a:pt x="179831" y="207645"/>
                </a:lnTo>
                <a:lnTo>
                  <a:pt x="169544" y="190214"/>
                </a:lnTo>
                <a:lnTo>
                  <a:pt x="156971" y="172212"/>
                </a:lnTo>
                <a:lnTo>
                  <a:pt x="161543" y="167640"/>
                </a:lnTo>
                <a:lnTo>
                  <a:pt x="197357" y="193548"/>
                </a:lnTo>
                <a:lnTo>
                  <a:pt x="222503" y="225552"/>
                </a:lnTo>
                <a:lnTo>
                  <a:pt x="222503" y="236220"/>
                </a:lnTo>
                <a:lnTo>
                  <a:pt x="219455" y="242316"/>
                </a:lnTo>
                <a:lnTo>
                  <a:pt x="214883" y="249936"/>
                </a:lnTo>
                <a:lnTo>
                  <a:pt x="208787" y="257556"/>
                </a:lnTo>
                <a:lnTo>
                  <a:pt x="205739" y="260604"/>
                </a:lnTo>
                <a:close/>
              </a:path>
              <a:path w="381000" h="403860">
                <a:moveTo>
                  <a:pt x="122281" y="301752"/>
                </a:moveTo>
                <a:lnTo>
                  <a:pt x="97536" y="301752"/>
                </a:lnTo>
                <a:lnTo>
                  <a:pt x="97536" y="190500"/>
                </a:lnTo>
                <a:lnTo>
                  <a:pt x="121919" y="190500"/>
                </a:lnTo>
                <a:lnTo>
                  <a:pt x="121943" y="262366"/>
                </a:lnTo>
                <a:lnTo>
                  <a:pt x="122110" y="292989"/>
                </a:lnTo>
                <a:lnTo>
                  <a:pt x="122281" y="301752"/>
                </a:lnTo>
                <a:close/>
              </a:path>
              <a:path w="381000" h="403860">
                <a:moveTo>
                  <a:pt x="97536" y="345948"/>
                </a:moveTo>
                <a:lnTo>
                  <a:pt x="97536" y="310895"/>
                </a:lnTo>
                <a:lnTo>
                  <a:pt x="122459" y="310895"/>
                </a:lnTo>
                <a:lnTo>
                  <a:pt x="122562" y="316182"/>
                </a:lnTo>
                <a:lnTo>
                  <a:pt x="123443" y="332232"/>
                </a:lnTo>
                <a:lnTo>
                  <a:pt x="97536" y="345948"/>
                </a:lnTo>
                <a:close/>
              </a:path>
              <a:path w="381000" h="403860">
                <a:moveTo>
                  <a:pt x="260603" y="403860"/>
                </a:moveTo>
                <a:lnTo>
                  <a:pt x="256270" y="391263"/>
                </a:lnTo>
                <a:lnTo>
                  <a:pt x="245363" y="380809"/>
                </a:lnTo>
                <a:lnTo>
                  <a:pt x="227599" y="372356"/>
                </a:lnTo>
                <a:lnTo>
                  <a:pt x="202691" y="365760"/>
                </a:lnTo>
                <a:lnTo>
                  <a:pt x="202691" y="356616"/>
                </a:lnTo>
                <a:lnTo>
                  <a:pt x="224408" y="359497"/>
                </a:lnTo>
                <a:lnTo>
                  <a:pt x="241553" y="361378"/>
                </a:lnTo>
                <a:lnTo>
                  <a:pt x="254126" y="362402"/>
                </a:lnTo>
                <a:lnTo>
                  <a:pt x="262127" y="362712"/>
                </a:lnTo>
                <a:lnTo>
                  <a:pt x="297771" y="362712"/>
                </a:lnTo>
                <a:lnTo>
                  <a:pt x="296394" y="371713"/>
                </a:lnTo>
                <a:lnTo>
                  <a:pt x="289369" y="384810"/>
                </a:lnTo>
                <a:lnTo>
                  <a:pt x="277487" y="395620"/>
                </a:lnTo>
                <a:lnTo>
                  <a:pt x="260603" y="40386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</a:endParaRPr>
          </a:p>
        </p:txBody>
      </p:sp>
      <p:pic>
        <p:nvPicPr>
          <p:cNvPr id="40" name="object 40"/>
          <p:cNvPicPr/>
          <p:nvPr/>
        </p:nvPicPr>
        <p:blipFill>
          <a:blip r:embed="rId4" cstate="print"/>
          <a:stretch>
            <a:fillRect/>
          </a:stretch>
        </p:blipFill>
        <p:spPr>
          <a:xfrm>
            <a:off x="4770120" y="4981384"/>
            <a:ext cx="70104" cy="119443"/>
          </a:xfrm>
          <a:prstGeom prst="rect">
            <a:avLst/>
          </a:prstGeom>
        </p:spPr>
      </p:pic>
      <p:sp>
        <p:nvSpPr>
          <p:cNvPr id="41" name="object 41"/>
          <p:cNvSpPr/>
          <p:nvPr/>
        </p:nvSpPr>
        <p:spPr>
          <a:xfrm>
            <a:off x="5175504" y="4716779"/>
            <a:ext cx="2009139" cy="411480"/>
          </a:xfrm>
          <a:custGeom>
            <a:avLst/>
            <a:gdLst/>
            <a:ahLst/>
            <a:cxnLst/>
            <a:rect l="l" t="t" r="r" b="b"/>
            <a:pathLst>
              <a:path w="2009140" h="411479">
                <a:moveTo>
                  <a:pt x="262128" y="204228"/>
                </a:moveTo>
                <a:lnTo>
                  <a:pt x="144780" y="204228"/>
                </a:lnTo>
                <a:lnTo>
                  <a:pt x="144780" y="242328"/>
                </a:lnTo>
                <a:lnTo>
                  <a:pt x="219456" y="242328"/>
                </a:lnTo>
                <a:lnTo>
                  <a:pt x="219456" y="326148"/>
                </a:lnTo>
                <a:lnTo>
                  <a:pt x="179832" y="334645"/>
                </a:lnTo>
                <a:lnTo>
                  <a:pt x="152400" y="335292"/>
                </a:lnTo>
                <a:lnTo>
                  <a:pt x="140131" y="334733"/>
                </a:lnTo>
                <a:lnTo>
                  <a:pt x="98463" y="322541"/>
                </a:lnTo>
                <a:lnTo>
                  <a:pt x="68097" y="292328"/>
                </a:lnTo>
                <a:lnTo>
                  <a:pt x="48691" y="247700"/>
                </a:lnTo>
                <a:lnTo>
                  <a:pt x="44196" y="202704"/>
                </a:lnTo>
                <a:lnTo>
                  <a:pt x="46139" y="175310"/>
                </a:lnTo>
                <a:lnTo>
                  <a:pt x="60909" y="128549"/>
                </a:lnTo>
                <a:lnTo>
                  <a:pt x="89128" y="93967"/>
                </a:lnTo>
                <a:lnTo>
                  <a:pt x="127368" y="76733"/>
                </a:lnTo>
                <a:lnTo>
                  <a:pt x="149352" y="74688"/>
                </a:lnTo>
                <a:lnTo>
                  <a:pt x="158496" y="74968"/>
                </a:lnTo>
                <a:lnTo>
                  <a:pt x="201739" y="84023"/>
                </a:lnTo>
                <a:lnTo>
                  <a:pt x="239268" y="103644"/>
                </a:lnTo>
                <a:lnTo>
                  <a:pt x="251460" y="112788"/>
                </a:lnTo>
                <a:lnTo>
                  <a:pt x="256032" y="117360"/>
                </a:lnTo>
                <a:lnTo>
                  <a:pt x="260604" y="117360"/>
                </a:lnTo>
                <a:lnTo>
                  <a:pt x="260604" y="65544"/>
                </a:lnTo>
                <a:lnTo>
                  <a:pt x="254508" y="62496"/>
                </a:lnTo>
                <a:lnTo>
                  <a:pt x="246888" y="59448"/>
                </a:lnTo>
                <a:lnTo>
                  <a:pt x="239268" y="54876"/>
                </a:lnTo>
                <a:lnTo>
                  <a:pt x="225933" y="50304"/>
                </a:lnTo>
                <a:lnTo>
                  <a:pt x="219976" y="48018"/>
                </a:lnTo>
                <a:lnTo>
                  <a:pt x="214884" y="45732"/>
                </a:lnTo>
                <a:lnTo>
                  <a:pt x="207784" y="43700"/>
                </a:lnTo>
                <a:lnTo>
                  <a:pt x="169926" y="37541"/>
                </a:lnTo>
                <a:lnTo>
                  <a:pt x="153924" y="36588"/>
                </a:lnTo>
                <a:lnTo>
                  <a:pt x="137083" y="37414"/>
                </a:lnTo>
                <a:lnTo>
                  <a:pt x="91440" y="48780"/>
                </a:lnTo>
                <a:lnTo>
                  <a:pt x="53289" y="71069"/>
                </a:lnTo>
                <a:lnTo>
                  <a:pt x="24384" y="105740"/>
                </a:lnTo>
                <a:lnTo>
                  <a:pt x="5778" y="150431"/>
                </a:lnTo>
                <a:lnTo>
                  <a:pt x="0" y="204228"/>
                </a:lnTo>
                <a:lnTo>
                  <a:pt x="584" y="224231"/>
                </a:lnTo>
                <a:lnTo>
                  <a:pt x="10668" y="277380"/>
                </a:lnTo>
                <a:lnTo>
                  <a:pt x="32956" y="319595"/>
                </a:lnTo>
                <a:lnTo>
                  <a:pt x="64770" y="349008"/>
                </a:lnTo>
                <a:lnTo>
                  <a:pt x="105702" y="367601"/>
                </a:lnTo>
                <a:lnTo>
                  <a:pt x="153924" y="373392"/>
                </a:lnTo>
                <a:lnTo>
                  <a:pt x="162750" y="373126"/>
                </a:lnTo>
                <a:lnTo>
                  <a:pt x="205613" y="366268"/>
                </a:lnTo>
                <a:lnTo>
                  <a:pt x="248412" y="350532"/>
                </a:lnTo>
                <a:lnTo>
                  <a:pt x="256032" y="347484"/>
                </a:lnTo>
                <a:lnTo>
                  <a:pt x="262128" y="345960"/>
                </a:lnTo>
                <a:lnTo>
                  <a:pt x="262128" y="204228"/>
                </a:lnTo>
                <a:close/>
              </a:path>
              <a:path w="2009140" h="411479">
                <a:moveTo>
                  <a:pt x="426707" y="205740"/>
                </a:moveTo>
                <a:lnTo>
                  <a:pt x="303276" y="205740"/>
                </a:lnTo>
                <a:lnTo>
                  <a:pt x="303276" y="245376"/>
                </a:lnTo>
                <a:lnTo>
                  <a:pt x="426707" y="245376"/>
                </a:lnTo>
                <a:lnTo>
                  <a:pt x="426707" y="205740"/>
                </a:lnTo>
                <a:close/>
              </a:path>
              <a:path w="2009140" h="411479">
                <a:moveTo>
                  <a:pt x="678167" y="274320"/>
                </a:moveTo>
                <a:lnTo>
                  <a:pt x="669175" y="234886"/>
                </a:lnTo>
                <a:lnTo>
                  <a:pt x="642353" y="205930"/>
                </a:lnTo>
                <a:lnTo>
                  <a:pt x="612635" y="193548"/>
                </a:lnTo>
                <a:lnTo>
                  <a:pt x="606348" y="191262"/>
                </a:lnTo>
                <a:lnTo>
                  <a:pt x="598919" y="188976"/>
                </a:lnTo>
                <a:lnTo>
                  <a:pt x="590346" y="186690"/>
                </a:lnTo>
                <a:lnTo>
                  <a:pt x="570903" y="182118"/>
                </a:lnTo>
                <a:lnTo>
                  <a:pt x="562152" y="179832"/>
                </a:lnTo>
                <a:lnTo>
                  <a:pt x="554278" y="177546"/>
                </a:lnTo>
                <a:lnTo>
                  <a:pt x="547103" y="175260"/>
                </a:lnTo>
                <a:lnTo>
                  <a:pt x="537387" y="172427"/>
                </a:lnTo>
                <a:lnTo>
                  <a:pt x="506907" y="143446"/>
                </a:lnTo>
                <a:lnTo>
                  <a:pt x="504431" y="124968"/>
                </a:lnTo>
                <a:lnTo>
                  <a:pt x="505574" y="114109"/>
                </a:lnTo>
                <a:lnTo>
                  <a:pt x="532701" y="82397"/>
                </a:lnTo>
                <a:lnTo>
                  <a:pt x="571487" y="74676"/>
                </a:lnTo>
                <a:lnTo>
                  <a:pt x="584923" y="75272"/>
                </a:lnTo>
                <a:lnTo>
                  <a:pt x="633768" y="90449"/>
                </a:lnTo>
                <a:lnTo>
                  <a:pt x="661403" y="109728"/>
                </a:lnTo>
                <a:lnTo>
                  <a:pt x="664451" y="109728"/>
                </a:lnTo>
                <a:lnTo>
                  <a:pt x="664451" y="57912"/>
                </a:lnTo>
                <a:lnTo>
                  <a:pt x="653910" y="53390"/>
                </a:lnTo>
                <a:lnTo>
                  <a:pt x="607669" y="40436"/>
                </a:lnTo>
                <a:lnTo>
                  <a:pt x="568439" y="36576"/>
                </a:lnTo>
                <a:lnTo>
                  <a:pt x="545579" y="38290"/>
                </a:lnTo>
                <a:lnTo>
                  <a:pt x="506717" y="52006"/>
                </a:lnTo>
                <a:lnTo>
                  <a:pt x="476961" y="78320"/>
                </a:lnTo>
                <a:lnTo>
                  <a:pt x="460235" y="129540"/>
                </a:lnTo>
                <a:lnTo>
                  <a:pt x="460527" y="138645"/>
                </a:lnTo>
                <a:lnTo>
                  <a:pt x="472046" y="176593"/>
                </a:lnTo>
                <a:lnTo>
                  <a:pt x="504431" y="205740"/>
                </a:lnTo>
                <a:lnTo>
                  <a:pt x="551865" y="220789"/>
                </a:lnTo>
                <a:lnTo>
                  <a:pt x="565391" y="224028"/>
                </a:lnTo>
                <a:lnTo>
                  <a:pt x="571398" y="226085"/>
                </a:lnTo>
                <a:lnTo>
                  <a:pt x="610920" y="239649"/>
                </a:lnTo>
                <a:lnTo>
                  <a:pt x="631875" y="272224"/>
                </a:lnTo>
                <a:lnTo>
                  <a:pt x="632447" y="281940"/>
                </a:lnTo>
                <a:lnTo>
                  <a:pt x="631304" y="293039"/>
                </a:lnTo>
                <a:lnTo>
                  <a:pt x="603897" y="326923"/>
                </a:lnTo>
                <a:lnTo>
                  <a:pt x="560819" y="335280"/>
                </a:lnTo>
                <a:lnTo>
                  <a:pt x="548233" y="334695"/>
                </a:lnTo>
                <a:lnTo>
                  <a:pt x="509003" y="324612"/>
                </a:lnTo>
                <a:lnTo>
                  <a:pt x="471081" y="302971"/>
                </a:lnTo>
                <a:lnTo>
                  <a:pt x="460235" y="294132"/>
                </a:lnTo>
                <a:lnTo>
                  <a:pt x="457187" y="294132"/>
                </a:lnTo>
                <a:lnTo>
                  <a:pt x="457187" y="347472"/>
                </a:lnTo>
                <a:lnTo>
                  <a:pt x="468642" y="352907"/>
                </a:lnTo>
                <a:lnTo>
                  <a:pt x="516940" y="368642"/>
                </a:lnTo>
                <a:lnTo>
                  <a:pt x="563867" y="371856"/>
                </a:lnTo>
                <a:lnTo>
                  <a:pt x="578142" y="371551"/>
                </a:lnTo>
                <a:lnTo>
                  <a:pt x="622617" y="360908"/>
                </a:lnTo>
                <a:lnTo>
                  <a:pt x="654913" y="336638"/>
                </a:lnTo>
                <a:lnTo>
                  <a:pt x="673671" y="303047"/>
                </a:lnTo>
                <a:lnTo>
                  <a:pt x="677621" y="283705"/>
                </a:lnTo>
                <a:lnTo>
                  <a:pt x="678167" y="274320"/>
                </a:lnTo>
                <a:close/>
              </a:path>
              <a:path w="2009140" h="411479">
                <a:moveTo>
                  <a:pt x="925068" y="64008"/>
                </a:moveTo>
                <a:lnTo>
                  <a:pt x="915466" y="53340"/>
                </a:lnTo>
                <a:lnTo>
                  <a:pt x="897636" y="33528"/>
                </a:lnTo>
                <a:lnTo>
                  <a:pt x="876300" y="53340"/>
                </a:lnTo>
                <a:lnTo>
                  <a:pt x="800100" y="53340"/>
                </a:lnTo>
                <a:lnTo>
                  <a:pt x="804646" y="45910"/>
                </a:lnTo>
                <a:lnTo>
                  <a:pt x="809053" y="39624"/>
                </a:lnTo>
                <a:lnTo>
                  <a:pt x="813168" y="34480"/>
                </a:lnTo>
                <a:lnTo>
                  <a:pt x="816864" y="30480"/>
                </a:lnTo>
                <a:lnTo>
                  <a:pt x="819912" y="25908"/>
                </a:lnTo>
                <a:lnTo>
                  <a:pt x="826008" y="22860"/>
                </a:lnTo>
                <a:lnTo>
                  <a:pt x="833628" y="18288"/>
                </a:lnTo>
                <a:lnTo>
                  <a:pt x="798576" y="0"/>
                </a:lnTo>
                <a:lnTo>
                  <a:pt x="787158" y="28867"/>
                </a:lnTo>
                <a:lnTo>
                  <a:pt x="775906" y="53721"/>
                </a:lnTo>
                <a:lnTo>
                  <a:pt x="754380" y="91440"/>
                </a:lnTo>
                <a:lnTo>
                  <a:pt x="726084" y="128308"/>
                </a:lnTo>
                <a:lnTo>
                  <a:pt x="717804" y="137160"/>
                </a:lnTo>
                <a:lnTo>
                  <a:pt x="720852" y="141732"/>
                </a:lnTo>
                <a:lnTo>
                  <a:pt x="753427" y="116446"/>
                </a:lnTo>
                <a:lnTo>
                  <a:pt x="786003" y="76276"/>
                </a:lnTo>
                <a:lnTo>
                  <a:pt x="794004" y="64008"/>
                </a:lnTo>
                <a:lnTo>
                  <a:pt x="824484" y="64008"/>
                </a:lnTo>
                <a:lnTo>
                  <a:pt x="842772" y="99060"/>
                </a:lnTo>
                <a:lnTo>
                  <a:pt x="844296" y="105156"/>
                </a:lnTo>
                <a:lnTo>
                  <a:pt x="844296" y="108204"/>
                </a:lnTo>
                <a:lnTo>
                  <a:pt x="845820" y="112776"/>
                </a:lnTo>
                <a:lnTo>
                  <a:pt x="848868" y="114300"/>
                </a:lnTo>
                <a:lnTo>
                  <a:pt x="856488" y="114300"/>
                </a:lnTo>
                <a:lnTo>
                  <a:pt x="859536" y="111252"/>
                </a:lnTo>
                <a:lnTo>
                  <a:pt x="862584" y="109728"/>
                </a:lnTo>
                <a:lnTo>
                  <a:pt x="865632" y="105156"/>
                </a:lnTo>
                <a:lnTo>
                  <a:pt x="868680" y="96012"/>
                </a:lnTo>
                <a:lnTo>
                  <a:pt x="868387" y="88874"/>
                </a:lnTo>
                <a:lnTo>
                  <a:pt x="862965" y="81153"/>
                </a:lnTo>
                <a:lnTo>
                  <a:pt x="852385" y="72872"/>
                </a:lnTo>
                <a:lnTo>
                  <a:pt x="836676" y="64008"/>
                </a:lnTo>
                <a:lnTo>
                  <a:pt x="925068" y="64008"/>
                </a:lnTo>
                <a:close/>
              </a:path>
              <a:path w="2009140" h="411479">
                <a:moveTo>
                  <a:pt x="1106424" y="65532"/>
                </a:moveTo>
                <a:lnTo>
                  <a:pt x="1096873" y="54864"/>
                </a:lnTo>
                <a:lnTo>
                  <a:pt x="1080516" y="36576"/>
                </a:lnTo>
                <a:lnTo>
                  <a:pt x="1059180" y="54864"/>
                </a:lnTo>
                <a:lnTo>
                  <a:pt x="964692" y="54864"/>
                </a:lnTo>
                <a:lnTo>
                  <a:pt x="968375" y="50063"/>
                </a:lnTo>
                <a:lnTo>
                  <a:pt x="972502" y="44958"/>
                </a:lnTo>
                <a:lnTo>
                  <a:pt x="976896" y="39865"/>
                </a:lnTo>
                <a:lnTo>
                  <a:pt x="981456" y="35052"/>
                </a:lnTo>
                <a:lnTo>
                  <a:pt x="986028" y="27432"/>
                </a:lnTo>
                <a:lnTo>
                  <a:pt x="992124" y="22860"/>
                </a:lnTo>
                <a:lnTo>
                  <a:pt x="998220" y="22860"/>
                </a:lnTo>
                <a:lnTo>
                  <a:pt x="966216" y="1524"/>
                </a:lnTo>
                <a:lnTo>
                  <a:pt x="946404" y="48768"/>
                </a:lnTo>
                <a:lnTo>
                  <a:pt x="927925" y="82296"/>
                </a:lnTo>
                <a:lnTo>
                  <a:pt x="908304" y="111252"/>
                </a:lnTo>
                <a:lnTo>
                  <a:pt x="912876" y="114300"/>
                </a:lnTo>
                <a:lnTo>
                  <a:pt x="918819" y="109207"/>
                </a:lnTo>
                <a:lnTo>
                  <a:pt x="925068" y="103251"/>
                </a:lnTo>
                <a:lnTo>
                  <a:pt x="931303" y="96735"/>
                </a:lnTo>
                <a:lnTo>
                  <a:pt x="937260" y="89916"/>
                </a:lnTo>
                <a:lnTo>
                  <a:pt x="942975" y="83972"/>
                </a:lnTo>
                <a:lnTo>
                  <a:pt x="954405" y="71488"/>
                </a:lnTo>
                <a:lnTo>
                  <a:pt x="960120" y="65532"/>
                </a:lnTo>
                <a:lnTo>
                  <a:pt x="1001268" y="65532"/>
                </a:lnTo>
                <a:lnTo>
                  <a:pt x="1028700" y="97536"/>
                </a:lnTo>
                <a:lnTo>
                  <a:pt x="1033272" y="103632"/>
                </a:lnTo>
                <a:lnTo>
                  <a:pt x="1034796" y="108204"/>
                </a:lnTo>
                <a:lnTo>
                  <a:pt x="1037844" y="114300"/>
                </a:lnTo>
                <a:lnTo>
                  <a:pt x="1040892" y="115824"/>
                </a:lnTo>
                <a:lnTo>
                  <a:pt x="1043940" y="115824"/>
                </a:lnTo>
                <a:lnTo>
                  <a:pt x="1046988" y="114300"/>
                </a:lnTo>
                <a:lnTo>
                  <a:pt x="1051560" y="111252"/>
                </a:lnTo>
                <a:lnTo>
                  <a:pt x="1054608" y="108204"/>
                </a:lnTo>
                <a:lnTo>
                  <a:pt x="1057656" y="102108"/>
                </a:lnTo>
                <a:lnTo>
                  <a:pt x="1057656" y="92964"/>
                </a:lnTo>
                <a:lnTo>
                  <a:pt x="1054811" y="86106"/>
                </a:lnTo>
                <a:lnTo>
                  <a:pt x="1046416" y="79248"/>
                </a:lnTo>
                <a:lnTo>
                  <a:pt x="1032573" y="72390"/>
                </a:lnTo>
                <a:lnTo>
                  <a:pt x="1013460" y="65532"/>
                </a:lnTo>
                <a:lnTo>
                  <a:pt x="1106424" y="65532"/>
                </a:lnTo>
                <a:close/>
              </a:path>
              <a:path w="2009140" h="411479">
                <a:moveTo>
                  <a:pt x="1112520" y="323088"/>
                </a:moveTo>
                <a:lnTo>
                  <a:pt x="1102817" y="312420"/>
                </a:lnTo>
                <a:lnTo>
                  <a:pt x="1082040" y="289560"/>
                </a:lnTo>
                <a:lnTo>
                  <a:pt x="1057656" y="312420"/>
                </a:lnTo>
                <a:lnTo>
                  <a:pt x="978408" y="312420"/>
                </a:lnTo>
                <a:lnTo>
                  <a:pt x="978408" y="260604"/>
                </a:lnTo>
                <a:lnTo>
                  <a:pt x="1004316" y="260604"/>
                </a:lnTo>
                <a:lnTo>
                  <a:pt x="1004316" y="277368"/>
                </a:lnTo>
                <a:lnTo>
                  <a:pt x="1031748" y="268224"/>
                </a:lnTo>
                <a:lnTo>
                  <a:pt x="1031163" y="260604"/>
                </a:lnTo>
                <a:lnTo>
                  <a:pt x="1030351" y="249936"/>
                </a:lnTo>
                <a:lnTo>
                  <a:pt x="1029652" y="240792"/>
                </a:lnTo>
                <a:lnTo>
                  <a:pt x="1028954" y="230505"/>
                </a:lnTo>
                <a:lnTo>
                  <a:pt x="1028700" y="222504"/>
                </a:lnTo>
                <a:lnTo>
                  <a:pt x="1028700" y="213360"/>
                </a:lnTo>
                <a:lnTo>
                  <a:pt x="1028700" y="202692"/>
                </a:lnTo>
                <a:lnTo>
                  <a:pt x="1028700" y="170688"/>
                </a:lnTo>
                <a:lnTo>
                  <a:pt x="1028700" y="160020"/>
                </a:lnTo>
                <a:lnTo>
                  <a:pt x="1028700" y="132588"/>
                </a:lnTo>
                <a:lnTo>
                  <a:pt x="1033919" y="128016"/>
                </a:lnTo>
                <a:lnTo>
                  <a:pt x="1040892" y="121920"/>
                </a:lnTo>
                <a:lnTo>
                  <a:pt x="1034554" y="117348"/>
                </a:lnTo>
                <a:lnTo>
                  <a:pt x="1013460" y="102108"/>
                </a:lnTo>
                <a:lnTo>
                  <a:pt x="1004316" y="115176"/>
                </a:lnTo>
                <a:lnTo>
                  <a:pt x="1004316" y="128016"/>
                </a:lnTo>
                <a:lnTo>
                  <a:pt x="1004316" y="160020"/>
                </a:lnTo>
                <a:lnTo>
                  <a:pt x="1004316" y="170688"/>
                </a:lnTo>
                <a:lnTo>
                  <a:pt x="1004316" y="202692"/>
                </a:lnTo>
                <a:lnTo>
                  <a:pt x="1004316" y="213360"/>
                </a:lnTo>
                <a:lnTo>
                  <a:pt x="1004316" y="249936"/>
                </a:lnTo>
                <a:lnTo>
                  <a:pt x="954024" y="249936"/>
                </a:lnTo>
                <a:lnTo>
                  <a:pt x="954024" y="260604"/>
                </a:lnTo>
                <a:lnTo>
                  <a:pt x="954024" y="313944"/>
                </a:lnTo>
                <a:lnTo>
                  <a:pt x="868680" y="313944"/>
                </a:lnTo>
                <a:lnTo>
                  <a:pt x="870699" y="301117"/>
                </a:lnTo>
                <a:lnTo>
                  <a:pt x="872299" y="287845"/>
                </a:lnTo>
                <a:lnTo>
                  <a:pt x="873518" y="275158"/>
                </a:lnTo>
                <a:lnTo>
                  <a:pt x="874776" y="260604"/>
                </a:lnTo>
                <a:lnTo>
                  <a:pt x="954024" y="260604"/>
                </a:lnTo>
                <a:lnTo>
                  <a:pt x="954024" y="249936"/>
                </a:lnTo>
                <a:lnTo>
                  <a:pt x="816864" y="249936"/>
                </a:lnTo>
                <a:lnTo>
                  <a:pt x="816864" y="213360"/>
                </a:lnTo>
                <a:lnTo>
                  <a:pt x="1004316" y="213360"/>
                </a:lnTo>
                <a:lnTo>
                  <a:pt x="1004316" y="202692"/>
                </a:lnTo>
                <a:lnTo>
                  <a:pt x="816864" y="202692"/>
                </a:lnTo>
                <a:lnTo>
                  <a:pt x="816864" y="170688"/>
                </a:lnTo>
                <a:lnTo>
                  <a:pt x="1004316" y="170688"/>
                </a:lnTo>
                <a:lnTo>
                  <a:pt x="1004316" y="160020"/>
                </a:lnTo>
                <a:lnTo>
                  <a:pt x="816864" y="160020"/>
                </a:lnTo>
                <a:lnTo>
                  <a:pt x="816864" y="128016"/>
                </a:lnTo>
                <a:lnTo>
                  <a:pt x="1004316" y="128016"/>
                </a:lnTo>
                <a:lnTo>
                  <a:pt x="1004316" y="115176"/>
                </a:lnTo>
                <a:lnTo>
                  <a:pt x="1002792" y="117348"/>
                </a:lnTo>
                <a:lnTo>
                  <a:pt x="816864" y="117348"/>
                </a:lnTo>
                <a:lnTo>
                  <a:pt x="790956" y="103632"/>
                </a:lnTo>
                <a:lnTo>
                  <a:pt x="791832" y="112776"/>
                </a:lnTo>
                <a:lnTo>
                  <a:pt x="791908" y="114300"/>
                </a:lnTo>
                <a:lnTo>
                  <a:pt x="792480" y="128016"/>
                </a:lnTo>
                <a:lnTo>
                  <a:pt x="793089" y="147358"/>
                </a:lnTo>
                <a:lnTo>
                  <a:pt x="793940" y="170688"/>
                </a:lnTo>
                <a:lnTo>
                  <a:pt x="793838" y="222504"/>
                </a:lnTo>
                <a:lnTo>
                  <a:pt x="793775" y="230505"/>
                </a:lnTo>
                <a:lnTo>
                  <a:pt x="793356" y="256019"/>
                </a:lnTo>
                <a:lnTo>
                  <a:pt x="792480" y="283464"/>
                </a:lnTo>
                <a:lnTo>
                  <a:pt x="816864" y="274320"/>
                </a:lnTo>
                <a:lnTo>
                  <a:pt x="816864" y="260604"/>
                </a:lnTo>
                <a:lnTo>
                  <a:pt x="848868" y="260604"/>
                </a:lnTo>
                <a:lnTo>
                  <a:pt x="847763" y="274307"/>
                </a:lnTo>
                <a:lnTo>
                  <a:pt x="846391" y="288988"/>
                </a:lnTo>
                <a:lnTo>
                  <a:pt x="844791" y="301967"/>
                </a:lnTo>
                <a:lnTo>
                  <a:pt x="842772" y="313944"/>
                </a:lnTo>
                <a:lnTo>
                  <a:pt x="708660" y="313944"/>
                </a:lnTo>
                <a:lnTo>
                  <a:pt x="725424" y="330708"/>
                </a:lnTo>
                <a:lnTo>
                  <a:pt x="734847" y="327837"/>
                </a:lnTo>
                <a:lnTo>
                  <a:pt x="744855" y="325945"/>
                </a:lnTo>
                <a:lnTo>
                  <a:pt x="755421" y="324929"/>
                </a:lnTo>
                <a:lnTo>
                  <a:pt x="766572" y="324612"/>
                </a:lnTo>
                <a:lnTo>
                  <a:pt x="841248" y="324612"/>
                </a:lnTo>
                <a:lnTo>
                  <a:pt x="817880" y="361911"/>
                </a:lnTo>
                <a:lnTo>
                  <a:pt x="774382" y="388810"/>
                </a:lnTo>
                <a:lnTo>
                  <a:pt x="729996" y="406908"/>
                </a:lnTo>
                <a:lnTo>
                  <a:pt x="731520" y="411480"/>
                </a:lnTo>
                <a:lnTo>
                  <a:pt x="775906" y="401193"/>
                </a:lnTo>
                <a:lnTo>
                  <a:pt x="816864" y="384048"/>
                </a:lnTo>
                <a:lnTo>
                  <a:pt x="848868" y="358902"/>
                </a:lnTo>
                <a:lnTo>
                  <a:pt x="867156" y="324612"/>
                </a:lnTo>
                <a:lnTo>
                  <a:pt x="954024" y="324612"/>
                </a:lnTo>
                <a:lnTo>
                  <a:pt x="953833" y="364045"/>
                </a:lnTo>
                <a:lnTo>
                  <a:pt x="952500" y="411480"/>
                </a:lnTo>
                <a:lnTo>
                  <a:pt x="981456" y="399288"/>
                </a:lnTo>
                <a:lnTo>
                  <a:pt x="978674" y="350520"/>
                </a:lnTo>
                <a:lnTo>
                  <a:pt x="978408" y="323088"/>
                </a:lnTo>
                <a:lnTo>
                  <a:pt x="1112520" y="323088"/>
                </a:lnTo>
                <a:close/>
              </a:path>
              <a:path w="2009140" h="411479">
                <a:moveTo>
                  <a:pt x="1216152" y="167640"/>
                </a:moveTo>
                <a:lnTo>
                  <a:pt x="1212430" y="156768"/>
                </a:lnTo>
                <a:lnTo>
                  <a:pt x="1201293" y="144589"/>
                </a:lnTo>
                <a:lnTo>
                  <a:pt x="1182712" y="131000"/>
                </a:lnTo>
                <a:lnTo>
                  <a:pt x="1156716" y="115824"/>
                </a:lnTo>
                <a:lnTo>
                  <a:pt x="1152144" y="121920"/>
                </a:lnTo>
                <a:lnTo>
                  <a:pt x="1165809" y="137350"/>
                </a:lnTo>
                <a:lnTo>
                  <a:pt x="1176909" y="151638"/>
                </a:lnTo>
                <a:lnTo>
                  <a:pt x="1185138" y="164782"/>
                </a:lnTo>
                <a:lnTo>
                  <a:pt x="1190244" y="176784"/>
                </a:lnTo>
                <a:lnTo>
                  <a:pt x="1193927" y="187363"/>
                </a:lnTo>
                <a:lnTo>
                  <a:pt x="1198054" y="193929"/>
                </a:lnTo>
                <a:lnTo>
                  <a:pt x="1202448" y="196507"/>
                </a:lnTo>
                <a:lnTo>
                  <a:pt x="1207008" y="195072"/>
                </a:lnTo>
                <a:lnTo>
                  <a:pt x="1211008" y="190792"/>
                </a:lnTo>
                <a:lnTo>
                  <a:pt x="1213866" y="184785"/>
                </a:lnTo>
                <a:lnTo>
                  <a:pt x="1215580" y="177076"/>
                </a:lnTo>
                <a:lnTo>
                  <a:pt x="1216152" y="167640"/>
                </a:lnTo>
                <a:close/>
              </a:path>
              <a:path w="2009140" h="411479">
                <a:moveTo>
                  <a:pt x="1252728" y="65532"/>
                </a:moveTo>
                <a:lnTo>
                  <a:pt x="1251204" y="59436"/>
                </a:lnTo>
                <a:lnTo>
                  <a:pt x="1249680" y="51816"/>
                </a:lnTo>
                <a:lnTo>
                  <a:pt x="1244549" y="45250"/>
                </a:lnTo>
                <a:lnTo>
                  <a:pt x="1233868" y="36957"/>
                </a:lnTo>
                <a:lnTo>
                  <a:pt x="1217739" y="26962"/>
                </a:lnTo>
                <a:lnTo>
                  <a:pt x="1196340" y="15240"/>
                </a:lnTo>
                <a:lnTo>
                  <a:pt x="1193292" y="21336"/>
                </a:lnTo>
                <a:lnTo>
                  <a:pt x="1204950" y="35890"/>
                </a:lnTo>
                <a:lnTo>
                  <a:pt x="1214628" y="49720"/>
                </a:lnTo>
                <a:lnTo>
                  <a:pt x="1222006" y="62699"/>
                </a:lnTo>
                <a:lnTo>
                  <a:pt x="1226820" y="74676"/>
                </a:lnTo>
                <a:lnTo>
                  <a:pt x="1231392" y="86868"/>
                </a:lnTo>
                <a:lnTo>
                  <a:pt x="1234440" y="91440"/>
                </a:lnTo>
                <a:lnTo>
                  <a:pt x="1240536" y="91440"/>
                </a:lnTo>
                <a:lnTo>
                  <a:pt x="1243584" y="89916"/>
                </a:lnTo>
                <a:lnTo>
                  <a:pt x="1246632" y="85344"/>
                </a:lnTo>
                <a:lnTo>
                  <a:pt x="1251204" y="80772"/>
                </a:lnTo>
                <a:lnTo>
                  <a:pt x="1252728" y="74676"/>
                </a:lnTo>
                <a:lnTo>
                  <a:pt x="1252728" y="65532"/>
                </a:lnTo>
                <a:close/>
              </a:path>
              <a:path w="2009140" h="411479">
                <a:moveTo>
                  <a:pt x="1298448" y="77724"/>
                </a:moveTo>
                <a:lnTo>
                  <a:pt x="1292352" y="76200"/>
                </a:lnTo>
                <a:lnTo>
                  <a:pt x="1259979" y="151980"/>
                </a:lnTo>
                <a:lnTo>
                  <a:pt x="1235773" y="208026"/>
                </a:lnTo>
                <a:lnTo>
                  <a:pt x="1219288" y="244602"/>
                </a:lnTo>
                <a:lnTo>
                  <a:pt x="1210056" y="262128"/>
                </a:lnTo>
                <a:lnTo>
                  <a:pt x="1203960" y="271272"/>
                </a:lnTo>
                <a:lnTo>
                  <a:pt x="1199400" y="277342"/>
                </a:lnTo>
                <a:lnTo>
                  <a:pt x="1188161" y="277329"/>
                </a:lnTo>
                <a:lnTo>
                  <a:pt x="1179766" y="276987"/>
                </a:lnTo>
                <a:lnTo>
                  <a:pt x="1168209" y="276085"/>
                </a:lnTo>
                <a:lnTo>
                  <a:pt x="1153668" y="274320"/>
                </a:lnTo>
                <a:lnTo>
                  <a:pt x="1153668" y="281940"/>
                </a:lnTo>
                <a:lnTo>
                  <a:pt x="1193292" y="300228"/>
                </a:lnTo>
                <a:lnTo>
                  <a:pt x="1196340" y="306324"/>
                </a:lnTo>
                <a:lnTo>
                  <a:pt x="1196289" y="314896"/>
                </a:lnTo>
                <a:lnTo>
                  <a:pt x="1196022" y="319976"/>
                </a:lnTo>
                <a:lnTo>
                  <a:pt x="1195006" y="326707"/>
                </a:lnTo>
                <a:lnTo>
                  <a:pt x="1193114" y="334314"/>
                </a:lnTo>
                <a:lnTo>
                  <a:pt x="1190244" y="342900"/>
                </a:lnTo>
                <a:lnTo>
                  <a:pt x="1188237" y="350596"/>
                </a:lnTo>
                <a:lnTo>
                  <a:pt x="1186815" y="357568"/>
                </a:lnTo>
                <a:lnTo>
                  <a:pt x="1185951" y="363689"/>
                </a:lnTo>
                <a:lnTo>
                  <a:pt x="1185748" y="367284"/>
                </a:lnTo>
                <a:lnTo>
                  <a:pt x="1185672" y="376428"/>
                </a:lnTo>
                <a:lnTo>
                  <a:pt x="1188720" y="382524"/>
                </a:lnTo>
                <a:lnTo>
                  <a:pt x="1196340" y="384048"/>
                </a:lnTo>
                <a:lnTo>
                  <a:pt x="1202436" y="387096"/>
                </a:lnTo>
                <a:lnTo>
                  <a:pt x="1219200" y="387096"/>
                </a:lnTo>
                <a:lnTo>
                  <a:pt x="1222248" y="385572"/>
                </a:lnTo>
                <a:lnTo>
                  <a:pt x="1222248" y="381000"/>
                </a:lnTo>
                <a:lnTo>
                  <a:pt x="1221359" y="373380"/>
                </a:lnTo>
                <a:lnTo>
                  <a:pt x="1220736" y="363689"/>
                </a:lnTo>
                <a:lnTo>
                  <a:pt x="1220101" y="351434"/>
                </a:lnTo>
                <a:lnTo>
                  <a:pt x="1219200" y="336931"/>
                </a:lnTo>
                <a:lnTo>
                  <a:pt x="1219504" y="322262"/>
                </a:lnTo>
                <a:lnTo>
                  <a:pt x="1225296" y="283464"/>
                </a:lnTo>
                <a:lnTo>
                  <a:pt x="1245870" y="221742"/>
                </a:lnTo>
                <a:lnTo>
                  <a:pt x="1268158" y="160020"/>
                </a:lnTo>
                <a:lnTo>
                  <a:pt x="1298448" y="77724"/>
                </a:lnTo>
                <a:close/>
              </a:path>
              <a:path w="2009140" h="411479">
                <a:moveTo>
                  <a:pt x="1563624" y="213360"/>
                </a:moveTo>
                <a:lnTo>
                  <a:pt x="1533144" y="182880"/>
                </a:lnTo>
                <a:lnTo>
                  <a:pt x="1513332" y="202692"/>
                </a:lnTo>
                <a:lnTo>
                  <a:pt x="1420368" y="202692"/>
                </a:lnTo>
                <a:lnTo>
                  <a:pt x="1420368" y="109728"/>
                </a:lnTo>
                <a:lnTo>
                  <a:pt x="1534668" y="109728"/>
                </a:lnTo>
                <a:lnTo>
                  <a:pt x="1507236" y="79248"/>
                </a:lnTo>
                <a:lnTo>
                  <a:pt x="1488948" y="99060"/>
                </a:lnTo>
                <a:lnTo>
                  <a:pt x="1420368" y="99060"/>
                </a:lnTo>
                <a:lnTo>
                  <a:pt x="1420368" y="38100"/>
                </a:lnTo>
                <a:lnTo>
                  <a:pt x="1437132" y="21336"/>
                </a:lnTo>
                <a:lnTo>
                  <a:pt x="1395984" y="0"/>
                </a:lnTo>
                <a:lnTo>
                  <a:pt x="1396847" y="15240"/>
                </a:lnTo>
                <a:lnTo>
                  <a:pt x="1397292" y="35890"/>
                </a:lnTo>
                <a:lnTo>
                  <a:pt x="1397406" y="51816"/>
                </a:lnTo>
                <a:lnTo>
                  <a:pt x="1397508" y="99060"/>
                </a:lnTo>
                <a:lnTo>
                  <a:pt x="1301496" y="99060"/>
                </a:lnTo>
                <a:lnTo>
                  <a:pt x="1318260" y="114300"/>
                </a:lnTo>
                <a:lnTo>
                  <a:pt x="1327683" y="112306"/>
                </a:lnTo>
                <a:lnTo>
                  <a:pt x="1337691" y="110871"/>
                </a:lnTo>
                <a:lnTo>
                  <a:pt x="1348257" y="110020"/>
                </a:lnTo>
                <a:lnTo>
                  <a:pt x="1359408" y="109728"/>
                </a:lnTo>
                <a:lnTo>
                  <a:pt x="1397508" y="109728"/>
                </a:lnTo>
                <a:lnTo>
                  <a:pt x="1397508" y="202692"/>
                </a:lnTo>
                <a:lnTo>
                  <a:pt x="1269492" y="202692"/>
                </a:lnTo>
                <a:lnTo>
                  <a:pt x="1284732" y="219456"/>
                </a:lnTo>
                <a:lnTo>
                  <a:pt x="1294371" y="216585"/>
                </a:lnTo>
                <a:lnTo>
                  <a:pt x="1304734" y="214693"/>
                </a:lnTo>
                <a:lnTo>
                  <a:pt x="1315377" y="213677"/>
                </a:lnTo>
                <a:lnTo>
                  <a:pt x="1325880" y="213360"/>
                </a:lnTo>
                <a:lnTo>
                  <a:pt x="1391412" y="213360"/>
                </a:lnTo>
                <a:lnTo>
                  <a:pt x="1370647" y="256984"/>
                </a:lnTo>
                <a:lnTo>
                  <a:pt x="1339596" y="306324"/>
                </a:lnTo>
                <a:lnTo>
                  <a:pt x="1305877" y="345376"/>
                </a:lnTo>
                <a:lnTo>
                  <a:pt x="1280160" y="358140"/>
                </a:lnTo>
                <a:lnTo>
                  <a:pt x="1296924" y="397764"/>
                </a:lnTo>
                <a:lnTo>
                  <a:pt x="1332280" y="382765"/>
                </a:lnTo>
                <a:lnTo>
                  <a:pt x="1382852" y="370738"/>
                </a:lnTo>
                <a:lnTo>
                  <a:pt x="1456626" y="359930"/>
                </a:lnTo>
                <a:lnTo>
                  <a:pt x="1502664" y="355092"/>
                </a:lnTo>
                <a:lnTo>
                  <a:pt x="1506969" y="363093"/>
                </a:lnTo>
                <a:lnTo>
                  <a:pt x="1510855" y="371094"/>
                </a:lnTo>
                <a:lnTo>
                  <a:pt x="1514449" y="379095"/>
                </a:lnTo>
                <a:lnTo>
                  <a:pt x="1517904" y="387096"/>
                </a:lnTo>
                <a:lnTo>
                  <a:pt x="1519428" y="394716"/>
                </a:lnTo>
                <a:lnTo>
                  <a:pt x="1522476" y="397764"/>
                </a:lnTo>
                <a:lnTo>
                  <a:pt x="1527048" y="397764"/>
                </a:lnTo>
                <a:lnTo>
                  <a:pt x="1530096" y="394716"/>
                </a:lnTo>
                <a:lnTo>
                  <a:pt x="1534668" y="387096"/>
                </a:lnTo>
                <a:lnTo>
                  <a:pt x="1539240" y="381000"/>
                </a:lnTo>
                <a:lnTo>
                  <a:pt x="1542288" y="373380"/>
                </a:lnTo>
                <a:lnTo>
                  <a:pt x="1542288" y="367284"/>
                </a:lnTo>
                <a:lnTo>
                  <a:pt x="1517332" y="330517"/>
                </a:lnTo>
                <a:lnTo>
                  <a:pt x="1501140" y="316992"/>
                </a:lnTo>
                <a:lnTo>
                  <a:pt x="1491157" y="308711"/>
                </a:lnTo>
                <a:lnTo>
                  <a:pt x="1479638" y="299872"/>
                </a:lnTo>
                <a:lnTo>
                  <a:pt x="1466634" y="290423"/>
                </a:lnTo>
                <a:lnTo>
                  <a:pt x="1452372" y="280416"/>
                </a:lnTo>
                <a:lnTo>
                  <a:pt x="1447800" y="284988"/>
                </a:lnTo>
                <a:lnTo>
                  <a:pt x="1460969" y="299847"/>
                </a:lnTo>
                <a:lnTo>
                  <a:pt x="1473327" y="314896"/>
                </a:lnTo>
                <a:lnTo>
                  <a:pt x="1485087" y="330212"/>
                </a:lnTo>
                <a:lnTo>
                  <a:pt x="1496568" y="345948"/>
                </a:lnTo>
                <a:lnTo>
                  <a:pt x="1313688" y="358140"/>
                </a:lnTo>
                <a:lnTo>
                  <a:pt x="1342593" y="327545"/>
                </a:lnTo>
                <a:lnTo>
                  <a:pt x="1365504" y="301942"/>
                </a:lnTo>
                <a:lnTo>
                  <a:pt x="1382687" y="281203"/>
                </a:lnTo>
                <a:lnTo>
                  <a:pt x="1394460" y="265176"/>
                </a:lnTo>
                <a:lnTo>
                  <a:pt x="1403337" y="253746"/>
                </a:lnTo>
                <a:lnTo>
                  <a:pt x="1411744" y="244652"/>
                </a:lnTo>
                <a:lnTo>
                  <a:pt x="1419961" y="237744"/>
                </a:lnTo>
                <a:lnTo>
                  <a:pt x="1427988" y="233172"/>
                </a:lnTo>
                <a:lnTo>
                  <a:pt x="1399032" y="213360"/>
                </a:lnTo>
                <a:lnTo>
                  <a:pt x="1563624" y="213360"/>
                </a:lnTo>
                <a:close/>
              </a:path>
              <a:path w="2009140" h="411479">
                <a:moveTo>
                  <a:pt x="1701063" y="71755"/>
                </a:moveTo>
                <a:lnTo>
                  <a:pt x="1675257" y="36766"/>
                </a:lnTo>
                <a:lnTo>
                  <a:pt x="1652016" y="18288"/>
                </a:lnTo>
                <a:lnTo>
                  <a:pt x="1645920" y="24384"/>
                </a:lnTo>
                <a:lnTo>
                  <a:pt x="1655318" y="38087"/>
                </a:lnTo>
                <a:lnTo>
                  <a:pt x="1662874" y="51625"/>
                </a:lnTo>
                <a:lnTo>
                  <a:pt x="1668411" y="64897"/>
                </a:lnTo>
                <a:lnTo>
                  <a:pt x="1671828" y="77724"/>
                </a:lnTo>
                <a:lnTo>
                  <a:pt x="1674876" y="91440"/>
                </a:lnTo>
                <a:lnTo>
                  <a:pt x="1677924" y="99060"/>
                </a:lnTo>
                <a:lnTo>
                  <a:pt x="1685544" y="99060"/>
                </a:lnTo>
                <a:lnTo>
                  <a:pt x="1688592" y="97536"/>
                </a:lnTo>
                <a:lnTo>
                  <a:pt x="1691640" y="94488"/>
                </a:lnTo>
                <a:lnTo>
                  <a:pt x="1696212" y="91440"/>
                </a:lnTo>
                <a:lnTo>
                  <a:pt x="1699260" y="85344"/>
                </a:lnTo>
                <a:lnTo>
                  <a:pt x="1700784" y="77724"/>
                </a:lnTo>
                <a:lnTo>
                  <a:pt x="1701063" y="71755"/>
                </a:lnTo>
                <a:close/>
              </a:path>
              <a:path w="2009140" h="411479">
                <a:moveTo>
                  <a:pt x="1967484" y="304800"/>
                </a:moveTo>
                <a:lnTo>
                  <a:pt x="1941766" y="268605"/>
                </a:lnTo>
                <a:lnTo>
                  <a:pt x="1895856" y="237744"/>
                </a:lnTo>
                <a:lnTo>
                  <a:pt x="1903031" y="227076"/>
                </a:lnTo>
                <a:lnTo>
                  <a:pt x="1906422" y="222059"/>
                </a:lnTo>
                <a:lnTo>
                  <a:pt x="1917573" y="202501"/>
                </a:lnTo>
                <a:lnTo>
                  <a:pt x="1929282" y="179247"/>
                </a:lnTo>
                <a:lnTo>
                  <a:pt x="1941576" y="152400"/>
                </a:lnTo>
                <a:lnTo>
                  <a:pt x="1954911" y="141732"/>
                </a:lnTo>
                <a:lnTo>
                  <a:pt x="1956816" y="140208"/>
                </a:lnTo>
                <a:lnTo>
                  <a:pt x="1949196" y="132588"/>
                </a:lnTo>
                <a:lnTo>
                  <a:pt x="1930908" y="114300"/>
                </a:lnTo>
                <a:lnTo>
                  <a:pt x="1914144" y="132588"/>
                </a:lnTo>
                <a:lnTo>
                  <a:pt x="1783080" y="132588"/>
                </a:lnTo>
                <a:lnTo>
                  <a:pt x="1783080" y="60960"/>
                </a:lnTo>
                <a:lnTo>
                  <a:pt x="1810524" y="58661"/>
                </a:lnTo>
                <a:lnTo>
                  <a:pt x="1835848" y="56197"/>
                </a:lnTo>
                <a:lnTo>
                  <a:pt x="1859153" y="53467"/>
                </a:lnTo>
                <a:lnTo>
                  <a:pt x="1870290" y="51816"/>
                </a:lnTo>
                <a:lnTo>
                  <a:pt x="1880616" y="50292"/>
                </a:lnTo>
                <a:lnTo>
                  <a:pt x="1900656" y="48298"/>
                </a:lnTo>
                <a:lnTo>
                  <a:pt x="1919859" y="46863"/>
                </a:lnTo>
                <a:lnTo>
                  <a:pt x="1938477" y="46012"/>
                </a:lnTo>
                <a:lnTo>
                  <a:pt x="1956816" y="45720"/>
                </a:lnTo>
                <a:lnTo>
                  <a:pt x="1930908" y="12192"/>
                </a:lnTo>
                <a:lnTo>
                  <a:pt x="1886534" y="31699"/>
                </a:lnTo>
                <a:lnTo>
                  <a:pt x="1843062" y="41744"/>
                </a:lnTo>
                <a:lnTo>
                  <a:pt x="1801291" y="49225"/>
                </a:lnTo>
                <a:lnTo>
                  <a:pt x="1781556" y="51816"/>
                </a:lnTo>
                <a:lnTo>
                  <a:pt x="1757172" y="38100"/>
                </a:lnTo>
                <a:lnTo>
                  <a:pt x="1758048" y="58991"/>
                </a:lnTo>
                <a:lnTo>
                  <a:pt x="1758442" y="77724"/>
                </a:lnTo>
                <a:lnTo>
                  <a:pt x="1758530" y="85344"/>
                </a:lnTo>
                <a:lnTo>
                  <a:pt x="1758632" y="99060"/>
                </a:lnTo>
                <a:lnTo>
                  <a:pt x="1758607" y="132588"/>
                </a:lnTo>
                <a:lnTo>
                  <a:pt x="1757349" y="173266"/>
                </a:lnTo>
                <a:lnTo>
                  <a:pt x="1752600" y="220980"/>
                </a:lnTo>
                <a:lnTo>
                  <a:pt x="1738693" y="271081"/>
                </a:lnTo>
                <a:lnTo>
                  <a:pt x="1709928" y="320040"/>
                </a:lnTo>
                <a:lnTo>
                  <a:pt x="1714500" y="324612"/>
                </a:lnTo>
                <a:lnTo>
                  <a:pt x="1743849" y="292608"/>
                </a:lnTo>
                <a:lnTo>
                  <a:pt x="1765363" y="251460"/>
                </a:lnTo>
                <a:lnTo>
                  <a:pt x="1778571" y="201168"/>
                </a:lnTo>
                <a:lnTo>
                  <a:pt x="1783080" y="141732"/>
                </a:lnTo>
                <a:lnTo>
                  <a:pt x="1917192" y="141732"/>
                </a:lnTo>
                <a:lnTo>
                  <a:pt x="1910346" y="162572"/>
                </a:lnTo>
                <a:lnTo>
                  <a:pt x="1901380" y="183832"/>
                </a:lnTo>
                <a:lnTo>
                  <a:pt x="1890407" y="205359"/>
                </a:lnTo>
                <a:lnTo>
                  <a:pt x="1877568" y="227076"/>
                </a:lnTo>
                <a:lnTo>
                  <a:pt x="1857006" y="215938"/>
                </a:lnTo>
                <a:lnTo>
                  <a:pt x="1836648" y="205384"/>
                </a:lnTo>
                <a:lnTo>
                  <a:pt x="1816481" y="195364"/>
                </a:lnTo>
                <a:lnTo>
                  <a:pt x="1796796" y="185928"/>
                </a:lnTo>
                <a:lnTo>
                  <a:pt x="1793748" y="190500"/>
                </a:lnTo>
                <a:lnTo>
                  <a:pt x="1807743" y="199910"/>
                </a:lnTo>
                <a:lnTo>
                  <a:pt x="1824609" y="212026"/>
                </a:lnTo>
                <a:lnTo>
                  <a:pt x="1844319" y="226720"/>
                </a:lnTo>
                <a:lnTo>
                  <a:pt x="1866900" y="243840"/>
                </a:lnTo>
                <a:lnTo>
                  <a:pt x="1844078" y="271259"/>
                </a:lnTo>
                <a:lnTo>
                  <a:pt x="1816989" y="296227"/>
                </a:lnTo>
                <a:lnTo>
                  <a:pt x="1785886" y="318643"/>
                </a:lnTo>
                <a:lnTo>
                  <a:pt x="1751076" y="338328"/>
                </a:lnTo>
                <a:lnTo>
                  <a:pt x="1752600" y="345948"/>
                </a:lnTo>
                <a:lnTo>
                  <a:pt x="1791982" y="329069"/>
                </a:lnTo>
                <a:lnTo>
                  <a:pt x="1827657" y="308038"/>
                </a:lnTo>
                <a:lnTo>
                  <a:pt x="1859318" y="282727"/>
                </a:lnTo>
                <a:lnTo>
                  <a:pt x="1886712" y="252984"/>
                </a:lnTo>
                <a:lnTo>
                  <a:pt x="1897583" y="263017"/>
                </a:lnTo>
                <a:lnTo>
                  <a:pt x="1924812" y="291084"/>
                </a:lnTo>
                <a:lnTo>
                  <a:pt x="1944306" y="315302"/>
                </a:lnTo>
                <a:lnTo>
                  <a:pt x="1949196" y="321564"/>
                </a:lnTo>
                <a:lnTo>
                  <a:pt x="1952244" y="327660"/>
                </a:lnTo>
                <a:lnTo>
                  <a:pt x="1955292" y="330708"/>
                </a:lnTo>
                <a:lnTo>
                  <a:pt x="1959864" y="330708"/>
                </a:lnTo>
                <a:lnTo>
                  <a:pt x="1962912" y="327660"/>
                </a:lnTo>
                <a:lnTo>
                  <a:pt x="1964436" y="323088"/>
                </a:lnTo>
                <a:lnTo>
                  <a:pt x="1967395" y="318643"/>
                </a:lnTo>
                <a:lnTo>
                  <a:pt x="1967484" y="304800"/>
                </a:lnTo>
                <a:close/>
              </a:path>
              <a:path w="2009140" h="411479">
                <a:moveTo>
                  <a:pt x="2008632" y="367284"/>
                </a:moveTo>
                <a:lnTo>
                  <a:pt x="2005584" y="361188"/>
                </a:lnTo>
                <a:lnTo>
                  <a:pt x="1986483" y="363220"/>
                </a:lnTo>
                <a:lnTo>
                  <a:pt x="1968246" y="364807"/>
                </a:lnTo>
                <a:lnTo>
                  <a:pt x="1935480" y="367284"/>
                </a:lnTo>
                <a:lnTo>
                  <a:pt x="1919452" y="367525"/>
                </a:lnTo>
                <a:lnTo>
                  <a:pt x="1886826" y="368579"/>
                </a:lnTo>
                <a:lnTo>
                  <a:pt x="1869948" y="368808"/>
                </a:lnTo>
                <a:lnTo>
                  <a:pt x="1853653" y="368579"/>
                </a:lnTo>
                <a:lnTo>
                  <a:pt x="1819363" y="367525"/>
                </a:lnTo>
                <a:lnTo>
                  <a:pt x="1801368" y="367284"/>
                </a:lnTo>
                <a:lnTo>
                  <a:pt x="1751850" y="356793"/>
                </a:lnTo>
                <a:lnTo>
                  <a:pt x="1711261" y="337566"/>
                </a:lnTo>
                <a:lnTo>
                  <a:pt x="1702727" y="332232"/>
                </a:lnTo>
                <a:lnTo>
                  <a:pt x="1701139" y="331241"/>
                </a:lnTo>
                <a:lnTo>
                  <a:pt x="1693164" y="324612"/>
                </a:lnTo>
                <a:lnTo>
                  <a:pt x="1693164" y="176784"/>
                </a:lnTo>
                <a:lnTo>
                  <a:pt x="1701863" y="170688"/>
                </a:lnTo>
                <a:lnTo>
                  <a:pt x="1708404" y="166116"/>
                </a:lnTo>
                <a:lnTo>
                  <a:pt x="1684020" y="141732"/>
                </a:lnTo>
                <a:lnTo>
                  <a:pt x="1667256" y="160020"/>
                </a:lnTo>
                <a:lnTo>
                  <a:pt x="1597152" y="160020"/>
                </a:lnTo>
                <a:lnTo>
                  <a:pt x="1612392" y="175260"/>
                </a:lnTo>
                <a:lnTo>
                  <a:pt x="1622691" y="173266"/>
                </a:lnTo>
                <a:lnTo>
                  <a:pt x="1633156" y="171831"/>
                </a:lnTo>
                <a:lnTo>
                  <a:pt x="1643888" y="170980"/>
                </a:lnTo>
                <a:lnTo>
                  <a:pt x="1655064" y="170688"/>
                </a:lnTo>
                <a:lnTo>
                  <a:pt x="1670304" y="170688"/>
                </a:lnTo>
                <a:lnTo>
                  <a:pt x="1670304" y="324612"/>
                </a:lnTo>
                <a:lnTo>
                  <a:pt x="1648625" y="337743"/>
                </a:lnTo>
                <a:lnTo>
                  <a:pt x="1629537" y="349567"/>
                </a:lnTo>
                <a:lnTo>
                  <a:pt x="1613293" y="359981"/>
                </a:lnTo>
                <a:lnTo>
                  <a:pt x="1600200" y="368808"/>
                </a:lnTo>
                <a:lnTo>
                  <a:pt x="1623060" y="391668"/>
                </a:lnTo>
                <a:lnTo>
                  <a:pt x="1630438" y="380746"/>
                </a:lnTo>
                <a:lnTo>
                  <a:pt x="1638681" y="370522"/>
                </a:lnTo>
                <a:lnTo>
                  <a:pt x="1665135" y="342519"/>
                </a:lnTo>
                <a:lnTo>
                  <a:pt x="1682496" y="332232"/>
                </a:lnTo>
                <a:lnTo>
                  <a:pt x="1686128" y="334238"/>
                </a:lnTo>
                <a:lnTo>
                  <a:pt x="1692211" y="337947"/>
                </a:lnTo>
                <a:lnTo>
                  <a:pt x="1700276" y="343382"/>
                </a:lnTo>
                <a:lnTo>
                  <a:pt x="1721688" y="359143"/>
                </a:lnTo>
                <a:lnTo>
                  <a:pt x="1734312" y="366903"/>
                </a:lnTo>
                <a:lnTo>
                  <a:pt x="1779524" y="386143"/>
                </a:lnTo>
                <a:lnTo>
                  <a:pt x="1820049" y="393001"/>
                </a:lnTo>
                <a:lnTo>
                  <a:pt x="1870900" y="395605"/>
                </a:lnTo>
                <a:lnTo>
                  <a:pt x="1972056" y="396240"/>
                </a:lnTo>
                <a:lnTo>
                  <a:pt x="1975192" y="387438"/>
                </a:lnTo>
                <a:lnTo>
                  <a:pt x="1982343" y="379476"/>
                </a:lnTo>
                <a:lnTo>
                  <a:pt x="1993480" y="372668"/>
                </a:lnTo>
                <a:lnTo>
                  <a:pt x="2004339" y="368808"/>
                </a:lnTo>
                <a:lnTo>
                  <a:pt x="2008632" y="36728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</a:endParaRPr>
          </a:p>
        </p:txBody>
      </p:sp>
      <p:sp>
        <p:nvSpPr>
          <p:cNvPr id="42" name="object 42"/>
          <p:cNvSpPr/>
          <p:nvPr/>
        </p:nvSpPr>
        <p:spPr>
          <a:xfrm>
            <a:off x="7260335" y="4739639"/>
            <a:ext cx="335280" cy="381000"/>
          </a:xfrm>
          <a:custGeom>
            <a:avLst/>
            <a:gdLst/>
            <a:ahLst/>
            <a:cxnLst/>
            <a:rect l="l" t="t" r="r" b="b"/>
            <a:pathLst>
              <a:path w="335279" h="381000">
                <a:moveTo>
                  <a:pt x="332994" y="16764"/>
                </a:moveTo>
                <a:lnTo>
                  <a:pt x="297180" y="16764"/>
                </a:lnTo>
                <a:lnTo>
                  <a:pt x="307847" y="0"/>
                </a:lnTo>
                <a:lnTo>
                  <a:pt x="332994" y="16764"/>
                </a:lnTo>
                <a:close/>
              </a:path>
              <a:path w="335279" h="381000">
                <a:moveTo>
                  <a:pt x="0" y="381000"/>
                </a:moveTo>
                <a:lnTo>
                  <a:pt x="238" y="351234"/>
                </a:lnTo>
                <a:lnTo>
                  <a:pt x="762" y="309753"/>
                </a:lnTo>
                <a:lnTo>
                  <a:pt x="1273" y="257556"/>
                </a:lnTo>
                <a:lnTo>
                  <a:pt x="1373" y="231933"/>
                </a:lnTo>
                <a:lnTo>
                  <a:pt x="1449" y="170211"/>
                </a:lnTo>
                <a:lnTo>
                  <a:pt x="1332" y="138112"/>
                </a:lnTo>
                <a:lnTo>
                  <a:pt x="1251" y="121920"/>
                </a:lnTo>
                <a:lnTo>
                  <a:pt x="762" y="72009"/>
                </a:lnTo>
                <a:lnTo>
                  <a:pt x="238" y="30622"/>
                </a:lnTo>
                <a:lnTo>
                  <a:pt x="0" y="1524"/>
                </a:lnTo>
                <a:lnTo>
                  <a:pt x="25908" y="16764"/>
                </a:lnTo>
                <a:lnTo>
                  <a:pt x="332994" y="16764"/>
                </a:lnTo>
                <a:lnTo>
                  <a:pt x="335280" y="18288"/>
                </a:lnTo>
                <a:lnTo>
                  <a:pt x="326136" y="27432"/>
                </a:lnTo>
                <a:lnTo>
                  <a:pt x="25908" y="27432"/>
                </a:lnTo>
                <a:lnTo>
                  <a:pt x="25908" y="326136"/>
                </a:lnTo>
                <a:lnTo>
                  <a:pt x="322023" y="326136"/>
                </a:lnTo>
                <a:lnTo>
                  <a:pt x="322206" y="335756"/>
                </a:lnTo>
                <a:lnTo>
                  <a:pt x="322243" y="336804"/>
                </a:lnTo>
                <a:lnTo>
                  <a:pt x="25908" y="336804"/>
                </a:lnTo>
                <a:lnTo>
                  <a:pt x="25908" y="370332"/>
                </a:lnTo>
                <a:lnTo>
                  <a:pt x="0" y="381000"/>
                </a:lnTo>
                <a:close/>
              </a:path>
              <a:path w="335279" h="381000">
                <a:moveTo>
                  <a:pt x="322023" y="326136"/>
                </a:moveTo>
                <a:lnTo>
                  <a:pt x="298704" y="326136"/>
                </a:lnTo>
                <a:lnTo>
                  <a:pt x="298704" y="27432"/>
                </a:lnTo>
                <a:lnTo>
                  <a:pt x="326136" y="27432"/>
                </a:lnTo>
                <a:lnTo>
                  <a:pt x="321564" y="32004"/>
                </a:lnTo>
                <a:lnTo>
                  <a:pt x="321587" y="290036"/>
                </a:lnTo>
                <a:lnTo>
                  <a:pt x="321754" y="312039"/>
                </a:lnTo>
                <a:lnTo>
                  <a:pt x="322023" y="326136"/>
                </a:lnTo>
                <a:close/>
              </a:path>
              <a:path w="335279" h="381000">
                <a:moveTo>
                  <a:pt x="83820" y="266700"/>
                </a:moveTo>
                <a:lnTo>
                  <a:pt x="84939" y="247602"/>
                </a:lnTo>
                <a:lnTo>
                  <a:pt x="85915" y="227076"/>
                </a:lnTo>
                <a:lnTo>
                  <a:pt x="86606" y="205359"/>
                </a:lnTo>
                <a:lnTo>
                  <a:pt x="86868" y="182880"/>
                </a:lnTo>
                <a:lnTo>
                  <a:pt x="86606" y="160281"/>
                </a:lnTo>
                <a:lnTo>
                  <a:pt x="85915" y="138112"/>
                </a:lnTo>
                <a:lnTo>
                  <a:pt x="84839" y="114300"/>
                </a:lnTo>
                <a:lnTo>
                  <a:pt x="83820" y="94488"/>
                </a:lnTo>
                <a:lnTo>
                  <a:pt x="111252" y="111252"/>
                </a:lnTo>
                <a:lnTo>
                  <a:pt x="245715" y="111252"/>
                </a:lnTo>
                <a:lnTo>
                  <a:pt x="249936" y="114300"/>
                </a:lnTo>
                <a:lnTo>
                  <a:pt x="241363" y="121920"/>
                </a:lnTo>
                <a:lnTo>
                  <a:pt x="108204" y="121920"/>
                </a:lnTo>
                <a:lnTo>
                  <a:pt x="108204" y="217932"/>
                </a:lnTo>
                <a:lnTo>
                  <a:pt x="236624" y="217932"/>
                </a:lnTo>
                <a:lnTo>
                  <a:pt x="236806" y="228600"/>
                </a:lnTo>
                <a:lnTo>
                  <a:pt x="108204" y="228600"/>
                </a:lnTo>
                <a:lnTo>
                  <a:pt x="108204" y="257556"/>
                </a:lnTo>
                <a:lnTo>
                  <a:pt x="83820" y="266700"/>
                </a:lnTo>
                <a:close/>
              </a:path>
              <a:path w="335279" h="381000">
                <a:moveTo>
                  <a:pt x="245715" y="111252"/>
                </a:moveTo>
                <a:lnTo>
                  <a:pt x="210312" y="111252"/>
                </a:lnTo>
                <a:lnTo>
                  <a:pt x="222504" y="94488"/>
                </a:lnTo>
                <a:lnTo>
                  <a:pt x="245715" y="111252"/>
                </a:lnTo>
                <a:close/>
              </a:path>
              <a:path w="335279" h="381000">
                <a:moveTo>
                  <a:pt x="236624" y="217932"/>
                </a:moveTo>
                <a:lnTo>
                  <a:pt x="211836" y="217932"/>
                </a:lnTo>
                <a:lnTo>
                  <a:pt x="211836" y="121920"/>
                </a:lnTo>
                <a:lnTo>
                  <a:pt x="241363" y="121920"/>
                </a:lnTo>
                <a:lnTo>
                  <a:pt x="236220" y="126492"/>
                </a:lnTo>
                <a:lnTo>
                  <a:pt x="236340" y="190500"/>
                </a:lnTo>
                <a:lnTo>
                  <a:pt x="236411" y="205406"/>
                </a:lnTo>
                <a:lnTo>
                  <a:pt x="236624" y="217932"/>
                </a:lnTo>
                <a:close/>
              </a:path>
              <a:path w="335279" h="381000">
                <a:moveTo>
                  <a:pt x="211836" y="260604"/>
                </a:moveTo>
                <a:lnTo>
                  <a:pt x="211836" y="228600"/>
                </a:lnTo>
                <a:lnTo>
                  <a:pt x="236806" y="228600"/>
                </a:lnTo>
                <a:lnTo>
                  <a:pt x="236862" y="231933"/>
                </a:lnTo>
                <a:lnTo>
                  <a:pt x="237744" y="249936"/>
                </a:lnTo>
                <a:lnTo>
                  <a:pt x="211836" y="260604"/>
                </a:lnTo>
                <a:close/>
              </a:path>
              <a:path w="335279" h="381000">
                <a:moveTo>
                  <a:pt x="298704" y="371856"/>
                </a:moveTo>
                <a:lnTo>
                  <a:pt x="298704" y="336804"/>
                </a:lnTo>
                <a:lnTo>
                  <a:pt x="322243" y="336804"/>
                </a:lnTo>
                <a:lnTo>
                  <a:pt x="323088" y="361188"/>
                </a:lnTo>
                <a:lnTo>
                  <a:pt x="298704" y="37185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</a:endParaRPr>
          </a:p>
        </p:txBody>
      </p:sp>
      <p:sp>
        <p:nvSpPr>
          <p:cNvPr id="43" name="object 43"/>
          <p:cNvSpPr/>
          <p:nvPr/>
        </p:nvSpPr>
        <p:spPr>
          <a:xfrm>
            <a:off x="7697723" y="4719827"/>
            <a:ext cx="356870" cy="402590"/>
          </a:xfrm>
          <a:custGeom>
            <a:avLst/>
            <a:gdLst/>
            <a:ahLst/>
            <a:cxnLst/>
            <a:rect l="l" t="t" r="r" b="b"/>
            <a:pathLst>
              <a:path w="356870" h="402589">
                <a:moveTo>
                  <a:pt x="53340" y="89916"/>
                </a:moveTo>
                <a:lnTo>
                  <a:pt x="42672" y="89916"/>
                </a:lnTo>
                <a:lnTo>
                  <a:pt x="50696" y="62793"/>
                </a:lnTo>
                <a:lnTo>
                  <a:pt x="56578" y="38671"/>
                </a:lnTo>
                <a:lnTo>
                  <a:pt x="60459" y="17692"/>
                </a:lnTo>
                <a:lnTo>
                  <a:pt x="62484" y="0"/>
                </a:lnTo>
                <a:lnTo>
                  <a:pt x="100584" y="21336"/>
                </a:lnTo>
                <a:lnTo>
                  <a:pt x="91487" y="29051"/>
                </a:lnTo>
                <a:lnTo>
                  <a:pt x="80391" y="43053"/>
                </a:lnTo>
                <a:lnTo>
                  <a:pt x="67579" y="63341"/>
                </a:lnTo>
                <a:lnTo>
                  <a:pt x="53340" y="89916"/>
                </a:lnTo>
                <a:close/>
              </a:path>
              <a:path w="356870" h="402589">
                <a:moveTo>
                  <a:pt x="147828" y="192024"/>
                </a:moveTo>
                <a:lnTo>
                  <a:pt x="141732" y="187452"/>
                </a:lnTo>
                <a:lnTo>
                  <a:pt x="158877" y="160615"/>
                </a:lnTo>
                <a:lnTo>
                  <a:pt x="173736" y="135064"/>
                </a:lnTo>
                <a:lnTo>
                  <a:pt x="196596" y="88392"/>
                </a:lnTo>
                <a:lnTo>
                  <a:pt x="211264" y="44958"/>
                </a:lnTo>
                <a:lnTo>
                  <a:pt x="222503" y="1524"/>
                </a:lnTo>
                <a:lnTo>
                  <a:pt x="260603" y="24384"/>
                </a:lnTo>
                <a:lnTo>
                  <a:pt x="252864" y="32146"/>
                </a:lnTo>
                <a:lnTo>
                  <a:pt x="243268" y="46482"/>
                </a:lnTo>
                <a:lnTo>
                  <a:pt x="231671" y="67675"/>
                </a:lnTo>
                <a:lnTo>
                  <a:pt x="217932" y="96012"/>
                </a:lnTo>
                <a:lnTo>
                  <a:pt x="350520" y="96012"/>
                </a:lnTo>
                <a:lnTo>
                  <a:pt x="356616" y="102108"/>
                </a:lnTo>
                <a:lnTo>
                  <a:pt x="350901" y="106680"/>
                </a:lnTo>
                <a:lnTo>
                  <a:pt x="213360" y="106680"/>
                </a:lnTo>
                <a:lnTo>
                  <a:pt x="197977" y="130730"/>
                </a:lnTo>
                <a:lnTo>
                  <a:pt x="181737" y="152781"/>
                </a:lnTo>
                <a:lnTo>
                  <a:pt x="164925" y="173116"/>
                </a:lnTo>
                <a:lnTo>
                  <a:pt x="147828" y="192024"/>
                </a:lnTo>
                <a:close/>
              </a:path>
              <a:path w="356870" h="402589">
                <a:moveTo>
                  <a:pt x="144780" y="89916"/>
                </a:moveTo>
                <a:lnTo>
                  <a:pt x="111252" y="89916"/>
                </a:lnTo>
                <a:lnTo>
                  <a:pt x="128016" y="73152"/>
                </a:lnTo>
                <a:lnTo>
                  <a:pt x="144780" y="89916"/>
                </a:lnTo>
                <a:close/>
              </a:path>
              <a:path w="356870" h="402589">
                <a:moveTo>
                  <a:pt x="0" y="397764"/>
                </a:moveTo>
                <a:lnTo>
                  <a:pt x="834" y="359664"/>
                </a:lnTo>
                <a:lnTo>
                  <a:pt x="935" y="352615"/>
                </a:lnTo>
                <a:lnTo>
                  <a:pt x="1333" y="316992"/>
                </a:lnTo>
                <a:lnTo>
                  <a:pt x="1430" y="178308"/>
                </a:lnTo>
                <a:lnTo>
                  <a:pt x="1309" y="152781"/>
                </a:lnTo>
                <a:lnTo>
                  <a:pt x="881" y="114704"/>
                </a:lnTo>
                <a:lnTo>
                  <a:pt x="0" y="74676"/>
                </a:lnTo>
                <a:lnTo>
                  <a:pt x="25908" y="89916"/>
                </a:lnTo>
                <a:lnTo>
                  <a:pt x="144780" y="89916"/>
                </a:lnTo>
                <a:lnTo>
                  <a:pt x="153924" y="99060"/>
                </a:lnTo>
                <a:lnTo>
                  <a:pt x="151828" y="100584"/>
                </a:lnTo>
                <a:lnTo>
                  <a:pt x="24384" y="100584"/>
                </a:lnTo>
                <a:lnTo>
                  <a:pt x="24384" y="211836"/>
                </a:lnTo>
                <a:lnTo>
                  <a:pt x="137205" y="211836"/>
                </a:lnTo>
                <a:lnTo>
                  <a:pt x="137219" y="222504"/>
                </a:lnTo>
                <a:lnTo>
                  <a:pt x="24384" y="222504"/>
                </a:lnTo>
                <a:lnTo>
                  <a:pt x="24384" y="344424"/>
                </a:lnTo>
                <a:lnTo>
                  <a:pt x="137914" y="344424"/>
                </a:lnTo>
                <a:lnTo>
                  <a:pt x="137940" y="346850"/>
                </a:lnTo>
                <a:lnTo>
                  <a:pt x="138137" y="355092"/>
                </a:lnTo>
                <a:lnTo>
                  <a:pt x="24384" y="355092"/>
                </a:lnTo>
                <a:lnTo>
                  <a:pt x="24384" y="384048"/>
                </a:lnTo>
                <a:lnTo>
                  <a:pt x="0" y="397764"/>
                </a:lnTo>
                <a:close/>
              </a:path>
              <a:path w="356870" h="402589">
                <a:moveTo>
                  <a:pt x="350520" y="96012"/>
                </a:moveTo>
                <a:lnTo>
                  <a:pt x="310896" y="96012"/>
                </a:lnTo>
                <a:lnTo>
                  <a:pt x="330708" y="76200"/>
                </a:lnTo>
                <a:lnTo>
                  <a:pt x="350520" y="96012"/>
                </a:lnTo>
                <a:close/>
              </a:path>
              <a:path w="356870" h="402589">
                <a:moveTo>
                  <a:pt x="137205" y="211836"/>
                </a:moveTo>
                <a:lnTo>
                  <a:pt x="114300" y="211836"/>
                </a:lnTo>
                <a:lnTo>
                  <a:pt x="114300" y="100584"/>
                </a:lnTo>
                <a:lnTo>
                  <a:pt x="151828" y="100584"/>
                </a:lnTo>
                <a:lnTo>
                  <a:pt x="137160" y="111252"/>
                </a:lnTo>
                <a:lnTo>
                  <a:pt x="137205" y="211836"/>
                </a:lnTo>
                <a:close/>
              </a:path>
              <a:path w="356870" h="402589">
                <a:moveTo>
                  <a:pt x="327213" y="359664"/>
                </a:moveTo>
                <a:lnTo>
                  <a:pt x="283464" y="359664"/>
                </a:lnTo>
                <a:lnTo>
                  <a:pt x="291750" y="357925"/>
                </a:lnTo>
                <a:lnTo>
                  <a:pt x="298323" y="352615"/>
                </a:lnTo>
                <a:lnTo>
                  <a:pt x="308586" y="305562"/>
                </a:lnTo>
                <a:lnTo>
                  <a:pt x="310705" y="259842"/>
                </a:lnTo>
                <a:lnTo>
                  <a:pt x="312539" y="193548"/>
                </a:lnTo>
                <a:lnTo>
                  <a:pt x="313944" y="106680"/>
                </a:lnTo>
                <a:lnTo>
                  <a:pt x="350901" y="106680"/>
                </a:lnTo>
                <a:lnTo>
                  <a:pt x="341376" y="114300"/>
                </a:lnTo>
                <a:lnTo>
                  <a:pt x="339535" y="188719"/>
                </a:lnTo>
                <a:lnTo>
                  <a:pt x="337620" y="249167"/>
                </a:lnTo>
                <a:lnTo>
                  <a:pt x="335560" y="295570"/>
                </a:lnTo>
                <a:lnTo>
                  <a:pt x="333280" y="327855"/>
                </a:lnTo>
                <a:lnTo>
                  <a:pt x="330708" y="345948"/>
                </a:lnTo>
                <a:lnTo>
                  <a:pt x="327856" y="357925"/>
                </a:lnTo>
                <a:lnTo>
                  <a:pt x="327213" y="359664"/>
                </a:lnTo>
                <a:close/>
              </a:path>
              <a:path w="356870" h="402589">
                <a:moveTo>
                  <a:pt x="231648" y="269748"/>
                </a:moveTo>
                <a:lnTo>
                  <a:pt x="230124" y="269748"/>
                </a:lnTo>
                <a:lnTo>
                  <a:pt x="226742" y="268295"/>
                </a:lnTo>
                <a:lnTo>
                  <a:pt x="223647" y="263842"/>
                </a:lnTo>
                <a:lnTo>
                  <a:pt x="221122" y="256246"/>
                </a:lnTo>
                <a:lnTo>
                  <a:pt x="219456" y="245364"/>
                </a:lnTo>
                <a:lnTo>
                  <a:pt x="214884" y="228242"/>
                </a:lnTo>
                <a:lnTo>
                  <a:pt x="208026" y="211264"/>
                </a:lnTo>
                <a:lnTo>
                  <a:pt x="198882" y="194571"/>
                </a:lnTo>
                <a:lnTo>
                  <a:pt x="187452" y="178308"/>
                </a:lnTo>
                <a:lnTo>
                  <a:pt x="190500" y="172212"/>
                </a:lnTo>
                <a:lnTo>
                  <a:pt x="224028" y="199644"/>
                </a:lnTo>
                <a:lnTo>
                  <a:pt x="246888" y="236220"/>
                </a:lnTo>
                <a:lnTo>
                  <a:pt x="246888" y="248412"/>
                </a:lnTo>
                <a:lnTo>
                  <a:pt x="243840" y="254508"/>
                </a:lnTo>
                <a:lnTo>
                  <a:pt x="234696" y="266700"/>
                </a:lnTo>
                <a:lnTo>
                  <a:pt x="231648" y="269748"/>
                </a:lnTo>
                <a:close/>
              </a:path>
              <a:path w="356870" h="402589">
                <a:moveTo>
                  <a:pt x="137914" y="344424"/>
                </a:moveTo>
                <a:lnTo>
                  <a:pt x="114300" y="344424"/>
                </a:lnTo>
                <a:lnTo>
                  <a:pt x="114300" y="222504"/>
                </a:lnTo>
                <a:lnTo>
                  <a:pt x="137219" y="222504"/>
                </a:lnTo>
                <a:lnTo>
                  <a:pt x="137337" y="269748"/>
                </a:lnTo>
                <a:lnTo>
                  <a:pt x="137498" y="305562"/>
                </a:lnTo>
                <a:lnTo>
                  <a:pt x="137914" y="344424"/>
                </a:lnTo>
                <a:close/>
              </a:path>
              <a:path w="356870" h="402589">
                <a:moveTo>
                  <a:pt x="277367" y="402336"/>
                </a:moveTo>
                <a:lnTo>
                  <a:pt x="271129" y="389239"/>
                </a:lnTo>
                <a:lnTo>
                  <a:pt x="259461" y="377571"/>
                </a:lnTo>
                <a:lnTo>
                  <a:pt x="242649" y="367617"/>
                </a:lnTo>
                <a:lnTo>
                  <a:pt x="220979" y="359664"/>
                </a:lnTo>
                <a:lnTo>
                  <a:pt x="220979" y="352044"/>
                </a:lnTo>
                <a:lnTo>
                  <a:pt x="241244" y="355163"/>
                </a:lnTo>
                <a:lnTo>
                  <a:pt x="258508" y="357568"/>
                </a:lnTo>
                <a:lnTo>
                  <a:pt x="272629" y="359116"/>
                </a:lnTo>
                <a:lnTo>
                  <a:pt x="283464" y="359664"/>
                </a:lnTo>
                <a:lnTo>
                  <a:pt x="327213" y="359664"/>
                </a:lnTo>
                <a:lnTo>
                  <a:pt x="324040" y="368236"/>
                </a:lnTo>
                <a:lnTo>
                  <a:pt x="289023" y="397764"/>
                </a:lnTo>
                <a:lnTo>
                  <a:pt x="277367" y="402336"/>
                </a:lnTo>
                <a:close/>
              </a:path>
              <a:path w="356870" h="402589">
                <a:moveTo>
                  <a:pt x="114300" y="391668"/>
                </a:moveTo>
                <a:lnTo>
                  <a:pt x="114300" y="355092"/>
                </a:lnTo>
                <a:lnTo>
                  <a:pt x="138137" y="355092"/>
                </a:lnTo>
                <a:lnTo>
                  <a:pt x="138684" y="377952"/>
                </a:lnTo>
                <a:lnTo>
                  <a:pt x="114300" y="39166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</a:endParaRPr>
          </a:p>
        </p:txBody>
      </p:sp>
      <p:sp>
        <p:nvSpPr>
          <p:cNvPr id="44" name="object 44"/>
          <p:cNvSpPr/>
          <p:nvPr/>
        </p:nvSpPr>
        <p:spPr>
          <a:xfrm>
            <a:off x="8106156" y="4716792"/>
            <a:ext cx="1546860" cy="411480"/>
          </a:xfrm>
          <a:custGeom>
            <a:avLst/>
            <a:gdLst/>
            <a:ahLst/>
            <a:cxnLst/>
            <a:rect l="l" t="t" r="r" b="b"/>
            <a:pathLst>
              <a:path w="1546859" h="411479">
                <a:moveTo>
                  <a:pt x="239268" y="38100"/>
                </a:moveTo>
                <a:lnTo>
                  <a:pt x="204419" y="10922"/>
                </a:lnTo>
                <a:lnTo>
                  <a:pt x="188976" y="4572"/>
                </a:lnTo>
                <a:lnTo>
                  <a:pt x="185928" y="10668"/>
                </a:lnTo>
                <a:lnTo>
                  <a:pt x="194500" y="20091"/>
                </a:lnTo>
                <a:lnTo>
                  <a:pt x="201930" y="30099"/>
                </a:lnTo>
                <a:lnTo>
                  <a:pt x="208216" y="40665"/>
                </a:lnTo>
                <a:lnTo>
                  <a:pt x="213360" y="51816"/>
                </a:lnTo>
                <a:lnTo>
                  <a:pt x="217932" y="62484"/>
                </a:lnTo>
                <a:lnTo>
                  <a:pt x="220980" y="67056"/>
                </a:lnTo>
                <a:lnTo>
                  <a:pt x="227076" y="67056"/>
                </a:lnTo>
                <a:lnTo>
                  <a:pt x="230124" y="64008"/>
                </a:lnTo>
                <a:lnTo>
                  <a:pt x="233172" y="59436"/>
                </a:lnTo>
                <a:lnTo>
                  <a:pt x="237744" y="53340"/>
                </a:lnTo>
                <a:lnTo>
                  <a:pt x="239268" y="47244"/>
                </a:lnTo>
                <a:lnTo>
                  <a:pt x="239268" y="38100"/>
                </a:lnTo>
                <a:close/>
              </a:path>
              <a:path w="1546859" h="411479">
                <a:moveTo>
                  <a:pt x="379476" y="80772"/>
                </a:moveTo>
                <a:lnTo>
                  <a:pt x="370332" y="71628"/>
                </a:lnTo>
                <a:lnTo>
                  <a:pt x="348996" y="50292"/>
                </a:lnTo>
                <a:lnTo>
                  <a:pt x="329184" y="71628"/>
                </a:lnTo>
                <a:lnTo>
                  <a:pt x="205740" y="71628"/>
                </a:lnTo>
                <a:lnTo>
                  <a:pt x="205740" y="80772"/>
                </a:lnTo>
                <a:lnTo>
                  <a:pt x="205740" y="123444"/>
                </a:lnTo>
                <a:lnTo>
                  <a:pt x="205740" y="134112"/>
                </a:lnTo>
                <a:lnTo>
                  <a:pt x="205740" y="172212"/>
                </a:lnTo>
                <a:lnTo>
                  <a:pt x="205740" y="182880"/>
                </a:lnTo>
                <a:lnTo>
                  <a:pt x="205740" y="222504"/>
                </a:lnTo>
                <a:lnTo>
                  <a:pt x="105156" y="222504"/>
                </a:lnTo>
                <a:lnTo>
                  <a:pt x="105156" y="182880"/>
                </a:lnTo>
                <a:lnTo>
                  <a:pt x="205740" y="182880"/>
                </a:lnTo>
                <a:lnTo>
                  <a:pt x="205740" y="172212"/>
                </a:lnTo>
                <a:lnTo>
                  <a:pt x="105156" y="172212"/>
                </a:lnTo>
                <a:lnTo>
                  <a:pt x="105156" y="134112"/>
                </a:lnTo>
                <a:lnTo>
                  <a:pt x="205740" y="134112"/>
                </a:lnTo>
                <a:lnTo>
                  <a:pt x="205740" y="123444"/>
                </a:lnTo>
                <a:lnTo>
                  <a:pt x="105156" y="123444"/>
                </a:lnTo>
                <a:lnTo>
                  <a:pt x="105156" y="105156"/>
                </a:lnTo>
                <a:lnTo>
                  <a:pt x="105156" y="80772"/>
                </a:lnTo>
                <a:lnTo>
                  <a:pt x="205740" y="80772"/>
                </a:lnTo>
                <a:lnTo>
                  <a:pt x="205740" y="71628"/>
                </a:lnTo>
                <a:lnTo>
                  <a:pt x="109728" y="71628"/>
                </a:lnTo>
                <a:lnTo>
                  <a:pt x="135636" y="28956"/>
                </a:lnTo>
                <a:lnTo>
                  <a:pt x="150876" y="24384"/>
                </a:lnTo>
                <a:lnTo>
                  <a:pt x="115824" y="0"/>
                </a:lnTo>
                <a:lnTo>
                  <a:pt x="106959" y="22860"/>
                </a:lnTo>
                <a:lnTo>
                  <a:pt x="96393" y="45720"/>
                </a:lnTo>
                <a:lnTo>
                  <a:pt x="70104" y="91440"/>
                </a:lnTo>
                <a:lnTo>
                  <a:pt x="36766" y="133921"/>
                </a:lnTo>
                <a:lnTo>
                  <a:pt x="0" y="170688"/>
                </a:lnTo>
                <a:lnTo>
                  <a:pt x="3048" y="175260"/>
                </a:lnTo>
                <a:lnTo>
                  <a:pt x="25946" y="158940"/>
                </a:lnTo>
                <a:lnTo>
                  <a:pt x="46863" y="141922"/>
                </a:lnTo>
                <a:lnTo>
                  <a:pt x="66052" y="124028"/>
                </a:lnTo>
                <a:lnTo>
                  <a:pt x="83820" y="105156"/>
                </a:lnTo>
                <a:lnTo>
                  <a:pt x="83616" y="141922"/>
                </a:lnTo>
                <a:lnTo>
                  <a:pt x="83515" y="152946"/>
                </a:lnTo>
                <a:lnTo>
                  <a:pt x="82588" y="222504"/>
                </a:lnTo>
                <a:lnTo>
                  <a:pt x="82473" y="234696"/>
                </a:lnTo>
                <a:lnTo>
                  <a:pt x="82296" y="262128"/>
                </a:lnTo>
                <a:lnTo>
                  <a:pt x="105156" y="252984"/>
                </a:lnTo>
                <a:lnTo>
                  <a:pt x="105156" y="233172"/>
                </a:lnTo>
                <a:lnTo>
                  <a:pt x="374904" y="233172"/>
                </a:lnTo>
                <a:lnTo>
                  <a:pt x="365252" y="222504"/>
                </a:lnTo>
                <a:lnTo>
                  <a:pt x="345948" y="201168"/>
                </a:lnTo>
                <a:lnTo>
                  <a:pt x="324612" y="222504"/>
                </a:lnTo>
                <a:lnTo>
                  <a:pt x="227076" y="222504"/>
                </a:lnTo>
                <a:lnTo>
                  <a:pt x="227076" y="182880"/>
                </a:lnTo>
                <a:lnTo>
                  <a:pt x="353568" y="182880"/>
                </a:lnTo>
                <a:lnTo>
                  <a:pt x="343433" y="172212"/>
                </a:lnTo>
                <a:lnTo>
                  <a:pt x="324612" y="152400"/>
                </a:lnTo>
                <a:lnTo>
                  <a:pt x="306324" y="172212"/>
                </a:lnTo>
                <a:lnTo>
                  <a:pt x="227076" y="172212"/>
                </a:lnTo>
                <a:lnTo>
                  <a:pt x="227076" y="134112"/>
                </a:lnTo>
                <a:lnTo>
                  <a:pt x="356616" y="134112"/>
                </a:lnTo>
                <a:lnTo>
                  <a:pt x="347014" y="123444"/>
                </a:lnTo>
                <a:lnTo>
                  <a:pt x="329184" y="103632"/>
                </a:lnTo>
                <a:lnTo>
                  <a:pt x="309372" y="123444"/>
                </a:lnTo>
                <a:lnTo>
                  <a:pt x="227076" y="123444"/>
                </a:lnTo>
                <a:lnTo>
                  <a:pt x="227076" y="80772"/>
                </a:lnTo>
                <a:lnTo>
                  <a:pt x="379476" y="80772"/>
                </a:lnTo>
                <a:close/>
              </a:path>
              <a:path w="1546859" h="411479">
                <a:moveTo>
                  <a:pt x="409956" y="371856"/>
                </a:moveTo>
                <a:lnTo>
                  <a:pt x="358330" y="362902"/>
                </a:lnTo>
                <a:lnTo>
                  <a:pt x="312420" y="345948"/>
                </a:lnTo>
                <a:lnTo>
                  <a:pt x="273367" y="320802"/>
                </a:lnTo>
                <a:lnTo>
                  <a:pt x="237744" y="286512"/>
                </a:lnTo>
                <a:lnTo>
                  <a:pt x="408432" y="286512"/>
                </a:lnTo>
                <a:lnTo>
                  <a:pt x="379476" y="256032"/>
                </a:lnTo>
                <a:lnTo>
                  <a:pt x="358140" y="275844"/>
                </a:lnTo>
                <a:lnTo>
                  <a:pt x="219456" y="275844"/>
                </a:lnTo>
                <a:lnTo>
                  <a:pt x="219456" y="260604"/>
                </a:lnTo>
                <a:lnTo>
                  <a:pt x="233172" y="248412"/>
                </a:lnTo>
                <a:lnTo>
                  <a:pt x="195072" y="234696"/>
                </a:lnTo>
                <a:lnTo>
                  <a:pt x="195300" y="243268"/>
                </a:lnTo>
                <a:lnTo>
                  <a:pt x="195834" y="252984"/>
                </a:lnTo>
                <a:lnTo>
                  <a:pt x="196354" y="263842"/>
                </a:lnTo>
                <a:lnTo>
                  <a:pt x="196596" y="275844"/>
                </a:lnTo>
                <a:lnTo>
                  <a:pt x="1524" y="275844"/>
                </a:lnTo>
                <a:lnTo>
                  <a:pt x="16764" y="292608"/>
                </a:lnTo>
                <a:lnTo>
                  <a:pt x="27063" y="289725"/>
                </a:lnTo>
                <a:lnTo>
                  <a:pt x="37528" y="287845"/>
                </a:lnTo>
                <a:lnTo>
                  <a:pt x="48260" y="286816"/>
                </a:lnTo>
                <a:lnTo>
                  <a:pt x="59436" y="286512"/>
                </a:lnTo>
                <a:lnTo>
                  <a:pt x="166116" y="286512"/>
                </a:lnTo>
                <a:lnTo>
                  <a:pt x="128181" y="324434"/>
                </a:lnTo>
                <a:lnTo>
                  <a:pt x="85102" y="355561"/>
                </a:lnTo>
                <a:lnTo>
                  <a:pt x="31470" y="385279"/>
                </a:lnTo>
                <a:lnTo>
                  <a:pt x="1524" y="399288"/>
                </a:lnTo>
                <a:lnTo>
                  <a:pt x="3048" y="406908"/>
                </a:lnTo>
                <a:lnTo>
                  <a:pt x="63246" y="382905"/>
                </a:lnTo>
                <a:lnTo>
                  <a:pt x="114300" y="356616"/>
                </a:lnTo>
                <a:lnTo>
                  <a:pt x="157734" y="325755"/>
                </a:lnTo>
                <a:lnTo>
                  <a:pt x="196596" y="288036"/>
                </a:lnTo>
                <a:lnTo>
                  <a:pt x="196354" y="321462"/>
                </a:lnTo>
                <a:lnTo>
                  <a:pt x="195300" y="383184"/>
                </a:lnTo>
                <a:lnTo>
                  <a:pt x="195072" y="411480"/>
                </a:lnTo>
                <a:lnTo>
                  <a:pt x="220980" y="397764"/>
                </a:lnTo>
                <a:lnTo>
                  <a:pt x="220091" y="381444"/>
                </a:lnTo>
                <a:lnTo>
                  <a:pt x="219646" y="357568"/>
                </a:lnTo>
                <a:lnTo>
                  <a:pt x="219557" y="342036"/>
                </a:lnTo>
                <a:lnTo>
                  <a:pt x="219456" y="288036"/>
                </a:lnTo>
                <a:lnTo>
                  <a:pt x="219456" y="286512"/>
                </a:lnTo>
                <a:lnTo>
                  <a:pt x="230124" y="286512"/>
                </a:lnTo>
                <a:lnTo>
                  <a:pt x="245529" y="309321"/>
                </a:lnTo>
                <a:lnTo>
                  <a:pt x="261937" y="329565"/>
                </a:lnTo>
                <a:lnTo>
                  <a:pt x="297180" y="361188"/>
                </a:lnTo>
                <a:lnTo>
                  <a:pt x="336042" y="383095"/>
                </a:lnTo>
                <a:lnTo>
                  <a:pt x="379476" y="399288"/>
                </a:lnTo>
                <a:lnTo>
                  <a:pt x="383159" y="391858"/>
                </a:lnTo>
                <a:lnTo>
                  <a:pt x="389572" y="385572"/>
                </a:lnTo>
                <a:lnTo>
                  <a:pt x="398538" y="380428"/>
                </a:lnTo>
                <a:lnTo>
                  <a:pt x="409956" y="376428"/>
                </a:lnTo>
                <a:lnTo>
                  <a:pt x="409956" y="371856"/>
                </a:lnTo>
                <a:close/>
              </a:path>
              <a:path w="1546859" h="411479">
                <a:moveTo>
                  <a:pt x="763524" y="188963"/>
                </a:moveTo>
                <a:lnTo>
                  <a:pt x="729996" y="156959"/>
                </a:lnTo>
                <a:lnTo>
                  <a:pt x="707136" y="178295"/>
                </a:lnTo>
                <a:lnTo>
                  <a:pt x="533400" y="178295"/>
                </a:lnTo>
                <a:lnTo>
                  <a:pt x="548640" y="195059"/>
                </a:lnTo>
                <a:lnTo>
                  <a:pt x="558660" y="192189"/>
                </a:lnTo>
                <a:lnTo>
                  <a:pt x="568261" y="190296"/>
                </a:lnTo>
                <a:lnTo>
                  <a:pt x="577570" y="189280"/>
                </a:lnTo>
                <a:lnTo>
                  <a:pt x="586740" y="188963"/>
                </a:lnTo>
                <a:lnTo>
                  <a:pt x="763524" y="188963"/>
                </a:lnTo>
                <a:close/>
              </a:path>
              <a:path w="1546859" h="411479">
                <a:moveTo>
                  <a:pt x="769620" y="259067"/>
                </a:moveTo>
                <a:lnTo>
                  <a:pt x="762000" y="251447"/>
                </a:lnTo>
                <a:lnTo>
                  <a:pt x="745236" y="234683"/>
                </a:lnTo>
                <a:lnTo>
                  <a:pt x="731520" y="248399"/>
                </a:lnTo>
                <a:lnTo>
                  <a:pt x="731520" y="262115"/>
                </a:lnTo>
                <a:lnTo>
                  <a:pt x="731520" y="359651"/>
                </a:lnTo>
                <a:lnTo>
                  <a:pt x="565404" y="359651"/>
                </a:lnTo>
                <a:lnTo>
                  <a:pt x="565404" y="262115"/>
                </a:lnTo>
                <a:lnTo>
                  <a:pt x="731520" y="262115"/>
                </a:lnTo>
                <a:lnTo>
                  <a:pt x="731520" y="248399"/>
                </a:lnTo>
                <a:lnTo>
                  <a:pt x="728472" y="251447"/>
                </a:lnTo>
                <a:lnTo>
                  <a:pt x="565404" y="251447"/>
                </a:lnTo>
                <a:lnTo>
                  <a:pt x="537972" y="237731"/>
                </a:lnTo>
                <a:lnTo>
                  <a:pt x="539089" y="258305"/>
                </a:lnTo>
                <a:lnTo>
                  <a:pt x="540067" y="278879"/>
                </a:lnTo>
                <a:lnTo>
                  <a:pt x="540753" y="299453"/>
                </a:lnTo>
                <a:lnTo>
                  <a:pt x="541020" y="320027"/>
                </a:lnTo>
                <a:lnTo>
                  <a:pt x="540753" y="339648"/>
                </a:lnTo>
                <a:lnTo>
                  <a:pt x="540067" y="360794"/>
                </a:lnTo>
                <a:lnTo>
                  <a:pt x="539089" y="382181"/>
                </a:lnTo>
                <a:lnTo>
                  <a:pt x="537972" y="403847"/>
                </a:lnTo>
                <a:lnTo>
                  <a:pt x="565404" y="393179"/>
                </a:lnTo>
                <a:lnTo>
                  <a:pt x="565404" y="370319"/>
                </a:lnTo>
                <a:lnTo>
                  <a:pt x="731520" y="370319"/>
                </a:lnTo>
                <a:lnTo>
                  <a:pt x="731520" y="399275"/>
                </a:lnTo>
                <a:lnTo>
                  <a:pt x="757428" y="388607"/>
                </a:lnTo>
                <a:lnTo>
                  <a:pt x="756691" y="370319"/>
                </a:lnTo>
                <a:lnTo>
                  <a:pt x="756539" y="366636"/>
                </a:lnTo>
                <a:lnTo>
                  <a:pt x="756424" y="359651"/>
                </a:lnTo>
                <a:lnTo>
                  <a:pt x="756094" y="339991"/>
                </a:lnTo>
                <a:lnTo>
                  <a:pt x="755980" y="320027"/>
                </a:lnTo>
                <a:lnTo>
                  <a:pt x="755904" y="271259"/>
                </a:lnTo>
                <a:lnTo>
                  <a:pt x="766191" y="262115"/>
                </a:lnTo>
                <a:lnTo>
                  <a:pt x="769620" y="259067"/>
                </a:lnTo>
                <a:close/>
              </a:path>
              <a:path w="1546859" h="411479">
                <a:moveTo>
                  <a:pt x="853440" y="170675"/>
                </a:moveTo>
                <a:lnTo>
                  <a:pt x="815454" y="159461"/>
                </a:lnTo>
                <a:lnTo>
                  <a:pt x="752068" y="130175"/>
                </a:lnTo>
                <a:lnTo>
                  <a:pt x="705535" y="92075"/>
                </a:lnTo>
                <a:lnTo>
                  <a:pt x="671868" y="54876"/>
                </a:lnTo>
                <a:lnTo>
                  <a:pt x="659892" y="36563"/>
                </a:lnTo>
                <a:lnTo>
                  <a:pt x="676656" y="27419"/>
                </a:lnTo>
                <a:lnTo>
                  <a:pt x="640080" y="3035"/>
                </a:lnTo>
                <a:lnTo>
                  <a:pt x="624078" y="37922"/>
                </a:lnTo>
                <a:lnTo>
                  <a:pt x="585216" y="97980"/>
                </a:lnTo>
                <a:lnTo>
                  <a:pt x="537184" y="145719"/>
                </a:lnTo>
                <a:lnTo>
                  <a:pt x="479412" y="186867"/>
                </a:lnTo>
                <a:lnTo>
                  <a:pt x="446532" y="205727"/>
                </a:lnTo>
                <a:lnTo>
                  <a:pt x="448056" y="211823"/>
                </a:lnTo>
                <a:lnTo>
                  <a:pt x="507111" y="185534"/>
                </a:lnTo>
                <a:lnTo>
                  <a:pt x="559308" y="152387"/>
                </a:lnTo>
                <a:lnTo>
                  <a:pt x="606552" y="107619"/>
                </a:lnTo>
                <a:lnTo>
                  <a:pt x="653796" y="45707"/>
                </a:lnTo>
                <a:lnTo>
                  <a:pt x="661200" y="60312"/>
                </a:lnTo>
                <a:lnTo>
                  <a:pt x="685723" y="95224"/>
                </a:lnTo>
                <a:lnTo>
                  <a:pt x="724281" y="136626"/>
                </a:lnTo>
                <a:lnTo>
                  <a:pt x="781431" y="178828"/>
                </a:lnTo>
                <a:lnTo>
                  <a:pt x="816864" y="199631"/>
                </a:lnTo>
                <a:lnTo>
                  <a:pt x="823429" y="191109"/>
                </a:lnTo>
                <a:lnTo>
                  <a:pt x="831723" y="184010"/>
                </a:lnTo>
                <a:lnTo>
                  <a:pt x="841717" y="178638"/>
                </a:lnTo>
                <a:lnTo>
                  <a:pt x="853440" y="175247"/>
                </a:lnTo>
                <a:lnTo>
                  <a:pt x="853440" y="170675"/>
                </a:lnTo>
                <a:close/>
              </a:path>
              <a:path w="1546859" h="411479">
                <a:moveTo>
                  <a:pt x="1110983" y="274307"/>
                </a:moveTo>
                <a:lnTo>
                  <a:pt x="1101344" y="234873"/>
                </a:lnTo>
                <a:lnTo>
                  <a:pt x="1074978" y="205917"/>
                </a:lnTo>
                <a:lnTo>
                  <a:pt x="1038961" y="191249"/>
                </a:lnTo>
                <a:lnTo>
                  <a:pt x="1003719" y="182105"/>
                </a:lnTo>
                <a:lnTo>
                  <a:pt x="994968" y="179819"/>
                </a:lnTo>
                <a:lnTo>
                  <a:pt x="987094" y="177533"/>
                </a:lnTo>
                <a:lnTo>
                  <a:pt x="979919" y="175247"/>
                </a:lnTo>
                <a:lnTo>
                  <a:pt x="970203" y="172415"/>
                </a:lnTo>
                <a:lnTo>
                  <a:pt x="939723" y="143433"/>
                </a:lnTo>
                <a:lnTo>
                  <a:pt x="937247" y="124955"/>
                </a:lnTo>
                <a:lnTo>
                  <a:pt x="938390" y="114096"/>
                </a:lnTo>
                <a:lnTo>
                  <a:pt x="965517" y="82384"/>
                </a:lnTo>
                <a:lnTo>
                  <a:pt x="1004303" y="74663"/>
                </a:lnTo>
                <a:lnTo>
                  <a:pt x="1017739" y="75260"/>
                </a:lnTo>
                <a:lnTo>
                  <a:pt x="1066368" y="90436"/>
                </a:lnTo>
                <a:lnTo>
                  <a:pt x="1094219" y="109715"/>
                </a:lnTo>
                <a:lnTo>
                  <a:pt x="1097267" y="109715"/>
                </a:lnTo>
                <a:lnTo>
                  <a:pt x="1097267" y="57899"/>
                </a:lnTo>
                <a:lnTo>
                  <a:pt x="1086726" y="53378"/>
                </a:lnTo>
                <a:lnTo>
                  <a:pt x="1040485" y="40424"/>
                </a:lnTo>
                <a:lnTo>
                  <a:pt x="1001255" y="36563"/>
                </a:lnTo>
                <a:lnTo>
                  <a:pt x="978395" y="38277"/>
                </a:lnTo>
                <a:lnTo>
                  <a:pt x="939533" y="51993"/>
                </a:lnTo>
                <a:lnTo>
                  <a:pt x="909777" y="78308"/>
                </a:lnTo>
                <a:lnTo>
                  <a:pt x="893051" y="129527"/>
                </a:lnTo>
                <a:lnTo>
                  <a:pt x="893343" y="138633"/>
                </a:lnTo>
                <a:lnTo>
                  <a:pt x="904671" y="176580"/>
                </a:lnTo>
                <a:lnTo>
                  <a:pt x="937247" y="205727"/>
                </a:lnTo>
                <a:lnTo>
                  <a:pt x="984681" y="220776"/>
                </a:lnTo>
                <a:lnTo>
                  <a:pt x="998207" y="224015"/>
                </a:lnTo>
                <a:lnTo>
                  <a:pt x="1004214" y="226072"/>
                </a:lnTo>
                <a:lnTo>
                  <a:pt x="1043736" y="239636"/>
                </a:lnTo>
                <a:lnTo>
                  <a:pt x="1064691" y="272211"/>
                </a:lnTo>
                <a:lnTo>
                  <a:pt x="1065263" y="281927"/>
                </a:lnTo>
                <a:lnTo>
                  <a:pt x="1064120" y="293027"/>
                </a:lnTo>
                <a:lnTo>
                  <a:pt x="1036713" y="326910"/>
                </a:lnTo>
                <a:lnTo>
                  <a:pt x="993635" y="335267"/>
                </a:lnTo>
                <a:lnTo>
                  <a:pt x="980833" y="334683"/>
                </a:lnTo>
                <a:lnTo>
                  <a:pt x="941819" y="324599"/>
                </a:lnTo>
                <a:lnTo>
                  <a:pt x="903897" y="302958"/>
                </a:lnTo>
                <a:lnTo>
                  <a:pt x="893051" y="294119"/>
                </a:lnTo>
                <a:lnTo>
                  <a:pt x="890003" y="294119"/>
                </a:lnTo>
                <a:lnTo>
                  <a:pt x="890003" y="347459"/>
                </a:lnTo>
                <a:lnTo>
                  <a:pt x="901433" y="352894"/>
                </a:lnTo>
                <a:lnTo>
                  <a:pt x="948893" y="368630"/>
                </a:lnTo>
                <a:lnTo>
                  <a:pt x="996683" y="371843"/>
                </a:lnTo>
                <a:lnTo>
                  <a:pt x="1010958" y="371538"/>
                </a:lnTo>
                <a:lnTo>
                  <a:pt x="1055217" y="360895"/>
                </a:lnTo>
                <a:lnTo>
                  <a:pt x="1087056" y="336626"/>
                </a:lnTo>
                <a:lnTo>
                  <a:pt x="1105839" y="303034"/>
                </a:lnTo>
                <a:lnTo>
                  <a:pt x="1110411" y="283692"/>
                </a:lnTo>
                <a:lnTo>
                  <a:pt x="1110983" y="274307"/>
                </a:lnTo>
                <a:close/>
              </a:path>
              <a:path w="1546859" h="411479">
                <a:moveTo>
                  <a:pt x="1463040" y="30467"/>
                </a:moveTo>
                <a:lnTo>
                  <a:pt x="1457159" y="25895"/>
                </a:lnTo>
                <a:lnTo>
                  <a:pt x="1435608" y="9131"/>
                </a:lnTo>
                <a:lnTo>
                  <a:pt x="1423416" y="22542"/>
                </a:lnTo>
                <a:lnTo>
                  <a:pt x="1423416" y="36563"/>
                </a:lnTo>
                <a:lnTo>
                  <a:pt x="1423416" y="86855"/>
                </a:lnTo>
                <a:lnTo>
                  <a:pt x="1423416" y="97523"/>
                </a:lnTo>
                <a:lnTo>
                  <a:pt x="1423416" y="149339"/>
                </a:lnTo>
                <a:lnTo>
                  <a:pt x="1272540" y="149339"/>
                </a:lnTo>
                <a:lnTo>
                  <a:pt x="1272540" y="97523"/>
                </a:lnTo>
                <a:lnTo>
                  <a:pt x="1423416" y="97523"/>
                </a:lnTo>
                <a:lnTo>
                  <a:pt x="1423416" y="86855"/>
                </a:lnTo>
                <a:lnTo>
                  <a:pt x="1272540" y="86855"/>
                </a:lnTo>
                <a:lnTo>
                  <a:pt x="1272540" y="36563"/>
                </a:lnTo>
                <a:lnTo>
                  <a:pt x="1423416" y="36563"/>
                </a:lnTo>
                <a:lnTo>
                  <a:pt x="1423416" y="22542"/>
                </a:lnTo>
                <a:lnTo>
                  <a:pt x="1420368" y="25895"/>
                </a:lnTo>
                <a:lnTo>
                  <a:pt x="1274064" y="25895"/>
                </a:lnTo>
                <a:lnTo>
                  <a:pt x="1246632" y="10655"/>
                </a:lnTo>
                <a:lnTo>
                  <a:pt x="1246860" y="33477"/>
                </a:lnTo>
                <a:lnTo>
                  <a:pt x="1247914" y="77952"/>
                </a:lnTo>
                <a:lnTo>
                  <a:pt x="1248156" y="99047"/>
                </a:lnTo>
                <a:lnTo>
                  <a:pt x="1247914" y="120764"/>
                </a:lnTo>
                <a:lnTo>
                  <a:pt x="1246860" y="164198"/>
                </a:lnTo>
                <a:lnTo>
                  <a:pt x="1246632" y="185915"/>
                </a:lnTo>
                <a:lnTo>
                  <a:pt x="1272540" y="175247"/>
                </a:lnTo>
                <a:lnTo>
                  <a:pt x="1272540" y="160007"/>
                </a:lnTo>
                <a:lnTo>
                  <a:pt x="1423416" y="160007"/>
                </a:lnTo>
                <a:lnTo>
                  <a:pt x="1423416" y="182867"/>
                </a:lnTo>
                <a:lnTo>
                  <a:pt x="1449324" y="169151"/>
                </a:lnTo>
                <a:lnTo>
                  <a:pt x="1448892" y="160007"/>
                </a:lnTo>
                <a:lnTo>
                  <a:pt x="1448435" y="150253"/>
                </a:lnTo>
                <a:lnTo>
                  <a:pt x="1448422" y="149339"/>
                </a:lnTo>
                <a:lnTo>
                  <a:pt x="1447990" y="123050"/>
                </a:lnTo>
                <a:lnTo>
                  <a:pt x="1447863" y="97523"/>
                </a:lnTo>
                <a:lnTo>
                  <a:pt x="1447812" y="86855"/>
                </a:lnTo>
                <a:lnTo>
                  <a:pt x="1447800" y="42659"/>
                </a:lnTo>
                <a:lnTo>
                  <a:pt x="1455420" y="36563"/>
                </a:lnTo>
                <a:lnTo>
                  <a:pt x="1463040" y="30467"/>
                </a:lnTo>
                <a:close/>
              </a:path>
              <a:path w="1546859" h="411479">
                <a:moveTo>
                  <a:pt x="1546860" y="361175"/>
                </a:moveTo>
                <a:lnTo>
                  <a:pt x="1527162" y="363829"/>
                </a:lnTo>
                <a:lnTo>
                  <a:pt x="1504759" y="365175"/>
                </a:lnTo>
                <a:lnTo>
                  <a:pt x="1479778" y="365683"/>
                </a:lnTo>
                <a:lnTo>
                  <a:pt x="1452372" y="365747"/>
                </a:lnTo>
                <a:lnTo>
                  <a:pt x="1424597" y="365175"/>
                </a:lnTo>
                <a:lnTo>
                  <a:pt x="1400556" y="363461"/>
                </a:lnTo>
                <a:lnTo>
                  <a:pt x="1379931" y="360603"/>
                </a:lnTo>
                <a:lnTo>
                  <a:pt x="1362456" y="356603"/>
                </a:lnTo>
                <a:lnTo>
                  <a:pt x="1362456" y="348983"/>
                </a:lnTo>
                <a:lnTo>
                  <a:pt x="1362456" y="284975"/>
                </a:lnTo>
                <a:lnTo>
                  <a:pt x="1508760" y="284975"/>
                </a:lnTo>
                <a:lnTo>
                  <a:pt x="1498092" y="274307"/>
                </a:lnTo>
                <a:lnTo>
                  <a:pt x="1475232" y="251447"/>
                </a:lnTo>
                <a:lnTo>
                  <a:pt x="1452372" y="274307"/>
                </a:lnTo>
                <a:lnTo>
                  <a:pt x="1362456" y="274307"/>
                </a:lnTo>
                <a:lnTo>
                  <a:pt x="1362456" y="214871"/>
                </a:lnTo>
                <a:lnTo>
                  <a:pt x="1537716" y="214871"/>
                </a:lnTo>
                <a:lnTo>
                  <a:pt x="1501140" y="178295"/>
                </a:lnTo>
                <a:lnTo>
                  <a:pt x="1475232" y="205727"/>
                </a:lnTo>
                <a:lnTo>
                  <a:pt x="1153668" y="205727"/>
                </a:lnTo>
                <a:lnTo>
                  <a:pt x="1168908" y="220967"/>
                </a:lnTo>
                <a:lnTo>
                  <a:pt x="1179207" y="218097"/>
                </a:lnTo>
                <a:lnTo>
                  <a:pt x="1189672" y="216204"/>
                </a:lnTo>
                <a:lnTo>
                  <a:pt x="1200404" y="215188"/>
                </a:lnTo>
                <a:lnTo>
                  <a:pt x="1211580" y="214871"/>
                </a:lnTo>
                <a:lnTo>
                  <a:pt x="1338072" y="214871"/>
                </a:lnTo>
                <a:lnTo>
                  <a:pt x="1338072" y="348983"/>
                </a:lnTo>
                <a:lnTo>
                  <a:pt x="1312329" y="336702"/>
                </a:lnTo>
                <a:lnTo>
                  <a:pt x="1270558" y="306984"/>
                </a:lnTo>
                <a:lnTo>
                  <a:pt x="1263891" y="267258"/>
                </a:lnTo>
                <a:lnTo>
                  <a:pt x="1283208" y="246875"/>
                </a:lnTo>
                <a:lnTo>
                  <a:pt x="1243584" y="224015"/>
                </a:lnTo>
                <a:lnTo>
                  <a:pt x="1230744" y="278599"/>
                </a:lnTo>
                <a:lnTo>
                  <a:pt x="1210627" y="325742"/>
                </a:lnTo>
                <a:lnTo>
                  <a:pt x="1183360" y="365467"/>
                </a:lnTo>
                <a:lnTo>
                  <a:pt x="1149096" y="397751"/>
                </a:lnTo>
                <a:lnTo>
                  <a:pt x="1152144" y="403847"/>
                </a:lnTo>
                <a:lnTo>
                  <a:pt x="1182166" y="385279"/>
                </a:lnTo>
                <a:lnTo>
                  <a:pt x="1208341" y="361556"/>
                </a:lnTo>
                <a:lnTo>
                  <a:pt x="1230795" y="332701"/>
                </a:lnTo>
                <a:lnTo>
                  <a:pt x="1249680" y="298691"/>
                </a:lnTo>
                <a:lnTo>
                  <a:pt x="1260271" y="312102"/>
                </a:lnTo>
                <a:lnTo>
                  <a:pt x="1296924" y="347459"/>
                </a:lnTo>
                <a:lnTo>
                  <a:pt x="1346428" y="374472"/>
                </a:lnTo>
                <a:lnTo>
                  <a:pt x="1392212" y="387261"/>
                </a:lnTo>
                <a:lnTo>
                  <a:pt x="1464322" y="395782"/>
                </a:lnTo>
                <a:lnTo>
                  <a:pt x="1511808" y="397751"/>
                </a:lnTo>
                <a:lnTo>
                  <a:pt x="1515567" y="388327"/>
                </a:lnTo>
                <a:lnTo>
                  <a:pt x="1522476" y="380606"/>
                </a:lnTo>
                <a:lnTo>
                  <a:pt x="1532801" y="374611"/>
                </a:lnTo>
                <a:lnTo>
                  <a:pt x="1546860" y="370319"/>
                </a:lnTo>
                <a:lnTo>
                  <a:pt x="1546860" y="365747"/>
                </a:lnTo>
                <a:lnTo>
                  <a:pt x="1546860" y="36117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</a:endParaRPr>
          </a:p>
        </p:txBody>
      </p:sp>
      <p:sp>
        <p:nvSpPr>
          <p:cNvPr id="45" name="object 45"/>
          <p:cNvSpPr/>
          <p:nvPr/>
        </p:nvSpPr>
        <p:spPr>
          <a:xfrm>
            <a:off x="2130539" y="5251703"/>
            <a:ext cx="1732914" cy="413384"/>
          </a:xfrm>
          <a:custGeom>
            <a:avLst/>
            <a:gdLst/>
            <a:ahLst/>
            <a:cxnLst/>
            <a:rect l="l" t="t" r="r" b="b"/>
            <a:pathLst>
              <a:path w="1732914" h="413385">
                <a:moveTo>
                  <a:pt x="396240" y="193548"/>
                </a:moveTo>
                <a:lnTo>
                  <a:pt x="358140" y="155448"/>
                </a:lnTo>
                <a:lnTo>
                  <a:pt x="323088" y="182880"/>
                </a:lnTo>
                <a:lnTo>
                  <a:pt x="0" y="182880"/>
                </a:lnTo>
                <a:lnTo>
                  <a:pt x="15240" y="198120"/>
                </a:lnTo>
                <a:lnTo>
                  <a:pt x="25844" y="196126"/>
                </a:lnTo>
                <a:lnTo>
                  <a:pt x="37147" y="194691"/>
                </a:lnTo>
                <a:lnTo>
                  <a:pt x="49326" y="193840"/>
                </a:lnTo>
                <a:lnTo>
                  <a:pt x="62484" y="193548"/>
                </a:lnTo>
                <a:lnTo>
                  <a:pt x="396240" y="193548"/>
                </a:lnTo>
                <a:close/>
              </a:path>
              <a:path w="1732914" h="413385">
                <a:moveTo>
                  <a:pt x="669048" y="147828"/>
                </a:moveTo>
                <a:lnTo>
                  <a:pt x="627900" y="126492"/>
                </a:lnTo>
                <a:lnTo>
                  <a:pt x="628142" y="147828"/>
                </a:lnTo>
                <a:lnTo>
                  <a:pt x="629183" y="184581"/>
                </a:lnTo>
                <a:lnTo>
                  <a:pt x="629297" y="192786"/>
                </a:lnTo>
                <a:lnTo>
                  <a:pt x="629183" y="331787"/>
                </a:lnTo>
                <a:lnTo>
                  <a:pt x="628662" y="353377"/>
                </a:lnTo>
                <a:lnTo>
                  <a:pt x="628129" y="380415"/>
                </a:lnTo>
                <a:lnTo>
                  <a:pt x="627900" y="413004"/>
                </a:lnTo>
                <a:lnTo>
                  <a:pt x="656856" y="394716"/>
                </a:lnTo>
                <a:lnTo>
                  <a:pt x="655967" y="378739"/>
                </a:lnTo>
                <a:lnTo>
                  <a:pt x="655523" y="362902"/>
                </a:lnTo>
                <a:lnTo>
                  <a:pt x="655408" y="353377"/>
                </a:lnTo>
                <a:lnTo>
                  <a:pt x="655332" y="158496"/>
                </a:lnTo>
                <a:lnTo>
                  <a:pt x="669048" y="147828"/>
                </a:lnTo>
                <a:close/>
              </a:path>
              <a:path w="1732914" h="413385">
                <a:moveTo>
                  <a:pt x="847356" y="181356"/>
                </a:moveTo>
                <a:lnTo>
                  <a:pt x="798398" y="167449"/>
                </a:lnTo>
                <a:lnTo>
                  <a:pt x="748296" y="138684"/>
                </a:lnTo>
                <a:lnTo>
                  <a:pt x="698385" y="93916"/>
                </a:lnTo>
                <a:lnTo>
                  <a:pt x="658279" y="42672"/>
                </a:lnTo>
                <a:lnTo>
                  <a:pt x="650760" y="32004"/>
                </a:lnTo>
                <a:lnTo>
                  <a:pt x="666000" y="21336"/>
                </a:lnTo>
                <a:lnTo>
                  <a:pt x="629424" y="0"/>
                </a:lnTo>
                <a:lnTo>
                  <a:pt x="603897" y="57150"/>
                </a:lnTo>
                <a:lnTo>
                  <a:pt x="562368" y="118872"/>
                </a:lnTo>
                <a:lnTo>
                  <a:pt x="535762" y="149161"/>
                </a:lnTo>
                <a:lnTo>
                  <a:pt x="506171" y="176022"/>
                </a:lnTo>
                <a:lnTo>
                  <a:pt x="473417" y="199453"/>
                </a:lnTo>
                <a:lnTo>
                  <a:pt x="437400" y="219456"/>
                </a:lnTo>
                <a:lnTo>
                  <a:pt x="438924" y="227076"/>
                </a:lnTo>
                <a:lnTo>
                  <a:pt x="474662" y="210502"/>
                </a:lnTo>
                <a:lnTo>
                  <a:pt x="534720" y="173926"/>
                </a:lnTo>
                <a:lnTo>
                  <a:pt x="581863" y="131406"/>
                </a:lnTo>
                <a:lnTo>
                  <a:pt x="624674" y="75488"/>
                </a:lnTo>
                <a:lnTo>
                  <a:pt x="644664" y="42672"/>
                </a:lnTo>
                <a:lnTo>
                  <a:pt x="662952" y="72986"/>
                </a:lnTo>
                <a:lnTo>
                  <a:pt x="699528" y="123901"/>
                </a:lnTo>
                <a:lnTo>
                  <a:pt x="736981" y="163385"/>
                </a:lnTo>
                <a:lnTo>
                  <a:pt x="781037" y="196011"/>
                </a:lnTo>
                <a:lnTo>
                  <a:pt x="806208" y="210312"/>
                </a:lnTo>
                <a:lnTo>
                  <a:pt x="813701" y="201193"/>
                </a:lnTo>
                <a:lnTo>
                  <a:pt x="822782" y="194500"/>
                </a:lnTo>
                <a:lnTo>
                  <a:pt x="833843" y="190385"/>
                </a:lnTo>
                <a:lnTo>
                  <a:pt x="847356" y="188976"/>
                </a:lnTo>
                <a:lnTo>
                  <a:pt x="847356" y="181356"/>
                </a:lnTo>
                <a:close/>
              </a:path>
              <a:path w="1732914" h="413385">
                <a:moveTo>
                  <a:pt x="1199388" y="156972"/>
                </a:moveTo>
                <a:lnTo>
                  <a:pt x="1167384" y="126492"/>
                </a:lnTo>
                <a:lnTo>
                  <a:pt x="1147572" y="146304"/>
                </a:lnTo>
                <a:lnTo>
                  <a:pt x="952500" y="146304"/>
                </a:lnTo>
                <a:lnTo>
                  <a:pt x="967740" y="161544"/>
                </a:lnTo>
                <a:lnTo>
                  <a:pt x="976299" y="159550"/>
                </a:lnTo>
                <a:lnTo>
                  <a:pt x="985837" y="158115"/>
                </a:lnTo>
                <a:lnTo>
                  <a:pt x="996251" y="157264"/>
                </a:lnTo>
                <a:lnTo>
                  <a:pt x="1007364" y="156972"/>
                </a:lnTo>
                <a:lnTo>
                  <a:pt x="1199388" y="156972"/>
                </a:lnTo>
                <a:close/>
              </a:path>
              <a:path w="1732914" h="413385">
                <a:moveTo>
                  <a:pt x="1277112" y="91440"/>
                </a:moveTo>
                <a:lnTo>
                  <a:pt x="1275588" y="89916"/>
                </a:lnTo>
                <a:lnTo>
                  <a:pt x="1264920" y="79248"/>
                </a:lnTo>
                <a:lnTo>
                  <a:pt x="1246632" y="60960"/>
                </a:lnTo>
                <a:lnTo>
                  <a:pt x="1232916" y="79248"/>
                </a:lnTo>
                <a:lnTo>
                  <a:pt x="1094232" y="79248"/>
                </a:lnTo>
                <a:lnTo>
                  <a:pt x="1097280" y="74676"/>
                </a:lnTo>
                <a:lnTo>
                  <a:pt x="1101852" y="68580"/>
                </a:lnTo>
                <a:lnTo>
                  <a:pt x="1106424" y="60960"/>
                </a:lnTo>
                <a:lnTo>
                  <a:pt x="1109472" y="54864"/>
                </a:lnTo>
                <a:lnTo>
                  <a:pt x="1109472" y="42672"/>
                </a:lnTo>
                <a:lnTo>
                  <a:pt x="1072019" y="12700"/>
                </a:lnTo>
                <a:lnTo>
                  <a:pt x="1059180" y="6096"/>
                </a:lnTo>
                <a:lnTo>
                  <a:pt x="1054608" y="9144"/>
                </a:lnTo>
                <a:lnTo>
                  <a:pt x="1064044" y="22821"/>
                </a:lnTo>
                <a:lnTo>
                  <a:pt x="1071753" y="36195"/>
                </a:lnTo>
                <a:lnTo>
                  <a:pt x="1077760" y="49009"/>
                </a:lnTo>
                <a:lnTo>
                  <a:pt x="1082040" y="60960"/>
                </a:lnTo>
                <a:lnTo>
                  <a:pt x="1085088" y="73152"/>
                </a:lnTo>
                <a:lnTo>
                  <a:pt x="1088136" y="79248"/>
                </a:lnTo>
                <a:lnTo>
                  <a:pt x="946404" y="79248"/>
                </a:lnTo>
                <a:lnTo>
                  <a:pt x="944880" y="57912"/>
                </a:lnTo>
                <a:lnTo>
                  <a:pt x="937260" y="57912"/>
                </a:lnTo>
                <a:lnTo>
                  <a:pt x="934999" y="68580"/>
                </a:lnTo>
                <a:lnTo>
                  <a:pt x="932497" y="78676"/>
                </a:lnTo>
                <a:lnTo>
                  <a:pt x="929767" y="87706"/>
                </a:lnTo>
                <a:lnTo>
                  <a:pt x="926592" y="96012"/>
                </a:lnTo>
                <a:lnTo>
                  <a:pt x="923836" y="103632"/>
                </a:lnTo>
                <a:lnTo>
                  <a:pt x="920305" y="110680"/>
                </a:lnTo>
                <a:lnTo>
                  <a:pt x="916571" y="116738"/>
                </a:lnTo>
                <a:lnTo>
                  <a:pt x="912876" y="121920"/>
                </a:lnTo>
                <a:lnTo>
                  <a:pt x="909828" y="124968"/>
                </a:lnTo>
                <a:lnTo>
                  <a:pt x="908304" y="128016"/>
                </a:lnTo>
                <a:lnTo>
                  <a:pt x="908304" y="132588"/>
                </a:lnTo>
                <a:lnTo>
                  <a:pt x="912876" y="135636"/>
                </a:lnTo>
                <a:lnTo>
                  <a:pt x="920496" y="135636"/>
                </a:lnTo>
                <a:lnTo>
                  <a:pt x="929640" y="137160"/>
                </a:lnTo>
                <a:lnTo>
                  <a:pt x="935736" y="134112"/>
                </a:lnTo>
                <a:lnTo>
                  <a:pt x="947928" y="121920"/>
                </a:lnTo>
                <a:lnTo>
                  <a:pt x="950976" y="115824"/>
                </a:lnTo>
                <a:lnTo>
                  <a:pt x="950976" y="105156"/>
                </a:lnTo>
                <a:lnTo>
                  <a:pt x="949452" y="99060"/>
                </a:lnTo>
                <a:lnTo>
                  <a:pt x="946404" y="89916"/>
                </a:lnTo>
                <a:lnTo>
                  <a:pt x="1235964" y="89916"/>
                </a:lnTo>
                <a:lnTo>
                  <a:pt x="1219200" y="131064"/>
                </a:lnTo>
                <a:lnTo>
                  <a:pt x="1223772" y="134112"/>
                </a:lnTo>
                <a:lnTo>
                  <a:pt x="1237411" y="116801"/>
                </a:lnTo>
                <a:lnTo>
                  <a:pt x="1251013" y="103632"/>
                </a:lnTo>
                <a:lnTo>
                  <a:pt x="1264285" y="95110"/>
                </a:lnTo>
                <a:lnTo>
                  <a:pt x="1277112" y="91440"/>
                </a:lnTo>
                <a:close/>
              </a:path>
              <a:path w="1732914" h="413385">
                <a:moveTo>
                  <a:pt x="1287780" y="368808"/>
                </a:moveTo>
                <a:lnTo>
                  <a:pt x="1265301" y="328142"/>
                </a:lnTo>
                <a:lnTo>
                  <a:pt x="1261872" y="289560"/>
                </a:lnTo>
                <a:lnTo>
                  <a:pt x="1254252" y="289560"/>
                </a:lnTo>
                <a:lnTo>
                  <a:pt x="1253109" y="332232"/>
                </a:lnTo>
                <a:lnTo>
                  <a:pt x="1236395" y="371411"/>
                </a:lnTo>
                <a:lnTo>
                  <a:pt x="1228344" y="373380"/>
                </a:lnTo>
                <a:lnTo>
                  <a:pt x="1164336" y="373380"/>
                </a:lnTo>
                <a:lnTo>
                  <a:pt x="1133919" y="346570"/>
                </a:lnTo>
                <a:lnTo>
                  <a:pt x="1133856" y="230124"/>
                </a:lnTo>
                <a:lnTo>
                  <a:pt x="1264920" y="230124"/>
                </a:lnTo>
                <a:lnTo>
                  <a:pt x="1228344" y="193548"/>
                </a:lnTo>
                <a:lnTo>
                  <a:pt x="1202436" y="219456"/>
                </a:lnTo>
                <a:lnTo>
                  <a:pt x="906780" y="219456"/>
                </a:lnTo>
                <a:lnTo>
                  <a:pt x="920496" y="233172"/>
                </a:lnTo>
                <a:lnTo>
                  <a:pt x="944880" y="230124"/>
                </a:lnTo>
                <a:lnTo>
                  <a:pt x="1019556" y="230124"/>
                </a:lnTo>
                <a:lnTo>
                  <a:pt x="1010412" y="292798"/>
                </a:lnTo>
                <a:lnTo>
                  <a:pt x="992124" y="338328"/>
                </a:lnTo>
                <a:lnTo>
                  <a:pt x="954405" y="373570"/>
                </a:lnTo>
                <a:lnTo>
                  <a:pt x="886968" y="405384"/>
                </a:lnTo>
                <a:lnTo>
                  <a:pt x="888492" y="413004"/>
                </a:lnTo>
                <a:lnTo>
                  <a:pt x="949071" y="391668"/>
                </a:lnTo>
                <a:lnTo>
                  <a:pt x="989076" y="370332"/>
                </a:lnTo>
                <a:lnTo>
                  <a:pt x="1023366" y="330263"/>
                </a:lnTo>
                <a:lnTo>
                  <a:pt x="1039749" y="274891"/>
                </a:lnTo>
                <a:lnTo>
                  <a:pt x="1046988" y="230124"/>
                </a:lnTo>
                <a:lnTo>
                  <a:pt x="1109472" y="230124"/>
                </a:lnTo>
                <a:lnTo>
                  <a:pt x="1109472" y="355092"/>
                </a:lnTo>
                <a:lnTo>
                  <a:pt x="1112329" y="372833"/>
                </a:lnTo>
                <a:lnTo>
                  <a:pt x="1120902" y="385000"/>
                </a:lnTo>
                <a:lnTo>
                  <a:pt x="1135189" y="391744"/>
                </a:lnTo>
                <a:lnTo>
                  <a:pt x="1155192" y="393192"/>
                </a:lnTo>
                <a:lnTo>
                  <a:pt x="1235964" y="393192"/>
                </a:lnTo>
                <a:lnTo>
                  <a:pt x="1253705" y="392607"/>
                </a:lnTo>
                <a:lnTo>
                  <a:pt x="1268158" y="388429"/>
                </a:lnTo>
                <a:lnTo>
                  <a:pt x="1279474" y="380555"/>
                </a:lnTo>
                <a:lnTo>
                  <a:pt x="1284554" y="373380"/>
                </a:lnTo>
                <a:lnTo>
                  <a:pt x="1287780" y="368808"/>
                </a:lnTo>
                <a:close/>
              </a:path>
              <a:path w="1732914" h="413385">
                <a:moveTo>
                  <a:pt x="1728216" y="208788"/>
                </a:moveTo>
                <a:lnTo>
                  <a:pt x="1694688" y="173736"/>
                </a:lnTo>
                <a:lnTo>
                  <a:pt x="1668780" y="198120"/>
                </a:lnTo>
                <a:lnTo>
                  <a:pt x="1539240" y="198120"/>
                </a:lnTo>
                <a:lnTo>
                  <a:pt x="1539240" y="149352"/>
                </a:lnTo>
                <a:lnTo>
                  <a:pt x="1679448" y="149352"/>
                </a:lnTo>
                <a:lnTo>
                  <a:pt x="1647444" y="117348"/>
                </a:lnTo>
                <a:lnTo>
                  <a:pt x="1623060" y="140208"/>
                </a:lnTo>
                <a:lnTo>
                  <a:pt x="1539240" y="140208"/>
                </a:lnTo>
                <a:lnTo>
                  <a:pt x="1539240" y="86868"/>
                </a:lnTo>
                <a:lnTo>
                  <a:pt x="1699260" y="86868"/>
                </a:lnTo>
                <a:lnTo>
                  <a:pt x="1668780" y="54864"/>
                </a:lnTo>
                <a:lnTo>
                  <a:pt x="1641348" y="77724"/>
                </a:lnTo>
                <a:lnTo>
                  <a:pt x="1563624" y="77724"/>
                </a:lnTo>
                <a:lnTo>
                  <a:pt x="1574800" y="66294"/>
                </a:lnTo>
                <a:lnTo>
                  <a:pt x="1585531" y="54864"/>
                </a:lnTo>
                <a:lnTo>
                  <a:pt x="1595996" y="43434"/>
                </a:lnTo>
                <a:lnTo>
                  <a:pt x="1606296" y="32004"/>
                </a:lnTo>
                <a:lnTo>
                  <a:pt x="1623060" y="25908"/>
                </a:lnTo>
                <a:lnTo>
                  <a:pt x="1586484" y="1524"/>
                </a:lnTo>
                <a:lnTo>
                  <a:pt x="1578724" y="22440"/>
                </a:lnTo>
                <a:lnTo>
                  <a:pt x="1571244" y="41910"/>
                </a:lnTo>
                <a:lnTo>
                  <a:pt x="1563776" y="60248"/>
                </a:lnTo>
                <a:lnTo>
                  <a:pt x="1556004" y="77724"/>
                </a:lnTo>
                <a:lnTo>
                  <a:pt x="1484376" y="77724"/>
                </a:lnTo>
                <a:lnTo>
                  <a:pt x="1488617" y="70231"/>
                </a:lnTo>
                <a:lnTo>
                  <a:pt x="1491996" y="63436"/>
                </a:lnTo>
                <a:lnTo>
                  <a:pt x="1494243" y="56946"/>
                </a:lnTo>
                <a:lnTo>
                  <a:pt x="1495044" y="50292"/>
                </a:lnTo>
                <a:lnTo>
                  <a:pt x="1495044" y="47244"/>
                </a:lnTo>
                <a:lnTo>
                  <a:pt x="1462620" y="18605"/>
                </a:lnTo>
                <a:lnTo>
                  <a:pt x="1443228" y="9144"/>
                </a:lnTo>
                <a:lnTo>
                  <a:pt x="1437132" y="13716"/>
                </a:lnTo>
                <a:lnTo>
                  <a:pt x="1450543" y="31432"/>
                </a:lnTo>
                <a:lnTo>
                  <a:pt x="1460944" y="48006"/>
                </a:lnTo>
                <a:lnTo>
                  <a:pt x="1468208" y="63436"/>
                </a:lnTo>
                <a:lnTo>
                  <a:pt x="1472184" y="77724"/>
                </a:lnTo>
                <a:lnTo>
                  <a:pt x="1357884" y="77724"/>
                </a:lnTo>
                <a:lnTo>
                  <a:pt x="1373124" y="92964"/>
                </a:lnTo>
                <a:lnTo>
                  <a:pt x="1382560" y="90728"/>
                </a:lnTo>
                <a:lnTo>
                  <a:pt x="1392555" y="88773"/>
                </a:lnTo>
                <a:lnTo>
                  <a:pt x="1403134" y="87401"/>
                </a:lnTo>
                <a:lnTo>
                  <a:pt x="1414272" y="86868"/>
                </a:lnTo>
                <a:lnTo>
                  <a:pt x="1514856" y="86868"/>
                </a:lnTo>
                <a:lnTo>
                  <a:pt x="1514856" y="140208"/>
                </a:lnTo>
                <a:lnTo>
                  <a:pt x="1379220" y="140208"/>
                </a:lnTo>
                <a:lnTo>
                  <a:pt x="1395984" y="155448"/>
                </a:lnTo>
                <a:lnTo>
                  <a:pt x="1405420" y="153212"/>
                </a:lnTo>
                <a:lnTo>
                  <a:pt x="1415415" y="151257"/>
                </a:lnTo>
                <a:lnTo>
                  <a:pt x="1425994" y="149885"/>
                </a:lnTo>
                <a:lnTo>
                  <a:pt x="1437132" y="149352"/>
                </a:lnTo>
                <a:lnTo>
                  <a:pt x="1514856" y="149352"/>
                </a:lnTo>
                <a:lnTo>
                  <a:pt x="1514856" y="198120"/>
                </a:lnTo>
                <a:lnTo>
                  <a:pt x="1330452" y="198120"/>
                </a:lnTo>
                <a:lnTo>
                  <a:pt x="1347216" y="214884"/>
                </a:lnTo>
                <a:lnTo>
                  <a:pt x="1356652" y="212013"/>
                </a:lnTo>
                <a:lnTo>
                  <a:pt x="1366647" y="210121"/>
                </a:lnTo>
                <a:lnTo>
                  <a:pt x="1377226" y="209105"/>
                </a:lnTo>
                <a:lnTo>
                  <a:pt x="1388364" y="208788"/>
                </a:lnTo>
                <a:lnTo>
                  <a:pt x="1728216" y="208788"/>
                </a:lnTo>
                <a:close/>
              </a:path>
              <a:path w="1732914" h="413385">
                <a:moveTo>
                  <a:pt x="1732788" y="373380"/>
                </a:moveTo>
                <a:lnTo>
                  <a:pt x="1665351" y="361569"/>
                </a:lnTo>
                <a:lnTo>
                  <a:pt x="1613916" y="338328"/>
                </a:lnTo>
                <a:lnTo>
                  <a:pt x="1575054" y="308038"/>
                </a:lnTo>
                <a:lnTo>
                  <a:pt x="1545336" y="274320"/>
                </a:lnTo>
                <a:lnTo>
                  <a:pt x="1699260" y="274320"/>
                </a:lnTo>
                <a:lnTo>
                  <a:pt x="1668780" y="240792"/>
                </a:lnTo>
                <a:lnTo>
                  <a:pt x="1644396" y="263652"/>
                </a:lnTo>
                <a:lnTo>
                  <a:pt x="1533144" y="263652"/>
                </a:lnTo>
                <a:lnTo>
                  <a:pt x="1534668" y="256032"/>
                </a:lnTo>
                <a:lnTo>
                  <a:pt x="1537716" y="249936"/>
                </a:lnTo>
                <a:lnTo>
                  <a:pt x="1539240" y="242316"/>
                </a:lnTo>
                <a:lnTo>
                  <a:pt x="1556004" y="230124"/>
                </a:lnTo>
                <a:lnTo>
                  <a:pt x="1514856" y="210312"/>
                </a:lnTo>
                <a:lnTo>
                  <a:pt x="1513459" y="223799"/>
                </a:lnTo>
                <a:lnTo>
                  <a:pt x="1511617" y="236982"/>
                </a:lnTo>
                <a:lnTo>
                  <a:pt x="1509547" y="249936"/>
                </a:lnTo>
                <a:lnTo>
                  <a:pt x="1507236" y="263652"/>
                </a:lnTo>
                <a:lnTo>
                  <a:pt x="1348740" y="263652"/>
                </a:lnTo>
                <a:lnTo>
                  <a:pt x="1363980" y="278892"/>
                </a:lnTo>
                <a:lnTo>
                  <a:pt x="1374292" y="276898"/>
                </a:lnTo>
                <a:lnTo>
                  <a:pt x="1384744" y="275463"/>
                </a:lnTo>
                <a:lnTo>
                  <a:pt x="1395488" y="274612"/>
                </a:lnTo>
                <a:lnTo>
                  <a:pt x="1406652" y="274320"/>
                </a:lnTo>
                <a:lnTo>
                  <a:pt x="1502664" y="274320"/>
                </a:lnTo>
                <a:lnTo>
                  <a:pt x="1470850" y="332232"/>
                </a:lnTo>
                <a:lnTo>
                  <a:pt x="1431036" y="367284"/>
                </a:lnTo>
                <a:lnTo>
                  <a:pt x="1384554" y="389191"/>
                </a:lnTo>
                <a:lnTo>
                  <a:pt x="1333500" y="405384"/>
                </a:lnTo>
                <a:lnTo>
                  <a:pt x="1335024" y="411480"/>
                </a:lnTo>
                <a:lnTo>
                  <a:pt x="1398841" y="396621"/>
                </a:lnTo>
                <a:lnTo>
                  <a:pt x="1452372" y="374904"/>
                </a:lnTo>
                <a:lnTo>
                  <a:pt x="1495806" y="337185"/>
                </a:lnTo>
                <a:lnTo>
                  <a:pt x="1530096" y="274320"/>
                </a:lnTo>
                <a:lnTo>
                  <a:pt x="1536192" y="274320"/>
                </a:lnTo>
                <a:lnTo>
                  <a:pt x="1561338" y="315468"/>
                </a:lnTo>
                <a:lnTo>
                  <a:pt x="1595628" y="352044"/>
                </a:lnTo>
                <a:lnTo>
                  <a:pt x="1640395" y="382905"/>
                </a:lnTo>
                <a:lnTo>
                  <a:pt x="1697736" y="406908"/>
                </a:lnTo>
                <a:lnTo>
                  <a:pt x="1704073" y="395770"/>
                </a:lnTo>
                <a:lnTo>
                  <a:pt x="1711833" y="387477"/>
                </a:lnTo>
                <a:lnTo>
                  <a:pt x="1721319" y="382054"/>
                </a:lnTo>
                <a:lnTo>
                  <a:pt x="1732788" y="379476"/>
                </a:lnTo>
                <a:lnTo>
                  <a:pt x="1732788" y="37338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</a:endParaRPr>
          </a:p>
        </p:txBody>
      </p:sp>
      <p:sp>
        <p:nvSpPr>
          <p:cNvPr id="46" name="object 46"/>
          <p:cNvSpPr/>
          <p:nvPr/>
        </p:nvSpPr>
        <p:spPr>
          <a:xfrm>
            <a:off x="3925823" y="5269991"/>
            <a:ext cx="373380" cy="381000"/>
          </a:xfrm>
          <a:custGeom>
            <a:avLst/>
            <a:gdLst/>
            <a:ahLst/>
            <a:cxnLst/>
            <a:rect l="l" t="t" r="r" b="b"/>
            <a:pathLst>
              <a:path w="373379" h="381000">
                <a:moveTo>
                  <a:pt x="24383" y="380999"/>
                </a:moveTo>
                <a:lnTo>
                  <a:pt x="0" y="358139"/>
                </a:lnTo>
                <a:lnTo>
                  <a:pt x="10667" y="347472"/>
                </a:lnTo>
                <a:lnTo>
                  <a:pt x="10667" y="105156"/>
                </a:lnTo>
                <a:lnTo>
                  <a:pt x="10429" y="82034"/>
                </a:lnTo>
                <a:lnTo>
                  <a:pt x="9382" y="34647"/>
                </a:lnTo>
                <a:lnTo>
                  <a:pt x="9143" y="10668"/>
                </a:lnTo>
                <a:lnTo>
                  <a:pt x="35051" y="24384"/>
                </a:lnTo>
                <a:lnTo>
                  <a:pt x="303275" y="24384"/>
                </a:lnTo>
                <a:lnTo>
                  <a:pt x="329183" y="0"/>
                </a:lnTo>
                <a:lnTo>
                  <a:pt x="359663" y="35052"/>
                </a:lnTo>
                <a:lnTo>
                  <a:pt x="239267" y="35052"/>
                </a:lnTo>
                <a:lnTo>
                  <a:pt x="239267" y="243840"/>
                </a:lnTo>
                <a:lnTo>
                  <a:pt x="240649" y="257841"/>
                </a:lnTo>
                <a:lnTo>
                  <a:pt x="244601" y="267842"/>
                </a:lnTo>
                <a:lnTo>
                  <a:pt x="250840" y="273843"/>
                </a:lnTo>
                <a:lnTo>
                  <a:pt x="259079" y="275844"/>
                </a:lnTo>
                <a:lnTo>
                  <a:pt x="306324" y="275844"/>
                </a:lnTo>
                <a:lnTo>
                  <a:pt x="329183" y="195072"/>
                </a:lnTo>
                <a:lnTo>
                  <a:pt x="336804" y="195072"/>
                </a:lnTo>
                <a:lnTo>
                  <a:pt x="339852" y="243840"/>
                </a:lnTo>
                <a:lnTo>
                  <a:pt x="361187" y="271272"/>
                </a:lnTo>
                <a:lnTo>
                  <a:pt x="353139" y="282368"/>
                </a:lnTo>
                <a:lnTo>
                  <a:pt x="342519" y="290322"/>
                </a:lnTo>
                <a:lnTo>
                  <a:pt x="329041" y="294846"/>
                </a:lnTo>
                <a:lnTo>
                  <a:pt x="312419" y="295656"/>
                </a:lnTo>
                <a:lnTo>
                  <a:pt x="248411" y="295656"/>
                </a:lnTo>
                <a:lnTo>
                  <a:pt x="234434" y="292488"/>
                </a:lnTo>
                <a:lnTo>
                  <a:pt x="224599" y="285178"/>
                </a:lnTo>
                <a:lnTo>
                  <a:pt x="219051" y="273581"/>
                </a:lnTo>
                <a:lnTo>
                  <a:pt x="217931" y="257556"/>
                </a:lnTo>
                <a:lnTo>
                  <a:pt x="217931" y="35052"/>
                </a:lnTo>
                <a:lnTo>
                  <a:pt x="144779" y="35052"/>
                </a:lnTo>
                <a:lnTo>
                  <a:pt x="143636" y="87630"/>
                </a:lnTo>
                <a:lnTo>
                  <a:pt x="140207" y="135636"/>
                </a:lnTo>
                <a:lnTo>
                  <a:pt x="133540" y="181356"/>
                </a:lnTo>
                <a:lnTo>
                  <a:pt x="118871" y="227076"/>
                </a:lnTo>
                <a:lnTo>
                  <a:pt x="93725" y="272986"/>
                </a:lnTo>
                <a:lnTo>
                  <a:pt x="54863" y="320039"/>
                </a:lnTo>
                <a:lnTo>
                  <a:pt x="50291" y="313944"/>
                </a:lnTo>
                <a:lnTo>
                  <a:pt x="66270" y="290488"/>
                </a:lnTo>
                <a:lnTo>
                  <a:pt x="79819" y="268033"/>
                </a:lnTo>
                <a:lnTo>
                  <a:pt x="99059" y="225552"/>
                </a:lnTo>
                <a:lnTo>
                  <a:pt x="110299" y="184594"/>
                </a:lnTo>
                <a:lnTo>
                  <a:pt x="117824" y="115633"/>
                </a:lnTo>
                <a:lnTo>
                  <a:pt x="120110" y="63055"/>
                </a:lnTo>
                <a:lnTo>
                  <a:pt x="120395" y="35052"/>
                </a:lnTo>
                <a:lnTo>
                  <a:pt x="35051" y="35052"/>
                </a:lnTo>
                <a:lnTo>
                  <a:pt x="35051" y="355092"/>
                </a:lnTo>
                <a:lnTo>
                  <a:pt x="310895" y="355092"/>
                </a:lnTo>
                <a:lnTo>
                  <a:pt x="336804" y="327660"/>
                </a:lnTo>
                <a:lnTo>
                  <a:pt x="373380" y="364236"/>
                </a:lnTo>
                <a:lnTo>
                  <a:pt x="36575" y="364236"/>
                </a:lnTo>
                <a:lnTo>
                  <a:pt x="24383" y="38099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</a:endParaRPr>
          </a:p>
        </p:txBody>
      </p:sp>
      <p:sp>
        <p:nvSpPr>
          <p:cNvPr id="47" name="object 47"/>
          <p:cNvSpPr/>
          <p:nvPr/>
        </p:nvSpPr>
        <p:spPr>
          <a:xfrm>
            <a:off x="4347971" y="5273040"/>
            <a:ext cx="408940" cy="382905"/>
          </a:xfrm>
          <a:custGeom>
            <a:avLst/>
            <a:gdLst/>
            <a:ahLst/>
            <a:cxnLst/>
            <a:rect l="l" t="t" r="r" b="b"/>
            <a:pathLst>
              <a:path w="408939" h="382904">
                <a:moveTo>
                  <a:pt x="242316" y="36576"/>
                </a:moveTo>
                <a:lnTo>
                  <a:pt x="225552" y="21336"/>
                </a:lnTo>
                <a:lnTo>
                  <a:pt x="347472" y="21336"/>
                </a:lnTo>
                <a:lnTo>
                  <a:pt x="359664" y="4572"/>
                </a:lnTo>
                <a:lnTo>
                  <a:pt x="385572" y="25908"/>
                </a:lnTo>
                <a:lnTo>
                  <a:pt x="378605" y="32004"/>
                </a:lnTo>
                <a:lnTo>
                  <a:pt x="283464" y="32004"/>
                </a:lnTo>
                <a:lnTo>
                  <a:pt x="272319" y="32289"/>
                </a:lnTo>
                <a:lnTo>
                  <a:pt x="261747" y="33147"/>
                </a:lnTo>
                <a:lnTo>
                  <a:pt x="251745" y="34575"/>
                </a:lnTo>
                <a:lnTo>
                  <a:pt x="242316" y="36576"/>
                </a:lnTo>
                <a:close/>
              </a:path>
              <a:path w="408939" h="382904">
                <a:moveTo>
                  <a:pt x="375318" y="146304"/>
                </a:moveTo>
                <a:lnTo>
                  <a:pt x="352044" y="146304"/>
                </a:lnTo>
                <a:lnTo>
                  <a:pt x="352044" y="32004"/>
                </a:lnTo>
                <a:lnTo>
                  <a:pt x="378605" y="32004"/>
                </a:lnTo>
                <a:lnTo>
                  <a:pt x="373380" y="36576"/>
                </a:lnTo>
                <a:lnTo>
                  <a:pt x="373641" y="79176"/>
                </a:lnTo>
                <a:lnTo>
                  <a:pt x="374332" y="115633"/>
                </a:lnTo>
                <a:lnTo>
                  <a:pt x="375318" y="146304"/>
                </a:lnTo>
                <a:close/>
              </a:path>
              <a:path w="408939" h="382904">
                <a:moveTo>
                  <a:pt x="368808" y="365760"/>
                </a:moveTo>
                <a:lnTo>
                  <a:pt x="278892" y="365760"/>
                </a:lnTo>
                <a:lnTo>
                  <a:pt x="258913" y="364021"/>
                </a:lnTo>
                <a:lnTo>
                  <a:pt x="244792" y="356425"/>
                </a:lnTo>
                <a:lnTo>
                  <a:pt x="236672" y="342828"/>
                </a:lnTo>
                <a:lnTo>
                  <a:pt x="234696" y="323088"/>
                </a:lnTo>
                <a:lnTo>
                  <a:pt x="234672" y="253650"/>
                </a:lnTo>
                <a:lnTo>
                  <a:pt x="234505" y="198501"/>
                </a:lnTo>
                <a:lnTo>
                  <a:pt x="234053" y="157638"/>
                </a:lnTo>
                <a:lnTo>
                  <a:pt x="233172" y="131064"/>
                </a:lnTo>
                <a:lnTo>
                  <a:pt x="257556" y="146304"/>
                </a:lnTo>
                <a:lnTo>
                  <a:pt x="375318" y="146304"/>
                </a:lnTo>
                <a:lnTo>
                  <a:pt x="375803" y="156972"/>
                </a:lnTo>
                <a:lnTo>
                  <a:pt x="257556" y="156972"/>
                </a:lnTo>
                <a:lnTo>
                  <a:pt x="257556" y="316992"/>
                </a:lnTo>
                <a:lnTo>
                  <a:pt x="259270" y="330088"/>
                </a:lnTo>
                <a:lnTo>
                  <a:pt x="264414" y="339471"/>
                </a:lnTo>
                <a:lnTo>
                  <a:pt x="272986" y="344852"/>
                </a:lnTo>
                <a:lnTo>
                  <a:pt x="284988" y="345948"/>
                </a:lnTo>
                <a:lnTo>
                  <a:pt x="405560" y="345948"/>
                </a:lnTo>
                <a:lnTo>
                  <a:pt x="401597" y="352258"/>
                </a:lnTo>
                <a:lnTo>
                  <a:pt x="392620" y="359854"/>
                </a:lnTo>
                <a:lnTo>
                  <a:pt x="381642" y="364307"/>
                </a:lnTo>
                <a:lnTo>
                  <a:pt x="368808" y="365760"/>
                </a:lnTo>
                <a:close/>
              </a:path>
              <a:path w="408939" h="382904">
                <a:moveTo>
                  <a:pt x="352044" y="181356"/>
                </a:moveTo>
                <a:lnTo>
                  <a:pt x="352044" y="156972"/>
                </a:lnTo>
                <a:lnTo>
                  <a:pt x="375803" y="156972"/>
                </a:lnTo>
                <a:lnTo>
                  <a:pt x="376428" y="170688"/>
                </a:lnTo>
                <a:lnTo>
                  <a:pt x="352044" y="181356"/>
                </a:lnTo>
                <a:close/>
              </a:path>
              <a:path w="408939" h="382904">
                <a:moveTo>
                  <a:pt x="405560" y="345948"/>
                </a:moveTo>
                <a:lnTo>
                  <a:pt x="364236" y="345948"/>
                </a:lnTo>
                <a:lnTo>
                  <a:pt x="370332" y="339852"/>
                </a:lnTo>
                <a:lnTo>
                  <a:pt x="371856" y="329184"/>
                </a:lnTo>
                <a:lnTo>
                  <a:pt x="373880" y="318277"/>
                </a:lnTo>
                <a:lnTo>
                  <a:pt x="375475" y="303657"/>
                </a:lnTo>
                <a:lnTo>
                  <a:pt x="376785" y="285035"/>
                </a:lnTo>
                <a:lnTo>
                  <a:pt x="377952" y="262128"/>
                </a:lnTo>
                <a:lnTo>
                  <a:pt x="385572" y="262128"/>
                </a:lnTo>
                <a:lnTo>
                  <a:pt x="388143" y="307347"/>
                </a:lnTo>
                <a:lnTo>
                  <a:pt x="408432" y="341376"/>
                </a:lnTo>
                <a:lnTo>
                  <a:pt x="405560" y="345948"/>
                </a:lnTo>
                <a:close/>
              </a:path>
              <a:path w="408939" h="382904">
                <a:moveTo>
                  <a:pt x="15240" y="36576"/>
                </a:moveTo>
                <a:lnTo>
                  <a:pt x="0" y="21336"/>
                </a:lnTo>
                <a:lnTo>
                  <a:pt x="175260" y="21336"/>
                </a:lnTo>
                <a:lnTo>
                  <a:pt x="196596" y="0"/>
                </a:lnTo>
                <a:lnTo>
                  <a:pt x="224028" y="32004"/>
                </a:lnTo>
                <a:lnTo>
                  <a:pt x="57912" y="32004"/>
                </a:lnTo>
                <a:lnTo>
                  <a:pt x="46743" y="32289"/>
                </a:lnTo>
                <a:lnTo>
                  <a:pt x="36004" y="33147"/>
                </a:lnTo>
                <a:lnTo>
                  <a:pt x="25550" y="34575"/>
                </a:lnTo>
                <a:lnTo>
                  <a:pt x="15240" y="36576"/>
                </a:lnTo>
                <a:close/>
              </a:path>
              <a:path w="408939" h="382904">
                <a:moveTo>
                  <a:pt x="100584" y="86868"/>
                </a:moveTo>
                <a:lnTo>
                  <a:pt x="80772" y="86868"/>
                </a:lnTo>
                <a:lnTo>
                  <a:pt x="80772" y="32004"/>
                </a:lnTo>
                <a:lnTo>
                  <a:pt x="100584" y="32004"/>
                </a:lnTo>
                <a:lnTo>
                  <a:pt x="100584" y="86868"/>
                </a:lnTo>
                <a:close/>
              </a:path>
              <a:path w="408939" h="382904">
                <a:moveTo>
                  <a:pt x="146304" y="86868"/>
                </a:moveTo>
                <a:lnTo>
                  <a:pt x="124968" y="86868"/>
                </a:lnTo>
                <a:lnTo>
                  <a:pt x="124968" y="32004"/>
                </a:lnTo>
                <a:lnTo>
                  <a:pt x="146304" y="32004"/>
                </a:lnTo>
                <a:lnTo>
                  <a:pt x="146304" y="86868"/>
                </a:lnTo>
                <a:close/>
              </a:path>
              <a:path w="408939" h="382904">
                <a:moveTo>
                  <a:pt x="203345" y="86868"/>
                </a:moveTo>
                <a:lnTo>
                  <a:pt x="173736" y="86868"/>
                </a:lnTo>
                <a:lnTo>
                  <a:pt x="185928" y="71628"/>
                </a:lnTo>
                <a:lnTo>
                  <a:pt x="203345" y="86868"/>
                </a:lnTo>
                <a:close/>
              </a:path>
              <a:path w="408939" h="382904">
                <a:moveTo>
                  <a:pt x="25908" y="382524"/>
                </a:moveTo>
                <a:lnTo>
                  <a:pt x="26789" y="353139"/>
                </a:lnTo>
                <a:lnTo>
                  <a:pt x="27241" y="317754"/>
                </a:lnTo>
                <a:lnTo>
                  <a:pt x="27351" y="168402"/>
                </a:lnTo>
                <a:lnTo>
                  <a:pt x="27241" y="140779"/>
                </a:lnTo>
                <a:lnTo>
                  <a:pt x="26789" y="104322"/>
                </a:lnTo>
                <a:lnTo>
                  <a:pt x="25908" y="73152"/>
                </a:lnTo>
                <a:lnTo>
                  <a:pt x="50292" y="86868"/>
                </a:lnTo>
                <a:lnTo>
                  <a:pt x="203345" y="86868"/>
                </a:lnTo>
                <a:lnTo>
                  <a:pt x="210312" y="92964"/>
                </a:lnTo>
                <a:lnTo>
                  <a:pt x="204216" y="97536"/>
                </a:lnTo>
                <a:lnTo>
                  <a:pt x="50292" y="97536"/>
                </a:lnTo>
                <a:lnTo>
                  <a:pt x="50292" y="216407"/>
                </a:lnTo>
                <a:lnTo>
                  <a:pt x="59556" y="216407"/>
                </a:lnTo>
                <a:lnTo>
                  <a:pt x="50292" y="225552"/>
                </a:lnTo>
                <a:lnTo>
                  <a:pt x="50292" y="249936"/>
                </a:lnTo>
                <a:lnTo>
                  <a:pt x="198684" y="249936"/>
                </a:lnTo>
                <a:lnTo>
                  <a:pt x="198774" y="260604"/>
                </a:lnTo>
                <a:lnTo>
                  <a:pt x="50292" y="260604"/>
                </a:lnTo>
                <a:lnTo>
                  <a:pt x="50292" y="327660"/>
                </a:lnTo>
                <a:lnTo>
                  <a:pt x="199365" y="327660"/>
                </a:lnTo>
                <a:lnTo>
                  <a:pt x="199449" y="336804"/>
                </a:lnTo>
                <a:lnTo>
                  <a:pt x="50292" y="336804"/>
                </a:lnTo>
                <a:lnTo>
                  <a:pt x="50292" y="373380"/>
                </a:lnTo>
                <a:lnTo>
                  <a:pt x="25908" y="382524"/>
                </a:lnTo>
                <a:close/>
              </a:path>
              <a:path w="408939" h="382904">
                <a:moveTo>
                  <a:pt x="59556" y="216407"/>
                </a:moveTo>
                <a:lnTo>
                  <a:pt x="50292" y="216407"/>
                </a:lnTo>
                <a:lnTo>
                  <a:pt x="63412" y="195262"/>
                </a:lnTo>
                <a:lnTo>
                  <a:pt x="72961" y="168402"/>
                </a:lnTo>
                <a:lnTo>
                  <a:pt x="78795" y="135826"/>
                </a:lnTo>
                <a:lnTo>
                  <a:pt x="80772" y="97536"/>
                </a:lnTo>
                <a:lnTo>
                  <a:pt x="100584" y="97536"/>
                </a:lnTo>
                <a:lnTo>
                  <a:pt x="97440" y="139827"/>
                </a:lnTo>
                <a:lnTo>
                  <a:pt x="88011" y="175260"/>
                </a:lnTo>
                <a:lnTo>
                  <a:pt x="72294" y="203835"/>
                </a:lnTo>
                <a:lnTo>
                  <a:pt x="59556" y="216407"/>
                </a:lnTo>
                <a:close/>
              </a:path>
              <a:path w="408939" h="382904">
                <a:moveTo>
                  <a:pt x="198684" y="249936"/>
                </a:moveTo>
                <a:lnTo>
                  <a:pt x="175260" y="249936"/>
                </a:lnTo>
                <a:lnTo>
                  <a:pt x="175260" y="211836"/>
                </a:lnTo>
                <a:lnTo>
                  <a:pt x="150876" y="211836"/>
                </a:lnTo>
                <a:lnTo>
                  <a:pt x="124968" y="97536"/>
                </a:lnTo>
                <a:lnTo>
                  <a:pt x="146304" y="97536"/>
                </a:lnTo>
                <a:lnTo>
                  <a:pt x="146304" y="187452"/>
                </a:lnTo>
                <a:lnTo>
                  <a:pt x="150876" y="193548"/>
                </a:lnTo>
                <a:lnTo>
                  <a:pt x="198351" y="193548"/>
                </a:lnTo>
                <a:lnTo>
                  <a:pt x="198684" y="249936"/>
                </a:lnTo>
                <a:close/>
              </a:path>
              <a:path w="408939" h="382904">
                <a:moveTo>
                  <a:pt x="198351" y="193548"/>
                </a:moveTo>
                <a:lnTo>
                  <a:pt x="175260" y="193548"/>
                </a:lnTo>
                <a:lnTo>
                  <a:pt x="175260" y="97536"/>
                </a:lnTo>
                <a:lnTo>
                  <a:pt x="204216" y="97536"/>
                </a:lnTo>
                <a:lnTo>
                  <a:pt x="198120" y="102108"/>
                </a:lnTo>
                <a:lnTo>
                  <a:pt x="198316" y="187452"/>
                </a:lnTo>
                <a:lnTo>
                  <a:pt x="198351" y="193548"/>
                </a:lnTo>
                <a:close/>
              </a:path>
              <a:path w="408939" h="382904">
                <a:moveTo>
                  <a:pt x="199365" y="327660"/>
                </a:moveTo>
                <a:lnTo>
                  <a:pt x="175260" y="327660"/>
                </a:lnTo>
                <a:lnTo>
                  <a:pt x="175260" y="260604"/>
                </a:lnTo>
                <a:lnTo>
                  <a:pt x="198774" y="260604"/>
                </a:lnTo>
                <a:lnTo>
                  <a:pt x="199365" y="327660"/>
                </a:lnTo>
                <a:close/>
              </a:path>
              <a:path w="408939" h="382904">
                <a:moveTo>
                  <a:pt x="175260" y="381000"/>
                </a:moveTo>
                <a:lnTo>
                  <a:pt x="175260" y="336804"/>
                </a:lnTo>
                <a:lnTo>
                  <a:pt x="199449" y="336804"/>
                </a:lnTo>
                <a:lnTo>
                  <a:pt x="199644" y="368808"/>
                </a:lnTo>
                <a:lnTo>
                  <a:pt x="175260" y="38100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</a:endParaRPr>
          </a:p>
        </p:txBody>
      </p:sp>
      <p:pic>
        <p:nvPicPr>
          <p:cNvPr id="48" name="object 48"/>
          <p:cNvPicPr/>
          <p:nvPr/>
        </p:nvPicPr>
        <p:blipFill>
          <a:blip r:embed="rId5" cstate="print"/>
          <a:stretch>
            <a:fillRect/>
          </a:stretch>
        </p:blipFill>
        <p:spPr>
          <a:xfrm>
            <a:off x="4837175" y="5526024"/>
            <a:ext cx="96012" cy="94488"/>
          </a:xfrm>
          <a:prstGeom prst="rect">
            <a:avLst/>
          </a:prstGeom>
        </p:spPr>
      </p:pic>
      <p:grpSp>
        <p:nvGrpSpPr>
          <p:cNvPr id="49" name="object 2">
            <a:extLst>
              <a:ext uri="{FF2B5EF4-FFF2-40B4-BE49-F238E27FC236}">
                <a16:creationId xmlns:a16="http://schemas.microsoft.com/office/drawing/2014/main" id="{6CA471FC-FC6A-494E-975D-231A0907FAC7}"/>
              </a:ext>
            </a:extLst>
          </p:cNvPr>
          <p:cNvGrpSpPr/>
          <p:nvPr/>
        </p:nvGrpSpPr>
        <p:grpSpPr>
          <a:xfrm>
            <a:off x="9223311" y="7229856"/>
            <a:ext cx="196850" cy="146685"/>
            <a:chOff x="9560052" y="7229855"/>
            <a:chExt cx="196850" cy="146685"/>
          </a:xfrm>
        </p:grpSpPr>
        <p:pic>
          <p:nvPicPr>
            <p:cNvPr id="50" name="object 3">
              <a:extLst>
                <a:ext uri="{FF2B5EF4-FFF2-40B4-BE49-F238E27FC236}">
                  <a16:creationId xmlns:a16="http://schemas.microsoft.com/office/drawing/2014/main" id="{6B887871-14B1-4218-8356-1E234A6918B4}"/>
                </a:ext>
              </a:extLst>
            </p:cNvPr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9560052" y="7229856"/>
              <a:ext cx="86868" cy="146304"/>
            </a:xfrm>
            <a:prstGeom prst="rect">
              <a:avLst/>
            </a:prstGeom>
          </p:spPr>
        </p:pic>
        <p:pic>
          <p:nvPicPr>
            <p:cNvPr id="51" name="object 4">
              <a:extLst>
                <a:ext uri="{FF2B5EF4-FFF2-40B4-BE49-F238E27FC236}">
                  <a16:creationId xmlns:a16="http://schemas.microsoft.com/office/drawing/2014/main" id="{A20397D7-2F91-4465-907F-7118E8EF684F}"/>
                </a:ext>
              </a:extLst>
            </p:cNvPr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9666731" y="7229855"/>
              <a:ext cx="89916" cy="146304"/>
            </a:xfrm>
            <a:prstGeom prst="rect">
              <a:avLst/>
            </a:prstGeom>
          </p:spPr>
        </p:pic>
      </p:grpSp>
    </p:spTree>
    <p:extLst>
      <p:ext uri="{BB962C8B-B14F-4D97-AF65-F5344CB8AC3E}">
        <p14:creationId xmlns:p14="http://schemas.microsoft.com/office/powerpoint/2010/main" val="459566031"/>
      </p:ext>
    </p:extLst>
  </p:cSld>
  <p:clrMapOvr>
    <a:masterClrMapping/>
  </p:clrMapOvr>
</p:sld>
</file>

<file path=ppt/slides/slide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object 3"/>
          <p:cNvSpPr/>
          <p:nvPr/>
        </p:nvSpPr>
        <p:spPr>
          <a:xfrm>
            <a:off x="1723644" y="1280159"/>
            <a:ext cx="556260" cy="554990"/>
          </a:xfrm>
          <a:custGeom>
            <a:avLst/>
            <a:gdLst/>
            <a:ahLst/>
            <a:cxnLst/>
            <a:rect l="l" t="t" r="r" b="b"/>
            <a:pathLst>
              <a:path w="556260" h="554989">
                <a:moveTo>
                  <a:pt x="505968" y="281940"/>
                </a:moveTo>
                <a:lnTo>
                  <a:pt x="468201" y="259151"/>
                </a:lnTo>
                <a:lnTo>
                  <a:pt x="434721" y="232219"/>
                </a:lnTo>
                <a:lnTo>
                  <a:pt x="405241" y="201572"/>
                </a:lnTo>
                <a:lnTo>
                  <a:pt x="379476" y="167640"/>
                </a:lnTo>
                <a:lnTo>
                  <a:pt x="358354" y="130516"/>
                </a:lnTo>
                <a:lnTo>
                  <a:pt x="340804" y="90106"/>
                </a:lnTo>
                <a:lnTo>
                  <a:pt x="326969" y="46553"/>
                </a:lnTo>
                <a:lnTo>
                  <a:pt x="316992" y="0"/>
                </a:lnTo>
                <a:lnTo>
                  <a:pt x="361188" y="19812"/>
                </a:lnTo>
                <a:lnTo>
                  <a:pt x="342900" y="32004"/>
                </a:lnTo>
                <a:lnTo>
                  <a:pt x="357735" y="76533"/>
                </a:lnTo>
                <a:lnTo>
                  <a:pt x="376999" y="116205"/>
                </a:lnTo>
                <a:lnTo>
                  <a:pt x="400550" y="150733"/>
                </a:lnTo>
                <a:lnTo>
                  <a:pt x="428244" y="179832"/>
                </a:lnTo>
                <a:lnTo>
                  <a:pt x="458533" y="203549"/>
                </a:lnTo>
                <a:lnTo>
                  <a:pt x="522541" y="235553"/>
                </a:lnTo>
                <a:lnTo>
                  <a:pt x="556260" y="243840"/>
                </a:lnTo>
                <a:lnTo>
                  <a:pt x="556260" y="251460"/>
                </a:lnTo>
                <a:lnTo>
                  <a:pt x="539400" y="255150"/>
                </a:lnTo>
                <a:lnTo>
                  <a:pt x="525399" y="261556"/>
                </a:lnTo>
                <a:lnTo>
                  <a:pt x="514254" y="270533"/>
                </a:lnTo>
                <a:lnTo>
                  <a:pt x="505968" y="281940"/>
                </a:lnTo>
                <a:close/>
              </a:path>
              <a:path w="556260" h="554989">
                <a:moveTo>
                  <a:pt x="4572" y="301752"/>
                </a:moveTo>
                <a:lnTo>
                  <a:pt x="0" y="294132"/>
                </a:lnTo>
                <a:lnTo>
                  <a:pt x="30003" y="267866"/>
                </a:lnTo>
                <a:lnTo>
                  <a:pt x="58293" y="239458"/>
                </a:lnTo>
                <a:lnTo>
                  <a:pt x="84867" y="209049"/>
                </a:lnTo>
                <a:lnTo>
                  <a:pt x="109728" y="176784"/>
                </a:lnTo>
                <a:lnTo>
                  <a:pt x="133111" y="140779"/>
                </a:lnTo>
                <a:lnTo>
                  <a:pt x="155067" y="101346"/>
                </a:lnTo>
                <a:lnTo>
                  <a:pt x="175307" y="58483"/>
                </a:lnTo>
                <a:lnTo>
                  <a:pt x="193548" y="12192"/>
                </a:lnTo>
                <a:lnTo>
                  <a:pt x="242316" y="48768"/>
                </a:lnTo>
                <a:lnTo>
                  <a:pt x="220980" y="59436"/>
                </a:lnTo>
                <a:lnTo>
                  <a:pt x="199858" y="97155"/>
                </a:lnTo>
                <a:lnTo>
                  <a:pt x="177736" y="132588"/>
                </a:lnTo>
                <a:lnTo>
                  <a:pt x="154757" y="165735"/>
                </a:lnTo>
                <a:lnTo>
                  <a:pt x="131064" y="196596"/>
                </a:lnTo>
                <a:lnTo>
                  <a:pt x="104441" y="225456"/>
                </a:lnTo>
                <a:lnTo>
                  <a:pt x="74676" y="252603"/>
                </a:lnTo>
                <a:lnTo>
                  <a:pt x="41481" y="278034"/>
                </a:lnTo>
                <a:lnTo>
                  <a:pt x="4572" y="301752"/>
                </a:lnTo>
                <a:close/>
              </a:path>
              <a:path w="556260" h="554989">
                <a:moveTo>
                  <a:pt x="120396" y="263652"/>
                </a:moveTo>
                <a:lnTo>
                  <a:pt x="100584" y="243840"/>
                </a:lnTo>
                <a:lnTo>
                  <a:pt x="373380" y="243840"/>
                </a:lnTo>
                <a:lnTo>
                  <a:pt x="397764" y="220980"/>
                </a:lnTo>
                <a:lnTo>
                  <a:pt x="431292" y="254508"/>
                </a:lnTo>
                <a:lnTo>
                  <a:pt x="424688" y="259080"/>
                </a:lnTo>
                <a:lnTo>
                  <a:pt x="141732" y="259080"/>
                </a:lnTo>
                <a:lnTo>
                  <a:pt x="120396" y="263652"/>
                </a:lnTo>
                <a:close/>
              </a:path>
              <a:path w="556260" h="554989">
                <a:moveTo>
                  <a:pt x="32004" y="554736"/>
                </a:moveTo>
                <a:lnTo>
                  <a:pt x="27431" y="545592"/>
                </a:lnTo>
                <a:lnTo>
                  <a:pt x="76628" y="516993"/>
                </a:lnTo>
                <a:lnTo>
                  <a:pt x="116967" y="485965"/>
                </a:lnTo>
                <a:lnTo>
                  <a:pt x="148732" y="452366"/>
                </a:lnTo>
                <a:lnTo>
                  <a:pt x="172212" y="416052"/>
                </a:lnTo>
                <a:lnTo>
                  <a:pt x="188547" y="377809"/>
                </a:lnTo>
                <a:lnTo>
                  <a:pt x="201168" y="338709"/>
                </a:lnTo>
                <a:lnTo>
                  <a:pt x="210359" y="299037"/>
                </a:lnTo>
                <a:lnTo>
                  <a:pt x="216408" y="259080"/>
                </a:lnTo>
                <a:lnTo>
                  <a:pt x="254508" y="259080"/>
                </a:lnTo>
                <a:lnTo>
                  <a:pt x="245030" y="308514"/>
                </a:lnTo>
                <a:lnTo>
                  <a:pt x="232410" y="353949"/>
                </a:lnTo>
                <a:lnTo>
                  <a:pt x="216360" y="395382"/>
                </a:lnTo>
                <a:lnTo>
                  <a:pt x="196596" y="432816"/>
                </a:lnTo>
                <a:lnTo>
                  <a:pt x="170021" y="466224"/>
                </a:lnTo>
                <a:lnTo>
                  <a:pt x="133731" y="497776"/>
                </a:lnTo>
                <a:lnTo>
                  <a:pt x="87725" y="527327"/>
                </a:lnTo>
                <a:lnTo>
                  <a:pt x="32004" y="554736"/>
                </a:lnTo>
                <a:close/>
              </a:path>
              <a:path w="556260" h="554989">
                <a:moveTo>
                  <a:pt x="388433" y="497109"/>
                </a:moveTo>
                <a:lnTo>
                  <a:pt x="320516" y="497109"/>
                </a:lnTo>
                <a:lnTo>
                  <a:pt x="332232" y="496824"/>
                </a:lnTo>
                <a:lnTo>
                  <a:pt x="340804" y="494252"/>
                </a:lnTo>
                <a:lnTo>
                  <a:pt x="364236" y="445960"/>
                </a:lnTo>
                <a:lnTo>
                  <a:pt x="368808" y="403098"/>
                </a:lnTo>
                <a:lnTo>
                  <a:pt x="373380" y="340804"/>
                </a:lnTo>
                <a:lnTo>
                  <a:pt x="377952" y="259080"/>
                </a:lnTo>
                <a:lnTo>
                  <a:pt x="424688" y="259080"/>
                </a:lnTo>
                <a:lnTo>
                  <a:pt x="411480" y="268223"/>
                </a:lnTo>
                <a:lnTo>
                  <a:pt x="409102" y="338084"/>
                </a:lnTo>
                <a:lnTo>
                  <a:pt x="405627" y="395874"/>
                </a:lnTo>
                <a:lnTo>
                  <a:pt x="401055" y="441594"/>
                </a:lnTo>
                <a:lnTo>
                  <a:pt x="395386" y="475244"/>
                </a:lnTo>
                <a:lnTo>
                  <a:pt x="388620" y="496824"/>
                </a:lnTo>
                <a:lnTo>
                  <a:pt x="388433" y="497109"/>
                </a:lnTo>
                <a:close/>
              </a:path>
              <a:path w="556260" h="554989">
                <a:moveTo>
                  <a:pt x="321564" y="553212"/>
                </a:moveTo>
                <a:lnTo>
                  <a:pt x="314729" y="535209"/>
                </a:lnTo>
                <a:lnTo>
                  <a:pt x="301180" y="520065"/>
                </a:lnTo>
                <a:lnTo>
                  <a:pt x="281058" y="507777"/>
                </a:lnTo>
                <a:lnTo>
                  <a:pt x="254508" y="498348"/>
                </a:lnTo>
                <a:lnTo>
                  <a:pt x="254508" y="487679"/>
                </a:lnTo>
                <a:lnTo>
                  <a:pt x="281654" y="492537"/>
                </a:lnTo>
                <a:lnTo>
                  <a:pt x="303657" y="495681"/>
                </a:lnTo>
                <a:lnTo>
                  <a:pt x="320516" y="497109"/>
                </a:lnTo>
                <a:lnTo>
                  <a:pt x="388433" y="497109"/>
                </a:lnTo>
                <a:lnTo>
                  <a:pt x="376856" y="514850"/>
                </a:lnTo>
                <a:lnTo>
                  <a:pt x="361950" y="530161"/>
                </a:lnTo>
                <a:lnTo>
                  <a:pt x="343614" y="542901"/>
                </a:lnTo>
                <a:lnTo>
                  <a:pt x="321564" y="553212"/>
                </a:lnTo>
                <a:close/>
              </a:path>
            </a:pathLst>
          </a:custGeom>
          <a:solidFill>
            <a:srgbClr val="333399"/>
          </a:solidFill>
        </p:spPr>
        <p:txBody>
          <a:bodyPr wrap="square" lIns="0" tIns="0" rIns="0" bIns="0" rtlCol="0"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</a:endParaRPr>
          </a:p>
        </p:txBody>
      </p:sp>
      <p:sp>
        <p:nvSpPr>
          <p:cNvPr id="4" name="object 4"/>
          <p:cNvSpPr/>
          <p:nvPr/>
        </p:nvSpPr>
        <p:spPr>
          <a:xfrm>
            <a:off x="2334767" y="1272540"/>
            <a:ext cx="556260" cy="562610"/>
          </a:xfrm>
          <a:custGeom>
            <a:avLst/>
            <a:gdLst/>
            <a:ahLst/>
            <a:cxnLst/>
            <a:rect l="l" t="t" r="r" b="b"/>
            <a:pathLst>
              <a:path w="556260" h="562610">
                <a:moveTo>
                  <a:pt x="134112" y="144780"/>
                </a:moveTo>
                <a:lnTo>
                  <a:pt x="100584" y="144780"/>
                </a:lnTo>
                <a:lnTo>
                  <a:pt x="100322" y="103298"/>
                </a:lnTo>
                <a:lnTo>
                  <a:pt x="99631" y="65532"/>
                </a:lnTo>
                <a:lnTo>
                  <a:pt x="98602" y="29718"/>
                </a:lnTo>
                <a:lnTo>
                  <a:pt x="97536" y="0"/>
                </a:lnTo>
                <a:lnTo>
                  <a:pt x="152400" y="27432"/>
                </a:lnTo>
                <a:lnTo>
                  <a:pt x="134112" y="44196"/>
                </a:lnTo>
                <a:lnTo>
                  <a:pt x="134112" y="144780"/>
                </a:lnTo>
                <a:close/>
              </a:path>
              <a:path w="556260" h="562610">
                <a:moveTo>
                  <a:pt x="404995" y="62484"/>
                </a:moveTo>
                <a:lnTo>
                  <a:pt x="295656" y="62484"/>
                </a:lnTo>
                <a:lnTo>
                  <a:pt x="318206" y="59626"/>
                </a:lnTo>
                <a:lnTo>
                  <a:pt x="342328" y="55626"/>
                </a:lnTo>
                <a:lnTo>
                  <a:pt x="394716" y="44196"/>
                </a:lnTo>
                <a:lnTo>
                  <a:pt x="444055" y="29718"/>
                </a:lnTo>
                <a:lnTo>
                  <a:pt x="483108" y="10668"/>
                </a:lnTo>
                <a:lnTo>
                  <a:pt x="522732" y="53340"/>
                </a:lnTo>
                <a:lnTo>
                  <a:pt x="497324" y="53887"/>
                </a:lnTo>
                <a:lnTo>
                  <a:pt x="450913" y="57721"/>
                </a:lnTo>
                <a:lnTo>
                  <a:pt x="404995" y="62484"/>
                </a:lnTo>
                <a:close/>
              </a:path>
              <a:path w="556260" h="562610">
                <a:moveTo>
                  <a:pt x="161544" y="560832"/>
                </a:moveTo>
                <a:lnTo>
                  <a:pt x="156972" y="553212"/>
                </a:lnTo>
                <a:lnTo>
                  <a:pt x="185499" y="518088"/>
                </a:lnTo>
                <a:lnTo>
                  <a:pt x="209169" y="483679"/>
                </a:lnTo>
                <a:lnTo>
                  <a:pt x="227695" y="450127"/>
                </a:lnTo>
                <a:lnTo>
                  <a:pt x="250555" y="381571"/>
                </a:lnTo>
                <a:lnTo>
                  <a:pt x="257175" y="339852"/>
                </a:lnTo>
                <a:lnTo>
                  <a:pt x="260937" y="292417"/>
                </a:lnTo>
                <a:lnTo>
                  <a:pt x="261982" y="245745"/>
                </a:lnTo>
                <a:lnTo>
                  <a:pt x="262037" y="163068"/>
                </a:lnTo>
                <a:lnTo>
                  <a:pt x="261937" y="132016"/>
                </a:lnTo>
                <a:lnTo>
                  <a:pt x="261485" y="83891"/>
                </a:lnTo>
                <a:lnTo>
                  <a:pt x="260604" y="39623"/>
                </a:lnTo>
                <a:lnTo>
                  <a:pt x="295656" y="62484"/>
                </a:lnTo>
                <a:lnTo>
                  <a:pt x="404995" y="62484"/>
                </a:lnTo>
                <a:lnTo>
                  <a:pt x="295656" y="74676"/>
                </a:lnTo>
                <a:lnTo>
                  <a:pt x="295656" y="216408"/>
                </a:lnTo>
                <a:lnTo>
                  <a:pt x="542544" y="216408"/>
                </a:lnTo>
                <a:lnTo>
                  <a:pt x="556260" y="230123"/>
                </a:lnTo>
                <a:lnTo>
                  <a:pt x="295656" y="230123"/>
                </a:lnTo>
                <a:lnTo>
                  <a:pt x="294203" y="290155"/>
                </a:lnTo>
                <a:lnTo>
                  <a:pt x="289750" y="342328"/>
                </a:lnTo>
                <a:lnTo>
                  <a:pt x="282154" y="386786"/>
                </a:lnTo>
                <a:lnTo>
                  <a:pt x="271272" y="423672"/>
                </a:lnTo>
                <a:lnTo>
                  <a:pt x="231267" y="491680"/>
                </a:lnTo>
                <a:lnTo>
                  <a:pt x="200120" y="525899"/>
                </a:lnTo>
                <a:lnTo>
                  <a:pt x="161544" y="560832"/>
                </a:lnTo>
                <a:close/>
              </a:path>
              <a:path w="556260" h="562610">
                <a:moveTo>
                  <a:pt x="18288" y="163068"/>
                </a:moveTo>
                <a:lnTo>
                  <a:pt x="0" y="144780"/>
                </a:lnTo>
                <a:lnTo>
                  <a:pt x="167640" y="144780"/>
                </a:lnTo>
                <a:lnTo>
                  <a:pt x="193548" y="117347"/>
                </a:lnTo>
                <a:lnTo>
                  <a:pt x="233172" y="158496"/>
                </a:lnTo>
                <a:lnTo>
                  <a:pt x="39624" y="158496"/>
                </a:lnTo>
                <a:lnTo>
                  <a:pt x="18288" y="163068"/>
                </a:lnTo>
                <a:close/>
              </a:path>
              <a:path w="556260" h="562610">
                <a:moveTo>
                  <a:pt x="9143" y="426720"/>
                </a:moveTo>
                <a:lnTo>
                  <a:pt x="1524" y="422148"/>
                </a:lnTo>
                <a:lnTo>
                  <a:pt x="23890" y="382404"/>
                </a:lnTo>
                <a:lnTo>
                  <a:pt x="43800" y="340924"/>
                </a:lnTo>
                <a:lnTo>
                  <a:pt x="61341" y="297751"/>
                </a:lnTo>
                <a:lnTo>
                  <a:pt x="76595" y="252927"/>
                </a:lnTo>
                <a:lnTo>
                  <a:pt x="89647" y="206494"/>
                </a:lnTo>
                <a:lnTo>
                  <a:pt x="100584" y="158496"/>
                </a:lnTo>
                <a:lnTo>
                  <a:pt x="134112" y="158496"/>
                </a:lnTo>
                <a:lnTo>
                  <a:pt x="134112" y="220980"/>
                </a:lnTo>
                <a:lnTo>
                  <a:pt x="158972" y="234076"/>
                </a:lnTo>
                <a:lnTo>
                  <a:pt x="160018" y="234696"/>
                </a:lnTo>
                <a:lnTo>
                  <a:pt x="134112" y="234696"/>
                </a:lnTo>
                <a:lnTo>
                  <a:pt x="134115" y="272796"/>
                </a:lnTo>
                <a:lnTo>
                  <a:pt x="100584" y="272796"/>
                </a:lnTo>
                <a:lnTo>
                  <a:pt x="81153" y="313991"/>
                </a:lnTo>
                <a:lnTo>
                  <a:pt x="59435" y="353187"/>
                </a:lnTo>
                <a:lnTo>
                  <a:pt x="35432" y="390667"/>
                </a:lnTo>
                <a:lnTo>
                  <a:pt x="9143" y="426720"/>
                </a:lnTo>
                <a:close/>
              </a:path>
              <a:path w="556260" h="562610">
                <a:moveTo>
                  <a:pt x="542544" y="216408"/>
                </a:moveTo>
                <a:lnTo>
                  <a:pt x="484632" y="216408"/>
                </a:lnTo>
                <a:lnTo>
                  <a:pt x="513588" y="187452"/>
                </a:lnTo>
                <a:lnTo>
                  <a:pt x="542544" y="216408"/>
                </a:lnTo>
                <a:close/>
              </a:path>
              <a:path w="556260" h="562610">
                <a:moveTo>
                  <a:pt x="411480" y="557784"/>
                </a:moveTo>
                <a:lnTo>
                  <a:pt x="412129" y="518088"/>
                </a:lnTo>
                <a:lnTo>
                  <a:pt x="412552" y="473851"/>
                </a:lnTo>
                <a:lnTo>
                  <a:pt x="412792" y="426720"/>
                </a:lnTo>
                <a:lnTo>
                  <a:pt x="413004" y="230123"/>
                </a:lnTo>
                <a:lnTo>
                  <a:pt x="446532" y="230123"/>
                </a:lnTo>
                <a:lnTo>
                  <a:pt x="446631" y="423672"/>
                </a:lnTo>
                <a:lnTo>
                  <a:pt x="446793" y="438554"/>
                </a:lnTo>
                <a:lnTo>
                  <a:pt x="447484" y="467296"/>
                </a:lnTo>
                <a:lnTo>
                  <a:pt x="449580" y="539496"/>
                </a:lnTo>
                <a:lnTo>
                  <a:pt x="411480" y="557784"/>
                </a:lnTo>
                <a:close/>
              </a:path>
              <a:path w="556260" h="562610">
                <a:moveTo>
                  <a:pt x="199644" y="330708"/>
                </a:moveTo>
                <a:lnTo>
                  <a:pt x="190500" y="330708"/>
                </a:lnTo>
                <a:lnTo>
                  <a:pt x="185928" y="323088"/>
                </a:lnTo>
                <a:lnTo>
                  <a:pt x="181356" y="309372"/>
                </a:lnTo>
                <a:lnTo>
                  <a:pt x="173974" y="291917"/>
                </a:lnTo>
                <a:lnTo>
                  <a:pt x="163449" y="273748"/>
                </a:lnTo>
                <a:lnTo>
                  <a:pt x="150066" y="254722"/>
                </a:lnTo>
                <a:lnTo>
                  <a:pt x="134112" y="234696"/>
                </a:lnTo>
                <a:lnTo>
                  <a:pt x="160018" y="234696"/>
                </a:lnTo>
                <a:lnTo>
                  <a:pt x="193262" y="255698"/>
                </a:lnTo>
                <a:lnTo>
                  <a:pt x="216408" y="289560"/>
                </a:lnTo>
                <a:lnTo>
                  <a:pt x="216074" y="295322"/>
                </a:lnTo>
                <a:lnTo>
                  <a:pt x="214884" y="301371"/>
                </a:lnTo>
                <a:lnTo>
                  <a:pt x="212550" y="307990"/>
                </a:lnTo>
                <a:lnTo>
                  <a:pt x="208788" y="315468"/>
                </a:lnTo>
                <a:lnTo>
                  <a:pt x="202692" y="326136"/>
                </a:lnTo>
                <a:lnTo>
                  <a:pt x="199644" y="330708"/>
                </a:lnTo>
                <a:close/>
              </a:path>
              <a:path w="556260" h="562610">
                <a:moveTo>
                  <a:pt x="97536" y="562356"/>
                </a:moveTo>
                <a:lnTo>
                  <a:pt x="98365" y="518088"/>
                </a:lnTo>
                <a:lnTo>
                  <a:pt x="99003" y="479495"/>
                </a:lnTo>
                <a:lnTo>
                  <a:pt x="99580" y="436816"/>
                </a:lnTo>
                <a:lnTo>
                  <a:pt x="100132" y="383088"/>
                </a:lnTo>
                <a:lnTo>
                  <a:pt x="100457" y="330708"/>
                </a:lnTo>
                <a:lnTo>
                  <a:pt x="100584" y="272796"/>
                </a:lnTo>
                <a:lnTo>
                  <a:pt x="134115" y="272796"/>
                </a:lnTo>
                <a:lnTo>
                  <a:pt x="134194" y="390667"/>
                </a:lnTo>
                <a:lnTo>
                  <a:pt x="134312" y="438554"/>
                </a:lnTo>
                <a:lnTo>
                  <a:pt x="134537" y="479495"/>
                </a:lnTo>
                <a:lnTo>
                  <a:pt x="135020" y="522597"/>
                </a:lnTo>
                <a:lnTo>
                  <a:pt x="135636" y="548640"/>
                </a:lnTo>
                <a:lnTo>
                  <a:pt x="97536" y="562356"/>
                </a:lnTo>
                <a:close/>
              </a:path>
            </a:pathLst>
          </a:custGeom>
          <a:solidFill>
            <a:srgbClr val="333399"/>
          </a:solidFill>
        </p:spPr>
        <p:txBody>
          <a:bodyPr wrap="square" lIns="0" tIns="0" rIns="0" bIns="0" rtlCol="0"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</a:endParaRPr>
          </a:p>
        </p:txBody>
      </p:sp>
      <p:sp>
        <p:nvSpPr>
          <p:cNvPr id="5" name="object 5"/>
          <p:cNvSpPr/>
          <p:nvPr/>
        </p:nvSpPr>
        <p:spPr>
          <a:xfrm>
            <a:off x="2947416" y="1271015"/>
            <a:ext cx="554990" cy="567055"/>
          </a:xfrm>
          <a:custGeom>
            <a:avLst/>
            <a:gdLst/>
            <a:ahLst/>
            <a:cxnLst/>
            <a:rect l="l" t="t" r="r" b="b"/>
            <a:pathLst>
              <a:path w="554989" h="567055">
                <a:moveTo>
                  <a:pt x="16764" y="196595"/>
                </a:moveTo>
                <a:lnTo>
                  <a:pt x="10668" y="188975"/>
                </a:lnTo>
                <a:lnTo>
                  <a:pt x="22383" y="176641"/>
                </a:lnTo>
                <a:lnTo>
                  <a:pt x="34670" y="162305"/>
                </a:lnTo>
                <a:lnTo>
                  <a:pt x="60959" y="126491"/>
                </a:lnTo>
                <a:lnTo>
                  <a:pt x="90868" y="74675"/>
                </a:lnTo>
                <a:lnTo>
                  <a:pt x="121920" y="0"/>
                </a:lnTo>
                <a:lnTo>
                  <a:pt x="169164" y="25907"/>
                </a:lnTo>
                <a:lnTo>
                  <a:pt x="136017" y="55244"/>
                </a:lnTo>
                <a:lnTo>
                  <a:pt x="123444" y="74675"/>
                </a:lnTo>
                <a:lnTo>
                  <a:pt x="283409" y="74675"/>
                </a:lnTo>
                <a:lnTo>
                  <a:pt x="295656" y="88391"/>
                </a:lnTo>
                <a:lnTo>
                  <a:pt x="115824" y="88391"/>
                </a:lnTo>
                <a:lnTo>
                  <a:pt x="104417" y="105822"/>
                </a:lnTo>
                <a:lnTo>
                  <a:pt x="93154" y="121538"/>
                </a:lnTo>
                <a:lnTo>
                  <a:pt x="59626" y="160162"/>
                </a:lnTo>
                <a:lnTo>
                  <a:pt x="32194" y="184261"/>
                </a:lnTo>
                <a:lnTo>
                  <a:pt x="16764" y="196595"/>
                </a:lnTo>
                <a:close/>
              </a:path>
              <a:path w="554989" h="567055">
                <a:moveTo>
                  <a:pt x="278892" y="156971"/>
                </a:moveTo>
                <a:lnTo>
                  <a:pt x="271272" y="152399"/>
                </a:lnTo>
                <a:lnTo>
                  <a:pt x="285845" y="134159"/>
                </a:lnTo>
                <a:lnTo>
                  <a:pt x="299847" y="113918"/>
                </a:lnTo>
                <a:lnTo>
                  <a:pt x="326136" y="68579"/>
                </a:lnTo>
                <a:lnTo>
                  <a:pt x="345567" y="27050"/>
                </a:lnTo>
                <a:lnTo>
                  <a:pt x="353568" y="1523"/>
                </a:lnTo>
                <a:lnTo>
                  <a:pt x="396240" y="30479"/>
                </a:lnTo>
                <a:lnTo>
                  <a:pt x="361188" y="62293"/>
                </a:lnTo>
                <a:lnTo>
                  <a:pt x="355996" y="69318"/>
                </a:lnTo>
                <a:lnTo>
                  <a:pt x="350520" y="76199"/>
                </a:lnTo>
                <a:lnTo>
                  <a:pt x="531085" y="76199"/>
                </a:lnTo>
                <a:lnTo>
                  <a:pt x="544068" y="91439"/>
                </a:lnTo>
                <a:lnTo>
                  <a:pt x="344424" y="91439"/>
                </a:lnTo>
                <a:lnTo>
                  <a:pt x="335565" y="99464"/>
                </a:lnTo>
                <a:lnTo>
                  <a:pt x="327279" y="107632"/>
                </a:lnTo>
                <a:lnTo>
                  <a:pt x="319563" y="116085"/>
                </a:lnTo>
                <a:lnTo>
                  <a:pt x="312420" y="124967"/>
                </a:lnTo>
                <a:lnTo>
                  <a:pt x="304395" y="133826"/>
                </a:lnTo>
                <a:lnTo>
                  <a:pt x="296227" y="142112"/>
                </a:lnTo>
                <a:lnTo>
                  <a:pt x="287774" y="149828"/>
                </a:lnTo>
                <a:lnTo>
                  <a:pt x="278892" y="156971"/>
                </a:lnTo>
                <a:close/>
              </a:path>
              <a:path w="554989" h="567055">
                <a:moveTo>
                  <a:pt x="283409" y="74675"/>
                </a:moveTo>
                <a:lnTo>
                  <a:pt x="228600" y="74675"/>
                </a:lnTo>
                <a:lnTo>
                  <a:pt x="257556" y="45719"/>
                </a:lnTo>
                <a:lnTo>
                  <a:pt x="283409" y="74675"/>
                </a:lnTo>
                <a:close/>
              </a:path>
              <a:path w="554989" h="567055">
                <a:moveTo>
                  <a:pt x="531085" y="76199"/>
                </a:moveTo>
                <a:lnTo>
                  <a:pt x="480060" y="76199"/>
                </a:lnTo>
                <a:lnTo>
                  <a:pt x="509016" y="50291"/>
                </a:lnTo>
                <a:lnTo>
                  <a:pt x="531085" y="76199"/>
                </a:lnTo>
                <a:close/>
              </a:path>
              <a:path w="554989" h="567055">
                <a:moveTo>
                  <a:pt x="202692" y="156971"/>
                </a:moveTo>
                <a:lnTo>
                  <a:pt x="190500" y="156971"/>
                </a:lnTo>
                <a:lnTo>
                  <a:pt x="187452" y="155447"/>
                </a:lnTo>
                <a:lnTo>
                  <a:pt x="184365" y="143065"/>
                </a:lnTo>
                <a:lnTo>
                  <a:pt x="182866" y="135540"/>
                </a:lnTo>
                <a:lnTo>
                  <a:pt x="181356" y="124967"/>
                </a:lnTo>
                <a:lnTo>
                  <a:pt x="178188" y="116681"/>
                </a:lnTo>
                <a:lnTo>
                  <a:pt x="173164" y="107822"/>
                </a:lnTo>
                <a:lnTo>
                  <a:pt x="166139" y="98393"/>
                </a:lnTo>
                <a:lnTo>
                  <a:pt x="156972" y="88391"/>
                </a:lnTo>
                <a:lnTo>
                  <a:pt x="173736" y="88391"/>
                </a:lnTo>
                <a:lnTo>
                  <a:pt x="195429" y="100655"/>
                </a:lnTo>
                <a:lnTo>
                  <a:pt x="210121" y="112204"/>
                </a:lnTo>
                <a:lnTo>
                  <a:pt x="217670" y="122896"/>
                </a:lnTo>
                <a:lnTo>
                  <a:pt x="217932" y="132587"/>
                </a:lnTo>
                <a:lnTo>
                  <a:pt x="214884" y="144779"/>
                </a:lnTo>
                <a:lnTo>
                  <a:pt x="210312" y="152399"/>
                </a:lnTo>
                <a:lnTo>
                  <a:pt x="205740" y="153923"/>
                </a:lnTo>
                <a:lnTo>
                  <a:pt x="202692" y="156971"/>
                </a:lnTo>
                <a:close/>
              </a:path>
              <a:path w="554989" h="567055">
                <a:moveTo>
                  <a:pt x="460248" y="160019"/>
                </a:moveTo>
                <a:lnTo>
                  <a:pt x="455676" y="160019"/>
                </a:lnTo>
                <a:lnTo>
                  <a:pt x="452628" y="156971"/>
                </a:lnTo>
                <a:lnTo>
                  <a:pt x="444307" y="143065"/>
                </a:lnTo>
                <a:lnTo>
                  <a:pt x="441198" y="137731"/>
                </a:lnTo>
                <a:lnTo>
                  <a:pt x="437769" y="131564"/>
                </a:lnTo>
                <a:lnTo>
                  <a:pt x="434340" y="124967"/>
                </a:lnTo>
                <a:lnTo>
                  <a:pt x="429744" y="118443"/>
                </a:lnTo>
                <a:lnTo>
                  <a:pt x="422719" y="110489"/>
                </a:lnTo>
                <a:lnTo>
                  <a:pt x="413123" y="101393"/>
                </a:lnTo>
                <a:lnTo>
                  <a:pt x="400812" y="91439"/>
                </a:lnTo>
                <a:lnTo>
                  <a:pt x="417576" y="91439"/>
                </a:lnTo>
                <a:lnTo>
                  <a:pt x="443817" y="100583"/>
                </a:lnTo>
                <a:lnTo>
                  <a:pt x="462915" y="109727"/>
                </a:lnTo>
                <a:lnTo>
                  <a:pt x="474583" y="118871"/>
                </a:lnTo>
                <a:lnTo>
                  <a:pt x="478536" y="128015"/>
                </a:lnTo>
                <a:lnTo>
                  <a:pt x="477964" y="136326"/>
                </a:lnTo>
                <a:lnTo>
                  <a:pt x="476250" y="143065"/>
                </a:lnTo>
                <a:lnTo>
                  <a:pt x="473392" y="148375"/>
                </a:lnTo>
                <a:lnTo>
                  <a:pt x="469392" y="152399"/>
                </a:lnTo>
                <a:lnTo>
                  <a:pt x="463296" y="156971"/>
                </a:lnTo>
                <a:lnTo>
                  <a:pt x="460248" y="160019"/>
                </a:lnTo>
                <a:close/>
              </a:path>
              <a:path w="554989" h="567055">
                <a:moveTo>
                  <a:pt x="449326" y="163067"/>
                </a:moveTo>
                <a:lnTo>
                  <a:pt x="403860" y="163067"/>
                </a:lnTo>
                <a:lnTo>
                  <a:pt x="417576" y="140207"/>
                </a:lnTo>
                <a:lnTo>
                  <a:pt x="449326" y="163067"/>
                </a:lnTo>
                <a:close/>
              </a:path>
              <a:path w="554989" h="567055">
                <a:moveTo>
                  <a:pt x="114300" y="390143"/>
                </a:moveTo>
                <a:lnTo>
                  <a:pt x="115181" y="352401"/>
                </a:lnTo>
                <a:lnTo>
                  <a:pt x="115601" y="317158"/>
                </a:lnTo>
                <a:lnTo>
                  <a:pt x="115724" y="234695"/>
                </a:lnTo>
                <a:lnTo>
                  <a:pt x="114681" y="202620"/>
                </a:lnTo>
                <a:lnTo>
                  <a:pt x="113538" y="175069"/>
                </a:lnTo>
                <a:lnTo>
                  <a:pt x="112395" y="155233"/>
                </a:lnTo>
                <a:lnTo>
                  <a:pt x="111252" y="143255"/>
                </a:lnTo>
                <a:lnTo>
                  <a:pt x="147828" y="163067"/>
                </a:lnTo>
                <a:lnTo>
                  <a:pt x="449326" y="163067"/>
                </a:lnTo>
                <a:lnTo>
                  <a:pt x="455676" y="167639"/>
                </a:lnTo>
                <a:lnTo>
                  <a:pt x="444500" y="176783"/>
                </a:lnTo>
                <a:lnTo>
                  <a:pt x="147828" y="176783"/>
                </a:lnTo>
                <a:lnTo>
                  <a:pt x="147828" y="219455"/>
                </a:lnTo>
                <a:lnTo>
                  <a:pt x="438912" y="219455"/>
                </a:lnTo>
                <a:lnTo>
                  <a:pt x="438912" y="234695"/>
                </a:lnTo>
                <a:lnTo>
                  <a:pt x="147828" y="234695"/>
                </a:lnTo>
                <a:lnTo>
                  <a:pt x="147828" y="280415"/>
                </a:lnTo>
                <a:lnTo>
                  <a:pt x="438912" y="280415"/>
                </a:lnTo>
                <a:lnTo>
                  <a:pt x="438912" y="294131"/>
                </a:lnTo>
                <a:lnTo>
                  <a:pt x="147828" y="294131"/>
                </a:lnTo>
                <a:lnTo>
                  <a:pt x="147828" y="344423"/>
                </a:lnTo>
                <a:lnTo>
                  <a:pt x="440598" y="344423"/>
                </a:lnTo>
                <a:lnTo>
                  <a:pt x="441364" y="358139"/>
                </a:lnTo>
                <a:lnTo>
                  <a:pt x="147828" y="358139"/>
                </a:lnTo>
                <a:lnTo>
                  <a:pt x="147828" y="377951"/>
                </a:lnTo>
                <a:lnTo>
                  <a:pt x="114300" y="390143"/>
                </a:lnTo>
                <a:close/>
              </a:path>
              <a:path w="554989" h="567055">
                <a:moveTo>
                  <a:pt x="438912" y="219455"/>
                </a:moveTo>
                <a:lnTo>
                  <a:pt x="405384" y="219455"/>
                </a:lnTo>
                <a:lnTo>
                  <a:pt x="405384" y="176783"/>
                </a:lnTo>
                <a:lnTo>
                  <a:pt x="444500" y="176783"/>
                </a:lnTo>
                <a:lnTo>
                  <a:pt x="438912" y="181355"/>
                </a:lnTo>
                <a:lnTo>
                  <a:pt x="438912" y="219455"/>
                </a:lnTo>
                <a:close/>
              </a:path>
              <a:path w="554989" h="567055">
                <a:moveTo>
                  <a:pt x="438912" y="280415"/>
                </a:moveTo>
                <a:lnTo>
                  <a:pt x="405384" y="280415"/>
                </a:lnTo>
                <a:lnTo>
                  <a:pt x="405384" y="234695"/>
                </a:lnTo>
                <a:lnTo>
                  <a:pt x="438912" y="234695"/>
                </a:lnTo>
                <a:lnTo>
                  <a:pt x="438912" y="280415"/>
                </a:lnTo>
                <a:close/>
              </a:path>
              <a:path w="554989" h="567055">
                <a:moveTo>
                  <a:pt x="440598" y="344423"/>
                </a:moveTo>
                <a:lnTo>
                  <a:pt x="405384" y="344423"/>
                </a:lnTo>
                <a:lnTo>
                  <a:pt x="405384" y="294131"/>
                </a:lnTo>
                <a:lnTo>
                  <a:pt x="438912" y="294131"/>
                </a:lnTo>
                <a:lnTo>
                  <a:pt x="438912" y="306323"/>
                </a:lnTo>
                <a:lnTo>
                  <a:pt x="439173" y="317158"/>
                </a:lnTo>
                <a:lnTo>
                  <a:pt x="439864" y="331279"/>
                </a:lnTo>
                <a:lnTo>
                  <a:pt x="440598" y="344423"/>
                </a:lnTo>
                <a:close/>
              </a:path>
              <a:path w="554989" h="567055">
                <a:moveTo>
                  <a:pt x="219456" y="432815"/>
                </a:moveTo>
                <a:lnTo>
                  <a:pt x="182880" y="432815"/>
                </a:lnTo>
                <a:lnTo>
                  <a:pt x="185242" y="414504"/>
                </a:lnTo>
                <a:lnTo>
                  <a:pt x="187261" y="397192"/>
                </a:lnTo>
                <a:lnTo>
                  <a:pt x="189095" y="378166"/>
                </a:lnTo>
                <a:lnTo>
                  <a:pt x="190500" y="358139"/>
                </a:lnTo>
                <a:lnTo>
                  <a:pt x="227076" y="358139"/>
                </a:lnTo>
                <a:lnTo>
                  <a:pt x="225671" y="377309"/>
                </a:lnTo>
                <a:lnTo>
                  <a:pt x="223837" y="396049"/>
                </a:lnTo>
                <a:lnTo>
                  <a:pt x="221612" y="415361"/>
                </a:lnTo>
                <a:lnTo>
                  <a:pt x="219456" y="432815"/>
                </a:lnTo>
                <a:close/>
              </a:path>
              <a:path w="554989" h="567055">
                <a:moveTo>
                  <a:pt x="21336" y="454151"/>
                </a:moveTo>
                <a:lnTo>
                  <a:pt x="0" y="432815"/>
                </a:lnTo>
                <a:lnTo>
                  <a:pt x="336804" y="432815"/>
                </a:lnTo>
                <a:lnTo>
                  <a:pt x="336804" y="358139"/>
                </a:lnTo>
                <a:lnTo>
                  <a:pt x="370332" y="358139"/>
                </a:lnTo>
                <a:lnTo>
                  <a:pt x="370332" y="429767"/>
                </a:lnTo>
                <a:lnTo>
                  <a:pt x="540004" y="429767"/>
                </a:lnTo>
                <a:lnTo>
                  <a:pt x="554736" y="445007"/>
                </a:lnTo>
                <a:lnTo>
                  <a:pt x="370332" y="445007"/>
                </a:lnTo>
                <a:lnTo>
                  <a:pt x="370333" y="446531"/>
                </a:lnTo>
                <a:lnTo>
                  <a:pt x="77724" y="446531"/>
                </a:lnTo>
                <a:lnTo>
                  <a:pt x="62912" y="447079"/>
                </a:lnTo>
                <a:lnTo>
                  <a:pt x="48387" y="448627"/>
                </a:lnTo>
                <a:lnTo>
                  <a:pt x="34432" y="451032"/>
                </a:lnTo>
                <a:lnTo>
                  <a:pt x="21336" y="454151"/>
                </a:lnTo>
                <a:close/>
              </a:path>
              <a:path w="554989" h="567055">
                <a:moveTo>
                  <a:pt x="405384" y="382523"/>
                </a:moveTo>
                <a:lnTo>
                  <a:pt x="405384" y="358139"/>
                </a:lnTo>
                <a:lnTo>
                  <a:pt x="441364" y="358139"/>
                </a:lnTo>
                <a:lnTo>
                  <a:pt x="441960" y="368807"/>
                </a:lnTo>
                <a:lnTo>
                  <a:pt x="405384" y="382523"/>
                </a:lnTo>
                <a:close/>
              </a:path>
              <a:path w="554989" h="567055">
                <a:moveTo>
                  <a:pt x="540004" y="429767"/>
                </a:moveTo>
                <a:lnTo>
                  <a:pt x="478536" y="429767"/>
                </a:lnTo>
                <a:lnTo>
                  <a:pt x="510540" y="399287"/>
                </a:lnTo>
                <a:lnTo>
                  <a:pt x="540004" y="429767"/>
                </a:lnTo>
                <a:close/>
              </a:path>
              <a:path w="554989" h="567055">
                <a:moveTo>
                  <a:pt x="30480" y="566927"/>
                </a:moveTo>
                <a:lnTo>
                  <a:pt x="27432" y="559308"/>
                </a:lnTo>
                <a:lnTo>
                  <a:pt x="60364" y="547616"/>
                </a:lnTo>
                <a:lnTo>
                  <a:pt x="88582" y="535495"/>
                </a:lnTo>
                <a:lnTo>
                  <a:pt x="132588" y="510539"/>
                </a:lnTo>
                <a:lnTo>
                  <a:pt x="162115" y="481964"/>
                </a:lnTo>
                <a:lnTo>
                  <a:pt x="181356" y="446531"/>
                </a:lnTo>
                <a:lnTo>
                  <a:pt x="216408" y="446531"/>
                </a:lnTo>
                <a:lnTo>
                  <a:pt x="191071" y="493394"/>
                </a:lnTo>
                <a:lnTo>
                  <a:pt x="146304" y="528827"/>
                </a:lnTo>
                <a:lnTo>
                  <a:pt x="90678" y="552450"/>
                </a:lnTo>
                <a:lnTo>
                  <a:pt x="61007" y="560974"/>
                </a:lnTo>
                <a:lnTo>
                  <a:pt x="30480" y="566927"/>
                </a:lnTo>
                <a:close/>
              </a:path>
              <a:path w="554989" h="567055">
                <a:moveTo>
                  <a:pt x="333756" y="566927"/>
                </a:moveTo>
                <a:lnTo>
                  <a:pt x="334994" y="528827"/>
                </a:lnTo>
                <a:lnTo>
                  <a:pt x="335851" y="501014"/>
                </a:lnTo>
                <a:lnTo>
                  <a:pt x="336542" y="472201"/>
                </a:lnTo>
                <a:lnTo>
                  <a:pt x="336804" y="446531"/>
                </a:lnTo>
                <a:lnTo>
                  <a:pt x="370333" y="446531"/>
                </a:lnTo>
                <a:lnTo>
                  <a:pt x="370442" y="497109"/>
                </a:lnTo>
                <a:lnTo>
                  <a:pt x="370547" y="512540"/>
                </a:lnTo>
                <a:lnTo>
                  <a:pt x="370974" y="534161"/>
                </a:lnTo>
                <a:lnTo>
                  <a:pt x="371856" y="550163"/>
                </a:lnTo>
                <a:lnTo>
                  <a:pt x="333756" y="566927"/>
                </a:lnTo>
                <a:close/>
              </a:path>
            </a:pathLst>
          </a:custGeom>
          <a:solidFill>
            <a:srgbClr val="333399"/>
          </a:solidFill>
        </p:spPr>
        <p:txBody>
          <a:bodyPr wrap="square" lIns="0" tIns="0" rIns="0" bIns="0" rtlCol="0"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</a:endParaRPr>
          </a:p>
        </p:txBody>
      </p:sp>
      <p:sp>
        <p:nvSpPr>
          <p:cNvPr id="6" name="object 6"/>
          <p:cNvSpPr/>
          <p:nvPr/>
        </p:nvSpPr>
        <p:spPr>
          <a:xfrm>
            <a:off x="3557015" y="1271015"/>
            <a:ext cx="563880" cy="547370"/>
          </a:xfrm>
          <a:custGeom>
            <a:avLst/>
            <a:gdLst/>
            <a:ahLst/>
            <a:cxnLst/>
            <a:rect l="l" t="t" r="r" b="b"/>
            <a:pathLst>
              <a:path w="563879" h="547369">
                <a:moveTo>
                  <a:pt x="368808" y="135636"/>
                </a:moveTo>
                <a:lnTo>
                  <a:pt x="336804" y="135636"/>
                </a:lnTo>
                <a:lnTo>
                  <a:pt x="336705" y="71628"/>
                </a:lnTo>
                <a:lnTo>
                  <a:pt x="336600" y="49815"/>
                </a:lnTo>
                <a:lnTo>
                  <a:pt x="336161" y="21193"/>
                </a:lnTo>
                <a:lnTo>
                  <a:pt x="335280" y="0"/>
                </a:lnTo>
                <a:lnTo>
                  <a:pt x="391668" y="28956"/>
                </a:lnTo>
                <a:lnTo>
                  <a:pt x="368808" y="51816"/>
                </a:lnTo>
                <a:lnTo>
                  <a:pt x="368808" y="135636"/>
                </a:lnTo>
                <a:close/>
              </a:path>
              <a:path w="563879" h="547369">
                <a:moveTo>
                  <a:pt x="120396" y="126492"/>
                </a:moveTo>
                <a:lnTo>
                  <a:pt x="117348" y="126492"/>
                </a:lnTo>
                <a:lnTo>
                  <a:pt x="113895" y="125039"/>
                </a:lnTo>
                <a:lnTo>
                  <a:pt x="110299" y="120586"/>
                </a:lnTo>
                <a:lnTo>
                  <a:pt x="106418" y="112990"/>
                </a:lnTo>
                <a:lnTo>
                  <a:pt x="102108" y="102108"/>
                </a:lnTo>
                <a:lnTo>
                  <a:pt x="94940" y="86391"/>
                </a:lnTo>
                <a:lnTo>
                  <a:pt x="84772" y="68961"/>
                </a:lnTo>
                <a:lnTo>
                  <a:pt x="71461" y="49815"/>
                </a:lnTo>
                <a:lnTo>
                  <a:pt x="54864" y="28956"/>
                </a:lnTo>
                <a:lnTo>
                  <a:pt x="59436" y="21336"/>
                </a:lnTo>
                <a:lnTo>
                  <a:pt x="110871" y="51054"/>
                </a:lnTo>
                <a:lnTo>
                  <a:pt x="137160" y="82296"/>
                </a:lnTo>
                <a:lnTo>
                  <a:pt x="138684" y="91440"/>
                </a:lnTo>
                <a:lnTo>
                  <a:pt x="138684" y="103632"/>
                </a:lnTo>
                <a:lnTo>
                  <a:pt x="135636" y="111252"/>
                </a:lnTo>
                <a:lnTo>
                  <a:pt x="129540" y="117348"/>
                </a:lnTo>
                <a:lnTo>
                  <a:pt x="124968" y="123444"/>
                </a:lnTo>
                <a:lnTo>
                  <a:pt x="120396" y="126492"/>
                </a:lnTo>
                <a:close/>
              </a:path>
              <a:path w="563879" h="547369">
                <a:moveTo>
                  <a:pt x="102269" y="381595"/>
                </a:moveTo>
                <a:lnTo>
                  <a:pt x="48672" y="381595"/>
                </a:lnTo>
                <a:lnTo>
                  <a:pt x="56388" y="381000"/>
                </a:lnTo>
                <a:lnTo>
                  <a:pt x="61460" y="379595"/>
                </a:lnTo>
                <a:lnTo>
                  <a:pt x="88038" y="342997"/>
                </a:lnTo>
                <a:lnTo>
                  <a:pt x="125662" y="258604"/>
                </a:lnTo>
                <a:lnTo>
                  <a:pt x="154643" y="190585"/>
                </a:lnTo>
                <a:lnTo>
                  <a:pt x="190500" y="105156"/>
                </a:lnTo>
                <a:lnTo>
                  <a:pt x="201168" y="108204"/>
                </a:lnTo>
                <a:lnTo>
                  <a:pt x="172331" y="185928"/>
                </a:lnTo>
                <a:lnTo>
                  <a:pt x="148279" y="251460"/>
                </a:lnTo>
                <a:lnTo>
                  <a:pt x="128968" y="304800"/>
                </a:lnTo>
                <a:lnTo>
                  <a:pt x="114356" y="345948"/>
                </a:lnTo>
                <a:lnTo>
                  <a:pt x="104401" y="374904"/>
                </a:lnTo>
                <a:lnTo>
                  <a:pt x="102269" y="381595"/>
                </a:lnTo>
                <a:close/>
              </a:path>
              <a:path w="563879" h="547369">
                <a:moveTo>
                  <a:pt x="227076" y="156972"/>
                </a:moveTo>
                <a:lnTo>
                  <a:pt x="205740" y="135636"/>
                </a:lnTo>
                <a:lnTo>
                  <a:pt x="461772" y="135636"/>
                </a:lnTo>
                <a:lnTo>
                  <a:pt x="487680" y="109728"/>
                </a:lnTo>
                <a:lnTo>
                  <a:pt x="525780" y="150876"/>
                </a:lnTo>
                <a:lnTo>
                  <a:pt x="284988" y="150876"/>
                </a:lnTo>
                <a:lnTo>
                  <a:pt x="269509" y="151185"/>
                </a:lnTo>
                <a:lnTo>
                  <a:pt x="254889" y="152209"/>
                </a:lnTo>
                <a:lnTo>
                  <a:pt x="240839" y="154090"/>
                </a:lnTo>
                <a:lnTo>
                  <a:pt x="227076" y="156972"/>
                </a:lnTo>
                <a:close/>
              </a:path>
              <a:path w="563879" h="547369">
                <a:moveTo>
                  <a:pt x="368808" y="280416"/>
                </a:moveTo>
                <a:lnTo>
                  <a:pt x="336804" y="280416"/>
                </a:lnTo>
                <a:lnTo>
                  <a:pt x="336804" y="150876"/>
                </a:lnTo>
                <a:lnTo>
                  <a:pt x="368808" y="150876"/>
                </a:lnTo>
                <a:lnTo>
                  <a:pt x="368808" y="280416"/>
                </a:lnTo>
                <a:close/>
              </a:path>
              <a:path w="563879" h="547369">
                <a:moveTo>
                  <a:pt x="68961" y="270200"/>
                </a:moveTo>
                <a:lnTo>
                  <a:pt x="63246" y="266890"/>
                </a:lnTo>
                <a:lnTo>
                  <a:pt x="57531" y="258151"/>
                </a:lnTo>
                <a:lnTo>
                  <a:pt x="51816" y="243840"/>
                </a:lnTo>
                <a:lnTo>
                  <a:pt x="44362" y="227218"/>
                </a:lnTo>
                <a:lnTo>
                  <a:pt x="33337" y="209169"/>
                </a:lnTo>
                <a:lnTo>
                  <a:pt x="18597" y="189404"/>
                </a:lnTo>
                <a:lnTo>
                  <a:pt x="0" y="167640"/>
                </a:lnTo>
                <a:lnTo>
                  <a:pt x="4572" y="160020"/>
                </a:lnTo>
                <a:lnTo>
                  <a:pt x="41457" y="180617"/>
                </a:lnTo>
                <a:lnTo>
                  <a:pt x="67627" y="199072"/>
                </a:lnTo>
                <a:lnTo>
                  <a:pt x="83224" y="215526"/>
                </a:lnTo>
                <a:lnTo>
                  <a:pt x="88392" y="230124"/>
                </a:lnTo>
                <a:lnTo>
                  <a:pt x="87534" y="242720"/>
                </a:lnTo>
                <a:lnTo>
                  <a:pt x="84963" y="253174"/>
                </a:lnTo>
                <a:lnTo>
                  <a:pt x="80676" y="261627"/>
                </a:lnTo>
                <a:lnTo>
                  <a:pt x="74676" y="268224"/>
                </a:lnTo>
                <a:lnTo>
                  <a:pt x="68961" y="270200"/>
                </a:lnTo>
                <a:close/>
              </a:path>
              <a:path w="563879" h="547369">
                <a:moveTo>
                  <a:pt x="181356" y="301752"/>
                </a:moveTo>
                <a:lnTo>
                  <a:pt x="160020" y="280416"/>
                </a:lnTo>
                <a:lnTo>
                  <a:pt x="495300" y="280416"/>
                </a:lnTo>
                <a:lnTo>
                  <a:pt x="524256" y="251460"/>
                </a:lnTo>
                <a:lnTo>
                  <a:pt x="563880" y="294131"/>
                </a:lnTo>
                <a:lnTo>
                  <a:pt x="239268" y="294131"/>
                </a:lnTo>
                <a:lnTo>
                  <a:pt x="223789" y="294679"/>
                </a:lnTo>
                <a:lnTo>
                  <a:pt x="209169" y="296227"/>
                </a:lnTo>
                <a:lnTo>
                  <a:pt x="195119" y="298632"/>
                </a:lnTo>
                <a:lnTo>
                  <a:pt x="181356" y="301752"/>
                </a:lnTo>
                <a:close/>
              </a:path>
              <a:path w="563879" h="547369">
                <a:moveTo>
                  <a:pt x="198120" y="547116"/>
                </a:moveTo>
                <a:lnTo>
                  <a:pt x="173736" y="492252"/>
                </a:lnTo>
                <a:lnTo>
                  <a:pt x="190904" y="487918"/>
                </a:lnTo>
                <a:lnTo>
                  <a:pt x="210502" y="474726"/>
                </a:lnTo>
                <a:lnTo>
                  <a:pt x="257556" y="420624"/>
                </a:lnTo>
                <a:lnTo>
                  <a:pt x="280725" y="386072"/>
                </a:lnTo>
                <a:lnTo>
                  <a:pt x="315634" y="322683"/>
                </a:lnTo>
                <a:lnTo>
                  <a:pt x="327660" y="294131"/>
                </a:lnTo>
                <a:lnTo>
                  <a:pt x="339852" y="294131"/>
                </a:lnTo>
                <a:lnTo>
                  <a:pt x="377952" y="320040"/>
                </a:lnTo>
                <a:lnTo>
                  <a:pt x="366736" y="326326"/>
                </a:lnTo>
                <a:lnTo>
                  <a:pt x="355663" y="336042"/>
                </a:lnTo>
                <a:lnTo>
                  <a:pt x="344304" y="349186"/>
                </a:lnTo>
                <a:lnTo>
                  <a:pt x="332232" y="365760"/>
                </a:lnTo>
                <a:lnTo>
                  <a:pt x="316801" y="387238"/>
                </a:lnTo>
                <a:lnTo>
                  <a:pt x="293370" y="415290"/>
                </a:lnTo>
                <a:lnTo>
                  <a:pt x="261937" y="450199"/>
                </a:lnTo>
                <a:lnTo>
                  <a:pt x="222504" y="492252"/>
                </a:lnTo>
                <a:lnTo>
                  <a:pt x="440039" y="492252"/>
                </a:lnTo>
                <a:lnTo>
                  <a:pt x="362712" y="502539"/>
                </a:lnTo>
                <a:lnTo>
                  <a:pt x="315896" y="510825"/>
                </a:lnTo>
                <a:lnTo>
                  <a:pt x="277368" y="519684"/>
                </a:lnTo>
                <a:lnTo>
                  <a:pt x="222885" y="534543"/>
                </a:lnTo>
                <a:lnTo>
                  <a:pt x="206644" y="541115"/>
                </a:lnTo>
                <a:lnTo>
                  <a:pt x="198120" y="547116"/>
                </a:lnTo>
                <a:close/>
              </a:path>
              <a:path w="563879" h="547369">
                <a:moveTo>
                  <a:pt x="91440" y="533399"/>
                </a:moveTo>
                <a:lnTo>
                  <a:pt x="77724" y="533399"/>
                </a:lnTo>
                <a:lnTo>
                  <a:pt x="68580" y="531875"/>
                </a:lnTo>
                <a:lnTo>
                  <a:pt x="50292" y="525780"/>
                </a:lnTo>
                <a:lnTo>
                  <a:pt x="45720" y="518160"/>
                </a:lnTo>
                <a:lnTo>
                  <a:pt x="45720" y="507492"/>
                </a:lnTo>
                <a:lnTo>
                  <a:pt x="55578" y="459819"/>
                </a:lnTo>
                <a:lnTo>
                  <a:pt x="57912" y="449580"/>
                </a:lnTo>
                <a:lnTo>
                  <a:pt x="59102" y="440483"/>
                </a:lnTo>
                <a:lnTo>
                  <a:pt x="59436" y="432816"/>
                </a:lnTo>
                <a:lnTo>
                  <a:pt x="58840" y="425124"/>
                </a:lnTo>
                <a:lnTo>
                  <a:pt x="31432" y="397002"/>
                </a:lnTo>
                <a:lnTo>
                  <a:pt x="1524" y="387096"/>
                </a:lnTo>
                <a:lnTo>
                  <a:pt x="1524" y="377952"/>
                </a:lnTo>
                <a:lnTo>
                  <a:pt x="21240" y="379928"/>
                </a:lnTo>
                <a:lnTo>
                  <a:pt x="36957" y="381190"/>
                </a:lnTo>
                <a:lnTo>
                  <a:pt x="48672" y="381595"/>
                </a:lnTo>
                <a:lnTo>
                  <a:pt x="102269" y="381595"/>
                </a:lnTo>
                <a:lnTo>
                  <a:pt x="99060" y="391668"/>
                </a:lnTo>
                <a:lnTo>
                  <a:pt x="95297" y="407360"/>
                </a:lnTo>
                <a:lnTo>
                  <a:pt x="92964" y="424624"/>
                </a:lnTo>
                <a:lnTo>
                  <a:pt x="91773" y="443317"/>
                </a:lnTo>
                <a:lnTo>
                  <a:pt x="91440" y="463296"/>
                </a:lnTo>
                <a:lnTo>
                  <a:pt x="92583" y="483322"/>
                </a:lnTo>
                <a:lnTo>
                  <a:pt x="93726" y="500062"/>
                </a:lnTo>
                <a:lnTo>
                  <a:pt x="94869" y="513659"/>
                </a:lnTo>
                <a:lnTo>
                  <a:pt x="96012" y="524256"/>
                </a:lnTo>
                <a:lnTo>
                  <a:pt x="96012" y="530352"/>
                </a:lnTo>
                <a:lnTo>
                  <a:pt x="91440" y="533399"/>
                </a:lnTo>
                <a:close/>
              </a:path>
              <a:path w="563879" h="547369">
                <a:moveTo>
                  <a:pt x="440039" y="492252"/>
                </a:moveTo>
                <a:lnTo>
                  <a:pt x="222504" y="492252"/>
                </a:lnTo>
                <a:lnTo>
                  <a:pt x="473964" y="475488"/>
                </a:lnTo>
                <a:lnTo>
                  <a:pt x="457700" y="454032"/>
                </a:lnTo>
                <a:lnTo>
                  <a:pt x="441007" y="433006"/>
                </a:lnTo>
                <a:lnTo>
                  <a:pt x="424029" y="412265"/>
                </a:lnTo>
                <a:lnTo>
                  <a:pt x="406908" y="391668"/>
                </a:lnTo>
                <a:lnTo>
                  <a:pt x="411480" y="385572"/>
                </a:lnTo>
                <a:lnTo>
                  <a:pt x="432054" y="399859"/>
                </a:lnTo>
                <a:lnTo>
                  <a:pt x="450342" y="413004"/>
                </a:lnTo>
                <a:lnTo>
                  <a:pt x="466344" y="425005"/>
                </a:lnTo>
                <a:lnTo>
                  <a:pt x="480060" y="435864"/>
                </a:lnTo>
                <a:lnTo>
                  <a:pt x="491823" y="445008"/>
                </a:lnTo>
                <a:lnTo>
                  <a:pt x="519684" y="472440"/>
                </a:lnTo>
                <a:lnTo>
                  <a:pt x="530856" y="487680"/>
                </a:lnTo>
                <a:lnTo>
                  <a:pt x="480060" y="487680"/>
                </a:lnTo>
                <a:lnTo>
                  <a:pt x="440039" y="492252"/>
                </a:lnTo>
                <a:close/>
              </a:path>
              <a:path w="563879" h="547369">
                <a:moveTo>
                  <a:pt x="515112" y="547116"/>
                </a:moveTo>
                <a:lnTo>
                  <a:pt x="509016" y="547116"/>
                </a:lnTo>
                <a:lnTo>
                  <a:pt x="505968" y="542544"/>
                </a:lnTo>
                <a:lnTo>
                  <a:pt x="502920" y="533399"/>
                </a:lnTo>
                <a:lnTo>
                  <a:pt x="497419" y="521970"/>
                </a:lnTo>
                <a:lnTo>
                  <a:pt x="492061" y="510540"/>
                </a:lnTo>
                <a:lnTo>
                  <a:pt x="486417" y="499110"/>
                </a:lnTo>
                <a:lnTo>
                  <a:pt x="480060" y="487680"/>
                </a:lnTo>
                <a:lnTo>
                  <a:pt x="530856" y="487680"/>
                </a:lnTo>
                <a:lnTo>
                  <a:pt x="532066" y="489585"/>
                </a:lnTo>
                <a:lnTo>
                  <a:pt x="535328" y="497300"/>
                </a:lnTo>
                <a:lnTo>
                  <a:pt x="536448" y="504444"/>
                </a:lnTo>
                <a:lnTo>
                  <a:pt x="535638" y="511540"/>
                </a:lnTo>
                <a:lnTo>
                  <a:pt x="533400" y="518922"/>
                </a:lnTo>
                <a:lnTo>
                  <a:pt x="530018" y="526303"/>
                </a:lnTo>
                <a:lnTo>
                  <a:pt x="525780" y="533399"/>
                </a:lnTo>
                <a:lnTo>
                  <a:pt x="519684" y="542544"/>
                </a:lnTo>
                <a:lnTo>
                  <a:pt x="515112" y="547116"/>
                </a:lnTo>
                <a:close/>
              </a:path>
            </a:pathLst>
          </a:custGeom>
          <a:solidFill>
            <a:srgbClr val="333399"/>
          </a:solidFill>
        </p:spPr>
        <p:txBody>
          <a:bodyPr wrap="square" lIns="0" tIns="0" rIns="0" bIns="0" rtlCol="0"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</a:endParaRPr>
          </a:p>
        </p:txBody>
      </p:sp>
      <p:sp>
        <p:nvSpPr>
          <p:cNvPr id="7" name="object 7"/>
          <p:cNvSpPr/>
          <p:nvPr/>
        </p:nvSpPr>
        <p:spPr>
          <a:xfrm>
            <a:off x="1751075" y="2499360"/>
            <a:ext cx="155575" cy="155575"/>
          </a:xfrm>
          <a:custGeom>
            <a:avLst/>
            <a:gdLst/>
            <a:ahLst/>
            <a:cxnLst/>
            <a:rect l="l" t="t" r="r" b="b"/>
            <a:pathLst>
              <a:path w="155575" h="155575">
                <a:moveTo>
                  <a:pt x="155448" y="155448"/>
                </a:moveTo>
                <a:lnTo>
                  <a:pt x="0" y="155448"/>
                </a:lnTo>
                <a:lnTo>
                  <a:pt x="0" y="0"/>
                </a:lnTo>
                <a:lnTo>
                  <a:pt x="155448" y="0"/>
                </a:lnTo>
                <a:lnTo>
                  <a:pt x="155448" y="155448"/>
                </a:lnTo>
                <a:close/>
              </a:path>
            </a:pathLst>
          </a:custGeom>
          <a:solidFill>
            <a:srgbClr val="3333CC"/>
          </a:solidFill>
        </p:spPr>
        <p:txBody>
          <a:bodyPr wrap="square" lIns="0" tIns="0" rIns="0" bIns="0" rtlCol="0"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</a:endParaRPr>
          </a:p>
        </p:txBody>
      </p:sp>
      <p:sp>
        <p:nvSpPr>
          <p:cNvPr id="8" name="object 8"/>
          <p:cNvSpPr/>
          <p:nvPr/>
        </p:nvSpPr>
        <p:spPr>
          <a:xfrm>
            <a:off x="2121408" y="2307348"/>
            <a:ext cx="1103630" cy="410209"/>
          </a:xfrm>
          <a:custGeom>
            <a:avLst/>
            <a:gdLst/>
            <a:ahLst/>
            <a:cxnLst/>
            <a:rect l="l" t="t" r="r" b="b"/>
            <a:pathLst>
              <a:path w="1103630" h="410210">
                <a:moveTo>
                  <a:pt x="185928" y="213360"/>
                </a:moveTo>
                <a:lnTo>
                  <a:pt x="180365" y="208788"/>
                </a:lnTo>
                <a:lnTo>
                  <a:pt x="160020" y="192024"/>
                </a:lnTo>
                <a:lnTo>
                  <a:pt x="152400" y="202501"/>
                </a:lnTo>
                <a:lnTo>
                  <a:pt x="152400" y="219456"/>
                </a:lnTo>
                <a:lnTo>
                  <a:pt x="152400" y="326136"/>
                </a:lnTo>
                <a:lnTo>
                  <a:pt x="85344" y="326136"/>
                </a:lnTo>
                <a:lnTo>
                  <a:pt x="85344" y="219456"/>
                </a:lnTo>
                <a:lnTo>
                  <a:pt x="152400" y="219456"/>
                </a:lnTo>
                <a:lnTo>
                  <a:pt x="152400" y="202501"/>
                </a:lnTo>
                <a:lnTo>
                  <a:pt x="147828" y="208788"/>
                </a:lnTo>
                <a:lnTo>
                  <a:pt x="85344" y="208788"/>
                </a:lnTo>
                <a:lnTo>
                  <a:pt x="60960" y="192024"/>
                </a:lnTo>
                <a:lnTo>
                  <a:pt x="61836" y="218592"/>
                </a:lnTo>
                <a:lnTo>
                  <a:pt x="62293" y="243459"/>
                </a:lnTo>
                <a:lnTo>
                  <a:pt x="62420" y="261835"/>
                </a:lnTo>
                <a:lnTo>
                  <a:pt x="62306" y="330708"/>
                </a:lnTo>
                <a:lnTo>
                  <a:pt x="62179" y="338556"/>
                </a:lnTo>
                <a:lnTo>
                  <a:pt x="61836" y="357466"/>
                </a:lnTo>
                <a:lnTo>
                  <a:pt x="60960" y="384048"/>
                </a:lnTo>
                <a:lnTo>
                  <a:pt x="85344" y="373380"/>
                </a:lnTo>
                <a:lnTo>
                  <a:pt x="85344" y="336804"/>
                </a:lnTo>
                <a:lnTo>
                  <a:pt x="152400" y="336804"/>
                </a:lnTo>
                <a:lnTo>
                  <a:pt x="152400" y="367284"/>
                </a:lnTo>
                <a:lnTo>
                  <a:pt x="176784" y="356616"/>
                </a:lnTo>
                <a:lnTo>
                  <a:pt x="175641" y="336804"/>
                </a:lnTo>
                <a:lnTo>
                  <a:pt x="175272" y="326136"/>
                </a:lnTo>
                <a:lnTo>
                  <a:pt x="174688" y="309460"/>
                </a:lnTo>
                <a:lnTo>
                  <a:pt x="173990" y="271526"/>
                </a:lnTo>
                <a:lnTo>
                  <a:pt x="173736" y="224028"/>
                </a:lnTo>
                <a:lnTo>
                  <a:pt x="178955" y="219456"/>
                </a:lnTo>
                <a:lnTo>
                  <a:pt x="185928" y="213360"/>
                </a:lnTo>
                <a:close/>
              </a:path>
              <a:path w="1103630" h="410210">
                <a:moveTo>
                  <a:pt x="291084" y="158496"/>
                </a:moveTo>
                <a:lnTo>
                  <a:pt x="259080" y="126492"/>
                </a:lnTo>
                <a:lnTo>
                  <a:pt x="239268" y="147828"/>
                </a:lnTo>
                <a:lnTo>
                  <a:pt x="108204" y="147828"/>
                </a:lnTo>
                <a:lnTo>
                  <a:pt x="123444" y="163068"/>
                </a:lnTo>
                <a:lnTo>
                  <a:pt x="131965" y="161061"/>
                </a:lnTo>
                <a:lnTo>
                  <a:pt x="141351" y="159639"/>
                </a:lnTo>
                <a:lnTo>
                  <a:pt x="151295" y="158775"/>
                </a:lnTo>
                <a:lnTo>
                  <a:pt x="161544" y="158496"/>
                </a:lnTo>
                <a:lnTo>
                  <a:pt x="291084" y="158496"/>
                </a:lnTo>
                <a:close/>
              </a:path>
              <a:path w="1103630" h="410210">
                <a:moveTo>
                  <a:pt x="359664" y="208788"/>
                </a:moveTo>
                <a:lnTo>
                  <a:pt x="353783" y="204216"/>
                </a:lnTo>
                <a:lnTo>
                  <a:pt x="332232" y="187452"/>
                </a:lnTo>
                <a:lnTo>
                  <a:pt x="320040" y="204216"/>
                </a:lnTo>
                <a:lnTo>
                  <a:pt x="246888" y="204216"/>
                </a:lnTo>
                <a:lnTo>
                  <a:pt x="222504" y="188976"/>
                </a:lnTo>
                <a:lnTo>
                  <a:pt x="223354" y="208788"/>
                </a:lnTo>
                <a:lnTo>
                  <a:pt x="223837" y="233553"/>
                </a:lnTo>
                <a:lnTo>
                  <a:pt x="223888" y="243459"/>
                </a:lnTo>
                <a:lnTo>
                  <a:pt x="224002" y="271526"/>
                </a:lnTo>
                <a:lnTo>
                  <a:pt x="223901" y="344678"/>
                </a:lnTo>
                <a:lnTo>
                  <a:pt x="223812" y="357949"/>
                </a:lnTo>
                <a:lnTo>
                  <a:pt x="223393" y="384048"/>
                </a:lnTo>
                <a:lnTo>
                  <a:pt x="222504" y="409956"/>
                </a:lnTo>
                <a:lnTo>
                  <a:pt x="246888" y="397764"/>
                </a:lnTo>
                <a:lnTo>
                  <a:pt x="246888" y="214884"/>
                </a:lnTo>
                <a:lnTo>
                  <a:pt x="324612" y="214884"/>
                </a:lnTo>
                <a:lnTo>
                  <a:pt x="324612" y="332232"/>
                </a:lnTo>
                <a:lnTo>
                  <a:pt x="320052" y="339826"/>
                </a:lnTo>
                <a:lnTo>
                  <a:pt x="305244" y="339801"/>
                </a:lnTo>
                <a:lnTo>
                  <a:pt x="295084" y="339471"/>
                </a:lnTo>
                <a:lnTo>
                  <a:pt x="281762" y="338556"/>
                </a:lnTo>
                <a:lnTo>
                  <a:pt x="265176" y="336804"/>
                </a:lnTo>
                <a:lnTo>
                  <a:pt x="265176" y="344424"/>
                </a:lnTo>
                <a:lnTo>
                  <a:pt x="285407" y="350685"/>
                </a:lnTo>
                <a:lnTo>
                  <a:pt x="300228" y="357949"/>
                </a:lnTo>
                <a:lnTo>
                  <a:pt x="309321" y="366064"/>
                </a:lnTo>
                <a:lnTo>
                  <a:pt x="312420" y="374904"/>
                </a:lnTo>
                <a:lnTo>
                  <a:pt x="327507" y="366915"/>
                </a:lnTo>
                <a:lnTo>
                  <a:pt x="338328" y="356806"/>
                </a:lnTo>
                <a:lnTo>
                  <a:pt x="344563" y="344678"/>
                </a:lnTo>
                <a:lnTo>
                  <a:pt x="345033" y="339852"/>
                </a:lnTo>
                <a:lnTo>
                  <a:pt x="345948" y="330708"/>
                </a:lnTo>
                <a:lnTo>
                  <a:pt x="345948" y="220980"/>
                </a:lnTo>
                <a:lnTo>
                  <a:pt x="352806" y="214884"/>
                </a:lnTo>
                <a:lnTo>
                  <a:pt x="359664" y="208788"/>
                </a:lnTo>
                <a:close/>
              </a:path>
              <a:path w="1103630" h="410210">
                <a:moveTo>
                  <a:pt x="411480" y="152400"/>
                </a:moveTo>
                <a:lnTo>
                  <a:pt x="347662" y="137922"/>
                </a:lnTo>
                <a:lnTo>
                  <a:pt x="294132" y="114300"/>
                </a:lnTo>
                <a:lnTo>
                  <a:pt x="249364" y="81343"/>
                </a:lnTo>
                <a:lnTo>
                  <a:pt x="214083" y="42672"/>
                </a:lnTo>
                <a:lnTo>
                  <a:pt x="210312" y="38100"/>
                </a:lnTo>
                <a:lnTo>
                  <a:pt x="227076" y="25908"/>
                </a:lnTo>
                <a:lnTo>
                  <a:pt x="192024" y="0"/>
                </a:lnTo>
                <a:lnTo>
                  <a:pt x="163830" y="52578"/>
                </a:lnTo>
                <a:lnTo>
                  <a:pt x="121920" y="105156"/>
                </a:lnTo>
                <a:lnTo>
                  <a:pt x="66103" y="154114"/>
                </a:lnTo>
                <a:lnTo>
                  <a:pt x="0" y="190500"/>
                </a:lnTo>
                <a:lnTo>
                  <a:pt x="4572" y="198120"/>
                </a:lnTo>
                <a:lnTo>
                  <a:pt x="69532" y="167640"/>
                </a:lnTo>
                <a:lnTo>
                  <a:pt x="121920" y="132588"/>
                </a:lnTo>
                <a:lnTo>
                  <a:pt x="164211" y="91630"/>
                </a:lnTo>
                <a:lnTo>
                  <a:pt x="204216" y="42672"/>
                </a:lnTo>
                <a:lnTo>
                  <a:pt x="219405" y="66433"/>
                </a:lnTo>
                <a:lnTo>
                  <a:pt x="252641" y="106527"/>
                </a:lnTo>
                <a:lnTo>
                  <a:pt x="291249" y="138531"/>
                </a:lnTo>
                <a:lnTo>
                  <a:pt x="340918" y="169303"/>
                </a:lnTo>
                <a:lnTo>
                  <a:pt x="370332" y="184404"/>
                </a:lnTo>
                <a:lnTo>
                  <a:pt x="377190" y="174155"/>
                </a:lnTo>
                <a:lnTo>
                  <a:pt x="386334" y="166497"/>
                </a:lnTo>
                <a:lnTo>
                  <a:pt x="397764" y="161683"/>
                </a:lnTo>
                <a:lnTo>
                  <a:pt x="411480" y="160020"/>
                </a:lnTo>
                <a:lnTo>
                  <a:pt x="411480" y="152400"/>
                </a:lnTo>
                <a:close/>
              </a:path>
              <a:path w="1103630" h="410210">
                <a:moveTo>
                  <a:pt x="640080" y="36563"/>
                </a:moveTo>
                <a:lnTo>
                  <a:pt x="634517" y="31991"/>
                </a:lnTo>
                <a:lnTo>
                  <a:pt x="614172" y="15227"/>
                </a:lnTo>
                <a:lnTo>
                  <a:pt x="605028" y="27800"/>
                </a:lnTo>
                <a:lnTo>
                  <a:pt x="605028" y="42659"/>
                </a:lnTo>
                <a:lnTo>
                  <a:pt x="605028" y="92951"/>
                </a:lnTo>
                <a:lnTo>
                  <a:pt x="605028" y="103619"/>
                </a:lnTo>
                <a:lnTo>
                  <a:pt x="605028" y="152387"/>
                </a:lnTo>
                <a:lnTo>
                  <a:pt x="524256" y="152387"/>
                </a:lnTo>
                <a:lnTo>
                  <a:pt x="524256" y="103619"/>
                </a:lnTo>
                <a:lnTo>
                  <a:pt x="605028" y="103619"/>
                </a:lnTo>
                <a:lnTo>
                  <a:pt x="605028" y="92951"/>
                </a:lnTo>
                <a:lnTo>
                  <a:pt x="524256" y="92951"/>
                </a:lnTo>
                <a:lnTo>
                  <a:pt x="524256" y="42659"/>
                </a:lnTo>
                <a:lnTo>
                  <a:pt x="605028" y="42659"/>
                </a:lnTo>
                <a:lnTo>
                  <a:pt x="605028" y="27800"/>
                </a:lnTo>
                <a:lnTo>
                  <a:pt x="601980" y="31991"/>
                </a:lnTo>
                <a:lnTo>
                  <a:pt x="524256" y="31991"/>
                </a:lnTo>
                <a:lnTo>
                  <a:pt x="499872" y="18275"/>
                </a:lnTo>
                <a:lnTo>
                  <a:pt x="500100" y="37122"/>
                </a:lnTo>
                <a:lnTo>
                  <a:pt x="501129" y="76758"/>
                </a:lnTo>
                <a:lnTo>
                  <a:pt x="501345" y="94475"/>
                </a:lnTo>
                <a:lnTo>
                  <a:pt x="501269" y="109715"/>
                </a:lnTo>
                <a:lnTo>
                  <a:pt x="501154" y="120510"/>
                </a:lnTo>
                <a:lnTo>
                  <a:pt x="500100" y="162280"/>
                </a:lnTo>
                <a:lnTo>
                  <a:pt x="499872" y="182867"/>
                </a:lnTo>
                <a:lnTo>
                  <a:pt x="524256" y="173723"/>
                </a:lnTo>
                <a:lnTo>
                  <a:pt x="524256" y="163055"/>
                </a:lnTo>
                <a:lnTo>
                  <a:pt x="605028" y="163055"/>
                </a:lnTo>
                <a:lnTo>
                  <a:pt x="605028" y="178295"/>
                </a:lnTo>
                <a:lnTo>
                  <a:pt x="629412" y="166103"/>
                </a:lnTo>
                <a:lnTo>
                  <a:pt x="629285" y="163055"/>
                </a:lnTo>
                <a:lnTo>
                  <a:pt x="628865" y="152387"/>
                </a:lnTo>
                <a:lnTo>
                  <a:pt x="628002" y="103619"/>
                </a:lnTo>
                <a:lnTo>
                  <a:pt x="627888" y="47231"/>
                </a:lnTo>
                <a:lnTo>
                  <a:pt x="633107" y="42659"/>
                </a:lnTo>
                <a:lnTo>
                  <a:pt x="640080" y="36563"/>
                </a:lnTo>
                <a:close/>
              </a:path>
              <a:path w="1103630" h="410210">
                <a:moveTo>
                  <a:pt x="768096" y="150863"/>
                </a:moveTo>
                <a:lnTo>
                  <a:pt x="729996" y="131051"/>
                </a:lnTo>
                <a:lnTo>
                  <a:pt x="730846" y="156540"/>
                </a:lnTo>
                <a:lnTo>
                  <a:pt x="731050" y="173723"/>
                </a:lnTo>
                <a:lnTo>
                  <a:pt x="729996" y="225539"/>
                </a:lnTo>
                <a:lnTo>
                  <a:pt x="723138" y="264210"/>
                </a:lnTo>
                <a:lnTo>
                  <a:pt x="694867" y="311797"/>
                </a:lnTo>
                <a:lnTo>
                  <a:pt x="658914" y="340461"/>
                </a:lnTo>
                <a:lnTo>
                  <a:pt x="635508" y="355079"/>
                </a:lnTo>
                <a:lnTo>
                  <a:pt x="638556" y="359651"/>
                </a:lnTo>
                <a:lnTo>
                  <a:pt x="680847" y="340220"/>
                </a:lnTo>
                <a:lnTo>
                  <a:pt x="723392" y="305676"/>
                </a:lnTo>
                <a:lnTo>
                  <a:pt x="746760" y="265163"/>
                </a:lnTo>
                <a:lnTo>
                  <a:pt x="752284" y="224967"/>
                </a:lnTo>
                <a:lnTo>
                  <a:pt x="754380" y="163055"/>
                </a:lnTo>
                <a:lnTo>
                  <a:pt x="768096" y="150863"/>
                </a:lnTo>
                <a:close/>
              </a:path>
              <a:path w="1103630" h="410210">
                <a:moveTo>
                  <a:pt x="835152" y="316979"/>
                </a:moveTo>
                <a:lnTo>
                  <a:pt x="832104" y="310883"/>
                </a:lnTo>
                <a:lnTo>
                  <a:pt x="829056" y="303263"/>
                </a:lnTo>
                <a:lnTo>
                  <a:pt x="821880" y="297268"/>
                </a:lnTo>
                <a:lnTo>
                  <a:pt x="807148" y="288404"/>
                </a:lnTo>
                <a:lnTo>
                  <a:pt x="784682" y="276694"/>
                </a:lnTo>
                <a:lnTo>
                  <a:pt x="754380" y="262115"/>
                </a:lnTo>
                <a:lnTo>
                  <a:pt x="751332" y="266687"/>
                </a:lnTo>
                <a:lnTo>
                  <a:pt x="773061" y="285267"/>
                </a:lnTo>
                <a:lnTo>
                  <a:pt x="790384" y="302120"/>
                </a:lnTo>
                <a:lnTo>
                  <a:pt x="803402" y="317271"/>
                </a:lnTo>
                <a:lnTo>
                  <a:pt x="812292" y="330695"/>
                </a:lnTo>
                <a:lnTo>
                  <a:pt x="818311" y="341249"/>
                </a:lnTo>
                <a:lnTo>
                  <a:pt x="821436" y="347459"/>
                </a:lnTo>
                <a:lnTo>
                  <a:pt x="827532" y="347459"/>
                </a:lnTo>
                <a:lnTo>
                  <a:pt x="832104" y="338315"/>
                </a:lnTo>
                <a:lnTo>
                  <a:pt x="833628" y="330695"/>
                </a:lnTo>
                <a:lnTo>
                  <a:pt x="835152" y="326123"/>
                </a:lnTo>
                <a:lnTo>
                  <a:pt x="835152" y="316979"/>
                </a:lnTo>
                <a:close/>
              </a:path>
              <a:path w="1103630" h="410210">
                <a:moveTo>
                  <a:pt x="848868" y="44183"/>
                </a:moveTo>
                <a:lnTo>
                  <a:pt x="821436" y="13703"/>
                </a:lnTo>
                <a:lnTo>
                  <a:pt x="800100" y="35039"/>
                </a:lnTo>
                <a:lnTo>
                  <a:pt x="649224" y="35039"/>
                </a:lnTo>
                <a:lnTo>
                  <a:pt x="664464" y="50279"/>
                </a:lnTo>
                <a:lnTo>
                  <a:pt x="674103" y="48044"/>
                </a:lnTo>
                <a:lnTo>
                  <a:pt x="684466" y="46088"/>
                </a:lnTo>
                <a:lnTo>
                  <a:pt x="695109" y="44716"/>
                </a:lnTo>
                <a:lnTo>
                  <a:pt x="705612" y="44183"/>
                </a:lnTo>
                <a:lnTo>
                  <a:pt x="726948" y="44183"/>
                </a:lnTo>
                <a:lnTo>
                  <a:pt x="725512" y="56756"/>
                </a:lnTo>
                <a:lnTo>
                  <a:pt x="723519" y="69329"/>
                </a:lnTo>
                <a:lnTo>
                  <a:pt x="720940" y="81902"/>
                </a:lnTo>
                <a:lnTo>
                  <a:pt x="717804" y="94475"/>
                </a:lnTo>
                <a:lnTo>
                  <a:pt x="696468" y="94475"/>
                </a:lnTo>
                <a:lnTo>
                  <a:pt x="672084" y="80759"/>
                </a:lnTo>
                <a:lnTo>
                  <a:pt x="672350" y="103619"/>
                </a:lnTo>
                <a:lnTo>
                  <a:pt x="673265" y="143891"/>
                </a:lnTo>
                <a:lnTo>
                  <a:pt x="673392" y="150863"/>
                </a:lnTo>
                <a:lnTo>
                  <a:pt x="673506" y="163055"/>
                </a:lnTo>
                <a:lnTo>
                  <a:pt x="673392" y="196799"/>
                </a:lnTo>
                <a:lnTo>
                  <a:pt x="673277" y="203492"/>
                </a:lnTo>
                <a:lnTo>
                  <a:pt x="672312" y="244449"/>
                </a:lnTo>
                <a:lnTo>
                  <a:pt x="672084" y="263639"/>
                </a:lnTo>
                <a:lnTo>
                  <a:pt x="696468" y="249923"/>
                </a:lnTo>
                <a:lnTo>
                  <a:pt x="696468" y="105143"/>
                </a:lnTo>
                <a:lnTo>
                  <a:pt x="797052" y="105143"/>
                </a:lnTo>
                <a:lnTo>
                  <a:pt x="797052" y="259067"/>
                </a:lnTo>
                <a:lnTo>
                  <a:pt x="821436" y="246875"/>
                </a:lnTo>
                <a:lnTo>
                  <a:pt x="820572" y="228587"/>
                </a:lnTo>
                <a:lnTo>
                  <a:pt x="820102" y="212585"/>
                </a:lnTo>
                <a:lnTo>
                  <a:pt x="819975" y="203492"/>
                </a:lnTo>
                <a:lnTo>
                  <a:pt x="819912" y="109715"/>
                </a:lnTo>
                <a:lnTo>
                  <a:pt x="825131" y="105143"/>
                </a:lnTo>
                <a:lnTo>
                  <a:pt x="832104" y="99047"/>
                </a:lnTo>
                <a:lnTo>
                  <a:pt x="825766" y="94475"/>
                </a:lnTo>
                <a:lnTo>
                  <a:pt x="804672" y="79235"/>
                </a:lnTo>
                <a:lnTo>
                  <a:pt x="792480" y="94475"/>
                </a:lnTo>
                <a:lnTo>
                  <a:pt x="726948" y="94475"/>
                </a:lnTo>
                <a:lnTo>
                  <a:pt x="737247" y="76758"/>
                </a:lnTo>
                <a:lnTo>
                  <a:pt x="745426" y="62471"/>
                </a:lnTo>
                <a:lnTo>
                  <a:pt x="751586" y="51612"/>
                </a:lnTo>
                <a:lnTo>
                  <a:pt x="755904" y="44183"/>
                </a:lnTo>
                <a:lnTo>
                  <a:pt x="848868" y="44183"/>
                </a:lnTo>
                <a:close/>
              </a:path>
              <a:path w="1103630" h="410210">
                <a:moveTo>
                  <a:pt x="851916" y="359651"/>
                </a:moveTo>
                <a:lnTo>
                  <a:pt x="815619" y="363423"/>
                </a:lnTo>
                <a:lnTo>
                  <a:pt x="777621" y="365747"/>
                </a:lnTo>
                <a:lnTo>
                  <a:pt x="737895" y="366941"/>
                </a:lnTo>
                <a:lnTo>
                  <a:pt x="696468" y="367271"/>
                </a:lnTo>
                <a:lnTo>
                  <a:pt x="657313" y="366153"/>
                </a:lnTo>
                <a:lnTo>
                  <a:pt x="624459" y="362889"/>
                </a:lnTo>
                <a:lnTo>
                  <a:pt x="597877" y="357632"/>
                </a:lnTo>
                <a:lnTo>
                  <a:pt x="577596" y="350507"/>
                </a:lnTo>
                <a:lnTo>
                  <a:pt x="577596" y="344411"/>
                </a:lnTo>
                <a:lnTo>
                  <a:pt x="577596" y="283451"/>
                </a:lnTo>
                <a:lnTo>
                  <a:pt x="655320" y="283451"/>
                </a:lnTo>
                <a:lnTo>
                  <a:pt x="646252" y="272783"/>
                </a:lnTo>
                <a:lnTo>
                  <a:pt x="629412" y="252971"/>
                </a:lnTo>
                <a:lnTo>
                  <a:pt x="611124" y="272783"/>
                </a:lnTo>
                <a:lnTo>
                  <a:pt x="577596" y="272783"/>
                </a:lnTo>
                <a:lnTo>
                  <a:pt x="577596" y="211823"/>
                </a:lnTo>
                <a:lnTo>
                  <a:pt x="662940" y="211823"/>
                </a:lnTo>
                <a:lnTo>
                  <a:pt x="635508" y="179819"/>
                </a:lnTo>
                <a:lnTo>
                  <a:pt x="614172" y="201155"/>
                </a:lnTo>
                <a:lnTo>
                  <a:pt x="460248" y="201155"/>
                </a:lnTo>
                <a:lnTo>
                  <a:pt x="477012" y="216395"/>
                </a:lnTo>
                <a:lnTo>
                  <a:pt x="486435" y="214401"/>
                </a:lnTo>
                <a:lnTo>
                  <a:pt x="496443" y="212966"/>
                </a:lnTo>
                <a:lnTo>
                  <a:pt x="507009" y="212115"/>
                </a:lnTo>
                <a:lnTo>
                  <a:pt x="518160" y="211823"/>
                </a:lnTo>
                <a:lnTo>
                  <a:pt x="554736" y="211823"/>
                </a:lnTo>
                <a:lnTo>
                  <a:pt x="554736" y="344411"/>
                </a:lnTo>
                <a:lnTo>
                  <a:pt x="540461" y="334086"/>
                </a:lnTo>
                <a:lnTo>
                  <a:pt x="527494" y="323456"/>
                </a:lnTo>
                <a:lnTo>
                  <a:pt x="515937" y="312267"/>
                </a:lnTo>
                <a:lnTo>
                  <a:pt x="514794" y="310883"/>
                </a:lnTo>
                <a:lnTo>
                  <a:pt x="505968" y="300215"/>
                </a:lnTo>
                <a:lnTo>
                  <a:pt x="509930" y="278866"/>
                </a:lnTo>
                <a:lnTo>
                  <a:pt x="514921" y="262686"/>
                </a:lnTo>
                <a:lnTo>
                  <a:pt x="520750" y="252006"/>
                </a:lnTo>
                <a:lnTo>
                  <a:pt x="527304" y="246875"/>
                </a:lnTo>
                <a:lnTo>
                  <a:pt x="492252" y="228587"/>
                </a:lnTo>
                <a:lnTo>
                  <a:pt x="487680" y="269925"/>
                </a:lnTo>
                <a:lnTo>
                  <a:pt x="478536" y="316979"/>
                </a:lnTo>
                <a:lnTo>
                  <a:pt x="464820" y="363651"/>
                </a:lnTo>
                <a:lnTo>
                  <a:pt x="446532" y="402323"/>
                </a:lnTo>
                <a:lnTo>
                  <a:pt x="452628" y="406895"/>
                </a:lnTo>
                <a:lnTo>
                  <a:pt x="466915" y="388035"/>
                </a:lnTo>
                <a:lnTo>
                  <a:pt x="480060" y="365747"/>
                </a:lnTo>
                <a:lnTo>
                  <a:pt x="492061" y="340029"/>
                </a:lnTo>
                <a:lnTo>
                  <a:pt x="502920" y="310883"/>
                </a:lnTo>
                <a:lnTo>
                  <a:pt x="516610" y="328650"/>
                </a:lnTo>
                <a:lnTo>
                  <a:pt x="556260" y="364223"/>
                </a:lnTo>
                <a:lnTo>
                  <a:pt x="605764" y="382231"/>
                </a:lnTo>
                <a:lnTo>
                  <a:pt x="655523" y="391071"/>
                </a:lnTo>
                <a:lnTo>
                  <a:pt x="697420" y="393750"/>
                </a:lnTo>
                <a:lnTo>
                  <a:pt x="752157" y="395020"/>
                </a:lnTo>
                <a:lnTo>
                  <a:pt x="819912" y="394703"/>
                </a:lnTo>
                <a:lnTo>
                  <a:pt x="821905" y="386994"/>
                </a:lnTo>
                <a:lnTo>
                  <a:pt x="827913" y="379844"/>
                </a:lnTo>
                <a:lnTo>
                  <a:pt x="837907" y="373278"/>
                </a:lnTo>
                <a:lnTo>
                  <a:pt x="851916" y="367271"/>
                </a:lnTo>
                <a:lnTo>
                  <a:pt x="851916" y="359651"/>
                </a:lnTo>
                <a:close/>
              </a:path>
              <a:path w="1103630" h="410210">
                <a:moveTo>
                  <a:pt x="1103363" y="262128"/>
                </a:moveTo>
                <a:lnTo>
                  <a:pt x="1098232" y="224028"/>
                </a:lnTo>
                <a:lnTo>
                  <a:pt x="1076655" y="185712"/>
                </a:lnTo>
                <a:lnTo>
                  <a:pt x="1059154" y="172364"/>
                </a:lnTo>
                <a:lnTo>
                  <a:pt x="1059154" y="264033"/>
                </a:lnTo>
                <a:lnTo>
                  <a:pt x="1058049" y="280797"/>
                </a:lnTo>
                <a:lnTo>
                  <a:pt x="1042403" y="318516"/>
                </a:lnTo>
                <a:lnTo>
                  <a:pt x="1001255" y="338328"/>
                </a:lnTo>
                <a:lnTo>
                  <a:pt x="993635" y="338328"/>
                </a:lnTo>
                <a:lnTo>
                  <a:pt x="986015" y="336804"/>
                </a:lnTo>
                <a:lnTo>
                  <a:pt x="979919" y="333756"/>
                </a:lnTo>
                <a:lnTo>
                  <a:pt x="972299" y="330708"/>
                </a:lnTo>
                <a:lnTo>
                  <a:pt x="947039" y="297751"/>
                </a:lnTo>
                <a:lnTo>
                  <a:pt x="937564" y="249453"/>
                </a:lnTo>
                <a:lnTo>
                  <a:pt x="937247" y="213360"/>
                </a:lnTo>
                <a:lnTo>
                  <a:pt x="944994" y="209067"/>
                </a:lnTo>
                <a:lnTo>
                  <a:pt x="988072" y="195351"/>
                </a:lnTo>
                <a:lnTo>
                  <a:pt x="995159" y="195072"/>
                </a:lnTo>
                <a:lnTo>
                  <a:pt x="1002779" y="195072"/>
                </a:lnTo>
                <a:lnTo>
                  <a:pt x="1025639" y="199644"/>
                </a:lnTo>
                <a:lnTo>
                  <a:pt x="1031735" y="202692"/>
                </a:lnTo>
                <a:lnTo>
                  <a:pt x="1036307" y="207264"/>
                </a:lnTo>
                <a:lnTo>
                  <a:pt x="1042390" y="212115"/>
                </a:lnTo>
                <a:lnTo>
                  <a:pt x="1058887" y="253911"/>
                </a:lnTo>
                <a:lnTo>
                  <a:pt x="1059154" y="264033"/>
                </a:lnTo>
                <a:lnTo>
                  <a:pt x="1059154" y="172364"/>
                </a:lnTo>
                <a:lnTo>
                  <a:pt x="1014691" y="160274"/>
                </a:lnTo>
                <a:lnTo>
                  <a:pt x="1005827" y="160020"/>
                </a:lnTo>
                <a:lnTo>
                  <a:pt x="995832" y="160324"/>
                </a:lnTo>
                <a:lnTo>
                  <a:pt x="953249" y="172783"/>
                </a:lnTo>
                <a:lnTo>
                  <a:pt x="937247" y="182880"/>
                </a:lnTo>
                <a:lnTo>
                  <a:pt x="940943" y="157175"/>
                </a:lnTo>
                <a:lnTo>
                  <a:pt x="956322" y="116649"/>
                </a:lnTo>
                <a:lnTo>
                  <a:pt x="996492" y="81534"/>
                </a:lnTo>
                <a:lnTo>
                  <a:pt x="1033259" y="74676"/>
                </a:lnTo>
                <a:lnTo>
                  <a:pt x="1048499" y="74676"/>
                </a:lnTo>
                <a:lnTo>
                  <a:pt x="1056119" y="76200"/>
                </a:lnTo>
                <a:lnTo>
                  <a:pt x="1063739" y="79235"/>
                </a:lnTo>
                <a:lnTo>
                  <a:pt x="1069835" y="80759"/>
                </a:lnTo>
                <a:lnTo>
                  <a:pt x="1072883" y="82296"/>
                </a:lnTo>
                <a:lnTo>
                  <a:pt x="1075931" y="82296"/>
                </a:lnTo>
                <a:lnTo>
                  <a:pt x="1075931" y="74676"/>
                </a:lnTo>
                <a:lnTo>
                  <a:pt x="1075931" y="41135"/>
                </a:lnTo>
                <a:lnTo>
                  <a:pt x="1069835" y="39611"/>
                </a:lnTo>
                <a:lnTo>
                  <a:pt x="1065263" y="38087"/>
                </a:lnTo>
                <a:lnTo>
                  <a:pt x="1059167" y="38087"/>
                </a:lnTo>
                <a:lnTo>
                  <a:pt x="1053071" y="36563"/>
                </a:lnTo>
                <a:lnTo>
                  <a:pt x="1037831" y="36563"/>
                </a:lnTo>
                <a:lnTo>
                  <a:pt x="988110" y="44284"/>
                </a:lnTo>
                <a:lnTo>
                  <a:pt x="948677" y="67043"/>
                </a:lnTo>
                <a:lnTo>
                  <a:pt x="919772" y="101536"/>
                </a:lnTo>
                <a:lnTo>
                  <a:pt x="902195" y="147828"/>
                </a:lnTo>
                <a:lnTo>
                  <a:pt x="893660" y="203377"/>
                </a:lnTo>
                <a:lnTo>
                  <a:pt x="893051" y="224028"/>
                </a:lnTo>
                <a:lnTo>
                  <a:pt x="893622" y="244881"/>
                </a:lnTo>
                <a:lnTo>
                  <a:pt x="902195" y="297180"/>
                </a:lnTo>
                <a:lnTo>
                  <a:pt x="921054" y="334683"/>
                </a:lnTo>
                <a:lnTo>
                  <a:pt x="951496" y="361772"/>
                </a:lnTo>
                <a:lnTo>
                  <a:pt x="989469" y="372821"/>
                </a:lnTo>
                <a:lnTo>
                  <a:pt x="999731" y="373380"/>
                </a:lnTo>
                <a:lnTo>
                  <a:pt x="1010881" y="372821"/>
                </a:lnTo>
                <a:lnTo>
                  <a:pt x="1049743" y="361111"/>
                </a:lnTo>
                <a:lnTo>
                  <a:pt x="1079461" y="335483"/>
                </a:lnTo>
                <a:lnTo>
                  <a:pt x="1098867" y="297268"/>
                </a:lnTo>
                <a:lnTo>
                  <a:pt x="1102817" y="274408"/>
                </a:lnTo>
                <a:lnTo>
                  <a:pt x="1103363" y="26212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</a:endParaRPr>
          </a:p>
        </p:txBody>
      </p:sp>
      <p:sp>
        <p:nvSpPr>
          <p:cNvPr id="9" name="object 9"/>
          <p:cNvSpPr/>
          <p:nvPr/>
        </p:nvSpPr>
        <p:spPr>
          <a:xfrm>
            <a:off x="3398507" y="2307348"/>
            <a:ext cx="841375" cy="413384"/>
          </a:xfrm>
          <a:custGeom>
            <a:avLst/>
            <a:gdLst/>
            <a:ahLst/>
            <a:cxnLst/>
            <a:rect l="l" t="t" r="r" b="b"/>
            <a:pathLst>
              <a:path w="841375" h="413385">
                <a:moveTo>
                  <a:pt x="409968" y="153911"/>
                </a:moveTo>
                <a:lnTo>
                  <a:pt x="379476" y="123431"/>
                </a:lnTo>
                <a:lnTo>
                  <a:pt x="356628" y="143243"/>
                </a:lnTo>
                <a:lnTo>
                  <a:pt x="246900" y="143243"/>
                </a:lnTo>
                <a:lnTo>
                  <a:pt x="266039" y="123609"/>
                </a:lnTo>
                <a:lnTo>
                  <a:pt x="300659" y="86855"/>
                </a:lnTo>
                <a:lnTo>
                  <a:pt x="309473" y="77457"/>
                </a:lnTo>
                <a:lnTo>
                  <a:pt x="333768" y="51803"/>
                </a:lnTo>
                <a:lnTo>
                  <a:pt x="347484" y="47231"/>
                </a:lnTo>
                <a:lnTo>
                  <a:pt x="318528" y="19799"/>
                </a:lnTo>
                <a:lnTo>
                  <a:pt x="293382" y="56667"/>
                </a:lnTo>
                <a:lnTo>
                  <a:pt x="272135" y="84429"/>
                </a:lnTo>
                <a:lnTo>
                  <a:pt x="270268" y="82359"/>
                </a:lnTo>
                <a:lnTo>
                  <a:pt x="270268" y="86855"/>
                </a:lnTo>
                <a:lnTo>
                  <a:pt x="268300" y="89433"/>
                </a:lnTo>
                <a:lnTo>
                  <a:pt x="243090" y="118389"/>
                </a:lnTo>
                <a:lnTo>
                  <a:pt x="217932" y="143243"/>
                </a:lnTo>
                <a:lnTo>
                  <a:pt x="196596" y="143243"/>
                </a:lnTo>
                <a:lnTo>
                  <a:pt x="196596" y="86855"/>
                </a:lnTo>
                <a:lnTo>
                  <a:pt x="270268" y="86855"/>
                </a:lnTo>
                <a:lnTo>
                  <a:pt x="270268" y="82359"/>
                </a:lnTo>
                <a:lnTo>
                  <a:pt x="246900" y="56375"/>
                </a:lnTo>
                <a:lnTo>
                  <a:pt x="224040" y="76187"/>
                </a:lnTo>
                <a:lnTo>
                  <a:pt x="196596" y="76187"/>
                </a:lnTo>
                <a:lnTo>
                  <a:pt x="196596" y="31991"/>
                </a:lnTo>
                <a:lnTo>
                  <a:pt x="213360" y="18275"/>
                </a:lnTo>
                <a:lnTo>
                  <a:pt x="170688" y="3035"/>
                </a:lnTo>
                <a:lnTo>
                  <a:pt x="170929" y="14465"/>
                </a:lnTo>
                <a:lnTo>
                  <a:pt x="171450" y="30467"/>
                </a:lnTo>
                <a:lnTo>
                  <a:pt x="171983" y="51803"/>
                </a:lnTo>
                <a:lnTo>
                  <a:pt x="172212" y="76187"/>
                </a:lnTo>
                <a:lnTo>
                  <a:pt x="62496" y="76187"/>
                </a:lnTo>
                <a:lnTo>
                  <a:pt x="77724" y="91427"/>
                </a:lnTo>
                <a:lnTo>
                  <a:pt x="88036" y="89433"/>
                </a:lnTo>
                <a:lnTo>
                  <a:pt x="98488" y="87998"/>
                </a:lnTo>
                <a:lnTo>
                  <a:pt x="109232" y="87147"/>
                </a:lnTo>
                <a:lnTo>
                  <a:pt x="120396" y="86855"/>
                </a:lnTo>
                <a:lnTo>
                  <a:pt x="172212" y="86855"/>
                </a:lnTo>
                <a:lnTo>
                  <a:pt x="172212" y="143243"/>
                </a:lnTo>
                <a:lnTo>
                  <a:pt x="0" y="143243"/>
                </a:lnTo>
                <a:lnTo>
                  <a:pt x="15240" y="160007"/>
                </a:lnTo>
                <a:lnTo>
                  <a:pt x="25552" y="157137"/>
                </a:lnTo>
                <a:lnTo>
                  <a:pt x="36004" y="155244"/>
                </a:lnTo>
                <a:lnTo>
                  <a:pt x="46748" y="154228"/>
                </a:lnTo>
                <a:lnTo>
                  <a:pt x="57912" y="153911"/>
                </a:lnTo>
                <a:lnTo>
                  <a:pt x="207264" y="153911"/>
                </a:lnTo>
                <a:lnTo>
                  <a:pt x="157924" y="197535"/>
                </a:lnTo>
                <a:lnTo>
                  <a:pt x="109728" y="233159"/>
                </a:lnTo>
                <a:lnTo>
                  <a:pt x="60388" y="262877"/>
                </a:lnTo>
                <a:lnTo>
                  <a:pt x="12192" y="288023"/>
                </a:lnTo>
                <a:lnTo>
                  <a:pt x="13716" y="295643"/>
                </a:lnTo>
                <a:lnTo>
                  <a:pt x="54292" y="279641"/>
                </a:lnTo>
                <a:lnTo>
                  <a:pt x="95923" y="259118"/>
                </a:lnTo>
                <a:lnTo>
                  <a:pt x="135826" y="236588"/>
                </a:lnTo>
                <a:lnTo>
                  <a:pt x="172212" y="211823"/>
                </a:lnTo>
                <a:lnTo>
                  <a:pt x="181356" y="225539"/>
                </a:lnTo>
                <a:lnTo>
                  <a:pt x="193548" y="220967"/>
                </a:lnTo>
                <a:lnTo>
                  <a:pt x="187452" y="245922"/>
                </a:lnTo>
                <a:lnTo>
                  <a:pt x="184556" y="256336"/>
                </a:lnTo>
                <a:lnTo>
                  <a:pt x="181356" y="265163"/>
                </a:lnTo>
                <a:lnTo>
                  <a:pt x="164592" y="277355"/>
                </a:lnTo>
                <a:lnTo>
                  <a:pt x="187452" y="298691"/>
                </a:lnTo>
                <a:lnTo>
                  <a:pt x="199644" y="284975"/>
                </a:lnTo>
                <a:lnTo>
                  <a:pt x="317004" y="284975"/>
                </a:lnTo>
                <a:lnTo>
                  <a:pt x="304050" y="337743"/>
                </a:lnTo>
                <a:lnTo>
                  <a:pt x="287858" y="375843"/>
                </a:lnTo>
                <a:lnTo>
                  <a:pt x="274332" y="379463"/>
                </a:lnTo>
                <a:lnTo>
                  <a:pt x="262039" y="378345"/>
                </a:lnTo>
                <a:lnTo>
                  <a:pt x="243471" y="375081"/>
                </a:lnTo>
                <a:lnTo>
                  <a:pt x="218605" y="369824"/>
                </a:lnTo>
                <a:lnTo>
                  <a:pt x="187452" y="362699"/>
                </a:lnTo>
                <a:lnTo>
                  <a:pt x="185928" y="370319"/>
                </a:lnTo>
                <a:lnTo>
                  <a:pt x="212839" y="379107"/>
                </a:lnTo>
                <a:lnTo>
                  <a:pt x="232041" y="389178"/>
                </a:lnTo>
                <a:lnTo>
                  <a:pt x="243801" y="400113"/>
                </a:lnTo>
                <a:lnTo>
                  <a:pt x="248424" y="411467"/>
                </a:lnTo>
                <a:lnTo>
                  <a:pt x="267042" y="409778"/>
                </a:lnTo>
                <a:lnTo>
                  <a:pt x="308051" y="393230"/>
                </a:lnTo>
                <a:lnTo>
                  <a:pt x="316598" y="379463"/>
                </a:lnTo>
                <a:lnTo>
                  <a:pt x="317195" y="378282"/>
                </a:lnTo>
                <a:lnTo>
                  <a:pt x="320052" y="368795"/>
                </a:lnTo>
                <a:lnTo>
                  <a:pt x="323811" y="355993"/>
                </a:lnTo>
                <a:lnTo>
                  <a:pt x="328434" y="338315"/>
                </a:lnTo>
                <a:lnTo>
                  <a:pt x="334187" y="316077"/>
                </a:lnTo>
                <a:lnTo>
                  <a:pt x="341388" y="289547"/>
                </a:lnTo>
                <a:lnTo>
                  <a:pt x="349618" y="284975"/>
                </a:lnTo>
                <a:lnTo>
                  <a:pt x="355104" y="281927"/>
                </a:lnTo>
                <a:lnTo>
                  <a:pt x="346049" y="274307"/>
                </a:lnTo>
                <a:lnTo>
                  <a:pt x="326148" y="257543"/>
                </a:lnTo>
                <a:lnTo>
                  <a:pt x="312432" y="274307"/>
                </a:lnTo>
                <a:lnTo>
                  <a:pt x="201168" y="274307"/>
                </a:lnTo>
                <a:lnTo>
                  <a:pt x="206629" y="259118"/>
                </a:lnTo>
                <a:lnTo>
                  <a:pt x="211645" y="245351"/>
                </a:lnTo>
                <a:lnTo>
                  <a:pt x="216395" y="232740"/>
                </a:lnTo>
                <a:lnTo>
                  <a:pt x="220992" y="220967"/>
                </a:lnTo>
                <a:lnTo>
                  <a:pt x="371868" y="220967"/>
                </a:lnTo>
                <a:lnTo>
                  <a:pt x="363550" y="211823"/>
                </a:lnTo>
                <a:lnTo>
                  <a:pt x="362165" y="210299"/>
                </a:lnTo>
                <a:lnTo>
                  <a:pt x="341388" y="187439"/>
                </a:lnTo>
                <a:lnTo>
                  <a:pt x="317004" y="210299"/>
                </a:lnTo>
                <a:lnTo>
                  <a:pt x="173736" y="210299"/>
                </a:lnTo>
                <a:lnTo>
                  <a:pt x="206311" y="182676"/>
                </a:lnTo>
                <a:lnTo>
                  <a:pt x="222389" y="168516"/>
                </a:lnTo>
                <a:lnTo>
                  <a:pt x="237756" y="153911"/>
                </a:lnTo>
                <a:lnTo>
                  <a:pt x="409968" y="153911"/>
                </a:lnTo>
                <a:close/>
              </a:path>
              <a:path w="841375" h="413385">
                <a:moveTo>
                  <a:pt x="566928" y="275844"/>
                </a:moveTo>
                <a:lnTo>
                  <a:pt x="559308" y="275844"/>
                </a:lnTo>
                <a:lnTo>
                  <a:pt x="554507" y="291769"/>
                </a:lnTo>
                <a:lnTo>
                  <a:pt x="549402" y="304990"/>
                </a:lnTo>
                <a:lnTo>
                  <a:pt x="525145" y="338061"/>
                </a:lnTo>
                <a:lnTo>
                  <a:pt x="515112" y="345948"/>
                </a:lnTo>
                <a:lnTo>
                  <a:pt x="513588" y="348996"/>
                </a:lnTo>
                <a:lnTo>
                  <a:pt x="513588" y="353568"/>
                </a:lnTo>
                <a:lnTo>
                  <a:pt x="515112" y="355092"/>
                </a:lnTo>
                <a:lnTo>
                  <a:pt x="528828" y="359664"/>
                </a:lnTo>
                <a:lnTo>
                  <a:pt x="534924" y="359664"/>
                </a:lnTo>
                <a:lnTo>
                  <a:pt x="539496" y="358140"/>
                </a:lnTo>
                <a:lnTo>
                  <a:pt x="545592" y="356616"/>
                </a:lnTo>
                <a:lnTo>
                  <a:pt x="564261" y="312610"/>
                </a:lnTo>
                <a:lnTo>
                  <a:pt x="565746" y="295859"/>
                </a:lnTo>
                <a:lnTo>
                  <a:pt x="566928" y="275844"/>
                </a:lnTo>
                <a:close/>
              </a:path>
              <a:path w="841375" h="413385">
                <a:moveTo>
                  <a:pt x="711708" y="278892"/>
                </a:moveTo>
                <a:lnTo>
                  <a:pt x="670420" y="246545"/>
                </a:lnTo>
                <a:lnTo>
                  <a:pt x="650748" y="237744"/>
                </a:lnTo>
                <a:lnTo>
                  <a:pt x="646176" y="240792"/>
                </a:lnTo>
                <a:lnTo>
                  <a:pt x="659892" y="256235"/>
                </a:lnTo>
                <a:lnTo>
                  <a:pt x="671322" y="270700"/>
                </a:lnTo>
                <a:lnTo>
                  <a:pt x="680466" y="284289"/>
                </a:lnTo>
                <a:lnTo>
                  <a:pt x="687324" y="297180"/>
                </a:lnTo>
                <a:lnTo>
                  <a:pt x="690372" y="309372"/>
                </a:lnTo>
                <a:lnTo>
                  <a:pt x="693420" y="313944"/>
                </a:lnTo>
                <a:lnTo>
                  <a:pt x="699516" y="313944"/>
                </a:lnTo>
                <a:lnTo>
                  <a:pt x="702564" y="310896"/>
                </a:lnTo>
                <a:lnTo>
                  <a:pt x="705612" y="303276"/>
                </a:lnTo>
                <a:lnTo>
                  <a:pt x="711708" y="291084"/>
                </a:lnTo>
                <a:lnTo>
                  <a:pt x="711708" y="278892"/>
                </a:lnTo>
                <a:close/>
              </a:path>
              <a:path w="841375" h="413385">
                <a:moveTo>
                  <a:pt x="789432" y="373380"/>
                </a:moveTo>
                <a:lnTo>
                  <a:pt x="769048" y="333565"/>
                </a:lnTo>
                <a:lnTo>
                  <a:pt x="768096" y="313944"/>
                </a:lnTo>
                <a:lnTo>
                  <a:pt x="762000" y="313944"/>
                </a:lnTo>
                <a:lnTo>
                  <a:pt x="755904" y="356616"/>
                </a:lnTo>
                <a:lnTo>
                  <a:pt x="739140" y="374904"/>
                </a:lnTo>
                <a:lnTo>
                  <a:pt x="643128" y="374904"/>
                </a:lnTo>
                <a:lnTo>
                  <a:pt x="631151" y="374370"/>
                </a:lnTo>
                <a:lnTo>
                  <a:pt x="622744" y="370713"/>
                </a:lnTo>
                <a:lnTo>
                  <a:pt x="618058" y="364185"/>
                </a:lnTo>
                <a:lnTo>
                  <a:pt x="617220" y="355092"/>
                </a:lnTo>
                <a:lnTo>
                  <a:pt x="617220" y="295656"/>
                </a:lnTo>
                <a:lnTo>
                  <a:pt x="632460" y="283464"/>
                </a:lnTo>
                <a:lnTo>
                  <a:pt x="592836" y="263652"/>
                </a:lnTo>
                <a:lnTo>
                  <a:pt x="594360" y="364236"/>
                </a:lnTo>
                <a:lnTo>
                  <a:pt x="595744" y="377355"/>
                </a:lnTo>
                <a:lnTo>
                  <a:pt x="601980" y="386905"/>
                </a:lnTo>
                <a:lnTo>
                  <a:pt x="612800" y="392734"/>
                </a:lnTo>
                <a:lnTo>
                  <a:pt x="627888" y="394716"/>
                </a:lnTo>
                <a:lnTo>
                  <a:pt x="752856" y="394716"/>
                </a:lnTo>
                <a:lnTo>
                  <a:pt x="764578" y="393306"/>
                </a:lnTo>
                <a:lnTo>
                  <a:pt x="774573" y="389191"/>
                </a:lnTo>
                <a:lnTo>
                  <a:pt x="782866" y="382498"/>
                </a:lnTo>
                <a:lnTo>
                  <a:pt x="788339" y="374904"/>
                </a:lnTo>
                <a:lnTo>
                  <a:pt x="789432" y="373380"/>
                </a:lnTo>
                <a:close/>
              </a:path>
              <a:path w="841375" h="413385">
                <a:moveTo>
                  <a:pt x="816864" y="213360"/>
                </a:moveTo>
                <a:lnTo>
                  <a:pt x="798690" y="178308"/>
                </a:lnTo>
                <a:lnTo>
                  <a:pt x="798576" y="161544"/>
                </a:lnTo>
                <a:lnTo>
                  <a:pt x="790956" y="161544"/>
                </a:lnTo>
                <a:lnTo>
                  <a:pt x="788695" y="184416"/>
                </a:lnTo>
                <a:lnTo>
                  <a:pt x="784288" y="200596"/>
                </a:lnTo>
                <a:lnTo>
                  <a:pt x="777887" y="210185"/>
                </a:lnTo>
                <a:lnTo>
                  <a:pt x="769620" y="213360"/>
                </a:lnTo>
                <a:lnTo>
                  <a:pt x="673608" y="213360"/>
                </a:lnTo>
                <a:lnTo>
                  <a:pt x="652272" y="179832"/>
                </a:lnTo>
                <a:lnTo>
                  <a:pt x="652272" y="176784"/>
                </a:lnTo>
                <a:lnTo>
                  <a:pt x="761619" y="166116"/>
                </a:lnTo>
                <a:lnTo>
                  <a:pt x="777240" y="164592"/>
                </a:lnTo>
                <a:lnTo>
                  <a:pt x="742188" y="140208"/>
                </a:lnTo>
                <a:lnTo>
                  <a:pt x="723900" y="160020"/>
                </a:lnTo>
                <a:lnTo>
                  <a:pt x="652272" y="166116"/>
                </a:lnTo>
                <a:lnTo>
                  <a:pt x="652272" y="140208"/>
                </a:lnTo>
                <a:lnTo>
                  <a:pt x="667512" y="129540"/>
                </a:lnTo>
                <a:lnTo>
                  <a:pt x="627888" y="111252"/>
                </a:lnTo>
                <a:lnTo>
                  <a:pt x="629399" y="160020"/>
                </a:lnTo>
                <a:lnTo>
                  <a:pt x="629412" y="170688"/>
                </a:lnTo>
                <a:lnTo>
                  <a:pt x="528828" y="178308"/>
                </a:lnTo>
                <a:lnTo>
                  <a:pt x="547116" y="192024"/>
                </a:lnTo>
                <a:lnTo>
                  <a:pt x="566928" y="185928"/>
                </a:lnTo>
                <a:lnTo>
                  <a:pt x="629412" y="179832"/>
                </a:lnTo>
                <a:lnTo>
                  <a:pt x="629412" y="208788"/>
                </a:lnTo>
                <a:lnTo>
                  <a:pt x="630516" y="219659"/>
                </a:lnTo>
                <a:lnTo>
                  <a:pt x="635889" y="227266"/>
                </a:lnTo>
                <a:lnTo>
                  <a:pt x="645274" y="231711"/>
                </a:lnTo>
                <a:lnTo>
                  <a:pt x="658368" y="233172"/>
                </a:lnTo>
                <a:lnTo>
                  <a:pt x="784860" y="233172"/>
                </a:lnTo>
                <a:lnTo>
                  <a:pt x="793724" y="231787"/>
                </a:lnTo>
                <a:lnTo>
                  <a:pt x="802005" y="227838"/>
                </a:lnTo>
                <a:lnTo>
                  <a:pt x="809726" y="221589"/>
                </a:lnTo>
                <a:lnTo>
                  <a:pt x="816864" y="213360"/>
                </a:lnTo>
                <a:close/>
              </a:path>
              <a:path w="841375" h="413385">
                <a:moveTo>
                  <a:pt x="839724" y="114300"/>
                </a:moveTo>
                <a:lnTo>
                  <a:pt x="835571" y="109728"/>
                </a:lnTo>
                <a:lnTo>
                  <a:pt x="825881" y="99060"/>
                </a:lnTo>
                <a:lnTo>
                  <a:pt x="809244" y="80772"/>
                </a:lnTo>
                <a:lnTo>
                  <a:pt x="792480" y="99060"/>
                </a:lnTo>
                <a:lnTo>
                  <a:pt x="653796" y="99060"/>
                </a:lnTo>
                <a:lnTo>
                  <a:pt x="653796" y="64008"/>
                </a:lnTo>
                <a:lnTo>
                  <a:pt x="806196" y="64008"/>
                </a:lnTo>
                <a:lnTo>
                  <a:pt x="796036" y="53340"/>
                </a:lnTo>
                <a:lnTo>
                  <a:pt x="775716" y="32004"/>
                </a:lnTo>
                <a:lnTo>
                  <a:pt x="754380" y="53340"/>
                </a:lnTo>
                <a:lnTo>
                  <a:pt x="653796" y="53340"/>
                </a:lnTo>
                <a:lnTo>
                  <a:pt x="653796" y="30480"/>
                </a:lnTo>
                <a:lnTo>
                  <a:pt x="673608" y="18288"/>
                </a:lnTo>
                <a:lnTo>
                  <a:pt x="629412" y="0"/>
                </a:lnTo>
                <a:lnTo>
                  <a:pt x="630301" y="14833"/>
                </a:lnTo>
                <a:lnTo>
                  <a:pt x="630745" y="36385"/>
                </a:lnTo>
                <a:lnTo>
                  <a:pt x="630847" y="53340"/>
                </a:lnTo>
                <a:lnTo>
                  <a:pt x="630936" y="99060"/>
                </a:lnTo>
                <a:lnTo>
                  <a:pt x="521208" y="99060"/>
                </a:lnTo>
                <a:lnTo>
                  <a:pt x="495300" y="82296"/>
                </a:lnTo>
                <a:lnTo>
                  <a:pt x="496163" y="119176"/>
                </a:lnTo>
                <a:lnTo>
                  <a:pt x="496328" y="140208"/>
                </a:lnTo>
                <a:lnTo>
                  <a:pt x="496201" y="183261"/>
                </a:lnTo>
                <a:lnTo>
                  <a:pt x="496074" y="191541"/>
                </a:lnTo>
                <a:lnTo>
                  <a:pt x="493572" y="251574"/>
                </a:lnTo>
                <a:lnTo>
                  <a:pt x="486092" y="304774"/>
                </a:lnTo>
                <a:lnTo>
                  <a:pt x="473544" y="348996"/>
                </a:lnTo>
                <a:lnTo>
                  <a:pt x="455853" y="390232"/>
                </a:lnTo>
                <a:lnTo>
                  <a:pt x="445008" y="409956"/>
                </a:lnTo>
                <a:lnTo>
                  <a:pt x="449580" y="413004"/>
                </a:lnTo>
                <a:lnTo>
                  <a:pt x="480631" y="371856"/>
                </a:lnTo>
                <a:lnTo>
                  <a:pt x="501396" y="330708"/>
                </a:lnTo>
                <a:lnTo>
                  <a:pt x="513969" y="287083"/>
                </a:lnTo>
                <a:lnTo>
                  <a:pt x="519684" y="242316"/>
                </a:lnTo>
                <a:lnTo>
                  <a:pt x="521004" y="188379"/>
                </a:lnTo>
                <a:lnTo>
                  <a:pt x="521208" y="109728"/>
                </a:lnTo>
                <a:lnTo>
                  <a:pt x="797052" y="109728"/>
                </a:lnTo>
                <a:lnTo>
                  <a:pt x="772668" y="150876"/>
                </a:lnTo>
                <a:lnTo>
                  <a:pt x="777240" y="153924"/>
                </a:lnTo>
                <a:lnTo>
                  <a:pt x="794080" y="136791"/>
                </a:lnTo>
                <a:lnTo>
                  <a:pt x="810196" y="124396"/>
                </a:lnTo>
                <a:lnTo>
                  <a:pt x="825461" y="116840"/>
                </a:lnTo>
                <a:lnTo>
                  <a:pt x="839724" y="114300"/>
                </a:lnTo>
                <a:close/>
              </a:path>
              <a:path w="841375" h="413385">
                <a:moveTo>
                  <a:pt x="841248" y="324612"/>
                </a:moveTo>
                <a:lnTo>
                  <a:pt x="815340" y="296608"/>
                </a:lnTo>
                <a:lnTo>
                  <a:pt x="778764" y="272796"/>
                </a:lnTo>
                <a:lnTo>
                  <a:pt x="774192" y="275844"/>
                </a:lnTo>
                <a:lnTo>
                  <a:pt x="787895" y="294411"/>
                </a:lnTo>
                <a:lnTo>
                  <a:pt x="799147" y="311277"/>
                </a:lnTo>
                <a:lnTo>
                  <a:pt x="807847" y="326415"/>
                </a:lnTo>
                <a:lnTo>
                  <a:pt x="813816" y="339852"/>
                </a:lnTo>
                <a:lnTo>
                  <a:pt x="816864" y="352044"/>
                </a:lnTo>
                <a:lnTo>
                  <a:pt x="819912" y="358140"/>
                </a:lnTo>
                <a:lnTo>
                  <a:pt x="826008" y="358140"/>
                </a:lnTo>
                <a:lnTo>
                  <a:pt x="830580" y="355092"/>
                </a:lnTo>
                <a:lnTo>
                  <a:pt x="839724" y="339852"/>
                </a:lnTo>
                <a:lnTo>
                  <a:pt x="841248" y="335280"/>
                </a:lnTo>
                <a:lnTo>
                  <a:pt x="841248" y="32461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</a:endParaRPr>
          </a:p>
        </p:txBody>
      </p:sp>
      <p:sp>
        <p:nvSpPr>
          <p:cNvPr id="10" name="object 10"/>
          <p:cNvSpPr/>
          <p:nvPr/>
        </p:nvSpPr>
        <p:spPr>
          <a:xfrm>
            <a:off x="4285475" y="2307335"/>
            <a:ext cx="1564005" cy="411480"/>
          </a:xfrm>
          <a:custGeom>
            <a:avLst/>
            <a:gdLst/>
            <a:ahLst/>
            <a:cxnLst/>
            <a:rect l="l" t="t" r="r" b="b"/>
            <a:pathLst>
              <a:path w="1564004" h="411480">
                <a:moveTo>
                  <a:pt x="262128" y="204216"/>
                </a:moveTo>
                <a:lnTo>
                  <a:pt x="144780" y="204216"/>
                </a:lnTo>
                <a:lnTo>
                  <a:pt x="144780" y="240792"/>
                </a:lnTo>
                <a:lnTo>
                  <a:pt x="219456" y="240792"/>
                </a:lnTo>
                <a:lnTo>
                  <a:pt x="219456" y="324612"/>
                </a:lnTo>
                <a:lnTo>
                  <a:pt x="179832" y="334645"/>
                </a:lnTo>
                <a:lnTo>
                  <a:pt x="152400" y="335280"/>
                </a:lnTo>
                <a:lnTo>
                  <a:pt x="140144" y="334708"/>
                </a:lnTo>
                <a:lnTo>
                  <a:pt x="98475" y="321906"/>
                </a:lnTo>
                <a:lnTo>
                  <a:pt x="68110" y="292328"/>
                </a:lnTo>
                <a:lnTo>
                  <a:pt x="48704" y="247700"/>
                </a:lnTo>
                <a:lnTo>
                  <a:pt x="44196" y="202692"/>
                </a:lnTo>
                <a:lnTo>
                  <a:pt x="46151" y="175310"/>
                </a:lnTo>
                <a:lnTo>
                  <a:pt x="60921" y="128549"/>
                </a:lnTo>
                <a:lnTo>
                  <a:pt x="88925" y="93967"/>
                </a:lnTo>
                <a:lnTo>
                  <a:pt x="126733" y="76733"/>
                </a:lnTo>
                <a:lnTo>
                  <a:pt x="149352" y="74676"/>
                </a:lnTo>
                <a:lnTo>
                  <a:pt x="158496" y="74968"/>
                </a:lnTo>
                <a:lnTo>
                  <a:pt x="201739" y="83439"/>
                </a:lnTo>
                <a:lnTo>
                  <a:pt x="239268" y="103632"/>
                </a:lnTo>
                <a:lnTo>
                  <a:pt x="245364" y="108204"/>
                </a:lnTo>
                <a:lnTo>
                  <a:pt x="251460" y="111252"/>
                </a:lnTo>
                <a:lnTo>
                  <a:pt x="256032" y="117348"/>
                </a:lnTo>
                <a:lnTo>
                  <a:pt x="260604" y="117348"/>
                </a:lnTo>
                <a:lnTo>
                  <a:pt x="260604" y="65532"/>
                </a:lnTo>
                <a:lnTo>
                  <a:pt x="254508" y="62484"/>
                </a:lnTo>
                <a:lnTo>
                  <a:pt x="246888" y="59436"/>
                </a:lnTo>
                <a:lnTo>
                  <a:pt x="239268" y="54864"/>
                </a:lnTo>
                <a:lnTo>
                  <a:pt x="232460" y="51943"/>
                </a:lnTo>
                <a:lnTo>
                  <a:pt x="219989" y="47802"/>
                </a:lnTo>
                <a:lnTo>
                  <a:pt x="214884" y="45720"/>
                </a:lnTo>
                <a:lnTo>
                  <a:pt x="169926" y="37528"/>
                </a:lnTo>
                <a:lnTo>
                  <a:pt x="153924" y="36576"/>
                </a:lnTo>
                <a:lnTo>
                  <a:pt x="137096" y="37414"/>
                </a:lnTo>
                <a:lnTo>
                  <a:pt x="91440" y="48768"/>
                </a:lnTo>
                <a:lnTo>
                  <a:pt x="52654" y="71056"/>
                </a:lnTo>
                <a:lnTo>
                  <a:pt x="24384" y="105727"/>
                </a:lnTo>
                <a:lnTo>
                  <a:pt x="5791" y="150431"/>
                </a:lnTo>
                <a:lnTo>
                  <a:pt x="0" y="204216"/>
                </a:lnTo>
                <a:lnTo>
                  <a:pt x="596" y="224218"/>
                </a:lnTo>
                <a:lnTo>
                  <a:pt x="10668" y="277368"/>
                </a:lnTo>
                <a:lnTo>
                  <a:pt x="32956" y="319595"/>
                </a:lnTo>
                <a:lnTo>
                  <a:pt x="64770" y="348996"/>
                </a:lnTo>
                <a:lnTo>
                  <a:pt x="105714" y="366953"/>
                </a:lnTo>
                <a:lnTo>
                  <a:pt x="153924" y="373380"/>
                </a:lnTo>
                <a:lnTo>
                  <a:pt x="162763" y="373126"/>
                </a:lnTo>
                <a:lnTo>
                  <a:pt x="213360" y="362712"/>
                </a:lnTo>
                <a:lnTo>
                  <a:pt x="219989" y="361315"/>
                </a:lnTo>
                <a:lnTo>
                  <a:pt x="226314" y="359473"/>
                </a:lnTo>
                <a:lnTo>
                  <a:pt x="239268" y="355092"/>
                </a:lnTo>
                <a:lnTo>
                  <a:pt x="248412" y="350520"/>
                </a:lnTo>
                <a:lnTo>
                  <a:pt x="256032" y="347472"/>
                </a:lnTo>
                <a:lnTo>
                  <a:pt x="262128" y="344424"/>
                </a:lnTo>
                <a:lnTo>
                  <a:pt x="262128" y="204216"/>
                </a:lnTo>
                <a:close/>
              </a:path>
              <a:path w="1564004" h="411480">
                <a:moveTo>
                  <a:pt x="426732" y="205740"/>
                </a:moveTo>
                <a:lnTo>
                  <a:pt x="303288" y="205740"/>
                </a:lnTo>
                <a:lnTo>
                  <a:pt x="303288" y="245364"/>
                </a:lnTo>
                <a:lnTo>
                  <a:pt x="426732" y="245364"/>
                </a:lnTo>
                <a:lnTo>
                  <a:pt x="426732" y="205740"/>
                </a:lnTo>
                <a:close/>
              </a:path>
              <a:path w="1564004" h="411480">
                <a:moveTo>
                  <a:pt x="678180" y="274320"/>
                </a:moveTo>
                <a:lnTo>
                  <a:pt x="668540" y="234886"/>
                </a:lnTo>
                <a:lnTo>
                  <a:pt x="642175" y="205740"/>
                </a:lnTo>
                <a:lnTo>
                  <a:pt x="606158" y="190627"/>
                </a:lnTo>
                <a:lnTo>
                  <a:pt x="570915" y="182118"/>
                </a:lnTo>
                <a:lnTo>
                  <a:pt x="562165" y="179832"/>
                </a:lnTo>
                <a:lnTo>
                  <a:pt x="554291" y="177546"/>
                </a:lnTo>
                <a:lnTo>
                  <a:pt x="547116" y="175260"/>
                </a:lnTo>
                <a:lnTo>
                  <a:pt x="537400" y="172427"/>
                </a:lnTo>
                <a:lnTo>
                  <a:pt x="506920" y="143446"/>
                </a:lnTo>
                <a:lnTo>
                  <a:pt x="504444" y="124968"/>
                </a:lnTo>
                <a:lnTo>
                  <a:pt x="505587" y="114109"/>
                </a:lnTo>
                <a:lnTo>
                  <a:pt x="532714" y="82397"/>
                </a:lnTo>
                <a:lnTo>
                  <a:pt x="571500" y="74676"/>
                </a:lnTo>
                <a:lnTo>
                  <a:pt x="584936" y="75272"/>
                </a:lnTo>
                <a:lnTo>
                  <a:pt x="633564" y="90449"/>
                </a:lnTo>
                <a:lnTo>
                  <a:pt x="661416" y="109728"/>
                </a:lnTo>
                <a:lnTo>
                  <a:pt x="664464" y="109728"/>
                </a:lnTo>
                <a:lnTo>
                  <a:pt x="664464" y="57912"/>
                </a:lnTo>
                <a:lnTo>
                  <a:pt x="653923" y="53390"/>
                </a:lnTo>
                <a:lnTo>
                  <a:pt x="607682" y="39801"/>
                </a:lnTo>
                <a:lnTo>
                  <a:pt x="568452" y="36576"/>
                </a:lnTo>
                <a:lnTo>
                  <a:pt x="545592" y="38290"/>
                </a:lnTo>
                <a:lnTo>
                  <a:pt x="506730" y="52006"/>
                </a:lnTo>
                <a:lnTo>
                  <a:pt x="476973" y="77685"/>
                </a:lnTo>
                <a:lnTo>
                  <a:pt x="460248" y="129540"/>
                </a:lnTo>
                <a:lnTo>
                  <a:pt x="460540" y="138645"/>
                </a:lnTo>
                <a:lnTo>
                  <a:pt x="472059" y="176403"/>
                </a:lnTo>
                <a:lnTo>
                  <a:pt x="481584" y="187452"/>
                </a:lnTo>
                <a:lnTo>
                  <a:pt x="486448" y="192887"/>
                </a:lnTo>
                <a:lnTo>
                  <a:pt x="526313" y="214109"/>
                </a:lnTo>
                <a:lnTo>
                  <a:pt x="565404" y="224028"/>
                </a:lnTo>
                <a:lnTo>
                  <a:pt x="571411" y="226085"/>
                </a:lnTo>
                <a:lnTo>
                  <a:pt x="610933" y="239077"/>
                </a:lnTo>
                <a:lnTo>
                  <a:pt x="631888" y="271589"/>
                </a:lnTo>
                <a:lnTo>
                  <a:pt x="632460" y="280416"/>
                </a:lnTo>
                <a:lnTo>
                  <a:pt x="631317" y="292404"/>
                </a:lnTo>
                <a:lnTo>
                  <a:pt x="603910" y="326923"/>
                </a:lnTo>
                <a:lnTo>
                  <a:pt x="560832" y="335280"/>
                </a:lnTo>
                <a:lnTo>
                  <a:pt x="548246" y="334695"/>
                </a:lnTo>
                <a:lnTo>
                  <a:pt x="509016" y="324612"/>
                </a:lnTo>
                <a:lnTo>
                  <a:pt x="471093" y="302323"/>
                </a:lnTo>
                <a:lnTo>
                  <a:pt x="460248" y="292608"/>
                </a:lnTo>
                <a:lnTo>
                  <a:pt x="457200" y="292608"/>
                </a:lnTo>
                <a:lnTo>
                  <a:pt x="457200" y="347472"/>
                </a:lnTo>
                <a:lnTo>
                  <a:pt x="468655" y="352691"/>
                </a:lnTo>
                <a:lnTo>
                  <a:pt x="516737" y="368642"/>
                </a:lnTo>
                <a:lnTo>
                  <a:pt x="563880" y="371856"/>
                </a:lnTo>
                <a:lnTo>
                  <a:pt x="578154" y="371525"/>
                </a:lnTo>
                <a:lnTo>
                  <a:pt x="622414" y="360260"/>
                </a:lnTo>
                <a:lnTo>
                  <a:pt x="654278" y="336003"/>
                </a:lnTo>
                <a:lnTo>
                  <a:pt x="673684" y="302399"/>
                </a:lnTo>
                <a:lnTo>
                  <a:pt x="677633" y="283489"/>
                </a:lnTo>
                <a:lnTo>
                  <a:pt x="678180" y="274320"/>
                </a:lnTo>
                <a:close/>
              </a:path>
              <a:path w="1564004" h="411480">
                <a:moveTo>
                  <a:pt x="925080" y="64008"/>
                </a:moveTo>
                <a:lnTo>
                  <a:pt x="915936" y="53340"/>
                </a:lnTo>
                <a:lnTo>
                  <a:pt x="897648" y="32004"/>
                </a:lnTo>
                <a:lnTo>
                  <a:pt x="876312" y="53340"/>
                </a:lnTo>
                <a:lnTo>
                  <a:pt x="800112" y="53340"/>
                </a:lnTo>
                <a:lnTo>
                  <a:pt x="804659" y="45910"/>
                </a:lnTo>
                <a:lnTo>
                  <a:pt x="809066" y="39624"/>
                </a:lnTo>
                <a:lnTo>
                  <a:pt x="813181" y="34480"/>
                </a:lnTo>
                <a:lnTo>
                  <a:pt x="816876" y="30480"/>
                </a:lnTo>
                <a:lnTo>
                  <a:pt x="819924" y="25908"/>
                </a:lnTo>
                <a:lnTo>
                  <a:pt x="826020" y="22860"/>
                </a:lnTo>
                <a:lnTo>
                  <a:pt x="832116" y="18288"/>
                </a:lnTo>
                <a:lnTo>
                  <a:pt x="798588" y="0"/>
                </a:lnTo>
                <a:lnTo>
                  <a:pt x="787171" y="28867"/>
                </a:lnTo>
                <a:lnTo>
                  <a:pt x="775919" y="53721"/>
                </a:lnTo>
                <a:lnTo>
                  <a:pt x="754392" y="91440"/>
                </a:lnTo>
                <a:lnTo>
                  <a:pt x="726097" y="128308"/>
                </a:lnTo>
                <a:lnTo>
                  <a:pt x="717816" y="137160"/>
                </a:lnTo>
                <a:lnTo>
                  <a:pt x="720864" y="141732"/>
                </a:lnTo>
                <a:lnTo>
                  <a:pt x="753402" y="115824"/>
                </a:lnTo>
                <a:lnTo>
                  <a:pt x="786015" y="76250"/>
                </a:lnTo>
                <a:lnTo>
                  <a:pt x="794016" y="64008"/>
                </a:lnTo>
                <a:lnTo>
                  <a:pt x="824496" y="64008"/>
                </a:lnTo>
                <a:lnTo>
                  <a:pt x="842784" y="97536"/>
                </a:lnTo>
                <a:lnTo>
                  <a:pt x="844308" y="103632"/>
                </a:lnTo>
                <a:lnTo>
                  <a:pt x="844423" y="108572"/>
                </a:lnTo>
                <a:lnTo>
                  <a:pt x="845832" y="112776"/>
                </a:lnTo>
                <a:lnTo>
                  <a:pt x="848880" y="114300"/>
                </a:lnTo>
                <a:lnTo>
                  <a:pt x="854976" y="114300"/>
                </a:lnTo>
                <a:lnTo>
                  <a:pt x="856500" y="112776"/>
                </a:lnTo>
                <a:lnTo>
                  <a:pt x="862596" y="109728"/>
                </a:lnTo>
                <a:lnTo>
                  <a:pt x="865644" y="105156"/>
                </a:lnTo>
                <a:lnTo>
                  <a:pt x="868692" y="96012"/>
                </a:lnTo>
                <a:lnTo>
                  <a:pt x="868400" y="88874"/>
                </a:lnTo>
                <a:lnTo>
                  <a:pt x="862977" y="81153"/>
                </a:lnTo>
                <a:lnTo>
                  <a:pt x="852398" y="72872"/>
                </a:lnTo>
                <a:lnTo>
                  <a:pt x="836688" y="64008"/>
                </a:lnTo>
                <a:lnTo>
                  <a:pt x="925080" y="64008"/>
                </a:lnTo>
                <a:close/>
              </a:path>
              <a:path w="1564004" h="411480">
                <a:moveTo>
                  <a:pt x="1106436" y="65532"/>
                </a:moveTo>
                <a:lnTo>
                  <a:pt x="1096886" y="54864"/>
                </a:lnTo>
                <a:lnTo>
                  <a:pt x="1080528" y="36576"/>
                </a:lnTo>
                <a:lnTo>
                  <a:pt x="1059192" y="54864"/>
                </a:lnTo>
                <a:lnTo>
                  <a:pt x="964704" y="54864"/>
                </a:lnTo>
                <a:lnTo>
                  <a:pt x="969276" y="48768"/>
                </a:lnTo>
                <a:lnTo>
                  <a:pt x="975372" y="41148"/>
                </a:lnTo>
                <a:lnTo>
                  <a:pt x="979944" y="35052"/>
                </a:lnTo>
                <a:lnTo>
                  <a:pt x="986040" y="27432"/>
                </a:lnTo>
                <a:lnTo>
                  <a:pt x="992136" y="22860"/>
                </a:lnTo>
                <a:lnTo>
                  <a:pt x="998232" y="22860"/>
                </a:lnTo>
                <a:lnTo>
                  <a:pt x="966228" y="1524"/>
                </a:lnTo>
                <a:lnTo>
                  <a:pt x="946416" y="48768"/>
                </a:lnTo>
                <a:lnTo>
                  <a:pt x="927938" y="82296"/>
                </a:lnTo>
                <a:lnTo>
                  <a:pt x="908316" y="111252"/>
                </a:lnTo>
                <a:lnTo>
                  <a:pt x="912888" y="114300"/>
                </a:lnTo>
                <a:lnTo>
                  <a:pt x="918832" y="108572"/>
                </a:lnTo>
                <a:lnTo>
                  <a:pt x="925080" y="102679"/>
                </a:lnTo>
                <a:lnTo>
                  <a:pt x="931316" y="96520"/>
                </a:lnTo>
                <a:lnTo>
                  <a:pt x="937272" y="89916"/>
                </a:lnTo>
                <a:lnTo>
                  <a:pt x="942124" y="83972"/>
                </a:lnTo>
                <a:lnTo>
                  <a:pt x="947559" y="77724"/>
                </a:lnTo>
                <a:lnTo>
                  <a:pt x="953554" y="71488"/>
                </a:lnTo>
                <a:lnTo>
                  <a:pt x="960132" y="65532"/>
                </a:lnTo>
                <a:lnTo>
                  <a:pt x="1001280" y="65532"/>
                </a:lnTo>
                <a:lnTo>
                  <a:pt x="1028712" y="97536"/>
                </a:lnTo>
                <a:lnTo>
                  <a:pt x="1033284" y="103632"/>
                </a:lnTo>
                <a:lnTo>
                  <a:pt x="1034808" y="108204"/>
                </a:lnTo>
                <a:lnTo>
                  <a:pt x="1037856" y="112776"/>
                </a:lnTo>
                <a:lnTo>
                  <a:pt x="1040904" y="115824"/>
                </a:lnTo>
                <a:lnTo>
                  <a:pt x="1043952" y="115824"/>
                </a:lnTo>
                <a:lnTo>
                  <a:pt x="1047000" y="114300"/>
                </a:lnTo>
                <a:lnTo>
                  <a:pt x="1051572" y="111252"/>
                </a:lnTo>
                <a:lnTo>
                  <a:pt x="1054620" y="106680"/>
                </a:lnTo>
                <a:lnTo>
                  <a:pt x="1057668" y="100584"/>
                </a:lnTo>
                <a:lnTo>
                  <a:pt x="1057668" y="92964"/>
                </a:lnTo>
                <a:lnTo>
                  <a:pt x="1054823" y="86106"/>
                </a:lnTo>
                <a:lnTo>
                  <a:pt x="1046429" y="79248"/>
                </a:lnTo>
                <a:lnTo>
                  <a:pt x="1032586" y="72390"/>
                </a:lnTo>
                <a:lnTo>
                  <a:pt x="1013472" y="65532"/>
                </a:lnTo>
                <a:lnTo>
                  <a:pt x="1106436" y="65532"/>
                </a:lnTo>
                <a:close/>
              </a:path>
              <a:path w="1564004" h="411480">
                <a:moveTo>
                  <a:pt x="1112532" y="323088"/>
                </a:moveTo>
                <a:lnTo>
                  <a:pt x="1102829" y="312420"/>
                </a:lnTo>
                <a:lnTo>
                  <a:pt x="1082052" y="289560"/>
                </a:lnTo>
                <a:lnTo>
                  <a:pt x="1057668" y="312420"/>
                </a:lnTo>
                <a:lnTo>
                  <a:pt x="978420" y="312420"/>
                </a:lnTo>
                <a:lnTo>
                  <a:pt x="978420" y="260604"/>
                </a:lnTo>
                <a:lnTo>
                  <a:pt x="1004328" y="260604"/>
                </a:lnTo>
                <a:lnTo>
                  <a:pt x="1004328" y="277368"/>
                </a:lnTo>
                <a:lnTo>
                  <a:pt x="1031760" y="266700"/>
                </a:lnTo>
                <a:lnTo>
                  <a:pt x="1031265" y="260604"/>
                </a:lnTo>
                <a:lnTo>
                  <a:pt x="1030414" y="249936"/>
                </a:lnTo>
                <a:lnTo>
                  <a:pt x="1029665" y="240601"/>
                </a:lnTo>
                <a:lnTo>
                  <a:pt x="1028966" y="230492"/>
                </a:lnTo>
                <a:lnTo>
                  <a:pt x="1028712" y="222504"/>
                </a:lnTo>
                <a:lnTo>
                  <a:pt x="1028712" y="213360"/>
                </a:lnTo>
                <a:lnTo>
                  <a:pt x="1028712" y="202692"/>
                </a:lnTo>
                <a:lnTo>
                  <a:pt x="1028712" y="170688"/>
                </a:lnTo>
                <a:lnTo>
                  <a:pt x="1028712" y="160020"/>
                </a:lnTo>
                <a:lnTo>
                  <a:pt x="1028712" y="131064"/>
                </a:lnTo>
                <a:lnTo>
                  <a:pt x="1032776" y="128016"/>
                </a:lnTo>
                <a:lnTo>
                  <a:pt x="1040904" y="121920"/>
                </a:lnTo>
                <a:lnTo>
                  <a:pt x="1034567" y="117348"/>
                </a:lnTo>
                <a:lnTo>
                  <a:pt x="1013472" y="102108"/>
                </a:lnTo>
                <a:lnTo>
                  <a:pt x="1004328" y="115176"/>
                </a:lnTo>
                <a:lnTo>
                  <a:pt x="1004328" y="128016"/>
                </a:lnTo>
                <a:lnTo>
                  <a:pt x="1004328" y="160020"/>
                </a:lnTo>
                <a:lnTo>
                  <a:pt x="1004328" y="170688"/>
                </a:lnTo>
                <a:lnTo>
                  <a:pt x="1004328" y="202692"/>
                </a:lnTo>
                <a:lnTo>
                  <a:pt x="1004328" y="213360"/>
                </a:lnTo>
                <a:lnTo>
                  <a:pt x="1004328" y="249936"/>
                </a:lnTo>
                <a:lnTo>
                  <a:pt x="954036" y="249936"/>
                </a:lnTo>
                <a:lnTo>
                  <a:pt x="954036" y="260604"/>
                </a:lnTo>
                <a:lnTo>
                  <a:pt x="954036" y="313944"/>
                </a:lnTo>
                <a:lnTo>
                  <a:pt x="868692" y="313944"/>
                </a:lnTo>
                <a:lnTo>
                  <a:pt x="870712" y="301117"/>
                </a:lnTo>
                <a:lnTo>
                  <a:pt x="872312" y="287845"/>
                </a:lnTo>
                <a:lnTo>
                  <a:pt x="873531" y="275158"/>
                </a:lnTo>
                <a:lnTo>
                  <a:pt x="874788" y="260604"/>
                </a:lnTo>
                <a:lnTo>
                  <a:pt x="954036" y="260604"/>
                </a:lnTo>
                <a:lnTo>
                  <a:pt x="954036" y="249936"/>
                </a:lnTo>
                <a:lnTo>
                  <a:pt x="816876" y="249936"/>
                </a:lnTo>
                <a:lnTo>
                  <a:pt x="816876" y="213360"/>
                </a:lnTo>
                <a:lnTo>
                  <a:pt x="1004328" y="213360"/>
                </a:lnTo>
                <a:lnTo>
                  <a:pt x="1004328" y="202692"/>
                </a:lnTo>
                <a:lnTo>
                  <a:pt x="816876" y="202692"/>
                </a:lnTo>
                <a:lnTo>
                  <a:pt x="816876" y="170688"/>
                </a:lnTo>
                <a:lnTo>
                  <a:pt x="1004328" y="170688"/>
                </a:lnTo>
                <a:lnTo>
                  <a:pt x="1004328" y="160020"/>
                </a:lnTo>
                <a:lnTo>
                  <a:pt x="816876" y="160020"/>
                </a:lnTo>
                <a:lnTo>
                  <a:pt x="816876" y="128016"/>
                </a:lnTo>
                <a:lnTo>
                  <a:pt x="1004328" y="128016"/>
                </a:lnTo>
                <a:lnTo>
                  <a:pt x="1004328" y="115176"/>
                </a:lnTo>
                <a:lnTo>
                  <a:pt x="1002804" y="117348"/>
                </a:lnTo>
                <a:lnTo>
                  <a:pt x="816876" y="117348"/>
                </a:lnTo>
                <a:lnTo>
                  <a:pt x="790968" y="103632"/>
                </a:lnTo>
                <a:lnTo>
                  <a:pt x="791845" y="112776"/>
                </a:lnTo>
                <a:lnTo>
                  <a:pt x="791921" y="114300"/>
                </a:lnTo>
                <a:lnTo>
                  <a:pt x="792492" y="127635"/>
                </a:lnTo>
                <a:lnTo>
                  <a:pt x="793102" y="147358"/>
                </a:lnTo>
                <a:lnTo>
                  <a:pt x="793953" y="170688"/>
                </a:lnTo>
                <a:lnTo>
                  <a:pt x="793851" y="222504"/>
                </a:lnTo>
                <a:lnTo>
                  <a:pt x="793788" y="230492"/>
                </a:lnTo>
                <a:lnTo>
                  <a:pt x="793369" y="256019"/>
                </a:lnTo>
                <a:lnTo>
                  <a:pt x="792492" y="283464"/>
                </a:lnTo>
                <a:lnTo>
                  <a:pt x="816876" y="274320"/>
                </a:lnTo>
                <a:lnTo>
                  <a:pt x="816876" y="260604"/>
                </a:lnTo>
                <a:lnTo>
                  <a:pt x="848880" y="260604"/>
                </a:lnTo>
                <a:lnTo>
                  <a:pt x="847775" y="274307"/>
                </a:lnTo>
                <a:lnTo>
                  <a:pt x="846404" y="288988"/>
                </a:lnTo>
                <a:lnTo>
                  <a:pt x="844804" y="301967"/>
                </a:lnTo>
                <a:lnTo>
                  <a:pt x="842784" y="313944"/>
                </a:lnTo>
                <a:lnTo>
                  <a:pt x="708672" y="313944"/>
                </a:lnTo>
                <a:lnTo>
                  <a:pt x="725436" y="330708"/>
                </a:lnTo>
                <a:lnTo>
                  <a:pt x="734860" y="327837"/>
                </a:lnTo>
                <a:lnTo>
                  <a:pt x="744867" y="325945"/>
                </a:lnTo>
                <a:lnTo>
                  <a:pt x="755434" y="324929"/>
                </a:lnTo>
                <a:lnTo>
                  <a:pt x="766584" y="324612"/>
                </a:lnTo>
                <a:lnTo>
                  <a:pt x="841260" y="324612"/>
                </a:lnTo>
                <a:lnTo>
                  <a:pt x="817892" y="360616"/>
                </a:lnTo>
                <a:lnTo>
                  <a:pt x="774395" y="388620"/>
                </a:lnTo>
                <a:lnTo>
                  <a:pt x="730008" y="406908"/>
                </a:lnTo>
                <a:lnTo>
                  <a:pt x="731532" y="411480"/>
                </a:lnTo>
                <a:lnTo>
                  <a:pt x="775347" y="401193"/>
                </a:lnTo>
                <a:lnTo>
                  <a:pt x="816876" y="384048"/>
                </a:lnTo>
                <a:lnTo>
                  <a:pt x="848880" y="358902"/>
                </a:lnTo>
                <a:lnTo>
                  <a:pt x="867168" y="324612"/>
                </a:lnTo>
                <a:lnTo>
                  <a:pt x="954036" y="324612"/>
                </a:lnTo>
                <a:lnTo>
                  <a:pt x="953846" y="363474"/>
                </a:lnTo>
                <a:lnTo>
                  <a:pt x="952512" y="411480"/>
                </a:lnTo>
                <a:lnTo>
                  <a:pt x="979944" y="399288"/>
                </a:lnTo>
                <a:lnTo>
                  <a:pt x="979703" y="388620"/>
                </a:lnTo>
                <a:lnTo>
                  <a:pt x="979195" y="372618"/>
                </a:lnTo>
                <a:lnTo>
                  <a:pt x="978649" y="350215"/>
                </a:lnTo>
                <a:lnTo>
                  <a:pt x="978433" y="324612"/>
                </a:lnTo>
                <a:lnTo>
                  <a:pt x="978420" y="323088"/>
                </a:lnTo>
                <a:lnTo>
                  <a:pt x="1112532" y="323088"/>
                </a:lnTo>
                <a:close/>
              </a:path>
              <a:path w="1564004" h="411480">
                <a:moveTo>
                  <a:pt x="1216164" y="167640"/>
                </a:moveTo>
                <a:lnTo>
                  <a:pt x="1212418" y="156768"/>
                </a:lnTo>
                <a:lnTo>
                  <a:pt x="1201115" y="144589"/>
                </a:lnTo>
                <a:lnTo>
                  <a:pt x="1182077" y="131000"/>
                </a:lnTo>
                <a:lnTo>
                  <a:pt x="1155204" y="115824"/>
                </a:lnTo>
                <a:lnTo>
                  <a:pt x="1152156" y="121920"/>
                </a:lnTo>
                <a:lnTo>
                  <a:pt x="1165821" y="137350"/>
                </a:lnTo>
                <a:lnTo>
                  <a:pt x="1176921" y="151638"/>
                </a:lnTo>
                <a:lnTo>
                  <a:pt x="1185151" y="164782"/>
                </a:lnTo>
                <a:lnTo>
                  <a:pt x="1190256" y="176784"/>
                </a:lnTo>
                <a:lnTo>
                  <a:pt x="1193939" y="187363"/>
                </a:lnTo>
                <a:lnTo>
                  <a:pt x="1198067" y="193929"/>
                </a:lnTo>
                <a:lnTo>
                  <a:pt x="1202461" y="196507"/>
                </a:lnTo>
                <a:lnTo>
                  <a:pt x="1207020" y="195072"/>
                </a:lnTo>
                <a:lnTo>
                  <a:pt x="1211021" y="190144"/>
                </a:lnTo>
                <a:lnTo>
                  <a:pt x="1213878" y="184213"/>
                </a:lnTo>
                <a:lnTo>
                  <a:pt x="1215593" y="176860"/>
                </a:lnTo>
                <a:lnTo>
                  <a:pt x="1216164" y="167640"/>
                </a:lnTo>
                <a:close/>
              </a:path>
              <a:path w="1564004" h="411480">
                <a:moveTo>
                  <a:pt x="1252740" y="65532"/>
                </a:moveTo>
                <a:lnTo>
                  <a:pt x="1251216" y="59436"/>
                </a:lnTo>
                <a:lnTo>
                  <a:pt x="1249692" y="51816"/>
                </a:lnTo>
                <a:lnTo>
                  <a:pt x="1244561" y="45250"/>
                </a:lnTo>
                <a:lnTo>
                  <a:pt x="1233881" y="36957"/>
                </a:lnTo>
                <a:lnTo>
                  <a:pt x="1217752" y="26962"/>
                </a:lnTo>
                <a:lnTo>
                  <a:pt x="1196352" y="15240"/>
                </a:lnTo>
                <a:lnTo>
                  <a:pt x="1191780" y="19812"/>
                </a:lnTo>
                <a:lnTo>
                  <a:pt x="1204328" y="35242"/>
                </a:lnTo>
                <a:lnTo>
                  <a:pt x="1214450" y="49530"/>
                </a:lnTo>
                <a:lnTo>
                  <a:pt x="1221994" y="62674"/>
                </a:lnTo>
                <a:lnTo>
                  <a:pt x="1226832" y="74676"/>
                </a:lnTo>
                <a:lnTo>
                  <a:pt x="1231404" y="85344"/>
                </a:lnTo>
                <a:lnTo>
                  <a:pt x="1234452" y="91440"/>
                </a:lnTo>
                <a:lnTo>
                  <a:pt x="1240548" y="91440"/>
                </a:lnTo>
                <a:lnTo>
                  <a:pt x="1243596" y="89916"/>
                </a:lnTo>
                <a:lnTo>
                  <a:pt x="1246644" y="85344"/>
                </a:lnTo>
                <a:lnTo>
                  <a:pt x="1251216" y="80772"/>
                </a:lnTo>
                <a:lnTo>
                  <a:pt x="1252740" y="74676"/>
                </a:lnTo>
                <a:lnTo>
                  <a:pt x="1252740" y="65532"/>
                </a:lnTo>
                <a:close/>
              </a:path>
              <a:path w="1564004" h="411480">
                <a:moveTo>
                  <a:pt x="1298460" y="77724"/>
                </a:moveTo>
                <a:lnTo>
                  <a:pt x="1292364" y="76200"/>
                </a:lnTo>
                <a:lnTo>
                  <a:pt x="1259992" y="151955"/>
                </a:lnTo>
                <a:lnTo>
                  <a:pt x="1235786" y="207835"/>
                </a:lnTo>
                <a:lnTo>
                  <a:pt x="1219276" y="244017"/>
                </a:lnTo>
                <a:lnTo>
                  <a:pt x="1197876" y="275844"/>
                </a:lnTo>
                <a:lnTo>
                  <a:pt x="1193393" y="277342"/>
                </a:lnTo>
                <a:lnTo>
                  <a:pt x="1188173" y="277329"/>
                </a:lnTo>
                <a:lnTo>
                  <a:pt x="1179779" y="276987"/>
                </a:lnTo>
                <a:lnTo>
                  <a:pt x="1168222" y="276085"/>
                </a:lnTo>
                <a:lnTo>
                  <a:pt x="1153680" y="274320"/>
                </a:lnTo>
                <a:lnTo>
                  <a:pt x="1153680" y="281940"/>
                </a:lnTo>
                <a:lnTo>
                  <a:pt x="1193304" y="300228"/>
                </a:lnTo>
                <a:lnTo>
                  <a:pt x="1196352" y="306324"/>
                </a:lnTo>
                <a:lnTo>
                  <a:pt x="1196263" y="315468"/>
                </a:lnTo>
                <a:lnTo>
                  <a:pt x="1196035" y="319976"/>
                </a:lnTo>
                <a:lnTo>
                  <a:pt x="1195019" y="326707"/>
                </a:lnTo>
                <a:lnTo>
                  <a:pt x="1193126" y="334314"/>
                </a:lnTo>
                <a:lnTo>
                  <a:pt x="1190256" y="342900"/>
                </a:lnTo>
                <a:lnTo>
                  <a:pt x="1188250" y="350596"/>
                </a:lnTo>
                <a:lnTo>
                  <a:pt x="1186827" y="357568"/>
                </a:lnTo>
                <a:lnTo>
                  <a:pt x="1185989" y="363474"/>
                </a:lnTo>
                <a:lnTo>
                  <a:pt x="1185760" y="367284"/>
                </a:lnTo>
                <a:lnTo>
                  <a:pt x="1185684" y="376428"/>
                </a:lnTo>
                <a:lnTo>
                  <a:pt x="1188732" y="381000"/>
                </a:lnTo>
                <a:lnTo>
                  <a:pt x="1196352" y="384048"/>
                </a:lnTo>
                <a:lnTo>
                  <a:pt x="1202448" y="387096"/>
                </a:lnTo>
                <a:lnTo>
                  <a:pt x="1219212" y="387096"/>
                </a:lnTo>
                <a:lnTo>
                  <a:pt x="1222260" y="385572"/>
                </a:lnTo>
                <a:lnTo>
                  <a:pt x="1222260" y="381000"/>
                </a:lnTo>
                <a:lnTo>
                  <a:pt x="1221371" y="373380"/>
                </a:lnTo>
                <a:lnTo>
                  <a:pt x="1220749" y="363689"/>
                </a:lnTo>
                <a:lnTo>
                  <a:pt x="1220114" y="351434"/>
                </a:lnTo>
                <a:lnTo>
                  <a:pt x="1219212" y="336804"/>
                </a:lnTo>
                <a:lnTo>
                  <a:pt x="1219517" y="321614"/>
                </a:lnTo>
                <a:lnTo>
                  <a:pt x="1225308" y="283464"/>
                </a:lnTo>
                <a:lnTo>
                  <a:pt x="1245882" y="221742"/>
                </a:lnTo>
                <a:lnTo>
                  <a:pt x="1268171" y="160020"/>
                </a:lnTo>
                <a:lnTo>
                  <a:pt x="1298460" y="77724"/>
                </a:lnTo>
                <a:close/>
              </a:path>
              <a:path w="1564004" h="411480">
                <a:moveTo>
                  <a:pt x="1563636" y="213360"/>
                </a:moveTo>
                <a:lnTo>
                  <a:pt x="1533156" y="182880"/>
                </a:lnTo>
                <a:lnTo>
                  <a:pt x="1511820" y="202692"/>
                </a:lnTo>
                <a:lnTo>
                  <a:pt x="1420380" y="202692"/>
                </a:lnTo>
                <a:lnTo>
                  <a:pt x="1420380" y="109728"/>
                </a:lnTo>
                <a:lnTo>
                  <a:pt x="1534680" y="109728"/>
                </a:lnTo>
                <a:lnTo>
                  <a:pt x="1507248" y="79248"/>
                </a:lnTo>
                <a:lnTo>
                  <a:pt x="1487436" y="99060"/>
                </a:lnTo>
                <a:lnTo>
                  <a:pt x="1420380" y="99060"/>
                </a:lnTo>
                <a:lnTo>
                  <a:pt x="1420380" y="38100"/>
                </a:lnTo>
                <a:lnTo>
                  <a:pt x="1437144" y="19812"/>
                </a:lnTo>
                <a:lnTo>
                  <a:pt x="1395996" y="0"/>
                </a:lnTo>
                <a:lnTo>
                  <a:pt x="1396873" y="14846"/>
                </a:lnTo>
                <a:lnTo>
                  <a:pt x="1397304" y="35242"/>
                </a:lnTo>
                <a:lnTo>
                  <a:pt x="1397419" y="51816"/>
                </a:lnTo>
                <a:lnTo>
                  <a:pt x="1397520" y="99060"/>
                </a:lnTo>
                <a:lnTo>
                  <a:pt x="1301508" y="99060"/>
                </a:lnTo>
                <a:lnTo>
                  <a:pt x="1318272" y="114300"/>
                </a:lnTo>
                <a:lnTo>
                  <a:pt x="1327696" y="112306"/>
                </a:lnTo>
                <a:lnTo>
                  <a:pt x="1337703" y="110871"/>
                </a:lnTo>
                <a:lnTo>
                  <a:pt x="1348270" y="110020"/>
                </a:lnTo>
                <a:lnTo>
                  <a:pt x="1359420" y="109728"/>
                </a:lnTo>
                <a:lnTo>
                  <a:pt x="1397520" y="109728"/>
                </a:lnTo>
                <a:lnTo>
                  <a:pt x="1397520" y="202692"/>
                </a:lnTo>
                <a:lnTo>
                  <a:pt x="1269504" y="202692"/>
                </a:lnTo>
                <a:lnTo>
                  <a:pt x="1284744" y="219456"/>
                </a:lnTo>
                <a:lnTo>
                  <a:pt x="1294168" y="216585"/>
                </a:lnTo>
                <a:lnTo>
                  <a:pt x="1304175" y="214693"/>
                </a:lnTo>
                <a:lnTo>
                  <a:pt x="1314742" y="213677"/>
                </a:lnTo>
                <a:lnTo>
                  <a:pt x="1325892" y="213360"/>
                </a:lnTo>
                <a:lnTo>
                  <a:pt x="1391424" y="213360"/>
                </a:lnTo>
                <a:lnTo>
                  <a:pt x="1370660" y="256984"/>
                </a:lnTo>
                <a:lnTo>
                  <a:pt x="1339608" y="306324"/>
                </a:lnTo>
                <a:lnTo>
                  <a:pt x="1305318" y="344805"/>
                </a:lnTo>
                <a:lnTo>
                  <a:pt x="1280172" y="358140"/>
                </a:lnTo>
                <a:lnTo>
                  <a:pt x="1296936" y="397764"/>
                </a:lnTo>
                <a:lnTo>
                  <a:pt x="1332293" y="382765"/>
                </a:lnTo>
                <a:lnTo>
                  <a:pt x="1382864" y="370738"/>
                </a:lnTo>
                <a:lnTo>
                  <a:pt x="1456639" y="359930"/>
                </a:lnTo>
                <a:lnTo>
                  <a:pt x="1502676" y="355092"/>
                </a:lnTo>
                <a:lnTo>
                  <a:pt x="1506334" y="362458"/>
                </a:lnTo>
                <a:lnTo>
                  <a:pt x="1510296" y="370522"/>
                </a:lnTo>
                <a:lnTo>
                  <a:pt x="1514246" y="378891"/>
                </a:lnTo>
                <a:lnTo>
                  <a:pt x="1517916" y="387096"/>
                </a:lnTo>
                <a:lnTo>
                  <a:pt x="1519440" y="394716"/>
                </a:lnTo>
                <a:lnTo>
                  <a:pt x="1522488" y="397764"/>
                </a:lnTo>
                <a:lnTo>
                  <a:pt x="1527060" y="397764"/>
                </a:lnTo>
                <a:lnTo>
                  <a:pt x="1530108" y="394716"/>
                </a:lnTo>
                <a:lnTo>
                  <a:pt x="1534680" y="387096"/>
                </a:lnTo>
                <a:lnTo>
                  <a:pt x="1539252" y="381000"/>
                </a:lnTo>
                <a:lnTo>
                  <a:pt x="1542300" y="373380"/>
                </a:lnTo>
                <a:lnTo>
                  <a:pt x="1542300" y="367284"/>
                </a:lnTo>
                <a:lnTo>
                  <a:pt x="1517345" y="329184"/>
                </a:lnTo>
                <a:lnTo>
                  <a:pt x="1466646" y="289750"/>
                </a:lnTo>
                <a:lnTo>
                  <a:pt x="1452384" y="278892"/>
                </a:lnTo>
                <a:lnTo>
                  <a:pt x="1447812" y="284988"/>
                </a:lnTo>
                <a:lnTo>
                  <a:pt x="1460995" y="299872"/>
                </a:lnTo>
                <a:lnTo>
                  <a:pt x="1473339" y="314896"/>
                </a:lnTo>
                <a:lnTo>
                  <a:pt x="1485099" y="330212"/>
                </a:lnTo>
                <a:lnTo>
                  <a:pt x="1496580" y="345948"/>
                </a:lnTo>
                <a:lnTo>
                  <a:pt x="1313700" y="358140"/>
                </a:lnTo>
                <a:lnTo>
                  <a:pt x="1342605" y="327545"/>
                </a:lnTo>
                <a:lnTo>
                  <a:pt x="1365516" y="301942"/>
                </a:lnTo>
                <a:lnTo>
                  <a:pt x="1382699" y="281203"/>
                </a:lnTo>
                <a:lnTo>
                  <a:pt x="1394472" y="265176"/>
                </a:lnTo>
                <a:lnTo>
                  <a:pt x="1402702" y="253746"/>
                </a:lnTo>
                <a:lnTo>
                  <a:pt x="1411236" y="244602"/>
                </a:lnTo>
                <a:lnTo>
                  <a:pt x="1419758" y="237744"/>
                </a:lnTo>
                <a:lnTo>
                  <a:pt x="1428000" y="233172"/>
                </a:lnTo>
                <a:lnTo>
                  <a:pt x="1399044" y="213360"/>
                </a:lnTo>
                <a:lnTo>
                  <a:pt x="1563636" y="21336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</a:endParaRPr>
          </a:p>
        </p:txBody>
      </p:sp>
      <p:sp>
        <p:nvSpPr>
          <p:cNvPr id="11" name="object 11"/>
          <p:cNvSpPr/>
          <p:nvPr/>
        </p:nvSpPr>
        <p:spPr>
          <a:xfrm>
            <a:off x="5917692" y="2310383"/>
            <a:ext cx="356870" cy="402590"/>
          </a:xfrm>
          <a:custGeom>
            <a:avLst/>
            <a:gdLst/>
            <a:ahLst/>
            <a:cxnLst/>
            <a:rect l="l" t="t" r="r" b="b"/>
            <a:pathLst>
              <a:path w="356870" h="402589">
                <a:moveTo>
                  <a:pt x="53340" y="89916"/>
                </a:moveTo>
                <a:lnTo>
                  <a:pt x="44196" y="89916"/>
                </a:lnTo>
                <a:lnTo>
                  <a:pt x="51339" y="62793"/>
                </a:lnTo>
                <a:lnTo>
                  <a:pt x="56769" y="38671"/>
                </a:lnTo>
                <a:lnTo>
                  <a:pt x="60483" y="17692"/>
                </a:lnTo>
                <a:lnTo>
                  <a:pt x="62484" y="0"/>
                </a:lnTo>
                <a:lnTo>
                  <a:pt x="100584" y="21336"/>
                </a:lnTo>
                <a:lnTo>
                  <a:pt x="91487" y="28408"/>
                </a:lnTo>
                <a:lnTo>
                  <a:pt x="80391" y="42481"/>
                </a:lnTo>
                <a:lnTo>
                  <a:pt x="67579" y="63126"/>
                </a:lnTo>
                <a:lnTo>
                  <a:pt x="53340" y="89916"/>
                </a:lnTo>
                <a:close/>
              </a:path>
              <a:path w="356870" h="402589">
                <a:moveTo>
                  <a:pt x="147828" y="192024"/>
                </a:moveTo>
                <a:lnTo>
                  <a:pt x="143256" y="187452"/>
                </a:lnTo>
                <a:lnTo>
                  <a:pt x="160162" y="160615"/>
                </a:lnTo>
                <a:lnTo>
                  <a:pt x="174498" y="135064"/>
                </a:lnTo>
                <a:lnTo>
                  <a:pt x="196596" y="88392"/>
                </a:lnTo>
                <a:lnTo>
                  <a:pt x="211264" y="44958"/>
                </a:lnTo>
                <a:lnTo>
                  <a:pt x="222503" y="1524"/>
                </a:lnTo>
                <a:lnTo>
                  <a:pt x="260603" y="24384"/>
                </a:lnTo>
                <a:lnTo>
                  <a:pt x="252864" y="32146"/>
                </a:lnTo>
                <a:lnTo>
                  <a:pt x="243268" y="46482"/>
                </a:lnTo>
                <a:lnTo>
                  <a:pt x="231671" y="67675"/>
                </a:lnTo>
                <a:lnTo>
                  <a:pt x="217932" y="96012"/>
                </a:lnTo>
                <a:lnTo>
                  <a:pt x="350520" y="96012"/>
                </a:lnTo>
                <a:lnTo>
                  <a:pt x="356616" y="102108"/>
                </a:lnTo>
                <a:lnTo>
                  <a:pt x="350901" y="106680"/>
                </a:lnTo>
                <a:lnTo>
                  <a:pt x="213360" y="106680"/>
                </a:lnTo>
                <a:lnTo>
                  <a:pt x="197977" y="130730"/>
                </a:lnTo>
                <a:lnTo>
                  <a:pt x="181737" y="152781"/>
                </a:lnTo>
                <a:lnTo>
                  <a:pt x="164925" y="173116"/>
                </a:lnTo>
                <a:lnTo>
                  <a:pt x="147828" y="192024"/>
                </a:lnTo>
                <a:close/>
              </a:path>
              <a:path w="356870" h="402589">
                <a:moveTo>
                  <a:pt x="145766" y="89916"/>
                </a:moveTo>
                <a:lnTo>
                  <a:pt x="111252" y="89916"/>
                </a:lnTo>
                <a:lnTo>
                  <a:pt x="128016" y="73152"/>
                </a:lnTo>
                <a:lnTo>
                  <a:pt x="145766" y="89916"/>
                </a:lnTo>
                <a:close/>
              </a:path>
              <a:path w="356870" h="402589">
                <a:moveTo>
                  <a:pt x="0" y="397764"/>
                </a:moveTo>
                <a:lnTo>
                  <a:pt x="834" y="359664"/>
                </a:lnTo>
                <a:lnTo>
                  <a:pt x="935" y="352615"/>
                </a:lnTo>
                <a:lnTo>
                  <a:pt x="1333" y="316992"/>
                </a:lnTo>
                <a:lnTo>
                  <a:pt x="1423" y="176784"/>
                </a:lnTo>
                <a:lnTo>
                  <a:pt x="1309" y="152781"/>
                </a:lnTo>
                <a:lnTo>
                  <a:pt x="881" y="114704"/>
                </a:lnTo>
                <a:lnTo>
                  <a:pt x="0" y="74676"/>
                </a:lnTo>
                <a:lnTo>
                  <a:pt x="25908" y="89916"/>
                </a:lnTo>
                <a:lnTo>
                  <a:pt x="145766" y="89916"/>
                </a:lnTo>
                <a:lnTo>
                  <a:pt x="155448" y="99060"/>
                </a:lnTo>
                <a:lnTo>
                  <a:pt x="153162" y="100584"/>
                </a:lnTo>
                <a:lnTo>
                  <a:pt x="24384" y="100584"/>
                </a:lnTo>
                <a:lnTo>
                  <a:pt x="24384" y="211836"/>
                </a:lnTo>
                <a:lnTo>
                  <a:pt x="137205" y="211836"/>
                </a:lnTo>
                <a:lnTo>
                  <a:pt x="137219" y="222504"/>
                </a:lnTo>
                <a:lnTo>
                  <a:pt x="24384" y="222504"/>
                </a:lnTo>
                <a:lnTo>
                  <a:pt x="24384" y="344424"/>
                </a:lnTo>
                <a:lnTo>
                  <a:pt x="137914" y="344424"/>
                </a:lnTo>
                <a:lnTo>
                  <a:pt x="137940" y="346850"/>
                </a:lnTo>
                <a:lnTo>
                  <a:pt x="138137" y="355092"/>
                </a:lnTo>
                <a:lnTo>
                  <a:pt x="24384" y="355092"/>
                </a:lnTo>
                <a:lnTo>
                  <a:pt x="24384" y="384048"/>
                </a:lnTo>
                <a:lnTo>
                  <a:pt x="0" y="397764"/>
                </a:lnTo>
                <a:close/>
              </a:path>
              <a:path w="356870" h="402589">
                <a:moveTo>
                  <a:pt x="350520" y="96012"/>
                </a:moveTo>
                <a:lnTo>
                  <a:pt x="310896" y="96012"/>
                </a:lnTo>
                <a:lnTo>
                  <a:pt x="330708" y="76200"/>
                </a:lnTo>
                <a:lnTo>
                  <a:pt x="350520" y="96012"/>
                </a:lnTo>
                <a:close/>
              </a:path>
              <a:path w="356870" h="402589">
                <a:moveTo>
                  <a:pt x="137205" y="211836"/>
                </a:moveTo>
                <a:lnTo>
                  <a:pt x="114300" y="211836"/>
                </a:lnTo>
                <a:lnTo>
                  <a:pt x="114300" y="100584"/>
                </a:lnTo>
                <a:lnTo>
                  <a:pt x="153162" y="100584"/>
                </a:lnTo>
                <a:lnTo>
                  <a:pt x="137160" y="111252"/>
                </a:lnTo>
                <a:lnTo>
                  <a:pt x="137205" y="211836"/>
                </a:lnTo>
                <a:close/>
              </a:path>
              <a:path w="356870" h="402589">
                <a:moveTo>
                  <a:pt x="327213" y="359664"/>
                </a:moveTo>
                <a:lnTo>
                  <a:pt x="283464" y="359664"/>
                </a:lnTo>
                <a:lnTo>
                  <a:pt x="291750" y="357925"/>
                </a:lnTo>
                <a:lnTo>
                  <a:pt x="298323" y="352615"/>
                </a:lnTo>
                <a:lnTo>
                  <a:pt x="308610" y="305562"/>
                </a:lnTo>
                <a:lnTo>
                  <a:pt x="310896" y="259842"/>
                </a:lnTo>
                <a:lnTo>
                  <a:pt x="313222" y="192024"/>
                </a:lnTo>
                <a:lnTo>
                  <a:pt x="315467" y="106680"/>
                </a:lnTo>
                <a:lnTo>
                  <a:pt x="350901" y="106680"/>
                </a:lnTo>
                <a:lnTo>
                  <a:pt x="341376" y="114300"/>
                </a:lnTo>
                <a:lnTo>
                  <a:pt x="339535" y="188719"/>
                </a:lnTo>
                <a:lnTo>
                  <a:pt x="337620" y="249167"/>
                </a:lnTo>
                <a:lnTo>
                  <a:pt x="335560" y="295570"/>
                </a:lnTo>
                <a:lnTo>
                  <a:pt x="333280" y="327855"/>
                </a:lnTo>
                <a:lnTo>
                  <a:pt x="330708" y="345948"/>
                </a:lnTo>
                <a:lnTo>
                  <a:pt x="327856" y="357925"/>
                </a:lnTo>
                <a:lnTo>
                  <a:pt x="327213" y="359664"/>
                </a:lnTo>
                <a:close/>
              </a:path>
              <a:path w="356870" h="402589">
                <a:moveTo>
                  <a:pt x="231648" y="269748"/>
                </a:moveTo>
                <a:lnTo>
                  <a:pt x="230124" y="269748"/>
                </a:lnTo>
                <a:lnTo>
                  <a:pt x="226742" y="268295"/>
                </a:lnTo>
                <a:lnTo>
                  <a:pt x="223647" y="263842"/>
                </a:lnTo>
                <a:lnTo>
                  <a:pt x="221122" y="256246"/>
                </a:lnTo>
                <a:lnTo>
                  <a:pt x="219456" y="245364"/>
                </a:lnTo>
                <a:lnTo>
                  <a:pt x="214884" y="228219"/>
                </a:lnTo>
                <a:lnTo>
                  <a:pt x="208026" y="211074"/>
                </a:lnTo>
                <a:lnTo>
                  <a:pt x="198882" y="193929"/>
                </a:lnTo>
                <a:lnTo>
                  <a:pt x="187452" y="176784"/>
                </a:lnTo>
                <a:lnTo>
                  <a:pt x="192024" y="172212"/>
                </a:lnTo>
                <a:lnTo>
                  <a:pt x="224218" y="199644"/>
                </a:lnTo>
                <a:lnTo>
                  <a:pt x="243840" y="228600"/>
                </a:lnTo>
                <a:lnTo>
                  <a:pt x="246888" y="234696"/>
                </a:lnTo>
                <a:lnTo>
                  <a:pt x="246888" y="248412"/>
                </a:lnTo>
                <a:lnTo>
                  <a:pt x="245364" y="254508"/>
                </a:lnTo>
                <a:lnTo>
                  <a:pt x="239267" y="260603"/>
                </a:lnTo>
                <a:lnTo>
                  <a:pt x="234696" y="266700"/>
                </a:lnTo>
                <a:lnTo>
                  <a:pt x="231648" y="269748"/>
                </a:lnTo>
                <a:close/>
              </a:path>
              <a:path w="356870" h="402589">
                <a:moveTo>
                  <a:pt x="137914" y="344424"/>
                </a:moveTo>
                <a:lnTo>
                  <a:pt x="114300" y="344424"/>
                </a:lnTo>
                <a:lnTo>
                  <a:pt x="114300" y="222504"/>
                </a:lnTo>
                <a:lnTo>
                  <a:pt x="137219" y="222504"/>
                </a:lnTo>
                <a:lnTo>
                  <a:pt x="137337" y="269748"/>
                </a:lnTo>
                <a:lnTo>
                  <a:pt x="137498" y="305562"/>
                </a:lnTo>
                <a:lnTo>
                  <a:pt x="137914" y="344424"/>
                </a:lnTo>
                <a:close/>
              </a:path>
              <a:path w="356870" h="402589">
                <a:moveTo>
                  <a:pt x="278891" y="402336"/>
                </a:moveTo>
                <a:lnTo>
                  <a:pt x="271772" y="389239"/>
                </a:lnTo>
                <a:lnTo>
                  <a:pt x="259651" y="377571"/>
                </a:lnTo>
                <a:lnTo>
                  <a:pt x="242673" y="367617"/>
                </a:lnTo>
                <a:lnTo>
                  <a:pt x="220979" y="359664"/>
                </a:lnTo>
                <a:lnTo>
                  <a:pt x="220979" y="352044"/>
                </a:lnTo>
                <a:lnTo>
                  <a:pt x="241244" y="355163"/>
                </a:lnTo>
                <a:lnTo>
                  <a:pt x="258508" y="357568"/>
                </a:lnTo>
                <a:lnTo>
                  <a:pt x="272629" y="359116"/>
                </a:lnTo>
                <a:lnTo>
                  <a:pt x="283464" y="359664"/>
                </a:lnTo>
                <a:lnTo>
                  <a:pt x="327213" y="359664"/>
                </a:lnTo>
                <a:lnTo>
                  <a:pt x="324040" y="368236"/>
                </a:lnTo>
                <a:lnTo>
                  <a:pt x="289670" y="397764"/>
                </a:lnTo>
                <a:lnTo>
                  <a:pt x="278891" y="402336"/>
                </a:lnTo>
                <a:close/>
              </a:path>
              <a:path w="356870" h="402589">
                <a:moveTo>
                  <a:pt x="114300" y="391668"/>
                </a:moveTo>
                <a:lnTo>
                  <a:pt x="114300" y="355092"/>
                </a:lnTo>
                <a:lnTo>
                  <a:pt x="138137" y="355092"/>
                </a:lnTo>
                <a:lnTo>
                  <a:pt x="138684" y="377952"/>
                </a:lnTo>
                <a:lnTo>
                  <a:pt x="114300" y="39166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</a:endParaRPr>
          </a:p>
        </p:txBody>
      </p:sp>
      <p:sp>
        <p:nvSpPr>
          <p:cNvPr id="12" name="object 12"/>
          <p:cNvSpPr/>
          <p:nvPr/>
        </p:nvSpPr>
        <p:spPr>
          <a:xfrm>
            <a:off x="6333744" y="2461260"/>
            <a:ext cx="396240" cy="44450"/>
          </a:xfrm>
          <a:custGeom>
            <a:avLst/>
            <a:gdLst/>
            <a:ahLst/>
            <a:cxnLst/>
            <a:rect l="l" t="t" r="r" b="b"/>
            <a:pathLst>
              <a:path w="396240" h="44450">
                <a:moveTo>
                  <a:pt x="15240" y="44195"/>
                </a:moveTo>
                <a:lnTo>
                  <a:pt x="0" y="28955"/>
                </a:lnTo>
                <a:lnTo>
                  <a:pt x="323087" y="28955"/>
                </a:lnTo>
                <a:lnTo>
                  <a:pt x="358139" y="0"/>
                </a:lnTo>
                <a:lnTo>
                  <a:pt x="396239" y="38099"/>
                </a:lnTo>
                <a:lnTo>
                  <a:pt x="62484" y="38099"/>
                </a:lnTo>
                <a:lnTo>
                  <a:pt x="48458" y="38623"/>
                </a:lnTo>
                <a:lnTo>
                  <a:pt x="36004" y="40004"/>
                </a:lnTo>
                <a:lnTo>
                  <a:pt x="24979" y="41957"/>
                </a:lnTo>
                <a:lnTo>
                  <a:pt x="15240" y="4419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</a:endParaRPr>
          </a:p>
        </p:txBody>
      </p:sp>
      <p:sp>
        <p:nvSpPr>
          <p:cNvPr id="13" name="object 13"/>
          <p:cNvSpPr/>
          <p:nvPr/>
        </p:nvSpPr>
        <p:spPr>
          <a:xfrm>
            <a:off x="6783323" y="2310383"/>
            <a:ext cx="1283335" cy="408940"/>
          </a:xfrm>
          <a:custGeom>
            <a:avLst/>
            <a:gdLst/>
            <a:ahLst/>
            <a:cxnLst/>
            <a:rect l="l" t="t" r="r" b="b"/>
            <a:pathLst>
              <a:path w="1283334" h="408939">
                <a:moveTo>
                  <a:pt x="88392" y="79248"/>
                </a:moveTo>
                <a:lnTo>
                  <a:pt x="64858" y="45961"/>
                </a:lnTo>
                <a:lnTo>
                  <a:pt x="22860" y="19812"/>
                </a:lnTo>
                <a:lnTo>
                  <a:pt x="18288" y="24384"/>
                </a:lnTo>
                <a:lnTo>
                  <a:pt x="32854" y="40601"/>
                </a:lnTo>
                <a:lnTo>
                  <a:pt x="44577" y="56959"/>
                </a:lnTo>
                <a:lnTo>
                  <a:pt x="53428" y="73037"/>
                </a:lnTo>
                <a:lnTo>
                  <a:pt x="59436" y="88392"/>
                </a:lnTo>
                <a:lnTo>
                  <a:pt x="61976" y="98399"/>
                </a:lnTo>
                <a:lnTo>
                  <a:pt x="64960" y="105537"/>
                </a:lnTo>
                <a:lnTo>
                  <a:pt x="68211" y="109829"/>
                </a:lnTo>
                <a:lnTo>
                  <a:pt x="71628" y="111252"/>
                </a:lnTo>
                <a:lnTo>
                  <a:pt x="76200" y="108204"/>
                </a:lnTo>
                <a:lnTo>
                  <a:pt x="80772" y="100584"/>
                </a:lnTo>
                <a:lnTo>
                  <a:pt x="85344" y="94488"/>
                </a:lnTo>
                <a:lnTo>
                  <a:pt x="88392" y="86868"/>
                </a:lnTo>
                <a:lnTo>
                  <a:pt x="88392" y="79248"/>
                </a:lnTo>
                <a:close/>
              </a:path>
              <a:path w="1283334" h="408939">
                <a:moveTo>
                  <a:pt x="135636" y="68580"/>
                </a:moveTo>
                <a:lnTo>
                  <a:pt x="128016" y="64008"/>
                </a:lnTo>
                <a:lnTo>
                  <a:pt x="95453" y="140335"/>
                </a:lnTo>
                <a:lnTo>
                  <a:pt x="71056" y="195643"/>
                </a:lnTo>
                <a:lnTo>
                  <a:pt x="54927" y="230111"/>
                </a:lnTo>
                <a:lnTo>
                  <a:pt x="47244" y="243840"/>
                </a:lnTo>
                <a:lnTo>
                  <a:pt x="41148" y="248412"/>
                </a:lnTo>
                <a:lnTo>
                  <a:pt x="33528" y="249936"/>
                </a:lnTo>
                <a:lnTo>
                  <a:pt x="7620" y="249936"/>
                </a:lnTo>
                <a:lnTo>
                  <a:pt x="0" y="248412"/>
                </a:lnTo>
                <a:lnTo>
                  <a:pt x="0" y="256032"/>
                </a:lnTo>
                <a:lnTo>
                  <a:pt x="34925" y="273608"/>
                </a:lnTo>
                <a:lnTo>
                  <a:pt x="38684" y="289013"/>
                </a:lnTo>
                <a:lnTo>
                  <a:pt x="38290" y="298894"/>
                </a:lnTo>
                <a:lnTo>
                  <a:pt x="37020" y="310210"/>
                </a:lnTo>
                <a:lnTo>
                  <a:pt x="35052" y="323088"/>
                </a:lnTo>
                <a:lnTo>
                  <a:pt x="33045" y="332282"/>
                </a:lnTo>
                <a:lnTo>
                  <a:pt x="31623" y="339471"/>
                </a:lnTo>
                <a:lnTo>
                  <a:pt x="30759" y="344957"/>
                </a:lnTo>
                <a:lnTo>
                  <a:pt x="30480" y="348996"/>
                </a:lnTo>
                <a:lnTo>
                  <a:pt x="30480" y="353568"/>
                </a:lnTo>
                <a:lnTo>
                  <a:pt x="32004" y="359664"/>
                </a:lnTo>
                <a:lnTo>
                  <a:pt x="35052" y="365760"/>
                </a:lnTo>
                <a:lnTo>
                  <a:pt x="36576" y="371856"/>
                </a:lnTo>
                <a:lnTo>
                  <a:pt x="44196" y="374904"/>
                </a:lnTo>
                <a:lnTo>
                  <a:pt x="54864" y="376428"/>
                </a:lnTo>
                <a:lnTo>
                  <a:pt x="61671" y="374142"/>
                </a:lnTo>
                <a:lnTo>
                  <a:pt x="65913" y="367284"/>
                </a:lnTo>
                <a:lnTo>
                  <a:pt x="67284" y="355854"/>
                </a:lnTo>
                <a:lnTo>
                  <a:pt x="65532" y="339852"/>
                </a:lnTo>
                <a:lnTo>
                  <a:pt x="63525" y="322427"/>
                </a:lnTo>
                <a:lnTo>
                  <a:pt x="62103" y="306705"/>
                </a:lnTo>
                <a:lnTo>
                  <a:pt x="61239" y="292709"/>
                </a:lnTo>
                <a:lnTo>
                  <a:pt x="60960" y="280416"/>
                </a:lnTo>
                <a:lnTo>
                  <a:pt x="61214" y="270751"/>
                </a:lnTo>
                <a:lnTo>
                  <a:pt x="70053" y="237464"/>
                </a:lnTo>
                <a:lnTo>
                  <a:pt x="83781" y="202387"/>
                </a:lnTo>
                <a:lnTo>
                  <a:pt x="135636" y="68580"/>
                </a:lnTo>
                <a:close/>
              </a:path>
              <a:path w="1283334" h="408939">
                <a:moveTo>
                  <a:pt x="385572" y="115824"/>
                </a:moveTo>
                <a:lnTo>
                  <a:pt x="382663" y="112776"/>
                </a:lnTo>
                <a:lnTo>
                  <a:pt x="372503" y="102108"/>
                </a:lnTo>
                <a:lnTo>
                  <a:pt x="355092" y="83820"/>
                </a:lnTo>
                <a:lnTo>
                  <a:pt x="335280" y="102108"/>
                </a:lnTo>
                <a:lnTo>
                  <a:pt x="198120" y="102108"/>
                </a:lnTo>
                <a:lnTo>
                  <a:pt x="206667" y="82130"/>
                </a:lnTo>
                <a:lnTo>
                  <a:pt x="224028" y="44196"/>
                </a:lnTo>
                <a:lnTo>
                  <a:pt x="245364" y="21336"/>
                </a:lnTo>
                <a:lnTo>
                  <a:pt x="202692" y="0"/>
                </a:lnTo>
                <a:lnTo>
                  <a:pt x="193357" y="44767"/>
                </a:lnTo>
                <a:lnTo>
                  <a:pt x="173736" y="102108"/>
                </a:lnTo>
                <a:lnTo>
                  <a:pt x="145161" y="164020"/>
                </a:lnTo>
                <a:lnTo>
                  <a:pt x="109728" y="217932"/>
                </a:lnTo>
                <a:lnTo>
                  <a:pt x="114300" y="222504"/>
                </a:lnTo>
                <a:lnTo>
                  <a:pt x="144018" y="190500"/>
                </a:lnTo>
                <a:lnTo>
                  <a:pt x="172567" y="150495"/>
                </a:lnTo>
                <a:lnTo>
                  <a:pt x="195072" y="112776"/>
                </a:lnTo>
                <a:lnTo>
                  <a:pt x="336804" y="112776"/>
                </a:lnTo>
                <a:lnTo>
                  <a:pt x="309372" y="173736"/>
                </a:lnTo>
                <a:lnTo>
                  <a:pt x="313944" y="176784"/>
                </a:lnTo>
                <a:lnTo>
                  <a:pt x="327888" y="160210"/>
                </a:lnTo>
                <a:lnTo>
                  <a:pt x="339852" y="147066"/>
                </a:lnTo>
                <a:lnTo>
                  <a:pt x="369951" y="121729"/>
                </a:lnTo>
                <a:lnTo>
                  <a:pt x="377609" y="118427"/>
                </a:lnTo>
                <a:lnTo>
                  <a:pt x="385572" y="115824"/>
                </a:lnTo>
                <a:close/>
              </a:path>
              <a:path w="1283334" h="408939">
                <a:moveTo>
                  <a:pt x="397764" y="376428"/>
                </a:moveTo>
                <a:lnTo>
                  <a:pt x="346138" y="346329"/>
                </a:lnTo>
                <a:lnTo>
                  <a:pt x="304800" y="300228"/>
                </a:lnTo>
                <a:lnTo>
                  <a:pt x="275463" y="237172"/>
                </a:lnTo>
                <a:lnTo>
                  <a:pt x="264934" y="199288"/>
                </a:lnTo>
                <a:lnTo>
                  <a:pt x="258343" y="161544"/>
                </a:lnTo>
                <a:lnTo>
                  <a:pt x="257556" y="156972"/>
                </a:lnTo>
                <a:lnTo>
                  <a:pt x="268224" y="147828"/>
                </a:lnTo>
                <a:lnTo>
                  <a:pt x="227076" y="126492"/>
                </a:lnTo>
                <a:lnTo>
                  <a:pt x="224790" y="178498"/>
                </a:lnTo>
                <a:lnTo>
                  <a:pt x="217932" y="224790"/>
                </a:lnTo>
                <a:lnTo>
                  <a:pt x="206502" y="265366"/>
                </a:lnTo>
                <a:lnTo>
                  <a:pt x="190500" y="300228"/>
                </a:lnTo>
                <a:lnTo>
                  <a:pt x="142494" y="357759"/>
                </a:lnTo>
                <a:lnTo>
                  <a:pt x="108204" y="382104"/>
                </a:lnTo>
                <a:lnTo>
                  <a:pt x="67056" y="403860"/>
                </a:lnTo>
                <a:lnTo>
                  <a:pt x="71628" y="408432"/>
                </a:lnTo>
                <a:lnTo>
                  <a:pt x="135636" y="379666"/>
                </a:lnTo>
                <a:lnTo>
                  <a:pt x="190500" y="333756"/>
                </a:lnTo>
                <a:lnTo>
                  <a:pt x="213944" y="302348"/>
                </a:lnTo>
                <a:lnTo>
                  <a:pt x="231838" y="263080"/>
                </a:lnTo>
                <a:lnTo>
                  <a:pt x="244284" y="216103"/>
                </a:lnTo>
                <a:lnTo>
                  <a:pt x="251460" y="161544"/>
                </a:lnTo>
                <a:lnTo>
                  <a:pt x="256070" y="202311"/>
                </a:lnTo>
                <a:lnTo>
                  <a:pt x="263271" y="240220"/>
                </a:lnTo>
                <a:lnTo>
                  <a:pt x="286512" y="306324"/>
                </a:lnTo>
                <a:lnTo>
                  <a:pt x="318325" y="358902"/>
                </a:lnTo>
                <a:lnTo>
                  <a:pt x="358140" y="397764"/>
                </a:lnTo>
                <a:lnTo>
                  <a:pt x="364947" y="389788"/>
                </a:lnTo>
                <a:lnTo>
                  <a:pt x="373761" y="384238"/>
                </a:lnTo>
                <a:lnTo>
                  <a:pt x="384276" y="381266"/>
                </a:lnTo>
                <a:lnTo>
                  <a:pt x="396240" y="381000"/>
                </a:lnTo>
                <a:lnTo>
                  <a:pt x="397764" y="376428"/>
                </a:lnTo>
                <a:close/>
              </a:path>
              <a:path w="1283334" h="408939">
                <a:moveTo>
                  <a:pt x="614172" y="114300"/>
                </a:moveTo>
                <a:lnTo>
                  <a:pt x="583692" y="85344"/>
                </a:lnTo>
                <a:lnTo>
                  <a:pt x="565404" y="103632"/>
                </a:lnTo>
                <a:lnTo>
                  <a:pt x="542544" y="103632"/>
                </a:lnTo>
                <a:lnTo>
                  <a:pt x="542544" y="28956"/>
                </a:lnTo>
                <a:lnTo>
                  <a:pt x="557784" y="19812"/>
                </a:lnTo>
                <a:lnTo>
                  <a:pt x="516636" y="0"/>
                </a:lnTo>
                <a:lnTo>
                  <a:pt x="516864" y="22860"/>
                </a:lnTo>
                <a:lnTo>
                  <a:pt x="517385" y="47434"/>
                </a:lnTo>
                <a:lnTo>
                  <a:pt x="517918" y="74803"/>
                </a:lnTo>
                <a:lnTo>
                  <a:pt x="518160" y="103632"/>
                </a:lnTo>
                <a:lnTo>
                  <a:pt x="432816" y="103632"/>
                </a:lnTo>
                <a:lnTo>
                  <a:pt x="448056" y="120396"/>
                </a:lnTo>
                <a:lnTo>
                  <a:pt x="458343" y="117525"/>
                </a:lnTo>
                <a:lnTo>
                  <a:pt x="468630" y="115633"/>
                </a:lnTo>
                <a:lnTo>
                  <a:pt x="478917" y="114617"/>
                </a:lnTo>
                <a:lnTo>
                  <a:pt x="489204" y="114300"/>
                </a:lnTo>
                <a:lnTo>
                  <a:pt x="518160" y="114300"/>
                </a:lnTo>
                <a:lnTo>
                  <a:pt x="518160" y="201168"/>
                </a:lnTo>
                <a:lnTo>
                  <a:pt x="487883" y="213220"/>
                </a:lnTo>
                <a:lnTo>
                  <a:pt x="463486" y="222123"/>
                </a:lnTo>
                <a:lnTo>
                  <a:pt x="445071" y="228180"/>
                </a:lnTo>
                <a:lnTo>
                  <a:pt x="432816" y="231648"/>
                </a:lnTo>
                <a:lnTo>
                  <a:pt x="454152" y="262128"/>
                </a:lnTo>
                <a:lnTo>
                  <a:pt x="461772" y="251460"/>
                </a:lnTo>
                <a:lnTo>
                  <a:pt x="518160" y="222504"/>
                </a:lnTo>
                <a:lnTo>
                  <a:pt x="518160" y="359664"/>
                </a:lnTo>
                <a:lnTo>
                  <a:pt x="513588" y="365760"/>
                </a:lnTo>
                <a:lnTo>
                  <a:pt x="505968" y="365760"/>
                </a:lnTo>
                <a:lnTo>
                  <a:pt x="497598" y="366331"/>
                </a:lnTo>
                <a:lnTo>
                  <a:pt x="485965" y="365760"/>
                </a:lnTo>
                <a:lnTo>
                  <a:pt x="470598" y="364045"/>
                </a:lnTo>
                <a:lnTo>
                  <a:pt x="451104" y="361188"/>
                </a:lnTo>
                <a:lnTo>
                  <a:pt x="451104" y="368808"/>
                </a:lnTo>
                <a:lnTo>
                  <a:pt x="474865" y="377977"/>
                </a:lnTo>
                <a:lnTo>
                  <a:pt x="491490" y="387286"/>
                </a:lnTo>
                <a:lnTo>
                  <a:pt x="501243" y="396887"/>
                </a:lnTo>
                <a:lnTo>
                  <a:pt x="504444" y="406908"/>
                </a:lnTo>
                <a:lnTo>
                  <a:pt x="522173" y="397433"/>
                </a:lnTo>
                <a:lnTo>
                  <a:pt x="534352" y="384810"/>
                </a:lnTo>
                <a:lnTo>
                  <a:pt x="541083" y="368769"/>
                </a:lnTo>
                <a:lnTo>
                  <a:pt x="541261" y="366331"/>
                </a:lnTo>
                <a:lnTo>
                  <a:pt x="542544" y="348996"/>
                </a:lnTo>
                <a:lnTo>
                  <a:pt x="542544" y="222504"/>
                </a:lnTo>
                <a:lnTo>
                  <a:pt x="542544" y="210312"/>
                </a:lnTo>
                <a:lnTo>
                  <a:pt x="572579" y="193548"/>
                </a:lnTo>
                <a:lnTo>
                  <a:pt x="608076" y="173736"/>
                </a:lnTo>
                <a:lnTo>
                  <a:pt x="605028" y="167640"/>
                </a:lnTo>
                <a:lnTo>
                  <a:pt x="542544" y="193548"/>
                </a:lnTo>
                <a:lnTo>
                  <a:pt x="542544" y="114300"/>
                </a:lnTo>
                <a:lnTo>
                  <a:pt x="614172" y="114300"/>
                </a:lnTo>
                <a:close/>
              </a:path>
              <a:path w="1283334" h="408939">
                <a:moveTo>
                  <a:pt x="838200" y="388620"/>
                </a:moveTo>
                <a:lnTo>
                  <a:pt x="836676" y="385572"/>
                </a:lnTo>
                <a:lnTo>
                  <a:pt x="836676" y="382524"/>
                </a:lnTo>
                <a:lnTo>
                  <a:pt x="831811" y="371652"/>
                </a:lnTo>
                <a:lnTo>
                  <a:pt x="828675" y="359473"/>
                </a:lnTo>
                <a:lnTo>
                  <a:pt x="828370" y="356616"/>
                </a:lnTo>
                <a:lnTo>
                  <a:pt x="827239" y="345884"/>
                </a:lnTo>
                <a:lnTo>
                  <a:pt x="827455" y="334137"/>
                </a:lnTo>
                <a:lnTo>
                  <a:pt x="833742" y="290423"/>
                </a:lnTo>
                <a:lnTo>
                  <a:pt x="836676" y="280416"/>
                </a:lnTo>
                <a:lnTo>
                  <a:pt x="829056" y="278892"/>
                </a:lnTo>
                <a:lnTo>
                  <a:pt x="804672" y="356616"/>
                </a:lnTo>
                <a:lnTo>
                  <a:pt x="786638" y="340614"/>
                </a:lnTo>
                <a:lnTo>
                  <a:pt x="773620" y="322326"/>
                </a:lnTo>
                <a:lnTo>
                  <a:pt x="762000" y="278892"/>
                </a:lnTo>
                <a:lnTo>
                  <a:pt x="758545" y="234365"/>
                </a:lnTo>
                <a:lnTo>
                  <a:pt x="757542" y="193548"/>
                </a:lnTo>
                <a:lnTo>
                  <a:pt x="757732" y="181152"/>
                </a:lnTo>
                <a:lnTo>
                  <a:pt x="758761" y="162115"/>
                </a:lnTo>
                <a:lnTo>
                  <a:pt x="760641" y="143954"/>
                </a:lnTo>
                <a:lnTo>
                  <a:pt x="763524" y="126492"/>
                </a:lnTo>
                <a:lnTo>
                  <a:pt x="766953" y="123444"/>
                </a:lnTo>
                <a:lnTo>
                  <a:pt x="772096" y="118872"/>
                </a:lnTo>
                <a:lnTo>
                  <a:pt x="777240" y="114300"/>
                </a:lnTo>
                <a:lnTo>
                  <a:pt x="749808" y="94488"/>
                </a:lnTo>
                <a:lnTo>
                  <a:pt x="737616" y="112776"/>
                </a:lnTo>
                <a:lnTo>
                  <a:pt x="679704" y="118872"/>
                </a:lnTo>
                <a:lnTo>
                  <a:pt x="679704" y="35052"/>
                </a:lnTo>
                <a:lnTo>
                  <a:pt x="694944" y="22860"/>
                </a:lnTo>
                <a:lnTo>
                  <a:pt x="652272" y="3048"/>
                </a:lnTo>
                <a:lnTo>
                  <a:pt x="652500" y="19812"/>
                </a:lnTo>
                <a:lnTo>
                  <a:pt x="652564" y="22860"/>
                </a:lnTo>
                <a:lnTo>
                  <a:pt x="653224" y="47434"/>
                </a:lnTo>
                <a:lnTo>
                  <a:pt x="654189" y="80416"/>
                </a:lnTo>
                <a:lnTo>
                  <a:pt x="655320" y="120396"/>
                </a:lnTo>
                <a:lnTo>
                  <a:pt x="580644" y="124968"/>
                </a:lnTo>
                <a:lnTo>
                  <a:pt x="598932" y="140208"/>
                </a:lnTo>
                <a:lnTo>
                  <a:pt x="614172" y="134112"/>
                </a:lnTo>
                <a:lnTo>
                  <a:pt x="655320" y="131064"/>
                </a:lnTo>
                <a:lnTo>
                  <a:pt x="653884" y="160197"/>
                </a:lnTo>
                <a:lnTo>
                  <a:pt x="651891" y="185737"/>
                </a:lnTo>
                <a:lnTo>
                  <a:pt x="649312" y="207581"/>
                </a:lnTo>
                <a:lnTo>
                  <a:pt x="646176" y="225552"/>
                </a:lnTo>
                <a:lnTo>
                  <a:pt x="632739" y="220980"/>
                </a:lnTo>
                <a:lnTo>
                  <a:pt x="619887" y="216408"/>
                </a:lnTo>
                <a:lnTo>
                  <a:pt x="607593" y="211836"/>
                </a:lnTo>
                <a:lnTo>
                  <a:pt x="595884" y="207264"/>
                </a:lnTo>
                <a:lnTo>
                  <a:pt x="594360" y="213360"/>
                </a:lnTo>
                <a:lnTo>
                  <a:pt x="605193" y="219417"/>
                </a:lnTo>
                <a:lnTo>
                  <a:pt x="617029" y="226314"/>
                </a:lnTo>
                <a:lnTo>
                  <a:pt x="629716" y="234365"/>
                </a:lnTo>
                <a:lnTo>
                  <a:pt x="643128" y="243840"/>
                </a:lnTo>
                <a:lnTo>
                  <a:pt x="625411" y="291566"/>
                </a:lnTo>
                <a:lnTo>
                  <a:pt x="601980" y="334137"/>
                </a:lnTo>
                <a:lnTo>
                  <a:pt x="572833" y="371576"/>
                </a:lnTo>
                <a:lnTo>
                  <a:pt x="537972" y="403860"/>
                </a:lnTo>
                <a:lnTo>
                  <a:pt x="542544" y="408432"/>
                </a:lnTo>
                <a:lnTo>
                  <a:pt x="581952" y="379272"/>
                </a:lnTo>
                <a:lnTo>
                  <a:pt x="615505" y="344233"/>
                </a:lnTo>
                <a:lnTo>
                  <a:pt x="643051" y="303212"/>
                </a:lnTo>
                <a:lnTo>
                  <a:pt x="664464" y="256032"/>
                </a:lnTo>
                <a:lnTo>
                  <a:pt x="675551" y="266306"/>
                </a:lnTo>
                <a:lnTo>
                  <a:pt x="685800" y="276415"/>
                </a:lnTo>
                <a:lnTo>
                  <a:pt x="694893" y="286258"/>
                </a:lnTo>
                <a:lnTo>
                  <a:pt x="702564" y="295656"/>
                </a:lnTo>
                <a:lnTo>
                  <a:pt x="707085" y="303212"/>
                </a:lnTo>
                <a:lnTo>
                  <a:pt x="710184" y="307848"/>
                </a:lnTo>
                <a:lnTo>
                  <a:pt x="714756" y="307848"/>
                </a:lnTo>
                <a:lnTo>
                  <a:pt x="717804" y="304800"/>
                </a:lnTo>
                <a:lnTo>
                  <a:pt x="719328" y="298704"/>
                </a:lnTo>
                <a:lnTo>
                  <a:pt x="722376" y="292608"/>
                </a:lnTo>
                <a:lnTo>
                  <a:pt x="722376" y="278892"/>
                </a:lnTo>
                <a:lnTo>
                  <a:pt x="720852" y="272796"/>
                </a:lnTo>
                <a:lnTo>
                  <a:pt x="716280" y="266700"/>
                </a:lnTo>
                <a:lnTo>
                  <a:pt x="710603" y="260654"/>
                </a:lnTo>
                <a:lnTo>
                  <a:pt x="703948" y="256032"/>
                </a:lnTo>
                <a:lnTo>
                  <a:pt x="700659" y="253746"/>
                </a:lnTo>
                <a:lnTo>
                  <a:pt x="686701" y="245706"/>
                </a:lnTo>
                <a:lnTo>
                  <a:pt x="669036" y="236220"/>
                </a:lnTo>
                <a:lnTo>
                  <a:pt x="670839" y="225552"/>
                </a:lnTo>
                <a:lnTo>
                  <a:pt x="673049" y="212458"/>
                </a:lnTo>
                <a:lnTo>
                  <a:pt x="676084" y="186690"/>
                </a:lnTo>
                <a:lnTo>
                  <a:pt x="678243" y="158648"/>
                </a:lnTo>
                <a:lnTo>
                  <a:pt x="679551" y="131064"/>
                </a:lnTo>
                <a:lnTo>
                  <a:pt x="679704" y="128016"/>
                </a:lnTo>
                <a:lnTo>
                  <a:pt x="739140" y="123444"/>
                </a:lnTo>
                <a:lnTo>
                  <a:pt x="737133" y="146291"/>
                </a:lnTo>
                <a:lnTo>
                  <a:pt x="735711" y="168973"/>
                </a:lnTo>
                <a:lnTo>
                  <a:pt x="734847" y="191389"/>
                </a:lnTo>
                <a:lnTo>
                  <a:pt x="734606" y="210312"/>
                </a:lnTo>
                <a:lnTo>
                  <a:pt x="734707" y="222504"/>
                </a:lnTo>
                <a:lnTo>
                  <a:pt x="737133" y="264375"/>
                </a:lnTo>
                <a:lnTo>
                  <a:pt x="746950" y="313372"/>
                </a:lnTo>
                <a:lnTo>
                  <a:pt x="765048" y="347472"/>
                </a:lnTo>
                <a:lnTo>
                  <a:pt x="797407" y="383476"/>
                </a:lnTo>
                <a:lnTo>
                  <a:pt x="821436" y="393192"/>
                </a:lnTo>
                <a:lnTo>
                  <a:pt x="829056" y="396240"/>
                </a:lnTo>
                <a:lnTo>
                  <a:pt x="838200" y="396240"/>
                </a:lnTo>
                <a:lnTo>
                  <a:pt x="838200" y="388620"/>
                </a:lnTo>
                <a:close/>
              </a:path>
              <a:path w="1283334" h="408939">
                <a:moveTo>
                  <a:pt x="841248" y="397764"/>
                </a:moveTo>
                <a:lnTo>
                  <a:pt x="838200" y="396240"/>
                </a:lnTo>
                <a:lnTo>
                  <a:pt x="838200" y="399288"/>
                </a:lnTo>
                <a:lnTo>
                  <a:pt x="839724" y="397764"/>
                </a:lnTo>
                <a:lnTo>
                  <a:pt x="841248" y="397764"/>
                </a:lnTo>
                <a:close/>
              </a:path>
              <a:path w="1283334" h="408939">
                <a:moveTo>
                  <a:pt x="1018019" y="27432"/>
                </a:moveTo>
                <a:lnTo>
                  <a:pt x="987539" y="3048"/>
                </a:lnTo>
                <a:lnTo>
                  <a:pt x="981849" y="16217"/>
                </a:lnTo>
                <a:lnTo>
                  <a:pt x="974013" y="30670"/>
                </a:lnTo>
                <a:lnTo>
                  <a:pt x="952487" y="64008"/>
                </a:lnTo>
                <a:lnTo>
                  <a:pt x="926198" y="96964"/>
                </a:lnTo>
                <a:lnTo>
                  <a:pt x="897623" y="126492"/>
                </a:lnTo>
                <a:lnTo>
                  <a:pt x="902195" y="132588"/>
                </a:lnTo>
                <a:lnTo>
                  <a:pt x="923937" y="115443"/>
                </a:lnTo>
                <a:lnTo>
                  <a:pt x="943533" y="98298"/>
                </a:lnTo>
                <a:lnTo>
                  <a:pt x="961136" y="81153"/>
                </a:lnTo>
                <a:lnTo>
                  <a:pt x="976871" y="64008"/>
                </a:lnTo>
                <a:lnTo>
                  <a:pt x="990587" y="49720"/>
                </a:lnTo>
                <a:lnTo>
                  <a:pt x="1002017" y="38862"/>
                </a:lnTo>
                <a:lnTo>
                  <a:pt x="1011161" y="31432"/>
                </a:lnTo>
                <a:lnTo>
                  <a:pt x="1018019" y="27432"/>
                </a:lnTo>
                <a:close/>
              </a:path>
              <a:path w="1283334" h="408939">
                <a:moveTo>
                  <a:pt x="1036307" y="114300"/>
                </a:moveTo>
                <a:lnTo>
                  <a:pt x="1005827" y="88392"/>
                </a:lnTo>
                <a:lnTo>
                  <a:pt x="996480" y="109474"/>
                </a:lnTo>
                <a:lnTo>
                  <a:pt x="984681" y="131254"/>
                </a:lnTo>
                <a:lnTo>
                  <a:pt x="955535" y="175260"/>
                </a:lnTo>
                <a:lnTo>
                  <a:pt x="920292" y="218694"/>
                </a:lnTo>
                <a:lnTo>
                  <a:pt x="883907" y="257556"/>
                </a:lnTo>
                <a:lnTo>
                  <a:pt x="888479" y="262128"/>
                </a:lnTo>
                <a:lnTo>
                  <a:pt x="907059" y="248437"/>
                </a:lnTo>
                <a:lnTo>
                  <a:pt x="926198" y="232600"/>
                </a:lnTo>
                <a:lnTo>
                  <a:pt x="945921" y="214769"/>
                </a:lnTo>
                <a:lnTo>
                  <a:pt x="966203" y="195072"/>
                </a:lnTo>
                <a:lnTo>
                  <a:pt x="966190" y="273392"/>
                </a:lnTo>
                <a:lnTo>
                  <a:pt x="966012" y="334708"/>
                </a:lnTo>
                <a:lnTo>
                  <a:pt x="965568" y="379171"/>
                </a:lnTo>
                <a:lnTo>
                  <a:pt x="964679" y="406908"/>
                </a:lnTo>
                <a:lnTo>
                  <a:pt x="990587" y="391668"/>
                </a:lnTo>
                <a:lnTo>
                  <a:pt x="990587" y="201168"/>
                </a:lnTo>
                <a:lnTo>
                  <a:pt x="997699" y="195072"/>
                </a:lnTo>
                <a:lnTo>
                  <a:pt x="1001255" y="192024"/>
                </a:lnTo>
                <a:lnTo>
                  <a:pt x="981443" y="175260"/>
                </a:lnTo>
                <a:lnTo>
                  <a:pt x="989761" y="165023"/>
                </a:lnTo>
                <a:lnTo>
                  <a:pt x="998778" y="152781"/>
                </a:lnTo>
                <a:lnTo>
                  <a:pt x="1019543" y="123444"/>
                </a:lnTo>
                <a:lnTo>
                  <a:pt x="1036307" y="114300"/>
                </a:lnTo>
                <a:close/>
              </a:path>
              <a:path w="1283334" h="408939">
                <a:moveTo>
                  <a:pt x="1258811" y="57912"/>
                </a:moveTo>
                <a:lnTo>
                  <a:pt x="1228331" y="24384"/>
                </a:lnTo>
                <a:lnTo>
                  <a:pt x="1203947" y="47244"/>
                </a:lnTo>
                <a:lnTo>
                  <a:pt x="1056119" y="47244"/>
                </a:lnTo>
                <a:lnTo>
                  <a:pt x="1072883" y="62484"/>
                </a:lnTo>
                <a:lnTo>
                  <a:pt x="1082319" y="60490"/>
                </a:lnTo>
                <a:lnTo>
                  <a:pt x="1092314" y="59055"/>
                </a:lnTo>
                <a:lnTo>
                  <a:pt x="1102893" y="58204"/>
                </a:lnTo>
                <a:lnTo>
                  <a:pt x="1114031" y="57912"/>
                </a:lnTo>
                <a:lnTo>
                  <a:pt x="1258811" y="57912"/>
                </a:lnTo>
                <a:close/>
              </a:path>
              <a:path w="1283334" h="408939">
                <a:moveTo>
                  <a:pt x="1283195" y="161544"/>
                </a:moveTo>
                <a:lnTo>
                  <a:pt x="1252715" y="126492"/>
                </a:lnTo>
                <a:lnTo>
                  <a:pt x="1226807" y="150876"/>
                </a:lnTo>
                <a:lnTo>
                  <a:pt x="1027163" y="150876"/>
                </a:lnTo>
                <a:lnTo>
                  <a:pt x="1042403" y="167640"/>
                </a:lnTo>
                <a:lnTo>
                  <a:pt x="1052715" y="164769"/>
                </a:lnTo>
                <a:lnTo>
                  <a:pt x="1063167" y="162877"/>
                </a:lnTo>
                <a:lnTo>
                  <a:pt x="1073912" y="161861"/>
                </a:lnTo>
                <a:lnTo>
                  <a:pt x="1085075" y="161544"/>
                </a:lnTo>
                <a:lnTo>
                  <a:pt x="1150607" y="161544"/>
                </a:lnTo>
                <a:lnTo>
                  <a:pt x="1150607" y="353568"/>
                </a:lnTo>
                <a:lnTo>
                  <a:pt x="1144511" y="359664"/>
                </a:lnTo>
                <a:lnTo>
                  <a:pt x="1135367" y="359664"/>
                </a:lnTo>
                <a:lnTo>
                  <a:pt x="1125397" y="359410"/>
                </a:lnTo>
                <a:lnTo>
                  <a:pt x="1072883" y="356616"/>
                </a:lnTo>
                <a:lnTo>
                  <a:pt x="1072883" y="365760"/>
                </a:lnTo>
                <a:lnTo>
                  <a:pt x="1098016" y="373214"/>
                </a:lnTo>
                <a:lnTo>
                  <a:pt x="1116126" y="381952"/>
                </a:lnTo>
                <a:lnTo>
                  <a:pt x="1127112" y="392125"/>
                </a:lnTo>
                <a:lnTo>
                  <a:pt x="1130795" y="403860"/>
                </a:lnTo>
                <a:lnTo>
                  <a:pt x="1150785" y="396989"/>
                </a:lnTo>
                <a:lnTo>
                  <a:pt x="1164894" y="385381"/>
                </a:lnTo>
                <a:lnTo>
                  <a:pt x="1173022" y="368935"/>
                </a:lnTo>
                <a:lnTo>
                  <a:pt x="1173873" y="359664"/>
                </a:lnTo>
                <a:lnTo>
                  <a:pt x="1174991" y="347472"/>
                </a:lnTo>
                <a:lnTo>
                  <a:pt x="1174991" y="161544"/>
                </a:lnTo>
                <a:lnTo>
                  <a:pt x="1283195" y="16154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</a:endParaRPr>
          </a:p>
        </p:txBody>
      </p:sp>
      <p:pic>
        <p:nvPicPr>
          <p:cNvPr id="14" name="object 14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8142731" y="2571940"/>
            <a:ext cx="68579" cy="119443"/>
          </a:xfrm>
          <a:prstGeom prst="rect">
            <a:avLst/>
          </a:prstGeom>
        </p:spPr>
      </p:pic>
      <p:sp>
        <p:nvSpPr>
          <p:cNvPr id="15" name="object 15"/>
          <p:cNvSpPr/>
          <p:nvPr/>
        </p:nvSpPr>
        <p:spPr>
          <a:xfrm>
            <a:off x="8558783" y="2311908"/>
            <a:ext cx="387350" cy="384175"/>
          </a:xfrm>
          <a:custGeom>
            <a:avLst/>
            <a:gdLst/>
            <a:ahLst/>
            <a:cxnLst/>
            <a:rect l="l" t="t" r="r" b="b"/>
            <a:pathLst>
              <a:path w="387350" h="384175">
                <a:moveTo>
                  <a:pt x="204216" y="74676"/>
                </a:moveTo>
                <a:lnTo>
                  <a:pt x="198120" y="74676"/>
                </a:lnTo>
                <a:lnTo>
                  <a:pt x="193548" y="68580"/>
                </a:lnTo>
                <a:lnTo>
                  <a:pt x="192024" y="57912"/>
                </a:lnTo>
                <a:lnTo>
                  <a:pt x="187452" y="44410"/>
                </a:lnTo>
                <a:lnTo>
                  <a:pt x="180594" y="31051"/>
                </a:lnTo>
                <a:lnTo>
                  <a:pt x="171450" y="17406"/>
                </a:lnTo>
                <a:lnTo>
                  <a:pt x="160020" y="3048"/>
                </a:lnTo>
                <a:lnTo>
                  <a:pt x="166116" y="0"/>
                </a:lnTo>
                <a:lnTo>
                  <a:pt x="204049" y="22931"/>
                </a:lnTo>
                <a:lnTo>
                  <a:pt x="220980" y="42672"/>
                </a:lnTo>
                <a:lnTo>
                  <a:pt x="220980" y="53340"/>
                </a:lnTo>
                <a:lnTo>
                  <a:pt x="219456" y="59436"/>
                </a:lnTo>
                <a:lnTo>
                  <a:pt x="213360" y="65532"/>
                </a:lnTo>
                <a:lnTo>
                  <a:pt x="208788" y="71628"/>
                </a:lnTo>
                <a:lnTo>
                  <a:pt x="204216" y="74676"/>
                </a:lnTo>
                <a:close/>
              </a:path>
              <a:path w="387350" h="384175">
                <a:moveTo>
                  <a:pt x="20312" y="146589"/>
                </a:moveTo>
                <a:lnTo>
                  <a:pt x="13716" y="146304"/>
                </a:lnTo>
                <a:lnTo>
                  <a:pt x="4572" y="144780"/>
                </a:lnTo>
                <a:lnTo>
                  <a:pt x="0" y="141732"/>
                </a:lnTo>
                <a:lnTo>
                  <a:pt x="0" y="134112"/>
                </a:lnTo>
                <a:lnTo>
                  <a:pt x="4572" y="128016"/>
                </a:lnTo>
                <a:lnTo>
                  <a:pt x="10668" y="120396"/>
                </a:lnTo>
                <a:lnTo>
                  <a:pt x="19835" y="107846"/>
                </a:lnTo>
                <a:lnTo>
                  <a:pt x="26860" y="93154"/>
                </a:lnTo>
                <a:lnTo>
                  <a:pt x="31884" y="76461"/>
                </a:lnTo>
                <a:lnTo>
                  <a:pt x="35052" y="57912"/>
                </a:lnTo>
                <a:lnTo>
                  <a:pt x="44196" y="57912"/>
                </a:lnTo>
                <a:lnTo>
                  <a:pt x="45720" y="77724"/>
                </a:lnTo>
                <a:lnTo>
                  <a:pt x="371163" y="77724"/>
                </a:lnTo>
                <a:lnTo>
                  <a:pt x="382316" y="88392"/>
                </a:lnTo>
                <a:lnTo>
                  <a:pt x="45720" y="88392"/>
                </a:lnTo>
                <a:lnTo>
                  <a:pt x="47101" y="106084"/>
                </a:lnTo>
                <a:lnTo>
                  <a:pt x="46482" y="120205"/>
                </a:lnTo>
                <a:lnTo>
                  <a:pt x="43576" y="130611"/>
                </a:lnTo>
                <a:lnTo>
                  <a:pt x="38100" y="137160"/>
                </a:lnTo>
                <a:lnTo>
                  <a:pt x="32361" y="142017"/>
                </a:lnTo>
                <a:lnTo>
                  <a:pt x="26479" y="145161"/>
                </a:lnTo>
                <a:lnTo>
                  <a:pt x="20312" y="146589"/>
                </a:lnTo>
                <a:close/>
              </a:path>
              <a:path w="387350" h="384175">
                <a:moveTo>
                  <a:pt x="371163" y="77724"/>
                </a:moveTo>
                <a:lnTo>
                  <a:pt x="333756" y="77724"/>
                </a:lnTo>
                <a:lnTo>
                  <a:pt x="352044" y="59436"/>
                </a:lnTo>
                <a:lnTo>
                  <a:pt x="371163" y="77724"/>
                </a:lnTo>
                <a:close/>
              </a:path>
              <a:path w="387350" h="384175">
                <a:moveTo>
                  <a:pt x="316992" y="144780"/>
                </a:moveTo>
                <a:lnTo>
                  <a:pt x="309372" y="141732"/>
                </a:lnTo>
                <a:lnTo>
                  <a:pt x="338328" y="88392"/>
                </a:lnTo>
                <a:lnTo>
                  <a:pt x="382316" y="88392"/>
                </a:lnTo>
                <a:lnTo>
                  <a:pt x="387096" y="92964"/>
                </a:lnTo>
                <a:lnTo>
                  <a:pt x="371641" y="97202"/>
                </a:lnTo>
                <a:lnTo>
                  <a:pt x="354901" y="107442"/>
                </a:lnTo>
                <a:lnTo>
                  <a:pt x="336732" y="123396"/>
                </a:lnTo>
                <a:lnTo>
                  <a:pt x="316992" y="144780"/>
                </a:lnTo>
                <a:close/>
              </a:path>
              <a:path w="387350" h="384175">
                <a:moveTo>
                  <a:pt x="306324" y="384048"/>
                </a:moveTo>
                <a:lnTo>
                  <a:pt x="143256" y="384048"/>
                </a:lnTo>
                <a:lnTo>
                  <a:pt x="123253" y="382881"/>
                </a:lnTo>
                <a:lnTo>
                  <a:pt x="108966" y="376999"/>
                </a:lnTo>
                <a:lnTo>
                  <a:pt x="100393" y="366260"/>
                </a:lnTo>
                <a:lnTo>
                  <a:pt x="97536" y="350520"/>
                </a:lnTo>
                <a:lnTo>
                  <a:pt x="97418" y="167640"/>
                </a:lnTo>
                <a:lnTo>
                  <a:pt x="97345" y="162115"/>
                </a:lnTo>
                <a:lnTo>
                  <a:pt x="96893" y="147994"/>
                </a:lnTo>
                <a:lnTo>
                  <a:pt x="96012" y="132588"/>
                </a:lnTo>
                <a:lnTo>
                  <a:pt x="140208" y="150876"/>
                </a:lnTo>
                <a:lnTo>
                  <a:pt x="121920" y="166116"/>
                </a:lnTo>
                <a:lnTo>
                  <a:pt x="121920" y="249936"/>
                </a:lnTo>
                <a:lnTo>
                  <a:pt x="154060" y="249936"/>
                </a:lnTo>
                <a:lnTo>
                  <a:pt x="152233" y="250531"/>
                </a:lnTo>
                <a:lnTo>
                  <a:pt x="121920" y="259080"/>
                </a:lnTo>
                <a:lnTo>
                  <a:pt x="121920" y="339852"/>
                </a:lnTo>
                <a:lnTo>
                  <a:pt x="123039" y="350091"/>
                </a:lnTo>
                <a:lnTo>
                  <a:pt x="128587" y="357759"/>
                </a:lnTo>
                <a:lnTo>
                  <a:pt x="138422" y="362569"/>
                </a:lnTo>
                <a:lnTo>
                  <a:pt x="152400" y="364236"/>
                </a:lnTo>
                <a:lnTo>
                  <a:pt x="361976" y="364236"/>
                </a:lnTo>
                <a:lnTo>
                  <a:pt x="356044" y="371403"/>
                </a:lnTo>
                <a:lnTo>
                  <a:pt x="342900" y="379285"/>
                </a:lnTo>
                <a:lnTo>
                  <a:pt x="326326" y="383452"/>
                </a:lnTo>
                <a:lnTo>
                  <a:pt x="306324" y="384048"/>
                </a:lnTo>
                <a:close/>
              </a:path>
              <a:path w="387350" h="384175">
                <a:moveTo>
                  <a:pt x="154060" y="249936"/>
                </a:moveTo>
                <a:lnTo>
                  <a:pt x="121920" y="249936"/>
                </a:lnTo>
                <a:lnTo>
                  <a:pt x="153066" y="237672"/>
                </a:lnTo>
                <a:lnTo>
                  <a:pt x="180213" y="226123"/>
                </a:lnTo>
                <a:lnTo>
                  <a:pt x="222504" y="205740"/>
                </a:lnTo>
                <a:lnTo>
                  <a:pt x="266438" y="176807"/>
                </a:lnTo>
                <a:lnTo>
                  <a:pt x="277368" y="167640"/>
                </a:lnTo>
                <a:lnTo>
                  <a:pt x="305832" y="202096"/>
                </a:lnTo>
                <a:lnTo>
                  <a:pt x="295822" y="202096"/>
                </a:lnTo>
                <a:lnTo>
                  <a:pt x="280606" y="204787"/>
                </a:lnTo>
                <a:lnTo>
                  <a:pt x="261104" y="210621"/>
                </a:lnTo>
                <a:lnTo>
                  <a:pt x="237744" y="219456"/>
                </a:lnTo>
                <a:lnTo>
                  <a:pt x="210002" y="230576"/>
                </a:lnTo>
                <a:lnTo>
                  <a:pt x="181546" y="240982"/>
                </a:lnTo>
                <a:lnTo>
                  <a:pt x="154060" y="249936"/>
                </a:lnTo>
                <a:close/>
              </a:path>
              <a:path w="387350" h="384175">
                <a:moveTo>
                  <a:pt x="306324" y="202692"/>
                </a:moveTo>
                <a:lnTo>
                  <a:pt x="295822" y="202096"/>
                </a:lnTo>
                <a:lnTo>
                  <a:pt x="305832" y="202096"/>
                </a:lnTo>
                <a:lnTo>
                  <a:pt x="306324" y="202692"/>
                </a:lnTo>
                <a:close/>
              </a:path>
              <a:path w="387350" h="384175">
                <a:moveTo>
                  <a:pt x="361976" y="364236"/>
                </a:moveTo>
                <a:lnTo>
                  <a:pt x="294131" y="364236"/>
                </a:lnTo>
                <a:lnTo>
                  <a:pt x="303537" y="363116"/>
                </a:lnTo>
                <a:lnTo>
                  <a:pt x="311086" y="359854"/>
                </a:lnTo>
                <a:lnTo>
                  <a:pt x="325183" y="320421"/>
                </a:lnTo>
                <a:lnTo>
                  <a:pt x="329184" y="272796"/>
                </a:lnTo>
                <a:lnTo>
                  <a:pt x="338328" y="272796"/>
                </a:lnTo>
                <a:lnTo>
                  <a:pt x="340899" y="323802"/>
                </a:lnTo>
                <a:lnTo>
                  <a:pt x="365760" y="359664"/>
                </a:lnTo>
                <a:lnTo>
                  <a:pt x="361976" y="36423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</a:endParaRPr>
          </a:p>
        </p:txBody>
      </p:sp>
      <p:sp>
        <p:nvSpPr>
          <p:cNvPr id="16" name="object 16"/>
          <p:cNvSpPr/>
          <p:nvPr/>
        </p:nvSpPr>
        <p:spPr>
          <a:xfrm>
            <a:off x="8997695" y="2319527"/>
            <a:ext cx="410209" cy="384175"/>
          </a:xfrm>
          <a:custGeom>
            <a:avLst/>
            <a:gdLst/>
            <a:ahLst/>
            <a:cxnLst/>
            <a:rect l="l" t="t" r="r" b="b"/>
            <a:pathLst>
              <a:path w="410209" h="384175">
                <a:moveTo>
                  <a:pt x="272727" y="39624"/>
                </a:moveTo>
                <a:lnTo>
                  <a:pt x="184404" y="39624"/>
                </a:lnTo>
                <a:lnTo>
                  <a:pt x="203477" y="36814"/>
                </a:lnTo>
                <a:lnTo>
                  <a:pt x="223837" y="33146"/>
                </a:lnTo>
                <a:lnTo>
                  <a:pt x="266700" y="24384"/>
                </a:lnTo>
                <a:lnTo>
                  <a:pt x="306514" y="13906"/>
                </a:lnTo>
                <a:lnTo>
                  <a:pt x="333756" y="0"/>
                </a:lnTo>
                <a:lnTo>
                  <a:pt x="359664" y="32004"/>
                </a:lnTo>
                <a:lnTo>
                  <a:pt x="341114" y="32527"/>
                </a:lnTo>
                <a:lnTo>
                  <a:pt x="322135" y="33909"/>
                </a:lnTo>
                <a:lnTo>
                  <a:pt x="302871" y="35861"/>
                </a:lnTo>
                <a:lnTo>
                  <a:pt x="283464" y="38100"/>
                </a:lnTo>
                <a:lnTo>
                  <a:pt x="272727" y="39624"/>
                </a:lnTo>
                <a:close/>
              </a:path>
              <a:path w="410209" h="384175">
                <a:moveTo>
                  <a:pt x="88392" y="86867"/>
                </a:moveTo>
                <a:lnTo>
                  <a:pt x="80772" y="86867"/>
                </a:lnTo>
                <a:lnTo>
                  <a:pt x="76200" y="79248"/>
                </a:lnTo>
                <a:lnTo>
                  <a:pt x="74676" y="65531"/>
                </a:lnTo>
                <a:lnTo>
                  <a:pt x="70627" y="52697"/>
                </a:lnTo>
                <a:lnTo>
                  <a:pt x="65151" y="39433"/>
                </a:lnTo>
                <a:lnTo>
                  <a:pt x="57959" y="25884"/>
                </a:lnTo>
                <a:lnTo>
                  <a:pt x="48768" y="12191"/>
                </a:lnTo>
                <a:lnTo>
                  <a:pt x="53340" y="6096"/>
                </a:lnTo>
                <a:lnTo>
                  <a:pt x="86197" y="32527"/>
                </a:lnTo>
                <a:lnTo>
                  <a:pt x="103893" y="59555"/>
                </a:lnTo>
                <a:lnTo>
                  <a:pt x="103632" y="65531"/>
                </a:lnTo>
                <a:lnTo>
                  <a:pt x="100584" y="73152"/>
                </a:lnTo>
                <a:lnTo>
                  <a:pt x="99060" y="79248"/>
                </a:lnTo>
                <a:lnTo>
                  <a:pt x="89916" y="85343"/>
                </a:lnTo>
                <a:lnTo>
                  <a:pt x="88392" y="86867"/>
                </a:lnTo>
                <a:close/>
              </a:path>
              <a:path w="410209" h="384175">
                <a:moveTo>
                  <a:pt x="115824" y="312420"/>
                </a:moveTo>
                <a:lnTo>
                  <a:pt x="112776" y="307848"/>
                </a:lnTo>
                <a:lnTo>
                  <a:pt x="128206" y="282940"/>
                </a:lnTo>
                <a:lnTo>
                  <a:pt x="140208" y="258318"/>
                </a:lnTo>
                <a:lnTo>
                  <a:pt x="153924" y="208788"/>
                </a:lnTo>
                <a:lnTo>
                  <a:pt x="159419" y="161067"/>
                </a:lnTo>
                <a:lnTo>
                  <a:pt x="161404" y="118872"/>
                </a:lnTo>
                <a:lnTo>
                  <a:pt x="161431" y="102108"/>
                </a:lnTo>
                <a:lnTo>
                  <a:pt x="161305" y="90201"/>
                </a:lnTo>
                <a:lnTo>
                  <a:pt x="160258" y="46767"/>
                </a:lnTo>
                <a:lnTo>
                  <a:pt x="160020" y="25908"/>
                </a:lnTo>
                <a:lnTo>
                  <a:pt x="184404" y="39624"/>
                </a:lnTo>
                <a:lnTo>
                  <a:pt x="272727" y="39624"/>
                </a:lnTo>
                <a:lnTo>
                  <a:pt x="261151" y="41267"/>
                </a:lnTo>
                <a:lnTo>
                  <a:pt x="237553" y="44005"/>
                </a:lnTo>
                <a:lnTo>
                  <a:pt x="212526" y="46458"/>
                </a:lnTo>
                <a:lnTo>
                  <a:pt x="185928" y="48767"/>
                </a:lnTo>
                <a:lnTo>
                  <a:pt x="185928" y="118872"/>
                </a:lnTo>
                <a:lnTo>
                  <a:pt x="350520" y="118872"/>
                </a:lnTo>
                <a:lnTo>
                  <a:pt x="359664" y="128016"/>
                </a:lnTo>
                <a:lnTo>
                  <a:pt x="357759" y="129540"/>
                </a:lnTo>
                <a:lnTo>
                  <a:pt x="185928" y="129540"/>
                </a:lnTo>
                <a:lnTo>
                  <a:pt x="180760" y="188976"/>
                </a:lnTo>
                <a:lnTo>
                  <a:pt x="167449" y="239268"/>
                </a:lnTo>
                <a:lnTo>
                  <a:pt x="145851" y="280416"/>
                </a:lnTo>
                <a:lnTo>
                  <a:pt x="115824" y="312420"/>
                </a:lnTo>
                <a:close/>
              </a:path>
              <a:path w="410209" h="384175">
                <a:moveTo>
                  <a:pt x="350520" y="118872"/>
                </a:moveTo>
                <a:lnTo>
                  <a:pt x="315468" y="118872"/>
                </a:lnTo>
                <a:lnTo>
                  <a:pt x="333756" y="102108"/>
                </a:lnTo>
                <a:lnTo>
                  <a:pt x="350520" y="118872"/>
                </a:lnTo>
                <a:close/>
              </a:path>
              <a:path w="410209" h="384175">
                <a:moveTo>
                  <a:pt x="15240" y="163068"/>
                </a:moveTo>
                <a:lnTo>
                  <a:pt x="0" y="147828"/>
                </a:lnTo>
                <a:lnTo>
                  <a:pt x="68580" y="147828"/>
                </a:lnTo>
                <a:lnTo>
                  <a:pt x="86868" y="129540"/>
                </a:lnTo>
                <a:lnTo>
                  <a:pt x="111252" y="153924"/>
                </a:lnTo>
                <a:lnTo>
                  <a:pt x="104067" y="158496"/>
                </a:lnTo>
                <a:lnTo>
                  <a:pt x="56388" y="158496"/>
                </a:lnTo>
                <a:lnTo>
                  <a:pt x="45886" y="158781"/>
                </a:lnTo>
                <a:lnTo>
                  <a:pt x="35242" y="159639"/>
                </a:lnTo>
                <a:lnTo>
                  <a:pt x="24884" y="161067"/>
                </a:lnTo>
                <a:lnTo>
                  <a:pt x="15240" y="163068"/>
                </a:lnTo>
                <a:close/>
              </a:path>
              <a:path w="410209" h="384175">
                <a:moveTo>
                  <a:pt x="305308" y="214884"/>
                </a:moveTo>
                <a:lnTo>
                  <a:pt x="278892" y="214884"/>
                </a:lnTo>
                <a:lnTo>
                  <a:pt x="292393" y="192547"/>
                </a:lnTo>
                <a:lnTo>
                  <a:pt x="303466" y="171069"/>
                </a:lnTo>
                <a:lnTo>
                  <a:pt x="312539" y="150161"/>
                </a:lnTo>
                <a:lnTo>
                  <a:pt x="320040" y="129540"/>
                </a:lnTo>
                <a:lnTo>
                  <a:pt x="357759" y="129540"/>
                </a:lnTo>
                <a:lnTo>
                  <a:pt x="344424" y="140208"/>
                </a:lnTo>
                <a:lnTo>
                  <a:pt x="331279" y="167044"/>
                </a:lnTo>
                <a:lnTo>
                  <a:pt x="319278" y="190309"/>
                </a:lnTo>
                <a:lnTo>
                  <a:pt x="308419" y="209859"/>
                </a:lnTo>
                <a:lnTo>
                  <a:pt x="305308" y="214884"/>
                </a:lnTo>
                <a:close/>
              </a:path>
              <a:path w="410209" h="384175">
                <a:moveTo>
                  <a:pt x="25908" y="379476"/>
                </a:moveTo>
                <a:lnTo>
                  <a:pt x="3048" y="356616"/>
                </a:lnTo>
                <a:lnTo>
                  <a:pt x="15930" y="347781"/>
                </a:lnTo>
                <a:lnTo>
                  <a:pt x="31813" y="337375"/>
                </a:lnTo>
                <a:lnTo>
                  <a:pt x="50839" y="325540"/>
                </a:lnTo>
                <a:lnTo>
                  <a:pt x="73152" y="312420"/>
                </a:lnTo>
                <a:lnTo>
                  <a:pt x="73152" y="158496"/>
                </a:lnTo>
                <a:lnTo>
                  <a:pt x="104067" y="158496"/>
                </a:lnTo>
                <a:lnTo>
                  <a:pt x="94488" y="164592"/>
                </a:lnTo>
                <a:lnTo>
                  <a:pt x="94488" y="312420"/>
                </a:lnTo>
                <a:lnTo>
                  <a:pt x="103108" y="318396"/>
                </a:lnTo>
                <a:lnTo>
                  <a:pt x="105685" y="320040"/>
                </a:lnTo>
                <a:lnTo>
                  <a:pt x="83820" y="320040"/>
                </a:lnTo>
                <a:lnTo>
                  <a:pt x="49053" y="348400"/>
                </a:lnTo>
                <a:lnTo>
                  <a:pt x="33051" y="368546"/>
                </a:lnTo>
                <a:lnTo>
                  <a:pt x="25908" y="379476"/>
                </a:lnTo>
                <a:close/>
              </a:path>
              <a:path w="410209" h="384175">
                <a:moveTo>
                  <a:pt x="153924" y="333756"/>
                </a:moveTo>
                <a:lnTo>
                  <a:pt x="152400" y="326136"/>
                </a:lnTo>
                <a:lnTo>
                  <a:pt x="187880" y="306419"/>
                </a:lnTo>
                <a:lnTo>
                  <a:pt x="219075" y="283845"/>
                </a:lnTo>
                <a:lnTo>
                  <a:pt x="246268" y="258413"/>
                </a:lnTo>
                <a:lnTo>
                  <a:pt x="269748" y="230124"/>
                </a:lnTo>
                <a:lnTo>
                  <a:pt x="246316" y="213883"/>
                </a:lnTo>
                <a:lnTo>
                  <a:pt x="196596" y="178308"/>
                </a:lnTo>
                <a:lnTo>
                  <a:pt x="238696" y="193167"/>
                </a:lnTo>
                <a:lnTo>
                  <a:pt x="278892" y="214884"/>
                </a:lnTo>
                <a:lnTo>
                  <a:pt x="305308" y="214884"/>
                </a:lnTo>
                <a:lnTo>
                  <a:pt x="298704" y="225552"/>
                </a:lnTo>
                <a:lnTo>
                  <a:pt x="321693" y="240792"/>
                </a:lnTo>
                <a:lnTo>
                  <a:pt x="288036" y="240792"/>
                </a:lnTo>
                <a:lnTo>
                  <a:pt x="260865" y="270533"/>
                </a:lnTo>
                <a:lnTo>
                  <a:pt x="229552" y="295846"/>
                </a:lnTo>
                <a:lnTo>
                  <a:pt x="193952" y="316872"/>
                </a:lnTo>
                <a:lnTo>
                  <a:pt x="153924" y="333756"/>
                </a:lnTo>
                <a:close/>
              </a:path>
              <a:path w="410209" h="384175">
                <a:moveTo>
                  <a:pt x="361188" y="318516"/>
                </a:moveTo>
                <a:lnTo>
                  <a:pt x="356616" y="318516"/>
                </a:lnTo>
                <a:lnTo>
                  <a:pt x="355092" y="315468"/>
                </a:lnTo>
                <a:lnTo>
                  <a:pt x="350520" y="309372"/>
                </a:lnTo>
                <a:lnTo>
                  <a:pt x="345638" y="303109"/>
                </a:lnTo>
                <a:lnTo>
                  <a:pt x="340042" y="295846"/>
                </a:lnTo>
                <a:lnTo>
                  <a:pt x="333589" y="287726"/>
                </a:lnTo>
                <a:lnTo>
                  <a:pt x="298918" y="250817"/>
                </a:lnTo>
                <a:lnTo>
                  <a:pt x="288036" y="240792"/>
                </a:lnTo>
                <a:lnTo>
                  <a:pt x="321693" y="240792"/>
                </a:lnTo>
                <a:lnTo>
                  <a:pt x="356139" y="267557"/>
                </a:lnTo>
                <a:lnTo>
                  <a:pt x="370332" y="292608"/>
                </a:lnTo>
                <a:lnTo>
                  <a:pt x="370332" y="301752"/>
                </a:lnTo>
                <a:lnTo>
                  <a:pt x="368808" y="306324"/>
                </a:lnTo>
                <a:lnTo>
                  <a:pt x="365760" y="310896"/>
                </a:lnTo>
                <a:lnTo>
                  <a:pt x="364236" y="315468"/>
                </a:lnTo>
                <a:lnTo>
                  <a:pt x="361188" y="318516"/>
                </a:lnTo>
                <a:close/>
              </a:path>
              <a:path w="410209" h="384175">
                <a:moveTo>
                  <a:pt x="373380" y="384048"/>
                </a:moveTo>
                <a:lnTo>
                  <a:pt x="303847" y="383857"/>
                </a:lnTo>
                <a:lnTo>
                  <a:pt x="246888" y="382524"/>
                </a:lnTo>
                <a:lnTo>
                  <a:pt x="201168" y="377952"/>
                </a:lnTo>
                <a:lnTo>
                  <a:pt x="149423" y="361902"/>
                </a:lnTo>
                <a:lnTo>
                  <a:pt x="112776" y="338328"/>
                </a:lnTo>
                <a:lnTo>
                  <a:pt x="102465" y="331184"/>
                </a:lnTo>
                <a:lnTo>
                  <a:pt x="94297" y="325755"/>
                </a:lnTo>
                <a:lnTo>
                  <a:pt x="88130" y="322040"/>
                </a:lnTo>
                <a:lnTo>
                  <a:pt x="83820" y="320040"/>
                </a:lnTo>
                <a:lnTo>
                  <a:pt x="105685" y="320040"/>
                </a:lnTo>
                <a:lnTo>
                  <a:pt x="153852" y="344590"/>
                </a:lnTo>
                <a:lnTo>
                  <a:pt x="204216" y="355092"/>
                </a:lnTo>
                <a:lnTo>
                  <a:pt x="221361" y="355330"/>
                </a:lnTo>
                <a:lnTo>
                  <a:pt x="255651" y="356377"/>
                </a:lnTo>
                <a:lnTo>
                  <a:pt x="272795" y="356616"/>
                </a:lnTo>
                <a:lnTo>
                  <a:pt x="405910" y="356616"/>
                </a:lnTo>
                <a:lnTo>
                  <a:pt x="395668" y="360473"/>
                </a:lnTo>
                <a:lnTo>
                  <a:pt x="384810" y="367284"/>
                </a:lnTo>
                <a:lnTo>
                  <a:pt x="377380" y="375237"/>
                </a:lnTo>
                <a:lnTo>
                  <a:pt x="373380" y="384048"/>
                </a:lnTo>
                <a:close/>
              </a:path>
              <a:path w="410209" h="384175">
                <a:moveTo>
                  <a:pt x="405910" y="356616"/>
                </a:moveTo>
                <a:lnTo>
                  <a:pt x="272795" y="356616"/>
                </a:lnTo>
                <a:lnTo>
                  <a:pt x="288798" y="356377"/>
                </a:lnTo>
                <a:lnTo>
                  <a:pt x="320802" y="355330"/>
                </a:lnTo>
                <a:lnTo>
                  <a:pt x="336804" y="355092"/>
                </a:lnTo>
                <a:lnTo>
                  <a:pt x="370332" y="352615"/>
                </a:lnTo>
                <a:lnTo>
                  <a:pt x="388667" y="351020"/>
                </a:lnTo>
                <a:lnTo>
                  <a:pt x="408432" y="348996"/>
                </a:lnTo>
                <a:lnTo>
                  <a:pt x="409956" y="355092"/>
                </a:lnTo>
                <a:lnTo>
                  <a:pt x="405910" y="35661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</a:endParaRPr>
          </a:p>
        </p:txBody>
      </p:sp>
      <p:sp>
        <p:nvSpPr>
          <p:cNvPr id="17" name="object 17"/>
          <p:cNvSpPr/>
          <p:nvPr/>
        </p:nvSpPr>
        <p:spPr>
          <a:xfrm>
            <a:off x="9483852" y="2330195"/>
            <a:ext cx="335280" cy="379730"/>
          </a:xfrm>
          <a:custGeom>
            <a:avLst/>
            <a:gdLst/>
            <a:ahLst/>
            <a:cxnLst/>
            <a:rect l="l" t="t" r="r" b="b"/>
            <a:pathLst>
              <a:path w="335279" h="379730">
                <a:moveTo>
                  <a:pt x="332994" y="16764"/>
                </a:moveTo>
                <a:lnTo>
                  <a:pt x="297180" y="16764"/>
                </a:lnTo>
                <a:lnTo>
                  <a:pt x="307847" y="0"/>
                </a:lnTo>
                <a:lnTo>
                  <a:pt x="332994" y="16764"/>
                </a:lnTo>
                <a:close/>
              </a:path>
              <a:path w="335279" h="379730">
                <a:moveTo>
                  <a:pt x="0" y="379476"/>
                </a:moveTo>
                <a:lnTo>
                  <a:pt x="881" y="350591"/>
                </a:lnTo>
                <a:lnTo>
                  <a:pt x="1333" y="309562"/>
                </a:lnTo>
                <a:lnTo>
                  <a:pt x="1456" y="111252"/>
                </a:lnTo>
                <a:lnTo>
                  <a:pt x="1333" y="72009"/>
                </a:lnTo>
                <a:lnTo>
                  <a:pt x="896" y="32004"/>
                </a:lnTo>
                <a:lnTo>
                  <a:pt x="784" y="27432"/>
                </a:lnTo>
                <a:lnTo>
                  <a:pt x="0" y="1524"/>
                </a:lnTo>
                <a:lnTo>
                  <a:pt x="25908" y="16764"/>
                </a:lnTo>
                <a:lnTo>
                  <a:pt x="332994" y="16764"/>
                </a:lnTo>
                <a:lnTo>
                  <a:pt x="335280" y="18288"/>
                </a:lnTo>
                <a:lnTo>
                  <a:pt x="326136" y="27432"/>
                </a:lnTo>
                <a:lnTo>
                  <a:pt x="25908" y="27432"/>
                </a:lnTo>
                <a:lnTo>
                  <a:pt x="25908" y="326136"/>
                </a:lnTo>
                <a:lnTo>
                  <a:pt x="322639" y="326136"/>
                </a:lnTo>
                <a:lnTo>
                  <a:pt x="322859" y="336804"/>
                </a:lnTo>
                <a:lnTo>
                  <a:pt x="25908" y="336804"/>
                </a:lnTo>
                <a:lnTo>
                  <a:pt x="25908" y="370332"/>
                </a:lnTo>
                <a:lnTo>
                  <a:pt x="0" y="379476"/>
                </a:lnTo>
                <a:close/>
              </a:path>
              <a:path w="335279" h="379730">
                <a:moveTo>
                  <a:pt x="322639" y="326136"/>
                </a:moveTo>
                <a:lnTo>
                  <a:pt x="298704" y="326136"/>
                </a:lnTo>
                <a:lnTo>
                  <a:pt x="298704" y="27432"/>
                </a:lnTo>
                <a:lnTo>
                  <a:pt x="326136" y="27432"/>
                </a:lnTo>
                <a:lnTo>
                  <a:pt x="321564" y="32004"/>
                </a:lnTo>
                <a:lnTo>
                  <a:pt x="321564" y="268224"/>
                </a:lnTo>
                <a:lnTo>
                  <a:pt x="321802" y="289393"/>
                </a:lnTo>
                <a:lnTo>
                  <a:pt x="322639" y="326136"/>
                </a:lnTo>
                <a:close/>
              </a:path>
              <a:path w="335279" h="379730">
                <a:moveTo>
                  <a:pt x="85344" y="266700"/>
                </a:moveTo>
                <a:lnTo>
                  <a:pt x="86225" y="247602"/>
                </a:lnTo>
                <a:lnTo>
                  <a:pt x="86643" y="228600"/>
                </a:lnTo>
                <a:lnTo>
                  <a:pt x="86747" y="217932"/>
                </a:lnTo>
                <a:lnTo>
                  <a:pt x="86844" y="160281"/>
                </a:lnTo>
                <a:lnTo>
                  <a:pt x="86677" y="138112"/>
                </a:lnTo>
                <a:lnTo>
                  <a:pt x="86225" y="116228"/>
                </a:lnTo>
                <a:lnTo>
                  <a:pt x="85344" y="94488"/>
                </a:lnTo>
                <a:lnTo>
                  <a:pt x="111252" y="111252"/>
                </a:lnTo>
                <a:lnTo>
                  <a:pt x="245715" y="111252"/>
                </a:lnTo>
                <a:lnTo>
                  <a:pt x="249936" y="114300"/>
                </a:lnTo>
                <a:lnTo>
                  <a:pt x="243078" y="120396"/>
                </a:lnTo>
                <a:lnTo>
                  <a:pt x="109728" y="120396"/>
                </a:lnTo>
                <a:lnTo>
                  <a:pt x="109728" y="217932"/>
                </a:lnTo>
                <a:lnTo>
                  <a:pt x="237229" y="217932"/>
                </a:lnTo>
                <a:lnTo>
                  <a:pt x="237440" y="228600"/>
                </a:lnTo>
                <a:lnTo>
                  <a:pt x="109728" y="228600"/>
                </a:lnTo>
                <a:lnTo>
                  <a:pt x="109728" y="256032"/>
                </a:lnTo>
                <a:lnTo>
                  <a:pt x="85344" y="266700"/>
                </a:lnTo>
                <a:close/>
              </a:path>
              <a:path w="335279" h="379730">
                <a:moveTo>
                  <a:pt x="245715" y="111252"/>
                </a:moveTo>
                <a:lnTo>
                  <a:pt x="210312" y="111252"/>
                </a:lnTo>
                <a:lnTo>
                  <a:pt x="222504" y="94488"/>
                </a:lnTo>
                <a:lnTo>
                  <a:pt x="245715" y="111252"/>
                </a:lnTo>
                <a:close/>
              </a:path>
              <a:path w="335279" h="379730">
                <a:moveTo>
                  <a:pt x="237229" y="217932"/>
                </a:moveTo>
                <a:lnTo>
                  <a:pt x="211836" y="217932"/>
                </a:lnTo>
                <a:lnTo>
                  <a:pt x="211836" y="120396"/>
                </a:lnTo>
                <a:lnTo>
                  <a:pt x="243078" y="120396"/>
                </a:lnTo>
                <a:lnTo>
                  <a:pt x="236220" y="126492"/>
                </a:lnTo>
                <a:lnTo>
                  <a:pt x="236458" y="170211"/>
                </a:lnTo>
                <a:lnTo>
                  <a:pt x="236982" y="205406"/>
                </a:lnTo>
                <a:lnTo>
                  <a:pt x="237229" y="217932"/>
                </a:lnTo>
                <a:close/>
              </a:path>
              <a:path w="335279" h="379730">
                <a:moveTo>
                  <a:pt x="211836" y="260604"/>
                </a:moveTo>
                <a:lnTo>
                  <a:pt x="211836" y="228600"/>
                </a:lnTo>
                <a:lnTo>
                  <a:pt x="237440" y="228600"/>
                </a:lnTo>
                <a:lnTo>
                  <a:pt x="237505" y="231933"/>
                </a:lnTo>
                <a:lnTo>
                  <a:pt x="237744" y="249936"/>
                </a:lnTo>
                <a:lnTo>
                  <a:pt x="211836" y="260604"/>
                </a:lnTo>
                <a:close/>
              </a:path>
              <a:path w="335279" h="379730">
                <a:moveTo>
                  <a:pt x="298704" y="371856"/>
                </a:moveTo>
                <a:lnTo>
                  <a:pt x="298704" y="336804"/>
                </a:lnTo>
                <a:lnTo>
                  <a:pt x="322859" y="336804"/>
                </a:lnTo>
                <a:lnTo>
                  <a:pt x="323088" y="361188"/>
                </a:lnTo>
                <a:lnTo>
                  <a:pt x="298704" y="37185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</a:endParaRPr>
          </a:p>
        </p:txBody>
      </p:sp>
      <p:sp>
        <p:nvSpPr>
          <p:cNvPr id="18" name="object 18"/>
          <p:cNvSpPr/>
          <p:nvPr/>
        </p:nvSpPr>
        <p:spPr>
          <a:xfrm>
            <a:off x="2130539" y="2788919"/>
            <a:ext cx="2109470" cy="448309"/>
          </a:xfrm>
          <a:custGeom>
            <a:avLst/>
            <a:gdLst/>
            <a:ahLst/>
            <a:cxnLst/>
            <a:rect l="l" t="t" r="r" b="b"/>
            <a:pathLst>
              <a:path w="2109470" h="448310">
                <a:moveTo>
                  <a:pt x="396240" y="193548"/>
                </a:moveTo>
                <a:lnTo>
                  <a:pt x="358140" y="155448"/>
                </a:lnTo>
                <a:lnTo>
                  <a:pt x="323088" y="182880"/>
                </a:lnTo>
                <a:lnTo>
                  <a:pt x="0" y="182880"/>
                </a:lnTo>
                <a:lnTo>
                  <a:pt x="15240" y="198120"/>
                </a:lnTo>
                <a:lnTo>
                  <a:pt x="25844" y="196126"/>
                </a:lnTo>
                <a:lnTo>
                  <a:pt x="37147" y="194691"/>
                </a:lnTo>
                <a:lnTo>
                  <a:pt x="49326" y="193840"/>
                </a:lnTo>
                <a:lnTo>
                  <a:pt x="62484" y="193548"/>
                </a:lnTo>
                <a:lnTo>
                  <a:pt x="396240" y="193548"/>
                </a:lnTo>
                <a:close/>
              </a:path>
              <a:path w="2109470" h="448310">
                <a:moveTo>
                  <a:pt x="669048" y="147828"/>
                </a:moveTo>
                <a:lnTo>
                  <a:pt x="627900" y="124968"/>
                </a:lnTo>
                <a:lnTo>
                  <a:pt x="628129" y="146075"/>
                </a:lnTo>
                <a:lnTo>
                  <a:pt x="629183" y="183692"/>
                </a:lnTo>
                <a:lnTo>
                  <a:pt x="629361" y="196011"/>
                </a:lnTo>
                <a:lnTo>
                  <a:pt x="629424" y="315468"/>
                </a:lnTo>
                <a:lnTo>
                  <a:pt x="629183" y="331787"/>
                </a:lnTo>
                <a:lnTo>
                  <a:pt x="628662" y="353377"/>
                </a:lnTo>
                <a:lnTo>
                  <a:pt x="628129" y="380415"/>
                </a:lnTo>
                <a:lnTo>
                  <a:pt x="627900" y="413004"/>
                </a:lnTo>
                <a:lnTo>
                  <a:pt x="656856" y="394716"/>
                </a:lnTo>
                <a:lnTo>
                  <a:pt x="655967" y="378739"/>
                </a:lnTo>
                <a:lnTo>
                  <a:pt x="655523" y="362902"/>
                </a:lnTo>
                <a:lnTo>
                  <a:pt x="655408" y="353377"/>
                </a:lnTo>
                <a:lnTo>
                  <a:pt x="655332" y="158496"/>
                </a:lnTo>
                <a:lnTo>
                  <a:pt x="669048" y="147828"/>
                </a:lnTo>
                <a:close/>
              </a:path>
              <a:path w="2109470" h="448310">
                <a:moveTo>
                  <a:pt x="845832" y="181356"/>
                </a:moveTo>
                <a:lnTo>
                  <a:pt x="798207" y="166878"/>
                </a:lnTo>
                <a:lnTo>
                  <a:pt x="748296" y="138684"/>
                </a:lnTo>
                <a:lnTo>
                  <a:pt x="697623" y="93916"/>
                </a:lnTo>
                <a:lnTo>
                  <a:pt x="656971" y="42672"/>
                </a:lnTo>
                <a:lnTo>
                  <a:pt x="649236" y="32004"/>
                </a:lnTo>
                <a:lnTo>
                  <a:pt x="666000" y="21336"/>
                </a:lnTo>
                <a:lnTo>
                  <a:pt x="629424" y="0"/>
                </a:lnTo>
                <a:lnTo>
                  <a:pt x="618515" y="28003"/>
                </a:lnTo>
                <a:lnTo>
                  <a:pt x="603897" y="57150"/>
                </a:lnTo>
                <a:lnTo>
                  <a:pt x="562368" y="118872"/>
                </a:lnTo>
                <a:lnTo>
                  <a:pt x="535762" y="149161"/>
                </a:lnTo>
                <a:lnTo>
                  <a:pt x="506222" y="175983"/>
                </a:lnTo>
                <a:lnTo>
                  <a:pt x="473417" y="199453"/>
                </a:lnTo>
                <a:lnTo>
                  <a:pt x="437400" y="219456"/>
                </a:lnTo>
                <a:lnTo>
                  <a:pt x="438924" y="227076"/>
                </a:lnTo>
                <a:lnTo>
                  <a:pt x="474662" y="210502"/>
                </a:lnTo>
                <a:lnTo>
                  <a:pt x="534720" y="173926"/>
                </a:lnTo>
                <a:lnTo>
                  <a:pt x="581863" y="130759"/>
                </a:lnTo>
                <a:lnTo>
                  <a:pt x="624674" y="75272"/>
                </a:lnTo>
                <a:lnTo>
                  <a:pt x="644664" y="42672"/>
                </a:lnTo>
                <a:lnTo>
                  <a:pt x="662952" y="72986"/>
                </a:lnTo>
                <a:lnTo>
                  <a:pt x="699528" y="123901"/>
                </a:lnTo>
                <a:lnTo>
                  <a:pt x="736981" y="163385"/>
                </a:lnTo>
                <a:lnTo>
                  <a:pt x="781037" y="196011"/>
                </a:lnTo>
                <a:lnTo>
                  <a:pt x="806208" y="210312"/>
                </a:lnTo>
                <a:lnTo>
                  <a:pt x="813041" y="201168"/>
                </a:lnTo>
                <a:lnTo>
                  <a:pt x="822020" y="194310"/>
                </a:lnTo>
                <a:lnTo>
                  <a:pt x="832993" y="189738"/>
                </a:lnTo>
                <a:lnTo>
                  <a:pt x="845832" y="187452"/>
                </a:lnTo>
                <a:lnTo>
                  <a:pt x="845832" y="181356"/>
                </a:lnTo>
                <a:close/>
              </a:path>
              <a:path w="2109470" h="448310">
                <a:moveTo>
                  <a:pt x="1123188" y="39624"/>
                </a:moveTo>
                <a:lnTo>
                  <a:pt x="1087475" y="11798"/>
                </a:lnTo>
                <a:lnTo>
                  <a:pt x="1072896" y="6096"/>
                </a:lnTo>
                <a:lnTo>
                  <a:pt x="1068324" y="10668"/>
                </a:lnTo>
                <a:lnTo>
                  <a:pt x="1077785" y="20955"/>
                </a:lnTo>
                <a:lnTo>
                  <a:pt x="1085659" y="31242"/>
                </a:lnTo>
                <a:lnTo>
                  <a:pt x="1092123" y="41529"/>
                </a:lnTo>
                <a:lnTo>
                  <a:pt x="1097280" y="51816"/>
                </a:lnTo>
                <a:lnTo>
                  <a:pt x="1100328" y="62484"/>
                </a:lnTo>
                <a:lnTo>
                  <a:pt x="1103376" y="68580"/>
                </a:lnTo>
                <a:lnTo>
                  <a:pt x="1109472" y="68580"/>
                </a:lnTo>
                <a:lnTo>
                  <a:pt x="1112520" y="65532"/>
                </a:lnTo>
                <a:lnTo>
                  <a:pt x="1117092" y="59436"/>
                </a:lnTo>
                <a:lnTo>
                  <a:pt x="1120140" y="53340"/>
                </a:lnTo>
                <a:lnTo>
                  <a:pt x="1123188" y="48768"/>
                </a:lnTo>
                <a:lnTo>
                  <a:pt x="1123188" y="39624"/>
                </a:lnTo>
                <a:close/>
              </a:path>
              <a:path w="2109470" h="448310">
                <a:moveTo>
                  <a:pt x="1261872" y="82296"/>
                </a:moveTo>
                <a:lnTo>
                  <a:pt x="1251712" y="71628"/>
                </a:lnTo>
                <a:lnTo>
                  <a:pt x="1231392" y="50292"/>
                </a:lnTo>
                <a:lnTo>
                  <a:pt x="1211580" y="71628"/>
                </a:lnTo>
                <a:lnTo>
                  <a:pt x="1088136" y="71628"/>
                </a:lnTo>
                <a:lnTo>
                  <a:pt x="1088136" y="82296"/>
                </a:lnTo>
                <a:lnTo>
                  <a:pt x="1088136" y="123444"/>
                </a:lnTo>
                <a:lnTo>
                  <a:pt x="1088136" y="134112"/>
                </a:lnTo>
                <a:lnTo>
                  <a:pt x="1088136" y="172212"/>
                </a:lnTo>
                <a:lnTo>
                  <a:pt x="1088136" y="182880"/>
                </a:lnTo>
                <a:lnTo>
                  <a:pt x="1088136" y="222504"/>
                </a:lnTo>
                <a:lnTo>
                  <a:pt x="989076" y="222504"/>
                </a:lnTo>
                <a:lnTo>
                  <a:pt x="989076" y="182880"/>
                </a:lnTo>
                <a:lnTo>
                  <a:pt x="1088136" y="182880"/>
                </a:lnTo>
                <a:lnTo>
                  <a:pt x="1088136" y="172212"/>
                </a:lnTo>
                <a:lnTo>
                  <a:pt x="989076" y="172212"/>
                </a:lnTo>
                <a:lnTo>
                  <a:pt x="989076" y="134112"/>
                </a:lnTo>
                <a:lnTo>
                  <a:pt x="1088136" y="134112"/>
                </a:lnTo>
                <a:lnTo>
                  <a:pt x="1088136" y="123444"/>
                </a:lnTo>
                <a:lnTo>
                  <a:pt x="989076" y="123444"/>
                </a:lnTo>
                <a:lnTo>
                  <a:pt x="989076" y="106680"/>
                </a:lnTo>
                <a:lnTo>
                  <a:pt x="989076" y="82296"/>
                </a:lnTo>
                <a:lnTo>
                  <a:pt x="1088136" y="82296"/>
                </a:lnTo>
                <a:lnTo>
                  <a:pt x="1088136" y="71628"/>
                </a:lnTo>
                <a:lnTo>
                  <a:pt x="992124" y="71628"/>
                </a:lnTo>
                <a:lnTo>
                  <a:pt x="1018032" y="30480"/>
                </a:lnTo>
                <a:lnTo>
                  <a:pt x="1033272" y="24384"/>
                </a:lnTo>
                <a:lnTo>
                  <a:pt x="999744" y="0"/>
                </a:lnTo>
                <a:lnTo>
                  <a:pt x="990866" y="22860"/>
                </a:lnTo>
                <a:lnTo>
                  <a:pt x="980122" y="45720"/>
                </a:lnTo>
                <a:lnTo>
                  <a:pt x="952500" y="91440"/>
                </a:lnTo>
                <a:lnTo>
                  <a:pt x="919162" y="134493"/>
                </a:lnTo>
                <a:lnTo>
                  <a:pt x="882396" y="170688"/>
                </a:lnTo>
                <a:lnTo>
                  <a:pt x="886968" y="175260"/>
                </a:lnTo>
                <a:lnTo>
                  <a:pt x="909218" y="159829"/>
                </a:lnTo>
                <a:lnTo>
                  <a:pt x="930021" y="143256"/>
                </a:lnTo>
                <a:lnTo>
                  <a:pt x="949121" y="125539"/>
                </a:lnTo>
                <a:lnTo>
                  <a:pt x="966216" y="106680"/>
                </a:lnTo>
                <a:lnTo>
                  <a:pt x="966101" y="172212"/>
                </a:lnTo>
                <a:lnTo>
                  <a:pt x="966025" y="188976"/>
                </a:lnTo>
                <a:lnTo>
                  <a:pt x="965581" y="226695"/>
                </a:lnTo>
                <a:lnTo>
                  <a:pt x="964692" y="262128"/>
                </a:lnTo>
                <a:lnTo>
                  <a:pt x="989076" y="254508"/>
                </a:lnTo>
                <a:lnTo>
                  <a:pt x="989076" y="233172"/>
                </a:lnTo>
                <a:lnTo>
                  <a:pt x="1258824" y="233172"/>
                </a:lnTo>
                <a:lnTo>
                  <a:pt x="1248156" y="222504"/>
                </a:lnTo>
                <a:lnTo>
                  <a:pt x="1228344" y="202692"/>
                </a:lnTo>
                <a:lnTo>
                  <a:pt x="1207008" y="222504"/>
                </a:lnTo>
                <a:lnTo>
                  <a:pt x="1110996" y="222504"/>
                </a:lnTo>
                <a:lnTo>
                  <a:pt x="1110996" y="182880"/>
                </a:lnTo>
                <a:lnTo>
                  <a:pt x="1235964" y="182880"/>
                </a:lnTo>
                <a:lnTo>
                  <a:pt x="1225296" y="172212"/>
                </a:lnTo>
                <a:lnTo>
                  <a:pt x="1207008" y="153924"/>
                </a:lnTo>
                <a:lnTo>
                  <a:pt x="1188720" y="172212"/>
                </a:lnTo>
                <a:lnTo>
                  <a:pt x="1110996" y="172212"/>
                </a:lnTo>
                <a:lnTo>
                  <a:pt x="1110996" y="134112"/>
                </a:lnTo>
                <a:lnTo>
                  <a:pt x="1239012" y="134112"/>
                </a:lnTo>
                <a:lnTo>
                  <a:pt x="1228915" y="123444"/>
                </a:lnTo>
                <a:lnTo>
                  <a:pt x="1211580" y="105156"/>
                </a:lnTo>
                <a:lnTo>
                  <a:pt x="1191768" y="123444"/>
                </a:lnTo>
                <a:lnTo>
                  <a:pt x="1110996" y="123444"/>
                </a:lnTo>
                <a:lnTo>
                  <a:pt x="1110996" y="82296"/>
                </a:lnTo>
                <a:lnTo>
                  <a:pt x="1261872" y="82296"/>
                </a:lnTo>
                <a:close/>
              </a:path>
              <a:path w="2109470" h="448310">
                <a:moveTo>
                  <a:pt x="1292352" y="371856"/>
                </a:moveTo>
                <a:lnTo>
                  <a:pt x="1240917" y="362902"/>
                </a:lnTo>
                <a:lnTo>
                  <a:pt x="1196340" y="345948"/>
                </a:lnTo>
                <a:lnTo>
                  <a:pt x="1155954" y="320802"/>
                </a:lnTo>
                <a:lnTo>
                  <a:pt x="1120140" y="286512"/>
                </a:lnTo>
                <a:lnTo>
                  <a:pt x="1290828" y="286512"/>
                </a:lnTo>
                <a:lnTo>
                  <a:pt x="1261872" y="256032"/>
                </a:lnTo>
                <a:lnTo>
                  <a:pt x="1240536" y="277368"/>
                </a:lnTo>
                <a:lnTo>
                  <a:pt x="1101852" y="277368"/>
                </a:lnTo>
                <a:lnTo>
                  <a:pt x="1101852" y="260604"/>
                </a:lnTo>
                <a:lnTo>
                  <a:pt x="1115568" y="248412"/>
                </a:lnTo>
                <a:lnTo>
                  <a:pt x="1077468" y="234696"/>
                </a:lnTo>
                <a:lnTo>
                  <a:pt x="1078357" y="243293"/>
                </a:lnTo>
                <a:lnTo>
                  <a:pt x="1078801" y="253174"/>
                </a:lnTo>
                <a:lnTo>
                  <a:pt x="1078915" y="260604"/>
                </a:lnTo>
                <a:lnTo>
                  <a:pt x="1078992" y="277368"/>
                </a:lnTo>
                <a:lnTo>
                  <a:pt x="883920" y="277368"/>
                </a:lnTo>
                <a:lnTo>
                  <a:pt x="900684" y="292608"/>
                </a:lnTo>
                <a:lnTo>
                  <a:pt x="910120" y="290372"/>
                </a:lnTo>
                <a:lnTo>
                  <a:pt x="920115" y="288417"/>
                </a:lnTo>
                <a:lnTo>
                  <a:pt x="930694" y="287045"/>
                </a:lnTo>
                <a:lnTo>
                  <a:pt x="941832" y="286512"/>
                </a:lnTo>
                <a:lnTo>
                  <a:pt x="1050036" y="286512"/>
                </a:lnTo>
                <a:lnTo>
                  <a:pt x="1010602" y="324662"/>
                </a:lnTo>
                <a:lnTo>
                  <a:pt x="967727" y="355600"/>
                </a:lnTo>
                <a:lnTo>
                  <a:pt x="914527" y="385940"/>
                </a:lnTo>
                <a:lnTo>
                  <a:pt x="883920" y="400812"/>
                </a:lnTo>
                <a:lnTo>
                  <a:pt x="886968" y="406908"/>
                </a:lnTo>
                <a:lnTo>
                  <a:pt x="946404" y="382905"/>
                </a:lnTo>
                <a:lnTo>
                  <a:pt x="996696" y="356616"/>
                </a:lnTo>
                <a:lnTo>
                  <a:pt x="1040130" y="325945"/>
                </a:lnTo>
                <a:lnTo>
                  <a:pt x="1078992" y="289560"/>
                </a:lnTo>
                <a:lnTo>
                  <a:pt x="1078877" y="339852"/>
                </a:lnTo>
                <a:lnTo>
                  <a:pt x="1078763" y="356616"/>
                </a:lnTo>
                <a:lnTo>
                  <a:pt x="1078357" y="383857"/>
                </a:lnTo>
                <a:lnTo>
                  <a:pt x="1077468" y="413004"/>
                </a:lnTo>
                <a:lnTo>
                  <a:pt x="1103376" y="397764"/>
                </a:lnTo>
                <a:lnTo>
                  <a:pt x="1101979" y="345948"/>
                </a:lnTo>
                <a:lnTo>
                  <a:pt x="1101864" y="289560"/>
                </a:lnTo>
                <a:lnTo>
                  <a:pt x="1101852" y="286512"/>
                </a:lnTo>
                <a:lnTo>
                  <a:pt x="1112520" y="286512"/>
                </a:lnTo>
                <a:lnTo>
                  <a:pt x="1127937" y="309968"/>
                </a:lnTo>
                <a:lnTo>
                  <a:pt x="1144333" y="330136"/>
                </a:lnTo>
                <a:lnTo>
                  <a:pt x="1179576" y="361188"/>
                </a:lnTo>
                <a:lnTo>
                  <a:pt x="1218438" y="383857"/>
                </a:lnTo>
                <a:lnTo>
                  <a:pt x="1261872" y="400812"/>
                </a:lnTo>
                <a:lnTo>
                  <a:pt x="1265567" y="392531"/>
                </a:lnTo>
                <a:lnTo>
                  <a:pt x="1271968" y="385953"/>
                </a:lnTo>
                <a:lnTo>
                  <a:pt x="1280947" y="381101"/>
                </a:lnTo>
                <a:lnTo>
                  <a:pt x="1292352" y="377952"/>
                </a:lnTo>
                <a:lnTo>
                  <a:pt x="1292352" y="371856"/>
                </a:lnTo>
                <a:close/>
              </a:path>
              <a:path w="2109470" h="448310">
                <a:moveTo>
                  <a:pt x="1645920" y="190500"/>
                </a:moveTo>
                <a:lnTo>
                  <a:pt x="1612392" y="156972"/>
                </a:lnTo>
                <a:lnTo>
                  <a:pt x="1589532" y="179832"/>
                </a:lnTo>
                <a:lnTo>
                  <a:pt x="1415796" y="179832"/>
                </a:lnTo>
                <a:lnTo>
                  <a:pt x="1432560" y="195072"/>
                </a:lnTo>
                <a:lnTo>
                  <a:pt x="1441729" y="193078"/>
                </a:lnTo>
                <a:lnTo>
                  <a:pt x="1451038" y="191643"/>
                </a:lnTo>
                <a:lnTo>
                  <a:pt x="1460639" y="190792"/>
                </a:lnTo>
                <a:lnTo>
                  <a:pt x="1470660" y="190500"/>
                </a:lnTo>
                <a:lnTo>
                  <a:pt x="1645920" y="190500"/>
                </a:lnTo>
                <a:close/>
              </a:path>
              <a:path w="2109470" h="448310">
                <a:moveTo>
                  <a:pt x="1652016" y="259080"/>
                </a:moveTo>
                <a:lnTo>
                  <a:pt x="1645920" y="252984"/>
                </a:lnTo>
                <a:lnTo>
                  <a:pt x="1627632" y="234696"/>
                </a:lnTo>
                <a:lnTo>
                  <a:pt x="1613916" y="249669"/>
                </a:lnTo>
                <a:lnTo>
                  <a:pt x="1613916" y="262128"/>
                </a:lnTo>
                <a:lnTo>
                  <a:pt x="1613916" y="359664"/>
                </a:lnTo>
                <a:lnTo>
                  <a:pt x="1447800" y="359664"/>
                </a:lnTo>
                <a:lnTo>
                  <a:pt x="1447800" y="262128"/>
                </a:lnTo>
                <a:lnTo>
                  <a:pt x="1613916" y="262128"/>
                </a:lnTo>
                <a:lnTo>
                  <a:pt x="1613916" y="249669"/>
                </a:lnTo>
                <a:lnTo>
                  <a:pt x="1610868" y="252984"/>
                </a:lnTo>
                <a:lnTo>
                  <a:pt x="1447800" y="252984"/>
                </a:lnTo>
                <a:lnTo>
                  <a:pt x="1421892" y="239268"/>
                </a:lnTo>
                <a:lnTo>
                  <a:pt x="1422742" y="259080"/>
                </a:lnTo>
                <a:lnTo>
                  <a:pt x="1422831" y="262128"/>
                </a:lnTo>
                <a:lnTo>
                  <a:pt x="1423225" y="280225"/>
                </a:lnTo>
                <a:lnTo>
                  <a:pt x="1423403" y="300355"/>
                </a:lnTo>
                <a:lnTo>
                  <a:pt x="1423416" y="320040"/>
                </a:lnTo>
                <a:lnTo>
                  <a:pt x="1423187" y="339852"/>
                </a:lnTo>
                <a:lnTo>
                  <a:pt x="1422133" y="382409"/>
                </a:lnTo>
                <a:lnTo>
                  <a:pt x="1421892" y="403860"/>
                </a:lnTo>
                <a:lnTo>
                  <a:pt x="1447800" y="393192"/>
                </a:lnTo>
                <a:lnTo>
                  <a:pt x="1447800" y="370332"/>
                </a:lnTo>
                <a:lnTo>
                  <a:pt x="1613916" y="370332"/>
                </a:lnTo>
                <a:lnTo>
                  <a:pt x="1613916" y="400812"/>
                </a:lnTo>
                <a:lnTo>
                  <a:pt x="1639824" y="390144"/>
                </a:lnTo>
                <a:lnTo>
                  <a:pt x="1639620" y="370332"/>
                </a:lnTo>
                <a:lnTo>
                  <a:pt x="1639595" y="367284"/>
                </a:lnTo>
                <a:lnTo>
                  <a:pt x="1639443" y="359664"/>
                </a:lnTo>
                <a:lnTo>
                  <a:pt x="1639087" y="340639"/>
                </a:lnTo>
                <a:lnTo>
                  <a:pt x="1638541" y="307848"/>
                </a:lnTo>
                <a:lnTo>
                  <a:pt x="1638300" y="271272"/>
                </a:lnTo>
                <a:lnTo>
                  <a:pt x="1648587" y="262128"/>
                </a:lnTo>
                <a:lnTo>
                  <a:pt x="1652016" y="259080"/>
                </a:lnTo>
                <a:close/>
              </a:path>
              <a:path w="2109470" h="448310">
                <a:moveTo>
                  <a:pt x="1735836" y="170688"/>
                </a:moveTo>
                <a:lnTo>
                  <a:pt x="1698078" y="160147"/>
                </a:lnTo>
                <a:lnTo>
                  <a:pt x="1635112" y="131051"/>
                </a:lnTo>
                <a:lnTo>
                  <a:pt x="1588185" y="93370"/>
                </a:lnTo>
                <a:lnTo>
                  <a:pt x="1555559" y="55130"/>
                </a:lnTo>
                <a:lnTo>
                  <a:pt x="1549603" y="45720"/>
                </a:lnTo>
                <a:lnTo>
                  <a:pt x="1543812" y="36576"/>
                </a:lnTo>
                <a:lnTo>
                  <a:pt x="1559052" y="28956"/>
                </a:lnTo>
                <a:lnTo>
                  <a:pt x="1522476" y="4572"/>
                </a:lnTo>
                <a:lnTo>
                  <a:pt x="1506474" y="38798"/>
                </a:lnTo>
                <a:lnTo>
                  <a:pt x="1488186" y="70294"/>
                </a:lnTo>
                <a:lnTo>
                  <a:pt x="1444752" y="123444"/>
                </a:lnTo>
                <a:lnTo>
                  <a:pt x="1391983" y="168021"/>
                </a:lnTo>
                <a:lnTo>
                  <a:pt x="1328928" y="205740"/>
                </a:lnTo>
                <a:lnTo>
                  <a:pt x="1330452" y="211836"/>
                </a:lnTo>
                <a:lnTo>
                  <a:pt x="1390078" y="186309"/>
                </a:lnTo>
                <a:lnTo>
                  <a:pt x="1441704" y="153924"/>
                </a:lnTo>
                <a:lnTo>
                  <a:pt x="1488948" y="108394"/>
                </a:lnTo>
                <a:lnTo>
                  <a:pt x="1536192" y="45720"/>
                </a:lnTo>
                <a:lnTo>
                  <a:pt x="1543621" y="60540"/>
                </a:lnTo>
                <a:lnTo>
                  <a:pt x="1568767" y="95872"/>
                </a:lnTo>
                <a:lnTo>
                  <a:pt x="1607324" y="137287"/>
                </a:lnTo>
                <a:lnTo>
                  <a:pt x="1663852" y="179057"/>
                </a:lnTo>
                <a:lnTo>
                  <a:pt x="1699260" y="199644"/>
                </a:lnTo>
                <a:lnTo>
                  <a:pt x="1705838" y="191338"/>
                </a:lnTo>
                <a:lnTo>
                  <a:pt x="1714119" y="184594"/>
                </a:lnTo>
                <a:lnTo>
                  <a:pt x="1724126" y="179285"/>
                </a:lnTo>
                <a:lnTo>
                  <a:pt x="1735836" y="175260"/>
                </a:lnTo>
                <a:lnTo>
                  <a:pt x="1735836" y="170688"/>
                </a:lnTo>
                <a:close/>
              </a:path>
              <a:path w="2109470" h="448310">
                <a:moveTo>
                  <a:pt x="1993392" y="274320"/>
                </a:moveTo>
                <a:lnTo>
                  <a:pt x="1983752" y="234886"/>
                </a:lnTo>
                <a:lnTo>
                  <a:pt x="1957387" y="205930"/>
                </a:lnTo>
                <a:lnTo>
                  <a:pt x="1921370" y="191262"/>
                </a:lnTo>
                <a:lnTo>
                  <a:pt x="1869503" y="178193"/>
                </a:lnTo>
                <a:lnTo>
                  <a:pt x="1862328" y="176784"/>
                </a:lnTo>
                <a:lnTo>
                  <a:pt x="1852612" y="173075"/>
                </a:lnTo>
                <a:lnTo>
                  <a:pt x="1822132" y="144780"/>
                </a:lnTo>
                <a:lnTo>
                  <a:pt x="1819656" y="126492"/>
                </a:lnTo>
                <a:lnTo>
                  <a:pt x="1820799" y="115404"/>
                </a:lnTo>
                <a:lnTo>
                  <a:pt x="1847926" y="82397"/>
                </a:lnTo>
                <a:lnTo>
                  <a:pt x="1886712" y="74676"/>
                </a:lnTo>
                <a:lnTo>
                  <a:pt x="1900148" y="75488"/>
                </a:lnTo>
                <a:lnTo>
                  <a:pt x="1937004" y="85344"/>
                </a:lnTo>
                <a:lnTo>
                  <a:pt x="1976628" y="109728"/>
                </a:lnTo>
                <a:lnTo>
                  <a:pt x="1979676" y="109728"/>
                </a:lnTo>
                <a:lnTo>
                  <a:pt x="1979676" y="57912"/>
                </a:lnTo>
                <a:lnTo>
                  <a:pt x="1969135" y="53606"/>
                </a:lnTo>
                <a:lnTo>
                  <a:pt x="1922894" y="40678"/>
                </a:lnTo>
                <a:lnTo>
                  <a:pt x="1883664" y="38100"/>
                </a:lnTo>
                <a:lnTo>
                  <a:pt x="1860804" y="39801"/>
                </a:lnTo>
                <a:lnTo>
                  <a:pt x="1821942" y="52895"/>
                </a:lnTo>
                <a:lnTo>
                  <a:pt x="1792185" y="78346"/>
                </a:lnTo>
                <a:lnTo>
                  <a:pt x="1775460" y="131064"/>
                </a:lnTo>
                <a:lnTo>
                  <a:pt x="1775752" y="139928"/>
                </a:lnTo>
                <a:lnTo>
                  <a:pt x="1787271" y="177165"/>
                </a:lnTo>
                <a:lnTo>
                  <a:pt x="1819656" y="205740"/>
                </a:lnTo>
                <a:lnTo>
                  <a:pt x="1867090" y="221742"/>
                </a:lnTo>
                <a:lnTo>
                  <a:pt x="1874354" y="223507"/>
                </a:lnTo>
                <a:lnTo>
                  <a:pt x="1880616" y="225552"/>
                </a:lnTo>
                <a:lnTo>
                  <a:pt x="1900339" y="230276"/>
                </a:lnTo>
                <a:lnTo>
                  <a:pt x="1908048" y="231648"/>
                </a:lnTo>
                <a:lnTo>
                  <a:pt x="1917750" y="235369"/>
                </a:lnTo>
                <a:lnTo>
                  <a:pt x="1945386" y="264223"/>
                </a:lnTo>
                <a:lnTo>
                  <a:pt x="1947672" y="281940"/>
                </a:lnTo>
                <a:lnTo>
                  <a:pt x="1946529" y="293712"/>
                </a:lnTo>
                <a:lnTo>
                  <a:pt x="1919122" y="327571"/>
                </a:lnTo>
                <a:lnTo>
                  <a:pt x="1876044" y="335280"/>
                </a:lnTo>
                <a:lnTo>
                  <a:pt x="1863458" y="334695"/>
                </a:lnTo>
                <a:lnTo>
                  <a:pt x="1824228" y="324612"/>
                </a:lnTo>
                <a:lnTo>
                  <a:pt x="1786305" y="303618"/>
                </a:lnTo>
                <a:lnTo>
                  <a:pt x="1775460" y="294132"/>
                </a:lnTo>
                <a:lnTo>
                  <a:pt x="1772412" y="294132"/>
                </a:lnTo>
                <a:lnTo>
                  <a:pt x="1772412" y="347472"/>
                </a:lnTo>
                <a:lnTo>
                  <a:pt x="1783867" y="352907"/>
                </a:lnTo>
                <a:lnTo>
                  <a:pt x="1831949" y="368884"/>
                </a:lnTo>
                <a:lnTo>
                  <a:pt x="1879092" y="373380"/>
                </a:lnTo>
                <a:lnTo>
                  <a:pt x="1893366" y="372833"/>
                </a:lnTo>
                <a:lnTo>
                  <a:pt x="1937626" y="361149"/>
                </a:lnTo>
                <a:lnTo>
                  <a:pt x="1969465" y="337286"/>
                </a:lnTo>
                <a:lnTo>
                  <a:pt x="1988248" y="303263"/>
                </a:lnTo>
                <a:lnTo>
                  <a:pt x="1992820" y="284353"/>
                </a:lnTo>
                <a:lnTo>
                  <a:pt x="1993392" y="274320"/>
                </a:lnTo>
                <a:close/>
              </a:path>
              <a:path w="2109470" h="448310">
                <a:moveTo>
                  <a:pt x="2109216" y="304800"/>
                </a:moveTo>
                <a:lnTo>
                  <a:pt x="2054352" y="304800"/>
                </a:lnTo>
                <a:lnTo>
                  <a:pt x="2016252" y="448056"/>
                </a:lnTo>
                <a:lnTo>
                  <a:pt x="2048268" y="448056"/>
                </a:lnTo>
                <a:lnTo>
                  <a:pt x="2109216" y="30480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</a:endParaRPr>
          </a:p>
        </p:txBody>
      </p:sp>
      <p:sp>
        <p:nvSpPr>
          <p:cNvPr id="19" name="object 19"/>
          <p:cNvSpPr/>
          <p:nvPr/>
        </p:nvSpPr>
        <p:spPr>
          <a:xfrm>
            <a:off x="4428744" y="2808732"/>
            <a:ext cx="396240" cy="388620"/>
          </a:xfrm>
          <a:custGeom>
            <a:avLst/>
            <a:gdLst/>
            <a:ahLst/>
            <a:cxnLst/>
            <a:rect l="l" t="t" r="r" b="b"/>
            <a:pathLst>
              <a:path w="396239" h="388619">
                <a:moveTo>
                  <a:pt x="36576" y="35052"/>
                </a:moveTo>
                <a:lnTo>
                  <a:pt x="21336" y="18288"/>
                </a:lnTo>
                <a:lnTo>
                  <a:pt x="181356" y="18288"/>
                </a:lnTo>
                <a:lnTo>
                  <a:pt x="195072" y="1524"/>
                </a:lnTo>
                <a:lnTo>
                  <a:pt x="222504" y="24384"/>
                </a:lnTo>
                <a:lnTo>
                  <a:pt x="216789" y="28956"/>
                </a:lnTo>
                <a:lnTo>
                  <a:pt x="79248" y="28956"/>
                </a:lnTo>
                <a:lnTo>
                  <a:pt x="68079" y="29265"/>
                </a:lnTo>
                <a:lnTo>
                  <a:pt x="57340" y="30289"/>
                </a:lnTo>
                <a:lnTo>
                  <a:pt x="46886" y="32170"/>
                </a:lnTo>
                <a:lnTo>
                  <a:pt x="36576" y="35052"/>
                </a:lnTo>
                <a:close/>
              </a:path>
              <a:path w="396239" h="388619">
                <a:moveTo>
                  <a:pt x="123444" y="115824"/>
                </a:moveTo>
                <a:lnTo>
                  <a:pt x="100584" y="115824"/>
                </a:lnTo>
                <a:lnTo>
                  <a:pt x="100584" y="28956"/>
                </a:lnTo>
                <a:lnTo>
                  <a:pt x="123444" y="28956"/>
                </a:lnTo>
                <a:lnTo>
                  <a:pt x="123444" y="115824"/>
                </a:lnTo>
                <a:close/>
              </a:path>
              <a:path w="396239" h="388619">
                <a:moveTo>
                  <a:pt x="42672" y="131064"/>
                </a:moveTo>
                <a:lnTo>
                  <a:pt x="25908" y="115824"/>
                </a:lnTo>
                <a:lnTo>
                  <a:pt x="184404" y="115824"/>
                </a:lnTo>
                <a:lnTo>
                  <a:pt x="184404" y="28956"/>
                </a:lnTo>
                <a:lnTo>
                  <a:pt x="216789" y="28956"/>
                </a:lnTo>
                <a:lnTo>
                  <a:pt x="207264" y="36576"/>
                </a:lnTo>
                <a:lnTo>
                  <a:pt x="207264" y="126492"/>
                </a:lnTo>
                <a:lnTo>
                  <a:pt x="83820" y="126492"/>
                </a:lnTo>
                <a:lnTo>
                  <a:pt x="72675" y="126777"/>
                </a:lnTo>
                <a:lnTo>
                  <a:pt x="62103" y="127635"/>
                </a:lnTo>
                <a:lnTo>
                  <a:pt x="52101" y="129063"/>
                </a:lnTo>
                <a:lnTo>
                  <a:pt x="42672" y="131064"/>
                </a:lnTo>
                <a:close/>
              </a:path>
              <a:path w="396239" h="388619">
                <a:moveTo>
                  <a:pt x="120396" y="204216"/>
                </a:moveTo>
                <a:lnTo>
                  <a:pt x="97536" y="204216"/>
                </a:lnTo>
                <a:lnTo>
                  <a:pt x="99298" y="185642"/>
                </a:lnTo>
                <a:lnTo>
                  <a:pt x="100203" y="166497"/>
                </a:lnTo>
                <a:lnTo>
                  <a:pt x="100536" y="146780"/>
                </a:lnTo>
                <a:lnTo>
                  <a:pt x="100584" y="126492"/>
                </a:lnTo>
                <a:lnTo>
                  <a:pt x="123444" y="126492"/>
                </a:lnTo>
                <a:lnTo>
                  <a:pt x="123182" y="145923"/>
                </a:lnTo>
                <a:lnTo>
                  <a:pt x="122491" y="165354"/>
                </a:lnTo>
                <a:lnTo>
                  <a:pt x="121465" y="185642"/>
                </a:lnTo>
                <a:lnTo>
                  <a:pt x="120396" y="204216"/>
                </a:lnTo>
                <a:close/>
              </a:path>
              <a:path w="396239" h="388619">
                <a:moveTo>
                  <a:pt x="35052" y="220980"/>
                </a:moveTo>
                <a:lnTo>
                  <a:pt x="19812" y="204216"/>
                </a:lnTo>
                <a:lnTo>
                  <a:pt x="184404" y="204216"/>
                </a:lnTo>
                <a:lnTo>
                  <a:pt x="184404" y="126492"/>
                </a:lnTo>
                <a:lnTo>
                  <a:pt x="207264" y="126492"/>
                </a:lnTo>
                <a:lnTo>
                  <a:pt x="207264" y="214884"/>
                </a:lnTo>
                <a:lnTo>
                  <a:pt x="76200" y="214884"/>
                </a:lnTo>
                <a:lnTo>
                  <a:pt x="65698" y="215193"/>
                </a:lnTo>
                <a:lnTo>
                  <a:pt x="55054" y="216217"/>
                </a:lnTo>
                <a:lnTo>
                  <a:pt x="44696" y="218098"/>
                </a:lnTo>
                <a:lnTo>
                  <a:pt x="35052" y="220980"/>
                </a:lnTo>
                <a:close/>
              </a:path>
              <a:path w="396239" h="388619">
                <a:moveTo>
                  <a:pt x="3048" y="384048"/>
                </a:moveTo>
                <a:lnTo>
                  <a:pt x="0" y="381000"/>
                </a:lnTo>
                <a:lnTo>
                  <a:pt x="37719" y="342399"/>
                </a:lnTo>
                <a:lnTo>
                  <a:pt x="66294" y="301942"/>
                </a:lnTo>
                <a:lnTo>
                  <a:pt x="85725" y="259484"/>
                </a:lnTo>
                <a:lnTo>
                  <a:pt x="96012" y="214884"/>
                </a:lnTo>
                <a:lnTo>
                  <a:pt x="118872" y="214884"/>
                </a:lnTo>
                <a:lnTo>
                  <a:pt x="104846" y="265747"/>
                </a:lnTo>
                <a:lnTo>
                  <a:pt x="80962" y="310896"/>
                </a:lnTo>
                <a:lnTo>
                  <a:pt x="47077" y="350329"/>
                </a:lnTo>
                <a:lnTo>
                  <a:pt x="3048" y="384048"/>
                </a:lnTo>
                <a:close/>
              </a:path>
              <a:path w="396239" h="388619">
                <a:moveTo>
                  <a:pt x="202392" y="324612"/>
                </a:moveTo>
                <a:lnTo>
                  <a:pt x="161544" y="324612"/>
                </a:lnTo>
                <a:lnTo>
                  <a:pt x="172402" y="322064"/>
                </a:lnTo>
                <a:lnTo>
                  <a:pt x="179832" y="314515"/>
                </a:lnTo>
                <a:lnTo>
                  <a:pt x="183832" y="302109"/>
                </a:lnTo>
                <a:lnTo>
                  <a:pt x="184404" y="284987"/>
                </a:lnTo>
                <a:lnTo>
                  <a:pt x="184404" y="214884"/>
                </a:lnTo>
                <a:lnTo>
                  <a:pt x="207264" y="214884"/>
                </a:lnTo>
                <a:lnTo>
                  <a:pt x="207264" y="303275"/>
                </a:lnTo>
                <a:lnTo>
                  <a:pt x="202644" y="324159"/>
                </a:lnTo>
                <a:lnTo>
                  <a:pt x="202392" y="324612"/>
                </a:lnTo>
                <a:close/>
              </a:path>
              <a:path w="396239" h="388619">
                <a:moveTo>
                  <a:pt x="158496" y="364236"/>
                </a:moveTo>
                <a:lnTo>
                  <a:pt x="153638" y="352496"/>
                </a:lnTo>
                <a:lnTo>
                  <a:pt x="143637" y="342328"/>
                </a:lnTo>
                <a:lnTo>
                  <a:pt x="128492" y="333589"/>
                </a:lnTo>
                <a:lnTo>
                  <a:pt x="108204" y="326136"/>
                </a:lnTo>
                <a:lnTo>
                  <a:pt x="108204" y="320040"/>
                </a:lnTo>
                <a:lnTo>
                  <a:pt x="149566" y="323469"/>
                </a:lnTo>
                <a:lnTo>
                  <a:pt x="161544" y="324612"/>
                </a:lnTo>
                <a:lnTo>
                  <a:pt x="202392" y="324612"/>
                </a:lnTo>
                <a:lnTo>
                  <a:pt x="193167" y="341185"/>
                </a:lnTo>
                <a:lnTo>
                  <a:pt x="178546" y="354496"/>
                </a:lnTo>
                <a:lnTo>
                  <a:pt x="158496" y="364236"/>
                </a:lnTo>
                <a:close/>
              </a:path>
              <a:path w="396239" h="388619">
                <a:moveTo>
                  <a:pt x="243840" y="388620"/>
                </a:moveTo>
                <a:lnTo>
                  <a:pt x="244721" y="346590"/>
                </a:lnTo>
                <a:lnTo>
                  <a:pt x="245173" y="298132"/>
                </a:lnTo>
                <a:lnTo>
                  <a:pt x="245297" y="108394"/>
                </a:lnTo>
                <a:lnTo>
                  <a:pt x="245173" y="71247"/>
                </a:lnTo>
                <a:lnTo>
                  <a:pt x="244771" y="35409"/>
                </a:lnTo>
                <a:lnTo>
                  <a:pt x="244665" y="28956"/>
                </a:lnTo>
                <a:lnTo>
                  <a:pt x="243840" y="0"/>
                </a:lnTo>
                <a:lnTo>
                  <a:pt x="268224" y="18288"/>
                </a:lnTo>
                <a:lnTo>
                  <a:pt x="382524" y="18288"/>
                </a:lnTo>
                <a:lnTo>
                  <a:pt x="393192" y="28956"/>
                </a:lnTo>
                <a:lnTo>
                  <a:pt x="268224" y="28956"/>
                </a:lnTo>
                <a:lnTo>
                  <a:pt x="268327" y="302085"/>
                </a:lnTo>
                <a:lnTo>
                  <a:pt x="268414" y="313563"/>
                </a:lnTo>
                <a:lnTo>
                  <a:pt x="268866" y="341852"/>
                </a:lnTo>
                <a:lnTo>
                  <a:pt x="269748" y="376428"/>
                </a:lnTo>
                <a:lnTo>
                  <a:pt x="243840" y="388620"/>
                </a:lnTo>
                <a:close/>
              </a:path>
              <a:path w="396239" h="388619">
                <a:moveTo>
                  <a:pt x="382524" y="18288"/>
                </a:moveTo>
                <a:lnTo>
                  <a:pt x="352044" y="18288"/>
                </a:lnTo>
                <a:lnTo>
                  <a:pt x="367284" y="3048"/>
                </a:lnTo>
                <a:lnTo>
                  <a:pt x="382524" y="18288"/>
                </a:lnTo>
                <a:close/>
              </a:path>
              <a:path w="396239" h="388619">
                <a:moveTo>
                  <a:pt x="385038" y="281940"/>
                </a:moveTo>
                <a:lnTo>
                  <a:pt x="350520" y="281940"/>
                </a:lnTo>
                <a:lnTo>
                  <a:pt x="358140" y="277368"/>
                </a:lnTo>
                <a:lnTo>
                  <a:pt x="359664" y="268224"/>
                </a:lnTo>
                <a:lnTo>
                  <a:pt x="362712" y="259080"/>
                </a:lnTo>
                <a:lnTo>
                  <a:pt x="364236" y="252984"/>
                </a:lnTo>
                <a:lnTo>
                  <a:pt x="364236" y="248412"/>
                </a:lnTo>
                <a:lnTo>
                  <a:pt x="355092" y="208788"/>
                </a:lnTo>
                <a:lnTo>
                  <a:pt x="329160" y="164853"/>
                </a:lnTo>
                <a:lnTo>
                  <a:pt x="315468" y="146304"/>
                </a:lnTo>
                <a:lnTo>
                  <a:pt x="353568" y="28956"/>
                </a:lnTo>
                <a:lnTo>
                  <a:pt x="393192" y="28956"/>
                </a:lnTo>
                <a:lnTo>
                  <a:pt x="396240" y="32004"/>
                </a:lnTo>
                <a:lnTo>
                  <a:pt x="387096" y="35409"/>
                </a:lnTo>
                <a:lnTo>
                  <a:pt x="377952" y="43243"/>
                </a:lnTo>
                <a:lnTo>
                  <a:pt x="368808" y="55364"/>
                </a:lnTo>
                <a:lnTo>
                  <a:pt x="359664" y="71628"/>
                </a:lnTo>
                <a:lnTo>
                  <a:pt x="351401" y="89939"/>
                </a:lnTo>
                <a:lnTo>
                  <a:pt x="342709" y="108394"/>
                </a:lnTo>
                <a:lnTo>
                  <a:pt x="333732" y="127134"/>
                </a:lnTo>
                <a:lnTo>
                  <a:pt x="324612" y="146304"/>
                </a:lnTo>
                <a:lnTo>
                  <a:pt x="346924" y="169997"/>
                </a:lnTo>
                <a:lnTo>
                  <a:pt x="363664" y="190690"/>
                </a:lnTo>
                <a:lnTo>
                  <a:pt x="385000" y="235100"/>
                </a:lnTo>
                <a:lnTo>
                  <a:pt x="390144" y="260604"/>
                </a:lnTo>
                <a:lnTo>
                  <a:pt x="389334" y="268628"/>
                </a:lnTo>
                <a:lnTo>
                  <a:pt x="387096" y="276796"/>
                </a:lnTo>
                <a:lnTo>
                  <a:pt x="385038" y="281940"/>
                </a:lnTo>
                <a:close/>
              </a:path>
              <a:path w="396239" h="388619">
                <a:moveTo>
                  <a:pt x="336804" y="323088"/>
                </a:moveTo>
                <a:lnTo>
                  <a:pt x="332803" y="311396"/>
                </a:lnTo>
                <a:lnTo>
                  <a:pt x="323088" y="301561"/>
                </a:lnTo>
                <a:lnTo>
                  <a:pt x="307657" y="293727"/>
                </a:lnTo>
                <a:lnTo>
                  <a:pt x="286512" y="288035"/>
                </a:lnTo>
                <a:lnTo>
                  <a:pt x="286512" y="278892"/>
                </a:lnTo>
                <a:lnTo>
                  <a:pt x="330446" y="281678"/>
                </a:lnTo>
                <a:lnTo>
                  <a:pt x="339852" y="281940"/>
                </a:lnTo>
                <a:lnTo>
                  <a:pt x="385038" y="281940"/>
                </a:lnTo>
                <a:lnTo>
                  <a:pt x="383714" y="285249"/>
                </a:lnTo>
                <a:lnTo>
                  <a:pt x="379476" y="294132"/>
                </a:lnTo>
                <a:lnTo>
                  <a:pt x="372594" y="302085"/>
                </a:lnTo>
                <a:lnTo>
                  <a:pt x="363283" y="309753"/>
                </a:lnTo>
                <a:lnTo>
                  <a:pt x="351401" y="316849"/>
                </a:lnTo>
                <a:lnTo>
                  <a:pt x="336804" y="32308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</a:endParaRPr>
          </a:p>
        </p:txBody>
      </p:sp>
      <p:sp>
        <p:nvSpPr>
          <p:cNvPr id="20" name="object 20"/>
          <p:cNvSpPr/>
          <p:nvPr/>
        </p:nvSpPr>
        <p:spPr>
          <a:xfrm>
            <a:off x="4882896" y="2798063"/>
            <a:ext cx="360045" cy="382905"/>
          </a:xfrm>
          <a:custGeom>
            <a:avLst/>
            <a:gdLst/>
            <a:ahLst/>
            <a:cxnLst/>
            <a:rect l="l" t="t" r="r" b="b"/>
            <a:pathLst>
              <a:path w="360045" h="382905">
                <a:moveTo>
                  <a:pt x="3047" y="240791"/>
                </a:moveTo>
                <a:lnTo>
                  <a:pt x="0" y="234696"/>
                </a:lnTo>
                <a:lnTo>
                  <a:pt x="35766" y="205859"/>
                </a:lnTo>
                <a:lnTo>
                  <a:pt x="67818" y="176593"/>
                </a:lnTo>
                <a:lnTo>
                  <a:pt x="96440" y="147042"/>
                </a:lnTo>
                <a:lnTo>
                  <a:pt x="121920" y="117348"/>
                </a:lnTo>
                <a:lnTo>
                  <a:pt x="162496" y="58102"/>
                </a:lnTo>
                <a:lnTo>
                  <a:pt x="190500" y="0"/>
                </a:lnTo>
                <a:lnTo>
                  <a:pt x="230124" y="33528"/>
                </a:lnTo>
                <a:lnTo>
                  <a:pt x="207264" y="41148"/>
                </a:lnTo>
                <a:lnTo>
                  <a:pt x="178166" y="82923"/>
                </a:lnTo>
                <a:lnTo>
                  <a:pt x="147207" y="121355"/>
                </a:lnTo>
                <a:lnTo>
                  <a:pt x="114300" y="156400"/>
                </a:lnTo>
                <a:lnTo>
                  <a:pt x="79360" y="188016"/>
                </a:lnTo>
                <a:lnTo>
                  <a:pt x="42305" y="216161"/>
                </a:lnTo>
                <a:lnTo>
                  <a:pt x="3047" y="240791"/>
                </a:lnTo>
                <a:close/>
              </a:path>
              <a:path w="360045" h="382905">
                <a:moveTo>
                  <a:pt x="86868" y="370332"/>
                </a:moveTo>
                <a:lnTo>
                  <a:pt x="62484" y="329184"/>
                </a:lnTo>
                <a:lnTo>
                  <a:pt x="76485" y="324945"/>
                </a:lnTo>
                <a:lnTo>
                  <a:pt x="95631" y="312420"/>
                </a:lnTo>
                <a:lnTo>
                  <a:pt x="149352" y="263652"/>
                </a:lnTo>
                <a:lnTo>
                  <a:pt x="179927" y="228790"/>
                </a:lnTo>
                <a:lnTo>
                  <a:pt x="207645" y="190500"/>
                </a:lnTo>
                <a:lnTo>
                  <a:pt x="232505" y="148780"/>
                </a:lnTo>
                <a:lnTo>
                  <a:pt x="254508" y="103632"/>
                </a:lnTo>
                <a:lnTo>
                  <a:pt x="289560" y="134112"/>
                </a:lnTo>
                <a:lnTo>
                  <a:pt x="271272" y="141732"/>
                </a:lnTo>
                <a:lnTo>
                  <a:pt x="244649" y="177712"/>
                </a:lnTo>
                <a:lnTo>
                  <a:pt x="219456" y="210121"/>
                </a:lnTo>
                <a:lnTo>
                  <a:pt x="172212" y="263652"/>
                </a:lnTo>
                <a:lnTo>
                  <a:pt x="131826" y="302704"/>
                </a:lnTo>
                <a:lnTo>
                  <a:pt x="100584" y="329184"/>
                </a:lnTo>
                <a:lnTo>
                  <a:pt x="286476" y="329184"/>
                </a:lnTo>
                <a:lnTo>
                  <a:pt x="238243" y="334536"/>
                </a:lnTo>
                <a:lnTo>
                  <a:pt x="177613" y="343229"/>
                </a:lnTo>
                <a:lnTo>
                  <a:pt x="132124" y="352141"/>
                </a:lnTo>
                <a:lnTo>
                  <a:pt x="101851" y="361200"/>
                </a:lnTo>
                <a:lnTo>
                  <a:pt x="86868" y="370332"/>
                </a:lnTo>
                <a:close/>
              </a:path>
              <a:path w="360045" h="382905">
                <a:moveTo>
                  <a:pt x="286476" y="329184"/>
                </a:moveTo>
                <a:lnTo>
                  <a:pt x="100584" y="329184"/>
                </a:lnTo>
                <a:lnTo>
                  <a:pt x="309372" y="318516"/>
                </a:lnTo>
                <a:lnTo>
                  <a:pt x="297084" y="297918"/>
                </a:lnTo>
                <a:lnTo>
                  <a:pt x="283083" y="277177"/>
                </a:lnTo>
                <a:lnTo>
                  <a:pt x="267366" y="256151"/>
                </a:lnTo>
                <a:lnTo>
                  <a:pt x="249936" y="234696"/>
                </a:lnTo>
                <a:lnTo>
                  <a:pt x="256032" y="230124"/>
                </a:lnTo>
                <a:lnTo>
                  <a:pt x="297227" y="265033"/>
                </a:lnTo>
                <a:lnTo>
                  <a:pt x="327279" y="292227"/>
                </a:lnTo>
                <a:lnTo>
                  <a:pt x="355092" y="324612"/>
                </a:lnTo>
                <a:lnTo>
                  <a:pt x="355527" y="326136"/>
                </a:lnTo>
                <a:lnTo>
                  <a:pt x="313944" y="326136"/>
                </a:lnTo>
                <a:lnTo>
                  <a:pt x="286476" y="329184"/>
                </a:lnTo>
                <a:close/>
              </a:path>
              <a:path w="360045" h="382905">
                <a:moveTo>
                  <a:pt x="342900" y="382524"/>
                </a:moveTo>
                <a:lnTo>
                  <a:pt x="338328" y="382524"/>
                </a:lnTo>
                <a:lnTo>
                  <a:pt x="335280" y="377952"/>
                </a:lnTo>
                <a:lnTo>
                  <a:pt x="332232" y="370332"/>
                </a:lnTo>
                <a:lnTo>
                  <a:pt x="328517" y="360640"/>
                </a:lnTo>
                <a:lnTo>
                  <a:pt x="324231" y="349948"/>
                </a:lnTo>
                <a:lnTo>
                  <a:pt x="319373" y="338399"/>
                </a:lnTo>
                <a:lnTo>
                  <a:pt x="313944" y="326136"/>
                </a:lnTo>
                <a:lnTo>
                  <a:pt x="355527" y="326136"/>
                </a:lnTo>
                <a:lnTo>
                  <a:pt x="358140" y="335280"/>
                </a:lnTo>
                <a:lnTo>
                  <a:pt x="359664" y="342900"/>
                </a:lnTo>
                <a:lnTo>
                  <a:pt x="359584" y="349948"/>
                </a:lnTo>
                <a:lnTo>
                  <a:pt x="347472" y="379476"/>
                </a:lnTo>
                <a:lnTo>
                  <a:pt x="342900" y="38252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</a:endParaRPr>
          </a:p>
        </p:txBody>
      </p:sp>
      <p:sp>
        <p:nvSpPr>
          <p:cNvPr id="21" name="object 21"/>
          <p:cNvSpPr/>
          <p:nvPr/>
        </p:nvSpPr>
        <p:spPr>
          <a:xfrm>
            <a:off x="5318747" y="2798063"/>
            <a:ext cx="652780" cy="394970"/>
          </a:xfrm>
          <a:custGeom>
            <a:avLst/>
            <a:gdLst/>
            <a:ahLst/>
            <a:cxnLst/>
            <a:rect l="l" t="t" r="r" b="b"/>
            <a:pathLst>
              <a:path w="652779" h="394969">
                <a:moveTo>
                  <a:pt x="219456" y="265176"/>
                </a:moveTo>
                <a:lnTo>
                  <a:pt x="211099" y="225742"/>
                </a:lnTo>
                <a:lnTo>
                  <a:pt x="184404" y="196786"/>
                </a:lnTo>
                <a:lnTo>
                  <a:pt x="148285" y="182118"/>
                </a:lnTo>
                <a:lnTo>
                  <a:pt x="121920" y="175260"/>
                </a:lnTo>
                <a:lnTo>
                  <a:pt x="97066" y="169049"/>
                </a:lnTo>
                <a:lnTo>
                  <a:pt x="57912" y="149352"/>
                </a:lnTo>
                <a:lnTo>
                  <a:pt x="47244" y="117348"/>
                </a:lnTo>
                <a:lnTo>
                  <a:pt x="48387" y="106260"/>
                </a:lnTo>
                <a:lnTo>
                  <a:pt x="75514" y="73253"/>
                </a:lnTo>
                <a:lnTo>
                  <a:pt x="114300" y="65532"/>
                </a:lnTo>
                <a:lnTo>
                  <a:pt x="126873" y="66344"/>
                </a:lnTo>
                <a:lnTo>
                  <a:pt x="164592" y="76200"/>
                </a:lnTo>
                <a:lnTo>
                  <a:pt x="204216" y="100584"/>
                </a:lnTo>
                <a:lnTo>
                  <a:pt x="207264" y="100584"/>
                </a:lnTo>
                <a:lnTo>
                  <a:pt x="207264" y="48768"/>
                </a:lnTo>
                <a:lnTo>
                  <a:pt x="196723" y="44462"/>
                </a:lnTo>
                <a:lnTo>
                  <a:pt x="150482" y="31534"/>
                </a:lnTo>
                <a:lnTo>
                  <a:pt x="111252" y="28956"/>
                </a:lnTo>
                <a:lnTo>
                  <a:pt x="88379" y="30657"/>
                </a:lnTo>
                <a:lnTo>
                  <a:pt x="48895" y="43751"/>
                </a:lnTo>
                <a:lnTo>
                  <a:pt x="18884" y="69202"/>
                </a:lnTo>
                <a:lnTo>
                  <a:pt x="1524" y="121920"/>
                </a:lnTo>
                <a:lnTo>
                  <a:pt x="2057" y="130784"/>
                </a:lnTo>
                <a:lnTo>
                  <a:pt x="14097" y="168021"/>
                </a:lnTo>
                <a:lnTo>
                  <a:pt x="53492" y="200012"/>
                </a:lnTo>
                <a:lnTo>
                  <a:pt x="101066" y="214363"/>
                </a:lnTo>
                <a:lnTo>
                  <a:pt x="108204" y="216408"/>
                </a:lnTo>
                <a:lnTo>
                  <a:pt x="127927" y="221132"/>
                </a:lnTo>
                <a:lnTo>
                  <a:pt x="135636" y="222504"/>
                </a:lnTo>
                <a:lnTo>
                  <a:pt x="145122" y="226225"/>
                </a:lnTo>
                <a:lnTo>
                  <a:pt x="172974" y="255079"/>
                </a:lnTo>
                <a:lnTo>
                  <a:pt x="175260" y="272796"/>
                </a:lnTo>
                <a:lnTo>
                  <a:pt x="174117" y="284568"/>
                </a:lnTo>
                <a:lnTo>
                  <a:pt x="146710" y="318427"/>
                </a:lnTo>
                <a:lnTo>
                  <a:pt x="103632" y="326136"/>
                </a:lnTo>
                <a:lnTo>
                  <a:pt x="90805" y="325551"/>
                </a:lnTo>
                <a:lnTo>
                  <a:pt x="50292" y="315468"/>
                </a:lnTo>
                <a:lnTo>
                  <a:pt x="13868" y="294474"/>
                </a:lnTo>
                <a:lnTo>
                  <a:pt x="3048" y="284988"/>
                </a:lnTo>
                <a:lnTo>
                  <a:pt x="0" y="284988"/>
                </a:lnTo>
                <a:lnTo>
                  <a:pt x="0" y="338328"/>
                </a:lnTo>
                <a:lnTo>
                  <a:pt x="10579" y="343763"/>
                </a:lnTo>
                <a:lnTo>
                  <a:pt x="58889" y="359740"/>
                </a:lnTo>
                <a:lnTo>
                  <a:pt x="106680" y="364236"/>
                </a:lnTo>
                <a:lnTo>
                  <a:pt x="120091" y="363689"/>
                </a:lnTo>
                <a:lnTo>
                  <a:pt x="164579" y="352005"/>
                </a:lnTo>
                <a:lnTo>
                  <a:pt x="197053" y="328142"/>
                </a:lnTo>
                <a:lnTo>
                  <a:pt x="215607" y="294119"/>
                </a:lnTo>
                <a:lnTo>
                  <a:pt x="219125" y="275209"/>
                </a:lnTo>
                <a:lnTo>
                  <a:pt x="219456" y="265176"/>
                </a:lnTo>
                <a:close/>
              </a:path>
              <a:path w="652779" h="394969">
                <a:moveTo>
                  <a:pt x="569988" y="22860"/>
                </a:moveTo>
                <a:lnTo>
                  <a:pt x="562267" y="16764"/>
                </a:lnTo>
                <a:lnTo>
                  <a:pt x="541032" y="0"/>
                </a:lnTo>
                <a:lnTo>
                  <a:pt x="528840" y="13411"/>
                </a:lnTo>
                <a:lnTo>
                  <a:pt x="528840" y="27432"/>
                </a:lnTo>
                <a:lnTo>
                  <a:pt x="528840" y="77724"/>
                </a:lnTo>
                <a:lnTo>
                  <a:pt x="528840" y="88392"/>
                </a:lnTo>
                <a:lnTo>
                  <a:pt x="528840" y="140208"/>
                </a:lnTo>
                <a:lnTo>
                  <a:pt x="377964" y="140208"/>
                </a:lnTo>
                <a:lnTo>
                  <a:pt x="377964" y="88392"/>
                </a:lnTo>
                <a:lnTo>
                  <a:pt x="528840" y="88392"/>
                </a:lnTo>
                <a:lnTo>
                  <a:pt x="528840" y="77724"/>
                </a:lnTo>
                <a:lnTo>
                  <a:pt x="377964" y="77724"/>
                </a:lnTo>
                <a:lnTo>
                  <a:pt x="377964" y="27432"/>
                </a:lnTo>
                <a:lnTo>
                  <a:pt x="528840" y="27432"/>
                </a:lnTo>
                <a:lnTo>
                  <a:pt x="528840" y="13411"/>
                </a:lnTo>
                <a:lnTo>
                  <a:pt x="525792" y="16764"/>
                </a:lnTo>
                <a:lnTo>
                  <a:pt x="379488" y="16764"/>
                </a:lnTo>
                <a:lnTo>
                  <a:pt x="352056" y="1524"/>
                </a:lnTo>
                <a:lnTo>
                  <a:pt x="352933" y="25006"/>
                </a:lnTo>
                <a:lnTo>
                  <a:pt x="353390" y="47625"/>
                </a:lnTo>
                <a:lnTo>
                  <a:pt x="353555" y="69684"/>
                </a:lnTo>
                <a:lnTo>
                  <a:pt x="353542" y="114681"/>
                </a:lnTo>
                <a:lnTo>
                  <a:pt x="353390" y="134112"/>
                </a:lnTo>
                <a:lnTo>
                  <a:pt x="352933" y="155308"/>
                </a:lnTo>
                <a:lnTo>
                  <a:pt x="352056" y="176784"/>
                </a:lnTo>
                <a:lnTo>
                  <a:pt x="377964" y="166116"/>
                </a:lnTo>
                <a:lnTo>
                  <a:pt x="377964" y="150876"/>
                </a:lnTo>
                <a:lnTo>
                  <a:pt x="528840" y="150876"/>
                </a:lnTo>
                <a:lnTo>
                  <a:pt x="528840" y="173736"/>
                </a:lnTo>
                <a:lnTo>
                  <a:pt x="556272" y="160020"/>
                </a:lnTo>
                <a:lnTo>
                  <a:pt x="555701" y="150876"/>
                </a:lnTo>
                <a:lnTo>
                  <a:pt x="555142" y="141782"/>
                </a:lnTo>
                <a:lnTo>
                  <a:pt x="555091" y="140208"/>
                </a:lnTo>
                <a:lnTo>
                  <a:pt x="554177" y="114681"/>
                </a:lnTo>
                <a:lnTo>
                  <a:pt x="553656" y="88392"/>
                </a:lnTo>
                <a:lnTo>
                  <a:pt x="553478" y="79019"/>
                </a:lnTo>
                <a:lnTo>
                  <a:pt x="553478" y="77724"/>
                </a:lnTo>
                <a:lnTo>
                  <a:pt x="553224" y="35052"/>
                </a:lnTo>
                <a:lnTo>
                  <a:pt x="563702" y="27432"/>
                </a:lnTo>
                <a:lnTo>
                  <a:pt x="569988" y="22860"/>
                </a:lnTo>
                <a:close/>
              </a:path>
              <a:path w="652779" h="394969">
                <a:moveTo>
                  <a:pt x="652284" y="352056"/>
                </a:moveTo>
                <a:lnTo>
                  <a:pt x="632802" y="354914"/>
                </a:lnTo>
                <a:lnTo>
                  <a:pt x="610755" y="356628"/>
                </a:lnTo>
                <a:lnTo>
                  <a:pt x="585838" y="357200"/>
                </a:lnTo>
                <a:lnTo>
                  <a:pt x="530669" y="356057"/>
                </a:lnTo>
                <a:lnTo>
                  <a:pt x="506552" y="354342"/>
                </a:lnTo>
                <a:lnTo>
                  <a:pt x="485571" y="351485"/>
                </a:lnTo>
                <a:lnTo>
                  <a:pt x="467880" y="347484"/>
                </a:lnTo>
                <a:lnTo>
                  <a:pt x="467880" y="339864"/>
                </a:lnTo>
                <a:lnTo>
                  <a:pt x="467880" y="275856"/>
                </a:lnTo>
                <a:lnTo>
                  <a:pt x="614184" y="275856"/>
                </a:lnTo>
                <a:lnTo>
                  <a:pt x="603516" y="265176"/>
                </a:lnTo>
                <a:lnTo>
                  <a:pt x="582180" y="243852"/>
                </a:lnTo>
                <a:lnTo>
                  <a:pt x="559320" y="265176"/>
                </a:lnTo>
                <a:lnTo>
                  <a:pt x="467880" y="265176"/>
                </a:lnTo>
                <a:lnTo>
                  <a:pt x="467880" y="207276"/>
                </a:lnTo>
                <a:lnTo>
                  <a:pt x="644664" y="207276"/>
                </a:lnTo>
                <a:lnTo>
                  <a:pt x="608088" y="170688"/>
                </a:lnTo>
                <a:lnTo>
                  <a:pt x="582180" y="196608"/>
                </a:lnTo>
                <a:lnTo>
                  <a:pt x="260616" y="196608"/>
                </a:lnTo>
                <a:lnTo>
                  <a:pt x="275856" y="211848"/>
                </a:lnTo>
                <a:lnTo>
                  <a:pt x="285280" y="209842"/>
                </a:lnTo>
                <a:lnTo>
                  <a:pt x="295287" y="208419"/>
                </a:lnTo>
                <a:lnTo>
                  <a:pt x="305854" y="207556"/>
                </a:lnTo>
                <a:lnTo>
                  <a:pt x="317004" y="207276"/>
                </a:lnTo>
                <a:lnTo>
                  <a:pt x="445020" y="207276"/>
                </a:lnTo>
                <a:lnTo>
                  <a:pt x="445020" y="339864"/>
                </a:lnTo>
                <a:lnTo>
                  <a:pt x="419277" y="328447"/>
                </a:lnTo>
                <a:lnTo>
                  <a:pt x="377507" y="299351"/>
                </a:lnTo>
                <a:lnTo>
                  <a:pt x="370192" y="258152"/>
                </a:lnTo>
                <a:lnTo>
                  <a:pt x="388632" y="237756"/>
                </a:lnTo>
                <a:lnTo>
                  <a:pt x="350532" y="214896"/>
                </a:lnTo>
                <a:lnTo>
                  <a:pt x="337667" y="269468"/>
                </a:lnTo>
                <a:lnTo>
                  <a:pt x="317385" y="316623"/>
                </a:lnTo>
                <a:lnTo>
                  <a:pt x="289661" y="356336"/>
                </a:lnTo>
                <a:lnTo>
                  <a:pt x="254520" y="388632"/>
                </a:lnTo>
                <a:lnTo>
                  <a:pt x="259092" y="394728"/>
                </a:lnTo>
                <a:lnTo>
                  <a:pt x="289090" y="376148"/>
                </a:lnTo>
                <a:lnTo>
                  <a:pt x="315099" y="352437"/>
                </a:lnTo>
                <a:lnTo>
                  <a:pt x="337096" y="323570"/>
                </a:lnTo>
                <a:lnTo>
                  <a:pt x="355104" y="289572"/>
                </a:lnTo>
                <a:lnTo>
                  <a:pt x="365937" y="303618"/>
                </a:lnTo>
                <a:lnTo>
                  <a:pt x="403872" y="338340"/>
                </a:lnTo>
                <a:lnTo>
                  <a:pt x="452729" y="365975"/>
                </a:lnTo>
                <a:lnTo>
                  <a:pt x="497878" y="378764"/>
                </a:lnTo>
                <a:lnTo>
                  <a:pt x="571030" y="386676"/>
                </a:lnTo>
                <a:lnTo>
                  <a:pt x="618756" y="388632"/>
                </a:lnTo>
                <a:lnTo>
                  <a:pt x="621842" y="379196"/>
                </a:lnTo>
                <a:lnTo>
                  <a:pt x="628662" y="371487"/>
                </a:lnTo>
                <a:lnTo>
                  <a:pt x="638898" y="365480"/>
                </a:lnTo>
                <a:lnTo>
                  <a:pt x="652284" y="361188"/>
                </a:lnTo>
                <a:lnTo>
                  <a:pt x="652284" y="357200"/>
                </a:lnTo>
                <a:lnTo>
                  <a:pt x="652284" y="35205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</a:endParaRPr>
          </a:p>
        </p:txBody>
      </p:sp>
      <p:sp>
        <p:nvSpPr>
          <p:cNvPr id="22" name="object 22"/>
          <p:cNvSpPr/>
          <p:nvPr/>
        </p:nvSpPr>
        <p:spPr>
          <a:xfrm>
            <a:off x="6018276" y="2788919"/>
            <a:ext cx="1287780" cy="413384"/>
          </a:xfrm>
          <a:custGeom>
            <a:avLst/>
            <a:gdLst/>
            <a:ahLst/>
            <a:cxnLst/>
            <a:rect l="l" t="t" r="r" b="b"/>
            <a:pathLst>
              <a:path w="1287779" h="413385">
                <a:moveTo>
                  <a:pt x="396240" y="193548"/>
                </a:moveTo>
                <a:lnTo>
                  <a:pt x="358140" y="155448"/>
                </a:lnTo>
                <a:lnTo>
                  <a:pt x="323088" y="182880"/>
                </a:lnTo>
                <a:lnTo>
                  <a:pt x="0" y="182880"/>
                </a:lnTo>
                <a:lnTo>
                  <a:pt x="16764" y="198120"/>
                </a:lnTo>
                <a:lnTo>
                  <a:pt x="26479" y="196126"/>
                </a:lnTo>
                <a:lnTo>
                  <a:pt x="37338" y="194691"/>
                </a:lnTo>
                <a:lnTo>
                  <a:pt x="49339" y="193840"/>
                </a:lnTo>
                <a:lnTo>
                  <a:pt x="62484" y="193548"/>
                </a:lnTo>
                <a:lnTo>
                  <a:pt x="396240" y="193548"/>
                </a:lnTo>
                <a:close/>
              </a:path>
              <a:path w="1287779" h="413385">
                <a:moveTo>
                  <a:pt x="670560" y="147828"/>
                </a:moveTo>
                <a:lnTo>
                  <a:pt x="627888" y="124968"/>
                </a:lnTo>
                <a:lnTo>
                  <a:pt x="628713" y="144780"/>
                </a:lnTo>
                <a:lnTo>
                  <a:pt x="628827" y="149161"/>
                </a:lnTo>
                <a:lnTo>
                  <a:pt x="629221" y="166878"/>
                </a:lnTo>
                <a:lnTo>
                  <a:pt x="629348" y="180403"/>
                </a:lnTo>
                <a:lnTo>
                  <a:pt x="629259" y="347357"/>
                </a:lnTo>
                <a:lnTo>
                  <a:pt x="629221" y="353377"/>
                </a:lnTo>
                <a:lnTo>
                  <a:pt x="628764" y="380415"/>
                </a:lnTo>
                <a:lnTo>
                  <a:pt x="627888" y="413004"/>
                </a:lnTo>
                <a:lnTo>
                  <a:pt x="658368" y="394716"/>
                </a:lnTo>
                <a:lnTo>
                  <a:pt x="657479" y="378739"/>
                </a:lnTo>
                <a:lnTo>
                  <a:pt x="657034" y="362902"/>
                </a:lnTo>
                <a:lnTo>
                  <a:pt x="656920" y="353377"/>
                </a:lnTo>
                <a:lnTo>
                  <a:pt x="656844" y="158496"/>
                </a:lnTo>
                <a:lnTo>
                  <a:pt x="670560" y="147828"/>
                </a:lnTo>
                <a:close/>
              </a:path>
              <a:path w="1287779" h="413385">
                <a:moveTo>
                  <a:pt x="847344" y="181356"/>
                </a:moveTo>
                <a:lnTo>
                  <a:pt x="799147" y="166878"/>
                </a:lnTo>
                <a:lnTo>
                  <a:pt x="749808" y="138684"/>
                </a:lnTo>
                <a:lnTo>
                  <a:pt x="699135" y="93916"/>
                </a:lnTo>
                <a:lnTo>
                  <a:pt x="658482" y="42672"/>
                </a:lnTo>
                <a:lnTo>
                  <a:pt x="650748" y="32004"/>
                </a:lnTo>
                <a:lnTo>
                  <a:pt x="665988" y="21336"/>
                </a:lnTo>
                <a:lnTo>
                  <a:pt x="629412" y="0"/>
                </a:lnTo>
                <a:lnTo>
                  <a:pt x="619163" y="28003"/>
                </a:lnTo>
                <a:lnTo>
                  <a:pt x="604647" y="57150"/>
                </a:lnTo>
                <a:lnTo>
                  <a:pt x="563880" y="118872"/>
                </a:lnTo>
                <a:lnTo>
                  <a:pt x="537273" y="149161"/>
                </a:lnTo>
                <a:lnTo>
                  <a:pt x="507733" y="175983"/>
                </a:lnTo>
                <a:lnTo>
                  <a:pt x="474929" y="199453"/>
                </a:lnTo>
                <a:lnTo>
                  <a:pt x="438912" y="219456"/>
                </a:lnTo>
                <a:lnTo>
                  <a:pt x="440436" y="227076"/>
                </a:lnTo>
                <a:lnTo>
                  <a:pt x="476173" y="210502"/>
                </a:lnTo>
                <a:lnTo>
                  <a:pt x="536232" y="173926"/>
                </a:lnTo>
                <a:lnTo>
                  <a:pt x="583158" y="130759"/>
                </a:lnTo>
                <a:lnTo>
                  <a:pt x="625551" y="75272"/>
                </a:lnTo>
                <a:lnTo>
                  <a:pt x="646176" y="42672"/>
                </a:lnTo>
                <a:lnTo>
                  <a:pt x="664464" y="72986"/>
                </a:lnTo>
                <a:lnTo>
                  <a:pt x="701040" y="123901"/>
                </a:lnTo>
                <a:lnTo>
                  <a:pt x="738492" y="163385"/>
                </a:lnTo>
                <a:lnTo>
                  <a:pt x="782548" y="196011"/>
                </a:lnTo>
                <a:lnTo>
                  <a:pt x="807720" y="210312"/>
                </a:lnTo>
                <a:lnTo>
                  <a:pt x="814552" y="201168"/>
                </a:lnTo>
                <a:lnTo>
                  <a:pt x="823531" y="194310"/>
                </a:lnTo>
                <a:lnTo>
                  <a:pt x="834504" y="189738"/>
                </a:lnTo>
                <a:lnTo>
                  <a:pt x="847344" y="187452"/>
                </a:lnTo>
                <a:lnTo>
                  <a:pt x="847344" y="181356"/>
                </a:lnTo>
                <a:close/>
              </a:path>
              <a:path w="1287779" h="413385">
                <a:moveTo>
                  <a:pt x="1057643" y="144780"/>
                </a:moveTo>
                <a:lnTo>
                  <a:pt x="1028687" y="112776"/>
                </a:lnTo>
                <a:lnTo>
                  <a:pt x="1007351" y="134112"/>
                </a:lnTo>
                <a:lnTo>
                  <a:pt x="993635" y="134112"/>
                </a:lnTo>
                <a:lnTo>
                  <a:pt x="993635" y="56388"/>
                </a:lnTo>
                <a:lnTo>
                  <a:pt x="993635" y="51816"/>
                </a:lnTo>
                <a:lnTo>
                  <a:pt x="1027925" y="45529"/>
                </a:lnTo>
                <a:lnTo>
                  <a:pt x="1041641" y="43459"/>
                </a:lnTo>
                <a:lnTo>
                  <a:pt x="1053071" y="42672"/>
                </a:lnTo>
                <a:lnTo>
                  <a:pt x="1027163" y="13716"/>
                </a:lnTo>
                <a:lnTo>
                  <a:pt x="985164" y="36652"/>
                </a:lnTo>
                <a:lnTo>
                  <a:pt x="931341" y="51625"/>
                </a:lnTo>
                <a:lnTo>
                  <a:pt x="896099" y="59436"/>
                </a:lnTo>
                <a:lnTo>
                  <a:pt x="897623" y="67056"/>
                </a:lnTo>
                <a:lnTo>
                  <a:pt x="915708" y="63893"/>
                </a:lnTo>
                <a:lnTo>
                  <a:pt x="933627" y="61150"/>
                </a:lnTo>
                <a:lnTo>
                  <a:pt x="951852" y="58699"/>
                </a:lnTo>
                <a:lnTo>
                  <a:pt x="970775" y="56388"/>
                </a:lnTo>
                <a:lnTo>
                  <a:pt x="970775" y="134112"/>
                </a:lnTo>
                <a:lnTo>
                  <a:pt x="890003" y="134112"/>
                </a:lnTo>
                <a:lnTo>
                  <a:pt x="905243" y="149352"/>
                </a:lnTo>
                <a:lnTo>
                  <a:pt x="914679" y="147358"/>
                </a:lnTo>
                <a:lnTo>
                  <a:pt x="924674" y="145923"/>
                </a:lnTo>
                <a:lnTo>
                  <a:pt x="935253" y="145072"/>
                </a:lnTo>
                <a:lnTo>
                  <a:pt x="946391" y="144780"/>
                </a:lnTo>
                <a:lnTo>
                  <a:pt x="969251" y="144780"/>
                </a:lnTo>
                <a:lnTo>
                  <a:pt x="956297" y="187845"/>
                </a:lnTo>
                <a:lnTo>
                  <a:pt x="938771" y="233184"/>
                </a:lnTo>
                <a:lnTo>
                  <a:pt x="915530" y="280416"/>
                </a:lnTo>
                <a:lnTo>
                  <a:pt x="885431" y="327672"/>
                </a:lnTo>
                <a:lnTo>
                  <a:pt x="891527" y="330720"/>
                </a:lnTo>
                <a:lnTo>
                  <a:pt x="915276" y="304419"/>
                </a:lnTo>
                <a:lnTo>
                  <a:pt x="936294" y="275856"/>
                </a:lnTo>
                <a:lnTo>
                  <a:pt x="954760" y="244983"/>
                </a:lnTo>
                <a:lnTo>
                  <a:pt x="970775" y="211848"/>
                </a:lnTo>
                <a:lnTo>
                  <a:pt x="970661" y="309384"/>
                </a:lnTo>
                <a:lnTo>
                  <a:pt x="970534" y="335864"/>
                </a:lnTo>
                <a:lnTo>
                  <a:pt x="970140" y="376428"/>
                </a:lnTo>
                <a:lnTo>
                  <a:pt x="969251" y="413004"/>
                </a:lnTo>
                <a:lnTo>
                  <a:pt x="995159" y="397776"/>
                </a:lnTo>
                <a:lnTo>
                  <a:pt x="993889" y="333578"/>
                </a:lnTo>
                <a:lnTo>
                  <a:pt x="993648" y="211848"/>
                </a:lnTo>
                <a:lnTo>
                  <a:pt x="993635" y="190512"/>
                </a:lnTo>
                <a:lnTo>
                  <a:pt x="1002449" y="201129"/>
                </a:lnTo>
                <a:lnTo>
                  <a:pt x="1010399" y="212598"/>
                </a:lnTo>
                <a:lnTo>
                  <a:pt x="1017219" y="225221"/>
                </a:lnTo>
                <a:lnTo>
                  <a:pt x="1022591" y="239268"/>
                </a:lnTo>
                <a:lnTo>
                  <a:pt x="1027163" y="249948"/>
                </a:lnTo>
                <a:lnTo>
                  <a:pt x="1031735" y="256032"/>
                </a:lnTo>
                <a:lnTo>
                  <a:pt x="1037831" y="256032"/>
                </a:lnTo>
                <a:lnTo>
                  <a:pt x="1040879" y="252996"/>
                </a:lnTo>
                <a:lnTo>
                  <a:pt x="1042403" y="246900"/>
                </a:lnTo>
                <a:lnTo>
                  <a:pt x="1045451" y="239268"/>
                </a:lnTo>
                <a:lnTo>
                  <a:pt x="1046975" y="233184"/>
                </a:lnTo>
                <a:lnTo>
                  <a:pt x="1046975" y="228612"/>
                </a:lnTo>
                <a:lnTo>
                  <a:pt x="1023556" y="196227"/>
                </a:lnTo>
                <a:lnTo>
                  <a:pt x="993635" y="179844"/>
                </a:lnTo>
                <a:lnTo>
                  <a:pt x="993635" y="144780"/>
                </a:lnTo>
                <a:lnTo>
                  <a:pt x="1057643" y="144780"/>
                </a:lnTo>
                <a:close/>
              </a:path>
              <a:path w="1287779" h="413385">
                <a:moveTo>
                  <a:pt x="1061542" y="320052"/>
                </a:moveTo>
                <a:lnTo>
                  <a:pt x="1061415" y="316471"/>
                </a:lnTo>
                <a:lnTo>
                  <a:pt x="1060691" y="301764"/>
                </a:lnTo>
                <a:lnTo>
                  <a:pt x="1054595" y="301764"/>
                </a:lnTo>
                <a:lnTo>
                  <a:pt x="1049769" y="318528"/>
                </a:lnTo>
                <a:lnTo>
                  <a:pt x="1044308" y="332625"/>
                </a:lnTo>
                <a:lnTo>
                  <a:pt x="1038313" y="343763"/>
                </a:lnTo>
                <a:lnTo>
                  <a:pt x="1031735" y="352044"/>
                </a:lnTo>
                <a:lnTo>
                  <a:pt x="1025639" y="358152"/>
                </a:lnTo>
                <a:lnTo>
                  <a:pt x="1021067" y="364248"/>
                </a:lnTo>
                <a:lnTo>
                  <a:pt x="1021067" y="368820"/>
                </a:lnTo>
                <a:lnTo>
                  <a:pt x="1022591" y="371856"/>
                </a:lnTo>
                <a:lnTo>
                  <a:pt x="1025639" y="371856"/>
                </a:lnTo>
                <a:lnTo>
                  <a:pt x="1027163" y="373380"/>
                </a:lnTo>
                <a:lnTo>
                  <a:pt x="1042403" y="373380"/>
                </a:lnTo>
                <a:lnTo>
                  <a:pt x="1048499" y="371856"/>
                </a:lnTo>
                <a:lnTo>
                  <a:pt x="1053071" y="371856"/>
                </a:lnTo>
                <a:lnTo>
                  <a:pt x="1057643" y="365772"/>
                </a:lnTo>
                <a:lnTo>
                  <a:pt x="1059167" y="355104"/>
                </a:lnTo>
                <a:lnTo>
                  <a:pt x="1060907" y="345694"/>
                </a:lnTo>
                <a:lnTo>
                  <a:pt x="1061516" y="335864"/>
                </a:lnTo>
                <a:lnTo>
                  <a:pt x="1061542" y="320052"/>
                </a:lnTo>
                <a:close/>
              </a:path>
              <a:path w="1287779" h="413385">
                <a:moveTo>
                  <a:pt x="1179563" y="297180"/>
                </a:moveTo>
                <a:lnTo>
                  <a:pt x="1148638" y="266585"/>
                </a:lnTo>
                <a:lnTo>
                  <a:pt x="1132319" y="256032"/>
                </a:lnTo>
                <a:lnTo>
                  <a:pt x="1129271" y="259080"/>
                </a:lnTo>
                <a:lnTo>
                  <a:pt x="1138707" y="273380"/>
                </a:lnTo>
                <a:lnTo>
                  <a:pt x="1146416" y="286524"/>
                </a:lnTo>
                <a:lnTo>
                  <a:pt x="1152423" y="298526"/>
                </a:lnTo>
                <a:lnTo>
                  <a:pt x="1156703" y="309384"/>
                </a:lnTo>
                <a:lnTo>
                  <a:pt x="1159751" y="318528"/>
                </a:lnTo>
                <a:lnTo>
                  <a:pt x="1162799" y="323100"/>
                </a:lnTo>
                <a:lnTo>
                  <a:pt x="1167371" y="323100"/>
                </a:lnTo>
                <a:lnTo>
                  <a:pt x="1168895" y="320052"/>
                </a:lnTo>
                <a:lnTo>
                  <a:pt x="1173467" y="315468"/>
                </a:lnTo>
                <a:lnTo>
                  <a:pt x="1178039" y="309384"/>
                </a:lnTo>
                <a:lnTo>
                  <a:pt x="1179487" y="303593"/>
                </a:lnTo>
                <a:lnTo>
                  <a:pt x="1179563" y="297180"/>
                </a:lnTo>
                <a:close/>
              </a:path>
              <a:path w="1287779" h="413385">
                <a:moveTo>
                  <a:pt x="1240523" y="370332"/>
                </a:moveTo>
                <a:lnTo>
                  <a:pt x="1221663" y="334149"/>
                </a:lnTo>
                <a:lnTo>
                  <a:pt x="1220711" y="313944"/>
                </a:lnTo>
                <a:lnTo>
                  <a:pt x="1214615" y="313944"/>
                </a:lnTo>
                <a:lnTo>
                  <a:pt x="1211224" y="341744"/>
                </a:lnTo>
                <a:lnTo>
                  <a:pt x="1210043" y="352044"/>
                </a:lnTo>
                <a:lnTo>
                  <a:pt x="1208049" y="360311"/>
                </a:lnTo>
                <a:lnTo>
                  <a:pt x="1204328" y="366725"/>
                </a:lnTo>
                <a:lnTo>
                  <a:pt x="1198905" y="371119"/>
                </a:lnTo>
                <a:lnTo>
                  <a:pt x="1191755" y="373380"/>
                </a:lnTo>
                <a:lnTo>
                  <a:pt x="1142987" y="373380"/>
                </a:lnTo>
                <a:lnTo>
                  <a:pt x="1131874" y="373075"/>
                </a:lnTo>
                <a:lnTo>
                  <a:pt x="1123746" y="369773"/>
                </a:lnTo>
                <a:lnTo>
                  <a:pt x="1118781" y="363308"/>
                </a:lnTo>
                <a:lnTo>
                  <a:pt x="1117079" y="353568"/>
                </a:lnTo>
                <a:lnTo>
                  <a:pt x="1117079" y="310908"/>
                </a:lnTo>
                <a:lnTo>
                  <a:pt x="1129271" y="301764"/>
                </a:lnTo>
                <a:lnTo>
                  <a:pt x="1092695" y="285000"/>
                </a:lnTo>
                <a:lnTo>
                  <a:pt x="1093597" y="304419"/>
                </a:lnTo>
                <a:lnTo>
                  <a:pt x="1094041" y="324192"/>
                </a:lnTo>
                <a:lnTo>
                  <a:pt x="1094168" y="338340"/>
                </a:lnTo>
                <a:lnTo>
                  <a:pt x="1094219" y="364248"/>
                </a:lnTo>
                <a:lnTo>
                  <a:pt x="1096200" y="376262"/>
                </a:lnTo>
                <a:lnTo>
                  <a:pt x="1102029" y="385013"/>
                </a:lnTo>
                <a:lnTo>
                  <a:pt x="1111580" y="390601"/>
                </a:lnTo>
                <a:lnTo>
                  <a:pt x="1124699" y="393204"/>
                </a:lnTo>
                <a:lnTo>
                  <a:pt x="1199375" y="393204"/>
                </a:lnTo>
                <a:lnTo>
                  <a:pt x="1213091" y="393484"/>
                </a:lnTo>
                <a:lnTo>
                  <a:pt x="1224521" y="389775"/>
                </a:lnTo>
                <a:lnTo>
                  <a:pt x="1233665" y="382054"/>
                </a:lnTo>
                <a:lnTo>
                  <a:pt x="1238745" y="373380"/>
                </a:lnTo>
                <a:lnTo>
                  <a:pt x="1240523" y="370332"/>
                </a:lnTo>
                <a:close/>
              </a:path>
              <a:path w="1287779" h="413385">
                <a:moveTo>
                  <a:pt x="1269479" y="135636"/>
                </a:moveTo>
                <a:lnTo>
                  <a:pt x="1242047" y="115824"/>
                </a:lnTo>
                <a:lnTo>
                  <a:pt x="1229855" y="132588"/>
                </a:lnTo>
                <a:lnTo>
                  <a:pt x="1165847" y="132588"/>
                </a:lnTo>
                <a:lnTo>
                  <a:pt x="1195857" y="94665"/>
                </a:lnTo>
                <a:lnTo>
                  <a:pt x="1229855" y="70104"/>
                </a:lnTo>
                <a:lnTo>
                  <a:pt x="1220177" y="60960"/>
                </a:lnTo>
                <a:lnTo>
                  <a:pt x="1202423" y="44196"/>
                </a:lnTo>
                <a:lnTo>
                  <a:pt x="1187183" y="60960"/>
                </a:lnTo>
                <a:lnTo>
                  <a:pt x="1118603" y="60960"/>
                </a:lnTo>
                <a:lnTo>
                  <a:pt x="1127734" y="48679"/>
                </a:lnTo>
                <a:lnTo>
                  <a:pt x="1136700" y="39243"/>
                </a:lnTo>
                <a:lnTo>
                  <a:pt x="1145400" y="32677"/>
                </a:lnTo>
                <a:lnTo>
                  <a:pt x="1153655" y="28956"/>
                </a:lnTo>
                <a:lnTo>
                  <a:pt x="1120127" y="7620"/>
                </a:lnTo>
                <a:lnTo>
                  <a:pt x="1101267" y="51346"/>
                </a:lnTo>
                <a:lnTo>
                  <a:pt x="1073645" y="96774"/>
                </a:lnTo>
                <a:lnTo>
                  <a:pt x="1054595" y="121920"/>
                </a:lnTo>
                <a:lnTo>
                  <a:pt x="1059167" y="124968"/>
                </a:lnTo>
                <a:lnTo>
                  <a:pt x="1072883" y="113207"/>
                </a:lnTo>
                <a:lnTo>
                  <a:pt x="1086599" y="100584"/>
                </a:lnTo>
                <a:lnTo>
                  <a:pt x="1100277" y="86868"/>
                </a:lnTo>
                <a:lnTo>
                  <a:pt x="1114031" y="71628"/>
                </a:lnTo>
                <a:lnTo>
                  <a:pt x="1188707" y="71628"/>
                </a:lnTo>
                <a:lnTo>
                  <a:pt x="1155179" y="132588"/>
                </a:lnTo>
                <a:lnTo>
                  <a:pt x="1059167" y="132588"/>
                </a:lnTo>
                <a:lnTo>
                  <a:pt x="1075931" y="147828"/>
                </a:lnTo>
                <a:lnTo>
                  <a:pt x="1085367" y="145834"/>
                </a:lnTo>
                <a:lnTo>
                  <a:pt x="1095362" y="144399"/>
                </a:lnTo>
                <a:lnTo>
                  <a:pt x="1105941" y="143548"/>
                </a:lnTo>
                <a:lnTo>
                  <a:pt x="1117079" y="143256"/>
                </a:lnTo>
                <a:lnTo>
                  <a:pt x="1232903" y="143256"/>
                </a:lnTo>
                <a:lnTo>
                  <a:pt x="1232903" y="184416"/>
                </a:lnTo>
                <a:lnTo>
                  <a:pt x="1077455" y="184416"/>
                </a:lnTo>
                <a:lnTo>
                  <a:pt x="1092695" y="199656"/>
                </a:lnTo>
                <a:lnTo>
                  <a:pt x="1102347" y="197650"/>
                </a:lnTo>
                <a:lnTo>
                  <a:pt x="1112697" y="196227"/>
                </a:lnTo>
                <a:lnTo>
                  <a:pt x="1123353" y="195364"/>
                </a:lnTo>
                <a:lnTo>
                  <a:pt x="1133843" y="195084"/>
                </a:lnTo>
                <a:lnTo>
                  <a:pt x="1232903" y="195084"/>
                </a:lnTo>
                <a:lnTo>
                  <a:pt x="1232903" y="234708"/>
                </a:lnTo>
                <a:lnTo>
                  <a:pt x="1059167" y="234708"/>
                </a:lnTo>
                <a:lnTo>
                  <a:pt x="1075931" y="249948"/>
                </a:lnTo>
                <a:lnTo>
                  <a:pt x="1085367" y="247942"/>
                </a:lnTo>
                <a:lnTo>
                  <a:pt x="1095362" y="246519"/>
                </a:lnTo>
                <a:lnTo>
                  <a:pt x="1105941" y="245656"/>
                </a:lnTo>
                <a:lnTo>
                  <a:pt x="1117079" y="245376"/>
                </a:lnTo>
                <a:lnTo>
                  <a:pt x="1232903" y="245376"/>
                </a:lnTo>
                <a:lnTo>
                  <a:pt x="1232903" y="268236"/>
                </a:lnTo>
                <a:lnTo>
                  <a:pt x="1257287" y="257556"/>
                </a:lnTo>
                <a:lnTo>
                  <a:pt x="1257096" y="245376"/>
                </a:lnTo>
                <a:lnTo>
                  <a:pt x="1256576" y="221983"/>
                </a:lnTo>
                <a:lnTo>
                  <a:pt x="1256118" y="195084"/>
                </a:lnTo>
                <a:lnTo>
                  <a:pt x="1256042" y="190512"/>
                </a:lnTo>
                <a:lnTo>
                  <a:pt x="1255991" y="184696"/>
                </a:lnTo>
                <a:lnTo>
                  <a:pt x="1255763" y="147828"/>
                </a:lnTo>
                <a:lnTo>
                  <a:pt x="1260906" y="143256"/>
                </a:lnTo>
                <a:lnTo>
                  <a:pt x="1269479" y="135636"/>
                </a:lnTo>
                <a:close/>
              </a:path>
              <a:path w="1287779" h="413385">
                <a:moveTo>
                  <a:pt x="1287767" y="347484"/>
                </a:moveTo>
                <a:lnTo>
                  <a:pt x="1264843" y="316471"/>
                </a:lnTo>
                <a:lnTo>
                  <a:pt x="1232903" y="297180"/>
                </a:lnTo>
                <a:lnTo>
                  <a:pt x="1229855" y="301764"/>
                </a:lnTo>
                <a:lnTo>
                  <a:pt x="1238173" y="311759"/>
                </a:lnTo>
                <a:lnTo>
                  <a:pt x="1244904" y="321195"/>
                </a:lnTo>
                <a:lnTo>
                  <a:pt x="1250226" y="330047"/>
                </a:lnTo>
                <a:lnTo>
                  <a:pt x="1254239" y="338340"/>
                </a:lnTo>
                <a:lnTo>
                  <a:pt x="1257655" y="345198"/>
                </a:lnTo>
                <a:lnTo>
                  <a:pt x="1260906" y="352044"/>
                </a:lnTo>
                <a:lnTo>
                  <a:pt x="1263891" y="358914"/>
                </a:lnTo>
                <a:lnTo>
                  <a:pt x="1266431" y="365772"/>
                </a:lnTo>
                <a:lnTo>
                  <a:pt x="1269479" y="371856"/>
                </a:lnTo>
                <a:lnTo>
                  <a:pt x="1271003" y="373380"/>
                </a:lnTo>
                <a:lnTo>
                  <a:pt x="1274051" y="373380"/>
                </a:lnTo>
                <a:lnTo>
                  <a:pt x="1277099" y="370332"/>
                </a:lnTo>
                <a:lnTo>
                  <a:pt x="1281671" y="364248"/>
                </a:lnTo>
                <a:lnTo>
                  <a:pt x="1287767" y="352056"/>
                </a:lnTo>
                <a:lnTo>
                  <a:pt x="1287767" y="34748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</a:endParaRPr>
          </a:p>
        </p:txBody>
      </p:sp>
      <p:sp>
        <p:nvSpPr>
          <p:cNvPr id="23" name="object 23"/>
          <p:cNvSpPr/>
          <p:nvPr/>
        </p:nvSpPr>
        <p:spPr>
          <a:xfrm>
            <a:off x="7357871" y="2795016"/>
            <a:ext cx="387350" cy="403860"/>
          </a:xfrm>
          <a:custGeom>
            <a:avLst/>
            <a:gdLst/>
            <a:ahLst/>
            <a:cxnLst/>
            <a:rect l="l" t="t" r="r" b="b"/>
            <a:pathLst>
              <a:path w="387350" h="403860">
                <a:moveTo>
                  <a:pt x="199644" y="70103"/>
                </a:moveTo>
                <a:lnTo>
                  <a:pt x="193548" y="70103"/>
                </a:lnTo>
                <a:lnTo>
                  <a:pt x="190500" y="65531"/>
                </a:lnTo>
                <a:lnTo>
                  <a:pt x="188976" y="54863"/>
                </a:lnTo>
                <a:lnTo>
                  <a:pt x="185547" y="43124"/>
                </a:lnTo>
                <a:lnTo>
                  <a:pt x="179832" y="30670"/>
                </a:lnTo>
                <a:lnTo>
                  <a:pt x="171831" y="17359"/>
                </a:lnTo>
                <a:lnTo>
                  <a:pt x="161544" y="3048"/>
                </a:lnTo>
                <a:lnTo>
                  <a:pt x="164592" y="0"/>
                </a:lnTo>
                <a:lnTo>
                  <a:pt x="201239" y="20788"/>
                </a:lnTo>
                <a:lnTo>
                  <a:pt x="216408" y="38100"/>
                </a:lnTo>
                <a:lnTo>
                  <a:pt x="216408" y="50291"/>
                </a:lnTo>
                <a:lnTo>
                  <a:pt x="213360" y="56387"/>
                </a:lnTo>
                <a:lnTo>
                  <a:pt x="207264" y="62483"/>
                </a:lnTo>
                <a:lnTo>
                  <a:pt x="202692" y="68579"/>
                </a:lnTo>
                <a:lnTo>
                  <a:pt x="199644" y="70103"/>
                </a:lnTo>
                <a:close/>
              </a:path>
              <a:path w="387350" h="403860">
                <a:moveTo>
                  <a:pt x="36576" y="138683"/>
                </a:moveTo>
                <a:lnTo>
                  <a:pt x="28956" y="138683"/>
                </a:lnTo>
                <a:lnTo>
                  <a:pt x="24384" y="137159"/>
                </a:lnTo>
                <a:lnTo>
                  <a:pt x="19812" y="134111"/>
                </a:lnTo>
                <a:lnTo>
                  <a:pt x="16764" y="131063"/>
                </a:lnTo>
                <a:lnTo>
                  <a:pt x="13716" y="129539"/>
                </a:lnTo>
                <a:lnTo>
                  <a:pt x="13716" y="123443"/>
                </a:lnTo>
                <a:lnTo>
                  <a:pt x="18288" y="117347"/>
                </a:lnTo>
                <a:lnTo>
                  <a:pt x="27432" y="109727"/>
                </a:lnTo>
                <a:lnTo>
                  <a:pt x="35742" y="100274"/>
                </a:lnTo>
                <a:lnTo>
                  <a:pt x="42481" y="87820"/>
                </a:lnTo>
                <a:lnTo>
                  <a:pt x="47791" y="72223"/>
                </a:lnTo>
                <a:lnTo>
                  <a:pt x="51816" y="53339"/>
                </a:lnTo>
                <a:lnTo>
                  <a:pt x="59436" y="53339"/>
                </a:lnTo>
                <a:lnTo>
                  <a:pt x="59436" y="76200"/>
                </a:lnTo>
                <a:lnTo>
                  <a:pt x="367747" y="76200"/>
                </a:lnTo>
                <a:lnTo>
                  <a:pt x="377024" y="86867"/>
                </a:lnTo>
                <a:lnTo>
                  <a:pt x="59436" y="86867"/>
                </a:lnTo>
                <a:lnTo>
                  <a:pt x="59721" y="104298"/>
                </a:lnTo>
                <a:lnTo>
                  <a:pt x="58293" y="117728"/>
                </a:lnTo>
                <a:lnTo>
                  <a:pt x="55149" y="127158"/>
                </a:lnTo>
                <a:lnTo>
                  <a:pt x="50292" y="132587"/>
                </a:lnTo>
                <a:lnTo>
                  <a:pt x="42672" y="137159"/>
                </a:lnTo>
                <a:lnTo>
                  <a:pt x="36576" y="138683"/>
                </a:lnTo>
                <a:close/>
              </a:path>
              <a:path w="387350" h="403860">
                <a:moveTo>
                  <a:pt x="367747" y="76200"/>
                </a:moveTo>
                <a:lnTo>
                  <a:pt x="332232" y="76200"/>
                </a:lnTo>
                <a:lnTo>
                  <a:pt x="350520" y="56387"/>
                </a:lnTo>
                <a:lnTo>
                  <a:pt x="367747" y="76200"/>
                </a:lnTo>
                <a:close/>
              </a:path>
              <a:path w="387350" h="403860">
                <a:moveTo>
                  <a:pt x="318516" y="134111"/>
                </a:moveTo>
                <a:lnTo>
                  <a:pt x="312420" y="129539"/>
                </a:lnTo>
                <a:lnTo>
                  <a:pt x="335280" y="86867"/>
                </a:lnTo>
                <a:lnTo>
                  <a:pt x="377024" y="86867"/>
                </a:lnTo>
                <a:lnTo>
                  <a:pt x="381000" y="91439"/>
                </a:lnTo>
                <a:lnTo>
                  <a:pt x="367807" y="94035"/>
                </a:lnTo>
                <a:lnTo>
                  <a:pt x="353187" y="101917"/>
                </a:lnTo>
                <a:lnTo>
                  <a:pt x="336851" y="115228"/>
                </a:lnTo>
                <a:lnTo>
                  <a:pt x="318516" y="134111"/>
                </a:lnTo>
                <a:close/>
              </a:path>
              <a:path w="387350" h="403860">
                <a:moveTo>
                  <a:pt x="44196" y="175259"/>
                </a:moveTo>
                <a:lnTo>
                  <a:pt x="27432" y="160019"/>
                </a:lnTo>
                <a:lnTo>
                  <a:pt x="298704" y="160019"/>
                </a:lnTo>
                <a:lnTo>
                  <a:pt x="323088" y="135635"/>
                </a:lnTo>
                <a:lnTo>
                  <a:pt x="358140" y="169163"/>
                </a:lnTo>
                <a:lnTo>
                  <a:pt x="85344" y="169163"/>
                </a:lnTo>
                <a:lnTo>
                  <a:pt x="74199" y="169687"/>
                </a:lnTo>
                <a:lnTo>
                  <a:pt x="63627" y="171068"/>
                </a:lnTo>
                <a:lnTo>
                  <a:pt x="53625" y="173021"/>
                </a:lnTo>
                <a:lnTo>
                  <a:pt x="44196" y="175259"/>
                </a:lnTo>
                <a:close/>
              </a:path>
              <a:path w="387350" h="403860">
                <a:moveTo>
                  <a:pt x="207264" y="348996"/>
                </a:moveTo>
                <a:lnTo>
                  <a:pt x="182880" y="348996"/>
                </a:lnTo>
                <a:lnTo>
                  <a:pt x="182880" y="169163"/>
                </a:lnTo>
                <a:lnTo>
                  <a:pt x="207264" y="169163"/>
                </a:lnTo>
                <a:lnTo>
                  <a:pt x="207264" y="254507"/>
                </a:lnTo>
                <a:lnTo>
                  <a:pt x="330200" y="254507"/>
                </a:lnTo>
                <a:lnTo>
                  <a:pt x="341376" y="265175"/>
                </a:lnTo>
                <a:lnTo>
                  <a:pt x="207264" y="265175"/>
                </a:lnTo>
                <a:lnTo>
                  <a:pt x="207264" y="348996"/>
                </a:lnTo>
                <a:close/>
              </a:path>
              <a:path w="387350" h="403860">
                <a:moveTo>
                  <a:pt x="3048" y="403860"/>
                </a:moveTo>
                <a:lnTo>
                  <a:pt x="0" y="399287"/>
                </a:lnTo>
                <a:lnTo>
                  <a:pt x="16002" y="383285"/>
                </a:lnTo>
                <a:lnTo>
                  <a:pt x="29718" y="367284"/>
                </a:lnTo>
                <a:lnTo>
                  <a:pt x="58602" y="318396"/>
                </a:lnTo>
                <a:lnTo>
                  <a:pt x="74676" y="269747"/>
                </a:lnTo>
                <a:lnTo>
                  <a:pt x="80891" y="221099"/>
                </a:lnTo>
                <a:lnTo>
                  <a:pt x="82296" y="204215"/>
                </a:lnTo>
                <a:lnTo>
                  <a:pt x="123444" y="225551"/>
                </a:lnTo>
                <a:lnTo>
                  <a:pt x="109728" y="237743"/>
                </a:lnTo>
                <a:lnTo>
                  <a:pt x="106560" y="248864"/>
                </a:lnTo>
                <a:lnTo>
                  <a:pt x="103822" y="259270"/>
                </a:lnTo>
                <a:lnTo>
                  <a:pt x="101369" y="268819"/>
                </a:lnTo>
                <a:lnTo>
                  <a:pt x="99060" y="277367"/>
                </a:lnTo>
                <a:lnTo>
                  <a:pt x="106519" y="288035"/>
                </a:lnTo>
                <a:lnTo>
                  <a:pt x="96012" y="288035"/>
                </a:lnTo>
                <a:lnTo>
                  <a:pt x="87749" y="306847"/>
                </a:lnTo>
                <a:lnTo>
                  <a:pt x="60960" y="353568"/>
                </a:lnTo>
                <a:lnTo>
                  <a:pt x="21312" y="391287"/>
                </a:lnTo>
                <a:lnTo>
                  <a:pt x="3048" y="403860"/>
                </a:lnTo>
                <a:close/>
              </a:path>
              <a:path w="387350" h="403860">
                <a:moveTo>
                  <a:pt x="330200" y="254507"/>
                </a:moveTo>
                <a:lnTo>
                  <a:pt x="284988" y="254507"/>
                </a:lnTo>
                <a:lnTo>
                  <a:pt x="307847" y="233171"/>
                </a:lnTo>
                <a:lnTo>
                  <a:pt x="330200" y="254507"/>
                </a:lnTo>
                <a:close/>
              </a:path>
              <a:path w="387350" h="403860">
                <a:moveTo>
                  <a:pt x="350520" y="394716"/>
                </a:moveTo>
                <a:lnTo>
                  <a:pt x="308562" y="393025"/>
                </a:lnTo>
                <a:lnTo>
                  <a:pt x="241220" y="386786"/>
                </a:lnTo>
                <a:lnTo>
                  <a:pt x="195572" y="377070"/>
                </a:lnTo>
                <a:lnTo>
                  <a:pt x="159615" y="360449"/>
                </a:lnTo>
                <a:lnTo>
                  <a:pt x="119824" y="322516"/>
                </a:lnTo>
                <a:lnTo>
                  <a:pt x="96012" y="288035"/>
                </a:lnTo>
                <a:lnTo>
                  <a:pt x="106519" y="288035"/>
                </a:lnTo>
                <a:lnTo>
                  <a:pt x="108251" y="290512"/>
                </a:lnTo>
                <a:lnTo>
                  <a:pt x="117729" y="302513"/>
                </a:lnTo>
                <a:lnTo>
                  <a:pt x="150090" y="331636"/>
                </a:lnTo>
                <a:lnTo>
                  <a:pt x="182880" y="348996"/>
                </a:lnTo>
                <a:lnTo>
                  <a:pt x="207264" y="348996"/>
                </a:lnTo>
                <a:lnTo>
                  <a:pt x="207264" y="355092"/>
                </a:lnTo>
                <a:lnTo>
                  <a:pt x="231267" y="359092"/>
                </a:lnTo>
                <a:lnTo>
                  <a:pt x="255270" y="361950"/>
                </a:lnTo>
                <a:lnTo>
                  <a:pt x="279273" y="363664"/>
                </a:lnTo>
                <a:lnTo>
                  <a:pt x="303276" y="364236"/>
                </a:lnTo>
                <a:lnTo>
                  <a:pt x="387096" y="364236"/>
                </a:lnTo>
                <a:lnTo>
                  <a:pt x="387096" y="365760"/>
                </a:lnTo>
                <a:lnTo>
                  <a:pt x="374523" y="370070"/>
                </a:lnTo>
                <a:lnTo>
                  <a:pt x="364236" y="376237"/>
                </a:lnTo>
                <a:lnTo>
                  <a:pt x="356235" y="384405"/>
                </a:lnTo>
                <a:lnTo>
                  <a:pt x="350520" y="394716"/>
                </a:lnTo>
                <a:close/>
              </a:path>
              <a:path w="387350" h="403860">
                <a:moveTo>
                  <a:pt x="387096" y="364236"/>
                </a:moveTo>
                <a:lnTo>
                  <a:pt x="303276" y="364236"/>
                </a:lnTo>
                <a:lnTo>
                  <a:pt x="387096" y="359664"/>
                </a:lnTo>
                <a:lnTo>
                  <a:pt x="387096" y="36423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</a:endParaRPr>
          </a:p>
        </p:txBody>
      </p:sp>
      <p:sp>
        <p:nvSpPr>
          <p:cNvPr id="24" name="object 24"/>
          <p:cNvSpPr/>
          <p:nvPr/>
        </p:nvSpPr>
        <p:spPr>
          <a:xfrm>
            <a:off x="7815071" y="2807208"/>
            <a:ext cx="373380" cy="379730"/>
          </a:xfrm>
          <a:custGeom>
            <a:avLst/>
            <a:gdLst/>
            <a:ahLst/>
            <a:cxnLst/>
            <a:rect l="l" t="t" r="r" b="b"/>
            <a:pathLst>
              <a:path w="373379" h="379730">
                <a:moveTo>
                  <a:pt x="24384" y="379475"/>
                </a:moveTo>
                <a:lnTo>
                  <a:pt x="0" y="358139"/>
                </a:lnTo>
                <a:lnTo>
                  <a:pt x="10668" y="347472"/>
                </a:lnTo>
                <a:lnTo>
                  <a:pt x="10668" y="105155"/>
                </a:lnTo>
                <a:lnTo>
                  <a:pt x="10477" y="58483"/>
                </a:lnTo>
                <a:lnTo>
                  <a:pt x="10025" y="34647"/>
                </a:lnTo>
                <a:lnTo>
                  <a:pt x="9144" y="10667"/>
                </a:lnTo>
                <a:lnTo>
                  <a:pt x="35052" y="24383"/>
                </a:lnTo>
                <a:lnTo>
                  <a:pt x="303275" y="24383"/>
                </a:lnTo>
                <a:lnTo>
                  <a:pt x="329183" y="0"/>
                </a:lnTo>
                <a:lnTo>
                  <a:pt x="359663" y="33527"/>
                </a:lnTo>
                <a:lnTo>
                  <a:pt x="240792" y="33527"/>
                </a:lnTo>
                <a:lnTo>
                  <a:pt x="240792" y="242315"/>
                </a:lnTo>
                <a:lnTo>
                  <a:pt x="241934" y="257198"/>
                </a:lnTo>
                <a:lnTo>
                  <a:pt x="245363" y="267652"/>
                </a:lnTo>
                <a:lnTo>
                  <a:pt x="251078" y="273819"/>
                </a:lnTo>
                <a:lnTo>
                  <a:pt x="259080" y="275843"/>
                </a:lnTo>
                <a:lnTo>
                  <a:pt x="306324" y="275843"/>
                </a:lnTo>
                <a:lnTo>
                  <a:pt x="326397" y="234267"/>
                </a:lnTo>
                <a:lnTo>
                  <a:pt x="327088" y="221360"/>
                </a:lnTo>
                <a:lnTo>
                  <a:pt x="329183" y="193547"/>
                </a:lnTo>
                <a:lnTo>
                  <a:pt x="336804" y="193547"/>
                </a:lnTo>
                <a:lnTo>
                  <a:pt x="337065" y="206978"/>
                </a:lnTo>
                <a:lnTo>
                  <a:pt x="337756" y="219836"/>
                </a:lnTo>
                <a:lnTo>
                  <a:pt x="346519" y="262128"/>
                </a:lnTo>
                <a:lnTo>
                  <a:pt x="361187" y="271272"/>
                </a:lnTo>
                <a:lnTo>
                  <a:pt x="353163" y="282154"/>
                </a:lnTo>
                <a:lnTo>
                  <a:pt x="342709" y="289750"/>
                </a:lnTo>
                <a:lnTo>
                  <a:pt x="329684" y="294203"/>
                </a:lnTo>
                <a:lnTo>
                  <a:pt x="313944" y="295655"/>
                </a:lnTo>
                <a:lnTo>
                  <a:pt x="248411" y="295655"/>
                </a:lnTo>
                <a:lnTo>
                  <a:pt x="234434" y="292250"/>
                </a:lnTo>
                <a:lnTo>
                  <a:pt x="224599" y="284416"/>
                </a:lnTo>
                <a:lnTo>
                  <a:pt x="219051" y="272295"/>
                </a:lnTo>
                <a:lnTo>
                  <a:pt x="217932" y="256031"/>
                </a:lnTo>
                <a:lnTo>
                  <a:pt x="217932" y="33527"/>
                </a:lnTo>
                <a:lnTo>
                  <a:pt x="144780" y="33527"/>
                </a:lnTo>
                <a:lnTo>
                  <a:pt x="143827" y="87439"/>
                </a:lnTo>
                <a:lnTo>
                  <a:pt x="141732" y="135635"/>
                </a:lnTo>
                <a:lnTo>
                  <a:pt x="133731" y="181355"/>
                </a:lnTo>
                <a:lnTo>
                  <a:pt x="118872" y="227075"/>
                </a:lnTo>
                <a:lnTo>
                  <a:pt x="94488" y="272986"/>
                </a:lnTo>
                <a:lnTo>
                  <a:pt x="56388" y="320039"/>
                </a:lnTo>
                <a:lnTo>
                  <a:pt x="50292" y="313943"/>
                </a:lnTo>
                <a:lnTo>
                  <a:pt x="66913" y="290274"/>
                </a:lnTo>
                <a:lnTo>
                  <a:pt x="80391" y="267461"/>
                </a:lnTo>
                <a:lnTo>
                  <a:pt x="99060" y="225551"/>
                </a:lnTo>
                <a:lnTo>
                  <a:pt x="110490" y="183832"/>
                </a:lnTo>
                <a:lnTo>
                  <a:pt x="117348" y="138683"/>
                </a:lnTo>
                <a:lnTo>
                  <a:pt x="119443" y="89534"/>
                </a:lnTo>
                <a:lnTo>
                  <a:pt x="120396" y="33527"/>
                </a:lnTo>
                <a:lnTo>
                  <a:pt x="35052" y="33527"/>
                </a:lnTo>
                <a:lnTo>
                  <a:pt x="35052" y="353567"/>
                </a:lnTo>
                <a:lnTo>
                  <a:pt x="310896" y="353567"/>
                </a:lnTo>
                <a:lnTo>
                  <a:pt x="336804" y="327660"/>
                </a:lnTo>
                <a:lnTo>
                  <a:pt x="373380" y="364236"/>
                </a:lnTo>
                <a:lnTo>
                  <a:pt x="36576" y="364236"/>
                </a:lnTo>
                <a:lnTo>
                  <a:pt x="24384" y="37947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</a:endParaRPr>
          </a:p>
        </p:txBody>
      </p:sp>
      <p:sp>
        <p:nvSpPr>
          <p:cNvPr id="25" name="object 25"/>
          <p:cNvSpPr/>
          <p:nvPr/>
        </p:nvSpPr>
        <p:spPr>
          <a:xfrm>
            <a:off x="8238743" y="2810255"/>
            <a:ext cx="408940" cy="382905"/>
          </a:xfrm>
          <a:custGeom>
            <a:avLst/>
            <a:gdLst/>
            <a:ahLst/>
            <a:cxnLst/>
            <a:rect l="l" t="t" r="r" b="b"/>
            <a:pathLst>
              <a:path w="408940" h="382905">
                <a:moveTo>
                  <a:pt x="240792" y="36576"/>
                </a:moveTo>
                <a:lnTo>
                  <a:pt x="225552" y="21336"/>
                </a:lnTo>
                <a:lnTo>
                  <a:pt x="347472" y="21336"/>
                </a:lnTo>
                <a:lnTo>
                  <a:pt x="359664" y="4572"/>
                </a:lnTo>
                <a:lnTo>
                  <a:pt x="385572" y="25908"/>
                </a:lnTo>
                <a:lnTo>
                  <a:pt x="380346" y="30480"/>
                </a:lnTo>
                <a:lnTo>
                  <a:pt x="281940" y="30480"/>
                </a:lnTo>
                <a:lnTo>
                  <a:pt x="271653" y="31003"/>
                </a:lnTo>
                <a:lnTo>
                  <a:pt x="261366" y="32385"/>
                </a:lnTo>
                <a:lnTo>
                  <a:pt x="251079" y="34337"/>
                </a:lnTo>
                <a:lnTo>
                  <a:pt x="240792" y="36576"/>
                </a:lnTo>
                <a:close/>
              </a:path>
              <a:path w="408940" h="382905">
                <a:moveTo>
                  <a:pt x="374038" y="146304"/>
                </a:moveTo>
                <a:lnTo>
                  <a:pt x="350520" y="146304"/>
                </a:lnTo>
                <a:lnTo>
                  <a:pt x="350520" y="30480"/>
                </a:lnTo>
                <a:lnTo>
                  <a:pt x="380346" y="30480"/>
                </a:lnTo>
                <a:lnTo>
                  <a:pt x="373380" y="36576"/>
                </a:lnTo>
                <a:lnTo>
                  <a:pt x="373403" y="78533"/>
                </a:lnTo>
                <a:lnTo>
                  <a:pt x="373570" y="115062"/>
                </a:lnTo>
                <a:lnTo>
                  <a:pt x="374038" y="146304"/>
                </a:lnTo>
                <a:close/>
              </a:path>
              <a:path w="408940" h="382905">
                <a:moveTo>
                  <a:pt x="367284" y="364236"/>
                </a:moveTo>
                <a:lnTo>
                  <a:pt x="277368" y="364236"/>
                </a:lnTo>
                <a:lnTo>
                  <a:pt x="257627" y="363378"/>
                </a:lnTo>
                <a:lnTo>
                  <a:pt x="244030" y="356235"/>
                </a:lnTo>
                <a:lnTo>
                  <a:pt x="236434" y="342804"/>
                </a:lnTo>
                <a:lnTo>
                  <a:pt x="234696" y="323088"/>
                </a:lnTo>
                <a:lnTo>
                  <a:pt x="234434" y="253626"/>
                </a:lnTo>
                <a:lnTo>
                  <a:pt x="233743" y="198310"/>
                </a:lnTo>
                <a:lnTo>
                  <a:pt x="232766" y="156972"/>
                </a:lnTo>
                <a:lnTo>
                  <a:pt x="231648" y="129540"/>
                </a:lnTo>
                <a:lnTo>
                  <a:pt x="256032" y="146304"/>
                </a:lnTo>
                <a:lnTo>
                  <a:pt x="374038" y="146304"/>
                </a:lnTo>
                <a:lnTo>
                  <a:pt x="374416" y="156972"/>
                </a:lnTo>
                <a:lnTo>
                  <a:pt x="256032" y="156972"/>
                </a:lnTo>
                <a:lnTo>
                  <a:pt x="256088" y="317420"/>
                </a:lnTo>
                <a:lnTo>
                  <a:pt x="257770" y="330088"/>
                </a:lnTo>
                <a:lnTo>
                  <a:pt x="263080" y="339471"/>
                </a:lnTo>
                <a:lnTo>
                  <a:pt x="272105" y="344852"/>
                </a:lnTo>
                <a:lnTo>
                  <a:pt x="284988" y="345948"/>
                </a:lnTo>
                <a:lnTo>
                  <a:pt x="404537" y="345948"/>
                </a:lnTo>
                <a:lnTo>
                  <a:pt x="400931" y="351591"/>
                </a:lnTo>
                <a:lnTo>
                  <a:pt x="391858" y="359473"/>
                </a:lnTo>
                <a:lnTo>
                  <a:pt x="380785" y="363640"/>
                </a:lnTo>
                <a:lnTo>
                  <a:pt x="367284" y="364236"/>
                </a:lnTo>
                <a:close/>
              </a:path>
              <a:path w="408940" h="382905">
                <a:moveTo>
                  <a:pt x="350520" y="181356"/>
                </a:moveTo>
                <a:lnTo>
                  <a:pt x="350520" y="156972"/>
                </a:lnTo>
                <a:lnTo>
                  <a:pt x="374416" y="156972"/>
                </a:lnTo>
                <a:lnTo>
                  <a:pt x="374904" y="170688"/>
                </a:lnTo>
                <a:lnTo>
                  <a:pt x="350520" y="181356"/>
                </a:lnTo>
                <a:close/>
              </a:path>
              <a:path w="408940" h="382905">
                <a:moveTo>
                  <a:pt x="404537" y="345948"/>
                </a:moveTo>
                <a:lnTo>
                  <a:pt x="353568" y="345948"/>
                </a:lnTo>
                <a:lnTo>
                  <a:pt x="359854" y="344805"/>
                </a:lnTo>
                <a:lnTo>
                  <a:pt x="364998" y="341376"/>
                </a:lnTo>
                <a:lnTo>
                  <a:pt x="374142" y="302895"/>
                </a:lnTo>
                <a:lnTo>
                  <a:pt x="376428" y="262128"/>
                </a:lnTo>
                <a:lnTo>
                  <a:pt x="385572" y="262128"/>
                </a:lnTo>
                <a:lnTo>
                  <a:pt x="386857" y="307347"/>
                </a:lnTo>
                <a:lnTo>
                  <a:pt x="408432" y="339852"/>
                </a:lnTo>
                <a:lnTo>
                  <a:pt x="404537" y="345948"/>
                </a:lnTo>
                <a:close/>
              </a:path>
              <a:path w="408940" h="382905">
                <a:moveTo>
                  <a:pt x="15240" y="36576"/>
                </a:moveTo>
                <a:lnTo>
                  <a:pt x="0" y="21336"/>
                </a:lnTo>
                <a:lnTo>
                  <a:pt x="175260" y="21336"/>
                </a:lnTo>
                <a:lnTo>
                  <a:pt x="195072" y="0"/>
                </a:lnTo>
                <a:lnTo>
                  <a:pt x="224028" y="30480"/>
                </a:lnTo>
                <a:lnTo>
                  <a:pt x="56388" y="30480"/>
                </a:lnTo>
                <a:lnTo>
                  <a:pt x="45243" y="31003"/>
                </a:lnTo>
                <a:lnTo>
                  <a:pt x="34671" y="32385"/>
                </a:lnTo>
                <a:lnTo>
                  <a:pt x="24669" y="34337"/>
                </a:lnTo>
                <a:lnTo>
                  <a:pt x="15240" y="36576"/>
                </a:lnTo>
                <a:close/>
              </a:path>
              <a:path w="408940" h="382905">
                <a:moveTo>
                  <a:pt x="100584" y="86868"/>
                </a:moveTo>
                <a:lnTo>
                  <a:pt x="79248" y="86868"/>
                </a:lnTo>
                <a:lnTo>
                  <a:pt x="79248" y="30480"/>
                </a:lnTo>
                <a:lnTo>
                  <a:pt x="100584" y="30480"/>
                </a:lnTo>
                <a:lnTo>
                  <a:pt x="100584" y="86868"/>
                </a:lnTo>
                <a:close/>
              </a:path>
              <a:path w="408940" h="382905">
                <a:moveTo>
                  <a:pt x="144780" y="86868"/>
                </a:moveTo>
                <a:lnTo>
                  <a:pt x="124968" y="86868"/>
                </a:lnTo>
                <a:lnTo>
                  <a:pt x="124968" y="30480"/>
                </a:lnTo>
                <a:lnTo>
                  <a:pt x="144780" y="30480"/>
                </a:lnTo>
                <a:lnTo>
                  <a:pt x="144780" y="86868"/>
                </a:lnTo>
                <a:close/>
              </a:path>
              <a:path w="408940" h="382905">
                <a:moveTo>
                  <a:pt x="204684" y="86868"/>
                </a:moveTo>
                <a:lnTo>
                  <a:pt x="173736" y="86868"/>
                </a:lnTo>
                <a:lnTo>
                  <a:pt x="185928" y="71628"/>
                </a:lnTo>
                <a:lnTo>
                  <a:pt x="204684" y="86868"/>
                </a:lnTo>
                <a:close/>
              </a:path>
              <a:path w="408940" h="382905">
                <a:moveTo>
                  <a:pt x="25908" y="382524"/>
                </a:moveTo>
                <a:lnTo>
                  <a:pt x="26146" y="352472"/>
                </a:lnTo>
                <a:lnTo>
                  <a:pt x="26670" y="316992"/>
                </a:lnTo>
                <a:lnTo>
                  <a:pt x="27193" y="275796"/>
                </a:lnTo>
                <a:lnTo>
                  <a:pt x="27270" y="260604"/>
                </a:lnTo>
                <a:lnTo>
                  <a:pt x="27346" y="211836"/>
                </a:lnTo>
                <a:lnTo>
                  <a:pt x="27221" y="187452"/>
                </a:lnTo>
                <a:lnTo>
                  <a:pt x="27108" y="175260"/>
                </a:lnTo>
                <a:lnTo>
                  <a:pt x="26600" y="135802"/>
                </a:lnTo>
                <a:lnTo>
                  <a:pt x="26146" y="104298"/>
                </a:lnTo>
                <a:lnTo>
                  <a:pt x="25908" y="73152"/>
                </a:lnTo>
                <a:lnTo>
                  <a:pt x="50292" y="86868"/>
                </a:lnTo>
                <a:lnTo>
                  <a:pt x="204684" y="86868"/>
                </a:lnTo>
                <a:lnTo>
                  <a:pt x="210312" y="91440"/>
                </a:lnTo>
                <a:lnTo>
                  <a:pt x="203345" y="97536"/>
                </a:lnTo>
                <a:lnTo>
                  <a:pt x="50292" y="97536"/>
                </a:lnTo>
                <a:lnTo>
                  <a:pt x="50292" y="214883"/>
                </a:lnTo>
                <a:lnTo>
                  <a:pt x="61100" y="214883"/>
                </a:lnTo>
                <a:lnTo>
                  <a:pt x="50292" y="225552"/>
                </a:lnTo>
                <a:lnTo>
                  <a:pt x="50292" y="249936"/>
                </a:lnTo>
                <a:lnTo>
                  <a:pt x="198231" y="249936"/>
                </a:lnTo>
                <a:lnTo>
                  <a:pt x="198278" y="260604"/>
                </a:lnTo>
                <a:lnTo>
                  <a:pt x="50292" y="260604"/>
                </a:lnTo>
                <a:lnTo>
                  <a:pt x="50292" y="326136"/>
                </a:lnTo>
                <a:lnTo>
                  <a:pt x="198739" y="326136"/>
                </a:lnTo>
                <a:lnTo>
                  <a:pt x="198857" y="336804"/>
                </a:lnTo>
                <a:lnTo>
                  <a:pt x="50292" y="336804"/>
                </a:lnTo>
                <a:lnTo>
                  <a:pt x="50292" y="373380"/>
                </a:lnTo>
                <a:lnTo>
                  <a:pt x="25908" y="382524"/>
                </a:lnTo>
                <a:close/>
              </a:path>
              <a:path w="408940" h="382905">
                <a:moveTo>
                  <a:pt x="61100" y="214883"/>
                </a:moveTo>
                <a:lnTo>
                  <a:pt x="50292" y="214883"/>
                </a:lnTo>
                <a:lnTo>
                  <a:pt x="63174" y="194619"/>
                </a:lnTo>
                <a:lnTo>
                  <a:pt x="72199" y="168211"/>
                </a:lnTo>
                <a:lnTo>
                  <a:pt x="77509" y="135802"/>
                </a:lnTo>
                <a:lnTo>
                  <a:pt x="79248" y="97536"/>
                </a:lnTo>
                <a:lnTo>
                  <a:pt x="100584" y="97536"/>
                </a:lnTo>
                <a:lnTo>
                  <a:pt x="97440" y="139827"/>
                </a:lnTo>
                <a:lnTo>
                  <a:pt x="88011" y="175260"/>
                </a:lnTo>
                <a:lnTo>
                  <a:pt x="72294" y="203835"/>
                </a:lnTo>
                <a:lnTo>
                  <a:pt x="61100" y="214883"/>
                </a:lnTo>
                <a:close/>
              </a:path>
              <a:path w="408940" h="382905">
                <a:moveTo>
                  <a:pt x="198231" y="249936"/>
                </a:moveTo>
                <a:lnTo>
                  <a:pt x="175260" y="249936"/>
                </a:lnTo>
                <a:lnTo>
                  <a:pt x="175260" y="211836"/>
                </a:lnTo>
                <a:lnTo>
                  <a:pt x="150876" y="211836"/>
                </a:lnTo>
                <a:lnTo>
                  <a:pt x="124968" y="97536"/>
                </a:lnTo>
                <a:lnTo>
                  <a:pt x="144780" y="97536"/>
                </a:lnTo>
                <a:lnTo>
                  <a:pt x="144780" y="187452"/>
                </a:lnTo>
                <a:lnTo>
                  <a:pt x="149352" y="193548"/>
                </a:lnTo>
                <a:lnTo>
                  <a:pt x="198148" y="193548"/>
                </a:lnTo>
                <a:lnTo>
                  <a:pt x="198231" y="249936"/>
                </a:lnTo>
                <a:close/>
              </a:path>
              <a:path w="408940" h="382905">
                <a:moveTo>
                  <a:pt x="198148" y="193548"/>
                </a:moveTo>
                <a:lnTo>
                  <a:pt x="175260" y="193548"/>
                </a:lnTo>
                <a:lnTo>
                  <a:pt x="175260" y="97536"/>
                </a:lnTo>
                <a:lnTo>
                  <a:pt x="203345" y="97536"/>
                </a:lnTo>
                <a:lnTo>
                  <a:pt x="198120" y="102108"/>
                </a:lnTo>
                <a:lnTo>
                  <a:pt x="198148" y="193548"/>
                </a:lnTo>
                <a:close/>
              </a:path>
              <a:path w="408940" h="382905">
                <a:moveTo>
                  <a:pt x="198739" y="326136"/>
                </a:moveTo>
                <a:lnTo>
                  <a:pt x="175260" y="326136"/>
                </a:lnTo>
                <a:lnTo>
                  <a:pt x="175260" y="260604"/>
                </a:lnTo>
                <a:lnTo>
                  <a:pt x="198278" y="260604"/>
                </a:lnTo>
                <a:lnTo>
                  <a:pt x="198449" y="299947"/>
                </a:lnTo>
                <a:lnTo>
                  <a:pt x="198739" y="326136"/>
                </a:lnTo>
                <a:close/>
              </a:path>
              <a:path w="408940" h="382905">
                <a:moveTo>
                  <a:pt x="175260" y="381000"/>
                </a:moveTo>
                <a:lnTo>
                  <a:pt x="175260" y="336804"/>
                </a:lnTo>
                <a:lnTo>
                  <a:pt x="198857" y="336804"/>
                </a:lnTo>
                <a:lnTo>
                  <a:pt x="198900" y="340632"/>
                </a:lnTo>
                <a:lnTo>
                  <a:pt x="199644" y="368808"/>
                </a:lnTo>
                <a:lnTo>
                  <a:pt x="175260" y="38100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</a:endParaRPr>
          </a:p>
        </p:txBody>
      </p:sp>
      <p:pic>
        <p:nvPicPr>
          <p:cNvPr id="26" name="object 26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8727614" y="3061715"/>
            <a:ext cx="96345" cy="96012"/>
          </a:xfrm>
          <a:prstGeom prst="rect">
            <a:avLst/>
          </a:prstGeom>
        </p:spPr>
      </p:pic>
      <p:sp>
        <p:nvSpPr>
          <p:cNvPr id="27" name="object 27"/>
          <p:cNvSpPr/>
          <p:nvPr/>
        </p:nvSpPr>
        <p:spPr>
          <a:xfrm>
            <a:off x="1751075" y="3570732"/>
            <a:ext cx="155575" cy="155575"/>
          </a:xfrm>
          <a:custGeom>
            <a:avLst/>
            <a:gdLst/>
            <a:ahLst/>
            <a:cxnLst/>
            <a:rect l="l" t="t" r="r" b="b"/>
            <a:pathLst>
              <a:path w="155575" h="155575">
                <a:moveTo>
                  <a:pt x="155448" y="155448"/>
                </a:moveTo>
                <a:lnTo>
                  <a:pt x="0" y="155448"/>
                </a:lnTo>
                <a:lnTo>
                  <a:pt x="0" y="0"/>
                </a:lnTo>
                <a:lnTo>
                  <a:pt x="155448" y="0"/>
                </a:lnTo>
                <a:lnTo>
                  <a:pt x="155448" y="155448"/>
                </a:lnTo>
                <a:close/>
              </a:path>
            </a:pathLst>
          </a:custGeom>
          <a:solidFill>
            <a:srgbClr val="3333CC"/>
          </a:solidFill>
        </p:spPr>
        <p:txBody>
          <a:bodyPr wrap="square" lIns="0" tIns="0" rIns="0" bIns="0" rtlCol="0"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</a:endParaRPr>
          </a:p>
        </p:txBody>
      </p:sp>
      <p:sp>
        <p:nvSpPr>
          <p:cNvPr id="28" name="object 28"/>
          <p:cNvSpPr/>
          <p:nvPr/>
        </p:nvSpPr>
        <p:spPr>
          <a:xfrm>
            <a:off x="2122932" y="3403091"/>
            <a:ext cx="408940" cy="361315"/>
          </a:xfrm>
          <a:custGeom>
            <a:avLst/>
            <a:gdLst/>
            <a:ahLst/>
            <a:cxnLst/>
            <a:rect l="l" t="t" r="r" b="b"/>
            <a:pathLst>
              <a:path w="408939" h="361314">
                <a:moveTo>
                  <a:pt x="82296" y="80772"/>
                </a:moveTo>
                <a:lnTo>
                  <a:pt x="76200" y="80772"/>
                </a:lnTo>
                <a:lnTo>
                  <a:pt x="73152" y="76200"/>
                </a:lnTo>
                <a:lnTo>
                  <a:pt x="71628" y="65532"/>
                </a:lnTo>
                <a:lnTo>
                  <a:pt x="67937" y="55245"/>
                </a:lnTo>
                <a:lnTo>
                  <a:pt x="61531" y="42672"/>
                </a:lnTo>
                <a:lnTo>
                  <a:pt x="52554" y="27813"/>
                </a:lnTo>
                <a:lnTo>
                  <a:pt x="41148" y="10668"/>
                </a:lnTo>
                <a:lnTo>
                  <a:pt x="44196" y="6096"/>
                </a:lnTo>
                <a:lnTo>
                  <a:pt x="79986" y="29670"/>
                </a:lnTo>
                <a:lnTo>
                  <a:pt x="97797" y="53721"/>
                </a:lnTo>
                <a:lnTo>
                  <a:pt x="97536" y="59436"/>
                </a:lnTo>
                <a:lnTo>
                  <a:pt x="96012" y="67056"/>
                </a:lnTo>
                <a:lnTo>
                  <a:pt x="92964" y="73152"/>
                </a:lnTo>
                <a:lnTo>
                  <a:pt x="83820" y="79248"/>
                </a:lnTo>
                <a:lnTo>
                  <a:pt x="82296" y="80772"/>
                </a:lnTo>
                <a:close/>
              </a:path>
              <a:path w="408939" h="361314">
                <a:moveTo>
                  <a:pt x="149352" y="41148"/>
                </a:moveTo>
                <a:lnTo>
                  <a:pt x="134112" y="25908"/>
                </a:lnTo>
                <a:lnTo>
                  <a:pt x="339852" y="25908"/>
                </a:lnTo>
                <a:lnTo>
                  <a:pt x="367284" y="0"/>
                </a:lnTo>
                <a:lnTo>
                  <a:pt x="400811" y="36576"/>
                </a:lnTo>
                <a:lnTo>
                  <a:pt x="182880" y="36576"/>
                </a:lnTo>
                <a:lnTo>
                  <a:pt x="175712" y="36861"/>
                </a:lnTo>
                <a:lnTo>
                  <a:pt x="167830" y="37719"/>
                </a:lnTo>
                <a:lnTo>
                  <a:pt x="159091" y="39147"/>
                </a:lnTo>
                <a:lnTo>
                  <a:pt x="149352" y="41148"/>
                </a:lnTo>
                <a:close/>
              </a:path>
              <a:path w="408939" h="361314">
                <a:moveTo>
                  <a:pt x="278891" y="345948"/>
                </a:moveTo>
                <a:lnTo>
                  <a:pt x="256031" y="345948"/>
                </a:lnTo>
                <a:lnTo>
                  <a:pt x="256031" y="36576"/>
                </a:lnTo>
                <a:lnTo>
                  <a:pt x="278891" y="36576"/>
                </a:lnTo>
                <a:lnTo>
                  <a:pt x="278891" y="175260"/>
                </a:lnTo>
                <a:lnTo>
                  <a:pt x="379939" y="175260"/>
                </a:lnTo>
                <a:lnTo>
                  <a:pt x="390144" y="185928"/>
                </a:lnTo>
                <a:lnTo>
                  <a:pt x="278891" y="185928"/>
                </a:lnTo>
                <a:lnTo>
                  <a:pt x="278891" y="345948"/>
                </a:lnTo>
                <a:close/>
              </a:path>
              <a:path w="408939" h="361314">
                <a:moveTo>
                  <a:pt x="195072" y="345948"/>
                </a:moveTo>
                <a:lnTo>
                  <a:pt x="172212" y="345948"/>
                </a:lnTo>
                <a:lnTo>
                  <a:pt x="172212" y="115824"/>
                </a:lnTo>
                <a:lnTo>
                  <a:pt x="210312" y="137160"/>
                </a:lnTo>
                <a:lnTo>
                  <a:pt x="195072" y="149352"/>
                </a:lnTo>
                <a:lnTo>
                  <a:pt x="195072" y="345948"/>
                </a:lnTo>
                <a:close/>
              </a:path>
              <a:path w="408939" h="361314">
                <a:moveTo>
                  <a:pt x="16764" y="152400"/>
                </a:moveTo>
                <a:lnTo>
                  <a:pt x="0" y="137160"/>
                </a:lnTo>
                <a:lnTo>
                  <a:pt x="59436" y="137160"/>
                </a:lnTo>
                <a:lnTo>
                  <a:pt x="71628" y="118872"/>
                </a:lnTo>
                <a:lnTo>
                  <a:pt x="102108" y="140208"/>
                </a:lnTo>
                <a:lnTo>
                  <a:pt x="91630" y="147828"/>
                </a:lnTo>
                <a:lnTo>
                  <a:pt x="47244" y="147828"/>
                </a:lnTo>
                <a:lnTo>
                  <a:pt x="40981" y="148113"/>
                </a:lnTo>
                <a:lnTo>
                  <a:pt x="33718" y="148971"/>
                </a:lnTo>
                <a:lnTo>
                  <a:pt x="25598" y="150399"/>
                </a:lnTo>
                <a:lnTo>
                  <a:pt x="16764" y="152400"/>
                </a:lnTo>
                <a:close/>
              </a:path>
              <a:path w="408939" h="361314">
                <a:moveTo>
                  <a:pt x="80772" y="358140"/>
                </a:moveTo>
                <a:lnTo>
                  <a:pt x="56388" y="332231"/>
                </a:lnTo>
                <a:lnTo>
                  <a:pt x="60126" y="326802"/>
                </a:lnTo>
                <a:lnTo>
                  <a:pt x="62293" y="319659"/>
                </a:lnTo>
                <a:lnTo>
                  <a:pt x="63031" y="310800"/>
                </a:lnTo>
                <a:lnTo>
                  <a:pt x="62484" y="300228"/>
                </a:lnTo>
                <a:lnTo>
                  <a:pt x="62484" y="147828"/>
                </a:lnTo>
                <a:lnTo>
                  <a:pt x="91630" y="147828"/>
                </a:lnTo>
                <a:lnTo>
                  <a:pt x="85344" y="152400"/>
                </a:lnTo>
                <a:lnTo>
                  <a:pt x="85344" y="309372"/>
                </a:lnTo>
                <a:lnTo>
                  <a:pt x="110031" y="309372"/>
                </a:lnTo>
                <a:lnTo>
                  <a:pt x="106680" y="313944"/>
                </a:lnTo>
                <a:lnTo>
                  <a:pt x="98988" y="324278"/>
                </a:lnTo>
                <a:lnTo>
                  <a:pt x="92011" y="334899"/>
                </a:lnTo>
                <a:lnTo>
                  <a:pt x="85891" y="346090"/>
                </a:lnTo>
                <a:lnTo>
                  <a:pt x="80772" y="358140"/>
                </a:lnTo>
                <a:close/>
              </a:path>
              <a:path w="408939" h="361314">
                <a:moveTo>
                  <a:pt x="379939" y="175260"/>
                </a:moveTo>
                <a:lnTo>
                  <a:pt x="330708" y="175260"/>
                </a:lnTo>
                <a:lnTo>
                  <a:pt x="356616" y="150876"/>
                </a:lnTo>
                <a:lnTo>
                  <a:pt x="379939" y="175260"/>
                </a:lnTo>
                <a:close/>
              </a:path>
              <a:path w="408939" h="361314">
                <a:moveTo>
                  <a:pt x="110031" y="309372"/>
                </a:moveTo>
                <a:lnTo>
                  <a:pt x="85344" y="309372"/>
                </a:lnTo>
                <a:lnTo>
                  <a:pt x="143256" y="252984"/>
                </a:lnTo>
                <a:lnTo>
                  <a:pt x="147828" y="257556"/>
                </a:lnTo>
                <a:lnTo>
                  <a:pt x="134969" y="274939"/>
                </a:lnTo>
                <a:lnTo>
                  <a:pt x="114395" y="303418"/>
                </a:lnTo>
                <a:lnTo>
                  <a:pt x="110031" y="309372"/>
                </a:lnTo>
                <a:close/>
              </a:path>
              <a:path w="408939" h="361314">
                <a:moveTo>
                  <a:pt x="123444" y="361188"/>
                </a:moveTo>
                <a:lnTo>
                  <a:pt x="108204" y="345948"/>
                </a:lnTo>
                <a:lnTo>
                  <a:pt x="353568" y="345948"/>
                </a:lnTo>
                <a:lnTo>
                  <a:pt x="379476" y="321564"/>
                </a:lnTo>
                <a:lnTo>
                  <a:pt x="408432" y="356616"/>
                </a:lnTo>
                <a:lnTo>
                  <a:pt x="155448" y="356616"/>
                </a:lnTo>
                <a:lnTo>
                  <a:pt x="149161" y="356901"/>
                </a:lnTo>
                <a:lnTo>
                  <a:pt x="141732" y="357759"/>
                </a:lnTo>
                <a:lnTo>
                  <a:pt x="133159" y="359187"/>
                </a:lnTo>
                <a:lnTo>
                  <a:pt x="123444" y="36118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</a:endParaRPr>
          </a:p>
        </p:txBody>
      </p:sp>
      <p:sp>
        <p:nvSpPr>
          <p:cNvPr id="29" name="object 29"/>
          <p:cNvSpPr/>
          <p:nvPr/>
        </p:nvSpPr>
        <p:spPr>
          <a:xfrm>
            <a:off x="2610611" y="3392423"/>
            <a:ext cx="337185" cy="398145"/>
          </a:xfrm>
          <a:custGeom>
            <a:avLst/>
            <a:gdLst/>
            <a:ahLst/>
            <a:cxnLst/>
            <a:rect l="l" t="t" r="r" b="b"/>
            <a:pathLst>
              <a:path w="337185" h="398145">
                <a:moveTo>
                  <a:pt x="62484" y="397763"/>
                </a:moveTo>
                <a:lnTo>
                  <a:pt x="57912" y="393192"/>
                </a:lnTo>
                <a:lnTo>
                  <a:pt x="78486" y="379428"/>
                </a:lnTo>
                <a:lnTo>
                  <a:pt x="96774" y="365378"/>
                </a:lnTo>
                <a:lnTo>
                  <a:pt x="126492" y="335280"/>
                </a:lnTo>
                <a:lnTo>
                  <a:pt x="149542" y="303275"/>
                </a:lnTo>
                <a:lnTo>
                  <a:pt x="169473" y="251507"/>
                </a:lnTo>
                <a:lnTo>
                  <a:pt x="174664" y="195405"/>
                </a:lnTo>
                <a:lnTo>
                  <a:pt x="175260" y="158495"/>
                </a:lnTo>
                <a:lnTo>
                  <a:pt x="176117" y="119372"/>
                </a:lnTo>
                <a:lnTo>
                  <a:pt x="176403" y="79819"/>
                </a:lnTo>
                <a:lnTo>
                  <a:pt x="176117" y="39981"/>
                </a:lnTo>
                <a:lnTo>
                  <a:pt x="175260" y="0"/>
                </a:lnTo>
                <a:lnTo>
                  <a:pt x="199644" y="16763"/>
                </a:lnTo>
                <a:lnTo>
                  <a:pt x="330925" y="16763"/>
                </a:lnTo>
                <a:lnTo>
                  <a:pt x="336804" y="21336"/>
                </a:lnTo>
                <a:lnTo>
                  <a:pt x="327660" y="27431"/>
                </a:lnTo>
                <a:lnTo>
                  <a:pt x="199644" y="27431"/>
                </a:lnTo>
                <a:lnTo>
                  <a:pt x="199644" y="120395"/>
                </a:lnTo>
                <a:lnTo>
                  <a:pt x="323088" y="120395"/>
                </a:lnTo>
                <a:lnTo>
                  <a:pt x="323088" y="129539"/>
                </a:lnTo>
                <a:lnTo>
                  <a:pt x="199644" y="129539"/>
                </a:lnTo>
                <a:lnTo>
                  <a:pt x="199405" y="153019"/>
                </a:lnTo>
                <a:lnTo>
                  <a:pt x="198411" y="195405"/>
                </a:lnTo>
                <a:lnTo>
                  <a:pt x="198341" y="199191"/>
                </a:lnTo>
                <a:lnTo>
                  <a:pt x="198120" y="219455"/>
                </a:lnTo>
                <a:lnTo>
                  <a:pt x="323088" y="219455"/>
                </a:lnTo>
                <a:lnTo>
                  <a:pt x="323088" y="228599"/>
                </a:lnTo>
                <a:lnTo>
                  <a:pt x="198120" y="228599"/>
                </a:lnTo>
                <a:lnTo>
                  <a:pt x="192928" y="258937"/>
                </a:lnTo>
                <a:lnTo>
                  <a:pt x="184023" y="286130"/>
                </a:lnTo>
                <a:lnTo>
                  <a:pt x="153924" y="332232"/>
                </a:lnTo>
                <a:lnTo>
                  <a:pt x="111061" y="368998"/>
                </a:lnTo>
                <a:lnTo>
                  <a:pt x="87701" y="384309"/>
                </a:lnTo>
                <a:lnTo>
                  <a:pt x="62484" y="397763"/>
                </a:lnTo>
                <a:close/>
              </a:path>
              <a:path w="337185" h="398145">
                <a:moveTo>
                  <a:pt x="330925" y="16763"/>
                </a:moveTo>
                <a:lnTo>
                  <a:pt x="295656" y="16763"/>
                </a:lnTo>
                <a:lnTo>
                  <a:pt x="309372" y="0"/>
                </a:lnTo>
                <a:lnTo>
                  <a:pt x="330925" y="16763"/>
                </a:lnTo>
                <a:close/>
              </a:path>
              <a:path w="337185" h="398145">
                <a:moveTo>
                  <a:pt x="127000" y="41147"/>
                </a:moveTo>
                <a:lnTo>
                  <a:pt x="97536" y="41147"/>
                </a:lnTo>
                <a:lnTo>
                  <a:pt x="109728" y="25907"/>
                </a:lnTo>
                <a:lnTo>
                  <a:pt x="127000" y="41147"/>
                </a:lnTo>
                <a:close/>
              </a:path>
              <a:path w="337185" h="398145">
                <a:moveTo>
                  <a:pt x="0" y="294131"/>
                </a:moveTo>
                <a:lnTo>
                  <a:pt x="238" y="266104"/>
                </a:lnTo>
                <a:lnTo>
                  <a:pt x="987" y="219313"/>
                </a:lnTo>
                <a:lnTo>
                  <a:pt x="1285" y="199191"/>
                </a:lnTo>
                <a:lnTo>
                  <a:pt x="1524" y="160019"/>
                </a:lnTo>
                <a:lnTo>
                  <a:pt x="1263" y="119372"/>
                </a:lnTo>
                <a:lnTo>
                  <a:pt x="662" y="79819"/>
                </a:lnTo>
                <a:lnTo>
                  <a:pt x="238" y="54578"/>
                </a:lnTo>
                <a:lnTo>
                  <a:pt x="0" y="27431"/>
                </a:lnTo>
                <a:lnTo>
                  <a:pt x="24384" y="41147"/>
                </a:lnTo>
                <a:lnTo>
                  <a:pt x="127000" y="41147"/>
                </a:lnTo>
                <a:lnTo>
                  <a:pt x="135636" y="48767"/>
                </a:lnTo>
                <a:lnTo>
                  <a:pt x="131717" y="51815"/>
                </a:lnTo>
                <a:lnTo>
                  <a:pt x="24384" y="51815"/>
                </a:lnTo>
                <a:lnTo>
                  <a:pt x="24384" y="137159"/>
                </a:lnTo>
                <a:lnTo>
                  <a:pt x="121920" y="137159"/>
                </a:lnTo>
                <a:lnTo>
                  <a:pt x="121920" y="147827"/>
                </a:lnTo>
                <a:lnTo>
                  <a:pt x="24384" y="147827"/>
                </a:lnTo>
                <a:lnTo>
                  <a:pt x="24384" y="236219"/>
                </a:lnTo>
                <a:lnTo>
                  <a:pt x="122099" y="236219"/>
                </a:lnTo>
                <a:lnTo>
                  <a:pt x="122110" y="237362"/>
                </a:lnTo>
                <a:lnTo>
                  <a:pt x="122394" y="246887"/>
                </a:lnTo>
                <a:lnTo>
                  <a:pt x="24384" y="246887"/>
                </a:lnTo>
                <a:lnTo>
                  <a:pt x="24384" y="281939"/>
                </a:lnTo>
                <a:lnTo>
                  <a:pt x="0" y="294131"/>
                </a:lnTo>
                <a:close/>
              </a:path>
              <a:path w="337185" h="398145">
                <a:moveTo>
                  <a:pt x="323088" y="120395"/>
                </a:moveTo>
                <a:lnTo>
                  <a:pt x="300227" y="120395"/>
                </a:lnTo>
                <a:lnTo>
                  <a:pt x="300227" y="27431"/>
                </a:lnTo>
                <a:lnTo>
                  <a:pt x="327660" y="27431"/>
                </a:lnTo>
                <a:lnTo>
                  <a:pt x="323088" y="30479"/>
                </a:lnTo>
                <a:lnTo>
                  <a:pt x="323088" y="120395"/>
                </a:lnTo>
                <a:close/>
              </a:path>
              <a:path w="337185" h="398145">
                <a:moveTo>
                  <a:pt x="121920" y="137159"/>
                </a:moveTo>
                <a:lnTo>
                  <a:pt x="99060" y="137159"/>
                </a:lnTo>
                <a:lnTo>
                  <a:pt x="99060" y="51815"/>
                </a:lnTo>
                <a:lnTo>
                  <a:pt x="131717" y="51815"/>
                </a:lnTo>
                <a:lnTo>
                  <a:pt x="121920" y="59435"/>
                </a:lnTo>
                <a:lnTo>
                  <a:pt x="121920" y="137159"/>
                </a:lnTo>
                <a:close/>
              </a:path>
              <a:path w="337185" h="398145">
                <a:moveTo>
                  <a:pt x="323088" y="219455"/>
                </a:moveTo>
                <a:lnTo>
                  <a:pt x="300227" y="219455"/>
                </a:lnTo>
                <a:lnTo>
                  <a:pt x="300227" y="129539"/>
                </a:lnTo>
                <a:lnTo>
                  <a:pt x="323088" y="129539"/>
                </a:lnTo>
                <a:lnTo>
                  <a:pt x="323088" y="219455"/>
                </a:lnTo>
                <a:close/>
              </a:path>
              <a:path w="337185" h="398145">
                <a:moveTo>
                  <a:pt x="122099" y="236219"/>
                </a:moveTo>
                <a:lnTo>
                  <a:pt x="99060" y="236219"/>
                </a:lnTo>
                <a:lnTo>
                  <a:pt x="99060" y="147827"/>
                </a:lnTo>
                <a:lnTo>
                  <a:pt x="121920" y="147827"/>
                </a:lnTo>
                <a:lnTo>
                  <a:pt x="122029" y="228599"/>
                </a:lnTo>
                <a:lnTo>
                  <a:pt x="122099" y="236219"/>
                </a:lnTo>
                <a:close/>
              </a:path>
              <a:path w="337185" h="398145">
                <a:moveTo>
                  <a:pt x="322395" y="353568"/>
                </a:moveTo>
                <a:lnTo>
                  <a:pt x="294132" y="353568"/>
                </a:lnTo>
                <a:lnTo>
                  <a:pt x="300227" y="347472"/>
                </a:lnTo>
                <a:lnTo>
                  <a:pt x="300227" y="228599"/>
                </a:lnTo>
                <a:lnTo>
                  <a:pt x="323088" y="228599"/>
                </a:lnTo>
                <a:lnTo>
                  <a:pt x="323088" y="347472"/>
                </a:lnTo>
                <a:lnTo>
                  <a:pt x="322395" y="353568"/>
                </a:lnTo>
                <a:close/>
              </a:path>
              <a:path w="337185" h="398145">
                <a:moveTo>
                  <a:pt x="99060" y="277367"/>
                </a:moveTo>
                <a:lnTo>
                  <a:pt x="99060" y="246887"/>
                </a:lnTo>
                <a:lnTo>
                  <a:pt x="122394" y="246887"/>
                </a:lnTo>
                <a:lnTo>
                  <a:pt x="122562" y="252555"/>
                </a:lnTo>
                <a:lnTo>
                  <a:pt x="123444" y="265175"/>
                </a:lnTo>
                <a:lnTo>
                  <a:pt x="99060" y="277367"/>
                </a:lnTo>
                <a:close/>
              </a:path>
              <a:path w="337185" h="398145">
                <a:moveTo>
                  <a:pt x="283463" y="394715"/>
                </a:moveTo>
                <a:lnTo>
                  <a:pt x="279749" y="382738"/>
                </a:lnTo>
                <a:lnTo>
                  <a:pt x="268605" y="372046"/>
                </a:lnTo>
                <a:lnTo>
                  <a:pt x="250031" y="362783"/>
                </a:lnTo>
                <a:lnTo>
                  <a:pt x="224028" y="355092"/>
                </a:lnTo>
                <a:lnTo>
                  <a:pt x="224028" y="345948"/>
                </a:lnTo>
                <a:lnTo>
                  <a:pt x="244030" y="349710"/>
                </a:lnTo>
                <a:lnTo>
                  <a:pt x="260604" y="352044"/>
                </a:lnTo>
                <a:lnTo>
                  <a:pt x="273748" y="353234"/>
                </a:lnTo>
                <a:lnTo>
                  <a:pt x="283463" y="353568"/>
                </a:lnTo>
                <a:lnTo>
                  <a:pt x="322395" y="353568"/>
                </a:lnTo>
                <a:lnTo>
                  <a:pt x="321397" y="362354"/>
                </a:lnTo>
                <a:lnTo>
                  <a:pt x="314134" y="375094"/>
                </a:lnTo>
                <a:lnTo>
                  <a:pt x="301442" y="385833"/>
                </a:lnTo>
                <a:lnTo>
                  <a:pt x="283463" y="39471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</a:endParaRPr>
          </a:p>
        </p:txBody>
      </p:sp>
      <p:pic>
        <p:nvPicPr>
          <p:cNvPr id="30" name="object 30"/>
          <p:cNvPicPr/>
          <p:nvPr/>
        </p:nvPicPr>
        <p:blipFill>
          <a:blip r:embed="rId4" cstate="print"/>
          <a:stretch>
            <a:fillRect/>
          </a:stretch>
        </p:blipFill>
        <p:spPr>
          <a:xfrm>
            <a:off x="3052524" y="3587496"/>
            <a:ext cx="64055" cy="164592"/>
          </a:xfrm>
          <a:prstGeom prst="rect">
            <a:avLst/>
          </a:prstGeom>
        </p:spPr>
      </p:pic>
      <p:sp>
        <p:nvSpPr>
          <p:cNvPr id="31" name="object 31"/>
          <p:cNvSpPr/>
          <p:nvPr/>
        </p:nvSpPr>
        <p:spPr>
          <a:xfrm>
            <a:off x="3457943" y="3384803"/>
            <a:ext cx="1109980" cy="407034"/>
          </a:xfrm>
          <a:custGeom>
            <a:avLst/>
            <a:gdLst/>
            <a:ahLst/>
            <a:cxnLst/>
            <a:rect l="l" t="t" r="r" b="b"/>
            <a:pathLst>
              <a:path w="1109979" h="407035">
                <a:moveTo>
                  <a:pt x="124968" y="21336"/>
                </a:moveTo>
                <a:lnTo>
                  <a:pt x="89916" y="0"/>
                </a:lnTo>
                <a:lnTo>
                  <a:pt x="85636" y="19748"/>
                </a:lnTo>
                <a:lnTo>
                  <a:pt x="79629" y="42481"/>
                </a:lnTo>
                <a:lnTo>
                  <a:pt x="62484" y="97536"/>
                </a:lnTo>
                <a:lnTo>
                  <a:pt x="35814" y="160591"/>
                </a:lnTo>
                <a:lnTo>
                  <a:pt x="0" y="222504"/>
                </a:lnTo>
                <a:lnTo>
                  <a:pt x="3048" y="228612"/>
                </a:lnTo>
                <a:lnTo>
                  <a:pt x="18770" y="210845"/>
                </a:lnTo>
                <a:lnTo>
                  <a:pt x="33909" y="191655"/>
                </a:lnTo>
                <a:lnTo>
                  <a:pt x="48488" y="170738"/>
                </a:lnTo>
                <a:lnTo>
                  <a:pt x="62484" y="147840"/>
                </a:lnTo>
                <a:lnTo>
                  <a:pt x="62407" y="324853"/>
                </a:lnTo>
                <a:lnTo>
                  <a:pt x="62293" y="339864"/>
                </a:lnTo>
                <a:lnTo>
                  <a:pt x="61849" y="370103"/>
                </a:lnTo>
                <a:lnTo>
                  <a:pt x="60960" y="406920"/>
                </a:lnTo>
                <a:lnTo>
                  <a:pt x="86868" y="394728"/>
                </a:lnTo>
                <a:lnTo>
                  <a:pt x="85991" y="371627"/>
                </a:lnTo>
                <a:lnTo>
                  <a:pt x="85534" y="348246"/>
                </a:lnTo>
                <a:lnTo>
                  <a:pt x="85369" y="324853"/>
                </a:lnTo>
                <a:lnTo>
                  <a:pt x="85344" y="147840"/>
                </a:lnTo>
                <a:lnTo>
                  <a:pt x="85344" y="134112"/>
                </a:lnTo>
                <a:lnTo>
                  <a:pt x="97536" y="123444"/>
                </a:lnTo>
                <a:lnTo>
                  <a:pt x="77724" y="115824"/>
                </a:lnTo>
                <a:lnTo>
                  <a:pt x="88087" y="89230"/>
                </a:lnTo>
                <a:lnTo>
                  <a:pt x="96583" y="66484"/>
                </a:lnTo>
                <a:lnTo>
                  <a:pt x="103657" y="47459"/>
                </a:lnTo>
                <a:lnTo>
                  <a:pt x="109728" y="32004"/>
                </a:lnTo>
                <a:lnTo>
                  <a:pt x="124968" y="21336"/>
                </a:lnTo>
                <a:close/>
              </a:path>
              <a:path w="1109979" h="407035">
                <a:moveTo>
                  <a:pt x="262128" y="33528"/>
                </a:moveTo>
                <a:lnTo>
                  <a:pt x="256908" y="28956"/>
                </a:lnTo>
                <a:lnTo>
                  <a:pt x="237744" y="12204"/>
                </a:lnTo>
                <a:lnTo>
                  <a:pt x="224028" y="27292"/>
                </a:lnTo>
                <a:lnTo>
                  <a:pt x="224028" y="38100"/>
                </a:lnTo>
                <a:lnTo>
                  <a:pt x="224028" y="120396"/>
                </a:lnTo>
                <a:lnTo>
                  <a:pt x="156972" y="120396"/>
                </a:lnTo>
                <a:lnTo>
                  <a:pt x="156972" y="38100"/>
                </a:lnTo>
                <a:lnTo>
                  <a:pt x="224028" y="38100"/>
                </a:lnTo>
                <a:lnTo>
                  <a:pt x="224028" y="27292"/>
                </a:lnTo>
                <a:lnTo>
                  <a:pt x="222504" y="28956"/>
                </a:lnTo>
                <a:lnTo>
                  <a:pt x="156972" y="28956"/>
                </a:lnTo>
                <a:lnTo>
                  <a:pt x="132588" y="12204"/>
                </a:lnTo>
                <a:lnTo>
                  <a:pt x="133464" y="44208"/>
                </a:lnTo>
                <a:lnTo>
                  <a:pt x="133921" y="70866"/>
                </a:lnTo>
                <a:lnTo>
                  <a:pt x="134099" y="91490"/>
                </a:lnTo>
                <a:lnTo>
                  <a:pt x="134035" y="320052"/>
                </a:lnTo>
                <a:lnTo>
                  <a:pt x="133921" y="335292"/>
                </a:lnTo>
                <a:lnTo>
                  <a:pt x="133477" y="365582"/>
                </a:lnTo>
                <a:lnTo>
                  <a:pt x="132588" y="403872"/>
                </a:lnTo>
                <a:lnTo>
                  <a:pt x="156972" y="391680"/>
                </a:lnTo>
                <a:lnTo>
                  <a:pt x="156972" y="285000"/>
                </a:lnTo>
                <a:lnTo>
                  <a:pt x="246888" y="285000"/>
                </a:lnTo>
                <a:lnTo>
                  <a:pt x="237744" y="275856"/>
                </a:lnTo>
                <a:lnTo>
                  <a:pt x="220980" y="259092"/>
                </a:lnTo>
                <a:lnTo>
                  <a:pt x="205740" y="275856"/>
                </a:lnTo>
                <a:lnTo>
                  <a:pt x="156972" y="275856"/>
                </a:lnTo>
                <a:lnTo>
                  <a:pt x="156972" y="205752"/>
                </a:lnTo>
                <a:lnTo>
                  <a:pt x="237744" y="205752"/>
                </a:lnTo>
                <a:lnTo>
                  <a:pt x="227076" y="195084"/>
                </a:lnTo>
                <a:lnTo>
                  <a:pt x="211836" y="179832"/>
                </a:lnTo>
                <a:lnTo>
                  <a:pt x="196596" y="195084"/>
                </a:lnTo>
                <a:lnTo>
                  <a:pt x="156972" y="195084"/>
                </a:lnTo>
                <a:lnTo>
                  <a:pt x="156972" y="131076"/>
                </a:lnTo>
                <a:lnTo>
                  <a:pt x="224028" y="131076"/>
                </a:lnTo>
                <a:lnTo>
                  <a:pt x="224028" y="147840"/>
                </a:lnTo>
                <a:lnTo>
                  <a:pt x="248412" y="135636"/>
                </a:lnTo>
                <a:lnTo>
                  <a:pt x="247853" y="131076"/>
                </a:lnTo>
                <a:lnTo>
                  <a:pt x="247535" y="128524"/>
                </a:lnTo>
                <a:lnTo>
                  <a:pt x="247078" y="120967"/>
                </a:lnTo>
                <a:lnTo>
                  <a:pt x="247078" y="120396"/>
                </a:lnTo>
                <a:lnTo>
                  <a:pt x="246913" y="113144"/>
                </a:lnTo>
                <a:lnTo>
                  <a:pt x="246888" y="44208"/>
                </a:lnTo>
                <a:lnTo>
                  <a:pt x="255600" y="38100"/>
                </a:lnTo>
                <a:lnTo>
                  <a:pt x="262128" y="33528"/>
                </a:lnTo>
                <a:close/>
              </a:path>
              <a:path w="1109979" h="407035">
                <a:moveTo>
                  <a:pt x="391668" y="35052"/>
                </a:moveTo>
                <a:lnTo>
                  <a:pt x="367284" y="12204"/>
                </a:lnTo>
                <a:lnTo>
                  <a:pt x="352044" y="28956"/>
                </a:lnTo>
                <a:lnTo>
                  <a:pt x="269748" y="28956"/>
                </a:lnTo>
                <a:lnTo>
                  <a:pt x="284988" y="44208"/>
                </a:lnTo>
                <a:lnTo>
                  <a:pt x="312420" y="38100"/>
                </a:lnTo>
                <a:lnTo>
                  <a:pt x="353568" y="38100"/>
                </a:lnTo>
                <a:lnTo>
                  <a:pt x="353568" y="120396"/>
                </a:lnTo>
                <a:lnTo>
                  <a:pt x="266700" y="120396"/>
                </a:lnTo>
                <a:lnTo>
                  <a:pt x="280416" y="134112"/>
                </a:lnTo>
                <a:lnTo>
                  <a:pt x="306324" y="131076"/>
                </a:lnTo>
                <a:lnTo>
                  <a:pt x="353568" y="131076"/>
                </a:lnTo>
                <a:lnTo>
                  <a:pt x="353568" y="149364"/>
                </a:lnTo>
                <a:lnTo>
                  <a:pt x="377952" y="140208"/>
                </a:lnTo>
                <a:lnTo>
                  <a:pt x="374904" y="45732"/>
                </a:lnTo>
                <a:lnTo>
                  <a:pt x="386880" y="38100"/>
                </a:lnTo>
                <a:lnTo>
                  <a:pt x="391668" y="35052"/>
                </a:lnTo>
                <a:close/>
              </a:path>
              <a:path w="1109979" h="407035">
                <a:moveTo>
                  <a:pt x="409956" y="376440"/>
                </a:moveTo>
                <a:lnTo>
                  <a:pt x="384581" y="367626"/>
                </a:lnTo>
                <a:lnTo>
                  <a:pt x="361188" y="355104"/>
                </a:lnTo>
                <a:lnTo>
                  <a:pt x="340093" y="339140"/>
                </a:lnTo>
                <a:lnTo>
                  <a:pt x="336359" y="335292"/>
                </a:lnTo>
                <a:lnTo>
                  <a:pt x="321564" y="320052"/>
                </a:lnTo>
                <a:lnTo>
                  <a:pt x="331838" y="303288"/>
                </a:lnTo>
                <a:lnTo>
                  <a:pt x="335241" y="297738"/>
                </a:lnTo>
                <a:lnTo>
                  <a:pt x="348615" y="271856"/>
                </a:lnTo>
                <a:lnTo>
                  <a:pt x="361429" y="242252"/>
                </a:lnTo>
                <a:lnTo>
                  <a:pt x="373380" y="208800"/>
                </a:lnTo>
                <a:lnTo>
                  <a:pt x="382968" y="202692"/>
                </a:lnTo>
                <a:lnTo>
                  <a:pt x="390144" y="198132"/>
                </a:lnTo>
                <a:lnTo>
                  <a:pt x="365760" y="176784"/>
                </a:lnTo>
                <a:lnTo>
                  <a:pt x="352044" y="189268"/>
                </a:lnTo>
                <a:lnTo>
                  <a:pt x="352044" y="202692"/>
                </a:lnTo>
                <a:lnTo>
                  <a:pt x="343458" y="228053"/>
                </a:lnTo>
                <a:lnTo>
                  <a:pt x="333565" y="253568"/>
                </a:lnTo>
                <a:lnTo>
                  <a:pt x="322262" y="278777"/>
                </a:lnTo>
                <a:lnTo>
                  <a:pt x="309372" y="303288"/>
                </a:lnTo>
                <a:lnTo>
                  <a:pt x="297611" y="283286"/>
                </a:lnTo>
                <a:lnTo>
                  <a:pt x="287274" y="259854"/>
                </a:lnTo>
                <a:lnTo>
                  <a:pt x="278091" y="232994"/>
                </a:lnTo>
                <a:lnTo>
                  <a:pt x="269748" y="202692"/>
                </a:lnTo>
                <a:lnTo>
                  <a:pt x="352044" y="202692"/>
                </a:lnTo>
                <a:lnTo>
                  <a:pt x="352044" y="189268"/>
                </a:lnTo>
                <a:lnTo>
                  <a:pt x="348996" y="192036"/>
                </a:lnTo>
                <a:lnTo>
                  <a:pt x="240792" y="192036"/>
                </a:lnTo>
                <a:lnTo>
                  <a:pt x="254508" y="205752"/>
                </a:lnTo>
                <a:lnTo>
                  <a:pt x="260604" y="202692"/>
                </a:lnTo>
                <a:lnTo>
                  <a:pt x="268033" y="234962"/>
                </a:lnTo>
                <a:lnTo>
                  <a:pt x="276606" y="265379"/>
                </a:lnTo>
                <a:lnTo>
                  <a:pt x="286321" y="293776"/>
                </a:lnTo>
                <a:lnTo>
                  <a:pt x="297180" y="320052"/>
                </a:lnTo>
                <a:lnTo>
                  <a:pt x="272630" y="344601"/>
                </a:lnTo>
                <a:lnTo>
                  <a:pt x="244792" y="365582"/>
                </a:lnTo>
                <a:lnTo>
                  <a:pt x="213817" y="382841"/>
                </a:lnTo>
                <a:lnTo>
                  <a:pt x="179832" y="396252"/>
                </a:lnTo>
                <a:lnTo>
                  <a:pt x="182880" y="403872"/>
                </a:lnTo>
                <a:lnTo>
                  <a:pt x="220865" y="391007"/>
                </a:lnTo>
                <a:lnTo>
                  <a:pt x="254698" y="375297"/>
                </a:lnTo>
                <a:lnTo>
                  <a:pt x="284251" y="356717"/>
                </a:lnTo>
                <a:lnTo>
                  <a:pt x="309372" y="335292"/>
                </a:lnTo>
                <a:lnTo>
                  <a:pt x="324827" y="354723"/>
                </a:lnTo>
                <a:lnTo>
                  <a:pt x="341566" y="371868"/>
                </a:lnTo>
                <a:lnTo>
                  <a:pt x="359740" y="386727"/>
                </a:lnTo>
                <a:lnTo>
                  <a:pt x="379476" y="399300"/>
                </a:lnTo>
                <a:lnTo>
                  <a:pt x="384670" y="392150"/>
                </a:lnTo>
                <a:lnTo>
                  <a:pt x="391287" y="386727"/>
                </a:lnTo>
                <a:lnTo>
                  <a:pt x="399630" y="383006"/>
                </a:lnTo>
                <a:lnTo>
                  <a:pt x="409956" y="381012"/>
                </a:lnTo>
                <a:lnTo>
                  <a:pt x="409956" y="376440"/>
                </a:lnTo>
                <a:close/>
              </a:path>
              <a:path w="1109979" h="407035">
                <a:moveTo>
                  <a:pt x="553288" y="53492"/>
                </a:moveTo>
                <a:lnTo>
                  <a:pt x="528256" y="21717"/>
                </a:lnTo>
                <a:lnTo>
                  <a:pt x="504444" y="6096"/>
                </a:lnTo>
                <a:lnTo>
                  <a:pt x="498348" y="9144"/>
                </a:lnTo>
                <a:lnTo>
                  <a:pt x="508431" y="25488"/>
                </a:lnTo>
                <a:lnTo>
                  <a:pt x="516064" y="40386"/>
                </a:lnTo>
                <a:lnTo>
                  <a:pt x="521716" y="54152"/>
                </a:lnTo>
                <a:lnTo>
                  <a:pt x="525780" y="67056"/>
                </a:lnTo>
                <a:lnTo>
                  <a:pt x="527304" y="77724"/>
                </a:lnTo>
                <a:lnTo>
                  <a:pt x="530352" y="83820"/>
                </a:lnTo>
                <a:lnTo>
                  <a:pt x="536448" y="83820"/>
                </a:lnTo>
                <a:lnTo>
                  <a:pt x="539496" y="82296"/>
                </a:lnTo>
                <a:lnTo>
                  <a:pt x="545592" y="77724"/>
                </a:lnTo>
                <a:lnTo>
                  <a:pt x="550164" y="71628"/>
                </a:lnTo>
                <a:lnTo>
                  <a:pt x="553212" y="65532"/>
                </a:lnTo>
                <a:lnTo>
                  <a:pt x="553288" y="53492"/>
                </a:lnTo>
                <a:close/>
              </a:path>
              <a:path w="1109979" h="407035">
                <a:moveTo>
                  <a:pt x="618744" y="260604"/>
                </a:moveTo>
                <a:lnTo>
                  <a:pt x="614172" y="256032"/>
                </a:lnTo>
                <a:lnTo>
                  <a:pt x="547116" y="315468"/>
                </a:lnTo>
                <a:lnTo>
                  <a:pt x="547116" y="161544"/>
                </a:lnTo>
                <a:lnTo>
                  <a:pt x="556260" y="155448"/>
                </a:lnTo>
                <a:lnTo>
                  <a:pt x="565404" y="149352"/>
                </a:lnTo>
                <a:lnTo>
                  <a:pt x="533400" y="128016"/>
                </a:lnTo>
                <a:lnTo>
                  <a:pt x="521208" y="144780"/>
                </a:lnTo>
                <a:lnTo>
                  <a:pt x="452628" y="144780"/>
                </a:lnTo>
                <a:lnTo>
                  <a:pt x="467868" y="160020"/>
                </a:lnTo>
                <a:lnTo>
                  <a:pt x="476973" y="158026"/>
                </a:lnTo>
                <a:lnTo>
                  <a:pt x="485775" y="156591"/>
                </a:lnTo>
                <a:lnTo>
                  <a:pt x="494017" y="155740"/>
                </a:lnTo>
                <a:lnTo>
                  <a:pt x="501396" y="155448"/>
                </a:lnTo>
                <a:lnTo>
                  <a:pt x="522732" y="155448"/>
                </a:lnTo>
                <a:lnTo>
                  <a:pt x="522808" y="316992"/>
                </a:lnTo>
                <a:lnTo>
                  <a:pt x="523049" y="322072"/>
                </a:lnTo>
                <a:lnTo>
                  <a:pt x="521779" y="328231"/>
                </a:lnTo>
                <a:lnTo>
                  <a:pt x="519099" y="334124"/>
                </a:lnTo>
                <a:lnTo>
                  <a:pt x="515112" y="339852"/>
                </a:lnTo>
                <a:lnTo>
                  <a:pt x="541020" y="364236"/>
                </a:lnTo>
                <a:lnTo>
                  <a:pt x="564172" y="329311"/>
                </a:lnTo>
                <a:lnTo>
                  <a:pt x="574179" y="315468"/>
                </a:lnTo>
                <a:lnTo>
                  <a:pt x="582739" y="304114"/>
                </a:lnTo>
                <a:lnTo>
                  <a:pt x="593598" y="290512"/>
                </a:lnTo>
                <a:lnTo>
                  <a:pt x="605599" y="276059"/>
                </a:lnTo>
                <a:lnTo>
                  <a:pt x="618744" y="260604"/>
                </a:lnTo>
                <a:close/>
              </a:path>
              <a:path w="1109979" h="407035">
                <a:moveTo>
                  <a:pt x="847344" y="140208"/>
                </a:moveTo>
                <a:lnTo>
                  <a:pt x="841248" y="128016"/>
                </a:lnTo>
                <a:lnTo>
                  <a:pt x="838200" y="121920"/>
                </a:lnTo>
                <a:lnTo>
                  <a:pt x="830580" y="120396"/>
                </a:lnTo>
                <a:lnTo>
                  <a:pt x="819912" y="121920"/>
                </a:lnTo>
                <a:lnTo>
                  <a:pt x="811631" y="124167"/>
                </a:lnTo>
                <a:lnTo>
                  <a:pt x="802767" y="126111"/>
                </a:lnTo>
                <a:lnTo>
                  <a:pt x="793343" y="127495"/>
                </a:lnTo>
                <a:lnTo>
                  <a:pt x="783336" y="128016"/>
                </a:lnTo>
                <a:lnTo>
                  <a:pt x="775335" y="126873"/>
                </a:lnTo>
                <a:lnTo>
                  <a:pt x="769620" y="123444"/>
                </a:lnTo>
                <a:lnTo>
                  <a:pt x="766191" y="117729"/>
                </a:lnTo>
                <a:lnTo>
                  <a:pt x="765048" y="109728"/>
                </a:lnTo>
                <a:lnTo>
                  <a:pt x="765048" y="38100"/>
                </a:lnTo>
                <a:lnTo>
                  <a:pt x="771906" y="33528"/>
                </a:lnTo>
                <a:lnTo>
                  <a:pt x="778764" y="28956"/>
                </a:lnTo>
                <a:lnTo>
                  <a:pt x="771042" y="22860"/>
                </a:lnTo>
                <a:lnTo>
                  <a:pt x="749808" y="6096"/>
                </a:lnTo>
                <a:lnTo>
                  <a:pt x="737616" y="22860"/>
                </a:lnTo>
                <a:lnTo>
                  <a:pt x="662940" y="22860"/>
                </a:lnTo>
                <a:lnTo>
                  <a:pt x="633984" y="9144"/>
                </a:lnTo>
                <a:lnTo>
                  <a:pt x="635114" y="21488"/>
                </a:lnTo>
                <a:lnTo>
                  <a:pt x="636079" y="33528"/>
                </a:lnTo>
                <a:lnTo>
                  <a:pt x="636778" y="45580"/>
                </a:lnTo>
                <a:lnTo>
                  <a:pt x="637032" y="57912"/>
                </a:lnTo>
                <a:lnTo>
                  <a:pt x="636231" y="70802"/>
                </a:lnTo>
                <a:lnTo>
                  <a:pt x="626364" y="114300"/>
                </a:lnTo>
                <a:lnTo>
                  <a:pt x="605790" y="149542"/>
                </a:lnTo>
                <a:lnTo>
                  <a:pt x="562356" y="190500"/>
                </a:lnTo>
                <a:lnTo>
                  <a:pt x="565404" y="195072"/>
                </a:lnTo>
                <a:lnTo>
                  <a:pt x="615315" y="162687"/>
                </a:lnTo>
                <a:lnTo>
                  <a:pt x="644652" y="128016"/>
                </a:lnTo>
                <a:lnTo>
                  <a:pt x="658939" y="87058"/>
                </a:lnTo>
                <a:lnTo>
                  <a:pt x="662940" y="33528"/>
                </a:lnTo>
                <a:lnTo>
                  <a:pt x="739140" y="33528"/>
                </a:lnTo>
                <a:lnTo>
                  <a:pt x="739140" y="120396"/>
                </a:lnTo>
                <a:lnTo>
                  <a:pt x="740244" y="132397"/>
                </a:lnTo>
                <a:lnTo>
                  <a:pt x="745617" y="140970"/>
                </a:lnTo>
                <a:lnTo>
                  <a:pt x="755002" y="146113"/>
                </a:lnTo>
                <a:lnTo>
                  <a:pt x="768096" y="147828"/>
                </a:lnTo>
                <a:lnTo>
                  <a:pt x="842772" y="147828"/>
                </a:lnTo>
                <a:lnTo>
                  <a:pt x="845820" y="146304"/>
                </a:lnTo>
                <a:lnTo>
                  <a:pt x="847344" y="144780"/>
                </a:lnTo>
                <a:lnTo>
                  <a:pt x="847344" y="140208"/>
                </a:lnTo>
                <a:close/>
              </a:path>
              <a:path w="1109979" h="407035">
                <a:moveTo>
                  <a:pt x="851916" y="362712"/>
                </a:moveTo>
                <a:lnTo>
                  <a:pt x="815009" y="356412"/>
                </a:lnTo>
                <a:lnTo>
                  <a:pt x="781812" y="346519"/>
                </a:lnTo>
                <a:lnTo>
                  <a:pt x="752055" y="332930"/>
                </a:lnTo>
                <a:lnTo>
                  <a:pt x="746353" y="329184"/>
                </a:lnTo>
                <a:lnTo>
                  <a:pt x="725424" y="315468"/>
                </a:lnTo>
                <a:lnTo>
                  <a:pt x="758952" y="262509"/>
                </a:lnTo>
                <a:lnTo>
                  <a:pt x="787908" y="198120"/>
                </a:lnTo>
                <a:lnTo>
                  <a:pt x="804672" y="190500"/>
                </a:lnTo>
                <a:lnTo>
                  <a:pt x="774192" y="161544"/>
                </a:lnTo>
                <a:lnTo>
                  <a:pt x="762000" y="177800"/>
                </a:lnTo>
                <a:lnTo>
                  <a:pt x="762000" y="190500"/>
                </a:lnTo>
                <a:lnTo>
                  <a:pt x="750862" y="221957"/>
                </a:lnTo>
                <a:lnTo>
                  <a:pt x="737997" y="250126"/>
                </a:lnTo>
                <a:lnTo>
                  <a:pt x="723430" y="275158"/>
                </a:lnTo>
                <a:lnTo>
                  <a:pt x="707136" y="297180"/>
                </a:lnTo>
                <a:lnTo>
                  <a:pt x="692353" y="279234"/>
                </a:lnTo>
                <a:lnTo>
                  <a:pt x="677989" y="255270"/>
                </a:lnTo>
                <a:lnTo>
                  <a:pt x="664489" y="225602"/>
                </a:lnTo>
                <a:lnTo>
                  <a:pt x="652272" y="190500"/>
                </a:lnTo>
                <a:lnTo>
                  <a:pt x="762000" y="190500"/>
                </a:lnTo>
                <a:lnTo>
                  <a:pt x="762000" y="177800"/>
                </a:lnTo>
                <a:lnTo>
                  <a:pt x="760476" y="179832"/>
                </a:lnTo>
                <a:lnTo>
                  <a:pt x="605028" y="179832"/>
                </a:lnTo>
                <a:lnTo>
                  <a:pt x="618744" y="193548"/>
                </a:lnTo>
                <a:lnTo>
                  <a:pt x="633984" y="190500"/>
                </a:lnTo>
                <a:lnTo>
                  <a:pt x="643128" y="190500"/>
                </a:lnTo>
                <a:lnTo>
                  <a:pt x="650544" y="223037"/>
                </a:lnTo>
                <a:lnTo>
                  <a:pt x="661225" y="254127"/>
                </a:lnTo>
                <a:lnTo>
                  <a:pt x="675068" y="283514"/>
                </a:lnTo>
                <a:lnTo>
                  <a:pt x="691896" y="310896"/>
                </a:lnTo>
                <a:lnTo>
                  <a:pt x="665022" y="336029"/>
                </a:lnTo>
                <a:lnTo>
                  <a:pt x="629983" y="358711"/>
                </a:lnTo>
                <a:lnTo>
                  <a:pt x="586676" y="378841"/>
                </a:lnTo>
                <a:lnTo>
                  <a:pt x="534924" y="396240"/>
                </a:lnTo>
                <a:lnTo>
                  <a:pt x="537972" y="402336"/>
                </a:lnTo>
                <a:lnTo>
                  <a:pt x="585647" y="392620"/>
                </a:lnTo>
                <a:lnTo>
                  <a:pt x="630174" y="377190"/>
                </a:lnTo>
                <a:lnTo>
                  <a:pt x="671283" y="356044"/>
                </a:lnTo>
                <a:lnTo>
                  <a:pt x="708660" y="329184"/>
                </a:lnTo>
                <a:lnTo>
                  <a:pt x="732409" y="349478"/>
                </a:lnTo>
                <a:lnTo>
                  <a:pt x="757999" y="366903"/>
                </a:lnTo>
                <a:lnTo>
                  <a:pt x="785609" y="381482"/>
                </a:lnTo>
                <a:lnTo>
                  <a:pt x="815340" y="393192"/>
                </a:lnTo>
                <a:lnTo>
                  <a:pt x="818489" y="384860"/>
                </a:lnTo>
                <a:lnTo>
                  <a:pt x="825627" y="377952"/>
                </a:lnTo>
                <a:lnTo>
                  <a:pt x="836777" y="372198"/>
                </a:lnTo>
                <a:lnTo>
                  <a:pt x="851916" y="367284"/>
                </a:lnTo>
                <a:lnTo>
                  <a:pt x="851916" y="362712"/>
                </a:lnTo>
                <a:close/>
              </a:path>
              <a:path w="1109979" h="407035">
                <a:moveTo>
                  <a:pt x="1109472" y="268236"/>
                </a:moveTo>
                <a:lnTo>
                  <a:pt x="1101115" y="228803"/>
                </a:lnTo>
                <a:lnTo>
                  <a:pt x="1074991" y="199656"/>
                </a:lnTo>
                <a:lnTo>
                  <a:pt x="1038974" y="184531"/>
                </a:lnTo>
                <a:lnTo>
                  <a:pt x="1003731" y="176034"/>
                </a:lnTo>
                <a:lnTo>
                  <a:pt x="994981" y="173748"/>
                </a:lnTo>
                <a:lnTo>
                  <a:pt x="987107" y="171462"/>
                </a:lnTo>
                <a:lnTo>
                  <a:pt x="979932" y="169176"/>
                </a:lnTo>
                <a:lnTo>
                  <a:pt x="970216" y="166331"/>
                </a:lnTo>
                <a:lnTo>
                  <a:pt x="939736" y="137363"/>
                </a:lnTo>
                <a:lnTo>
                  <a:pt x="937260" y="118884"/>
                </a:lnTo>
                <a:lnTo>
                  <a:pt x="938403" y="108026"/>
                </a:lnTo>
                <a:lnTo>
                  <a:pt x="965530" y="76301"/>
                </a:lnTo>
                <a:lnTo>
                  <a:pt x="1004316" y="68580"/>
                </a:lnTo>
                <a:lnTo>
                  <a:pt x="1017752" y="69176"/>
                </a:lnTo>
                <a:lnTo>
                  <a:pt x="1066380" y="84353"/>
                </a:lnTo>
                <a:lnTo>
                  <a:pt x="1094232" y="103644"/>
                </a:lnTo>
                <a:lnTo>
                  <a:pt x="1097280" y="103644"/>
                </a:lnTo>
                <a:lnTo>
                  <a:pt x="1097280" y="51828"/>
                </a:lnTo>
                <a:lnTo>
                  <a:pt x="1086739" y="47294"/>
                </a:lnTo>
                <a:lnTo>
                  <a:pt x="1040498" y="33705"/>
                </a:lnTo>
                <a:lnTo>
                  <a:pt x="1001268" y="30480"/>
                </a:lnTo>
                <a:lnTo>
                  <a:pt x="978408" y="32194"/>
                </a:lnTo>
                <a:lnTo>
                  <a:pt x="939546" y="45910"/>
                </a:lnTo>
                <a:lnTo>
                  <a:pt x="909789" y="71589"/>
                </a:lnTo>
                <a:lnTo>
                  <a:pt x="893064" y="123444"/>
                </a:lnTo>
                <a:lnTo>
                  <a:pt x="893356" y="132549"/>
                </a:lnTo>
                <a:lnTo>
                  <a:pt x="904684" y="170319"/>
                </a:lnTo>
                <a:lnTo>
                  <a:pt x="937260" y="199644"/>
                </a:lnTo>
                <a:lnTo>
                  <a:pt x="991958" y="216535"/>
                </a:lnTo>
                <a:lnTo>
                  <a:pt x="1004227" y="219341"/>
                </a:lnTo>
                <a:lnTo>
                  <a:pt x="1035354" y="228422"/>
                </a:lnTo>
                <a:lnTo>
                  <a:pt x="1062990" y="257378"/>
                </a:lnTo>
                <a:lnTo>
                  <a:pt x="1065276" y="274332"/>
                </a:lnTo>
                <a:lnTo>
                  <a:pt x="1064133" y="286308"/>
                </a:lnTo>
                <a:lnTo>
                  <a:pt x="1036726" y="320827"/>
                </a:lnTo>
                <a:lnTo>
                  <a:pt x="993648" y="329196"/>
                </a:lnTo>
                <a:lnTo>
                  <a:pt x="980846" y="328383"/>
                </a:lnTo>
                <a:lnTo>
                  <a:pt x="941832" y="318528"/>
                </a:lnTo>
                <a:lnTo>
                  <a:pt x="903909" y="296240"/>
                </a:lnTo>
                <a:lnTo>
                  <a:pt x="893064" y="286524"/>
                </a:lnTo>
                <a:lnTo>
                  <a:pt x="890016" y="286524"/>
                </a:lnTo>
                <a:lnTo>
                  <a:pt x="890016" y="341388"/>
                </a:lnTo>
                <a:lnTo>
                  <a:pt x="913066" y="350342"/>
                </a:lnTo>
                <a:lnTo>
                  <a:pt x="949553" y="361911"/>
                </a:lnTo>
                <a:lnTo>
                  <a:pt x="996696" y="365772"/>
                </a:lnTo>
                <a:lnTo>
                  <a:pt x="1010970" y="365429"/>
                </a:lnTo>
                <a:lnTo>
                  <a:pt x="1055230" y="354164"/>
                </a:lnTo>
                <a:lnTo>
                  <a:pt x="1087069" y="329882"/>
                </a:lnTo>
                <a:lnTo>
                  <a:pt x="1105623" y="295668"/>
                </a:lnTo>
                <a:lnTo>
                  <a:pt x="1109141" y="277380"/>
                </a:lnTo>
                <a:lnTo>
                  <a:pt x="1109472" y="26823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</a:endParaRPr>
          </a:p>
        </p:txBody>
      </p:sp>
      <p:sp>
        <p:nvSpPr>
          <p:cNvPr id="32" name="object 32"/>
          <p:cNvSpPr/>
          <p:nvPr/>
        </p:nvSpPr>
        <p:spPr>
          <a:xfrm>
            <a:off x="4637532" y="3380232"/>
            <a:ext cx="338455" cy="408940"/>
          </a:xfrm>
          <a:custGeom>
            <a:avLst/>
            <a:gdLst/>
            <a:ahLst/>
            <a:cxnLst/>
            <a:rect l="l" t="t" r="r" b="b"/>
            <a:pathLst>
              <a:path w="338454" h="408939">
                <a:moveTo>
                  <a:pt x="172212" y="102108"/>
                </a:moveTo>
                <a:lnTo>
                  <a:pt x="146304" y="102108"/>
                </a:lnTo>
                <a:lnTo>
                  <a:pt x="146280" y="70723"/>
                </a:lnTo>
                <a:lnTo>
                  <a:pt x="146113" y="43053"/>
                </a:lnTo>
                <a:lnTo>
                  <a:pt x="145661" y="19383"/>
                </a:lnTo>
                <a:lnTo>
                  <a:pt x="144780" y="0"/>
                </a:lnTo>
                <a:lnTo>
                  <a:pt x="185928" y="18288"/>
                </a:lnTo>
                <a:lnTo>
                  <a:pt x="172212" y="33528"/>
                </a:lnTo>
                <a:lnTo>
                  <a:pt x="172212" y="102108"/>
                </a:lnTo>
                <a:close/>
              </a:path>
              <a:path w="338454" h="408939">
                <a:moveTo>
                  <a:pt x="336150" y="102108"/>
                </a:moveTo>
                <a:lnTo>
                  <a:pt x="294132" y="102108"/>
                </a:lnTo>
                <a:lnTo>
                  <a:pt x="307848" y="82296"/>
                </a:lnTo>
                <a:lnTo>
                  <a:pt x="336150" y="102108"/>
                </a:lnTo>
                <a:close/>
              </a:path>
              <a:path w="338454" h="408939">
                <a:moveTo>
                  <a:pt x="0" y="272795"/>
                </a:moveTo>
                <a:lnTo>
                  <a:pt x="881" y="255317"/>
                </a:lnTo>
                <a:lnTo>
                  <a:pt x="1266" y="237744"/>
                </a:lnTo>
                <a:lnTo>
                  <a:pt x="1373" y="228861"/>
                </a:lnTo>
                <a:lnTo>
                  <a:pt x="1500" y="154590"/>
                </a:lnTo>
                <a:lnTo>
                  <a:pt x="1333" y="129159"/>
                </a:lnTo>
                <a:lnTo>
                  <a:pt x="881" y="106584"/>
                </a:lnTo>
                <a:lnTo>
                  <a:pt x="0" y="86868"/>
                </a:lnTo>
                <a:lnTo>
                  <a:pt x="25908" y="102108"/>
                </a:lnTo>
                <a:lnTo>
                  <a:pt x="336150" y="102108"/>
                </a:lnTo>
                <a:lnTo>
                  <a:pt x="338328" y="103632"/>
                </a:lnTo>
                <a:lnTo>
                  <a:pt x="327152" y="112776"/>
                </a:lnTo>
                <a:lnTo>
                  <a:pt x="25908" y="112776"/>
                </a:lnTo>
                <a:lnTo>
                  <a:pt x="25908" y="227076"/>
                </a:lnTo>
                <a:lnTo>
                  <a:pt x="321756" y="227076"/>
                </a:lnTo>
                <a:lnTo>
                  <a:pt x="321802" y="228861"/>
                </a:lnTo>
                <a:lnTo>
                  <a:pt x="322268" y="237744"/>
                </a:lnTo>
                <a:lnTo>
                  <a:pt x="25908" y="237744"/>
                </a:lnTo>
                <a:lnTo>
                  <a:pt x="25908" y="259080"/>
                </a:lnTo>
                <a:lnTo>
                  <a:pt x="0" y="272795"/>
                </a:lnTo>
                <a:close/>
              </a:path>
              <a:path w="338454" h="408939">
                <a:moveTo>
                  <a:pt x="172212" y="227076"/>
                </a:moveTo>
                <a:lnTo>
                  <a:pt x="146304" y="227076"/>
                </a:lnTo>
                <a:lnTo>
                  <a:pt x="146304" y="112776"/>
                </a:lnTo>
                <a:lnTo>
                  <a:pt x="172212" y="112776"/>
                </a:lnTo>
                <a:lnTo>
                  <a:pt x="172212" y="227076"/>
                </a:lnTo>
                <a:close/>
              </a:path>
              <a:path w="338454" h="408939">
                <a:moveTo>
                  <a:pt x="321756" y="227076"/>
                </a:moveTo>
                <a:lnTo>
                  <a:pt x="297180" y="227076"/>
                </a:lnTo>
                <a:lnTo>
                  <a:pt x="297180" y="112776"/>
                </a:lnTo>
                <a:lnTo>
                  <a:pt x="327152" y="112776"/>
                </a:lnTo>
                <a:lnTo>
                  <a:pt x="321564" y="117348"/>
                </a:lnTo>
                <a:lnTo>
                  <a:pt x="321564" y="219456"/>
                </a:lnTo>
                <a:lnTo>
                  <a:pt x="321756" y="227076"/>
                </a:lnTo>
                <a:close/>
              </a:path>
              <a:path w="338454" h="408939">
                <a:moveTo>
                  <a:pt x="144780" y="408432"/>
                </a:moveTo>
                <a:lnTo>
                  <a:pt x="145661" y="382404"/>
                </a:lnTo>
                <a:lnTo>
                  <a:pt x="146113" y="345376"/>
                </a:lnTo>
                <a:lnTo>
                  <a:pt x="146280" y="297203"/>
                </a:lnTo>
                <a:lnTo>
                  <a:pt x="146304" y="237744"/>
                </a:lnTo>
                <a:lnTo>
                  <a:pt x="172212" y="237744"/>
                </a:lnTo>
                <a:lnTo>
                  <a:pt x="172450" y="297203"/>
                </a:lnTo>
                <a:lnTo>
                  <a:pt x="173014" y="345376"/>
                </a:lnTo>
                <a:lnTo>
                  <a:pt x="173497" y="374904"/>
                </a:lnTo>
                <a:lnTo>
                  <a:pt x="173736" y="393192"/>
                </a:lnTo>
                <a:lnTo>
                  <a:pt x="144780" y="408432"/>
                </a:lnTo>
                <a:close/>
              </a:path>
              <a:path w="338454" h="408939">
                <a:moveTo>
                  <a:pt x="297180" y="269748"/>
                </a:moveTo>
                <a:lnTo>
                  <a:pt x="297180" y="237744"/>
                </a:lnTo>
                <a:lnTo>
                  <a:pt x="322268" y="237744"/>
                </a:lnTo>
                <a:lnTo>
                  <a:pt x="322849" y="248816"/>
                </a:lnTo>
                <a:lnTo>
                  <a:pt x="323088" y="259080"/>
                </a:lnTo>
                <a:lnTo>
                  <a:pt x="297180" y="26974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</a:endParaRPr>
          </a:p>
        </p:txBody>
      </p:sp>
      <p:sp>
        <p:nvSpPr>
          <p:cNvPr id="33" name="object 33"/>
          <p:cNvSpPr/>
          <p:nvPr/>
        </p:nvSpPr>
        <p:spPr>
          <a:xfrm>
            <a:off x="5039855" y="3380232"/>
            <a:ext cx="850900" cy="410209"/>
          </a:xfrm>
          <a:custGeom>
            <a:avLst/>
            <a:gdLst/>
            <a:ahLst/>
            <a:cxnLst/>
            <a:rect l="l" t="t" r="r" b="b"/>
            <a:pathLst>
              <a:path w="850900" h="410210">
                <a:moveTo>
                  <a:pt x="397764" y="70104"/>
                </a:moveTo>
                <a:lnTo>
                  <a:pt x="361188" y="33528"/>
                </a:lnTo>
                <a:lnTo>
                  <a:pt x="335280" y="59436"/>
                </a:lnTo>
                <a:lnTo>
                  <a:pt x="188976" y="59436"/>
                </a:lnTo>
                <a:lnTo>
                  <a:pt x="196596" y="44196"/>
                </a:lnTo>
                <a:lnTo>
                  <a:pt x="199644" y="36576"/>
                </a:lnTo>
                <a:lnTo>
                  <a:pt x="202692" y="30480"/>
                </a:lnTo>
                <a:lnTo>
                  <a:pt x="210312" y="25908"/>
                </a:lnTo>
                <a:lnTo>
                  <a:pt x="219456" y="21336"/>
                </a:lnTo>
                <a:lnTo>
                  <a:pt x="176784" y="0"/>
                </a:lnTo>
                <a:lnTo>
                  <a:pt x="174815" y="13144"/>
                </a:lnTo>
                <a:lnTo>
                  <a:pt x="171259" y="27432"/>
                </a:lnTo>
                <a:lnTo>
                  <a:pt x="166293" y="42862"/>
                </a:lnTo>
                <a:lnTo>
                  <a:pt x="160020" y="59436"/>
                </a:lnTo>
                <a:lnTo>
                  <a:pt x="15240" y="59436"/>
                </a:lnTo>
                <a:lnTo>
                  <a:pt x="28956" y="73152"/>
                </a:lnTo>
                <a:lnTo>
                  <a:pt x="54864" y="70104"/>
                </a:lnTo>
                <a:lnTo>
                  <a:pt x="156972" y="70104"/>
                </a:lnTo>
                <a:lnTo>
                  <a:pt x="145783" y="92379"/>
                </a:lnTo>
                <a:lnTo>
                  <a:pt x="134874" y="113347"/>
                </a:lnTo>
                <a:lnTo>
                  <a:pt x="123977" y="132905"/>
                </a:lnTo>
                <a:lnTo>
                  <a:pt x="112776" y="150876"/>
                </a:lnTo>
                <a:lnTo>
                  <a:pt x="96012" y="141732"/>
                </a:lnTo>
                <a:lnTo>
                  <a:pt x="96253" y="149529"/>
                </a:lnTo>
                <a:lnTo>
                  <a:pt x="97307" y="165100"/>
                </a:lnTo>
                <a:lnTo>
                  <a:pt x="97536" y="173736"/>
                </a:lnTo>
                <a:lnTo>
                  <a:pt x="75869" y="203746"/>
                </a:lnTo>
                <a:lnTo>
                  <a:pt x="52197" y="232029"/>
                </a:lnTo>
                <a:lnTo>
                  <a:pt x="26822" y="258610"/>
                </a:lnTo>
                <a:lnTo>
                  <a:pt x="0" y="283464"/>
                </a:lnTo>
                <a:lnTo>
                  <a:pt x="4572" y="288036"/>
                </a:lnTo>
                <a:lnTo>
                  <a:pt x="32600" y="268351"/>
                </a:lnTo>
                <a:lnTo>
                  <a:pt x="57340" y="248221"/>
                </a:lnTo>
                <a:lnTo>
                  <a:pt x="78943" y="227825"/>
                </a:lnTo>
                <a:lnTo>
                  <a:pt x="97536" y="207264"/>
                </a:lnTo>
                <a:lnTo>
                  <a:pt x="97332" y="268351"/>
                </a:lnTo>
                <a:lnTo>
                  <a:pt x="97218" y="288036"/>
                </a:lnTo>
                <a:lnTo>
                  <a:pt x="96774" y="336042"/>
                </a:lnTo>
                <a:lnTo>
                  <a:pt x="96253" y="380796"/>
                </a:lnTo>
                <a:lnTo>
                  <a:pt x="96012" y="409956"/>
                </a:lnTo>
                <a:lnTo>
                  <a:pt x="123444" y="393192"/>
                </a:lnTo>
                <a:lnTo>
                  <a:pt x="122758" y="368808"/>
                </a:lnTo>
                <a:lnTo>
                  <a:pt x="122555" y="361188"/>
                </a:lnTo>
                <a:lnTo>
                  <a:pt x="122110" y="315658"/>
                </a:lnTo>
                <a:lnTo>
                  <a:pt x="122047" y="288036"/>
                </a:lnTo>
                <a:lnTo>
                  <a:pt x="121932" y="207264"/>
                </a:lnTo>
                <a:lnTo>
                  <a:pt x="121920" y="175260"/>
                </a:lnTo>
                <a:lnTo>
                  <a:pt x="138353" y="150876"/>
                </a:lnTo>
                <a:lnTo>
                  <a:pt x="139636" y="148971"/>
                </a:lnTo>
                <a:lnTo>
                  <a:pt x="156210" y="122682"/>
                </a:lnTo>
                <a:lnTo>
                  <a:pt x="171640" y="96393"/>
                </a:lnTo>
                <a:lnTo>
                  <a:pt x="185928" y="70104"/>
                </a:lnTo>
                <a:lnTo>
                  <a:pt x="397764" y="70104"/>
                </a:lnTo>
                <a:close/>
              </a:path>
              <a:path w="850900" h="410210">
                <a:moveTo>
                  <a:pt x="409956" y="262128"/>
                </a:moveTo>
                <a:lnTo>
                  <a:pt x="376428" y="228600"/>
                </a:lnTo>
                <a:lnTo>
                  <a:pt x="355092" y="251460"/>
                </a:lnTo>
                <a:lnTo>
                  <a:pt x="281940" y="251460"/>
                </a:lnTo>
                <a:lnTo>
                  <a:pt x="281940" y="213360"/>
                </a:lnTo>
                <a:lnTo>
                  <a:pt x="295656" y="202692"/>
                </a:lnTo>
                <a:lnTo>
                  <a:pt x="281940" y="195072"/>
                </a:lnTo>
                <a:lnTo>
                  <a:pt x="314947" y="170218"/>
                </a:lnTo>
                <a:lnTo>
                  <a:pt x="326136" y="163068"/>
                </a:lnTo>
                <a:lnTo>
                  <a:pt x="336715" y="155930"/>
                </a:lnTo>
                <a:lnTo>
                  <a:pt x="347853" y="150495"/>
                </a:lnTo>
                <a:lnTo>
                  <a:pt x="359575" y="146786"/>
                </a:lnTo>
                <a:lnTo>
                  <a:pt x="371856" y="144780"/>
                </a:lnTo>
                <a:lnTo>
                  <a:pt x="366598" y="138684"/>
                </a:lnTo>
                <a:lnTo>
                  <a:pt x="342900" y="111252"/>
                </a:lnTo>
                <a:lnTo>
                  <a:pt x="324612" y="128016"/>
                </a:lnTo>
                <a:lnTo>
                  <a:pt x="160020" y="128016"/>
                </a:lnTo>
                <a:lnTo>
                  <a:pt x="173736" y="141732"/>
                </a:lnTo>
                <a:lnTo>
                  <a:pt x="198120" y="138684"/>
                </a:lnTo>
                <a:lnTo>
                  <a:pt x="323088" y="138684"/>
                </a:lnTo>
                <a:lnTo>
                  <a:pt x="274320" y="188976"/>
                </a:lnTo>
                <a:lnTo>
                  <a:pt x="256032" y="178308"/>
                </a:lnTo>
                <a:lnTo>
                  <a:pt x="256273" y="194030"/>
                </a:lnTo>
                <a:lnTo>
                  <a:pt x="257251" y="227825"/>
                </a:lnTo>
                <a:lnTo>
                  <a:pt x="257340" y="232029"/>
                </a:lnTo>
                <a:lnTo>
                  <a:pt x="257556" y="251460"/>
                </a:lnTo>
                <a:lnTo>
                  <a:pt x="140208" y="251460"/>
                </a:lnTo>
                <a:lnTo>
                  <a:pt x="153924" y="265176"/>
                </a:lnTo>
                <a:lnTo>
                  <a:pt x="181356" y="262128"/>
                </a:lnTo>
                <a:lnTo>
                  <a:pt x="257556" y="262128"/>
                </a:lnTo>
                <a:lnTo>
                  <a:pt x="257556" y="361188"/>
                </a:lnTo>
                <a:lnTo>
                  <a:pt x="252984" y="368808"/>
                </a:lnTo>
                <a:lnTo>
                  <a:pt x="243840" y="368808"/>
                </a:lnTo>
                <a:lnTo>
                  <a:pt x="235826" y="368528"/>
                </a:lnTo>
                <a:lnTo>
                  <a:pt x="225361" y="367665"/>
                </a:lnTo>
                <a:lnTo>
                  <a:pt x="212344" y="366242"/>
                </a:lnTo>
                <a:lnTo>
                  <a:pt x="196596" y="364236"/>
                </a:lnTo>
                <a:lnTo>
                  <a:pt x="196596" y="373380"/>
                </a:lnTo>
                <a:lnTo>
                  <a:pt x="216865" y="380796"/>
                </a:lnTo>
                <a:lnTo>
                  <a:pt x="231838" y="389191"/>
                </a:lnTo>
                <a:lnTo>
                  <a:pt x="241388" y="398462"/>
                </a:lnTo>
                <a:lnTo>
                  <a:pt x="245364" y="408432"/>
                </a:lnTo>
                <a:lnTo>
                  <a:pt x="261366" y="399884"/>
                </a:lnTo>
                <a:lnTo>
                  <a:pt x="272796" y="390334"/>
                </a:lnTo>
                <a:lnTo>
                  <a:pt x="279654" y="379933"/>
                </a:lnTo>
                <a:lnTo>
                  <a:pt x="281940" y="368808"/>
                </a:lnTo>
                <a:lnTo>
                  <a:pt x="281940" y="262128"/>
                </a:lnTo>
                <a:lnTo>
                  <a:pt x="409956" y="262128"/>
                </a:lnTo>
                <a:close/>
              </a:path>
              <a:path w="850900" h="410210">
                <a:moveTo>
                  <a:pt x="839736" y="88392"/>
                </a:moveTo>
                <a:lnTo>
                  <a:pt x="803160" y="51816"/>
                </a:lnTo>
                <a:lnTo>
                  <a:pt x="777252" y="77724"/>
                </a:lnTo>
                <a:lnTo>
                  <a:pt x="624852" y="77724"/>
                </a:lnTo>
                <a:lnTo>
                  <a:pt x="631367" y="63487"/>
                </a:lnTo>
                <a:lnTo>
                  <a:pt x="637044" y="50673"/>
                </a:lnTo>
                <a:lnTo>
                  <a:pt x="641565" y="39585"/>
                </a:lnTo>
                <a:lnTo>
                  <a:pt x="644664" y="30480"/>
                </a:lnTo>
                <a:lnTo>
                  <a:pt x="662952" y="21336"/>
                </a:lnTo>
                <a:lnTo>
                  <a:pt x="621804" y="0"/>
                </a:lnTo>
                <a:lnTo>
                  <a:pt x="618629" y="16865"/>
                </a:lnTo>
                <a:lnTo>
                  <a:pt x="613613" y="35433"/>
                </a:lnTo>
                <a:lnTo>
                  <a:pt x="606577" y="55727"/>
                </a:lnTo>
                <a:lnTo>
                  <a:pt x="597420" y="77724"/>
                </a:lnTo>
                <a:lnTo>
                  <a:pt x="460260" y="77724"/>
                </a:lnTo>
                <a:lnTo>
                  <a:pt x="477024" y="94488"/>
                </a:lnTo>
                <a:lnTo>
                  <a:pt x="486448" y="91617"/>
                </a:lnTo>
                <a:lnTo>
                  <a:pt x="496455" y="89725"/>
                </a:lnTo>
                <a:lnTo>
                  <a:pt x="507022" y="88709"/>
                </a:lnTo>
                <a:lnTo>
                  <a:pt x="518172" y="88392"/>
                </a:lnTo>
                <a:lnTo>
                  <a:pt x="594372" y="88392"/>
                </a:lnTo>
                <a:lnTo>
                  <a:pt x="580415" y="114452"/>
                </a:lnTo>
                <a:lnTo>
                  <a:pt x="566178" y="137922"/>
                </a:lnTo>
                <a:lnTo>
                  <a:pt x="551929" y="159118"/>
                </a:lnTo>
                <a:lnTo>
                  <a:pt x="537984" y="178308"/>
                </a:lnTo>
                <a:lnTo>
                  <a:pt x="519696" y="172212"/>
                </a:lnTo>
                <a:lnTo>
                  <a:pt x="520547" y="181356"/>
                </a:lnTo>
                <a:lnTo>
                  <a:pt x="521030" y="189166"/>
                </a:lnTo>
                <a:lnTo>
                  <a:pt x="521195" y="194716"/>
                </a:lnTo>
                <a:lnTo>
                  <a:pt x="521220" y="198120"/>
                </a:lnTo>
                <a:lnTo>
                  <a:pt x="507847" y="214693"/>
                </a:lnTo>
                <a:lnTo>
                  <a:pt x="490550" y="232791"/>
                </a:lnTo>
                <a:lnTo>
                  <a:pt x="469569" y="252564"/>
                </a:lnTo>
                <a:lnTo>
                  <a:pt x="445020" y="274320"/>
                </a:lnTo>
                <a:lnTo>
                  <a:pt x="448068" y="280416"/>
                </a:lnTo>
                <a:lnTo>
                  <a:pt x="466369" y="268376"/>
                </a:lnTo>
                <a:lnTo>
                  <a:pt x="484835" y="254889"/>
                </a:lnTo>
                <a:lnTo>
                  <a:pt x="503567" y="239699"/>
                </a:lnTo>
                <a:lnTo>
                  <a:pt x="522744" y="222504"/>
                </a:lnTo>
                <a:lnTo>
                  <a:pt x="522681" y="368808"/>
                </a:lnTo>
                <a:lnTo>
                  <a:pt x="522554" y="378523"/>
                </a:lnTo>
                <a:lnTo>
                  <a:pt x="522097" y="391668"/>
                </a:lnTo>
                <a:lnTo>
                  <a:pt x="521220" y="405384"/>
                </a:lnTo>
                <a:lnTo>
                  <a:pt x="547128" y="391668"/>
                </a:lnTo>
                <a:lnTo>
                  <a:pt x="547128" y="222504"/>
                </a:lnTo>
                <a:lnTo>
                  <a:pt x="547128" y="198120"/>
                </a:lnTo>
                <a:lnTo>
                  <a:pt x="564032" y="178308"/>
                </a:lnTo>
                <a:lnTo>
                  <a:pt x="565416" y="176695"/>
                </a:lnTo>
                <a:lnTo>
                  <a:pt x="583704" y="151257"/>
                </a:lnTo>
                <a:lnTo>
                  <a:pt x="601992" y="121831"/>
                </a:lnTo>
                <a:lnTo>
                  <a:pt x="620280" y="88392"/>
                </a:lnTo>
                <a:lnTo>
                  <a:pt x="839736" y="88392"/>
                </a:lnTo>
                <a:close/>
              </a:path>
              <a:path w="850900" h="410210">
                <a:moveTo>
                  <a:pt x="850404" y="362712"/>
                </a:moveTo>
                <a:lnTo>
                  <a:pt x="815352" y="327660"/>
                </a:lnTo>
                <a:lnTo>
                  <a:pt x="790968" y="352044"/>
                </a:lnTo>
                <a:lnTo>
                  <a:pt x="704100" y="352044"/>
                </a:lnTo>
                <a:lnTo>
                  <a:pt x="704100" y="213360"/>
                </a:lnTo>
                <a:lnTo>
                  <a:pt x="826020" y="213360"/>
                </a:lnTo>
                <a:lnTo>
                  <a:pt x="792492" y="181356"/>
                </a:lnTo>
                <a:lnTo>
                  <a:pt x="769632" y="202692"/>
                </a:lnTo>
                <a:lnTo>
                  <a:pt x="704100" y="202692"/>
                </a:lnTo>
                <a:lnTo>
                  <a:pt x="704100" y="132588"/>
                </a:lnTo>
                <a:lnTo>
                  <a:pt x="717816" y="120396"/>
                </a:lnTo>
                <a:lnTo>
                  <a:pt x="678192" y="102108"/>
                </a:lnTo>
                <a:lnTo>
                  <a:pt x="679069" y="116738"/>
                </a:lnTo>
                <a:lnTo>
                  <a:pt x="679526" y="128778"/>
                </a:lnTo>
                <a:lnTo>
                  <a:pt x="679589" y="132588"/>
                </a:lnTo>
                <a:lnTo>
                  <a:pt x="679716" y="202692"/>
                </a:lnTo>
                <a:lnTo>
                  <a:pt x="579132" y="202692"/>
                </a:lnTo>
                <a:lnTo>
                  <a:pt x="594372" y="219456"/>
                </a:lnTo>
                <a:lnTo>
                  <a:pt x="604672" y="216585"/>
                </a:lnTo>
                <a:lnTo>
                  <a:pt x="615137" y="214693"/>
                </a:lnTo>
                <a:lnTo>
                  <a:pt x="625868" y="213677"/>
                </a:lnTo>
                <a:lnTo>
                  <a:pt x="637044" y="213360"/>
                </a:lnTo>
                <a:lnTo>
                  <a:pt x="679716" y="213360"/>
                </a:lnTo>
                <a:lnTo>
                  <a:pt x="679716" y="352044"/>
                </a:lnTo>
                <a:lnTo>
                  <a:pt x="556272" y="352044"/>
                </a:lnTo>
                <a:lnTo>
                  <a:pt x="571512" y="368808"/>
                </a:lnTo>
                <a:lnTo>
                  <a:pt x="581812" y="365937"/>
                </a:lnTo>
                <a:lnTo>
                  <a:pt x="592277" y="364045"/>
                </a:lnTo>
                <a:lnTo>
                  <a:pt x="603008" y="363029"/>
                </a:lnTo>
                <a:lnTo>
                  <a:pt x="614184" y="362712"/>
                </a:lnTo>
                <a:lnTo>
                  <a:pt x="850404" y="36271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</a:endParaRPr>
          </a:p>
        </p:txBody>
      </p:sp>
      <p:sp>
        <p:nvSpPr>
          <p:cNvPr id="34" name="object 34"/>
          <p:cNvSpPr/>
          <p:nvPr/>
        </p:nvSpPr>
        <p:spPr>
          <a:xfrm>
            <a:off x="5939028" y="3378720"/>
            <a:ext cx="1731645" cy="411480"/>
          </a:xfrm>
          <a:custGeom>
            <a:avLst/>
            <a:gdLst/>
            <a:ahLst/>
            <a:cxnLst/>
            <a:rect l="l" t="t" r="r" b="b"/>
            <a:pathLst>
              <a:path w="1731645" h="411479">
                <a:moveTo>
                  <a:pt x="396240" y="192024"/>
                </a:moveTo>
                <a:lnTo>
                  <a:pt x="358140" y="153924"/>
                </a:lnTo>
                <a:lnTo>
                  <a:pt x="323088" y="182880"/>
                </a:lnTo>
                <a:lnTo>
                  <a:pt x="0" y="182880"/>
                </a:lnTo>
                <a:lnTo>
                  <a:pt x="15240" y="198120"/>
                </a:lnTo>
                <a:lnTo>
                  <a:pt x="25831" y="195872"/>
                </a:lnTo>
                <a:lnTo>
                  <a:pt x="37147" y="193929"/>
                </a:lnTo>
                <a:lnTo>
                  <a:pt x="49314" y="192544"/>
                </a:lnTo>
                <a:lnTo>
                  <a:pt x="62484" y="192024"/>
                </a:lnTo>
                <a:lnTo>
                  <a:pt x="396240" y="192024"/>
                </a:lnTo>
                <a:close/>
              </a:path>
              <a:path w="1731645" h="411479">
                <a:moveTo>
                  <a:pt x="669036" y="147828"/>
                </a:moveTo>
                <a:lnTo>
                  <a:pt x="627888" y="124968"/>
                </a:lnTo>
                <a:lnTo>
                  <a:pt x="628764" y="145846"/>
                </a:lnTo>
                <a:lnTo>
                  <a:pt x="629221" y="165925"/>
                </a:lnTo>
                <a:lnTo>
                  <a:pt x="629310" y="175069"/>
                </a:lnTo>
                <a:lnTo>
                  <a:pt x="629221" y="352425"/>
                </a:lnTo>
                <a:lnTo>
                  <a:pt x="628764" y="379514"/>
                </a:lnTo>
                <a:lnTo>
                  <a:pt x="627888" y="411480"/>
                </a:lnTo>
                <a:lnTo>
                  <a:pt x="656844" y="394716"/>
                </a:lnTo>
                <a:lnTo>
                  <a:pt x="655955" y="378091"/>
                </a:lnTo>
                <a:lnTo>
                  <a:pt x="655510" y="362331"/>
                </a:lnTo>
                <a:lnTo>
                  <a:pt x="655396" y="352425"/>
                </a:lnTo>
                <a:lnTo>
                  <a:pt x="655320" y="158496"/>
                </a:lnTo>
                <a:lnTo>
                  <a:pt x="669036" y="147828"/>
                </a:lnTo>
                <a:close/>
              </a:path>
              <a:path w="1731645" h="411479">
                <a:moveTo>
                  <a:pt x="847344" y="179832"/>
                </a:moveTo>
                <a:lnTo>
                  <a:pt x="798385" y="165925"/>
                </a:lnTo>
                <a:lnTo>
                  <a:pt x="748284" y="137160"/>
                </a:lnTo>
                <a:lnTo>
                  <a:pt x="698373" y="92964"/>
                </a:lnTo>
                <a:lnTo>
                  <a:pt x="658215" y="41148"/>
                </a:lnTo>
                <a:lnTo>
                  <a:pt x="650748" y="30480"/>
                </a:lnTo>
                <a:lnTo>
                  <a:pt x="665988" y="19812"/>
                </a:lnTo>
                <a:lnTo>
                  <a:pt x="629412" y="0"/>
                </a:lnTo>
                <a:lnTo>
                  <a:pt x="603885" y="55816"/>
                </a:lnTo>
                <a:lnTo>
                  <a:pt x="562356" y="117348"/>
                </a:lnTo>
                <a:lnTo>
                  <a:pt x="535800" y="147828"/>
                </a:lnTo>
                <a:lnTo>
                  <a:pt x="506349" y="175069"/>
                </a:lnTo>
                <a:lnTo>
                  <a:pt x="474052" y="198564"/>
                </a:lnTo>
                <a:lnTo>
                  <a:pt x="438912" y="217932"/>
                </a:lnTo>
                <a:lnTo>
                  <a:pt x="440436" y="225552"/>
                </a:lnTo>
                <a:lnTo>
                  <a:pt x="475500" y="208978"/>
                </a:lnTo>
                <a:lnTo>
                  <a:pt x="535368" y="172402"/>
                </a:lnTo>
                <a:lnTo>
                  <a:pt x="581850" y="130086"/>
                </a:lnTo>
                <a:lnTo>
                  <a:pt x="624662" y="74599"/>
                </a:lnTo>
                <a:lnTo>
                  <a:pt x="644652" y="41148"/>
                </a:lnTo>
                <a:lnTo>
                  <a:pt x="662940" y="71666"/>
                </a:lnTo>
                <a:lnTo>
                  <a:pt x="699516" y="123012"/>
                </a:lnTo>
                <a:lnTo>
                  <a:pt x="737184" y="162090"/>
                </a:lnTo>
                <a:lnTo>
                  <a:pt x="781659" y="195757"/>
                </a:lnTo>
                <a:lnTo>
                  <a:pt x="806196" y="210312"/>
                </a:lnTo>
                <a:lnTo>
                  <a:pt x="813689" y="201168"/>
                </a:lnTo>
                <a:lnTo>
                  <a:pt x="822769" y="194310"/>
                </a:lnTo>
                <a:lnTo>
                  <a:pt x="833831" y="189738"/>
                </a:lnTo>
                <a:lnTo>
                  <a:pt x="847344" y="187452"/>
                </a:lnTo>
                <a:lnTo>
                  <a:pt x="847344" y="179832"/>
                </a:lnTo>
                <a:close/>
              </a:path>
              <a:path w="1731645" h="411479">
                <a:moveTo>
                  <a:pt x="1275575" y="263639"/>
                </a:moveTo>
                <a:lnTo>
                  <a:pt x="1252931" y="223875"/>
                </a:lnTo>
                <a:lnTo>
                  <a:pt x="1191831" y="179209"/>
                </a:lnTo>
                <a:lnTo>
                  <a:pt x="1142987" y="146291"/>
                </a:lnTo>
                <a:lnTo>
                  <a:pt x="1136891" y="150863"/>
                </a:lnTo>
                <a:lnTo>
                  <a:pt x="1175181" y="186042"/>
                </a:lnTo>
                <a:lnTo>
                  <a:pt x="1205471" y="216204"/>
                </a:lnTo>
                <a:lnTo>
                  <a:pt x="1227759" y="241528"/>
                </a:lnTo>
                <a:lnTo>
                  <a:pt x="1242047" y="262115"/>
                </a:lnTo>
                <a:lnTo>
                  <a:pt x="1248359" y="274116"/>
                </a:lnTo>
                <a:lnTo>
                  <a:pt x="1253667" y="282689"/>
                </a:lnTo>
                <a:lnTo>
                  <a:pt x="1258125" y="287832"/>
                </a:lnTo>
                <a:lnTo>
                  <a:pt x="1261859" y="289547"/>
                </a:lnTo>
                <a:lnTo>
                  <a:pt x="1264907" y="289547"/>
                </a:lnTo>
                <a:lnTo>
                  <a:pt x="1267955" y="286499"/>
                </a:lnTo>
                <a:lnTo>
                  <a:pt x="1274051" y="274307"/>
                </a:lnTo>
                <a:lnTo>
                  <a:pt x="1275575" y="268211"/>
                </a:lnTo>
                <a:lnTo>
                  <a:pt x="1275575" y="263639"/>
                </a:lnTo>
                <a:close/>
              </a:path>
              <a:path w="1731645" h="411479">
                <a:moveTo>
                  <a:pt x="1286243" y="47231"/>
                </a:moveTo>
                <a:lnTo>
                  <a:pt x="1249667" y="10655"/>
                </a:lnTo>
                <a:lnTo>
                  <a:pt x="1223759" y="36563"/>
                </a:lnTo>
                <a:lnTo>
                  <a:pt x="894575" y="36563"/>
                </a:lnTo>
                <a:lnTo>
                  <a:pt x="909815" y="51803"/>
                </a:lnTo>
                <a:lnTo>
                  <a:pt x="919251" y="49809"/>
                </a:lnTo>
                <a:lnTo>
                  <a:pt x="929246" y="48374"/>
                </a:lnTo>
                <a:lnTo>
                  <a:pt x="939825" y="47523"/>
                </a:lnTo>
                <a:lnTo>
                  <a:pt x="950963" y="47231"/>
                </a:lnTo>
                <a:lnTo>
                  <a:pt x="1086599" y="47231"/>
                </a:lnTo>
                <a:lnTo>
                  <a:pt x="1069200" y="88125"/>
                </a:lnTo>
                <a:lnTo>
                  <a:pt x="1049070" y="126288"/>
                </a:lnTo>
                <a:lnTo>
                  <a:pt x="1026388" y="161899"/>
                </a:lnTo>
                <a:lnTo>
                  <a:pt x="1001255" y="195059"/>
                </a:lnTo>
                <a:lnTo>
                  <a:pt x="973810" y="225640"/>
                </a:lnTo>
                <a:lnTo>
                  <a:pt x="946200" y="253352"/>
                </a:lnTo>
                <a:lnTo>
                  <a:pt x="890003" y="300215"/>
                </a:lnTo>
                <a:lnTo>
                  <a:pt x="894575" y="307835"/>
                </a:lnTo>
                <a:lnTo>
                  <a:pt x="936980" y="279844"/>
                </a:lnTo>
                <a:lnTo>
                  <a:pt x="976312" y="248856"/>
                </a:lnTo>
                <a:lnTo>
                  <a:pt x="1012431" y="214795"/>
                </a:lnTo>
                <a:lnTo>
                  <a:pt x="1045171" y="177584"/>
                </a:lnTo>
                <a:lnTo>
                  <a:pt x="1074407" y="137147"/>
                </a:lnTo>
                <a:lnTo>
                  <a:pt x="1074394" y="315582"/>
                </a:lnTo>
                <a:lnTo>
                  <a:pt x="1074216" y="343458"/>
                </a:lnTo>
                <a:lnTo>
                  <a:pt x="1073772" y="373354"/>
                </a:lnTo>
                <a:lnTo>
                  <a:pt x="1072883" y="405371"/>
                </a:lnTo>
                <a:lnTo>
                  <a:pt x="1101839" y="393179"/>
                </a:lnTo>
                <a:lnTo>
                  <a:pt x="1101610" y="377139"/>
                </a:lnTo>
                <a:lnTo>
                  <a:pt x="1101077" y="358508"/>
                </a:lnTo>
                <a:lnTo>
                  <a:pt x="1100556" y="337032"/>
                </a:lnTo>
                <a:lnTo>
                  <a:pt x="1100353" y="315582"/>
                </a:lnTo>
                <a:lnTo>
                  <a:pt x="1100315" y="146291"/>
                </a:lnTo>
                <a:lnTo>
                  <a:pt x="1112888" y="137147"/>
                </a:lnTo>
                <a:lnTo>
                  <a:pt x="1117079" y="134099"/>
                </a:lnTo>
                <a:lnTo>
                  <a:pt x="1086599" y="115811"/>
                </a:lnTo>
                <a:lnTo>
                  <a:pt x="1096365" y="96748"/>
                </a:lnTo>
                <a:lnTo>
                  <a:pt x="1105268" y="78663"/>
                </a:lnTo>
                <a:lnTo>
                  <a:pt x="1113612" y="62026"/>
                </a:lnTo>
                <a:lnTo>
                  <a:pt x="1121651" y="47231"/>
                </a:lnTo>
                <a:lnTo>
                  <a:pt x="1286243" y="47231"/>
                </a:lnTo>
                <a:close/>
              </a:path>
              <a:path w="1731645" h="411479">
                <a:moveTo>
                  <a:pt x="1502664" y="143243"/>
                </a:moveTo>
                <a:lnTo>
                  <a:pt x="1473708" y="112763"/>
                </a:lnTo>
                <a:lnTo>
                  <a:pt x="1452372" y="134099"/>
                </a:lnTo>
                <a:lnTo>
                  <a:pt x="1438656" y="134099"/>
                </a:lnTo>
                <a:lnTo>
                  <a:pt x="1438656" y="54851"/>
                </a:lnTo>
                <a:lnTo>
                  <a:pt x="1438656" y="51803"/>
                </a:lnTo>
                <a:lnTo>
                  <a:pt x="1456055" y="47790"/>
                </a:lnTo>
                <a:lnTo>
                  <a:pt x="1471612" y="44754"/>
                </a:lnTo>
                <a:lnTo>
                  <a:pt x="1485150" y="42595"/>
                </a:lnTo>
                <a:lnTo>
                  <a:pt x="1496568" y="41135"/>
                </a:lnTo>
                <a:lnTo>
                  <a:pt x="1470660" y="13703"/>
                </a:lnTo>
                <a:lnTo>
                  <a:pt x="1429931" y="35991"/>
                </a:lnTo>
                <a:lnTo>
                  <a:pt x="1376362" y="51422"/>
                </a:lnTo>
                <a:lnTo>
                  <a:pt x="1341120" y="59423"/>
                </a:lnTo>
                <a:lnTo>
                  <a:pt x="1342644" y="65519"/>
                </a:lnTo>
                <a:lnTo>
                  <a:pt x="1378077" y="60756"/>
                </a:lnTo>
                <a:lnTo>
                  <a:pt x="1396644" y="58026"/>
                </a:lnTo>
                <a:lnTo>
                  <a:pt x="1415796" y="54851"/>
                </a:lnTo>
                <a:lnTo>
                  <a:pt x="1415796" y="134099"/>
                </a:lnTo>
                <a:lnTo>
                  <a:pt x="1333500" y="134099"/>
                </a:lnTo>
                <a:lnTo>
                  <a:pt x="1350264" y="149339"/>
                </a:lnTo>
                <a:lnTo>
                  <a:pt x="1359687" y="147104"/>
                </a:lnTo>
                <a:lnTo>
                  <a:pt x="1369695" y="145148"/>
                </a:lnTo>
                <a:lnTo>
                  <a:pt x="1380261" y="143776"/>
                </a:lnTo>
                <a:lnTo>
                  <a:pt x="1391412" y="143243"/>
                </a:lnTo>
                <a:lnTo>
                  <a:pt x="1414272" y="143243"/>
                </a:lnTo>
                <a:lnTo>
                  <a:pt x="1400746" y="187058"/>
                </a:lnTo>
                <a:lnTo>
                  <a:pt x="1383792" y="233159"/>
                </a:lnTo>
                <a:lnTo>
                  <a:pt x="1359979" y="279641"/>
                </a:lnTo>
                <a:lnTo>
                  <a:pt x="1330452" y="326123"/>
                </a:lnTo>
                <a:lnTo>
                  <a:pt x="1335024" y="329171"/>
                </a:lnTo>
                <a:lnTo>
                  <a:pt x="1359636" y="303123"/>
                </a:lnTo>
                <a:lnTo>
                  <a:pt x="1381125" y="275069"/>
                </a:lnTo>
                <a:lnTo>
                  <a:pt x="1399743" y="244741"/>
                </a:lnTo>
                <a:lnTo>
                  <a:pt x="1415796" y="211823"/>
                </a:lnTo>
                <a:lnTo>
                  <a:pt x="1415554" y="275818"/>
                </a:lnTo>
                <a:lnTo>
                  <a:pt x="1415097" y="323291"/>
                </a:lnTo>
                <a:lnTo>
                  <a:pt x="1414513" y="374967"/>
                </a:lnTo>
                <a:lnTo>
                  <a:pt x="1414272" y="411467"/>
                </a:lnTo>
                <a:lnTo>
                  <a:pt x="1440180" y="397751"/>
                </a:lnTo>
                <a:lnTo>
                  <a:pt x="1439329" y="371843"/>
                </a:lnTo>
                <a:lnTo>
                  <a:pt x="1439227" y="364223"/>
                </a:lnTo>
                <a:lnTo>
                  <a:pt x="1438884" y="331076"/>
                </a:lnTo>
                <a:lnTo>
                  <a:pt x="1438770" y="303263"/>
                </a:lnTo>
                <a:lnTo>
                  <a:pt x="1438656" y="211823"/>
                </a:lnTo>
                <a:lnTo>
                  <a:pt x="1438656" y="188963"/>
                </a:lnTo>
                <a:lnTo>
                  <a:pt x="1462227" y="224332"/>
                </a:lnTo>
                <a:lnTo>
                  <a:pt x="1472184" y="249923"/>
                </a:lnTo>
                <a:lnTo>
                  <a:pt x="1476756" y="254495"/>
                </a:lnTo>
                <a:lnTo>
                  <a:pt x="1482852" y="254495"/>
                </a:lnTo>
                <a:lnTo>
                  <a:pt x="1490472" y="239255"/>
                </a:lnTo>
                <a:lnTo>
                  <a:pt x="1491996" y="233159"/>
                </a:lnTo>
                <a:lnTo>
                  <a:pt x="1491996" y="227063"/>
                </a:lnTo>
                <a:lnTo>
                  <a:pt x="1468437" y="196088"/>
                </a:lnTo>
                <a:lnTo>
                  <a:pt x="1457807" y="188963"/>
                </a:lnTo>
                <a:lnTo>
                  <a:pt x="1449527" y="184035"/>
                </a:lnTo>
                <a:lnTo>
                  <a:pt x="1438656" y="178295"/>
                </a:lnTo>
                <a:lnTo>
                  <a:pt x="1438656" y="143243"/>
                </a:lnTo>
                <a:lnTo>
                  <a:pt x="1502664" y="143243"/>
                </a:lnTo>
                <a:close/>
              </a:path>
              <a:path w="1731645" h="411479">
                <a:moveTo>
                  <a:pt x="1506537" y="318503"/>
                </a:moveTo>
                <a:lnTo>
                  <a:pt x="1505712" y="300215"/>
                </a:lnTo>
                <a:lnTo>
                  <a:pt x="1499616" y="300215"/>
                </a:lnTo>
                <a:lnTo>
                  <a:pt x="1494751" y="317080"/>
                </a:lnTo>
                <a:lnTo>
                  <a:pt x="1489329" y="331076"/>
                </a:lnTo>
                <a:lnTo>
                  <a:pt x="1483334" y="342201"/>
                </a:lnTo>
                <a:lnTo>
                  <a:pt x="1476756" y="350507"/>
                </a:lnTo>
                <a:lnTo>
                  <a:pt x="1469136" y="358127"/>
                </a:lnTo>
                <a:lnTo>
                  <a:pt x="1466088" y="362699"/>
                </a:lnTo>
                <a:lnTo>
                  <a:pt x="1466088" y="368795"/>
                </a:lnTo>
                <a:lnTo>
                  <a:pt x="1469136" y="371843"/>
                </a:lnTo>
                <a:lnTo>
                  <a:pt x="1472184" y="373367"/>
                </a:lnTo>
                <a:lnTo>
                  <a:pt x="1487424" y="373367"/>
                </a:lnTo>
                <a:lnTo>
                  <a:pt x="1493520" y="371843"/>
                </a:lnTo>
                <a:lnTo>
                  <a:pt x="1498092" y="370319"/>
                </a:lnTo>
                <a:lnTo>
                  <a:pt x="1502664" y="364223"/>
                </a:lnTo>
                <a:lnTo>
                  <a:pt x="1504188" y="353555"/>
                </a:lnTo>
                <a:lnTo>
                  <a:pt x="1505915" y="345008"/>
                </a:lnTo>
                <a:lnTo>
                  <a:pt x="1506435" y="336791"/>
                </a:lnTo>
                <a:lnTo>
                  <a:pt x="1506537" y="318503"/>
                </a:lnTo>
                <a:close/>
              </a:path>
              <a:path w="1731645" h="411479">
                <a:moveTo>
                  <a:pt x="1624584" y="295643"/>
                </a:moveTo>
                <a:lnTo>
                  <a:pt x="1593621" y="265074"/>
                </a:lnTo>
                <a:lnTo>
                  <a:pt x="1577340" y="254495"/>
                </a:lnTo>
                <a:lnTo>
                  <a:pt x="1574292" y="259067"/>
                </a:lnTo>
                <a:lnTo>
                  <a:pt x="1583715" y="273354"/>
                </a:lnTo>
                <a:lnTo>
                  <a:pt x="1591437" y="286499"/>
                </a:lnTo>
                <a:lnTo>
                  <a:pt x="1597431" y="298500"/>
                </a:lnTo>
                <a:lnTo>
                  <a:pt x="1601724" y="309359"/>
                </a:lnTo>
                <a:lnTo>
                  <a:pt x="1603248" y="318503"/>
                </a:lnTo>
                <a:lnTo>
                  <a:pt x="1606296" y="323075"/>
                </a:lnTo>
                <a:lnTo>
                  <a:pt x="1610868" y="323075"/>
                </a:lnTo>
                <a:lnTo>
                  <a:pt x="1613916" y="320027"/>
                </a:lnTo>
                <a:lnTo>
                  <a:pt x="1618488" y="313931"/>
                </a:lnTo>
                <a:lnTo>
                  <a:pt x="1621536" y="307835"/>
                </a:lnTo>
                <a:lnTo>
                  <a:pt x="1624584" y="303263"/>
                </a:lnTo>
                <a:lnTo>
                  <a:pt x="1624584" y="295643"/>
                </a:lnTo>
                <a:close/>
              </a:path>
              <a:path w="1731645" h="411479">
                <a:moveTo>
                  <a:pt x="1685544" y="370319"/>
                </a:moveTo>
                <a:lnTo>
                  <a:pt x="1666684" y="333171"/>
                </a:lnTo>
                <a:lnTo>
                  <a:pt x="1665732" y="312407"/>
                </a:lnTo>
                <a:lnTo>
                  <a:pt x="1659636" y="312407"/>
                </a:lnTo>
                <a:lnTo>
                  <a:pt x="1658924" y="318198"/>
                </a:lnTo>
                <a:lnTo>
                  <a:pt x="1656207" y="341134"/>
                </a:lnTo>
                <a:lnTo>
                  <a:pt x="1655064" y="350507"/>
                </a:lnTo>
                <a:lnTo>
                  <a:pt x="1653057" y="359448"/>
                </a:lnTo>
                <a:lnTo>
                  <a:pt x="1649349" y="365937"/>
                </a:lnTo>
                <a:lnTo>
                  <a:pt x="1643913" y="370446"/>
                </a:lnTo>
                <a:lnTo>
                  <a:pt x="1636776" y="373367"/>
                </a:lnTo>
                <a:lnTo>
                  <a:pt x="1588008" y="373367"/>
                </a:lnTo>
                <a:lnTo>
                  <a:pt x="1576235" y="372821"/>
                </a:lnTo>
                <a:lnTo>
                  <a:pt x="1568196" y="368985"/>
                </a:lnTo>
                <a:lnTo>
                  <a:pt x="1563573" y="362013"/>
                </a:lnTo>
                <a:lnTo>
                  <a:pt x="1562100" y="352031"/>
                </a:lnTo>
                <a:lnTo>
                  <a:pt x="1562100" y="310883"/>
                </a:lnTo>
                <a:lnTo>
                  <a:pt x="1574292" y="300215"/>
                </a:lnTo>
                <a:lnTo>
                  <a:pt x="1537716" y="284975"/>
                </a:lnTo>
                <a:lnTo>
                  <a:pt x="1537970" y="303263"/>
                </a:lnTo>
                <a:lnTo>
                  <a:pt x="1538998" y="341553"/>
                </a:lnTo>
                <a:lnTo>
                  <a:pt x="1539240" y="362699"/>
                </a:lnTo>
                <a:lnTo>
                  <a:pt x="1540967" y="374967"/>
                </a:lnTo>
                <a:lnTo>
                  <a:pt x="1546288" y="384225"/>
                </a:lnTo>
                <a:lnTo>
                  <a:pt x="1555305" y="390347"/>
                </a:lnTo>
                <a:lnTo>
                  <a:pt x="1568196" y="393179"/>
                </a:lnTo>
                <a:lnTo>
                  <a:pt x="1642872" y="393179"/>
                </a:lnTo>
                <a:lnTo>
                  <a:pt x="1657464" y="392607"/>
                </a:lnTo>
                <a:lnTo>
                  <a:pt x="1669351" y="388607"/>
                </a:lnTo>
                <a:lnTo>
                  <a:pt x="1678660" y="381177"/>
                </a:lnTo>
                <a:lnTo>
                  <a:pt x="1683600" y="373367"/>
                </a:lnTo>
                <a:lnTo>
                  <a:pt x="1685544" y="370319"/>
                </a:lnTo>
                <a:close/>
              </a:path>
              <a:path w="1731645" h="411479">
                <a:moveTo>
                  <a:pt x="1714500" y="135623"/>
                </a:moveTo>
                <a:lnTo>
                  <a:pt x="1687068" y="114287"/>
                </a:lnTo>
                <a:lnTo>
                  <a:pt x="1674876" y="131051"/>
                </a:lnTo>
                <a:lnTo>
                  <a:pt x="1610868" y="131051"/>
                </a:lnTo>
                <a:lnTo>
                  <a:pt x="1621726" y="116217"/>
                </a:lnTo>
                <a:lnTo>
                  <a:pt x="1631442" y="103809"/>
                </a:lnTo>
                <a:lnTo>
                  <a:pt x="1640014" y="93980"/>
                </a:lnTo>
                <a:lnTo>
                  <a:pt x="1647444" y="86855"/>
                </a:lnTo>
                <a:lnTo>
                  <a:pt x="1653438" y="80784"/>
                </a:lnTo>
                <a:lnTo>
                  <a:pt x="1660017" y="75996"/>
                </a:lnTo>
                <a:lnTo>
                  <a:pt x="1667154" y="72072"/>
                </a:lnTo>
                <a:lnTo>
                  <a:pt x="1668157" y="71615"/>
                </a:lnTo>
                <a:lnTo>
                  <a:pt x="1674876" y="68567"/>
                </a:lnTo>
                <a:lnTo>
                  <a:pt x="1666798" y="60947"/>
                </a:lnTo>
                <a:lnTo>
                  <a:pt x="1647444" y="42659"/>
                </a:lnTo>
                <a:lnTo>
                  <a:pt x="1630680" y="60947"/>
                </a:lnTo>
                <a:lnTo>
                  <a:pt x="1563624" y="60947"/>
                </a:lnTo>
                <a:lnTo>
                  <a:pt x="1572742" y="48425"/>
                </a:lnTo>
                <a:lnTo>
                  <a:pt x="1581721" y="38468"/>
                </a:lnTo>
                <a:lnTo>
                  <a:pt x="1590408" y="31381"/>
                </a:lnTo>
                <a:lnTo>
                  <a:pt x="1598676" y="27419"/>
                </a:lnTo>
                <a:lnTo>
                  <a:pt x="1565148" y="6083"/>
                </a:lnTo>
                <a:lnTo>
                  <a:pt x="1546288" y="51308"/>
                </a:lnTo>
                <a:lnTo>
                  <a:pt x="1518094" y="96761"/>
                </a:lnTo>
                <a:lnTo>
                  <a:pt x="1499616" y="121907"/>
                </a:lnTo>
                <a:lnTo>
                  <a:pt x="1504188" y="124955"/>
                </a:lnTo>
                <a:lnTo>
                  <a:pt x="1517878" y="112979"/>
                </a:lnTo>
                <a:lnTo>
                  <a:pt x="1531429" y="99999"/>
                </a:lnTo>
                <a:lnTo>
                  <a:pt x="1544688" y="86169"/>
                </a:lnTo>
                <a:lnTo>
                  <a:pt x="1557528" y="71615"/>
                </a:lnTo>
                <a:lnTo>
                  <a:pt x="1632204" y="71615"/>
                </a:lnTo>
                <a:lnTo>
                  <a:pt x="1600200" y="131051"/>
                </a:lnTo>
                <a:lnTo>
                  <a:pt x="1504188" y="131051"/>
                </a:lnTo>
                <a:lnTo>
                  <a:pt x="1519428" y="147815"/>
                </a:lnTo>
                <a:lnTo>
                  <a:pt x="1529727" y="144945"/>
                </a:lnTo>
                <a:lnTo>
                  <a:pt x="1540192" y="143052"/>
                </a:lnTo>
                <a:lnTo>
                  <a:pt x="1550924" y="142036"/>
                </a:lnTo>
                <a:lnTo>
                  <a:pt x="1562100" y="141719"/>
                </a:lnTo>
                <a:lnTo>
                  <a:pt x="1677924" y="141719"/>
                </a:lnTo>
                <a:lnTo>
                  <a:pt x="1677924" y="184391"/>
                </a:lnTo>
                <a:lnTo>
                  <a:pt x="1520952" y="184391"/>
                </a:lnTo>
                <a:lnTo>
                  <a:pt x="1537716" y="199631"/>
                </a:lnTo>
                <a:lnTo>
                  <a:pt x="1547139" y="197637"/>
                </a:lnTo>
                <a:lnTo>
                  <a:pt x="1557147" y="196202"/>
                </a:lnTo>
                <a:lnTo>
                  <a:pt x="1567713" y="195351"/>
                </a:lnTo>
                <a:lnTo>
                  <a:pt x="1578864" y="195059"/>
                </a:lnTo>
                <a:lnTo>
                  <a:pt x="1677924" y="195059"/>
                </a:lnTo>
                <a:lnTo>
                  <a:pt x="1677924" y="234683"/>
                </a:lnTo>
                <a:lnTo>
                  <a:pt x="1504188" y="234683"/>
                </a:lnTo>
                <a:lnTo>
                  <a:pt x="1519428" y="249923"/>
                </a:lnTo>
                <a:lnTo>
                  <a:pt x="1529727" y="247929"/>
                </a:lnTo>
                <a:lnTo>
                  <a:pt x="1540192" y="246494"/>
                </a:lnTo>
                <a:lnTo>
                  <a:pt x="1550924" y="245643"/>
                </a:lnTo>
                <a:lnTo>
                  <a:pt x="1562100" y="245351"/>
                </a:lnTo>
                <a:lnTo>
                  <a:pt x="1677924" y="245351"/>
                </a:lnTo>
                <a:lnTo>
                  <a:pt x="1677924" y="266687"/>
                </a:lnTo>
                <a:lnTo>
                  <a:pt x="1702308" y="257543"/>
                </a:lnTo>
                <a:lnTo>
                  <a:pt x="1701596" y="245351"/>
                </a:lnTo>
                <a:lnTo>
                  <a:pt x="1701419" y="242328"/>
                </a:lnTo>
                <a:lnTo>
                  <a:pt x="1701063" y="224332"/>
                </a:lnTo>
                <a:lnTo>
                  <a:pt x="1700949" y="214871"/>
                </a:lnTo>
                <a:lnTo>
                  <a:pt x="1700834" y="195059"/>
                </a:lnTo>
                <a:lnTo>
                  <a:pt x="1700784" y="147815"/>
                </a:lnTo>
                <a:lnTo>
                  <a:pt x="1707642" y="141719"/>
                </a:lnTo>
                <a:lnTo>
                  <a:pt x="1714500" y="135623"/>
                </a:lnTo>
                <a:close/>
              </a:path>
              <a:path w="1731645" h="411479">
                <a:moveTo>
                  <a:pt x="1731264" y="347459"/>
                </a:moveTo>
                <a:lnTo>
                  <a:pt x="1709204" y="315607"/>
                </a:lnTo>
                <a:lnTo>
                  <a:pt x="1677924" y="297167"/>
                </a:lnTo>
                <a:lnTo>
                  <a:pt x="1674876" y="300215"/>
                </a:lnTo>
                <a:lnTo>
                  <a:pt x="1681327" y="309359"/>
                </a:lnTo>
                <a:lnTo>
                  <a:pt x="1689354" y="320789"/>
                </a:lnTo>
                <a:lnTo>
                  <a:pt x="1695018" y="329361"/>
                </a:lnTo>
                <a:lnTo>
                  <a:pt x="1699260" y="336791"/>
                </a:lnTo>
                <a:lnTo>
                  <a:pt x="1702447" y="343649"/>
                </a:lnTo>
                <a:lnTo>
                  <a:pt x="1708251" y="357365"/>
                </a:lnTo>
                <a:lnTo>
                  <a:pt x="1711452" y="364223"/>
                </a:lnTo>
                <a:lnTo>
                  <a:pt x="1712976" y="370319"/>
                </a:lnTo>
                <a:lnTo>
                  <a:pt x="1716024" y="373367"/>
                </a:lnTo>
                <a:lnTo>
                  <a:pt x="1719072" y="373367"/>
                </a:lnTo>
                <a:lnTo>
                  <a:pt x="1722120" y="370319"/>
                </a:lnTo>
                <a:lnTo>
                  <a:pt x="1725168" y="364223"/>
                </a:lnTo>
                <a:lnTo>
                  <a:pt x="1729740" y="358127"/>
                </a:lnTo>
                <a:lnTo>
                  <a:pt x="1731264" y="352031"/>
                </a:lnTo>
                <a:lnTo>
                  <a:pt x="1731264" y="34745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</a:endParaRPr>
          </a:p>
        </p:txBody>
      </p:sp>
      <p:sp>
        <p:nvSpPr>
          <p:cNvPr id="35" name="object 35"/>
          <p:cNvSpPr/>
          <p:nvPr/>
        </p:nvSpPr>
        <p:spPr>
          <a:xfrm>
            <a:off x="7723632" y="3383279"/>
            <a:ext cx="387350" cy="405765"/>
          </a:xfrm>
          <a:custGeom>
            <a:avLst/>
            <a:gdLst/>
            <a:ahLst/>
            <a:cxnLst/>
            <a:rect l="l" t="t" r="r" b="b"/>
            <a:pathLst>
              <a:path w="387350" h="405764">
                <a:moveTo>
                  <a:pt x="199644" y="71627"/>
                </a:moveTo>
                <a:lnTo>
                  <a:pt x="193548" y="71627"/>
                </a:lnTo>
                <a:lnTo>
                  <a:pt x="190500" y="67055"/>
                </a:lnTo>
                <a:lnTo>
                  <a:pt x="188976" y="56387"/>
                </a:lnTo>
                <a:lnTo>
                  <a:pt x="185547" y="44410"/>
                </a:lnTo>
                <a:lnTo>
                  <a:pt x="179832" y="31432"/>
                </a:lnTo>
                <a:lnTo>
                  <a:pt x="171831" y="17597"/>
                </a:lnTo>
                <a:lnTo>
                  <a:pt x="161544" y="3048"/>
                </a:lnTo>
                <a:lnTo>
                  <a:pt x="164592" y="0"/>
                </a:lnTo>
                <a:lnTo>
                  <a:pt x="201239" y="22288"/>
                </a:lnTo>
                <a:lnTo>
                  <a:pt x="214884" y="39624"/>
                </a:lnTo>
                <a:lnTo>
                  <a:pt x="214884" y="51815"/>
                </a:lnTo>
                <a:lnTo>
                  <a:pt x="213360" y="56387"/>
                </a:lnTo>
                <a:lnTo>
                  <a:pt x="207264" y="62483"/>
                </a:lnTo>
                <a:lnTo>
                  <a:pt x="202692" y="68579"/>
                </a:lnTo>
                <a:lnTo>
                  <a:pt x="199644" y="71627"/>
                </a:lnTo>
                <a:close/>
              </a:path>
              <a:path w="387350" h="405764">
                <a:moveTo>
                  <a:pt x="36576" y="138683"/>
                </a:moveTo>
                <a:lnTo>
                  <a:pt x="24384" y="138683"/>
                </a:lnTo>
                <a:lnTo>
                  <a:pt x="15240" y="132587"/>
                </a:lnTo>
                <a:lnTo>
                  <a:pt x="13716" y="129539"/>
                </a:lnTo>
                <a:lnTo>
                  <a:pt x="13716" y="124967"/>
                </a:lnTo>
                <a:lnTo>
                  <a:pt x="18288" y="117347"/>
                </a:lnTo>
                <a:lnTo>
                  <a:pt x="27432" y="109727"/>
                </a:lnTo>
                <a:lnTo>
                  <a:pt x="35742" y="100298"/>
                </a:lnTo>
                <a:lnTo>
                  <a:pt x="42481" y="88010"/>
                </a:lnTo>
                <a:lnTo>
                  <a:pt x="47791" y="72866"/>
                </a:lnTo>
                <a:lnTo>
                  <a:pt x="51816" y="54863"/>
                </a:lnTo>
                <a:lnTo>
                  <a:pt x="59436" y="54863"/>
                </a:lnTo>
                <a:lnTo>
                  <a:pt x="59436" y="76200"/>
                </a:lnTo>
                <a:lnTo>
                  <a:pt x="366422" y="76200"/>
                </a:lnTo>
                <a:lnTo>
                  <a:pt x="375699" y="86867"/>
                </a:lnTo>
                <a:lnTo>
                  <a:pt x="59436" y="86867"/>
                </a:lnTo>
                <a:lnTo>
                  <a:pt x="58840" y="105155"/>
                </a:lnTo>
                <a:lnTo>
                  <a:pt x="56959" y="118871"/>
                </a:lnTo>
                <a:lnTo>
                  <a:pt x="53649" y="128015"/>
                </a:lnTo>
                <a:lnTo>
                  <a:pt x="48768" y="132587"/>
                </a:lnTo>
                <a:lnTo>
                  <a:pt x="41148" y="137159"/>
                </a:lnTo>
                <a:lnTo>
                  <a:pt x="36576" y="138683"/>
                </a:lnTo>
                <a:close/>
              </a:path>
              <a:path w="387350" h="405764">
                <a:moveTo>
                  <a:pt x="366422" y="76200"/>
                </a:moveTo>
                <a:lnTo>
                  <a:pt x="332232" y="76200"/>
                </a:lnTo>
                <a:lnTo>
                  <a:pt x="350520" y="57912"/>
                </a:lnTo>
                <a:lnTo>
                  <a:pt x="366422" y="76200"/>
                </a:lnTo>
                <a:close/>
              </a:path>
              <a:path w="387350" h="405764">
                <a:moveTo>
                  <a:pt x="318516" y="134111"/>
                </a:moveTo>
                <a:lnTo>
                  <a:pt x="312420" y="131063"/>
                </a:lnTo>
                <a:lnTo>
                  <a:pt x="335280" y="86867"/>
                </a:lnTo>
                <a:lnTo>
                  <a:pt x="375699" y="86867"/>
                </a:lnTo>
                <a:lnTo>
                  <a:pt x="381000" y="92963"/>
                </a:lnTo>
                <a:lnTo>
                  <a:pt x="367593" y="95535"/>
                </a:lnTo>
                <a:lnTo>
                  <a:pt x="352615" y="103250"/>
                </a:lnTo>
                <a:lnTo>
                  <a:pt x="336208" y="116109"/>
                </a:lnTo>
                <a:lnTo>
                  <a:pt x="318516" y="134111"/>
                </a:lnTo>
                <a:close/>
              </a:path>
              <a:path w="387350" h="405764">
                <a:moveTo>
                  <a:pt x="42672" y="175259"/>
                </a:moveTo>
                <a:lnTo>
                  <a:pt x="27432" y="160019"/>
                </a:lnTo>
                <a:lnTo>
                  <a:pt x="298704" y="160019"/>
                </a:lnTo>
                <a:lnTo>
                  <a:pt x="323088" y="135635"/>
                </a:lnTo>
                <a:lnTo>
                  <a:pt x="358140" y="170687"/>
                </a:lnTo>
                <a:lnTo>
                  <a:pt x="85344" y="170687"/>
                </a:lnTo>
                <a:lnTo>
                  <a:pt x="74175" y="170973"/>
                </a:lnTo>
                <a:lnTo>
                  <a:pt x="63436" y="171830"/>
                </a:lnTo>
                <a:lnTo>
                  <a:pt x="52982" y="173259"/>
                </a:lnTo>
                <a:lnTo>
                  <a:pt x="42672" y="175259"/>
                </a:lnTo>
                <a:close/>
              </a:path>
              <a:path w="387350" h="405764">
                <a:moveTo>
                  <a:pt x="207264" y="348996"/>
                </a:moveTo>
                <a:lnTo>
                  <a:pt x="182880" y="348996"/>
                </a:lnTo>
                <a:lnTo>
                  <a:pt x="182880" y="170687"/>
                </a:lnTo>
                <a:lnTo>
                  <a:pt x="207264" y="170687"/>
                </a:lnTo>
                <a:lnTo>
                  <a:pt x="207264" y="256031"/>
                </a:lnTo>
                <a:lnTo>
                  <a:pt x="329668" y="256031"/>
                </a:lnTo>
                <a:lnTo>
                  <a:pt x="339852" y="266699"/>
                </a:lnTo>
                <a:lnTo>
                  <a:pt x="207264" y="266699"/>
                </a:lnTo>
                <a:lnTo>
                  <a:pt x="207264" y="348996"/>
                </a:lnTo>
                <a:close/>
              </a:path>
              <a:path w="387350" h="405764">
                <a:moveTo>
                  <a:pt x="3048" y="405384"/>
                </a:moveTo>
                <a:lnTo>
                  <a:pt x="0" y="400812"/>
                </a:lnTo>
                <a:lnTo>
                  <a:pt x="15144" y="384786"/>
                </a:lnTo>
                <a:lnTo>
                  <a:pt x="28575" y="368617"/>
                </a:lnTo>
                <a:lnTo>
                  <a:pt x="50292" y="335280"/>
                </a:lnTo>
                <a:lnTo>
                  <a:pt x="69794" y="287273"/>
                </a:lnTo>
                <a:lnTo>
                  <a:pt x="78676" y="238505"/>
                </a:lnTo>
                <a:lnTo>
                  <a:pt x="80772" y="205739"/>
                </a:lnTo>
                <a:lnTo>
                  <a:pt x="123444" y="225551"/>
                </a:lnTo>
                <a:lnTo>
                  <a:pt x="103251" y="259460"/>
                </a:lnTo>
                <a:lnTo>
                  <a:pt x="99060" y="278891"/>
                </a:lnTo>
                <a:lnTo>
                  <a:pt x="105998" y="289559"/>
                </a:lnTo>
                <a:lnTo>
                  <a:pt x="96012" y="289559"/>
                </a:lnTo>
                <a:lnTo>
                  <a:pt x="79057" y="324993"/>
                </a:lnTo>
                <a:lnTo>
                  <a:pt x="49768" y="366379"/>
                </a:lnTo>
                <a:lnTo>
                  <a:pt x="21097" y="392572"/>
                </a:lnTo>
                <a:lnTo>
                  <a:pt x="3048" y="405384"/>
                </a:lnTo>
                <a:close/>
              </a:path>
              <a:path w="387350" h="405764">
                <a:moveTo>
                  <a:pt x="329668" y="256031"/>
                </a:moveTo>
                <a:lnTo>
                  <a:pt x="284988" y="256031"/>
                </a:lnTo>
                <a:lnTo>
                  <a:pt x="307847" y="233171"/>
                </a:lnTo>
                <a:lnTo>
                  <a:pt x="329668" y="256031"/>
                </a:lnTo>
                <a:close/>
              </a:path>
              <a:path w="387350" h="405764">
                <a:moveTo>
                  <a:pt x="350520" y="394716"/>
                </a:moveTo>
                <a:lnTo>
                  <a:pt x="308562" y="393263"/>
                </a:lnTo>
                <a:lnTo>
                  <a:pt x="241220" y="388072"/>
                </a:lnTo>
                <a:lnTo>
                  <a:pt x="194929" y="378380"/>
                </a:lnTo>
                <a:lnTo>
                  <a:pt x="159400" y="361330"/>
                </a:lnTo>
                <a:lnTo>
                  <a:pt x="118681" y="323469"/>
                </a:lnTo>
                <a:lnTo>
                  <a:pt x="96012" y="289559"/>
                </a:lnTo>
                <a:lnTo>
                  <a:pt x="105998" y="289559"/>
                </a:lnTo>
                <a:lnTo>
                  <a:pt x="107608" y="292036"/>
                </a:lnTo>
                <a:lnTo>
                  <a:pt x="117157" y="304037"/>
                </a:lnTo>
                <a:lnTo>
                  <a:pt x="149875" y="332922"/>
                </a:lnTo>
                <a:lnTo>
                  <a:pt x="182880" y="348996"/>
                </a:lnTo>
                <a:lnTo>
                  <a:pt x="207264" y="348996"/>
                </a:lnTo>
                <a:lnTo>
                  <a:pt x="207264" y="356616"/>
                </a:lnTo>
                <a:lnTo>
                  <a:pt x="231243" y="360592"/>
                </a:lnTo>
                <a:lnTo>
                  <a:pt x="255079" y="363283"/>
                </a:lnTo>
                <a:lnTo>
                  <a:pt x="278630" y="364545"/>
                </a:lnTo>
                <a:lnTo>
                  <a:pt x="387096" y="364545"/>
                </a:lnTo>
                <a:lnTo>
                  <a:pt x="387096" y="367284"/>
                </a:lnTo>
                <a:lnTo>
                  <a:pt x="373665" y="370713"/>
                </a:lnTo>
                <a:lnTo>
                  <a:pt x="363093" y="376428"/>
                </a:lnTo>
                <a:lnTo>
                  <a:pt x="355377" y="384429"/>
                </a:lnTo>
                <a:lnTo>
                  <a:pt x="350520" y="394716"/>
                </a:lnTo>
                <a:close/>
              </a:path>
              <a:path w="387350" h="405764">
                <a:moveTo>
                  <a:pt x="387096" y="364545"/>
                </a:moveTo>
                <a:lnTo>
                  <a:pt x="278630" y="364545"/>
                </a:lnTo>
                <a:lnTo>
                  <a:pt x="324945" y="363950"/>
                </a:lnTo>
                <a:lnTo>
                  <a:pt x="346710" y="363093"/>
                </a:lnTo>
                <a:lnTo>
                  <a:pt x="367331" y="361664"/>
                </a:lnTo>
                <a:lnTo>
                  <a:pt x="387096" y="359664"/>
                </a:lnTo>
                <a:lnTo>
                  <a:pt x="387096" y="36454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</a:endParaRPr>
          </a:p>
        </p:txBody>
      </p:sp>
      <p:sp>
        <p:nvSpPr>
          <p:cNvPr id="36" name="object 36"/>
          <p:cNvSpPr/>
          <p:nvPr/>
        </p:nvSpPr>
        <p:spPr>
          <a:xfrm>
            <a:off x="8193023" y="3393948"/>
            <a:ext cx="347980" cy="390525"/>
          </a:xfrm>
          <a:custGeom>
            <a:avLst/>
            <a:gdLst/>
            <a:ahLst/>
            <a:cxnLst/>
            <a:rect l="l" t="t" r="r" b="b"/>
            <a:pathLst>
              <a:path w="347979" h="390525">
                <a:moveTo>
                  <a:pt x="340563" y="16764"/>
                </a:moveTo>
                <a:lnTo>
                  <a:pt x="307848" y="16764"/>
                </a:lnTo>
                <a:lnTo>
                  <a:pt x="321564" y="0"/>
                </a:lnTo>
                <a:lnTo>
                  <a:pt x="340563" y="16764"/>
                </a:lnTo>
                <a:close/>
              </a:path>
              <a:path w="347979" h="390525">
                <a:moveTo>
                  <a:pt x="0" y="390144"/>
                </a:moveTo>
                <a:lnTo>
                  <a:pt x="881" y="372379"/>
                </a:lnTo>
                <a:lnTo>
                  <a:pt x="1333" y="355473"/>
                </a:lnTo>
                <a:lnTo>
                  <a:pt x="1415" y="347472"/>
                </a:lnTo>
                <a:lnTo>
                  <a:pt x="1503" y="57364"/>
                </a:lnTo>
                <a:lnTo>
                  <a:pt x="1333" y="39243"/>
                </a:lnTo>
                <a:lnTo>
                  <a:pt x="881" y="21240"/>
                </a:lnTo>
                <a:lnTo>
                  <a:pt x="0" y="1524"/>
                </a:lnTo>
                <a:lnTo>
                  <a:pt x="25908" y="16764"/>
                </a:lnTo>
                <a:lnTo>
                  <a:pt x="340563" y="16764"/>
                </a:lnTo>
                <a:lnTo>
                  <a:pt x="347472" y="22860"/>
                </a:lnTo>
                <a:lnTo>
                  <a:pt x="342246" y="27432"/>
                </a:lnTo>
                <a:lnTo>
                  <a:pt x="25908" y="27432"/>
                </a:lnTo>
                <a:lnTo>
                  <a:pt x="25908" y="347472"/>
                </a:lnTo>
                <a:lnTo>
                  <a:pt x="335483" y="347472"/>
                </a:lnTo>
                <a:lnTo>
                  <a:pt x="335841" y="358140"/>
                </a:lnTo>
                <a:lnTo>
                  <a:pt x="25908" y="358140"/>
                </a:lnTo>
                <a:lnTo>
                  <a:pt x="25908" y="379476"/>
                </a:lnTo>
                <a:lnTo>
                  <a:pt x="0" y="390144"/>
                </a:lnTo>
                <a:close/>
              </a:path>
              <a:path w="347979" h="390525">
                <a:moveTo>
                  <a:pt x="335483" y="347472"/>
                </a:moveTo>
                <a:lnTo>
                  <a:pt x="310895" y="347472"/>
                </a:lnTo>
                <a:lnTo>
                  <a:pt x="310895" y="27432"/>
                </a:lnTo>
                <a:lnTo>
                  <a:pt x="342246" y="27432"/>
                </a:lnTo>
                <a:lnTo>
                  <a:pt x="335280" y="33528"/>
                </a:lnTo>
                <a:lnTo>
                  <a:pt x="335367" y="339137"/>
                </a:lnTo>
                <a:lnTo>
                  <a:pt x="335483" y="347472"/>
                </a:lnTo>
                <a:close/>
              </a:path>
              <a:path w="347979" h="390525">
                <a:moveTo>
                  <a:pt x="176784" y="134112"/>
                </a:moveTo>
                <a:lnTo>
                  <a:pt x="152400" y="134112"/>
                </a:lnTo>
                <a:lnTo>
                  <a:pt x="152307" y="76200"/>
                </a:lnTo>
                <a:lnTo>
                  <a:pt x="152209" y="69532"/>
                </a:lnTo>
                <a:lnTo>
                  <a:pt x="151757" y="57364"/>
                </a:lnTo>
                <a:lnTo>
                  <a:pt x="150876" y="44196"/>
                </a:lnTo>
                <a:lnTo>
                  <a:pt x="193548" y="62484"/>
                </a:lnTo>
                <a:lnTo>
                  <a:pt x="176784" y="76200"/>
                </a:lnTo>
                <a:lnTo>
                  <a:pt x="176784" y="134112"/>
                </a:lnTo>
                <a:close/>
              </a:path>
              <a:path w="347979" h="390525">
                <a:moveTo>
                  <a:pt x="60960" y="149352"/>
                </a:moveTo>
                <a:lnTo>
                  <a:pt x="45720" y="134112"/>
                </a:lnTo>
                <a:lnTo>
                  <a:pt x="237744" y="134112"/>
                </a:lnTo>
                <a:lnTo>
                  <a:pt x="260604" y="111252"/>
                </a:lnTo>
                <a:lnTo>
                  <a:pt x="294132" y="144780"/>
                </a:lnTo>
                <a:lnTo>
                  <a:pt x="102108" y="144780"/>
                </a:lnTo>
                <a:lnTo>
                  <a:pt x="90963" y="145065"/>
                </a:lnTo>
                <a:lnTo>
                  <a:pt x="80391" y="145923"/>
                </a:lnTo>
                <a:lnTo>
                  <a:pt x="70389" y="147351"/>
                </a:lnTo>
                <a:lnTo>
                  <a:pt x="60960" y="149352"/>
                </a:lnTo>
                <a:close/>
              </a:path>
              <a:path w="347979" h="390525">
                <a:moveTo>
                  <a:pt x="50292" y="323088"/>
                </a:moveTo>
                <a:lnTo>
                  <a:pt x="47244" y="318516"/>
                </a:lnTo>
                <a:lnTo>
                  <a:pt x="69199" y="304180"/>
                </a:lnTo>
                <a:lnTo>
                  <a:pt x="89154" y="288417"/>
                </a:lnTo>
                <a:lnTo>
                  <a:pt x="121920" y="251459"/>
                </a:lnTo>
                <a:lnTo>
                  <a:pt x="143446" y="204406"/>
                </a:lnTo>
                <a:lnTo>
                  <a:pt x="152400" y="144780"/>
                </a:lnTo>
                <a:lnTo>
                  <a:pt x="176784" y="144780"/>
                </a:lnTo>
                <a:lnTo>
                  <a:pt x="176522" y="155924"/>
                </a:lnTo>
                <a:lnTo>
                  <a:pt x="175831" y="166497"/>
                </a:lnTo>
                <a:lnTo>
                  <a:pt x="174855" y="176498"/>
                </a:lnTo>
                <a:lnTo>
                  <a:pt x="173736" y="185928"/>
                </a:lnTo>
                <a:lnTo>
                  <a:pt x="187846" y="195072"/>
                </a:lnTo>
                <a:lnTo>
                  <a:pt x="172212" y="195072"/>
                </a:lnTo>
                <a:lnTo>
                  <a:pt x="165592" y="215098"/>
                </a:lnTo>
                <a:lnTo>
                  <a:pt x="156972" y="234124"/>
                </a:lnTo>
                <a:lnTo>
                  <a:pt x="132588" y="269747"/>
                </a:lnTo>
                <a:lnTo>
                  <a:pt x="97155" y="299275"/>
                </a:lnTo>
                <a:lnTo>
                  <a:pt x="75152" y="311967"/>
                </a:lnTo>
                <a:lnTo>
                  <a:pt x="50292" y="323088"/>
                </a:lnTo>
                <a:close/>
              </a:path>
              <a:path w="347979" h="390525">
                <a:moveTo>
                  <a:pt x="257556" y="307847"/>
                </a:moveTo>
                <a:lnTo>
                  <a:pt x="256032" y="307847"/>
                </a:lnTo>
                <a:lnTo>
                  <a:pt x="252317" y="306157"/>
                </a:lnTo>
                <a:lnTo>
                  <a:pt x="248031" y="301180"/>
                </a:lnTo>
                <a:lnTo>
                  <a:pt x="243173" y="293060"/>
                </a:lnTo>
                <a:lnTo>
                  <a:pt x="237744" y="281940"/>
                </a:lnTo>
                <a:lnTo>
                  <a:pt x="228576" y="263652"/>
                </a:lnTo>
                <a:lnTo>
                  <a:pt x="214693" y="243078"/>
                </a:lnTo>
                <a:lnTo>
                  <a:pt x="195953" y="220218"/>
                </a:lnTo>
                <a:lnTo>
                  <a:pt x="172212" y="195072"/>
                </a:lnTo>
                <a:lnTo>
                  <a:pt x="187846" y="195072"/>
                </a:lnTo>
                <a:lnTo>
                  <a:pt x="233100" y="226861"/>
                </a:lnTo>
                <a:lnTo>
                  <a:pt x="262699" y="257937"/>
                </a:lnTo>
                <a:lnTo>
                  <a:pt x="269748" y="275844"/>
                </a:lnTo>
                <a:lnTo>
                  <a:pt x="269748" y="294132"/>
                </a:lnTo>
                <a:lnTo>
                  <a:pt x="265176" y="300228"/>
                </a:lnTo>
                <a:lnTo>
                  <a:pt x="257556" y="307847"/>
                </a:lnTo>
                <a:close/>
              </a:path>
              <a:path w="347979" h="390525">
                <a:moveTo>
                  <a:pt x="310895" y="387096"/>
                </a:moveTo>
                <a:lnTo>
                  <a:pt x="310895" y="358140"/>
                </a:lnTo>
                <a:lnTo>
                  <a:pt x="335841" y="358140"/>
                </a:lnTo>
                <a:lnTo>
                  <a:pt x="335922" y="360568"/>
                </a:lnTo>
                <a:lnTo>
                  <a:pt x="336804" y="374904"/>
                </a:lnTo>
                <a:lnTo>
                  <a:pt x="310895" y="38709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</a:endParaRPr>
          </a:p>
        </p:txBody>
      </p:sp>
      <p:sp>
        <p:nvSpPr>
          <p:cNvPr id="37" name="object 37"/>
          <p:cNvSpPr/>
          <p:nvPr/>
        </p:nvSpPr>
        <p:spPr>
          <a:xfrm>
            <a:off x="8609076" y="3380232"/>
            <a:ext cx="401320" cy="410209"/>
          </a:xfrm>
          <a:custGeom>
            <a:avLst/>
            <a:gdLst/>
            <a:ahLst/>
            <a:cxnLst/>
            <a:rect l="l" t="t" r="r" b="b"/>
            <a:pathLst>
              <a:path w="401320" h="410210">
                <a:moveTo>
                  <a:pt x="211836" y="47243"/>
                </a:moveTo>
                <a:lnTo>
                  <a:pt x="187452" y="47243"/>
                </a:lnTo>
                <a:lnTo>
                  <a:pt x="187330" y="25907"/>
                </a:lnTo>
                <a:lnTo>
                  <a:pt x="187261" y="20764"/>
                </a:lnTo>
                <a:lnTo>
                  <a:pt x="186809" y="9739"/>
                </a:lnTo>
                <a:lnTo>
                  <a:pt x="185928" y="0"/>
                </a:lnTo>
                <a:lnTo>
                  <a:pt x="227076" y="15239"/>
                </a:lnTo>
                <a:lnTo>
                  <a:pt x="211836" y="25907"/>
                </a:lnTo>
                <a:lnTo>
                  <a:pt x="211836" y="47243"/>
                </a:lnTo>
                <a:close/>
              </a:path>
              <a:path w="401320" h="410210">
                <a:moveTo>
                  <a:pt x="51816" y="62483"/>
                </a:moveTo>
                <a:lnTo>
                  <a:pt x="36576" y="47243"/>
                </a:lnTo>
                <a:lnTo>
                  <a:pt x="315467" y="47243"/>
                </a:lnTo>
                <a:lnTo>
                  <a:pt x="338328" y="25907"/>
                </a:lnTo>
                <a:lnTo>
                  <a:pt x="370332" y="57912"/>
                </a:lnTo>
                <a:lnTo>
                  <a:pt x="92964" y="57912"/>
                </a:lnTo>
                <a:lnTo>
                  <a:pt x="81819" y="58197"/>
                </a:lnTo>
                <a:lnTo>
                  <a:pt x="71247" y="59055"/>
                </a:lnTo>
                <a:lnTo>
                  <a:pt x="61245" y="60483"/>
                </a:lnTo>
                <a:lnTo>
                  <a:pt x="51816" y="62483"/>
                </a:lnTo>
                <a:close/>
              </a:path>
              <a:path w="401320" h="410210">
                <a:moveTo>
                  <a:pt x="211836" y="96012"/>
                </a:moveTo>
                <a:lnTo>
                  <a:pt x="187452" y="96012"/>
                </a:lnTo>
                <a:lnTo>
                  <a:pt x="187452" y="57912"/>
                </a:lnTo>
                <a:lnTo>
                  <a:pt x="211836" y="57912"/>
                </a:lnTo>
                <a:lnTo>
                  <a:pt x="211836" y="96012"/>
                </a:lnTo>
                <a:close/>
              </a:path>
              <a:path w="401320" h="410210">
                <a:moveTo>
                  <a:pt x="82296" y="111251"/>
                </a:moveTo>
                <a:lnTo>
                  <a:pt x="67056" y="96012"/>
                </a:lnTo>
                <a:lnTo>
                  <a:pt x="284988" y="96012"/>
                </a:lnTo>
                <a:lnTo>
                  <a:pt x="309372" y="76200"/>
                </a:lnTo>
                <a:lnTo>
                  <a:pt x="336804" y="105155"/>
                </a:lnTo>
                <a:lnTo>
                  <a:pt x="124968" y="105155"/>
                </a:lnTo>
                <a:lnTo>
                  <a:pt x="113799" y="105679"/>
                </a:lnTo>
                <a:lnTo>
                  <a:pt x="103060" y="107060"/>
                </a:lnTo>
                <a:lnTo>
                  <a:pt x="92606" y="109013"/>
                </a:lnTo>
                <a:lnTo>
                  <a:pt x="82296" y="111251"/>
                </a:lnTo>
                <a:close/>
              </a:path>
              <a:path w="401320" h="410210">
                <a:moveTo>
                  <a:pt x="211836" y="144779"/>
                </a:moveTo>
                <a:lnTo>
                  <a:pt x="187452" y="144779"/>
                </a:lnTo>
                <a:lnTo>
                  <a:pt x="187452" y="105155"/>
                </a:lnTo>
                <a:lnTo>
                  <a:pt x="211836" y="105155"/>
                </a:lnTo>
                <a:lnTo>
                  <a:pt x="211836" y="144779"/>
                </a:lnTo>
                <a:close/>
              </a:path>
              <a:path w="401320" h="410210">
                <a:moveTo>
                  <a:pt x="15240" y="160019"/>
                </a:moveTo>
                <a:lnTo>
                  <a:pt x="0" y="144779"/>
                </a:lnTo>
                <a:lnTo>
                  <a:pt x="345948" y="144779"/>
                </a:lnTo>
                <a:lnTo>
                  <a:pt x="371856" y="123443"/>
                </a:lnTo>
                <a:lnTo>
                  <a:pt x="400812" y="153923"/>
                </a:lnTo>
                <a:lnTo>
                  <a:pt x="56388" y="153923"/>
                </a:lnTo>
                <a:lnTo>
                  <a:pt x="45886" y="154447"/>
                </a:lnTo>
                <a:lnTo>
                  <a:pt x="35242" y="155828"/>
                </a:lnTo>
                <a:lnTo>
                  <a:pt x="24884" y="157781"/>
                </a:lnTo>
                <a:lnTo>
                  <a:pt x="15240" y="160019"/>
                </a:lnTo>
                <a:close/>
              </a:path>
              <a:path w="401320" h="410210">
                <a:moveTo>
                  <a:pt x="88392" y="234695"/>
                </a:moveTo>
                <a:lnTo>
                  <a:pt x="71628" y="202691"/>
                </a:lnTo>
                <a:lnTo>
                  <a:pt x="81033" y="200739"/>
                </a:lnTo>
                <a:lnTo>
                  <a:pt x="90868" y="197357"/>
                </a:lnTo>
                <a:lnTo>
                  <a:pt x="132969" y="172402"/>
                </a:lnTo>
                <a:lnTo>
                  <a:pt x="152400" y="153923"/>
                </a:lnTo>
                <a:lnTo>
                  <a:pt x="166116" y="153923"/>
                </a:lnTo>
                <a:lnTo>
                  <a:pt x="187452" y="166115"/>
                </a:lnTo>
                <a:lnTo>
                  <a:pt x="179998" y="168735"/>
                </a:lnTo>
                <a:lnTo>
                  <a:pt x="171259" y="172211"/>
                </a:lnTo>
                <a:lnTo>
                  <a:pt x="161091" y="176831"/>
                </a:lnTo>
                <a:lnTo>
                  <a:pt x="149352" y="182879"/>
                </a:lnTo>
                <a:lnTo>
                  <a:pt x="135897" y="188618"/>
                </a:lnTo>
                <a:lnTo>
                  <a:pt x="122872" y="194500"/>
                </a:lnTo>
                <a:lnTo>
                  <a:pt x="110132" y="200667"/>
                </a:lnTo>
                <a:lnTo>
                  <a:pt x="97536" y="207263"/>
                </a:lnTo>
                <a:lnTo>
                  <a:pt x="246472" y="207263"/>
                </a:lnTo>
                <a:lnTo>
                  <a:pt x="241152" y="210311"/>
                </a:lnTo>
                <a:lnTo>
                  <a:pt x="210312" y="210311"/>
                </a:lnTo>
                <a:lnTo>
                  <a:pt x="189666" y="211740"/>
                </a:lnTo>
                <a:lnTo>
                  <a:pt x="170878" y="213740"/>
                </a:lnTo>
                <a:lnTo>
                  <a:pt x="153519" y="216312"/>
                </a:lnTo>
                <a:lnTo>
                  <a:pt x="137160" y="219455"/>
                </a:lnTo>
                <a:lnTo>
                  <a:pt x="122896" y="222051"/>
                </a:lnTo>
                <a:lnTo>
                  <a:pt x="109918" y="225361"/>
                </a:lnTo>
                <a:lnTo>
                  <a:pt x="98369" y="229528"/>
                </a:lnTo>
                <a:lnTo>
                  <a:pt x="88392" y="234695"/>
                </a:lnTo>
                <a:close/>
              </a:path>
              <a:path w="401320" h="410210">
                <a:moveTo>
                  <a:pt x="246472" y="207263"/>
                </a:moveTo>
                <a:lnTo>
                  <a:pt x="97536" y="207263"/>
                </a:lnTo>
                <a:lnTo>
                  <a:pt x="217932" y="201167"/>
                </a:lnTo>
                <a:lnTo>
                  <a:pt x="227695" y="193119"/>
                </a:lnTo>
                <a:lnTo>
                  <a:pt x="236601" y="184784"/>
                </a:lnTo>
                <a:lnTo>
                  <a:pt x="244935" y="175879"/>
                </a:lnTo>
                <a:lnTo>
                  <a:pt x="252984" y="166115"/>
                </a:lnTo>
                <a:lnTo>
                  <a:pt x="283464" y="190499"/>
                </a:lnTo>
                <a:lnTo>
                  <a:pt x="274320" y="193667"/>
                </a:lnTo>
                <a:lnTo>
                  <a:pt x="262890" y="198691"/>
                </a:lnTo>
                <a:lnTo>
                  <a:pt x="249174" y="205716"/>
                </a:lnTo>
                <a:lnTo>
                  <a:pt x="246472" y="207263"/>
                </a:lnTo>
                <a:close/>
              </a:path>
              <a:path w="401320" h="410210">
                <a:moveTo>
                  <a:pt x="76200" y="310895"/>
                </a:moveTo>
                <a:lnTo>
                  <a:pt x="59436" y="277367"/>
                </a:lnTo>
                <a:lnTo>
                  <a:pt x="69699" y="275391"/>
                </a:lnTo>
                <a:lnTo>
                  <a:pt x="82105" y="271843"/>
                </a:lnTo>
                <a:lnTo>
                  <a:pt x="131659" y="252317"/>
                </a:lnTo>
                <a:lnTo>
                  <a:pt x="180284" y="227171"/>
                </a:lnTo>
                <a:lnTo>
                  <a:pt x="210312" y="210311"/>
                </a:lnTo>
                <a:lnTo>
                  <a:pt x="241152" y="210311"/>
                </a:lnTo>
                <a:lnTo>
                  <a:pt x="233172" y="214883"/>
                </a:lnTo>
                <a:lnTo>
                  <a:pt x="212288" y="227409"/>
                </a:lnTo>
                <a:lnTo>
                  <a:pt x="186118" y="241934"/>
                </a:lnTo>
                <a:lnTo>
                  <a:pt x="154519" y="258175"/>
                </a:lnTo>
                <a:lnTo>
                  <a:pt x="117348" y="275843"/>
                </a:lnTo>
                <a:lnTo>
                  <a:pt x="272796" y="275843"/>
                </a:lnTo>
                <a:lnTo>
                  <a:pt x="211836" y="283463"/>
                </a:lnTo>
                <a:lnTo>
                  <a:pt x="211836" y="284987"/>
                </a:lnTo>
                <a:lnTo>
                  <a:pt x="187452" y="284987"/>
                </a:lnTo>
                <a:lnTo>
                  <a:pt x="136969" y="292988"/>
                </a:lnTo>
                <a:lnTo>
                  <a:pt x="99345" y="301251"/>
                </a:lnTo>
                <a:lnTo>
                  <a:pt x="83343" y="307490"/>
                </a:lnTo>
                <a:lnTo>
                  <a:pt x="76200" y="310895"/>
                </a:lnTo>
                <a:close/>
              </a:path>
              <a:path w="401320" h="410210">
                <a:moveTo>
                  <a:pt x="272796" y="275843"/>
                </a:moveTo>
                <a:lnTo>
                  <a:pt x="117348" y="275843"/>
                </a:lnTo>
                <a:lnTo>
                  <a:pt x="289560" y="263651"/>
                </a:lnTo>
                <a:lnTo>
                  <a:pt x="281273" y="254507"/>
                </a:lnTo>
                <a:lnTo>
                  <a:pt x="272415" y="245363"/>
                </a:lnTo>
                <a:lnTo>
                  <a:pt x="262985" y="236219"/>
                </a:lnTo>
                <a:lnTo>
                  <a:pt x="252984" y="227075"/>
                </a:lnTo>
                <a:lnTo>
                  <a:pt x="257556" y="222503"/>
                </a:lnTo>
                <a:lnTo>
                  <a:pt x="291655" y="239839"/>
                </a:lnTo>
                <a:lnTo>
                  <a:pt x="324326" y="262889"/>
                </a:lnTo>
                <a:lnTo>
                  <a:pt x="331724" y="272795"/>
                </a:lnTo>
                <a:lnTo>
                  <a:pt x="297179" y="272795"/>
                </a:lnTo>
                <a:lnTo>
                  <a:pt x="272796" y="275843"/>
                </a:lnTo>
                <a:close/>
              </a:path>
              <a:path w="401320" h="410210">
                <a:moveTo>
                  <a:pt x="324612" y="307847"/>
                </a:moveTo>
                <a:lnTo>
                  <a:pt x="320040" y="307847"/>
                </a:lnTo>
                <a:lnTo>
                  <a:pt x="316991" y="304799"/>
                </a:lnTo>
                <a:lnTo>
                  <a:pt x="313943" y="298703"/>
                </a:lnTo>
                <a:lnTo>
                  <a:pt x="309610" y="291869"/>
                </a:lnTo>
                <a:lnTo>
                  <a:pt x="305441" y="284987"/>
                </a:lnTo>
                <a:lnTo>
                  <a:pt x="301513" y="278772"/>
                </a:lnTo>
                <a:lnTo>
                  <a:pt x="297179" y="272795"/>
                </a:lnTo>
                <a:lnTo>
                  <a:pt x="331724" y="272795"/>
                </a:lnTo>
                <a:lnTo>
                  <a:pt x="333470" y="276605"/>
                </a:lnTo>
                <a:lnTo>
                  <a:pt x="333756" y="283463"/>
                </a:lnTo>
                <a:lnTo>
                  <a:pt x="333660" y="292988"/>
                </a:lnTo>
                <a:lnTo>
                  <a:pt x="332232" y="298703"/>
                </a:lnTo>
                <a:lnTo>
                  <a:pt x="329184" y="301751"/>
                </a:lnTo>
                <a:lnTo>
                  <a:pt x="326136" y="306323"/>
                </a:lnTo>
                <a:lnTo>
                  <a:pt x="324612" y="307847"/>
                </a:lnTo>
                <a:close/>
              </a:path>
              <a:path w="401320" h="410210">
                <a:moveTo>
                  <a:pt x="211651" y="370332"/>
                </a:moveTo>
                <a:lnTo>
                  <a:pt x="182880" y="370332"/>
                </a:lnTo>
                <a:lnTo>
                  <a:pt x="187452" y="365760"/>
                </a:lnTo>
                <a:lnTo>
                  <a:pt x="187452" y="284987"/>
                </a:lnTo>
                <a:lnTo>
                  <a:pt x="211836" y="284987"/>
                </a:lnTo>
                <a:lnTo>
                  <a:pt x="211836" y="368808"/>
                </a:lnTo>
                <a:lnTo>
                  <a:pt x="211651" y="370332"/>
                </a:lnTo>
                <a:close/>
              </a:path>
              <a:path w="401320" h="410210">
                <a:moveTo>
                  <a:pt x="12192" y="400812"/>
                </a:moveTo>
                <a:lnTo>
                  <a:pt x="7620" y="396240"/>
                </a:lnTo>
                <a:lnTo>
                  <a:pt x="26217" y="385667"/>
                </a:lnTo>
                <a:lnTo>
                  <a:pt x="43243" y="374523"/>
                </a:lnTo>
                <a:lnTo>
                  <a:pt x="73152" y="350520"/>
                </a:lnTo>
                <a:lnTo>
                  <a:pt x="108513" y="315587"/>
                </a:lnTo>
                <a:lnTo>
                  <a:pt x="117348" y="304799"/>
                </a:lnTo>
                <a:lnTo>
                  <a:pt x="147828" y="332232"/>
                </a:lnTo>
                <a:lnTo>
                  <a:pt x="137255" y="334184"/>
                </a:lnTo>
                <a:lnTo>
                  <a:pt x="123825" y="339852"/>
                </a:lnTo>
                <a:lnTo>
                  <a:pt x="107537" y="348948"/>
                </a:lnTo>
                <a:lnTo>
                  <a:pt x="68127" y="374022"/>
                </a:lnTo>
                <a:lnTo>
                  <a:pt x="48577" y="385000"/>
                </a:lnTo>
                <a:lnTo>
                  <a:pt x="29884" y="393977"/>
                </a:lnTo>
                <a:lnTo>
                  <a:pt x="12192" y="400812"/>
                </a:lnTo>
                <a:close/>
              </a:path>
              <a:path w="401320" h="410210">
                <a:moveTo>
                  <a:pt x="356616" y="399288"/>
                </a:moveTo>
                <a:lnTo>
                  <a:pt x="351782" y="398168"/>
                </a:lnTo>
                <a:lnTo>
                  <a:pt x="346519" y="394906"/>
                </a:lnTo>
                <a:lnTo>
                  <a:pt x="340971" y="389643"/>
                </a:lnTo>
                <a:lnTo>
                  <a:pt x="335280" y="382524"/>
                </a:lnTo>
                <a:lnTo>
                  <a:pt x="321897" y="368165"/>
                </a:lnTo>
                <a:lnTo>
                  <a:pt x="302514" y="352234"/>
                </a:lnTo>
                <a:lnTo>
                  <a:pt x="277415" y="334303"/>
                </a:lnTo>
                <a:lnTo>
                  <a:pt x="246888" y="313943"/>
                </a:lnTo>
                <a:lnTo>
                  <a:pt x="249936" y="309371"/>
                </a:lnTo>
                <a:lnTo>
                  <a:pt x="305181" y="331089"/>
                </a:lnTo>
                <a:lnTo>
                  <a:pt x="349877" y="351901"/>
                </a:lnTo>
                <a:lnTo>
                  <a:pt x="365760" y="379476"/>
                </a:lnTo>
                <a:lnTo>
                  <a:pt x="364236" y="387096"/>
                </a:lnTo>
                <a:lnTo>
                  <a:pt x="362712" y="391668"/>
                </a:lnTo>
                <a:lnTo>
                  <a:pt x="359664" y="397764"/>
                </a:lnTo>
                <a:lnTo>
                  <a:pt x="356616" y="399288"/>
                </a:lnTo>
                <a:close/>
              </a:path>
              <a:path w="401320" h="410210">
                <a:moveTo>
                  <a:pt x="172212" y="409956"/>
                </a:moveTo>
                <a:lnTo>
                  <a:pt x="167925" y="398240"/>
                </a:lnTo>
                <a:lnTo>
                  <a:pt x="157353" y="388239"/>
                </a:lnTo>
                <a:lnTo>
                  <a:pt x="140493" y="379952"/>
                </a:lnTo>
                <a:lnTo>
                  <a:pt x="117348" y="373380"/>
                </a:lnTo>
                <a:lnTo>
                  <a:pt x="117348" y="367284"/>
                </a:lnTo>
                <a:lnTo>
                  <a:pt x="168140" y="370070"/>
                </a:lnTo>
                <a:lnTo>
                  <a:pt x="175260" y="370332"/>
                </a:lnTo>
                <a:lnTo>
                  <a:pt x="211651" y="370332"/>
                </a:lnTo>
                <a:lnTo>
                  <a:pt x="210145" y="382738"/>
                </a:lnTo>
                <a:lnTo>
                  <a:pt x="202882" y="394525"/>
                </a:lnTo>
                <a:lnTo>
                  <a:pt x="190190" y="403740"/>
                </a:lnTo>
                <a:lnTo>
                  <a:pt x="172212" y="40995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</a:endParaRPr>
          </a:p>
        </p:txBody>
      </p:sp>
      <p:pic>
        <p:nvPicPr>
          <p:cNvPr id="38" name="object 38"/>
          <p:cNvPicPr/>
          <p:nvPr/>
        </p:nvPicPr>
        <p:blipFill>
          <a:blip r:embed="rId5" cstate="print"/>
          <a:stretch>
            <a:fillRect/>
          </a:stretch>
        </p:blipFill>
        <p:spPr>
          <a:xfrm>
            <a:off x="9087611" y="3643312"/>
            <a:ext cx="70104" cy="117919"/>
          </a:xfrm>
          <a:prstGeom prst="rect">
            <a:avLst/>
          </a:prstGeom>
        </p:spPr>
      </p:pic>
      <p:sp>
        <p:nvSpPr>
          <p:cNvPr id="39" name="object 39"/>
          <p:cNvSpPr/>
          <p:nvPr/>
        </p:nvSpPr>
        <p:spPr>
          <a:xfrm>
            <a:off x="2129027" y="3878579"/>
            <a:ext cx="131445" cy="428625"/>
          </a:xfrm>
          <a:custGeom>
            <a:avLst/>
            <a:gdLst/>
            <a:ahLst/>
            <a:cxnLst/>
            <a:rect l="l" t="t" r="r" b="b"/>
            <a:pathLst>
              <a:path w="131444" h="428625">
                <a:moveTo>
                  <a:pt x="131063" y="428243"/>
                </a:moveTo>
                <a:lnTo>
                  <a:pt x="82295" y="428243"/>
                </a:lnTo>
                <a:lnTo>
                  <a:pt x="64007" y="405098"/>
                </a:lnTo>
                <a:lnTo>
                  <a:pt x="34289" y="357092"/>
                </a:lnTo>
                <a:lnTo>
                  <a:pt x="12858" y="305942"/>
                </a:lnTo>
                <a:lnTo>
                  <a:pt x="1428" y="246506"/>
                </a:lnTo>
                <a:lnTo>
                  <a:pt x="0" y="213360"/>
                </a:lnTo>
                <a:lnTo>
                  <a:pt x="1404" y="181094"/>
                </a:lnTo>
                <a:lnTo>
                  <a:pt x="12215" y="122277"/>
                </a:lnTo>
                <a:lnTo>
                  <a:pt x="33647" y="71151"/>
                </a:lnTo>
                <a:lnTo>
                  <a:pt x="63984" y="23145"/>
                </a:lnTo>
                <a:lnTo>
                  <a:pt x="82295" y="0"/>
                </a:lnTo>
                <a:lnTo>
                  <a:pt x="131063" y="0"/>
                </a:lnTo>
                <a:lnTo>
                  <a:pt x="131063" y="1524"/>
                </a:lnTo>
                <a:lnTo>
                  <a:pt x="122824" y="9810"/>
                </a:lnTo>
                <a:lnTo>
                  <a:pt x="114299" y="18668"/>
                </a:lnTo>
                <a:lnTo>
                  <a:pt x="89796" y="48934"/>
                </a:lnTo>
                <a:lnTo>
                  <a:pt x="68579" y="86867"/>
                </a:lnTo>
                <a:lnTo>
                  <a:pt x="51220" y="130587"/>
                </a:lnTo>
                <a:lnTo>
                  <a:pt x="40385" y="179260"/>
                </a:lnTo>
                <a:lnTo>
                  <a:pt x="38099" y="213360"/>
                </a:lnTo>
                <a:lnTo>
                  <a:pt x="38671" y="232005"/>
                </a:lnTo>
                <a:lnTo>
                  <a:pt x="47243" y="281939"/>
                </a:lnTo>
                <a:lnTo>
                  <a:pt x="62031" y="326516"/>
                </a:lnTo>
                <a:lnTo>
                  <a:pt x="81914" y="366140"/>
                </a:lnTo>
                <a:lnTo>
                  <a:pt x="106418" y="399478"/>
                </a:lnTo>
                <a:lnTo>
                  <a:pt x="131063" y="425195"/>
                </a:lnTo>
                <a:lnTo>
                  <a:pt x="131063" y="42824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</a:endParaRPr>
          </a:p>
        </p:txBody>
      </p:sp>
      <p:sp>
        <p:nvSpPr>
          <p:cNvPr id="40" name="object 40"/>
          <p:cNvSpPr/>
          <p:nvPr/>
        </p:nvSpPr>
        <p:spPr>
          <a:xfrm>
            <a:off x="2305812" y="3878579"/>
            <a:ext cx="1089660" cy="428625"/>
          </a:xfrm>
          <a:custGeom>
            <a:avLst/>
            <a:gdLst/>
            <a:ahLst/>
            <a:cxnLst/>
            <a:rect l="l" t="t" r="r" b="b"/>
            <a:pathLst>
              <a:path w="1089660" h="428625">
                <a:moveTo>
                  <a:pt x="316992" y="178308"/>
                </a:moveTo>
                <a:lnTo>
                  <a:pt x="312420" y="137160"/>
                </a:lnTo>
                <a:lnTo>
                  <a:pt x="291465" y="104546"/>
                </a:lnTo>
                <a:lnTo>
                  <a:pt x="253098" y="88684"/>
                </a:lnTo>
                <a:lnTo>
                  <a:pt x="245364" y="88392"/>
                </a:lnTo>
                <a:lnTo>
                  <a:pt x="235331" y="89204"/>
                </a:lnTo>
                <a:lnTo>
                  <a:pt x="198323" y="105346"/>
                </a:lnTo>
                <a:lnTo>
                  <a:pt x="170688" y="131064"/>
                </a:lnTo>
                <a:lnTo>
                  <a:pt x="166446" y="120497"/>
                </a:lnTo>
                <a:lnTo>
                  <a:pt x="137769" y="94183"/>
                </a:lnTo>
                <a:lnTo>
                  <a:pt x="108204" y="88392"/>
                </a:lnTo>
                <a:lnTo>
                  <a:pt x="99072" y="88963"/>
                </a:lnTo>
                <a:lnTo>
                  <a:pt x="57150" y="108013"/>
                </a:lnTo>
                <a:lnTo>
                  <a:pt x="41148" y="121920"/>
                </a:lnTo>
                <a:lnTo>
                  <a:pt x="41148" y="96012"/>
                </a:lnTo>
                <a:lnTo>
                  <a:pt x="0" y="96012"/>
                </a:lnTo>
                <a:lnTo>
                  <a:pt x="0" y="338328"/>
                </a:lnTo>
                <a:lnTo>
                  <a:pt x="41148" y="338328"/>
                </a:lnTo>
                <a:lnTo>
                  <a:pt x="41148" y="156972"/>
                </a:lnTo>
                <a:lnTo>
                  <a:pt x="48018" y="150647"/>
                </a:lnTo>
                <a:lnTo>
                  <a:pt x="83820" y="129540"/>
                </a:lnTo>
                <a:lnTo>
                  <a:pt x="97536" y="128016"/>
                </a:lnTo>
                <a:lnTo>
                  <a:pt x="106680" y="128016"/>
                </a:lnTo>
                <a:lnTo>
                  <a:pt x="131064" y="144780"/>
                </a:lnTo>
                <a:lnTo>
                  <a:pt x="134112" y="149352"/>
                </a:lnTo>
                <a:lnTo>
                  <a:pt x="135636" y="156972"/>
                </a:lnTo>
                <a:lnTo>
                  <a:pt x="137160" y="166116"/>
                </a:lnTo>
                <a:lnTo>
                  <a:pt x="137388" y="173913"/>
                </a:lnTo>
                <a:lnTo>
                  <a:pt x="138442" y="189484"/>
                </a:lnTo>
                <a:lnTo>
                  <a:pt x="138684" y="198120"/>
                </a:lnTo>
                <a:lnTo>
                  <a:pt x="138684" y="338328"/>
                </a:lnTo>
                <a:lnTo>
                  <a:pt x="179832" y="338328"/>
                </a:lnTo>
                <a:lnTo>
                  <a:pt x="179832" y="169164"/>
                </a:lnTo>
                <a:lnTo>
                  <a:pt x="178308" y="166116"/>
                </a:lnTo>
                <a:lnTo>
                  <a:pt x="178308" y="156972"/>
                </a:lnTo>
                <a:lnTo>
                  <a:pt x="186067" y="150431"/>
                </a:lnTo>
                <a:lnTo>
                  <a:pt x="193548" y="144589"/>
                </a:lnTo>
                <a:lnTo>
                  <a:pt x="201015" y="139623"/>
                </a:lnTo>
                <a:lnTo>
                  <a:pt x="208788" y="135636"/>
                </a:lnTo>
                <a:lnTo>
                  <a:pt x="215620" y="131876"/>
                </a:lnTo>
                <a:lnTo>
                  <a:pt x="222313" y="129540"/>
                </a:lnTo>
                <a:lnTo>
                  <a:pt x="228714" y="128358"/>
                </a:lnTo>
                <a:lnTo>
                  <a:pt x="234696" y="128016"/>
                </a:lnTo>
                <a:lnTo>
                  <a:pt x="243840" y="128016"/>
                </a:lnTo>
                <a:lnTo>
                  <a:pt x="269748" y="144780"/>
                </a:lnTo>
                <a:lnTo>
                  <a:pt x="272796" y="149352"/>
                </a:lnTo>
                <a:lnTo>
                  <a:pt x="274320" y="156972"/>
                </a:lnTo>
                <a:lnTo>
                  <a:pt x="274320" y="166116"/>
                </a:lnTo>
                <a:lnTo>
                  <a:pt x="275196" y="173913"/>
                </a:lnTo>
                <a:lnTo>
                  <a:pt x="275653" y="181546"/>
                </a:lnTo>
                <a:lnTo>
                  <a:pt x="275818" y="189484"/>
                </a:lnTo>
                <a:lnTo>
                  <a:pt x="275844" y="338328"/>
                </a:lnTo>
                <a:lnTo>
                  <a:pt x="316992" y="338328"/>
                </a:lnTo>
                <a:lnTo>
                  <a:pt x="316992" y="178308"/>
                </a:lnTo>
                <a:close/>
              </a:path>
              <a:path w="1089660" h="428625">
                <a:moveTo>
                  <a:pt x="454152" y="275844"/>
                </a:moveTo>
                <a:lnTo>
                  <a:pt x="399288" y="275844"/>
                </a:lnTo>
                <a:lnTo>
                  <a:pt x="361188" y="419112"/>
                </a:lnTo>
                <a:lnTo>
                  <a:pt x="393179" y="419112"/>
                </a:lnTo>
                <a:lnTo>
                  <a:pt x="454152" y="275844"/>
                </a:lnTo>
                <a:close/>
              </a:path>
              <a:path w="1089660" h="428625">
                <a:moveTo>
                  <a:pt x="803135" y="96012"/>
                </a:moveTo>
                <a:lnTo>
                  <a:pt x="761987" y="96012"/>
                </a:lnTo>
                <a:lnTo>
                  <a:pt x="722363" y="283464"/>
                </a:lnTo>
                <a:lnTo>
                  <a:pt x="662927" y="96012"/>
                </a:lnTo>
                <a:lnTo>
                  <a:pt x="629399" y="96012"/>
                </a:lnTo>
                <a:lnTo>
                  <a:pt x="571487" y="283464"/>
                </a:lnTo>
                <a:lnTo>
                  <a:pt x="528815" y="96012"/>
                </a:lnTo>
                <a:lnTo>
                  <a:pt x="486143" y="96012"/>
                </a:lnTo>
                <a:lnTo>
                  <a:pt x="548627" y="338328"/>
                </a:lnTo>
                <a:lnTo>
                  <a:pt x="586727" y="338328"/>
                </a:lnTo>
                <a:lnTo>
                  <a:pt x="644639" y="150876"/>
                </a:lnTo>
                <a:lnTo>
                  <a:pt x="704075" y="338328"/>
                </a:lnTo>
                <a:lnTo>
                  <a:pt x="742175" y="338328"/>
                </a:lnTo>
                <a:lnTo>
                  <a:pt x="803135" y="96012"/>
                </a:lnTo>
                <a:close/>
              </a:path>
              <a:path w="1089660" h="428625">
                <a:moveTo>
                  <a:pt x="957059" y="213360"/>
                </a:moveTo>
                <a:lnTo>
                  <a:pt x="951534" y="150685"/>
                </a:lnTo>
                <a:lnTo>
                  <a:pt x="935723" y="96012"/>
                </a:lnTo>
                <a:lnTo>
                  <a:pt x="909434" y="46863"/>
                </a:lnTo>
                <a:lnTo>
                  <a:pt x="876287" y="0"/>
                </a:lnTo>
                <a:lnTo>
                  <a:pt x="825995" y="0"/>
                </a:lnTo>
                <a:lnTo>
                  <a:pt x="825995" y="1524"/>
                </a:lnTo>
                <a:lnTo>
                  <a:pt x="834237" y="9817"/>
                </a:lnTo>
                <a:lnTo>
                  <a:pt x="842759" y="18669"/>
                </a:lnTo>
                <a:lnTo>
                  <a:pt x="867511" y="49580"/>
                </a:lnTo>
                <a:lnTo>
                  <a:pt x="890003" y="86868"/>
                </a:lnTo>
                <a:lnTo>
                  <a:pt x="906729" y="130594"/>
                </a:lnTo>
                <a:lnTo>
                  <a:pt x="916863" y="179260"/>
                </a:lnTo>
                <a:lnTo>
                  <a:pt x="918959" y="213360"/>
                </a:lnTo>
                <a:lnTo>
                  <a:pt x="918413" y="231368"/>
                </a:lnTo>
                <a:lnTo>
                  <a:pt x="911339" y="281940"/>
                </a:lnTo>
                <a:lnTo>
                  <a:pt x="896340" y="326517"/>
                </a:lnTo>
                <a:lnTo>
                  <a:pt x="875906" y="366141"/>
                </a:lnTo>
                <a:lnTo>
                  <a:pt x="859523" y="388620"/>
                </a:lnTo>
                <a:lnTo>
                  <a:pt x="851293" y="399478"/>
                </a:lnTo>
                <a:lnTo>
                  <a:pt x="842759" y="409194"/>
                </a:lnTo>
                <a:lnTo>
                  <a:pt x="834237" y="417766"/>
                </a:lnTo>
                <a:lnTo>
                  <a:pt x="825995" y="425196"/>
                </a:lnTo>
                <a:lnTo>
                  <a:pt x="825995" y="428244"/>
                </a:lnTo>
                <a:lnTo>
                  <a:pt x="876287" y="428244"/>
                </a:lnTo>
                <a:lnTo>
                  <a:pt x="894575" y="405104"/>
                </a:lnTo>
                <a:lnTo>
                  <a:pt x="924293" y="357098"/>
                </a:lnTo>
                <a:lnTo>
                  <a:pt x="944854" y="305943"/>
                </a:lnTo>
                <a:lnTo>
                  <a:pt x="955662" y="246507"/>
                </a:lnTo>
                <a:lnTo>
                  <a:pt x="957059" y="213360"/>
                </a:lnTo>
                <a:close/>
              </a:path>
              <a:path w="1089660" h="428625">
                <a:moveTo>
                  <a:pt x="1089660" y="275844"/>
                </a:moveTo>
                <a:lnTo>
                  <a:pt x="1034796" y="275844"/>
                </a:lnTo>
                <a:lnTo>
                  <a:pt x="996696" y="419112"/>
                </a:lnTo>
                <a:lnTo>
                  <a:pt x="1028687" y="419112"/>
                </a:lnTo>
                <a:lnTo>
                  <a:pt x="1089660" y="27584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</a:endParaRPr>
          </a:p>
        </p:txBody>
      </p:sp>
      <p:sp>
        <p:nvSpPr>
          <p:cNvPr id="41" name="object 41"/>
          <p:cNvSpPr/>
          <p:nvPr/>
        </p:nvSpPr>
        <p:spPr>
          <a:xfrm>
            <a:off x="3444239" y="3878579"/>
            <a:ext cx="131445" cy="428625"/>
          </a:xfrm>
          <a:custGeom>
            <a:avLst/>
            <a:gdLst/>
            <a:ahLst/>
            <a:cxnLst/>
            <a:rect l="l" t="t" r="r" b="b"/>
            <a:pathLst>
              <a:path w="131445" h="428625">
                <a:moveTo>
                  <a:pt x="131063" y="428243"/>
                </a:moveTo>
                <a:lnTo>
                  <a:pt x="82295" y="428243"/>
                </a:lnTo>
                <a:lnTo>
                  <a:pt x="64007" y="405098"/>
                </a:lnTo>
                <a:lnTo>
                  <a:pt x="34289" y="357092"/>
                </a:lnTo>
                <a:lnTo>
                  <a:pt x="12858" y="305942"/>
                </a:lnTo>
                <a:lnTo>
                  <a:pt x="1428" y="246506"/>
                </a:lnTo>
                <a:lnTo>
                  <a:pt x="0" y="213360"/>
                </a:lnTo>
                <a:lnTo>
                  <a:pt x="1428" y="181094"/>
                </a:lnTo>
                <a:lnTo>
                  <a:pt x="12858" y="122277"/>
                </a:lnTo>
                <a:lnTo>
                  <a:pt x="34289" y="71151"/>
                </a:lnTo>
                <a:lnTo>
                  <a:pt x="64007" y="23145"/>
                </a:lnTo>
                <a:lnTo>
                  <a:pt x="82295" y="0"/>
                </a:lnTo>
                <a:lnTo>
                  <a:pt x="131063" y="0"/>
                </a:lnTo>
                <a:lnTo>
                  <a:pt x="131063" y="1524"/>
                </a:lnTo>
                <a:lnTo>
                  <a:pt x="122824" y="9810"/>
                </a:lnTo>
                <a:lnTo>
                  <a:pt x="114299" y="18668"/>
                </a:lnTo>
                <a:lnTo>
                  <a:pt x="89796" y="48934"/>
                </a:lnTo>
                <a:lnTo>
                  <a:pt x="68579" y="86867"/>
                </a:lnTo>
                <a:lnTo>
                  <a:pt x="51220" y="130587"/>
                </a:lnTo>
                <a:lnTo>
                  <a:pt x="41147" y="179260"/>
                </a:lnTo>
                <a:lnTo>
                  <a:pt x="39623" y="213360"/>
                </a:lnTo>
                <a:lnTo>
                  <a:pt x="39957" y="232005"/>
                </a:lnTo>
                <a:lnTo>
                  <a:pt x="47243" y="281939"/>
                </a:lnTo>
                <a:lnTo>
                  <a:pt x="62031" y="326516"/>
                </a:lnTo>
                <a:lnTo>
                  <a:pt x="82486" y="366140"/>
                </a:lnTo>
                <a:lnTo>
                  <a:pt x="106418" y="399478"/>
                </a:lnTo>
                <a:lnTo>
                  <a:pt x="131063" y="425195"/>
                </a:lnTo>
                <a:lnTo>
                  <a:pt x="131063" y="42824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</a:endParaRPr>
          </a:p>
        </p:txBody>
      </p:sp>
      <p:sp>
        <p:nvSpPr>
          <p:cNvPr id="42" name="object 42"/>
          <p:cNvSpPr/>
          <p:nvPr/>
        </p:nvSpPr>
        <p:spPr>
          <a:xfrm>
            <a:off x="3621023" y="3966972"/>
            <a:ext cx="317500" cy="250190"/>
          </a:xfrm>
          <a:custGeom>
            <a:avLst/>
            <a:gdLst/>
            <a:ahLst/>
            <a:cxnLst/>
            <a:rect l="l" t="t" r="r" b="b"/>
            <a:pathLst>
              <a:path w="317500" h="250189">
                <a:moveTo>
                  <a:pt x="316991" y="249936"/>
                </a:moveTo>
                <a:lnTo>
                  <a:pt x="275843" y="249936"/>
                </a:lnTo>
                <a:lnTo>
                  <a:pt x="275820" y="101084"/>
                </a:lnTo>
                <a:lnTo>
                  <a:pt x="275653" y="93154"/>
                </a:lnTo>
                <a:lnTo>
                  <a:pt x="275201" y="85510"/>
                </a:lnTo>
                <a:lnTo>
                  <a:pt x="274319" y="77724"/>
                </a:lnTo>
                <a:lnTo>
                  <a:pt x="274319" y="68579"/>
                </a:lnTo>
                <a:lnTo>
                  <a:pt x="272795" y="60960"/>
                </a:lnTo>
                <a:lnTo>
                  <a:pt x="269747" y="56388"/>
                </a:lnTo>
                <a:lnTo>
                  <a:pt x="266699" y="50292"/>
                </a:lnTo>
                <a:lnTo>
                  <a:pt x="262127" y="45719"/>
                </a:lnTo>
                <a:lnTo>
                  <a:pt x="257555" y="42672"/>
                </a:lnTo>
                <a:lnTo>
                  <a:pt x="251459" y="41148"/>
                </a:lnTo>
                <a:lnTo>
                  <a:pt x="243839" y="39624"/>
                </a:lnTo>
                <a:lnTo>
                  <a:pt x="234695" y="39624"/>
                </a:lnTo>
                <a:lnTo>
                  <a:pt x="228719" y="39957"/>
                </a:lnTo>
                <a:lnTo>
                  <a:pt x="222313" y="41147"/>
                </a:lnTo>
                <a:lnTo>
                  <a:pt x="215622" y="43481"/>
                </a:lnTo>
                <a:lnTo>
                  <a:pt x="208787" y="47243"/>
                </a:lnTo>
                <a:lnTo>
                  <a:pt x="201025" y="51220"/>
                </a:lnTo>
                <a:lnTo>
                  <a:pt x="193547" y="56197"/>
                </a:lnTo>
                <a:lnTo>
                  <a:pt x="186070" y="62031"/>
                </a:lnTo>
                <a:lnTo>
                  <a:pt x="178307" y="68579"/>
                </a:lnTo>
                <a:lnTo>
                  <a:pt x="178307" y="77724"/>
                </a:lnTo>
                <a:lnTo>
                  <a:pt x="179831" y="80772"/>
                </a:lnTo>
                <a:lnTo>
                  <a:pt x="179831" y="249936"/>
                </a:lnTo>
                <a:lnTo>
                  <a:pt x="138683" y="249936"/>
                </a:lnTo>
                <a:lnTo>
                  <a:pt x="138683" y="109728"/>
                </a:lnTo>
                <a:lnTo>
                  <a:pt x="138445" y="101084"/>
                </a:lnTo>
                <a:lnTo>
                  <a:pt x="137398" y="85510"/>
                </a:lnTo>
                <a:lnTo>
                  <a:pt x="137159" y="77724"/>
                </a:lnTo>
                <a:lnTo>
                  <a:pt x="135635" y="68579"/>
                </a:lnTo>
                <a:lnTo>
                  <a:pt x="134111" y="60960"/>
                </a:lnTo>
                <a:lnTo>
                  <a:pt x="131063" y="56388"/>
                </a:lnTo>
                <a:lnTo>
                  <a:pt x="129539" y="50292"/>
                </a:lnTo>
                <a:lnTo>
                  <a:pt x="124967" y="45719"/>
                </a:lnTo>
                <a:lnTo>
                  <a:pt x="118871" y="42672"/>
                </a:lnTo>
                <a:lnTo>
                  <a:pt x="114300" y="41148"/>
                </a:lnTo>
                <a:lnTo>
                  <a:pt x="106679" y="39624"/>
                </a:lnTo>
                <a:lnTo>
                  <a:pt x="97536" y="39624"/>
                </a:lnTo>
                <a:lnTo>
                  <a:pt x="55054" y="56769"/>
                </a:lnTo>
                <a:lnTo>
                  <a:pt x="41148" y="68579"/>
                </a:lnTo>
                <a:lnTo>
                  <a:pt x="41148" y="249936"/>
                </a:lnTo>
                <a:lnTo>
                  <a:pt x="0" y="249936"/>
                </a:lnTo>
                <a:lnTo>
                  <a:pt x="0" y="7619"/>
                </a:lnTo>
                <a:lnTo>
                  <a:pt x="41148" y="7619"/>
                </a:lnTo>
                <a:lnTo>
                  <a:pt x="41148" y="33528"/>
                </a:lnTo>
                <a:lnTo>
                  <a:pt x="49148" y="26074"/>
                </a:lnTo>
                <a:lnTo>
                  <a:pt x="81414" y="5143"/>
                </a:lnTo>
                <a:lnTo>
                  <a:pt x="108203" y="0"/>
                </a:lnTo>
                <a:lnTo>
                  <a:pt x="118443" y="595"/>
                </a:lnTo>
                <a:lnTo>
                  <a:pt x="153971" y="16097"/>
                </a:lnTo>
                <a:lnTo>
                  <a:pt x="170687" y="42672"/>
                </a:lnTo>
                <a:lnTo>
                  <a:pt x="180474" y="32956"/>
                </a:lnTo>
                <a:lnTo>
                  <a:pt x="216431" y="6429"/>
                </a:lnTo>
                <a:lnTo>
                  <a:pt x="245363" y="0"/>
                </a:lnTo>
                <a:lnTo>
                  <a:pt x="253103" y="285"/>
                </a:lnTo>
                <a:lnTo>
                  <a:pt x="291679" y="16144"/>
                </a:lnTo>
                <a:lnTo>
                  <a:pt x="312419" y="48767"/>
                </a:lnTo>
                <a:lnTo>
                  <a:pt x="316991" y="89916"/>
                </a:lnTo>
                <a:lnTo>
                  <a:pt x="316991" y="24993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</a:endParaRPr>
          </a:p>
        </p:txBody>
      </p:sp>
      <p:pic>
        <p:nvPicPr>
          <p:cNvPr id="43" name="object 43"/>
          <p:cNvPicPr/>
          <p:nvPr/>
        </p:nvPicPr>
        <p:blipFill>
          <a:blip r:embed="rId6" cstate="print"/>
          <a:stretch>
            <a:fillRect/>
          </a:stretch>
        </p:blipFill>
        <p:spPr>
          <a:xfrm>
            <a:off x="4008120" y="3915155"/>
            <a:ext cx="67055" cy="112775"/>
          </a:xfrm>
          <a:prstGeom prst="rect">
            <a:avLst/>
          </a:prstGeom>
        </p:spPr>
      </p:pic>
      <p:sp>
        <p:nvSpPr>
          <p:cNvPr id="44" name="object 44"/>
          <p:cNvSpPr/>
          <p:nvPr/>
        </p:nvSpPr>
        <p:spPr>
          <a:xfrm>
            <a:off x="4130040" y="3974591"/>
            <a:ext cx="441959" cy="323215"/>
          </a:xfrm>
          <a:custGeom>
            <a:avLst/>
            <a:gdLst/>
            <a:ahLst/>
            <a:cxnLst/>
            <a:rect l="l" t="t" r="r" b="b"/>
            <a:pathLst>
              <a:path w="441960" h="323214">
                <a:moveTo>
                  <a:pt x="92951" y="179832"/>
                </a:moveTo>
                <a:lnTo>
                  <a:pt x="38100" y="179832"/>
                </a:lnTo>
                <a:lnTo>
                  <a:pt x="0" y="323100"/>
                </a:lnTo>
                <a:lnTo>
                  <a:pt x="31991" y="323100"/>
                </a:lnTo>
                <a:lnTo>
                  <a:pt x="92951" y="179832"/>
                </a:lnTo>
                <a:close/>
              </a:path>
              <a:path w="441960" h="323214">
                <a:moveTo>
                  <a:pt x="441960" y="0"/>
                </a:moveTo>
                <a:lnTo>
                  <a:pt x="400812" y="0"/>
                </a:lnTo>
                <a:lnTo>
                  <a:pt x="359664" y="187452"/>
                </a:lnTo>
                <a:lnTo>
                  <a:pt x="300228" y="0"/>
                </a:lnTo>
                <a:lnTo>
                  <a:pt x="266700" y="0"/>
                </a:lnTo>
                <a:lnTo>
                  <a:pt x="210312" y="187452"/>
                </a:lnTo>
                <a:lnTo>
                  <a:pt x="166116" y="0"/>
                </a:lnTo>
                <a:lnTo>
                  <a:pt x="124968" y="0"/>
                </a:lnTo>
                <a:lnTo>
                  <a:pt x="185928" y="242316"/>
                </a:lnTo>
                <a:lnTo>
                  <a:pt x="224028" y="242316"/>
                </a:lnTo>
                <a:lnTo>
                  <a:pt x="283464" y="54864"/>
                </a:lnTo>
                <a:lnTo>
                  <a:pt x="342900" y="242316"/>
                </a:lnTo>
                <a:lnTo>
                  <a:pt x="379476" y="242316"/>
                </a:lnTo>
                <a:lnTo>
                  <a:pt x="44196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</a:endParaRPr>
          </a:p>
        </p:txBody>
      </p:sp>
      <p:pic>
        <p:nvPicPr>
          <p:cNvPr id="45" name="object 45"/>
          <p:cNvPicPr/>
          <p:nvPr/>
        </p:nvPicPr>
        <p:blipFill>
          <a:blip r:embed="rId7" cstate="print"/>
          <a:stretch>
            <a:fillRect/>
          </a:stretch>
        </p:blipFill>
        <p:spPr>
          <a:xfrm>
            <a:off x="4620767" y="3915155"/>
            <a:ext cx="67056" cy="112775"/>
          </a:xfrm>
          <a:prstGeom prst="rect">
            <a:avLst/>
          </a:prstGeom>
        </p:spPr>
      </p:pic>
      <p:sp>
        <p:nvSpPr>
          <p:cNvPr id="46" name="object 46"/>
          <p:cNvSpPr/>
          <p:nvPr/>
        </p:nvSpPr>
        <p:spPr>
          <a:xfrm>
            <a:off x="4742688" y="3878579"/>
            <a:ext cx="131445" cy="428625"/>
          </a:xfrm>
          <a:custGeom>
            <a:avLst/>
            <a:gdLst/>
            <a:ahLst/>
            <a:cxnLst/>
            <a:rect l="l" t="t" r="r" b="b"/>
            <a:pathLst>
              <a:path w="131445" h="428625">
                <a:moveTo>
                  <a:pt x="48767" y="428243"/>
                </a:moveTo>
                <a:lnTo>
                  <a:pt x="0" y="428243"/>
                </a:lnTo>
                <a:lnTo>
                  <a:pt x="0" y="425196"/>
                </a:lnTo>
                <a:lnTo>
                  <a:pt x="8024" y="417766"/>
                </a:lnTo>
                <a:lnTo>
                  <a:pt x="16192" y="409194"/>
                </a:lnTo>
                <a:lnTo>
                  <a:pt x="41481" y="377809"/>
                </a:lnTo>
                <a:lnTo>
                  <a:pt x="62483" y="341376"/>
                </a:lnTo>
                <a:lnTo>
                  <a:pt x="79843" y="296799"/>
                </a:lnTo>
                <a:lnTo>
                  <a:pt x="89915" y="248793"/>
                </a:lnTo>
                <a:lnTo>
                  <a:pt x="91439" y="213360"/>
                </a:lnTo>
                <a:lnTo>
                  <a:pt x="91106" y="196238"/>
                </a:lnTo>
                <a:lnTo>
                  <a:pt x="83819" y="146304"/>
                </a:lnTo>
                <a:lnTo>
                  <a:pt x="69032" y="100869"/>
                </a:lnTo>
                <a:lnTo>
                  <a:pt x="48386" y="61341"/>
                </a:lnTo>
                <a:lnTo>
                  <a:pt x="24002" y="28098"/>
                </a:lnTo>
                <a:lnTo>
                  <a:pt x="0" y="1524"/>
                </a:lnTo>
                <a:lnTo>
                  <a:pt x="0" y="0"/>
                </a:lnTo>
                <a:lnTo>
                  <a:pt x="48767" y="0"/>
                </a:lnTo>
                <a:lnTo>
                  <a:pt x="67055" y="23145"/>
                </a:lnTo>
                <a:lnTo>
                  <a:pt x="96773" y="71151"/>
                </a:lnTo>
                <a:lnTo>
                  <a:pt x="118205" y="122277"/>
                </a:lnTo>
                <a:lnTo>
                  <a:pt x="129635" y="181094"/>
                </a:lnTo>
                <a:lnTo>
                  <a:pt x="131063" y="213360"/>
                </a:lnTo>
                <a:lnTo>
                  <a:pt x="129635" y="246507"/>
                </a:lnTo>
                <a:lnTo>
                  <a:pt x="118205" y="305943"/>
                </a:lnTo>
                <a:lnTo>
                  <a:pt x="96773" y="357092"/>
                </a:lnTo>
                <a:lnTo>
                  <a:pt x="67055" y="405098"/>
                </a:lnTo>
                <a:lnTo>
                  <a:pt x="48767" y="42824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</a:endParaRPr>
          </a:p>
        </p:txBody>
      </p:sp>
      <p:sp>
        <p:nvSpPr>
          <p:cNvPr id="47" name="object 47"/>
          <p:cNvSpPr/>
          <p:nvPr/>
        </p:nvSpPr>
        <p:spPr>
          <a:xfrm>
            <a:off x="4922520" y="3974591"/>
            <a:ext cx="93345" cy="323215"/>
          </a:xfrm>
          <a:custGeom>
            <a:avLst/>
            <a:gdLst/>
            <a:ahLst/>
            <a:cxnLst/>
            <a:rect l="l" t="t" r="r" b="b"/>
            <a:pathLst>
              <a:path w="93345" h="323214">
                <a:moveTo>
                  <a:pt x="79248" y="60960"/>
                </a:moveTo>
                <a:lnTo>
                  <a:pt x="27432" y="60960"/>
                </a:lnTo>
                <a:lnTo>
                  <a:pt x="27432" y="0"/>
                </a:lnTo>
                <a:lnTo>
                  <a:pt x="79248" y="0"/>
                </a:lnTo>
                <a:lnTo>
                  <a:pt x="79248" y="60960"/>
                </a:lnTo>
                <a:close/>
              </a:path>
              <a:path w="93345" h="323214">
                <a:moveTo>
                  <a:pt x="32004" y="323088"/>
                </a:moveTo>
                <a:lnTo>
                  <a:pt x="0" y="323088"/>
                </a:lnTo>
                <a:lnTo>
                  <a:pt x="39624" y="179832"/>
                </a:lnTo>
                <a:lnTo>
                  <a:pt x="92964" y="179832"/>
                </a:lnTo>
                <a:lnTo>
                  <a:pt x="32004" y="32308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</a:endParaRPr>
          </a:p>
        </p:txBody>
      </p:sp>
      <p:sp>
        <p:nvSpPr>
          <p:cNvPr id="48" name="object 48"/>
          <p:cNvSpPr/>
          <p:nvPr/>
        </p:nvSpPr>
        <p:spPr>
          <a:xfrm>
            <a:off x="5218176" y="3858767"/>
            <a:ext cx="853440" cy="401320"/>
          </a:xfrm>
          <a:custGeom>
            <a:avLst/>
            <a:gdLst/>
            <a:ahLst/>
            <a:cxnLst/>
            <a:rect l="l" t="t" r="r" b="b"/>
            <a:pathLst>
              <a:path w="853439" h="401320">
                <a:moveTo>
                  <a:pt x="140208" y="25920"/>
                </a:moveTo>
                <a:lnTo>
                  <a:pt x="105156" y="1536"/>
                </a:lnTo>
                <a:lnTo>
                  <a:pt x="99453" y="19253"/>
                </a:lnTo>
                <a:lnTo>
                  <a:pt x="91630" y="40398"/>
                </a:lnTo>
                <a:lnTo>
                  <a:pt x="70104" y="92976"/>
                </a:lnTo>
                <a:lnTo>
                  <a:pt x="39624" y="154698"/>
                </a:lnTo>
                <a:lnTo>
                  <a:pt x="0" y="216420"/>
                </a:lnTo>
                <a:lnTo>
                  <a:pt x="6096" y="222516"/>
                </a:lnTo>
                <a:lnTo>
                  <a:pt x="22669" y="203339"/>
                </a:lnTo>
                <a:lnTo>
                  <a:pt x="38100" y="184607"/>
                </a:lnTo>
                <a:lnTo>
                  <a:pt x="52387" y="166141"/>
                </a:lnTo>
                <a:lnTo>
                  <a:pt x="65532" y="147840"/>
                </a:lnTo>
                <a:lnTo>
                  <a:pt x="65405" y="318528"/>
                </a:lnTo>
                <a:lnTo>
                  <a:pt x="65265" y="328815"/>
                </a:lnTo>
                <a:lnTo>
                  <a:pt x="64579" y="350532"/>
                </a:lnTo>
                <a:lnTo>
                  <a:pt x="63639" y="373392"/>
                </a:lnTo>
                <a:lnTo>
                  <a:pt x="62484" y="400824"/>
                </a:lnTo>
                <a:lnTo>
                  <a:pt x="91440" y="388632"/>
                </a:lnTo>
                <a:lnTo>
                  <a:pt x="90551" y="370078"/>
                </a:lnTo>
                <a:lnTo>
                  <a:pt x="90106" y="353390"/>
                </a:lnTo>
                <a:lnTo>
                  <a:pt x="89966" y="341388"/>
                </a:lnTo>
                <a:lnTo>
                  <a:pt x="89916" y="147840"/>
                </a:lnTo>
                <a:lnTo>
                  <a:pt x="89916" y="140220"/>
                </a:lnTo>
                <a:lnTo>
                  <a:pt x="102108" y="132600"/>
                </a:lnTo>
                <a:lnTo>
                  <a:pt x="83820" y="120408"/>
                </a:lnTo>
                <a:lnTo>
                  <a:pt x="92671" y="102895"/>
                </a:lnTo>
                <a:lnTo>
                  <a:pt x="100965" y="86690"/>
                </a:lnTo>
                <a:lnTo>
                  <a:pt x="108673" y="71323"/>
                </a:lnTo>
                <a:lnTo>
                  <a:pt x="115824" y="56400"/>
                </a:lnTo>
                <a:lnTo>
                  <a:pt x="121551" y="44983"/>
                </a:lnTo>
                <a:lnTo>
                  <a:pt x="127444" y="36017"/>
                </a:lnTo>
                <a:lnTo>
                  <a:pt x="133604" y="29603"/>
                </a:lnTo>
                <a:lnTo>
                  <a:pt x="140208" y="25920"/>
                </a:lnTo>
                <a:close/>
              </a:path>
              <a:path w="853439" h="401320">
                <a:moveTo>
                  <a:pt x="376428" y="51828"/>
                </a:moveTo>
                <a:lnTo>
                  <a:pt x="371246" y="47256"/>
                </a:lnTo>
                <a:lnTo>
                  <a:pt x="350520" y="28968"/>
                </a:lnTo>
                <a:lnTo>
                  <a:pt x="336804" y="42684"/>
                </a:lnTo>
                <a:lnTo>
                  <a:pt x="336804" y="56400"/>
                </a:lnTo>
                <a:lnTo>
                  <a:pt x="336804" y="161556"/>
                </a:lnTo>
                <a:lnTo>
                  <a:pt x="336804" y="172224"/>
                </a:lnTo>
                <a:lnTo>
                  <a:pt x="336804" y="265188"/>
                </a:lnTo>
                <a:lnTo>
                  <a:pt x="188976" y="265188"/>
                </a:lnTo>
                <a:lnTo>
                  <a:pt x="188976" y="172224"/>
                </a:lnTo>
                <a:lnTo>
                  <a:pt x="336804" y="172224"/>
                </a:lnTo>
                <a:lnTo>
                  <a:pt x="336804" y="161556"/>
                </a:lnTo>
                <a:lnTo>
                  <a:pt x="188976" y="161556"/>
                </a:lnTo>
                <a:lnTo>
                  <a:pt x="188976" y="56400"/>
                </a:lnTo>
                <a:lnTo>
                  <a:pt x="336804" y="56400"/>
                </a:lnTo>
                <a:lnTo>
                  <a:pt x="336804" y="42684"/>
                </a:lnTo>
                <a:lnTo>
                  <a:pt x="332232" y="47256"/>
                </a:lnTo>
                <a:lnTo>
                  <a:pt x="188976" y="47256"/>
                </a:lnTo>
                <a:lnTo>
                  <a:pt x="161544" y="30492"/>
                </a:lnTo>
                <a:lnTo>
                  <a:pt x="163639" y="69354"/>
                </a:lnTo>
                <a:lnTo>
                  <a:pt x="164325" y="85356"/>
                </a:lnTo>
                <a:lnTo>
                  <a:pt x="164465" y="92976"/>
                </a:lnTo>
                <a:lnTo>
                  <a:pt x="164414" y="256616"/>
                </a:lnTo>
                <a:lnTo>
                  <a:pt x="164325" y="261950"/>
                </a:lnTo>
                <a:lnTo>
                  <a:pt x="163639" y="279666"/>
                </a:lnTo>
                <a:lnTo>
                  <a:pt x="162661" y="298526"/>
                </a:lnTo>
                <a:lnTo>
                  <a:pt x="161544" y="318528"/>
                </a:lnTo>
                <a:lnTo>
                  <a:pt x="188976" y="307860"/>
                </a:lnTo>
                <a:lnTo>
                  <a:pt x="188976" y="275856"/>
                </a:lnTo>
                <a:lnTo>
                  <a:pt x="336804" y="275856"/>
                </a:lnTo>
                <a:lnTo>
                  <a:pt x="336804" y="309384"/>
                </a:lnTo>
                <a:lnTo>
                  <a:pt x="362712" y="298716"/>
                </a:lnTo>
                <a:lnTo>
                  <a:pt x="361378" y="256616"/>
                </a:lnTo>
                <a:lnTo>
                  <a:pt x="361188" y="172224"/>
                </a:lnTo>
                <a:lnTo>
                  <a:pt x="361188" y="161556"/>
                </a:lnTo>
                <a:lnTo>
                  <a:pt x="361188" y="64020"/>
                </a:lnTo>
                <a:lnTo>
                  <a:pt x="370713" y="56400"/>
                </a:lnTo>
                <a:lnTo>
                  <a:pt x="376428" y="51828"/>
                </a:lnTo>
                <a:close/>
              </a:path>
              <a:path w="853439" h="401320">
                <a:moveTo>
                  <a:pt x="413004" y="373392"/>
                </a:moveTo>
                <a:lnTo>
                  <a:pt x="379476" y="341388"/>
                </a:lnTo>
                <a:lnTo>
                  <a:pt x="356616" y="362724"/>
                </a:lnTo>
                <a:lnTo>
                  <a:pt x="106680" y="362724"/>
                </a:lnTo>
                <a:lnTo>
                  <a:pt x="121920" y="379488"/>
                </a:lnTo>
                <a:lnTo>
                  <a:pt x="132219" y="376605"/>
                </a:lnTo>
                <a:lnTo>
                  <a:pt x="142684" y="374726"/>
                </a:lnTo>
                <a:lnTo>
                  <a:pt x="153416" y="373697"/>
                </a:lnTo>
                <a:lnTo>
                  <a:pt x="164592" y="373392"/>
                </a:lnTo>
                <a:lnTo>
                  <a:pt x="413004" y="373392"/>
                </a:lnTo>
                <a:close/>
              </a:path>
              <a:path w="853439" h="401320">
                <a:moveTo>
                  <a:pt x="771144" y="22860"/>
                </a:moveTo>
                <a:lnTo>
                  <a:pt x="763422" y="16764"/>
                </a:lnTo>
                <a:lnTo>
                  <a:pt x="742188" y="0"/>
                </a:lnTo>
                <a:lnTo>
                  <a:pt x="729996" y="13411"/>
                </a:lnTo>
                <a:lnTo>
                  <a:pt x="729996" y="27432"/>
                </a:lnTo>
                <a:lnTo>
                  <a:pt x="729996" y="77724"/>
                </a:lnTo>
                <a:lnTo>
                  <a:pt x="729996" y="88392"/>
                </a:lnTo>
                <a:lnTo>
                  <a:pt x="729996" y="140208"/>
                </a:lnTo>
                <a:lnTo>
                  <a:pt x="579120" y="140208"/>
                </a:lnTo>
                <a:lnTo>
                  <a:pt x="579120" y="88392"/>
                </a:lnTo>
                <a:lnTo>
                  <a:pt x="729996" y="88392"/>
                </a:lnTo>
                <a:lnTo>
                  <a:pt x="729996" y="77724"/>
                </a:lnTo>
                <a:lnTo>
                  <a:pt x="579120" y="77724"/>
                </a:lnTo>
                <a:lnTo>
                  <a:pt x="579120" y="27432"/>
                </a:lnTo>
                <a:lnTo>
                  <a:pt x="729996" y="27432"/>
                </a:lnTo>
                <a:lnTo>
                  <a:pt x="729996" y="13411"/>
                </a:lnTo>
                <a:lnTo>
                  <a:pt x="726948" y="16764"/>
                </a:lnTo>
                <a:lnTo>
                  <a:pt x="580644" y="16764"/>
                </a:lnTo>
                <a:lnTo>
                  <a:pt x="553212" y="1524"/>
                </a:lnTo>
                <a:lnTo>
                  <a:pt x="554088" y="25006"/>
                </a:lnTo>
                <a:lnTo>
                  <a:pt x="554545" y="47625"/>
                </a:lnTo>
                <a:lnTo>
                  <a:pt x="554710" y="69684"/>
                </a:lnTo>
                <a:lnTo>
                  <a:pt x="554685" y="114681"/>
                </a:lnTo>
                <a:lnTo>
                  <a:pt x="554545" y="133540"/>
                </a:lnTo>
                <a:lnTo>
                  <a:pt x="554088" y="155092"/>
                </a:lnTo>
                <a:lnTo>
                  <a:pt x="553212" y="176784"/>
                </a:lnTo>
                <a:lnTo>
                  <a:pt x="579120" y="166116"/>
                </a:lnTo>
                <a:lnTo>
                  <a:pt x="579120" y="150876"/>
                </a:lnTo>
                <a:lnTo>
                  <a:pt x="729996" y="150876"/>
                </a:lnTo>
                <a:lnTo>
                  <a:pt x="729996" y="173736"/>
                </a:lnTo>
                <a:lnTo>
                  <a:pt x="757428" y="160020"/>
                </a:lnTo>
                <a:lnTo>
                  <a:pt x="756856" y="150876"/>
                </a:lnTo>
                <a:lnTo>
                  <a:pt x="756297" y="141782"/>
                </a:lnTo>
                <a:lnTo>
                  <a:pt x="756246" y="140208"/>
                </a:lnTo>
                <a:lnTo>
                  <a:pt x="755332" y="114681"/>
                </a:lnTo>
                <a:lnTo>
                  <a:pt x="754811" y="88392"/>
                </a:lnTo>
                <a:lnTo>
                  <a:pt x="754634" y="79019"/>
                </a:lnTo>
                <a:lnTo>
                  <a:pt x="754634" y="77724"/>
                </a:lnTo>
                <a:lnTo>
                  <a:pt x="754380" y="35052"/>
                </a:lnTo>
                <a:lnTo>
                  <a:pt x="764857" y="27432"/>
                </a:lnTo>
                <a:lnTo>
                  <a:pt x="771144" y="22860"/>
                </a:lnTo>
                <a:close/>
              </a:path>
              <a:path w="853439" h="401320">
                <a:moveTo>
                  <a:pt x="853440" y="353568"/>
                </a:moveTo>
                <a:lnTo>
                  <a:pt x="833958" y="355549"/>
                </a:lnTo>
                <a:lnTo>
                  <a:pt x="811911" y="356806"/>
                </a:lnTo>
                <a:lnTo>
                  <a:pt x="786993" y="357212"/>
                </a:lnTo>
                <a:lnTo>
                  <a:pt x="731824" y="356044"/>
                </a:lnTo>
                <a:lnTo>
                  <a:pt x="707707" y="354330"/>
                </a:lnTo>
                <a:lnTo>
                  <a:pt x="686727" y="351472"/>
                </a:lnTo>
                <a:lnTo>
                  <a:pt x="669036" y="347472"/>
                </a:lnTo>
                <a:lnTo>
                  <a:pt x="669036" y="341376"/>
                </a:lnTo>
                <a:lnTo>
                  <a:pt x="669036" y="275844"/>
                </a:lnTo>
                <a:lnTo>
                  <a:pt x="815340" y="275844"/>
                </a:lnTo>
                <a:lnTo>
                  <a:pt x="804672" y="265176"/>
                </a:lnTo>
                <a:lnTo>
                  <a:pt x="783336" y="243840"/>
                </a:lnTo>
                <a:lnTo>
                  <a:pt x="760476" y="265176"/>
                </a:lnTo>
                <a:lnTo>
                  <a:pt x="669036" y="265176"/>
                </a:lnTo>
                <a:lnTo>
                  <a:pt x="669036" y="207264"/>
                </a:lnTo>
                <a:lnTo>
                  <a:pt x="845820" y="207264"/>
                </a:lnTo>
                <a:lnTo>
                  <a:pt x="809244" y="170688"/>
                </a:lnTo>
                <a:lnTo>
                  <a:pt x="783336" y="196596"/>
                </a:lnTo>
                <a:lnTo>
                  <a:pt x="461772" y="196596"/>
                </a:lnTo>
                <a:lnTo>
                  <a:pt x="477012" y="211836"/>
                </a:lnTo>
                <a:lnTo>
                  <a:pt x="486435" y="209842"/>
                </a:lnTo>
                <a:lnTo>
                  <a:pt x="496443" y="208407"/>
                </a:lnTo>
                <a:lnTo>
                  <a:pt x="507009" y="207556"/>
                </a:lnTo>
                <a:lnTo>
                  <a:pt x="518160" y="207264"/>
                </a:lnTo>
                <a:lnTo>
                  <a:pt x="644652" y="207264"/>
                </a:lnTo>
                <a:lnTo>
                  <a:pt x="644652" y="341376"/>
                </a:lnTo>
                <a:lnTo>
                  <a:pt x="619785" y="329095"/>
                </a:lnTo>
                <a:lnTo>
                  <a:pt x="578637" y="299377"/>
                </a:lnTo>
                <a:lnTo>
                  <a:pt x="571347" y="258152"/>
                </a:lnTo>
                <a:lnTo>
                  <a:pt x="589788" y="237744"/>
                </a:lnTo>
                <a:lnTo>
                  <a:pt x="551688" y="214884"/>
                </a:lnTo>
                <a:lnTo>
                  <a:pt x="538175" y="269468"/>
                </a:lnTo>
                <a:lnTo>
                  <a:pt x="517969" y="316611"/>
                </a:lnTo>
                <a:lnTo>
                  <a:pt x="490601" y="356336"/>
                </a:lnTo>
                <a:lnTo>
                  <a:pt x="455676" y="388620"/>
                </a:lnTo>
                <a:lnTo>
                  <a:pt x="458724" y="394716"/>
                </a:lnTo>
                <a:lnTo>
                  <a:pt x="489597" y="376148"/>
                </a:lnTo>
                <a:lnTo>
                  <a:pt x="516064" y="352425"/>
                </a:lnTo>
                <a:lnTo>
                  <a:pt x="538226" y="323570"/>
                </a:lnTo>
                <a:lnTo>
                  <a:pt x="556260" y="289560"/>
                </a:lnTo>
                <a:lnTo>
                  <a:pt x="567093" y="303618"/>
                </a:lnTo>
                <a:lnTo>
                  <a:pt x="605028" y="338328"/>
                </a:lnTo>
                <a:lnTo>
                  <a:pt x="653884" y="366191"/>
                </a:lnTo>
                <a:lnTo>
                  <a:pt x="699033" y="378764"/>
                </a:lnTo>
                <a:lnTo>
                  <a:pt x="772185" y="386676"/>
                </a:lnTo>
                <a:lnTo>
                  <a:pt x="819912" y="388620"/>
                </a:lnTo>
                <a:lnTo>
                  <a:pt x="822998" y="379196"/>
                </a:lnTo>
                <a:lnTo>
                  <a:pt x="829818" y="371475"/>
                </a:lnTo>
                <a:lnTo>
                  <a:pt x="840054" y="365480"/>
                </a:lnTo>
                <a:lnTo>
                  <a:pt x="853440" y="361188"/>
                </a:lnTo>
                <a:lnTo>
                  <a:pt x="853440" y="357212"/>
                </a:lnTo>
                <a:lnTo>
                  <a:pt x="853440" y="35356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</a:endParaRPr>
          </a:p>
        </p:txBody>
      </p:sp>
      <p:sp>
        <p:nvSpPr>
          <p:cNvPr id="49" name="object 49"/>
          <p:cNvSpPr/>
          <p:nvPr/>
        </p:nvSpPr>
        <p:spPr>
          <a:xfrm>
            <a:off x="6124955" y="3966972"/>
            <a:ext cx="315595" cy="250190"/>
          </a:xfrm>
          <a:custGeom>
            <a:avLst/>
            <a:gdLst/>
            <a:ahLst/>
            <a:cxnLst/>
            <a:rect l="l" t="t" r="r" b="b"/>
            <a:pathLst>
              <a:path w="315595" h="250189">
                <a:moveTo>
                  <a:pt x="315467" y="249936"/>
                </a:moveTo>
                <a:lnTo>
                  <a:pt x="275843" y="249936"/>
                </a:lnTo>
                <a:lnTo>
                  <a:pt x="275843" y="109728"/>
                </a:lnTo>
                <a:lnTo>
                  <a:pt x="275605" y="101084"/>
                </a:lnTo>
                <a:lnTo>
                  <a:pt x="274558" y="85510"/>
                </a:lnTo>
                <a:lnTo>
                  <a:pt x="274319" y="77724"/>
                </a:lnTo>
                <a:lnTo>
                  <a:pt x="272795" y="68579"/>
                </a:lnTo>
                <a:lnTo>
                  <a:pt x="271271" y="60960"/>
                </a:lnTo>
                <a:lnTo>
                  <a:pt x="268223" y="56388"/>
                </a:lnTo>
                <a:lnTo>
                  <a:pt x="265175" y="50292"/>
                </a:lnTo>
                <a:lnTo>
                  <a:pt x="262127" y="45719"/>
                </a:lnTo>
                <a:lnTo>
                  <a:pt x="256031" y="42672"/>
                </a:lnTo>
                <a:lnTo>
                  <a:pt x="243839" y="39624"/>
                </a:lnTo>
                <a:lnTo>
                  <a:pt x="234695" y="39624"/>
                </a:lnTo>
                <a:lnTo>
                  <a:pt x="192595" y="56197"/>
                </a:lnTo>
                <a:lnTo>
                  <a:pt x="176783" y="68579"/>
                </a:lnTo>
                <a:lnTo>
                  <a:pt x="176783" y="71628"/>
                </a:lnTo>
                <a:lnTo>
                  <a:pt x="178307" y="74676"/>
                </a:lnTo>
                <a:lnTo>
                  <a:pt x="178307" y="249936"/>
                </a:lnTo>
                <a:lnTo>
                  <a:pt x="137159" y="249936"/>
                </a:lnTo>
                <a:lnTo>
                  <a:pt x="137136" y="101084"/>
                </a:lnTo>
                <a:lnTo>
                  <a:pt x="136969" y="93154"/>
                </a:lnTo>
                <a:lnTo>
                  <a:pt x="136517" y="85510"/>
                </a:lnTo>
                <a:lnTo>
                  <a:pt x="135635" y="77724"/>
                </a:lnTo>
                <a:lnTo>
                  <a:pt x="135635" y="68579"/>
                </a:lnTo>
                <a:lnTo>
                  <a:pt x="134111" y="60960"/>
                </a:lnTo>
                <a:lnTo>
                  <a:pt x="131063" y="56388"/>
                </a:lnTo>
                <a:lnTo>
                  <a:pt x="128015" y="50292"/>
                </a:lnTo>
                <a:lnTo>
                  <a:pt x="123443" y="45719"/>
                </a:lnTo>
                <a:lnTo>
                  <a:pt x="118871" y="42672"/>
                </a:lnTo>
                <a:lnTo>
                  <a:pt x="112775" y="41148"/>
                </a:lnTo>
                <a:lnTo>
                  <a:pt x="105155" y="39624"/>
                </a:lnTo>
                <a:lnTo>
                  <a:pt x="96011" y="39624"/>
                </a:lnTo>
                <a:lnTo>
                  <a:pt x="54101" y="56769"/>
                </a:lnTo>
                <a:lnTo>
                  <a:pt x="39624" y="68579"/>
                </a:lnTo>
                <a:lnTo>
                  <a:pt x="39624" y="249936"/>
                </a:lnTo>
                <a:lnTo>
                  <a:pt x="0" y="249936"/>
                </a:lnTo>
                <a:lnTo>
                  <a:pt x="0" y="7619"/>
                </a:lnTo>
                <a:lnTo>
                  <a:pt x="39624" y="7619"/>
                </a:lnTo>
                <a:lnTo>
                  <a:pt x="39624" y="33528"/>
                </a:lnTo>
                <a:lnTo>
                  <a:pt x="47624" y="26074"/>
                </a:lnTo>
                <a:lnTo>
                  <a:pt x="79890" y="5143"/>
                </a:lnTo>
                <a:lnTo>
                  <a:pt x="106679" y="0"/>
                </a:lnTo>
                <a:lnTo>
                  <a:pt x="117562" y="595"/>
                </a:lnTo>
                <a:lnTo>
                  <a:pt x="152471" y="16097"/>
                </a:lnTo>
                <a:lnTo>
                  <a:pt x="170687" y="42672"/>
                </a:lnTo>
                <a:lnTo>
                  <a:pt x="179808" y="32956"/>
                </a:lnTo>
                <a:lnTo>
                  <a:pt x="214931" y="6429"/>
                </a:lnTo>
                <a:lnTo>
                  <a:pt x="245363" y="0"/>
                </a:lnTo>
                <a:lnTo>
                  <a:pt x="252436" y="285"/>
                </a:lnTo>
                <a:lnTo>
                  <a:pt x="290798" y="16144"/>
                </a:lnTo>
                <a:lnTo>
                  <a:pt x="310895" y="48767"/>
                </a:lnTo>
                <a:lnTo>
                  <a:pt x="315467" y="89916"/>
                </a:lnTo>
                <a:lnTo>
                  <a:pt x="315467" y="24993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</a:endParaRPr>
          </a:p>
        </p:txBody>
      </p:sp>
      <p:sp>
        <p:nvSpPr>
          <p:cNvPr id="50" name="object 50"/>
          <p:cNvSpPr/>
          <p:nvPr/>
        </p:nvSpPr>
        <p:spPr>
          <a:xfrm>
            <a:off x="6486143" y="3851147"/>
            <a:ext cx="403860" cy="411480"/>
          </a:xfrm>
          <a:custGeom>
            <a:avLst/>
            <a:gdLst/>
            <a:ahLst/>
            <a:cxnLst/>
            <a:rect l="l" t="t" r="r" b="b"/>
            <a:pathLst>
              <a:path w="403859" h="411479">
                <a:moveTo>
                  <a:pt x="269748" y="67056"/>
                </a:moveTo>
                <a:lnTo>
                  <a:pt x="265176" y="67056"/>
                </a:lnTo>
                <a:lnTo>
                  <a:pt x="262128" y="62484"/>
                </a:lnTo>
                <a:lnTo>
                  <a:pt x="260604" y="51816"/>
                </a:lnTo>
                <a:lnTo>
                  <a:pt x="256055" y="41243"/>
                </a:lnTo>
                <a:lnTo>
                  <a:pt x="249364" y="30099"/>
                </a:lnTo>
                <a:lnTo>
                  <a:pt x="240672" y="18383"/>
                </a:lnTo>
                <a:lnTo>
                  <a:pt x="230124" y="6096"/>
                </a:lnTo>
                <a:lnTo>
                  <a:pt x="233172" y="0"/>
                </a:lnTo>
                <a:lnTo>
                  <a:pt x="249483" y="9453"/>
                </a:lnTo>
                <a:lnTo>
                  <a:pt x="261937" y="17335"/>
                </a:lnTo>
                <a:lnTo>
                  <a:pt x="270676" y="23788"/>
                </a:lnTo>
                <a:lnTo>
                  <a:pt x="275844" y="28956"/>
                </a:lnTo>
                <a:lnTo>
                  <a:pt x="281940" y="33528"/>
                </a:lnTo>
                <a:lnTo>
                  <a:pt x="284988" y="38100"/>
                </a:lnTo>
                <a:lnTo>
                  <a:pt x="284988" y="47244"/>
                </a:lnTo>
                <a:lnTo>
                  <a:pt x="281940" y="51816"/>
                </a:lnTo>
                <a:lnTo>
                  <a:pt x="272796" y="64008"/>
                </a:lnTo>
                <a:lnTo>
                  <a:pt x="269748" y="67056"/>
                </a:lnTo>
                <a:close/>
              </a:path>
              <a:path w="403859" h="411479">
                <a:moveTo>
                  <a:pt x="6096" y="231648"/>
                </a:moveTo>
                <a:lnTo>
                  <a:pt x="0" y="228600"/>
                </a:lnTo>
                <a:lnTo>
                  <a:pt x="20597" y="198572"/>
                </a:lnTo>
                <a:lnTo>
                  <a:pt x="39052" y="167830"/>
                </a:lnTo>
                <a:lnTo>
                  <a:pt x="70104" y="103632"/>
                </a:lnTo>
                <a:lnTo>
                  <a:pt x="91630" y="45529"/>
                </a:lnTo>
                <a:lnTo>
                  <a:pt x="105156" y="4572"/>
                </a:lnTo>
                <a:lnTo>
                  <a:pt x="140208" y="25908"/>
                </a:lnTo>
                <a:lnTo>
                  <a:pt x="109537" y="65936"/>
                </a:lnTo>
                <a:lnTo>
                  <a:pt x="83820" y="118872"/>
                </a:lnTo>
                <a:lnTo>
                  <a:pt x="105156" y="131064"/>
                </a:lnTo>
                <a:lnTo>
                  <a:pt x="91440" y="144780"/>
                </a:lnTo>
                <a:lnTo>
                  <a:pt x="91440" y="152400"/>
                </a:lnTo>
                <a:lnTo>
                  <a:pt x="68580" y="152400"/>
                </a:lnTo>
                <a:lnTo>
                  <a:pt x="52601" y="176141"/>
                </a:lnTo>
                <a:lnTo>
                  <a:pt x="36766" y="197167"/>
                </a:lnTo>
                <a:lnTo>
                  <a:pt x="21216" y="215622"/>
                </a:lnTo>
                <a:lnTo>
                  <a:pt x="6096" y="231648"/>
                </a:lnTo>
                <a:close/>
              </a:path>
              <a:path w="403859" h="411479">
                <a:moveTo>
                  <a:pt x="106680" y="384048"/>
                </a:moveTo>
                <a:lnTo>
                  <a:pt x="102108" y="381000"/>
                </a:lnTo>
                <a:lnTo>
                  <a:pt x="110966" y="365569"/>
                </a:lnTo>
                <a:lnTo>
                  <a:pt x="119253" y="348996"/>
                </a:lnTo>
                <a:lnTo>
                  <a:pt x="134156" y="312277"/>
                </a:lnTo>
                <a:lnTo>
                  <a:pt x="146494" y="269176"/>
                </a:lnTo>
                <a:lnTo>
                  <a:pt x="155448" y="222504"/>
                </a:lnTo>
                <a:lnTo>
                  <a:pt x="159829" y="154686"/>
                </a:lnTo>
                <a:lnTo>
                  <a:pt x="159857" y="103632"/>
                </a:lnTo>
                <a:lnTo>
                  <a:pt x="158496" y="50292"/>
                </a:lnTo>
                <a:lnTo>
                  <a:pt x="182880" y="67056"/>
                </a:lnTo>
                <a:lnTo>
                  <a:pt x="374091" y="67056"/>
                </a:lnTo>
                <a:lnTo>
                  <a:pt x="381000" y="73152"/>
                </a:lnTo>
                <a:lnTo>
                  <a:pt x="376936" y="76200"/>
                </a:lnTo>
                <a:lnTo>
                  <a:pt x="182880" y="76200"/>
                </a:lnTo>
                <a:lnTo>
                  <a:pt x="182880" y="129540"/>
                </a:lnTo>
                <a:lnTo>
                  <a:pt x="369261" y="129540"/>
                </a:lnTo>
                <a:lnTo>
                  <a:pt x="369760" y="134874"/>
                </a:lnTo>
                <a:lnTo>
                  <a:pt x="370465" y="140208"/>
                </a:lnTo>
                <a:lnTo>
                  <a:pt x="182880" y="140208"/>
                </a:lnTo>
                <a:lnTo>
                  <a:pt x="181451" y="184785"/>
                </a:lnTo>
                <a:lnTo>
                  <a:pt x="177165" y="224790"/>
                </a:lnTo>
                <a:lnTo>
                  <a:pt x="160020" y="291083"/>
                </a:lnTo>
                <a:lnTo>
                  <a:pt x="136207" y="343281"/>
                </a:lnTo>
                <a:lnTo>
                  <a:pt x="122086" y="365236"/>
                </a:lnTo>
                <a:lnTo>
                  <a:pt x="106680" y="384048"/>
                </a:lnTo>
                <a:close/>
              </a:path>
              <a:path w="403859" h="411479">
                <a:moveTo>
                  <a:pt x="374091" y="67056"/>
                </a:moveTo>
                <a:lnTo>
                  <a:pt x="342900" y="67056"/>
                </a:lnTo>
                <a:lnTo>
                  <a:pt x="355092" y="50292"/>
                </a:lnTo>
                <a:lnTo>
                  <a:pt x="374091" y="67056"/>
                </a:lnTo>
                <a:close/>
              </a:path>
              <a:path w="403859" h="411479">
                <a:moveTo>
                  <a:pt x="369261" y="129540"/>
                </a:moveTo>
                <a:lnTo>
                  <a:pt x="347472" y="129540"/>
                </a:lnTo>
                <a:lnTo>
                  <a:pt x="347472" y="76200"/>
                </a:lnTo>
                <a:lnTo>
                  <a:pt x="376936" y="76200"/>
                </a:lnTo>
                <a:lnTo>
                  <a:pt x="368808" y="82296"/>
                </a:lnTo>
                <a:lnTo>
                  <a:pt x="368808" y="120396"/>
                </a:lnTo>
                <a:lnTo>
                  <a:pt x="369069" y="127492"/>
                </a:lnTo>
                <a:lnTo>
                  <a:pt x="369261" y="129540"/>
                </a:lnTo>
                <a:close/>
              </a:path>
              <a:path w="403859" h="411479">
                <a:moveTo>
                  <a:pt x="347472" y="158496"/>
                </a:moveTo>
                <a:lnTo>
                  <a:pt x="347472" y="140208"/>
                </a:lnTo>
                <a:lnTo>
                  <a:pt x="370465" y="140208"/>
                </a:lnTo>
                <a:lnTo>
                  <a:pt x="370736" y="142255"/>
                </a:lnTo>
                <a:lnTo>
                  <a:pt x="371856" y="149352"/>
                </a:lnTo>
                <a:lnTo>
                  <a:pt x="347472" y="158496"/>
                </a:lnTo>
                <a:close/>
              </a:path>
              <a:path w="403859" h="411479">
                <a:moveTo>
                  <a:pt x="67056" y="411480"/>
                </a:moveTo>
                <a:lnTo>
                  <a:pt x="67937" y="375118"/>
                </a:lnTo>
                <a:lnTo>
                  <a:pt x="68386" y="345948"/>
                </a:lnTo>
                <a:lnTo>
                  <a:pt x="68468" y="334899"/>
                </a:lnTo>
                <a:lnTo>
                  <a:pt x="68580" y="152400"/>
                </a:lnTo>
                <a:lnTo>
                  <a:pt x="91440" y="152400"/>
                </a:lnTo>
                <a:lnTo>
                  <a:pt x="91542" y="322968"/>
                </a:lnTo>
                <a:lnTo>
                  <a:pt x="91630" y="334899"/>
                </a:lnTo>
                <a:lnTo>
                  <a:pt x="92065" y="362712"/>
                </a:lnTo>
                <a:lnTo>
                  <a:pt x="92964" y="399287"/>
                </a:lnTo>
                <a:lnTo>
                  <a:pt x="67056" y="411480"/>
                </a:lnTo>
                <a:close/>
              </a:path>
              <a:path w="403859" h="411479">
                <a:moveTo>
                  <a:pt x="188976" y="396239"/>
                </a:moveTo>
                <a:lnTo>
                  <a:pt x="189168" y="381000"/>
                </a:lnTo>
                <a:lnTo>
                  <a:pt x="189290" y="375118"/>
                </a:lnTo>
                <a:lnTo>
                  <a:pt x="189738" y="361950"/>
                </a:lnTo>
                <a:lnTo>
                  <a:pt x="190288" y="348996"/>
                </a:lnTo>
                <a:lnTo>
                  <a:pt x="190400" y="215622"/>
                </a:lnTo>
                <a:lnTo>
                  <a:pt x="190309" y="208788"/>
                </a:lnTo>
                <a:lnTo>
                  <a:pt x="189857" y="193929"/>
                </a:lnTo>
                <a:lnTo>
                  <a:pt x="188976" y="176784"/>
                </a:lnTo>
                <a:lnTo>
                  <a:pt x="213360" y="192024"/>
                </a:lnTo>
                <a:lnTo>
                  <a:pt x="396022" y="192024"/>
                </a:lnTo>
                <a:lnTo>
                  <a:pt x="403860" y="198120"/>
                </a:lnTo>
                <a:lnTo>
                  <a:pt x="397328" y="202692"/>
                </a:lnTo>
                <a:lnTo>
                  <a:pt x="213360" y="202692"/>
                </a:lnTo>
                <a:lnTo>
                  <a:pt x="213360" y="272795"/>
                </a:lnTo>
                <a:lnTo>
                  <a:pt x="388620" y="272795"/>
                </a:lnTo>
                <a:lnTo>
                  <a:pt x="388620" y="283464"/>
                </a:lnTo>
                <a:lnTo>
                  <a:pt x="213360" y="283464"/>
                </a:lnTo>
                <a:lnTo>
                  <a:pt x="213360" y="387096"/>
                </a:lnTo>
                <a:lnTo>
                  <a:pt x="188976" y="396239"/>
                </a:lnTo>
                <a:close/>
              </a:path>
              <a:path w="403859" h="411479">
                <a:moveTo>
                  <a:pt x="396022" y="192024"/>
                </a:moveTo>
                <a:lnTo>
                  <a:pt x="362712" y="192024"/>
                </a:lnTo>
                <a:lnTo>
                  <a:pt x="376428" y="176784"/>
                </a:lnTo>
                <a:lnTo>
                  <a:pt x="396022" y="192024"/>
                </a:lnTo>
                <a:close/>
              </a:path>
              <a:path w="403859" h="411479">
                <a:moveTo>
                  <a:pt x="269748" y="272795"/>
                </a:moveTo>
                <a:lnTo>
                  <a:pt x="248412" y="272795"/>
                </a:lnTo>
                <a:lnTo>
                  <a:pt x="248412" y="202692"/>
                </a:lnTo>
                <a:lnTo>
                  <a:pt x="269748" y="202692"/>
                </a:lnTo>
                <a:lnTo>
                  <a:pt x="269748" y="272795"/>
                </a:lnTo>
                <a:close/>
              </a:path>
              <a:path w="403859" h="411479">
                <a:moveTo>
                  <a:pt x="330708" y="272795"/>
                </a:moveTo>
                <a:lnTo>
                  <a:pt x="307848" y="272795"/>
                </a:lnTo>
                <a:lnTo>
                  <a:pt x="307848" y="202692"/>
                </a:lnTo>
                <a:lnTo>
                  <a:pt x="330708" y="202692"/>
                </a:lnTo>
                <a:lnTo>
                  <a:pt x="330708" y="272795"/>
                </a:lnTo>
                <a:close/>
              </a:path>
              <a:path w="403859" h="411479">
                <a:moveTo>
                  <a:pt x="388620" y="272795"/>
                </a:moveTo>
                <a:lnTo>
                  <a:pt x="365760" y="272795"/>
                </a:lnTo>
                <a:lnTo>
                  <a:pt x="365760" y="202692"/>
                </a:lnTo>
                <a:lnTo>
                  <a:pt x="397328" y="202692"/>
                </a:lnTo>
                <a:lnTo>
                  <a:pt x="388620" y="208788"/>
                </a:lnTo>
                <a:lnTo>
                  <a:pt x="388620" y="272795"/>
                </a:lnTo>
                <a:close/>
              </a:path>
              <a:path w="403859" h="411479">
                <a:moveTo>
                  <a:pt x="248412" y="368808"/>
                </a:moveTo>
                <a:lnTo>
                  <a:pt x="248412" y="283464"/>
                </a:lnTo>
                <a:lnTo>
                  <a:pt x="269748" y="283464"/>
                </a:lnTo>
                <a:lnTo>
                  <a:pt x="269748" y="362712"/>
                </a:lnTo>
                <a:lnTo>
                  <a:pt x="248412" y="368808"/>
                </a:lnTo>
                <a:close/>
              </a:path>
              <a:path w="403859" h="411479">
                <a:moveTo>
                  <a:pt x="307848" y="355092"/>
                </a:moveTo>
                <a:lnTo>
                  <a:pt x="307848" y="283464"/>
                </a:lnTo>
                <a:lnTo>
                  <a:pt x="330708" y="283464"/>
                </a:lnTo>
                <a:lnTo>
                  <a:pt x="330708" y="345948"/>
                </a:lnTo>
                <a:lnTo>
                  <a:pt x="307848" y="355092"/>
                </a:lnTo>
                <a:close/>
              </a:path>
              <a:path w="403859" h="411479">
                <a:moveTo>
                  <a:pt x="388468" y="367284"/>
                </a:moveTo>
                <a:lnTo>
                  <a:pt x="362712" y="367284"/>
                </a:lnTo>
                <a:lnTo>
                  <a:pt x="367284" y="362712"/>
                </a:lnTo>
                <a:lnTo>
                  <a:pt x="365760" y="352044"/>
                </a:lnTo>
                <a:lnTo>
                  <a:pt x="365760" y="283464"/>
                </a:lnTo>
                <a:lnTo>
                  <a:pt x="388620" y="283464"/>
                </a:lnTo>
                <a:lnTo>
                  <a:pt x="388494" y="367022"/>
                </a:lnTo>
                <a:lnTo>
                  <a:pt x="388468" y="367284"/>
                </a:lnTo>
                <a:close/>
              </a:path>
              <a:path w="403859" h="411479">
                <a:moveTo>
                  <a:pt x="355092" y="402336"/>
                </a:moveTo>
                <a:lnTo>
                  <a:pt x="352282" y="393477"/>
                </a:lnTo>
                <a:lnTo>
                  <a:pt x="344043" y="385191"/>
                </a:lnTo>
                <a:lnTo>
                  <a:pt x="330660" y="377475"/>
                </a:lnTo>
                <a:lnTo>
                  <a:pt x="312420" y="370332"/>
                </a:lnTo>
                <a:lnTo>
                  <a:pt x="312420" y="364236"/>
                </a:lnTo>
                <a:lnTo>
                  <a:pt x="337756" y="366331"/>
                </a:lnTo>
                <a:lnTo>
                  <a:pt x="347352" y="367022"/>
                </a:lnTo>
                <a:lnTo>
                  <a:pt x="355092" y="367284"/>
                </a:lnTo>
                <a:lnTo>
                  <a:pt x="388468" y="367284"/>
                </a:lnTo>
                <a:lnTo>
                  <a:pt x="387453" y="377475"/>
                </a:lnTo>
                <a:lnTo>
                  <a:pt x="381571" y="387477"/>
                </a:lnTo>
                <a:lnTo>
                  <a:pt x="370832" y="395763"/>
                </a:lnTo>
                <a:lnTo>
                  <a:pt x="355092" y="40233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</a:endParaRPr>
          </a:p>
        </p:txBody>
      </p:sp>
      <p:sp>
        <p:nvSpPr>
          <p:cNvPr id="51" name="object 51"/>
          <p:cNvSpPr/>
          <p:nvPr/>
        </p:nvSpPr>
        <p:spPr>
          <a:xfrm>
            <a:off x="6946379" y="3851147"/>
            <a:ext cx="737870" cy="407034"/>
          </a:xfrm>
          <a:custGeom>
            <a:avLst/>
            <a:gdLst/>
            <a:ahLst/>
            <a:cxnLst/>
            <a:rect l="l" t="t" r="r" b="b"/>
            <a:pathLst>
              <a:path w="737870" h="407035">
                <a:moveTo>
                  <a:pt x="132588" y="100584"/>
                </a:moveTo>
                <a:lnTo>
                  <a:pt x="97091" y="66725"/>
                </a:lnTo>
                <a:lnTo>
                  <a:pt x="80772" y="57912"/>
                </a:lnTo>
                <a:lnTo>
                  <a:pt x="77724" y="62484"/>
                </a:lnTo>
                <a:lnTo>
                  <a:pt x="87160" y="75044"/>
                </a:lnTo>
                <a:lnTo>
                  <a:pt x="94869" y="87439"/>
                </a:lnTo>
                <a:lnTo>
                  <a:pt x="100876" y="99568"/>
                </a:lnTo>
                <a:lnTo>
                  <a:pt x="105156" y="111252"/>
                </a:lnTo>
                <a:lnTo>
                  <a:pt x="109728" y="121920"/>
                </a:lnTo>
                <a:lnTo>
                  <a:pt x="112776" y="128016"/>
                </a:lnTo>
                <a:lnTo>
                  <a:pt x="118872" y="128016"/>
                </a:lnTo>
                <a:lnTo>
                  <a:pt x="121920" y="124968"/>
                </a:lnTo>
                <a:lnTo>
                  <a:pt x="126492" y="118872"/>
                </a:lnTo>
                <a:lnTo>
                  <a:pt x="132588" y="109728"/>
                </a:lnTo>
                <a:lnTo>
                  <a:pt x="132588" y="100584"/>
                </a:lnTo>
                <a:close/>
              </a:path>
              <a:path w="737870" h="407035">
                <a:moveTo>
                  <a:pt x="220980" y="92964"/>
                </a:moveTo>
                <a:lnTo>
                  <a:pt x="188976" y="61087"/>
                </a:lnTo>
                <a:lnTo>
                  <a:pt x="170688" y="48768"/>
                </a:lnTo>
                <a:lnTo>
                  <a:pt x="166116" y="51816"/>
                </a:lnTo>
                <a:lnTo>
                  <a:pt x="176669" y="66395"/>
                </a:lnTo>
                <a:lnTo>
                  <a:pt x="185356" y="80391"/>
                </a:lnTo>
                <a:lnTo>
                  <a:pt x="192049" y="93827"/>
                </a:lnTo>
                <a:lnTo>
                  <a:pt x="196596" y="106680"/>
                </a:lnTo>
                <a:lnTo>
                  <a:pt x="198120" y="118872"/>
                </a:lnTo>
                <a:lnTo>
                  <a:pt x="201168" y="123444"/>
                </a:lnTo>
                <a:lnTo>
                  <a:pt x="205740" y="123444"/>
                </a:lnTo>
                <a:lnTo>
                  <a:pt x="208788" y="121920"/>
                </a:lnTo>
                <a:lnTo>
                  <a:pt x="213360" y="115824"/>
                </a:lnTo>
                <a:lnTo>
                  <a:pt x="217932" y="111252"/>
                </a:lnTo>
                <a:lnTo>
                  <a:pt x="220980" y="105156"/>
                </a:lnTo>
                <a:lnTo>
                  <a:pt x="220980" y="92964"/>
                </a:lnTo>
                <a:close/>
              </a:path>
              <a:path w="737870" h="407035">
                <a:moveTo>
                  <a:pt x="332232" y="60960"/>
                </a:moveTo>
                <a:lnTo>
                  <a:pt x="298704" y="38100"/>
                </a:lnTo>
                <a:lnTo>
                  <a:pt x="294132" y="51269"/>
                </a:lnTo>
                <a:lnTo>
                  <a:pt x="289560" y="63436"/>
                </a:lnTo>
                <a:lnTo>
                  <a:pt x="285026" y="74676"/>
                </a:lnTo>
                <a:lnTo>
                  <a:pt x="280416" y="85344"/>
                </a:lnTo>
                <a:lnTo>
                  <a:pt x="274688" y="94754"/>
                </a:lnTo>
                <a:lnTo>
                  <a:pt x="268795" y="104584"/>
                </a:lnTo>
                <a:lnTo>
                  <a:pt x="262636" y="114706"/>
                </a:lnTo>
                <a:lnTo>
                  <a:pt x="256032" y="124968"/>
                </a:lnTo>
                <a:lnTo>
                  <a:pt x="260604" y="129540"/>
                </a:lnTo>
                <a:lnTo>
                  <a:pt x="272034" y="119570"/>
                </a:lnTo>
                <a:lnTo>
                  <a:pt x="285750" y="105727"/>
                </a:lnTo>
                <a:lnTo>
                  <a:pt x="301752" y="88188"/>
                </a:lnTo>
                <a:lnTo>
                  <a:pt x="320040" y="67056"/>
                </a:lnTo>
                <a:lnTo>
                  <a:pt x="332232" y="60960"/>
                </a:lnTo>
                <a:close/>
              </a:path>
              <a:path w="737870" h="407035">
                <a:moveTo>
                  <a:pt x="359664" y="32004"/>
                </a:moveTo>
                <a:lnTo>
                  <a:pt x="333756" y="0"/>
                </a:lnTo>
                <a:lnTo>
                  <a:pt x="315493" y="7747"/>
                </a:lnTo>
                <a:lnTo>
                  <a:pt x="290512" y="15049"/>
                </a:lnTo>
                <a:lnTo>
                  <a:pt x="220980" y="28956"/>
                </a:lnTo>
                <a:lnTo>
                  <a:pt x="177812" y="34366"/>
                </a:lnTo>
                <a:lnTo>
                  <a:pt x="132778" y="39052"/>
                </a:lnTo>
                <a:lnTo>
                  <a:pt x="85750" y="42887"/>
                </a:lnTo>
                <a:lnTo>
                  <a:pt x="36576" y="45720"/>
                </a:lnTo>
                <a:lnTo>
                  <a:pt x="36576" y="51816"/>
                </a:lnTo>
                <a:lnTo>
                  <a:pt x="89992" y="50152"/>
                </a:lnTo>
                <a:lnTo>
                  <a:pt x="140398" y="47625"/>
                </a:lnTo>
                <a:lnTo>
                  <a:pt x="187667" y="44538"/>
                </a:lnTo>
                <a:lnTo>
                  <a:pt x="231648" y="41148"/>
                </a:lnTo>
                <a:lnTo>
                  <a:pt x="270510" y="37363"/>
                </a:lnTo>
                <a:lnTo>
                  <a:pt x="304800" y="34861"/>
                </a:lnTo>
                <a:lnTo>
                  <a:pt x="359664" y="32004"/>
                </a:lnTo>
                <a:close/>
              </a:path>
              <a:path w="737870" h="407035">
                <a:moveTo>
                  <a:pt x="384048" y="144780"/>
                </a:moveTo>
                <a:lnTo>
                  <a:pt x="373380" y="134112"/>
                </a:lnTo>
                <a:lnTo>
                  <a:pt x="355092" y="115824"/>
                </a:lnTo>
                <a:lnTo>
                  <a:pt x="335280" y="134112"/>
                </a:lnTo>
                <a:lnTo>
                  <a:pt x="44196" y="134112"/>
                </a:lnTo>
                <a:lnTo>
                  <a:pt x="44196" y="115824"/>
                </a:lnTo>
                <a:lnTo>
                  <a:pt x="38100" y="115824"/>
                </a:lnTo>
                <a:lnTo>
                  <a:pt x="21386" y="159118"/>
                </a:lnTo>
                <a:lnTo>
                  <a:pt x="4572" y="175260"/>
                </a:lnTo>
                <a:lnTo>
                  <a:pt x="0" y="181356"/>
                </a:lnTo>
                <a:lnTo>
                  <a:pt x="0" y="185928"/>
                </a:lnTo>
                <a:lnTo>
                  <a:pt x="4572" y="190500"/>
                </a:lnTo>
                <a:lnTo>
                  <a:pt x="7620" y="192024"/>
                </a:lnTo>
                <a:lnTo>
                  <a:pt x="12192" y="193548"/>
                </a:lnTo>
                <a:lnTo>
                  <a:pt x="19812" y="193548"/>
                </a:lnTo>
                <a:lnTo>
                  <a:pt x="43611" y="161975"/>
                </a:lnTo>
                <a:lnTo>
                  <a:pt x="44196" y="144780"/>
                </a:lnTo>
                <a:lnTo>
                  <a:pt x="338328" y="144780"/>
                </a:lnTo>
                <a:lnTo>
                  <a:pt x="321564" y="185928"/>
                </a:lnTo>
                <a:lnTo>
                  <a:pt x="326136" y="188976"/>
                </a:lnTo>
                <a:lnTo>
                  <a:pt x="335000" y="178384"/>
                </a:lnTo>
                <a:lnTo>
                  <a:pt x="343281" y="169354"/>
                </a:lnTo>
                <a:lnTo>
                  <a:pt x="378079" y="146240"/>
                </a:lnTo>
                <a:lnTo>
                  <a:pt x="384048" y="144780"/>
                </a:lnTo>
                <a:close/>
              </a:path>
              <a:path w="737870" h="407035">
                <a:moveTo>
                  <a:pt x="391668" y="371856"/>
                </a:moveTo>
                <a:lnTo>
                  <a:pt x="346189" y="369887"/>
                </a:lnTo>
                <a:lnTo>
                  <a:pt x="305562" y="364045"/>
                </a:lnTo>
                <a:lnTo>
                  <a:pt x="269519" y="354507"/>
                </a:lnTo>
                <a:lnTo>
                  <a:pt x="267271" y="353568"/>
                </a:lnTo>
                <a:lnTo>
                  <a:pt x="237744" y="341376"/>
                </a:lnTo>
                <a:lnTo>
                  <a:pt x="252336" y="329184"/>
                </a:lnTo>
                <a:lnTo>
                  <a:pt x="253136" y="328523"/>
                </a:lnTo>
                <a:lnTo>
                  <a:pt x="269367" y="312801"/>
                </a:lnTo>
                <a:lnTo>
                  <a:pt x="286181" y="294233"/>
                </a:lnTo>
                <a:lnTo>
                  <a:pt x="303276" y="272796"/>
                </a:lnTo>
                <a:lnTo>
                  <a:pt x="320040" y="265176"/>
                </a:lnTo>
                <a:lnTo>
                  <a:pt x="318516" y="263652"/>
                </a:lnTo>
                <a:lnTo>
                  <a:pt x="309372" y="254508"/>
                </a:lnTo>
                <a:lnTo>
                  <a:pt x="294132" y="239268"/>
                </a:lnTo>
                <a:lnTo>
                  <a:pt x="277368" y="254508"/>
                </a:lnTo>
                <a:lnTo>
                  <a:pt x="277368" y="265176"/>
                </a:lnTo>
                <a:lnTo>
                  <a:pt x="265137" y="282892"/>
                </a:lnTo>
                <a:lnTo>
                  <a:pt x="251460" y="299466"/>
                </a:lnTo>
                <a:lnTo>
                  <a:pt x="236651" y="314896"/>
                </a:lnTo>
                <a:lnTo>
                  <a:pt x="220980" y="329184"/>
                </a:lnTo>
                <a:lnTo>
                  <a:pt x="213601" y="324027"/>
                </a:lnTo>
                <a:lnTo>
                  <a:pt x="178879" y="290474"/>
                </a:lnTo>
                <a:lnTo>
                  <a:pt x="160020" y="265176"/>
                </a:lnTo>
                <a:lnTo>
                  <a:pt x="277368" y="265176"/>
                </a:lnTo>
                <a:lnTo>
                  <a:pt x="277368" y="254508"/>
                </a:lnTo>
                <a:lnTo>
                  <a:pt x="152400" y="254508"/>
                </a:lnTo>
                <a:lnTo>
                  <a:pt x="155816" y="244513"/>
                </a:lnTo>
                <a:lnTo>
                  <a:pt x="159067" y="235077"/>
                </a:lnTo>
                <a:lnTo>
                  <a:pt x="162052" y="226225"/>
                </a:lnTo>
                <a:lnTo>
                  <a:pt x="164592" y="217932"/>
                </a:lnTo>
                <a:lnTo>
                  <a:pt x="345948" y="217932"/>
                </a:lnTo>
                <a:lnTo>
                  <a:pt x="315468" y="185928"/>
                </a:lnTo>
                <a:lnTo>
                  <a:pt x="295656" y="207264"/>
                </a:lnTo>
                <a:lnTo>
                  <a:pt x="166116" y="207264"/>
                </a:lnTo>
                <a:lnTo>
                  <a:pt x="172212" y="181356"/>
                </a:lnTo>
                <a:lnTo>
                  <a:pt x="184404" y="170688"/>
                </a:lnTo>
                <a:lnTo>
                  <a:pt x="146304" y="153924"/>
                </a:lnTo>
                <a:lnTo>
                  <a:pt x="145783" y="165049"/>
                </a:lnTo>
                <a:lnTo>
                  <a:pt x="144399" y="177736"/>
                </a:lnTo>
                <a:lnTo>
                  <a:pt x="142455" y="191858"/>
                </a:lnTo>
                <a:lnTo>
                  <a:pt x="140208" y="207264"/>
                </a:lnTo>
                <a:lnTo>
                  <a:pt x="32004" y="207264"/>
                </a:lnTo>
                <a:lnTo>
                  <a:pt x="48768" y="222504"/>
                </a:lnTo>
                <a:lnTo>
                  <a:pt x="58204" y="220510"/>
                </a:lnTo>
                <a:lnTo>
                  <a:pt x="68199" y="219075"/>
                </a:lnTo>
                <a:lnTo>
                  <a:pt x="78778" y="218224"/>
                </a:lnTo>
                <a:lnTo>
                  <a:pt x="89916" y="217932"/>
                </a:lnTo>
                <a:lnTo>
                  <a:pt x="138684" y="217932"/>
                </a:lnTo>
                <a:lnTo>
                  <a:pt x="122707" y="265658"/>
                </a:lnTo>
                <a:lnTo>
                  <a:pt x="95440" y="310515"/>
                </a:lnTo>
                <a:lnTo>
                  <a:pt x="57035" y="352526"/>
                </a:lnTo>
                <a:lnTo>
                  <a:pt x="7620" y="391668"/>
                </a:lnTo>
                <a:lnTo>
                  <a:pt x="10668" y="399288"/>
                </a:lnTo>
                <a:lnTo>
                  <a:pt x="57848" y="370166"/>
                </a:lnTo>
                <a:lnTo>
                  <a:pt x="96583" y="337756"/>
                </a:lnTo>
                <a:lnTo>
                  <a:pt x="127050" y="302209"/>
                </a:lnTo>
                <a:lnTo>
                  <a:pt x="149352" y="263652"/>
                </a:lnTo>
                <a:lnTo>
                  <a:pt x="159905" y="284797"/>
                </a:lnTo>
                <a:lnTo>
                  <a:pt x="173164" y="304800"/>
                </a:lnTo>
                <a:lnTo>
                  <a:pt x="189001" y="323659"/>
                </a:lnTo>
                <a:lnTo>
                  <a:pt x="207264" y="341376"/>
                </a:lnTo>
                <a:lnTo>
                  <a:pt x="177533" y="359664"/>
                </a:lnTo>
                <a:lnTo>
                  <a:pt x="143065" y="375666"/>
                </a:lnTo>
                <a:lnTo>
                  <a:pt x="103759" y="389382"/>
                </a:lnTo>
                <a:lnTo>
                  <a:pt x="59436" y="400812"/>
                </a:lnTo>
                <a:lnTo>
                  <a:pt x="59436" y="406908"/>
                </a:lnTo>
                <a:lnTo>
                  <a:pt x="109143" y="398360"/>
                </a:lnTo>
                <a:lnTo>
                  <a:pt x="152971" y="386524"/>
                </a:lnTo>
                <a:lnTo>
                  <a:pt x="190817" y="371551"/>
                </a:lnTo>
                <a:lnTo>
                  <a:pt x="222504" y="353568"/>
                </a:lnTo>
                <a:lnTo>
                  <a:pt x="248462" y="368477"/>
                </a:lnTo>
                <a:lnTo>
                  <a:pt x="280416" y="381381"/>
                </a:lnTo>
                <a:lnTo>
                  <a:pt x="318096" y="392582"/>
                </a:lnTo>
                <a:lnTo>
                  <a:pt x="361188" y="402336"/>
                </a:lnTo>
                <a:lnTo>
                  <a:pt x="367245" y="392315"/>
                </a:lnTo>
                <a:lnTo>
                  <a:pt x="374142" y="385000"/>
                </a:lnTo>
                <a:lnTo>
                  <a:pt x="382193" y="380263"/>
                </a:lnTo>
                <a:lnTo>
                  <a:pt x="391668" y="377952"/>
                </a:lnTo>
                <a:lnTo>
                  <a:pt x="391668" y="371856"/>
                </a:lnTo>
                <a:close/>
              </a:path>
              <a:path w="737870" h="407035">
                <a:moveTo>
                  <a:pt x="737616" y="123444"/>
                </a:moveTo>
                <a:lnTo>
                  <a:pt x="696468" y="123444"/>
                </a:lnTo>
                <a:lnTo>
                  <a:pt x="655320" y="310896"/>
                </a:lnTo>
                <a:lnTo>
                  <a:pt x="595884" y="123444"/>
                </a:lnTo>
                <a:lnTo>
                  <a:pt x="562356" y="123444"/>
                </a:lnTo>
                <a:lnTo>
                  <a:pt x="505968" y="310896"/>
                </a:lnTo>
                <a:lnTo>
                  <a:pt x="461772" y="123444"/>
                </a:lnTo>
                <a:lnTo>
                  <a:pt x="419100" y="123444"/>
                </a:lnTo>
                <a:lnTo>
                  <a:pt x="481584" y="365760"/>
                </a:lnTo>
                <a:lnTo>
                  <a:pt x="519684" y="365760"/>
                </a:lnTo>
                <a:lnTo>
                  <a:pt x="579120" y="178308"/>
                </a:lnTo>
                <a:lnTo>
                  <a:pt x="638556" y="365760"/>
                </a:lnTo>
                <a:lnTo>
                  <a:pt x="675132" y="365760"/>
                </a:lnTo>
                <a:lnTo>
                  <a:pt x="737616" y="12344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</a:endParaRPr>
          </a:p>
        </p:txBody>
      </p:sp>
      <p:pic>
        <p:nvPicPr>
          <p:cNvPr id="52" name="object 52"/>
          <p:cNvPicPr/>
          <p:nvPr/>
        </p:nvPicPr>
        <p:blipFill>
          <a:blip r:embed="rId7" cstate="print"/>
          <a:stretch>
            <a:fillRect/>
          </a:stretch>
        </p:blipFill>
        <p:spPr>
          <a:xfrm>
            <a:off x="7732776" y="3915155"/>
            <a:ext cx="67055" cy="112775"/>
          </a:xfrm>
          <a:prstGeom prst="rect">
            <a:avLst/>
          </a:prstGeom>
        </p:spPr>
      </p:pic>
      <p:sp>
        <p:nvSpPr>
          <p:cNvPr id="53" name="object 53"/>
          <p:cNvSpPr/>
          <p:nvPr/>
        </p:nvSpPr>
        <p:spPr>
          <a:xfrm>
            <a:off x="7854696" y="4154423"/>
            <a:ext cx="93345" cy="143510"/>
          </a:xfrm>
          <a:custGeom>
            <a:avLst/>
            <a:gdLst/>
            <a:ahLst/>
            <a:cxnLst/>
            <a:rect l="l" t="t" r="r" b="b"/>
            <a:pathLst>
              <a:path w="93345" h="143510">
                <a:moveTo>
                  <a:pt x="32003" y="143256"/>
                </a:moveTo>
                <a:lnTo>
                  <a:pt x="0" y="143256"/>
                </a:lnTo>
                <a:lnTo>
                  <a:pt x="38100" y="0"/>
                </a:lnTo>
                <a:lnTo>
                  <a:pt x="92964" y="0"/>
                </a:lnTo>
                <a:lnTo>
                  <a:pt x="32003" y="14325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</a:endParaRPr>
          </a:p>
        </p:txBody>
      </p:sp>
      <p:sp>
        <p:nvSpPr>
          <p:cNvPr id="54" name="object 54"/>
          <p:cNvSpPr/>
          <p:nvPr/>
        </p:nvSpPr>
        <p:spPr>
          <a:xfrm>
            <a:off x="8122920" y="3974591"/>
            <a:ext cx="317500" cy="242570"/>
          </a:xfrm>
          <a:custGeom>
            <a:avLst/>
            <a:gdLst/>
            <a:ahLst/>
            <a:cxnLst/>
            <a:rect l="l" t="t" r="r" b="b"/>
            <a:pathLst>
              <a:path w="317500" h="242570">
                <a:moveTo>
                  <a:pt x="254507" y="242316"/>
                </a:moveTo>
                <a:lnTo>
                  <a:pt x="217931" y="242316"/>
                </a:lnTo>
                <a:lnTo>
                  <a:pt x="158496" y="54864"/>
                </a:lnTo>
                <a:lnTo>
                  <a:pt x="99060" y="242316"/>
                </a:lnTo>
                <a:lnTo>
                  <a:pt x="60960" y="242316"/>
                </a:lnTo>
                <a:lnTo>
                  <a:pt x="0" y="0"/>
                </a:lnTo>
                <a:lnTo>
                  <a:pt x="42672" y="0"/>
                </a:lnTo>
                <a:lnTo>
                  <a:pt x="85343" y="187452"/>
                </a:lnTo>
                <a:lnTo>
                  <a:pt x="141731" y="0"/>
                </a:lnTo>
                <a:lnTo>
                  <a:pt x="176783" y="0"/>
                </a:lnTo>
                <a:lnTo>
                  <a:pt x="234695" y="187452"/>
                </a:lnTo>
                <a:lnTo>
                  <a:pt x="275843" y="0"/>
                </a:lnTo>
                <a:lnTo>
                  <a:pt x="316991" y="0"/>
                </a:lnTo>
                <a:lnTo>
                  <a:pt x="254507" y="24231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</a:endParaRPr>
          </a:p>
        </p:txBody>
      </p:sp>
      <p:pic>
        <p:nvPicPr>
          <p:cNvPr id="55" name="object 55"/>
          <p:cNvPicPr/>
          <p:nvPr/>
        </p:nvPicPr>
        <p:blipFill>
          <a:blip r:embed="rId8" cstate="print"/>
          <a:stretch>
            <a:fillRect/>
          </a:stretch>
        </p:blipFill>
        <p:spPr>
          <a:xfrm>
            <a:off x="8488680" y="3915155"/>
            <a:ext cx="67056" cy="112775"/>
          </a:xfrm>
          <a:prstGeom prst="rect">
            <a:avLst/>
          </a:prstGeom>
        </p:spPr>
      </p:pic>
      <p:sp>
        <p:nvSpPr>
          <p:cNvPr id="56" name="object 56"/>
          <p:cNvSpPr/>
          <p:nvPr/>
        </p:nvSpPr>
        <p:spPr>
          <a:xfrm>
            <a:off x="8612123" y="3851147"/>
            <a:ext cx="403860" cy="411480"/>
          </a:xfrm>
          <a:custGeom>
            <a:avLst/>
            <a:gdLst/>
            <a:ahLst/>
            <a:cxnLst/>
            <a:rect l="l" t="t" r="r" b="b"/>
            <a:pathLst>
              <a:path w="403859" h="411479">
                <a:moveTo>
                  <a:pt x="268224" y="67056"/>
                </a:moveTo>
                <a:lnTo>
                  <a:pt x="263652" y="67056"/>
                </a:lnTo>
                <a:lnTo>
                  <a:pt x="260604" y="62484"/>
                </a:lnTo>
                <a:lnTo>
                  <a:pt x="259080" y="51816"/>
                </a:lnTo>
                <a:lnTo>
                  <a:pt x="254531" y="41243"/>
                </a:lnTo>
                <a:lnTo>
                  <a:pt x="247840" y="30099"/>
                </a:lnTo>
                <a:lnTo>
                  <a:pt x="239148" y="18383"/>
                </a:lnTo>
                <a:lnTo>
                  <a:pt x="228600" y="6096"/>
                </a:lnTo>
                <a:lnTo>
                  <a:pt x="233172" y="0"/>
                </a:lnTo>
                <a:lnTo>
                  <a:pt x="269819" y="23788"/>
                </a:lnTo>
                <a:lnTo>
                  <a:pt x="283464" y="38100"/>
                </a:lnTo>
                <a:lnTo>
                  <a:pt x="283464" y="47244"/>
                </a:lnTo>
                <a:lnTo>
                  <a:pt x="280416" y="51816"/>
                </a:lnTo>
                <a:lnTo>
                  <a:pt x="271272" y="64008"/>
                </a:lnTo>
                <a:lnTo>
                  <a:pt x="268224" y="67056"/>
                </a:lnTo>
                <a:close/>
              </a:path>
              <a:path w="403859" h="411479">
                <a:moveTo>
                  <a:pt x="4572" y="231648"/>
                </a:moveTo>
                <a:lnTo>
                  <a:pt x="0" y="228600"/>
                </a:lnTo>
                <a:lnTo>
                  <a:pt x="19716" y="198572"/>
                </a:lnTo>
                <a:lnTo>
                  <a:pt x="37719" y="167830"/>
                </a:lnTo>
                <a:lnTo>
                  <a:pt x="68580" y="103632"/>
                </a:lnTo>
                <a:lnTo>
                  <a:pt x="90678" y="45529"/>
                </a:lnTo>
                <a:lnTo>
                  <a:pt x="103632" y="4572"/>
                </a:lnTo>
                <a:lnTo>
                  <a:pt x="138684" y="25908"/>
                </a:lnTo>
                <a:lnTo>
                  <a:pt x="108894" y="65936"/>
                </a:lnTo>
                <a:lnTo>
                  <a:pt x="101917" y="80962"/>
                </a:lnTo>
                <a:lnTo>
                  <a:pt x="83820" y="118872"/>
                </a:lnTo>
                <a:lnTo>
                  <a:pt x="103632" y="131064"/>
                </a:lnTo>
                <a:lnTo>
                  <a:pt x="89916" y="144780"/>
                </a:lnTo>
                <a:lnTo>
                  <a:pt x="89916" y="152400"/>
                </a:lnTo>
                <a:lnTo>
                  <a:pt x="67056" y="152400"/>
                </a:lnTo>
                <a:lnTo>
                  <a:pt x="51077" y="176141"/>
                </a:lnTo>
                <a:lnTo>
                  <a:pt x="35242" y="197167"/>
                </a:lnTo>
                <a:lnTo>
                  <a:pt x="19692" y="215622"/>
                </a:lnTo>
                <a:lnTo>
                  <a:pt x="4572" y="231648"/>
                </a:lnTo>
                <a:close/>
              </a:path>
              <a:path w="403859" h="411479">
                <a:moveTo>
                  <a:pt x="105156" y="384048"/>
                </a:moveTo>
                <a:lnTo>
                  <a:pt x="100584" y="381000"/>
                </a:lnTo>
                <a:lnTo>
                  <a:pt x="109857" y="365236"/>
                </a:lnTo>
                <a:lnTo>
                  <a:pt x="118491" y="348996"/>
                </a:lnTo>
                <a:lnTo>
                  <a:pt x="134154" y="312277"/>
                </a:lnTo>
                <a:lnTo>
                  <a:pt x="145732" y="269176"/>
                </a:lnTo>
                <a:lnTo>
                  <a:pt x="153924" y="222504"/>
                </a:lnTo>
                <a:lnTo>
                  <a:pt x="158496" y="154686"/>
                </a:lnTo>
                <a:lnTo>
                  <a:pt x="159031" y="103632"/>
                </a:lnTo>
                <a:lnTo>
                  <a:pt x="158496" y="50292"/>
                </a:lnTo>
                <a:lnTo>
                  <a:pt x="182880" y="67056"/>
                </a:lnTo>
                <a:lnTo>
                  <a:pt x="374091" y="67056"/>
                </a:lnTo>
                <a:lnTo>
                  <a:pt x="381000" y="73152"/>
                </a:lnTo>
                <a:lnTo>
                  <a:pt x="376936" y="76200"/>
                </a:lnTo>
                <a:lnTo>
                  <a:pt x="182880" y="76200"/>
                </a:lnTo>
                <a:lnTo>
                  <a:pt x="182880" y="129540"/>
                </a:lnTo>
                <a:lnTo>
                  <a:pt x="368878" y="129540"/>
                </a:lnTo>
                <a:lnTo>
                  <a:pt x="368998" y="134874"/>
                </a:lnTo>
                <a:lnTo>
                  <a:pt x="369325" y="140208"/>
                </a:lnTo>
                <a:lnTo>
                  <a:pt x="182880" y="140208"/>
                </a:lnTo>
                <a:lnTo>
                  <a:pt x="181451" y="184785"/>
                </a:lnTo>
                <a:lnTo>
                  <a:pt x="177165" y="224790"/>
                </a:lnTo>
                <a:lnTo>
                  <a:pt x="160020" y="291083"/>
                </a:lnTo>
                <a:lnTo>
                  <a:pt x="134874" y="343281"/>
                </a:lnTo>
                <a:lnTo>
                  <a:pt x="120586" y="365236"/>
                </a:lnTo>
                <a:lnTo>
                  <a:pt x="105156" y="384048"/>
                </a:lnTo>
                <a:close/>
              </a:path>
              <a:path w="403859" h="411479">
                <a:moveTo>
                  <a:pt x="374091" y="67056"/>
                </a:moveTo>
                <a:lnTo>
                  <a:pt x="342900" y="67056"/>
                </a:lnTo>
                <a:lnTo>
                  <a:pt x="355092" y="50292"/>
                </a:lnTo>
                <a:lnTo>
                  <a:pt x="374091" y="67056"/>
                </a:lnTo>
                <a:close/>
              </a:path>
              <a:path w="403859" h="411479">
                <a:moveTo>
                  <a:pt x="368878" y="129540"/>
                </a:moveTo>
                <a:lnTo>
                  <a:pt x="345948" y="129540"/>
                </a:lnTo>
                <a:lnTo>
                  <a:pt x="345948" y="76200"/>
                </a:lnTo>
                <a:lnTo>
                  <a:pt x="376936" y="76200"/>
                </a:lnTo>
                <a:lnTo>
                  <a:pt x="368808" y="82296"/>
                </a:lnTo>
                <a:lnTo>
                  <a:pt x="368878" y="129540"/>
                </a:lnTo>
                <a:close/>
              </a:path>
              <a:path w="403859" h="411479">
                <a:moveTo>
                  <a:pt x="345948" y="158496"/>
                </a:moveTo>
                <a:lnTo>
                  <a:pt x="345948" y="140208"/>
                </a:lnTo>
                <a:lnTo>
                  <a:pt x="369325" y="140208"/>
                </a:lnTo>
                <a:lnTo>
                  <a:pt x="369450" y="142255"/>
                </a:lnTo>
                <a:lnTo>
                  <a:pt x="370332" y="149352"/>
                </a:lnTo>
                <a:lnTo>
                  <a:pt x="345948" y="158496"/>
                </a:lnTo>
                <a:close/>
              </a:path>
              <a:path w="403859" h="411479">
                <a:moveTo>
                  <a:pt x="65532" y="411480"/>
                </a:moveTo>
                <a:lnTo>
                  <a:pt x="66413" y="375118"/>
                </a:lnTo>
                <a:lnTo>
                  <a:pt x="66862" y="345948"/>
                </a:lnTo>
                <a:lnTo>
                  <a:pt x="66944" y="334899"/>
                </a:lnTo>
                <a:lnTo>
                  <a:pt x="67056" y="152400"/>
                </a:lnTo>
                <a:lnTo>
                  <a:pt x="89916" y="152400"/>
                </a:lnTo>
                <a:lnTo>
                  <a:pt x="90018" y="322968"/>
                </a:lnTo>
                <a:lnTo>
                  <a:pt x="90106" y="334899"/>
                </a:lnTo>
                <a:lnTo>
                  <a:pt x="90541" y="362712"/>
                </a:lnTo>
                <a:lnTo>
                  <a:pt x="91440" y="399287"/>
                </a:lnTo>
                <a:lnTo>
                  <a:pt x="65532" y="411480"/>
                </a:lnTo>
                <a:close/>
              </a:path>
              <a:path w="403859" h="411479">
                <a:moveTo>
                  <a:pt x="187452" y="396239"/>
                </a:moveTo>
                <a:lnTo>
                  <a:pt x="188328" y="377475"/>
                </a:lnTo>
                <a:lnTo>
                  <a:pt x="188763" y="362712"/>
                </a:lnTo>
                <a:lnTo>
                  <a:pt x="188876" y="215622"/>
                </a:lnTo>
                <a:lnTo>
                  <a:pt x="188785" y="208788"/>
                </a:lnTo>
                <a:lnTo>
                  <a:pt x="188333" y="193929"/>
                </a:lnTo>
                <a:lnTo>
                  <a:pt x="187452" y="176784"/>
                </a:lnTo>
                <a:lnTo>
                  <a:pt x="211836" y="192024"/>
                </a:lnTo>
                <a:lnTo>
                  <a:pt x="395586" y="192024"/>
                </a:lnTo>
                <a:lnTo>
                  <a:pt x="403860" y="198120"/>
                </a:lnTo>
                <a:lnTo>
                  <a:pt x="396675" y="202692"/>
                </a:lnTo>
                <a:lnTo>
                  <a:pt x="211836" y="202692"/>
                </a:lnTo>
                <a:lnTo>
                  <a:pt x="211836" y="272795"/>
                </a:lnTo>
                <a:lnTo>
                  <a:pt x="387096" y="272795"/>
                </a:lnTo>
                <a:lnTo>
                  <a:pt x="387096" y="283464"/>
                </a:lnTo>
                <a:lnTo>
                  <a:pt x="211836" y="283464"/>
                </a:lnTo>
                <a:lnTo>
                  <a:pt x="211836" y="387096"/>
                </a:lnTo>
                <a:lnTo>
                  <a:pt x="187452" y="396239"/>
                </a:lnTo>
                <a:close/>
              </a:path>
              <a:path w="403859" h="411479">
                <a:moveTo>
                  <a:pt x="395586" y="192024"/>
                </a:moveTo>
                <a:lnTo>
                  <a:pt x="361188" y="192024"/>
                </a:lnTo>
                <a:lnTo>
                  <a:pt x="374904" y="176784"/>
                </a:lnTo>
                <a:lnTo>
                  <a:pt x="395586" y="192024"/>
                </a:lnTo>
                <a:close/>
              </a:path>
              <a:path w="403859" h="411479">
                <a:moveTo>
                  <a:pt x="269748" y="272795"/>
                </a:moveTo>
                <a:lnTo>
                  <a:pt x="246888" y="272795"/>
                </a:lnTo>
                <a:lnTo>
                  <a:pt x="246888" y="202692"/>
                </a:lnTo>
                <a:lnTo>
                  <a:pt x="269748" y="202692"/>
                </a:lnTo>
                <a:lnTo>
                  <a:pt x="269748" y="272795"/>
                </a:lnTo>
                <a:close/>
              </a:path>
              <a:path w="403859" h="411479">
                <a:moveTo>
                  <a:pt x="330708" y="272795"/>
                </a:moveTo>
                <a:lnTo>
                  <a:pt x="307848" y="272795"/>
                </a:lnTo>
                <a:lnTo>
                  <a:pt x="307848" y="202692"/>
                </a:lnTo>
                <a:lnTo>
                  <a:pt x="330708" y="202692"/>
                </a:lnTo>
                <a:lnTo>
                  <a:pt x="330708" y="272795"/>
                </a:lnTo>
                <a:close/>
              </a:path>
              <a:path w="403859" h="411479">
                <a:moveTo>
                  <a:pt x="387096" y="272795"/>
                </a:moveTo>
                <a:lnTo>
                  <a:pt x="364236" y="272795"/>
                </a:lnTo>
                <a:lnTo>
                  <a:pt x="364236" y="202692"/>
                </a:lnTo>
                <a:lnTo>
                  <a:pt x="396675" y="202692"/>
                </a:lnTo>
                <a:lnTo>
                  <a:pt x="387096" y="208788"/>
                </a:lnTo>
                <a:lnTo>
                  <a:pt x="387096" y="272795"/>
                </a:lnTo>
                <a:close/>
              </a:path>
              <a:path w="403859" h="411479">
                <a:moveTo>
                  <a:pt x="246888" y="368808"/>
                </a:moveTo>
                <a:lnTo>
                  <a:pt x="246888" y="283464"/>
                </a:lnTo>
                <a:lnTo>
                  <a:pt x="269748" y="283464"/>
                </a:lnTo>
                <a:lnTo>
                  <a:pt x="269748" y="362712"/>
                </a:lnTo>
                <a:lnTo>
                  <a:pt x="246888" y="368808"/>
                </a:lnTo>
                <a:close/>
              </a:path>
              <a:path w="403859" h="411479">
                <a:moveTo>
                  <a:pt x="307848" y="355092"/>
                </a:moveTo>
                <a:lnTo>
                  <a:pt x="307848" y="283464"/>
                </a:lnTo>
                <a:lnTo>
                  <a:pt x="330708" y="283464"/>
                </a:lnTo>
                <a:lnTo>
                  <a:pt x="330708" y="345948"/>
                </a:lnTo>
                <a:lnTo>
                  <a:pt x="307848" y="355092"/>
                </a:lnTo>
                <a:close/>
              </a:path>
              <a:path w="403859" h="411479">
                <a:moveTo>
                  <a:pt x="386947" y="367284"/>
                </a:moveTo>
                <a:lnTo>
                  <a:pt x="362712" y="367284"/>
                </a:lnTo>
                <a:lnTo>
                  <a:pt x="365760" y="362712"/>
                </a:lnTo>
                <a:lnTo>
                  <a:pt x="364236" y="352044"/>
                </a:lnTo>
                <a:lnTo>
                  <a:pt x="364236" y="283464"/>
                </a:lnTo>
                <a:lnTo>
                  <a:pt x="387096" y="283464"/>
                </a:lnTo>
                <a:lnTo>
                  <a:pt x="386972" y="367022"/>
                </a:lnTo>
                <a:lnTo>
                  <a:pt x="386947" y="367284"/>
                </a:lnTo>
                <a:close/>
              </a:path>
              <a:path w="403859" h="411479">
                <a:moveTo>
                  <a:pt x="355092" y="402336"/>
                </a:moveTo>
                <a:lnTo>
                  <a:pt x="351401" y="393477"/>
                </a:lnTo>
                <a:lnTo>
                  <a:pt x="342709" y="385191"/>
                </a:lnTo>
                <a:lnTo>
                  <a:pt x="329160" y="377475"/>
                </a:lnTo>
                <a:lnTo>
                  <a:pt x="310896" y="370332"/>
                </a:lnTo>
                <a:lnTo>
                  <a:pt x="310896" y="364236"/>
                </a:lnTo>
                <a:lnTo>
                  <a:pt x="336232" y="366331"/>
                </a:lnTo>
                <a:lnTo>
                  <a:pt x="345828" y="367022"/>
                </a:lnTo>
                <a:lnTo>
                  <a:pt x="353568" y="367284"/>
                </a:lnTo>
                <a:lnTo>
                  <a:pt x="386947" y="367284"/>
                </a:lnTo>
                <a:lnTo>
                  <a:pt x="385953" y="377475"/>
                </a:lnTo>
                <a:lnTo>
                  <a:pt x="380238" y="387477"/>
                </a:lnTo>
                <a:lnTo>
                  <a:pt x="369951" y="395763"/>
                </a:lnTo>
                <a:lnTo>
                  <a:pt x="355092" y="40233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</a:endParaRPr>
          </a:p>
        </p:txBody>
      </p:sp>
      <p:sp>
        <p:nvSpPr>
          <p:cNvPr id="57" name="object 57"/>
          <p:cNvSpPr/>
          <p:nvPr/>
        </p:nvSpPr>
        <p:spPr>
          <a:xfrm>
            <a:off x="9070847" y="3851147"/>
            <a:ext cx="391795" cy="407034"/>
          </a:xfrm>
          <a:custGeom>
            <a:avLst/>
            <a:gdLst/>
            <a:ahLst/>
            <a:cxnLst/>
            <a:rect l="l" t="t" r="r" b="b"/>
            <a:pathLst>
              <a:path w="391795" h="407035">
                <a:moveTo>
                  <a:pt x="36576" y="51816"/>
                </a:moveTo>
                <a:lnTo>
                  <a:pt x="36576" y="45720"/>
                </a:lnTo>
                <a:lnTo>
                  <a:pt x="85748" y="42886"/>
                </a:lnTo>
                <a:lnTo>
                  <a:pt x="132778" y="39052"/>
                </a:lnTo>
                <a:lnTo>
                  <a:pt x="177807" y="34361"/>
                </a:lnTo>
                <a:lnTo>
                  <a:pt x="220980" y="28956"/>
                </a:lnTo>
                <a:lnTo>
                  <a:pt x="259603" y="22074"/>
                </a:lnTo>
                <a:lnTo>
                  <a:pt x="315706" y="7739"/>
                </a:lnTo>
                <a:lnTo>
                  <a:pt x="333756" y="0"/>
                </a:lnTo>
                <a:lnTo>
                  <a:pt x="359664" y="32004"/>
                </a:lnTo>
                <a:lnTo>
                  <a:pt x="305371" y="34861"/>
                </a:lnTo>
                <a:lnTo>
                  <a:pt x="270724" y="37361"/>
                </a:lnTo>
                <a:lnTo>
                  <a:pt x="231648" y="41148"/>
                </a:lnTo>
                <a:lnTo>
                  <a:pt x="187880" y="44529"/>
                </a:lnTo>
                <a:lnTo>
                  <a:pt x="140970" y="47625"/>
                </a:lnTo>
                <a:lnTo>
                  <a:pt x="90630" y="50149"/>
                </a:lnTo>
                <a:lnTo>
                  <a:pt x="36576" y="51816"/>
                </a:lnTo>
                <a:close/>
              </a:path>
              <a:path w="391795" h="407035">
                <a:moveTo>
                  <a:pt x="260604" y="129540"/>
                </a:moveTo>
                <a:lnTo>
                  <a:pt x="256032" y="124968"/>
                </a:lnTo>
                <a:lnTo>
                  <a:pt x="262628" y="114704"/>
                </a:lnTo>
                <a:lnTo>
                  <a:pt x="268795" y="104584"/>
                </a:lnTo>
                <a:lnTo>
                  <a:pt x="274677" y="94749"/>
                </a:lnTo>
                <a:lnTo>
                  <a:pt x="280416" y="85344"/>
                </a:lnTo>
                <a:lnTo>
                  <a:pt x="285016" y="74676"/>
                </a:lnTo>
                <a:lnTo>
                  <a:pt x="289560" y="63436"/>
                </a:lnTo>
                <a:lnTo>
                  <a:pt x="294132" y="51268"/>
                </a:lnTo>
                <a:lnTo>
                  <a:pt x="298704" y="38100"/>
                </a:lnTo>
                <a:lnTo>
                  <a:pt x="332232" y="60960"/>
                </a:lnTo>
                <a:lnTo>
                  <a:pt x="320040" y="67056"/>
                </a:lnTo>
                <a:lnTo>
                  <a:pt x="301752" y="88177"/>
                </a:lnTo>
                <a:lnTo>
                  <a:pt x="285750" y="105727"/>
                </a:lnTo>
                <a:lnTo>
                  <a:pt x="272034" y="119562"/>
                </a:lnTo>
                <a:lnTo>
                  <a:pt x="260604" y="129540"/>
                </a:lnTo>
                <a:close/>
              </a:path>
              <a:path w="391795" h="407035">
                <a:moveTo>
                  <a:pt x="207264" y="123444"/>
                </a:moveTo>
                <a:lnTo>
                  <a:pt x="201168" y="123444"/>
                </a:lnTo>
                <a:lnTo>
                  <a:pt x="199644" y="118872"/>
                </a:lnTo>
                <a:lnTo>
                  <a:pt x="196596" y="106680"/>
                </a:lnTo>
                <a:lnTo>
                  <a:pt x="192285" y="93821"/>
                </a:lnTo>
                <a:lnTo>
                  <a:pt x="186118" y="80391"/>
                </a:lnTo>
                <a:lnTo>
                  <a:pt x="177950" y="66389"/>
                </a:lnTo>
                <a:lnTo>
                  <a:pt x="167640" y="51816"/>
                </a:lnTo>
                <a:lnTo>
                  <a:pt x="170688" y="48768"/>
                </a:lnTo>
                <a:lnTo>
                  <a:pt x="202692" y="70675"/>
                </a:lnTo>
                <a:lnTo>
                  <a:pt x="220980" y="92964"/>
                </a:lnTo>
                <a:lnTo>
                  <a:pt x="220980" y="105156"/>
                </a:lnTo>
                <a:lnTo>
                  <a:pt x="217932" y="111252"/>
                </a:lnTo>
                <a:lnTo>
                  <a:pt x="213360" y="115824"/>
                </a:lnTo>
                <a:lnTo>
                  <a:pt x="208788" y="121920"/>
                </a:lnTo>
                <a:lnTo>
                  <a:pt x="207264" y="123444"/>
                </a:lnTo>
                <a:close/>
              </a:path>
              <a:path w="391795" h="407035">
                <a:moveTo>
                  <a:pt x="118872" y="128016"/>
                </a:moveTo>
                <a:lnTo>
                  <a:pt x="112776" y="128016"/>
                </a:lnTo>
                <a:lnTo>
                  <a:pt x="109728" y="121920"/>
                </a:lnTo>
                <a:lnTo>
                  <a:pt x="106680" y="111252"/>
                </a:lnTo>
                <a:lnTo>
                  <a:pt x="102369" y="99560"/>
                </a:lnTo>
                <a:lnTo>
                  <a:pt x="96202" y="87439"/>
                </a:lnTo>
                <a:lnTo>
                  <a:pt x="88034" y="75033"/>
                </a:lnTo>
                <a:lnTo>
                  <a:pt x="77724" y="62484"/>
                </a:lnTo>
                <a:lnTo>
                  <a:pt x="82296" y="57912"/>
                </a:lnTo>
                <a:lnTo>
                  <a:pt x="118943" y="81486"/>
                </a:lnTo>
                <a:lnTo>
                  <a:pt x="132588" y="100584"/>
                </a:lnTo>
                <a:lnTo>
                  <a:pt x="132588" y="109728"/>
                </a:lnTo>
                <a:lnTo>
                  <a:pt x="131064" y="114300"/>
                </a:lnTo>
                <a:lnTo>
                  <a:pt x="126492" y="118872"/>
                </a:lnTo>
                <a:lnTo>
                  <a:pt x="121920" y="124968"/>
                </a:lnTo>
                <a:lnTo>
                  <a:pt x="118872" y="128016"/>
                </a:lnTo>
                <a:close/>
              </a:path>
              <a:path w="391795" h="407035">
                <a:moveTo>
                  <a:pt x="21336" y="193548"/>
                </a:moveTo>
                <a:lnTo>
                  <a:pt x="12192" y="193548"/>
                </a:lnTo>
                <a:lnTo>
                  <a:pt x="9144" y="192024"/>
                </a:lnTo>
                <a:lnTo>
                  <a:pt x="4572" y="190500"/>
                </a:lnTo>
                <a:lnTo>
                  <a:pt x="0" y="185928"/>
                </a:lnTo>
                <a:lnTo>
                  <a:pt x="0" y="181356"/>
                </a:lnTo>
                <a:lnTo>
                  <a:pt x="4572" y="175260"/>
                </a:lnTo>
                <a:lnTo>
                  <a:pt x="13716" y="167640"/>
                </a:lnTo>
                <a:lnTo>
                  <a:pt x="22026" y="159115"/>
                </a:lnTo>
                <a:lnTo>
                  <a:pt x="28765" y="147447"/>
                </a:lnTo>
                <a:lnTo>
                  <a:pt x="34075" y="132921"/>
                </a:lnTo>
                <a:lnTo>
                  <a:pt x="38100" y="115824"/>
                </a:lnTo>
                <a:lnTo>
                  <a:pt x="45720" y="115824"/>
                </a:lnTo>
                <a:lnTo>
                  <a:pt x="45720" y="134112"/>
                </a:lnTo>
                <a:lnTo>
                  <a:pt x="373380" y="134112"/>
                </a:lnTo>
                <a:lnTo>
                  <a:pt x="384048" y="144780"/>
                </a:lnTo>
                <a:lnTo>
                  <a:pt x="45720" y="144780"/>
                </a:lnTo>
                <a:lnTo>
                  <a:pt x="44886" y="161972"/>
                </a:lnTo>
                <a:lnTo>
                  <a:pt x="42481" y="174879"/>
                </a:lnTo>
                <a:lnTo>
                  <a:pt x="38647" y="183784"/>
                </a:lnTo>
                <a:lnTo>
                  <a:pt x="33528" y="188976"/>
                </a:lnTo>
                <a:lnTo>
                  <a:pt x="25908" y="192024"/>
                </a:lnTo>
                <a:lnTo>
                  <a:pt x="21336" y="193548"/>
                </a:lnTo>
                <a:close/>
              </a:path>
              <a:path w="391795" h="407035">
                <a:moveTo>
                  <a:pt x="373380" y="134112"/>
                </a:moveTo>
                <a:lnTo>
                  <a:pt x="335280" y="134112"/>
                </a:lnTo>
                <a:lnTo>
                  <a:pt x="355092" y="115824"/>
                </a:lnTo>
                <a:lnTo>
                  <a:pt x="373380" y="134112"/>
                </a:lnTo>
                <a:close/>
              </a:path>
              <a:path w="391795" h="407035">
                <a:moveTo>
                  <a:pt x="327660" y="188976"/>
                </a:moveTo>
                <a:lnTo>
                  <a:pt x="321564" y="185928"/>
                </a:lnTo>
                <a:lnTo>
                  <a:pt x="339852" y="144780"/>
                </a:lnTo>
                <a:lnTo>
                  <a:pt x="384048" y="144780"/>
                </a:lnTo>
                <a:lnTo>
                  <a:pt x="378071" y="146232"/>
                </a:lnTo>
                <a:lnTo>
                  <a:pt x="371665" y="148399"/>
                </a:lnTo>
                <a:lnTo>
                  <a:pt x="335637" y="178379"/>
                </a:lnTo>
                <a:lnTo>
                  <a:pt x="327660" y="188976"/>
                </a:lnTo>
                <a:close/>
              </a:path>
              <a:path w="391795" h="407035">
                <a:moveTo>
                  <a:pt x="167640" y="207264"/>
                </a:moveTo>
                <a:lnTo>
                  <a:pt x="140208" y="207264"/>
                </a:lnTo>
                <a:lnTo>
                  <a:pt x="143089" y="191857"/>
                </a:lnTo>
                <a:lnTo>
                  <a:pt x="144970" y="177736"/>
                </a:lnTo>
                <a:lnTo>
                  <a:pt x="145994" y="165044"/>
                </a:lnTo>
                <a:lnTo>
                  <a:pt x="146304" y="153924"/>
                </a:lnTo>
                <a:lnTo>
                  <a:pt x="184404" y="170688"/>
                </a:lnTo>
                <a:lnTo>
                  <a:pt x="172212" y="181356"/>
                </a:lnTo>
                <a:lnTo>
                  <a:pt x="167640" y="207264"/>
                </a:lnTo>
                <a:close/>
              </a:path>
              <a:path w="391795" h="407035">
                <a:moveTo>
                  <a:pt x="48768" y="222504"/>
                </a:moveTo>
                <a:lnTo>
                  <a:pt x="33528" y="207264"/>
                </a:lnTo>
                <a:lnTo>
                  <a:pt x="295656" y="207264"/>
                </a:lnTo>
                <a:lnTo>
                  <a:pt x="316992" y="185928"/>
                </a:lnTo>
                <a:lnTo>
                  <a:pt x="345948" y="217932"/>
                </a:lnTo>
                <a:lnTo>
                  <a:pt x="89916" y="217932"/>
                </a:lnTo>
                <a:lnTo>
                  <a:pt x="79414" y="218217"/>
                </a:lnTo>
                <a:lnTo>
                  <a:pt x="68770" y="219075"/>
                </a:lnTo>
                <a:lnTo>
                  <a:pt x="58412" y="220503"/>
                </a:lnTo>
                <a:lnTo>
                  <a:pt x="48768" y="222504"/>
                </a:lnTo>
                <a:close/>
              </a:path>
              <a:path w="391795" h="407035">
                <a:moveTo>
                  <a:pt x="10668" y="399288"/>
                </a:moveTo>
                <a:lnTo>
                  <a:pt x="9144" y="391668"/>
                </a:lnTo>
                <a:lnTo>
                  <a:pt x="58316" y="352520"/>
                </a:lnTo>
                <a:lnTo>
                  <a:pt x="96202" y="310515"/>
                </a:lnTo>
                <a:lnTo>
                  <a:pt x="122943" y="265652"/>
                </a:lnTo>
                <a:lnTo>
                  <a:pt x="138684" y="217932"/>
                </a:lnTo>
                <a:lnTo>
                  <a:pt x="164592" y="217932"/>
                </a:lnTo>
                <a:lnTo>
                  <a:pt x="162258" y="226218"/>
                </a:lnTo>
                <a:lnTo>
                  <a:pt x="159639" y="235077"/>
                </a:lnTo>
                <a:lnTo>
                  <a:pt x="156448" y="244506"/>
                </a:lnTo>
                <a:lnTo>
                  <a:pt x="152400" y="254508"/>
                </a:lnTo>
                <a:lnTo>
                  <a:pt x="309372" y="254508"/>
                </a:lnTo>
                <a:lnTo>
                  <a:pt x="318516" y="263652"/>
                </a:lnTo>
                <a:lnTo>
                  <a:pt x="149352" y="263652"/>
                </a:lnTo>
                <a:lnTo>
                  <a:pt x="127039" y="302204"/>
                </a:lnTo>
                <a:lnTo>
                  <a:pt x="96583" y="337756"/>
                </a:lnTo>
                <a:lnTo>
                  <a:pt x="57840" y="370165"/>
                </a:lnTo>
                <a:lnTo>
                  <a:pt x="10668" y="399288"/>
                </a:lnTo>
                <a:close/>
              </a:path>
              <a:path w="391795" h="407035">
                <a:moveTo>
                  <a:pt x="309372" y="254508"/>
                </a:moveTo>
                <a:lnTo>
                  <a:pt x="278892" y="254508"/>
                </a:lnTo>
                <a:lnTo>
                  <a:pt x="294132" y="239268"/>
                </a:lnTo>
                <a:lnTo>
                  <a:pt x="309372" y="254508"/>
                </a:lnTo>
                <a:close/>
              </a:path>
              <a:path w="391795" h="407035">
                <a:moveTo>
                  <a:pt x="59436" y="406908"/>
                </a:moveTo>
                <a:lnTo>
                  <a:pt x="59436" y="400812"/>
                </a:lnTo>
                <a:lnTo>
                  <a:pt x="103751" y="389382"/>
                </a:lnTo>
                <a:lnTo>
                  <a:pt x="143065" y="375666"/>
                </a:lnTo>
                <a:lnTo>
                  <a:pt x="177522" y="359664"/>
                </a:lnTo>
                <a:lnTo>
                  <a:pt x="207264" y="341376"/>
                </a:lnTo>
                <a:lnTo>
                  <a:pt x="189214" y="323659"/>
                </a:lnTo>
                <a:lnTo>
                  <a:pt x="173736" y="304800"/>
                </a:lnTo>
                <a:lnTo>
                  <a:pt x="160543" y="284797"/>
                </a:lnTo>
                <a:lnTo>
                  <a:pt x="149352" y="263652"/>
                </a:lnTo>
                <a:lnTo>
                  <a:pt x="318516" y="263652"/>
                </a:lnTo>
                <a:lnTo>
                  <a:pt x="320040" y="265176"/>
                </a:lnTo>
                <a:lnTo>
                  <a:pt x="160020" y="265176"/>
                </a:lnTo>
                <a:lnTo>
                  <a:pt x="165163" y="273224"/>
                </a:lnTo>
                <a:lnTo>
                  <a:pt x="197191" y="309681"/>
                </a:lnTo>
                <a:lnTo>
                  <a:pt x="220980" y="329184"/>
                </a:lnTo>
                <a:lnTo>
                  <a:pt x="252351" y="329184"/>
                </a:lnTo>
                <a:lnTo>
                  <a:pt x="237744" y="341376"/>
                </a:lnTo>
                <a:lnTo>
                  <a:pt x="267460" y="353568"/>
                </a:lnTo>
                <a:lnTo>
                  <a:pt x="222504" y="353568"/>
                </a:lnTo>
                <a:lnTo>
                  <a:pt x="190809" y="371546"/>
                </a:lnTo>
                <a:lnTo>
                  <a:pt x="152971" y="386524"/>
                </a:lnTo>
                <a:lnTo>
                  <a:pt x="109132" y="398359"/>
                </a:lnTo>
                <a:lnTo>
                  <a:pt x="59436" y="406908"/>
                </a:lnTo>
                <a:close/>
              </a:path>
              <a:path w="391795" h="407035">
                <a:moveTo>
                  <a:pt x="252351" y="329184"/>
                </a:moveTo>
                <a:lnTo>
                  <a:pt x="220980" y="329184"/>
                </a:lnTo>
                <a:lnTo>
                  <a:pt x="236672" y="314896"/>
                </a:lnTo>
                <a:lnTo>
                  <a:pt x="251650" y="299466"/>
                </a:lnTo>
                <a:lnTo>
                  <a:pt x="265771" y="282892"/>
                </a:lnTo>
                <a:lnTo>
                  <a:pt x="278892" y="265176"/>
                </a:lnTo>
                <a:lnTo>
                  <a:pt x="320040" y="265176"/>
                </a:lnTo>
                <a:lnTo>
                  <a:pt x="304800" y="272796"/>
                </a:lnTo>
                <a:lnTo>
                  <a:pt x="286821" y="294227"/>
                </a:lnTo>
                <a:lnTo>
                  <a:pt x="269557" y="312801"/>
                </a:lnTo>
                <a:lnTo>
                  <a:pt x="253150" y="328517"/>
                </a:lnTo>
                <a:lnTo>
                  <a:pt x="252351" y="329184"/>
                </a:lnTo>
                <a:close/>
              </a:path>
              <a:path w="391795" h="407035">
                <a:moveTo>
                  <a:pt x="361188" y="402336"/>
                </a:moveTo>
                <a:lnTo>
                  <a:pt x="318301" y="392572"/>
                </a:lnTo>
                <a:lnTo>
                  <a:pt x="280987" y="381381"/>
                </a:lnTo>
                <a:lnTo>
                  <a:pt x="249102" y="368474"/>
                </a:lnTo>
                <a:lnTo>
                  <a:pt x="222504" y="353568"/>
                </a:lnTo>
                <a:lnTo>
                  <a:pt x="267460" y="353568"/>
                </a:lnTo>
                <a:lnTo>
                  <a:pt x="269724" y="354496"/>
                </a:lnTo>
                <a:lnTo>
                  <a:pt x="306133" y="364045"/>
                </a:lnTo>
                <a:lnTo>
                  <a:pt x="346829" y="369879"/>
                </a:lnTo>
                <a:lnTo>
                  <a:pt x="391668" y="371856"/>
                </a:lnTo>
                <a:lnTo>
                  <a:pt x="391668" y="377952"/>
                </a:lnTo>
                <a:lnTo>
                  <a:pt x="382190" y="380261"/>
                </a:lnTo>
                <a:lnTo>
                  <a:pt x="374142" y="385000"/>
                </a:lnTo>
                <a:lnTo>
                  <a:pt x="367236" y="392310"/>
                </a:lnTo>
                <a:lnTo>
                  <a:pt x="361188" y="40233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</a:endParaRPr>
          </a:p>
        </p:txBody>
      </p:sp>
      <p:sp>
        <p:nvSpPr>
          <p:cNvPr id="58" name="object 58"/>
          <p:cNvSpPr/>
          <p:nvPr/>
        </p:nvSpPr>
        <p:spPr>
          <a:xfrm>
            <a:off x="9514331" y="3966972"/>
            <a:ext cx="317500" cy="250190"/>
          </a:xfrm>
          <a:custGeom>
            <a:avLst/>
            <a:gdLst/>
            <a:ahLst/>
            <a:cxnLst/>
            <a:rect l="l" t="t" r="r" b="b"/>
            <a:pathLst>
              <a:path w="317500" h="250189">
                <a:moveTo>
                  <a:pt x="316991" y="249936"/>
                </a:moveTo>
                <a:lnTo>
                  <a:pt x="275843" y="249936"/>
                </a:lnTo>
                <a:lnTo>
                  <a:pt x="275820" y="101084"/>
                </a:lnTo>
                <a:lnTo>
                  <a:pt x="275653" y="93154"/>
                </a:lnTo>
                <a:lnTo>
                  <a:pt x="268223" y="56388"/>
                </a:lnTo>
                <a:lnTo>
                  <a:pt x="266699" y="50292"/>
                </a:lnTo>
                <a:lnTo>
                  <a:pt x="262127" y="45719"/>
                </a:lnTo>
                <a:lnTo>
                  <a:pt x="256031" y="42672"/>
                </a:lnTo>
                <a:lnTo>
                  <a:pt x="251459" y="41148"/>
                </a:lnTo>
                <a:lnTo>
                  <a:pt x="243839" y="39624"/>
                </a:lnTo>
                <a:lnTo>
                  <a:pt x="234695" y="39624"/>
                </a:lnTo>
                <a:lnTo>
                  <a:pt x="192785" y="56197"/>
                </a:lnTo>
                <a:lnTo>
                  <a:pt x="178307" y="68579"/>
                </a:lnTo>
                <a:lnTo>
                  <a:pt x="178307" y="249936"/>
                </a:lnTo>
                <a:lnTo>
                  <a:pt x="137159" y="249936"/>
                </a:lnTo>
                <a:lnTo>
                  <a:pt x="137136" y="101084"/>
                </a:lnTo>
                <a:lnTo>
                  <a:pt x="136969" y="93154"/>
                </a:lnTo>
                <a:lnTo>
                  <a:pt x="136517" y="85510"/>
                </a:lnTo>
                <a:lnTo>
                  <a:pt x="135635" y="77724"/>
                </a:lnTo>
                <a:lnTo>
                  <a:pt x="135635" y="68579"/>
                </a:lnTo>
                <a:lnTo>
                  <a:pt x="134111" y="60960"/>
                </a:lnTo>
                <a:lnTo>
                  <a:pt x="131063" y="56388"/>
                </a:lnTo>
                <a:lnTo>
                  <a:pt x="128015" y="50292"/>
                </a:lnTo>
                <a:lnTo>
                  <a:pt x="123443" y="45719"/>
                </a:lnTo>
                <a:lnTo>
                  <a:pt x="118871" y="42672"/>
                </a:lnTo>
                <a:lnTo>
                  <a:pt x="106679" y="39624"/>
                </a:lnTo>
                <a:lnTo>
                  <a:pt x="97536" y="39624"/>
                </a:lnTo>
                <a:lnTo>
                  <a:pt x="54863" y="56769"/>
                </a:lnTo>
                <a:lnTo>
                  <a:pt x="41148" y="68579"/>
                </a:lnTo>
                <a:lnTo>
                  <a:pt x="41148" y="249936"/>
                </a:lnTo>
                <a:lnTo>
                  <a:pt x="0" y="249936"/>
                </a:lnTo>
                <a:lnTo>
                  <a:pt x="0" y="7619"/>
                </a:lnTo>
                <a:lnTo>
                  <a:pt x="41148" y="7619"/>
                </a:lnTo>
                <a:lnTo>
                  <a:pt x="41148" y="33528"/>
                </a:lnTo>
                <a:lnTo>
                  <a:pt x="49148" y="26074"/>
                </a:lnTo>
                <a:lnTo>
                  <a:pt x="88772" y="2285"/>
                </a:lnTo>
                <a:lnTo>
                  <a:pt x="106679" y="0"/>
                </a:lnTo>
                <a:lnTo>
                  <a:pt x="117562" y="595"/>
                </a:lnTo>
                <a:lnTo>
                  <a:pt x="153114" y="16097"/>
                </a:lnTo>
                <a:lnTo>
                  <a:pt x="170687" y="42672"/>
                </a:lnTo>
                <a:lnTo>
                  <a:pt x="179831" y="32956"/>
                </a:lnTo>
                <a:lnTo>
                  <a:pt x="215788" y="6429"/>
                </a:lnTo>
                <a:lnTo>
                  <a:pt x="245363" y="0"/>
                </a:lnTo>
                <a:lnTo>
                  <a:pt x="253103" y="285"/>
                </a:lnTo>
                <a:lnTo>
                  <a:pt x="290822" y="16144"/>
                </a:lnTo>
                <a:lnTo>
                  <a:pt x="310895" y="48767"/>
                </a:lnTo>
                <a:lnTo>
                  <a:pt x="316991" y="89916"/>
                </a:lnTo>
                <a:lnTo>
                  <a:pt x="316991" y="24993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</a:endParaRPr>
          </a:p>
        </p:txBody>
      </p:sp>
      <p:sp>
        <p:nvSpPr>
          <p:cNvPr id="59" name="object 59"/>
          <p:cNvSpPr/>
          <p:nvPr/>
        </p:nvSpPr>
        <p:spPr>
          <a:xfrm>
            <a:off x="9899903" y="4154423"/>
            <a:ext cx="53340" cy="62865"/>
          </a:xfrm>
          <a:custGeom>
            <a:avLst/>
            <a:gdLst/>
            <a:ahLst/>
            <a:cxnLst/>
            <a:rect l="l" t="t" r="r" b="b"/>
            <a:pathLst>
              <a:path w="53340" h="62864">
                <a:moveTo>
                  <a:pt x="53339" y="62483"/>
                </a:moveTo>
                <a:lnTo>
                  <a:pt x="0" y="62483"/>
                </a:lnTo>
                <a:lnTo>
                  <a:pt x="0" y="0"/>
                </a:lnTo>
                <a:lnTo>
                  <a:pt x="53339" y="0"/>
                </a:lnTo>
                <a:lnTo>
                  <a:pt x="53339" y="6248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</a:endParaRPr>
          </a:p>
        </p:txBody>
      </p:sp>
      <p:sp>
        <p:nvSpPr>
          <p:cNvPr id="60" name="object 60"/>
          <p:cNvSpPr/>
          <p:nvPr/>
        </p:nvSpPr>
        <p:spPr>
          <a:xfrm>
            <a:off x="1744980" y="4468367"/>
            <a:ext cx="398145" cy="388620"/>
          </a:xfrm>
          <a:custGeom>
            <a:avLst/>
            <a:gdLst/>
            <a:ahLst/>
            <a:cxnLst/>
            <a:rect l="l" t="t" r="r" b="b"/>
            <a:pathLst>
              <a:path w="398144" h="388620">
                <a:moveTo>
                  <a:pt x="36576" y="35052"/>
                </a:moveTo>
                <a:lnTo>
                  <a:pt x="21336" y="18288"/>
                </a:lnTo>
                <a:lnTo>
                  <a:pt x="181356" y="18288"/>
                </a:lnTo>
                <a:lnTo>
                  <a:pt x="195072" y="1524"/>
                </a:lnTo>
                <a:lnTo>
                  <a:pt x="222504" y="24384"/>
                </a:lnTo>
                <a:lnTo>
                  <a:pt x="216789" y="28956"/>
                </a:lnTo>
                <a:lnTo>
                  <a:pt x="79248" y="28956"/>
                </a:lnTo>
                <a:lnTo>
                  <a:pt x="68079" y="29265"/>
                </a:lnTo>
                <a:lnTo>
                  <a:pt x="57340" y="30289"/>
                </a:lnTo>
                <a:lnTo>
                  <a:pt x="46886" y="32170"/>
                </a:lnTo>
                <a:lnTo>
                  <a:pt x="36576" y="35052"/>
                </a:lnTo>
                <a:close/>
              </a:path>
              <a:path w="398144" h="388620">
                <a:moveTo>
                  <a:pt x="123444" y="115824"/>
                </a:moveTo>
                <a:lnTo>
                  <a:pt x="102108" y="115824"/>
                </a:lnTo>
                <a:lnTo>
                  <a:pt x="102108" y="28956"/>
                </a:lnTo>
                <a:lnTo>
                  <a:pt x="123444" y="28956"/>
                </a:lnTo>
                <a:lnTo>
                  <a:pt x="123444" y="115824"/>
                </a:lnTo>
                <a:close/>
              </a:path>
              <a:path w="398144" h="388620">
                <a:moveTo>
                  <a:pt x="42672" y="132588"/>
                </a:moveTo>
                <a:lnTo>
                  <a:pt x="25908" y="115824"/>
                </a:lnTo>
                <a:lnTo>
                  <a:pt x="184404" y="115824"/>
                </a:lnTo>
                <a:lnTo>
                  <a:pt x="184404" y="28956"/>
                </a:lnTo>
                <a:lnTo>
                  <a:pt x="216789" y="28956"/>
                </a:lnTo>
                <a:lnTo>
                  <a:pt x="207264" y="36576"/>
                </a:lnTo>
                <a:lnTo>
                  <a:pt x="207264" y="126492"/>
                </a:lnTo>
                <a:lnTo>
                  <a:pt x="83820" y="126492"/>
                </a:lnTo>
                <a:lnTo>
                  <a:pt x="72675" y="126801"/>
                </a:lnTo>
                <a:lnTo>
                  <a:pt x="62103" y="127825"/>
                </a:lnTo>
                <a:lnTo>
                  <a:pt x="52101" y="129706"/>
                </a:lnTo>
                <a:lnTo>
                  <a:pt x="42672" y="132588"/>
                </a:lnTo>
                <a:close/>
              </a:path>
              <a:path w="398144" h="388620">
                <a:moveTo>
                  <a:pt x="120396" y="204216"/>
                </a:moveTo>
                <a:lnTo>
                  <a:pt x="97536" y="204216"/>
                </a:lnTo>
                <a:lnTo>
                  <a:pt x="99536" y="185642"/>
                </a:lnTo>
                <a:lnTo>
                  <a:pt x="100965" y="166497"/>
                </a:lnTo>
                <a:lnTo>
                  <a:pt x="101822" y="146780"/>
                </a:lnTo>
                <a:lnTo>
                  <a:pt x="102108" y="126492"/>
                </a:lnTo>
                <a:lnTo>
                  <a:pt x="123444" y="126492"/>
                </a:lnTo>
                <a:lnTo>
                  <a:pt x="123381" y="146780"/>
                </a:lnTo>
                <a:lnTo>
                  <a:pt x="123063" y="165354"/>
                </a:lnTo>
                <a:lnTo>
                  <a:pt x="122158" y="184785"/>
                </a:lnTo>
                <a:lnTo>
                  <a:pt x="120396" y="204216"/>
                </a:lnTo>
                <a:close/>
              </a:path>
              <a:path w="398144" h="388620">
                <a:moveTo>
                  <a:pt x="35052" y="220980"/>
                </a:moveTo>
                <a:lnTo>
                  <a:pt x="19812" y="204216"/>
                </a:lnTo>
                <a:lnTo>
                  <a:pt x="184404" y="204216"/>
                </a:lnTo>
                <a:lnTo>
                  <a:pt x="184404" y="126492"/>
                </a:lnTo>
                <a:lnTo>
                  <a:pt x="207264" y="126492"/>
                </a:lnTo>
                <a:lnTo>
                  <a:pt x="207264" y="214884"/>
                </a:lnTo>
                <a:lnTo>
                  <a:pt x="77724" y="214884"/>
                </a:lnTo>
                <a:lnTo>
                  <a:pt x="66555" y="215193"/>
                </a:lnTo>
                <a:lnTo>
                  <a:pt x="55816" y="216217"/>
                </a:lnTo>
                <a:lnTo>
                  <a:pt x="45362" y="218098"/>
                </a:lnTo>
                <a:lnTo>
                  <a:pt x="35052" y="220980"/>
                </a:lnTo>
                <a:close/>
              </a:path>
              <a:path w="398144" h="388620">
                <a:moveTo>
                  <a:pt x="4572" y="384048"/>
                </a:moveTo>
                <a:lnTo>
                  <a:pt x="0" y="381000"/>
                </a:lnTo>
                <a:lnTo>
                  <a:pt x="37719" y="342399"/>
                </a:lnTo>
                <a:lnTo>
                  <a:pt x="66294" y="301942"/>
                </a:lnTo>
                <a:lnTo>
                  <a:pt x="85725" y="259484"/>
                </a:lnTo>
                <a:lnTo>
                  <a:pt x="96012" y="214884"/>
                </a:lnTo>
                <a:lnTo>
                  <a:pt x="118872" y="214884"/>
                </a:lnTo>
                <a:lnTo>
                  <a:pt x="104870" y="265747"/>
                </a:lnTo>
                <a:lnTo>
                  <a:pt x="81153" y="310896"/>
                </a:lnTo>
                <a:lnTo>
                  <a:pt x="47720" y="350329"/>
                </a:lnTo>
                <a:lnTo>
                  <a:pt x="4572" y="384048"/>
                </a:lnTo>
                <a:close/>
              </a:path>
              <a:path w="398144" h="388620">
                <a:moveTo>
                  <a:pt x="203366" y="324612"/>
                </a:moveTo>
                <a:lnTo>
                  <a:pt x="161544" y="324612"/>
                </a:lnTo>
                <a:lnTo>
                  <a:pt x="172402" y="322064"/>
                </a:lnTo>
                <a:lnTo>
                  <a:pt x="179832" y="314515"/>
                </a:lnTo>
                <a:lnTo>
                  <a:pt x="183832" y="302109"/>
                </a:lnTo>
                <a:lnTo>
                  <a:pt x="184404" y="284987"/>
                </a:lnTo>
                <a:lnTo>
                  <a:pt x="184404" y="214884"/>
                </a:lnTo>
                <a:lnTo>
                  <a:pt x="207264" y="214884"/>
                </a:lnTo>
                <a:lnTo>
                  <a:pt x="207264" y="304799"/>
                </a:lnTo>
                <a:lnTo>
                  <a:pt x="203366" y="324612"/>
                </a:lnTo>
                <a:close/>
              </a:path>
              <a:path w="398144" h="388620">
                <a:moveTo>
                  <a:pt x="158496" y="364236"/>
                </a:moveTo>
                <a:lnTo>
                  <a:pt x="154495" y="352496"/>
                </a:lnTo>
                <a:lnTo>
                  <a:pt x="144780" y="342328"/>
                </a:lnTo>
                <a:lnTo>
                  <a:pt x="129349" y="333589"/>
                </a:lnTo>
                <a:lnTo>
                  <a:pt x="108204" y="326136"/>
                </a:lnTo>
                <a:lnTo>
                  <a:pt x="108204" y="320040"/>
                </a:lnTo>
                <a:lnTo>
                  <a:pt x="149566" y="323469"/>
                </a:lnTo>
                <a:lnTo>
                  <a:pt x="161544" y="324612"/>
                </a:lnTo>
                <a:lnTo>
                  <a:pt x="203366" y="324612"/>
                </a:lnTo>
                <a:lnTo>
                  <a:pt x="203287" y="325016"/>
                </a:lnTo>
                <a:lnTo>
                  <a:pt x="193738" y="341947"/>
                </a:lnTo>
                <a:lnTo>
                  <a:pt x="178760" y="355163"/>
                </a:lnTo>
                <a:lnTo>
                  <a:pt x="158496" y="364236"/>
                </a:lnTo>
                <a:close/>
              </a:path>
              <a:path w="398144" h="388620">
                <a:moveTo>
                  <a:pt x="243840" y="388620"/>
                </a:moveTo>
                <a:lnTo>
                  <a:pt x="244721" y="346590"/>
                </a:lnTo>
                <a:lnTo>
                  <a:pt x="245173" y="298132"/>
                </a:lnTo>
                <a:lnTo>
                  <a:pt x="245297" y="108394"/>
                </a:lnTo>
                <a:lnTo>
                  <a:pt x="245173" y="71247"/>
                </a:lnTo>
                <a:lnTo>
                  <a:pt x="244771" y="35409"/>
                </a:lnTo>
                <a:lnTo>
                  <a:pt x="244665" y="28956"/>
                </a:lnTo>
                <a:lnTo>
                  <a:pt x="243840" y="0"/>
                </a:lnTo>
                <a:lnTo>
                  <a:pt x="268224" y="18288"/>
                </a:lnTo>
                <a:lnTo>
                  <a:pt x="383326" y="18288"/>
                </a:lnTo>
                <a:lnTo>
                  <a:pt x="394555" y="28956"/>
                </a:lnTo>
                <a:lnTo>
                  <a:pt x="268224" y="28956"/>
                </a:lnTo>
                <a:lnTo>
                  <a:pt x="268327" y="302085"/>
                </a:lnTo>
                <a:lnTo>
                  <a:pt x="268414" y="313563"/>
                </a:lnTo>
                <a:lnTo>
                  <a:pt x="268866" y="341852"/>
                </a:lnTo>
                <a:lnTo>
                  <a:pt x="269748" y="376428"/>
                </a:lnTo>
                <a:lnTo>
                  <a:pt x="243840" y="388620"/>
                </a:lnTo>
                <a:close/>
              </a:path>
              <a:path w="398144" h="388620">
                <a:moveTo>
                  <a:pt x="383326" y="18288"/>
                </a:moveTo>
                <a:lnTo>
                  <a:pt x="352044" y="18288"/>
                </a:lnTo>
                <a:lnTo>
                  <a:pt x="367284" y="3048"/>
                </a:lnTo>
                <a:lnTo>
                  <a:pt x="383326" y="18288"/>
                </a:lnTo>
                <a:close/>
              </a:path>
              <a:path w="398144" h="388620">
                <a:moveTo>
                  <a:pt x="385653" y="281940"/>
                </a:moveTo>
                <a:lnTo>
                  <a:pt x="352044" y="281940"/>
                </a:lnTo>
                <a:lnTo>
                  <a:pt x="358140" y="277368"/>
                </a:lnTo>
                <a:lnTo>
                  <a:pt x="361188" y="268224"/>
                </a:lnTo>
                <a:lnTo>
                  <a:pt x="362712" y="259080"/>
                </a:lnTo>
                <a:lnTo>
                  <a:pt x="364236" y="252984"/>
                </a:lnTo>
                <a:lnTo>
                  <a:pt x="364236" y="248412"/>
                </a:lnTo>
                <a:lnTo>
                  <a:pt x="355092" y="208788"/>
                </a:lnTo>
                <a:lnTo>
                  <a:pt x="329803" y="164853"/>
                </a:lnTo>
                <a:lnTo>
                  <a:pt x="315468" y="146304"/>
                </a:lnTo>
                <a:lnTo>
                  <a:pt x="353568" y="28956"/>
                </a:lnTo>
                <a:lnTo>
                  <a:pt x="394555" y="28956"/>
                </a:lnTo>
                <a:lnTo>
                  <a:pt x="397764" y="32004"/>
                </a:lnTo>
                <a:lnTo>
                  <a:pt x="387762" y="35409"/>
                </a:lnTo>
                <a:lnTo>
                  <a:pt x="378333" y="43243"/>
                </a:lnTo>
                <a:lnTo>
                  <a:pt x="352067" y="89939"/>
                </a:lnTo>
                <a:lnTo>
                  <a:pt x="334398" y="127134"/>
                </a:lnTo>
                <a:lnTo>
                  <a:pt x="326136" y="146304"/>
                </a:lnTo>
                <a:lnTo>
                  <a:pt x="347591" y="169997"/>
                </a:lnTo>
                <a:lnTo>
                  <a:pt x="364045" y="190690"/>
                </a:lnTo>
                <a:lnTo>
                  <a:pt x="385643" y="235100"/>
                </a:lnTo>
                <a:lnTo>
                  <a:pt x="390144" y="260604"/>
                </a:lnTo>
                <a:lnTo>
                  <a:pt x="389548" y="268628"/>
                </a:lnTo>
                <a:lnTo>
                  <a:pt x="387667" y="276796"/>
                </a:lnTo>
                <a:lnTo>
                  <a:pt x="385653" y="281940"/>
                </a:lnTo>
                <a:close/>
              </a:path>
              <a:path w="398144" h="388620">
                <a:moveTo>
                  <a:pt x="338328" y="323088"/>
                </a:moveTo>
                <a:lnTo>
                  <a:pt x="333470" y="311396"/>
                </a:lnTo>
                <a:lnTo>
                  <a:pt x="323469" y="301561"/>
                </a:lnTo>
                <a:lnTo>
                  <a:pt x="308324" y="293727"/>
                </a:lnTo>
                <a:lnTo>
                  <a:pt x="288036" y="288035"/>
                </a:lnTo>
                <a:lnTo>
                  <a:pt x="288036" y="280416"/>
                </a:lnTo>
                <a:lnTo>
                  <a:pt x="304919" y="280654"/>
                </a:lnTo>
                <a:lnTo>
                  <a:pt x="330684" y="281701"/>
                </a:lnTo>
                <a:lnTo>
                  <a:pt x="339852" y="281940"/>
                </a:lnTo>
                <a:lnTo>
                  <a:pt x="385653" y="281940"/>
                </a:lnTo>
                <a:lnTo>
                  <a:pt x="384357" y="285249"/>
                </a:lnTo>
                <a:lnTo>
                  <a:pt x="379476" y="294132"/>
                </a:lnTo>
                <a:lnTo>
                  <a:pt x="373260" y="302085"/>
                </a:lnTo>
                <a:lnTo>
                  <a:pt x="364045" y="309753"/>
                </a:lnTo>
                <a:lnTo>
                  <a:pt x="352258" y="316849"/>
                </a:lnTo>
                <a:lnTo>
                  <a:pt x="338328" y="32308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</a:endParaRPr>
          </a:p>
        </p:txBody>
      </p:sp>
      <p:sp>
        <p:nvSpPr>
          <p:cNvPr id="61" name="object 61"/>
          <p:cNvSpPr/>
          <p:nvPr/>
        </p:nvSpPr>
        <p:spPr>
          <a:xfrm>
            <a:off x="2199132" y="4457700"/>
            <a:ext cx="360045" cy="382905"/>
          </a:xfrm>
          <a:custGeom>
            <a:avLst/>
            <a:gdLst/>
            <a:ahLst/>
            <a:cxnLst/>
            <a:rect l="l" t="t" r="r" b="b"/>
            <a:pathLst>
              <a:path w="360044" h="382904">
                <a:moveTo>
                  <a:pt x="3047" y="242316"/>
                </a:moveTo>
                <a:lnTo>
                  <a:pt x="0" y="234696"/>
                </a:lnTo>
                <a:lnTo>
                  <a:pt x="35766" y="205859"/>
                </a:lnTo>
                <a:lnTo>
                  <a:pt x="67818" y="176593"/>
                </a:lnTo>
                <a:lnTo>
                  <a:pt x="96440" y="147042"/>
                </a:lnTo>
                <a:lnTo>
                  <a:pt x="121920" y="117348"/>
                </a:lnTo>
                <a:lnTo>
                  <a:pt x="162687" y="58102"/>
                </a:lnTo>
                <a:lnTo>
                  <a:pt x="192024" y="0"/>
                </a:lnTo>
                <a:lnTo>
                  <a:pt x="230124" y="33528"/>
                </a:lnTo>
                <a:lnTo>
                  <a:pt x="207264" y="41148"/>
                </a:lnTo>
                <a:lnTo>
                  <a:pt x="178166" y="82931"/>
                </a:lnTo>
                <a:lnTo>
                  <a:pt x="147207" y="121412"/>
                </a:lnTo>
                <a:lnTo>
                  <a:pt x="114300" y="156591"/>
                </a:lnTo>
                <a:lnTo>
                  <a:pt x="79360" y="188468"/>
                </a:lnTo>
                <a:lnTo>
                  <a:pt x="42305" y="217043"/>
                </a:lnTo>
                <a:lnTo>
                  <a:pt x="3047" y="242316"/>
                </a:lnTo>
                <a:close/>
              </a:path>
              <a:path w="360044" h="382904">
                <a:moveTo>
                  <a:pt x="86868" y="370332"/>
                </a:moveTo>
                <a:lnTo>
                  <a:pt x="62484" y="329184"/>
                </a:lnTo>
                <a:lnTo>
                  <a:pt x="76485" y="324945"/>
                </a:lnTo>
                <a:lnTo>
                  <a:pt x="95631" y="312420"/>
                </a:lnTo>
                <a:lnTo>
                  <a:pt x="149352" y="263652"/>
                </a:lnTo>
                <a:lnTo>
                  <a:pt x="179927" y="228790"/>
                </a:lnTo>
                <a:lnTo>
                  <a:pt x="207645" y="190500"/>
                </a:lnTo>
                <a:lnTo>
                  <a:pt x="232505" y="148780"/>
                </a:lnTo>
                <a:lnTo>
                  <a:pt x="254508" y="103632"/>
                </a:lnTo>
                <a:lnTo>
                  <a:pt x="291084" y="134112"/>
                </a:lnTo>
                <a:lnTo>
                  <a:pt x="271272" y="143256"/>
                </a:lnTo>
                <a:lnTo>
                  <a:pt x="244649" y="178355"/>
                </a:lnTo>
                <a:lnTo>
                  <a:pt x="219456" y="210312"/>
                </a:lnTo>
                <a:lnTo>
                  <a:pt x="172212" y="263652"/>
                </a:lnTo>
                <a:lnTo>
                  <a:pt x="131826" y="302704"/>
                </a:lnTo>
                <a:lnTo>
                  <a:pt x="100584" y="329184"/>
                </a:lnTo>
                <a:lnTo>
                  <a:pt x="289537" y="329184"/>
                </a:lnTo>
                <a:lnTo>
                  <a:pt x="239024" y="335121"/>
                </a:lnTo>
                <a:lnTo>
                  <a:pt x="177942" y="343887"/>
                </a:lnTo>
                <a:lnTo>
                  <a:pt x="132222" y="352580"/>
                </a:lnTo>
                <a:lnTo>
                  <a:pt x="101864" y="361346"/>
                </a:lnTo>
                <a:lnTo>
                  <a:pt x="86868" y="370332"/>
                </a:lnTo>
                <a:close/>
              </a:path>
              <a:path w="360044" h="382904">
                <a:moveTo>
                  <a:pt x="289537" y="329184"/>
                </a:moveTo>
                <a:lnTo>
                  <a:pt x="100584" y="329184"/>
                </a:lnTo>
                <a:lnTo>
                  <a:pt x="309372" y="318516"/>
                </a:lnTo>
                <a:lnTo>
                  <a:pt x="297084" y="297918"/>
                </a:lnTo>
                <a:lnTo>
                  <a:pt x="283083" y="277177"/>
                </a:lnTo>
                <a:lnTo>
                  <a:pt x="267366" y="256151"/>
                </a:lnTo>
                <a:lnTo>
                  <a:pt x="249936" y="234696"/>
                </a:lnTo>
                <a:lnTo>
                  <a:pt x="256032" y="230124"/>
                </a:lnTo>
                <a:lnTo>
                  <a:pt x="297441" y="265247"/>
                </a:lnTo>
                <a:lnTo>
                  <a:pt x="327850" y="292798"/>
                </a:lnTo>
                <a:lnTo>
                  <a:pt x="355092" y="324612"/>
                </a:lnTo>
                <a:lnTo>
                  <a:pt x="355527" y="326136"/>
                </a:lnTo>
                <a:lnTo>
                  <a:pt x="315468" y="326136"/>
                </a:lnTo>
                <a:lnTo>
                  <a:pt x="289537" y="329184"/>
                </a:lnTo>
                <a:close/>
              </a:path>
              <a:path w="360044" h="382904">
                <a:moveTo>
                  <a:pt x="342900" y="382524"/>
                </a:moveTo>
                <a:lnTo>
                  <a:pt x="338328" y="382524"/>
                </a:lnTo>
                <a:lnTo>
                  <a:pt x="335280" y="377952"/>
                </a:lnTo>
                <a:lnTo>
                  <a:pt x="332232" y="370332"/>
                </a:lnTo>
                <a:lnTo>
                  <a:pt x="328541" y="360640"/>
                </a:lnTo>
                <a:lnTo>
                  <a:pt x="324421" y="349948"/>
                </a:lnTo>
                <a:lnTo>
                  <a:pt x="320016" y="338399"/>
                </a:lnTo>
                <a:lnTo>
                  <a:pt x="315468" y="326136"/>
                </a:lnTo>
                <a:lnTo>
                  <a:pt x="355527" y="326136"/>
                </a:lnTo>
                <a:lnTo>
                  <a:pt x="358140" y="335280"/>
                </a:lnTo>
                <a:lnTo>
                  <a:pt x="359664" y="342900"/>
                </a:lnTo>
                <a:lnTo>
                  <a:pt x="359617" y="349948"/>
                </a:lnTo>
                <a:lnTo>
                  <a:pt x="347472" y="379476"/>
                </a:lnTo>
                <a:lnTo>
                  <a:pt x="342900" y="38252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</a:endParaRPr>
          </a:p>
        </p:txBody>
      </p:sp>
      <p:sp>
        <p:nvSpPr>
          <p:cNvPr id="62" name="object 62"/>
          <p:cNvSpPr/>
          <p:nvPr/>
        </p:nvSpPr>
        <p:spPr>
          <a:xfrm>
            <a:off x="2647188" y="4565904"/>
            <a:ext cx="317500" cy="250190"/>
          </a:xfrm>
          <a:custGeom>
            <a:avLst/>
            <a:gdLst/>
            <a:ahLst/>
            <a:cxnLst/>
            <a:rect l="l" t="t" r="r" b="b"/>
            <a:pathLst>
              <a:path w="317500" h="250189">
                <a:moveTo>
                  <a:pt x="316991" y="249936"/>
                </a:moveTo>
                <a:lnTo>
                  <a:pt x="275843" y="249936"/>
                </a:lnTo>
                <a:lnTo>
                  <a:pt x="275820" y="101750"/>
                </a:lnTo>
                <a:lnTo>
                  <a:pt x="275653" y="93916"/>
                </a:lnTo>
                <a:lnTo>
                  <a:pt x="275201" y="86367"/>
                </a:lnTo>
                <a:lnTo>
                  <a:pt x="274319" y="79248"/>
                </a:lnTo>
                <a:lnTo>
                  <a:pt x="274319" y="68579"/>
                </a:lnTo>
                <a:lnTo>
                  <a:pt x="272795" y="60960"/>
                </a:lnTo>
                <a:lnTo>
                  <a:pt x="269747" y="56388"/>
                </a:lnTo>
                <a:lnTo>
                  <a:pt x="266699" y="50292"/>
                </a:lnTo>
                <a:lnTo>
                  <a:pt x="262127" y="45719"/>
                </a:lnTo>
                <a:lnTo>
                  <a:pt x="257555" y="44196"/>
                </a:lnTo>
                <a:lnTo>
                  <a:pt x="251459" y="41148"/>
                </a:lnTo>
                <a:lnTo>
                  <a:pt x="243839" y="39624"/>
                </a:lnTo>
                <a:lnTo>
                  <a:pt x="234695" y="39624"/>
                </a:lnTo>
                <a:lnTo>
                  <a:pt x="228719" y="39957"/>
                </a:lnTo>
                <a:lnTo>
                  <a:pt x="222313" y="41147"/>
                </a:lnTo>
                <a:lnTo>
                  <a:pt x="215622" y="43481"/>
                </a:lnTo>
                <a:lnTo>
                  <a:pt x="208787" y="47243"/>
                </a:lnTo>
                <a:lnTo>
                  <a:pt x="201025" y="51220"/>
                </a:lnTo>
                <a:lnTo>
                  <a:pt x="193547" y="56197"/>
                </a:lnTo>
                <a:lnTo>
                  <a:pt x="186070" y="62031"/>
                </a:lnTo>
                <a:lnTo>
                  <a:pt x="178307" y="68579"/>
                </a:lnTo>
                <a:lnTo>
                  <a:pt x="178307" y="249936"/>
                </a:lnTo>
                <a:lnTo>
                  <a:pt x="138683" y="249936"/>
                </a:lnTo>
                <a:lnTo>
                  <a:pt x="138683" y="109728"/>
                </a:lnTo>
                <a:lnTo>
                  <a:pt x="138445" y="101750"/>
                </a:lnTo>
                <a:lnTo>
                  <a:pt x="137398" y="86367"/>
                </a:lnTo>
                <a:lnTo>
                  <a:pt x="137159" y="79248"/>
                </a:lnTo>
                <a:lnTo>
                  <a:pt x="135635" y="68579"/>
                </a:lnTo>
                <a:lnTo>
                  <a:pt x="134111" y="60960"/>
                </a:lnTo>
                <a:lnTo>
                  <a:pt x="131063" y="56388"/>
                </a:lnTo>
                <a:lnTo>
                  <a:pt x="128015" y="50292"/>
                </a:lnTo>
                <a:lnTo>
                  <a:pt x="124967" y="45719"/>
                </a:lnTo>
                <a:lnTo>
                  <a:pt x="118871" y="44196"/>
                </a:lnTo>
                <a:lnTo>
                  <a:pt x="114300" y="41148"/>
                </a:lnTo>
                <a:lnTo>
                  <a:pt x="106679" y="39624"/>
                </a:lnTo>
                <a:lnTo>
                  <a:pt x="97536" y="39624"/>
                </a:lnTo>
                <a:lnTo>
                  <a:pt x="55054" y="56769"/>
                </a:lnTo>
                <a:lnTo>
                  <a:pt x="41148" y="68579"/>
                </a:lnTo>
                <a:lnTo>
                  <a:pt x="41148" y="249936"/>
                </a:lnTo>
                <a:lnTo>
                  <a:pt x="0" y="249936"/>
                </a:lnTo>
                <a:lnTo>
                  <a:pt x="0" y="7619"/>
                </a:lnTo>
                <a:lnTo>
                  <a:pt x="41148" y="7619"/>
                </a:lnTo>
                <a:lnTo>
                  <a:pt x="41148" y="33528"/>
                </a:lnTo>
                <a:lnTo>
                  <a:pt x="49148" y="26074"/>
                </a:lnTo>
                <a:lnTo>
                  <a:pt x="81200" y="5143"/>
                </a:lnTo>
                <a:lnTo>
                  <a:pt x="108203" y="0"/>
                </a:lnTo>
                <a:lnTo>
                  <a:pt x="118229" y="595"/>
                </a:lnTo>
                <a:lnTo>
                  <a:pt x="153757" y="16097"/>
                </a:lnTo>
                <a:lnTo>
                  <a:pt x="170687" y="42672"/>
                </a:lnTo>
                <a:lnTo>
                  <a:pt x="179831" y="32956"/>
                </a:lnTo>
                <a:lnTo>
                  <a:pt x="216431" y="6429"/>
                </a:lnTo>
                <a:lnTo>
                  <a:pt x="245363" y="0"/>
                </a:lnTo>
                <a:lnTo>
                  <a:pt x="253103" y="285"/>
                </a:lnTo>
                <a:lnTo>
                  <a:pt x="291464" y="16144"/>
                </a:lnTo>
                <a:lnTo>
                  <a:pt x="313777" y="57340"/>
                </a:lnTo>
                <a:lnTo>
                  <a:pt x="316991" y="89916"/>
                </a:lnTo>
                <a:lnTo>
                  <a:pt x="316991" y="24993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</a:endParaRPr>
          </a:p>
        </p:txBody>
      </p:sp>
      <p:sp>
        <p:nvSpPr>
          <p:cNvPr id="63" name="object 63"/>
          <p:cNvSpPr/>
          <p:nvPr/>
        </p:nvSpPr>
        <p:spPr>
          <a:xfrm>
            <a:off x="3015996" y="4453140"/>
            <a:ext cx="833755" cy="408940"/>
          </a:xfrm>
          <a:custGeom>
            <a:avLst/>
            <a:gdLst/>
            <a:ahLst/>
            <a:cxnLst/>
            <a:rect l="l" t="t" r="r" b="b"/>
            <a:pathLst>
              <a:path w="833754" h="408939">
                <a:moveTo>
                  <a:pt x="335280" y="19812"/>
                </a:moveTo>
                <a:lnTo>
                  <a:pt x="333044" y="18288"/>
                </a:lnTo>
                <a:lnTo>
                  <a:pt x="306324" y="0"/>
                </a:lnTo>
                <a:lnTo>
                  <a:pt x="297180" y="13716"/>
                </a:lnTo>
                <a:lnTo>
                  <a:pt x="297180" y="28956"/>
                </a:lnTo>
                <a:lnTo>
                  <a:pt x="297180" y="67056"/>
                </a:lnTo>
                <a:lnTo>
                  <a:pt x="297180" y="77724"/>
                </a:lnTo>
                <a:lnTo>
                  <a:pt x="297180" y="115824"/>
                </a:lnTo>
                <a:lnTo>
                  <a:pt x="109728" y="115824"/>
                </a:lnTo>
                <a:lnTo>
                  <a:pt x="109728" y="77724"/>
                </a:lnTo>
                <a:lnTo>
                  <a:pt x="297180" y="77724"/>
                </a:lnTo>
                <a:lnTo>
                  <a:pt x="297180" y="67056"/>
                </a:lnTo>
                <a:lnTo>
                  <a:pt x="109728" y="67056"/>
                </a:lnTo>
                <a:lnTo>
                  <a:pt x="109728" y="28956"/>
                </a:lnTo>
                <a:lnTo>
                  <a:pt x="297180" y="28956"/>
                </a:lnTo>
                <a:lnTo>
                  <a:pt x="297180" y="13716"/>
                </a:lnTo>
                <a:lnTo>
                  <a:pt x="294132" y="18288"/>
                </a:lnTo>
                <a:lnTo>
                  <a:pt x="109728" y="18288"/>
                </a:lnTo>
                <a:lnTo>
                  <a:pt x="82296" y="4572"/>
                </a:lnTo>
                <a:lnTo>
                  <a:pt x="83413" y="21120"/>
                </a:lnTo>
                <a:lnTo>
                  <a:pt x="84391" y="38671"/>
                </a:lnTo>
                <a:lnTo>
                  <a:pt x="85077" y="57073"/>
                </a:lnTo>
                <a:lnTo>
                  <a:pt x="85217" y="67056"/>
                </a:lnTo>
                <a:lnTo>
                  <a:pt x="85318" y="77724"/>
                </a:lnTo>
                <a:lnTo>
                  <a:pt x="85077" y="95338"/>
                </a:lnTo>
                <a:lnTo>
                  <a:pt x="84391" y="113919"/>
                </a:lnTo>
                <a:lnTo>
                  <a:pt x="83413" y="131914"/>
                </a:lnTo>
                <a:lnTo>
                  <a:pt x="82296" y="149352"/>
                </a:lnTo>
                <a:lnTo>
                  <a:pt x="109728" y="140208"/>
                </a:lnTo>
                <a:lnTo>
                  <a:pt x="109728" y="126492"/>
                </a:lnTo>
                <a:lnTo>
                  <a:pt x="297180" y="126492"/>
                </a:lnTo>
                <a:lnTo>
                  <a:pt x="297180" y="147828"/>
                </a:lnTo>
                <a:lnTo>
                  <a:pt x="323088" y="135636"/>
                </a:lnTo>
                <a:lnTo>
                  <a:pt x="322478" y="126492"/>
                </a:lnTo>
                <a:lnTo>
                  <a:pt x="322199" y="122224"/>
                </a:lnTo>
                <a:lnTo>
                  <a:pt x="322072" y="115824"/>
                </a:lnTo>
                <a:lnTo>
                  <a:pt x="321754" y="100393"/>
                </a:lnTo>
                <a:lnTo>
                  <a:pt x="321627" y="77724"/>
                </a:lnTo>
                <a:lnTo>
                  <a:pt x="321576" y="67056"/>
                </a:lnTo>
                <a:lnTo>
                  <a:pt x="321564" y="32004"/>
                </a:lnTo>
                <a:lnTo>
                  <a:pt x="324993" y="28956"/>
                </a:lnTo>
                <a:lnTo>
                  <a:pt x="335280" y="19812"/>
                </a:lnTo>
                <a:close/>
              </a:path>
              <a:path w="833754" h="408939">
                <a:moveTo>
                  <a:pt x="397764" y="173736"/>
                </a:moveTo>
                <a:lnTo>
                  <a:pt x="359664" y="135636"/>
                </a:lnTo>
                <a:lnTo>
                  <a:pt x="332232" y="163068"/>
                </a:lnTo>
                <a:lnTo>
                  <a:pt x="166116" y="163068"/>
                </a:lnTo>
                <a:lnTo>
                  <a:pt x="166116" y="312420"/>
                </a:lnTo>
                <a:lnTo>
                  <a:pt x="85344" y="326136"/>
                </a:lnTo>
                <a:lnTo>
                  <a:pt x="85344" y="271272"/>
                </a:lnTo>
                <a:lnTo>
                  <a:pt x="166116" y="271272"/>
                </a:lnTo>
                <a:lnTo>
                  <a:pt x="166116" y="260604"/>
                </a:lnTo>
                <a:lnTo>
                  <a:pt x="85344" y="260604"/>
                </a:lnTo>
                <a:lnTo>
                  <a:pt x="85344" y="219456"/>
                </a:lnTo>
                <a:lnTo>
                  <a:pt x="166116" y="219456"/>
                </a:lnTo>
                <a:lnTo>
                  <a:pt x="166116" y="210312"/>
                </a:lnTo>
                <a:lnTo>
                  <a:pt x="85344" y="210312"/>
                </a:lnTo>
                <a:lnTo>
                  <a:pt x="85344" y="173736"/>
                </a:lnTo>
                <a:lnTo>
                  <a:pt x="166116" y="173736"/>
                </a:lnTo>
                <a:lnTo>
                  <a:pt x="166116" y="163068"/>
                </a:lnTo>
                <a:lnTo>
                  <a:pt x="0" y="163068"/>
                </a:lnTo>
                <a:lnTo>
                  <a:pt x="13716" y="176784"/>
                </a:lnTo>
                <a:lnTo>
                  <a:pt x="36576" y="173736"/>
                </a:lnTo>
                <a:lnTo>
                  <a:pt x="60960" y="173736"/>
                </a:lnTo>
                <a:lnTo>
                  <a:pt x="60960" y="330708"/>
                </a:lnTo>
                <a:lnTo>
                  <a:pt x="44615" y="333844"/>
                </a:lnTo>
                <a:lnTo>
                  <a:pt x="29718" y="336423"/>
                </a:lnTo>
                <a:lnTo>
                  <a:pt x="15951" y="338416"/>
                </a:lnTo>
                <a:lnTo>
                  <a:pt x="3048" y="339852"/>
                </a:lnTo>
                <a:lnTo>
                  <a:pt x="24384" y="373380"/>
                </a:lnTo>
                <a:lnTo>
                  <a:pt x="63881" y="353568"/>
                </a:lnTo>
                <a:lnTo>
                  <a:pt x="166116" y="326136"/>
                </a:lnTo>
                <a:lnTo>
                  <a:pt x="166116" y="408432"/>
                </a:lnTo>
                <a:lnTo>
                  <a:pt x="188976" y="394716"/>
                </a:lnTo>
                <a:lnTo>
                  <a:pt x="188976" y="320040"/>
                </a:lnTo>
                <a:lnTo>
                  <a:pt x="226656" y="307848"/>
                </a:lnTo>
                <a:lnTo>
                  <a:pt x="240792" y="303276"/>
                </a:lnTo>
                <a:lnTo>
                  <a:pt x="239268" y="297180"/>
                </a:lnTo>
                <a:lnTo>
                  <a:pt x="188976" y="307848"/>
                </a:lnTo>
                <a:lnTo>
                  <a:pt x="188976" y="271272"/>
                </a:lnTo>
                <a:lnTo>
                  <a:pt x="188976" y="260604"/>
                </a:lnTo>
                <a:lnTo>
                  <a:pt x="188976" y="219456"/>
                </a:lnTo>
                <a:lnTo>
                  <a:pt x="188976" y="210312"/>
                </a:lnTo>
                <a:lnTo>
                  <a:pt x="188976" y="173736"/>
                </a:lnTo>
                <a:lnTo>
                  <a:pt x="397764" y="173736"/>
                </a:lnTo>
                <a:close/>
              </a:path>
              <a:path w="833754" h="408939">
                <a:moveTo>
                  <a:pt x="399288" y="367284"/>
                </a:moveTo>
                <a:lnTo>
                  <a:pt x="359854" y="360210"/>
                </a:lnTo>
                <a:lnTo>
                  <a:pt x="326326" y="341566"/>
                </a:lnTo>
                <a:lnTo>
                  <a:pt x="300228" y="320040"/>
                </a:lnTo>
                <a:lnTo>
                  <a:pt x="311492" y="303276"/>
                </a:lnTo>
                <a:lnTo>
                  <a:pt x="314820" y="298323"/>
                </a:lnTo>
                <a:lnTo>
                  <a:pt x="328993" y="274320"/>
                </a:lnTo>
                <a:lnTo>
                  <a:pt x="342874" y="248031"/>
                </a:lnTo>
                <a:lnTo>
                  <a:pt x="356616" y="219456"/>
                </a:lnTo>
                <a:lnTo>
                  <a:pt x="365760" y="214884"/>
                </a:lnTo>
                <a:lnTo>
                  <a:pt x="371856" y="211836"/>
                </a:lnTo>
                <a:lnTo>
                  <a:pt x="344424" y="187452"/>
                </a:lnTo>
                <a:lnTo>
                  <a:pt x="332232" y="200863"/>
                </a:lnTo>
                <a:lnTo>
                  <a:pt x="332232" y="214884"/>
                </a:lnTo>
                <a:lnTo>
                  <a:pt x="327418" y="226314"/>
                </a:lnTo>
                <a:lnTo>
                  <a:pt x="317220" y="249174"/>
                </a:lnTo>
                <a:lnTo>
                  <a:pt x="312420" y="260604"/>
                </a:lnTo>
                <a:lnTo>
                  <a:pt x="306438" y="271767"/>
                </a:lnTo>
                <a:lnTo>
                  <a:pt x="300037" y="282511"/>
                </a:lnTo>
                <a:lnTo>
                  <a:pt x="293344" y="292963"/>
                </a:lnTo>
                <a:lnTo>
                  <a:pt x="286512" y="303276"/>
                </a:lnTo>
                <a:lnTo>
                  <a:pt x="279666" y="294932"/>
                </a:lnTo>
                <a:lnTo>
                  <a:pt x="272986" y="285750"/>
                </a:lnTo>
                <a:lnTo>
                  <a:pt x="266573" y="275412"/>
                </a:lnTo>
                <a:lnTo>
                  <a:pt x="260604" y="263652"/>
                </a:lnTo>
                <a:lnTo>
                  <a:pt x="254292" y="251307"/>
                </a:lnTo>
                <a:lnTo>
                  <a:pt x="248983" y="239268"/>
                </a:lnTo>
                <a:lnTo>
                  <a:pt x="244525" y="227215"/>
                </a:lnTo>
                <a:lnTo>
                  <a:pt x="240792" y="214884"/>
                </a:lnTo>
                <a:lnTo>
                  <a:pt x="332232" y="214884"/>
                </a:lnTo>
                <a:lnTo>
                  <a:pt x="332232" y="200863"/>
                </a:lnTo>
                <a:lnTo>
                  <a:pt x="329184" y="204216"/>
                </a:lnTo>
                <a:lnTo>
                  <a:pt x="196596" y="204216"/>
                </a:lnTo>
                <a:lnTo>
                  <a:pt x="210312" y="217932"/>
                </a:lnTo>
                <a:lnTo>
                  <a:pt x="233172" y="214884"/>
                </a:lnTo>
                <a:lnTo>
                  <a:pt x="236613" y="230327"/>
                </a:lnTo>
                <a:lnTo>
                  <a:pt x="240220" y="244792"/>
                </a:lnTo>
                <a:lnTo>
                  <a:pt x="254165" y="283845"/>
                </a:lnTo>
                <a:lnTo>
                  <a:pt x="274320" y="321564"/>
                </a:lnTo>
                <a:lnTo>
                  <a:pt x="256044" y="341820"/>
                </a:lnTo>
                <a:lnTo>
                  <a:pt x="235648" y="361378"/>
                </a:lnTo>
                <a:lnTo>
                  <a:pt x="213233" y="380060"/>
                </a:lnTo>
                <a:lnTo>
                  <a:pt x="188976" y="397764"/>
                </a:lnTo>
                <a:lnTo>
                  <a:pt x="193548" y="402336"/>
                </a:lnTo>
                <a:lnTo>
                  <a:pt x="221564" y="386067"/>
                </a:lnTo>
                <a:lnTo>
                  <a:pt x="246316" y="369379"/>
                </a:lnTo>
                <a:lnTo>
                  <a:pt x="267906" y="352399"/>
                </a:lnTo>
                <a:lnTo>
                  <a:pt x="286512" y="335280"/>
                </a:lnTo>
                <a:lnTo>
                  <a:pt x="296773" y="346138"/>
                </a:lnTo>
                <a:lnTo>
                  <a:pt x="326136" y="371856"/>
                </a:lnTo>
                <a:lnTo>
                  <a:pt x="364236" y="396240"/>
                </a:lnTo>
                <a:lnTo>
                  <a:pt x="369062" y="388188"/>
                </a:lnTo>
                <a:lnTo>
                  <a:pt x="376618" y="382143"/>
                </a:lnTo>
                <a:lnTo>
                  <a:pt x="386727" y="377799"/>
                </a:lnTo>
                <a:lnTo>
                  <a:pt x="399288" y="374904"/>
                </a:lnTo>
                <a:lnTo>
                  <a:pt x="399288" y="367284"/>
                </a:lnTo>
                <a:close/>
              </a:path>
              <a:path w="833754" h="408939">
                <a:moveTo>
                  <a:pt x="798576" y="228587"/>
                </a:moveTo>
                <a:lnTo>
                  <a:pt x="792480" y="222491"/>
                </a:lnTo>
                <a:lnTo>
                  <a:pt x="774192" y="204203"/>
                </a:lnTo>
                <a:lnTo>
                  <a:pt x="760476" y="219176"/>
                </a:lnTo>
                <a:lnTo>
                  <a:pt x="760476" y="231635"/>
                </a:lnTo>
                <a:lnTo>
                  <a:pt x="760476" y="342887"/>
                </a:lnTo>
                <a:lnTo>
                  <a:pt x="605028" y="342887"/>
                </a:lnTo>
                <a:lnTo>
                  <a:pt x="605028" y="231635"/>
                </a:lnTo>
                <a:lnTo>
                  <a:pt x="760476" y="231635"/>
                </a:lnTo>
                <a:lnTo>
                  <a:pt x="760476" y="219176"/>
                </a:lnTo>
                <a:lnTo>
                  <a:pt x="757428" y="222491"/>
                </a:lnTo>
                <a:lnTo>
                  <a:pt x="608076" y="222491"/>
                </a:lnTo>
                <a:lnTo>
                  <a:pt x="577596" y="205727"/>
                </a:lnTo>
                <a:lnTo>
                  <a:pt x="578713" y="226047"/>
                </a:lnTo>
                <a:lnTo>
                  <a:pt x="579691" y="248208"/>
                </a:lnTo>
                <a:lnTo>
                  <a:pt x="580377" y="272389"/>
                </a:lnTo>
                <a:lnTo>
                  <a:pt x="580644" y="298691"/>
                </a:lnTo>
                <a:lnTo>
                  <a:pt x="580377" y="323227"/>
                </a:lnTo>
                <a:lnTo>
                  <a:pt x="580275" y="327647"/>
                </a:lnTo>
                <a:lnTo>
                  <a:pt x="579501" y="350126"/>
                </a:lnTo>
                <a:lnTo>
                  <a:pt x="578065" y="373278"/>
                </a:lnTo>
                <a:lnTo>
                  <a:pt x="576072" y="394703"/>
                </a:lnTo>
                <a:lnTo>
                  <a:pt x="605028" y="382511"/>
                </a:lnTo>
                <a:lnTo>
                  <a:pt x="605028" y="353555"/>
                </a:lnTo>
                <a:lnTo>
                  <a:pt x="760476" y="353555"/>
                </a:lnTo>
                <a:lnTo>
                  <a:pt x="760476" y="385559"/>
                </a:lnTo>
                <a:lnTo>
                  <a:pt x="786384" y="374891"/>
                </a:lnTo>
                <a:lnTo>
                  <a:pt x="786142" y="364299"/>
                </a:lnTo>
                <a:lnTo>
                  <a:pt x="785647" y="353555"/>
                </a:lnTo>
                <a:lnTo>
                  <a:pt x="785177" y="342887"/>
                </a:lnTo>
                <a:lnTo>
                  <a:pt x="785088" y="340817"/>
                </a:lnTo>
                <a:lnTo>
                  <a:pt x="784860" y="327647"/>
                </a:lnTo>
                <a:lnTo>
                  <a:pt x="784860" y="239255"/>
                </a:lnTo>
                <a:lnTo>
                  <a:pt x="794651" y="231635"/>
                </a:lnTo>
                <a:lnTo>
                  <a:pt x="798576" y="228587"/>
                </a:lnTo>
                <a:close/>
              </a:path>
              <a:path w="833754" h="408939">
                <a:moveTo>
                  <a:pt x="833628" y="149339"/>
                </a:moveTo>
                <a:lnTo>
                  <a:pt x="823925" y="138671"/>
                </a:lnTo>
                <a:lnTo>
                  <a:pt x="803148" y="115811"/>
                </a:lnTo>
                <a:lnTo>
                  <a:pt x="780288" y="138671"/>
                </a:lnTo>
                <a:lnTo>
                  <a:pt x="537972" y="138671"/>
                </a:lnTo>
                <a:lnTo>
                  <a:pt x="537972" y="67043"/>
                </a:lnTo>
                <a:lnTo>
                  <a:pt x="582879" y="64211"/>
                </a:lnTo>
                <a:lnTo>
                  <a:pt x="626364" y="60375"/>
                </a:lnTo>
                <a:lnTo>
                  <a:pt x="662470" y="56375"/>
                </a:lnTo>
                <a:lnTo>
                  <a:pt x="668693" y="55689"/>
                </a:lnTo>
                <a:lnTo>
                  <a:pt x="746734" y="45427"/>
                </a:lnTo>
                <a:lnTo>
                  <a:pt x="776287" y="42278"/>
                </a:lnTo>
                <a:lnTo>
                  <a:pt x="798690" y="40855"/>
                </a:lnTo>
                <a:lnTo>
                  <a:pt x="813816" y="41135"/>
                </a:lnTo>
                <a:lnTo>
                  <a:pt x="813600" y="40855"/>
                </a:lnTo>
                <a:lnTo>
                  <a:pt x="789432" y="7607"/>
                </a:lnTo>
                <a:lnTo>
                  <a:pt x="775665" y="14236"/>
                </a:lnTo>
                <a:lnTo>
                  <a:pt x="757047" y="20561"/>
                </a:lnTo>
                <a:lnTo>
                  <a:pt x="704088" y="33515"/>
                </a:lnTo>
                <a:lnTo>
                  <a:pt x="630364" y="46088"/>
                </a:lnTo>
                <a:lnTo>
                  <a:pt x="587286" y="51523"/>
                </a:lnTo>
                <a:lnTo>
                  <a:pt x="539496" y="56375"/>
                </a:lnTo>
                <a:lnTo>
                  <a:pt x="512064" y="39611"/>
                </a:lnTo>
                <a:lnTo>
                  <a:pt x="512940" y="75907"/>
                </a:lnTo>
                <a:lnTo>
                  <a:pt x="513397" y="111620"/>
                </a:lnTo>
                <a:lnTo>
                  <a:pt x="513524" y="138671"/>
                </a:lnTo>
                <a:lnTo>
                  <a:pt x="513588" y="181343"/>
                </a:lnTo>
                <a:lnTo>
                  <a:pt x="511873" y="214477"/>
                </a:lnTo>
                <a:lnTo>
                  <a:pt x="505015" y="273291"/>
                </a:lnTo>
                <a:lnTo>
                  <a:pt x="491032" y="323227"/>
                </a:lnTo>
                <a:lnTo>
                  <a:pt x="461937" y="374561"/>
                </a:lnTo>
                <a:lnTo>
                  <a:pt x="441960" y="400799"/>
                </a:lnTo>
                <a:lnTo>
                  <a:pt x="448056" y="406895"/>
                </a:lnTo>
                <a:lnTo>
                  <a:pt x="488823" y="360222"/>
                </a:lnTo>
                <a:lnTo>
                  <a:pt x="518160" y="307835"/>
                </a:lnTo>
                <a:lnTo>
                  <a:pt x="533781" y="240588"/>
                </a:lnTo>
                <a:lnTo>
                  <a:pt x="537438" y="197904"/>
                </a:lnTo>
                <a:lnTo>
                  <a:pt x="537972" y="149339"/>
                </a:lnTo>
                <a:lnTo>
                  <a:pt x="833628" y="14933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</a:endParaRPr>
          </a:p>
        </p:txBody>
      </p:sp>
      <p:sp>
        <p:nvSpPr>
          <p:cNvPr id="64" name="object 64"/>
          <p:cNvSpPr/>
          <p:nvPr/>
        </p:nvSpPr>
        <p:spPr>
          <a:xfrm>
            <a:off x="3907535" y="4604003"/>
            <a:ext cx="396240" cy="43180"/>
          </a:xfrm>
          <a:custGeom>
            <a:avLst/>
            <a:gdLst/>
            <a:ahLst/>
            <a:cxnLst/>
            <a:rect l="l" t="t" r="r" b="b"/>
            <a:pathLst>
              <a:path w="396239" h="43179">
                <a:moveTo>
                  <a:pt x="15240" y="42672"/>
                </a:moveTo>
                <a:lnTo>
                  <a:pt x="0" y="27432"/>
                </a:lnTo>
                <a:lnTo>
                  <a:pt x="323087" y="27432"/>
                </a:lnTo>
                <a:lnTo>
                  <a:pt x="358139" y="0"/>
                </a:lnTo>
                <a:lnTo>
                  <a:pt x="396239" y="38100"/>
                </a:lnTo>
                <a:lnTo>
                  <a:pt x="62484" y="38100"/>
                </a:lnTo>
                <a:lnTo>
                  <a:pt x="49101" y="38385"/>
                </a:lnTo>
                <a:lnTo>
                  <a:pt x="36576" y="39243"/>
                </a:lnTo>
                <a:lnTo>
                  <a:pt x="25193" y="40671"/>
                </a:lnTo>
                <a:lnTo>
                  <a:pt x="15240" y="4267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</a:endParaRPr>
          </a:p>
        </p:txBody>
      </p:sp>
      <p:sp>
        <p:nvSpPr>
          <p:cNvPr id="65" name="object 65"/>
          <p:cNvSpPr/>
          <p:nvPr/>
        </p:nvSpPr>
        <p:spPr>
          <a:xfrm>
            <a:off x="4357116" y="4450079"/>
            <a:ext cx="1285240" cy="412115"/>
          </a:xfrm>
          <a:custGeom>
            <a:avLst/>
            <a:gdLst/>
            <a:ahLst/>
            <a:cxnLst/>
            <a:rect l="l" t="t" r="r" b="b"/>
            <a:pathLst>
              <a:path w="1285239" h="412114">
                <a:moveTo>
                  <a:pt x="88392" y="82308"/>
                </a:moveTo>
                <a:lnTo>
                  <a:pt x="65506" y="48133"/>
                </a:lnTo>
                <a:lnTo>
                  <a:pt x="22860" y="21348"/>
                </a:lnTo>
                <a:lnTo>
                  <a:pt x="19812" y="25920"/>
                </a:lnTo>
                <a:lnTo>
                  <a:pt x="33502" y="42799"/>
                </a:lnTo>
                <a:lnTo>
                  <a:pt x="44767" y="59258"/>
                </a:lnTo>
                <a:lnTo>
                  <a:pt x="53454" y="75425"/>
                </a:lnTo>
                <a:lnTo>
                  <a:pt x="59436" y="91452"/>
                </a:lnTo>
                <a:lnTo>
                  <a:pt x="61976" y="101447"/>
                </a:lnTo>
                <a:lnTo>
                  <a:pt x="64960" y="108597"/>
                </a:lnTo>
                <a:lnTo>
                  <a:pt x="68211" y="112877"/>
                </a:lnTo>
                <a:lnTo>
                  <a:pt x="71628" y="114312"/>
                </a:lnTo>
                <a:lnTo>
                  <a:pt x="73152" y="114312"/>
                </a:lnTo>
                <a:lnTo>
                  <a:pt x="76200" y="109740"/>
                </a:lnTo>
                <a:lnTo>
                  <a:pt x="80772" y="103644"/>
                </a:lnTo>
                <a:lnTo>
                  <a:pt x="86868" y="96024"/>
                </a:lnTo>
                <a:lnTo>
                  <a:pt x="88392" y="89928"/>
                </a:lnTo>
                <a:lnTo>
                  <a:pt x="88392" y="82308"/>
                </a:lnTo>
                <a:close/>
              </a:path>
              <a:path w="1285239" h="412114">
                <a:moveTo>
                  <a:pt x="135636" y="70116"/>
                </a:moveTo>
                <a:lnTo>
                  <a:pt x="128016" y="67068"/>
                </a:lnTo>
                <a:lnTo>
                  <a:pt x="96316" y="142506"/>
                </a:lnTo>
                <a:lnTo>
                  <a:pt x="72199" y="197370"/>
                </a:lnTo>
                <a:lnTo>
                  <a:pt x="47244" y="245376"/>
                </a:lnTo>
                <a:lnTo>
                  <a:pt x="22860" y="252996"/>
                </a:lnTo>
                <a:lnTo>
                  <a:pt x="15240" y="252996"/>
                </a:lnTo>
                <a:lnTo>
                  <a:pt x="7620" y="251472"/>
                </a:lnTo>
                <a:lnTo>
                  <a:pt x="0" y="251472"/>
                </a:lnTo>
                <a:lnTo>
                  <a:pt x="0" y="257568"/>
                </a:lnTo>
                <a:lnTo>
                  <a:pt x="16014" y="263321"/>
                </a:lnTo>
                <a:lnTo>
                  <a:pt x="27622" y="269379"/>
                </a:lnTo>
                <a:lnTo>
                  <a:pt x="34925" y="275996"/>
                </a:lnTo>
                <a:lnTo>
                  <a:pt x="38100" y="283476"/>
                </a:lnTo>
                <a:lnTo>
                  <a:pt x="38684" y="291426"/>
                </a:lnTo>
                <a:lnTo>
                  <a:pt x="38290" y="301383"/>
                </a:lnTo>
                <a:lnTo>
                  <a:pt x="37020" y="313042"/>
                </a:lnTo>
                <a:lnTo>
                  <a:pt x="35052" y="326148"/>
                </a:lnTo>
                <a:lnTo>
                  <a:pt x="33286" y="334695"/>
                </a:lnTo>
                <a:lnTo>
                  <a:pt x="32385" y="341960"/>
                </a:lnTo>
                <a:lnTo>
                  <a:pt x="32042" y="347789"/>
                </a:lnTo>
                <a:lnTo>
                  <a:pt x="32004" y="361200"/>
                </a:lnTo>
                <a:lnTo>
                  <a:pt x="35052" y="367296"/>
                </a:lnTo>
                <a:lnTo>
                  <a:pt x="36576" y="373392"/>
                </a:lnTo>
                <a:lnTo>
                  <a:pt x="44196" y="376440"/>
                </a:lnTo>
                <a:lnTo>
                  <a:pt x="54864" y="377964"/>
                </a:lnTo>
                <a:lnTo>
                  <a:pt x="61671" y="376529"/>
                </a:lnTo>
                <a:lnTo>
                  <a:pt x="65913" y="369963"/>
                </a:lnTo>
                <a:lnTo>
                  <a:pt x="67284" y="358241"/>
                </a:lnTo>
                <a:lnTo>
                  <a:pt x="65582" y="341960"/>
                </a:lnTo>
                <a:lnTo>
                  <a:pt x="63525" y="323977"/>
                </a:lnTo>
                <a:lnTo>
                  <a:pt x="62103" y="308432"/>
                </a:lnTo>
                <a:lnTo>
                  <a:pt x="61239" y="294881"/>
                </a:lnTo>
                <a:lnTo>
                  <a:pt x="60960" y="283476"/>
                </a:lnTo>
                <a:lnTo>
                  <a:pt x="61214" y="273164"/>
                </a:lnTo>
                <a:lnTo>
                  <a:pt x="70053" y="240487"/>
                </a:lnTo>
                <a:lnTo>
                  <a:pt x="83718" y="205409"/>
                </a:lnTo>
                <a:lnTo>
                  <a:pt x="135636" y="70116"/>
                </a:lnTo>
                <a:close/>
              </a:path>
              <a:path w="1285239" h="412114">
                <a:moveTo>
                  <a:pt x="385572" y="118884"/>
                </a:moveTo>
                <a:lnTo>
                  <a:pt x="382790" y="115836"/>
                </a:lnTo>
                <a:lnTo>
                  <a:pt x="373100" y="105168"/>
                </a:lnTo>
                <a:lnTo>
                  <a:pt x="355092" y="85356"/>
                </a:lnTo>
                <a:lnTo>
                  <a:pt x="335280" y="105168"/>
                </a:lnTo>
                <a:lnTo>
                  <a:pt x="198120" y="105168"/>
                </a:lnTo>
                <a:lnTo>
                  <a:pt x="207213" y="85356"/>
                </a:lnTo>
                <a:lnTo>
                  <a:pt x="214503" y="68592"/>
                </a:lnTo>
                <a:lnTo>
                  <a:pt x="232981" y="32016"/>
                </a:lnTo>
                <a:lnTo>
                  <a:pt x="245364" y="22872"/>
                </a:lnTo>
                <a:lnTo>
                  <a:pt x="204216" y="3060"/>
                </a:lnTo>
                <a:lnTo>
                  <a:pt x="193548" y="47256"/>
                </a:lnTo>
                <a:lnTo>
                  <a:pt x="173736" y="105168"/>
                </a:lnTo>
                <a:lnTo>
                  <a:pt x="145161" y="165747"/>
                </a:lnTo>
                <a:lnTo>
                  <a:pt x="109728" y="219468"/>
                </a:lnTo>
                <a:lnTo>
                  <a:pt x="114300" y="225564"/>
                </a:lnTo>
                <a:lnTo>
                  <a:pt x="131152" y="208102"/>
                </a:lnTo>
                <a:lnTo>
                  <a:pt x="145161" y="192227"/>
                </a:lnTo>
                <a:lnTo>
                  <a:pt x="156298" y="177761"/>
                </a:lnTo>
                <a:lnTo>
                  <a:pt x="164592" y="164604"/>
                </a:lnTo>
                <a:lnTo>
                  <a:pt x="172567" y="152044"/>
                </a:lnTo>
                <a:lnTo>
                  <a:pt x="180327" y="139763"/>
                </a:lnTo>
                <a:lnTo>
                  <a:pt x="187947" y="127520"/>
                </a:lnTo>
                <a:lnTo>
                  <a:pt x="195072" y="115836"/>
                </a:lnTo>
                <a:lnTo>
                  <a:pt x="336804" y="115836"/>
                </a:lnTo>
                <a:lnTo>
                  <a:pt x="309372" y="176796"/>
                </a:lnTo>
                <a:lnTo>
                  <a:pt x="315468" y="179844"/>
                </a:lnTo>
                <a:lnTo>
                  <a:pt x="329184" y="163245"/>
                </a:lnTo>
                <a:lnTo>
                  <a:pt x="340614" y="149936"/>
                </a:lnTo>
                <a:lnTo>
                  <a:pt x="369951" y="124028"/>
                </a:lnTo>
                <a:lnTo>
                  <a:pt x="377609" y="120802"/>
                </a:lnTo>
                <a:lnTo>
                  <a:pt x="385572" y="118884"/>
                </a:lnTo>
                <a:close/>
              </a:path>
              <a:path w="1285239" h="412114">
                <a:moveTo>
                  <a:pt x="397764" y="377964"/>
                </a:moveTo>
                <a:lnTo>
                  <a:pt x="346138" y="348437"/>
                </a:lnTo>
                <a:lnTo>
                  <a:pt x="304800" y="301764"/>
                </a:lnTo>
                <a:lnTo>
                  <a:pt x="275463" y="238709"/>
                </a:lnTo>
                <a:lnTo>
                  <a:pt x="264934" y="200812"/>
                </a:lnTo>
                <a:lnTo>
                  <a:pt x="257556" y="158508"/>
                </a:lnTo>
                <a:lnTo>
                  <a:pt x="268224" y="150888"/>
                </a:lnTo>
                <a:lnTo>
                  <a:pt x="228600" y="129552"/>
                </a:lnTo>
                <a:lnTo>
                  <a:pt x="225450" y="181533"/>
                </a:lnTo>
                <a:lnTo>
                  <a:pt x="218313" y="227660"/>
                </a:lnTo>
                <a:lnTo>
                  <a:pt x="207162" y="267779"/>
                </a:lnTo>
                <a:lnTo>
                  <a:pt x="170586" y="332308"/>
                </a:lnTo>
                <a:lnTo>
                  <a:pt x="142875" y="359867"/>
                </a:lnTo>
                <a:lnTo>
                  <a:pt x="108864" y="384263"/>
                </a:lnTo>
                <a:lnTo>
                  <a:pt x="68580" y="405396"/>
                </a:lnTo>
                <a:lnTo>
                  <a:pt x="71628" y="411492"/>
                </a:lnTo>
                <a:lnTo>
                  <a:pt x="136398" y="381965"/>
                </a:lnTo>
                <a:lnTo>
                  <a:pt x="192024" y="335292"/>
                </a:lnTo>
                <a:lnTo>
                  <a:pt x="214617" y="304114"/>
                </a:lnTo>
                <a:lnTo>
                  <a:pt x="232219" y="265379"/>
                </a:lnTo>
                <a:lnTo>
                  <a:pt x="244957" y="218909"/>
                </a:lnTo>
                <a:lnTo>
                  <a:pt x="252984" y="164604"/>
                </a:lnTo>
                <a:lnTo>
                  <a:pt x="256717" y="205409"/>
                </a:lnTo>
                <a:lnTo>
                  <a:pt x="263461" y="243090"/>
                </a:lnTo>
                <a:lnTo>
                  <a:pt x="286512" y="307860"/>
                </a:lnTo>
                <a:lnTo>
                  <a:pt x="318325" y="360629"/>
                </a:lnTo>
                <a:lnTo>
                  <a:pt x="358140" y="400824"/>
                </a:lnTo>
                <a:lnTo>
                  <a:pt x="364947" y="392176"/>
                </a:lnTo>
                <a:lnTo>
                  <a:pt x="373761" y="386537"/>
                </a:lnTo>
                <a:lnTo>
                  <a:pt x="384276" y="383463"/>
                </a:lnTo>
                <a:lnTo>
                  <a:pt x="396240" y="382536"/>
                </a:lnTo>
                <a:lnTo>
                  <a:pt x="397764" y="377964"/>
                </a:lnTo>
                <a:close/>
              </a:path>
              <a:path w="1285239" h="412114">
                <a:moveTo>
                  <a:pt x="524243" y="73152"/>
                </a:moveTo>
                <a:lnTo>
                  <a:pt x="503694" y="42672"/>
                </a:lnTo>
                <a:lnTo>
                  <a:pt x="494715" y="35052"/>
                </a:lnTo>
                <a:lnTo>
                  <a:pt x="483743" y="28702"/>
                </a:lnTo>
                <a:lnTo>
                  <a:pt x="470903" y="21082"/>
                </a:lnTo>
                <a:lnTo>
                  <a:pt x="466331" y="23622"/>
                </a:lnTo>
                <a:lnTo>
                  <a:pt x="491629" y="69342"/>
                </a:lnTo>
                <a:lnTo>
                  <a:pt x="496811" y="93472"/>
                </a:lnTo>
                <a:lnTo>
                  <a:pt x="499859" y="98552"/>
                </a:lnTo>
                <a:lnTo>
                  <a:pt x="505955" y="98552"/>
                </a:lnTo>
                <a:lnTo>
                  <a:pt x="510527" y="97282"/>
                </a:lnTo>
                <a:lnTo>
                  <a:pt x="516623" y="90932"/>
                </a:lnTo>
                <a:lnTo>
                  <a:pt x="522719" y="85852"/>
                </a:lnTo>
                <a:lnTo>
                  <a:pt x="524243" y="80772"/>
                </a:lnTo>
                <a:lnTo>
                  <a:pt x="524243" y="73152"/>
                </a:lnTo>
                <a:close/>
              </a:path>
              <a:path w="1285239" h="412114">
                <a:moveTo>
                  <a:pt x="691883" y="59182"/>
                </a:moveTo>
                <a:lnTo>
                  <a:pt x="687311" y="55372"/>
                </a:lnTo>
                <a:lnTo>
                  <a:pt x="669023" y="40132"/>
                </a:lnTo>
                <a:lnTo>
                  <a:pt x="658355" y="53467"/>
                </a:lnTo>
                <a:lnTo>
                  <a:pt x="658355" y="66802"/>
                </a:lnTo>
                <a:lnTo>
                  <a:pt x="658355" y="98552"/>
                </a:lnTo>
                <a:lnTo>
                  <a:pt x="658355" y="108712"/>
                </a:lnTo>
                <a:lnTo>
                  <a:pt x="658355" y="145542"/>
                </a:lnTo>
                <a:lnTo>
                  <a:pt x="583679" y="145542"/>
                </a:lnTo>
                <a:lnTo>
                  <a:pt x="583679" y="108712"/>
                </a:lnTo>
                <a:lnTo>
                  <a:pt x="658355" y="108712"/>
                </a:lnTo>
                <a:lnTo>
                  <a:pt x="658355" y="98552"/>
                </a:lnTo>
                <a:lnTo>
                  <a:pt x="583679" y="98552"/>
                </a:lnTo>
                <a:lnTo>
                  <a:pt x="583679" y="66802"/>
                </a:lnTo>
                <a:lnTo>
                  <a:pt x="658355" y="66802"/>
                </a:lnTo>
                <a:lnTo>
                  <a:pt x="658355" y="53467"/>
                </a:lnTo>
                <a:lnTo>
                  <a:pt x="656831" y="55372"/>
                </a:lnTo>
                <a:lnTo>
                  <a:pt x="612635" y="55372"/>
                </a:lnTo>
                <a:lnTo>
                  <a:pt x="617169" y="47752"/>
                </a:lnTo>
                <a:lnTo>
                  <a:pt x="621398" y="42672"/>
                </a:lnTo>
                <a:lnTo>
                  <a:pt x="625068" y="36322"/>
                </a:lnTo>
                <a:lnTo>
                  <a:pt x="627875" y="32512"/>
                </a:lnTo>
                <a:lnTo>
                  <a:pt x="637019" y="23622"/>
                </a:lnTo>
                <a:lnTo>
                  <a:pt x="643115" y="19812"/>
                </a:lnTo>
                <a:lnTo>
                  <a:pt x="617207" y="5842"/>
                </a:lnTo>
                <a:lnTo>
                  <a:pt x="614641" y="16002"/>
                </a:lnTo>
                <a:lnTo>
                  <a:pt x="611492" y="28702"/>
                </a:lnTo>
                <a:lnTo>
                  <a:pt x="607783" y="41402"/>
                </a:lnTo>
                <a:lnTo>
                  <a:pt x="603491" y="55372"/>
                </a:lnTo>
                <a:lnTo>
                  <a:pt x="583679" y="55372"/>
                </a:lnTo>
                <a:lnTo>
                  <a:pt x="560819" y="42672"/>
                </a:lnTo>
                <a:lnTo>
                  <a:pt x="561492" y="54102"/>
                </a:lnTo>
                <a:lnTo>
                  <a:pt x="562914" y="79502"/>
                </a:lnTo>
                <a:lnTo>
                  <a:pt x="563613" y="96012"/>
                </a:lnTo>
                <a:lnTo>
                  <a:pt x="563791" y="104902"/>
                </a:lnTo>
                <a:lnTo>
                  <a:pt x="563740" y="116332"/>
                </a:lnTo>
                <a:lnTo>
                  <a:pt x="563613" y="123952"/>
                </a:lnTo>
                <a:lnTo>
                  <a:pt x="562914" y="139192"/>
                </a:lnTo>
                <a:lnTo>
                  <a:pt x="562025" y="154432"/>
                </a:lnTo>
                <a:lnTo>
                  <a:pt x="560819" y="173482"/>
                </a:lnTo>
                <a:lnTo>
                  <a:pt x="583679" y="167132"/>
                </a:lnTo>
                <a:lnTo>
                  <a:pt x="583679" y="156972"/>
                </a:lnTo>
                <a:lnTo>
                  <a:pt x="658355" y="156972"/>
                </a:lnTo>
                <a:lnTo>
                  <a:pt x="658355" y="169672"/>
                </a:lnTo>
                <a:lnTo>
                  <a:pt x="681215" y="159512"/>
                </a:lnTo>
                <a:lnTo>
                  <a:pt x="681050" y="156972"/>
                </a:lnTo>
                <a:lnTo>
                  <a:pt x="680339" y="146812"/>
                </a:lnTo>
                <a:lnTo>
                  <a:pt x="680313" y="145542"/>
                </a:lnTo>
                <a:lnTo>
                  <a:pt x="679881" y="127762"/>
                </a:lnTo>
                <a:lnTo>
                  <a:pt x="679767" y="108712"/>
                </a:lnTo>
                <a:lnTo>
                  <a:pt x="679716" y="98552"/>
                </a:lnTo>
                <a:lnTo>
                  <a:pt x="679691" y="69342"/>
                </a:lnTo>
                <a:lnTo>
                  <a:pt x="682739" y="66802"/>
                </a:lnTo>
                <a:lnTo>
                  <a:pt x="691883" y="59182"/>
                </a:lnTo>
                <a:close/>
              </a:path>
              <a:path w="1285239" h="412114">
                <a:moveTo>
                  <a:pt x="714743" y="214122"/>
                </a:moveTo>
                <a:lnTo>
                  <a:pt x="690359" y="184912"/>
                </a:lnTo>
                <a:lnTo>
                  <a:pt x="670547" y="203962"/>
                </a:lnTo>
                <a:lnTo>
                  <a:pt x="632447" y="203962"/>
                </a:lnTo>
                <a:lnTo>
                  <a:pt x="641591" y="196342"/>
                </a:lnTo>
                <a:lnTo>
                  <a:pt x="643115" y="189992"/>
                </a:lnTo>
                <a:lnTo>
                  <a:pt x="640067" y="182372"/>
                </a:lnTo>
                <a:lnTo>
                  <a:pt x="636066" y="177292"/>
                </a:lnTo>
                <a:lnTo>
                  <a:pt x="628637" y="172212"/>
                </a:lnTo>
                <a:lnTo>
                  <a:pt x="617778" y="167132"/>
                </a:lnTo>
                <a:lnTo>
                  <a:pt x="603491" y="162052"/>
                </a:lnTo>
                <a:lnTo>
                  <a:pt x="600443" y="165862"/>
                </a:lnTo>
                <a:lnTo>
                  <a:pt x="608685" y="174752"/>
                </a:lnTo>
                <a:lnTo>
                  <a:pt x="614921" y="184912"/>
                </a:lnTo>
                <a:lnTo>
                  <a:pt x="618883" y="193802"/>
                </a:lnTo>
                <a:lnTo>
                  <a:pt x="620255" y="203962"/>
                </a:lnTo>
                <a:lnTo>
                  <a:pt x="539483" y="203962"/>
                </a:lnTo>
                <a:lnTo>
                  <a:pt x="554723" y="219202"/>
                </a:lnTo>
                <a:lnTo>
                  <a:pt x="564108" y="216662"/>
                </a:lnTo>
                <a:lnTo>
                  <a:pt x="583450" y="214122"/>
                </a:lnTo>
                <a:lnTo>
                  <a:pt x="592823" y="214122"/>
                </a:lnTo>
                <a:lnTo>
                  <a:pt x="590308" y="240792"/>
                </a:lnTo>
                <a:lnTo>
                  <a:pt x="580631" y="268732"/>
                </a:lnTo>
                <a:lnTo>
                  <a:pt x="564108" y="297942"/>
                </a:lnTo>
                <a:lnTo>
                  <a:pt x="541007" y="328422"/>
                </a:lnTo>
                <a:lnTo>
                  <a:pt x="544055" y="332232"/>
                </a:lnTo>
                <a:lnTo>
                  <a:pt x="568629" y="313182"/>
                </a:lnTo>
                <a:lnTo>
                  <a:pt x="587489" y="294132"/>
                </a:lnTo>
                <a:lnTo>
                  <a:pt x="600633" y="273812"/>
                </a:lnTo>
                <a:lnTo>
                  <a:pt x="608063" y="252222"/>
                </a:lnTo>
                <a:lnTo>
                  <a:pt x="653783" y="252222"/>
                </a:lnTo>
                <a:lnTo>
                  <a:pt x="648258" y="292862"/>
                </a:lnTo>
                <a:lnTo>
                  <a:pt x="633971" y="313182"/>
                </a:lnTo>
                <a:lnTo>
                  <a:pt x="623112" y="313182"/>
                </a:lnTo>
                <a:lnTo>
                  <a:pt x="615683" y="311912"/>
                </a:lnTo>
                <a:lnTo>
                  <a:pt x="607110" y="310642"/>
                </a:lnTo>
                <a:lnTo>
                  <a:pt x="597395" y="306832"/>
                </a:lnTo>
                <a:lnTo>
                  <a:pt x="595871" y="313182"/>
                </a:lnTo>
                <a:lnTo>
                  <a:pt x="611873" y="320802"/>
                </a:lnTo>
                <a:lnTo>
                  <a:pt x="623303" y="327152"/>
                </a:lnTo>
                <a:lnTo>
                  <a:pt x="630161" y="334772"/>
                </a:lnTo>
                <a:lnTo>
                  <a:pt x="632447" y="342392"/>
                </a:lnTo>
                <a:lnTo>
                  <a:pt x="642759" y="338582"/>
                </a:lnTo>
                <a:lnTo>
                  <a:pt x="668261" y="297942"/>
                </a:lnTo>
                <a:lnTo>
                  <a:pt x="675119" y="254762"/>
                </a:lnTo>
                <a:lnTo>
                  <a:pt x="679043" y="252222"/>
                </a:lnTo>
                <a:lnTo>
                  <a:pt x="688835" y="245872"/>
                </a:lnTo>
                <a:lnTo>
                  <a:pt x="683615" y="242062"/>
                </a:lnTo>
                <a:lnTo>
                  <a:pt x="664451" y="228092"/>
                </a:lnTo>
                <a:lnTo>
                  <a:pt x="652259" y="242062"/>
                </a:lnTo>
                <a:lnTo>
                  <a:pt x="609587" y="242062"/>
                </a:lnTo>
                <a:lnTo>
                  <a:pt x="611593" y="234442"/>
                </a:lnTo>
                <a:lnTo>
                  <a:pt x="613016" y="226822"/>
                </a:lnTo>
                <a:lnTo>
                  <a:pt x="613879" y="220472"/>
                </a:lnTo>
                <a:lnTo>
                  <a:pt x="614159" y="214122"/>
                </a:lnTo>
                <a:lnTo>
                  <a:pt x="714743" y="214122"/>
                </a:lnTo>
                <a:close/>
              </a:path>
              <a:path w="1285239" h="412114">
                <a:moveTo>
                  <a:pt x="841235" y="362712"/>
                </a:moveTo>
                <a:lnTo>
                  <a:pt x="797572" y="365252"/>
                </a:lnTo>
                <a:lnTo>
                  <a:pt x="723366" y="367792"/>
                </a:lnTo>
                <a:lnTo>
                  <a:pt x="663879" y="367792"/>
                </a:lnTo>
                <a:lnTo>
                  <a:pt x="630923" y="365252"/>
                </a:lnTo>
                <a:lnTo>
                  <a:pt x="613206" y="362712"/>
                </a:lnTo>
                <a:lnTo>
                  <a:pt x="596633" y="358902"/>
                </a:lnTo>
                <a:lnTo>
                  <a:pt x="581202" y="352552"/>
                </a:lnTo>
                <a:lnTo>
                  <a:pt x="566915" y="347472"/>
                </a:lnTo>
                <a:lnTo>
                  <a:pt x="553796" y="339852"/>
                </a:lnTo>
                <a:lnTo>
                  <a:pt x="541959" y="332232"/>
                </a:lnTo>
                <a:lnTo>
                  <a:pt x="534530" y="325882"/>
                </a:lnTo>
                <a:lnTo>
                  <a:pt x="531558" y="323342"/>
                </a:lnTo>
                <a:lnTo>
                  <a:pt x="522719" y="314452"/>
                </a:lnTo>
                <a:lnTo>
                  <a:pt x="522719" y="168402"/>
                </a:lnTo>
                <a:lnTo>
                  <a:pt x="526148" y="165862"/>
                </a:lnTo>
                <a:lnTo>
                  <a:pt x="536435" y="158242"/>
                </a:lnTo>
                <a:lnTo>
                  <a:pt x="510527" y="135382"/>
                </a:lnTo>
                <a:lnTo>
                  <a:pt x="496811" y="154432"/>
                </a:lnTo>
                <a:lnTo>
                  <a:pt x="429755" y="154432"/>
                </a:lnTo>
                <a:lnTo>
                  <a:pt x="444995" y="169672"/>
                </a:lnTo>
                <a:lnTo>
                  <a:pt x="454647" y="168402"/>
                </a:lnTo>
                <a:lnTo>
                  <a:pt x="475653" y="165862"/>
                </a:lnTo>
                <a:lnTo>
                  <a:pt x="499859" y="165862"/>
                </a:lnTo>
                <a:lnTo>
                  <a:pt x="499859" y="314452"/>
                </a:lnTo>
                <a:lnTo>
                  <a:pt x="460997" y="333502"/>
                </a:lnTo>
                <a:lnTo>
                  <a:pt x="444995" y="342392"/>
                </a:lnTo>
                <a:lnTo>
                  <a:pt x="431279" y="351282"/>
                </a:lnTo>
                <a:lnTo>
                  <a:pt x="455663" y="375412"/>
                </a:lnTo>
                <a:lnTo>
                  <a:pt x="461911" y="367792"/>
                </a:lnTo>
                <a:lnTo>
                  <a:pt x="468998" y="360172"/>
                </a:lnTo>
                <a:lnTo>
                  <a:pt x="500430" y="329692"/>
                </a:lnTo>
                <a:lnTo>
                  <a:pt x="510527" y="325882"/>
                </a:lnTo>
                <a:lnTo>
                  <a:pt x="515696" y="327152"/>
                </a:lnTo>
                <a:lnTo>
                  <a:pt x="522147" y="329692"/>
                </a:lnTo>
                <a:lnTo>
                  <a:pt x="530034" y="336042"/>
                </a:lnTo>
                <a:lnTo>
                  <a:pt x="539483" y="344932"/>
                </a:lnTo>
                <a:lnTo>
                  <a:pt x="550341" y="356362"/>
                </a:lnTo>
                <a:lnTo>
                  <a:pt x="564629" y="365252"/>
                </a:lnTo>
                <a:lnTo>
                  <a:pt x="603491" y="381762"/>
                </a:lnTo>
                <a:lnTo>
                  <a:pt x="677595" y="393192"/>
                </a:lnTo>
                <a:lnTo>
                  <a:pt x="735723" y="395732"/>
                </a:lnTo>
                <a:lnTo>
                  <a:pt x="807707" y="397002"/>
                </a:lnTo>
                <a:lnTo>
                  <a:pt x="809955" y="388112"/>
                </a:lnTo>
                <a:lnTo>
                  <a:pt x="816470" y="380492"/>
                </a:lnTo>
                <a:lnTo>
                  <a:pt x="826998" y="374142"/>
                </a:lnTo>
                <a:lnTo>
                  <a:pt x="841235" y="367792"/>
                </a:lnTo>
                <a:lnTo>
                  <a:pt x="841235" y="362712"/>
                </a:lnTo>
                <a:close/>
              </a:path>
              <a:path w="1285239" h="412114">
                <a:moveTo>
                  <a:pt x="842759" y="113792"/>
                </a:moveTo>
                <a:lnTo>
                  <a:pt x="834758" y="104902"/>
                </a:lnTo>
                <a:lnTo>
                  <a:pt x="815327" y="83312"/>
                </a:lnTo>
                <a:lnTo>
                  <a:pt x="795515" y="104902"/>
                </a:lnTo>
                <a:lnTo>
                  <a:pt x="733031" y="104902"/>
                </a:lnTo>
                <a:lnTo>
                  <a:pt x="739038" y="88392"/>
                </a:lnTo>
                <a:lnTo>
                  <a:pt x="745604" y="70612"/>
                </a:lnTo>
                <a:lnTo>
                  <a:pt x="752754" y="51562"/>
                </a:lnTo>
                <a:lnTo>
                  <a:pt x="760463" y="29972"/>
                </a:lnTo>
                <a:lnTo>
                  <a:pt x="774179" y="22352"/>
                </a:lnTo>
                <a:lnTo>
                  <a:pt x="737603" y="4572"/>
                </a:lnTo>
                <a:lnTo>
                  <a:pt x="733653" y="28702"/>
                </a:lnTo>
                <a:lnTo>
                  <a:pt x="728840" y="51562"/>
                </a:lnTo>
                <a:lnTo>
                  <a:pt x="717791" y="96012"/>
                </a:lnTo>
                <a:lnTo>
                  <a:pt x="704456" y="136652"/>
                </a:lnTo>
                <a:lnTo>
                  <a:pt x="688835" y="177292"/>
                </a:lnTo>
                <a:lnTo>
                  <a:pt x="693407" y="181102"/>
                </a:lnTo>
                <a:lnTo>
                  <a:pt x="702551" y="167132"/>
                </a:lnTo>
                <a:lnTo>
                  <a:pt x="711695" y="151892"/>
                </a:lnTo>
                <a:lnTo>
                  <a:pt x="720839" y="134112"/>
                </a:lnTo>
                <a:lnTo>
                  <a:pt x="729983" y="115062"/>
                </a:lnTo>
                <a:lnTo>
                  <a:pt x="781799" y="115062"/>
                </a:lnTo>
                <a:lnTo>
                  <a:pt x="778941" y="141732"/>
                </a:lnTo>
                <a:lnTo>
                  <a:pt x="774941" y="168402"/>
                </a:lnTo>
                <a:lnTo>
                  <a:pt x="769797" y="192532"/>
                </a:lnTo>
                <a:lnTo>
                  <a:pt x="763511" y="216662"/>
                </a:lnTo>
                <a:lnTo>
                  <a:pt x="753783" y="205232"/>
                </a:lnTo>
                <a:lnTo>
                  <a:pt x="742746" y="192532"/>
                </a:lnTo>
                <a:lnTo>
                  <a:pt x="730300" y="178562"/>
                </a:lnTo>
                <a:lnTo>
                  <a:pt x="716267" y="164592"/>
                </a:lnTo>
                <a:lnTo>
                  <a:pt x="711695" y="167132"/>
                </a:lnTo>
                <a:lnTo>
                  <a:pt x="722274" y="181102"/>
                </a:lnTo>
                <a:lnTo>
                  <a:pt x="733412" y="197612"/>
                </a:lnTo>
                <a:lnTo>
                  <a:pt x="745134" y="215392"/>
                </a:lnTo>
                <a:lnTo>
                  <a:pt x="757415" y="234442"/>
                </a:lnTo>
                <a:lnTo>
                  <a:pt x="739444" y="267462"/>
                </a:lnTo>
                <a:lnTo>
                  <a:pt x="717600" y="297942"/>
                </a:lnTo>
                <a:lnTo>
                  <a:pt x="692061" y="327152"/>
                </a:lnTo>
                <a:lnTo>
                  <a:pt x="662927" y="355092"/>
                </a:lnTo>
                <a:lnTo>
                  <a:pt x="665975" y="360172"/>
                </a:lnTo>
                <a:lnTo>
                  <a:pt x="698296" y="337312"/>
                </a:lnTo>
                <a:lnTo>
                  <a:pt x="726744" y="311912"/>
                </a:lnTo>
                <a:lnTo>
                  <a:pt x="751497" y="283972"/>
                </a:lnTo>
                <a:lnTo>
                  <a:pt x="772655" y="253492"/>
                </a:lnTo>
                <a:lnTo>
                  <a:pt x="782116" y="271272"/>
                </a:lnTo>
                <a:lnTo>
                  <a:pt x="789990" y="287782"/>
                </a:lnTo>
                <a:lnTo>
                  <a:pt x="796455" y="303022"/>
                </a:lnTo>
                <a:lnTo>
                  <a:pt x="801611" y="318262"/>
                </a:lnTo>
                <a:lnTo>
                  <a:pt x="804659" y="333502"/>
                </a:lnTo>
                <a:lnTo>
                  <a:pt x="807707" y="341122"/>
                </a:lnTo>
                <a:lnTo>
                  <a:pt x="813803" y="341122"/>
                </a:lnTo>
                <a:lnTo>
                  <a:pt x="815327" y="337312"/>
                </a:lnTo>
                <a:lnTo>
                  <a:pt x="818375" y="333502"/>
                </a:lnTo>
                <a:lnTo>
                  <a:pt x="822947" y="328422"/>
                </a:lnTo>
                <a:lnTo>
                  <a:pt x="824471" y="322072"/>
                </a:lnTo>
                <a:lnTo>
                  <a:pt x="824471" y="310642"/>
                </a:lnTo>
                <a:lnTo>
                  <a:pt x="808659" y="272542"/>
                </a:lnTo>
                <a:lnTo>
                  <a:pt x="794626" y="253492"/>
                </a:lnTo>
                <a:lnTo>
                  <a:pt x="780275" y="234442"/>
                </a:lnTo>
                <a:lnTo>
                  <a:pt x="795324" y="176022"/>
                </a:lnTo>
                <a:lnTo>
                  <a:pt x="804506" y="115062"/>
                </a:lnTo>
                <a:lnTo>
                  <a:pt x="804659" y="113792"/>
                </a:lnTo>
                <a:lnTo>
                  <a:pt x="842759" y="113792"/>
                </a:lnTo>
                <a:close/>
              </a:path>
              <a:path w="1285239" h="412114">
                <a:moveTo>
                  <a:pt x="972858" y="67208"/>
                </a:moveTo>
                <a:lnTo>
                  <a:pt x="950214" y="33528"/>
                </a:lnTo>
                <a:lnTo>
                  <a:pt x="925068" y="13716"/>
                </a:lnTo>
                <a:lnTo>
                  <a:pt x="918972" y="18288"/>
                </a:lnTo>
                <a:lnTo>
                  <a:pt x="928344" y="34861"/>
                </a:lnTo>
                <a:lnTo>
                  <a:pt x="935736" y="50292"/>
                </a:lnTo>
                <a:lnTo>
                  <a:pt x="940828" y="64579"/>
                </a:lnTo>
                <a:lnTo>
                  <a:pt x="943356" y="77724"/>
                </a:lnTo>
                <a:lnTo>
                  <a:pt x="944880" y="89916"/>
                </a:lnTo>
                <a:lnTo>
                  <a:pt x="947928" y="96012"/>
                </a:lnTo>
                <a:lnTo>
                  <a:pt x="952500" y="96012"/>
                </a:lnTo>
                <a:lnTo>
                  <a:pt x="961644" y="91440"/>
                </a:lnTo>
                <a:lnTo>
                  <a:pt x="966216" y="86868"/>
                </a:lnTo>
                <a:lnTo>
                  <a:pt x="969264" y="82296"/>
                </a:lnTo>
                <a:lnTo>
                  <a:pt x="972312" y="73152"/>
                </a:lnTo>
                <a:lnTo>
                  <a:pt x="972858" y="67208"/>
                </a:lnTo>
                <a:close/>
              </a:path>
              <a:path w="1285239" h="412114">
                <a:moveTo>
                  <a:pt x="1031748" y="271272"/>
                </a:moveTo>
                <a:lnTo>
                  <a:pt x="1027176" y="266700"/>
                </a:lnTo>
                <a:lnTo>
                  <a:pt x="964692" y="324612"/>
                </a:lnTo>
                <a:lnTo>
                  <a:pt x="964692" y="169164"/>
                </a:lnTo>
                <a:lnTo>
                  <a:pt x="972312" y="163068"/>
                </a:lnTo>
                <a:lnTo>
                  <a:pt x="979932" y="156972"/>
                </a:lnTo>
                <a:lnTo>
                  <a:pt x="950976" y="134112"/>
                </a:lnTo>
                <a:lnTo>
                  <a:pt x="937260" y="152400"/>
                </a:lnTo>
                <a:lnTo>
                  <a:pt x="874776" y="152400"/>
                </a:lnTo>
                <a:lnTo>
                  <a:pt x="890016" y="167640"/>
                </a:lnTo>
                <a:lnTo>
                  <a:pt x="899109" y="165646"/>
                </a:lnTo>
                <a:lnTo>
                  <a:pt x="907923" y="164211"/>
                </a:lnTo>
                <a:lnTo>
                  <a:pt x="916152" y="163360"/>
                </a:lnTo>
                <a:lnTo>
                  <a:pt x="923544" y="163068"/>
                </a:lnTo>
                <a:lnTo>
                  <a:pt x="940308" y="163068"/>
                </a:lnTo>
                <a:lnTo>
                  <a:pt x="940193" y="325945"/>
                </a:lnTo>
                <a:lnTo>
                  <a:pt x="932688" y="348996"/>
                </a:lnTo>
                <a:lnTo>
                  <a:pt x="957072" y="376428"/>
                </a:lnTo>
                <a:lnTo>
                  <a:pt x="971943" y="352069"/>
                </a:lnTo>
                <a:lnTo>
                  <a:pt x="989266" y="326707"/>
                </a:lnTo>
                <a:lnTo>
                  <a:pt x="990815" y="324612"/>
                </a:lnTo>
                <a:lnTo>
                  <a:pt x="1009142" y="299923"/>
                </a:lnTo>
                <a:lnTo>
                  <a:pt x="1031748" y="271272"/>
                </a:lnTo>
                <a:close/>
              </a:path>
              <a:path w="1285239" h="412114">
                <a:moveTo>
                  <a:pt x="1240536" y="210312"/>
                </a:moveTo>
                <a:lnTo>
                  <a:pt x="1234198" y="205740"/>
                </a:lnTo>
                <a:lnTo>
                  <a:pt x="1213104" y="190500"/>
                </a:lnTo>
                <a:lnTo>
                  <a:pt x="1207008" y="199212"/>
                </a:lnTo>
                <a:lnTo>
                  <a:pt x="1207008" y="216408"/>
                </a:lnTo>
                <a:lnTo>
                  <a:pt x="1207008" y="251460"/>
                </a:lnTo>
                <a:lnTo>
                  <a:pt x="1207008" y="262128"/>
                </a:lnTo>
                <a:lnTo>
                  <a:pt x="1207008" y="301752"/>
                </a:lnTo>
                <a:lnTo>
                  <a:pt x="1074420" y="301752"/>
                </a:lnTo>
                <a:lnTo>
                  <a:pt x="1074420" y="262128"/>
                </a:lnTo>
                <a:lnTo>
                  <a:pt x="1207008" y="262128"/>
                </a:lnTo>
                <a:lnTo>
                  <a:pt x="1207008" y="251460"/>
                </a:lnTo>
                <a:lnTo>
                  <a:pt x="1074420" y="251460"/>
                </a:lnTo>
                <a:lnTo>
                  <a:pt x="1074420" y="216408"/>
                </a:lnTo>
                <a:lnTo>
                  <a:pt x="1207008" y="216408"/>
                </a:lnTo>
                <a:lnTo>
                  <a:pt x="1207008" y="199212"/>
                </a:lnTo>
                <a:lnTo>
                  <a:pt x="1202436" y="205740"/>
                </a:lnTo>
                <a:lnTo>
                  <a:pt x="1072896" y="205740"/>
                </a:lnTo>
                <a:lnTo>
                  <a:pt x="1050036" y="192024"/>
                </a:lnTo>
                <a:lnTo>
                  <a:pt x="1050912" y="214871"/>
                </a:lnTo>
                <a:lnTo>
                  <a:pt x="1051369" y="239839"/>
                </a:lnTo>
                <a:lnTo>
                  <a:pt x="1051433" y="251460"/>
                </a:lnTo>
                <a:lnTo>
                  <a:pt x="1051369" y="355092"/>
                </a:lnTo>
                <a:lnTo>
                  <a:pt x="1050912" y="383095"/>
                </a:lnTo>
                <a:lnTo>
                  <a:pt x="1050036" y="409956"/>
                </a:lnTo>
                <a:lnTo>
                  <a:pt x="1074420" y="397764"/>
                </a:lnTo>
                <a:lnTo>
                  <a:pt x="1074420" y="312420"/>
                </a:lnTo>
                <a:lnTo>
                  <a:pt x="1207008" y="312420"/>
                </a:lnTo>
                <a:lnTo>
                  <a:pt x="1207008" y="365760"/>
                </a:lnTo>
                <a:lnTo>
                  <a:pt x="1202436" y="370332"/>
                </a:lnTo>
                <a:lnTo>
                  <a:pt x="1190244" y="370332"/>
                </a:lnTo>
                <a:lnTo>
                  <a:pt x="1181163" y="369430"/>
                </a:lnTo>
                <a:lnTo>
                  <a:pt x="1157871" y="368198"/>
                </a:lnTo>
                <a:lnTo>
                  <a:pt x="1144524" y="367284"/>
                </a:lnTo>
                <a:lnTo>
                  <a:pt x="1144524" y="374904"/>
                </a:lnTo>
                <a:lnTo>
                  <a:pt x="1164526" y="380555"/>
                </a:lnTo>
                <a:lnTo>
                  <a:pt x="1178814" y="388048"/>
                </a:lnTo>
                <a:lnTo>
                  <a:pt x="1187386" y="396989"/>
                </a:lnTo>
                <a:lnTo>
                  <a:pt x="1190244" y="406908"/>
                </a:lnTo>
                <a:lnTo>
                  <a:pt x="1207973" y="399796"/>
                </a:lnTo>
                <a:lnTo>
                  <a:pt x="1220152" y="389953"/>
                </a:lnTo>
                <a:lnTo>
                  <a:pt x="1226883" y="377558"/>
                </a:lnTo>
                <a:lnTo>
                  <a:pt x="1227594" y="370332"/>
                </a:lnTo>
                <a:lnTo>
                  <a:pt x="1228344" y="362712"/>
                </a:lnTo>
                <a:lnTo>
                  <a:pt x="1228344" y="312420"/>
                </a:lnTo>
                <a:lnTo>
                  <a:pt x="1228344" y="301752"/>
                </a:lnTo>
                <a:lnTo>
                  <a:pt x="1228344" y="262128"/>
                </a:lnTo>
                <a:lnTo>
                  <a:pt x="1228344" y="251460"/>
                </a:lnTo>
                <a:lnTo>
                  <a:pt x="1228344" y="220980"/>
                </a:lnTo>
                <a:lnTo>
                  <a:pt x="1233563" y="216408"/>
                </a:lnTo>
                <a:lnTo>
                  <a:pt x="1240536" y="210312"/>
                </a:lnTo>
                <a:close/>
              </a:path>
              <a:path w="1285239" h="412114">
                <a:moveTo>
                  <a:pt x="1284732" y="170688"/>
                </a:moveTo>
                <a:lnTo>
                  <a:pt x="1255776" y="138684"/>
                </a:lnTo>
                <a:lnTo>
                  <a:pt x="1231392" y="160020"/>
                </a:lnTo>
                <a:lnTo>
                  <a:pt x="1149096" y="160020"/>
                </a:lnTo>
                <a:lnTo>
                  <a:pt x="1149096" y="117348"/>
                </a:lnTo>
                <a:lnTo>
                  <a:pt x="1249680" y="117348"/>
                </a:lnTo>
                <a:lnTo>
                  <a:pt x="1222248" y="85344"/>
                </a:lnTo>
                <a:lnTo>
                  <a:pt x="1199388" y="106680"/>
                </a:lnTo>
                <a:lnTo>
                  <a:pt x="1149096" y="106680"/>
                </a:lnTo>
                <a:lnTo>
                  <a:pt x="1149096" y="70104"/>
                </a:lnTo>
                <a:lnTo>
                  <a:pt x="1274064" y="70104"/>
                </a:lnTo>
                <a:lnTo>
                  <a:pt x="1245108" y="36576"/>
                </a:lnTo>
                <a:lnTo>
                  <a:pt x="1220724" y="59436"/>
                </a:lnTo>
                <a:lnTo>
                  <a:pt x="1149096" y="59436"/>
                </a:lnTo>
                <a:lnTo>
                  <a:pt x="1149096" y="30480"/>
                </a:lnTo>
                <a:lnTo>
                  <a:pt x="1162812" y="18288"/>
                </a:lnTo>
                <a:lnTo>
                  <a:pt x="1123188" y="0"/>
                </a:lnTo>
                <a:lnTo>
                  <a:pt x="1124686" y="42011"/>
                </a:lnTo>
                <a:lnTo>
                  <a:pt x="1124712" y="59436"/>
                </a:lnTo>
                <a:lnTo>
                  <a:pt x="1010412" y="59436"/>
                </a:lnTo>
                <a:lnTo>
                  <a:pt x="1025652" y="74676"/>
                </a:lnTo>
                <a:lnTo>
                  <a:pt x="1034745" y="72682"/>
                </a:lnTo>
                <a:lnTo>
                  <a:pt x="1043559" y="71247"/>
                </a:lnTo>
                <a:lnTo>
                  <a:pt x="1051788" y="70396"/>
                </a:lnTo>
                <a:lnTo>
                  <a:pt x="1059180" y="70104"/>
                </a:lnTo>
                <a:lnTo>
                  <a:pt x="1124712" y="70104"/>
                </a:lnTo>
                <a:lnTo>
                  <a:pt x="1124712" y="106680"/>
                </a:lnTo>
                <a:lnTo>
                  <a:pt x="1036320" y="106680"/>
                </a:lnTo>
                <a:lnTo>
                  <a:pt x="1051560" y="121920"/>
                </a:lnTo>
                <a:lnTo>
                  <a:pt x="1060653" y="119926"/>
                </a:lnTo>
                <a:lnTo>
                  <a:pt x="1069467" y="118491"/>
                </a:lnTo>
                <a:lnTo>
                  <a:pt x="1077696" y="117640"/>
                </a:lnTo>
                <a:lnTo>
                  <a:pt x="1085088" y="117348"/>
                </a:lnTo>
                <a:lnTo>
                  <a:pt x="1124712" y="117348"/>
                </a:lnTo>
                <a:lnTo>
                  <a:pt x="1124712" y="160020"/>
                </a:lnTo>
                <a:lnTo>
                  <a:pt x="996696" y="160020"/>
                </a:lnTo>
                <a:lnTo>
                  <a:pt x="1011936" y="176784"/>
                </a:lnTo>
                <a:lnTo>
                  <a:pt x="1020787" y="173913"/>
                </a:lnTo>
                <a:lnTo>
                  <a:pt x="1029081" y="172021"/>
                </a:lnTo>
                <a:lnTo>
                  <a:pt x="1036789" y="171005"/>
                </a:lnTo>
                <a:lnTo>
                  <a:pt x="1043940" y="170688"/>
                </a:lnTo>
                <a:lnTo>
                  <a:pt x="1284732" y="17068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</a:endParaRPr>
          </a:p>
        </p:txBody>
      </p:sp>
      <p:sp>
        <p:nvSpPr>
          <p:cNvPr id="66" name="object 66"/>
          <p:cNvSpPr/>
          <p:nvPr/>
        </p:nvSpPr>
        <p:spPr>
          <a:xfrm>
            <a:off x="5725667" y="4450079"/>
            <a:ext cx="335280" cy="407034"/>
          </a:xfrm>
          <a:custGeom>
            <a:avLst/>
            <a:gdLst/>
            <a:ahLst/>
            <a:cxnLst/>
            <a:rect l="l" t="t" r="r" b="b"/>
            <a:pathLst>
              <a:path w="335279" h="407035">
                <a:moveTo>
                  <a:pt x="114300" y="85344"/>
                </a:moveTo>
                <a:lnTo>
                  <a:pt x="102108" y="85344"/>
                </a:lnTo>
                <a:lnTo>
                  <a:pt x="111252" y="57650"/>
                </a:lnTo>
                <a:lnTo>
                  <a:pt x="118110" y="34099"/>
                </a:lnTo>
                <a:lnTo>
                  <a:pt x="122682" y="14835"/>
                </a:lnTo>
                <a:lnTo>
                  <a:pt x="124968" y="0"/>
                </a:lnTo>
                <a:lnTo>
                  <a:pt x="163068" y="19812"/>
                </a:lnTo>
                <a:lnTo>
                  <a:pt x="152233" y="28336"/>
                </a:lnTo>
                <a:lnTo>
                  <a:pt x="140398" y="42291"/>
                </a:lnTo>
                <a:lnTo>
                  <a:pt x="127706" y="61388"/>
                </a:lnTo>
                <a:lnTo>
                  <a:pt x="114300" y="85344"/>
                </a:lnTo>
                <a:close/>
              </a:path>
              <a:path w="335279" h="407035">
                <a:moveTo>
                  <a:pt x="329184" y="85344"/>
                </a:moveTo>
                <a:lnTo>
                  <a:pt x="292608" y="85344"/>
                </a:lnTo>
                <a:lnTo>
                  <a:pt x="304799" y="67056"/>
                </a:lnTo>
                <a:lnTo>
                  <a:pt x="329184" y="85344"/>
                </a:lnTo>
                <a:close/>
              </a:path>
              <a:path w="335279" h="407035">
                <a:moveTo>
                  <a:pt x="0" y="406908"/>
                </a:moveTo>
                <a:lnTo>
                  <a:pt x="221" y="384619"/>
                </a:lnTo>
                <a:lnTo>
                  <a:pt x="280" y="381190"/>
                </a:lnTo>
                <a:lnTo>
                  <a:pt x="909" y="356044"/>
                </a:lnTo>
                <a:lnTo>
                  <a:pt x="1285" y="342399"/>
                </a:lnTo>
                <a:lnTo>
                  <a:pt x="1524" y="326136"/>
                </a:lnTo>
                <a:lnTo>
                  <a:pt x="1524" y="140208"/>
                </a:lnTo>
                <a:lnTo>
                  <a:pt x="1285" y="121943"/>
                </a:lnTo>
                <a:lnTo>
                  <a:pt x="229" y="85344"/>
                </a:lnTo>
                <a:lnTo>
                  <a:pt x="0" y="68580"/>
                </a:lnTo>
                <a:lnTo>
                  <a:pt x="27432" y="85344"/>
                </a:lnTo>
                <a:lnTo>
                  <a:pt x="329184" y="85344"/>
                </a:lnTo>
                <a:lnTo>
                  <a:pt x="335280" y="89916"/>
                </a:lnTo>
                <a:lnTo>
                  <a:pt x="328422" y="96012"/>
                </a:lnTo>
                <a:lnTo>
                  <a:pt x="25908" y="96012"/>
                </a:lnTo>
                <a:lnTo>
                  <a:pt x="25908" y="394716"/>
                </a:lnTo>
                <a:lnTo>
                  <a:pt x="0" y="406908"/>
                </a:lnTo>
                <a:close/>
              </a:path>
              <a:path w="335279" h="407035">
                <a:moveTo>
                  <a:pt x="320666" y="361188"/>
                </a:moveTo>
                <a:lnTo>
                  <a:pt x="277368" y="361188"/>
                </a:lnTo>
                <a:lnTo>
                  <a:pt x="286250" y="360402"/>
                </a:lnTo>
                <a:lnTo>
                  <a:pt x="292417" y="356044"/>
                </a:lnTo>
                <a:lnTo>
                  <a:pt x="296013" y="348543"/>
                </a:lnTo>
                <a:lnTo>
                  <a:pt x="297180" y="338328"/>
                </a:lnTo>
                <a:lnTo>
                  <a:pt x="297180" y="96012"/>
                </a:lnTo>
                <a:lnTo>
                  <a:pt x="328422" y="96012"/>
                </a:lnTo>
                <a:lnTo>
                  <a:pt x="321564" y="102108"/>
                </a:lnTo>
                <a:lnTo>
                  <a:pt x="321564" y="348996"/>
                </a:lnTo>
                <a:lnTo>
                  <a:pt x="320666" y="361188"/>
                </a:lnTo>
                <a:close/>
              </a:path>
              <a:path w="335279" h="407035">
                <a:moveTo>
                  <a:pt x="236524" y="170688"/>
                </a:moveTo>
                <a:lnTo>
                  <a:pt x="204216" y="170688"/>
                </a:lnTo>
                <a:lnTo>
                  <a:pt x="216408" y="153924"/>
                </a:lnTo>
                <a:lnTo>
                  <a:pt x="236524" y="170688"/>
                </a:lnTo>
                <a:close/>
              </a:path>
              <a:path w="335279" h="407035">
                <a:moveTo>
                  <a:pt x="82296" y="318516"/>
                </a:moveTo>
                <a:lnTo>
                  <a:pt x="83177" y="296775"/>
                </a:lnTo>
                <a:lnTo>
                  <a:pt x="83586" y="276987"/>
                </a:lnTo>
                <a:lnTo>
                  <a:pt x="83688" y="267033"/>
                </a:lnTo>
                <a:lnTo>
                  <a:pt x="83796" y="208383"/>
                </a:lnTo>
                <a:lnTo>
                  <a:pt x="83629" y="188785"/>
                </a:lnTo>
                <a:lnTo>
                  <a:pt x="83177" y="171188"/>
                </a:lnTo>
                <a:lnTo>
                  <a:pt x="82296" y="155448"/>
                </a:lnTo>
                <a:lnTo>
                  <a:pt x="108204" y="170688"/>
                </a:lnTo>
                <a:lnTo>
                  <a:pt x="236524" y="170688"/>
                </a:lnTo>
                <a:lnTo>
                  <a:pt x="243840" y="176784"/>
                </a:lnTo>
                <a:lnTo>
                  <a:pt x="238696" y="181356"/>
                </a:lnTo>
                <a:lnTo>
                  <a:pt x="108204" y="181356"/>
                </a:lnTo>
                <a:lnTo>
                  <a:pt x="108204" y="271272"/>
                </a:lnTo>
                <a:lnTo>
                  <a:pt x="230585" y="271272"/>
                </a:lnTo>
                <a:lnTo>
                  <a:pt x="230886" y="276987"/>
                </a:lnTo>
                <a:lnTo>
                  <a:pt x="231108" y="281940"/>
                </a:lnTo>
                <a:lnTo>
                  <a:pt x="108204" y="281940"/>
                </a:lnTo>
                <a:lnTo>
                  <a:pt x="108204" y="307848"/>
                </a:lnTo>
                <a:lnTo>
                  <a:pt x="82296" y="318516"/>
                </a:lnTo>
                <a:close/>
              </a:path>
              <a:path w="335279" h="407035">
                <a:moveTo>
                  <a:pt x="230585" y="271272"/>
                </a:moveTo>
                <a:lnTo>
                  <a:pt x="205740" y="271272"/>
                </a:lnTo>
                <a:lnTo>
                  <a:pt x="205740" y="181356"/>
                </a:lnTo>
                <a:lnTo>
                  <a:pt x="238696" y="181356"/>
                </a:lnTo>
                <a:lnTo>
                  <a:pt x="230124" y="188976"/>
                </a:lnTo>
                <a:lnTo>
                  <a:pt x="230124" y="259080"/>
                </a:lnTo>
                <a:lnTo>
                  <a:pt x="230362" y="267033"/>
                </a:lnTo>
                <a:lnTo>
                  <a:pt x="230585" y="271272"/>
                </a:lnTo>
                <a:close/>
              </a:path>
              <a:path w="335279" h="407035">
                <a:moveTo>
                  <a:pt x="205740" y="312420"/>
                </a:moveTo>
                <a:lnTo>
                  <a:pt x="205740" y="281940"/>
                </a:lnTo>
                <a:lnTo>
                  <a:pt x="231108" y="281940"/>
                </a:lnTo>
                <a:lnTo>
                  <a:pt x="231409" y="288655"/>
                </a:lnTo>
                <a:lnTo>
                  <a:pt x="231648" y="301752"/>
                </a:lnTo>
                <a:lnTo>
                  <a:pt x="205740" y="312420"/>
                </a:lnTo>
                <a:close/>
              </a:path>
              <a:path w="335279" h="407035">
                <a:moveTo>
                  <a:pt x="283464" y="405384"/>
                </a:moveTo>
                <a:lnTo>
                  <a:pt x="278653" y="391929"/>
                </a:lnTo>
                <a:lnTo>
                  <a:pt x="266700" y="381190"/>
                </a:lnTo>
                <a:lnTo>
                  <a:pt x="247888" y="373022"/>
                </a:lnTo>
                <a:lnTo>
                  <a:pt x="222504" y="367284"/>
                </a:lnTo>
                <a:lnTo>
                  <a:pt x="222504" y="358140"/>
                </a:lnTo>
                <a:lnTo>
                  <a:pt x="253365" y="360235"/>
                </a:lnTo>
                <a:lnTo>
                  <a:pt x="266223" y="360926"/>
                </a:lnTo>
                <a:lnTo>
                  <a:pt x="277368" y="361188"/>
                </a:lnTo>
                <a:lnTo>
                  <a:pt x="320666" y="361188"/>
                </a:lnTo>
                <a:lnTo>
                  <a:pt x="320111" y="368736"/>
                </a:lnTo>
                <a:lnTo>
                  <a:pt x="313372" y="384619"/>
                </a:lnTo>
                <a:lnTo>
                  <a:pt x="301204" y="396787"/>
                </a:lnTo>
                <a:lnTo>
                  <a:pt x="283464" y="40538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</a:endParaRPr>
          </a:p>
        </p:txBody>
      </p:sp>
      <p:sp>
        <p:nvSpPr>
          <p:cNvPr id="67" name="object 67"/>
          <p:cNvSpPr/>
          <p:nvPr/>
        </p:nvSpPr>
        <p:spPr>
          <a:xfrm>
            <a:off x="6114275" y="4450079"/>
            <a:ext cx="751840" cy="410209"/>
          </a:xfrm>
          <a:custGeom>
            <a:avLst/>
            <a:gdLst/>
            <a:ahLst/>
            <a:cxnLst/>
            <a:rect l="l" t="t" r="r" b="b"/>
            <a:pathLst>
              <a:path w="751840" h="410210">
                <a:moveTo>
                  <a:pt x="318516" y="123444"/>
                </a:moveTo>
                <a:lnTo>
                  <a:pt x="277368" y="123444"/>
                </a:lnTo>
                <a:lnTo>
                  <a:pt x="236220" y="310896"/>
                </a:lnTo>
                <a:lnTo>
                  <a:pt x="176784" y="123444"/>
                </a:lnTo>
                <a:lnTo>
                  <a:pt x="143256" y="123444"/>
                </a:lnTo>
                <a:lnTo>
                  <a:pt x="85344" y="310896"/>
                </a:lnTo>
                <a:lnTo>
                  <a:pt x="42672" y="123444"/>
                </a:lnTo>
                <a:lnTo>
                  <a:pt x="0" y="123444"/>
                </a:lnTo>
                <a:lnTo>
                  <a:pt x="62484" y="365760"/>
                </a:lnTo>
                <a:lnTo>
                  <a:pt x="100584" y="365760"/>
                </a:lnTo>
                <a:lnTo>
                  <a:pt x="158496" y="178308"/>
                </a:lnTo>
                <a:lnTo>
                  <a:pt x="217932" y="365760"/>
                </a:lnTo>
                <a:lnTo>
                  <a:pt x="256032" y="365760"/>
                </a:lnTo>
                <a:lnTo>
                  <a:pt x="318516" y="123444"/>
                </a:lnTo>
                <a:close/>
              </a:path>
              <a:path w="751840" h="410210">
                <a:moveTo>
                  <a:pt x="675144" y="68580"/>
                </a:moveTo>
                <a:lnTo>
                  <a:pt x="648995" y="36156"/>
                </a:lnTo>
                <a:lnTo>
                  <a:pt x="592848" y="9144"/>
                </a:lnTo>
                <a:lnTo>
                  <a:pt x="589800" y="13716"/>
                </a:lnTo>
                <a:lnTo>
                  <a:pt x="609803" y="32321"/>
                </a:lnTo>
                <a:lnTo>
                  <a:pt x="626376" y="49339"/>
                </a:lnTo>
                <a:lnTo>
                  <a:pt x="639521" y="64947"/>
                </a:lnTo>
                <a:lnTo>
                  <a:pt x="649236" y="79248"/>
                </a:lnTo>
                <a:lnTo>
                  <a:pt x="653808" y="89916"/>
                </a:lnTo>
                <a:lnTo>
                  <a:pt x="658380" y="94488"/>
                </a:lnTo>
                <a:lnTo>
                  <a:pt x="664476" y="94488"/>
                </a:lnTo>
                <a:lnTo>
                  <a:pt x="667524" y="91440"/>
                </a:lnTo>
                <a:lnTo>
                  <a:pt x="670572" y="83820"/>
                </a:lnTo>
                <a:lnTo>
                  <a:pt x="673620" y="77724"/>
                </a:lnTo>
                <a:lnTo>
                  <a:pt x="675017" y="72110"/>
                </a:lnTo>
                <a:lnTo>
                  <a:pt x="675144" y="68580"/>
                </a:lnTo>
                <a:close/>
              </a:path>
              <a:path w="751840" h="410210">
                <a:moveTo>
                  <a:pt x="751344" y="376428"/>
                </a:moveTo>
                <a:lnTo>
                  <a:pt x="707644" y="365569"/>
                </a:lnTo>
                <a:lnTo>
                  <a:pt x="668096" y="351282"/>
                </a:lnTo>
                <a:lnTo>
                  <a:pt x="632828" y="333565"/>
                </a:lnTo>
                <a:lnTo>
                  <a:pt x="626440" y="329184"/>
                </a:lnTo>
                <a:lnTo>
                  <a:pt x="601992" y="312420"/>
                </a:lnTo>
                <a:lnTo>
                  <a:pt x="615518" y="295656"/>
                </a:lnTo>
                <a:lnTo>
                  <a:pt x="621106" y="288734"/>
                </a:lnTo>
                <a:lnTo>
                  <a:pt x="639521" y="263461"/>
                </a:lnTo>
                <a:lnTo>
                  <a:pt x="657059" y="236778"/>
                </a:lnTo>
                <a:lnTo>
                  <a:pt x="673620" y="208788"/>
                </a:lnTo>
                <a:lnTo>
                  <a:pt x="683145" y="201168"/>
                </a:lnTo>
                <a:lnTo>
                  <a:pt x="688860" y="196596"/>
                </a:lnTo>
                <a:lnTo>
                  <a:pt x="681685" y="190500"/>
                </a:lnTo>
                <a:lnTo>
                  <a:pt x="658380" y="170688"/>
                </a:lnTo>
                <a:lnTo>
                  <a:pt x="646188" y="190500"/>
                </a:lnTo>
                <a:lnTo>
                  <a:pt x="646188" y="201168"/>
                </a:lnTo>
                <a:lnTo>
                  <a:pt x="632180" y="228587"/>
                </a:lnTo>
                <a:lnTo>
                  <a:pt x="617613" y="253555"/>
                </a:lnTo>
                <a:lnTo>
                  <a:pt x="602462" y="275971"/>
                </a:lnTo>
                <a:lnTo>
                  <a:pt x="586752" y="295656"/>
                </a:lnTo>
                <a:lnTo>
                  <a:pt x="567905" y="275107"/>
                </a:lnTo>
                <a:lnTo>
                  <a:pt x="550367" y="252412"/>
                </a:lnTo>
                <a:lnTo>
                  <a:pt x="534238" y="227723"/>
                </a:lnTo>
                <a:lnTo>
                  <a:pt x="519696" y="201168"/>
                </a:lnTo>
                <a:lnTo>
                  <a:pt x="646188" y="201168"/>
                </a:lnTo>
                <a:lnTo>
                  <a:pt x="646188" y="190500"/>
                </a:lnTo>
                <a:lnTo>
                  <a:pt x="496836" y="190500"/>
                </a:lnTo>
                <a:lnTo>
                  <a:pt x="501116" y="174498"/>
                </a:lnTo>
                <a:lnTo>
                  <a:pt x="504837" y="158496"/>
                </a:lnTo>
                <a:lnTo>
                  <a:pt x="507974" y="142494"/>
                </a:lnTo>
                <a:lnTo>
                  <a:pt x="510552" y="126492"/>
                </a:lnTo>
                <a:lnTo>
                  <a:pt x="743724" y="126492"/>
                </a:lnTo>
                <a:lnTo>
                  <a:pt x="733983" y="115824"/>
                </a:lnTo>
                <a:lnTo>
                  <a:pt x="711720" y="91440"/>
                </a:lnTo>
                <a:lnTo>
                  <a:pt x="687336" y="115824"/>
                </a:lnTo>
                <a:lnTo>
                  <a:pt x="513600" y="115824"/>
                </a:lnTo>
                <a:lnTo>
                  <a:pt x="515543" y="103543"/>
                </a:lnTo>
                <a:lnTo>
                  <a:pt x="523455" y="60109"/>
                </a:lnTo>
                <a:lnTo>
                  <a:pt x="528840" y="28956"/>
                </a:lnTo>
                <a:lnTo>
                  <a:pt x="541032" y="16764"/>
                </a:lnTo>
                <a:lnTo>
                  <a:pt x="504456" y="0"/>
                </a:lnTo>
                <a:lnTo>
                  <a:pt x="503288" y="13716"/>
                </a:lnTo>
                <a:lnTo>
                  <a:pt x="501980" y="27622"/>
                </a:lnTo>
                <a:lnTo>
                  <a:pt x="496138" y="71628"/>
                </a:lnTo>
                <a:lnTo>
                  <a:pt x="489216" y="115824"/>
                </a:lnTo>
                <a:lnTo>
                  <a:pt x="408444" y="115824"/>
                </a:lnTo>
                <a:lnTo>
                  <a:pt x="413562" y="104355"/>
                </a:lnTo>
                <a:lnTo>
                  <a:pt x="419684" y="90297"/>
                </a:lnTo>
                <a:lnTo>
                  <a:pt x="426656" y="73393"/>
                </a:lnTo>
                <a:lnTo>
                  <a:pt x="434352" y="53340"/>
                </a:lnTo>
                <a:lnTo>
                  <a:pt x="448068" y="42672"/>
                </a:lnTo>
                <a:lnTo>
                  <a:pt x="414540" y="22860"/>
                </a:lnTo>
                <a:lnTo>
                  <a:pt x="410197" y="39420"/>
                </a:lnTo>
                <a:lnTo>
                  <a:pt x="403872" y="59245"/>
                </a:lnTo>
                <a:lnTo>
                  <a:pt x="395249" y="82232"/>
                </a:lnTo>
                <a:lnTo>
                  <a:pt x="384060" y="108204"/>
                </a:lnTo>
                <a:lnTo>
                  <a:pt x="370344" y="117348"/>
                </a:lnTo>
                <a:lnTo>
                  <a:pt x="393204" y="141732"/>
                </a:lnTo>
                <a:lnTo>
                  <a:pt x="406920" y="126492"/>
                </a:lnTo>
                <a:lnTo>
                  <a:pt x="486168" y="126492"/>
                </a:lnTo>
                <a:lnTo>
                  <a:pt x="470357" y="194881"/>
                </a:lnTo>
                <a:lnTo>
                  <a:pt x="451116" y="248412"/>
                </a:lnTo>
                <a:lnTo>
                  <a:pt x="429209" y="291846"/>
                </a:lnTo>
                <a:lnTo>
                  <a:pt x="403872" y="330708"/>
                </a:lnTo>
                <a:lnTo>
                  <a:pt x="376440" y="364617"/>
                </a:lnTo>
                <a:lnTo>
                  <a:pt x="349008" y="391668"/>
                </a:lnTo>
                <a:lnTo>
                  <a:pt x="353580" y="397764"/>
                </a:lnTo>
                <a:lnTo>
                  <a:pt x="403491" y="356997"/>
                </a:lnTo>
                <a:lnTo>
                  <a:pt x="441972" y="309372"/>
                </a:lnTo>
                <a:lnTo>
                  <a:pt x="472643" y="256413"/>
                </a:lnTo>
                <a:lnTo>
                  <a:pt x="495312" y="201168"/>
                </a:lnTo>
                <a:lnTo>
                  <a:pt x="510552" y="201168"/>
                </a:lnTo>
                <a:lnTo>
                  <a:pt x="523074" y="230555"/>
                </a:lnTo>
                <a:lnTo>
                  <a:pt x="537603" y="259080"/>
                </a:lnTo>
                <a:lnTo>
                  <a:pt x="553834" y="286473"/>
                </a:lnTo>
                <a:lnTo>
                  <a:pt x="571512" y="312420"/>
                </a:lnTo>
                <a:lnTo>
                  <a:pt x="542912" y="338709"/>
                </a:lnTo>
                <a:lnTo>
                  <a:pt x="507314" y="362712"/>
                </a:lnTo>
                <a:lnTo>
                  <a:pt x="464566" y="384429"/>
                </a:lnTo>
                <a:lnTo>
                  <a:pt x="414540" y="403860"/>
                </a:lnTo>
                <a:lnTo>
                  <a:pt x="416064" y="409956"/>
                </a:lnTo>
                <a:lnTo>
                  <a:pt x="465467" y="396265"/>
                </a:lnTo>
                <a:lnTo>
                  <a:pt x="510743" y="378142"/>
                </a:lnTo>
                <a:lnTo>
                  <a:pt x="551713" y="355739"/>
                </a:lnTo>
                <a:lnTo>
                  <a:pt x="588276" y="329184"/>
                </a:lnTo>
                <a:lnTo>
                  <a:pt x="614514" y="351815"/>
                </a:lnTo>
                <a:lnTo>
                  <a:pt x="645045" y="371856"/>
                </a:lnTo>
                <a:lnTo>
                  <a:pt x="679564" y="389623"/>
                </a:lnTo>
                <a:lnTo>
                  <a:pt x="717816" y="405384"/>
                </a:lnTo>
                <a:lnTo>
                  <a:pt x="722617" y="397078"/>
                </a:lnTo>
                <a:lnTo>
                  <a:pt x="730008" y="390334"/>
                </a:lnTo>
                <a:lnTo>
                  <a:pt x="739673" y="385025"/>
                </a:lnTo>
                <a:lnTo>
                  <a:pt x="751344" y="381000"/>
                </a:lnTo>
                <a:lnTo>
                  <a:pt x="751344" y="37642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</a:endParaRPr>
          </a:p>
        </p:txBody>
      </p:sp>
      <p:sp>
        <p:nvSpPr>
          <p:cNvPr id="68" name="object 68"/>
          <p:cNvSpPr/>
          <p:nvPr/>
        </p:nvSpPr>
        <p:spPr>
          <a:xfrm>
            <a:off x="6940296" y="4459224"/>
            <a:ext cx="335280" cy="393700"/>
          </a:xfrm>
          <a:custGeom>
            <a:avLst/>
            <a:gdLst/>
            <a:ahLst/>
            <a:cxnLst/>
            <a:rect l="l" t="t" r="r" b="b"/>
            <a:pathLst>
              <a:path w="335279" h="393700">
                <a:moveTo>
                  <a:pt x="297180" y="393191"/>
                </a:moveTo>
                <a:lnTo>
                  <a:pt x="297180" y="365760"/>
                </a:lnTo>
                <a:lnTo>
                  <a:pt x="36575" y="365760"/>
                </a:lnTo>
                <a:lnTo>
                  <a:pt x="24383" y="377952"/>
                </a:lnTo>
                <a:lnTo>
                  <a:pt x="0" y="358140"/>
                </a:lnTo>
                <a:lnTo>
                  <a:pt x="12192" y="345948"/>
                </a:lnTo>
                <a:lnTo>
                  <a:pt x="12168" y="265128"/>
                </a:lnTo>
                <a:lnTo>
                  <a:pt x="12001" y="251078"/>
                </a:lnTo>
                <a:lnTo>
                  <a:pt x="11549" y="236458"/>
                </a:lnTo>
                <a:lnTo>
                  <a:pt x="10668" y="220980"/>
                </a:lnTo>
                <a:lnTo>
                  <a:pt x="50292" y="242315"/>
                </a:lnTo>
                <a:lnTo>
                  <a:pt x="36575" y="254508"/>
                </a:lnTo>
                <a:lnTo>
                  <a:pt x="36575" y="355091"/>
                </a:lnTo>
                <a:lnTo>
                  <a:pt x="152400" y="355091"/>
                </a:lnTo>
                <a:lnTo>
                  <a:pt x="152400" y="185928"/>
                </a:lnTo>
                <a:lnTo>
                  <a:pt x="51816" y="185928"/>
                </a:lnTo>
                <a:lnTo>
                  <a:pt x="38100" y="198120"/>
                </a:lnTo>
                <a:lnTo>
                  <a:pt x="13716" y="179832"/>
                </a:lnTo>
                <a:lnTo>
                  <a:pt x="25907" y="169164"/>
                </a:lnTo>
                <a:lnTo>
                  <a:pt x="25884" y="86963"/>
                </a:lnTo>
                <a:lnTo>
                  <a:pt x="25717" y="75819"/>
                </a:lnTo>
                <a:lnTo>
                  <a:pt x="25265" y="64103"/>
                </a:lnTo>
                <a:lnTo>
                  <a:pt x="24383" y="51816"/>
                </a:lnTo>
                <a:lnTo>
                  <a:pt x="65531" y="73152"/>
                </a:lnTo>
                <a:lnTo>
                  <a:pt x="50292" y="83820"/>
                </a:lnTo>
                <a:lnTo>
                  <a:pt x="50292" y="175260"/>
                </a:lnTo>
                <a:lnTo>
                  <a:pt x="152400" y="175260"/>
                </a:lnTo>
                <a:lnTo>
                  <a:pt x="152376" y="45219"/>
                </a:lnTo>
                <a:lnTo>
                  <a:pt x="152209" y="29908"/>
                </a:lnTo>
                <a:lnTo>
                  <a:pt x="151757" y="14882"/>
                </a:lnTo>
                <a:lnTo>
                  <a:pt x="150876" y="0"/>
                </a:lnTo>
                <a:lnTo>
                  <a:pt x="192024" y="19812"/>
                </a:lnTo>
                <a:lnTo>
                  <a:pt x="176784" y="35052"/>
                </a:lnTo>
                <a:lnTo>
                  <a:pt x="176784" y="175260"/>
                </a:lnTo>
                <a:lnTo>
                  <a:pt x="280416" y="175260"/>
                </a:lnTo>
                <a:lnTo>
                  <a:pt x="280416" y="97536"/>
                </a:lnTo>
                <a:lnTo>
                  <a:pt x="280177" y="86701"/>
                </a:lnTo>
                <a:lnTo>
                  <a:pt x="279130" y="62174"/>
                </a:lnTo>
                <a:lnTo>
                  <a:pt x="278892" y="48768"/>
                </a:lnTo>
                <a:lnTo>
                  <a:pt x="318516" y="68580"/>
                </a:lnTo>
                <a:lnTo>
                  <a:pt x="304800" y="80772"/>
                </a:lnTo>
                <a:lnTo>
                  <a:pt x="304847" y="157591"/>
                </a:lnTo>
                <a:lnTo>
                  <a:pt x="305181" y="168783"/>
                </a:lnTo>
                <a:lnTo>
                  <a:pt x="306085" y="181689"/>
                </a:lnTo>
                <a:lnTo>
                  <a:pt x="307848" y="196596"/>
                </a:lnTo>
                <a:lnTo>
                  <a:pt x="280416" y="207264"/>
                </a:lnTo>
                <a:lnTo>
                  <a:pt x="280416" y="185928"/>
                </a:lnTo>
                <a:lnTo>
                  <a:pt x="176784" y="185928"/>
                </a:lnTo>
                <a:lnTo>
                  <a:pt x="176784" y="355091"/>
                </a:lnTo>
                <a:lnTo>
                  <a:pt x="297180" y="355091"/>
                </a:lnTo>
                <a:lnTo>
                  <a:pt x="297156" y="266033"/>
                </a:lnTo>
                <a:lnTo>
                  <a:pt x="296989" y="252603"/>
                </a:lnTo>
                <a:lnTo>
                  <a:pt x="296537" y="238601"/>
                </a:lnTo>
                <a:lnTo>
                  <a:pt x="295656" y="224028"/>
                </a:lnTo>
                <a:lnTo>
                  <a:pt x="335280" y="246888"/>
                </a:lnTo>
                <a:lnTo>
                  <a:pt x="321564" y="257555"/>
                </a:lnTo>
                <a:lnTo>
                  <a:pt x="321587" y="337542"/>
                </a:lnTo>
                <a:lnTo>
                  <a:pt x="321754" y="353377"/>
                </a:lnTo>
                <a:lnTo>
                  <a:pt x="322206" y="368927"/>
                </a:lnTo>
                <a:lnTo>
                  <a:pt x="323088" y="384048"/>
                </a:lnTo>
                <a:lnTo>
                  <a:pt x="297180" y="39319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</a:endParaRPr>
          </a:p>
        </p:txBody>
      </p:sp>
      <p:sp>
        <p:nvSpPr>
          <p:cNvPr id="69" name="object 69"/>
          <p:cNvSpPr/>
          <p:nvPr/>
        </p:nvSpPr>
        <p:spPr>
          <a:xfrm>
            <a:off x="7386780" y="4658867"/>
            <a:ext cx="61594" cy="196850"/>
          </a:xfrm>
          <a:custGeom>
            <a:avLst/>
            <a:gdLst/>
            <a:ahLst/>
            <a:cxnLst/>
            <a:rect l="l" t="t" r="r" b="b"/>
            <a:pathLst>
              <a:path w="61595" h="196850">
                <a:moveTo>
                  <a:pt x="10715" y="196596"/>
                </a:moveTo>
                <a:lnTo>
                  <a:pt x="7667" y="196596"/>
                </a:lnTo>
                <a:lnTo>
                  <a:pt x="7667" y="193548"/>
                </a:lnTo>
                <a:lnTo>
                  <a:pt x="9191" y="193548"/>
                </a:lnTo>
                <a:lnTo>
                  <a:pt x="12239" y="192024"/>
                </a:lnTo>
                <a:lnTo>
                  <a:pt x="18335" y="187452"/>
                </a:lnTo>
                <a:lnTo>
                  <a:pt x="22907" y="182880"/>
                </a:lnTo>
                <a:lnTo>
                  <a:pt x="27479" y="176784"/>
                </a:lnTo>
                <a:lnTo>
                  <a:pt x="32051" y="172212"/>
                </a:lnTo>
                <a:lnTo>
                  <a:pt x="35099" y="164592"/>
                </a:lnTo>
                <a:lnTo>
                  <a:pt x="36623" y="153924"/>
                </a:lnTo>
                <a:lnTo>
                  <a:pt x="29003" y="153924"/>
                </a:lnTo>
                <a:lnTo>
                  <a:pt x="16811" y="150876"/>
                </a:lnTo>
                <a:lnTo>
                  <a:pt x="12239" y="149352"/>
                </a:lnTo>
                <a:lnTo>
                  <a:pt x="7667" y="146304"/>
                </a:lnTo>
                <a:lnTo>
                  <a:pt x="6143" y="141732"/>
                </a:lnTo>
                <a:lnTo>
                  <a:pt x="3095" y="137160"/>
                </a:lnTo>
                <a:lnTo>
                  <a:pt x="3095" y="121920"/>
                </a:lnTo>
                <a:lnTo>
                  <a:pt x="4619" y="117348"/>
                </a:lnTo>
                <a:lnTo>
                  <a:pt x="7667" y="114300"/>
                </a:lnTo>
                <a:lnTo>
                  <a:pt x="10715" y="109728"/>
                </a:lnTo>
                <a:lnTo>
                  <a:pt x="15287" y="108204"/>
                </a:lnTo>
                <a:lnTo>
                  <a:pt x="18335" y="105156"/>
                </a:lnTo>
                <a:lnTo>
                  <a:pt x="22907" y="103632"/>
                </a:lnTo>
                <a:lnTo>
                  <a:pt x="36623" y="103632"/>
                </a:lnTo>
                <a:lnTo>
                  <a:pt x="41195" y="105156"/>
                </a:lnTo>
                <a:lnTo>
                  <a:pt x="59483" y="129540"/>
                </a:lnTo>
                <a:lnTo>
                  <a:pt x="59483" y="141732"/>
                </a:lnTo>
                <a:lnTo>
                  <a:pt x="44196" y="179308"/>
                </a:lnTo>
                <a:lnTo>
                  <a:pt x="22907" y="193548"/>
                </a:lnTo>
                <a:lnTo>
                  <a:pt x="10715" y="196596"/>
                </a:lnTo>
                <a:close/>
              </a:path>
              <a:path w="61595" h="196850">
                <a:moveTo>
                  <a:pt x="35099" y="59436"/>
                </a:moveTo>
                <a:lnTo>
                  <a:pt x="25955" y="59436"/>
                </a:lnTo>
                <a:lnTo>
                  <a:pt x="18335" y="57912"/>
                </a:lnTo>
                <a:lnTo>
                  <a:pt x="10715" y="53340"/>
                </a:lnTo>
                <a:lnTo>
                  <a:pt x="5619" y="49101"/>
                </a:lnTo>
                <a:lnTo>
                  <a:pt x="1952" y="43434"/>
                </a:lnTo>
                <a:lnTo>
                  <a:pt x="0" y="36623"/>
                </a:lnTo>
                <a:lnTo>
                  <a:pt x="47" y="18288"/>
                </a:lnTo>
                <a:lnTo>
                  <a:pt x="4619" y="10668"/>
                </a:lnTo>
                <a:lnTo>
                  <a:pt x="10715" y="6096"/>
                </a:lnTo>
                <a:lnTo>
                  <a:pt x="18335" y="3048"/>
                </a:lnTo>
                <a:lnTo>
                  <a:pt x="24431" y="0"/>
                </a:lnTo>
                <a:lnTo>
                  <a:pt x="35099" y="0"/>
                </a:lnTo>
                <a:lnTo>
                  <a:pt x="41195" y="1524"/>
                </a:lnTo>
                <a:lnTo>
                  <a:pt x="61007" y="27432"/>
                </a:lnTo>
                <a:lnTo>
                  <a:pt x="60388" y="36623"/>
                </a:lnTo>
                <a:lnTo>
                  <a:pt x="58340" y="43815"/>
                </a:lnTo>
                <a:lnTo>
                  <a:pt x="54578" y="49291"/>
                </a:lnTo>
                <a:lnTo>
                  <a:pt x="48815" y="53340"/>
                </a:lnTo>
                <a:lnTo>
                  <a:pt x="41195" y="57912"/>
                </a:lnTo>
                <a:lnTo>
                  <a:pt x="35099" y="5943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</a:endParaRPr>
          </a:p>
        </p:txBody>
      </p:sp>
      <p:sp>
        <p:nvSpPr>
          <p:cNvPr id="70" name="object 70"/>
          <p:cNvSpPr/>
          <p:nvPr/>
        </p:nvSpPr>
        <p:spPr>
          <a:xfrm>
            <a:off x="7790675" y="4450079"/>
            <a:ext cx="1876425" cy="447040"/>
          </a:xfrm>
          <a:custGeom>
            <a:avLst/>
            <a:gdLst/>
            <a:ahLst/>
            <a:cxnLst/>
            <a:rect l="l" t="t" r="r" b="b"/>
            <a:pathLst>
              <a:path w="1876425" h="447039">
                <a:moveTo>
                  <a:pt x="394716" y="89916"/>
                </a:moveTo>
                <a:lnTo>
                  <a:pt x="358140" y="53340"/>
                </a:lnTo>
                <a:lnTo>
                  <a:pt x="332232" y="79248"/>
                </a:lnTo>
                <a:lnTo>
                  <a:pt x="179832" y="79248"/>
                </a:lnTo>
                <a:lnTo>
                  <a:pt x="186359" y="64376"/>
                </a:lnTo>
                <a:lnTo>
                  <a:pt x="192024" y="51625"/>
                </a:lnTo>
                <a:lnTo>
                  <a:pt x="196557" y="40894"/>
                </a:lnTo>
                <a:lnTo>
                  <a:pt x="199644" y="32004"/>
                </a:lnTo>
                <a:lnTo>
                  <a:pt x="217932" y="21336"/>
                </a:lnTo>
                <a:lnTo>
                  <a:pt x="176784" y="0"/>
                </a:lnTo>
                <a:lnTo>
                  <a:pt x="173621" y="16891"/>
                </a:lnTo>
                <a:lnTo>
                  <a:pt x="168592" y="35623"/>
                </a:lnTo>
                <a:lnTo>
                  <a:pt x="161569" y="56375"/>
                </a:lnTo>
                <a:lnTo>
                  <a:pt x="152400" y="79248"/>
                </a:lnTo>
                <a:lnTo>
                  <a:pt x="15240" y="79248"/>
                </a:lnTo>
                <a:lnTo>
                  <a:pt x="32004" y="94488"/>
                </a:lnTo>
                <a:lnTo>
                  <a:pt x="41440" y="92494"/>
                </a:lnTo>
                <a:lnTo>
                  <a:pt x="51435" y="91059"/>
                </a:lnTo>
                <a:lnTo>
                  <a:pt x="62014" y="90208"/>
                </a:lnTo>
                <a:lnTo>
                  <a:pt x="73152" y="89916"/>
                </a:lnTo>
                <a:lnTo>
                  <a:pt x="149352" y="89916"/>
                </a:lnTo>
                <a:lnTo>
                  <a:pt x="135407" y="115328"/>
                </a:lnTo>
                <a:lnTo>
                  <a:pt x="121158" y="138874"/>
                </a:lnTo>
                <a:lnTo>
                  <a:pt x="106921" y="160426"/>
                </a:lnTo>
                <a:lnTo>
                  <a:pt x="92964" y="179832"/>
                </a:lnTo>
                <a:lnTo>
                  <a:pt x="74676" y="172212"/>
                </a:lnTo>
                <a:lnTo>
                  <a:pt x="75539" y="181356"/>
                </a:lnTo>
                <a:lnTo>
                  <a:pt x="76009" y="189166"/>
                </a:lnTo>
                <a:lnTo>
                  <a:pt x="76187" y="194716"/>
                </a:lnTo>
                <a:lnTo>
                  <a:pt x="76200" y="198120"/>
                </a:lnTo>
                <a:lnTo>
                  <a:pt x="62877" y="214884"/>
                </a:lnTo>
                <a:lnTo>
                  <a:pt x="45529" y="233553"/>
                </a:lnTo>
                <a:lnTo>
                  <a:pt x="24561" y="253847"/>
                </a:lnTo>
                <a:lnTo>
                  <a:pt x="0" y="275844"/>
                </a:lnTo>
                <a:lnTo>
                  <a:pt x="3048" y="280416"/>
                </a:lnTo>
                <a:lnTo>
                  <a:pt x="21361" y="269011"/>
                </a:lnTo>
                <a:lnTo>
                  <a:pt x="39814" y="255460"/>
                </a:lnTo>
                <a:lnTo>
                  <a:pt x="58559" y="239915"/>
                </a:lnTo>
                <a:lnTo>
                  <a:pt x="77724" y="222504"/>
                </a:lnTo>
                <a:lnTo>
                  <a:pt x="77673" y="368808"/>
                </a:lnTo>
                <a:lnTo>
                  <a:pt x="77533" y="379095"/>
                </a:lnTo>
                <a:lnTo>
                  <a:pt x="77101" y="391668"/>
                </a:lnTo>
                <a:lnTo>
                  <a:pt x="76200" y="405384"/>
                </a:lnTo>
                <a:lnTo>
                  <a:pt x="102108" y="391668"/>
                </a:lnTo>
                <a:lnTo>
                  <a:pt x="102108" y="222504"/>
                </a:lnTo>
                <a:lnTo>
                  <a:pt x="102108" y="198120"/>
                </a:lnTo>
                <a:lnTo>
                  <a:pt x="118389" y="179832"/>
                </a:lnTo>
                <a:lnTo>
                  <a:pt x="120396" y="177571"/>
                </a:lnTo>
                <a:lnTo>
                  <a:pt x="138684" y="152590"/>
                </a:lnTo>
                <a:lnTo>
                  <a:pt x="156972" y="123329"/>
                </a:lnTo>
                <a:lnTo>
                  <a:pt x="175260" y="89916"/>
                </a:lnTo>
                <a:lnTo>
                  <a:pt x="394716" y="89916"/>
                </a:lnTo>
                <a:close/>
              </a:path>
              <a:path w="1876425" h="447039">
                <a:moveTo>
                  <a:pt x="405384" y="364236"/>
                </a:moveTo>
                <a:lnTo>
                  <a:pt x="370332" y="329184"/>
                </a:lnTo>
                <a:lnTo>
                  <a:pt x="345948" y="353568"/>
                </a:lnTo>
                <a:lnTo>
                  <a:pt x="259080" y="353568"/>
                </a:lnTo>
                <a:lnTo>
                  <a:pt x="259080" y="214884"/>
                </a:lnTo>
                <a:lnTo>
                  <a:pt x="381000" y="214884"/>
                </a:lnTo>
                <a:lnTo>
                  <a:pt x="347472" y="181356"/>
                </a:lnTo>
                <a:lnTo>
                  <a:pt x="324612" y="204216"/>
                </a:lnTo>
                <a:lnTo>
                  <a:pt x="259080" y="204216"/>
                </a:lnTo>
                <a:lnTo>
                  <a:pt x="259080" y="132588"/>
                </a:lnTo>
                <a:lnTo>
                  <a:pt x="272796" y="120396"/>
                </a:lnTo>
                <a:lnTo>
                  <a:pt x="233172" y="103632"/>
                </a:lnTo>
                <a:lnTo>
                  <a:pt x="234061" y="117589"/>
                </a:lnTo>
                <a:lnTo>
                  <a:pt x="234505" y="129540"/>
                </a:lnTo>
                <a:lnTo>
                  <a:pt x="234683" y="139217"/>
                </a:lnTo>
                <a:lnTo>
                  <a:pt x="234696" y="204216"/>
                </a:lnTo>
                <a:lnTo>
                  <a:pt x="134112" y="204216"/>
                </a:lnTo>
                <a:lnTo>
                  <a:pt x="149352" y="219456"/>
                </a:lnTo>
                <a:lnTo>
                  <a:pt x="159664" y="217462"/>
                </a:lnTo>
                <a:lnTo>
                  <a:pt x="170116" y="216027"/>
                </a:lnTo>
                <a:lnTo>
                  <a:pt x="180860" y="215176"/>
                </a:lnTo>
                <a:lnTo>
                  <a:pt x="192024" y="214884"/>
                </a:lnTo>
                <a:lnTo>
                  <a:pt x="234696" y="214884"/>
                </a:lnTo>
                <a:lnTo>
                  <a:pt x="234696" y="353568"/>
                </a:lnTo>
                <a:lnTo>
                  <a:pt x="111252" y="353568"/>
                </a:lnTo>
                <a:lnTo>
                  <a:pt x="126492" y="368808"/>
                </a:lnTo>
                <a:lnTo>
                  <a:pt x="136804" y="366814"/>
                </a:lnTo>
                <a:lnTo>
                  <a:pt x="147256" y="365379"/>
                </a:lnTo>
                <a:lnTo>
                  <a:pt x="158000" y="364528"/>
                </a:lnTo>
                <a:lnTo>
                  <a:pt x="169164" y="364236"/>
                </a:lnTo>
                <a:lnTo>
                  <a:pt x="405384" y="364236"/>
                </a:lnTo>
                <a:close/>
              </a:path>
              <a:path w="1876425" h="447039">
                <a:moveTo>
                  <a:pt x="684288" y="172212"/>
                </a:moveTo>
                <a:lnTo>
                  <a:pt x="674662" y="163068"/>
                </a:lnTo>
                <a:lnTo>
                  <a:pt x="653808" y="143256"/>
                </a:lnTo>
                <a:lnTo>
                  <a:pt x="635520" y="163068"/>
                </a:lnTo>
                <a:lnTo>
                  <a:pt x="600468" y="163068"/>
                </a:lnTo>
                <a:lnTo>
                  <a:pt x="600468" y="44196"/>
                </a:lnTo>
                <a:lnTo>
                  <a:pt x="615708" y="32004"/>
                </a:lnTo>
                <a:lnTo>
                  <a:pt x="574560" y="10668"/>
                </a:lnTo>
                <a:lnTo>
                  <a:pt x="575678" y="49745"/>
                </a:lnTo>
                <a:lnTo>
                  <a:pt x="576656" y="88963"/>
                </a:lnTo>
                <a:lnTo>
                  <a:pt x="577367" y="130924"/>
                </a:lnTo>
                <a:lnTo>
                  <a:pt x="577608" y="323088"/>
                </a:lnTo>
                <a:lnTo>
                  <a:pt x="519696" y="339852"/>
                </a:lnTo>
                <a:lnTo>
                  <a:pt x="519696" y="134112"/>
                </a:lnTo>
                <a:lnTo>
                  <a:pt x="536460" y="121920"/>
                </a:lnTo>
                <a:lnTo>
                  <a:pt x="495312" y="102108"/>
                </a:lnTo>
                <a:lnTo>
                  <a:pt x="496189" y="130924"/>
                </a:lnTo>
                <a:lnTo>
                  <a:pt x="496646" y="157734"/>
                </a:lnTo>
                <a:lnTo>
                  <a:pt x="496735" y="172212"/>
                </a:lnTo>
                <a:lnTo>
                  <a:pt x="496836" y="344424"/>
                </a:lnTo>
                <a:lnTo>
                  <a:pt x="479996" y="349554"/>
                </a:lnTo>
                <a:lnTo>
                  <a:pt x="466166" y="353377"/>
                </a:lnTo>
                <a:lnTo>
                  <a:pt x="455472" y="355790"/>
                </a:lnTo>
                <a:lnTo>
                  <a:pt x="448068" y="356616"/>
                </a:lnTo>
                <a:lnTo>
                  <a:pt x="469404" y="391668"/>
                </a:lnTo>
                <a:lnTo>
                  <a:pt x="504050" y="371551"/>
                </a:lnTo>
                <a:lnTo>
                  <a:pt x="545884" y="353263"/>
                </a:lnTo>
                <a:lnTo>
                  <a:pt x="603948" y="329488"/>
                </a:lnTo>
                <a:lnTo>
                  <a:pt x="639521" y="315468"/>
                </a:lnTo>
                <a:lnTo>
                  <a:pt x="678192" y="300228"/>
                </a:lnTo>
                <a:lnTo>
                  <a:pt x="676668" y="291084"/>
                </a:lnTo>
                <a:lnTo>
                  <a:pt x="600468" y="315468"/>
                </a:lnTo>
                <a:lnTo>
                  <a:pt x="600468" y="172212"/>
                </a:lnTo>
                <a:lnTo>
                  <a:pt x="684288" y="172212"/>
                </a:lnTo>
                <a:close/>
              </a:path>
              <a:path w="1876425" h="447039">
                <a:moveTo>
                  <a:pt x="858024" y="356616"/>
                </a:moveTo>
                <a:lnTo>
                  <a:pt x="836206" y="322834"/>
                </a:lnTo>
                <a:lnTo>
                  <a:pt x="833640" y="278892"/>
                </a:lnTo>
                <a:lnTo>
                  <a:pt x="824496" y="278892"/>
                </a:lnTo>
                <a:lnTo>
                  <a:pt x="822020" y="320992"/>
                </a:lnTo>
                <a:lnTo>
                  <a:pt x="810590" y="358330"/>
                </a:lnTo>
                <a:lnTo>
                  <a:pt x="797064" y="362712"/>
                </a:lnTo>
                <a:lnTo>
                  <a:pt x="733056" y="362712"/>
                </a:lnTo>
                <a:lnTo>
                  <a:pt x="724166" y="361315"/>
                </a:lnTo>
                <a:lnTo>
                  <a:pt x="718007" y="357187"/>
                </a:lnTo>
                <a:lnTo>
                  <a:pt x="714400" y="350507"/>
                </a:lnTo>
                <a:lnTo>
                  <a:pt x="713244" y="341376"/>
                </a:lnTo>
                <a:lnTo>
                  <a:pt x="713244" y="193548"/>
                </a:lnTo>
                <a:lnTo>
                  <a:pt x="733793" y="182880"/>
                </a:lnTo>
                <a:lnTo>
                  <a:pt x="749439" y="174879"/>
                </a:lnTo>
                <a:lnTo>
                  <a:pt x="768527" y="164833"/>
                </a:lnTo>
                <a:lnTo>
                  <a:pt x="806538" y="143662"/>
                </a:lnTo>
                <a:lnTo>
                  <a:pt x="841260" y="128016"/>
                </a:lnTo>
                <a:lnTo>
                  <a:pt x="813828" y="96012"/>
                </a:lnTo>
                <a:lnTo>
                  <a:pt x="792111" y="120307"/>
                </a:lnTo>
                <a:lnTo>
                  <a:pt x="768108" y="142875"/>
                </a:lnTo>
                <a:lnTo>
                  <a:pt x="741819" y="163741"/>
                </a:lnTo>
                <a:lnTo>
                  <a:pt x="713244" y="182880"/>
                </a:lnTo>
                <a:lnTo>
                  <a:pt x="713244" y="33528"/>
                </a:lnTo>
                <a:lnTo>
                  <a:pt x="730008" y="19812"/>
                </a:lnTo>
                <a:lnTo>
                  <a:pt x="688860" y="0"/>
                </a:lnTo>
                <a:lnTo>
                  <a:pt x="689737" y="14820"/>
                </a:lnTo>
                <a:lnTo>
                  <a:pt x="690194" y="36195"/>
                </a:lnTo>
                <a:lnTo>
                  <a:pt x="690359" y="63868"/>
                </a:lnTo>
                <a:lnTo>
                  <a:pt x="690384" y="355092"/>
                </a:lnTo>
                <a:lnTo>
                  <a:pt x="692404" y="367093"/>
                </a:lnTo>
                <a:lnTo>
                  <a:pt x="698576" y="375666"/>
                </a:lnTo>
                <a:lnTo>
                  <a:pt x="709028" y="380809"/>
                </a:lnTo>
                <a:lnTo>
                  <a:pt x="723912" y="382524"/>
                </a:lnTo>
                <a:lnTo>
                  <a:pt x="826020" y="382524"/>
                </a:lnTo>
                <a:lnTo>
                  <a:pt x="839368" y="377190"/>
                </a:lnTo>
                <a:lnTo>
                  <a:pt x="845261" y="372618"/>
                </a:lnTo>
                <a:lnTo>
                  <a:pt x="851420" y="365760"/>
                </a:lnTo>
                <a:lnTo>
                  <a:pt x="853617" y="362712"/>
                </a:lnTo>
                <a:lnTo>
                  <a:pt x="858024" y="356616"/>
                </a:lnTo>
                <a:close/>
              </a:path>
              <a:path w="1876425" h="447039">
                <a:moveTo>
                  <a:pt x="1107960" y="57912"/>
                </a:moveTo>
                <a:lnTo>
                  <a:pt x="1068235" y="20218"/>
                </a:lnTo>
                <a:lnTo>
                  <a:pt x="1043952" y="7620"/>
                </a:lnTo>
                <a:lnTo>
                  <a:pt x="1040904" y="12192"/>
                </a:lnTo>
                <a:lnTo>
                  <a:pt x="1054595" y="30505"/>
                </a:lnTo>
                <a:lnTo>
                  <a:pt x="1065860" y="46672"/>
                </a:lnTo>
                <a:lnTo>
                  <a:pt x="1074547" y="60845"/>
                </a:lnTo>
                <a:lnTo>
                  <a:pt x="1080528" y="73152"/>
                </a:lnTo>
                <a:lnTo>
                  <a:pt x="1083576" y="83820"/>
                </a:lnTo>
                <a:lnTo>
                  <a:pt x="1088148" y="89916"/>
                </a:lnTo>
                <a:lnTo>
                  <a:pt x="1094244" y="89916"/>
                </a:lnTo>
                <a:lnTo>
                  <a:pt x="1095768" y="85344"/>
                </a:lnTo>
                <a:lnTo>
                  <a:pt x="1100340" y="79248"/>
                </a:lnTo>
                <a:lnTo>
                  <a:pt x="1106436" y="73152"/>
                </a:lnTo>
                <a:lnTo>
                  <a:pt x="1107960" y="67056"/>
                </a:lnTo>
                <a:lnTo>
                  <a:pt x="1107960" y="57912"/>
                </a:lnTo>
                <a:close/>
              </a:path>
              <a:path w="1876425" h="447039">
                <a:moveTo>
                  <a:pt x="1303032" y="352044"/>
                </a:moveTo>
                <a:lnTo>
                  <a:pt x="1268120" y="356044"/>
                </a:lnTo>
                <a:lnTo>
                  <a:pt x="1234071" y="358902"/>
                </a:lnTo>
                <a:lnTo>
                  <a:pt x="1200581" y="360616"/>
                </a:lnTo>
                <a:lnTo>
                  <a:pt x="1167396" y="361188"/>
                </a:lnTo>
                <a:lnTo>
                  <a:pt x="1148245" y="360908"/>
                </a:lnTo>
                <a:lnTo>
                  <a:pt x="1104811" y="358622"/>
                </a:lnTo>
                <a:lnTo>
                  <a:pt x="1056525" y="352069"/>
                </a:lnTo>
                <a:lnTo>
                  <a:pt x="1015377" y="329831"/>
                </a:lnTo>
                <a:lnTo>
                  <a:pt x="998232" y="312420"/>
                </a:lnTo>
                <a:lnTo>
                  <a:pt x="1088936" y="228765"/>
                </a:lnTo>
                <a:lnTo>
                  <a:pt x="1122768" y="196989"/>
                </a:lnTo>
                <a:lnTo>
                  <a:pt x="1148918" y="172021"/>
                </a:lnTo>
                <a:lnTo>
                  <a:pt x="1183678" y="137922"/>
                </a:lnTo>
                <a:lnTo>
                  <a:pt x="1198257" y="126492"/>
                </a:lnTo>
                <a:lnTo>
                  <a:pt x="1211110" y="119634"/>
                </a:lnTo>
                <a:lnTo>
                  <a:pt x="1222260" y="117348"/>
                </a:lnTo>
                <a:lnTo>
                  <a:pt x="1219339" y="114300"/>
                </a:lnTo>
                <a:lnTo>
                  <a:pt x="1188732" y="82296"/>
                </a:lnTo>
                <a:lnTo>
                  <a:pt x="1168920" y="103632"/>
                </a:lnTo>
                <a:lnTo>
                  <a:pt x="914412" y="103632"/>
                </a:lnTo>
                <a:lnTo>
                  <a:pt x="931176" y="118872"/>
                </a:lnTo>
                <a:lnTo>
                  <a:pt x="940600" y="116878"/>
                </a:lnTo>
                <a:lnTo>
                  <a:pt x="950607" y="115443"/>
                </a:lnTo>
                <a:lnTo>
                  <a:pt x="961174" y="114592"/>
                </a:lnTo>
                <a:lnTo>
                  <a:pt x="972324" y="114300"/>
                </a:lnTo>
                <a:lnTo>
                  <a:pt x="1168920" y="114300"/>
                </a:lnTo>
                <a:lnTo>
                  <a:pt x="1119962" y="168021"/>
                </a:lnTo>
                <a:lnTo>
                  <a:pt x="1089837" y="199174"/>
                </a:lnTo>
                <a:lnTo>
                  <a:pt x="1056144" y="233172"/>
                </a:lnTo>
                <a:lnTo>
                  <a:pt x="1023874" y="264947"/>
                </a:lnTo>
                <a:lnTo>
                  <a:pt x="971918" y="307327"/>
                </a:lnTo>
                <a:lnTo>
                  <a:pt x="936840" y="326517"/>
                </a:lnTo>
                <a:lnTo>
                  <a:pt x="922032" y="334518"/>
                </a:lnTo>
                <a:lnTo>
                  <a:pt x="908354" y="342519"/>
                </a:lnTo>
                <a:lnTo>
                  <a:pt x="896124" y="350520"/>
                </a:lnTo>
                <a:lnTo>
                  <a:pt x="922032" y="377952"/>
                </a:lnTo>
                <a:lnTo>
                  <a:pt x="935697" y="359664"/>
                </a:lnTo>
                <a:lnTo>
                  <a:pt x="951369" y="343662"/>
                </a:lnTo>
                <a:lnTo>
                  <a:pt x="968743" y="329946"/>
                </a:lnTo>
                <a:lnTo>
                  <a:pt x="987564" y="318516"/>
                </a:lnTo>
                <a:lnTo>
                  <a:pt x="1009827" y="343090"/>
                </a:lnTo>
                <a:lnTo>
                  <a:pt x="1033094" y="361950"/>
                </a:lnTo>
                <a:lnTo>
                  <a:pt x="1082052" y="382524"/>
                </a:lnTo>
                <a:lnTo>
                  <a:pt x="1151775" y="389382"/>
                </a:lnTo>
                <a:lnTo>
                  <a:pt x="1201204" y="391096"/>
                </a:lnTo>
                <a:lnTo>
                  <a:pt x="1260360" y="391668"/>
                </a:lnTo>
                <a:lnTo>
                  <a:pt x="1264666" y="381076"/>
                </a:lnTo>
                <a:lnTo>
                  <a:pt x="1273124" y="372046"/>
                </a:lnTo>
                <a:lnTo>
                  <a:pt x="1285862" y="364451"/>
                </a:lnTo>
                <a:lnTo>
                  <a:pt x="1294739" y="361188"/>
                </a:lnTo>
                <a:lnTo>
                  <a:pt x="1303032" y="358140"/>
                </a:lnTo>
                <a:lnTo>
                  <a:pt x="1303032" y="352044"/>
                </a:lnTo>
                <a:close/>
              </a:path>
              <a:path w="1876425" h="447039">
                <a:moveTo>
                  <a:pt x="1507147" y="57111"/>
                </a:moveTo>
                <a:lnTo>
                  <a:pt x="1474647" y="19862"/>
                </a:lnTo>
                <a:lnTo>
                  <a:pt x="1452372" y="6108"/>
                </a:lnTo>
                <a:lnTo>
                  <a:pt x="1447800" y="9156"/>
                </a:lnTo>
                <a:lnTo>
                  <a:pt x="1458353" y="25488"/>
                </a:lnTo>
                <a:lnTo>
                  <a:pt x="1467040" y="40398"/>
                </a:lnTo>
                <a:lnTo>
                  <a:pt x="1473733" y="54152"/>
                </a:lnTo>
                <a:lnTo>
                  <a:pt x="1478280" y="67068"/>
                </a:lnTo>
                <a:lnTo>
                  <a:pt x="1481328" y="77736"/>
                </a:lnTo>
                <a:lnTo>
                  <a:pt x="1485900" y="83832"/>
                </a:lnTo>
                <a:lnTo>
                  <a:pt x="1491996" y="83832"/>
                </a:lnTo>
                <a:lnTo>
                  <a:pt x="1501140" y="74688"/>
                </a:lnTo>
                <a:lnTo>
                  <a:pt x="1504861" y="69583"/>
                </a:lnTo>
                <a:lnTo>
                  <a:pt x="1506855" y="63639"/>
                </a:lnTo>
                <a:lnTo>
                  <a:pt x="1507147" y="57111"/>
                </a:lnTo>
                <a:close/>
              </a:path>
              <a:path w="1876425" h="447039">
                <a:moveTo>
                  <a:pt x="1536192" y="144792"/>
                </a:moveTo>
                <a:lnTo>
                  <a:pt x="1532496" y="141744"/>
                </a:lnTo>
                <a:lnTo>
                  <a:pt x="1510284" y="123456"/>
                </a:lnTo>
                <a:lnTo>
                  <a:pt x="1499616" y="139458"/>
                </a:lnTo>
                <a:lnTo>
                  <a:pt x="1499616" y="152412"/>
                </a:lnTo>
                <a:lnTo>
                  <a:pt x="1499616" y="208800"/>
                </a:lnTo>
                <a:lnTo>
                  <a:pt x="1499616" y="219468"/>
                </a:lnTo>
                <a:lnTo>
                  <a:pt x="1499616" y="277380"/>
                </a:lnTo>
                <a:lnTo>
                  <a:pt x="1415796" y="277380"/>
                </a:lnTo>
                <a:lnTo>
                  <a:pt x="1415796" y="219468"/>
                </a:lnTo>
                <a:lnTo>
                  <a:pt x="1499616" y="219468"/>
                </a:lnTo>
                <a:lnTo>
                  <a:pt x="1499616" y="208800"/>
                </a:lnTo>
                <a:lnTo>
                  <a:pt x="1415796" y="208800"/>
                </a:lnTo>
                <a:lnTo>
                  <a:pt x="1415796" y="152412"/>
                </a:lnTo>
                <a:lnTo>
                  <a:pt x="1499616" y="152412"/>
                </a:lnTo>
                <a:lnTo>
                  <a:pt x="1499616" y="139458"/>
                </a:lnTo>
                <a:lnTo>
                  <a:pt x="1498092" y="141744"/>
                </a:lnTo>
                <a:lnTo>
                  <a:pt x="1415796" y="141744"/>
                </a:lnTo>
                <a:lnTo>
                  <a:pt x="1391412" y="126504"/>
                </a:lnTo>
                <a:lnTo>
                  <a:pt x="1392301" y="139052"/>
                </a:lnTo>
                <a:lnTo>
                  <a:pt x="1392707" y="152412"/>
                </a:lnTo>
                <a:lnTo>
                  <a:pt x="1392770" y="155460"/>
                </a:lnTo>
                <a:lnTo>
                  <a:pt x="1392923" y="170434"/>
                </a:lnTo>
                <a:lnTo>
                  <a:pt x="1392923" y="350735"/>
                </a:lnTo>
                <a:lnTo>
                  <a:pt x="1392783" y="362724"/>
                </a:lnTo>
                <a:lnTo>
                  <a:pt x="1392656" y="368820"/>
                </a:lnTo>
                <a:lnTo>
                  <a:pt x="1392301" y="383362"/>
                </a:lnTo>
                <a:lnTo>
                  <a:pt x="1391412" y="405396"/>
                </a:lnTo>
                <a:lnTo>
                  <a:pt x="1415796" y="394728"/>
                </a:lnTo>
                <a:lnTo>
                  <a:pt x="1415796" y="288048"/>
                </a:lnTo>
                <a:lnTo>
                  <a:pt x="1499616" y="288048"/>
                </a:lnTo>
                <a:lnTo>
                  <a:pt x="1499616" y="362724"/>
                </a:lnTo>
                <a:lnTo>
                  <a:pt x="1495044" y="370332"/>
                </a:lnTo>
                <a:lnTo>
                  <a:pt x="1480261" y="370319"/>
                </a:lnTo>
                <a:lnTo>
                  <a:pt x="1472374" y="370154"/>
                </a:lnTo>
                <a:lnTo>
                  <a:pt x="1463636" y="369697"/>
                </a:lnTo>
                <a:lnTo>
                  <a:pt x="1453896" y="368820"/>
                </a:lnTo>
                <a:lnTo>
                  <a:pt x="1453896" y="376440"/>
                </a:lnTo>
                <a:lnTo>
                  <a:pt x="1469288" y="380746"/>
                </a:lnTo>
                <a:lnTo>
                  <a:pt x="1480947" y="386918"/>
                </a:lnTo>
                <a:lnTo>
                  <a:pt x="1488617" y="395084"/>
                </a:lnTo>
                <a:lnTo>
                  <a:pt x="1491996" y="405396"/>
                </a:lnTo>
                <a:lnTo>
                  <a:pt x="1505127" y="397675"/>
                </a:lnTo>
                <a:lnTo>
                  <a:pt x="1514665" y="388251"/>
                </a:lnTo>
                <a:lnTo>
                  <a:pt x="1520507" y="377101"/>
                </a:lnTo>
                <a:lnTo>
                  <a:pt x="1521548" y="370344"/>
                </a:lnTo>
                <a:lnTo>
                  <a:pt x="1522476" y="364248"/>
                </a:lnTo>
                <a:lnTo>
                  <a:pt x="1522476" y="288048"/>
                </a:lnTo>
                <a:lnTo>
                  <a:pt x="1522476" y="277380"/>
                </a:lnTo>
                <a:lnTo>
                  <a:pt x="1522476" y="219468"/>
                </a:lnTo>
                <a:lnTo>
                  <a:pt x="1522476" y="208800"/>
                </a:lnTo>
                <a:lnTo>
                  <a:pt x="1522476" y="155460"/>
                </a:lnTo>
                <a:lnTo>
                  <a:pt x="1526400" y="152412"/>
                </a:lnTo>
                <a:lnTo>
                  <a:pt x="1536192" y="144792"/>
                </a:lnTo>
                <a:close/>
              </a:path>
              <a:path w="1876425" h="447039">
                <a:moveTo>
                  <a:pt x="1620012" y="155460"/>
                </a:moveTo>
                <a:lnTo>
                  <a:pt x="1583436" y="140220"/>
                </a:lnTo>
                <a:lnTo>
                  <a:pt x="1583677" y="159334"/>
                </a:lnTo>
                <a:lnTo>
                  <a:pt x="1584198" y="182321"/>
                </a:lnTo>
                <a:lnTo>
                  <a:pt x="1584731" y="209003"/>
                </a:lnTo>
                <a:lnTo>
                  <a:pt x="1584960" y="239280"/>
                </a:lnTo>
                <a:lnTo>
                  <a:pt x="1584731" y="269582"/>
                </a:lnTo>
                <a:lnTo>
                  <a:pt x="1584312" y="290830"/>
                </a:lnTo>
                <a:lnTo>
                  <a:pt x="1583677" y="320497"/>
                </a:lnTo>
                <a:lnTo>
                  <a:pt x="1583436" y="341388"/>
                </a:lnTo>
                <a:lnTo>
                  <a:pt x="1609344" y="329196"/>
                </a:lnTo>
                <a:lnTo>
                  <a:pt x="1608467" y="316598"/>
                </a:lnTo>
                <a:lnTo>
                  <a:pt x="1608010" y="303860"/>
                </a:lnTo>
                <a:lnTo>
                  <a:pt x="1607921" y="296621"/>
                </a:lnTo>
                <a:lnTo>
                  <a:pt x="1607820" y="167652"/>
                </a:lnTo>
                <a:lnTo>
                  <a:pt x="1620012" y="155460"/>
                </a:lnTo>
                <a:close/>
              </a:path>
              <a:path w="1876425" h="447039">
                <a:moveTo>
                  <a:pt x="1700784" y="134124"/>
                </a:moveTo>
                <a:lnTo>
                  <a:pt x="1659636" y="111264"/>
                </a:lnTo>
                <a:lnTo>
                  <a:pt x="1660525" y="126974"/>
                </a:lnTo>
                <a:lnTo>
                  <a:pt x="1660969" y="144411"/>
                </a:lnTo>
                <a:lnTo>
                  <a:pt x="1661071" y="155460"/>
                </a:lnTo>
                <a:lnTo>
                  <a:pt x="1661185" y="350532"/>
                </a:lnTo>
                <a:lnTo>
                  <a:pt x="1659064" y="357200"/>
                </a:lnTo>
                <a:lnTo>
                  <a:pt x="1654949" y="361315"/>
                </a:lnTo>
                <a:lnTo>
                  <a:pt x="1648968" y="362724"/>
                </a:lnTo>
                <a:lnTo>
                  <a:pt x="1640090" y="363334"/>
                </a:lnTo>
                <a:lnTo>
                  <a:pt x="1627060" y="363105"/>
                </a:lnTo>
                <a:lnTo>
                  <a:pt x="1588008" y="361200"/>
                </a:lnTo>
                <a:lnTo>
                  <a:pt x="1588008" y="367296"/>
                </a:lnTo>
                <a:lnTo>
                  <a:pt x="1611134" y="374738"/>
                </a:lnTo>
                <a:lnTo>
                  <a:pt x="1627822" y="383489"/>
                </a:lnTo>
                <a:lnTo>
                  <a:pt x="1637944" y="393649"/>
                </a:lnTo>
                <a:lnTo>
                  <a:pt x="1641348" y="405396"/>
                </a:lnTo>
                <a:lnTo>
                  <a:pt x="1660232" y="396824"/>
                </a:lnTo>
                <a:lnTo>
                  <a:pt x="1673542" y="384822"/>
                </a:lnTo>
                <a:lnTo>
                  <a:pt x="1681429" y="369392"/>
                </a:lnTo>
                <a:lnTo>
                  <a:pt x="1682267" y="363334"/>
                </a:lnTo>
                <a:lnTo>
                  <a:pt x="1684020" y="350532"/>
                </a:lnTo>
                <a:lnTo>
                  <a:pt x="1684020" y="147840"/>
                </a:lnTo>
                <a:lnTo>
                  <a:pt x="1700784" y="134124"/>
                </a:lnTo>
                <a:close/>
              </a:path>
              <a:path w="1876425" h="447039">
                <a:moveTo>
                  <a:pt x="1743468" y="97548"/>
                </a:moveTo>
                <a:lnTo>
                  <a:pt x="1706880" y="60972"/>
                </a:lnTo>
                <a:lnTo>
                  <a:pt x="1679448" y="86880"/>
                </a:lnTo>
                <a:lnTo>
                  <a:pt x="1580388" y="86880"/>
                </a:lnTo>
                <a:lnTo>
                  <a:pt x="1615440" y="50304"/>
                </a:lnTo>
                <a:lnTo>
                  <a:pt x="1647444" y="25920"/>
                </a:lnTo>
                <a:lnTo>
                  <a:pt x="1612392" y="3060"/>
                </a:lnTo>
                <a:lnTo>
                  <a:pt x="1608709" y="12217"/>
                </a:lnTo>
                <a:lnTo>
                  <a:pt x="1604581" y="21539"/>
                </a:lnTo>
                <a:lnTo>
                  <a:pt x="1600187" y="31127"/>
                </a:lnTo>
                <a:lnTo>
                  <a:pt x="1595628" y="41160"/>
                </a:lnTo>
                <a:lnTo>
                  <a:pt x="1590535" y="51727"/>
                </a:lnTo>
                <a:lnTo>
                  <a:pt x="1584579" y="62877"/>
                </a:lnTo>
                <a:lnTo>
                  <a:pt x="1578063" y="74587"/>
                </a:lnTo>
                <a:lnTo>
                  <a:pt x="1571244" y="86880"/>
                </a:lnTo>
                <a:lnTo>
                  <a:pt x="1344168" y="86880"/>
                </a:lnTo>
                <a:lnTo>
                  <a:pt x="1359408" y="103644"/>
                </a:lnTo>
                <a:lnTo>
                  <a:pt x="1369720" y="100761"/>
                </a:lnTo>
                <a:lnTo>
                  <a:pt x="1380172" y="98882"/>
                </a:lnTo>
                <a:lnTo>
                  <a:pt x="1390916" y="97853"/>
                </a:lnTo>
                <a:lnTo>
                  <a:pt x="1402080" y="97548"/>
                </a:lnTo>
                <a:lnTo>
                  <a:pt x="1743468" y="97548"/>
                </a:lnTo>
                <a:close/>
              </a:path>
              <a:path w="1876425" h="447039">
                <a:moveTo>
                  <a:pt x="1876056" y="303276"/>
                </a:moveTo>
                <a:lnTo>
                  <a:pt x="1821180" y="303276"/>
                </a:lnTo>
                <a:lnTo>
                  <a:pt x="1783080" y="446544"/>
                </a:lnTo>
                <a:lnTo>
                  <a:pt x="1815084" y="446544"/>
                </a:lnTo>
                <a:lnTo>
                  <a:pt x="1876056" y="30327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</a:endParaRPr>
          </a:p>
        </p:txBody>
      </p:sp>
      <p:sp>
        <p:nvSpPr>
          <p:cNvPr id="71" name="object 71"/>
          <p:cNvSpPr/>
          <p:nvPr/>
        </p:nvSpPr>
        <p:spPr>
          <a:xfrm>
            <a:off x="2135123" y="5038344"/>
            <a:ext cx="317500" cy="250190"/>
          </a:xfrm>
          <a:custGeom>
            <a:avLst/>
            <a:gdLst/>
            <a:ahLst/>
            <a:cxnLst/>
            <a:rect l="l" t="t" r="r" b="b"/>
            <a:pathLst>
              <a:path w="317500" h="250189">
                <a:moveTo>
                  <a:pt x="316991" y="249936"/>
                </a:moveTo>
                <a:lnTo>
                  <a:pt x="275843" y="249936"/>
                </a:lnTo>
                <a:lnTo>
                  <a:pt x="275820" y="101084"/>
                </a:lnTo>
                <a:lnTo>
                  <a:pt x="275653" y="93154"/>
                </a:lnTo>
                <a:lnTo>
                  <a:pt x="275201" y="85510"/>
                </a:lnTo>
                <a:lnTo>
                  <a:pt x="274319" y="77724"/>
                </a:lnTo>
                <a:lnTo>
                  <a:pt x="274319" y="68579"/>
                </a:lnTo>
                <a:lnTo>
                  <a:pt x="272795" y="60960"/>
                </a:lnTo>
                <a:lnTo>
                  <a:pt x="269747" y="56388"/>
                </a:lnTo>
                <a:lnTo>
                  <a:pt x="266699" y="50292"/>
                </a:lnTo>
                <a:lnTo>
                  <a:pt x="262127" y="45719"/>
                </a:lnTo>
                <a:lnTo>
                  <a:pt x="257555" y="42672"/>
                </a:lnTo>
                <a:lnTo>
                  <a:pt x="251459" y="41148"/>
                </a:lnTo>
                <a:lnTo>
                  <a:pt x="243839" y="39624"/>
                </a:lnTo>
                <a:lnTo>
                  <a:pt x="234695" y="39624"/>
                </a:lnTo>
                <a:lnTo>
                  <a:pt x="228719" y="39957"/>
                </a:lnTo>
                <a:lnTo>
                  <a:pt x="222313" y="41147"/>
                </a:lnTo>
                <a:lnTo>
                  <a:pt x="215622" y="43481"/>
                </a:lnTo>
                <a:lnTo>
                  <a:pt x="208787" y="47243"/>
                </a:lnTo>
                <a:lnTo>
                  <a:pt x="201025" y="51220"/>
                </a:lnTo>
                <a:lnTo>
                  <a:pt x="193547" y="56197"/>
                </a:lnTo>
                <a:lnTo>
                  <a:pt x="186070" y="62031"/>
                </a:lnTo>
                <a:lnTo>
                  <a:pt x="178307" y="68579"/>
                </a:lnTo>
                <a:lnTo>
                  <a:pt x="178307" y="80772"/>
                </a:lnTo>
                <a:lnTo>
                  <a:pt x="179831" y="85343"/>
                </a:lnTo>
                <a:lnTo>
                  <a:pt x="179831" y="249936"/>
                </a:lnTo>
                <a:lnTo>
                  <a:pt x="138683" y="249936"/>
                </a:lnTo>
                <a:lnTo>
                  <a:pt x="138683" y="109728"/>
                </a:lnTo>
                <a:lnTo>
                  <a:pt x="138445" y="101084"/>
                </a:lnTo>
                <a:lnTo>
                  <a:pt x="137398" y="85510"/>
                </a:lnTo>
                <a:lnTo>
                  <a:pt x="137159" y="77724"/>
                </a:lnTo>
                <a:lnTo>
                  <a:pt x="135635" y="68579"/>
                </a:lnTo>
                <a:lnTo>
                  <a:pt x="134111" y="60960"/>
                </a:lnTo>
                <a:lnTo>
                  <a:pt x="131063" y="56388"/>
                </a:lnTo>
                <a:lnTo>
                  <a:pt x="128015" y="50292"/>
                </a:lnTo>
                <a:lnTo>
                  <a:pt x="124967" y="45719"/>
                </a:lnTo>
                <a:lnTo>
                  <a:pt x="118871" y="42672"/>
                </a:lnTo>
                <a:lnTo>
                  <a:pt x="114300" y="41148"/>
                </a:lnTo>
                <a:lnTo>
                  <a:pt x="106679" y="39624"/>
                </a:lnTo>
                <a:lnTo>
                  <a:pt x="97536" y="39624"/>
                </a:lnTo>
                <a:lnTo>
                  <a:pt x="55054" y="56769"/>
                </a:lnTo>
                <a:lnTo>
                  <a:pt x="41148" y="68579"/>
                </a:lnTo>
                <a:lnTo>
                  <a:pt x="41148" y="249936"/>
                </a:lnTo>
                <a:lnTo>
                  <a:pt x="0" y="249936"/>
                </a:lnTo>
                <a:lnTo>
                  <a:pt x="0" y="7619"/>
                </a:lnTo>
                <a:lnTo>
                  <a:pt x="41148" y="7619"/>
                </a:lnTo>
                <a:lnTo>
                  <a:pt x="41148" y="33528"/>
                </a:lnTo>
                <a:lnTo>
                  <a:pt x="49148" y="26074"/>
                </a:lnTo>
                <a:lnTo>
                  <a:pt x="81414" y="5143"/>
                </a:lnTo>
                <a:lnTo>
                  <a:pt x="108203" y="0"/>
                </a:lnTo>
                <a:lnTo>
                  <a:pt x="118443" y="595"/>
                </a:lnTo>
                <a:lnTo>
                  <a:pt x="153971" y="16097"/>
                </a:lnTo>
                <a:lnTo>
                  <a:pt x="170687" y="42672"/>
                </a:lnTo>
                <a:lnTo>
                  <a:pt x="179831" y="32956"/>
                </a:lnTo>
                <a:lnTo>
                  <a:pt x="216431" y="6429"/>
                </a:lnTo>
                <a:lnTo>
                  <a:pt x="245363" y="0"/>
                </a:lnTo>
                <a:lnTo>
                  <a:pt x="253103" y="285"/>
                </a:lnTo>
                <a:lnTo>
                  <a:pt x="291464" y="16144"/>
                </a:lnTo>
                <a:lnTo>
                  <a:pt x="313777" y="57340"/>
                </a:lnTo>
                <a:lnTo>
                  <a:pt x="316991" y="89916"/>
                </a:lnTo>
                <a:lnTo>
                  <a:pt x="316991" y="24993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</a:endParaRPr>
          </a:p>
        </p:txBody>
      </p:sp>
      <p:sp>
        <p:nvSpPr>
          <p:cNvPr id="72" name="object 72"/>
          <p:cNvSpPr/>
          <p:nvPr/>
        </p:nvSpPr>
        <p:spPr>
          <a:xfrm>
            <a:off x="2543555" y="4922520"/>
            <a:ext cx="335280" cy="407034"/>
          </a:xfrm>
          <a:custGeom>
            <a:avLst/>
            <a:gdLst/>
            <a:ahLst/>
            <a:cxnLst/>
            <a:rect l="l" t="t" r="r" b="b"/>
            <a:pathLst>
              <a:path w="335280" h="407035">
                <a:moveTo>
                  <a:pt x="114300" y="85344"/>
                </a:moveTo>
                <a:lnTo>
                  <a:pt x="102108" y="85344"/>
                </a:lnTo>
                <a:lnTo>
                  <a:pt x="111252" y="57650"/>
                </a:lnTo>
                <a:lnTo>
                  <a:pt x="118110" y="34099"/>
                </a:lnTo>
                <a:lnTo>
                  <a:pt x="122682" y="14835"/>
                </a:lnTo>
                <a:lnTo>
                  <a:pt x="124968" y="0"/>
                </a:lnTo>
                <a:lnTo>
                  <a:pt x="163068" y="19812"/>
                </a:lnTo>
                <a:lnTo>
                  <a:pt x="152233" y="28336"/>
                </a:lnTo>
                <a:lnTo>
                  <a:pt x="140398" y="42291"/>
                </a:lnTo>
                <a:lnTo>
                  <a:pt x="127706" y="61388"/>
                </a:lnTo>
                <a:lnTo>
                  <a:pt x="114300" y="85344"/>
                </a:lnTo>
                <a:close/>
              </a:path>
              <a:path w="335280" h="407035">
                <a:moveTo>
                  <a:pt x="331143" y="85344"/>
                </a:moveTo>
                <a:lnTo>
                  <a:pt x="294132" y="85344"/>
                </a:lnTo>
                <a:lnTo>
                  <a:pt x="306323" y="67056"/>
                </a:lnTo>
                <a:lnTo>
                  <a:pt x="331143" y="85344"/>
                </a:lnTo>
                <a:close/>
              </a:path>
              <a:path w="335280" h="407035">
                <a:moveTo>
                  <a:pt x="0" y="406908"/>
                </a:moveTo>
                <a:lnTo>
                  <a:pt x="846" y="383857"/>
                </a:lnTo>
                <a:lnTo>
                  <a:pt x="1333" y="361378"/>
                </a:lnTo>
                <a:lnTo>
                  <a:pt x="1385" y="355473"/>
                </a:lnTo>
                <a:lnTo>
                  <a:pt x="1500" y="121943"/>
                </a:lnTo>
                <a:lnTo>
                  <a:pt x="1333" y="103822"/>
                </a:lnTo>
                <a:lnTo>
                  <a:pt x="942" y="88392"/>
                </a:lnTo>
                <a:lnTo>
                  <a:pt x="848" y="85344"/>
                </a:lnTo>
                <a:lnTo>
                  <a:pt x="0" y="68580"/>
                </a:lnTo>
                <a:lnTo>
                  <a:pt x="27432" y="85344"/>
                </a:lnTo>
                <a:lnTo>
                  <a:pt x="331143" y="85344"/>
                </a:lnTo>
                <a:lnTo>
                  <a:pt x="335280" y="88392"/>
                </a:lnTo>
                <a:lnTo>
                  <a:pt x="326707" y="96012"/>
                </a:lnTo>
                <a:lnTo>
                  <a:pt x="25908" y="96012"/>
                </a:lnTo>
                <a:lnTo>
                  <a:pt x="25908" y="394716"/>
                </a:lnTo>
                <a:lnTo>
                  <a:pt x="0" y="406908"/>
                </a:lnTo>
                <a:close/>
              </a:path>
              <a:path w="335280" h="407035">
                <a:moveTo>
                  <a:pt x="320566" y="361188"/>
                </a:moveTo>
                <a:lnTo>
                  <a:pt x="277368" y="361188"/>
                </a:lnTo>
                <a:lnTo>
                  <a:pt x="286464" y="359759"/>
                </a:lnTo>
                <a:lnTo>
                  <a:pt x="292989" y="355473"/>
                </a:lnTo>
                <a:lnTo>
                  <a:pt x="296656" y="348329"/>
                </a:lnTo>
                <a:lnTo>
                  <a:pt x="297180" y="338328"/>
                </a:lnTo>
                <a:lnTo>
                  <a:pt x="297180" y="96012"/>
                </a:lnTo>
                <a:lnTo>
                  <a:pt x="326707" y="96012"/>
                </a:lnTo>
                <a:lnTo>
                  <a:pt x="321564" y="100584"/>
                </a:lnTo>
                <a:lnTo>
                  <a:pt x="321501" y="348329"/>
                </a:lnTo>
                <a:lnTo>
                  <a:pt x="320566" y="361188"/>
                </a:lnTo>
                <a:close/>
              </a:path>
              <a:path w="335280" h="407035">
                <a:moveTo>
                  <a:pt x="237642" y="170688"/>
                </a:moveTo>
                <a:lnTo>
                  <a:pt x="204216" y="170688"/>
                </a:lnTo>
                <a:lnTo>
                  <a:pt x="216408" y="153924"/>
                </a:lnTo>
                <a:lnTo>
                  <a:pt x="237642" y="170688"/>
                </a:lnTo>
                <a:close/>
              </a:path>
              <a:path w="335280" h="407035">
                <a:moveTo>
                  <a:pt x="83820" y="318516"/>
                </a:moveTo>
                <a:lnTo>
                  <a:pt x="84058" y="296775"/>
                </a:lnTo>
                <a:lnTo>
                  <a:pt x="85105" y="252722"/>
                </a:lnTo>
                <a:lnTo>
                  <a:pt x="85344" y="230124"/>
                </a:lnTo>
                <a:lnTo>
                  <a:pt x="85105" y="208383"/>
                </a:lnTo>
                <a:lnTo>
                  <a:pt x="84542" y="187452"/>
                </a:lnTo>
                <a:lnTo>
                  <a:pt x="84050" y="170688"/>
                </a:lnTo>
                <a:lnTo>
                  <a:pt x="83820" y="155448"/>
                </a:lnTo>
                <a:lnTo>
                  <a:pt x="109728" y="170688"/>
                </a:lnTo>
                <a:lnTo>
                  <a:pt x="237642" y="170688"/>
                </a:lnTo>
                <a:lnTo>
                  <a:pt x="245364" y="176784"/>
                </a:lnTo>
                <a:lnTo>
                  <a:pt x="239485" y="181356"/>
                </a:lnTo>
                <a:lnTo>
                  <a:pt x="109728" y="181356"/>
                </a:lnTo>
                <a:lnTo>
                  <a:pt x="109728" y="271272"/>
                </a:lnTo>
                <a:lnTo>
                  <a:pt x="231749" y="271272"/>
                </a:lnTo>
                <a:lnTo>
                  <a:pt x="231838" y="276415"/>
                </a:lnTo>
                <a:lnTo>
                  <a:pt x="232054" y="281940"/>
                </a:lnTo>
                <a:lnTo>
                  <a:pt x="109728" y="281940"/>
                </a:lnTo>
                <a:lnTo>
                  <a:pt x="109728" y="307848"/>
                </a:lnTo>
                <a:lnTo>
                  <a:pt x="83820" y="318516"/>
                </a:lnTo>
                <a:close/>
              </a:path>
              <a:path w="335280" h="407035">
                <a:moveTo>
                  <a:pt x="231749" y="271272"/>
                </a:moveTo>
                <a:lnTo>
                  <a:pt x="207264" y="271272"/>
                </a:lnTo>
                <a:lnTo>
                  <a:pt x="207264" y="181356"/>
                </a:lnTo>
                <a:lnTo>
                  <a:pt x="239485" y="181356"/>
                </a:lnTo>
                <a:lnTo>
                  <a:pt x="231648" y="187452"/>
                </a:lnTo>
                <a:lnTo>
                  <a:pt x="231749" y="271272"/>
                </a:lnTo>
                <a:close/>
              </a:path>
              <a:path w="335280" h="407035">
                <a:moveTo>
                  <a:pt x="207264" y="310896"/>
                </a:moveTo>
                <a:lnTo>
                  <a:pt x="207264" y="281940"/>
                </a:lnTo>
                <a:lnTo>
                  <a:pt x="232054" y="281940"/>
                </a:lnTo>
                <a:lnTo>
                  <a:pt x="232290" y="288012"/>
                </a:lnTo>
                <a:lnTo>
                  <a:pt x="233172" y="301752"/>
                </a:lnTo>
                <a:lnTo>
                  <a:pt x="207264" y="310896"/>
                </a:lnTo>
                <a:close/>
              </a:path>
              <a:path w="335280" h="407035">
                <a:moveTo>
                  <a:pt x="283464" y="405384"/>
                </a:moveTo>
                <a:lnTo>
                  <a:pt x="278868" y="391929"/>
                </a:lnTo>
                <a:lnTo>
                  <a:pt x="267271" y="381190"/>
                </a:lnTo>
                <a:lnTo>
                  <a:pt x="248531" y="373022"/>
                </a:lnTo>
                <a:lnTo>
                  <a:pt x="222504" y="367284"/>
                </a:lnTo>
                <a:lnTo>
                  <a:pt x="222504" y="358140"/>
                </a:lnTo>
                <a:lnTo>
                  <a:pt x="253365" y="360235"/>
                </a:lnTo>
                <a:lnTo>
                  <a:pt x="266223" y="360926"/>
                </a:lnTo>
                <a:lnTo>
                  <a:pt x="277368" y="361188"/>
                </a:lnTo>
                <a:lnTo>
                  <a:pt x="320566" y="361188"/>
                </a:lnTo>
                <a:lnTo>
                  <a:pt x="320111" y="367450"/>
                </a:lnTo>
                <a:lnTo>
                  <a:pt x="313372" y="383857"/>
                </a:lnTo>
                <a:lnTo>
                  <a:pt x="301204" y="396549"/>
                </a:lnTo>
                <a:lnTo>
                  <a:pt x="283464" y="40538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</a:endParaRPr>
          </a:p>
        </p:txBody>
      </p:sp>
      <p:sp>
        <p:nvSpPr>
          <p:cNvPr id="73" name="object 73"/>
          <p:cNvSpPr/>
          <p:nvPr/>
        </p:nvSpPr>
        <p:spPr>
          <a:xfrm>
            <a:off x="2932175" y="5045964"/>
            <a:ext cx="317500" cy="242570"/>
          </a:xfrm>
          <a:custGeom>
            <a:avLst/>
            <a:gdLst/>
            <a:ahLst/>
            <a:cxnLst/>
            <a:rect l="l" t="t" r="r" b="b"/>
            <a:pathLst>
              <a:path w="317500" h="242570">
                <a:moveTo>
                  <a:pt x="256031" y="242316"/>
                </a:moveTo>
                <a:lnTo>
                  <a:pt x="217931" y="242316"/>
                </a:lnTo>
                <a:lnTo>
                  <a:pt x="158496" y="54864"/>
                </a:lnTo>
                <a:lnTo>
                  <a:pt x="100584" y="242316"/>
                </a:lnTo>
                <a:lnTo>
                  <a:pt x="62484" y="242316"/>
                </a:lnTo>
                <a:lnTo>
                  <a:pt x="0" y="0"/>
                </a:lnTo>
                <a:lnTo>
                  <a:pt x="42672" y="0"/>
                </a:lnTo>
                <a:lnTo>
                  <a:pt x="85343" y="187452"/>
                </a:lnTo>
                <a:lnTo>
                  <a:pt x="143255" y="0"/>
                </a:lnTo>
                <a:lnTo>
                  <a:pt x="176783" y="0"/>
                </a:lnTo>
                <a:lnTo>
                  <a:pt x="236219" y="187452"/>
                </a:lnTo>
                <a:lnTo>
                  <a:pt x="275843" y="0"/>
                </a:lnTo>
                <a:lnTo>
                  <a:pt x="316991" y="0"/>
                </a:lnTo>
                <a:lnTo>
                  <a:pt x="256031" y="24231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</a:endParaRPr>
          </a:p>
        </p:txBody>
      </p:sp>
      <p:pic>
        <p:nvPicPr>
          <p:cNvPr id="74" name="object 74"/>
          <p:cNvPicPr/>
          <p:nvPr/>
        </p:nvPicPr>
        <p:blipFill>
          <a:blip r:embed="rId9" cstate="print"/>
          <a:stretch>
            <a:fillRect/>
          </a:stretch>
        </p:blipFill>
        <p:spPr>
          <a:xfrm>
            <a:off x="3299459" y="4986527"/>
            <a:ext cx="65532" cy="112775"/>
          </a:xfrm>
          <a:prstGeom prst="rect">
            <a:avLst/>
          </a:prstGeom>
        </p:spPr>
      </p:pic>
      <p:sp>
        <p:nvSpPr>
          <p:cNvPr id="75" name="object 75"/>
          <p:cNvSpPr/>
          <p:nvPr/>
        </p:nvSpPr>
        <p:spPr>
          <a:xfrm>
            <a:off x="3429000" y="5076444"/>
            <a:ext cx="396240" cy="43180"/>
          </a:xfrm>
          <a:custGeom>
            <a:avLst/>
            <a:gdLst/>
            <a:ahLst/>
            <a:cxnLst/>
            <a:rect l="l" t="t" r="r" b="b"/>
            <a:pathLst>
              <a:path w="396239" h="43179">
                <a:moveTo>
                  <a:pt x="15240" y="42672"/>
                </a:moveTo>
                <a:lnTo>
                  <a:pt x="0" y="27432"/>
                </a:lnTo>
                <a:lnTo>
                  <a:pt x="323087" y="27432"/>
                </a:lnTo>
                <a:lnTo>
                  <a:pt x="358139" y="0"/>
                </a:lnTo>
                <a:lnTo>
                  <a:pt x="396239" y="38100"/>
                </a:lnTo>
                <a:lnTo>
                  <a:pt x="62484" y="38100"/>
                </a:lnTo>
                <a:lnTo>
                  <a:pt x="49101" y="38385"/>
                </a:lnTo>
                <a:lnTo>
                  <a:pt x="36576" y="39243"/>
                </a:lnTo>
                <a:lnTo>
                  <a:pt x="25193" y="40671"/>
                </a:lnTo>
                <a:lnTo>
                  <a:pt x="15240" y="4267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</a:endParaRPr>
          </a:p>
        </p:txBody>
      </p:sp>
      <p:sp>
        <p:nvSpPr>
          <p:cNvPr id="76" name="object 76"/>
          <p:cNvSpPr/>
          <p:nvPr/>
        </p:nvSpPr>
        <p:spPr>
          <a:xfrm>
            <a:off x="3877055" y="4927091"/>
            <a:ext cx="387350" cy="403860"/>
          </a:xfrm>
          <a:custGeom>
            <a:avLst/>
            <a:gdLst/>
            <a:ahLst/>
            <a:cxnLst/>
            <a:rect l="l" t="t" r="r" b="b"/>
            <a:pathLst>
              <a:path w="387350" h="403860">
                <a:moveTo>
                  <a:pt x="199644" y="70103"/>
                </a:moveTo>
                <a:lnTo>
                  <a:pt x="193548" y="70103"/>
                </a:lnTo>
                <a:lnTo>
                  <a:pt x="190500" y="65531"/>
                </a:lnTo>
                <a:lnTo>
                  <a:pt x="188976" y="54863"/>
                </a:lnTo>
                <a:lnTo>
                  <a:pt x="185547" y="43124"/>
                </a:lnTo>
                <a:lnTo>
                  <a:pt x="179832" y="30670"/>
                </a:lnTo>
                <a:lnTo>
                  <a:pt x="171831" y="17359"/>
                </a:lnTo>
                <a:lnTo>
                  <a:pt x="161544" y="3048"/>
                </a:lnTo>
                <a:lnTo>
                  <a:pt x="164592" y="0"/>
                </a:lnTo>
                <a:lnTo>
                  <a:pt x="201239" y="20788"/>
                </a:lnTo>
                <a:lnTo>
                  <a:pt x="214884" y="38100"/>
                </a:lnTo>
                <a:lnTo>
                  <a:pt x="214884" y="50291"/>
                </a:lnTo>
                <a:lnTo>
                  <a:pt x="213360" y="56387"/>
                </a:lnTo>
                <a:lnTo>
                  <a:pt x="199644" y="70103"/>
                </a:lnTo>
                <a:close/>
              </a:path>
              <a:path w="387350" h="403860">
                <a:moveTo>
                  <a:pt x="36576" y="138683"/>
                </a:moveTo>
                <a:lnTo>
                  <a:pt x="28956" y="138683"/>
                </a:lnTo>
                <a:lnTo>
                  <a:pt x="24384" y="137159"/>
                </a:lnTo>
                <a:lnTo>
                  <a:pt x="15240" y="131063"/>
                </a:lnTo>
                <a:lnTo>
                  <a:pt x="13716" y="129539"/>
                </a:lnTo>
                <a:lnTo>
                  <a:pt x="13716" y="123443"/>
                </a:lnTo>
                <a:lnTo>
                  <a:pt x="18288" y="117347"/>
                </a:lnTo>
                <a:lnTo>
                  <a:pt x="27432" y="108203"/>
                </a:lnTo>
                <a:lnTo>
                  <a:pt x="35742" y="99631"/>
                </a:lnTo>
                <a:lnTo>
                  <a:pt x="42481" y="87629"/>
                </a:lnTo>
                <a:lnTo>
                  <a:pt x="47791" y="72199"/>
                </a:lnTo>
                <a:lnTo>
                  <a:pt x="51816" y="53339"/>
                </a:lnTo>
                <a:lnTo>
                  <a:pt x="59436" y="53339"/>
                </a:lnTo>
                <a:lnTo>
                  <a:pt x="59436" y="76200"/>
                </a:lnTo>
                <a:lnTo>
                  <a:pt x="367747" y="76200"/>
                </a:lnTo>
                <a:lnTo>
                  <a:pt x="377024" y="86867"/>
                </a:lnTo>
                <a:lnTo>
                  <a:pt x="59436" y="86867"/>
                </a:lnTo>
                <a:lnTo>
                  <a:pt x="58840" y="104298"/>
                </a:lnTo>
                <a:lnTo>
                  <a:pt x="56959" y="117728"/>
                </a:lnTo>
                <a:lnTo>
                  <a:pt x="53649" y="127158"/>
                </a:lnTo>
                <a:lnTo>
                  <a:pt x="48768" y="132587"/>
                </a:lnTo>
                <a:lnTo>
                  <a:pt x="36576" y="138683"/>
                </a:lnTo>
                <a:close/>
              </a:path>
              <a:path w="387350" h="403860">
                <a:moveTo>
                  <a:pt x="367747" y="76200"/>
                </a:moveTo>
                <a:lnTo>
                  <a:pt x="332232" y="76200"/>
                </a:lnTo>
                <a:lnTo>
                  <a:pt x="350520" y="56387"/>
                </a:lnTo>
                <a:lnTo>
                  <a:pt x="367747" y="76200"/>
                </a:lnTo>
                <a:close/>
              </a:path>
              <a:path w="387350" h="403860">
                <a:moveTo>
                  <a:pt x="318516" y="132587"/>
                </a:moveTo>
                <a:lnTo>
                  <a:pt x="312420" y="129539"/>
                </a:lnTo>
                <a:lnTo>
                  <a:pt x="335280" y="86867"/>
                </a:lnTo>
                <a:lnTo>
                  <a:pt x="377024" y="86867"/>
                </a:lnTo>
                <a:lnTo>
                  <a:pt x="381000" y="91439"/>
                </a:lnTo>
                <a:lnTo>
                  <a:pt x="367593" y="94011"/>
                </a:lnTo>
                <a:lnTo>
                  <a:pt x="352615" y="101726"/>
                </a:lnTo>
                <a:lnTo>
                  <a:pt x="336208" y="114585"/>
                </a:lnTo>
                <a:lnTo>
                  <a:pt x="318516" y="132587"/>
                </a:lnTo>
                <a:close/>
              </a:path>
              <a:path w="387350" h="403860">
                <a:moveTo>
                  <a:pt x="44196" y="175259"/>
                </a:moveTo>
                <a:lnTo>
                  <a:pt x="27432" y="160019"/>
                </a:lnTo>
                <a:lnTo>
                  <a:pt x="298704" y="160019"/>
                </a:lnTo>
                <a:lnTo>
                  <a:pt x="323088" y="135635"/>
                </a:lnTo>
                <a:lnTo>
                  <a:pt x="358140" y="169163"/>
                </a:lnTo>
                <a:lnTo>
                  <a:pt x="85344" y="169163"/>
                </a:lnTo>
                <a:lnTo>
                  <a:pt x="74199" y="169687"/>
                </a:lnTo>
                <a:lnTo>
                  <a:pt x="63627" y="171068"/>
                </a:lnTo>
                <a:lnTo>
                  <a:pt x="53625" y="173021"/>
                </a:lnTo>
                <a:lnTo>
                  <a:pt x="44196" y="175259"/>
                </a:lnTo>
                <a:close/>
              </a:path>
              <a:path w="387350" h="403860">
                <a:moveTo>
                  <a:pt x="207264" y="348996"/>
                </a:moveTo>
                <a:lnTo>
                  <a:pt x="182880" y="348996"/>
                </a:lnTo>
                <a:lnTo>
                  <a:pt x="182880" y="169163"/>
                </a:lnTo>
                <a:lnTo>
                  <a:pt x="207264" y="169163"/>
                </a:lnTo>
                <a:lnTo>
                  <a:pt x="207264" y="254507"/>
                </a:lnTo>
                <a:lnTo>
                  <a:pt x="330708" y="254507"/>
                </a:lnTo>
                <a:lnTo>
                  <a:pt x="341376" y="265175"/>
                </a:lnTo>
                <a:lnTo>
                  <a:pt x="207264" y="265175"/>
                </a:lnTo>
                <a:lnTo>
                  <a:pt x="207264" y="348996"/>
                </a:lnTo>
                <a:close/>
              </a:path>
              <a:path w="387350" h="403860">
                <a:moveTo>
                  <a:pt x="3048" y="403860"/>
                </a:moveTo>
                <a:lnTo>
                  <a:pt x="0" y="399287"/>
                </a:lnTo>
                <a:lnTo>
                  <a:pt x="15144" y="383285"/>
                </a:lnTo>
                <a:lnTo>
                  <a:pt x="28575" y="367284"/>
                </a:lnTo>
                <a:lnTo>
                  <a:pt x="50292" y="335280"/>
                </a:lnTo>
                <a:lnTo>
                  <a:pt x="70008" y="285773"/>
                </a:lnTo>
                <a:lnTo>
                  <a:pt x="78867" y="237553"/>
                </a:lnTo>
                <a:lnTo>
                  <a:pt x="82296" y="204215"/>
                </a:lnTo>
                <a:lnTo>
                  <a:pt x="123444" y="225551"/>
                </a:lnTo>
                <a:lnTo>
                  <a:pt x="103822" y="258698"/>
                </a:lnTo>
                <a:lnTo>
                  <a:pt x="99060" y="277367"/>
                </a:lnTo>
                <a:lnTo>
                  <a:pt x="106519" y="288035"/>
                </a:lnTo>
                <a:lnTo>
                  <a:pt x="96012" y="288035"/>
                </a:lnTo>
                <a:lnTo>
                  <a:pt x="79057" y="324231"/>
                </a:lnTo>
                <a:lnTo>
                  <a:pt x="50411" y="366141"/>
                </a:lnTo>
                <a:lnTo>
                  <a:pt x="21312" y="391287"/>
                </a:lnTo>
                <a:lnTo>
                  <a:pt x="3048" y="403860"/>
                </a:lnTo>
                <a:close/>
              </a:path>
              <a:path w="387350" h="403860">
                <a:moveTo>
                  <a:pt x="330708" y="254507"/>
                </a:moveTo>
                <a:lnTo>
                  <a:pt x="284988" y="254507"/>
                </a:lnTo>
                <a:lnTo>
                  <a:pt x="307847" y="231647"/>
                </a:lnTo>
                <a:lnTo>
                  <a:pt x="330708" y="254507"/>
                </a:lnTo>
                <a:close/>
              </a:path>
              <a:path w="387350" h="403860">
                <a:moveTo>
                  <a:pt x="350520" y="393192"/>
                </a:moveTo>
                <a:lnTo>
                  <a:pt x="308562" y="392382"/>
                </a:lnTo>
                <a:lnTo>
                  <a:pt x="241220" y="386762"/>
                </a:lnTo>
                <a:lnTo>
                  <a:pt x="195572" y="377070"/>
                </a:lnTo>
                <a:lnTo>
                  <a:pt x="159615" y="360449"/>
                </a:lnTo>
                <a:lnTo>
                  <a:pt x="119253" y="322516"/>
                </a:lnTo>
                <a:lnTo>
                  <a:pt x="96012" y="288035"/>
                </a:lnTo>
                <a:lnTo>
                  <a:pt x="106519" y="288035"/>
                </a:lnTo>
                <a:lnTo>
                  <a:pt x="108251" y="290512"/>
                </a:lnTo>
                <a:lnTo>
                  <a:pt x="117729" y="302513"/>
                </a:lnTo>
                <a:lnTo>
                  <a:pt x="150090" y="331636"/>
                </a:lnTo>
                <a:lnTo>
                  <a:pt x="182880" y="348996"/>
                </a:lnTo>
                <a:lnTo>
                  <a:pt x="207264" y="348996"/>
                </a:lnTo>
                <a:lnTo>
                  <a:pt x="207264" y="355092"/>
                </a:lnTo>
                <a:lnTo>
                  <a:pt x="231243" y="359092"/>
                </a:lnTo>
                <a:lnTo>
                  <a:pt x="255079" y="361950"/>
                </a:lnTo>
                <a:lnTo>
                  <a:pt x="278630" y="363664"/>
                </a:lnTo>
                <a:lnTo>
                  <a:pt x="301752" y="364236"/>
                </a:lnTo>
                <a:lnTo>
                  <a:pt x="387096" y="364236"/>
                </a:lnTo>
                <a:lnTo>
                  <a:pt x="387096" y="365760"/>
                </a:lnTo>
                <a:lnTo>
                  <a:pt x="373665" y="370046"/>
                </a:lnTo>
                <a:lnTo>
                  <a:pt x="363093" y="376047"/>
                </a:lnTo>
                <a:lnTo>
                  <a:pt x="355377" y="383762"/>
                </a:lnTo>
                <a:lnTo>
                  <a:pt x="350520" y="393192"/>
                </a:lnTo>
                <a:close/>
              </a:path>
              <a:path w="387350" h="403860">
                <a:moveTo>
                  <a:pt x="387096" y="364236"/>
                </a:moveTo>
                <a:lnTo>
                  <a:pt x="301752" y="364236"/>
                </a:lnTo>
                <a:lnTo>
                  <a:pt x="387096" y="359664"/>
                </a:lnTo>
                <a:lnTo>
                  <a:pt x="387096" y="36423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</a:endParaRPr>
          </a:p>
        </p:txBody>
      </p:sp>
      <p:sp>
        <p:nvSpPr>
          <p:cNvPr id="77" name="object 77"/>
          <p:cNvSpPr/>
          <p:nvPr/>
        </p:nvSpPr>
        <p:spPr>
          <a:xfrm>
            <a:off x="4322064" y="4922520"/>
            <a:ext cx="401320" cy="408940"/>
          </a:xfrm>
          <a:custGeom>
            <a:avLst/>
            <a:gdLst/>
            <a:ahLst/>
            <a:cxnLst/>
            <a:rect l="l" t="t" r="r" b="b"/>
            <a:pathLst>
              <a:path w="401320" h="408939">
                <a:moveTo>
                  <a:pt x="163068" y="115824"/>
                </a:moveTo>
                <a:lnTo>
                  <a:pt x="138684" y="115824"/>
                </a:lnTo>
                <a:lnTo>
                  <a:pt x="141184" y="101179"/>
                </a:lnTo>
                <a:lnTo>
                  <a:pt x="143827" y="86677"/>
                </a:lnTo>
                <a:lnTo>
                  <a:pt x="146184" y="71889"/>
                </a:lnTo>
                <a:lnTo>
                  <a:pt x="147828" y="56388"/>
                </a:lnTo>
                <a:lnTo>
                  <a:pt x="150066" y="41790"/>
                </a:lnTo>
                <a:lnTo>
                  <a:pt x="152019" y="27622"/>
                </a:lnTo>
                <a:lnTo>
                  <a:pt x="153401" y="13716"/>
                </a:lnTo>
                <a:lnTo>
                  <a:pt x="153924" y="0"/>
                </a:lnTo>
                <a:lnTo>
                  <a:pt x="190500" y="16764"/>
                </a:lnTo>
                <a:lnTo>
                  <a:pt x="178308" y="28956"/>
                </a:lnTo>
                <a:lnTo>
                  <a:pt x="173140" y="60102"/>
                </a:lnTo>
                <a:lnTo>
                  <a:pt x="168973" y="84963"/>
                </a:lnTo>
                <a:lnTo>
                  <a:pt x="165663" y="103536"/>
                </a:lnTo>
                <a:lnTo>
                  <a:pt x="163068" y="115824"/>
                </a:lnTo>
                <a:close/>
              </a:path>
              <a:path w="401320" h="408939">
                <a:moveTo>
                  <a:pt x="315467" y="94488"/>
                </a:moveTo>
                <a:lnTo>
                  <a:pt x="309372" y="94488"/>
                </a:lnTo>
                <a:lnTo>
                  <a:pt x="304800" y="88392"/>
                </a:lnTo>
                <a:lnTo>
                  <a:pt x="298703" y="79248"/>
                </a:lnTo>
                <a:lnTo>
                  <a:pt x="288988" y="64936"/>
                </a:lnTo>
                <a:lnTo>
                  <a:pt x="275797" y="49291"/>
                </a:lnTo>
                <a:lnTo>
                  <a:pt x="259270" y="32313"/>
                </a:lnTo>
                <a:lnTo>
                  <a:pt x="239268" y="13716"/>
                </a:lnTo>
                <a:lnTo>
                  <a:pt x="243840" y="9144"/>
                </a:lnTo>
                <a:lnTo>
                  <a:pt x="285178" y="28194"/>
                </a:lnTo>
                <a:lnTo>
                  <a:pt x="320992" y="55626"/>
                </a:lnTo>
                <a:lnTo>
                  <a:pt x="324612" y="68580"/>
                </a:lnTo>
                <a:lnTo>
                  <a:pt x="324546" y="71889"/>
                </a:lnTo>
                <a:lnTo>
                  <a:pt x="323088" y="77724"/>
                </a:lnTo>
                <a:lnTo>
                  <a:pt x="320040" y="83820"/>
                </a:lnTo>
                <a:lnTo>
                  <a:pt x="318515" y="91440"/>
                </a:lnTo>
                <a:lnTo>
                  <a:pt x="315467" y="94488"/>
                </a:lnTo>
                <a:close/>
              </a:path>
              <a:path w="401320" h="408939">
                <a:moveTo>
                  <a:pt x="42672" y="141732"/>
                </a:moveTo>
                <a:lnTo>
                  <a:pt x="21336" y="117348"/>
                </a:lnTo>
                <a:lnTo>
                  <a:pt x="35052" y="108204"/>
                </a:lnTo>
                <a:lnTo>
                  <a:pt x="45577" y="82224"/>
                </a:lnTo>
                <a:lnTo>
                  <a:pt x="54102" y="59245"/>
                </a:lnTo>
                <a:lnTo>
                  <a:pt x="60340" y="39409"/>
                </a:lnTo>
                <a:lnTo>
                  <a:pt x="64008" y="22860"/>
                </a:lnTo>
                <a:lnTo>
                  <a:pt x="99060" y="42672"/>
                </a:lnTo>
                <a:lnTo>
                  <a:pt x="85344" y="53340"/>
                </a:lnTo>
                <a:lnTo>
                  <a:pt x="77009" y="73390"/>
                </a:lnTo>
                <a:lnTo>
                  <a:pt x="64341" y="104346"/>
                </a:lnTo>
                <a:lnTo>
                  <a:pt x="59436" y="115824"/>
                </a:lnTo>
                <a:lnTo>
                  <a:pt x="385572" y="115824"/>
                </a:lnTo>
                <a:lnTo>
                  <a:pt x="394716" y="124968"/>
                </a:lnTo>
                <a:lnTo>
                  <a:pt x="57912" y="124968"/>
                </a:lnTo>
                <a:lnTo>
                  <a:pt x="42672" y="141732"/>
                </a:lnTo>
                <a:close/>
              </a:path>
              <a:path w="401320" h="408939">
                <a:moveTo>
                  <a:pt x="385572" y="115824"/>
                </a:moveTo>
                <a:lnTo>
                  <a:pt x="336804" y="115824"/>
                </a:lnTo>
                <a:lnTo>
                  <a:pt x="361188" y="91440"/>
                </a:lnTo>
                <a:lnTo>
                  <a:pt x="385572" y="115824"/>
                </a:lnTo>
                <a:close/>
              </a:path>
              <a:path w="401320" h="408939">
                <a:moveTo>
                  <a:pt x="3048" y="396240"/>
                </a:moveTo>
                <a:lnTo>
                  <a:pt x="0" y="391668"/>
                </a:lnTo>
                <a:lnTo>
                  <a:pt x="13716" y="378499"/>
                </a:lnTo>
                <a:lnTo>
                  <a:pt x="27432" y="364045"/>
                </a:lnTo>
                <a:lnTo>
                  <a:pt x="54864" y="330708"/>
                </a:lnTo>
                <a:lnTo>
                  <a:pt x="80200" y="291846"/>
                </a:lnTo>
                <a:lnTo>
                  <a:pt x="102108" y="248412"/>
                </a:lnTo>
                <a:lnTo>
                  <a:pt x="120205" y="194691"/>
                </a:lnTo>
                <a:lnTo>
                  <a:pt x="137160" y="124968"/>
                </a:lnTo>
                <a:lnTo>
                  <a:pt x="161544" y="124968"/>
                </a:lnTo>
                <a:lnTo>
                  <a:pt x="158972" y="141851"/>
                </a:lnTo>
                <a:lnTo>
                  <a:pt x="155829" y="158305"/>
                </a:lnTo>
                <a:lnTo>
                  <a:pt x="152114" y="174474"/>
                </a:lnTo>
                <a:lnTo>
                  <a:pt x="147828" y="190500"/>
                </a:lnTo>
                <a:lnTo>
                  <a:pt x="331514" y="190500"/>
                </a:lnTo>
                <a:lnTo>
                  <a:pt x="338328" y="196596"/>
                </a:lnTo>
                <a:lnTo>
                  <a:pt x="334518" y="199644"/>
                </a:lnTo>
                <a:lnTo>
                  <a:pt x="146304" y="199644"/>
                </a:lnTo>
                <a:lnTo>
                  <a:pt x="135397" y="228576"/>
                </a:lnTo>
                <a:lnTo>
                  <a:pt x="109013" y="283011"/>
                </a:lnTo>
                <a:lnTo>
                  <a:pt x="74628" y="333660"/>
                </a:lnTo>
                <a:lnTo>
                  <a:pt x="29956" y="377094"/>
                </a:lnTo>
                <a:lnTo>
                  <a:pt x="3048" y="396240"/>
                </a:lnTo>
                <a:close/>
              </a:path>
              <a:path w="401320" h="408939">
                <a:moveTo>
                  <a:pt x="331514" y="190500"/>
                </a:moveTo>
                <a:lnTo>
                  <a:pt x="297179" y="190500"/>
                </a:lnTo>
                <a:lnTo>
                  <a:pt x="309372" y="170688"/>
                </a:lnTo>
                <a:lnTo>
                  <a:pt x="331514" y="190500"/>
                </a:lnTo>
                <a:close/>
              </a:path>
              <a:path w="401320" h="408939">
                <a:moveTo>
                  <a:pt x="65532" y="408432"/>
                </a:moveTo>
                <a:lnTo>
                  <a:pt x="64008" y="403860"/>
                </a:lnTo>
                <a:lnTo>
                  <a:pt x="114323" y="384381"/>
                </a:lnTo>
                <a:lnTo>
                  <a:pt x="157543" y="362521"/>
                </a:lnTo>
                <a:lnTo>
                  <a:pt x="193667" y="338066"/>
                </a:lnTo>
                <a:lnTo>
                  <a:pt x="222504" y="310896"/>
                </a:lnTo>
                <a:lnTo>
                  <a:pt x="204192" y="285154"/>
                </a:lnTo>
                <a:lnTo>
                  <a:pt x="188023" y="258127"/>
                </a:lnTo>
                <a:lnTo>
                  <a:pt x="173855" y="229671"/>
                </a:lnTo>
                <a:lnTo>
                  <a:pt x="161544" y="199644"/>
                </a:lnTo>
                <a:lnTo>
                  <a:pt x="170688" y="199644"/>
                </a:lnTo>
                <a:lnTo>
                  <a:pt x="184999" y="227076"/>
                </a:lnTo>
                <a:lnTo>
                  <a:pt x="200596" y="252222"/>
                </a:lnTo>
                <a:lnTo>
                  <a:pt x="217622" y="275082"/>
                </a:lnTo>
                <a:lnTo>
                  <a:pt x="236220" y="295655"/>
                </a:lnTo>
                <a:lnTo>
                  <a:pt x="264663" y="295655"/>
                </a:lnTo>
                <a:lnTo>
                  <a:pt x="251460" y="310896"/>
                </a:lnTo>
                <a:lnTo>
                  <a:pt x="277063" y="329184"/>
                </a:lnTo>
                <a:lnTo>
                  <a:pt x="237744" y="329184"/>
                </a:lnTo>
                <a:lnTo>
                  <a:pt x="202049" y="355496"/>
                </a:lnTo>
                <a:lnTo>
                  <a:pt x="161353" y="377380"/>
                </a:lnTo>
                <a:lnTo>
                  <a:pt x="115800" y="394977"/>
                </a:lnTo>
                <a:lnTo>
                  <a:pt x="65532" y="408432"/>
                </a:lnTo>
                <a:close/>
              </a:path>
              <a:path w="401320" h="408939">
                <a:moveTo>
                  <a:pt x="264663" y="295655"/>
                </a:moveTo>
                <a:lnTo>
                  <a:pt x="236220" y="295655"/>
                </a:lnTo>
                <a:lnTo>
                  <a:pt x="252174" y="275939"/>
                </a:lnTo>
                <a:lnTo>
                  <a:pt x="267843" y="253365"/>
                </a:lnTo>
                <a:lnTo>
                  <a:pt x="282940" y="227933"/>
                </a:lnTo>
                <a:lnTo>
                  <a:pt x="297179" y="199644"/>
                </a:lnTo>
                <a:lnTo>
                  <a:pt x="334518" y="199644"/>
                </a:lnTo>
                <a:lnTo>
                  <a:pt x="323088" y="208788"/>
                </a:lnTo>
                <a:lnTo>
                  <a:pt x="306752" y="236743"/>
                </a:lnTo>
                <a:lnTo>
                  <a:pt x="289560" y="263271"/>
                </a:lnTo>
                <a:lnTo>
                  <a:pt x="271224" y="288083"/>
                </a:lnTo>
                <a:lnTo>
                  <a:pt x="264663" y="295655"/>
                </a:lnTo>
                <a:close/>
              </a:path>
              <a:path w="401320" h="408939">
                <a:moveTo>
                  <a:pt x="368808" y="405384"/>
                </a:moveTo>
                <a:lnTo>
                  <a:pt x="329898" y="389405"/>
                </a:lnTo>
                <a:lnTo>
                  <a:pt x="295275" y="371284"/>
                </a:lnTo>
                <a:lnTo>
                  <a:pt x="264564" y="351091"/>
                </a:lnTo>
                <a:lnTo>
                  <a:pt x="237744" y="329184"/>
                </a:lnTo>
                <a:lnTo>
                  <a:pt x="277063" y="329184"/>
                </a:lnTo>
                <a:lnTo>
                  <a:pt x="282297" y="332922"/>
                </a:lnTo>
                <a:lnTo>
                  <a:pt x="317563" y="351091"/>
                </a:lnTo>
                <a:lnTo>
                  <a:pt x="357116" y="365545"/>
                </a:lnTo>
                <a:lnTo>
                  <a:pt x="400812" y="376428"/>
                </a:lnTo>
                <a:lnTo>
                  <a:pt x="400812" y="381000"/>
                </a:lnTo>
                <a:lnTo>
                  <a:pt x="389341" y="384405"/>
                </a:lnTo>
                <a:lnTo>
                  <a:pt x="380238" y="389763"/>
                </a:lnTo>
                <a:lnTo>
                  <a:pt x="373380" y="396859"/>
                </a:lnTo>
                <a:lnTo>
                  <a:pt x="368808" y="40538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</a:endParaRPr>
          </a:p>
        </p:txBody>
      </p:sp>
      <p:sp>
        <p:nvSpPr>
          <p:cNvPr id="78" name="object 78"/>
          <p:cNvSpPr/>
          <p:nvPr/>
        </p:nvSpPr>
        <p:spPr>
          <a:xfrm>
            <a:off x="4797552" y="4931664"/>
            <a:ext cx="337185" cy="393700"/>
          </a:xfrm>
          <a:custGeom>
            <a:avLst/>
            <a:gdLst/>
            <a:ahLst/>
            <a:cxnLst/>
            <a:rect l="l" t="t" r="r" b="b"/>
            <a:pathLst>
              <a:path w="337185" h="393700">
                <a:moveTo>
                  <a:pt x="297180" y="393191"/>
                </a:moveTo>
                <a:lnTo>
                  <a:pt x="297180" y="365760"/>
                </a:lnTo>
                <a:lnTo>
                  <a:pt x="36575" y="365760"/>
                </a:lnTo>
                <a:lnTo>
                  <a:pt x="24383" y="377952"/>
                </a:lnTo>
                <a:lnTo>
                  <a:pt x="0" y="358140"/>
                </a:lnTo>
                <a:lnTo>
                  <a:pt x="12192" y="345948"/>
                </a:lnTo>
                <a:lnTo>
                  <a:pt x="12168" y="265128"/>
                </a:lnTo>
                <a:lnTo>
                  <a:pt x="12001" y="251079"/>
                </a:lnTo>
                <a:lnTo>
                  <a:pt x="11549" y="236458"/>
                </a:lnTo>
                <a:lnTo>
                  <a:pt x="10668" y="220980"/>
                </a:lnTo>
                <a:lnTo>
                  <a:pt x="51816" y="242316"/>
                </a:lnTo>
                <a:lnTo>
                  <a:pt x="36575" y="254508"/>
                </a:lnTo>
                <a:lnTo>
                  <a:pt x="36575" y="355091"/>
                </a:lnTo>
                <a:lnTo>
                  <a:pt x="153924" y="355091"/>
                </a:lnTo>
                <a:lnTo>
                  <a:pt x="153924" y="185928"/>
                </a:lnTo>
                <a:lnTo>
                  <a:pt x="53340" y="185928"/>
                </a:lnTo>
                <a:lnTo>
                  <a:pt x="39624" y="198120"/>
                </a:lnTo>
                <a:lnTo>
                  <a:pt x="15240" y="178308"/>
                </a:lnTo>
                <a:lnTo>
                  <a:pt x="27431" y="169164"/>
                </a:lnTo>
                <a:lnTo>
                  <a:pt x="27431" y="97536"/>
                </a:lnTo>
                <a:lnTo>
                  <a:pt x="27170" y="86963"/>
                </a:lnTo>
                <a:lnTo>
                  <a:pt x="26479" y="75819"/>
                </a:lnTo>
                <a:lnTo>
                  <a:pt x="24383" y="51816"/>
                </a:lnTo>
                <a:lnTo>
                  <a:pt x="67056" y="73152"/>
                </a:lnTo>
                <a:lnTo>
                  <a:pt x="51816" y="83820"/>
                </a:lnTo>
                <a:lnTo>
                  <a:pt x="51816" y="175260"/>
                </a:lnTo>
                <a:lnTo>
                  <a:pt x="153924" y="175260"/>
                </a:lnTo>
                <a:lnTo>
                  <a:pt x="153924" y="60960"/>
                </a:lnTo>
                <a:lnTo>
                  <a:pt x="153685" y="45219"/>
                </a:lnTo>
                <a:lnTo>
                  <a:pt x="152638" y="14882"/>
                </a:lnTo>
                <a:lnTo>
                  <a:pt x="152400" y="0"/>
                </a:lnTo>
                <a:lnTo>
                  <a:pt x="192024" y="19812"/>
                </a:lnTo>
                <a:lnTo>
                  <a:pt x="178308" y="35052"/>
                </a:lnTo>
                <a:lnTo>
                  <a:pt x="178308" y="175260"/>
                </a:lnTo>
                <a:lnTo>
                  <a:pt x="280416" y="175260"/>
                </a:lnTo>
                <a:lnTo>
                  <a:pt x="280392" y="86701"/>
                </a:lnTo>
                <a:lnTo>
                  <a:pt x="280225" y="74866"/>
                </a:lnTo>
                <a:lnTo>
                  <a:pt x="279773" y="62174"/>
                </a:lnTo>
                <a:lnTo>
                  <a:pt x="278892" y="48768"/>
                </a:lnTo>
                <a:lnTo>
                  <a:pt x="318516" y="68580"/>
                </a:lnTo>
                <a:lnTo>
                  <a:pt x="304800" y="79248"/>
                </a:lnTo>
                <a:lnTo>
                  <a:pt x="304800" y="147828"/>
                </a:lnTo>
                <a:lnTo>
                  <a:pt x="305061" y="157591"/>
                </a:lnTo>
                <a:lnTo>
                  <a:pt x="307848" y="196596"/>
                </a:lnTo>
                <a:lnTo>
                  <a:pt x="280416" y="207264"/>
                </a:lnTo>
                <a:lnTo>
                  <a:pt x="280416" y="185928"/>
                </a:lnTo>
                <a:lnTo>
                  <a:pt x="178308" y="185928"/>
                </a:lnTo>
                <a:lnTo>
                  <a:pt x="178308" y="355091"/>
                </a:lnTo>
                <a:lnTo>
                  <a:pt x="297180" y="355091"/>
                </a:lnTo>
                <a:lnTo>
                  <a:pt x="297156" y="266033"/>
                </a:lnTo>
                <a:lnTo>
                  <a:pt x="296989" y="252603"/>
                </a:lnTo>
                <a:lnTo>
                  <a:pt x="296537" y="238601"/>
                </a:lnTo>
                <a:lnTo>
                  <a:pt x="295656" y="224028"/>
                </a:lnTo>
                <a:lnTo>
                  <a:pt x="336804" y="246888"/>
                </a:lnTo>
                <a:lnTo>
                  <a:pt x="321564" y="257555"/>
                </a:lnTo>
                <a:lnTo>
                  <a:pt x="321564" y="321564"/>
                </a:lnTo>
                <a:lnTo>
                  <a:pt x="321825" y="337327"/>
                </a:lnTo>
                <a:lnTo>
                  <a:pt x="322516" y="352806"/>
                </a:lnTo>
                <a:lnTo>
                  <a:pt x="324612" y="384048"/>
                </a:lnTo>
                <a:lnTo>
                  <a:pt x="297180" y="39319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</a:endParaRPr>
          </a:p>
        </p:txBody>
      </p:sp>
      <p:sp>
        <p:nvSpPr>
          <p:cNvPr id="79" name="object 79"/>
          <p:cNvSpPr/>
          <p:nvPr/>
        </p:nvSpPr>
        <p:spPr>
          <a:xfrm>
            <a:off x="5210556" y="4922520"/>
            <a:ext cx="1294130" cy="408940"/>
          </a:xfrm>
          <a:custGeom>
            <a:avLst/>
            <a:gdLst/>
            <a:ahLst/>
            <a:cxnLst/>
            <a:rect l="l" t="t" r="r" b="b"/>
            <a:pathLst>
              <a:path w="1294129" h="408939">
                <a:moveTo>
                  <a:pt x="97548" y="67843"/>
                </a:moveTo>
                <a:lnTo>
                  <a:pt x="67056" y="34874"/>
                </a:lnTo>
                <a:lnTo>
                  <a:pt x="39624" y="19824"/>
                </a:lnTo>
                <a:lnTo>
                  <a:pt x="36576" y="24396"/>
                </a:lnTo>
                <a:lnTo>
                  <a:pt x="46901" y="37007"/>
                </a:lnTo>
                <a:lnTo>
                  <a:pt x="55245" y="49923"/>
                </a:lnTo>
                <a:lnTo>
                  <a:pt x="61861" y="63398"/>
                </a:lnTo>
                <a:lnTo>
                  <a:pt x="67056" y="77736"/>
                </a:lnTo>
                <a:lnTo>
                  <a:pt x="71628" y="91452"/>
                </a:lnTo>
                <a:lnTo>
                  <a:pt x="76200" y="97548"/>
                </a:lnTo>
                <a:lnTo>
                  <a:pt x="83820" y="97548"/>
                </a:lnTo>
                <a:lnTo>
                  <a:pt x="86868" y="96024"/>
                </a:lnTo>
                <a:lnTo>
                  <a:pt x="91440" y="92976"/>
                </a:lnTo>
                <a:lnTo>
                  <a:pt x="97536" y="83832"/>
                </a:lnTo>
                <a:lnTo>
                  <a:pt x="97548" y="67843"/>
                </a:lnTo>
                <a:close/>
              </a:path>
              <a:path w="1294129" h="408939">
                <a:moveTo>
                  <a:pt x="222504" y="201028"/>
                </a:moveTo>
                <a:lnTo>
                  <a:pt x="200494" y="169748"/>
                </a:lnTo>
                <a:lnTo>
                  <a:pt x="158496" y="137172"/>
                </a:lnTo>
                <a:lnTo>
                  <a:pt x="153924" y="143268"/>
                </a:lnTo>
                <a:lnTo>
                  <a:pt x="166636" y="160032"/>
                </a:lnTo>
                <a:lnTo>
                  <a:pt x="177546" y="176606"/>
                </a:lnTo>
                <a:lnTo>
                  <a:pt x="186067" y="192773"/>
                </a:lnTo>
                <a:lnTo>
                  <a:pt x="192024" y="208800"/>
                </a:lnTo>
                <a:lnTo>
                  <a:pt x="195453" y="218795"/>
                </a:lnTo>
                <a:lnTo>
                  <a:pt x="198882" y="225945"/>
                </a:lnTo>
                <a:lnTo>
                  <a:pt x="202311" y="230225"/>
                </a:lnTo>
                <a:lnTo>
                  <a:pt x="205740" y="231660"/>
                </a:lnTo>
                <a:lnTo>
                  <a:pt x="208788" y="231660"/>
                </a:lnTo>
                <a:lnTo>
                  <a:pt x="211836" y="230136"/>
                </a:lnTo>
                <a:lnTo>
                  <a:pt x="216408" y="225564"/>
                </a:lnTo>
                <a:lnTo>
                  <a:pt x="219456" y="220992"/>
                </a:lnTo>
                <a:lnTo>
                  <a:pt x="222504" y="214896"/>
                </a:lnTo>
                <a:lnTo>
                  <a:pt x="222504" y="201028"/>
                </a:lnTo>
                <a:close/>
              </a:path>
              <a:path w="1294129" h="408939">
                <a:moveTo>
                  <a:pt x="402336" y="112788"/>
                </a:moveTo>
                <a:lnTo>
                  <a:pt x="371856" y="80784"/>
                </a:lnTo>
                <a:lnTo>
                  <a:pt x="348996" y="103644"/>
                </a:lnTo>
                <a:lnTo>
                  <a:pt x="310896" y="103644"/>
                </a:lnTo>
                <a:lnTo>
                  <a:pt x="310896" y="33540"/>
                </a:lnTo>
                <a:lnTo>
                  <a:pt x="324612" y="19824"/>
                </a:lnTo>
                <a:lnTo>
                  <a:pt x="284988" y="12"/>
                </a:lnTo>
                <a:lnTo>
                  <a:pt x="285864" y="16624"/>
                </a:lnTo>
                <a:lnTo>
                  <a:pt x="286321" y="39255"/>
                </a:lnTo>
                <a:lnTo>
                  <a:pt x="286435" y="61163"/>
                </a:lnTo>
                <a:lnTo>
                  <a:pt x="286512" y="103644"/>
                </a:lnTo>
                <a:lnTo>
                  <a:pt x="117348" y="103644"/>
                </a:lnTo>
                <a:lnTo>
                  <a:pt x="134112" y="118884"/>
                </a:lnTo>
                <a:lnTo>
                  <a:pt x="142963" y="116636"/>
                </a:lnTo>
                <a:lnTo>
                  <a:pt x="151257" y="114693"/>
                </a:lnTo>
                <a:lnTo>
                  <a:pt x="158965" y="113309"/>
                </a:lnTo>
                <a:lnTo>
                  <a:pt x="166116" y="112788"/>
                </a:lnTo>
                <a:lnTo>
                  <a:pt x="286512" y="112788"/>
                </a:lnTo>
                <a:lnTo>
                  <a:pt x="286512" y="301764"/>
                </a:lnTo>
                <a:lnTo>
                  <a:pt x="283464" y="306336"/>
                </a:lnTo>
                <a:lnTo>
                  <a:pt x="275844" y="306336"/>
                </a:lnTo>
                <a:lnTo>
                  <a:pt x="268719" y="306044"/>
                </a:lnTo>
                <a:lnTo>
                  <a:pt x="256603" y="305193"/>
                </a:lnTo>
                <a:lnTo>
                  <a:pt x="217932" y="301764"/>
                </a:lnTo>
                <a:lnTo>
                  <a:pt x="217932" y="307860"/>
                </a:lnTo>
                <a:lnTo>
                  <a:pt x="240499" y="315328"/>
                </a:lnTo>
                <a:lnTo>
                  <a:pt x="257937" y="324243"/>
                </a:lnTo>
                <a:lnTo>
                  <a:pt x="270217" y="334860"/>
                </a:lnTo>
                <a:lnTo>
                  <a:pt x="277368" y="347484"/>
                </a:lnTo>
                <a:lnTo>
                  <a:pt x="285699" y="344004"/>
                </a:lnTo>
                <a:lnTo>
                  <a:pt x="310337" y="310349"/>
                </a:lnTo>
                <a:lnTo>
                  <a:pt x="310896" y="301764"/>
                </a:lnTo>
                <a:lnTo>
                  <a:pt x="310896" y="112788"/>
                </a:lnTo>
                <a:lnTo>
                  <a:pt x="402336" y="112788"/>
                </a:lnTo>
                <a:close/>
              </a:path>
              <a:path w="1294129" h="408939">
                <a:moveTo>
                  <a:pt x="408432" y="356628"/>
                </a:moveTo>
                <a:lnTo>
                  <a:pt x="388429" y="358648"/>
                </a:lnTo>
                <a:lnTo>
                  <a:pt x="369570" y="360248"/>
                </a:lnTo>
                <a:lnTo>
                  <a:pt x="335280" y="362724"/>
                </a:lnTo>
                <a:lnTo>
                  <a:pt x="320725" y="362953"/>
                </a:lnTo>
                <a:lnTo>
                  <a:pt x="293916" y="364007"/>
                </a:lnTo>
                <a:lnTo>
                  <a:pt x="246126" y="363296"/>
                </a:lnTo>
                <a:lnTo>
                  <a:pt x="205740" y="361200"/>
                </a:lnTo>
                <a:lnTo>
                  <a:pt x="153657" y="351980"/>
                </a:lnTo>
                <a:lnTo>
                  <a:pt x="116205" y="332625"/>
                </a:lnTo>
                <a:lnTo>
                  <a:pt x="94488" y="317004"/>
                </a:lnTo>
                <a:lnTo>
                  <a:pt x="94488" y="181368"/>
                </a:lnTo>
                <a:lnTo>
                  <a:pt x="104013" y="173748"/>
                </a:lnTo>
                <a:lnTo>
                  <a:pt x="109728" y="169176"/>
                </a:lnTo>
                <a:lnTo>
                  <a:pt x="85344" y="144792"/>
                </a:lnTo>
                <a:lnTo>
                  <a:pt x="65532" y="164604"/>
                </a:lnTo>
                <a:lnTo>
                  <a:pt x="0" y="164604"/>
                </a:lnTo>
                <a:lnTo>
                  <a:pt x="15240" y="179844"/>
                </a:lnTo>
                <a:lnTo>
                  <a:pt x="24879" y="177596"/>
                </a:lnTo>
                <a:lnTo>
                  <a:pt x="35242" y="175653"/>
                </a:lnTo>
                <a:lnTo>
                  <a:pt x="45885" y="174269"/>
                </a:lnTo>
                <a:lnTo>
                  <a:pt x="56388" y="173748"/>
                </a:lnTo>
                <a:lnTo>
                  <a:pt x="71628" y="173748"/>
                </a:lnTo>
                <a:lnTo>
                  <a:pt x="71628" y="317004"/>
                </a:lnTo>
                <a:lnTo>
                  <a:pt x="53619" y="329552"/>
                </a:lnTo>
                <a:lnTo>
                  <a:pt x="3048" y="365772"/>
                </a:lnTo>
                <a:lnTo>
                  <a:pt x="27432" y="390156"/>
                </a:lnTo>
                <a:lnTo>
                  <a:pt x="34569" y="378104"/>
                </a:lnTo>
                <a:lnTo>
                  <a:pt x="42291" y="366915"/>
                </a:lnTo>
                <a:lnTo>
                  <a:pt x="67094" y="337959"/>
                </a:lnTo>
                <a:lnTo>
                  <a:pt x="83820" y="327672"/>
                </a:lnTo>
                <a:lnTo>
                  <a:pt x="88341" y="328815"/>
                </a:lnTo>
                <a:lnTo>
                  <a:pt x="94869" y="332244"/>
                </a:lnTo>
                <a:lnTo>
                  <a:pt x="103098" y="337959"/>
                </a:lnTo>
                <a:lnTo>
                  <a:pt x="112776" y="345960"/>
                </a:lnTo>
                <a:lnTo>
                  <a:pt x="123634" y="355409"/>
                </a:lnTo>
                <a:lnTo>
                  <a:pt x="135636" y="363296"/>
                </a:lnTo>
                <a:lnTo>
                  <a:pt x="179324" y="379171"/>
                </a:lnTo>
                <a:lnTo>
                  <a:pt x="219849" y="385406"/>
                </a:lnTo>
                <a:lnTo>
                  <a:pt x="373380" y="391680"/>
                </a:lnTo>
                <a:lnTo>
                  <a:pt x="375640" y="382244"/>
                </a:lnTo>
                <a:lnTo>
                  <a:pt x="382333" y="374535"/>
                </a:lnTo>
                <a:lnTo>
                  <a:pt x="393306" y="368528"/>
                </a:lnTo>
                <a:lnTo>
                  <a:pt x="408432" y="364248"/>
                </a:lnTo>
                <a:lnTo>
                  <a:pt x="408432" y="356628"/>
                </a:lnTo>
                <a:close/>
              </a:path>
              <a:path w="1294129" h="408939">
                <a:moveTo>
                  <a:pt x="534924" y="80784"/>
                </a:moveTo>
                <a:lnTo>
                  <a:pt x="533400" y="73164"/>
                </a:lnTo>
                <a:lnTo>
                  <a:pt x="532561" y="66814"/>
                </a:lnTo>
                <a:lnTo>
                  <a:pt x="530161" y="60464"/>
                </a:lnTo>
                <a:lnTo>
                  <a:pt x="526326" y="54114"/>
                </a:lnTo>
                <a:lnTo>
                  <a:pt x="521208" y="47764"/>
                </a:lnTo>
                <a:lnTo>
                  <a:pt x="514362" y="42684"/>
                </a:lnTo>
                <a:lnTo>
                  <a:pt x="505396" y="35064"/>
                </a:lnTo>
                <a:lnTo>
                  <a:pt x="494411" y="28714"/>
                </a:lnTo>
                <a:lnTo>
                  <a:pt x="481584" y="21094"/>
                </a:lnTo>
                <a:lnTo>
                  <a:pt x="475488" y="23634"/>
                </a:lnTo>
                <a:lnTo>
                  <a:pt x="486676" y="40144"/>
                </a:lnTo>
                <a:lnTo>
                  <a:pt x="495300" y="55384"/>
                </a:lnTo>
                <a:lnTo>
                  <a:pt x="501624" y="69354"/>
                </a:lnTo>
                <a:lnTo>
                  <a:pt x="505968" y="82054"/>
                </a:lnTo>
                <a:lnTo>
                  <a:pt x="505968" y="93484"/>
                </a:lnTo>
                <a:lnTo>
                  <a:pt x="509016" y="98564"/>
                </a:lnTo>
                <a:lnTo>
                  <a:pt x="516636" y="98564"/>
                </a:lnTo>
                <a:lnTo>
                  <a:pt x="521208" y="97294"/>
                </a:lnTo>
                <a:lnTo>
                  <a:pt x="525780" y="90944"/>
                </a:lnTo>
                <a:lnTo>
                  <a:pt x="531876" y="85864"/>
                </a:lnTo>
                <a:lnTo>
                  <a:pt x="534924" y="80784"/>
                </a:lnTo>
                <a:close/>
              </a:path>
              <a:path w="1294129" h="408939">
                <a:moveTo>
                  <a:pt x="701040" y="59194"/>
                </a:moveTo>
                <a:lnTo>
                  <a:pt x="696772" y="55384"/>
                </a:lnTo>
                <a:lnTo>
                  <a:pt x="679704" y="40144"/>
                </a:lnTo>
                <a:lnTo>
                  <a:pt x="669036" y="53479"/>
                </a:lnTo>
                <a:lnTo>
                  <a:pt x="669036" y="66814"/>
                </a:lnTo>
                <a:lnTo>
                  <a:pt x="669036" y="98564"/>
                </a:lnTo>
                <a:lnTo>
                  <a:pt x="669036" y="108724"/>
                </a:lnTo>
                <a:lnTo>
                  <a:pt x="669036" y="145554"/>
                </a:lnTo>
                <a:lnTo>
                  <a:pt x="594360" y="145554"/>
                </a:lnTo>
                <a:lnTo>
                  <a:pt x="594360" y="108724"/>
                </a:lnTo>
                <a:lnTo>
                  <a:pt x="669036" y="108724"/>
                </a:lnTo>
                <a:lnTo>
                  <a:pt x="669036" y="98564"/>
                </a:lnTo>
                <a:lnTo>
                  <a:pt x="594360" y="98564"/>
                </a:lnTo>
                <a:lnTo>
                  <a:pt x="594360" y="66814"/>
                </a:lnTo>
                <a:lnTo>
                  <a:pt x="669036" y="66814"/>
                </a:lnTo>
                <a:lnTo>
                  <a:pt x="669036" y="53479"/>
                </a:lnTo>
                <a:lnTo>
                  <a:pt x="667512" y="55384"/>
                </a:lnTo>
                <a:lnTo>
                  <a:pt x="621792" y="55384"/>
                </a:lnTo>
                <a:lnTo>
                  <a:pt x="626973" y="47764"/>
                </a:lnTo>
                <a:lnTo>
                  <a:pt x="631317" y="42684"/>
                </a:lnTo>
                <a:lnTo>
                  <a:pt x="635076" y="36334"/>
                </a:lnTo>
                <a:lnTo>
                  <a:pt x="638556" y="32524"/>
                </a:lnTo>
                <a:lnTo>
                  <a:pt x="647700" y="23634"/>
                </a:lnTo>
                <a:lnTo>
                  <a:pt x="653796" y="19824"/>
                </a:lnTo>
                <a:lnTo>
                  <a:pt x="626364" y="5854"/>
                </a:lnTo>
                <a:lnTo>
                  <a:pt x="624649" y="16014"/>
                </a:lnTo>
                <a:lnTo>
                  <a:pt x="621792" y="28714"/>
                </a:lnTo>
                <a:lnTo>
                  <a:pt x="617791" y="41414"/>
                </a:lnTo>
                <a:lnTo>
                  <a:pt x="612648" y="55384"/>
                </a:lnTo>
                <a:lnTo>
                  <a:pt x="594360" y="55384"/>
                </a:lnTo>
                <a:lnTo>
                  <a:pt x="571500" y="42684"/>
                </a:lnTo>
                <a:lnTo>
                  <a:pt x="572376" y="61734"/>
                </a:lnTo>
                <a:lnTo>
                  <a:pt x="572833" y="79514"/>
                </a:lnTo>
                <a:lnTo>
                  <a:pt x="572947" y="90944"/>
                </a:lnTo>
                <a:lnTo>
                  <a:pt x="572833" y="139204"/>
                </a:lnTo>
                <a:lnTo>
                  <a:pt x="572376" y="155714"/>
                </a:lnTo>
                <a:lnTo>
                  <a:pt x="571500" y="173494"/>
                </a:lnTo>
                <a:lnTo>
                  <a:pt x="594360" y="167144"/>
                </a:lnTo>
                <a:lnTo>
                  <a:pt x="594360" y="156984"/>
                </a:lnTo>
                <a:lnTo>
                  <a:pt x="669036" y="156984"/>
                </a:lnTo>
                <a:lnTo>
                  <a:pt x="669036" y="169684"/>
                </a:lnTo>
                <a:lnTo>
                  <a:pt x="691896" y="159524"/>
                </a:lnTo>
                <a:lnTo>
                  <a:pt x="691667" y="156984"/>
                </a:lnTo>
                <a:lnTo>
                  <a:pt x="690765" y="146824"/>
                </a:lnTo>
                <a:lnTo>
                  <a:pt x="690702" y="145554"/>
                </a:lnTo>
                <a:lnTo>
                  <a:pt x="689800" y="127774"/>
                </a:lnTo>
                <a:lnTo>
                  <a:pt x="689279" y="108724"/>
                </a:lnTo>
                <a:lnTo>
                  <a:pt x="689178" y="104914"/>
                </a:lnTo>
                <a:lnTo>
                  <a:pt x="689076" y="98564"/>
                </a:lnTo>
                <a:lnTo>
                  <a:pt x="688848" y="69354"/>
                </a:lnTo>
                <a:lnTo>
                  <a:pt x="691896" y="66814"/>
                </a:lnTo>
                <a:lnTo>
                  <a:pt x="701040" y="59194"/>
                </a:lnTo>
                <a:close/>
              </a:path>
              <a:path w="1294129" h="408939">
                <a:moveTo>
                  <a:pt x="723900" y="214134"/>
                </a:moveTo>
                <a:lnTo>
                  <a:pt x="699516" y="184924"/>
                </a:lnTo>
                <a:lnTo>
                  <a:pt x="681228" y="203974"/>
                </a:lnTo>
                <a:lnTo>
                  <a:pt x="643128" y="203974"/>
                </a:lnTo>
                <a:lnTo>
                  <a:pt x="647928" y="197624"/>
                </a:lnTo>
                <a:lnTo>
                  <a:pt x="650748" y="192544"/>
                </a:lnTo>
                <a:lnTo>
                  <a:pt x="651268" y="187464"/>
                </a:lnTo>
                <a:lnTo>
                  <a:pt x="649224" y="182384"/>
                </a:lnTo>
                <a:lnTo>
                  <a:pt x="645223" y="177304"/>
                </a:lnTo>
                <a:lnTo>
                  <a:pt x="637794" y="172224"/>
                </a:lnTo>
                <a:lnTo>
                  <a:pt x="626935" y="167144"/>
                </a:lnTo>
                <a:lnTo>
                  <a:pt x="612648" y="160794"/>
                </a:lnTo>
                <a:lnTo>
                  <a:pt x="609600" y="165874"/>
                </a:lnTo>
                <a:lnTo>
                  <a:pt x="617855" y="174764"/>
                </a:lnTo>
                <a:lnTo>
                  <a:pt x="624268" y="183654"/>
                </a:lnTo>
                <a:lnTo>
                  <a:pt x="628662" y="193814"/>
                </a:lnTo>
                <a:lnTo>
                  <a:pt x="630936" y="203974"/>
                </a:lnTo>
                <a:lnTo>
                  <a:pt x="548640" y="203974"/>
                </a:lnTo>
                <a:lnTo>
                  <a:pt x="563880" y="219214"/>
                </a:lnTo>
                <a:lnTo>
                  <a:pt x="573900" y="216674"/>
                </a:lnTo>
                <a:lnTo>
                  <a:pt x="592810" y="214134"/>
                </a:lnTo>
                <a:lnTo>
                  <a:pt x="601980" y="214134"/>
                </a:lnTo>
                <a:lnTo>
                  <a:pt x="599668" y="240804"/>
                </a:lnTo>
                <a:lnTo>
                  <a:pt x="590359" y="268744"/>
                </a:lnTo>
                <a:lnTo>
                  <a:pt x="573900" y="297954"/>
                </a:lnTo>
                <a:lnTo>
                  <a:pt x="550164" y="328434"/>
                </a:lnTo>
                <a:lnTo>
                  <a:pt x="554736" y="332244"/>
                </a:lnTo>
                <a:lnTo>
                  <a:pt x="578446" y="313194"/>
                </a:lnTo>
                <a:lnTo>
                  <a:pt x="597027" y="294144"/>
                </a:lnTo>
                <a:lnTo>
                  <a:pt x="610450" y="273824"/>
                </a:lnTo>
                <a:lnTo>
                  <a:pt x="618744" y="252234"/>
                </a:lnTo>
                <a:lnTo>
                  <a:pt x="662940" y="252234"/>
                </a:lnTo>
                <a:lnTo>
                  <a:pt x="658177" y="292874"/>
                </a:lnTo>
                <a:lnTo>
                  <a:pt x="643128" y="313194"/>
                </a:lnTo>
                <a:lnTo>
                  <a:pt x="632282" y="313194"/>
                </a:lnTo>
                <a:lnTo>
                  <a:pt x="625030" y="311924"/>
                </a:lnTo>
                <a:lnTo>
                  <a:pt x="616902" y="309384"/>
                </a:lnTo>
                <a:lnTo>
                  <a:pt x="608076" y="306844"/>
                </a:lnTo>
                <a:lnTo>
                  <a:pt x="606552" y="313194"/>
                </a:lnTo>
                <a:lnTo>
                  <a:pt x="622554" y="320814"/>
                </a:lnTo>
                <a:lnTo>
                  <a:pt x="633984" y="327164"/>
                </a:lnTo>
                <a:lnTo>
                  <a:pt x="640842" y="334784"/>
                </a:lnTo>
                <a:lnTo>
                  <a:pt x="643128" y="342404"/>
                </a:lnTo>
                <a:lnTo>
                  <a:pt x="653427" y="338594"/>
                </a:lnTo>
                <a:lnTo>
                  <a:pt x="661606" y="334784"/>
                </a:lnTo>
                <a:lnTo>
                  <a:pt x="667766" y="328434"/>
                </a:lnTo>
                <a:lnTo>
                  <a:pt x="672084" y="320814"/>
                </a:lnTo>
                <a:lnTo>
                  <a:pt x="673989" y="313194"/>
                </a:lnTo>
                <a:lnTo>
                  <a:pt x="674624" y="310654"/>
                </a:lnTo>
                <a:lnTo>
                  <a:pt x="677608" y="296684"/>
                </a:lnTo>
                <a:lnTo>
                  <a:pt x="680859" y="278904"/>
                </a:lnTo>
                <a:lnTo>
                  <a:pt x="684276" y="254774"/>
                </a:lnTo>
                <a:lnTo>
                  <a:pt x="688187" y="252234"/>
                </a:lnTo>
                <a:lnTo>
                  <a:pt x="697992" y="245884"/>
                </a:lnTo>
                <a:lnTo>
                  <a:pt x="692759" y="242074"/>
                </a:lnTo>
                <a:lnTo>
                  <a:pt x="673608" y="228104"/>
                </a:lnTo>
                <a:lnTo>
                  <a:pt x="661416" y="242074"/>
                </a:lnTo>
                <a:lnTo>
                  <a:pt x="620268" y="242074"/>
                </a:lnTo>
                <a:lnTo>
                  <a:pt x="621385" y="234454"/>
                </a:lnTo>
                <a:lnTo>
                  <a:pt x="622363" y="226834"/>
                </a:lnTo>
                <a:lnTo>
                  <a:pt x="623049" y="220484"/>
                </a:lnTo>
                <a:lnTo>
                  <a:pt x="623316" y="214134"/>
                </a:lnTo>
                <a:lnTo>
                  <a:pt x="723900" y="214134"/>
                </a:lnTo>
                <a:close/>
              </a:path>
              <a:path w="1294129" h="408939">
                <a:moveTo>
                  <a:pt x="851916" y="362724"/>
                </a:moveTo>
                <a:lnTo>
                  <a:pt x="807593" y="365264"/>
                </a:lnTo>
                <a:lnTo>
                  <a:pt x="733818" y="367804"/>
                </a:lnTo>
                <a:lnTo>
                  <a:pt x="673798" y="367804"/>
                </a:lnTo>
                <a:lnTo>
                  <a:pt x="640080" y="365264"/>
                </a:lnTo>
                <a:lnTo>
                  <a:pt x="622363" y="362724"/>
                </a:lnTo>
                <a:lnTo>
                  <a:pt x="605790" y="358914"/>
                </a:lnTo>
                <a:lnTo>
                  <a:pt x="590359" y="352564"/>
                </a:lnTo>
                <a:lnTo>
                  <a:pt x="576072" y="347484"/>
                </a:lnTo>
                <a:lnTo>
                  <a:pt x="563181" y="338594"/>
                </a:lnTo>
                <a:lnTo>
                  <a:pt x="551878" y="330974"/>
                </a:lnTo>
                <a:lnTo>
                  <a:pt x="545287" y="325894"/>
                </a:lnTo>
                <a:lnTo>
                  <a:pt x="541985" y="323354"/>
                </a:lnTo>
                <a:lnTo>
                  <a:pt x="533400" y="314464"/>
                </a:lnTo>
                <a:lnTo>
                  <a:pt x="533400" y="168414"/>
                </a:lnTo>
                <a:lnTo>
                  <a:pt x="536829" y="165874"/>
                </a:lnTo>
                <a:lnTo>
                  <a:pt x="547116" y="158254"/>
                </a:lnTo>
                <a:lnTo>
                  <a:pt x="521208" y="135394"/>
                </a:lnTo>
                <a:lnTo>
                  <a:pt x="507492" y="154444"/>
                </a:lnTo>
                <a:lnTo>
                  <a:pt x="438912" y="154444"/>
                </a:lnTo>
                <a:lnTo>
                  <a:pt x="455676" y="169684"/>
                </a:lnTo>
                <a:lnTo>
                  <a:pt x="465099" y="168414"/>
                </a:lnTo>
                <a:lnTo>
                  <a:pt x="485673" y="165874"/>
                </a:lnTo>
                <a:lnTo>
                  <a:pt x="510540" y="165874"/>
                </a:lnTo>
                <a:lnTo>
                  <a:pt x="510540" y="314464"/>
                </a:lnTo>
                <a:lnTo>
                  <a:pt x="489940" y="323354"/>
                </a:lnTo>
                <a:lnTo>
                  <a:pt x="471487" y="332244"/>
                </a:lnTo>
                <a:lnTo>
                  <a:pt x="455028" y="341134"/>
                </a:lnTo>
                <a:lnTo>
                  <a:pt x="440436" y="351294"/>
                </a:lnTo>
                <a:lnTo>
                  <a:pt x="464820" y="375424"/>
                </a:lnTo>
                <a:lnTo>
                  <a:pt x="471716" y="367804"/>
                </a:lnTo>
                <a:lnTo>
                  <a:pt x="478917" y="360184"/>
                </a:lnTo>
                <a:lnTo>
                  <a:pt x="509968" y="329704"/>
                </a:lnTo>
                <a:lnTo>
                  <a:pt x="516077" y="325894"/>
                </a:lnTo>
                <a:lnTo>
                  <a:pt x="521208" y="325894"/>
                </a:lnTo>
                <a:lnTo>
                  <a:pt x="526351" y="327164"/>
                </a:lnTo>
                <a:lnTo>
                  <a:pt x="532638" y="329704"/>
                </a:lnTo>
                <a:lnTo>
                  <a:pt x="540067" y="336054"/>
                </a:lnTo>
                <a:lnTo>
                  <a:pt x="548640" y="344944"/>
                </a:lnTo>
                <a:lnTo>
                  <a:pt x="560349" y="355104"/>
                </a:lnTo>
                <a:lnTo>
                  <a:pt x="612648" y="381774"/>
                </a:lnTo>
                <a:lnTo>
                  <a:pt x="686943" y="391934"/>
                </a:lnTo>
                <a:lnTo>
                  <a:pt x="745515" y="394474"/>
                </a:lnTo>
                <a:lnTo>
                  <a:pt x="818388" y="395744"/>
                </a:lnTo>
                <a:lnTo>
                  <a:pt x="820407" y="388124"/>
                </a:lnTo>
                <a:lnTo>
                  <a:pt x="826579" y="380504"/>
                </a:lnTo>
                <a:lnTo>
                  <a:pt x="837031" y="374154"/>
                </a:lnTo>
                <a:lnTo>
                  <a:pt x="851916" y="367804"/>
                </a:lnTo>
                <a:lnTo>
                  <a:pt x="851916" y="362724"/>
                </a:lnTo>
                <a:close/>
              </a:path>
              <a:path w="1294129" h="408939">
                <a:moveTo>
                  <a:pt x="853440" y="112534"/>
                </a:moveTo>
                <a:lnTo>
                  <a:pt x="845883" y="104914"/>
                </a:lnTo>
                <a:lnTo>
                  <a:pt x="824484" y="83324"/>
                </a:lnTo>
                <a:lnTo>
                  <a:pt x="806196" y="104914"/>
                </a:lnTo>
                <a:lnTo>
                  <a:pt x="743712" y="104914"/>
                </a:lnTo>
                <a:lnTo>
                  <a:pt x="748830" y="88404"/>
                </a:lnTo>
                <a:lnTo>
                  <a:pt x="754951" y="70624"/>
                </a:lnTo>
                <a:lnTo>
                  <a:pt x="761923" y="51574"/>
                </a:lnTo>
                <a:lnTo>
                  <a:pt x="769620" y="29984"/>
                </a:lnTo>
                <a:lnTo>
                  <a:pt x="783336" y="22364"/>
                </a:lnTo>
                <a:lnTo>
                  <a:pt x="746760" y="4584"/>
                </a:lnTo>
                <a:lnTo>
                  <a:pt x="743038" y="28714"/>
                </a:lnTo>
                <a:lnTo>
                  <a:pt x="738759" y="51574"/>
                </a:lnTo>
                <a:lnTo>
                  <a:pt x="728472" y="96024"/>
                </a:lnTo>
                <a:lnTo>
                  <a:pt x="714375" y="136664"/>
                </a:lnTo>
                <a:lnTo>
                  <a:pt x="697992" y="177304"/>
                </a:lnTo>
                <a:lnTo>
                  <a:pt x="704088" y="181114"/>
                </a:lnTo>
                <a:lnTo>
                  <a:pt x="712368" y="167144"/>
                </a:lnTo>
                <a:lnTo>
                  <a:pt x="721233" y="151904"/>
                </a:lnTo>
                <a:lnTo>
                  <a:pt x="730656" y="134124"/>
                </a:lnTo>
                <a:lnTo>
                  <a:pt x="740664" y="115074"/>
                </a:lnTo>
                <a:lnTo>
                  <a:pt x="792480" y="115074"/>
                </a:lnTo>
                <a:lnTo>
                  <a:pt x="788733" y="141744"/>
                </a:lnTo>
                <a:lnTo>
                  <a:pt x="784288" y="168414"/>
                </a:lnTo>
                <a:lnTo>
                  <a:pt x="778967" y="192544"/>
                </a:lnTo>
                <a:lnTo>
                  <a:pt x="772668" y="216674"/>
                </a:lnTo>
                <a:lnTo>
                  <a:pt x="763562" y="205244"/>
                </a:lnTo>
                <a:lnTo>
                  <a:pt x="752475" y="192544"/>
                </a:lnTo>
                <a:lnTo>
                  <a:pt x="739660" y="178574"/>
                </a:lnTo>
                <a:lnTo>
                  <a:pt x="725424" y="164604"/>
                </a:lnTo>
                <a:lnTo>
                  <a:pt x="720852" y="167144"/>
                </a:lnTo>
                <a:lnTo>
                  <a:pt x="731443" y="181114"/>
                </a:lnTo>
                <a:lnTo>
                  <a:pt x="754926" y="215404"/>
                </a:lnTo>
                <a:lnTo>
                  <a:pt x="749236" y="267474"/>
                </a:lnTo>
                <a:lnTo>
                  <a:pt x="701230" y="327164"/>
                </a:lnTo>
                <a:lnTo>
                  <a:pt x="672084" y="355104"/>
                </a:lnTo>
                <a:lnTo>
                  <a:pt x="675132" y="358914"/>
                </a:lnTo>
                <a:lnTo>
                  <a:pt x="707440" y="337324"/>
                </a:lnTo>
                <a:lnTo>
                  <a:pt x="735901" y="311924"/>
                </a:lnTo>
                <a:lnTo>
                  <a:pt x="760641" y="283984"/>
                </a:lnTo>
                <a:lnTo>
                  <a:pt x="781812" y="253504"/>
                </a:lnTo>
                <a:lnTo>
                  <a:pt x="791476" y="271284"/>
                </a:lnTo>
                <a:lnTo>
                  <a:pt x="799719" y="287794"/>
                </a:lnTo>
                <a:lnTo>
                  <a:pt x="806234" y="303034"/>
                </a:lnTo>
                <a:lnTo>
                  <a:pt x="810768" y="318274"/>
                </a:lnTo>
                <a:lnTo>
                  <a:pt x="815340" y="333514"/>
                </a:lnTo>
                <a:lnTo>
                  <a:pt x="818388" y="341134"/>
                </a:lnTo>
                <a:lnTo>
                  <a:pt x="822960" y="341134"/>
                </a:lnTo>
                <a:lnTo>
                  <a:pt x="824484" y="337324"/>
                </a:lnTo>
                <a:lnTo>
                  <a:pt x="829056" y="333514"/>
                </a:lnTo>
                <a:lnTo>
                  <a:pt x="832104" y="328434"/>
                </a:lnTo>
                <a:lnTo>
                  <a:pt x="833628" y="322084"/>
                </a:lnTo>
                <a:lnTo>
                  <a:pt x="833628" y="310654"/>
                </a:lnTo>
                <a:lnTo>
                  <a:pt x="818769" y="272554"/>
                </a:lnTo>
                <a:lnTo>
                  <a:pt x="790956" y="234454"/>
                </a:lnTo>
                <a:lnTo>
                  <a:pt x="795616" y="216674"/>
                </a:lnTo>
                <a:lnTo>
                  <a:pt x="798614" y="205244"/>
                </a:lnTo>
                <a:lnTo>
                  <a:pt x="805434" y="176034"/>
                </a:lnTo>
                <a:lnTo>
                  <a:pt x="811098" y="144284"/>
                </a:lnTo>
                <a:lnTo>
                  <a:pt x="814997" y="115074"/>
                </a:lnTo>
                <a:lnTo>
                  <a:pt x="815340" y="112534"/>
                </a:lnTo>
                <a:lnTo>
                  <a:pt x="853440" y="112534"/>
                </a:lnTo>
                <a:close/>
              </a:path>
              <a:path w="1294129" h="408939">
                <a:moveTo>
                  <a:pt x="982637" y="67208"/>
                </a:moveTo>
                <a:lnTo>
                  <a:pt x="960501" y="33528"/>
                </a:lnTo>
                <a:lnTo>
                  <a:pt x="934212" y="13716"/>
                </a:lnTo>
                <a:lnTo>
                  <a:pt x="929640" y="18288"/>
                </a:lnTo>
                <a:lnTo>
                  <a:pt x="938796" y="34861"/>
                </a:lnTo>
                <a:lnTo>
                  <a:pt x="945832" y="50292"/>
                </a:lnTo>
                <a:lnTo>
                  <a:pt x="950849" y="64579"/>
                </a:lnTo>
                <a:lnTo>
                  <a:pt x="954024" y="77724"/>
                </a:lnTo>
                <a:lnTo>
                  <a:pt x="955548" y="89916"/>
                </a:lnTo>
                <a:lnTo>
                  <a:pt x="958596" y="96012"/>
                </a:lnTo>
                <a:lnTo>
                  <a:pt x="963168" y="96012"/>
                </a:lnTo>
                <a:lnTo>
                  <a:pt x="970788" y="91440"/>
                </a:lnTo>
                <a:lnTo>
                  <a:pt x="979932" y="82296"/>
                </a:lnTo>
                <a:lnTo>
                  <a:pt x="981456" y="73152"/>
                </a:lnTo>
                <a:lnTo>
                  <a:pt x="982637" y="67208"/>
                </a:lnTo>
                <a:close/>
              </a:path>
              <a:path w="1294129" h="408939">
                <a:moveTo>
                  <a:pt x="1042416" y="271272"/>
                </a:moveTo>
                <a:lnTo>
                  <a:pt x="1037844" y="266700"/>
                </a:lnTo>
                <a:lnTo>
                  <a:pt x="975360" y="323088"/>
                </a:lnTo>
                <a:lnTo>
                  <a:pt x="975360" y="169164"/>
                </a:lnTo>
                <a:lnTo>
                  <a:pt x="984885" y="161544"/>
                </a:lnTo>
                <a:lnTo>
                  <a:pt x="990600" y="156972"/>
                </a:lnTo>
                <a:lnTo>
                  <a:pt x="960120" y="134112"/>
                </a:lnTo>
                <a:lnTo>
                  <a:pt x="946404" y="152400"/>
                </a:lnTo>
                <a:lnTo>
                  <a:pt x="883920" y="152400"/>
                </a:lnTo>
                <a:lnTo>
                  <a:pt x="899160" y="167640"/>
                </a:lnTo>
                <a:lnTo>
                  <a:pt x="917638" y="163449"/>
                </a:lnTo>
                <a:lnTo>
                  <a:pt x="925512" y="162077"/>
                </a:lnTo>
                <a:lnTo>
                  <a:pt x="932688" y="161544"/>
                </a:lnTo>
                <a:lnTo>
                  <a:pt x="950976" y="161544"/>
                </a:lnTo>
                <a:lnTo>
                  <a:pt x="950976" y="323088"/>
                </a:lnTo>
                <a:lnTo>
                  <a:pt x="950417" y="330542"/>
                </a:lnTo>
                <a:lnTo>
                  <a:pt x="948880" y="336994"/>
                </a:lnTo>
                <a:lnTo>
                  <a:pt x="946467" y="342595"/>
                </a:lnTo>
                <a:lnTo>
                  <a:pt x="943356" y="347472"/>
                </a:lnTo>
                <a:lnTo>
                  <a:pt x="967740" y="376428"/>
                </a:lnTo>
                <a:lnTo>
                  <a:pt x="981976" y="351853"/>
                </a:lnTo>
                <a:lnTo>
                  <a:pt x="999363" y="326136"/>
                </a:lnTo>
                <a:lnTo>
                  <a:pt x="1001649" y="323088"/>
                </a:lnTo>
                <a:lnTo>
                  <a:pt x="1019594" y="299275"/>
                </a:lnTo>
                <a:lnTo>
                  <a:pt x="1042416" y="271272"/>
                </a:lnTo>
                <a:close/>
              </a:path>
              <a:path w="1294129" h="408939">
                <a:moveTo>
                  <a:pt x="1251204" y="210312"/>
                </a:moveTo>
                <a:lnTo>
                  <a:pt x="1244866" y="205740"/>
                </a:lnTo>
                <a:lnTo>
                  <a:pt x="1223772" y="190500"/>
                </a:lnTo>
                <a:lnTo>
                  <a:pt x="1216152" y="201396"/>
                </a:lnTo>
                <a:lnTo>
                  <a:pt x="1216152" y="216408"/>
                </a:lnTo>
                <a:lnTo>
                  <a:pt x="1216152" y="251460"/>
                </a:lnTo>
                <a:lnTo>
                  <a:pt x="1216152" y="260604"/>
                </a:lnTo>
                <a:lnTo>
                  <a:pt x="1216152" y="301752"/>
                </a:lnTo>
                <a:lnTo>
                  <a:pt x="1083564" y="301752"/>
                </a:lnTo>
                <a:lnTo>
                  <a:pt x="1083564" y="260604"/>
                </a:lnTo>
                <a:lnTo>
                  <a:pt x="1216152" y="260604"/>
                </a:lnTo>
                <a:lnTo>
                  <a:pt x="1216152" y="251460"/>
                </a:lnTo>
                <a:lnTo>
                  <a:pt x="1083564" y="251460"/>
                </a:lnTo>
                <a:lnTo>
                  <a:pt x="1083564" y="216408"/>
                </a:lnTo>
                <a:lnTo>
                  <a:pt x="1216152" y="216408"/>
                </a:lnTo>
                <a:lnTo>
                  <a:pt x="1216152" y="201396"/>
                </a:lnTo>
                <a:lnTo>
                  <a:pt x="1213104" y="205740"/>
                </a:lnTo>
                <a:lnTo>
                  <a:pt x="1082040" y="205740"/>
                </a:lnTo>
                <a:lnTo>
                  <a:pt x="1059180" y="192024"/>
                </a:lnTo>
                <a:lnTo>
                  <a:pt x="1060297" y="214871"/>
                </a:lnTo>
                <a:lnTo>
                  <a:pt x="1061275" y="239839"/>
                </a:lnTo>
                <a:lnTo>
                  <a:pt x="1061961" y="266700"/>
                </a:lnTo>
                <a:lnTo>
                  <a:pt x="1062228" y="295656"/>
                </a:lnTo>
                <a:lnTo>
                  <a:pt x="1061948" y="326136"/>
                </a:lnTo>
                <a:lnTo>
                  <a:pt x="1061275" y="354901"/>
                </a:lnTo>
                <a:lnTo>
                  <a:pt x="1060297" y="382460"/>
                </a:lnTo>
                <a:lnTo>
                  <a:pt x="1059180" y="408432"/>
                </a:lnTo>
                <a:lnTo>
                  <a:pt x="1083564" y="396240"/>
                </a:lnTo>
                <a:lnTo>
                  <a:pt x="1083564" y="310896"/>
                </a:lnTo>
                <a:lnTo>
                  <a:pt x="1216152" y="310896"/>
                </a:lnTo>
                <a:lnTo>
                  <a:pt x="1216152" y="353568"/>
                </a:lnTo>
                <a:lnTo>
                  <a:pt x="1217676" y="364236"/>
                </a:lnTo>
                <a:lnTo>
                  <a:pt x="1211580" y="370332"/>
                </a:lnTo>
                <a:lnTo>
                  <a:pt x="1200912" y="370332"/>
                </a:lnTo>
                <a:lnTo>
                  <a:pt x="1191171" y="369430"/>
                </a:lnTo>
                <a:lnTo>
                  <a:pt x="1167688" y="368198"/>
                </a:lnTo>
                <a:lnTo>
                  <a:pt x="1153668" y="367284"/>
                </a:lnTo>
                <a:lnTo>
                  <a:pt x="1153668" y="374904"/>
                </a:lnTo>
                <a:lnTo>
                  <a:pt x="1174546" y="380339"/>
                </a:lnTo>
                <a:lnTo>
                  <a:pt x="1189291" y="387477"/>
                </a:lnTo>
                <a:lnTo>
                  <a:pt x="1198029" y="396341"/>
                </a:lnTo>
                <a:lnTo>
                  <a:pt x="1200912" y="406908"/>
                </a:lnTo>
                <a:lnTo>
                  <a:pt x="1218006" y="399796"/>
                </a:lnTo>
                <a:lnTo>
                  <a:pt x="1230249" y="389953"/>
                </a:lnTo>
                <a:lnTo>
                  <a:pt x="1237335" y="377558"/>
                </a:lnTo>
                <a:lnTo>
                  <a:pt x="1238148" y="370332"/>
                </a:lnTo>
                <a:lnTo>
                  <a:pt x="1239012" y="362712"/>
                </a:lnTo>
                <a:lnTo>
                  <a:pt x="1239012" y="220980"/>
                </a:lnTo>
                <a:lnTo>
                  <a:pt x="1244231" y="216408"/>
                </a:lnTo>
                <a:lnTo>
                  <a:pt x="1251204" y="210312"/>
                </a:lnTo>
                <a:close/>
              </a:path>
              <a:path w="1294129" h="408939">
                <a:moveTo>
                  <a:pt x="1293876" y="170688"/>
                </a:moveTo>
                <a:lnTo>
                  <a:pt x="1264920" y="137160"/>
                </a:lnTo>
                <a:lnTo>
                  <a:pt x="1240536" y="160020"/>
                </a:lnTo>
                <a:lnTo>
                  <a:pt x="1158240" y="160020"/>
                </a:lnTo>
                <a:lnTo>
                  <a:pt x="1158240" y="117348"/>
                </a:lnTo>
                <a:lnTo>
                  <a:pt x="1260348" y="117348"/>
                </a:lnTo>
                <a:lnTo>
                  <a:pt x="1231392" y="85344"/>
                </a:lnTo>
                <a:lnTo>
                  <a:pt x="1208532" y="106680"/>
                </a:lnTo>
                <a:lnTo>
                  <a:pt x="1158240" y="106680"/>
                </a:lnTo>
                <a:lnTo>
                  <a:pt x="1158240" y="70104"/>
                </a:lnTo>
                <a:lnTo>
                  <a:pt x="1284732" y="70104"/>
                </a:lnTo>
                <a:lnTo>
                  <a:pt x="1254252" y="36576"/>
                </a:lnTo>
                <a:lnTo>
                  <a:pt x="1229868" y="59436"/>
                </a:lnTo>
                <a:lnTo>
                  <a:pt x="1158240" y="59436"/>
                </a:lnTo>
                <a:lnTo>
                  <a:pt x="1158240" y="30480"/>
                </a:lnTo>
                <a:lnTo>
                  <a:pt x="1173480" y="18288"/>
                </a:lnTo>
                <a:lnTo>
                  <a:pt x="1132332" y="0"/>
                </a:lnTo>
                <a:lnTo>
                  <a:pt x="1133830" y="42011"/>
                </a:lnTo>
                <a:lnTo>
                  <a:pt x="1133856" y="59436"/>
                </a:lnTo>
                <a:lnTo>
                  <a:pt x="1019556" y="59436"/>
                </a:lnTo>
                <a:lnTo>
                  <a:pt x="1034796" y="74676"/>
                </a:lnTo>
                <a:lnTo>
                  <a:pt x="1044524" y="72682"/>
                </a:lnTo>
                <a:lnTo>
                  <a:pt x="1053274" y="71247"/>
                </a:lnTo>
                <a:lnTo>
                  <a:pt x="1061148" y="70396"/>
                </a:lnTo>
                <a:lnTo>
                  <a:pt x="1068324" y="70104"/>
                </a:lnTo>
                <a:lnTo>
                  <a:pt x="1133856" y="70104"/>
                </a:lnTo>
                <a:lnTo>
                  <a:pt x="1133856" y="106680"/>
                </a:lnTo>
                <a:lnTo>
                  <a:pt x="1045464" y="106680"/>
                </a:lnTo>
                <a:lnTo>
                  <a:pt x="1062228" y="121920"/>
                </a:lnTo>
                <a:lnTo>
                  <a:pt x="1071079" y="119926"/>
                </a:lnTo>
                <a:lnTo>
                  <a:pt x="1079373" y="118491"/>
                </a:lnTo>
                <a:lnTo>
                  <a:pt x="1087081" y="117640"/>
                </a:lnTo>
                <a:lnTo>
                  <a:pt x="1094232" y="117348"/>
                </a:lnTo>
                <a:lnTo>
                  <a:pt x="1133856" y="117348"/>
                </a:lnTo>
                <a:lnTo>
                  <a:pt x="1133856" y="160020"/>
                </a:lnTo>
                <a:lnTo>
                  <a:pt x="1005840" y="160020"/>
                </a:lnTo>
                <a:lnTo>
                  <a:pt x="1021080" y="176784"/>
                </a:lnTo>
                <a:lnTo>
                  <a:pt x="1030808" y="173913"/>
                </a:lnTo>
                <a:lnTo>
                  <a:pt x="1039558" y="172021"/>
                </a:lnTo>
                <a:lnTo>
                  <a:pt x="1047432" y="171005"/>
                </a:lnTo>
                <a:lnTo>
                  <a:pt x="1054608" y="170688"/>
                </a:lnTo>
                <a:lnTo>
                  <a:pt x="1293876" y="17068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</a:endParaRPr>
          </a:p>
        </p:txBody>
      </p:sp>
      <p:pic>
        <p:nvPicPr>
          <p:cNvPr id="80" name="object 80"/>
          <p:cNvPicPr/>
          <p:nvPr/>
        </p:nvPicPr>
        <p:blipFill>
          <a:blip r:embed="rId10" cstate="print"/>
          <a:stretch>
            <a:fillRect/>
          </a:stretch>
        </p:blipFill>
        <p:spPr>
          <a:xfrm>
            <a:off x="6579107" y="5186267"/>
            <a:ext cx="70103" cy="118776"/>
          </a:xfrm>
          <a:prstGeom prst="rect">
            <a:avLst/>
          </a:prstGeom>
        </p:spPr>
      </p:pic>
      <p:sp>
        <p:nvSpPr>
          <p:cNvPr id="81" name="object 81"/>
          <p:cNvSpPr/>
          <p:nvPr/>
        </p:nvSpPr>
        <p:spPr>
          <a:xfrm>
            <a:off x="6989064" y="4922532"/>
            <a:ext cx="1647825" cy="410209"/>
          </a:xfrm>
          <a:custGeom>
            <a:avLst/>
            <a:gdLst/>
            <a:ahLst/>
            <a:cxnLst/>
            <a:rect l="l" t="t" r="r" b="b"/>
            <a:pathLst>
              <a:path w="1647825" h="410210">
                <a:moveTo>
                  <a:pt x="138684" y="33515"/>
                </a:moveTo>
                <a:lnTo>
                  <a:pt x="103632" y="9131"/>
                </a:lnTo>
                <a:lnTo>
                  <a:pt x="98818" y="26847"/>
                </a:lnTo>
                <a:lnTo>
                  <a:pt x="91440" y="47993"/>
                </a:lnTo>
                <a:lnTo>
                  <a:pt x="70104" y="100571"/>
                </a:lnTo>
                <a:lnTo>
                  <a:pt x="39052" y="162293"/>
                </a:lnTo>
                <a:lnTo>
                  <a:pt x="0" y="224015"/>
                </a:lnTo>
                <a:lnTo>
                  <a:pt x="4572" y="230111"/>
                </a:lnTo>
                <a:lnTo>
                  <a:pt x="21996" y="210947"/>
                </a:lnTo>
                <a:lnTo>
                  <a:pt x="37719" y="192201"/>
                </a:lnTo>
                <a:lnTo>
                  <a:pt x="51714" y="173748"/>
                </a:lnTo>
                <a:lnTo>
                  <a:pt x="64008" y="155435"/>
                </a:lnTo>
                <a:lnTo>
                  <a:pt x="63893" y="347459"/>
                </a:lnTo>
                <a:lnTo>
                  <a:pt x="63817" y="358127"/>
                </a:lnTo>
                <a:lnTo>
                  <a:pt x="63347" y="382320"/>
                </a:lnTo>
                <a:lnTo>
                  <a:pt x="62484" y="408419"/>
                </a:lnTo>
                <a:lnTo>
                  <a:pt x="89916" y="396227"/>
                </a:lnTo>
                <a:lnTo>
                  <a:pt x="89674" y="377685"/>
                </a:lnTo>
                <a:lnTo>
                  <a:pt x="89154" y="360984"/>
                </a:lnTo>
                <a:lnTo>
                  <a:pt x="88620" y="346303"/>
                </a:lnTo>
                <a:lnTo>
                  <a:pt x="88430" y="336410"/>
                </a:lnTo>
                <a:lnTo>
                  <a:pt x="88392" y="155435"/>
                </a:lnTo>
                <a:lnTo>
                  <a:pt x="88392" y="147815"/>
                </a:lnTo>
                <a:lnTo>
                  <a:pt x="100584" y="140195"/>
                </a:lnTo>
                <a:lnTo>
                  <a:pt x="83820" y="128003"/>
                </a:lnTo>
                <a:lnTo>
                  <a:pt x="114300" y="65519"/>
                </a:lnTo>
                <a:lnTo>
                  <a:pt x="132943" y="37236"/>
                </a:lnTo>
                <a:lnTo>
                  <a:pt x="138684" y="33515"/>
                </a:lnTo>
                <a:close/>
              </a:path>
              <a:path w="1647825" h="410210">
                <a:moveTo>
                  <a:pt x="374904" y="59423"/>
                </a:moveTo>
                <a:lnTo>
                  <a:pt x="369722" y="54851"/>
                </a:lnTo>
                <a:lnTo>
                  <a:pt x="348996" y="36563"/>
                </a:lnTo>
                <a:lnTo>
                  <a:pt x="335280" y="51536"/>
                </a:lnTo>
                <a:lnTo>
                  <a:pt x="335280" y="65519"/>
                </a:lnTo>
                <a:lnTo>
                  <a:pt x="335280" y="169151"/>
                </a:lnTo>
                <a:lnTo>
                  <a:pt x="335280" y="179819"/>
                </a:lnTo>
                <a:lnTo>
                  <a:pt x="335280" y="272783"/>
                </a:lnTo>
                <a:lnTo>
                  <a:pt x="187452" y="272783"/>
                </a:lnTo>
                <a:lnTo>
                  <a:pt x="187452" y="179819"/>
                </a:lnTo>
                <a:lnTo>
                  <a:pt x="335280" y="179819"/>
                </a:lnTo>
                <a:lnTo>
                  <a:pt x="335280" y="169151"/>
                </a:lnTo>
                <a:lnTo>
                  <a:pt x="187452" y="169151"/>
                </a:lnTo>
                <a:lnTo>
                  <a:pt x="187452" y="65519"/>
                </a:lnTo>
                <a:lnTo>
                  <a:pt x="335280" y="65519"/>
                </a:lnTo>
                <a:lnTo>
                  <a:pt x="335280" y="51536"/>
                </a:lnTo>
                <a:lnTo>
                  <a:pt x="332232" y="54851"/>
                </a:lnTo>
                <a:lnTo>
                  <a:pt x="187452" y="54851"/>
                </a:lnTo>
                <a:lnTo>
                  <a:pt x="161544" y="38087"/>
                </a:lnTo>
                <a:lnTo>
                  <a:pt x="162420" y="58661"/>
                </a:lnTo>
                <a:lnTo>
                  <a:pt x="162877" y="76949"/>
                </a:lnTo>
                <a:lnTo>
                  <a:pt x="163042" y="92951"/>
                </a:lnTo>
                <a:lnTo>
                  <a:pt x="163004" y="272783"/>
                </a:lnTo>
                <a:lnTo>
                  <a:pt x="162877" y="287261"/>
                </a:lnTo>
                <a:lnTo>
                  <a:pt x="162420" y="306120"/>
                </a:lnTo>
                <a:lnTo>
                  <a:pt x="161544" y="326123"/>
                </a:lnTo>
                <a:lnTo>
                  <a:pt x="187452" y="315455"/>
                </a:lnTo>
                <a:lnTo>
                  <a:pt x="187452" y="283451"/>
                </a:lnTo>
                <a:lnTo>
                  <a:pt x="335280" y="283451"/>
                </a:lnTo>
                <a:lnTo>
                  <a:pt x="335280" y="316979"/>
                </a:lnTo>
                <a:lnTo>
                  <a:pt x="361188" y="306311"/>
                </a:lnTo>
                <a:lnTo>
                  <a:pt x="359854" y="264210"/>
                </a:lnTo>
                <a:lnTo>
                  <a:pt x="359664" y="179819"/>
                </a:lnTo>
                <a:lnTo>
                  <a:pt x="359664" y="169151"/>
                </a:lnTo>
                <a:lnTo>
                  <a:pt x="359664" y="71615"/>
                </a:lnTo>
                <a:lnTo>
                  <a:pt x="367284" y="65519"/>
                </a:lnTo>
                <a:lnTo>
                  <a:pt x="374904" y="59423"/>
                </a:lnTo>
                <a:close/>
              </a:path>
              <a:path w="1647825" h="410210">
                <a:moveTo>
                  <a:pt x="411480" y="380987"/>
                </a:moveTo>
                <a:lnTo>
                  <a:pt x="379476" y="347459"/>
                </a:lnTo>
                <a:lnTo>
                  <a:pt x="356616" y="370319"/>
                </a:lnTo>
                <a:lnTo>
                  <a:pt x="106680" y="370319"/>
                </a:lnTo>
                <a:lnTo>
                  <a:pt x="121920" y="387083"/>
                </a:lnTo>
                <a:lnTo>
                  <a:pt x="131343" y="384213"/>
                </a:lnTo>
                <a:lnTo>
                  <a:pt x="141351" y="382320"/>
                </a:lnTo>
                <a:lnTo>
                  <a:pt x="151917" y="381304"/>
                </a:lnTo>
                <a:lnTo>
                  <a:pt x="163068" y="380987"/>
                </a:lnTo>
                <a:lnTo>
                  <a:pt x="411480" y="380987"/>
                </a:lnTo>
                <a:close/>
              </a:path>
              <a:path w="1647825" h="410210">
                <a:moveTo>
                  <a:pt x="769607" y="30467"/>
                </a:moveTo>
                <a:lnTo>
                  <a:pt x="762292" y="24371"/>
                </a:lnTo>
                <a:lnTo>
                  <a:pt x="742175" y="7607"/>
                </a:lnTo>
                <a:lnTo>
                  <a:pt x="729983" y="21018"/>
                </a:lnTo>
                <a:lnTo>
                  <a:pt x="729983" y="35039"/>
                </a:lnTo>
                <a:lnTo>
                  <a:pt x="729983" y="85331"/>
                </a:lnTo>
                <a:lnTo>
                  <a:pt x="729983" y="95999"/>
                </a:lnTo>
                <a:lnTo>
                  <a:pt x="729983" y="147815"/>
                </a:lnTo>
                <a:lnTo>
                  <a:pt x="579107" y="147815"/>
                </a:lnTo>
                <a:lnTo>
                  <a:pt x="579107" y="95999"/>
                </a:lnTo>
                <a:lnTo>
                  <a:pt x="729983" y="95999"/>
                </a:lnTo>
                <a:lnTo>
                  <a:pt x="729983" y="85331"/>
                </a:lnTo>
                <a:lnTo>
                  <a:pt x="579107" y="85331"/>
                </a:lnTo>
                <a:lnTo>
                  <a:pt x="579107" y="35039"/>
                </a:lnTo>
                <a:lnTo>
                  <a:pt x="729983" y="35039"/>
                </a:lnTo>
                <a:lnTo>
                  <a:pt x="729983" y="21018"/>
                </a:lnTo>
                <a:lnTo>
                  <a:pt x="726935" y="24371"/>
                </a:lnTo>
                <a:lnTo>
                  <a:pt x="580631" y="24371"/>
                </a:lnTo>
                <a:lnTo>
                  <a:pt x="553199" y="9131"/>
                </a:lnTo>
                <a:lnTo>
                  <a:pt x="553440" y="32613"/>
                </a:lnTo>
                <a:lnTo>
                  <a:pt x="554494" y="77292"/>
                </a:lnTo>
                <a:lnTo>
                  <a:pt x="554723" y="99047"/>
                </a:lnTo>
                <a:lnTo>
                  <a:pt x="554494" y="119888"/>
                </a:lnTo>
                <a:lnTo>
                  <a:pt x="553440" y="162699"/>
                </a:lnTo>
                <a:lnTo>
                  <a:pt x="553199" y="184391"/>
                </a:lnTo>
                <a:lnTo>
                  <a:pt x="579107" y="173723"/>
                </a:lnTo>
                <a:lnTo>
                  <a:pt x="579107" y="158483"/>
                </a:lnTo>
                <a:lnTo>
                  <a:pt x="729983" y="158483"/>
                </a:lnTo>
                <a:lnTo>
                  <a:pt x="729983" y="181343"/>
                </a:lnTo>
                <a:lnTo>
                  <a:pt x="755891" y="167627"/>
                </a:lnTo>
                <a:lnTo>
                  <a:pt x="755459" y="158483"/>
                </a:lnTo>
                <a:lnTo>
                  <a:pt x="755015" y="149390"/>
                </a:lnTo>
                <a:lnTo>
                  <a:pt x="754989" y="147815"/>
                </a:lnTo>
                <a:lnTo>
                  <a:pt x="754557" y="122288"/>
                </a:lnTo>
                <a:lnTo>
                  <a:pt x="754443" y="95999"/>
                </a:lnTo>
                <a:lnTo>
                  <a:pt x="754392" y="85331"/>
                </a:lnTo>
                <a:lnTo>
                  <a:pt x="754367" y="42659"/>
                </a:lnTo>
                <a:lnTo>
                  <a:pt x="763892" y="35039"/>
                </a:lnTo>
                <a:lnTo>
                  <a:pt x="769607" y="30467"/>
                </a:lnTo>
                <a:close/>
              </a:path>
              <a:path w="1647825" h="410210">
                <a:moveTo>
                  <a:pt x="853427" y="359651"/>
                </a:moveTo>
                <a:lnTo>
                  <a:pt x="833742" y="362508"/>
                </a:lnTo>
                <a:lnTo>
                  <a:pt x="811326" y="364223"/>
                </a:lnTo>
                <a:lnTo>
                  <a:pt x="786358" y="364794"/>
                </a:lnTo>
                <a:lnTo>
                  <a:pt x="731177" y="363651"/>
                </a:lnTo>
                <a:lnTo>
                  <a:pt x="707123" y="361937"/>
                </a:lnTo>
                <a:lnTo>
                  <a:pt x="686511" y="359079"/>
                </a:lnTo>
                <a:lnTo>
                  <a:pt x="669023" y="355079"/>
                </a:lnTo>
                <a:lnTo>
                  <a:pt x="669023" y="347459"/>
                </a:lnTo>
                <a:lnTo>
                  <a:pt x="669023" y="283451"/>
                </a:lnTo>
                <a:lnTo>
                  <a:pt x="815327" y="283451"/>
                </a:lnTo>
                <a:lnTo>
                  <a:pt x="804151" y="272783"/>
                </a:lnTo>
                <a:lnTo>
                  <a:pt x="781799" y="251447"/>
                </a:lnTo>
                <a:lnTo>
                  <a:pt x="758939" y="272783"/>
                </a:lnTo>
                <a:lnTo>
                  <a:pt x="669023" y="272783"/>
                </a:lnTo>
                <a:lnTo>
                  <a:pt x="669023" y="214871"/>
                </a:lnTo>
                <a:lnTo>
                  <a:pt x="844283" y="214871"/>
                </a:lnTo>
                <a:lnTo>
                  <a:pt x="807707" y="178295"/>
                </a:lnTo>
                <a:lnTo>
                  <a:pt x="781799" y="204203"/>
                </a:lnTo>
                <a:lnTo>
                  <a:pt x="460235" y="204203"/>
                </a:lnTo>
                <a:lnTo>
                  <a:pt x="475475" y="219443"/>
                </a:lnTo>
                <a:lnTo>
                  <a:pt x="485787" y="217449"/>
                </a:lnTo>
                <a:lnTo>
                  <a:pt x="496239" y="216014"/>
                </a:lnTo>
                <a:lnTo>
                  <a:pt x="506984" y="215163"/>
                </a:lnTo>
                <a:lnTo>
                  <a:pt x="518147" y="214871"/>
                </a:lnTo>
                <a:lnTo>
                  <a:pt x="644639" y="214871"/>
                </a:lnTo>
                <a:lnTo>
                  <a:pt x="644639" y="347459"/>
                </a:lnTo>
                <a:lnTo>
                  <a:pt x="618909" y="336054"/>
                </a:lnTo>
                <a:lnTo>
                  <a:pt x="596442" y="322503"/>
                </a:lnTo>
                <a:lnTo>
                  <a:pt x="577138" y="306959"/>
                </a:lnTo>
                <a:lnTo>
                  <a:pt x="567969" y="297167"/>
                </a:lnTo>
                <a:lnTo>
                  <a:pt x="560819" y="289547"/>
                </a:lnTo>
                <a:lnTo>
                  <a:pt x="577583" y="256019"/>
                </a:lnTo>
                <a:lnTo>
                  <a:pt x="582155" y="249923"/>
                </a:lnTo>
                <a:lnTo>
                  <a:pt x="589775" y="245351"/>
                </a:lnTo>
                <a:lnTo>
                  <a:pt x="551675" y="222491"/>
                </a:lnTo>
                <a:lnTo>
                  <a:pt x="537959" y="277075"/>
                </a:lnTo>
                <a:lnTo>
                  <a:pt x="517385" y="324218"/>
                </a:lnTo>
                <a:lnTo>
                  <a:pt x="489953" y="363943"/>
                </a:lnTo>
                <a:lnTo>
                  <a:pt x="455663" y="396227"/>
                </a:lnTo>
                <a:lnTo>
                  <a:pt x="458711" y="402323"/>
                </a:lnTo>
                <a:lnTo>
                  <a:pt x="488962" y="383755"/>
                </a:lnTo>
                <a:lnTo>
                  <a:pt x="515480" y="360032"/>
                </a:lnTo>
                <a:lnTo>
                  <a:pt x="538010" y="331177"/>
                </a:lnTo>
                <a:lnTo>
                  <a:pt x="556247" y="297167"/>
                </a:lnTo>
                <a:lnTo>
                  <a:pt x="567067" y="311226"/>
                </a:lnTo>
                <a:lnTo>
                  <a:pt x="603491" y="345935"/>
                </a:lnTo>
                <a:lnTo>
                  <a:pt x="653008" y="373583"/>
                </a:lnTo>
                <a:lnTo>
                  <a:pt x="698792" y="386372"/>
                </a:lnTo>
                <a:lnTo>
                  <a:pt x="770902" y="394284"/>
                </a:lnTo>
                <a:lnTo>
                  <a:pt x="818375" y="396227"/>
                </a:lnTo>
                <a:lnTo>
                  <a:pt x="822147" y="386803"/>
                </a:lnTo>
                <a:lnTo>
                  <a:pt x="829043" y="379082"/>
                </a:lnTo>
                <a:lnTo>
                  <a:pt x="839381" y="373087"/>
                </a:lnTo>
                <a:lnTo>
                  <a:pt x="853427" y="368795"/>
                </a:lnTo>
                <a:lnTo>
                  <a:pt x="853427" y="364794"/>
                </a:lnTo>
                <a:lnTo>
                  <a:pt x="853427" y="359651"/>
                </a:lnTo>
                <a:close/>
              </a:path>
              <a:path w="1647825" h="410210">
                <a:moveTo>
                  <a:pt x="999731" y="42672"/>
                </a:moveTo>
                <a:lnTo>
                  <a:pt x="965758" y="10972"/>
                </a:lnTo>
                <a:lnTo>
                  <a:pt x="949439" y="1524"/>
                </a:lnTo>
                <a:lnTo>
                  <a:pt x="944867" y="7620"/>
                </a:lnTo>
                <a:lnTo>
                  <a:pt x="954570" y="19951"/>
                </a:lnTo>
                <a:lnTo>
                  <a:pt x="962964" y="32004"/>
                </a:lnTo>
                <a:lnTo>
                  <a:pt x="969949" y="44043"/>
                </a:lnTo>
                <a:lnTo>
                  <a:pt x="975347" y="56388"/>
                </a:lnTo>
                <a:lnTo>
                  <a:pt x="978395" y="67056"/>
                </a:lnTo>
                <a:lnTo>
                  <a:pt x="981443" y="71628"/>
                </a:lnTo>
                <a:lnTo>
                  <a:pt x="986015" y="71628"/>
                </a:lnTo>
                <a:lnTo>
                  <a:pt x="989063" y="68580"/>
                </a:lnTo>
                <a:lnTo>
                  <a:pt x="993635" y="62484"/>
                </a:lnTo>
                <a:lnTo>
                  <a:pt x="996683" y="57912"/>
                </a:lnTo>
                <a:lnTo>
                  <a:pt x="999731" y="51816"/>
                </a:lnTo>
                <a:lnTo>
                  <a:pt x="999731" y="42672"/>
                </a:lnTo>
                <a:close/>
              </a:path>
              <a:path w="1647825" h="410210">
                <a:moveTo>
                  <a:pt x="1057643" y="178308"/>
                </a:moveTo>
                <a:lnTo>
                  <a:pt x="1028687" y="155448"/>
                </a:lnTo>
                <a:lnTo>
                  <a:pt x="1023289" y="170853"/>
                </a:lnTo>
                <a:lnTo>
                  <a:pt x="1016304" y="187261"/>
                </a:lnTo>
                <a:lnTo>
                  <a:pt x="1007910" y="204520"/>
                </a:lnTo>
                <a:lnTo>
                  <a:pt x="998207" y="222504"/>
                </a:lnTo>
                <a:lnTo>
                  <a:pt x="987539" y="217932"/>
                </a:lnTo>
                <a:lnTo>
                  <a:pt x="987539" y="211836"/>
                </a:lnTo>
                <a:lnTo>
                  <a:pt x="987539" y="182880"/>
                </a:lnTo>
                <a:lnTo>
                  <a:pt x="998639" y="163753"/>
                </a:lnTo>
                <a:lnTo>
                  <a:pt x="1008875" y="145351"/>
                </a:lnTo>
                <a:lnTo>
                  <a:pt x="1017981" y="127800"/>
                </a:lnTo>
                <a:lnTo>
                  <a:pt x="1025639" y="111252"/>
                </a:lnTo>
                <a:lnTo>
                  <a:pt x="1034351" y="105156"/>
                </a:lnTo>
                <a:lnTo>
                  <a:pt x="1040879" y="100584"/>
                </a:lnTo>
                <a:lnTo>
                  <a:pt x="1016495" y="77724"/>
                </a:lnTo>
                <a:lnTo>
                  <a:pt x="999731" y="94488"/>
                </a:lnTo>
                <a:lnTo>
                  <a:pt x="902195" y="94488"/>
                </a:lnTo>
                <a:lnTo>
                  <a:pt x="917435" y="109728"/>
                </a:lnTo>
                <a:lnTo>
                  <a:pt x="927722" y="107721"/>
                </a:lnTo>
                <a:lnTo>
                  <a:pt x="938009" y="106299"/>
                </a:lnTo>
                <a:lnTo>
                  <a:pt x="948296" y="105435"/>
                </a:lnTo>
                <a:lnTo>
                  <a:pt x="958583" y="105156"/>
                </a:lnTo>
                <a:lnTo>
                  <a:pt x="1001255" y="105156"/>
                </a:lnTo>
                <a:lnTo>
                  <a:pt x="981443" y="149923"/>
                </a:lnTo>
                <a:lnTo>
                  <a:pt x="957059" y="193548"/>
                </a:lnTo>
                <a:lnTo>
                  <a:pt x="927341" y="234696"/>
                </a:lnTo>
                <a:lnTo>
                  <a:pt x="893051" y="271272"/>
                </a:lnTo>
                <a:lnTo>
                  <a:pt x="896099" y="277368"/>
                </a:lnTo>
                <a:lnTo>
                  <a:pt x="914107" y="263055"/>
                </a:lnTo>
                <a:lnTo>
                  <a:pt x="931532" y="247459"/>
                </a:lnTo>
                <a:lnTo>
                  <a:pt x="948397" y="230428"/>
                </a:lnTo>
                <a:lnTo>
                  <a:pt x="964679" y="211836"/>
                </a:lnTo>
                <a:lnTo>
                  <a:pt x="964438" y="281940"/>
                </a:lnTo>
                <a:lnTo>
                  <a:pt x="963968" y="333184"/>
                </a:lnTo>
                <a:lnTo>
                  <a:pt x="963434" y="376428"/>
                </a:lnTo>
                <a:lnTo>
                  <a:pt x="963155" y="406908"/>
                </a:lnTo>
                <a:lnTo>
                  <a:pt x="989063" y="394716"/>
                </a:lnTo>
                <a:lnTo>
                  <a:pt x="988187" y="369582"/>
                </a:lnTo>
                <a:lnTo>
                  <a:pt x="987767" y="335280"/>
                </a:lnTo>
                <a:lnTo>
                  <a:pt x="987640" y="304800"/>
                </a:lnTo>
                <a:lnTo>
                  <a:pt x="987539" y="227076"/>
                </a:lnTo>
                <a:lnTo>
                  <a:pt x="1000975" y="242239"/>
                </a:lnTo>
                <a:lnTo>
                  <a:pt x="1011542" y="255841"/>
                </a:lnTo>
                <a:lnTo>
                  <a:pt x="1019263" y="268008"/>
                </a:lnTo>
                <a:lnTo>
                  <a:pt x="1024115" y="278892"/>
                </a:lnTo>
                <a:lnTo>
                  <a:pt x="1025639" y="288036"/>
                </a:lnTo>
                <a:lnTo>
                  <a:pt x="1028687" y="292608"/>
                </a:lnTo>
                <a:lnTo>
                  <a:pt x="1033259" y="292608"/>
                </a:lnTo>
                <a:lnTo>
                  <a:pt x="1036307" y="291084"/>
                </a:lnTo>
                <a:lnTo>
                  <a:pt x="1042403" y="281940"/>
                </a:lnTo>
                <a:lnTo>
                  <a:pt x="1043927" y="277368"/>
                </a:lnTo>
                <a:lnTo>
                  <a:pt x="1043927" y="262128"/>
                </a:lnTo>
                <a:lnTo>
                  <a:pt x="1002779" y="227076"/>
                </a:lnTo>
                <a:lnTo>
                  <a:pt x="1006995" y="222504"/>
                </a:lnTo>
                <a:lnTo>
                  <a:pt x="1013066" y="215900"/>
                </a:lnTo>
                <a:lnTo>
                  <a:pt x="1023353" y="205168"/>
                </a:lnTo>
                <a:lnTo>
                  <a:pt x="1033640" y="194703"/>
                </a:lnTo>
                <a:lnTo>
                  <a:pt x="1043927" y="184404"/>
                </a:lnTo>
                <a:lnTo>
                  <a:pt x="1057643" y="178308"/>
                </a:lnTo>
                <a:close/>
              </a:path>
              <a:path w="1647825" h="410210">
                <a:moveTo>
                  <a:pt x="1301483" y="376428"/>
                </a:moveTo>
                <a:lnTo>
                  <a:pt x="1268895" y="368706"/>
                </a:lnTo>
                <a:lnTo>
                  <a:pt x="1239570" y="356997"/>
                </a:lnTo>
                <a:lnTo>
                  <a:pt x="1213408" y="341274"/>
                </a:lnTo>
                <a:lnTo>
                  <a:pt x="1206360" y="335280"/>
                </a:lnTo>
                <a:lnTo>
                  <a:pt x="1190231" y="321564"/>
                </a:lnTo>
                <a:lnTo>
                  <a:pt x="1222997" y="274701"/>
                </a:lnTo>
                <a:lnTo>
                  <a:pt x="1251191" y="211836"/>
                </a:lnTo>
                <a:lnTo>
                  <a:pt x="1266431" y="202692"/>
                </a:lnTo>
                <a:lnTo>
                  <a:pt x="1255763" y="192024"/>
                </a:lnTo>
                <a:lnTo>
                  <a:pt x="1240523" y="176784"/>
                </a:lnTo>
                <a:lnTo>
                  <a:pt x="1226807" y="190500"/>
                </a:lnTo>
                <a:lnTo>
                  <a:pt x="1226807" y="202692"/>
                </a:lnTo>
                <a:lnTo>
                  <a:pt x="1215948" y="233857"/>
                </a:lnTo>
                <a:lnTo>
                  <a:pt x="1203947" y="261175"/>
                </a:lnTo>
                <a:lnTo>
                  <a:pt x="1190802" y="284772"/>
                </a:lnTo>
                <a:lnTo>
                  <a:pt x="1176515" y="304800"/>
                </a:lnTo>
                <a:lnTo>
                  <a:pt x="1161326" y="283908"/>
                </a:lnTo>
                <a:lnTo>
                  <a:pt x="1147559" y="260032"/>
                </a:lnTo>
                <a:lnTo>
                  <a:pt x="1134948" y="232994"/>
                </a:lnTo>
                <a:lnTo>
                  <a:pt x="1123175" y="202692"/>
                </a:lnTo>
                <a:lnTo>
                  <a:pt x="1226807" y="202692"/>
                </a:lnTo>
                <a:lnTo>
                  <a:pt x="1226807" y="190500"/>
                </a:lnTo>
                <a:lnTo>
                  <a:pt x="1225283" y="192024"/>
                </a:lnTo>
                <a:lnTo>
                  <a:pt x="1178039" y="192024"/>
                </a:lnTo>
                <a:lnTo>
                  <a:pt x="1178039" y="99060"/>
                </a:lnTo>
                <a:lnTo>
                  <a:pt x="1249667" y="99060"/>
                </a:lnTo>
                <a:lnTo>
                  <a:pt x="1228331" y="144780"/>
                </a:lnTo>
                <a:lnTo>
                  <a:pt x="1235951" y="147828"/>
                </a:lnTo>
                <a:lnTo>
                  <a:pt x="1264678" y="116103"/>
                </a:lnTo>
                <a:lnTo>
                  <a:pt x="1286243" y="105156"/>
                </a:lnTo>
                <a:lnTo>
                  <a:pt x="1295387" y="105156"/>
                </a:lnTo>
                <a:lnTo>
                  <a:pt x="1289850" y="99060"/>
                </a:lnTo>
                <a:lnTo>
                  <a:pt x="1280147" y="88392"/>
                </a:lnTo>
                <a:lnTo>
                  <a:pt x="1264907" y="71628"/>
                </a:lnTo>
                <a:lnTo>
                  <a:pt x="1248143" y="88392"/>
                </a:lnTo>
                <a:lnTo>
                  <a:pt x="1178039" y="88392"/>
                </a:lnTo>
                <a:lnTo>
                  <a:pt x="1178039" y="30480"/>
                </a:lnTo>
                <a:lnTo>
                  <a:pt x="1190231" y="16764"/>
                </a:lnTo>
                <a:lnTo>
                  <a:pt x="1153655" y="0"/>
                </a:lnTo>
                <a:lnTo>
                  <a:pt x="1154544" y="16764"/>
                </a:lnTo>
                <a:lnTo>
                  <a:pt x="1154988" y="37338"/>
                </a:lnTo>
                <a:lnTo>
                  <a:pt x="1155090" y="51816"/>
                </a:lnTo>
                <a:lnTo>
                  <a:pt x="1155179" y="88392"/>
                </a:lnTo>
                <a:lnTo>
                  <a:pt x="1155179" y="99060"/>
                </a:lnTo>
                <a:lnTo>
                  <a:pt x="1155179" y="192024"/>
                </a:lnTo>
                <a:lnTo>
                  <a:pt x="1092695" y="192024"/>
                </a:lnTo>
                <a:lnTo>
                  <a:pt x="1092695" y="99060"/>
                </a:lnTo>
                <a:lnTo>
                  <a:pt x="1155179" y="99060"/>
                </a:lnTo>
                <a:lnTo>
                  <a:pt x="1155179" y="88392"/>
                </a:lnTo>
                <a:lnTo>
                  <a:pt x="1097267" y="88392"/>
                </a:lnTo>
                <a:lnTo>
                  <a:pt x="1068311" y="71628"/>
                </a:lnTo>
                <a:lnTo>
                  <a:pt x="1069187" y="94488"/>
                </a:lnTo>
                <a:lnTo>
                  <a:pt x="1069657" y="123825"/>
                </a:lnTo>
                <a:lnTo>
                  <a:pt x="1069784" y="147828"/>
                </a:lnTo>
                <a:lnTo>
                  <a:pt x="1069721" y="194703"/>
                </a:lnTo>
                <a:lnTo>
                  <a:pt x="1064882" y="264033"/>
                </a:lnTo>
                <a:lnTo>
                  <a:pt x="1053071" y="320040"/>
                </a:lnTo>
                <a:lnTo>
                  <a:pt x="1030973" y="364998"/>
                </a:lnTo>
                <a:lnTo>
                  <a:pt x="999731" y="405384"/>
                </a:lnTo>
                <a:lnTo>
                  <a:pt x="1004303" y="409956"/>
                </a:lnTo>
                <a:lnTo>
                  <a:pt x="1046594" y="366712"/>
                </a:lnTo>
                <a:lnTo>
                  <a:pt x="1072883" y="320040"/>
                </a:lnTo>
                <a:lnTo>
                  <a:pt x="1087361" y="266509"/>
                </a:lnTo>
                <a:lnTo>
                  <a:pt x="1092695" y="202692"/>
                </a:lnTo>
                <a:lnTo>
                  <a:pt x="1115555" y="202692"/>
                </a:lnTo>
                <a:lnTo>
                  <a:pt x="1125296" y="237312"/>
                </a:lnTo>
                <a:lnTo>
                  <a:pt x="1136319" y="268224"/>
                </a:lnTo>
                <a:lnTo>
                  <a:pt x="1148778" y="295694"/>
                </a:lnTo>
                <a:lnTo>
                  <a:pt x="1162799" y="320040"/>
                </a:lnTo>
                <a:lnTo>
                  <a:pt x="1135659" y="344017"/>
                </a:lnTo>
                <a:lnTo>
                  <a:pt x="1106792" y="365569"/>
                </a:lnTo>
                <a:lnTo>
                  <a:pt x="1076223" y="384543"/>
                </a:lnTo>
                <a:lnTo>
                  <a:pt x="1043927" y="400812"/>
                </a:lnTo>
                <a:lnTo>
                  <a:pt x="1046975" y="406908"/>
                </a:lnTo>
                <a:lnTo>
                  <a:pt x="1081582" y="393992"/>
                </a:lnTo>
                <a:lnTo>
                  <a:pt x="1114602" y="377952"/>
                </a:lnTo>
                <a:lnTo>
                  <a:pt x="1146213" y="358470"/>
                </a:lnTo>
                <a:lnTo>
                  <a:pt x="1176515" y="335280"/>
                </a:lnTo>
                <a:lnTo>
                  <a:pt x="1198524" y="356679"/>
                </a:lnTo>
                <a:lnTo>
                  <a:pt x="1221092" y="375094"/>
                </a:lnTo>
                <a:lnTo>
                  <a:pt x="1244244" y="390347"/>
                </a:lnTo>
                <a:lnTo>
                  <a:pt x="1267955" y="402336"/>
                </a:lnTo>
                <a:lnTo>
                  <a:pt x="1274267" y="394284"/>
                </a:lnTo>
                <a:lnTo>
                  <a:pt x="1281861" y="388239"/>
                </a:lnTo>
                <a:lnTo>
                  <a:pt x="1290891" y="383895"/>
                </a:lnTo>
                <a:lnTo>
                  <a:pt x="1301483" y="381000"/>
                </a:lnTo>
                <a:lnTo>
                  <a:pt x="1301483" y="376428"/>
                </a:lnTo>
                <a:close/>
              </a:path>
              <a:path w="1647825" h="410210">
                <a:moveTo>
                  <a:pt x="1647431" y="123444"/>
                </a:moveTo>
                <a:lnTo>
                  <a:pt x="1606283" y="123444"/>
                </a:lnTo>
                <a:lnTo>
                  <a:pt x="1566659" y="310896"/>
                </a:lnTo>
                <a:lnTo>
                  <a:pt x="1507223" y="123444"/>
                </a:lnTo>
                <a:lnTo>
                  <a:pt x="1473695" y="123444"/>
                </a:lnTo>
                <a:lnTo>
                  <a:pt x="1415783" y="310896"/>
                </a:lnTo>
                <a:lnTo>
                  <a:pt x="1373111" y="123444"/>
                </a:lnTo>
                <a:lnTo>
                  <a:pt x="1330439" y="123444"/>
                </a:lnTo>
                <a:lnTo>
                  <a:pt x="1392923" y="365760"/>
                </a:lnTo>
                <a:lnTo>
                  <a:pt x="1431023" y="365760"/>
                </a:lnTo>
                <a:lnTo>
                  <a:pt x="1488935" y="178308"/>
                </a:lnTo>
                <a:lnTo>
                  <a:pt x="1548371" y="365760"/>
                </a:lnTo>
                <a:lnTo>
                  <a:pt x="1586471" y="365760"/>
                </a:lnTo>
                <a:lnTo>
                  <a:pt x="1647431" y="12344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</a:endParaRPr>
          </a:p>
        </p:txBody>
      </p:sp>
      <p:pic>
        <p:nvPicPr>
          <p:cNvPr id="82" name="object 82"/>
          <p:cNvPicPr/>
          <p:nvPr/>
        </p:nvPicPr>
        <p:blipFill>
          <a:blip r:embed="rId11" cstate="print"/>
          <a:stretch>
            <a:fillRect/>
          </a:stretch>
        </p:blipFill>
        <p:spPr>
          <a:xfrm>
            <a:off x="8686800" y="4986527"/>
            <a:ext cx="65532" cy="112775"/>
          </a:xfrm>
          <a:prstGeom prst="rect">
            <a:avLst/>
          </a:prstGeom>
        </p:spPr>
      </p:pic>
      <p:sp>
        <p:nvSpPr>
          <p:cNvPr id="83" name="object 83"/>
          <p:cNvSpPr/>
          <p:nvPr/>
        </p:nvSpPr>
        <p:spPr>
          <a:xfrm>
            <a:off x="8807195" y="4924044"/>
            <a:ext cx="402590" cy="407034"/>
          </a:xfrm>
          <a:custGeom>
            <a:avLst/>
            <a:gdLst/>
            <a:ahLst/>
            <a:cxnLst/>
            <a:rect l="l" t="t" r="r" b="b"/>
            <a:pathLst>
              <a:path w="402590" h="407035">
                <a:moveTo>
                  <a:pt x="108204" y="102107"/>
                </a:moveTo>
                <a:lnTo>
                  <a:pt x="83820" y="102107"/>
                </a:lnTo>
                <a:lnTo>
                  <a:pt x="83744" y="66293"/>
                </a:lnTo>
                <a:lnTo>
                  <a:pt x="83629" y="48196"/>
                </a:lnTo>
                <a:lnTo>
                  <a:pt x="83177" y="23455"/>
                </a:lnTo>
                <a:lnTo>
                  <a:pt x="82296" y="0"/>
                </a:lnTo>
                <a:lnTo>
                  <a:pt x="124968" y="21335"/>
                </a:lnTo>
                <a:lnTo>
                  <a:pt x="108204" y="33527"/>
                </a:lnTo>
                <a:lnTo>
                  <a:pt x="108204" y="102107"/>
                </a:lnTo>
                <a:close/>
              </a:path>
              <a:path w="402590" h="407035">
                <a:moveTo>
                  <a:pt x="374904" y="48767"/>
                </a:moveTo>
                <a:lnTo>
                  <a:pt x="333756" y="48767"/>
                </a:lnTo>
                <a:lnTo>
                  <a:pt x="355092" y="28955"/>
                </a:lnTo>
                <a:lnTo>
                  <a:pt x="374904" y="48767"/>
                </a:lnTo>
                <a:close/>
              </a:path>
              <a:path w="402590" h="407035">
                <a:moveTo>
                  <a:pt x="195072" y="399288"/>
                </a:moveTo>
                <a:lnTo>
                  <a:pt x="172212" y="376427"/>
                </a:lnTo>
                <a:lnTo>
                  <a:pt x="185928" y="365760"/>
                </a:lnTo>
                <a:lnTo>
                  <a:pt x="185808" y="74366"/>
                </a:lnTo>
                <a:lnTo>
                  <a:pt x="185737" y="66293"/>
                </a:lnTo>
                <a:lnTo>
                  <a:pt x="185264" y="48196"/>
                </a:lnTo>
                <a:lnTo>
                  <a:pt x="184404" y="32003"/>
                </a:lnTo>
                <a:lnTo>
                  <a:pt x="213360" y="48767"/>
                </a:lnTo>
                <a:lnTo>
                  <a:pt x="374904" y="48767"/>
                </a:lnTo>
                <a:lnTo>
                  <a:pt x="385572" y="59435"/>
                </a:lnTo>
                <a:lnTo>
                  <a:pt x="210312" y="59435"/>
                </a:lnTo>
                <a:lnTo>
                  <a:pt x="210312" y="141731"/>
                </a:lnTo>
                <a:lnTo>
                  <a:pt x="368808" y="141731"/>
                </a:lnTo>
                <a:lnTo>
                  <a:pt x="377952" y="150875"/>
                </a:lnTo>
                <a:lnTo>
                  <a:pt x="375412" y="152399"/>
                </a:lnTo>
                <a:lnTo>
                  <a:pt x="210312" y="152399"/>
                </a:lnTo>
                <a:lnTo>
                  <a:pt x="210312" y="252983"/>
                </a:lnTo>
                <a:lnTo>
                  <a:pt x="364346" y="252983"/>
                </a:lnTo>
                <a:lnTo>
                  <a:pt x="364640" y="260961"/>
                </a:lnTo>
                <a:lnTo>
                  <a:pt x="364795" y="263651"/>
                </a:lnTo>
                <a:lnTo>
                  <a:pt x="210312" y="263651"/>
                </a:lnTo>
                <a:lnTo>
                  <a:pt x="210312" y="373380"/>
                </a:lnTo>
                <a:lnTo>
                  <a:pt x="392756" y="373380"/>
                </a:lnTo>
                <a:lnTo>
                  <a:pt x="402336" y="382524"/>
                </a:lnTo>
                <a:lnTo>
                  <a:pt x="211836" y="382524"/>
                </a:lnTo>
                <a:lnTo>
                  <a:pt x="195072" y="399288"/>
                </a:lnTo>
                <a:close/>
              </a:path>
              <a:path w="402590" h="407035">
                <a:moveTo>
                  <a:pt x="15240" y="117347"/>
                </a:moveTo>
                <a:lnTo>
                  <a:pt x="0" y="102107"/>
                </a:lnTo>
                <a:lnTo>
                  <a:pt x="132588" y="102107"/>
                </a:lnTo>
                <a:lnTo>
                  <a:pt x="149352" y="83819"/>
                </a:lnTo>
                <a:lnTo>
                  <a:pt x="176784" y="111251"/>
                </a:lnTo>
                <a:lnTo>
                  <a:pt x="57912" y="111251"/>
                </a:lnTo>
                <a:lnTo>
                  <a:pt x="46743" y="111775"/>
                </a:lnTo>
                <a:lnTo>
                  <a:pt x="36004" y="113156"/>
                </a:lnTo>
                <a:lnTo>
                  <a:pt x="25550" y="115109"/>
                </a:lnTo>
                <a:lnTo>
                  <a:pt x="15240" y="117347"/>
                </a:lnTo>
                <a:close/>
              </a:path>
              <a:path w="402590" h="407035">
                <a:moveTo>
                  <a:pt x="27432" y="263651"/>
                </a:moveTo>
                <a:lnTo>
                  <a:pt x="1524" y="231647"/>
                </a:lnTo>
                <a:lnTo>
                  <a:pt x="10953" y="229623"/>
                </a:lnTo>
                <a:lnTo>
                  <a:pt x="27813" y="223456"/>
                </a:lnTo>
                <a:lnTo>
                  <a:pt x="52101" y="213002"/>
                </a:lnTo>
                <a:lnTo>
                  <a:pt x="83820" y="198119"/>
                </a:lnTo>
                <a:lnTo>
                  <a:pt x="83820" y="111251"/>
                </a:lnTo>
                <a:lnTo>
                  <a:pt x="108204" y="111251"/>
                </a:lnTo>
                <a:lnTo>
                  <a:pt x="108204" y="188975"/>
                </a:lnTo>
                <a:lnTo>
                  <a:pt x="132969" y="188975"/>
                </a:lnTo>
                <a:lnTo>
                  <a:pt x="108204" y="204215"/>
                </a:lnTo>
                <a:lnTo>
                  <a:pt x="108204" y="217931"/>
                </a:lnTo>
                <a:lnTo>
                  <a:pt x="83820" y="217931"/>
                </a:lnTo>
                <a:lnTo>
                  <a:pt x="59578" y="233648"/>
                </a:lnTo>
                <a:lnTo>
                  <a:pt x="41910" y="246506"/>
                </a:lnTo>
                <a:lnTo>
                  <a:pt x="31099" y="256508"/>
                </a:lnTo>
                <a:lnTo>
                  <a:pt x="27432" y="263651"/>
                </a:lnTo>
                <a:close/>
              </a:path>
              <a:path w="402590" h="407035">
                <a:moveTo>
                  <a:pt x="368808" y="141731"/>
                </a:moveTo>
                <a:lnTo>
                  <a:pt x="336804" y="141731"/>
                </a:lnTo>
                <a:lnTo>
                  <a:pt x="353568" y="126491"/>
                </a:lnTo>
                <a:lnTo>
                  <a:pt x="368808" y="141731"/>
                </a:lnTo>
                <a:close/>
              </a:path>
              <a:path w="402590" h="407035">
                <a:moveTo>
                  <a:pt x="364346" y="252983"/>
                </a:moveTo>
                <a:lnTo>
                  <a:pt x="338328" y="252983"/>
                </a:lnTo>
                <a:lnTo>
                  <a:pt x="338328" y="152399"/>
                </a:lnTo>
                <a:lnTo>
                  <a:pt x="375412" y="152399"/>
                </a:lnTo>
                <a:lnTo>
                  <a:pt x="362712" y="160019"/>
                </a:lnTo>
                <a:lnTo>
                  <a:pt x="362973" y="200906"/>
                </a:lnTo>
                <a:lnTo>
                  <a:pt x="363664" y="234505"/>
                </a:lnTo>
                <a:lnTo>
                  <a:pt x="364346" y="252983"/>
                </a:lnTo>
                <a:close/>
              </a:path>
              <a:path w="402590" h="407035">
                <a:moveTo>
                  <a:pt x="132969" y="188975"/>
                </a:moveTo>
                <a:lnTo>
                  <a:pt x="108204" y="188975"/>
                </a:lnTo>
                <a:lnTo>
                  <a:pt x="161544" y="160019"/>
                </a:lnTo>
                <a:lnTo>
                  <a:pt x="167640" y="167639"/>
                </a:lnTo>
                <a:lnTo>
                  <a:pt x="132969" y="188975"/>
                </a:lnTo>
                <a:close/>
              </a:path>
              <a:path w="402590" h="407035">
                <a:moveTo>
                  <a:pt x="107212" y="368808"/>
                </a:moveTo>
                <a:lnTo>
                  <a:pt x="79248" y="368808"/>
                </a:lnTo>
                <a:lnTo>
                  <a:pt x="83820" y="362712"/>
                </a:lnTo>
                <a:lnTo>
                  <a:pt x="83820" y="217931"/>
                </a:lnTo>
                <a:lnTo>
                  <a:pt x="108204" y="217931"/>
                </a:lnTo>
                <a:lnTo>
                  <a:pt x="108204" y="364236"/>
                </a:lnTo>
                <a:lnTo>
                  <a:pt x="107212" y="368808"/>
                </a:lnTo>
                <a:close/>
              </a:path>
              <a:path w="402590" h="407035">
                <a:moveTo>
                  <a:pt x="338328" y="291083"/>
                </a:moveTo>
                <a:lnTo>
                  <a:pt x="338328" y="263651"/>
                </a:lnTo>
                <a:lnTo>
                  <a:pt x="364795" y="263651"/>
                </a:lnTo>
                <a:lnTo>
                  <a:pt x="365760" y="280415"/>
                </a:lnTo>
                <a:lnTo>
                  <a:pt x="338328" y="291083"/>
                </a:lnTo>
                <a:close/>
              </a:path>
              <a:path w="402590" h="407035">
                <a:moveTo>
                  <a:pt x="392756" y="373380"/>
                </a:moveTo>
                <a:lnTo>
                  <a:pt x="345948" y="373380"/>
                </a:lnTo>
                <a:lnTo>
                  <a:pt x="368808" y="350520"/>
                </a:lnTo>
                <a:lnTo>
                  <a:pt x="392756" y="373380"/>
                </a:lnTo>
                <a:close/>
              </a:path>
              <a:path w="402590" h="407035">
                <a:moveTo>
                  <a:pt x="70104" y="406908"/>
                </a:moveTo>
                <a:lnTo>
                  <a:pt x="67008" y="397811"/>
                </a:lnTo>
                <a:lnTo>
                  <a:pt x="57912" y="389001"/>
                </a:lnTo>
                <a:lnTo>
                  <a:pt x="43100" y="380761"/>
                </a:lnTo>
                <a:lnTo>
                  <a:pt x="22860" y="373380"/>
                </a:lnTo>
                <a:lnTo>
                  <a:pt x="22860" y="364236"/>
                </a:lnTo>
                <a:lnTo>
                  <a:pt x="38814" y="366236"/>
                </a:lnTo>
                <a:lnTo>
                  <a:pt x="52197" y="367665"/>
                </a:lnTo>
                <a:lnTo>
                  <a:pt x="62722" y="368522"/>
                </a:lnTo>
                <a:lnTo>
                  <a:pt x="70104" y="368808"/>
                </a:lnTo>
                <a:lnTo>
                  <a:pt x="107212" y="368808"/>
                </a:lnTo>
                <a:lnTo>
                  <a:pt x="105036" y="378833"/>
                </a:lnTo>
                <a:lnTo>
                  <a:pt x="97726" y="390715"/>
                </a:lnTo>
                <a:lnTo>
                  <a:pt x="86129" y="400026"/>
                </a:lnTo>
                <a:lnTo>
                  <a:pt x="70104" y="40690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</a:endParaRPr>
          </a:p>
        </p:txBody>
      </p:sp>
      <p:sp>
        <p:nvSpPr>
          <p:cNvPr id="84" name="object 84"/>
          <p:cNvSpPr/>
          <p:nvPr/>
        </p:nvSpPr>
        <p:spPr>
          <a:xfrm>
            <a:off x="9258300" y="4922519"/>
            <a:ext cx="402590" cy="396240"/>
          </a:xfrm>
          <a:custGeom>
            <a:avLst/>
            <a:gdLst/>
            <a:ahLst/>
            <a:cxnLst/>
            <a:rect l="l" t="t" r="r" b="b"/>
            <a:pathLst>
              <a:path w="402590" h="396239">
                <a:moveTo>
                  <a:pt x="144780" y="184403"/>
                </a:moveTo>
                <a:lnTo>
                  <a:pt x="140208" y="179831"/>
                </a:lnTo>
                <a:lnTo>
                  <a:pt x="159900" y="158900"/>
                </a:lnTo>
                <a:lnTo>
                  <a:pt x="177736" y="136969"/>
                </a:lnTo>
                <a:lnTo>
                  <a:pt x="207264" y="88391"/>
                </a:lnTo>
                <a:lnTo>
                  <a:pt x="228790" y="41338"/>
                </a:lnTo>
                <a:lnTo>
                  <a:pt x="242316" y="0"/>
                </a:lnTo>
                <a:lnTo>
                  <a:pt x="277368" y="22859"/>
                </a:lnTo>
                <a:lnTo>
                  <a:pt x="262128" y="32003"/>
                </a:lnTo>
                <a:lnTo>
                  <a:pt x="256674" y="41981"/>
                </a:lnTo>
                <a:lnTo>
                  <a:pt x="251650" y="51244"/>
                </a:lnTo>
                <a:lnTo>
                  <a:pt x="246911" y="59650"/>
                </a:lnTo>
                <a:lnTo>
                  <a:pt x="242316" y="67055"/>
                </a:lnTo>
                <a:lnTo>
                  <a:pt x="351739" y="67055"/>
                </a:lnTo>
                <a:lnTo>
                  <a:pt x="361340" y="77723"/>
                </a:lnTo>
                <a:lnTo>
                  <a:pt x="239268" y="77723"/>
                </a:lnTo>
                <a:lnTo>
                  <a:pt x="231576" y="90011"/>
                </a:lnTo>
                <a:lnTo>
                  <a:pt x="222313" y="104012"/>
                </a:lnTo>
                <a:lnTo>
                  <a:pt x="211621" y="119729"/>
                </a:lnTo>
                <a:lnTo>
                  <a:pt x="199644" y="137159"/>
                </a:lnTo>
                <a:lnTo>
                  <a:pt x="211645" y="147827"/>
                </a:lnTo>
                <a:lnTo>
                  <a:pt x="190500" y="147827"/>
                </a:lnTo>
                <a:lnTo>
                  <a:pt x="179070" y="158686"/>
                </a:lnTo>
                <a:lnTo>
                  <a:pt x="167640" y="168401"/>
                </a:lnTo>
                <a:lnTo>
                  <a:pt x="156210" y="176974"/>
                </a:lnTo>
                <a:lnTo>
                  <a:pt x="144780" y="184403"/>
                </a:lnTo>
                <a:close/>
              </a:path>
              <a:path w="402590" h="396239">
                <a:moveTo>
                  <a:pt x="16764" y="184403"/>
                </a:moveTo>
                <a:lnTo>
                  <a:pt x="0" y="152399"/>
                </a:lnTo>
                <a:lnTo>
                  <a:pt x="10001" y="148994"/>
                </a:lnTo>
                <a:lnTo>
                  <a:pt x="21716" y="138874"/>
                </a:lnTo>
                <a:lnTo>
                  <a:pt x="50291" y="99059"/>
                </a:lnTo>
                <a:lnTo>
                  <a:pt x="76200" y="49910"/>
                </a:lnTo>
                <a:lnTo>
                  <a:pt x="92964" y="7619"/>
                </a:lnTo>
                <a:lnTo>
                  <a:pt x="128016" y="30479"/>
                </a:lnTo>
                <a:lnTo>
                  <a:pt x="111252" y="38099"/>
                </a:lnTo>
                <a:lnTo>
                  <a:pt x="89796" y="69889"/>
                </a:lnTo>
                <a:lnTo>
                  <a:pt x="68770" y="99250"/>
                </a:lnTo>
                <a:lnTo>
                  <a:pt x="48029" y="126611"/>
                </a:lnTo>
                <a:lnTo>
                  <a:pt x="27432" y="152399"/>
                </a:lnTo>
                <a:lnTo>
                  <a:pt x="131333" y="152399"/>
                </a:lnTo>
                <a:lnTo>
                  <a:pt x="127966" y="156971"/>
                </a:lnTo>
                <a:lnTo>
                  <a:pt x="105156" y="156971"/>
                </a:lnTo>
                <a:lnTo>
                  <a:pt x="93440" y="158638"/>
                </a:lnTo>
                <a:lnTo>
                  <a:pt x="54864" y="167639"/>
                </a:lnTo>
                <a:lnTo>
                  <a:pt x="23360" y="179855"/>
                </a:lnTo>
                <a:lnTo>
                  <a:pt x="16764" y="184403"/>
                </a:lnTo>
                <a:close/>
              </a:path>
              <a:path w="402590" h="396239">
                <a:moveTo>
                  <a:pt x="351739" y="67055"/>
                </a:moveTo>
                <a:lnTo>
                  <a:pt x="316992" y="67055"/>
                </a:lnTo>
                <a:lnTo>
                  <a:pt x="335280" y="48767"/>
                </a:lnTo>
                <a:lnTo>
                  <a:pt x="351739" y="67055"/>
                </a:lnTo>
                <a:close/>
              </a:path>
              <a:path w="402590" h="396239">
                <a:moveTo>
                  <a:pt x="131333" y="152399"/>
                </a:moveTo>
                <a:lnTo>
                  <a:pt x="27432" y="152399"/>
                </a:lnTo>
                <a:lnTo>
                  <a:pt x="111252" y="146303"/>
                </a:lnTo>
                <a:lnTo>
                  <a:pt x="120419" y="132326"/>
                </a:lnTo>
                <a:lnTo>
                  <a:pt x="129730" y="115633"/>
                </a:lnTo>
                <a:lnTo>
                  <a:pt x="139326" y="96369"/>
                </a:lnTo>
                <a:lnTo>
                  <a:pt x="149352" y="74675"/>
                </a:lnTo>
                <a:lnTo>
                  <a:pt x="181356" y="99059"/>
                </a:lnTo>
                <a:lnTo>
                  <a:pt x="163068" y="106679"/>
                </a:lnTo>
                <a:lnTo>
                  <a:pt x="135350" y="146946"/>
                </a:lnTo>
                <a:lnTo>
                  <a:pt x="131333" y="152399"/>
                </a:lnTo>
                <a:close/>
              </a:path>
              <a:path w="402590" h="396239">
                <a:moveTo>
                  <a:pt x="292608" y="149351"/>
                </a:moveTo>
                <a:lnTo>
                  <a:pt x="283464" y="149351"/>
                </a:lnTo>
                <a:lnTo>
                  <a:pt x="320040" y="77723"/>
                </a:lnTo>
                <a:lnTo>
                  <a:pt x="361340" y="77723"/>
                </a:lnTo>
                <a:lnTo>
                  <a:pt x="362712" y="79247"/>
                </a:lnTo>
                <a:lnTo>
                  <a:pt x="353829" y="81510"/>
                </a:lnTo>
                <a:lnTo>
                  <a:pt x="345376" y="85915"/>
                </a:lnTo>
                <a:lnTo>
                  <a:pt x="312039" y="122681"/>
                </a:lnTo>
                <a:lnTo>
                  <a:pt x="302609" y="135302"/>
                </a:lnTo>
                <a:lnTo>
                  <a:pt x="292608" y="149351"/>
                </a:lnTo>
                <a:close/>
              </a:path>
              <a:path w="402590" h="396239">
                <a:moveTo>
                  <a:pt x="377952" y="149351"/>
                </a:moveTo>
                <a:lnTo>
                  <a:pt x="347472" y="149351"/>
                </a:lnTo>
                <a:lnTo>
                  <a:pt x="362712" y="134111"/>
                </a:lnTo>
                <a:lnTo>
                  <a:pt x="377952" y="149351"/>
                </a:lnTo>
                <a:close/>
              </a:path>
              <a:path w="402590" h="396239">
                <a:moveTo>
                  <a:pt x="367284" y="396239"/>
                </a:moveTo>
                <a:lnTo>
                  <a:pt x="227076" y="396239"/>
                </a:lnTo>
                <a:lnTo>
                  <a:pt x="211074" y="393930"/>
                </a:lnTo>
                <a:lnTo>
                  <a:pt x="199644" y="386905"/>
                </a:lnTo>
                <a:lnTo>
                  <a:pt x="192786" y="375023"/>
                </a:lnTo>
                <a:lnTo>
                  <a:pt x="190500" y="358139"/>
                </a:lnTo>
                <a:lnTo>
                  <a:pt x="190500" y="147827"/>
                </a:lnTo>
                <a:lnTo>
                  <a:pt x="211645" y="147827"/>
                </a:lnTo>
                <a:lnTo>
                  <a:pt x="213360" y="149351"/>
                </a:lnTo>
                <a:lnTo>
                  <a:pt x="377952" y="149351"/>
                </a:lnTo>
                <a:lnTo>
                  <a:pt x="384048" y="155447"/>
                </a:lnTo>
                <a:lnTo>
                  <a:pt x="378169" y="160019"/>
                </a:lnTo>
                <a:lnTo>
                  <a:pt x="213360" y="160019"/>
                </a:lnTo>
                <a:lnTo>
                  <a:pt x="213360" y="243839"/>
                </a:lnTo>
                <a:lnTo>
                  <a:pt x="370811" y="243839"/>
                </a:lnTo>
                <a:lnTo>
                  <a:pt x="370974" y="251412"/>
                </a:lnTo>
                <a:lnTo>
                  <a:pt x="371173" y="254507"/>
                </a:lnTo>
                <a:lnTo>
                  <a:pt x="213360" y="254507"/>
                </a:lnTo>
                <a:lnTo>
                  <a:pt x="213360" y="350520"/>
                </a:lnTo>
                <a:lnTo>
                  <a:pt x="215074" y="361640"/>
                </a:lnTo>
                <a:lnTo>
                  <a:pt x="220218" y="369760"/>
                </a:lnTo>
                <a:lnTo>
                  <a:pt x="228790" y="374737"/>
                </a:lnTo>
                <a:lnTo>
                  <a:pt x="240792" y="376427"/>
                </a:lnTo>
                <a:lnTo>
                  <a:pt x="399955" y="376427"/>
                </a:lnTo>
                <a:lnTo>
                  <a:pt x="397240" y="381642"/>
                </a:lnTo>
                <a:lnTo>
                  <a:pt x="391287" y="388429"/>
                </a:lnTo>
                <a:lnTo>
                  <a:pt x="384762" y="392644"/>
                </a:lnTo>
                <a:lnTo>
                  <a:pt x="377952" y="394715"/>
                </a:lnTo>
                <a:lnTo>
                  <a:pt x="367284" y="396239"/>
                </a:lnTo>
                <a:close/>
              </a:path>
              <a:path w="402590" h="396239">
                <a:moveTo>
                  <a:pt x="28955" y="291083"/>
                </a:moveTo>
                <a:lnTo>
                  <a:pt x="12191" y="259079"/>
                </a:lnTo>
                <a:lnTo>
                  <a:pt x="21621" y="256246"/>
                </a:lnTo>
                <a:lnTo>
                  <a:pt x="31623" y="250126"/>
                </a:lnTo>
                <a:lnTo>
                  <a:pt x="65079" y="214622"/>
                </a:lnTo>
                <a:lnTo>
                  <a:pt x="90844" y="178665"/>
                </a:lnTo>
                <a:lnTo>
                  <a:pt x="105156" y="156971"/>
                </a:lnTo>
                <a:lnTo>
                  <a:pt x="127966" y="156971"/>
                </a:lnTo>
                <a:lnTo>
                  <a:pt x="107061" y="185356"/>
                </a:lnTo>
                <a:lnTo>
                  <a:pt x="78200" y="221765"/>
                </a:lnTo>
                <a:lnTo>
                  <a:pt x="48767" y="256031"/>
                </a:lnTo>
                <a:lnTo>
                  <a:pt x="134029" y="256031"/>
                </a:lnTo>
                <a:lnTo>
                  <a:pt x="66032" y="274367"/>
                </a:lnTo>
                <a:lnTo>
                  <a:pt x="39219" y="284749"/>
                </a:lnTo>
                <a:lnTo>
                  <a:pt x="28955" y="291083"/>
                </a:lnTo>
                <a:close/>
              </a:path>
              <a:path w="402590" h="396239">
                <a:moveTo>
                  <a:pt x="289560" y="243839"/>
                </a:moveTo>
                <a:lnTo>
                  <a:pt x="268224" y="243839"/>
                </a:lnTo>
                <a:lnTo>
                  <a:pt x="268224" y="160019"/>
                </a:lnTo>
                <a:lnTo>
                  <a:pt x="289560" y="160019"/>
                </a:lnTo>
                <a:lnTo>
                  <a:pt x="289560" y="243839"/>
                </a:lnTo>
                <a:close/>
              </a:path>
              <a:path w="402590" h="396239">
                <a:moveTo>
                  <a:pt x="370811" y="243839"/>
                </a:moveTo>
                <a:lnTo>
                  <a:pt x="347472" y="243839"/>
                </a:lnTo>
                <a:lnTo>
                  <a:pt x="347472" y="160019"/>
                </a:lnTo>
                <a:lnTo>
                  <a:pt x="378169" y="160019"/>
                </a:lnTo>
                <a:lnTo>
                  <a:pt x="370332" y="166115"/>
                </a:lnTo>
                <a:lnTo>
                  <a:pt x="370429" y="214622"/>
                </a:lnTo>
                <a:lnTo>
                  <a:pt x="370522" y="230504"/>
                </a:lnTo>
                <a:lnTo>
                  <a:pt x="370811" y="243839"/>
                </a:lnTo>
                <a:close/>
              </a:path>
              <a:path w="402590" h="396239">
                <a:moveTo>
                  <a:pt x="134029" y="256031"/>
                </a:moveTo>
                <a:lnTo>
                  <a:pt x="48767" y="256031"/>
                </a:lnTo>
                <a:lnTo>
                  <a:pt x="166116" y="242315"/>
                </a:lnTo>
                <a:lnTo>
                  <a:pt x="166116" y="248411"/>
                </a:lnTo>
                <a:lnTo>
                  <a:pt x="134029" y="256031"/>
                </a:lnTo>
                <a:close/>
              </a:path>
              <a:path w="402590" h="396239">
                <a:moveTo>
                  <a:pt x="347472" y="277367"/>
                </a:moveTo>
                <a:lnTo>
                  <a:pt x="347472" y="254507"/>
                </a:lnTo>
                <a:lnTo>
                  <a:pt x="371173" y="254507"/>
                </a:lnTo>
                <a:lnTo>
                  <a:pt x="371856" y="265175"/>
                </a:lnTo>
                <a:lnTo>
                  <a:pt x="347472" y="277367"/>
                </a:lnTo>
                <a:close/>
              </a:path>
              <a:path w="402590" h="396239">
                <a:moveTo>
                  <a:pt x="399955" y="376427"/>
                </a:moveTo>
                <a:lnTo>
                  <a:pt x="362712" y="376427"/>
                </a:lnTo>
                <a:lnTo>
                  <a:pt x="367284" y="370332"/>
                </a:lnTo>
                <a:lnTo>
                  <a:pt x="367284" y="361188"/>
                </a:lnTo>
                <a:lnTo>
                  <a:pt x="368427" y="352044"/>
                </a:lnTo>
                <a:lnTo>
                  <a:pt x="369570" y="338328"/>
                </a:lnTo>
                <a:lnTo>
                  <a:pt x="370713" y="320040"/>
                </a:lnTo>
                <a:lnTo>
                  <a:pt x="371856" y="297179"/>
                </a:lnTo>
                <a:lnTo>
                  <a:pt x="379476" y="297179"/>
                </a:lnTo>
                <a:lnTo>
                  <a:pt x="384190" y="345828"/>
                </a:lnTo>
                <a:lnTo>
                  <a:pt x="402336" y="371856"/>
                </a:lnTo>
                <a:lnTo>
                  <a:pt x="399955" y="376427"/>
                </a:lnTo>
                <a:close/>
              </a:path>
              <a:path w="402590" h="396239">
                <a:moveTo>
                  <a:pt x="25908" y="388620"/>
                </a:moveTo>
                <a:lnTo>
                  <a:pt x="4572" y="356615"/>
                </a:lnTo>
                <a:lnTo>
                  <a:pt x="12001" y="355139"/>
                </a:lnTo>
                <a:lnTo>
                  <a:pt x="22859" y="352806"/>
                </a:lnTo>
                <a:lnTo>
                  <a:pt x="75461" y="337566"/>
                </a:lnTo>
                <a:lnTo>
                  <a:pt x="130944" y="316992"/>
                </a:lnTo>
                <a:lnTo>
                  <a:pt x="166116" y="303275"/>
                </a:lnTo>
                <a:lnTo>
                  <a:pt x="169164" y="309371"/>
                </a:lnTo>
                <a:lnTo>
                  <a:pt x="111204" y="337399"/>
                </a:lnTo>
                <a:lnTo>
                  <a:pt x="67818" y="359854"/>
                </a:lnTo>
                <a:lnTo>
                  <a:pt x="39290" y="376880"/>
                </a:lnTo>
                <a:lnTo>
                  <a:pt x="25908" y="3886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</a:endParaRPr>
          </a:p>
        </p:txBody>
      </p:sp>
      <p:pic>
        <p:nvPicPr>
          <p:cNvPr id="85" name="object 85"/>
          <p:cNvPicPr/>
          <p:nvPr/>
        </p:nvPicPr>
        <p:blipFill>
          <a:blip r:embed="rId12" cstate="print"/>
          <a:stretch>
            <a:fillRect/>
          </a:stretch>
        </p:blipFill>
        <p:spPr>
          <a:xfrm>
            <a:off x="9736836" y="5186267"/>
            <a:ext cx="68579" cy="118776"/>
          </a:xfrm>
          <a:prstGeom prst="rect">
            <a:avLst/>
          </a:prstGeom>
        </p:spPr>
      </p:pic>
      <p:sp>
        <p:nvSpPr>
          <p:cNvPr id="86" name="object 86"/>
          <p:cNvSpPr/>
          <p:nvPr/>
        </p:nvSpPr>
        <p:spPr>
          <a:xfrm>
            <a:off x="2122932" y="5422391"/>
            <a:ext cx="398145" cy="388620"/>
          </a:xfrm>
          <a:custGeom>
            <a:avLst/>
            <a:gdLst/>
            <a:ahLst/>
            <a:cxnLst/>
            <a:rect l="l" t="t" r="r" b="b"/>
            <a:pathLst>
              <a:path w="398144" h="388620">
                <a:moveTo>
                  <a:pt x="36576" y="33528"/>
                </a:moveTo>
                <a:lnTo>
                  <a:pt x="21336" y="18288"/>
                </a:lnTo>
                <a:lnTo>
                  <a:pt x="181356" y="18288"/>
                </a:lnTo>
                <a:lnTo>
                  <a:pt x="195072" y="1524"/>
                </a:lnTo>
                <a:lnTo>
                  <a:pt x="222504" y="24384"/>
                </a:lnTo>
                <a:lnTo>
                  <a:pt x="216789" y="28956"/>
                </a:lnTo>
                <a:lnTo>
                  <a:pt x="79248" y="28956"/>
                </a:lnTo>
                <a:lnTo>
                  <a:pt x="68079" y="29241"/>
                </a:lnTo>
                <a:lnTo>
                  <a:pt x="57340" y="30099"/>
                </a:lnTo>
                <a:lnTo>
                  <a:pt x="46886" y="31527"/>
                </a:lnTo>
                <a:lnTo>
                  <a:pt x="36576" y="33528"/>
                </a:lnTo>
                <a:close/>
              </a:path>
              <a:path w="398144" h="388620">
                <a:moveTo>
                  <a:pt x="123444" y="115824"/>
                </a:moveTo>
                <a:lnTo>
                  <a:pt x="102108" y="115824"/>
                </a:lnTo>
                <a:lnTo>
                  <a:pt x="102108" y="28956"/>
                </a:lnTo>
                <a:lnTo>
                  <a:pt x="123444" y="28956"/>
                </a:lnTo>
                <a:lnTo>
                  <a:pt x="123444" y="115824"/>
                </a:lnTo>
                <a:close/>
              </a:path>
              <a:path w="398144" h="388620">
                <a:moveTo>
                  <a:pt x="42672" y="131064"/>
                </a:moveTo>
                <a:lnTo>
                  <a:pt x="27432" y="115824"/>
                </a:lnTo>
                <a:lnTo>
                  <a:pt x="184404" y="115824"/>
                </a:lnTo>
                <a:lnTo>
                  <a:pt x="184404" y="28956"/>
                </a:lnTo>
                <a:lnTo>
                  <a:pt x="216789" y="28956"/>
                </a:lnTo>
                <a:lnTo>
                  <a:pt x="207264" y="36576"/>
                </a:lnTo>
                <a:lnTo>
                  <a:pt x="207264" y="126492"/>
                </a:lnTo>
                <a:lnTo>
                  <a:pt x="83820" y="126492"/>
                </a:lnTo>
                <a:lnTo>
                  <a:pt x="72675" y="126777"/>
                </a:lnTo>
                <a:lnTo>
                  <a:pt x="62103" y="127635"/>
                </a:lnTo>
                <a:lnTo>
                  <a:pt x="52101" y="129063"/>
                </a:lnTo>
                <a:lnTo>
                  <a:pt x="42672" y="131064"/>
                </a:lnTo>
                <a:close/>
              </a:path>
              <a:path w="398144" h="388620">
                <a:moveTo>
                  <a:pt x="120396" y="204216"/>
                </a:moveTo>
                <a:lnTo>
                  <a:pt x="97536" y="204216"/>
                </a:lnTo>
                <a:lnTo>
                  <a:pt x="99536" y="185642"/>
                </a:lnTo>
                <a:lnTo>
                  <a:pt x="100965" y="166497"/>
                </a:lnTo>
                <a:lnTo>
                  <a:pt x="101822" y="146780"/>
                </a:lnTo>
                <a:lnTo>
                  <a:pt x="102108" y="126492"/>
                </a:lnTo>
                <a:lnTo>
                  <a:pt x="123444" y="126492"/>
                </a:lnTo>
                <a:lnTo>
                  <a:pt x="123381" y="146780"/>
                </a:lnTo>
                <a:lnTo>
                  <a:pt x="123063" y="165354"/>
                </a:lnTo>
                <a:lnTo>
                  <a:pt x="122158" y="184785"/>
                </a:lnTo>
                <a:lnTo>
                  <a:pt x="120396" y="204216"/>
                </a:lnTo>
                <a:close/>
              </a:path>
              <a:path w="398144" h="388620">
                <a:moveTo>
                  <a:pt x="35052" y="220980"/>
                </a:moveTo>
                <a:lnTo>
                  <a:pt x="19812" y="204216"/>
                </a:lnTo>
                <a:lnTo>
                  <a:pt x="184404" y="204216"/>
                </a:lnTo>
                <a:lnTo>
                  <a:pt x="184404" y="126492"/>
                </a:lnTo>
                <a:lnTo>
                  <a:pt x="207264" y="126492"/>
                </a:lnTo>
                <a:lnTo>
                  <a:pt x="207264" y="214884"/>
                </a:lnTo>
                <a:lnTo>
                  <a:pt x="77724" y="214884"/>
                </a:lnTo>
                <a:lnTo>
                  <a:pt x="66555" y="215193"/>
                </a:lnTo>
                <a:lnTo>
                  <a:pt x="55816" y="216217"/>
                </a:lnTo>
                <a:lnTo>
                  <a:pt x="45362" y="218098"/>
                </a:lnTo>
                <a:lnTo>
                  <a:pt x="35052" y="220980"/>
                </a:lnTo>
                <a:close/>
              </a:path>
              <a:path w="398144" h="388620">
                <a:moveTo>
                  <a:pt x="4572" y="384048"/>
                </a:moveTo>
                <a:lnTo>
                  <a:pt x="0" y="381000"/>
                </a:lnTo>
                <a:lnTo>
                  <a:pt x="37719" y="342399"/>
                </a:lnTo>
                <a:lnTo>
                  <a:pt x="66294" y="301942"/>
                </a:lnTo>
                <a:lnTo>
                  <a:pt x="85725" y="259484"/>
                </a:lnTo>
                <a:lnTo>
                  <a:pt x="96012" y="214884"/>
                </a:lnTo>
                <a:lnTo>
                  <a:pt x="118872" y="214884"/>
                </a:lnTo>
                <a:lnTo>
                  <a:pt x="104870" y="265747"/>
                </a:lnTo>
                <a:lnTo>
                  <a:pt x="81153" y="310896"/>
                </a:lnTo>
                <a:lnTo>
                  <a:pt x="47720" y="350329"/>
                </a:lnTo>
                <a:lnTo>
                  <a:pt x="4572" y="384048"/>
                </a:lnTo>
                <a:close/>
              </a:path>
              <a:path w="398144" h="388620">
                <a:moveTo>
                  <a:pt x="203033" y="324612"/>
                </a:moveTo>
                <a:lnTo>
                  <a:pt x="163068" y="324612"/>
                </a:lnTo>
                <a:lnTo>
                  <a:pt x="173045" y="322064"/>
                </a:lnTo>
                <a:lnTo>
                  <a:pt x="180022" y="314515"/>
                </a:lnTo>
                <a:lnTo>
                  <a:pt x="183856" y="302109"/>
                </a:lnTo>
                <a:lnTo>
                  <a:pt x="184404" y="284987"/>
                </a:lnTo>
                <a:lnTo>
                  <a:pt x="184404" y="214884"/>
                </a:lnTo>
                <a:lnTo>
                  <a:pt x="207264" y="214884"/>
                </a:lnTo>
                <a:lnTo>
                  <a:pt x="207264" y="303275"/>
                </a:lnTo>
                <a:lnTo>
                  <a:pt x="203287" y="324159"/>
                </a:lnTo>
                <a:lnTo>
                  <a:pt x="203033" y="324612"/>
                </a:lnTo>
                <a:close/>
              </a:path>
              <a:path w="398144" h="388620">
                <a:moveTo>
                  <a:pt x="158496" y="364236"/>
                </a:moveTo>
                <a:lnTo>
                  <a:pt x="154495" y="352496"/>
                </a:lnTo>
                <a:lnTo>
                  <a:pt x="144780" y="342328"/>
                </a:lnTo>
                <a:lnTo>
                  <a:pt x="129349" y="333589"/>
                </a:lnTo>
                <a:lnTo>
                  <a:pt x="108204" y="326136"/>
                </a:lnTo>
                <a:lnTo>
                  <a:pt x="108204" y="320040"/>
                </a:lnTo>
                <a:lnTo>
                  <a:pt x="163068" y="324612"/>
                </a:lnTo>
                <a:lnTo>
                  <a:pt x="203033" y="324612"/>
                </a:lnTo>
                <a:lnTo>
                  <a:pt x="193738" y="341185"/>
                </a:lnTo>
                <a:lnTo>
                  <a:pt x="178760" y="354496"/>
                </a:lnTo>
                <a:lnTo>
                  <a:pt x="158496" y="364236"/>
                </a:lnTo>
                <a:close/>
              </a:path>
              <a:path w="398144" h="388620">
                <a:moveTo>
                  <a:pt x="243840" y="388620"/>
                </a:moveTo>
                <a:lnTo>
                  <a:pt x="244721" y="346590"/>
                </a:lnTo>
                <a:lnTo>
                  <a:pt x="245136" y="302085"/>
                </a:lnTo>
                <a:lnTo>
                  <a:pt x="245236" y="277368"/>
                </a:lnTo>
                <a:lnTo>
                  <a:pt x="245359" y="169783"/>
                </a:lnTo>
                <a:lnTo>
                  <a:pt x="245232" y="88653"/>
                </a:lnTo>
                <a:lnTo>
                  <a:pt x="245167" y="70104"/>
                </a:lnTo>
                <a:lnTo>
                  <a:pt x="244775" y="35171"/>
                </a:lnTo>
                <a:lnTo>
                  <a:pt x="244682" y="28956"/>
                </a:lnTo>
                <a:lnTo>
                  <a:pt x="243840" y="0"/>
                </a:lnTo>
                <a:lnTo>
                  <a:pt x="268224" y="18288"/>
                </a:lnTo>
                <a:lnTo>
                  <a:pt x="383326" y="18288"/>
                </a:lnTo>
                <a:lnTo>
                  <a:pt x="394555" y="28956"/>
                </a:lnTo>
                <a:lnTo>
                  <a:pt x="268224" y="28956"/>
                </a:lnTo>
                <a:lnTo>
                  <a:pt x="268327" y="302085"/>
                </a:lnTo>
                <a:lnTo>
                  <a:pt x="268414" y="313563"/>
                </a:lnTo>
                <a:lnTo>
                  <a:pt x="268866" y="341852"/>
                </a:lnTo>
                <a:lnTo>
                  <a:pt x="269748" y="376428"/>
                </a:lnTo>
                <a:lnTo>
                  <a:pt x="243840" y="388620"/>
                </a:lnTo>
                <a:close/>
              </a:path>
              <a:path w="398144" h="388620">
                <a:moveTo>
                  <a:pt x="383326" y="18288"/>
                </a:moveTo>
                <a:lnTo>
                  <a:pt x="352044" y="18288"/>
                </a:lnTo>
                <a:lnTo>
                  <a:pt x="367284" y="3048"/>
                </a:lnTo>
                <a:lnTo>
                  <a:pt x="383326" y="18288"/>
                </a:lnTo>
                <a:close/>
              </a:path>
              <a:path w="398144" h="388620">
                <a:moveTo>
                  <a:pt x="385653" y="281940"/>
                </a:moveTo>
                <a:lnTo>
                  <a:pt x="352044" y="281940"/>
                </a:lnTo>
                <a:lnTo>
                  <a:pt x="358140" y="277368"/>
                </a:lnTo>
                <a:lnTo>
                  <a:pt x="361188" y="268224"/>
                </a:lnTo>
                <a:lnTo>
                  <a:pt x="362712" y="259080"/>
                </a:lnTo>
                <a:lnTo>
                  <a:pt x="364236" y="252984"/>
                </a:lnTo>
                <a:lnTo>
                  <a:pt x="364236" y="248412"/>
                </a:lnTo>
                <a:lnTo>
                  <a:pt x="355092" y="208788"/>
                </a:lnTo>
                <a:lnTo>
                  <a:pt x="329803" y="164853"/>
                </a:lnTo>
                <a:lnTo>
                  <a:pt x="315468" y="146304"/>
                </a:lnTo>
                <a:lnTo>
                  <a:pt x="353568" y="28956"/>
                </a:lnTo>
                <a:lnTo>
                  <a:pt x="394555" y="28956"/>
                </a:lnTo>
                <a:lnTo>
                  <a:pt x="397764" y="32004"/>
                </a:lnTo>
                <a:lnTo>
                  <a:pt x="387762" y="35171"/>
                </a:lnTo>
                <a:lnTo>
                  <a:pt x="378333" y="42481"/>
                </a:lnTo>
                <a:lnTo>
                  <a:pt x="352067" y="88653"/>
                </a:lnTo>
                <a:lnTo>
                  <a:pt x="334398" y="126896"/>
                </a:lnTo>
                <a:lnTo>
                  <a:pt x="326136" y="146304"/>
                </a:lnTo>
                <a:lnTo>
                  <a:pt x="347591" y="169783"/>
                </a:lnTo>
                <a:lnTo>
                  <a:pt x="364045" y="190119"/>
                </a:lnTo>
                <a:lnTo>
                  <a:pt x="385643" y="235100"/>
                </a:lnTo>
                <a:lnTo>
                  <a:pt x="390144" y="260604"/>
                </a:lnTo>
                <a:lnTo>
                  <a:pt x="389548" y="268628"/>
                </a:lnTo>
                <a:lnTo>
                  <a:pt x="387667" y="276796"/>
                </a:lnTo>
                <a:lnTo>
                  <a:pt x="385653" y="281940"/>
                </a:lnTo>
                <a:close/>
              </a:path>
              <a:path w="398144" h="388620">
                <a:moveTo>
                  <a:pt x="338328" y="323088"/>
                </a:moveTo>
                <a:lnTo>
                  <a:pt x="333470" y="311396"/>
                </a:lnTo>
                <a:lnTo>
                  <a:pt x="323469" y="301561"/>
                </a:lnTo>
                <a:lnTo>
                  <a:pt x="308324" y="293727"/>
                </a:lnTo>
                <a:lnTo>
                  <a:pt x="288036" y="288035"/>
                </a:lnTo>
                <a:lnTo>
                  <a:pt x="288036" y="278892"/>
                </a:lnTo>
                <a:lnTo>
                  <a:pt x="330684" y="281678"/>
                </a:lnTo>
                <a:lnTo>
                  <a:pt x="339852" y="281940"/>
                </a:lnTo>
                <a:lnTo>
                  <a:pt x="385653" y="281940"/>
                </a:lnTo>
                <a:lnTo>
                  <a:pt x="384357" y="285249"/>
                </a:lnTo>
                <a:lnTo>
                  <a:pt x="379476" y="294132"/>
                </a:lnTo>
                <a:lnTo>
                  <a:pt x="373260" y="302085"/>
                </a:lnTo>
                <a:lnTo>
                  <a:pt x="364045" y="309753"/>
                </a:lnTo>
                <a:lnTo>
                  <a:pt x="352258" y="316849"/>
                </a:lnTo>
                <a:lnTo>
                  <a:pt x="338328" y="32308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</a:endParaRPr>
          </a:p>
        </p:txBody>
      </p:sp>
      <p:sp>
        <p:nvSpPr>
          <p:cNvPr id="87" name="object 87"/>
          <p:cNvSpPr/>
          <p:nvPr/>
        </p:nvSpPr>
        <p:spPr>
          <a:xfrm>
            <a:off x="2577083" y="5411723"/>
            <a:ext cx="360045" cy="382905"/>
          </a:xfrm>
          <a:custGeom>
            <a:avLst/>
            <a:gdLst/>
            <a:ahLst/>
            <a:cxnLst/>
            <a:rect l="l" t="t" r="r" b="b"/>
            <a:pathLst>
              <a:path w="360044" h="382904">
                <a:moveTo>
                  <a:pt x="3047" y="240791"/>
                </a:moveTo>
                <a:lnTo>
                  <a:pt x="0" y="234696"/>
                </a:lnTo>
                <a:lnTo>
                  <a:pt x="35766" y="205859"/>
                </a:lnTo>
                <a:lnTo>
                  <a:pt x="67818" y="176593"/>
                </a:lnTo>
                <a:lnTo>
                  <a:pt x="96440" y="147042"/>
                </a:lnTo>
                <a:lnTo>
                  <a:pt x="121920" y="117348"/>
                </a:lnTo>
                <a:lnTo>
                  <a:pt x="162687" y="58102"/>
                </a:lnTo>
                <a:lnTo>
                  <a:pt x="192024" y="0"/>
                </a:lnTo>
                <a:lnTo>
                  <a:pt x="230124" y="32004"/>
                </a:lnTo>
                <a:lnTo>
                  <a:pt x="207264" y="41148"/>
                </a:lnTo>
                <a:lnTo>
                  <a:pt x="178166" y="82923"/>
                </a:lnTo>
                <a:lnTo>
                  <a:pt x="147207" y="121355"/>
                </a:lnTo>
                <a:lnTo>
                  <a:pt x="114300" y="156400"/>
                </a:lnTo>
                <a:lnTo>
                  <a:pt x="79360" y="188016"/>
                </a:lnTo>
                <a:lnTo>
                  <a:pt x="42305" y="216161"/>
                </a:lnTo>
                <a:lnTo>
                  <a:pt x="3047" y="240791"/>
                </a:lnTo>
                <a:close/>
              </a:path>
              <a:path w="360044" h="382904">
                <a:moveTo>
                  <a:pt x="86868" y="370332"/>
                </a:moveTo>
                <a:lnTo>
                  <a:pt x="62484" y="329184"/>
                </a:lnTo>
                <a:lnTo>
                  <a:pt x="76485" y="324945"/>
                </a:lnTo>
                <a:lnTo>
                  <a:pt x="95631" y="312420"/>
                </a:lnTo>
                <a:lnTo>
                  <a:pt x="149352" y="263652"/>
                </a:lnTo>
                <a:lnTo>
                  <a:pt x="179927" y="228790"/>
                </a:lnTo>
                <a:lnTo>
                  <a:pt x="207645" y="190500"/>
                </a:lnTo>
                <a:lnTo>
                  <a:pt x="232505" y="148780"/>
                </a:lnTo>
                <a:lnTo>
                  <a:pt x="254508" y="103632"/>
                </a:lnTo>
                <a:lnTo>
                  <a:pt x="291084" y="134112"/>
                </a:lnTo>
                <a:lnTo>
                  <a:pt x="271272" y="141732"/>
                </a:lnTo>
                <a:lnTo>
                  <a:pt x="245292" y="177712"/>
                </a:lnTo>
                <a:lnTo>
                  <a:pt x="220027" y="210121"/>
                </a:lnTo>
                <a:lnTo>
                  <a:pt x="172212" y="263652"/>
                </a:lnTo>
                <a:lnTo>
                  <a:pt x="131826" y="302704"/>
                </a:lnTo>
                <a:lnTo>
                  <a:pt x="100584" y="329184"/>
                </a:lnTo>
                <a:lnTo>
                  <a:pt x="289586" y="329184"/>
                </a:lnTo>
                <a:lnTo>
                  <a:pt x="239170" y="335121"/>
                </a:lnTo>
                <a:lnTo>
                  <a:pt x="178381" y="343887"/>
                </a:lnTo>
                <a:lnTo>
                  <a:pt x="132880" y="352580"/>
                </a:lnTo>
                <a:lnTo>
                  <a:pt x="102449" y="361346"/>
                </a:lnTo>
                <a:lnTo>
                  <a:pt x="86868" y="370332"/>
                </a:lnTo>
                <a:close/>
              </a:path>
              <a:path w="360044" h="382904">
                <a:moveTo>
                  <a:pt x="289586" y="329184"/>
                </a:moveTo>
                <a:lnTo>
                  <a:pt x="100584" y="329184"/>
                </a:lnTo>
                <a:lnTo>
                  <a:pt x="309372" y="318516"/>
                </a:lnTo>
                <a:lnTo>
                  <a:pt x="297084" y="297918"/>
                </a:lnTo>
                <a:lnTo>
                  <a:pt x="283083" y="277177"/>
                </a:lnTo>
                <a:lnTo>
                  <a:pt x="267366" y="256151"/>
                </a:lnTo>
                <a:lnTo>
                  <a:pt x="249936" y="234696"/>
                </a:lnTo>
                <a:lnTo>
                  <a:pt x="256032" y="228600"/>
                </a:lnTo>
                <a:lnTo>
                  <a:pt x="297441" y="264390"/>
                </a:lnTo>
                <a:lnTo>
                  <a:pt x="327850" y="292036"/>
                </a:lnTo>
                <a:lnTo>
                  <a:pt x="355092" y="324612"/>
                </a:lnTo>
                <a:lnTo>
                  <a:pt x="355527" y="326136"/>
                </a:lnTo>
                <a:lnTo>
                  <a:pt x="315468" y="326136"/>
                </a:lnTo>
                <a:lnTo>
                  <a:pt x="289586" y="329184"/>
                </a:lnTo>
                <a:close/>
              </a:path>
              <a:path w="360044" h="382904">
                <a:moveTo>
                  <a:pt x="342900" y="382524"/>
                </a:moveTo>
                <a:lnTo>
                  <a:pt x="338328" y="382524"/>
                </a:lnTo>
                <a:lnTo>
                  <a:pt x="335280" y="377952"/>
                </a:lnTo>
                <a:lnTo>
                  <a:pt x="332232" y="370332"/>
                </a:lnTo>
                <a:lnTo>
                  <a:pt x="328541" y="360640"/>
                </a:lnTo>
                <a:lnTo>
                  <a:pt x="324421" y="349948"/>
                </a:lnTo>
                <a:lnTo>
                  <a:pt x="320016" y="338399"/>
                </a:lnTo>
                <a:lnTo>
                  <a:pt x="315468" y="326136"/>
                </a:lnTo>
                <a:lnTo>
                  <a:pt x="355527" y="326136"/>
                </a:lnTo>
                <a:lnTo>
                  <a:pt x="358140" y="335280"/>
                </a:lnTo>
                <a:lnTo>
                  <a:pt x="359664" y="342900"/>
                </a:lnTo>
                <a:lnTo>
                  <a:pt x="359615" y="349948"/>
                </a:lnTo>
                <a:lnTo>
                  <a:pt x="347472" y="379476"/>
                </a:lnTo>
                <a:lnTo>
                  <a:pt x="342900" y="38252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</a:endParaRPr>
          </a:p>
        </p:txBody>
      </p:sp>
      <p:sp>
        <p:nvSpPr>
          <p:cNvPr id="88" name="object 88"/>
          <p:cNvSpPr/>
          <p:nvPr/>
        </p:nvSpPr>
        <p:spPr>
          <a:xfrm>
            <a:off x="3002280" y="5527548"/>
            <a:ext cx="318770" cy="242570"/>
          </a:xfrm>
          <a:custGeom>
            <a:avLst/>
            <a:gdLst/>
            <a:ahLst/>
            <a:cxnLst/>
            <a:rect l="l" t="t" r="r" b="b"/>
            <a:pathLst>
              <a:path w="318770" h="242570">
                <a:moveTo>
                  <a:pt x="256031" y="242316"/>
                </a:moveTo>
                <a:lnTo>
                  <a:pt x="217931" y="242316"/>
                </a:lnTo>
                <a:lnTo>
                  <a:pt x="158496" y="54864"/>
                </a:lnTo>
                <a:lnTo>
                  <a:pt x="100584" y="242316"/>
                </a:lnTo>
                <a:lnTo>
                  <a:pt x="62484" y="242316"/>
                </a:lnTo>
                <a:lnTo>
                  <a:pt x="0" y="0"/>
                </a:lnTo>
                <a:lnTo>
                  <a:pt x="42672" y="0"/>
                </a:lnTo>
                <a:lnTo>
                  <a:pt x="85343" y="187452"/>
                </a:lnTo>
                <a:lnTo>
                  <a:pt x="143255" y="0"/>
                </a:lnTo>
                <a:lnTo>
                  <a:pt x="176783" y="0"/>
                </a:lnTo>
                <a:lnTo>
                  <a:pt x="236219" y="187452"/>
                </a:lnTo>
                <a:lnTo>
                  <a:pt x="277367" y="0"/>
                </a:lnTo>
                <a:lnTo>
                  <a:pt x="318515" y="0"/>
                </a:lnTo>
                <a:lnTo>
                  <a:pt x="256031" y="24231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</a:endParaRPr>
          </a:p>
        </p:txBody>
      </p:sp>
      <p:pic>
        <p:nvPicPr>
          <p:cNvPr id="89" name="object 89"/>
          <p:cNvPicPr/>
          <p:nvPr/>
        </p:nvPicPr>
        <p:blipFill>
          <a:blip r:embed="rId13" cstate="print"/>
          <a:stretch>
            <a:fillRect/>
          </a:stretch>
        </p:blipFill>
        <p:spPr>
          <a:xfrm>
            <a:off x="3369564" y="5468111"/>
            <a:ext cx="65532" cy="112775"/>
          </a:xfrm>
          <a:prstGeom prst="rect">
            <a:avLst/>
          </a:prstGeom>
        </p:spPr>
      </p:pic>
      <p:sp>
        <p:nvSpPr>
          <p:cNvPr id="90" name="object 90"/>
          <p:cNvSpPr/>
          <p:nvPr/>
        </p:nvSpPr>
        <p:spPr>
          <a:xfrm>
            <a:off x="3499103" y="5558028"/>
            <a:ext cx="396240" cy="43180"/>
          </a:xfrm>
          <a:custGeom>
            <a:avLst/>
            <a:gdLst/>
            <a:ahLst/>
            <a:cxnLst/>
            <a:rect l="l" t="t" r="r" b="b"/>
            <a:pathLst>
              <a:path w="396239" h="43179">
                <a:moveTo>
                  <a:pt x="15240" y="42671"/>
                </a:moveTo>
                <a:lnTo>
                  <a:pt x="0" y="27431"/>
                </a:lnTo>
                <a:lnTo>
                  <a:pt x="323087" y="27431"/>
                </a:lnTo>
                <a:lnTo>
                  <a:pt x="358139" y="0"/>
                </a:lnTo>
                <a:lnTo>
                  <a:pt x="396239" y="38099"/>
                </a:lnTo>
                <a:lnTo>
                  <a:pt x="62484" y="38099"/>
                </a:lnTo>
                <a:lnTo>
                  <a:pt x="49315" y="38385"/>
                </a:lnTo>
                <a:lnTo>
                  <a:pt x="37147" y="39242"/>
                </a:lnTo>
                <a:lnTo>
                  <a:pt x="25836" y="40671"/>
                </a:lnTo>
                <a:lnTo>
                  <a:pt x="15240" y="4267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</a:endParaRPr>
          </a:p>
        </p:txBody>
      </p:sp>
      <p:sp>
        <p:nvSpPr>
          <p:cNvPr id="91" name="object 91"/>
          <p:cNvSpPr/>
          <p:nvPr/>
        </p:nvSpPr>
        <p:spPr>
          <a:xfrm>
            <a:off x="3947160" y="5405627"/>
            <a:ext cx="1289685" cy="407034"/>
          </a:xfrm>
          <a:custGeom>
            <a:avLst/>
            <a:gdLst/>
            <a:ahLst/>
            <a:cxnLst/>
            <a:rect l="l" t="t" r="r" b="b"/>
            <a:pathLst>
              <a:path w="1289685" h="407035">
                <a:moveTo>
                  <a:pt x="216408" y="41148"/>
                </a:moveTo>
                <a:lnTo>
                  <a:pt x="180682" y="10744"/>
                </a:lnTo>
                <a:lnTo>
                  <a:pt x="166116" y="3048"/>
                </a:lnTo>
                <a:lnTo>
                  <a:pt x="161544" y="6096"/>
                </a:lnTo>
                <a:lnTo>
                  <a:pt x="171843" y="20408"/>
                </a:lnTo>
                <a:lnTo>
                  <a:pt x="180022" y="33718"/>
                </a:lnTo>
                <a:lnTo>
                  <a:pt x="186182" y="46177"/>
                </a:lnTo>
                <a:lnTo>
                  <a:pt x="190500" y="57912"/>
                </a:lnTo>
                <a:lnTo>
                  <a:pt x="192024" y="68580"/>
                </a:lnTo>
                <a:lnTo>
                  <a:pt x="193548" y="73152"/>
                </a:lnTo>
                <a:lnTo>
                  <a:pt x="199644" y="73152"/>
                </a:lnTo>
                <a:lnTo>
                  <a:pt x="202692" y="70104"/>
                </a:lnTo>
                <a:lnTo>
                  <a:pt x="208788" y="65532"/>
                </a:lnTo>
                <a:lnTo>
                  <a:pt x="213360" y="59436"/>
                </a:lnTo>
                <a:lnTo>
                  <a:pt x="216408" y="53340"/>
                </a:lnTo>
                <a:lnTo>
                  <a:pt x="216408" y="41148"/>
                </a:lnTo>
                <a:close/>
              </a:path>
              <a:path w="1289685" h="407035">
                <a:moveTo>
                  <a:pt x="381000" y="94488"/>
                </a:moveTo>
                <a:lnTo>
                  <a:pt x="377215" y="89916"/>
                </a:lnTo>
                <a:lnTo>
                  <a:pt x="368401" y="79248"/>
                </a:lnTo>
                <a:lnTo>
                  <a:pt x="352044" y="59436"/>
                </a:lnTo>
                <a:lnTo>
                  <a:pt x="332232" y="79248"/>
                </a:lnTo>
                <a:lnTo>
                  <a:pt x="59436" y="79248"/>
                </a:lnTo>
                <a:lnTo>
                  <a:pt x="59436" y="56388"/>
                </a:lnTo>
                <a:lnTo>
                  <a:pt x="53340" y="56388"/>
                </a:lnTo>
                <a:lnTo>
                  <a:pt x="36398" y="102476"/>
                </a:lnTo>
                <a:lnTo>
                  <a:pt x="18288" y="120396"/>
                </a:lnTo>
                <a:lnTo>
                  <a:pt x="13716" y="126492"/>
                </a:lnTo>
                <a:lnTo>
                  <a:pt x="13716" y="132588"/>
                </a:lnTo>
                <a:lnTo>
                  <a:pt x="16764" y="134112"/>
                </a:lnTo>
                <a:lnTo>
                  <a:pt x="19812" y="137160"/>
                </a:lnTo>
                <a:lnTo>
                  <a:pt x="24384" y="140208"/>
                </a:lnTo>
                <a:lnTo>
                  <a:pt x="28956" y="141732"/>
                </a:lnTo>
                <a:lnTo>
                  <a:pt x="36576" y="141732"/>
                </a:lnTo>
                <a:lnTo>
                  <a:pt x="42672" y="138684"/>
                </a:lnTo>
                <a:lnTo>
                  <a:pt x="50292" y="135636"/>
                </a:lnTo>
                <a:lnTo>
                  <a:pt x="55143" y="130213"/>
                </a:lnTo>
                <a:lnTo>
                  <a:pt x="58293" y="120777"/>
                </a:lnTo>
                <a:lnTo>
                  <a:pt x="59715" y="107353"/>
                </a:lnTo>
                <a:lnTo>
                  <a:pt x="59436" y="89916"/>
                </a:lnTo>
                <a:lnTo>
                  <a:pt x="336804" y="89916"/>
                </a:lnTo>
                <a:lnTo>
                  <a:pt x="313944" y="132588"/>
                </a:lnTo>
                <a:lnTo>
                  <a:pt x="318516" y="135636"/>
                </a:lnTo>
                <a:lnTo>
                  <a:pt x="337058" y="117640"/>
                </a:lnTo>
                <a:lnTo>
                  <a:pt x="353758" y="104775"/>
                </a:lnTo>
                <a:lnTo>
                  <a:pt x="368439" y="97066"/>
                </a:lnTo>
                <a:lnTo>
                  <a:pt x="381000" y="94488"/>
                </a:lnTo>
                <a:close/>
              </a:path>
              <a:path w="1289685" h="407035">
                <a:moveTo>
                  <a:pt x="388620" y="362712"/>
                </a:moveTo>
                <a:lnTo>
                  <a:pt x="303276" y="367284"/>
                </a:lnTo>
                <a:lnTo>
                  <a:pt x="279273" y="366712"/>
                </a:lnTo>
                <a:lnTo>
                  <a:pt x="255270" y="364998"/>
                </a:lnTo>
                <a:lnTo>
                  <a:pt x="231267" y="362140"/>
                </a:lnTo>
                <a:lnTo>
                  <a:pt x="207264" y="358140"/>
                </a:lnTo>
                <a:lnTo>
                  <a:pt x="207264" y="352044"/>
                </a:lnTo>
                <a:lnTo>
                  <a:pt x="207264" y="268224"/>
                </a:lnTo>
                <a:lnTo>
                  <a:pt x="341376" y="268224"/>
                </a:lnTo>
                <a:lnTo>
                  <a:pt x="330708" y="257556"/>
                </a:lnTo>
                <a:lnTo>
                  <a:pt x="307848" y="234696"/>
                </a:lnTo>
                <a:lnTo>
                  <a:pt x="284988" y="257556"/>
                </a:lnTo>
                <a:lnTo>
                  <a:pt x="207264" y="257556"/>
                </a:lnTo>
                <a:lnTo>
                  <a:pt x="207264" y="172212"/>
                </a:lnTo>
                <a:lnTo>
                  <a:pt x="358140" y="172212"/>
                </a:lnTo>
                <a:lnTo>
                  <a:pt x="324612" y="138684"/>
                </a:lnTo>
                <a:lnTo>
                  <a:pt x="300228" y="163068"/>
                </a:lnTo>
                <a:lnTo>
                  <a:pt x="28956" y="163068"/>
                </a:lnTo>
                <a:lnTo>
                  <a:pt x="44196" y="178308"/>
                </a:lnTo>
                <a:lnTo>
                  <a:pt x="53619" y="176072"/>
                </a:lnTo>
                <a:lnTo>
                  <a:pt x="63627" y="174117"/>
                </a:lnTo>
                <a:lnTo>
                  <a:pt x="74193" y="172745"/>
                </a:lnTo>
                <a:lnTo>
                  <a:pt x="85344" y="172212"/>
                </a:lnTo>
                <a:lnTo>
                  <a:pt x="182880" y="172212"/>
                </a:lnTo>
                <a:lnTo>
                  <a:pt x="182880" y="352044"/>
                </a:lnTo>
                <a:lnTo>
                  <a:pt x="172351" y="347789"/>
                </a:lnTo>
                <a:lnTo>
                  <a:pt x="140208" y="326136"/>
                </a:lnTo>
                <a:lnTo>
                  <a:pt x="108483" y="293560"/>
                </a:lnTo>
                <a:lnTo>
                  <a:pt x="101358" y="271868"/>
                </a:lnTo>
                <a:lnTo>
                  <a:pt x="103822" y="262318"/>
                </a:lnTo>
                <a:lnTo>
                  <a:pt x="106553" y="251917"/>
                </a:lnTo>
                <a:lnTo>
                  <a:pt x="109728" y="240792"/>
                </a:lnTo>
                <a:lnTo>
                  <a:pt x="123444" y="228600"/>
                </a:lnTo>
                <a:lnTo>
                  <a:pt x="82296" y="207264"/>
                </a:lnTo>
                <a:lnTo>
                  <a:pt x="76936" y="256781"/>
                </a:lnTo>
                <a:lnTo>
                  <a:pt x="65341" y="304990"/>
                </a:lnTo>
                <a:lnTo>
                  <a:pt x="41148" y="354330"/>
                </a:lnTo>
                <a:lnTo>
                  <a:pt x="16002" y="386334"/>
                </a:lnTo>
                <a:lnTo>
                  <a:pt x="0" y="402336"/>
                </a:lnTo>
                <a:lnTo>
                  <a:pt x="4572" y="406908"/>
                </a:lnTo>
                <a:lnTo>
                  <a:pt x="37338" y="381762"/>
                </a:lnTo>
                <a:lnTo>
                  <a:pt x="70713" y="342950"/>
                </a:lnTo>
                <a:lnTo>
                  <a:pt x="96012" y="291084"/>
                </a:lnTo>
                <a:lnTo>
                  <a:pt x="107721" y="309422"/>
                </a:lnTo>
                <a:lnTo>
                  <a:pt x="132867" y="340385"/>
                </a:lnTo>
                <a:lnTo>
                  <a:pt x="176784" y="372999"/>
                </a:lnTo>
                <a:lnTo>
                  <a:pt x="216408" y="385572"/>
                </a:lnTo>
                <a:lnTo>
                  <a:pt x="272796" y="393382"/>
                </a:lnTo>
                <a:lnTo>
                  <a:pt x="352044" y="397764"/>
                </a:lnTo>
                <a:lnTo>
                  <a:pt x="356895" y="387464"/>
                </a:lnTo>
                <a:lnTo>
                  <a:pt x="364617" y="379285"/>
                </a:lnTo>
                <a:lnTo>
                  <a:pt x="375183" y="373126"/>
                </a:lnTo>
                <a:lnTo>
                  <a:pt x="388620" y="368808"/>
                </a:lnTo>
                <a:lnTo>
                  <a:pt x="388620" y="367284"/>
                </a:lnTo>
                <a:lnTo>
                  <a:pt x="388620" y="362712"/>
                </a:lnTo>
                <a:close/>
              </a:path>
              <a:path w="1289685" h="407035">
                <a:moveTo>
                  <a:pt x="534924" y="82296"/>
                </a:moveTo>
                <a:lnTo>
                  <a:pt x="510730" y="42672"/>
                </a:lnTo>
                <a:lnTo>
                  <a:pt x="487680" y="24384"/>
                </a:lnTo>
                <a:lnTo>
                  <a:pt x="481584" y="27432"/>
                </a:lnTo>
                <a:lnTo>
                  <a:pt x="491655" y="45085"/>
                </a:lnTo>
                <a:lnTo>
                  <a:pt x="499300" y="61150"/>
                </a:lnTo>
                <a:lnTo>
                  <a:pt x="504939" y="75234"/>
                </a:lnTo>
                <a:lnTo>
                  <a:pt x="509016" y="86868"/>
                </a:lnTo>
                <a:lnTo>
                  <a:pt x="510540" y="99060"/>
                </a:lnTo>
                <a:lnTo>
                  <a:pt x="513588" y="105156"/>
                </a:lnTo>
                <a:lnTo>
                  <a:pt x="518160" y="105156"/>
                </a:lnTo>
                <a:lnTo>
                  <a:pt x="521208" y="103632"/>
                </a:lnTo>
                <a:lnTo>
                  <a:pt x="525780" y="99060"/>
                </a:lnTo>
                <a:lnTo>
                  <a:pt x="530352" y="96012"/>
                </a:lnTo>
                <a:lnTo>
                  <a:pt x="533400" y="89916"/>
                </a:lnTo>
                <a:lnTo>
                  <a:pt x="534924" y="82296"/>
                </a:lnTo>
                <a:close/>
              </a:path>
              <a:path w="1289685" h="407035">
                <a:moveTo>
                  <a:pt x="832104" y="312420"/>
                </a:moveTo>
                <a:lnTo>
                  <a:pt x="811720" y="272986"/>
                </a:lnTo>
                <a:lnTo>
                  <a:pt x="810768" y="245364"/>
                </a:lnTo>
                <a:lnTo>
                  <a:pt x="804672" y="245364"/>
                </a:lnTo>
                <a:lnTo>
                  <a:pt x="799096" y="293166"/>
                </a:lnTo>
                <a:lnTo>
                  <a:pt x="784402" y="315468"/>
                </a:lnTo>
                <a:lnTo>
                  <a:pt x="749808" y="315468"/>
                </a:lnTo>
                <a:lnTo>
                  <a:pt x="726948" y="184404"/>
                </a:lnTo>
                <a:lnTo>
                  <a:pt x="824484" y="184404"/>
                </a:lnTo>
                <a:lnTo>
                  <a:pt x="794004" y="152400"/>
                </a:lnTo>
                <a:lnTo>
                  <a:pt x="771144" y="175260"/>
                </a:lnTo>
                <a:lnTo>
                  <a:pt x="697992" y="175260"/>
                </a:lnTo>
                <a:lnTo>
                  <a:pt x="697992" y="103632"/>
                </a:lnTo>
                <a:lnTo>
                  <a:pt x="797052" y="103632"/>
                </a:lnTo>
                <a:lnTo>
                  <a:pt x="787831" y="92964"/>
                </a:lnTo>
                <a:lnTo>
                  <a:pt x="768096" y="70104"/>
                </a:lnTo>
                <a:lnTo>
                  <a:pt x="745236" y="92964"/>
                </a:lnTo>
                <a:lnTo>
                  <a:pt x="697992" y="92964"/>
                </a:lnTo>
                <a:lnTo>
                  <a:pt x="697992" y="33528"/>
                </a:lnTo>
                <a:lnTo>
                  <a:pt x="713232" y="19812"/>
                </a:lnTo>
                <a:lnTo>
                  <a:pt x="673608" y="3048"/>
                </a:lnTo>
                <a:lnTo>
                  <a:pt x="674484" y="19672"/>
                </a:lnTo>
                <a:lnTo>
                  <a:pt x="674928" y="39649"/>
                </a:lnTo>
                <a:lnTo>
                  <a:pt x="675043" y="56388"/>
                </a:lnTo>
                <a:lnTo>
                  <a:pt x="675132" y="92964"/>
                </a:lnTo>
                <a:lnTo>
                  <a:pt x="617220" y="92964"/>
                </a:lnTo>
                <a:lnTo>
                  <a:pt x="626173" y="75438"/>
                </a:lnTo>
                <a:lnTo>
                  <a:pt x="630288" y="66827"/>
                </a:lnTo>
                <a:lnTo>
                  <a:pt x="633984" y="57912"/>
                </a:lnTo>
                <a:lnTo>
                  <a:pt x="647700" y="50292"/>
                </a:lnTo>
                <a:lnTo>
                  <a:pt x="612648" y="30480"/>
                </a:lnTo>
                <a:lnTo>
                  <a:pt x="601980" y="82296"/>
                </a:lnTo>
                <a:lnTo>
                  <a:pt x="588264" y="119062"/>
                </a:lnTo>
                <a:lnTo>
                  <a:pt x="569976" y="156972"/>
                </a:lnTo>
                <a:lnTo>
                  <a:pt x="574548" y="160020"/>
                </a:lnTo>
                <a:lnTo>
                  <a:pt x="586308" y="146926"/>
                </a:lnTo>
                <a:lnTo>
                  <a:pt x="596646" y="132969"/>
                </a:lnTo>
                <a:lnTo>
                  <a:pt x="605828" y="118452"/>
                </a:lnTo>
                <a:lnTo>
                  <a:pt x="614172" y="103632"/>
                </a:lnTo>
                <a:lnTo>
                  <a:pt x="675132" y="103632"/>
                </a:lnTo>
                <a:lnTo>
                  <a:pt x="675132" y="175260"/>
                </a:lnTo>
                <a:lnTo>
                  <a:pt x="551688" y="175260"/>
                </a:lnTo>
                <a:lnTo>
                  <a:pt x="566928" y="190500"/>
                </a:lnTo>
                <a:lnTo>
                  <a:pt x="585406" y="186309"/>
                </a:lnTo>
                <a:lnTo>
                  <a:pt x="593280" y="184937"/>
                </a:lnTo>
                <a:lnTo>
                  <a:pt x="600456" y="184404"/>
                </a:lnTo>
                <a:lnTo>
                  <a:pt x="638556" y="184404"/>
                </a:lnTo>
                <a:lnTo>
                  <a:pt x="631710" y="233299"/>
                </a:lnTo>
                <a:lnTo>
                  <a:pt x="615886" y="274891"/>
                </a:lnTo>
                <a:lnTo>
                  <a:pt x="591185" y="309359"/>
                </a:lnTo>
                <a:lnTo>
                  <a:pt x="557784" y="336804"/>
                </a:lnTo>
                <a:lnTo>
                  <a:pt x="560832" y="341376"/>
                </a:lnTo>
                <a:lnTo>
                  <a:pt x="603351" y="317068"/>
                </a:lnTo>
                <a:lnTo>
                  <a:pt x="634746" y="282892"/>
                </a:lnTo>
                <a:lnTo>
                  <a:pt x="654697" y="238721"/>
                </a:lnTo>
                <a:lnTo>
                  <a:pt x="662940" y="184404"/>
                </a:lnTo>
                <a:lnTo>
                  <a:pt x="705612" y="184404"/>
                </a:lnTo>
                <a:lnTo>
                  <a:pt x="705612" y="301752"/>
                </a:lnTo>
                <a:lnTo>
                  <a:pt x="706729" y="315785"/>
                </a:lnTo>
                <a:lnTo>
                  <a:pt x="712279" y="325945"/>
                </a:lnTo>
                <a:lnTo>
                  <a:pt x="722109" y="332409"/>
                </a:lnTo>
                <a:lnTo>
                  <a:pt x="736092" y="335280"/>
                </a:lnTo>
                <a:lnTo>
                  <a:pt x="789432" y="335280"/>
                </a:lnTo>
                <a:lnTo>
                  <a:pt x="804875" y="333857"/>
                </a:lnTo>
                <a:lnTo>
                  <a:pt x="817054" y="329565"/>
                </a:lnTo>
                <a:lnTo>
                  <a:pt x="826071" y="322427"/>
                </a:lnTo>
                <a:lnTo>
                  <a:pt x="830262" y="315468"/>
                </a:lnTo>
                <a:lnTo>
                  <a:pt x="832104" y="312420"/>
                </a:lnTo>
                <a:close/>
              </a:path>
              <a:path w="1289685" h="407035">
                <a:moveTo>
                  <a:pt x="845820" y="361188"/>
                </a:moveTo>
                <a:lnTo>
                  <a:pt x="800074" y="365175"/>
                </a:lnTo>
                <a:lnTo>
                  <a:pt x="756475" y="367855"/>
                </a:lnTo>
                <a:lnTo>
                  <a:pt x="722299" y="368909"/>
                </a:lnTo>
                <a:lnTo>
                  <a:pt x="675132" y="368808"/>
                </a:lnTo>
                <a:lnTo>
                  <a:pt x="611314" y="363093"/>
                </a:lnTo>
                <a:lnTo>
                  <a:pt x="571500" y="350520"/>
                </a:lnTo>
                <a:lnTo>
                  <a:pt x="536981" y="325551"/>
                </a:lnTo>
                <a:lnTo>
                  <a:pt x="527304" y="315468"/>
                </a:lnTo>
                <a:lnTo>
                  <a:pt x="527304" y="178308"/>
                </a:lnTo>
                <a:lnTo>
                  <a:pt x="534924" y="172212"/>
                </a:lnTo>
                <a:lnTo>
                  <a:pt x="542544" y="166116"/>
                </a:lnTo>
                <a:lnTo>
                  <a:pt x="515112" y="144780"/>
                </a:lnTo>
                <a:lnTo>
                  <a:pt x="502920" y="163068"/>
                </a:lnTo>
                <a:lnTo>
                  <a:pt x="437388" y="163068"/>
                </a:lnTo>
                <a:lnTo>
                  <a:pt x="452628" y="178308"/>
                </a:lnTo>
                <a:lnTo>
                  <a:pt x="469392" y="174117"/>
                </a:lnTo>
                <a:lnTo>
                  <a:pt x="476199" y="172745"/>
                </a:lnTo>
                <a:lnTo>
                  <a:pt x="481584" y="172212"/>
                </a:lnTo>
                <a:lnTo>
                  <a:pt x="504444" y="172212"/>
                </a:lnTo>
                <a:lnTo>
                  <a:pt x="504444" y="312420"/>
                </a:lnTo>
                <a:lnTo>
                  <a:pt x="485317" y="321259"/>
                </a:lnTo>
                <a:lnTo>
                  <a:pt x="466915" y="331660"/>
                </a:lnTo>
                <a:lnTo>
                  <a:pt x="449364" y="343496"/>
                </a:lnTo>
                <a:lnTo>
                  <a:pt x="432816" y="356616"/>
                </a:lnTo>
                <a:lnTo>
                  <a:pt x="460248" y="379476"/>
                </a:lnTo>
                <a:lnTo>
                  <a:pt x="464527" y="371195"/>
                </a:lnTo>
                <a:lnTo>
                  <a:pt x="470535" y="362331"/>
                </a:lnTo>
                <a:lnTo>
                  <a:pt x="497128" y="334073"/>
                </a:lnTo>
                <a:lnTo>
                  <a:pt x="511467" y="325551"/>
                </a:lnTo>
                <a:lnTo>
                  <a:pt x="516636" y="326136"/>
                </a:lnTo>
                <a:lnTo>
                  <a:pt x="520941" y="328422"/>
                </a:lnTo>
                <a:lnTo>
                  <a:pt x="527113" y="332994"/>
                </a:lnTo>
                <a:lnTo>
                  <a:pt x="535279" y="339852"/>
                </a:lnTo>
                <a:lnTo>
                  <a:pt x="556463" y="358711"/>
                </a:lnTo>
                <a:lnTo>
                  <a:pt x="568642" y="367284"/>
                </a:lnTo>
                <a:lnTo>
                  <a:pt x="613664" y="386130"/>
                </a:lnTo>
                <a:lnTo>
                  <a:pt x="654189" y="392366"/>
                </a:lnTo>
                <a:lnTo>
                  <a:pt x="809244" y="397764"/>
                </a:lnTo>
                <a:lnTo>
                  <a:pt x="811530" y="388289"/>
                </a:lnTo>
                <a:lnTo>
                  <a:pt x="818388" y="380238"/>
                </a:lnTo>
                <a:lnTo>
                  <a:pt x="829818" y="373341"/>
                </a:lnTo>
                <a:lnTo>
                  <a:pt x="840968" y="369125"/>
                </a:lnTo>
                <a:lnTo>
                  <a:pt x="845820" y="367284"/>
                </a:lnTo>
                <a:lnTo>
                  <a:pt x="845820" y="361188"/>
                </a:lnTo>
                <a:close/>
              </a:path>
              <a:path w="1289685" h="407035">
                <a:moveTo>
                  <a:pt x="1071372" y="109728"/>
                </a:moveTo>
                <a:lnTo>
                  <a:pt x="1042416" y="80772"/>
                </a:lnTo>
                <a:lnTo>
                  <a:pt x="1022604" y="99060"/>
                </a:lnTo>
                <a:lnTo>
                  <a:pt x="995172" y="99060"/>
                </a:lnTo>
                <a:lnTo>
                  <a:pt x="995172" y="32004"/>
                </a:lnTo>
                <a:lnTo>
                  <a:pt x="1010412" y="19812"/>
                </a:lnTo>
                <a:lnTo>
                  <a:pt x="969264" y="0"/>
                </a:lnTo>
                <a:lnTo>
                  <a:pt x="970597" y="40957"/>
                </a:lnTo>
                <a:lnTo>
                  <a:pt x="970788" y="99060"/>
                </a:lnTo>
                <a:lnTo>
                  <a:pt x="886968" y="99060"/>
                </a:lnTo>
                <a:lnTo>
                  <a:pt x="903732" y="115824"/>
                </a:lnTo>
                <a:lnTo>
                  <a:pt x="913155" y="112953"/>
                </a:lnTo>
                <a:lnTo>
                  <a:pt x="923163" y="111061"/>
                </a:lnTo>
                <a:lnTo>
                  <a:pt x="933729" y="110045"/>
                </a:lnTo>
                <a:lnTo>
                  <a:pt x="944880" y="109728"/>
                </a:lnTo>
                <a:lnTo>
                  <a:pt x="970788" y="109728"/>
                </a:lnTo>
                <a:lnTo>
                  <a:pt x="970788" y="193548"/>
                </a:lnTo>
                <a:lnTo>
                  <a:pt x="941349" y="206959"/>
                </a:lnTo>
                <a:lnTo>
                  <a:pt x="917067" y="217360"/>
                </a:lnTo>
                <a:lnTo>
                  <a:pt x="897915" y="224624"/>
                </a:lnTo>
                <a:lnTo>
                  <a:pt x="883920" y="228600"/>
                </a:lnTo>
                <a:lnTo>
                  <a:pt x="908304" y="257556"/>
                </a:lnTo>
                <a:lnTo>
                  <a:pt x="915708" y="249580"/>
                </a:lnTo>
                <a:lnTo>
                  <a:pt x="928687" y="239458"/>
                </a:lnTo>
                <a:lnTo>
                  <a:pt x="947089" y="227342"/>
                </a:lnTo>
                <a:lnTo>
                  <a:pt x="970788" y="213360"/>
                </a:lnTo>
                <a:lnTo>
                  <a:pt x="970788" y="341376"/>
                </a:lnTo>
                <a:lnTo>
                  <a:pt x="969619" y="351142"/>
                </a:lnTo>
                <a:lnTo>
                  <a:pt x="966025" y="357759"/>
                </a:lnTo>
                <a:lnTo>
                  <a:pt x="959853" y="361530"/>
                </a:lnTo>
                <a:lnTo>
                  <a:pt x="950976" y="362712"/>
                </a:lnTo>
                <a:lnTo>
                  <a:pt x="940396" y="361315"/>
                </a:lnTo>
                <a:lnTo>
                  <a:pt x="929259" y="359473"/>
                </a:lnTo>
                <a:lnTo>
                  <a:pt x="905256" y="355092"/>
                </a:lnTo>
                <a:lnTo>
                  <a:pt x="905256" y="364236"/>
                </a:lnTo>
                <a:lnTo>
                  <a:pt x="928116" y="373430"/>
                </a:lnTo>
                <a:lnTo>
                  <a:pt x="944118" y="382905"/>
                </a:lnTo>
                <a:lnTo>
                  <a:pt x="953262" y="392963"/>
                </a:lnTo>
                <a:lnTo>
                  <a:pt x="955548" y="403860"/>
                </a:lnTo>
                <a:lnTo>
                  <a:pt x="972451" y="394957"/>
                </a:lnTo>
                <a:lnTo>
                  <a:pt x="984504" y="384048"/>
                </a:lnTo>
                <a:lnTo>
                  <a:pt x="991971" y="370865"/>
                </a:lnTo>
                <a:lnTo>
                  <a:pt x="993622" y="362712"/>
                </a:lnTo>
                <a:lnTo>
                  <a:pt x="995172" y="355092"/>
                </a:lnTo>
                <a:lnTo>
                  <a:pt x="995172" y="213360"/>
                </a:lnTo>
                <a:lnTo>
                  <a:pt x="995172" y="201168"/>
                </a:lnTo>
                <a:lnTo>
                  <a:pt x="1022604" y="182880"/>
                </a:lnTo>
                <a:lnTo>
                  <a:pt x="1059180" y="158496"/>
                </a:lnTo>
                <a:lnTo>
                  <a:pt x="1056132" y="153924"/>
                </a:lnTo>
                <a:lnTo>
                  <a:pt x="995172" y="182880"/>
                </a:lnTo>
                <a:lnTo>
                  <a:pt x="995172" y="109728"/>
                </a:lnTo>
                <a:lnTo>
                  <a:pt x="1071372" y="109728"/>
                </a:lnTo>
                <a:close/>
              </a:path>
              <a:path w="1289685" h="407035">
                <a:moveTo>
                  <a:pt x="1286256" y="164592"/>
                </a:moveTo>
                <a:lnTo>
                  <a:pt x="1239964" y="160743"/>
                </a:lnTo>
                <a:lnTo>
                  <a:pt x="1199388" y="148209"/>
                </a:lnTo>
                <a:lnTo>
                  <a:pt x="1192530" y="144780"/>
                </a:lnTo>
                <a:lnTo>
                  <a:pt x="1183957" y="140500"/>
                </a:lnTo>
                <a:lnTo>
                  <a:pt x="1167384" y="131064"/>
                </a:lnTo>
                <a:lnTo>
                  <a:pt x="1181290" y="117348"/>
                </a:lnTo>
                <a:lnTo>
                  <a:pt x="1185646" y="113068"/>
                </a:lnTo>
                <a:lnTo>
                  <a:pt x="1203769" y="93345"/>
                </a:lnTo>
                <a:lnTo>
                  <a:pt x="1221600" y="71920"/>
                </a:lnTo>
                <a:lnTo>
                  <a:pt x="1239012" y="48768"/>
                </a:lnTo>
                <a:lnTo>
                  <a:pt x="1250442" y="44196"/>
                </a:lnTo>
                <a:lnTo>
                  <a:pt x="1254252" y="42672"/>
                </a:lnTo>
                <a:lnTo>
                  <a:pt x="1225296" y="16764"/>
                </a:lnTo>
                <a:lnTo>
                  <a:pt x="1211580" y="30480"/>
                </a:lnTo>
                <a:lnTo>
                  <a:pt x="1211580" y="44196"/>
                </a:lnTo>
                <a:lnTo>
                  <a:pt x="1199045" y="62484"/>
                </a:lnTo>
                <a:lnTo>
                  <a:pt x="1184529" y="80772"/>
                </a:lnTo>
                <a:lnTo>
                  <a:pt x="1168285" y="99060"/>
                </a:lnTo>
                <a:lnTo>
                  <a:pt x="1150620" y="117348"/>
                </a:lnTo>
                <a:lnTo>
                  <a:pt x="1134300" y="103352"/>
                </a:lnTo>
                <a:lnTo>
                  <a:pt x="1119568" y="86487"/>
                </a:lnTo>
                <a:lnTo>
                  <a:pt x="1106246" y="66776"/>
                </a:lnTo>
                <a:lnTo>
                  <a:pt x="1094232" y="44196"/>
                </a:lnTo>
                <a:lnTo>
                  <a:pt x="1211580" y="44196"/>
                </a:lnTo>
                <a:lnTo>
                  <a:pt x="1211580" y="30480"/>
                </a:lnTo>
                <a:lnTo>
                  <a:pt x="1208532" y="33528"/>
                </a:lnTo>
                <a:lnTo>
                  <a:pt x="1042416" y="33528"/>
                </a:lnTo>
                <a:lnTo>
                  <a:pt x="1056132" y="47244"/>
                </a:lnTo>
                <a:lnTo>
                  <a:pt x="1075944" y="44196"/>
                </a:lnTo>
                <a:lnTo>
                  <a:pt x="1085088" y="44196"/>
                </a:lnTo>
                <a:lnTo>
                  <a:pt x="1094206" y="66776"/>
                </a:lnTo>
                <a:lnTo>
                  <a:pt x="1105471" y="88773"/>
                </a:lnTo>
                <a:lnTo>
                  <a:pt x="1118730" y="110210"/>
                </a:lnTo>
                <a:lnTo>
                  <a:pt x="1133856" y="131064"/>
                </a:lnTo>
                <a:lnTo>
                  <a:pt x="1109281" y="151066"/>
                </a:lnTo>
                <a:lnTo>
                  <a:pt x="1081278" y="169926"/>
                </a:lnTo>
                <a:lnTo>
                  <a:pt x="1049845" y="187642"/>
                </a:lnTo>
                <a:lnTo>
                  <a:pt x="1014984" y="204216"/>
                </a:lnTo>
                <a:lnTo>
                  <a:pt x="1016508" y="210312"/>
                </a:lnTo>
                <a:lnTo>
                  <a:pt x="1050747" y="198577"/>
                </a:lnTo>
                <a:lnTo>
                  <a:pt x="1084707" y="183832"/>
                </a:lnTo>
                <a:lnTo>
                  <a:pt x="1118082" y="165950"/>
                </a:lnTo>
                <a:lnTo>
                  <a:pt x="1150620" y="144780"/>
                </a:lnTo>
                <a:lnTo>
                  <a:pt x="1174242" y="160743"/>
                </a:lnTo>
                <a:lnTo>
                  <a:pt x="1199578" y="174498"/>
                </a:lnTo>
                <a:lnTo>
                  <a:pt x="1226261" y="185928"/>
                </a:lnTo>
                <a:lnTo>
                  <a:pt x="1254252" y="195072"/>
                </a:lnTo>
                <a:lnTo>
                  <a:pt x="1257109" y="186766"/>
                </a:lnTo>
                <a:lnTo>
                  <a:pt x="1263396" y="180022"/>
                </a:lnTo>
                <a:lnTo>
                  <a:pt x="1273111" y="174713"/>
                </a:lnTo>
                <a:lnTo>
                  <a:pt x="1286256" y="170688"/>
                </a:lnTo>
                <a:lnTo>
                  <a:pt x="1286256" y="164592"/>
                </a:lnTo>
                <a:close/>
              </a:path>
              <a:path w="1289685" h="407035">
                <a:moveTo>
                  <a:pt x="1289304" y="307848"/>
                </a:moveTo>
                <a:lnTo>
                  <a:pt x="1255776" y="275844"/>
                </a:lnTo>
                <a:lnTo>
                  <a:pt x="1232916" y="298704"/>
                </a:lnTo>
                <a:lnTo>
                  <a:pt x="1162812" y="298704"/>
                </a:lnTo>
                <a:lnTo>
                  <a:pt x="1162812" y="237744"/>
                </a:lnTo>
                <a:lnTo>
                  <a:pt x="1264920" y="237744"/>
                </a:lnTo>
                <a:lnTo>
                  <a:pt x="1232916" y="205740"/>
                </a:lnTo>
                <a:lnTo>
                  <a:pt x="1213104" y="227076"/>
                </a:lnTo>
                <a:lnTo>
                  <a:pt x="1162812" y="227076"/>
                </a:lnTo>
                <a:lnTo>
                  <a:pt x="1162812" y="193548"/>
                </a:lnTo>
                <a:lnTo>
                  <a:pt x="1179576" y="182880"/>
                </a:lnTo>
                <a:lnTo>
                  <a:pt x="1136904" y="163068"/>
                </a:lnTo>
                <a:lnTo>
                  <a:pt x="1137132" y="179070"/>
                </a:lnTo>
                <a:lnTo>
                  <a:pt x="1138161" y="210312"/>
                </a:lnTo>
                <a:lnTo>
                  <a:pt x="1138428" y="227076"/>
                </a:lnTo>
                <a:lnTo>
                  <a:pt x="1042416" y="227076"/>
                </a:lnTo>
                <a:lnTo>
                  <a:pt x="1057656" y="242316"/>
                </a:lnTo>
                <a:lnTo>
                  <a:pt x="1067955" y="240322"/>
                </a:lnTo>
                <a:lnTo>
                  <a:pt x="1078420" y="238887"/>
                </a:lnTo>
                <a:lnTo>
                  <a:pt x="1089152" y="238036"/>
                </a:lnTo>
                <a:lnTo>
                  <a:pt x="1100328" y="237744"/>
                </a:lnTo>
                <a:lnTo>
                  <a:pt x="1138428" y="237744"/>
                </a:lnTo>
                <a:lnTo>
                  <a:pt x="1138428" y="298704"/>
                </a:lnTo>
                <a:lnTo>
                  <a:pt x="1019556" y="298704"/>
                </a:lnTo>
                <a:lnTo>
                  <a:pt x="1034796" y="313944"/>
                </a:lnTo>
                <a:lnTo>
                  <a:pt x="1045095" y="311708"/>
                </a:lnTo>
                <a:lnTo>
                  <a:pt x="1055560" y="309753"/>
                </a:lnTo>
                <a:lnTo>
                  <a:pt x="1066292" y="308381"/>
                </a:lnTo>
                <a:lnTo>
                  <a:pt x="1077468" y="307848"/>
                </a:lnTo>
                <a:lnTo>
                  <a:pt x="1138428" y="307848"/>
                </a:lnTo>
                <a:lnTo>
                  <a:pt x="1138186" y="331876"/>
                </a:lnTo>
                <a:lnTo>
                  <a:pt x="1137183" y="378358"/>
                </a:lnTo>
                <a:lnTo>
                  <a:pt x="1137107" y="384048"/>
                </a:lnTo>
                <a:lnTo>
                  <a:pt x="1136904" y="405384"/>
                </a:lnTo>
                <a:lnTo>
                  <a:pt x="1164336" y="394716"/>
                </a:lnTo>
                <a:lnTo>
                  <a:pt x="1163447" y="378358"/>
                </a:lnTo>
                <a:lnTo>
                  <a:pt x="1163002" y="358711"/>
                </a:lnTo>
                <a:lnTo>
                  <a:pt x="1162875" y="341376"/>
                </a:lnTo>
                <a:lnTo>
                  <a:pt x="1162812" y="307848"/>
                </a:lnTo>
                <a:lnTo>
                  <a:pt x="1289304" y="30784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</a:endParaRPr>
          </a:p>
        </p:txBody>
      </p:sp>
      <p:sp>
        <p:nvSpPr>
          <p:cNvPr id="92" name="object 92"/>
          <p:cNvSpPr/>
          <p:nvPr/>
        </p:nvSpPr>
        <p:spPr>
          <a:xfrm>
            <a:off x="5312663" y="5416296"/>
            <a:ext cx="329565" cy="396240"/>
          </a:xfrm>
          <a:custGeom>
            <a:avLst/>
            <a:gdLst/>
            <a:ahLst/>
            <a:cxnLst/>
            <a:rect l="l" t="t" r="r" b="b"/>
            <a:pathLst>
              <a:path w="329564" h="396239">
                <a:moveTo>
                  <a:pt x="134112" y="396240"/>
                </a:moveTo>
                <a:lnTo>
                  <a:pt x="131587" y="384214"/>
                </a:lnTo>
                <a:lnTo>
                  <a:pt x="119634" y="373189"/>
                </a:lnTo>
                <a:lnTo>
                  <a:pt x="98536" y="363021"/>
                </a:lnTo>
                <a:lnTo>
                  <a:pt x="68580" y="353567"/>
                </a:lnTo>
                <a:lnTo>
                  <a:pt x="70104" y="344424"/>
                </a:lnTo>
                <a:lnTo>
                  <a:pt x="89511" y="347543"/>
                </a:lnTo>
                <a:lnTo>
                  <a:pt x="106489" y="349948"/>
                </a:lnTo>
                <a:lnTo>
                  <a:pt x="120896" y="351496"/>
                </a:lnTo>
                <a:lnTo>
                  <a:pt x="132588" y="352043"/>
                </a:lnTo>
                <a:lnTo>
                  <a:pt x="142351" y="350067"/>
                </a:lnTo>
                <a:lnTo>
                  <a:pt x="148971" y="344233"/>
                </a:lnTo>
                <a:lnTo>
                  <a:pt x="152733" y="334684"/>
                </a:lnTo>
                <a:lnTo>
                  <a:pt x="153924" y="321564"/>
                </a:lnTo>
                <a:lnTo>
                  <a:pt x="153924" y="169164"/>
                </a:lnTo>
                <a:lnTo>
                  <a:pt x="153662" y="150566"/>
                </a:lnTo>
                <a:lnTo>
                  <a:pt x="152971" y="133540"/>
                </a:lnTo>
                <a:lnTo>
                  <a:pt x="151995" y="117943"/>
                </a:lnTo>
                <a:lnTo>
                  <a:pt x="150876" y="103632"/>
                </a:lnTo>
                <a:lnTo>
                  <a:pt x="175260" y="117348"/>
                </a:lnTo>
                <a:lnTo>
                  <a:pt x="277368" y="27432"/>
                </a:lnTo>
                <a:lnTo>
                  <a:pt x="57912" y="27432"/>
                </a:lnTo>
                <a:lnTo>
                  <a:pt x="46743" y="27955"/>
                </a:lnTo>
                <a:lnTo>
                  <a:pt x="36004" y="29337"/>
                </a:lnTo>
                <a:lnTo>
                  <a:pt x="25550" y="31289"/>
                </a:lnTo>
                <a:lnTo>
                  <a:pt x="15240" y="33528"/>
                </a:lnTo>
                <a:lnTo>
                  <a:pt x="0" y="18288"/>
                </a:lnTo>
                <a:lnTo>
                  <a:pt x="278892" y="18288"/>
                </a:lnTo>
                <a:lnTo>
                  <a:pt x="297180" y="0"/>
                </a:lnTo>
                <a:lnTo>
                  <a:pt x="329184" y="38100"/>
                </a:lnTo>
                <a:lnTo>
                  <a:pt x="307395" y="42410"/>
                </a:lnTo>
                <a:lnTo>
                  <a:pt x="276034" y="57721"/>
                </a:lnTo>
                <a:lnTo>
                  <a:pt x="234672" y="84177"/>
                </a:lnTo>
                <a:lnTo>
                  <a:pt x="182880" y="121920"/>
                </a:lnTo>
                <a:lnTo>
                  <a:pt x="196596" y="132588"/>
                </a:lnTo>
                <a:lnTo>
                  <a:pt x="179832" y="140208"/>
                </a:lnTo>
                <a:lnTo>
                  <a:pt x="179832" y="345948"/>
                </a:lnTo>
                <a:lnTo>
                  <a:pt x="176974" y="362807"/>
                </a:lnTo>
                <a:lnTo>
                  <a:pt x="168402" y="376808"/>
                </a:lnTo>
                <a:lnTo>
                  <a:pt x="154114" y="387953"/>
                </a:lnTo>
                <a:lnTo>
                  <a:pt x="134112" y="39624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</a:endParaRPr>
          </a:p>
        </p:txBody>
      </p:sp>
      <p:sp>
        <p:nvSpPr>
          <p:cNvPr id="93" name="object 93"/>
          <p:cNvSpPr/>
          <p:nvPr/>
        </p:nvSpPr>
        <p:spPr>
          <a:xfrm>
            <a:off x="5766815" y="5413248"/>
            <a:ext cx="352425" cy="373380"/>
          </a:xfrm>
          <a:custGeom>
            <a:avLst/>
            <a:gdLst/>
            <a:ahLst/>
            <a:cxnLst/>
            <a:rect l="l" t="t" r="r" b="b"/>
            <a:pathLst>
              <a:path w="352425" h="373379">
                <a:moveTo>
                  <a:pt x="21336" y="373380"/>
                </a:moveTo>
                <a:lnTo>
                  <a:pt x="0" y="344424"/>
                </a:lnTo>
                <a:lnTo>
                  <a:pt x="3119" y="340399"/>
                </a:lnTo>
                <a:lnTo>
                  <a:pt x="5524" y="335089"/>
                </a:lnTo>
                <a:lnTo>
                  <a:pt x="7072" y="328350"/>
                </a:lnTo>
                <a:lnTo>
                  <a:pt x="7536" y="321302"/>
                </a:lnTo>
                <a:lnTo>
                  <a:pt x="7620" y="120396"/>
                </a:lnTo>
                <a:lnTo>
                  <a:pt x="7358" y="83200"/>
                </a:lnTo>
                <a:lnTo>
                  <a:pt x="6667" y="51435"/>
                </a:lnTo>
                <a:lnTo>
                  <a:pt x="5691" y="24812"/>
                </a:lnTo>
                <a:lnTo>
                  <a:pt x="4572" y="3048"/>
                </a:lnTo>
                <a:lnTo>
                  <a:pt x="47244" y="22860"/>
                </a:lnTo>
                <a:lnTo>
                  <a:pt x="32004" y="36576"/>
                </a:lnTo>
                <a:lnTo>
                  <a:pt x="32004" y="152400"/>
                </a:lnTo>
                <a:lnTo>
                  <a:pt x="141732" y="152400"/>
                </a:lnTo>
                <a:lnTo>
                  <a:pt x="152400" y="163068"/>
                </a:lnTo>
                <a:lnTo>
                  <a:pt x="32004" y="163068"/>
                </a:lnTo>
                <a:lnTo>
                  <a:pt x="32004" y="332232"/>
                </a:lnTo>
                <a:lnTo>
                  <a:pt x="82511" y="332232"/>
                </a:lnTo>
                <a:lnTo>
                  <a:pt x="65913" y="341185"/>
                </a:lnTo>
                <a:lnTo>
                  <a:pt x="38766" y="358497"/>
                </a:lnTo>
                <a:lnTo>
                  <a:pt x="21336" y="373380"/>
                </a:lnTo>
                <a:close/>
              </a:path>
              <a:path w="352425" h="373379">
                <a:moveTo>
                  <a:pt x="141732" y="152400"/>
                </a:moveTo>
                <a:lnTo>
                  <a:pt x="100584" y="152400"/>
                </a:lnTo>
                <a:lnTo>
                  <a:pt x="121920" y="132588"/>
                </a:lnTo>
                <a:lnTo>
                  <a:pt x="141732" y="152400"/>
                </a:lnTo>
                <a:close/>
              </a:path>
              <a:path w="352425" h="373379">
                <a:moveTo>
                  <a:pt x="82511" y="332232"/>
                </a:moveTo>
                <a:lnTo>
                  <a:pt x="32004" y="332232"/>
                </a:lnTo>
                <a:lnTo>
                  <a:pt x="146304" y="292608"/>
                </a:lnTo>
                <a:lnTo>
                  <a:pt x="149352" y="298703"/>
                </a:lnTo>
                <a:lnTo>
                  <a:pt x="102774" y="321302"/>
                </a:lnTo>
                <a:lnTo>
                  <a:pt x="82511" y="332232"/>
                </a:lnTo>
                <a:close/>
              </a:path>
              <a:path w="352425" h="373379">
                <a:moveTo>
                  <a:pt x="300227" y="370332"/>
                </a:moveTo>
                <a:lnTo>
                  <a:pt x="210312" y="370332"/>
                </a:lnTo>
                <a:lnTo>
                  <a:pt x="193428" y="368307"/>
                </a:lnTo>
                <a:lnTo>
                  <a:pt x="181546" y="362140"/>
                </a:lnTo>
                <a:lnTo>
                  <a:pt x="174521" y="351686"/>
                </a:lnTo>
                <a:lnTo>
                  <a:pt x="172212" y="336804"/>
                </a:lnTo>
                <a:lnTo>
                  <a:pt x="172188" y="64722"/>
                </a:lnTo>
                <a:lnTo>
                  <a:pt x="172021" y="41529"/>
                </a:lnTo>
                <a:lnTo>
                  <a:pt x="171569" y="20050"/>
                </a:lnTo>
                <a:lnTo>
                  <a:pt x="170688" y="0"/>
                </a:lnTo>
                <a:lnTo>
                  <a:pt x="213360" y="21336"/>
                </a:lnTo>
                <a:lnTo>
                  <a:pt x="196596" y="35052"/>
                </a:lnTo>
                <a:lnTo>
                  <a:pt x="196596" y="181356"/>
                </a:lnTo>
                <a:lnTo>
                  <a:pt x="211725" y="181356"/>
                </a:lnTo>
                <a:lnTo>
                  <a:pt x="196596" y="190500"/>
                </a:lnTo>
                <a:lnTo>
                  <a:pt x="196596" y="327660"/>
                </a:lnTo>
                <a:lnTo>
                  <a:pt x="198024" y="336542"/>
                </a:lnTo>
                <a:lnTo>
                  <a:pt x="202311" y="342709"/>
                </a:lnTo>
                <a:lnTo>
                  <a:pt x="209454" y="346305"/>
                </a:lnTo>
                <a:lnTo>
                  <a:pt x="219456" y="347472"/>
                </a:lnTo>
                <a:lnTo>
                  <a:pt x="349709" y="347472"/>
                </a:lnTo>
                <a:lnTo>
                  <a:pt x="347210" y="350734"/>
                </a:lnTo>
                <a:lnTo>
                  <a:pt x="309919" y="370022"/>
                </a:lnTo>
                <a:lnTo>
                  <a:pt x="300227" y="370332"/>
                </a:lnTo>
                <a:close/>
              </a:path>
              <a:path w="352425" h="373379">
                <a:moveTo>
                  <a:pt x="211725" y="181356"/>
                </a:moveTo>
                <a:lnTo>
                  <a:pt x="196596" y="181356"/>
                </a:lnTo>
                <a:lnTo>
                  <a:pt x="214336" y="167116"/>
                </a:lnTo>
                <a:lnTo>
                  <a:pt x="231076" y="152019"/>
                </a:lnTo>
                <a:lnTo>
                  <a:pt x="262127" y="120396"/>
                </a:lnTo>
                <a:lnTo>
                  <a:pt x="285750" y="89535"/>
                </a:lnTo>
                <a:lnTo>
                  <a:pt x="300227" y="65532"/>
                </a:lnTo>
                <a:lnTo>
                  <a:pt x="335280" y="99060"/>
                </a:lnTo>
                <a:lnTo>
                  <a:pt x="324397" y="102560"/>
                </a:lnTo>
                <a:lnTo>
                  <a:pt x="312229" y="108775"/>
                </a:lnTo>
                <a:lnTo>
                  <a:pt x="298632" y="118133"/>
                </a:lnTo>
                <a:lnTo>
                  <a:pt x="283463" y="131064"/>
                </a:lnTo>
                <a:lnTo>
                  <a:pt x="266033" y="145065"/>
                </a:lnTo>
                <a:lnTo>
                  <a:pt x="245745" y="159639"/>
                </a:lnTo>
                <a:lnTo>
                  <a:pt x="222599" y="174783"/>
                </a:lnTo>
                <a:lnTo>
                  <a:pt x="211725" y="181356"/>
                </a:lnTo>
                <a:close/>
              </a:path>
              <a:path w="352425" h="373379">
                <a:moveTo>
                  <a:pt x="349709" y="347472"/>
                </a:moveTo>
                <a:lnTo>
                  <a:pt x="300227" y="347472"/>
                </a:lnTo>
                <a:lnTo>
                  <a:pt x="306324" y="342900"/>
                </a:lnTo>
                <a:lnTo>
                  <a:pt x="309372" y="332232"/>
                </a:lnTo>
                <a:lnTo>
                  <a:pt x="311634" y="321635"/>
                </a:lnTo>
                <a:lnTo>
                  <a:pt x="313753" y="305752"/>
                </a:lnTo>
                <a:lnTo>
                  <a:pt x="315587" y="284440"/>
                </a:lnTo>
                <a:lnTo>
                  <a:pt x="316992" y="257556"/>
                </a:lnTo>
                <a:lnTo>
                  <a:pt x="324612" y="257556"/>
                </a:lnTo>
                <a:lnTo>
                  <a:pt x="328469" y="307062"/>
                </a:lnTo>
                <a:lnTo>
                  <a:pt x="352044" y="344424"/>
                </a:lnTo>
                <a:lnTo>
                  <a:pt x="349709" y="34747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</a:endParaRPr>
          </a:p>
        </p:txBody>
      </p:sp>
      <p:sp>
        <p:nvSpPr>
          <p:cNvPr id="94" name="object 94"/>
          <p:cNvSpPr/>
          <p:nvPr/>
        </p:nvSpPr>
        <p:spPr>
          <a:xfrm>
            <a:off x="6175247" y="5519928"/>
            <a:ext cx="315595" cy="250190"/>
          </a:xfrm>
          <a:custGeom>
            <a:avLst/>
            <a:gdLst/>
            <a:ahLst/>
            <a:cxnLst/>
            <a:rect l="l" t="t" r="r" b="b"/>
            <a:pathLst>
              <a:path w="315595" h="250189">
                <a:moveTo>
                  <a:pt x="315467" y="249936"/>
                </a:moveTo>
                <a:lnTo>
                  <a:pt x="274319" y="249936"/>
                </a:lnTo>
                <a:lnTo>
                  <a:pt x="274319" y="77724"/>
                </a:lnTo>
                <a:lnTo>
                  <a:pt x="272795" y="68579"/>
                </a:lnTo>
                <a:lnTo>
                  <a:pt x="271271" y="60960"/>
                </a:lnTo>
                <a:lnTo>
                  <a:pt x="268223" y="56388"/>
                </a:lnTo>
                <a:lnTo>
                  <a:pt x="265175" y="50292"/>
                </a:lnTo>
                <a:lnTo>
                  <a:pt x="260603" y="45719"/>
                </a:lnTo>
                <a:lnTo>
                  <a:pt x="256031" y="42672"/>
                </a:lnTo>
                <a:lnTo>
                  <a:pt x="243839" y="39624"/>
                </a:lnTo>
                <a:lnTo>
                  <a:pt x="234695" y="39624"/>
                </a:lnTo>
                <a:lnTo>
                  <a:pt x="192595" y="56197"/>
                </a:lnTo>
                <a:lnTo>
                  <a:pt x="176783" y="68579"/>
                </a:lnTo>
                <a:lnTo>
                  <a:pt x="176783" y="74676"/>
                </a:lnTo>
                <a:lnTo>
                  <a:pt x="178307" y="77724"/>
                </a:lnTo>
                <a:lnTo>
                  <a:pt x="178307" y="249936"/>
                </a:lnTo>
                <a:lnTo>
                  <a:pt x="137159" y="249936"/>
                </a:lnTo>
                <a:lnTo>
                  <a:pt x="137136" y="101084"/>
                </a:lnTo>
                <a:lnTo>
                  <a:pt x="136969" y="93154"/>
                </a:lnTo>
                <a:lnTo>
                  <a:pt x="136517" y="85510"/>
                </a:lnTo>
                <a:lnTo>
                  <a:pt x="135635" y="77724"/>
                </a:lnTo>
                <a:lnTo>
                  <a:pt x="135635" y="68579"/>
                </a:lnTo>
                <a:lnTo>
                  <a:pt x="132587" y="60960"/>
                </a:lnTo>
                <a:lnTo>
                  <a:pt x="131063" y="56388"/>
                </a:lnTo>
                <a:lnTo>
                  <a:pt x="128015" y="50292"/>
                </a:lnTo>
                <a:lnTo>
                  <a:pt x="123443" y="45719"/>
                </a:lnTo>
                <a:lnTo>
                  <a:pt x="117347" y="42672"/>
                </a:lnTo>
                <a:lnTo>
                  <a:pt x="112775" y="41148"/>
                </a:lnTo>
                <a:lnTo>
                  <a:pt x="105155" y="39624"/>
                </a:lnTo>
                <a:lnTo>
                  <a:pt x="96011" y="39624"/>
                </a:lnTo>
                <a:lnTo>
                  <a:pt x="54101" y="56769"/>
                </a:lnTo>
                <a:lnTo>
                  <a:pt x="39623" y="68579"/>
                </a:lnTo>
                <a:lnTo>
                  <a:pt x="39623" y="249936"/>
                </a:lnTo>
                <a:lnTo>
                  <a:pt x="0" y="249936"/>
                </a:lnTo>
                <a:lnTo>
                  <a:pt x="0" y="7619"/>
                </a:lnTo>
                <a:lnTo>
                  <a:pt x="39623" y="7619"/>
                </a:lnTo>
                <a:lnTo>
                  <a:pt x="39623" y="33528"/>
                </a:lnTo>
                <a:lnTo>
                  <a:pt x="47624" y="26074"/>
                </a:lnTo>
                <a:lnTo>
                  <a:pt x="79890" y="5143"/>
                </a:lnTo>
                <a:lnTo>
                  <a:pt x="106679" y="0"/>
                </a:lnTo>
                <a:lnTo>
                  <a:pt x="116919" y="595"/>
                </a:lnTo>
                <a:lnTo>
                  <a:pt x="152471" y="16097"/>
                </a:lnTo>
                <a:lnTo>
                  <a:pt x="170687" y="42672"/>
                </a:lnTo>
                <a:lnTo>
                  <a:pt x="179808" y="32956"/>
                </a:lnTo>
                <a:lnTo>
                  <a:pt x="214907" y="5786"/>
                </a:lnTo>
                <a:lnTo>
                  <a:pt x="243839" y="0"/>
                </a:lnTo>
                <a:lnTo>
                  <a:pt x="251793" y="285"/>
                </a:lnTo>
                <a:lnTo>
                  <a:pt x="290798" y="15930"/>
                </a:lnTo>
                <a:lnTo>
                  <a:pt x="310895" y="48767"/>
                </a:lnTo>
                <a:lnTo>
                  <a:pt x="315467" y="89916"/>
                </a:lnTo>
                <a:lnTo>
                  <a:pt x="315467" y="24993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</a:endParaRPr>
          </a:p>
        </p:txBody>
      </p:sp>
      <p:sp>
        <p:nvSpPr>
          <p:cNvPr id="95" name="object 95"/>
          <p:cNvSpPr/>
          <p:nvPr/>
        </p:nvSpPr>
        <p:spPr>
          <a:xfrm>
            <a:off x="6542532" y="5410200"/>
            <a:ext cx="850900" cy="405765"/>
          </a:xfrm>
          <a:custGeom>
            <a:avLst/>
            <a:gdLst/>
            <a:ahLst/>
            <a:cxnLst/>
            <a:rect l="l" t="t" r="r" b="b"/>
            <a:pathLst>
              <a:path w="850900" h="405764">
                <a:moveTo>
                  <a:pt x="400812" y="359664"/>
                </a:moveTo>
                <a:lnTo>
                  <a:pt x="368427" y="361759"/>
                </a:lnTo>
                <a:lnTo>
                  <a:pt x="353225" y="362458"/>
                </a:lnTo>
                <a:lnTo>
                  <a:pt x="338328" y="362712"/>
                </a:lnTo>
                <a:lnTo>
                  <a:pt x="321729" y="362407"/>
                </a:lnTo>
                <a:lnTo>
                  <a:pt x="263652" y="356616"/>
                </a:lnTo>
                <a:lnTo>
                  <a:pt x="222504" y="344995"/>
                </a:lnTo>
                <a:lnTo>
                  <a:pt x="204939" y="336804"/>
                </a:lnTo>
                <a:lnTo>
                  <a:pt x="201930" y="335407"/>
                </a:lnTo>
                <a:lnTo>
                  <a:pt x="181356" y="323088"/>
                </a:lnTo>
                <a:lnTo>
                  <a:pt x="188849" y="309372"/>
                </a:lnTo>
                <a:lnTo>
                  <a:pt x="191020" y="305396"/>
                </a:lnTo>
                <a:lnTo>
                  <a:pt x="199263" y="284416"/>
                </a:lnTo>
                <a:lnTo>
                  <a:pt x="205778" y="260299"/>
                </a:lnTo>
                <a:lnTo>
                  <a:pt x="210312" y="233172"/>
                </a:lnTo>
                <a:lnTo>
                  <a:pt x="309372" y="233172"/>
                </a:lnTo>
                <a:lnTo>
                  <a:pt x="309372" y="251460"/>
                </a:lnTo>
                <a:lnTo>
                  <a:pt x="335280" y="239268"/>
                </a:lnTo>
                <a:lnTo>
                  <a:pt x="335000" y="233172"/>
                </a:lnTo>
                <a:lnTo>
                  <a:pt x="334543" y="222504"/>
                </a:lnTo>
                <a:lnTo>
                  <a:pt x="333819" y="164592"/>
                </a:lnTo>
                <a:lnTo>
                  <a:pt x="333756" y="106680"/>
                </a:lnTo>
                <a:lnTo>
                  <a:pt x="343916" y="100584"/>
                </a:lnTo>
                <a:lnTo>
                  <a:pt x="348996" y="97536"/>
                </a:lnTo>
                <a:lnTo>
                  <a:pt x="340893" y="89916"/>
                </a:lnTo>
                <a:lnTo>
                  <a:pt x="323088" y="73152"/>
                </a:lnTo>
                <a:lnTo>
                  <a:pt x="309372" y="86868"/>
                </a:lnTo>
                <a:lnTo>
                  <a:pt x="309372" y="100584"/>
                </a:lnTo>
                <a:lnTo>
                  <a:pt x="309372" y="153924"/>
                </a:lnTo>
                <a:lnTo>
                  <a:pt x="309372" y="164592"/>
                </a:lnTo>
                <a:lnTo>
                  <a:pt x="309372" y="222504"/>
                </a:lnTo>
                <a:lnTo>
                  <a:pt x="211836" y="222504"/>
                </a:lnTo>
                <a:lnTo>
                  <a:pt x="212712" y="206171"/>
                </a:lnTo>
                <a:lnTo>
                  <a:pt x="213156" y="191287"/>
                </a:lnTo>
                <a:lnTo>
                  <a:pt x="213334" y="177507"/>
                </a:lnTo>
                <a:lnTo>
                  <a:pt x="213360" y="164592"/>
                </a:lnTo>
                <a:lnTo>
                  <a:pt x="309372" y="164592"/>
                </a:lnTo>
                <a:lnTo>
                  <a:pt x="309372" y="153924"/>
                </a:lnTo>
                <a:lnTo>
                  <a:pt x="213360" y="153924"/>
                </a:lnTo>
                <a:lnTo>
                  <a:pt x="213360" y="100584"/>
                </a:lnTo>
                <a:lnTo>
                  <a:pt x="309372" y="100584"/>
                </a:lnTo>
                <a:lnTo>
                  <a:pt x="309372" y="86868"/>
                </a:lnTo>
                <a:lnTo>
                  <a:pt x="306324" y="89916"/>
                </a:lnTo>
                <a:lnTo>
                  <a:pt x="213360" y="89916"/>
                </a:lnTo>
                <a:lnTo>
                  <a:pt x="213360" y="39624"/>
                </a:lnTo>
                <a:lnTo>
                  <a:pt x="391668" y="39624"/>
                </a:lnTo>
                <a:lnTo>
                  <a:pt x="356616" y="4572"/>
                </a:lnTo>
                <a:lnTo>
                  <a:pt x="332232" y="28956"/>
                </a:lnTo>
                <a:lnTo>
                  <a:pt x="6096" y="28956"/>
                </a:lnTo>
                <a:lnTo>
                  <a:pt x="22860" y="44196"/>
                </a:lnTo>
                <a:lnTo>
                  <a:pt x="32283" y="42202"/>
                </a:lnTo>
                <a:lnTo>
                  <a:pt x="42291" y="40767"/>
                </a:lnTo>
                <a:lnTo>
                  <a:pt x="52857" y="39916"/>
                </a:lnTo>
                <a:lnTo>
                  <a:pt x="64008" y="39624"/>
                </a:lnTo>
                <a:lnTo>
                  <a:pt x="188976" y="39624"/>
                </a:lnTo>
                <a:lnTo>
                  <a:pt x="188976" y="89916"/>
                </a:lnTo>
                <a:lnTo>
                  <a:pt x="188976" y="100584"/>
                </a:lnTo>
                <a:lnTo>
                  <a:pt x="188976" y="153924"/>
                </a:lnTo>
                <a:lnTo>
                  <a:pt x="188976" y="164592"/>
                </a:lnTo>
                <a:lnTo>
                  <a:pt x="188925" y="177507"/>
                </a:lnTo>
                <a:lnTo>
                  <a:pt x="188785" y="188976"/>
                </a:lnTo>
                <a:lnTo>
                  <a:pt x="188328" y="204457"/>
                </a:lnTo>
                <a:lnTo>
                  <a:pt x="187452" y="222504"/>
                </a:lnTo>
                <a:lnTo>
                  <a:pt x="88392" y="222504"/>
                </a:lnTo>
                <a:lnTo>
                  <a:pt x="88392" y="164592"/>
                </a:lnTo>
                <a:lnTo>
                  <a:pt x="188976" y="164592"/>
                </a:lnTo>
                <a:lnTo>
                  <a:pt x="188976" y="153924"/>
                </a:lnTo>
                <a:lnTo>
                  <a:pt x="88392" y="153924"/>
                </a:lnTo>
                <a:lnTo>
                  <a:pt x="88392" y="100584"/>
                </a:lnTo>
                <a:lnTo>
                  <a:pt x="188976" y="100584"/>
                </a:lnTo>
                <a:lnTo>
                  <a:pt x="188976" y="89916"/>
                </a:lnTo>
                <a:lnTo>
                  <a:pt x="89916" y="89916"/>
                </a:lnTo>
                <a:lnTo>
                  <a:pt x="62484" y="74676"/>
                </a:lnTo>
                <a:lnTo>
                  <a:pt x="63360" y="96710"/>
                </a:lnTo>
                <a:lnTo>
                  <a:pt x="63817" y="119443"/>
                </a:lnTo>
                <a:lnTo>
                  <a:pt x="63982" y="143052"/>
                </a:lnTo>
                <a:lnTo>
                  <a:pt x="63868" y="206171"/>
                </a:lnTo>
                <a:lnTo>
                  <a:pt x="63817" y="213931"/>
                </a:lnTo>
                <a:lnTo>
                  <a:pt x="63360" y="235153"/>
                </a:lnTo>
                <a:lnTo>
                  <a:pt x="62484" y="254508"/>
                </a:lnTo>
                <a:lnTo>
                  <a:pt x="88392" y="245364"/>
                </a:lnTo>
                <a:lnTo>
                  <a:pt x="88392" y="233172"/>
                </a:lnTo>
                <a:lnTo>
                  <a:pt x="185928" y="233172"/>
                </a:lnTo>
                <a:lnTo>
                  <a:pt x="181927" y="256794"/>
                </a:lnTo>
                <a:lnTo>
                  <a:pt x="179705" y="267042"/>
                </a:lnTo>
                <a:lnTo>
                  <a:pt x="176784" y="275844"/>
                </a:lnTo>
                <a:lnTo>
                  <a:pt x="174205" y="284734"/>
                </a:lnTo>
                <a:lnTo>
                  <a:pt x="171069" y="293179"/>
                </a:lnTo>
                <a:lnTo>
                  <a:pt x="167347" y="301358"/>
                </a:lnTo>
                <a:lnTo>
                  <a:pt x="163068" y="309372"/>
                </a:lnTo>
                <a:lnTo>
                  <a:pt x="151079" y="299072"/>
                </a:lnTo>
                <a:lnTo>
                  <a:pt x="138112" y="286321"/>
                </a:lnTo>
                <a:lnTo>
                  <a:pt x="124269" y="271018"/>
                </a:lnTo>
                <a:lnTo>
                  <a:pt x="109728" y="252984"/>
                </a:lnTo>
                <a:lnTo>
                  <a:pt x="103632" y="257556"/>
                </a:lnTo>
                <a:lnTo>
                  <a:pt x="117678" y="278942"/>
                </a:lnTo>
                <a:lnTo>
                  <a:pt x="130302" y="297180"/>
                </a:lnTo>
                <a:lnTo>
                  <a:pt x="141770" y="312000"/>
                </a:lnTo>
                <a:lnTo>
                  <a:pt x="152400" y="323088"/>
                </a:lnTo>
                <a:lnTo>
                  <a:pt x="143205" y="332473"/>
                </a:lnTo>
                <a:lnTo>
                  <a:pt x="99060" y="361188"/>
                </a:lnTo>
                <a:lnTo>
                  <a:pt x="54673" y="379095"/>
                </a:lnTo>
                <a:lnTo>
                  <a:pt x="0" y="394716"/>
                </a:lnTo>
                <a:lnTo>
                  <a:pt x="1524" y="400812"/>
                </a:lnTo>
                <a:lnTo>
                  <a:pt x="55245" y="390334"/>
                </a:lnTo>
                <a:lnTo>
                  <a:pt x="102108" y="376428"/>
                </a:lnTo>
                <a:lnTo>
                  <a:pt x="139636" y="358902"/>
                </a:lnTo>
                <a:lnTo>
                  <a:pt x="169164" y="336804"/>
                </a:lnTo>
                <a:lnTo>
                  <a:pt x="188252" y="351409"/>
                </a:lnTo>
                <a:lnTo>
                  <a:pt x="230454" y="372605"/>
                </a:lnTo>
                <a:lnTo>
                  <a:pt x="278384" y="384619"/>
                </a:lnTo>
                <a:lnTo>
                  <a:pt x="337197" y="391477"/>
                </a:lnTo>
                <a:lnTo>
                  <a:pt x="370332" y="393192"/>
                </a:lnTo>
                <a:lnTo>
                  <a:pt x="373164" y="383743"/>
                </a:lnTo>
                <a:lnTo>
                  <a:pt x="379285" y="375856"/>
                </a:lnTo>
                <a:lnTo>
                  <a:pt x="388543" y="369404"/>
                </a:lnTo>
                <a:lnTo>
                  <a:pt x="400812" y="364236"/>
                </a:lnTo>
                <a:lnTo>
                  <a:pt x="400812" y="362712"/>
                </a:lnTo>
                <a:lnTo>
                  <a:pt x="400812" y="359664"/>
                </a:lnTo>
                <a:close/>
              </a:path>
              <a:path w="850900" h="405764">
                <a:moveTo>
                  <a:pt x="625119" y="334784"/>
                </a:moveTo>
                <a:lnTo>
                  <a:pt x="598157" y="304419"/>
                </a:lnTo>
                <a:lnTo>
                  <a:pt x="566915" y="289560"/>
                </a:lnTo>
                <a:lnTo>
                  <a:pt x="569633" y="281940"/>
                </a:lnTo>
                <a:lnTo>
                  <a:pt x="578916" y="255828"/>
                </a:lnTo>
                <a:lnTo>
                  <a:pt x="589775" y="216217"/>
                </a:lnTo>
                <a:lnTo>
                  <a:pt x="599490" y="170624"/>
                </a:lnTo>
                <a:lnTo>
                  <a:pt x="608063" y="118872"/>
                </a:lnTo>
                <a:lnTo>
                  <a:pt x="617207" y="112776"/>
                </a:lnTo>
                <a:lnTo>
                  <a:pt x="621779" y="109728"/>
                </a:lnTo>
                <a:lnTo>
                  <a:pt x="595871" y="86868"/>
                </a:lnTo>
                <a:lnTo>
                  <a:pt x="585203" y="100203"/>
                </a:lnTo>
                <a:lnTo>
                  <a:pt x="585203" y="112776"/>
                </a:lnTo>
                <a:lnTo>
                  <a:pt x="577519" y="162788"/>
                </a:lnTo>
                <a:lnTo>
                  <a:pt x="568248" y="207645"/>
                </a:lnTo>
                <a:lnTo>
                  <a:pt x="557568" y="247370"/>
                </a:lnTo>
                <a:lnTo>
                  <a:pt x="545579" y="281940"/>
                </a:lnTo>
                <a:lnTo>
                  <a:pt x="529323" y="276758"/>
                </a:lnTo>
                <a:lnTo>
                  <a:pt x="502513" y="268655"/>
                </a:lnTo>
                <a:lnTo>
                  <a:pt x="492239" y="265176"/>
                </a:lnTo>
                <a:lnTo>
                  <a:pt x="501650" y="230657"/>
                </a:lnTo>
                <a:lnTo>
                  <a:pt x="511479" y="193548"/>
                </a:lnTo>
                <a:lnTo>
                  <a:pt x="521589" y="154241"/>
                </a:lnTo>
                <a:lnTo>
                  <a:pt x="531863" y="112776"/>
                </a:lnTo>
                <a:lnTo>
                  <a:pt x="585203" y="112776"/>
                </a:lnTo>
                <a:lnTo>
                  <a:pt x="585203" y="100203"/>
                </a:lnTo>
                <a:lnTo>
                  <a:pt x="583679" y="102108"/>
                </a:lnTo>
                <a:lnTo>
                  <a:pt x="533387" y="102108"/>
                </a:lnTo>
                <a:lnTo>
                  <a:pt x="537705" y="81254"/>
                </a:lnTo>
                <a:lnTo>
                  <a:pt x="541578" y="62103"/>
                </a:lnTo>
                <a:lnTo>
                  <a:pt x="545185" y="44678"/>
                </a:lnTo>
                <a:lnTo>
                  <a:pt x="548627" y="28956"/>
                </a:lnTo>
                <a:lnTo>
                  <a:pt x="563867" y="18288"/>
                </a:lnTo>
                <a:lnTo>
                  <a:pt x="524243" y="0"/>
                </a:lnTo>
                <a:lnTo>
                  <a:pt x="522300" y="20027"/>
                </a:lnTo>
                <a:lnTo>
                  <a:pt x="518909" y="43624"/>
                </a:lnTo>
                <a:lnTo>
                  <a:pt x="514388" y="70942"/>
                </a:lnTo>
                <a:lnTo>
                  <a:pt x="509003" y="102108"/>
                </a:lnTo>
                <a:lnTo>
                  <a:pt x="441947" y="102108"/>
                </a:lnTo>
                <a:lnTo>
                  <a:pt x="455663" y="115824"/>
                </a:lnTo>
                <a:lnTo>
                  <a:pt x="472427" y="112776"/>
                </a:lnTo>
                <a:lnTo>
                  <a:pt x="507479" y="112776"/>
                </a:lnTo>
                <a:lnTo>
                  <a:pt x="499186" y="154165"/>
                </a:lnTo>
                <a:lnTo>
                  <a:pt x="490143" y="194119"/>
                </a:lnTo>
                <a:lnTo>
                  <a:pt x="480263" y="232587"/>
                </a:lnTo>
                <a:lnTo>
                  <a:pt x="469379" y="269748"/>
                </a:lnTo>
                <a:lnTo>
                  <a:pt x="482269" y="274040"/>
                </a:lnTo>
                <a:lnTo>
                  <a:pt x="498144" y="280035"/>
                </a:lnTo>
                <a:lnTo>
                  <a:pt x="517182" y="287756"/>
                </a:lnTo>
                <a:lnTo>
                  <a:pt x="539483" y="297180"/>
                </a:lnTo>
                <a:lnTo>
                  <a:pt x="522084" y="322897"/>
                </a:lnTo>
                <a:lnTo>
                  <a:pt x="499668" y="347472"/>
                </a:lnTo>
                <a:lnTo>
                  <a:pt x="472414" y="370903"/>
                </a:lnTo>
                <a:lnTo>
                  <a:pt x="440423" y="393192"/>
                </a:lnTo>
                <a:lnTo>
                  <a:pt x="444995" y="397764"/>
                </a:lnTo>
                <a:lnTo>
                  <a:pt x="481266" y="377723"/>
                </a:lnTo>
                <a:lnTo>
                  <a:pt x="512241" y="356235"/>
                </a:lnTo>
                <a:lnTo>
                  <a:pt x="537794" y="333044"/>
                </a:lnTo>
                <a:lnTo>
                  <a:pt x="557771" y="307848"/>
                </a:lnTo>
                <a:lnTo>
                  <a:pt x="569798" y="316141"/>
                </a:lnTo>
                <a:lnTo>
                  <a:pt x="580821" y="324993"/>
                </a:lnTo>
                <a:lnTo>
                  <a:pt x="590994" y="334429"/>
                </a:lnTo>
                <a:lnTo>
                  <a:pt x="600443" y="344424"/>
                </a:lnTo>
                <a:lnTo>
                  <a:pt x="605015" y="350520"/>
                </a:lnTo>
                <a:lnTo>
                  <a:pt x="611111" y="353568"/>
                </a:lnTo>
                <a:lnTo>
                  <a:pt x="618731" y="353568"/>
                </a:lnTo>
                <a:lnTo>
                  <a:pt x="621779" y="350520"/>
                </a:lnTo>
                <a:lnTo>
                  <a:pt x="624827" y="341376"/>
                </a:lnTo>
                <a:lnTo>
                  <a:pt x="625119" y="334784"/>
                </a:lnTo>
                <a:close/>
              </a:path>
              <a:path w="850900" h="405764">
                <a:moveTo>
                  <a:pt x="850379" y="208788"/>
                </a:moveTo>
                <a:lnTo>
                  <a:pt x="816851" y="175260"/>
                </a:lnTo>
                <a:lnTo>
                  <a:pt x="793991" y="198120"/>
                </a:lnTo>
                <a:lnTo>
                  <a:pt x="737603" y="198120"/>
                </a:lnTo>
                <a:lnTo>
                  <a:pt x="737603" y="143256"/>
                </a:lnTo>
                <a:lnTo>
                  <a:pt x="751319" y="131064"/>
                </a:lnTo>
                <a:lnTo>
                  <a:pt x="739127" y="124968"/>
                </a:lnTo>
                <a:lnTo>
                  <a:pt x="741514" y="121920"/>
                </a:lnTo>
                <a:lnTo>
                  <a:pt x="749414" y="111823"/>
                </a:lnTo>
                <a:lnTo>
                  <a:pt x="759701" y="99822"/>
                </a:lnTo>
                <a:lnTo>
                  <a:pt x="790803" y="70091"/>
                </a:lnTo>
                <a:lnTo>
                  <a:pt x="822947" y="54864"/>
                </a:lnTo>
                <a:lnTo>
                  <a:pt x="819594" y="51816"/>
                </a:lnTo>
                <a:lnTo>
                  <a:pt x="789419" y="24384"/>
                </a:lnTo>
                <a:lnTo>
                  <a:pt x="774179" y="41148"/>
                </a:lnTo>
                <a:lnTo>
                  <a:pt x="626351" y="41148"/>
                </a:lnTo>
                <a:lnTo>
                  <a:pt x="641591" y="56388"/>
                </a:lnTo>
                <a:lnTo>
                  <a:pt x="664451" y="51816"/>
                </a:lnTo>
                <a:lnTo>
                  <a:pt x="774179" y="51816"/>
                </a:lnTo>
                <a:lnTo>
                  <a:pt x="731507" y="121920"/>
                </a:lnTo>
                <a:lnTo>
                  <a:pt x="711695" y="109728"/>
                </a:lnTo>
                <a:lnTo>
                  <a:pt x="711962" y="131064"/>
                </a:lnTo>
                <a:lnTo>
                  <a:pt x="712457" y="151638"/>
                </a:lnTo>
                <a:lnTo>
                  <a:pt x="712990" y="175260"/>
                </a:lnTo>
                <a:lnTo>
                  <a:pt x="713219" y="198120"/>
                </a:lnTo>
                <a:lnTo>
                  <a:pt x="603491" y="198120"/>
                </a:lnTo>
                <a:lnTo>
                  <a:pt x="617207" y="211836"/>
                </a:lnTo>
                <a:lnTo>
                  <a:pt x="632447" y="208788"/>
                </a:lnTo>
                <a:lnTo>
                  <a:pt x="713219" y="208788"/>
                </a:lnTo>
                <a:lnTo>
                  <a:pt x="713219" y="345948"/>
                </a:lnTo>
                <a:lnTo>
                  <a:pt x="711695" y="356616"/>
                </a:lnTo>
                <a:lnTo>
                  <a:pt x="707123" y="362712"/>
                </a:lnTo>
                <a:lnTo>
                  <a:pt x="701027" y="364236"/>
                </a:lnTo>
                <a:lnTo>
                  <a:pt x="693026" y="364794"/>
                </a:lnTo>
                <a:lnTo>
                  <a:pt x="680453" y="364045"/>
                </a:lnTo>
                <a:lnTo>
                  <a:pt x="663308" y="361886"/>
                </a:lnTo>
                <a:lnTo>
                  <a:pt x="641591" y="358140"/>
                </a:lnTo>
                <a:lnTo>
                  <a:pt x="641591" y="365760"/>
                </a:lnTo>
                <a:lnTo>
                  <a:pt x="666724" y="374954"/>
                </a:lnTo>
                <a:lnTo>
                  <a:pt x="684834" y="384429"/>
                </a:lnTo>
                <a:lnTo>
                  <a:pt x="695820" y="394487"/>
                </a:lnTo>
                <a:lnTo>
                  <a:pt x="699503" y="405384"/>
                </a:lnTo>
                <a:lnTo>
                  <a:pt x="716394" y="395338"/>
                </a:lnTo>
                <a:lnTo>
                  <a:pt x="728268" y="383286"/>
                </a:lnTo>
                <a:lnTo>
                  <a:pt x="735304" y="368960"/>
                </a:lnTo>
                <a:lnTo>
                  <a:pt x="735863" y="364794"/>
                </a:lnTo>
                <a:lnTo>
                  <a:pt x="737603" y="352044"/>
                </a:lnTo>
                <a:lnTo>
                  <a:pt x="737603" y="208788"/>
                </a:lnTo>
                <a:lnTo>
                  <a:pt x="850379" y="20878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</a:endParaRPr>
          </a:p>
        </p:txBody>
      </p:sp>
      <p:sp>
        <p:nvSpPr>
          <p:cNvPr id="96" name="object 96"/>
          <p:cNvSpPr/>
          <p:nvPr/>
        </p:nvSpPr>
        <p:spPr>
          <a:xfrm>
            <a:off x="7464552" y="5405627"/>
            <a:ext cx="356870" cy="402590"/>
          </a:xfrm>
          <a:custGeom>
            <a:avLst/>
            <a:gdLst/>
            <a:ahLst/>
            <a:cxnLst/>
            <a:rect l="l" t="t" r="r" b="b"/>
            <a:pathLst>
              <a:path w="356870" h="402589">
                <a:moveTo>
                  <a:pt x="53340" y="91440"/>
                </a:moveTo>
                <a:lnTo>
                  <a:pt x="42672" y="91440"/>
                </a:lnTo>
                <a:lnTo>
                  <a:pt x="50696" y="63436"/>
                </a:lnTo>
                <a:lnTo>
                  <a:pt x="56578" y="38862"/>
                </a:lnTo>
                <a:lnTo>
                  <a:pt x="60459" y="17716"/>
                </a:lnTo>
                <a:lnTo>
                  <a:pt x="62484" y="0"/>
                </a:lnTo>
                <a:lnTo>
                  <a:pt x="100584" y="21336"/>
                </a:lnTo>
                <a:lnTo>
                  <a:pt x="90844" y="29075"/>
                </a:lnTo>
                <a:lnTo>
                  <a:pt x="79819" y="43243"/>
                </a:lnTo>
                <a:lnTo>
                  <a:pt x="67365" y="63984"/>
                </a:lnTo>
                <a:lnTo>
                  <a:pt x="53340" y="91440"/>
                </a:lnTo>
                <a:close/>
              </a:path>
              <a:path w="356870" h="402589">
                <a:moveTo>
                  <a:pt x="147828" y="192024"/>
                </a:moveTo>
                <a:lnTo>
                  <a:pt x="141732" y="188976"/>
                </a:lnTo>
                <a:lnTo>
                  <a:pt x="158877" y="161496"/>
                </a:lnTo>
                <a:lnTo>
                  <a:pt x="173736" y="136017"/>
                </a:lnTo>
                <a:lnTo>
                  <a:pt x="196596" y="89916"/>
                </a:lnTo>
                <a:lnTo>
                  <a:pt x="211264" y="46482"/>
                </a:lnTo>
                <a:lnTo>
                  <a:pt x="222503" y="3048"/>
                </a:lnTo>
                <a:lnTo>
                  <a:pt x="260603" y="24384"/>
                </a:lnTo>
                <a:lnTo>
                  <a:pt x="252626" y="32361"/>
                </a:lnTo>
                <a:lnTo>
                  <a:pt x="242506" y="47053"/>
                </a:lnTo>
                <a:lnTo>
                  <a:pt x="230385" y="68318"/>
                </a:lnTo>
                <a:lnTo>
                  <a:pt x="216408" y="96012"/>
                </a:lnTo>
                <a:lnTo>
                  <a:pt x="348996" y="96012"/>
                </a:lnTo>
                <a:lnTo>
                  <a:pt x="356616" y="103632"/>
                </a:lnTo>
                <a:lnTo>
                  <a:pt x="352425" y="106680"/>
                </a:lnTo>
                <a:lnTo>
                  <a:pt x="213360" y="106680"/>
                </a:lnTo>
                <a:lnTo>
                  <a:pt x="197334" y="130944"/>
                </a:lnTo>
                <a:lnTo>
                  <a:pt x="181165" y="153352"/>
                </a:lnTo>
                <a:lnTo>
                  <a:pt x="164711" y="173759"/>
                </a:lnTo>
                <a:lnTo>
                  <a:pt x="147828" y="192024"/>
                </a:lnTo>
                <a:close/>
              </a:path>
              <a:path w="356870" h="402589">
                <a:moveTo>
                  <a:pt x="146304" y="91440"/>
                </a:moveTo>
                <a:lnTo>
                  <a:pt x="111252" y="91440"/>
                </a:lnTo>
                <a:lnTo>
                  <a:pt x="128016" y="73152"/>
                </a:lnTo>
                <a:lnTo>
                  <a:pt x="146304" y="91440"/>
                </a:lnTo>
                <a:close/>
              </a:path>
              <a:path w="356870" h="402589">
                <a:moveTo>
                  <a:pt x="0" y="399288"/>
                </a:moveTo>
                <a:lnTo>
                  <a:pt x="175" y="368903"/>
                </a:lnTo>
                <a:lnTo>
                  <a:pt x="299" y="353377"/>
                </a:lnTo>
                <a:lnTo>
                  <a:pt x="1285" y="276486"/>
                </a:lnTo>
                <a:lnTo>
                  <a:pt x="1360" y="263842"/>
                </a:lnTo>
                <a:lnTo>
                  <a:pt x="1478" y="228600"/>
                </a:lnTo>
                <a:lnTo>
                  <a:pt x="1285" y="195976"/>
                </a:lnTo>
                <a:lnTo>
                  <a:pt x="249" y="115824"/>
                </a:lnTo>
                <a:lnTo>
                  <a:pt x="0" y="74676"/>
                </a:lnTo>
                <a:lnTo>
                  <a:pt x="25908" y="91440"/>
                </a:lnTo>
                <a:lnTo>
                  <a:pt x="146304" y="91440"/>
                </a:lnTo>
                <a:lnTo>
                  <a:pt x="153924" y="99060"/>
                </a:lnTo>
                <a:lnTo>
                  <a:pt x="149733" y="102108"/>
                </a:lnTo>
                <a:lnTo>
                  <a:pt x="24384" y="102108"/>
                </a:lnTo>
                <a:lnTo>
                  <a:pt x="24384" y="213360"/>
                </a:lnTo>
                <a:lnTo>
                  <a:pt x="137206" y="213360"/>
                </a:lnTo>
                <a:lnTo>
                  <a:pt x="137218" y="222504"/>
                </a:lnTo>
                <a:lnTo>
                  <a:pt x="24384" y="222504"/>
                </a:lnTo>
                <a:lnTo>
                  <a:pt x="24384" y="344424"/>
                </a:lnTo>
                <a:lnTo>
                  <a:pt x="137908" y="344424"/>
                </a:lnTo>
                <a:lnTo>
                  <a:pt x="137940" y="347435"/>
                </a:lnTo>
                <a:lnTo>
                  <a:pt x="138126" y="355092"/>
                </a:lnTo>
                <a:lnTo>
                  <a:pt x="24384" y="355092"/>
                </a:lnTo>
                <a:lnTo>
                  <a:pt x="24384" y="385572"/>
                </a:lnTo>
                <a:lnTo>
                  <a:pt x="0" y="399288"/>
                </a:lnTo>
                <a:close/>
              </a:path>
              <a:path w="356870" h="402589">
                <a:moveTo>
                  <a:pt x="348996" y="96012"/>
                </a:moveTo>
                <a:lnTo>
                  <a:pt x="310896" y="96012"/>
                </a:lnTo>
                <a:lnTo>
                  <a:pt x="330708" y="77724"/>
                </a:lnTo>
                <a:lnTo>
                  <a:pt x="348996" y="96012"/>
                </a:lnTo>
                <a:close/>
              </a:path>
              <a:path w="356870" h="402589">
                <a:moveTo>
                  <a:pt x="137206" y="213360"/>
                </a:moveTo>
                <a:lnTo>
                  <a:pt x="114300" y="213360"/>
                </a:lnTo>
                <a:lnTo>
                  <a:pt x="114300" y="102108"/>
                </a:lnTo>
                <a:lnTo>
                  <a:pt x="149733" y="102108"/>
                </a:lnTo>
                <a:lnTo>
                  <a:pt x="137160" y="111252"/>
                </a:lnTo>
                <a:lnTo>
                  <a:pt x="137206" y="213360"/>
                </a:lnTo>
                <a:close/>
              </a:path>
              <a:path w="356870" h="402589">
                <a:moveTo>
                  <a:pt x="326255" y="361188"/>
                </a:moveTo>
                <a:lnTo>
                  <a:pt x="283464" y="361188"/>
                </a:lnTo>
                <a:lnTo>
                  <a:pt x="291750" y="359211"/>
                </a:lnTo>
                <a:lnTo>
                  <a:pt x="298323" y="353377"/>
                </a:lnTo>
                <a:lnTo>
                  <a:pt x="308595" y="305360"/>
                </a:lnTo>
                <a:lnTo>
                  <a:pt x="310705" y="259842"/>
                </a:lnTo>
                <a:lnTo>
                  <a:pt x="312539" y="193548"/>
                </a:lnTo>
                <a:lnTo>
                  <a:pt x="313944" y="106680"/>
                </a:lnTo>
                <a:lnTo>
                  <a:pt x="352425" y="106680"/>
                </a:lnTo>
                <a:lnTo>
                  <a:pt x="339852" y="115824"/>
                </a:lnTo>
                <a:lnTo>
                  <a:pt x="338798" y="187094"/>
                </a:lnTo>
                <a:lnTo>
                  <a:pt x="338707" y="192024"/>
                </a:lnTo>
                <a:lnTo>
                  <a:pt x="337291" y="250155"/>
                </a:lnTo>
                <a:lnTo>
                  <a:pt x="335462" y="296107"/>
                </a:lnTo>
                <a:lnTo>
                  <a:pt x="330708" y="345948"/>
                </a:lnTo>
                <a:lnTo>
                  <a:pt x="327231" y="358521"/>
                </a:lnTo>
                <a:lnTo>
                  <a:pt x="326255" y="361188"/>
                </a:lnTo>
                <a:close/>
              </a:path>
              <a:path w="356870" h="402589">
                <a:moveTo>
                  <a:pt x="231648" y="269748"/>
                </a:moveTo>
                <a:lnTo>
                  <a:pt x="228600" y="269748"/>
                </a:lnTo>
                <a:lnTo>
                  <a:pt x="225432" y="268295"/>
                </a:lnTo>
                <a:lnTo>
                  <a:pt x="222694" y="263842"/>
                </a:lnTo>
                <a:lnTo>
                  <a:pt x="220241" y="256246"/>
                </a:lnTo>
                <a:lnTo>
                  <a:pt x="217932" y="245364"/>
                </a:lnTo>
                <a:lnTo>
                  <a:pt x="213598" y="228242"/>
                </a:lnTo>
                <a:lnTo>
                  <a:pt x="207264" y="211264"/>
                </a:lnTo>
                <a:lnTo>
                  <a:pt x="198643" y="194571"/>
                </a:lnTo>
                <a:lnTo>
                  <a:pt x="187452" y="178308"/>
                </a:lnTo>
                <a:lnTo>
                  <a:pt x="190500" y="172212"/>
                </a:lnTo>
                <a:lnTo>
                  <a:pt x="223456" y="199834"/>
                </a:lnTo>
                <a:lnTo>
                  <a:pt x="246888" y="236220"/>
                </a:lnTo>
                <a:lnTo>
                  <a:pt x="246888" y="248412"/>
                </a:lnTo>
                <a:lnTo>
                  <a:pt x="243840" y="256032"/>
                </a:lnTo>
                <a:lnTo>
                  <a:pt x="239267" y="262127"/>
                </a:lnTo>
                <a:lnTo>
                  <a:pt x="231648" y="269748"/>
                </a:lnTo>
                <a:close/>
              </a:path>
              <a:path w="356870" h="402589">
                <a:moveTo>
                  <a:pt x="137908" y="344424"/>
                </a:moveTo>
                <a:lnTo>
                  <a:pt x="114300" y="344424"/>
                </a:lnTo>
                <a:lnTo>
                  <a:pt x="114300" y="222504"/>
                </a:lnTo>
                <a:lnTo>
                  <a:pt x="137218" y="222504"/>
                </a:lnTo>
                <a:lnTo>
                  <a:pt x="137334" y="269748"/>
                </a:lnTo>
                <a:lnTo>
                  <a:pt x="137491" y="305562"/>
                </a:lnTo>
                <a:lnTo>
                  <a:pt x="137908" y="344424"/>
                </a:lnTo>
                <a:close/>
              </a:path>
              <a:path w="356870" h="402589">
                <a:moveTo>
                  <a:pt x="277367" y="402336"/>
                </a:moveTo>
                <a:lnTo>
                  <a:pt x="271129" y="389477"/>
                </a:lnTo>
                <a:lnTo>
                  <a:pt x="259461" y="378333"/>
                </a:lnTo>
                <a:lnTo>
                  <a:pt x="242649" y="368903"/>
                </a:lnTo>
                <a:lnTo>
                  <a:pt x="220979" y="361188"/>
                </a:lnTo>
                <a:lnTo>
                  <a:pt x="220979" y="352044"/>
                </a:lnTo>
                <a:lnTo>
                  <a:pt x="241030" y="356044"/>
                </a:lnTo>
                <a:lnTo>
                  <a:pt x="257937" y="358902"/>
                </a:lnTo>
                <a:lnTo>
                  <a:pt x="271986" y="360616"/>
                </a:lnTo>
                <a:lnTo>
                  <a:pt x="283464" y="361188"/>
                </a:lnTo>
                <a:lnTo>
                  <a:pt x="326255" y="361188"/>
                </a:lnTo>
                <a:lnTo>
                  <a:pt x="323469" y="368808"/>
                </a:lnTo>
                <a:lnTo>
                  <a:pt x="289083" y="397740"/>
                </a:lnTo>
                <a:lnTo>
                  <a:pt x="277367" y="402336"/>
                </a:lnTo>
                <a:close/>
              </a:path>
              <a:path w="356870" h="402589">
                <a:moveTo>
                  <a:pt x="114300" y="391668"/>
                </a:moveTo>
                <a:lnTo>
                  <a:pt x="114300" y="355092"/>
                </a:lnTo>
                <a:lnTo>
                  <a:pt x="138126" y="355092"/>
                </a:lnTo>
                <a:lnTo>
                  <a:pt x="138684" y="377952"/>
                </a:lnTo>
                <a:lnTo>
                  <a:pt x="114300" y="39166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</a:endParaRPr>
          </a:p>
        </p:txBody>
      </p:sp>
      <p:sp>
        <p:nvSpPr>
          <p:cNvPr id="97" name="object 97"/>
          <p:cNvSpPr/>
          <p:nvPr/>
        </p:nvSpPr>
        <p:spPr>
          <a:xfrm>
            <a:off x="7871459" y="5413247"/>
            <a:ext cx="410209" cy="398145"/>
          </a:xfrm>
          <a:custGeom>
            <a:avLst/>
            <a:gdLst/>
            <a:ahLst/>
            <a:cxnLst/>
            <a:rect l="l" t="t" r="r" b="b"/>
            <a:pathLst>
              <a:path w="410209" h="398145">
                <a:moveTo>
                  <a:pt x="335279" y="112776"/>
                </a:moveTo>
                <a:lnTo>
                  <a:pt x="310896" y="112776"/>
                </a:lnTo>
                <a:lnTo>
                  <a:pt x="310827" y="35052"/>
                </a:lnTo>
                <a:lnTo>
                  <a:pt x="310705" y="24955"/>
                </a:lnTo>
                <a:lnTo>
                  <a:pt x="310253" y="11977"/>
                </a:lnTo>
                <a:lnTo>
                  <a:pt x="309372" y="0"/>
                </a:lnTo>
                <a:lnTo>
                  <a:pt x="350520" y="21336"/>
                </a:lnTo>
                <a:lnTo>
                  <a:pt x="335279" y="35052"/>
                </a:lnTo>
                <a:lnTo>
                  <a:pt x="335279" y="112776"/>
                </a:lnTo>
                <a:close/>
              </a:path>
              <a:path w="410209" h="398145">
                <a:moveTo>
                  <a:pt x="27432" y="76200"/>
                </a:moveTo>
                <a:lnTo>
                  <a:pt x="12192" y="60960"/>
                </a:lnTo>
                <a:lnTo>
                  <a:pt x="149352" y="60960"/>
                </a:lnTo>
                <a:lnTo>
                  <a:pt x="163068" y="42672"/>
                </a:lnTo>
                <a:lnTo>
                  <a:pt x="192023" y="67056"/>
                </a:lnTo>
                <a:lnTo>
                  <a:pt x="186994" y="71628"/>
                </a:lnTo>
                <a:lnTo>
                  <a:pt x="68580" y="71628"/>
                </a:lnTo>
                <a:lnTo>
                  <a:pt x="58078" y="71913"/>
                </a:lnTo>
                <a:lnTo>
                  <a:pt x="47434" y="72771"/>
                </a:lnTo>
                <a:lnTo>
                  <a:pt x="37076" y="74199"/>
                </a:lnTo>
                <a:lnTo>
                  <a:pt x="27432" y="76200"/>
                </a:lnTo>
                <a:close/>
              </a:path>
              <a:path w="410209" h="398145">
                <a:moveTo>
                  <a:pt x="136832" y="188976"/>
                </a:moveTo>
                <a:lnTo>
                  <a:pt x="112776" y="188976"/>
                </a:lnTo>
                <a:lnTo>
                  <a:pt x="121062" y="165282"/>
                </a:lnTo>
                <a:lnTo>
                  <a:pt x="129921" y="137731"/>
                </a:lnTo>
                <a:lnTo>
                  <a:pt x="139350" y="106465"/>
                </a:lnTo>
                <a:lnTo>
                  <a:pt x="149352" y="71628"/>
                </a:lnTo>
                <a:lnTo>
                  <a:pt x="186994" y="71628"/>
                </a:lnTo>
                <a:lnTo>
                  <a:pt x="175260" y="82296"/>
                </a:lnTo>
                <a:lnTo>
                  <a:pt x="162948" y="118586"/>
                </a:lnTo>
                <a:lnTo>
                  <a:pt x="151066" y="152019"/>
                </a:lnTo>
                <a:lnTo>
                  <a:pt x="139469" y="182594"/>
                </a:lnTo>
                <a:lnTo>
                  <a:pt x="136832" y="188976"/>
                </a:lnTo>
                <a:close/>
              </a:path>
              <a:path w="410209" h="398145">
                <a:moveTo>
                  <a:pt x="187452" y="128016"/>
                </a:moveTo>
                <a:lnTo>
                  <a:pt x="172211" y="112776"/>
                </a:lnTo>
                <a:lnTo>
                  <a:pt x="355092" y="112776"/>
                </a:lnTo>
                <a:lnTo>
                  <a:pt x="376428" y="89916"/>
                </a:lnTo>
                <a:lnTo>
                  <a:pt x="409955" y="123444"/>
                </a:lnTo>
                <a:lnTo>
                  <a:pt x="228599" y="123444"/>
                </a:lnTo>
                <a:lnTo>
                  <a:pt x="218098" y="123729"/>
                </a:lnTo>
                <a:lnTo>
                  <a:pt x="207454" y="124587"/>
                </a:lnTo>
                <a:lnTo>
                  <a:pt x="197096" y="126015"/>
                </a:lnTo>
                <a:lnTo>
                  <a:pt x="187452" y="128016"/>
                </a:lnTo>
                <a:close/>
              </a:path>
              <a:path w="410209" h="398145">
                <a:moveTo>
                  <a:pt x="1524" y="362712"/>
                </a:moveTo>
                <a:lnTo>
                  <a:pt x="0" y="355092"/>
                </a:lnTo>
                <a:lnTo>
                  <a:pt x="15073" y="339423"/>
                </a:lnTo>
                <a:lnTo>
                  <a:pt x="30289" y="322326"/>
                </a:lnTo>
                <a:lnTo>
                  <a:pt x="59436" y="284988"/>
                </a:lnTo>
                <a:lnTo>
                  <a:pt x="84963" y="245935"/>
                </a:lnTo>
                <a:lnTo>
                  <a:pt x="103632" y="210312"/>
                </a:lnTo>
                <a:lnTo>
                  <a:pt x="80200" y="177450"/>
                </a:lnTo>
                <a:lnTo>
                  <a:pt x="60198" y="149733"/>
                </a:lnTo>
                <a:lnTo>
                  <a:pt x="43624" y="127158"/>
                </a:lnTo>
                <a:lnTo>
                  <a:pt x="30480" y="109728"/>
                </a:lnTo>
                <a:lnTo>
                  <a:pt x="36576" y="103632"/>
                </a:lnTo>
                <a:lnTo>
                  <a:pt x="55125" y="125110"/>
                </a:lnTo>
                <a:lnTo>
                  <a:pt x="74104" y="146304"/>
                </a:lnTo>
                <a:lnTo>
                  <a:pt x="112776" y="188976"/>
                </a:lnTo>
                <a:lnTo>
                  <a:pt x="136832" y="188976"/>
                </a:lnTo>
                <a:lnTo>
                  <a:pt x="128016" y="210312"/>
                </a:lnTo>
                <a:lnTo>
                  <a:pt x="142297" y="231648"/>
                </a:lnTo>
                <a:lnTo>
                  <a:pt x="117348" y="231648"/>
                </a:lnTo>
                <a:lnTo>
                  <a:pt x="108450" y="246888"/>
                </a:lnTo>
                <a:lnTo>
                  <a:pt x="86272" y="278796"/>
                </a:lnTo>
                <a:lnTo>
                  <a:pt x="58316" y="311919"/>
                </a:lnTo>
                <a:lnTo>
                  <a:pt x="22359" y="345590"/>
                </a:lnTo>
                <a:lnTo>
                  <a:pt x="1524" y="362712"/>
                </a:lnTo>
                <a:close/>
              </a:path>
              <a:path w="410209" h="398145">
                <a:moveTo>
                  <a:pt x="334972" y="355401"/>
                </a:moveTo>
                <a:lnTo>
                  <a:pt x="291703" y="355401"/>
                </a:lnTo>
                <a:lnTo>
                  <a:pt x="300228" y="355092"/>
                </a:lnTo>
                <a:lnTo>
                  <a:pt x="307848" y="353568"/>
                </a:lnTo>
                <a:lnTo>
                  <a:pt x="310896" y="348996"/>
                </a:lnTo>
                <a:lnTo>
                  <a:pt x="310896" y="123444"/>
                </a:lnTo>
                <a:lnTo>
                  <a:pt x="335279" y="123444"/>
                </a:lnTo>
                <a:lnTo>
                  <a:pt x="335184" y="354139"/>
                </a:lnTo>
                <a:lnTo>
                  <a:pt x="334972" y="355401"/>
                </a:lnTo>
                <a:close/>
              </a:path>
              <a:path w="410209" h="398145">
                <a:moveTo>
                  <a:pt x="239268" y="266700"/>
                </a:moveTo>
                <a:lnTo>
                  <a:pt x="237744" y="266700"/>
                </a:lnTo>
                <a:lnTo>
                  <a:pt x="234600" y="265033"/>
                </a:lnTo>
                <a:lnTo>
                  <a:pt x="232029" y="260223"/>
                </a:lnTo>
                <a:lnTo>
                  <a:pt x="230028" y="252555"/>
                </a:lnTo>
                <a:lnTo>
                  <a:pt x="228599" y="242316"/>
                </a:lnTo>
                <a:lnTo>
                  <a:pt x="225147" y="224575"/>
                </a:lnTo>
                <a:lnTo>
                  <a:pt x="219265" y="205549"/>
                </a:lnTo>
                <a:lnTo>
                  <a:pt x="210812" y="185094"/>
                </a:lnTo>
                <a:lnTo>
                  <a:pt x="199644" y="163068"/>
                </a:lnTo>
                <a:lnTo>
                  <a:pt x="204216" y="160020"/>
                </a:lnTo>
                <a:lnTo>
                  <a:pt x="233743" y="186309"/>
                </a:lnTo>
                <a:lnTo>
                  <a:pt x="255270" y="219265"/>
                </a:lnTo>
                <a:lnTo>
                  <a:pt x="257556" y="231648"/>
                </a:lnTo>
                <a:lnTo>
                  <a:pt x="257556" y="239267"/>
                </a:lnTo>
                <a:lnTo>
                  <a:pt x="254508" y="246888"/>
                </a:lnTo>
                <a:lnTo>
                  <a:pt x="242316" y="262128"/>
                </a:lnTo>
                <a:lnTo>
                  <a:pt x="239268" y="266700"/>
                </a:lnTo>
                <a:close/>
              </a:path>
              <a:path w="410209" h="398145">
                <a:moveTo>
                  <a:pt x="163068" y="345948"/>
                </a:moveTo>
                <a:lnTo>
                  <a:pt x="161544" y="345948"/>
                </a:lnTo>
                <a:lnTo>
                  <a:pt x="158138" y="344209"/>
                </a:lnTo>
                <a:lnTo>
                  <a:pt x="154876" y="338899"/>
                </a:lnTo>
                <a:lnTo>
                  <a:pt x="151899" y="329874"/>
                </a:lnTo>
                <a:lnTo>
                  <a:pt x="149352" y="316991"/>
                </a:lnTo>
                <a:lnTo>
                  <a:pt x="143922" y="298084"/>
                </a:lnTo>
                <a:lnTo>
                  <a:pt x="136779" y="277749"/>
                </a:lnTo>
                <a:lnTo>
                  <a:pt x="127920" y="255698"/>
                </a:lnTo>
                <a:lnTo>
                  <a:pt x="117348" y="231648"/>
                </a:lnTo>
                <a:lnTo>
                  <a:pt x="142297" y="231648"/>
                </a:lnTo>
                <a:lnTo>
                  <a:pt x="165306" y="269676"/>
                </a:lnTo>
                <a:lnTo>
                  <a:pt x="176474" y="311086"/>
                </a:lnTo>
                <a:lnTo>
                  <a:pt x="176784" y="318516"/>
                </a:lnTo>
                <a:lnTo>
                  <a:pt x="175260" y="329184"/>
                </a:lnTo>
                <a:lnTo>
                  <a:pt x="173735" y="335280"/>
                </a:lnTo>
                <a:lnTo>
                  <a:pt x="163068" y="345948"/>
                </a:lnTo>
                <a:close/>
              </a:path>
              <a:path w="410209" h="398145">
                <a:moveTo>
                  <a:pt x="297180" y="397764"/>
                </a:moveTo>
                <a:lnTo>
                  <a:pt x="293203" y="387477"/>
                </a:lnTo>
                <a:lnTo>
                  <a:pt x="281368" y="377190"/>
                </a:lnTo>
                <a:lnTo>
                  <a:pt x="261818" y="366903"/>
                </a:lnTo>
                <a:lnTo>
                  <a:pt x="234696" y="356616"/>
                </a:lnTo>
                <a:lnTo>
                  <a:pt x="234696" y="347472"/>
                </a:lnTo>
                <a:lnTo>
                  <a:pt x="258651" y="351448"/>
                </a:lnTo>
                <a:lnTo>
                  <a:pt x="277749" y="354139"/>
                </a:lnTo>
                <a:lnTo>
                  <a:pt x="291703" y="355401"/>
                </a:lnTo>
                <a:lnTo>
                  <a:pt x="334972" y="355401"/>
                </a:lnTo>
                <a:lnTo>
                  <a:pt x="332970" y="367331"/>
                </a:lnTo>
                <a:lnTo>
                  <a:pt x="325945" y="379095"/>
                </a:lnTo>
                <a:lnTo>
                  <a:pt x="314063" y="389143"/>
                </a:lnTo>
                <a:lnTo>
                  <a:pt x="297180" y="39776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</a:endParaRPr>
          </a:p>
        </p:txBody>
      </p:sp>
      <p:sp>
        <p:nvSpPr>
          <p:cNvPr id="98" name="object 98"/>
          <p:cNvSpPr/>
          <p:nvPr/>
        </p:nvSpPr>
        <p:spPr>
          <a:xfrm>
            <a:off x="8333231" y="5402579"/>
            <a:ext cx="393700" cy="413384"/>
          </a:xfrm>
          <a:custGeom>
            <a:avLst/>
            <a:gdLst/>
            <a:ahLst/>
            <a:cxnLst/>
            <a:rect l="l" t="t" r="r" b="b"/>
            <a:pathLst>
              <a:path w="393700" h="413385">
                <a:moveTo>
                  <a:pt x="4571" y="137160"/>
                </a:moveTo>
                <a:lnTo>
                  <a:pt x="0" y="132588"/>
                </a:lnTo>
                <a:lnTo>
                  <a:pt x="20312" y="118276"/>
                </a:lnTo>
                <a:lnTo>
                  <a:pt x="40195" y="102679"/>
                </a:lnTo>
                <a:lnTo>
                  <a:pt x="79247" y="67056"/>
                </a:lnTo>
                <a:lnTo>
                  <a:pt x="112204" y="30670"/>
                </a:lnTo>
                <a:lnTo>
                  <a:pt x="132587" y="0"/>
                </a:lnTo>
                <a:lnTo>
                  <a:pt x="166115" y="24383"/>
                </a:lnTo>
                <a:lnTo>
                  <a:pt x="158972" y="27289"/>
                </a:lnTo>
                <a:lnTo>
                  <a:pt x="151256" y="31622"/>
                </a:lnTo>
                <a:lnTo>
                  <a:pt x="142970" y="37671"/>
                </a:lnTo>
                <a:lnTo>
                  <a:pt x="134111" y="45719"/>
                </a:lnTo>
                <a:lnTo>
                  <a:pt x="268528" y="45719"/>
                </a:lnTo>
                <a:lnTo>
                  <a:pt x="280263" y="56388"/>
                </a:lnTo>
                <a:lnTo>
                  <a:pt x="124967" y="56388"/>
                </a:lnTo>
                <a:lnTo>
                  <a:pt x="113537" y="65555"/>
                </a:lnTo>
                <a:lnTo>
                  <a:pt x="102107" y="74866"/>
                </a:lnTo>
                <a:lnTo>
                  <a:pt x="90677" y="84462"/>
                </a:lnTo>
                <a:lnTo>
                  <a:pt x="79247" y="94488"/>
                </a:lnTo>
                <a:lnTo>
                  <a:pt x="86867" y="102108"/>
                </a:lnTo>
                <a:lnTo>
                  <a:pt x="334060" y="102108"/>
                </a:lnTo>
                <a:lnTo>
                  <a:pt x="339547" y="106680"/>
                </a:lnTo>
                <a:lnTo>
                  <a:pt x="60959" y="106680"/>
                </a:lnTo>
                <a:lnTo>
                  <a:pt x="48720" y="114442"/>
                </a:lnTo>
                <a:lnTo>
                  <a:pt x="35051" y="121920"/>
                </a:lnTo>
                <a:lnTo>
                  <a:pt x="4571" y="137160"/>
                </a:lnTo>
                <a:close/>
              </a:path>
              <a:path w="393700" h="413385">
                <a:moveTo>
                  <a:pt x="268528" y="45719"/>
                </a:moveTo>
                <a:lnTo>
                  <a:pt x="233171" y="45719"/>
                </a:lnTo>
                <a:lnTo>
                  <a:pt x="248411" y="27431"/>
                </a:lnTo>
                <a:lnTo>
                  <a:pt x="268528" y="45719"/>
                </a:lnTo>
                <a:close/>
              </a:path>
              <a:path w="393700" h="413385">
                <a:moveTo>
                  <a:pt x="207263" y="102108"/>
                </a:moveTo>
                <a:lnTo>
                  <a:pt x="195071" y="102108"/>
                </a:lnTo>
                <a:lnTo>
                  <a:pt x="233171" y="56388"/>
                </a:lnTo>
                <a:lnTo>
                  <a:pt x="280263" y="56388"/>
                </a:lnTo>
                <a:lnTo>
                  <a:pt x="281337" y="57364"/>
                </a:lnTo>
                <a:lnTo>
                  <a:pt x="276820" y="57364"/>
                </a:lnTo>
                <a:lnTo>
                  <a:pt x="270700" y="58102"/>
                </a:lnTo>
                <a:lnTo>
                  <a:pt x="236219" y="77914"/>
                </a:lnTo>
                <a:lnTo>
                  <a:pt x="223027" y="88653"/>
                </a:lnTo>
                <a:lnTo>
                  <a:pt x="207263" y="102108"/>
                </a:lnTo>
                <a:close/>
              </a:path>
              <a:path w="393700" h="413385">
                <a:moveTo>
                  <a:pt x="281939" y="57912"/>
                </a:moveTo>
                <a:lnTo>
                  <a:pt x="276820" y="57364"/>
                </a:lnTo>
                <a:lnTo>
                  <a:pt x="281337" y="57364"/>
                </a:lnTo>
                <a:lnTo>
                  <a:pt x="281939" y="57912"/>
                </a:lnTo>
                <a:close/>
              </a:path>
              <a:path w="393700" h="413385">
                <a:moveTo>
                  <a:pt x="334060" y="102108"/>
                </a:moveTo>
                <a:lnTo>
                  <a:pt x="300227" y="102108"/>
                </a:lnTo>
                <a:lnTo>
                  <a:pt x="313943" y="85344"/>
                </a:lnTo>
                <a:lnTo>
                  <a:pt x="334060" y="102108"/>
                </a:lnTo>
                <a:close/>
              </a:path>
              <a:path w="393700" h="413385">
                <a:moveTo>
                  <a:pt x="59435" y="199644"/>
                </a:moveTo>
                <a:lnTo>
                  <a:pt x="60317" y="177403"/>
                </a:lnTo>
                <a:lnTo>
                  <a:pt x="60769" y="154305"/>
                </a:lnTo>
                <a:lnTo>
                  <a:pt x="60868" y="140208"/>
                </a:lnTo>
                <a:lnTo>
                  <a:pt x="60959" y="106680"/>
                </a:lnTo>
                <a:lnTo>
                  <a:pt x="339547" y="106680"/>
                </a:lnTo>
                <a:lnTo>
                  <a:pt x="341376" y="108204"/>
                </a:lnTo>
                <a:lnTo>
                  <a:pt x="335497" y="112776"/>
                </a:lnTo>
                <a:lnTo>
                  <a:pt x="83819" y="112776"/>
                </a:lnTo>
                <a:lnTo>
                  <a:pt x="83819" y="167640"/>
                </a:lnTo>
                <a:lnTo>
                  <a:pt x="328368" y="167640"/>
                </a:lnTo>
                <a:lnTo>
                  <a:pt x="329082" y="178308"/>
                </a:lnTo>
                <a:lnTo>
                  <a:pt x="83819" y="178308"/>
                </a:lnTo>
                <a:lnTo>
                  <a:pt x="83819" y="192024"/>
                </a:lnTo>
                <a:lnTo>
                  <a:pt x="59435" y="199644"/>
                </a:lnTo>
                <a:close/>
              </a:path>
              <a:path w="393700" h="413385">
                <a:moveTo>
                  <a:pt x="193547" y="167640"/>
                </a:moveTo>
                <a:lnTo>
                  <a:pt x="166115" y="167640"/>
                </a:lnTo>
                <a:lnTo>
                  <a:pt x="170640" y="153924"/>
                </a:lnTo>
                <a:lnTo>
                  <a:pt x="174878" y="140208"/>
                </a:lnTo>
                <a:lnTo>
                  <a:pt x="178546" y="126492"/>
                </a:lnTo>
                <a:lnTo>
                  <a:pt x="181355" y="112776"/>
                </a:lnTo>
                <a:lnTo>
                  <a:pt x="207263" y="112776"/>
                </a:lnTo>
                <a:lnTo>
                  <a:pt x="204692" y="124777"/>
                </a:lnTo>
                <a:lnTo>
                  <a:pt x="201548" y="137922"/>
                </a:lnTo>
                <a:lnTo>
                  <a:pt x="197834" y="152209"/>
                </a:lnTo>
                <a:lnTo>
                  <a:pt x="193547" y="167640"/>
                </a:lnTo>
                <a:close/>
              </a:path>
              <a:path w="393700" h="413385">
                <a:moveTo>
                  <a:pt x="328368" y="167640"/>
                </a:moveTo>
                <a:lnTo>
                  <a:pt x="303275" y="167640"/>
                </a:lnTo>
                <a:lnTo>
                  <a:pt x="303275" y="112776"/>
                </a:lnTo>
                <a:lnTo>
                  <a:pt x="335497" y="112776"/>
                </a:lnTo>
                <a:lnTo>
                  <a:pt x="327660" y="118872"/>
                </a:lnTo>
                <a:lnTo>
                  <a:pt x="327724" y="140208"/>
                </a:lnTo>
                <a:lnTo>
                  <a:pt x="327850" y="152209"/>
                </a:lnTo>
                <a:lnTo>
                  <a:pt x="328302" y="166663"/>
                </a:lnTo>
                <a:lnTo>
                  <a:pt x="328368" y="167640"/>
                </a:lnTo>
                <a:close/>
              </a:path>
              <a:path w="393700" h="413385">
                <a:moveTo>
                  <a:pt x="30479" y="277368"/>
                </a:moveTo>
                <a:lnTo>
                  <a:pt x="28955" y="271272"/>
                </a:lnTo>
                <a:lnTo>
                  <a:pt x="75795" y="246673"/>
                </a:lnTo>
                <a:lnTo>
                  <a:pt x="113347" y="223075"/>
                </a:lnTo>
                <a:lnTo>
                  <a:pt x="141470" y="200334"/>
                </a:lnTo>
                <a:lnTo>
                  <a:pt x="160019" y="178308"/>
                </a:lnTo>
                <a:lnTo>
                  <a:pt x="190499" y="178308"/>
                </a:lnTo>
                <a:lnTo>
                  <a:pt x="181355" y="187452"/>
                </a:lnTo>
                <a:lnTo>
                  <a:pt x="179831" y="192024"/>
                </a:lnTo>
                <a:lnTo>
                  <a:pt x="185222" y="198120"/>
                </a:lnTo>
                <a:lnTo>
                  <a:pt x="170687" y="198120"/>
                </a:lnTo>
                <a:lnTo>
                  <a:pt x="146423" y="220146"/>
                </a:lnTo>
                <a:lnTo>
                  <a:pt x="114871" y="240601"/>
                </a:lnTo>
                <a:lnTo>
                  <a:pt x="76176" y="259627"/>
                </a:lnTo>
                <a:lnTo>
                  <a:pt x="30479" y="277368"/>
                </a:lnTo>
                <a:close/>
              </a:path>
              <a:path w="393700" h="413385">
                <a:moveTo>
                  <a:pt x="303275" y="187452"/>
                </a:moveTo>
                <a:lnTo>
                  <a:pt x="303275" y="178308"/>
                </a:lnTo>
                <a:lnTo>
                  <a:pt x="329082" y="178308"/>
                </a:lnTo>
                <a:lnTo>
                  <a:pt x="329184" y="179832"/>
                </a:lnTo>
                <a:lnTo>
                  <a:pt x="303275" y="187452"/>
                </a:lnTo>
                <a:close/>
              </a:path>
              <a:path w="393700" h="413385">
                <a:moveTo>
                  <a:pt x="248872" y="248412"/>
                </a:moveTo>
                <a:lnTo>
                  <a:pt x="222503" y="248412"/>
                </a:lnTo>
                <a:lnTo>
                  <a:pt x="239077" y="240172"/>
                </a:lnTo>
                <a:lnTo>
                  <a:pt x="254507" y="231648"/>
                </a:lnTo>
                <a:lnTo>
                  <a:pt x="293393" y="207168"/>
                </a:lnTo>
                <a:lnTo>
                  <a:pt x="315467" y="187452"/>
                </a:lnTo>
                <a:lnTo>
                  <a:pt x="339852" y="217932"/>
                </a:lnTo>
                <a:lnTo>
                  <a:pt x="327231" y="219408"/>
                </a:lnTo>
                <a:lnTo>
                  <a:pt x="309752" y="224028"/>
                </a:lnTo>
                <a:lnTo>
                  <a:pt x="287131" y="232076"/>
                </a:lnTo>
                <a:lnTo>
                  <a:pt x="259079" y="243840"/>
                </a:lnTo>
                <a:lnTo>
                  <a:pt x="260764" y="246888"/>
                </a:lnTo>
                <a:lnTo>
                  <a:pt x="252983" y="246888"/>
                </a:lnTo>
                <a:lnTo>
                  <a:pt x="248872" y="248412"/>
                </a:lnTo>
                <a:close/>
              </a:path>
              <a:path w="393700" h="413385">
                <a:moveTo>
                  <a:pt x="21335" y="330708"/>
                </a:moveTo>
                <a:lnTo>
                  <a:pt x="19811" y="326136"/>
                </a:lnTo>
                <a:lnTo>
                  <a:pt x="69532" y="304133"/>
                </a:lnTo>
                <a:lnTo>
                  <a:pt x="113537" y="279273"/>
                </a:lnTo>
                <a:lnTo>
                  <a:pt x="151828" y="251555"/>
                </a:lnTo>
                <a:lnTo>
                  <a:pt x="184403" y="220980"/>
                </a:lnTo>
                <a:lnTo>
                  <a:pt x="181832" y="215265"/>
                </a:lnTo>
                <a:lnTo>
                  <a:pt x="178688" y="209550"/>
                </a:lnTo>
                <a:lnTo>
                  <a:pt x="174974" y="203835"/>
                </a:lnTo>
                <a:lnTo>
                  <a:pt x="170687" y="198120"/>
                </a:lnTo>
                <a:lnTo>
                  <a:pt x="185222" y="198120"/>
                </a:lnTo>
                <a:lnTo>
                  <a:pt x="192928" y="206835"/>
                </a:lnTo>
                <a:lnTo>
                  <a:pt x="204596" y="221361"/>
                </a:lnTo>
                <a:lnTo>
                  <a:pt x="214550" y="235315"/>
                </a:lnTo>
                <a:lnTo>
                  <a:pt x="217876" y="240792"/>
                </a:lnTo>
                <a:lnTo>
                  <a:pt x="195071" y="240792"/>
                </a:lnTo>
                <a:lnTo>
                  <a:pt x="155924" y="272200"/>
                </a:lnTo>
                <a:lnTo>
                  <a:pt x="113918" y="297751"/>
                </a:lnTo>
                <a:lnTo>
                  <a:pt x="69056" y="317301"/>
                </a:lnTo>
                <a:lnTo>
                  <a:pt x="21335" y="330708"/>
                </a:lnTo>
                <a:close/>
              </a:path>
              <a:path w="393700" h="413385">
                <a:moveTo>
                  <a:pt x="1523" y="394716"/>
                </a:moveTo>
                <a:lnTo>
                  <a:pt x="1523" y="388620"/>
                </a:lnTo>
                <a:lnTo>
                  <a:pt x="52181" y="370673"/>
                </a:lnTo>
                <a:lnTo>
                  <a:pt x="98084" y="349654"/>
                </a:lnTo>
                <a:lnTo>
                  <a:pt x="139232" y="325416"/>
                </a:lnTo>
                <a:lnTo>
                  <a:pt x="175689" y="297751"/>
                </a:lnTo>
                <a:lnTo>
                  <a:pt x="207263" y="266700"/>
                </a:lnTo>
                <a:lnTo>
                  <a:pt x="203858" y="257508"/>
                </a:lnTo>
                <a:lnTo>
                  <a:pt x="200596" y="250317"/>
                </a:lnTo>
                <a:lnTo>
                  <a:pt x="197619" y="244840"/>
                </a:lnTo>
                <a:lnTo>
                  <a:pt x="195071" y="240792"/>
                </a:lnTo>
                <a:lnTo>
                  <a:pt x="217876" y="240792"/>
                </a:lnTo>
                <a:lnTo>
                  <a:pt x="222503" y="248412"/>
                </a:lnTo>
                <a:lnTo>
                  <a:pt x="248872" y="248412"/>
                </a:lnTo>
                <a:lnTo>
                  <a:pt x="246173" y="249412"/>
                </a:lnTo>
                <a:lnTo>
                  <a:pt x="239648" y="252222"/>
                </a:lnTo>
                <a:lnTo>
                  <a:pt x="233695" y="255031"/>
                </a:lnTo>
                <a:lnTo>
                  <a:pt x="228599" y="257556"/>
                </a:lnTo>
                <a:lnTo>
                  <a:pt x="235672" y="279558"/>
                </a:lnTo>
                <a:lnTo>
                  <a:pt x="238102" y="289560"/>
                </a:lnTo>
                <a:lnTo>
                  <a:pt x="214883" y="289560"/>
                </a:lnTo>
                <a:lnTo>
                  <a:pt x="177917" y="320100"/>
                </a:lnTo>
                <a:lnTo>
                  <a:pt x="138245" y="345887"/>
                </a:lnTo>
                <a:lnTo>
                  <a:pt x="95719" y="366918"/>
                </a:lnTo>
                <a:lnTo>
                  <a:pt x="50194" y="383194"/>
                </a:lnTo>
                <a:lnTo>
                  <a:pt x="1523" y="394716"/>
                </a:lnTo>
                <a:close/>
              </a:path>
              <a:path w="393700" h="413385">
                <a:moveTo>
                  <a:pt x="358140" y="377952"/>
                </a:moveTo>
                <a:lnTo>
                  <a:pt x="317372" y="350139"/>
                </a:lnTo>
                <a:lnTo>
                  <a:pt x="288035" y="320040"/>
                </a:lnTo>
                <a:lnTo>
                  <a:pt x="267652" y="285178"/>
                </a:lnTo>
                <a:lnTo>
                  <a:pt x="252983" y="246888"/>
                </a:lnTo>
                <a:lnTo>
                  <a:pt x="260764" y="246888"/>
                </a:lnTo>
                <a:lnTo>
                  <a:pt x="270462" y="264437"/>
                </a:lnTo>
                <a:lnTo>
                  <a:pt x="283844" y="282892"/>
                </a:lnTo>
                <a:lnTo>
                  <a:pt x="315467" y="313944"/>
                </a:lnTo>
                <a:lnTo>
                  <a:pt x="352044" y="335661"/>
                </a:lnTo>
                <a:lnTo>
                  <a:pt x="393192" y="350520"/>
                </a:lnTo>
                <a:lnTo>
                  <a:pt x="393192" y="355092"/>
                </a:lnTo>
                <a:lnTo>
                  <a:pt x="380642" y="357378"/>
                </a:lnTo>
                <a:lnTo>
                  <a:pt x="370522" y="361950"/>
                </a:lnTo>
                <a:lnTo>
                  <a:pt x="362973" y="368808"/>
                </a:lnTo>
                <a:lnTo>
                  <a:pt x="358140" y="377952"/>
                </a:lnTo>
                <a:close/>
              </a:path>
              <a:path w="393700" h="413385">
                <a:moveTo>
                  <a:pt x="233093" y="371784"/>
                </a:moveTo>
                <a:lnTo>
                  <a:pt x="188666" y="371784"/>
                </a:lnTo>
                <a:lnTo>
                  <a:pt x="196595" y="370332"/>
                </a:lnTo>
                <a:lnTo>
                  <a:pt x="204215" y="368808"/>
                </a:lnTo>
                <a:lnTo>
                  <a:pt x="216122" y="330636"/>
                </a:lnTo>
                <a:lnTo>
                  <a:pt x="216330" y="318420"/>
                </a:lnTo>
                <a:lnTo>
                  <a:pt x="216169" y="311848"/>
                </a:lnTo>
                <a:lnTo>
                  <a:pt x="215614" y="302823"/>
                </a:lnTo>
                <a:lnTo>
                  <a:pt x="215122" y="295846"/>
                </a:lnTo>
                <a:lnTo>
                  <a:pt x="214883" y="289560"/>
                </a:lnTo>
                <a:lnTo>
                  <a:pt x="238102" y="289560"/>
                </a:lnTo>
                <a:lnTo>
                  <a:pt x="240601" y="299847"/>
                </a:lnTo>
                <a:lnTo>
                  <a:pt x="242958" y="318420"/>
                </a:lnTo>
                <a:lnTo>
                  <a:pt x="242315" y="335280"/>
                </a:lnTo>
                <a:lnTo>
                  <a:pt x="239671" y="350520"/>
                </a:lnTo>
                <a:lnTo>
                  <a:pt x="236219" y="363855"/>
                </a:lnTo>
                <a:lnTo>
                  <a:pt x="233093" y="371784"/>
                </a:lnTo>
                <a:close/>
              </a:path>
              <a:path w="393700" h="413385">
                <a:moveTo>
                  <a:pt x="179831" y="413004"/>
                </a:moveTo>
                <a:lnTo>
                  <a:pt x="174950" y="400383"/>
                </a:lnTo>
                <a:lnTo>
                  <a:pt x="164782" y="389763"/>
                </a:lnTo>
                <a:lnTo>
                  <a:pt x="149185" y="380857"/>
                </a:lnTo>
                <a:lnTo>
                  <a:pt x="128015" y="373380"/>
                </a:lnTo>
                <a:lnTo>
                  <a:pt x="128015" y="367284"/>
                </a:lnTo>
                <a:lnTo>
                  <a:pt x="153947" y="370117"/>
                </a:lnTo>
                <a:lnTo>
                  <a:pt x="174307" y="371665"/>
                </a:lnTo>
                <a:lnTo>
                  <a:pt x="233093" y="371784"/>
                </a:lnTo>
                <a:lnTo>
                  <a:pt x="231600" y="375570"/>
                </a:lnTo>
                <a:lnTo>
                  <a:pt x="225551" y="385572"/>
                </a:lnTo>
                <a:lnTo>
                  <a:pt x="216908" y="394144"/>
                </a:lnTo>
                <a:lnTo>
                  <a:pt x="206692" y="401574"/>
                </a:lnTo>
                <a:lnTo>
                  <a:pt x="194476" y="407860"/>
                </a:lnTo>
                <a:lnTo>
                  <a:pt x="179831" y="41300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</a:endParaRPr>
          </a:p>
        </p:txBody>
      </p:sp>
      <p:pic>
        <p:nvPicPr>
          <p:cNvPr id="99" name="object 99"/>
          <p:cNvPicPr/>
          <p:nvPr/>
        </p:nvPicPr>
        <p:blipFill>
          <a:blip r:embed="rId14" cstate="print"/>
          <a:stretch>
            <a:fillRect/>
          </a:stretch>
        </p:blipFill>
        <p:spPr>
          <a:xfrm>
            <a:off x="8799576" y="5667851"/>
            <a:ext cx="70103" cy="118776"/>
          </a:xfrm>
          <a:prstGeom prst="rect">
            <a:avLst/>
          </a:prstGeom>
        </p:spPr>
      </p:pic>
      <p:sp>
        <p:nvSpPr>
          <p:cNvPr id="100" name="object 100"/>
          <p:cNvSpPr/>
          <p:nvPr/>
        </p:nvSpPr>
        <p:spPr>
          <a:xfrm>
            <a:off x="1749552" y="5995415"/>
            <a:ext cx="847725" cy="407034"/>
          </a:xfrm>
          <a:custGeom>
            <a:avLst/>
            <a:gdLst/>
            <a:ahLst/>
            <a:cxnLst/>
            <a:rect l="l" t="t" r="r" b="b"/>
            <a:pathLst>
              <a:path w="847725" h="407035">
                <a:moveTo>
                  <a:pt x="405384" y="358152"/>
                </a:moveTo>
                <a:lnTo>
                  <a:pt x="392734" y="353288"/>
                </a:lnTo>
                <a:lnTo>
                  <a:pt x="384238" y="338721"/>
                </a:lnTo>
                <a:lnTo>
                  <a:pt x="379450" y="314426"/>
                </a:lnTo>
                <a:lnTo>
                  <a:pt x="377952" y="280428"/>
                </a:lnTo>
                <a:lnTo>
                  <a:pt x="370332" y="280428"/>
                </a:lnTo>
                <a:lnTo>
                  <a:pt x="367855" y="321386"/>
                </a:lnTo>
                <a:lnTo>
                  <a:pt x="356616" y="361391"/>
                </a:lnTo>
                <a:lnTo>
                  <a:pt x="339852" y="367296"/>
                </a:lnTo>
                <a:lnTo>
                  <a:pt x="269748" y="367296"/>
                </a:lnTo>
                <a:lnTo>
                  <a:pt x="256832" y="366737"/>
                </a:lnTo>
                <a:lnTo>
                  <a:pt x="247650" y="362915"/>
                </a:lnTo>
                <a:lnTo>
                  <a:pt x="241884" y="355930"/>
                </a:lnTo>
                <a:lnTo>
                  <a:pt x="239268" y="345960"/>
                </a:lnTo>
                <a:lnTo>
                  <a:pt x="239268" y="172224"/>
                </a:lnTo>
                <a:lnTo>
                  <a:pt x="396240" y="172224"/>
                </a:lnTo>
                <a:lnTo>
                  <a:pt x="356616" y="132600"/>
                </a:lnTo>
                <a:lnTo>
                  <a:pt x="326136" y="161556"/>
                </a:lnTo>
                <a:lnTo>
                  <a:pt x="201168" y="161556"/>
                </a:lnTo>
                <a:lnTo>
                  <a:pt x="203428" y="125018"/>
                </a:lnTo>
                <a:lnTo>
                  <a:pt x="208788" y="45732"/>
                </a:lnTo>
                <a:lnTo>
                  <a:pt x="373380" y="45732"/>
                </a:lnTo>
                <a:lnTo>
                  <a:pt x="336804" y="9156"/>
                </a:lnTo>
                <a:lnTo>
                  <a:pt x="310896" y="35064"/>
                </a:lnTo>
                <a:lnTo>
                  <a:pt x="30480" y="35064"/>
                </a:lnTo>
                <a:lnTo>
                  <a:pt x="45720" y="50304"/>
                </a:lnTo>
                <a:lnTo>
                  <a:pt x="56019" y="48298"/>
                </a:lnTo>
                <a:lnTo>
                  <a:pt x="66484" y="46875"/>
                </a:lnTo>
                <a:lnTo>
                  <a:pt x="77216" y="46012"/>
                </a:lnTo>
                <a:lnTo>
                  <a:pt x="88392" y="45732"/>
                </a:lnTo>
                <a:lnTo>
                  <a:pt x="181356" y="45732"/>
                </a:lnTo>
                <a:lnTo>
                  <a:pt x="180822" y="71970"/>
                </a:lnTo>
                <a:lnTo>
                  <a:pt x="179451" y="100215"/>
                </a:lnTo>
                <a:lnTo>
                  <a:pt x="175260" y="161556"/>
                </a:lnTo>
                <a:lnTo>
                  <a:pt x="1524" y="161556"/>
                </a:lnTo>
                <a:lnTo>
                  <a:pt x="16764" y="176796"/>
                </a:lnTo>
                <a:lnTo>
                  <a:pt x="26403" y="174790"/>
                </a:lnTo>
                <a:lnTo>
                  <a:pt x="36766" y="173367"/>
                </a:lnTo>
                <a:lnTo>
                  <a:pt x="47409" y="172504"/>
                </a:lnTo>
                <a:lnTo>
                  <a:pt x="57912" y="172224"/>
                </a:lnTo>
                <a:lnTo>
                  <a:pt x="173736" y="172224"/>
                </a:lnTo>
                <a:lnTo>
                  <a:pt x="165658" y="210515"/>
                </a:lnTo>
                <a:lnTo>
                  <a:pt x="140944" y="276809"/>
                </a:lnTo>
                <a:lnTo>
                  <a:pt x="102006" y="330504"/>
                </a:lnTo>
                <a:lnTo>
                  <a:pt x="40284" y="377888"/>
                </a:lnTo>
                <a:lnTo>
                  <a:pt x="0" y="399300"/>
                </a:lnTo>
                <a:lnTo>
                  <a:pt x="1524" y="406920"/>
                </a:lnTo>
                <a:lnTo>
                  <a:pt x="48971" y="386600"/>
                </a:lnTo>
                <a:lnTo>
                  <a:pt x="88582" y="364439"/>
                </a:lnTo>
                <a:lnTo>
                  <a:pt x="120459" y="340258"/>
                </a:lnTo>
                <a:lnTo>
                  <a:pt x="164490" y="284518"/>
                </a:lnTo>
                <a:lnTo>
                  <a:pt x="191922" y="213652"/>
                </a:lnTo>
                <a:lnTo>
                  <a:pt x="199644" y="172224"/>
                </a:lnTo>
                <a:lnTo>
                  <a:pt x="214884" y="172224"/>
                </a:lnTo>
                <a:lnTo>
                  <a:pt x="214884" y="358152"/>
                </a:lnTo>
                <a:lnTo>
                  <a:pt x="217170" y="371030"/>
                </a:lnTo>
                <a:lnTo>
                  <a:pt x="224028" y="380060"/>
                </a:lnTo>
                <a:lnTo>
                  <a:pt x="235458" y="385368"/>
                </a:lnTo>
                <a:lnTo>
                  <a:pt x="251460" y="387108"/>
                </a:lnTo>
                <a:lnTo>
                  <a:pt x="344424" y="387108"/>
                </a:lnTo>
                <a:lnTo>
                  <a:pt x="365302" y="386867"/>
                </a:lnTo>
                <a:lnTo>
                  <a:pt x="382333" y="381774"/>
                </a:lnTo>
                <a:lnTo>
                  <a:pt x="395643" y="372097"/>
                </a:lnTo>
                <a:lnTo>
                  <a:pt x="405384" y="358152"/>
                </a:lnTo>
                <a:close/>
              </a:path>
              <a:path w="847725" h="407035">
                <a:moveTo>
                  <a:pt x="551675" y="65532"/>
                </a:moveTo>
                <a:lnTo>
                  <a:pt x="524433" y="28765"/>
                </a:lnTo>
                <a:lnTo>
                  <a:pt x="501383" y="15240"/>
                </a:lnTo>
                <a:lnTo>
                  <a:pt x="496811" y="18288"/>
                </a:lnTo>
                <a:lnTo>
                  <a:pt x="507098" y="34848"/>
                </a:lnTo>
                <a:lnTo>
                  <a:pt x="515099" y="50101"/>
                </a:lnTo>
                <a:lnTo>
                  <a:pt x="520814" y="63944"/>
                </a:lnTo>
                <a:lnTo>
                  <a:pt x="524243" y="76200"/>
                </a:lnTo>
                <a:lnTo>
                  <a:pt x="527291" y="88392"/>
                </a:lnTo>
                <a:lnTo>
                  <a:pt x="530339" y="94488"/>
                </a:lnTo>
                <a:lnTo>
                  <a:pt x="536435" y="94488"/>
                </a:lnTo>
                <a:lnTo>
                  <a:pt x="541007" y="91440"/>
                </a:lnTo>
                <a:lnTo>
                  <a:pt x="545579" y="85344"/>
                </a:lnTo>
                <a:lnTo>
                  <a:pt x="550151" y="80772"/>
                </a:lnTo>
                <a:lnTo>
                  <a:pt x="551675" y="74676"/>
                </a:lnTo>
                <a:lnTo>
                  <a:pt x="551675" y="65532"/>
                </a:lnTo>
                <a:close/>
              </a:path>
              <a:path w="847725" h="407035">
                <a:moveTo>
                  <a:pt x="620255" y="268224"/>
                </a:moveTo>
                <a:lnTo>
                  <a:pt x="614159" y="262128"/>
                </a:lnTo>
                <a:lnTo>
                  <a:pt x="536435" y="332232"/>
                </a:lnTo>
                <a:lnTo>
                  <a:pt x="536435" y="172212"/>
                </a:lnTo>
                <a:lnTo>
                  <a:pt x="545007" y="164592"/>
                </a:lnTo>
                <a:lnTo>
                  <a:pt x="550151" y="160020"/>
                </a:lnTo>
                <a:lnTo>
                  <a:pt x="522719" y="137160"/>
                </a:lnTo>
                <a:lnTo>
                  <a:pt x="510527" y="155448"/>
                </a:lnTo>
                <a:lnTo>
                  <a:pt x="444995" y="155448"/>
                </a:lnTo>
                <a:lnTo>
                  <a:pt x="460235" y="170688"/>
                </a:lnTo>
                <a:lnTo>
                  <a:pt x="469074" y="167817"/>
                </a:lnTo>
                <a:lnTo>
                  <a:pt x="477189" y="165925"/>
                </a:lnTo>
                <a:lnTo>
                  <a:pt x="484454" y="164909"/>
                </a:lnTo>
                <a:lnTo>
                  <a:pt x="490715" y="164592"/>
                </a:lnTo>
                <a:lnTo>
                  <a:pt x="512051" y="164592"/>
                </a:lnTo>
                <a:lnTo>
                  <a:pt x="512178" y="324688"/>
                </a:lnTo>
                <a:lnTo>
                  <a:pt x="512394" y="333476"/>
                </a:lnTo>
                <a:lnTo>
                  <a:pt x="511289" y="344043"/>
                </a:lnTo>
                <a:lnTo>
                  <a:pt x="509054" y="351764"/>
                </a:lnTo>
                <a:lnTo>
                  <a:pt x="505955" y="356616"/>
                </a:lnTo>
                <a:lnTo>
                  <a:pt x="533387" y="384048"/>
                </a:lnTo>
                <a:lnTo>
                  <a:pt x="542251" y="367461"/>
                </a:lnTo>
                <a:lnTo>
                  <a:pt x="559676" y="342709"/>
                </a:lnTo>
                <a:lnTo>
                  <a:pt x="567931" y="332232"/>
                </a:lnTo>
                <a:lnTo>
                  <a:pt x="585685" y="309689"/>
                </a:lnTo>
                <a:lnTo>
                  <a:pt x="620255" y="268224"/>
                </a:lnTo>
                <a:close/>
              </a:path>
              <a:path w="847725" h="407035">
                <a:moveTo>
                  <a:pt x="824471" y="362712"/>
                </a:moveTo>
                <a:lnTo>
                  <a:pt x="801141" y="322122"/>
                </a:lnTo>
                <a:lnTo>
                  <a:pt x="798563" y="288036"/>
                </a:lnTo>
                <a:lnTo>
                  <a:pt x="790943" y="288036"/>
                </a:lnTo>
                <a:lnTo>
                  <a:pt x="790714" y="298640"/>
                </a:lnTo>
                <a:lnTo>
                  <a:pt x="790244" y="309689"/>
                </a:lnTo>
                <a:lnTo>
                  <a:pt x="789660" y="324688"/>
                </a:lnTo>
                <a:lnTo>
                  <a:pt x="782751" y="362902"/>
                </a:lnTo>
                <a:lnTo>
                  <a:pt x="768083" y="368808"/>
                </a:lnTo>
                <a:lnTo>
                  <a:pt x="685787" y="368808"/>
                </a:lnTo>
                <a:lnTo>
                  <a:pt x="674916" y="367665"/>
                </a:lnTo>
                <a:lnTo>
                  <a:pt x="667308" y="361950"/>
                </a:lnTo>
                <a:lnTo>
                  <a:pt x="662863" y="351663"/>
                </a:lnTo>
                <a:lnTo>
                  <a:pt x="661403" y="336804"/>
                </a:lnTo>
                <a:lnTo>
                  <a:pt x="661403" y="291084"/>
                </a:lnTo>
                <a:lnTo>
                  <a:pt x="677633" y="281940"/>
                </a:lnTo>
                <a:lnTo>
                  <a:pt x="686841" y="276758"/>
                </a:lnTo>
                <a:lnTo>
                  <a:pt x="712838" y="260985"/>
                </a:lnTo>
                <a:lnTo>
                  <a:pt x="739419" y="243509"/>
                </a:lnTo>
                <a:lnTo>
                  <a:pt x="766559" y="224028"/>
                </a:lnTo>
                <a:lnTo>
                  <a:pt x="786371" y="220980"/>
                </a:lnTo>
                <a:lnTo>
                  <a:pt x="758939" y="185928"/>
                </a:lnTo>
                <a:lnTo>
                  <a:pt x="740067" y="210794"/>
                </a:lnTo>
                <a:lnTo>
                  <a:pt x="717600" y="235077"/>
                </a:lnTo>
                <a:lnTo>
                  <a:pt x="691438" y="258800"/>
                </a:lnTo>
                <a:lnTo>
                  <a:pt x="661403" y="281940"/>
                </a:lnTo>
                <a:lnTo>
                  <a:pt x="661403" y="196596"/>
                </a:lnTo>
                <a:lnTo>
                  <a:pt x="675119" y="182880"/>
                </a:lnTo>
                <a:lnTo>
                  <a:pt x="635495" y="163068"/>
                </a:lnTo>
                <a:lnTo>
                  <a:pt x="636765" y="220980"/>
                </a:lnTo>
                <a:lnTo>
                  <a:pt x="637006" y="311086"/>
                </a:lnTo>
                <a:lnTo>
                  <a:pt x="637019" y="347472"/>
                </a:lnTo>
                <a:lnTo>
                  <a:pt x="639025" y="366356"/>
                </a:lnTo>
                <a:lnTo>
                  <a:pt x="647306" y="379666"/>
                </a:lnTo>
                <a:lnTo>
                  <a:pt x="661885" y="387553"/>
                </a:lnTo>
                <a:lnTo>
                  <a:pt x="682739" y="390144"/>
                </a:lnTo>
                <a:lnTo>
                  <a:pt x="781799" y="390144"/>
                </a:lnTo>
                <a:lnTo>
                  <a:pt x="794905" y="388429"/>
                </a:lnTo>
                <a:lnTo>
                  <a:pt x="806564" y="383286"/>
                </a:lnTo>
                <a:lnTo>
                  <a:pt x="816521" y="374713"/>
                </a:lnTo>
                <a:lnTo>
                  <a:pt x="820432" y="368808"/>
                </a:lnTo>
                <a:lnTo>
                  <a:pt x="824471" y="362712"/>
                </a:lnTo>
                <a:close/>
              </a:path>
              <a:path w="847725" h="407035">
                <a:moveTo>
                  <a:pt x="847331" y="170688"/>
                </a:moveTo>
                <a:lnTo>
                  <a:pt x="806170" y="151853"/>
                </a:lnTo>
                <a:lnTo>
                  <a:pt x="769416" y="122872"/>
                </a:lnTo>
                <a:lnTo>
                  <a:pt x="736968" y="83896"/>
                </a:lnTo>
                <a:lnTo>
                  <a:pt x="712190" y="41148"/>
                </a:lnTo>
                <a:lnTo>
                  <a:pt x="708647" y="35052"/>
                </a:lnTo>
                <a:lnTo>
                  <a:pt x="723887" y="24384"/>
                </a:lnTo>
                <a:lnTo>
                  <a:pt x="685787" y="0"/>
                </a:lnTo>
                <a:lnTo>
                  <a:pt x="676694" y="27393"/>
                </a:lnTo>
                <a:lnTo>
                  <a:pt x="665594" y="54483"/>
                </a:lnTo>
                <a:lnTo>
                  <a:pt x="638543" y="106680"/>
                </a:lnTo>
                <a:lnTo>
                  <a:pt x="601967" y="157353"/>
                </a:lnTo>
                <a:lnTo>
                  <a:pt x="556247" y="205740"/>
                </a:lnTo>
                <a:lnTo>
                  <a:pt x="559295" y="210312"/>
                </a:lnTo>
                <a:lnTo>
                  <a:pt x="594398" y="185267"/>
                </a:lnTo>
                <a:lnTo>
                  <a:pt x="626503" y="155816"/>
                </a:lnTo>
                <a:lnTo>
                  <a:pt x="655535" y="121983"/>
                </a:lnTo>
                <a:lnTo>
                  <a:pt x="681418" y="83769"/>
                </a:lnTo>
                <a:lnTo>
                  <a:pt x="704075" y="41148"/>
                </a:lnTo>
                <a:lnTo>
                  <a:pt x="720318" y="83680"/>
                </a:lnTo>
                <a:lnTo>
                  <a:pt x="743699" y="124206"/>
                </a:lnTo>
                <a:lnTo>
                  <a:pt x="773950" y="162458"/>
                </a:lnTo>
                <a:lnTo>
                  <a:pt x="810755" y="198120"/>
                </a:lnTo>
                <a:lnTo>
                  <a:pt x="817333" y="189865"/>
                </a:lnTo>
                <a:lnTo>
                  <a:pt x="825614" y="183451"/>
                </a:lnTo>
                <a:lnTo>
                  <a:pt x="835621" y="179057"/>
                </a:lnTo>
                <a:lnTo>
                  <a:pt x="847331" y="176784"/>
                </a:lnTo>
                <a:lnTo>
                  <a:pt x="847331" y="17068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</a:endParaRPr>
          </a:p>
        </p:txBody>
      </p:sp>
      <p:sp>
        <p:nvSpPr>
          <p:cNvPr id="101" name="object 101"/>
          <p:cNvSpPr/>
          <p:nvPr/>
        </p:nvSpPr>
        <p:spPr>
          <a:xfrm>
            <a:off x="2642616" y="5996940"/>
            <a:ext cx="387350" cy="405765"/>
          </a:xfrm>
          <a:custGeom>
            <a:avLst/>
            <a:gdLst/>
            <a:ahLst/>
            <a:cxnLst/>
            <a:rect l="l" t="t" r="r" b="b"/>
            <a:pathLst>
              <a:path w="387350" h="405764">
                <a:moveTo>
                  <a:pt x="383394" y="92964"/>
                </a:moveTo>
                <a:lnTo>
                  <a:pt x="347472" y="92964"/>
                </a:lnTo>
                <a:lnTo>
                  <a:pt x="361188" y="74676"/>
                </a:lnTo>
                <a:lnTo>
                  <a:pt x="383394" y="92964"/>
                </a:lnTo>
                <a:close/>
              </a:path>
              <a:path w="387350" h="405764">
                <a:moveTo>
                  <a:pt x="227076" y="382524"/>
                </a:moveTo>
                <a:lnTo>
                  <a:pt x="227957" y="358521"/>
                </a:lnTo>
                <a:lnTo>
                  <a:pt x="228409" y="339090"/>
                </a:lnTo>
                <a:lnTo>
                  <a:pt x="228486" y="332232"/>
                </a:lnTo>
                <a:lnTo>
                  <a:pt x="228576" y="127230"/>
                </a:lnTo>
                <a:lnTo>
                  <a:pt x="228409" y="111061"/>
                </a:lnTo>
                <a:lnTo>
                  <a:pt x="227995" y="96012"/>
                </a:lnTo>
                <a:lnTo>
                  <a:pt x="227871" y="92964"/>
                </a:lnTo>
                <a:lnTo>
                  <a:pt x="227076" y="77724"/>
                </a:lnTo>
                <a:lnTo>
                  <a:pt x="251460" y="92964"/>
                </a:lnTo>
                <a:lnTo>
                  <a:pt x="383394" y="92964"/>
                </a:lnTo>
                <a:lnTo>
                  <a:pt x="387096" y="96012"/>
                </a:lnTo>
                <a:lnTo>
                  <a:pt x="380238" y="102108"/>
                </a:lnTo>
                <a:lnTo>
                  <a:pt x="251460" y="102108"/>
                </a:lnTo>
                <a:lnTo>
                  <a:pt x="251460" y="321564"/>
                </a:lnTo>
                <a:lnTo>
                  <a:pt x="373938" y="321564"/>
                </a:lnTo>
                <a:lnTo>
                  <a:pt x="374142" y="326898"/>
                </a:lnTo>
                <a:lnTo>
                  <a:pt x="374316" y="332232"/>
                </a:lnTo>
                <a:lnTo>
                  <a:pt x="251460" y="332232"/>
                </a:lnTo>
                <a:lnTo>
                  <a:pt x="251460" y="370332"/>
                </a:lnTo>
                <a:lnTo>
                  <a:pt x="227076" y="382524"/>
                </a:lnTo>
                <a:close/>
              </a:path>
              <a:path w="387350" h="405764">
                <a:moveTo>
                  <a:pt x="373938" y="321564"/>
                </a:moveTo>
                <a:lnTo>
                  <a:pt x="350520" y="321564"/>
                </a:lnTo>
                <a:lnTo>
                  <a:pt x="350520" y="102108"/>
                </a:lnTo>
                <a:lnTo>
                  <a:pt x="380238" y="102108"/>
                </a:lnTo>
                <a:lnTo>
                  <a:pt x="373380" y="108204"/>
                </a:lnTo>
                <a:lnTo>
                  <a:pt x="373380" y="301752"/>
                </a:lnTo>
                <a:lnTo>
                  <a:pt x="373647" y="313944"/>
                </a:lnTo>
                <a:lnTo>
                  <a:pt x="373938" y="321564"/>
                </a:lnTo>
                <a:close/>
              </a:path>
              <a:path w="387350" h="405764">
                <a:moveTo>
                  <a:pt x="350520" y="371856"/>
                </a:moveTo>
                <a:lnTo>
                  <a:pt x="350520" y="332232"/>
                </a:lnTo>
                <a:lnTo>
                  <a:pt x="374316" y="332232"/>
                </a:lnTo>
                <a:lnTo>
                  <a:pt x="374665" y="342900"/>
                </a:lnTo>
                <a:lnTo>
                  <a:pt x="374904" y="361188"/>
                </a:lnTo>
                <a:lnTo>
                  <a:pt x="350520" y="371856"/>
                </a:lnTo>
                <a:close/>
              </a:path>
              <a:path w="387350" h="405764">
                <a:moveTo>
                  <a:pt x="97536" y="108204"/>
                </a:moveTo>
                <a:lnTo>
                  <a:pt x="73152" y="108204"/>
                </a:lnTo>
                <a:lnTo>
                  <a:pt x="78319" y="76509"/>
                </a:lnTo>
                <a:lnTo>
                  <a:pt x="82486" y="47815"/>
                </a:lnTo>
                <a:lnTo>
                  <a:pt x="85796" y="22264"/>
                </a:lnTo>
                <a:lnTo>
                  <a:pt x="88392" y="0"/>
                </a:lnTo>
                <a:lnTo>
                  <a:pt x="129540" y="19812"/>
                </a:lnTo>
                <a:lnTo>
                  <a:pt x="114300" y="28956"/>
                </a:lnTo>
                <a:lnTo>
                  <a:pt x="110609" y="44981"/>
                </a:lnTo>
                <a:lnTo>
                  <a:pt x="106489" y="63436"/>
                </a:lnTo>
                <a:lnTo>
                  <a:pt x="102084" y="84462"/>
                </a:lnTo>
                <a:lnTo>
                  <a:pt x="97536" y="108204"/>
                </a:lnTo>
                <a:close/>
              </a:path>
              <a:path w="387350" h="405764">
                <a:moveTo>
                  <a:pt x="16764" y="123444"/>
                </a:moveTo>
                <a:lnTo>
                  <a:pt x="1524" y="108204"/>
                </a:lnTo>
                <a:lnTo>
                  <a:pt x="163068" y="108204"/>
                </a:lnTo>
                <a:lnTo>
                  <a:pt x="173736" y="88392"/>
                </a:lnTo>
                <a:lnTo>
                  <a:pt x="202692" y="109728"/>
                </a:lnTo>
                <a:lnTo>
                  <a:pt x="192405" y="118871"/>
                </a:lnTo>
                <a:lnTo>
                  <a:pt x="59436" y="118871"/>
                </a:lnTo>
                <a:lnTo>
                  <a:pt x="48267" y="119157"/>
                </a:lnTo>
                <a:lnTo>
                  <a:pt x="37528" y="120014"/>
                </a:lnTo>
                <a:lnTo>
                  <a:pt x="27074" y="121443"/>
                </a:lnTo>
                <a:lnTo>
                  <a:pt x="16764" y="123444"/>
                </a:lnTo>
                <a:close/>
              </a:path>
              <a:path w="387350" h="405764">
                <a:moveTo>
                  <a:pt x="3048" y="405384"/>
                </a:moveTo>
                <a:lnTo>
                  <a:pt x="0" y="400812"/>
                </a:lnTo>
                <a:lnTo>
                  <a:pt x="39409" y="381095"/>
                </a:lnTo>
                <a:lnTo>
                  <a:pt x="72961" y="358521"/>
                </a:lnTo>
                <a:lnTo>
                  <a:pt x="100512" y="333089"/>
                </a:lnTo>
                <a:lnTo>
                  <a:pt x="121920" y="304800"/>
                </a:lnTo>
                <a:lnTo>
                  <a:pt x="96797" y="294251"/>
                </a:lnTo>
                <a:lnTo>
                  <a:pt x="74104" y="285559"/>
                </a:lnTo>
                <a:lnTo>
                  <a:pt x="53982" y="278868"/>
                </a:lnTo>
                <a:lnTo>
                  <a:pt x="36576" y="274320"/>
                </a:lnTo>
                <a:lnTo>
                  <a:pt x="43767" y="244887"/>
                </a:lnTo>
                <a:lnTo>
                  <a:pt x="51816" y="209169"/>
                </a:lnTo>
                <a:lnTo>
                  <a:pt x="61007" y="167163"/>
                </a:lnTo>
                <a:lnTo>
                  <a:pt x="71628" y="118871"/>
                </a:lnTo>
                <a:lnTo>
                  <a:pt x="96012" y="118871"/>
                </a:lnTo>
                <a:lnTo>
                  <a:pt x="88820" y="148018"/>
                </a:lnTo>
                <a:lnTo>
                  <a:pt x="80772" y="182880"/>
                </a:lnTo>
                <a:lnTo>
                  <a:pt x="71580" y="223456"/>
                </a:lnTo>
                <a:lnTo>
                  <a:pt x="60960" y="269748"/>
                </a:lnTo>
                <a:lnTo>
                  <a:pt x="71223" y="271986"/>
                </a:lnTo>
                <a:lnTo>
                  <a:pt x="85915" y="276225"/>
                </a:lnTo>
                <a:lnTo>
                  <a:pt x="128016" y="289560"/>
                </a:lnTo>
                <a:lnTo>
                  <a:pt x="152917" y="289560"/>
                </a:lnTo>
                <a:lnTo>
                  <a:pt x="150876" y="295656"/>
                </a:lnTo>
                <a:lnTo>
                  <a:pt x="169425" y="304276"/>
                </a:lnTo>
                <a:lnTo>
                  <a:pt x="183832" y="312039"/>
                </a:lnTo>
                <a:lnTo>
                  <a:pt x="188658" y="315468"/>
                </a:lnTo>
                <a:lnTo>
                  <a:pt x="140208" y="315468"/>
                </a:lnTo>
                <a:lnTo>
                  <a:pt x="112776" y="345805"/>
                </a:lnTo>
                <a:lnTo>
                  <a:pt x="80772" y="370713"/>
                </a:lnTo>
                <a:lnTo>
                  <a:pt x="44196" y="390477"/>
                </a:lnTo>
                <a:lnTo>
                  <a:pt x="3048" y="405384"/>
                </a:lnTo>
                <a:close/>
              </a:path>
              <a:path w="387350" h="405764">
                <a:moveTo>
                  <a:pt x="152917" y="289560"/>
                </a:moveTo>
                <a:lnTo>
                  <a:pt x="128016" y="289560"/>
                </a:lnTo>
                <a:lnTo>
                  <a:pt x="138017" y="259032"/>
                </a:lnTo>
                <a:lnTo>
                  <a:pt x="147447" y="220218"/>
                </a:lnTo>
                <a:lnTo>
                  <a:pt x="156305" y="173402"/>
                </a:lnTo>
                <a:lnTo>
                  <a:pt x="164592" y="118871"/>
                </a:lnTo>
                <a:lnTo>
                  <a:pt x="192405" y="118871"/>
                </a:lnTo>
                <a:lnTo>
                  <a:pt x="188976" y="121920"/>
                </a:lnTo>
                <a:lnTo>
                  <a:pt x="180451" y="178212"/>
                </a:lnTo>
                <a:lnTo>
                  <a:pt x="171069" y="225933"/>
                </a:lnTo>
                <a:lnTo>
                  <a:pt x="161115" y="265080"/>
                </a:lnTo>
                <a:lnTo>
                  <a:pt x="152917" y="289560"/>
                </a:lnTo>
                <a:close/>
              </a:path>
              <a:path w="387350" h="405764">
                <a:moveTo>
                  <a:pt x="199644" y="361188"/>
                </a:moveTo>
                <a:lnTo>
                  <a:pt x="195072" y="361188"/>
                </a:lnTo>
                <a:lnTo>
                  <a:pt x="190500" y="359664"/>
                </a:lnTo>
                <a:lnTo>
                  <a:pt x="185928" y="353568"/>
                </a:lnTo>
                <a:lnTo>
                  <a:pt x="177927" y="344400"/>
                </a:lnTo>
                <a:lnTo>
                  <a:pt x="167640" y="335089"/>
                </a:lnTo>
                <a:lnTo>
                  <a:pt x="155067" y="325493"/>
                </a:lnTo>
                <a:lnTo>
                  <a:pt x="140208" y="315468"/>
                </a:lnTo>
                <a:lnTo>
                  <a:pt x="188658" y="315468"/>
                </a:lnTo>
                <a:lnTo>
                  <a:pt x="204750" y="344400"/>
                </a:lnTo>
                <a:lnTo>
                  <a:pt x="204685" y="345805"/>
                </a:lnTo>
                <a:lnTo>
                  <a:pt x="204216" y="350520"/>
                </a:lnTo>
                <a:lnTo>
                  <a:pt x="202692" y="358140"/>
                </a:lnTo>
                <a:lnTo>
                  <a:pt x="199644" y="36118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</a:endParaRPr>
          </a:p>
        </p:txBody>
      </p:sp>
      <p:sp>
        <p:nvSpPr>
          <p:cNvPr id="102" name="object 102"/>
          <p:cNvSpPr/>
          <p:nvPr/>
        </p:nvSpPr>
        <p:spPr>
          <a:xfrm>
            <a:off x="3087611" y="5996940"/>
            <a:ext cx="744220" cy="405765"/>
          </a:xfrm>
          <a:custGeom>
            <a:avLst/>
            <a:gdLst/>
            <a:ahLst/>
            <a:cxnLst/>
            <a:rect l="l" t="t" r="r" b="b"/>
            <a:pathLst>
              <a:path w="744220" h="405764">
                <a:moveTo>
                  <a:pt x="135636" y="24384"/>
                </a:moveTo>
                <a:lnTo>
                  <a:pt x="99060" y="0"/>
                </a:lnTo>
                <a:lnTo>
                  <a:pt x="94513" y="16840"/>
                </a:lnTo>
                <a:lnTo>
                  <a:pt x="87820" y="37528"/>
                </a:lnTo>
                <a:lnTo>
                  <a:pt x="68580" y="89916"/>
                </a:lnTo>
                <a:lnTo>
                  <a:pt x="40005" y="150495"/>
                </a:lnTo>
                <a:lnTo>
                  <a:pt x="0" y="213360"/>
                </a:lnTo>
                <a:lnTo>
                  <a:pt x="3048" y="219456"/>
                </a:lnTo>
                <a:lnTo>
                  <a:pt x="22225" y="200317"/>
                </a:lnTo>
                <a:lnTo>
                  <a:pt x="38671" y="181737"/>
                </a:lnTo>
                <a:lnTo>
                  <a:pt x="52565" y="163741"/>
                </a:lnTo>
                <a:lnTo>
                  <a:pt x="64008" y="146304"/>
                </a:lnTo>
                <a:lnTo>
                  <a:pt x="63906" y="320040"/>
                </a:lnTo>
                <a:lnTo>
                  <a:pt x="63817" y="333184"/>
                </a:lnTo>
                <a:lnTo>
                  <a:pt x="63373" y="366217"/>
                </a:lnTo>
                <a:lnTo>
                  <a:pt x="62484" y="405384"/>
                </a:lnTo>
                <a:lnTo>
                  <a:pt x="88392" y="391668"/>
                </a:lnTo>
                <a:lnTo>
                  <a:pt x="86893" y="338950"/>
                </a:lnTo>
                <a:lnTo>
                  <a:pt x="86868" y="146304"/>
                </a:lnTo>
                <a:lnTo>
                  <a:pt x="86868" y="137160"/>
                </a:lnTo>
                <a:lnTo>
                  <a:pt x="100584" y="126492"/>
                </a:lnTo>
                <a:lnTo>
                  <a:pt x="80772" y="114300"/>
                </a:lnTo>
                <a:lnTo>
                  <a:pt x="89306" y="96570"/>
                </a:lnTo>
                <a:lnTo>
                  <a:pt x="98679" y="77533"/>
                </a:lnTo>
                <a:lnTo>
                  <a:pt x="108635" y="57086"/>
                </a:lnTo>
                <a:lnTo>
                  <a:pt x="118872" y="35052"/>
                </a:lnTo>
                <a:lnTo>
                  <a:pt x="135636" y="24384"/>
                </a:lnTo>
                <a:close/>
              </a:path>
              <a:path w="744220" h="405764">
                <a:moveTo>
                  <a:pt x="278892" y="143256"/>
                </a:moveTo>
                <a:lnTo>
                  <a:pt x="271056" y="137160"/>
                </a:lnTo>
                <a:lnTo>
                  <a:pt x="251460" y="121920"/>
                </a:lnTo>
                <a:lnTo>
                  <a:pt x="240792" y="135255"/>
                </a:lnTo>
                <a:lnTo>
                  <a:pt x="240792" y="147828"/>
                </a:lnTo>
                <a:lnTo>
                  <a:pt x="240792" y="248412"/>
                </a:lnTo>
                <a:lnTo>
                  <a:pt x="166116" y="248412"/>
                </a:lnTo>
                <a:lnTo>
                  <a:pt x="166116" y="147828"/>
                </a:lnTo>
                <a:lnTo>
                  <a:pt x="240792" y="147828"/>
                </a:lnTo>
                <a:lnTo>
                  <a:pt x="240792" y="135255"/>
                </a:lnTo>
                <a:lnTo>
                  <a:pt x="239268" y="137160"/>
                </a:lnTo>
                <a:lnTo>
                  <a:pt x="166116" y="137160"/>
                </a:lnTo>
                <a:lnTo>
                  <a:pt x="141732" y="123444"/>
                </a:lnTo>
                <a:lnTo>
                  <a:pt x="142544" y="143256"/>
                </a:lnTo>
                <a:lnTo>
                  <a:pt x="142646" y="146304"/>
                </a:lnTo>
                <a:lnTo>
                  <a:pt x="143065" y="167068"/>
                </a:lnTo>
                <a:lnTo>
                  <a:pt x="143179" y="181737"/>
                </a:lnTo>
                <a:lnTo>
                  <a:pt x="143065" y="255270"/>
                </a:lnTo>
                <a:lnTo>
                  <a:pt x="142621" y="276987"/>
                </a:lnTo>
                <a:lnTo>
                  <a:pt x="141732" y="298704"/>
                </a:lnTo>
                <a:lnTo>
                  <a:pt x="166116" y="289560"/>
                </a:lnTo>
                <a:lnTo>
                  <a:pt x="166116" y="259080"/>
                </a:lnTo>
                <a:lnTo>
                  <a:pt x="240792" y="259080"/>
                </a:lnTo>
                <a:lnTo>
                  <a:pt x="240792" y="284988"/>
                </a:lnTo>
                <a:lnTo>
                  <a:pt x="266700" y="272796"/>
                </a:lnTo>
                <a:lnTo>
                  <a:pt x="266471" y="259994"/>
                </a:lnTo>
                <a:lnTo>
                  <a:pt x="266433" y="259080"/>
                </a:lnTo>
                <a:lnTo>
                  <a:pt x="266001" y="248412"/>
                </a:lnTo>
                <a:lnTo>
                  <a:pt x="265417" y="233794"/>
                </a:lnTo>
                <a:lnTo>
                  <a:pt x="265176" y="220980"/>
                </a:lnTo>
                <a:lnTo>
                  <a:pt x="265176" y="153924"/>
                </a:lnTo>
                <a:lnTo>
                  <a:pt x="273024" y="147828"/>
                </a:lnTo>
                <a:lnTo>
                  <a:pt x="278892" y="143256"/>
                </a:lnTo>
                <a:close/>
              </a:path>
              <a:path w="744220" h="405764">
                <a:moveTo>
                  <a:pt x="402336" y="64008"/>
                </a:moveTo>
                <a:lnTo>
                  <a:pt x="371856" y="33528"/>
                </a:lnTo>
                <a:lnTo>
                  <a:pt x="350520" y="53340"/>
                </a:lnTo>
                <a:lnTo>
                  <a:pt x="126492" y="53340"/>
                </a:lnTo>
                <a:lnTo>
                  <a:pt x="141732" y="70104"/>
                </a:lnTo>
                <a:lnTo>
                  <a:pt x="152044" y="67233"/>
                </a:lnTo>
                <a:lnTo>
                  <a:pt x="162496" y="65341"/>
                </a:lnTo>
                <a:lnTo>
                  <a:pt x="173240" y="64325"/>
                </a:lnTo>
                <a:lnTo>
                  <a:pt x="184404" y="64008"/>
                </a:lnTo>
                <a:lnTo>
                  <a:pt x="320040" y="64008"/>
                </a:lnTo>
                <a:lnTo>
                  <a:pt x="320040" y="359664"/>
                </a:lnTo>
                <a:lnTo>
                  <a:pt x="313944" y="365760"/>
                </a:lnTo>
                <a:lnTo>
                  <a:pt x="303276" y="365760"/>
                </a:lnTo>
                <a:lnTo>
                  <a:pt x="294728" y="366102"/>
                </a:lnTo>
                <a:lnTo>
                  <a:pt x="282892" y="364998"/>
                </a:lnTo>
                <a:lnTo>
                  <a:pt x="267919" y="362762"/>
                </a:lnTo>
                <a:lnTo>
                  <a:pt x="249936" y="359664"/>
                </a:lnTo>
                <a:lnTo>
                  <a:pt x="248412" y="367284"/>
                </a:lnTo>
                <a:lnTo>
                  <a:pt x="272707" y="376453"/>
                </a:lnTo>
                <a:lnTo>
                  <a:pt x="290703" y="385762"/>
                </a:lnTo>
                <a:lnTo>
                  <a:pt x="302425" y="395363"/>
                </a:lnTo>
                <a:lnTo>
                  <a:pt x="307848" y="405384"/>
                </a:lnTo>
                <a:lnTo>
                  <a:pt x="323837" y="396532"/>
                </a:lnTo>
                <a:lnTo>
                  <a:pt x="335089" y="385953"/>
                </a:lnTo>
                <a:lnTo>
                  <a:pt x="341503" y="373672"/>
                </a:lnTo>
                <a:lnTo>
                  <a:pt x="342265" y="366102"/>
                </a:lnTo>
                <a:lnTo>
                  <a:pt x="342900" y="359664"/>
                </a:lnTo>
                <a:lnTo>
                  <a:pt x="342900" y="64008"/>
                </a:lnTo>
                <a:lnTo>
                  <a:pt x="402336" y="64008"/>
                </a:lnTo>
                <a:close/>
              </a:path>
              <a:path w="744220" h="405764">
                <a:moveTo>
                  <a:pt x="743712" y="118884"/>
                </a:moveTo>
                <a:lnTo>
                  <a:pt x="702564" y="118884"/>
                </a:lnTo>
                <a:lnTo>
                  <a:pt x="662940" y="307860"/>
                </a:lnTo>
                <a:lnTo>
                  <a:pt x="603504" y="118884"/>
                </a:lnTo>
                <a:lnTo>
                  <a:pt x="569976" y="118884"/>
                </a:lnTo>
                <a:lnTo>
                  <a:pt x="512064" y="307860"/>
                </a:lnTo>
                <a:lnTo>
                  <a:pt x="469392" y="118884"/>
                </a:lnTo>
                <a:lnTo>
                  <a:pt x="426720" y="118884"/>
                </a:lnTo>
                <a:lnTo>
                  <a:pt x="489204" y="361200"/>
                </a:lnTo>
                <a:lnTo>
                  <a:pt x="527304" y="361200"/>
                </a:lnTo>
                <a:lnTo>
                  <a:pt x="585216" y="175272"/>
                </a:lnTo>
                <a:lnTo>
                  <a:pt x="644652" y="361200"/>
                </a:lnTo>
                <a:lnTo>
                  <a:pt x="682752" y="361200"/>
                </a:lnTo>
                <a:lnTo>
                  <a:pt x="743712" y="11888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</a:endParaRPr>
          </a:p>
        </p:txBody>
      </p:sp>
      <p:pic>
        <p:nvPicPr>
          <p:cNvPr id="103" name="object 103"/>
          <p:cNvPicPr/>
          <p:nvPr/>
        </p:nvPicPr>
        <p:blipFill>
          <a:blip r:embed="rId15" cstate="print"/>
          <a:stretch>
            <a:fillRect/>
          </a:stretch>
        </p:blipFill>
        <p:spPr>
          <a:xfrm>
            <a:off x="3881628" y="6057900"/>
            <a:ext cx="65532" cy="111252"/>
          </a:xfrm>
          <a:prstGeom prst="rect">
            <a:avLst/>
          </a:prstGeom>
        </p:spPr>
      </p:pic>
      <p:sp>
        <p:nvSpPr>
          <p:cNvPr id="104" name="object 104"/>
          <p:cNvSpPr/>
          <p:nvPr/>
        </p:nvSpPr>
        <p:spPr>
          <a:xfrm>
            <a:off x="4011168" y="5993891"/>
            <a:ext cx="841375" cy="410209"/>
          </a:xfrm>
          <a:custGeom>
            <a:avLst/>
            <a:gdLst/>
            <a:ahLst/>
            <a:cxnLst/>
            <a:rect l="l" t="t" r="r" b="b"/>
            <a:pathLst>
              <a:path w="841375" h="410210">
                <a:moveTo>
                  <a:pt x="254508" y="156972"/>
                </a:moveTo>
                <a:lnTo>
                  <a:pt x="225552" y="126492"/>
                </a:lnTo>
                <a:lnTo>
                  <a:pt x="207264" y="146304"/>
                </a:lnTo>
                <a:lnTo>
                  <a:pt x="164592" y="146304"/>
                </a:lnTo>
                <a:lnTo>
                  <a:pt x="181203" y="124256"/>
                </a:lnTo>
                <a:lnTo>
                  <a:pt x="194691" y="105918"/>
                </a:lnTo>
                <a:lnTo>
                  <a:pt x="205308" y="91020"/>
                </a:lnTo>
                <a:lnTo>
                  <a:pt x="212305" y="80772"/>
                </a:lnTo>
                <a:lnTo>
                  <a:pt x="213360" y="79248"/>
                </a:lnTo>
                <a:lnTo>
                  <a:pt x="236220" y="59436"/>
                </a:lnTo>
                <a:lnTo>
                  <a:pt x="205740" y="32004"/>
                </a:lnTo>
                <a:lnTo>
                  <a:pt x="200025" y="44297"/>
                </a:lnTo>
                <a:lnTo>
                  <a:pt x="194310" y="56007"/>
                </a:lnTo>
                <a:lnTo>
                  <a:pt x="188595" y="67157"/>
                </a:lnTo>
                <a:lnTo>
                  <a:pt x="182880" y="77724"/>
                </a:lnTo>
                <a:lnTo>
                  <a:pt x="182880" y="80772"/>
                </a:lnTo>
                <a:lnTo>
                  <a:pt x="172542" y="95948"/>
                </a:lnTo>
                <a:lnTo>
                  <a:pt x="150723" y="128574"/>
                </a:lnTo>
                <a:lnTo>
                  <a:pt x="138684" y="146304"/>
                </a:lnTo>
                <a:lnTo>
                  <a:pt x="126492" y="146304"/>
                </a:lnTo>
                <a:lnTo>
                  <a:pt x="126492" y="80772"/>
                </a:lnTo>
                <a:lnTo>
                  <a:pt x="182880" y="80772"/>
                </a:lnTo>
                <a:lnTo>
                  <a:pt x="182880" y="77724"/>
                </a:lnTo>
                <a:lnTo>
                  <a:pt x="158496" y="53340"/>
                </a:lnTo>
                <a:lnTo>
                  <a:pt x="140208" y="71628"/>
                </a:lnTo>
                <a:lnTo>
                  <a:pt x="126492" y="71628"/>
                </a:lnTo>
                <a:lnTo>
                  <a:pt x="126492" y="27432"/>
                </a:lnTo>
                <a:lnTo>
                  <a:pt x="138684" y="15240"/>
                </a:lnTo>
                <a:lnTo>
                  <a:pt x="102108" y="0"/>
                </a:lnTo>
                <a:lnTo>
                  <a:pt x="103555" y="44297"/>
                </a:lnTo>
                <a:lnTo>
                  <a:pt x="103632" y="71628"/>
                </a:lnTo>
                <a:lnTo>
                  <a:pt x="27432" y="71628"/>
                </a:lnTo>
                <a:lnTo>
                  <a:pt x="44196" y="86868"/>
                </a:lnTo>
                <a:lnTo>
                  <a:pt x="53619" y="84632"/>
                </a:lnTo>
                <a:lnTo>
                  <a:pt x="63627" y="82677"/>
                </a:lnTo>
                <a:lnTo>
                  <a:pt x="74193" y="81305"/>
                </a:lnTo>
                <a:lnTo>
                  <a:pt x="85344" y="80772"/>
                </a:lnTo>
                <a:lnTo>
                  <a:pt x="103632" y="80772"/>
                </a:lnTo>
                <a:lnTo>
                  <a:pt x="103632" y="146304"/>
                </a:lnTo>
                <a:lnTo>
                  <a:pt x="0" y="146304"/>
                </a:lnTo>
                <a:lnTo>
                  <a:pt x="15240" y="161544"/>
                </a:lnTo>
                <a:lnTo>
                  <a:pt x="24968" y="159550"/>
                </a:lnTo>
                <a:lnTo>
                  <a:pt x="33718" y="158115"/>
                </a:lnTo>
                <a:lnTo>
                  <a:pt x="41592" y="157264"/>
                </a:lnTo>
                <a:lnTo>
                  <a:pt x="48768" y="156972"/>
                </a:lnTo>
                <a:lnTo>
                  <a:pt x="132588" y="156972"/>
                </a:lnTo>
                <a:lnTo>
                  <a:pt x="121462" y="168935"/>
                </a:lnTo>
                <a:lnTo>
                  <a:pt x="108775" y="181737"/>
                </a:lnTo>
                <a:lnTo>
                  <a:pt x="94653" y="195122"/>
                </a:lnTo>
                <a:lnTo>
                  <a:pt x="79248" y="208788"/>
                </a:lnTo>
                <a:lnTo>
                  <a:pt x="59436" y="199644"/>
                </a:lnTo>
                <a:lnTo>
                  <a:pt x="60960" y="210312"/>
                </a:lnTo>
                <a:lnTo>
                  <a:pt x="60960" y="222504"/>
                </a:lnTo>
                <a:lnTo>
                  <a:pt x="47574" y="231889"/>
                </a:lnTo>
                <a:lnTo>
                  <a:pt x="32766" y="241554"/>
                </a:lnTo>
                <a:lnTo>
                  <a:pt x="16802" y="251231"/>
                </a:lnTo>
                <a:lnTo>
                  <a:pt x="0" y="260604"/>
                </a:lnTo>
                <a:lnTo>
                  <a:pt x="1524" y="268224"/>
                </a:lnTo>
                <a:lnTo>
                  <a:pt x="19824" y="260248"/>
                </a:lnTo>
                <a:lnTo>
                  <a:pt x="36004" y="252412"/>
                </a:lnTo>
                <a:lnTo>
                  <a:pt x="50165" y="244868"/>
                </a:lnTo>
                <a:lnTo>
                  <a:pt x="62484" y="237744"/>
                </a:lnTo>
                <a:lnTo>
                  <a:pt x="62357" y="320421"/>
                </a:lnTo>
                <a:lnTo>
                  <a:pt x="62293" y="338709"/>
                </a:lnTo>
                <a:lnTo>
                  <a:pt x="61836" y="376199"/>
                </a:lnTo>
                <a:lnTo>
                  <a:pt x="60960" y="405384"/>
                </a:lnTo>
                <a:lnTo>
                  <a:pt x="85344" y="393192"/>
                </a:lnTo>
                <a:lnTo>
                  <a:pt x="85344" y="356616"/>
                </a:lnTo>
                <a:lnTo>
                  <a:pt x="181356" y="356616"/>
                </a:lnTo>
                <a:lnTo>
                  <a:pt x="181356" y="391668"/>
                </a:lnTo>
                <a:lnTo>
                  <a:pt x="207264" y="376428"/>
                </a:lnTo>
                <a:lnTo>
                  <a:pt x="205752" y="356616"/>
                </a:lnTo>
                <a:lnTo>
                  <a:pt x="205498" y="353288"/>
                </a:lnTo>
                <a:lnTo>
                  <a:pt x="205295" y="345948"/>
                </a:lnTo>
                <a:lnTo>
                  <a:pt x="204597" y="320421"/>
                </a:lnTo>
                <a:lnTo>
                  <a:pt x="204304" y="283464"/>
                </a:lnTo>
                <a:lnTo>
                  <a:pt x="204254" y="272796"/>
                </a:lnTo>
                <a:lnTo>
                  <a:pt x="204216" y="225552"/>
                </a:lnTo>
                <a:lnTo>
                  <a:pt x="219456" y="216408"/>
                </a:lnTo>
                <a:lnTo>
                  <a:pt x="212674" y="208788"/>
                </a:lnTo>
                <a:lnTo>
                  <a:pt x="211328" y="207264"/>
                </a:lnTo>
                <a:lnTo>
                  <a:pt x="195072" y="188976"/>
                </a:lnTo>
                <a:lnTo>
                  <a:pt x="181356" y="207264"/>
                </a:lnTo>
                <a:lnTo>
                  <a:pt x="181356" y="216408"/>
                </a:lnTo>
                <a:lnTo>
                  <a:pt x="181356" y="272796"/>
                </a:lnTo>
                <a:lnTo>
                  <a:pt x="181356" y="283464"/>
                </a:lnTo>
                <a:lnTo>
                  <a:pt x="181356" y="345948"/>
                </a:lnTo>
                <a:lnTo>
                  <a:pt x="85344" y="345948"/>
                </a:lnTo>
                <a:lnTo>
                  <a:pt x="85344" y="283464"/>
                </a:lnTo>
                <a:lnTo>
                  <a:pt x="181356" y="283464"/>
                </a:lnTo>
                <a:lnTo>
                  <a:pt x="181356" y="272796"/>
                </a:lnTo>
                <a:lnTo>
                  <a:pt x="85344" y="272796"/>
                </a:lnTo>
                <a:lnTo>
                  <a:pt x="85344" y="237744"/>
                </a:lnTo>
                <a:lnTo>
                  <a:pt x="85344" y="225552"/>
                </a:lnTo>
                <a:lnTo>
                  <a:pt x="99060" y="216408"/>
                </a:lnTo>
                <a:lnTo>
                  <a:pt x="181356" y="216408"/>
                </a:lnTo>
                <a:lnTo>
                  <a:pt x="181356" y="207264"/>
                </a:lnTo>
                <a:lnTo>
                  <a:pt x="109728" y="207264"/>
                </a:lnTo>
                <a:lnTo>
                  <a:pt x="160020" y="156972"/>
                </a:lnTo>
                <a:lnTo>
                  <a:pt x="254508" y="156972"/>
                </a:lnTo>
                <a:close/>
              </a:path>
              <a:path w="841375" h="410210">
                <a:moveTo>
                  <a:pt x="402336" y="50292"/>
                </a:moveTo>
                <a:lnTo>
                  <a:pt x="393192" y="41148"/>
                </a:lnTo>
                <a:lnTo>
                  <a:pt x="376428" y="24384"/>
                </a:lnTo>
                <a:lnTo>
                  <a:pt x="358140" y="41148"/>
                </a:lnTo>
                <a:lnTo>
                  <a:pt x="281940" y="41148"/>
                </a:lnTo>
                <a:lnTo>
                  <a:pt x="257556" y="25908"/>
                </a:lnTo>
                <a:lnTo>
                  <a:pt x="258432" y="68516"/>
                </a:lnTo>
                <a:lnTo>
                  <a:pt x="258889" y="114109"/>
                </a:lnTo>
                <a:lnTo>
                  <a:pt x="259054" y="162864"/>
                </a:lnTo>
                <a:lnTo>
                  <a:pt x="258927" y="306019"/>
                </a:lnTo>
                <a:lnTo>
                  <a:pt x="258826" y="324065"/>
                </a:lnTo>
                <a:lnTo>
                  <a:pt x="258432" y="365340"/>
                </a:lnTo>
                <a:lnTo>
                  <a:pt x="257556" y="409956"/>
                </a:lnTo>
                <a:lnTo>
                  <a:pt x="281940" y="399288"/>
                </a:lnTo>
                <a:lnTo>
                  <a:pt x="281940" y="51816"/>
                </a:lnTo>
                <a:lnTo>
                  <a:pt x="358140" y="51816"/>
                </a:lnTo>
                <a:lnTo>
                  <a:pt x="320040" y="170688"/>
                </a:lnTo>
                <a:lnTo>
                  <a:pt x="334581" y="191554"/>
                </a:lnTo>
                <a:lnTo>
                  <a:pt x="354533" y="228130"/>
                </a:lnTo>
                <a:lnTo>
                  <a:pt x="365188" y="265747"/>
                </a:lnTo>
                <a:lnTo>
                  <a:pt x="367284" y="277368"/>
                </a:lnTo>
                <a:lnTo>
                  <a:pt x="367284" y="284988"/>
                </a:lnTo>
                <a:lnTo>
                  <a:pt x="333756" y="306324"/>
                </a:lnTo>
                <a:lnTo>
                  <a:pt x="328041" y="306019"/>
                </a:lnTo>
                <a:lnTo>
                  <a:pt x="320040" y="304990"/>
                </a:lnTo>
                <a:lnTo>
                  <a:pt x="309753" y="303110"/>
                </a:lnTo>
                <a:lnTo>
                  <a:pt x="297180" y="300228"/>
                </a:lnTo>
                <a:lnTo>
                  <a:pt x="297180" y="309372"/>
                </a:lnTo>
                <a:lnTo>
                  <a:pt x="314629" y="315709"/>
                </a:lnTo>
                <a:lnTo>
                  <a:pt x="328231" y="323469"/>
                </a:lnTo>
                <a:lnTo>
                  <a:pt x="338112" y="332955"/>
                </a:lnTo>
                <a:lnTo>
                  <a:pt x="344424" y="344424"/>
                </a:lnTo>
                <a:lnTo>
                  <a:pt x="356133" y="338404"/>
                </a:lnTo>
                <a:lnTo>
                  <a:pt x="386232" y="306324"/>
                </a:lnTo>
                <a:lnTo>
                  <a:pt x="391922" y="279679"/>
                </a:lnTo>
                <a:lnTo>
                  <a:pt x="391668" y="263652"/>
                </a:lnTo>
                <a:lnTo>
                  <a:pt x="386207" y="244792"/>
                </a:lnTo>
                <a:lnTo>
                  <a:pt x="374332" y="222504"/>
                </a:lnTo>
                <a:lnTo>
                  <a:pt x="355866" y="196786"/>
                </a:lnTo>
                <a:lnTo>
                  <a:pt x="330708" y="167640"/>
                </a:lnTo>
                <a:lnTo>
                  <a:pt x="384048" y="59436"/>
                </a:lnTo>
                <a:lnTo>
                  <a:pt x="399288" y="51816"/>
                </a:lnTo>
                <a:lnTo>
                  <a:pt x="402336" y="50292"/>
                </a:lnTo>
                <a:close/>
              </a:path>
              <a:path w="841375" h="410210">
                <a:moveTo>
                  <a:pt x="830580" y="262128"/>
                </a:moveTo>
                <a:lnTo>
                  <a:pt x="807910" y="222148"/>
                </a:lnTo>
                <a:lnTo>
                  <a:pt x="746188" y="177050"/>
                </a:lnTo>
                <a:lnTo>
                  <a:pt x="696468" y="144780"/>
                </a:lnTo>
                <a:lnTo>
                  <a:pt x="691896" y="149352"/>
                </a:lnTo>
                <a:lnTo>
                  <a:pt x="729945" y="184531"/>
                </a:lnTo>
                <a:lnTo>
                  <a:pt x="759714" y="214693"/>
                </a:lnTo>
                <a:lnTo>
                  <a:pt x="781469" y="240017"/>
                </a:lnTo>
                <a:lnTo>
                  <a:pt x="795528" y="260604"/>
                </a:lnTo>
                <a:lnTo>
                  <a:pt x="802716" y="272605"/>
                </a:lnTo>
                <a:lnTo>
                  <a:pt x="808482" y="281178"/>
                </a:lnTo>
                <a:lnTo>
                  <a:pt x="813092" y="286321"/>
                </a:lnTo>
                <a:lnTo>
                  <a:pt x="816864" y="288036"/>
                </a:lnTo>
                <a:lnTo>
                  <a:pt x="819912" y="288036"/>
                </a:lnTo>
                <a:lnTo>
                  <a:pt x="822960" y="284988"/>
                </a:lnTo>
                <a:lnTo>
                  <a:pt x="829056" y="272796"/>
                </a:lnTo>
                <a:lnTo>
                  <a:pt x="830580" y="266700"/>
                </a:lnTo>
                <a:lnTo>
                  <a:pt x="830580" y="262128"/>
                </a:lnTo>
                <a:close/>
              </a:path>
              <a:path w="841375" h="410210">
                <a:moveTo>
                  <a:pt x="841248" y="44196"/>
                </a:moveTo>
                <a:lnTo>
                  <a:pt x="804672" y="7620"/>
                </a:lnTo>
                <a:lnTo>
                  <a:pt x="778764" y="35052"/>
                </a:lnTo>
                <a:lnTo>
                  <a:pt x="448056" y="35052"/>
                </a:lnTo>
                <a:lnTo>
                  <a:pt x="463296" y="50292"/>
                </a:lnTo>
                <a:lnTo>
                  <a:pt x="473595" y="48056"/>
                </a:lnTo>
                <a:lnTo>
                  <a:pt x="484060" y="46101"/>
                </a:lnTo>
                <a:lnTo>
                  <a:pt x="494792" y="44729"/>
                </a:lnTo>
                <a:lnTo>
                  <a:pt x="505968" y="44196"/>
                </a:lnTo>
                <a:lnTo>
                  <a:pt x="641604" y="44196"/>
                </a:lnTo>
                <a:lnTo>
                  <a:pt x="623519" y="85966"/>
                </a:lnTo>
                <a:lnTo>
                  <a:pt x="603313" y="124587"/>
                </a:lnTo>
                <a:lnTo>
                  <a:pt x="580517" y="160362"/>
                </a:lnTo>
                <a:lnTo>
                  <a:pt x="554736" y="193548"/>
                </a:lnTo>
                <a:lnTo>
                  <a:pt x="528154" y="224129"/>
                </a:lnTo>
                <a:lnTo>
                  <a:pt x="501015" y="251841"/>
                </a:lnTo>
                <a:lnTo>
                  <a:pt x="445008" y="298704"/>
                </a:lnTo>
                <a:lnTo>
                  <a:pt x="448056" y="306324"/>
                </a:lnTo>
                <a:lnTo>
                  <a:pt x="491197" y="278333"/>
                </a:lnTo>
                <a:lnTo>
                  <a:pt x="530974" y="247345"/>
                </a:lnTo>
                <a:lnTo>
                  <a:pt x="567321" y="213283"/>
                </a:lnTo>
                <a:lnTo>
                  <a:pt x="600151" y="176072"/>
                </a:lnTo>
                <a:lnTo>
                  <a:pt x="629412" y="135636"/>
                </a:lnTo>
                <a:lnTo>
                  <a:pt x="629310" y="298704"/>
                </a:lnTo>
                <a:lnTo>
                  <a:pt x="629170" y="314071"/>
                </a:lnTo>
                <a:lnTo>
                  <a:pt x="628764" y="335521"/>
                </a:lnTo>
                <a:lnTo>
                  <a:pt x="628116" y="371843"/>
                </a:lnTo>
                <a:lnTo>
                  <a:pt x="627888" y="403860"/>
                </a:lnTo>
                <a:lnTo>
                  <a:pt x="656844" y="391668"/>
                </a:lnTo>
                <a:lnTo>
                  <a:pt x="655955" y="375627"/>
                </a:lnTo>
                <a:lnTo>
                  <a:pt x="655510" y="356997"/>
                </a:lnTo>
                <a:lnTo>
                  <a:pt x="655383" y="341947"/>
                </a:lnTo>
                <a:lnTo>
                  <a:pt x="655320" y="144780"/>
                </a:lnTo>
                <a:lnTo>
                  <a:pt x="666750" y="135636"/>
                </a:lnTo>
                <a:lnTo>
                  <a:pt x="670560" y="132588"/>
                </a:lnTo>
                <a:lnTo>
                  <a:pt x="641604" y="114300"/>
                </a:lnTo>
                <a:lnTo>
                  <a:pt x="650722" y="95211"/>
                </a:lnTo>
                <a:lnTo>
                  <a:pt x="659701" y="76962"/>
                </a:lnTo>
                <a:lnTo>
                  <a:pt x="668388" y="59867"/>
                </a:lnTo>
                <a:lnTo>
                  <a:pt x="676656" y="44196"/>
                </a:lnTo>
                <a:lnTo>
                  <a:pt x="841248" y="4419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</a:endParaRPr>
          </a:p>
        </p:txBody>
      </p:sp>
      <p:sp>
        <p:nvSpPr>
          <p:cNvPr id="105" name="object 105"/>
          <p:cNvSpPr/>
          <p:nvPr/>
        </p:nvSpPr>
        <p:spPr>
          <a:xfrm>
            <a:off x="4898135" y="6013703"/>
            <a:ext cx="403860" cy="381000"/>
          </a:xfrm>
          <a:custGeom>
            <a:avLst/>
            <a:gdLst/>
            <a:ahLst/>
            <a:cxnLst/>
            <a:rect l="l" t="t" r="r" b="b"/>
            <a:pathLst>
              <a:path w="403860" h="381000">
                <a:moveTo>
                  <a:pt x="15240" y="42672"/>
                </a:moveTo>
                <a:lnTo>
                  <a:pt x="0" y="27432"/>
                </a:lnTo>
                <a:lnTo>
                  <a:pt x="341376" y="27432"/>
                </a:lnTo>
                <a:lnTo>
                  <a:pt x="368808" y="0"/>
                </a:lnTo>
                <a:lnTo>
                  <a:pt x="403860" y="36576"/>
                </a:lnTo>
                <a:lnTo>
                  <a:pt x="56388" y="36576"/>
                </a:lnTo>
                <a:lnTo>
                  <a:pt x="45243" y="37099"/>
                </a:lnTo>
                <a:lnTo>
                  <a:pt x="34671" y="38481"/>
                </a:lnTo>
                <a:lnTo>
                  <a:pt x="24669" y="40433"/>
                </a:lnTo>
                <a:lnTo>
                  <a:pt x="15240" y="42672"/>
                </a:lnTo>
                <a:close/>
              </a:path>
              <a:path w="403860" h="381000">
                <a:moveTo>
                  <a:pt x="319561" y="338328"/>
                </a:moveTo>
                <a:lnTo>
                  <a:pt x="274319" y="338328"/>
                </a:lnTo>
                <a:lnTo>
                  <a:pt x="285178" y="337518"/>
                </a:lnTo>
                <a:lnTo>
                  <a:pt x="292608" y="332994"/>
                </a:lnTo>
                <a:lnTo>
                  <a:pt x="296608" y="325040"/>
                </a:lnTo>
                <a:lnTo>
                  <a:pt x="297180" y="313944"/>
                </a:lnTo>
                <a:lnTo>
                  <a:pt x="297180" y="36576"/>
                </a:lnTo>
                <a:lnTo>
                  <a:pt x="321563" y="36576"/>
                </a:lnTo>
                <a:lnTo>
                  <a:pt x="321563" y="320040"/>
                </a:lnTo>
                <a:lnTo>
                  <a:pt x="319561" y="338328"/>
                </a:lnTo>
                <a:close/>
              </a:path>
              <a:path w="403860" h="381000">
                <a:moveTo>
                  <a:pt x="217830" y="108204"/>
                </a:moveTo>
                <a:lnTo>
                  <a:pt x="185928" y="108204"/>
                </a:lnTo>
                <a:lnTo>
                  <a:pt x="196595" y="91440"/>
                </a:lnTo>
                <a:lnTo>
                  <a:pt x="217830" y="108204"/>
                </a:lnTo>
                <a:close/>
              </a:path>
              <a:path w="403860" h="381000">
                <a:moveTo>
                  <a:pt x="62484" y="298704"/>
                </a:moveTo>
                <a:lnTo>
                  <a:pt x="62722" y="268938"/>
                </a:lnTo>
                <a:lnTo>
                  <a:pt x="63769" y="215122"/>
                </a:lnTo>
                <a:lnTo>
                  <a:pt x="64008" y="190500"/>
                </a:lnTo>
                <a:lnTo>
                  <a:pt x="63769" y="167354"/>
                </a:lnTo>
                <a:lnTo>
                  <a:pt x="62722" y="119348"/>
                </a:lnTo>
                <a:lnTo>
                  <a:pt x="62484" y="94488"/>
                </a:lnTo>
                <a:lnTo>
                  <a:pt x="89916" y="108204"/>
                </a:lnTo>
                <a:lnTo>
                  <a:pt x="217830" y="108204"/>
                </a:lnTo>
                <a:lnTo>
                  <a:pt x="225552" y="114300"/>
                </a:lnTo>
                <a:lnTo>
                  <a:pt x="220408" y="118872"/>
                </a:lnTo>
                <a:lnTo>
                  <a:pt x="88392" y="118872"/>
                </a:lnTo>
                <a:lnTo>
                  <a:pt x="88392" y="239268"/>
                </a:lnTo>
                <a:lnTo>
                  <a:pt x="212182" y="239268"/>
                </a:lnTo>
                <a:lnTo>
                  <a:pt x="212454" y="249936"/>
                </a:lnTo>
                <a:lnTo>
                  <a:pt x="88392" y="249936"/>
                </a:lnTo>
                <a:lnTo>
                  <a:pt x="88392" y="289560"/>
                </a:lnTo>
                <a:lnTo>
                  <a:pt x="62484" y="298704"/>
                </a:lnTo>
                <a:close/>
              </a:path>
              <a:path w="403860" h="381000">
                <a:moveTo>
                  <a:pt x="212182" y="239268"/>
                </a:moveTo>
                <a:lnTo>
                  <a:pt x="187452" y="239268"/>
                </a:lnTo>
                <a:lnTo>
                  <a:pt x="187452" y="118872"/>
                </a:lnTo>
                <a:lnTo>
                  <a:pt x="220408" y="118872"/>
                </a:lnTo>
                <a:lnTo>
                  <a:pt x="211836" y="126492"/>
                </a:lnTo>
                <a:lnTo>
                  <a:pt x="211859" y="216598"/>
                </a:lnTo>
                <a:lnTo>
                  <a:pt x="212026" y="233172"/>
                </a:lnTo>
                <a:lnTo>
                  <a:pt x="212182" y="239268"/>
                </a:lnTo>
                <a:close/>
              </a:path>
              <a:path w="403860" h="381000">
                <a:moveTo>
                  <a:pt x="187452" y="280415"/>
                </a:moveTo>
                <a:lnTo>
                  <a:pt x="187452" y="249936"/>
                </a:lnTo>
                <a:lnTo>
                  <a:pt x="212454" y="249936"/>
                </a:lnTo>
                <a:lnTo>
                  <a:pt x="212478" y="250888"/>
                </a:lnTo>
                <a:lnTo>
                  <a:pt x="213360" y="269748"/>
                </a:lnTo>
                <a:lnTo>
                  <a:pt x="187452" y="280415"/>
                </a:lnTo>
                <a:close/>
              </a:path>
              <a:path w="403860" h="381000">
                <a:moveTo>
                  <a:pt x="283464" y="381000"/>
                </a:moveTo>
                <a:lnTo>
                  <a:pt x="278034" y="369879"/>
                </a:lnTo>
                <a:lnTo>
                  <a:pt x="266319" y="359473"/>
                </a:lnTo>
                <a:lnTo>
                  <a:pt x="248316" y="349924"/>
                </a:lnTo>
                <a:lnTo>
                  <a:pt x="224028" y="341376"/>
                </a:lnTo>
                <a:lnTo>
                  <a:pt x="224028" y="332232"/>
                </a:lnTo>
                <a:lnTo>
                  <a:pt x="236601" y="334256"/>
                </a:lnTo>
                <a:lnTo>
                  <a:pt x="249174" y="335851"/>
                </a:lnTo>
                <a:lnTo>
                  <a:pt x="261747" y="337161"/>
                </a:lnTo>
                <a:lnTo>
                  <a:pt x="274319" y="338328"/>
                </a:lnTo>
                <a:lnTo>
                  <a:pt x="319561" y="338328"/>
                </a:lnTo>
                <a:lnTo>
                  <a:pt x="319254" y="341137"/>
                </a:lnTo>
                <a:lnTo>
                  <a:pt x="312229" y="358521"/>
                </a:lnTo>
                <a:lnTo>
                  <a:pt x="300347" y="371903"/>
                </a:lnTo>
                <a:lnTo>
                  <a:pt x="283464" y="38100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</a:endParaRPr>
          </a:p>
        </p:txBody>
      </p:sp>
      <p:sp>
        <p:nvSpPr>
          <p:cNvPr id="106" name="object 106"/>
          <p:cNvSpPr/>
          <p:nvPr/>
        </p:nvSpPr>
        <p:spPr>
          <a:xfrm>
            <a:off x="5356859" y="5993892"/>
            <a:ext cx="387350" cy="407034"/>
          </a:xfrm>
          <a:custGeom>
            <a:avLst/>
            <a:gdLst/>
            <a:ahLst/>
            <a:cxnLst/>
            <a:rect l="l" t="t" r="r" b="b"/>
            <a:pathLst>
              <a:path w="387350" h="407035">
                <a:moveTo>
                  <a:pt x="16764" y="137160"/>
                </a:moveTo>
                <a:lnTo>
                  <a:pt x="0" y="103632"/>
                </a:lnTo>
                <a:lnTo>
                  <a:pt x="8858" y="101346"/>
                </a:lnTo>
                <a:lnTo>
                  <a:pt x="19431" y="94488"/>
                </a:lnTo>
                <a:lnTo>
                  <a:pt x="59674" y="49077"/>
                </a:lnTo>
                <a:lnTo>
                  <a:pt x="81295" y="15406"/>
                </a:lnTo>
                <a:lnTo>
                  <a:pt x="88392" y="0"/>
                </a:lnTo>
                <a:lnTo>
                  <a:pt x="118872" y="25908"/>
                </a:lnTo>
                <a:lnTo>
                  <a:pt x="86296" y="47553"/>
                </a:lnTo>
                <a:lnTo>
                  <a:pt x="59364" y="75199"/>
                </a:lnTo>
                <a:lnTo>
                  <a:pt x="47434" y="88011"/>
                </a:lnTo>
                <a:lnTo>
                  <a:pt x="36933" y="99107"/>
                </a:lnTo>
                <a:lnTo>
                  <a:pt x="27432" y="108204"/>
                </a:lnTo>
                <a:lnTo>
                  <a:pt x="192767" y="108204"/>
                </a:lnTo>
                <a:lnTo>
                  <a:pt x="193157" y="111252"/>
                </a:lnTo>
                <a:lnTo>
                  <a:pt x="163068" y="111252"/>
                </a:lnTo>
                <a:lnTo>
                  <a:pt x="147018" y="112680"/>
                </a:lnTo>
                <a:lnTo>
                  <a:pt x="128397" y="114681"/>
                </a:lnTo>
                <a:lnTo>
                  <a:pt x="59412" y="123229"/>
                </a:lnTo>
                <a:lnTo>
                  <a:pt x="40957" y="127063"/>
                </a:lnTo>
                <a:lnTo>
                  <a:pt x="26789" y="131754"/>
                </a:lnTo>
                <a:lnTo>
                  <a:pt x="16764" y="137160"/>
                </a:lnTo>
                <a:close/>
              </a:path>
              <a:path w="387350" h="407035">
                <a:moveTo>
                  <a:pt x="192767" y="108204"/>
                </a:moveTo>
                <a:lnTo>
                  <a:pt x="27432" y="108204"/>
                </a:lnTo>
                <a:lnTo>
                  <a:pt x="160020" y="103632"/>
                </a:lnTo>
                <a:lnTo>
                  <a:pt x="152042" y="89654"/>
                </a:lnTo>
                <a:lnTo>
                  <a:pt x="144208" y="77533"/>
                </a:lnTo>
                <a:lnTo>
                  <a:pt x="136659" y="67413"/>
                </a:lnTo>
                <a:lnTo>
                  <a:pt x="129540" y="59436"/>
                </a:lnTo>
                <a:lnTo>
                  <a:pt x="134112" y="53340"/>
                </a:lnTo>
                <a:lnTo>
                  <a:pt x="169473" y="78200"/>
                </a:lnTo>
                <a:lnTo>
                  <a:pt x="192666" y="107418"/>
                </a:lnTo>
                <a:lnTo>
                  <a:pt x="192767" y="108204"/>
                </a:lnTo>
                <a:close/>
              </a:path>
              <a:path w="387350" h="407035">
                <a:moveTo>
                  <a:pt x="176784" y="138684"/>
                </a:moveTo>
                <a:lnTo>
                  <a:pt x="172212" y="138684"/>
                </a:lnTo>
                <a:lnTo>
                  <a:pt x="172212" y="134112"/>
                </a:lnTo>
                <a:lnTo>
                  <a:pt x="169164" y="128016"/>
                </a:lnTo>
                <a:lnTo>
                  <a:pt x="166116" y="120396"/>
                </a:lnTo>
                <a:lnTo>
                  <a:pt x="163068" y="111252"/>
                </a:lnTo>
                <a:lnTo>
                  <a:pt x="193157" y="111252"/>
                </a:lnTo>
                <a:lnTo>
                  <a:pt x="193548" y="114300"/>
                </a:lnTo>
                <a:lnTo>
                  <a:pt x="193548" y="121920"/>
                </a:lnTo>
                <a:lnTo>
                  <a:pt x="190500" y="128016"/>
                </a:lnTo>
                <a:lnTo>
                  <a:pt x="181356" y="137160"/>
                </a:lnTo>
                <a:lnTo>
                  <a:pt x="176784" y="138684"/>
                </a:lnTo>
                <a:close/>
              </a:path>
              <a:path w="387350" h="407035">
                <a:moveTo>
                  <a:pt x="171232" y="163068"/>
                </a:moveTo>
                <a:lnTo>
                  <a:pt x="137160" y="163068"/>
                </a:lnTo>
                <a:lnTo>
                  <a:pt x="150876" y="146304"/>
                </a:lnTo>
                <a:lnTo>
                  <a:pt x="171232" y="163068"/>
                </a:lnTo>
                <a:close/>
              </a:path>
              <a:path w="387350" h="407035">
                <a:moveTo>
                  <a:pt x="21336" y="406908"/>
                </a:moveTo>
                <a:lnTo>
                  <a:pt x="22455" y="384881"/>
                </a:lnTo>
                <a:lnTo>
                  <a:pt x="23431" y="355282"/>
                </a:lnTo>
                <a:lnTo>
                  <a:pt x="24122" y="317968"/>
                </a:lnTo>
                <a:lnTo>
                  <a:pt x="24384" y="272795"/>
                </a:lnTo>
                <a:lnTo>
                  <a:pt x="24122" y="228219"/>
                </a:lnTo>
                <a:lnTo>
                  <a:pt x="23431" y="192786"/>
                </a:lnTo>
                <a:lnTo>
                  <a:pt x="22455" y="166497"/>
                </a:lnTo>
                <a:lnTo>
                  <a:pt x="21336" y="149352"/>
                </a:lnTo>
                <a:lnTo>
                  <a:pt x="48768" y="163068"/>
                </a:lnTo>
                <a:lnTo>
                  <a:pt x="171232" y="163068"/>
                </a:lnTo>
                <a:lnTo>
                  <a:pt x="176784" y="167640"/>
                </a:lnTo>
                <a:lnTo>
                  <a:pt x="169925" y="173736"/>
                </a:lnTo>
                <a:lnTo>
                  <a:pt x="48768" y="173736"/>
                </a:lnTo>
                <a:lnTo>
                  <a:pt x="48768" y="216407"/>
                </a:lnTo>
                <a:lnTo>
                  <a:pt x="163068" y="216407"/>
                </a:lnTo>
                <a:lnTo>
                  <a:pt x="163068" y="227076"/>
                </a:lnTo>
                <a:lnTo>
                  <a:pt x="48768" y="227076"/>
                </a:lnTo>
                <a:lnTo>
                  <a:pt x="48768" y="277368"/>
                </a:lnTo>
                <a:lnTo>
                  <a:pt x="163068" y="277368"/>
                </a:lnTo>
                <a:lnTo>
                  <a:pt x="163068" y="288036"/>
                </a:lnTo>
                <a:lnTo>
                  <a:pt x="48768" y="288036"/>
                </a:lnTo>
                <a:lnTo>
                  <a:pt x="48768" y="393192"/>
                </a:lnTo>
                <a:lnTo>
                  <a:pt x="21336" y="406908"/>
                </a:lnTo>
                <a:close/>
              </a:path>
              <a:path w="387350" h="407035">
                <a:moveTo>
                  <a:pt x="163068" y="216407"/>
                </a:moveTo>
                <a:lnTo>
                  <a:pt x="140208" y="216407"/>
                </a:lnTo>
                <a:lnTo>
                  <a:pt x="140208" y="173736"/>
                </a:lnTo>
                <a:lnTo>
                  <a:pt x="169925" y="173736"/>
                </a:lnTo>
                <a:lnTo>
                  <a:pt x="163068" y="179831"/>
                </a:lnTo>
                <a:lnTo>
                  <a:pt x="163068" y="216407"/>
                </a:lnTo>
                <a:close/>
              </a:path>
              <a:path w="387350" h="407035">
                <a:moveTo>
                  <a:pt x="163068" y="277368"/>
                </a:moveTo>
                <a:lnTo>
                  <a:pt x="140208" y="277368"/>
                </a:lnTo>
                <a:lnTo>
                  <a:pt x="140208" y="227076"/>
                </a:lnTo>
                <a:lnTo>
                  <a:pt x="163068" y="227076"/>
                </a:lnTo>
                <a:lnTo>
                  <a:pt x="163068" y="277368"/>
                </a:lnTo>
                <a:close/>
              </a:path>
              <a:path w="387350" h="407035">
                <a:moveTo>
                  <a:pt x="162228" y="368808"/>
                </a:moveTo>
                <a:lnTo>
                  <a:pt x="135636" y="368808"/>
                </a:lnTo>
                <a:lnTo>
                  <a:pt x="140208" y="362712"/>
                </a:lnTo>
                <a:lnTo>
                  <a:pt x="140208" y="288036"/>
                </a:lnTo>
                <a:lnTo>
                  <a:pt x="163068" y="288036"/>
                </a:lnTo>
                <a:lnTo>
                  <a:pt x="163068" y="358139"/>
                </a:lnTo>
                <a:lnTo>
                  <a:pt x="162228" y="368808"/>
                </a:lnTo>
                <a:close/>
              </a:path>
              <a:path w="387350" h="407035">
                <a:moveTo>
                  <a:pt x="128016" y="406908"/>
                </a:moveTo>
                <a:lnTo>
                  <a:pt x="124301" y="396073"/>
                </a:lnTo>
                <a:lnTo>
                  <a:pt x="115442" y="386524"/>
                </a:lnTo>
                <a:lnTo>
                  <a:pt x="101441" y="378404"/>
                </a:lnTo>
                <a:lnTo>
                  <a:pt x="82296" y="371856"/>
                </a:lnTo>
                <a:lnTo>
                  <a:pt x="82296" y="364236"/>
                </a:lnTo>
                <a:lnTo>
                  <a:pt x="98012" y="366236"/>
                </a:lnTo>
                <a:lnTo>
                  <a:pt x="110871" y="367665"/>
                </a:lnTo>
                <a:lnTo>
                  <a:pt x="120872" y="368522"/>
                </a:lnTo>
                <a:lnTo>
                  <a:pt x="128016" y="368808"/>
                </a:lnTo>
                <a:lnTo>
                  <a:pt x="162228" y="368808"/>
                </a:lnTo>
                <a:lnTo>
                  <a:pt x="161877" y="373260"/>
                </a:lnTo>
                <a:lnTo>
                  <a:pt x="155828" y="386524"/>
                </a:lnTo>
                <a:lnTo>
                  <a:pt x="144637" y="397787"/>
                </a:lnTo>
                <a:lnTo>
                  <a:pt x="128016" y="406908"/>
                </a:lnTo>
                <a:close/>
              </a:path>
              <a:path w="387350" h="407035">
                <a:moveTo>
                  <a:pt x="332232" y="182880"/>
                </a:moveTo>
                <a:lnTo>
                  <a:pt x="259080" y="182880"/>
                </a:lnTo>
                <a:lnTo>
                  <a:pt x="243078" y="181094"/>
                </a:lnTo>
                <a:lnTo>
                  <a:pt x="231648" y="175450"/>
                </a:lnTo>
                <a:lnTo>
                  <a:pt x="224790" y="165520"/>
                </a:lnTo>
                <a:lnTo>
                  <a:pt x="222504" y="150876"/>
                </a:lnTo>
                <a:lnTo>
                  <a:pt x="222265" y="96607"/>
                </a:lnTo>
                <a:lnTo>
                  <a:pt x="221742" y="55054"/>
                </a:lnTo>
                <a:lnTo>
                  <a:pt x="221218" y="26360"/>
                </a:lnTo>
                <a:lnTo>
                  <a:pt x="220980" y="10668"/>
                </a:lnTo>
                <a:lnTo>
                  <a:pt x="260604" y="27432"/>
                </a:lnTo>
                <a:lnTo>
                  <a:pt x="245364" y="41148"/>
                </a:lnTo>
                <a:lnTo>
                  <a:pt x="245364" y="102108"/>
                </a:lnTo>
                <a:lnTo>
                  <a:pt x="269052" y="102108"/>
                </a:lnTo>
                <a:lnTo>
                  <a:pt x="265628" y="103560"/>
                </a:lnTo>
                <a:lnTo>
                  <a:pt x="245364" y="111252"/>
                </a:lnTo>
                <a:lnTo>
                  <a:pt x="245364" y="144780"/>
                </a:lnTo>
                <a:lnTo>
                  <a:pt x="246840" y="152781"/>
                </a:lnTo>
                <a:lnTo>
                  <a:pt x="251460" y="158496"/>
                </a:lnTo>
                <a:lnTo>
                  <a:pt x="259508" y="161925"/>
                </a:lnTo>
                <a:lnTo>
                  <a:pt x="271272" y="163068"/>
                </a:lnTo>
                <a:lnTo>
                  <a:pt x="380259" y="163068"/>
                </a:lnTo>
                <a:lnTo>
                  <a:pt x="375094" y="170021"/>
                </a:lnTo>
                <a:lnTo>
                  <a:pt x="364236" y="177165"/>
                </a:lnTo>
                <a:lnTo>
                  <a:pt x="349948" y="181451"/>
                </a:lnTo>
                <a:lnTo>
                  <a:pt x="332232" y="182880"/>
                </a:lnTo>
                <a:close/>
              </a:path>
              <a:path w="387350" h="407035">
                <a:moveTo>
                  <a:pt x="269052" y="102108"/>
                </a:moveTo>
                <a:lnTo>
                  <a:pt x="245364" y="102108"/>
                </a:lnTo>
                <a:lnTo>
                  <a:pt x="270176" y="87844"/>
                </a:lnTo>
                <a:lnTo>
                  <a:pt x="291846" y="72580"/>
                </a:lnTo>
                <a:lnTo>
                  <a:pt x="310086" y="56459"/>
                </a:lnTo>
                <a:lnTo>
                  <a:pt x="324612" y="39624"/>
                </a:lnTo>
                <a:lnTo>
                  <a:pt x="350520" y="68580"/>
                </a:lnTo>
                <a:lnTo>
                  <a:pt x="335280" y="71628"/>
                </a:lnTo>
                <a:lnTo>
                  <a:pt x="310729" y="83605"/>
                </a:lnTo>
                <a:lnTo>
                  <a:pt x="287464" y="94297"/>
                </a:lnTo>
                <a:lnTo>
                  <a:pt x="269052" y="102108"/>
                </a:lnTo>
                <a:close/>
              </a:path>
              <a:path w="387350" h="407035">
                <a:moveTo>
                  <a:pt x="380259" y="163068"/>
                </a:moveTo>
                <a:lnTo>
                  <a:pt x="329184" y="163068"/>
                </a:lnTo>
                <a:lnTo>
                  <a:pt x="337208" y="161067"/>
                </a:lnTo>
                <a:lnTo>
                  <a:pt x="343090" y="157353"/>
                </a:lnTo>
                <a:lnTo>
                  <a:pt x="350520" y="100584"/>
                </a:lnTo>
                <a:lnTo>
                  <a:pt x="358140" y="100584"/>
                </a:lnTo>
                <a:lnTo>
                  <a:pt x="358640" y="110609"/>
                </a:lnTo>
                <a:lnTo>
                  <a:pt x="359854" y="120205"/>
                </a:lnTo>
                <a:lnTo>
                  <a:pt x="361354" y="129516"/>
                </a:lnTo>
                <a:lnTo>
                  <a:pt x="362712" y="138684"/>
                </a:lnTo>
                <a:lnTo>
                  <a:pt x="365593" y="146089"/>
                </a:lnTo>
                <a:lnTo>
                  <a:pt x="369760" y="152209"/>
                </a:lnTo>
                <a:lnTo>
                  <a:pt x="375356" y="156900"/>
                </a:lnTo>
                <a:lnTo>
                  <a:pt x="382524" y="160019"/>
                </a:lnTo>
                <a:lnTo>
                  <a:pt x="380259" y="163068"/>
                </a:lnTo>
                <a:close/>
              </a:path>
              <a:path w="387350" h="407035">
                <a:moveTo>
                  <a:pt x="335280" y="393192"/>
                </a:moveTo>
                <a:lnTo>
                  <a:pt x="254508" y="393192"/>
                </a:lnTo>
                <a:lnTo>
                  <a:pt x="238482" y="391191"/>
                </a:lnTo>
                <a:lnTo>
                  <a:pt x="226885" y="385191"/>
                </a:lnTo>
                <a:lnTo>
                  <a:pt x="219575" y="375189"/>
                </a:lnTo>
                <a:lnTo>
                  <a:pt x="216408" y="361187"/>
                </a:lnTo>
                <a:lnTo>
                  <a:pt x="216381" y="300228"/>
                </a:lnTo>
                <a:lnTo>
                  <a:pt x="216255" y="265104"/>
                </a:lnTo>
                <a:lnTo>
                  <a:pt x="216150" y="249936"/>
                </a:lnTo>
                <a:lnTo>
                  <a:pt x="215765" y="222527"/>
                </a:lnTo>
                <a:lnTo>
                  <a:pt x="214884" y="204216"/>
                </a:lnTo>
                <a:lnTo>
                  <a:pt x="254508" y="224028"/>
                </a:lnTo>
                <a:lnTo>
                  <a:pt x="239268" y="236219"/>
                </a:lnTo>
                <a:lnTo>
                  <a:pt x="239268" y="292607"/>
                </a:lnTo>
                <a:lnTo>
                  <a:pt x="258976" y="292607"/>
                </a:lnTo>
                <a:lnTo>
                  <a:pt x="239268" y="301752"/>
                </a:lnTo>
                <a:lnTo>
                  <a:pt x="239268" y="345948"/>
                </a:lnTo>
                <a:lnTo>
                  <a:pt x="240958" y="357925"/>
                </a:lnTo>
                <a:lnTo>
                  <a:pt x="245935" y="366331"/>
                </a:lnTo>
                <a:lnTo>
                  <a:pt x="254055" y="371022"/>
                </a:lnTo>
                <a:lnTo>
                  <a:pt x="265175" y="371856"/>
                </a:lnTo>
                <a:lnTo>
                  <a:pt x="384157" y="371856"/>
                </a:lnTo>
                <a:lnTo>
                  <a:pt x="380499" y="377547"/>
                </a:lnTo>
                <a:lnTo>
                  <a:pt x="369760" y="385381"/>
                </a:lnTo>
                <a:lnTo>
                  <a:pt x="354734" y="390644"/>
                </a:lnTo>
                <a:lnTo>
                  <a:pt x="335280" y="393192"/>
                </a:lnTo>
                <a:close/>
              </a:path>
              <a:path w="387350" h="407035">
                <a:moveTo>
                  <a:pt x="258976" y="292607"/>
                </a:moveTo>
                <a:lnTo>
                  <a:pt x="239268" y="292607"/>
                </a:lnTo>
                <a:lnTo>
                  <a:pt x="267890" y="275129"/>
                </a:lnTo>
                <a:lnTo>
                  <a:pt x="292227" y="256794"/>
                </a:lnTo>
                <a:lnTo>
                  <a:pt x="312562" y="237315"/>
                </a:lnTo>
                <a:lnTo>
                  <a:pt x="329184" y="216407"/>
                </a:lnTo>
                <a:lnTo>
                  <a:pt x="358140" y="249936"/>
                </a:lnTo>
                <a:lnTo>
                  <a:pt x="341376" y="249936"/>
                </a:lnTo>
                <a:lnTo>
                  <a:pt x="313634" y="265104"/>
                </a:lnTo>
                <a:lnTo>
                  <a:pt x="287464" y="278701"/>
                </a:lnTo>
                <a:lnTo>
                  <a:pt x="262723" y="290869"/>
                </a:lnTo>
                <a:lnTo>
                  <a:pt x="258976" y="292607"/>
                </a:lnTo>
                <a:close/>
              </a:path>
              <a:path w="387350" h="407035">
                <a:moveTo>
                  <a:pt x="384157" y="371856"/>
                </a:moveTo>
                <a:lnTo>
                  <a:pt x="333756" y="371856"/>
                </a:lnTo>
                <a:lnTo>
                  <a:pt x="341995" y="369546"/>
                </a:lnTo>
                <a:lnTo>
                  <a:pt x="348234" y="364807"/>
                </a:lnTo>
                <a:lnTo>
                  <a:pt x="352186" y="357497"/>
                </a:lnTo>
                <a:lnTo>
                  <a:pt x="353568" y="347472"/>
                </a:lnTo>
                <a:lnTo>
                  <a:pt x="353829" y="336875"/>
                </a:lnTo>
                <a:lnTo>
                  <a:pt x="354520" y="325564"/>
                </a:lnTo>
                <a:lnTo>
                  <a:pt x="355496" y="313396"/>
                </a:lnTo>
                <a:lnTo>
                  <a:pt x="356616" y="300228"/>
                </a:lnTo>
                <a:lnTo>
                  <a:pt x="362712" y="300228"/>
                </a:lnTo>
                <a:lnTo>
                  <a:pt x="363878" y="314229"/>
                </a:lnTo>
                <a:lnTo>
                  <a:pt x="365188" y="326517"/>
                </a:lnTo>
                <a:lnTo>
                  <a:pt x="380809" y="364378"/>
                </a:lnTo>
                <a:lnTo>
                  <a:pt x="387096" y="367284"/>
                </a:lnTo>
                <a:lnTo>
                  <a:pt x="384157" y="37185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</a:endParaRPr>
          </a:p>
        </p:txBody>
      </p:sp>
      <p:sp>
        <p:nvSpPr>
          <p:cNvPr id="107" name="object 107"/>
          <p:cNvSpPr/>
          <p:nvPr/>
        </p:nvSpPr>
        <p:spPr>
          <a:xfrm>
            <a:off x="5792723" y="5996940"/>
            <a:ext cx="382905" cy="402590"/>
          </a:xfrm>
          <a:custGeom>
            <a:avLst/>
            <a:gdLst/>
            <a:ahLst/>
            <a:cxnLst/>
            <a:rect l="l" t="t" r="r" b="b"/>
            <a:pathLst>
              <a:path w="382904" h="402589">
                <a:moveTo>
                  <a:pt x="105156" y="213359"/>
                </a:moveTo>
                <a:lnTo>
                  <a:pt x="77724" y="193547"/>
                </a:lnTo>
                <a:lnTo>
                  <a:pt x="91440" y="181355"/>
                </a:lnTo>
                <a:lnTo>
                  <a:pt x="97019" y="94488"/>
                </a:lnTo>
                <a:lnTo>
                  <a:pt x="98512" y="68413"/>
                </a:lnTo>
                <a:lnTo>
                  <a:pt x="99060" y="51815"/>
                </a:lnTo>
                <a:lnTo>
                  <a:pt x="99941" y="40076"/>
                </a:lnTo>
                <a:lnTo>
                  <a:pt x="100393" y="27622"/>
                </a:lnTo>
                <a:lnTo>
                  <a:pt x="100491" y="19812"/>
                </a:lnTo>
                <a:lnTo>
                  <a:pt x="100584" y="0"/>
                </a:lnTo>
                <a:lnTo>
                  <a:pt x="140208" y="19812"/>
                </a:lnTo>
                <a:lnTo>
                  <a:pt x="126492" y="28955"/>
                </a:lnTo>
                <a:lnTo>
                  <a:pt x="123444" y="94488"/>
                </a:lnTo>
                <a:lnTo>
                  <a:pt x="371856" y="94488"/>
                </a:lnTo>
                <a:lnTo>
                  <a:pt x="382524" y="105155"/>
                </a:lnTo>
                <a:lnTo>
                  <a:pt x="123444" y="105155"/>
                </a:lnTo>
                <a:lnTo>
                  <a:pt x="117348" y="185927"/>
                </a:lnTo>
                <a:lnTo>
                  <a:pt x="366674" y="185927"/>
                </a:lnTo>
                <a:lnTo>
                  <a:pt x="368808" y="187451"/>
                </a:lnTo>
                <a:lnTo>
                  <a:pt x="358648" y="196595"/>
                </a:lnTo>
                <a:lnTo>
                  <a:pt x="120396" y="196595"/>
                </a:lnTo>
                <a:lnTo>
                  <a:pt x="105156" y="213359"/>
                </a:lnTo>
                <a:close/>
              </a:path>
              <a:path w="382904" h="402589">
                <a:moveTo>
                  <a:pt x="371856" y="94488"/>
                </a:moveTo>
                <a:lnTo>
                  <a:pt x="326136" y="94488"/>
                </a:lnTo>
                <a:lnTo>
                  <a:pt x="348996" y="71627"/>
                </a:lnTo>
                <a:lnTo>
                  <a:pt x="371856" y="94488"/>
                </a:lnTo>
                <a:close/>
              </a:path>
              <a:path w="382904" h="402589">
                <a:moveTo>
                  <a:pt x="366674" y="185927"/>
                </a:moveTo>
                <a:lnTo>
                  <a:pt x="323087" y="185927"/>
                </a:lnTo>
                <a:lnTo>
                  <a:pt x="336804" y="164591"/>
                </a:lnTo>
                <a:lnTo>
                  <a:pt x="366674" y="185927"/>
                </a:lnTo>
                <a:close/>
              </a:path>
              <a:path w="382904" h="402589">
                <a:moveTo>
                  <a:pt x="329048" y="361188"/>
                </a:moveTo>
                <a:lnTo>
                  <a:pt x="280416" y="361188"/>
                </a:lnTo>
                <a:lnTo>
                  <a:pt x="292989" y="358044"/>
                </a:lnTo>
                <a:lnTo>
                  <a:pt x="303276" y="348615"/>
                </a:lnTo>
                <a:lnTo>
                  <a:pt x="316991" y="310895"/>
                </a:lnTo>
                <a:lnTo>
                  <a:pt x="323278" y="256031"/>
                </a:lnTo>
                <a:lnTo>
                  <a:pt x="326136" y="196595"/>
                </a:lnTo>
                <a:lnTo>
                  <a:pt x="358648" y="196595"/>
                </a:lnTo>
                <a:lnTo>
                  <a:pt x="353568" y="201167"/>
                </a:lnTo>
                <a:lnTo>
                  <a:pt x="351258" y="232933"/>
                </a:lnTo>
                <a:lnTo>
                  <a:pt x="348805" y="262127"/>
                </a:lnTo>
                <a:lnTo>
                  <a:pt x="346067" y="289036"/>
                </a:lnTo>
                <a:lnTo>
                  <a:pt x="342900" y="313943"/>
                </a:lnTo>
                <a:lnTo>
                  <a:pt x="338637" y="335946"/>
                </a:lnTo>
                <a:lnTo>
                  <a:pt x="332803" y="353949"/>
                </a:lnTo>
                <a:lnTo>
                  <a:pt x="329048" y="361188"/>
                </a:lnTo>
                <a:close/>
              </a:path>
              <a:path w="382904" h="402589">
                <a:moveTo>
                  <a:pt x="15240" y="291083"/>
                </a:moveTo>
                <a:lnTo>
                  <a:pt x="0" y="274319"/>
                </a:lnTo>
                <a:lnTo>
                  <a:pt x="234695" y="274319"/>
                </a:lnTo>
                <a:lnTo>
                  <a:pt x="257556" y="252983"/>
                </a:lnTo>
                <a:lnTo>
                  <a:pt x="289560" y="284987"/>
                </a:lnTo>
                <a:lnTo>
                  <a:pt x="54864" y="284987"/>
                </a:lnTo>
                <a:lnTo>
                  <a:pt x="44815" y="285297"/>
                </a:lnTo>
                <a:lnTo>
                  <a:pt x="35052" y="286321"/>
                </a:lnTo>
                <a:lnTo>
                  <a:pt x="25288" y="288202"/>
                </a:lnTo>
                <a:lnTo>
                  <a:pt x="15240" y="291083"/>
                </a:lnTo>
                <a:close/>
              </a:path>
              <a:path w="382904" h="402589">
                <a:moveTo>
                  <a:pt x="269748" y="402336"/>
                </a:moveTo>
                <a:lnTo>
                  <a:pt x="266271" y="391191"/>
                </a:lnTo>
                <a:lnTo>
                  <a:pt x="255651" y="380619"/>
                </a:lnTo>
                <a:lnTo>
                  <a:pt x="237601" y="370617"/>
                </a:lnTo>
                <a:lnTo>
                  <a:pt x="211836" y="361188"/>
                </a:lnTo>
                <a:lnTo>
                  <a:pt x="213360" y="353568"/>
                </a:lnTo>
                <a:lnTo>
                  <a:pt x="231981" y="357330"/>
                </a:lnTo>
                <a:lnTo>
                  <a:pt x="249174" y="359664"/>
                </a:lnTo>
                <a:lnTo>
                  <a:pt x="265223" y="360854"/>
                </a:lnTo>
                <a:lnTo>
                  <a:pt x="280416" y="361188"/>
                </a:lnTo>
                <a:lnTo>
                  <a:pt x="329048" y="361188"/>
                </a:lnTo>
                <a:lnTo>
                  <a:pt x="325540" y="367950"/>
                </a:lnTo>
                <a:lnTo>
                  <a:pt x="316991" y="377952"/>
                </a:lnTo>
                <a:lnTo>
                  <a:pt x="307252" y="386262"/>
                </a:lnTo>
                <a:lnTo>
                  <a:pt x="296227" y="393001"/>
                </a:lnTo>
                <a:lnTo>
                  <a:pt x="283773" y="398311"/>
                </a:lnTo>
                <a:lnTo>
                  <a:pt x="269748" y="40233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</a:endParaRPr>
          </a:p>
        </p:txBody>
      </p:sp>
      <p:sp>
        <p:nvSpPr>
          <p:cNvPr id="108" name="object 108"/>
          <p:cNvSpPr/>
          <p:nvPr/>
        </p:nvSpPr>
        <p:spPr>
          <a:xfrm>
            <a:off x="6240779" y="6109716"/>
            <a:ext cx="317500" cy="248920"/>
          </a:xfrm>
          <a:custGeom>
            <a:avLst/>
            <a:gdLst/>
            <a:ahLst/>
            <a:cxnLst/>
            <a:rect l="l" t="t" r="r" b="b"/>
            <a:pathLst>
              <a:path w="317500" h="248920">
                <a:moveTo>
                  <a:pt x="316991" y="248412"/>
                </a:moveTo>
                <a:lnTo>
                  <a:pt x="275843" y="248412"/>
                </a:lnTo>
                <a:lnTo>
                  <a:pt x="275820" y="100226"/>
                </a:lnTo>
                <a:lnTo>
                  <a:pt x="275653" y="92392"/>
                </a:lnTo>
                <a:lnTo>
                  <a:pt x="275201" y="84843"/>
                </a:lnTo>
                <a:lnTo>
                  <a:pt x="274319" y="77724"/>
                </a:lnTo>
                <a:lnTo>
                  <a:pt x="274319" y="68580"/>
                </a:lnTo>
                <a:lnTo>
                  <a:pt x="245363" y="38100"/>
                </a:lnTo>
                <a:lnTo>
                  <a:pt x="236219" y="38100"/>
                </a:lnTo>
                <a:lnTo>
                  <a:pt x="193547" y="55435"/>
                </a:lnTo>
                <a:lnTo>
                  <a:pt x="178307" y="68580"/>
                </a:lnTo>
                <a:lnTo>
                  <a:pt x="178307" y="73152"/>
                </a:lnTo>
                <a:lnTo>
                  <a:pt x="179831" y="77724"/>
                </a:lnTo>
                <a:lnTo>
                  <a:pt x="179831" y="248412"/>
                </a:lnTo>
                <a:lnTo>
                  <a:pt x="138683" y="248412"/>
                </a:lnTo>
                <a:lnTo>
                  <a:pt x="138660" y="100226"/>
                </a:lnTo>
                <a:lnTo>
                  <a:pt x="138493" y="92392"/>
                </a:lnTo>
                <a:lnTo>
                  <a:pt x="131063" y="54864"/>
                </a:lnTo>
                <a:lnTo>
                  <a:pt x="129539" y="50292"/>
                </a:lnTo>
                <a:lnTo>
                  <a:pt x="124967" y="45719"/>
                </a:lnTo>
                <a:lnTo>
                  <a:pt x="118871" y="42671"/>
                </a:lnTo>
                <a:lnTo>
                  <a:pt x="114300" y="39624"/>
                </a:lnTo>
                <a:lnTo>
                  <a:pt x="106679" y="38100"/>
                </a:lnTo>
                <a:lnTo>
                  <a:pt x="97536" y="38100"/>
                </a:lnTo>
                <a:lnTo>
                  <a:pt x="90677" y="38671"/>
                </a:lnTo>
                <a:lnTo>
                  <a:pt x="83819" y="40385"/>
                </a:lnTo>
                <a:lnTo>
                  <a:pt x="76961" y="43243"/>
                </a:lnTo>
                <a:lnTo>
                  <a:pt x="70103" y="47243"/>
                </a:lnTo>
                <a:lnTo>
                  <a:pt x="62364" y="51196"/>
                </a:lnTo>
                <a:lnTo>
                  <a:pt x="55054" y="56007"/>
                </a:lnTo>
                <a:lnTo>
                  <a:pt x="48029" y="61388"/>
                </a:lnTo>
                <a:lnTo>
                  <a:pt x="41148" y="67055"/>
                </a:lnTo>
                <a:lnTo>
                  <a:pt x="41148" y="248412"/>
                </a:lnTo>
                <a:lnTo>
                  <a:pt x="0" y="248412"/>
                </a:lnTo>
                <a:lnTo>
                  <a:pt x="0" y="6095"/>
                </a:lnTo>
                <a:lnTo>
                  <a:pt x="41148" y="6095"/>
                </a:lnTo>
                <a:lnTo>
                  <a:pt x="41148" y="33528"/>
                </a:lnTo>
                <a:lnTo>
                  <a:pt x="49148" y="25836"/>
                </a:lnTo>
                <a:lnTo>
                  <a:pt x="81414" y="4500"/>
                </a:lnTo>
                <a:lnTo>
                  <a:pt x="108203" y="0"/>
                </a:lnTo>
                <a:lnTo>
                  <a:pt x="118443" y="571"/>
                </a:lnTo>
                <a:lnTo>
                  <a:pt x="153995" y="14573"/>
                </a:lnTo>
                <a:lnTo>
                  <a:pt x="172211" y="41148"/>
                </a:lnTo>
                <a:lnTo>
                  <a:pt x="181332" y="31456"/>
                </a:lnTo>
                <a:lnTo>
                  <a:pt x="216431" y="5786"/>
                </a:lnTo>
                <a:lnTo>
                  <a:pt x="245363" y="0"/>
                </a:lnTo>
                <a:lnTo>
                  <a:pt x="253103" y="285"/>
                </a:lnTo>
                <a:lnTo>
                  <a:pt x="292322" y="14644"/>
                </a:lnTo>
                <a:lnTo>
                  <a:pt x="312419" y="47243"/>
                </a:lnTo>
                <a:lnTo>
                  <a:pt x="316991" y="89916"/>
                </a:lnTo>
                <a:lnTo>
                  <a:pt x="316991" y="24841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</a:endParaRPr>
          </a:p>
        </p:txBody>
      </p:sp>
      <p:pic>
        <p:nvPicPr>
          <p:cNvPr id="109" name="object 109"/>
          <p:cNvPicPr/>
          <p:nvPr/>
        </p:nvPicPr>
        <p:blipFill>
          <a:blip r:embed="rId16" cstate="print"/>
          <a:stretch>
            <a:fillRect/>
          </a:stretch>
        </p:blipFill>
        <p:spPr>
          <a:xfrm>
            <a:off x="6627876" y="6057900"/>
            <a:ext cx="67056" cy="111252"/>
          </a:xfrm>
          <a:prstGeom prst="rect">
            <a:avLst/>
          </a:prstGeom>
        </p:spPr>
      </p:pic>
      <p:sp>
        <p:nvSpPr>
          <p:cNvPr id="110" name="object 110"/>
          <p:cNvSpPr/>
          <p:nvPr/>
        </p:nvSpPr>
        <p:spPr>
          <a:xfrm>
            <a:off x="6751307" y="6001511"/>
            <a:ext cx="854075" cy="399415"/>
          </a:xfrm>
          <a:custGeom>
            <a:avLst/>
            <a:gdLst/>
            <a:ahLst/>
            <a:cxnLst/>
            <a:rect l="l" t="t" r="r" b="b"/>
            <a:pathLst>
              <a:path w="854075" h="399414">
                <a:moveTo>
                  <a:pt x="224028" y="42672"/>
                </a:moveTo>
                <a:lnTo>
                  <a:pt x="196608" y="10668"/>
                </a:lnTo>
                <a:lnTo>
                  <a:pt x="175272" y="32004"/>
                </a:lnTo>
                <a:lnTo>
                  <a:pt x="124968" y="32004"/>
                </a:lnTo>
                <a:lnTo>
                  <a:pt x="124968" y="42672"/>
                </a:lnTo>
                <a:lnTo>
                  <a:pt x="124968" y="97536"/>
                </a:lnTo>
                <a:lnTo>
                  <a:pt x="100596" y="97536"/>
                </a:lnTo>
                <a:lnTo>
                  <a:pt x="100596" y="42672"/>
                </a:lnTo>
                <a:lnTo>
                  <a:pt x="124968" y="42672"/>
                </a:lnTo>
                <a:lnTo>
                  <a:pt x="124968" y="32004"/>
                </a:lnTo>
                <a:lnTo>
                  <a:pt x="0" y="32004"/>
                </a:lnTo>
                <a:lnTo>
                  <a:pt x="15252" y="47244"/>
                </a:lnTo>
                <a:lnTo>
                  <a:pt x="25552" y="45250"/>
                </a:lnTo>
                <a:lnTo>
                  <a:pt x="36004" y="43815"/>
                </a:lnTo>
                <a:lnTo>
                  <a:pt x="46748" y="42964"/>
                </a:lnTo>
                <a:lnTo>
                  <a:pt x="57924" y="42672"/>
                </a:lnTo>
                <a:lnTo>
                  <a:pt x="79260" y="42672"/>
                </a:lnTo>
                <a:lnTo>
                  <a:pt x="79260" y="97536"/>
                </a:lnTo>
                <a:lnTo>
                  <a:pt x="79260" y="108204"/>
                </a:lnTo>
                <a:lnTo>
                  <a:pt x="77520" y="147358"/>
                </a:lnTo>
                <a:lnTo>
                  <a:pt x="72199" y="180213"/>
                </a:lnTo>
                <a:lnTo>
                  <a:pt x="63182" y="206794"/>
                </a:lnTo>
                <a:lnTo>
                  <a:pt x="50304" y="227076"/>
                </a:lnTo>
                <a:lnTo>
                  <a:pt x="50304" y="108204"/>
                </a:lnTo>
                <a:lnTo>
                  <a:pt x="79260" y="108204"/>
                </a:lnTo>
                <a:lnTo>
                  <a:pt x="79260" y="97536"/>
                </a:lnTo>
                <a:lnTo>
                  <a:pt x="50304" y="97536"/>
                </a:lnTo>
                <a:lnTo>
                  <a:pt x="25908" y="83820"/>
                </a:lnTo>
                <a:lnTo>
                  <a:pt x="26797" y="115214"/>
                </a:lnTo>
                <a:lnTo>
                  <a:pt x="27241" y="152019"/>
                </a:lnTo>
                <a:lnTo>
                  <a:pt x="27355" y="180213"/>
                </a:lnTo>
                <a:lnTo>
                  <a:pt x="27241" y="328422"/>
                </a:lnTo>
                <a:lnTo>
                  <a:pt x="26797" y="363816"/>
                </a:lnTo>
                <a:lnTo>
                  <a:pt x="25908" y="393192"/>
                </a:lnTo>
                <a:lnTo>
                  <a:pt x="50304" y="385572"/>
                </a:lnTo>
                <a:lnTo>
                  <a:pt x="50304" y="348996"/>
                </a:lnTo>
                <a:lnTo>
                  <a:pt x="175272" y="348996"/>
                </a:lnTo>
                <a:lnTo>
                  <a:pt x="175272" y="391668"/>
                </a:lnTo>
                <a:lnTo>
                  <a:pt x="199644" y="379476"/>
                </a:lnTo>
                <a:lnTo>
                  <a:pt x="198907" y="351904"/>
                </a:lnTo>
                <a:lnTo>
                  <a:pt x="198869" y="348996"/>
                </a:lnTo>
                <a:lnTo>
                  <a:pt x="198755" y="338328"/>
                </a:lnTo>
                <a:lnTo>
                  <a:pt x="198450" y="311378"/>
                </a:lnTo>
                <a:lnTo>
                  <a:pt x="198285" y="272796"/>
                </a:lnTo>
                <a:lnTo>
                  <a:pt x="198247" y="262128"/>
                </a:lnTo>
                <a:lnTo>
                  <a:pt x="198158" y="204216"/>
                </a:lnTo>
                <a:lnTo>
                  <a:pt x="198120" y="114300"/>
                </a:lnTo>
                <a:lnTo>
                  <a:pt x="205092" y="108204"/>
                </a:lnTo>
                <a:lnTo>
                  <a:pt x="210312" y="103632"/>
                </a:lnTo>
                <a:lnTo>
                  <a:pt x="203352" y="97536"/>
                </a:lnTo>
                <a:lnTo>
                  <a:pt x="185928" y="82296"/>
                </a:lnTo>
                <a:lnTo>
                  <a:pt x="175272" y="95631"/>
                </a:lnTo>
                <a:lnTo>
                  <a:pt x="175272" y="108204"/>
                </a:lnTo>
                <a:lnTo>
                  <a:pt x="175272" y="204216"/>
                </a:lnTo>
                <a:lnTo>
                  <a:pt x="175272" y="224028"/>
                </a:lnTo>
                <a:lnTo>
                  <a:pt x="175272" y="262128"/>
                </a:lnTo>
                <a:lnTo>
                  <a:pt x="175272" y="272796"/>
                </a:lnTo>
                <a:lnTo>
                  <a:pt x="175272" y="338328"/>
                </a:lnTo>
                <a:lnTo>
                  <a:pt x="50304" y="338328"/>
                </a:lnTo>
                <a:lnTo>
                  <a:pt x="50304" y="272796"/>
                </a:lnTo>
                <a:lnTo>
                  <a:pt x="175272" y="272796"/>
                </a:lnTo>
                <a:lnTo>
                  <a:pt x="175272" y="262128"/>
                </a:lnTo>
                <a:lnTo>
                  <a:pt x="50304" y="262128"/>
                </a:lnTo>
                <a:lnTo>
                  <a:pt x="50304" y="237744"/>
                </a:lnTo>
                <a:lnTo>
                  <a:pt x="61099" y="227076"/>
                </a:lnTo>
                <a:lnTo>
                  <a:pt x="72301" y="216014"/>
                </a:lnTo>
                <a:lnTo>
                  <a:pt x="88011" y="187261"/>
                </a:lnTo>
                <a:lnTo>
                  <a:pt x="97447" y="151384"/>
                </a:lnTo>
                <a:lnTo>
                  <a:pt x="100596" y="108204"/>
                </a:lnTo>
                <a:lnTo>
                  <a:pt x="124968" y="108204"/>
                </a:lnTo>
                <a:lnTo>
                  <a:pt x="124968" y="196596"/>
                </a:lnTo>
                <a:lnTo>
                  <a:pt x="125806" y="208597"/>
                </a:lnTo>
                <a:lnTo>
                  <a:pt x="130492" y="217170"/>
                </a:lnTo>
                <a:lnTo>
                  <a:pt x="138899" y="222313"/>
                </a:lnTo>
                <a:lnTo>
                  <a:pt x="150876" y="224028"/>
                </a:lnTo>
                <a:lnTo>
                  <a:pt x="175272" y="224028"/>
                </a:lnTo>
                <a:lnTo>
                  <a:pt x="175272" y="204216"/>
                </a:lnTo>
                <a:lnTo>
                  <a:pt x="149352" y="204216"/>
                </a:lnTo>
                <a:lnTo>
                  <a:pt x="146304" y="199644"/>
                </a:lnTo>
                <a:lnTo>
                  <a:pt x="146304" y="108204"/>
                </a:lnTo>
                <a:lnTo>
                  <a:pt x="175272" y="108204"/>
                </a:lnTo>
                <a:lnTo>
                  <a:pt x="175272" y="95631"/>
                </a:lnTo>
                <a:lnTo>
                  <a:pt x="173748" y="97536"/>
                </a:lnTo>
                <a:lnTo>
                  <a:pt x="146304" y="97536"/>
                </a:lnTo>
                <a:lnTo>
                  <a:pt x="146304" y="42672"/>
                </a:lnTo>
                <a:lnTo>
                  <a:pt x="224028" y="42672"/>
                </a:lnTo>
                <a:close/>
              </a:path>
              <a:path w="854075" h="399414">
                <a:moveTo>
                  <a:pt x="408444" y="352044"/>
                </a:moveTo>
                <a:lnTo>
                  <a:pt x="388150" y="318897"/>
                </a:lnTo>
                <a:lnTo>
                  <a:pt x="385584" y="274320"/>
                </a:lnTo>
                <a:lnTo>
                  <a:pt x="377964" y="274320"/>
                </a:lnTo>
                <a:lnTo>
                  <a:pt x="376796" y="296354"/>
                </a:lnTo>
                <a:lnTo>
                  <a:pt x="375488" y="314515"/>
                </a:lnTo>
                <a:lnTo>
                  <a:pt x="373888" y="328980"/>
                </a:lnTo>
                <a:lnTo>
                  <a:pt x="371856" y="339852"/>
                </a:lnTo>
                <a:lnTo>
                  <a:pt x="370332" y="352044"/>
                </a:lnTo>
                <a:lnTo>
                  <a:pt x="364236" y="356616"/>
                </a:lnTo>
                <a:lnTo>
                  <a:pt x="284988" y="356616"/>
                </a:lnTo>
                <a:lnTo>
                  <a:pt x="272986" y="355739"/>
                </a:lnTo>
                <a:lnTo>
                  <a:pt x="264414" y="350710"/>
                </a:lnTo>
                <a:lnTo>
                  <a:pt x="259270" y="341401"/>
                </a:lnTo>
                <a:lnTo>
                  <a:pt x="257556" y="327660"/>
                </a:lnTo>
                <a:lnTo>
                  <a:pt x="257556" y="167640"/>
                </a:lnTo>
                <a:lnTo>
                  <a:pt x="350520" y="167640"/>
                </a:lnTo>
                <a:lnTo>
                  <a:pt x="350520" y="192024"/>
                </a:lnTo>
                <a:lnTo>
                  <a:pt x="374916" y="181356"/>
                </a:lnTo>
                <a:lnTo>
                  <a:pt x="374777" y="167640"/>
                </a:lnTo>
                <a:lnTo>
                  <a:pt x="374675" y="156972"/>
                </a:lnTo>
                <a:lnTo>
                  <a:pt x="374154" y="126301"/>
                </a:lnTo>
                <a:lnTo>
                  <a:pt x="373621" y="89852"/>
                </a:lnTo>
                <a:lnTo>
                  <a:pt x="373392" y="47244"/>
                </a:lnTo>
                <a:lnTo>
                  <a:pt x="378612" y="42672"/>
                </a:lnTo>
                <a:lnTo>
                  <a:pt x="385584" y="36576"/>
                </a:lnTo>
                <a:lnTo>
                  <a:pt x="359664" y="16764"/>
                </a:lnTo>
                <a:lnTo>
                  <a:pt x="347472" y="32004"/>
                </a:lnTo>
                <a:lnTo>
                  <a:pt x="225552" y="32004"/>
                </a:lnTo>
                <a:lnTo>
                  <a:pt x="242316" y="47244"/>
                </a:lnTo>
                <a:lnTo>
                  <a:pt x="251752" y="45250"/>
                </a:lnTo>
                <a:lnTo>
                  <a:pt x="261747" y="43815"/>
                </a:lnTo>
                <a:lnTo>
                  <a:pt x="272326" y="42964"/>
                </a:lnTo>
                <a:lnTo>
                  <a:pt x="283464" y="42672"/>
                </a:lnTo>
                <a:lnTo>
                  <a:pt x="350520" y="42672"/>
                </a:lnTo>
                <a:lnTo>
                  <a:pt x="350520" y="156972"/>
                </a:lnTo>
                <a:lnTo>
                  <a:pt x="257556" y="156972"/>
                </a:lnTo>
                <a:lnTo>
                  <a:pt x="233172" y="141732"/>
                </a:lnTo>
                <a:lnTo>
                  <a:pt x="234061" y="168554"/>
                </a:lnTo>
                <a:lnTo>
                  <a:pt x="234505" y="209931"/>
                </a:lnTo>
                <a:lnTo>
                  <a:pt x="234683" y="265607"/>
                </a:lnTo>
                <a:lnTo>
                  <a:pt x="234696" y="335280"/>
                </a:lnTo>
                <a:lnTo>
                  <a:pt x="236651" y="354355"/>
                </a:lnTo>
                <a:lnTo>
                  <a:pt x="244602" y="367855"/>
                </a:lnTo>
                <a:lnTo>
                  <a:pt x="258279" y="375361"/>
                </a:lnTo>
                <a:lnTo>
                  <a:pt x="277368" y="376428"/>
                </a:lnTo>
                <a:lnTo>
                  <a:pt x="368808" y="376428"/>
                </a:lnTo>
                <a:lnTo>
                  <a:pt x="381647" y="375627"/>
                </a:lnTo>
                <a:lnTo>
                  <a:pt x="392633" y="371094"/>
                </a:lnTo>
                <a:lnTo>
                  <a:pt x="401599" y="363143"/>
                </a:lnTo>
                <a:lnTo>
                  <a:pt x="405625" y="356616"/>
                </a:lnTo>
                <a:lnTo>
                  <a:pt x="408444" y="352044"/>
                </a:lnTo>
                <a:close/>
              </a:path>
              <a:path w="854075" h="399414">
                <a:moveTo>
                  <a:pt x="637044" y="68580"/>
                </a:moveTo>
                <a:lnTo>
                  <a:pt x="606564" y="44196"/>
                </a:lnTo>
                <a:lnTo>
                  <a:pt x="592848" y="60960"/>
                </a:lnTo>
                <a:lnTo>
                  <a:pt x="455688" y="60960"/>
                </a:lnTo>
                <a:lnTo>
                  <a:pt x="470928" y="77724"/>
                </a:lnTo>
                <a:lnTo>
                  <a:pt x="481228" y="74853"/>
                </a:lnTo>
                <a:lnTo>
                  <a:pt x="491693" y="72961"/>
                </a:lnTo>
                <a:lnTo>
                  <a:pt x="502424" y="71945"/>
                </a:lnTo>
                <a:lnTo>
                  <a:pt x="513600" y="71628"/>
                </a:lnTo>
                <a:lnTo>
                  <a:pt x="592848" y="71628"/>
                </a:lnTo>
                <a:lnTo>
                  <a:pt x="583704" y="106489"/>
                </a:lnTo>
                <a:lnTo>
                  <a:pt x="574560" y="137922"/>
                </a:lnTo>
                <a:lnTo>
                  <a:pt x="565416" y="165925"/>
                </a:lnTo>
                <a:lnTo>
                  <a:pt x="556272" y="190500"/>
                </a:lnTo>
                <a:lnTo>
                  <a:pt x="518172" y="147256"/>
                </a:lnTo>
                <a:lnTo>
                  <a:pt x="499364" y="126111"/>
                </a:lnTo>
                <a:lnTo>
                  <a:pt x="480072" y="105156"/>
                </a:lnTo>
                <a:lnTo>
                  <a:pt x="473976" y="109728"/>
                </a:lnTo>
                <a:lnTo>
                  <a:pt x="487121" y="127190"/>
                </a:lnTo>
                <a:lnTo>
                  <a:pt x="503694" y="149923"/>
                </a:lnTo>
                <a:lnTo>
                  <a:pt x="523697" y="178104"/>
                </a:lnTo>
                <a:lnTo>
                  <a:pt x="547128" y="211836"/>
                </a:lnTo>
                <a:lnTo>
                  <a:pt x="539140" y="228409"/>
                </a:lnTo>
                <a:lnTo>
                  <a:pt x="516902" y="264985"/>
                </a:lnTo>
                <a:lnTo>
                  <a:pt x="488924" y="304736"/>
                </a:lnTo>
                <a:lnTo>
                  <a:pt x="459206" y="339648"/>
                </a:lnTo>
                <a:lnTo>
                  <a:pt x="443496" y="355092"/>
                </a:lnTo>
                <a:lnTo>
                  <a:pt x="445020" y="364236"/>
                </a:lnTo>
                <a:lnTo>
                  <a:pt x="484835" y="330136"/>
                </a:lnTo>
                <a:lnTo>
                  <a:pt x="516648" y="297180"/>
                </a:lnTo>
                <a:lnTo>
                  <a:pt x="541794" y="263842"/>
                </a:lnTo>
                <a:lnTo>
                  <a:pt x="562368" y="231648"/>
                </a:lnTo>
                <a:lnTo>
                  <a:pt x="572058" y="255917"/>
                </a:lnTo>
                <a:lnTo>
                  <a:pt x="580466" y="278320"/>
                </a:lnTo>
                <a:lnTo>
                  <a:pt x="587438" y="298729"/>
                </a:lnTo>
                <a:lnTo>
                  <a:pt x="592848" y="316992"/>
                </a:lnTo>
                <a:lnTo>
                  <a:pt x="595388" y="330123"/>
                </a:lnTo>
                <a:lnTo>
                  <a:pt x="598360" y="339648"/>
                </a:lnTo>
                <a:lnTo>
                  <a:pt x="601624" y="345503"/>
                </a:lnTo>
                <a:lnTo>
                  <a:pt x="605040" y="347472"/>
                </a:lnTo>
                <a:lnTo>
                  <a:pt x="606564" y="347472"/>
                </a:lnTo>
                <a:lnTo>
                  <a:pt x="617232" y="336804"/>
                </a:lnTo>
                <a:lnTo>
                  <a:pt x="618756" y="329184"/>
                </a:lnTo>
                <a:lnTo>
                  <a:pt x="620280" y="320040"/>
                </a:lnTo>
                <a:lnTo>
                  <a:pt x="619963" y="311759"/>
                </a:lnTo>
                <a:lnTo>
                  <a:pt x="609015" y="270560"/>
                </a:lnTo>
                <a:lnTo>
                  <a:pt x="587819" y="235038"/>
                </a:lnTo>
                <a:lnTo>
                  <a:pt x="571512" y="211836"/>
                </a:lnTo>
                <a:lnTo>
                  <a:pt x="580478" y="190500"/>
                </a:lnTo>
                <a:lnTo>
                  <a:pt x="583171" y="184099"/>
                </a:lnTo>
                <a:lnTo>
                  <a:pt x="595134" y="153352"/>
                </a:lnTo>
                <a:lnTo>
                  <a:pt x="607085" y="119468"/>
                </a:lnTo>
                <a:lnTo>
                  <a:pt x="618756" y="82296"/>
                </a:lnTo>
                <a:lnTo>
                  <a:pt x="632980" y="71628"/>
                </a:lnTo>
                <a:lnTo>
                  <a:pt x="637044" y="68580"/>
                </a:lnTo>
                <a:close/>
              </a:path>
              <a:path w="854075" h="399414">
                <a:moveTo>
                  <a:pt x="701052" y="231648"/>
                </a:moveTo>
                <a:lnTo>
                  <a:pt x="678192" y="186309"/>
                </a:lnTo>
                <a:lnTo>
                  <a:pt x="649236" y="160020"/>
                </a:lnTo>
                <a:lnTo>
                  <a:pt x="643140" y="164592"/>
                </a:lnTo>
                <a:lnTo>
                  <a:pt x="654329" y="186601"/>
                </a:lnTo>
                <a:lnTo>
                  <a:pt x="662952" y="206883"/>
                </a:lnTo>
                <a:lnTo>
                  <a:pt x="669277" y="225463"/>
                </a:lnTo>
                <a:lnTo>
                  <a:pt x="673620" y="242316"/>
                </a:lnTo>
                <a:lnTo>
                  <a:pt x="674166" y="253199"/>
                </a:lnTo>
                <a:lnTo>
                  <a:pt x="675716" y="260794"/>
                </a:lnTo>
                <a:lnTo>
                  <a:pt x="678116" y="265252"/>
                </a:lnTo>
                <a:lnTo>
                  <a:pt x="681240" y="266700"/>
                </a:lnTo>
                <a:lnTo>
                  <a:pt x="682764" y="266700"/>
                </a:lnTo>
                <a:lnTo>
                  <a:pt x="700481" y="238252"/>
                </a:lnTo>
                <a:lnTo>
                  <a:pt x="701052" y="231648"/>
                </a:lnTo>
                <a:close/>
              </a:path>
              <a:path w="854075" h="399414">
                <a:moveTo>
                  <a:pt x="853452" y="124968"/>
                </a:moveTo>
                <a:lnTo>
                  <a:pt x="821448" y="91440"/>
                </a:lnTo>
                <a:lnTo>
                  <a:pt x="798588" y="114300"/>
                </a:lnTo>
                <a:lnTo>
                  <a:pt x="778776" y="114300"/>
                </a:lnTo>
                <a:lnTo>
                  <a:pt x="778776" y="35052"/>
                </a:lnTo>
                <a:lnTo>
                  <a:pt x="794016" y="21336"/>
                </a:lnTo>
                <a:lnTo>
                  <a:pt x="752868" y="0"/>
                </a:lnTo>
                <a:lnTo>
                  <a:pt x="753745" y="12001"/>
                </a:lnTo>
                <a:lnTo>
                  <a:pt x="754202" y="25146"/>
                </a:lnTo>
                <a:lnTo>
                  <a:pt x="754316" y="35052"/>
                </a:lnTo>
                <a:lnTo>
                  <a:pt x="754392" y="114300"/>
                </a:lnTo>
                <a:lnTo>
                  <a:pt x="615708" y="114300"/>
                </a:lnTo>
                <a:lnTo>
                  <a:pt x="630948" y="129540"/>
                </a:lnTo>
                <a:lnTo>
                  <a:pt x="641248" y="127546"/>
                </a:lnTo>
                <a:lnTo>
                  <a:pt x="651713" y="126111"/>
                </a:lnTo>
                <a:lnTo>
                  <a:pt x="662444" y="125260"/>
                </a:lnTo>
                <a:lnTo>
                  <a:pt x="673620" y="124968"/>
                </a:lnTo>
                <a:lnTo>
                  <a:pt x="754392" y="124968"/>
                </a:lnTo>
                <a:lnTo>
                  <a:pt x="754392" y="350520"/>
                </a:lnTo>
                <a:lnTo>
                  <a:pt x="751344" y="355092"/>
                </a:lnTo>
                <a:lnTo>
                  <a:pt x="743724" y="355092"/>
                </a:lnTo>
                <a:lnTo>
                  <a:pt x="735406" y="355650"/>
                </a:lnTo>
                <a:lnTo>
                  <a:pt x="721817" y="354901"/>
                </a:lnTo>
                <a:lnTo>
                  <a:pt x="702779" y="352742"/>
                </a:lnTo>
                <a:lnTo>
                  <a:pt x="678192" y="348996"/>
                </a:lnTo>
                <a:lnTo>
                  <a:pt x="678192" y="356616"/>
                </a:lnTo>
                <a:lnTo>
                  <a:pt x="705307" y="367792"/>
                </a:lnTo>
                <a:lnTo>
                  <a:pt x="724865" y="378523"/>
                </a:lnTo>
                <a:lnTo>
                  <a:pt x="736688" y="388988"/>
                </a:lnTo>
                <a:lnTo>
                  <a:pt x="740676" y="399288"/>
                </a:lnTo>
                <a:lnTo>
                  <a:pt x="757555" y="390436"/>
                </a:lnTo>
                <a:lnTo>
                  <a:pt x="769442" y="379857"/>
                </a:lnTo>
                <a:lnTo>
                  <a:pt x="776465" y="367576"/>
                </a:lnTo>
                <a:lnTo>
                  <a:pt x="778433" y="355650"/>
                </a:lnTo>
                <a:lnTo>
                  <a:pt x="778776" y="353568"/>
                </a:lnTo>
                <a:lnTo>
                  <a:pt x="778776" y="124968"/>
                </a:lnTo>
                <a:lnTo>
                  <a:pt x="853452" y="12496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</a:endParaRPr>
          </a:p>
        </p:txBody>
      </p:sp>
      <p:pic>
        <p:nvPicPr>
          <p:cNvPr id="111" name="object 111"/>
          <p:cNvPicPr/>
          <p:nvPr/>
        </p:nvPicPr>
        <p:blipFill>
          <a:blip r:embed="rId17" cstate="print"/>
          <a:stretch>
            <a:fillRect/>
          </a:stretch>
        </p:blipFill>
        <p:spPr>
          <a:xfrm>
            <a:off x="7685531" y="6265164"/>
            <a:ext cx="97536" cy="96012"/>
          </a:xfrm>
          <a:prstGeom prst="rect">
            <a:avLst/>
          </a:prstGeom>
        </p:spPr>
      </p:pic>
      <p:sp>
        <p:nvSpPr>
          <p:cNvPr id="112" name="object 112"/>
          <p:cNvSpPr/>
          <p:nvPr/>
        </p:nvSpPr>
        <p:spPr>
          <a:xfrm>
            <a:off x="8243316" y="6001512"/>
            <a:ext cx="393700" cy="401320"/>
          </a:xfrm>
          <a:custGeom>
            <a:avLst/>
            <a:gdLst/>
            <a:ahLst/>
            <a:cxnLst/>
            <a:rect l="l" t="t" r="r" b="b"/>
            <a:pathLst>
              <a:path w="393700" h="401320">
                <a:moveTo>
                  <a:pt x="68580" y="36575"/>
                </a:moveTo>
                <a:lnTo>
                  <a:pt x="53340" y="21336"/>
                </a:lnTo>
                <a:lnTo>
                  <a:pt x="288036" y="21336"/>
                </a:lnTo>
                <a:lnTo>
                  <a:pt x="310896" y="0"/>
                </a:lnTo>
                <a:lnTo>
                  <a:pt x="335788" y="32003"/>
                </a:lnTo>
                <a:lnTo>
                  <a:pt x="109728" y="32003"/>
                </a:lnTo>
                <a:lnTo>
                  <a:pt x="98583" y="32289"/>
                </a:lnTo>
                <a:lnTo>
                  <a:pt x="88011" y="33146"/>
                </a:lnTo>
                <a:lnTo>
                  <a:pt x="78009" y="34575"/>
                </a:lnTo>
                <a:lnTo>
                  <a:pt x="68580" y="36575"/>
                </a:lnTo>
                <a:close/>
              </a:path>
              <a:path w="393700" h="401320">
                <a:moveTo>
                  <a:pt x="222530" y="91439"/>
                </a:moveTo>
                <a:lnTo>
                  <a:pt x="205740" y="91439"/>
                </a:lnTo>
                <a:lnTo>
                  <a:pt x="286512" y="32003"/>
                </a:lnTo>
                <a:lnTo>
                  <a:pt x="335788" y="32003"/>
                </a:lnTo>
                <a:lnTo>
                  <a:pt x="342900" y="41148"/>
                </a:lnTo>
                <a:lnTo>
                  <a:pt x="331422" y="41743"/>
                </a:lnTo>
                <a:lnTo>
                  <a:pt x="319659" y="43624"/>
                </a:lnTo>
                <a:lnTo>
                  <a:pt x="279606" y="58935"/>
                </a:lnTo>
                <a:lnTo>
                  <a:pt x="239696" y="81176"/>
                </a:lnTo>
                <a:lnTo>
                  <a:pt x="222530" y="91439"/>
                </a:lnTo>
                <a:close/>
              </a:path>
              <a:path w="393700" h="401320">
                <a:moveTo>
                  <a:pt x="222504" y="146303"/>
                </a:moveTo>
                <a:lnTo>
                  <a:pt x="216408" y="146303"/>
                </a:lnTo>
                <a:lnTo>
                  <a:pt x="211836" y="143255"/>
                </a:lnTo>
                <a:lnTo>
                  <a:pt x="207264" y="134111"/>
                </a:lnTo>
                <a:lnTo>
                  <a:pt x="202168" y="126134"/>
                </a:lnTo>
                <a:lnTo>
                  <a:pt x="174259" y="96512"/>
                </a:lnTo>
                <a:lnTo>
                  <a:pt x="138683" y="73151"/>
                </a:lnTo>
                <a:lnTo>
                  <a:pt x="141732" y="68579"/>
                </a:lnTo>
                <a:lnTo>
                  <a:pt x="161163" y="74080"/>
                </a:lnTo>
                <a:lnTo>
                  <a:pt x="178308" y="79438"/>
                </a:lnTo>
                <a:lnTo>
                  <a:pt x="193167" y="85082"/>
                </a:lnTo>
                <a:lnTo>
                  <a:pt x="205740" y="91439"/>
                </a:lnTo>
                <a:lnTo>
                  <a:pt x="222530" y="91439"/>
                </a:lnTo>
                <a:lnTo>
                  <a:pt x="214884" y="96011"/>
                </a:lnTo>
                <a:lnTo>
                  <a:pt x="224623" y="102846"/>
                </a:lnTo>
                <a:lnTo>
                  <a:pt x="231076" y="109537"/>
                </a:lnTo>
                <a:lnTo>
                  <a:pt x="234386" y="115943"/>
                </a:lnTo>
                <a:lnTo>
                  <a:pt x="234696" y="121919"/>
                </a:lnTo>
                <a:lnTo>
                  <a:pt x="234696" y="131063"/>
                </a:lnTo>
                <a:lnTo>
                  <a:pt x="231648" y="137159"/>
                </a:lnTo>
                <a:lnTo>
                  <a:pt x="228600" y="140207"/>
                </a:lnTo>
                <a:lnTo>
                  <a:pt x="225552" y="144779"/>
                </a:lnTo>
                <a:lnTo>
                  <a:pt x="222504" y="146303"/>
                </a:lnTo>
                <a:close/>
              </a:path>
              <a:path w="393700" h="401320">
                <a:moveTo>
                  <a:pt x="16764" y="164591"/>
                </a:moveTo>
                <a:lnTo>
                  <a:pt x="0" y="149351"/>
                </a:lnTo>
                <a:lnTo>
                  <a:pt x="341376" y="149351"/>
                </a:lnTo>
                <a:lnTo>
                  <a:pt x="361188" y="128015"/>
                </a:lnTo>
                <a:lnTo>
                  <a:pt x="385806" y="158495"/>
                </a:lnTo>
                <a:lnTo>
                  <a:pt x="57912" y="158495"/>
                </a:lnTo>
                <a:lnTo>
                  <a:pt x="46767" y="158805"/>
                </a:lnTo>
                <a:lnTo>
                  <a:pt x="36195" y="159829"/>
                </a:lnTo>
                <a:lnTo>
                  <a:pt x="26193" y="161710"/>
                </a:lnTo>
                <a:lnTo>
                  <a:pt x="16764" y="164591"/>
                </a:lnTo>
                <a:close/>
              </a:path>
              <a:path w="393700" h="401320">
                <a:moveTo>
                  <a:pt x="4571" y="362712"/>
                </a:moveTo>
                <a:lnTo>
                  <a:pt x="0" y="356616"/>
                </a:lnTo>
                <a:lnTo>
                  <a:pt x="21978" y="341780"/>
                </a:lnTo>
                <a:lnTo>
                  <a:pt x="44386" y="324802"/>
                </a:lnTo>
                <a:lnTo>
                  <a:pt x="89916" y="284987"/>
                </a:lnTo>
                <a:lnTo>
                  <a:pt x="134112" y="231457"/>
                </a:lnTo>
                <a:lnTo>
                  <a:pt x="156352" y="197334"/>
                </a:lnTo>
                <a:lnTo>
                  <a:pt x="178308" y="158495"/>
                </a:lnTo>
                <a:lnTo>
                  <a:pt x="230124" y="158495"/>
                </a:lnTo>
                <a:lnTo>
                  <a:pt x="230124" y="167639"/>
                </a:lnTo>
                <a:lnTo>
                  <a:pt x="204216" y="167639"/>
                </a:lnTo>
                <a:lnTo>
                  <a:pt x="183332" y="201620"/>
                </a:lnTo>
                <a:lnTo>
                  <a:pt x="139279" y="260437"/>
                </a:lnTo>
                <a:lnTo>
                  <a:pt x="90939" y="306990"/>
                </a:lnTo>
                <a:lnTo>
                  <a:pt x="35456" y="345852"/>
                </a:lnTo>
                <a:lnTo>
                  <a:pt x="4571" y="362712"/>
                </a:lnTo>
                <a:close/>
              </a:path>
              <a:path w="393700" h="401320">
                <a:moveTo>
                  <a:pt x="310896" y="220979"/>
                </a:moveTo>
                <a:lnTo>
                  <a:pt x="303276" y="217931"/>
                </a:lnTo>
                <a:lnTo>
                  <a:pt x="342900" y="158495"/>
                </a:lnTo>
                <a:lnTo>
                  <a:pt x="385806" y="158495"/>
                </a:lnTo>
                <a:lnTo>
                  <a:pt x="393192" y="167639"/>
                </a:lnTo>
                <a:lnTo>
                  <a:pt x="378618" y="169330"/>
                </a:lnTo>
                <a:lnTo>
                  <a:pt x="360045" y="178879"/>
                </a:lnTo>
                <a:lnTo>
                  <a:pt x="337470" y="196143"/>
                </a:lnTo>
                <a:lnTo>
                  <a:pt x="310896" y="220979"/>
                </a:lnTo>
                <a:close/>
              </a:path>
              <a:path w="393700" h="401320">
                <a:moveTo>
                  <a:pt x="229550" y="356616"/>
                </a:moveTo>
                <a:lnTo>
                  <a:pt x="196596" y="356616"/>
                </a:lnTo>
                <a:lnTo>
                  <a:pt x="199644" y="355092"/>
                </a:lnTo>
                <a:lnTo>
                  <a:pt x="202692" y="355092"/>
                </a:lnTo>
                <a:lnTo>
                  <a:pt x="204216" y="350520"/>
                </a:lnTo>
                <a:lnTo>
                  <a:pt x="204216" y="167639"/>
                </a:lnTo>
                <a:lnTo>
                  <a:pt x="230124" y="167639"/>
                </a:lnTo>
                <a:lnTo>
                  <a:pt x="230124" y="350520"/>
                </a:lnTo>
                <a:lnTo>
                  <a:pt x="229550" y="356616"/>
                </a:lnTo>
                <a:close/>
              </a:path>
              <a:path w="393700" h="401320">
                <a:moveTo>
                  <a:pt x="192024" y="400812"/>
                </a:moveTo>
                <a:lnTo>
                  <a:pt x="187761" y="387119"/>
                </a:lnTo>
                <a:lnTo>
                  <a:pt x="177355" y="375856"/>
                </a:lnTo>
                <a:lnTo>
                  <a:pt x="160948" y="367164"/>
                </a:lnTo>
                <a:lnTo>
                  <a:pt x="138683" y="361188"/>
                </a:lnTo>
                <a:lnTo>
                  <a:pt x="138683" y="353568"/>
                </a:lnTo>
                <a:lnTo>
                  <a:pt x="155543" y="355330"/>
                </a:lnTo>
                <a:lnTo>
                  <a:pt x="169545" y="356235"/>
                </a:lnTo>
                <a:lnTo>
                  <a:pt x="180689" y="356568"/>
                </a:lnTo>
                <a:lnTo>
                  <a:pt x="229550" y="356616"/>
                </a:lnTo>
                <a:lnTo>
                  <a:pt x="228457" y="368236"/>
                </a:lnTo>
                <a:lnTo>
                  <a:pt x="221361" y="382523"/>
                </a:lnTo>
                <a:lnTo>
                  <a:pt x="209121" y="393382"/>
                </a:lnTo>
                <a:lnTo>
                  <a:pt x="192024" y="40081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</a:endParaRPr>
          </a:p>
        </p:txBody>
      </p:sp>
      <p:sp>
        <p:nvSpPr>
          <p:cNvPr id="113" name="object 113"/>
          <p:cNvSpPr/>
          <p:nvPr/>
        </p:nvSpPr>
        <p:spPr>
          <a:xfrm>
            <a:off x="8685276" y="5993892"/>
            <a:ext cx="394970" cy="411480"/>
          </a:xfrm>
          <a:custGeom>
            <a:avLst/>
            <a:gdLst/>
            <a:ahLst/>
            <a:cxnLst/>
            <a:rect l="l" t="t" r="r" b="b"/>
            <a:pathLst>
              <a:path w="394970" h="411479">
                <a:moveTo>
                  <a:pt x="192551" y="50292"/>
                </a:moveTo>
                <a:lnTo>
                  <a:pt x="83820" y="50292"/>
                </a:lnTo>
                <a:lnTo>
                  <a:pt x="122110" y="46315"/>
                </a:lnTo>
                <a:lnTo>
                  <a:pt x="159258" y="41338"/>
                </a:lnTo>
                <a:lnTo>
                  <a:pt x="230124" y="28956"/>
                </a:lnTo>
                <a:lnTo>
                  <a:pt x="288226" y="15049"/>
                </a:lnTo>
                <a:lnTo>
                  <a:pt x="324612" y="0"/>
                </a:lnTo>
                <a:lnTo>
                  <a:pt x="352044" y="32004"/>
                </a:lnTo>
                <a:lnTo>
                  <a:pt x="332303" y="33694"/>
                </a:lnTo>
                <a:lnTo>
                  <a:pt x="240792" y="44196"/>
                </a:lnTo>
                <a:lnTo>
                  <a:pt x="200834" y="49387"/>
                </a:lnTo>
                <a:lnTo>
                  <a:pt x="192551" y="50292"/>
                </a:lnTo>
                <a:close/>
              </a:path>
              <a:path w="394970" h="411479">
                <a:moveTo>
                  <a:pt x="4572" y="411480"/>
                </a:moveTo>
                <a:lnTo>
                  <a:pt x="0" y="406908"/>
                </a:lnTo>
                <a:lnTo>
                  <a:pt x="14859" y="381762"/>
                </a:lnTo>
                <a:lnTo>
                  <a:pt x="27432" y="356616"/>
                </a:lnTo>
                <a:lnTo>
                  <a:pt x="45720" y="306324"/>
                </a:lnTo>
                <a:lnTo>
                  <a:pt x="54673" y="250317"/>
                </a:lnTo>
                <a:lnTo>
                  <a:pt x="57912" y="182880"/>
                </a:lnTo>
                <a:lnTo>
                  <a:pt x="58531" y="146923"/>
                </a:lnTo>
                <a:lnTo>
                  <a:pt x="58293" y="110109"/>
                </a:lnTo>
                <a:lnTo>
                  <a:pt x="57451" y="71628"/>
                </a:lnTo>
                <a:lnTo>
                  <a:pt x="56388" y="35052"/>
                </a:lnTo>
                <a:lnTo>
                  <a:pt x="83820" y="50292"/>
                </a:lnTo>
                <a:lnTo>
                  <a:pt x="192551" y="50292"/>
                </a:lnTo>
                <a:lnTo>
                  <a:pt x="161163" y="53721"/>
                </a:lnTo>
                <a:lnTo>
                  <a:pt x="83820" y="60960"/>
                </a:lnTo>
                <a:lnTo>
                  <a:pt x="83248" y="136945"/>
                </a:lnTo>
                <a:lnTo>
                  <a:pt x="81534" y="197929"/>
                </a:lnTo>
                <a:lnTo>
                  <a:pt x="78676" y="243768"/>
                </a:lnTo>
                <a:lnTo>
                  <a:pt x="68961" y="296013"/>
                </a:lnTo>
                <a:lnTo>
                  <a:pt x="51816" y="345948"/>
                </a:lnTo>
                <a:lnTo>
                  <a:pt x="20312" y="393525"/>
                </a:lnTo>
                <a:lnTo>
                  <a:pt x="4572" y="411480"/>
                </a:lnTo>
                <a:close/>
              </a:path>
              <a:path w="394970" h="411479">
                <a:moveTo>
                  <a:pt x="240792" y="114300"/>
                </a:moveTo>
                <a:lnTo>
                  <a:pt x="216407" y="114300"/>
                </a:lnTo>
                <a:lnTo>
                  <a:pt x="219456" y="56388"/>
                </a:lnTo>
                <a:lnTo>
                  <a:pt x="257556" y="71628"/>
                </a:lnTo>
                <a:lnTo>
                  <a:pt x="243840" y="83820"/>
                </a:lnTo>
                <a:lnTo>
                  <a:pt x="240792" y="114300"/>
                </a:lnTo>
                <a:close/>
              </a:path>
              <a:path w="394970" h="411479">
                <a:moveTo>
                  <a:pt x="394716" y="124968"/>
                </a:moveTo>
                <a:lnTo>
                  <a:pt x="83820" y="124968"/>
                </a:lnTo>
                <a:lnTo>
                  <a:pt x="83820" y="114300"/>
                </a:lnTo>
                <a:lnTo>
                  <a:pt x="345948" y="114300"/>
                </a:lnTo>
                <a:lnTo>
                  <a:pt x="365760" y="96012"/>
                </a:lnTo>
                <a:lnTo>
                  <a:pt x="394716" y="124968"/>
                </a:lnTo>
                <a:close/>
              </a:path>
              <a:path w="394970" h="411479">
                <a:moveTo>
                  <a:pt x="234695" y="179832"/>
                </a:moveTo>
                <a:lnTo>
                  <a:pt x="211836" y="179832"/>
                </a:lnTo>
                <a:lnTo>
                  <a:pt x="216407" y="124968"/>
                </a:lnTo>
                <a:lnTo>
                  <a:pt x="240792" y="124968"/>
                </a:lnTo>
                <a:lnTo>
                  <a:pt x="234695" y="179832"/>
                </a:lnTo>
                <a:close/>
              </a:path>
              <a:path w="394970" h="411479">
                <a:moveTo>
                  <a:pt x="124968" y="403860"/>
                </a:moveTo>
                <a:lnTo>
                  <a:pt x="125849" y="373260"/>
                </a:lnTo>
                <a:lnTo>
                  <a:pt x="126301" y="343090"/>
                </a:lnTo>
                <a:lnTo>
                  <a:pt x="126412" y="243768"/>
                </a:lnTo>
                <a:lnTo>
                  <a:pt x="126301" y="224028"/>
                </a:lnTo>
                <a:lnTo>
                  <a:pt x="125849" y="194310"/>
                </a:lnTo>
                <a:lnTo>
                  <a:pt x="124968" y="164592"/>
                </a:lnTo>
                <a:lnTo>
                  <a:pt x="149352" y="179832"/>
                </a:lnTo>
                <a:lnTo>
                  <a:pt x="347472" y="179832"/>
                </a:lnTo>
                <a:lnTo>
                  <a:pt x="356616" y="188976"/>
                </a:lnTo>
                <a:lnTo>
                  <a:pt x="354520" y="190500"/>
                </a:lnTo>
                <a:lnTo>
                  <a:pt x="149352" y="190500"/>
                </a:lnTo>
                <a:lnTo>
                  <a:pt x="149352" y="239268"/>
                </a:lnTo>
                <a:lnTo>
                  <a:pt x="339879" y="239268"/>
                </a:lnTo>
                <a:lnTo>
                  <a:pt x="339887" y="249935"/>
                </a:lnTo>
                <a:lnTo>
                  <a:pt x="149352" y="249935"/>
                </a:lnTo>
                <a:lnTo>
                  <a:pt x="149352" y="298704"/>
                </a:lnTo>
                <a:lnTo>
                  <a:pt x="340103" y="298704"/>
                </a:lnTo>
                <a:lnTo>
                  <a:pt x="340171" y="309371"/>
                </a:lnTo>
                <a:lnTo>
                  <a:pt x="149352" y="309371"/>
                </a:lnTo>
                <a:lnTo>
                  <a:pt x="149352" y="358139"/>
                </a:lnTo>
                <a:lnTo>
                  <a:pt x="341125" y="358139"/>
                </a:lnTo>
                <a:lnTo>
                  <a:pt x="341137" y="358687"/>
                </a:lnTo>
                <a:lnTo>
                  <a:pt x="341801" y="368808"/>
                </a:lnTo>
                <a:lnTo>
                  <a:pt x="149352" y="368808"/>
                </a:lnTo>
                <a:lnTo>
                  <a:pt x="149352" y="391668"/>
                </a:lnTo>
                <a:lnTo>
                  <a:pt x="124968" y="403860"/>
                </a:lnTo>
                <a:close/>
              </a:path>
              <a:path w="394970" h="411479">
                <a:moveTo>
                  <a:pt x="347472" y="179832"/>
                </a:moveTo>
                <a:lnTo>
                  <a:pt x="315468" y="179832"/>
                </a:lnTo>
                <a:lnTo>
                  <a:pt x="332232" y="164592"/>
                </a:lnTo>
                <a:lnTo>
                  <a:pt x="347472" y="179832"/>
                </a:lnTo>
                <a:close/>
              </a:path>
              <a:path w="394970" h="411479">
                <a:moveTo>
                  <a:pt x="339879" y="239268"/>
                </a:moveTo>
                <a:lnTo>
                  <a:pt x="316992" y="239268"/>
                </a:lnTo>
                <a:lnTo>
                  <a:pt x="316992" y="190500"/>
                </a:lnTo>
                <a:lnTo>
                  <a:pt x="354520" y="190500"/>
                </a:lnTo>
                <a:lnTo>
                  <a:pt x="339852" y="201168"/>
                </a:lnTo>
                <a:lnTo>
                  <a:pt x="339879" y="239268"/>
                </a:lnTo>
                <a:close/>
              </a:path>
              <a:path w="394970" h="411479">
                <a:moveTo>
                  <a:pt x="340103" y="298704"/>
                </a:moveTo>
                <a:lnTo>
                  <a:pt x="316992" y="298704"/>
                </a:lnTo>
                <a:lnTo>
                  <a:pt x="316992" y="249935"/>
                </a:lnTo>
                <a:lnTo>
                  <a:pt x="339887" y="249935"/>
                </a:lnTo>
                <a:lnTo>
                  <a:pt x="340006" y="283464"/>
                </a:lnTo>
                <a:lnTo>
                  <a:pt x="340103" y="298704"/>
                </a:lnTo>
                <a:close/>
              </a:path>
              <a:path w="394970" h="411479">
                <a:moveTo>
                  <a:pt x="341125" y="358139"/>
                </a:moveTo>
                <a:lnTo>
                  <a:pt x="316992" y="358139"/>
                </a:lnTo>
                <a:lnTo>
                  <a:pt x="316992" y="309371"/>
                </a:lnTo>
                <a:lnTo>
                  <a:pt x="340171" y="309371"/>
                </a:lnTo>
                <a:lnTo>
                  <a:pt x="340233" y="319087"/>
                </a:lnTo>
                <a:lnTo>
                  <a:pt x="341125" y="358139"/>
                </a:lnTo>
                <a:close/>
              </a:path>
              <a:path w="394970" h="411479">
                <a:moveTo>
                  <a:pt x="316992" y="397764"/>
                </a:moveTo>
                <a:lnTo>
                  <a:pt x="316992" y="368808"/>
                </a:lnTo>
                <a:lnTo>
                  <a:pt x="341801" y="368808"/>
                </a:lnTo>
                <a:lnTo>
                  <a:pt x="342900" y="385572"/>
                </a:lnTo>
                <a:lnTo>
                  <a:pt x="316992" y="39776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</a:endParaRPr>
          </a:p>
        </p:txBody>
      </p:sp>
      <p:pic>
        <p:nvPicPr>
          <p:cNvPr id="114" name="object 114"/>
          <p:cNvPicPr/>
          <p:nvPr/>
        </p:nvPicPr>
        <p:blipFill>
          <a:blip r:embed="rId18" cstate="print"/>
          <a:stretch>
            <a:fillRect/>
          </a:stretch>
        </p:blipFill>
        <p:spPr>
          <a:xfrm>
            <a:off x="9174479" y="6265164"/>
            <a:ext cx="96012" cy="96012"/>
          </a:xfrm>
          <a:prstGeom prst="rect">
            <a:avLst/>
          </a:prstGeom>
        </p:spPr>
      </p:pic>
      <p:grpSp>
        <p:nvGrpSpPr>
          <p:cNvPr id="115" name="object 2">
            <a:extLst>
              <a:ext uri="{FF2B5EF4-FFF2-40B4-BE49-F238E27FC236}">
                <a16:creationId xmlns:a16="http://schemas.microsoft.com/office/drawing/2014/main" id="{07232A7E-83D4-4582-BC87-A970C5927D57}"/>
              </a:ext>
            </a:extLst>
          </p:cNvPr>
          <p:cNvGrpSpPr/>
          <p:nvPr/>
        </p:nvGrpSpPr>
        <p:grpSpPr>
          <a:xfrm>
            <a:off x="9008490" y="7278434"/>
            <a:ext cx="189230" cy="146685"/>
            <a:chOff x="9560052" y="7229856"/>
            <a:chExt cx="189230" cy="146685"/>
          </a:xfrm>
        </p:grpSpPr>
        <p:pic>
          <p:nvPicPr>
            <p:cNvPr id="116" name="object 3">
              <a:extLst>
                <a:ext uri="{FF2B5EF4-FFF2-40B4-BE49-F238E27FC236}">
                  <a16:creationId xmlns:a16="http://schemas.microsoft.com/office/drawing/2014/main" id="{7D9E0287-EB69-4D65-8F91-98C469C88F4D}"/>
                </a:ext>
              </a:extLst>
            </p:cNvPr>
            <p:cNvPicPr/>
            <p:nvPr/>
          </p:nvPicPr>
          <p:blipFill>
            <a:blip r:embed="rId19" cstate="print"/>
            <a:stretch>
              <a:fillRect/>
            </a:stretch>
          </p:blipFill>
          <p:spPr>
            <a:xfrm>
              <a:off x="9560052" y="7229856"/>
              <a:ext cx="86868" cy="146304"/>
            </a:xfrm>
            <a:prstGeom prst="rect">
              <a:avLst/>
            </a:prstGeom>
          </p:spPr>
        </p:pic>
        <p:pic>
          <p:nvPicPr>
            <p:cNvPr id="117" name="object 4">
              <a:extLst>
                <a:ext uri="{FF2B5EF4-FFF2-40B4-BE49-F238E27FC236}">
                  <a16:creationId xmlns:a16="http://schemas.microsoft.com/office/drawing/2014/main" id="{95DDF254-42F5-42F0-A019-4B38533891D5}"/>
                </a:ext>
              </a:extLst>
            </p:cNvPr>
            <p:cNvPicPr/>
            <p:nvPr/>
          </p:nvPicPr>
          <p:blipFill>
            <a:blip r:embed="rId20" cstate="print"/>
            <a:stretch>
              <a:fillRect/>
            </a:stretch>
          </p:blipFill>
          <p:spPr>
            <a:xfrm>
              <a:off x="9680448" y="7231380"/>
              <a:ext cx="68579" cy="141732"/>
            </a:xfrm>
            <a:prstGeom prst="rect">
              <a:avLst/>
            </a:prstGeom>
          </p:spPr>
        </p:pic>
      </p:grpSp>
    </p:spTree>
    <p:extLst>
      <p:ext uri="{BB962C8B-B14F-4D97-AF65-F5344CB8AC3E}">
        <p14:creationId xmlns:p14="http://schemas.microsoft.com/office/powerpoint/2010/main" val="815592395"/>
      </p:ext>
    </p:extLst>
  </p:cSld>
  <p:clrMapOvr>
    <a:masterClrMapping/>
  </p:clrMapOvr>
</p:sld>
</file>

<file path=ppt/slides/slide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9560052" y="7229856"/>
            <a:ext cx="196850" cy="146685"/>
            <a:chOff x="9560052" y="7229856"/>
            <a:chExt cx="196850" cy="146685"/>
          </a:xfrm>
        </p:grpSpPr>
        <p:pic>
          <p:nvPicPr>
            <p:cNvPr id="3" name="object 3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9560052" y="7229856"/>
              <a:ext cx="86868" cy="146304"/>
            </a:xfrm>
            <a:prstGeom prst="rect">
              <a:avLst/>
            </a:prstGeom>
          </p:spPr>
        </p:pic>
        <p:pic>
          <p:nvPicPr>
            <p:cNvPr id="4" name="object 4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9668255" y="7229856"/>
              <a:ext cx="88392" cy="143256"/>
            </a:xfrm>
            <a:prstGeom prst="rect">
              <a:avLst/>
            </a:prstGeom>
          </p:spPr>
        </p:pic>
      </p:grpSp>
      <p:sp>
        <p:nvSpPr>
          <p:cNvPr id="5" name="object 5"/>
          <p:cNvSpPr/>
          <p:nvPr/>
        </p:nvSpPr>
        <p:spPr>
          <a:xfrm>
            <a:off x="1723644" y="1280159"/>
            <a:ext cx="556260" cy="554990"/>
          </a:xfrm>
          <a:custGeom>
            <a:avLst/>
            <a:gdLst/>
            <a:ahLst/>
            <a:cxnLst/>
            <a:rect l="l" t="t" r="r" b="b"/>
            <a:pathLst>
              <a:path w="556260" h="554989">
                <a:moveTo>
                  <a:pt x="505968" y="281940"/>
                </a:moveTo>
                <a:lnTo>
                  <a:pt x="468201" y="259151"/>
                </a:lnTo>
                <a:lnTo>
                  <a:pt x="434721" y="232219"/>
                </a:lnTo>
                <a:lnTo>
                  <a:pt x="405241" y="201572"/>
                </a:lnTo>
                <a:lnTo>
                  <a:pt x="379476" y="167640"/>
                </a:lnTo>
                <a:lnTo>
                  <a:pt x="358354" y="130516"/>
                </a:lnTo>
                <a:lnTo>
                  <a:pt x="340804" y="90106"/>
                </a:lnTo>
                <a:lnTo>
                  <a:pt x="326969" y="46553"/>
                </a:lnTo>
                <a:lnTo>
                  <a:pt x="316992" y="0"/>
                </a:lnTo>
                <a:lnTo>
                  <a:pt x="361188" y="19812"/>
                </a:lnTo>
                <a:lnTo>
                  <a:pt x="342900" y="32004"/>
                </a:lnTo>
                <a:lnTo>
                  <a:pt x="357735" y="76533"/>
                </a:lnTo>
                <a:lnTo>
                  <a:pt x="376999" y="116205"/>
                </a:lnTo>
                <a:lnTo>
                  <a:pt x="400550" y="150733"/>
                </a:lnTo>
                <a:lnTo>
                  <a:pt x="428244" y="179832"/>
                </a:lnTo>
                <a:lnTo>
                  <a:pt x="458533" y="203549"/>
                </a:lnTo>
                <a:lnTo>
                  <a:pt x="522541" y="235553"/>
                </a:lnTo>
                <a:lnTo>
                  <a:pt x="556260" y="243840"/>
                </a:lnTo>
                <a:lnTo>
                  <a:pt x="556260" y="251460"/>
                </a:lnTo>
                <a:lnTo>
                  <a:pt x="539400" y="255150"/>
                </a:lnTo>
                <a:lnTo>
                  <a:pt x="525399" y="261556"/>
                </a:lnTo>
                <a:lnTo>
                  <a:pt x="514254" y="270533"/>
                </a:lnTo>
                <a:lnTo>
                  <a:pt x="505968" y="281940"/>
                </a:lnTo>
                <a:close/>
              </a:path>
              <a:path w="556260" h="554989">
                <a:moveTo>
                  <a:pt x="4572" y="301752"/>
                </a:moveTo>
                <a:lnTo>
                  <a:pt x="0" y="294132"/>
                </a:lnTo>
                <a:lnTo>
                  <a:pt x="30003" y="267866"/>
                </a:lnTo>
                <a:lnTo>
                  <a:pt x="58293" y="239458"/>
                </a:lnTo>
                <a:lnTo>
                  <a:pt x="84867" y="209049"/>
                </a:lnTo>
                <a:lnTo>
                  <a:pt x="109728" y="176784"/>
                </a:lnTo>
                <a:lnTo>
                  <a:pt x="133111" y="140779"/>
                </a:lnTo>
                <a:lnTo>
                  <a:pt x="155067" y="101346"/>
                </a:lnTo>
                <a:lnTo>
                  <a:pt x="175307" y="58483"/>
                </a:lnTo>
                <a:lnTo>
                  <a:pt x="193548" y="12192"/>
                </a:lnTo>
                <a:lnTo>
                  <a:pt x="242316" y="48768"/>
                </a:lnTo>
                <a:lnTo>
                  <a:pt x="220980" y="59436"/>
                </a:lnTo>
                <a:lnTo>
                  <a:pt x="199858" y="97155"/>
                </a:lnTo>
                <a:lnTo>
                  <a:pt x="177736" y="132588"/>
                </a:lnTo>
                <a:lnTo>
                  <a:pt x="154757" y="165735"/>
                </a:lnTo>
                <a:lnTo>
                  <a:pt x="131064" y="196596"/>
                </a:lnTo>
                <a:lnTo>
                  <a:pt x="104441" y="225456"/>
                </a:lnTo>
                <a:lnTo>
                  <a:pt x="74676" y="252603"/>
                </a:lnTo>
                <a:lnTo>
                  <a:pt x="41481" y="278034"/>
                </a:lnTo>
                <a:lnTo>
                  <a:pt x="4572" y="301752"/>
                </a:lnTo>
                <a:close/>
              </a:path>
              <a:path w="556260" h="554989">
                <a:moveTo>
                  <a:pt x="120396" y="263652"/>
                </a:moveTo>
                <a:lnTo>
                  <a:pt x="100584" y="243840"/>
                </a:lnTo>
                <a:lnTo>
                  <a:pt x="373380" y="243840"/>
                </a:lnTo>
                <a:lnTo>
                  <a:pt x="397764" y="220980"/>
                </a:lnTo>
                <a:lnTo>
                  <a:pt x="431292" y="254508"/>
                </a:lnTo>
                <a:lnTo>
                  <a:pt x="424688" y="259080"/>
                </a:lnTo>
                <a:lnTo>
                  <a:pt x="141732" y="259080"/>
                </a:lnTo>
                <a:lnTo>
                  <a:pt x="120396" y="263652"/>
                </a:lnTo>
                <a:close/>
              </a:path>
              <a:path w="556260" h="554989">
                <a:moveTo>
                  <a:pt x="32004" y="554736"/>
                </a:moveTo>
                <a:lnTo>
                  <a:pt x="27431" y="545592"/>
                </a:lnTo>
                <a:lnTo>
                  <a:pt x="76628" y="516993"/>
                </a:lnTo>
                <a:lnTo>
                  <a:pt x="116967" y="485965"/>
                </a:lnTo>
                <a:lnTo>
                  <a:pt x="148732" y="452366"/>
                </a:lnTo>
                <a:lnTo>
                  <a:pt x="172212" y="416052"/>
                </a:lnTo>
                <a:lnTo>
                  <a:pt x="188547" y="377809"/>
                </a:lnTo>
                <a:lnTo>
                  <a:pt x="201168" y="338709"/>
                </a:lnTo>
                <a:lnTo>
                  <a:pt x="210359" y="299037"/>
                </a:lnTo>
                <a:lnTo>
                  <a:pt x="216408" y="259080"/>
                </a:lnTo>
                <a:lnTo>
                  <a:pt x="254508" y="259080"/>
                </a:lnTo>
                <a:lnTo>
                  <a:pt x="245030" y="308514"/>
                </a:lnTo>
                <a:lnTo>
                  <a:pt x="232410" y="353949"/>
                </a:lnTo>
                <a:lnTo>
                  <a:pt x="216360" y="395382"/>
                </a:lnTo>
                <a:lnTo>
                  <a:pt x="196596" y="432816"/>
                </a:lnTo>
                <a:lnTo>
                  <a:pt x="170021" y="466224"/>
                </a:lnTo>
                <a:lnTo>
                  <a:pt x="133731" y="497776"/>
                </a:lnTo>
                <a:lnTo>
                  <a:pt x="87725" y="527327"/>
                </a:lnTo>
                <a:lnTo>
                  <a:pt x="32004" y="554736"/>
                </a:lnTo>
                <a:close/>
              </a:path>
              <a:path w="556260" h="554989">
                <a:moveTo>
                  <a:pt x="388433" y="497109"/>
                </a:moveTo>
                <a:lnTo>
                  <a:pt x="320516" y="497109"/>
                </a:lnTo>
                <a:lnTo>
                  <a:pt x="332232" y="496824"/>
                </a:lnTo>
                <a:lnTo>
                  <a:pt x="340804" y="494252"/>
                </a:lnTo>
                <a:lnTo>
                  <a:pt x="364236" y="445960"/>
                </a:lnTo>
                <a:lnTo>
                  <a:pt x="368808" y="403098"/>
                </a:lnTo>
                <a:lnTo>
                  <a:pt x="373380" y="340804"/>
                </a:lnTo>
                <a:lnTo>
                  <a:pt x="377952" y="259080"/>
                </a:lnTo>
                <a:lnTo>
                  <a:pt x="424688" y="259080"/>
                </a:lnTo>
                <a:lnTo>
                  <a:pt x="411480" y="268223"/>
                </a:lnTo>
                <a:lnTo>
                  <a:pt x="409102" y="338084"/>
                </a:lnTo>
                <a:lnTo>
                  <a:pt x="405627" y="395874"/>
                </a:lnTo>
                <a:lnTo>
                  <a:pt x="401055" y="441594"/>
                </a:lnTo>
                <a:lnTo>
                  <a:pt x="395386" y="475244"/>
                </a:lnTo>
                <a:lnTo>
                  <a:pt x="388620" y="496824"/>
                </a:lnTo>
                <a:lnTo>
                  <a:pt x="388433" y="497109"/>
                </a:lnTo>
                <a:close/>
              </a:path>
              <a:path w="556260" h="554989">
                <a:moveTo>
                  <a:pt x="321564" y="553212"/>
                </a:moveTo>
                <a:lnTo>
                  <a:pt x="314729" y="535209"/>
                </a:lnTo>
                <a:lnTo>
                  <a:pt x="301180" y="520065"/>
                </a:lnTo>
                <a:lnTo>
                  <a:pt x="281058" y="507777"/>
                </a:lnTo>
                <a:lnTo>
                  <a:pt x="254508" y="498348"/>
                </a:lnTo>
                <a:lnTo>
                  <a:pt x="254508" y="487679"/>
                </a:lnTo>
                <a:lnTo>
                  <a:pt x="281654" y="492537"/>
                </a:lnTo>
                <a:lnTo>
                  <a:pt x="303657" y="495681"/>
                </a:lnTo>
                <a:lnTo>
                  <a:pt x="320516" y="497109"/>
                </a:lnTo>
                <a:lnTo>
                  <a:pt x="388433" y="497109"/>
                </a:lnTo>
                <a:lnTo>
                  <a:pt x="376856" y="514850"/>
                </a:lnTo>
                <a:lnTo>
                  <a:pt x="361950" y="530161"/>
                </a:lnTo>
                <a:lnTo>
                  <a:pt x="343614" y="542901"/>
                </a:lnTo>
                <a:lnTo>
                  <a:pt x="321564" y="553212"/>
                </a:lnTo>
                <a:close/>
              </a:path>
            </a:pathLst>
          </a:custGeom>
          <a:solidFill>
            <a:srgbClr val="3333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" name="object 6"/>
          <p:cNvSpPr/>
          <p:nvPr/>
        </p:nvSpPr>
        <p:spPr>
          <a:xfrm>
            <a:off x="2334767" y="1272540"/>
            <a:ext cx="556260" cy="562610"/>
          </a:xfrm>
          <a:custGeom>
            <a:avLst/>
            <a:gdLst/>
            <a:ahLst/>
            <a:cxnLst/>
            <a:rect l="l" t="t" r="r" b="b"/>
            <a:pathLst>
              <a:path w="556260" h="562610">
                <a:moveTo>
                  <a:pt x="134112" y="144780"/>
                </a:moveTo>
                <a:lnTo>
                  <a:pt x="100584" y="144780"/>
                </a:lnTo>
                <a:lnTo>
                  <a:pt x="100322" y="103298"/>
                </a:lnTo>
                <a:lnTo>
                  <a:pt x="99631" y="65532"/>
                </a:lnTo>
                <a:lnTo>
                  <a:pt x="98602" y="29718"/>
                </a:lnTo>
                <a:lnTo>
                  <a:pt x="97536" y="0"/>
                </a:lnTo>
                <a:lnTo>
                  <a:pt x="152400" y="27432"/>
                </a:lnTo>
                <a:lnTo>
                  <a:pt x="134112" y="44196"/>
                </a:lnTo>
                <a:lnTo>
                  <a:pt x="134112" y="144780"/>
                </a:lnTo>
                <a:close/>
              </a:path>
              <a:path w="556260" h="562610">
                <a:moveTo>
                  <a:pt x="404995" y="62484"/>
                </a:moveTo>
                <a:lnTo>
                  <a:pt x="295656" y="62484"/>
                </a:lnTo>
                <a:lnTo>
                  <a:pt x="318206" y="59626"/>
                </a:lnTo>
                <a:lnTo>
                  <a:pt x="342328" y="55626"/>
                </a:lnTo>
                <a:lnTo>
                  <a:pt x="394716" y="44196"/>
                </a:lnTo>
                <a:lnTo>
                  <a:pt x="444055" y="29718"/>
                </a:lnTo>
                <a:lnTo>
                  <a:pt x="483108" y="10668"/>
                </a:lnTo>
                <a:lnTo>
                  <a:pt x="522732" y="53340"/>
                </a:lnTo>
                <a:lnTo>
                  <a:pt x="497324" y="53887"/>
                </a:lnTo>
                <a:lnTo>
                  <a:pt x="450913" y="57721"/>
                </a:lnTo>
                <a:lnTo>
                  <a:pt x="404995" y="62484"/>
                </a:lnTo>
                <a:close/>
              </a:path>
              <a:path w="556260" h="562610">
                <a:moveTo>
                  <a:pt x="161544" y="560832"/>
                </a:moveTo>
                <a:lnTo>
                  <a:pt x="156972" y="553212"/>
                </a:lnTo>
                <a:lnTo>
                  <a:pt x="185499" y="518088"/>
                </a:lnTo>
                <a:lnTo>
                  <a:pt x="209169" y="483679"/>
                </a:lnTo>
                <a:lnTo>
                  <a:pt x="227695" y="450127"/>
                </a:lnTo>
                <a:lnTo>
                  <a:pt x="250555" y="381571"/>
                </a:lnTo>
                <a:lnTo>
                  <a:pt x="257175" y="339852"/>
                </a:lnTo>
                <a:lnTo>
                  <a:pt x="260937" y="292417"/>
                </a:lnTo>
                <a:lnTo>
                  <a:pt x="261982" y="245745"/>
                </a:lnTo>
                <a:lnTo>
                  <a:pt x="262037" y="163068"/>
                </a:lnTo>
                <a:lnTo>
                  <a:pt x="261937" y="132016"/>
                </a:lnTo>
                <a:lnTo>
                  <a:pt x="261485" y="83891"/>
                </a:lnTo>
                <a:lnTo>
                  <a:pt x="260604" y="39623"/>
                </a:lnTo>
                <a:lnTo>
                  <a:pt x="295656" y="62484"/>
                </a:lnTo>
                <a:lnTo>
                  <a:pt x="404995" y="62484"/>
                </a:lnTo>
                <a:lnTo>
                  <a:pt x="295656" y="74676"/>
                </a:lnTo>
                <a:lnTo>
                  <a:pt x="295656" y="216408"/>
                </a:lnTo>
                <a:lnTo>
                  <a:pt x="542544" y="216408"/>
                </a:lnTo>
                <a:lnTo>
                  <a:pt x="556260" y="230123"/>
                </a:lnTo>
                <a:lnTo>
                  <a:pt x="295656" y="230123"/>
                </a:lnTo>
                <a:lnTo>
                  <a:pt x="294203" y="290155"/>
                </a:lnTo>
                <a:lnTo>
                  <a:pt x="289750" y="342328"/>
                </a:lnTo>
                <a:lnTo>
                  <a:pt x="282154" y="386786"/>
                </a:lnTo>
                <a:lnTo>
                  <a:pt x="271272" y="423672"/>
                </a:lnTo>
                <a:lnTo>
                  <a:pt x="231267" y="491680"/>
                </a:lnTo>
                <a:lnTo>
                  <a:pt x="200120" y="525899"/>
                </a:lnTo>
                <a:lnTo>
                  <a:pt x="161544" y="560832"/>
                </a:lnTo>
                <a:close/>
              </a:path>
              <a:path w="556260" h="562610">
                <a:moveTo>
                  <a:pt x="18288" y="163068"/>
                </a:moveTo>
                <a:lnTo>
                  <a:pt x="0" y="144780"/>
                </a:lnTo>
                <a:lnTo>
                  <a:pt x="167640" y="144780"/>
                </a:lnTo>
                <a:lnTo>
                  <a:pt x="193548" y="117347"/>
                </a:lnTo>
                <a:lnTo>
                  <a:pt x="233172" y="158496"/>
                </a:lnTo>
                <a:lnTo>
                  <a:pt x="39624" y="158496"/>
                </a:lnTo>
                <a:lnTo>
                  <a:pt x="18288" y="163068"/>
                </a:lnTo>
                <a:close/>
              </a:path>
              <a:path w="556260" h="562610">
                <a:moveTo>
                  <a:pt x="9143" y="426720"/>
                </a:moveTo>
                <a:lnTo>
                  <a:pt x="1524" y="422148"/>
                </a:lnTo>
                <a:lnTo>
                  <a:pt x="23890" y="382404"/>
                </a:lnTo>
                <a:lnTo>
                  <a:pt x="43800" y="340924"/>
                </a:lnTo>
                <a:lnTo>
                  <a:pt x="61341" y="297751"/>
                </a:lnTo>
                <a:lnTo>
                  <a:pt x="76595" y="252927"/>
                </a:lnTo>
                <a:lnTo>
                  <a:pt x="89647" y="206494"/>
                </a:lnTo>
                <a:lnTo>
                  <a:pt x="100584" y="158496"/>
                </a:lnTo>
                <a:lnTo>
                  <a:pt x="134112" y="158496"/>
                </a:lnTo>
                <a:lnTo>
                  <a:pt x="134112" y="220980"/>
                </a:lnTo>
                <a:lnTo>
                  <a:pt x="158972" y="234076"/>
                </a:lnTo>
                <a:lnTo>
                  <a:pt x="160018" y="234696"/>
                </a:lnTo>
                <a:lnTo>
                  <a:pt x="134112" y="234696"/>
                </a:lnTo>
                <a:lnTo>
                  <a:pt x="134115" y="272796"/>
                </a:lnTo>
                <a:lnTo>
                  <a:pt x="100584" y="272796"/>
                </a:lnTo>
                <a:lnTo>
                  <a:pt x="81153" y="313991"/>
                </a:lnTo>
                <a:lnTo>
                  <a:pt x="59435" y="353187"/>
                </a:lnTo>
                <a:lnTo>
                  <a:pt x="35432" y="390667"/>
                </a:lnTo>
                <a:lnTo>
                  <a:pt x="9143" y="426720"/>
                </a:lnTo>
                <a:close/>
              </a:path>
              <a:path w="556260" h="562610">
                <a:moveTo>
                  <a:pt x="542544" y="216408"/>
                </a:moveTo>
                <a:lnTo>
                  <a:pt x="484632" y="216408"/>
                </a:lnTo>
                <a:lnTo>
                  <a:pt x="513588" y="187452"/>
                </a:lnTo>
                <a:lnTo>
                  <a:pt x="542544" y="216408"/>
                </a:lnTo>
                <a:close/>
              </a:path>
              <a:path w="556260" h="562610">
                <a:moveTo>
                  <a:pt x="411480" y="557784"/>
                </a:moveTo>
                <a:lnTo>
                  <a:pt x="412129" y="518088"/>
                </a:lnTo>
                <a:lnTo>
                  <a:pt x="412552" y="473851"/>
                </a:lnTo>
                <a:lnTo>
                  <a:pt x="412792" y="426720"/>
                </a:lnTo>
                <a:lnTo>
                  <a:pt x="413004" y="230123"/>
                </a:lnTo>
                <a:lnTo>
                  <a:pt x="446532" y="230123"/>
                </a:lnTo>
                <a:lnTo>
                  <a:pt x="446631" y="423672"/>
                </a:lnTo>
                <a:lnTo>
                  <a:pt x="446793" y="438554"/>
                </a:lnTo>
                <a:lnTo>
                  <a:pt x="447484" y="467296"/>
                </a:lnTo>
                <a:lnTo>
                  <a:pt x="449580" y="539496"/>
                </a:lnTo>
                <a:lnTo>
                  <a:pt x="411480" y="557784"/>
                </a:lnTo>
                <a:close/>
              </a:path>
              <a:path w="556260" h="562610">
                <a:moveTo>
                  <a:pt x="199644" y="330708"/>
                </a:moveTo>
                <a:lnTo>
                  <a:pt x="190500" y="330708"/>
                </a:lnTo>
                <a:lnTo>
                  <a:pt x="185928" y="323088"/>
                </a:lnTo>
                <a:lnTo>
                  <a:pt x="181356" y="309372"/>
                </a:lnTo>
                <a:lnTo>
                  <a:pt x="173974" y="291917"/>
                </a:lnTo>
                <a:lnTo>
                  <a:pt x="163449" y="273748"/>
                </a:lnTo>
                <a:lnTo>
                  <a:pt x="150066" y="254722"/>
                </a:lnTo>
                <a:lnTo>
                  <a:pt x="134112" y="234696"/>
                </a:lnTo>
                <a:lnTo>
                  <a:pt x="160018" y="234696"/>
                </a:lnTo>
                <a:lnTo>
                  <a:pt x="193262" y="255698"/>
                </a:lnTo>
                <a:lnTo>
                  <a:pt x="216408" y="289560"/>
                </a:lnTo>
                <a:lnTo>
                  <a:pt x="216074" y="295322"/>
                </a:lnTo>
                <a:lnTo>
                  <a:pt x="214884" y="301371"/>
                </a:lnTo>
                <a:lnTo>
                  <a:pt x="212550" y="307990"/>
                </a:lnTo>
                <a:lnTo>
                  <a:pt x="208788" y="315468"/>
                </a:lnTo>
                <a:lnTo>
                  <a:pt x="202692" y="326136"/>
                </a:lnTo>
                <a:lnTo>
                  <a:pt x="199644" y="330708"/>
                </a:lnTo>
                <a:close/>
              </a:path>
              <a:path w="556260" h="562610">
                <a:moveTo>
                  <a:pt x="97536" y="562356"/>
                </a:moveTo>
                <a:lnTo>
                  <a:pt x="98365" y="518088"/>
                </a:lnTo>
                <a:lnTo>
                  <a:pt x="99003" y="479495"/>
                </a:lnTo>
                <a:lnTo>
                  <a:pt x="99580" y="436816"/>
                </a:lnTo>
                <a:lnTo>
                  <a:pt x="100132" y="383088"/>
                </a:lnTo>
                <a:lnTo>
                  <a:pt x="100457" y="330708"/>
                </a:lnTo>
                <a:lnTo>
                  <a:pt x="100584" y="272796"/>
                </a:lnTo>
                <a:lnTo>
                  <a:pt x="134115" y="272796"/>
                </a:lnTo>
                <a:lnTo>
                  <a:pt x="134194" y="390667"/>
                </a:lnTo>
                <a:lnTo>
                  <a:pt x="134312" y="438554"/>
                </a:lnTo>
                <a:lnTo>
                  <a:pt x="134537" y="479495"/>
                </a:lnTo>
                <a:lnTo>
                  <a:pt x="135020" y="522597"/>
                </a:lnTo>
                <a:lnTo>
                  <a:pt x="135636" y="548640"/>
                </a:lnTo>
                <a:lnTo>
                  <a:pt x="97536" y="562356"/>
                </a:lnTo>
                <a:close/>
              </a:path>
            </a:pathLst>
          </a:custGeom>
          <a:solidFill>
            <a:srgbClr val="3333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" name="object 7"/>
          <p:cNvSpPr/>
          <p:nvPr/>
        </p:nvSpPr>
        <p:spPr>
          <a:xfrm>
            <a:off x="2947416" y="1271015"/>
            <a:ext cx="554990" cy="567055"/>
          </a:xfrm>
          <a:custGeom>
            <a:avLst/>
            <a:gdLst/>
            <a:ahLst/>
            <a:cxnLst/>
            <a:rect l="l" t="t" r="r" b="b"/>
            <a:pathLst>
              <a:path w="554989" h="567055">
                <a:moveTo>
                  <a:pt x="16764" y="196595"/>
                </a:moveTo>
                <a:lnTo>
                  <a:pt x="10668" y="188975"/>
                </a:lnTo>
                <a:lnTo>
                  <a:pt x="22383" y="176641"/>
                </a:lnTo>
                <a:lnTo>
                  <a:pt x="34670" y="162305"/>
                </a:lnTo>
                <a:lnTo>
                  <a:pt x="60959" y="126491"/>
                </a:lnTo>
                <a:lnTo>
                  <a:pt x="90868" y="74675"/>
                </a:lnTo>
                <a:lnTo>
                  <a:pt x="121920" y="0"/>
                </a:lnTo>
                <a:lnTo>
                  <a:pt x="169164" y="25907"/>
                </a:lnTo>
                <a:lnTo>
                  <a:pt x="136017" y="55244"/>
                </a:lnTo>
                <a:lnTo>
                  <a:pt x="123444" y="74675"/>
                </a:lnTo>
                <a:lnTo>
                  <a:pt x="283409" y="74675"/>
                </a:lnTo>
                <a:lnTo>
                  <a:pt x="295656" y="88391"/>
                </a:lnTo>
                <a:lnTo>
                  <a:pt x="115824" y="88391"/>
                </a:lnTo>
                <a:lnTo>
                  <a:pt x="104417" y="105822"/>
                </a:lnTo>
                <a:lnTo>
                  <a:pt x="93154" y="121538"/>
                </a:lnTo>
                <a:lnTo>
                  <a:pt x="59626" y="160162"/>
                </a:lnTo>
                <a:lnTo>
                  <a:pt x="32194" y="184261"/>
                </a:lnTo>
                <a:lnTo>
                  <a:pt x="16764" y="196595"/>
                </a:lnTo>
                <a:close/>
              </a:path>
              <a:path w="554989" h="567055">
                <a:moveTo>
                  <a:pt x="278892" y="156971"/>
                </a:moveTo>
                <a:lnTo>
                  <a:pt x="271272" y="152399"/>
                </a:lnTo>
                <a:lnTo>
                  <a:pt x="285845" y="134159"/>
                </a:lnTo>
                <a:lnTo>
                  <a:pt x="299847" y="113918"/>
                </a:lnTo>
                <a:lnTo>
                  <a:pt x="326136" y="68579"/>
                </a:lnTo>
                <a:lnTo>
                  <a:pt x="345567" y="27050"/>
                </a:lnTo>
                <a:lnTo>
                  <a:pt x="353568" y="1523"/>
                </a:lnTo>
                <a:lnTo>
                  <a:pt x="396240" y="30479"/>
                </a:lnTo>
                <a:lnTo>
                  <a:pt x="361188" y="62293"/>
                </a:lnTo>
                <a:lnTo>
                  <a:pt x="355996" y="69318"/>
                </a:lnTo>
                <a:lnTo>
                  <a:pt x="350520" y="76199"/>
                </a:lnTo>
                <a:lnTo>
                  <a:pt x="531085" y="76199"/>
                </a:lnTo>
                <a:lnTo>
                  <a:pt x="544068" y="91439"/>
                </a:lnTo>
                <a:lnTo>
                  <a:pt x="344424" y="91439"/>
                </a:lnTo>
                <a:lnTo>
                  <a:pt x="335565" y="99464"/>
                </a:lnTo>
                <a:lnTo>
                  <a:pt x="327279" y="107632"/>
                </a:lnTo>
                <a:lnTo>
                  <a:pt x="319563" y="116085"/>
                </a:lnTo>
                <a:lnTo>
                  <a:pt x="312420" y="124967"/>
                </a:lnTo>
                <a:lnTo>
                  <a:pt x="304395" y="133826"/>
                </a:lnTo>
                <a:lnTo>
                  <a:pt x="296227" y="142112"/>
                </a:lnTo>
                <a:lnTo>
                  <a:pt x="287774" y="149828"/>
                </a:lnTo>
                <a:lnTo>
                  <a:pt x="278892" y="156971"/>
                </a:lnTo>
                <a:close/>
              </a:path>
              <a:path w="554989" h="567055">
                <a:moveTo>
                  <a:pt x="283409" y="74675"/>
                </a:moveTo>
                <a:lnTo>
                  <a:pt x="228600" y="74675"/>
                </a:lnTo>
                <a:lnTo>
                  <a:pt x="257556" y="45719"/>
                </a:lnTo>
                <a:lnTo>
                  <a:pt x="283409" y="74675"/>
                </a:lnTo>
                <a:close/>
              </a:path>
              <a:path w="554989" h="567055">
                <a:moveTo>
                  <a:pt x="531085" y="76199"/>
                </a:moveTo>
                <a:lnTo>
                  <a:pt x="480060" y="76199"/>
                </a:lnTo>
                <a:lnTo>
                  <a:pt x="509016" y="50291"/>
                </a:lnTo>
                <a:lnTo>
                  <a:pt x="531085" y="76199"/>
                </a:lnTo>
                <a:close/>
              </a:path>
              <a:path w="554989" h="567055">
                <a:moveTo>
                  <a:pt x="202692" y="156971"/>
                </a:moveTo>
                <a:lnTo>
                  <a:pt x="190500" y="156971"/>
                </a:lnTo>
                <a:lnTo>
                  <a:pt x="187452" y="155447"/>
                </a:lnTo>
                <a:lnTo>
                  <a:pt x="184365" y="143065"/>
                </a:lnTo>
                <a:lnTo>
                  <a:pt x="182866" y="135540"/>
                </a:lnTo>
                <a:lnTo>
                  <a:pt x="181356" y="124967"/>
                </a:lnTo>
                <a:lnTo>
                  <a:pt x="178188" y="116681"/>
                </a:lnTo>
                <a:lnTo>
                  <a:pt x="173164" y="107822"/>
                </a:lnTo>
                <a:lnTo>
                  <a:pt x="166139" y="98393"/>
                </a:lnTo>
                <a:lnTo>
                  <a:pt x="156972" y="88391"/>
                </a:lnTo>
                <a:lnTo>
                  <a:pt x="173736" y="88391"/>
                </a:lnTo>
                <a:lnTo>
                  <a:pt x="195429" y="100655"/>
                </a:lnTo>
                <a:lnTo>
                  <a:pt x="210121" y="112204"/>
                </a:lnTo>
                <a:lnTo>
                  <a:pt x="217670" y="122896"/>
                </a:lnTo>
                <a:lnTo>
                  <a:pt x="217932" y="132587"/>
                </a:lnTo>
                <a:lnTo>
                  <a:pt x="214884" y="144779"/>
                </a:lnTo>
                <a:lnTo>
                  <a:pt x="210312" y="152399"/>
                </a:lnTo>
                <a:lnTo>
                  <a:pt x="205740" y="153923"/>
                </a:lnTo>
                <a:lnTo>
                  <a:pt x="202692" y="156971"/>
                </a:lnTo>
                <a:close/>
              </a:path>
              <a:path w="554989" h="567055">
                <a:moveTo>
                  <a:pt x="460248" y="160019"/>
                </a:moveTo>
                <a:lnTo>
                  <a:pt x="455676" y="160019"/>
                </a:lnTo>
                <a:lnTo>
                  <a:pt x="452628" y="156971"/>
                </a:lnTo>
                <a:lnTo>
                  <a:pt x="444307" y="143065"/>
                </a:lnTo>
                <a:lnTo>
                  <a:pt x="441198" y="137731"/>
                </a:lnTo>
                <a:lnTo>
                  <a:pt x="437769" y="131564"/>
                </a:lnTo>
                <a:lnTo>
                  <a:pt x="434340" y="124967"/>
                </a:lnTo>
                <a:lnTo>
                  <a:pt x="429744" y="118443"/>
                </a:lnTo>
                <a:lnTo>
                  <a:pt x="422719" y="110489"/>
                </a:lnTo>
                <a:lnTo>
                  <a:pt x="413123" y="101393"/>
                </a:lnTo>
                <a:lnTo>
                  <a:pt x="400812" y="91439"/>
                </a:lnTo>
                <a:lnTo>
                  <a:pt x="417576" y="91439"/>
                </a:lnTo>
                <a:lnTo>
                  <a:pt x="443817" y="100583"/>
                </a:lnTo>
                <a:lnTo>
                  <a:pt x="462915" y="109727"/>
                </a:lnTo>
                <a:lnTo>
                  <a:pt x="474583" y="118871"/>
                </a:lnTo>
                <a:lnTo>
                  <a:pt x="478536" y="128015"/>
                </a:lnTo>
                <a:lnTo>
                  <a:pt x="477964" y="136326"/>
                </a:lnTo>
                <a:lnTo>
                  <a:pt x="476250" y="143065"/>
                </a:lnTo>
                <a:lnTo>
                  <a:pt x="473392" y="148375"/>
                </a:lnTo>
                <a:lnTo>
                  <a:pt x="469392" y="152399"/>
                </a:lnTo>
                <a:lnTo>
                  <a:pt x="463296" y="156971"/>
                </a:lnTo>
                <a:lnTo>
                  <a:pt x="460248" y="160019"/>
                </a:lnTo>
                <a:close/>
              </a:path>
              <a:path w="554989" h="567055">
                <a:moveTo>
                  <a:pt x="449326" y="163067"/>
                </a:moveTo>
                <a:lnTo>
                  <a:pt x="403860" y="163067"/>
                </a:lnTo>
                <a:lnTo>
                  <a:pt x="417576" y="140207"/>
                </a:lnTo>
                <a:lnTo>
                  <a:pt x="449326" y="163067"/>
                </a:lnTo>
                <a:close/>
              </a:path>
              <a:path w="554989" h="567055">
                <a:moveTo>
                  <a:pt x="114300" y="390143"/>
                </a:moveTo>
                <a:lnTo>
                  <a:pt x="115181" y="352401"/>
                </a:lnTo>
                <a:lnTo>
                  <a:pt x="115601" y="317158"/>
                </a:lnTo>
                <a:lnTo>
                  <a:pt x="115724" y="234695"/>
                </a:lnTo>
                <a:lnTo>
                  <a:pt x="114681" y="202620"/>
                </a:lnTo>
                <a:lnTo>
                  <a:pt x="113538" y="175069"/>
                </a:lnTo>
                <a:lnTo>
                  <a:pt x="112395" y="155233"/>
                </a:lnTo>
                <a:lnTo>
                  <a:pt x="111252" y="143255"/>
                </a:lnTo>
                <a:lnTo>
                  <a:pt x="147828" y="163067"/>
                </a:lnTo>
                <a:lnTo>
                  <a:pt x="449326" y="163067"/>
                </a:lnTo>
                <a:lnTo>
                  <a:pt x="455676" y="167639"/>
                </a:lnTo>
                <a:lnTo>
                  <a:pt x="444500" y="176783"/>
                </a:lnTo>
                <a:lnTo>
                  <a:pt x="147828" y="176783"/>
                </a:lnTo>
                <a:lnTo>
                  <a:pt x="147828" y="219455"/>
                </a:lnTo>
                <a:lnTo>
                  <a:pt x="438912" y="219455"/>
                </a:lnTo>
                <a:lnTo>
                  <a:pt x="438912" y="234695"/>
                </a:lnTo>
                <a:lnTo>
                  <a:pt x="147828" y="234695"/>
                </a:lnTo>
                <a:lnTo>
                  <a:pt x="147828" y="280415"/>
                </a:lnTo>
                <a:lnTo>
                  <a:pt x="438912" y="280415"/>
                </a:lnTo>
                <a:lnTo>
                  <a:pt x="438912" y="294131"/>
                </a:lnTo>
                <a:lnTo>
                  <a:pt x="147828" y="294131"/>
                </a:lnTo>
                <a:lnTo>
                  <a:pt x="147828" y="344423"/>
                </a:lnTo>
                <a:lnTo>
                  <a:pt x="440598" y="344423"/>
                </a:lnTo>
                <a:lnTo>
                  <a:pt x="441364" y="358139"/>
                </a:lnTo>
                <a:lnTo>
                  <a:pt x="147828" y="358139"/>
                </a:lnTo>
                <a:lnTo>
                  <a:pt x="147828" y="377951"/>
                </a:lnTo>
                <a:lnTo>
                  <a:pt x="114300" y="390143"/>
                </a:lnTo>
                <a:close/>
              </a:path>
              <a:path w="554989" h="567055">
                <a:moveTo>
                  <a:pt x="438912" y="219455"/>
                </a:moveTo>
                <a:lnTo>
                  <a:pt x="405384" y="219455"/>
                </a:lnTo>
                <a:lnTo>
                  <a:pt x="405384" y="176783"/>
                </a:lnTo>
                <a:lnTo>
                  <a:pt x="444500" y="176783"/>
                </a:lnTo>
                <a:lnTo>
                  <a:pt x="438912" y="181355"/>
                </a:lnTo>
                <a:lnTo>
                  <a:pt x="438912" y="219455"/>
                </a:lnTo>
                <a:close/>
              </a:path>
              <a:path w="554989" h="567055">
                <a:moveTo>
                  <a:pt x="438912" y="280415"/>
                </a:moveTo>
                <a:lnTo>
                  <a:pt x="405384" y="280415"/>
                </a:lnTo>
                <a:lnTo>
                  <a:pt x="405384" y="234695"/>
                </a:lnTo>
                <a:lnTo>
                  <a:pt x="438912" y="234695"/>
                </a:lnTo>
                <a:lnTo>
                  <a:pt x="438912" y="280415"/>
                </a:lnTo>
                <a:close/>
              </a:path>
              <a:path w="554989" h="567055">
                <a:moveTo>
                  <a:pt x="440598" y="344423"/>
                </a:moveTo>
                <a:lnTo>
                  <a:pt x="405384" y="344423"/>
                </a:lnTo>
                <a:lnTo>
                  <a:pt x="405384" y="294131"/>
                </a:lnTo>
                <a:lnTo>
                  <a:pt x="438912" y="294131"/>
                </a:lnTo>
                <a:lnTo>
                  <a:pt x="438912" y="306323"/>
                </a:lnTo>
                <a:lnTo>
                  <a:pt x="439173" y="317158"/>
                </a:lnTo>
                <a:lnTo>
                  <a:pt x="439864" y="331279"/>
                </a:lnTo>
                <a:lnTo>
                  <a:pt x="440598" y="344423"/>
                </a:lnTo>
                <a:close/>
              </a:path>
              <a:path w="554989" h="567055">
                <a:moveTo>
                  <a:pt x="219456" y="432815"/>
                </a:moveTo>
                <a:lnTo>
                  <a:pt x="182880" y="432815"/>
                </a:lnTo>
                <a:lnTo>
                  <a:pt x="185242" y="414504"/>
                </a:lnTo>
                <a:lnTo>
                  <a:pt x="187261" y="397192"/>
                </a:lnTo>
                <a:lnTo>
                  <a:pt x="189095" y="378166"/>
                </a:lnTo>
                <a:lnTo>
                  <a:pt x="190500" y="358139"/>
                </a:lnTo>
                <a:lnTo>
                  <a:pt x="227076" y="358139"/>
                </a:lnTo>
                <a:lnTo>
                  <a:pt x="225671" y="377309"/>
                </a:lnTo>
                <a:lnTo>
                  <a:pt x="223837" y="396049"/>
                </a:lnTo>
                <a:lnTo>
                  <a:pt x="221612" y="415361"/>
                </a:lnTo>
                <a:lnTo>
                  <a:pt x="219456" y="432815"/>
                </a:lnTo>
                <a:close/>
              </a:path>
              <a:path w="554989" h="567055">
                <a:moveTo>
                  <a:pt x="21336" y="454151"/>
                </a:moveTo>
                <a:lnTo>
                  <a:pt x="0" y="432815"/>
                </a:lnTo>
                <a:lnTo>
                  <a:pt x="336804" y="432815"/>
                </a:lnTo>
                <a:lnTo>
                  <a:pt x="336804" y="358139"/>
                </a:lnTo>
                <a:lnTo>
                  <a:pt x="370332" y="358139"/>
                </a:lnTo>
                <a:lnTo>
                  <a:pt x="370332" y="429767"/>
                </a:lnTo>
                <a:lnTo>
                  <a:pt x="540004" y="429767"/>
                </a:lnTo>
                <a:lnTo>
                  <a:pt x="554736" y="445007"/>
                </a:lnTo>
                <a:lnTo>
                  <a:pt x="370332" y="445007"/>
                </a:lnTo>
                <a:lnTo>
                  <a:pt x="370333" y="446531"/>
                </a:lnTo>
                <a:lnTo>
                  <a:pt x="77724" y="446531"/>
                </a:lnTo>
                <a:lnTo>
                  <a:pt x="62912" y="447079"/>
                </a:lnTo>
                <a:lnTo>
                  <a:pt x="48387" y="448627"/>
                </a:lnTo>
                <a:lnTo>
                  <a:pt x="34432" y="451032"/>
                </a:lnTo>
                <a:lnTo>
                  <a:pt x="21336" y="454151"/>
                </a:lnTo>
                <a:close/>
              </a:path>
              <a:path w="554989" h="567055">
                <a:moveTo>
                  <a:pt x="405384" y="382523"/>
                </a:moveTo>
                <a:lnTo>
                  <a:pt x="405384" y="358139"/>
                </a:lnTo>
                <a:lnTo>
                  <a:pt x="441364" y="358139"/>
                </a:lnTo>
                <a:lnTo>
                  <a:pt x="441960" y="368807"/>
                </a:lnTo>
                <a:lnTo>
                  <a:pt x="405384" y="382523"/>
                </a:lnTo>
                <a:close/>
              </a:path>
              <a:path w="554989" h="567055">
                <a:moveTo>
                  <a:pt x="540004" y="429767"/>
                </a:moveTo>
                <a:lnTo>
                  <a:pt x="478536" y="429767"/>
                </a:lnTo>
                <a:lnTo>
                  <a:pt x="510540" y="399287"/>
                </a:lnTo>
                <a:lnTo>
                  <a:pt x="540004" y="429767"/>
                </a:lnTo>
                <a:close/>
              </a:path>
              <a:path w="554989" h="567055">
                <a:moveTo>
                  <a:pt x="30480" y="566927"/>
                </a:moveTo>
                <a:lnTo>
                  <a:pt x="27432" y="559308"/>
                </a:lnTo>
                <a:lnTo>
                  <a:pt x="60364" y="547616"/>
                </a:lnTo>
                <a:lnTo>
                  <a:pt x="88582" y="535495"/>
                </a:lnTo>
                <a:lnTo>
                  <a:pt x="132588" y="510539"/>
                </a:lnTo>
                <a:lnTo>
                  <a:pt x="162115" y="481964"/>
                </a:lnTo>
                <a:lnTo>
                  <a:pt x="181356" y="446531"/>
                </a:lnTo>
                <a:lnTo>
                  <a:pt x="216408" y="446531"/>
                </a:lnTo>
                <a:lnTo>
                  <a:pt x="191071" y="493394"/>
                </a:lnTo>
                <a:lnTo>
                  <a:pt x="146304" y="528827"/>
                </a:lnTo>
                <a:lnTo>
                  <a:pt x="90678" y="552450"/>
                </a:lnTo>
                <a:lnTo>
                  <a:pt x="61007" y="560974"/>
                </a:lnTo>
                <a:lnTo>
                  <a:pt x="30480" y="566927"/>
                </a:lnTo>
                <a:close/>
              </a:path>
              <a:path w="554989" h="567055">
                <a:moveTo>
                  <a:pt x="333756" y="566927"/>
                </a:moveTo>
                <a:lnTo>
                  <a:pt x="334994" y="528827"/>
                </a:lnTo>
                <a:lnTo>
                  <a:pt x="335851" y="501014"/>
                </a:lnTo>
                <a:lnTo>
                  <a:pt x="336542" y="472201"/>
                </a:lnTo>
                <a:lnTo>
                  <a:pt x="336804" y="446531"/>
                </a:lnTo>
                <a:lnTo>
                  <a:pt x="370333" y="446531"/>
                </a:lnTo>
                <a:lnTo>
                  <a:pt x="370442" y="497109"/>
                </a:lnTo>
                <a:lnTo>
                  <a:pt x="370547" y="512540"/>
                </a:lnTo>
                <a:lnTo>
                  <a:pt x="370974" y="534161"/>
                </a:lnTo>
                <a:lnTo>
                  <a:pt x="371856" y="550163"/>
                </a:lnTo>
                <a:lnTo>
                  <a:pt x="333756" y="566927"/>
                </a:lnTo>
                <a:close/>
              </a:path>
            </a:pathLst>
          </a:custGeom>
          <a:solidFill>
            <a:srgbClr val="3333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3557015" y="1271015"/>
            <a:ext cx="563880" cy="547370"/>
          </a:xfrm>
          <a:custGeom>
            <a:avLst/>
            <a:gdLst/>
            <a:ahLst/>
            <a:cxnLst/>
            <a:rect l="l" t="t" r="r" b="b"/>
            <a:pathLst>
              <a:path w="563879" h="547369">
                <a:moveTo>
                  <a:pt x="368808" y="135636"/>
                </a:moveTo>
                <a:lnTo>
                  <a:pt x="336804" y="135636"/>
                </a:lnTo>
                <a:lnTo>
                  <a:pt x="336705" y="71628"/>
                </a:lnTo>
                <a:lnTo>
                  <a:pt x="336600" y="49815"/>
                </a:lnTo>
                <a:lnTo>
                  <a:pt x="336161" y="21193"/>
                </a:lnTo>
                <a:lnTo>
                  <a:pt x="335280" y="0"/>
                </a:lnTo>
                <a:lnTo>
                  <a:pt x="391668" y="28956"/>
                </a:lnTo>
                <a:lnTo>
                  <a:pt x="368808" y="51816"/>
                </a:lnTo>
                <a:lnTo>
                  <a:pt x="368808" y="135636"/>
                </a:lnTo>
                <a:close/>
              </a:path>
              <a:path w="563879" h="547369">
                <a:moveTo>
                  <a:pt x="120396" y="126492"/>
                </a:moveTo>
                <a:lnTo>
                  <a:pt x="117348" y="126492"/>
                </a:lnTo>
                <a:lnTo>
                  <a:pt x="113895" y="125039"/>
                </a:lnTo>
                <a:lnTo>
                  <a:pt x="110299" y="120586"/>
                </a:lnTo>
                <a:lnTo>
                  <a:pt x="106418" y="112990"/>
                </a:lnTo>
                <a:lnTo>
                  <a:pt x="102108" y="102108"/>
                </a:lnTo>
                <a:lnTo>
                  <a:pt x="94940" y="86391"/>
                </a:lnTo>
                <a:lnTo>
                  <a:pt x="84772" y="68961"/>
                </a:lnTo>
                <a:lnTo>
                  <a:pt x="71461" y="49815"/>
                </a:lnTo>
                <a:lnTo>
                  <a:pt x="54864" y="28956"/>
                </a:lnTo>
                <a:lnTo>
                  <a:pt x="59436" y="21336"/>
                </a:lnTo>
                <a:lnTo>
                  <a:pt x="110871" y="51054"/>
                </a:lnTo>
                <a:lnTo>
                  <a:pt x="137160" y="82296"/>
                </a:lnTo>
                <a:lnTo>
                  <a:pt x="138684" y="91440"/>
                </a:lnTo>
                <a:lnTo>
                  <a:pt x="138684" y="103632"/>
                </a:lnTo>
                <a:lnTo>
                  <a:pt x="135636" y="111252"/>
                </a:lnTo>
                <a:lnTo>
                  <a:pt x="129540" y="117348"/>
                </a:lnTo>
                <a:lnTo>
                  <a:pt x="124968" y="123444"/>
                </a:lnTo>
                <a:lnTo>
                  <a:pt x="120396" y="126492"/>
                </a:lnTo>
                <a:close/>
              </a:path>
              <a:path w="563879" h="547369">
                <a:moveTo>
                  <a:pt x="102269" y="381595"/>
                </a:moveTo>
                <a:lnTo>
                  <a:pt x="48672" y="381595"/>
                </a:lnTo>
                <a:lnTo>
                  <a:pt x="56388" y="381000"/>
                </a:lnTo>
                <a:lnTo>
                  <a:pt x="61460" y="379595"/>
                </a:lnTo>
                <a:lnTo>
                  <a:pt x="88038" y="342997"/>
                </a:lnTo>
                <a:lnTo>
                  <a:pt x="125662" y="258604"/>
                </a:lnTo>
                <a:lnTo>
                  <a:pt x="154643" y="190585"/>
                </a:lnTo>
                <a:lnTo>
                  <a:pt x="190500" y="105156"/>
                </a:lnTo>
                <a:lnTo>
                  <a:pt x="201168" y="108204"/>
                </a:lnTo>
                <a:lnTo>
                  <a:pt x="172331" y="185928"/>
                </a:lnTo>
                <a:lnTo>
                  <a:pt x="148279" y="251460"/>
                </a:lnTo>
                <a:lnTo>
                  <a:pt x="128968" y="304800"/>
                </a:lnTo>
                <a:lnTo>
                  <a:pt x="114356" y="345948"/>
                </a:lnTo>
                <a:lnTo>
                  <a:pt x="104401" y="374904"/>
                </a:lnTo>
                <a:lnTo>
                  <a:pt x="102269" y="381595"/>
                </a:lnTo>
                <a:close/>
              </a:path>
              <a:path w="563879" h="547369">
                <a:moveTo>
                  <a:pt x="227076" y="156972"/>
                </a:moveTo>
                <a:lnTo>
                  <a:pt x="205740" y="135636"/>
                </a:lnTo>
                <a:lnTo>
                  <a:pt x="461772" y="135636"/>
                </a:lnTo>
                <a:lnTo>
                  <a:pt x="487680" y="109728"/>
                </a:lnTo>
                <a:lnTo>
                  <a:pt x="525780" y="150876"/>
                </a:lnTo>
                <a:lnTo>
                  <a:pt x="284988" y="150876"/>
                </a:lnTo>
                <a:lnTo>
                  <a:pt x="269509" y="151185"/>
                </a:lnTo>
                <a:lnTo>
                  <a:pt x="254889" y="152209"/>
                </a:lnTo>
                <a:lnTo>
                  <a:pt x="240839" y="154090"/>
                </a:lnTo>
                <a:lnTo>
                  <a:pt x="227076" y="156972"/>
                </a:lnTo>
                <a:close/>
              </a:path>
              <a:path w="563879" h="547369">
                <a:moveTo>
                  <a:pt x="368808" y="280416"/>
                </a:moveTo>
                <a:lnTo>
                  <a:pt x="336804" y="280416"/>
                </a:lnTo>
                <a:lnTo>
                  <a:pt x="336804" y="150876"/>
                </a:lnTo>
                <a:lnTo>
                  <a:pt x="368808" y="150876"/>
                </a:lnTo>
                <a:lnTo>
                  <a:pt x="368808" y="280416"/>
                </a:lnTo>
                <a:close/>
              </a:path>
              <a:path w="563879" h="547369">
                <a:moveTo>
                  <a:pt x="68961" y="270200"/>
                </a:moveTo>
                <a:lnTo>
                  <a:pt x="63246" y="266890"/>
                </a:lnTo>
                <a:lnTo>
                  <a:pt x="57531" y="258151"/>
                </a:lnTo>
                <a:lnTo>
                  <a:pt x="51816" y="243840"/>
                </a:lnTo>
                <a:lnTo>
                  <a:pt x="44362" y="227218"/>
                </a:lnTo>
                <a:lnTo>
                  <a:pt x="33337" y="209169"/>
                </a:lnTo>
                <a:lnTo>
                  <a:pt x="18597" y="189404"/>
                </a:lnTo>
                <a:lnTo>
                  <a:pt x="0" y="167640"/>
                </a:lnTo>
                <a:lnTo>
                  <a:pt x="4572" y="160020"/>
                </a:lnTo>
                <a:lnTo>
                  <a:pt x="41457" y="180617"/>
                </a:lnTo>
                <a:lnTo>
                  <a:pt x="67627" y="199072"/>
                </a:lnTo>
                <a:lnTo>
                  <a:pt x="83224" y="215526"/>
                </a:lnTo>
                <a:lnTo>
                  <a:pt x="88392" y="230124"/>
                </a:lnTo>
                <a:lnTo>
                  <a:pt x="87534" y="242720"/>
                </a:lnTo>
                <a:lnTo>
                  <a:pt x="84963" y="253174"/>
                </a:lnTo>
                <a:lnTo>
                  <a:pt x="80676" y="261627"/>
                </a:lnTo>
                <a:lnTo>
                  <a:pt x="74676" y="268224"/>
                </a:lnTo>
                <a:lnTo>
                  <a:pt x="68961" y="270200"/>
                </a:lnTo>
                <a:close/>
              </a:path>
              <a:path w="563879" h="547369">
                <a:moveTo>
                  <a:pt x="181356" y="301752"/>
                </a:moveTo>
                <a:lnTo>
                  <a:pt x="160020" y="280416"/>
                </a:lnTo>
                <a:lnTo>
                  <a:pt x="495300" y="280416"/>
                </a:lnTo>
                <a:lnTo>
                  <a:pt x="524256" y="251460"/>
                </a:lnTo>
                <a:lnTo>
                  <a:pt x="563880" y="294131"/>
                </a:lnTo>
                <a:lnTo>
                  <a:pt x="239268" y="294131"/>
                </a:lnTo>
                <a:lnTo>
                  <a:pt x="223789" y="294679"/>
                </a:lnTo>
                <a:lnTo>
                  <a:pt x="209169" y="296227"/>
                </a:lnTo>
                <a:lnTo>
                  <a:pt x="195119" y="298632"/>
                </a:lnTo>
                <a:lnTo>
                  <a:pt x="181356" y="301752"/>
                </a:lnTo>
                <a:close/>
              </a:path>
              <a:path w="563879" h="547369">
                <a:moveTo>
                  <a:pt x="198120" y="547116"/>
                </a:moveTo>
                <a:lnTo>
                  <a:pt x="173736" y="492252"/>
                </a:lnTo>
                <a:lnTo>
                  <a:pt x="190904" y="487918"/>
                </a:lnTo>
                <a:lnTo>
                  <a:pt x="210502" y="474726"/>
                </a:lnTo>
                <a:lnTo>
                  <a:pt x="257556" y="420624"/>
                </a:lnTo>
                <a:lnTo>
                  <a:pt x="280725" y="386072"/>
                </a:lnTo>
                <a:lnTo>
                  <a:pt x="315634" y="322683"/>
                </a:lnTo>
                <a:lnTo>
                  <a:pt x="327660" y="294131"/>
                </a:lnTo>
                <a:lnTo>
                  <a:pt x="339852" y="294131"/>
                </a:lnTo>
                <a:lnTo>
                  <a:pt x="377952" y="320040"/>
                </a:lnTo>
                <a:lnTo>
                  <a:pt x="366736" y="326326"/>
                </a:lnTo>
                <a:lnTo>
                  <a:pt x="355663" y="336042"/>
                </a:lnTo>
                <a:lnTo>
                  <a:pt x="344304" y="349186"/>
                </a:lnTo>
                <a:lnTo>
                  <a:pt x="332232" y="365760"/>
                </a:lnTo>
                <a:lnTo>
                  <a:pt x="316801" y="387238"/>
                </a:lnTo>
                <a:lnTo>
                  <a:pt x="293370" y="415290"/>
                </a:lnTo>
                <a:lnTo>
                  <a:pt x="261937" y="450199"/>
                </a:lnTo>
                <a:lnTo>
                  <a:pt x="222504" y="492252"/>
                </a:lnTo>
                <a:lnTo>
                  <a:pt x="440039" y="492252"/>
                </a:lnTo>
                <a:lnTo>
                  <a:pt x="362712" y="502539"/>
                </a:lnTo>
                <a:lnTo>
                  <a:pt x="315896" y="510825"/>
                </a:lnTo>
                <a:lnTo>
                  <a:pt x="277368" y="519684"/>
                </a:lnTo>
                <a:lnTo>
                  <a:pt x="222885" y="534543"/>
                </a:lnTo>
                <a:lnTo>
                  <a:pt x="206644" y="541115"/>
                </a:lnTo>
                <a:lnTo>
                  <a:pt x="198120" y="547116"/>
                </a:lnTo>
                <a:close/>
              </a:path>
              <a:path w="563879" h="547369">
                <a:moveTo>
                  <a:pt x="91440" y="533399"/>
                </a:moveTo>
                <a:lnTo>
                  <a:pt x="77724" y="533399"/>
                </a:lnTo>
                <a:lnTo>
                  <a:pt x="68580" y="531875"/>
                </a:lnTo>
                <a:lnTo>
                  <a:pt x="50292" y="525780"/>
                </a:lnTo>
                <a:lnTo>
                  <a:pt x="45720" y="518160"/>
                </a:lnTo>
                <a:lnTo>
                  <a:pt x="45720" y="507492"/>
                </a:lnTo>
                <a:lnTo>
                  <a:pt x="55578" y="459819"/>
                </a:lnTo>
                <a:lnTo>
                  <a:pt x="57912" y="449580"/>
                </a:lnTo>
                <a:lnTo>
                  <a:pt x="59102" y="440483"/>
                </a:lnTo>
                <a:lnTo>
                  <a:pt x="59436" y="432816"/>
                </a:lnTo>
                <a:lnTo>
                  <a:pt x="58840" y="425124"/>
                </a:lnTo>
                <a:lnTo>
                  <a:pt x="31432" y="397002"/>
                </a:lnTo>
                <a:lnTo>
                  <a:pt x="1524" y="387096"/>
                </a:lnTo>
                <a:lnTo>
                  <a:pt x="1524" y="377952"/>
                </a:lnTo>
                <a:lnTo>
                  <a:pt x="21240" y="379928"/>
                </a:lnTo>
                <a:lnTo>
                  <a:pt x="36957" y="381190"/>
                </a:lnTo>
                <a:lnTo>
                  <a:pt x="48672" y="381595"/>
                </a:lnTo>
                <a:lnTo>
                  <a:pt x="102269" y="381595"/>
                </a:lnTo>
                <a:lnTo>
                  <a:pt x="99060" y="391668"/>
                </a:lnTo>
                <a:lnTo>
                  <a:pt x="95297" y="407360"/>
                </a:lnTo>
                <a:lnTo>
                  <a:pt x="92964" y="424624"/>
                </a:lnTo>
                <a:lnTo>
                  <a:pt x="91773" y="443317"/>
                </a:lnTo>
                <a:lnTo>
                  <a:pt x="91440" y="463296"/>
                </a:lnTo>
                <a:lnTo>
                  <a:pt x="92583" y="483322"/>
                </a:lnTo>
                <a:lnTo>
                  <a:pt x="93726" y="500062"/>
                </a:lnTo>
                <a:lnTo>
                  <a:pt x="94869" y="513659"/>
                </a:lnTo>
                <a:lnTo>
                  <a:pt x="96012" y="524256"/>
                </a:lnTo>
                <a:lnTo>
                  <a:pt x="96012" y="530352"/>
                </a:lnTo>
                <a:lnTo>
                  <a:pt x="91440" y="533399"/>
                </a:lnTo>
                <a:close/>
              </a:path>
              <a:path w="563879" h="547369">
                <a:moveTo>
                  <a:pt x="440039" y="492252"/>
                </a:moveTo>
                <a:lnTo>
                  <a:pt x="222504" y="492252"/>
                </a:lnTo>
                <a:lnTo>
                  <a:pt x="473964" y="475488"/>
                </a:lnTo>
                <a:lnTo>
                  <a:pt x="457700" y="454032"/>
                </a:lnTo>
                <a:lnTo>
                  <a:pt x="441007" y="433006"/>
                </a:lnTo>
                <a:lnTo>
                  <a:pt x="424029" y="412265"/>
                </a:lnTo>
                <a:lnTo>
                  <a:pt x="406908" y="391668"/>
                </a:lnTo>
                <a:lnTo>
                  <a:pt x="411480" y="385572"/>
                </a:lnTo>
                <a:lnTo>
                  <a:pt x="432054" y="399859"/>
                </a:lnTo>
                <a:lnTo>
                  <a:pt x="450342" y="413004"/>
                </a:lnTo>
                <a:lnTo>
                  <a:pt x="466344" y="425005"/>
                </a:lnTo>
                <a:lnTo>
                  <a:pt x="480060" y="435864"/>
                </a:lnTo>
                <a:lnTo>
                  <a:pt x="491823" y="445008"/>
                </a:lnTo>
                <a:lnTo>
                  <a:pt x="519684" y="472440"/>
                </a:lnTo>
                <a:lnTo>
                  <a:pt x="530856" y="487680"/>
                </a:lnTo>
                <a:lnTo>
                  <a:pt x="480060" y="487680"/>
                </a:lnTo>
                <a:lnTo>
                  <a:pt x="440039" y="492252"/>
                </a:lnTo>
                <a:close/>
              </a:path>
              <a:path w="563879" h="547369">
                <a:moveTo>
                  <a:pt x="515112" y="547116"/>
                </a:moveTo>
                <a:lnTo>
                  <a:pt x="509016" y="547116"/>
                </a:lnTo>
                <a:lnTo>
                  <a:pt x="505968" y="542544"/>
                </a:lnTo>
                <a:lnTo>
                  <a:pt x="502920" y="533399"/>
                </a:lnTo>
                <a:lnTo>
                  <a:pt x="497419" y="521970"/>
                </a:lnTo>
                <a:lnTo>
                  <a:pt x="492061" y="510540"/>
                </a:lnTo>
                <a:lnTo>
                  <a:pt x="486417" y="499110"/>
                </a:lnTo>
                <a:lnTo>
                  <a:pt x="480060" y="487680"/>
                </a:lnTo>
                <a:lnTo>
                  <a:pt x="530856" y="487680"/>
                </a:lnTo>
                <a:lnTo>
                  <a:pt x="532066" y="489585"/>
                </a:lnTo>
                <a:lnTo>
                  <a:pt x="535328" y="497300"/>
                </a:lnTo>
                <a:lnTo>
                  <a:pt x="536448" y="504444"/>
                </a:lnTo>
                <a:lnTo>
                  <a:pt x="535638" y="511540"/>
                </a:lnTo>
                <a:lnTo>
                  <a:pt x="533400" y="518922"/>
                </a:lnTo>
                <a:lnTo>
                  <a:pt x="530018" y="526303"/>
                </a:lnTo>
                <a:lnTo>
                  <a:pt x="525780" y="533399"/>
                </a:lnTo>
                <a:lnTo>
                  <a:pt x="519684" y="542544"/>
                </a:lnTo>
                <a:lnTo>
                  <a:pt x="515112" y="547116"/>
                </a:lnTo>
                <a:close/>
              </a:path>
            </a:pathLst>
          </a:custGeom>
          <a:solidFill>
            <a:srgbClr val="3333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1751075" y="2552700"/>
            <a:ext cx="155575" cy="155575"/>
          </a:xfrm>
          <a:custGeom>
            <a:avLst/>
            <a:gdLst/>
            <a:ahLst/>
            <a:cxnLst/>
            <a:rect l="l" t="t" r="r" b="b"/>
            <a:pathLst>
              <a:path w="155575" h="155575">
                <a:moveTo>
                  <a:pt x="155448" y="155448"/>
                </a:moveTo>
                <a:lnTo>
                  <a:pt x="0" y="155448"/>
                </a:lnTo>
                <a:lnTo>
                  <a:pt x="0" y="0"/>
                </a:lnTo>
                <a:lnTo>
                  <a:pt x="155448" y="0"/>
                </a:lnTo>
                <a:lnTo>
                  <a:pt x="155448" y="155448"/>
                </a:lnTo>
                <a:close/>
              </a:path>
            </a:pathLst>
          </a:custGeom>
          <a:solidFill>
            <a:srgbClr val="3333C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2130551" y="2365248"/>
            <a:ext cx="387350" cy="405765"/>
          </a:xfrm>
          <a:custGeom>
            <a:avLst/>
            <a:gdLst/>
            <a:ahLst/>
            <a:cxnLst/>
            <a:rect l="l" t="t" r="r" b="b"/>
            <a:pathLst>
              <a:path w="387350" h="405764">
                <a:moveTo>
                  <a:pt x="383394" y="92964"/>
                </a:moveTo>
                <a:lnTo>
                  <a:pt x="347472" y="92964"/>
                </a:lnTo>
                <a:lnTo>
                  <a:pt x="361188" y="74676"/>
                </a:lnTo>
                <a:lnTo>
                  <a:pt x="383394" y="92964"/>
                </a:lnTo>
                <a:close/>
              </a:path>
              <a:path w="387350" h="405764">
                <a:moveTo>
                  <a:pt x="227076" y="382524"/>
                </a:moveTo>
                <a:lnTo>
                  <a:pt x="228195" y="359163"/>
                </a:lnTo>
                <a:lnTo>
                  <a:pt x="229171" y="339661"/>
                </a:lnTo>
                <a:lnTo>
                  <a:pt x="229862" y="324445"/>
                </a:lnTo>
                <a:lnTo>
                  <a:pt x="230124" y="313944"/>
                </a:lnTo>
                <a:lnTo>
                  <a:pt x="230124" y="143256"/>
                </a:lnTo>
                <a:lnTo>
                  <a:pt x="229862" y="127254"/>
                </a:lnTo>
                <a:lnTo>
                  <a:pt x="229171" y="111252"/>
                </a:lnTo>
                <a:lnTo>
                  <a:pt x="228195" y="95249"/>
                </a:lnTo>
                <a:lnTo>
                  <a:pt x="227076" y="79247"/>
                </a:lnTo>
                <a:lnTo>
                  <a:pt x="251460" y="92964"/>
                </a:lnTo>
                <a:lnTo>
                  <a:pt x="383394" y="92964"/>
                </a:lnTo>
                <a:lnTo>
                  <a:pt x="387096" y="96012"/>
                </a:lnTo>
                <a:lnTo>
                  <a:pt x="378523" y="103632"/>
                </a:lnTo>
                <a:lnTo>
                  <a:pt x="251460" y="103632"/>
                </a:lnTo>
                <a:lnTo>
                  <a:pt x="251460" y="321564"/>
                </a:lnTo>
                <a:lnTo>
                  <a:pt x="373933" y="321564"/>
                </a:lnTo>
                <a:lnTo>
                  <a:pt x="374142" y="327088"/>
                </a:lnTo>
                <a:lnTo>
                  <a:pt x="374305" y="332232"/>
                </a:lnTo>
                <a:lnTo>
                  <a:pt x="251460" y="332232"/>
                </a:lnTo>
                <a:lnTo>
                  <a:pt x="251460" y="370332"/>
                </a:lnTo>
                <a:lnTo>
                  <a:pt x="227076" y="382524"/>
                </a:lnTo>
                <a:close/>
              </a:path>
              <a:path w="387350" h="405764">
                <a:moveTo>
                  <a:pt x="373933" y="321564"/>
                </a:moveTo>
                <a:lnTo>
                  <a:pt x="350520" y="321564"/>
                </a:lnTo>
                <a:lnTo>
                  <a:pt x="350520" y="103632"/>
                </a:lnTo>
                <a:lnTo>
                  <a:pt x="378523" y="103632"/>
                </a:lnTo>
                <a:lnTo>
                  <a:pt x="373380" y="108204"/>
                </a:lnTo>
                <a:lnTo>
                  <a:pt x="373380" y="301752"/>
                </a:lnTo>
                <a:lnTo>
                  <a:pt x="373646" y="313944"/>
                </a:lnTo>
                <a:lnTo>
                  <a:pt x="373933" y="321564"/>
                </a:lnTo>
                <a:close/>
              </a:path>
              <a:path w="387350" h="405764">
                <a:moveTo>
                  <a:pt x="350520" y="371856"/>
                </a:moveTo>
                <a:lnTo>
                  <a:pt x="350520" y="332232"/>
                </a:lnTo>
                <a:lnTo>
                  <a:pt x="374305" y="332232"/>
                </a:lnTo>
                <a:lnTo>
                  <a:pt x="374665" y="343542"/>
                </a:lnTo>
                <a:lnTo>
                  <a:pt x="374904" y="362712"/>
                </a:lnTo>
                <a:lnTo>
                  <a:pt x="350520" y="371856"/>
                </a:lnTo>
                <a:close/>
              </a:path>
              <a:path w="387350" h="405764">
                <a:moveTo>
                  <a:pt x="97536" y="108204"/>
                </a:moveTo>
                <a:lnTo>
                  <a:pt x="73152" y="108204"/>
                </a:lnTo>
                <a:lnTo>
                  <a:pt x="78533" y="76723"/>
                </a:lnTo>
                <a:lnTo>
                  <a:pt x="83058" y="48387"/>
                </a:lnTo>
                <a:lnTo>
                  <a:pt x="86439" y="22907"/>
                </a:lnTo>
                <a:lnTo>
                  <a:pt x="88392" y="0"/>
                </a:lnTo>
                <a:lnTo>
                  <a:pt x="131064" y="19812"/>
                </a:lnTo>
                <a:lnTo>
                  <a:pt x="114300" y="30480"/>
                </a:lnTo>
                <a:lnTo>
                  <a:pt x="110609" y="45624"/>
                </a:lnTo>
                <a:lnTo>
                  <a:pt x="106489" y="63627"/>
                </a:lnTo>
                <a:lnTo>
                  <a:pt x="102084" y="84486"/>
                </a:lnTo>
                <a:lnTo>
                  <a:pt x="97536" y="108204"/>
                </a:lnTo>
                <a:close/>
              </a:path>
              <a:path w="387350" h="405764">
                <a:moveTo>
                  <a:pt x="16764" y="123444"/>
                </a:moveTo>
                <a:lnTo>
                  <a:pt x="1524" y="108204"/>
                </a:lnTo>
                <a:lnTo>
                  <a:pt x="163068" y="108204"/>
                </a:lnTo>
                <a:lnTo>
                  <a:pt x="173736" y="88392"/>
                </a:lnTo>
                <a:lnTo>
                  <a:pt x="202692" y="109728"/>
                </a:lnTo>
                <a:lnTo>
                  <a:pt x="192405" y="118871"/>
                </a:lnTo>
                <a:lnTo>
                  <a:pt x="59436" y="118871"/>
                </a:lnTo>
                <a:lnTo>
                  <a:pt x="48267" y="119157"/>
                </a:lnTo>
                <a:lnTo>
                  <a:pt x="37528" y="120014"/>
                </a:lnTo>
                <a:lnTo>
                  <a:pt x="27074" y="121443"/>
                </a:lnTo>
                <a:lnTo>
                  <a:pt x="16764" y="123444"/>
                </a:lnTo>
                <a:close/>
              </a:path>
              <a:path w="387350" h="405764">
                <a:moveTo>
                  <a:pt x="3048" y="405384"/>
                </a:moveTo>
                <a:lnTo>
                  <a:pt x="0" y="400812"/>
                </a:lnTo>
                <a:lnTo>
                  <a:pt x="39409" y="381095"/>
                </a:lnTo>
                <a:lnTo>
                  <a:pt x="72961" y="358521"/>
                </a:lnTo>
                <a:lnTo>
                  <a:pt x="100512" y="333089"/>
                </a:lnTo>
                <a:lnTo>
                  <a:pt x="121920" y="304800"/>
                </a:lnTo>
                <a:lnTo>
                  <a:pt x="96797" y="294489"/>
                </a:lnTo>
                <a:lnTo>
                  <a:pt x="74104" y="286321"/>
                </a:lnTo>
                <a:lnTo>
                  <a:pt x="53982" y="280154"/>
                </a:lnTo>
                <a:lnTo>
                  <a:pt x="36576" y="275844"/>
                </a:lnTo>
                <a:lnTo>
                  <a:pt x="43981" y="245530"/>
                </a:lnTo>
                <a:lnTo>
                  <a:pt x="52387" y="209359"/>
                </a:lnTo>
                <a:lnTo>
                  <a:pt x="61650" y="167187"/>
                </a:lnTo>
                <a:lnTo>
                  <a:pt x="71628" y="118871"/>
                </a:lnTo>
                <a:lnTo>
                  <a:pt x="96012" y="118871"/>
                </a:lnTo>
                <a:lnTo>
                  <a:pt x="88820" y="148232"/>
                </a:lnTo>
                <a:lnTo>
                  <a:pt x="80772" y="183451"/>
                </a:lnTo>
                <a:lnTo>
                  <a:pt x="71580" y="224099"/>
                </a:lnTo>
                <a:lnTo>
                  <a:pt x="60960" y="269748"/>
                </a:lnTo>
                <a:lnTo>
                  <a:pt x="85915" y="276796"/>
                </a:lnTo>
                <a:lnTo>
                  <a:pt x="104894" y="282392"/>
                </a:lnTo>
                <a:lnTo>
                  <a:pt x="128016" y="289560"/>
                </a:lnTo>
                <a:lnTo>
                  <a:pt x="152917" y="289560"/>
                </a:lnTo>
                <a:lnTo>
                  <a:pt x="150876" y="295656"/>
                </a:lnTo>
                <a:lnTo>
                  <a:pt x="169425" y="304490"/>
                </a:lnTo>
                <a:lnTo>
                  <a:pt x="183832" y="312610"/>
                </a:lnTo>
                <a:lnTo>
                  <a:pt x="187814" y="315468"/>
                </a:lnTo>
                <a:lnTo>
                  <a:pt x="140208" y="315468"/>
                </a:lnTo>
                <a:lnTo>
                  <a:pt x="112776" y="345805"/>
                </a:lnTo>
                <a:lnTo>
                  <a:pt x="80772" y="370713"/>
                </a:lnTo>
                <a:lnTo>
                  <a:pt x="44196" y="390477"/>
                </a:lnTo>
                <a:lnTo>
                  <a:pt x="3048" y="405384"/>
                </a:lnTo>
                <a:close/>
              </a:path>
              <a:path w="387350" h="405764">
                <a:moveTo>
                  <a:pt x="152917" y="289560"/>
                </a:moveTo>
                <a:lnTo>
                  <a:pt x="128016" y="289560"/>
                </a:lnTo>
                <a:lnTo>
                  <a:pt x="138874" y="259246"/>
                </a:lnTo>
                <a:lnTo>
                  <a:pt x="148590" y="220789"/>
                </a:lnTo>
                <a:lnTo>
                  <a:pt x="157162" y="174045"/>
                </a:lnTo>
                <a:lnTo>
                  <a:pt x="164592" y="118871"/>
                </a:lnTo>
                <a:lnTo>
                  <a:pt x="192405" y="118871"/>
                </a:lnTo>
                <a:lnTo>
                  <a:pt x="188976" y="121920"/>
                </a:lnTo>
                <a:lnTo>
                  <a:pt x="180451" y="178212"/>
                </a:lnTo>
                <a:lnTo>
                  <a:pt x="171069" y="225933"/>
                </a:lnTo>
                <a:lnTo>
                  <a:pt x="161115" y="265080"/>
                </a:lnTo>
                <a:lnTo>
                  <a:pt x="152917" y="289560"/>
                </a:lnTo>
                <a:close/>
              </a:path>
              <a:path w="387350" h="405764">
                <a:moveTo>
                  <a:pt x="201168" y="362712"/>
                </a:moveTo>
                <a:lnTo>
                  <a:pt x="195072" y="362712"/>
                </a:lnTo>
                <a:lnTo>
                  <a:pt x="190500" y="359664"/>
                </a:lnTo>
                <a:lnTo>
                  <a:pt x="185928" y="353568"/>
                </a:lnTo>
                <a:lnTo>
                  <a:pt x="177927" y="344400"/>
                </a:lnTo>
                <a:lnTo>
                  <a:pt x="167640" y="335089"/>
                </a:lnTo>
                <a:lnTo>
                  <a:pt x="155067" y="325493"/>
                </a:lnTo>
                <a:lnTo>
                  <a:pt x="140208" y="315468"/>
                </a:lnTo>
                <a:lnTo>
                  <a:pt x="187814" y="315468"/>
                </a:lnTo>
                <a:lnTo>
                  <a:pt x="204750" y="344400"/>
                </a:lnTo>
                <a:lnTo>
                  <a:pt x="204685" y="345805"/>
                </a:lnTo>
                <a:lnTo>
                  <a:pt x="204216" y="350520"/>
                </a:lnTo>
                <a:lnTo>
                  <a:pt x="202692" y="358140"/>
                </a:lnTo>
                <a:lnTo>
                  <a:pt x="201168" y="36271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2575560" y="2365247"/>
            <a:ext cx="403860" cy="405765"/>
          </a:xfrm>
          <a:custGeom>
            <a:avLst/>
            <a:gdLst/>
            <a:ahLst/>
            <a:cxnLst/>
            <a:rect l="l" t="t" r="r" b="b"/>
            <a:pathLst>
              <a:path w="403860" h="405764">
                <a:moveTo>
                  <a:pt x="3048" y="219455"/>
                </a:moveTo>
                <a:lnTo>
                  <a:pt x="0" y="214883"/>
                </a:lnTo>
                <a:lnTo>
                  <a:pt x="21669" y="182927"/>
                </a:lnTo>
                <a:lnTo>
                  <a:pt x="40766" y="151256"/>
                </a:lnTo>
                <a:lnTo>
                  <a:pt x="70104" y="89915"/>
                </a:lnTo>
                <a:lnTo>
                  <a:pt x="88011" y="37528"/>
                </a:lnTo>
                <a:lnTo>
                  <a:pt x="99060" y="0"/>
                </a:lnTo>
                <a:lnTo>
                  <a:pt x="135636" y="24383"/>
                </a:lnTo>
                <a:lnTo>
                  <a:pt x="109299" y="57102"/>
                </a:lnTo>
                <a:lnTo>
                  <a:pt x="89963" y="97202"/>
                </a:lnTo>
                <a:lnTo>
                  <a:pt x="82296" y="115823"/>
                </a:lnTo>
                <a:lnTo>
                  <a:pt x="100584" y="128015"/>
                </a:lnTo>
                <a:lnTo>
                  <a:pt x="86867" y="137159"/>
                </a:lnTo>
                <a:lnTo>
                  <a:pt x="86867" y="146303"/>
                </a:lnTo>
                <a:lnTo>
                  <a:pt x="64008" y="146303"/>
                </a:lnTo>
                <a:lnTo>
                  <a:pt x="52554" y="163734"/>
                </a:lnTo>
                <a:lnTo>
                  <a:pt x="38671" y="181736"/>
                </a:lnTo>
                <a:lnTo>
                  <a:pt x="22217" y="200310"/>
                </a:lnTo>
                <a:lnTo>
                  <a:pt x="3048" y="219455"/>
                </a:lnTo>
                <a:close/>
              </a:path>
              <a:path w="403860" h="405764">
                <a:moveTo>
                  <a:pt x="141732" y="70103"/>
                </a:moveTo>
                <a:lnTo>
                  <a:pt x="126492" y="54863"/>
                </a:lnTo>
                <a:lnTo>
                  <a:pt x="350520" y="54863"/>
                </a:lnTo>
                <a:lnTo>
                  <a:pt x="371856" y="33527"/>
                </a:lnTo>
                <a:lnTo>
                  <a:pt x="403860" y="64007"/>
                </a:lnTo>
                <a:lnTo>
                  <a:pt x="184404" y="64007"/>
                </a:lnTo>
                <a:lnTo>
                  <a:pt x="173235" y="64531"/>
                </a:lnTo>
                <a:lnTo>
                  <a:pt x="162496" y="65912"/>
                </a:lnTo>
                <a:lnTo>
                  <a:pt x="152042" y="67865"/>
                </a:lnTo>
                <a:lnTo>
                  <a:pt x="141732" y="70103"/>
                </a:lnTo>
                <a:close/>
              </a:path>
              <a:path w="403860" h="405764">
                <a:moveTo>
                  <a:pt x="342346" y="367283"/>
                </a:moveTo>
                <a:lnTo>
                  <a:pt x="304800" y="367283"/>
                </a:lnTo>
                <a:lnTo>
                  <a:pt x="313944" y="365759"/>
                </a:lnTo>
                <a:lnTo>
                  <a:pt x="320040" y="359663"/>
                </a:lnTo>
                <a:lnTo>
                  <a:pt x="320040" y="64007"/>
                </a:lnTo>
                <a:lnTo>
                  <a:pt x="342900" y="64007"/>
                </a:lnTo>
                <a:lnTo>
                  <a:pt x="342900" y="361187"/>
                </a:lnTo>
                <a:lnTo>
                  <a:pt x="342346" y="367283"/>
                </a:lnTo>
                <a:close/>
              </a:path>
              <a:path w="403860" h="405764">
                <a:moveTo>
                  <a:pt x="272142" y="137159"/>
                </a:moveTo>
                <a:lnTo>
                  <a:pt x="239268" y="137159"/>
                </a:lnTo>
                <a:lnTo>
                  <a:pt x="251460" y="121919"/>
                </a:lnTo>
                <a:lnTo>
                  <a:pt x="272142" y="137159"/>
                </a:lnTo>
                <a:close/>
              </a:path>
              <a:path w="403860" h="405764">
                <a:moveTo>
                  <a:pt x="141732" y="300227"/>
                </a:moveTo>
                <a:lnTo>
                  <a:pt x="142851" y="278272"/>
                </a:lnTo>
                <a:lnTo>
                  <a:pt x="143827" y="256031"/>
                </a:lnTo>
                <a:lnTo>
                  <a:pt x="144518" y="233791"/>
                </a:lnTo>
                <a:lnTo>
                  <a:pt x="144780" y="211835"/>
                </a:lnTo>
                <a:lnTo>
                  <a:pt x="144518" y="189880"/>
                </a:lnTo>
                <a:lnTo>
                  <a:pt x="143827" y="167639"/>
                </a:lnTo>
                <a:lnTo>
                  <a:pt x="142851" y="145399"/>
                </a:lnTo>
                <a:lnTo>
                  <a:pt x="141732" y="123443"/>
                </a:lnTo>
                <a:lnTo>
                  <a:pt x="166116" y="137159"/>
                </a:lnTo>
                <a:lnTo>
                  <a:pt x="272142" y="137159"/>
                </a:lnTo>
                <a:lnTo>
                  <a:pt x="280416" y="143255"/>
                </a:lnTo>
                <a:lnTo>
                  <a:pt x="273884" y="147827"/>
                </a:lnTo>
                <a:lnTo>
                  <a:pt x="166116" y="147827"/>
                </a:lnTo>
                <a:lnTo>
                  <a:pt x="166116" y="248411"/>
                </a:lnTo>
                <a:lnTo>
                  <a:pt x="266201" y="248411"/>
                </a:lnTo>
                <a:lnTo>
                  <a:pt x="267019" y="259079"/>
                </a:lnTo>
                <a:lnTo>
                  <a:pt x="166116" y="259079"/>
                </a:lnTo>
                <a:lnTo>
                  <a:pt x="166116" y="289559"/>
                </a:lnTo>
                <a:lnTo>
                  <a:pt x="141732" y="300227"/>
                </a:lnTo>
                <a:close/>
              </a:path>
              <a:path w="403860" h="405764">
                <a:moveTo>
                  <a:pt x="62484" y="405383"/>
                </a:moveTo>
                <a:lnTo>
                  <a:pt x="63365" y="366212"/>
                </a:lnTo>
                <a:lnTo>
                  <a:pt x="63817" y="333184"/>
                </a:lnTo>
                <a:lnTo>
                  <a:pt x="63898" y="320039"/>
                </a:lnTo>
                <a:lnTo>
                  <a:pt x="64008" y="146303"/>
                </a:lnTo>
                <a:lnTo>
                  <a:pt x="86867" y="146303"/>
                </a:lnTo>
                <a:lnTo>
                  <a:pt x="86891" y="339161"/>
                </a:lnTo>
                <a:lnTo>
                  <a:pt x="88392" y="391667"/>
                </a:lnTo>
                <a:lnTo>
                  <a:pt x="62484" y="405383"/>
                </a:lnTo>
                <a:close/>
              </a:path>
              <a:path w="403860" h="405764">
                <a:moveTo>
                  <a:pt x="266201" y="248411"/>
                </a:moveTo>
                <a:lnTo>
                  <a:pt x="242316" y="248411"/>
                </a:lnTo>
                <a:lnTo>
                  <a:pt x="242316" y="147827"/>
                </a:lnTo>
                <a:lnTo>
                  <a:pt x="273884" y="147827"/>
                </a:lnTo>
                <a:lnTo>
                  <a:pt x="265176" y="153923"/>
                </a:lnTo>
                <a:lnTo>
                  <a:pt x="265176" y="220979"/>
                </a:lnTo>
                <a:lnTo>
                  <a:pt x="265437" y="234434"/>
                </a:lnTo>
                <a:lnTo>
                  <a:pt x="266128" y="247459"/>
                </a:lnTo>
                <a:lnTo>
                  <a:pt x="266201" y="248411"/>
                </a:lnTo>
                <a:close/>
              </a:path>
              <a:path w="403860" h="405764">
                <a:moveTo>
                  <a:pt x="242316" y="284987"/>
                </a:moveTo>
                <a:lnTo>
                  <a:pt x="242316" y="259079"/>
                </a:lnTo>
                <a:lnTo>
                  <a:pt x="267019" y="259079"/>
                </a:lnTo>
                <a:lnTo>
                  <a:pt x="268224" y="272795"/>
                </a:lnTo>
                <a:lnTo>
                  <a:pt x="242316" y="284987"/>
                </a:lnTo>
                <a:close/>
              </a:path>
              <a:path w="403860" h="405764">
                <a:moveTo>
                  <a:pt x="307848" y="405383"/>
                </a:moveTo>
                <a:lnTo>
                  <a:pt x="302418" y="395358"/>
                </a:lnTo>
                <a:lnTo>
                  <a:pt x="290703" y="385762"/>
                </a:lnTo>
                <a:lnTo>
                  <a:pt x="272700" y="376451"/>
                </a:lnTo>
                <a:lnTo>
                  <a:pt x="248412" y="367283"/>
                </a:lnTo>
                <a:lnTo>
                  <a:pt x="249936" y="361187"/>
                </a:lnTo>
                <a:lnTo>
                  <a:pt x="267938" y="364069"/>
                </a:lnTo>
                <a:lnTo>
                  <a:pt x="283083" y="365950"/>
                </a:lnTo>
                <a:lnTo>
                  <a:pt x="295370" y="366974"/>
                </a:lnTo>
                <a:lnTo>
                  <a:pt x="304800" y="367283"/>
                </a:lnTo>
                <a:lnTo>
                  <a:pt x="342346" y="367283"/>
                </a:lnTo>
                <a:lnTo>
                  <a:pt x="341709" y="374308"/>
                </a:lnTo>
                <a:lnTo>
                  <a:pt x="335661" y="386143"/>
                </a:lnTo>
                <a:lnTo>
                  <a:pt x="324469" y="396549"/>
                </a:lnTo>
                <a:lnTo>
                  <a:pt x="307848" y="40538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3031223" y="2362199"/>
            <a:ext cx="1277620" cy="408940"/>
          </a:xfrm>
          <a:custGeom>
            <a:avLst/>
            <a:gdLst/>
            <a:ahLst/>
            <a:cxnLst/>
            <a:rect l="l" t="t" r="r" b="b"/>
            <a:pathLst>
              <a:path w="1277620" h="408939">
                <a:moveTo>
                  <a:pt x="176784" y="169164"/>
                </a:moveTo>
                <a:lnTo>
                  <a:pt x="169875" y="163068"/>
                </a:lnTo>
                <a:lnTo>
                  <a:pt x="150876" y="146304"/>
                </a:lnTo>
                <a:lnTo>
                  <a:pt x="140208" y="159346"/>
                </a:lnTo>
                <a:lnTo>
                  <a:pt x="140208" y="173736"/>
                </a:lnTo>
                <a:lnTo>
                  <a:pt x="140208" y="217932"/>
                </a:lnTo>
                <a:lnTo>
                  <a:pt x="140208" y="227076"/>
                </a:lnTo>
                <a:lnTo>
                  <a:pt x="140208" y="278892"/>
                </a:lnTo>
                <a:lnTo>
                  <a:pt x="48768" y="278892"/>
                </a:lnTo>
                <a:lnTo>
                  <a:pt x="48768" y="227076"/>
                </a:lnTo>
                <a:lnTo>
                  <a:pt x="140208" y="227076"/>
                </a:lnTo>
                <a:lnTo>
                  <a:pt x="140208" y="217932"/>
                </a:lnTo>
                <a:lnTo>
                  <a:pt x="48768" y="217932"/>
                </a:lnTo>
                <a:lnTo>
                  <a:pt x="48768" y="173736"/>
                </a:lnTo>
                <a:lnTo>
                  <a:pt x="140208" y="173736"/>
                </a:lnTo>
                <a:lnTo>
                  <a:pt x="140208" y="159346"/>
                </a:lnTo>
                <a:lnTo>
                  <a:pt x="137160" y="163068"/>
                </a:lnTo>
                <a:lnTo>
                  <a:pt x="48768" y="163068"/>
                </a:lnTo>
                <a:lnTo>
                  <a:pt x="22860" y="149352"/>
                </a:lnTo>
                <a:lnTo>
                  <a:pt x="23139" y="169164"/>
                </a:lnTo>
                <a:lnTo>
                  <a:pt x="23622" y="193929"/>
                </a:lnTo>
                <a:lnTo>
                  <a:pt x="24155" y="229082"/>
                </a:lnTo>
                <a:lnTo>
                  <a:pt x="24384" y="272796"/>
                </a:lnTo>
                <a:lnTo>
                  <a:pt x="24155" y="317969"/>
                </a:lnTo>
                <a:lnTo>
                  <a:pt x="23622" y="355282"/>
                </a:lnTo>
                <a:lnTo>
                  <a:pt x="23088" y="386524"/>
                </a:lnTo>
                <a:lnTo>
                  <a:pt x="22860" y="406908"/>
                </a:lnTo>
                <a:lnTo>
                  <a:pt x="48768" y="393192"/>
                </a:lnTo>
                <a:lnTo>
                  <a:pt x="48768" y="288036"/>
                </a:lnTo>
                <a:lnTo>
                  <a:pt x="140208" y="288036"/>
                </a:lnTo>
                <a:lnTo>
                  <a:pt x="140208" y="362712"/>
                </a:lnTo>
                <a:lnTo>
                  <a:pt x="135636" y="368808"/>
                </a:lnTo>
                <a:lnTo>
                  <a:pt x="128016" y="368808"/>
                </a:lnTo>
                <a:lnTo>
                  <a:pt x="120878" y="368554"/>
                </a:lnTo>
                <a:lnTo>
                  <a:pt x="82296" y="365760"/>
                </a:lnTo>
                <a:lnTo>
                  <a:pt x="82296" y="371856"/>
                </a:lnTo>
                <a:lnTo>
                  <a:pt x="101447" y="379056"/>
                </a:lnTo>
                <a:lnTo>
                  <a:pt x="115443" y="387096"/>
                </a:lnTo>
                <a:lnTo>
                  <a:pt x="124307" y="396290"/>
                </a:lnTo>
                <a:lnTo>
                  <a:pt x="128016" y="406908"/>
                </a:lnTo>
                <a:lnTo>
                  <a:pt x="144640" y="397789"/>
                </a:lnTo>
                <a:lnTo>
                  <a:pt x="155829" y="386524"/>
                </a:lnTo>
                <a:lnTo>
                  <a:pt x="161886" y="373265"/>
                </a:lnTo>
                <a:lnTo>
                  <a:pt x="162229" y="368808"/>
                </a:lnTo>
                <a:lnTo>
                  <a:pt x="163068" y="358140"/>
                </a:lnTo>
                <a:lnTo>
                  <a:pt x="163068" y="181356"/>
                </a:lnTo>
                <a:lnTo>
                  <a:pt x="171640" y="173736"/>
                </a:lnTo>
                <a:lnTo>
                  <a:pt x="176784" y="169164"/>
                </a:lnTo>
                <a:close/>
              </a:path>
              <a:path w="1277620" h="408939">
                <a:moveTo>
                  <a:pt x="193548" y="121920"/>
                </a:moveTo>
                <a:lnTo>
                  <a:pt x="178308" y="85344"/>
                </a:lnTo>
                <a:lnTo>
                  <a:pt x="147243" y="62204"/>
                </a:lnTo>
                <a:lnTo>
                  <a:pt x="134112" y="53340"/>
                </a:lnTo>
                <a:lnTo>
                  <a:pt x="129540" y="59436"/>
                </a:lnTo>
                <a:lnTo>
                  <a:pt x="136664" y="68275"/>
                </a:lnTo>
                <a:lnTo>
                  <a:pt x="144208" y="78676"/>
                </a:lnTo>
                <a:lnTo>
                  <a:pt x="152044" y="90512"/>
                </a:lnTo>
                <a:lnTo>
                  <a:pt x="160020" y="103632"/>
                </a:lnTo>
                <a:lnTo>
                  <a:pt x="27432" y="108204"/>
                </a:lnTo>
                <a:lnTo>
                  <a:pt x="36944" y="99326"/>
                </a:lnTo>
                <a:lnTo>
                  <a:pt x="47434" y="88582"/>
                </a:lnTo>
                <a:lnTo>
                  <a:pt x="59372" y="75844"/>
                </a:lnTo>
                <a:lnTo>
                  <a:pt x="73152" y="60960"/>
                </a:lnTo>
                <a:lnTo>
                  <a:pt x="86296" y="47561"/>
                </a:lnTo>
                <a:lnTo>
                  <a:pt x="98298" y="37147"/>
                </a:lnTo>
                <a:lnTo>
                  <a:pt x="109156" y="29895"/>
                </a:lnTo>
                <a:lnTo>
                  <a:pt x="118872" y="25908"/>
                </a:lnTo>
                <a:lnTo>
                  <a:pt x="88392" y="0"/>
                </a:lnTo>
                <a:lnTo>
                  <a:pt x="59677" y="49936"/>
                </a:lnTo>
                <a:lnTo>
                  <a:pt x="31724" y="83058"/>
                </a:lnTo>
                <a:lnTo>
                  <a:pt x="0" y="103632"/>
                </a:lnTo>
                <a:lnTo>
                  <a:pt x="16764" y="137160"/>
                </a:lnTo>
                <a:lnTo>
                  <a:pt x="59423" y="123240"/>
                </a:lnTo>
                <a:lnTo>
                  <a:pt x="106921" y="117475"/>
                </a:lnTo>
                <a:lnTo>
                  <a:pt x="147027" y="113334"/>
                </a:lnTo>
                <a:lnTo>
                  <a:pt x="163068" y="111252"/>
                </a:lnTo>
                <a:lnTo>
                  <a:pt x="166116" y="120396"/>
                </a:lnTo>
                <a:lnTo>
                  <a:pt x="169164" y="128016"/>
                </a:lnTo>
                <a:lnTo>
                  <a:pt x="172212" y="134112"/>
                </a:lnTo>
                <a:lnTo>
                  <a:pt x="172212" y="138684"/>
                </a:lnTo>
                <a:lnTo>
                  <a:pt x="176784" y="138684"/>
                </a:lnTo>
                <a:lnTo>
                  <a:pt x="181356" y="137160"/>
                </a:lnTo>
                <a:lnTo>
                  <a:pt x="185928" y="132588"/>
                </a:lnTo>
                <a:lnTo>
                  <a:pt x="190500" y="129540"/>
                </a:lnTo>
                <a:lnTo>
                  <a:pt x="193548" y="121920"/>
                </a:lnTo>
                <a:close/>
              </a:path>
              <a:path w="1277620" h="408939">
                <a:moveTo>
                  <a:pt x="382524" y="160020"/>
                </a:moveTo>
                <a:lnTo>
                  <a:pt x="361365" y="129527"/>
                </a:lnTo>
                <a:lnTo>
                  <a:pt x="359854" y="120205"/>
                </a:lnTo>
                <a:lnTo>
                  <a:pt x="358648" y="110617"/>
                </a:lnTo>
                <a:lnTo>
                  <a:pt x="358140" y="100584"/>
                </a:lnTo>
                <a:lnTo>
                  <a:pt x="350520" y="100584"/>
                </a:lnTo>
                <a:lnTo>
                  <a:pt x="348996" y="144780"/>
                </a:lnTo>
                <a:lnTo>
                  <a:pt x="329184" y="163068"/>
                </a:lnTo>
                <a:lnTo>
                  <a:pt x="271272" y="163068"/>
                </a:lnTo>
                <a:lnTo>
                  <a:pt x="259511" y="161925"/>
                </a:lnTo>
                <a:lnTo>
                  <a:pt x="251460" y="158496"/>
                </a:lnTo>
                <a:lnTo>
                  <a:pt x="246849" y="152781"/>
                </a:lnTo>
                <a:lnTo>
                  <a:pt x="245364" y="144780"/>
                </a:lnTo>
                <a:lnTo>
                  <a:pt x="245364" y="111252"/>
                </a:lnTo>
                <a:lnTo>
                  <a:pt x="265633" y="103568"/>
                </a:lnTo>
                <a:lnTo>
                  <a:pt x="269062" y="102108"/>
                </a:lnTo>
                <a:lnTo>
                  <a:pt x="287464" y="94297"/>
                </a:lnTo>
                <a:lnTo>
                  <a:pt x="310730" y="83616"/>
                </a:lnTo>
                <a:lnTo>
                  <a:pt x="335280" y="71628"/>
                </a:lnTo>
                <a:lnTo>
                  <a:pt x="350520" y="70104"/>
                </a:lnTo>
                <a:lnTo>
                  <a:pt x="324612" y="39624"/>
                </a:lnTo>
                <a:lnTo>
                  <a:pt x="310095" y="56464"/>
                </a:lnTo>
                <a:lnTo>
                  <a:pt x="291846" y="72580"/>
                </a:lnTo>
                <a:lnTo>
                  <a:pt x="270179" y="87845"/>
                </a:lnTo>
                <a:lnTo>
                  <a:pt x="245364" y="102108"/>
                </a:lnTo>
                <a:lnTo>
                  <a:pt x="245364" y="41148"/>
                </a:lnTo>
                <a:lnTo>
                  <a:pt x="260604" y="27432"/>
                </a:lnTo>
                <a:lnTo>
                  <a:pt x="220980" y="10668"/>
                </a:lnTo>
                <a:lnTo>
                  <a:pt x="221221" y="26365"/>
                </a:lnTo>
                <a:lnTo>
                  <a:pt x="221742" y="55054"/>
                </a:lnTo>
                <a:lnTo>
                  <a:pt x="222275" y="96608"/>
                </a:lnTo>
                <a:lnTo>
                  <a:pt x="222504" y="150876"/>
                </a:lnTo>
                <a:lnTo>
                  <a:pt x="259080" y="182880"/>
                </a:lnTo>
                <a:lnTo>
                  <a:pt x="332232" y="182880"/>
                </a:lnTo>
                <a:lnTo>
                  <a:pt x="349948" y="181457"/>
                </a:lnTo>
                <a:lnTo>
                  <a:pt x="364236" y="177165"/>
                </a:lnTo>
                <a:lnTo>
                  <a:pt x="375094" y="170027"/>
                </a:lnTo>
                <a:lnTo>
                  <a:pt x="380263" y="163068"/>
                </a:lnTo>
                <a:lnTo>
                  <a:pt x="382524" y="160020"/>
                </a:lnTo>
                <a:close/>
              </a:path>
              <a:path w="1277620" h="408939">
                <a:moveTo>
                  <a:pt x="387096" y="367284"/>
                </a:moveTo>
                <a:lnTo>
                  <a:pt x="365188" y="326707"/>
                </a:lnTo>
                <a:lnTo>
                  <a:pt x="362712" y="300228"/>
                </a:lnTo>
                <a:lnTo>
                  <a:pt x="356616" y="300228"/>
                </a:lnTo>
                <a:lnTo>
                  <a:pt x="355498" y="313397"/>
                </a:lnTo>
                <a:lnTo>
                  <a:pt x="354520" y="325564"/>
                </a:lnTo>
                <a:lnTo>
                  <a:pt x="353834" y="336880"/>
                </a:lnTo>
                <a:lnTo>
                  <a:pt x="353568" y="347472"/>
                </a:lnTo>
                <a:lnTo>
                  <a:pt x="352196" y="357720"/>
                </a:lnTo>
                <a:lnTo>
                  <a:pt x="348234" y="365379"/>
                </a:lnTo>
                <a:lnTo>
                  <a:pt x="341998" y="370192"/>
                </a:lnTo>
                <a:lnTo>
                  <a:pt x="333756" y="371856"/>
                </a:lnTo>
                <a:lnTo>
                  <a:pt x="265176" y="371856"/>
                </a:lnTo>
                <a:lnTo>
                  <a:pt x="254063" y="371030"/>
                </a:lnTo>
                <a:lnTo>
                  <a:pt x="245935" y="366331"/>
                </a:lnTo>
                <a:lnTo>
                  <a:pt x="240969" y="357936"/>
                </a:lnTo>
                <a:lnTo>
                  <a:pt x="239268" y="345948"/>
                </a:lnTo>
                <a:lnTo>
                  <a:pt x="239268" y="303276"/>
                </a:lnTo>
                <a:lnTo>
                  <a:pt x="260540" y="292608"/>
                </a:lnTo>
                <a:lnTo>
                  <a:pt x="287464" y="278892"/>
                </a:lnTo>
                <a:lnTo>
                  <a:pt x="313639" y="265137"/>
                </a:lnTo>
                <a:lnTo>
                  <a:pt x="341376" y="249936"/>
                </a:lnTo>
                <a:lnTo>
                  <a:pt x="358140" y="249936"/>
                </a:lnTo>
                <a:lnTo>
                  <a:pt x="329184" y="217932"/>
                </a:lnTo>
                <a:lnTo>
                  <a:pt x="313207" y="237959"/>
                </a:lnTo>
                <a:lnTo>
                  <a:pt x="292798" y="256984"/>
                </a:lnTo>
                <a:lnTo>
                  <a:pt x="268109" y="275158"/>
                </a:lnTo>
                <a:lnTo>
                  <a:pt x="239268" y="292608"/>
                </a:lnTo>
                <a:lnTo>
                  <a:pt x="239268" y="236220"/>
                </a:lnTo>
                <a:lnTo>
                  <a:pt x="254508" y="224028"/>
                </a:lnTo>
                <a:lnTo>
                  <a:pt x="214884" y="205740"/>
                </a:lnTo>
                <a:lnTo>
                  <a:pt x="216154" y="249936"/>
                </a:lnTo>
                <a:lnTo>
                  <a:pt x="216357" y="292608"/>
                </a:lnTo>
                <a:lnTo>
                  <a:pt x="216408" y="361188"/>
                </a:lnTo>
                <a:lnTo>
                  <a:pt x="219583" y="375196"/>
                </a:lnTo>
                <a:lnTo>
                  <a:pt x="226885" y="385191"/>
                </a:lnTo>
                <a:lnTo>
                  <a:pt x="238493" y="391198"/>
                </a:lnTo>
                <a:lnTo>
                  <a:pt x="254508" y="393192"/>
                </a:lnTo>
                <a:lnTo>
                  <a:pt x="335280" y="393192"/>
                </a:lnTo>
                <a:lnTo>
                  <a:pt x="354736" y="390652"/>
                </a:lnTo>
                <a:lnTo>
                  <a:pt x="369760" y="385381"/>
                </a:lnTo>
                <a:lnTo>
                  <a:pt x="380504" y="377558"/>
                </a:lnTo>
                <a:lnTo>
                  <a:pt x="384162" y="371856"/>
                </a:lnTo>
                <a:lnTo>
                  <a:pt x="387096" y="367284"/>
                </a:lnTo>
                <a:close/>
              </a:path>
              <a:path w="1277620" h="408939">
                <a:moveTo>
                  <a:pt x="562356" y="150876"/>
                </a:moveTo>
                <a:lnTo>
                  <a:pt x="554863" y="144780"/>
                </a:lnTo>
                <a:lnTo>
                  <a:pt x="537972" y="131064"/>
                </a:lnTo>
                <a:lnTo>
                  <a:pt x="530352" y="139636"/>
                </a:lnTo>
                <a:lnTo>
                  <a:pt x="530352" y="155448"/>
                </a:lnTo>
                <a:lnTo>
                  <a:pt x="530352" y="251460"/>
                </a:lnTo>
                <a:lnTo>
                  <a:pt x="493776" y="251460"/>
                </a:lnTo>
                <a:lnTo>
                  <a:pt x="493776" y="155448"/>
                </a:lnTo>
                <a:lnTo>
                  <a:pt x="530352" y="155448"/>
                </a:lnTo>
                <a:lnTo>
                  <a:pt x="530352" y="139636"/>
                </a:lnTo>
                <a:lnTo>
                  <a:pt x="525780" y="144780"/>
                </a:lnTo>
                <a:lnTo>
                  <a:pt x="493776" y="144780"/>
                </a:lnTo>
                <a:lnTo>
                  <a:pt x="470916" y="134112"/>
                </a:lnTo>
                <a:lnTo>
                  <a:pt x="471779" y="150876"/>
                </a:lnTo>
                <a:lnTo>
                  <a:pt x="472249" y="170688"/>
                </a:lnTo>
                <a:lnTo>
                  <a:pt x="472376" y="186715"/>
                </a:lnTo>
                <a:lnTo>
                  <a:pt x="472249" y="236220"/>
                </a:lnTo>
                <a:lnTo>
                  <a:pt x="472211" y="240982"/>
                </a:lnTo>
                <a:lnTo>
                  <a:pt x="471157" y="286702"/>
                </a:lnTo>
                <a:lnTo>
                  <a:pt x="470916" y="307848"/>
                </a:lnTo>
                <a:lnTo>
                  <a:pt x="493776" y="298704"/>
                </a:lnTo>
                <a:lnTo>
                  <a:pt x="493776" y="262128"/>
                </a:lnTo>
                <a:lnTo>
                  <a:pt x="530352" y="262128"/>
                </a:lnTo>
                <a:lnTo>
                  <a:pt x="530352" y="284988"/>
                </a:lnTo>
                <a:lnTo>
                  <a:pt x="551688" y="272796"/>
                </a:lnTo>
                <a:lnTo>
                  <a:pt x="551484" y="262128"/>
                </a:lnTo>
                <a:lnTo>
                  <a:pt x="551459" y="260819"/>
                </a:lnTo>
                <a:lnTo>
                  <a:pt x="551002" y="251460"/>
                </a:lnTo>
                <a:lnTo>
                  <a:pt x="550418" y="240982"/>
                </a:lnTo>
                <a:lnTo>
                  <a:pt x="550265" y="236220"/>
                </a:lnTo>
                <a:lnTo>
                  <a:pt x="550164" y="160020"/>
                </a:lnTo>
                <a:lnTo>
                  <a:pt x="556260" y="155448"/>
                </a:lnTo>
                <a:lnTo>
                  <a:pt x="562356" y="150876"/>
                </a:lnTo>
                <a:close/>
              </a:path>
              <a:path w="1277620" h="408939">
                <a:moveTo>
                  <a:pt x="617220" y="85344"/>
                </a:moveTo>
                <a:lnTo>
                  <a:pt x="611124" y="79248"/>
                </a:lnTo>
                <a:lnTo>
                  <a:pt x="595884" y="64008"/>
                </a:lnTo>
                <a:lnTo>
                  <a:pt x="580644" y="79248"/>
                </a:lnTo>
                <a:lnTo>
                  <a:pt x="495300" y="79248"/>
                </a:lnTo>
                <a:lnTo>
                  <a:pt x="518160" y="32004"/>
                </a:lnTo>
                <a:lnTo>
                  <a:pt x="531876" y="21336"/>
                </a:lnTo>
                <a:lnTo>
                  <a:pt x="495300" y="1524"/>
                </a:lnTo>
                <a:lnTo>
                  <a:pt x="480517" y="56388"/>
                </a:lnTo>
                <a:lnTo>
                  <a:pt x="463588" y="103492"/>
                </a:lnTo>
                <a:lnTo>
                  <a:pt x="440080" y="154482"/>
                </a:lnTo>
                <a:lnTo>
                  <a:pt x="425196" y="181356"/>
                </a:lnTo>
                <a:lnTo>
                  <a:pt x="429768" y="184404"/>
                </a:lnTo>
                <a:lnTo>
                  <a:pt x="447230" y="163004"/>
                </a:lnTo>
                <a:lnTo>
                  <a:pt x="463105" y="140017"/>
                </a:lnTo>
                <a:lnTo>
                  <a:pt x="477570" y="115620"/>
                </a:lnTo>
                <a:lnTo>
                  <a:pt x="490728" y="89916"/>
                </a:lnTo>
                <a:lnTo>
                  <a:pt x="582168" y="89916"/>
                </a:lnTo>
                <a:lnTo>
                  <a:pt x="581888" y="174307"/>
                </a:lnTo>
                <a:lnTo>
                  <a:pt x="581025" y="238506"/>
                </a:lnTo>
                <a:lnTo>
                  <a:pt x="579589" y="283806"/>
                </a:lnTo>
                <a:lnTo>
                  <a:pt x="574725" y="323405"/>
                </a:lnTo>
                <a:lnTo>
                  <a:pt x="549262" y="344271"/>
                </a:lnTo>
                <a:lnTo>
                  <a:pt x="535114" y="344233"/>
                </a:lnTo>
                <a:lnTo>
                  <a:pt x="517283" y="342696"/>
                </a:lnTo>
                <a:lnTo>
                  <a:pt x="495300" y="339852"/>
                </a:lnTo>
                <a:lnTo>
                  <a:pt x="495300" y="345948"/>
                </a:lnTo>
                <a:lnTo>
                  <a:pt x="517334" y="352767"/>
                </a:lnTo>
                <a:lnTo>
                  <a:pt x="533209" y="361569"/>
                </a:lnTo>
                <a:lnTo>
                  <a:pt x="543102" y="372097"/>
                </a:lnTo>
                <a:lnTo>
                  <a:pt x="547116" y="384048"/>
                </a:lnTo>
                <a:lnTo>
                  <a:pt x="557745" y="379196"/>
                </a:lnTo>
                <a:lnTo>
                  <a:pt x="587578" y="354317"/>
                </a:lnTo>
                <a:lnTo>
                  <a:pt x="601179" y="293370"/>
                </a:lnTo>
                <a:lnTo>
                  <a:pt x="603123" y="247650"/>
                </a:lnTo>
                <a:lnTo>
                  <a:pt x="604507" y="181356"/>
                </a:lnTo>
                <a:lnTo>
                  <a:pt x="605028" y="94488"/>
                </a:lnTo>
                <a:lnTo>
                  <a:pt x="611124" y="89916"/>
                </a:lnTo>
                <a:lnTo>
                  <a:pt x="617220" y="85344"/>
                </a:lnTo>
                <a:close/>
              </a:path>
              <a:path w="1277620" h="408939">
                <a:moveTo>
                  <a:pt x="818388" y="70104"/>
                </a:moveTo>
                <a:lnTo>
                  <a:pt x="809244" y="60960"/>
                </a:lnTo>
                <a:lnTo>
                  <a:pt x="794004" y="45720"/>
                </a:lnTo>
                <a:lnTo>
                  <a:pt x="778764" y="60960"/>
                </a:lnTo>
                <a:lnTo>
                  <a:pt x="694944" y="60960"/>
                </a:lnTo>
                <a:lnTo>
                  <a:pt x="710184" y="35052"/>
                </a:lnTo>
                <a:lnTo>
                  <a:pt x="723900" y="27432"/>
                </a:lnTo>
                <a:lnTo>
                  <a:pt x="694944" y="7620"/>
                </a:lnTo>
                <a:lnTo>
                  <a:pt x="676732" y="49847"/>
                </a:lnTo>
                <a:lnTo>
                  <a:pt x="648081" y="97726"/>
                </a:lnTo>
                <a:lnTo>
                  <a:pt x="620268" y="126492"/>
                </a:lnTo>
                <a:lnTo>
                  <a:pt x="621792" y="132588"/>
                </a:lnTo>
                <a:lnTo>
                  <a:pt x="631228" y="126301"/>
                </a:lnTo>
                <a:lnTo>
                  <a:pt x="641223" y="118872"/>
                </a:lnTo>
                <a:lnTo>
                  <a:pt x="651802" y="110299"/>
                </a:lnTo>
                <a:lnTo>
                  <a:pt x="662940" y="100584"/>
                </a:lnTo>
                <a:lnTo>
                  <a:pt x="670166" y="107975"/>
                </a:lnTo>
                <a:lnTo>
                  <a:pt x="676059" y="116166"/>
                </a:lnTo>
                <a:lnTo>
                  <a:pt x="681164" y="125018"/>
                </a:lnTo>
                <a:lnTo>
                  <a:pt x="685800" y="134112"/>
                </a:lnTo>
                <a:lnTo>
                  <a:pt x="690372" y="143256"/>
                </a:lnTo>
                <a:lnTo>
                  <a:pt x="693420" y="147828"/>
                </a:lnTo>
                <a:lnTo>
                  <a:pt x="697992" y="147828"/>
                </a:lnTo>
                <a:lnTo>
                  <a:pt x="699516" y="144780"/>
                </a:lnTo>
                <a:lnTo>
                  <a:pt x="704088" y="140208"/>
                </a:lnTo>
                <a:lnTo>
                  <a:pt x="707136" y="135636"/>
                </a:lnTo>
                <a:lnTo>
                  <a:pt x="707136" y="129540"/>
                </a:lnTo>
                <a:lnTo>
                  <a:pt x="677773" y="100584"/>
                </a:lnTo>
                <a:lnTo>
                  <a:pt x="669036" y="96012"/>
                </a:lnTo>
                <a:lnTo>
                  <a:pt x="673658" y="91135"/>
                </a:lnTo>
                <a:lnTo>
                  <a:pt x="678561" y="85534"/>
                </a:lnTo>
                <a:lnTo>
                  <a:pt x="690372" y="71628"/>
                </a:lnTo>
                <a:lnTo>
                  <a:pt x="778764" y="71628"/>
                </a:lnTo>
                <a:lnTo>
                  <a:pt x="743407" y="118567"/>
                </a:lnTo>
                <a:lnTo>
                  <a:pt x="703707" y="155143"/>
                </a:lnTo>
                <a:lnTo>
                  <a:pt x="646557" y="188810"/>
                </a:lnTo>
                <a:lnTo>
                  <a:pt x="611124" y="204216"/>
                </a:lnTo>
                <a:lnTo>
                  <a:pt x="612648" y="210312"/>
                </a:lnTo>
                <a:lnTo>
                  <a:pt x="676465" y="187452"/>
                </a:lnTo>
                <a:lnTo>
                  <a:pt x="725424" y="160020"/>
                </a:lnTo>
                <a:lnTo>
                  <a:pt x="767143" y="124587"/>
                </a:lnTo>
                <a:lnTo>
                  <a:pt x="803148" y="77724"/>
                </a:lnTo>
                <a:lnTo>
                  <a:pt x="815340" y="71628"/>
                </a:lnTo>
                <a:lnTo>
                  <a:pt x="818388" y="70104"/>
                </a:lnTo>
                <a:close/>
              </a:path>
              <a:path w="1277620" h="408939">
                <a:moveTo>
                  <a:pt x="830580" y="233172"/>
                </a:moveTo>
                <a:lnTo>
                  <a:pt x="821436" y="224028"/>
                </a:lnTo>
                <a:lnTo>
                  <a:pt x="806196" y="208788"/>
                </a:lnTo>
                <a:lnTo>
                  <a:pt x="790956" y="224028"/>
                </a:lnTo>
                <a:lnTo>
                  <a:pt x="707136" y="224028"/>
                </a:lnTo>
                <a:lnTo>
                  <a:pt x="725424" y="199644"/>
                </a:lnTo>
                <a:lnTo>
                  <a:pt x="742188" y="195072"/>
                </a:lnTo>
                <a:lnTo>
                  <a:pt x="711708" y="170688"/>
                </a:lnTo>
                <a:lnTo>
                  <a:pt x="685355" y="219341"/>
                </a:lnTo>
                <a:lnTo>
                  <a:pt x="660184" y="253034"/>
                </a:lnTo>
                <a:lnTo>
                  <a:pt x="628180" y="283806"/>
                </a:lnTo>
                <a:lnTo>
                  <a:pt x="609600" y="297180"/>
                </a:lnTo>
                <a:lnTo>
                  <a:pt x="612648" y="303276"/>
                </a:lnTo>
                <a:lnTo>
                  <a:pt x="628078" y="295021"/>
                </a:lnTo>
                <a:lnTo>
                  <a:pt x="642366" y="286321"/>
                </a:lnTo>
                <a:lnTo>
                  <a:pt x="655510" y="277355"/>
                </a:lnTo>
                <a:lnTo>
                  <a:pt x="667512" y="268224"/>
                </a:lnTo>
                <a:lnTo>
                  <a:pt x="673798" y="278536"/>
                </a:lnTo>
                <a:lnTo>
                  <a:pt x="678942" y="288988"/>
                </a:lnTo>
                <a:lnTo>
                  <a:pt x="682942" y="299732"/>
                </a:lnTo>
                <a:lnTo>
                  <a:pt x="685800" y="310896"/>
                </a:lnTo>
                <a:lnTo>
                  <a:pt x="688848" y="323088"/>
                </a:lnTo>
                <a:lnTo>
                  <a:pt x="691896" y="329184"/>
                </a:lnTo>
                <a:lnTo>
                  <a:pt x="697992" y="329184"/>
                </a:lnTo>
                <a:lnTo>
                  <a:pt x="699516" y="326136"/>
                </a:lnTo>
                <a:lnTo>
                  <a:pt x="704088" y="323088"/>
                </a:lnTo>
                <a:lnTo>
                  <a:pt x="707136" y="318516"/>
                </a:lnTo>
                <a:lnTo>
                  <a:pt x="708660" y="313944"/>
                </a:lnTo>
                <a:lnTo>
                  <a:pt x="708660" y="304800"/>
                </a:lnTo>
                <a:lnTo>
                  <a:pt x="707136" y="301752"/>
                </a:lnTo>
                <a:lnTo>
                  <a:pt x="705612" y="294132"/>
                </a:lnTo>
                <a:lnTo>
                  <a:pt x="672084" y="262128"/>
                </a:lnTo>
                <a:lnTo>
                  <a:pt x="679856" y="254419"/>
                </a:lnTo>
                <a:lnTo>
                  <a:pt x="687324" y="247269"/>
                </a:lnTo>
                <a:lnTo>
                  <a:pt x="694804" y="240703"/>
                </a:lnTo>
                <a:lnTo>
                  <a:pt x="702564" y="234696"/>
                </a:lnTo>
                <a:lnTo>
                  <a:pt x="790956" y="234696"/>
                </a:lnTo>
                <a:lnTo>
                  <a:pt x="772033" y="270751"/>
                </a:lnTo>
                <a:lnTo>
                  <a:pt x="729030" y="326859"/>
                </a:lnTo>
                <a:lnTo>
                  <a:pt x="677570" y="363715"/>
                </a:lnTo>
                <a:lnTo>
                  <a:pt x="617080" y="389915"/>
                </a:lnTo>
                <a:lnTo>
                  <a:pt x="583692" y="399288"/>
                </a:lnTo>
                <a:lnTo>
                  <a:pt x="585216" y="406908"/>
                </a:lnTo>
                <a:lnTo>
                  <a:pt x="651319" y="389953"/>
                </a:lnTo>
                <a:lnTo>
                  <a:pt x="711708" y="362712"/>
                </a:lnTo>
                <a:lnTo>
                  <a:pt x="766191" y="317182"/>
                </a:lnTo>
                <a:lnTo>
                  <a:pt x="791006" y="284492"/>
                </a:lnTo>
                <a:lnTo>
                  <a:pt x="813816" y="245364"/>
                </a:lnTo>
                <a:lnTo>
                  <a:pt x="828484" y="234696"/>
                </a:lnTo>
                <a:lnTo>
                  <a:pt x="830580" y="233172"/>
                </a:lnTo>
                <a:close/>
              </a:path>
              <a:path w="1277620" h="408939">
                <a:moveTo>
                  <a:pt x="1277124" y="82296"/>
                </a:moveTo>
                <a:lnTo>
                  <a:pt x="1237500" y="41148"/>
                </a:lnTo>
                <a:lnTo>
                  <a:pt x="1207020" y="71628"/>
                </a:lnTo>
                <a:lnTo>
                  <a:pt x="1059192" y="71628"/>
                </a:lnTo>
                <a:lnTo>
                  <a:pt x="1064018" y="63080"/>
                </a:lnTo>
                <a:lnTo>
                  <a:pt x="1069289" y="53530"/>
                </a:lnTo>
                <a:lnTo>
                  <a:pt x="1074826" y="43129"/>
                </a:lnTo>
                <a:lnTo>
                  <a:pt x="1080528" y="32004"/>
                </a:lnTo>
                <a:lnTo>
                  <a:pt x="1097292" y="24384"/>
                </a:lnTo>
                <a:lnTo>
                  <a:pt x="1054620" y="0"/>
                </a:lnTo>
                <a:lnTo>
                  <a:pt x="1051229" y="14846"/>
                </a:lnTo>
                <a:lnTo>
                  <a:pt x="1045857" y="31813"/>
                </a:lnTo>
                <a:lnTo>
                  <a:pt x="1038758" y="50800"/>
                </a:lnTo>
                <a:lnTo>
                  <a:pt x="1030236" y="71628"/>
                </a:lnTo>
                <a:lnTo>
                  <a:pt x="873264" y="71628"/>
                </a:lnTo>
                <a:lnTo>
                  <a:pt x="890028" y="86868"/>
                </a:lnTo>
                <a:lnTo>
                  <a:pt x="899452" y="84874"/>
                </a:lnTo>
                <a:lnTo>
                  <a:pt x="909459" y="83439"/>
                </a:lnTo>
                <a:lnTo>
                  <a:pt x="920026" y="82588"/>
                </a:lnTo>
                <a:lnTo>
                  <a:pt x="931176" y="82296"/>
                </a:lnTo>
                <a:lnTo>
                  <a:pt x="1027188" y="82296"/>
                </a:lnTo>
                <a:lnTo>
                  <a:pt x="992898" y="139255"/>
                </a:lnTo>
                <a:lnTo>
                  <a:pt x="958608" y="185928"/>
                </a:lnTo>
                <a:lnTo>
                  <a:pt x="919365" y="225361"/>
                </a:lnTo>
                <a:lnTo>
                  <a:pt x="873264" y="263652"/>
                </a:lnTo>
                <a:lnTo>
                  <a:pt x="879360" y="269748"/>
                </a:lnTo>
                <a:lnTo>
                  <a:pt x="907364" y="251460"/>
                </a:lnTo>
                <a:lnTo>
                  <a:pt x="934224" y="230886"/>
                </a:lnTo>
                <a:lnTo>
                  <a:pt x="959942" y="208026"/>
                </a:lnTo>
                <a:lnTo>
                  <a:pt x="984516" y="182880"/>
                </a:lnTo>
                <a:lnTo>
                  <a:pt x="984427" y="294132"/>
                </a:lnTo>
                <a:lnTo>
                  <a:pt x="984326" y="337375"/>
                </a:lnTo>
                <a:lnTo>
                  <a:pt x="983869" y="383273"/>
                </a:lnTo>
                <a:lnTo>
                  <a:pt x="982992" y="408432"/>
                </a:lnTo>
                <a:lnTo>
                  <a:pt x="1008900" y="393192"/>
                </a:lnTo>
                <a:lnTo>
                  <a:pt x="1008900" y="294132"/>
                </a:lnTo>
                <a:lnTo>
                  <a:pt x="1168920" y="294132"/>
                </a:lnTo>
                <a:lnTo>
                  <a:pt x="1168920" y="365760"/>
                </a:lnTo>
                <a:lnTo>
                  <a:pt x="1164348" y="370332"/>
                </a:lnTo>
                <a:lnTo>
                  <a:pt x="1121956" y="367766"/>
                </a:lnTo>
                <a:lnTo>
                  <a:pt x="1107960" y="365760"/>
                </a:lnTo>
                <a:lnTo>
                  <a:pt x="1107960" y="373380"/>
                </a:lnTo>
                <a:lnTo>
                  <a:pt x="1129690" y="380796"/>
                </a:lnTo>
                <a:lnTo>
                  <a:pt x="1144727" y="389191"/>
                </a:lnTo>
                <a:lnTo>
                  <a:pt x="1153172" y="398462"/>
                </a:lnTo>
                <a:lnTo>
                  <a:pt x="1155204" y="408432"/>
                </a:lnTo>
                <a:lnTo>
                  <a:pt x="1172083" y="400723"/>
                </a:lnTo>
                <a:lnTo>
                  <a:pt x="1183970" y="391287"/>
                </a:lnTo>
                <a:lnTo>
                  <a:pt x="1190993" y="380149"/>
                </a:lnTo>
                <a:lnTo>
                  <a:pt x="1192745" y="370332"/>
                </a:lnTo>
                <a:lnTo>
                  <a:pt x="1193215" y="367766"/>
                </a:lnTo>
                <a:lnTo>
                  <a:pt x="1193304" y="294132"/>
                </a:lnTo>
                <a:lnTo>
                  <a:pt x="1193304" y="283464"/>
                </a:lnTo>
                <a:lnTo>
                  <a:pt x="1193304" y="225552"/>
                </a:lnTo>
                <a:lnTo>
                  <a:pt x="1193304" y="214884"/>
                </a:lnTo>
                <a:lnTo>
                  <a:pt x="1193304" y="161544"/>
                </a:lnTo>
                <a:lnTo>
                  <a:pt x="1201686" y="155448"/>
                </a:lnTo>
                <a:lnTo>
                  <a:pt x="1210068" y="149352"/>
                </a:lnTo>
                <a:lnTo>
                  <a:pt x="1203972" y="144780"/>
                </a:lnTo>
                <a:lnTo>
                  <a:pt x="1179588" y="126492"/>
                </a:lnTo>
                <a:lnTo>
                  <a:pt x="1168920" y="140716"/>
                </a:lnTo>
                <a:lnTo>
                  <a:pt x="1168920" y="155448"/>
                </a:lnTo>
                <a:lnTo>
                  <a:pt x="1168920" y="214884"/>
                </a:lnTo>
                <a:lnTo>
                  <a:pt x="1168920" y="225552"/>
                </a:lnTo>
                <a:lnTo>
                  <a:pt x="1168920" y="283464"/>
                </a:lnTo>
                <a:lnTo>
                  <a:pt x="1008900" y="283464"/>
                </a:lnTo>
                <a:lnTo>
                  <a:pt x="1008900" y="225552"/>
                </a:lnTo>
                <a:lnTo>
                  <a:pt x="1168920" y="225552"/>
                </a:lnTo>
                <a:lnTo>
                  <a:pt x="1168920" y="214884"/>
                </a:lnTo>
                <a:lnTo>
                  <a:pt x="1008900" y="214884"/>
                </a:lnTo>
                <a:lnTo>
                  <a:pt x="1008900" y="182880"/>
                </a:lnTo>
                <a:lnTo>
                  <a:pt x="1008900" y="155448"/>
                </a:lnTo>
                <a:lnTo>
                  <a:pt x="1168920" y="155448"/>
                </a:lnTo>
                <a:lnTo>
                  <a:pt x="1168920" y="140716"/>
                </a:lnTo>
                <a:lnTo>
                  <a:pt x="1165872" y="144780"/>
                </a:lnTo>
                <a:lnTo>
                  <a:pt x="1016520" y="144780"/>
                </a:lnTo>
                <a:lnTo>
                  <a:pt x="1026782" y="130517"/>
                </a:lnTo>
                <a:lnTo>
                  <a:pt x="1036904" y="115252"/>
                </a:lnTo>
                <a:lnTo>
                  <a:pt x="1046734" y="99136"/>
                </a:lnTo>
                <a:lnTo>
                  <a:pt x="1056144" y="82296"/>
                </a:lnTo>
                <a:lnTo>
                  <a:pt x="1277124" y="8229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4358640" y="2362200"/>
            <a:ext cx="398145" cy="408940"/>
          </a:xfrm>
          <a:custGeom>
            <a:avLst/>
            <a:gdLst/>
            <a:ahLst/>
            <a:cxnLst/>
            <a:rect l="l" t="t" r="r" b="b"/>
            <a:pathLst>
              <a:path w="398145" h="408939">
                <a:moveTo>
                  <a:pt x="196596" y="225552"/>
                </a:moveTo>
                <a:lnTo>
                  <a:pt x="190499" y="222504"/>
                </a:lnTo>
                <a:lnTo>
                  <a:pt x="208775" y="185025"/>
                </a:lnTo>
                <a:lnTo>
                  <a:pt x="225149" y="143963"/>
                </a:lnTo>
                <a:lnTo>
                  <a:pt x="239548" y="99389"/>
                </a:lnTo>
                <a:lnTo>
                  <a:pt x="251898" y="51377"/>
                </a:lnTo>
                <a:lnTo>
                  <a:pt x="262128" y="0"/>
                </a:lnTo>
                <a:lnTo>
                  <a:pt x="304799" y="21336"/>
                </a:lnTo>
                <a:lnTo>
                  <a:pt x="277177" y="60769"/>
                </a:lnTo>
                <a:lnTo>
                  <a:pt x="268724" y="82653"/>
                </a:lnTo>
                <a:lnTo>
                  <a:pt x="257556" y="111252"/>
                </a:lnTo>
                <a:lnTo>
                  <a:pt x="387604" y="111252"/>
                </a:lnTo>
                <a:lnTo>
                  <a:pt x="397764" y="121920"/>
                </a:lnTo>
                <a:lnTo>
                  <a:pt x="254508" y="121920"/>
                </a:lnTo>
                <a:lnTo>
                  <a:pt x="246887" y="138684"/>
                </a:lnTo>
                <a:lnTo>
                  <a:pt x="249506" y="152400"/>
                </a:lnTo>
                <a:lnTo>
                  <a:pt x="239268" y="152400"/>
                </a:lnTo>
                <a:lnTo>
                  <a:pt x="228957" y="174117"/>
                </a:lnTo>
                <a:lnTo>
                  <a:pt x="218503" y="193548"/>
                </a:lnTo>
                <a:lnTo>
                  <a:pt x="207764" y="210693"/>
                </a:lnTo>
                <a:lnTo>
                  <a:pt x="196596" y="225552"/>
                </a:lnTo>
                <a:close/>
              </a:path>
              <a:path w="398145" h="408939">
                <a:moveTo>
                  <a:pt x="124968" y="85344"/>
                </a:moveTo>
                <a:lnTo>
                  <a:pt x="109728" y="85344"/>
                </a:lnTo>
                <a:lnTo>
                  <a:pt x="108299" y="77319"/>
                </a:lnTo>
                <a:lnTo>
                  <a:pt x="106299" y="69151"/>
                </a:lnTo>
                <a:lnTo>
                  <a:pt x="89154" y="33528"/>
                </a:lnTo>
                <a:lnTo>
                  <a:pt x="73152" y="10668"/>
                </a:lnTo>
                <a:lnTo>
                  <a:pt x="77724" y="7620"/>
                </a:lnTo>
                <a:lnTo>
                  <a:pt x="116300" y="32480"/>
                </a:lnTo>
                <a:lnTo>
                  <a:pt x="135636" y="62484"/>
                </a:lnTo>
                <a:lnTo>
                  <a:pt x="135636" y="70104"/>
                </a:lnTo>
                <a:lnTo>
                  <a:pt x="132588" y="77724"/>
                </a:lnTo>
                <a:lnTo>
                  <a:pt x="124968" y="85344"/>
                </a:lnTo>
                <a:close/>
              </a:path>
              <a:path w="398145" h="408939">
                <a:moveTo>
                  <a:pt x="27432" y="100584"/>
                </a:moveTo>
                <a:lnTo>
                  <a:pt x="12192" y="85344"/>
                </a:lnTo>
                <a:lnTo>
                  <a:pt x="170687" y="85344"/>
                </a:lnTo>
                <a:lnTo>
                  <a:pt x="190499" y="64008"/>
                </a:lnTo>
                <a:lnTo>
                  <a:pt x="222504" y="96012"/>
                </a:lnTo>
                <a:lnTo>
                  <a:pt x="70104" y="96012"/>
                </a:lnTo>
                <a:lnTo>
                  <a:pt x="58935" y="96297"/>
                </a:lnTo>
                <a:lnTo>
                  <a:pt x="48196" y="97155"/>
                </a:lnTo>
                <a:lnTo>
                  <a:pt x="37742" y="98583"/>
                </a:lnTo>
                <a:lnTo>
                  <a:pt x="27432" y="100584"/>
                </a:lnTo>
                <a:close/>
              </a:path>
              <a:path w="398145" h="408939">
                <a:moveTo>
                  <a:pt x="387604" y="111252"/>
                </a:moveTo>
                <a:lnTo>
                  <a:pt x="345948" y="111252"/>
                </a:lnTo>
                <a:lnTo>
                  <a:pt x="367284" y="89916"/>
                </a:lnTo>
                <a:lnTo>
                  <a:pt x="387604" y="111252"/>
                </a:lnTo>
                <a:close/>
              </a:path>
              <a:path w="398145" h="408939">
                <a:moveTo>
                  <a:pt x="4572" y="234696"/>
                </a:moveTo>
                <a:lnTo>
                  <a:pt x="0" y="231648"/>
                </a:lnTo>
                <a:lnTo>
                  <a:pt x="21693" y="203596"/>
                </a:lnTo>
                <a:lnTo>
                  <a:pt x="40957" y="174117"/>
                </a:lnTo>
                <a:lnTo>
                  <a:pt x="57650" y="142922"/>
                </a:lnTo>
                <a:lnTo>
                  <a:pt x="71628" y="109728"/>
                </a:lnTo>
                <a:lnTo>
                  <a:pt x="103632" y="132588"/>
                </a:lnTo>
                <a:lnTo>
                  <a:pt x="88392" y="138684"/>
                </a:lnTo>
                <a:lnTo>
                  <a:pt x="64365" y="171259"/>
                </a:lnTo>
                <a:lnTo>
                  <a:pt x="42481" y="198120"/>
                </a:lnTo>
                <a:lnTo>
                  <a:pt x="22598" y="219265"/>
                </a:lnTo>
                <a:lnTo>
                  <a:pt x="4572" y="234696"/>
                </a:lnTo>
                <a:close/>
              </a:path>
              <a:path w="398145" h="408939">
                <a:moveTo>
                  <a:pt x="188975" y="187452"/>
                </a:moveTo>
                <a:lnTo>
                  <a:pt x="182880" y="187452"/>
                </a:lnTo>
                <a:lnTo>
                  <a:pt x="178308" y="182880"/>
                </a:lnTo>
                <a:lnTo>
                  <a:pt x="173735" y="172212"/>
                </a:lnTo>
                <a:lnTo>
                  <a:pt x="166878" y="159115"/>
                </a:lnTo>
                <a:lnTo>
                  <a:pt x="157734" y="145161"/>
                </a:lnTo>
                <a:lnTo>
                  <a:pt x="146304" y="130635"/>
                </a:lnTo>
                <a:lnTo>
                  <a:pt x="132588" y="115824"/>
                </a:lnTo>
                <a:lnTo>
                  <a:pt x="135636" y="111252"/>
                </a:lnTo>
                <a:lnTo>
                  <a:pt x="178498" y="133540"/>
                </a:lnTo>
                <a:lnTo>
                  <a:pt x="198120" y="152400"/>
                </a:lnTo>
                <a:lnTo>
                  <a:pt x="198120" y="164592"/>
                </a:lnTo>
                <a:lnTo>
                  <a:pt x="196596" y="170688"/>
                </a:lnTo>
                <a:lnTo>
                  <a:pt x="193548" y="176784"/>
                </a:lnTo>
                <a:lnTo>
                  <a:pt x="190499" y="184404"/>
                </a:lnTo>
                <a:lnTo>
                  <a:pt x="188975" y="187452"/>
                </a:lnTo>
                <a:close/>
              </a:path>
              <a:path w="398145" h="408939">
                <a:moveTo>
                  <a:pt x="310141" y="275844"/>
                </a:moveTo>
                <a:lnTo>
                  <a:pt x="286511" y="275844"/>
                </a:lnTo>
                <a:lnTo>
                  <a:pt x="300251" y="244935"/>
                </a:lnTo>
                <a:lnTo>
                  <a:pt x="311848" y="209169"/>
                </a:lnTo>
                <a:lnTo>
                  <a:pt x="321444" y="168259"/>
                </a:lnTo>
                <a:lnTo>
                  <a:pt x="329184" y="121920"/>
                </a:lnTo>
                <a:lnTo>
                  <a:pt x="353568" y="121920"/>
                </a:lnTo>
                <a:lnTo>
                  <a:pt x="344995" y="172473"/>
                </a:lnTo>
                <a:lnTo>
                  <a:pt x="332994" y="218884"/>
                </a:lnTo>
                <a:lnTo>
                  <a:pt x="317563" y="261008"/>
                </a:lnTo>
                <a:lnTo>
                  <a:pt x="310141" y="275844"/>
                </a:lnTo>
                <a:close/>
              </a:path>
              <a:path w="398145" h="408939">
                <a:moveTo>
                  <a:pt x="141732" y="408431"/>
                </a:moveTo>
                <a:lnTo>
                  <a:pt x="138684" y="403860"/>
                </a:lnTo>
                <a:lnTo>
                  <a:pt x="179784" y="379237"/>
                </a:lnTo>
                <a:lnTo>
                  <a:pt x="216027" y="353187"/>
                </a:lnTo>
                <a:lnTo>
                  <a:pt x="247126" y="325421"/>
                </a:lnTo>
                <a:lnTo>
                  <a:pt x="272796" y="295656"/>
                </a:lnTo>
                <a:lnTo>
                  <a:pt x="260484" y="260199"/>
                </a:lnTo>
                <a:lnTo>
                  <a:pt x="250888" y="224599"/>
                </a:lnTo>
                <a:lnTo>
                  <a:pt x="243863" y="188714"/>
                </a:lnTo>
                <a:lnTo>
                  <a:pt x="239268" y="152400"/>
                </a:lnTo>
                <a:lnTo>
                  <a:pt x="249506" y="152400"/>
                </a:lnTo>
                <a:lnTo>
                  <a:pt x="254579" y="178974"/>
                </a:lnTo>
                <a:lnTo>
                  <a:pt x="263842" y="215265"/>
                </a:lnTo>
                <a:lnTo>
                  <a:pt x="274534" y="247554"/>
                </a:lnTo>
                <a:lnTo>
                  <a:pt x="286511" y="275844"/>
                </a:lnTo>
                <a:lnTo>
                  <a:pt x="310141" y="275844"/>
                </a:lnTo>
                <a:lnTo>
                  <a:pt x="298704" y="298704"/>
                </a:lnTo>
                <a:lnTo>
                  <a:pt x="311794" y="315468"/>
                </a:lnTo>
                <a:lnTo>
                  <a:pt x="283464" y="315468"/>
                </a:lnTo>
                <a:lnTo>
                  <a:pt x="253109" y="342900"/>
                </a:lnTo>
                <a:lnTo>
                  <a:pt x="219456" y="367665"/>
                </a:lnTo>
                <a:lnTo>
                  <a:pt x="182308" y="389620"/>
                </a:lnTo>
                <a:lnTo>
                  <a:pt x="141732" y="408431"/>
                </a:lnTo>
                <a:close/>
              </a:path>
              <a:path w="398145" h="408939">
                <a:moveTo>
                  <a:pt x="140900" y="251460"/>
                </a:moveTo>
                <a:lnTo>
                  <a:pt x="115824" y="251460"/>
                </a:lnTo>
                <a:lnTo>
                  <a:pt x="125229" y="230862"/>
                </a:lnTo>
                <a:lnTo>
                  <a:pt x="132778" y="212407"/>
                </a:lnTo>
                <a:lnTo>
                  <a:pt x="138326" y="195953"/>
                </a:lnTo>
                <a:lnTo>
                  <a:pt x="141732" y="181356"/>
                </a:lnTo>
                <a:lnTo>
                  <a:pt x="173735" y="207264"/>
                </a:lnTo>
                <a:lnTo>
                  <a:pt x="166878" y="211836"/>
                </a:lnTo>
                <a:lnTo>
                  <a:pt x="157734" y="223266"/>
                </a:lnTo>
                <a:lnTo>
                  <a:pt x="146304" y="241554"/>
                </a:lnTo>
                <a:lnTo>
                  <a:pt x="140900" y="251460"/>
                </a:lnTo>
                <a:close/>
              </a:path>
              <a:path w="398145" h="408939">
                <a:moveTo>
                  <a:pt x="4572" y="397764"/>
                </a:moveTo>
                <a:lnTo>
                  <a:pt x="1524" y="393192"/>
                </a:lnTo>
                <a:lnTo>
                  <a:pt x="31265" y="367236"/>
                </a:lnTo>
                <a:lnTo>
                  <a:pt x="58864" y="337566"/>
                </a:lnTo>
                <a:lnTo>
                  <a:pt x="84462" y="304466"/>
                </a:lnTo>
                <a:lnTo>
                  <a:pt x="108204" y="268224"/>
                </a:lnTo>
                <a:lnTo>
                  <a:pt x="93654" y="253031"/>
                </a:lnTo>
                <a:lnTo>
                  <a:pt x="79819" y="239268"/>
                </a:lnTo>
                <a:lnTo>
                  <a:pt x="54864" y="214884"/>
                </a:lnTo>
                <a:lnTo>
                  <a:pt x="59436" y="210312"/>
                </a:lnTo>
                <a:lnTo>
                  <a:pt x="74033" y="219956"/>
                </a:lnTo>
                <a:lnTo>
                  <a:pt x="88201" y="230314"/>
                </a:lnTo>
                <a:lnTo>
                  <a:pt x="115824" y="251460"/>
                </a:lnTo>
                <a:lnTo>
                  <a:pt x="140900" y="251460"/>
                </a:lnTo>
                <a:lnTo>
                  <a:pt x="132588" y="266700"/>
                </a:lnTo>
                <a:lnTo>
                  <a:pt x="145184" y="277796"/>
                </a:lnTo>
                <a:lnTo>
                  <a:pt x="150970" y="283463"/>
                </a:lnTo>
                <a:lnTo>
                  <a:pt x="121920" y="283463"/>
                </a:lnTo>
                <a:lnTo>
                  <a:pt x="95654" y="318897"/>
                </a:lnTo>
                <a:lnTo>
                  <a:pt x="67246" y="349758"/>
                </a:lnTo>
                <a:lnTo>
                  <a:pt x="36837" y="376047"/>
                </a:lnTo>
                <a:lnTo>
                  <a:pt x="4572" y="397764"/>
                </a:lnTo>
                <a:close/>
              </a:path>
              <a:path w="398145" h="408939">
                <a:moveTo>
                  <a:pt x="173735" y="358140"/>
                </a:moveTo>
                <a:lnTo>
                  <a:pt x="169164" y="358140"/>
                </a:lnTo>
                <a:lnTo>
                  <a:pt x="164592" y="352044"/>
                </a:lnTo>
                <a:lnTo>
                  <a:pt x="160020" y="341376"/>
                </a:lnTo>
                <a:lnTo>
                  <a:pt x="153209" y="328255"/>
                </a:lnTo>
                <a:lnTo>
                  <a:pt x="144399" y="314134"/>
                </a:lnTo>
                <a:lnTo>
                  <a:pt x="133873" y="299156"/>
                </a:lnTo>
                <a:lnTo>
                  <a:pt x="121920" y="283463"/>
                </a:lnTo>
                <a:lnTo>
                  <a:pt x="150970" y="283463"/>
                </a:lnTo>
                <a:lnTo>
                  <a:pt x="175807" y="312515"/>
                </a:lnTo>
                <a:lnTo>
                  <a:pt x="182880" y="332232"/>
                </a:lnTo>
                <a:lnTo>
                  <a:pt x="182880" y="336804"/>
                </a:lnTo>
                <a:lnTo>
                  <a:pt x="181356" y="342900"/>
                </a:lnTo>
                <a:lnTo>
                  <a:pt x="173735" y="358140"/>
                </a:lnTo>
                <a:close/>
              </a:path>
              <a:path w="398145" h="408939">
                <a:moveTo>
                  <a:pt x="358140" y="399288"/>
                </a:moveTo>
                <a:lnTo>
                  <a:pt x="338756" y="383619"/>
                </a:lnTo>
                <a:lnTo>
                  <a:pt x="319658" y="364236"/>
                </a:lnTo>
                <a:lnTo>
                  <a:pt x="301100" y="341376"/>
                </a:lnTo>
                <a:lnTo>
                  <a:pt x="283464" y="315468"/>
                </a:lnTo>
                <a:lnTo>
                  <a:pt x="311794" y="315468"/>
                </a:lnTo>
                <a:lnTo>
                  <a:pt x="321873" y="328374"/>
                </a:lnTo>
                <a:lnTo>
                  <a:pt x="345757" y="350901"/>
                </a:lnTo>
                <a:lnTo>
                  <a:pt x="370498" y="365998"/>
                </a:lnTo>
                <a:lnTo>
                  <a:pt x="396240" y="373380"/>
                </a:lnTo>
                <a:lnTo>
                  <a:pt x="396240" y="381000"/>
                </a:lnTo>
                <a:lnTo>
                  <a:pt x="381928" y="383000"/>
                </a:lnTo>
                <a:lnTo>
                  <a:pt x="370903" y="386715"/>
                </a:lnTo>
                <a:lnTo>
                  <a:pt x="363021" y="392144"/>
                </a:lnTo>
                <a:lnTo>
                  <a:pt x="358140" y="39928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4829555" y="2363723"/>
            <a:ext cx="356870" cy="402590"/>
          </a:xfrm>
          <a:custGeom>
            <a:avLst/>
            <a:gdLst/>
            <a:ahLst/>
            <a:cxnLst/>
            <a:rect l="l" t="t" r="r" b="b"/>
            <a:pathLst>
              <a:path w="356870" h="402589">
                <a:moveTo>
                  <a:pt x="53340" y="89916"/>
                </a:moveTo>
                <a:lnTo>
                  <a:pt x="42672" y="89916"/>
                </a:lnTo>
                <a:lnTo>
                  <a:pt x="50696" y="62793"/>
                </a:lnTo>
                <a:lnTo>
                  <a:pt x="56578" y="38671"/>
                </a:lnTo>
                <a:lnTo>
                  <a:pt x="60459" y="17692"/>
                </a:lnTo>
                <a:lnTo>
                  <a:pt x="62484" y="0"/>
                </a:lnTo>
                <a:lnTo>
                  <a:pt x="100584" y="21336"/>
                </a:lnTo>
                <a:lnTo>
                  <a:pt x="91487" y="29051"/>
                </a:lnTo>
                <a:lnTo>
                  <a:pt x="80391" y="43053"/>
                </a:lnTo>
                <a:lnTo>
                  <a:pt x="67579" y="63341"/>
                </a:lnTo>
                <a:lnTo>
                  <a:pt x="53340" y="89916"/>
                </a:lnTo>
                <a:close/>
              </a:path>
              <a:path w="356870" h="402589">
                <a:moveTo>
                  <a:pt x="147828" y="192024"/>
                </a:moveTo>
                <a:lnTo>
                  <a:pt x="143256" y="187452"/>
                </a:lnTo>
                <a:lnTo>
                  <a:pt x="160162" y="160615"/>
                </a:lnTo>
                <a:lnTo>
                  <a:pt x="174498" y="135064"/>
                </a:lnTo>
                <a:lnTo>
                  <a:pt x="196596" y="88392"/>
                </a:lnTo>
                <a:lnTo>
                  <a:pt x="211264" y="44958"/>
                </a:lnTo>
                <a:lnTo>
                  <a:pt x="222503" y="1524"/>
                </a:lnTo>
                <a:lnTo>
                  <a:pt x="260603" y="24384"/>
                </a:lnTo>
                <a:lnTo>
                  <a:pt x="252864" y="32361"/>
                </a:lnTo>
                <a:lnTo>
                  <a:pt x="243268" y="47053"/>
                </a:lnTo>
                <a:lnTo>
                  <a:pt x="231671" y="68318"/>
                </a:lnTo>
                <a:lnTo>
                  <a:pt x="217932" y="96012"/>
                </a:lnTo>
                <a:lnTo>
                  <a:pt x="350520" y="96012"/>
                </a:lnTo>
                <a:lnTo>
                  <a:pt x="356616" y="102108"/>
                </a:lnTo>
                <a:lnTo>
                  <a:pt x="350901" y="106680"/>
                </a:lnTo>
                <a:lnTo>
                  <a:pt x="213360" y="106680"/>
                </a:lnTo>
                <a:lnTo>
                  <a:pt x="197977" y="130730"/>
                </a:lnTo>
                <a:lnTo>
                  <a:pt x="181737" y="152781"/>
                </a:lnTo>
                <a:lnTo>
                  <a:pt x="164925" y="173116"/>
                </a:lnTo>
                <a:lnTo>
                  <a:pt x="147828" y="192024"/>
                </a:lnTo>
                <a:close/>
              </a:path>
              <a:path w="356870" h="402589">
                <a:moveTo>
                  <a:pt x="145766" y="89916"/>
                </a:moveTo>
                <a:lnTo>
                  <a:pt x="111252" y="89916"/>
                </a:lnTo>
                <a:lnTo>
                  <a:pt x="128016" y="73152"/>
                </a:lnTo>
                <a:lnTo>
                  <a:pt x="145766" y="89916"/>
                </a:lnTo>
                <a:close/>
              </a:path>
              <a:path w="356870" h="402589">
                <a:moveTo>
                  <a:pt x="0" y="397764"/>
                </a:moveTo>
                <a:lnTo>
                  <a:pt x="834" y="359664"/>
                </a:lnTo>
                <a:lnTo>
                  <a:pt x="935" y="352615"/>
                </a:lnTo>
                <a:lnTo>
                  <a:pt x="1333" y="316992"/>
                </a:lnTo>
                <a:lnTo>
                  <a:pt x="1430" y="178308"/>
                </a:lnTo>
                <a:lnTo>
                  <a:pt x="1309" y="152781"/>
                </a:lnTo>
                <a:lnTo>
                  <a:pt x="881" y="114704"/>
                </a:lnTo>
                <a:lnTo>
                  <a:pt x="0" y="74676"/>
                </a:lnTo>
                <a:lnTo>
                  <a:pt x="25908" y="89916"/>
                </a:lnTo>
                <a:lnTo>
                  <a:pt x="145766" y="89916"/>
                </a:lnTo>
                <a:lnTo>
                  <a:pt x="155448" y="99060"/>
                </a:lnTo>
                <a:lnTo>
                  <a:pt x="153162" y="100584"/>
                </a:lnTo>
                <a:lnTo>
                  <a:pt x="24384" y="100584"/>
                </a:lnTo>
                <a:lnTo>
                  <a:pt x="24384" y="211836"/>
                </a:lnTo>
                <a:lnTo>
                  <a:pt x="137205" y="211836"/>
                </a:lnTo>
                <a:lnTo>
                  <a:pt x="137219" y="222504"/>
                </a:lnTo>
                <a:lnTo>
                  <a:pt x="24384" y="222504"/>
                </a:lnTo>
                <a:lnTo>
                  <a:pt x="24384" y="344424"/>
                </a:lnTo>
                <a:lnTo>
                  <a:pt x="137914" y="344424"/>
                </a:lnTo>
                <a:lnTo>
                  <a:pt x="137940" y="346850"/>
                </a:lnTo>
                <a:lnTo>
                  <a:pt x="138137" y="355092"/>
                </a:lnTo>
                <a:lnTo>
                  <a:pt x="24384" y="355092"/>
                </a:lnTo>
                <a:lnTo>
                  <a:pt x="24384" y="384048"/>
                </a:lnTo>
                <a:lnTo>
                  <a:pt x="0" y="397764"/>
                </a:lnTo>
                <a:close/>
              </a:path>
              <a:path w="356870" h="402589">
                <a:moveTo>
                  <a:pt x="350520" y="96012"/>
                </a:moveTo>
                <a:lnTo>
                  <a:pt x="310896" y="96012"/>
                </a:lnTo>
                <a:lnTo>
                  <a:pt x="330708" y="76200"/>
                </a:lnTo>
                <a:lnTo>
                  <a:pt x="350520" y="96012"/>
                </a:lnTo>
                <a:close/>
              </a:path>
              <a:path w="356870" h="402589">
                <a:moveTo>
                  <a:pt x="137205" y="211836"/>
                </a:moveTo>
                <a:lnTo>
                  <a:pt x="114300" y="211836"/>
                </a:lnTo>
                <a:lnTo>
                  <a:pt x="114300" y="100584"/>
                </a:lnTo>
                <a:lnTo>
                  <a:pt x="153162" y="100584"/>
                </a:lnTo>
                <a:lnTo>
                  <a:pt x="137160" y="111252"/>
                </a:lnTo>
                <a:lnTo>
                  <a:pt x="137205" y="211836"/>
                </a:lnTo>
                <a:close/>
              </a:path>
              <a:path w="356870" h="402589">
                <a:moveTo>
                  <a:pt x="327213" y="359664"/>
                </a:moveTo>
                <a:lnTo>
                  <a:pt x="283464" y="359664"/>
                </a:lnTo>
                <a:lnTo>
                  <a:pt x="291750" y="357925"/>
                </a:lnTo>
                <a:lnTo>
                  <a:pt x="298323" y="352615"/>
                </a:lnTo>
                <a:lnTo>
                  <a:pt x="308610" y="305562"/>
                </a:lnTo>
                <a:lnTo>
                  <a:pt x="310896" y="259842"/>
                </a:lnTo>
                <a:lnTo>
                  <a:pt x="313222" y="192024"/>
                </a:lnTo>
                <a:lnTo>
                  <a:pt x="315467" y="106680"/>
                </a:lnTo>
                <a:lnTo>
                  <a:pt x="350901" y="106680"/>
                </a:lnTo>
                <a:lnTo>
                  <a:pt x="341376" y="114300"/>
                </a:lnTo>
                <a:lnTo>
                  <a:pt x="339535" y="188719"/>
                </a:lnTo>
                <a:lnTo>
                  <a:pt x="337620" y="249167"/>
                </a:lnTo>
                <a:lnTo>
                  <a:pt x="335560" y="295570"/>
                </a:lnTo>
                <a:lnTo>
                  <a:pt x="333280" y="327855"/>
                </a:lnTo>
                <a:lnTo>
                  <a:pt x="330708" y="345948"/>
                </a:lnTo>
                <a:lnTo>
                  <a:pt x="327856" y="357925"/>
                </a:lnTo>
                <a:lnTo>
                  <a:pt x="327213" y="359664"/>
                </a:lnTo>
                <a:close/>
              </a:path>
              <a:path w="356870" h="402589">
                <a:moveTo>
                  <a:pt x="231648" y="269748"/>
                </a:moveTo>
                <a:lnTo>
                  <a:pt x="230124" y="269748"/>
                </a:lnTo>
                <a:lnTo>
                  <a:pt x="226742" y="268295"/>
                </a:lnTo>
                <a:lnTo>
                  <a:pt x="223647" y="263842"/>
                </a:lnTo>
                <a:lnTo>
                  <a:pt x="221122" y="256246"/>
                </a:lnTo>
                <a:lnTo>
                  <a:pt x="219456" y="245364"/>
                </a:lnTo>
                <a:lnTo>
                  <a:pt x="214884" y="228242"/>
                </a:lnTo>
                <a:lnTo>
                  <a:pt x="208026" y="211264"/>
                </a:lnTo>
                <a:lnTo>
                  <a:pt x="198882" y="194571"/>
                </a:lnTo>
                <a:lnTo>
                  <a:pt x="187452" y="178308"/>
                </a:lnTo>
                <a:lnTo>
                  <a:pt x="190500" y="172212"/>
                </a:lnTo>
                <a:lnTo>
                  <a:pt x="224028" y="199644"/>
                </a:lnTo>
                <a:lnTo>
                  <a:pt x="246888" y="236220"/>
                </a:lnTo>
                <a:lnTo>
                  <a:pt x="246888" y="248412"/>
                </a:lnTo>
                <a:lnTo>
                  <a:pt x="245364" y="254508"/>
                </a:lnTo>
                <a:lnTo>
                  <a:pt x="239267" y="260603"/>
                </a:lnTo>
                <a:lnTo>
                  <a:pt x="234696" y="266700"/>
                </a:lnTo>
                <a:lnTo>
                  <a:pt x="231648" y="269748"/>
                </a:lnTo>
                <a:close/>
              </a:path>
              <a:path w="356870" h="402589">
                <a:moveTo>
                  <a:pt x="137914" y="344424"/>
                </a:moveTo>
                <a:lnTo>
                  <a:pt x="114300" y="344424"/>
                </a:lnTo>
                <a:lnTo>
                  <a:pt x="114300" y="222504"/>
                </a:lnTo>
                <a:lnTo>
                  <a:pt x="137219" y="222504"/>
                </a:lnTo>
                <a:lnTo>
                  <a:pt x="137337" y="269748"/>
                </a:lnTo>
                <a:lnTo>
                  <a:pt x="137498" y="305562"/>
                </a:lnTo>
                <a:lnTo>
                  <a:pt x="137914" y="344424"/>
                </a:lnTo>
                <a:close/>
              </a:path>
              <a:path w="356870" h="402589">
                <a:moveTo>
                  <a:pt x="278891" y="402336"/>
                </a:moveTo>
                <a:lnTo>
                  <a:pt x="271772" y="389453"/>
                </a:lnTo>
                <a:lnTo>
                  <a:pt x="259651" y="378142"/>
                </a:lnTo>
                <a:lnTo>
                  <a:pt x="242613" y="368236"/>
                </a:lnTo>
                <a:lnTo>
                  <a:pt x="220979" y="359664"/>
                </a:lnTo>
                <a:lnTo>
                  <a:pt x="220979" y="352044"/>
                </a:lnTo>
                <a:lnTo>
                  <a:pt x="241244" y="355163"/>
                </a:lnTo>
                <a:lnTo>
                  <a:pt x="258508" y="357568"/>
                </a:lnTo>
                <a:lnTo>
                  <a:pt x="272629" y="359116"/>
                </a:lnTo>
                <a:lnTo>
                  <a:pt x="283464" y="359664"/>
                </a:lnTo>
                <a:lnTo>
                  <a:pt x="327213" y="359664"/>
                </a:lnTo>
                <a:lnTo>
                  <a:pt x="324027" y="368260"/>
                </a:lnTo>
                <a:lnTo>
                  <a:pt x="289670" y="397764"/>
                </a:lnTo>
                <a:lnTo>
                  <a:pt x="278891" y="402336"/>
                </a:lnTo>
                <a:close/>
              </a:path>
              <a:path w="356870" h="402589">
                <a:moveTo>
                  <a:pt x="114300" y="391668"/>
                </a:moveTo>
                <a:lnTo>
                  <a:pt x="114300" y="355092"/>
                </a:lnTo>
                <a:lnTo>
                  <a:pt x="138137" y="355092"/>
                </a:lnTo>
                <a:lnTo>
                  <a:pt x="138684" y="377952"/>
                </a:lnTo>
                <a:lnTo>
                  <a:pt x="114300" y="39166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" name="object 15"/>
          <p:cNvSpPr/>
          <p:nvPr/>
        </p:nvSpPr>
        <p:spPr>
          <a:xfrm>
            <a:off x="5248656" y="2360675"/>
            <a:ext cx="2440305" cy="412115"/>
          </a:xfrm>
          <a:custGeom>
            <a:avLst/>
            <a:gdLst/>
            <a:ahLst/>
            <a:cxnLst/>
            <a:rect l="l" t="t" r="r" b="b"/>
            <a:pathLst>
              <a:path w="2440304" h="412114">
                <a:moveTo>
                  <a:pt x="126492" y="224028"/>
                </a:moveTo>
                <a:lnTo>
                  <a:pt x="99441" y="195834"/>
                </a:lnTo>
                <a:lnTo>
                  <a:pt x="60960" y="178308"/>
                </a:lnTo>
                <a:lnTo>
                  <a:pt x="56388" y="184404"/>
                </a:lnTo>
                <a:lnTo>
                  <a:pt x="71221" y="199859"/>
                </a:lnTo>
                <a:lnTo>
                  <a:pt x="83629" y="214312"/>
                </a:lnTo>
                <a:lnTo>
                  <a:pt x="93459" y="227914"/>
                </a:lnTo>
                <a:lnTo>
                  <a:pt x="100584" y="240792"/>
                </a:lnTo>
                <a:lnTo>
                  <a:pt x="105156" y="252984"/>
                </a:lnTo>
                <a:lnTo>
                  <a:pt x="109728" y="259080"/>
                </a:lnTo>
                <a:lnTo>
                  <a:pt x="115824" y="259080"/>
                </a:lnTo>
                <a:lnTo>
                  <a:pt x="117348" y="256032"/>
                </a:lnTo>
                <a:lnTo>
                  <a:pt x="121920" y="248412"/>
                </a:lnTo>
                <a:lnTo>
                  <a:pt x="124968" y="240792"/>
                </a:lnTo>
                <a:lnTo>
                  <a:pt x="126479" y="234746"/>
                </a:lnTo>
                <a:lnTo>
                  <a:pt x="126492" y="224028"/>
                </a:lnTo>
                <a:close/>
              </a:path>
              <a:path w="2440304" h="412114">
                <a:moveTo>
                  <a:pt x="167640" y="153924"/>
                </a:moveTo>
                <a:lnTo>
                  <a:pt x="127647" y="121996"/>
                </a:lnTo>
                <a:lnTo>
                  <a:pt x="108204" y="114300"/>
                </a:lnTo>
                <a:lnTo>
                  <a:pt x="103632" y="120396"/>
                </a:lnTo>
                <a:lnTo>
                  <a:pt x="116217" y="132994"/>
                </a:lnTo>
                <a:lnTo>
                  <a:pt x="126682" y="145732"/>
                </a:lnTo>
                <a:lnTo>
                  <a:pt x="135128" y="158762"/>
                </a:lnTo>
                <a:lnTo>
                  <a:pt x="141732" y="172212"/>
                </a:lnTo>
                <a:lnTo>
                  <a:pt x="146304" y="182880"/>
                </a:lnTo>
                <a:lnTo>
                  <a:pt x="150876" y="188976"/>
                </a:lnTo>
                <a:lnTo>
                  <a:pt x="156972" y="188976"/>
                </a:lnTo>
                <a:lnTo>
                  <a:pt x="160020" y="185928"/>
                </a:lnTo>
                <a:lnTo>
                  <a:pt x="163068" y="178308"/>
                </a:lnTo>
                <a:lnTo>
                  <a:pt x="166116" y="172212"/>
                </a:lnTo>
                <a:lnTo>
                  <a:pt x="167589" y="166306"/>
                </a:lnTo>
                <a:lnTo>
                  <a:pt x="167640" y="153924"/>
                </a:lnTo>
                <a:close/>
              </a:path>
              <a:path w="2440304" h="412114">
                <a:moveTo>
                  <a:pt x="224028" y="53340"/>
                </a:moveTo>
                <a:lnTo>
                  <a:pt x="202565" y="17792"/>
                </a:lnTo>
                <a:lnTo>
                  <a:pt x="167640" y="0"/>
                </a:lnTo>
                <a:lnTo>
                  <a:pt x="163068" y="3048"/>
                </a:lnTo>
                <a:lnTo>
                  <a:pt x="174498" y="18529"/>
                </a:lnTo>
                <a:lnTo>
                  <a:pt x="183642" y="33147"/>
                </a:lnTo>
                <a:lnTo>
                  <a:pt x="190500" y="47205"/>
                </a:lnTo>
                <a:lnTo>
                  <a:pt x="195072" y="60960"/>
                </a:lnTo>
                <a:lnTo>
                  <a:pt x="196596" y="71628"/>
                </a:lnTo>
                <a:lnTo>
                  <a:pt x="199644" y="77724"/>
                </a:lnTo>
                <a:lnTo>
                  <a:pt x="207264" y="77724"/>
                </a:lnTo>
                <a:lnTo>
                  <a:pt x="210312" y="74676"/>
                </a:lnTo>
                <a:lnTo>
                  <a:pt x="216408" y="67056"/>
                </a:lnTo>
                <a:lnTo>
                  <a:pt x="220980" y="60960"/>
                </a:lnTo>
                <a:lnTo>
                  <a:pt x="224028" y="53340"/>
                </a:lnTo>
                <a:close/>
              </a:path>
              <a:path w="2440304" h="412114">
                <a:moveTo>
                  <a:pt x="393192" y="102108"/>
                </a:moveTo>
                <a:lnTo>
                  <a:pt x="385140" y="92964"/>
                </a:lnTo>
                <a:lnTo>
                  <a:pt x="377088" y="83820"/>
                </a:lnTo>
                <a:lnTo>
                  <a:pt x="359664" y="64008"/>
                </a:lnTo>
                <a:lnTo>
                  <a:pt x="339852" y="83820"/>
                </a:lnTo>
                <a:lnTo>
                  <a:pt x="53340" y="83820"/>
                </a:lnTo>
                <a:lnTo>
                  <a:pt x="51816" y="62484"/>
                </a:lnTo>
                <a:lnTo>
                  <a:pt x="44196" y="62484"/>
                </a:lnTo>
                <a:lnTo>
                  <a:pt x="28968" y="111785"/>
                </a:lnTo>
                <a:lnTo>
                  <a:pt x="13716" y="132588"/>
                </a:lnTo>
                <a:lnTo>
                  <a:pt x="10668" y="140208"/>
                </a:lnTo>
                <a:lnTo>
                  <a:pt x="10668" y="147828"/>
                </a:lnTo>
                <a:lnTo>
                  <a:pt x="15240" y="149352"/>
                </a:lnTo>
                <a:lnTo>
                  <a:pt x="25908" y="150876"/>
                </a:lnTo>
                <a:lnTo>
                  <a:pt x="34213" y="150876"/>
                </a:lnTo>
                <a:lnTo>
                  <a:pt x="54673" y="118491"/>
                </a:lnTo>
                <a:lnTo>
                  <a:pt x="54787" y="106730"/>
                </a:lnTo>
                <a:lnTo>
                  <a:pt x="53340" y="92964"/>
                </a:lnTo>
                <a:lnTo>
                  <a:pt x="344424" y="92964"/>
                </a:lnTo>
                <a:lnTo>
                  <a:pt x="318516" y="141732"/>
                </a:lnTo>
                <a:lnTo>
                  <a:pt x="323088" y="146304"/>
                </a:lnTo>
                <a:lnTo>
                  <a:pt x="342823" y="126326"/>
                </a:lnTo>
                <a:lnTo>
                  <a:pt x="360997" y="112204"/>
                </a:lnTo>
                <a:lnTo>
                  <a:pt x="377736" y="104089"/>
                </a:lnTo>
                <a:lnTo>
                  <a:pt x="393192" y="102108"/>
                </a:lnTo>
                <a:close/>
              </a:path>
              <a:path w="2440304" h="412114">
                <a:moveTo>
                  <a:pt x="394716" y="274320"/>
                </a:moveTo>
                <a:lnTo>
                  <a:pt x="358140" y="237744"/>
                </a:lnTo>
                <a:lnTo>
                  <a:pt x="332232" y="263652"/>
                </a:lnTo>
                <a:lnTo>
                  <a:pt x="224028" y="263652"/>
                </a:lnTo>
                <a:lnTo>
                  <a:pt x="228333" y="234746"/>
                </a:lnTo>
                <a:lnTo>
                  <a:pt x="232219" y="204978"/>
                </a:lnTo>
                <a:lnTo>
                  <a:pt x="235813" y="174078"/>
                </a:lnTo>
                <a:lnTo>
                  <a:pt x="239268" y="141732"/>
                </a:lnTo>
                <a:lnTo>
                  <a:pt x="252984" y="129540"/>
                </a:lnTo>
                <a:lnTo>
                  <a:pt x="210312" y="109728"/>
                </a:lnTo>
                <a:lnTo>
                  <a:pt x="210121" y="121996"/>
                </a:lnTo>
                <a:lnTo>
                  <a:pt x="210007" y="128549"/>
                </a:lnTo>
                <a:lnTo>
                  <a:pt x="207225" y="187794"/>
                </a:lnTo>
                <a:lnTo>
                  <a:pt x="202552" y="227914"/>
                </a:lnTo>
                <a:lnTo>
                  <a:pt x="196596" y="263652"/>
                </a:lnTo>
                <a:lnTo>
                  <a:pt x="0" y="263652"/>
                </a:lnTo>
                <a:lnTo>
                  <a:pt x="15240" y="280416"/>
                </a:lnTo>
                <a:lnTo>
                  <a:pt x="24879" y="277545"/>
                </a:lnTo>
                <a:lnTo>
                  <a:pt x="35242" y="275653"/>
                </a:lnTo>
                <a:lnTo>
                  <a:pt x="45885" y="274637"/>
                </a:lnTo>
                <a:lnTo>
                  <a:pt x="56388" y="274320"/>
                </a:lnTo>
                <a:lnTo>
                  <a:pt x="195072" y="274320"/>
                </a:lnTo>
                <a:lnTo>
                  <a:pt x="167449" y="323850"/>
                </a:lnTo>
                <a:lnTo>
                  <a:pt x="124968" y="359664"/>
                </a:lnTo>
                <a:lnTo>
                  <a:pt x="68961" y="385762"/>
                </a:lnTo>
                <a:lnTo>
                  <a:pt x="1524" y="403860"/>
                </a:lnTo>
                <a:lnTo>
                  <a:pt x="1524" y="409956"/>
                </a:lnTo>
                <a:lnTo>
                  <a:pt x="39573" y="404291"/>
                </a:lnTo>
                <a:lnTo>
                  <a:pt x="104813" y="387248"/>
                </a:lnTo>
                <a:lnTo>
                  <a:pt x="156032" y="364477"/>
                </a:lnTo>
                <a:lnTo>
                  <a:pt x="193230" y="331431"/>
                </a:lnTo>
                <a:lnTo>
                  <a:pt x="207264" y="310896"/>
                </a:lnTo>
                <a:lnTo>
                  <a:pt x="247027" y="332028"/>
                </a:lnTo>
                <a:lnTo>
                  <a:pt x="279654" y="351853"/>
                </a:lnTo>
                <a:lnTo>
                  <a:pt x="305409" y="370268"/>
                </a:lnTo>
                <a:lnTo>
                  <a:pt x="324612" y="387096"/>
                </a:lnTo>
                <a:lnTo>
                  <a:pt x="332041" y="395097"/>
                </a:lnTo>
                <a:lnTo>
                  <a:pt x="338328" y="400812"/>
                </a:lnTo>
                <a:lnTo>
                  <a:pt x="343471" y="404241"/>
                </a:lnTo>
                <a:lnTo>
                  <a:pt x="347472" y="405384"/>
                </a:lnTo>
                <a:lnTo>
                  <a:pt x="352044" y="405384"/>
                </a:lnTo>
                <a:lnTo>
                  <a:pt x="355092" y="397764"/>
                </a:lnTo>
                <a:lnTo>
                  <a:pt x="355092" y="382524"/>
                </a:lnTo>
                <a:lnTo>
                  <a:pt x="326136" y="344424"/>
                </a:lnTo>
                <a:lnTo>
                  <a:pt x="281368" y="325945"/>
                </a:lnTo>
                <a:lnTo>
                  <a:pt x="237909" y="310896"/>
                </a:lnTo>
                <a:lnTo>
                  <a:pt x="210312" y="301752"/>
                </a:lnTo>
                <a:lnTo>
                  <a:pt x="212610" y="295757"/>
                </a:lnTo>
                <a:lnTo>
                  <a:pt x="215074" y="289179"/>
                </a:lnTo>
                <a:lnTo>
                  <a:pt x="217805" y="282041"/>
                </a:lnTo>
                <a:lnTo>
                  <a:pt x="220980" y="274320"/>
                </a:lnTo>
                <a:lnTo>
                  <a:pt x="394716" y="274320"/>
                </a:lnTo>
                <a:close/>
              </a:path>
              <a:path w="2440304" h="412114">
                <a:moveTo>
                  <a:pt x="595884" y="60960"/>
                </a:moveTo>
                <a:lnTo>
                  <a:pt x="568452" y="28956"/>
                </a:lnTo>
                <a:lnTo>
                  <a:pt x="545592" y="50292"/>
                </a:lnTo>
                <a:lnTo>
                  <a:pt x="437388" y="50292"/>
                </a:lnTo>
                <a:lnTo>
                  <a:pt x="452628" y="65532"/>
                </a:lnTo>
                <a:lnTo>
                  <a:pt x="462927" y="63538"/>
                </a:lnTo>
                <a:lnTo>
                  <a:pt x="473392" y="62103"/>
                </a:lnTo>
                <a:lnTo>
                  <a:pt x="484124" y="61252"/>
                </a:lnTo>
                <a:lnTo>
                  <a:pt x="495300" y="60960"/>
                </a:lnTo>
                <a:lnTo>
                  <a:pt x="501396" y="60960"/>
                </a:lnTo>
                <a:lnTo>
                  <a:pt x="501396" y="170688"/>
                </a:lnTo>
                <a:lnTo>
                  <a:pt x="445008" y="170688"/>
                </a:lnTo>
                <a:lnTo>
                  <a:pt x="460248" y="185928"/>
                </a:lnTo>
                <a:lnTo>
                  <a:pt x="469887" y="183934"/>
                </a:lnTo>
                <a:lnTo>
                  <a:pt x="480250" y="182499"/>
                </a:lnTo>
                <a:lnTo>
                  <a:pt x="490893" y="181648"/>
                </a:lnTo>
                <a:lnTo>
                  <a:pt x="501396" y="181356"/>
                </a:lnTo>
                <a:lnTo>
                  <a:pt x="501396" y="304800"/>
                </a:lnTo>
                <a:lnTo>
                  <a:pt x="487959" y="309613"/>
                </a:lnTo>
                <a:lnTo>
                  <a:pt x="472821" y="314706"/>
                </a:lnTo>
                <a:lnTo>
                  <a:pt x="455955" y="319811"/>
                </a:lnTo>
                <a:lnTo>
                  <a:pt x="437388" y="324612"/>
                </a:lnTo>
                <a:lnTo>
                  <a:pt x="458724" y="358140"/>
                </a:lnTo>
                <a:lnTo>
                  <a:pt x="501777" y="326136"/>
                </a:lnTo>
                <a:lnTo>
                  <a:pt x="541439" y="304990"/>
                </a:lnTo>
                <a:lnTo>
                  <a:pt x="592836" y="280416"/>
                </a:lnTo>
                <a:lnTo>
                  <a:pt x="591312" y="272796"/>
                </a:lnTo>
                <a:lnTo>
                  <a:pt x="524256" y="297180"/>
                </a:lnTo>
                <a:lnTo>
                  <a:pt x="524256" y="181356"/>
                </a:lnTo>
                <a:lnTo>
                  <a:pt x="592836" y="181356"/>
                </a:lnTo>
                <a:lnTo>
                  <a:pt x="563880" y="150876"/>
                </a:lnTo>
                <a:lnTo>
                  <a:pt x="545592" y="170688"/>
                </a:lnTo>
                <a:lnTo>
                  <a:pt x="524256" y="170688"/>
                </a:lnTo>
                <a:lnTo>
                  <a:pt x="524256" y="60960"/>
                </a:lnTo>
                <a:lnTo>
                  <a:pt x="595884" y="60960"/>
                </a:lnTo>
                <a:close/>
              </a:path>
              <a:path w="2440304" h="412114">
                <a:moveTo>
                  <a:pt x="726948" y="111252"/>
                </a:moveTo>
                <a:lnTo>
                  <a:pt x="684276" y="92964"/>
                </a:lnTo>
                <a:lnTo>
                  <a:pt x="683387" y="161544"/>
                </a:lnTo>
                <a:lnTo>
                  <a:pt x="678370" y="218694"/>
                </a:lnTo>
                <a:lnTo>
                  <a:pt x="669048" y="264414"/>
                </a:lnTo>
                <a:lnTo>
                  <a:pt x="636460" y="326097"/>
                </a:lnTo>
                <a:lnTo>
                  <a:pt x="609600" y="353187"/>
                </a:lnTo>
                <a:lnTo>
                  <a:pt x="574738" y="379717"/>
                </a:lnTo>
                <a:lnTo>
                  <a:pt x="531876" y="405384"/>
                </a:lnTo>
                <a:lnTo>
                  <a:pt x="534924" y="409956"/>
                </a:lnTo>
                <a:lnTo>
                  <a:pt x="581215" y="389432"/>
                </a:lnTo>
                <a:lnTo>
                  <a:pt x="619506" y="366903"/>
                </a:lnTo>
                <a:lnTo>
                  <a:pt x="649795" y="342671"/>
                </a:lnTo>
                <a:lnTo>
                  <a:pt x="688314" y="284416"/>
                </a:lnTo>
                <a:lnTo>
                  <a:pt x="700278" y="241554"/>
                </a:lnTo>
                <a:lnTo>
                  <a:pt x="707656" y="188404"/>
                </a:lnTo>
                <a:lnTo>
                  <a:pt x="710184" y="124968"/>
                </a:lnTo>
                <a:lnTo>
                  <a:pt x="726948" y="111252"/>
                </a:lnTo>
                <a:close/>
              </a:path>
              <a:path w="2440304" h="412114">
                <a:moveTo>
                  <a:pt x="803148" y="39624"/>
                </a:moveTo>
                <a:lnTo>
                  <a:pt x="799439" y="36576"/>
                </a:lnTo>
                <a:lnTo>
                  <a:pt x="777240" y="18288"/>
                </a:lnTo>
                <a:lnTo>
                  <a:pt x="765048" y="36576"/>
                </a:lnTo>
                <a:lnTo>
                  <a:pt x="635508" y="36576"/>
                </a:lnTo>
                <a:lnTo>
                  <a:pt x="611124" y="21336"/>
                </a:lnTo>
                <a:lnTo>
                  <a:pt x="612000" y="41363"/>
                </a:lnTo>
                <a:lnTo>
                  <a:pt x="612457" y="69532"/>
                </a:lnTo>
                <a:lnTo>
                  <a:pt x="612559" y="92964"/>
                </a:lnTo>
                <a:lnTo>
                  <a:pt x="612457" y="230695"/>
                </a:lnTo>
                <a:lnTo>
                  <a:pt x="612000" y="258254"/>
                </a:lnTo>
                <a:lnTo>
                  <a:pt x="611124" y="277368"/>
                </a:lnTo>
                <a:lnTo>
                  <a:pt x="635508" y="268224"/>
                </a:lnTo>
                <a:lnTo>
                  <a:pt x="635508" y="47244"/>
                </a:lnTo>
                <a:lnTo>
                  <a:pt x="768096" y="47244"/>
                </a:lnTo>
                <a:lnTo>
                  <a:pt x="768096" y="262128"/>
                </a:lnTo>
                <a:lnTo>
                  <a:pt x="792480" y="249936"/>
                </a:lnTo>
                <a:lnTo>
                  <a:pt x="791591" y="227101"/>
                </a:lnTo>
                <a:lnTo>
                  <a:pt x="791159" y="188404"/>
                </a:lnTo>
                <a:lnTo>
                  <a:pt x="791070" y="161544"/>
                </a:lnTo>
                <a:lnTo>
                  <a:pt x="790956" y="50292"/>
                </a:lnTo>
                <a:lnTo>
                  <a:pt x="794435" y="47244"/>
                </a:lnTo>
                <a:lnTo>
                  <a:pt x="803148" y="39624"/>
                </a:lnTo>
                <a:close/>
              </a:path>
              <a:path w="2440304" h="412114">
                <a:moveTo>
                  <a:pt x="844296" y="373380"/>
                </a:moveTo>
                <a:lnTo>
                  <a:pt x="824877" y="326834"/>
                </a:lnTo>
                <a:lnTo>
                  <a:pt x="822960" y="288036"/>
                </a:lnTo>
                <a:lnTo>
                  <a:pt x="816864" y="288036"/>
                </a:lnTo>
                <a:lnTo>
                  <a:pt x="815086" y="304800"/>
                </a:lnTo>
                <a:lnTo>
                  <a:pt x="813054" y="324612"/>
                </a:lnTo>
                <a:lnTo>
                  <a:pt x="811288" y="339471"/>
                </a:lnTo>
                <a:lnTo>
                  <a:pt x="795528" y="374904"/>
                </a:lnTo>
                <a:lnTo>
                  <a:pt x="755904" y="374904"/>
                </a:lnTo>
                <a:lnTo>
                  <a:pt x="747661" y="374599"/>
                </a:lnTo>
                <a:lnTo>
                  <a:pt x="741426" y="371284"/>
                </a:lnTo>
                <a:lnTo>
                  <a:pt x="737463" y="364832"/>
                </a:lnTo>
                <a:lnTo>
                  <a:pt x="736092" y="355092"/>
                </a:lnTo>
                <a:lnTo>
                  <a:pt x="736092" y="252984"/>
                </a:lnTo>
                <a:lnTo>
                  <a:pt x="748284" y="240792"/>
                </a:lnTo>
                <a:lnTo>
                  <a:pt x="714756" y="224028"/>
                </a:lnTo>
                <a:lnTo>
                  <a:pt x="714870" y="363664"/>
                </a:lnTo>
                <a:lnTo>
                  <a:pt x="743712" y="396240"/>
                </a:lnTo>
                <a:lnTo>
                  <a:pt x="807720" y="396240"/>
                </a:lnTo>
                <a:lnTo>
                  <a:pt x="818578" y="395668"/>
                </a:lnTo>
                <a:lnTo>
                  <a:pt x="828294" y="391668"/>
                </a:lnTo>
                <a:lnTo>
                  <a:pt x="836866" y="384238"/>
                </a:lnTo>
                <a:lnTo>
                  <a:pt x="843241" y="374904"/>
                </a:lnTo>
                <a:lnTo>
                  <a:pt x="844296" y="373380"/>
                </a:lnTo>
                <a:close/>
              </a:path>
              <a:path w="2440304" h="412114">
                <a:moveTo>
                  <a:pt x="1138415" y="204216"/>
                </a:moveTo>
                <a:lnTo>
                  <a:pt x="1021067" y="204216"/>
                </a:lnTo>
                <a:lnTo>
                  <a:pt x="1021067" y="242316"/>
                </a:lnTo>
                <a:lnTo>
                  <a:pt x="1095743" y="242316"/>
                </a:lnTo>
                <a:lnTo>
                  <a:pt x="1095743" y="326136"/>
                </a:lnTo>
                <a:lnTo>
                  <a:pt x="1056119" y="334645"/>
                </a:lnTo>
                <a:lnTo>
                  <a:pt x="1028687" y="335280"/>
                </a:lnTo>
                <a:lnTo>
                  <a:pt x="1017282" y="334733"/>
                </a:lnTo>
                <a:lnTo>
                  <a:pt x="975398" y="322541"/>
                </a:lnTo>
                <a:lnTo>
                  <a:pt x="944422" y="292328"/>
                </a:lnTo>
                <a:lnTo>
                  <a:pt x="926515" y="247700"/>
                </a:lnTo>
                <a:lnTo>
                  <a:pt x="922007" y="202692"/>
                </a:lnTo>
                <a:lnTo>
                  <a:pt x="923747" y="175310"/>
                </a:lnTo>
                <a:lnTo>
                  <a:pt x="938085" y="128549"/>
                </a:lnTo>
                <a:lnTo>
                  <a:pt x="966711" y="93967"/>
                </a:lnTo>
                <a:lnTo>
                  <a:pt x="1003909" y="76733"/>
                </a:lnTo>
                <a:lnTo>
                  <a:pt x="1025639" y="74676"/>
                </a:lnTo>
                <a:lnTo>
                  <a:pt x="1035646" y="74968"/>
                </a:lnTo>
                <a:lnTo>
                  <a:pt x="1078598" y="84023"/>
                </a:lnTo>
                <a:lnTo>
                  <a:pt x="1117079" y="103632"/>
                </a:lnTo>
                <a:lnTo>
                  <a:pt x="1127747" y="112776"/>
                </a:lnTo>
                <a:lnTo>
                  <a:pt x="1133843" y="117360"/>
                </a:lnTo>
                <a:lnTo>
                  <a:pt x="1136891" y="117360"/>
                </a:lnTo>
                <a:lnTo>
                  <a:pt x="1136891" y="65532"/>
                </a:lnTo>
                <a:lnTo>
                  <a:pt x="1132319" y="62496"/>
                </a:lnTo>
                <a:lnTo>
                  <a:pt x="1124699" y="59448"/>
                </a:lnTo>
                <a:lnTo>
                  <a:pt x="1115555" y="54876"/>
                </a:lnTo>
                <a:lnTo>
                  <a:pt x="1108964" y="52590"/>
                </a:lnTo>
                <a:lnTo>
                  <a:pt x="1091171" y="45720"/>
                </a:lnTo>
                <a:lnTo>
                  <a:pt x="1084300" y="43700"/>
                </a:lnTo>
                <a:lnTo>
                  <a:pt x="1039723" y="36842"/>
                </a:lnTo>
                <a:lnTo>
                  <a:pt x="1031735" y="36576"/>
                </a:lnTo>
                <a:lnTo>
                  <a:pt x="1014882" y="37414"/>
                </a:lnTo>
                <a:lnTo>
                  <a:pt x="967727" y="48768"/>
                </a:lnTo>
                <a:lnTo>
                  <a:pt x="929805" y="71069"/>
                </a:lnTo>
                <a:lnTo>
                  <a:pt x="901433" y="105727"/>
                </a:lnTo>
                <a:lnTo>
                  <a:pt x="883602" y="150431"/>
                </a:lnTo>
                <a:lnTo>
                  <a:pt x="877811" y="204216"/>
                </a:lnTo>
                <a:lnTo>
                  <a:pt x="878408" y="224218"/>
                </a:lnTo>
                <a:lnTo>
                  <a:pt x="888479" y="277368"/>
                </a:lnTo>
                <a:lnTo>
                  <a:pt x="909485" y="319595"/>
                </a:lnTo>
                <a:lnTo>
                  <a:pt x="941628" y="348996"/>
                </a:lnTo>
                <a:lnTo>
                  <a:pt x="982878" y="367601"/>
                </a:lnTo>
                <a:lnTo>
                  <a:pt x="1031735" y="373380"/>
                </a:lnTo>
                <a:lnTo>
                  <a:pt x="1040358" y="373126"/>
                </a:lnTo>
                <a:lnTo>
                  <a:pt x="1083437" y="366268"/>
                </a:lnTo>
                <a:lnTo>
                  <a:pt x="1097153" y="361950"/>
                </a:lnTo>
                <a:lnTo>
                  <a:pt x="1117079" y="355092"/>
                </a:lnTo>
                <a:lnTo>
                  <a:pt x="1126223" y="350520"/>
                </a:lnTo>
                <a:lnTo>
                  <a:pt x="1133843" y="347472"/>
                </a:lnTo>
                <a:lnTo>
                  <a:pt x="1138415" y="345948"/>
                </a:lnTo>
                <a:lnTo>
                  <a:pt x="1138415" y="204216"/>
                </a:lnTo>
                <a:close/>
              </a:path>
              <a:path w="2440304" h="412114">
                <a:moveTo>
                  <a:pt x="1303020" y="205740"/>
                </a:moveTo>
                <a:lnTo>
                  <a:pt x="1179576" y="205740"/>
                </a:lnTo>
                <a:lnTo>
                  <a:pt x="1179576" y="245364"/>
                </a:lnTo>
                <a:lnTo>
                  <a:pt x="1303020" y="245364"/>
                </a:lnTo>
                <a:lnTo>
                  <a:pt x="1303020" y="205740"/>
                </a:lnTo>
                <a:close/>
              </a:path>
              <a:path w="2440304" h="412114">
                <a:moveTo>
                  <a:pt x="1554467" y="274320"/>
                </a:moveTo>
                <a:lnTo>
                  <a:pt x="1546110" y="234886"/>
                </a:lnTo>
                <a:lnTo>
                  <a:pt x="1519415" y="205930"/>
                </a:lnTo>
                <a:lnTo>
                  <a:pt x="1483296" y="191262"/>
                </a:lnTo>
                <a:lnTo>
                  <a:pt x="1447838" y="182118"/>
                </a:lnTo>
                <a:lnTo>
                  <a:pt x="1430794" y="177558"/>
                </a:lnTo>
                <a:lnTo>
                  <a:pt x="1392923" y="158508"/>
                </a:lnTo>
                <a:lnTo>
                  <a:pt x="1382255" y="124968"/>
                </a:lnTo>
                <a:lnTo>
                  <a:pt x="1383398" y="114109"/>
                </a:lnTo>
                <a:lnTo>
                  <a:pt x="1410309" y="82397"/>
                </a:lnTo>
                <a:lnTo>
                  <a:pt x="1449311" y="74676"/>
                </a:lnTo>
                <a:lnTo>
                  <a:pt x="1461884" y="75272"/>
                </a:lnTo>
                <a:lnTo>
                  <a:pt x="1499603" y="85344"/>
                </a:lnTo>
                <a:lnTo>
                  <a:pt x="1539227" y="109728"/>
                </a:lnTo>
                <a:lnTo>
                  <a:pt x="1542275" y="109728"/>
                </a:lnTo>
                <a:lnTo>
                  <a:pt x="1542275" y="57924"/>
                </a:lnTo>
                <a:lnTo>
                  <a:pt x="1531708" y="53390"/>
                </a:lnTo>
                <a:lnTo>
                  <a:pt x="1484845" y="40436"/>
                </a:lnTo>
                <a:lnTo>
                  <a:pt x="1446263" y="36576"/>
                </a:lnTo>
                <a:lnTo>
                  <a:pt x="1423390" y="38290"/>
                </a:lnTo>
                <a:lnTo>
                  <a:pt x="1383906" y="52006"/>
                </a:lnTo>
                <a:lnTo>
                  <a:pt x="1353896" y="78320"/>
                </a:lnTo>
                <a:lnTo>
                  <a:pt x="1336535" y="129540"/>
                </a:lnTo>
                <a:lnTo>
                  <a:pt x="1336852" y="138645"/>
                </a:lnTo>
                <a:lnTo>
                  <a:pt x="1349108" y="176593"/>
                </a:lnTo>
                <a:lnTo>
                  <a:pt x="1388503" y="209130"/>
                </a:lnTo>
                <a:lnTo>
                  <a:pt x="1411211" y="216408"/>
                </a:lnTo>
                <a:lnTo>
                  <a:pt x="1436077" y="222631"/>
                </a:lnTo>
                <a:lnTo>
                  <a:pt x="1443215" y="224028"/>
                </a:lnTo>
                <a:lnTo>
                  <a:pt x="1449222" y="226085"/>
                </a:lnTo>
                <a:lnTo>
                  <a:pt x="1470647" y="231648"/>
                </a:lnTo>
                <a:lnTo>
                  <a:pt x="1505127" y="256222"/>
                </a:lnTo>
                <a:lnTo>
                  <a:pt x="1510271" y="281940"/>
                </a:lnTo>
                <a:lnTo>
                  <a:pt x="1509128" y="293039"/>
                </a:lnTo>
                <a:lnTo>
                  <a:pt x="1481696" y="326923"/>
                </a:lnTo>
                <a:lnTo>
                  <a:pt x="1437119" y="335280"/>
                </a:lnTo>
                <a:lnTo>
                  <a:pt x="1424533" y="334695"/>
                </a:lnTo>
                <a:lnTo>
                  <a:pt x="1385303" y="324612"/>
                </a:lnTo>
                <a:lnTo>
                  <a:pt x="1348879" y="302971"/>
                </a:lnTo>
                <a:lnTo>
                  <a:pt x="1338059" y="294132"/>
                </a:lnTo>
                <a:lnTo>
                  <a:pt x="1335011" y="294132"/>
                </a:lnTo>
                <a:lnTo>
                  <a:pt x="1335011" y="347472"/>
                </a:lnTo>
                <a:lnTo>
                  <a:pt x="1345590" y="352907"/>
                </a:lnTo>
                <a:lnTo>
                  <a:pt x="1393875" y="368884"/>
                </a:lnTo>
                <a:lnTo>
                  <a:pt x="1440167" y="373380"/>
                </a:lnTo>
                <a:lnTo>
                  <a:pt x="1454454" y="372833"/>
                </a:lnTo>
                <a:lnTo>
                  <a:pt x="1499590" y="360908"/>
                </a:lnTo>
                <a:lnTo>
                  <a:pt x="1532064" y="336638"/>
                </a:lnTo>
                <a:lnTo>
                  <a:pt x="1550619" y="303047"/>
                </a:lnTo>
                <a:lnTo>
                  <a:pt x="1554137" y="283705"/>
                </a:lnTo>
                <a:lnTo>
                  <a:pt x="1554467" y="274320"/>
                </a:lnTo>
                <a:close/>
              </a:path>
              <a:path w="2440304" h="412114">
                <a:moveTo>
                  <a:pt x="1802879" y="64020"/>
                </a:moveTo>
                <a:lnTo>
                  <a:pt x="1792744" y="53352"/>
                </a:lnTo>
                <a:lnTo>
                  <a:pt x="1773923" y="33540"/>
                </a:lnTo>
                <a:lnTo>
                  <a:pt x="1754111" y="53352"/>
                </a:lnTo>
                <a:lnTo>
                  <a:pt x="1676387" y="53352"/>
                </a:lnTo>
                <a:lnTo>
                  <a:pt x="1681797" y="45923"/>
                </a:lnTo>
                <a:lnTo>
                  <a:pt x="1690319" y="34493"/>
                </a:lnTo>
                <a:lnTo>
                  <a:pt x="1693151" y="30492"/>
                </a:lnTo>
                <a:lnTo>
                  <a:pt x="1697723" y="25920"/>
                </a:lnTo>
                <a:lnTo>
                  <a:pt x="1703819" y="22872"/>
                </a:lnTo>
                <a:lnTo>
                  <a:pt x="1709915" y="18300"/>
                </a:lnTo>
                <a:lnTo>
                  <a:pt x="1674863" y="12"/>
                </a:lnTo>
                <a:lnTo>
                  <a:pt x="1663700" y="28867"/>
                </a:lnTo>
                <a:lnTo>
                  <a:pt x="1652955" y="53733"/>
                </a:lnTo>
                <a:lnTo>
                  <a:pt x="1632191" y="91452"/>
                </a:lnTo>
                <a:lnTo>
                  <a:pt x="1603908" y="128308"/>
                </a:lnTo>
                <a:lnTo>
                  <a:pt x="1595615" y="137172"/>
                </a:lnTo>
                <a:lnTo>
                  <a:pt x="1598663" y="141744"/>
                </a:lnTo>
                <a:lnTo>
                  <a:pt x="1630603" y="116446"/>
                </a:lnTo>
                <a:lnTo>
                  <a:pt x="1662938" y="76276"/>
                </a:lnTo>
                <a:lnTo>
                  <a:pt x="1671815" y="64020"/>
                </a:lnTo>
                <a:lnTo>
                  <a:pt x="1700771" y="64020"/>
                </a:lnTo>
                <a:lnTo>
                  <a:pt x="1720494" y="98513"/>
                </a:lnTo>
                <a:lnTo>
                  <a:pt x="1720583" y="105168"/>
                </a:lnTo>
                <a:lnTo>
                  <a:pt x="1722107" y="108216"/>
                </a:lnTo>
                <a:lnTo>
                  <a:pt x="1723631" y="112788"/>
                </a:lnTo>
                <a:lnTo>
                  <a:pt x="1725155" y="114312"/>
                </a:lnTo>
                <a:lnTo>
                  <a:pt x="1734299" y="114312"/>
                </a:lnTo>
                <a:lnTo>
                  <a:pt x="1737347" y="111264"/>
                </a:lnTo>
                <a:lnTo>
                  <a:pt x="1740395" y="109740"/>
                </a:lnTo>
                <a:lnTo>
                  <a:pt x="1743443" y="105168"/>
                </a:lnTo>
                <a:lnTo>
                  <a:pt x="1746491" y="96024"/>
                </a:lnTo>
                <a:lnTo>
                  <a:pt x="1745335" y="88874"/>
                </a:lnTo>
                <a:lnTo>
                  <a:pt x="1739442" y="81165"/>
                </a:lnTo>
                <a:lnTo>
                  <a:pt x="1728711" y="72872"/>
                </a:lnTo>
                <a:lnTo>
                  <a:pt x="1712963" y="64020"/>
                </a:lnTo>
                <a:lnTo>
                  <a:pt x="1802879" y="64020"/>
                </a:lnTo>
                <a:close/>
              </a:path>
              <a:path w="2440304" h="412114">
                <a:moveTo>
                  <a:pt x="1982711" y="65544"/>
                </a:moveTo>
                <a:lnTo>
                  <a:pt x="1973173" y="54876"/>
                </a:lnTo>
                <a:lnTo>
                  <a:pt x="1956803" y="36588"/>
                </a:lnTo>
                <a:lnTo>
                  <a:pt x="1936991" y="54876"/>
                </a:lnTo>
                <a:lnTo>
                  <a:pt x="1842503" y="54876"/>
                </a:lnTo>
                <a:lnTo>
                  <a:pt x="1847075" y="48780"/>
                </a:lnTo>
                <a:lnTo>
                  <a:pt x="1851647" y="41160"/>
                </a:lnTo>
                <a:lnTo>
                  <a:pt x="1857743" y="35064"/>
                </a:lnTo>
                <a:lnTo>
                  <a:pt x="1863839" y="27444"/>
                </a:lnTo>
                <a:lnTo>
                  <a:pt x="1869935" y="22872"/>
                </a:lnTo>
                <a:lnTo>
                  <a:pt x="1876031" y="22872"/>
                </a:lnTo>
                <a:lnTo>
                  <a:pt x="1844027" y="1536"/>
                </a:lnTo>
                <a:lnTo>
                  <a:pt x="1824215" y="48780"/>
                </a:lnTo>
                <a:lnTo>
                  <a:pt x="1804974" y="82308"/>
                </a:lnTo>
                <a:lnTo>
                  <a:pt x="1784591" y="111264"/>
                </a:lnTo>
                <a:lnTo>
                  <a:pt x="1790687" y="114312"/>
                </a:lnTo>
                <a:lnTo>
                  <a:pt x="1796427" y="109207"/>
                </a:lnTo>
                <a:lnTo>
                  <a:pt x="1802307" y="103263"/>
                </a:lnTo>
                <a:lnTo>
                  <a:pt x="1808480" y="96735"/>
                </a:lnTo>
                <a:lnTo>
                  <a:pt x="1815071" y="89928"/>
                </a:lnTo>
                <a:lnTo>
                  <a:pt x="1819910" y="83972"/>
                </a:lnTo>
                <a:lnTo>
                  <a:pt x="1825167" y="77736"/>
                </a:lnTo>
                <a:lnTo>
                  <a:pt x="1830717" y="71488"/>
                </a:lnTo>
                <a:lnTo>
                  <a:pt x="1836407" y="65544"/>
                </a:lnTo>
                <a:lnTo>
                  <a:pt x="1879079" y="65544"/>
                </a:lnTo>
                <a:lnTo>
                  <a:pt x="1909559" y="103644"/>
                </a:lnTo>
                <a:lnTo>
                  <a:pt x="1912607" y="108216"/>
                </a:lnTo>
                <a:lnTo>
                  <a:pt x="1915655" y="114312"/>
                </a:lnTo>
                <a:lnTo>
                  <a:pt x="1918703" y="115836"/>
                </a:lnTo>
                <a:lnTo>
                  <a:pt x="1921751" y="115836"/>
                </a:lnTo>
                <a:lnTo>
                  <a:pt x="1924799" y="114312"/>
                </a:lnTo>
                <a:lnTo>
                  <a:pt x="1927847" y="111264"/>
                </a:lnTo>
                <a:lnTo>
                  <a:pt x="1932419" y="108216"/>
                </a:lnTo>
                <a:lnTo>
                  <a:pt x="1933943" y="102120"/>
                </a:lnTo>
                <a:lnTo>
                  <a:pt x="1933943" y="92976"/>
                </a:lnTo>
                <a:lnTo>
                  <a:pt x="1931352" y="86118"/>
                </a:lnTo>
                <a:lnTo>
                  <a:pt x="1923465" y="79260"/>
                </a:lnTo>
                <a:lnTo>
                  <a:pt x="1910156" y="72402"/>
                </a:lnTo>
                <a:lnTo>
                  <a:pt x="1891271" y="65544"/>
                </a:lnTo>
                <a:lnTo>
                  <a:pt x="1982711" y="65544"/>
                </a:lnTo>
                <a:close/>
              </a:path>
              <a:path w="2440304" h="412114">
                <a:moveTo>
                  <a:pt x="1990331" y="323100"/>
                </a:moveTo>
                <a:lnTo>
                  <a:pt x="1980158" y="312432"/>
                </a:lnTo>
                <a:lnTo>
                  <a:pt x="1958327" y="289572"/>
                </a:lnTo>
                <a:lnTo>
                  <a:pt x="1933943" y="312432"/>
                </a:lnTo>
                <a:lnTo>
                  <a:pt x="1856219" y="312432"/>
                </a:lnTo>
                <a:lnTo>
                  <a:pt x="1856219" y="260616"/>
                </a:lnTo>
                <a:lnTo>
                  <a:pt x="1882127" y="260616"/>
                </a:lnTo>
                <a:lnTo>
                  <a:pt x="1882127" y="277380"/>
                </a:lnTo>
                <a:lnTo>
                  <a:pt x="1908035" y="268236"/>
                </a:lnTo>
                <a:lnTo>
                  <a:pt x="1907590" y="260616"/>
                </a:lnTo>
                <a:lnTo>
                  <a:pt x="1907159" y="253377"/>
                </a:lnTo>
                <a:lnTo>
                  <a:pt x="1907032" y="249948"/>
                </a:lnTo>
                <a:lnTo>
                  <a:pt x="1906701" y="240804"/>
                </a:lnTo>
                <a:lnTo>
                  <a:pt x="1906536" y="230517"/>
                </a:lnTo>
                <a:lnTo>
                  <a:pt x="1906511" y="213372"/>
                </a:lnTo>
                <a:lnTo>
                  <a:pt x="1906511" y="202704"/>
                </a:lnTo>
                <a:lnTo>
                  <a:pt x="1906511" y="170700"/>
                </a:lnTo>
                <a:lnTo>
                  <a:pt x="1906511" y="160032"/>
                </a:lnTo>
                <a:lnTo>
                  <a:pt x="1906511" y="132600"/>
                </a:lnTo>
                <a:lnTo>
                  <a:pt x="1911743" y="128028"/>
                </a:lnTo>
                <a:lnTo>
                  <a:pt x="1918703" y="121932"/>
                </a:lnTo>
                <a:lnTo>
                  <a:pt x="1912378" y="117360"/>
                </a:lnTo>
                <a:lnTo>
                  <a:pt x="1891271" y="102120"/>
                </a:lnTo>
                <a:lnTo>
                  <a:pt x="1882127" y="115189"/>
                </a:lnTo>
                <a:lnTo>
                  <a:pt x="1882127" y="128028"/>
                </a:lnTo>
                <a:lnTo>
                  <a:pt x="1882127" y="160032"/>
                </a:lnTo>
                <a:lnTo>
                  <a:pt x="1882127" y="170700"/>
                </a:lnTo>
                <a:lnTo>
                  <a:pt x="1882127" y="202704"/>
                </a:lnTo>
                <a:lnTo>
                  <a:pt x="1882127" y="213372"/>
                </a:lnTo>
                <a:lnTo>
                  <a:pt x="1882127" y="249948"/>
                </a:lnTo>
                <a:lnTo>
                  <a:pt x="1831835" y="249948"/>
                </a:lnTo>
                <a:lnTo>
                  <a:pt x="1831835" y="260616"/>
                </a:lnTo>
                <a:lnTo>
                  <a:pt x="1831835" y="313956"/>
                </a:lnTo>
                <a:lnTo>
                  <a:pt x="1746491" y="313956"/>
                </a:lnTo>
                <a:lnTo>
                  <a:pt x="1748523" y="301117"/>
                </a:lnTo>
                <a:lnTo>
                  <a:pt x="1750110" y="287858"/>
                </a:lnTo>
                <a:lnTo>
                  <a:pt x="1751342" y="275158"/>
                </a:lnTo>
                <a:lnTo>
                  <a:pt x="1752587" y="260616"/>
                </a:lnTo>
                <a:lnTo>
                  <a:pt x="1831835" y="260616"/>
                </a:lnTo>
                <a:lnTo>
                  <a:pt x="1831835" y="249948"/>
                </a:lnTo>
                <a:lnTo>
                  <a:pt x="1694675" y="249948"/>
                </a:lnTo>
                <a:lnTo>
                  <a:pt x="1694675" y="213372"/>
                </a:lnTo>
                <a:lnTo>
                  <a:pt x="1882127" y="213372"/>
                </a:lnTo>
                <a:lnTo>
                  <a:pt x="1882127" y="202704"/>
                </a:lnTo>
                <a:lnTo>
                  <a:pt x="1694675" y="202704"/>
                </a:lnTo>
                <a:lnTo>
                  <a:pt x="1694675" y="170700"/>
                </a:lnTo>
                <a:lnTo>
                  <a:pt x="1882127" y="170700"/>
                </a:lnTo>
                <a:lnTo>
                  <a:pt x="1882127" y="160032"/>
                </a:lnTo>
                <a:lnTo>
                  <a:pt x="1694675" y="160032"/>
                </a:lnTo>
                <a:lnTo>
                  <a:pt x="1694675" y="128028"/>
                </a:lnTo>
                <a:lnTo>
                  <a:pt x="1882127" y="128028"/>
                </a:lnTo>
                <a:lnTo>
                  <a:pt x="1882127" y="115189"/>
                </a:lnTo>
                <a:lnTo>
                  <a:pt x="1880603" y="117360"/>
                </a:lnTo>
                <a:lnTo>
                  <a:pt x="1694675" y="117360"/>
                </a:lnTo>
                <a:lnTo>
                  <a:pt x="1668767" y="103644"/>
                </a:lnTo>
                <a:lnTo>
                  <a:pt x="1669630" y="112788"/>
                </a:lnTo>
                <a:lnTo>
                  <a:pt x="1669745" y="115836"/>
                </a:lnTo>
                <a:lnTo>
                  <a:pt x="1670024" y="124980"/>
                </a:lnTo>
                <a:lnTo>
                  <a:pt x="1670151" y="132600"/>
                </a:lnTo>
                <a:lnTo>
                  <a:pt x="1670278" y="147358"/>
                </a:lnTo>
                <a:lnTo>
                  <a:pt x="1670291" y="172224"/>
                </a:lnTo>
                <a:lnTo>
                  <a:pt x="1671154" y="200533"/>
                </a:lnTo>
                <a:lnTo>
                  <a:pt x="1671383" y="222516"/>
                </a:lnTo>
                <a:lnTo>
                  <a:pt x="1671307" y="240804"/>
                </a:lnTo>
                <a:lnTo>
                  <a:pt x="1671154" y="256019"/>
                </a:lnTo>
                <a:lnTo>
                  <a:pt x="1670291" y="283476"/>
                </a:lnTo>
                <a:lnTo>
                  <a:pt x="1694675" y="274332"/>
                </a:lnTo>
                <a:lnTo>
                  <a:pt x="1694675" y="260616"/>
                </a:lnTo>
                <a:lnTo>
                  <a:pt x="1725155" y="260616"/>
                </a:lnTo>
                <a:lnTo>
                  <a:pt x="1724875" y="275158"/>
                </a:lnTo>
                <a:lnTo>
                  <a:pt x="1724012" y="289001"/>
                </a:lnTo>
                <a:lnTo>
                  <a:pt x="1722589" y="301967"/>
                </a:lnTo>
                <a:lnTo>
                  <a:pt x="1720583" y="313956"/>
                </a:lnTo>
                <a:lnTo>
                  <a:pt x="1586471" y="313956"/>
                </a:lnTo>
                <a:lnTo>
                  <a:pt x="1601711" y="330720"/>
                </a:lnTo>
                <a:lnTo>
                  <a:pt x="1612023" y="327837"/>
                </a:lnTo>
                <a:lnTo>
                  <a:pt x="1622475" y="325958"/>
                </a:lnTo>
                <a:lnTo>
                  <a:pt x="1633220" y="324929"/>
                </a:lnTo>
                <a:lnTo>
                  <a:pt x="1644383" y="324624"/>
                </a:lnTo>
                <a:lnTo>
                  <a:pt x="1719059" y="324624"/>
                </a:lnTo>
                <a:lnTo>
                  <a:pt x="1694205" y="361911"/>
                </a:lnTo>
                <a:lnTo>
                  <a:pt x="1651431" y="388823"/>
                </a:lnTo>
                <a:lnTo>
                  <a:pt x="1607807" y="406920"/>
                </a:lnTo>
                <a:lnTo>
                  <a:pt x="1609331" y="411492"/>
                </a:lnTo>
                <a:lnTo>
                  <a:pt x="1652955" y="401205"/>
                </a:lnTo>
                <a:lnTo>
                  <a:pt x="1693151" y="384060"/>
                </a:lnTo>
                <a:lnTo>
                  <a:pt x="1725917" y="358914"/>
                </a:lnTo>
                <a:lnTo>
                  <a:pt x="1744967" y="324624"/>
                </a:lnTo>
                <a:lnTo>
                  <a:pt x="1831835" y="324624"/>
                </a:lnTo>
                <a:lnTo>
                  <a:pt x="1831644" y="364058"/>
                </a:lnTo>
                <a:lnTo>
                  <a:pt x="1830311" y="411492"/>
                </a:lnTo>
                <a:lnTo>
                  <a:pt x="1857743" y="399300"/>
                </a:lnTo>
                <a:lnTo>
                  <a:pt x="1856867" y="388454"/>
                </a:lnTo>
                <a:lnTo>
                  <a:pt x="1856435" y="372630"/>
                </a:lnTo>
                <a:lnTo>
                  <a:pt x="1856333" y="361911"/>
                </a:lnTo>
                <a:lnTo>
                  <a:pt x="1856232" y="324624"/>
                </a:lnTo>
                <a:lnTo>
                  <a:pt x="1856219" y="323100"/>
                </a:lnTo>
                <a:lnTo>
                  <a:pt x="1990331" y="323100"/>
                </a:lnTo>
                <a:close/>
              </a:path>
              <a:path w="2440304" h="412114">
                <a:moveTo>
                  <a:pt x="2093963" y="167640"/>
                </a:moveTo>
                <a:lnTo>
                  <a:pt x="2090229" y="156768"/>
                </a:lnTo>
                <a:lnTo>
                  <a:pt x="2078913" y="144589"/>
                </a:lnTo>
                <a:lnTo>
                  <a:pt x="2059889" y="131000"/>
                </a:lnTo>
                <a:lnTo>
                  <a:pt x="2033003" y="115824"/>
                </a:lnTo>
                <a:lnTo>
                  <a:pt x="2029955" y="121920"/>
                </a:lnTo>
                <a:lnTo>
                  <a:pt x="2043417" y="137350"/>
                </a:lnTo>
                <a:lnTo>
                  <a:pt x="2054148" y="151638"/>
                </a:lnTo>
                <a:lnTo>
                  <a:pt x="2062327" y="164782"/>
                </a:lnTo>
                <a:lnTo>
                  <a:pt x="2068055" y="176784"/>
                </a:lnTo>
                <a:lnTo>
                  <a:pt x="2071751" y="187363"/>
                </a:lnTo>
                <a:lnTo>
                  <a:pt x="2075865" y="193929"/>
                </a:lnTo>
                <a:lnTo>
                  <a:pt x="2080272" y="196507"/>
                </a:lnTo>
                <a:lnTo>
                  <a:pt x="2084819" y="195072"/>
                </a:lnTo>
                <a:lnTo>
                  <a:pt x="2088819" y="190792"/>
                </a:lnTo>
                <a:lnTo>
                  <a:pt x="2091677" y="184785"/>
                </a:lnTo>
                <a:lnTo>
                  <a:pt x="2093391" y="177076"/>
                </a:lnTo>
                <a:lnTo>
                  <a:pt x="2093963" y="167640"/>
                </a:lnTo>
                <a:close/>
              </a:path>
              <a:path w="2440304" h="412114">
                <a:moveTo>
                  <a:pt x="2130539" y="65532"/>
                </a:moveTo>
                <a:lnTo>
                  <a:pt x="2094687" y="26962"/>
                </a:lnTo>
                <a:lnTo>
                  <a:pt x="2072627" y="15240"/>
                </a:lnTo>
                <a:lnTo>
                  <a:pt x="2069579" y="21336"/>
                </a:lnTo>
                <a:lnTo>
                  <a:pt x="2081923" y="35890"/>
                </a:lnTo>
                <a:lnTo>
                  <a:pt x="2091677" y="49720"/>
                </a:lnTo>
                <a:lnTo>
                  <a:pt x="2099157" y="62699"/>
                </a:lnTo>
                <a:lnTo>
                  <a:pt x="2104631" y="74676"/>
                </a:lnTo>
                <a:lnTo>
                  <a:pt x="2107679" y="86868"/>
                </a:lnTo>
                <a:lnTo>
                  <a:pt x="2112251" y="91440"/>
                </a:lnTo>
                <a:lnTo>
                  <a:pt x="2116823" y="91440"/>
                </a:lnTo>
                <a:lnTo>
                  <a:pt x="2119871" y="89916"/>
                </a:lnTo>
                <a:lnTo>
                  <a:pt x="2129015" y="80772"/>
                </a:lnTo>
                <a:lnTo>
                  <a:pt x="2130539" y="74676"/>
                </a:lnTo>
                <a:lnTo>
                  <a:pt x="2130539" y="65532"/>
                </a:lnTo>
                <a:close/>
              </a:path>
              <a:path w="2440304" h="412114">
                <a:moveTo>
                  <a:pt x="2176259" y="77724"/>
                </a:moveTo>
                <a:lnTo>
                  <a:pt x="2168639" y="76200"/>
                </a:lnTo>
                <a:lnTo>
                  <a:pt x="2136952" y="151980"/>
                </a:lnTo>
                <a:lnTo>
                  <a:pt x="2112822" y="208026"/>
                </a:lnTo>
                <a:lnTo>
                  <a:pt x="2096439" y="244602"/>
                </a:lnTo>
                <a:lnTo>
                  <a:pt x="2087867" y="262128"/>
                </a:lnTo>
                <a:lnTo>
                  <a:pt x="2081771" y="271272"/>
                </a:lnTo>
                <a:lnTo>
                  <a:pt x="2075700" y="277342"/>
                </a:lnTo>
                <a:lnTo>
                  <a:pt x="2065350" y="277329"/>
                </a:lnTo>
                <a:lnTo>
                  <a:pt x="2057006" y="276987"/>
                </a:lnTo>
                <a:lnTo>
                  <a:pt x="2045817" y="276085"/>
                </a:lnTo>
                <a:lnTo>
                  <a:pt x="2031479" y="274320"/>
                </a:lnTo>
                <a:lnTo>
                  <a:pt x="2031479" y="281940"/>
                </a:lnTo>
                <a:lnTo>
                  <a:pt x="2071103" y="300228"/>
                </a:lnTo>
                <a:lnTo>
                  <a:pt x="2072627" y="306324"/>
                </a:lnTo>
                <a:lnTo>
                  <a:pt x="2072589" y="314896"/>
                </a:lnTo>
                <a:lnTo>
                  <a:pt x="2066061" y="350596"/>
                </a:lnTo>
                <a:lnTo>
                  <a:pt x="2064626" y="357568"/>
                </a:lnTo>
                <a:lnTo>
                  <a:pt x="2063775" y="363689"/>
                </a:lnTo>
                <a:lnTo>
                  <a:pt x="2063572" y="367284"/>
                </a:lnTo>
                <a:lnTo>
                  <a:pt x="2063483" y="376428"/>
                </a:lnTo>
                <a:lnTo>
                  <a:pt x="2066531" y="382524"/>
                </a:lnTo>
                <a:lnTo>
                  <a:pt x="2072627" y="384048"/>
                </a:lnTo>
                <a:lnTo>
                  <a:pt x="2080247" y="387096"/>
                </a:lnTo>
                <a:lnTo>
                  <a:pt x="2097011" y="387096"/>
                </a:lnTo>
                <a:lnTo>
                  <a:pt x="2100059" y="385572"/>
                </a:lnTo>
                <a:lnTo>
                  <a:pt x="2100059" y="381000"/>
                </a:lnTo>
                <a:lnTo>
                  <a:pt x="2098967" y="373380"/>
                </a:lnTo>
                <a:lnTo>
                  <a:pt x="2097989" y="363689"/>
                </a:lnTo>
                <a:lnTo>
                  <a:pt x="2097278" y="351434"/>
                </a:lnTo>
                <a:lnTo>
                  <a:pt x="2097024" y="336931"/>
                </a:lnTo>
                <a:lnTo>
                  <a:pt x="2096655" y="322262"/>
                </a:lnTo>
                <a:lnTo>
                  <a:pt x="2097582" y="308419"/>
                </a:lnTo>
                <a:lnTo>
                  <a:pt x="2099348" y="295656"/>
                </a:lnTo>
                <a:lnTo>
                  <a:pt x="2101583" y="283464"/>
                </a:lnTo>
                <a:lnTo>
                  <a:pt x="2103716" y="277368"/>
                </a:lnTo>
                <a:lnTo>
                  <a:pt x="2108758" y="262890"/>
                </a:lnTo>
                <a:lnTo>
                  <a:pt x="2123490" y="221742"/>
                </a:lnTo>
                <a:lnTo>
                  <a:pt x="2145957" y="160020"/>
                </a:lnTo>
                <a:lnTo>
                  <a:pt x="2176259" y="77724"/>
                </a:lnTo>
                <a:close/>
              </a:path>
              <a:path w="2440304" h="412114">
                <a:moveTo>
                  <a:pt x="2439911" y="213360"/>
                </a:moveTo>
                <a:lnTo>
                  <a:pt x="2410955" y="182880"/>
                </a:lnTo>
                <a:lnTo>
                  <a:pt x="2389619" y="202692"/>
                </a:lnTo>
                <a:lnTo>
                  <a:pt x="2298179" y="202692"/>
                </a:lnTo>
                <a:lnTo>
                  <a:pt x="2298179" y="109728"/>
                </a:lnTo>
                <a:lnTo>
                  <a:pt x="2412479" y="109728"/>
                </a:lnTo>
                <a:lnTo>
                  <a:pt x="2385047" y="79248"/>
                </a:lnTo>
                <a:lnTo>
                  <a:pt x="2365235" y="99060"/>
                </a:lnTo>
                <a:lnTo>
                  <a:pt x="2298179" y="99060"/>
                </a:lnTo>
                <a:lnTo>
                  <a:pt x="2298179" y="38100"/>
                </a:lnTo>
                <a:lnTo>
                  <a:pt x="2314943" y="21336"/>
                </a:lnTo>
                <a:lnTo>
                  <a:pt x="2273795" y="0"/>
                </a:lnTo>
                <a:lnTo>
                  <a:pt x="2274036" y="15240"/>
                </a:lnTo>
                <a:lnTo>
                  <a:pt x="2274532" y="35890"/>
                </a:lnTo>
                <a:lnTo>
                  <a:pt x="2275090" y="65532"/>
                </a:lnTo>
                <a:lnTo>
                  <a:pt x="2275319" y="99060"/>
                </a:lnTo>
                <a:lnTo>
                  <a:pt x="2179307" y="99060"/>
                </a:lnTo>
                <a:lnTo>
                  <a:pt x="2194547" y="114300"/>
                </a:lnTo>
                <a:lnTo>
                  <a:pt x="2204859" y="112306"/>
                </a:lnTo>
                <a:lnTo>
                  <a:pt x="2215311" y="110871"/>
                </a:lnTo>
                <a:lnTo>
                  <a:pt x="2226056" y="110020"/>
                </a:lnTo>
                <a:lnTo>
                  <a:pt x="2237219" y="109728"/>
                </a:lnTo>
                <a:lnTo>
                  <a:pt x="2275319" y="109728"/>
                </a:lnTo>
                <a:lnTo>
                  <a:pt x="2275319" y="202692"/>
                </a:lnTo>
                <a:lnTo>
                  <a:pt x="2145779" y="202692"/>
                </a:lnTo>
                <a:lnTo>
                  <a:pt x="2162543" y="219456"/>
                </a:lnTo>
                <a:lnTo>
                  <a:pt x="2171979" y="216585"/>
                </a:lnTo>
                <a:lnTo>
                  <a:pt x="2181974" y="214693"/>
                </a:lnTo>
                <a:lnTo>
                  <a:pt x="2192553" y="213677"/>
                </a:lnTo>
                <a:lnTo>
                  <a:pt x="2203691" y="213360"/>
                </a:lnTo>
                <a:lnTo>
                  <a:pt x="2267699" y="213360"/>
                </a:lnTo>
                <a:lnTo>
                  <a:pt x="2248268" y="256984"/>
                </a:lnTo>
                <a:lnTo>
                  <a:pt x="2217407" y="306324"/>
                </a:lnTo>
                <a:lnTo>
                  <a:pt x="2182926" y="345376"/>
                </a:lnTo>
                <a:lnTo>
                  <a:pt x="2156447" y="358140"/>
                </a:lnTo>
                <a:lnTo>
                  <a:pt x="2174735" y="397764"/>
                </a:lnTo>
                <a:lnTo>
                  <a:pt x="2231123" y="376428"/>
                </a:lnTo>
                <a:lnTo>
                  <a:pt x="2293607" y="365188"/>
                </a:lnTo>
                <a:lnTo>
                  <a:pt x="2333574" y="359930"/>
                </a:lnTo>
                <a:lnTo>
                  <a:pt x="2378951" y="355092"/>
                </a:lnTo>
                <a:lnTo>
                  <a:pt x="2383510" y="363093"/>
                </a:lnTo>
                <a:lnTo>
                  <a:pt x="2387904" y="371094"/>
                </a:lnTo>
                <a:lnTo>
                  <a:pt x="2392032" y="379095"/>
                </a:lnTo>
                <a:lnTo>
                  <a:pt x="2395715" y="387096"/>
                </a:lnTo>
                <a:lnTo>
                  <a:pt x="2397239" y="394716"/>
                </a:lnTo>
                <a:lnTo>
                  <a:pt x="2400287" y="397764"/>
                </a:lnTo>
                <a:lnTo>
                  <a:pt x="2404859" y="397764"/>
                </a:lnTo>
                <a:lnTo>
                  <a:pt x="2407907" y="394716"/>
                </a:lnTo>
                <a:lnTo>
                  <a:pt x="2412479" y="387096"/>
                </a:lnTo>
                <a:lnTo>
                  <a:pt x="2417051" y="381000"/>
                </a:lnTo>
                <a:lnTo>
                  <a:pt x="2420099" y="373380"/>
                </a:lnTo>
                <a:lnTo>
                  <a:pt x="2420099" y="367284"/>
                </a:lnTo>
                <a:lnTo>
                  <a:pt x="2395143" y="330517"/>
                </a:lnTo>
                <a:lnTo>
                  <a:pt x="2378951" y="316992"/>
                </a:lnTo>
                <a:lnTo>
                  <a:pt x="2368956" y="308711"/>
                </a:lnTo>
                <a:lnTo>
                  <a:pt x="2357272" y="299872"/>
                </a:lnTo>
                <a:lnTo>
                  <a:pt x="2343810" y="290423"/>
                </a:lnTo>
                <a:lnTo>
                  <a:pt x="2328659" y="280416"/>
                </a:lnTo>
                <a:lnTo>
                  <a:pt x="2325611" y="284988"/>
                </a:lnTo>
                <a:lnTo>
                  <a:pt x="2338146" y="299847"/>
                </a:lnTo>
                <a:lnTo>
                  <a:pt x="2350566" y="314896"/>
                </a:lnTo>
                <a:lnTo>
                  <a:pt x="2362695" y="330212"/>
                </a:lnTo>
                <a:lnTo>
                  <a:pt x="2374379" y="345948"/>
                </a:lnTo>
                <a:lnTo>
                  <a:pt x="2191499" y="358140"/>
                </a:lnTo>
                <a:lnTo>
                  <a:pt x="2219769" y="327545"/>
                </a:lnTo>
                <a:lnTo>
                  <a:pt x="2242743" y="301942"/>
                </a:lnTo>
                <a:lnTo>
                  <a:pt x="2260295" y="281203"/>
                </a:lnTo>
                <a:lnTo>
                  <a:pt x="2272271" y="265176"/>
                </a:lnTo>
                <a:lnTo>
                  <a:pt x="2280272" y="253746"/>
                </a:lnTo>
                <a:lnTo>
                  <a:pt x="2288235" y="244652"/>
                </a:lnTo>
                <a:lnTo>
                  <a:pt x="2296274" y="237744"/>
                </a:lnTo>
                <a:lnTo>
                  <a:pt x="2304275" y="233172"/>
                </a:lnTo>
                <a:lnTo>
                  <a:pt x="2276843" y="213360"/>
                </a:lnTo>
                <a:lnTo>
                  <a:pt x="2439911" y="21336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" name="object 16"/>
          <p:cNvSpPr/>
          <p:nvPr/>
        </p:nvSpPr>
        <p:spPr>
          <a:xfrm>
            <a:off x="7766304" y="2407729"/>
            <a:ext cx="148590" cy="294640"/>
          </a:xfrm>
          <a:custGeom>
            <a:avLst/>
            <a:gdLst/>
            <a:ahLst/>
            <a:cxnLst/>
            <a:rect l="l" t="t" r="r" b="b"/>
            <a:pathLst>
              <a:path w="148590" h="294639">
                <a:moveTo>
                  <a:pt x="25908" y="88582"/>
                </a:moveTo>
                <a:lnTo>
                  <a:pt x="13716" y="88582"/>
                </a:lnTo>
                <a:lnTo>
                  <a:pt x="9144" y="85534"/>
                </a:lnTo>
                <a:lnTo>
                  <a:pt x="4572" y="80962"/>
                </a:lnTo>
                <a:lnTo>
                  <a:pt x="1524" y="74866"/>
                </a:lnTo>
                <a:lnTo>
                  <a:pt x="0" y="67246"/>
                </a:lnTo>
                <a:lnTo>
                  <a:pt x="1524" y="56578"/>
                </a:lnTo>
                <a:lnTo>
                  <a:pt x="21336" y="23050"/>
                </a:lnTo>
                <a:lnTo>
                  <a:pt x="56388" y="1714"/>
                </a:lnTo>
                <a:lnTo>
                  <a:pt x="76771" y="0"/>
                </a:lnTo>
                <a:lnTo>
                  <a:pt x="86606" y="214"/>
                </a:lnTo>
                <a:lnTo>
                  <a:pt x="96012" y="1714"/>
                </a:lnTo>
                <a:lnTo>
                  <a:pt x="105156" y="3976"/>
                </a:lnTo>
                <a:lnTo>
                  <a:pt x="114300" y="8382"/>
                </a:lnTo>
                <a:lnTo>
                  <a:pt x="117835" y="10858"/>
                </a:lnTo>
                <a:lnTo>
                  <a:pt x="73152" y="10858"/>
                </a:lnTo>
                <a:lnTo>
                  <a:pt x="63388" y="11715"/>
                </a:lnTo>
                <a:lnTo>
                  <a:pt x="28956" y="32194"/>
                </a:lnTo>
                <a:lnTo>
                  <a:pt x="22860" y="44386"/>
                </a:lnTo>
                <a:lnTo>
                  <a:pt x="22860" y="48958"/>
                </a:lnTo>
                <a:lnTo>
                  <a:pt x="24384" y="53530"/>
                </a:lnTo>
                <a:lnTo>
                  <a:pt x="30480" y="55054"/>
                </a:lnTo>
                <a:lnTo>
                  <a:pt x="35052" y="58102"/>
                </a:lnTo>
                <a:lnTo>
                  <a:pt x="36576" y="62674"/>
                </a:lnTo>
                <a:lnTo>
                  <a:pt x="36576" y="74866"/>
                </a:lnTo>
                <a:lnTo>
                  <a:pt x="35052" y="79438"/>
                </a:lnTo>
                <a:lnTo>
                  <a:pt x="33528" y="82486"/>
                </a:lnTo>
                <a:lnTo>
                  <a:pt x="30480" y="87058"/>
                </a:lnTo>
                <a:lnTo>
                  <a:pt x="25908" y="88582"/>
                </a:lnTo>
                <a:close/>
              </a:path>
              <a:path w="148590" h="294639">
                <a:moveTo>
                  <a:pt x="74676" y="210502"/>
                </a:moveTo>
                <a:lnTo>
                  <a:pt x="69556" y="206763"/>
                </a:lnTo>
                <a:lnTo>
                  <a:pt x="65722" y="200025"/>
                </a:lnTo>
                <a:lnTo>
                  <a:pt x="63317" y="190142"/>
                </a:lnTo>
                <a:lnTo>
                  <a:pt x="62484" y="176974"/>
                </a:lnTo>
                <a:lnTo>
                  <a:pt x="64198" y="162115"/>
                </a:lnTo>
                <a:lnTo>
                  <a:pt x="69342" y="147256"/>
                </a:lnTo>
                <a:lnTo>
                  <a:pt x="77914" y="132397"/>
                </a:lnTo>
                <a:lnTo>
                  <a:pt x="89916" y="117538"/>
                </a:lnTo>
                <a:lnTo>
                  <a:pt x="100203" y="103489"/>
                </a:lnTo>
                <a:lnTo>
                  <a:pt x="108204" y="90868"/>
                </a:lnTo>
                <a:lnTo>
                  <a:pt x="113919" y="79390"/>
                </a:lnTo>
                <a:lnTo>
                  <a:pt x="117348" y="68770"/>
                </a:lnTo>
                <a:lnTo>
                  <a:pt x="117609" y="59388"/>
                </a:lnTo>
                <a:lnTo>
                  <a:pt x="116014" y="49720"/>
                </a:lnTo>
                <a:lnTo>
                  <a:pt x="91630" y="15621"/>
                </a:lnTo>
                <a:lnTo>
                  <a:pt x="73152" y="10858"/>
                </a:lnTo>
                <a:lnTo>
                  <a:pt x="117835" y="10858"/>
                </a:lnTo>
                <a:lnTo>
                  <a:pt x="145923" y="43624"/>
                </a:lnTo>
                <a:lnTo>
                  <a:pt x="148326" y="55054"/>
                </a:lnTo>
                <a:lnTo>
                  <a:pt x="148269" y="59388"/>
                </a:lnTo>
                <a:lnTo>
                  <a:pt x="137731" y="96964"/>
                </a:lnTo>
                <a:lnTo>
                  <a:pt x="112776" y="125158"/>
                </a:lnTo>
                <a:lnTo>
                  <a:pt x="98464" y="141493"/>
                </a:lnTo>
                <a:lnTo>
                  <a:pt x="87439" y="160972"/>
                </a:lnTo>
                <a:lnTo>
                  <a:pt x="79557" y="183880"/>
                </a:lnTo>
                <a:lnTo>
                  <a:pt x="74676" y="210502"/>
                </a:lnTo>
                <a:close/>
              </a:path>
              <a:path w="148590" h="294639">
                <a:moveTo>
                  <a:pt x="76200" y="294322"/>
                </a:moveTo>
                <a:lnTo>
                  <a:pt x="67056" y="294322"/>
                </a:lnTo>
                <a:lnTo>
                  <a:pt x="54864" y="288226"/>
                </a:lnTo>
                <a:lnTo>
                  <a:pt x="42410" y="256817"/>
                </a:lnTo>
                <a:lnTo>
                  <a:pt x="44005" y="249555"/>
                </a:lnTo>
                <a:lnTo>
                  <a:pt x="47601" y="243720"/>
                </a:lnTo>
                <a:lnTo>
                  <a:pt x="53340" y="239458"/>
                </a:lnTo>
                <a:lnTo>
                  <a:pt x="60960" y="234886"/>
                </a:lnTo>
                <a:lnTo>
                  <a:pt x="67056" y="233362"/>
                </a:lnTo>
                <a:lnTo>
                  <a:pt x="76200" y="233362"/>
                </a:lnTo>
                <a:lnTo>
                  <a:pt x="102108" y="262318"/>
                </a:lnTo>
                <a:lnTo>
                  <a:pt x="102155" y="270629"/>
                </a:lnTo>
                <a:lnTo>
                  <a:pt x="100203" y="277368"/>
                </a:lnTo>
                <a:lnTo>
                  <a:pt x="96535" y="282678"/>
                </a:lnTo>
                <a:lnTo>
                  <a:pt x="91440" y="286702"/>
                </a:lnTo>
                <a:lnTo>
                  <a:pt x="76200" y="29432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" name="object 17"/>
          <p:cNvSpPr/>
          <p:nvPr/>
        </p:nvSpPr>
        <p:spPr>
          <a:xfrm>
            <a:off x="1751075" y="3838955"/>
            <a:ext cx="155575" cy="155575"/>
          </a:xfrm>
          <a:custGeom>
            <a:avLst/>
            <a:gdLst/>
            <a:ahLst/>
            <a:cxnLst/>
            <a:rect l="l" t="t" r="r" b="b"/>
            <a:pathLst>
              <a:path w="155575" h="155575">
                <a:moveTo>
                  <a:pt x="155448" y="155447"/>
                </a:moveTo>
                <a:lnTo>
                  <a:pt x="0" y="155447"/>
                </a:lnTo>
                <a:lnTo>
                  <a:pt x="0" y="0"/>
                </a:lnTo>
                <a:lnTo>
                  <a:pt x="155448" y="0"/>
                </a:lnTo>
                <a:lnTo>
                  <a:pt x="155448" y="155447"/>
                </a:lnTo>
                <a:close/>
              </a:path>
            </a:pathLst>
          </a:custGeom>
          <a:solidFill>
            <a:srgbClr val="3333C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" name="object 18"/>
          <p:cNvSpPr/>
          <p:nvPr/>
        </p:nvSpPr>
        <p:spPr>
          <a:xfrm>
            <a:off x="2125980" y="3646932"/>
            <a:ext cx="1290955" cy="411480"/>
          </a:xfrm>
          <a:custGeom>
            <a:avLst/>
            <a:gdLst/>
            <a:ahLst/>
            <a:cxnLst/>
            <a:rect l="l" t="t" r="r" b="b"/>
            <a:pathLst>
              <a:path w="1290954" h="411479">
                <a:moveTo>
                  <a:pt x="390144" y="74676"/>
                </a:moveTo>
                <a:lnTo>
                  <a:pt x="355092" y="41148"/>
                </a:lnTo>
                <a:lnTo>
                  <a:pt x="329184" y="65532"/>
                </a:lnTo>
                <a:lnTo>
                  <a:pt x="274320" y="65532"/>
                </a:lnTo>
                <a:lnTo>
                  <a:pt x="274320" y="30480"/>
                </a:lnTo>
                <a:lnTo>
                  <a:pt x="288036" y="18288"/>
                </a:lnTo>
                <a:lnTo>
                  <a:pt x="248412" y="3048"/>
                </a:lnTo>
                <a:lnTo>
                  <a:pt x="249821" y="41148"/>
                </a:lnTo>
                <a:lnTo>
                  <a:pt x="249936" y="65532"/>
                </a:lnTo>
                <a:lnTo>
                  <a:pt x="152400" y="65532"/>
                </a:lnTo>
                <a:lnTo>
                  <a:pt x="152400" y="32004"/>
                </a:lnTo>
                <a:lnTo>
                  <a:pt x="166116" y="19812"/>
                </a:lnTo>
                <a:lnTo>
                  <a:pt x="126492" y="3048"/>
                </a:lnTo>
                <a:lnTo>
                  <a:pt x="127889" y="41148"/>
                </a:lnTo>
                <a:lnTo>
                  <a:pt x="128016" y="65532"/>
                </a:lnTo>
                <a:lnTo>
                  <a:pt x="13716" y="65532"/>
                </a:lnTo>
                <a:lnTo>
                  <a:pt x="28956" y="80772"/>
                </a:lnTo>
                <a:lnTo>
                  <a:pt x="38049" y="78536"/>
                </a:lnTo>
                <a:lnTo>
                  <a:pt x="46863" y="76581"/>
                </a:lnTo>
                <a:lnTo>
                  <a:pt x="55092" y="75209"/>
                </a:lnTo>
                <a:lnTo>
                  <a:pt x="62484" y="74676"/>
                </a:lnTo>
                <a:lnTo>
                  <a:pt x="128016" y="74676"/>
                </a:lnTo>
                <a:lnTo>
                  <a:pt x="127901" y="95631"/>
                </a:lnTo>
                <a:lnTo>
                  <a:pt x="127825" y="102679"/>
                </a:lnTo>
                <a:lnTo>
                  <a:pt x="127368" y="116039"/>
                </a:lnTo>
                <a:lnTo>
                  <a:pt x="126492" y="129540"/>
                </a:lnTo>
                <a:lnTo>
                  <a:pt x="152400" y="118872"/>
                </a:lnTo>
                <a:lnTo>
                  <a:pt x="152400" y="74676"/>
                </a:lnTo>
                <a:lnTo>
                  <a:pt x="249936" y="74676"/>
                </a:lnTo>
                <a:lnTo>
                  <a:pt x="249936" y="123444"/>
                </a:lnTo>
                <a:lnTo>
                  <a:pt x="275844" y="114300"/>
                </a:lnTo>
                <a:lnTo>
                  <a:pt x="274955" y="105117"/>
                </a:lnTo>
                <a:lnTo>
                  <a:pt x="274510" y="95631"/>
                </a:lnTo>
                <a:lnTo>
                  <a:pt x="274396" y="89039"/>
                </a:lnTo>
                <a:lnTo>
                  <a:pt x="274320" y="74676"/>
                </a:lnTo>
                <a:lnTo>
                  <a:pt x="390144" y="74676"/>
                </a:lnTo>
                <a:close/>
              </a:path>
              <a:path w="1290954" h="411479">
                <a:moveTo>
                  <a:pt x="402336" y="188976"/>
                </a:moveTo>
                <a:lnTo>
                  <a:pt x="370332" y="152400"/>
                </a:lnTo>
                <a:lnTo>
                  <a:pt x="342900" y="178308"/>
                </a:lnTo>
                <a:lnTo>
                  <a:pt x="179832" y="178308"/>
                </a:lnTo>
                <a:lnTo>
                  <a:pt x="185305" y="166001"/>
                </a:lnTo>
                <a:lnTo>
                  <a:pt x="190500" y="154114"/>
                </a:lnTo>
                <a:lnTo>
                  <a:pt x="195681" y="142519"/>
                </a:lnTo>
                <a:lnTo>
                  <a:pt x="201168" y="131064"/>
                </a:lnTo>
                <a:lnTo>
                  <a:pt x="216408" y="123444"/>
                </a:lnTo>
                <a:lnTo>
                  <a:pt x="178308" y="99060"/>
                </a:lnTo>
                <a:lnTo>
                  <a:pt x="174040" y="117665"/>
                </a:lnTo>
                <a:lnTo>
                  <a:pt x="168211" y="136969"/>
                </a:lnTo>
                <a:lnTo>
                  <a:pt x="160947" y="157149"/>
                </a:lnTo>
                <a:lnTo>
                  <a:pt x="152400" y="178308"/>
                </a:lnTo>
                <a:lnTo>
                  <a:pt x="3048" y="178308"/>
                </a:lnTo>
                <a:lnTo>
                  <a:pt x="18288" y="193548"/>
                </a:lnTo>
                <a:lnTo>
                  <a:pt x="27381" y="191554"/>
                </a:lnTo>
                <a:lnTo>
                  <a:pt x="36195" y="190119"/>
                </a:lnTo>
                <a:lnTo>
                  <a:pt x="44424" y="189268"/>
                </a:lnTo>
                <a:lnTo>
                  <a:pt x="51816" y="188976"/>
                </a:lnTo>
                <a:lnTo>
                  <a:pt x="149352" y="188976"/>
                </a:lnTo>
                <a:lnTo>
                  <a:pt x="114681" y="239268"/>
                </a:lnTo>
                <a:lnTo>
                  <a:pt x="77724" y="280416"/>
                </a:lnTo>
                <a:lnTo>
                  <a:pt x="40005" y="314515"/>
                </a:lnTo>
                <a:lnTo>
                  <a:pt x="0" y="342900"/>
                </a:lnTo>
                <a:lnTo>
                  <a:pt x="3048" y="348996"/>
                </a:lnTo>
                <a:lnTo>
                  <a:pt x="33909" y="332447"/>
                </a:lnTo>
                <a:lnTo>
                  <a:pt x="62484" y="314896"/>
                </a:lnTo>
                <a:lnTo>
                  <a:pt x="88773" y="296494"/>
                </a:lnTo>
                <a:lnTo>
                  <a:pt x="112776" y="277368"/>
                </a:lnTo>
                <a:lnTo>
                  <a:pt x="112585" y="314896"/>
                </a:lnTo>
                <a:lnTo>
                  <a:pt x="112471" y="329501"/>
                </a:lnTo>
                <a:lnTo>
                  <a:pt x="112014" y="363093"/>
                </a:lnTo>
                <a:lnTo>
                  <a:pt x="111480" y="391388"/>
                </a:lnTo>
                <a:lnTo>
                  <a:pt x="111252" y="409956"/>
                </a:lnTo>
                <a:lnTo>
                  <a:pt x="137160" y="397764"/>
                </a:lnTo>
                <a:lnTo>
                  <a:pt x="137160" y="368808"/>
                </a:lnTo>
                <a:lnTo>
                  <a:pt x="297180" y="368808"/>
                </a:lnTo>
                <a:lnTo>
                  <a:pt x="297180" y="403860"/>
                </a:lnTo>
                <a:lnTo>
                  <a:pt x="323088" y="391668"/>
                </a:lnTo>
                <a:lnTo>
                  <a:pt x="322199" y="373697"/>
                </a:lnTo>
                <a:lnTo>
                  <a:pt x="322122" y="368808"/>
                </a:lnTo>
                <a:lnTo>
                  <a:pt x="321932" y="358140"/>
                </a:lnTo>
                <a:lnTo>
                  <a:pt x="321779" y="348996"/>
                </a:lnTo>
                <a:lnTo>
                  <a:pt x="321678" y="332447"/>
                </a:lnTo>
                <a:lnTo>
                  <a:pt x="321564" y="269748"/>
                </a:lnTo>
                <a:lnTo>
                  <a:pt x="326707" y="265176"/>
                </a:lnTo>
                <a:lnTo>
                  <a:pt x="335280" y="257556"/>
                </a:lnTo>
                <a:lnTo>
                  <a:pt x="331216" y="254508"/>
                </a:lnTo>
                <a:lnTo>
                  <a:pt x="304800" y="234696"/>
                </a:lnTo>
                <a:lnTo>
                  <a:pt x="297180" y="247078"/>
                </a:lnTo>
                <a:lnTo>
                  <a:pt x="297180" y="265176"/>
                </a:lnTo>
                <a:lnTo>
                  <a:pt x="297180" y="358140"/>
                </a:lnTo>
                <a:lnTo>
                  <a:pt x="137160" y="358140"/>
                </a:lnTo>
                <a:lnTo>
                  <a:pt x="137160" y="277368"/>
                </a:lnTo>
                <a:lnTo>
                  <a:pt x="137160" y="265176"/>
                </a:lnTo>
                <a:lnTo>
                  <a:pt x="297180" y="265176"/>
                </a:lnTo>
                <a:lnTo>
                  <a:pt x="297180" y="247078"/>
                </a:lnTo>
                <a:lnTo>
                  <a:pt x="292608" y="254508"/>
                </a:lnTo>
                <a:lnTo>
                  <a:pt x="131064" y="254508"/>
                </a:lnTo>
                <a:lnTo>
                  <a:pt x="143344" y="239344"/>
                </a:lnTo>
                <a:lnTo>
                  <a:pt x="155067" y="223456"/>
                </a:lnTo>
                <a:lnTo>
                  <a:pt x="166204" y="206717"/>
                </a:lnTo>
                <a:lnTo>
                  <a:pt x="176784" y="188976"/>
                </a:lnTo>
                <a:lnTo>
                  <a:pt x="402336" y="188976"/>
                </a:lnTo>
                <a:close/>
              </a:path>
              <a:path w="1290954" h="411479">
                <a:moveTo>
                  <a:pt x="839711" y="70104"/>
                </a:moveTo>
                <a:lnTo>
                  <a:pt x="803135" y="33528"/>
                </a:lnTo>
                <a:lnTo>
                  <a:pt x="775703" y="59436"/>
                </a:lnTo>
                <a:lnTo>
                  <a:pt x="630923" y="59436"/>
                </a:lnTo>
                <a:lnTo>
                  <a:pt x="653580" y="25031"/>
                </a:lnTo>
                <a:lnTo>
                  <a:pt x="659879" y="21336"/>
                </a:lnTo>
                <a:lnTo>
                  <a:pt x="618731" y="0"/>
                </a:lnTo>
                <a:lnTo>
                  <a:pt x="615873" y="14008"/>
                </a:lnTo>
                <a:lnTo>
                  <a:pt x="611873" y="28575"/>
                </a:lnTo>
                <a:lnTo>
                  <a:pt x="606729" y="43726"/>
                </a:lnTo>
                <a:lnTo>
                  <a:pt x="600443" y="59436"/>
                </a:lnTo>
                <a:lnTo>
                  <a:pt x="455663" y="59436"/>
                </a:lnTo>
                <a:lnTo>
                  <a:pt x="470903" y="73152"/>
                </a:lnTo>
                <a:lnTo>
                  <a:pt x="496811" y="70104"/>
                </a:lnTo>
                <a:lnTo>
                  <a:pt x="597395" y="70104"/>
                </a:lnTo>
                <a:lnTo>
                  <a:pt x="586854" y="93040"/>
                </a:lnTo>
                <a:lnTo>
                  <a:pt x="575868" y="114109"/>
                </a:lnTo>
                <a:lnTo>
                  <a:pt x="564616" y="133756"/>
                </a:lnTo>
                <a:lnTo>
                  <a:pt x="553199" y="152400"/>
                </a:lnTo>
                <a:lnTo>
                  <a:pt x="536435" y="143256"/>
                </a:lnTo>
                <a:lnTo>
                  <a:pt x="537324" y="150380"/>
                </a:lnTo>
                <a:lnTo>
                  <a:pt x="537768" y="157924"/>
                </a:lnTo>
                <a:lnTo>
                  <a:pt x="537883" y="163068"/>
                </a:lnTo>
                <a:lnTo>
                  <a:pt x="537959" y="173736"/>
                </a:lnTo>
                <a:lnTo>
                  <a:pt x="516293" y="203746"/>
                </a:lnTo>
                <a:lnTo>
                  <a:pt x="492620" y="232029"/>
                </a:lnTo>
                <a:lnTo>
                  <a:pt x="467245" y="258610"/>
                </a:lnTo>
                <a:lnTo>
                  <a:pt x="440423" y="283464"/>
                </a:lnTo>
                <a:lnTo>
                  <a:pt x="446519" y="289560"/>
                </a:lnTo>
                <a:lnTo>
                  <a:pt x="473887" y="268986"/>
                </a:lnTo>
                <a:lnTo>
                  <a:pt x="498525" y="248412"/>
                </a:lnTo>
                <a:lnTo>
                  <a:pt x="520039" y="227838"/>
                </a:lnTo>
                <a:lnTo>
                  <a:pt x="537959" y="207264"/>
                </a:lnTo>
                <a:lnTo>
                  <a:pt x="537908" y="289560"/>
                </a:lnTo>
                <a:lnTo>
                  <a:pt x="537768" y="336804"/>
                </a:lnTo>
                <a:lnTo>
                  <a:pt x="537387" y="374904"/>
                </a:lnTo>
                <a:lnTo>
                  <a:pt x="537286" y="382104"/>
                </a:lnTo>
                <a:lnTo>
                  <a:pt x="536435" y="411480"/>
                </a:lnTo>
                <a:lnTo>
                  <a:pt x="563867" y="393192"/>
                </a:lnTo>
                <a:lnTo>
                  <a:pt x="562533" y="316420"/>
                </a:lnTo>
                <a:lnTo>
                  <a:pt x="562356" y="207264"/>
                </a:lnTo>
                <a:lnTo>
                  <a:pt x="562343" y="176784"/>
                </a:lnTo>
                <a:lnTo>
                  <a:pt x="578764" y="152400"/>
                </a:lnTo>
                <a:lnTo>
                  <a:pt x="580059" y="150482"/>
                </a:lnTo>
                <a:lnTo>
                  <a:pt x="596633" y="124015"/>
                </a:lnTo>
                <a:lnTo>
                  <a:pt x="612063" y="97282"/>
                </a:lnTo>
                <a:lnTo>
                  <a:pt x="626351" y="70104"/>
                </a:lnTo>
                <a:lnTo>
                  <a:pt x="839711" y="70104"/>
                </a:lnTo>
                <a:close/>
              </a:path>
              <a:path w="1290954" h="411479">
                <a:moveTo>
                  <a:pt x="851903" y="263652"/>
                </a:moveTo>
                <a:lnTo>
                  <a:pt x="818375" y="230124"/>
                </a:lnTo>
                <a:lnTo>
                  <a:pt x="795515" y="252984"/>
                </a:lnTo>
                <a:lnTo>
                  <a:pt x="722363" y="252984"/>
                </a:lnTo>
                <a:lnTo>
                  <a:pt x="722363" y="214884"/>
                </a:lnTo>
                <a:lnTo>
                  <a:pt x="736079" y="204216"/>
                </a:lnTo>
                <a:lnTo>
                  <a:pt x="722363" y="195072"/>
                </a:lnTo>
                <a:lnTo>
                  <a:pt x="728713" y="190500"/>
                </a:lnTo>
                <a:lnTo>
                  <a:pt x="733780" y="186867"/>
                </a:lnTo>
                <a:lnTo>
                  <a:pt x="756018" y="170434"/>
                </a:lnTo>
                <a:lnTo>
                  <a:pt x="789419" y="151638"/>
                </a:lnTo>
                <a:lnTo>
                  <a:pt x="812279" y="144780"/>
                </a:lnTo>
                <a:lnTo>
                  <a:pt x="808342" y="140208"/>
                </a:lnTo>
                <a:lnTo>
                  <a:pt x="783323" y="111252"/>
                </a:lnTo>
                <a:lnTo>
                  <a:pt x="766559" y="129540"/>
                </a:lnTo>
                <a:lnTo>
                  <a:pt x="600443" y="129540"/>
                </a:lnTo>
                <a:lnTo>
                  <a:pt x="614159" y="143256"/>
                </a:lnTo>
                <a:lnTo>
                  <a:pt x="638543" y="140208"/>
                </a:lnTo>
                <a:lnTo>
                  <a:pt x="763511" y="140208"/>
                </a:lnTo>
                <a:lnTo>
                  <a:pt x="714743" y="190500"/>
                </a:lnTo>
                <a:lnTo>
                  <a:pt x="696455" y="179832"/>
                </a:lnTo>
                <a:lnTo>
                  <a:pt x="697344" y="194691"/>
                </a:lnTo>
                <a:lnTo>
                  <a:pt x="697788" y="211836"/>
                </a:lnTo>
                <a:lnTo>
                  <a:pt x="697928" y="227838"/>
                </a:lnTo>
                <a:lnTo>
                  <a:pt x="697979" y="252984"/>
                </a:lnTo>
                <a:lnTo>
                  <a:pt x="582155" y="252984"/>
                </a:lnTo>
                <a:lnTo>
                  <a:pt x="595871" y="266700"/>
                </a:lnTo>
                <a:lnTo>
                  <a:pt x="621779" y="263652"/>
                </a:lnTo>
                <a:lnTo>
                  <a:pt x="697979" y="263652"/>
                </a:lnTo>
                <a:lnTo>
                  <a:pt x="697979" y="362712"/>
                </a:lnTo>
                <a:lnTo>
                  <a:pt x="693420" y="368795"/>
                </a:lnTo>
                <a:lnTo>
                  <a:pt x="677532" y="368769"/>
                </a:lnTo>
                <a:lnTo>
                  <a:pt x="666546" y="368427"/>
                </a:lnTo>
                <a:lnTo>
                  <a:pt x="653008" y="367525"/>
                </a:lnTo>
                <a:lnTo>
                  <a:pt x="637019" y="365760"/>
                </a:lnTo>
                <a:lnTo>
                  <a:pt x="637019" y="374904"/>
                </a:lnTo>
                <a:lnTo>
                  <a:pt x="657936" y="382104"/>
                </a:lnTo>
                <a:lnTo>
                  <a:pt x="672833" y="390144"/>
                </a:lnTo>
                <a:lnTo>
                  <a:pt x="682028" y="399338"/>
                </a:lnTo>
                <a:lnTo>
                  <a:pt x="685787" y="409956"/>
                </a:lnTo>
                <a:lnTo>
                  <a:pt x="701789" y="401383"/>
                </a:lnTo>
                <a:lnTo>
                  <a:pt x="713219" y="391668"/>
                </a:lnTo>
                <a:lnTo>
                  <a:pt x="720077" y="380809"/>
                </a:lnTo>
                <a:lnTo>
                  <a:pt x="722363" y="368808"/>
                </a:lnTo>
                <a:lnTo>
                  <a:pt x="722363" y="263652"/>
                </a:lnTo>
                <a:lnTo>
                  <a:pt x="851903" y="263652"/>
                </a:lnTo>
                <a:close/>
              </a:path>
              <a:path w="1290954" h="411479">
                <a:moveTo>
                  <a:pt x="1280160" y="89916"/>
                </a:moveTo>
                <a:lnTo>
                  <a:pt x="1243584" y="53340"/>
                </a:lnTo>
                <a:lnTo>
                  <a:pt x="1217676" y="79248"/>
                </a:lnTo>
                <a:lnTo>
                  <a:pt x="1065276" y="79248"/>
                </a:lnTo>
                <a:lnTo>
                  <a:pt x="1072438" y="64376"/>
                </a:lnTo>
                <a:lnTo>
                  <a:pt x="1078039" y="51625"/>
                </a:lnTo>
                <a:lnTo>
                  <a:pt x="1082205" y="40894"/>
                </a:lnTo>
                <a:lnTo>
                  <a:pt x="1085088" y="32004"/>
                </a:lnTo>
                <a:lnTo>
                  <a:pt x="1103376" y="21336"/>
                </a:lnTo>
                <a:lnTo>
                  <a:pt x="1063752" y="0"/>
                </a:lnTo>
                <a:lnTo>
                  <a:pt x="1059726" y="16891"/>
                </a:lnTo>
                <a:lnTo>
                  <a:pt x="1054417" y="35623"/>
                </a:lnTo>
                <a:lnTo>
                  <a:pt x="1047673" y="56375"/>
                </a:lnTo>
                <a:lnTo>
                  <a:pt x="1039368" y="79248"/>
                </a:lnTo>
                <a:lnTo>
                  <a:pt x="900684" y="79248"/>
                </a:lnTo>
                <a:lnTo>
                  <a:pt x="917448" y="94488"/>
                </a:lnTo>
                <a:lnTo>
                  <a:pt x="926871" y="92494"/>
                </a:lnTo>
                <a:lnTo>
                  <a:pt x="936879" y="91059"/>
                </a:lnTo>
                <a:lnTo>
                  <a:pt x="947445" y="90208"/>
                </a:lnTo>
                <a:lnTo>
                  <a:pt x="958596" y="89916"/>
                </a:lnTo>
                <a:lnTo>
                  <a:pt x="1034796" y="89916"/>
                </a:lnTo>
                <a:lnTo>
                  <a:pt x="1021054" y="115328"/>
                </a:lnTo>
                <a:lnTo>
                  <a:pt x="1007173" y="138874"/>
                </a:lnTo>
                <a:lnTo>
                  <a:pt x="993000" y="160426"/>
                </a:lnTo>
                <a:lnTo>
                  <a:pt x="978408" y="179832"/>
                </a:lnTo>
                <a:lnTo>
                  <a:pt x="960120" y="172212"/>
                </a:lnTo>
                <a:lnTo>
                  <a:pt x="960970" y="181356"/>
                </a:lnTo>
                <a:lnTo>
                  <a:pt x="961453" y="189166"/>
                </a:lnTo>
                <a:lnTo>
                  <a:pt x="961618" y="194716"/>
                </a:lnTo>
                <a:lnTo>
                  <a:pt x="961644" y="198120"/>
                </a:lnTo>
                <a:lnTo>
                  <a:pt x="948309" y="214884"/>
                </a:lnTo>
                <a:lnTo>
                  <a:pt x="930973" y="233553"/>
                </a:lnTo>
                <a:lnTo>
                  <a:pt x="909993" y="253847"/>
                </a:lnTo>
                <a:lnTo>
                  <a:pt x="885444" y="275844"/>
                </a:lnTo>
                <a:lnTo>
                  <a:pt x="888492" y="280416"/>
                </a:lnTo>
                <a:lnTo>
                  <a:pt x="906792" y="269011"/>
                </a:lnTo>
                <a:lnTo>
                  <a:pt x="925258" y="255460"/>
                </a:lnTo>
                <a:lnTo>
                  <a:pt x="943991" y="239915"/>
                </a:lnTo>
                <a:lnTo>
                  <a:pt x="963168" y="222504"/>
                </a:lnTo>
                <a:lnTo>
                  <a:pt x="963104" y="368808"/>
                </a:lnTo>
                <a:lnTo>
                  <a:pt x="962977" y="379095"/>
                </a:lnTo>
                <a:lnTo>
                  <a:pt x="962533" y="391668"/>
                </a:lnTo>
                <a:lnTo>
                  <a:pt x="961644" y="405384"/>
                </a:lnTo>
                <a:lnTo>
                  <a:pt x="987552" y="391668"/>
                </a:lnTo>
                <a:lnTo>
                  <a:pt x="987552" y="222504"/>
                </a:lnTo>
                <a:lnTo>
                  <a:pt x="987552" y="198120"/>
                </a:lnTo>
                <a:lnTo>
                  <a:pt x="1003820" y="179832"/>
                </a:lnTo>
                <a:lnTo>
                  <a:pt x="1005840" y="177571"/>
                </a:lnTo>
                <a:lnTo>
                  <a:pt x="1024128" y="152590"/>
                </a:lnTo>
                <a:lnTo>
                  <a:pt x="1042416" y="123329"/>
                </a:lnTo>
                <a:lnTo>
                  <a:pt x="1060704" y="89916"/>
                </a:lnTo>
                <a:lnTo>
                  <a:pt x="1280160" y="89916"/>
                </a:lnTo>
                <a:close/>
              </a:path>
              <a:path w="1290954" h="411479">
                <a:moveTo>
                  <a:pt x="1290828" y="364236"/>
                </a:moveTo>
                <a:lnTo>
                  <a:pt x="1255776" y="329184"/>
                </a:lnTo>
                <a:lnTo>
                  <a:pt x="1231392" y="353568"/>
                </a:lnTo>
                <a:lnTo>
                  <a:pt x="1144524" y="353568"/>
                </a:lnTo>
                <a:lnTo>
                  <a:pt x="1144524" y="214884"/>
                </a:lnTo>
                <a:lnTo>
                  <a:pt x="1266444" y="214884"/>
                </a:lnTo>
                <a:lnTo>
                  <a:pt x="1232916" y="181356"/>
                </a:lnTo>
                <a:lnTo>
                  <a:pt x="1211580" y="204216"/>
                </a:lnTo>
                <a:lnTo>
                  <a:pt x="1144524" y="204216"/>
                </a:lnTo>
                <a:lnTo>
                  <a:pt x="1144524" y="132588"/>
                </a:lnTo>
                <a:lnTo>
                  <a:pt x="1158240" y="120396"/>
                </a:lnTo>
                <a:lnTo>
                  <a:pt x="1118616" y="103632"/>
                </a:lnTo>
                <a:lnTo>
                  <a:pt x="1119492" y="117589"/>
                </a:lnTo>
                <a:lnTo>
                  <a:pt x="1119949" y="129540"/>
                </a:lnTo>
                <a:lnTo>
                  <a:pt x="1120114" y="139217"/>
                </a:lnTo>
                <a:lnTo>
                  <a:pt x="1120140" y="204216"/>
                </a:lnTo>
                <a:lnTo>
                  <a:pt x="1019556" y="204216"/>
                </a:lnTo>
                <a:lnTo>
                  <a:pt x="1034796" y="219456"/>
                </a:lnTo>
                <a:lnTo>
                  <a:pt x="1045095" y="217462"/>
                </a:lnTo>
                <a:lnTo>
                  <a:pt x="1055560" y="216027"/>
                </a:lnTo>
                <a:lnTo>
                  <a:pt x="1066292" y="215176"/>
                </a:lnTo>
                <a:lnTo>
                  <a:pt x="1077468" y="214884"/>
                </a:lnTo>
                <a:lnTo>
                  <a:pt x="1120140" y="214884"/>
                </a:lnTo>
                <a:lnTo>
                  <a:pt x="1120140" y="353568"/>
                </a:lnTo>
                <a:lnTo>
                  <a:pt x="996696" y="353568"/>
                </a:lnTo>
                <a:lnTo>
                  <a:pt x="1011936" y="368808"/>
                </a:lnTo>
                <a:lnTo>
                  <a:pt x="1022235" y="366814"/>
                </a:lnTo>
                <a:lnTo>
                  <a:pt x="1032700" y="365379"/>
                </a:lnTo>
                <a:lnTo>
                  <a:pt x="1043432" y="364528"/>
                </a:lnTo>
                <a:lnTo>
                  <a:pt x="1054608" y="364236"/>
                </a:lnTo>
                <a:lnTo>
                  <a:pt x="1290828" y="36423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" name="object 19"/>
          <p:cNvSpPr/>
          <p:nvPr/>
        </p:nvSpPr>
        <p:spPr>
          <a:xfrm>
            <a:off x="3479291" y="3649979"/>
            <a:ext cx="365760" cy="403860"/>
          </a:xfrm>
          <a:custGeom>
            <a:avLst/>
            <a:gdLst/>
            <a:ahLst/>
            <a:cxnLst/>
            <a:rect l="l" t="t" r="r" b="b"/>
            <a:pathLst>
              <a:path w="365760" h="403860">
                <a:moveTo>
                  <a:pt x="15240" y="140208"/>
                </a:moveTo>
                <a:lnTo>
                  <a:pt x="12192" y="132588"/>
                </a:lnTo>
                <a:lnTo>
                  <a:pt x="44767" y="116276"/>
                </a:lnTo>
                <a:lnTo>
                  <a:pt x="73914" y="99250"/>
                </a:lnTo>
                <a:lnTo>
                  <a:pt x="121920" y="62484"/>
                </a:lnTo>
                <a:lnTo>
                  <a:pt x="158496" y="28384"/>
                </a:lnTo>
                <a:lnTo>
                  <a:pt x="181356" y="0"/>
                </a:lnTo>
                <a:lnTo>
                  <a:pt x="210312" y="25908"/>
                </a:lnTo>
                <a:lnTo>
                  <a:pt x="195072" y="30480"/>
                </a:lnTo>
                <a:lnTo>
                  <a:pt x="161544" y="57912"/>
                </a:lnTo>
                <a:lnTo>
                  <a:pt x="333146" y="57912"/>
                </a:lnTo>
                <a:lnTo>
                  <a:pt x="344347" y="68580"/>
                </a:lnTo>
                <a:lnTo>
                  <a:pt x="152400" y="68580"/>
                </a:lnTo>
                <a:lnTo>
                  <a:pt x="132588" y="80772"/>
                </a:lnTo>
                <a:lnTo>
                  <a:pt x="137710" y="83820"/>
                </a:lnTo>
                <a:lnTo>
                  <a:pt x="126492" y="83820"/>
                </a:lnTo>
                <a:lnTo>
                  <a:pt x="90916" y="105679"/>
                </a:lnTo>
                <a:lnTo>
                  <a:pt x="48196" y="126492"/>
                </a:lnTo>
                <a:lnTo>
                  <a:pt x="32075" y="133350"/>
                </a:lnTo>
                <a:lnTo>
                  <a:pt x="15240" y="140208"/>
                </a:lnTo>
                <a:close/>
              </a:path>
              <a:path w="365760" h="403860">
                <a:moveTo>
                  <a:pt x="333146" y="57912"/>
                </a:moveTo>
                <a:lnTo>
                  <a:pt x="295656" y="57912"/>
                </a:lnTo>
                <a:lnTo>
                  <a:pt x="313943" y="39624"/>
                </a:lnTo>
                <a:lnTo>
                  <a:pt x="333146" y="57912"/>
                </a:lnTo>
                <a:close/>
              </a:path>
              <a:path w="365760" h="403860">
                <a:moveTo>
                  <a:pt x="3048" y="224028"/>
                </a:moveTo>
                <a:lnTo>
                  <a:pt x="1524" y="216408"/>
                </a:lnTo>
                <a:lnTo>
                  <a:pt x="43219" y="207502"/>
                </a:lnTo>
                <a:lnTo>
                  <a:pt x="83629" y="196596"/>
                </a:lnTo>
                <a:lnTo>
                  <a:pt x="122610" y="183403"/>
                </a:lnTo>
                <a:lnTo>
                  <a:pt x="160020" y="167640"/>
                </a:lnTo>
                <a:lnTo>
                  <a:pt x="196000" y="149375"/>
                </a:lnTo>
                <a:lnTo>
                  <a:pt x="230695" y="126682"/>
                </a:lnTo>
                <a:lnTo>
                  <a:pt x="263961" y="99702"/>
                </a:lnTo>
                <a:lnTo>
                  <a:pt x="295656" y="68580"/>
                </a:lnTo>
                <a:lnTo>
                  <a:pt x="344347" y="68580"/>
                </a:lnTo>
                <a:lnTo>
                  <a:pt x="345948" y="70104"/>
                </a:lnTo>
                <a:lnTo>
                  <a:pt x="326136" y="77724"/>
                </a:lnTo>
                <a:lnTo>
                  <a:pt x="299799" y="100512"/>
                </a:lnTo>
                <a:lnTo>
                  <a:pt x="239125" y="144375"/>
                </a:lnTo>
                <a:lnTo>
                  <a:pt x="204216" y="164592"/>
                </a:lnTo>
                <a:lnTo>
                  <a:pt x="164425" y="183737"/>
                </a:lnTo>
                <a:lnTo>
                  <a:pt x="117919" y="200025"/>
                </a:lnTo>
                <a:lnTo>
                  <a:pt x="64269" y="213455"/>
                </a:lnTo>
                <a:lnTo>
                  <a:pt x="3048" y="224028"/>
                </a:lnTo>
                <a:close/>
              </a:path>
              <a:path w="365760" h="403860">
                <a:moveTo>
                  <a:pt x="164592" y="150876"/>
                </a:moveTo>
                <a:lnTo>
                  <a:pt x="160020" y="150876"/>
                </a:lnTo>
                <a:lnTo>
                  <a:pt x="156972" y="146304"/>
                </a:lnTo>
                <a:lnTo>
                  <a:pt x="153924" y="137160"/>
                </a:lnTo>
                <a:lnTo>
                  <a:pt x="150495" y="126253"/>
                </a:lnTo>
                <a:lnTo>
                  <a:pt x="144780" y="113919"/>
                </a:lnTo>
                <a:lnTo>
                  <a:pt x="136672" y="99702"/>
                </a:lnTo>
                <a:lnTo>
                  <a:pt x="126492" y="83820"/>
                </a:lnTo>
                <a:lnTo>
                  <a:pt x="137710" y="83820"/>
                </a:lnTo>
                <a:lnTo>
                  <a:pt x="169449" y="105846"/>
                </a:lnTo>
                <a:lnTo>
                  <a:pt x="178308" y="121920"/>
                </a:lnTo>
                <a:lnTo>
                  <a:pt x="178308" y="132588"/>
                </a:lnTo>
                <a:lnTo>
                  <a:pt x="176784" y="137160"/>
                </a:lnTo>
                <a:lnTo>
                  <a:pt x="172212" y="143256"/>
                </a:lnTo>
                <a:lnTo>
                  <a:pt x="164592" y="150876"/>
                </a:lnTo>
                <a:close/>
              </a:path>
              <a:path w="365760" h="403860">
                <a:moveTo>
                  <a:pt x="28956" y="312420"/>
                </a:moveTo>
                <a:lnTo>
                  <a:pt x="25908" y="304799"/>
                </a:lnTo>
                <a:lnTo>
                  <a:pt x="51601" y="291917"/>
                </a:lnTo>
                <a:lnTo>
                  <a:pt x="76009" y="278320"/>
                </a:lnTo>
                <a:lnTo>
                  <a:pt x="120396" y="248411"/>
                </a:lnTo>
                <a:lnTo>
                  <a:pt x="161544" y="214122"/>
                </a:lnTo>
                <a:lnTo>
                  <a:pt x="198120" y="170688"/>
                </a:lnTo>
                <a:lnTo>
                  <a:pt x="227076" y="199644"/>
                </a:lnTo>
                <a:lnTo>
                  <a:pt x="210312" y="204216"/>
                </a:lnTo>
                <a:lnTo>
                  <a:pt x="206883" y="207359"/>
                </a:lnTo>
                <a:lnTo>
                  <a:pt x="201168" y="212217"/>
                </a:lnTo>
                <a:lnTo>
                  <a:pt x="193167" y="218789"/>
                </a:lnTo>
                <a:lnTo>
                  <a:pt x="182880" y="227075"/>
                </a:lnTo>
                <a:lnTo>
                  <a:pt x="352926" y="227075"/>
                </a:lnTo>
                <a:lnTo>
                  <a:pt x="364155" y="237744"/>
                </a:lnTo>
                <a:lnTo>
                  <a:pt x="173736" y="237744"/>
                </a:lnTo>
                <a:lnTo>
                  <a:pt x="141684" y="259484"/>
                </a:lnTo>
                <a:lnTo>
                  <a:pt x="107061" y="279082"/>
                </a:lnTo>
                <a:lnTo>
                  <a:pt x="69580" y="296679"/>
                </a:lnTo>
                <a:lnTo>
                  <a:pt x="28956" y="312420"/>
                </a:lnTo>
                <a:close/>
              </a:path>
              <a:path w="365760" h="403860">
                <a:moveTo>
                  <a:pt x="352926" y="227075"/>
                </a:moveTo>
                <a:lnTo>
                  <a:pt x="318516" y="227075"/>
                </a:lnTo>
                <a:lnTo>
                  <a:pt x="335280" y="210312"/>
                </a:lnTo>
                <a:lnTo>
                  <a:pt x="352926" y="227075"/>
                </a:lnTo>
                <a:close/>
              </a:path>
              <a:path w="365760" h="403860">
                <a:moveTo>
                  <a:pt x="0" y="403860"/>
                </a:moveTo>
                <a:lnTo>
                  <a:pt x="0" y="397764"/>
                </a:lnTo>
                <a:lnTo>
                  <a:pt x="47124" y="389501"/>
                </a:lnTo>
                <a:lnTo>
                  <a:pt x="92392" y="378523"/>
                </a:lnTo>
                <a:lnTo>
                  <a:pt x="135659" y="364974"/>
                </a:lnTo>
                <a:lnTo>
                  <a:pt x="176784" y="348996"/>
                </a:lnTo>
                <a:lnTo>
                  <a:pt x="214788" y="329041"/>
                </a:lnTo>
                <a:lnTo>
                  <a:pt x="251079" y="303657"/>
                </a:lnTo>
                <a:lnTo>
                  <a:pt x="285654" y="273129"/>
                </a:lnTo>
                <a:lnTo>
                  <a:pt x="318516" y="237744"/>
                </a:lnTo>
                <a:lnTo>
                  <a:pt x="364155" y="237744"/>
                </a:lnTo>
                <a:lnTo>
                  <a:pt x="365760" y="239268"/>
                </a:lnTo>
                <a:lnTo>
                  <a:pt x="345948" y="248411"/>
                </a:lnTo>
                <a:lnTo>
                  <a:pt x="302537" y="289274"/>
                </a:lnTo>
                <a:lnTo>
                  <a:pt x="259270" y="322707"/>
                </a:lnTo>
                <a:lnTo>
                  <a:pt x="216288" y="348710"/>
                </a:lnTo>
                <a:lnTo>
                  <a:pt x="173736" y="367284"/>
                </a:lnTo>
                <a:lnTo>
                  <a:pt x="131159" y="380714"/>
                </a:lnTo>
                <a:lnTo>
                  <a:pt x="88011" y="391287"/>
                </a:lnTo>
                <a:lnTo>
                  <a:pt x="44291" y="399002"/>
                </a:lnTo>
                <a:lnTo>
                  <a:pt x="0" y="403860"/>
                </a:lnTo>
                <a:close/>
              </a:path>
              <a:path w="365760" h="403860">
                <a:moveTo>
                  <a:pt x="169164" y="338328"/>
                </a:moveTo>
                <a:lnTo>
                  <a:pt x="161544" y="338328"/>
                </a:lnTo>
                <a:lnTo>
                  <a:pt x="160020" y="333756"/>
                </a:lnTo>
                <a:lnTo>
                  <a:pt x="158496" y="323088"/>
                </a:lnTo>
                <a:lnTo>
                  <a:pt x="155614" y="310181"/>
                </a:lnTo>
                <a:lnTo>
                  <a:pt x="151447" y="296418"/>
                </a:lnTo>
                <a:lnTo>
                  <a:pt x="145851" y="281511"/>
                </a:lnTo>
                <a:lnTo>
                  <a:pt x="138684" y="265175"/>
                </a:lnTo>
                <a:lnTo>
                  <a:pt x="144780" y="260604"/>
                </a:lnTo>
                <a:lnTo>
                  <a:pt x="176498" y="289107"/>
                </a:lnTo>
                <a:lnTo>
                  <a:pt x="185928" y="309372"/>
                </a:lnTo>
                <a:lnTo>
                  <a:pt x="185928" y="318516"/>
                </a:lnTo>
                <a:lnTo>
                  <a:pt x="182880" y="324612"/>
                </a:lnTo>
                <a:lnTo>
                  <a:pt x="178308" y="330708"/>
                </a:lnTo>
                <a:lnTo>
                  <a:pt x="172212" y="335280"/>
                </a:lnTo>
                <a:lnTo>
                  <a:pt x="169164" y="33832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" name="object 20"/>
          <p:cNvSpPr/>
          <p:nvPr/>
        </p:nvSpPr>
        <p:spPr>
          <a:xfrm>
            <a:off x="3902964" y="3645407"/>
            <a:ext cx="408940" cy="413384"/>
          </a:xfrm>
          <a:custGeom>
            <a:avLst/>
            <a:gdLst/>
            <a:ahLst/>
            <a:cxnLst/>
            <a:rect l="l" t="t" r="r" b="b"/>
            <a:pathLst>
              <a:path w="408939" h="413385">
                <a:moveTo>
                  <a:pt x="1524" y="227076"/>
                </a:moveTo>
                <a:lnTo>
                  <a:pt x="0" y="219456"/>
                </a:lnTo>
                <a:lnTo>
                  <a:pt x="36028" y="199453"/>
                </a:lnTo>
                <a:lnTo>
                  <a:pt x="68822" y="175974"/>
                </a:lnTo>
                <a:lnTo>
                  <a:pt x="98369" y="149161"/>
                </a:lnTo>
                <a:lnTo>
                  <a:pt x="124968" y="118872"/>
                </a:lnTo>
                <a:lnTo>
                  <a:pt x="147232" y="87439"/>
                </a:lnTo>
                <a:lnTo>
                  <a:pt x="180903" y="28003"/>
                </a:lnTo>
                <a:lnTo>
                  <a:pt x="192024" y="0"/>
                </a:lnTo>
                <a:lnTo>
                  <a:pt x="228600" y="21336"/>
                </a:lnTo>
                <a:lnTo>
                  <a:pt x="211836" y="32004"/>
                </a:lnTo>
                <a:lnTo>
                  <a:pt x="219570" y="42672"/>
                </a:lnTo>
                <a:lnTo>
                  <a:pt x="207264" y="42672"/>
                </a:lnTo>
                <a:lnTo>
                  <a:pt x="186642" y="75271"/>
                </a:lnTo>
                <a:lnTo>
                  <a:pt x="144256" y="130754"/>
                </a:lnTo>
                <a:lnTo>
                  <a:pt x="97321" y="173926"/>
                </a:lnTo>
                <a:lnTo>
                  <a:pt x="37266" y="210502"/>
                </a:lnTo>
                <a:lnTo>
                  <a:pt x="1524" y="227076"/>
                </a:lnTo>
                <a:close/>
              </a:path>
              <a:path w="408939" h="413385">
                <a:moveTo>
                  <a:pt x="368808" y="210312"/>
                </a:moveTo>
                <a:lnTo>
                  <a:pt x="320611" y="180403"/>
                </a:lnTo>
                <a:lnTo>
                  <a:pt x="280416" y="144780"/>
                </a:lnTo>
                <a:lnTo>
                  <a:pt x="243840" y="100012"/>
                </a:lnTo>
                <a:lnTo>
                  <a:pt x="207264" y="42672"/>
                </a:lnTo>
                <a:lnTo>
                  <a:pt x="219570" y="42672"/>
                </a:lnTo>
                <a:lnTo>
                  <a:pt x="235886" y="65174"/>
                </a:lnTo>
                <a:lnTo>
                  <a:pt x="260223" y="93916"/>
                </a:lnTo>
                <a:lnTo>
                  <a:pt x="310896" y="138684"/>
                </a:lnTo>
                <a:lnTo>
                  <a:pt x="360807" y="166878"/>
                </a:lnTo>
                <a:lnTo>
                  <a:pt x="408432" y="181356"/>
                </a:lnTo>
                <a:lnTo>
                  <a:pt x="408432" y="187452"/>
                </a:lnTo>
                <a:lnTo>
                  <a:pt x="395597" y="189738"/>
                </a:lnTo>
                <a:lnTo>
                  <a:pt x="384619" y="194310"/>
                </a:lnTo>
                <a:lnTo>
                  <a:pt x="375642" y="201168"/>
                </a:lnTo>
                <a:lnTo>
                  <a:pt x="368808" y="210312"/>
                </a:lnTo>
                <a:close/>
              </a:path>
              <a:path w="408939" h="413385">
                <a:moveTo>
                  <a:pt x="190500" y="413004"/>
                </a:moveTo>
                <a:lnTo>
                  <a:pt x="190738" y="380404"/>
                </a:lnTo>
                <a:lnTo>
                  <a:pt x="191262" y="353377"/>
                </a:lnTo>
                <a:lnTo>
                  <a:pt x="191785" y="331779"/>
                </a:lnTo>
                <a:lnTo>
                  <a:pt x="192024" y="315468"/>
                </a:lnTo>
                <a:lnTo>
                  <a:pt x="191969" y="196000"/>
                </a:lnTo>
                <a:lnTo>
                  <a:pt x="191785" y="183689"/>
                </a:lnTo>
                <a:lnTo>
                  <a:pt x="190738" y="146065"/>
                </a:lnTo>
                <a:lnTo>
                  <a:pt x="190500" y="124968"/>
                </a:lnTo>
                <a:lnTo>
                  <a:pt x="231648" y="147828"/>
                </a:lnTo>
                <a:lnTo>
                  <a:pt x="217932" y="158496"/>
                </a:lnTo>
                <a:lnTo>
                  <a:pt x="218020" y="353377"/>
                </a:lnTo>
                <a:lnTo>
                  <a:pt x="218122" y="362902"/>
                </a:lnTo>
                <a:lnTo>
                  <a:pt x="218574" y="378737"/>
                </a:lnTo>
                <a:lnTo>
                  <a:pt x="219456" y="394716"/>
                </a:lnTo>
                <a:lnTo>
                  <a:pt x="190500" y="41300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pic>
        <p:nvPicPr>
          <p:cNvPr id="21" name="object 21"/>
          <p:cNvPicPr/>
          <p:nvPr/>
        </p:nvPicPr>
        <p:blipFill>
          <a:blip r:embed="rId4" cstate="print"/>
          <a:stretch>
            <a:fillRect/>
          </a:stretch>
        </p:blipFill>
        <p:spPr>
          <a:xfrm>
            <a:off x="4384548" y="3910679"/>
            <a:ext cx="70104" cy="118776"/>
          </a:xfrm>
          <a:prstGeom prst="rect">
            <a:avLst/>
          </a:prstGeom>
        </p:spPr>
      </p:pic>
      <p:sp>
        <p:nvSpPr>
          <p:cNvPr id="22" name="object 22"/>
          <p:cNvSpPr/>
          <p:nvPr/>
        </p:nvSpPr>
        <p:spPr>
          <a:xfrm>
            <a:off x="4791456" y="3645407"/>
            <a:ext cx="1995170" cy="413384"/>
          </a:xfrm>
          <a:custGeom>
            <a:avLst/>
            <a:gdLst/>
            <a:ahLst/>
            <a:cxnLst/>
            <a:rect l="l" t="t" r="r" b="b"/>
            <a:pathLst>
              <a:path w="1995170" h="413385">
                <a:moveTo>
                  <a:pt x="260604" y="204228"/>
                </a:moveTo>
                <a:lnTo>
                  <a:pt x="143256" y="204228"/>
                </a:lnTo>
                <a:lnTo>
                  <a:pt x="143256" y="242328"/>
                </a:lnTo>
                <a:lnTo>
                  <a:pt x="217932" y="242328"/>
                </a:lnTo>
                <a:lnTo>
                  <a:pt x="217932" y="326148"/>
                </a:lnTo>
                <a:lnTo>
                  <a:pt x="169164" y="335864"/>
                </a:lnTo>
                <a:lnTo>
                  <a:pt x="150876" y="336816"/>
                </a:lnTo>
                <a:lnTo>
                  <a:pt x="139458" y="336245"/>
                </a:lnTo>
                <a:lnTo>
                  <a:pt x="97574" y="322757"/>
                </a:lnTo>
                <a:lnTo>
                  <a:pt x="66598" y="293192"/>
                </a:lnTo>
                <a:lnTo>
                  <a:pt x="48691" y="247726"/>
                </a:lnTo>
                <a:lnTo>
                  <a:pt x="44196" y="204228"/>
                </a:lnTo>
                <a:lnTo>
                  <a:pt x="45923" y="176174"/>
                </a:lnTo>
                <a:lnTo>
                  <a:pt x="60261" y="129209"/>
                </a:lnTo>
                <a:lnTo>
                  <a:pt x="88887" y="94615"/>
                </a:lnTo>
                <a:lnTo>
                  <a:pt x="126085" y="76949"/>
                </a:lnTo>
                <a:lnTo>
                  <a:pt x="147828" y="74688"/>
                </a:lnTo>
                <a:lnTo>
                  <a:pt x="157822" y="74968"/>
                </a:lnTo>
                <a:lnTo>
                  <a:pt x="200787" y="84023"/>
                </a:lnTo>
                <a:lnTo>
                  <a:pt x="239268" y="103644"/>
                </a:lnTo>
                <a:lnTo>
                  <a:pt x="249936" y="112788"/>
                </a:lnTo>
                <a:lnTo>
                  <a:pt x="256032" y="117360"/>
                </a:lnTo>
                <a:lnTo>
                  <a:pt x="259080" y="117360"/>
                </a:lnTo>
                <a:lnTo>
                  <a:pt x="259080" y="65544"/>
                </a:lnTo>
                <a:lnTo>
                  <a:pt x="254508" y="62496"/>
                </a:lnTo>
                <a:lnTo>
                  <a:pt x="246888" y="59448"/>
                </a:lnTo>
                <a:lnTo>
                  <a:pt x="237744" y="56400"/>
                </a:lnTo>
                <a:lnTo>
                  <a:pt x="231140" y="53251"/>
                </a:lnTo>
                <a:lnTo>
                  <a:pt x="224980" y="50685"/>
                </a:lnTo>
                <a:lnTo>
                  <a:pt x="219087" y="48679"/>
                </a:lnTo>
                <a:lnTo>
                  <a:pt x="213360" y="47256"/>
                </a:lnTo>
                <a:lnTo>
                  <a:pt x="199453" y="42875"/>
                </a:lnTo>
                <a:lnTo>
                  <a:pt x="153924" y="38112"/>
                </a:lnTo>
                <a:lnTo>
                  <a:pt x="137058" y="38696"/>
                </a:lnTo>
                <a:lnTo>
                  <a:pt x="89916" y="48780"/>
                </a:lnTo>
                <a:lnTo>
                  <a:pt x="51981" y="72351"/>
                </a:lnTo>
                <a:lnTo>
                  <a:pt x="23622" y="106121"/>
                </a:lnTo>
                <a:lnTo>
                  <a:pt x="5778" y="151091"/>
                </a:lnTo>
                <a:lnTo>
                  <a:pt x="0" y="205752"/>
                </a:lnTo>
                <a:lnTo>
                  <a:pt x="584" y="225755"/>
                </a:lnTo>
                <a:lnTo>
                  <a:pt x="10668" y="278904"/>
                </a:lnTo>
                <a:lnTo>
                  <a:pt x="31661" y="319620"/>
                </a:lnTo>
                <a:lnTo>
                  <a:pt x="63817" y="350151"/>
                </a:lnTo>
                <a:lnTo>
                  <a:pt x="105054" y="367601"/>
                </a:lnTo>
                <a:lnTo>
                  <a:pt x="153924" y="373392"/>
                </a:lnTo>
                <a:lnTo>
                  <a:pt x="170307" y="373202"/>
                </a:lnTo>
                <a:lnTo>
                  <a:pt x="213360" y="364248"/>
                </a:lnTo>
                <a:lnTo>
                  <a:pt x="225742" y="359676"/>
                </a:lnTo>
                <a:lnTo>
                  <a:pt x="248412" y="352056"/>
                </a:lnTo>
                <a:lnTo>
                  <a:pt x="256032" y="347484"/>
                </a:lnTo>
                <a:lnTo>
                  <a:pt x="260604" y="345960"/>
                </a:lnTo>
                <a:lnTo>
                  <a:pt x="260604" y="204228"/>
                </a:lnTo>
                <a:close/>
              </a:path>
              <a:path w="1995170" h="413385">
                <a:moveTo>
                  <a:pt x="425183" y="205740"/>
                </a:moveTo>
                <a:lnTo>
                  <a:pt x="301739" y="205740"/>
                </a:lnTo>
                <a:lnTo>
                  <a:pt x="301739" y="245376"/>
                </a:lnTo>
                <a:lnTo>
                  <a:pt x="425183" y="245376"/>
                </a:lnTo>
                <a:lnTo>
                  <a:pt x="425183" y="205740"/>
                </a:lnTo>
                <a:close/>
              </a:path>
              <a:path w="1995170" h="413385">
                <a:moveTo>
                  <a:pt x="676656" y="275856"/>
                </a:moveTo>
                <a:lnTo>
                  <a:pt x="668286" y="234911"/>
                </a:lnTo>
                <a:lnTo>
                  <a:pt x="641604" y="205943"/>
                </a:lnTo>
                <a:lnTo>
                  <a:pt x="605472" y="191274"/>
                </a:lnTo>
                <a:lnTo>
                  <a:pt x="552970" y="178193"/>
                </a:lnTo>
                <a:lnTo>
                  <a:pt x="545592" y="176796"/>
                </a:lnTo>
                <a:lnTo>
                  <a:pt x="536105" y="173075"/>
                </a:lnTo>
                <a:lnTo>
                  <a:pt x="506920" y="144792"/>
                </a:lnTo>
                <a:lnTo>
                  <a:pt x="504444" y="126504"/>
                </a:lnTo>
                <a:lnTo>
                  <a:pt x="505587" y="115404"/>
                </a:lnTo>
                <a:lnTo>
                  <a:pt x="532485" y="82397"/>
                </a:lnTo>
                <a:lnTo>
                  <a:pt x="571500" y="74688"/>
                </a:lnTo>
                <a:lnTo>
                  <a:pt x="584073" y="75488"/>
                </a:lnTo>
                <a:lnTo>
                  <a:pt x="621792" y="85356"/>
                </a:lnTo>
                <a:lnTo>
                  <a:pt x="661416" y="109740"/>
                </a:lnTo>
                <a:lnTo>
                  <a:pt x="664464" y="109740"/>
                </a:lnTo>
                <a:lnTo>
                  <a:pt x="664464" y="57924"/>
                </a:lnTo>
                <a:lnTo>
                  <a:pt x="653910" y="53606"/>
                </a:lnTo>
                <a:lnTo>
                  <a:pt x="607669" y="40678"/>
                </a:lnTo>
                <a:lnTo>
                  <a:pt x="568452" y="38112"/>
                </a:lnTo>
                <a:lnTo>
                  <a:pt x="545566" y="39801"/>
                </a:lnTo>
                <a:lnTo>
                  <a:pt x="506082" y="52895"/>
                </a:lnTo>
                <a:lnTo>
                  <a:pt x="476072" y="78346"/>
                </a:lnTo>
                <a:lnTo>
                  <a:pt x="458724" y="131076"/>
                </a:lnTo>
                <a:lnTo>
                  <a:pt x="459244" y="139928"/>
                </a:lnTo>
                <a:lnTo>
                  <a:pt x="471297" y="177177"/>
                </a:lnTo>
                <a:lnTo>
                  <a:pt x="504444" y="205752"/>
                </a:lnTo>
                <a:lnTo>
                  <a:pt x="510679" y="209156"/>
                </a:lnTo>
                <a:lnTo>
                  <a:pt x="558253" y="224155"/>
                </a:lnTo>
                <a:lnTo>
                  <a:pt x="565404" y="225564"/>
                </a:lnTo>
                <a:lnTo>
                  <a:pt x="585114" y="230276"/>
                </a:lnTo>
                <a:lnTo>
                  <a:pt x="623316" y="249948"/>
                </a:lnTo>
                <a:lnTo>
                  <a:pt x="632460" y="281952"/>
                </a:lnTo>
                <a:lnTo>
                  <a:pt x="631317" y="293712"/>
                </a:lnTo>
                <a:lnTo>
                  <a:pt x="603885" y="327571"/>
                </a:lnTo>
                <a:lnTo>
                  <a:pt x="559308" y="335292"/>
                </a:lnTo>
                <a:lnTo>
                  <a:pt x="547344" y="334695"/>
                </a:lnTo>
                <a:lnTo>
                  <a:pt x="507492" y="324624"/>
                </a:lnTo>
                <a:lnTo>
                  <a:pt x="471055" y="303618"/>
                </a:lnTo>
                <a:lnTo>
                  <a:pt x="460248" y="294144"/>
                </a:lnTo>
                <a:lnTo>
                  <a:pt x="457200" y="294144"/>
                </a:lnTo>
                <a:lnTo>
                  <a:pt x="457200" y="347484"/>
                </a:lnTo>
                <a:lnTo>
                  <a:pt x="467766" y="352907"/>
                </a:lnTo>
                <a:lnTo>
                  <a:pt x="516064" y="368884"/>
                </a:lnTo>
                <a:lnTo>
                  <a:pt x="562356" y="373392"/>
                </a:lnTo>
                <a:lnTo>
                  <a:pt x="576643" y="372833"/>
                </a:lnTo>
                <a:lnTo>
                  <a:pt x="621766" y="361784"/>
                </a:lnTo>
                <a:lnTo>
                  <a:pt x="654240" y="337286"/>
                </a:lnTo>
                <a:lnTo>
                  <a:pt x="672795" y="303288"/>
                </a:lnTo>
                <a:lnTo>
                  <a:pt x="676313" y="285000"/>
                </a:lnTo>
                <a:lnTo>
                  <a:pt x="676656" y="275856"/>
                </a:lnTo>
                <a:close/>
              </a:path>
              <a:path w="1995170" h="413385">
                <a:moveTo>
                  <a:pt x="923531" y="64008"/>
                </a:moveTo>
                <a:lnTo>
                  <a:pt x="915301" y="54864"/>
                </a:lnTo>
                <a:lnTo>
                  <a:pt x="896099" y="33528"/>
                </a:lnTo>
                <a:lnTo>
                  <a:pt x="874763" y="54864"/>
                </a:lnTo>
                <a:lnTo>
                  <a:pt x="798563" y="54864"/>
                </a:lnTo>
                <a:lnTo>
                  <a:pt x="803757" y="47434"/>
                </a:lnTo>
                <a:lnTo>
                  <a:pt x="808088" y="41148"/>
                </a:lnTo>
                <a:lnTo>
                  <a:pt x="811860" y="36004"/>
                </a:lnTo>
                <a:lnTo>
                  <a:pt x="815327" y="32004"/>
                </a:lnTo>
                <a:lnTo>
                  <a:pt x="824471" y="22860"/>
                </a:lnTo>
                <a:lnTo>
                  <a:pt x="832091" y="19812"/>
                </a:lnTo>
                <a:lnTo>
                  <a:pt x="797039" y="0"/>
                </a:lnTo>
                <a:lnTo>
                  <a:pt x="775220" y="54864"/>
                </a:lnTo>
                <a:lnTo>
                  <a:pt x="754367" y="92964"/>
                </a:lnTo>
                <a:lnTo>
                  <a:pt x="725220" y="129184"/>
                </a:lnTo>
                <a:lnTo>
                  <a:pt x="717791" y="137160"/>
                </a:lnTo>
                <a:lnTo>
                  <a:pt x="720839" y="143256"/>
                </a:lnTo>
                <a:lnTo>
                  <a:pt x="752132" y="117119"/>
                </a:lnTo>
                <a:lnTo>
                  <a:pt x="785114" y="76923"/>
                </a:lnTo>
                <a:lnTo>
                  <a:pt x="793991" y="64008"/>
                </a:lnTo>
                <a:lnTo>
                  <a:pt x="822947" y="64008"/>
                </a:lnTo>
                <a:lnTo>
                  <a:pt x="829233" y="71729"/>
                </a:lnTo>
                <a:lnTo>
                  <a:pt x="834377" y="78867"/>
                </a:lnTo>
                <a:lnTo>
                  <a:pt x="838377" y="85445"/>
                </a:lnTo>
                <a:lnTo>
                  <a:pt x="841235" y="91440"/>
                </a:lnTo>
                <a:lnTo>
                  <a:pt x="841235" y="99060"/>
                </a:lnTo>
                <a:lnTo>
                  <a:pt x="842759" y="105156"/>
                </a:lnTo>
                <a:lnTo>
                  <a:pt x="844283" y="109728"/>
                </a:lnTo>
                <a:lnTo>
                  <a:pt x="847331" y="115824"/>
                </a:lnTo>
                <a:lnTo>
                  <a:pt x="853427" y="115824"/>
                </a:lnTo>
                <a:lnTo>
                  <a:pt x="862571" y="111252"/>
                </a:lnTo>
                <a:lnTo>
                  <a:pt x="864095" y="105156"/>
                </a:lnTo>
                <a:lnTo>
                  <a:pt x="867143" y="97536"/>
                </a:lnTo>
                <a:lnTo>
                  <a:pt x="866863" y="90373"/>
                </a:lnTo>
                <a:lnTo>
                  <a:pt x="861428" y="82486"/>
                </a:lnTo>
                <a:lnTo>
                  <a:pt x="850861" y="73748"/>
                </a:lnTo>
                <a:lnTo>
                  <a:pt x="835139" y="64008"/>
                </a:lnTo>
                <a:lnTo>
                  <a:pt x="923531" y="64008"/>
                </a:lnTo>
                <a:close/>
              </a:path>
              <a:path w="1995170" h="413385">
                <a:moveTo>
                  <a:pt x="1104887" y="67056"/>
                </a:moveTo>
                <a:lnTo>
                  <a:pt x="1095819" y="56388"/>
                </a:lnTo>
                <a:lnTo>
                  <a:pt x="1078979" y="36576"/>
                </a:lnTo>
                <a:lnTo>
                  <a:pt x="1057643" y="56388"/>
                </a:lnTo>
                <a:lnTo>
                  <a:pt x="964679" y="56388"/>
                </a:lnTo>
                <a:lnTo>
                  <a:pt x="968133" y="50914"/>
                </a:lnTo>
                <a:lnTo>
                  <a:pt x="996683" y="22860"/>
                </a:lnTo>
                <a:lnTo>
                  <a:pt x="966203" y="1524"/>
                </a:lnTo>
                <a:lnTo>
                  <a:pt x="946391" y="50292"/>
                </a:lnTo>
                <a:lnTo>
                  <a:pt x="917041" y="97878"/>
                </a:lnTo>
                <a:lnTo>
                  <a:pt x="906767" y="111252"/>
                </a:lnTo>
                <a:lnTo>
                  <a:pt x="911339" y="115824"/>
                </a:lnTo>
                <a:lnTo>
                  <a:pt x="917943" y="110096"/>
                </a:lnTo>
                <a:lnTo>
                  <a:pt x="924102" y="104203"/>
                </a:lnTo>
                <a:lnTo>
                  <a:pt x="929995" y="98044"/>
                </a:lnTo>
                <a:lnTo>
                  <a:pt x="941438" y="84848"/>
                </a:lnTo>
                <a:lnTo>
                  <a:pt x="947153" y="78676"/>
                </a:lnTo>
                <a:lnTo>
                  <a:pt x="952868" y="72796"/>
                </a:lnTo>
                <a:lnTo>
                  <a:pt x="958583" y="67056"/>
                </a:lnTo>
                <a:lnTo>
                  <a:pt x="1001255" y="67056"/>
                </a:lnTo>
                <a:lnTo>
                  <a:pt x="1034783" y="109728"/>
                </a:lnTo>
                <a:lnTo>
                  <a:pt x="1037831" y="114300"/>
                </a:lnTo>
                <a:lnTo>
                  <a:pt x="1039355" y="117348"/>
                </a:lnTo>
                <a:lnTo>
                  <a:pt x="1043927" y="117348"/>
                </a:lnTo>
                <a:lnTo>
                  <a:pt x="1050023" y="111252"/>
                </a:lnTo>
                <a:lnTo>
                  <a:pt x="1054595" y="108204"/>
                </a:lnTo>
                <a:lnTo>
                  <a:pt x="1056119" y="102108"/>
                </a:lnTo>
                <a:lnTo>
                  <a:pt x="1056119" y="92964"/>
                </a:lnTo>
                <a:lnTo>
                  <a:pt x="1053528" y="86995"/>
                </a:lnTo>
                <a:lnTo>
                  <a:pt x="1045641" y="80581"/>
                </a:lnTo>
                <a:lnTo>
                  <a:pt x="1032332" y="73901"/>
                </a:lnTo>
                <a:lnTo>
                  <a:pt x="1013447" y="67056"/>
                </a:lnTo>
                <a:lnTo>
                  <a:pt x="1104887" y="67056"/>
                </a:lnTo>
                <a:close/>
              </a:path>
              <a:path w="1995170" h="413385">
                <a:moveTo>
                  <a:pt x="1112507" y="323088"/>
                </a:moveTo>
                <a:lnTo>
                  <a:pt x="1103363" y="313944"/>
                </a:lnTo>
                <a:lnTo>
                  <a:pt x="1080503" y="291084"/>
                </a:lnTo>
                <a:lnTo>
                  <a:pt x="1056119" y="313944"/>
                </a:lnTo>
                <a:lnTo>
                  <a:pt x="978395" y="313944"/>
                </a:lnTo>
                <a:lnTo>
                  <a:pt x="978395" y="260604"/>
                </a:lnTo>
                <a:lnTo>
                  <a:pt x="1004303" y="260604"/>
                </a:lnTo>
                <a:lnTo>
                  <a:pt x="1004303" y="278892"/>
                </a:lnTo>
                <a:lnTo>
                  <a:pt x="1030211" y="268224"/>
                </a:lnTo>
                <a:lnTo>
                  <a:pt x="1029766" y="260604"/>
                </a:lnTo>
                <a:lnTo>
                  <a:pt x="1029335" y="253365"/>
                </a:lnTo>
                <a:lnTo>
                  <a:pt x="1029271" y="251460"/>
                </a:lnTo>
                <a:lnTo>
                  <a:pt x="1028877" y="240792"/>
                </a:lnTo>
                <a:lnTo>
                  <a:pt x="1028712" y="230505"/>
                </a:lnTo>
                <a:lnTo>
                  <a:pt x="1028687" y="214884"/>
                </a:lnTo>
                <a:lnTo>
                  <a:pt x="1028687" y="204216"/>
                </a:lnTo>
                <a:lnTo>
                  <a:pt x="1028687" y="170688"/>
                </a:lnTo>
                <a:lnTo>
                  <a:pt x="1028687" y="160020"/>
                </a:lnTo>
                <a:lnTo>
                  <a:pt x="1028687" y="132588"/>
                </a:lnTo>
                <a:lnTo>
                  <a:pt x="1032179" y="129540"/>
                </a:lnTo>
                <a:lnTo>
                  <a:pt x="1040879" y="121920"/>
                </a:lnTo>
                <a:lnTo>
                  <a:pt x="1036307" y="118872"/>
                </a:lnTo>
                <a:lnTo>
                  <a:pt x="1013447" y="103632"/>
                </a:lnTo>
                <a:lnTo>
                  <a:pt x="1004303" y="116700"/>
                </a:lnTo>
                <a:lnTo>
                  <a:pt x="1004303" y="129540"/>
                </a:lnTo>
                <a:lnTo>
                  <a:pt x="1004303" y="160020"/>
                </a:lnTo>
                <a:lnTo>
                  <a:pt x="1004303" y="170688"/>
                </a:lnTo>
                <a:lnTo>
                  <a:pt x="1004303" y="204216"/>
                </a:lnTo>
                <a:lnTo>
                  <a:pt x="1004303" y="214884"/>
                </a:lnTo>
                <a:lnTo>
                  <a:pt x="1004303" y="251460"/>
                </a:lnTo>
                <a:lnTo>
                  <a:pt x="954011" y="251460"/>
                </a:lnTo>
                <a:lnTo>
                  <a:pt x="954011" y="260604"/>
                </a:lnTo>
                <a:lnTo>
                  <a:pt x="954011" y="315468"/>
                </a:lnTo>
                <a:lnTo>
                  <a:pt x="868667" y="315468"/>
                </a:lnTo>
                <a:lnTo>
                  <a:pt x="869962" y="302615"/>
                </a:lnTo>
                <a:lnTo>
                  <a:pt x="871524" y="288607"/>
                </a:lnTo>
                <a:lnTo>
                  <a:pt x="872744" y="274967"/>
                </a:lnTo>
                <a:lnTo>
                  <a:pt x="873239" y="260604"/>
                </a:lnTo>
                <a:lnTo>
                  <a:pt x="954011" y="260604"/>
                </a:lnTo>
                <a:lnTo>
                  <a:pt x="954011" y="251460"/>
                </a:lnTo>
                <a:lnTo>
                  <a:pt x="816851" y="251460"/>
                </a:lnTo>
                <a:lnTo>
                  <a:pt x="816851" y="214884"/>
                </a:lnTo>
                <a:lnTo>
                  <a:pt x="1004303" y="214884"/>
                </a:lnTo>
                <a:lnTo>
                  <a:pt x="1004303" y="204216"/>
                </a:lnTo>
                <a:lnTo>
                  <a:pt x="816851" y="204216"/>
                </a:lnTo>
                <a:lnTo>
                  <a:pt x="816851" y="170688"/>
                </a:lnTo>
                <a:lnTo>
                  <a:pt x="1004303" y="170688"/>
                </a:lnTo>
                <a:lnTo>
                  <a:pt x="1004303" y="160020"/>
                </a:lnTo>
                <a:lnTo>
                  <a:pt x="816851" y="160020"/>
                </a:lnTo>
                <a:lnTo>
                  <a:pt x="816851" y="129540"/>
                </a:lnTo>
                <a:lnTo>
                  <a:pt x="1004303" y="129540"/>
                </a:lnTo>
                <a:lnTo>
                  <a:pt x="1004303" y="116700"/>
                </a:lnTo>
                <a:lnTo>
                  <a:pt x="1002779" y="118872"/>
                </a:lnTo>
                <a:lnTo>
                  <a:pt x="816851" y="118872"/>
                </a:lnTo>
                <a:lnTo>
                  <a:pt x="790943" y="105156"/>
                </a:lnTo>
                <a:lnTo>
                  <a:pt x="791210" y="114300"/>
                </a:lnTo>
                <a:lnTo>
                  <a:pt x="791756" y="129540"/>
                </a:lnTo>
                <a:lnTo>
                  <a:pt x="792238" y="148018"/>
                </a:lnTo>
                <a:lnTo>
                  <a:pt x="792467" y="173736"/>
                </a:lnTo>
                <a:lnTo>
                  <a:pt x="793115" y="202031"/>
                </a:lnTo>
                <a:lnTo>
                  <a:pt x="793038" y="230505"/>
                </a:lnTo>
                <a:lnTo>
                  <a:pt x="792759" y="251460"/>
                </a:lnTo>
                <a:lnTo>
                  <a:pt x="792657" y="260604"/>
                </a:lnTo>
                <a:lnTo>
                  <a:pt x="792467" y="283464"/>
                </a:lnTo>
                <a:lnTo>
                  <a:pt x="816851" y="275844"/>
                </a:lnTo>
                <a:lnTo>
                  <a:pt x="816851" y="260604"/>
                </a:lnTo>
                <a:lnTo>
                  <a:pt x="847331" y="260604"/>
                </a:lnTo>
                <a:lnTo>
                  <a:pt x="846213" y="274967"/>
                </a:lnTo>
                <a:lnTo>
                  <a:pt x="845096" y="288607"/>
                </a:lnTo>
                <a:lnTo>
                  <a:pt x="843965" y="301967"/>
                </a:lnTo>
                <a:lnTo>
                  <a:pt x="842759" y="315468"/>
                </a:lnTo>
                <a:lnTo>
                  <a:pt x="708647" y="315468"/>
                </a:lnTo>
                <a:lnTo>
                  <a:pt x="723887" y="330708"/>
                </a:lnTo>
                <a:lnTo>
                  <a:pt x="734199" y="328714"/>
                </a:lnTo>
                <a:lnTo>
                  <a:pt x="744651" y="327279"/>
                </a:lnTo>
                <a:lnTo>
                  <a:pt x="755396" y="326428"/>
                </a:lnTo>
                <a:lnTo>
                  <a:pt x="766559" y="326136"/>
                </a:lnTo>
                <a:lnTo>
                  <a:pt x="841235" y="326136"/>
                </a:lnTo>
                <a:lnTo>
                  <a:pt x="816381" y="362140"/>
                </a:lnTo>
                <a:lnTo>
                  <a:pt x="773607" y="389953"/>
                </a:lnTo>
                <a:lnTo>
                  <a:pt x="729983" y="406908"/>
                </a:lnTo>
                <a:lnTo>
                  <a:pt x="731507" y="413004"/>
                </a:lnTo>
                <a:lnTo>
                  <a:pt x="775131" y="402526"/>
                </a:lnTo>
                <a:lnTo>
                  <a:pt x="815327" y="384048"/>
                </a:lnTo>
                <a:lnTo>
                  <a:pt x="847521" y="359092"/>
                </a:lnTo>
                <a:lnTo>
                  <a:pt x="867143" y="326136"/>
                </a:lnTo>
                <a:lnTo>
                  <a:pt x="954011" y="326136"/>
                </a:lnTo>
                <a:lnTo>
                  <a:pt x="953782" y="344424"/>
                </a:lnTo>
                <a:lnTo>
                  <a:pt x="952893" y="380987"/>
                </a:lnTo>
                <a:lnTo>
                  <a:pt x="952715" y="389953"/>
                </a:lnTo>
                <a:lnTo>
                  <a:pt x="952487" y="413004"/>
                </a:lnTo>
                <a:lnTo>
                  <a:pt x="979919" y="400812"/>
                </a:lnTo>
                <a:lnTo>
                  <a:pt x="979106" y="389953"/>
                </a:lnTo>
                <a:lnTo>
                  <a:pt x="979004" y="387858"/>
                </a:lnTo>
                <a:lnTo>
                  <a:pt x="978598" y="372643"/>
                </a:lnTo>
                <a:lnTo>
                  <a:pt x="978509" y="362140"/>
                </a:lnTo>
                <a:lnTo>
                  <a:pt x="978408" y="326136"/>
                </a:lnTo>
                <a:lnTo>
                  <a:pt x="978395" y="323088"/>
                </a:lnTo>
                <a:lnTo>
                  <a:pt x="1112507" y="323088"/>
                </a:lnTo>
                <a:close/>
              </a:path>
              <a:path w="1995170" h="413385">
                <a:moveTo>
                  <a:pt x="1216152" y="167640"/>
                </a:moveTo>
                <a:lnTo>
                  <a:pt x="1212405" y="157429"/>
                </a:lnTo>
                <a:lnTo>
                  <a:pt x="1201102" y="145351"/>
                </a:lnTo>
                <a:lnTo>
                  <a:pt x="1182065" y="131851"/>
                </a:lnTo>
                <a:lnTo>
                  <a:pt x="1155192" y="117348"/>
                </a:lnTo>
                <a:lnTo>
                  <a:pt x="1152144" y="121920"/>
                </a:lnTo>
                <a:lnTo>
                  <a:pt x="1165593" y="138239"/>
                </a:lnTo>
                <a:lnTo>
                  <a:pt x="1176337" y="152971"/>
                </a:lnTo>
                <a:lnTo>
                  <a:pt x="1184503" y="166293"/>
                </a:lnTo>
                <a:lnTo>
                  <a:pt x="1190244" y="178308"/>
                </a:lnTo>
                <a:lnTo>
                  <a:pt x="1193927" y="188010"/>
                </a:lnTo>
                <a:lnTo>
                  <a:pt x="1198054" y="194119"/>
                </a:lnTo>
                <a:lnTo>
                  <a:pt x="1202448" y="196532"/>
                </a:lnTo>
                <a:lnTo>
                  <a:pt x="1207008" y="195072"/>
                </a:lnTo>
                <a:lnTo>
                  <a:pt x="1211008" y="190792"/>
                </a:lnTo>
                <a:lnTo>
                  <a:pt x="1213866" y="184785"/>
                </a:lnTo>
                <a:lnTo>
                  <a:pt x="1215580" y="177076"/>
                </a:lnTo>
                <a:lnTo>
                  <a:pt x="1216152" y="167640"/>
                </a:lnTo>
                <a:close/>
              </a:path>
              <a:path w="1995170" h="413385">
                <a:moveTo>
                  <a:pt x="1252728" y="67056"/>
                </a:moveTo>
                <a:lnTo>
                  <a:pt x="1216863" y="26962"/>
                </a:lnTo>
                <a:lnTo>
                  <a:pt x="1194816" y="15240"/>
                </a:lnTo>
                <a:lnTo>
                  <a:pt x="1191768" y="21336"/>
                </a:lnTo>
                <a:lnTo>
                  <a:pt x="1204099" y="36537"/>
                </a:lnTo>
                <a:lnTo>
                  <a:pt x="1213866" y="50292"/>
                </a:lnTo>
                <a:lnTo>
                  <a:pt x="1221333" y="62915"/>
                </a:lnTo>
                <a:lnTo>
                  <a:pt x="1226820" y="74676"/>
                </a:lnTo>
                <a:lnTo>
                  <a:pt x="1229868" y="86868"/>
                </a:lnTo>
                <a:lnTo>
                  <a:pt x="1234440" y="92964"/>
                </a:lnTo>
                <a:lnTo>
                  <a:pt x="1239012" y="92964"/>
                </a:lnTo>
                <a:lnTo>
                  <a:pt x="1251204" y="80772"/>
                </a:lnTo>
                <a:lnTo>
                  <a:pt x="1252728" y="76200"/>
                </a:lnTo>
                <a:lnTo>
                  <a:pt x="1252728" y="67056"/>
                </a:lnTo>
                <a:close/>
              </a:path>
              <a:path w="1995170" h="413385">
                <a:moveTo>
                  <a:pt x="1298448" y="79248"/>
                </a:moveTo>
                <a:lnTo>
                  <a:pt x="1290828" y="76200"/>
                </a:lnTo>
                <a:lnTo>
                  <a:pt x="1259128" y="152196"/>
                </a:lnTo>
                <a:lnTo>
                  <a:pt x="1235011" y="208597"/>
                </a:lnTo>
                <a:lnTo>
                  <a:pt x="1218603" y="245300"/>
                </a:lnTo>
                <a:lnTo>
                  <a:pt x="1210056" y="262128"/>
                </a:lnTo>
                <a:lnTo>
                  <a:pt x="1203960" y="271272"/>
                </a:lnTo>
                <a:lnTo>
                  <a:pt x="1197864" y="277368"/>
                </a:lnTo>
                <a:lnTo>
                  <a:pt x="1193292" y="277368"/>
                </a:lnTo>
                <a:lnTo>
                  <a:pt x="1187526" y="277990"/>
                </a:lnTo>
                <a:lnTo>
                  <a:pt x="1179195" y="277749"/>
                </a:lnTo>
                <a:lnTo>
                  <a:pt x="1153668" y="275844"/>
                </a:lnTo>
                <a:lnTo>
                  <a:pt x="1153668" y="281940"/>
                </a:lnTo>
                <a:lnTo>
                  <a:pt x="1193292" y="300228"/>
                </a:lnTo>
                <a:lnTo>
                  <a:pt x="1194816" y="307848"/>
                </a:lnTo>
                <a:lnTo>
                  <a:pt x="1194727" y="316992"/>
                </a:lnTo>
                <a:lnTo>
                  <a:pt x="1188237" y="351243"/>
                </a:lnTo>
                <a:lnTo>
                  <a:pt x="1186815" y="358140"/>
                </a:lnTo>
                <a:lnTo>
                  <a:pt x="1185951" y="363905"/>
                </a:lnTo>
                <a:lnTo>
                  <a:pt x="1185748" y="367284"/>
                </a:lnTo>
                <a:lnTo>
                  <a:pt x="1185672" y="377952"/>
                </a:lnTo>
                <a:lnTo>
                  <a:pt x="1188720" y="382524"/>
                </a:lnTo>
                <a:lnTo>
                  <a:pt x="1194816" y="384048"/>
                </a:lnTo>
                <a:lnTo>
                  <a:pt x="1202436" y="387096"/>
                </a:lnTo>
                <a:lnTo>
                  <a:pt x="1208532" y="388620"/>
                </a:lnTo>
                <a:lnTo>
                  <a:pt x="1219200" y="388620"/>
                </a:lnTo>
                <a:lnTo>
                  <a:pt x="1222248" y="385572"/>
                </a:lnTo>
                <a:lnTo>
                  <a:pt x="1222248" y="381000"/>
                </a:lnTo>
                <a:lnTo>
                  <a:pt x="1221117" y="373913"/>
                </a:lnTo>
                <a:lnTo>
                  <a:pt x="1220152" y="364236"/>
                </a:lnTo>
                <a:lnTo>
                  <a:pt x="1219454" y="352285"/>
                </a:lnTo>
                <a:lnTo>
                  <a:pt x="1219200" y="338328"/>
                </a:lnTo>
                <a:lnTo>
                  <a:pt x="1218831" y="322922"/>
                </a:lnTo>
                <a:lnTo>
                  <a:pt x="1223772" y="284988"/>
                </a:lnTo>
                <a:lnTo>
                  <a:pt x="1245679" y="222123"/>
                </a:lnTo>
                <a:lnTo>
                  <a:pt x="1268133" y="160693"/>
                </a:lnTo>
                <a:lnTo>
                  <a:pt x="1298448" y="79248"/>
                </a:lnTo>
                <a:close/>
              </a:path>
              <a:path w="1995170" h="413385">
                <a:moveTo>
                  <a:pt x="1562100" y="214884"/>
                </a:moveTo>
                <a:lnTo>
                  <a:pt x="1533144" y="182880"/>
                </a:lnTo>
                <a:lnTo>
                  <a:pt x="1511808" y="204216"/>
                </a:lnTo>
                <a:lnTo>
                  <a:pt x="1420368" y="204216"/>
                </a:lnTo>
                <a:lnTo>
                  <a:pt x="1420368" y="109728"/>
                </a:lnTo>
                <a:lnTo>
                  <a:pt x="1534668" y="109728"/>
                </a:lnTo>
                <a:lnTo>
                  <a:pt x="1507236" y="80772"/>
                </a:lnTo>
                <a:lnTo>
                  <a:pt x="1487424" y="99060"/>
                </a:lnTo>
                <a:lnTo>
                  <a:pt x="1420368" y="99060"/>
                </a:lnTo>
                <a:lnTo>
                  <a:pt x="1420368" y="38100"/>
                </a:lnTo>
                <a:lnTo>
                  <a:pt x="1437132" y="21336"/>
                </a:lnTo>
                <a:lnTo>
                  <a:pt x="1395984" y="0"/>
                </a:lnTo>
                <a:lnTo>
                  <a:pt x="1396212" y="15240"/>
                </a:lnTo>
                <a:lnTo>
                  <a:pt x="1396720" y="36537"/>
                </a:lnTo>
                <a:lnTo>
                  <a:pt x="1397279" y="67056"/>
                </a:lnTo>
                <a:lnTo>
                  <a:pt x="1397508" y="99060"/>
                </a:lnTo>
                <a:lnTo>
                  <a:pt x="1301496" y="99060"/>
                </a:lnTo>
                <a:lnTo>
                  <a:pt x="1316736" y="115824"/>
                </a:lnTo>
                <a:lnTo>
                  <a:pt x="1327035" y="112953"/>
                </a:lnTo>
                <a:lnTo>
                  <a:pt x="1337500" y="111061"/>
                </a:lnTo>
                <a:lnTo>
                  <a:pt x="1348232" y="110045"/>
                </a:lnTo>
                <a:lnTo>
                  <a:pt x="1359408" y="109728"/>
                </a:lnTo>
                <a:lnTo>
                  <a:pt x="1397508" y="109728"/>
                </a:lnTo>
                <a:lnTo>
                  <a:pt x="1397508" y="204216"/>
                </a:lnTo>
                <a:lnTo>
                  <a:pt x="1267968" y="204216"/>
                </a:lnTo>
                <a:lnTo>
                  <a:pt x="1284732" y="219456"/>
                </a:lnTo>
                <a:lnTo>
                  <a:pt x="1294155" y="217462"/>
                </a:lnTo>
                <a:lnTo>
                  <a:pt x="1304163" y="216027"/>
                </a:lnTo>
                <a:lnTo>
                  <a:pt x="1314729" y="215176"/>
                </a:lnTo>
                <a:lnTo>
                  <a:pt x="1325880" y="214884"/>
                </a:lnTo>
                <a:lnTo>
                  <a:pt x="1389888" y="214884"/>
                </a:lnTo>
                <a:lnTo>
                  <a:pt x="1370457" y="257175"/>
                </a:lnTo>
                <a:lnTo>
                  <a:pt x="1339596" y="306324"/>
                </a:lnTo>
                <a:lnTo>
                  <a:pt x="1305115" y="345376"/>
                </a:lnTo>
                <a:lnTo>
                  <a:pt x="1278636" y="358140"/>
                </a:lnTo>
                <a:lnTo>
                  <a:pt x="1296924" y="399288"/>
                </a:lnTo>
                <a:lnTo>
                  <a:pt x="1353312" y="377952"/>
                </a:lnTo>
                <a:lnTo>
                  <a:pt x="1415796" y="366522"/>
                </a:lnTo>
                <a:lnTo>
                  <a:pt x="1455750" y="360807"/>
                </a:lnTo>
                <a:lnTo>
                  <a:pt x="1501140" y="355092"/>
                </a:lnTo>
                <a:lnTo>
                  <a:pt x="1505686" y="363118"/>
                </a:lnTo>
                <a:lnTo>
                  <a:pt x="1510093" y="371284"/>
                </a:lnTo>
                <a:lnTo>
                  <a:pt x="1514208" y="379742"/>
                </a:lnTo>
                <a:lnTo>
                  <a:pt x="1517904" y="388620"/>
                </a:lnTo>
                <a:lnTo>
                  <a:pt x="1519428" y="394716"/>
                </a:lnTo>
                <a:lnTo>
                  <a:pt x="1522476" y="399288"/>
                </a:lnTo>
                <a:lnTo>
                  <a:pt x="1527048" y="399288"/>
                </a:lnTo>
                <a:lnTo>
                  <a:pt x="1530096" y="394716"/>
                </a:lnTo>
                <a:lnTo>
                  <a:pt x="1534668" y="388620"/>
                </a:lnTo>
                <a:lnTo>
                  <a:pt x="1539240" y="381000"/>
                </a:lnTo>
                <a:lnTo>
                  <a:pt x="1542288" y="374904"/>
                </a:lnTo>
                <a:lnTo>
                  <a:pt x="1542173" y="366522"/>
                </a:lnTo>
                <a:lnTo>
                  <a:pt x="1541449" y="361569"/>
                </a:lnTo>
                <a:lnTo>
                  <a:pt x="1539049" y="355854"/>
                </a:lnTo>
                <a:lnTo>
                  <a:pt x="1538528" y="355092"/>
                </a:lnTo>
                <a:lnTo>
                  <a:pt x="1535214" y="350139"/>
                </a:lnTo>
                <a:lnTo>
                  <a:pt x="1530096" y="344424"/>
                </a:lnTo>
                <a:lnTo>
                  <a:pt x="1524063" y="337566"/>
                </a:lnTo>
                <a:lnTo>
                  <a:pt x="1517332" y="330708"/>
                </a:lnTo>
                <a:lnTo>
                  <a:pt x="1479423" y="300990"/>
                </a:lnTo>
                <a:lnTo>
                  <a:pt x="1450848" y="280416"/>
                </a:lnTo>
                <a:lnTo>
                  <a:pt x="1447800" y="284988"/>
                </a:lnTo>
                <a:lnTo>
                  <a:pt x="1460347" y="300088"/>
                </a:lnTo>
                <a:lnTo>
                  <a:pt x="1472755" y="315468"/>
                </a:lnTo>
                <a:lnTo>
                  <a:pt x="1484757" y="330708"/>
                </a:lnTo>
                <a:lnTo>
                  <a:pt x="1496568" y="345948"/>
                </a:lnTo>
                <a:lnTo>
                  <a:pt x="1313688" y="358140"/>
                </a:lnTo>
                <a:lnTo>
                  <a:pt x="1341945" y="327571"/>
                </a:lnTo>
                <a:lnTo>
                  <a:pt x="1364932" y="302133"/>
                </a:lnTo>
                <a:lnTo>
                  <a:pt x="1382395" y="281940"/>
                </a:lnTo>
                <a:lnTo>
                  <a:pt x="1394460" y="266700"/>
                </a:lnTo>
                <a:lnTo>
                  <a:pt x="1402461" y="254393"/>
                </a:lnTo>
                <a:lnTo>
                  <a:pt x="1410462" y="244792"/>
                </a:lnTo>
                <a:lnTo>
                  <a:pt x="1418463" y="237769"/>
                </a:lnTo>
                <a:lnTo>
                  <a:pt x="1426464" y="233172"/>
                </a:lnTo>
                <a:lnTo>
                  <a:pt x="1399032" y="214884"/>
                </a:lnTo>
                <a:lnTo>
                  <a:pt x="1562100" y="214884"/>
                </a:lnTo>
                <a:close/>
              </a:path>
              <a:path w="1995170" h="413385">
                <a:moveTo>
                  <a:pt x="1781543" y="118872"/>
                </a:moveTo>
                <a:lnTo>
                  <a:pt x="1752587" y="88392"/>
                </a:lnTo>
                <a:lnTo>
                  <a:pt x="1732775" y="108204"/>
                </a:lnTo>
                <a:lnTo>
                  <a:pt x="1709915" y="108204"/>
                </a:lnTo>
                <a:lnTo>
                  <a:pt x="1709915" y="38100"/>
                </a:lnTo>
                <a:lnTo>
                  <a:pt x="1725155" y="25908"/>
                </a:lnTo>
                <a:lnTo>
                  <a:pt x="1684007" y="6096"/>
                </a:lnTo>
                <a:lnTo>
                  <a:pt x="1684896" y="28702"/>
                </a:lnTo>
                <a:lnTo>
                  <a:pt x="1685315" y="51511"/>
                </a:lnTo>
                <a:lnTo>
                  <a:pt x="1685404" y="62674"/>
                </a:lnTo>
                <a:lnTo>
                  <a:pt x="1685531" y="99060"/>
                </a:lnTo>
                <a:lnTo>
                  <a:pt x="1685531" y="108204"/>
                </a:lnTo>
                <a:lnTo>
                  <a:pt x="1600187" y="108204"/>
                </a:lnTo>
                <a:lnTo>
                  <a:pt x="1616951" y="123444"/>
                </a:lnTo>
                <a:lnTo>
                  <a:pt x="1626387" y="121450"/>
                </a:lnTo>
                <a:lnTo>
                  <a:pt x="1636382" y="120015"/>
                </a:lnTo>
                <a:lnTo>
                  <a:pt x="1646961" y="119164"/>
                </a:lnTo>
                <a:lnTo>
                  <a:pt x="1658099" y="118872"/>
                </a:lnTo>
                <a:lnTo>
                  <a:pt x="1685531" y="118872"/>
                </a:lnTo>
                <a:lnTo>
                  <a:pt x="1685531" y="205740"/>
                </a:lnTo>
                <a:lnTo>
                  <a:pt x="1654987" y="217131"/>
                </a:lnTo>
                <a:lnTo>
                  <a:pt x="1629714" y="225933"/>
                </a:lnTo>
                <a:lnTo>
                  <a:pt x="1609890" y="231889"/>
                </a:lnTo>
                <a:lnTo>
                  <a:pt x="1595615" y="234696"/>
                </a:lnTo>
                <a:lnTo>
                  <a:pt x="1618475" y="268224"/>
                </a:lnTo>
                <a:lnTo>
                  <a:pt x="1625320" y="260515"/>
                </a:lnTo>
                <a:lnTo>
                  <a:pt x="1638858" y="251079"/>
                </a:lnTo>
                <a:lnTo>
                  <a:pt x="1658988" y="239941"/>
                </a:lnTo>
                <a:lnTo>
                  <a:pt x="1685531" y="227076"/>
                </a:lnTo>
                <a:lnTo>
                  <a:pt x="1685531" y="362712"/>
                </a:lnTo>
                <a:lnTo>
                  <a:pt x="1680959" y="368808"/>
                </a:lnTo>
                <a:lnTo>
                  <a:pt x="1673339" y="368808"/>
                </a:lnTo>
                <a:lnTo>
                  <a:pt x="1664792" y="368503"/>
                </a:lnTo>
                <a:lnTo>
                  <a:pt x="1652955" y="367474"/>
                </a:lnTo>
                <a:lnTo>
                  <a:pt x="1637982" y="365594"/>
                </a:lnTo>
                <a:lnTo>
                  <a:pt x="1619999" y="362712"/>
                </a:lnTo>
                <a:lnTo>
                  <a:pt x="1619999" y="370332"/>
                </a:lnTo>
                <a:lnTo>
                  <a:pt x="1642008" y="379768"/>
                </a:lnTo>
                <a:lnTo>
                  <a:pt x="1657718" y="389763"/>
                </a:lnTo>
                <a:lnTo>
                  <a:pt x="1667154" y="400342"/>
                </a:lnTo>
                <a:lnTo>
                  <a:pt x="1670291" y="411480"/>
                </a:lnTo>
                <a:lnTo>
                  <a:pt x="1687423" y="402844"/>
                </a:lnTo>
                <a:lnTo>
                  <a:pt x="1699818" y="392620"/>
                </a:lnTo>
                <a:lnTo>
                  <a:pt x="1707375" y="380415"/>
                </a:lnTo>
                <a:lnTo>
                  <a:pt x="1709394" y="368808"/>
                </a:lnTo>
                <a:lnTo>
                  <a:pt x="1709915" y="365760"/>
                </a:lnTo>
                <a:lnTo>
                  <a:pt x="1709915" y="227076"/>
                </a:lnTo>
                <a:lnTo>
                  <a:pt x="1709915" y="216408"/>
                </a:lnTo>
                <a:lnTo>
                  <a:pt x="1744903" y="198120"/>
                </a:lnTo>
                <a:lnTo>
                  <a:pt x="1776971" y="181356"/>
                </a:lnTo>
                <a:lnTo>
                  <a:pt x="1772399" y="173736"/>
                </a:lnTo>
                <a:lnTo>
                  <a:pt x="1709915" y="198120"/>
                </a:lnTo>
                <a:lnTo>
                  <a:pt x="1709915" y="118872"/>
                </a:lnTo>
                <a:lnTo>
                  <a:pt x="1781543" y="118872"/>
                </a:lnTo>
                <a:close/>
              </a:path>
              <a:path w="1995170" h="413385">
                <a:moveTo>
                  <a:pt x="1955279" y="68580"/>
                </a:moveTo>
                <a:lnTo>
                  <a:pt x="1923656" y="45910"/>
                </a:lnTo>
                <a:lnTo>
                  <a:pt x="1888223" y="32004"/>
                </a:lnTo>
                <a:lnTo>
                  <a:pt x="1883651" y="36576"/>
                </a:lnTo>
                <a:lnTo>
                  <a:pt x="1898497" y="49987"/>
                </a:lnTo>
                <a:lnTo>
                  <a:pt x="1910892" y="62674"/>
                </a:lnTo>
                <a:lnTo>
                  <a:pt x="1920735" y="74510"/>
                </a:lnTo>
                <a:lnTo>
                  <a:pt x="1927847" y="85344"/>
                </a:lnTo>
                <a:lnTo>
                  <a:pt x="1932419" y="94488"/>
                </a:lnTo>
                <a:lnTo>
                  <a:pt x="1936991" y="99060"/>
                </a:lnTo>
                <a:lnTo>
                  <a:pt x="1944611" y="99060"/>
                </a:lnTo>
                <a:lnTo>
                  <a:pt x="1952231" y="91440"/>
                </a:lnTo>
                <a:lnTo>
                  <a:pt x="1953755" y="85344"/>
                </a:lnTo>
                <a:lnTo>
                  <a:pt x="1955279" y="76200"/>
                </a:lnTo>
                <a:lnTo>
                  <a:pt x="1955279" y="68580"/>
                </a:lnTo>
                <a:close/>
              </a:path>
              <a:path w="1995170" h="413385">
                <a:moveTo>
                  <a:pt x="1994903" y="397764"/>
                </a:moveTo>
                <a:lnTo>
                  <a:pt x="1991855" y="394716"/>
                </a:lnTo>
                <a:lnTo>
                  <a:pt x="1987842" y="387578"/>
                </a:lnTo>
                <a:lnTo>
                  <a:pt x="1984806" y="377571"/>
                </a:lnTo>
                <a:lnTo>
                  <a:pt x="1983079" y="367284"/>
                </a:lnTo>
                <a:lnTo>
                  <a:pt x="1982647" y="364718"/>
                </a:lnTo>
                <a:lnTo>
                  <a:pt x="1981187" y="348996"/>
                </a:lnTo>
                <a:lnTo>
                  <a:pt x="1980552" y="332422"/>
                </a:lnTo>
                <a:lnTo>
                  <a:pt x="1980641" y="316064"/>
                </a:lnTo>
                <a:lnTo>
                  <a:pt x="1980984" y="302704"/>
                </a:lnTo>
                <a:lnTo>
                  <a:pt x="1981187" y="289560"/>
                </a:lnTo>
                <a:lnTo>
                  <a:pt x="1975091" y="289560"/>
                </a:lnTo>
                <a:lnTo>
                  <a:pt x="1956803" y="367284"/>
                </a:lnTo>
                <a:lnTo>
                  <a:pt x="1933371" y="355358"/>
                </a:lnTo>
                <a:lnTo>
                  <a:pt x="1911083" y="338137"/>
                </a:lnTo>
                <a:lnTo>
                  <a:pt x="1889937" y="316064"/>
                </a:lnTo>
                <a:lnTo>
                  <a:pt x="1881441" y="304800"/>
                </a:lnTo>
                <a:lnTo>
                  <a:pt x="1869935" y="289560"/>
                </a:lnTo>
                <a:lnTo>
                  <a:pt x="1891614" y="269824"/>
                </a:lnTo>
                <a:lnTo>
                  <a:pt x="1896465" y="265176"/>
                </a:lnTo>
                <a:lnTo>
                  <a:pt x="1912988" y="249364"/>
                </a:lnTo>
                <a:lnTo>
                  <a:pt x="1933803" y="228053"/>
                </a:lnTo>
                <a:lnTo>
                  <a:pt x="1953755" y="205740"/>
                </a:lnTo>
                <a:lnTo>
                  <a:pt x="1968995" y="204216"/>
                </a:lnTo>
                <a:lnTo>
                  <a:pt x="1938515" y="170688"/>
                </a:lnTo>
                <a:lnTo>
                  <a:pt x="1925116" y="192100"/>
                </a:lnTo>
                <a:lnTo>
                  <a:pt x="1907844" y="215074"/>
                </a:lnTo>
                <a:lnTo>
                  <a:pt x="1886877" y="239483"/>
                </a:lnTo>
                <a:lnTo>
                  <a:pt x="1862315" y="265176"/>
                </a:lnTo>
                <a:lnTo>
                  <a:pt x="1855444" y="238874"/>
                </a:lnTo>
                <a:lnTo>
                  <a:pt x="1850694" y="210121"/>
                </a:lnTo>
                <a:lnTo>
                  <a:pt x="1847964" y="178816"/>
                </a:lnTo>
                <a:lnTo>
                  <a:pt x="1847126" y="146304"/>
                </a:lnTo>
                <a:lnTo>
                  <a:pt x="1847075" y="144780"/>
                </a:lnTo>
                <a:lnTo>
                  <a:pt x="1988807" y="134112"/>
                </a:lnTo>
                <a:lnTo>
                  <a:pt x="1953755" y="105156"/>
                </a:lnTo>
                <a:lnTo>
                  <a:pt x="1930895" y="128016"/>
                </a:lnTo>
                <a:lnTo>
                  <a:pt x="1847075" y="134112"/>
                </a:lnTo>
                <a:lnTo>
                  <a:pt x="1848065" y="85344"/>
                </a:lnTo>
                <a:lnTo>
                  <a:pt x="1850123" y="38100"/>
                </a:lnTo>
                <a:lnTo>
                  <a:pt x="1865363" y="25908"/>
                </a:lnTo>
                <a:lnTo>
                  <a:pt x="1821167" y="7620"/>
                </a:lnTo>
                <a:lnTo>
                  <a:pt x="1822513" y="62674"/>
                </a:lnTo>
                <a:lnTo>
                  <a:pt x="1822691" y="135636"/>
                </a:lnTo>
                <a:lnTo>
                  <a:pt x="1749539" y="141732"/>
                </a:lnTo>
                <a:lnTo>
                  <a:pt x="1767827" y="156972"/>
                </a:lnTo>
                <a:lnTo>
                  <a:pt x="1781543" y="149352"/>
                </a:lnTo>
                <a:lnTo>
                  <a:pt x="1822691" y="146304"/>
                </a:lnTo>
                <a:lnTo>
                  <a:pt x="1824723" y="190030"/>
                </a:lnTo>
                <a:lnTo>
                  <a:pt x="1828596" y="227457"/>
                </a:lnTo>
                <a:lnTo>
                  <a:pt x="1834489" y="258610"/>
                </a:lnTo>
                <a:lnTo>
                  <a:pt x="1842503" y="283464"/>
                </a:lnTo>
                <a:lnTo>
                  <a:pt x="1817700" y="306349"/>
                </a:lnTo>
                <a:lnTo>
                  <a:pt x="1791449" y="327088"/>
                </a:lnTo>
                <a:lnTo>
                  <a:pt x="1764068" y="345833"/>
                </a:lnTo>
                <a:lnTo>
                  <a:pt x="1735823" y="362712"/>
                </a:lnTo>
                <a:lnTo>
                  <a:pt x="1740395" y="367284"/>
                </a:lnTo>
                <a:lnTo>
                  <a:pt x="1767217" y="355600"/>
                </a:lnTo>
                <a:lnTo>
                  <a:pt x="1794878" y="341185"/>
                </a:lnTo>
                <a:lnTo>
                  <a:pt x="1823123" y="324218"/>
                </a:lnTo>
                <a:lnTo>
                  <a:pt x="1851647" y="304800"/>
                </a:lnTo>
                <a:lnTo>
                  <a:pt x="1868208" y="329361"/>
                </a:lnTo>
                <a:lnTo>
                  <a:pt x="1904161" y="367601"/>
                </a:lnTo>
                <a:lnTo>
                  <a:pt x="1941309" y="391883"/>
                </a:lnTo>
                <a:lnTo>
                  <a:pt x="1979663" y="405384"/>
                </a:lnTo>
                <a:lnTo>
                  <a:pt x="1990331" y="405384"/>
                </a:lnTo>
                <a:lnTo>
                  <a:pt x="1994903" y="403860"/>
                </a:lnTo>
                <a:lnTo>
                  <a:pt x="1994903" y="39776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" name="object 23"/>
          <p:cNvSpPr/>
          <p:nvPr/>
        </p:nvSpPr>
        <p:spPr>
          <a:xfrm>
            <a:off x="6844283" y="3653028"/>
            <a:ext cx="384175" cy="403860"/>
          </a:xfrm>
          <a:custGeom>
            <a:avLst/>
            <a:gdLst/>
            <a:ahLst/>
            <a:cxnLst/>
            <a:rect l="l" t="t" r="r" b="b"/>
            <a:pathLst>
              <a:path w="384175" h="403860">
                <a:moveTo>
                  <a:pt x="22860" y="48768"/>
                </a:moveTo>
                <a:lnTo>
                  <a:pt x="7620" y="32004"/>
                </a:lnTo>
                <a:lnTo>
                  <a:pt x="182880" y="32004"/>
                </a:lnTo>
                <a:lnTo>
                  <a:pt x="205740" y="10668"/>
                </a:lnTo>
                <a:lnTo>
                  <a:pt x="237744" y="42672"/>
                </a:lnTo>
                <a:lnTo>
                  <a:pt x="64008" y="42672"/>
                </a:lnTo>
                <a:lnTo>
                  <a:pt x="52863" y="42981"/>
                </a:lnTo>
                <a:lnTo>
                  <a:pt x="42291" y="44005"/>
                </a:lnTo>
                <a:lnTo>
                  <a:pt x="32289" y="45886"/>
                </a:lnTo>
                <a:lnTo>
                  <a:pt x="22860" y="48768"/>
                </a:lnTo>
                <a:close/>
              </a:path>
              <a:path w="384175" h="403860">
                <a:moveTo>
                  <a:pt x="33528" y="176784"/>
                </a:moveTo>
                <a:lnTo>
                  <a:pt x="16764" y="146304"/>
                </a:lnTo>
                <a:lnTo>
                  <a:pt x="29360" y="143184"/>
                </a:lnTo>
                <a:lnTo>
                  <a:pt x="42100" y="136207"/>
                </a:lnTo>
                <a:lnTo>
                  <a:pt x="80581" y="94321"/>
                </a:lnTo>
                <a:lnTo>
                  <a:pt x="101155" y="60459"/>
                </a:lnTo>
                <a:lnTo>
                  <a:pt x="109728" y="42672"/>
                </a:lnTo>
                <a:lnTo>
                  <a:pt x="115824" y="42672"/>
                </a:lnTo>
                <a:lnTo>
                  <a:pt x="147828" y="62484"/>
                </a:lnTo>
                <a:lnTo>
                  <a:pt x="137302" y="67032"/>
                </a:lnTo>
                <a:lnTo>
                  <a:pt x="126492" y="73723"/>
                </a:lnTo>
                <a:lnTo>
                  <a:pt x="115681" y="82415"/>
                </a:lnTo>
                <a:lnTo>
                  <a:pt x="105156" y="92964"/>
                </a:lnTo>
                <a:lnTo>
                  <a:pt x="92297" y="106441"/>
                </a:lnTo>
                <a:lnTo>
                  <a:pt x="78867" y="119634"/>
                </a:lnTo>
                <a:lnTo>
                  <a:pt x="64865" y="132826"/>
                </a:lnTo>
                <a:lnTo>
                  <a:pt x="50292" y="146304"/>
                </a:lnTo>
                <a:lnTo>
                  <a:pt x="226945" y="146304"/>
                </a:lnTo>
                <a:lnTo>
                  <a:pt x="229766" y="150876"/>
                </a:lnTo>
                <a:lnTo>
                  <a:pt x="193548" y="150876"/>
                </a:lnTo>
                <a:lnTo>
                  <a:pt x="174378" y="152923"/>
                </a:lnTo>
                <a:lnTo>
                  <a:pt x="137183" y="156448"/>
                </a:lnTo>
                <a:lnTo>
                  <a:pt x="118872" y="158496"/>
                </a:lnTo>
                <a:lnTo>
                  <a:pt x="108204" y="158496"/>
                </a:lnTo>
                <a:lnTo>
                  <a:pt x="79605" y="162425"/>
                </a:lnTo>
                <a:lnTo>
                  <a:pt x="57721" y="167068"/>
                </a:lnTo>
                <a:lnTo>
                  <a:pt x="42410" y="171997"/>
                </a:lnTo>
                <a:lnTo>
                  <a:pt x="33528" y="176784"/>
                </a:lnTo>
                <a:close/>
              </a:path>
              <a:path w="384175" h="403860">
                <a:moveTo>
                  <a:pt x="226945" y="146304"/>
                </a:moveTo>
                <a:lnTo>
                  <a:pt x="50292" y="146304"/>
                </a:lnTo>
                <a:lnTo>
                  <a:pt x="188976" y="141732"/>
                </a:lnTo>
                <a:lnTo>
                  <a:pt x="181284" y="130016"/>
                </a:lnTo>
                <a:lnTo>
                  <a:pt x="172021" y="117729"/>
                </a:lnTo>
                <a:lnTo>
                  <a:pt x="161329" y="104870"/>
                </a:lnTo>
                <a:lnTo>
                  <a:pt x="149352" y="91440"/>
                </a:lnTo>
                <a:lnTo>
                  <a:pt x="155448" y="86868"/>
                </a:lnTo>
                <a:lnTo>
                  <a:pt x="187499" y="109989"/>
                </a:lnTo>
                <a:lnTo>
                  <a:pt x="210693" y="128968"/>
                </a:lnTo>
                <a:lnTo>
                  <a:pt x="225313" y="143660"/>
                </a:lnTo>
                <a:lnTo>
                  <a:pt x="226945" y="146304"/>
                </a:lnTo>
                <a:close/>
              </a:path>
              <a:path w="384175" h="403860">
                <a:moveTo>
                  <a:pt x="216408" y="188976"/>
                </a:moveTo>
                <a:lnTo>
                  <a:pt x="211836" y="188976"/>
                </a:lnTo>
                <a:lnTo>
                  <a:pt x="210312" y="187452"/>
                </a:lnTo>
                <a:lnTo>
                  <a:pt x="208788" y="182880"/>
                </a:lnTo>
                <a:lnTo>
                  <a:pt x="205898" y="175569"/>
                </a:lnTo>
                <a:lnTo>
                  <a:pt x="202311" y="168021"/>
                </a:lnTo>
                <a:lnTo>
                  <a:pt x="193548" y="150876"/>
                </a:lnTo>
                <a:lnTo>
                  <a:pt x="229766" y="150876"/>
                </a:lnTo>
                <a:lnTo>
                  <a:pt x="231648" y="153924"/>
                </a:lnTo>
                <a:lnTo>
                  <a:pt x="232195" y="162472"/>
                </a:lnTo>
                <a:lnTo>
                  <a:pt x="231457" y="169735"/>
                </a:lnTo>
                <a:lnTo>
                  <a:pt x="229290" y="175569"/>
                </a:lnTo>
                <a:lnTo>
                  <a:pt x="225552" y="179832"/>
                </a:lnTo>
                <a:lnTo>
                  <a:pt x="220980" y="185928"/>
                </a:lnTo>
                <a:lnTo>
                  <a:pt x="216408" y="188976"/>
                </a:lnTo>
                <a:close/>
              </a:path>
              <a:path w="384175" h="403860">
                <a:moveTo>
                  <a:pt x="132588" y="239268"/>
                </a:moveTo>
                <a:lnTo>
                  <a:pt x="108204" y="239268"/>
                </a:lnTo>
                <a:lnTo>
                  <a:pt x="108204" y="158496"/>
                </a:lnTo>
                <a:lnTo>
                  <a:pt x="118872" y="158496"/>
                </a:lnTo>
                <a:lnTo>
                  <a:pt x="146304" y="172212"/>
                </a:lnTo>
                <a:lnTo>
                  <a:pt x="132588" y="184404"/>
                </a:lnTo>
                <a:lnTo>
                  <a:pt x="132588" y="239268"/>
                </a:lnTo>
                <a:close/>
              </a:path>
              <a:path w="384175" h="403860">
                <a:moveTo>
                  <a:pt x="21336" y="252984"/>
                </a:moveTo>
                <a:lnTo>
                  <a:pt x="7620" y="239268"/>
                </a:lnTo>
                <a:lnTo>
                  <a:pt x="179832" y="239268"/>
                </a:lnTo>
                <a:lnTo>
                  <a:pt x="199644" y="219456"/>
                </a:lnTo>
                <a:lnTo>
                  <a:pt x="231648" y="249936"/>
                </a:lnTo>
                <a:lnTo>
                  <a:pt x="41148" y="249936"/>
                </a:lnTo>
                <a:lnTo>
                  <a:pt x="21336" y="252984"/>
                </a:lnTo>
                <a:close/>
              </a:path>
              <a:path w="384175" h="403860">
                <a:moveTo>
                  <a:pt x="19812" y="388620"/>
                </a:moveTo>
                <a:lnTo>
                  <a:pt x="0" y="355092"/>
                </a:lnTo>
                <a:lnTo>
                  <a:pt x="72223" y="344376"/>
                </a:lnTo>
                <a:lnTo>
                  <a:pt x="108204" y="338328"/>
                </a:lnTo>
                <a:lnTo>
                  <a:pt x="108204" y="249936"/>
                </a:lnTo>
                <a:lnTo>
                  <a:pt x="132588" y="249936"/>
                </a:lnTo>
                <a:lnTo>
                  <a:pt x="132588" y="333756"/>
                </a:lnTo>
                <a:lnTo>
                  <a:pt x="192534" y="333756"/>
                </a:lnTo>
                <a:lnTo>
                  <a:pt x="145184" y="346186"/>
                </a:lnTo>
                <a:lnTo>
                  <a:pt x="80200" y="364998"/>
                </a:lnTo>
                <a:lnTo>
                  <a:pt x="38361" y="379237"/>
                </a:lnTo>
                <a:lnTo>
                  <a:pt x="19812" y="388620"/>
                </a:lnTo>
                <a:close/>
              </a:path>
              <a:path w="384175" h="403860">
                <a:moveTo>
                  <a:pt x="192534" y="333756"/>
                </a:moveTo>
                <a:lnTo>
                  <a:pt x="132588" y="333756"/>
                </a:lnTo>
                <a:lnTo>
                  <a:pt x="231648" y="313944"/>
                </a:lnTo>
                <a:lnTo>
                  <a:pt x="233172" y="323088"/>
                </a:lnTo>
                <a:lnTo>
                  <a:pt x="192534" y="333756"/>
                </a:lnTo>
                <a:close/>
              </a:path>
              <a:path w="384175" h="403860">
                <a:moveTo>
                  <a:pt x="369434" y="359664"/>
                </a:moveTo>
                <a:lnTo>
                  <a:pt x="332232" y="359664"/>
                </a:lnTo>
                <a:lnTo>
                  <a:pt x="338328" y="358140"/>
                </a:lnTo>
                <a:lnTo>
                  <a:pt x="342900" y="356616"/>
                </a:lnTo>
                <a:lnTo>
                  <a:pt x="345757" y="354306"/>
                </a:lnTo>
                <a:lnTo>
                  <a:pt x="347472" y="349567"/>
                </a:lnTo>
                <a:lnTo>
                  <a:pt x="348043" y="342257"/>
                </a:lnTo>
                <a:lnTo>
                  <a:pt x="347472" y="332232"/>
                </a:lnTo>
                <a:lnTo>
                  <a:pt x="347448" y="45434"/>
                </a:lnTo>
                <a:lnTo>
                  <a:pt x="347281" y="30861"/>
                </a:lnTo>
                <a:lnTo>
                  <a:pt x="346829" y="15716"/>
                </a:lnTo>
                <a:lnTo>
                  <a:pt x="345948" y="0"/>
                </a:lnTo>
                <a:lnTo>
                  <a:pt x="384048" y="16764"/>
                </a:lnTo>
                <a:lnTo>
                  <a:pt x="370332" y="28956"/>
                </a:lnTo>
                <a:lnTo>
                  <a:pt x="370332" y="347472"/>
                </a:lnTo>
                <a:lnTo>
                  <a:pt x="369434" y="359664"/>
                </a:lnTo>
                <a:close/>
              </a:path>
              <a:path w="384175" h="403860">
                <a:moveTo>
                  <a:pt x="262128" y="307848"/>
                </a:moveTo>
                <a:lnTo>
                  <a:pt x="263247" y="278177"/>
                </a:lnTo>
                <a:lnTo>
                  <a:pt x="264223" y="246507"/>
                </a:lnTo>
                <a:lnTo>
                  <a:pt x="264914" y="213121"/>
                </a:lnTo>
                <a:lnTo>
                  <a:pt x="265176" y="178308"/>
                </a:lnTo>
                <a:lnTo>
                  <a:pt x="264914" y="143160"/>
                </a:lnTo>
                <a:lnTo>
                  <a:pt x="264223" y="110871"/>
                </a:lnTo>
                <a:lnTo>
                  <a:pt x="263247" y="81438"/>
                </a:lnTo>
                <a:lnTo>
                  <a:pt x="262128" y="54864"/>
                </a:lnTo>
                <a:lnTo>
                  <a:pt x="303276" y="76200"/>
                </a:lnTo>
                <a:lnTo>
                  <a:pt x="286511" y="88392"/>
                </a:lnTo>
                <a:lnTo>
                  <a:pt x="286511" y="249936"/>
                </a:lnTo>
                <a:lnTo>
                  <a:pt x="286750" y="259675"/>
                </a:lnTo>
                <a:lnTo>
                  <a:pt x="287273" y="270700"/>
                </a:lnTo>
                <a:lnTo>
                  <a:pt x="287797" y="283154"/>
                </a:lnTo>
                <a:lnTo>
                  <a:pt x="288035" y="297180"/>
                </a:lnTo>
                <a:lnTo>
                  <a:pt x="262128" y="307848"/>
                </a:lnTo>
                <a:close/>
              </a:path>
              <a:path w="384175" h="403860">
                <a:moveTo>
                  <a:pt x="332232" y="403860"/>
                </a:moveTo>
                <a:lnTo>
                  <a:pt x="327683" y="391239"/>
                </a:lnTo>
                <a:lnTo>
                  <a:pt x="316420" y="380619"/>
                </a:lnTo>
                <a:lnTo>
                  <a:pt x="298584" y="371713"/>
                </a:lnTo>
                <a:lnTo>
                  <a:pt x="274320" y="364236"/>
                </a:lnTo>
                <a:lnTo>
                  <a:pt x="274320" y="356616"/>
                </a:lnTo>
                <a:lnTo>
                  <a:pt x="299847" y="358711"/>
                </a:lnTo>
                <a:lnTo>
                  <a:pt x="311610" y="359402"/>
                </a:lnTo>
                <a:lnTo>
                  <a:pt x="323088" y="359664"/>
                </a:lnTo>
                <a:lnTo>
                  <a:pt x="369434" y="359664"/>
                </a:lnTo>
                <a:lnTo>
                  <a:pt x="368879" y="367212"/>
                </a:lnTo>
                <a:lnTo>
                  <a:pt x="362140" y="383095"/>
                </a:lnTo>
                <a:lnTo>
                  <a:pt x="349972" y="395263"/>
                </a:lnTo>
                <a:lnTo>
                  <a:pt x="332232" y="40386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" name="object 24"/>
          <p:cNvSpPr/>
          <p:nvPr/>
        </p:nvSpPr>
        <p:spPr>
          <a:xfrm>
            <a:off x="7313676" y="3649979"/>
            <a:ext cx="356870" cy="401320"/>
          </a:xfrm>
          <a:custGeom>
            <a:avLst/>
            <a:gdLst/>
            <a:ahLst/>
            <a:cxnLst/>
            <a:rect l="l" t="t" r="r" b="b"/>
            <a:pathLst>
              <a:path w="356870" h="401320">
                <a:moveTo>
                  <a:pt x="54864" y="89916"/>
                </a:moveTo>
                <a:lnTo>
                  <a:pt x="44196" y="89916"/>
                </a:lnTo>
                <a:lnTo>
                  <a:pt x="51339" y="61936"/>
                </a:lnTo>
                <a:lnTo>
                  <a:pt x="56769" y="37528"/>
                </a:lnTo>
                <a:lnTo>
                  <a:pt x="60483" y="16835"/>
                </a:lnTo>
                <a:lnTo>
                  <a:pt x="62484" y="0"/>
                </a:lnTo>
                <a:lnTo>
                  <a:pt x="100584" y="19812"/>
                </a:lnTo>
                <a:lnTo>
                  <a:pt x="91725" y="27551"/>
                </a:lnTo>
                <a:lnTo>
                  <a:pt x="81153" y="41719"/>
                </a:lnTo>
                <a:lnTo>
                  <a:pt x="68865" y="62460"/>
                </a:lnTo>
                <a:lnTo>
                  <a:pt x="54864" y="89916"/>
                </a:lnTo>
                <a:close/>
              </a:path>
              <a:path w="356870" h="401320">
                <a:moveTo>
                  <a:pt x="147828" y="190500"/>
                </a:moveTo>
                <a:lnTo>
                  <a:pt x="143256" y="187452"/>
                </a:lnTo>
                <a:lnTo>
                  <a:pt x="160162" y="159972"/>
                </a:lnTo>
                <a:lnTo>
                  <a:pt x="174498" y="134493"/>
                </a:lnTo>
                <a:lnTo>
                  <a:pt x="196596" y="88392"/>
                </a:lnTo>
                <a:lnTo>
                  <a:pt x="211836" y="44958"/>
                </a:lnTo>
                <a:lnTo>
                  <a:pt x="222503" y="1524"/>
                </a:lnTo>
                <a:lnTo>
                  <a:pt x="260603" y="22860"/>
                </a:lnTo>
                <a:lnTo>
                  <a:pt x="252864" y="30837"/>
                </a:lnTo>
                <a:lnTo>
                  <a:pt x="243268" y="45529"/>
                </a:lnTo>
                <a:lnTo>
                  <a:pt x="231671" y="66794"/>
                </a:lnTo>
                <a:lnTo>
                  <a:pt x="217932" y="94488"/>
                </a:lnTo>
                <a:lnTo>
                  <a:pt x="348996" y="94488"/>
                </a:lnTo>
                <a:lnTo>
                  <a:pt x="356616" y="102108"/>
                </a:lnTo>
                <a:lnTo>
                  <a:pt x="352806" y="105156"/>
                </a:lnTo>
                <a:lnTo>
                  <a:pt x="214884" y="105156"/>
                </a:lnTo>
                <a:lnTo>
                  <a:pt x="198620" y="129420"/>
                </a:lnTo>
                <a:lnTo>
                  <a:pt x="181927" y="151828"/>
                </a:lnTo>
                <a:lnTo>
                  <a:pt x="164949" y="172235"/>
                </a:lnTo>
                <a:lnTo>
                  <a:pt x="147828" y="190500"/>
                </a:lnTo>
                <a:close/>
              </a:path>
              <a:path w="356870" h="401320">
                <a:moveTo>
                  <a:pt x="146812" y="89916"/>
                </a:moveTo>
                <a:lnTo>
                  <a:pt x="111252" y="89916"/>
                </a:lnTo>
                <a:lnTo>
                  <a:pt x="129540" y="71628"/>
                </a:lnTo>
                <a:lnTo>
                  <a:pt x="146812" y="89916"/>
                </a:lnTo>
                <a:close/>
              </a:path>
              <a:path w="356870" h="401320">
                <a:moveTo>
                  <a:pt x="0" y="397764"/>
                </a:moveTo>
                <a:lnTo>
                  <a:pt x="820" y="359664"/>
                </a:lnTo>
                <a:lnTo>
                  <a:pt x="917" y="353568"/>
                </a:lnTo>
                <a:lnTo>
                  <a:pt x="1333" y="316230"/>
                </a:lnTo>
                <a:lnTo>
                  <a:pt x="1425" y="176784"/>
                </a:lnTo>
                <a:lnTo>
                  <a:pt x="1301" y="151828"/>
                </a:lnTo>
                <a:lnTo>
                  <a:pt x="881" y="114681"/>
                </a:lnTo>
                <a:lnTo>
                  <a:pt x="0" y="74676"/>
                </a:lnTo>
                <a:lnTo>
                  <a:pt x="25908" y="89916"/>
                </a:lnTo>
                <a:lnTo>
                  <a:pt x="146812" y="89916"/>
                </a:lnTo>
                <a:lnTo>
                  <a:pt x="155448" y="99060"/>
                </a:lnTo>
                <a:lnTo>
                  <a:pt x="153162" y="100584"/>
                </a:lnTo>
                <a:lnTo>
                  <a:pt x="24384" y="100584"/>
                </a:lnTo>
                <a:lnTo>
                  <a:pt x="24384" y="211836"/>
                </a:lnTo>
                <a:lnTo>
                  <a:pt x="137464" y="211836"/>
                </a:lnTo>
                <a:lnTo>
                  <a:pt x="137527" y="222504"/>
                </a:lnTo>
                <a:lnTo>
                  <a:pt x="24384" y="222504"/>
                </a:lnTo>
                <a:lnTo>
                  <a:pt x="24384" y="342900"/>
                </a:lnTo>
                <a:lnTo>
                  <a:pt x="138496" y="342900"/>
                </a:lnTo>
                <a:lnTo>
                  <a:pt x="138564" y="353568"/>
                </a:lnTo>
                <a:lnTo>
                  <a:pt x="24384" y="353568"/>
                </a:lnTo>
                <a:lnTo>
                  <a:pt x="24384" y="384048"/>
                </a:lnTo>
                <a:lnTo>
                  <a:pt x="0" y="397764"/>
                </a:lnTo>
                <a:close/>
              </a:path>
              <a:path w="356870" h="401320">
                <a:moveTo>
                  <a:pt x="348996" y="94488"/>
                </a:moveTo>
                <a:lnTo>
                  <a:pt x="310896" y="94488"/>
                </a:lnTo>
                <a:lnTo>
                  <a:pt x="330708" y="76200"/>
                </a:lnTo>
                <a:lnTo>
                  <a:pt x="348996" y="94488"/>
                </a:lnTo>
                <a:close/>
              </a:path>
              <a:path w="356870" h="401320">
                <a:moveTo>
                  <a:pt x="137464" y="211836"/>
                </a:moveTo>
                <a:lnTo>
                  <a:pt x="114300" y="211836"/>
                </a:lnTo>
                <a:lnTo>
                  <a:pt x="114300" y="100584"/>
                </a:lnTo>
                <a:lnTo>
                  <a:pt x="153162" y="100584"/>
                </a:lnTo>
                <a:lnTo>
                  <a:pt x="137160" y="111252"/>
                </a:lnTo>
                <a:lnTo>
                  <a:pt x="137284" y="170688"/>
                </a:lnTo>
                <a:lnTo>
                  <a:pt x="137385" y="198310"/>
                </a:lnTo>
                <a:lnTo>
                  <a:pt x="137464" y="211836"/>
                </a:lnTo>
                <a:close/>
              </a:path>
              <a:path w="356870" h="401320">
                <a:moveTo>
                  <a:pt x="327433" y="359664"/>
                </a:moveTo>
                <a:lnTo>
                  <a:pt x="283464" y="359664"/>
                </a:lnTo>
                <a:lnTo>
                  <a:pt x="292631" y="357687"/>
                </a:lnTo>
                <a:lnTo>
                  <a:pt x="299656" y="351853"/>
                </a:lnTo>
                <a:lnTo>
                  <a:pt x="309252" y="304038"/>
                </a:lnTo>
                <a:lnTo>
                  <a:pt x="311086" y="258318"/>
                </a:lnTo>
                <a:lnTo>
                  <a:pt x="313173" y="193047"/>
                </a:lnTo>
                <a:lnTo>
                  <a:pt x="315467" y="105156"/>
                </a:lnTo>
                <a:lnTo>
                  <a:pt x="352806" y="105156"/>
                </a:lnTo>
                <a:lnTo>
                  <a:pt x="341376" y="114300"/>
                </a:lnTo>
                <a:lnTo>
                  <a:pt x="339547" y="188561"/>
                </a:lnTo>
                <a:lnTo>
                  <a:pt x="337718" y="248631"/>
                </a:lnTo>
                <a:lnTo>
                  <a:pt x="335889" y="294583"/>
                </a:lnTo>
                <a:lnTo>
                  <a:pt x="334060" y="326489"/>
                </a:lnTo>
                <a:lnTo>
                  <a:pt x="332232" y="344424"/>
                </a:lnTo>
                <a:lnTo>
                  <a:pt x="328517" y="357020"/>
                </a:lnTo>
                <a:lnTo>
                  <a:pt x="327433" y="359664"/>
                </a:lnTo>
                <a:close/>
              </a:path>
              <a:path w="356870" h="401320">
                <a:moveTo>
                  <a:pt x="231648" y="268224"/>
                </a:moveTo>
                <a:lnTo>
                  <a:pt x="230124" y="268224"/>
                </a:lnTo>
                <a:lnTo>
                  <a:pt x="226956" y="266771"/>
                </a:lnTo>
                <a:lnTo>
                  <a:pt x="224218" y="262318"/>
                </a:lnTo>
                <a:lnTo>
                  <a:pt x="221765" y="254722"/>
                </a:lnTo>
                <a:lnTo>
                  <a:pt x="219456" y="243840"/>
                </a:lnTo>
                <a:lnTo>
                  <a:pt x="214884" y="226718"/>
                </a:lnTo>
                <a:lnTo>
                  <a:pt x="208026" y="209740"/>
                </a:lnTo>
                <a:lnTo>
                  <a:pt x="198882" y="193047"/>
                </a:lnTo>
                <a:lnTo>
                  <a:pt x="187452" y="176784"/>
                </a:lnTo>
                <a:lnTo>
                  <a:pt x="192024" y="170688"/>
                </a:lnTo>
                <a:lnTo>
                  <a:pt x="224980" y="198310"/>
                </a:lnTo>
                <a:lnTo>
                  <a:pt x="246888" y="234696"/>
                </a:lnTo>
                <a:lnTo>
                  <a:pt x="246888" y="246888"/>
                </a:lnTo>
                <a:lnTo>
                  <a:pt x="245364" y="254508"/>
                </a:lnTo>
                <a:lnTo>
                  <a:pt x="240791" y="260603"/>
                </a:lnTo>
                <a:lnTo>
                  <a:pt x="236220" y="265176"/>
                </a:lnTo>
                <a:lnTo>
                  <a:pt x="231648" y="268224"/>
                </a:lnTo>
                <a:close/>
              </a:path>
              <a:path w="356870" h="401320">
                <a:moveTo>
                  <a:pt x="138496" y="342900"/>
                </a:moveTo>
                <a:lnTo>
                  <a:pt x="114300" y="342900"/>
                </a:lnTo>
                <a:lnTo>
                  <a:pt x="114300" y="222504"/>
                </a:lnTo>
                <a:lnTo>
                  <a:pt x="137527" y="222504"/>
                </a:lnTo>
                <a:lnTo>
                  <a:pt x="137652" y="243840"/>
                </a:lnTo>
                <a:lnTo>
                  <a:pt x="138496" y="342900"/>
                </a:lnTo>
                <a:close/>
              </a:path>
              <a:path w="356870" h="401320">
                <a:moveTo>
                  <a:pt x="278891" y="400812"/>
                </a:moveTo>
                <a:lnTo>
                  <a:pt x="271772" y="387953"/>
                </a:lnTo>
                <a:lnTo>
                  <a:pt x="259651" y="376809"/>
                </a:lnTo>
                <a:lnTo>
                  <a:pt x="242673" y="367379"/>
                </a:lnTo>
                <a:lnTo>
                  <a:pt x="220979" y="359664"/>
                </a:lnTo>
                <a:lnTo>
                  <a:pt x="220979" y="350520"/>
                </a:lnTo>
                <a:lnTo>
                  <a:pt x="241244" y="354520"/>
                </a:lnTo>
                <a:lnTo>
                  <a:pt x="258508" y="357378"/>
                </a:lnTo>
                <a:lnTo>
                  <a:pt x="272629" y="359092"/>
                </a:lnTo>
                <a:lnTo>
                  <a:pt x="283464" y="359664"/>
                </a:lnTo>
                <a:lnTo>
                  <a:pt x="327433" y="359664"/>
                </a:lnTo>
                <a:lnTo>
                  <a:pt x="324231" y="367474"/>
                </a:lnTo>
                <a:lnTo>
                  <a:pt x="289726" y="396240"/>
                </a:lnTo>
                <a:lnTo>
                  <a:pt x="278891" y="400812"/>
                </a:lnTo>
                <a:close/>
              </a:path>
              <a:path w="356870" h="401320">
                <a:moveTo>
                  <a:pt x="114300" y="390144"/>
                </a:moveTo>
                <a:lnTo>
                  <a:pt x="114300" y="353568"/>
                </a:lnTo>
                <a:lnTo>
                  <a:pt x="138564" y="353568"/>
                </a:lnTo>
                <a:lnTo>
                  <a:pt x="138684" y="376428"/>
                </a:lnTo>
                <a:lnTo>
                  <a:pt x="114300" y="39014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" name="object 25"/>
          <p:cNvSpPr/>
          <p:nvPr/>
        </p:nvSpPr>
        <p:spPr>
          <a:xfrm>
            <a:off x="7729728" y="3654551"/>
            <a:ext cx="398145" cy="394970"/>
          </a:xfrm>
          <a:custGeom>
            <a:avLst/>
            <a:gdLst/>
            <a:ahLst/>
            <a:cxnLst/>
            <a:rect l="l" t="t" r="r" b="b"/>
            <a:pathLst>
              <a:path w="398145" h="394970">
                <a:moveTo>
                  <a:pt x="306628" y="16764"/>
                </a:moveTo>
                <a:lnTo>
                  <a:pt x="271272" y="16764"/>
                </a:lnTo>
                <a:lnTo>
                  <a:pt x="286512" y="0"/>
                </a:lnTo>
                <a:lnTo>
                  <a:pt x="306628" y="16764"/>
                </a:lnTo>
                <a:close/>
              </a:path>
              <a:path w="398145" h="394970">
                <a:moveTo>
                  <a:pt x="97536" y="176784"/>
                </a:moveTo>
                <a:lnTo>
                  <a:pt x="98417" y="155305"/>
                </a:lnTo>
                <a:lnTo>
                  <a:pt x="98869" y="134112"/>
                </a:lnTo>
                <a:lnTo>
                  <a:pt x="99022" y="114681"/>
                </a:lnTo>
                <a:lnTo>
                  <a:pt x="99036" y="69675"/>
                </a:lnTo>
                <a:lnTo>
                  <a:pt x="98869" y="47625"/>
                </a:lnTo>
                <a:lnTo>
                  <a:pt x="98417" y="25003"/>
                </a:lnTo>
                <a:lnTo>
                  <a:pt x="97536" y="1524"/>
                </a:lnTo>
                <a:lnTo>
                  <a:pt x="124968" y="16764"/>
                </a:lnTo>
                <a:lnTo>
                  <a:pt x="306628" y="16764"/>
                </a:lnTo>
                <a:lnTo>
                  <a:pt x="313944" y="22860"/>
                </a:lnTo>
                <a:lnTo>
                  <a:pt x="308229" y="27432"/>
                </a:lnTo>
                <a:lnTo>
                  <a:pt x="123444" y="27432"/>
                </a:lnTo>
                <a:lnTo>
                  <a:pt x="123444" y="77724"/>
                </a:lnTo>
                <a:lnTo>
                  <a:pt x="298935" y="77724"/>
                </a:lnTo>
                <a:lnTo>
                  <a:pt x="299079" y="88392"/>
                </a:lnTo>
                <a:lnTo>
                  <a:pt x="123444" y="88392"/>
                </a:lnTo>
                <a:lnTo>
                  <a:pt x="123444" y="140208"/>
                </a:lnTo>
                <a:lnTo>
                  <a:pt x="299959" y="140208"/>
                </a:lnTo>
                <a:lnTo>
                  <a:pt x="300108" y="150876"/>
                </a:lnTo>
                <a:lnTo>
                  <a:pt x="123444" y="150876"/>
                </a:lnTo>
                <a:lnTo>
                  <a:pt x="123444" y="166116"/>
                </a:lnTo>
                <a:lnTo>
                  <a:pt x="97536" y="176784"/>
                </a:lnTo>
                <a:close/>
              </a:path>
              <a:path w="398145" h="394970">
                <a:moveTo>
                  <a:pt x="298935" y="77724"/>
                </a:moveTo>
                <a:lnTo>
                  <a:pt x="274320" y="77724"/>
                </a:lnTo>
                <a:lnTo>
                  <a:pt x="274320" y="27432"/>
                </a:lnTo>
                <a:lnTo>
                  <a:pt x="308229" y="27432"/>
                </a:lnTo>
                <a:lnTo>
                  <a:pt x="298704" y="35052"/>
                </a:lnTo>
                <a:lnTo>
                  <a:pt x="298935" y="77724"/>
                </a:lnTo>
                <a:close/>
              </a:path>
              <a:path w="398145" h="394970">
                <a:moveTo>
                  <a:pt x="299959" y="140208"/>
                </a:moveTo>
                <a:lnTo>
                  <a:pt x="274320" y="140208"/>
                </a:lnTo>
                <a:lnTo>
                  <a:pt x="274320" y="88392"/>
                </a:lnTo>
                <a:lnTo>
                  <a:pt x="299079" y="88392"/>
                </a:lnTo>
                <a:lnTo>
                  <a:pt x="299466" y="114681"/>
                </a:lnTo>
                <a:lnTo>
                  <a:pt x="299959" y="140208"/>
                </a:lnTo>
                <a:close/>
              </a:path>
              <a:path w="398145" h="394970">
                <a:moveTo>
                  <a:pt x="274320" y="173736"/>
                </a:moveTo>
                <a:lnTo>
                  <a:pt x="274320" y="150876"/>
                </a:lnTo>
                <a:lnTo>
                  <a:pt x="300108" y="150876"/>
                </a:lnTo>
                <a:lnTo>
                  <a:pt x="300227" y="160020"/>
                </a:lnTo>
                <a:lnTo>
                  <a:pt x="274320" y="173736"/>
                </a:lnTo>
                <a:close/>
              </a:path>
              <a:path w="398145" h="394970">
                <a:moveTo>
                  <a:pt x="21336" y="211836"/>
                </a:moveTo>
                <a:lnTo>
                  <a:pt x="4572" y="196596"/>
                </a:lnTo>
                <a:lnTo>
                  <a:pt x="326136" y="196596"/>
                </a:lnTo>
                <a:lnTo>
                  <a:pt x="353568" y="170688"/>
                </a:lnTo>
                <a:lnTo>
                  <a:pt x="390144" y="207264"/>
                </a:lnTo>
                <a:lnTo>
                  <a:pt x="62484" y="207264"/>
                </a:lnTo>
                <a:lnTo>
                  <a:pt x="51339" y="207549"/>
                </a:lnTo>
                <a:lnTo>
                  <a:pt x="40767" y="208407"/>
                </a:lnTo>
                <a:lnTo>
                  <a:pt x="30765" y="209835"/>
                </a:lnTo>
                <a:lnTo>
                  <a:pt x="21336" y="211836"/>
                </a:lnTo>
                <a:close/>
              </a:path>
              <a:path w="398145" h="394970">
                <a:moveTo>
                  <a:pt x="213360" y="341376"/>
                </a:moveTo>
                <a:lnTo>
                  <a:pt x="188976" y="341376"/>
                </a:lnTo>
                <a:lnTo>
                  <a:pt x="188976" y="207264"/>
                </a:lnTo>
                <a:lnTo>
                  <a:pt x="213360" y="207264"/>
                </a:lnTo>
                <a:lnTo>
                  <a:pt x="213360" y="266699"/>
                </a:lnTo>
                <a:lnTo>
                  <a:pt x="350084" y="266699"/>
                </a:lnTo>
                <a:lnTo>
                  <a:pt x="359664" y="275844"/>
                </a:lnTo>
                <a:lnTo>
                  <a:pt x="213360" y="275844"/>
                </a:lnTo>
                <a:lnTo>
                  <a:pt x="213360" y="341376"/>
                </a:lnTo>
                <a:close/>
              </a:path>
              <a:path w="398145" h="394970">
                <a:moveTo>
                  <a:pt x="3048" y="394716"/>
                </a:moveTo>
                <a:lnTo>
                  <a:pt x="0" y="390144"/>
                </a:lnTo>
                <a:lnTo>
                  <a:pt x="34290" y="356973"/>
                </a:lnTo>
                <a:lnTo>
                  <a:pt x="61722" y="316801"/>
                </a:lnTo>
                <a:lnTo>
                  <a:pt x="82296" y="269486"/>
                </a:lnTo>
                <a:lnTo>
                  <a:pt x="96012" y="214884"/>
                </a:lnTo>
                <a:lnTo>
                  <a:pt x="134112" y="237744"/>
                </a:lnTo>
                <a:lnTo>
                  <a:pt x="126492" y="242316"/>
                </a:lnTo>
                <a:lnTo>
                  <a:pt x="121920" y="248411"/>
                </a:lnTo>
                <a:lnTo>
                  <a:pt x="118872" y="254508"/>
                </a:lnTo>
                <a:lnTo>
                  <a:pt x="115681" y="258794"/>
                </a:lnTo>
                <a:lnTo>
                  <a:pt x="112776" y="264795"/>
                </a:lnTo>
                <a:lnTo>
                  <a:pt x="109870" y="272510"/>
                </a:lnTo>
                <a:lnTo>
                  <a:pt x="106680" y="281940"/>
                </a:lnTo>
                <a:lnTo>
                  <a:pt x="114887" y="291084"/>
                </a:lnTo>
                <a:lnTo>
                  <a:pt x="100584" y="291084"/>
                </a:lnTo>
                <a:lnTo>
                  <a:pt x="82343" y="324207"/>
                </a:lnTo>
                <a:lnTo>
                  <a:pt x="59817" y="352615"/>
                </a:lnTo>
                <a:lnTo>
                  <a:pt x="33289" y="376166"/>
                </a:lnTo>
                <a:lnTo>
                  <a:pt x="3048" y="394716"/>
                </a:lnTo>
                <a:close/>
              </a:path>
              <a:path w="398145" h="394970">
                <a:moveTo>
                  <a:pt x="350084" y="266699"/>
                </a:moveTo>
                <a:lnTo>
                  <a:pt x="304800" y="266699"/>
                </a:lnTo>
                <a:lnTo>
                  <a:pt x="326136" y="243840"/>
                </a:lnTo>
                <a:lnTo>
                  <a:pt x="350084" y="266699"/>
                </a:lnTo>
                <a:close/>
              </a:path>
              <a:path w="398145" h="394970">
                <a:moveTo>
                  <a:pt x="362712" y="390144"/>
                </a:moveTo>
                <a:lnTo>
                  <a:pt x="315872" y="387310"/>
                </a:lnTo>
                <a:lnTo>
                  <a:pt x="276034" y="383476"/>
                </a:lnTo>
                <a:lnTo>
                  <a:pt x="217932" y="373380"/>
                </a:lnTo>
                <a:lnTo>
                  <a:pt x="179451" y="358140"/>
                </a:lnTo>
                <a:lnTo>
                  <a:pt x="135302" y="327731"/>
                </a:lnTo>
                <a:lnTo>
                  <a:pt x="100584" y="291084"/>
                </a:lnTo>
                <a:lnTo>
                  <a:pt x="114887" y="291084"/>
                </a:lnTo>
                <a:lnTo>
                  <a:pt x="122324" y="299370"/>
                </a:lnTo>
                <a:lnTo>
                  <a:pt x="141541" y="315087"/>
                </a:lnTo>
                <a:lnTo>
                  <a:pt x="163901" y="329088"/>
                </a:lnTo>
                <a:lnTo>
                  <a:pt x="188976" y="341376"/>
                </a:lnTo>
                <a:lnTo>
                  <a:pt x="213360" y="341376"/>
                </a:lnTo>
                <a:lnTo>
                  <a:pt x="213360" y="347472"/>
                </a:lnTo>
                <a:lnTo>
                  <a:pt x="231052" y="351472"/>
                </a:lnTo>
                <a:lnTo>
                  <a:pt x="252031" y="354330"/>
                </a:lnTo>
                <a:lnTo>
                  <a:pt x="276153" y="356044"/>
                </a:lnTo>
                <a:lnTo>
                  <a:pt x="331327" y="357211"/>
                </a:lnTo>
                <a:lnTo>
                  <a:pt x="397764" y="357211"/>
                </a:lnTo>
                <a:lnTo>
                  <a:pt x="397764" y="361188"/>
                </a:lnTo>
                <a:lnTo>
                  <a:pt x="384357" y="365498"/>
                </a:lnTo>
                <a:lnTo>
                  <a:pt x="373951" y="371665"/>
                </a:lnTo>
                <a:lnTo>
                  <a:pt x="366688" y="379833"/>
                </a:lnTo>
                <a:lnTo>
                  <a:pt x="362712" y="390144"/>
                </a:lnTo>
                <a:close/>
              </a:path>
              <a:path w="398145" h="394970">
                <a:moveTo>
                  <a:pt x="397764" y="357211"/>
                </a:moveTo>
                <a:lnTo>
                  <a:pt x="331327" y="357211"/>
                </a:lnTo>
                <a:lnTo>
                  <a:pt x="356235" y="356806"/>
                </a:lnTo>
                <a:lnTo>
                  <a:pt x="378285" y="355544"/>
                </a:lnTo>
                <a:lnTo>
                  <a:pt x="397764" y="353568"/>
                </a:lnTo>
                <a:lnTo>
                  <a:pt x="397764" y="35721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" name="object 26"/>
          <p:cNvSpPr/>
          <p:nvPr/>
        </p:nvSpPr>
        <p:spPr>
          <a:xfrm>
            <a:off x="8183880" y="3671315"/>
            <a:ext cx="382905" cy="382905"/>
          </a:xfrm>
          <a:custGeom>
            <a:avLst/>
            <a:gdLst/>
            <a:ahLst/>
            <a:cxnLst/>
            <a:rect l="l" t="t" r="r" b="b"/>
            <a:pathLst>
              <a:path w="382904" h="382904">
                <a:moveTo>
                  <a:pt x="109728" y="32003"/>
                </a:moveTo>
                <a:lnTo>
                  <a:pt x="92964" y="16763"/>
                </a:lnTo>
                <a:lnTo>
                  <a:pt x="211836" y="16763"/>
                </a:lnTo>
                <a:lnTo>
                  <a:pt x="224028" y="0"/>
                </a:lnTo>
                <a:lnTo>
                  <a:pt x="248412" y="19811"/>
                </a:lnTo>
                <a:lnTo>
                  <a:pt x="241445" y="25907"/>
                </a:lnTo>
                <a:lnTo>
                  <a:pt x="150876" y="25907"/>
                </a:lnTo>
                <a:lnTo>
                  <a:pt x="139731" y="26431"/>
                </a:lnTo>
                <a:lnTo>
                  <a:pt x="129159" y="27812"/>
                </a:lnTo>
                <a:lnTo>
                  <a:pt x="119157" y="29765"/>
                </a:lnTo>
                <a:lnTo>
                  <a:pt x="109728" y="32003"/>
                </a:lnTo>
                <a:close/>
              </a:path>
              <a:path w="382904" h="382904">
                <a:moveTo>
                  <a:pt x="0" y="288035"/>
                </a:moveTo>
                <a:lnTo>
                  <a:pt x="200" y="256031"/>
                </a:lnTo>
                <a:lnTo>
                  <a:pt x="301" y="245363"/>
                </a:lnTo>
                <a:lnTo>
                  <a:pt x="1285" y="172307"/>
                </a:lnTo>
                <a:lnTo>
                  <a:pt x="1445" y="145708"/>
                </a:lnTo>
                <a:lnTo>
                  <a:pt x="1500" y="95130"/>
                </a:lnTo>
                <a:lnTo>
                  <a:pt x="955" y="45719"/>
                </a:lnTo>
                <a:lnTo>
                  <a:pt x="0" y="25907"/>
                </a:lnTo>
                <a:lnTo>
                  <a:pt x="22860" y="41148"/>
                </a:lnTo>
                <a:lnTo>
                  <a:pt x="95308" y="41148"/>
                </a:lnTo>
                <a:lnTo>
                  <a:pt x="100584" y="45719"/>
                </a:lnTo>
                <a:lnTo>
                  <a:pt x="95358" y="50291"/>
                </a:lnTo>
                <a:lnTo>
                  <a:pt x="22860" y="50291"/>
                </a:lnTo>
                <a:lnTo>
                  <a:pt x="22860" y="213359"/>
                </a:lnTo>
                <a:lnTo>
                  <a:pt x="88637" y="213359"/>
                </a:lnTo>
                <a:lnTo>
                  <a:pt x="88901" y="222503"/>
                </a:lnTo>
                <a:lnTo>
                  <a:pt x="22860" y="222503"/>
                </a:lnTo>
                <a:lnTo>
                  <a:pt x="22860" y="277367"/>
                </a:lnTo>
                <a:lnTo>
                  <a:pt x="0" y="288035"/>
                </a:lnTo>
                <a:close/>
              </a:path>
              <a:path w="382904" h="382904">
                <a:moveTo>
                  <a:pt x="95308" y="41148"/>
                </a:moveTo>
                <a:lnTo>
                  <a:pt x="65532" y="41148"/>
                </a:lnTo>
                <a:lnTo>
                  <a:pt x="77724" y="25907"/>
                </a:lnTo>
                <a:lnTo>
                  <a:pt x="95308" y="41148"/>
                </a:lnTo>
                <a:close/>
              </a:path>
              <a:path w="382904" h="382904">
                <a:moveTo>
                  <a:pt x="172212" y="114299"/>
                </a:moveTo>
                <a:lnTo>
                  <a:pt x="150876" y="114299"/>
                </a:lnTo>
                <a:lnTo>
                  <a:pt x="150876" y="25907"/>
                </a:lnTo>
                <a:lnTo>
                  <a:pt x="172212" y="25907"/>
                </a:lnTo>
                <a:lnTo>
                  <a:pt x="172212" y="114299"/>
                </a:lnTo>
                <a:close/>
              </a:path>
              <a:path w="382904" h="382904">
                <a:moveTo>
                  <a:pt x="120396" y="128015"/>
                </a:moveTo>
                <a:lnTo>
                  <a:pt x="105156" y="114299"/>
                </a:lnTo>
                <a:lnTo>
                  <a:pt x="213360" y="114299"/>
                </a:lnTo>
                <a:lnTo>
                  <a:pt x="213360" y="25907"/>
                </a:lnTo>
                <a:lnTo>
                  <a:pt x="241445" y="25907"/>
                </a:lnTo>
                <a:lnTo>
                  <a:pt x="236220" y="30479"/>
                </a:lnTo>
                <a:lnTo>
                  <a:pt x="236220" y="123443"/>
                </a:lnTo>
                <a:lnTo>
                  <a:pt x="138684" y="123443"/>
                </a:lnTo>
                <a:lnTo>
                  <a:pt x="120396" y="128015"/>
                </a:lnTo>
                <a:close/>
              </a:path>
              <a:path w="382904" h="382904">
                <a:moveTo>
                  <a:pt x="88637" y="213359"/>
                </a:moveTo>
                <a:lnTo>
                  <a:pt x="67056" y="213359"/>
                </a:lnTo>
                <a:lnTo>
                  <a:pt x="67056" y="50291"/>
                </a:lnTo>
                <a:lnTo>
                  <a:pt x="95358" y="50291"/>
                </a:lnTo>
                <a:lnTo>
                  <a:pt x="88392" y="56387"/>
                </a:lnTo>
                <a:lnTo>
                  <a:pt x="88488" y="204215"/>
                </a:lnTo>
                <a:lnTo>
                  <a:pt x="88582" y="211454"/>
                </a:lnTo>
                <a:lnTo>
                  <a:pt x="88637" y="213359"/>
                </a:lnTo>
                <a:close/>
              </a:path>
              <a:path w="382904" h="382904">
                <a:moveTo>
                  <a:pt x="167640" y="204215"/>
                </a:moveTo>
                <a:lnTo>
                  <a:pt x="147828" y="204215"/>
                </a:lnTo>
                <a:lnTo>
                  <a:pt x="148947" y="185380"/>
                </a:lnTo>
                <a:lnTo>
                  <a:pt x="149923" y="165544"/>
                </a:lnTo>
                <a:lnTo>
                  <a:pt x="150614" y="144851"/>
                </a:lnTo>
                <a:lnTo>
                  <a:pt x="150876" y="123443"/>
                </a:lnTo>
                <a:lnTo>
                  <a:pt x="172212" y="123443"/>
                </a:lnTo>
                <a:lnTo>
                  <a:pt x="171926" y="145708"/>
                </a:lnTo>
                <a:lnTo>
                  <a:pt x="171069" y="166687"/>
                </a:lnTo>
                <a:lnTo>
                  <a:pt x="169640" y="186237"/>
                </a:lnTo>
                <a:lnTo>
                  <a:pt x="167640" y="204215"/>
                </a:lnTo>
                <a:close/>
              </a:path>
              <a:path w="382904" h="382904">
                <a:moveTo>
                  <a:pt x="114300" y="217931"/>
                </a:moveTo>
                <a:lnTo>
                  <a:pt x="100584" y="204215"/>
                </a:lnTo>
                <a:lnTo>
                  <a:pt x="213360" y="204215"/>
                </a:lnTo>
                <a:lnTo>
                  <a:pt x="213360" y="123443"/>
                </a:lnTo>
                <a:lnTo>
                  <a:pt x="236220" y="123443"/>
                </a:lnTo>
                <a:lnTo>
                  <a:pt x="236220" y="190499"/>
                </a:lnTo>
                <a:lnTo>
                  <a:pt x="235809" y="214883"/>
                </a:lnTo>
                <a:lnTo>
                  <a:pt x="134112" y="214883"/>
                </a:lnTo>
                <a:lnTo>
                  <a:pt x="114300" y="217931"/>
                </a:lnTo>
                <a:close/>
              </a:path>
              <a:path w="382904" h="382904">
                <a:moveTo>
                  <a:pt x="47244" y="382524"/>
                </a:moveTo>
                <a:lnTo>
                  <a:pt x="42672" y="377952"/>
                </a:lnTo>
                <a:lnTo>
                  <a:pt x="63246" y="361378"/>
                </a:lnTo>
                <a:lnTo>
                  <a:pt x="81534" y="343662"/>
                </a:lnTo>
                <a:lnTo>
                  <a:pt x="111252" y="304799"/>
                </a:lnTo>
                <a:lnTo>
                  <a:pt x="132778" y="261556"/>
                </a:lnTo>
                <a:lnTo>
                  <a:pt x="146304" y="214883"/>
                </a:lnTo>
                <a:lnTo>
                  <a:pt x="166116" y="214883"/>
                </a:lnTo>
                <a:lnTo>
                  <a:pt x="151257" y="268414"/>
                </a:lnTo>
                <a:lnTo>
                  <a:pt x="124968" y="313943"/>
                </a:lnTo>
                <a:lnTo>
                  <a:pt x="89535" y="352806"/>
                </a:lnTo>
                <a:lnTo>
                  <a:pt x="69246" y="368808"/>
                </a:lnTo>
                <a:lnTo>
                  <a:pt x="47244" y="382524"/>
                </a:lnTo>
                <a:close/>
              </a:path>
              <a:path w="382904" h="382904">
                <a:moveTo>
                  <a:pt x="224447" y="324612"/>
                </a:moveTo>
                <a:lnTo>
                  <a:pt x="192024" y="324612"/>
                </a:lnTo>
                <a:lnTo>
                  <a:pt x="196596" y="323088"/>
                </a:lnTo>
                <a:lnTo>
                  <a:pt x="198120" y="321564"/>
                </a:lnTo>
                <a:lnTo>
                  <a:pt x="209288" y="283463"/>
                </a:lnTo>
                <a:lnTo>
                  <a:pt x="212178" y="242577"/>
                </a:lnTo>
                <a:lnTo>
                  <a:pt x="213360" y="214883"/>
                </a:lnTo>
                <a:lnTo>
                  <a:pt x="235809" y="214883"/>
                </a:lnTo>
                <a:lnTo>
                  <a:pt x="235386" y="239982"/>
                </a:lnTo>
                <a:lnTo>
                  <a:pt x="232981" y="278891"/>
                </a:lnTo>
                <a:lnTo>
                  <a:pt x="229147" y="307514"/>
                </a:lnTo>
                <a:lnTo>
                  <a:pt x="224447" y="324612"/>
                </a:lnTo>
                <a:close/>
              </a:path>
              <a:path w="382904" h="382904">
                <a:moveTo>
                  <a:pt x="67056" y="256031"/>
                </a:moveTo>
                <a:lnTo>
                  <a:pt x="67056" y="222503"/>
                </a:lnTo>
                <a:lnTo>
                  <a:pt x="88901" y="222503"/>
                </a:lnTo>
                <a:lnTo>
                  <a:pt x="89034" y="227123"/>
                </a:lnTo>
                <a:lnTo>
                  <a:pt x="89916" y="245363"/>
                </a:lnTo>
                <a:lnTo>
                  <a:pt x="67056" y="256031"/>
                </a:lnTo>
                <a:close/>
              </a:path>
              <a:path w="382904" h="382904">
                <a:moveTo>
                  <a:pt x="178308" y="361188"/>
                </a:moveTo>
                <a:lnTo>
                  <a:pt x="177736" y="352639"/>
                </a:lnTo>
                <a:lnTo>
                  <a:pt x="171450" y="343090"/>
                </a:lnTo>
                <a:lnTo>
                  <a:pt x="159448" y="332684"/>
                </a:lnTo>
                <a:lnTo>
                  <a:pt x="141732" y="321564"/>
                </a:lnTo>
                <a:lnTo>
                  <a:pt x="144780" y="315467"/>
                </a:lnTo>
                <a:lnTo>
                  <a:pt x="158757" y="319468"/>
                </a:lnTo>
                <a:lnTo>
                  <a:pt x="170878" y="322326"/>
                </a:lnTo>
                <a:lnTo>
                  <a:pt x="180998" y="324040"/>
                </a:lnTo>
                <a:lnTo>
                  <a:pt x="188976" y="324612"/>
                </a:lnTo>
                <a:lnTo>
                  <a:pt x="224447" y="324612"/>
                </a:lnTo>
                <a:lnTo>
                  <a:pt x="224028" y="326136"/>
                </a:lnTo>
                <a:lnTo>
                  <a:pt x="216884" y="337827"/>
                </a:lnTo>
                <a:lnTo>
                  <a:pt x="206883" y="347662"/>
                </a:lnTo>
                <a:lnTo>
                  <a:pt x="194024" y="355496"/>
                </a:lnTo>
                <a:lnTo>
                  <a:pt x="178308" y="361188"/>
                </a:lnTo>
                <a:close/>
              </a:path>
              <a:path w="382904" h="382904">
                <a:moveTo>
                  <a:pt x="370973" y="16763"/>
                </a:moveTo>
                <a:lnTo>
                  <a:pt x="339852" y="16763"/>
                </a:lnTo>
                <a:lnTo>
                  <a:pt x="355092" y="0"/>
                </a:lnTo>
                <a:lnTo>
                  <a:pt x="370973" y="16763"/>
                </a:lnTo>
                <a:close/>
              </a:path>
              <a:path w="382904" h="382904">
                <a:moveTo>
                  <a:pt x="268224" y="376428"/>
                </a:moveTo>
                <a:lnTo>
                  <a:pt x="268462" y="354734"/>
                </a:lnTo>
                <a:lnTo>
                  <a:pt x="269509" y="311919"/>
                </a:lnTo>
                <a:lnTo>
                  <a:pt x="269539" y="309371"/>
                </a:lnTo>
                <a:lnTo>
                  <a:pt x="269637" y="68413"/>
                </a:lnTo>
                <a:lnTo>
                  <a:pt x="269474" y="56387"/>
                </a:lnTo>
                <a:lnTo>
                  <a:pt x="268462" y="19859"/>
                </a:lnTo>
                <a:lnTo>
                  <a:pt x="268224" y="1524"/>
                </a:lnTo>
                <a:lnTo>
                  <a:pt x="289560" y="16763"/>
                </a:lnTo>
                <a:lnTo>
                  <a:pt x="370973" y="16763"/>
                </a:lnTo>
                <a:lnTo>
                  <a:pt x="379636" y="25907"/>
                </a:lnTo>
                <a:lnTo>
                  <a:pt x="289560" y="25907"/>
                </a:lnTo>
                <a:lnTo>
                  <a:pt x="289560" y="364236"/>
                </a:lnTo>
                <a:lnTo>
                  <a:pt x="268224" y="376428"/>
                </a:lnTo>
                <a:close/>
              </a:path>
              <a:path w="382904" h="382904">
                <a:moveTo>
                  <a:pt x="372747" y="274319"/>
                </a:moveTo>
                <a:lnTo>
                  <a:pt x="339852" y="274319"/>
                </a:lnTo>
                <a:lnTo>
                  <a:pt x="345948" y="271271"/>
                </a:lnTo>
                <a:lnTo>
                  <a:pt x="350520" y="268223"/>
                </a:lnTo>
                <a:lnTo>
                  <a:pt x="352520" y="263985"/>
                </a:lnTo>
                <a:lnTo>
                  <a:pt x="353949" y="256031"/>
                </a:lnTo>
                <a:lnTo>
                  <a:pt x="354806" y="244649"/>
                </a:lnTo>
                <a:lnTo>
                  <a:pt x="355092" y="230123"/>
                </a:lnTo>
                <a:lnTo>
                  <a:pt x="351401" y="212431"/>
                </a:lnTo>
                <a:lnTo>
                  <a:pt x="342709" y="191452"/>
                </a:lnTo>
                <a:lnTo>
                  <a:pt x="329160" y="167330"/>
                </a:lnTo>
                <a:lnTo>
                  <a:pt x="310896" y="140207"/>
                </a:lnTo>
                <a:lnTo>
                  <a:pt x="316968" y="121062"/>
                </a:lnTo>
                <a:lnTo>
                  <a:pt x="324040" y="95631"/>
                </a:lnTo>
                <a:lnTo>
                  <a:pt x="332541" y="63912"/>
                </a:lnTo>
                <a:lnTo>
                  <a:pt x="342900" y="25907"/>
                </a:lnTo>
                <a:lnTo>
                  <a:pt x="379636" y="25907"/>
                </a:lnTo>
                <a:lnTo>
                  <a:pt x="382524" y="28955"/>
                </a:lnTo>
                <a:lnTo>
                  <a:pt x="374832" y="33242"/>
                </a:lnTo>
                <a:lnTo>
                  <a:pt x="367855" y="39242"/>
                </a:lnTo>
                <a:lnTo>
                  <a:pt x="342519" y="86296"/>
                </a:lnTo>
                <a:lnTo>
                  <a:pt x="321564" y="140207"/>
                </a:lnTo>
                <a:lnTo>
                  <a:pt x="343828" y="163877"/>
                </a:lnTo>
                <a:lnTo>
                  <a:pt x="360235" y="184403"/>
                </a:lnTo>
                <a:lnTo>
                  <a:pt x="375785" y="225456"/>
                </a:lnTo>
                <a:lnTo>
                  <a:pt x="376428" y="246887"/>
                </a:lnTo>
                <a:lnTo>
                  <a:pt x="375832" y="259746"/>
                </a:lnTo>
                <a:lnTo>
                  <a:pt x="373951" y="270890"/>
                </a:lnTo>
                <a:lnTo>
                  <a:pt x="372747" y="274319"/>
                </a:lnTo>
                <a:close/>
              </a:path>
              <a:path w="382904" h="382904">
                <a:moveTo>
                  <a:pt x="332232" y="309371"/>
                </a:moveTo>
                <a:lnTo>
                  <a:pt x="329350" y="299442"/>
                </a:lnTo>
                <a:lnTo>
                  <a:pt x="322897" y="290512"/>
                </a:lnTo>
                <a:lnTo>
                  <a:pt x="312729" y="283011"/>
                </a:lnTo>
                <a:lnTo>
                  <a:pt x="298704" y="277367"/>
                </a:lnTo>
                <a:lnTo>
                  <a:pt x="298704" y="269747"/>
                </a:lnTo>
                <a:lnTo>
                  <a:pt x="308443" y="271748"/>
                </a:lnTo>
                <a:lnTo>
                  <a:pt x="317182" y="273176"/>
                </a:lnTo>
                <a:lnTo>
                  <a:pt x="325064" y="274034"/>
                </a:lnTo>
                <a:lnTo>
                  <a:pt x="332232" y="274319"/>
                </a:lnTo>
                <a:lnTo>
                  <a:pt x="372747" y="274319"/>
                </a:lnTo>
                <a:lnTo>
                  <a:pt x="370641" y="280320"/>
                </a:lnTo>
                <a:lnTo>
                  <a:pt x="365760" y="288035"/>
                </a:lnTo>
                <a:lnTo>
                  <a:pt x="359449" y="295227"/>
                </a:lnTo>
                <a:lnTo>
                  <a:pt x="351853" y="300989"/>
                </a:lnTo>
                <a:lnTo>
                  <a:pt x="342828" y="305609"/>
                </a:lnTo>
                <a:lnTo>
                  <a:pt x="332232" y="30937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" name="object 27"/>
          <p:cNvSpPr/>
          <p:nvPr/>
        </p:nvSpPr>
        <p:spPr>
          <a:xfrm>
            <a:off x="8619744" y="3800855"/>
            <a:ext cx="396240" cy="43180"/>
          </a:xfrm>
          <a:custGeom>
            <a:avLst/>
            <a:gdLst/>
            <a:ahLst/>
            <a:cxnLst/>
            <a:rect l="l" t="t" r="r" b="b"/>
            <a:pathLst>
              <a:path w="396240" h="43179">
                <a:moveTo>
                  <a:pt x="16764" y="42672"/>
                </a:moveTo>
                <a:lnTo>
                  <a:pt x="0" y="27432"/>
                </a:lnTo>
                <a:lnTo>
                  <a:pt x="323087" y="27432"/>
                </a:lnTo>
                <a:lnTo>
                  <a:pt x="358139" y="0"/>
                </a:lnTo>
                <a:lnTo>
                  <a:pt x="396239" y="38100"/>
                </a:lnTo>
                <a:lnTo>
                  <a:pt x="62484" y="38100"/>
                </a:lnTo>
                <a:lnTo>
                  <a:pt x="49339" y="38385"/>
                </a:lnTo>
                <a:lnTo>
                  <a:pt x="37338" y="39243"/>
                </a:lnTo>
                <a:lnTo>
                  <a:pt x="26479" y="40671"/>
                </a:lnTo>
                <a:lnTo>
                  <a:pt x="16764" y="4267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" name="object 28"/>
          <p:cNvSpPr/>
          <p:nvPr/>
        </p:nvSpPr>
        <p:spPr>
          <a:xfrm>
            <a:off x="9061704" y="3645407"/>
            <a:ext cx="848994" cy="413384"/>
          </a:xfrm>
          <a:custGeom>
            <a:avLst/>
            <a:gdLst/>
            <a:ahLst/>
            <a:cxnLst/>
            <a:rect l="l" t="t" r="r" b="b"/>
            <a:pathLst>
              <a:path w="848995" h="413385">
                <a:moveTo>
                  <a:pt x="231648" y="147828"/>
                </a:moveTo>
                <a:lnTo>
                  <a:pt x="188976" y="124968"/>
                </a:lnTo>
                <a:lnTo>
                  <a:pt x="189801" y="144780"/>
                </a:lnTo>
                <a:lnTo>
                  <a:pt x="189915" y="149161"/>
                </a:lnTo>
                <a:lnTo>
                  <a:pt x="190309" y="166878"/>
                </a:lnTo>
                <a:lnTo>
                  <a:pt x="190436" y="180403"/>
                </a:lnTo>
                <a:lnTo>
                  <a:pt x="190347" y="347357"/>
                </a:lnTo>
                <a:lnTo>
                  <a:pt x="190309" y="353377"/>
                </a:lnTo>
                <a:lnTo>
                  <a:pt x="189852" y="380415"/>
                </a:lnTo>
                <a:lnTo>
                  <a:pt x="188976" y="413004"/>
                </a:lnTo>
                <a:lnTo>
                  <a:pt x="219456" y="394716"/>
                </a:lnTo>
                <a:lnTo>
                  <a:pt x="218567" y="378739"/>
                </a:lnTo>
                <a:lnTo>
                  <a:pt x="218122" y="362902"/>
                </a:lnTo>
                <a:lnTo>
                  <a:pt x="218008" y="353377"/>
                </a:lnTo>
                <a:lnTo>
                  <a:pt x="217932" y="158496"/>
                </a:lnTo>
                <a:lnTo>
                  <a:pt x="231648" y="147828"/>
                </a:lnTo>
                <a:close/>
              </a:path>
              <a:path w="848995" h="413385">
                <a:moveTo>
                  <a:pt x="408432" y="181356"/>
                </a:moveTo>
                <a:lnTo>
                  <a:pt x="360807" y="166878"/>
                </a:lnTo>
                <a:lnTo>
                  <a:pt x="310896" y="138684"/>
                </a:lnTo>
                <a:lnTo>
                  <a:pt x="260223" y="93916"/>
                </a:lnTo>
                <a:lnTo>
                  <a:pt x="219570" y="42672"/>
                </a:lnTo>
                <a:lnTo>
                  <a:pt x="211836" y="32004"/>
                </a:lnTo>
                <a:lnTo>
                  <a:pt x="227076" y="21336"/>
                </a:lnTo>
                <a:lnTo>
                  <a:pt x="190500" y="0"/>
                </a:lnTo>
                <a:lnTo>
                  <a:pt x="180225" y="28003"/>
                </a:lnTo>
                <a:lnTo>
                  <a:pt x="165544" y="57150"/>
                </a:lnTo>
                <a:lnTo>
                  <a:pt x="123444" y="118872"/>
                </a:lnTo>
                <a:lnTo>
                  <a:pt x="97726" y="149161"/>
                </a:lnTo>
                <a:lnTo>
                  <a:pt x="68630" y="175983"/>
                </a:lnTo>
                <a:lnTo>
                  <a:pt x="36004" y="199453"/>
                </a:lnTo>
                <a:lnTo>
                  <a:pt x="0" y="219456"/>
                </a:lnTo>
                <a:lnTo>
                  <a:pt x="1524" y="227076"/>
                </a:lnTo>
                <a:lnTo>
                  <a:pt x="37261" y="210502"/>
                </a:lnTo>
                <a:lnTo>
                  <a:pt x="97320" y="173926"/>
                </a:lnTo>
                <a:lnTo>
                  <a:pt x="144246" y="130759"/>
                </a:lnTo>
                <a:lnTo>
                  <a:pt x="186639" y="75272"/>
                </a:lnTo>
                <a:lnTo>
                  <a:pt x="207264" y="42672"/>
                </a:lnTo>
                <a:lnTo>
                  <a:pt x="225552" y="72986"/>
                </a:lnTo>
                <a:lnTo>
                  <a:pt x="262128" y="123901"/>
                </a:lnTo>
                <a:lnTo>
                  <a:pt x="299580" y="163385"/>
                </a:lnTo>
                <a:lnTo>
                  <a:pt x="343636" y="196011"/>
                </a:lnTo>
                <a:lnTo>
                  <a:pt x="368808" y="210312"/>
                </a:lnTo>
                <a:lnTo>
                  <a:pt x="375640" y="201168"/>
                </a:lnTo>
                <a:lnTo>
                  <a:pt x="384619" y="194310"/>
                </a:lnTo>
                <a:lnTo>
                  <a:pt x="395592" y="189738"/>
                </a:lnTo>
                <a:lnTo>
                  <a:pt x="408432" y="187452"/>
                </a:lnTo>
                <a:lnTo>
                  <a:pt x="408432" y="181356"/>
                </a:lnTo>
                <a:close/>
              </a:path>
              <a:path w="848995" h="413385">
                <a:moveTo>
                  <a:pt x="618731" y="144780"/>
                </a:moveTo>
                <a:lnTo>
                  <a:pt x="589775" y="112776"/>
                </a:lnTo>
                <a:lnTo>
                  <a:pt x="568439" y="134112"/>
                </a:lnTo>
                <a:lnTo>
                  <a:pt x="554723" y="134112"/>
                </a:lnTo>
                <a:lnTo>
                  <a:pt x="554723" y="56388"/>
                </a:lnTo>
                <a:lnTo>
                  <a:pt x="554723" y="51816"/>
                </a:lnTo>
                <a:lnTo>
                  <a:pt x="589013" y="45529"/>
                </a:lnTo>
                <a:lnTo>
                  <a:pt x="602729" y="43459"/>
                </a:lnTo>
                <a:lnTo>
                  <a:pt x="614159" y="42672"/>
                </a:lnTo>
                <a:lnTo>
                  <a:pt x="588251" y="13716"/>
                </a:lnTo>
                <a:lnTo>
                  <a:pt x="546252" y="36652"/>
                </a:lnTo>
                <a:lnTo>
                  <a:pt x="492429" y="51625"/>
                </a:lnTo>
                <a:lnTo>
                  <a:pt x="457187" y="59436"/>
                </a:lnTo>
                <a:lnTo>
                  <a:pt x="458711" y="67056"/>
                </a:lnTo>
                <a:lnTo>
                  <a:pt x="476148" y="63893"/>
                </a:lnTo>
                <a:lnTo>
                  <a:pt x="494144" y="61150"/>
                </a:lnTo>
                <a:lnTo>
                  <a:pt x="512724" y="58699"/>
                </a:lnTo>
                <a:lnTo>
                  <a:pt x="531863" y="56388"/>
                </a:lnTo>
                <a:lnTo>
                  <a:pt x="531863" y="134112"/>
                </a:lnTo>
                <a:lnTo>
                  <a:pt x="449567" y="134112"/>
                </a:lnTo>
                <a:lnTo>
                  <a:pt x="466331" y="149352"/>
                </a:lnTo>
                <a:lnTo>
                  <a:pt x="475767" y="147358"/>
                </a:lnTo>
                <a:lnTo>
                  <a:pt x="485762" y="145923"/>
                </a:lnTo>
                <a:lnTo>
                  <a:pt x="496341" y="145072"/>
                </a:lnTo>
                <a:lnTo>
                  <a:pt x="507479" y="144780"/>
                </a:lnTo>
                <a:lnTo>
                  <a:pt x="530339" y="144780"/>
                </a:lnTo>
                <a:lnTo>
                  <a:pt x="517385" y="187833"/>
                </a:lnTo>
                <a:lnTo>
                  <a:pt x="499859" y="233172"/>
                </a:lnTo>
                <a:lnTo>
                  <a:pt x="476618" y="280416"/>
                </a:lnTo>
                <a:lnTo>
                  <a:pt x="446519" y="327660"/>
                </a:lnTo>
                <a:lnTo>
                  <a:pt x="452615" y="330708"/>
                </a:lnTo>
                <a:lnTo>
                  <a:pt x="476364" y="304419"/>
                </a:lnTo>
                <a:lnTo>
                  <a:pt x="497382" y="275844"/>
                </a:lnTo>
                <a:lnTo>
                  <a:pt x="515848" y="244983"/>
                </a:lnTo>
                <a:lnTo>
                  <a:pt x="531863" y="211836"/>
                </a:lnTo>
                <a:lnTo>
                  <a:pt x="531749" y="310134"/>
                </a:lnTo>
                <a:lnTo>
                  <a:pt x="531634" y="335851"/>
                </a:lnTo>
                <a:lnTo>
                  <a:pt x="531228" y="376643"/>
                </a:lnTo>
                <a:lnTo>
                  <a:pt x="530339" y="413004"/>
                </a:lnTo>
                <a:lnTo>
                  <a:pt x="556247" y="399288"/>
                </a:lnTo>
                <a:lnTo>
                  <a:pt x="554977" y="334137"/>
                </a:lnTo>
                <a:lnTo>
                  <a:pt x="554736" y="211836"/>
                </a:lnTo>
                <a:lnTo>
                  <a:pt x="554723" y="190500"/>
                </a:lnTo>
                <a:lnTo>
                  <a:pt x="563537" y="201129"/>
                </a:lnTo>
                <a:lnTo>
                  <a:pt x="571487" y="212598"/>
                </a:lnTo>
                <a:lnTo>
                  <a:pt x="578307" y="225221"/>
                </a:lnTo>
                <a:lnTo>
                  <a:pt x="583679" y="239268"/>
                </a:lnTo>
                <a:lnTo>
                  <a:pt x="588251" y="249936"/>
                </a:lnTo>
                <a:lnTo>
                  <a:pt x="592823" y="256032"/>
                </a:lnTo>
                <a:lnTo>
                  <a:pt x="598919" y="256032"/>
                </a:lnTo>
                <a:lnTo>
                  <a:pt x="601967" y="252984"/>
                </a:lnTo>
                <a:lnTo>
                  <a:pt x="603491" y="246888"/>
                </a:lnTo>
                <a:lnTo>
                  <a:pt x="606539" y="240792"/>
                </a:lnTo>
                <a:lnTo>
                  <a:pt x="608063" y="234696"/>
                </a:lnTo>
                <a:lnTo>
                  <a:pt x="608063" y="228600"/>
                </a:lnTo>
                <a:lnTo>
                  <a:pt x="584644" y="196215"/>
                </a:lnTo>
                <a:lnTo>
                  <a:pt x="554723" y="179832"/>
                </a:lnTo>
                <a:lnTo>
                  <a:pt x="554723" y="144780"/>
                </a:lnTo>
                <a:lnTo>
                  <a:pt x="618731" y="144780"/>
                </a:lnTo>
                <a:close/>
              </a:path>
              <a:path w="848995" h="413385">
                <a:moveTo>
                  <a:pt x="622630" y="320040"/>
                </a:moveTo>
                <a:lnTo>
                  <a:pt x="622503" y="316471"/>
                </a:lnTo>
                <a:lnTo>
                  <a:pt x="621779" y="301752"/>
                </a:lnTo>
                <a:lnTo>
                  <a:pt x="615683" y="301752"/>
                </a:lnTo>
                <a:lnTo>
                  <a:pt x="610831" y="318617"/>
                </a:lnTo>
                <a:lnTo>
                  <a:pt x="605396" y="332613"/>
                </a:lnTo>
                <a:lnTo>
                  <a:pt x="599401" y="343763"/>
                </a:lnTo>
                <a:lnTo>
                  <a:pt x="592823" y="352044"/>
                </a:lnTo>
                <a:lnTo>
                  <a:pt x="585203" y="358140"/>
                </a:lnTo>
                <a:lnTo>
                  <a:pt x="582155" y="364236"/>
                </a:lnTo>
                <a:lnTo>
                  <a:pt x="582155" y="370332"/>
                </a:lnTo>
                <a:lnTo>
                  <a:pt x="583679" y="371856"/>
                </a:lnTo>
                <a:lnTo>
                  <a:pt x="585203" y="371856"/>
                </a:lnTo>
                <a:lnTo>
                  <a:pt x="591299" y="374904"/>
                </a:lnTo>
                <a:lnTo>
                  <a:pt x="600443" y="374904"/>
                </a:lnTo>
                <a:lnTo>
                  <a:pt x="603491" y="373380"/>
                </a:lnTo>
                <a:lnTo>
                  <a:pt x="609587" y="371856"/>
                </a:lnTo>
                <a:lnTo>
                  <a:pt x="614159" y="371856"/>
                </a:lnTo>
                <a:lnTo>
                  <a:pt x="618731" y="365760"/>
                </a:lnTo>
                <a:lnTo>
                  <a:pt x="620255" y="355092"/>
                </a:lnTo>
                <a:lnTo>
                  <a:pt x="621995" y="345694"/>
                </a:lnTo>
                <a:lnTo>
                  <a:pt x="622604" y="335851"/>
                </a:lnTo>
                <a:lnTo>
                  <a:pt x="622630" y="320040"/>
                </a:lnTo>
                <a:close/>
              </a:path>
              <a:path w="848995" h="413385">
                <a:moveTo>
                  <a:pt x="740651" y="297180"/>
                </a:moveTo>
                <a:lnTo>
                  <a:pt x="709726" y="266611"/>
                </a:lnTo>
                <a:lnTo>
                  <a:pt x="693407" y="256032"/>
                </a:lnTo>
                <a:lnTo>
                  <a:pt x="690359" y="259080"/>
                </a:lnTo>
                <a:lnTo>
                  <a:pt x="699795" y="273367"/>
                </a:lnTo>
                <a:lnTo>
                  <a:pt x="707504" y="286512"/>
                </a:lnTo>
                <a:lnTo>
                  <a:pt x="713511" y="298513"/>
                </a:lnTo>
                <a:lnTo>
                  <a:pt x="717791" y="309372"/>
                </a:lnTo>
                <a:lnTo>
                  <a:pt x="720839" y="320040"/>
                </a:lnTo>
                <a:lnTo>
                  <a:pt x="723887" y="323088"/>
                </a:lnTo>
                <a:lnTo>
                  <a:pt x="728459" y="323088"/>
                </a:lnTo>
                <a:lnTo>
                  <a:pt x="729983" y="321564"/>
                </a:lnTo>
                <a:lnTo>
                  <a:pt x="739127" y="309372"/>
                </a:lnTo>
                <a:lnTo>
                  <a:pt x="740651" y="304800"/>
                </a:lnTo>
                <a:lnTo>
                  <a:pt x="740651" y="297180"/>
                </a:lnTo>
                <a:close/>
              </a:path>
              <a:path w="848995" h="413385">
                <a:moveTo>
                  <a:pt x="801611" y="370332"/>
                </a:moveTo>
                <a:lnTo>
                  <a:pt x="782751" y="334137"/>
                </a:lnTo>
                <a:lnTo>
                  <a:pt x="781799" y="313944"/>
                </a:lnTo>
                <a:lnTo>
                  <a:pt x="775703" y="313944"/>
                </a:lnTo>
                <a:lnTo>
                  <a:pt x="772312" y="341744"/>
                </a:lnTo>
                <a:lnTo>
                  <a:pt x="771131" y="352044"/>
                </a:lnTo>
                <a:lnTo>
                  <a:pt x="769137" y="360337"/>
                </a:lnTo>
                <a:lnTo>
                  <a:pt x="765416" y="366903"/>
                </a:lnTo>
                <a:lnTo>
                  <a:pt x="759993" y="371767"/>
                </a:lnTo>
                <a:lnTo>
                  <a:pt x="752843" y="374904"/>
                </a:lnTo>
                <a:lnTo>
                  <a:pt x="704075" y="374904"/>
                </a:lnTo>
                <a:lnTo>
                  <a:pt x="692962" y="373722"/>
                </a:lnTo>
                <a:lnTo>
                  <a:pt x="684834" y="369951"/>
                </a:lnTo>
                <a:lnTo>
                  <a:pt x="679869" y="363334"/>
                </a:lnTo>
                <a:lnTo>
                  <a:pt x="678167" y="353568"/>
                </a:lnTo>
                <a:lnTo>
                  <a:pt x="678167" y="312420"/>
                </a:lnTo>
                <a:lnTo>
                  <a:pt x="690359" y="301752"/>
                </a:lnTo>
                <a:lnTo>
                  <a:pt x="653783" y="284988"/>
                </a:lnTo>
                <a:lnTo>
                  <a:pt x="655129" y="324192"/>
                </a:lnTo>
                <a:lnTo>
                  <a:pt x="655307" y="364236"/>
                </a:lnTo>
                <a:lnTo>
                  <a:pt x="657288" y="376262"/>
                </a:lnTo>
                <a:lnTo>
                  <a:pt x="663117" y="385000"/>
                </a:lnTo>
                <a:lnTo>
                  <a:pt x="672668" y="390601"/>
                </a:lnTo>
                <a:lnTo>
                  <a:pt x="685787" y="393192"/>
                </a:lnTo>
                <a:lnTo>
                  <a:pt x="760463" y="393192"/>
                </a:lnTo>
                <a:lnTo>
                  <a:pt x="774179" y="393484"/>
                </a:lnTo>
                <a:lnTo>
                  <a:pt x="785609" y="389763"/>
                </a:lnTo>
                <a:lnTo>
                  <a:pt x="794753" y="382054"/>
                </a:lnTo>
                <a:lnTo>
                  <a:pt x="798944" y="374904"/>
                </a:lnTo>
                <a:lnTo>
                  <a:pt x="801611" y="370332"/>
                </a:lnTo>
                <a:close/>
              </a:path>
              <a:path w="848995" h="413385">
                <a:moveTo>
                  <a:pt x="830567" y="135636"/>
                </a:moveTo>
                <a:lnTo>
                  <a:pt x="803135" y="115824"/>
                </a:lnTo>
                <a:lnTo>
                  <a:pt x="790943" y="132588"/>
                </a:lnTo>
                <a:lnTo>
                  <a:pt x="726935" y="132588"/>
                </a:lnTo>
                <a:lnTo>
                  <a:pt x="756945" y="94665"/>
                </a:lnTo>
                <a:lnTo>
                  <a:pt x="790943" y="70104"/>
                </a:lnTo>
                <a:lnTo>
                  <a:pt x="781265" y="60960"/>
                </a:lnTo>
                <a:lnTo>
                  <a:pt x="763511" y="44196"/>
                </a:lnTo>
                <a:lnTo>
                  <a:pt x="748271" y="60960"/>
                </a:lnTo>
                <a:lnTo>
                  <a:pt x="679691" y="60960"/>
                </a:lnTo>
                <a:lnTo>
                  <a:pt x="689457" y="48653"/>
                </a:lnTo>
                <a:lnTo>
                  <a:pt x="698360" y="39052"/>
                </a:lnTo>
                <a:lnTo>
                  <a:pt x="706704" y="32029"/>
                </a:lnTo>
                <a:lnTo>
                  <a:pt x="714743" y="27432"/>
                </a:lnTo>
                <a:lnTo>
                  <a:pt x="681215" y="7620"/>
                </a:lnTo>
                <a:lnTo>
                  <a:pt x="662355" y="51346"/>
                </a:lnTo>
                <a:lnTo>
                  <a:pt x="634733" y="96774"/>
                </a:lnTo>
                <a:lnTo>
                  <a:pt x="615683" y="121920"/>
                </a:lnTo>
                <a:lnTo>
                  <a:pt x="620255" y="124968"/>
                </a:lnTo>
                <a:lnTo>
                  <a:pt x="633971" y="113207"/>
                </a:lnTo>
                <a:lnTo>
                  <a:pt x="647687" y="100584"/>
                </a:lnTo>
                <a:lnTo>
                  <a:pt x="661365" y="86868"/>
                </a:lnTo>
                <a:lnTo>
                  <a:pt x="675119" y="71628"/>
                </a:lnTo>
                <a:lnTo>
                  <a:pt x="749795" y="71628"/>
                </a:lnTo>
                <a:lnTo>
                  <a:pt x="716267" y="132588"/>
                </a:lnTo>
                <a:lnTo>
                  <a:pt x="620255" y="132588"/>
                </a:lnTo>
                <a:lnTo>
                  <a:pt x="637019" y="147828"/>
                </a:lnTo>
                <a:lnTo>
                  <a:pt x="646455" y="145834"/>
                </a:lnTo>
                <a:lnTo>
                  <a:pt x="656450" y="144399"/>
                </a:lnTo>
                <a:lnTo>
                  <a:pt x="667029" y="143548"/>
                </a:lnTo>
                <a:lnTo>
                  <a:pt x="678167" y="143256"/>
                </a:lnTo>
                <a:lnTo>
                  <a:pt x="793991" y="143256"/>
                </a:lnTo>
                <a:lnTo>
                  <a:pt x="793991" y="184404"/>
                </a:lnTo>
                <a:lnTo>
                  <a:pt x="638543" y="184404"/>
                </a:lnTo>
                <a:lnTo>
                  <a:pt x="653783" y="199644"/>
                </a:lnTo>
                <a:lnTo>
                  <a:pt x="663435" y="197650"/>
                </a:lnTo>
                <a:lnTo>
                  <a:pt x="673785" y="196215"/>
                </a:lnTo>
                <a:lnTo>
                  <a:pt x="684441" y="195364"/>
                </a:lnTo>
                <a:lnTo>
                  <a:pt x="694931" y="195072"/>
                </a:lnTo>
                <a:lnTo>
                  <a:pt x="793991" y="195072"/>
                </a:lnTo>
                <a:lnTo>
                  <a:pt x="793991" y="234696"/>
                </a:lnTo>
                <a:lnTo>
                  <a:pt x="620255" y="234696"/>
                </a:lnTo>
                <a:lnTo>
                  <a:pt x="637019" y="251460"/>
                </a:lnTo>
                <a:lnTo>
                  <a:pt x="646455" y="248589"/>
                </a:lnTo>
                <a:lnTo>
                  <a:pt x="656450" y="246697"/>
                </a:lnTo>
                <a:lnTo>
                  <a:pt x="667029" y="245681"/>
                </a:lnTo>
                <a:lnTo>
                  <a:pt x="678167" y="245364"/>
                </a:lnTo>
                <a:lnTo>
                  <a:pt x="793991" y="245364"/>
                </a:lnTo>
                <a:lnTo>
                  <a:pt x="793991" y="268224"/>
                </a:lnTo>
                <a:lnTo>
                  <a:pt x="818375" y="257556"/>
                </a:lnTo>
                <a:lnTo>
                  <a:pt x="818184" y="245364"/>
                </a:lnTo>
                <a:lnTo>
                  <a:pt x="817664" y="221983"/>
                </a:lnTo>
                <a:lnTo>
                  <a:pt x="817206" y="195072"/>
                </a:lnTo>
                <a:lnTo>
                  <a:pt x="817130" y="190500"/>
                </a:lnTo>
                <a:lnTo>
                  <a:pt x="817079" y="184696"/>
                </a:lnTo>
                <a:lnTo>
                  <a:pt x="816851" y="147828"/>
                </a:lnTo>
                <a:lnTo>
                  <a:pt x="821994" y="143256"/>
                </a:lnTo>
                <a:lnTo>
                  <a:pt x="830567" y="135636"/>
                </a:lnTo>
                <a:close/>
              </a:path>
              <a:path w="848995" h="413385">
                <a:moveTo>
                  <a:pt x="848855" y="347472"/>
                </a:moveTo>
                <a:lnTo>
                  <a:pt x="825931" y="316471"/>
                </a:lnTo>
                <a:lnTo>
                  <a:pt x="793991" y="297180"/>
                </a:lnTo>
                <a:lnTo>
                  <a:pt x="790943" y="301752"/>
                </a:lnTo>
                <a:lnTo>
                  <a:pt x="799261" y="312610"/>
                </a:lnTo>
                <a:lnTo>
                  <a:pt x="805992" y="322326"/>
                </a:lnTo>
                <a:lnTo>
                  <a:pt x="824979" y="358902"/>
                </a:lnTo>
                <a:lnTo>
                  <a:pt x="827519" y="365760"/>
                </a:lnTo>
                <a:lnTo>
                  <a:pt x="832091" y="374904"/>
                </a:lnTo>
                <a:lnTo>
                  <a:pt x="835139" y="374904"/>
                </a:lnTo>
                <a:lnTo>
                  <a:pt x="838187" y="370332"/>
                </a:lnTo>
                <a:lnTo>
                  <a:pt x="847331" y="358140"/>
                </a:lnTo>
                <a:lnTo>
                  <a:pt x="848855" y="352044"/>
                </a:lnTo>
                <a:lnTo>
                  <a:pt x="848855" y="34747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" name="object 29"/>
          <p:cNvSpPr/>
          <p:nvPr/>
        </p:nvSpPr>
        <p:spPr>
          <a:xfrm>
            <a:off x="2133600" y="4186428"/>
            <a:ext cx="388620" cy="405765"/>
          </a:xfrm>
          <a:custGeom>
            <a:avLst/>
            <a:gdLst/>
            <a:ahLst/>
            <a:cxnLst/>
            <a:rect l="l" t="t" r="r" b="b"/>
            <a:pathLst>
              <a:path w="388619" h="405764">
                <a:moveTo>
                  <a:pt x="199644" y="71627"/>
                </a:moveTo>
                <a:lnTo>
                  <a:pt x="193548" y="71627"/>
                </a:lnTo>
                <a:lnTo>
                  <a:pt x="190500" y="67055"/>
                </a:lnTo>
                <a:lnTo>
                  <a:pt x="190500" y="56387"/>
                </a:lnTo>
                <a:lnTo>
                  <a:pt x="186189" y="44434"/>
                </a:lnTo>
                <a:lnTo>
                  <a:pt x="180022" y="31622"/>
                </a:lnTo>
                <a:lnTo>
                  <a:pt x="171854" y="18240"/>
                </a:lnTo>
                <a:lnTo>
                  <a:pt x="161544" y="4571"/>
                </a:lnTo>
                <a:lnTo>
                  <a:pt x="166116" y="0"/>
                </a:lnTo>
                <a:lnTo>
                  <a:pt x="201263" y="22288"/>
                </a:lnTo>
                <a:lnTo>
                  <a:pt x="216408" y="39624"/>
                </a:lnTo>
                <a:lnTo>
                  <a:pt x="216408" y="51815"/>
                </a:lnTo>
                <a:lnTo>
                  <a:pt x="213360" y="56387"/>
                </a:lnTo>
                <a:lnTo>
                  <a:pt x="207264" y="62483"/>
                </a:lnTo>
                <a:lnTo>
                  <a:pt x="202692" y="68579"/>
                </a:lnTo>
                <a:lnTo>
                  <a:pt x="199644" y="71627"/>
                </a:lnTo>
                <a:close/>
              </a:path>
              <a:path w="388619" h="405764">
                <a:moveTo>
                  <a:pt x="36576" y="138683"/>
                </a:moveTo>
                <a:lnTo>
                  <a:pt x="24384" y="138683"/>
                </a:lnTo>
                <a:lnTo>
                  <a:pt x="19812" y="135635"/>
                </a:lnTo>
                <a:lnTo>
                  <a:pt x="13716" y="129539"/>
                </a:lnTo>
                <a:lnTo>
                  <a:pt x="13716" y="124967"/>
                </a:lnTo>
                <a:lnTo>
                  <a:pt x="18288" y="117347"/>
                </a:lnTo>
                <a:lnTo>
                  <a:pt x="27432" y="109727"/>
                </a:lnTo>
                <a:lnTo>
                  <a:pt x="35742" y="100298"/>
                </a:lnTo>
                <a:lnTo>
                  <a:pt x="42481" y="88010"/>
                </a:lnTo>
                <a:lnTo>
                  <a:pt x="47791" y="72866"/>
                </a:lnTo>
                <a:lnTo>
                  <a:pt x="51816" y="54863"/>
                </a:lnTo>
                <a:lnTo>
                  <a:pt x="59436" y="54863"/>
                </a:lnTo>
                <a:lnTo>
                  <a:pt x="59436" y="76200"/>
                </a:lnTo>
                <a:lnTo>
                  <a:pt x="367151" y="76200"/>
                </a:lnTo>
                <a:lnTo>
                  <a:pt x="375964" y="86867"/>
                </a:lnTo>
                <a:lnTo>
                  <a:pt x="59436" y="86867"/>
                </a:lnTo>
                <a:lnTo>
                  <a:pt x="59721" y="105155"/>
                </a:lnTo>
                <a:lnTo>
                  <a:pt x="58293" y="118871"/>
                </a:lnTo>
                <a:lnTo>
                  <a:pt x="55149" y="128015"/>
                </a:lnTo>
                <a:lnTo>
                  <a:pt x="50292" y="132587"/>
                </a:lnTo>
                <a:lnTo>
                  <a:pt x="42672" y="137159"/>
                </a:lnTo>
                <a:lnTo>
                  <a:pt x="36576" y="138683"/>
                </a:lnTo>
                <a:close/>
              </a:path>
              <a:path w="388619" h="405764">
                <a:moveTo>
                  <a:pt x="367151" y="76200"/>
                </a:moveTo>
                <a:lnTo>
                  <a:pt x="332232" y="76200"/>
                </a:lnTo>
                <a:lnTo>
                  <a:pt x="352044" y="57912"/>
                </a:lnTo>
                <a:lnTo>
                  <a:pt x="367151" y="76200"/>
                </a:lnTo>
                <a:close/>
              </a:path>
              <a:path w="388619" h="405764">
                <a:moveTo>
                  <a:pt x="318516" y="134111"/>
                </a:moveTo>
                <a:lnTo>
                  <a:pt x="312420" y="131063"/>
                </a:lnTo>
                <a:lnTo>
                  <a:pt x="335280" y="86867"/>
                </a:lnTo>
                <a:lnTo>
                  <a:pt x="375964" y="86867"/>
                </a:lnTo>
                <a:lnTo>
                  <a:pt x="381000" y="92963"/>
                </a:lnTo>
                <a:lnTo>
                  <a:pt x="367807" y="95535"/>
                </a:lnTo>
                <a:lnTo>
                  <a:pt x="353187" y="103250"/>
                </a:lnTo>
                <a:lnTo>
                  <a:pt x="336851" y="116109"/>
                </a:lnTo>
                <a:lnTo>
                  <a:pt x="318516" y="134111"/>
                </a:lnTo>
                <a:close/>
              </a:path>
              <a:path w="388619" h="405764">
                <a:moveTo>
                  <a:pt x="44196" y="175259"/>
                </a:moveTo>
                <a:lnTo>
                  <a:pt x="27432" y="160019"/>
                </a:lnTo>
                <a:lnTo>
                  <a:pt x="298704" y="160019"/>
                </a:lnTo>
                <a:lnTo>
                  <a:pt x="323088" y="135635"/>
                </a:lnTo>
                <a:lnTo>
                  <a:pt x="358140" y="170687"/>
                </a:lnTo>
                <a:lnTo>
                  <a:pt x="85344" y="170687"/>
                </a:lnTo>
                <a:lnTo>
                  <a:pt x="74199" y="170973"/>
                </a:lnTo>
                <a:lnTo>
                  <a:pt x="63627" y="171830"/>
                </a:lnTo>
                <a:lnTo>
                  <a:pt x="53625" y="173259"/>
                </a:lnTo>
                <a:lnTo>
                  <a:pt x="44196" y="175259"/>
                </a:lnTo>
                <a:close/>
              </a:path>
              <a:path w="388619" h="405764">
                <a:moveTo>
                  <a:pt x="207264" y="348996"/>
                </a:moveTo>
                <a:lnTo>
                  <a:pt x="182880" y="348996"/>
                </a:lnTo>
                <a:lnTo>
                  <a:pt x="182880" y="170687"/>
                </a:lnTo>
                <a:lnTo>
                  <a:pt x="207264" y="170687"/>
                </a:lnTo>
                <a:lnTo>
                  <a:pt x="207264" y="256031"/>
                </a:lnTo>
                <a:lnTo>
                  <a:pt x="330708" y="256031"/>
                </a:lnTo>
                <a:lnTo>
                  <a:pt x="341376" y="266699"/>
                </a:lnTo>
                <a:lnTo>
                  <a:pt x="207264" y="266699"/>
                </a:lnTo>
                <a:lnTo>
                  <a:pt x="207264" y="348996"/>
                </a:lnTo>
                <a:close/>
              </a:path>
              <a:path w="388619" h="405764">
                <a:moveTo>
                  <a:pt x="3048" y="405384"/>
                </a:moveTo>
                <a:lnTo>
                  <a:pt x="0" y="400812"/>
                </a:lnTo>
                <a:lnTo>
                  <a:pt x="16002" y="384786"/>
                </a:lnTo>
                <a:lnTo>
                  <a:pt x="29718" y="368617"/>
                </a:lnTo>
                <a:lnTo>
                  <a:pt x="50292" y="335280"/>
                </a:lnTo>
                <a:lnTo>
                  <a:pt x="70651" y="287273"/>
                </a:lnTo>
                <a:lnTo>
                  <a:pt x="79142" y="237743"/>
                </a:lnTo>
                <a:lnTo>
                  <a:pt x="82296" y="205739"/>
                </a:lnTo>
                <a:lnTo>
                  <a:pt x="123444" y="225551"/>
                </a:lnTo>
                <a:lnTo>
                  <a:pt x="109728" y="237743"/>
                </a:lnTo>
                <a:lnTo>
                  <a:pt x="106560" y="248888"/>
                </a:lnTo>
                <a:lnTo>
                  <a:pt x="103822" y="259460"/>
                </a:lnTo>
                <a:lnTo>
                  <a:pt x="99060" y="278891"/>
                </a:lnTo>
                <a:lnTo>
                  <a:pt x="106693" y="289559"/>
                </a:lnTo>
                <a:lnTo>
                  <a:pt x="96012" y="289559"/>
                </a:lnTo>
                <a:lnTo>
                  <a:pt x="79629" y="324993"/>
                </a:lnTo>
                <a:lnTo>
                  <a:pt x="50411" y="366379"/>
                </a:lnTo>
                <a:lnTo>
                  <a:pt x="21312" y="392572"/>
                </a:lnTo>
                <a:lnTo>
                  <a:pt x="3048" y="405384"/>
                </a:lnTo>
                <a:close/>
              </a:path>
              <a:path w="388619" h="405764">
                <a:moveTo>
                  <a:pt x="330708" y="256031"/>
                </a:moveTo>
                <a:lnTo>
                  <a:pt x="284988" y="256031"/>
                </a:lnTo>
                <a:lnTo>
                  <a:pt x="307847" y="233171"/>
                </a:lnTo>
                <a:lnTo>
                  <a:pt x="330708" y="256031"/>
                </a:lnTo>
                <a:close/>
              </a:path>
              <a:path w="388619" h="405764">
                <a:moveTo>
                  <a:pt x="352044" y="394716"/>
                </a:moveTo>
                <a:lnTo>
                  <a:pt x="309419" y="393263"/>
                </a:lnTo>
                <a:lnTo>
                  <a:pt x="241887" y="388072"/>
                </a:lnTo>
                <a:lnTo>
                  <a:pt x="195572" y="378380"/>
                </a:lnTo>
                <a:lnTo>
                  <a:pt x="159615" y="361330"/>
                </a:lnTo>
                <a:lnTo>
                  <a:pt x="119824" y="323469"/>
                </a:lnTo>
                <a:lnTo>
                  <a:pt x="96012" y="289559"/>
                </a:lnTo>
                <a:lnTo>
                  <a:pt x="106693" y="289559"/>
                </a:lnTo>
                <a:lnTo>
                  <a:pt x="108465" y="292036"/>
                </a:lnTo>
                <a:lnTo>
                  <a:pt x="118300" y="304037"/>
                </a:lnTo>
                <a:lnTo>
                  <a:pt x="150090" y="332922"/>
                </a:lnTo>
                <a:lnTo>
                  <a:pt x="207264" y="348996"/>
                </a:lnTo>
                <a:lnTo>
                  <a:pt x="207264" y="356616"/>
                </a:lnTo>
                <a:lnTo>
                  <a:pt x="231267" y="360592"/>
                </a:lnTo>
                <a:lnTo>
                  <a:pt x="255270" y="363283"/>
                </a:lnTo>
                <a:lnTo>
                  <a:pt x="279273" y="364545"/>
                </a:lnTo>
                <a:lnTo>
                  <a:pt x="388620" y="364545"/>
                </a:lnTo>
                <a:lnTo>
                  <a:pt x="388620" y="367284"/>
                </a:lnTo>
                <a:lnTo>
                  <a:pt x="375189" y="370713"/>
                </a:lnTo>
                <a:lnTo>
                  <a:pt x="364617" y="376428"/>
                </a:lnTo>
                <a:lnTo>
                  <a:pt x="356901" y="384429"/>
                </a:lnTo>
                <a:lnTo>
                  <a:pt x="352044" y="394716"/>
                </a:lnTo>
                <a:close/>
              </a:path>
              <a:path w="388619" h="405764">
                <a:moveTo>
                  <a:pt x="388620" y="364545"/>
                </a:moveTo>
                <a:lnTo>
                  <a:pt x="279273" y="364545"/>
                </a:lnTo>
                <a:lnTo>
                  <a:pt x="325826" y="363950"/>
                </a:lnTo>
                <a:lnTo>
                  <a:pt x="347662" y="363093"/>
                </a:lnTo>
                <a:lnTo>
                  <a:pt x="368641" y="361664"/>
                </a:lnTo>
                <a:lnTo>
                  <a:pt x="388620" y="359664"/>
                </a:lnTo>
                <a:lnTo>
                  <a:pt x="388620" y="36454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" name="object 30"/>
          <p:cNvSpPr/>
          <p:nvPr/>
        </p:nvSpPr>
        <p:spPr>
          <a:xfrm>
            <a:off x="2590800" y="4198620"/>
            <a:ext cx="373380" cy="381000"/>
          </a:xfrm>
          <a:custGeom>
            <a:avLst/>
            <a:gdLst/>
            <a:ahLst/>
            <a:cxnLst/>
            <a:rect l="l" t="t" r="r" b="b"/>
            <a:pathLst>
              <a:path w="373380" h="381000">
                <a:moveTo>
                  <a:pt x="24384" y="380999"/>
                </a:moveTo>
                <a:lnTo>
                  <a:pt x="0" y="358139"/>
                </a:lnTo>
                <a:lnTo>
                  <a:pt x="10668" y="347472"/>
                </a:lnTo>
                <a:lnTo>
                  <a:pt x="10668" y="106679"/>
                </a:lnTo>
                <a:lnTo>
                  <a:pt x="10477" y="58673"/>
                </a:lnTo>
                <a:lnTo>
                  <a:pt x="10025" y="34670"/>
                </a:lnTo>
                <a:lnTo>
                  <a:pt x="9144" y="10667"/>
                </a:lnTo>
                <a:lnTo>
                  <a:pt x="35052" y="24383"/>
                </a:lnTo>
                <a:lnTo>
                  <a:pt x="303275" y="24383"/>
                </a:lnTo>
                <a:lnTo>
                  <a:pt x="329183" y="0"/>
                </a:lnTo>
                <a:lnTo>
                  <a:pt x="359663" y="35051"/>
                </a:lnTo>
                <a:lnTo>
                  <a:pt x="240792" y="35051"/>
                </a:lnTo>
                <a:lnTo>
                  <a:pt x="240792" y="243839"/>
                </a:lnTo>
                <a:lnTo>
                  <a:pt x="241934" y="258079"/>
                </a:lnTo>
                <a:lnTo>
                  <a:pt x="245363" y="268604"/>
                </a:lnTo>
                <a:lnTo>
                  <a:pt x="251078" y="275129"/>
                </a:lnTo>
                <a:lnTo>
                  <a:pt x="259080" y="277367"/>
                </a:lnTo>
                <a:lnTo>
                  <a:pt x="306324" y="277367"/>
                </a:lnTo>
                <a:lnTo>
                  <a:pt x="329183" y="195071"/>
                </a:lnTo>
                <a:lnTo>
                  <a:pt x="336804" y="195071"/>
                </a:lnTo>
                <a:lnTo>
                  <a:pt x="339852" y="243839"/>
                </a:lnTo>
                <a:lnTo>
                  <a:pt x="361187" y="271272"/>
                </a:lnTo>
                <a:lnTo>
                  <a:pt x="353139" y="283011"/>
                </a:lnTo>
                <a:lnTo>
                  <a:pt x="342519" y="290893"/>
                </a:lnTo>
                <a:lnTo>
                  <a:pt x="329041" y="295060"/>
                </a:lnTo>
                <a:lnTo>
                  <a:pt x="312420" y="295655"/>
                </a:lnTo>
                <a:lnTo>
                  <a:pt x="248411" y="295655"/>
                </a:lnTo>
                <a:lnTo>
                  <a:pt x="234434" y="292488"/>
                </a:lnTo>
                <a:lnTo>
                  <a:pt x="224599" y="285178"/>
                </a:lnTo>
                <a:lnTo>
                  <a:pt x="219051" y="273581"/>
                </a:lnTo>
                <a:lnTo>
                  <a:pt x="217932" y="257555"/>
                </a:lnTo>
                <a:lnTo>
                  <a:pt x="217932" y="35051"/>
                </a:lnTo>
                <a:lnTo>
                  <a:pt x="144780" y="35051"/>
                </a:lnTo>
                <a:lnTo>
                  <a:pt x="143827" y="88391"/>
                </a:lnTo>
                <a:lnTo>
                  <a:pt x="141732" y="137159"/>
                </a:lnTo>
                <a:lnTo>
                  <a:pt x="133731" y="182879"/>
                </a:lnTo>
                <a:lnTo>
                  <a:pt x="118872" y="228599"/>
                </a:lnTo>
                <a:lnTo>
                  <a:pt x="93916" y="273748"/>
                </a:lnTo>
                <a:lnTo>
                  <a:pt x="56388" y="320039"/>
                </a:lnTo>
                <a:lnTo>
                  <a:pt x="50292" y="315467"/>
                </a:lnTo>
                <a:lnTo>
                  <a:pt x="66270" y="291131"/>
                </a:lnTo>
                <a:lnTo>
                  <a:pt x="79819" y="268223"/>
                </a:lnTo>
                <a:lnTo>
                  <a:pt x="99060" y="225551"/>
                </a:lnTo>
                <a:lnTo>
                  <a:pt x="110490" y="184594"/>
                </a:lnTo>
                <a:lnTo>
                  <a:pt x="117348" y="140207"/>
                </a:lnTo>
                <a:lnTo>
                  <a:pt x="119443" y="91058"/>
                </a:lnTo>
                <a:lnTo>
                  <a:pt x="120396" y="35051"/>
                </a:lnTo>
                <a:lnTo>
                  <a:pt x="35052" y="35051"/>
                </a:lnTo>
                <a:lnTo>
                  <a:pt x="35052" y="355091"/>
                </a:lnTo>
                <a:lnTo>
                  <a:pt x="310896" y="355091"/>
                </a:lnTo>
                <a:lnTo>
                  <a:pt x="336804" y="329184"/>
                </a:lnTo>
                <a:lnTo>
                  <a:pt x="373380" y="365760"/>
                </a:lnTo>
                <a:lnTo>
                  <a:pt x="36576" y="365760"/>
                </a:lnTo>
                <a:lnTo>
                  <a:pt x="24384" y="38099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" name="object 31"/>
          <p:cNvSpPr/>
          <p:nvPr/>
        </p:nvSpPr>
        <p:spPr>
          <a:xfrm>
            <a:off x="3012947" y="4201667"/>
            <a:ext cx="408940" cy="382905"/>
          </a:xfrm>
          <a:custGeom>
            <a:avLst/>
            <a:gdLst/>
            <a:ahLst/>
            <a:cxnLst/>
            <a:rect l="l" t="t" r="r" b="b"/>
            <a:pathLst>
              <a:path w="408939" h="382904">
                <a:moveTo>
                  <a:pt x="242316" y="36576"/>
                </a:moveTo>
                <a:lnTo>
                  <a:pt x="225552" y="21336"/>
                </a:lnTo>
                <a:lnTo>
                  <a:pt x="347472" y="21336"/>
                </a:lnTo>
                <a:lnTo>
                  <a:pt x="359664" y="6096"/>
                </a:lnTo>
                <a:lnTo>
                  <a:pt x="385572" y="27432"/>
                </a:lnTo>
                <a:lnTo>
                  <a:pt x="379476" y="32004"/>
                </a:lnTo>
                <a:lnTo>
                  <a:pt x="283464" y="32004"/>
                </a:lnTo>
                <a:lnTo>
                  <a:pt x="272319" y="32289"/>
                </a:lnTo>
                <a:lnTo>
                  <a:pt x="261747" y="33147"/>
                </a:lnTo>
                <a:lnTo>
                  <a:pt x="251745" y="34575"/>
                </a:lnTo>
                <a:lnTo>
                  <a:pt x="242316" y="36576"/>
                </a:lnTo>
                <a:close/>
              </a:path>
              <a:path w="408939" h="382904">
                <a:moveTo>
                  <a:pt x="375318" y="146304"/>
                </a:moveTo>
                <a:lnTo>
                  <a:pt x="352044" y="146304"/>
                </a:lnTo>
                <a:lnTo>
                  <a:pt x="352044" y="32004"/>
                </a:lnTo>
                <a:lnTo>
                  <a:pt x="379476" y="32004"/>
                </a:lnTo>
                <a:lnTo>
                  <a:pt x="373380" y="36576"/>
                </a:lnTo>
                <a:lnTo>
                  <a:pt x="373641" y="79176"/>
                </a:lnTo>
                <a:lnTo>
                  <a:pt x="374332" y="115633"/>
                </a:lnTo>
                <a:lnTo>
                  <a:pt x="375318" y="146304"/>
                </a:lnTo>
                <a:close/>
              </a:path>
              <a:path w="408939" h="382904">
                <a:moveTo>
                  <a:pt x="368808" y="365760"/>
                </a:moveTo>
                <a:lnTo>
                  <a:pt x="278892" y="365760"/>
                </a:lnTo>
                <a:lnTo>
                  <a:pt x="258913" y="364045"/>
                </a:lnTo>
                <a:lnTo>
                  <a:pt x="244792" y="356616"/>
                </a:lnTo>
                <a:lnTo>
                  <a:pt x="236672" y="343471"/>
                </a:lnTo>
                <a:lnTo>
                  <a:pt x="234696" y="324612"/>
                </a:lnTo>
                <a:lnTo>
                  <a:pt x="234672" y="255150"/>
                </a:lnTo>
                <a:lnTo>
                  <a:pt x="234505" y="199834"/>
                </a:lnTo>
                <a:lnTo>
                  <a:pt x="234053" y="158519"/>
                </a:lnTo>
                <a:lnTo>
                  <a:pt x="233172" y="131064"/>
                </a:lnTo>
                <a:lnTo>
                  <a:pt x="257556" y="146304"/>
                </a:lnTo>
                <a:lnTo>
                  <a:pt x="375318" y="146304"/>
                </a:lnTo>
                <a:lnTo>
                  <a:pt x="375803" y="156972"/>
                </a:lnTo>
                <a:lnTo>
                  <a:pt x="257556" y="156972"/>
                </a:lnTo>
                <a:lnTo>
                  <a:pt x="257556" y="316992"/>
                </a:lnTo>
                <a:lnTo>
                  <a:pt x="259270" y="330731"/>
                </a:lnTo>
                <a:lnTo>
                  <a:pt x="264414" y="340042"/>
                </a:lnTo>
                <a:lnTo>
                  <a:pt x="272986" y="345066"/>
                </a:lnTo>
                <a:lnTo>
                  <a:pt x="284988" y="345948"/>
                </a:lnTo>
                <a:lnTo>
                  <a:pt x="405616" y="345948"/>
                </a:lnTo>
                <a:lnTo>
                  <a:pt x="401597" y="352472"/>
                </a:lnTo>
                <a:lnTo>
                  <a:pt x="392620" y="360426"/>
                </a:lnTo>
                <a:lnTo>
                  <a:pt x="381642" y="364950"/>
                </a:lnTo>
                <a:lnTo>
                  <a:pt x="368808" y="365760"/>
                </a:lnTo>
                <a:close/>
              </a:path>
              <a:path w="408939" h="382904">
                <a:moveTo>
                  <a:pt x="352044" y="181356"/>
                </a:moveTo>
                <a:lnTo>
                  <a:pt x="352044" y="156972"/>
                </a:lnTo>
                <a:lnTo>
                  <a:pt x="375803" y="156972"/>
                </a:lnTo>
                <a:lnTo>
                  <a:pt x="376428" y="170688"/>
                </a:lnTo>
                <a:lnTo>
                  <a:pt x="352044" y="181356"/>
                </a:lnTo>
                <a:close/>
              </a:path>
              <a:path w="408939" h="382904">
                <a:moveTo>
                  <a:pt x="405616" y="345948"/>
                </a:moveTo>
                <a:lnTo>
                  <a:pt x="364236" y="345948"/>
                </a:lnTo>
                <a:lnTo>
                  <a:pt x="370332" y="341376"/>
                </a:lnTo>
                <a:lnTo>
                  <a:pt x="371856" y="329184"/>
                </a:lnTo>
                <a:lnTo>
                  <a:pt x="373880" y="318301"/>
                </a:lnTo>
                <a:lnTo>
                  <a:pt x="375475" y="303847"/>
                </a:lnTo>
                <a:lnTo>
                  <a:pt x="376785" y="285678"/>
                </a:lnTo>
                <a:lnTo>
                  <a:pt x="377952" y="263652"/>
                </a:lnTo>
                <a:lnTo>
                  <a:pt x="385572" y="263652"/>
                </a:lnTo>
                <a:lnTo>
                  <a:pt x="388143" y="308229"/>
                </a:lnTo>
                <a:lnTo>
                  <a:pt x="408432" y="341376"/>
                </a:lnTo>
                <a:lnTo>
                  <a:pt x="405616" y="345948"/>
                </a:lnTo>
                <a:close/>
              </a:path>
              <a:path w="408939" h="382904">
                <a:moveTo>
                  <a:pt x="16764" y="36576"/>
                </a:moveTo>
                <a:lnTo>
                  <a:pt x="0" y="21336"/>
                </a:lnTo>
                <a:lnTo>
                  <a:pt x="175260" y="21336"/>
                </a:lnTo>
                <a:lnTo>
                  <a:pt x="196596" y="0"/>
                </a:lnTo>
                <a:lnTo>
                  <a:pt x="224028" y="32004"/>
                </a:lnTo>
                <a:lnTo>
                  <a:pt x="57912" y="32004"/>
                </a:lnTo>
                <a:lnTo>
                  <a:pt x="46767" y="32289"/>
                </a:lnTo>
                <a:lnTo>
                  <a:pt x="36195" y="33147"/>
                </a:lnTo>
                <a:lnTo>
                  <a:pt x="26193" y="34575"/>
                </a:lnTo>
                <a:lnTo>
                  <a:pt x="16764" y="36576"/>
                </a:lnTo>
                <a:close/>
              </a:path>
              <a:path w="408939" h="382904">
                <a:moveTo>
                  <a:pt x="100584" y="88392"/>
                </a:moveTo>
                <a:lnTo>
                  <a:pt x="80772" y="88392"/>
                </a:lnTo>
                <a:lnTo>
                  <a:pt x="80772" y="32004"/>
                </a:lnTo>
                <a:lnTo>
                  <a:pt x="100584" y="32004"/>
                </a:lnTo>
                <a:lnTo>
                  <a:pt x="100584" y="88392"/>
                </a:lnTo>
                <a:close/>
              </a:path>
              <a:path w="408939" h="382904">
                <a:moveTo>
                  <a:pt x="146304" y="88392"/>
                </a:moveTo>
                <a:lnTo>
                  <a:pt x="124968" y="88392"/>
                </a:lnTo>
                <a:lnTo>
                  <a:pt x="124968" y="32004"/>
                </a:lnTo>
                <a:lnTo>
                  <a:pt x="146304" y="32004"/>
                </a:lnTo>
                <a:lnTo>
                  <a:pt x="146304" y="88392"/>
                </a:lnTo>
                <a:close/>
              </a:path>
              <a:path w="408939" h="382904">
                <a:moveTo>
                  <a:pt x="205086" y="88392"/>
                </a:moveTo>
                <a:lnTo>
                  <a:pt x="173736" y="88392"/>
                </a:lnTo>
                <a:lnTo>
                  <a:pt x="185928" y="71628"/>
                </a:lnTo>
                <a:lnTo>
                  <a:pt x="205086" y="88392"/>
                </a:lnTo>
                <a:close/>
              </a:path>
              <a:path w="408939" h="382904">
                <a:moveTo>
                  <a:pt x="25908" y="382524"/>
                </a:moveTo>
                <a:lnTo>
                  <a:pt x="26789" y="353139"/>
                </a:lnTo>
                <a:lnTo>
                  <a:pt x="27241" y="317754"/>
                </a:lnTo>
                <a:lnTo>
                  <a:pt x="27353" y="169545"/>
                </a:lnTo>
                <a:lnTo>
                  <a:pt x="27241" y="141351"/>
                </a:lnTo>
                <a:lnTo>
                  <a:pt x="26789" y="104536"/>
                </a:lnTo>
                <a:lnTo>
                  <a:pt x="25908" y="73152"/>
                </a:lnTo>
                <a:lnTo>
                  <a:pt x="50292" y="88392"/>
                </a:lnTo>
                <a:lnTo>
                  <a:pt x="205086" y="88392"/>
                </a:lnTo>
                <a:lnTo>
                  <a:pt x="210312" y="92964"/>
                </a:lnTo>
                <a:lnTo>
                  <a:pt x="205086" y="97536"/>
                </a:lnTo>
                <a:lnTo>
                  <a:pt x="50292" y="97536"/>
                </a:lnTo>
                <a:lnTo>
                  <a:pt x="50292" y="216407"/>
                </a:lnTo>
                <a:lnTo>
                  <a:pt x="61088" y="216407"/>
                </a:lnTo>
                <a:lnTo>
                  <a:pt x="50292" y="227076"/>
                </a:lnTo>
                <a:lnTo>
                  <a:pt x="50292" y="251459"/>
                </a:lnTo>
                <a:lnTo>
                  <a:pt x="198684" y="251459"/>
                </a:lnTo>
                <a:lnTo>
                  <a:pt x="198775" y="262128"/>
                </a:lnTo>
                <a:lnTo>
                  <a:pt x="50292" y="262128"/>
                </a:lnTo>
                <a:lnTo>
                  <a:pt x="50292" y="327660"/>
                </a:lnTo>
                <a:lnTo>
                  <a:pt x="199356" y="327660"/>
                </a:lnTo>
                <a:lnTo>
                  <a:pt x="199456" y="338328"/>
                </a:lnTo>
                <a:lnTo>
                  <a:pt x="50292" y="338328"/>
                </a:lnTo>
                <a:lnTo>
                  <a:pt x="50292" y="374904"/>
                </a:lnTo>
                <a:lnTo>
                  <a:pt x="25908" y="382524"/>
                </a:lnTo>
                <a:close/>
              </a:path>
              <a:path w="408939" h="382904">
                <a:moveTo>
                  <a:pt x="61088" y="216407"/>
                </a:moveTo>
                <a:lnTo>
                  <a:pt x="50292" y="216407"/>
                </a:lnTo>
                <a:lnTo>
                  <a:pt x="63412" y="196119"/>
                </a:lnTo>
                <a:lnTo>
                  <a:pt x="72961" y="169545"/>
                </a:lnTo>
                <a:lnTo>
                  <a:pt x="78795" y="136683"/>
                </a:lnTo>
                <a:lnTo>
                  <a:pt x="80772" y="97536"/>
                </a:lnTo>
                <a:lnTo>
                  <a:pt x="100584" y="97536"/>
                </a:lnTo>
                <a:lnTo>
                  <a:pt x="97440" y="140708"/>
                </a:lnTo>
                <a:lnTo>
                  <a:pt x="88011" y="176593"/>
                </a:lnTo>
                <a:lnTo>
                  <a:pt x="72294" y="205335"/>
                </a:lnTo>
                <a:lnTo>
                  <a:pt x="61088" y="216407"/>
                </a:lnTo>
                <a:close/>
              </a:path>
              <a:path w="408939" h="382904">
                <a:moveTo>
                  <a:pt x="198684" y="251459"/>
                </a:moveTo>
                <a:lnTo>
                  <a:pt x="175260" y="251459"/>
                </a:lnTo>
                <a:lnTo>
                  <a:pt x="175260" y="213359"/>
                </a:lnTo>
                <a:lnTo>
                  <a:pt x="150876" y="213359"/>
                </a:lnTo>
                <a:lnTo>
                  <a:pt x="139112" y="211669"/>
                </a:lnTo>
                <a:lnTo>
                  <a:pt x="131064" y="206692"/>
                </a:lnTo>
                <a:lnTo>
                  <a:pt x="126444" y="198572"/>
                </a:lnTo>
                <a:lnTo>
                  <a:pt x="124968" y="187452"/>
                </a:lnTo>
                <a:lnTo>
                  <a:pt x="124968" y="97536"/>
                </a:lnTo>
                <a:lnTo>
                  <a:pt x="146304" y="97536"/>
                </a:lnTo>
                <a:lnTo>
                  <a:pt x="146304" y="188976"/>
                </a:lnTo>
                <a:lnTo>
                  <a:pt x="150876" y="193548"/>
                </a:lnTo>
                <a:lnTo>
                  <a:pt x="198343" y="193548"/>
                </a:lnTo>
                <a:lnTo>
                  <a:pt x="198684" y="251459"/>
                </a:lnTo>
                <a:close/>
              </a:path>
              <a:path w="408939" h="382904">
                <a:moveTo>
                  <a:pt x="198343" y="193548"/>
                </a:moveTo>
                <a:lnTo>
                  <a:pt x="175260" y="193548"/>
                </a:lnTo>
                <a:lnTo>
                  <a:pt x="175260" y="97536"/>
                </a:lnTo>
                <a:lnTo>
                  <a:pt x="205086" y="97536"/>
                </a:lnTo>
                <a:lnTo>
                  <a:pt x="198120" y="103632"/>
                </a:lnTo>
                <a:lnTo>
                  <a:pt x="198317" y="188976"/>
                </a:lnTo>
                <a:lnTo>
                  <a:pt x="198343" y="193548"/>
                </a:lnTo>
                <a:close/>
              </a:path>
              <a:path w="408939" h="382904">
                <a:moveTo>
                  <a:pt x="199356" y="327660"/>
                </a:moveTo>
                <a:lnTo>
                  <a:pt x="175260" y="327660"/>
                </a:lnTo>
                <a:lnTo>
                  <a:pt x="175260" y="262128"/>
                </a:lnTo>
                <a:lnTo>
                  <a:pt x="198775" y="262128"/>
                </a:lnTo>
                <a:lnTo>
                  <a:pt x="199356" y="327660"/>
                </a:lnTo>
                <a:close/>
              </a:path>
              <a:path w="408939" h="382904">
                <a:moveTo>
                  <a:pt x="175260" y="381000"/>
                </a:moveTo>
                <a:lnTo>
                  <a:pt x="175260" y="338328"/>
                </a:lnTo>
                <a:lnTo>
                  <a:pt x="199456" y="338328"/>
                </a:lnTo>
                <a:lnTo>
                  <a:pt x="199644" y="368808"/>
                </a:lnTo>
                <a:lnTo>
                  <a:pt x="175260" y="38100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" name="object 32"/>
          <p:cNvSpPr/>
          <p:nvPr/>
        </p:nvSpPr>
        <p:spPr>
          <a:xfrm>
            <a:off x="3503104" y="4228338"/>
            <a:ext cx="148590" cy="293370"/>
          </a:xfrm>
          <a:custGeom>
            <a:avLst/>
            <a:gdLst/>
            <a:ahLst/>
            <a:cxnLst/>
            <a:rect l="l" t="t" r="r" b="b"/>
            <a:pathLst>
              <a:path w="148589" h="293370">
                <a:moveTo>
                  <a:pt x="24955" y="89154"/>
                </a:moveTo>
                <a:lnTo>
                  <a:pt x="14287" y="89154"/>
                </a:lnTo>
                <a:lnTo>
                  <a:pt x="8191" y="86106"/>
                </a:lnTo>
                <a:lnTo>
                  <a:pt x="5143" y="81534"/>
                </a:lnTo>
                <a:lnTo>
                  <a:pt x="2286" y="76652"/>
                </a:lnTo>
                <a:lnTo>
                  <a:pt x="571" y="71056"/>
                </a:lnTo>
                <a:lnTo>
                  <a:pt x="0" y="64603"/>
                </a:lnTo>
                <a:lnTo>
                  <a:pt x="571" y="57150"/>
                </a:lnTo>
                <a:lnTo>
                  <a:pt x="20383" y="23622"/>
                </a:lnTo>
                <a:lnTo>
                  <a:pt x="56959" y="2286"/>
                </a:lnTo>
                <a:lnTo>
                  <a:pt x="76581" y="0"/>
                </a:lnTo>
                <a:lnTo>
                  <a:pt x="85891" y="571"/>
                </a:lnTo>
                <a:lnTo>
                  <a:pt x="95059" y="2286"/>
                </a:lnTo>
                <a:lnTo>
                  <a:pt x="104203" y="4548"/>
                </a:lnTo>
                <a:lnTo>
                  <a:pt x="113347" y="8953"/>
                </a:lnTo>
                <a:lnTo>
                  <a:pt x="116882" y="11430"/>
                </a:lnTo>
                <a:lnTo>
                  <a:pt x="72199" y="11430"/>
                </a:lnTo>
                <a:lnTo>
                  <a:pt x="62460" y="12287"/>
                </a:lnTo>
                <a:lnTo>
                  <a:pt x="53721" y="14859"/>
                </a:lnTo>
                <a:lnTo>
                  <a:pt x="45839" y="19145"/>
                </a:lnTo>
                <a:lnTo>
                  <a:pt x="29527" y="32766"/>
                </a:lnTo>
                <a:lnTo>
                  <a:pt x="23431" y="38862"/>
                </a:lnTo>
                <a:lnTo>
                  <a:pt x="23431" y="44958"/>
                </a:lnTo>
                <a:lnTo>
                  <a:pt x="21907" y="49530"/>
                </a:lnTo>
                <a:lnTo>
                  <a:pt x="23431" y="54102"/>
                </a:lnTo>
                <a:lnTo>
                  <a:pt x="29527" y="55626"/>
                </a:lnTo>
                <a:lnTo>
                  <a:pt x="34099" y="58674"/>
                </a:lnTo>
                <a:lnTo>
                  <a:pt x="37147" y="63246"/>
                </a:lnTo>
                <a:lnTo>
                  <a:pt x="37147" y="75438"/>
                </a:lnTo>
                <a:lnTo>
                  <a:pt x="35623" y="80010"/>
                </a:lnTo>
                <a:lnTo>
                  <a:pt x="32575" y="83058"/>
                </a:lnTo>
                <a:lnTo>
                  <a:pt x="29527" y="87630"/>
                </a:lnTo>
                <a:lnTo>
                  <a:pt x="24955" y="89154"/>
                </a:lnTo>
                <a:close/>
              </a:path>
              <a:path w="148589" h="293370">
                <a:moveTo>
                  <a:pt x="75247" y="211074"/>
                </a:moveTo>
                <a:lnTo>
                  <a:pt x="70127" y="207335"/>
                </a:lnTo>
                <a:lnTo>
                  <a:pt x="66294" y="200596"/>
                </a:lnTo>
                <a:lnTo>
                  <a:pt x="63888" y="190714"/>
                </a:lnTo>
                <a:lnTo>
                  <a:pt x="63055" y="177546"/>
                </a:lnTo>
                <a:lnTo>
                  <a:pt x="64746" y="162687"/>
                </a:lnTo>
                <a:lnTo>
                  <a:pt x="69723" y="147828"/>
                </a:lnTo>
                <a:lnTo>
                  <a:pt x="77843" y="132969"/>
                </a:lnTo>
                <a:lnTo>
                  <a:pt x="88963" y="118110"/>
                </a:lnTo>
                <a:lnTo>
                  <a:pt x="100107" y="104060"/>
                </a:lnTo>
                <a:lnTo>
                  <a:pt x="108394" y="91440"/>
                </a:lnTo>
                <a:lnTo>
                  <a:pt x="113823" y="79962"/>
                </a:lnTo>
                <a:lnTo>
                  <a:pt x="116395" y="69342"/>
                </a:lnTo>
                <a:lnTo>
                  <a:pt x="117514" y="59959"/>
                </a:lnTo>
                <a:lnTo>
                  <a:pt x="116205" y="50292"/>
                </a:lnTo>
                <a:lnTo>
                  <a:pt x="90678" y="16192"/>
                </a:lnTo>
                <a:lnTo>
                  <a:pt x="72199" y="11430"/>
                </a:lnTo>
                <a:lnTo>
                  <a:pt x="116882" y="11430"/>
                </a:lnTo>
                <a:lnTo>
                  <a:pt x="145732" y="44196"/>
                </a:lnTo>
                <a:lnTo>
                  <a:pt x="148399" y="69342"/>
                </a:lnTo>
                <a:lnTo>
                  <a:pt x="144399" y="83296"/>
                </a:lnTo>
                <a:lnTo>
                  <a:pt x="136969" y="97536"/>
                </a:lnTo>
                <a:lnTo>
                  <a:pt x="126111" y="111775"/>
                </a:lnTo>
                <a:lnTo>
                  <a:pt x="111823" y="125730"/>
                </a:lnTo>
                <a:lnTo>
                  <a:pt x="97536" y="142065"/>
                </a:lnTo>
                <a:lnTo>
                  <a:pt x="86677" y="161544"/>
                </a:lnTo>
                <a:lnTo>
                  <a:pt x="79248" y="184451"/>
                </a:lnTo>
                <a:lnTo>
                  <a:pt x="75247" y="211074"/>
                </a:lnTo>
                <a:close/>
              </a:path>
              <a:path w="148589" h="293370">
                <a:moveTo>
                  <a:pt x="75247" y="293370"/>
                </a:moveTo>
                <a:lnTo>
                  <a:pt x="66103" y="293370"/>
                </a:lnTo>
                <a:lnTo>
                  <a:pt x="61531" y="291846"/>
                </a:lnTo>
                <a:lnTo>
                  <a:pt x="41671" y="257389"/>
                </a:lnTo>
                <a:lnTo>
                  <a:pt x="43624" y="250126"/>
                </a:lnTo>
                <a:lnTo>
                  <a:pt x="47291" y="244292"/>
                </a:lnTo>
                <a:lnTo>
                  <a:pt x="52387" y="240030"/>
                </a:lnTo>
                <a:lnTo>
                  <a:pt x="60007" y="235458"/>
                </a:lnTo>
                <a:lnTo>
                  <a:pt x="67627" y="232410"/>
                </a:lnTo>
                <a:lnTo>
                  <a:pt x="76771" y="232410"/>
                </a:lnTo>
                <a:lnTo>
                  <a:pt x="82867" y="235458"/>
                </a:lnTo>
                <a:lnTo>
                  <a:pt x="90487" y="238506"/>
                </a:lnTo>
                <a:lnTo>
                  <a:pt x="94749" y="242530"/>
                </a:lnTo>
                <a:lnTo>
                  <a:pt x="98298" y="247840"/>
                </a:lnTo>
                <a:lnTo>
                  <a:pt x="100988" y="254579"/>
                </a:lnTo>
                <a:lnTo>
                  <a:pt x="102679" y="262890"/>
                </a:lnTo>
                <a:lnTo>
                  <a:pt x="101846" y="270557"/>
                </a:lnTo>
                <a:lnTo>
                  <a:pt x="99441" y="277368"/>
                </a:lnTo>
                <a:lnTo>
                  <a:pt x="95607" y="283035"/>
                </a:lnTo>
                <a:lnTo>
                  <a:pt x="90487" y="287273"/>
                </a:lnTo>
                <a:lnTo>
                  <a:pt x="82867" y="291846"/>
                </a:lnTo>
                <a:lnTo>
                  <a:pt x="75247" y="29337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</p:spTree>
  </p:cSld>
  <p:clrMapOvr>
    <a:masterClrMapping/>
  </p:clrMapOvr>
</p:sld>
</file>

<file path=ppt/slides/slide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9560052" y="7229856"/>
            <a:ext cx="193675" cy="146685"/>
            <a:chOff x="9560052" y="7229856"/>
            <a:chExt cx="193675" cy="146685"/>
          </a:xfrm>
        </p:grpSpPr>
        <p:pic>
          <p:nvPicPr>
            <p:cNvPr id="3" name="object 3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9560052" y="7229856"/>
              <a:ext cx="86868" cy="146304"/>
            </a:xfrm>
            <a:prstGeom prst="rect">
              <a:avLst/>
            </a:prstGeom>
          </p:spPr>
        </p:pic>
        <p:pic>
          <p:nvPicPr>
            <p:cNvPr id="4" name="object 4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9668255" y="7229856"/>
              <a:ext cx="85344" cy="146304"/>
            </a:xfrm>
            <a:prstGeom prst="rect">
              <a:avLst/>
            </a:prstGeom>
          </p:spPr>
        </p:pic>
      </p:grpSp>
      <p:sp>
        <p:nvSpPr>
          <p:cNvPr id="5" name="object 5"/>
          <p:cNvSpPr/>
          <p:nvPr/>
        </p:nvSpPr>
        <p:spPr>
          <a:xfrm>
            <a:off x="1731263" y="1271016"/>
            <a:ext cx="542925" cy="563880"/>
          </a:xfrm>
          <a:custGeom>
            <a:avLst/>
            <a:gdLst/>
            <a:ahLst/>
            <a:cxnLst/>
            <a:rect l="l" t="t" r="r" b="b"/>
            <a:pathLst>
              <a:path w="542925" h="563880">
                <a:moveTo>
                  <a:pt x="284988" y="108204"/>
                </a:moveTo>
                <a:lnTo>
                  <a:pt x="280416" y="108204"/>
                </a:lnTo>
                <a:lnTo>
                  <a:pt x="277010" y="106537"/>
                </a:lnTo>
                <a:lnTo>
                  <a:pt x="273748" y="101727"/>
                </a:lnTo>
                <a:lnTo>
                  <a:pt x="270771" y="94059"/>
                </a:lnTo>
                <a:lnTo>
                  <a:pt x="268224" y="83820"/>
                </a:lnTo>
                <a:lnTo>
                  <a:pt x="261985" y="65222"/>
                </a:lnTo>
                <a:lnTo>
                  <a:pt x="252603" y="45910"/>
                </a:lnTo>
                <a:lnTo>
                  <a:pt x="240363" y="25741"/>
                </a:lnTo>
                <a:lnTo>
                  <a:pt x="225552" y="4572"/>
                </a:lnTo>
                <a:lnTo>
                  <a:pt x="231648" y="0"/>
                </a:lnTo>
                <a:lnTo>
                  <a:pt x="279011" y="24645"/>
                </a:lnTo>
                <a:lnTo>
                  <a:pt x="307990" y="56888"/>
                </a:lnTo>
                <a:lnTo>
                  <a:pt x="309371" y="64008"/>
                </a:lnTo>
                <a:lnTo>
                  <a:pt x="308538" y="71747"/>
                </a:lnTo>
                <a:lnTo>
                  <a:pt x="306133" y="79057"/>
                </a:lnTo>
                <a:lnTo>
                  <a:pt x="302299" y="86082"/>
                </a:lnTo>
                <a:lnTo>
                  <a:pt x="297180" y="92964"/>
                </a:lnTo>
                <a:lnTo>
                  <a:pt x="291084" y="102108"/>
                </a:lnTo>
                <a:lnTo>
                  <a:pt x="284988" y="108204"/>
                </a:lnTo>
                <a:close/>
              </a:path>
              <a:path w="542925" h="563880">
                <a:moveTo>
                  <a:pt x="47172" y="207621"/>
                </a:moveTo>
                <a:lnTo>
                  <a:pt x="36576" y="207264"/>
                </a:lnTo>
                <a:lnTo>
                  <a:pt x="21336" y="205740"/>
                </a:lnTo>
                <a:lnTo>
                  <a:pt x="13716" y="202692"/>
                </a:lnTo>
                <a:lnTo>
                  <a:pt x="13731" y="198048"/>
                </a:lnTo>
                <a:lnTo>
                  <a:pt x="14811" y="193000"/>
                </a:lnTo>
                <a:lnTo>
                  <a:pt x="17907" y="186880"/>
                </a:lnTo>
                <a:lnTo>
                  <a:pt x="22775" y="179832"/>
                </a:lnTo>
                <a:lnTo>
                  <a:pt x="28956" y="172212"/>
                </a:lnTo>
                <a:lnTo>
                  <a:pt x="40624" y="153924"/>
                </a:lnTo>
                <a:lnTo>
                  <a:pt x="50292" y="133350"/>
                </a:lnTo>
                <a:lnTo>
                  <a:pt x="57673" y="110490"/>
                </a:lnTo>
                <a:lnTo>
                  <a:pt x="62484" y="85344"/>
                </a:lnTo>
                <a:lnTo>
                  <a:pt x="71628" y="85344"/>
                </a:lnTo>
                <a:lnTo>
                  <a:pt x="74676" y="114300"/>
                </a:lnTo>
                <a:lnTo>
                  <a:pt x="518160" y="114300"/>
                </a:lnTo>
                <a:lnTo>
                  <a:pt x="531607" y="129540"/>
                </a:lnTo>
                <a:lnTo>
                  <a:pt x="74676" y="129540"/>
                </a:lnTo>
                <a:lnTo>
                  <a:pt x="76104" y="146970"/>
                </a:lnTo>
                <a:lnTo>
                  <a:pt x="75819" y="162687"/>
                </a:lnTo>
                <a:lnTo>
                  <a:pt x="73818" y="176688"/>
                </a:lnTo>
                <a:lnTo>
                  <a:pt x="70104" y="188976"/>
                </a:lnTo>
                <a:lnTo>
                  <a:pt x="63793" y="198048"/>
                </a:lnTo>
                <a:lnTo>
                  <a:pt x="56197" y="204406"/>
                </a:lnTo>
                <a:lnTo>
                  <a:pt x="47172" y="207621"/>
                </a:lnTo>
                <a:close/>
              </a:path>
              <a:path w="542925" h="563880">
                <a:moveTo>
                  <a:pt x="518160" y="114300"/>
                </a:moveTo>
                <a:lnTo>
                  <a:pt x="469391" y="114300"/>
                </a:lnTo>
                <a:lnTo>
                  <a:pt x="495300" y="88392"/>
                </a:lnTo>
                <a:lnTo>
                  <a:pt x="518160" y="114300"/>
                </a:lnTo>
                <a:close/>
              </a:path>
              <a:path w="542925" h="563880">
                <a:moveTo>
                  <a:pt x="445008" y="201168"/>
                </a:moveTo>
                <a:lnTo>
                  <a:pt x="437388" y="196596"/>
                </a:lnTo>
                <a:lnTo>
                  <a:pt x="473964" y="129540"/>
                </a:lnTo>
                <a:lnTo>
                  <a:pt x="531607" y="129540"/>
                </a:lnTo>
                <a:lnTo>
                  <a:pt x="541020" y="140208"/>
                </a:lnTo>
                <a:lnTo>
                  <a:pt x="519588" y="143732"/>
                </a:lnTo>
                <a:lnTo>
                  <a:pt x="496443" y="154686"/>
                </a:lnTo>
                <a:lnTo>
                  <a:pt x="471582" y="173640"/>
                </a:lnTo>
                <a:lnTo>
                  <a:pt x="445008" y="201168"/>
                </a:lnTo>
                <a:close/>
              </a:path>
              <a:path w="542925" h="563880">
                <a:moveTo>
                  <a:pt x="309371" y="364236"/>
                </a:moveTo>
                <a:lnTo>
                  <a:pt x="269748" y="364236"/>
                </a:lnTo>
                <a:lnTo>
                  <a:pt x="274915" y="340494"/>
                </a:lnTo>
                <a:lnTo>
                  <a:pt x="279082" y="314896"/>
                </a:lnTo>
                <a:lnTo>
                  <a:pt x="284988" y="257556"/>
                </a:lnTo>
                <a:lnTo>
                  <a:pt x="288347" y="202692"/>
                </a:lnTo>
                <a:lnTo>
                  <a:pt x="289560" y="150876"/>
                </a:lnTo>
                <a:lnTo>
                  <a:pt x="348996" y="179832"/>
                </a:lnTo>
                <a:lnTo>
                  <a:pt x="330708" y="196596"/>
                </a:lnTo>
                <a:lnTo>
                  <a:pt x="325874" y="239720"/>
                </a:lnTo>
                <a:lnTo>
                  <a:pt x="320611" y="282130"/>
                </a:lnTo>
                <a:lnTo>
                  <a:pt x="315063" y="323683"/>
                </a:lnTo>
                <a:lnTo>
                  <a:pt x="309371" y="364236"/>
                </a:lnTo>
                <a:close/>
              </a:path>
              <a:path w="542925" h="563880">
                <a:moveTo>
                  <a:pt x="216408" y="260604"/>
                </a:moveTo>
                <a:lnTo>
                  <a:pt x="213360" y="260604"/>
                </a:lnTo>
                <a:lnTo>
                  <a:pt x="209669" y="259151"/>
                </a:lnTo>
                <a:lnTo>
                  <a:pt x="205549" y="254698"/>
                </a:lnTo>
                <a:lnTo>
                  <a:pt x="201144" y="247102"/>
                </a:lnTo>
                <a:lnTo>
                  <a:pt x="196596" y="236220"/>
                </a:lnTo>
                <a:lnTo>
                  <a:pt x="186547" y="218813"/>
                </a:lnTo>
                <a:lnTo>
                  <a:pt x="174498" y="200977"/>
                </a:lnTo>
                <a:lnTo>
                  <a:pt x="160162" y="182856"/>
                </a:lnTo>
                <a:lnTo>
                  <a:pt x="143256" y="164592"/>
                </a:lnTo>
                <a:lnTo>
                  <a:pt x="147828" y="156972"/>
                </a:lnTo>
                <a:lnTo>
                  <a:pt x="195643" y="177546"/>
                </a:lnTo>
                <a:lnTo>
                  <a:pt x="228981" y="207073"/>
                </a:lnTo>
                <a:lnTo>
                  <a:pt x="231648" y="219456"/>
                </a:lnTo>
                <a:lnTo>
                  <a:pt x="231338" y="226099"/>
                </a:lnTo>
                <a:lnTo>
                  <a:pt x="230314" y="232600"/>
                </a:lnTo>
                <a:lnTo>
                  <a:pt x="228433" y="239387"/>
                </a:lnTo>
                <a:lnTo>
                  <a:pt x="225552" y="246888"/>
                </a:lnTo>
                <a:lnTo>
                  <a:pt x="216408" y="260604"/>
                </a:lnTo>
                <a:close/>
              </a:path>
              <a:path w="542925" h="563880">
                <a:moveTo>
                  <a:pt x="158496" y="356616"/>
                </a:moveTo>
                <a:lnTo>
                  <a:pt x="155448" y="356616"/>
                </a:lnTo>
                <a:lnTo>
                  <a:pt x="151757" y="355163"/>
                </a:lnTo>
                <a:lnTo>
                  <a:pt x="147637" y="350710"/>
                </a:lnTo>
                <a:lnTo>
                  <a:pt x="143232" y="343114"/>
                </a:lnTo>
                <a:lnTo>
                  <a:pt x="138684" y="332232"/>
                </a:lnTo>
                <a:lnTo>
                  <a:pt x="128968" y="313634"/>
                </a:lnTo>
                <a:lnTo>
                  <a:pt x="115824" y="294322"/>
                </a:lnTo>
                <a:lnTo>
                  <a:pt x="99250" y="274153"/>
                </a:lnTo>
                <a:lnTo>
                  <a:pt x="79248" y="252984"/>
                </a:lnTo>
                <a:lnTo>
                  <a:pt x="83820" y="246888"/>
                </a:lnTo>
                <a:lnTo>
                  <a:pt x="136588" y="269748"/>
                </a:lnTo>
                <a:lnTo>
                  <a:pt x="168187" y="295751"/>
                </a:lnTo>
                <a:lnTo>
                  <a:pt x="175260" y="315467"/>
                </a:lnTo>
                <a:lnTo>
                  <a:pt x="174712" y="321444"/>
                </a:lnTo>
                <a:lnTo>
                  <a:pt x="173164" y="327850"/>
                </a:lnTo>
                <a:lnTo>
                  <a:pt x="170759" y="334541"/>
                </a:lnTo>
                <a:lnTo>
                  <a:pt x="167640" y="341376"/>
                </a:lnTo>
                <a:lnTo>
                  <a:pt x="163068" y="352044"/>
                </a:lnTo>
                <a:lnTo>
                  <a:pt x="158496" y="356616"/>
                </a:lnTo>
                <a:close/>
              </a:path>
              <a:path w="542925" h="563880">
                <a:moveTo>
                  <a:pt x="21336" y="385572"/>
                </a:moveTo>
                <a:lnTo>
                  <a:pt x="0" y="364236"/>
                </a:lnTo>
                <a:lnTo>
                  <a:pt x="457200" y="364236"/>
                </a:lnTo>
                <a:lnTo>
                  <a:pt x="492252" y="327660"/>
                </a:lnTo>
                <a:lnTo>
                  <a:pt x="542544" y="377952"/>
                </a:lnTo>
                <a:lnTo>
                  <a:pt x="79248" y="377952"/>
                </a:lnTo>
                <a:lnTo>
                  <a:pt x="63769" y="378285"/>
                </a:lnTo>
                <a:lnTo>
                  <a:pt x="49149" y="379476"/>
                </a:lnTo>
                <a:lnTo>
                  <a:pt x="35099" y="381809"/>
                </a:lnTo>
                <a:lnTo>
                  <a:pt x="21336" y="385572"/>
                </a:lnTo>
                <a:close/>
              </a:path>
              <a:path w="542925" h="563880">
                <a:moveTo>
                  <a:pt x="3048" y="563880"/>
                </a:moveTo>
                <a:lnTo>
                  <a:pt x="3048" y="554735"/>
                </a:lnTo>
                <a:lnTo>
                  <a:pt x="51339" y="544163"/>
                </a:lnTo>
                <a:lnTo>
                  <a:pt x="95631" y="530733"/>
                </a:lnTo>
                <a:lnTo>
                  <a:pt x="135921" y="514445"/>
                </a:lnTo>
                <a:lnTo>
                  <a:pt x="172212" y="495300"/>
                </a:lnTo>
                <a:lnTo>
                  <a:pt x="203930" y="472463"/>
                </a:lnTo>
                <a:lnTo>
                  <a:pt x="251936" y="413646"/>
                </a:lnTo>
                <a:lnTo>
                  <a:pt x="268224" y="377952"/>
                </a:lnTo>
                <a:lnTo>
                  <a:pt x="303276" y="377952"/>
                </a:lnTo>
                <a:lnTo>
                  <a:pt x="299847" y="388191"/>
                </a:lnTo>
                <a:lnTo>
                  <a:pt x="296418" y="398145"/>
                </a:lnTo>
                <a:lnTo>
                  <a:pt x="292989" y="407527"/>
                </a:lnTo>
                <a:lnTo>
                  <a:pt x="289560" y="416052"/>
                </a:lnTo>
                <a:lnTo>
                  <a:pt x="327638" y="428244"/>
                </a:lnTo>
                <a:lnTo>
                  <a:pt x="284988" y="428244"/>
                </a:lnTo>
                <a:lnTo>
                  <a:pt x="265795" y="456247"/>
                </a:lnTo>
                <a:lnTo>
                  <a:pt x="242316" y="480822"/>
                </a:lnTo>
                <a:lnTo>
                  <a:pt x="181356" y="519684"/>
                </a:lnTo>
                <a:lnTo>
                  <a:pt x="144494" y="533661"/>
                </a:lnTo>
                <a:lnTo>
                  <a:pt x="102489" y="545782"/>
                </a:lnTo>
                <a:lnTo>
                  <a:pt x="55340" y="555902"/>
                </a:lnTo>
                <a:lnTo>
                  <a:pt x="3048" y="563880"/>
                </a:lnTo>
                <a:close/>
              </a:path>
              <a:path w="542925" h="563880">
                <a:moveTo>
                  <a:pt x="478536" y="557784"/>
                </a:moveTo>
                <a:lnTo>
                  <a:pt x="473130" y="556117"/>
                </a:lnTo>
                <a:lnTo>
                  <a:pt x="466153" y="551307"/>
                </a:lnTo>
                <a:lnTo>
                  <a:pt x="457747" y="543639"/>
                </a:lnTo>
                <a:lnTo>
                  <a:pt x="448056" y="533400"/>
                </a:lnTo>
                <a:lnTo>
                  <a:pt x="421505" y="509682"/>
                </a:lnTo>
                <a:lnTo>
                  <a:pt x="385381" y="484251"/>
                </a:lnTo>
                <a:lnTo>
                  <a:pt x="339828" y="457104"/>
                </a:lnTo>
                <a:lnTo>
                  <a:pt x="284988" y="428244"/>
                </a:lnTo>
                <a:lnTo>
                  <a:pt x="327638" y="428244"/>
                </a:lnTo>
                <a:lnTo>
                  <a:pt x="387667" y="448437"/>
                </a:lnTo>
                <a:lnTo>
                  <a:pt x="448056" y="473964"/>
                </a:lnTo>
                <a:lnTo>
                  <a:pt x="480060" y="497586"/>
                </a:lnTo>
                <a:lnTo>
                  <a:pt x="489204" y="525780"/>
                </a:lnTo>
                <a:lnTo>
                  <a:pt x="488394" y="539781"/>
                </a:lnTo>
                <a:lnTo>
                  <a:pt x="486156" y="549783"/>
                </a:lnTo>
                <a:lnTo>
                  <a:pt x="482774" y="555783"/>
                </a:lnTo>
                <a:lnTo>
                  <a:pt x="478536" y="557784"/>
                </a:lnTo>
                <a:close/>
              </a:path>
            </a:pathLst>
          </a:custGeom>
          <a:solidFill>
            <a:srgbClr val="3333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" name="object 6"/>
          <p:cNvSpPr/>
          <p:nvPr/>
        </p:nvSpPr>
        <p:spPr>
          <a:xfrm>
            <a:off x="2334767" y="1296924"/>
            <a:ext cx="559435" cy="538480"/>
          </a:xfrm>
          <a:custGeom>
            <a:avLst/>
            <a:gdLst/>
            <a:ahLst/>
            <a:cxnLst/>
            <a:rect l="l" t="t" r="r" b="b"/>
            <a:pathLst>
              <a:path w="559435" h="538480">
                <a:moveTo>
                  <a:pt x="495861" y="24383"/>
                </a:moveTo>
                <a:lnTo>
                  <a:pt x="449580" y="24383"/>
                </a:lnTo>
                <a:lnTo>
                  <a:pt x="466344" y="0"/>
                </a:lnTo>
                <a:lnTo>
                  <a:pt x="495861" y="24383"/>
                </a:lnTo>
                <a:close/>
              </a:path>
              <a:path w="559435" h="538480">
                <a:moveTo>
                  <a:pt x="239268" y="356616"/>
                </a:moveTo>
                <a:lnTo>
                  <a:pt x="240149" y="329445"/>
                </a:lnTo>
                <a:lnTo>
                  <a:pt x="240601" y="291274"/>
                </a:lnTo>
                <a:lnTo>
                  <a:pt x="240712" y="103632"/>
                </a:lnTo>
                <a:lnTo>
                  <a:pt x="240601" y="70485"/>
                </a:lnTo>
                <a:lnTo>
                  <a:pt x="240149" y="31337"/>
                </a:lnTo>
                <a:lnTo>
                  <a:pt x="239268" y="3048"/>
                </a:lnTo>
                <a:lnTo>
                  <a:pt x="272796" y="24383"/>
                </a:lnTo>
                <a:lnTo>
                  <a:pt x="495861" y="24383"/>
                </a:lnTo>
                <a:lnTo>
                  <a:pt x="501396" y="28955"/>
                </a:lnTo>
                <a:lnTo>
                  <a:pt x="490220" y="38100"/>
                </a:lnTo>
                <a:lnTo>
                  <a:pt x="272796" y="38100"/>
                </a:lnTo>
                <a:lnTo>
                  <a:pt x="272796" y="342900"/>
                </a:lnTo>
                <a:lnTo>
                  <a:pt x="239268" y="356616"/>
                </a:lnTo>
                <a:close/>
              </a:path>
              <a:path w="559435" h="538480">
                <a:moveTo>
                  <a:pt x="21336" y="65532"/>
                </a:moveTo>
                <a:lnTo>
                  <a:pt x="0" y="42672"/>
                </a:lnTo>
                <a:lnTo>
                  <a:pt x="147828" y="42672"/>
                </a:lnTo>
                <a:lnTo>
                  <a:pt x="178308" y="15239"/>
                </a:lnTo>
                <a:lnTo>
                  <a:pt x="216408" y="57911"/>
                </a:lnTo>
                <a:lnTo>
                  <a:pt x="77724" y="57911"/>
                </a:lnTo>
                <a:lnTo>
                  <a:pt x="62912" y="58245"/>
                </a:lnTo>
                <a:lnTo>
                  <a:pt x="48387" y="59435"/>
                </a:lnTo>
                <a:lnTo>
                  <a:pt x="34432" y="61769"/>
                </a:lnTo>
                <a:lnTo>
                  <a:pt x="21336" y="65532"/>
                </a:lnTo>
                <a:close/>
              </a:path>
              <a:path w="559435" h="538480">
                <a:moveTo>
                  <a:pt x="454152" y="335280"/>
                </a:moveTo>
                <a:lnTo>
                  <a:pt x="454152" y="38100"/>
                </a:lnTo>
                <a:lnTo>
                  <a:pt x="490220" y="38100"/>
                </a:lnTo>
                <a:lnTo>
                  <a:pt x="484632" y="42672"/>
                </a:lnTo>
                <a:lnTo>
                  <a:pt x="484802" y="129735"/>
                </a:lnTo>
                <a:lnTo>
                  <a:pt x="485266" y="200777"/>
                </a:lnTo>
                <a:lnTo>
                  <a:pt x="485948" y="255873"/>
                </a:lnTo>
                <a:lnTo>
                  <a:pt x="486777" y="295095"/>
                </a:lnTo>
                <a:lnTo>
                  <a:pt x="487680" y="318515"/>
                </a:lnTo>
                <a:lnTo>
                  <a:pt x="454152" y="335280"/>
                </a:lnTo>
                <a:close/>
              </a:path>
              <a:path w="559435" h="538480">
                <a:moveTo>
                  <a:pt x="118872" y="208787"/>
                </a:moveTo>
                <a:lnTo>
                  <a:pt x="88392" y="208787"/>
                </a:lnTo>
                <a:lnTo>
                  <a:pt x="88392" y="57911"/>
                </a:lnTo>
                <a:lnTo>
                  <a:pt x="118872" y="57911"/>
                </a:lnTo>
                <a:lnTo>
                  <a:pt x="118872" y="208787"/>
                </a:lnTo>
                <a:close/>
              </a:path>
              <a:path w="559435" h="538480">
                <a:moveTo>
                  <a:pt x="134112" y="537972"/>
                </a:moveTo>
                <a:lnTo>
                  <a:pt x="128016" y="531876"/>
                </a:lnTo>
                <a:lnTo>
                  <a:pt x="176503" y="503334"/>
                </a:lnTo>
                <a:lnTo>
                  <a:pt x="217822" y="474354"/>
                </a:lnTo>
                <a:lnTo>
                  <a:pt x="252118" y="444861"/>
                </a:lnTo>
                <a:lnTo>
                  <a:pt x="279538" y="414784"/>
                </a:lnTo>
                <a:lnTo>
                  <a:pt x="312793" y="354703"/>
                </a:lnTo>
                <a:lnTo>
                  <a:pt x="330898" y="275272"/>
                </a:lnTo>
                <a:lnTo>
                  <a:pt x="336352" y="225100"/>
                </a:lnTo>
                <a:lnTo>
                  <a:pt x="339351" y="167901"/>
                </a:lnTo>
                <a:lnTo>
                  <a:pt x="339852" y="103632"/>
                </a:lnTo>
                <a:lnTo>
                  <a:pt x="396240" y="126491"/>
                </a:lnTo>
                <a:lnTo>
                  <a:pt x="374904" y="146303"/>
                </a:lnTo>
                <a:lnTo>
                  <a:pt x="372148" y="217468"/>
                </a:lnTo>
                <a:lnTo>
                  <a:pt x="365662" y="279269"/>
                </a:lnTo>
                <a:lnTo>
                  <a:pt x="355372" y="331854"/>
                </a:lnTo>
                <a:lnTo>
                  <a:pt x="341205" y="375367"/>
                </a:lnTo>
                <a:lnTo>
                  <a:pt x="323088" y="409956"/>
                </a:lnTo>
                <a:lnTo>
                  <a:pt x="268419" y="465551"/>
                </a:lnTo>
                <a:lnTo>
                  <a:pt x="230477" y="491154"/>
                </a:lnTo>
                <a:lnTo>
                  <a:pt x="185659" y="515294"/>
                </a:lnTo>
                <a:lnTo>
                  <a:pt x="134112" y="537972"/>
                </a:lnTo>
                <a:close/>
              </a:path>
              <a:path w="559435" h="538480">
                <a:moveTo>
                  <a:pt x="30480" y="230123"/>
                </a:moveTo>
                <a:lnTo>
                  <a:pt x="9144" y="208787"/>
                </a:lnTo>
                <a:lnTo>
                  <a:pt x="147828" y="208787"/>
                </a:lnTo>
                <a:lnTo>
                  <a:pt x="173736" y="181355"/>
                </a:lnTo>
                <a:lnTo>
                  <a:pt x="211836" y="222503"/>
                </a:lnTo>
                <a:lnTo>
                  <a:pt x="88392" y="222503"/>
                </a:lnTo>
                <a:lnTo>
                  <a:pt x="72913" y="223051"/>
                </a:lnTo>
                <a:lnTo>
                  <a:pt x="58293" y="224599"/>
                </a:lnTo>
                <a:lnTo>
                  <a:pt x="44243" y="227004"/>
                </a:lnTo>
                <a:lnTo>
                  <a:pt x="30480" y="230123"/>
                </a:lnTo>
                <a:close/>
              </a:path>
              <a:path w="559435" h="538480">
                <a:moveTo>
                  <a:pt x="27432" y="466344"/>
                </a:moveTo>
                <a:lnTo>
                  <a:pt x="0" y="420624"/>
                </a:lnTo>
                <a:lnTo>
                  <a:pt x="25169" y="413766"/>
                </a:lnTo>
                <a:lnTo>
                  <a:pt x="48196" y="406908"/>
                </a:lnTo>
                <a:lnTo>
                  <a:pt x="69222" y="400050"/>
                </a:lnTo>
                <a:lnTo>
                  <a:pt x="88392" y="393192"/>
                </a:lnTo>
                <a:lnTo>
                  <a:pt x="88392" y="222503"/>
                </a:lnTo>
                <a:lnTo>
                  <a:pt x="118872" y="222503"/>
                </a:lnTo>
                <a:lnTo>
                  <a:pt x="118872" y="382524"/>
                </a:lnTo>
                <a:lnTo>
                  <a:pt x="164701" y="382524"/>
                </a:lnTo>
                <a:lnTo>
                  <a:pt x="141231" y="393906"/>
                </a:lnTo>
                <a:lnTo>
                  <a:pt x="87058" y="423291"/>
                </a:lnTo>
                <a:lnTo>
                  <a:pt x="49172" y="447532"/>
                </a:lnTo>
                <a:lnTo>
                  <a:pt x="27432" y="466344"/>
                </a:lnTo>
                <a:close/>
              </a:path>
              <a:path w="559435" h="538480">
                <a:moveTo>
                  <a:pt x="509016" y="519684"/>
                </a:moveTo>
                <a:lnTo>
                  <a:pt x="420624" y="519684"/>
                </a:lnTo>
                <a:lnTo>
                  <a:pt x="403479" y="516826"/>
                </a:lnTo>
                <a:lnTo>
                  <a:pt x="390906" y="508254"/>
                </a:lnTo>
                <a:lnTo>
                  <a:pt x="382905" y="493966"/>
                </a:lnTo>
                <a:lnTo>
                  <a:pt x="379542" y="474354"/>
                </a:lnTo>
                <a:lnTo>
                  <a:pt x="379476" y="281939"/>
                </a:lnTo>
                <a:lnTo>
                  <a:pt x="428244" y="306323"/>
                </a:lnTo>
                <a:lnTo>
                  <a:pt x="411480" y="323088"/>
                </a:lnTo>
                <a:lnTo>
                  <a:pt x="411480" y="461772"/>
                </a:lnTo>
                <a:lnTo>
                  <a:pt x="412956" y="475511"/>
                </a:lnTo>
                <a:lnTo>
                  <a:pt x="417576" y="484822"/>
                </a:lnTo>
                <a:lnTo>
                  <a:pt x="425624" y="489846"/>
                </a:lnTo>
                <a:lnTo>
                  <a:pt x="437388" y="490728"/>
                </a:lnTo>
                <a:lnTo>
                  <a:pt x="557256" y="490728"/>
                </a:lnTo>
                <a:lnTo>
                  <a:pt x="549306" y="502539"/>
                </a:lnTo>
                <a:lnTo>
                  <a:pt x="537591" y="512826"/>
                </a:lnTo>
                <a:lnTo>
                  <a:pt x="524160" y="518541"/>
                </a:lnTo>
                <a:lnTo>
                  <a:pt x="509016" y="519684"/>
                </a:lnTo>
                <a:close/>
              </a:path>
              <a:path w="559435" h="538480">
                <a:moveTo>
                  <a:pt x="164701" y="382524"/>
                </a:moveTo>
                <a:lnTo>
                  <a:pt x="118872" y="382524"/>
                </a:lnTo>
                <a:lnTo>
                  <a:pt x="210312" y="348996"/>
                </a:lnTo>
                <a:lnTo>
                  <a:pt x="211836" y="359664"/>
                </a:lnTo>
                <a:lnTo>
                  <a:pt x="164701" y="382524"/>
                </a:lnTo>
                <a:close/>
              </a:path>
              <a:path w="559435" h="538480">
                <a:moveTo>
                  <a:pt x="557256" y="490728"/>
                </a:moveTo>
                <a:lnTo>
                  <a:pt x="492252" y="490728"/>
                </a:lnTo>
                <a:lnTo>
                  <a:pt x="498562" y="488727"/>
                </a:lnTo>
                <a:lnTo>
                  <a:pt x="503872" y="482727"/>
                </a:lnTo>
                <a:lnTo>
                  <a:pt x="514350" y="441269"/>
                </a:lnTo>
                <a:lnTo>
                  <a:pt x="518922" y="397216"/>
                </a:lnTo>
                <a:lnTo>
                  <a:pt x="521208" y="370332"/>
                </a:lnTo>
                <a:lnTo>
                  <a:pt x="530352" y="370332"/>
                </a:lnTo>
                <a:lnTo>
                  <a:pt x="532280" y="423481"/>
                </a:lnTo>
                <a:lnTo>
                  <a:pt x="540639" y="474154"/>
                </a:lnTo>
                <a:lnTo>
                  <a:pt x="559308" y="487680"/>
                </a:lnTo>
                <a:lnTo>
                  <a:pt x="557256" y="490728"/>
                </a:lnTo>
                <a:close/>
              </a:path>
            </a:pathLst>
          </a:custGeom>
          <a:solidFill>
            <a:srgbClr val="3333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" name="object 7"/>
          <p:cNvSpPr/>
          <p:nvPr/>
        </p:nvSpPr>
        <p:spPr>
          <a:xfrm>
            <a:off x="2947416" y="1271015"/>
            <a:ext cx="554990" cy="567055"/>
          </a:xfrm>
          <a:custGeom>
            <a:avLst/>
            <a:gdLst/>
            <a:ahLst/>
            <a:cxnLst/>
            <a:rect l="l" t="t" r="r" b="b"/>
            <a:pathLst>
              <a:path w="554989" h="567055">
                <a:moveTo>
                  <a:pt x="16764" y="196595"/>
                </a:moveTo>
                <a:lnTo>
                  <a:pt x="10668" y="188975"/>
                </a:lnTo>
                <a:lnTo>
                  <a:pt x="22383" y="176641"/>
                </a:lnTo>
                <a:lnTo>
                  <a:pt x="34670" y="162305"/>
                </a:lnTo>
                <a:lnTo>
                  <a:pt x="60959" y="126491"/>
                </a:lnTo>
                <a:lnTo>
                  <a:pt x="90868" y="74675"/>
                </a:lnTo>
                <a:lnTo>
                  <a:pt x="121920" y="0"/>
                </a:lnTo>
                <a:lnTo>
                  <a:pt x="169164" y="25907"/>
                </a:lnTo>
                <a:lnTo>
                  <a:pt x="136017" y="55244"/>
                </a:lnTo>
                <a:lnTo>
                  <a:pt x="123444" y="74675"/>
                </a:lnTo>
                <a:lnTo>
                  <a:pt x="283409" y="74675"/>
                </a:lnTo>
                <a:lnTo>
                  <a:pt x="295656" y="88391"/>
                </a:lnTo>
                <a:lnTo>
                  <a:pt x="115824" y="88391"/>
                </a:lnTo>
                <a:lnTo>
                  <a:pt x="104417" y="105822"/>
                </a:lnTo>
                <a:lnTo>
                  <a:pt x="93154" y="121538"/>
                </a:lnTo>
                <a:lnTo>
                  <a:pt x="59626" y="160162"/>
                </a:lnTo>
                <a:lnTo>
                  <a:pt x="32194" y="184261"/>
                </a:lnTo>
                <a:lnTo>
                  <a:pt x="16764" y="196595"/>
                </a:lnTo>
                <a:close/>
              </a:path>
              <a:path w="554989" h="567055">
                <a:moveTo>
                  <a:pt x="278892" y="156971"/>
                </a:moveTo>
                <a:lnTo>
                  <a:pt x="271272" y="152399"/>
                </a:lnTo>
                <a:lnTo>
                  <a:pt x="285845" y="134159"/>
                </a:lnTo>
                <a:lnTo>
                  <a:pt x="299847" y="113918"/>
                </a:lnTo>
                <a:lnTo>
                  <a:pt x="326136" y="68579"/>
                </a:lnTo>
                <a:lnTo>
                  <a:pt x="345567" y="27050"/>
                </a:lnTo>
                <a:lnTo>
                  <a:pt x="353568" y="1523"/>
                </a:lnTo>
                <a:lnTo>
                  <a:pt x="396240" y="30479"/>
                </a:lnTo>
                <a:lnTo>
                  <a:pt x="361188" y="62293"/>
                </a:lnTo>
                <a:lnTo>
                  <a:pt x="355996" y="69318"/>
                </a:lnTo>
                <a:lnTo>
                  <a:pt x="350520" y="76199"/>
                </a:lnTo>
                <a:lnTo>
                  <a:pt x="531085" y="76199"/>
                </a:lnTo>
                <a:lnTo>
                  <a:pt x="544068" y="91439"/>
                </a:lnTo>
                <a:lnTo>
                  <a:pt x="344424" y="91439"/>
                </a:lnTo>
                <a:lnTo>
                  <a:pt x="335565" y="99464"/>
                </a:lnTo>
                <a:lnTo>
                  <a:pt x="327279" y="107632"/>
                </a:lnTo>
                <a:lnTo>
                  <a:pt x="319563" y="116085"/>
                </a:lnTo>
                <a:lnTo>
                  <a:pt x="312420" y="124967"/>
                </a:lnTo>
                <a:lnTo>
                  <a:pt x="304395" y="133826"/>
                </a:lnTo>
                <a:lnTo>
                  <a:pt x="296227" y="142112"/>
                </a:lnTo>
                <a:lnTo>
                  <a:pt x="287774" y="149828"/>
                </a:lnTo>
                <a:lnTo>
                  <a:pt x="278892" y="156971"/>
                </a:lnTo>
                <a:close/>
              </a:path>
              <a:path w="554989" h="567055">
                <a:moveTo>
                  <a:pt x="283409" y="74675"/>
                </a:moveTo>
                <a:lnTo>
                  <a:pt x="228600" y="74675"/>
                </a:lnTo>
                <a:lnTo>
                  <a:pt x="257556" y="45719"/>
                </a:lnTo>
                <a:lnTo>
                  <a:pt x="283409" y="74675"/>
                </a:lnTo>
                <a:close/>
              </a:path>
              <a:path w="554989" h="567055">
                <a:moveTo>
                  <a:pt x="531085" y="76199"/>
                </a:moveTo>
                <a:lnTo>
                  <a:pt x="480060" y="76199"/>
                </a:lnTo>
                <a:lnTo>
                  <a:pt x="509016" y="50291"/>
                </a:lnTo>
                <a:lnTo>
                  <a:pt x="531085" y="76199"/>
                </a:lnTo>
                <a:close/>
              </a:path>
              <a:path w="554989" h="567055">
                <a:moveTo>
                  <a:pt x="202692" y="156971"/>
                </a:moveTo>
                <a:lnTo>
                  <a:pt x="190500" y="156971"/>
                </a:lnTo>
                <a:lnTo>
                  <a:pt x="187452" y="155447"/>
                </a:lnTo>
                <a:lnTo>
                  <a:pt x="184365" y="143065"/>
                </a:lnTo>
                <a:lnTo>
                  <a:pt x="182866" y="135540"/>
                </a:lnTo>
                <a:lnTo>
                  <a:pt x="181356" y="124967"/>
                </a:lnTo>
                <a:lnTo>
                  <a:pt x="178188" y="116681"/>
                </a:lnTo>
                <a:lnTo>
                  <a:pt x="173164" y="107822"/>
                </a:lnTo>
                <a:lnTo>
                  <a:pt x="166139" y="98393"/>
                </a:lnTo>
                <a:lnTo>
                  <a:pt x="156972" y="88391"/>
                </a:lnTo>
                <a:lnTo>
                  <a:pt x="173736" y="88391"/>
                </a:lnTo>
                <a:lnTo>
                  <a:pt x="195429" y="100655"/>
                </a:lnTo>
                <a:lnTo>
                  <a:pt x="210121" y="112204"/>
                </a:lnTo>
                <a:lnTo>
                  <a:pt x="217670" y="122896"/>
                </a:lnTo>
                <a:lnTo>
                  <a:pt x="217932" y="132587"/>
                </a:lnTo>
                <a:lnTo>
                  <a:pt x="214884" y="144779"/>
                </a:lnTo>
                <a:lnTo>
                  <a:pt x="210312" y="152399"/>
                </a:lnTo>
                <a:lnTo>
                  <a:pt x="205740" y="153923"/>
                </a:lnTo>
                <a:lnTo>
                  <a:pt x="202692" y="156971"/>
                </a:lnTo>
                <a:close/>
              </a:path>
              <a:path w="554989" h="567055">
                <a:moveTo>
                  <a:pt x="460248" y="160019"/>
                </a:moveTo>
                <a:lnTo>
                  <a:pt x="455676" y="160019"/>
                </a:lnTo>
                <a:lnTo>
                  <a:pt x="452628" y="156971"/>
                </a:lnTo>
                <a:lnTo>
                  <a:pt x="444307" y="143065"/>
                </a:lnTo>
                <a:lnTo>
                  <a:pt x="441198" y="137731"/>
                </a:lnTo>
                <a:lnTo>
                  <a:pt x="437769" y="131564"/>
                </a:lnTo>
                <a:lnTo>
                  <a:pt x="434340" y="124967"/>
                </a:lnTo>
                <a:lnTo>
                  <a:pt x="429744" y="118443"/>
                </a:lnTo>
                <a:lnTo>
                  <a:pt x="422719" y="110489"/>
                </a:lnTo>
                <a:lnTo>
                  <a:pt x="413123" y="101393"/>
                </a:lnTo>
                <a:lnTo>
                  <a:pt x="400812" y="91439"/>
                </a:lnTo>
                <a:lnTo>
                  <a:pt x="417576" y="91439"/>
                </a:lnTo>
                <a:lnTo>
                  <a:pt x="443817" y="100583"/>
                </a:lnTo>
                <a:lnTo>
                  <a:pt x="462915" y="109727"/>
                </a:lnTo>
                <a:lnTo>
                  <a:pt x="474583" y="118871"/>
                </a:lnTo>
                <a:lnTo>
                  <a:pt x="478536" y="128015"/>
                </a:lnTo>
                <a:lnTo>
                  <a:pt x="477964" y="136326"/>
                </a:lnTo>
                <a:lnTo>
                  <a:pt x="476250" y="143065"/>
                </a:lnTo>
                <a:lnTo>
                  <a:pt x="473392" y="148375"/>
                </a:lnTo>
                <a:lnTo>
                  <a:pt x="469392" y="152399"/>
                </a:lnTo>
                <a:lnTo>
                  <a:pt x="463296" y="156971"/>
                </a:lnTo>
                <a:lnTo>
                  <a:pt x="460248" y="160019"/>
                </a:lnTo>
                <a:close/>
              </a:path>
              <a:path w="554989" h="567055">
                <a:moveTo>
                  <a:pt x="449326" y="163067"/>
                </a:moveTo>
                <a:lnTo>
                  <a:pt x="403860" y="163067"/>
                </a:lnTo>
                <a:lnTo>
                  <a:pt x="417576" y="140207"/>
                </a:lnTo>
                <a:lnTo>
                  <a:pt x="449326" y="163067"/>
                </a:lnTo>
                <a:close/>
              </a:path>
              <a:path w="554989" h="567055">
                <a:moveTo>
                  <a:pt x="114300" y="390143"/>
                </a:moveTo>
                <a:lnTo>
                  <a:pt x="115181" y="352401"/>
                </a:lnTo>
                <a:lnTo>
                  <a:pt x="115601" y="317158"/>
                </a:lnTo>
                <a:lnTo>
                  <a:pt x="115724" y="234695"/>
                </a:lnTo>
                <a:lnTo>
                  <a:pt x="114681" y="202620"/>
                </a:lnTo>
                <a:lnTo>
                  <a:pt x="113538" y="175069"/>
                </a:lnTo>
                <a:lnTo>
                  <a:pt x="112395" y="155233"/>
                </a:lnTo>
                <a:lnTo>
                  <a:pt x="111252" y="143255"/>
                </a:lnTo>
                <a:lnTo>
                  <a:pt x="147828" y="163067"/>
                </a:lnTo>
                <a:lnTo>
                  <a:pt x="449326" y="163067"/>
                </a:lnTo>
                <a:lnTo>
                  <a:pt x="455676" y="167639"/>
                </a:lnTo>
                <a:lnTo>
                  <a:pt x="444500" y="176783"/>
                </a:lnTo>
                <a:lnTo>
                  <a:pt x="147828" y="176783"/>
                </a:lnTo>
                <a:lnTo>
                  <a:pt x="147828" y="219455"/>
                </a:lnTo>
                <a:lnTo>
                  <a:pt x="438912" y="219455"/>
                </a:lnTo>
                <a:lnTo>
                  <a:pt x="438912" y="234695"/>
                </a:lnTo>
                <a:lnTo>
                  <a:pt x="147828" y="234695"/>
                </a:lnTo>
                <a:lnTo>
                  <a:pt x="147828" y="280415"/>
                </a:lnTo>
                <a:lnTo>
                  <a:pt x="438912" y="280415"/>
                </a:lnTo>
                <a:lnTo>
                  <a:pt x="438912" y="294131"/>
                </a:lnTo>
                <a:lnTo>
                  <a:pt x="147828" y="294131"/>
                </a:lnTo>
                <a:lnTo>
                  <a:pt x="147828" y="344423"/>
                </a:lnTo>
                <a:lnTo>
                  <a:pt x="440598" y="344423"/>
                </a:lnTo>
                <a:lnTo>
                  <a:pt x="441364" y="358139"/>
                </a:lnTo>
                <a:lnTo>
                  <a:pt x="147828" y="358139"/>
                </a:lnTo>
                <a:lnTo>
                  <a:pt x="147828" y="377951"/>
                </a:lnTo>
                <a:lnTo>
                  <a:pt x="114300" y="390143"/>
                </a:lnTo>
                <a:close/>
              </a:path>
              <a:path w="554989" h="567055">
                <a:moveTo>
                  <a:pt x="438912" y="219455"/>
                </a:moveTo>
                <a:lnTo>
                  <a:pt x="405384" y="219455"/>
                </a:lnTo>
                <a:lnTo>
                  <a:pt x="405384" y="176783"/>
                </a:lnTo>
                <a:lnTo>
                  <a:pt x="444500" y="176783"/>
                </a:lnTo>
                <a:lnTo>
                  <a:pt x="438912" y="181355"/>
                </a:lnTo>
                <a:lnTo>
                  <a:pt x="438912" y="219455"/>
                </a:lnTo>
                <a:close/>
              </a:path>
              <a:path w="554989" h="567055">
                <a:moveTo>
                  <a:pt x="438912" y="280415"/>
                </a:moveTo>
                <a:lnTo>
                  <a:pt x="405384" y="280415"/>
                </a:lnTo>
                <a:lnTo>
                  <a:pt x="405384" y="234695"/>
                </a:lnTo>
                <a:lnTo>
                  <a:pt x="438912" y="234695"/>
                </a:lnTo>
                <a:lnTo>
                  <a:pt x="438912" y="280415"/>
                </a:lnTo>
                <a:close/>
              </a:path>
              <a:path w="554989" h="567055">
                <a:moveTo>
                  <a:pt x="440598" y="344423"/>
                </a:moveTo>
                <a:lnTo>
                  <a:pt x="405384" y="344423"/>
                </a:lnTo>
                <a:lnTo>
                  <a:pt x="405384" y="294131"/>
                </a:lnTo>
                <a:lnTo>
                  <a:pt x="438912" y="294131"/>
                </a:lnTo>
                <a:lnTo>
                  <a:pt x="438912" y="306323"/>
                </a:lnTo>
                <a:lnTo>
                  <a:pt x="439173" y="317158"/>
                </a:lnTo>
                <a:lnTo>
                  <a:pt x="439864" y="331279"/>
                </a:lnTo>
                <a:lnTo>
                  <a:pt x="440598" y="344423"/>
                </a:lnTo>
                <a:close/>
              </a:path>
              <a:path w="554989" h="567055">
                <a:moveTo>
                  <a:pt x="219456" y="432815"/>
                </a:moveTo>
                <a:lnTo>
                  <a:pt x="182880" y="432815"/>
                </a:lnTo>
                <a:lnTo>
                  <a:pt x="185242" y="414504"/>
                </a:lnTo>
                <a:lnTo>
                  <a:pt x="187261" y="397192"/>
                </a:lnTo>
                <a:lnTo>
                  <a:pt x="189095" y="378166"/>
                </a:lnTo>
                <a:lnTo>
                  <a:pt x="190500" y="358139"/>
                </a:lnTo>
                <a:lnTo>
                  <a:pt x="227076" y="358139"/>
                </a:lnTo>
                <a:lnTo>
                  <a:pt x="225671" y="377309"/>
                </a:lnTo>
                <a:lnTo>
                  <a:pt x="223837" y="396049"/>
                </a:lnTo>
                <a:lnTo>
                  <a:pt x="221612" y="415361"/>
                </a:lnTo>
                <a:lnTo>
                  <a:pt x="219456" y="432815"/>
                </a:lnTo>
                <a:close/>
              </a:path>
              <a:path w="554989" h="567055">
                <a:moveTo>
                  <a:pt x="21336" y="454151"/>
                </a:moveTo>
                <a:lnTo>
                  <a:pt x="0" y="432815"/>
                </a:lnTo>
                <a:lnTo>
                  <a:pt x="336804" y="432815"/>
                </a:lnTo>
                <a:lnTo>
                  <a:pt x="336804" y="358139"/>
                </a:lnTo>
                <a:lnTo>
                  <a:pt x="370332" y="358139"/>
                </a:lnTo>
                <a:lnTo>
                  <a:pt x="370332" y="429767"/>
                </a:lnTo>
                <a:lnTo>
                  <a:pt x="540004" y="429767"/>
                </a:lnTo>
                <a:lnTo>
                  <a:pt x="554736" y="445007"/>
                </a:lnTo>
                <a:lnTo>
                  <a:pt x="370332" y="445007"/>
                </a:lnTo>
                <a:lnTo>
                  <a:pt x="370333" y="446531"/>
                </a:lnTo>
                <a:lnTo>
                  <a:pt x="77724" y="446531"/>
                </a:lnTo>
                <a:lnTo>
                  <a:pt x="62912" y="447079"/>
                </a:lnTo>
                <a:lnTo>
                  <a:pt x="48387" y="448627"/>
                </a:lnTo>
                <a:lnTo>
                  <a:pt x="34432" y="451032"/>
                </a:lnTo>
                <a:lnTo>
                  <a:pt x="21336" y="454151"/>
                </a:lnTo>
                <a:close/>
              </a:path>
              <a:path w="554989" h="567055">
                <a:moveTo>
                  <a:pt x="405384" y="382523"/>
                </a:moveTo>
                <a:lnTo>
                  <a:pt x="405384" y="358139"/>
                </a:lnTo>
                <a:lnTo>
                  <a:pt x="441364" y="358139"/>
                </a:lnTo>
                <a:lnTo>
                  <a:pt x="441960" y="368807"/>
                </a:lnTo>
                <a:lnTo>
                  <a:pt x="405384" y="382523"/>
                </a:lnTo>
                <a:close/>
              </a:path>
              <a:path w="554989" h="567055">
                <a:moveTo>
                  <a:pt x="540004" y="429767"/>
                </a:moveTo>
                <a:lnTo>
                  <a:pt x="478536" y="429767"/>
                </a:lnTo>
                <a:lnTo>
                  <a:pt x="510540" y="399287"/>
                </a:lnTo>
                <a:lnTo>
                  <a:pt x="540004" y="429767"/>
                </a:lnTo>
                <a:close/>
              </a:path>
              <a:path w="554989" h="567055">
                <a:moveTo>
                  <a:pt x="30480" y="566927"/>
                </a:moveTo>
                <a:lnTo>
                  <a:pt x="27432" y="559308"/>
                </a:lnTo>
                <a:lnTo>
                  <a:pt x="60364" y="547616"/>
                </a:lnTo>
                <a:lnTo>
                  <a:pt x="88582" y="535495"/>
                </a:lnTo>
                <a:lnTo>
                  <a:pt x="132588" y="510539"/>
                </a:lnTo>
                <a:lnTo>
                  <a:pt x="162115" y="481964"/>
                </a:lnTo>
                <a:lnTo>
                  <a:pt x="181356" y="446531"/>
                </a:lnTo>
                <a:lnTo>
                  <a:pt x="216408" y="446531"/>
                </a:lnTo>
                <a:lnTo>
                  <a:pt x="191071" y="493394"/>
                </a:lnTo>
                <a:lnTo>
                  <a:pt x="146304" y="528827"/>
                </a:lnTo>
                <a:lnTo>
                  <a:pt x="90678" y="552450"/>
                </a:lnTo>
                <a:lnTo>
                  <a:pt x="61007" y="560974"/>
                </a:lnTo>
                <a:lnTo>
                  <a:pt x="30480" y="566927"/>
                </a:lnTo>
                <a:close/>
              </a:path>
              <a:path w="554989" h="567055">
                <a:moveTo>
                  <a:pt x="333756" y="566927"/>
                </a:moveTo>
                <a:lnTo>
                  <a:pt x="334994" y="528827"/>
                </a:lnTo>
                <a:lnTo>
                  <a:pt x="335851" y="501014"/>
                </a:lnTo>
                <a:lnTo>
                  <a:pt x="336542" y="472201"/>
                </a:lnTo>
                <a:lnTo>
                  <a:pt x="336804" y="446531"/>
                </a:lnTo>
                <a:lnTo>
                  <a:pt x="370333" y="446531"/>
                </a:lnTo>
                <a:lnTo>
                  <a:pt x="370442" y="497109"/>
                </a:lnTo>
                <a:lnTo>
                  <a:pt x="370547" y="512540"/>
                </a:lnTo>
                <a:lnTo>
                  <a:pt x="370974" y="534161"/>
                </a:lnTo>
                <a:lnTo>
                  <a:pt x="371856" y="550163"/>
                </a:lnTo>
                <a:lnTo>
                  <a:pt x="333756" y="566927"/>
                </a:lnTo>
                <a:close/>
              </a:path>
            </a:pathLst>
          </a:custGeom>
          <a:solidFill>
            <a:srgbClr val="3333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3557015" y="1271015"/>
            <a:ext cx="563880" cy="547370"/>
          </a:xfrm>
          <a:custGeom>
            <a:avLst/>
            <a:gdLst/>
            <a:ahLst/>
            <a:cxnLst/>
            <a:rect l="l" t="t" r="r" b="b"/>
            <a:pathLst>
              <a:path w="563879" h="547369">
                <a:moveTo>
                  <a:pt x="368808" y="135636"/>
                </a:moveTo>
                <a:lnTo>
                  <a:pt x="336804" y="135636"/>
                </a:lnTo>
                <a:lnTo>
                  <a:pt x="336705" y="71628"/>
                </a:lnTo>
                <a:lnTo>
                  <a:pt x="336600" y="49815"/>
                </a:lnTo>
                <a:lnTo>
                  <a:pt x="336161" y="21193"/>
                </a:lnTo>
                <a:lnTo>
                  <a:pt x="335280" y="0"/>
                </a:lnTo>
                <a:lnTo>
                  <a:pt x="391668" y="28956"/>
                </a:lnTo>
                <a:lnTo>
                  <a:pt x="368808" y="51816"/>
                </a:lnTo>
                <a:lnTo>
                  <a:pt x="368808" y="135636"/>
                </a:lnTo>
                <a:close/>
              </a:path>
              <a:path w="563879" h="547369">
                <a:moveTo>
                  <a:pt x="120396" y="126492"/>
                </a:moveTo>
                <a:lnTo>
                  <a:pt x="117348" y="126492"/>
                </a:lnTo>
                <a:lnTo>
                  <a:pt x="113895" y="125039"/>
                </a:lnTo>
                <a:lnTo>
                  <a:pt x="110299" y="120586"/>
                </a:lnTo>
                <a:lnTo>
                  <a:pt x="106418" y="112990"/>
                </a:lnTo>
                <a:lnTo>
                  <a:pt x="102108" y="102108"/>
                </a:lnTo>
                <a:lnTo>
                  <a:pt x="94940" y="86391"/>
                </a:lnTo>
                <a:lnTo>
                  <a:pt x="84772" y="68961"/>
                </a:lnTo>
                <a:lnTo>
                  <a:pt x="71461" y="49815"/>
                </a:lnTo>
                <a:lnTo>
                  <a:pt x="54864" y="28956"/>
                </a:lnTo>
                <a:lnTo>
                  <a:pt x="59436" y="21336"/>
                </a:lnTo>
                <a:lnTo>
                  <a:pt x="110871" y="51054"/>
                </a:lnTo>
                <a:lnTo>
                  <a:pt x="137160" y="82296"/>
                </a:lnTo>
                <a:lnTo>
                  <a:pt x="138684" y="91440"/>
                </a:lnTo>
                <a:lnTo>
                  <a:pt x="138684" y="103632"/>
                </a:lnTo>
                <a:lnTo>
                  <a:pt x="135636" y="111252"/>
                </a:lnTo>
                <a:lnTo>
                  <a:pt x="129540" y="117348"/>
                </a:lnTo>
                <a:lnTo>
                  <a:pt x="124968" y="123444"/>
                </a:lnTo>
                <a:lnTo>
                  <a:pt x="120396" y="126492"/>
                </a:lnTo>
                <a:close/>
              </a:path>
              <a:path w="563879" h="547369">
                <a:moveTo>
                  <a:pt x="102269" y="381595"/>
                </a:moveTo>
                <a:lnTo>
                  <a:pt x="48672" y="381595"/>
                </a:lnTo>
                <a:lnTo>
                  <a:pt x="56388" y="381000"/>
                </a:lnTo>
                <a:lnTo>
                  <a:pt x="61460" y="379595"/>
                </a:lnTo>
                <a:lnTo>
                  <a:pt x="88038" y="342997"/>
                </a:lnTo>
                <a:lnTo>
                  <a:pt x="125662" y="258604"/>
                </a:lnTo>
                <a:lnTo>
                  <a:pt x="154643" y="190585"/>
                </a:lnTo>
                <a:lnTo>
                  <a:pt x="190500" y="105156"/>
                </a:lnTo>
                <a:lnTo>
                  <a:pt x="201168" y="108204"/>
                </a:lnTo>
                <a:lnTo>
                  <a:pt x="172331" y="185928"/>
                </a:lnTo>
                <a:lnTo>
                  <a:pt x="148279" y="251460"/>
                </a:lnTo>
                <a:lnTo>
                  <a:pt x="128968" y="304800"/>
                </a:lnTo>
                <a:lnTo>
                  <a:pt x="114356" y="345948"/>
                </a:lnTo>
                <a:lnTo>
                  <a:pt x="104401" y="374904"/>
                </a:lnTo>
                <a:lnTo>
                  <a:pt x="102269" y="381595"/>
                </a:lnTo>
                <a:close/>
              </a:path>
              <a:path w="563879" h="547369">
                <a:moveTo>
                  <a:pt x="227076" y="156972"/>
                </a:moveTo>
                <a:lnTo>
                  <a:pt x="205740" y="135636"/>
                </a:lnTo>
                <a:lnTo>
                  <a:pt x="461772" y="135636"/>
                </a:lnTo>
                <a:lnTo>
                  <a:pt x="487680" y="109728"/>
                </a:lnTo>
                <a:lnTo>
                  <a:pt x="525780" y="150876"/>
                </a:lnTo>
                <a:lnTo>
                  <a:pt x="284988" y="150876"/>
                </a:lnTo>
                <a:lnTo>
                  <a:pt x="269509" y="151185"/>
                </a:lnTo>
                <a:lnTo>
                  <a:pt x="254889" y="152209"/>
                </a:lnTo>
                <a:lnTo>
                  <a:pt x="240839" y="154090"/>
                </a:lnTo>
                <a:lnTo>
                  <a:pt x="227076" y="156972"/>
                </a:lnTo>
                <a:close/>
              </a:path>
              <a:path w="563879" h="547369">
                <a:moveTo>
                  <a:pt x="368808" y="280416"/>
                </a:moveTo>
                <a:lnTo>
                  <a:pt x="336804" y="280416"/>
                </a:lnTo>
                <a:lnTo>
                  <a:pt x="336804" y="150876"/>
                </a:lnTo>
                <a:lnTo>
                  <a:pt x="368808" y="150876"/>
                </a:lnTo>
                <a:lnTo>
                  <a:pt x="368808" y="280416"/>
                </a:lnTo>
                <a:close/>
              </a:path>
              <a:path w="563879" h="547369">
                <a:moveTo>
                  <a:pt x="68961" y="270200"/>
                </a:moveTo>
                <a:lnTo>
                  <a:pt x="63246" y="266890"/>
                </a:lnTo>
                <a:lnTo>
                  <a:pt x="57531" y="258151"/>
                </a:lnTo>
                <a:lnTo>
                  <a:pt x="51816" y="243840"/>
                </a:lnTo>
                <a:lnTo>
                  <a:pt x="44362" y="227218"/>
                </a:lnTo>
                <a:lnTo>
                  <a:pt x="33337" y="209169"/>
                </a:lnTo>
                <a:lnTo>
                  <a:pt x="18597" y="189404"/>
                </a:lnTo>
                <a:lnTo>
                  <a:pt x="0" y="167640"/>
                </a:lnTo>
                <a:lnTo>
                  <a:pt x="4572" y="160020"/>
                </a:lnTo>
                <a:lnTo>
                  <a:pt x="41457" y="180617"/>
                </a:lnTo>
                <a:lnTo>
                  <a:pt x="67627" y="199072"/>
                </a:lnTo>
                <a:lnTo>
                  <a:pt x="83224" y="215526"/>
                </a:lnTo>
                <a:lnTo>
                  <a:pt x="88392" y="230124"/>
                </a:lnTo>
                <a:lnTo>
                  <a:pt x="87534" y="242720"/>
                </a:lnTo>
                <a:lnTo>
                  <a:pt x="84963" y="253174"/>
                </a:lnTo>
                <a:lnTo>
                  <a:pt x="80676" y="261627"/>
                </a:lnTo>
                <a:lnTo>
                  <a:pt x="74676" y="268224"/>
                </a:lnTo>
                <a:lnTo>
                  <a:pt x="68961" y="270200"/>
                </a:lnTo>
                <a:close/>
              </a:path>
              <a:path w="563879" h="547369">
                <a:moveTo>
                  <a:pt x="181356" y="301752"/>
                </a:moveTo>
                <a:lnTo>
                  <a:pt x="160020" y="280416"/>
                </a:lnTo>
                <a:lnTo>
                  <a:pt x="495300" y="280416"/>
                </a:lnTo>
                <a:lnTo>
                  <a:pt x="524256" y="251460"/>
                </a:lnTo>
                <a:lnTo>
                  <a:pt x="563880" y="294131"/>
                </a:lnTo>
                <a:lnTo>
                  <a:pt x="239268" y="294131"/>
                </a:lnTo>
                <a:lnTo>
                  <a:pt x="223789" y="294679"/>
                </a:lnTo>
                <a:lnTo>
                  <a:pt x="209169" y="296227"/>
                </a:lnTo>
                <a:lnTo>
                  <a:pt x="195119" y="298632"/>
                </a:lnTo>
                <a:lnTo>
                  <a:pt x="181356" y="301752"/>
                </a:lnTo>
                <a:close/>
              </a:path>
              <a:path w="563879" h="547369">
                <a:moveTo>
                  <a:pt x="198120" y="547116"/>
                </a:moveTo>
                <a:lnTo>
                  <a:pt x="173736" y="492252"/>
                </a:lnTo>
                <a:lnTo>
                  <a:pt x="190904" y="487918"/>
                </a:lnTo>
                <a:lnTo>
                  <a:pt x="210502" y="474726"/>
                </a:lnTo>
                <a:lnTo>
                  <a:pt x="257556" y="420624"/>
                </a:lnTo>
                <a:lnTo>
                  <a:pt x="280725" y="386072"/>
                </a:lnTo>
                <a:lnTo>
                  <a:pt x="315634" y="322683"/>
                </a:lnTo>
                <a:lnTo>
                  <a:pt x="327660" y="294131"/>
                </a:lnTo>
                <a:lnTo>
                  <a:pt x="339852" y="294131"/>
                </a:lnTo>
                <a:lnTo>
                  <a:pt x="377952" y="320040"/>
                </a:lnTo>
                <a:lnTo>
                  <a:pt x="366736" y="326326"/>
                </a:lnTo>
                <a:lnTo>
                  <a:pt x="355663" y="336042"/>
                </a:lnTo>
                <a:lnTo>
                  <a:pt x="344304" y="349186"/>
                </a:lnTo>
                <a:lnTo>
                  <a:pt x="332232" y="365760"/>
                </a:lnTo>
                <a:lnTo>
                  <a:pt x="316801" y="387238"/>
                </a:lnTo>
                <a:lnTo>
                  <a:pt x="293370" y="415290"/>
                </a:lnTo>
                <a:lnTo>
                  <a:pt x="261937" y="450199"/>
                </a:lnTo>
                <a:lnTo>
                  <a:pt x="222504" y="492252"/>
                </a:lnTo>
                <a:lnTo>
                  <a:pt x="440039" y="492252"/>
                </a:lnTo>
                <a:lnTo>
                  <a:pt x="362712" y="502539"/>
                </a:lnTo>
                <a:lnTo>
                  <a:pt x="315896" y="510825"/>
                </a:lnTo>
                <a:lnTo>
                  <a:pt x="277368" y="519684"/>
                </a:lnTo>
                <a:lnTo>
                  <a:pt x="222885" y="534543"/>
                </a:lnTo>
                <a:lnTo>
                  <a:pt x="206644" y="541115"/>
                </a:lnTo>
                <a:lnTo>
                  <a:pt x="198120" y="547116"/>
                </a:lnTo>
                <a:close/>
              </a:path>
              <a:path w="563879" h="547369">
                <a:moveTo>
                  <a:pt x="91440" y="533399"/>
                </a:moveTo>
                <a:lnTo>
                  <a:pt x="77724" y="533399"/>
                </a:lnTo>
                <a:lnTo>
                  <a:pt x="68580" y="531875"/>
                </a:lnTo>
                <a:lnTo>
                  <a:pt x="50292" y="525780"/>
                </a:lnTo>
                <a:lnTo>
                  <a:pt x="45720" y="518160"/>
                </a:lnTo>
                <a:lnTo>
                  <a:pt x="45720" y="507492"/>
                </a:lnTo>
                <a:lnTo>
                  <a:pt x="55578" y="459819"/>
                </a:lnTo>
                <a:lnTo>
                  <a:pt x="57912" y="449580"/>
                </a:lnTo>
                <a:lnTo>
                  <a:pt x="59102" y="440483"/>
                </a:lnTo>
                <a:lnTo>
                  <a:pt x="59436" y="432816"/>
                </a:lnTo>
                <a:lnTo>
                  <a:pt x="58840" y="425124"/>
                </a:lnTo>
                <a:lnTo>
                  <a:pt x="31432" y="397002"/>
                </a:lnTo>
                <a:lnTo>
                  <a:pt x="1524" y="387096"/>
                </a:lnTo>
                <a:lnTo>
                  <a:pt x="1524" y="377952"/>
                </a:lnTo>
                <a:lnTo>
                  <a:pt x="21240" y="379928"/>
                </a:lnTo>
                <a:lnTo>
                  <a:pt x="36957" y="381190"/>
                </a:lnTo>
                <a:lnTo>
                  <a:pt x="48672" y="381595"/>
                </a:lnTo>
                <a:lnTo>
                  <a:pt x="102269" y="381595"/>
                </a:lnTo>
                <a:lnTo>
                  <a:pt x="99060" y="391668"/>
                </a:lnTo>
                <a:lnTo>
                  <a:pt x="95297" y="407360"/>
                </a:lnTo>
                <a:lnTo>
                  <a:pt x="92964" y="424624"/>
                </a:lnTo>
                <a:lnTo>
                  <a:pt x="91773" y="443317"/>
                </a:lnTo>
                <a:lnTo>
                  <a:pt x="91440" y="463296"/>
                </a:lnTo>
                <a:lnTo>
                  <a:pt x="92583" y="483322"/>
                </a:lnTo>
                <a:lnTo>
                  <a:pt x="93726" y="500062"/>
                </a:lnTo>
                <a:lnTo>
                  <a:pt x="94869" y="513659"/>
                </a:lnTo>
                <a:lnTo>
                  <a:pt x="96012" y="524256"/>
                </a:lnTo>
                <a:lnTo>
                  <a:pt x="96012" y="530352"/>
                </a:lnTo>
                <a:lnTo>
                  <a:pt x="91440" y="533399"/>
                </a:lnTo>
                <a:close/>
              </a:path>
              <a:path w="563879" h="547369">
                <a:moveTo>
                  <a:pt x="440039" y="492252"/>
                </a:moveTo>
                <a:lnTo>
                  <a:pt x="222504" y="492252"/>
                </a:lnTo>
                <a:lnTo>
                  <a:pt x="473964" y="475488"/>
                </a:lnTo>
                <a:lnTo>
                  <a:pt x="457700" y="454032"/>
                </a:lnTo>
                <a:lnTo>
                  <a:pt x="441007" y="433006"/>
                </a:lnTo>
                <a:lnTo>
                  <a:pt x="424029" y="412265"/>
                </a:lnTo>
                <a:lnTo>
                  <a:pt x="406908" y="391668"/>
                </a:lnTo>
                <a:lnTo>
                  <a:pt x="411480" y="385572"/>
                </a:lnTo>
                <a:lnTo>
                  <a:pt x="432054" y="399859"/>
                </a:lnTo>
                <a:lnTo>
                  <a:pt x="450342" y="413004"/>
                </a:lnTo>
                <a:lnTo>
                  <a:pt x="466344" y="425005"/>
                </a:lnTo>
                <a:lnTo>
                  <a:pt x="480060" y="435864"/>
                </a:lnTo>
                <a:lnTo>
                  <a:pt x="491823" y="445008"/>
                </a:lnTo>
                <a:lnTo>
                  <a:pt x="519684" y="472440"/>
                </a:lnTo>
                <a:lnTo>
                  <a:pt x="530856" y="487680"/>
                </a:lnTo>
                <a:lnTo>
                  <a:pt x="480060" y="487680"/>
                </a:lnTo>
                <a:lnTo>
                  <a:pt x="440039" y="492252"/>
                </a:lnTo>
                <a:close/>
              </a:path>
              <a:path w="563879" h="547369">
                <a:moveTo>
                  <a:pt x="515112" y="547116"/>
                </a:moveTo>
                <a:lnTo>
                  <a:pt x="509016" y="547116"/>
                </a:lnTo>
                <a:lnTo>
                  <a:pt x="505968" y="542544"/>
                </a:lnTo>
                <a:lnTo>
                  <a:pt x="502920" y="533399"/>
                </a:lnTo>
                <a:lnTo>
                  <a:pt x="497419" y="521970"/>
                </a:lnTo>
                <a:lnTo>
                  <a:pt x="492061" y="510540"/>
                </a:lnTo>
                <a:lnTo>
                  <a:pt x="486417" y="499110"/>
                </a:lnTo>
                <a:lnTo>
                  <a:pt x="480060" y="487680"/>
                </a:lnTo>
                <a:lnTo>
                  <a:pt x="530856" y="487680"/>
                </a:lnTo>
                <a:lnTo>
                  <a:pt x="532066" y="489585"/>
                </a:lnTo>
                <a:lnTo>
                  <a:pt x="535328" y="497300"/>
                </a:lnTo>
                <a:lnTo>
                  <a:pt x="536448" y="504444"/>
                </a:lnTo>
                <a:lnTo>
                  <a:pt x="535638" y="511540"/>
                </a:lnTo>
                <a:lnTo>
                  <a:pt x="533400" y="518922"/>
                </a:lnTo>
                <a:lnTo>
                  <a:pt x="530018" y="526303"/>
                </a:lnTo>
                <a:lnTo>
                  <a:pt x="525780" y="533399"/>
                </a:lnTo>
                <a:lnTo>
                  <a:pt x="519684" y="542544"/>
                </a:lnTo>
                <a:lnTo>
                  <a:pt x="515112" y="547116"/>
                </a:lnTo>
                <a:close/>
              </a:path>
            </a:pathLst>
          </a:custGeom>
          <a:solidFill>
            <a:srgbClr val="3333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1751075" y="2552700"/>
            <a:ext cx="155575" cy="155575"/>
          </a:xfrm>
          <a:custGeom>
            <a:avLst/>
            <a:gdLst/>
            <a:ahLst/>
            <a:cxnLst/>
            <a:rect l="l" t="t" r="r" b="b"/>
            <a:pathLst>
              <a:path w="155575" h="155575">
                <a:moveTo>
                  <a:pt x="155448" y="155448"/>
                </a:moveTo>
                <a:lnTo>
                  <a:pt x="0" y="155448"/>
                </a:lnTo>
                <a:lnTo>
                  <a:pt x="0" y="0"/>
                </a:lnTo>
                <a:lnTo>
                  <a:pt x="155448" y="0"/>
                </a:lnTo>
                <a:lnTo>
                  <a:pt x="155448" y="155448"/>
                </a:lnTo>
                <a:close/>
              </a:path>
            </a:pathLst>
          </a:custGeom>
          <a:solidFill>
            <a:srgbClr val="3333C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2125979" y="2371344"/>
            <a:ext cx="402590" cy="394970"/>
          </a:xfrm>
          <a:custGeom>
            <a:avLst/>
            <a:gdLst/>
            <a:ahLst/>
            <a:cxnLst/>
            <a:rect l="l" t="t" r="r" b="b"/>
            <a:pathLst>
              <a:path w="402589" h="394969">
                <a:moveTo>
                  <a:pt x="32004" y="41148"/>
                </a:moveTo>
                <a:lnTo>
                  <a:pt x="16764" y="25908"/>
                </a:lnTo>
                <a:lnTo>
                  <a:pt x="329184" y="25908"/>
                </a:lnTo>
                <a:lnTo>
                  <a:pt x="358140" y="0"/>
                </a:lnTo>
                <a:lnTo>
                  <a:pt x="391668" y="36576"/>
                </a:lnTo>
                <a:lnTo>
                  <a:pt x="68580" y="36576"/>
                </a:lnTo>
                <a:lnTo>
                  <a:pt x="60293" y="36861"/>
                </a:lnTo>
                <a:lnTo>
                  <a:pt x="51435" y="37719"/>
                </a:lnTo>
                <a:lnTo>
                  <a:pt x="42005" y="39147"/>
                </a:lnTo>
                <a:lnTo>
                  <a:pt x="32004" y="41148"/>
                </a:lnTo>
                <a:close/>
              </a:path>
              <a:path w="402589" h="394969">
                <a:moveTo>
                  <a:pt x="166116" y="88392"/>
                </a:moveTo>
                <a:lnTo>
                  <a:pt x="143256" y="88392"/>
                </a:lnTo>
                <a:lnTo>
                  <a:pt x="143256" y="36576"/>
                </a:lnTo>
                <a:lnTo>
                  <a:pt x="166116" y="36576"/>
                </a:lnTo>
                <a:lnTo>
                  <a:pt x="166116" y="88392"/>
                </a:lnTo>
                <a:close/>
              </a:path>
              <a:path w="402589" h="394969">
                <a:moveTo>
                  <a:pt x="259080" y="88392"/>
                </a:moveTo>
                <a:lnTo>
                  <a:pt x="236220" y="88392"/>
                </a:lnTo>
                <a:lnTo>
                  <a:pt x="236220" y="36576"/>
                </a:lnTo>
                <a:lnTo>
                  <a:pt x="259080" y="36576"/>
                </a:lnTo>
                <a:lnTo>
                  <a:pt x="259080" y="88392"/>
                </a:lnTo>
                <a:close/>
              </a:path>
              <a:path w="402589" h="394969">
                <a:moveTo>
                  <a:pt x="353132" y="88392"/>
                </a:moveTo>
                <a:lnTo>
                  <a:pt x="315468" y="88392"/>
                </a:lnTo>
                <a:lnTo>
                  <a:pt x="327660" y="68580"/>
                </a:lnTo>
                <a:lnTo>
                  <a:pt x="353132" y="88392"/>
                </a:lnTo>
                <a:close/>
              </a:path>
              <a:path w="402589" h="394969">
                <a:moveTo>
                  <a:pt x="57912" y="198119"/>
                </a:moveTo>
                <a:lnTo>
                  <a:pt x="58793" y="181260"/>
                </a:lnTo>
                <a:lnTo>
                  <a:pt x="59205" y="166401"/>
                </a:lnTo>
                <a:lnTo>
                  <a:pt x="59265" y="163068"/>
                </a:lnTo>
                <a:lnTo>
                  <a:pt x="59412" y="149256"/>
                </a:lnTo>
                <a:lnTo>
                  <a:pt x="59412" y="119253"/>
                </a:lnTo>
                <a:lnTo>
                  <a:pt x="59245" y="104394"/>
                </a:lnTo>
                <a:lnTo>
                  <a:pt x="58804" y="89916"/>
                </a:lnTo>
                <a:lnTo>
                  <a:pt x="57912" y="74676"/>
                </a:lnTo>
                <a:lnTo>
                  <a:pt x="86868" y="88392"/>
                </a:lnTo>
                <a:lnTo>
                  <a:pt x="353132" y="88392"/>
                </a:lnTo>
                <a:lnTo>
                  <a:pt x="355092" y="89916"/>
                </a:lnTo>
                <a:lnTo>
                  <a:pt x="344805" y="99060"/>
                </a:lnTo>
                <a:lnTo>
                  <a:pt x="82296" y="99060"/>
                </a:lnTo>
                <a:lnTo>
                  <a:pt x="82296" y="163068"/>
                </a:lnTo>
                <a:lnTo>
                  <a:pt x="342561" y="163068"/>
                </a:lnTo>
                <a:lnTo>
                  <a:pt x="342661" y="166401"/>
                </a:lnTo>
                <a:lnTo>
                  <a:pt x="342791" y="173736"/>
                </a:lnTo>
                <a:lnTo>
                  <a:pt x="82296" y="173736"/>
                </a:lnTo>
                <a:lnTo>
                  <a:pt x="82296" y="187452"/>
                </a:lnTo>
                <a:lnTo>
                  <a:pt x="57912" y="198119"/>
                </a:lnTo>
                <a:close/>
              </a:path>
              <a:path w="402589" h="394969">
                <a:moveTo>
                  <a:pt x="166116" y="163068"/>
                </a:moveTo>
                <a:lnTo>
                  <a:pt x="143256" y="163068"/>
                </a:lnTo>
                <a:lnTo>
                  <a:pt x="143256" y="99060"/>
                </a:lnTo>
                <a:lnTo>
                  <a:pt x="166116" y="99060"/>
                </a:lnTo>
                <a:lnTo>
                  <a:pt x="166116" y="163068"/>
                </a:lnTo>
                <a:close/>
              </a:path>
              <a:path w="402589" h="394969">
                <a:moveTo>
                  <a:pt x="259080" y="163068"/>
                </a:moveTo>
                <a:lnTo>
                  <a:pt x="236220" y="163068"/>
                </a:lnTo>
                <a:lnTo>
                  <a:pt x="236220" y="99060"/>
                </a:lnTo>
                <a:lnTo>
                  <a:pt x="259080" y="99060"/>
                </a:lnTo>
                <a:lnTo>
                  <a:pt x="259080" y="163068"/>
                </a:lnTo>
                <a:close/>
              </a:path>
              <a:path w="402589" h="394969">
                <a:moveTo>
                  <a:pt x="342561" y="163068"/>
                </a:moveTo>
                <a:lnTo>
                  <a:pt x="320040" y="163068"/>
                </a:lnTo>
                <a:lnTo>
                  <a:pt x="320040" y="99060"/>
                </a:lnTo>
                <a:lnTo>
                  <a:pt x="344805" y="99060"/>
                </a:lnTo>
                <a:lnTo>
                  <a:pt x="341376" y="102108"/>
                </a:lnTo>
                <a:lnTo>
                  <a:pt x="341614" y="127539"/>
                </a:lnTo>
                <a:lnTo>
                  <a:pt x="342146" y="149256"/>
                </a:lnTo>
                <a:lnTo>
                  <a:pt x="342561" y="163068"/>
                </a:lnTo>
                <a:close/>
              </a:path>
              <a:path w="402589" h="394969">
                <a:moveTo>
                  <a:pt x="320040" y="192024"/>
                </a:moveTo>
                <a:lnTo>
                  <a:pt x="320040" y="173736"/>
                </a:lnTo>
                <a:lnTo>
                  <a:pt x="342791" y="173736"/>
                </a:lnTo>
                <a:lnTo>
                  <a:pt x="342900" y="179832"/>
                </a:lnTo>
                <a:lnTo>
                  <a:pt x="320040" y="192024"/>
                </a:lnTo>
                <a:close/>
              </a:path>
              <a:path w="402589" h="394969">
                <a:moveTo>
                  <a:pt x="160020" y="233171"/>
                </a:moveTo>
                <a:lnTo>
                  <a:pt x="132588" y="233171"/>
                </a:lnTo>
                <a:lnTo>
                  <a:pt x="140017" y="218574"/>
                </a:lnTo>
                <a:lnTo>
                  <a:pt x="146374" y="204216"/>
                </a:lnTo>
                <a:lnTo>
                  <a:pt x="151447" y="190523"/>
                </a:lnTo>
                <a:lnTo>
                  <a:pt x="155448" y="176784"/>
                </a:lnTo>
                <a:lnTo>
                  <a:pt x="192024" y="198119"/>
                </a:lnTo>
                <a:lnTo>
                  <a:pt x="178308" y="204216"/>
                </a:lnTo>
                <a:lnTo>
                  <a:pt x="173736" y="211097"/>
                </a:lnTo>
                <a:lnTo>
                  <a:pt x="169164" y="218122"/>
                </a:lnTo>
                <a:lnTo>
                  <a:pt x="164592" y="225432"/>
                </a:lnTo>
                <a:lnTo>
                  <a:pt x="160020" y="233171"/>
                </a:lnTo>
                <a:close/>
              </a:path>
              <a:path w="402589" h="394969">
                <a:moveTo>
                  <a:pt x="15240" y="248412"/>
                </a:moveTo>
                <a:lnTo>
                  <a:pt x="0" y="233171"/>
                </a:lnTo>
                <a:lnTo>
                  <a:pt x="336804" y="233171"/>
                </a:lnTo>
                <a:lnTo>
                  <a:pt x="365760" y="205740"/>
                </a:lnTo>
                <a:lnTo>
                  <a:pt x="402336" y="242316"/>
                </a:lnTo>
                <a:lnTo>
                  <a:pt x="47244" y="242316"/>
                </a:lnTo>
                <a:lnTo>
                  <a:pt x="40100" y="242839"/>
                </a:lnTo>
                <a:lnTo>
                  <a:pt x="32385" y="244221"/>
                </a:lnTo>
                <a:lnTo>
                  <a:pt x="24098" y="246173"/>
                </a:lnTo>
                <a:lnTo>
                  <a:pt x="15240" y="248412"/>
                </a:lnTo>
                <a:close/>
              </a:path>
              <a:path w="402589" h="394969">
                <a:moveTo>
                  <a:pt x="6096" y="394715"/>
                </a:moveTo>
                <a:lnTo>
                  <a:pt x="4572" y="387096"/>
                </a:lnTo>
                <a:lnTo>
                  <a:pt x="70294" y="374499"/>
                </a:lnTo>
                <a:lnTo>
                  <a:pt x="125730" y="359473"/>
                </a:lnTo>
                <a:lnTo>
                  <a:pt x="170878" y="341876"/>
                </a:lnTo>
                <a:lnTo>
                  <a:pt x="205740" y="321564"/>
                </a:lnTo>
                <a:lnTo>
                  <a:pt x="175212" y="315015"/>
                </a:lnTo>
                <a:lnTo>
                  <a:pt x="145542" y="309181"/>
                </a:lnTo>
                <a:lnTo>
                  <a:pt x="117014" y="304204"/>
                </a:lnTo>
                <a:lnTo>
                  <a:pt x="89916" y="300228"/>
                </a:lnTo>
                <a:lnTo>
                  <a:pt x="96726" y="291607"/>
                </a:lnTo>
                <a:lnTo>
                  <a:pt x="105659" y="279082"/>
                </a:lnTo>
                <a:lnTo>
                  <a:pt x="116062" y="262937"/>
                </a:lnTo>
                <a:lnTo>
                  <a:pt x="128016" y="242316"/>
                </a:lnTo>
                <a:lnTo>
                  <a:pt x="155448" y="242316"/>
                </a:lnTo>
                <a:lnTo>
                  <a:pt x="148899" y="252341"/>
                </a:lnTo>
                <a:lnTo>
                  <a:pt x="131230" y="278106"/>
                </a:lnTo>
                <a:lnTo>
                  <a:pt x="120396" y="294132"/>
                </a:lnTo>
                <a:lnTo>
                  <a:pt x="141231" y="296703"/>
                </a:lnTo>
                <a:lnTo>
                  <a:pt x="190904" y="303561"/>
                </a:lnTo>
                <a:lnTo>
                  <a:pt x="219456" y="307848"/>
                </a:lnTo>
                <a:lnTo>
                  <a:pt x="251729" y="307848"/>
                </a:lnTo>
                <a:lnTo>
                  <a:pt x="246888" y="313944"/>
                </a:lnTo>
                <a:lnTo>
                  <a:pt x="277701" y="321683"/>
                </a:lnTo>
                <a:lnTo>
                  <a:pt x="303657" y="328993"/>
                </a:lnTo>
                <a:lnTo>
                  <a:pt x="308736" y="330708"/>
                </a:lnTo>
                <a:lnTo>
                  <a:pt x="231648" y="330708"/>
                </a:lnTo>
                <a:lnTo>
                  <a:pt x="215431" y="340709"/>
                </a:lnTo>
                <a:lnTo>
                  <a:pt x="176141" y="358997"/>
                </a:lnTo>
                <a:lnTo>
                  <a:pt x="126539" y="374999"/>
                </a:lnTo>
                <a:lnTo>
                  <a:pt x="52339" y="388715"/>
                </a:lnTo>
                <a:lnTo>
                  <a:pt x="6096" y="394715"/>
                </a:lnTo>
                <a:close/>
              </a:path>
              <a:path w="402589" h="394969">
                <a:moveTo>
                  <a:pt x="251729" y="307848"/>
                </a:moveTo>
                <a:lnTo>
                  <a:pt x="219456" y="307848"/>
                </a:lnTo>
                <a:lnTo>
                  <a:pt x="231719" y="294393"/>
                </a:lnTo>
                <a:lnTo>
                  <a:pt x="243268" y="279082"/>
                </a:lnTo>
                <a:lnTo>
                  <a:pt x="253960" y="261770"/>
                </a:lnTo>
                <a:lnTo>
                  <a:pt x="263652" y="242316"/>
                </a:lnTo>
                <a:lnTo>
                  <a:pt x="292608" y="242316"/>
                </a:lnTo>
                <a:lnTo>
                  <a:pt x="282892" y="261437"/>
                </a:lnTo>
                <a:lnTo>
                  <a:pt x="272034" y="279844"/>
                </a:lnTo>
                <a:lnTo>
                  <a:pt x="260032" y="297394"/>
                </a:lnTo>
                <a:lnTo>
                  <a:pt x="251729" y="307848"/>
                </a:lnTo>
                <a:close/>
              </a:path>
              <a:path w="402589" h="394969">
                <a:moveTo>
                  <a:pt x="364236" y="388620"/>
                </a:moveTo>
                <a:lnTo>
                  <a:pt x="355092" y="388620"/>
                </a:lnTo>
                <a:lnTo>
                  <a:pt x="350520" y="385572"/>
                </a:lnTo>
                <a:lnTo>
                  <a:pt x="341376" y="377952"/>
                </a:lnTo>
                <a:lnTo>
                  <a:pt x="325088" y="367355"/>
                </a:lnTo>
                <a:lnTo>
                  <a:pt x="301371" y="356044"/>
                </a:lnTo>
                <a:lnTo>
                  <a:pt x="270224" y="343876"/>
                </a:lnTo>
                <a:lnTo>
                  <a:pt x="231648" y="330708"/>
                </a:lnTo>
                <a:lnTo>
                  <a:pt x="308736" y="330708"/>
                </a:lnTo>
                <a:lnTo>
                  <a:pt x="350758" y="348924"/>
                </a:lnTo>
                <a:lnTo>
                  <a:pt x="365760" y="371856"/>
                </a:lnTo>
                <a:lnTo>
                  <a:pt x="365760" y="382524"/>
                </a:lnTo>
                <a:lnTo>
                  <a:pt x="364236" y="3886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2590800" y="2363723"/>
            <a:ext cx="365760" cy="398145"/>
          </a:xfrm>
          <a:custGeom>
            <a:avLst/>
            <a:gdLst/>
            <a:ahLst/>
            <a:cxnLst/>
            <a:rect l="l" t="t" r="r" b="b"/>
            <a:pathLst>
              <a:path w="365760" h="398144">
                <a:moveTo>
                  <a:pt x="190500" y="150875"/>
                </a:moveTo>
                <a:lnTo>
                  <a:pt x="166116" y="150875"/>
                </a:lnTo>
                <a:lnTo>
                  <a:pt x="165854" y="97726"/>
                </a:lnTo>
                <a:lnTo>
                  <a:pt x="165163" y="54863"/>
                </a:lnTo>
                <a:lnTo>
                  <a:pt x="164187" y="22288"/>
                </a:lnTo>
                <a:lnTo>
                  <a:pt x="163068" y="0"/>
                </a:lnTo>
                <a:lnTo>
                  <a:pt x="204216" y="15239"/>
                </a:lnTo>
                <a:lnTo>
                  <a:pt x="190500" y="30479"/>
                </a:lnTo>
                <a:lnTo>
                  <a:pt x="190500" y="71627"/>
                </a:lnTo>
                <a:lnTo>
                  <a:pt x="346917" y="71627"/>
                </a:lnTo>
                <a:lnTo>
                  <a:pt x="356616" y="82295"/>
                </a:lnTo>
                <a:lnTo>
                  <a:pt x="190500" y="82295"/>
                </a:lnTo>
                <a:lnTo>
                  <a:pt x="190500" y="150875"/>
                </a:lnTo>
                <a:close/>
              </a:path>
              <a:path w="365760" h="398144">
                <a:moveTo>
                  <a:pt x="346917" y="71627"/>
                </a:moveTo>
                <a:lnTo>
                  <a:pt x="303276" y="71627"/>
                </a:lnTo>
                <a:lnTo>
                  <a:pt x="326136" y="48767"/>
                </a:lnTo>
                <a:lnTo>
                  <a:pt x="346917" y="71627"/>
                </a:lnTo>
                <a:close/>
              </a:path>
              <a:path w="365760" h="398144">
                <a:moveTo>
                  <a:pt x="312420" y="150875"/>
                </a:moveTo>
                <a:lnTo>
                  <a:pt x="278892" y="150875"/>
                </a:lnTo>
                <a:lnTo>
                  <a:pt x="295656" y="134111"/>
                </a:lnTo>
                <a:lnTo>
                  <a:pt x="312420" y="150875"/>
                </a:lnTo>
                <a:close/>
              </a:path>
              <a:path w="365760" h="398144">
                <a:moveTo>
                  <a:pt x="62484" y="298703"/>
                </a:moveTo>
                <a:lnTo>
                  <a:pt x="63365" y="280130"/>
                </a:lnTo>
                <a:lnTo>
                  <a:pt x="63817" y="260984"/>
                </a:lnTo>
                <a:lnTo>
                  <a:pt x="63984" y="241268"/>
                </a:lnTo>
                <a:lnTo>
                  <a:pt x="63984" y="200382"/>
                </a:lnTo>
                <a:lnTo>
                  <a:pt x="63817" y="179641"/>
                </a:lnTo>
                <a:lnTo>
                  <a:pt x="63365" y="158615"/>
                </a:lnTo>
                <a:lnTo>
                  <a:pt x="62484" y="137159"/>
                </a:lnTo>
                <a:lnTo>
                  <a:pt x="89916" y="150875"/>
                </a:lnTo>
                <a:lnTo>
                  <a:pt x="312420" y="150875"/>
                </a:lnTo>
                <a:lnTo>
                  <a:pt x="321564" y="160019"/>
                </a:lnTo>
                <a:lnTo>
                  <a:pt x="319659" y="161543"/>
                </a:lnTo>
                <a:lnTo>
                  <a:pt x="89916" y="161543"/>
                </a:lnTo>
                <a:lnTo>
                  <a:pt x="89916" y="257555"/>
                </a:lnTo>
                <a:lnTo>
                  <a:pt x="306821" y="257555"/>
                </a:lnTo>
                <a:lnTo>
                  <a:pt x="306966" y="265437"/>
                </a:lnTo>
                <a:lnTo>
                  <a:pt x="307103" y="268223"/>
                </a:lnTo>
                <a:lnTo>
                  <a:pt x="89916" y="268223"/>
                </a:lnTo>
                <a:lnTo>
                  <a:pt x="89916" y="289559"/>
                </a:lnTo>
                <a:lnTo>
                  <a:pt x="62484" y="298703"/>
                </a:lnTo>
                <a:close/>
              </a:path>
              <a:path w="365760" h="398144">
                <a:moveTo>
                  <a:pt x="306821" y="257555"/>
                </a:moveTo>
                <a:lnTo>
                  <a:pt x="281940" y="257555"/>
                </a:lnTo>
                <a:lnTo>
                  <a:pt x="281940" y="161543"/>
                </a:lnTo>
                <a:lnTo>
                  <a:pt x="319659" y="161543"/>
                </a:lnTo>
                <a:lnTo>
                  <a:pt x="306323" y="172211"/>
                </a:lnTo>
                <a:lnTo>
                  <a:pt x="306407" y="220979"/>
                </a:lnTo>
                <a:lnTo>
                  <a:pt x="306519" y="241268"/>
                </a:lnTo>
                <a:lnTo>
                  <a:pt x="306821" y="257555"/>
                </a:lnTo>
                <a:close/>
              </a:path>
              <a:path w="365760" h="398144">
                <a:moveTo>
                  <a:pt x="281940" y="294131"/>
                </a:moveTo>
                <a:lnTo>
                  <a:pt x="281940" y="268223"/>
                </a:lnTo>
                <a:lnTo>
                  <a:pt x="307103" y="268223"/>
                </a:lnTo>
                <a:lnTo>
                  <a:pt x="307847" y="283463"/>
                </a:lnTo>
                <a:lnTo>
                  <a:pt x="281940" y="294131"/>
                </a:lnTo>
                <a:close/>
              </a:path>
              <a:path w="365760" h="398144">
                <a:moveTo>
                  <a:pt x="25908" y="397763"/>
                </a:moveTo>
                <a:lnTo>
                  <a:pt x="12192" y="397763"/>
                </a:lnTo>
                <a:lnTo>
                  <a:pt x="3048" y="391668"/>
                </a:lnTo>
                <a:lnTo>
                  <a:pt x="0" y="388620"/>
                </a:lnTo>
                <a:lnTo>
                  <a:pt x="0" y="381000"/>
                </a:lnTo>
                <a:lnTo>
                  <a:pt x="3048" y="376427"/>
                </a:lnTo>
                <a:lnTo>
                  <a:pt x="9144" y="371856"/>
                </a:lnTo>
                <a:lnTo>
                  <a:pt x="16573" y="366164"/>
                </a:lnTo>
                <a:lnTo>
                  <a:pt x="41719" y="334327"/>
                </a:lnTo>
                <a:lnTo>
                  <a:pt x="54864" y="307847"/>
                </a:lnTo>
                <a:lnTo>
                  <a:pt x="60960" y="307847"/>
                </a:lnTo>
                <a:lnTo>
                  <a:pt x="50863" y="361759"/>
                </a:lnTo>
                <a:lnTo>
                  <a:pt x="32004" y="394716"/>
                </a:lnTo>
                <a:lnTo>
                  <a:pt x="25908" y="397763"/>
                </a:lnTo>
                <a:close/>
              </a:path>
              <a:path w="365760" h="398144">
                <a:moveTo>
                  <a:pt x="147828" y="394716"/>
                </a:moveTo>
                <a:lnTo>
                  <a:pt x="141732" y="394716"/>
                </a:lnTo>
                <a:lnTo>
                  <a:pt x="138684" y="388620"/>
                </a:lnTo>
                <a:lnTo>
                  <a:pt x="137160" y="377951"/>
                </a:lnTo>
                <a:lnTo>
                  <a:pt x="134874" y="363926"/>
                </a:lnTo>
                <a:lnTo>
                  <a:pt x="130302" y="349186"/>
                </a:lnTo>
                <a:lnTo>
                  <a:pt x="123444" y="333589"/>
                </a:lnTo>
                <a:lnTo>
                  <a:pt x="114300" y="316991"/>
                </a:lnTo>
                <a:lnTo>
                  <a:pt x="118872" y="310895"/>
                </a:lnTo>
                <a:lnTo>
                  <a:pt x="155733" y="343900"/>
                </a:lnTo>
                <a:lnTo>
                  <a:pt x="161544" y="358139"/>
                </a:lnTo>
                <a:lnTo>
                  <a:pt x="162990" y="363926"/>
                </a:lnTo>
                <a:lnTo>
                  <a:pt x="163068" y="374904"/>
                </a:lnTo>
                <a:lnTo>
                  <a:pt x="161544" y="382524"/>
                </a:lnTo>
                <a:lnTo>
                  <a:pt x="155448" y="387096"/>
                </a:lnTo>
                <a:lnTo>
                  <a:pt x="147828" y="394716"/>
                </a:lnTo>
                <a:close/>
              </a:path>
              <a:path w="365760" h="398144">
                <a:moveTo>
                  <a:pt x="243840" y="393192"/>
                </a:moveTo>
                <a:lnTo>
                  <a:pt x="237744" y="393192"/>
                </a:lnTo>
                <a:lnTo>
                  <a:pt x="234696" y="385572"/>
                </a:lnTo>
                <a:lnTo>
                  <a:pt x="231648" y="371856"/>
                </a:lnTo>
                <a:lnTo>
                  <a:pt x="228266" y="357258"/>
                </a:lnTo>
                <a:lnTo>
                  <a:pt x="222885" y="343090"/>
                </a:lnTo>
                <a:lnTo>
                  <a:pt x="215788" y="329207"/>
                </a:lnTo>
                <a:lnTo>
                  <a:pt x="207264" y="315467"/>
                </a:lnTo>
                <a:lnTo>
                  <a:pt x="210312" y="309371"/>
                </a:lnTo>
                <a:lnTo>
                  <a:pt x="246316" y="340018"/>
                </a:lnTo>
                <a:lnTo>
                  <a:pt x="259080" y="364236"/>
                </a:lnTo>
                <a:lnTo>
                  <a:pt x="259080" y="373380"/>
                </a:lnTo>
                <a:lnTo>
                  <a:pt x="256032" y="377951"/>
                </a:lnTo>
                <a:lnTo>
                  <a:pt x="246888" y="390144"/>
                </a:lnTo>
                <a:lnTo>
                  <a:pt x="243840" y="393192"/>
                </a:lnTo>
                <a:close/>
              </a:path>
              <a:path w="365760" h="398144">
                <a:moveTo>
                  <a:pt x="350520" y="397763"/>
                </a:moveTo>
                <a:lnTo>
                  <a:pt x="345948" y="397763"/>
                </a:lnTo>
                <a:lnTo>
                  <a:pt x="341376" y="391668"/>
                </a:lnTo>
                <a:lnTo>
                  <a:pt x="338328" y="377951"/>
                </a:lnTo>
                <a:lnTo>
                  <a:pt x="332613" y="362521"/>
                </a:lnTo>
                <a:lnTo>
                  <a:pt x="324612" y="345947"/>
                </a:lnTo>
                <a:lnTo>
                  <a:pt x="314325" y="328231"/>
                </a:lnTo>
                <a:lnTo>
                  <a:pt x="301752" y="309371"/>
                </a:lnTo>
                <a:lnTo>
                  <a:pt x="304799" y="304799"/>
                </a:lnTo>
                <a:lnTo>
                  <a:pt x="344662" y="337161"/>
                </a:lnTo>
                <a:lnTo>
                  <a:pt x="365760" y="371856"/>
                </a:lnTo>
                <a:lnTo>
                  <a:pt x="365760" y="377951"/>
                </a:lnTo>
                <a:lnTo>
                  <a:pt x="362712" y="384048"/>
                </a:lnTo>
                <a:lnTo>
                  <a:pt x="353568" y="396239"/>
                </a:lnTo>
                <a:lnTo>
                  <a:pt x="350520" y="39776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pic>
        <p:nvPicPr>
          <p:cNvPr id="12" name="object 12"/>
          <p:cNvPicPr/>
          <p:nvPr/>
        </p:nvPicPr>
        <p:blipFill>
          <a:blip r:embed="rId4" cstate="print"/>
          <a:stretch>
            <a:fillRect/>
          </a:stretch>
        </p:blipFill>
        <p:spPr>
          <a:xfrm>
            <a:off x="3052572" y="2569464"/>
            <a:ext cx="64008" cy="164592"/>
          </a:xfrm>
          <a:prstGeom prst="rect">
            <a:avLst/>
          </a:prstGeom>
        </p:spPr>
      </p:pic>
      <p:sp>
        <p:nvSpPr>
          <p:cNvPr id="13" name="object 13"/>
          <p:cNvSpPr/>
          <p:nvPr/>
        </p:nvSpPr>
        <p:spPr>
          <a:xfrm>
            <a:off x="1751075" y="3182111"/>
            <a:ext cx="155575" cy="155575"/>
          </a:xfrm>
          <a:custGeom>
            <a:avLst/>
            <a:gdLst/>
            <a:ahLst/>
            <a:cxnLst/>
            <a:rect l="l" t="t" r="r" b="b"/>
            <a:pathLst>
              <a:path w="155575" h="155575">
                <a:moveTo>
                  <a:pt x="155448" y="155448"/>
                </a:moveTo>
                <a:lnTo>
                  <a:pt x="0" y="155448"/>
                </a:lnTo>
                <a:lnTo>
                  <a:pt x="0" y="0"/>
                </a:lnTo>
                <a:lnTo>
                  <a:pt x="155448" y="0"/>
                </a:lnTo>
                <a:lnTo>
                  <a:pt x="155448" y="155448"/>
                </a:lnTo>
                <a:close/>
              </a:path>
            </a:pathLst>
          </a:custGeom>
          <a:solidFill>
            <a:srgbClr val="3333C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2139695" y="3032760"/>
            <a:ext cx="277495" cy="325120"/>
          </a:xfrm>
          <a:custGeom>
            <a:avLst/>
            <a:gdLst/>
            <a:ahLst/>
            <a:cxnLst/>
            <a:rect l="l" t="t" r="r" b="b"/>
            <a:pathLst>
              <a:path w="277494" h="325120">
                <a:moveTo>
                  <a:pt x="277368" y="324612"/>
                </a:moveTo>
                <a:lnTo>
                  <a:pt x="233172" y="324612"/>
                </a:lnTo>
                <a:lnTo>
                  <a:pt x="233172" y="45720"/>
                </a:lnTo>
                <a:lnTo>
                  <a:pt x="149352" y="234696"/>
                </a:lnTo>
                <a:lnTo>
                  <a:pt x="123444" y="234696"/>
                </a:lnTo>
                <a:lnTo>
                  <a:pt x="39624" y="45720"/>
                </a:lnTo>
                <a:lnTo>
                  <a:pt x="39624" y="324612"/>
                </a:lnTo>
                <a:lnTo>
                  <a:pt x="0" y="324612"/>
                </a:lnTo>
                <a:lnTo>
                  <a:pt x="0" y="0"/>
                </a:lnTo>
                <a:lnTo>
                  <a:pt x="57912" y="0"/>
                </a:lnTo>
                <a:lnTo>
                  <a:pt x="138684" y="179832"/>
                </a:lnTo>
                <a:lnTo>
                  <a:pt x="216408" y="0"/>
                </a:lnTo>
                <a:lnTo>
                  <a:pt x="277368" y="0"/>
                </a:lnTo>
                <a:lnTo>
                  <a:pt x="277368" y="32461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" name="object 15"/>
          <p:cNvSpPr/>
          <p:nvPr/>
        </p:nvSpPr>
        <p:spPr>
          <a:xfrm>
            <a:off x="2488691" y="3151632"/>
            <a:ext cx="241300" cy="35560"/>
          </a:xfrm>
          <a:custGeom>
            <a:avLst/>
            <a:gdLst/>
            <a:ahLst/>
            <a:cxnLst/>
            <a:rect l="l" t="t" r="r" b="b"/>
            <a:pathLst>
              <a:path w="241300" h="35560">
                <a:moveTo>
                  <a:pt x="240792" y="35052"/>
                </a:moveTo>
                <a:lnTo>
                  <a:pt x="0" y="35052"/>
                </a:lnTo>
                <a:lnTo>
                  <a:pt x="0" y="0"/>
                </a:lnTo>
                <a:lnTo>
                  <a:pt x="240792" y="0"/>
                </a:lnTo>
                <a:lnTo>
                  <a:pt x="240792" y="3505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" name="object 16"/>
          <p:cNvSpPr/>
          <p:nvPr/>
        </p:nvSpPr>
        <p:spPr>
          <a:xfrm>
            <a:off x="2488691" y="3243072"/>
            <a:ext cx="241300" cy="35560"/>
          </a:xfrm>
          <a:custGeom>
            <a:avLst/>
            <a:gdLst/>
            <a:ahLst/>
            <a:cxnLst/>
            <a:rect l="l" t="t" r="r" b="b"/>
            <a:pathLst>
              <a:path w="241300" h="35560">
                <a:moveTo>
                  <a:pt x="240792" y="35052"/>
                </a:moveTo>
                <a:lnTo>
                  <a:pt x="0" y="35052"/>
                </a:lnTo>
                <a:lnTo>
                  <a:pt x="0" y="0"/>
                </a:lnTo>
                <a:lnTo>
                  <a:pt x="240792" y="0"/>
                </a:lnTo>
                <a:lnTo>
                  <a:pt x="240792" y="3505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" name="object 17"/>
          <p:cNvSpPr/>
          <p:nvPr/>
        </p:nvSpPr>
        <p:spPr>
          <a:xfrm>
            <a:off x="2784348" y="3019044"/>
            <a:ext cx="180340" cy="424180"/>
          </a:xfrm>
          <a:custGeom>
            <a:avLst/>
            <a:gdLst/>
            <a:ahLst/>
            <a:cxnLst/>
            <a:rect l="l" t="t" r="r" b="b"/>
            <a:pathLst>
              <a:path w="180339" h="424179">
                <a:moveTo>
                  <a:pt x="179831" y="423672"/>
                </a:moveTo>
                <a:lnTo>
                  <a:pt x="153923" y="423672"/>
                </a:lnTo>
                <a:lnTo>
                  <a:pt x="135612" y="422243"/>
                </a:lnTo>
                <a:lnTo>
                  <a:pt x="92963" y="400812"/>
                </a:lnTo>
                <a:lnTo>
                  <a:pt x="73032" y="357735"/>
                </a:lnTo>
                <a:lnTo>
                  <a:pt x="71627" y="338328"/>
                </a:lnTo>
                <a:lnTo>
                  <a:pt x="71627" y="306324"/>
                </a:lnTo>
                <a:lnTo>
                  <a:pt x="71366" y="298561"/>
                </a:lnTo>
                <a:lnTo>
                  <a:pt x="61293" y="255912"/>
                </a:lnTo>
                <a:lnTo>
                  <a:pt x="29432" y="231171"/>
                </a:lnTo>
                <a:lnTo>
                  <a:pt x="4571" y="228600"/>
                </a:lnTo>
                <a:lnTo>
                  <a:pt x="0" y="228600"/>
                </a:lnTo>
                <a:lnTo>
                  <a:pt x="0" y="193548"/>
                </a:lnTo>
                <a:lnTo>
                  <a:pt x="4571" y="193548"/>
                </a:lnTo>
                <a:lnTo>
                  <a:pt x="13430" y="193262"/>
                </a:lnTo>
                <a:lnTo>
                  <a:pt x="53292" y="177403"/>
                </a:lnTo>
                <a:lnTo>
                  <a:pt x="70675" y="131063"/>
                </a:lnTo>
                <a:lnTo>
                  <a:pt x="71627" y="115824"/>
                </a:lnTo>
                <a:lnTo>
                  <a:pt x="71627" y="83820"/>
                </a:lnTo>
                <a:lnTo>
                  <a:pt x="73032" y="64412"/>
                </a:lnTo>
                <a:lnTo>
                  <a:pt x="92963" y="21335"/>
                </a:lnTo>
                <a:lnTo>
                  <a:pt x="135612" y="1190"/>
                </a:lnTo>
                <a:lnTo>
                  <a:pt x="153923" y="0"/>
                </a:lnTo>
                <a:lnTo>
                  <a:pt x="179831" y="0"/>
                </a:lnTo>
                <a:lnTo>
                  <a:pt x="179831" y="28956"/>
                </a:lnTo>
                <a:lnTo>
                  <a:pt x="153923" y="28956"/>
                </a:lnTo>
                <a:lnTo>
                  <a:pt x="146303" y="30480"/>
                </a:lnTo>
                <a:lnTo>
                  <a:pt x="114299" y="59435"/>
                </a:lnTo>
                <a:lnTo>
                  <a:pt x="112299" y="65436"/>
                </a:lnTo>
                <a:lnTo>
                  <a:pt x="110870" y="72009"/>
                </a:lnTo>
                <a:lnTo>
                  <a:pt x="110013" y="79152"/>
                </a:lnTo>
                <a:lnTo>
                  <a:pt x="109727" y="86867"/>
                </a:lnTo>
                <a:lnTo>
                  <a:pt x="109727" y="124967"/>
                </a:lnTo>
                <a:lnTo>
                  <a:pt x="109466" y="133802"/>
                </a:lnTo>
                <a:lnTo>
                  <a:pt x="94487" y="178308"/>
                </a:lnTo>
                <a:lnTo>
                  <a:pt x="74675" y="195072"/>
                </a:lnTo>
                <a:lnTo>
                  <a:pt x="68960" y="199358"/>
                </a:lnTo>
                <a:lnTo>
                  <a:pt x="63245" y="203073"/>
                </a:lnTo>
                <a:lnTo>
                  <a:pt x="57530" y="206216"/>
                </a:lnTo>
                <a:lnTo>
                  <a:pt x="51815" y="208788"/>
                </a:lnTo>
                <a:lnTo>
                  <a:pt x="51815" y="213360"/>
                </a:lnTo>
                <a:lnTo>
                  <a:pt x="57530" y="215931"/>
                </a:lnTo>
                <a:lnTo>
                  <a:pt x="63245" y="219074"/>
                </a:lnTo>
                <a:lnTo>
                  <a:pt x="68960" y="222789"/>
                </a:lnTo>
                <a:lnTo>
                  <a:pt x="74675" y="227076"/>
                </a:lnTo>
                <a:lnTo>
                  <a:pt x="80129" y="230766"/>
                </a:lnTo>
                <a:lnTo>
                  <a:pt x="104132" y="260984"/>
                </a:lnTo>
                <a:lnTo>
                  <a:pt x="109727" y="297180"/>
                </a:lnTo>
                <a:lnTo>
                  <a:pt x="109727" y="335280"/>
                </a:lnTo>
                <a:lnTo>
                  <a:pt x="110013" y="342995"/>
                </a:lnTo>
                <a:lnTo>
                  <a:pt x="110870" y="350139"/>
                </a:lnTo>
                <a:lnTo>
                  <a:pt x="112299" y="356711"/>
                </a:lnTo>
                <a:lnTo>
                  <a:pt x="114299" y="362712"/>
                </a:lnTo>
                <a:lnTo>
                  <a:pt x="115823" y="370332"/>
                </a:lnTo>
                <a:lnTo>
                  <a:pt x="153923" y="393192"/>
                </a:lnTo>
                <a:lnTo>
                  <a:pt x="179831" y="393192"/>
                </a:lnTo>
                <a:lnTo>
                  <a:pt x="179831" y="42367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" name="object 18"/>
          <p:cNvSpPr/>
          <p:nvPr/>
        </p:nvSpPr>
        <p:spPr>
          <a:xfrm>
            <a:off x="3034284" y="3031236"/>
            <a:ext cx="157480" cy="326390"/>
          </a:xfrm>
          <a:custGeom>
            <a:avLst/>
            <a:gdLst/>
            <a:ahLst/>
            <a:cxnLst/>
            <a:rect l="l" t="t" r="r" b="b"/>
            <a:pathLst>
              <a:path w="157480" h="326389">
                <a:moveTo>
                  <a:pt x="156972" y="326136"/>
                </a:moveTo>
                <a:lnTo>
                  <a:pt x="0" y="326136"/>
                </a:lnTo>
                <a:lnTo>
                  <a:pt x="0" y="292608"/>
                </a:lnTo>
                <a:lnTo>
                  <a:pt x="57912" y="292608"/>
                </a:lnTo>
                <a:lnTo>
                  <a:pt x="57912" y="76200"/>
                </a:lnTo>
                <a:lnTo>
                  <a:pt x="0" y="76200"/>
                </a:lnTo>
                <a:lnTo>
                  <a:pt x="0" y="45720"/>
                </a:lnTo>
                <a:lnTo>
                  <a:pt x="15120" y="45148"/>
                </a:lnTo>
                <a:lnTo>
                  <a:pt x="28384" y="43434"/>
                </a:lnTo>
                <a:lnTo>
                  <a:pt x="61341" y="22860"/>
                </a:lnTo>
                <a:lnTo>
                  <a:pt x="67056" y="0"/>
                </a:lnTo>
                <a:lnTo>
                  <a:pt x="100584" y="0"/>
                </a:lnTo>
                <a:lnTo>
                  <a:pt x="100584" y="292608"/>
                </a:lnTo>
                <a:lnTo>
                  <a:pt x="156972" y="292608"/>
                </a:lnTo>
                <a:lnTo>
                  <a:pt x="156972" y="32613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" name="object 19"/>
          <p:cNvSpPr/>
          <p:nvPr/>
        </p:nvSpPr>
        <p:spPr>
          <a:xfrm>
            <a:off x="3246119" y="3294888"/>
            <a:ext cx="91440" cy="142240"/>
          </a:xfrm>
          <a:custGeom>
            <a:avLst/>
            <a:gdLst/>
            <a:ahLst/>
            <a:cxnLst/>
            <a:rect l="l" t="t" r="r" b="b"/>
            <a:pathLst>
              <a:path w="91439" h="142239">
                <a:moveTo>
                  <a:pt x="30480" y="141731"/>
                </a:moveTo>
                <a:lnTo>
                  <a:pt x="0" y="141731"/>
                </a:lnTo>
                <a:lnTo>
                  <a:pt x="38100" y="0"/>
                </a:lnTo>
                <a:lnTo>
                  <a:pt x="91440" y="0"/>
                </a:lnTo>
                <a:lnTo>
                  <a:pt x="30480" y="14173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" name="object 20"/>
          <p:cNvSpPr/>
          <p:nvPr/>
        </p:nvSpPr>
        <p:spPr>
          <a:xfrm>
            <a:off x="3413759" y="3314700"/>
            <a:ext cx="346075" cy="48895"/>
          </a:xfrm>
          <a:custGeom>
            <a:avLst/>
            <a:gdLst/>
            <a:ahLst/>
            <a:cxnLst/>
            <a:rect l="l" t="t" r="r" b="b"/>
            <a:pathLst>
              <a:path w="346075" h="48895">
                <a:moveTo>
                  <a:pt x="32004" y="48768"/>
                </a:moveTo>
                <a:lnTo>
                  <a:pt x="18288" y="48768"/>
                </a:lnTo>
                <a:lnTo>
                  <a:pt x="12192" y="45720"/>
                </a:lnTo>
                <a:lnTo>
                  <a:pt x="3048" y="36576"/>
                </a:lnTo>
                <a:lnTo>
                  <a:pt x="0" y="30480"/>
                </a:lnTo>
                <a:lnTo>
                  <a:pt x="0" y="16764"/>
                </a:lnTo>
                <a:lnTo>
                  <a:pt x="3048" y="12192"/>
                </a:lnTo>
                <a:lnTo>
                  <a:pt x="7620" y="6096"/>
                </a:lnTo>
                <a:lnTo>
                  <a:pt x="12192" y="1524"/>
                </a:lnTo>
                <a:lnTo>
                  <a:pt x="18288" y="0"/>
                </a:lnTo>
                <a:lnTo>
                  <a:pt x="32004" y="0"/>
                </a:lnTo>
                <a:lnTo>
                  <a:pt x="36576" y="1524"/>
                </a:lnTo>
                <a:lnTo>
                  <a:pt x="41148" y="7620"/>
                </a:lnTo>
                <a:lnTo>
                  <a:pt x="45720" y="12192"/>
                </a:lnTo>
                <a:lnTo>
                  <a:pt x="48768" y="16764"/>
                </a:lnTo>
                <a:lnTo>
                  <a:pt x="48768" y="30480"/>
                </a:lnTo>
                <a:lnTo>
                  <a:pt x="45720" y="36576"/>
                </a:lnTo>
                <a:lnTo>
                  <a:pt x="36576" y="45720"/>
                </a:lnTo>
                <a:lnTo>
                  <a:pt x="32004" y="48768"/>
                </a:lnTo>
                <a:close/>
              </a:path>
              <a:path w="346075" h="48895">
                <a:moveTo>
                  <a:pt x="179832" y="48768"/>
                </a:moveTo>
                <a:lnTo>
                  <a:pt x="166116" y="48768"/>
                </a:lnTo>
                <a:lnTo>
                  <a:pt x="160020" y="45720"/>
                </a:lnTo>
                <a:lnTo>
                  <a:pt x="150876" y="36576"/>
                </a:lnTo>
                <a:lnTo>
                  <a:pt x="149352" y="30480"/>
                </a:lnTo>
                <a:lnTo>
                  <a:pt x="149352" y="16764"/>
                </a:lnTo>
                <a:lnTo>
                  <a:pt x="150876" y="12192"/>
                </a:lnTo>
                <a:lnTo>
                  <a:pt x="155448" y="6096"/>
                </a:lnTo>
                <a:lnTo>
                  <a:pt x="160020" y="1524"/>
                </a:lnTo>
                <a:lnTo>
                  <a:pt x="166116" y="0"/>
                </a:lnTo>
                <a:lnTo>
                  <a:pt x="179832" y="0"/>
                </a:lnTo>
                <a:lnTo>
                  <a:pt x="185927" y="1524"/>
                </a:lnTo>
                <a:lnTo>
                  <a:pt x="190500" y="7620"/>
                </a:lnTo>
                <a:lnTo>
                  <a:pt x="195072" y="12192"/>
                </a:lnTo>
                <a:lnTo>
                  <a:pt x="196596" y="16764"/>
                </a:lnTo>
                <a:lnTo>
                  <a:pt x="196596" y="30480"/>
                </a:lnTo>
                <a:lnTo>
                  <a:pt x="195072" y="36576"/>
                </a:lnTo>
                <a:lnTo>
                  <a:pt x="185927" y="45720"/>
                </a:lnTo>
                <a:lnTo>
                  <a:pt x="179832" y="48768"/>
                </a:lnTo>
                <a:close/>
              </a:path>
              <a:path w="346075" h="48895">
                <a:moveTo>
                  <a:pt x="327660" y="48768"/>
                </a:moveTo>
                <a:lnTo>
                  <a:pt x="315467" y="48768"/>
                </a:lnTo>
                <a:lnTo>
                  <a:pt x="309372" y="45720"/>
                </a:lnTo>
                <a:lnTo>
                  <a:pt x="300227" y="36576"/>
                </a:lnTo>
                <a:lnTo>
                  <a:pt x="297179" y="30480"/>
                </a:lnTo>
                <a:lnTo>
                  <a:pt x="297179" y="16764"/>
                </a:lnTo>
                <a:lnTo>
                  <a:pt x="300227" y="12192"/>
                </a:lnTo>
                <a:lnTo>
                  <a:pt x="304800" y="6096"/>
                </a:lnTo>
                <a:lnTo>
                  <a:pt x="309372" y="1524"/>
                </a:lnTo>
                <a:lnTo>
                  <a:pt x="313944" y="0"/>
                </a:lnTo>
                <a:lnTo>
                  <a:pt x="327660" y="0"/>
                </a:lnTo>
                <a:lnTo>
                  <a:pt x="333756" y="1524"/>
                </a:lnTo>
                <a:lnTo>
                  <a:pt x="338328" y="7620"/>
                </a:lnTo>
                <a:lnTo>
                  <a:pt x="342900" y="12192"/>
                </a:lnTo>
                <a:lnTo>
                  <a:pt x="345947" y="16764"/>
                </a:lnTo>
                <a:lnTo>
                  <a:pt x="345947" y="30480"/>
                </a:lnTo>
                <a:lnTo>
                  <a:pt x="342900" y="36576"/>
                </a:lnTo>
                <a:lnTo>
                  <a:pt x="333756" y="45720"/>
                </a:lnTo>
                <a:lnTo>
                  <a:pt x="327660" y="4876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" name="object 21"/>
          <p:cNvSpPr/>
          <p:nvPr/>
        </p:nvSpPr>
        <p:spPr>
          <a:xfrm>
            <a:off x="3825240" y="3294888"/>
            <a:ext cx="93345" cy="142240"/>
          </a:xfrm>
          <a:custGeom>
            <a:avLst/>
            <a:gdLst/>
            <a:ahLst/>
            <a:cxnLst/>
            <a:rect l="l" t="t" r="r" b="b"/>
            <a:pathLst>
              <a:path w="93345" h="142239">
                <a:moveTo>
                  <a:pt x="32003" y="141731"/>
                </a:moveTo>
                <a:lnTo>
                  <a:pt x="0" y="141731"/>
                </a:lnTo>
                <a:lnTo>
                  <a:pt x="38100" y="0"/>
                </a:lnTo>
                <a:lnTo>
                  <a:pt x="92963" y="0"/>
                </a:lnTo>
                <a:lnTo>
                  <a:pt x="32003" y="14173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pic>
        <p:nvPicPr>
          <p:cNvPr id="22" name="object 22"/>
          <p:cNvPicPr/>
          <p:nvPr/>
        </p:nvPicPr>
        <p:blipFill>
          <a:blip r:embed="rId5" cstate="print"/>
          <a:stretch>
            <a:fillRect/>
          </a:stretch>
        </p:blipFill>
        <p:spPr>
          <a:xfrm>
            <a:off x="4119372" y="3107436"/>
            <a:ext cx="190500" cy="249936"/>
          </a:xfrm>
          <a:prstGeom prst="rect">
            <a:avLst/>
          </a:prstGeom>
        </p:spPr>
      </p:pic>
      <p:sp>
        <p:nvSpPr>
          <p:cNvPr id="23" name="object 23"/>
          <p:cNvSpPr/>
          <p:nvPr/>
        </p:nvSpPr>
        <p:spPr>
          <a:xfrm>
            <a:off x="4360164" y="3019043"/>
            <a:ext cx="745490" cy="424180"/>
          </a:xfrm>
          <a:custGeom>
            <a:avLst/>
            <a:gdLst/>
            <a:ahLst/>
            <a:cxnLst/>
            <a:rect l="l" t="t" r="r" b="b"/>
            <a:pathLst>
              <a:path w="745489" h="424179">
                <a:moveTo>
                  <a:pt x="179832" y="193548"/>
                </a:moveTo>
                <a:lnTo>
                  <a:pt x="136702" y="185508"/>
                </a:lnTo>
                <a:lnTo>
                  <a:pt x="112699" y="153784"/>
                </a:lnTo>
                <a:lnTo>
                  <a:pt x="111252" y="146304"/>
                </a:lnTo>
                <a:lnTo>
                  <a:pt x="109486" y="138544"/>
                </a:lnTo>
                <a:lnTo>
                  <a:pt x="108585" y="131064"/>
                </a:lnTo>
                <a:lnTo>
                  <a:pt x="108242" y="123596"/>
                </a:lnTo>
                <a:lnTo>
                  <a:pt x="108204" y="83820"/>
                </a:lnTo>
                <a:lnTo>
                  <a:pt x="106768" y="64414"/>
                </a:lnTo>
                <a:lnTo>
                  <a:pt x="85344" y="21336"/>
                </a:lnTo>
                <a:lnTo>
                  <a:pt x="42900" y="1193"/>
                </a:lnTo>
                <a:lnTo>
                  <a:pt x="24384" y="0"/>
                </a:lnTo>
                <a:lnTo>
                  <a:pt x="0" y="0"/>
                </a:lnTo>
                <a:lnTo>
                  <a:pt x="0" y="28956"/>
                </a:lnTo>
                <a:lnTo>
                  <a:pt x="25908" y="28956"/>
                </a:lnTo>
                <a:lnTo>
                  <a:pt x="33528" y="30480"/>
                </a:lnTo>
                <a:lnTo>
                  <a:pt x="65532" y="59436"/>
                </a:lnTo>
                <a:lnTo>
                  <a:pt x="67284" y="65443"/>
                </a:lnTo>
                <a:lnTo>
                  <a:pt x="68199" y="72009"/>
                </a:lnTo>
                <a:lnTo>
                  <a:pt x="68529" y="79159"/>
                </a:lnTo>
                <a:lnTo>
                  <a:pt x="68580" y="124968"/>
                </a:lnTo>
                <a:lnTo>
                  <a:pt x="68859" y="133807"/>
                </a:lnTo>
                <a:lnTo>
                  <a:pt x="81292" y="172593"/>
                </a:lnTo>
                <a:lnTo>
                  <a:pt x="103632" y="195072"/>
                </a:lnTo>
                <a:lnTo>
                  <a:pt x="109359" y="199364"/>
                </a:lnTo>
                <a:lnTo>
                  <a:pt x="115252" y="203073"/>
                </a:lnTo>
                <a:lnTo>
                  <a:pt x="121412" y="206222"/>
                </a:lnTo>
                <a:lnTo>
                  <a:pt x="128016" y="208788"/>
                </a:lnTo>
                <a:lnTo>
                  <a:pt x="128016" y="213360"/>
                </a:lnTo>
                <a:lnTo>
                  <a:pt x="121412" y="215938"/>
                </a:lnTo>
                <a:lnTo>
                  <a:pt x="115252" y="219075"/>
                </a:lnTo>
                <a:lnTo>
                  <a:pt x="109359" y="222796"/>
                </a:lnTo>
                <a:lnTo>
                  <a:pt x="103632" y="227076"/>
                </a:lnTo>
                <a:lnTo>
                  <a:pt x="96012" y="231648"/>
                </a:lnTo>
                <a:lnTo>
                  <a:pt x="73152" y="266700"/>
                </a:lnTo>
                <a:lnTo>
                  <a:pt x="68580" y="297180"/>
                </a:lnTo>
                <a:lnTo>
                  <a:pt x="68580" y="335280"/>
                </a:lnTo>
                <a:lnTo>
                  <a:pt x="68313" y="343001"/>
                </a:lnTo>
                <a:lnTo>
                  <a:pt x="50292" y="385572"/>
                </a:lnTo>
                <a:lnTo>
                  <a:pt x="25908" y="393192"/>
                </a:lnTo>
                <a:lnTo>
                  <a:pt x="0" y="393192"/>
                </a:lnTo>
                <a:lnTo>
                  <a:pt x="0" y="423672"/>
                </a:lnTo>
                <a:lnTo>
                  <a:pt x="24384" y="423672"/>
                </a:lnTo>
                <a:lnTo>
                  <a:pt x="42900" y="422249"/>
                </a:lnTo>
                <a:lnTo>
                  <a:pt x="85344" y="400812"/>
                </a:lnTo>
                <a:lnTo>
                  <a:pt x="106768" y="357746"/>
                </a:lnTo>
                <a:lnTo>
                  <a:pt x="108242" y="298564"/>
                </a:lnTo>
                <a:lnTo>
                  <a:pt x="108585" y="291084"/>
                </a:lnTo>
                <a:lnTo>
                  <a:pt x="121920" y="249936"/>
                </a:lnTo>
                <a:lnTo>
                  <a:pt x="156972" y="229743"/>
                </a:lnTo>
                <a:lnTo>
                  <a:pt x="179832" y="228600"/>
                </a:lnTo>
                <a:lnTo>
                  <a:pt x="179832" y="193548"/>
                </a:lnTo>
                <a:close/>
              </a:path>
              <a:path w="745489" h="424179">
                <a:moveTo>
                  <a:pt x="297167" y="94488"/>
                </a:moveTo>
                <a:lnTo>
                  <a:pt x="245351" y="94488"/>
                </a:lnTo>
                <a:lnTo>
                  <a:pt x="245351" y="156972"/>
                </a:lnTo>
                <a:lnTo>
                  <a:pt x="297167" y="156972"/>
                </a:lnTo>
                <a:lnTo>
                  <a:pt x="297167" y="94488"/>
                </a:lnTo>
                <a:close/>
              </a:path>
              <a:path w="745489" h="424179">
                <a:moveTo>
                  <a:pt x="310883" y="275844"/>
                </a:moveTo>
                <a:lnTo>
                  <a:pt x="257543" y="275844"/>
                </a:lnTo>
                <a:lnTo>
                  <a:pt x="217919" y="417576"/>
                </a:lnTo>
                <a:lnTo>
                  <a:pt x="249923" y="417576"/>
                </a:lnTo>
                <a:lnTo>
                  <a:pt x="310883" y="275844"/>
                </a:lnTo>
                <a:close/>
              </a:path>
              <a:path w="745489" h="424179">
                <a:moveTo>
                  <a:pt x="745236" y="13716"/>
                </a:moveTo>
                <a:lnTo>
                  <a:pt x="704088" y="13716"/>
                </a:lnTo>
                <a:lnTo>
                  <a:pt x="638556" y="286512"/>
                </a:lnTo>
                <a:lnTo>
                  <a:pt x="573024" y="13716"/>
                </a:lnTo>
                <a:lnTo>
                  <a:pt x="528828" y="13716"/>
                </a:lnTo>
                <a:lnTo>
                  <a:pt x="464807" y="283464"/>
                </a:lnTo>
                <a:lnTo>
                  <a:pt x="399288" y="13716"/>
                </a:lnTo>
                <a:lnTo>
                  <a:pt x="355092" y="13716"/>
                </a:lnTo>
                <a:lnTo>
                  <a:pt x="437388" y="338328"/>
                </a:lnTo>
                <a:lnTo>
                  <a:pt x="486143" y="338328"/>
                </a:lnTo>
                <a:lnTo>
                  <a:pt x="550164" y="68580"/>
                </a:lnTo>
                <a:lnTo>
                  <a:pt x="615696" y="338328"/>
                </a:lnTo>
                <a:lnTo>
                  <a:pt x="664464" y="338328"/>
                </a:lnTo>
                <a:lnTo>
                  <a:pt x="745236" y="1371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" name="object 24"/>
          <p:cNvSpPr/>
          <p:nvPr/>
        </p:nvSpPr>
        <p:spPr>
          <a:xfrm>
            <a:off x="5152644" y="3151632"/>
            <a:ext cx="241300" cy="35560"/>
          </a:xfrm>
          <a:custGeom>
            <a:avLst/>
            <a:gdLst/>
            <a:ahLst/>
            <a:cxnLst/>
            <a:rect l="l" t="t" r="r" b="b"/>
            <a:pathLst>
              <a:path w="241300" h="35560">
                <a:moveTo>
                  <a:pt x="240792" y="35052"/>
                </a:moveTo>
                <a:lnTo>
                  <a:pt x="0" y="35052"/>
                </a:lnTo>
                <a:lnTo>
                  <a:pt x="0" y="0"/>
                </a:lnTo>
                <a:lnTo>
                  <a:pt x="240792" y="0"/>
                </a:lnTo>
                <a:lnTo>
                  <a:pt x="240792" y="3505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" name="object 25"/>
          <p:cNvSpPr/>
          <p:nvPr/>
        </p:nvSpPr>
        <p:spPr>
          <a:xfrm>
            <a:off x="5152644" y="3243072"/>
            <a:ext cx="241300" cy="35560"/>
          </a:xfrm>
          <a:custGeom>
            <a:avLst/>
            <a:gdLst/>
            <a:ahLst/>
            <a:cxnLst/>
            <a:rect l="l" t="t" r="r" b="b"/>
            <a:pathLst>
              <a:path w="241300" h="35560">
                <a:moveTo>
                  <a:pt x="240792" y="35052"/>
                </a:moveTo>
                <a:lnTo>
                  <a:pt x="0" y="35052"/>
                </a:lnTo>
                <a:lnTo>
                  <a:pt x="0" y="0"/>
                </a:lnTo>
                <a:lnTo>
                  <a:pt x="240792" y="0"/>
                </a:lnTo>
                <a:lnTo>
                  <a:pt x="240792" y="3505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" name="object 26"/>
          <p:cNvSpPr/>
          <p:nvPr/>
        </p:nvSpPr>
        <p:spPr>
          <a:xfrm>
            <a:off x="5448300" y="3019044"/>
            <a:ext cx="180340" cy="424180"/>
          </a:xfrm>
          <a:custGeom>
            <a:avLst/>
            <a:gdLst/>
            <a:ahLst/>
            <a:cxnLst/>
            <a:rect l="l" t="t" r="r" b="b"/>
            <a:pathLst>
              <a:path w="180339" h="424179">
                <a:moveTo>
                  <a:pt x="179831" y="423672"/>
                </a:moveTo>
                <a:lnTo>
                  <a:pt x="153923" y="423672"/>
                </a:lnTo>
                <a:lnTo>
                  <a:pt x="135612" y="422243"/>
                </a:lnTo>
                <a:lnTo>
                  <a:pt x="92963" y="400812"/>
                </a:lnTo>
                <a:lnTo>
                  <a:pt x="73032" y="357735"/>
                </a:lnTo>
                <a:lnTo>
                  <a:pt x="71627" y="338328"/>
                </a:lnTo>
                <a:lnTo>
                  <a:pt x="71627" y="306324"/>
                </a:lnTo>
                <a:lnTo>
                  <a:pt x="71366" y="298561"/>
                </a:lnTo>
                <a:lnTo>
                  <a:pt x="61936" y="255912"/>
                </a:lnTo>
                <a:lnTo>
                  <a:pt x="30289" y="231171"/>
                </a:lnTo>
                <a:lnTo>
                  <a:pt x="0" y="228600"/>
                </a:lnTo>
                <a:lnTo>
                  <a:pt x="0" y="193548"/>
                </a:lnTo>
                <a:lnTo>
                  <a:pt x="42910" y="185499"/>
                </a:lnTo>
                <a:lnTo>
                  <a:pt x="66913" y="153781"/>
                </a:lnTo>
                <a:lnTo>
                  <a:pt x="71627" y="115824"/>
                </a:lnTo>
                <a:lnTo>
                  <a:pt x="71627" y="83820"/>
                </a:lnTo>
                <a:lnTo>
                  <a:pt x="73032" y="64412"/>
                </a:lnTo>
                <a:lnTo>
                  <a:pt x="92963" y="21335"/>
                </a:lnTo>
                <a:lnTo>
                  <a:pt x="135612" y="1190"/>
                </a:lnTo>
                <a:lnTo>
                  <a:pt x="153923" y="0"/>
                </a:lnTo>
                <a:lnTo>
                  <a:pt x="179831" y="0"/>
                </a:lnTo>
                <a:lnTo>
                  <a:pt x="179831" y="28956"/>
                </a:lnTo>
                <a:lnTo>
                  <a:pt x="153923" y="28956"/>
                </a:lnTo>
                <a:lnTo>
                  <a:pt x="146303" y="30480"/>
                </a:lnTo>
                <a:lnTo>
                  <a:pt x="134111" y="33528"/>
                </a:lnTo>
                <a:lnTo>
                  <a:pt x="128015" y="36576"/>
                </a:lnTo>
                <a:lnTo>
                  <a:pt x="124967" y="41148"/>
                </a:lnTo>
                <a:lnTo>
                  <a:pt x="120395" y="45720"/>
                </a:lnTo>
                <a:lnTo>
                  <a:pt x="115823" y="51815"/>
                </a:lnTo>
                <a:lnTo>
                  <a:pt x="114299" y="59435"/>
                </a:lnTo>
                <a:lnTo>
                  <a:pt x="112537" y="65436"/>
                </a:lnTo>
                <a:lnTo>
                  <a:pt x="111632" y="72009"/>
                </a:lnTo>
                <a:lnTo>
                  <a:pt x="111299" y="79152"/>
                </a:lnTo>
                <a:lnTo>
                  <a:pt x="111251" y="124967"/>
                </a:lnTo>
                <a:lnTo>
                  <a:pt x="110966" y="133802"/>
                </a:lnTo>
                <a:lnTo>
                  <a:pt x="94487" y="178308"/>
                </a:lnTo>
                <a:lnTo>
                  <a:pt x="76199" y="195072"/>
                </a:lnTo>
                <a:lnTo>
                  <a:pt x="70246" y="199358"/>
                </a:lnTo>
                <a:lnTo>
                  <a:pt x="64007" y="203073"/>
                </a:lnTo>
                <a:lnTo>
                  <a:pt x="57769" y="206216"/>
                </a:lnTo>
                <a:lnTo>
                  <a:pt x="51815" y="208788"/>
                </a:lnTo>
                <a:lnTo>
                  <a:pt x="51815" y="213360"/>
                </a:lnTo>
                <a:lnTo>
                  <a:pt x="57530" y="215931"/>
                </a:lnTo>
                <a:lnTo>
                  <a:pt x="63245" y="219074"/>
                </a:lnTo>
                <a:lnTo>
                  <a:pt x="68960" y="222789"/>
                </a:lnTo>
                <a:lnTo>
                  <a:pt x="74675" y="227076"/>
                </a:lnTo>
                <a:lnTo>
                  <a:pt x="80343" y="230766"/>
                </a:lnTo>
                <a:lnTo>
                  <a:pt x="104132" y="260984"/>
                </a:lnTo>
                <a:lnTo>
                  <a:pt x="111299" y="342995"/>
                </a:lnTo>
                <a:lnTo>
                  <a:pt x="111632" y="350139"/>
                </a:lnTo>
                <a:lnTo>
                  <a:pt x="112537" y="356711"/>
                </a:lnTo>
                <a:lnTo>
                  <a:pt x="114299" y="362712"/>
                </a:lnTo>
                <a:lnTo>
                  <a:pt x="115823" y="370332"/>
                </a:lnTo>
                <a:lnTo>
                  <a:pt x="118871" y="376428"/>
                </a:lnTo>
                <a:lnTo>
                  <a:pt x="124967" y="381000"/>
                </a:lnTo>
                <a:lnTo>
                  <a:pt x="128015" y="385572"/>
                </a:lnTo>
                <a:lnTo>
                  <a:pt x="134111" y="388620"/>
                </a:lnTo>
                <a:lnTo>
                  <a:pt x="146303" y="391668"/>
                </a:lnTo>
                <a:lnTo>
                  <a:pt x="153923" y="393192"/>
                </a:lnTo>
                <a:lnTo>
                  <a:pt x="179831" y="393192"/>
                </a:lnTo>
                <a:lnTo>
                  <a:pt x="179831" y="42367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" name="object 27"/>
          <p:cNvSpPr/>
          <p:nvPr/>
        </p:nvSpPr>
        <p:spPr>
          <a:xfrm>
            <a:off x="5698235" y="3031236"/>
            <a:ext cx="158750" cy="326390"/>
          </a:xfrm>
          <a:custGeom>
            <a:avLst/>
            <a:gdLst/>
            <a:ahLst/>
            <a:cxnLst/>
            <a:rect l="l" t="t" r="r" b="b"/>
            <a:pathLst>
              <a:path w="158750" h="326389">
                <a:moveTo>
                  <a:pt x="158495" y="326136"/>
                </a:moveTo>
                <a:lnTo>
                  <a:pt x="0" y="326136"/>
                </a:lnTo>
                <a:lnTo>
                  <a:pt x="0" y="292608"/>
                </a:lnTo>
                <a:lnTo>
                  <a:pt x="59435" y="292608"/>
                </a:lnTo>
                <a:lnTo>
                  <a:pt x="59435" y="76200"/>
                </a:lnTo>
                <a:lnTo>
                  <a:pt x="0" y="76200"/>
                </a:lnTo>
                <a:lnTo>
                  <a:pt x="0" y="45720"/>
                </a:lnTo>
                <a:lnTo>
                  <a:pt x="15763" y="45148"/>
                </a:lnTo>
                <a:lnTo>
                  <a:pt x="28955" y="43434"/>
                </a:lnTo>
                <a:lnTo>
                  <a:pt x="61340" y="22860"/>
                </a:lnTo>
                <a:lnTo>
                  <a:pt x="67055" y="0"/>
                </a:lnTo>
                <a:lnTo>
                  <a:pt x="100583" y="0"/>
                </a:lnTo>
                <a:lnTo>
                  <a:pt x="100583" y="292608"/>
                </a:lnTo>
                <a:lnTo>
                  <a:pt x="158495" y="292608"/>
                </a:lnTo>
                <a:lnTo>
                  <a:pt x="158495" y="32613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" name="object 28"/>
          <p:cNvSpPr/>
          <p:nvPr/>
        </p:nvSpPr>
        <p:spPr>
          <a:xfrm>
            <a:off x="5908547" y="3294888"/>
            <a:ext cx="93345" cy="142240"/>
          </a:xfrm>
          <a:custGeom>
            <a:avLst/>
            <a:gdLst/>
            <a:ahLst/>
            <a:cxnLst/>
            <a:rect l="l" t="t" r="r" b="b"/>
            <a:pathLst>
              <a:path w="93345" h="142239">
                <a:moveTo>
                  <a:pt x="32003" y="141731"/>
                </a:moveTo>
                <a:lnTo>
                  <a:pt x="0" y="141731"/>
                </a:lnTo>
                <a:lnTo>
                  <a:pt x="38100" y="0"/>
                </a:lnTo>
                <a:lnTo>
                  <a:pt x="92964" y="0"/>
                </a:lnTo>
                <a:lnTo>
                  <a:pt x="32003" y="14173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" name="object 29"/>
          <p:cNvSpPr/>
          <p:nvPr/>
        </p:nvSpPr>
        <p:spPr>
          <a:xfrm>
            <a:off x="6077711" y="3314700"/>
            <a:ext cx="346075" cy="48895"/>
          </a:xfrm>
          <a:custGeom>
            <a:avLst/>
            <a:gdLst/>
            <a:ahLst/>
            <a:cxnLst/>
            <a:rect l="l" t="t" r="r" b="b"/>
            <a:pathLst>
              <a:path w="346075" h="48895">
                <a:moveTo>
                  <a:pt x="30480" y="48768"/>
                </a:moveTo>
                <a:lnTo>
                  <a:pt x="18288" y="48768"/>
                </a:lnTo>
                <a:lnTo>
                  <a:pt x="12192" y="45720"/>
                </a:lnTo>
                <a:lnTo>
                  <a:pt x="3048" y="36576"/>
                </a:lnTo>
                <a:lnTo>
                  <a:pt x="0" y="30480"/>
                </a:lnTo>
                <a:lnTo>
                  <a:pt x="0" y="16764"/>
                </a:lnTo>
                <a:lnTo>
                  <a:pt x="3048" y="12192"/>
                </a:lnTo>
                <a:lnTo>
                  <a:pt x="7620" y="6096"/>
                </a:lnTo>
                <a:lnTo>
                  <a:pt x="12192" y="1524"/>
                </a:lnTo>
                <a:lnTo>
                  <a:pt x="18288" y="0"/>
                </a:lnTo>
                <a:lnTo>
                  <a:pt x="30480" y="0"/>
                </a:lnTo>
                <a:lnTo>
                  <a:pt x="36576" y="1524"/>
                </a:lnTo>
                <a:lnTo>
                  <a:pt x="41148" y="7620"/>
                </a:lnTo>
                <a:lnTo>
                  <a:pt x="45720" y="12192"/>
                </a:lnTo>
                <a:lnTo>
                  <a:pt x="48768" y="16764"/>
                </a:lnTo>
                <a:lnTo>
                  <a:pt x="48768" y="30480"/>
                </a:lnTo>
                <a:lnTo>
                  <a:pt x="45720" y="36576"/>
                </a:lnTo>
                <a:lnTo>
                  <a:pt x="36576" y="45720"/>
                </a:lnTo>
                <a:lnTo>
                  <a:pt x="30480" y="48768"/>
                </a:lnTo>
                <a:close/>
              </a:path>
              <a:path w="346075" h="48895">
                <a:moveTo>
                  <a:pt x="179832" y="48768"/>
                </a:moveTo>
                <a:lnTo>
                  <a:pt x="166116" y="48768"/>
                </a:lnTo>
                <a:lnTo>
                  <a:pt x="160020" y="45720"/>
                </a:lnTo>
                <a:lnTo>
                  <a:pt x="150876" y="36576"/>
                </a:lnTo>
                <a:lnTo>
                  <a:pt x="149352" y="30480"/>
                </a:lnTo>
                <a:lnTo>
                  <a:pt x="149352" y="16764"/>
                </a:lnTo>
                <a:lnTo>
                  <a:pt x="150876" y="12192"/>
                </a:lnTo>
                <a:lnTo>
                  <a:pt x="155448" y="6096"/>
                </a:lnTo>
                <a:lnTo>
                  <a:pt x="160020" y="1524"/>
                </a:lnTo>
                <a:lnTo>
                  <a:pt x="166116" y="0"/>
                </a:lnTo>
                <a:lnTo>
                  <a:pt x="179832" y="0"/>
                </a:lnTo>
                <a:lnTo>
                  <a:pt x="184403" y="1524"/>
                </a:lnTo>
                <a:lnTo>
                  <a:pt x="195072" y="12192"/>
                </a:lnTo>
                <a:lnTo>
                  <a:pt x="196596" y="16764"/>
                </a:lnTo>
                <a:lnTo>
                  <a:pt x="196596" y="30480"/>
                </a:lnTo>
                <a:lnTo>
                  <a:pt x="195072" y="36576"/>
                </a:lnTo>
                <a:lnTo>
                  <a:pt x="185927" y="45720"/>
                </a:lnTo>
                <a:lnTo>
                  <a:pt x="179832" y="48768"/>
                </a:lnTo>
                <a:close/>
              </a:path>
              <a:path w="346075" h="48895">
                <a:moveTo>
                  <a:pt x="327660" y="48768"/>
                </a:moveTo>
                <a:lnTo>
                  <a:pt x="313944" y="48768"/>
                </a:lnTo>
                <a:lnTo>
                  <a:pt x="309372" y="45720"/>
                </a:lnTo>
                <a:lnTo>
                  <a:pt x="300227" y="36576"/>
                </a:lnTo>
                <a:lnTo>
                  <a:pt x="297179" y="30480"/>
                </a:lnTo>
                <a:lnTo>
                  <a:pt x="297179" y="16764"/>
                </a:lnTo>
                <a:lnTo>
                  <a:pt x="300227" y="12192"/>
                </a:lnTo>
                <a:lnTo>
                  <a:pt x="304800" y="6096"/>
                </a:lnTo>
                <a:lnTo>
                  <a:pt x="309372" y="1524"/>
                </a:lnTo>
                <a:lnTo>
                  <a:pt x="313944" y="0"/>
                </a:lnTo>
                <a:lnTo>
                  <a:pt x="327660" y="0"/>
                </a:lnTo>
                <a:lnTo>
                  <a:pt x="333756" y="1524"/>
                </a:lnTo>
                <a:lnTo>
                  <a:pt x="338328" y="7620"/>
                </a:lnTo>
                <a:lnTo>
                  <a:pt x="342900" y="12192"/>
                </a:lnTo>
                <a:lnTo>
                  <a:pt x="345947" y="16764"/>
                </a:lnTo>
                <a:lnTo>
                  <a:pt x="345947" y="30480"/>
                </a:lnTo>
                <a:lnTo>
                  <a:pt x="342900" y="36576"/>
                </a:lnTo>
                <a:lnTo>
                  <a:pt x="333756" y="45720"/>
                </a:lnTo>
                <a:lnTo>
                  <a:pt x="327660" y="4876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" name="object 30"/>
          <p:cNvSpPr/>
          <p:nvPr/>
        </p:nvSpPr>
        <p:spPr>
          <a:xfrm>
            <a:off x="6489192" y="3294888"/>
            <a:ext cx="93345" cy="142240"/>
          </a:xfrm>
          <a:custGeom>
            <a:avLst/>
            <a:gdLst/>
            <a:ahLst/>
            <a:cxnLst/>
            <a:rect l="l" t="t" r="r" b="b"/>
            <a:pathLst>
              <a:path w="93345" h="142239">
                <a:moveTo>
                  <a:pt x="32003" y="141731"/>
                </a:moveTo>
                <a:lnTo>
                  <a:pt x="0" y="141731"/>
                </a:lnTo>
                <a:lnTo>
                  <a:pt x="38100" y="0"/>
                </a:lnTo>
                <a:lnTo>
                  <a:pt x="92963" y="0"/>
                </a:lnTo>
                <a:lnTo>
                  <a:pt x="32003" y="14173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pic>
        <p:nvPicPr>
          <p:cNvPr id="31" name="object 31"/>
          <p:cNvPicPr/>
          <p:nvPr/>
        </p:nvPicPr>
        <p:blipFill>
          <a:blip r:embed="rId6" cstate="print"/>
          <a:stretch>
            <a:fillRect/>
          </a:stretch>
        </p:blipFill>
        <p:spPr>
          <a:xfrm>
            <a:off x="6637019" y="3107436"/>
            <a:ext cx="190500" cy="249936"/>
          </a:xfrm>
          <a:prstGeom prst="rect">
            <a:avLst/>
          </a:prstGeom>
        </p:spPr>
      </p:pic>
      <p:sp>
        <p:nvSpPr>
          <p:cNvPr id="32" name="object 32"/>
          <p:cNvSpPr/>
          <p:nvPr/>
        </p:nvSpPr>
        <p:spPr>
          <a:xfrm>
            <a:off x="6874764" y="3019043"/>
            <a:ext cx="312420" cy="424180"/>
          </a:xfrm>
          <a:custGeom>
            <a:avLst/>
            <a:gdLst/>
            <a:ahLst/>
            <a:cxnLst/>
            <a:rect l="l" t="t" r="r" b="b"/>
            <a:pathLst>
              <a:path w="312420" h="424179">
                <a:moveTo>
                  <a:pt x="179832" y="193548"/>
                </a:moveTo>
                <a:lnTo>
                  <a:pt x="175260" y="193548"/>
                </a:lnTo>
                <a:lnTo>
                  <a:pt x="166395" y="193268"/>
                </a:lnTo>
                <a:lnTo>
                  <a:pt x="126530" y="177406"/>
                </a:lnTo>
                <a:lnTo>
                  <a:pt x="109156" y="131064"/>
                </a:lnTo>
                <a:lnTo>
                  <a:pt x="108204" y="115824"/>
                </a:lnTo>
                <a:lnTo>
                  <a:pt x="108204" y="83820"/>
                </a:lnTo>
                <a:lnTo>
                  <a:pt x="107010" y="64414"/>
                </a:lnTo>
                <a:lnTo>
                  <a:pt x="86868" y="21336"/>
                </a:lnTo>
                <a:lnTo>
                  <a:pt x="44208" y="1193"/>
                </a:lnTo>
                <a:lnTo>
                  <a:pt x="25908" y="0"/>
                </a:lnTo>
                <a:lnTo>
                  <a:pt x="0" y="0"/>
                </a:lnTo>
                <a:lnTo>
                  <a:pt x="0" y="28956"/>
                </a:lnTo>
                <a:lnTo>
                  <a:pt x="25908" y="28956"/>
                </a:lnTo>
                <a:lnTo>
                  <a:pt x="33528" y="30480"/>
                </a:lnTo>
                <a:lnTo>
                  <a:pt x="67056" y="59436"/>
                </a:lnTo>
                <a:lnTo>
                  <a:pt x="70104" y="86868"/>
                </a:lnTo>
                <a:lnTo>
                  <a:pt x="70104" y="124968"/>
                </a:lnTo>
                <a:lnTo>
                  <a:pt x="70383" y="133807"/>
                </a:lnTo>
                <a:lnTo>
                  <a:pt x="82600" y="172593"/>
                </a:lnTo>
                <a:lnTo>
                  <a:pt x="105156" y="195072"/>
                </a:lnTo>
                <a:lnTo>
                  <a:pt x="110871" y="199364"/>
                </a:lnTo>
                <a:lnTo>
                  <a:pt x="116586" y="203073"/>
                </a:lnTo>
                <a:lnTo>
                  <a:pt x="122301" y="206222"/>
                </a:lnTo>
                <a:lnTo>
                  <a:pt x="128016" y="208788"/>
                </a:lnTo>
                <a:lnTo>
                  <a:pt x="128016" y="213360"/>
                </a:lnTo>
                <a:lnTo>
                  <a:pt x="122301" y="215938"/>
                </a:lnTo>
                <a:lnTo>
                  <a:pt x="116586" y="219075"/>
                </a:lnTo>
                <a:lnTo>
                  <a:pt x="110871" y="222796"/>
                </a:lnTo>
                <a:lnTo>
                  <a:pt x="105156" y="227076"/>
                </a:lnTo>
                <a:lnTo>
                  <a:pt x="97536" y="231648"/>
                </a:lnTo>
                <a:lnTo>
                  <a:pt x="72669" y="273608"/>
                </a:lnTo>
                <a:lnTo>
                  <a:pt x="70104" y="297180"/>
                </a:lnTo>
                <a:lnTo>
                  <a:pt x="70104" y="335280"/>
                </a:lnTo>
                <a:lnTo>
                  <a:pt x="69837" y="343001"/>
                </a:lnTo>
                <a:lnTo>
                  <a:pt x="51816" y="385572"/>
                </a:lnTo>
                <a:lnTo>
                  <a:pt x="25908" y="393192"/>
                </a:lnTo>
                <a:lnTo>
                  <a:pt x="0" y="393192"/>
                </a:lnTo>
                <a:lnTo>
                  <a:pt x="0" y="423672"/>
                </a:lnTo>
                <a:lnTo>
                  <a:pt x="25908" y="423672"/>
                </a:lnTo>
                <a:lnTo>
                  <a:pt x="44208" y="422249"/>
                </a:lnTo>
                <a:lnTo>
                  <a:pt x="86868" y="400812"/>
                </a:lnTo>
                <a:lnTo>
                  <a:pt x="107010" y="357746"/>
                </a:lnTo>
                <a:lnTo>
                  <a:pt x="108204" y="338328"/>
                </a:lnTo>
                <a:lnTo>
                  <a:pt x="108204" y="306324"/>
                </a:lnTo>
                <a:lnTo>
                  <a:pt x="108458" y="298564"/>
                </a:lnTo>
                <a:lnTo>
                  <a:pt x="118745" y="255917"/>
                </a:lnTo>
                <a:lnTo>
                  <a:pt x="150393" y="231178"/>
                </a:lnTo>
                <a:lnTo>
                  <a:pt x="175260" y="228600"/>
                </a:lnTo>
                <a:lnTo>
                  <a:pt x="179832" y="228600"/>
                </a:lnTo>
                <a:lnTo>
                  <a:pt x="179832" y="193548"/>
                </a:lnTo>
                <a:close/>
              </a:path>
              <a:path w="312420" h="424179">
                <a:moveTo>
                  <a:pt x="297180" y="94488"/>
                </a:moveTo>
                <a:lnTo>
                  <a:pt x="245364" y="94488"/>
                </a:lnTo>
                <a:lnTo>
                  <a:pt x="245364" y="156972"/>
                </a:lnTo>
                <a:lnTo>
                  <a:pt x="297180" y="156972"/>
                </a:lnTo>
                <a:lnTo>
                  <a:pt x="297180" y="94488"/>
                </a:lnTo>
                <a:close/>
              </a:path>
              <a:path w="312420" h="424179">
                <a:moveTo>
                  <a:pt x="312420" y="275844"/>
                </a:moveTo>
                <a:lnTo>
                  <a:pt x="257556" y="275844"/>
                </a:lnTo>
                <a:lnTo>
                  <a:pt x="219456" y="417576"/>
                </a:lnTo>
                <a:lnTo>
                  <a:pt x="251460" y="417576"/>
                </a:lnTo>
                <a:lnTo>
                  <a:pt x="312420" y="27584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" name="object 33"/>
          <p:cNvSpPr/>
          <p:nvPr/>
        </p:nvSpPr>
        <p:spPr>
          <a:xfrm>
            <a:off x="1751075" y="3838955"/>
            <a:ext cx="155575" cy="155575"/>
          </a:xfrm>
          <a:custGeom>
            <a:avLst/>
            <a:gdLst/>
            <a:ahLst/>
            <a:cxnLst/>
            <a:rect l="l" t="t" r="r" b="b"/>
            <a:pathLst>
              <a:path w="155575" h="155575">
                <a:moveTo>
                  <a:pt x="155448" y="155447"/>
                </a:moveTo>
                <a:lnTo>
                  <a:pt x="0" y="155447"/>
                </a:lnTo>
                <a:lnTo>
                  <a:pt x="0" y="0"/>
                </a:lnTo>
                <a:lnTo>
                  <a:pt x="155448" y="0"/>
                </a:lnTo>
                <a:lnTo>
                  <a:pt x="155448" y="155447"/>
                </a:lnTo>
                <a:close/>
              </a:path>
            </a:pathLst>
          </a:custGeom>
          <a:solidFill>
            <a:srgbClr val="3333C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" name="object 34"/>
          <p:cNvSpPr/>
          <p:nvPr/>
        </p:nvSpPr>
        <p:spPr>
          <a:xfrm>
            <a:off x="2127504" y="3657600"/>
            <a:ext cx="370840" cy="396240"/>
          </a:xfrm>
          <a:custGeom>
            <a:avLst/>
            <a:gdLst/>
            <a:ahLst/>
            <a:cxnLst/>
            <a:rect l="l" t="t" r="r" b="b"/>
            <a:pathLst>
              <a:path w="370839" h="396239">
                <a:moveTo>
                  <a:pt x="368263" y="19812"/>
                </a:moveTo>
                <a:lnTo>
                  <a:pt x="329184" y="19812"/>
                </a:lnTo>
                <a:lnTo>
                  <a:pt x="341376" y="0"/>
                </a:lnTo>
                <a:lnTo>
                  <a:pt x="368263" y="19812"/>
                </a:lnTo>
                <a:close/>
              </a:path>
              <a:path w="370839" h="396239">
                <a:moveTo>
                  <a:pt x="4571" y="396240"/>
                </a:moveTo>
                <a:lnTo>
                  <a:pt x="0" y="393192"/>
                </a:lnTo>
                <a:lnTo>
                  <a:pt x="14835" y="366617"/>
                </a:lnTo>
                <a:lnTo>
                  <a:pt x="27241" y="339471"/>
                </a:lnTo>
                <a:lnTo>
                  <a:pt x="44227" y="283297"/>
                </a:lnTo>
                <a:lnTo>
                  <a:pt x="53721" y="217551"/>
                </a:lnTo>
                <a:lnTo>
                  <a:pt x="55768" y="176736"/>
                </a:lnTo>
                <a:lnTo>
                  <a:pt x="56326" y="135636"/>
                </a:lnTo>
                <a:lnTo>
                  <a:pt x="56364" y="86177"/>
                </a:lnTo>
                <a:lnTo>
                  <a:pt x="56197" y="49720"/>
                </a:lnTo>
                <a:lnTo>
                  <a:pt x="55745" y="21550"/>
                </a:lnTo>
                <a:lnTo>
                  <a:pt x="54864" y="1524"/>
                </a:lnTo>
                <a:lnTo>
                  <a:pt x="80771" y="19812"/>
                </a:lnTo>
                <a:lnTo>
                  <a:pt x="368263" y="19812"/>
                </a:lnTo>
                <a:lnTo>
                  <a:pt x="370332" y="21336"/>
                </a:lnTo>
                <a:lnTo>
                  <a:pt x="361188" y="30480"/>
                </a:lnTo>
                <a:lnTo>
                  <a:pt x="80771" y="30480"/>
                </a:lnTo>
                <a:lnTo>
                  <a:pt x="80771" y="124968"/>
                </a:lnTo>
                <a:lnTo>
                  <a:pt x="356616" y="124968"/>
                </a:lnTo>
                <a:lnTo>
                  <a:pt x="356616" y="135636"/>
                </a:lnTo>
                <a:lnTo>
                  <a:pt x="80771" y="135636"/>
                </a:lnTo>
                <a:lnTo>
                  <a:pt x="80510" y="168806"/>
                </a:lnTo>
                <a:lnTo>
                  <a:pt x="79819" y="195262"/>
                </a:lnTo>
                <a:lnTo>
                  <a:pt x="78843" y="215145"/>
                </a:lnTo>
                <a:lnTo>
                  <a:pt x="77723" y="228600"/>
                </a:lnTo>
                <a:lnTo>
                  <a:pt x="356616" y="228600"/>
                </a:lnTo>
                <a:lnTo>
                  <a:pt x="356616" y="239268"/>
                </a:lnTo>
                <a:lnTo>
                  <a:pt x="77723" y="239268"/>
                </a:lnTo>
                <a:lnTo>
                  <a:pt x="68865" y="283297"/>
                </a:lnTo>
                <a:lnTo>
                  <a:pt x="53720" y="324040"/>
                </a:lnTo>
                <a:lnTo>
                  <a:pt x="32289" y="361640"/>
                </a:lnTo>
                <a:lnTo>
                  <a:pt x="4571" y="396240"/>
                </a:lnTo>
                <a:close/>
              </a:path>
              <a:path w="370839" h="396239">
                <a:moveTo>
                  <a:pt x="214883" y="124968"/>
                </a:moveTo>
                <a:lnTo>
                  <a:pt x="192023" y="124968"/>
                </a:lnTo>
                <a:lnTo>
                  <a:pt x="192023" y="30480"/>
                </a:lnTo>
                <a:lnTo>
                  <a:pt x="214883" y="30480"/>
                </a:lnTo>
                <a:lnTo>
                  <a:pt x="214883" y="124968"/>
                </a:lnTo>
                <a:close/>
              </a:path>
              <a:path w="370839" h="396239">
                <a:moveTo>
                  <a:pt x="356616" y="124968"/>
                </a:moveTo>
                <a:lnTo>
                  <a:pt x="332232" y="124968"/>
                </a:lnTo>
                <a:lnTo>
                  <a:pt x="332232" y="30480"/>
                </a:lnTo>
                <a:lnTo>
                  <a:pt x="361188" y="30480"/>
                </a:lnTo>
                <a:lnTo>
                  <a:pt x="356616" y="35052"/>
                </a:lnTo>
                <a:lnTo>
                  <a:pt x="356616" y="124968"/>
                </a:lnTo>
                <a:close/>
              </a:path>
              <a:path w="370839" h="396239">
                <a:moveTo>
                  <a:pt x="214883" y="228600"/>
                </a:moveTo>
                <a:lnTo>
                  <a:pt x="192023" y="228600"/>
                </a:lnTo>
                <a:lnTo>
                  <a:pt x="192023" y="135636"/>
                </a:lnTo>
                <a:lnTo>
                  <a:pt x="214883" y="135636"/>
                </a:lnTo>
                <a:lnTo>
                  <a:pt x="214883" y="228600"/>
                </a:lnTo>
                <a:close/>
              </a:path>
              <a:path w="370839" h="396239">
                <a:moveTo>
                  <a:pt x="356616" y="228600"/>
                </a:moveTo>
                <a:lnTo>
                  <a:pt x="332232" y="228600"/>
                </a:lnTo>
                <a:lnTo>
                  <a:pt x="332232" y="135636"/>
                </a:lnTo>
                <a:lnTo>
                  <a:pt x="356616" y="135636"/>
                </a:lnTo>
                <a:lnTo>
                  <a:pt x="356616" y="228600"/>
                </a:lnTo>
                <a:close/>
              </a:path>
              <a:path w="370839" h="396239">
                <a:moveTo>
                  <a:pt x="190499" y="382524"/>
                </a:moveTo>
                <a:lnTo>
                  <a:pt x="191360" y="337661"/>
                </a:lnTo>
                <a:lnTo>
                  <a:pt x="191833" y="297180"/>
                </a:lnTo>
                <a:lnTo>
                  <a:pt x="191903" y="283464"/>
                </a:lnTo>
                <a:lnTo>
                  <a:pt x="192023" y="239268"/>
                </a:lnTo>
                <a:lnTo>
                  <a:pt x="214883" y="239268"/>
                </a:lnTo>
                <a:lnTo>
                  <a:pt x="215122" y="288678"/>
                </a:lnTo>
                <a:lnTo>
                  <a:pt x="215656" y="327660"/>
                </a:lnTo>
                <a:lnTo>
                  <a:pt x="216203" y="356616"/>
                </a:lnTo>
                <a:lnTo>
                  <a:pt x="216407" y="370332"/>
                </a:lnTo>
                <a:lnTo>
                  <a:pt x="190499" y="382524"/>
                </a:lnTo>
                <a:close/>
              </a:path>
              <a:path w="370839" h="396239">
                <a:moveTo>
                  <a:pt x="355296" y="351115"/>
                </a:moveTo>
                <a:lnTo>
                  <a:pt x="311419" y="351115"/>
                </a:lnTo>
                <a:lnTo>
                  <a:pt x="320040" y="350520"/>
                </a:lnTo>
                <a:lnTo>
                  <a:pt x="325159" y="349091"/>
                </a:lnTo>
                <a:lnTo>
                  <a:pt x="328993" y="344805"/>
                </a:lnTo>
                <a:lnTo>
                  <a:pt x="331398" y="337661"/>
                </a:lnTo>
                <a:lnTo>
                  <a:pt x="332232" y="327660"/>
                </a:lnTo>
                <a:lnTo>
                  <a:pt x="332232" y="239268"/>
                </a:lnTo>
                <a:lnTo>
                  <a:pt x="356616" y="239268"/>
                </a:lnTo>
                <a:lnTo>
                  <a:pt x="356616" y="339852"/>
                </a:lnTo>
                <a:lnTo>
                  <a:pt x="355296" y="351115"/>
                </a:lnTo>
                <a:close/>
              </a:path>
              <a:path w="370839" h="396239">
                <a:moveTo>
                  <a:pt x="318515" y="394716"/>
                </a:moveTo>
                <a:lnTo>
                  <a:pt x="313348" y="381261"/>
                </a:lnTo>
                <a:lnTo>
                  <a:pt x="302323" y="370522"/>
                </a:lnTo>
                <a:lnTo>
                  <a:pt x="285297" y="362354"/>
                </a:lnTo>
                <a:lnTo>
                  <a:pt x="262127" y="356616"/>
                </a:lnTo>
                <a:lnTo>
                  <a:pt x="262127" y="347472"/>
                </a:lnTo>
                <a:lnTo>
                  <a:pt x="282749" y="349448"/>
                </a:lnTo>
                <a:lnTo>
                  <a:pt x="299084" y="350710"/>
                </a:lnTo>
                <a:lnTo>
                  <a:pt x="311419" y="351115"/>
                </a:lnTo>
                <a:lnTo>
                  <a:pt x="355296" y="351115"/>
                </a:lnTo>
                <a:lnTo>
                  <a:pt x="354306" y="359568"/>
                </a:lnTo>
                <a:lnTo>
                  <a:pt x="347281" y="375285"/>
                </a:lnTo>
                <a:lnTo>
                  <a:pt x="335399" y="387000"/>
                </a:lnTo>
                <a:lnTo>
                  <a:pt x="318515" y="39471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" name="object 35"/>
          <p:cNvSpPr/>
          <p:nvPr/>
        </p:nvSpPr>
        <p:spPr>
          <a:xfrm>
            <a:off x="2569464" y="3645407"/>
            <a:ext cx="3075940" cy="413384"/>
          </a:xfrm>
          <a:custGeom>
            <a:avLst/>
            <a:gdLst/>
            <a:ahLst/>
            <a:cxnLst/>
            <a:rect l="l" t="t" r="r" b="b"/>
            <a:pathLst>
              <a:path w="3075940" h="413385">
                <a:moveTo>
                  <a:pt x="405384" y="51828"/>
                </a:moveTo>
                <a:lnTo>
                  <a:pt x="368808" y="15252"/>
                </a:lnTo>
                <a:lnTo>
                  <a:pt x="342900" y="42684"/>
                </a:lnTo>
                <a:lnTo>
                  <a:pt x="237744" y="42684"/>
                </a:lnTo>
                <a:lnTo>
                  <a:pt x="237744" y="51828"/>
                </a:lnTo>
                <a:lnTo>
                  <a:pt x="237744" y="134124"/>
                </a:lnTo>
                <a:lnTo>
                  <a:pt x="160020" y="134124"/>
                </a:lnTo>
                <a:lnTo>
                  <a:pt x="160020" y="51828"/>
                </a:lnTo>
                <a:lnTo>
                  <a:pt x="237744" y="51828"/>
                </a:lnTo>
                <a:lnTo>
                  <a:pt x="237744" y="42684"/>
                </a:lnTo>
                <a:lnTo>
                  <a:pt x="0" y="42684"/>
                </a:lnTo>
                <a:lnTo>
                  <a:pt x="16764" y="57924"/>
                </a:lnTo>
                <a:lnTo>
                  <a:pt x="26187" y="55676"/>
                </a:lnTo>
                <a:lnTo>
                  <a:pt x="36195" y="53733"/>
                </a:lnTo>
                <a:lnTo>
                  <a:pt x="46761" y="52349"/>
                </a:lnTo>
                <a:lnTo>
                  <a:pt x="57912" y="51828"/>
                </a:lnTo>
                <a:lnTo>
                  <a:pt x="135636" y="51828"/>
                </a:lnTo>
                <a:lnTo>
                  <a:pt x="135636" y="134124"/>
                </a:lnTo>
                <a:lnTo>
                  <a:pt x="65532" y="134124"/>
                </a:lnTo>
                <a:lnTo>
                  <a:pt x="39624" y="120408"/>
                </a:lnTo>
                <a:lnTo>
                  <a:pt x="39852" y="140716"/>
                </a:lnTo>
                <a:lnTo>
                  <a:pt x="40386" y="170129"/>
                </a:lnTo>
                <a:lnTo>
                  <a:pt x="40906" y="207632"/>
                </a:lnTo>
                <a:lnTo>
                  <a:pt x="41122" y="251472"/>
                </a:lnTo>
                <a:lnTo>
                  <a:pt x="41008" y="280657"/>
                </a:lnTo>
                <a:lnTo>
                  <a:pt x="40906" y="302831"/>
                </a:lnTo>
                <a:lnTo>
                  <a:pt x="40424" y="341388"/>
                </a:lnTo>
                <a:lnTo>
                  <a:pt x="39852" y="381177"/>
                </a:lnTo>
                <a:lnTo>
                  <a:pt x="39624" y="411492"/>
                </a:lnTo>
                <a:lnTo>
                  <a:pt x="65532" y="396252"/>
                </a:lnTo>
                <a:lnTo>
                  <a:pt x="65532" y="144792"/>
                </a:lnTo>
                <a:lnTo>
                  <a:pt x="135636" y="144792"/>
                </a:lnTo>
                <a:lnTo>
                  <a:pt x="131394" y="194843"/>
                </a:lnTo>
                <a:lnTo>
                  <a:pt x="118872" y="240042"/>
                </a:lnTo>
                <a:lnTo>
                  <a:pt x="98336" y="280657"/>
                </a:lnTo>
                <a:lnTo>
                  <a:pt x="70104" y="317004"/>
                </a:lnTo>
                <a:lnTo>
                  <a:pt x="73152" y="321576"/>
                </a:lnTo>
                <a:lnTo>
                  <a:pt x="100558" y="297903"/>
                </a:lnTo>
                <a:lnTo>
                  <a:pt x="123253" y="270522"/>
                </a:lnTo>
                <a:lnTo>
                  <a:pt x="141084" y="239699"/>
                </a:lnTo>
                <a:lnTo>
                  <a:pt x="153924" y="205752"/>
                </a:lnTo>
                <a:lnTo>
                  <a:pt x="161353" y="215417"/>
                </a:lnTo>
                <a:lnTo>
                  <a:pt x="167640" y="225945"/>
                </a:lnTo>
                <a:lnTo>
                  <a:pt x="172783" y="237032"/>
                </a:lnTo>
                <a:lnTo>
                  <a:pt x="176784" y="248424"/>
                </a:lnTo>
                <a:lnTo>
                  <a:pt x="179832" y="260616"/>
                </a:lnTo>
                <a:lnTo>
                  <a:pt x="182880" y="266712"/>
                </a:lnTo>
                <a:lnTo>
                  <a:pt x="188976" y="266712"/>
                </a:lnTo>
                <a:lnTo>
                  <a:pt x="196596" y="259092"/>
                </a:lnTo>
                <a:lnTo>
                  <a:pt x="201168" y="252996"/>
                </a:lnTo>
                <a:lnTo>
                  <a:pt x="201041" y="244614"/>
                </a:lnTo>
                <a:lnTo>
                  <a:pt x="173494" y="208368"/>
                </a:lnTo>
                <a:lnTo>
                  <a:pt x="169468" y="205752"/>
                </a:lnTo>
                <a:lnTo>
                  <a:pt x="155448" y="196608"/>
                </a:lnTo>
                <a:lnTo>
                  <a:pt x="157441" y="183146"/>
                </a:lnTo>
                <a:lnTo>
                  <a:pt x="158877" y="170129"/>
                </a:lnTo>
                <a:lnTo>
                  <a:pt x="159727" y="157378"/>
                </a:lnTo>
                <a:lnTo>
                  <a:pt x="160020" y="144792"/>
                </a:lnTo>
                <a:lnTo>
                  <a:pt x="237744" y="144792"/>
                </a:lnTo>
                <a:lnTo>
                  <a:pt x="233718" y="198513"/>
                </a:lnTo>
                <a:lnTo>
                  <a:pt x="219265" y="247662"/>
                </a:lnTo>
                <a:lnTo>
                  <a:pt x="194233" y="292239"/>
                </a:lnTo>
                <a:lnTo>
                  <a:pt x="158496" y="332244"/>
                </a:lnTo>
                <a:lnTo>
                  <a:pt x="163068" y="338340"/>
                </a:lnTo>
                <a:lnTo>
                  <a:pt x="193611" y="312902"/>
                </a:lnTo>
                <a:lnTo>
                  <a:pt x="218884" y="284619"/>
                </a:lnTo>
                <a:lnTo>
                  <a:pt x="238709" y="253466"/>
                </a:lnTo>
                <a:lnTo>
                  <a:pt x="252984" y="219468"/>
                </a:lnTo>
                <a:lnTo>
                  <a:pt x="267843" y="234302"/>
                </a:lnTo>
                <a:lnTo>
                  <a:pt x="280416" y="248996"/>
                </a:lnTo>
                <a:lnTo>
                  <a:pt x="290703" y="263398"/>
                </a:lnTo>
                <a:lnTo>
                  <a:pt x="298704" y="277380"/>
                </a:lnTo>
                <a:lnTo>
                  <a:pt x="303276" y="289572"/>
                </a:lnTo>
                <a:lnTo>
                  <a:pt x="306324" y="295668"/>
                </a:lnTo>
                <a:lnTo>
                  <a:pt x="310896" y="295668"/>
                </a:lnTo>
                <a:lnTo>
                  <a:pt x="313944" y="292620"/>
                </a:lnTo>
                <a:lnTo>
                  <a:pt x="323088" y="274332"/>
                </a:lnTo>
                <a:lnTo>
                  <a:pt x="323011" y="263398"/>
                </a:lnTo>
                <a:lnTo>
                  <a:pt x="280797" y="224040"/>
                </a:lnTo>
                <a:lnTo>
                  <a:pt x="272034" y="219468"/>
                </a:lnTo>
                <a:lnTo>
                  <a:pt x="254508" y="210324"/>
                </a:lnTo>
                <a:lnTo>
                  <a:pt x="256768" y="196646"/>
                </a:lnTo>
                <a:lnTo>
                  <a:pt x="258889" y="180987"/>
                </a:lnTo>
                <a:lnTo>
                  <a:pt x="260718" y="163601"/>
                </a:lnTo>
                <a:lnTo>
                  <a:pt x="262128" y="144792"/>
                </a:lnTo>
                <a:lnTo>
                  <a:pt x="338328" y="144792"/>
                </a:lnTo>
                <a:lnTo>
                  <a:pt x="338328" y="341388"/>
                </a:lnTo>
                <a:lnTo>
                  <a:pt x="337223" y="352259"/>
                </a:lnTo>
                <a:lnTo>
                  <a:pt x="334137" y="359867"/>
                </a:lnTo>
                <a:lnTo>
                  <a:pt x="329323" y="364312"/>
                </a:lnTo>
                <a:lnTo>
                  <a:pt x="323088" y="365772"/>
                </a:lnTo>
                <a:lnTo>
                  <a:pt x="313385" y="366102"/>
                </a:lnTo>
                <a:lnTo>
                  <a:pt x="300418" y="365010"/>
                </a:lnTo>
                <a:lnTo>
                  <a:pt x="284289" y="362762"/>
                </a:lnTo>
                <a:lnTo>
                  <a:pt x="265176" y="359676"/>
                </a:lnTo>
                <a:lnTo>
                  <a:pt x="265176" y="368820"/>
                </a:lnTo>
                <a:lnTo>
                  <a:pt x="289458" y="376478"/>
                </a:lnTo>
                <a:lnTo>
                  <a:pt x="307467" y="385584"/>
                </a:lnTo>
                <a:lnTo>
                  <a:pt x="319176" y="395820"/>
                </a:lnTo>
                <a:lnTo>
                  <a:pt x="324612" y="406920"/>
                </a:lnTo>
                <a:lnTo>
                  <a:pt x="340842" y="398005"/>
                </a:lnTo>
                <a:lnTo>
                  <a:pt x="352806" y="387108"/>
                </a:lnTo>
                <a:lnTo>
                  <a:pt x="360184" y="373913"/>
                </a:lnTo>
                <a:lnTo>
                  <a:pt x="361429" y="366102"/>
                </a:lnTo>
                <a:lnTo>
                  <a:pt x="362712" y="358152"/>
                </a:lnTo>
                <a:lnTo>
                  <a:pt x="362712" y="149364"/>
                </a:lnTo>
                <a:lnTo>
                  <a:pt x="370332" y="144792"/>
                </a:lnTo>
                <a:lnTo>
                  <a:pt x="377952" y="140220"/>
                </a:lnTo>
                <a:lnTo>
                  <a:pt x="370230" y="134124"/>
                </a:lnTo>
                <a:lnTo>
                  <a:pt x="348996" y="117360"/>
                </a:lnTo>
                <a:lnTo>
                  <a:pt x="335280" y="134124"/>
                </a:lnTo>
                <a:lnTo>
                  <a:pt x="262128" y="134124"/>
                </a:lnTo>
                <a:lnTo>
                  <a:pt x="262128" y="51828"/>
                </a:lnTo>
                <a:lnTo>
                  <a:pt x="405384" y="51828"/>
                </a:lnTo>
                <a:close/>
              </a:path>
              <a:path w="3075940" h="413385">
                <a:moveTo>
                  <a:pt x="675132" y="147828"/>
                </a:moveTo>
                <a:lnTo>
                  <a:pt x="633984" y="124968"/>
                </a:lnTo>
                <a:lnTo>
                  <a:pt x="634212" y="146075"/>
                </a:lnTo>
                <a:lnTo>
                  <a:pt x="635266" y="183692"/>
                </a:lnTo>
                <a:lnTo>
                  <a:pt x="635444" y="196011"/>
                </a:lnTo>
                <a:lnTo>
                  <a:pt x="635508" y="315468"/>
                </a:lnTo>
                <a:lnTo>
                  <a:pt x="635266" y="331787"/>
                </a:lnTo>
                <a:lnTo>
                  <a:pt x="634746" y="353377"/>
                </a:lnTo>
                <a:lnTo>
                  <a:pt x="634212" y="380415"/>
                </a:lnTo>
                <a:lnTo>
                  <a:pt x="633984" y="413004"/>
                </a:lnTo>
                <a:lnTo>
                  <a:pt x="662940" y="394716"/>
                </a:lnTo>
                <a:lnTo>
                  <a:pt x="662051" y="378739"/>
                </a:lnTo>
                <a:lnTo>
                  <a:pt x="661606" y="362902"/>
                </a:lnTo>
                <a:lnTo>
                  <a:pt x="661492" y="353377"/>
                </a:lnTo>
                <a:lnTo>
                  <a:pt x="661416" y="158496"/>
                </a:lnTo>
                <a:lnTo>
                  <a:pt x="675132" y="147828"/>
                </a:lnTo>
                <a:close/>
              </a:path>
              <a:path w="3075940" h="413385">
                <a:moveTo>
                  <a:pt x="851916" y="181356"/>
                </a:moveTo>
                <a:lnTo>
                  <a:pt x="804291" y="166878"/>
                </a:lnTo>
                <a:lnTo>
                  <a:pt x="754380" y="138684"/>
                </a:lnTo>
                <a:lnTo>
                  <a:pt x="703707" y="93916"/>
                </a:lnTo>
                <a:lnTo>
                  <a:pt x="663054" y="42672"/>
                </a:lnTo>
                <a:lnTo>
                  <a:pt x="655320" y="32004"/>
                </a:lnTo>
                <a:lnTo>
                  <a:pt x="672084" y="21336"/>
                </a:lnTo>
                <a:lnTo>
                  <a:pt x="635508" y="0"/>
                </a:lnTo>
                <a:lnTo>
                  <a:pt x="624598" y="28003"/>
                </a:lnTo>
                <a:lnTo>
                  <a:pt x="609981" y="57150"/>
                </a:lnTo>
                <a:lnTo>
                  <a:pt x="568452" y="118872"/>
                </a:lnTo>
                <a:lnTo>
                  <a:pt x="541845" y="149161"/>
                </a:lnTo>
                <a:lnTo>
                  <a:pt x="512305" y="175983"/>
                </a:lnTo>
                <a:lnTo>
                  <a:pt x="479501" y="199453"/>
                </a:lnTo>
                <a:lnTo>
                  <a:pt x="443484" y="219456"/>
                </a:lnTo>
                <a:lnTo>
                  <a:pt x="445008" y="227076"/>
                </a:lnTo>
                <a:lnTo>
                  <a:pt x="480745" y="210502"/>
                </a:lnTo>
                <a:lnTo>
                  <a:pt x="540804" y="173926"/>
                </a:lnTo>
                <a:lnTo>
                  <a:pt x="587946" y="130759"/>
                </a:lnTo>
                <a:lnTo>
                  <a:pt x="630758" y="75272"/>
                </a:lnTo>
                <a:lnTo>
                  <a:pt x="650748" y="42672"/>
                </a:lnTo>
                <a:lnTo>
                  <a:pt x="669036" y="72986"/>
                </a:lnTo>
                <a:lnTo>
                  <a:pt x="705612" y="123901"/>
                </a:lnTo>
                <a:lnTo>
                  <a:pt x="743064" y="163385"/>
                </a:lnTo>
                <a:lnTo>
                  <a:pt x="787120" y="196011"/>
                </a:lnTo>
                <a:lnTo>
                  <a:pt x="812292" y="210312"/>
                </a:lnTo>
                <a:lnTo>
                  <a:pt x="819759" y="201168"/>
                </a:lnTo>
                <a:lnTo>
                  <a:pt x="828675" y="194310"/>
                </a:lnTo>
                <a:lnTo>
                  <a:pt x="839292" y="189738"/>
                </a:lnTo>
                <a:lnTo>
                  <a:pt x="851916" y="187452"/>
                </a:lnTo>
                <a:lnTo>
                  <a:pt x="851916" y="181356"/>
                </a:lnTo>
                <a:close/>
              </a:path>
              <a:path w="3075940" h="413385">
                <a:moveTo>
                  <a:pt x="976884" y="79248"/>
                </a:moveTo>
                <a:lnTo>
                  <a:pt x="957262" y="44196"/>
                </a:lnTo>
                <a:lnTo>
                  <a:pt x="931164" y="25908"/>
                </a:lnTo>
                <a:lnTo>
                  <a:pt x="925068" y="30480"/>
                </a:lnTo>
                <a:lnTo>
                  <a:pt x="934250" y="43942"/>
                </a:lnTo>
                <a:lnTo>
                  <a:pt x="941451" y="56959"/>
                </a:lnTo>
                <a:lnTo>
                  <a:pt x="946924" y="69710"/>
                </a:lnTo>
                <a:lnTo>
                  <a:pt x="950976" y="82296"/>
                </a:lnTo>
                <a:lnTo>
                  <a:pt x="955548" y="92964"/>
                </a:lnTo>
                <a:lnTo>
                  <a:pt x="958596" y="99060"/>
                </a:lnTo>
                <a:lnTo>
                  <a:pt x="964692" y="99060"/>
                </a:lnTo>
                <a:lnTo>
                  <a:pt x="967740" y="96012"/>
                </a:lnTo>
                <a:lnTo>
                  <a:pt x="970788" y="91440"/>
                </a:lnTo>
                <a:lnTo>
                  <a:pt x="975360" y="85344"/>
                </a:lnTo>
                <a:lnTo>
                  <a:pt x="976884" y="79248"/>
                </a:lnTo>
                <a:close/>
              </a:path>
              <a:path w="3075940" h="413385">
                <a:moveTo>
                  <a:pt x="1110996" y="42672"/>
                </a:moveTo>
                <a:lnTo>
                  <a:pt x="1080516" y="21336"/>
                </a:lnTo>
                <a:lnTo>
                  <a:pt x="1075626" y="35394"/>
                </a:lnTo>
                <a:lnTo>
                  <a:pt x="1067752" y="52578"/>
                </a:lnTo>
                <a:lnTo>
                  <a:pt x="1056716" y="73202"/>
                </a:lnTo>
                <a:lnTo>
                  <a:pt x="1042416" y="97536"/>
                </a:lnTo>
                <a:lnTo>
                  <a:pt x="1046988" y="100584"/>
                </a:lnTo>
                <a:lnTo>
                  <a:pt x="1059815" y="87731"/>
                </a:lnTo>
                <a:lnTo>
                  <a:pt x="1070800" y="76581"/>
                </a:lnTo>
                <a:lnTo>
                  <a:pt x="1079766" y="67157"/>
                </a:lnTo>
                <a:lnTo>
                  <a:pt x="1086612" y="59436"/>
                </a:lnTo>
                <a:lnTo>
                  <a:pt x="1092339" y="53174"/>
                </a:lnTo>
                <a:lnTo>
                  <a:pt x="1098232" y="48196"/>
                </a:lnTo>
                <a:lnTo>
                  <a:pt x="1104392" y="44653"/>
                </a:lnTo>
                <a:lnTo>
                  <a:pt x="1110996" y="42672"/>
                </a:lnTo>
                <a:close/>
              </a:path>
              <a:path w="3075940" h="413385">
                <a:moveTo>
                  <a:pt x="1118616" y="121920"/>
                </a:moveTo>
                <a:lnTo>
                  <a:pt x="1088136" y="92964"/>
                </a:lnTo>
                <a:lnTo>
                  <a:pt x="1069848" y="111252"/>
                </a:lnTo>
                <a:lnTo>
                  <a:pt x="1025652" y="111252"/>
                </a:lnTo>
                <a:lnTo>
                  <a:pt x="1025652" y="32004"/>
                </a:lnTo>
                <a:lnTo>
                  <a:pt x="1039368" y="19812"/>
                </a:lnTo>
                <a:lnTo>
                  <a:pt x="1001268" y="1524"/>
                </a:lnTo>
                <a:lnTo>
                  <a:pt x="1003312" y="51625"/>
                </a:lnTo>
                <a:lnTo>
                  <a:pt x="1004316" y="111252"/>
                </a:lnTo>
                <a:lnTo>
                  <a:pt x="900684" y="111252"/>
                </a:lnTo>
                <a:lnTo>
                  <a:pt x="915924" y="128016"/>
                </a:lnTo>
                <a:lnTo>
                  <a:pt x="926223" y="125145"/>
                </a:lnTo>
                <a:lnTo>
                  <a:pt x="936688" y="123253"/>
                </a:lnTo>
                <a:lnTo>
                  <a:pt x="947420" y="122237"/>
                </a:lnTo>
                <a:lnTo>
                  <a:pt x="958596" y="121920"/>
                </a:lnTo>
                <a:lnTo>
                  <a:pt x="989076" y="121920"/>
                </a:lnTo>
                <a:lnTo>
                  <a:pt x="971042" y="147662"/>
                </a:lnTo>
                <a:lnTo>
                  <a:pt x="948880" y="172402"/>
                </a:lnTo>
                <a:lnTo>
                  <a:pt x="922413" y="196291"/>
                </a:lnTo>
                <a:lnTo>
                  <a:pt x="891540" y="219456"/>
                </a:lnTo>
                <a:lnTo>
                  <a:pt x="896112" y="224028"/>
                </a:lnTo>
                <a:lnTo>
                  <a:pt x="925233" y="207746"/>
                </a:lnTo>
                <a:lnTo>
                  <a:pt x="953071" y="188595"/>
                </a:lnTo>
                <a:lnTo>
                  <a:pt x="979474" y="166598"/>
                </a:lnTo>
                <a:lnTo>
                  <a:pt x="1004316" y="141732"/>
                </a:lnTo>
                <a:lnTo>
                  <a:pt x="1004316" y="211836"/>
                </a:lnTo>
                <a:lnTo>
                  <a:pt x="995172" y="208788"/>
                </a:lnTo>
                <a:lnTo>
                  <a:pt x="991743" y="220814"/>
                </a:lnTo>
                <a:lnTo>
                  <a:pt x="988314" y="231838"/>
                </a:lnTo>
                <a:lnTo>
                  <a:pt x="984885" y="242011"/>
                </a:lnTo>
                <a:lnTo>
                  <a:pt x="981456" y="251460"/>
                </a:lnTo>
                <a:lnTo>
                  <a:pt x="897636" y="251460"/>
                </a:lnTo>
                <a:lnTo>
                  <a:pt x="912876" y="266700"/>
                </a:lnTo>
                <a:lnTo>
                  <a:pt x="923175" y="264464"/>
                </a:lnTo>
                <a:lnTo>
                  <a:pt x="933640" y="262509"/>
                </a:lnTo>
                <a:lnTo>
                  <a:pt x="944372" y="261137"/>
                </a:lnTo>
                <a:lnTo>
                  <a:pt x="955548" y="260604"/>
                </a:lnTo>
                <a:lnTo>
                  <a:pt x="976884" y="260604"/>
                </a:lnTo>
                <a:lnTo>
                  <a:pt x="967447" y="279209"/>
                </a:lnTo>
                <a:lnTo>
                  <a:pt x="959739" y="293941"/>
                </a:lnTo>
                <a:lnTo>
                  <a:pt x="953820" y="304800"/>
                </a:lnTo>
                <a:lnTo>
                  <a:pt x="949452" y="312420"/>
                </a:lnTo>
                <a:lnTo>
                  <a:pt x="966381" y="315264"/>
                </a:lnTo>
                <a:lnTo>
                  <a:pt x="983170" y="319087"/>
                </a:lnTo>
                <a:lnTo>
                  <a:pt x="1000239" y="323786"/>
                </a:lnTo>
                <a:lnTo>
                  <a:pt x="1018032" y="329184"/>
                </a:lnTo>
                <a:lnTo>
                  <a:pt x="992898" y="348881"/>
                </a:lnTo>
                <a:lnTo>
                  <a:pt x="963358" y="366712"/>
                </a:lnTo>
                <a:lnTo>
                  <a:pt x="929513" y="382549"/>
                </a:lnTo>
                <a:lnTo>
                  <a:pt x="891540" y="396240"/>
                </a:lnTo>
                <a:lnTo>
                  <a:pt x="894588" y="402336"/>
                </a:lnTo>
                <a:lnTo>
                  <a:pt x="934542" y="392341"/>
                </a:lnTo>
                <a:lnTo>
                  <a:pt x="971931" y="378333"/>
                </a:lnTo>
                <a:lnTo>
                  <a:pt x="1006449" y="360337"/>
                </a:lnTo>
                <a:lnTo>
                  <a:pt x="1037844" y="338328"/>
                </a:lnTo>
                <a:lnTo>
                  <a:pt x="1050099" y="343433"/>
                </a:lnTo>
                <a:lnTo>
                  <a:pt x="1061656" y="349377"/>
                </a:lnTo>
                <a:lnTo>
                  <a:pt x="1072337" y="355904"/>
                </a:lnTo>
                <a:lnTo>
                  <a:pt x="1082040" y="362712"/>
                </a:lnTo>
                <a:lnTo>
                  <a:pt x="1086612" y="367284"/>
                </a:lnTo>
                <a:lnTo>
                  <a:pt x="1091184" y="368808"/>
                </a:lnTo>
                <a:lnTo>
                  <a:pt x="1097280" y="368808"/>
                </a:lnTo>
                <a:lnTo>
                  <a:pt x="1098804" y="364236"/>
                </a:lnTo>
                <a:lnTo>
                  <a:pt x="1098753" y="348881"/>
                </a:lnTo>
                <a:lnTo>
                  <a:pt x="1095756" y="341376"/>
                </a:lnTo>
                <a:lnTo>
                  <a:pt x="1091692" y="338328"/>
                </a:lnTo>
                <a:lnTo>
                  <a:pt x="1089660" y="336804"/>
                </a:lnTo>
                <a:lnTo>
                  <a:pt x="1083919" y="333146"/>
                </a:lnTo>
                <a:lnTo>
                  <a:pt x="1075753" y="329184"/>
                </a:lnTo>
                <a:lnTo>
                  <a:pt x="1065009" y="325234"/>
                </a:lnTo>
                <a:lnTo>
                  <a:pt x="1051560" y="321564"/>
                </a:lnTo>
                <a:lnTo>
                  <a:pt x="1055611" y="316992"/>
                </a:lnTo>
                <a:lnTo>
                  <a:pt x="1059345" y="312788"/>
                </a:lnTo>
                <a:lnTo>
                  <a:pt x="1066990" y="300418"/>
                </a:lnTo>
                <a:lnTo>
                  <a:pt x="1074915" y="284924"/>
                </a:lnTo>
                <a:lnTo>
                  <a:pt x="1083564" y="266700"/>
                </a:lnTo>
                <a:lnTo>
                  <a:pt x="1093724" y="260604"/>
                </a:lnTo>
                <a:lnTo>
                  <a:pt x="1098804" y="257556"/>
                </a:lnTo>
                <a:lnTo>
                  <a:pt x="1072896" y="234696"/>
                </a:lnTo>
                <a:lnTo>
                  <a:pt x="1060704" y="251460"/>
                </a:lnTo>
                <a:lnTo>
                  <a:pt x="1060704" y="260604"/>
                </a:lnTo>
                <a:lnTo>
                  <a:pt x="1052715" y="278638"/>
                </a:lnTo>
                <a:lnTo>
                  <a:pt x="1044892" y="293941"/>
                </a:lnTo>
                <a:lnTo>
                  <a:pt x="1037336" y="306692"/>
                </a:lnTo>
                <a:lnTo>
                  <a:pt x="1030224" y="316992"/>
                </a:lnTo>
                <a:lnTo>
                  <a:pt x="987361" y="307352"/>
                </a:lnTo>
                <a:lnTo>
                  <a:pt x="975360" y="304800"/>
                </a:lnTo>
                <a:lnTo>
                  <a:pt x="981976" y="294259"/>
                </a:lnTo>
                <a:lnTo>
                  <a:pt x="988314" y="283273"/>
                </a:lnTo>
                <a:lnTo>
                  <a:pt x="994638" y="272021"/>
                </a:lnTo>
                <a:lnTo>
                  <a:pt x="1001268" y="260604"/>
                </a:lnTo>
                <a:lnTo>
                  <a:pt x="1060704" y="260604"/>
                </a:lnTo>
                <a:lnTo>
                  <a:pt x="1060704" y="251460"/>
                </a:lnTo>
                <a:lnTo>
                  <a:pt x="1007364" y="251460"/>
                </a:lnTo>
                <a:lnTo>
                  <a:pt x="1013929" y="241173"/>
                </a:lnTo>
                <a:lnTo>
                  <a:pt x="1019937" y="233172"/>
                </a:lnTo>
                <a:lnTo>
                  <a:pt x="1025359" y="227457"/>
                </a:lnTo>
                <a:lnTo>
                  <a:pt x="1030224" y="224028"/>
                </a:lnTo>
                <a:lnTo>
                  <a:pt x="1005840" y="214884"/>
                </a:lnTo>
                <a:lnTo>
                  <a:pt x="1009802" y="211836"/>
                </a:lnTo>
                <a:lnTo>
                  <a:pt x="1025652" y="199644"/>
                </a:lnTo>
                <a:lnTo>
                  <a:pt x="1025652" y="146304"/>
                </a:lnTo>
                <a:lnTo>
                  <a:pt x="1059078" y="173736"/>
                </a:lnTo>
                <a:lnTo>
                  <a:pt x="1071372" y="190500"/>
                </a:lnTo>
                <a:lnTo>
                  <a:pt x="1075944" y="195072"/>
                </a:lnTo>
                <a:lnTo>
                  <a:pt x="1080516" y="195072"/>
                </a:lnTo>
                <a:lnTo>
                  <a:pt x="1082040" y="192024"/>
                </a:lnTo>
                <a:lnTo>
                  <a:pt x="1083564" y="187452"/>
                </a:lnTo>
                <a:lnTo>
                  <a:pt x="1085088" y="181356"/>
                </a:lnTo>
                <a:lnTo>
                  <a:pt x="1085088" y="166116"/>
                </a:lnTo>
                <a:lnTo>
                  <a:pt x="1082040" y="160020"/>
                </a:lnTo>
                <a:lnTo>
                  <a:pt x="1075944" y="153924"/>
                </a:lnTo>
                <a:lnTo>
                  <a:pt x="1069365" y="150241"/>
                </a:lnTo>
                <a:lnTo>
                  <a:pt x="1059281" y="146304"/>
                </a:lnTo>
                <a:lnTo>
                  <a:pt x="1058799" y="146113"/>
                </a:lnTo>
                <a:lnTo>
                  <a:pt x="1044295" y="141732"/>
                </a:lnTo>
                <a:lnTo>
                  <a:pt x="1025652" y="137160"/>
                </a:lnTo>
                <a:lnTo>
                  <a:pt x="1025652" y="121920"/>
                </a:lnTo>
                <a:lnTo>
                  <a:pt x="1118616" y="121920"/>
                </a:lnTo>
                <a:close/>
              </a:path>
              <a:path w="3075940" h="413385">
                <a:moveTo>
                  <a:pt x="1296924" y="121920"/>
                </a:moveTo>
                <a:lnTo>
                  <a:pt x="1286256" y="111252"/>
                </a:lnTo>
                <a:lnTo>
                  <a:pt x="1266444" y="91440"/>
                </a:lnTo>
                <a:lnTo>
                  <a:pt x="1245108" y="111252"/>
                </a:lnTo>
                <a:lnTo>
                  <a:pt x="1220724" y="111252"/>
                </a:lnTo>
                <a:lnTo>
                  <a:pt x="1220724" y="121920"/>
                </a:lnTo>
                <a:lnTo>
                  <a:pt x="1215885" y="173647"/>
                </a:lnTo>
                <a:lnTo>
                  <a:pt x="1208341" y="219075"/>
                </a:lnTo>
                <a:lnTo>
                  <a:pt x="1198219" y="258229"/>
                </a:lnTo>
                <a:lnTo>
                  <a:pt x="1185672" y="291084"/>
                </a:lnTo>
                <a:lnTo>
                  <a:pt x="1171092" y="254800"/>
                </a:lnTo>
                <a:lnTo>
                  <a:pt x="1159383" y="214503"/>
                </a:lnTo>
                <a:lnTo>
                  <a:pt x="1150518" y="170218"/>
                </a:lnTo>
                <a:lnTo>
                  <a:pt x="1145844" y="132588"/>
                </a:lnTo>
                <a:lnTo>
                  <a:pt x="1144524" y="121920"/>
                </a:lnTo>
                <a:lnTo>
                  <a:pt x="1220724" y="121920"/>
                </a:lnTo>
                <a:lnTo>
                  <a:pt x="1220724" y="111252"/>
                </a:lnTo>
                <a:lnTo>
                  <a:pt x="1146048" y="111252"/>
                </a:lnTo>
                <a:lnTo>
                  <a:pt x="1155230" y="88379"/>
                </a:lnTo>
                <a:lnTo>
                  <a:pt x="1162354" y="70104"/>
                </a:lnTo>
                <a:lnTo>
                  <a:pt x="1180909" y="32194"/>
                </a:lnTo>
                <a:lnTo>
                  <a:pt x="1193292" y="24384"/>
                </a:lnTo>
                <a:lnTo>
                  <a:pt x="1153668" y="1524"/>
                </a:lnTo>
                <a:lnTo>
                  <a:pt x="1137970" y="68732"/>
                </a:lnTo>
                <a:lnTo>
                  <a:pt x="1120711" y="126492"/>
                </a:lnTo>
                <a:lnTo>
                  <a:pt x="1102017" y="175120"/>
                </a:lnTo>
                <a:lnTo>
                  <a:pt x="1082040" y="214884"/>
                </a:lnTo>
                <a:lnTo>
                  <a:pt x="1086612" y="217932"/>
                </a:lnTo>
                <a:lnTo>
                  <a:pt x="1102614" y="197319"/>
                </a:lnTo>
                <a:lnTo>
                  <a:pt x="1116330" y="176403"/>
                </a:lnTo>
                <a:lnTo>
                  <a:pt x="1127760" y="154927"/>
                </a:lnTo>
                <a:lnTo>
                  <a:pt x="1136904" y="132588"/>
                </a:lnTo>
                <a:lnTo>
                  <a:pt x="1140015" y="180619"/>
                </a:lnTo>
                <a:lnTo>
                  <a:pt x="1147000" y="226504"/>
                </a:lnTo>
                <a:lnTo>
                  <a:pt x="1157681" y="270395"/>
                </a:lnTo>
                <a:lnTo>
                  <a:pt x="1171956" y="312420"/>
                </a:lnTo>
                <a:lnTo>
                  <a:pt x="1146822" y="339839"/>
                </a:lnTo>
                <a:lnTo>
                  <a:pt x="1117282" y="364807"/>
                </a:lnTo>
                <a:lnTo>
                  <a:pt x="1083437" y="387223"/>
                </a:lnTo>
                <a:lnTo>
                  <a:pt x="1045464" y="406908"/>
                </a:lnTo>
                <a:lnTo>
                  <a:pt x="1048512" y="413004"/>
                </a:lnTo>
                <a:lnTo>
                  <a:pt x="1087081" y="397573"/>
                </a:lnTo>
                <a:lnTo>
                  <a:pt x="1122807" y="378714"/>
                </a:lnTo>
                <a:lnTo>
                  <a:pt x="1155661" y="356425"/>
                </a:lnTo>
                <a:lnTo>
                  <a:pt x="1185672" y="330708"/>
                </a:lnTo>
                <a:lnTo>
                  <a:pt x="1201623" y="350481"/>
                </a:lnTo>
                <a:lnTo>
                  <a:pt x="1219581" y="368808"/>
                </a:lnTo>
                <a:lnTo>
                  <a:pt x="1239240" y="386003"/>
                </a:lnTo>
                <a:lnTo>
                  <a:pt x="1260348" y="402336"/>
                </a:lnTo>
                <a:lnTo>
                  <a:pt x="1263459" y="394931"/>
                </a:lnTo>
                <a:lnTo>
                  <a:pt x="1270444" y="388810"/>
                </a:lnTo>
                <a:lnTo>
                  <a:pt x="1281125" y="384124"/>
                </a:lnTo>
                <a:lnTo>
                  <a:pt x="1295400" y="381000"/>
                </a:lnTo>
                <a:lnTo>
                  <a:pt x="1295400" y="374904"/>
                </a:lnTo>
                <a:lnTo>
                  <a:pt x="1269720" y="366026"/>
                </a:lnTo>
                <a:lnTo>
                  <a:pt x="1245489" y="352996"/>
                </a:lnTo>
                <a:lnTo>
                  <a:pt x="1222959" y="335686"/>
                </a:lnTo>
                <a:lnTo>
                  <a:pt x="1218260" y="330708"/>
                </a:lnTo>
                <a:lnTo>
                  <a:pt x="1202436" y="313944"/>
                </a:lnTo>
                <a:lnTo>
                  <a:pt x="1212392" y="291084"/>
                </a:lnTo>
                <a:lnTo>
                  <a:pt x="1218120" y="277939"/>
                </a:lnTo>
                <a:lnTo>
                  <a:pt x="1230820" y="233934"/>
                </a:lnTo>
                <a:lnTo>
                  <a:pt x="1240358" y="181927"/>
                </a:lnTo>
                <a:lnTo>
                  <a:pt x="1246632" y="121920"/>
                </a:lnTo>
                <a:lnTo>
                  <a:pt x="1296924" y="121920"/>
                </a:lnTo>
                <a:close/>
              </a:path>
              <a:path w="3075940" h="413385">
                <a:moveTo>
                  <a:pt x="1495044" y="318516"/>
                </a:moveTo>
                <a:lnTo>
                  <a:pt x="1491996" y="309372"/>
                </a:lnTo>
                <a:lnTo>
                  <a:pt x="1473111" y="315976"/>
                </a:lnTo>
                <a:lnTo>
                  <a:pt x="1452943" y="322135"/>
                </a:lnTo>
                <a:lnTo>
                  <a:pt x="1431340" y="328028"/>
                </a:lnTo>
                <a:lnTo>
                  <a:pt x="1408176" y="333756"/>
                </a:lnTo>
                <a:lnTo>
                  <a:pt x="1385887" y="339813"/>
                </a:lnTo>
                <a:lnTo>
                  <a:pt x="1367028" y="344424"/>
                </a:lnTo>
                <a:lnTo>
                  <a:pt x="1339596" y="350520"/>
                </a:lnTo>
                <a:lnTo>
                  <a:pt x="1359408" y="382524"/>
                </a:lnTo>
                <a:lnTo>
                  <a:pt x="1399908" y="359600"/>
                </a:lnTo>
                <a:lnTo>
                  <a:pt x="1445323" y="338670"/>
                </a:lnTo>
                <a:lnTo>
                  <a:pt x="1465326" y="330327"/>
                </a:lnTo>
                <a:lnTo>
                  <a:pt x="1495044" y="318516"/>
                </a:lnTo>
                <a:close/>
              </a:path>
              <a:path w="3075940" h="413385">
                <a:moveTo>
                  <a:pt x="1499616" y="105156"/>
                </a:moveTo>
                <a:lnTo>
                  <a:pt x="1469136" y="83820"/>
                </a:lnTo>
                <a:lnTo>
                  <a:pt x="1463776" y="100063"/>
                </a:lnTo>
                <a:lnTo>
                  <a:pt x="1457134" y="116586"/>
                </a:lnTo>
                <a:lnTo>
                  <a:pt x="1449692" y="132969"/>
                </a:lnTo>
                <a:lnTo>
                  <a:pt x="1441704" y="149352"/>
                </a:lnTo>
                <a:lnTo>
                  <a:pt x="1370076" y="156972"/>
                </a:lnTo>
                <a:lnTo>
                  <a:pt x="1384884" y="133121"/>
                </a:lnTo>
                <a:lnTo>
                  <a:pt x="1397889" y="111252"/>
                </a:lnTo>
                <a:lnTo>
                  <a:pt x="1409077" y="91821"/>
                </a:lnTo>
                <a:lnTo>
                  <a:pt x="1418844" y="74676"/>
                </a:lnTo>
                <a:lnTo>
                  <a:pt x="1426845" y="60439"/>
                </a:lnTo>
                <a:lnTo>
                  <a:pt x="1434846" y="47625"/>
                </a:lnTo>
                <a:lnTo>
                  <a:pt x="1442847" y="36537"/>
                </a:lnTo>
                <a:lnTo>
                  <a:pt x="1450848" y="27432"/>
                </a:lnTo>
                <a:lnTo>
                  <a:pt x="1418844" y="7620"/>
                </a:lnTo>
                <a:lnTo>
                  <a:pt x="1399768" y="67627"/>
                </a:lnTo>
                <a:lnTo>
                  <a:pt x="1375448" y="120548"/>
                </a:lnTo>
                <a:lnTo>
                  <a:pt x="1344168" y="156972"/>
                </a:lnTo>
                <a:lnTo>
                  <a:pt x="1359408" y="185928"/>
                </a:lnTo>
                <a:lnTo>
                  <a:pt x="1366545" y="182499"/>
                </a:lnTo>
                <a:lnTo>
                  <a:pt x="1374267" y="179070"/>
                </a:lnTo>
                <a:lnTo>
                  <a:pt x="1382547" y="175641"/>
                </a:lnTo>
                <a:lnTo>
                  <a:pt x="1391412" y="172212"/>
                </a:lnTo>
                <a:lnTo>
                  <a:pt x="1402003" y="167932"/>
                </a:lnTo>
                <a:lnTo>
                  <a:pt x="1413319" y="164211"/>
                </a:lnTo>
                <a:lnTo>
                  <a:pt x="1425486" y="161074"/>
                </a:lnTo>
                <a:lnTo>
                  <a:pt x="1438656" y="158496"/>
                </a:lnTo>
                <a:lnTo>
                  <a:pt x="1407414" y="205930"/>
                </a:lnTo>
                <a:lnTo>
                  <a:pt x="1376172" y="246532"/>
                </a:lnTo>
                <a:lnTo>
                  <a:pt x="1348740" y="265176"/>
                </a:lnTo>
                <a:lnTo>
                  <a:pt x="1368552" y="295656"/>
                </a:lnTo>
                <a:lnTo>
                  <a:pt x="1405407" y="277228"/>
                </a:lnTo>
                <a:lnTo>
                  <a:pt x="1441932" y="264972"/>
                </a:lnTo>
                <a:lnTo>
                  <a:pt x="1484376" y="251460"/>
                </a:lnTo>
                <a:lnTo>
                  <a:pt x="1482852" y="243840"/>
                </a:lnTo>
                <a:lnTo>
                  <a:pt x="1465465" y="247535"/>
                </a:lnTo>
                <a:lnTo>
                  <a:pt x="1443228" y="251650"/>
                </a:lnTo>
                <a:lnTo>
                  <a:pt x="1416405" y="256057"/>
                </a:lnTo>
                <a:lnTo>
                  <a:pt x="1385316" y="260604"/>
                </a:lnTo>
                <a:lnTo>
                  <a:pt x="1409903" y="229158"/>
                </a:lnTo>
                <a:lnTo>
                  <a:pt x="1431226" y="200977"/>
                </a:lnTo>
                <a:lnTo>
                  <a:pt x="1449387" y="175958"/>
                </a:lnTo>
                <a:lnTo>
                  <a:pt x="1461414" y="158496"/>
                </a:lnTo>
                <a:lnTo>
                  <a:pt x="1462455" y="156972"/>
                </a:lnTo>
                <a:lnTo>
                  <a:pt x="1464564" y="153924"/>
                </a:lnTo>
                <a:lnTo>
                  <a:pt x="1476248" y="135382"/>
                </a:lnTo>
                <a:lnTo>
                  <a:pt x="1486090" y="120967"/>
                </a:lnTo>
                <a:lnTo>
                  <a:pt x="1493913" y="110858"/>
                </a:lnTo>
                <a:lnTo>
                  <a:pt x="1499616" y="105156"/>
                </a:lnTo>
                <a:close/>
              </a:path>
              <a:path w="3075940" h="413385">
                <a:moveTo>
                  <a:pt x="1746504" y="381000"/>
                </a:moveTo>
                <a:lnTo>
                  <a:pt x="1716024" y="345948"/>
                </a:lnTo>
                <a:lnTo>
                  <a:pt x="1690116" y="370332"/>
                </a:lnTo>
                <a:lnTo>
                  <a:pt x="1677924" y="370332"/>
                </a:lnTo>
                <a:lnTo>
                  <a:pt x="1677924" y="57912"/>
                </a:lnTo>
                <a:lnTo>
                  <a:pt x="1686382" y="50292"/>
                </a:lnTo>
                <a:lnTo>
                  <a:pt x="1693164" y="44196"/>
                </a:lnTo>
                <a:lnTo>
                  <a:pt x="1687677" y="39624"/>
                </a:lnTo>
                <a:lnTo>
                  <a:pt x="1665732" y="21336"/>
                </a:lnTo>
                <a:lnTo>
                  <a:pt x="1653540" y="37592"/>
                </a:lnTo>
                <a:lnTo>
                  <a:pt x="1653540" y="50292"/>
                </a:lnTo>
                <a:lnTo>
                  <a:pt x="1653540" y="146304"/>
                </a:lnTo>
                <a:lnTo>
                  <a:pt x="1653540" y="156972"/>
                </a:lnTo>
                <a:lnTo>
                  <a:pt x="1653540" y="254508"/>
                </a:lnTo>
                <a:lnTo>
                  <a:pt x="1653540" y="265176"/>
                </a:lnTo>
                <a:lnTo>
                  <a:pt x="1653540" y="370332"/>
                </a:lnTo>
                <a:lnTo>
                  <a:pt x="1542288" y="370332"/>
                </a:lnTo>
                <a:lnTo>
                  <a:pt x="1542288" y="265176"/>
                </a:lnTo>
                <a:lnTo>
                  <a:pt x="1653540" y="265176"/>
                </a:lnTo>
                <a:lnTo>
                  <a:pt x="1653540" y="254508"/>
                </a:lnTo>
                <a:lnTo>
                  <a:pt x="1542288" y="254508"/>
                </a:lnTo>
                <a:lnTo>
                  <a:pt x="1542288" y="156972"/>
                </a:lnTo>
                <a:lnTo>
                  <a:pt x="1653540" y="156972"/>
                </a:lnTo>
                <a:lnTo>
                  <a:pt x="1653540" y="146304"/>
                </a:lnTo>
                <a:lnTo>
                  <a:pt x="1542288" y="146304"/>
                </a:lnTo>
                <a:lnTo>
                  <a:pt x="1542288" y="50292"/>
                </a:lnTo>
                <a:lnTo>
                  <a:pt x="1653540" y="50292"/>
                </a:lnTo>
                <a:lnTo>
                  <a:pt x="1653540" y="37592"/>
                </a:lnTo>
                <a:lnTo>
                  <a:pt x="1652016" y="39624"/>
                </a:lnTo>
                <a:lnTo>
                  <a:pt x="1542288" y="39624"/>
                </a:lnTo>
                <a:lnTo>
                  <a:pt x="1517904" y="24384"/>
                </a:lnTo>
                <a:lnTo>
                  <a:pt x="1518780" y="41821"/>
                </a:lnTo>
                <a:lnTo>
                  <a:pt x="1519097" y="57912"/>
                </a:lnTo>
                <a:lnTo>
                  <a:pt x="1519250" y="67627"/>
                </a:lnTo>
                <a:lnTo>
                  <a:pt x="1519351" y="83820"/>
                </a:lnTo>
                <a:lnTo>
                  <a:pt x="1519428" y="370332"/>
                </a:lnTo>
                <a:lnTo>
                  <a:pt x="1455420" y="370332"/>
                </a:lnTo>
                <a:lnTo>
                  <a:pt x="1470660" y="387096"/>
                </a:lnTo>
                <a:lnTo>
                  <a:pt x="1480959" y="384225"/>
                </a:lnTo>
                <a:lnTo>
                  <a:pt x="1491424" y="382333"/>
                </a:lnTo>
                <a:lnTo>
                  <a:pt x="1502156" y="381317"/>
                </a:lnTo>
                <a:lnTo>
                  <a:pt x="1513332" y="381000"/>
                </a:lnTo>
                <a:lnTo>
                  <a:pt x="1746504" y="381000"/>
                </a:lnTo>
                <a:close/>
              </a:path>
              <a:path w="3075940" h="413385">
                <a:moveTo>
                  <a:pt x="1924812" y="152400"/>
                </a:moveTo>
                <a:lnTo>
                  <a:pt x="1897380" y="125539"/>
                </a:lnTo>
                <a:lnTo>
                  <a:pt x="1860804" y="105156"/>
                </a:lnTo>
                <a:lnTo>
                  <a:pt x="1854708" y="109728"/>
                </a:lnTo>
                <a:lnTo>
                  <a:pt x="1868424" y="126326"/>
                </a:lnTo>
                <a:lnTo>
                  <a:pt x="1879854" y="141922"/>
                </a:lnTo>
                <a:lnTo>
                  <a:pt x="1888998" y="156667"/>
                </a:lnTo>
                <a:lnTo>
                  <a:pt x="1895856" y="170688"/>
                </a:lnTo>
                <a:lnTo>
                  <a:pt x="1900428" y="182880"/>
                </a:lnTo>
                <a:lnTo>
                  <a:pt x="1903476" y="190500"/>
                </a:lnTo>
                <a:lnTo>
                  <a:pt x="1909572" y="190500"/>
                </a:lnTo>
                <a:lnTo>
                  <a:pt x="1912620" y="185928"/>
                </a:lnTo>
                <a:lnTo>
                  <a:pt x="1917192" y="178308"/>
                </a:lnTo>
                <a:lnTo>
                  <a:pt x="1924812" y="163068"/>
                </a:lnTo>
                <a:lnTo>
                  <a:pt x="1924812" y="152400"/>
                </a:lnTo>
                <a:close/>
              </a:path>
              <a:path w="3075940" h="413385">
                <a:moveTo>
                  <a:pt x="2186940" y="350520"/>
                </a:moveTo>
                <a:lnTo>
                  <a:pt x="2143404" y="335343"/>
                </a:lnTo>
                <a:lnTo>
                  <a:pt x="2104275" y="313588"/>
                </a:lnTo>
                <a:lnTo>
                  <a:pt x="2069528" y="285242"/>
                </a:lnTo>
                <a:lnTo>
                  <a:pt x="2039162" y="250304"/>
                </a:lnTo>
                <a:lnTo>
                  <a:pt x="2013204" y="208788"/>
                </a:lnTo>
                <a:lnTo>
                  <a:pt x="2185416" y="208788"/>
                </a:lnTo>
                <a:lnTo>
                  <a:pt x="2148840" y="172212"/>
                </a:lnTo>
                <a:lnTo>
                  <a:pt x="2122932" y="198120"/>
                </a:lnTo>
                <a:lnTo>
                  <a:pt x="2037588" y="198120"/>
                </a:lnTo>
                <a:lnTo>
                  <a:pt x="2054517" y="184429"/>
                </a:lnTo>
                <a:lnTo>
                  <a:pt x="2071306" y="168592"/>
                </a:lnTo>
                <a:lnTo>
                  <a:pt x="2088375" y="150761"/>
                </a:lnTo>
                <a:lnTo>
                  <a:pt x="2106168" y="131064"/>
                </a:lnTo>
                <a:lnTo>
                  <a:pt x="2122932" y="124968"/>
                </a:lnTo>
                <a:lnTo>
                  <a:pt x="2086356" y="97536"/>
                </a:lnTo>
                <a:lnTo>
                  <a:pt x="2075776" y="122682"/>
                </a:lnTo>
                <a:lnTo>
                  <a:pt x="2062353" y="147828"/>
                </a:lnTo>
                <a:lnTo>
                  <a:pt x="2046058" y="172974"/>
                </a:lnTo>
                <a:lnTo>
                  <a:pt x="2026920" y="198120"/>
                </a:lnTo>
                <a:lnTo>
                  <a:pt x="1996440" y="198120"/>
                </a:lnTo>
                <a:lnTo>
                  <a:pt x="1996440" y="91440"/>
                </a:lnTo>
                <a:lnTo>
                  <a:pt x="2161032" y="91440"/>
                </a:lnTo>
                <a:lnTo>
                  <a:pt x="2125980" y="56388"/>
                </a:lnTo>
                <a:lnTo>
                  <a:pt x="2101596" y="80772"/>
                </a:lnTo>
                <a:lnTo>
                  <a:pt x="1996440" y="80772"/>
                </a:lnTo>
                <a:lnTo>
                  <a:pt x="1996440" y="33528"/>
                </a:lnTo>
                <a:lnTo>
                  <a:pt x="2013204" y="21336"/>
                </a:lnTo>
                <a:lnTo>
                  <a:pt x="1967484" y="0"/>
                </a:lnTo>
                <a:lnTo>
                  <a:pt x="1968601" y="20561"/>
                </a:lnTo>
                <a:lnTo>
                  <a:pt x="1969579" y="40957"/>
                </a:lnTo>
                <a:lnTo>
                  <a:pt x="1970265" y="61087"/>
                </a:lnTo>
                <a:lnTo>
                  <a:pt x="1970532" y="80772"/>
                </a:lnTo>
                <a:lnTo>
                  <a:pt x="1813560" y="80772"/>
                </a:lnTo>
                <a:lnTo>
                  <a:pt x="1828800" y="96012"/>
                </a:lnTo>
                <a:lnTo>
                  <a:pt x="1839099" y="94018"/>
                </a:lnTo>
                <a:lnTo>
                  <a:pt x="1849564" y="92583"/>
                </a:lnTo>
                <a:lnTo>
                  <a:pt x="1860296" y="91732"/>
                </a:lnTo>
                <a:lnTo>
                  <a:pt x="1871472" y="91440"/>
                </a:lnTo>
                <a:lnTo>
                  <a:pt x="1970532" y="91440"/>
                </a:lnTo>
                <a:lnTo>
                  <a:pt x="1970532" y="198120"/>
                </a:lnTo>
                <a:lnTo>
                  <a:pt x="1780032" y="198120"/>
                </a:lnTo>
                <a:lnTo>
                  <a:pt x="1795272" y="214884"/>
                </a:lnTo>
                <a:lnTo>
                  <a:pt x="1805571" y="212013"/>
                </a:lnTo>
                <a:lnTo>
                  <a:pt x="1816036" y="210121"/>
                </a:lnTo>
                <a:lnTo>
                  <a:pt x="1826768" y="209105"/>
                </a:lnTo>
                <a:lnTo>
                  <a:pt x="1837944" y="208788"/>
                </a:lnTo>
                <a:lnTo>
                  <a:pt x="1950720" y="208788"/>
                </a:lnTo>
                <a:lnTo>
                  <a:pt x="1924354" y="253974"/>
                </a:lnTo>
                <a:lnTo>
                  <a:pt x="1894560" y="294474"/>
                </a:lnTo>
                <a:lnTo>
                  <a:pt x="1861172" y="330377"/>
                </a:lnTo>
                <a:lnTo>
                  <a:pt x="1824062" y="361734"/>
                </a:lnTo>
                <a:lnTo>
                  <a:pt x="1783080" y="388620"/>
                </a:lnTo>
                <a:lnTo>
                  <a:pt x="1786128" y="394716"/>
                </a:lnTo>
                <a:lnTo>
                  <a:pt x="1830019" y="373507"/>
                </a:lnTo>
                <a:lnTo>
                  <a:pt x="1870341" y="346443"/>
                </a:lnTo>
                <a:lnTo>
                  <a:pt x="1907082" y="313588"/>
                </a:lnTo>
                <a:lnTo>
                  <a:pt x="1940521" y="274751"/>
                </a:lnTo>
                <a:lnTo>
                  <a:pt x="1970532" y="230124"/>
                </a:lnTo>
                <a:lnTo>
                  <a:pt x="1970278" y="279704"/>
                </a:lnTo>
                <a:lnTo>
                  <a:pt x="1970163" y="290728"/>
                </a:lnTo>
                <a:lnTo>
                  <a:pt x="1969579" y="331851"/>
                </a:lnTo>
                <a:lnTo>
                  <a:pt x="1968627" y="373507"/>
                </a:lnTo>
                <a:lnTo>
                  <a:pt x="1967484" y="413004"/>
                </a:lnTo>
                <a:lnTo>
                  <a:pt x="1997964" y="399288"/>
                </a:lnTo>
                <a:lnTo>
                  <a:pt x="1997087" y="375005"/>
                </a:lnTo>
                <a:lnTo>
                  <a:pt x="1996630" y="335343"/>
                </a:lnTo>
                <a:lnTo>
                  <a:pt x="1996554" y="313588"/>
                </a:lnTo>
                <a:lnTo>
                  <a:pt x="1996440" y="230124"/>
                </a:lnTo>
                <a:lnTo>
                  <a:pt x="1996440" y="208788"/>
                </a:lnTo>
                <a:lnTo>
                  <a:pt x="2004060" y="208788"/>
                </a:lnTo>
                <a:lnTo>
                  <a:pt x="2023795" y="252133"/>
                </a:lnTo>
                <a:lnTo>
                  <a:pt x="2048217" y="290728"/>
                </a:lnTo>
                <a:lnTo>
                  <a:pt x="2077237" y="324561"/>
                </a:lnTo>
                <a:lnTo>
                  <a:pt x="2110803" y="353631"/>
                </a:lnTo>
                <a:lnTo>
                  <a:pt x="2148840" y="377952"/>
                </a:lnTo>
                <a:lnTo>
                  <a:pt x="2153932" y="368833"/>
                </a:lnTo>
                <a:lnTo>
                  <a:pt x="2162175" y="362140"/>
                </a:lnTo>
                <a:lnTo>
                  <a:pt x="2173262" y="358025"/>
                </a:lnTo>
                <a:lnTo>
                  <a:pt x="2186940" y="356616"/>
                </a:lnTo>
                <a:lnTo>
                  <a:pt x="2186940" y="350520"/>
                </a:lnTo>
                <a:close/>
              </a:path>
              <a:path w="3075940" h="413385">
                <a:moveTo>
                  <a:pt x="2343899" y="68580"/>
                </a:moveTo>
                <a:lnTo>
                  <a:pt x="2313571" y="31508"/>
                </a:lnTo>
                <a:lnTo>
                  <a:pt x="2281415" y="13716"/>
                </a:lnTo>
                <a:lnTo>
                  <a:pt x="2276843" y="19812"/>
                </a:lnTo>
                <a:lnTo>
                  <a:pt x="2290280" y="34366"/>
                </a:lnTo>
                <a:lnTo>
                  <a:pt x="2300846" y="48196"/>
                </a:lnTo>
                <a:lnTo>
                  <a:pt x="2308568" y="61175"/>
                </a:lnTo>
                <a:lnTo>
                  <a:pt x="2313419" y="73152"/>
                </a:lnTo>
                <a:lnTo>
                  <a:pt x="2317140" y="83731"/>
                </a:lnTo>
                <a:lnTo>
                  <a:pt x="2321420" y="90297"/>
                </a:lnTo>
                <a:lnTo>
                  <a:pt x="2326284" y="92875"/>
                </a:lnTo>
                <a:lnTo>
                  <a:pt x="2331707" y="91440"/>
                </a:lnTo>
                <a:lnTo>
                  <a:pt x="2335974" y="86804"/>
                </a:lnTo>
                <a:lnTo>
                  <a:pt x="2339517" y="81724"/>
                </a:lnTo>
                <a:lnTo>
                  <a:pt x="2342210" y="75806"/>
                </a:lnTo>
                <a:lnTo>
                  <a:pt x="2343899" y="68580"/>
                </a:lnTo>
                <a:close/>
              </a:path>
              <a:path w="3075940" h="413385">
                <a:moveTo>
                  <a:pt x="2391143" y="288036"/>
                </a:moveTo>
                <a:lnTo>
                  <a:pt x="2385047" y="281940"/>
                </a:lnTo>
                <a:lnTo>
                  <a:pt x="2324087" y="339852"/>
                </a:lnTo>
                <a:lnTo>
                  <a:pt x="2324087" y="178308"/>
                </a:lnTo>
                <a:lnTo>
                  <a:pt x="2335517" y="169164"/>
                </a:lnTo>
                <a:lnTo>
                  <a:pt x="2339327" y="166116"/>
                </a:lnTo>
                <a:lnTo>
                  <a:pt x="2314943" y="141732"/>
                </a:lnTo>
                <a:lnTo>
                  <a:pt x="2298179" y="158496"/>
                </a:lnTo>
                <a:lnTo>
                  <a:pt x="2221979" y="158496"/>
                </a:lnTo>
                <a:lnTo>
                  <a:pt x="2237219" y="173736"/>
                </a:lnTo>
                <a:lnTo>
                  <a:pt x="2247531" y="171742"/>
                </a:lnTo>
                <a:lnTo>
                  <a:pt x="2257983" y="170307"/>
                </a:lnTo>
                <a:lnTo>
                  <a:pt x="2268728" y="169456"/>
                </a:lnTo>
                <a:lnTo>
                  <a:pt x="2279891" y="169164"/>
                </a:lnTo>
                <a:lnTo>
                  <a:pt x="2299703" y="169164"/>
                </a:lnTo>
                <a:lnTo>
                  <a:pt x="2299703" y="330708"/>
                </a:lnTo>
                <a:lnTo>
                  <a:pt x="2299436" y="339382"/>
                </a:lnTo>
                <a:lnTo>
                  <a:pt x="2299347" y="340880"/>
                </a:lnTo>
                <a:lnTo>
                  <a:pt x="2298369" y="348996"/>
                </a:lnTo>
                <a:lnTo>
                  <a:pt x="2296490" y="356425"/>
                </a:lnTo>
                <a:lnTo>
                  <a:pt x="2293607" y="362712"/>
                </a:lnTo>
                <a:lnTo>
                  <a:pt x="2314943" y="390144"/>
                </a:lnTo>
                <a:lnTo>
                  <a:pt x="2325789" y="373557"/>
                </a:lnTo>
                <a:lnTo>
                  <a:pt x="2342184" y="351091"/>
                </a:lnTo>
                <a:lnTo>
                  <a:pt x="2350820" y="339852"/>
                </a:lnTo>
                <a:lnTo>
                  <a:pt x="2364028" y="322643"/>
                </a:lnTo>
                <a:lnTo>
                  <a:pt x="2391143" y="288036"/>
                </a:lnTo>
                <a:close/>
              </a:path>
              <a:path w="3075940" h="413385">
                <a:moveTo>
                  <a:pt x="2630411" y="364236"/>
                </a:moveTo>
                <a:lnTo>
                  <a:pt x="2607551" y="329184"/>
                </a:lnTo>
                <a:lnTo>
                  <a:pt x="2604503" y="281940"/>
                </a:lnTo>
                <a:lnTo>
                  <a:pt x="2595359" y="281940"/>
                </a:lnTo>
                <a:lnTo>
                  <a:pt x="2592882" y="324231"/>
                </a:lnTo>
                <a:lnTo>
                  <a:pt x="2581643" y="367284"/>
                </a:lnTo>
                <a:lnTo>
                  <a:pt x="2459723" y="367284"/>
                </a:lnTo>
                <a:lnTo>
                  <a:pt x="2448610" y="365290"/>
                </a:lnTo>
                <a:lnTo>
                  <a:pt x="2440482" y="359283"/>
                </a:lnTo>
                <a:lnTo>
                  <a:pt x="2435517" y="349288"/>
                </a:lnTo>
                <a:lnTo>
                  <a:pt x="2433815" y="335280"/>
                </a:lnTo>
                <a:lnTo>
                  <a:pt x="2433815" y="193548"/>
                </a:lnTo>
                <a:lnTo>
                  <a:pt x="2555735" y="193548"/>
                </a:lnTo>
                <a:lnTo>
                  <a:pt x="2555735" y="217932"/>
                </a:lnTo>
                <a:lnTo>
                  <a:pt x="2581643" y="205740"/>
                </a:lnTo>
                <a:lnTo>
                  <a:pt x="2581084" y="193548"/>
                </a:lnTo>
                <a:lnTo>
                  <a:pt x="2580767" y="186880"/>
                </a:lnTo>
                <a:lnTo>
                  <a:pt x="2580703" y="182880"/>
                </a:lnTo>
                <a:lnTo>
                  <a:pt x="2580322" y="158496"/>
                </a:lnTo>
                <a:lnTo>
                  <a:pt x="2580246" y="141732"/>
                </a:lnTo>
                <a:lnTo>
                  <a:pt x="2580119" y="68580"/>
                </a:lnTo>
                <a:lnTo>
                  <a:pt x="2591016" y="60960"/>
                </a:lnTo>
                <a:lnTo>
                  <a:pt x="2595359" y="57912"/>
                </a:lnTo>
                <a:lnTo>
                  <a:pt x="2570975" y="33528"/>
                </a:lnTo>
                <a:lnTo>
                  <a:pt x="2554211" y="50292"/>
                </a:lnTo>
                <a:lnTo>
                  <a:pt x="2388095" y="50292"/>
                </a:lnTo>
                <a:lnTo>
                  <a:pt x="2404859" y="67056"/>
                </a:lnTo>
                <a:lnTo>
                  <a:pt x="2413724" y="64185"/>
                </a:lnTo>
                <a:lnTo>
                  <a:pt x="2422004" y="62293"/>
                </a:lnTo>
                <a:lnTo>
                  <a:pt x="2429726" y="61277"/>
                </a:lnTo>
                <a:lnTo>
                  <a:pt x="2436863" y="60960"/>
                </a:lnTo>
                <a:lnTo>
                  <a:pt x="2555735" y="60960"/>
                </a:lnTo>
                <a:lnTo>
                  <a:pt x="2555735" y="182880"/>
                </a:lnTo>
                <a:lnTo>
                  <a:pt x="2435339" y="182880"/>
                </a:lnTo>
                <a:lnTo>
                  <a:pt x="2407907" y="166116"/>
                </a:lnTo>
                <a:lnTo>
                  <a:pt x="2408796" y="180962"/>
                </a:lnTo>
                <a:lnTo>
                  <a:pt x="2409240" y="195643"/>
                </a:lnTo>
                <a:lnTo>
                  <a:pt x="2409367" y="205740"/>
                </a:lnTo>
                <a:lnTo>
                  <a:pt x="2409431" y="344424"/>
                </a:lnTo>
                <a:lnTo>
                  <a:pt x="2412276" y="363550"/>
                </a:lnTo>
                <a:lnTo>
                  <a:pt x="2420670" y="377380"/>
                </a:lnTo>
                <a:lnTo>
                  <a:pt x="2434513" y="385787"/>
                </a:lnTo>
                <a:lnTo>
                  <a:pt x="2453627" y="388620"/>
                </a:lnTo>
                <a:lnTo>
                  <a:pt x="2587739" y="388620"/>
                </a:lnTo>
                <a:lnTo>
                  <a:pt x="2601696" y="386956"/>
                </a:lnTo>
                <a:lnTo>
                  <a:pt x="2613647" y="382143"/>
                </a:lnTo>
                <a:lnTo>
                  <a:pt x="2623324" y="374484"/>
                </a:lnTo>
                <a:lnTo>
                  <a:pt x="2628303" y="367284"/>
                </a:lnTo>
                <a:lnTo>
                  <a:pt x="2630411" y="364236"/>
                </a:lnTo>
                <a:close/>
              </a:path>
              <a:path w="3075940" h="413385">
                <a:moveTo>
                  <a:pt x="2805684" y="236220"/>
                </a:moveTo>
                <a:lnTo>
                  <a:pt x="2763812" y="199174"/>
                </a:lnTo>
                <a:lnTo>
                  <a:pt x="2738628" y="187452"/>
                </a:lnTo>
                <a:lnTo>
                  <a:pt x="2734056" y="193548"/>
                </a:lnTo>
                <a:lnTo>
                  <a:pt x="2748559" y="209169"/>
                </a:lnTo>
                <a:lnTo>
                  <a:pt x="2760535" y="224409"/>
                </a:lnTo>
                <a:lnTo>
                  <a:pt x="2769844" y="238988"/>
                </a:lnTo>
                <a:lnTo>
                  <a:pt x="2776728" y="252984"/>
                </a:lnTo>
                <a:lnTo>
                  <a:pt x="2781300" y="263652"/>
                </a:lnTo>
                <a:lnTo>
                  <a:pt x="2784348" y="269748"/>
                </a:lnTo>
                <a:lnTo>
                  <a:pt x="2790444" y="269748"/>
                </a:lnTo>
                <a:lnTo>
                  <a:pt x="2795016" y="266700"/>
                </a:lnTo>
                <a:lnTo>
                  <a:pt x="2804160" y="251460"/>
                </a:lnTo>
                <a:lnTo>
                  <a:pt x="2805684" y="243840"/>
                </a:lnTo>
                <a:lnTo>
                  <a:pt x="2805684" y="236220"/>
                </a:lnTo>
                <a:close/>
              </a:path>
              <a:path w="3075940" h="413385">
                <a:moveTo>
                  <a:pt x="3075432" y="169164"/>
                </a:moveTo>
                <a:lnTo>
                  <a:pt x="3038856" y="132588"/>
                </a:lnTo>
                <a:lnTo>
                  <a:pt x="3012948" y="158496"/>
                </a:lnTo>
                <a:lnTo>
                  <a:pt x="2976372" y="158496"/>
                </a:lnTo>
                <a:lnTo>
                  <a:pt x="2976372" y="103632"/>
                </a:lnTo>
                <a:lnTo>
                  <a:pt x="2976372" y="48768"/>
                </a:lnTo>
                <a:lnTo>
                  <a:pt x="2988945" y="39624"/>
                </a:lnTo>
                <a:lnTo>
                  <a:pt x="2993136" y="36576"/>
                </a:lnTo>
                <a:lnTo>
                  <a:pt x="2964180" y="12192"/>
                </a:lnTo>
                <a:lnTo>
                  <a:pt x="2950464" y="30480"/>
                </a:lnTo>
                <a:lnTo>
                  <a:pt x="2727960" y="30480"/>
                </a:lnTo>
                <a:lnTo>
                  <a:pt x="2743200" y="45720"/>
                </a:lnTo>
                <a:lnTo>
                  <a:pt x="2752839" y="43484"/>
                </a:lnTo>
                <a:lnTo>
                  <a:pt x="2763202" y="41529"/>
                </a:lnTo>
                <a:lnTo>
                  <a:pt x="2773845" y="40157"/>
                </a:lnTo>
                <a:lnTo>
                  <a:pt x="2784348" y="39624"/>
                </a:lnTo>
                <a:lnTo>
                  <a:pt x="2953512" y="39624"/>
                </a:lnTo>
                <a:lnTo>
                  <a:pt x="2953512" y="92964"/>
                </a:lnTo>
                <a:lnTo>
                  <a:pt x="2753868" y="92964"/>
                </a:lnTo>
                <a:lnTo>
                  <a:pt x="2769108" y="108204"/>
                </a:lnTo>
                <a:lnTo>
                  <a:pt x="2779407" y="106210"/>
                </a:lnTo>
                <a:lnTo>
                  <a:pt x="2789872" y="104775"/>
                </a:lnTo>
                <a:lnTo>
                  <a:pt x="2800604" y="103924"/>
                </a:lnTo>
                <a:lnTo>
                  <a:pt x="2811780" y="103632"/>
                </a:lnTo>
                <a:lnTo>
                  <a:pt x="2953512" y="103632"/>
                </a:lnTo>
                <a:lnTo>
                  <a:pt x="2953512" y="158496"/>
                </a:lnTo>
                <a:lnTo>
                  <a:pt x="2670048" y="158496"/>
                </a:lnTo>
                <a:lnTo>
                  <a:pt x="2685288" y="173736"/>
                </a:lnTo>
                <a:lnTo>
                  <a:pt x="2695587" y="171742"/>
                </a:lnTo>
                <a:lnTo>
                  <a:pt x="2706052" y="170307"/>
                </a:lnTo>
                <a:lnTo>
                  <a:pt x="2716784" y="169456"/>
                </a:lnTo>
                <a:lnTo>
                  <a:pt x="2727960" y="169164"/>
                </a:lnTo>
                <a:lnTo>
                  <a:pt x="2862072" y="169164"/>
                </a:lnTo>
                <a:lnTo>
                  <a:pt x="2862072" y="265176"/>
                </a:lnTo>
                <a:lnTo>
                  <a:pt x="2825229" y="282321"/>
                </a:lnTo>
                <a:lnTo>
                  <a:pt x="2764129" y="309753"/>
                </a:lnTo>
                <a:lnTo>
                  <a:pt x="2718739" y="327456"/>
                </a:lnTo>
                <a:lnTo>
                  <a:pt x="2673096" y="341376"/>
                </a:lnTo>
                <a:lnTo>
                  <a:pt x="2697480" y="377952"/>
                </a:lnTo>
                <a:lnTo>
                  <a:pt x="2731122" y="350316"/>
                </a:lnTo>
                <a:lnTo>
                  <a:pt x="2773984" y="324281"/>
                </a:lnTo>
                <a:lnTo>
                  <a:pt x="2829471" y="293331"/>
                </a:lnTo>
                <a:lnTo>
                  <a:pt x="2862072" y="275844"/>
                </a:lnTo>
                <a:lnTo>
                  <a:pt x="2862072" y="344424"/>
                </a:lnTo>
                <a:lnTo>
                  <a:pt x="2826067" y="364426"/>
                </a:lnTo>
                <a:lnTo>
                  <a:pt x="2790444" y="359664"/>
                </a:lnTo>
                <a:lnTo>
                  <a:pt x="2790444" y="367284"/>
                </a:lnTo>
                <a:lnTo>
                  <a:pt x="2813583" y="375843"/>
                </a:lnTo>
                <a:lnTo>
                  <a:pt x="2830449" y="385381"/>
                </a:lnTo>
                <a:lnTo>
                  <a:pt x="2841015" y="395795"/>
                </a:lnTo>
                <a:lnTo>
                  <a:pt x="2845308" y="406908"/>
                </a:lnTo>
                <a:lnTo>
                  <a:pt x="2864167" y="396621"/>
                </a:lnTo>
                <a:lnTo>
                  <a:pt x="2877312" y="384048"/>
                </a:lnTo>
                <a:lnTo>
                  <a:pt x="2884741" y="369189"/>
                </a:lnTo>
                <a:lnTo>
                  <a:pt x="2885084" y="365760"/>
                </a:lnTo>
                <a:lnTo>
                  <a:pt x="2886456" y="352044"/>
                </a:lnTo>
                <a:lnTo>
                  <a:pt x="2886456" y="198120"/>
                </a:lnTo>
                <a:lnTo>
                  <a:pt x="2906534" y="247167"/>
                </a:lnTo>
                <a:lnTo>
                  <a:pt x="2931871" y="290131"/>
                </a:lnTo>
                <a:lnTo>
                  <a:pt x="2962275" y="327164"/>
                </a:lnTo>
                <a:lnTo>
                  <a:pt x="2997492" y="358432"/>
                </a:lnTo>
                <a:lnTo>
                  <a:pt x="3037332" y="384048"/>
                </a:lnTo>
                <a:lnTo>
                  <a:pt x="3040710" y="376364"/>
                </a:lnTo>
                <a:lnTo>
                  <a:pt x="3048381" y="369379"/>
                </a:lnTo>
                <a:lnTo>
                  <a:pt x="3060039" y="363270"/>
                </a:lnTo>
                <a:lnTo>
                  <a:pt x="3075432" y="358140"/>
                </a:lnTo>
                <a:lnTo>
                  <a:pt x="3075432" y="352044"/>
                </a:lnTo>
                <a:lnTo>
                  <a:pt x="3037395" y="344043"/>
                </a:lnTo>
                <a:lnTo>
                  <a:pt x="3000946" y="326898"/>
                </a:lnTo>
                <a:lnTo>
                  <a:pt x="2965907" y="300609"/>
                </a:lnTo>
                <a:lnTo>
                  <a:pt x="2932176" y="265176"/>
                </a:lnTo>
                <a:lnTo>
                  <a:pt x="2946069" y="256032"/>
                </a:lnTo>
                <a:lnTo>
                  <a:pt x="2987040" y="231965"/>
                </a:lnTo>
                <a:lnTo>
                  <a:pt x="3026664" y="220980"/>
                </a:lnTo>
                <a:lnTo>
                  <a:pt x="2999232" y="185928"/>
                </a:lnTo>
                <a:lnTo>
                  <a:pt x="2986963" y="203098"/>
                </a:lnTo>
                <a:lnTo>
                  <a:pt x="2970847" y="220408"/>
                </a:lnTo>
                <a:lnTo>
                  <a:pt x="2951010" y="238010"/>
                </a:lnTo>
                <a:lnTo>
                  <a:pt x="2927604" y="256032"/>
                </a:lnTo>
                <a:lnTo>
                  <a:pt x="2917317" y="240030"/>
                </a:lnTo>
                <a:lnTo>
                  <a:pt x="2907030" y="221742"/>
                </a:lnTo>
                <a:lnTo>
                  <a:pt x="2896743" y="201168"/>
                </a:lnTo>
                <a:lnTo>
                  <a:pt x="2895371" y="198120"/>
                </a:lnTo>
                <a:lnTo>
                  <a:pt x="2886456" y="178308"/>
                </a:lnTo>
                <a:lnTo>
                  <a:pt x="2886456" y="169164"/>
                </a:lnTo>
                <a:lnTo>
                  <a:pt x="3075432" y="16916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" name="object 36"/>
          <p:cNvSpPr/>
          <p:nvPr/>
        </p:nvSpPr>
        <p:spPr>
          <a:xfrm>
            <a:off x="5693664" y="3656076"/>
            <a:ext cx="376555" cy="390525"/>
          </a:xfrm>
          <a:custGeom>
            <a:avLst/>
            <a:gdLst/>
            <a:ahLst/>
            <a:cxnLst/>
            <a:rect l="l" t="t" r="r" b="b"/>
            <a:pathLst>
              <a:path w="376554" h="390525">
                <a:moveTo>
                  <a:pt x="150876" y="196596"/>
                </a:moveTo>
                <a:lnTo>
                  <a:pt x="146304" y="193548"/>
                </a:lnTo>
                <a:lnTo>
                  <a:pt x="162615" y="168092"/>
                </a:lnTo>
                <a:lnTo>
                  <a:pt x="177355" y="141922"/>
                </a:lnTo>
                <a:lnTo>
                  <a:pt x="202692" y="86868"/>
                </a:lnTo>
                <a:lnTo>
                  <a:pt x="220980" y="37719"/>
                </a:lnTo>
                <a:lnTo>
                  <a:pt x="230124" y="0"/>
                </a:lnTo>
                <a:lnTo>
                  <a:pt x="269748" y="21336"/>
                </a:lnTo>
                <a:lnTo>
                  <a:pt x="254508" y="28956"/>
                </a:lnTo>
                <a:lnTo>
                  <a:pt x="247149" y="46101"/>
                </a:lnTo>
                <a:lnTo>
                  <a:pt x="239077" y="63246"/>
                </a:lnTo>
                <a:lnTo>
                  <a:pt x="230719" y="80391"/>
                </a:lnTo>
                <a:lnTo>
                  <a:pt x="222504" y="97536"/>
                </a:lnTo>
                <a:lnTo>
                  <a:pt x="374468" y="97536"/>
                </a:lnTo>
                <a:lnTo>
                  <a:pt x="376428" y="99060"/>
                </a:lnTo>
                <a:lnTo>
                  <a:pt x="367284" y="108204"/>
                </a:lnTo>
                <a:lnTo>
                  <a:pt x="219456" y="108204"/>
                </a:lnTo>
                <a:lnTo>
                  <a:pt x="202311" y="133588"/>
                </a:lnTo>
                <a:lnTo>
                  <a:pt x="185166" y="156972"/>
                </a:lnTo>
                <a:lnTo>
                  <a:pt x="168021" y="178069"/>
                </a:lnTo>
                <a:lnTo>
                  <a:pt x="150876" y="196596"/>
                </a:lnTo>
                <a:close/>
              </a:path>
              <a:path w="376554" h="390525">
                <a:moveTo>
                  <a:pt x="18288" y="185928"/>
                </a:moveTo>
                <a:lnTo>
                  <a:pt x="0" y="155448"/>
                </a:lnTo>
                <a:lnTo>
                  <a:pt x="10310" y="149161"/>
                </a:lnTo>
                <a:lnTo>
                  <a:pt x="20764" y="137160"/>
                </a:lnTo>
                <a:lnTo>
                  <a:pt x="42671" y="96012"/>
                </a:lnTo>
                <a:lnTo>
                  <a:pt x="62103" y="47053"/>
                </a:lnTo>
                <a:lnTo>
                  <a:pt x="74676" y="1524"/>
                </a:lnTo>
                <a:lnTo>
                  <a:pt x="111252" y="21336"/>
                </a:lnTo>
                <a:lnTo>
                  <a:pt x="101274" y="33099"/>
                </a:lnTo>
                <a:lnTo>
                  <a:pt x="92011" y="45720"/>
                </a:lnTo>
                <a:lnTo>
                  <a:pt x="83605" y="59483"/>
                </a:lnTo>
                <a:lnTo>
                  <a:pt x="76200" y="74676"/>
                </a:lnTo>
                <a:lnTo>
                  <a:pt x="67079" y="91582"/>
                </a:lnTo>
                <a:lnTo>
                  <a:pt x="55816" y="110490"/>
                </a:lnTo>
                <a:lnTo>
                  <a:pt x="42552" y="131683"/>
                </a:lnTo>
                <a:lnTo>
                  <a:pt x="27431" y="155448"/>
                </a:lnTo>
                <a:lnTo>
                  <a:pt x="124564" y="155448"/>
                </a:lnTo>
                <a:lnTo>
                  <a:pt x="122263" y="158496"/>
                </a:lnTo>
                <a:lnTo>
                  <a:pt x="99060" y="158496"/>
                </a:lnTo>
                <a:lnTo>
                  <a:pt x="87010" y="160805"/>
                </a:lnTo>
                <a:lnTo>
                  <a:pt x="45719" y="171997"/>
                </a:lnTo>
                <a:lnTo>
                  <a:pt x="27432" y="180522"/>
                </a:lnTo>
                <a:lnTo>
                  <a:pt x="18288" y="185928"/>
                </a:lnTo>
                <a:close/>
              </a:path>
              <a:path w="376554" h="390525">
                <a:moveTo>
                  <a:pt x="124564" y="155448"/>
                </a:moveTo>
                <a:lnTo>
                  <a:pt x="27431" y="155448"/>
                </a:lnTo>
                <a:lnTo>
                  <a:pt x="105156" y="147828"/>
                </a:lnTo>
                <a:lnTo>
                  <a:pt x="115194" y="131159"/>
                </a:lnTo>
                <a:lnTo>
                  <a:pt x="124587" y="113347"/>
                </a:lnTo>
                <a:lnTo>
                  <a:pt x="133445" y="94035"/>
                </a:lnTo>
                <a:lnTo>
                  <a:pt x="141732" y="73152"/>
                </a:lnTo>
                <a:lnTo>
                  <a:pt x="175260" y="96012"/>
                </a:lnTo>
                <a:lnTo>
                  <a:pt x="165520" y="103727"/>
                </a:lnTo>
                <a:lnTo>
                  <a:pt x="154495" y="115443"/>
                </a:lnTo>
                <a:lnTo>
                  <a:pt x="141990" y="131230"/>
                </a:lnTo>
                <a:lnTo>
                  <a:pt x="128016" y="150876"/>
                </a:lnTo>
                <a:lnTo>
                  <a:pt x="124564" y="155448"/>
                </a:lnTo>
                <a:close/>
              </a:path>
              <a:path w="376554" h="390525">
                <a:moveTo>
                  <a:pt x="374468" y="97536"/>
                </a:moveTo>
                <a:lnTo>
                  <a:pt x="336804" y="97536"/>
                </a:lnTo>
                <a:lnTo>
                  <a:pt x="348996" y="77724"/>
                </a:lnTo>
                <a:lnTo>
                  <a:pt x="374468" y="97536"/>
                </a:lnTo>
                <a:close/>
              </a:path>
              <a:path w="376554" h="390525">
                <a:moveTo>
                  <a:pt x="352416" y="346900"/>
                </a:moveTo>
                <a:lnTo>
                  <a:pt x="290703" y="346900"/>
                </a:lnTo>
                <a:lnTo>
                  <a:pt x="306990" y="346781"/>
                </a:lnTo>
                <a:lnTo>
                  <a:pt x="316992" y="345948"/>
                </a:lnTo>
                <a:lnTo>
                  <a:pt x="335994" y="292084"/>
                </a:lnTo>
                <a:lnTo>
                  <a:pt x="337947" y="249555"/>
                </a:lnTo>
                <a:lnTo>
                  <a:pt x="339300" y="189404"/>
                </a:lnTo>
                <a:lnTo>
                  <a:pt x="339852" y="108204"/>
                </a:lnTo>
                <a:lnTo>
                  <a:pt x="367284" y="108204"/>
                </a:lnTo>
                <a:lnTo>
                  <a:pt x="364236" y="111252"/>
                </a:lnTo>
                <a:lnTo>
                  <a:pt x="363992" y="156972"/>
                </a:lnTo>
                <a:lnTo>
                  <a:pt x="363888" y="165996"/>
                </a:lnTo>
                <a:lnTo>
                  <a:pt x="363283" y="205168"/>
                </a:lnTo>
                <a:lnTo>
                  <a:pt x="362313" y="245364"/>
                </a:lnTo>
                <a:lnTo>
                  <a:pt x="359187" y="312824"/>
                </a:lnTo>
                <a:lnTo>
                  <a:pt x="355473" y="336994"/>
                </a:lnTo>
                <a:lnTo>
                  <a:pt x="352416" y="346900"/>
                </a:lnTo>
                <a:close/>
              </a:path>
              <a:path w="376554" h="390525">
                <a:moveTo>
                  <a:pt x="24383" y="298704"/>
                </a:moveTo>
                <a:lnTo>
                  <a:pt x="1524" y="265176"/>
                </a:lnTo>
                <a:lnTo>
                  <a:pt x="6905" y="262913"/>
                </a:lnTo>
                <a:lnTo>
                  <a:pt x="13715" y="258508"/>
                </a:lnTo>
                <a:lnTo>
                  <a:pt x="42267" y="231790"/>
                </a:lnTo>
                <a:lnTo>
                  <a:pt x="76128" y="189404"/>
                </a:lnTo>
                <a:lnTo>
                  <a:pt x="99060" y="158496"/>
                </a:lnTo>
                <a:lnTo>
                  <a:pt x="122263" y="158496"/>
                </a:lnTo>
                <a:lnTo>
                  <a:pt x="110561" y="173997"/>
                </a:lnTo>
                <a:lnTo>
                  <a:pt x="90106" y="199834"/>
                </a:lnTo>
                <a:lnTo>
                  <a:pt x="66508" y="228242"/>
                </a:lnTo>
                <a:lnTo>
                  <a:pt x="39624" y="259080"/>
                </a:lnTo>
                <a:lnTo>
                  <a:pt x="108080" y="259080"/>
                </a:lnTo>
                <a:lnTo>
                  <a:pt x="63174" y="275772"/>
                </a:lnTo>
                <a:lnTo>
                  <a:pt x="36361" y="290107"/>
                </a:lnTo>
                <a:lnTo>
                  <a:pt x="24383" y="298704"/>
                </a:lnTo>
                <a:close/>
              </a:path>
              <a:path w="376554" h="390525">
                <a:moveTo>
                  <a:pt x="256032" y="265176"/>
                </a:moveTo>
                <a:lnTo>
                  <a:pt x="248412" y="265176"/>
                </a:lnTo>
                <a:lnTo>
                  <a:pt x="245364" y="257556"/>
                </a:lnTo>
                <a:lnTo>
                  <a:pt x="240792" y="245364"/>
                </a:lnTo>
                <a:lnTo>
                  <a:pt x="235910" y="231409"/>
                </a:lnTo>
                <a:lnTo>
                  <a:pt x="228028" y="214884"/>
                </a:lnTo>
                <a:lnTo>
                  <a:pt x="217003" y="196072"/>
                </a:lnTo>
                <a:lnTo>
                  <a:pt x="202692" y="175260"/>
                </a:lnTo>
                <a:lnTo>
                  <a:pt x="208788" y="172212"/>
                </a:lnTo>
                <a:lnTo>
                  <a:pt x="235029" y="191357"/>
                </a:lnTo>
                <a:lnTo>
                  <a:pt x="254127" y="207645"/>
                </a:lnTo>
                <a:lnTo>
                  <a:pt x="265795" y="221075"/>
                </a:lnTo>
                <a:lnTo>
                  <a:pt x="269658" y="231409"/>
                </a:lnTo>
                <a:lnTo>
                  <a:pt x="269654" y="233172"/>
                </a:lnTo>
                <a:lnTo>
                  <a:pt x="269224" y="240196"/>
                </a:lnTo>
                <a:lnTo>
                  <a:pt x="267843" y="247459"/>
                </a:lnTo>
                <a:lnTo>
                  <a:pt x="265890" y="253293"/>
                </a:lnTo>
                <a:lnTo>
                  <a:pt x="263652" y="257556"/>
                </a:lnTo>
                <a:lnTo>
                  <a:pt x="256032" y="265176"/>
                </a:lnTo>
                <a:close/>
              </a:path>
              <a:path w="376554" h="390525">
                <a:moveTo>
                  <a:pt x="108080" y="259080"/>
                </a:moveTo>
                <a:lnTo>
                  <a:pt x="39624" y="259080"/>
                </a:lnTo>
                <a:lnTo>
                  <a:pt x="56769" y="256532"/>
                </a:lnTo>
                <a:lnTo>
                  <a:pt x="83058" y="251269"/>
                </a:lnTo>
                <a:lnTo>
                  <a:pt x="163068" y="233172"/>
                </a:lnTo>
                <a:lnTo>
                  <a:pt x="164592" y="240792"/>
                </a:lnTo>
                <a:lnTo>
                  <a:pt x="114300" y="256984"/>
                </a:lnTo>
                <a:lnTo>
                  <a:pt x="108080" y="259080"/>
                </a:lnTo>
                <a:close/>
              </a:path>
              <a:path w="376554" h="390525">
                <a:moveTo>
                  <a:pt x="25907" y="382524"/>
                </a:moveTo>
                <a:lnTo>
                  <a:pt x="3048" y="347472"/>
                </a:lnTo>
                <a:lnTo>
                  <a:pt x="41933" y="338851"/>
                </a:lnTo>
                <a:lnTo>
                  <a:pt x="83248" y="328803"/>
                </a:lnTo>
                <a:lnTo>
                  <a:pt x="127134" y="317039"/>
                </a:lnTo>
                <a:lnTo>
                  <a:pt x="173736" y="303276"/>
                </a:lnTo>
                <a:lnTo>
                  <a:pt x="175260" y="309372"/>
                </a:lnTo>
                <a:lnTo>
                  <a:pt x="139279" y="323349"/>
                </a:lnTo>
                <a:lnTo>
                  <a:pt x="85034" y="345590"/>
                </a:lnTo>
                <a:lnTo>
                  <a:pt x="40767" y="368617"/>
                </a:lnTo>
                <a:lnTo>
                  <a:pt x="31908" y="375642"/>
                </a:lnTo>
                <a:lnTo>
                  <a:pt x="25907" y="382524"/>
                </a:lnTo>
                <a:close/>
              </a:path>
              <a:path w="376554" h="390525">
                <a:moveTo>
                  <a:pt x="301752" y="390144"/>
                </a:moveTo>
                <a:lnTo>
                  <a:pt x="297775" y="377332"/>
                </a:lnTo>
                <a:lnTo>
                  <a:pt x="285940" y="366522"/>
                </a:lnTo>
                <a:lnTo>
                  <a:pt x="266390" y="357997"/>
                </a:lnTo>
                <a:lnTo>
                  <a:pt x="239268" y="352044"/>
                </a:lnTo>
                <a:lnTo>
                  <a:pt x="239268" y="344424"/>
                </a:lnTo>
                <a:lnTo>
                  <a:pt x="268128" y="346162"/>
                </a:lnTo>
                <a:lnTo>
                  <a:pt x="290703" y="346900"/>
                </a:lnTo>
                <a:lnTo>
                  <a:pt x="352416" y="346900"/>
                </a:lnTo>
                <a:lnTo>
                  <a:pt x="350043" y="354591"/>
                </a:lnTo>
                <a:lnTo>
                  <a:pt x="342900" y="365760"/>
                </a:lnTo>
                <a:lnTo>
                  <a:pt x="334327" y="374070"/>
                </a:lnTo>
                <a:lnTo>
                  <a:pt x="324612" y="380809"/>
                </a:lnTo>
                <a:lnTo>
                  <a:pt x="313753" y="386119"/>
                </a:lnTo>
                <a:lnTo>
                  <a:pt x="301752" y="39014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" name="object 37"/>
          <p:cNvSpPr/>
          <p:nvPr/>
        </p:nvSpPr>
        <p:spPr>
          <a:xfrm>
            <a:off x="6126480" y="3645408"/>
            <a:ext cx="410209" cy="414655"/>
          </a:xfrm>
          <a:custGeom>
            <a:avLst/>
            <a:gdLst/>
            <a:ahLst/>
            <a:cxnLst/>
            <a:rect l="l" t="t" r="r" b="b"/>
            <a:pathLst>
              <a:path w="410209" h="414654">
                <a:moveTo>
                  <a:pt x="4572" y="224028"/>
                </a:moveTo>
                <a:lnTo>
                  <a:pt x="0" y="219456"/>
                </a:lnTo>
                <a:lnTo>
                  <a:pt x="28527" y="201501"/>
                </a:lnTo>
                <a:lnTo>
                  <a:pt x="56769" y="179832"/>
                </a:lnTo>
                <a:lnTo>
                  <a:pt x="111252" y="126492"/>
                </a:lnTo>
                <a:lnTo>
                  <a:pt x="135826" y="96226"/>
                </a:lnTo>
                <a:lnTo>
                  <a:pt x="174688" y="32837"/>
                </a:lnTo>
                <a:lnTo>
                  <a:pt x="188976" y="0"/>
                </a:lnTo>
                <a:lnTo>
                  <a:pt x="225552" y="25908"/>
                </a:lnTo>
                <a:lnTo>
                  <a:pt x="208788" y="36576"/>
                </a:lnTo>
                <a:lnTo>
                  <a:pt x="215155" y="45720"/>
                </a:lnTo>
                <a:lnTo>
                  <a:pt x="201168" y="45720"/>
                </a:lnTo>
                <a:lnTo>
                  <a:pt x="162687" y="98488"/>
                </a:lnTo>
                <a:lnTo>
                  <a:pt x="117348" y="147828"/>
                </a:lnTo>
                <a:lnTo>
                  <a:pt x="63817" y="189928"/>
                </a:lnTo>
                <a:lnTo>
                  <a:pt x="34837" y="208049"/>
                </a:lnTo>
                <a:lnTo>
                  <a:pt x="4572" y="224028"/>
                </a:lnTo>
                <a:close/>
              </a:path>
              <a:path w="410209" h="414654">
                <a:moveTo>
                  <a:pt x="371856" y="195072"/>
                </a:moveTo>
                <a:lnTo>
                  <a:pt x="330136" y="175450"/>
                </a:lnTo>
                <a:lnTo>
                  <a:pt x="284988" y="143256"/>
                </a:lnTo>
                <a:lnTo>
                  <a:pt x="241363" y="100774"/>
                </a:lnTo>
                <a:lnTo>
                  <a:pt x="201168" y="45720"/>
                </a:lnTo>
                <a:lnTo>
                  <a:pt x="215155" y="45720"/>
                </a:lnTo>
                <a:lnTo>
                  <a:pt x="223099" y="57126"/>
                </a:lnTo>
                <a:lnTo>
                  <a:pt x="240982" y="77533"/>
                </a:lnTo>
                <a:lnTo>
                  <a:pt x="288036" y="117348"/>
                </a:lnTo>
                <a:lnTo>
                  <a:pt x="344995" y="148018"/>
                </a:lnTo>
                <a:lnTo>
                  <a:pt x="409956" y="166116"/>
                </a:lnTo>
                <a:lnTo>
                  <a:pt x="409956" y="172212"/>
                </a:lnTo>
                <a:lnTo>
                  <a:pt x="395644" y="175355"/>
                </a:lnTo>
                <a:lnTo>
                  <a:pt x="384619" y="180213"/>
                </a:lnTo>
                <a:lnTo>
                  <a:pt x="376737" y="186785"/>
                </a:lnTo>
                <a:lnTo>
                  <a:pt x="371856" y="195072"/>
                </a:lnTo>
                <a:close/>
              </a:path>
              <a:path w="410209" h="414654">
                <a:moveTo>
                  <a:pt x="109728" y="185928"/>
                </a:moveTo>
                <a:lnTo>
                  <a:pt x="92964" y="170688"/>
                </a:lnTo>
                <a:lnTo>
                  <a:pt x="251459" y="170688"/>
                </a:lnTo>
                <a:lnTo>
                  <a:pt x="272795" y="149352"/>
                </a:lnTo>
                <a:lnTo>
                  <a:pt x="303276" y="181356"/>
                </a:lnTo>
                <a:lnTo>
                  <a:pt x="149352" y="181356"/>
                </a:lnTo>
                <a:lnTo>
                  <a:pt x="139088" y="181641"/>
                </a:lnTo>
                <a:lnTo>
                  <a:pt x="128968" y="182499"/>
                </a:lnTo>
                <a:lnTo>
                  <a:pt x="119133" y="183927"/>
                </a:lnTo>
                <a:lnTo>
                  <a:pt x="109728" y="185928"/>
                </a:lnTo>
                <a:close/>
              </a:path>
              <a:path w="410209" h="414654">
                <a:moveTo>
                  <a:pt x="42672" y="260604"/>
                </a:moveTo>
                <a:lnTo>
                  <a:pt x="27432" y="245364"/>
                </a:lnTo>
                <a:lnTo>
                  <a:pt x="327660" y="245364"/>
                </a:lnTo>
                <a:lnTo>
                  <a:pt x="352044" y="220980"/>
                </a:lnTo>
                <a:lnTo>
                  <a:pt x="387096" y="256032"/>
                </a:lnTo>
                <a:lnTo>
                  <a:pt x="85344" y="256032"/>
                </a:lnTo>
                <a:lnTo>
                  <a:pt x="74175" y="256317"/>
                </a:lnTo>
                <a:lnTo>
                  <a:pt x="63436" y="257175"/>
                </a:lnTo>
                <a:lnTo>
                  <a:pt x="52982" y="258603"/>
                </a:lnTo>
                <a:lnTo>
                  <a:pt x="42672" y="260604"/>
                </a:lnTo>
                <a:close/>
              </a:path>
              <a:path w="410209" h="414654">
                <a:moveTo>
                  <a:pt x="79248" y="408432"/>
                </a:moveTo>
                <a:lnTo>
                  <a:pt x="62484" y="374904"/>
                </a:lnTo>
                <a:lnTo>
                  <a:pt x="75652" y="369165"/>
                </a:lnTo>
                <a:lnTo>
                  <a:pt x="90106" y="358711"/>
                </a:lnTo>
                <a:lnTo>
                  <a:pt x="123444" y="323088"/>
                </a:lnTo>
                <a:lnTo>
                  <a:pt x="150876" y="283273"/>
                </a:lnTo>
                <a:lnTo>
                  <a:pt x="164592" y="256032"/>
                </a:lnTo>
                <a:lnTo>
                  <a:pt x="181356" y="256032"/>
                </a:lnTo>
                <a:lnTo>
                  <a:pt x="205740" y="272796"/>
                </a:lnTo>
                <a:lnTo>
                  <a:pt x="190500" y="278892"/>
                </a:lnTo>
                <a:lnTo>
                  <a:pt x="162163" y="311467"/>
                </a:lnTo>
                <a:lnTo>
                  <a:pt x="136398" y="338328"/>
                </a:lnTo>
                <a:lnTo>
                  <a:pt x="112918" y="359473"/>
                </a:lnTo>
                <a:lnTo>
                  <a:pt x="91440" y="374904"/>
                </a:lnTo>
                <a:lnTo>
                  <a:pt x="344006" y="374904"/>
                </a:lnTo>
                <a:lnTo>
                  <a:pt x="344787" y="376428"/>
                </a:lnTo>
                <a:lnTo>
                  <a:pt x="306324" y="376428"/>
                </a:lnTo>
                <a:lnTo>
                  <a:pt x="226314" y="384810"/>
                </a:lnTo>
                <a:lnTo>
                  <a:pt x="191452" y="388858"/>
                </a:lnTo>
                <a:lnTo>
                  <a:pt x="131968" y="396859"/>
                </a:lnTo>
                <a:lnTo>
                  <a:pt x="109347" y="400812"/>
                </a:lnTo>
                <a:lnTo>
                  <a:pt x="91868" y="404764"/>
                </a:lnTo>
                <a:lnTo>
                  <a:pt x="79248" y="408432"/>
                </a:lnTo>
                <a:close/>
              </a:path>
              <a:path w="410209" h="414654">
                <a:moveTo>
                  <a:pt x="344006" y="374904"/>
                </a:moveTo>
                <a:lnTo>
                  <a:pt x="91440" y="374904"/>
                </a:lnTo>
                <a:lnTo>
                  <a:pt x="298704" y="367284"/>
                </a:lnTo>
                <a:lnTo>
                  <a:pt x="286065" y="352044"/>
                </a:lnTo>
                <a:lnTo>
                  <a:pt x="271462" y="336423"/>
                </a:lnTo>
                <a:lnTo>
                  <a:pt x="254769" y="320135"/>
                </a:lnTo>
                <a:lnTo>
                  <a:pt x="236220" y="303276"/>
                </a:lnTo>
                <a:lnTo>
                  <a:pt x="240792" y="297180"/>
                </a:lnTo>
                <a:lnTo>
                  <a:pt x="291084" y="328612"/>
                </a:lnTo>
                <a:lnTo>
                  <a:pt x="323201" y="352139"/>
                </a:lnTo>
                <a:lnTo>
                  <a:pt x="341566" y="370141"/>
                </a:lnTo>
                <a:lnTo>
                  <a:pt x="344006" y="374904"/>
                </a:lnTo>
                <a:close/>
              </a:path>
              <a:path w="410209" h="414654">
                <a:moveTo>
                  <a:pt x="333756" y="414528"/>
                </a:moveTo>
                <a:lnTo>
                  <a:pt x="329184" y="414528"/>
                </a:lnTo>
                <a:lnTo>
                  <a:pt x="327660" y="411480"/>
                </a:lnTo>
                <a:lnTo>
                  <a:pt x="324612" y="406908"/>
                </a:lnTo>
                <a:lnTo>
                  <a:pt x="320897" y="399788"/>
                </a:lnTo>
                <a:lnTo>
                  <a:pt x="316611" y="392239"/>
                </a:lnTo>
                <a:lnTo>
                  <a:pt x="311753" y="384405"/>
                </a:lnTo>
                <a:lnTo>
                  <a:pt x="306324" y="376428"/>
                </a:lnTo>
                <a:lnTo>
                  <a:pt x="344787" y="376428"/>
                </a:lnTo>
                <a:lnTo>
                  <a:pt x="346019" y="378833"/>
                </a:lnTo>
                <a:lnTo>
                  <a:pt x="347472" y="387096"/>
                </a:lnTo>
                <a:lnTo>
                  <a:pt x="347472" y="391668"/>
                </a:lnTo>
                <a:lnTo>
                  <a:pt x="345948" y="396240"/>
                </a:lnTo>
                <a:lnTo>
                  <a:pt x="336804" y="411480"/>
                </a:lnTo>
                <a:lnTo>
                  <a:pt x="333756" y="41452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" name="object 38"/>
          <p:cNvSpPr/>
          <p:nvPr/>
        </p:nvSpPr>
        <p:spPr>
          <a:xfrm>
            <a:off x="6609588" y="3649979"/>
            <a:ext cx="356870" cy="401320"/>
          </a:xfrm>
          <a:custGeom>
            <a:avLst/>
            <a:gdLst/>
            <a:ahLst/>
            <a:cxnLst/>
            <a:rect l="l" t="t" r="r" b="b"/>
            <a:pathLst>
              <a:path w="356870" h="401320">
                <a:moveTo>
                  <a:pt x="53340" y="89916"/>
                </a:moveTo>
                <a:lnTo>
                  <a:pt x="42672" y="89916"/>
                </a:lnTo>
                <a:lnTo>
                  <a:pt x="50696" y="61936"/>
                </a:lnTo>
                <a:lnTo>
                  <a:pt x="56578" y="37528"/>
                </a:lnTo>
                <a:lnTo>
                  <a:pt x="60459" y="16835"/>
                </a:lnTo>
                <a:lnTo>
                  <a:pt x="62484" y="0"/>
                </a:lnTo>
                <a:lnTo>
                  <a:pt x="100584" y="19812"/>
                </a:lnTo>
                <a:lnTo>
                  <a:pt x="90844" y="27551"/>
                </a:lnTo>
                <a:lnTo>
                  <a:pt x="79819" y="41719"/>
                </a:lnTo>
                <a:lnTo>
                  <a:pt x="67365" y="62460"/>
                </a:lnTo>
                <a:lnTo>
                  <a:pt x="53340" y="89916"/>
                </a:lnTo>
                <a:close/>
              </a:path>
              <a:path w="356870" h="401320">
                <a:moveTo>
                  <a:pt x="147828" y="190500"/>
                </a:moveTo>
                <a:lnTo>
                  <a:pt x="141732" y="187452"/>
                </a:lnTo>
                <a:lnTo>
                  <a:pt x="158877" y="159972"/>
                </a:lnTo>
                <a:lnTo>
                  <a:pt x="173736" y="134493"/>
                </a:lnTo>
                <a:lnTo>
                  <a:pt x="196596" y="88392"/>
                </a:lnTo>
                <a:lnTo>
                  <a:pt x="211264" y="44958"/>
                </a:lnTo>
                <a:lnTo>
                  <a:pt x="222503" y="1524"/>
                </a:lnTo>
                <a:lnTo>
                  <a:pt x="260603" y="22860"/>
                </a:lnTo>
                <a:lnTo>
                  <a:pt x="252626" y="30837"/>
                </a:lnTo>
                <a:lnTo>
                  <a:pt x="242506" y="45529"/>
                </a:lnTo>
                <a:lnTo>
                  <a:pt x="230385" y="66794"/>
                </a:lnTo>
                <a:lnTo>
                  <a:pt x="216408" y="94488"/>
                </a:lnTo>
                <a:lnTo>
                  <a:pt x="348996" y="94488"/>
                </a:lnTo>
                <a:lnTo>
                  <a:pt x="356616" y="102108"/>
                </a:lnTo>
                <a:lnTo>
                  <a:pt x="352425" y="105156"/>
                </a:lnTo>
                <a:lnTo>
                  <a:pt x="213360" y="105156"/>
                </a:lnTo>
                <a:lnTo>
                  <a:pt x="197334" y="129420"/>
                </a:lnTo>
                <a:lnTo>
                  <a:pt x="181165" y="151828"/>
                </a:lnTo>
                <a:lnTo>
                  <a:pt x="164711" y="172235"/>
                </a:lnTo>
                <a:lnTo>
                  <a:pt x="147828" y="190500"/>
                </a:lnTo>
                <a:close/>
              </a:path>
              <a:path w="356870" h="401320">
                <a:moveTo>
                  <a:pt x="145288" y="89916"/>
                </a:moveTo>
                <a:lnTo>
                  <a:pt x="111252" y="89916"/>
                </a:lnTo>
                <a:lnTo>
                  <a:pt x="128016" y="71628"/>
                </a:lnTo>
                <a:lnTo>
                  <a:pt x="145288" y="89916"/>
                </a:lnTo>
                <a:close/>
              </a:path>
              <a:path w="356870" h="401320">
                <a:moveTo>
                  <a:pt x="0" y="397764"/>
                </a:moveTo>
                <a:lnTo>
                  <a:pt x="176" y="367474"/>
                </a:lnTo>
                <a:lnTo>
                  <a:pt x="302" y="351853"/>
                </a:lnTo>
                <a:lnTo>
                  <a:pt x="1285" y="275605"/>
                </a:lnTo>
                <a:lnTo>
                  <a:pt x="1363" y="262318"/>
                </a:lnTo>
                <a:lnTo>
                  <a:pt x="1478" y="227076"/>
                </a:lnTo>
                <a:lnTo>
                  <a:pt x="1285" y="194691"/>
                </a:lnTo>
                <a:lnTo>
                  <a:pt x="238" y="114681"/>
                </a:lnTo>
                <a:lnTo>
                  <a:pt x="0" y="74676"/>
                </a:lnTo>
                <a:lnTo>
                  <a:pt x="25908" y="89916"/>
                </a:lnTo>
                <a:lnTo>
                  <a:pt x="145288" y="89916"/>
                </a:lnTo>
                <a:lnTo>
                  <a:pt x="153924" y="99060"/>
                </a:lnTo>
                <a:lnTo>
                  <a:pt x="151828" y="100584"/>
                </a:lnTo>
                <a:lnTo>
                  <a:pt x="24384" y="100584"/>
                </a:lnTo>
                <a:lnTo>
                  <a:pt x="24384" y="211836"/>
                </a:lnTo>
                <a:lnTo>
                  <a:pt x="137205" y="211836"/>
                </a:lnTo>
                <a:lnTo>
                  <a:pt x="137219" y="222504"/>
                </a:lnTo>
                <a:lnTo>
                  <a:pt x="24384" y="222504"/>
                </a:lnTo>
                <a:lnTo>
                  <a:pt x="24384" y="342900"/>
                </a:lnTo>
                <a:lnTo>
                  <a:pt x="137905" y="342900"/>
                </a:lnTo>
                <a:lnTo>
                  <a:pt x="137940" y="346069"/>
                </a:lnTo>
                <a:lnTo>
                  <a:pt x="138123" y="353568"/>
                </a:lnTo>
                <a:lnTo>
                  <a:pt x="24384" y="353568"/>
                </a:lnTo>
                <a:lnTo>
                  <a:pt x="24384" y="384048"/>
                </a:lnTo>
                <a:lnTo>
                  <a:pt x="0" y="397764"/>
                </a:lnTo>
                <a:close/>
              </a:path>
              <a:path w="356870" h="401320">
                <a:moveTo>
                  <a:pt x="348996" y="94488"/>
                </a:moveTo>
                <a:lnTo>
                  <a:pt x="310896" y="94488"/>
                </a:lnTo>
                <a:lnTo>
                  <a:pt x="330708" y="76200"/>
                </a:lnTo>
                <a:lnTo>
                  <a:pt x="348996" y="94488"/>
                </a:lnTo>
                <a:close/>
              </a:path>
              <a:path w="356870" h="401320">
                <a:moveTo>
                  <a:pt x="137205" y="211836"/>
                </a:moveTo>
                <a:lnTo>
                  <a:pt x="114300" y="211836"/>
                </a:lnTo>
                <a:lnTo>
                  <a:pt x="114300" y="100584"/>
                </a:lnTo>
                <a:lnTo>
                  <a:pt x="151828" y="100584"/>
                </a:lnTo>
                <a:lnTo>
                  <a:pt x="137160" y="111252"/>
                </a:lnTo>
                <a:lnTo>
                  <a:pt x="137205" y="211836"/>
                </a:lnTo>
                <a:close/>
              </a:path>
              <a:path w="356870" h="401320">
                <a:moveTo>
                  <a:pt x="326280" y="359664"/>
                </a:moveTo>
                <a:lnTo>
                  <a:pt x="283464" y="359664"/>
                </a:lnTo>
                <a:lnTo>
                  <a:pt x="291750" y="357687"/>
                </a:lnTo>
                <a:lnTo>
                  <a:pt x="298323" y="351853"/>
                </a:lnTo>
                <a:lnTo>
                  <a:pt x="308586" y="304038"/>
                </a:lnTo>
                <a:lnTo>
                  <a:pt x="310705" y="258318"/>
                </a:lnTo>
                <a:lnTo>
                  <a:pt x="312539" y="192024"/>
                </a:lnTo>
                <a:lnTo>
                  <a:pt x="313944" y="105156"/>
                </a:lnTo>
                <a:lnTo>
                  <a:pt x="352425" y="105156"/>
                </a:lnTo>
                <a:lnTo>
                  <a:pt x="339852" y="114300"/>
                </a:lnTo>
                <a:lnTo>
                  <a:pt x="338798" y="185570"/>
                </a:lnTo>
                <a:lnTo>
                  <a:pt x="338707" y="190500"/>
                </a:lnTo>
                <a:lnTo>
                  <a:pt x="337291" y="248631"/>
                </a:lnTo>
                <a:lnTo>
                  <a:pt x="335462" y="294583"/>
                </a:lnTo>
                <a:lnTo>
                  <a:pt x="330708" y="344424"/>
                </a:lnTo>
                <a:lnTo>
                  <a:pt x="327231" y="357020"/>
                </a:lnTo>
                <a:lnTo>
                  <a:pt x="326280" y="359664"/>
                </a:lnTo>
                <a:close/>
              </a:path>
              <a:path w="356870" h="401320">
                <a:moveTo>
                  <a:pt x="231648" y="268224"/>
                </a:moveTo>
                <a:lnTo>
                  <a:pt x="228600" y="268224"/>
                </a:lnTo>
                <a:lnTo>
                  <a:pt x="225432" y="266771"/>
                </a:lnTo>
                <a:lnTo>
                  <a:pt x="222694" y="262318"/>
                </a:lnTo>
                <a:lnTo>
                  <a:pt x="220241" y="254722"/>
                </a:lnTo>
                <a:lnTo>
                  <a:pt x="217932" y="243840"/>
                </a:lnTo>
                <a:lnTo>
                  <a:pt x="213598" y="226718"/>
                </a:lnTo>
                <a:lnTo>
                  <a:pt x="207264" y="209740"/>
                </a:lnTo>
                <a:lnTo>
                  <a:pt x="198643" y="193047"/>
                </a:lnTo>
                <a:lnTo>
                  <a:pt x="187452" y="176784"/>
                </a:lnTo>
                <a:lnTo>
                  <a:pt x="190500" y="170688"/>
                </a:lnTo>
                <a:lnTo>
                  <a:pt x="223456" y="198310"/>
                </a:lnTo>
                <a:lnTo>
                  <a:pt x="246888" y="234696"/>
                </a:lnTo>
                <a:lnTo>
                  <a:pt x="246888" y="246888"/>
                </a:lnTo>
                <a:lnTo>
                  <a:pt x="243840" y="254508"/>
                </a:lnTo>
                <a:lnTo>
                  <a:pt x="239267" y="260603"/>
                </a:lnTo>
                <a:lnTo>
                  <a:pt x="231648" y="268224"/>
                </a:lnTo>
                <a:close/>
              </a:path>
              <a:path w="356870" h="401320">
                <a:moveTo>
                  <a:pt x="137905" y="342900"/>
                </a:moveTo>
                <a:lnTo>
                  <a:pt x="114300" y="342900"/>
                </a:lnTo>
                <a:lnTo>
                  <a:pt x="114300" y="222504"/>
                </a:lnTo>
                <a:lnTo>
                  <a:pt x="137219" y="222504"/>
                </a:lnTo>
                <a:lnTo>
                  <a:pt x="137331" y="268224"/>
                </a:lnTo>
                <a:lnTo>
                  <a:pt x="137489" y="304373"/>
                </a:lnTo>
                <a:lnTo>
                  <a:pt x="137905" y="342900"/>
                </a:lnTo>
                <a:close/>
              </a:path>
              <a:path w="356870" h="401320">
                <a:moveTo>
                  <a:pt x="277367" y="400812"/>
                </a:moveTo>
                <a:lnTo>
                  <a:pt x="271129" y="387953"/>
                </a:lnTo>
                <a:lnTo>
                  <a:pt x="259461" y="376809"/>
                </a:lnTo>
                <a:lnTo>
                  <a:pt x="242649" y="367379"/>
                </a:lnTo>
                <a:lnTo>
                  <a:pt x="220979" y="359664"/>
                </a:lnTo>
                <a:lnTo>
                  <a:pt x="220979" y="350520"/>
                </a:lnTo>
                <a:lnTo>
                  <a:pt x="241030" y="354520"/>
                </a:lnTo>
                <a:lnTo>
                  <a:pt x="257937" y="357378"/>
                </a:lnTo>
                <a:lnTo>
                  <a:pt x="271986" y="359092"/>
                </a:lnTo>
                <a:lnTo>
                  <a:pt x="283464" y="359664"/>
                </a:lnTo>
                <a:lnTo>
                  <a:pt x="326280" y="359664"/>
                </a:lnTo>
                <a:lnTo>
                  <a:pt x="323469" y="367474"/>
                </a:lnTo>
                <a:lnTo>
                  <a:pt x="289083" y="396240"/>
                </a:lnTo>
                <a:lnTo>
                  <a:pt x="277367" y="400812"/>
                </a:lnTo>
                <a:close/>
              </a:path>
              <a:path w="356870" h="401320">
                <a:moveTo>
                  <a:pt x="114300" y="390144"/>
                </a:moveTo>
                <a:lnTo>
                  <a:pt x="114300" y="353568"/>
                </a:lnTo>
                <a:lnTo>
                  <a:pt x="138123" y="353568"/>
                </a:lnTo>
                <a:lnTo>
                  <a:pt x="138684" y="376428"/>
                </a:lnTo>
                <a:lnTo>
                  <a:pt x="114300" y="39014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" name="object 39"/>
          <p:cNvSpPr/>
          <p:nvPr/>
        </p:nvSpPr>
        <p:spPr>
          <a:xfrm>
            <a:off x="7016495" y="3656076"/>
            <a:ext cx="410209" cy="398145"/>
          </a:xfrm>
          <a:custGeom>
            <a:avLst/>
            <a:gdLst/>
            <a:ahLst/>
            <a:cxnLst/>
            <a:rect l="l" t="t" r="r" b="b"/>
            <a:pathLst>
              <a:path w="410209" h="398145">
                <a:moveTo>
                  <a:pt x="335279" y="112776"/>
                </a:moveTo>
                <a:lnTo>
                  <a:pt x="310896" y="112776"/>
                </a:lnTo>
                <a:lnTo>
                  <a:pt x="310896" y="53340"/>
                </a:lnTo>
                <a:lnTo>
                  <a:pt x="310657" y="38790"/>
                </a:lnTo>
                <a:lnTo>
                  <a:pt x="310134" y="24955"/>
                </a:lnTo>
                <a:lnTo>
                  <a:pt x="309610" y="11977"/>
                </a:lnTo>
                <a:lnTo>
                  <a:pt x="309372" y="0"/>
                </a:lnTo>
                <a:lnTo>
                  <a:pt x="350520" y="21336"/>
                </a:lnTo>
                <a:lnTo>
                  <a:pt x="335279" y="35052"/>
                </a:lnTo>
                <a:lnTo>
                  <a:pt x="335279" y="112776"/>
                </a:lnTo>
                <a:close/>
              </a:path>
              <a:path w="410209" h="398145">
                <a:moveTo>
                  <a:pt x="27432" y="76200"/>
                </a:moveTo>
                <a:lnTo>
                  <a:pt x="12192" y="60960"/>
                </a:lnTo>
                <a:lnTo>
                  <a:pt x="149352" y="60960"/>
                </a:lnTo>
                <a:lnTo>
                  <a:pt x="163068" y="44196"/>
                </a:lnTo>
                <a:lnTo>
                  <a:pt x="192023" y="68580"/>
                </a:lnTo>
                <a:lnTo>
                  <a:pt x="188298" y="71628"/>
                </a:lnTo>
                <a:lnTo>
                  <a:pt x="68580" y="71628"/>
                </a:lnTo>
                <a:lnTo>
                  <a:pt x="57435" y="71913"/>
                </a:lnTo>
                <a:lnTo>
                  <a:pt x="46863" y="72771"/>
                </a:lnTo>
                <a:lnTo>
                  <a:pt x="36861" y="74199"/>
                </a:lnTo>
                <a:lnTo>
                  <a:pt x="27432" y="76200"/>
                </a:lnTo>
                <a:close/>
              </a:path>
              <a:path w="410209" h="398145">
                <a:moveTo>
                  <a:pt x="136832" y="188976"/>
                </a:moveTo>
                <a:lnTo>
                  <a:pt x="112776" y="188976"/>
                </a:lnTo>
                <a:lnTo>
                  <a:pt x="121062" y="165282"/>
                </a:lnTo>
                <a:lnTo>
                  <a:pt x="129921" y="137731"/>
                </a:lnTo>
                <a:lnTo>
                  <a:pt x="139350" y="106465"/>
                </a:lnTo>
                <a:lnTo>
                  <a:pt x="149352" y="71628"/>
                </a:lnTo>
                <a:lnTo>
                  <a:pt x="188298" y="71628"/>
                </a:lnTo>
                <a:lnTo>
                  <a:pt x="175260" y="82296"/>
                </a:lnTo>
                <a:lnTo>
                  <a:pt x="162948" y="118586"/>
                </a:lnTo>
                <a:lnTo>
                  <a:pt x="151066" y="152019"/>
                </a:lnTo>
                <a:lnTo>
                  <a:pt x="139469" y="182594"/>
                </a:lnTo>
                <a:lnTo>
                  <a:pt x="136832" y="188976"/>
                </a:lnTo>
                <a:close/>
              </a:path>
              <a:path w="410209" h="398145">
                <a:moveTo>
                  <a:pt x="187452" y="129540"/>
                </a:moveTo>
                <a:lnTo>
                  <a:pt x="172211" y="112776"/>
                </a:lnTo>
                <a:lnTo>
                  <a:pt x="353568" y="112776"/>
                </a:lnTo>
                <a:lnTo>
                  <a:pt x="376428" y="89916"/>
                </a:lnTo>
                <a:lnTo>
                  <a:pt x="409955" y="123444"/>
                </a:lnTo>
                <a:lnTo>
                  <a:pt x="228599" y="123444"/>
                </a:lnTo>
                <a:lnTo>
                  <a:pt x="217455" y="123753"/>
                </a:lnTo>
                <a:lnTo>
                  <a:pt x="206883" y="124777"/>
                </a:lnTo>
                <a:lnTo>
                  <a:pt x="196881" y="126658"/>
                </a:lnTo>
                <a:lnTo>
                  <a:pt x="187452" y="129540"/>
                </a:lnTo>
                <a:close/>
              </a:path>
              <a:path w="410209" h="398145">
                <a:moveTo>
                  <a:pt x="1524" y="364236"/>
                </a:moveTo>
                <a:lnTo>
                  <a:pt x="0" y="355092"/>
                </a:lnTo>
                <a:lnTo>
                  <a:pt x="14859" y="339637"/>
                </a:lnTo>
                <a:lnTo>
                  <a:pt x="29718" y="322897"/>
                </a:lnTo>
                <a:lnTo>
                  <a:pt x="59436" y="284988"/>
                </a:lnTo>
                <a:lnTo>
                  <a:pt x="84391" y="245935"/>
                </a:lnTo>
                <a:lnTo>
                  <a:pt x="103632" y="210312"/>
                </a:lnTo>
                <a:lnTo>
                  <a:pt x="80200" y="177450"/>
                </a:lnTo>
                <a:lnTo>
                  <a:pt x="60198" y="149733"/>
                </a:lnTo>
                <a:lnTo>
                  <a:pt x="43624" y="127158"/>
                </a:lnTo>
                <a:lnTo>
                  <a:pt x="30480" y="109728"/>
                </a:lnTo>
                <a:lnTo>
                  <a:pt x="35052" y="105156"/>
                </a:lnTo>
                <a:lnTo>
                  <a:pt x="73914" y="146494"/>
                </a:lnTo>
                <a:lnTo>
                  <a:pt x="93345" y="167520"/>
                </a:lnTo>
                <a:lnTo>
                  <a:pt x="112776" y="188976"/>
                </a:lnTo>
                <a:lnTo>
                  <a:pt x="136832" y="188976"/>
                </a:lnTo>
                <a:lnTo>
                  <a:pt x="128016" y="210312"/>
                </a:lnTo>
                <a:lnTo>
                  <a:pt x="142066" y="231648"/>
                </a:lnTo>
                <a:lnTo>
                  <a:pt x="117348" y="231648"/>
                </a:lnTo>
                <a:lnTo>
                  <a:pt x="85629" y="279654"/>
                </a:lnTo>
                <a:lnTo>
                  <a:pt x="57030" y="311943"/>
                </a:lnTo>
                <a:lnTo>
                  <a:pt x="22121" y="346233"/>
                </a:lnTo>
                <a:lnTo>
                  <a:pt x="1524" y="364236"/>
                </a:lnTo>
                <a:close/>
              </a:path>
              <a:path w="410209" h="398145">
                <a:moveTo>
                  <a:pt x="334948" y="355401"/>
                </a:moveTo>
                <a:lnTo>
                  <a:pt x="290417" y="355401"/>
                </a:lnTo>
                <a:lnTo>
                  <a:pt x="298704" y="355092"/>
                </a:lnTo>
                <a:lnTo>
                  <a:pt x="306323" y="353568"/>
                </a:lnTo>
                <a:lnTo>
                  <a:pt x="310896" y="348996"/>
                </a:lnTo>
                <a:lnTo>
                  <a:pt x="310896" y="123444"/>
                </a:lnTo>
                <a:lnTo>
                  <a:pt x="335279" y="123444"/>
                </a:lnTo>
                <a:lnTo>
                  <a:pt x="335176" y="354139"/>
                </a:lnTo>
                <a:lnTo>
                  <a:pt x="334948" y="355401"/>
                </a:lnTo>
                <a:close/>
              </a:path>
              <a:path w="410209" h="398145">
                <a:moveTo>
                  <a:pt x="239268" y="266700"/>
                </a:moveTo>
                <a:lnTo>
                  <a:pt x="237744" y="266700"/>
                </a:lnTo>
                <a:lnTo>
                  <a:pt x="234600" y="265033"/>
                </a:lnTo>
                <a:lnTo>
                  <a:pt x="232029" y="260223"/>
                </a:lnTo>
                <a:lnTo>
                  <a:pt x="230028" y="252555"/>
                </a:lnTo>
                <a:lnTo>
                  <a:pt x="228599" y="242316"/>
                </a:lnTo>
                <a:lnTo>
                  <a:pt x="224932" y="224575"/>
                </a:lnTo>
                <a:lnTo>
                  <a:pt x="218694" y="205549"/>
                </a:lnTo>
                <a:lnTo>
                  <a:pt x="210169" y="185094"/>
                </a:lnTo>
                <a:lnTo>
                  <a:pt x="199644" y="163068"/>
                </a:lnTo>
                <a:lnTo>
                  <a:pt x="204216" y="160020"/>
                </a:lnTo>
                <a:lnTo>
                  <a:pt x="233743" y="186309"/>
                </a:lnTo>
                <a:lnTo>
                  <a:pt x="254508" y="219837"/>
                </a:lnTo>
                <a:lnTo>
                  <a:pt x="256032" y="231648"/>
                </a:lnTo>
                <a:lnTo>
                  <a:pt x="256032" y="239267"/>
                </a:lnTo>
                <a:lnTo>
                  <a:pt x="254508" y="246888"/>
                </a:lnTo>
                <a:lnTo>
                  <a:pt x="242316" y="262128"/>
                </a:lnTo>
                <a:lnTo>
                  <a:pt x="239268" y="266700"/>
                </a:lnTo>
                <a:close/>
              </a:path>
              <a:path w="410209" h="398145">
                <a:moveTo>
                  <a:pt x="161544" y="345948"/>
                </a:moveTo>
                <a:lnTo>
                  <a:pt x="158138" y="344209"/>
                </a:lnTo>
                <a:lnTo>
                  <a:pt x="154876" y="338899"/>
                </a:lnTo>
                <a:lnTo>
                  <a:pt x="151899" y="329874"/>
                </a:lnTo>
                <a:lnTo>
                  <a:pt x="149352" y="316991"/>
                </a:lnTo>
                <a:lnTo>
                  <a:pt x="143922" y="298727"/>
                </a:lnTo>
                <a:lnTo>
                  <a:pt x="136779" y="278320"/>
                </a:lnTo>
                <a:lnTo>
                  <a:pt x="127920" y="255912"/>
                </a:lnTo>
                <a:lnTo>
                  <a:pt x="117348" y="231648"/>
                </a:lnTo>
                <a:lnTo>
                  <a:pt x="142066" y="231648"/>
                </a:lnTo>
                <a:lnTo>
                  <a:pt x="164020" y="270319"/>
                </a:lnTo>
                <a:lnTo>
                  <a:pt x="175593" y="311110"/>
                </a:lnTo>
                <a:lnTo>
                  <a:pt x="175328" y="316991"/>
                </a:lnTo>
                <a:lnTo>
                  <a:pt x="175260" y="329184"/>
                </a:lnTo>
                <a:lnTo>
                  <a:pt x="173735" y="335280"/>
                </a:lnTo>
                <a:lnTo>
                  <a:pt x="164592" y="344424"/>
                </a:lnTo>
                <a:lnTo>
                  <a:pt x="161544" y="345948"/>
                </a:lnTo>
                <a:close/>
              </a:path>
              <a:path w="410209" h="398145">
                <a:moveTo>
                  <a:pt x="297180" y="397764"/>
                </a:moveTo>
                <a:lnTo>
                  <a:pt x="293203" y="387477"/>
                </a:lnTo>
                <a:lnTo>
                  <a:pt x="281368" y="377190"/>
                </a:lnTo>
                <a:lnTo>
                  <a:pt x="261818" y="366903"/>
                </a:lnTo>
                <a:lnTo>
                  <a:pt x="234696" y="356616"/>
                </a:lnTo>
                <a:lnTo>
                  <a:pt x="234696" y="347472"/>
                </a:lnTo>
                <a:lnTo>
                  <a:pt x="258413" y="351448"/>
                </a:lnTo>
                <a:lnTo>
                  <a:pt x="276987" y="354139"/>
                </a:lnTo>
                <a:lnTo>
                  <a:pt x="290417" y="355401"/>
                </a:lnTo>
                <a:lnTo>
                  <a:pt x="334948" y="355401"/>
                </a:lnTo>
                <a:lnTo>
                  <a:pt x="332755" y="367545"/>
                </a:lnTo>
                <a:lnTo>
                  <a:pt x="325374" y="379666"/>
                </a:lnTo>
                <a:lnTo>
                  <a:pt x="313420" y="389786"/>
                </a:lnTo>
                <a:lnTo>
                  <a:pt x="297180" y="39776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" name="object 40"/>
          <p:cNvSpPr/>
          <p:nvPr/>
        </p:nvSpPr>
        <p:spPr>
          <a:xfrm>
            <a:off x="7478268" y="3645408"/>
            <a:ext cx="393700" cy="413384"/>
          </a:xfrm>
          <a:custGeom>
            <a:avLst/>
            <a:gdLst/>
            <a:ahLst/>
            <a:cxnLst/>
            <a:rect l="l" t="t" r="r" b="b"/>
            <a:pathLst>
              <a:path w="393700" h="413385">
                <a:moveTo>
                  <a:pt x="3048" y="137160"/>
                </a:moveTo>
                <a:lnTo>
                  <a:pt x="0" y="132588"/>
                </a:lnTo>
                <a:lnTo>
                  <a:pt x="19729" y="118872"/>
                </a:lnTo>
                <a:lnTo>
                  <a:pt x="39624" y="103251"/>
                </a:lnTo>
                <a:lnTo>
                  <a:pt x="79248" y="67056"/>
                </a:lnTo>
                <a:lnTo>
                  <a:pt x="111633" y="30670"/>
                </a:lnTo>
                <a:lnTo>
                  <a:pt x="132588" y="0"/>
                </a:lnTo>
                <a:lnTo>
                  <a:pt x="164592" y="24383"/>
                </a:lnTo>
                <a:lnTo>
                  <a:pt x="157472" y="27289"/>
                </a:lnTo>
                <a:lnTo>
                  <a:pt x="149923" y="31622"/>
                </a:lnTo>
                <a:lnTo>
                  <a:pt x="142089" y="37671"/>
                </a:lnTo>
                <a:lnTo>
                  <a:pt x="134112" y="45719"/>
                </a:lnTo>
                <a:lnTo>
                  <a:pt x="268528" y="45719"/>
                </a:lnTo>
                <a:lnTo>
                  <a:pt x="280263" y="56388"/>
                </a:lnTo>
                <a:lnTo>
                  <a:pt x="124968" y="56388"/>
                </a:lnTo>
                <a:lnTo>
                  <a:pt x="112656" y="65555"/>
                </a:lnTo>
                <a:lnTo>
                  <a:pt x="100774" y="74866"/>
                </a:lnTo>
                <a:lnTo>
                  <a:pt x="89177" y="84462"/>
                </a:lnTo>
                <a:lnTo>
                  <a:pt x="77724" y="94488"/>
                </a:lnTo>
                <a:lnTo>
                  <a:pt x="86867" y="103632"/>
                </a:lnTo>
                <a:lnTo>
                  <a:pt x="335584" y="103632"/>
                </a:lnTo>
                <a:lnTo>
                  <a:pt x="339445" y="106680"/>
                </a:lnTo>
                <a:lnTo>
                  <a:pt x="60960" y="106680"/>
                </a:lnTo>
                <a:lnTo>
                  <a:pt x="48053" y="114657"/>
                </a:lnTo>
                <a:lnTo>
                  <a:pt x="34290" y="122491"/>
                </a:lnTo>
                <a:lnTo>
                  <a:pt x="19383" y="130040"/>
                </a:lnTo>
                <a:lnTo>
                  <a:pt x="3048" y="137160"/>
                </a:lnTo>
                <a:close/>
              </a:path>
              <a:path w="393700" h="413385">
                <a:moveTo>
                  <a:pt x="268528" y="45719"/>
                </a:moveTo>
                <a:lnTo>
                  <a:pt x="233172" y="45719"/>
                </a:lnTo>
                <a:lnTo>
                  <a:pt x="248412" y="27431"/>
                </a:lnTo>
                <a:lnTo>
                  <a:pt x="268528" y="45719"/>
                </a:lnTo>
                <a:close/>
              </a:path>
              <a:path w="393700" h="413385">
                <a:moveTo>
                  <a:pt x="207264" y="103632"/>
                </a:moveTo>
                <a:lnTo>
                  <a:pt x="195072" y="103632"/>
                </a:lnTo>
                <a:lnTo>
                  <a:pt x="233172" y="56388"/>
                </a:lnTo>
                <a:lnTo>
                  <a:pt x="280263" y="56388"/>
                </a:lnTo>
                <a:lnTo>
                  <a:pt x="281573" y="57578"/>
                </a:lnTo>
                <a:lnTo>
                  <a:pt x="275963" y="57578"/>
                </a:lnTo>
                <a:lnTo>
                  <a:pt x="269557" y="58674"/>
                </a:lnTo>
                <a:lnTo>
                  <a:pt x="235648" y="78676"/>
                </a:lnTo>
                <a:lnTo>
                  <a:pt x="222384" y="89939"/>
                </a:lnTo>
                <a:lnTo>
                  <a:pt x="207264" y="103632"/>
                </a:lnTo>
                <a:close/>
              </a:path>
              <a:path w="393700" h="413385">
                <a:moveTo>
                  <a:pt x="281940" y="57912"/>
                </a:moveTo>
                <a:lnTo>
                  <a:pt x="275963" y="57578"/>
                </a:lnTo>
                <a:lnTo>
                  <a:pt x="281573" y="57578"/>
                </a:lnTo>
                <a:lnTo>
                  <a:pt x="281940" y="57912"/>
                </a:lnTo>
                <a:close/>
              </a:path>
              <a:path w="393700" h="413385">
                <a:moveTo>
                  <a:pt x="335584" y="103632"/>
                </a:moveTo>
                <a:lnTo>
                  <a:pt x="298704" y="103632"/>
                </a:lnTo>
                <a:lnTo>
                  <a:pt x="312420" y="85344"/>
                </a:lnTo>
                <a:lnTo>
                  <a:pt x="335584" y="103632"/>
                </a:lnTo>
                <a:close/>
              </a:path>
              <a:path w="393700" h="413385">
                <a:moveTo>
                  <a:pt x="59436" y="199644"/>
                </a:moveTo>
                <a:lnTo>
                  <a:pt x="59674" y="177403"/>
                </a:lnTo>
                <a:lnTo>
                  <a:pt x="60721" y="130635"/>
                </a:lnTo>
                <a:lnTo>
                  <a:pt x="60960" y="106680"/>
                </a:lnTo>
                <a:lnTo>
                  <a:pt x="339445" y="106680"/>
                </a:lnTo>
                <a:lnTo>
                  <a:pt x="341376" y="108204"/>
                </a:lnTo>
                <a:lnTo>
                  <a:pt x="334844" y="112776"/>
                </a:lnTo>
                <a:lnTo>
                  <a:pt x="83820" y="112776"/>
                </a:lnTo>
                <a:lnTo>
                  <a:pt x="83820" y="167640"/>
                </a:lnTo>
                <a:lnTo>
                  <a:pt x="328147" y="167640"/>
                </a:lnTo>
                <a:lnTo>
                  <a:pt x="329054" y="178308"/>
                </a:lnTo>
                <a:lnTo>
                  <a:pt x="83820" y="178308"/>
                </a:lnTo>
                <a:lnTo>
                  <a:pt x="83820" y="192024"/>
                </a:lnTo>
                <a:lnTo>
                  <a:pt x="59436" y="199644"/>
                </a:lnTo>
                <a:close/>
              </a:path>
              <a:path w="393700" h="413385">
                <a:moveTo>
                  <a:pt x="193548" y="167640"/>
                </a:moveTo>
                <a:lnTo>
                  <a:pt x="164592" y="167640"/>
                </a:lnTo>
                <a:lnTo>
                  <a:pt x="169783" y="153924"/>
                </a:lnTo>
                <a:lnTo>
                  <a:pt x="174117" y="140208"/>
                </a:lnTo>
                <a:lnTo>
                  <a:pt x="177879" y="126492"/>
                </a:lnTo>
                <a:lnTo>
                  <a:pt x="181356" y="112776"/>
                </a:lnTo>
                <a:lnTo>
                  <a:pt x="207264" y="112776"/>
                </a:lnTo>
                <a:lnTo>
                  <a:pt x="203835" y="124777"/>
                </a:lnTo>
                <a:lnTo>
                  <a:pt x="200406" y="137922"/>
                </a:lnTo>
                <a:lnTo>
                  <a:pt x="196977" y="152209"/>
                </a:lnTo>
                <a:lnTo>
                  <a:pt x="193548" y="167640"/>
                </a:lnTo>
                <a:close/>
              </a:path>
              <a:path w="393700" h="413385">
                <a:moveTo>
                  <a:pt x="328147" y="167640"/>
                </a:moveTo>
                <a:lnTo>
                  <a:pt x="301752" y="167640"/>
                </a:lnTo>
                <a:lnTo>
                  <a:pt x="301752" y="112776"/>
                </a:lnTo>
                <a:lnTo>
                  <a:pt x="334844" y="112776"/>
                </a:lnTo>
                <a:lnTo>
                  <a:pt x="326136" y="118872"/>
                </a:lnTo>
                <a:lnTo>
                  <a:pt x="326341" y="132588"/>
                </a:lnTo>
                <a:lnTo>
                  <a:pt x="326467" y="137922"/>
                </a:lnTo>
                <a:lnTo>
                  <a:pt x="327088" y="152209"/>
                </a:lnTo>
                <a:lnTo>
                  <a:pt x="328064" y="166663"/>
                </a:lnTo>
                <a:lnTo>
                  <a:pt x="328147" y="167640"/>
                </a:lnTo>
                <a:close/>
              </a:path>
              <a:path w="393700" h="413385">
                <a:moveTo>
                  <a:pt x="28955" y="277368"/>
                </a:moveTo>
                <a:lnTo>
                  <a:pt x="27432" y="271272"/>
                </a:lnTo>
                <a:lnTo>
                  <a:pt x="75152" y="246673"/>
                </a:lnTo>
                <a:lnTo>
                  <a:pt x="113157" y="223075"/>
                </a:lnTo>
                <a:lnTo>
                  <a:pt x="141446" y="200334"/>
                </a:lnTo>
                <a:lnTo>
                  <a:pt x="160020" y="178308"/>
                </a:lnTo>
                <a:lnTo>
                  <a:pt x="188976" y="178308"/>
                </a:lnTo>
                <a:lnTo>
                  <a:pt x="184404" y="182880"/>
                </a:lnTo>
                <a:lnTo>
                  <a:pt x="178308" y="192024"/>
                </a:lnTo>
                <a:lnTo>
                  <a:pt x="183972" y="198120"/>
                </a:lnTo>
                <a:lnTo>
                  <a:pt x="170688" y="198120"/>
                </a:lnTo>
                <a:lnTo>
                  <a:pt x="145756" y="220146"/>
                </a:lnTo>
                <a:lnTo>
                  <a:pt x="114109" y="240601"/>
                </a:lnTo>
                <a:lnTo>
                  <a:pt x="75318" y="259627"/>
                </a:lnTo>
                <a:lnTo>
                  <a:pt x="28955" y="277368"/>
                </a:lnTo>
                <a:close/>
              </a:path>
              <a:path w="393700" h="413385">
                <a:moveTo>
                  <a:pt x="301752" y="187452"/>
                </a:moveTo>
                <a:lnTo>
                  <a:pt x="301752" y="178308"/>
                </a:lnTo>
                <a:lnTo>
                  <a:pt x="329054" y="178308"/>
                </a:lnTo>
                <a:lnTo>
                  <a:pt x="329184" y="179832"/>
                </a:lnTo>
                <a:lnTo>
                  <a:pt x="301752" y="187452"/>
                </a:lnTo>
                <a:close/>
              </a:path>
              <a:path w="393700" h="413385">
                <a:moveTo>
                  <a:pt x="248285" y="248412"/>
                </a:moveTo>
                <a:lnTo>
                  <a:pt x="222504" y="248412"/>
                </a:lnTo>
                <a:lnTo>
                  <a:pt x="238196" y="240172"/>
                </a:lnTo>
                <a:lnTo>
                  <a:pt x="253174" y="231648"/>
                </a:lnTo>
                <a:lnTo>
                  <a:pt x="292084" y="207168"/>
                </a:lnTo>
                <a:lnTo>
                  <a:pt x="313944" y="187452"/>
                </a:lnTo>
                <a:lnTo>
                  <a:pt x="338328" y="217932"/>
                </a:lnTo>
                <a:lnTo>
                  <a:pt x="326588" y="219622"/>
                </a:lnTo>
                <a:lnTo>
                  <a:pt x="309562" y="224599"/>
                </a:lnTo>
                <a:lnTo>
                  <a:pt x="287107" y="232719"/>
                </a:lnTo>
                <a:lnTo>
                  <a:pt x="259080" y="243840"/>
                </a:lnTo>
                <a:lnTo>
                  <a:pt x="260729" y="246888"/>
                </a:lnTo>
                <a:lnTo>
                  <a:pt x="251460" y="246888"/>
                </a:lnTo>
                <a:lnTo>
                  <a:pt x="248285" y="248412"/>
                </a:lnTo>
                <a:close/>
              </a:path>
              <a:path w="393700" h="413385">
                <a:moveTo>
                  <a:pt x="21336" y="330708"/>
                </a:moveTo>
                <a:lnTo>
                  <a:pt x="18288" y="326136"/>
                </a:lnTo>
                <a:lnTo>
                  <a:pt x="68032" y="304133"/>
                </a:lnTo>
                <a:lnTo>
                  <a:pt x="112204" y="279273"/>
                </a:lnTo>
                <a:lnTo>
                  <a:pt x="150947" y="251555"/>
                </a:lnTo>
                <a:lnTo>
                  <a:pt x="184404" y="220980"/>
                </a:lnTo>
                <a:lnTo>
                  <a:pt x="181832" y="215265"/>
                </a:lnTo>
                <a:lnTo>
                  <a:pt x="178689" y="209550"/>
                </a:lnTo>
                <a:lnTo>
                  <a:pt x="174974" y="203835"/>
                </a:lnTo>
                <a:lnTo>
                  <a:pt x="170688" y="198120"/>
                </a:lnTo>
                <a:lnTo>
                  <a:pt x="183972" y="198120"/>
                </a:lnTo>
                <a:lnTo>
                  <a:pt x="192071" y="206835"/>
                </a:lnTo>
                <a:lnTo>
                  <a:pt x="203835" y="221361"/>
                </a:lnTo>
                <a:lnTo>
                  <a:pt x="213883" y="235315"/>
                </a:lnTo>
                <a:lnTo>
                  <a:pt x="217488" y="240792"/>
                </a:lnTo>
                <a:lnTo>
                  <a:pt x="195072" y="240792"/>
                </a:lnTo>
                <a:lnTo>
                  <a:pt x="155067" y="272200"/>
                </a:lnTo>
                <a:lnTo>
                  <a:pt x="112775" y="297751"/>
                </a:lnTo>
                <a:lnTo>
                  <a:pt x="68198" y="317301"/>
                </a:lnTo>
                <a:lnTo>
                  <a:pt x="21336" y="330708"/>
                </a:lnTo>
                <a:close/>
              </a:path>
              <a:path w="393700" h="413385">
                <a:moveTo>
                  <a:pt x="1524" y="394716"/>
                </a:moveTo>
                <a:lnTo>
                  <a:pt x="1524" y="388620"/>
                </a:lnTo>
                <a:lnTo>
                  <a:pt x="52181" y="370673"/>
                </a:lnTo>
                <a:lnTo>
                  <a:pt x="98084" y="349654"/>
                </a:lnTo>
                <a:lnTo>
                  <a:pt x="139232" y="325416"/>
                </a:lnTo>
                <a:lnTo>
                  <a:pt x="175689" y="297751"/>
                </a:lnTo>
                <a:lnTo>
                  <a:pt x="207264" y="266700"/>
                </a:lnTo>
                <a:lnTo>
                  <a:pt x="203858" y="257508"/>
                </a:lnTo>
                <a:lnTo>
                  <a:pt x="200596" y="250317"/>
                </a:lnTo>
                <a:lnTo>
                  <a:pt x="197619" y="244840"/>
                </a:lnTo>
                <a:lnTo>
                  <a:pt x="195072" y="240792"/>
                </a:lnTo>
                <a:lnTo>
                  <a:pt x="217488" y="240792"/>
                </a:lnTo>
                <a:lnTo>
                  <a:pt x="222504" y="248412"/>
                </a:lnTo>
                <a:lnTo>
                  <a:pt x="248285" y="248412"/>
                </a:lnTo>
                <a:lnTo>
                  <a:pt x="244863" y="250055"/>
                </a:lnTo>
                <a:lnTo>
                  <a:pt x="238696" y="252793"/>
                </a:lnTo>
                <a:lnTo>
                  <a:pt x="232814" y="255246"/>
                </a:lnTo>
                <a:lnTo>
                  <a:pt x="227076" y="257556"/>
                </a:lnTo>
                <a:lnTo>
                  <a:pt x="234815" y="279558"/>
                </a:lnTo>
                <a:lnTo>
                  <a:pt x="237291" y="289560"/>
                </a:lnTo>
                <a:lnTo>
                  <a:pt x="213360" y="289560"/>
                </a:lnTo>
                <a:lnTo>
                  <a:pt x="176406" y="320100"/>
                </a:lnTo>
                <a:lnTo>
                  <a:pt x="136818" y="345887"/>
                </a:lnTo>
                <a:lnTo>
                  <a:pt x="94524" y="366918"/>
                </a:lnTo>
                <a:lnTo>
                  <a:pt x="49450" y="383194"/>
                </a:lnTo>
                <a:lnTo>
                  <a:pt x="1524" y="394716"/>
                </a:lnTo>
                <a:close/>
              </a:path>
              <a:path w="393700" h="413385">
                <a:moveTo>
                  <a:pt x="358140" y="377952"/>
                </a:moveTo>
                <a:lnTo>
                  <a:pt x="316801" y="350139"/>
                </a:lnTo>
                <a:lnTo>
                  <a:pt x="288036" y="320040"/>
                </a:lnTo>
                <a:lnTo>
                  <a:pt x="266890" y="285750"/>
                </a:lnTo>
                <a:lnTo>
                  <a:pt x="251460" y="246888"/>
                </a:lnTo>
                <a:lnTo>
                  <a:pt x="260729" y="246888"/>
                </a:lnTo>
                <a:lnTo>
                  <a:pt x="270224" y="264437"/>
                </a:lnTo>
                <a:lnTo>
                  <a:pt x="283083" y="282892"/>
                </a:lnTo>
                <a:lnTo>
                  <a:pt x="313944" y="313944"/>
                </a:lnTo>
                <a:lnTo>
                  <a:pt x="351853" y="335661"/>
                </a:lnTo>
                <a:lnTo>
                  <a:pt x="393192" y="350520"/>
                </a:lnTo>
                <a:lnTo>
                  <a:pt x="393192" y="355092"/>
                </a:lnTo>
                <a:lnTo>
                  <a:pt x="380642" y="358020"/>
                </a:lnTo>
                <a:lnTo>
                  <a:pt x="370522" y="362521"/>
                </a:lnTo>
                <a:lnTo>
                  <a:pt x="362973" y="369022"/>
                </a:lnTo>
                <a:lnTo>
                  <a:pt x="358140" y="377952"/>
                </a:lnTo>
                <a:close/>
              </a:path>
              <a:path w="393700" h="413385">
                <a:moveTo>
                  <a:pt x="231976" y="371784"/>
                </a:moveTo>
                <a:lnTo>
                  <a:pt x="187999" y="371784"/>
                </a:lnTo>
                <a:lnTo>
                  <a:pt x="196596" y="370332"/>
                </a:lnTo>
                <a:lnTo>
                  <a:pt x="202692" y="368808"/>
                </a:lnTo>
                <a:lnTo>
                  <a:pt x="214622" y="331279"/>
                </a:lnTo>
                <a:lnTo>
                  <a:pt x="214860" y="311848"/>
                </a:lnTo>
                <a:lnTo>
                  <a:pt x="214693" y="303276"/>
                </a:lnTo>
                <a:lnTo>
                  <a:pt x="214241" y="295846"/>
                </a:lnTo>
                <a:lnTo>
                  <a:pt x="213360" y="289560"/>
                </a:lnTo>
                <a:lnTo>
                  <a:pt x="237291" y="289560"/>
                </a:lnTo>
                <a:lnTo>
                  <a:pt x="239839" y="299847"/>
                </a:lnTo>
                <a:lnTo>
                  <a:pt x="242292" y="318420"/>
                </a:lnTo>
                <a:lnTo>
                  <a:pt x="242244" y="335661"/>
                </a:lnTo>
                <a:lnTo>
                  <a:pt x="239430" y="350520"/>
                </a:lnTo>
                <a:lnTo>
                  <a:pt x="235458" y="363855"/>
                </a:lnTo>
                <a:lnTo>
                  <a:pt x="231976" y="371784"/>
                </a:lnTo>
                <a:close/>
              </a:path>
              <a:path w="393700" h="413385">
                <a:moveTo>
                  <a:pt x="178308" y="413004"/>
                </a:moveTo>
                <a:lnTo>
                  <a:pt x="174283" y="400407"/>
                </a:lnTo>
                <a:lnTo>
                  <a:pt x="164401" y="389953"/>
                </a:lnTo>
                <a:lnTo>
                  <a:pt x="148518" y="381500"/>
                </a:lnTo>
                <a:lnTo>
                  <a:pt x="126492" y="374904"/>
                </a:lnTo>
                <a:lnTo>
                  <a:pt x="126492" y="367284"/>
                </a:lnTo>
                <a:lnTo>
                  <a:pt x="153090" y="370117"/>
                </a:lnTo>
                <a:lnTo>
                  <a:pt x="173545" y="371665"/>
                </a:lnTo>
                <a:lnTo>
                  <a:pt x="231976" y="371784"/>
                </a:lnTo>
                <a:lnTo>
                  <a:pt x="230314" y="375570"/>
                </a:lnTo>
                <a:lnTo>
                  <a:pt x="224028" y="385572"/>
                </a:lnTo>
                <a:lnTo>
                  <a:pt x="216027" y="394144"/>
                </a:lnTo>
                <a:lnTo>
                  <a:pt x="205740" y="401574"/>
                </a:lnTo>
                <a:lnTo>
                  <a:pt x="193167" y="407860"/>
                </a:lnTo>
                <a:lnTo>
                  <a:pt x="178308" y="41300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" name="object 41"/>
          <p:cNvSpPr/>
          <p:nvPr/>
        </p:nvSpPr>
        <p:spPr>
          <a:xfrm>
            <a:off x="7946135" y="3855720"/>
            <a:ext cx="61594" cy="196850"/>
          </a:xfrm>
          <a:custGeom>
            <a:avLst/>
            <a:gdLst/>
            <a:ahLst/>
            <a:cxnLst/>
            <a:rect l="l" t="t" r="r" b="b"/>
            <a:pathLst>
              <a:path w="61595" h="196850">
                <a:moveTo>
                  <a:pt x="10668" y="196596"/>
                </a:moveTo>
                <a:lnTo>
                  <a:pt x="7620" y="196596"/>
                </a:lnTo>
                <a:lnTo>
                  <a:pt x="7620" y="193548"/>
                </a:lnTo>
                <a:lnTo>
                  <a:pt x="9144" y="193548"/>
                </a:lnTo>
                <a:lnTo>
                  <a:pt x="13716" y="192024"/>
                </a:lnTo>
                <a:lnTo>
                  <a:pt x="19812" y="187452"/>
                </a:lnTo>
                <a:lnTo>
                  <a:pt x="24384" y="182880"/>
                </a:lnTo>
                <a:lnTo>
                  <a:pt x="27432" y="176784"/>
                </a:lnTo>
                <a:lnTo>
                  <a:pt x="32004" y="172212"/>
                </a:lnTo>
                <a:lnTo>
                  <a:pt x="35052" y="164592"/>
                </a:lnTo>
                <a:lnTo>
                  <a:pt x="38100" y="153924"/>
                </a:lnTo>
                <a:lnTo>
                  <a:pt x="28956" y="153924"/>
                </a:lnTo>
                <a:lnTo>
                  <a:pt x="22860" y="152400"/>
                </a:lnTo>
                <a:lnTo>
                  <a:pt x="18288" y="150876"/>
                </a:lnTo>
                <a:lnTo>
                  <a:pt x="12192" y="149352"/>
                </a:lnTo>
                <a:lnTo>
                  <a:pt x="9144" y="146304"/>
                </a:lnTo>
                <a:lnTo>
                  <a:pt x="6096" y="141732"/>
                </a:lnTo>
                <a:lnTo>
                  <a:pt x="4572" y="137160"/>
                </a:lnTo>
                <a:lnTo>
                  <a:pt x="3048" y="131064"/>
                </a:lnTo>
                <a:lnTo>
                  <a:pt x="3048" y="126492"/>
                </a:lnTo>
                <a:lnTo>
                  <a:pt x="6096" y="117348"/>
                </a:lnTo>
                <a:lnTo>
                  <a:pt x="9144" y="112776"/>
                </a:lnTo>
                <a:lnTo>
                  <a:pt x="12192" y="109728"/>
                </a:lnTo>
                <a:lnTo>
                  <a:pt x="15240" y="108204"/>
                </a:lnTo>
                <a:lnTo>
                  <a:pt x="19812" y="105156"/>
                </a:lnTo>
                <a:lnTo>
                  <a:pt x="22860" y="103632"/>
                </a:lnTo>
                <a:lnTo>
                  <a:pt x="36576" y="103632"/>
                </a:lnTo>
                <a:lnTo>
                  <a:pt x="42672" y="105156"/>
                </a:lnTo>
                <a:lnTo>
                  <a:pt x="51816" y="111252"/>
                </a:lnTo>
                <a:lnTo>
                  <a:pt x="60960" y="129540"/>
                </a:lnTo>
                <a:lnTo>
                  <a:pt x="60960" y="141732"/>
                </a:lnTo>
                <a:lnTo>
                  <a:pt x="45029" y="179308"/>
                </a:lnTo>
                <a:lnTo>
                  <a:pt x="18288" y="195072"/>
                </a:lnTo>
                <a:lnTo>
                  <a:pt x="10668" y="196596"/>
                </a:lnTo>
                <a:close/>
              </a:path>
              <a:path w="61595" h="196850">
                <a:moveTo>
                  <a:pt x="35052" y="59436"/>
                </a:moveTo>
                <a:lnTo>
                  <a:pt x="25908" y="59436"/>
                </a:lnTo>
                <a:lnTo>
                  <a:pt x="19812" y="57912"/>
                </a:lnTo>
                <a:lnTo>
                  <a:pt x="0" y="28956"/>
                </a:lnTo>
                <a:lnTo>
                  <a:pt x="1476" y="21526"/>
                </a:lnTo>
                <a:lnTo>
                  <a:pt x="3810" y="15240"/>
                </a:lnTo>
                <a:lnTo>
                  <a:pt x="7286" y="10096"/>
                </a:lnTo>
                <a:lnTo>
                  <a:pt x="12192" y="6096"/>
                </a:lnTo>
                <a:lnTo>
                  <a:pt x="24384" y="0"/>
                </a:lnTo>
                <a:lnTo>
                  <a:pt x="35052" y="0"/>
                </a:lnTo>
                <a:lnTo>
                  <a:pt x="61007" y="36623"/>
                </a:lnTo>
                <a:lnTo>
                  <a:pt x="59055" y="43815"/>
                </a:lnTo>
                <a:lnTo>
                  <a:pt x="55387" y="49291"/>
                </a:lnTo>
                <a:lnTo>
                  <a:pt x="50292" y="53340"/>
                </a:lnTo>
                <a:lnTo>
                  <a:pt x="41148" y="57912"/>
                </a:lnTo>
                <a:lnTo>
                  <a:pt x="35052" y="5943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" name="object 42"/>
          <p:cNvSpPr/>
          <p:nvPr/>
        </p:nvSpPr>
        <p:spPr>
          <a:xfrm>
            <a:off x="1751075" y="4497323"/>
            <a:ext cx="155575" cy="155575"/>
          </a:xfrm>
          <a:custGeom>
            <a:avLst/>
            <a:gdLst/>
            <a:ahLst/>
            <a:cxnLst/>
            <a:rect l="l" t="t" r="r" b="b"/>
            <a:pathLst>
              <a:path w="155575" h="155575">
                <a:moveTo>
                  <a:pt x="155448" y="155448"/>
                </a:moveTo>
                <a:lnTo>
                  <a:pt x="0" y="155448"/>
                </a:lnTo>
                <a:lnTo>
                  <a:pt x="0" y="0"/>
                </a:lnTo>
                <a:lnTo>
                  <a:pt x="155448" y="0"/>
                </a:lnTo>
                <a:lnTo>
                  <a:pt x="155448" y="155448"/>
                </a:lnTo>
                <a:close/>
              </a:path>
            </a:pathLst>
          </a:custGeom>
          <a:solidFill>
            <a:srgbClr val="3333C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" name="object 43"/>
          <p:cNvSpPr/>
          <p:nvPr/>
        </p:nvSpPr>
        <p:spPr>
          <a:xfrm>
            <a:off x="2127504" y="4317491"/>
            <a:ext cx="370840" cy="396240"/>
          </a:xfrm>
          <a:custGeom>
            <a:avLst/>
            <a:gdLst/>
            <a:ahLst/>
            <a:cxnLst/>
            <a:rect l="l" t="t" r="r" b="b"/>
            <a:pathLst>
              <a:path w="370839" h="396239">
                <a:moveTo>
                  <a:pt x="368263" y="19812"/>
                </a:moveTo>
                <a:lnTo>
                  <a:pt x="329184" y="19812"/>
                </a:lnTo>
                <a:lnTo>
                  <a:pt x="341376" y="0"/>
                </a:lnTo>
                <a:lnTo>
                  <a:pt x="368263" y="19812"/>
                </a:lnTo>
                <a:close/>
              </a:path>
              <a:path w="370839" h="396239">
                <a:moveTo>
                  <a:pt x="4571" y="396240"/>
                </a:moveTo>
                <a:lnTo>
                  <a:pt x="0" y="393192"/>
                </a:lnTo>
                <a:lnTo>
                  <a:pt x="14835" y="365760"/>
                </a:lnTo>
                <a:lnTo>
                  <a:pt x="27241" y="338328"/>
                </a:lnTo>
                <a:lnTo>
                  <a:pt x="44195" y="283464"/>
                </a:lnTo>
                <a:lnTo>
                  <a:pt x="53721" y="217551"/>
                </a:lnTo>
                <a:lnTo>
                  <a:pt x="55768" y="176736"/>
                </a:lnTo>
                <a:lnTo>
                  <a:pt x="56326" y="135636"/>
                </a:lnTo>
                <a:lnTo>
                  <a:pt x="56364" y="86177"/>
                </a:lnTo>
                <a:lnTo>
                  <a:pt x="56197" y="49720"/>
                </a:lnTo>
                <a:lnTo>
                  <a:pt x="55745" y="21550"/>
                </a:lnTo>
                <a:lnTo>
                  <a:pt x="54864" y="1524"/>
                </a:lnTo>
                <a:lnTo>
                  <a:pt x="80771" y="19812"/>
                </a:lnTo>
                <a:lnTo>
                  <a:pt x="368263" y="19812"/>
                </a:lnTo>
                <a:lnTo>
                  <a:pt x="370332" y="21336"/>
                </a:lnTo>
                <a:lnTo>
                  <a:pt x="361865" y="28956"/>
                </a:lnTo>
                <a:lnTo>
                  <a:pt x="80771" y="28956"/>
                </a:lnTo>
                <a:lnTo>
                  <a:pt x="80771" y="124968"/>
                </a:lnTo>
                <a:lnTo>
                  <a:pt x="355092" y="124968"/>
                </a:lnTo>
                <a:lnTo>
                  <a:pt x="355092" y="135636"/>
                </a:lnTo>
                <a:lnTo>
                  <a:pt x="80771" y="135636"/>
                </a:lnTo>
                <a:lnTo>
                  <a:pt x="80510" y="168783"/>
                </a:lnTo>
                <a:lnTo>
                  <a:pt x="79819" y="195072"/>
                </a:lnTo>
                <a:lnTo>
                  <a:pt x="78843" y="214503"/>
                </a:lnTo>
                <a:lnTo>
                  <a:pt x="77723" y="227076"/>
                </a:lnTo>
                <a:lnTo>
                  <a:pt x="355092" y="227076"/>
                </a:lnTo>
                <a:lnTo>
                  <a:pt x="355092" y="237744"/>
                </a:lnTo>
                <a:lnTo>
                  <a:pt x="77723" y="237744"/>
                </a:lnTo>
                <a:lnTo>
                  <a:pt x="68865" y="282654"/>
                </a:lnTo>
                <a:lnTo>
                  <a:pt x="53720" y="323850"/>
                </a:lnTo>
                <a:lnTo>
                  <a:pt x="32289" y="361616"/>
                </a:lnTo>
                <a:lnTo>
                  <a:pt x="4571" y="396240"/>
                </a:lnTo>
                <a:close/>
              </a:path>
              <a:path w="370839" h="396239">
                <a:moveTo>
                  <a:pt x="214883" y="124968"/>
                </a:moveTo>
                <a:lnTo>
                  <a:pt x="192023" y="124968"/>
                </a:lnTo>
                <a:lnTo>
                  <a:pt x="192023" y="28956"/>
                </a:lnTo>
                <a:lnTo>
                  <a:pt x="214883" y="28956"/>
                </a:lnTo>
                <a:lnTo>
                  <a:pt x="214883" y="124968"/>
                </a:lnTo>
                <a:close/>
              </a:path>
              <a:path w="370839" h="396239">
                <a:moveTo>
                  <a:pt x="355092" y="124968"/>
                </a:moveTo>
                <a:lnTo>
                  <a:pt x="330708" y="124968"/>
                </a:lnTo>
                <a:lnTo>
                  <a:pt x="330708" y="28956"/>
                </a:lnTo>
                <a:lnTo>
                  <a:pt x="361865" y="28956"/>
                </a:lnTo>
                <a:lnTo>
                  <a:pt x="355092" y="35052"/>
                </a:lnTo>
                <a:lnTo>
                  <a:pt x="355092" y="124968"/>
                </a:lnTo>
                <a:close/>
              </a:path>
              <a:path w="370839" h="396239">
                <a:moveTo>
                  <a:pt x="214883" y="227076"/>
                </a:moveTo>
                <a:lnTo>
                  <a:pt x="192023" y="227076"/>
                </a:lnTo>
                <a:lnTo>
                  <a:pt x="192023" y="135636"/>
                </a:lnTo>
                <a:lnTo>
                  <a:pt x="214883" y="135636"/>
                </a:lnTo>
                <a:lnTo>
                  <a:pt x="214883" y="227076"/>
                </a:lnTo>
                <a:close/>
              </a:path>
              <a:path w="370839" h="396239">
                <a:moveTo>
                  <a:pt x="355092" y="227076"/>
                </a:moveTo>
                <a:lnTo>
                  <a:pt x="330708" y="227076"/>
                </a:lnTo>
                <a:lnTo>
                  <a:pt x="330708" y="135636"/>
                </a:lnTo>
                <a:lnTo>
                  <a:pt x="355092" y="135636"/>
                </a:lnTo>
                <a:lnTo>
                  <a:pt x="355092" y="227076"/>
                </a:lnTo>
                <a:close/>
              </a:path>
              <a:path w="370839" h="396239">
                <a:moveTo>
                  <a:pt x="190499" y="382524"/>
                </a:moveTo>
                <a:lnTo>
                  <a:pt x="191381" y="336542"/>
                </a:lnTo>
                <a:lnTo>
                  <a:pt x="191833" y="296989"/>
                </a:lnTo>
                <a:lnTo>
                  <a:pt x="191901" y="283464"/>
                </a:lnTo>
                <a:lnTo>
                  <a:pt x="192023" y="237744"/>
                </a:lnTo>
                <a:lnTo>
                  <a:pt x="214883" y="237744"/>
                </a:lnTo>
                <a:lnTo>
                  <a:pt x="215005" y="310896"/>
                </a:lnTo>
                <a:lnTo>
                  <a:pt x="215074" y="326898"/>
                </a:lnTo>
                <a:lnTo>
                  <a:pt x="215526" y="354330"/>
                </a:lnTo>
                <a:lnTo>
                  <a:pt x="216407" y="370332"/>
                </a:lnTo>
                <a:lnTo>
                  <a:pt x="190499" y="382524"/>
                </a:lnTo>
                <a:close/>
              </a:path>
              <a:path w="370839" h="396239">
                <a:moveTo>
                  <a:pt x="354204" y="350520"/>
                </a:moveTo>
                <a:lnTo>
                  <a:pt x="318515" y="350520"/>
                </a:lnTo>
                <a:lnTo>
                  <a:pt x="324278" y="348210"/>
                </a:lnTo>
                <a:lnTo>
                  <a:pt x="328041" y="343471"/>
                </a:lnTo>
                <a:lnTo>
                  <a:pt x="330088" y="336161"/>
                </a:lnTo>
                <a:lnTo>
                  <a:pt x="330660" y="326898"/>
                </a:lnTo>
                <a:lnTo>
                  <a:pt x="330708" y="237744"/>
                </a:lnTo>
                <a:lnTo>
                  <a:pt x="355092" y="237744"/>
                </a:lnTo>
                <a:lnTo>
                  <a:pt x="355092" y="338328"/>
                </a:lnTo>
                <a:lnTo>
                  <a:pt x="354204" y="350520"/>
                </a:lnTo>
                <a:close/>
              </a:path>
              <a:path w="370839" h="396239">
                <a:moveTo>
                  <a:pt x="316991" y="394716"/>
                </a:moveTo>
                <a:lnTo>
                  <a:pt x="312705" y="381261"/>
                </a:lnTo>
                <a:lnTo>
                  <a:pt x="302132" y="370522"/>
                </a:lnTo>
                <a:lnTo>
                  <a:pt x="285273" y="362354"/>
                </a:lnTo>
                <a:lnTo>
                  <a:pt x="262127" y="356616"/>
                </a:lnTo>
                <a:lnTo>
                  <a:pt x="262127" y="347472"/>
                </a:lnTo>
                <a:lnTo>
                  <a:pt x="282725" y="349234"/>
                </a:lnTo>
                <a:lnTo>
                  <a:pt x="298894" y="350139"/>
                </a:lnTo>
                <a:lnTo>
                  <a:pt x="310776" y="350472"/>
                </a:lnTo>
                <a:lnTo>
                  <a:pt x="354204" y="350520"/>
                </a:lnTo>
                <a:lnTo>
                  <a:pt x="353639" y="358282"/>
                </a:lnTo>
                <a:lnTo>
                  <a:pt x="346900" y="374523"/>
                </a:lnTo>
                <a:lnTo>
                  <a:pt x="334732" y="386762"/>
                </a:lnTo>
                <a:lnTo>
                  <a:pt x="316991" y="39471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" name="object 44"/>
          <p:cNvSpPr/>
          <p:nvPr/>
        </p:nvSpPr>
        <p:spPr>
          <a:xfrm>
            <a:off x="2575547" y="4305300"/>
            <a:ext cx="4406265" cy="412115"/>
          </a:xfrm>
          <a:custGeom>
            <a:avLst/>
            <a:gdLst/>
            <a:ahLst/>
            <a:cxnLst/>
            <a:rect l="l" t="t" r="r" b="b"/>
            <a:pathLst>
              <a:path w="4406265" h="412114">
                <a:moveTo>
                  <a:pt x="396240" y="193560"/>
                </a:moveTo>
                <a:lnTo>
                  <a:pt x="358140" y="155460"/>
                </a:lnTo>
                <a:lnTo>
                  <a:pt x="323088" y="182892"/>
                </a:lnTo>
                <a:lnTo>
                  <a:pt x="0" y="182892"/>
                </a:lnTo>
                <a:lnTo>
                  <a:pt x="15240" y="198132"/>
                </a:lnTo>
                <a:lnTo>
                  <a:pt x="25844" y="196126"/>
                </a:lnTo>
                <a:lnTo>
                  <a:pt x="37147" y="194703"/>
                </a:lnTo>
                <a:lnTo>
                  <a:pt x="49326" y="193840"/>
                </a:lnTo>
                <a:lnTo>
                  <a:pt x="62484" y="193560"/>
                </a:lnTo>
                <a:lnTo>
                  <a:pt x="396240" y="193560"/>
                </a:lnTo>
                <a:close/>
              </a:path>
              <a:path w="4406265" h="412114">
                <a:moveTo>
                  <a:pt x="669048" y="147840"/>
                </a:moveTo>
                <a:lnTo>
                  <a:pt x="627900" y="124980"/>
                </a:lnTo>
                <a:lnTo>
                  <a:pt x="628129" y="145859"/>
                </a:lnTo>
                <a:lnTo>
                  <a:pt x="629183" y="183057"/>
                </a:lnTo>
                <a:lnTo>
                  <a:pt x="629361" y="195795"/>
                </a:lnTo>
                <a:lnTo>
                  <a:pt x="629424" y="313956"/>
                </a:lnTo>
                <a:lnTo>
                  <a:pt x="629183" y="331114"/>
                </a:lnTo>
                <a:lnTo>
                  <a:pt x="628662" y="353009"/>
                </a:lnTo>
                <a:lnTo>
                  <a:pt x="628129" y="379742"/>
                </a:lnTo>
                <a:lnTo>
                  <a:pt x="627900" y="411492"/>
                </a:lnTo>
                <a:lnTo>
                  <a:pt x="656856" y="394728"/>
                </a:lnTo>
                <a:lnTo>
                  <a:pt x="655967" y="378104"/>
                </a:lnTo>
                <a:lnTo>
                  <a:pt x="655523" y="362343"/>
                </a:lnTo>
                <a:lnTo>
                  <a:pt x="655408" y="353009"/>
                </a:lnTo>
                <a:lnTo>
                  <a:pt x="655332" y="158508"/>
                </a:lnTo>
                <a:lnTo>
                  <a:pt x="669048" y="147840"/>
                </a:lnTo>
                <a:close/>
              </a:path>
              <a:path w="4406265" h="412114">
                <a:moveTo>
                  <a:pt x="845832" y="181368"/>
                </a:moveTo>
                <a:lnTo>
                  <a:pt x="798207" y="166890"/>
                </a:lnTo>
                <a:lnTo>
                  <a:pt x="748296" y="138696"/>
                </a:lnTo>
                <a:lnTo>
                  <a:pt x="697623" y="93929"/>
                </a:lnTo>
                <a:lnTo>
                  <a:pt x="655866" y="41160"/>
                </a:lnTo>
                <a:lnTo>
                  <a:pt x="649236" y="32016"/>
                </a:lnTo>
                <a:lnTo>
                  <a:pt x="666000" y="21348"/>
                </a:lnTo>
                <a:lnTo>
                  <a:pt x="629424" y="12"/>
                </a:lnTo>
                <a:lnTo>
                  <a:pt x="603326" y="56591"/>
                </a:lnTo>
                <a:lnTo>
                  <a:pt x="562368" y="118884"/>
                </a:lnTo>
                <a:lnTo>
                  <a:pt x="535762" y="149174"/>
                </a:lnTo>
                <a:lnTo>
                  <a:pt x="506222" y="175983"/>
                </a:lnTo>
                <a:lnTo>
                  <a:pt x="473417" y="199466"/>
                </a:lnTo>
                <a:lnTo>
                  <a:pt x="437400" y="219468"/>
                </a:lnTo>
                <a:lnTo>
                  <a:pt x="438924" y="225564"/>
                </a:lnTo>
                <a:lnTo>
                  <a:pt x="474662" y="209842"/>
                </a:lnTo>
                <a:lnTo>
                  <a:pt x="534720" y="173266"/>
                </a:lnTo>
                <a:lnTo>
                  <a:pt x="581647" y="130098"/>
                </a:lnTo>
                <a:lnTo>
                  <a:pt x="624039" y="74612"/>
                </a:lnTo>
                <a:lnTo>
                  <a:pt x="644664" y="41160"/>
                </a:lnTo>
                <a:lnTo>
                  <a:pt x="662952" y="72351"/>
                </a:lnTo>
                <a:lnTo>
                  <a:pt x="699528" y="123875"/>
                </a:lnTo>
                <a:lnTo>
                  <a:pt x="736981" y="162737"/>
                </a:lnTo>
                <a:lnTo>
                  <a:pt x="781037" y="195795"/>
                </a:lnTo>
                <a:lnTo>
                  <a:pt x="806208" y="210324"/>
                </a:lnTo>
                <a:lnTo>
                  <a:pt x="813041" y="201180"/>
                </a:lnTo>
                <a:lnTo>
                  <a:pt x="822020" y="194322"/>
                </a:lnTo>
                <a:lnTo>
                  <a:pt x="832993" y="189750"/>
                </a:lnTo>
                <a:lnTo>
                  <a:pt x="845832" y="187464"/>
                </a:lnTo>
                <a:lnTo>
                  <a:pt x="845832" y="181368"/>
                </a:lnTo>
                <a:close/>
              </a:path>
              <a:path w="4406265" h="412114">
                <a:moveTo>
                  <a:pt x="970800" y="79248"/>
                </a:moveTo>
                <a:lnTo>
                  <a:pt x="951179" y="44196"/>
                </a:lnTo>
                <a:lnTo>
                  <a:pt x="925080" y="25908"/>
                </a:lnTo>
                <a:lnTo>
                  <a:pt x="918984" y="28956"/>
                </a:lnTo>
                <a:lnTo>
                  <a:pt x="928166" y="43294"/>
                </a:lnTo>
                <a:lnTo>
                  <a:pt x="935367" y="56769"/>
                </a:lnTo>
                <a:lnTo>
                  <a:pt x="940841" y="69684"/>
                </a:lnTo>
                <a:lnTo>
                  <a:pt x="944892" y="82296"/>
                </a:lnTo>
                <a:lnTo>
                  <a:pt x="949464" y="92964"/>
                </a:lnTo>
                <a:lnTo>
                  <a:pt x="952512" y="99060"/>
                </a:lnTo>
                <a:lnTo>
                  <a:pt x="958608" y="99060"/>
                </a:lnTo>
                <a:lnTo>
                  <a:pt x="961656" y="96012"/>
                </a:lnTo>
                <a:lnTo>
                  <a:pt x="964704" y="89916"/>
                </a:lnTo>
                <a:lnTo>
                  <a:pt x="969276" y="83820"/>
                </a:lnTo>
                <a:lnTo>
                  <a:pt x="970800" y="79248"/>
                </a:lnTo>
                <a:close/>
              </a:path>
              <a:path w="4406265" h="412114">
                <a:moveTo>
                  <a:pt x="1104912" y="41148"/>
                </a:moveTo>
                <a:lnTo>
                  <a:pt x="1074432" y="21336"/>
                </a:lnTo>
                <a:lnTo>
                  <a:pt x="1069543" y="34747"/>
                </a:lnTo>
                <a:lnTo>
                  <a:pt x="1061669" y="52006"/>
                </a:lnTo>
                <a:lnTo>
                  <a:pt x="1050632" y="72986"/>
                </a:lnTo>
                <a:lnTo>
                  <a:pt x="1036332" y="97536"/>
                </a:lnTo>
                <a:lnTo>
                  <a:pt x="1040904" y="100584"/>
                </a:lnTo>
                <a:lnTo>
                  <a:pt x="1053731" y="87731"/>
                </a:lnTo>
                <a:lnTo>
                  <a:pt x="1064717" y="76581"/>
                </a:lnTo>
                <a:lnTo>
                  <a:pt x="1073683" y="67157"/>
                </a:lnTo>
                <a:lnTo>
                  <a:pt x="1080528" y="59436"/>
                </a:lnTo>
                <a:lnTo>
                  <a:pt x="1086256" y="53149"/>
                </a:lnTo>
                <a:lnTo>
                  <a:pt x="1092149" y="48006"/>
                </a:lnTo>
                <a:lnTo>
                  <a:pt x="1098308" y="44005"/>
                </a:lnTo>
                <a:lnTo>
                  <a:pt x="1104912" y="41148"/>
                </a:lnTo>
                <a:close/>
              </a:path>
              <a:path w="4406265" h="412114">
                <a:moveTo>
                  <a:pt x="1112532" y="121920"/>
                </a:moveTo>
                <a:lnTo>
                  <a:pt x="1082052" y="91440"/>
                </a:lnTo>
                <a:lnTo>
                  <a:pt x="1063764" y="111252"/>
                </a:lnTo>
                <a:lnTo>
                  <a:pt x="1019568" y="111252"/>
                </a:lnTo>
                <a:lnTo>
                  <a:pt x="1019568" y="32004"/>
                </a:lnTo>
                <a:lnTo>
                  <a:pt x="1033284" y="19812"/>
                </a:lnTo>
                <a:lnTo>
                  <a:pt x="995184" y="1524"/>
                </a:lnTo>
                <a:lnTo>
                  <a:pt x="996429" y="48006"/>
                </a:lnTo>
                <a:lnTo>
                  <a:pt x="996708" y="111252"/>
                </a:lnTo>
                <a:lnTo>
                  <a:pt x="894600" y="111252"/>
                </a:lnTo>
                <a:lnTo>
                  <a:pt x="909840" y="126492"/>
                </a:lnTo>
                <a:lnTo>
                  <a:pt x="920140" y="124498"/>
                </a:lnTo>
                <a:lnTo>
                  <a:pt x="930605" y="123063"/>
                </a:lnTo>
                <a:lnTo>
                  <a:pt x="941336" y="122212"/>
                </a:lnTo>
                <a:lnTo>
                  <a:pt x="952512" y="121920"/>
                </a:lnTo>
                <a:lnTo>
                  <a:pt x="982992" y="121920"/>
                </a:lnTo>
                <a:lnTo>
                  <a:pt x="964958" y="147662"/>
                </a:lnTo>
                <a:lnTo>
                  <a:pt x="942797" y="172402"/>
                </a:lnTo>
                <a:lnTo>
                  <a:pt x="916330" y="196291"/>
                </a:lnTo>
                <a:lnTo>
                  <a:pt x="885456" y="219456"/>
                </a:lnTo>
                <a:lnTo>
                  <a:pt x="890028" y="224028"/>
                </a:lnTo>
                <a:lnTo>
                  <a:pt x="919124" y="207721"/>
                </a:lnTo>
                <a:lnTo>
                  <a:pt x="946797" y="188404"/>
                </a:lnTo>
                <a:lnTo>
                  <a:pt x="972743" y="165950"/>
                </a:lnTo>
                <a:lnTo>
                  <a:pt x="996708" y="140208"/>
                </a:lnTo>
                <a:lnTo>
                  <a:pt x="996708" y="211836"/>
                </a:lnTo>
                <a:lnTo>
                  <a:pt x="989088" y="208788"/>
                </a:lnTo>
                <a:lnTo>
                  <a:pt x="985659" y="220789"/>
                </a:lnTo>
                <a:lnTo>
                  <a:pt x="982230" y="231648"/>
                </a:lnTo>
                <a:lnTo>
                  <a:pt x="978801" y="241363"/>
                </a:lnTo>
                <a:lnTo>
                  <a:pt x="975372" y="249936"/>
                </a:lnTo>
                <a:lnTo>
                  <a:pt x="891552" y="249936"/>
                </a:lnTo>
                <a:lnTo>
                  <a:pt x="906792" y="266700"/>
                </a:lnTo>
                <a:lnTo>
                  <a:pt x="917092" y="263829"/>
                </a:lnTo>
                <a:lnTo>
                  <a:pt x="927557" y="261937"/>
                </a:lnTo>
                <a:lnTo>
                  <a:pt x="938288" y="260921"/>
                </a:lnTo>
                <a:lnTo>
                  <a:pt x="949464" y="260604"/>
                </a:lnTo>
                <a:lnTo>
                  <a:pt x="970800" y="260604"/>
                </a:lnTo>
                <a:lnTo>
                  <a:pt x="961364" y="279184"/>
                </a:lnTo>
                <a:lnTo>
                  <a:pt x="953719" y="293611"/>
                </a:lnTo>
                <a:lnTo>
                  <a:pt x="947648" y="304330"/>
                </a:lnTo>
                <a:lnTo>
                  <a:pt x="943368" y="310896"/>
                </a:lnTo>
                <a:lnTo>
                  <a:pt x="960297" y="313753"/>
                </a:lnTo>
                <a:lnTo>
                  <a:pt x="977087" y="317754"/>
                </a:lnTo>
                <a:lnTo>
                  <a:pt x="994156" y="322897"/>
                </a:lnTo>
                <a:lnTo>
                  <a:pt x="1011948" y="329184"/>
                </a:lnTo>
                <a:lnTo>
                  <a:pt x="986815" y="348881"/>
                </a:lnTo>
                <a:lnTo>
                  <a:pt x="957275" y="366712"/>
                </a:lnTo>
                <a:lnTo>
                  <a:pt x="923429" y="382549"/>
                </a:lnTo>
                <a:lnTo>
                  <a:pt x="885456" y="396240"/>
                </a:lnTo>
                <a:lnTo>
                  <a:pt x="888504" y="400812"/>
                </a:lnTo>
                <a:lnTo>
                  <a:pt x="928458" y="391668"/>
                </a:lnTo>
                <a:lnTo>
                  <a:pt x="965847" y="377952"/>
                </a:lnTo>
                <a:lnTo>
                  <a:pt x="1000366" y="359664"/>
                </a:lnTo>
                <a:lnTo>
                  <a:pt x="1031760" y="336804"/>
                </a:lnTo>
                <a:lnTo>
                  <a:pt x="1043800" y="342544"/>
                </a:lnTo>
                <a:lnTo>
                  <a:pt x="1055001" y="348424"/>
                </a:lnTo>
                <a:lnTo>
                  <a:pt x="1065618" y="354596"/>
                </a:lnTo>
                <a:lnTo>
                  <a:pt x="1075956" y="361188"/>
                </a:lnTo>
                <a:lnTo>
                  <a:pt x="1083576" y="368808"/>
                </a:lnTo>
                <a:lnTo>
                  <a:pt x="1091196" y="368808"/>
                </a:lnTo>
                <a:lnTo>
                  <a:pt x="1092720" y="364236"/>
                </a:lnTo>
                <a:lnTo>
                  <a:pt x="1092720" y="347472"/>
                </a:lnTo>
                <a:lnTo>
                  <a:pt x="1058278" y="325018"/>
                </a:lnTo>
                <a:lnTo>
                  <a:pt x="1045476" y="321564"/>
                </a:lnTo>
                <a:lnTo>
                  <a:pt x="1049248" y="316992"/>
                </a:lnTo>
                <a:lnTo>
                  <a:pt x="1053261" y="312140"/>
                </a:lnTo>
                <a:lnTo>
                  <a:pt x="1060907" y="299847"/>
                </a:lnTo>
                <a:lnTo>
                  <a:pt x="1068832" y="284708"/>
                </a:lnTo>
                <a:lnTo>
                  <a:pt x="1077480" y="266700"/>
                </a:lnTo>
                <a:lnTo>
                  <a:pt x="1087640" y="260604"/>
                </a:lnTo>
                <a:lnTo>
                  <a:pt x="1092720" y="257556"/>
                </a:lnTo>
                <a:lnTo>
                  <a:pt x="1066812" y="234696"/>
                </a:lnTo>
                <a:lnTo>
                  <a:pt x="1054620" y="249936"/>
                </a:lnTo>
                <a:lnTo>
                  <a:pt x="1054620" y="260604"/>
                </a:lnTo>
                <a:lnTo>
                  <a:pt x="1046632" y="278638"/>
                </a:lnTo>
                <a:lnTo>
                  <a:pt x="1038809" y="293941"/>
                </a:lnTo>
                <a:lnTo>
                  <a:pt x="1031252" y="306692"/>
                </a:lnTo>
                <a:lnTo>
                  <a:pt x="1024140" y="316992"/>
                </a:lnTo>
                <a:lnTo>
                  <a:pt x="981278" y="307352"/>
                </a:lnTo>
                <a:lnTo>
                  <a:pt x="969276" y="304800"/>
                </a:lnTo>
                <a:lnTo>
                  <a:pt x="975690" y="293941"/>
                </a:lnTo>
                <a:lnTo>
                  <a:pt x="988555" y="271805"/>
                </a:lnTo>
                <a:lnTo>
                  <a:pt x="995184" y="260604"/>
                </a:lnTo>
                <a:lnTo>
                  <a:pt x="1054620" y="260604"/>
                </a:lnTo>
                <a:lnTo>
                  <a:pt x="1054620" y="249936"/>
                </a:lnTo>
                <a:lnTo>
                  <a:pt x="1001280" y="249936"/>
                </a:lnTo>
                <a:lnTo>
                  <a:pt x="1007846" y="239890"/>
                </a:lnTo>
                <a:lnTo>
                  <a:pt x="1013853" y="232410"/>
                </a:lnTo>
                <a:lnTo>
                  <a:pt x="1019276" y="227228"/>
                </a:lnTo>
                <a:lnTo>
                  <a:pt x="1024140" y="224028"/>
                </a:lnTo>
                <a:lnTo>
                  <a:pt x="999756" y="213360"/>
                </a:lnTo>
                <a:lnTo>
                  <a:pt x="1001953" y="211836"/>
                </a:lnTo>
                <a:lnTo>
                  <a:pt x="1019568" y="199644"/>
                </a:lnTo>
                <a:lnTo>
                  <a:pt x="1019568" y="146304"/>
                </a:lnTo>
                <a:lnTo>
                  <a:pt x="1032179" y="154597"/>
                </a:lnTo>
                <a:lnTo>
                  <a:pt x="1042809" y="163449"/>
                </a:lnTo>
                <a:lnTo>
                  <a:pt x="1051712" y="172885"/>
                </a:lnTo>
                <a:lnTo>
                  <a:pt x="1059192" y="182880"/>
                </a:lnTo>
                <a:lnTo>
                  <a:pt x="1065288" y="190500"/>
                </a:lnTo>
                <a:lnTo>
                  <a:pt x="1069860" y="195072"/>
                </a:lnTo>
                <a:lnTo>
                  <a:pt x="1074432" y="195072"/>
                </a:lnTo>
                <a:lnTo>
                  <a:pt x="1075956" y="192024"/>
                </a:lnTo>
                <a:lnTo>
                  <a:pt x="1077480" y="187452"/>
                </a:lnTo>
                <a:lnTo>
                  <a:pt x="1079004" y="181356"/>
                </a:lnTo>
                <a:lnTo>
                  <a:pt x="1078928" y="165950"/>
                </a:lnTo>
                <a:lnTo>
                  <a:pt x="1075956" y="158496"/>
                </a:lnTo>
                <a:lnTo>
                  <a:pt x="1069860" y="153924"/>
                </a:lnTo>
                <a:lnTo>
                  <a:pt x="1063282" y="150241"/>
                </a:lnTo>
                <a:lnTo>
                  <a:pt x="1053198" y="146304"/>
                </a:lnTo>
                <a:lnTo>
                  <a:pt x="1052715" y="146113"/>
                </a:lnTo>
                <a:lnTo>
                  <a:pt x="1038136" y="141719"/>
                </a:lnTo>
                <a:lnTo>
                  <a:pt x="1032014" y="140208"/>
                </a:lnTo>
                <a:lnTo>
                  <a:pt x="1019568" y="137160"/>
                </a:lnTo>
                <a:lnTo>
                  <a:pt x="1019568" y="121920"/>
                </a:lnTo>
                <a:lnTo>
                  <a:pt x="1112532" y="121920"/>
                </a:lnTo>
                <a:close/>
              </a:path>
              <a:path w="4406265" h="412114">
                <a:moveTo>
                  <a:pt x="1290840" y="121920"/>
                </a:moveTo>
                <a:lnTo>
                  <a:pt x="1280680" y="111252"/>
                </a:lnTo>
                <a:lnTo>
                  <a:pt x="1260360" y="89916"/>
                </a:lnTo>
                <a:lnTo>
                  <a:pt x="1239024" y="111252"/>
                </a:lnTo>
                <a:lnTo>
                  <a:pt x="1214640" y="111252"/>
                </a:lnTo>
                <a:lnTo>
                  <a:pt x="1214640" y="121920"/>
                </a:lnTo>
                <a:lnTo>
                  <a:pt x="1209802" y="173621"/>
                </a:lnTo>
                <a:lnTo>
                  <a:pt x="1202258" y="218884"/>
                </a:lnTo>
                <a:lnTo>
                  <a:pt x="1192136" y="257556"/>
                </a:lnTo>
                <a:lnTo>
                  <a:pt x="1179588" y="289560"/>
                </a:lnTo>
                <a:lnTo>
                  <a:pt x="1165009" y="254152"/>
                </a:lnTo>
                <a:lnTo>
                  <a:pt x="1153299" y="214312"/>
                </a:lnTo>
                <a:lnTo>
                  <a:pt x="1144435" y="170192"/>
                </a:lnTo>
                <a:lnTo>
                  <a:pt x="1139761" y="132588"/>
                </a:lnTo>
                <a:lnTo>
                  <a:pt x="1138440" y="121920"/>
                </a:lnTo>
                <a:lnTo>
                  <a:pt x="1214640" y="121920"/>
                </a:lnTo>
                <a:lnTo>
                  <a:pt x="1214640" y="111252"/>
                </a:lnTo>
                <a:lnTo>
                  <a:pt x="1139964" y="111252"/>
                </a:lnTo>
                <a:lnTo>
                  <a:pt x="1148511" y="88379"/>
                </a:lnTo>
                <a:lnTo>
                  <a:pt x="1165872" y="45720"/>
                </a:lnTo>
                <a:lnTo>
                  <a:pt x="1187208" y="24384"/>
                </a:lnTo>
                <a:lnTo>
                  <a:pt x="1147584" y="1524"/>
                </a:lnTo>
                <a:lnTo>
                  <a:pt x="1131887" y="68707"/>
                </a:lnTo>
                <a:lnTo>
                  <a:pt x="1114628" y="126301"/>
                </a:lnTo>
                <a:lnTo>
                  <a:pt x="1095933" y="174485"/>
                </a:lnTo>
                <a:lnTo>
                  <a:pt x="1075956" y="213360"/>
                </a:lnTo>
                <a:lnTo>
                  <a:pt x="1080528" y="217932"/>
                </a:lnTo>
                <a:lnTo>
                  <a:pt x="1096530" y="197104"/>
                </a:lnTo>
                <a:lnTo>
                  <a:pt x="1110246" y="175831"/>
                </a:lnTo>
                <a:lnTo>
                  <a:pt x="1121676" y="154292"/>
                </a:lnTo>
                <a:lnTo>
                  <a:pt x="1130820" y="132588"/>
                </a:lnTo>
                <a:lnTo>
                  <a:pt x="1133932" y="179743"/>
                </a:lnTo>
                <a:lnTo>
                  <a:pt x="1140917" y="225171"/>
                </a:lnTo>
                <a:lnTo>
                  <a:pt x="1151597" y="268897"/>
                </a:lnTo>
                <a:lnTo>
                  <a:pt x="1165872" y="310896"/>
                </a:lnTo>
                <a:lnTo>
                  <a:pt x="1140739" y="339191"/>
                </a:lnTo>
                <a:lnTo>
                  <a:pt x="1111199" y="364617"/>
                </a:lnTo>
                <a:lnTo>
                  <a:pt x="1077353" y="387197"/>
                </a:lnTo>
                <a:lnTo>
                  <a:pt x="1039380" y="406908"/>
                </a:lnTo>
                <a:lnTo>
                  <a:pt x="1042428" y="411480"/>
                </a:lnTo>
                <a:lnTo>
                  <a:pt x="1080998" y="396938"/>
                </a:lnTo>
                <a:lnTo>
                  <a:pt x="1116723" y="378523"/>
                </a:lnTo>
                <a:lnTo>
                  <a:pt x="1149578" y="356412"/>
                </a:lnTo>
                <a:lnTo>
                  <a:pt x="1179588" y="330708"/>
                </a:lnTo>
                <a:lnTo>
                  <a:pt x="1195324" y="349808"/>
                </a:lnTo>
                <a:lnTo>
                  <a:pt x="1212926" y="368046"/>
                </a:lnTo>
                <a:lnTo>
                  <a:pt x="1232522" y="385152"/>
                </a:lnTo>
                <a:lnTo>
                  <a:pt x="1254264" y="400812"/>
                </a:lnTo>
                <a:lnTo>
                  <a:pt x="1257376" y="394296"/>
                </a:lnTo>
                <a:lnTo>
                  <a:pt x="1264361" y="388620"/>
                </a:lnTo>
                <a:lnTo>
                  <a:pt x="1275041" y="384098"/>
                </a:lnTo>
                <a:lnTo>
                  <a:pt x="1289316" y="381000"/>
                </a:lnTo>
                <a:lnTo>
                  <a:pt x="1289316" y="373380"/>
                </a:lnTo>
                <a:lnTo>
                  <a:pt x="1262976" y="365366"/>
                </a:lnTo>
                <a:lnTo>
                  <a:pt x="1238643" y="352615"/>
                </a:lnTo>
                <a:lnTo>
                  <a:pt x="1216012" y="335026"/>
                </a:lnTo>
                <a:lnTo>
                  <a:pt x="1211973" y="330708"/>
                </a:lnTo>
                <a:lnTo>
                  <a:pt x="1194828" y="312420"/>
                </a:lnTo>
                <a:lnTo>
                  <a:pt x="1205611" y="289560"/>
                </a:lnTo>
                <a:lnTo>
                  <a:pt x="1211402" y="277304"/>
                </a:lnTo>
                <a:lnTo>
                  <a:pt x="1224546" y="233743"/>
                </a:lnTo>
                <a:lnTo>
                  <a:pt x="1234262" y="181914"/>
                </a:lnTo>
                <a:lnTo>
                  <a:pt x="1240548" y="121920"/>
                </a:lnTo>
                <a:lnTo>
                  <a:pt x="1290840" y="121920"/>
                </a:lnTo>
                <a:close/>
              </a:path>
              <a:path w="4406265" h="412114">
                <a:moveTo>
                  <a:pt x="1488960" y="318516"/>
                </a:moveTo>
                <a:lnTo>
                  <a:pt x="1485912" y="309372"/>
                </a:lnTo>
                <a:lnTo>
                  <a:pt x="1446288" y="321564"/>
                </a:lnTo>
                <a:lnTo>
                  <a:pt x="1424609" y="327812"/>
                </a:lnTo>
                <a:lnTo>
                  <a:pt x="1402092" y="333756"/>
                </a:lnTo>
                <a:lnTo>
                  <a:pt x="1360944" y="343662"/>
                </a:lnTo>
                <a:lnTo>
                  <a:pt x="1345514" y="347052"/>
                </a:lnTo>
                <a:lnTo>
                  <a:pt x="1333512" y="348996"/>
                </a:lnTo>
                <a:lnTo>
                  <a:pt x="1353324" y="382524"/>
                </a:lnTo>
                <a:lnTo>
                  <a:pt x="1393825" y="358952"/>
                </a:lnTo>
                <a:lnTo>
                  <a:pt x="1439240" y="338455"/>
                </a:lnTo>
                <a:lnTo>
                  <a:pt x="1475816" y="323075"/>
                </a:lnTo>
                <a:lnTo>
                  <a:pt x="1488960" y="318516"/>
                </a:lnTo>
                <a:close/>
              </a:path>
              <a:path w="4406265" h="412114">
                <a:moveTo>
                  <a:pt x="1492008" y="103632"/>
                </a:moveTo>
                <a:lnTo>
                  <a:pt x="1463052" y="83820"/>
                </a:lnTo>
                <a:lnTo>
                  <a:pt x="1457693" y="100063"/>
                </a:lnTo>
                <a:lnTo>
                  <a:pt x="1451051" y="116586"/>
                </a:lnTo>
                <a:lnTo>
                  <a:pt x="1443609" y="132969"/>
                </a:lnTo>
                <a:lnTo>
                  <a:pt x="1435620" y="149352"/>
                </a:lnTo>
                <a:lnTo>
                  <a:pt x="1363992" y="156972"/>
                </a:lnTo>
                <a:lnTo>
                  <a:pt x="1378800" y="133121"/>
                </a:lnTo>
                <a:lnTo>
                  <a:pt x="1391805" y="111252"/>
                </a:lnTo>
                <a:lnTo>
                  <a:pt x="1402994" y="91821"/>
                </a:lnTo>
                <a:lnTo>
                  <a:pt x="1412760" y="74676"/>
                </a:lnTo>
                <a:lnTo>
                  <a:pt x="1420761" y="59804"/>
                </a:lnTo>
                <a:lnTo>
                  <a:pt x="1428762" y="47053"/>
                </a:lnTo>
                <a:lnTo>
                  <a:pt x="1436763" y="36322"/>
                </a:lnTo>
                <a:lnTo>
                  <a:pt x="1444764" y="27432"/>
                </a:lnTo>
                <a:lnTo>
                  <a:pt x="1412760" y="7620"/>
                </a:lnTo>
                <a:lnTo>
                  <a:pt x="1393037" y="67627"/>
                </a:lnTo>
                <a:lnTo>
                  <a:pt x="1368729" y="120548"/>
                </a:lnTo>
                <a:lnTo>
                  <a:pt x="1338084" y="156972"/>
                </a:lnTo>
                <a:lnTo>
                  <a:pt x="1353324" y="185928"/>
                </a:lnTo>
                <a:lnTo>
                  <a:pt x="1360462" y="182486"/>
                </a:lnTo>
                <a:lnTo>
                  <a:pt x="1376464" y="175006"/>
                </a:lnTo>
                <a:lnTo>
                  <a:pt x="1385328" y="170688"/>
                </a:lnTo>
                <a:lnTo>
                  <a:pt x="1395920" y="167284"/>
                </a:lnTo>
                <a:lnTo>
                  <a:pt x="1407236" y="164020"/>
                </a:lnTo>
                <a:lnTo>
                  <a:pt x="1419402" y="161048"/>
                </a:lnTo>
                <a:lnTo>
                  <a:pt x="1432572" y="158496"/>
                </a:lnTo>
                <a:lnTo>
                  <a:pt x="1401330" y="205359"/>
                </a:lnTo>
                <a:lnTo>
                  <a:pt x="1370088" y="246507"/>
                </a:lnTo>
                <a:lnTo>
                  <a:pt x="1342656" y="263652"/>
                </a:lnTo>
                <a:lnTo>
                  <a:pt x="1362468" y="295656"/>
                </a:lnTo>
                <a:lnTo>
                  <a:pt x="1399324" y="276593"/>
                </a:lnTo>
                <a:lnTo>
                  <a:pt x="1435633" y="264083"/>
                </a:lnTo>
                <a:lnTo>
                  <a:pt x="1446085" y="260604"/>
                </a:lnTo>
                <a:lnTo>
                  <a:pt x="1465973" y="253898"/>
                </a:lnTo>
                <a:lnTo>
                  <a:pt x="1478292" y="249936"/>
                </a:lnTo>
                <a:lnTo>
                  <a:pt x="1476768" y="243840"/>
                </a:lnTo>
                <a:lnTo>
                  <a:pt x="1459382" y="247535"/>
                </a:lnTo>
                <a:lnTo>
                  <a:pt x="1437144" y="251650"/>
                </a:lnTo>
                <a:lnTo>
                  <a:pt x="1410322" y="256057"/>
                </a:lnTo>
                <a:lnTo>
                  <a:pt x="1379232" y="260604"/>
                </a:lnTo>
                <a:lnTo>
                  <a:pt x="1403819" y="229133"/>
                </a:lnTo>
                <a:lnTo>
                  <a:pt x="1425143" y="200787"/>
                </a:lnTo>
                <a:lnTo>
                  <a:pt x="1443304" y="175310"/>
                </a:lnTo>
                <a:lnTo>
                  <a:pt x="1454442" y="158496"/>
                </a:lnTo>
                <a:lnTo>
                  <a:pt x="1455445" y="156972"/>
                </a:lnTo>
                <a:lnTo>
                  <a:pt x="1470139" y="134708"/>
                </a:lnTo>
                <a:lnTo>
                  <a:pt x="1479816" y="120586"/>
                </a:lnTo>
                <a:lnTo>
                  <a:pt x="1487195" y="110185"/>
                </a:lnTo>
                <a:lnTo>
                  <a:pt x="1492008" y="103632"/>
                </a:lnTo>
                <a:close/>
              </a:path>
              <a:path w="4406265" h="412114">
                <a:moveTo>
                  <a:pt x="1738896" y="381000"/>
                </a:moveTo>
                <a:lnTo>
                  <a:pt x="1709940" y="345948"/>
                </a:lnTo>
                <a:lnTo>
                  <a:pt x="1684032" y="370332"/>
                </a:lnTo>
                <a:lnTo>
                  <a:pt x="1671840" y="370332"/>
                </a:lnTo>
                <a:lnTo>
                  <a:pt x="1671840" y="57912"/>
                </a:lnTo>
                <a:lnTo>
                  <a:pt x="1680298" y="50292"/>
                </a:lnTo>
                <a:lnTo>
                  <a:pt x="1687080" y="44196"/>
                </a:lnTo>
                <a:lnTo>
                  <a:pt x="1681594" y="39624"/>
                </a:lnTo>
                <a:lnTo>
                  <a:pt x="1659648" y="21336"/>
                </a:lnTo>
                <a:lnTo>
                  <a:pt x="1647456" y="37592"/>
                </a:lnTo>
                <a:lnTo>
                  <a:pt x="1647456" y="50292"/>
                </a:lnTo>
                <a:lnTo>
                  <a:pt x="1647456" y="146304"/>
                </a:lnTo>
                <a:lnTo>
                  <a:pt x="1647456" y="156972"/>
                </a:lnTo>
                <a:lnTo>
                  <a:pt x="1647456" y="254508"/>
                </a:lnTo>
                <a:lnTo>
                  <a:pt x="1647456" y="263652"/>
                </a:lnTo>
                <a:lnTo>
                  <a:pt x="1647456" y="370332"/>
                </a:lnTo>
                <a:lnTo>
                  <a:pt x="1536204" y="370332"/>
                </a:lnTo>
                <a:lnTo>
                  <a:pt x="1536204" y="263652"/>
                </a:lnTo>
                <a:lnTo>
                  <a:pt x="1647456" y="263652"/>
                </a:lnTo>
                <a:lnTo>
                  <a:pt x="1647456" y="254508"/>
                </a:lnTo>
                <a:lnTo>
                  <a:pt x="1536204" y="254508"/>
                </a:lnTo>
                <a:lnTo>
                  <a:pt x="1536204" y="156972"/>
                </a:lnTo>
                <a:lnTo>
                  <a:pt x="1647456" y="156972"/>
                </a:lnTo>
                <a:lnTo>
                  <a:pt x="1647456" y="146304"/>
                </a:lnTo>
                <a:lnTo>
                  <a:pt x="1536204" y="146304"/>
                </a:lnTo>
                <a:lnTo>
                  <a:pt x="1536204" y="50292"/>
                </a:lnTo>
                <a:lnTo>
                  <a:pt x="1647456" y="50292"/>
                </a:lnTo>
                <a:lnTo>
                  <a:pt x="1647456" y="37592"/>
                </a:lnTo>
                <a:lnTo>
                  <a:pt x="1645932" y="39624"/>
                </a:lnTo>
                <a:lnTo>
                  <a:pt x="1536204" y="39624"/>
                </a:lnTo>
                <a:lnTo>
                  <a:pt x="1511820" y="24384"/>
                </a:lnTo>
                <a:lnTo>
                  <a:pt x="1512697" y="41821"/>
                </a:lnTo>
                <a:lnTo>
                  <a:pt x="1513014" y="57912"/>
                </a:lnTo>
                <a:lnTo>
                  <a:pt x="1513166" y="67627"/>
                </a:lnTo>
                <a:lnTo>
                  <a:pt x="1513268" y="83820"/>
                </a:lnTo>
                <a:lnTo>
                  <a:pt x="1513344" y="370332"/>
                </a:lnTo>
                <a:lnTo>
                  <a:pt x="1449336" y="370332"/>
                </a:lnTo>
                <a:lnTo>
                  <a:pt x="1464576" y="385572"/>
                </a:lnTo>
                <a:lnTo>
                  <a:pt x="1474876" y="383578"/>
                </a:lnTo>
                <a:lnTo>
                  <a:pt x="1485341" y="382143"/>
                </a:lnTo>
                <a:lnTo>
                  <a:pt x="1496072" y="381292"/>
                </a:lnTo>
                <a:lnTo>
                  <a:pt x="1507248" y="381000"/>
                </a:lnTo>
                <a:lnTo>
                  <a:pt x="1738896" y="381000"/>
                </a:lnTo>
                <a:close/>
              </a:path>
              <a:path w="4406265" h="412114">
                <a:moveTo>
                  <a:pt x="1918728" y="152412"/>
                </a:moveTo>
                <a:lnTo>
                  <a:pt x="1891296" y="125171"/>
                </a:lnTo>
                <a:lnTo>
                  <a:pt x="1854720" y="103644"/>
                </a:lnTo>
                <a:lnTo>
                  <a:pt x="1848624" y="109740"/>
                </a:lnTo>
                <a:lnTo>
                  <a:pt x="1862315" y="125691"/>
                </a:lnTo>
                <a:lnTo>
                  <a:pt x="1873580" y="141363"/>
                </a:lnTo>
                <a:lnTo>
                  <a:pt x="1882267" y="156451"/>
                </a:lnTo>
                <a:lnTo>
                  <a:pt x="1888248" y="170700"/>
                </a:lnTo>
                <a:lnTo>
                  <a:pt x="1897392" y="188988"/>
                </a:lnTo>
                <a:lnTo>
                  <a:pt x="1903488" y="188988"/>
                </a:lnTo>
                <a:lnTo>
                  <a:pt x="1906536" y="185940"/>
                </a:lnTo>
                <a:lnTo>
                  <a:pt x="1911108" y="176796"/>
                </a:lnTo>
                <a:lnTo>
                  <a:pt x="1915680" y="169176"/>
                </a:lnTo>
                <a:lnTo>
                  <a:pt x="1918728" y="163080"/>
                </a:lnTo>
                <a:lnTo>
                  <a:pt x="1918728" y="152412"/>
                </a:lnTo>
                <a:close/>
              </a:path>
              <a:path w="4406265" h="412114">
                <a:moveTo>
                  <a:pt x="2180856" y="349008"/>
                </a:moveTo>
                <a:lnTo>
                  <a:pt x="2137321" y="333832"/>
                </a:lnTo>
                <a:lnTo>
                  <a:pt x="2098192" y="312153"/>
                </a:lnTo>
                <a:lnTo>
                  <a:pt x="2063445" y="284048"/>
                </a:lnTo>
                <a:lnTo>
                  <a:pt x="2033079" y="249567"/>
                </a:lnTo>
                <a:lnTo>
                  <a:pt x="2007120" y="208800"/>
                </a:lnTo>
                <a:lnTo>
                  <a:pt x="2179332" y="208800"/>
                </a:lnTo>
                <a:lnTo>
                  <a:pt x="2142756" y="172224"/>
                </a:lnTo>
                <a:lnTo>
                  <a:pt x="2116848" y="198132"/>
                </a:lnTo>
                <a:lnTo>
                  <a:pt x="2031504" y="198132"/>
                </a:lnTo>
                <a:lnTo>
                  <a:pt x="2047760" y="184429"/>
                </a:lnTo>
                <a:lnTo>
                  <a:pt x="2064461" y="168605"/>
                </a:lnTo>
                <a:lnTo>
                  <a:pt x="2081428" y="150761"/>
                </a:lnTo>
                <a:lnTo>
                  <a:pt x="2098560" y="131076"/>
                </a:lnTo>
                <a:lnTo>
                  <a:pt x="2116848" y="124980"/>
                </a:lnTo>
                <a:lnTo>
                  <a:pt x="2080272" y="97548"/>
                </a:lnTo>
                <a:lnTo>
                  <a:pt x="2069045" y="122694"/>
                </a:lnTo>
                <a:lnTo>
                  <a:pt x="2055698" y="147840"/>
                </a:lnTo>
                <a:lnTo>
                  <a:pt x="2039759" y="172986"/>
                </a:lnTo>
                <a:lnTo>
                  <a:pt x="2020836" y="198132"/>
                </a:lnTo>
                <a:lnTo>
                  <a:pt x="1990356" y="198132"/>
                </a:lnTo>
                <a:lnTo>
                  <a:pt x="1990356" y="89928"/>
                </a:lnTo>
                <a:lnTo>
                  <a:pt x="2154948" y="89928"/>
                </a:lnTo>
                <a:lnTo>
                  <a:pt x="2119896" y="56400"/>
                </a:lnTo>
                <a:lnTo>
                  <a:pt x="2095512" y="79260"/>
                </a:lnTo>
                <a:lnTo>
                  <a:pt x="1990356" y="79260"/>
                </a:lnTo>
                <a:lnTo>
                  <a:pt x="1990356" y="33540"/>
                </a:lnTo>
                <a:lnTo>
                  <a:pt x="2007120" y="21348"/>
                </a:lnTo>
                <a:lnTo>
                  <a:pt x="1961400" y="12"/>
                </a:lnTo>
                <a:lnTo>
                  <a:pt x="1962277" y="20535"/>
                </a:lnTo>
                <a:lnTo>
                  <a:pt x="1962734" y="40779"/>
                </a:lnTo>
                <a:lnTo>
                  <a:pt x="1962861" y="56400"/>
                </a:lnTo>
                <a:lnTo>
                  <a:pt x="1962924" y="79260"/>
                </a:lnTo>
                <a:lnTo>
                  <a:pt x="1807476" y="79260"/>
                </a:lnTo>
                <a:lnTo>
                  <a:pt x="1822716" y="96024"/>
                </a:lnTo>
                <a:lnTo>
                  <a:pt x="1833003" y="93141"/>
                </a:lnTo>
                <a:lnTo>
                  <a:pt x="1843290" y="91262"/>
                </a:lnTo>
                <a:lnTo>
                  <a:pt x="1853577" y="90233"/>
                </a:lnTo>
                <a:lnTo>
                  <a:pt x="1863864" y="89928"/>
                </a:lnTo>
                <a:lnTo>
                  <a:pt x="1962924" y="89928"/>
                </a:lnTo>
                <a:lnTo>
                  <a:pt x="1962924" y="198132"/>
                </a:lnTo>
                <a:lnTo>
                  <a:pt x="1773948" y="198132"/>
                </a:lnTo>
                <a:lnTo>
                  <a:pt x="1789188" y="213372"/>
                </a:lnTo>
                <a:lnTo>
                  <a:pt x="1799488" y="211366"/>
                </a:lnTo>
                <a:lnTo>
                  <a:pt x="1809953" y="209943"/>
                </a:lnTo>
                <a:lnTo>
                  <a:pt x="1820684" y="209080"/>
                </a:lnTo>
                <a:lnTo>
                  <a:pt x="1831860" y="208800"/>
                </a:lnTo>
                <a:lnTo>
                  <a:pt x="1944636" y="208800"/>
                </a:lnTo>
                <a:lnTo>
                  <a:pt x="1918271" y="253961"/>
                </a:lnTo>
                <a:lnTo>
                  <a:pt x="1888477" y="294386"/>
                </a:lnTo>
                <a:lnTo>
                  <a:pt x="1855089" y="330047"/>
                </a:lnTo>
                <a:lnTo>
                  <a:pt x="1817979" y="360946"/>
                </a:lnTo>
                <a:lnTo>
                  <a:pt x="1776996" y="387108"/>
                </a:lnTo>
                <a:lnTo>
                  <a:pt x="1780044" y="394728"/>
                </a:lnTo>
                <a:lnTo>
                  <a:pt x="1823935" y="372783"/>
                </a:lnTo>
                <a:lnTo>
                  <a:pt x="1864169" y="345351"/>
                </a:lnTo>
                <a:lnTo>
                  <a:pt x="1900745" y="312432"/>
                </a:lnTo>
                <a:lnTo>
                  <a:pt x="1933663" y="274027"/>
                </a:lnTo>
                <a:lnTo>
                  <a:pt x="1962924" y="230136"/>
                </a:lnTo>
                <a:lnTo>
                  <a:pt x="1962797" y="312432"/>
                </a:lnTo>
                <a:lnTo>
                  <a:pt x="1962696" y="334149"/>
                </a:lnTo>
                <a:lnTo>
                  <a:pt x="1962353" y="367550"/>
                </a:lnTo>
                <a:lnTo>
                  <a:pt x="1962226" y="376440"/>
                </a:lnTo>
                <a:lnTo>
                  <a:pt x="1961400" y="411492"/>
                </a:lnTo>
                <a:lnTo>
                  <a:pt x="1991880" y="397776"/>
                </a:lnTo>
                <a:lnTo>
                  <a:pt x="1991017" y="374357"/>
                </a:lnTo>
                <a:lnTo>
                  <a:pt x="1990547" y="334149"/>
                </a:lnTo>
                <a:lnTo>
                  <a:pt x="1990471" y="312432"/>
                </a:lnTo>
                <a:lnTo>
                  <a:pt x="1990356" y="230136"/>
                </a:lnTo>
                <a:lnTo>
                  <a:pt x="1990356" y="208800"/>
                </a:lnTo>
                <a:lnTo>
                  <a:pt x="1997976" y="208800"/>
                </a:lnTo>
                <a:lnTo>
                  <a:pt x="2017712" y="252120"/>
                </a:lnTo>
                <a:lnTo>
                  <a:pt x="2042134" y="290626"/>
                </a:lnTo>
                <a:lnTo>
                  <a:pt x="2071154" y="324231"/>
                </a:lnTo>
                <a:lnTo>
                  <a:pt x="2104720" y="352856"/>
                </a:lnTo>
                <a:lnTo>
                  <a:pt x="2142756" y="376440"/>
                </a:lnTo>
                <a:lnTo>
                  <a:pt x="2147633" y="367550"/>
                </a:lnTo>
                <a:lnTo>
                  <a:pt x="2155520" y="361391"/>
                </a:lnTo>
                <a:lnTo>
                  <a:pt x="2166543" y="357784"/>
                </a:lnTo>
                <a:lnTo>
                  <a:pt x="2180856" y="356628"/>
                </a:lnTo>
                <a:lnTo>
                  <a:pt x="2180856" y="349008"/>
                </a:lnTo>
                <a:close/>
              </a:path>
              <a:path w="4406265" h="412114">
                <a:moveTo>
                  <a:pt x="2337816" y="67056"/>
                </a:moveTo>
                <a:lnTo>
                  <a:pt x="2307488" y="31508"/>
                </a:lnTo>
                <a:lnTo>
                  <a:pt x="2275332" y="13716"/>
                </a:lnTo>
                <a:lnTo>
                  <a:pt x="2270760" y="19812"/>
                </a:lnTo>
                <a:lnTo>
                  <a:pt x="2284196" y="34150"/>
                </a:lnTo>
                <a:lnTo>
                  <a:pt x="2294763" y="47625"/>
                </a:lnTo>
                <a:lnTo>
                  <a:pt x="2302484" y="60540"/>
                </a:lnTo>
                <a:lnTo>
                  <a:pt x="2307336" y="73152"/>
                </a:lnTo>
                <a:lnTo>
                  <a:pt x="2311057" y="83489"/>
                </a:lnTo>
                <a:lnTo>
                  <a:pt x="2315337" y="89535"/>
                </a:lnTo>
                <a:lnTo>
                  <a:pt x="2320201" y="91592"/>
                </a:lnTo>
                <a:lnTo>
                  <a:pt x="2325624" y="89916"/>
                </a:lnTo>
                <a:lnTo>
                  <a:pt x="2329891" y="85915"/>
                </a:lnTo>
                <a:lnTo>
                  <a:pt x="2333434" y="80772"/>
                </a:lnTo>
                <a:lnTo>
                  <a:pt x="2336127" y="74485"/>
                </a:lnTo>
                <a:lnTo>
                  <a:pt x="2337816" y="67056"/>
                </a:lnTo>
                <a:close/>
              </a:path>
              <a:path w="4406265" h="412114">
                <a:moveTo>
                  <a:pt x="2383536" y="286512"/>
                </a:moveTo>
                <a:lnTo>
                  <a:pt x="2378964" y="281940"/>
                </a:lnTo>
                <a:lnTo>
                  <a:pt x="2318004" y="338328"/>
                </a:lnTo>
                <a:lnTo>
                  <a:pt x="2318004" y="176784"/>
                </a:lnTo>
                <a:lnTo>
                  <a:pt x="2327529" y="169164"/>
                </a:lnTo>
                <a:lnTo>
                  <a:pt x="2333244" y="164592"/>
                </a:lnTo>
                <a:lnTo>
                  <a:pt x="2308860" y="140208"/>
                </a:lnTo>
                <a:lnTo>
                  <a:pt x="2292096" y="158496"/>
                </a:lnTo>
                <a:lnTo>
                  <a:pt x="2215896" y="158496"/>
                </a:lnTo>
                <a:lnTo>
                  <a:pt x="2231136" y="173736"/>
                </a:lnTo>
                <a:lnTo>
                  <a:pt x="2241423" y="171742"/>
                </a:lnTo>
                <a:lnTo>
                  <a:pt x="2251710" y="170307"/>
                </a:lnTo>
                <a:lnTo>
                  <a:pt x="2261997" y="169456"/>
                </a:lnTo>
                <a:lnTo>
                  <a:pt x="2272284" y="169164"/>
                </a:lnTo>
                <a:lnTo>
                  <a:pt x="2293620" y="169164"/>
                </a:lnTo>
                <a:lnTo>
                  <a:pt x="2293620" y="330708"/>
                </a:lnTo>
                <a:lnTo>
                  <a:pt x="2293366" y="338734"/>
                </a:lnTo>
                <a:lnTo>
                  <a:pt x="2293264" y="340855"/>
                </a:lnTo>
                <a:lnTo>
                  <a:pt x="2292286" y="348805"/>
                </a:lnTo>
                <a:lnTo>
                  <a:pt x="2290407" y="355790"/>
                </a:lnTo>
                <a:lnTo>
                  <a:pt x="2287524" y="361188"/>
                </a:lnTo>
                <a:lnTo>
                  <a:pt x="2308860" y="388620"/>
                </a:lnTo>
                <a:lnTo>
                  <a:pt x="2319680" y="372884"/>
                </a:lnTo>
                <a:lnTo>
                  <a:pt x="2335911" y="350710"/>
                </a:lnTo>
                <a:lnTo>
                  <a:pt x="2345131" y="338328"/>
                </a:lnTo>
                <a:lnTo>
                  <a:pt x="2369807" y="305066"/>
                </a:lnTo>
                <a:lnTo>
                  <a:pt x="2383536" y="286512"/>
                </a:lnTo>
                <a:close/>
              </a:path>
              <a:path w="4406265" h="412114">
                <a:moveTo>
                  <a:pt x="2624328" y="362712"/>
                </a:moveTo>
                <a:lnTo>
                  <a:pt x="2601468" y="329184"/>
                </a:lnTo>
                <a:lnTo>
                  <a:pt x="2598420" y="281940"/>
                </a:lnTo>
                <a:lnTo>
                  <a:pt x="2589276" y="281940"/>
                </a:lnTo>
                <a:lnTo>
                  <a:pt x="2586799" y="324040"/>
                </a:lnTo>
                <a:lnTo>
                  <a:pt x="2574036" y="367284"/>
                </a:lnTo>
                <a:lnTo>
                  <a:pt x="2453640" y="367284"/>
                </a:lnTo>
                <a:lnTo>
                  <a:pt x="2442527" y="365290"/>
                </a:lnTo>
                <a:lnTo>
                  <a:pt x="2434399" y="359283"/>
                </a:lnTo>
                <a:lnTo>
                  <a:pt x="2429433" y="349288"/>
                </a:lnTo>
                <a:lnTo>
                  <a:pt x="2427732" y="335280"/>
                </a:lnTo>
                <a:lnTo>
                  <a:pt x="2427732" y="193548"/>
                </a:lnTo>
                <a:lnTo>
                  <a:pt x="2549652" y="193548"/>
                </a:lnTo>
                <a:lnTo>
                  <a:pt x="2549652" y="217932"/>
                </a:lnTo>
                <a:lnTo>
                  <a:pt x="2575560" y="205740"/>
                </a:lnTo>
                <a:lnTo>
                  <a:pt x="2575001" y="193548"/>
                </a:lnTo>
                <a:lnTo>
                  <a:pt x="2574683" y="186867"/>
                </a:lnTo>
                <a:lnTo>
                  <a:pt x="2574620" y="182880"/>
                </a:lnTo>
                <a:lnTo>
                  <a:pt x="2574252" y="158496"/>
                </a:lnTo>
                <a:lnTo>
                  <a:pt x="2574163" y="140208"/>
                </a:lnTo>
                <a:lnTo>
                  <a:pt x="2574036" y="67056"/>
                </a:lnTo>
                <a:lnTo>
                  <a:pt x="2584196" y="60960"/>
                </a:lnTo>
                <a:lnTo>
                  <a:pt x="2589276" y="57912"/>
                </a:lnTo>
                <a:lnTo>
                  <a:pt x="2564892" y="33528"/>
                </a:lnTo>
                <a:lnTo>
                  <a:pt x="2548128" y="50292"/>
                </a:lnTo>
                <a:lnTo>
                  <a:pt x="2382012" y="50292"/>
                </a:lnTo>
                <a:lnTo>
                  <a:pt x="2398776" y="65532"/>
                </a:lnTo>
                <a:lnTo>
                  <a:pt x="2407640" y="63538"/>
                </a:lnTo>
                <a:lnTo>
                  <a:pt x="2415921" y="62103"/>
                </a:lnTo>
                <a:lnTo>
                  <a:pt x="2423642" y="61252"/>
                </a:lnTo>
                <a:lnTo>
                  <a:pt x="2430780" y="60960"/>
                </a:lnTo>
                <a:lnTo>
                  <a:pt x="2549652" y="60960"/>
                </a:lnTo>
                <a:lnTo>
                  <a:pt x="2549652" y="182880"/>
                </a:lnTo>
                <a:lnTo>
                  <a:pt x="2429256" y="182880"/>
                </a:lnTo>
                <a:lnTo>
                  <a:pt x="2401824" y="164592"/>
                </a:lnTo>
                <a:lnTo>
                  <a:pt x="2402713" y="180314"/>
                </a:lnTo>
                <a:lnTo>
                  <a:pt x="2403157" y="195453"/>
                </a:lnTo>
                <a:lnTo>
                  <a:pt x="2403284" y="205740"/>
                </a:lnTo>
                <a:lnTo>
                  <a:pt x="2403348" y="344424"/>
                </a:lnTo>
                <a:lnTo>
                  <a:pt x="2406192" y="363308"/>
                </a:lnTo>
                <a:lnTo>
                  <a:pt x="2414587" y="376618"/>
                </a:lnTo>
                <a:lnTo>
                  <a:pt x="2428430" y="384505"/>
                </a:lnTo>
                <a:lnTo>
                  <a:pt x="2447544" y="387096"/>
                </a:lnTo>
                <a:lnTo>
                  <a:pt x="2580132" y="387096"/>
                </a:lnTo>
                <a:lnTo>
                  <a:pt x="2594978" y="385648"/>
                </a:lnTo>
                <a:lnTo>
                  <a:pt x="2607373" y="381190"/>
                </a:lnTo>
                <a:lnTo>
                  <a:pt x="2617216" y="373595"/>
                </a:lnTo>
                <a:lnTo>
                  <a:pt x="2621343" y="367284"/>
                </a:lnTo>
                <a:lnTo>
                  <a:pt x="2624328" y="362712"/>
                </a:lnTo>
                <a:close/>
              </a:path>
              <a:path w="4406265" h="412114">
                <a:moveTo>
                  <a:pt x="2799600" y="236220"/>
                </a:moveTo>
                <a:lnTo>
                  <a:pt x="2757728" y="199174"/>
                </a:lnTo>
                <a:lnTo>
                  <a:pt x="2732544" y="187452"/>
                </a:lnTo>
                <a:lnTo>
                  <a:pt x="2727972" y="193548"/>
                </a:lnTo>
                <a:lnTo>
                  <a:pt x="2742501" y="209169"/>
                </a:lnTo>
                <a:lnTo>
                  <a:pt x="2754452" y="224218"/>
                </a:lnTo>
                <a:lnTo>
                  <a:pt x="2763761" y="238340"/>
                </a:lnTo>
                <a:lnTo>
                  <a:pt x="2770644" y="251460"/>
                </a:lnTo>
                <a:lnTo>
                  <a:pt x="2775216" y="263652"/>
                </a:lnTo>
                <a:lnTo>
                  <a:pt x="2778264" y="269748"/>
                </a:lnTo>
                <a:lnTo>
                  <a:pt x="2784360" y="269748"/>
                </a:lnTo>
                <a:lnTo>
                  <a:pt x="2787408" y="265176"/>
                </a:lnTo>
                <a:lnTo>
                  <a:pt x="2791980" y="257556"/>
                </a:lnTo>
                <a:lnTo>
                  <a:pt x="2798076" y="249936"/>
                </a:lnTo>
                <a:lnTo>
                  <a:pt x="2799600" y="243840"/>
                </a:lnTo>
                <a:lnTo>
                  <a:pt x="2799600" y="236220"/>
                </a:lnTo>
                <a:close/>
              </a:path>
              <a:path w="4406265" h="412114">
                <a:moveTo>
                  <a:pt x="3069348" y="169164"/>
                </a:moveTo>
                <a:lnTo>
                  <a:pt x="3032772" y="132588"/>
                </a:lnTo>
                <a:lnTo>
                  <a:pt x="3006864" y="158496"/>
                </a:lnTo>
                <a:lnTo>
                  <a:pt x="2970288" y="158496"/>
                </a:lnTo>
                <a:lnTo>
                  <a:pt x="2970288" y="102108"/>
                </a:lnTo>
                <a:lnTo>
                  <a:pt x="2970288" y="48768"/>
                </a:lnTo>
                <a:lnTo>
                  <a:pt x="2982861" y="39624"/>
                </a:lnTo>
                <a:lnTo>
                  <a:pt x="2987052" y="36576"/>
                </a:lnTo>
                <a:lnTo>
                  <a:pt x="2958096" y="12192"/>
                </a:lnTo>
                <a:lnTo>
                  <a:pt x="2944380" y="28956"/>
                </a:lnTo>
                <a:lnTo>
                  <a:pt x="2721876" y="28956"/>
                </a:lnTo>
                <a:lnTo>
                  <a:pt x="2737116" y="45720"/>
                </a:lnTo>
                <a:lnTo>
                  <a:pt x="2746540" y="42849"/>
                </a:lnTo>
                <a:lnTo>
                  <a:pt x="2756547" y="40957"/>
                </a:lnTo>
                <a:lnTo>
                  <a:pt x="2767114" y="39941"/>
                </a:lnTo>
                <a:lnTo>
                  <a:pt x="2778264" y="39624"/>
                </a:lnTo>
                <a:lnTo>
                  <a:pt x="2947428" y="39624"/>
                </a:lnTo>
                <a:lnTo>
                  <a:pt x="2947428" y="91440"/>
                </a:lnTo>
                <a:lnTo>
                  <a:pt x="2747784" y="91440"/>
                </a:lnTo>
                <a:lnTo>
                  <a:pt x="2763024" y="108204"/>
                </a:lnTo>
                <a:lnTo>
                  <a:pt x="2772664" y="105333"/>
                </a:lnTo>
                <a:lnTo>
                  <a:pt x="2783027" y="103441"/>
                </a:lnTo>
                <a:lnTo>
                  <a:pt x="2793669" y="102425"/>
                </a:lnTo>
                <a:lnTo>
                  <a:pt x="2804172" y="102108"/>
                </a:lnTo>
                <a:lnTo>
                  <a:pt x="2947428" y="102108"/>
                </a:lnTo>
                <a:lnTo>
                  <a:pt x="2947428" y="158496"/>
                </a:lnTo>
                <a:lnTo>
                  <a:pt x="2663964" y="158496"/>
                </a:lnTo>
                <a:lnTo>
                  <a:pt x="2679204" y="173736"/>
                </a:lnTo>
                <a:lnTo>
                  <a:pt x="2689504" y="171742"/>
                </a:lnTo>
                <a:lnTo>
                  <a:pt x="2699969" y="170307"/>
                </a:lnTo>
                <a:lnTo>
                  <a:pt x="2710700" y="169456"/>
                </a:lnTo>
                <a:lnTo>
                  <a:pt x="2721876" y="169164"/>
                </a:lnTo>
                <a:lnTo>
                  <a:pt x="2855988" y="169164"/>
                </a:lnTo>
                <a:lnTo>
                  <a:pt x="2855988" y="263652"/>
                </a:lnTo>
                <a:lnTo>
                  <a:pt x="2819146" y="281660"/>
                </a:lnTo>
                <a:lnTo>
                  <a:pt x="2758046" y="309092"/>
                </a:lnTo>
                <a:lnTo>
                  <a:pt x="2712656" y="326593"/>
                </a:lnTo>
                <a:lnTo>
                  <a:pt x="2667012" y="341376"/>
                </a:lnTo>
                <a:lnTo>
                  <a:pt x="2691396" y="376428"/>
                </a:lnTo>
                <a:lnTo>
                  <a:pt x="2725039" y="349427"/>
                </a:lnTo>
                <a:lnTo>
                  <a:pt x="2762389" y="326593"/>
                </a:lnTo>
                <a:lnTo>
                  <a:pt x="2823387" y="292023"/>
                </a:lnTo>
                <a:lnTo>
                  <a:pt x="2855988" y="274320"/>
                </a:lnTo>
                <a:lnTo>
                  <a:pt x="2855988" y="344424"/>
                </a:lnTo>
                <a:lnTo>
                  <a:pt x="2784360" y="359664"/>
                </a:lnTo>
                <a:lnTo>
                  <a:pt x="2784360" y="367284"/>
                </a:lnTo>
                <a:lnTo>
                  <a:pt x="2807500" y="374980"/>
                </a:lnTo>
                <a:lnTo>
                  <a:pt x="2824365" y="384238"/>
                </a:lnTo>
                <a:lnTo>
                  <a:pt x="2834932" y="394931"/>
                </a:lnTo>
                <a:lnTo>
                  <a:pt x="2839224" y="406908"/>
                </a:lnTo>
                <a:lnTo>
                  <a:pt x="2858058" y="395744"/>
                </a:lnTo>
                <a:lnTo>
                  <a:pt x="2871038" y="382714"/>
                </a:lnTo>
                <a:lnTo>
                  <a:pt x="2878010" y="367690"/>
                </a:lnTo>
                <a:lnTo>
                  <a:pt x="2878099" y="365760"/>
                </a:lnTo>
                <a:lnTo>
                  <a:pt x="2878848" y="350520"/>
                </a:lnTo>
                <a:lnTo>
                  <a:pt x="2878848" y="198120"/>
                </a:lnTo>
                <a:lnTo>
                  <a:pt x="2899524" y="246583"/>
                </a:lnTo>
                <a:lnTo>
                  <a:pt x="2925026" y="289471"/>
                </a:lnTo>
                <a:lnTo>
                  <a:pt x="2955429" y="326732"/>
                </a:lnTo>
                <a:lnTo>
                  <a:pt x="2990812" y="358279"/>
                </a:lnTo>
                <a:lnTo>
                  <a:pt x="3031248" y="384048"/>
                </a:lnTo>
                <a:lnTo>
                  <a:pt x="3034627" y="375716"/>
                </a:lnTo>
                <a:lnTo>
                  <a:pt x="3042297" y="368808"/>
                </a:lnTo>
                <a:lnTo>
                  <a:pt x="3053956" y="363054"/>
                </a:lnTo>
                <a:lnTo>
                  <a:pt x="3069348" y="358140"/>
                </a:lnTo>
                <a:lnTo>
                  <a:pt x="3069348" y="350520"/>
                </a:lnTo>
                <a:lnTo>
                  <a:pt x="3031312" y="343382"/>
                </a:lnTo>
                <a:lnTo>
                  <a:pt x="2994863" y="326517"/>
                </a:lnTo>
                <a:lnTo>
                  <a:pt x="2959824" y="299948"/>
                </a:lnTo>
                <a:lnTo>
                  <a:pt x="2926092" y="263652"/>
                </a:lnTo>
                <a:lnTo>
                  <a:pt x="2938589" y="256032"/>
                </a:lnTo>
                <a:lnTo>
                  <a:pt x="2980956" y="231940"/>
                </a:lnTo>
                <a:lnTo>
                  <a:pt x="3020580" y="220980"/>
                </a:lnTo>
                <a:lnTo>
                  <a:pt x="2993148" y="185928"/>
                </a:lnTo>
                <a:lnTo>
                  <a:pt x="2980232" y="203098"/>
                </a:lnTo>
                <a:lnTo>
                  <a:pt x="2964192" y="220408"/>
                </a:lnTo>
                <a:lnTo>
                  <a:pt x="2944711" y="238010"/>
                </a:lnTo>
                <a:lnTo>
                  <a:pt x="2921520" y="256032"/>
                </a:lnTo>
                <a:lnTo>
                  <a:pt x="2911208" y="240017"/>
                </a:lnTo>
                <a:lnTo>
                  <a:pt x="2900756" y="221551"/>
                </a:lnTo>
                <a:lnTo>
                  <a:pt x="2890012" y="200533"/>
                </a:lnTo>
                <a:lnTo>
                  <a:pt x="2888881" y="198120"/>
                </a:lnTo>
                <a:lnTo>
                  <a:pt x="2878848" y="176784"/>
                </a:lnTo>
                <a:lnTo>
                  <a:pt x="2878848" y="169164"/>
                </a:lnTo>
                <a:lnTo>
                  <a:pt x="3069348" y="169164"/>
                </a:lnTo>
                <a:close/>
              </a:path>
              <a:path w="4406265" h="412114">
                <a:moveTo>
                  <a:pt x="3336036" y="274320"/>
                </a:moveTo>
                <a:lnTo>
                  <a:pt x="3294532" y="240461"/>
                </a:lnTo>
                <a:lnTo>
                  <a:pt x="3275076" y="231648"/>
                </a:lnTo>
                <a:lnTo>
                  <a:pt x="3272028" y="236220"/>
                </a:lnTo>
                <a:lnTo>
                  <a:pt x="3285706" y="251701"/>
                </a:lnTo>
                <a:lnTo>
                  <a:pt x="3296793" y="266319"/>
                </a:lnTo>
                <a:lnTo>
                  <a:pt x="3305035" y="280377"/>
                </a:lnTo>
                <a:lnTo>
                  <a:pt x="3310128" y="294132"/>
                </a:lnTo>
                <a:lnTo>
                  <a:pt x="3314700" y="304800"/>
                </a:lnTo>
                <a:lnTo>
                  <a:pt x="3317748" y="310896"/>
                </a:lnTo>
                <a:lnTo>
                  <a:pt x="3323844" y="310896"/>
                </a:lnTo>
                <a:lnTo>
                  <a:pt x="3326892" y="307848"/>
                </a:lnTo>
                <a:lnTo>
                  <a:pt x="3329940" y="300228"/>
                </a:lnTo>
                <a:lnTo>
                  <a:pt x="3334512" y="294132"/>
                </a:lnTo>
                <a:lnTo>
                  <a:pt x="3336036" y="286512"/>
                </a:lnTo>
                <a:lnTo>
                  <a:pt x="3336036" y="274320"/>
                </a:lnTo>
                <a:close/>
              </a:path>
              <a:path w="4406265" h="412114">
                <a:moveTo>
                  <a:pt x="3340608" y="169164"/>
                </a:moveTo>
                <a:lnTo>
                  <a:pt x="3336036" y="161544"/>
                </a:lnTo>
                <a:lnTo>
                  <a:pt x="3326892" y="156972"/>
                </a:lnTo>
                <a:lnTo>
                  <a:pt x="3318878" y="152120"/>
                </a:lnTo>
                <a:lnTo>
                  <a:pt x="3308413" y="146685"/>
                </a:lnTo>
                <a:lnTo>
                  <a:pt x="3295396" y="140690"/>
                </a:lnTo>
                <a:lnTo>
                  <a:pt x="3279648" y="134112"/>
                </a:lnTo>
                <a:lnTo>
                  <a:pt x="3275076" y="138684"/>
                </a:lnTo>
                <a:lnTo>
                  <a:pt x="3288792" y="152361"/>
                </a:lnTo>
                <a:lnTo>
                  <a:pt x="3300222" y="165735"/>
                </a:lnTo>
                <a:lnTo>
                  <a:pt x="3309366" y="178549"/>
                </a:lnTo>
                <a:lnTo>
                  <a:pt x="3316224" y="190500"/>
                </a:lnTo>
                <a:lnTo>
                  <a:pt x="3320796" y="201168"/>
                </a:lnTo>
                <a:lnTo>
                  <a:pt x="3323844" y="207264"/>
                </a:lnTo>
                <a:lnTo>
                  <a:pt x="3328416" y="207264"/>
                </a:lnTo>
                <a:lnTo>
                  <a:pt x="3331464" y="202692"/>
                </a:lnTo>
                <a:lnTo>
                  <a:pt x="3334512" y="196596"/>
                </a:lnTo>
                <a:lnTo>
                  <a:pt x="3339084" y="188976"/>
                </a:lnTo>
                <a:lnTo>
                  <a:pt x="3340608" y="182880"/>
                </a:lnTo>
                <a:lnTo>
                  <a:pt x="3340608" y="169164"/>
                </a:lnTo>
                <a:close/>
              </a:path>
              <a:path w="4406265" h="412114">
                <a:moveTo>
                  <a:pt x="3491484" y="65532"/>
                </a:moveTo>
                <a:lnTo>
                  <a:pt x="3482340" y="56388"/>
                </a:lnTo>
                <a:lnTo>
                  <a:pt x="3454908" y="28956"/>
                </a:lnTo>
                <a:lnTo>
                  <a:pt x="3429000" y="56388"/>
                </a:lnTo>
                <a:lnTo>
                  <a:pt x="3221736" y="56388"/>
                </a:lnTo>
                <a:lnTo>
                  <a:pt x="3226333" y="49530"/>
                </a:lnTo>
                <a:lnTo>
                  <a:pt x="3231070" y="42672"/>
                </a:lnTo>
                <a:lnTo>
                  <a:pt x="3236099" y="35814"/>
                </a:lnTo>
                <a:lnTo>
                  <a:pt x="3241548" y="28956"/>
                </a:lnTo>
                <a:lnTo>
                  <a:pt x="3255264" y="22860"/>
                </a:lnTo>
                <a:lnTo>
                  <a:pt x="3217164" y="0"/>
                </a:lnTo>
                <a:lnTo>
                  <a:pt x="3199638" y="41529"/>
                </a:lnTo>
                <a:lnTo>
                  <a:pt x="3172968" y="85344"/>
                </a:lnTo>
                <a:lnTo>
                  <a:pt x="3141535" y="127825"/>
                </a:lnTo>
                <a:lnTo>
                  <a:pt x="3108960" y="160020"/>
                </a:lnTo>
                <a:lnTo>
                  <a:pt x="3112008" y="164592"/>
                </a:lnTo>
                <a:lnTo>
                  <a:pt x="3145155" y="141732"/>
                </a:lnTo>
                <a:lnTo>
                  <a:pt x="3182874" y="106895"/>
                </a:lnTo>
                <a:lnTo>
                  <a:pt x="3217164" y="65532"/>
                </a:lnTo>
                <a:lnTo>
                  <a:pt x="3491484" y="65532"/>
                </a:lnTo>
                <a:close/>
              </a:path>
              <a:path w="4406265" h="412114">
                <a:moveTo>
                  <a:pt x="3515868" y="222504"/>
                </a:moveTo>
                <a:lnTo>
                  <a:pt x="3480816" y="187452"/>
                </a:lnTo>
                <a:lnTo>
                  <a:pt x="3456432" y="211836"/>
                </a:lnTo>
                <a:lnTo>
                  <a:pt x="3433572" y="211836"/>
                </a:lnTo>
                <a:lnTo>
                  <a:pt x="3438144" y="132588"/>
                </a:lnTo>
                <a:lnTo>
                  <a:pt x="3445764" y="126492"/>
                </a:lnTo>
                <a:lnTo>
                  <a:pt x="3453384" y="120396"/>
                </a:lnTo>
                <a:lnTo>
                  <a:pt x="3447288" y="115824"/>
                </a:lnTo>
                <a:lnTo>
                  <a:pt x="3422904" y="97536"/>
                </a:lnTo>
                <a:lnTo>
                  <a:pt x="3413760" y="109728"/>
                </a:lnTo>
                <a:lnTo>
                  <a:pt x="3413760" y="126492"/>
                </a:lnTo>
                <a:lnTo>
                  <a:pt x="3409188" y="211836"/>
                </a:lnTo>
                <a:lnTo>
                  <a:pt x="3407664" y="211836"/>
                </a:lnTo>
                <a:lnTo>
                  <a:pt x="3407664" y="222504"/>
                </a:lnTo>
                <a:lnTo>
                  <a:pt x="3403092" y="320040"/>
                </a:lnTo>
                <a:lnTo>
                  <a:pt x="3204972" y="320040"/>
                </a:lnTo>
                <a:lnTo>
                  <a:pt x="3217164" y="222504"/>
                </a:lnTo>
                <a:lnTo>
                  <a:pt x="3407664" y="222504"/>
                </a:lnTo>
                <a:lnTo>
                  <a:pt x="3407664" y="211836"/>
                </a:lnTo>
                <a:lnTo>
                  <a:pt x="3218688" y="211836"/>
                </a:lnTo>
                <a:lnTo>
                  <a:pt x="3227832" y="126492"/>
                </a:lnTo>
                <a:lnTo>
                  <a:pt x="3413760" y="126492"/>
                </a:lnTo>
                <a:lnTo>
                  <a:pt x="3413760" y="109728"/>
                </a:lnTo>
                <a:lnTo>
                  <a:pt x="3409188" y="115824"/>
                </a:lnTo>
                <a:lnTo>
                  <a:pt x="3229356" y="115824"/>
                </a:lnTo>
                <a:lnTo>
                  <a:pt x="3204972" y="100584"/>
                </a:lnTo>
                <a:lnTo>
                  <a:pt x="3194304" y="211836"/>
                </a:lnTo>
                <a:lnTo>
                  <a:pt x="3107436" y="211836"/>
                </a:lnTo>
                <a:lnTo>
                  <a:pt x="3121152" y="225552"/>
                </a:lnTo>
                <a:lnTo>
                  <a:pt x="3147060" y="222504"/>
                </a:lnTo>
                <a:lnTo>
                  <a:pt x="3192780" y="222504"/>
                </a:lnTo>
                <a:lnTo>
                  <a:pt x="3180588" y="312420"/>
                </a:lnTo>
                <a:lnTo>
                  <a:pt x="3166872" y="323088"/>
                </a:lnTo>
                <a:lnTo>
                  <a:pt x="3191256" y="345948"/>
                </a:lnTo>
                <a:lnTo>
                  <a:pt x="3204972" y="330708"/>
                </a:lnTo>
                <a:lnTo>
                  <a:pt x="3401568" y="330708"/>
                </a:lnTo>
                <a:lnTo>
                  <a:pt x="3398736" y="350481"/>
                </a:lnTo>
                <a:lnTo>
                  <a:pt x="3394900" y="364236"/>
                </a:lnTo>
                <a:lnTo>
                  <a:pt x="3390214" y="372287"/>
                </a:lnTo>
                <a:lnTo>
                  <a:pt x="3384804" y="374904"/>
                </a:lnTo>
                <a:lnTo>
                  <a:pt x="3376218" y="374332"/>
                </a:lnTo>
                <a:lnTo>
                  <a:pt x="3364039" y="372618"/>
                </a:lnTo>
                <a:lnTo>
                  <a:pt x="3348164" y="369760"/>
                </a:lnTo>
                <a:lnTo>
                  <a:pt x="3328416" y="365760"/>
                </a:lnTo>
                <a:lnTo>
                  <a:pt x="3328416" y="373380"/>
                </a:lnTo>
                <a:lnTo>
                  <a:pt x="3348405" y="382549"/>
                </a:lnTo>
                <a:lnTo>
                  <a:pt x="3362515" y="391858"/>
                </a:lnTo>
                <a:lnTo>
                  <a:pt x="3370643" y="401459"/>
                </a:lnTo>
                <a:lnTo>
                  <a:pt x="3372612" y="411480"/>
                </a:lnTo>
                <a:lnTo>
                  <a:pt x="3388068" y="407466"/>
                </a:lnTo>
                <a:lnTo>
                  <a:pt x="3419335" y="377431"/>
                </a:lnTo>
                <a:lnTo>
                  <a:pt x="3427476" y="330708"/>
                </a:lnTo>
                <a:lnTo>
                  <a:pt x="3506724" y="330708"/>
                </a:lnTo>
                <a:lnTo>
                  <a:pt x="3496056" y="320040"/>
                </a:lnTo>
                <a:lnTo>
                  <a:pt x="3471672" y="295656"/>
                </a:lnTo>
                <a:lnTo>
                  <a:pt x="3447288" y="320040"/>
                </a:lnTo>
                <a:lnTo>
                  <a:pt x="3429000" y="320040"/>
                </a:lnTo>
                <a:lnTo>
                  <a:pt x="3433572" y="222504"/>
                </a:lnTo>
                <a:lnTo>
                  <a:pt x="3515868" y="222504"/>
                </a:lnTo>
                <a:close/>
              </a:path>
              <a:path w="4406265" h="412114">
                <a:moveTo>
                  <a:pt x="3954780" y="193560"/>
                </a:moveTo>
                <a:lnTo>
                  <a:pt x="3916680" y="155460"/>
                </a:lnTo>
                <a:lnTo>
                  <a:pt x="3881628" y="182892"/>
                </a:lnTo>
                <a:lnTo>
                  <a:pt x="3558552" y="182892"/>
                </a:lnTo>
                <a:lnTo>
                  <a:pt x="3575316" y="198132"/>
                </a:lnTo>
                <a:lnTo>
                  <a:pt x="3585032" y="196126"/>
                </a:lnTo>
                <a:lnTo>
                  <a:pt x="3595890" y="194703"/>
                </a:lnTo>
                <a:lnTo>
                  <a:pt x="3607892" y="193840"/>
                </a:lnTo>
                <a:lnTo>
                  <a:pt x="3621036" y="193560"/>
                </a:lnTo>
                <a:lnTo>
                  <a:pt x="3954780" y="193560"/>
                </a:lnTo>
                <a:close/>
              </a:path>
              <a:path w="4406265" h="412114">
                <a:moveTo>
                  <a:pt x="4227576" y="147840"/>
                </a:moveTo>
                <a:lnTo>
                  <a:pt x="4186428" y="124980"/>
                </a:lnTo>
                <a:lnTo>
                  <a:pt x="4187266" y="144792"/>
                </a:lnTo>
                <a:lnTo>
                  <a:pt x="4187393" y="149174"/>
                </a:lnTo>
                <a:lnTo>
                  <a:pt x="4187787" y="166890"/>
                </a:lnTo>
                <a:lnTo>
                  <a:pt x="4187901" y="179844"/>
                </a:lnTo>
                <a:lnTo>
                  <a:pt x="4187812" y="347141"/>
                </a:lnTo>
                <a:lnTo>
                  <a:pt x="4187761" y="353009"/>
                </a:lnTo>
                <a:lnTo>
                  <a:pt x="4187317" y="379742"/>
                </a:lnTo>
                <a:lnTo>
                  <a:pt x="4186428" y="411492"/>
                </a:lnTo>
                <a:lnTo>
                  <a:pt x="4215384" y="394728"/>
                </a:lnTo>
                <a:lnTo>
                  <a:pt x="4215155" y="378104"/>
                </a:lnTo>
                <a:lnTo>
                  <a:pt x="4214101" y="347141"/>
                </a:lnTo>
                <a:lnTo>
                  <a:pt x="4213860" y="332244"/>
                </a:lnTo>
                <a:lnTo>
                  <a:pt x="4213860" y="158508"/>
                </a:lnTo>
                <a:lnTo>
                  <a:pt x="4227576" y="147840"/>
                </a:lnTo>
                <a:close/>
              </a:path>
              <a:path w="4406265" h="412114">
                <a:moveTo>
                  <a:pt x="4405884" y="181368"/>
                </a:moveTo>
                <a:lnTo>
                  <a:pt x="4357497" y="166890"/>
                </a:lnTo>
                <a:lnTo>
                  <a:pt x="4306824" y="138696"/>
                </a:lnTo>
                <a:lnTo>
                  <a:pt x="4256913" y="93929"/>
                </a:lnTo>
                <a:lnTo>
                  <a:pt x="4215739" y="41160"/>
                </a:lnTo>
                <a:lnTo>
                  <a:pt x="4209288" y="32016"/>
                </a:lnTo>
                <a:lnTo>
                  <a:pt x="4224528" y="21348"/>
                </a:lnTo>
                <a:lnTo>
                  <a:pt x="4187952" y="12"/>
                </a:lnTo>
                <a:lnTo>
                  <a:pt x="4177690" y="27800"/>
                </a:lnTo>
                <a:lnTo>
                  <a:pt x="4162996" y="56591"/>
                </a:lnTo>
                <a:lnTo>
                  <a:pt x="4120896" y="118884"/>
                </a:lnTo>
                <a:lnTo>
                  <a:pt x="4094975" y="149174"/>
                </a:lnTo>
                <a:lnTo>
                  <a:pt x="4065524" y="175983"/>
                </a:lnTo>
                <a:lnTo>
                  <a:pt x="4032821" y="199466"/>
                </a:lnTo>
                <a:lnTo>
                  <a:pt x="3997452" y="219468"/>
                </a:lnTo>
                <a:lnTo>
                  <a:pt x="3998976" y="225564"/>
                </a:lnTo>
                <a:lnTo>
                  <a:pt x="4034726" y="209842"/>
                </a:lnTo>
                <a:lnTo>
                  <a:pt x="4094784" y="173266"/>
                </a:lnTo>
                <a:lnTo>
                  <a:pt x="4141051" y="130098"/>
                </a:lnTo>
                <a:lnTo>
                  <a:pt x="4183240" y="74612"/>
                </a:lnTo>
                <a:lnTo>
                  <a:pt x="4203192" y="41160"/>
                </a:lnTo>
                <a:lnTo>
                  <a:pt x="4221480" y="72351"/>
                </a:lnTo>
                <a:lnTo>
                  <a:pt x="4258056" y="123875"/>
                </a:lnTo>
                <a:lnTo>
                  <a:pt x="4295737" y="162737"/>
                </a:lnTo>
                <a:lnTo>
                  <a:pt x="4340212" y="195795"/>
                </a:lnTo>
                <a:lnTo>
                  <a:pt x="4364736" y="210324"/>
                </a:lnTo>
                <a:lnTo>
                  <a:pt x="4372457" y="201180"/>
                </a:lnTo>
                <a:lnTo>
                  <a:pt x="4381881" y="194322"/>
                </a:lnTo>
                <a:lnTo>
                  <a:pt x="4393031" y="189750"/>
                </a:lnTo>
                <a:lnTo>
                  <a:pt x="4405884" y="187464"/>
                </a:lnTo>
                <a:lnTo>
                  <a:pt x="4405884" y="18136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" name="object 45"/>
          <p:cNvSpPr/>
          <p:nvPr/>
        </p:nvSpPr>
        <p:spPr>
          <a:xfrm>
            <a:off x="7034783" y="4312920"/>
            <a:ext cx="361315" cy="402590"/>
          </a:xfrm>
          <a:custGeom>
            <a:avLst/>
            <a:gdLst/>
            <a:ahLst/>
            <a:cxnLst/>
            <a:rect l="l" t="t" r="r" b="b"/>
            <a:pathLst>
              <a:path w="361315" h="402589">
                <a:moveTo>
                  <a:pt x="327777" y="15239"/>
                </a:moveTo>
                <a:lnTo>
                  <a:pt x="295656" y="15239"/>
                </a:lnTo>
                <a:lnTo>
                  <a:pt x="307848" y="0"/>
                </a:lnTo>
                <a:lnTo>
                  <a:pt x="327777" y="15239"/>
                </a:lnTo>
                <a:close/>
              </a:path>
              <a:path w="361315" h="402589">
                <a:moveTo>
                  <a:pt x="57912" y="199643"/>
                </a:moveTo>
                <a:lnTo>
                  <a:pt x="59031" y="178808"/>
                </a:lnTo>
                <a:lnTo>
                  <a:pt x="60007" y="155257"/>
                </a:lnTo>
                <a:lnTo>
                  <a:pt x="60698" y="129135"/>
                </a:lnTo>
                <a:lnTo>
                  <a:pt x="60960" y="100583"/>
                </a:lnTo>
                <a:lnTo>
                  <a:pt x="60936" y="71175"/>
                </a:lnTo>
                <a:lnTo>
                  <a:pt x="60769" y="44767"/>
                </a:lnTo>
                <a:lnTo>
                  <a:pt x="60317" y="21502"/>
                </a:lnTo>
                <a:lnTo>
                  <a:pt x="59436" y="1524"/>
                </a:lnTo>
                <a:lnTo>
                  <a:pt x="83820" y="15239"/>
                </a:lnTo>
                <a:lnTo>
                  <a:pt x="327777" y="15239"/>
                </a:lnTo>
                <a:lnTo>
                  <a:pt x="333756" y="19812"/>
                </a:lnTo>
                <a:lnTo>
                  <a:pt x="327660" y="25907"/>
                </a:lnTo>
                <a:lnTo>
                  <a:pt x="83820" y="25907"/>
                </a:lnTo>
                <a:lnTo>
                  <a:pt x="83820" y="89915"/>
                </a:lnTo>
                <a:lnTo>
                  <a:pt x="321564" y="89915"/>
                </a:lnTo>
                <a:lnTo>
                  <a:pt x="321564" y="100583"/>
                </a:lnTo>
                <a:lnTo>
                  <a:pt x="83820" y="100583"/>
                </a:lnTo>
                <a:lnTo>
                  <a:pt x="83820" y="163067"/>
                </a:lnTo>
                <a:lnTo>
                  <a:pt x="322051" y="163067"/>
                </a:lnTo>
                <a:lnTo>
                  <a:pt x="322206" y="168068"/>
                </a:lnTo>
                <a:lnTo>
                  <a:pt x="322544" y="173735"/>
                </a:lnTo>
                <a:lnTo>
                  <a:pt x="83820" y="173735"/>
                </a:lnTo>
                <a:lnTo>
                  <a:pt x="83820" y="188975"/>
                </a:lnTo>
                <a:lnTo>
                  <a:pt x="57912" y="199643"/>
                </a:lnTo>
                <a:close/>
              </a:path>
              <a:path w="361315" h="402589">
                <a:moveTo>
                  <a:pt x="199644" y="89915"/>
                </a:moveTo>
                <a:lnTo>
                  <a:pt x="176784" y="89915"/>
                </a:lnTo>
                <a:lnTo>
                  <a:pt x="176784" y="25907"/>
                </a:lnTo>
                <a:lnTo>
                  <a:pt x="199644" y="25907"/>
                </a:lnTo>
                <a:lnTo>
                  <a:pt x="199644" y="89915"/>
                </a:lnTo>
                <a:close/>
              </a:path>
              <a:path w="361315" h="402589">
                <a:moveTo>
                  <a:pt x="321564" y="89915"/>
                </a:moveTo>
                <a:lnTo>
                  <a:pt x="297180" y="89915"/>
                </a:lnTo>
                <a:lnTo>
                  <a:pt x="297180" y="25907"/>
                </a:lnTo>
                <a:lnTo>
                  <a:pt x="327660" y="25907"/>
                </a:lnTo>
                <a:lnTo>
                  <a:pt x="321564" y="32003"/>
                </a:lnTo>
                <a:lnTo>
                  <a:pt x="321564" y="89915"/>
                </a:lnTo>
                <a:close/>
              </a:path>
              <a:path w="361315" h="402589">
                <a:moveTo>
                  <a:pt x="199644" y="163067"/>
                </a:moveTo>
                <a:lnTo>
                  <a:pt x="176784" y="163067"/>
                </a:lnTo>
                <a:lnTo>
                  <a:pt x="176784" y="100583"/>
                </a:lnTo>
                <a:lnTo>
                  <a:pt x="199644" y="100583"/>
                </a:lnTo>
                <a:lnTo>
                  <a:pt x="199644" y="163067"/>
                </a:lnTo>
                <a:close/>
              </a:path>
              <a:path w="361315" h="402589">
                <a:moveTo>
                  <a:pt x="322051" y="163067"/>
                </a:moveTo>
                <a:lnTo>
                  <a:pt x="297180" y="163067"/>
                </a:lnTo>
                <a:lnTo>
                  <a:pt x="297180" y="100583"/>
                </a:lnTo>
                <a:lnTo>
                  <a:pt x="321564" y="100583"/>
                </a:lnTo>
                <a:lnTo>
                  <a:pt x="321587" y="139588"/>
                </a:lnTo>
                <a:lnTo>
                  <a:pt x="321754" y="153542"/>
                </a:lnTo>
                <a:lnTo>
                  <a:pt x="322051" y="163067"/>
                </a:lnTo>
                <a:close/>
              </a:path>
              <a:path w="361315" h="402589">
                <a:moveTo>
                  <a:pt x="297180" y="192023"/>
                </a:moveTo>
                <a:lnTo>
                  <a:pt x="297180" y="173735"/>
                </a:lnTo>
                <a:lnTo>
                  <a:pt x="322544" y="173735"/>
                </a:lnTo>
                <a:lnTo>
                  <a:pt x="323088" y="182879"/>
                </a:lnTo>
                <a:lnTo>
                  <a:pt x="297180" y="192023"/>
                </a:lnTo>
                <a:close/>
              </a:path>
              <a:path w="361315" h="402589">
                <a:moveTo>
                  <a:pt x="196596" y="236219"/>
                </a:moveTo>
                <a:lnTo>
                  <a:pt x="172212" y="236219"/>
                </a:lnTo>
                <a:lnTo>
                  <a:pt x="174354" y="199643"/>
                </a:lnTo>
                <a:lnTo>
                  <a:pt x="174998" y="186713"/>
                </a:lnTo>
                <a:lnTo>
                  <a:pt x="175260" y="175259"/>
                </a:lnTo>
                <a:lnTo>
                  <a:pt x="214884" y="195071"/>
                </a:lnTo>
                <a:lnTo>
                  <a:pt x="202692" y="204215"/>
                </a:lnTo>
                <a:lnTo>
                  <a:pt x="201310" y="211359"/>
                </a:lnTo>
                <a:lnTo>
                  <a:pt x="199644" y="219074"/>
                </a:lnTo>
                <a:lnTo>
                  <a:pt x="197977" y="227361"/>
                </a:lnTo>
                <a:lnTo>
                  <a:pt x="196596" y="236219"/>
                </a:lnTo>
                <a:close/>
              </a:path>
              <a:path w="361315" h="402589">
                <a:moveTo>
                  <a:pt x="36576" y="251459"/>
                </a:moveTo>
                <a:lnTo>
                  <a:pt x="21336" y="236219"/>
                </a:lnTo>
                <a:lnTo>
                  <a:pt x="320040" y="236219"/>
                </a:lnTo>
                <a:lnTo>
                  <a:pt x="333756" y="217931"/>
                </a:lnTo>
                <a:lnTo>
                  <a:pt x="361188" y="242315"/>
                </a:lnTo>
                <a:lnTo>
                  <a:pt x="354656" y="246887"/>
                </a:lnTo>
                <a:lnTo>
                  <a:pt x="77724" y="246887"/>
                </a:lnTo>
                <a:lnTo>
                  <a:pt x="67222" y="247173"/>
                </a:lnTo>
                <a:lnTo>
                  <a:pt x="56578" y="248030"/>
                </a:lnTo>
                <a:lnTo>
                  <a:pt x="46220" y="249459"/>
                </a:lnTo>
                <a:lnTo>
                  <a:pt x="36576" y="251459"/>
                </a:lnTo>
                <a:close/>
              </a:path>
              <a:path w="361315" h="402589">
                <a:moveTo>
                  <a:pt x="1524" y="402336"/>
                </a:moveTo>
                <a:lnTo>
                  <a:pt x="0" y="397763"/>
                </a:lnTo>
                <a:lnTo>
                  <a:pt x="34575" y="385762"/>
                </a:lnTo>
                <a:lnTo>
                  <a:pt x="65151" y="372618"/>
                </a:lnTo>
                <a:lnTo>
                  <a:pt x="114300" y="342900"/>
                </a:lnTo>
                <a:lnTo>
                  <a:pt x="148780" y="302894"/>
                </a:lnTo>
                <a:lnTo>
                  <a:pt x="170688" y="246887"/>
                </a:lnTo>
                <a:lnTo>
                  <a:pt x="195072" y="246887"/>
                </a:lnTo>
                <a:lnTo>
                  <a:pt x="171259" y="308800"/>
                </a:lnTo>
                <a:lnTo>
                  <a:pt x="132588" y="353568"/>
                </a:lnTo>
                <a:lnTo>
                  <a:pt x="76771" y="383095"/>
                </a:lnTo>
                <a:lnTo>
                  <a:pt x="41505" y="394073"/>
                </a:lnTo>
                <a:lnTo>
                  <a:pt x="1524" y="402336"/>
                </a:lnTo>
                <a:close/>
              </a:path>
              <a:path w="361315" h="402589">
                <a:moveTo>
                  <a:pt x="321599" y="360521"/>
                </a:moveTo>
                <a:lnTo>
                  <a:pt x="282797" y="360521"/>
                </a:lnTo>
                <a:lnTo>
                  <a:pt x="291084" y="359664"/>
                </a:lnTo>
                <a:lnTo>
                  <a:pt x="295632" y="355306"/>
                </a:lnTo>
                <a:lnTo>
                  <a:pt x="311277" y="313110"/>
                </a:lnTo>
                <a:lnTo>
                  <a:pt x="318135" y="272581"/>
                </a:lnTo>
                <a:lnTo>
                  <a:pt x="321564" y="246887"/>
                </a:lnTo>
                <a:lnTo>
                  <a:pt x="354656" y="246887"/>
                </a:lnTo>
                <a:lnTo>
                  <a:pt x="345948" y="252983"/>
                </a:lnTo>
                <a:lnTo>
                  <a:pt x="340518" y="283559"/>
                </a:lnTo>
                <a:lnTo>
                  <a:pt x="335661" y="308990"/>
                </a:lnTo>
                <a:lnTo>
                  <a:pt x="331374" y="329279"/>
                </a:lnTo>
                <a:lnTo>
                  <a:pt x="327660" y="344424"/>
                </a:lnTo>
                <a:lnTo>
                  <a:pt x="323707" y="356139"/>
                </a:lnTo>
                <a:lnTo>
                  <a:pt x="321599" y="360521"/>
                </a:lnTo>
                <a:close/>
              </a:path>
              <a:path w="361315" h="402589">
                <a:moveTo>
                  <a:pt x="262128" y="397763"/>
                </a:moveTo>
                <a:lnTo>
                  <a:pt x="260699" y="385476"/>
                </a:lnTo>
                <a:lnTo>
                  <a:pt x="251841" y="373761"/>
                </a:lnTo>
                <a:lnTo>
                  <a:pt x="235553" y="362616"/>
                </a:lnTo>
                <a:lnTo>
                  <a:pt x="211836" y="352044"/>
                </a:lnTo>
                <a:lnTo>
                  <a:pt x="213360" y="345948"/>
                </a:lnTo>
                <a:lnTo>
                  <a:pt x="243935" y="353663"/>
                </a:lnTo>
                <a:lnTo>
                  <a:pt x="267081" y="358521"/>
                </a:lnTo>
                <a:lnTo>
                  <a:pt x="282797" y="360521"/>
                </a:lnTo>
                <a:lnTo>
                  <a:pt x="321599" y="360521"/>
                </a:lnTo>
                <a:lnTo>
                  <a:pt x="318897" y="366141"/>
                </a:lnTo>
                <a:lnTo>
                  <a:pt x="278701" y="394287"/>
                </a:lnTo>
                <a:lnTo>
                  <a:pt x="262128" y="39776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" name="object 46"/>
          <p:cNvSpPr/>
          <p:nvPr/>
        </p:nvSpPr>
        <p:spPr>
          <a:xfrm>
            <a:off x="7466063" y="4306823"/>
            <a:ext cx="844550" cy="405765"/>
          </a:xfrm>
          <a:custGeom>
            <a:avLst/>
            <a:gdLst/>
            <a:ahLst/>
            <a:cxnLst/>
            <a:rect l="l" t="t" r="r" b="b"/>
            <a:pathLst>
              <a:path w="844550" h="405764">
                <a:moveTo>
                  <a:pt x="405384" y="361188"/>
                </a:moveTo>
                <a:lnTo>
                  <a:pt x="355092" y="344424"/>
                </a:lnTo>
                <a:lnTo>
                  <a:pt x="309372" y="309372"/>
                </a:lnTo>
                <a:lnTo>
                  <a:pt x="271843" y="259080"/>
                </a:lnTo>
                <a:lnTo>
                  <a:pt x="242316" y="199644"/>
                </a:lnTo>
                <a:lnTo>
                  <a:pt x="220789" y="128778"/>
                </a:lnTo>
                <a:lnTo>
                  <a:pt x="212966" y="88201"/>
                </a:lnTo>
                <a:lnTo>
                  <a:pt x="207264" y="44196"/>
                </a:lnTo>
                <a:lnTo>
                  <a:pt x="224028" y="27432"/>
                </a:lnTo>
                <a:lnTo>
                  <a:pt x="172212" y="6096"/>
                </a:lnTo>
                <a:lnTo>
                  <a:pt x="172237" y="46101"/>
                </a:lnTo>
                <a:lnTo>
                  <a:pt x="170116" y="86106"/>
                </a:lnTo>
                <a:lnTo>
                  <a:pt x="166001" y="126111"/>
                </a:lnTo>
                <a:lnTo>
                  <a:pt x="160020" y="166116"/>
                </a:lnTo>
                <a:lnTo>
                  <a:pt x="152590" y="204647"/>
                </a:lnTo>
                <a:lnTo>
                  <a:pt x="127444" y="271995"/>
                </a:lnTo>
                <a:lnTo>
                  <a:pt x="89154" y="326186"/>
                </a:lnTo>
                <a:lnTo>
                  <a:pt x="34290" y="375246"/>
                </a:lnTo>
                <a:lnTo>
                  <a:pt x="0" y="397764"/>
                </a:lnTo>
                <a:lnTo>
                  <a:pt x="3048" y="403860"/>
                </a:lnTo>
                <a:lnTo>
                  <a:pt x="37630" y="387007"/>
                </a:lnTo>
                <a:lnTo>
                  <a:pt x="94780" y="348145"/>
                </a:lnTo>
                <a:lnTo>
                  <a:pt x="137350" y="302475"/>
                </a:lnTo>
                <a:lnTo>
                  <a:pt x="167068" y="251129"/>
                </a:lnTo>
                <a:lnTo>
                  <a:pt x="185102" y="193763"/>
                </a:lnTo>
                <a:lnTo>
                  <a:pt x="197154" y="123520"/>
                </a:lnTo>
                <a:lnTo>
                  <a:pt x="201168" y="83820"/>
                </a:lnTo>
                <a:lnTo>
                  <a:pt x="206311" y="125857"/>
                </a:lnTo>
                <a:lnTo>
                  <a:pt x="220027" y="195059"/>
                </a:lnTo>
                <a:lnTo>
                  <a:pt x="239458" y="247345"/>
                </a:lnTo>
                <a:lnTo>
                  <a:pt x="264604" y="294728"/>
                </a:lnTo>
                <a:lnTo>
                  <a:pt x="294894" y="339001"/>
                </a:lnTo>
                <a:lnTo>
                  <a:pt x="333756" y="377863"/>
                </a:lnTo>
                <a:lnTo>
                  <a:pt x="356616" y="394716"/>
                </a:lnTo>
                <a:lnTo>
                  <a:pt x="364667" y="384695"/>
                </a:lnTo>
                <a:lnTo>
                  <a:pt x="375285" y="377380"/>
                </a:lnTo>
                <a:lnTo>
                  <a:pt x="388772" y="372643"/>
                </a:lnTo>
                <a:lnTo>
                  <a:pt x="405384" y="370332"/>
                </a:lnTo>
                <a:lnTo>
                  <a:pt x="405384" y="361188"/>
                </a:lnTo>
                <a:close/>
              </a:path>
              <a:path w="844550" h="405764">
                <a:moveTo>
                  <a:pt x="833640" y="88392"/>
                </a:moveTo>
                <a:lnTo>
                  <a:pt x="797064" y="51816"/>
                </a:lnTo>
                <a:lnTo>
                  <a:pt x="771156" y="77724"/>
                </a:lnTo>
                <a:lnTo>
                  <a:pt x="618756" y="77724"/>
                </a:lnTo>
                <a:lnTo>
                  <a:pt x="625944" y="63728"/>
                </a:lnTo>
                <a:lnTo>
                  <a:pt x="631710" y="51435"/>
                </a:lnTo>
                <a:lnTo>
                  <a:pt x="636320" y="40868"/>
                </a:lnTo>
                <a:lnTo>
                  <a:pt x="640092" y="32004"/>
                </a:lnTo>
                <a:lnTo>
                  <a:pt x="656856" y="21336"/>
                </a:lnTo>
                <a:lnTo>
                  <a:pt x="617232" y="0"/>
                </a:lnTo>
                <a:lnTo>
                  <a:pt x="613206" y="16865"/>
                </a:lnTo>
                <a:lnTo>
                  <a:pt x="607898" y="35433"/>
                </a:lnTo>
                <a:lnTo>
                  <a:pt x="601154" y="55727"/>
                </a:lnTo>
                <a:lnTo>
                  <a:pt x="592848" y="77724"/>
                </a:lnTo>
                <a:lnTo>
                  <a:pt x="455688" y="77724"/>
                </a:lnTo>
                <a:lnTo>
                  <a:pt x="470928" y="94488"/>
                </a:lnTo>
                <a:lnTo>
                  <a:pt x="480352" y="91617"/>
                </a:lnTo>
                <a:lnTo>
                  <a:pt x="490359" y="89725"/>
                </a:lnTo>
                <a:lnTo>
                  <a:pt x="500926" y="88709"/>
                </a:lnTo>
                <a:lnTo>
                  <a:pt x="512076" y="88392"/>
                </a:lnTo>
                <a:lnTo>
                  <a:pt x="588276" y="88392"/>
                </a:lnTo>
                <a:lnTo>
                  <a:pt x="574535" y="114681"/>
                </a:lnTo>
                <a:lnTo>
                  <a:pt x="560654" y="138684"/>
                </a:lnTo>
                <a:lnTo>
                  <a:pt x="546481" y="160401"/>
                </a:lnTo>
                <a:lnTo>
                  <a:pt x="531888" y="179832"/>
                </a:lnTo>
                <a:lnTo>
                  <a:pt x="513600" y="172212"/>
                </a:lnTo>
                <a:lnTo>
                  <a:pt x="514680" y="181356"/>
                </a:lnTo>
                <a:lnTo>
                  <a:pt x="515696" y="189166"/>
                </a:lnTo>
                <a:lnTo>
                  <a:pt x="516382" y="194716"/>
                </a:lnTo>
                <a:lnTo>
                  <a:pt x="516648" y="198120"/>
                </a:lnTo>
                <a:lnTo>
                  <a:pt x="502361" y="214960"/>
                </a:lnTo>
                <a:lnTo>
                  <a:pt x="484644" y="233362"/>
                </a:lnTo>
                <a:lnTo>
                  <a:pt x="463499" y="253199"/>
                </a:lnTo>
                <a:lnTo>
                  <a:pt x="438924" y="274320"/>
                </a:lnTo>
                <a:lnTo>
                  <a:pt x="443496" y="280416"/>
                </a:lnTo>
                <a:lnTo>
                  <a:pt x="460946" y="269011"/>
                </a:lnTo>
                <a:lnTo>
                  <a:pt x="479120" y="255460"/>
                </a:lnTo>
                <a:lnTo>
                  <a:pt x="498144" y="239915"/>
                </a:lnTo>
                <a:lnTo>
                  <a:pt x="518172" y="222504"/>
                </a:lnTo>
                <a:lnTo>
                  <a:pt x="518172" y="355092"/>
                </a:lnTo>
                <a:lnTo>
                  <a:pt x="517931" y="366814"/>
                </a:lnTo>
                <a:lnTo>
                  <a:pt x="516890" y="391668"/>
                </a:lnTo>
                <a:lnTo>
                  <a:pt x="516648" y="405384"/>
                </a:lnTo>
                <a:lnTo>
                  <a:pt x="542556" y="391668"/>
                </a:lnTo>
                <a:lnTo>
                  <a:pt x="542556" y="222504"/>
                </a:lnTo>
                <a:lnTo>
                  <a:pt x="542556" y="198120"/>
                </a:lnTo>
                <a:lnTo>
                  <a:pt x="558152" y="179832"/>
                </a:lnTo>
                <a:lnTo>
                  <a:pt x="560844" y="176695"/>
                </a:lnTo>
                <a:lnTo>
                  <a:pt x="579132" y="151257"/>
                </a:lnTo>
                <a:lnTo>
                  <a:pt x="597420" y="121831"/>
                </a:lnTo>
                <a:lnTo>
                  <a:pt x="615708" y="88392"/>
                </a:lnTo>
                <a:lnTo>
                  <a:pt x="833640" y="88392"/>
                </a:lnTo>
                <a:close/>
              </a:path>
              <a:path w="844550" h="405764">
                <a:moveTo>
                  <a:pt x="844308" y="364236"/>
                </a:moveTo>
                <a:lnTo>
                  <a:pt x="809256" y="329184"/>
                </a:lnTo>
                <a:lnTo>
                  <a:pt x="784872" y="353568"/>
                </a:lnTo>
                <a:lnTo>
                  <a:pt x="698004" y="353568"/>
                </a:lnTo>
                <a:lnTo>
                  <a:pt x="698004" y="213360"/>
                </a:lnTo>
                <a:lnTo>
                  <a:pt x="819924" y="213360"/>
                </a:lnTo>
                <a:lnTo>
                  <a:pt x="786396" y="181356"/>
                </a:lnTo>
                <a:lnTo>
                  <a:pt x="765060" y="204216"/>
                </a:lnTo>
                <a:lnTo>
                  <a:pt x="698004" y="204216"/>
                </a:lnTo>
                <a:lnTo>
                  <a:pt x="698004" y="132588"/>
                </a:lnTo>
                <a:lnTo>
                  <a:pt x="711720" y="120396"/>
                </a:lnTo>
                <a:lnTo>
                  <a:pt x="672096" y="102108"/>
                </a:lnTo>
                <a:lnTo>
                  <a:pt x="672973" y="116954"/>
                </a:lnTo>
                <a:lnTo>
                  <a:pt x="673430" y="129349"/>
                </a:lnTo>
                <a:lnTo>
                  <a:pt x="673595" y="139192"/>
                </a:lnTo>
                <a:lnTo>
                  <a:pt x="673620" y="204216"/>
                </a:lnTo>
                <a:lnTo>
                  <a:pt x="573036" y="204216"/>
                </a:lnTo>
                <a:lnTo>
                  <a:pt x="588276" y="219456"/>
                </a:lnTo>
                <a:lnTo>
                  <a:pt x="598576" y="217220"/>
                </a:lnTo>
                <a:lnTo>
                  <a:pt x="609041" y="215265"/>
                </a:lnTo>
                <a:lnTo>
                  <a:pt x="619772" y="213893"/>
                </a:lnTo>
                <a:lnTo>
                  <a:pt x="630948" y="213360"/>
                </a:lnTo>
                <a:lnTo>
                  <a:pt x="673620" y="213360"/>
                </a:lnTo>
                <a:lnTo>
                  <a:pt x="673620" y="353568"/>
                </a:lnTo>
                <a:lnTo>
                  <a:pt x="550176" y="353568"/>
                </a:lnTo>
                <a:lnTo>
                  <a:pt x="566940" y="368808"/>
                </a:lnTo>
                <a:lnTo>
                  <a:pt x="576364" y="366814"/>
                </a:lnTo>
                <a:lnTo>
                  <a:pt x="586371" y="365379"/>
                </a:lnTo>
                <a:lnTo>
                  <a:pt x="596938" y="364528"/>
                </a:lnTo>
                <a:lnTo>
                  <a:pt x="608088" y="364236"/>
                </a:lnTo>
                <a:lnTo>
                  <a:pt x="844308" y="36423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" name="object 47"/>
          <p:cNvSpPr/>
          <p:nvPr/>
        </p:nvSpPr>
        <p:spPr>
          <a:xfrm>
            <a:off x="8424671" y="4308347"/>
            <a:ext cx="280670" cy="407034"/>
          </a:xfrm>
          <a:custGeom>
            <a:avLst/>
            <a:gdLst/>
            <a:ahLst/>
            <a:cxnLst/>
            <a:rect l="l" t="t" r="r" b="b"/>
            <a:pathLst>
              <a:path w="280670" h="407035">
                <a:moveTo>
                  <a:pt x="92964" y="83820"/>
                </a:moveTo>
                <a:lnTo>
                  <a:pt x="80771" y="83820"/>
                </a:lnTo>
                <a:lnTo>
                  <a:pt x="89320" y="62364"/>
                </a:lnTo>
                <a:lnTo>
                  <a:pt x="96583" y="41338"/>
                </a:lnTo>
                <a:lnTo>
                  <a:pt x="102417" y="20597"/>
                </a:lnTo>
                <a:lnTo>
                  <a:pt x="106680" y="0"/>
                </a:lnTo>
                <a:lnTo>
                  <a:pt x="147828" y="19812"/>
                </a:lnTo>
                <a:lnTo>
                  <a:pt x="115824" y="50292"/>
                </a:lnTo>
                <a:lnTo>
                  <a:pt x="96964" y="77295"/>
                </a:lnTo>
                <a:lnTo>
                  <a:pt x="92964" y="83820"/>
                </a:lnTo>
                <a:close/>
              </a:path>
              <a:path w="280670" h="407035">
                <a:moveTo>
                  <a:pt x="276224" y="83820"/>
                </a:moveTo>
                <a:lnTo>
                  <a:pt x="233172" y="83820"/>
                </a:lnTo>
                <a:lnTo>
                  <a:pt x="246888" y="62484"/>
                </a:lnTo>
                <a:lnTo>
                  <a:pt x="276224" y="83820"/>
                </a:lnTo>
                <a:close/>
              </a:path>
              <a:path w="280670" h="407035">
                <a:moveTo>
                  <a:pt x="0" y="406908"/>
                </a:moveTo>
                <a:lnTo>
                  <a:pt x="1119" y="385167"/>
                </a:lnTo>
                <a:lnTo>
                  <a:pt x="2095" y="349567"/>
                </a:lnTo>
                <a:lnTo>
                  <a:pt x="2786" y="299966"/>
                </a:lnTo>
                <a:lnTo>
                  <a:pt x="3047" y="236220"/>
                </a:lnTo>
                <a:lnTo>
                  <a:pt x="2819" y="181356"/>
                </a:lnTo>
                <a:lnTo>
                  <a:pt x="2748" y="170688"/>
                </a:lnTo>
                <a:lnTo>
                  <a:pt x="2095" y="124396"/>
                </a:lnTo>
                <a:lnTo>
                  <a:pt x="1119" y="89415"/>
                </a:lnTo>
                <a:lnTo>
                  <a:pt x="0" y="68580"/>
                </a:lnTo>
                <a:lnTo>
                  <a:pt x="28956" y="83820"/>
                </a:lnTo>
                <a:lnTo>
                  <a:pt x="276224" y="83820"/>
                </a:lnTo>
                <a:lnTo>
                  <a:pt x="280416" y="86868"/>
                </a:lnTo>
                <a:lnTo>
                  <a:pt x="271102" y="94488"/>
                </a:lnTo>
                <a:lnTo>
                  <a:pt x="28956" y="94488"/>
                </a:lnTo>
                <a:lnTo>
                  <a:pt x="28956" y="170688"/>
                </a:lnTo>
                <a:lnTo>
                  <a:pt x="263652" y="170688"/>
                </a:lnTo>
                <a:lnTo>
                  <a:pt x="263652" y="181356"/>
                </a:lnTo>
                <a:lnTo>
                  <a:pt x="28956" y="181356"/>
                </a:lnTo>
                <a:lnTo>
                  <a:pt x="28956" y="268224"/>
                </a:lnTo>
                <a:lnTo>
                  <a:pt x="263652" y="268224"/>
                </a:lnTo>
                <a:lnTo>
                  <a:pt x="263652" y="278892"/>
                </a:lnTo>
                <a:lnTo>
                  <a:pt x="28956" y="278892"/>
                </a:lnTo>
                <a:lnTo>
                  <a:pt x="28956" y="359664"/>
                </a:lnTo>
                <a:lnTo>
                  <a:pt x="263652" y="359664"/>
                </a:lnTo>
                <a:lnTo>
                  <a:pt x="263674" y="370332"/>
                </a:lnTo>
                <a:lnTo>
                  <a:pt x="28956" y="370332"/>
                </a:lnTo>
                <a:lnTo>
                  <a:pt x="28956" y="397764"/>
                </a:lnTo>
                <a:lnTo>
                  <a:pt x="0" y="406908"/>
                </a:lnTo>
                <a:close/>
              </a:path>
              <a:path w="280670" h="407035">
                <a:moveTo>
                  <a:pt x="263652" y="170688"/>
                </a:moveTo>
                <a:lnTo>
                  <a:pt x="236220" y="170688"/>
                </a:lnTo>
                <a:lnTo>
                  <a:pt x="236220" y="94488"/>
                </a:lnTo>
                <a:lnTo>
                  <a:pt x="271102" y="94488"/>
                </a:lnTo>
                <a:lnTo>
                  <a:pt x="263652" y="100584"/>
                </a:lnTo>
                <a:lnTo>
                  <a:pt x="263652" y="170688"/>
                </a:lnTo>
                <a:close/>
              </a:path>
              <a:path w="280670" h="407035">
                <a:moveTo>
                  <a:pt x="263652" y="268224"/>
                </a:moveTo>
                <a:lnTo>
                  <a:pt x="236220" y="268224"/>
                </a:lnTo>
                <a:lnTo>
                  <a:pt x="236220" y="181356"/>
                </a:lnTo>
                <a:lnTo>
                  <a:pt x="263652" y="181356"/>
                </a:lnTo>
                <a:lnTo>
                  <a:pt x="263652" y="268224"/>
                </a:lnTo>
                <a:close/>
              </a:path>
              <a:path w="280670" h="407035">
                <a:moveTo>
                  <a:pt x="263652" y="359664"/>
                </a:moveTo>
                <a:lnTo>
                  <a:pt x="236220" y="359664"/>
                </a:lnTo>
                <a:lnTo>
                  <a:pt x="236220" y="278892"/>
                </a:lnTo>
                <a:lnTo>
                  <a:pt x="263652" y="278892"/>
                </a:lnTo>
                <a:lnTo>
                  <a:pt x="263652" y="359664"/>
                </a:lnTo>
                <a:close/>
              </a:path>
              <a:path w="280670" h="407035">
                <a:moveTo>
                  <a:pt x="236220" y="406908"/>
                </a:moveTo>
                <a:lnTo>
                  <a:pt x="236220" y="370332"/>
                </a:lnTo>
                <a:lnTo>
                  <a:pt x="263674" y="370332"/>
                </a:lnTo>
                <a:lnTo>
                  <a:pt x="263842" y="379476"/>
                </a:lnTo>
                <a:lnTo>
                  <a:pt x="264294" y="388000"/>
                </a:lnTo>
                <a:lnTo>
                  <a:pt x="265176" y="396240"/>
                </a:lnTo>
                <a:lnTo>
                  <a:pt x="236220" y="40690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" name="object 48"/>
          <p:cNvSpPr/>
          <p:nvPr/>
        </p:nvSpPr>
        <p:spPr>
          <a:xfrm>
            <a:off x="8842248" y="4308347"/>
            <a:ext cx="810895" cy="408940"/>
          </a:xfrm>
          <a:custGeom>
            <a:avLst/>
            <a:gdLst/>
            <a:ahLst/>
            <a:cxnLst/>
            <a:rect l="l" t="t" r="r" b="b"/>
            <a:pathLst>
              <a:path w="810895" h="408939">
                <a:moveTo>
                  <a:pt x="359664" y="344424"/>
                </a:moveTo>
                <a:lnTo>
                  <a:pt x="347421" y="335572"/>
                </a:lnTo>
                <a:lnTo>
                  <a:pt x="338328" y="318135"/>
                </a:lnTo>
                <a:lnTo>
                  <a:pt x="332651" y="292138"/>
                </a:lnTo>
                <a:lnTo>
                  <a:pt x="330708" y="257556"/>
                </a:lnTo>
                <a:lnTo>
                  <a:pt x="321564" y="257556"/>
                </a:lnTo>
                <a:lnTo>
                  <a:pt x="320421" y="303657"/>
                </a:lnTo>
                <a:lnTo>
                  <a:pt x="313867" y="342861"/>
                </a:lnTo>
                <a:lnTo>
                  <a:pt x="295656" y="353568"/>
                </a:lnTo>
                <a:lnTo>
                  <a:pt x="70104" y="353568"/>
                </a:lnTo>
                <a:lnTo>
                  <a:pt x="57213" y="351878"/>
                </a:lnTo>
                <a:lnTo>
                  <a:pt x="48196" y="346900"/>
                </a:lnTo>
                <a:lnTo>
                  <a:pt x="42875" y="338785"/>
                </a:lnTo>
                <a:lnTo>
                  <a:pt x="41148" y="327660"/>
                </a:lnTo>
                <a:lnTo>
                  <a:pt x="41148" y="179832"/>
                </a:lnTo>
                <a:lnTo>
                  <a:pt x="263652" y="179832"/>
                </a:lnTo>
                <a:lnTo>
                  <a:pt x="263652" y="207264"/>
                </a:lnTo>
                <a:lnTo>
                  <a:pt x="292608" y="195072"/>
                </a:lnTo>
                <a:lnTo>
                  <a:pt x="290601" y="176504"/>
                </a:lnTo>
                <a:lnTo>
                  <a:pt x="289179" y="148209"/>
                </a:lnTo>
                <a:lnTo>
                  <a:pt x="288315" y="110210"/>
                </a:lnTo>
                <a:lnTo>
                  <a:pt x="288036" y="62484"/>
                </a:lnTo>
                <a:lnTo>
                  <a:pt x="304800" y="50292"/>
                </a:lnTo>
                <a:lnTo>
                  <a:pt x="274320" y="25908"/>
                </a:lnTo>
                <a:lnTo>
                  <a:pt x="259080" y="45720"/>
                </a:lnTo>
                <a:lnTo>
                  <a:pt x="0" y="45720"/>
                </a:lnTo>
                <a:lnTo>
                  <a:pt x="15240" y="60960"/>
                </a:lnTo>
                <a:lnTo>
                  <a:pt x="25539" y="58966"/>
                </a:lnTo>
                <a:lnTo>
                  <a:pt x="36004" y="57531"/>
                </a:lnTo>
                <a:lnTo>
                  <a:pt x="46736" y="56680"/>
                </a:lnTo>
                <a:lnTo>
                  <a:pt x="57912" y="56388"/>
                </a:lnTo>
                <a:lnTo>
                  <a:pt x="263652" y="56388"/>
                </a:lnTo>
                <a:lnTo>
                  <a:pt x="263652" y="169164"/>
                </a:lnTo>
                <a:lnTo>
                  <a:pt x="41148" y="169164"/>
                </a:lnTo>
                <a:lnTo>
                  <a:pt x="15240" y="153924"/>
                </a:lnTo>
                <a:lnTo>
                  <a:pt x="16116" y="178435"/>
                </a:lnTo>
                <a:lnTo>
                  <a:pt x="16573" y="215074"/>
                </a:lnTo>
                <a:lnTo>
                  <a:pt x="16764" y="323088"/>
                </a:lnTo>
                <a:lnTo>
                  <a:pt x="18237" y="346862"/>
                </a:lnTo>
                <a:lnTo>
                  <a:pt x="25146" y="363474"/>
                </a:lnTo>
                <a:lnTo>
                  <a:pt x="37757" y="373240"/>
                </a:lnTo>
                <a:lnTo>
                  <a:pt x="56388" y="376428"/>
                </a:lnTo>
                <a:lnTo>
                  <a:pt x="304800" y="376428"/>
                </a:lnTo>
                <a:lnTo>
                  <a:pt x="346329" y="365188"/>
                </a:lnTo>
                <a:lnTo>
                  <a:pt x="353415" y="356450"/>
                </a:lnTo>
                <a:lnTo>
                  <a:pt x="359664" y="344424"/>
                </a:lnTo>
                <a:close/>
              </a:path>
              <a:path w="810895" h="408939">
                <a:moveTo>
                  <a:pt x="544068" y="22860"/>
                </a:moveTo>
                <a:lnTo>
                  <a:pt x="507492" y="0"/>
                </a:lnTo>
                <a:lnTo>
                  <a:pt x="498627" y="27749"/>
                </a:lnTo>
                <a:lnTo>
                  <a:pt x="488061" y="56197"/>
                </a:lnTo>
                <a:lnTo>
                  <a:pt x="461772" y="115824"/>
                </a:lnTo>
                <a:lnTo>
                  <a:pt x="430720" y="172021"/>
                </a:lnTo>
                <a:lnTo>
                  <a:pt x="400812" y="217932"/>
                </a:lnTo>
                <a:lnTo>
                  <a:pt x="406908" y="222504"/>
                </a:lnTo>
                <a:lnTo>
                  <a:pt x="422338" y="205930"/>
                </a:lnTo>
                <a:lnTo>
                  <a:pt x="438912" y="185928"/>
                </a:lnTo>
                <a:lnTo>
                  <a:pt x="456628" y="162496"/>
                </a:lnTo>
                <a:lnTo>
                  <a:pt x="475488" y="135636"/>
                </a:lnTo>
                <a:lnTo>
                  <a:pt x="475373" y="350139"/>
                </a:lnTo>
                <a:lnTo>
                  <a:pt x="475246" y="361378"/>
                </a:lnTo>
                <a:lnTo>
                  <a:pt x="474814" y="382143"/>
                </a:lnTo>
                <a:lnTo>
                  <a:pt x="473964" y="405384"/>
                </a:lnTo>
                <a:lnTo>
                  <a:pt x="501396" y="391668"/>
                </a:lnTo>
                <a:lnTo>
                  <a:pt x="501180" y="374523"/>
                </a:lnTo>
                <a:lnTo>
                  <a:pt x="501103" y="369976"/>
                </a:lnTo>
                <a:lnTo>
                  <a:pt x="500684" y="356577"/>
                </a:lnTo>
                <a:lnTo>
                  <a:pt x="500100" y="341312"/>
                </a:lnTo>
                <a:lnTo>
                  <a:pt x="499872" y="330708"/>
                </a:lnTo>
                <a:lnTo>
                  <a:pt x="499872" y="146304"/>
                </a:lnTo>
                <a:lnTo>
                  <a:pt x="510540" y="135636"/>
                </a:lnTo>
                <a:lnTo>
                  <a:pt x="513588" y="132588"/>
                </a:lnTo>
                <a:lnTo>
                  <a:pt x="484632" y="117348"/>
                </a:lnTo>
                <a:lnTo>
                  <a:pt x="503555" y="80518"/>
                </a:lnTo>
                <a:lnTo>
                  <a:pt x="519493" y="52387"/>
                </a:lnTo>
                <a:lnTo>
                  <a:pt x="532841" y="33134"/>
                </a:lnTo>
                <a:lnTo>
                  <a:pt x="544068" y="22860"/>
                </a:lnTo>
                <a:close/>
              </a:path>
              <a:path w="810895" h="408939">
                <a:moveTo>
                  <a:pt x="757428" y="70104"/>
                </a:moveTo>
                <a:lnTo>
                  <a:pt x="711911" y="34988"/>
                </a:lnTo>
                <a:lnTo>
                  <a:pt x="682752" y="24384"/>
                </a:lnTo>
                <a:lnTo>
                  <a:pt x="679704" y="30480"/>
                </a:lnTo>
                <a:lnTo>
                  <a:pt x="696798" y="45275"/>
                </a:lnTo>
                <a:lnTo>
                  <a:pt x="711327" y="59626"/>
                </a:lnTo>
                <a:lnTo>
                  <a:pt x="722985" y="73139"/>
                </a:lnTo>
                <a:lnTo>
                  <a:pt x="731520" y="85344"/>
                </a:lnTo>
                <a:lnTo>
                  <a:pt x="736092" y="96012"/>
                </a:lnTo>
                <a:lnTo>
                  <a:pt x="740664" y="100584"/>
                </a:lnTo>
                <a:lnTo>
                  <a:pt x="748284" y="100584"/>
                </a:lnTo>
                <a:lnTo>
                  <a:pt x="749808" y="99060"/>
                </a:lnTo>
                <a:lnTo>
                  <a:pt x="755904" y="86868"/>
                </a:lnTo>
                <a:lnTo>
                  <a:pt x="757428" y="80772"/>
                </a:lnTo>
                <a:lnTo>
                  <a:pt x="757428" y="70104"/>
                </a:lnTo>
                <a:close/>
              </a:path>
              <a:path w="810895" h="408939">
                <a:moveTo>
                  <a:pt x="810768" y="364236"/>
                </a:moveTo>
                <a:lnTo>
                  <a:pt x="791591" y="325094"/>
                </a:lnTo>
                <a:lnTo>
                  <a:pt x="790956" y="286512"/>
                </a:lnTo>
                <a:lnTo>
                  <a:pt x="781812" y="286512"/>
                </a:lnTo>
                <a:lnTo>
                  <a:pt x="779881" y="327240"/>
                </a:lnTo>
                <a:lnTo>
                  <a:pt x="768045" y="363855"/>
                </a:lnTo>
                <a:lnTo>
                  <a:pt x="762000" y="367284"/>
                </a:lnTo>
                <a:lnTo>
                  <a:pt x="710184" y="367284"/>
                </a:lnTo>
                <a:lnTo>
                  <a:pt x="699935" y="365836"/>
                </a:lnTo>
                <a:lnTo>
                  <a:pt x="692277" y="361378"/>
                </a:lnTo>
                <a:lnTo>
                  <a:pt x="687463" y="353783"/>
                </a:lnTo>
                <a:lnTo>
                  <a:pt x="685800" y="342900"/>
                </a:lnTo>
                <a:lnTo>
                  <a:pt x="685800" y="143256"/>
                </a:lnTo>
                <a:lnTo>
                  <a:pt x="790956" y="143256"/>
                </a:lnTo>
                <a:lnTo>
                  <a:pt x="757428" y="109728"/>
                </a:lnTo>
                <a:lnTo>
                  <a:pt x="734568" y="132588"/>
                </a:lnTo>
                <a:lnTo>
                  <a:pt x="637032" y="132588"/>
                </a:lnTo>
                <a:lnTo>
                  <a:pt x="637032" y="36576"/>
                </a:lnTo>
                <a:lnTo>
                  <a:pt x="653796" y="22860"/>
                </a:lnTo>
                <a:lnTo>
                  <a:pt x="611124" y="4572"/>
                </a:lnTo>
                <a:lnTo>
                  <a:pt x="612000" y="20866"/>
                </a:lnTo>
                <a:lnTo>
                  <a:pt x="612457" y="37719"/>
                </a:lnTo>
                <a:lnTo>
                  <a:pt x="612521" y="45275"/>
                </a:lnTo>
                <a:lnTo>
                  <a:pt x="612648" y="132588"/>
                </a:lnTo>
                <a:lnTo>
                  <a:pt x="518160" y="132588"/>
                </a:lnTo>
                <a:lnTo>
                  <a:pt x="533400" y="147828"/>
                </a:lnTo>
                <a:lnTo>
                  <a:pt x="542823" y="145834"/>
                </a:lnTo>
                <a:lnTo>
                  <a:pt x="552831" y="144399"/>
                </a:lnTo>
                <a:lnTo>
                  <a:pt x="563397" y="143548"/>
                </a:lnTo>
                <a:lnTo>
                  <a:pt x="574548" y="143256"/>
                </a:lnTo>
                <a:lnTo>
                  <a:pt x="612648" y="143256"/>
                </a:lnTo>
                <a:lnTo>
                  <a:pt x="609219" y="199644"/>
                </a:lnTo>
                <a:lnTo>
                  <a:pt x="598932" y="251460"/>
                </a:lnTo>
                <a:lnTo>
                  <a:pt x="584073" y="296989"/>
                </a:lnTo>
                <a:lnTo>
                  <a:pt x="562356" y="336804"/>
                </a:lnTo>
                <a:lnTo>
                  <a:pt x="535305" y="372046"/>
                </a:lnTo>
                <a:lnTo>
                  <a:pt x="501396" y="403860"/>
                </a:lnTo>
                <a:lnTo>
                  <a:pt x="507492" y="408432"/>
                </a:lnTo>
                <a:lnTo>
                  <a:pt x="550735" y="374523"/>
                </a:lnTo>
                <a:lnTo>
                  <a:pt x="583692" y="338328"/>
                </a:lnTo>
                <a:lnTo>
                  <a:pt x="607504" y="298513"/>
                </a:lnTo>
                <a:lnTo>
                  <a:pt x="623316" y="252984"/>
                </a:lnTo>
                <a:lnTo>
                  <a:pt x="633603" y="201549"/>
                </a:lnTo>
                <a:lnTo>
                  <a:pt x="637032" y="143256"/>
                </a:lnTo>
                <a:lnTo>
                  <a:pt x="662940" y="143256"/>
                </a:lnTo>
                <a:lnTo>
                  <a:pt x="662940" y="355092"/>
                </a:lnTo>
                <a:lnTo>
                  <a:pt x="665505" y="369976"/>
                </a:lnTo>
                <a:lnTo>
                  <a:pt x="673227" y="380428"/>
                </a:lnTo>
                <a:lnTo>
                  <a:pt x="686079" y="386600"/>
                </a:lnTo>
                <a:lnTo>
                  <a:pt x="704088" y="388620"/>
                </a:lnTo>
                <a:lnTo>
                  <a:pt x="772668" y="388620"/>
                </a:lnTo>
                <a:lnTo>
                  <a:pt x="784402" y="386956"/>
                </a:lnTo>
                <a:lnTo>
                  <a:pt x="794575" y="382143"/>
                </a:lnTo>
                <a:lnTo>
                  <a:pt x="803313" y="374484"/>
                </a:lnTo>
                <a:lnTo>
                  <a:pt x="808545" y="367284"/>
                </a:lnTo>
                <a:lnTo>
                  <a:pt x="810768" y="36423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" name="object 49"/>
          <p:cNvSpPr/>
          <p:nvPr/>
        </p:nvSpPr>
        <p:spPr>
          <a:xfrm>
            <a:off x="2132063" y="4828032"/>
            <a:ext cx="843280" cy="408940"/>
          </a:xfrm>
          <a:custGeom>
            <a:avLst/>
            <a:gdLst/>
            <a:ahLst/>
            <a:cxnLst/>
            <a:rect l="l" t="t" r="r" b="b"/>
            <a:pathLst>
              <a:path w="843280" h="408939">
                <a:moveTo>
                  <a:pt x="394716" y="362712"/>
                </a:moveTo>
                <a:lnTo>
                  <a:pt x="372262" y="322922"/>
                </a:lnTo>
                <a:lnTo>
                  <a:pt x="370332" y="284988"/>
                </a:lnTo>
                <a:lnTo>
                  <a:pt x="361188" y="284988"/>
                </a:lnTo>
                <a:lnTo>
                  <a:pt x="358406" y="335788"/>
                </a:lnTo>
                <a:lnTo>
                  <a:pt x="342900" y="370332"/>
                </a:lnTo>
                <a:lnTo>
                  <a:pt x="281940" y="370332"/>
                </a:lnTo>
                <a:lnTo>
                  <a:pt x="265328" y="368668"/>
                </a:lnTo>
                <a:lnTo>
                  <a:pt x="254127" y="361569"/>
                </a:lnTo>
                <a:lnTo>
                  <a:pt x="248081" y="349338"/>
                </a:lnTo>
                <a:lnTo>
                  <a:pt x="246888" y="332232"/>
                </a:lnTo>
                <a:lnTo>
                  <a:pt x="246888" y="213360"/>
                </a:lnTo>
                <a:lnTo>
                  <a:pt x="390144" y="213360"/>
                </a:lnTo>
                <a:lnTo>
                  <a:pt x="355092" y="178308"/>
                </a:lnTo>
                <a:lnTo>
                  <a:pt x="330708" y="202692"/>
                </a:lnTo>
                <a:lnTo>
                  <a:pt x="208788" y="202692"/>
                </a:lnTo>
                <a:lnTo>
                  <a:pt x="208788" y="109728"/>
                </a:lnTo>
                <a:lnTo>
                  <a:pt x="347472" y="109728"/>
                </a:lnTo>
                <a:lnTo>
                  <a:pt x="312420" y="74676"/>
                </a:lnTo>
                <a:lnTo>
                  <a:pt x="288036" y="99060"/>
                </a:lnTo>
                <a:lnTo>
                  <a:pt x="208788" y="99060"/>
                </a:lnTo>
                <a:lnTo>
                  <a:pt x="208788" y="30480"/>
                </a:lnTo>
                <a:lnTo>
                  <a:pt x="222504" y="16764"/>
                </a:lnTo>
                <a:lnTo>
                  <a:pt x="182880" y="0"/>
                </a:lnTo>
                <a:lnTo>
                  <a:pt x="183769" y="15722"/>
                </a:lnTo>
                <a:lnTo>
                  <a:pt x="184213" y="37719"/>
                </a:lnTo>
                <a:lnTo>
                  <a:pt x="184404" y="100584"/>
                </a:lnTo>
                <a:lnTo>
                  <a:pt x="94488" y="100584"/>
                </a:lnTo>
                <a:lnTo>
                  <a:pt x="103632" y="80200"/>
                </a:lnTo>
                <a:lnTo>
                  <a:pt x="112776" y="60960"/>
                </a:lnTo>
                <a:lnTo>
                  <a:pt x="126492" y="53340"/>
                </a:lnTo>
                <a:lnTo>
                  <a:pt x="88392" y="30480"/>
                </a:lnTo>
                <a:lnTo>
                  <a:pt x="78422" y="72517"/>
                </a:lnTo>
                <a:lnTo>
                  <a:pt x="64579" y="111823"/>
                </a:lnTo>
                <a:lnTo>
                  <a:pt x="47040" y="148577"/>
                </a:lnTo>
                <a:lnTo>
                  <a:pt x="25908" y="182880"/>
                </a:lnTo>
                <a:lnTo>
                  <a:pt x="32004" y="185928"/>
                </a:lnTo>
                <a:lnTo>
                  <a:pt x="47701" y="168478"/>
                </a:lnTo>
                <a:lnTo>
                  <a:pt x="62674" y="150304"/>
                </a:lnTo>
                <a:lnTo>
                  <a:pt x="76796" y="131279"/>
                </a:lnTo>
                <a:lnTo>
                  <a:pt x="89916" y="111252"/>
                </a:lnTo>
                <a:lnTo>
                  <a:pt x="184404" y="111252"/>
                </a:lnTo>
                <a:lnTo>
                  <a:pt x="184404" y="202692"/>
                </a:lnTo>
                <a:lnTo>
                  <a:pt x="0" y="202692"/>
                </a:lnTo>
                <a:lnTo>
                  <a:pt x="15240" y="219456"/>
                </a:lnTo>
                <a:lnTo>
                  <a:pt x="25552" y="216585"/>
                </a:lnTo>
                <a:lnTo>
                  <a:pt x="36004" y="214693"/>
                </a:lnTo>
                <a:lnTo>
                  <a:pt x="46748" y="213677"/>
                </a:lnTo>
                <a:lnTo>
                  <a:pt x="57912" y="213360"/>
                </a:lnTo>
                <a:lnTo>
                  <a:pt x="134112" y="213360"/>
                </a:lnTo>
                <a:lnTo>
                  <a:pt x="124396" y="271843"/>
                </a:lnTo>
                <a:lnTo>
                  <a:pt x="106680" y="320040"/>
                </a:lnTo>
                <a:lnTo>
                  <a:pt x="68770" y="361188"/>
                </a:lnTo>
                <a:lnTo>
                  <a:pt x="0" y="402336"/>
                </a:lnTo>
                <a:lnTo>
                  <a:pt x="1524" y="408432"/>
                </a:lnTo>
                <a:lnTo>
                  <a:pt x="44183" y="392455"/>
                </a:lnTo>
                <a:lnTo>
                  <a:pt x="78676" y="374332"/>
                </a:lnTo>
                <a:lnTo>
                  <a:pt x="124968" y="332232"/>
                </a:lnTo>
                <a:lnTo>
                  <a:pt x="148780" y="279654"/>
                </a:lnTo>
                <a:lnTo>
                  <a:pt x="160020" y="213360"/>
                </a:lnTo>
                <a:lnTo>
                  <a:pt x="222504" y="213360"/>
                </a:lnTo>
                <a:lnTo>
                  <a:pt x="222504" y="345948"/>
                </a:lnTo>
                <a:lnTo>
                  <a:pt x="224205" y="365074"/>
                </a:lnTo>
                <a:lnTo>
                  <a:pt x="231457" y="378904"/>
                </a:lnTo>
                <a:lnTo>
                  <a:pt x="244157" y="387311"/>
                </a:lnTo>
                <a:lnTo>
                  <a:pt x="262128" y="390144"/>
                </a:lnTo>
                <a:lnTo>
                  <a:pt x="345948" y="390144"/>
                </a:lnTo>
                <a:lnTo>
                  <a:pt x="363435" y="388429"/>
                </a:lnTo>
                <a:lnTo>
                  <a:pt x="377190" y="383286"/>
                </a:lnTo>
                <a:lnTo>
                  <a:pt x="387527" y="374713"/>
                </a:lnTo>
                <a:lnTo>
                  <a:pt x="394716" y="362712"/>
                </a:lnTo>
                <a:close/>
              </a:path>
              <a:path w="843280" h="408939">
                <a:moveTo>
                  <a:pt x="842784" y="353568"/>
                </a:moveTo>
                <a:lnTo>
                  <a:pt x="794778" y="345567"/>
                </a:lnTo>
                <a:lnTo>
                  <a:pt x="755916" y="330708"/>
                </a:lnTo>
                <a:lnTo>
                  <a:pt x="722960" y="308800"/>
                </a:lnTo>
                <a:lnTo>
                  <a:pt x="693432" y="278892"/>
                </a:lnTo>
                <a:lnTo>
                  <a:pt x="711403" y="267830"/>
                </a:lnTo>
                <a:lnTo>
                  <a:pt x="751928" y="242252"/>
                </a:lnTo>
                <a:lnTo>
                  <a:pt x="774204" y="228600"/>
                </a:lnTo>
                <a:lnTo>
                  <a:pt x="790968" y="227076"/>
                </a:lnTo>
                <a:lnTo>
                  <a:pt x="762012" y="198120"/>
                </a:lnTo>
                <a:lnTo>
                  <a:pt x="748868" y="215582"/>
                </a:lnTo>
                <a:lnTo>
                  <a:pt x="732294" y="233743"/>
                </a:lnTo>
                <a:lnTo>
                  <a:pt x="712292" y="252780"/>
                </a:lnTo>
                <a:lnTo>
                  <a:pt x="688860" y="272796"/>
                </a:lnTo>
                <a:lnTo>
                  <a:pt x="675944" y="253060"/>
                </a:lnTo>
                <a:lnTo>
                  <a:pt x="664476" y="232600"/>
                </a:lnTo>
                <a:lnTo>
                  <a:pt x="654138" y="211289"/>
                </a:lnTo>
                <a:lnTo>
                  <a:pt x="644664" y="188976"/>
                </a:lnTo>
                <a:lnTo>
                  <a:pt x="838212" y="188976"/>
                </a:lnTo>
                <a:lnTo>
                  <a:pt x="803160" y="152400"/>
                </a:lnTo>
                <a:lnTo>
                  <a:pt x="777252" y="178308"/>
                </a:lnTo>
                <a:lnTo>
                  <a:pt x="646188" y="178308"/>
                </a:lnTo>
                <a:lnTo>
                  <a:pt x="646188" y="128016"/>
                </a:lnTo>
                <a:lnTo>
                  <a:pt x="789444" y="128016"/>
                </a:lnTo>
                <a:lnTo>
                  <a:pt x="757440" y="96012"/>
                </a:lnTo>
                <a:lnTo>
                  <a:pt x="734580" y="117348"/>
                </a:lnTo>
                <a:lnTo>
                  <a:pt x="646188" y="117348"/>
                </a:lnTo>
                <a:lnTo>
                  <a:pt x="646188" y="71628"/>
                </a:lnTo>
                <a:lnTo>
                  <a:pt x="816876" y="71628"/>
                </a:lnTo>
                <a:lnTo>
                  <a:pt x="783348" y="36576"/>
                </a:lnTo>
                <a:lnTo>
                  <a:pt x="758964" y="60960"/>
                </a:lnTo>
                <a:lnTo>
                  <a:pt x="646188" y="60960"/>
                </a:lnTo>
                <a:lnTo>
                  <a:pt x="646188" y="28956"/>
                </a:lnTo>
                <a:lnTo>
                  <a:pt x="659904" y="16764"/>
                </a:lnTo>
                <a:lnTo>
                  <a:pt x="620280" y="0"/>
                </a:lnTo>
                <a:lnTo>
                  <a:pt x="621157" y="14033"/>
                </a:lnTo>
                <a:lnTo>
                  <a:pt x="621614" y="28765"/>
                </a:lnTo>
                <a:lnTo>
                  <a:pt x="621804" y="60960"/>
                </a:lnTo>
                <a:lnTo>
                  <a:pt x="467880" y="60960"/>
                </a:lnTo>
                <a:lnTo>
                  <a:pt x="483120" y="76200"/>
                </a:lnTo>
                <a:lnTo>
                  <a:pt x="493407" y="74206"/>
                </a:lnTo>
                <a:lnTo>
                  <a:pt x="503694" y="72771"/>
                </a:lnTo>
                <a:lnTo>
                  <a:pt x="513981" y="71920"/>
                </a:lnTo>
                <a:lnTo>
                  <a:pt x="524268" y="71628"/>
                </a:lnTo>
                <a:lnTo>
                  <a:pt x="621804" y="71628"/>
                </a:lnTo>
                <a:lnTo>
                  <a:pt x="621804" y="117348"/>
                </a:lnTo>
                <a:lnTo>
                  <a:pt x="496836" y="117348"/>
                </a:lnTo>
                <a:lnTo>
                  <a:pt x="512076" y="134112"/>
                </a:lnTo>
                <a:lnTo>
                  <a:pt x="522376" y="131241"/>
                </a:lnTo>
                <a:lnTo>
                  <a:pt x="532841" y="129349"/>
                </a:lnTo>
                <a:lnTo>
                  <a:pt x="543572" y="128333"/>
                </a:lnTo>
                <a:lnTo>
                  <a:pt x="554748" y="128016"/>
                </a:lnTo>
                <a:lnTo>
                  <a:pt x="621804" y="128016"/>
                </a:lnTo>
                <a:lnTo>
                  <a:pt x="621804" y="178308"/>
                </a:lnTo>
                <a:lnTo>
                  <a:pt x="441972" y="178308"/>
                </a:lnTo>
                <a:lnTo>
                  <a:pt x="457212" y="195072"/>
                </a:lnTo>
                <a:lnTo>
                  <a:pt x="466852" y="192201"/>
                </a:lnTo>
                <a:lnTo>
                  <a:pt x="477215" y="190309"/>
                </a:lnTo>
                <a:lnTo>
                  <a:pt x="487857" y="189293"/>
                </a:lnTo>
                <a:lnTo>
                  <a:pt x="498360" y="188976"/>
                </a:lnTo>
                <a:lnTo>
                  <a:pt x="611136" y="188976"/>
                </a:lnTo>
                <a:lnTo>
                  <a:pt x="578180" y="230124"/>
                </a:lnTo>
                <a:lnTo>
                  <a:pt x="539508" y="266700"/>
                </a:lnTo>
                <a:lnTo>
                  <a:pt x="492074" y="300228"/>
                </a:lnTo>
                <a:lnTo>
                  <a:pt x="434352" y="329184"/>
                </a:lnTo>
                <a:lnTo>
                  <a:pt x="435876" y="336804"/>
                </a:lnTo>
                <a:lnTo>
                  <a:pt x="468782" y="325666"/>
                </a:lnTo>
                <a:lnTo>
                  <a:pt x="499122" y="312801"/>
                </a:lnTo>
                <a:lnTo>
                  <a:pt x="527164" y="298234"/>
                </a:lnTo>
                <a:lnTo>
                  <a:pt x="553224" y="281940"/>
                </a:lnTo>
                <a:lnTo>
                  <a:pt x="553224" y="348996"/>
                </a:lnTo>
                <a:lnTo>
                  <a:pt x="552653" y="358432"/>
                </a:lnTo>
                <a:lnTo>
                  <a:pt x="550938" y="366141"/>
                </a:lnTo>
                <a:lnTo>
                  <a:pt x="548081" y="372148"/>
                </a:lnTo>
                <a:lnTo>
                  <a:pt x="544080" y="376428"/>
                </a:lnTo>
                <a:lnTo>
                  <a:pt x="565416" y="405384"/>
                </a:lnTo>
                <a:lnTo>
                  <a:pt x="583361" y="390766"/>
                </a:lnTo>
                <a:lnTo>
                  <a:pt x="607326" y="374142"/>
                </a:lnTo>
                <a:lnTo>
                  <a:pt x="636993" y="355244"/>
                </a:lnTo>
                <a:lnTo>
                  <a:pt x="672096" y="333756"/>
                </a:lnTo>
                <a:lnTo>
                  <a:pt x="669048" y="326136"/>
                </a:lnTo>
                <a:lnTo>
                  <a:pt x="579132" y="364236"/>
                </a:lnTo>
                <a:lnTo>
                  <a:pt x="579132" y="262128"/>
                </a:lnTo>
                <a:lnTo>
                  <a:pt x="594791" y="246126"/>
                </a:lnTo>
                <a:lnTo>
                  <a:pt x="609612" y="230124"/>
                </a:lnTo>
                <a:lnTo>
                  <a:pt x="623277" y="214122"/>
                </a:lnTo>
                <a:lnTo>
                  <a:pt x="635520" y="198120"/>
                </a:lnTo>
                <a:lnTo>
                  <a:pt x="651014" y="237820"/>
                </a:lnTo>
                <a:lnTo>
                  <a:pt x="668096" y="272224"/>
                </a:lnTo>
                <a:lnTo>
                  <a:pt x="708672" y="324612"/>
                </a:lnTo>
                <a:lnTo>
                  <a:pt x="754202" y="360807"/>
                </a:lnTo>
                <a:lnTo>
                  <a:pt x="803160" y="385572"/>
                </a:lnTo>
                <a:lnTo>
                  <a:pt x="809993" y="376415"/>
                </a:lnTo>
                <a:lnTo>
                  <a:pt x="818972" y="369379"/>
                </a:lnTo>
                <a:lnTo>
                  <a:pt x="829945" y="364363"/>
                </a:lnTo>
                <a:lnTo>
                  <a:pt x="842784" y="361188"/>
                </a:lnTo>
                <a:lnTo>
                  <a:pt x="842784" y="35356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" name="object 50"/>
          <p:cNvSpPr/>
          <p:nvPr/>
        </p:nvSpPr>
        <p:spPr>
          <a:xfrm>
            <a:off x="3049523" y="4828032"/>
            <a:ext cx="356870" cy="401320"/>
          </a:xfrm>
          <a:custGeom>
            <a:avLst/>
            <a:gdLst/>
            <a:ahLst/>
            <a:cxnLst/>
            <a:rect l="l" t="t" r="r" b="b"/>
            <a:pathLst>
              <a:path w="356870" h="401320">
                <a:moveTo>
                  <a:pt x="54864" y="89916"/>
                </a:moveTo>
                <a:lnTo>
                  <a:pt x="44196" y="89916"/>
                </a:lnTo>
                <a:lnTo>
                  <a:pt x="51339" y="62150"/>
                </a:lnTo>
                <a:lnTo>
                  <a:pt x="56769" y="38100"/>
                </a:lnTo>
                <a:lnTo>
                  <a:pt x="60483" y="17478"/>
                </a:lnTo>
                <a:lnTo>
                  <a:pt x="62484" y="0"/>
                </a:lnTo>
                <a:lnTo>
                  <a:pt x="100584" y="21336"/>
                </a:lnTo>
                <a:lnTo>
                  <a:pt x="91725" y="28194"/>
                </a:lnTo>
                <a:lnTo>
                  <a:pt x="81153" y="41910"/>
                </a:lnTo>
                <a:lnTo>
                  <a:pt x="68865" y="62484"/>
                </a:lnTo>
                <a:lnTo>
                  <a:pt x="54864" y="89916"/>
                </a:lnTo>
                <a:close/>
              </a:path>
              <a:path w="356870" h="401320">
                <a:moveTo>
                  <a:pt x="147828" y="190500"/>
                </a:moveTo>
                <a:lnTo>
                  <a:pt x="143256" y="187452"/>
                </a:lnTo>
                <a:lnTo>
                  <a:pt x="160162" y="160615"/>
                </a:lnTo>
                <a:lnTo>
                  <a:pt x="174498" y="135064"/>
                </a:lnTo>
                <a:lnTo>
                  <a:pt x="196596" y="88392"/>
                </a:lnTo>
                <a:lnTo>
                  <a:pt x="211836" y="44958"/>
                </a:lnTo>
                <a:lnTo>
                  <a:pt x="222503" y="1524"/>
                </a:lnTo>
                <a:lnTo>
                  <a:pt x="260603" y="24384"/>
                </a:lnTo>
                <a:lnTo>
                  <a:pt x="252864" y="32146"/>
                </a:lnTo>
                <a:lnTo>
                  <a:pt x="243268" y="46482"/>
                </a:lnTo>
                <a:lnTo>
                  <a:pt x="231671" y="67675"/>
                </a:lnTo>
                <a:lnTo>
                  <a:pt x="217932" y="96012"/>
                </a:lnTo>
                <a:lnTo>
                  <a:pt x="350520" y="96012"/>
                </a:lnTo>
                <a:lnTo>
                  <a:pt x="356616" y="102108"/>
                </a:lnTo>
                <a:lnTo>
                  <a:pt x="352806" y="105156"/>
                </a:lnTo>
                <a:lnTo>
                  <a:pt x="213360" y="105156"/>
                </a:lnTo>
                <a:lnTo>
                  <a:pt x="197977" y="129420"/>
                </a:lnTo>
                <a:lnTo>
                  <a:pt x="181737" y="151828"/>
                </a:lnTo>
                <a:lnTo>
                  <a:pt x="164925" y="172235"/>
                </a:lnTo>
                <a:lnTo>
                  <a:pt x="147828" y="190500"/>
                </a:lnTo>
                <a:close/>
              </a:path>
              <a:path w="356870" h="401320">
                <a:moveTo>
                  <a:pt x="146304" y="89916"/>
                </a:moveTo>
                <a:lnTo>
                  <a:pt x="111252" y="89916"/>
                </a:lnTo>
                <a:lnTo>
                  <a:pt x="129540" y="73152"/>
                </a:lnTo>
                <a:lnTo>
                  <a:pt x="146304" y="89916"/>
                </a:lnTo>
                <a:close/>
              </a:path>
              <a:path w="356870" h="401320">
                <a:moveTo>
                  <a:pt x="0" y="397764"/>
                </a:moveTo>
                <a:lnTo>
                  <a:pt x="820" y="359664"/>
                </a:lnTo>
                <a:lnTo>
                  <a:pt x="917" y="353568"/>
                </a:lnTo>
                <a:lnTo>
                  <a:pt x="1333" y="316230"/>
                </a:lnTo>
                <a:lnTo>
                  <a:pt x="1425" y="176784"/>
                </a:lnTo>
                <a:lnTo>
                  <a:pt x="1301" y="151828"/>
                </a:lnTo>
                <a:lnTo>
                  <a:pt x="881" y="114681"/>
                </a:lnTo>
                <a:lnTo>
                  <a:pt x="0" y="74676"/>
                </a:lnTo>
                <a:lnTo>
                  <a:pt x="25908" y="89916"/>
                </a:lnTo>
                <a:lnTo>
                  <a:pt x="146304" y="89916"/>
                </a:lnTo>
                <a:lnTo>
                  <a:pt x="155448" y="99060"/>
                </a:lnTo>
                <a:lnTo>
                  <a:pt x="153162" y="100584"/>
                </a:lnTo>
                <a:lnTo>
                  <a:pt x="24384" y="100584"/>
                </a:lnTo>
                <a:lnTo>
                  <a:pt x="24384" y="211836"/>
                </a:lnTo>
                <a:lnTo>
                  <a:pt x="137464" y="211836"/>
                </a:lnTo>
                <a:lnTo>
                  <a:pt x="137527" y="222504"/>
                </a:lnTo>
                <a:lnTo>
                  <a:pt x="24384" y="222504"/>
                </a:lnTo>
                <a:lnTo>
                  <a:pt x="24384" y="344424"/>
                </a:lnTo>
                <a:lnTo>
                  <a:pt x="138510" y="344424"/>
                </a:lnTo>
                <a:lnTo>
                  <a:pt x="138564" y="353568"/>
                </a:lnTo>
                <a:lnTo>
                  <a:pt x="24384" y="353568"/>
                </a:lnTo>
                <a:lnTo>
                  <a:pt x="24384" y="384048"/>
                </a:lnTo>
                <a:lnTo>
                  <a:pt x="0" y="397764"/>
                </a:lnTo>
                <a:close/>
              </a:path>
              <a:path w="356870" h="401320">
                <a:moveTo>
                  <a:pt x="350520" y="96012"/>
                </a:moveTo>
                <a:lnTo>
                  <a:pt x="310896" y="96012"/>
                </a:lnTo>
                <a:lnTo>
                  <a:pt x="330708" y="76200"/>
                </a:lnTo>
                <a:lnTo>
                  <a:pt x="350520" y="96012"/>
                </a:lnTo>
                <a:close/>
              </a:path>
              <a:path w="356870" h="401320">
                <a:moveTo>
                  <a:pt x="137464" y="211836"/>
                </a:moveTo>
                <a:lnTo>
                  <a:pt x="114300" y="211836"/>
                </a:lnTo>
                <a:lnTo>
                  <a:pt x="114300" y="100584"/>
                </a:lnTo>
                <a:lnTo>
                  <a:pt x="153162" y="100584"/>
                </a:lnTo>
                <a:lnTo>
                  <a:pt x="137160" y="111252"/>
                </a:lnTo>
                <a:lnTo>
                  <a:pt x="137263" y="160615"/>
                </a:lnTo>
                <a:lnTo>
                  <a:pt x="137386" y="198501"/>
                </a:lnTo>
                <a:lnTo>
                  <a:pt x="137464" y="211836"/>
                </a:lnTo>
                <a:close/>
              </a:path>
              <a:path w="356870" h="401320">
                <a:moveTo>
                  <a:pt x="326904" y="359664"/>
                </a:moveTo>
                <a:lnTo>
                  <a:pt x="283464" y="359664"/>
                </a:lnTo>
                <a:lnTo>
                  <a:pt x="291965" y="357687"/>
                </a:lnTo>
                <a:lnTo>
                  <a:pt x="298894" y="351853"/>
                </a:lnTo>
                <a:lnTo>
                  <a:pt x="308610" y="304895"/>
                </a:lnTo>
                <a:lnTo>
                  <a:pt x="310896" y="259461"/>
                </a:lnTo>
                <a:lnTo>
                  <a:pt x="313119" y="194691"/>
                </a:lnTo>
                <a:lnTo>
                  <a:pt x="315467" y="105156"/>
                </a:lnTo>
                <a:lnTo>
                  <a:pt x="352806" y="105156"/>
                </a:lnTo>
                <a:lnTo>
                  <a:pt x="341376" y="114300"/>
                </a:lnTo>
                <a:lnTo>
                  <a:pt x="339593" y="186213"/>
                </a:lnTo>
                <a:lnTo>
                  <a:pt x="337620" y="248631"/>
                </a:lnTo>
                <a:lnTo>
                  <a:pt x="335560" y="294583"/>
                </a:lnTo>
                <a:lnTo>
                  <a:pt x="333280" y="326489"/>
                </a:lnTo>
                <a:lnTo>
                  <a:pt x="330708" y="344424"/>
                </a:lnTo>
                <a:lnTo>
                  <a:pt x="327874" y="357020"/>
                </a:lnTo>
                <a:lnTo>
                  <a:pt x="326904" y="359664"/>
                </a:lnTo>
                <a:close/>
              </a:path>
              <a:path w="356870" h="401320">
                <a:moveTo>
                  <a:pt x="231648" y="269748"/>
                </a:moveTo>
                <a:lnTo>
                  <a:pt x="230124" y="269748"/>
                </a:lnTo>
                <a:lnTo>
                  <a:pt x="226742" y="268081"/>
                </a:lnTo>
                <a:lnTo>
                  <a:pt x="223647" y="263271"/>
                </a:lnTo>
                <a:lnTo>
                  <a:pt x="221122" y="255603"/>
                </a:lnTo>
                <a:lnTo>
                  <a:pt x="219456" y="245364"/>
                </a:lnTo>
                <a:lnTo>
                  <a:pt x="214884" y="227576"/>
                </a:lnTo>
                <a:lnTo>
                  <a:pt x="208026" y="210502"/>
                </a:lnTo>
                <a:lnTo>
                  <a:pt x="198882" y="193714"/>
                </a:lnTo>
                <a:lnTo>
                  <a:pt x="187452" y="176784"/>
                </a:lnTo>
                <a:lnTo>
                  <a:pt x="192024" y="172212"/>
                </a:lnTo>
                <a:lnTo>
                  <a:pt x="224409" y="198501"/>
                </a:lnTo>
                <a:lnTo>
                  <a:pt x="246888" y="234696"/>
                </a:lnTo>
                <a:lnTo>
                  <a:pt x="246888" y="246888"/>
                </a:lnTo>
                <a:lnTo>
                  <a:pt x="245364" y="254508"/>
                </a:lnTo>
                <a:lnTo>
                  <a:pt x="236220" y="266700"/>
                </a:lnTo>
                <a:lnTo>
                  <a:pt x="231648" y="269748"/>
                </a:lnTo>
                <a:close/>
              </a:path>
              <a:path w="356870" h="401320">
                <a:moveTo>
                  <a:pt x="138510" y="344424"/>
                </a:moveTo>
                <a:lnTo>
                  <a:pt x="114300" y="344424"/>
                </a:lnTo>
                <a:lnTo>
                  <a:pt x="114300" y="222504"/>
                </a:lnTo>
                <a:lnTo>
                  <a:pt x="137527" y="222504"/>
                </a:lnTo>
                <a:lnTo>
                  <a:pt x="137723" y="254508"/>
                </a:lnTo>
                <a:lnTo>
                  <a:pt x="138510" y="344424"/>
                </a:lnTo>
                <a:close/>
              </a:path>
              <a:path w="356870" h="401320">
                <a:moveTo>
                  <a:pt x="278891" y="400812"/>
                </a:moveTo>
                <a:lnTo>
                  <a:pt x="271772" y="387953"/>
                </a:lnTo>
                <a:lnTo>
                  <a:pt x="259651" y="376809"/>
                </a:lnTo>
                <a:lnTo>
                  <a:pt x="242673" y="367379"/>
                </a:lnTo>
                <a:lnTo>
                  <a:pt x="220979" y="359664"/>
                </a:lnTo>
                <a:lnTo>
                  <a:pt x="220979" y="350520"/>
                </a:lnTo>
                <a:lnTo>
                  <a:pt x="241244" y="354520"/>
                </a:lnTo>
                <a:lnTo>
                  <a:pt x="258508" y="357378"/>
                </a:lnTo>
                <a:lnTo>
                  <a:pt x="272629" y="359092"/>
                </a:lnTo>
                <a:lnTo>
                  <a:pt x="283464" y="359664"/>
                </a:lnTo>
                <a:lnTo>
                  <a:pt x="326904" y="359664"/>
                </a:lnTo>
                <a:lnTo>
                  <a:pt x="324040" y="367474"/>
                </a:lnTo>
                <a:lnTo>
                  <a:pt x="289726" y="396240"/>
                </a:lnTo>
                <a:lnTo>
                  <a:pt x="278891" y="400812"/>
                </a:lnTo>
                <a:close/>
              </a:path>
              <a:path w="356870" h="401320">
                <a:moveTo>
                  <a:pt x="114300" y="390144"/>
                </a:moveTo>
                <a:lnTo>
                  <a:pt x="114300" y="353568"/>
                </a:lnTo>
                <a:lnTo>
                  <a:pt x="138564" y="353568"/>
                </a:lnTo>
                <a:lnTo>
                  <a:pt x="138684" y="376428"/>
                </a:lnTo>
                <a:lnTo>
                  <a:pt x="114300" y="39014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" name="object 51"/>
          <p:cNvSpPr/>
          <p:nvPr/>
        </p:nvSpPr>
        <p:spPr>
          <a:xfrm>
            <a:off x="3457943" y="4828032"/>
            <a:ext cx="856615" cy="405765"/>
          </a:xfrm>
          <a:custGeom>
            <a:avLst/>
            <a:gdLst/>
            <a:ahLst/>
            <a:cxnLst/>
            <a:rect l="l" t="t" r="r" b="b"/>
            <a:pathLst>
              <a:path w="856614" h="405764">
                <a:moveTo>
                  <a:pt x="141732" y="21336"/>
                </a:moveTo>
                <a:lnTo>
                  <a:pt x="100584" y="0"/>
                </a:lnTo>
                <a:lnTo>
                  <a:pt x="92900" y="30861"/>
                </a:lnTo>
                <a:lnTo>
                  <a:pt x="83629" y="61722"/>
                </a:lnTo>
                <a:lnTo>
                  <a:pt x="60960" y="123444"/>
                </a:lnTo>
                <a:lnTo>
                  <a:pt x="32194" y="181546"/>
                </a:lnTo>
                <a:lnTo>
                  <a:pt x="0" y="236220"/>
                </a:lnTo>
                <a:lnTo>
                  <a:pt x="6096" y="239268"/>
                </a:lnTo>
                <a:lnTo>
                  <a:pt x="21272" y="222199"/>
                </a:lnTo>
                <a:lnTo>
                  <a:pt x="37147" y="200977"/>
                </a:lnTo>
                <a:lnTo>
                  <a:pt x="53898" y="176047"/>
                </a:lnTo>
                <a:lnTo>
                  <a:pt x="71628" y="147828"/>
                </a:lnTo>
                <a:lnTo>
                  <a:pt x="71539" y="287489"/>
                </a:lnTo>
                <a:lnTo>
                  <a:pt x="71285" y="339852"/>
                </a:lnTo>
                <a:lnTo>
                  <a:pt x="70891" y="375221"/>
                </a:lnTo>
                <a:lnTo>
                  <a:pt x="70777" y="381000"/>
                </a:lnTo>
                <a:lnTo>
                  <a:pt x="70104" y="405384"/>
                </a:lnTo>
                <a:lnTo>
                  <a:pt x="96012" y="390144"/>
                </a:lnTo>
                <a:lnTo>
                  <a:pt x="95275" y="368744"/>
                </a:lnTo>
                <a:lnTo>
                  <a:pt x="94818" y="333730"/>
                </a:lnTo>
                <a:lnTo>
                  <a:pt x="94602" y="287489"/>
                </a:lnTo>
                <a:lnTo>
                  <a:pt x="94500" y="147828"/>
                </a:lnTo>
                <a:lnTo>
                  <a:pt x="94488" y="146304"/>
                </a:lnTo>
                <a:lnTo>
                  <a:pt x="108204" y="135636"/>
                </a:lnTo>
                <a:lnTo>
                  <a:pt x="85344" y="120396"/>
                </a:lnTo>
                <a:lnTo>
                  <a:pt x="92189" y="103759"/>
                </a:lnTo>
                <a:lnTo>
                  <a:pt x="101155" y="83248"/>
                </a:lnTo>
                <a:lnTo>
                  <a:pt x="112141" y="58470"/>
                </a:lnTo>
                <a:lnTo>
                  <a:pt x="124968" y="28956"/>
                </a:lnTo>
                <a:lnTo>
                  <a:pt x="141732" y="21336"/>
                </a:lnTo>
                <a:close/>
              </a:path>
              <a:path w="856614" h="405764">
                <a:moveTo>
                  <a:pt x="225552" y="278701"/>
                </a:moveTo>
                <a:lnTo>
                  <a:pt x="213741" y="229323"/>
                </a:lnTo>
                <a:lnTo>
                  <a:pt x="188595" y="182549"/>
                </a:lnTo>
                <a:lnTo>
                  <a:pt x="169164" y="150876"/>
                </a:lnTo>
                <a:lnTo>
                  <a:pt x="163068" y="153924"/>
                </a:lnTo>
                <a:lnTo>
                  <a:pt x="172262" y="180238"/>
                </a:lnTo>
                <a:lnTo>
                  <a:pt x="179451" y="204406"/>
                </a:lnTo>
                <a:lnTo>
                  <a:pt x="184937" y="226580"/>
                </a:lnTo>
                <a:lnTo>
                  <a:pt x="188976" y="246888"/>
                </a:lnTo>
                <a:lnTo>
                  <a:pt x="192773" y="264972"/>
                </a:lnTo>
                <a:lnTo>
                  <a:pt x="195262" y="280606"/>
                </a:lnTo>
                <a:lnTo>
                  <a:pt x="196913" y="294259"/>
                </a:lnTo>
                <a:lnTo>
                  <a:pt x="198120" y="306324"/>
                </a:lnTo>
                <a:lnTo>
                  <a:pt x="198120" y="313944"/>
                </a:lnTo>
                <a:lnTo>
                  <a:pt x="199644" y="318516"/>
                </a:lnTo>
                <a:lnTo>
                  <a:pt x="205740" y="318516"/>
                </a:lnTo>
                <a:lnTo>
                  <a:pt x="216408" y="307848"/>
                </a:lnTo>
                <a:lnTo>
                  <a:pt x="220408" y="301828"/>
                </a:lnTo>
                <a:lnTo>
                  <a:pt x="223266" y="295084"/>
                </a:lnTo>
                <a:lnTo>
                  <a:pt x="224980" y="287489"/>
                </a:lnTo>
                <a:lnTo>
                  <a:pt x="225450" y="280606"/>
                </a:lnTo>
                <a:lnTo>
                  <a:pt x="225552" y="278701"/>
                </a:lnTo>
                <a:close/>
              </a:path>
              <a:path w="856614" h="405764">
                <a:moveTo>
                  <a:pt x="268541" y="66890"/>
                </a:moveTo>
                <a:lnTo>
                  <a:pt x="239941" y="21082"/>
                </a:lnTo>
                <a:lnTo>
                  <a:pt x="217932" y="3048"/>
                </a:lnTo>
                <a:lnTo>
                  <a:pt x="211836" y="6096"/>
                </a:lnTo>
                <a:lnTo>
                  <a:pt x="222148" y="24701"/>
                </a:lnTo>
                <a:lnTo>
                  <a:pt x="230314" y="41719"/>
                </a:lnTo>
                <a:lnTo>
                  <a:pt x="236486" y="57327"/>
                </a:lnTo>
                <a:lnTo>
                  <a:pt x="240792" y="71628"/>
                </a:lnTo>
                <a:lnTo>
                  <a:pt x="240792" y="83820"/>
                </a:lnTo>
                <a:lnTo>
                  <a:pt x="245364" y="89916"/>
                </a:lnTo>
                <a:lnTo>
                  <a:pt x="251460" y="89916"/>
                </a:lnTo>
                <a:lnTo>
                  <a:pt x="254508" y="88392"/>
                </a:lnTo>
                <a:lnTo>
                  <a:pt x="260604" y="83820"/>
                </a:lnTo>
                <a:lnTo>
                  <a:pt x="264591" y="78943"/>
                </a:lnTo>
                <a:lnTo>
                  <a:pt x="267271" y="73342"/>
                </a:lnTo>
                <a:lnTo>
                  <a:pt x="268541" y="66890"/>
                </a:lnTo>
                <a:close/>
              </a:path>
              <a:path w="856614" h="405764">
                <a:moveTo>
                  <a:pt x="393192" y="114300"/>
                </a:moveTo>
                <a:lnTo>
                  <a:pt x="358140" y="79248"/>
                </a:lnTo>
                <a:lnTo>
                  <a:pt x="333756" y="103632"/>
                </a:lnTo>
                <a:lnTo>
                  <a:pt x="123444" y="103632"/>
                </a:lnTo>
                <a:lnTo>
                  <a:pt x="138684" y="120396"/>
                </a:lnTo>
                <a:lnTo>
                  <a:pt x="148971" y="117525"/>
                </a:lnTo>
                <a:lnTo>
                  <a:pt x="159258" y="115633"/>
                </a:lnTo>
                <a:lnTo>
                  <a:pt x="169545" y="114617"/>
                </a:lnTo>
                <a:lnTo>
                  <a:pt x="179832" y="114300"/>
                </a:lnTo>
                <a:lnTo>
                  <a:pt x="393192" y="114300"/>
                </a:lnTo>
                <a:close/>
              </a:path>
              <a:path w="856614" h="405764">
                <a:moveTo>
                  <a:pt x="409956" y="374904"/>
                </a:moveTo>
                <a:lnTo>
                  <a:pt x="374904" y="339852"/>
                </a:lnTo>
                <a:lnTo>
                  <a:pt x="352044" y="364236"/>
                </a:lnTo>
                <a:lnTo>
                  <a:pt x="272796" y="364236"/>
                </a:lnTo>
                <a:lnTo>
                  <a:pt x="288569" y="318833"/>
                </a:lnTo>
                <a:lnTo>
                  <a:pt x="301701" y="278892"/>
                </a:lnTo>
                <a:lnTo>
                  <a:pt x="312661" y="244017"/>
                </a:lnTo>
                <a:lnTo>
                  <a:pt x="321564" y="214884"/>
                </a:lnTo>
                <a:lnTo>
                  <a:pt x="329565" y="191439"/>
                </a:lnTo>
                <a:lnTo>
                  <a:pt x="337566" y="173545"/>
                </a:lnTo>
                <a:lnTo>
                  <a:pt x="345567" y="161099"/>
                </a:lnTo>
                <a:lnTo>
                  <a:pt x="353568" y="153924"/>
                </a:lnTo>
                <a:lnTo>
                  <a:pt x="310896" y="131064"/>
                </a:lnTo>
                <a:lnTo>
                  <a:pt x="306705" y="169354"/>
                </a:lnTo>
                <a:lnTo>
                  <a:pt x="295757" y="226580"/>
                </a:lnTo>
                <a:lnTo>
                  <a:pt x="279920" y="294259"/>
                </a:lnTo>
                <a:lnTo>
                  <a:pt x="260604" y="364236"/>
                </a:lnTo>
                <a:lnTo>
                  <a:pt x="112776" y="364236"/>
                </a:lnTo>
                <a:lnTo>
                  <a:pt x="129540" y="381000"/>
                </a:lnTo>
                <a:lnTo>
                  <a:pt x="138976" y="378129"/>
                </a:lnTo>
                <a:lnTo>
                  <a:pt x="148971" y="376237"/>
                </a:lnTo>
                <a:lnTo>
                  <a:pt x="159550" y="375221"/>
                </a:lnTo>
                <a:lnTo>
                  <a:pt x="170688" y="374904"/>
                </a:lnTo>
                <a:lnTo>
                  <a:pt x="409956" y="374904"/>
                </a:lnTo>
                <a:close/>
              </a:path>
              <a:path w="856614" h="405764">
                <a:moveTo>
                  <a:pt x="813816" y="24384"/>
                </a:moveTo>
                <a:lnTo>
                  <a:pt x="809840" y="21336"/>
                </a:lnTo>
                <a:lnTo>
                  <a:pt x="787908" y="4572"/>
                </a:lnTo>
                <a:lnTo>
                  <a:pt x="777240" y="19240"/>
                </a:lnTo>
                <a:lnTo>
                  <a:pt x="777240" y="32004"/>
                </a:lnTo>
                <a:lnTo>
                  <a:pt x="777240" y="89916"/>
                </a:lnTo>
                <a:lnTo>
                  <a:pt x="707136" y="89916"/>
                </a:lnTo>
                <a:lnTo>
                  <a:pt x="707136" y="32004"/>
                </a:lnTo>
                <a:lnTo>
                  <a:pt x="777240" y="32004"/>
                </a:lnTo>
                <a:lnTo>
                  <a:pt x="777240" y="19240"/>
                </a:lnTo>
                <a:lnTo>
                  <a:pt x="775716" y="21336"/>
                </a:lnTo>
                <a:lnTo>
                  <a:pt x="684276" y="21336"/>
                </a:lnTo>
                <a:lnTo>
                  <a:pt x="684276" y="32004"/>
                </a:lnTo>
                <a:lnTo>
                  <a:pt x="684276" y="89916"/>
                </a:lnTo>
                <a:lnTo>
                  <a:pt x="617220" y="89916"/>
                </a:lnTo>
                <a:lnTo>
                  <a:pt x="617220" y="32004"/>
                </a:lnTo>
                <a:lnTo>
                  <a:pt x="684276" y="32004"/>
                </a:lnTo>
                <a:lnTo>
                  <a:pt x="684276" y="21336"/>
                </a:lnTo>
                <a:lnTo>
                  <a:pt x="592836" y="21336"/>
                </a:lnTo>
                <a:lnTo>
                  <a:pt x="592836" y="32004"/>
                </a:lnTo>
                <a:lnTo>
                  <a:pt x="592836" y="89916"/>
                </a:lnTo>
                <a:lnTo>
                  <a:pt x="525780" y="89916"/>
                </a:lnTo>
                <a:lnTo>
                  <a:pt x="525780" y="32004"/>
                </a:lnTo>
                <a:lnTo>
                  <a:pt x="592836" y="32004"/>
                </a:lnTo>
                <a:lnTo>
                  <a:pt x="592836" y="21336"/>
                </a:lnTo>
                <a:lnTo>
                  <a:pt x="525780" y="21336"/>
                </a:lnTo>
                <a:lnTo>
                  <a:pt x="498348" y="9144"/>
                </a:lnTo>
                <a:lnTo>
                  <a:pt x="499478" y="18008"/>
                </a:lnTo>
                <a:lnTo>
                  <a:pt x="500443" y="28575"/>
                </a:lnTo>
                <a:lnTo>
                  <a:pt x="501142" y="40868"/>
                </a:lnTo>
                <a:lnTo>
                  <a:pt x="501396" y="54864"/>
                </a:lnTo>
                <a:lnTo>
                  <a:pt x="501142" y="70040"/>
                </a:lnTo>
                <a:lnTo>
                  <a:pt x="500443" y="85915"/>
                </a:lnTo>
                <a:lnTo>
                  <a:pt x="499503" y="102108"/>
                </a:lnTo>
                <a:lnTo>
                  <a:pt x="498348" y="120396"/>
                </a:lnTo>
                <a:lnTo>
                  <a:pt x="525780" y="111252"/>
                </a:lnTo>
                <a:lnTo>
                  <a:pt x="525780" y="102108"/>
                </a:lnTo>
                <a:lnTo>
                  <a:pt x="630936" y="102108"/>
                </a:lnTo>
                <a:lnTo>
                  <a:pt x="777240" y="102108"/>
                </a:lnTo>
                <a:lnTo>
                  <a:pt x="777240" y="115824"/>
                </a:lnTo>
                <a:lnTo>
                  <a:pt x="804672" y="108204"/>
                </a:lnTo>
                <a:lnTo>
                  <a:pt x="804087" y="102108"/>
                </a:lnTo>
                <a:lnTo>
                  <a:pt x="803795" y="99085"/>
                </a:lnTo>
                <a:lnTo>
                  <a:pt x="803338" y="89916"/>
                </a:lnTo>
                <a:lnTo>
                  <a:pt x="803262" y="85915"/>
                </a:lnTo>
                <a:lnTo>
                  <a:pt x="803148" y="35052"/>
                </a:lnTo>
                <a:lnTo>
                  <a:pt x="806196" y="32004"/>
                </a:lnTo>
                <a:lnTo>
                  <a:pt x="813816" y="24384"/>
                </a:lnTo>
                <a:close/>
              </a:path>
              <a:path w="856614" h="405764">
                <a:moveTo>
                  <a:pt x="856488" y="388620"/>
                </a:moveTo>
                <a:lnTo>
                  <a:pt x="822960" y="353568"/>
                </a:lnTo>
                <a:lnTo>
                  <a:pt x="795528" y="376428"/>
                </a:lnTo>
                <a:lnTo>
                  <a:pt x="762000" y="376428"/>
                </a:lnTo>
                <a:lnTo>
                  <a:pt x="762000" y="201168"/>
                </a:lnTo>
                <a:lnTo>
                  <a:pt x="766114" y="196596"/>
                </a:lnTo>
                <a:lnTo>
                  <a:pt x="775716" y="185928"/>
                </a:lnTo>
                <a:lnTo>
                  <a:pt x="773544" y="184404"/>
                </a:lnTo>
                <a:lnTo>
                  <a:pt x="745236" y="164592"/>
                </a:lnTo>
                <a:lnTo>
                  <a:pt x="737616" y="176974"/>
                </a:lnTo>
                <a:lnTo>
                  <a:pt x="737616" y="196596"/>
                </a:lnTo>
                <a:lnTo>
                  <a:pt x="737616" y="230124"/>
                </a:lnTo>
                <a:lnTo>
                  <a:pt x="737616" y="376428"/>
                </a:lnTo>
                <a:lnTo>
                  <a:pt x="559308" y="376428"/>
                </a:lnTo>
                <a:lnTo>
                  <a:pt x="559308" y="338328"/>
                </a:lnTo>
                <a:lnTo>
                  <a:pt x="737616" y="338328"/>
                </a:lnTo>
                <a:lnTo>
                  <a:pt x="737616" y="326136"/>
                </a:lnTo>
                <a:lnTo>
                  <a:pt x="559308" y="326136"/>
                </a:lnTo>
                <a:lnTo>
                  <a:pt x="559308" y="289560"/>
                </a:lnTo>
                <a:lnTo>
                  <a:pt x="737616" y="289560"/>
                </a:lnTo>
                <a:lnTo>
                  <a:pt x="737616" y="277368"/>
                </a:lnTo>
                <a:lnTo>
                  <a:pt x="559308" y="277368"/>
                </a:lnTo>
                <a:lnTo>
                  <a:pt x="559308" y="242316"/>
                </a:lnTo>
                <a:lnTo>
                  <a:pt x="737616" y="242316"/>
                </a:lnTo>
                <a:lnTo>
                  <a:pt x="737616" y="230124"/>
                </a:lnTo>
                <a:lnTo>
                  <a:pt x="559308" y="230124"/>
                </a:lnTo>
                <a:lnTo>
                  <a:pt x="559308" y="196596"/>
                </a:lnTo>
                <a:lnTo>
                  <a:pt x="737616" y="196596"/>
                </a:lnTo>
                <a:lnTo>
                  <a:pt x="737616" y="176974"/>
                </a:lnTo>
                <a:lnTo>
                  <a:pt x="733044" y="184404"/>
                </a:lnTo>
                <a:lnTo>
                  <a:pt x="641604" y="184404"/>
                </a:lnTo>
                <a:lnTo>
                  <a:pt x="644131" y="176390"/>
                </a:lnTo>
                <a:lnTo>
                  <a:pt x="646938" y="168211"/>
                </a:lnTo>
                <a:lnTo>
                  <a:pt x="649757" y="159766"/>
                </a:lnTo>
                <a:lnTo>
                  <a:pt x="652272" y="150876"/>
                </a:lnTo>
                <a:lnTo>
                  <a:pt x="819912" y="150876"/>
                </a:lnTo>
                <a:lnTo>
                  <a:pt x="789432" y="120396"/>
                </a:lnTo>
                <a:lnTo>
                  <a:pt x="765048" y="138684"/>
                </a:lnTo>
                <a:lnTo>
                  <a:pt x="653796" y="138684"/>
                </a:lnTo>
                <a:lnTo>
                  <a:pt x="658368" y="123444"/>
                </a:lnTo>
                <a:lnTo>
                  <a:pt x="670560" y="115824"/>
                </a:lnTo>
                <a:lnTo>
                  <a:pt x="630936" y="102108"/>
                </a:lnTo>
                <a:lnTo>
                  <a:pt x="630834" y="115824"/>
                </a:lnTo>
                <a:lnTo>
                  <a:pt x="630745" y="120396"/>
                </a:lnTo>
                <a:lnTo>
                  <a:pt x="630301" y="129540"/>
                </a:lnTo>
                <a:lnTo>
                  <a:pt x="629412" y="138684"/>
                </a:lnTo>
                <a:lnTo>
                  <a:pt x="475488" y="138684"/>
                </a:lnTo>
                <a:lnTo>
                  <a:pt x="492252" y="155448"/>
                </a:lnTo>
                <a:lnTo>
                  <a:pt x="502831" y="153454"/>
                </a:lnTo>
                <a:lnTo>
                  <a:pt x="513969" y="152019"/>
                </a:lnTo>
                <a:lnTo>
                  <a:pt x="525691" y="151168"/>
                </a:lnTo>
                <a:lnTo>
                  <a:pt x="537972" y="150876"/>
                </a:lnTo>
                <a:lnTo>
                  <a:pt x="627888" y="150876"/>
                </a:lnTo>
                <a:lnTo>
                  <a:pt x="621792" y="184404"/>
                </a:lnTo>
                <a:lnTo>
                  <a:pt x="559308" y="184404"/>
                </a:lnTo>
                <a:lnTo>
                  <a:pt x="531876" y="172212"/>
                </a:lnTo>
                <a:lnTo>
                  <a:pt x="532752" y="184404"/>
                </a:lnTo>
                <a:lnTo>
                  <a:pt x="533209" y="196024"/>
                </a:lnTo>
                <a:lnTo>
                  <a:pt x="533298" y="201168"/>
                </a:lnTo>
                <a:lnTo>
                  <a:pt x="533400" y="376428"/>
                </a:lnTo>
                <a:lnTo>
                  <a:pt x="441960" y="376428"/>
                </a:lnTo>
                <a:lnTo>
                  <a:pt x="458724" y="394716"/>
                </a:lnTo>
                <a:lnTo>
                  <a:pt x="469544" y="391845"/>
                </a:lnTo>
                <a:lnTo>
                  <a:pt x="481203" y="389953"/>
                </a:lnTo>
                <a:lnTo>
                  <a:pt x="493445" y="388937"/>
                </a:lnTo>
                <a:lnTo>
                  <a:pt x="505968" y="388620"/>
                </a:lnTo>
                <a:lnTo>
                  <a:pt x="856488" y="3886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" name="object 52"/>
          <p:cNvSpPr/>
          <p:nvPr/>
        </p:nvSpPr>
        <p:spPr>
          <a:xfrm>
            <a:off x="4586930" y="4859726"/>
            <a:ext cx="121285" cy="342900"/>
          </a:xfrm>
          <a:custGeom>
            <a:avLst/>
            <a:gdLst/>
            <a:ahLst/>
            <a:cxnLst/>
            <a:rect l="l" t="t" r="r" b="b"/>
            <a:pathLst>
              <a:path w="121285" h="342900">
                <a:moveTo>
                  <a:pt x="117609" y="342280"/>
                </a:moveTo>
                <a:lnTo>
                  <a:pt x="73223" y="314015"/>
                </a:lnTo>
                <a:lnTo>
                  <a:pt x="44743" y="287631"/>
                </a:lnTo>
                <a:lnTo>
                  <a:pt x="19383" y="254150"/>
                </a:lnTo>
                <a:lnTo>
                  <a:pt x="4000" y="210716"/>
                </a:lnTo>
                <a:lnTo>
                  <a:pt x="0" y="158996"/>
                </a:lnTo>
                <a:lnTo>
                  <a:pt x="3548" y="134421"/>
                </a:lnTo>
                <a:lnTo>
                  <a:pt x="21645" y="88701"/>
                </a:lnTo>
                <a:lnTo>
                  <a:pt x="50601" y="50601"/>
                </a:lnTo>
                <a:lnTo>
                  <a:pt x="84129" y="21645"/>
                </a:lnTo>
                <a:lnTo>
                  <a:pt x="117562" y="0"/>
                </a:lnTo>
                <a:lnTo>
                  <a:pt x="120705" y="309"/>
                </a:lnTo>
                <a:lnTo>
                  <a:pt x="119253" y="3452"/>
                </a:lnTo>
                <a:lnTo>
                  <a:pt x="114800" y="8310"/>
                </a:lnTo>
                <a:lnTo>
                  <a:pt x="107203" y="14882"/>
                </a:lnTo>
                <a:lnTo>
                  <a:pt x="96321" y="23169"/>
                </a:lnTo>
                <a:lnTo>
                  <a:pt x="84653" y="34575"/>
                </a:lnTo>
                <a:lnTo>
                  <a:pt x="49077" y="81081"/>
                </a:lnTo>
                <a:lnTo>
                  <a:pt x="31170" y="122610"/>
                </a:lnTo>
                <a:lnTo>
                  <a:pt x="24693" y="175569"/>
                </a:lnTo>
                <a:lnTo>
                  <a:pt x="26122" y="202453"/>
                </a:lnTo>
                <a:lnTo>
                  <a:pt x="37552" y="246506"/>
                </a:lnTo>
                <a:lnTo>
                  <a:pt x="59269" y="279368"/>
                </a:lnTo>
                <a:lnTo>
                  <a:pt x="97845" y="317301"/>
                </a:lnTo>
                <a:lnTo>
                  <a:pt x="108918" y="326469"/>
                </a:lnTo>
                <a:lnTo>
                  <a:pt x="116705" y="333494"/>
                </a:lnTo>
                <a:lnTo>
                  <a:pt x="120777" y="338518"/>
                </a:lnTo>
                <a:lnTo>
                  <a:pt x="120705" y="341685"/>
                </a:lnTo>
                <a:lnTo>
                  <a:pt x="117609" y="34228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" name="object 53"/>
          <p:cNvSpPr/>
          <p:nvPr/>
        </p:nvSpPr>
        <p:spPr>
          <a:xfrm>
            <a:off x="4794504" y="4828032"/>
            <a:ext cx="407034" cy="407034"/>
          </a:xfrm>
          <a:custGeom>
            <a:avLst/>
            <a:gdLst/>
            <a:ahLst/>
            <a:cxnLst/>
            <a:rect l="l" t="t" r="r" b="b"/>
            <a:pathLst>
              <a:path w="407035" h="407035">
                <a:moveTo>
                  <a:pt x="94488" y="96012"/>
                </a:moveTo>
                <a:lnTo>
                  <a:pt x="71628" y="96012"/>
                </a:lnTo>
                <a:lnTo>
                  <a:pt x="71528" y="55245"/>
                </a:lnTo>
                <a:lnTo>
                  <a:pt x="71406" y="39624"/>
                </a:lnTo>
                <a:lnTo>
                  <a:pt x="70985" y="18859"/>
                </a:lnTo>
                <a:lnTo>
                  <a:pt x="70104" y="0"/>
                </a:lnTo>
                <a:lnTo>
                  <a:pt x="109728" y="18288"/>
                </a:lnTo>
                <a:lnTo>
                  <a:pt x="94488" y="30480"/>
                </a:lnTo>
                <a:lnTo>
                  <a:pt x="94488" y="96012"/>
                </a:lnTo>
                <a:close/>
              </a:path>
              <a:path w="407035" h="407035">
                <a:moveTo>
                  <a:pt x="352933" y="28956"/>
                </a:moveTo>
                <a:lnTo>
                  <a:pt x="316992" y="28956"/>
                </a:lnTo>
                <a:lnTo>
                  <a:pt x="329184" y="12192"/>
                </a:lnTo>
                <a:lnTo>
                  <a:pt x="352933" y="28956"/>
                </a:lnTo>
                <a:close/>
              </a:path>
              <a:path w="407035" h="407035">
                <a:moveTo>
                  <a:pt x="184404" y="187452"/>
                </a:moveTo>
                <a:lnTo>
                  <a:pt x="185285" y="170068"/>
                </a:lnTo>
                <a:lnTo>
                  <a:pt x="185720" y="150876"/>
                </a:lnTo>
                <a:lnTo>
                  <a:pt x="185821" y="66865"/>
                </a:lnTo>
                <a:lnTo>
                  <a:pt x="185737" y="55245"/>
                </a:lnTo>
                <a:lnTo>
                  <a:pt x="185285" y="33766"/>
                </a:lnTo>
                <a:lnTo>
                  <a:pt x="184404" y="13716"/>
                </a:lnTo>
                <a:lnTo>
                  <a:pt x="208788" y="28956"/>
                </a:lnTo>
                <a:lnTo>
                  <a:pt x="352933" y="28956"/>
                </a:lnTo>
                <a:lnTo>
                  <a:pt x="355092" y="30480"/>
                </a:lnTo>
                <a:lnTo>
                  <a:pt x="344641" y="39624"/>
                </a:lnTo>
                <a:lnTo>
                  <a:pt x="208788" y="39624"/>
                </a:lnTo>
                <a:lnTo>
                  <a:pt x="208788" y="88392"/>
                </a:lnTo>
                <a:lnTo>
                  <a:pt x="342930" y="88392"/>
                </a:lnTo>
                <a:lnTo>
                  <a:pt x="342979" y="99060"/>
                </a:lnTo>
                <a:lnTo>
                  <a:pt x="208788" y="99060"/>
                </a:lnTo>
                <a:lnTo>
                  <a:pt x="208788" y="150876"/>
                </a:lnTo>
                <a:lnTo>
                  <a:pt x="343575" y="150876"/>
                </a:lnTo>
                <a:lnTo>
                  <a:pt x="344115" y="161544"/>
                </a:lnTo>
                <a:lnTo>
                  <a:pt x="208788" y="161544"/>
                </a:lnTo>
                <a:lnTo>
                  <a:pt x="208788" y="176784"/>
                </a:lnTo>
                <a:lnTo>
                  <a:pt x="184404" y="187452"/>
                </a:lnTo>
                <a:close/>
              </a:path>
              <a:path w="407035" h="407035">
                <a:moveTo>
                  <a:pt x="342930" y="88392"/>
                </a:moveTo>
                <a:lnTo>
                  <a:pt x="320040" y="88392"/>
                </a:lnTo>
                <a:lnTo>
                  <a:pt x="320040" y="39624"/>
                </a:lnTo>
                <a:lnTo>
                  <a:pt x="344641" y="39624"/>
                </a:lnTo>
                <a:lnTo>
                  <a:pt x="342900" y="41148"/>
                </a:lnTo>
                <a:lnTo>
                  <a:pt x="342930" y="88392"/>
                </a:lnTo>
                <a:close/>
              </a:path>
              <a:path w="407035" h="407035">
                <a:moveTo>
                  <a:pt x="18288" y="109728"/>
                </a:moveTo>
                <a:lnTo>
                  <a:pt x="3048" y="96012"/>
                </a:lnTo>
                <a:lnTo>
                  <a:pt x="114300" y="96012"/>
                </a:lnTo>
                <a:lnTo>
                  <a:pt x="134112" y="76200"/>
                </a:lnTo>
                <a:lnTo>
                  <a:pt x="163068" y="105156"/>
                </a:lnTo>
                <a:lnTo>
                  <a:pt x="38100" y="105156"/>
                </a:lnTo>
                <a:lnTo>
                  <a:pt x="18288" y="109728"/>
                </a:lnTo>
                <a:close/>
              </a:path>
              <a:path w="407035" h="407035">
                <a:moveTo>
                  <a:pt x="343575" y="150876"/>
                </a:moveTo>
                <a:lnTo>
                  <a:pt x="320040" y="150876"/>
                </a:lnTo>
                <a:lnTo>
                  <a:pt x="320040" y="99060"/>
                </a:lnTo>
                <a:lnTo>
                  <a:pt x="342979" y="99060"/>
                </a:lnTo>
                <a:lnTo>
                  <a:pt x="343090" y="123253"/>
                </a:lnTo>
                <a:lnTo>
                  <a:pt x="343540" y="150114"/>
                </a:lnTo>
                <a:lnTo>
                  <a:pt x="343575" y="150876"/>
                </a:lnTo>
                <a:close/>
              </a:path>
              <a:path w="407035" h="407035">
                <a:moveTo>
                  <a:pt x="21336" y="259079"/>
                </a:moveTo>
                <a:lnTo>
                  <a:pt x="0" y="227076"/>
                </a:lnTo>
                <a:lnTo>
                  <a:pt x="11406" y="223647"/>
                </a:lnTo>
                <a:lnTo>
                  <a:pt x="27241" y="217932"/>
                </a:lnTo>
                <a:lnTo>
                  <a:pt x="47363" y="209931"/>
                </a:lnTo>
                <a:lnTo>
                  <a:pt x="71628" y="199644"/>
                </a:lnTo>
                <a:lnTo>
                  <a:pt x="71628" y="105156"/>
                </a:lnTo>
                <a:lnTo>
                  <a:pt x="94488" y="105156"/>
                </a:lnTo>
                <a:lnTo>
                  <a:pt x="94488" y="188976"/>
                </a:lnTo>
                <a:lnTo>
                  <a:pt x="122258" y="188976"/>
                </a:lnTo>
                <a:lnTo>
                  <a:pt x="94488" y="207264"/>
                </a:lnTo>
                <a:lnTo>
                  <a:pt x="94488" y="219456"/>
                </a:lnTo>
                <a:lnTo>
                  <a:pt x="71628" y="219456"/>
                </a:lnTo>
                <a:lnTo>
                  <a:pt x="60483" y="226314"/>
                </a:lnTo>
                <a:lnTo>
                  <a:pt x="49910" y="233172"/>
                </a:lnTo>
                <a:lnTo>
                  <a:pt x="39909" y="240030"/>
                </a:lnTo>
                <a:lnTo>
                  <a:pt x="30480" y="246888"/>
                </a:lnTo>
                <a:lnTo>
                  <a:pt x="21336" y="259079"/>
                </a:lnTo>
                <a:close/>
              </a:path>
              <a:path w="407035" h="407035">
                <a:moveTo>
                  <a:pt x="122258" y="188976"/>
                </a:moveTo>
                <a:lnTo>
                  <a:pt x="94488" y="188976"/>
                </a:lnTo>
                <a:lnTo>
                  <a:pt x="152400" y="161544"/>
                </a:lnTo>
                <a:lnTo>
                  <a:pt x="156972" y="166116"/>
                </a:lnTo>
                <a:lnTo>
                  <a:pt x="122258" y="188976"/>
                </a:lnTo>
                <a:close/>
              </a:path>
              <a:path w="407035" h="407035">
                <a:moveTo>
                  <a:pt x="320040" y="179832"/>
                </a:moveTo>
                <a:lnTo>
                  <a:pt x="320040" y="161544"/>
                </a:lnTo>
                <a:lnTo>
                  <a:pt x="344115" y="161544"/>
                </a:lnTo>
                <a:lnTo>
                  <a:pt x="344424" y="167640"/>
                </a:lnTo>
                <a:lnTo>
                  <a:pt x="320040" y="179832"/>
                </a:lnTo>
                <a:close/>
              </a:path>
              <a:path w="407035" h="407035">
                <a:moveTo>
                  <a:pt x="138684" y="222504"/>
                </a:moveTo>
                <a:lnTo>
                  <a:pt x="123444" y="207264"/>
                </a:lnTo>
                <a:lnTo>
                  <a:pt x="350520" y="207264"/>
                </a:lnTo>
                <a:lnTo>
                  <a:pt x="373380" y="184404"/>
                </a:lnTo>
                <a:lnTo>
                  <a:pt x="406908" y="216408"/>
                </a:lnTo>
                <a:lnTo>
                  <a:pt x="181356" y="216408"/>
                </a:lnTo>
                <a:lnTo>
                  <a:pt x="170187" y="216931"/>
                </a:lnTo>
                <a:lnTo>
                  <a:pt x="159448" y="218313"/>
                </a:lnTo>
                <a:lnTo>
                  <a:pt x="148994" y="220265"/>
                </a:lnTo>
                <a:lnTo>
                  <a:pt x="138684" y="222504"/>
                </a:lnTo>
                <a:close/>
              </a:path>
              <a:path w="407035" h="407035">
                <a:moveTo>
                  <a:pt x="278892" y="352044"/>
                </a:moveTo>
                <a:lnTo>
                  <a:pt x="256032" y="352044"/>
                </a:lnTo>
                <a:lnTo>
                  <a:pt x="256032" y="216408"/>
                </a:lnTo>
                <a:lnTo>
                  <a:pt x="278892" y="216408"/>
                </a:lnTo>
                <a:lnTo>
                  <a:pt x="278892" y="277367"/>
                </a:lnTo>
                <a:lnTo>
                  <a:pt x="376427" y="277367"/>
                </a:lnTo>
                <a:lnTo>
                  <a:pt x="387096" y="288036"/>
                </a:lnTo>
                <a:lnTo>
                  <a:pt x="278892" y="288036"/>
                </a:lnTo>
                <a:lnTo>
                  <a:pt x="278892" y="352044"/>
                </a:lnTo>
                <a:close/>
              </a:path>
              <a:path w="407035" h="407035">
                <a:moveTo>
                  <a:pt x="93095" y="362712"/>
                </a:moveTo>
                <a:lnTo>
                  <a:pt x="56388" y="362712"/>
                </a:lnTo>
                <a:lnTo>
                  <a:pt x="63484" y="361569"/>
                </a:lnTo>
                <a:lnTo>
                  <a:pt x="68580" y="358140"/>
                </a:lnTo>
                <a:lnTo>
                  <a:pt x="71389" y="352425"/>
                </a:lnTo>
                <a:lnTo>
                  <a:pt x="71628" y="344424"/>
                </a:lnTo>
                <a:lnTo>
                  <a:pt x="71628" y="219456"/>
                </a:lnTo>
                <a:lnTo>
                  <a:pt x="94488" y="219456"/>
                </a:lnTo>
                <a:lnTo>
                  <a:pt x="94488" y="353568"/>
                </a:lnTo>
                <a:lnTo>
                  <a:pt x="93095" y="362712"/>
                </a:lnTo>
                <a:close/>
              </a:path>
              <a:path w="407035" h="407035">
                <a:moveTo>
                  <a:pt x="97536" y="406908"/>
                </a:moveTo>
                <a:lnTo>
                  <a:pt x="94488" y="400812"/>
                </a:lnTo>
                <a:lnTo>
                  <a:pt x="107918" y="386214"/>
                </a:lnTo>
                <a:lnTo>
                  <a:pt x="120777" y="369760"/>
                </a:lnTo>
                <a:lnTo>
                  <a:pt x="144780" y="330708"/>
                </a:lnTo>
                <a:lnTo>
                  <a:pt x="162306" y="284416"/>
                </a:lnTo>
                <a:lnTo>
                  <a:pt x="170688" y="230124"/>
                </a:lnTo>
                <a:lnTo>
                  <a:pt x="207264" y="252984"/>
                </a:lnTo>
                <a:lnTo>
                  <a:pt x="193548" y="260603"/>
                </a:lnTo>
                <a:lnTo>
                  <a:pt x="190619" y="269486"/>
                </a:lnTo>
                <a:lnTo>
                  <a:pt x="188404" y="277939"/>
                </a:lnTo>
                <a:lnTo>
                  <a:pt x="186475" y="286107"/>
                </a:lnTo>
                <a:lnTo>
                  <a:pt x="184404" y="294132"/>
                </a:lnTo>
                <a:lnTo>
                  <a:pt x="190913" y="301752"/>
                </a:lnTo>
                <a:lnTo>
                  <a:pt x="181356" y="301752"/>
                </a:lnTo>
                <a:lnTo>
                  <a:pt x="165044" y="332327"/>
                </a:lnTo>
                <a:lnTo>
                  <a:pt x="145732" y="360045"/>
                </a:lnTo>
                <a:lnTo>
                  <a:pt x="123277" y="384905"/>
                </a:lnTo>
                <a:lnTo>
                  <a:pt x="97536" y="406908"/>
                </a:lnTo>
                <a:close/>
              </a:path>
              <a:path w="407035" h="407035">
                <a:moveTo>
                  <a:pt x="376427" y="277367"/>
                </a:moveTo>
                <a:lnTo>
                  <a:pt x="338328" y="277367"/>
                </a:lnTo>
                <a:lnTo>
                  <a:pt x="358140" y="259079"/>
                </a:lnTo>
                <a:lnTo>
                  <a:pt x="376427" y="277367"/>
                </a:lnTo>
                <a:close/>
              </a:path>
              <a:path w="407035" h="407035">
                <a:moveTo>
                  <a:pt x="374904" y="396240"/>
                </a:moveTo>
                <a:lnTo>
                  <a:pt x="331731" y="393930"/>
                </a:lnTo>
                <a:lnTo>
                  <a:pt x="267104" y="381881"/>
                </a:lnTo>
                <a:lnTo>
                  <a:pt x="228504" y="358973"/>
                </a:lnTo>
                <a:lnTo>
                  <a:pt x="196500" y="324064"/>
                </a:lnTo>
                <a:lnTo>
                  <a:pt x="181356" y="301752"/>
                </a:lnTo>
                <a:lnTo>
                  <a:pt x="190913" y="301752"/>
                </a:lnTo>
                <a:lnTo>
                  <a:pt x="200739" y="313253"/>
                </a:lnTo>
                <a:lnTo>
                  <a:pt x="217932" y="329374"/>
                </a:lnTo>
                <a:lnTo>
                  <a:pt x="236267" y="342352"/>
                </a:lnTo>
                <a:lnTo>
                  <a:pt x="256032" y="352044"/>
                </a:lnTo>
                <a:lnTo>
                  <a:pt x="278892" y="352044"/>
                </a:lnTo>
                <a:lnTo>
                  <a:pt x="278892" y="359664"/>
                </a:lnTo>
                <a:lnTo>
                  <a:pt x="294036" y="362545"/>
                </a:lnTo>
                <a:lnTo>
                  <a:pt x="309753" y="364426"/>
                </a:lnTo>
                <a:lnTo>
                  <a:pt x="326040" y="365450"/>
                </a:lnTo>
                <a:lnTo>
                  <a:pt x="342900" y="365760"/>
                </a:lnTo>
                <a:lnTo>
                  <a:pt x="406908" y="365760"/>
                </a:lnTo>
                <a:lnTo>
                  <a:pt x="406908" y="368808"/>
                </a:lnTo>
                <a:lnTo>
                  <a:pt x="392906" y="373951"/>
                </a:lnTo>
                <a:lnTo>
                  <a:pt x="382905" y="380238"/>
                </a:lnTo>
                <a:lnTo>
                  <a:pt x="376904" y="387667"/>
                </a:lnTo>
                <a:lnTo>
                  <a:pt x="374904" y="396240"/>
                </a:lnTo>
                <a:close/>
              </a:path>
              <a:path w="407035" h="407035">
                <a:moveTo>
                  <a:pt x="59436" y="399288"/>
                </a:moveTo>
                <a:lnTo>
                  <a:pt x="57197" y="391025"/>
                </a:lnTo>
                <a:lnTo>
                  <a:pt x="48386" y="382333"/>
                </a:lnTo>
                <a:lnTo>
                  <a:pt x="33289" y="373356"/>
                </a:lnTo>
                <a:lnTo>
                  <a:pt x="12192" y="364236"/>
                </a:lnTo>
                <a:lnTo>
                  <a:pt x="12192" y="358140"/>
                </a:lnTo>
                <a:lnTo>
                  <a:pt x="37147" y="360426"/>
                </a:lnTo>
                <a:lnTo>
                  <a:pt x="47553" y="361569"/>
                </a:lnTo>
                <a:lnTo>
                  <a:pt x="56388" y="362712"/>
                </a:lnTo>
                <a:lnTo>
                  <a:pt x="93095" y="362712"/>
                </a:lnTo>
                <a:lnTo>
                  <a:pt x="92225" y="368427"/>
                </a:lnTo>
                <a:lnTo>
                  <a:pt x="85534" y="381000"/>
                </a:lnTo>
                <a:lnTo>
                  <a:pt x="74556" y="391287"/>
                </a:lnTo>
                <a:lnTo>
                  <a:pt x="59436" y="399288"/>
                </a:lnTo>
                <a:close/>
              </a:path>
              <a:path w="407035" h="407035">
                <a:moveTo>
                  <a:pt x="406908" y="365760"/>
                </a:moveTo>
                <a:lnTo>
                  <a:pt x="342900" y="365760"/>
                </a:lnTo>
                <a:lnTo>
                  <a:pt x="357187" y="365474"/>
                </a:lnTo>
                <a:lnTo>
                  <a:pt x="372618" y="364617"/>
                </a:lnTo>
                <a:lnTo>
                  <a:pt x="389191" y="363188"/>
                </a:lnTo>
                <a:lnTo>
                  <a:pt x="406908" y="361188"/>
                </a:lnTo>
                <a:lnTo>
                  <a:pt x="406908" y="36576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" name="object 54"/>
          <p:cNvSpPr/>
          <p:nvPr/>
        </p:nvSpPr>
        <p:spPr>
          <a:xfrm>
            <a:off x="5276088" y="4834128"/>
            <a:ext cx="335280" cy="393700"/>
          </a:xfrm>
          <a:custGeom>
            <a:avLst/>
            <a:gdLst/>
            <a:ahLst/>
            <a:cxnLst/>
            <a:rect l="l" t="t" r="r" b="b"/>
            <a:pathLst>
              <a:path w="335279" h="393700">
                <a:moveTo>
                  <a:pt x="297180" y="393191"/>
                </a:moveTo>
                <a:lnTo>
                  <a:pt x="297180" y="365760"/>
                </a:lnTo>
                <a:lnTo>
                  <a:pt x="36575" y="365760"/>
                </a:lnTo>
                <a:lnTo>
                  <a:pt x="24383" y="377952"/>
                </a:lnTo>
                <a:lnTo>
                  <a:pt x="0" y="358140"/>
                </a:lnTo>
                <a:lnTo>
                  <a:pt x="12192" y="345948"/>
                </a:lnTo>
                <a:lnTo>
                  <a:pt x="12168" y="265128"/>
                </a:lnTo>
                <a:lnTo>
                  <a:pt x="12001" y="251078"/>
                </a:lnTo>
                <a:lnTo>
                  <a:pt x="11549" y="236458"/>
                </a:lnTo>
                <a:lnTo>
                  <a:pt x="10668" y="220980"/>
                </a:lnTo>
                <a:lnTo>
                  <a:pt x="50292" y="242315"/>
                </a:lnTo>
                <a:lnTo>
                  <a:pt x="36575" y="254508"/>
                </a:lnTo>
                <a:lnTo>
                  <a:pt x="36575" y="355091"/>
                </a:lnTo>
                <a:lnTo>
                  <a:pt x="152400" y="355091"/>
                </a:lnTo>
                <a:lnTo>
                  <a:pt x="152400" y="185928"/>
                </a:lnTo>
                <a:lnTo>
                  <a:pt x="51816" y="185928"/>
                </a:lnTo>
                <a:lnTo>
                  <a:pt x="38100" y="198120"/>
                </a:lnTo>
                <a:lnTo>
                  <a:pt x="13716" y="179832"/>
                </a:lnTo>
                <a:lnTo>
                  <a:pt x="25907" y="169164"/>
                </a:lnTo>
                <a:lnTo>
                  <a:pt x="25884" y="86987"/>
                </a:lnTo>
                <a:lnTo>
                  <a:pt x="25717" y="76009"/>
                </a:lnTo>
                <a:lnTo>
                  <a:pt x="25265" y="64746"/>
                </a:lnTo>
                <a:lnTo>
                  <a:pt x="24383" y="53340"/>
                </a:lnTo>
                <a:lnTo>
                  <a:pt x="65531" y="73152"/>
                </a:lnTo>
                <a:lnTo>
                  <a:pt x="50292" y="83820"/>
                </a:lnTo>
                <a:lnTo>
                  <a:pt x="50292" y="176784"/>
                </a:lnTo>
                <a:lnTo>
                  <a:pt x="152400" y="176784"/>
                </a:lnTo>
                <a:lnTo>
                  <a:pt x="152376" y="45862"/>
                </a:lnTo>
                <a:lnTo>
                  <a:pt x="152209" y="30480"/>
                </a:lnTo>
                <a:lnTo>
                  <a:pt x="151757" y="15097"/>
                </a:lnTo>
                <a:lnTo>
                  <a:pt x="150876" y="0"/>
                </a:lnTo>
                <a:lnTo>
                  <a:pt x="190500" y="19812"/>
                </a:lnTo>
                <a:lnTo>
                  <a:pt x="176784" y="35052"/>
                </a:lnTo>
                <a:lnTo>
                  <a:pt x="176784" y="176784"/>
                </a:lnTo>
                <a:lnTo>
                  <a:pt x="280416" y="176784"/>
                </a:lnTo>
                <a:lnTo>
                  <a:pt x="280416" y="97536"/>
                </a:lnTo>
                <a:lnTo>
                  <a:pt x="280154" y="86701"/>
                </a:lnTo>
                <a:lnTo>
                  <a:pt x="279463" y="74866"/>
                </a:lnTo>
                <a:lnTo>
                  <a:pt x="277368" y="48768"/>
                </a:lnTo>
                <a:lnTo>
                  <a:pt x="318516" y="68580"/>
                </a:lnTo>
                <a:lnTo>
                  <a:pt x="304800" y="80772"/>
                </a:lnTo>
                <a:lnTo>
                  <a:pt x="304847" y="157805"/>
                </a:lnTo>
                <a:lnTo>
                  <a:pt x="305181" y="169354"/>
                </a:lnTo>
                <a:lnTo>
                  <a:pt x="306085" y="182332"/>
                </a:lnTo>
                <a:lnTo>
                  <a:pt x="307848" y="196596"/>
                </a:lnTo>
                <a:lnTo>
                  <a:pt x="280416" y="207264"/>
                </a:lnTo>
                <a:lnTo>
                  <a:pt x="280416" y="185928"/>
                </a:lnTo>
                <a:lnTo>
                  <a:pt x="176784" y="185928"/>
                </a:lnTo>
                <a:lnTo>
                  <a:pt x="176784" y="355091"/>
                </a:lnTo>
                <a:lnTo>
                  <a:pt x="297180" y="355091"/>
                </a:lnTo>
                <a:lnTo>
                  <a:pt x="297156" y="266033"/>
                </a:lnTo>
                <a:lnTo>
                  <a:pt x="296989" y="252603"/>
                </a:lnTo>
                <a:lnTo>
                  <a:pt x="296537" y="238601"/>
                </a:lnTo>
                <a:lnTo>
                  <a:pt x="295656" y="224028"/>
                </a:lnTo>
                <a:lnTo>
                  <a:pt x="335280" y="246888"/>
                </a:lnTo>
                <a:lnTo>
                  <a:pt x="321564" y="257555"/>
                </a:lnTo>
                <a:lnTo>
                  <a:pt x="321587" y="337542"/>
                </a:lnTo>
                <a:lnTo>
                  <a:pt x="321754" y="353377"/>
                </a:lnTo>
                <a:lnTo>
                  <a:pt x="322206" y="368927"/>
                </a:lnTo>
                <a:lnTo>
                  <a:pt x="323088" y="384048"/>
                </a:lnTo>
                <a:lnTo>
                  <a:pt x="297180" y="39319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" name="object 55"/>
          <p:cNvSpPr/>
          <p:nvPr/>
        </p:nvSpPr>
        <p:spPr>
          <a:xfrm>
            <a:off x="5679935" y="4826508"/>
            <a:ext cx="855344" cy="408940"/>
          </a:xfrm>
          <a:custGeom>
            <a:avLst/>
            <a:gdLst/>
            <a:ahLst/>
            <a:cxnLst/>
            <a:rect l="l" t="t" r="r" b="b"/>
            <a:pathLst>
              <a:path w="855345" h="408939">
                <a:moveTo>
                  <a:pt x="94488" y="71628"/>
                </a:moveTo>
                <a:lnTo>
                  <a:pt x="92773" y="65278"/>
                </a:lnTo>
                <a:lnTo>
                  <a:pt x="89916" y="60198"/>
                </a:lnTo>
                <a:lnTo>
                  <a:pt x="85915" y="53848"/>
                </a:lnTo>
                <a:lnTo>
                  <a:pt x="80772" y="48768"/>
                </a:lnTo>
                <a:lnTo>
                  <a:pt x="73939" y="41148"/>
                </a:lnTo>
                <a:lnTo>
                  <a:pt x="64960" y="34798"/>
                </a:lnTo>
                <a:lnTo>
                  <a:pt x="53987" y="27178"/>
                </a:lnTo>
                <a:lnTo>
                  <a:pt x="41148" y="19558"/>
                </a:lnTo>
                <a:lnTo>
                  <a:pt x="36576" y="23368"/>
                </a:lnTo>
                <a:lnTo>
                  <a:pt x="47104" y="39878"/>
                </a:lnTo>
                <a:lnTo>
                  <a:pt x="55626" y="53848"/>
                </a:lnTo>
                <a:lnTo>
                  <a:pt x="61874" y="67818"/>
                </a:lnTo>
                <a:lnTo>
                  <a:pt x="65532" y="80518"/>
                </a:lnTo>
                <a:lnTo>
                  <a:pt x="67056" y="91948"/>
                </a:lnTo>
                <a:lnTo>
                  <a:pt x="70104" y="98298"/>
                </a:lnTo>
                <a:lnTo>
                  <a:pt x="76200" y="98298"/>
                </a:lnTo>
                <a:lnTo>
                  <a:pt x="80772" y="95758"/>
                </a:lnTo>
                <a:lnTo>
                  <a:pt x="86868" y="90678"/>
                </a:lnTo>
                <a:lnTo>
                  <a:pt x="91440" y="84328"/>
                </a:lnTo>
                <a:lnTo>
                  <a:pt x="94488" y="79248"/>
                </a:lnTo>
                <a:lnTo>
                  <a:pt x="94488" y="71628"/>
                </a:lnTo>
                <a:close/>
              </a:path>
              <a:path w="855345" h="408939">
                <a:moveTo>
                  <a:pt x="262128" y="57658"/>
                </a:moveTo>
                <a:lnTo>
                  <a:pt x="257556" y="53848"/>
                </a:lnTo>
                <a:lnTo>
                  <a:pt x="239268" y="38608"/>
                </a:lnTo>
                <a:lnTo>
                  <a:pt x="228600" y="51943"/>
                </a:lnTo>
                <a:lnTo>
                  <a:pt x="228600" y="65278"/>
                </a:lnTo>
                <a:lnTo>
                  <a:pt x="228600" y="98298"/>
                </a:lnTo>
                <a:lnTo>
                  <a:pt x="228600" y="108458"/>
                </a:lnTo>
                <a:lnTo>
                  <a:pt x="228600" y="144018"/>
                </a:lnTo>
                <a:lnTo>
                  <a:pt x="153924" y="144018"/>
                </a:lnTo>
                <a:lnTo>
                  <a:pt x="153924" y="108458"/>
                </a:lnTo>
                <a:lnTo>
                  <a:pt x="228600" y="108458"/>
                </a:lnTo>
                <a:lnTo>
                  <a:pt x="228600" y="98298"/>
                </a:lnTo>
                <a:lnTo>
                  <a:pt x="153924" y="98298"/>
                </a:lnTo>
                <a:lnTo>
                  <a:pt x="153924" y="65278"/>
                </a:lnTo>
                <a:lnTo>
                  <a:pt x="228600" y="65278"/>
                </a:lnTo>
                <a:lnTo>
                  <a:pt x="228600" y="51943"/>
                </a:lnTo>
                <a:lnTo>
                  <a:pt x="227076" y="53848"/>
                </a:lnTo>
                <a:lnTo>
                  <a:pt x="181356" y="53848"/>
                </a:lnTo>
                <a:lnTo>
                  <a:pt x="186766" y="46228"/>
                </a:lnTo>
                <a:lnTo>
                  <a:pt x="198120" y="30988"/>
                </a:lnTo>
                <a:lnTo>
                  <a:pt x="207264" y="22098"/>
                </a:lnTo>
                <a:lnTo>
                  <a:pt x="213360" y="18288"/>
                </a:lnTo>
                <a:lnTo>
                  <a:pt x="187452" y="4318"/>
                </a:lnTo>
                <a:lnTo>
                  <a:pt x="184886" y="14478"/>
                </a:lnTo>
                <a:lnTo>
                  <a:pt x="181737" y="27178"/>
                </a:lnTo>
                <a:lnTo>
                  <a:pt x="178028" y="39878"/>
                </a:lnTo>
                <a:lnTo>
                  <a:pt x="173736" y="53848"/>
                </a:lnTo>
                <a:lnTo>
                  <a:pt x="153924" y="53848"/>
                </a:lnTo>
                <a:lnTo>
                  <a:pt x="131064" y="41148"/>
                </a:lnTo>
                <a:lnTo>
                  <a:pt x="131953" y="60198"/>
                </a:lnTo>
                <a:lnTo>
                  <a:pt x="132397" y="77978"/>
                </a:lnTo>
                <a:lnTo>
                  <a:pt x="132499" y="86868"/>
                </a:lnTo>
                <a:lnTo>
                  <a:pt x="132397" y="137668"/>
                </a:lnTo>
                <a:lnTo>
                  <a:pt x="131953" y="154178"/>
                </a:lnTo>
                <a:lnTo>
                  <a:pt x="131064" y="173228"/>
                </a:lnTo>
                <a:lnTo>
                  <a:pt x="153924" y="165608"/>
                </a:lnTo>
                <a:lnTo>
                  <a:pt x="153924" y="155448"/>
                </a:lnTo>
                <a:lnTo>
                  <a:pt x="228600" y="155448"/>
                </a:lnTo>
                <a:lnTo>
                  <a:pt x="228600" y="168148"/>
                </a:lnTo>
                <a:lnTo>
                  <a:pt x="251460" y="159258"/>
                </a:lnTo>
                <a:lnTo>
                  <a:pt x="251206" y="155448"/>
                </a:lnTo>
                <a:lnTo>
                  <a:pt x="250583" y="146558"/>
                </a:lnTo>
                <a:lnTo>
                  <a:pt x="250532" y="144018"/>
                </a:lnTo>
                <a:lnTo>
                  <a:pt x="250126" y="126238"/>
                </a:lnTo>
                <a:lnTo>
                  <a:pt x="250012" y="108458"/>
                </a:lnTo>
                <a:lnTo>
                  <a:pt x="249961" y="98298"/>
                </a:lnTo>
                <a:lnTo>
                  <a:pt x="249936" y="67818"/>
                </a:lnTo>
                <a:lnTo>
                  <a:pt x="252984" y="65278"/>
                </a:lnTo>
                <a:lnTo>
                  <a:pt x="262128" y="57658"/>
                </a:lnTo>
                <a:close/>
              </a:path>
              <a:path w="855345" h="408939">
                <a:moveTo>
                  <a:pt x="284988" y="212598"/>
                </a:moveTo>
                <a:lnTo>
                  <a:pt x="260604" y="185928"/>
                </a:lnTo>
                <a:lnTo>
                  <a:pt x="240792" y="202438"/>
                </a:lnTo>
                <a:lnTo>
                  <a:pt x="202692" y="202438"/>
                </a:lnTo>
                <a:lnTo>
                  <a:pt x="210312" y="196088"/>
                </a:lnTo>
                <a:lnTo>
                  <a:pt x="213360" y="188468"/>
                </a:lnTo>
                <a:lnTo>
                  <a:pt x="210312" y="180848"/>
                </a:lnTo>
                <a:lnTo>
                  <a:pt x="205460" y="175768"/>
                </a:lnTo>
                <a:lnTo>
                  <a:pt x="197739" y="170688"/>
                </a:lnTo>
                <a:lnTo>
                  <a:pt x="187172" y="165608"/>
                </a:lnTo>
                <a:lnTo>
                  <a:pt x="173736" y="160528"/>
                </a:lnTo>
                <a:lnTo>
                  <a:pt x="169164" y="164338"/>
                </a:lnTo>
                <a:lnTo>
                  <a:pt x="178079" y="173228"/>
                </a:lnTo>
                <a:lnTo>
                  <a:pt x="184404" y="183388"/>
                </a:lnTo>
                <a:lnTo>
                  <a:pt x="188455" y="192278"/>
                </a:lnTo>
                <a:lnTo>
                  <a:pt x="190500" y="202438"/>
                </a:lnTo>
                <a:lnTo>
                  <a:pt x="108204" y="202438"/>
                </a:lnTo>
                <a:lnTo>
                  <a:pt x="124968" y="217678"/>
                </a:lnTo>
                <a:lnTo>
                  <a:pt x="134137" y="215138"/>
                </a:lnTo>
                <a:lnTo>
                  <a:pt x="153047" y="212598"/>
                </a:lnTo>
                <a:lnTo>
                  <a:pt x="163068" y="212598"/>
                </a:lnTo>
                <a:lnTo>
                  <a:pt x="160553" y="239268"/>
                </a:lnTo>
                <a:lnTo>
                  <a:pt x="150876" y="267208"/>
                </a:lnTo>
                <a:lnTo>
                  <a:pt x="134353" y="296418"/>
                </a:lnTo>
                <a:lnTo>
                  <a:pt x="111252" y="326898"/>
                </a:lnTo>
                <a:lnTo>
                  <a:pt x="114300" y="330708"/>
                </a:lnTo>
                <a:lnTo>
                  <a:pt x="138023" y="311658"/>
                </a:lnTo>
                <a:lnTo>
                  <a:pt x="156591" y="292608"/>
                </a:lnTo>
                <a:lnTo>
                  <a:pt x="170027" y="272288"/>
                </a:lnTo>
                <a:lnTo>
                  <a:pt x="178308" y="250698"/>
                </a:lnTo>
                <a:lnTo>
                  <a:pt x="224028" y="250698"/>
                </a:lnTo>
                <a:lnTo>
                  <a:pt x="217932" y="292608"/>
                </a:lnTo>
                <a:lnTo>
                  <a:pt x="204216" y="311658"/>
                </a:lnTo>
                <a:lnTo>
                  <a:pt x="192722" y="311658"/>
                </a:lnTo>
                <a:lnTo>
                  <a:pt x="185356" y="310388"/>
                </a:lnTo>
                <a:lnTo>
                  <a:pt x="177152" y="309118"/>
                </a:lnTo>
                <a:lnTo>
                  <a:pt x="167640" y="307848"/>
                </a:lnTo>
                <a:lnTo>
                  <a:pt x="166116" y="311658"/>
                </a:lnTo>
                <a:lnTo>
                  <a:pt x="182118" y="319278"/>
                </a:lnTo>
                <a:lnTo>
                  <a:pt x="193548" y="325628"/>
                </a:lnTo>
                <a:lnTo>
                  <a:pt x="200406" y="333248"/>
                </a:lnTo>
                <a:lnTo>
                  <a:pt x="202692" y="340868"/>
                </a:lnTo>
                <a:lnTo>
                  <a:pt x="213004" y="337058"/>
                </a:lnTo>
                <a:lnTo>
                  <a:pt x="221170" y="333248"/>
                </a:lnTo>
                <a:lnTo>
                  <a:pt x="227342" y="326898"/>
                </a:lnTo>
                <a:lnTo>
                  <a:pt x="231648" y="320548"/>
                </a:lnTo>
                <a:lnTo>
                  <a:pt x="234442" y="311658"/>
                </a:lnTo>
                <a:lnTo>
                  <a:pt x="234848" y="310388"/>
                </a:lnTo>
                <a:lnTo>
                  <a:pt x="237744" y="296418"/>
                </a:lnTo>
                <a:lnTo>
                  <a:pt x="240652" y="277368"/>
                </a:lnTo>
                <a:lnTo>
                  <a:pt x="243840" y="253238"/>
                </a:lnTo>
                <a:lnTo>
                  <a:pt x="249326" y="250698"/>
                </a:lnTo>
                <a:lnTo>
                  <a:pt x="257556" y="246888"/>
                </a:lnTo>
                <a:lnTo>
                  <a:pt x="250418" y="240538"/>
                </a:lnTo>
                <a:lnTo>
                  <a:pt x="234696" y="226568"/>
                </a:lnTo>
                <a:lnTo>
                  <a:pt x="222504" y="240538"/>
                </a:lnTo>
                <a:lnTo>
                  <a:pt x="179832" y="240538"/>
                </a:lnTo>
                <a:lnTo>
                  <a:pt x="181597" y="232918"/>
                </a:lnTo>
                <a:lnTo>
                  <a:pt x="182499" y="225298"/>
                </a:lnTo>
                <a:lnTo>
                  <a:pt x="182841" y="218948"/>
                </a:lnTo>
                <a:lnTo>
                  <a:pt x="182880" y="212598"/>
                </a:lnTo>
                <a:lnTo>
                  <a:pt x="284988" y="212598"/>
                </a:lnTo>
                <a:close/>
              </a:path>
              <a:path w="855345" h="408939">
                <a:moveTo>
                  <a:pt x="411480" y="361188"/>
                </a:moveTo>
                <a:lnTo>
                  <a:pt x="367817" y="363728"/>
                </a:lnTo>
                <a:lnTo>
                  <a:pt x="293611" y="366268"/>
                </a:lnTo>
                <a:lnTo>
                  <a:pt x="233934" y="366268"/>
                </a:lnTo>
                <a:lnTo>
                  <a:pt x="182816" y="361188"/>
                </a:lnTo>
                <a:lnTo>
                  <a:pt x="137160" y="345948"/>
                </a:lnTo>
                <a:lnTo>
                  <a:pt x="104457" y="324358"/>
                </a:lnTo>
                <a:lnTo>
                  <a:pt x="101587" y="321818"/>
                </a:lnTo>
                <a:lnTo>
                  <a:pt x="92964" y="312928"/>
                </a:lnTo>
                <a:lnTo>
                  <a:pt x="92964" y="166878"/>
                </a:lnTo>
                <a:lnTo>
                  <a:pt x="96393" y="164338"/>
                </a:lnTo>
                <a:lnTo>
                  <a:pt x="106680" y="156718"/>
                </a:lnTo>
                <a:lnTo>
                  <a:pt x="80772" y="135128"/>
                </a:lnTo>
                <a:lnTo>
                  <a:pt x="67056" y="152908"/>
                </a:lnTo>
                <a:lnTo>
                  <a:pt x="0" y="152908"/>
                </a:lnTo>
                <a:lnTo>
                  <a:pt x="15240" y="168148"/>
                </a:lnTo>
                <a:lnTo>
                  <a:pt x="24676" y="166878"/>
                </a:lnTo>
                <a:lnTo>
                  <a:pt x="45250" y="164338"/>
                </a:lnTo>
                <a:lnTo>
                  <a:pt x="70104" y="164338"/>
                </a:lnTo>
                <a:lnTo>
                  <a:pt x="70104" y="312928"/>
                </a:lnTo>
                <a:lnTo>
                  <a:pt x="31242" y="331978"/>
                </a:lnTo>
                <a:lnTo>
                  <a:pt x="15240" y="340868"/>
                </a:lnTo>
                <a:lnTo>
                  <a:pt x="1524" y="349758"/>
                </a:lnTo>
                <a:lnTo>
                  <a:pt x="25908" y="373888"/>
                </a:lnTo>
                <a:lnTo>
                  <a:pt x="32156" y="366268"/>
                </a:lnTo>
                <a:lnTo>
                  <a:pt x="39243" y="358648"/>
                </a:lnTo>
                <a:lnTo>
                  <a:pt x="70104" y="328168"/>
                </a:lnTo>
                <a:lnTo>
                  <a:pt x="80772" y="324358"/>
                </a:lnTo>
                <a:lnTo>
                  <a:pt x="85915" y="325628"/>
                </a:lnTo>
                <a:lnTo>
                  <a:pt x="92202" y="329438"/>
                </a:lnTo>
                <a:lnTo>
                  <a:pt x="99631" y="335788"/>
                </a:lnTo>
                <a:lnTo>
                  <a:pt x="108204" y="345948"/>
                </a:lnTo>
                <a:lnTo>
                  <a:pt x="119951" y="354838"/>
                </a:lnTo>
                <a:lnTo>
                  <a:pt x="173736" y="380238"/>
                </a:lnTo>
                <a:lnTo>
                  <a:pt x="246697" y="391668"/>
                </a:lnTo>
                <a:lnTo>
                  <a:pt x="305117" y="394208"/>
                </a:lnTo>
                <a:lnTo>
                  <a:pt x="377952" y="395478"/>
                </a:lnTo>
                <a:lnTo>
                  <a:pt x="379984" y="386588"/>
                </a:lnTo>
                <a:lnTo>
                  <a:pt x="386143" y="378968"/>
                </a:lnTo>
                <a:lnTo>
                  <a:pt x="396608" y="372618"/>
                </a:lnTo>
                <a:lnTo>
                  <a:pt x="411480" y="366268"/>
                </a:lnTo>
                <a:lnTo>
                  <a:pt x="411480" y="361188"/>
                </a:lnTo>
                <a:close/>
              </a:path>
              <a:path w="855345" h="408939">
                <a:moveTo>
                  <a:pt x="413004" y="112268"/>
                </a:moveTo>
                <a:lnTo>
                  <a:pt x="405003" y="103378"/>
                </a:lnTo>
                <a:lnTo>
                  <a:pt x="385572" y="81788"/>
                </a:lnTo>
                <a:lnTo>
                  <a:pt x="365760" y="103378"/>
                </a:lnTo>
                <a:lnTo>
                  <a:pt x="303276" y="103378"/>
                </a:lnTo>
                <a:lnTo>
                  <a:pt x="309041" y="86868"/>
                </a:lnTo>
                <a:lnTo>
                  <a:pt x="315087" y="69088"/>
                </a:lnTo>
                <a:lnTo>
                  <a:pt x="329184" y="28448"/>
                </a:lnTo>
                <a:lnTo>
                  <a:pt x="342900" y="22098"/>
                </a:lnTo>
                <a:lnTo>
                  <a:pt x="306324" y="3048"/>
                </a:lnTo>
                <a:lnTo>
                  <a:pt x="298323" y="50038"/>
                </a:lnTo>
                <a:lnTo>
                  <a:pt x="288036" y="94488"/>
                </a:lnTo>
                <a:lnTo>
                  <a:pt x="274510" y="136398"/>
                </a:lnTo>
                <a:lnTo>
                  <a:pt x="257556" y="175768"/>
                </a:lnTo>
                <a:lnTo>
                  <a:pt x="263652" y="179578"/>
                </a:lnTo>
                <a:lnTo>
                  <a:pt x="272796" y="166878"/>
                </a:lnTo>
                <a:lnTo>
                  <a:pt x="281940" y="151638"/>
                </a:lnTo>
                <a:lnTo>
                  <a:pt x="291084" y="133858"/>
                </a:lnTo>
                <a:lnTo>
                  <a:pt x="300228" y="113538"/>
                </a:lnTo>
                <a:lnTo>
                  <a:pt x="352044" y="113538"/>
                </a:lnTo>
                <a:lnTo>
                  <a:pt x="349186" y="140208"/>
                </a:lnTo>
                <a:lnTo>
                  <a:pt x="345186" y="166878"/>
                </a:lnTo>
                <a:lnTo>
                  <a:pt x="340042" y="192278"/>
                </a:lnTo>
                <a:lnTo>
                  <a:pt x="333756" y="215138"/>
                </a:lnTo>
                <a:lnTo>
                  <a:pt x="324027" y="203708"/>
                </a:lnTo>
                <a:lnTo>
                  <a:pt x="312991" y="191008"/>
                </a:lnTo>
                <a:lnTo>
                  <a:pt x="300545" y="177038"/>
                </a:lnTo>
                <a:lnTo>
                  <a:pt x="286512" y="163068"/>
                </a:lnTo>
                <a:lnTo>
                  <a:pt x="280416" y="165608"/>
                </a:lnTo>
                <a:lnTo>
                  <a:pt x="291236" y="179578"/>
                </a:lnTo>
                <a:lnTo>
                  <a:pt x="302895" y="196088"/>
                </a:lnTo>
                <a:lnTo>
                  <a:pt x="315137" y="213868"/>
                </a:lnTo>
                <a:lnTo>
                  <a:pt x="327660" y="234188"/>
                </a:lnTo>
                <a:lnTo>
                  <a:pt x="309664" y="265938"/>
                </a:lnTo>
                <a:lnTo>
                  <a:pt x="287655" y="297688"/>
                </a:lnTo>
                <a:lnTo>
                  <a:pt x="261658" y="326898"/>
                </a:lnTo>
                <a:lnTo>
                  <a:pt x="231648" y="353568"/>
                </a:lnTo>
                <a:lnTo>
                  <a:pt x="236220" y="358648"/>
                </a:lnTo>
                <a:lnTo>
                  <a:pt x="267868" y="335788"/>
                </a:lnTo>
                <a:lnTo>
                  <a:pt x="296227" y="310388"/>
                </a:lnTo>
                <a:lnTo>
                  <a:pt x="320878" y="282448"/>
                </a:lnTo>
                <a:lnTo>
                  <a:pt x="341376" y="251968"/>
                </a:lnTo>
                <a:lnTo>
                  <a:pt x="351078" y="269748"/>
                </a:lnTo>
                <a:lnTo>
                  <a:pt x="359473" y="286258"/>
                </a:lnTo>
                <a:lnTo>
                  <a:pt x="366458" y="301498"/>
                </a:lnTo>
                <a:lnTo>
                  <a:pt x="371856" y="316738"/>
                </a:lnTo>
                <a:lnTo>
                  <a:pt x="374904" y="331978"/>
                </a:lnTo>
                <a:lnTo>
                  <a:pt x="377952" y="339598"/>
                </a:lnTo>
                <a:lnTo>
                  <a:pt x="382524" y="339598"/>
                </a:lnTo>
                <a:lnTo>
                  <a:pt x="385572" y="337058"/>
                </a:lnTo>
                <a:lnTo>
                  <a:pt x="391668" y="328168"/>
                </a:lnTo>
                <a:lnTo>
                  <a:pt x="393192" y="320548"/>
                </a:lnTo>
                <a:lnTo>
                  <a:pt x="393192" y="302768"/>
                </a:lnTo>
                <a:lnTo>
                  <a:pt x="366788" y="254508"/>
                </a:lnTo>
                <a:lnTo>
                  <a:pt x="350520" y="234188"/>
                </a:lnTo>
                <a:lnTo>
                  <a:pt x="355942" y="215138"/>
                </a:lnTo>
                <a:lnTo>
                  <a:pt x="365569" y="174498"/>
                </a:lnTo>
                <a:lnTo>
                  <a:pt x="374751" y="113538"/>
                </a:lnTo>
                <a:lnTo>
                  <a:pt x="374904" y="112268"/>
                </a:lnTo>
                <a:lnTo>
                  <a:pt x="413004" y="112268"/>
                </a:lnTo>
                <a:close/>
              </a:path>
              <a:path w="855345" h="408939">
                <a:moveTo>
                  <a:pt x="542429" y="66535"/>
                </a:moveTo>
                <a:lnTo>
                  <a:pt x="520268" y="32194"/>
                </a:lnTo>
                <a:lnTo>
                  <a:pt x="495312" y="13716"/>
                </a:lnTo>
                <a:lnTo>
                  <a:pt x="489216" y="16764"/>
                </a:lnTo>
                <a:lnTo>
                  <a:pt x="498589" y="33337"/>
                </a:lnTo>
                <a:lnTo>
                  <a:pt x="505980" y="48768"/>
                </a:lnTo>
                <a:lnTo>
                  <a:pt x="511073" y="63055"/>
                </a:lnTo>
                <a:lnTo>
                  <a:pt x="513600" y="76200"/>
                </a:lnTo>
                <a:lnTo>
                  <a:pt x="515124" y="88392"/>
                </a:lnTo>
                <a:lnTo>
                  <a:pt x="518172" y="94488"/>
                </a:lnTo>
                <a:lnTo>
                  <a:pt x="522744" y="94488"/>
                </a:lnTo>
                <a:lnTo>
                  <a:pt x="531888" y="89916"/>
                </a:lnTo>
                <a:lnTo>
                  <a:pt x="536460" y="86868"/>
                </a:lnTo>
                <a:lnTo>
                  <a:pt x="539508" y="80772"/>
                </a:lnTo>
                <a:lnTo>
                  <a:pt x="541032" y="73152"/>
                </a:lnTo>
                <a:lnTo>
                  <a:pt x="542429" y="66535"/>
                </a:lnTo>
                <a:close/>
              </a:path>
              <a:path w="855345" h="408939">
                <a:moveTo>
                  <a:pt x="601992" y="271272"/>
                </a:moveTo>
                <a:lnTo>
                  <a:pt x="597420" y="265176"/>
                </a:lnTo>
                <a:lnTo>
                  <a:pt x="534936" y="323088"/>
                </a:lnTo>
                <a:lnTo>
                  <a:pt x="534936" y="167640"/>
                </a:lnTo>
                <a:lnTo>
                  <a:pt x="542556" y="161544"/>
                </a:lnTo>
                <a:lnTo>
                  <a:pt x="550176" y="155448"/>
                </a:lnTo>
                <a:lnTo>
                  <a:pt x="521220" y="132588"/>
                </a:lnTo>
                <a:lnTo>
                  <a:pt x="507504" y="150876"/>
                </a:lnTo>
                <a:lnTo>
                  <a:pt x="445020" y="150876"/>
                </a:lnTo>
                <a:lnTo>
                  <a:pt x="460260" y="166116"/>
                </a:lnTo>
                <a:lnTo>
                  <a:pt x="469112" y="164122"/>
                </a:lnTo>
                <a:lnTo>
                  <a:pt x="477405" y="162687"/>
                </a:lnTo>
                <a:lnTo>
                  <a:pt x="485114" y="161836"/>
                </a:lnTo>
                <a:lnTo>
                  <a:pt x="492264" y="161544"/>
                </a:lnTo>
                <a:lnTo>
                  <a:pt x="510552" y="161544"/>
                </a:lnTo>
                <a:lnTo>
                  <a:pt x="510552" y="323088"/>
                </a:lnTo>
                <a:lnTo>
                  <a:pt x="509993" y="329692"/>
                </a:lnTo>
                <a:lnTo>
                  <a:pt x="508457" y="335851"/>
                </a:lnTo>
                <a:lnTo>
                  <a:pt x="506044" y="341744"/>
                </a:lnTo>
                <a:lnTo>
                  <a:pt x="502932" y="347472"/>
                </a:lnTo>
                <a:lnTo>
                  <a:pt x="527316" y="374904"/>
                </a:lnTo>
                <a:lnTo>
                  <a:pt x="542188" y="350570"/>
                </a:lnTo>
                <a:lnTo>
                  <a:pt x="559511" y="325374"/>
                </a:lnTo>
                <a:lnTo>
                  <a:pt x="561225" y="323088"/>
                </a:lnTo>
                <a:lnTo>
                  <a:pt x="579386" y="299046"/>
                </a:lnTo>
                <a:lnTo>
                  <a:pt x="601992" y="271272"/>
                </a:lnTo>
                <a:close/>
              </a:path>
              <a:path w="855345" h="408939">
                <a:moveTo>
                  <a:pt x="810780" y="210312"/>
                </a:moveTo>
                <a:lnTo>
                  <a:pt x="802932" y="204216"/>
                </a:lnTo>
                <a:lnTo>
                  <a:pt x="783348" y="188976"/>
                </a:lnTo>
                <a:lnTo>
                  <a:pt x="775728" y="199872"/>
                </a:lnTo>
                <a:lnTo>
                  <a:pt x="775728" y="214884"/>
                </a:lnTo>
                <a:lnTo>
                  <a:pt x="775728" y="249936"/>
                </a:lnTo>
                <a:lnTo>
                  <a:pt x="775728" y="260604"/>
                </a:lnTo>
                <a:lnTo>
                  <a:pt x="775728" y="300228"/>
                </a:lnTo>
                <a:lnTo>
                  <a:pt x="644664" y="300228"/>
                </a:lnTo>
                <a:lnTo>
                  <a:pt x="644664" y="260604"/>
                </a:lnTo>
                <a:lnTo>
                  <a:pt x="775728" y="260604"/>
                </a:lnTo>
                <a:lnTo>
                  <a:pt x="775728" y="249936"/>
                </a:lnTo>
                <a:lnTo>
                  <a:pt x="644664" y="249936"/>
                </a:lnTo>
                <a:lnTo>
                  <a:pt x="644664" y="214884"/>
                </a:lnTo>
                <a:lnTo>
                  <a:pt x="775728" y="214884"/>
                </a:lnTo>
                <a:lnTo>
                  <a:pt x="775728" y="199872"/>
                </a:lnTo>
                <a:lnTo>
                  <a:pt x="772680" y="204216"/>
                </a:lnTo>
                <a:lnTo>
                  <a:pt x="643140" y="204216"/>
                </a:lnTo>
                <a:lnTo>
                  <a:pt x="620280" y="190500"/>
                </a:lnTo>
                <a:lnTo>
                  <a:pt x="620509" y="213360"/>
                </a:lnTo>
                <a:lnTo>
                  <a:pt x="621042" y="238506"/>
                </a:lnTo>
                <a:lnTo>
                  <a:pt x="621563" y="265938"/>
                </a:lnTo>
                <a:lnTo>
                  <a:pt x="621804" y="295656"/>
                </a:lnTo>
                <a:lnTo>
                  <a:pt x="621550" y="325374"/>
                </a:lnTo>
                <a:lnTo>
                  <a:pt x="620560" y="379056"/>
                </a:lnTo>
                <a:lnTo>
                  <a:pt x="620445" y="388620"/>
                </a:lnTo>
                <a:lnTo>
                  <a:pt x="620280" y="408432"/>
                </a:lnTo>
                <a:lnTo>
                  <a:pt x="644664" y="396240"/>
                </a:lnTo>
                <a:lnTo>
                  <a:pt x="644664" y="310896"/>
                </a:lnTo>
                <a:lnTo>
                  <a:pt x="775728" y="310896"/>
                </a:lnTo>
                <a:lnTo>
                  <a:pt x="775728" y="352044"/>
                </a:lnTo>
                <a:lnTo>
                  <a:pt x="777252" y="364236"/>
                </a:lnTo>
                <a:lnTo>
                  <a:pt x="772680" y="368808"/>
                </a:lnTo>
                <a:lnTo>
                  <a:pt x="760488" y="368808"/>
                </a:lnTo>
                <a:lnTo>
                  <a:pt x="750747" y="368554"/>
                </a:lnTo>
                <a:lnTo>
                  <a:pt x="739724" y="367855"/>
                </a:lnTo>
                <a:lnTo>
                  <a:pt x="713244" y="365760"/>
                </a:lnTo>
                <a:lnTo>
                  <a:pt x="713244" y="373380"/>
                </a:lnTo>
                <a:lnTo>
                  <a:pt x="734123" y="379056"/>
                </a:lnTo>
                <a:lnTo>
                  <a:pt x="748868" y="386715"/>
                </a:lnTo>
                <a:lnTo>
                  <a:pt x="757605" y="396100"/>
                </a:lnTo>
                <a:lnTo>
                  <a:pt x="760488" y="406908"/>
                </a:lnTo>
                <a:lnTo>
                  <a:pt x="778217" y="398907"/>
                </a:lnTo>
                <a:lnTo>
                  <a:pt x="790397" y="388620"/>
                </a:lnTo>
                <a:lnTo>
                  <a:pt x="797128" y="376047"/>
                </a:lnTo>
                <a:lnTo>
                  <a:pt x="797839" y="368808"/>
                </a:lnTo>
                <a:lnTo>
                  <a:pt x="798588" y="361188"/>
                </a:lnTo>
                <a:lnTo>
                  <a:pt x="798588" y="220980"/>
                </a:lnTo>
                <a:lnTo>
                  <a:pt x="805548" y="214884"/>
                </a:lnTo>
                <a:lnTo>
                  <a:pt x="810780" y="210312"/>
                </a:lnTo>
                <a:close/>
              </a:path>
              <a:path w="855345" h="408939">
                <a:moveTo>
                  <a:pt x="854976" y="169164"/>
                </a:moveTo>
                <a:lnTo>
                  <a:pt x="824496" y="137160"/>
                </a:lnTo>
                <a:lnTo>
                  <a:pt x="800112" y="160020"/>
                </a:lnTo>
                <a:lnTo>
                  <a:pt x="719340" y="160020"/>
                </a:lnTo>
                <a:lnTo>
                  <a:pt x="719340" y="115824"/>
                </a:lnTo>
                <a:lnTo>
                  <a:pt x="819924" y="115824"/>
                </a:lnTo>
                <a:lnTo>
                  <a:pt x="792492" y="85344"/>
                </a:lnTo>
                <a:lnTo>
                  <a:pt x="769632" y="105156"/>
                </a:lnTo>
                <a:lnTo>
                  <a:pt x="719340" y="105156"/>
                </a:lnTo>
                <a:lnTo>
                  <a:pt x="719340" y="68580"/>
                </a:lnTo>
                <a:lnTo>
                  <a:pt x="844308" y="68580"/>
                </a:lnTo>
                <a:lnTo>
                  <a:pt x="813828" y="36576"/>
                </a:lnTo>
                <a:lnTo>
                  <a:pt x="789444" y="57912"/>
                </a:lnTo>
                <a:lnTo>
                  <a:pt x="719340" y="57912"/>
                </a:lnTo>
                <a:lnTo>
                  <a:pt x="719340" y="28956"/>
                </a:lnTo>
                <a:lnTo>
                  <a:pt x="733056" y="16764"/>
                </a:lnTo>
                <a:lnTo>
                  <a:pt x="693432" y="0"/>
                </a:lnTo>
                <a:lnTo>
                  <a:pt x="693661" y="12052"/>
                </a:lnTo>
                <a:lnTo>
                  <a:pt x="694105" y="23456"/>
                </a:lnTo>
                <a:lnTo>
                  <a:pt x="694690" y="40081"/>
                </a:lnTo>
                <a:lnTo>
                  <a:pt x="694956" y="57912"/>
                </a:lnTo>
                <a:lnTo>
                  <a:pt x="579132" y="57912"/>
                </a:lnTo>
                <a:lnTo>
                  <a:pt x="595896" y="74676"/>
                </a:lnTo>
                <a:lnTo>
                  <a:pt x="604748" y="71805"/>
                </a:lnTo>
                <a:lnTo>
                  <a:pt x="613041" y="69913"/>
                </a:lnTo>
                <a:lnTo>
                  <a:pt x="620750" y="68897"/>
                </a:lnTo>
                <a:lnTo>
                  <a:pt x="627900" y="68580"/>
                </a:lnTo>
                <a:lnTo>
                  <a:pt x="694956" y="68580"/>
                </a:lnTo>
                <a:lnTo>
                  <a:pt x="694956" y="105156"/>
                </a:lnTo>
                <a:lnTo>
                  <a:pt x="606564" y="105156"/>
                </a:lnTo>
                <a:lnTo>
                  <a:pt x="621804" y="121920"/>
                </a:lnTo>
                <a:lnTo>
                  <a:pt x="630656" y="119049"/>
                </a:lnTo>
                <a:lnTo>
                  <a:pt x="638949" y="117157"/>
                </a:lnTo>
                <a:lnTo>
                  <a:pt x="646658" y="116141"/>
                </a:lnTo>
                <a:lnTo>
                  <a:pt x="653808" y="115824"/>
                </a:lnTo>
                <a:lnTo>
                  <a:pt x="694956" y="115824"/>
                </a:lnTo>
                <a:lnTo>
                  <a:pt x="694956" y="160020"/>
                </a:lnTo>
                <a:lnTo>
                  <a:pt x="565416" y="160020"/>
                </a:lnTo>
                <a:lnTo>
                  <a:pt x="582180" y="175260"/>
                </a:lnTo>
                <a:lnTo>
                  <a:pt x="591032" y="173024"/>
                </a:lnTo>
                <a:lnTo>
                  <a:pt x="599325" y="171069"/>
                </a:lnTo>
                <a:lnTo>
                  <a:pt x="607034" y="169697"/>
                </a:lnTo>
                <a:lnTo>
                  <a:pt x="614184" y="169164"/>
                </a:lnTo>
                <a:lnTo>
                  <a:pt x="854976" y="16916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" name="object 56"/>
          <p:cNvSpPr/>
          <p:nvPr/>
        </p:nvSpPr>
        <p:spPr>
          <a:xfrm>
            <a:off x="6609588" y="4828032"/>
            <a:ext cx="355600" cy="401320"/>
          </a:xfrm>
          <a:custGeom>
            <a:avLst/>
            <a:gdLst/>
            <a:ahLst/>
            <a:cxnLst/>
            <a:rect l="l" t="t" r="r" b="b"/>
            <a:pathLst>
              <a:path w="355600" h="401320">
                <a:moveTo>
                  <a:pt x="53340" y="89916"/>
                </a:moveTo>
                <a:lnTo>
                  <a:pt x="42672" y="89916"/>
                </a:lnTo>
                <a:lnTo>
                  <a:pt x="50696" y="62150"/>
                </a:lnTo>
                <a:lnTo>
                  <a:pt x="56578" y="38100"/>
                </a:lnTo>
                <a:lnTo>
                  <a:pt x="60459" y="17478"/>
                </a:lnTo>
                <a:lnTo>
                  <a:pt x="62484" y="0"/>
                </a:lnTo>
                <a:lnTo>
                  <a:pt x="100584" y="21336"/>
                </a:lnTo>
                <a:lnTo>
                  <a:pt x="90844" y="28194"/>
                </a:lnTo>
                <a:lnTo>
                  <a:pt x="79819" y="41910"/>
                </a:lnTo>
                <a:lnTo>
                  <a:pt x="67365" y="62484"/>
                </a:lnTo>
                <a:lnTo>
                  <a:pt x="53340" y="89916"/>
                </a:lnTo>
                <a:close/>
              </a:path>
              <a:path w="355600" h="401320">
                <a:moveTo>
                  <a:pt x="147828" y="190500"/>
                </a:moveTo>
                <a:lnTo>
                  <a:pt x="141732" y="187452"/>
                </a:lnTo>
                <a:lnTo>
                  <a:pt x="158877" y="160615"/>
                </a:lnTo>
                <a:lnTo>
                  <a:pt x="173736" y="135064"/>
                </a:lnTo>
                <a:lnTo>
                  <a:pt x="196596" y="88392"/>
                </a:lnTo>
                <a:lnTo>
                  <a:pt x="211264" y="44958"/>
                </a:lnTo>
                <a:lnTo>
                  <a:pt x="222503" y="1524"/>
                </a:lnTo>
                <a:lnTo>
                  <a:pt x="260603" y="24384"/>
                </a:lnTo>
                <a:lnTo>
                  <a:pt x="252626" y="32146"/>
                </a:lnTo>
                <a:lnTo>
                  <a:pt x="242506" y="46482"/>
                </a:lnTo>
                <a:lnTo>
                  <a:pt x="230385" y="67675"/>
                </a:lnTo>
                <a:lnTo>
                  <a:pt x="216408" y="96012"/>
                </a:lnTo>
                <a:lnTo>
                  <a:pt x="348996" y="96012"/>
                </a:lnTo>
                <a:lnTo>
                  <a:pt x="355092" y="102108"/>
                </a:lnTo>
                <a:lnTo>
                  <a:pt x="351282" y="105156"/>
                </a:lnTo>
                <a:lnTo>
                  <a:pt x="213360" y="105156"/>
                </a:lnTo>
                <a:lnTo>
                  <a:pt x="197334" y="129420"/>
                </a:lnTo>
                <a:lnTo>
                  <a:pt x="181165" y="151828"/>
                </a:lnTo>
                <a:lnTo>
                  <a:pt x="164711" y="172235"/>
                </a:lnTo>
                <a:lnTo>
                  <a:pt x="147828" y="190500"/>
                </a:lnTo>
                <a:close/>
              </a:path>
              <a:path w="355600" h="401320">
                <a:moveTo>
                  <a:pt x="144780" y="89916"/>
                </a:moveTo>
                <a:lnTo>
                  <a:pt x="111252" y="89916"/>
                </a:lnTo>
                <a:lnTo>
                  <a:pt x="128016" y="73152"/>
                </a:lnTo>
                <a:lnTo>
                  <a:pt x="144780" y="89916"/>
                </a:lnTo>
                <a:close/>
              </a:path>
              <a:path w="355600" h="401320">
                <a:moveTo>
                  <a:pt x="0" y="397764"/>
                </a:moveTo>
                <a:lnTo>
                  <a:pt x="176" y="367474"/>
                </a:lnTo>
                <a:lnTo>
                  <a:pt x="302" y="351853"/>
                </a:lnTo>
                <a:lnTo>
                  <a:pt x="1285" y="275605"/>
                </a:lnTo>
                <a:lnTo>
                  <a:pt x="1357" y="263271"/>
                </a:lnTo>
                <a:lnTo>
                  <a:pt x="1481" y="227576"/>
                </a:lnTo>
                <a:lnTo>
                  <a:pt x="1285" y="194691"/>
                </a:lnTo>
                <a:lnTo>
                  <a:pt x="238" y="114681"/>
                </a:lnTo>
                <a:lnTo>
                  <a:pt x="0" y="74676"/>
                </a:lnTo>
                <a:lnTo>
                  <a:pt x="25908" y="89916"/>
                </a:lnTo>
                <a:lnTo>
                  <a:pt x="144780" y="89916"/>
                </a:lnTo>
                <a:lnTo>
                  <a:pt x="153924" y="99060"/>
                </a:lnTo>
                <a:lnTo>
                  <a:pt x="151828" y="100584"/>
                </a:lnTo>
                <a:lnTo>
                  <a:pt x="24384" y="100584"/>
                </a:lnTo>
                <a:lnTo>
                  <a:pt x="24384" y="211836"/>
                </a:lnTo>
                <a:lnTo>
                  <a:pt x="137205" y="211836"/>
                </a:lnTo>
                <a:lnTo>
                  <a:pt x="137219" y="222504"/>
                </a:lnTo>
                <a:lnTo>
                  <a:pt x="24384" y="222504"/>
                </a:lnTo>
                <a:lnTo>
                  <a:pt x="24384" y="344424"/>
                </a:lnTo>
                <a:lnTo>
                  <a:pt x="137922" y="344424"/>
                </a:lnTo>
                <a:lnTo>
                  <a:pt x="138123" y="353568"/>
                </a:lnTo>
                <a:lnTo>
                  <a:pt x="24384" y="353568"/>
                </a:lnTo>
                <a:lnTo>
                  <a:pt x="24384" y="384048"/>
                </a:lnTo>
                <a:lnTo>
                  <a:pt x="0" y="397764"/>
                </a:lnTo>
                <a:close/>
              </a:path>
              <a:path w="355600" h="401320">
                <a:moveTo>
                  <a:pt x="348996" y="96012"/>
                </a:moveTo>
                <a:lnTo>
                  <a:pt x="310896" y="96012"/>
                </a:lnTo>
                <a:lnTo>
                  <a:pt x="329184" y="76200"/>
                </a:lnTo>
                <a:lnTo>
                  <a:pt x="348996" y="96012"/>
                </a:lnTo>
                <a:close/>
              </a:path>
              <a:path w="355600" h="401320">
                <a:moveTo>
                  <a:pt x="137205" y="211836"/>
                </a:moveTo>
                <a:lnTo>
                  <a:pt x="114300" y="211836"/>
                </a:lnTo>
                <a:lnTo>
                  <a:pt x="114300" y="100584"/>
                </a:lnTo>
                <a:lnTo>
                  <a:pt x="151828" y="100584"/>
                </a:lnTo>
                <a:lnTo>
                  <a:pt x="137160" y="111252"/>
                </a:lnTo>
                <a:lnTo>
                  <a:pt x="137205" y="211836"/>
                </a:lnTo>
                <a:close/>
              </a:path>
              <a:path w="355600" h="401320">
                <a:moveTo>
                  <a:pt x="325975" y="359664"/>
                </a:moveTo>
                <a:lnTo>
                  <a:pt x="283464" y="359664"/>
                </a:lnTo>
                <a:lnTo>
                  <a:pt x="291750" y="357687"/>
                </a:lnTo>
                <a:lnTo>
                  <a:pt x="298323" y="351853"/>
                </a:lnTo>
                <a:lnTo>
                  <a:pt x="308586" y="304895"/>
                </a:lnTo>
                <a:lnTo>
                  <a:pt x="310705" y="259461"/>
                </a:lnTo>
                <a:lnTo>
                  <a:pt x="312539" y="192881"/>
                </a:lnTo>
                <a:lnTo>
                  <a:pt x="313944" y="105156"/>
                </a:lnTo>
                <a:lnTo>
                  <a:pt x="351282" y="105156"/>
                </a:lnTo>
                <a:lnTo>
                  <a:pt x="339852" y="114300"/>
                </a:lnTo>
                <a:lnTo>
                  <a:pt x="338789" y="186213"/>
                </a:lnTo>
                <a:lnTo>
                  <a:pt x="337291" y="248631"/>
                </a:lnTo>
                <a:lnTo>
                  <a:pt x="335462" y="294583"/>
                </a:lnTo>
                <a:lnTo>
                  <a:pt x="333268" y="326489"/>
                </a:lnTo>
                <a:lnTo>
                  <a:pt x="330708" y="344424"/>
                </a:lnTo>
                <a:lnTo>
                  <a:pt x="327017" y="357020"/>
                </a:lnTo>
                <a:lnTo>
                  <a:pt x="325975" y="359664"/>
                </a:lnTo>
                <a:close/>
              </a:path>
              <a:path w="355600" h="401320">
                <a:moveTo>
                  <a:pt x="231648" y="269748"/>
                </a:moveTo>
                <a:lnTo>
                  <a:pt x="228600" y="269748"/>
                </a:lnTo>
                <a:lnTo>
                  <a:pt x="225432" y="268081"/>
                </a:lnTo>
                <a:lnTo>
                  <a:pt x="222694" y="263271"/>
                </a:lnTo>
                <a:lnTo>
                  <a:pt x="220241" y="255603"/>
                </a:lnTo>
                <a:lnTo>
                  <a:pt x="217932" y="245364"/>
                </a:lnTo>
                <a:lnTo>
                  <a:pt x="213598" y="227576"/>
                </a:lnTo>
                <a:lnTo>
                  <a:pt x="207264" y="210502"/>
                </a:lnTo>
                <a:lnTo>
                  <a:pt x="198643" y="193714"/>
                </a:lnTo>
                <a:lnTo>
                  <a:pt x="187452" y="176784"/>
                </a:lnTo>
                <a:lnTo>
                  <a:pt x="190500" y="172212"/>
                </a:lnTo>
                <a:lnTo>
                  <a:pt x="223456" y="198501"/>
                </a:lnTo>
                <a:lnTo>
                  <a:pt x="246888" y="234696"/>
                </a:lnTo>
                <a:lnTo>
                  <a:pt x="246888" y="246888"/>
                </a:lnTo>
                <a:lnTo>
                  <a:pt x="243840" y="254508"/>
                </a:lnTo>
                <a:lnTo>
                  <a:pt x="234696" y="266700"/>
                </a:lnTo>
                <a:lnTo>
                  <a:pt x="231648" y="269748"/>
                </a:lnTo>
                <a:close/>
              </a:path>
              <a:path w="355600" h="401320">
                <a:moveTo>
                  <a:pt x="137922" y="344424"/>
                </a:moveTo>
                <a:lnTo>
                  <a:pt x="114300" y="344424"/>
                </a:lnTo>
                <a:lnTo>
                  <a:pt x="114300" y="222504"/>
                </a:lnTo>
                <a:lnTo>
                  <a:pt x="137219" y="222504"/>
                </a:lnTo>
                <a:lnTo>
                  <a:pt x="137337" y="269748"/>
                </a:lnTo>
                <a:lnTo>
                  <a:pt x="137494" y="304895"/>
                </a:lnTo>
                <a:lnTo>
                  <a:pt x="137922" y="344424"/>
                </a:lnTo>
                <a:close/>
              </a:path>
              <a:path w="355600" h="401320">
                <a:moveTo>
                  <a:pt x="277367" y="400812"/>
                </a:moveTo>
                <a:lnTo>
                  <a:pt x="270462" y="387953"/>
                </a:lnTo>
                <a:lnTo>
                  <a:pt x="258699" y="376809"/>
                </a:lnTo>
                <a:lnTo>
                  <a:pt x="241792" y="367379"/>
                </a:lnTo>
                <a:lnTo>
                  <a:pt x="219456" y="359664"/>
                </a:lnTo>
                <a:lnTo>
                  <a:pt x="219456" y="350520"/>
                </a:lnTo>
                <a:lnTo>
                  <a:pt x="239744" y="354520"/>
                </a:lnTo>
                <a:lnTo>
                  <a:pt x="257175" y="357378"/>
                </a:lnTo>
                <a:lnTo>
                  <a:pt x="271748" y="359092"/>
                </a:lnTo>
                <a:lnTo>
                  <a:pt x="283464" y="359664"/>
                </a:lnTo>
                <a:lnTo>
                  <a:pt x="325975" y="359664"/>
                </a:lnTo>
                <a:lnTo>
                  <a:pt x="322897" y="367474"/>
                </a:lnTo>
                <a:lnTo>
                  <a:pt x="289083" y="396240"/>
                </a:lnTo>
                <a:lnTo>
                  <a:pt x="277367" y="400812"/>
                </a:lnTo>
                <a:close/>
              </a:path>
              <a:path w="355600" h="401320">
                <a:moveTo>
                  <a:pt x="114300" y="390144"/>
                </a:moveTo>
                <a:lnTo>
                  <a:pt x="114300" y="353568"/>
                </a:lnTo>
                <a:lnTo>
                  <a:pt x="138123" y="353568"/>
                </a:lnTo>
                <a:lnTo>
                  <a:pt x="138684" y="376428"/>
                </a:lnTo>
                <a:lnTo>
                  <a:pt x="114300" y="39014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" name="object 57"/>
          <p:cNvSpPr/>
          <p:nvPr/>
        </p:nvSpPr>
        <p:spPr>
          <a:xfrm>
            <a:off x="7030199" y="4826508"/>
            <a:ext cx="841375" cy="410209"/>
          </a:xfrm>
          <a:custGeom>
            <a:avLst/>
            <a:gdLst/>
            <a:ahLst/>
            <a:cxnLst/>
            <a:rect l="l" t="t" r="r" b="b"/>
            <a:pathLst>
              <a:path w="841375" h="410210">
                <a:moveTo>
                  <a:pt x="88392" y="80772"/>
                </a:moveTo>
                <a:lnTo>
                  <a:pt x="64630" y="46824"/>
                </a:lnTo>
                <a:lnTo>
                  <a:pt x="21336" y="19812"/>
                </a:lnTo>
                <a:lnTo>
                  <a:pt x="18288" y="25908"/>
                </a:lnTo>
                <a:lnTo>
                  <a:pt x="32842" y="41910"/>
                </a:lnTo>
                <a:lnTo>
                  <a:pt x="44386" y="57912"/>
                </a:lnTo>
                <a:lnTo>
                  <a:pt x="52793" y="73914"/>
                </a:lnTo>
                <a:lnTo>
                  <a:pt x="61112" y="99923"/>
                </a:lnTo>
                <a:lnTo>
                  <a:pt x="64008" y="107061"/>
                </a:lnTo>
                <a:lnTo>
                  <a:pt x="66916" y="111353"/>
                </a:lnTo>
                <a:lnTo>
                  <a:pt x="70104" y="112776"/>
                </a:lnTo>
                <a:lnTo>
                  <a:pt x="71628" y="112776"/>
                </a:lnTo>
                <a:lnTo>
                  <a:pt x="74676" y="109728"/>
                </a:lnTo>
                <a:lnTo>
                  <a:pt x="80772" y="102108"/>
                </a:lnTo>
                <a:lnTo>
                  <a:pt x="85344" y="94488"/>
                </a:lnTo>
                <a:lnTo>
                  <a:pt x="88392" y="88392"/>
                </a:lnTo>
                <a:lnTo>
                  <a:pt x="88392" y="80772"/>
                </a:lnTo>
                <a:close/>
              </a:path>
              <a:path w="841375" h="410210">
                <a:moveTo>
                  <a:pt x="135636" y="68580"/>
                </a:moveTo>
                <a:lnTo>
                  <a:pt x="128016" y="65532"/>
                </a:lnTo>
                <a:lnTo>
                  <a:pt x="95440" y="140970"/>
                </a:lnTo>
                <a:lnTo>
                  <a:pt x="70866" y="195834"/>
                </a:lnTo>
                <a:lnTo>
                  <a:pt x="45720" y="243840"/>
                </a:lnTo>
                <a:lnTo>
                  <a:pt x="21336" y="251460"/>
                </a:lnTo>
                <a:lnTo>
                  <a:pt x="7620" y="251460"/>
                </a:lnTo>
                <a:lnTo>
                  <a:pt x="0" y="249936"/>
                </a:lnTo>
                <a:lnTo>
                  <a:pt x="0" y="256032"/>
                </a:lnTo>
                <a:lnTo>
                  <a:pt x="34937" y="275107"/>
                </a:lnTo>
                <a:lnTo>
                  <a:pt x="38671" y="289902"/>
                </a:lnTo>
                <a:lnTo>
                  <a:pt x="38100" y="299847"/>
                </a:lnTo>
                <a:lnTo>
                  <a:pt x="36385" y="311518"/>
                </a:lnTo>
                <a:lnTo>
                  <a:pt x="33528" y="324612"/>
                </a:lnTo>
                <a:lnTo>
                  <a:pt x="32410" y="333171"/>
                </a:lnTo>
                <a:lnTo>
                  <a:pt x="31521" y="339852"/>
                </a:lnTo>
                <a:lnTo>
                  <a:pt x="30746" y="346265"/>
                </a:lnTo>
                <a:lnTo>
                  <a:pt x="30480" y="350520"/>
                </a:lnTo>
                <a:lnTo>
                  <a:pt x="30480" y="355092"/>
                </a:lnTo>
                <a:lnTo>
                  <a:pt x="54864" y="376428"/>
                </a:lnTo>
                <a:lnTo>
                  <a:pt x="61468" y="375005"/>
                </a:lnTo>
                <a:lnTo>
                  <a:pt x="65341" y="368427"/>
                </a:lnTo>
                <a:lnTo>
                  <a:pt x="66662" y="356717"/>
                </a:lnTo>
                <a:lnTo>
                  <a:pt x="65532" y="339852"/>
                </a:lnTo>
                <a:lnTo>
                  <a:pt x="63538" y="322453"/>
                </a:lnTo>
                <a:lnTo>
                  <a:pt x="62103" y="306895"/>
                </a:lnTo>
                <a:lnTo>
                  <a:pt x="61252" y="293357"/>
                </a:lnTo>
                <a:lnTo>
                  <a:pt x="60960" y="281940"/>
                </a:lnTo>
                <a:lnTo>
                  <a:pt x="61010" y="271640"/>
                </a:lnTo>
                <a:lnTo>
                  <a:pt x="61341" y="263461"/>
                </a:lnTo>
                <a:lnTo>
                  <a:pt x="62255" y="257302"/>
                </a:lnTo>
                <a:lnTo>
                  <a:pt x="64008" y="252984"/>
                </a:lnTo>
                <a:lnTo>
                  <a:pt x="64604" y="251460"/>
                </a:lnTo>
                <a:lnTo>
                  <a:pt x="69418" y="238963"/>
                </a:lnTo>
                <a:lnTo>
                  <a:pt x="83146" y="203911"/>
                </a:lnTo>
                <a:lnTo>
                  <a:pt x="105371" y="146900"/>
                </a:lnTo>
                <a:lnTo>
                  <a:pt x="135636" y="68580"/>
                </a:lnTo>
                <a:close/>
              </a:path>
              <a:path w="841375" h="410210">
                <a:moveTo>
                  <a:pt x="385572" y="117348"/>
                </a:moveTo>
                <a:lnTo>
                  <a:pt x="382524" y="114300"/>
                </a:lnTo>
                <a:lnTo>
                  <a:pt x="371856" y="103632"/>
                </a:lnTo>
                <a:lnTo>
                  <a:pt x="353568" y="85344"/>
                </a:lnTo>
                <a:lnTo>
                  <a:pt x="335280" y="103632"/>
                </a:lnTo>
                <a:lnTo>
                  <a:pt x="198120" y="103632"/>
                </a:lnTo>
                <a:lnTo>
                  <a:pt x="206679" y="83629"/>
                </a:lnTo>
                <a:lnTo>
                  <a:pt x="213931" y="67056"/>
                </a:lnTo>
                <a:lnTo>
                  <a:pt x="219773" y="53911"/>
                </a:lnTo>
                <a:lnTo>
                  <a:pt x="224028" y="44196"/>
                </a:lnTo>
                <a:lnTo>
                  <a:pt x="227774" y="36791"/>
                </a:lnTo>
                <a:lnTo>
                  <a:pt x="232219" y="30670"/>
                </a:lnTo>
                <a:lnTo>
                  <a:pt x="237540" y="25984"/>
                </a:lnTo>
                <a:lnTo>
                  <a:pt x="243840" y="22860"/>
                </a:lnTo>
                <a:lnTo>
                  <a:pt x="202692" y="1524"/>
                </a:lnTo>
                <a:lnTo>
                  <a:pt x="192786" y="46291"/>
                </a:lnTo>
                <a:lnTo>
                  <a:pt x="173736" y="103632"/>
                </a:lnTo>
                <a:lnTo>
                  <a:pt x="144970" y="164211"/>
                </a:lnTo>
                <a:lnTo>
                  <a:pt x="108204" y="217932"/>
                </a:lnTo>
                <a:lnTo>
                  <a:pt x="114300" y="224028"/>
                </a:lnTo>
                <a:lnTo>
                  <a:pt x="144018" y="191262"/>
                </a:lnTo>
                <a:lnTo>
                  <a:pt x="172339" y="150736"/>
                </a:lnTo>
                <a:lnTo>
                  <a:pt x="193548" y="114300"/>
                </a:lnTo>
                <a:lnTo>
                  <a:pt x="336804" y="114300"/>
                </a:lnTo>
                <a:lnTo>
                  <a:pt x="309372" y="175260"/>
                </a:lnTo>
                <a:lnTo>
                  <a:pt x="313944" y="178308"/>
                </a:lnTo>
                <a:lnTo>
                  <a:pt x="327660" y="161721"/>
                </a:lnTo>
                <a:lnTo>
                  <a:pt x="339090" y="148399"/>
                </a:lnTo>
                <a:lnTo>
                  <a:pt x="369189" y="123063"/>
                </a:lnTo>
                <a:lnTo>
                  <a:pt x="376961" y="119926"/>
                </a:lnTo>
                <a:lnTo>
                  <a:pt x="385572" y="117348"/>
                </a:lnTo>
                <a:close/>
              </a:path>
              <a:path w="841375" h="410210">
                <a:moveTo>
                  <a:pt x="397764" y="376428"/>
                </a:moveTo>
                <a:lnTo>
                  <a:pt x="345567" y="347091"/>
                </a:lnTo>
                <a:lnTo>
                  <a:pt x="304800" y="301752"/>
                </a:lnTo>
                <a:lnTo>
                  <a:pt x="274701" y="237934"/>
                </a:lnTo>
                <a:lnTo>
                  <a:pt x="264083" y="199529"/>
                </a:lnTo>
                <a:lnTo>
                  <a:pt x="257187" y="163068"/>
                </a:lnTo>
                <a:lnTo>
                  <a:pt x="256032" y="156972"/>
                </a:lnTo>
                <a:lnTo>
                  <a:pt x="266700" y="149352"/>
                </a:lnTo>
                <a:lnTo>
                  <a:pt x="227076" y="128016"/>
                </a:lnTo>
                <a:lnTo>
                  <a:pt x="223939" y="180022"/>
                </a:lnTo>
                <a:lnTo>
                  <a:pt x="216789" y="226314"/>
                </a:lnTo>
                <a:lnTo>
                  <a:pt x="205651" y="266890"/>
                </a:lnTo>
                <a:lnTo>
                  <a:pt x="169926" y="331431"/>
                </a:lnTo>
                <a:lnTo>
                  <a:pt x="142494" y="358521"/>
                </a:lnTo>
                <a:lnTo>
                  <a:pt x="108204" y="382765"/>
                </a:lnTo>
                <a:lnTo>
                  <a:pt x="67056" y="403860"/>
                </a:lnTo>
                <a:lnTo>
                  <a:pt x="70104" y="409956"/>
                </a:lnTo>
                <a:lnTo>
                  <a:pt x="135445" y="380428"/>
                </a:lnTo>
                <a:lnTo>
                  <a:pt x="190500" y="333756"/>
                </a:lnTo>
                <a:lnTo>
                  <a:pt x="213106" y="302590"/>
                </a:lnTo>
                <a:lnTo>
                  <a:pt x="230695" y="263842"/>
                </a:lnTo>
                <a:lnTo>
                  <a:pt x="243446" y="217385"/>
                </a:lnTo>
                <a:lnTo>
                  <a:pt x="251460" y="163068"/>
                </a:lnTo>
                <a:lnTo>
                  <a:pt x="255422" y="203911"/>
                </a:lnTo>
                <a:lnTo>
                  <a:pt x="262509" y="241744"/>
                </a:lnTo>
                <a:lnTo>
                  <a:pt x="284988" y="307848"/>
                </a:lnTo>
                <a:lnTo>
                  <a:pt x="318135" y="359854"/>
                </a:lnTo>
                <a:lnTo>
                  <a:pt x="358140" y="399288"/>
                </a:lnTo>
                <a:lnTo>
                  <a:pt x="364744" y="391312"/>
                </a:lnTo>
                <a:lnTo>
                  <a:pt x="373189" y="385762"/>
                </a:lnTo>
                <a:lnTo>
                  <a:pt x="383654" y="382790"/>
                </a:lnTo>
                <a:lnTo>
                  <a:pt x="396240" y="382524"/>
                </a:lnTo>
                <a:lnTo>
                  <a:pt x="397764" y="376428"/>
                </a:lnTo>
                <a:close/>
              </a:path>
              <a:path w="841375" h="410210">
                <a:moveTo>
                  <a:pt x="521208" y="67056"/>
                </a:moveTo>
                <a:lnTo>
                  <a:pt x="518160" y="62484"/>
                </a:lnTo>
                <a:lnTo>
                  <a:pt x="513588" y="54864"/>
                </a:lnTo>
                <a:lnTo>
                  <a:pt x="508469" y="49466"/>
                </a:lnTo>
                <a:lnTo>
                  <a:pt x="500062" y="42481"/>
                </a:lnTo>
                <a:lnTo>
                  <a:pt x="488518" y="34086"/>
                </a:lnTo>
                <a:lnTo>
                  <a:pt x="473964" y="24384"/>
                </a:lnTo>
                <a:lnTo>
                  <a:pt x="469392" y="27432"/>
                </a:lnTo>
                <a:lnTo>
                  <a:pt x="477951" y="41109"/>
                </a:lnTo>
                <a:lnTo>
                  <a:pt x="485203" y="54483"/>
                </a:lnTo>
                <a:lnTo>
                  <a:pt x="491045" y="67297"/>
                </a:lnTo>
                <a:lnTo>
                  <a:pt x="495300" y="79248"/>
                </a:lnTo>
                <a:lnTo>
                  <a:pt x="498348" y="91440"/>
                </a:lnTo>
                <a:lnTo>
                  <a:pt x="501396" y="97536"/>
                </a:lnTo>
                <a:lnTo>
                  <a:pt x="507492" y="97536"/>
                </a:lnTo>
                <a:lnTo>
                  <a:pt x="510540" y="94488"/>
                </a:lnTo>
                <a:lnTo>
                  <a:pt x="515112" y="88392"/>
                </a:lnTo>
                <a:lnTo>
                  <a:pt x="521208" y="76200"/>
                </a:lnTo>
                <a:lnTo>
                  <a:pt x="521208" y="67056"/>
                </a:lnTo>
                <a:close/>
              </a:path>
              <a:path w="841375" h="410210">
                <a:moveTo>
                  <a:pt x="655320" y="39624"/>
                </a:moveTo>
                <a:lnTo>
                  <a:pt x="623316" y="18288"/>
                </a:lnTo>
                <a:lnTo>
                  <a:pt x="619086" y="32562"/>
                </a:lnTo>
                <a:lnTo>
                  <a:pt x="611124" y="50101"/>
                </a:lnTo>
                <a:lnTo>
                  <a:pt x="599744" y="70802"/>
                </a:lnTo>
                <a:lnTo>
                  <a:pt x="585216" y="94488"/>
                </a:lnTo>
                <a:lnTo>
                  <a:pt x="589788" y="99060"/>
                </a:lnTo>
                <a:lnTo>
                  <a:pt x="603300" y="85331"/>
                </a:lnTo>
                <a:lnTo>
                  <a:pt x="614362" y="73723"/>
                </a:lnTo>
                <a:lnTo>
                  <a:pt x="623443" y="64135"/>
                </a:lnTo>
                <a:lnTo>
                  <a:pt x="630936" y="56388"/>
                </a:lnTo>
                <a:lnTo>
                  <a:pt x="636041" y="50126"/>
                </a:lnTo>
                <a:lnTo>
                  <a:pt x="641985" y="45148"/>
                </a:lnTo>
                <a:lnTo>
                  <a:pt x="648512" y="41605"/>
                </a:lnTo>
                <a:lnTo>
                  <a:pt x="655320" y="39624"/>
                </a:lnTo>
                <a:close/>
              </a:path>
              <a:path w="841375" h="410210">
                <a:moveTo>
                  <a:pt x="661416" y="118872"/>
                </a:moveTo>
                <a:lnTo>
                  <a:pt x="632460" y="89916"/>
                </a:lnTo>
                <a:lnTo>
                  <a:pt x="612648" y="109728"/>
                </a:lnTo>
                <a:lnTo>
                  <a:pt x="569976" y="109728"/>
                </a:lnTo>
                <a:lnTo>
                  <a:pt x="569976" y="28956"/>
                </a:lnTo>
                <a:lnTo>
                  <a:pt x="583692" y="16764"/>
                </a:lnTo>
                <a:lnTo>
                  <a:pt x="545592" y="0"/>
                </a:lnTo>
                <a:lnTo>
                  <a:pt x="546849" y="45148"/>
                </a:lnTo>
                <a:lnTo>
                  <a:pt x="547116" y="109728"/>
                </a:lnTo>
                <a:lnTo>
                  <a:pt x="445008" y="109728"/>
                </a:lnTo>
                <a:lnTo>
                  <a:pt x="460248" y="124968"/>
                </a:lnTo>
                <a:lnTo>
                  <a:pt x="469684" y="122732"/>
                </a:lnTo>
                <a:lnTo>
                  <a:pt x="479679" y="120777"/>
                </a:lnTo>
                <a:lnTo>
                  <a:pt x="490258" y="119405"/>
                </a:lnTo>
                <a:lnTo>
                  <a:pt x="501396" y="118872"/>
                </a:lnTo>
                <a:lnTo>
                  <a:pt x="533400" y="118872"/>
                </a:lnTo>
                <a:lnTo>
                  <a:pt x="514527" y="144614"/>
                </a:lnTo>
                <a:lnTo>
                  <a:pt x="492061" y="169354"/>
                </a:lnTo>
                <a:lnTo>
                  <a:pt x="465899" y="193243"/>
                </a:lnTo>
                <a:lnTo>
                  <a:pt x="435864" y="216408"/>
                </a:lnTo>
                <a:lnTo>
                  <a:pt x="438912" y="222504"/>
                </a:lnTo>
                <a:lnTo>
                  <a:pt x="468680" y="205981"/>
                </a:lnTo>
                <a:lnTo>
                  <a:pt x="496443" y="186309"/>
                </a:lnTo>
                <a:lnTo>
                  <a:pt x="522503" y="163791"/>
                </a:lnTo>
                <a:lnTo>
                  <a:pt x="547116" y="138684"/>
                </a:lnTo>
                <a:lnTo>
                  <a:pt x="547116" y="210312"/>
                </a:lnTo>
                <a:lnTo>
                  <a:pt x="537972" y="205740"/>
                </a:lnTo>
                <a:lnTo>
                  <a:pt x="534543" y="217766"/>
                </a:lnTo>
                <a:lnTo>
                  <a:pt x="531114" y="228790"/>
                </a:lnTo>
                <a:lnTo>
                  <a:pt x="527685" y="238963"/>
                </a:lnTo>
                <a:lnTo>
                  <a:pt x="524256" y="248412"/>
                </a:lnTo>
                <a:lnTo>
                  <a:pt x="440436" y="248412"/>
                </a:lnTo>
                <a:lnTo>
                  <a:pt x="457200" y="263652"/>
                </a:lnTo>
                <a:lnTo>
                  <a:pt x="466636" y="261658"/>
                </a:lnTo>
                <a:lnTo>
                  <a:pt x="476631" y="260223"/>
                </a:lnTo>
                <a:lnTo>
                  <a:pt x="487210" y="259372"/>
                </a:lnTo>
                <a:lnTo>
                  <a:pt x="498348" y="259080"/>
                </a:lnTo>
                <a:lnTo>
                  <a:pt x="521208" y="259080"/>
                </a:lnTo>
                <a:lnTo>
                  <a:pt x="511784" y="276796"/>
                </a:lnTo>
                <a:lnTo>
                  <a:pt x="504063" y="291084"/>
                </a:lnTo>
                <a:lnTo>
                  <a:pt x="498170" y="301752"/>
                </a:lnTo>
                <a:lnTo>
                  <a:pt x="493776" y="309372"/>
                </a:lnTo>
                <a:lnTo>
                  <a:pt x="510044" y="312216"/>
                </a:lnTo>
                <a:lnTo>
                  <a:pt x="526732" y="316039"/>
                </a:lnTo>
                <a:lnTo>
                  <a:pt x="543712" y="320738"/>
                </a:lnTo>
                <a:lnTo>
                  <a:pt x="560832" y="326136"/>
                </a:lnTo>
                <a:lnTo>
                  <a:pt x="535952" y="345859"/>
                </a:lnTo>
                <a:lnTo>
                  <a:pt x="506920" y="363855"/>
                </a:lnTo>
                <a:lnTo>
                  <a:pt x="473608" y="380149"/>
                </a:lnTo>
                <a:lnTo>
                  <a:pt x="435864" y="394716"/>
                </a:lnTo>
                <a:lnTo>
                  <a:pt x="437388" y="399288"/>
                </a:lnTo>
                <a:lnTo>
                  <a:pt x="478015" y="389293"/>
                </a:lnTo>
                <a:lnTo>
                  <a:pt x="515493" y="375285"/>
                </a:lnTo>
                <a:lnTo>
                  <a:pt x="550125" y="357289"/>
                </a:lnTo>
                <a:lnTo>
                  <a:pt x="582168" y="335280"/>
                </a:lnTo>
                <a:lnTo>
                  <a:pt x="593559" y="340385"/>
                </a:lnTo>
                <a:lnTo>
                  <a:pt x="604647" y="346329"/>
                </a:lnTo>
                <a:lnTo>
                  <a:pt x="615175" y="352856"/>
                </a:lnTo>
                <a:lnTo>
                  <a:pt x="624840" y="359664"/>
                </a:lnTo>
                <a:lnTo>
                  <a:pt x="629412" y="364236"/>
                </a:lnTo>
                <a:lnTo>
                  <a:pt x="633984" y="365760"/>
                </a:lnTo>
                <a:lnTo>
                  <a:pt x="640080" y="365760"/>
                </a:lnTo>
                <a:lnTo>
                  <a:pt x="643128" y="362712"/>
                </a:lnTo>
                <a:lnTo>
                  <a:pt x="643064" y="345859"/>
                </a:lnTo>
                <a:lnTo>
                  <a:pt x="638556" y="339852"/>
                </a:lnTo>
                <a:lnTo>
                  <a:pt x="633984" y="335280"/>
                </a:lnTo>
                <a:lnTo>
                  <a:pt x="632460" y="333756"/>
                </a:lnTo>
                <a:lnTo>
                  <a:pt x="626745" y="330327"/>
                </a:lnTo>
                <a:lnTo>
                  <a:pt x="618744" y="326898"/>
                </a:lnTo>
                <a:lnTo>
                  <a:pt x="608457" y="323469"/>
                </a:lnTo>
                <a:lnTo>
                  <a:pt x="595884" y="320040"/>
                </a:lnTo>
                <a:lnTo>
                  <a:pt x="600379" y="313944"/>
                </a:lnTo>
                <a:lnTo>
                  <a:pt x="603008" y="310375"/>
                </a:lnTo>
                <a:lnTo>
                  <a:pt x="610552" y="297561"/>
                </a:lnTo>
                <a:lnTo>
                  <a:pt x="618388" y="281901"/>
                </a:lnTo>
                <a:lnTo>
                  <a:pt x="626364" y="263652"/>
                </a:lnTo>
                <a:lnTo>
                  <a:pt x="634746" y="259080"/>
                </a:lnTo>
                <a:lnTo>
                  <a:pt x="643128" y="254508"/>
                </a:lnTo>
                <a:lnTo>
                  <a:pt x="615696" y="231648"/>
                </a:lnTo>
                <a:lnTo>
                  <a:pt x="603504" y="248412"/>
                </a:lnTo>
                <a:lnTo>
                  <a:pt x="603504" y="259080"/>
                </a:lnTo>
                <a:lnTo>
                  <a:pt x="596392" y="276440"/>
                </a:lnTo>
                <a:lnTo>
                  <a:pt x="588835" y="291655"/>
                </a:lnTo>
                <a:lnTo>
                  <a:pt x="581012" y="304304"/>
                </a:lnTo>
                <a:lnTo>
                  <a:pt x="573024" y="313944"/>
                </a:lnTo>
                <a:lnTo>
                  <a:pt x="557618" y="310540"/>
                </a:lnTo>
                <a:lnTo>
                  <a:pt x="519684" y="301752"/>
                </a:lnTo>
                <a:lnTo>
                  <a:pt x="525665" y="291236"/>
                </a:lnTo>
                <a:lnTo>
                  <a:pt x="532066" y="280416"/>
                </a:lnTo>
                <a:lnTo>
                  <a:pt x="538759" y="269608"/>
                </a:lnTo>
                <a:lnTo>
                  <a:pt x="545592" y="259080"/>
                </a:lnTo>
                <a:lnTo>
                  <a:pt x="603504" y="259080"/>
                </a:lnTo>
                <a:lnTo>
                  <a:pt x="603504" y="248412"/>
                </a:lnTo>
                <a:lnTo>
                  <a:pt x="550164" y="248412"/>
                </a:lnTo>
                <a:lnTo>
                  <a:pt x="556742" y="238150"/>
                </a:lnTo>
                <a:lnTo>
                  <a:pt x="562737" y="230314"/>
                </a:lnTo>
                <a:lnTo>
                  <a:pt x="568172" y="225056"/>
                </a:lnTo>
                <a:lnTo>
                  <a:pt x="573024" y="222504"/>
                </a:lnTo>
                <a:lnTo>
                  <a:pt x="548640" y="211836"/>
                </a:lnTo>
                <a:lnTo>
                  <a:pt x="551014" y="210312"/>
                </a:lnTo>
                <a:lnTo>
                  <a:pt x="569976" y="198120"/>
                </a:lnTo>
                <a:lnTo>
                  <a:pt x="569976" y="143256"/>
                </a:lnTo>
                <a:lnTo>
                  <a:pt x="581964" y="152400"/>
                </a:lnTo>
                <a:lnTo>
                  <a:pt x="592645" y="161544"/>
                </a:lnTo>
                <a:lnTo>
                  <a:pt x="601814" y="170599"/>
                </a:lnTo>
                <a:lnTo>
                  <a:pt x="609600" y="179832"/>
                </a:lnTo>
                <a:lnTo>
                  <a:pt x="615696" y="188976"/>
                </a:lnTo>
                <a:lnTo>
                  <a:pt x="618744" y="192024"/>
                </a:lnTo>
                <a:lnTo>
                  <a:pt x="623316" y="192024"/>
                </a:lnTo>
                <a:lnTo>
                  <a:pt x="626364" y="190500"/>
                </a:lnTo>
                <a:lnTo>
                  <a:pt x="626364" y="184404"/>
                </a:lnTo>
                <a:lnTo>
                  <a:pt x="627888" y="179832"/>
                </a:lnTo>
                <a:lnTo>
                  <a:pt x="627888" y="163068"/>
                </a:lnTo>
                <a:lnTo>
                  <a:pt x="624840" y="156972"/>
                </a:lnTo>
                <a:lnTo>
                  <a:pt x="587679" y="139306"/>
                </a:lnTo>
                <a:lnTo>
                  <a:pt x="569976" y="135636"/>
                </a:lnTo>
                <a:lnTo>
                  <a:pt x="569976" y="118872"/>
                </a:lnTo>
                <a:lnTo>
                  <a:pt x="661416" y="118872"/>
                </a:lnTo>
                <a:close/>
              </a:path>
              <a:path w="841375" h="410210">
                <a:moveTo>
                  <a:pt x="841248" y="118872"/>
                </a:moveTo>
                <a:lnTo>
                  <a:pt x="831646" y="109728"/>
                </a:lnTo>
                <a:lnTo>
                  <a:pt x="809244" y="88392"/>
                </a:lnTo>
                <a:lnTo>
                  <a:pt x="787908" y="109728"/>
                </a:lnTo>
                <a:lnTo>
                  <a:pt x="763524" y="109728"/>
                </a:lnTo>
                <a:lnTo>
                  <a:pt x="763524" y="118872"/>
                </a:lnTo>
                <a:lnTo>
                  <a:pt x="758913" y="170688"/>
                </a:lnTo>
                <a:lnTo>
                  <a:pt x="751903" y="216027"/>
                </a:lnTo>
                <a:lnTo>
                  <a:pt x="742315" y="255181"/>
                </a:lnTo>
                <a:lnTo>
                  <a:pt x="729996" y="288036"/>
                </a:lnTo>
                <a:lnTo>
                  <a:pt x="714552" y="251752"/>
                </a:lnTo>
                <a:lnTo>
                  <a:pt x="702373" y="211455"/>
                </a:lnTo>
                <a:lnTo>
                  <a:pt x="693356" y="167170"/>
                </a:lnTo>
                <a:lnTo>
                  <a:pt x="688657" y="129540"/>
                </a:lnTo>
                <a:lnTo>
                  <a:pt x="687324" y="118872"/>
                </a:lnTo>
                <a:lnTo>
                  <a:pt x="763524" y="118872"/>
                </a:lnTo>
                <a:lnTo>
                  <a:pt x="763524" y="109728"/>
                </a:lnTo>
                <a:lnTo>
                  <a:pt x="688848" y="109728"/>
                </a:lnTo>
                <a:lnTo>
                  <a:pt x="698042" y="85966"/>
                </a:lnTo>
                <a:lnTo>
                  <a:pt x="714756" y="42672"/>
                </a:lnTo>
                <a:lnTo>
                  <a:pt x="736092" y="22860"/>
                </a:lnTo>
                <a:lnTo>
                  <a:pt x="696468" y="0"/>
                </a:lnTo>
                <a:lnTo>
                  <a:pt x="680783" y="66319"/>
                </a:lnTo>
                <a:lnTo>
                  <a:pt x="663511" y="123634"/>
                </a:lnTo>
                <a:lnTo>
                  <a:pt x="644829" y="172097"/>
                </a:lnTo>
                <a:lnTo>
                  <a:pt x="624840" y="211836"/>
                </a:lnTo>
                <a:lnTo>
                  <a:pt x="630936" y="214884"/>
                </a:lnTo>
                <a:lnTo>
                  <a:pt x="646087" y="194906"/>
                </a:lnTo>
                <a:lnTo>
                  <a:pt x="659511" y="173926"/>
                </a:lnTo>
                <a:lnTo>
                  <a:pt x="671233" y="152095"/>
                </a:lnTo>
                <a:lnTo>
                  <a:pt x="681228" y="129540"/>
                </a:lnTo>
                <a:lnTo>
                  <a:pt x="683475" y="177571"/>
                </a:lnTo>
                <a:lnTo>
                  <a:pt x="689991" y="223456"/>
                </a:lnTo>
                <a:lnTo>
                  <a:pt x="700519" y="267347"/>
                </a:lnTo>
                <a:lnTo>
                  <a:pt x="714756" y="309372"/>
                </a:lnTo>
                <a:lnTo>
                  <a:pt x="689635" y="337426"/>
                </a:lnTo>
                <a:lnTo>
                  <a:pt x="660082" y="362331"/>
                </a:lnTo>
                <a:lnTo>
                  <a:pt x="626249" y="384390"/>
                </a:lnTo>
                <a:lnTo>
                  <a:pt x="588264" y="403860"/>
                </a:lnTo>
                <a:lnTo>
                  <a:pt x="592836" y="409956"/>
                </a:lnTo>
                <a:lnTo>
                  <a:pt x="631418" y="394741"/>
                </a:lnTo>
                <a:lnTo>
                  <a:pt x="667131" y="376237"/>
                </a:lnTo>
                <a:lnTo>
                  <a:pt x="699998" y="354025"/>
                </a:lnTo>
                <a:lnTo>
                  <a:pt x="729996" y="327660"/>
                </a:lnTo>
                <a:lnTo>
                  <a:pt x="745744" y="347433"/>
                </a:lnTo>
                <a:lnTo>
                  <a:pt x="763333" y="365760"/>
                </a:lnTo>
                <a:lnTo>
                  <a:pt x="782942" y="382955"/>
                </a:lnTo>
                <a:lnTo>
                  <a:pt x="804672" y="399288"/>
                </a:lnTo>
                <a:lnTo>
                  <a:pt x="806919" y="392099"/>
                </a:lnTo>
                <a:lnTo>
                  <a:pt x="813435" y="386334"/>
                </a:lnTo>
                <a:lnTo>
                  <a:pt x="823963" y="381723"/>
                </a:lnTo>
                <a:lnTo>
                  <a:pt x="838200" y="377952"/>
                </a:lnTo>
                <a:lnTo>
                  <a:pt x="838200" y="371856"/>
                </a:lnTo>
                <a:lnTo>
                  <a:pt x="812533" y="362978"/>
                </a:lnTo>
                <a:lnTo>
                  <a:pt x="788289" y="349948"/>
                </a:lnTo>
                <a:lnTo>
                  <a:pt x="765771" y="332638"/>
                </a:lnTo>
                <a:lnTo>
                  <a:pt x="761072" y="327660"/>
                </a:lnTo>
                <a:lnTo>
                  <a:pt x="745236" y="310896"/>
                </a:lnTo>
                <a:lnTo>
                  <a:pt x="760958" y="275107"/>
                </a:lnTo>
                <a:lnTo>
                  <a:pt x="773811" y="231457"/>
                </a:lnTo>
                <a:lnTo>
                  <a:pt x="783818" y="179527"/>
                </a:lnTo>
                <a:lnTo>
                  <a:pt x="790956" y="118872"/>
                </a:lnTo>
                <a:lnTo>
                  <a:pt x="841248" y="11887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" name="object 58"/>
          <p:cNvSpPr/>
          <p:nvPr/>
        </p:nvSpPr>
        <p:spPr>
          <a:xfrm>
            <a:off x="7955280" y="4853940"/>
            <a:ext cx="127000" cy="349885"/>
          </a:xfrm>
          <a:custGeom>
            <a:avLst/>
            <a:gdLst/>
            <a:ahLst/>
            <a:cxnLst/>
            <a:rect l="l" t="t" r="r" b="b"/>
            <a:pathLst>
              <a:path w="127000" h="349885">
                <a:moveTo>
                  <a:pt x="2262" y="349591"/>
                </a:moveTo>
                <a:lnTo>
                  <a:pt x="0" y="348995"/>
                </a:lnTo>
                <a:lnTo>
                  <a:pt x="1452" y="345828"/>
                </a:lnTo>
                <a:lnTo>
                  <a:pt x="5905" y="340804"/>
                </a:lnTo>
                <a:lnTo>
                  <a:pt x="13501" y="333779"/>
                </a:lnTo>
                <a:lnTo>
                  <a:pt x="24383" y="324611"/>
                </a:lnTo>
                <a:lnTo>
                  <a:pt x="36980" y="314920"/>
                </a:lnTo>
                <a:lnTo>
                  <a:pt x="49720" y="301942"/>
                </a:lnTo>
                <a:lnTo>
                  <a:pt x="76199" y="266699"/>
                </a:lnTo>
                <a:lnTo>
                  <a:pt x="95630" y="222313"/>
                </a:lnTo>
                <a:lnTo>
                  <a:pt x="99345" y="197905"/>
                </a:lnTo>
                <a:lnTo>
                  <a:pt x="99059" y="172211"/>
                </a:lnTo>
                <a:lnTo>
                  <a:pt x="91249" y="122681"/>
                </a:lnTo>
                <a:lnTo>
                  <a:pt x="73151" y="82295"/>
                </a:lnTo>
                <a:lnTo>
                  <a:pt x="49339" y="50672"/>
                </a:lnTo>
                <a:lnTo>
                  <a:pt x="13287" y="16502"/>
                </a:lnTo>
                <a:lnTo>
                  <a:pt x="5333" y="8953"/>
                </a:lnTo>
                <a:lnTo>
                  <a:pt x="809" y="3405"/>
                </a:lnTo>
                <a:lnTo>
                  <a:pt x="0" y="0"/>
                </a:lnTo>
                <a:lnTo>
                  <a:pt x="2024" y="71"/>
                </a:lnTo>
                <a:lnTo>
                  <a:pt x="49291" y="30003"/>
                </a:lnTo>
                <a:lnTo>
                  <a:pt x="80248" y="62007"/>
                </a:lnTo>
                <a:lnTo>
                  <a:pt x="109989" y="104870"/>
                </a:lnTo>
                <a:lnTo>
                  <a:pt x="125372" y="155162"/>
                </a:lnTo>
                <a:lnTo>
                  <a:pt x="126491" y="182879"/>
                </a:lnTo>
                <a:lnTo>
                  <a:pt x="124539" y="210050"/>
                </a:lnTo>
                <a:lnTo>
                  <a:pt x="109775" y="256389"/>
                </a:lnTo>
                <a:lnTo>
                  <a:pt x="82629" y="293227"/>
                </a:lnTo>
                <a:lnTo>
                  <a:pt x="51673" y="321706"/>
                </a:lnTo>
                <a:lnTo>
                  <a:pt x="8953" y="346900"/>
                </a:lnTo>
                <a:lnTo>
                  <a:pt x="2262" y="34959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" name="object 59"/>
          <p:cNvSpPr/>
          <p:nvPr/>
        </p:nvSpPr>
        <p:spPr>
          <a:xfrm>
            <a:off x="8391144" y="5035296"/>
            <a:ext cx="60960" cy="195580"/>
          </a:xfrm>
          <a:custGeom>
            <a:avLst/>
            <a:gdLst/>
            <a:ahLst/>
            <a:cxnLst/>
            <a:rect l="l" t="t" r="r" b="b"/>
            <a:pathLst>
              <a:path w="60959" h="195579">
                <a:moveTo>
                  <a:pt x="10668" y="195072"/>
                </a:moveTo>
                <a:lnTo>
                  <a:pt x="7620" y="195072"/>
                </a:lnTo>
                <a:lnTo>
                  <a:pt x="7620" y="193548"/>
                </a:lnTo>
                <a:lnTo>
                  <a:pt x="9144" y="192024"/>
                </a:lnTo>
                <a:lnTo>
                  <a:pt x="13716" y="190500"/>
                </a:lnTo>
                <a:lnTo>
                  <a:pt x="18288" y="185928"/>
                </a:lnTo>
                <a:lnTo>
                  <a:pt x="24384" y="181356"/>
                </a:lnTo>
                <a:lnTo>
                  <a:pt x="27432" y="175260"/>
                </a:lnTo>
                <a:lnTo>
                  <a:pt x="32004" y="170688"/>
                </a:lnTo>
                <a:lnTo>
                  <a:pt x="35052" y="163068"/>
                </a:lnTo>
                <a:lnTo>
                  <a:pt x="38100" y="152400"/>
                </a:lnTo>
                <a:lnTo>
                  <a:pt x="28956" y="152400"/>
                </a:lnTo>
                <a:lnTo>
                  <a:pt x="22860" y="150876"/>
                </a:lnTo>
                <a:lnTo>
                  <a:pt x="18288" y="149352"/>
                </a:lnTo>
                <a:lnTo>
                  <a:pt x="12192" y="147828"/>
                </a:lnTo>
                <a:lnTo>
                  <a:pt x="9144" y="144780"/>
                </a:lnTo>
                <a:lnTo>
                  <a:pt x="6096" y="140208"/>
                </a:lnTo>
                <a:lnTo>
                  <a:pt x="3048" y="131064"/>
                </a:lnTo>
                <a:lnTo>
                  <a:pt x="3048" y="124968"/>
                </a:lnTo>
                <a:lnTo>
                  <a:pt x="6096" y="115824"/>
                </a:lnTo>
                <a:lnTo>
                  <a:pt x="9144" y="112776"/>
                </a:lnTo>
                <a:lnTo>
                  <a:pt x="12192" y="108204"/>
                </a:lnTo>
                <a:lnTo>
                  <a:pt x="15240" y="106680"/>
                </a:lnTo>
                <a:lnTo>
                  <a:pt x="19812" y="105156"/>
                </a:lnTo>
                <a:lnTo>
                  <a:pt x="22860" y="102108"/>
                </a:lnTo>
                <a:lnTo>
                  <a:pt x="36576" y="102108"/>
                </a:lnTo>
                <a:lnTo>
                  <a:pt x="41148" y="105156"/>
                </a:lnTo>
                <a:lnTo>
                  <a:pt x="47244" y="106680"/>
                </a:lnTo>
                <a:lnTo>
                  <a:pt x="51816" y="109728"/>
                </a:lnTo>
                <a:lnTo>
                  <a:pt x="54864" y="117348"/>
                </a:lnTo>
                <a:lnTo>
                  <a:pt x="57912" y="123444"/>
                </a:lnTo>
                <a:lnTo>
                  <a:pt x="59436" y="129540"/>
                </a:lnTo>
                <a:lnTo>
                  <a:pt x="59436" y="147828"/>
                </a:lnTo>
                <a:lnTo>
                  <a:pt x="39624" y="182880"/>
                </a:lnTo>
                <a:lnTo>
                  <a:pt x="18288" y="193548"/>
                </a:lnTo>
                <a:lnTo>
                  <a:pt x="10668" y="195072"/>
                </a:lnTo>
                <a:close/>
              </a:path>
              <a:path w="60959" h="195579">
                <a:moveTo>
                  <a:pt x="35052" y="57912"/>
                </a:moveTo>
                <a:lnTo>
                  <a:pt x="25908" y="57912"/>
                </a:lnTo>
                <a:lnTo>
                  <a:pt x="19812" y="56388"/>
                </a:lnTo>
                <a:lnTo>
                  <a:pt x="0" y="27432"/>
                </a:lnTo>
                <a:lnTo>
                  <a:pt x="0" y="16764"/>
                </a:lnTo>
                <a:lnTo>
                  <a:pt x="4572" y="9144"/>
                </a:lnTo>
                <a:lnTo>
                  <a:pt x="12192" y="6096"/>
                </a:lnTo>
                <a:lnTo>
                  <a:pt x="18288" y="1524"/>
                </a:lnTo>
                <a:lnTo>
                  <a:pt x="24384" y="0"/>
                </a:lnTo>
                <a:lnTo>
                  <a:pt x="41148" y="0"/>
                </a:lnTo>
                <a:lnTo>
                  <a:pt x="60960" y="25908"/>
                </a:lnTo>
                <a:lnTo>
                  <a:pt x="60364" y="35313"/>
                </a:lnTo>
                <a:lnTo>
                  <a:pt x="58483" y="42862"/>
                </a:lnTo>
                <a:lnTo>
                  <a:pt x="55173" y="48410"/>
                </a:lnTo>
                <a:lnTo>
                  <a:pt x="50292" y="51816"/>
                </a:lnTo>
                <a:lnTo>
                  <a:pt x="41148" y="56388"/>
                </a:lnTo>
                <a:lnTo>
                  <a:pt x="35052" y="5791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</p:spTree>
  </p:cSld>
  <p:clrMapOvr>
    <a:masterClrMapping/>
  </p:clrMapOvr>
</p:sld>
</file>

<file path=ppt/slides/slide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object 2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9560052" y="7229856"/>
            <a:ext cx="199643" cy="146304"/>
          </a:xfrm>
          <a:prstGeom prst="rect">
            <a:avLst/>
          </a:prstGeom>
        </p:spPr>
      </p:pic>
      <p:sp>
        <p:nvSpPr>
          <p:cNvPr id="3" name="object 3"/>
          <p:cNvSpPr/>
          <p:nvPr/>
        </p:nvSpPr>
        <p:spPr>
          <a:xfrm>
            <a:off x="1731263" y="1271016"/>
            <a:ext cx="542925" cy="563880"/>
          </a:xfrm>
          <a:custGeom>
            <a:avLst/>
            <a:gdLst/>
            <a:ahLst/>
            <a:cxnLst/>
            <a:rect l="l" t="t" r="r" b="b"/>
            <a:pathLst>
              <a:path w="542925" h="563880">
                <a:moveTo>
                  <a:pt x="284988" y="108204"/>
                </a:moveTo>
                <a:lnTo>
                  <a:pt x="280416" y="108204"/>
                </a:lnTo>
                <a:lnTo>
                  <a:pt x="277010" y="106537"/>
                </a:lnTo>
                <a:lnTo>
                  <a:pt x="273748" y="101727"/>
                </a:lnTo>
                <a:lnTo>
                  <a:pt x="270771" y="94059"/>
                </a:lnTo>
                <a:lnTo>
                  <a:pt x="268224" y="83820"/>
                </a:lnTo>
                <a:lnTo>
                  <a:pt x="261985" y="65222"/>
                </a:lnTo>
                <a:lnTo>
                  <a:pt x="252603" y="45910"/>
                </a:lnTo>
                <a:lnTo>
                  <a:pt x="240363" y="25741"/>
                </a:lnTo>
                <a:lnTo>
                  <a:pt x="225552" y="4572"/>
                </a:lnTo>
                <a:lnTo>
                  <a:pt x="231648" y="0"/>
                </a:lnTo>
                <a:lnTo>
                  <a:pt x="279011" y="24645"/>
                </a:lnTo>
                <a:lnTo>
                  <a:pt x="307990" y="56888"/>
                </a:lnTo>
                <a:lnTo>
                  <a:pt x="309371" y="64008"/>
                </a:lnTo>
                <a:lnTo>
                  <a:pt x="308538" y="71747"/>
                </a:lnTo>
                <a:lnTo>
                  <a:pt x="306133" y="79057"/>
                </a:lnTo>
                <a:lnTo>
                  <a:pt x="302299" y="86082"/>
                </a:lnTo>
                <a:lnTo>
                  <a:pt x="297180" y="92964"/>
                </a:lnTo>
                <a:lnTo>
                  <a:pt x="291084" y="102108"/>
                </a:lnTo>
                <a:lnTo>
                  <a:pt x="284988" y="108204"/>
                </a:lnTo>
                <a:close/>
              </a:path>
              <a:path w="542925" h="563880">
                <a:moveTo>
                  <a:pt x="47172" y="207621"/>
                </a:moveTo>
                <a:lnTo>
                  <a:pt x="36576" y="207264"/>
                </a:lnTo>
                <a:lnTo>
                  <a:pt x="21336" y="205740"/>
                </a:lnTo>
                <a:lnTo>
                  <a:pt x="13716" y="202692"/>
                </a:lnTo>
                <a:lnTo>
                  <a:pt x="13731" y="198048"/>
                </a:lnTo>
                <a:lnTo>
                  <a:pt x="14811" y="193000"/>
                </a:lnTo>
                <a:lnTo>
                  <a:pt x="17907" y="186880"/>
                </a:lnTo>
                <a:lnTo>
                  <a:pt x="22775" y="179832"/>
                </a:lnTo>
                <a:lnTo>
                  <a:pt x="28956" y="172212"/>
                </a:lnTo>
                <a:lnTo>
                  <a:pt x="40624" y="153924"/>
                </a:lnTo>
                <a:lnTo>
                  <a:pt x="50292" y="133350"/>
                </a:lnTo>
                <a:lnTo>
                  <a:pt x="57673" y="110490"/>
                </a:lnTo>
                <a:lnTo>
                  <a:pt x="62484" y="85344"/>
                </a:lnTo>
                <a:lnTo>
                  <a:pt x="71628" y="85344"/>
                </a:lnTo>
                <a:lnTo>
                  <a:pt x="74676" y="114300"/>
                </a:lnTo>
                <a:lnTo>
                  <a:pt x="518160" y="114300"/>
                </a:lnTo>
                <a:lnTo>
                  <a:pt x="531607" y="129540"/>
                </a:lnTo>
                <a:lnTo>
                  <a:pt x="74676" y="129540"/>
                </a:lnTo>
                <a:lnTo>
                  <a:pt x="76104" y="146970"/>
                </a:lnTo>
                <a:lnTo>
                  <a:pt x="75819" y="162687"/>
                </a:lnTo>
                <a:lnTo>
                  <a:pt x="73818" y="176688"/>
                </a:lnTo>
                <a:lnTo>
                  <a:pt x="70104" y="188976"/>
                </a:lnTo>
                <a:lnTo>
                  <a:pt x="63793" y="198048"/>
                </a:lnTo>
                <a:lnTo>
                  <a:pt x="56197" y="204406"/>
                </a:lnTo>
                <a:lnTo>
                  <a:pt x="47172" y="207621"/>
                </a:lnTo>
                <a:close/>
              </a:path>
              <a:path w="542925" h="563880">
                <a:moveTo>
                  <a:pt x="518160" y="114300"/>
                </a:moveTo>
                <a:lnTo>
                  <a:pt x="469391" y="114300"/>
                </a:lnTo>
                <a:lnTo>
                  <a:pt x="495300" y="88392"/>
                </a:lnTo>
                <a:lnTo>
                  <a:pt x="518160" y="114300"/>
                </a:lnTo>
                <a:close/>
              </a:path>
              <a:path w="542925" h="563880">
                <a:moveTo>
                  <a:pt x="445008" y="201168"/>
                </a:moveTo>
                <a:lnTo>
                  <a:pt x="437388" y="196596"/>
                </a:lnTo>
                <a:lnTo>
                  <a:pt x="473964" y="129540"/>
                </a:lnTo>
                <a:lnTo>
                  <a:pt x="531607" y="129540"/>
                </a:lnTo>
                <a:lnTo>
                  <a:pt x="541020" y="140208"/>
                </a:lnTo>
                <a:lnTo>
                  <a:pt x="519588" y="143732"/>
                </a:lnTo>
                <a:lnTo>
                  <a:pt x="496443" y="154686"/>
                </a:lnTo>
                <a:lnTo>
                  <a:pt x="471582" y="173640"/>
                </a:lnTo>
                <a:lnTo>
                  <a:pt x="445008" y="201168"/>
                </a:lnTo>
                <a:close/>
              </a:path>
              <a:path w="542925" h="563880">
                <a:moveTo>
                  <a:pt x="309371" y="364236"/>
                </a:moveTo>
                <a:lnTo>
                  <a:pt x="269748" y="364236"/>
                </a:lnTo>
                <a:lnTo>
                  <a:pt x="274915" y="340494"/>
                </a:lnTo>
                <a:lnTo>
                  <a:pt x="279082" y="314896"/>
                </a:lnTo>
                <a:lnTo>
                  <a:pt x="284988" y="257556"/>
                </a:lnTo>
                <a:lnTo>
                  <a:pt x="288347" y="202692"/>
                </a:lnTo>
                <a:lnTo>
                  <a:pt x="289560" y="150876"/>
                </a:lnTo>
                <a:lnTo>
                  <a:pt x="348996" y="179832"/>
                </a:lnTo>
                <a:lnTo>
                  <a:pt x="330708" y="196596"/>
                </a:lnTo>
                <a:lnTo>
                  <a:pt x="325874" y="239720"/>
                </a:lnTo>
                <a:lnTo>
                  <a:pt x="320611" y="282130"/>
                </a:lnTo>
                <a:lnTo>
                  <a:pt x="315063" y="323683"/>
                </a:lnTo>
                <a:lnTo>
                  <a:pt x="309371" y="364236"/>
                </a:lnTo>
                <a:close/>
              </a:path>
              <a:path w="542925" h="563880">
                <a:moveTo>
                  <a:pt x="216408" y="260604"/>
                </a:moveTo>
                <a:lnTo>
                  <a:pt x="213360" y="260604"/>
                </a:lnTo>
                <a:lnTo>
                  <a:pt x="209669" y="259151"/>
                </a:lnTo>
                <a:lnTo>
                  <a:pt x="205549" y="254698"/>
                </a:lnTo>
                <a:lnTo>
                  <a:pt x="201144" y="247102"/>
                </a:lnTo>
                <a:lnTo>
                  <a:pt x="196596" y="236220"/>
                </a:lnTo>
                <a:lnTo>
                  <a:pt x="186547" y="218813"/>
                </a:lnTo>
                <a:lnTo>
                  <a:pt x="174498" y="200977"/>
                </a:lnTo>
                <a:lnTo>
                  <a:pt x="160162" y="182856"/>
                </a:lnTo>
                <a:lnTo>
                  <a:pt x="143256" y="164592"/>
                </a:lnTo>
                <a:lnTo>
                  <a:pt x="147828" y="156972"/>
                </a:lnTo>
                <a:lnTo>
                  <a:pt x="195643" y="177546"/>
                </a:lnTo>
                <a:lnTo>
                  <a:pt x="228981" y="207073"/>
                </a:lnTo>
                <a:lnTo>
                  <a:pt x="231648" y="219456"/>
                </a:lnTo>
                <a:lnTo>
                  <a:pt x="231338" y="226099"/>
                </a:lnTo>
                <a:lnTo>
                  <a:pt x="230314" y="232600"/>
                </a:lnTo>
                <a:lnTo>
                  <a:pt x="228433" y="239387"/>
                </a:lnTo>
                <a:lnTo>
                  <a:pt x="225552" y="246888"/>
                </a:lnTo>
                <a:lnTo>
                  <a:pt x="216408" y="260604"/>
                </a:lnTo>
                <a:close/>
              </a:path>
              <a:path w="542925" h="563880">
                <a:moveTo>
                  <a:pt x="158496" y="356616"/>
                </a:moveTo>
                <a:lnTo>
                  <a:pt x="155448" y="356616"/>
                </a:lnTo>
                <a:lnTo>
                  <a:pt x="151757" y="355163"/>
                </a:lnTo>
                <a:lnTo>
                  <a:pt x="147637" y="350710"/>
                </a:lnTo>
                <a:lnTo>
                  <a:pt x="143232" y="343114"/>
                </a:lnTo>
                <a:lnTo>
                  <a:pt x="138684" y="332232"/>
                </a:lnTo>
                <a:lnTo>
                  <a:pt x="128968" y="313634"/>
                </a:lnTo>
                <a:lnTo>
                  <a:pt x="115824" y="294322"/>
                </a:lnTo>
                <a:lnTo>
                  <a:pt x="99250" y="274153"/>
                </a:lnTo>
                <a:lnTo>
                  <a:pt x="79248" y="252984"/>
                </a:lnTo>
                <a:lnTo>
                  <a:pt x="83820" y="246888"/>
                </a:lnTo>
                <a:lnTo>
                  <a:pt x="136588" y="269748"/>
                </a:lnTo>
                <a:lnTo>
                  <a:pt x="168187" y="295751"/>
                </a:lnTo>
                <a:lnTo>
                  <a:pt x="175260" y="315467"/>
                </a:lnTo>
                <a:lnTo>
                  <a:pt x="174712" y="321444"/>
                </a:lnTo>
                <a:lnTo>
                  <a:pt x="173164" y="327850"/>
                </a:lnTo>
                <a:lnTo>
                  <a:pt x="170759" y="334541"/>
                </a:lnTo>
                <a:lnTo>
                  <a:pt x="167640" y="341376"/>
                </a:lnTo>
                <a:lnTo>
                  <a:pt x="163068" y="352044"/>
                </a:lnTo>
                <a:lnTo>
                  <a:pt x="158496" y="356616"/>
                </a:lnTo>
                <a:close/>
              </a:path>
              <a:path w="542925" h="563880">
                <a:moveTo>
                  <a:pt x="21336" y="385572"/>
                </a:moveTo>
                <a:lnTo>
                  <a:pt x="0" y="364236"/>
                </a:lnTo>
                <a:lnTo>
                  <a:pt x="457200" y="364236"/>
                </a:lnTo>
                <a:lnTo>
                  <a:pt x="492252" y="327660"/>
                </a:lnTo>
                <a:lnTo>
                  <a:pt x="542544" y="377952"/>
                </a:lnTo>
                <a:lnTo>
                  <a:pt x="79248" y="377952"/>
                </a:lnTo>
                <a:lnTo>
                  <a:pt x="63769" y="378285"/>
                </a:lnTo>
                <a:lnTo>
                  <a:pt x="49149" y="379476"/>
                </a:lnTo>
                <a:lnTo>
                  <a:pt x="35099" y="381809"/>
                </a:lnTo>
                <a:lnTo>
                  <a:pt x="21336" y="385572"/>
                </a:lnTo>
                <a:close/>
              </a:path>
              <a:path w="542925" h="563880">
                <a:moveTo>
                  <a:pt x="3048" y="563880"/>
                </a:moveTo>
                <a:lnTo>
                  <a:pt x="3048" y="554735"/>
                </a:lnTo>
                <a:lnTo>
                  <a:pt x="51339" y="544163"/>
                </a:lnTo>
                <a:lnTo>
                  <a:pt x="95631" y="530733"/>
                </a:lnTo>
                <a:lnTo>
                  <a:pt x="135921" y="514445"/>
                </a:lnTo>
                <a:lnTo>
                  <a:pt x="172212" y="495300"/>
                </a:lnTo>
                <a:lnTo>
                  <a:pt x="203930" y="472463"/>
                </a:lnTo>
                <a:lnTo>
                  <a:pt x="251936" y="413646"/>
                </a:lnTo>
                <a:lnTo>
                  <a:pt x="268224" y="377952"/>
                </a:lnTo>
                <a:lnTo>
                  <a:pt x="303276" y="377952"/>
                </a:lnTo>
                <a:lnTo>
                  <a:pt x="299847" y="388191"/>
                </a:lnTo>
                <a:lnTo>
                  <a:pt x="296418" y="398145"/>
                </a:lnTo>
                <a:lnTo>
                  <a:pt x="292989" y="407527"/>
                </a:lnTo>
                <a:lnTo>
                  <a:pt x="289560" y="416052"/>
                </a:lnTo>
                <a:lnTo>
                  <a:pt x="327638" y="428244"/>
                </a:lnTo>
                <a:lnTo>
                  <a:pt x="284988" y="428244"/>
                </a:lnTo>
                <a:lnTo>
                  <a:pt x="265795" y="456247"/>
                </a:lnTo>
                <a:lnTo>
                  <a:pt x="242316" y="480822"/>
                </a:lnTo>
                <a:lnTo>
                  <a:pt x="181356" y="519684"/>
                </a:lnTo>
                <a:lnTo>
                  <a:pt x="144494" y="533661"/>
                </a:lnTo>
                <a:lnTo>
                  <a:pt x="102489" y="545782"/>
                </a:lnTo>
                <a:lnTo>
                  <a:pt x="55340" y="555902"/>
                </a:lnTo>
                <a:lnTo>
                  <a:pt x="3048" y="563880"/>
                </a:lnTo>
                <a:close/>
              </a:path>
              <a:path w="542925" h="563880">
                <a:moveTo>
                  <a:pt x="478536" y="557784"/>
                </a:moveTo>
                <a:lnTo>
                  <a:pt x="473130" y="556117"/>
                </a:lnTo>
                <a:lnTo>
                  <a:pt x="466153" y="551307"/>
                </a:lnTo>
                <a:lnTo>
                  <a:pt x="457747" y="543639"/>
                </a:lnTo>
                <a:lnTo>
                  <a:pt x="448056" y="533400"/>
                </a:lnTo>
                <a:lnTo>
                  <a:pt x="421505" y="509682"/>
                </a:lnTo>
                <a:lnTo>
                  <a:pt x="385381" y="484251"/>
                </a:lnTo>
                <a:lnTo>
                  <a:pt x="339828" y="457104"/>
                </a:lnTo>
                <a:lnTo>
                  <a:pt x="284988" y="428244"/>
                </a:lnTo>
                <a:lnTo>
                  <a:pt x="327638" y="428244"/>
                </a:lnTo>
                <a:lnTo>
                  <a:pt x="387667" y="448437"/>
                </a:lnTo>
                <a:lnTo>
                  <a:pt x="448056" y="473964"/>
                </a:lnTo>
                <a:lnTo>
                  <a:pt x="480060" y="497586"/>
                </a:lnTo>
                <a:lnTo>
                  <a:pt x="489204" y="525780"/>
                </a:lnTo>
                <a:lnTo>
                  <a:pt x="488394" y="539781"/>
                </a:lnTo>
                <a:lnTo>
                  <a:pt x="486156" y="549783"/>
                </a:lnTo>
                <a:lnTo>
                  <a:pt x="482774" y="555783"/>
                </a:lnTo>
                <a:lnTo>
                  <a:pt x="478536" y="557784"/>
                </a:lnTo>
                <a:close/>
              </a:path>
            </a:pathLst>
          </a:custGeom>
          <a:solidFill>
            <a:srgbClr val="3333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" name="object 4"/>
          <p:cNvSpPr/>
          <p:nvPr/>
        </p:nvSpPr>
        <p:spPr>
          <a:xfrm>
            <a:off x="2334767" y="1296924"/>
            <a:ext cx="559435" cy="538480"/>
          </a:xfrm>
          <a:custGeom>
            <a:avLst/>
            <a:gdLst/>
            <a:ahLst/>
            <a:cxnLst/>
            <a:rect l="l" t="t" r="r" b="b"/>
            <a:pathLst>
              <a:path w="559435" h="538480">
                <a:moveTo>
                  <a:pt x="495861" y="24383"/>
                </a:moveTo>
                <a:lnTo>
                  <a:pt x="449580" y="24383"/>
                </a:lnTo>
                <a:lnTo>
                  <a:pt x="466344" y="0"/>
                </a:lnTo>
                <a:lnTo>
                  <a:pt x="495861" y="24383"/>
                </a:lnTo>
                <a:close/>
              </a:path>
              <a:path w="559435" h="538480">
                <a:moveTo>
                  <a:pt x="239268" y="356616"/>
                </a:moveTo>
                <a:lnTo>
                  <a:pt x="240149" y="329445"/>
                </a:lnTo>
                <a:lnTo>
                  <a:pt x="240601" y="291274"/>
                </a:lnTo>
                <a:lnTo>
                  <a:pt x="240712" y="103632"/>
                </a:lnTo>
                <a:lnTo>
                  <a:pt x="240601" y="70485"/>
                </a:lnTo>
                <a:lnTo>
                  <a:pt x="240149" y="31337"/>
                </a:lnTo>
                <a:lnTo>
                  <a:pt x="239268" y="3048"/>
                </a:lnTo>
                <a:lnTo>
                  <a:pt x="272796" y="24383"/>
                </a:lnTo>
                <a:lnTo>
                  <a:pt x="495861" y="24383"/>
                </a:lnTo>
                <a:lnTo>
                  <a:pt x="501396" y="28955"/>
                </a:lnTo>
                <a:lnTo>
                  <a:pt x="490220" y="38100"/>
                </a:lnTo>
                <a:lnTo>
                  <a:pt x="272796" y="38100"/>
                </a:lnTo>
                <a:lnTo>
                  <a:pt x="272796" y="342900"/>
                </a:lnTo>
                <a:lnTo>
                  <a:pt x="239268" y="356616"/>
                </a:lnTo>
                <a:close/>
              </a:path>
              <a:path w="559435" h="538480">
                <a:moveTo>
                  <a:pt x="21336" y="65532"/>
                </a:moveTo>
                <a:lnTo>
                  <a:pt x="0" y="42672"/>
                </a:lnTo>
                <a:lnTo>
                  <a:pt x="147828" y="42672"/>
                </a:lnTo>
                <a:lnTo>
                  <a:pt x="178308" y="15239"/>
                </a:lnTo>
                <a:lnTo>
                  <a:pt x="216408" y="57911"/>
                </a:lnTo>
                <a:lnTo>
                  <a:pt x="77724" y="57911"/>
                </a:lnTo>
                <a:lnTo>
                  <a:pt x="62912" y="58245"/>
                </a:lnTo>
                <a:lnTo>
                  <a:pt x="48387" y="59435"/>
                </a:lnTo>
                <a:lnTo>
                  <a:pt x="34432" y="61769"/>
                </a:lnTo>
                <a:lnTo>
                  <a:pt x="21336" y="65532"/>
                </a:lnTo>
                <a:close/>
              </a:path>
              <a:path w="559435" h="538480">
                <a:moveTo>
                  <a:pt x="454152" y="335280"/>
                </a:moveTo>
                <a:lnTo>
                  <a:pt x="454152" y="38100"/>
                </a:lnTo>
                <a:lnTo>
                  <a:pt x="490220" y="38100"/>
                </a:lnTo>
                <a:lnTo>
                  <a:pt x="484632" y="42672"/>
                </a:lnTo>
                <a:lnTo>
                  <a:pt x="484802" y="129735"/>
                </a:lnTo>
                <a:lnTo>
                  <a:pt x="485266" y="200777"/>
                </a:lnTo>
                <a:lnTo>
                  <a:pt x="485948" y="255873"/>
                </a:lnTo>
                <a:lnTo>
                  <a:pt x="486777" y="295095"/>
                </a:lnTo>
                <a:lnTo>
                  <a:pt x="487680" y="318515"/>
                </a:lnTo>
                <a:lnTo>
                  <a:pt x="454152" y="335280"/>
                </a:lnTo>
                <a:close/>
              </a:path>
              <a:path w="559435" h="538480">
                <a:moveTo>
                  <a:pt x="118872" y="208787"/>
                </a:moveTo>
                <a:lnTo>
                  <a:pt x="88392" y="208787"/>
                </a:lnTo>
                <a:lnTo>
                  <a:pt x="88392" y="57911"/>
                </a:lnTo>
                <a:lnTo>
                  <a:pt x="118872" y="57911"/>
                </a:lnTo>
                <a:lnTo>
                  <a:pt x="118872" y="208787"/>
                </a:lnTo>
                <a:close/>
              </a:path>
              <a:path w="559435" h="538480">
                <a:moveTo>
                  <a:pt x="134112" y="537972"/>
                </a:moveTo>
                <a:lnTo>
                  <a:pt x="128016" y="531876"/>
                </a:lnTo>
                <a:lnTo>
                  <a:pt x="176503" y="503334"/>
                </a:lnTo>
                <a:lnTo>
                  <a:pt x="217822" y="474354"/>
                </a:lnTo>
                <a:lnTo>
                  <a:pt x="252118" y="444861"/>
                </a:lnTo>
                <a:lnTo>
                  <a:pt x="279538" y="414784"/>
                </a:lnTo>
                <a:lnTo>
                  <a:pt x="312793" y="354703"/>
                </a:lnTo>
                <a:lnTo>
                  <a:pt x="330898" y="275272"/>
                </a:lnTo>
                <a:lnTo>
                  <a:pt x="336352" y="225100"/>
                </a:lnTo>
                <a:lnTo>
                  <a:pt x="339351" y="167901"/>
                </a:lnTo>
                <a:lnTo>
                  <a:pt x="339852" y="103632"/>
                </a:lnTo>
                <a:lnTo>
                  <a:pt x="396240" y="126491"/>
                </a:lnTo>
                <a:lnTo>
                  <a:pt x="374904" y="146303"/>
                </a:lnTo>
                <a:lnTo>
                  <a:pt x="372148" y="217468"/>
                </a:lnTo>
                <a:lnTo>
                  <a:pt x="365662" y="279269"/>
                </a:lnTo>
                <a:lnTo>
                  <a:pt x="355372" y="331854"/>
                </a:lnTo>
                <a:lnTo>
                  <a:pt x="341205" y="375367"/>
                </a:lnTo>
                <a:lnTo>
                  <a:pt x="323088" y="409956"/>
                </a:lnTo>
                <a:lnTo>
                  <a:pt x="268419" y="465551"/>
                </a:lnTo>
                <a:lnTo>
                  <a:pt x="230477" y="491154"/>
                </a:lnTo>
                <a:lnTo>
                  <a:pt x="185659" y="515294"/>
                </a:lnTo>
                <a:lnTo>
                  <a:pt x="134112" y="537972"/>
                </a:lnTo>
                <a:close/>
              </a:path>
              <a:path w="559435" h="538480">
                <a:moveTo>
                  <a:pt x="30480" y="230123"/>
                </a:moveTo>
                <a:lnTo>
                  <a:pt x="9144" y="208787"/>
                </a:lnTo>
                <a:lnTo>
                  <a:pt x="147828" y="208787"/>
                </a:lnTo>
                <a:lnTo>
                  <a:pt x="173736" y="181355"/>
                </a:lnTo>
                <a:lnTo>
                  <a:pt x="211836" y="222503"/>
                </a:lnTo>
                <a:lnTo>
                  <a:pt x="88392" y="222503"/>
                </a:lnTo>
                <a:lnTo>
                  <a:pt x="72913" y="223051"/>
                </a:lnTo>
                <a:lnTo>
                  <a:pt x="58293" y="224599"/>
                </a:lnTo>
                <a:lnTo>
                  <a:pt x="44243" y="227004"/>
                </a:lnTo>
                <a:lnTo>
                  <a:pt x="30480" y="230123"/>
                </a:lnTo>
                <a:close/>
              </a:path>
              <a:path w="559435" h="538480">
                <a:moveTo>
                  <a:pt x="27432" y="466344"/>
                </a:moveTo>
                <a:lnTo>
                  <a:pt x="0" y="420624"/>
                </a:lnTo>
                <a:lnTo>
                  <a:pt x="25169" y="413766"/>
                </a:lnTo>
                <a:lnTo>
                  <a:pt x="48196" y="406908"/>
                </a:lnTo>
                <a:lnTo>
                  <a:pt x="69222" y="400050"/>
                </a:lnTo>
                <a:lnTo>
                  <a:pt x="88392" y="393192"/>
                </a:lnTo>
                <a:lnTo>
                  <a:pt x="88392" y="222503"/>
                </a:lnTo>
                <a:lnTo>
                  <a:pt x="118872" y="222503"/>
                </a:lnTo>
                <a:lnTo>
                  <a:pt x="118872" y="382524"/>
                </a:lnTo>
                <a:lnTo>
                  <a:pt x="164701" y="382524"/>
                </a:lnTo>
                <a:lnTo>
                  <a:pt x="141231" y="393906"/>
                </a:lnTo>
                <a:lnTo>
                  <a:pt x="87058" y="423291"/>
                </a:lnTo>
                <a:lnTo>
                  <a:pt x="49172" y="447532"/>
                </a:lnTo>
                <a:lnTo>
                  <a:pt x="27432" y="466344"/>
                </a:lnTo>
                <a:close/>
              </a:path>
              <a:path w="559435" h="538480">
                <a:moveTo>
                  <a:pt x="509016" y="519684"/>
                </a:moveTo>
                <a:lnTo>
                  <a:pt x="420624" y="519684"/>
                </a:lnTo>
                <a:lnTo>
                  <a:pt x="403479" y="516826"/>
                </a:lnTo>
                <a:lnTo>
                  <a:pt x="390906" y="508254"/>
                </a:lnTo>
                <a:lnTo>
                  <a:pt x="382905" y="493966"/>
                </a:lnTo>
                <a:lnTo>
                  <a:pt x="379542" y="474354"/>
                </a:lnTo>
                <a:lnTo>
                  <a:pt x="379476" y="281939"/>
                </a:lnTo>
                <a:lnTo>
                  <a:pt x="428244" y="306323"/>
                </a:lnTo>
                <a:lnTo>
                  <a:pt x="411480" y="323088"/>
                </a:lnTo>
                <a:lnTo>
                  <a:pt x="411480" y="461772"/>
                </a:lnTo>
                <a:lnTo>
                  <a:pt x="412956" y="475511"/>
                </a:lnTo>
                <a:lnTo>
                  <a:pt x="417576" y="484822"/>
                </a:lnTo>
                <a:lnTo>
                  <a:pt x="425624" y="489846"/>
                </a:lnTo>
                <a:lnTo>
                  <a:pt x="437388" y="490728"/>
                </a:lnTo>
                <a:lnTo>
                  <a:pt x="557256" y="490728"/>
                </a:lnTo>
                <a:lnTo>
                  <a:pt x="549306" y="502539"/>
                </a:lnTo>
                <a:lnTo>
                  <a:pt x="537591" y="512826"/>
                </a:lnTo>
                <a:lnTo>
                  <a:pt x="524160" y="518541"/>
                </a:lnTo>
                <a:lnTo>
                  <a:pt x="509016" y="519684"/>
                </a:lnTo>
                <a:close/>
              </a:path>
              <a:path w="559435" h="538480">
                <a:moveTo>
                  <a:pt x="164701" y="382524"/>
                </a:moveTo>
                <a:lnTo>
                  <a:pt x="118872" y="382524"/>
                </a:lnTo>
                <a:lnTo>
                  <a:pt x="210312" y="348996"/>
                </a:lnTo>
                <a:lnTo>
                  <a:pt x="211836" y="359664"/>
                </a:lnTo>
                <a:lnTo>
                  <a:pt x="164701" y="382524"/>
                </a:lnTo>
                <a:close/>
              </a:path>
              <a:path w="559435" h="538480">
                <a:moveTo>
                  <a:pt x="557256" y="490728"/>
                </a:moveTo>
                <a:lnTo>
                  <a:pt x="492252" y="490728"/>
                </a:lnTo>
                <a:lnTo>
                  <a:pt x="498562" y="488727"/>
                </a:lnTo>
                <a:lnTo>
                  <a:pt x="503872" y="482727"/>
                </a:lnTo>
                <a:lnTo>
                  <a:pt x="514350" y="441269"/>
                </a:lnTo>
                <a:lnTo>
                  <a:pt x="518922" y="397216"/>
                </a:lnTo>
                <a:lnTo>
                  <a:pt x="521208" y="370332"/>
                </a:lnTo>
                <a:lnTo>
                  <a:pt x="530352" y="370332"/>
                </a:lnTo>
                <a:lnTo>
                  <a:pt x="532280" y="423481"/>
                </a:lnTo>
                <a:lnTo>
                  <a:pt x="540639" y="474154"/>
                </a:lnTo>
                <a:lnTo>
                  <a:pt x="559308" y="487680"/>
                </a:lnTo>
                <a:lnTo>
                  <a:pt x="557256" y="490728"/>
                </a:lnTo>
                <a:close/>
              </a:path>
            </a:pathLst>
          </a:custGeom>
          <a:solidFill>
            <a:srgbClr val="3333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" name="object 5"/>
          <p:cNvSpPr/>
          <p:nvPr/>
        </p:nvSpPr>
        <p:spPr>
          <a:xfrm>
            <a:off x="2947416" y="1271015"/>
            <a:ext cx="554990" cy="567055"/>
          </a:xfrm>
          <a:custGeom>
            <a:avLst/>
            <a:gdLst/>
            <a:ahLst/>
            <a:cxnLst/>
            <a:rect l="l" t="t" r="r" b="b"/>
            <a:pathLst>
              <a:path w="554989" h="567055">
                <a:moveTo>
                  <a:pt x="16764" y="196595"/>
                </a:moveTo>
                <a:lnTo>
                  <a:pt x="10668" y="188975"/>
                </a:lnTo>
                <a:lnTo>
                  <a:pt x="22383" y="176641"/>
                </a:lnTo>
                <a:lnTo>
                  <a:pt x="34670" y="162305"/>
                </a:lnTo>
                <a:lnTo>
                  <a:pt x="60959" y="126491"/>
                </a:lnTo>
                <a:lnTo>
                  <a:pt x="90868" y="74675"/>
                </a:lnTo>
                <a:lnTo>
                  <a:pt x="121920" y="0"/>
                </a:lnTo>
                <a:lnTo>
                  <a:pt x="169164" y="25907"/>
                </a:lnTo>
                <a:lnTo>
                  <a:pt x="136017" y="55244"/>
                </a:lnTo>
                <a:lnTo>
                  <a:pt x="123444" y="74675"/>
                </a:lnTo>
                <a:lnTo>
                  <a:pt x="283409" y="74675"/>
                </a:lnTo>
                <a:lnTo>
                  <a:pt x="295656" y="88391"/>
                </a:lnTo>
                <a:lnTo>
                  <a:pt x="115824" y="88391"/>
                </a:lnTo>
                <a:lnTo>
                  <a:pt x="104417" y="105822"/>
                </a:lnTo>
                <a:lnTo>
                  <a:pt x="93154" y="121538"/>
                </a:lnTo>
                <a:lnTo>
                  <a:pt x="59626" y="160162"/>
                </a:lnTo>
                <a:lnTo>
                  <a:pt x="32194" y="184261"/>
                </a:lnTo>
                <a:lnTo>
                  <a:pt x="16764" y="196595"/>
                </a:lnTo>
                <a:close/>
              </a:path>
              <a:path w="554989" h="567055">
                <a:moveTo>
                  <a:pt x="278892" y="156971"/>
                </a:moveTo>
                <a:lnTo>
                  <a:pt x="271272" y="152399"/>
                </a:lnTo>
                <a:lnTo>
                  <a:pt x="285845" y="134159"/>
                </a:lnTo>
                <a:lnTo>
                  <a:pt x="299847" y="113918"/>
                </a:lnTo>
                <a:lnTo>
                  <a:pt x="326136" y="68579"/>
                </a:lnTo>
                <a:lnTo>
                  <a:pt x="345567" y="27050"/>
                </a:lnTo>
                <a:lnTo>
                  <a:pt x="353568" y="1523"/>
                </a:lnTo>
                <a:lnTo>
                  <a:pt x="396240" y="30479"/>
                </a:lnTo>
                <a:lnTo>
                  <a:pt x="361188" y="62293"/>
                </a:lnTo>
                <a:lnTo>
                  <a:pt x="355996" y="69318"/>
                </a:lnTo>
                <a:lnTo>
                  <a:pt x="350520" y="76199"/>
                </a:lnTo>
                <a:lnTo>
                  <a:pt x="531085" y="76199"/>
                </a:lnTo>
                <a:lnTo>
                  <a:pt x="544068" y="91439"/>
                </a:lnTo>
                <a:lnTo>
                  <a:pt x="344424" y="91439"/>
                </a:lnTo>
                <a:lnTo>
                  <a:pt x="335565" y="99464"/>
                </a:lnTo>
                <a:lnTo>
                  <a:pt x="327279" y="107632"/>
                </a:lnTo>
                <a:lnTo>
                  <a:pt x="319563" y="116085"/>
                </a:lnTo>
                <a:lnTo>
                  <a:pt x="312420" y="124967"/>
                </a:lnTo>
                <a:lnTo>
                  <a:pt x="304395" y="133826"/>
                </a:lnTo>
                <a:lnTo>
                  <a:pt x="296227" y="142112"/>
                </a:lnTo>
                <a:lnTo>
                  <a:pt x="287774" y="149828"/>
                </a:lnTo>
                <a:lnTo>
                  <a:pt x="278892" y="156971"/>
                </a:lnTo>
                <a:close/>
              </a:path>
              <a:path w="554989" h="567055">
                <a:moveTo>
                  <a:pt x="283409" y="74675"/>
                </a:moveTo>
                <a:lnTo>
                  <a:pt x="228600" y="74675"/>
                </a:lnTo>
                <a:lnTo>
                  <a:pt x="257556" y="45719"/>
                </a:lnTo>
                <a:lnTo>
                  <a:pt x="283409" y="74675"/>
                </a:lnTo>
                <a:close/>
              </a:path>
              <a:path w="554989" h="567055">
                <a:moveTo>
                  <a:pt x="531085" y="76199"/>
                </a:moveTo>
                <a:lnTo>
                  <a:pt x="480060" y="76199"/>
                </a:lnTo>
                <a:lnTo>
                  <a:pt x="509016" y="50291"/>
                </a:lnTo>
                <a:lnTo>
                  <a:pt x="531085" y="76199"/>
                </a:lnTo>
                <a:close/>
              </a:path>
              <a:path w="554989" h="567055">
                <a:moveTo>
                  <a:pt x="202692" y="156971"/>
                </a:moveTo>
                <a:lnTo>
                  <a:pt x="190500" y="156971"/>
                </a:lnTo>
                <a:lnTo>
                  <a:pt x="187452" y="155447"/>
                </a:lnTo>
                <a:lnTo>
                  <a:pt x="184365" y="143065"/>
                </a:lnTo>
                <a:lnTo>
                  <a:pt x="182866" y="135540"/>
                </a:lnTo>
                <a:lnTo>
                  <a:pt x="181356" y="124967"/>
                </a:lnTo>
                <a:lnTo>
                  <a:pt x="178188" y="116681"/>
                </a:lnTo>
                <a:lnTo>
                  <a:pt x="173164" y="107822"/>
                </a:lnTo>
                <a:lnTo>
                  <a:pt x="166139" y="98393"/>
                </a:lnTo>
                <a:lnTo>
                  <a:pt x="156972" y="88391"/>
                </a:lnTo>
                <a:lnTo>
                  <a:pt x="173736" y="88391"/>
                </a:lnTo>
                <a:lnTo>
                  <a:pt x="195429" y="100655"/>
                </a:lnTo>
                <a:lnTo>
                  <a:pt x="210121" y="112204"/>
                </a:lnTo>
                <a:lnTo>
                  <a:pt x="217670" y="122896"/>
                </a:lnTo>
                <a:lnTo>
                  <a:pt x="217932" y="132587"/>
                </a:lnTo>
                <a:lnTo>
                  <a:pt x="214884" y="144779"/>
                </a:lnTo>
                <a:lnTo>
                  <a:pt x="210312" y="152399"/>
                </a:lnTo>
                <a:lnTo>
                  <a:pt x="205740" y="153923"/>
                </a:lnTo>
                <a:lnTo>
                  <a:pt x="202692" y="156971"/>
                </a:lnTo>
                <a:close/>
              </a:path>
              <a:path w="554989" h="567055">
                <a:moveTo>
                  <a:pt x="460248" y="160019"/>
                </a:moveTo>
                <a:lnTo>
                  <a:pt x="455676" y="160019"/>
                </a:lnTo>
                <a:lnTo>
                  <a:pt x="452628" y="156971"/>
                </a:lnTo>
                <a:lnTo>
                  <a:pt x="444307" y="143065"/>
                </a:lnTo>
                <a:lnTo>
                  <a:pt x="441198" y="137731"/>
                </a:lnTo>
                <a:lnTo>
                  <a:pt x="437769" y="131564"/>
                </a:lnTo>
                <a:lnTo>
                  <a:pt x="434340" y="124967"/>
                </a:lnTo>
                <a:lnTo>
                  <a:pt x="429744" y="118443"/>
                </a:lnTo>
                <a:lnTo>
                  <a:pt x="422719" y="110489"/>
                </a:lnTo>
                <a:lnTo>
                  <a:pt x="413123" y="101393"/>
                </a:lnTo>
                <a:lnTo>
                  <a:pt x="400812" y="91439"/>
                </a:lnTo>
                <a:lnTo>
                  <a:pt x="417576" y="91439"/>
                </a:lnTo>
                <a:lnTo>
                  <a:pt x="443817" y="100583"/>
                </a:lnTo>
                <a:lnTo>
                  <a:pt x="462915" y="109727"/>
                </a:lnTo>
                <a:lnTo>
                  <a:pt x="474583" y="118871"/>
                </a:lnTo>
                <a:lnTo>
                  <a:pt x="478536" y="128015"/>
                </a:lnTo>
                <a:lnTo>
                  <a:pt x="477964" y="136326"/>
                </a:lnTo>
                <a:lnTo>
                  <a:pt x="476250" y="143065"/>
                </a:lnTo>
                <a:lnTo>
                  <a:pt x="473392" y="148375"/>
                </a:lnTo>
                <a:lnTo>
                  <a:pt x="469392" y="152399"/>
                </a:lnTo>
                <a:lnTo>
                  <a:pt x="463296" y="156971"/>
                </a:lnTo>
                <a:lnTo>
                  <a:pt x="460248" y="160019"/>
                </a:lnTo>
                <a:close/>
              </a:path>
              <a:path w="554989" h="567055">
                <a:moveTo>
                  <a:pt x="449326" y="163067"/>
                </a:moveTo>
                <a:lnTo>
                  <a:pt x="403860" y="163067"/>
                </a:lnTo>
                <a:lnTo>
                  <a:pt x="417576" y="140207"/>
                </a:lnTo>
                <a:lnTo>
                  <a:pt x="449326" y="163067"/>
                </a:lnTo>
                <a:close/>
              </a:path>
              <a:path w="554989" h="567055">
                <a:moveTo>
                  <a:pt x="114300" y="390143"/>
                </a:moveTo>
                <a:lnTo>
                  <a:pt x="115181" y="352401"/>
                </a:lnTo>
                <a:lnTo>
                  <a:pt x="115601" y="317158"/>
                </a:lnTo>
                <a:lnTo>
                  <a:pt x="115724" y="234695"/>
                </a:lnTo>
                <a:lnTo>
                  <a:pt x="114681" y="202620"/>
                </a:lnTo>
                <a:lnTo>
                  <a:pt x="113538" y="175069"/>
                </a:lnTo>
                <a:lnTo>
                  <a:pt x="112395" y="155233"/>
                </a:lnTo>
                <a:lnTo>
                  <a:pt x="111252" y="143255"/>
                </a:lnTo>
                <a:lnTo>
                  <a:pt x="147828" y="163067"/>
                </a:lnTo>
                <a:lnTo>
                  <a:pt x="449326" y="163067"/>
                </a:lnTo>
                <a:lnTo>
                  <a:pt x="455676" y="167639"/>
                </a:lnTo>
                <a:lnTo>
                  <a:pt x="444500" y="176783"/>
                </a:lnTo>
                <a:lnTo>
                  <a:pt x="147828" y="176783"/>
                </a:lnTo>
                <a:lnTo>
                  <a:pt x="147828" y="219455"/>
                </a:lnTo>
                <a:lnTo>
                  <a:pt x="438912" y="219455"/>
                </a:lnTo>
                <a:lnTo>
                  <a:pt x="438912" y="234695"/>
                </a:lnTo>
                <a:lnTo>
                  <a:pt x="147828" y="234695"/>
                </a:lnTo>
                <a:lnTo>
                  <a:pt x="147828" y="280415"/>
                </a:lnTo>
                <a:lnTo>
                  <a:pt x="438912" y="280415"/>
                </a:lnTo>
                <a:lnTo>
                  <a:pt x="438912" y="294131"/>
                </a:lnTo>
                <a:lnTo>
                  <a:pt x="147828" y="294131"/>
                </a:lnTo>
                <a:lnTo>
                  <a:pt x="147828" y="344423"/>
                </a:lnTo>
                <a:lnTo>
                  <a:pt x="440598" y="344423"/>
                </a:lnTo>
                <a:lnTo>
                  <a:pt x="441364" y="358139"/>
                </a:lnTo>
                <a:lnTo>
                  <a:pt x="147828" y="358139"/>
                </a:lnTo>
                <a:lnTo>
                  <a:pt x="147828" y="377951"/>
                </a:lnTo>
                <a:lnTo>
                  <a:pt x="114300" y="390143"/>
                </a:lnTo>
                <a:close/>
              </a:path>
              <a:path w="554989" h="567055">
                <a:moveTo>
                  <a:pt x="438912" y="219455"/>
                </a:moveTo>
                <a:lnTo>
                  <a:pt x="405384" y="219455"/>
                </a:lnTo>
                <a:lnTo>
                  <a:pt x="405384" y="176783"/>
                </a:lnTo>
                <a:lnTo>
                  <a:pt x="444500" y="176783"/>
                </a:lnTo>
                <a:lnTo>
                  <a:pt x="438912" y="181355"/>
                </a:lnTo>
                <a:lnTo>
                  <a:pt x="438912" y="219455"/>
                </a:lnTo>
                <a:close/>
              </a:path>
              <a:path w="554989" h="567055">
                <a:moveTo>
                  <a:pt x="438912" y="280415"/>
                </a:moveTo>
                <a:lnTo>
                  <a:pt x="405384" y="280415"/>
                </a:lnTo>
                <a:lnTo>
                  <a:pt x="405384" y="234695"/>
                </a:lnTo>
                <a:lnTo>
                  <a:pt x="438912" y="234695"/>
                </a:lnTo>
                <a:lnTo>
                  <a:pt x="438912" y="280415"/>
                </a:lnTo>
                <a:close/>
              </a:path>
              <a:path w="554989" h="567055">
                <a:moveTo>
                  <a:pt x="440598" y="344423"/>
                </a:moveTo>
                <a:lnTo>
                  <a:pt x="405384" y="344423"/>
                </a:lnTo>
                <a:lnTo>
                  <a:pt x="405384" y="294131"/>
                </a:lnTo>
                <a:lnTo>
                  <a:pt x="438912" y="294131"/>
                </a:lnTo>
                <a:lnTo>
                  <a:pt x="438912" y="306323"/>
                </a:lnTo>
                <a:lnTo>
                  <a:pt x="439173" y="317158"/>
                </a:lnTo>
                <a:lnTo>
                  <a:pt x="439864" y="331279"/>
                </a:lnTo>
                <a:lnTo>
                  <a:pt x="440598" y="344423"/>
                </a:lnTo>
                <a:close/>
              </a:path>
              <a:path w="554989" h="567055">
                <a:moveTo>
                  <a:pt x="219456" y="432815"/>
                </a:moveTo>
                <a:lnTo>
                  <a:pt x="182880" y="432815"/>
                </a:lnTo>
                <a:lnTo>
                  <a:pt x="185242" y="414504"/>
                </a:lnTo>
                <a:lnTo>
                  <a:pt x="187261" y="397192"/>
                </a:lnTo>
                <a:lnTo>
                  <a:pt x="189095" y="378166"/>
                </a:lnTo>
                <a:lnTo>
                  <a:pt x="190500" y="358139"/>
                </a:lnTo>
                <a:lnTo>
                  <a:pt x="227076" y="358139"/>
                </a:lnTo>
                <a:lnTo>
                  <a:pt x="225671" y="377309"/>
                </a:lnTo>
                <a:lnTo>
                  <a:pt x="223837" y="396049"/>
                </a:lnTo>
                <a:lnTo>
                  <a:pt x="221612" y="415361"/>
                </a:lnTo>
                <a:lnTo>
                  <a:pt x="219456" y="432815"/>
                </a:lnTo>
                <a:close/>
              </a:path>
              <a:path w="554989" h="567055">
                <a:moveTo>
                  <a:pt x="21336" y="454151"/>
                </a:moveTo>
                <a:lnTo>
                  <a:pt x="0" y="432815"/>
                </a:lnTo>
                <a:lnTo>
                  <a:pt x="336804" y="432815"/>
                </a:lnTo>
                <a:lnTo>
                  <a:pt x="336804" y="358139"/>
                </a:lnTo>
                <a:lnTo>
                  <a:pt x="370332" y="358139"/>
                </a:lnTo>
                <a:lnTo>
                  <a:pt x="370332" y="429767"/>
                </a:lnTo>
                <a:lnTo>
                  <a:pt x="540004" y="429767"/>
                </a:lnTo>
                <a:lnTo>
                  <a:pt x="554736" y="445007"/>
                </a:lnTo>
                <a:lnTo>
                  <a:pt x="370332" y="445007"/>
                </a:lnTo>
                <a:lnTo>
                  <a:pt x="370333" y="446531"/>
                </a:lnTo>
                <a:lnTo>
                  <a:pt x="77724" y="446531"/>
                </a:lnTo>
                <a:lnTo>
                  <a:pt x="62912" y="447079"/>
                </a:lnTo>
                <a:lnTo>
                  <a:pt x="48387" y="448627"/>
                </a:lnTo>
                <a:lnTo>
                  <a:pt x="34432" y="451032"/>
                </a:lnTo>
                <a:lnTo>
                  <a:pt x="21336" y="454151"/>
                </a:lnTo>
                <a:close/>
              </a:path>
              <a:path w="554989" h="567055">
                <a:moveTo>
                  <a:pt x="405384" y="382523"/>
                </a:moveTo>
                <a:lnTo>
                  <a:pt x="405384" y="358139"/>
                </a:lnTo>
                <a:lnTo>
                  <a:pt x="441364" y="358139"/>
                </a:lnTo>
                <a:lnTo>
                  <a:pt x="441960" y="368807"/>
                </a:lnTo>
                <a:lnTo>
                  <a:pt x="405384" y="382523"/>
                </a:lnTo>
                <a:close/>
              </a:path>
              <a:path w="554989" h="567055">
                <a:moveTo>
                  <a:pt x="540004" y="429767"/>
                </a:moveTo>
                <a:lnTo>
                  <a:pt x="478536" y="429767"/>
                </a:lnTo>
                <a:lnTo>
                  <a:pt x="510540" y="399287"/>
                </a:lnTo>
                <a:lnTo>
                  <a:pt x="540004" y="429767"/>
                </a:lnTo>
                <a:close/>
              </a:path>
              <a:path w="554989" h="567055">
                <a:moveTo>
                  <a:pt x="30480" y="566927"/>
                </a:moveTo>
                <a:lnTo>
                  <a:pt x="27432" y="559308"/>
                </a:lnTo>
                <a:lnTo>
                  <a:pt x="60364" y="547616"/>
                </a:lnTo>
                <a:lnTo>
                  <a:pt x="88582" y="535495"/>
                </a:lnTo>
                <a:lnTo>
                  <a:pt x="132588" y="510539"/>
                </a:lnTo>
                <a:lnTo>
                  <a:pt x="162115" y="481964"/>
                </a:lnTo>
                <a:lnTo>
                  <a:pt x="181356" y="446531"/>
                </a:lnTo>
                <a:lnTo>
                  <a:pt x="216408" y="446531"/>
                </a:lnTo>
                <a:lnTo>
                  <a:pt x="191071" y="493394"/>
                </a:lnTo>
                <a:lnTo>
                  <a:pt x="146304" y="528827"/>
                </a:lnTo>
                <a:lnTo>
                  <a:pt x="90678" y="552450"/>
                </a:lnTo>
                <a:lnTo>
                  <a:pt x="61007" y="560974"/>
                </a:lnTo>
                <a:lnTo>
                  <a:pt x="30480" y="566927"/>
                </a:lnTo>
                <a:close/>
              </a:path>
              <a:path w="554989" h="567055">
                <a:moveTo>
                  <a:pt x="333756" y="566927"/>
                </a:moveTo>
                <a:lnTo>
                  <a:pt x="334994" y="528827"/>
                </a:lnTo>
                <a:lnTo>
                  <a:pt x="335851" y="501014"/>
                </a:lnTo>
                <a:lnTo>
                  <a:pt x="336542" y="472201"/>
                </a:lnTo>
                <a:lnTo>
                  <a:pt x="336804" y="446531"/>
                </a:lnTo>
                <a:lnTo>
                  <a:pt x="370333" y="446531"/>
                </a:lnTo>
                <a:lnTo>
                  <a:pt x="370442" y="497109"/>
                </a:lnTo>
                <a:lnTo>
                  <a:pt x="370547" y="512540"/>
                </a:lnTo>
                <a:lnTo>
                  <a:pt x="370974" y="534161"/>
                </a:lnTo>
                <a:lnTo>
                  <a:pt x="371856" y="550163"/>
                </a:lnTo>
                <a:lnTo>
                  <a:pt x="333756" y="566927"/>
                </a:lnTo>
                <a:close/>
              </a:path>
            </a:pathLst>
          </a:custGeom>
          <a:solidFill>
            <a:srgbClr val="3333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" name="object 6"/>
          <p:cNvSpPr/>
          <p:nvPr/>
        </p:nvSpPr>
        <p:spPr>
          <a:xfrm>
            <a:off x="3557015" y="1271015"/>
            <a:ext cx="563880" cy="547370"/>
          </a:xfrm>
          <a:custGeom>
            <a:avLst/>
            <a:gdLst/>
            <a:ahLst/>
            <a:cxnLst/>
            <a:rect l="l" t="t" r="r" b="b"/>
            <a:pathLst>
              <a:path w="563879" h="547369">
                <a:moveTo>
                  <a:pt x="368808" y="135636"/>
                </a:moveTo>
                <a:lnTo>
                  <a:pt x="336804" y="135636"/>
                </a:lnTo>
                <a:lnTo>
                  <a:pt x="336705" y="71628"/>
                </a:lnTo>
                <a:lnTo>
                  <a:pt x="336600" y="49815"/>
                </a:lnTo>
                <a:lnTo>
                  <a:pt x="336161" y="21193"/>
                </a:lnTo>
                <a:lnTo>
                  <a:pt x="335280" y="0"/>
                </a:lnTo>
                <a:lnTo>
                  <a:pt x="391668" y="28956"/>
                </a:lnTo>
                <a:lnTo>
                  <a:pt x="368808" y="51816"/>
                </a:lnTo>
                <a:lnTo>
                  <a:pt x="368808" y="135636"/>
                </a:lnTo>
                <a:close/>
              </a:path>
              <a:path w="563879" h="547369">
                <a:moveTo>
                  <a:pt x="120396" y="126492"/>
                </a:moveTo>
                <a:lnTo>
                  <a:pt x="117348" y="126492"/>
                </a:lnTo>
                <a:lnTo>
                  <a:pt x="113895" y="125039"/>
                </a:lnTo>
                <a:lnTo>
                  <a:pt x="110299" y="120586"/>
                </a:lnTo>
                <a:lnTo>
                  <a:pt x="106418" y="112990"/>
                </a:lnTo>
                <a:lnTo>
                  <a:pt x="102108" y="102108"/>
                </a:lnTo>
                <a:lnTo>
                  <a:pt x="94940" y="86391"/>
                </a:lnTo>
                <a:lnTo>
                  <a:pt x="84772" y="68961"/>
                </a:lnTo>
                <a:lnTo>
                  <a:pt x="71461" y="49815"/>
                </a:lnTo>
                <a:lnTo>
                  <a:pt x="54864" y="28956"/>
                </a:lnTo>
                <a:lnTo>
                  <a:pt x="59436" y="21336"/>
                </a:lnTo>
                <a:lnTo>
                  <a:pt x="110871" y="51054"/>
                </a:lnTo>
                <a:lnTo>
                  <a:pt x="137160" y="82296"/>
                </a:lnTo>
                <a:lnTo>
                  <a:pt x="138684" y="91440"/>
                </a:lnTo>
                <a:lnTo>
                  <a:pt x="138684" y="103632"/>
                </a:lnTo>
                <a:lnTo>
                  <a:pt x="135636" y="111252"/>
                </a:lnTo>
                <a:lnTo>
                  <a:pt x="129540" y="117348"/>
                </a:lnTo>
                <a:lnTo>
                  <a:pt x="124968" y="123444"/>
                </a:lnTo>
                <a:lnTo>
                  <a:pt x="120396" y="126492"/>
                </a:lnTo>
                <a:close/>
              </a:path>
              <a:path w="563879" h="547369">
                <a:moveTo>
                  <a:pt x="102269" y="381595"/>
                </a:moveTo>
                <a:lnTo>
                  <a:pt x="48672" y="381595"/>
                </a:lnTo>
                <a:lnTo>
                  <a:pt x="56388" y="381000"/>
                </a:lnTo>
                <a:lnTo>
                  <a:pt x="61460" y="379595"/>
                </a:lnTo>
                <a:lnTo>
                  <a:pt x="88038" y="342997"/>
                </a:lnTo>
                <a:lnTo>
                  <a:pt x="125662" y="258604"/>
                </a:lnTo>
                <a:lnTo>
                  <a:pt x="154643" y="190585"/>
                </a:lnTo>
                <a:lnTo>
                  <a:pt x="190500" y="105156"/>
                </a:lnTo>
                <a:lnTo>
                  <a:pt x="201168" y="108204"/>
                </a:lnTo>
                <a:lnTo>
                  <a:pt x="172331" y="185928"/>
                </a:lnTo>
                <a:lnTo>
                  <a:pt x="148279" y="251460"/>
                </a:lnTo>
                <a:lnTo>
                  <a:pt x="128968" y="304800"/>
                </a:lnTo>
                <a:lnTo>
                  <a:pt x="114356" y="345948"/>
                </a:lnTo>
                <a:lnTo>
                  <a:pt x="104401" y="374904"/>
                </a:lnTo>
                <a:lnTo>
                  <a:pt x="102269" y="381595"/>
                </a:lnTo>
                <a:close/>
              </a:path>
              <a:path w="563879" h="547369">
                <a:moveTo>
                  <a:pt x="227076" y="156972"/>
                </a:moveTo>
                <a:lnTo>
                  <a:pt x="205740" y="135636"/>
                </a:lnTo>
                <a:lnTo>
                  <a:pt x="461772" y="135636"/>
                </a:lnTo>
                <a:lnTo>
                  <a:pt x="487680" y="109728"/>
                </a:lnTo>
                <a:lnTo>
                  <a:pt x="525780" y="150876"/>
                </a:lnTo>
                <a:lnTo>
                  <a:pt x="284988" y="150876"/>
                </a:lnTo>
                <a:lnTo>
                  <a:pt x="269509" y="151185"/>
                </a:lnTo>
                <a:lnTo>
                  <a:pt x="254889" y="152209"/>
                </a:lnTo>
                <a:lnTo>
                  <a:pt x="240839" y="154090"/>
                </a:lnTo>
                <a:lnTo>
                  <a:pt x="227076" y="156972"/>
                </a:lnTo>
                <a:close/>
              </a:path>
              <a:path w="563879" h="547369">
                <a:moveTo>
                  <a:pt x="368808" y="280416"/>
                </a:moveTo>
                <a:lnTo>
                  <a:pt x="336804" y="280416"/>
                </a:lnTo>
                <a:lnTo>
                  <a:pt x="336804" y="150876"/>
                </a:lnTo>
                <a:lnTo>
                  <a:pt x="368808" y="150876"/>
                </a:lnTo>
                <a:lnTo>
                  <a:pt x="368808" y="280416"/>
                </a:lnTo>
                <a:close/>
              </a:path>
              <a:path w="563879" h="547369">
                <a:moveTo>
                  <a:pt x="68961" y="270200"/>
                </a:moveTo>
                <a:lnTo>
                  <a:pt x="63246" y="266890"/>
                </a:lnTo>
                <a:lnTo>
                  <a:pt x="57531" y="258151"/>
                </a:lnTo>
                <a:lnTo>
                  <a:pt x="51816" y="243840"/>
                </a:lnTo>
                <a:lnTo>
                  <a:pt x="44362" y="227218"/>
                </a:lnTo>
                <a:lnTo>
                  <a:pt x="33337" y="209169"/>
                </a:lnTo>
                <a:lnTo>
                  <a:pt x="18597" y="189404"/>
                </a:lnTo>
                <a:lnTo>
                  <a:pt x="0" y="167640"/>
                </a:lnTo>
                <a:lnTo>
                  <a:pt x="4572" y="160020"/>
                </a:lnTo>
                <a:lnTo>
                  <a:pt x="41457" y="180617"/>
                </a:lnTo>
                <a:lnTo>
                  <a:pt x="67627" y="199072"/>
                </a:lnTo>
                <a:lnTo>
                  <a:pt x="83224" y="215526"/>
                </a:lnTo>
                <a:lnTo>
                  <a:pt x="88392" y="230124"/>
                </a:lnTo>
                <a:lnTo>
                  <a:pt x="87534" y="242720"/>
                </a:lnTo>
                <a:lnTo>
                  <a:pt x="84963" y="253174"/>
                </a:lnTo>
                <a:lnTo>
                  <a:pt x="80676" y="261627"/>
                </a:lnTo>
                <a:lnTo>
                  <a:pt x="74676" y="268224"/>
                </a:lnTo>
                <a:lnTo>
                  <a:pt x="68961" y="270200"/>
                </a:lnTo>
                <a:close/>
              </a:path>
              <a:path w="563879" h="547369">
                <a:moveTo>
                  <a:pt x="181356" y="301752"/>
                </a:moveTo>
                <a:lnTo>
                  <a:pt x="160020" y="280416"/>
                </a:lnTo>
                <a:lnTo>
                  <a:pt x="495300" y="280416"/>
                </a:lnTo>
                <a:lnTo>
                  <a:pt x="524256" y="251460"/>
                </a:lnTo>
                <a:lnTo>
                  <a:pt x="563880" y="294131"/>
                </a:lnTo>
                <a:lnTo>
                  <a:pt x="239268" y="294131"/>
                </a:lnTo>
                <a:lnTo>
                  <a:pt x="223789" y="294679"/>
                </a:lnTo>
                <a:lnTo>
                  <a:pt x="209169" y="296227"/>
                </a:lnTo>
                <a:lnTo>
                  <a:pt x="195119" y="298632"/>
                </a:lnTo>
                <a:lnTo>
                  <a:pt x="181356" y="301752"/>
                </a:lnTo>
                <a:close/>
              </a:path>
              <a:path w="563879" h="547369">
                <a:moveTo>
                  <a:pt x="198120" y="547116"/>
                </a:moveTo>
                <a:lnTo>
                  <a:pt x="173736" y="492252"/>
                </a:lnTo>
                <a:lnTo>
                  <a:pt x="190904" y="487918"/>
                </a:lnTo>
                <a:lnTo>
                  <a:pt x="210502" y="474726"/>
                </a:lnTo>
                <a:lnTo>
                  <a:pt x="257556" y="420624"/>
                </a:lnTo>
                <a:lnTo>
                  <a:pt x="280725" y="386072"/>
                </a:lnTo>
                <a:lnTo>
                  <a:pt x="315634" y="322683"/>
                </a:lnTo>
                <a:lnTo>
                  <a:pt x="327660" y="294131"/>
                </a:lnTo>
                <a:lnTo>
                  <a:pt x="339852" y="294131"/>
                </a:lnTo>
                <a:lnTo>
                  <a:pt x="377952" y="320040"/>
                </a:lnTo>
                <a:lnTo>
                  <a:pt x="366736" y="326326"/>
                </a:lnTo>
                <a:lnTo>
                  <a:pt x="355663" y="336042"/>
                </a:lnTo>
                <a:lnTo>
                  <a:pt x="344304" y="349186"/>
                </a:lnTo>
                <a:lnTo>
                  <a:pt x="332232" y="365760"/>
                </a:lnTo>
                <a:lnTo>
                  <a:pt x="316801" y="387238"/>
                </a:lnTo>
                <a:lnTo>
                  <a:pt x="293370" y="415290"/>
                </a:lnTo>
                <a:lnTo>
                  <a:pt x="261937" y="450199"/>
                </a:lnTo>
                <a:lnTo>
                  <a:pt x="222504" y="492252"/>
                </a:lnTo>
                <a:lnTo>
                  <a:pt x="440039" y="492252"/>
                </a:lnTo>
                <a:lnTo>
                  <a:pt x="362712" y="502539"/>
                </a:lnTo>
                <a:lnTo>
                  <a:pt x="315896" y="510825"/>
                </a:lnTo>
                <a:lnTo>
                  <a:pt x="277368" y="519684"/>
                </a:lnTo>
                <a:lnTo>
                  <a:pt x="222885" y="534543"/>
                </a:lnTo>
                <a:lnTo>
                  <a:pt x="206644" y="541115"/>
                </a:lnTo>
                <a:lnTo>
                  <a:pt x="198120" y="547116"/>
                </a:lnTo>
                <a:close/>
              </a:path>
              <a:path w="563879" h="547369">
                <a:moveTo>
                  <a:pt x="91440" y="533399"/>
                </a:moveTo>
                <a:lnTo>
                  <a:pt x="77724" y="533399"/>
                </a:lnTo>
                <a:lnTo>
                  <a:pt x="68580" y="531875"/>
                </a:lnTo>
                <a:lnTo>
                  <a:pt x="50292" y="525780"/>
                </a:lnTo>
                <a:lnTo>
                  <a:pt x="45720" y="518160"/>
                </a:lnTo>
                <a:lnTo>
                  <a:pt x="45720" y="507492"/>
                </a:lnTo>
                <a:lnTo>
                  <a:pt x="55578" y="459819"/>
                </a:lnTo>
                <a:lnTo>
                  <a:pt x="57912" y="449580"/>
                </a:lnTo>
                <a:lnTo>
                  <a:pt x="59102" y="440483"/>
                </a:lnTo>
                <a:lnTo>
                  <a:pt x="59436" y="432816"/>
                </a:lnTo>
                <a:lnTo>
                  <a:pt x="58840" y="425124"/>
                </a:lnTo>
                <a:lnTo>
                  <a:pt x="31432" y="397002"/>
                </a:lnTo>
                <a:lnTo>
                  <a:pt x="1524" y="387096"/>
                </a:lnTo>
                <a:lnTo>
                  <a:pt x="1524" y="377952"/>
                </a:lnTo>
                <a:lnTo>
                  <a:pt x="21240" y="379928"/>
                </a:lnTo>
                <a:lnTo>
                  <a:pt x="36957" y="381190"/>
                </a:lnTo>
                <a:lnTo>
                  <a:pt x="48672" y="381595"/>
                </a:lnTo>
                <a:lnTo>
                  <a:pt x="102269" y="381595"/>
                </a:lnTo>
                <a:lnTo>
                  <a:pt x="99060" y="391668"/>
                </a:lnTo>
                <a:lnTo>
                  <a:pt x="95297" y="407360"/>
                </a:lnTo>
                <a:lnTo>
                  <a:pt x="92964" y="424624"/>
                </a:lnTo>
                <a:lnTo>
                  <a:pt x="91773" y="443317"/>
                </a:lnTo>
                <a:lnTo>
                  <a:pt x="91440" y="463296"/>
                </a:lnTo>
                <a:lnTo>
                  <a:pt x="92583" y="483322"/>
                </a:lnTo>
                <a:lnTo>
                  <a:pt x="93726" y="500062"/>
                </a:lnTo>
                <a:lnTo>
                  <a:pt x="94869" y="513659"/>
                </a:lnTo>
                <a:lnTo>
                  <a:pt x="96012" y="524256"/>
                </a:lnTo>
                <a:lnTo>
                  <a:pt x="96012" y="530352"/>
                </a:lnTo>
                <a:lnTo>
                  <a:pt x="91440" y="533399"/>
                </a:lnTo>
                <a:close/>
              </a:path>
              <a:path w="563879" h="547369">
                <a:moveTo>
                  <a:pt x="440039" y="492252"/>
                </a:moveTo>
                <a:lnTo>
                  <a:pt x="222504" y="492252"/>
                </a:lnTo>
                <a:lnTo>
                  <a:pt x="473964" y="475488"/>
                </a:lnTo>
                <a:lnTo>
                  <a:pt x="457700" y="454032"/>
                </a:lnTo>
                <a:lnTo>
                  <a:pt x="441007" y="433006"/>
                </a:lnTo>
                <a:lnTo>
                  <a:pt x="424029" y="412265"/>
                </a:lnTo>
                <a:lnTo>
                  <a:pt x="406908" y="391668"/>
                </a:lnTo>
                <a:lnTo>
                  <a:pt x="411480" y="385572"/>
                </a:lnTo>
                <a:lnTo>
                  <a:pt x="432054" y="399859"/>
                </a:lnTo>
                <a:lnTo>
                  <a:pt x="450342" y="413004"/>
                </a:lnTo>
                <a:lnTo>
                  <a:pt x="466344" y="425005"/>
                </a:lnTo>
                <a:lnTo>
                  <a:pt x="480060" y="435864"/>
                </a:lnTo>
                <a:lnTo>
                  <a:pt x="491823" y="445008"/>
                </a:lnTo>
                <a:lnTo>
                  <a:pt x="519684" y="472440"/>
                </a:lnTo>
                <a:lnTo>
                  <a:pt x="530856" y="487680"/>
                </a:lnTo>
                <a:lnTo>
                  <a:pt x="480060" y="487680"/>
                </a:lnTo>
                <a:lnTo>
                  <a:pt x="440039" y="492252"/>
                </a:lnTo>
                <a:close/>
              </a:path>
              <a:path w="563879" h="547369">
                <a:moveTo>
                  <a:pt x="515112" y="547116"/>
                </a:moveTo>
                <a:lnTo>
                  <a:pt x="509016" y="547116"/>
                </a:lnTo>
                <a:lnTo>
                  <a:pt x="505968" y="542544"/>
                </a:lnTo>
                <a:lnTo>
                  <a:pt x="502920" y="533399"/>
                </a:lnTo>
                <a:lnTo>
                  <a:pt x="497419" y="521970"/>
                </a:lnTo>
                <a:lnTo>
                  <a:pt x="492061" y="510540"/>
                </a:lnTo>
                <a:lnTo>
                  <a:pt x="486417" y="499110"/>
                </a:lnTo>
                <a:lnTo>
                  <a:pt x="480060" y="487680"/>
                </a:lnTo>
                <a:lnTo>
                  <a:pt x="530856" y="487680"/>
                </a:lnTo>
                <a:lnTo>
                  <a:pt x="532066" y="489585"/>
                </a:lnTo>
                <a:lnTo>
                  <a:pt x="535328" y="497300"/>
                </a:lnTo>
                <a:lnTo>
                  <a:pt x="536448" y="504444"/>
                </a:lnTo>
                <a:lnTo>
                  <a:pt x="535638" y="511540"/>
                </a:lnTo>
                <a:lnTo>
                  <a:pt x="533400" y="518922"/>
                </a:lnTo>
                <a:lnTo>
                  <a:pt x="530018" y="526303"/>
                </a:lnTo>
                <a:lnTo>
                  <a:pt x="525780" y="533399"/>
                </a:lnTo>
                <a:lnTo>
                  <a:pt x="519684" y="542544"/>
                </a:lnTo>
                <a:lnTo>
                  <a:pt x="515112" y="547116"/>
                </a:lnTo>
                <a:close/>
              </a:path>
            </a:pathLst>
          </a:custGeom>
          <a:solidFill>
            <a:srgbClr val="3333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" name="object 7"/>
          <p:cNvSpPr/>
          <p:nvPr/>
        </p:nvSpPr>
        <p:spPr>
          <a:xfrm>
            <a:off x="1620012" y="2206751"/>
            <a:ext cx="135890" cy="135890"/>
          </a:xfrm>
          <a:custGeom>
            <a:avLst/>
            <a:gdLst/>
            <a:ahLst/>
            <a:cxnLst/>
            <a:rect l="l" t="t" r="r" b="b"/>
            <a:pathLst>
              <a:path w="135889" h="135889">
                <a:moveTo>
                  <a:pt x="135636" y="135636"/>
                </a:moveTo>
                <a:lnTo>
                  <a:pt x="0" y="135636"/>
                </a:lnTo>
                <a:lnTo>
                  <a:pt x="0" y="0"/>
                </a:lnTo>
                <a:lnTo>
                  <a:pt x="135636" y="0"/>
                </a:lnTo>
                <a:lnTo>
                  <a:pt x="135636" y="135636"/>
                </a:lnTo>
                <a:close/>
              </a:path>
            </a:pathLst>
          </a:custGeom>
          <a:solidFill>
            <a:srgbClr val="3333C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2005571" y="2040635"/>
            <a:ext cx="1118870" cy="358140"/>
          </a:xfrm>
          <a:custGeom>
            <a:avLst/>
            <a:gdLst/>
            <a:ahLst/>
            <a:cxnLst/>
            <a:rect l="l" t="t" r="r" b="b"/>
            <a:pathLst>
              <a:path w="1118870" h="358139">
                <a:moveTo>
                  <a:pt x="347472" y="121920"/>
                </a:moveTo>
                <a:lnTo>
                  <a:pt x="312420" y="88392"/>
                </a:lnTo>
                <a:lnTo>
                  <a:pt x="288036" y="112776"/>
                </a:lnTo>
                <a:lnTo>
                  <a:pt x="237744" y="112776"/>
                </a:lnTo>
                <a:lnTo>
                  <a:pt x="237744" y="121920"/>
                </a:lnTo>
                <a:lnTo>
                  <a:pt x="227533" y="158457"/>
                </a:lnTo>
                <a:lnTo>
                  <a:pt x="215455" y="192405"/>
                </a:lnTo>
                <a:lnTo>
                  <a:pt x="201955" y="223507"/>
                </a:lnTo>
                <a:lnTo>
                  <a:pt x="187452" y="251460"/>
                </a:lnTo>
                <a:lnTo>
                  <a:pt x="172885" y="247230"/>
                </a:lnTo>
                <a:lnTo>
                  <a:pt x="131737" y="234746"/>
                </a:lnTo>
                <a:lnTo>
                  <a:pt x="105156" y="227076"/>
                </a:lnTo>
                <a:lnTo>
                  <a:pt x="118021" y="193078"/>
                </a:lnTo>
                <a:lnTo>
                  <a:pt x="129159" y="164211"/>
                </a:lnTo>
                <a:lnTo>
                  <a:pt x="138595" y="140500"/>
                </a:lnTo>
                <a:lnTo>
                  <a:pt x="146304" y="121920"/>
                </a:lnTo>
                <a:lnTo>
                  <a:pt x="237744" y="121920"/>
                </a:lnTo>
                <a:lnTo>
                  <a:pt x="237744" y="112776"/>
                </a:lnTo>
                <a:lnTo>
                  <a:pt x="147828" y="112776"/>
                </a:lnTo>
                <a:lnTo>
                  <a:pt x="155600" y="91973"/>
                </a:lnTo>
                <a:lnTo>
                  <a:pt x="170548" y="49771"/>
                </a:lnTo>
                <a:lnTo>
                  <a:pt x="178308" y="28956"/>
                </a:lnTo>
                <a:lnTo>
                  <a:pt x="192024" y="19812"/>
                </a:lnTo>
                <a:lnTo>
                  <a:pt x="155448" y="0"/>
                </a:lnTo>
                <a:lnTo>
                  <a:pt x="149186" y="28562"/>
                </a:lnTo>
                <a:lnTo>
                  <a:pt x="141922" y="56959"/>
                </a:lnTo>
                <a:lnTo>
                  <a:pt x="133807" y="85090"/>
                </a:lnTo>
                <a:lnTo>
                  <a:pt x="124968" y="112776"/>
                </a:lnTo>
                <a:lnTo>
                  <a:pt x="0" y="112776"/>
                </a:lnTo>
                <a:lnTo>
                  <a:pt x="13716" y="126492"/>
                </a:lnTo>
                <a:lnTo>
                  <a:pt x="22009" y="124498"/>
                </a:lnTo>
                <a:lnTo>
                  <a:pt x="30861" y="123063"/>
                </a:lnTo>
                <a:lnTo>
                  <a:pt x="40297" y="122212"/>
                </a:lnTo>
                <a:lnTo>
                  <a:pt x="50292" y="121920"/>
                </a:lnTo>
                <a:lnTo>
                  <a:pt x="121920" y="121920"/>
                </a:lnTo>
                <a:lnTo>
                  <a:pt x="110540" y="153619"/>
                </a:lnTo>
                <a:lnTo>
                  <a:pt x="99441" y="182308"/>
                </a:lnTo>
                <a:lnTo>
                  <a:pt x="88925" y="207860"/>
                </a:lnTo>
                <a:lnTo>
                  <a:pt x="79248" y="230124"/>
                </a:lnTo>
                <a:lnTo>
                  <a:pt x="101561" y="236677"/>
                </a:lnTo>
                <a:lnTo>
                  <a:pt x="125158" y="244792"/>
                </a:lnTo>
                <a:lnTo>
                  <a:pt x="150190" y="254342"/>
                </a:lnTo>
                <a:lnTo>
                  <a:pt x="176784" y="265176"/>
                </a:lnTo>
                <a:lnTo>
                  <a:pt x="163068" y="278612"/>
                </a:lnTo>
                <a:lnTo>
                  <a:pt x="128778" y="303758"/>
                </a:lnTo>
                <a:lnTo>
                  <a:pt x="85610" y="325450"/>
                </a:lnTo>
                <a:lnTo>
                  <a:pt x="34696" y="343115"/>
                </a:lnTo>
                <a:lnTo>
                  <a:pt x="6096" y="350520"/>
                </a:lnTo>
                <a:lnTo>
                  <a:pt x="9144" y="358140"/>
                </a:lnTo>
                <a:lnTo>
                  <a:pt x="72961" y="342138"/>
                </a:lnTo>
                <a:lnTo>
                  <a:pt x="126492" y="321564"/>
                </a:lnTo>
                <a:lnTo>
                  <a:pt x="169164" y="298513"/>
                </a:lnTo>
                <a:lnTo>
                  <a:pt x="198120" y="274320"/>
                </a:lnTo>
                <a:lnTo>
                  <a:pt x="225844" y="288036"/>
                </a:lnTo>
                <a:lnTo>
                  <a:pt x="249555" y="301752"/>
                </a:lnTo>
                <a:lnTo>
                  <a:pt x="269278" y="315468"/>
                </a:lnTo>
                <a:lnTo>
                  <a:pt x="284988" y="329184"/>
                </a:lnTo>
                <a:lnTo>
                  <a:pt x="295656" y="338328"/>
                </a:lnTo>
                <a:lnTo>
                  <a:pt x="303276" y="342900"/>
                </a:lnTo>
                <a:lnTo>
                  <a:pt x="310896" y="342900"/>
                </a:lnTo>
                <a:lnTo>
                  <a:pt x="313944" y="338328"/>
                </a:lnTo>
                <a:lnTo>
                  <a:pt x="313855" y="325450"/>
                </a:lnTo>
                <a:lnTo>
                  <a:pt x="281254" y="288226"/>
                </a:lnTo>
                <a:lnTo>
                  <a:pt x="239483" y="269938"/>
                </a:lnTo>
                <a:lnTo>
                  <a:pt x="210312" y="259080"/>
                </a:lnTo>
                <a:lnTo>
                  <a:pt x="214236" y="251460"/>
                </a:lnTo>
                <a:lnTo>
                  <a:pt x="225742" y="229082"/>
                </a:lnTo>
                <a:lnTo>
                  <a:pt x="240030" y="196215"/>
                </a:lnTo>
                <a:lnTo>
                  <a:pt x="253174" y="160502"/>
                </a:lnTo>
                <a:lnTo>
                  <a:pt x="265176" y="121920"/>
                </a:lnTo>
                <a:lnTo>
                  <a:pt x="347472" y="121920"/>
                </a:lnTo>
                <a:close/>
              </a:path>
              <a:path w="1118870" h="358139">
                <a:moveTo>
                  <a:pt x="739152" y="315468"/>
                </a:moveTo>
                <a:lnTo>
                  <a:pt x="695718" y="300609"/>
                </a:lnTo>
                <a:lnTo>
                  <a:pt x="656856" y="269748"/>
                </a:lnTo>
                <a:lnTo>
                  <a:pt x="622376" y="225742"/>
                </a:lnTo>
                <a:lnTo>
                  <a:pt x="595896" y="173736"/>
                </a:lnTo>
                <a:lnTo>
                  <a:pt x="577799" y="110680"/>
                </a:lnTo>
                <a:lnTo>
                  <a:pt x="565416" y="35052"/>
                </a:lnTo>
                <a:lnTo>
                  <a:pt x="580656" y="21336"/>
                </a:lnTo>
                <a:lnTo>
                  <a:pt x="534936" y="1524"/>
                </a:lnTo>
                <a:lnTo>
                  <a:pt x="533031" y="72390"/>
                </a:lnTo>
                <a:lnTo>
                  <a:pt x="524268" y="143256"/>
                </a:lnTo>
                <a:lnTo>
                  <a:pt x="507885" y="208407"/>
                </a:lnTo>
                <a:lnTo>
                  <a:pt x="480072" y="262128"/>
                </a:lnTo>
                <a:lnTo>
                  <a:pt x="439877" y="306514"/>
                </a:lnTo>
                <a:lnTo>
                  <a:pt x="382536" y="347472"/>
                </a:lnTo>
                <a:lnTo>
                  <a:pt x="385584" y="352044"/>
                </a:lnTo>
                <a:lnTo>
                  <a:pt x="444068" y="321373"/>
                </a:lnTo>
                <a:lnTo>
                  <a:pt x="487692" y="284988"/>
                </a:lnTo>
                <a:lnTo>
                  <a:pt x="518744" y="241554"/>
                </a:lnTo>
                <a:lnTo>
                  <a:pt x="539508" y="193548"/>
                </a:lnTo>
                <a:lnTo>
                  <a:pt x="552462" y="138874"/>
                </a:lnTo>
                <a:lnTo>
                  <a:pt x="560844" y="71628"/>
                </a:lnTo>
                <a:lnTo>
                  <a:pt x="565073" y="108254"/>
                </a:lnTo>
                <a:lnTo>
                  <a:pt x="577557" y="168935"/>
                </a:lnTo>
                <a:lnTo>
                  <a:pt x="594055" y="215226"/>
                </a:lnTo>
                <a:lnTo>
                  <a:pt x="616292" y="257416"/>
                </a:lnTo>
                <a:lnTo>
                  <a:pt x="643115" y="296214"/>
                </a:lnTo>
                <a:lnTo>
                  <a:pt x="676783" y="329882"/>
                </a:lnTo>
                <a:lnTo>
                  <a:pt x="696480" y="344424"/>
                </a:lnTo>
                <a:lnTo>
                  <a:pt x="704215" y="336169"/>
                </a:lnTo>
                <a:lnTo>
                  <a:pt x="713816" y="329755"/>
                </a:lnTo>
                <a:lnTo>
                  <a:pt x="725411" y="325361"/>
                </a:lnTo>
                <a:lnTo>
                  <a:pt x="739152" y="323088"/>
                </a:lnTo>
                <a:lnTo>
                  <a:pt x="739152" y="315468"/>
                </a:lnTo>
                <a:close/>
              </a:path>
              <a:path w="1118870" h="358139">
                <a:moveTo>
                  <a:pt x="958608" y="301752"/>
                </a:moveTo>
                <a:lnTo>
                  <a:pt x="957084" y="295656"/>
                </a:lnTo>
                <a:lnTo>
                  <a:pt x="954036" y="288036"/>
                </a:lnTo>
                <a:lnTo>
                  <a:pt x="948867" y="282041"/>
                </a:lnTo>
                <a:lnTo>
                  <a:pt x="942657" y="277368"/>
                </a:lnTo>
                <a:lnTo>
                  <a:pt x="940130" y="275463"/>
                </a:lnTo>
                <a:lnTo>
                  <a:pt x="927671" y="268325"/>
                </a:lnTo>
                <a:lnTo>
                  <a:pt x="911364" y="260604"/>
                </a:lnTo>
                <a:lnTo>
                  <a:pt x="913384" y="254508"/>
                </a:lnTo>
                <a:lnTo>
                  <a:pt x="920242" y="233794"/>
                </a:lnTo>
                <a:lnTo>
                  <a:pt x="928700" y="199263"/>
                </a:lnTo>
                <a:lnTo>
                  <a:pt x="936866" y="157314"/>
                </a:lnTo>
                <a:lnTo>
                  <a:pt x="944892" y="108204"/>
                </a:lnTo>
                <a:lnTo>
                  <a:pt x="948372" y="105156"/>
                </a:lnTo>
                <a:lnTo>
                  <a:pt x="957084" y="97536"/>
                </a:lnTo>
                <a:lnTo>
                  <a:pt x="931176" y="79248"/>
                </a:lnTo>
                <a:lnTo>
                  <a:pt x="923544" y="93230"/>
                </a:lnTo>
                <a:lnTo>
                  <a:pt x="923544" y="105156"/>
                </a:lnTo>
                <a:lnTo>
                  <a:pt x="916406" y="153149"/>
                </a:lnTo>
                <a:lnTo>
                  <a:pt x="908697" y="194119"/>
                </a:lnTo>
                <a:lnTo>
                  <a:pt x="900404" y="227965"/>
                </a:lnTo>
                <a:lnTo>
                  <a:pt x="891552" y="254508"/>
                </a:lnTo>
                <a:lnTo>
                  <a:pt x="853643" y="243268"/>
                </a:lnTo>
                <a:lnTo>
                  <a:pt x="840320" y="239725"/>
                </a:lnTo>
                <a:lnTo>
                  <a:pt x="830592" y="237744"/>
                </a:lnTo>
                <a:lnTo>
                  <a:pt x="840282" y="196888"/>
                </a:lnTo>
                <a:lnTo>
                  <a:pt x="848690" y="161163"/>
                </a:lnTo>
                <a:lnTo>
                  <a:pt x="855662" y="130594"/>
                </a:lnTo>
                <a:lnTo>
                  <a:pt x="861072" y="105156"/>
                </a:lnTo>
                <a:lnTo>
                  <a:pt x="923544" y="105156"/>
                </a:lnTo>
                <a:lnTo>
                  <a:pt x="923544" y="93230"/>
                </a:lnTo>
                <a:lnTo>
                  <a:pt x="922020" y="96012"/>
                </a:lnTo>
                <a:lnTo>
                  <a:pt x="862596" y="96012"/>
                </a:lnTo>
                <a:lnTo>
                  <a:pt x="871550" y="55816"/>
                </a:lnTo>
                <a:lnTo>
                  <a:pt x="893076" y="16764"/>
                </a:lnTo>
                <a:lnTo>
                  <a:pt x="854976" y="0"/>
                </a:lnTo>
                <a:lnTo>
                  <a:pt x="853262" y="19723"/>
                </a:lnTo>
                <a:lnTo>
                  <a:pt x="850404" y="42291"/>
                </a:lnTo>
                <a:lnTo>
                  <a:pt x="846391" y="67729"/>
                </a:lnTo>
                <a:lnTo>
                  <a:pt x="841260" y="96012"/>
                </a:lnTo>
                <a:lnTo>
                  <a:pt x="778764" y="96012"/>
                </a:lnTo>
                <a:lnTo>
                  <a:pt x="792492" y="109728"/>
                </a:lnTo>
                <a:lnTo>
                  <a:pt x="801636" y="107734"/>
                </a:lnTo>
                <a:lnTo>
                  <a:pt x="810780" y="106299"/>
                </a:lnTo>
                <a:lnTo>
                  <a:pt x="819912" y="105448"/>
                </a:lnTo>
                <a:lnTo>
                  <a:pt x="829056" y="105156"/>
                </a:lnTo>
                <a:lnTo>
                  <a:pt x="839736" y="105156"/>
                </a:lnTo>
                <a:lnTo>
                  <a:pt x="831113" y="147167"/>
                </a:lnTo>
                <a:lnTo>
                  <a:pt x="823341" y="184023"/>
                </a:lnTo>
                <a:lnTo>
                  <a:pt x="816152" y="215747"/>
                </a:lnTo>
                <a:lnTo>
                  <a:pt x="809244" y="242316"/>
                </a:lnTo>
                <a:lnTo>
                  <a:pt x="825017" y="246367"/>
                </a:lnTo>
                <a:lnTo>
                  <a:pt x="842772" y="251841"/>
                </a:lnTo>
                <a:lnTo>
                  <a:pt x="862825" y="259041"/>
                </a:lnTo>
                <a:lnTo>
                  <a:pt x="885444" y="268224"/>
                </a:lnTo>
                <a:lnTo>
                  <a:pt x="865974" y="293116"/>
                </a:lnTo>
                <a:lnTo>
                  <a:pt x="841629" y="315277"/>
                </a:lnTo>
                <a:lnTo>
                  <a:pt x="812152" y="334886"/>
                </a:lnTo>
                <a:lnTo>
                  <a:pt x="777240" y="352044"/>
                </a:lnTo>
                <a:lnTo>
                  <a:pt x="780288" y="356616"/>
                </a:lnTo>
                <a:lnTo>
                  <a:pt x="816914" y="343814"/>
                </a:lnTo>
                <a:lnTo>
                  <a:pt x="849261" y="326136"/>
                </a:lnTo>
                <a:lnTo>
                  <a:pt x="877595" y="303898"/>
                </a:lnTo>
                <a:lnTo>
                  <a:pt x="902208" y="277368"/>
                </a:lnTo>
                <a:lnTo>
                  <a:pt x="914831" y="286473"/>
                </a:lnTo>
                <a:lnTo>
                  <a:pt x="925461" y="295275"/>
                </a:lnTo>
                <a:lnTo>
                  <a:pt x="934364" y="303517"/>
                </a:lnTo>
                <a:lnTo>
                  <a:pt x="941832" y="310896"/>
                </a:lnTo>
                <a:lnTo>
                  <a:pt x="944892" y="316992"/>
                </a:lnTo>
                <a:lnTo>
                  <a:pt x="949464" y="318516"/>
                </a:lnTo>
                <a:lnTo>
                  <a:pt x="954036" y="318516"/>
                </a:lnTo>
                <a:lnTo>
                  <a:pt x="955560" y="315468"/>
                </a:lnTo>
                <a:lnTo>
                  <a:pt x="957084" y="309372"/>
                </a:lnTo>
                <a:lnTo>
                  <a:pt x="958608" y="301752"/>
                </a:lnTo>
                <a:close/>
              </a:path>
              <a:path w="1118870" h="358139">
                <a:moveTo>
                  <a:pt x="1118628" y="85344"/>
                </a:moveTo>
                <a:lnTo>
                  <a:pt x="1114806" y="82296"/>
                </a:lnTo>
                <a:lnTo>
                  <a:pt x="1095768" y="67056"/>
                </a:lnTo>
                <a:lnTo>
                  <a:pt x="1086624" y="78486"/>
                </a:lnTo>
                <a:lnTo>
                  <a:pt x="1086624" y="91440"/>
                </a:lnTo>
                <a:lnTo>
                  <a:pt x="1086624" y="283464"/>
                </a:lnTo>
                <a:lnTo>
                  <a:pt x="999756" y="283464"/>
                </a:lnTo>
                <a:lnTo>
                  <a:pt x="999756" y="91440"/>
                </a:lnTo>
                <a:lnTo>
                  <a:pt x="1086624" y="91440"/>
                </a:lnTo>
                <a:lnTo>
                  <a:pt x="1086624" y="78486"/>
                </a:lnTo>
                <a:lnTo>
                  <a:pt x="1083576" y="82296"/>
                </a:lnTo>
                <a:lnTo>
                  <a:pt x="999756" y="82296"/>
                </a:lnTo>
                <a:lnTo>
                  <a:pt x="978420" y="70104"/>
                </a:lnTo>
                <a:lnTo>
                  <a:pt x="978623" y="82296"/>
                </a:lnTo>
                <a:lnTo>
                  <a:pt x="978700" y="85344"/>
                </a:lnTo>
                <a:lnTo>
                  <a:pt x="979703" y="112547"/>
                </a:lnTo>
                <a:lnTo>
                  <a:pt x="979944" y="126492"/>
                </a:lnTo>
                <a:lnTo>
                  <a:pt x="979944" y="275844"/>
                </a:lnTo>
                <a:lnTo>
                  <a:pt x="979703" y="285584"/>
                </a:lnTo>
                <a:lnTo>
                  <a:pt x="979182" y="298894"/>
                </a:lnTo>
                <a:lnTo>
                  <a:pt x="978649" y="315925"/>
                </a:lnTo>
                <a:lnTo>
                  <a:pt x="978420" y="336804"/>
                </a:lnTo>
                <a:lnTo>
                  <a:pt x="999756" y="326136"/>
                </a:lnTo>
                <a:lnTo>
                  <a:pt x="999756" y="292608"/>
                </a:lnTo>
                <a:lnTo>
                  <a:pt x="1086624" y="292608"/>
                </a:lnTo>
                <a:lnTo>
                  <a:pt x="1086624" y="327660"/>
                </a:lnTo>
                <a:lnTo>
                  <a:pt x="1107960" y="318516"/>
                </a:lnTo>
                <a:lnTo>
                  <a:pt x="1107071" y="302260"/>
                </a:lnTo>
                <a:lnTo>
                  <a:pt x="1106766" y="292608"/>
                </a:lnTo>
                <a:lnTo>
                  <a:pt x="1106627" y="287845"/>
                </a:lnTo>
                <a:lnTo>
                  <a:pt x="1106563" y="283464"/>
                </a:lnTo>
                <a:lnTo>
                  <a:pt x="1106462" y="275844"/>
                </a:lnTo>
                <a:lnTo>
                  <a:pt x="1106436" y="96012"/>
                </a:lnTo>
                <a:lnTo>
                  <a:pt x="1111656" y="91440"/>
                </a:lnTo>
                <a:lnTo>
                  <a:pt x="1118628" y="8534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3174492" y="2039111"/>
            <a:ext cx="733425" cy="358140"/>
          </a:xfrm>
          <a:custGeom>
            <a:avLst/>
            <a:gdLst/>
            <a:ahLst/>
            <a:cxnLst/>
            <a:rect l="l" t="t" r="r" b="b"/>
            <a:pathLst>
              <a:path w="733425" h="358139">
                <a:moveTo>
                  <a:pt x="118872" y="22860"/>
                </a:moveTo>
                <a:lnTo>
                  <a:pt x="86868" y="1524"/>
                </a:lnTo>
                <a:lnTo>
                  <a:pt x="83451" y="16700"/>
                </a:lnTo>
                <a:lnTo>
                  <a:pt x="77914" y="34861"/>
                </a:lnTo>
                <a:lnTo>
                  <a:pt x="60960" y="80772"/>
                </a:lnTo>
                <a:lnTo>
                  <a:pt x="36195" y="134493"/>
                </a:lnTo>
                <a:lnTo>
                  <a:pt x="0" y="190500"/>
                </a:lnTo>
                <a:lnTo>
                  <a:pt x="3048" y="195072"/>
                </a:lnTo>
                <a:lnTo>
                  <a:pt x="19951" y="178219"/>
                </a:lnTo>
                <a:lnTo>
                  <a:pt x="34290" y="161925"/>
                </a:lnTo>
                <a:lnTo>
                  <a:pt x="46329" y="146215"/>
                </a:lnTo>
                <a:lnTo>
                  <a:pt x="56388" y="131064"/>
                </a:lnTo>
                <a:lnTo>
                  <a:pt x="56273" y="283464"/>
                </a:lnTo>
                <a:lnTo>
                  <a:pt x="56197" y="294703"/>
                </a:lnTo>
                <a:lnTo>
                  <a:pt x="55727" y="324307"/>
                </a:lnTo>
                <a:lnTo>
                  <a:pt x="54864" y="358140"/>
                </a:lnTo>
                <a:lnTo>
                  <a:pt x="77724" y="345948"/>
                </a:lnTo>
                <a:lnTo>
                  <a:pt x="77457" y="331139"/>
                </a:lnTo>
                <a:lnTo>
                  <a:pt x="76428" y="300304"/>
                </a:lnTo>
                <a:lnTo>
                  <a:pt x="76200" y="283464"/>
                </a:lnTo>
                <a:lnTo>
                  <a:pt x="76200" y="131064"/>
                </a:lnTo>
                <a:lnTo>
                  <a:pt x="76200" y="123444"/>
                </a:lnTo>
                <a:lnTo>
                  <a:pt x="88392" y="114300"/>
                </a:lnTo>
                <a:lnTo>
                  <a:pt x="71628" y="103632"/>
                </a:lnTo>
                <a:lnTo>
                  <a:pt x="79006" y="87299"/>
                </a:lnTo>
                <a:lnTo>
                  <a:pt x="96050" y="51777"/>
                </a:lnTo>
                <a:lnTo>
                  <a:pt x="105156" y="32004"/>
                </a:lnTo>
                <a:lnTo>
                  <a:pt x="118872" y="22860"/>
                </a:lnTo>
                <a:close/>
              </a:path>
              <a:path w="733425" h="358139">
                <a:moveTo>
                  <a:pt x="246888" y="128016"/>
                </a:moveTo>
                <a:lnTo>
                  <a:pt x="240792" y="123444"/>
                </a:lnTo>
                <a:lnTo>
                  <a:pt x="222504" y="109728"/>
                </a:lnTo>
                <a:lnTo>
                  <a:pt x="213360" y="121488"/>
                </a:lnTo>
                <a:lnTo>
                  <a:pt x="213360" y="132588"/>
                </a:lnTo>
                <a:lnTo>
                  <a:pt x="213360" y="220980"/>
                </a:lnTo>
                <a:lnTo>
                  <a:pt x="146304" y="220980"/>
                </a:lnTo>
                <a:lnTo>
                  <a:pt x="146304" y="132588"/>
                </a:lnTo>
                <a:lnTo>
                  <a:pt x="213360" y="132588"/>
                </a:lnTo>
                <a:lnTo>
                  <a:pt x="213360" y="121488"/>
                </a:lnTo>
                <a:lnTo>
                  <a:pt x="211836" y="123444"/>
                </a:lnTo>
                <a:lnTo>
                  <a:pt x="146304" y="123444"/>
                </a:lnTo>
                <a:lnTo>
                  <a:pt x="124968" y="111252"/>
                </a:lnTo>
                <a:lnTo>
                  <a:pt x="125755" y="128016"/>
                </a:lnTo>
                <a:lnTo>
                  <a:pt x="125869" y="131064"/>
                </a:lnTo>
                <a:lnTo>
                  <a:pt x="126301" y="148780"/>
                </a:lnTo>
                <a:lnTo>
                  <a:pt x="126415" y="162217"/>
                </a:lnTo>
                <a:lnTo>
                  <a:pt x="126301" y="226314"/>
                </a:lnTo>
                <a:lnTo>
                  <a:pt x="125844" y="245745"/>
                </a:lnTo>
                <a:lnTo>
                  <a:pt x="124968" y="265176"/>
                </a:lnTo>
                <a:lnTo>
                  <a:pt x="146304" y="256032"/>
                </a:lnTo>
                <a:lnTo>
                  <a:pt x="146304" y="230124"/>
                </a:lnTo>
                <a:lnTo>
                  <a:pt x="213360" y="230124"/>
                </a:lnTo>
                <a:lnTo>
                  <a:pt x="213360" y="252984"/>
                </a:lnTo>
                <a:lnTo>
                  <a:pt x="236220" y="242316"/>
                </a:lnTo>
                <a:lnTo>
                  <a:pt x="235331" y="230886"/>
                </a:lnTo>
                <a:lnTo>
                  <a:pt x="235305" y="230124"/>
                </a:lnTo>
                <a:lnTo>
                  <a:pt x="234937" y="220980"/>
                </a:lnTo>
                <a:lnTo>
                  <a:pt x="234886" y="219456"/>
                </a:lnTo>
                <a:lnTo>
                  <a:pt x="234708" y="208026"/>
                </a:lnTo>
                <a:lnTo>
                  <a:pt x="234696" y="137160"/>
                </a:lnTo>
                <a:lnTo>
                  <a:pt x="240792" y="132588"/>
                </a:lnTo>
                <a:lnTo>
                  <a:pt x="246888" y="128016"/>
                </a:lnTo>
                <a:close/>
              </a:path>
              <a:path w="733425" h="358139">
                <a:moveTo>
                  <a:pt x="355092" y="57912"/>
                </a:moveTo>
                <a:lnTo>
                  <a:pt x="327660" y="30480"/>
                </a:lnTo>
                <a:lnTo>
                  <a:pt x="309372" y="48768"/>
                </a:lnTo>
                <a:lnTo>
                  <a:pt x="111252" y="48768"/>
                </a:lnTo>
                <a:lnTo>
                  <a:pt x="124968" y="62484"/>
                </a:lnTo>
                <a:lnTo>
                  <a:pt x="134112" y="60490"/>
                </a:lnTo>
                <a:lnTo>
                  <a:pt x="143256" y="59055"/>
                </a:lnTo>
                <a:lnTo>
                  <a:pt x="152400" y="58204"/>
                </a:lnTo>
                <a:lnTo>
                  <a:pt x="161544" y="57912"/>
                </a:lnTo>
                <a:lnTo>
                  <a:pt x="281940" y="57912"/>
                </a:lnTo>
                <a:lnTo>
                  <a:pt x="281940" y="318516"/>
                </a:lnTo>
                <a:lnTo>
                  <a:pt x="277368" y="323088"/>
                </a:lnTo>
                <a:lnTo>
                  <a:pt x="268224" y="324612"/>
                </a:lnTo>
                <a:lnTo>
                  <a:pt x="259981" y="324307"/>
                </a:lnTo>
                <a:lnTo>
                  <a:pt x="249174" y="323278"/>
                </a:lnTo>
                <a:lnTo>
                  <a:pt x="236067" y="321398"/>
                </a:lnTo>
                <a:lnTo>
                  <a:pt x="220980" y="318516"/>
                </a:lnTo>
                <a:lnTo>
                  <a:pt x="219456" y="324612"/>
                </a:lnTo>
                <a:lnTo>
                  <a:pt x="240614" y="332638"/>
                </a:lnTo>
                <a:lnTo>
                  <a:pt x="256222" y="340804"/>
                </a:lnTo>
                <a:lnTo>
                  <a:pt x="266382" y="349262"/>
                </a:lnTo>
                <a:lnTo>
                  <a:pt x="271272" y="358140"/>
                </a:lnTo>
                <a:lnTo>
                  <a:pt x="285889" y="350672"/>
                </a:lnTo>
                <a:lnTo>
                  <a:pt x="295656" y="341757"/>
                </a:lnTo>
                <a:lnTo>
                  <a:pt x="300837" y="331139"/>
                </a:lnTo>
                <a:lnTo>
                  <a:pt x="301307" y="324612"/>
                </a:lnTo>
                <a:lnTo>
                  <a:pt x="301752" y="318516"/>
                </a:lnTo>
                <a:lnTo>
                  <a:pt x="301752" y="57912"/>
                </a:lnTo>
                <a:lnTo>
                  <a:pt x="355092" y="57912"/>
                </a:lnTo>
                <a:close/>
              </a:path>
              <a:path w="733425" h="358139">
                <a:moveTo>
                  <a:pt x="467868" y="102108"/>
                </a:moveTo>
                <a:lnTo>
                  <a:pt x="442150" y="56108"/>
                </a:lnTo>
                <a:lnTo>
                  <a:pt x="422148" y="38100"/>
                </a:lnTo>
                <a:lnTo>
                  <a:pt x="417576" y="41148"/>
                </a:lnTo>
                <a:lnTo>
                  <a:pt x="426974" y="61226"/>
                </a:lnTo>
                <a:lnTo>
                  <a:pt x="434530" y="78295"/>
                </a:lnTo>
                <a:lnTo>
                  <a:pt x="440067" y="92798"/>
                </a:lnTo>
                <a:lnTo>
                  <a:pt x="443484" y="105156"/>
                </a:lnTo>
                <a:lnTo>
                  <a:pt x="445008" y="114300"/>
                </a:lnTo>
                <a:lnTo>
                  <a:pt x="446532" y="120396"/>
                </a:lnTo>
                <a:lnTo>
                  <a:pt x="452628" y="120396"/>
                </a:lnTo>
                <a:lnTo>
                  <a:pt x="461772" y="114300"/>
                </a:lnTo>
                <a:lnTo>
                  <a:pt x="466344" y="109728"/>
                </a:lnTo>
                <a:lnTo>
                  <a:pt x="467868" y="102108"/>
                </a:lnTo>
                <a:close/>
              </a:path>
              <a:path w="733425" h="358139">
                <a:moveTo>
                  <a:pt x="598932" y="54864"/>
                </a:moveTo>
                <a:lnTo>
                  <a:pt x="569976" y="33528"/>
                </a:lnTo>
                <a:lnTo>
                  <a:pt x="567131" y="43243"/>
                </a:lnTo>
                <a:lnTo>
                  <a:pt x="563308" y="54102"/>
                </a:lnTo>
                <a:lnTo>
                  <a:pt x="540258" y="103251"/>
                </a:lnTo>
                <a:lnTo>
                  <a:pt x="527304" y="124968"/>
                </a:lnTo>
                <a:lnTo>
                  <a:pt x="531876" y="128016"/>
                </a:lnTo>
                <a:lnTo>
                  <a:pt x="540029" y="120396"/>
                </a:lnTo>
                <a:lnTo>
                  <a:pt x="548830" y="110871"/>
                </a:lnTo>
                <a:lnTo>
                  <a:pt x="557796" y="99733"/>
                </a:lnTo>
                <a:lnTo>
                  <a:pt x="566928" y="86868"/>
                </a:lnTo>
                <a:lnTo>
                  <a:pt x="576643" y="74587"/>
                </a:lnTo>
                <a:lnTo>
                  <a:pt x="585216" y="65151"/>
                </a:lnTo>
                <a:lnTo>
                  <a:pt x="592645" y="58585"/>
                </a:lnTo>
                <a:lnTo>
                  <a:pt x="598932" y="54864"/>
                </a:lnTo>
                <a:close/>
              </a:path>
              <a:path w="733425" h="358139">
                <a:moveTo>
                  <a:pt x="615696" y="224028"/>
                </a:moveTo>
                <a:lnTo>
                  <a:pt x="586740" y="195072"/>
                </a:lnTo>
                <a:lnTo>
                  <a:pt x="566928" y="214884"/>
                </a:lnTo>
                <a:lnTo>
                  <a:pt x="509016" y="214884"/>
                </a:lnTo>
                <a:lnTo>
                  <a:pt x="511009" y="198056"/>
                </a:lnTo>
                <a:lnTo>
                  <a:pt x="512445" y="181927"/>
                </a:lnTo>
                <a:lnTo>
                  <a:pt x="513295" y="166674"/>
                </a:lnTo>
                <a:lnTo>
                  <a:pt x="513588" y="152400"/>
                </a:lnTo>
                <a:lnTo>
                  <a:pt x="605028" y="152400"/>
                </a:lnTo>
                <a:lnTo>
                  <a:pt x="577596" y="124968"/>
                </a:lnTo>
                <a:lnTo>
                  <a:pt x="559308" y="143256"/>
                </a:lnTo>
                <a:lnTo>
                  <a:pt x="513588" y="143256"/>
                </a:lnTo>
                <a:lnTo>
                  <a:pt x="513588" y="28956"/>
                </a:lnTo>
                <a:lnTo>
                  <a:pt x="527304" y="15240"/>
                </a:lnTo>
                <a:lnTo>
                  <a:pt x="492252" y="1524"/>
                </a:lnTo>
                <a:lnTo>
                  <a:pt x="493750" y="43243"/>
                </a:lnTo>
                <a:lnTo>
                  <a:pt x="493776" y="143256"/>
                </a:lnTo>
                <a:lnTo>
                  <a:pt x="409956" y="143256"/>
                </a:lnTo>
                <a:lnTo>
                  <a:pt x="423672" y="156972"/>
                </a:lnTo>
                <a:lnTo>
                  <a:pt x="431952" y="154978"/>
                </a:lnTo>
                <a:lnTo>
                  <a:pt x="440817" y="153543"/>
                </a:lnTo>
                <a:lnTo>
                  <a:pt x="450240" y="152692"/>
                </a:lnTo>
                <a:lnTo>
                  <a:pt x="460248" y="152400"/>
                </a:lnTo>
                <a:lnTo>
                  <a:pt x="493776" y="152400"/>
                </a:lnTo>
                <a:lnTo>
                  <a:pt x="492633" y="166674"/>
                </a:lnTo>
                <a:lnTo>
                  <a:pt x="491490" y="181927"/>
                </a:lnTo>
                <a:lnTo>
                  <a:pt x="490347" y="198056"/>
                </a:lnTo>
                <a:lnTo>
                  <a:pt x="489204" y="214884"/>
                </a:lnTo>
                <a:lnTo>
                  <a:pt x="390144" y="214884"/>
                </a:lnTo>
                <a:lnTo>
                  <a:pt x="403860" y="228600"/>
                </a:lnTo>
                <a:lnTo>
                  <a:pt x="412140" y="226606"/>
                </a:lnTo>
                <a:lnTo>
                  <a:pt x="421005" y="225171"/>
                </a:lnTo>
                <a:lnTo>
                  <a:pt x="430428" y="224320"/>
                </a:lnTo>
                <a:lnTo>
                  <a:pt x="440436" y="224028"/>
                </a:lnTo>
                <a:lnTo>
                  <a:pt x="487680" y="224028"/>
                </a:lnTo>
                <a:lnTo>
                  <a:pt x="472059" y="266128"/>
                </a:lnTo>
                <a:lnTo>
                  <a:pt x="449580" y="300228"/>
                </a:lnTo>
                <a:lnTo>
                  <a:pt x="419862" y="328612"/>
                </a:lnTo>
                <a:lnTo>
                  <a:pt x="385572" y="353568"/>
                </a:lnTo>
                <a:lnTo>
                  <a:pt x="388620" y="358140"/>
                </a:lnTo>
                <a:lnTo>
                  <a:pt x="433006" y="332041"/>
                </a:lnTo>
                <a:lnTo>
                  <a:pt x="469392" y="300228"/>
                </a:lnTo>
                <a:lnTo>
                  <a:pt x="494157" y="262699"/>
                </a:lnTo>
                <a:lnTo>
                  <a:pt x="507492" y="224028"/>
                </a:lnTo>
                <a:lnTo>
                  <a:pt x="615696" y="224028"/>
                </a:lnTo>
                <a:close/>
              </a:path>
              <a:path w="733425" h="358139">
                <a:moveTo>
                  <a:pt x="664464" y="74676"/>
                </a:moveTo>
                <a:lnTo>
                  <a:pt x="630936" y="57912"/>
                </a:lnTo>
                <a:lnTo>
                  <a:pt x="631164" y="80187"/>
                </a:lnTo>
                <a:lnTo>
                  <a:pt x="631698" y="105727"/>
                </a:lnTo>
                <a:lnTo>
                  <a:pt x="632218" y="134429"/>
                </a:lnTo>
                <a:lnTo>
                  <a:pt x="632460" y="166116"/>
                </a:lnTo>
                <a:lnTo>
                  <a:pt x="632218" y="199250"/>
                </a:lnTo>
                <a:lnTo>
                  <a:pt x="631698" y="229933"/>
                </a:lnTo>
                <a:lnTo>
                  <a:pt x="631164" y="258064"/>
                </a:lnTo>
                <a:lnTo>
                  <a:pt x="630936" y="283464"/>
                </a:lnTo>
                <a:lnTo>
                  <a:pt x="653796" y="272796"/>
                </a:lnTo>
                <a:lnTo>
                  <a:pt x="652907" y="262509"/>
                </a:lnTo>
                <a:lnTo>
                  <a:pt x="652462" y="252222"/>
                </a:lnTo>
                <a:lnTo>
                  <a:pt x="652284" y="241935"/>
                </a:lnTo>
                <a:lnTo>
                  <a:pt x="652272" y="85344"/>
                </a:lnTo>
                <a:lnTo>
                  <a:pt x="664464" y="74676"/>
                </a:lnTo>
                <a:close/>
              </a:path>
              <a:path w="733425" h="358139">
                <a:moveTo>
                  <a:pt x="733044" y="15240"/>
                </a:moveTo>
                <a:lnTo>
                  <a:pt x="699516" y="0"/>
                </a:lnTo>
                <a:lnTo>
                  <a:pt x="699744" y="12649"/>
                </a:lnTo>
                <a:lnTo>
                  <a:pt x="700252" y="27432"/>
                </a:lnTo>
                <a:lnTo>
                  <a:pt x="700798" y="46507"/>
                </a:lnTo>
                <a:lnTo>
                  <a:pt x="700913" y="57912"/>
                </a:lnTo>
                <a:lnTo>
                  <a:pt x="701040" y="315468"/>
                </a:lnTo>
                <a:lnTo>
                  <a:pt x="696468" y="320040"/>
                </a:lnTo>
                <a:lnTo>
                  <a:pt x="688848" y="320040"/>
                </a:lnTo>
                <a:lnTo>
                  <a:pt x="680796" y="319786"/>
                </a:lnTo>
                <a:lnTo>
                  <a:pt x="640080" y="316992"/>
                </a:lnTo>
                <a:lnTo>
                  <a:pt x="640080" y="323088"/>
                </a:lnTo>
                <a:lnTo>
                  <a:pt x="658368" y="329399"/>
                </a:lnTo>
                <a:lnTo>
                  <a:pt x="672084" y="336994"/>
                </a:lnTo>
                <a:lnTo>
                  <a:pt x="681228" y="346024"/>
                </a:lnTo>
                <a:lnTo>
                  <a:pt x="685800" y="356616"/>
                </a:lnTo>
                <a:lnTo>
                  <a:pt x="701560" y="349453"/>
                </a:lnTo>
                <a:lnTo>
                  <a:pt x="712470" y="339280"/>
                </a:lnTo>
                <a:lnTo>
                  <a:pt x="718794" y="325970"/>
                </a:lnTo>
                <a:lnTo>
                  <a:pt x="719531" y="320040"/>
                </a:lnTo>
                <a:lnTo>
                  <a:pt x="720852" y="309372"/>
                </a:lnTo>
                <a:lnTo>
                  <a:pt x="720852" y="27432"/>
                </a:lnTo>
                <a:lnTo>
                  <a:pt x="733044" y="1524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3966972" y="2036063"/>
            <a:ext cx="2839720" cy="386080"/>
          </a:xfrm>
          <a:custGeom>
            <a:avLst/>
            <a:gdLst/>
            <a:ahLst/>
            <a:cxnLst/>
            <a:rect l="l" t="t" r="r" b="b"/>
            <a:pathLst>
              <a:path w="2839720" h="386080">
                <a:moveTo>
                  <a:pt x="86868" y="92964"/>
                </a:moveTo>
                <a:lnTo>
                  <a:pt x="59309" y="61912"/>
                </a:lnTo>
                <a:lnTo>
                  <a:pt x="48768" y="53340"/>
                </a:lnTo>
                <a:lnTo>
                  <a:pt x="45720" y="56388"/>
                </a:lnTo>
                <a:lnTo>
                  <a:pt x="53124" y="70675"/>
                </a:lnTo>
                <a:lnTo>
                  <a:pt x="59245" y="83820"/>
                </a:lnTo>
                <a:lnTo>
                  <a:pt x="63931" y="95821"/>
                </a:lnTo>
                <a:lnTo>
                  <a:pt x="67056" y="106680"/>
                </a:lnTo>
                <a:lnTo>
                  <a:pt x="68580" y="115824"/>
                </a:lnTo>
                <a:lnTo>
                  <a:pt x="71628" y="120396"/>
                </a:lnTo>
                <a:lnTo>
                  <a:pt x="76200" y="120396"/>
                </a:lnTo>
                <a:lnTo>
                  <a:pt x="77724" y="117348"/>
                </a:lnTo>
                <a:lnTo>
                  <a:pt x="80772" y="112776"/>
                </a:lnTo>
                <a:lnTo>
                  <a:pt x="85344" y="106680"/>
                </a:lnTo>
                <a:lnTo>
                  <a:pt x="86868" y="102108"/>
                </a:lnTo>
                <a:lnTo>
                  <a:pt x="86868" y="92964"/>
                </a:lnTo>
                <a:close/>
              </a:path>
              <a:path w="2839720" h="386080">
                <a:moveTo>
                  <a:pt x="164592" y="313944"/>
                </a:moveTo>
                <a:lnTo>
                  <a:pt x="155448" y="304800"/>
                </a:lnTo>
                <a:lnTo>
                  <a:pt x="138684" y="288036"/>
                </a:lnTo>
                <a:lnTo>
                  <a:pt x="121920" y="304800"/>
                </a:lnTo>
                <a:lnTo>
                  <a:pt x="32004" y="304800"/>
                </a:lnTo>
                <a:lnTo>
                  <a:pt x="32004" y="44196"/>
                </a:lnTo>
                <a:lnTo>
                  <a:pt x="44196" y="33528"/>
                </a:lnTo>
                <a:lnTo>
                  <a:pt x="10668" y="16764"/>
                </a:lnTo>
                <a:lnTo>
                  <a:pt x="10896" y="53936"/>
                </a:lnTo>
                <a:lnTo>
                  <a:pt x="11341" y="80772"/>
                </a:lnTo>
                <a:lnTo>
                  <a:pt x="11963" y="112776"/>
                </a:lnTo>
                <a:lnTo>
                  <a:pt x="12077" y="123444"/>
                </a:lnTo>
                <a:lnTo>
                  <a:pt x="12192" y="297180"/>
                </a:lnTo>
                <a:lnTo>
                  <a:pt x="0" y="307848"/>
                </a:lnTo>
                <a:lnTo>
                  <a:pt x="21336" y="327660"/>
                </a:lnTo>
                <a:lnTo>
                  <a:pt x="33528" y="313944"/>
                </a:lnTo>
                <a:lnTo>
                  <a:pt x="164592" y="313944"/>
                </a:lnTo>
                <a:close/>
              </a:path>
              <a:path w="2839720" h="386080">
                <a:moveTo>
                  <a:pt x="181356" y="65532"/>
                </a:moveTo>
                <a:lnTo>
                  <a:pt x="153924" y="45720"/>
                </a:lnTo>
                <a:lnTo>
                  <a:pt x="150507" y="60871"/>
                </a:lnTo>
                <a:lnTo>
                  <a:pt x="144970" y="78867"/>
                </a:lnTo>
                <a:lnTo>
                  <a:pt x="137414" y="99733"/>
                </a:lnTo>
                <a:lnTo>
                  <a:pt x="128016" y="123444"/>
                </a:lnTo>
                <a:lnTo>
                  <a:pt x="132588" y="126492"/>
                </a:lnTo>
                <a:lnTo>
                  <a:pt x="160020" y="87058"/>
                </a:lnTo>
                <a:lnTo>
                  <a:pt x="175260" y="68580"/>
                </a:lnTo>
                <a:lnTo>
                  <a:pt x="181356" y="65532"/>
                </a:lnTo>
                <a:close/>
              </a:path>
              <a:path w="2839720" h="386080">
                <a:moveTo>
                  <a:pt x="188976" y="147828"/>
                </a:moveTo>
                <a:lnTo>
                  <a:pt x="164592" y="123444"/>
                </a:lnTo>
                <a:lnTo>
                  <a:pt x="149352" y="138684"/>
                </a:lnTo>
                <a:lnTo>
                  <a:pt x="118872" y="138684"/>
                </a:lnTo>
                <a:lnTo>
                  <a:pt x="118872" y="33528"/>
                </a:lnTo>
                <a:lnTo>
                  <a:pt x="131064" y="22860"/>
                </a:lnTo>
                <a:lnTo>
                  <a:pt x="97536" y="6096"/>
                </a:lnTo>
                <a:lnTo>
                  <a:pt x="98425" y="34772"/>
                </a:lnTo>
                <a:lnTo>
                  <a:pt x="98806" y="61912"/>
                </a:lnTo>
                <a:lnTo>
                  <a:pt x="98933" y="80772"/>
                </a:lnTo>
                <a:lnTo>
                  <a:pt x="99060" y="138684"/>
                </a:lnTo>
                <a:lnTo>
                  <a:pt x="35052" y="138684"/>
                </a:lnTo>
                <a:lnTo>
                  <a:pt x="47244" y="150876"/>
                </a:lnTo>
                <a:lnTo>
                  <a:pt x="60960" y="147828"/>
                </a:lnTo>
                <a:lnTo>
                  <a:pt x="89916" y="147828"/>
                </a:lnTo>
                <a:lnTo>
                  <a:pt x="80721" y="180365"/>
                </a:lnTo>
                <a:lnTo>
                  <a:pt x="68961" y="211442"/>
                </a:lnTo>
                <a:lnTo>
                  <a:pt x="54356" y="240792"/>
                </a:lnTo>
                <a:lnTo>
                  <a:pt x="36576" y="268224"/>
                </a:lnTo>
                <a:lnTo>
                  <a:pt x="41148" y="271272"/>
                </a:lnTo>
                <a:lnTo>
                  <a:pt x="60261" y="249555"/>
                </a:lnTo>
                <a:lnTo>
                  <a:pt x="76390" y="227838"/>
                </a:lnTo>
                <a:lnTo>
                  <a:pt x="89357" y="206121"/>
                </a:lnTo>
                <a:lnTo>
                  <a:pt x="99060" y="184404"/>
                </a:lnTo>
                <a:lnTo>
                  <a:pt x="98933" y="236220"/>
                </a:lnTo>
                <a:lnTo>
                  <a:pt x="98831" y="249555"/>
                </a:lnTo>
                <a:lnTo>
                  <a:pt x="98412" y="273989"/>
                </a:lnTo>
                <a:lnTo>
                  <a:pt x="97536" y="297180"/>
                </a:lnTo>
                <a:lnTo>
                  <a:pt x="120396" y="288036"/>
                </a:lnTo>
                <a:lnTo>
                  <a:pt x="119100" y="242316"/>
                </a:lnTo>
                <a:lnTo>
                  <a:pt x="118872" y="184404"/>
                </a:lnTo>
                <a:lnTo>
                  <a:pt x="118872" y="172212"/>
                </a:lnTo>
                <a:lnTo>
                  <a:pt x="150368" y="211442"/>
                </a:lnTo>
                <a:lnTo>
                  <a:pt x="161544" y="236220"/>
                </a:lnTo>
                <a:lnTo>
                  <a:pt x="164592" y="242316"/>
                </a:lnTo>
                <a:lnTo>
                  <a:pt x="170688" y="242316"/>
                </a:lnTo>
                <a:lnTo>
                  <a:pt x="172212" y="239268"/>
                </a:lnTo>
                <a:lnTo>
                  <a:pt x="175260" y="234696"/>
                </a:lnTo>
                <a:lnTo>
                  <a:pt x="176784" y="230124"/>
                </a:lnTo>
                <a:lnTo>
                  <a:pt x="178308" y="224028"/>
                </a:lnTo>
                <a:lnTo>
                  <a:pt x="178308" y="213360"/>
                </a:lnTo>
                <a:lnTo>
                  <a:pt x="150876" y="184975"/>
                </a:lnTo>
                <a:lnTo>
                  <a:pt x="118872" y="164592"/>
                </a:lnTo>
                <a:lnTo>
                  <a:pt x="118872" y="147828"/>
                </a:lnTo>
                <a:lnTo>
                  <a:pt x="188976" y="147828"/>
                </a:lnTo>
                <a:close/>
              </a:path>
              <a:path w="2839720" h="386080">
                <a:moveTo>
                  <a:pt x="344424" y="150876"/>
                </a:moveTo>
                <a:lnTo>
                  <a:pt x="335280" y="141732"/>
                </a:lnTo>
                <a:lnTo>
                  <a:pt x="316992" y="123444"/>
                </a:lnTo>
                <a:lnTo>
                  <a:pt x="298704" y="141732"/>
                </a:lnTo>
                <a:lnTo>
                  <a:pt x="217932" y="141732"/>
                </a:lnTo>
                <a:lnTo>
                  <a:pt x="217932" y="51816"/>
                </a:lnTo>
                <a:lnTo>
                  <a:pt x="274320" y="44577"/>
                </a:lnTo>
                <a:lnTo>
                  <a:pt x="276898" y="44196"/>
                </a:lnTo>
                <a:lnTo>
                  <a:pt x="292074" y="41960"/>
                </a:lnTo>
                <a:lnTo>
                  <a:pt x="303276" y="39624"/>
                </a:lnTo>
                <a:lnTo>
                  <a:pt x="310134" y="39395"/>
                </a:lnTo>
                <a:lnTo>
                  <a:pt x="323850" y="38341"/>
                </a:lnTo>
                <a:lnTo>
                  <a:pt x="330708" y="38100"/>
                </a:lnTo>
                <a:lnTo>
                  <a:pt x="306324" y="12192"/>
                </a:lnTo>
                <a:lnTo>
                  <a:pt x="259270" y="34772"/>
                </a:lnTo>
                <a:lnTo>
                  <a:pt x="216408" y="44196"/>
                </a:lnTo>
                <a:lnTo>
                  <a:pt x="196596" y="32004"/>
                </a:lnTo>
                <a:lnTo>
                  <a:pt x="197421" y="56388"/>
                </a:lnTo>
                <a:lnTo>
                  <a:pt x="197535" y="61912"/>
                </a:lnTo>
                <a:lnTo>
                  <a:pt x="197840" y="80772"/>
                </a:lnTo>
                <a:lnTo>
                  <a:pt x="197967" y="92964"/>
                </a:lnTo>
                <a:lnTo>
                  <a:pt x="198094" y="117348"/>
                </a:lnTo>
                <a:lnTo>
                  <a:pt x="198056" y="150876"/>
                </a:lnTo>
                <a:lnTo>
                  <a:pt x="197167" y="199644"/>
                </a:lnTo>
                <a:lnTo>
                  <a:pt x="195059" y="240842"/>
                </a:lnTo>
                <a:lnTo>
                  <a:pt x="182422" y="287731"/>
                </a:lnTo>
                <a:lnTo>
                  <a:pt x="155638" y="329946"/>
                </a:lnTo>
                <a:lnTo>
                  <a:pt x="128016" y="358140"/>
                </a:lnTo>
                <a:lnTo>
                  <a:pt x="132588" y="362712"/>
                </a:lnTo>
                <a:lnTo>
                  <a:pt x="173736" y="327660"/>
                </a:lnTo>
                <a:lnTo>
                  <a:pt x="201168" y="288036"/>
                </a:lnTo>
                <a:lnTo>
                  <a:pt x="215836" y="233172"/>
                </a:lnTo>
                <a:lnTo>
                  <a:pt x="218516" y="195453"/>
                </a:lnTo>
                <a:lnTo>
                  <a:pt x="217932" y="150876"/>
                </a:lnTo>
                <a:lnTo>
                  <a:pt x="274320" y="150876"/>
                </a:lnTo>
                <a:lnTo>
                  <a:pt x="274193" y="239839"/>
                </a:lnTo>
                <a:lnTo>
                  <a:pt x="274066" y="266306"/>
                </a:lnTo>
                <a:lnTo>
                  <a:pt x="273672" y="309689"/>
                </a:lnTo>
                <a:lnTo>
                  <a:pt x="272796" y="355092"/>
                </a:lnTo>
                <a:lnTo>
                  <a:pt x="297180" y="344424"/>
                </a:lnTo>
                <a:lnTo>
                  <a:pt x="296405" y="329946"/>
                </a:lnTo>
                <a:lnTo>
                  <a:pt x="295300" y="309689"/>
                </a:lnTo>
                <a:lnTo>
                  <a:pt x="294386" y="291922"/>
                </a:lnTo>
                <a:lnTo>
                  <a:pt x="294132" y="281940"/>
                </a:lnTo>
                <a:lnTo>
                  <a:pt x="294132" y="150876"/>
                </a:lnTo>
                <a:lnTo>
                  <a:pt x="344424" y="150876"/>
                </a:lnTo>
                <a:close/>
              </a:path>
              <a:path w="2839720" h="386080">
                <a:moveTo>
                  <a:pt x="524243" y="99060"/>
                </a:moveTo>
                <a:lnTo>
                  <a:pt x="498335" y="73152"/>
                </a:lnTo>
                <a:lnTo>
                  <a:pt x="481571" y="89916"/>
                </a:lnTo>
                <a:lnTo>
                  <a:pt x="461759" y="89916"/>
                </a:lnTo>
                <a:lnTo>
                  <a:pt x="461759" y="27432"/>
                </a:lnTo>
                <a:lnTo>
                  <a:pt x="473951" y="16764"/>
                </a:lnTo>
                <a:lnTo>
                  <a:pt x="440423" y="0"/>
                </a:lnTo>
                <a:lnTo>
                  <a:pt x="440702" y="17246"/>
                </a:lnTo>
                <a:lnTo>
                  <a:pt x="441185" y="35814"/>
                </a:lnTo>
                <a:lnTo>
                  <a:pt x="441718" y="60960"/>
                </a:lnTo>
                <a:lnTo>
                  <a:pt x="441947" y="89916"/>
                </a:lnTo>
                <a:lnTo>
                  <a:pt x="377939" y="89916"/>
                </a:lnTo>
                <a:lnTo>
                  <a:pt x="391655" y="102108"/>
                </a:lnTo>
                <a:lnTo>
                  <a:pt x="409943" y="99060"/>
                </a:lnTo>
                <a:lnTo>
                  <a:pt x="441947" y="99060"/>
                </a:lnTo>
                <a:lnTo>
                  <a:pt x="441947" y="184404"/>
                </a:lnTo>
                <a:lnTo>
                  <a:pt x="404799" y="198882"/>
                </a:lnTo>
                <a:lnTo>
                  <a:pt x="388594" y="204558"/>
                </a:lnTo>
                <a:lnTo>
                  <a:pt x="373367" y="208788"/>
                </a:lnTo>
                <a:lnTo>
                  <a:pt x="394703" y="234696"/>
                </a:lnTo>
                <a:lnTo>
                  <a:pt x="399516" y="229247"/>
                </a:lnTo>
                <a:lnTo>
                  <a:pt x="409181" y="221932"/>
                </a:lnTo>
                <a:lnTo>
                  <a:pt x="423430" y="212623"/>
                </a:lnTo>
                <a:lnTo>
                  <a:pt x="441947" y="201168"/>
                </a:lnTo>
                <a:lnTo>
                  <a:pt x="441947" y="320040"/>
                </a:lnTo>
                <a:lnTo>
                  <a:pt x="438899" y="323088"/>
                </a:lnTo>
                <a:lnTo>
                  <a:pt x="434327" y="324612"/>
                </a:lnTo>
                <a:lnTo>
                  <a:pt x="428332" y="324307"/>
                </a:lnTo>
                <a:lnTo>
                  <a:pt x="419468" y="323278"/>
                </a:lnTo>
                <a:lnTo>
                  <a:pt x="407758" y="321398"/>
                </a:lnTo>
                <a:lnTo>
                  <a:pt x="393179" y="318516"/>
                </a:lnTo>
                <a:lnTo>
                  <a:pt x="393179" y="324612"/>
                </a:lnTo>
                <a:lnTo>
                  <a:pt x="410921" y="333502"/>
                </a:lnTo>
                <a:lnTo>
                  <a:pt x="423087" y="341947"/>
                </a:lnTo>
                <a:lnTo>
                  <a:pt x="429831" y="350126"/>
                </a:lnTo>
                <a:lnTo>
                  <a:pt x="431279" y="358140"/>
                </a:lnTo>
                <a:lnTo>
                  <a:pt x="444411" y="350697"/>
                </a:lnTo>
                <a:lnTo>
                  <a:pt x="453948" y="341947"/>
                </a:lnTo>
                <a:lnTo>
                  <a:pt x="459790" y="331787"/>
                </a:lnTo>
                <a:lnTo>
                  <a:pt x="460997" y="324612"/>
                </a:lnTo>
                <a:lnTo>
                  <a:pt x="461759" y="320040"/>
                </a:lnTo>
                <a:lnTo>
                  <a:pt x="461759" y="201168"/>
                </a:lnTo>
                <a:lnTo>
                  <a:pt x="461759" y="190500"/>
                </a:lnTo>
                <a:lnTo>
                  <a:pt x="484619" y="176784"/>
                </a:lnTo>
                <a:lnTo>
                  <a:pt x="507479" y="163068"/>
                </a:lnTo>
                <a:lnTo>
                  <a:pt x="504431" y="158496"/>
                </a:lnTo>
                <a:lnTo>
                  <a:pt x="461759" y="176784"/>
                </a:lnTo>
                <a:lnTo>
                  <a:pt x="461759" y="99060"/>
                </a:lnTo>
                <a:lnTo>
                  <a:pt x="524243" y="99060"/>
                </a:lnTo>
                <a:close/>
              </a:path>
              <a:path w="2839720" h="386080">
                <a:moveTo>
                  <a:pt x="591299" y="115824"/>
                </a:moveTo>
                <a:lnTo>
                  <a:pt x="589775" y="112776"/>
                </a:lnTo>
                <a:lnTo>
                  <a:pt x="588251" y="108204"/>
                </a:lnTo>
                <a:lnTo>
                  <a:pt x="584238" y="103022"/>
                </a:lnTo>
                <a:lnTo>
                  <a:pt x="576630" y="96393"/>
                </a:lnTo>
                <a:lnTo>
                  <a:pt x="565327" y="88061"/>
                </a:lnTo>
                <a:lnTo>
                  <a:pt x="550151" y="77724"/>
                </a:lnTo>
                <a:lnTo>
                  <a:pt x="545579" y="80772"/>
                </a:lnTo>
                <a:lnTo>
                  <a:pt x="553872" y="93040"/>
                </a:lnTo>
                <a:lnTo>
                  <a:pt x="560438" y="104584"/>
                </a:lnTo>
                <a:lnTo>
                  <a:pt x="565302" y="115277"/>
                </a:lnTo>
                <a:lnTo>
                  <a:pt x="568439" y="124968"/>
                </a:lnTo>
                <a:lnTo>
                  <a:pt x="569963" y="134112"/>
                </a:lnTo>
                <a:lnTo>
                  <a:pt x="573011" y="138684"/>
                </a:lnTo>
                <a:lnTo>
                  <a:pt x="577583" y="138684"/>
                </a:lnTo>
                <a:lnTo>
                  <a:pt x="589775" y="126492"/>
                </a:lnTo>
                <a:lnTo>
                  <a:pt x="591299" y="121920"/>
                </a:lnTo>
                <a:lnTo>
                  <a:pt x="591299" y="115824"/>
                </a:lnTo>
                <a:close/>
              </a:path>
              <a:path w="2839720" h="386080">
                <a:moveTo>
                  <a:pt x="623303" y="35052"/>
                </a:moveTo>
                <a:lnTo>
                  <a:pt x="620255" y="32004"/>
                </a:lnTo>
                <a:lnTo>
                  <a:pt x="615683" y="25908"/>
                </a:lnTo>
                <a:lnTo>
                  <a:pt x="610857" y="21907"/>
                </a:lnTo>
                <a:lnTo>
                  <a:pt x="603300" y="16764"/>
                </a:lnTo>
                <a:lnTo>
                  <a:pt x="593191" y="10477"/>
                </a:lnTo>
                <a:lnTo>
                  <a:pt x="580631" y="3048"/>
                </a:lnTo>
                <a:lnTo>
                  <a:pt x="576059" y="6096"/>
                </a:lnTo>
                <a:lnTo>
                  <a:pt x="585254" y="17246"/>
                </a:lnTo>
                <a:lnTo>
                  <a:pt x="592442" y="27813"/>
                </a:lnTo>
                <a:lnTo>
                  <a:pt x="597928" y="37820"/>
                </a:lnTo>
                <a:lnTo>
                  <a:pt x="601967" y="47244"/>
                </a:lnTo>
                <a:lnTo>
                  <a:pt x="603491" y="56388"/>
                </a:lnTo>
                <a:lnTo>
                  <a:pt x="606539" y="59436"/>
                </a:lnTo>
                <a:lnTo>
                  <a:pt x="611111" y="59436"/>
                </a:lnTo>
                <a:lnTo>
                  <a:pt x="612635" y="57912"/>
                </a:lnTo>
                <a:lnTo>
                  <a:pt x="617207" y="51816"/>
                </a:lnTo>
                <a:lnTo>
                  <a:pt x="621779" y="47244"/>
                </a:lnTo>
                <a:lnTo>
                  <a:pt x="623303" y="42672"/>
                </a:lnTo>
                <a:lnTo>
                  <a:pt x="623303" y="35052"/>
                </a:lnTo>
                <a:close/>
              </a:path>
              <a:path w="2839720" h="386080">
                <a:moveTo>
                  <a:pt x="717791" y="71628"/>
                </a:moveTo>
                <a:lnTo>
                  <a:pt x="691883" y="44196"/>
                </a:lnTo>
                <a:lnTo>
                  <a:pt x="675119" y="60960"/>
                </a:lnTo>
                <a:lnTo>
                  <a:pt x="513575" y="60960"/>
                </a:lnTo>
                <a:lnTo>
                  <a:pt x="527291" y="76200"/>
                </a:lnTo>
                <a:lnTo>
                  <a:pt x="534466" y="74206"/>
                </a:lnTo>
                <a:lnTo>
                  <a:pt x="542340" y="72771"/>
                </a:lnTo>
                <a:lnTo>
                  <a:pt x="551091" y="71920"/>
                </a:lnTo>
                <a:lnTo>
                  <a:pt x="560819" y="71628"/>
                </a:lnTo>
                <a:lnTo>
                  <a:pt x="717791" y="71628"/>
                </a:lnTo>
                <a:close/>
              </a:path>
              <a:path w="2839720" h="386080">
                <a:moveTo>
                  <a:pt x="736079" y="222504"/>
                </a:moveTo>
                <a:lnTo>
                  <a:pt x="710171" y="195072"/>
                </a:lnTo>
                <a:lnTo>
                  <a:pt x="691883" y="213360"/>
                </a:lnTo>
                <a:lnTo>
                  <a:pt x="647687" y="213360"/>
                </a:lnTo>
                <a:lnTo>
                  <a:pt x="647687" y="222504"/>
                </a:lnTo>
                <a:lnTo>
                  <a:pt x="640524" y="239318"/>
                </a:lnTo>
                <a:lnTo>
                  <a:pt x="632637" y="255270"/>
                </a:lnTo>
                <a:lnTo>
                  <a:pt x="623900" y="270090"/>
                </a:lnTo>
                <a:lnTo>
                  <a:pt x="614159" y="283464"/>
                </a:lnTo>
                <a:lnTo>
                  <a:pt x="583298" y="276606"/>
                </a:lnTo>
                <a:lnTo>
                  <a:pt x="550151" y="269748"/>
                </a:lnTo>
                <a:lnTo>
                  <a:pt x="557898" y="257441"/>
                </a:lnTo>
                <a:lnTo>
                  <a:pt x="565200" y="245554"/>
                </a:lnTo>
                <a:lnTo>
                  <a:pt x="572236" y="233959"/>
                </a:lnTo>
                <a:lnTo>
                  <a:pt x="579107" y="222504"/>
                </a:lnTo>
                <a:lnTo>
                  <a:pt x="647687" y="222504"/>
                </a:lnTo>
                <a:lnTo>
                  <a:pt x="647687" y="213360"/>
                </a:lnTo>
                <a:lnTo>
                  <a:pt x="582155" y="213360"/>
                </a:lnTo>
                <a:lnTo>
                  <a:pt x="603491" y="173736"/>
                </a:lnTo>
                <a:lnTo>
                  <a:pt x="615683" y="167640"/>
                </a:lnTo>
                <a:lnTo>
                  <a:pt x="588251" y="150876"/>
                </a:lnTo>
                <a:lnTo>
                  <a:pt x="731507" y="150876"/>
                </a:lnTo>
                <a:lnTo>
                  <a:pt x="704075" y="123444"/>
                </a:lnTo>
                <a:lnTo>
                  <a:pt x="685787" y="141732"/>
                </a:lnTo>
                <a:lnTo>
                  <a:pt x="629399" y="141732"/>
                </a:lnTo>
                <a:lnTo>
                  <a:pt x="636574" y="133756"/>
                </a:lnTo>
                <a:lnTo>
                  <a:pt x="644448" y="123634"/>
                </a:lnTo>
                <a:lnTo>
                  <a:pt x="653199" y="111518"/>
                </a:lnTo>
                <a:lnTo>
                  <a:pt x="662927" y="97536"/>
                </a:lnTo>
                <a:lnTo>
                  <a:pt x="676643" y="94488"/>
                </a:lnTo>
                <a:lnTo>
                  <a:pt x="646163" y="73152"/>
                </a:lnTo>
                <a:lnTo>
                  <a:pt x="643623" y="83185"/>
                </a:lnTo>
                <a:lnTo>
                  <a:pt x="640638" y="92773"/>
                </a:lnTo>
                <a:lnTo>
                  <a:pt x="623684" y="134620"/>
                </a:lnTo>
                <a:lnTo>
                  <a:pt x="620255" y="141732"/>
                </a:lnTo>
                <a:lnTo>
                  <a:pt x="492239" y="141732"/>
                </a:lnTo>
                <a:lnTo>
                  <a:pt x="504431" y="153924"/>
                </a:lnTo>
                <a:lnTo>
                  <a:pt x="518147" y="150876"/>
                </a:lnTo>
                <a:lnTo>
                  <a:pt x="585203" y="150876"/>
                </a:lnTo>
                <a:lnTo>
                  <a:pt x="580326" y="165150"/>
                </a:lnTo>
                <a:lnTo>
                  <a:pt x="574725" y="180403"/>
                </a:lnTo>
                <a:lnTo>
                  <a:pt x="568274" y="196532"/>
                </a:lnTo>
                <a:lnTo>
                  <a:pt x="560819" y="213360"/>
                </a:lnTo>
                <a:lnTo>
                  <a:pt x="476999" y="213360"/>
                </a:lnTo>
                <a:lnTo>
                  <a:pt x="489191" y="225552"/>
                </a:lnTo>
                <a:lnTo>
                  <a:pt x="502907" y="222504"/>
                </a:lnTo>
                <a:lnTo>
                  <a:pt x="557771" y="222504"/>
                </a:lnTo>
                <a:lnTo>
                  <a:pt x="550011" y="235318"/>
                </a:lnTo>
                <a:lnTo>
                  <a:pt x="535063" y="261518"/>
                </a:lnTo>
                <a:lnTo>
                  <a:pt x="527291" y="274320"/>
                </a:lnTo>
                <a:lnTo>
                  <a:pt x="547560" y="278307"/>
                </a:lnTo>
                <a:lnTo>
                  <a:pt x="567105" y="283273"/>
                </a:lnTo>
                <a:lnTo>
                  <a:pt x="585800" y="289115"/>
                </a:lnTo>
                <a:lnTo>
                  <a:pt x="603491" y="295656"/>
                </a:lnTo>
                <a:lnTo>
                  <a:pt x="587235" y="308521"/>
                </a:lnTo>
                <a:lnTo>
                  <a:pt x="553567" y="329095"/>
                </a:lnTo>
                <a:lnTo>
                  <a:pt x="503097" y="346900"/>
                </a:lnTo>
                <a:lnTo>
                  <a:pt x="470903" y="353568"/>
                </a:lnTo>
                <a:lnTo>
                  <a:pt x="470903" y="359664"/>
                </a:lnTo>
                <a:lnTo>
                  <a:pt x="523671" y="352615"/>
                </a:lnTo>
                <a:lnTo>
                  <a:pt x="563867" y="339852"/>
                </a:lnTo>
                <a:lnTo>
                  <a:pt x="610374" y="313499"/>
                </a:lnTo>
                <a:lnTo>
                  <a:pt x="623303" y="303276"/>
                </a:lnTo>
                <a:lnTo>
                  <a:pt x="657390" y="320001"/>
                </a:lnTo>
                <a:lnTo>
                  <a:pt x="699503" y="355092"/>
                </a:lnTo>
                <a:lnTo>
                  <a:pt x="704075" y="358140"/>
                </a:lnTo>
                <a:lnTo>
                  <a:pt x="710171" y="358140"/>
                </a:lnTo>
                <a:lnTo>
                  <a:pt x="713219" y="355092"/>
                </a:lnTo>
                <a:lnTo>
                  <a:pt x="714743" y="352044"/>
                </a:lnTo>
                <a:lnTo>
                  <a:pt x="714743" y="336804"/>
                </a:lnTo>
                <a:lnTo>
                  <a:pt x="674916" y="306705"/>
                </a:lnTo>
                <a:lnTo>
                  <a:pt x="633971" y="289560"/>
                </a:lnTo>
                <a:lnTo>
                  <a:pt x="638530" y="283464"/>
                </a:lnTo>
                <a:lnTo>
                  <a:pt x="642289" y="278447"/>
                </a:lnTo>
                <a:lnTo>
                  <a:pt x="651306" y="263461"/>
                </a:lnTo>
                <a:lnTo>
                  <a:pt x="661200" y="244779"/>
                </a:lnTo>
                <a:lnTo>
                  <a:pt x="672071" y="222504"/>
                </a:lnTo>
                <a:lnTo>
                  <a:pt x="736079" y="222504"/>
                </a:lnTo>
                <a:close/>
              </a:path>
              <a:path w="2839720" h="386080">
                <a:moveTo>
                  <a:pt x="893051" y="18288"/>
                </a:moveTo>
                <a:lnTo>
                  <a:pt x="857999" y="1524"/>
                </a:lnTo>
                <a:lnTo>
                  <a:pt x="858240" y="35775"/>
                </a:lnTo>
                <a:lnTo>
                  <a:pt x="858799" y="87401"/>
                </a:lnTo>
                <a:lnTo>
                  <a:pt x="859294" y="147066"/>
                </a:lnTo>
                <a:lnTo>
                  <a:pt x="859523" y="217932"/>
                </a:lnTo>
                <a:lnTo>
                  <a:pt x="806183" y="236220"/>
                </a:lnTo>
                <a:lnTo>
                  <a:pt x="806183" y="99060"/>
                </a:lnTo>
                <a:lnTo>
                  <a:pt x="819899" y="88392"/>
                </a:lnTo>
                <a:lnTo>
                  <a:pt x="784847" y="71628"/>
                </a:lnTo>
                <a:lnTo>
                  <a:pt x="785736" y="87401"/>
                </a:lnTo>
                <a:lnTo>
                  <a:pt x="786193" y="103632"/>
                </a:lnTo>
                <a:lnTo>
                  <a:pt x="786358" y="118351"/>
                </a:lnTo>
                <a:lnTo>
                  <a:pt x="786371" y="227076"/>
                </a:lnTo>
                <a:lnTo>
                  <a:pt x="787895" y="237744"/>
                </a:lnTo>
                <a:lnTo>
                  <a:pt x="786371" y="245364"/>
                </a:lnTo>
                <a:lnTo>
                  <a:pt x="780275" y="249936"/>
                </a:lnTo>
                <a:lnTo>
                  <a:pt x="797039" y="272796"/>
                </a:lnTo>
                <a:lnTo>
                  <a:pt x="837552" y="238086"/>
                </a:lnTo>
                <a:lnTo>
                  <a:pt x="859523" y="225552"/>
                </a:lnTo>
                <a:lnTo>
                  <a:pt x="859294" y="262420"/>
                </a:lnTo>
                <a:lnTo>
                  <a:pt x="858240" y="331000"/>
                </a:lnTo>
                <a:lnTo>
                  <a:pt x="857999" y="362712"/>
                </a:lnTo>
                <a:lnTo>
                  <a:pt x="879335" y="350520"/>
                </a:lnTo>
                <a:lnTo>
                  <a:pt x="879335" y="225552"/>
                </a:lnTo>
                <a:lnTo>
                  <a:pt x="879335" y="30480"/>
                </a:lnTo>
                <a:lnTo>
                  <a:pt x="893051" y="18288"/>
                </a:lnTo>
                <a:close/>
              </a:path>
              <a:path w="2839720" h="386080">
                <a:moveTo>
                  <a:pt x="1127747" y="327660"/>
                </a:moveTo>
                <a:lnTo>
                  <a:pt x="1101458" y="323088"/>
                </a:lnTo>
                <a:lnTo>
                  <a:pt x="1075169" y="311658"/>
                </a:lnTo>
                <a:lnTo>
                  <a:pt x="1048880" y="293370"/>
                </a:lnTo>
                <a:lnTo>
                  <a:pt x="1038529" y="283464"/>
                </a:lnTo>
                <a:lnTo>
                  <a:pt x="1022591" y="268224"/>
                </a:lnTo>
                <a:lnTo>
                  <a:pt x="1030744" y="249936"/>
                </a:lnTo>
                <a:lnTo>
                  <a:pt x="1038364" y="232867"/>
                </a:lnTo>
                <a:lnTo>
                  <a:pt x="1051547" y="193357"/>
                </a:lnTo>
                <a:lnTo>
                  <a:pt x="1062456" y="150139"/>
                </a:lnTo>
                <a:lnTo>
                  <a:pt x="1071359" y="103632"/>
                </a:lnTo>
                <a:lnTo>
                  <a:pt x="1121651" y="103632"/>
                </a:lnTo>
                <a:lnTo>
                  <a:pt x="1112507" y="94488"/>
                </a:lnTo>
                <a:lnTo>
                  <a:pt x="1092695" y="74676"/>
                </a:lnTo>
                <a:lnTo>
                  <a:pt x="1072883" y="94488"/>
                </a:lnTo>
                <a:lnTo>
                  <a:pt x="1048499" y="94488"/>
                </a:lnTo>
                <a:lnTo>
                  <a:pt x="1048499" y="103632"/>
                </a:lnTo>
                <a:lnTo>
                  <a:pt x="1040168" y="150495"/>
                </a:lnTo>
                <a:lnTo>
                  <a:pt x="1030973" y="190500"/>
                </a:lnTo>
                <a:lnTo>
                  <a:pt x="1020648" y="223647"/>
                </a:lnTo>
                <a:lnTo>
                  <a:pt x="1008875" y="249936"/>
                </a:lnTo>
                <a:lnTo>
                  <a:pt x="990904" y="220218"/>
                </a:lnTo>
                <a:lnTo>
                  <a:pt x="975918" y="185928"/>
                </a:lnTo>
                <a:lnTo>
                  <a:pt x="964095" y="147066"/>
                </a:lnTo>
                <a:lnTo>
                  <a:pt x="956144" y="106680"/>
                </a:lnTo>
                <a:lnTo>
                  <a:pt x="955535" y="103632"/>
                </a:lnTo>
                <a:lnTo>
                  <a:pt x="1048499" y="103632"/>
                </a:lnTo>
                <a:lnTo>
                  <a:pt x="1048499" y="94488"/>
                </a:lnTo>
                <a:lnTo>
                  <a:pt x="955535" y="94488"/>
                </a:lnTo>
                <a:lnTo>
                  <a:pt x="963256" y="75628"/>
                </a:lnTo>
                <a:lnTo>
                  <a:pt x="970394" y="57912"/>
                </a:lnTo>
                <a:lnTo>
                  <a:pt x="976972" y="41338"/>
                </a:lnTo>
                <a:lnTo>
                  <a:pt x="982967" y="25908"/>
                </a:lnTo>
                <a:lnTo>
                  <a:pt x="998207" y="18288"/>
                </a:lnTo>
                <a:lnTo>
                  <a:pt x="960107" y="0"/>
                </a:lnTo>
                <a:lnTo>
                  <a:pt x="947534" y="53149"/>
                </a:lnTo>
                <a:lnTo>
                  <a:pt x="932675" y="102870"/>
                </a:lnTo>
                <a:lnTo>
                  <a:pt x="915530" y="149161"/>
                </a:lnTo>
                <a:lnTo>
                  <a:pt x="896099" y="192024"/>
                </a:lnTo>
                <a:lnTo>
                  <a:pt x="900671" y="195072"/>
                </a:lnTo>
                <a:lnTo>
                  <a:pt x="913866" y="175056"/>
                </a:lnTo>
                <a:lnTo>
                  <a:pt x="926198" y="153733"/>
                </a:lnTo>
                <a:lnTo>
                  <a:pt x="937971" y="131000"/>
                </a:lnTo>
                <a:lnTo>
                  <a:pt x="949439" y="106680"/>
                </a:lnTo>
                <a:lnTo>
                  <a:pt x="954252" y="149504"/>
                </a:lnTo>
                <a:lnTo>
                  <a:pt x="963917" y="190881"/>
                </a:lnTo>
                <a:lnTo>
                  <a:pt x="978166" y="230555"/>
                </a:lnTo>
                <a:lnTo>
                  <a:pt x="996683" y="268224"/>
                </a:lnTo>
                <a:lnTo>
                  <a:pt x="972096" y="295084"/>
                </a:lnTo>
                <a:lnTo>
                  <a:pt x="946200" y="318516"/>
                </a:lnTo>
                <a:lnTo>
                  <a:pt x="918895" y="338518"/>
                </a:lnTo>
                <a:lnTo>
                  <a:pt x="890003" y="355092"/>
                </a:lnTo>
                <a:lnTo>
                  <a:pt x="893051" y="359664"/>
                </a:lnTo>
                <a:lnTo>
                  <a:pt x="924229" y="345401"/>
                </a:lnTo>
                <a:lnTo>
                  <a:pt x="953820" y="327850"/>
                </a:lnTo>
                <a:lnTo>
                  <a:pt x="982002" y="307162"/>
                </a:lnTo>
                <a:lnTo>
                  <a:pt x="1008875" y="283464"/>
                </a:lnTo>
                <a:lnTo>
                  <a:pt x="1026909" y="304304"/>
                </a:lnTo>
                <a:lnTo>
                  <a:pt x="1046784" y="323278"/>
                </a:lnTo>
                <a:lnTo>
                  <a:pt x="1068679" y="340258"/>
                </a:lnTo>
                <a:lnTo>
                  <a:pt x="1092695" y="355092"/>
                </a:lnTo>
                <a:lnTo>
                  <a:pt x="1099248" y="346837"/>
                </a:lnTo>
                <a:lnTo>
                  <a:pt x="1107363" y="340423"/>
                </a:lnTo>
                <a:lnTo>
                  <a:pt x="1116914" y="336029"/>
                </a:lnTo>
                <a:lnTo>
                  <a:pt x="1127747" y="333756"/>
                </a:lnTo>
                <a:lnTo>
                  <a:pt x="1127747" y="327660"/>
                </a:lnTo>
                <a:close/>
              </a:path>
              <a:path w="2839720" h="386080">
                <a:moveTo>
                  <a:pt x="1283208" y="25908"/>
                </a:moveTo>
                <a:lnTo>
                  <a:pt x="1251204" y="25908"/>
                </a:lnTo>
                <a:lnTo>
                  <a:pt x="1139939" y="385572"/>
                </a:lnTo>
                <a:lnTo>
                  <a:pt x="1171956" y="385572"/>
                </a:lnTo>
                <a:lnTo>
                  <a:pt x="1283208" y="25908"/>
                </a:lnTo>
                <a:close/>
              </a:path>
              <a:path w="2839720" h="386080">
                <a:moveTo>
                  <a:pt x="1464551" y="102108"/>
                </a:moveTo>
                <a:lnTo>
                  <a:pt x="1440167" y="77724"/>
                </a:lnTo>
                <a:lnTo>
                  <a:pt x="1424927" y="92964"/>
                </a:lnTo>
                <a:lnTo>
                  <a:pt x="1403591" y="92964"/>
                </a:lnTo>
                <a:lnTo>
                  <a:pt x="1403591" y="32004"/>
                </a:lnTo>
                <a:lnTo>
                  <a:pt x="1418831" y="21336"/>
                </a:lnTo>
                <a:lnTo>
                  <a:pt x="1380731" y="3048"/>
                </a:lnTo>
                <a:lnTo>
                  <a:pt x="1380947" y="21336"/>
                </a:lnTo>
                <a:lnTo>
                  <a:pt x="1381061" y="27432"/>
                </a:lnTo>
                <a:lnTo>
                  <a:pt x="1382026" y="68630"/>
                </a:lnTo>
                <a:lnTo>
                  <a:pt x="1382255" y="92964"/>
                </a:lnTo>
                <a:lnTo>
                  <a:pt x="1309103" y="92964"/>
                </a:lnTo>
                <a:lnTo>
                  <a:pt x="1322819" y="106680"/>
                </a:lnTo>
                <a:lnTo>
                  <a:pt x="1331112" y="104686"/>
                </a:lnTo>
                <a:lnTo>
                  <a:pt x="1339964" y="103251"/>
                </a:lnTo>
                <a:lnTo>
                  <a:pt x="1349400" y="102400"/>
                </a:lnTo>
                <a:lnTo>
                  <a:pt x="1359395" y="102108"/>
                </a:lnTo>
                <a:lnTo>
                  <a:pt x="1382255" y="102108"/>
                </a:lnTo>
                <a:lnTo>
                  <a:pt x="1382255" y="178308"/>
                </a:lnTo>
                <a:lnTo>
                  <a:pt x="1353921" y="191198"/>
                </a:lnTo>
                <a:lnTo>
                  <a:pt x="1332725" y="200215"/>
                </a:lnTo>
                <a:lnTo>
                  <a:pt x="1318399" y="205536"/>
                </a:lnTo>
                <a:lnTo>
                  <a:pt x="1310627" y="207264"/>
                </a:lnTo>
                <a:lnTo>
                  <a:pt x="1333487" y="234696"/>
                </a:lnTo>
                <a:lnTo>
                  <a:pt x="1336395" y="228727"/>
                </a:lnTo>
                <a:lnTo>
                  <a:pt x="1345298" y="220027"/>
                </a:lnTo>
                <a:lnTo>
                  <a:pt x="1360500" y="208775"/>
                </a:lnTo>
                <a:lnTo>
                  <a:pt x="1382255" y="195072"/>
                </a:lnTo>
                <a:lnTo>
                  <a:pt x="1382255" y="321564"/>
                </a:lnTo>
                <a:lnTo>
                  <a:pt x="1377683" y="327660"/>
                </a:lnTo>
                <a:lnTo>
                  <a:pt x="1370063" y="327660"/>
                </a:lnTo>
                <a:lnTo>
                  <a:pt x="1363205" y="327380"/>
                </a:lnTo>
                <a:lnTo>
                  <a:pt x="1354061" y="326517"/>
                </a:lnTo>
                <a:lnTo>
                  <a:pt x="1342631" y="325094"/>
                </a:lnTo>
                <a:lnTo>
                  <a:pt x="1328915" y="323088"/>
                </a:lnTo>
                <a:lnTo>
                  <a:pt x="1328915" y="330708"/>
                </a:lnTo>
                <a:lnTo>
                  <a:pt x="1346923" y="337832"/>
                </a:lnTo>
                <a:lnTo>
                  <a:pt x="1359776" y="345376"/>
                </a:lnTo>
                <a:lnTo>
                  <a:pt x="1367497" y="353212"/>
                </a:lnTo>
                <a:lnTo>
                  <a:pt x="1370063" y="361188"/>
                </a:lnTo>
                <a:lnTo>
                  <a:pt x="1384096" y="355244"/>
                </a:lnTo>
                <a:lnTo>
                  <a:pt x="1394256" y="346710"/>
                </a:lnTo>
                <a:lnTo>
                  <a:pt x="1400721" y="335902"/>
                </a:lnTo>
                <a:lnTo>
                  <a:pt x="1402575" y="327660"/>
                </a:lnTo>
                <a:lnTo>
                  <a:pt x="1403591" y="323088"/>
                </a:lnTo>
                <a:lnTo>
                  <a:pt x="1403591" y="195072"/>
                </a:lnTo>
                <a:lnTo>
                  <a:pt x="1403591" y="182880"/>
                </a:lnTo>
                <a:lnTo>
                  <a:pt x="1425803" y="169164"/>
                </a:lnTo>
                <a:lnTo>
                  <a:pt x="1455407" y="150876"/>
                </a:lnTo>
                <a:lnTo>
                  <a:pt x="1450835" y="144780"/>
                </a:lnTo>
                <a:lnTo>
                  <a:pt x="1403591" y="169164"/>
                </a:lnTo>
                <a:lnTo>
                  <a:pt x="1403591" y="102108"/>
                </a:lnTo>
                <a:lnTo>
                  <a:pt x="1464551" y="102108"/>
                </a:lnTo>
                <a:close/>
              </a:path>
              <a:path w="2839720" h="386080">
                <a:moveTo>
                  <a:pt x="1661147" y="339852"/>
                </a:moveTo>
                <a:lnTo>
                  <a:pt x="1652003" y="330708"/>
                </a:lnTo>
                <a:lnTo>
                  <a:pt x="1632191" y="310896"/>
                </a:lnTo>
                <a:lnTo>
                  <a:pt x="1612379" y="330708"/>
                </a:lnTo>
                <a:lnTo>
                  <a:pt x="1493507" y="330708"/>
                </a:lnTo>
                <a:lnTo>
                  <a:pt x="1493507" y="234696"/>
                </a:lnTo>
                <a:lnTo>
                  <a:pt x="1606283" y="234696"/>
                </a:lnTo>
                <a:lnTo>
                  <a:pt x="1606283" y="259080"/>
                </a:lnTo>
                <a:lnTo>
                  <a:pt x="1629143" y="249936"/>
                </a:lnTo>
                <a:lnTo>
                  <a:pt x="1628940" y="234696"/>
                </a:lnTo>
                <a:lnTo>
                  <a:pt x="1628736" y="225552"/>
                </a:lnTo>
                <a:lnTo>
                  <a:pt x="1628381" y="209931"/>
                </a:lnTo>
                <a:lnTo>
                  <a:pt x="1627911" y="182880"/>
                </a:lnTo>
                <a:lnTo>
                  <a:pt x="1627784" y="169164"/>
                </a:lnTo>
                <a:lnTo>
                  <a:pt x="1627619" y="144780"/>
                </a:lnTo>
                <a:lnTo>
                  <a:pt x="1637779" y="137160"/>
                </a:lnTo>
                <a:lnTo>
                  <a:pt x="1639811" y="135636"/>
                </a:lnTo>
                <a:lnTo>
                  <a:pt x="1632191" y="128016"/>
                </a:lnTo>
                <a:lnTo>
                  <a:pt x="1618475" y="114300"/>
                </a:lnTo>
                <a:lnTo>
                  <a:pt x="1606283" y="126492"/>
                </a:lnTo>
                <a:lnTo>
                  <a:pt x="1606283" y="137160"/>
                </a:lnTo>
                <a:lnTo>
                  <a:pt x="1606283" y="225552"/>
                </a:lnTo>
                <a:lnTo>
                  <a:pt x="1493507" y="225552"/>
                </a:lnTo>
                <a:lnTo>
                  <a:pt x="1493507" y="137160"/>
                </a:lnTo>
                <a:lnTo>
                  <a:pt x="1606283" y="137160"/>
                </a:lnTo>
                <a:lnTo>
                  <a:pt x="1606283" y="126492"/>
                </a:lnTo>
                <a:lnTo>
                  <a:pt x="1604759" y="128016"/>
                </a:lnTo>
                <a:lnTo>
                  <a:pt x="1493507" y="128016"/>
                </a:lnTo>
                <a:lnTo>
                  <a:pt x="1493507" y="54864"/>
                </a:lnTo>
                <a:lnTo>
                  <a:pt x="1647431" y="54864"/>
                </a:lnTo>
                <a:lnTo>
                  <a:pt x="1638287" y="45720"/>
                </a:lnTo>
                <a:lnTo>
                  <a:pt x="1619999" y="27432"/>
                </a:lnTo>
                <a:lnTo>
                  <a:pt x="1601711" y="45720"/>
                </a:lnTo>
                <a:lnTo>
                  <a:pt x="1496555" y="45720"/>
                </a:lnTo>
                <a:lnTo>
                  <a:pt x="1470647" y="30480"/>
                </a:lnTo>
                <a:lnTo>
                  <a:pt x="1471536" y="45656"/>
                </a:lnTo>
                <a:lnTo>
                  <a:pt x="1471980" y="61531"/>
                </a:lnTo>
                <a:lnTo>
                  <a:pt x="1472057" y="68630"/>
                </a:lnTo>
                <a:lnTo>
                  <a:pt x="1472171" y="324612"/>
                </a:lnTo>
                <a:lnTo>
                  <a:pt x="1459979" y="333756"/>
                </a:lnTo>
                <a:lnTo>
                  <a:pt x="1479791" y="353568"/>
                </a:lnTo>
                <a:lnTo>
                  <a:pt x="1495031" y="339852"/>
                </a:lnTo>
                <a:lnTo>
                  <a:pt x="1661147" y="339852"/>
                </a:lnTo>
                <a:close/>
              </a:path>
              <a:path w="2839720" h="386080">
                <a:moveTo>
                  <a:pt x="1854708" y="274320"/>
                </a:moveTo>
                <a:lnTo>
                  <a:pt x="1851660" y="268224"/>
                </a:lnTo>
                <a:lnTo>
                  <a:pt x="1794129" y="289941"/>
                </a:lnTo>
                <a:lnTo>
                  <a:pt x="1771497" y="298234"/>
                </a:lnTo>
                <a:lnTo>
                  <a:pt x="1752600" y="304800"/>
                </a:lnTo>
                <a:lnTo>
                  <a:pt x="1725549" y="312420"/>
                </a:lnTo>
                <a:lnTo>
                  <a:pt x="1716163" y="314667"/>
                </a:lnTo>
                <a:lnTo>
                  <a:pt x="1709928" y="315468"/>
                </a:lnTo>
                <a:lnTo>
                  <a:pt x="1728216" y="342900"/>
                </a:lnTo>
                <a:lnTo>
                  <a:pt x="1739620" y="333260"/>
                </a:lnTo>
                <a:lnTo>
                  <a:pt x="1764601" y="318325"/>
                </a:lnTo>
                <a:lnTo>
                  <a:pt x="1803006" y="298538"/>
                </a:lnTo>
                <a:lnTo>
                  <a:pt x="1854708" y="274320"/>
                </a:lnTo>
                <a:close/>
              </a:path>
              <a:path w="2839720" h="386080">
                <a:moveTo>
                  <a:pt x="1865376" y="89916"/>
                </a:moveTo>
                <a:lnTo>
                  <a:pt x="1836420" y="68580"/>
                </a:lnTo>
                <a:lnTo>
                  <a:pt x="1828177" y="87134"/>
                </a:lnTo>
                <a:lnTo>
                  <a:pt x="1819656" y="103822"/>
                </a:lnTo>
                <a:lnTo>
                  <a:pt x="1811121" y="118516"/>
                </a:lnTo>
                <a:lnTo>
                  <a:pt x="1802892" y="131064"/>
                </a:lnTo>
                <a:lnTo>
                  <a:pt x="1729740" y="135636"/>
                </a:lnTo>
                <a:lnTo>
                  <a:pt x="1748028" y="113068"/>
                </a:lnTo>
                <a:lnTo>
                  <a:pt x="1766316" y="88773"/>
                </a:lnTo>
                <a:lnTo>
                  <a:pt x="1784604" y="62776"/>
                </a:lnTo>
                <a:lnTo>
                  <a:pt x="1802892" y="35052"/>
                </a:lnTo>
                <a:lnTo>
                  <a:pt x="1818132" y="27432"/>
                </a:lnTo>
                <a:lnTo>
                  <a:pt x="1787652" y="7620"/>
                </a:lnTo>
                <a:lnTo>
                  <a:pt x="1781048" y="25603"/>
                </a:lnTo>
                <a:lnTo>
                  <a:pt x="1772602" y="45148"/>
                </a:lnTo>
                <a:lnTo>
                  <a:pt x="1749552" y="88392"/>
                </a:lnTo>
                <a:lnTo>
                  <a:pt x="1724596" y="124015"/>
                </a:lnTo>
                <a:lnTo>
                  <a:pt x="1705356" y="135636"/>
                </a:lnTo>
                <a:lnTo>
                  <a:pt x="1720596" y="164592"/>
                </a:lnTo>
                <a:lnTo>
                  <a:pt x="1726044" y="160070"/>
                </a:lnTo>
                <a:lnTo>
                  <a:pt x="1733359" y="155829"/>
                </a:lnTo>
                <a:lnTo>
                  <a:pt x="1742668" y="152171"/>
                </a:lnTo>
                <a:lnTo>
                  <a:pt x="1754124" y="149352"/>
                </a:lnTo>
                <a:lnTo>
                  <a:pt x="1765528" y="146215"/>
                </a:lnTo>
                <a:lnTo>
                  <a:pt x="1776793" y="143637"/>
                </a:lnTo>
                <a:lnTo>
                  <a:pt x="1787766" y="141643"/>
                </a:lnTo>
                <a:lnTo>
                  <a:pt x="1798320" y="140208"/>
                </a:lnTo>
                <a:lnTo>
                  <a:pt x="1785175" y="158762"/>
                </a:lnTo>
                <a:lnTo>
                  <a:pt x="1762315" y="190144"/>
                </a:lnTo>
                <a:lnTo>
                  <a:pt x="1733169" y="222123"/>
                </a:lnTo>
                <a:lnTo>
                  <a:pt x="1716024" y="230124"/>
                </a:lnTo>
                <a:lnTo>
                  <a:pt x="1731264" y="257556"/>
                </a:lnTo>
                <a:lnTo>
                  <a:pt x="1778508" y="237744"/>
                </a:lnTo>
                <a:lnTo>
                  <a:pt x="1824062" y="227076"/>
                </a:lnTo>
                <a:lnTo>
                  <a:pt x="1851660" y="220980"/>
                </a:lnTo>
                <a:lnTo>
                  <a:pt x="1851660" y="214884"/>
                </a:lnTo>
                <a:lnTo>
                  <a:pt x="1748028" y="227076"/>
                </a:lnTo>
                <a:lnTo>
                  <a:pt x="1773377" y="196748"/>
                </a:lnTo>
                <a:lnTo>
                  <a:pt x="1798891" y="164973"/>
                </a:lnTo>
                <a:lnTo>
                  <a:pt x="1817535" y="140208"/>
                </a:lnTo>
                <a:lnTo>
                  <a:pt x="1820976" y="135636"/>
                </a:lnTo>
                <a:lnTo>
                  <a:pt x="1824101" y="131495"/>
                </a:lnTo>
                <a:lnTo>
                  <a:pt x="1848612" y="96012"/>
                </a:lnTo>
                <a:lnTo>
                  <a:pt x="1865376" y="89916"/>
                </a:lnTo>
                <a:close/>
              </a:path>
              <a:path w="2839720" h="386080">
                <a:moveTo>
                  <a:pt x="2060448" y="329184"/>
                </a:moveTo>
                <a:lnTo>
                  <a:pt x="2041588" y="295656"/>
                </a:lnTo>
                <a:lnTo>
                  <a:pt x="2039112" y="263652"/>
                </a:lnTo>
                <a:lnTo>
                  <a:pt x="2031492" y="263652"/>
                </a:lnTo>
                <a:lnTo>
                  <a:pt x="2031225" y="283400"/>
                </a:lnTo>
                <a:lnTo>
                  <a:pt x="2030539" y="299275"/>
                </a:lnTo>
                <a:lnTo>
                  <a:pt x="2029561" y="311454"/>
                </a:lnTo>
                <a:lnTo>
                  <a:pt x="2028520" y="319379"/>
                </a:lnTo>
                <a:lnTo>
                  <a:pt x="2028444" y="327660"/>
                </a:lnTo>
                <a:lnTo>
                  <a:pt x="2023872" y="332232"/>
                </a:lnTo>
                <a:lnTo>
                  <a:pt x="1917192" y="332232"/>
                </a:lnTo>
                <a:lnTo>
                  <a:pt x="1906308" y="330809"/>
                </a:lnTo>
                <a:lnTo>
                  <a:pt x="1898713" y="326517"/>
                </a:lnTo>
                <a:lnTo>
                  <a:pt x="1894255" y="319379"/>
                </a:lnTo>
                <a:lnTo>
                  <a:pt x="1892808" y="309372"/>
                </a:lnTo>
                <a:lnTo>
                  <a:pt x="1892808" y="225552"/>
                </a:lnTo>
                <a:lnTo>
                  <a:pt x="2010156" y="225552"/>
                </a:lnTo>
                <a:lnTo>
                  <a:pt x="2010156" y="245364"/>
                </a:lnTo>
                <a:lnTo>
                  <a:pt x="2031492" y="234696"/>
                </a:lnTo>
                <a:lnTo>
                  <a:pt x="2031301" y="225552"/>
                </a:lnTo>
                <a:lnTo>
                  <a:pt x="2031060" y="216408"/>
                </a:lnTo>
                <a:lnTo>
                  <a:pt x="2030730" y="204406"/>
                </a:lnTo>
                <a:lnTo>
                  <a:pt x="2030196" y="179197"/>
                </a:lnTo>
                <a:lnTo>
                  <a:pt x="2029968" y="147828"/>
                </a:lnTo>
                <a:lnTo>
                  <a:pt x="2036064" y="143256"/>
                </a:lnTo>
                <a:lnTo>
                  <a:pt x="2042160" y="138684"/>
                </a:lnTo>
                <a:lnTo>
                  <a:pt x="2037588" y="134112"/>
                </a:lnTo>
                <a:lnTo>
                  <a:pt x="2023872" y="120396"/>
                </a:lnTo>
                <a:lnTo>
                  <a:pt x="2010156" y="134112"/>
                </a:lnTo>
                <a:lnTo>
                  <a:pt x="2010156" y="143256"/>
                </a:lnTo>
                <a:lnTo>
                  <a:pt x="2010156" y="216408"/>
                </a:lnTo>
                <a:lnTo>
                  <a:pt x="1959864" y="216408"/>
                </a:lnTo>
                <a:lnTo>
                  <a:pt x="1959864" y="143256"/>
                </a:lnTo>
                <a:lnTo>
                  <a:pt x="2010156" y="143256"/>
                </a:lnTo>
                <a:lnTo>
                  <a:pt x="2010156" y="134112"/>
                </a:lnTo>
                <a:lnTo>
                  <a:pt x="1962912" y="134112"/>
                </a:lnTo>
                <a:lnTo>
                  <a:pt x="1971763" y="121234"/>
                </a:lnTo>
                <a:lnTo>
                  <a:pt x="2002002" y="83426"/>
                </a:lnTo>
                <a:lnTo>
                  <a:pt x="2023872" y="71628"/>
                </a:lnTo>
                <a:lnTo>
                  <a:pt x="2022513" y="70104"/>
                </a:lnTo>
                <a:lnTo>
                  <a:pt x="2013026" y="59436"/>
                </a:lnTo>
                <a:lnTo>
                  <a:pt x="1999488" y="44196"/>
                </a:lnTo>
                <a:lnTo>
                  <a:pt x="1985772" y="57912"/>
                </a:lnTo>
                <a:lnTo>
                  <a:pt x="1985772" y="70104"/>
                </a:lnTo>
                <a:lnTo>
                  <a:pt x="1953768" y="134112"/>
                </a:lnTo>
                <a:lnTo>
                  <a:pt x="1941576" y="134112"/>
                </a:lnTo>
                <a:lnTo>
                  <a:pt x="1941576" y="143256"/>
                </a:lnTo>
                <a:lnTo>
                  <a:pt x="1941576" y="216408"/>
                </a:lnTo>
                <a:lnTo>
                  <a:pt x="1892808" y="216408"/>
                </a:lnTo>
                <a:lnTo>
                  <a:pt x="1892808" y="143256"/>
                </a:lnTo>
                <a:lnTo>
                  <a:pt x="1941576" y="143256"/>
                </a:lnTo>
                <a:lnTo>
                  <a:pt x="1941576" y="134112"/>
                </a:lnTo>
                <a:lnTo>
                  <a:pt x="1892808" y="134112"/>
                </a:lnTo>
                <a:lnTo>
                  <a:pt x="1891055" y="132588"/>
                </a:lnTo>
                <a:lnTo>
                  <a:pt x="1880616" y="123444"/>
                </a:lnTo>
                <a:lnTo>
                  <a:pt x="1891449" y="108038"/>
                </a:lnTo>
                <a:lnTo>
                  <a:pt x="1900999" y="93916"/>
                </a:lnTo>
                <a:lnTo>
                  <a:pt x="1909114" y="81229"/>
                </a:lnTo>
                <a:lnTo>
                  <a:pt x="1915668" y="70104"/>
                </a:lnTo>
                <a:lnTo>
                  <a:pt x="1985772" y="70104"/>
                </a:lnTo>
                <a:lnTo>
                  <a:pt x="1985772" y="57912"/>
                </a:lnTo>
                <a:lnTo>
                  <a:pt x="1984248" y="59436"/>
                </a:lnTo>
                <a:lnTo>
                  <a:pt x="1918716" y="59436"/>
                </a:lnTo>
                <a:lnTo>
                  <a:pt x="1923046" y="53174"/>
                </a:lnTo>
                <a:lnTo>
                  <a:pt x="1927098" y="45910"/>
                </a:lnTo>
                <a:lnTo>
                  <a:pt x="1931136" y="37795"/>
                </a:lnTo>
                <a:lnTo>
                  <a:pt x="1935480" y="28956"/>
                </a:lnTo>
                <a:lnTo>
                  <a:pt x="1949196" y="21336"/>
                </a:lnTo>
                <a:lnTo>
                  <a:pt x="1918716" y="1524"/>
                </a:lnTo>
                <a:lnTo>
                  <a:pt x="1913305" y="19265"/>
                </a:lnTo>
                <a:lnTo>
                  <a:pt x="1906333" y="38290"/>
                </a:lnTo>
                <a:lnTo>
                  <a:pt x="1888236" y="80772"/>
                </a:lnTo>
                <a:lnTo>
                  <a:pt x="1861947" y="122110"/>
                </a:lnTo>
                <a:lnTo>
                  <a:pt x="1828800" y="160020"/>
                </a:lnTo>
                <a:lnTo>
                  <a:pt x="1833372" y="164592"/>
                </a:lnTo>
                <a:lnTo>
                  <a:pt x="1843417" y="157454"/>
                </a:lnTo>
                <a:lnTo>
                  <a:pt x="1853184" y="149733"/>
                </a:lnTo>
                <a:lnTo>
                  <a:pt x="1862937" y="141452"/>
                </a:lnTo>
                <a:lnTo>
                  <a:pt x="1872996" y="132588"/>
                </a:lnTo>
                <a:lnTo>
                  <a:pt x="1872996" y="316992"/>
                </a:lnTo>
                <a:lnTo>
                  <a:pt x="1874989" y="331876"/>
                </a:lnTo>
                <a:lnTo>
                  <a:pt x="1880997" y="342328"/>
                </a:lnTo>
                <a:lnTo>
                  <a:pt x="1890991" y="348500"/>
                </a:lnTo>
                <a:lnTo>
                  <a:pt x="1905000" y="350520"/>
                </a:lnTo>
                <a:lnTo>
                  <a:pt x="2028444" y="350520"/>
                </a:lnTo>
                <a:lnTo>
                  <a:pt x="2058644" y="332232"/>
                </a:lnTo>
                <a:lnTo>
                  <a:pt x="2060448" y="329184"/>
                </a:lnTo>
                <a:close/>
              </a:path>
              <a:path w="2839720" h="386080">
                <a:moveTo>
                  <a:pt x="2170176" y="65532"/>
                </a:moveTo>
                <a:lnTo>
                  <a:pt x="2144458" y="32512"/>
                </a:lnTo>
                <a:lnTo>
                  <a:pt x="2122932" y="19812"/>
                </a:lnTo>
                <a:lnTo>
                  <a:pt x="2118360" y="22352"/>
                </a:lnTo>
                <a:lnTo>
                  <a:pt x="2128405" y="36322"/>
                </a:lnTo>
                <a:lnTo>
                  <a:pt x="2135886" y="50292"/>
                </a:lnTo>
                <a:lnTo>
                  <a:pt x="2141067" y="61722"/>
                </a:lnTo>
                <a:lnTo>
                  <a:pt x="2144268" y="74422"/>
                </a:lnTo>
                <a:lnTo>
                  <a:pt x="2145792" y="83312"/>
                </a:lnTo>
                <a:lnTo>
                  <a:pt x="2148840" y="89662"/>
                </a:lnTo>
                <a:lnTo>
                  <a:pt x="2154936" y="89662"/>
                </a:lnTo>
                <a:lnTo>
                  <a:pt x="2162556" y="82042"/>
                </a:lnTo>
                <a:lnTo>
                  <a:pt x="2168652" y="76962"/>
                </a:lnTo>
                <a:lnTo>
                  <a:pt x="2170176" y="70612"/>
                </a:lnTo>
                <a:lnTo>
                  <a:pt x="2170176" y="65532"/>
                </a:lnTo>
                <a:close/>
              </a:path>
              <a:path w="2839720" h="386080">
                <a:moveTo>
                  <a:pt x="2318004" y="52832"/>
                </a:moveTo>
                <a:lnTo>
                  <a:pt x="2314956" y="50292"/>
                </a:lnTo>
                <a:lnTo>
                  <a:pt x="2298192" y="36322"/>
                </a:lnTo>
                <a:lnTo>
                  <a:pt x="2289048" y="48298"/>
                </a:lnTo>
                <a:lnTo>
                  <a:pt x="2289048" y="59182"/>
                </a:lnTo>
                <a:lnTo>
                  <a:pt x="2289048" y="89662"/>
                </a:lnTo>
                <a:lnTo>
                  <a:pt x="2289048" y="98552"/>
                </a:lnTo>
                <a:lnTo>
                  <a:pt x="2289048" y="130302"/>
                </a:lnTo>
                <a:lnTo>
                  <a:pt x="2221992" y="130302"/>
                </a:lnTo>
                <a:lnTo>
                  <a:pt x="2221992" y="98552"/>
                </a:lnTo>
                <a:lnTo>
                  <a:pt x="2289048" y="98552"/>
                </a:lnTo>
                <a:lnTo>
                  <a:pt x="2289048" y="89662"/>
                </a:lnTo>
                <a:lnTo>
                  <a:pt x="2221992" y="89662"/>
                </a:lnTo>
                <a:lnTo>
                  <a:pt x="2221992" y="59182"/>
                </a:lnTo>
                <a:lnTo>
                  <a:pt x="2289048" y="59182"/>
                </a:lnTo>
                <a:lnTo>
                  <a:pt x="2289048" y="48298"/>
                </a:lnTo>
                <a:lnTo>
                  <a:pt x="2287524" y="50292"/>
                </a:lnTo>
                <a:lnTo>
                  <a:pt x="2246376" y="50292"/>
                </a:lnTo>
                <a:lnTo>
                  <a:pt x="2252472" y="40132"/>
                </a:lnTo>
                <a:lnTo>
                  <a:pt x="2258568" y="35052"/>
                </a:lnTo>
                <a:lnTo>
                  <a:pt x="2261616" y="29972"/>
                </a:lnTo>
                <a:lnTo>
                  <a:pt x="2269236" y="22352"/>
                </a:lnTo>
                <a:lnTo>
                  <a:pt x="2275332" y="17272"/>
                </a:lnTo>
                <a:lnTo>
                  <a:pt x="2250948" y="5842"/>
                </a:lnTo>
                <a:lnTo>
                  <a:pt x="2249246" y="14732"/>
                </a:lnTo>
                <a:lnTo>
                  <a:pt x="2246566" y="26162"/>
                </a:lnTo>
                <a:lnTo>
                  <a:pt x="2243010" y="37592"/>
                </a:lnTo>
                <a:lnTo>
                  <a:pt x="2238756" y="50292"/>
                </a:lnTo>
                <a:lnTo>
                  <a:pt x="2221992" y="50292"/>
                </a:lnTo>
                <a:lnTo>
                  <a:pt x="2202180" y="37592"/>
                </a:lnTo>
                <a:lnTo>
                  <a:pt x="2203056" y="55372"/>
                </a:lnTo>
                <a:lnTo>
                  <a:pt x="2203475" y="70612"/>
                </a:lnTo>
                <a:lnTo>
                  <a:pt x="2203602" y="79502"/>
                </a:lnTo>
                <a:lnTo>
                  <a:pt x="2203513" y="123952"/>
                </a:lnTo>
                <a:lnTo>
                  <a:pt x="2203056" y="137922"/>
                </a:lnTo>
                <a:lnTo>
                  <a:pt x="2202180" y="154432"/>
                </a:lnTo>
                <a:lnTo>
                  <a:pt x="2221992" y="149352"/>
                </a:lnTo>
                <a:lnTo>
                  <a:pt x="2221992" y="139192"/>
                </a:lnTo>
                <a:lnTo>
                  <a:pt x="2289048" y="139192"/>
                </a:lnTo>
                <a:lnTo>
                  <a:pt x="2289048" y="151892"/>
                </a:lnTo>
                <a:lnTo>
                  <a:pt x="2308860" y="143002"/>
                </a:lnTo>
                <a:lnTo>
                  <a:pt x="2308593" y="139192"/>
                </a:lnTo>
                <a:lnTo>
                  <a:pt x="2307971" y="130302"/>
                </a:lnTo>
                <a:lnTo>
                  <a:pt x="2307526" y="113792"/>
                </a:lnTo>
                <a:lnTo>
                  <a:pt x="2307412" y="98552"/>
                </a:lnTo>
                <a:lnTo>
                  <a:pt x="2307348" y="89662"/>
                </a:lnTo>
                <a:lnTo>
                  <a:pt x="2307336" y="61722"/>
                </a:lnTo>
                <a:lnTo>
                  <a:pt x="2310384" y="59182"/>
                </a:lnTo>
                <a:lnTo>
                  <a:pt x="2318004" y="52832"/>
                </a:lnTo>
                <a:close/>
              </a:path>
              <a:path w="2839720" h="386080">
                <a:moveTo>
                  <a:pt x="2337816" y="189992"/>
                </a:moveTo>
                <a:lnTo>
                  <a:pt x="2316480" y="165862"/>
                </a:lnTo>
                <a:lnTo>
                  <a:pt x="2299716" y="181102"/>
                </a:lnTo>
                <a:lnTo>
                  <a:pt x="2264664" y="181102"/>
                </a:lnTo>
                <a:lnTo>
                  <a:pt x="2272284" y="174752"/>
                </a:lnTo>
                <a:lnTo>
                  <a:pt x="2275332" y="168402"/>
                </a:lnTo>
                <a:lnTo>
                  <a:pt x="2272284" y="162052"/>
                </a:lnTo>
                <a:lnTo>
                  <a:pt x="2268321" y="158242"/>
                </a:lnTo>
                <a:lnTo>
                  <a:pt x="2261235" y="153162"/>
                </a:lnTo>
                <a:lnTo>
                  <a:pt x="2251278" y="149352"/>
                </a:lnTo>
                <a:lnTo>
                  <a:pt x="2238756" y="144272"/>
                </a:lnTo>
                <a:lnTo>
                  <a:pt x="2235708" y="146812"/>
                </a:lnTo>
                <a:lnTo>
                  <a:pt x="2243709" y="155702"/>
                </a:lnTo>
                <a:lnTo>
                  <a:pt x="2249424" y="163322"/>
                </a:lnTo>
                <a:lnTo>
                  <a:pt x="2252853" y="172212"/>
                </a:lnTo>
                <a:lnTo>
                  <a:pt x="2253996" y="181102"/>
                </a:lnTo>
                <a:lnTo>
                  <a:pt x="2182368" y="181102"/>
                </a:lnTo>
                <a:lnTo>
                  <a:pt x="2196084" y="195072"/>
                </a:lnTo>
                <a:lnTo>
                  <a:pt x="2204961" y="192532"/>
                </a:lnTo>
                <a:lnTo>
                  <a:pt x="2221585" y="189992"/>
                </a:lnTo>
                <a:lnTo>
                  <a:pt x="2229612" y="189992"/>
                </a:lnTo>
                <a:lnTo>
                  <a:pt x="2227605" y="212852"/>
                </a:lnTo>
                <a:lnTo>
                  <a:pt x="2219325" y="238252"/>
                </a:lnTo>
                <a:lnTo>
                  <a:pt x="2204745" y="263652"/>
                </a:lnTo>
                <a:lnTo>
                  <a:pt x="2183892" y="290322"/>
                </a:lnTo>
                <a:lnTo>
                  <a:pt x="2186940" y="292862"/>
                </a:lnTo>
                <a:lnTo>
                  <a:pt x="2208390" y="277622"/>
                </a:lnTo>
                <a:lnTo>
                  <a:pt x="2224849" y="259842"/>
                </a:lnTo>
                <a:lnTo>
                  <a:pt x="2236444" y="242062"/>
                </a:lnTo>
                <a:lnTo>
                  <a:pt x="2243328" y="223012"/>
                </a:lnTo>
                <a:lnTo>
                  <a:pt x="2284476" y="223012"/>
                </a:lnTo>
                <a:lnTo>
                  <a:pt x="2276322" y="270002"/>
                </a:lnTo>
                <a:lnTo>
                  <a:pt x="2266188" y="276352"/>
                </a:lnTo>
                <a:lnTo>
                  <a:pt x="2256472" y="276352"/>
                </a:lnTo>
                <a:lnTo>
                  <a:pt x="2250186" y="275082"/>
                </a:lnTo>
                <a:lnTo>
                  <a:pt x="2242756" y="273812"/>
                </a:lnTo>
                <a:lnTo>
                  <a:pt x="2234184" y="272542"/>
                </a:lnTo>
                <a:lnTo>
                  <a:pt x="2232660" y="276352"/>
                </a:lnTo>
                <a:lnTo>
                  <a:pt x="2246655" y="282702"/>
                </a:lnTo>
                <a:lnTo>
                  <a:pt x="2256663" y="289052"/>
                </a:lnTo>
                <a:lnTo>
                  <a:pt x="2262657" y="295402"/>
                </a:lnTo>
                <a:lnTo>
                  <a:pt x="2264664" y="303022"/>
                </a:lnTo>
                <a:lnTo>
                  <a:pt x="2274062" y="299212"/>
                </a:lnTo>
                <a:lnTo>
                  <a:pt x="2281618" y="295402"/>
                </a:lnTo>
                <a:lnTo>
                  <a:pt x="2287155" y="290322"/>
                </a:lnTo>
                <a:lnTo>
                  <a:pt x="2290572" y="283972"/>
                </a:lnTo>
                <a:lnTo>
                  <a:pt x="2292743" y="276352"/>
                </a:lnTo>
                <a:lnTo>
                  <a:pt x="2293112" y="275082"/>
                </a:lnTo>
                <a:lnTo>
                  <a:pt x="2296096" y="262382"/>
                </a:lnTo>
                <a:lnTo>
                  <a:pt x="2299347" y="245872"/>
                </a:lnTo>
                <a:lnTo>
                  <a:pt x="2302764" y="226822"/>
                </a:lnTo>
                <a:lnTo>
                  <a:pt x="2308860" y="223012"/>
                </a:lnTo>
                <a:lnTo>
                  <a:pt x="2314956" y="219202"/>
                </a:lnTo>
                <a:lnTo>
                  <a:pt x="2308390" y="214122"/>
                </a:lnTo>
                <a:lnTo>
                  <a:pt x="2293620" y="202692"/>
                </a:lnTo>
                <a:lnTo>
                  <a:pt x="2282952" y="214122"/>
                </a:lnTo>
                <a:lnTo>
                  <a:pt x="2244852" y="214122"/>
                </a:lnTo>
                <a:lnTo>
                  <a:pt x="2247900" y="205232"/>
                </a:lnTo>
                <a:lnTo>
                  <a:pt x="2247900" y="189992"/>
                </a:lnTo>
                <a:lnTo>
                  <a:pt x="2337816" y="189992"/>
                </a:lnTo>
                <a:close/>
              </a:path>
              <a:path w="2839720" h="386080">
                <a:moveTo>
                  <a:pt x="2449068" y="319532"/>
                </a:moveTo>
                <a:lnTo>
                  <a:pt x="2375725" y="324612"/>
                </a:lnTo>
                <a:lnTo>
                  <a:pt x="2345550" y="324612"/>
                </a:lnTo>
                <a:lnTo>
                  <a:pt x="2319528" y="325882"/>
                </a:lnTo>
                <a:lnTo>
                  <a:pt x="2306637" y="325882"/>
                </a:lnTo>
                <a:lnTo>
                  <a:pt x="2293048" y="324612"/>
                </a:lnTo>
                <a:lnTo>
                  <a:pt x="2278583" y="324612"/>
                </a:lnTo>
                <a:lnTo>
                  <a:pt x="2263140" y="322072"/>
                </a:lnTo>
                <a:lnTo>
                  <a:pt x="2247684" y="320802"/>
                </a:lnTo>
                <a:lnTo>
                  <a:pt x="2233231" y="316992"/>
                </a:lnTo>
                <a:lnTo>
                  <a:pt x="2219629" y="313182"/>
                </a:lnTo>
                <a:lnTo>
                  <a:pt x="2206752" y="306832"/>
                </a:lnTo>
                <a:lnTo>
                  <a:pt x="2195652" y="300482"/>
                </a:lnTo>
                <a:lnTo>
                  <a:pt x="2185416" y="292862"/>
                </a:lnTo>
                <a:lnTo>
                  <a:pt x="2178139" y="287782"/>
                </a:lnTo>
                <a:lnTo>
                  <a:pt x="2176310" y="286512"/>
                </a:lnTo>
                <a:lnTo>
                  <a:pt x="2168652" y="278892"/>
                </a:lnTo>
                <a:lnTo>
                  <a:pt x="2168652" y="150622"/>
                </a:lnTo>
                <a:lnTo>
                  <a:pt x="2173871" y="146812"/>
                </a:lnTo>
                <a:lnTo>
                  <a:pt x="2180844" y="141732"/>
                </a:lnTo>
                <a:lnTo>
                  <a:pt x="2157984" y="121412"/>
                </a:lnTo>
                <a:lnTo>
                  <a:pt x="2145792" y="137922"/>
                </a:lnTo>
                <a:lnTo>
                  <a:pt x="2086356" y="137922"/>
                </a:lnTo>
                <a:lnTo>
                  <a:pt x="2100072" y="151892"/>
                </a:lnTo>
                <a:lnTo>
                  <a:pt x="2108568" y="149352"/>
                </a:lnTo>
                <a:lnTo>
                  <a:pt x="2117788" y="148082"/>
                </a:lnTo>
                <a:lnTo>
                  <a:pt x="2127288" y="148082"/>
                </a:lnTo>
                <a:lnTo>
                  <a:pt x="2136648" y="146812"/>
                </a:lnTo>
                <a:lnTo>
                  <a:pt x="2148840" y="146812"/>
                </a:lnTo>
                <a:lnTo>
                  <a:pt x="2148840" y="278892"/>
                </a:lnTo>
                <a:lnTo>
                  <a:pt x="2130526" y="286512"/>
                </a:lnTo>
                <a:lnTo>
                  <a:pt x="2114359" y="294132"/>
                </a:lnTo>
                <a:lnTo>
                  <a:pt x="2100186" y="301752"/>
                </a:lnTo>
                <a:lnTo>
                  <a:pt x="2087880" y="310642"/>
                </a:lnTo>
                <a:lnTo>
                  <a:pt x="2109216" y="330962"/>
                </a:lnTo>
                <a:lnTo>
                  <a:pt x="2128278" y="310642"/>
                </a:lnTo>
                <a:lnTo>
                  <a:pt x="2135124" y="303022"/>
                </a:lnTo>
                <a:lnTo>
                  <a:pt x="2142553" y="295402"/>
                </a:lnTo>
                <a:lnTo>
                  <a:pt x="2148840" y="291592"/>
                </a:lnTo>
                <a:lnTo>
                  <a:pt x="2153983" y="287782"/>
                </a:lnTo>
                <a:lnTo>
                  <a:pt x="2157984" y="287782"/>
                </a:lnTo>
                <a:lnTo>
                  <a:pt x="2162860" y="289052"/>
                </a:lnTo>
                <a:lnTo>
                  <a:pt x="2168461" y="291592"/>
                </a:lnTo>
                <a:lnTo>
                  <a:pt x="2174913" y="297942"/>
                </a:lnTo>
                <a:lnTo>
                  <a:pt x="2182368" y="305562"/>
                </a:lnTo>
                <a:lnTo>
                  <a:pt x="2192667" y="314452"/>
                </a:lnTo>
                <a:lnTo>
                  <a:pt x="2238756" y="337312"/>
                </a:lnTo>
                <a:lnTo>
                  <a:pt x="2304288" y="346202"/>
                </a:lnTo>
                <a:lnTo>
                  <a:pt x="2355761" y="348742"/>
                </a:lnTo>
                <a:lnTo>
                  <a:pt x="2420112" y="350012"/>
                </a:lnTo>
                <a:lnTo>
                  <a:pt x="2421839" y="343662"/>
                </a:lnTo>
                <a:lnTo>
                  <a:pt x="2427160" y="336042"/>
                </a:lnTo>
                <a:lnTo>
                  <a:pt x="2436177" y="330962"/>
                </a:lnTo>
                <a:lnTo>
                  <a:pt x="2449068" y="325882"/>
                </a:lnTo>
                <a:lnTo>
                  <a:pt x="2449068" y="319532"/>
                </a:lnTo>
                <a:close/>
              </a:path>
              <a:path w="2839720" h="386080">
                <a:moveTo>
                  <a:pt x="2450592" y="101092"/>
                </a:moveTo>
                <a:lnTo>
                  <a:pt x="2443276" y="93472"/>
                </a:lnTo>
                <a:lnTo>
                  <a:pt x="2426208" y="75692"/>
                </a:lnTo>
                <a:lnTo>
                  <a:pt x="2409444" y="93472"/>
                </a:lnTo>
                <a:lnTo>
                  <a:pt x="2354580" y="93472"/>
                </a:lnTo>
                <a:lnTo>
                  <a:pt x="2359431" y="79502"/>
                </a:lnTo>
                <a:lnTo>
                  <a:pt x="2377440" y="27432"/>
                </a:lnTo>
                <a:lnTo>
                  <a:pt x="2389632" y="21082"/>
                </a:lnTo>
                <a:lnTo>
                  <a:pt x="2357628" y="4572"/>
                </a:lnTo>
                <a:lnTo>
                  <a:pt x="2353932" y="26162"/>
                </a:lnTo>
                <a:lnTo>
                  <a:pt x="2349817" y="46482"/>
                </a:lnTo>
                <a:lnTo>
                  <a:pt x="2340864" y="85852"/>
                </a:lnTo>
                <a:lnTo>
                  <a:pt x="2328481" y="122682"/>
                </a:lnTo>
                <a:lnTo>
                  <a:pt x="2321788" y="139192"/>
                </a:lnTo>
                <a:lnTo>
                  <a:pt x="2314956" y="158242"/>
                </a:lnTo>
                <a:lnTo>
                  <a:pt x="2342667" y="120142"/>
                </a:lnTo>
                <a:lnTo>
                  <a:pt x="2351532" y="103632"/>
                </a:lnTo>
                <a:lnTo>
                  <a:pt x="2397252" y="103632"/>
                </a:lnTo>
                <a:lnTo>
                  <a:pt x="2394407" y="126492"/>
                </a:lnTo>
                <a:lnTo>
                  <a:pt x="2390584" y="149352"/>
                </a:lnTo>
                <a:lnTo>
                  <a:pt x="2385885" y="172212"/>
                </a:lnTo>
                <a:lnTo>
                  <a:pt x="2380488" y="192532"/>
                </a:lnTo>
                <a:lnTo>
                  <a:pt x="2371915" y="182372"/>
                </a:lnTo>
                <a:lnTo>
                  <a:pt x="2351341" y="158242"/>
                </a:lnTo>
                <a:lnTo>
                  <a:pt x="2339340" y="145542"/>
                </a:lnTo>
                <a:lnTo>
                  <a:pt x="2334768" y="149352"/>
                </a:lnTo>
                <a:lnTo>
                  <a:pt x="2344191" y="160782"/>
                </a:lnTo>
                <a:lnTo>
                  <a:pt x="2354199" y="176022"/>
                </a:lnTo>
                <a:lnTo>
                  <a:pt x="2364765" y="191262"/>
                </a:lnTo>
                <a:lnTo>
                  <a:pt x="2375916" y="207772"/>
                </a:lnTo>
                <a:lnTo>
                  <a:pt x="2359596" y="236982"/>
                </a:lnTo>
                <a:lnTo>
                  <a:pt x="2340292" y="263652"/>
                </a:lnTo>
                <a:lnTo>
                  <a:pt x="2317826" y="289052"/>
                </a:lnTo>
                <a:lnTo>
                  <a:pt x="2292096" y="313182"/>
                </a:lnTo>
                <a:lnTo>
                  <a:pt x="2295144" y="318262"/>
                </a:lnTo>
                <a:lnTo>
                  <a:pt x="2323160" y="297942"/>
                </a:lnTo>
                <a:lnTo>
                  <a:pt x="2347912" y="276352"/>
                </a:lnTo>
                <a:lnTo>
                  <a:pt x="2369502" y="252222"/>
                </a:lnTo>
                <a:lnTo>
                  <a:pt x="2388108" y="225552"/>
                </a:lnTo>
                <a:lnTo>
                  <a:pt x="2396655" y="240792"/>
                </a:lnTo>
                <a:lnTo>
                  <a:pt x="2403919" y="254762"/>
                </a:lnTo>
                <a:lnTo>
                  <a:pt x="2409748" y="268732"/>
                </a:lnTo>
                <a:lnTo>
                  <a:pt x="2414016" y="281432"/>
                </a:lnTo>
                <a:lnTo>
                  <a:pt x="2417064" y="295402"/>
                </a:lnTo>
                <a:lnTo>
                  <a:pt x="2420112" y="301752"/>
                </a:lnTo>
                <a:lnTo>
                  <a:pt x="2424684" y="301752"/>
                </a:lnTo>
                <a:lnTo>
                  <a:pt x="2426208" y="299212"/>
                </a:lnTo>
                <a:lnTo>
                  <a:pt x="2432304" y="290322"/>
                </a:lnTo>
                <a:lnTo>
                  <a:pt x="2433828" y="286512"/>
                </a:lnTo>
                <a:lnTo>
                  <a:pt x="2433828" y="273812"/>
                </a:lnTo>
                <a:lnTo>
                  <a:pt x="2432304" y="268732"/>
                </a:lnTo>
                <a:lnTo>
                  <a:pt x="2430780" y="261112"/>
                </a:lnTo>
                <a:lnTo>
                  <a:pt x="2427655" y="253492"/>
                </a:lnTo>
                <a:lnTo>
                  <a:pt x="2420683" y="242062"/>
                </a:lnTo>
                <a:lnTo>
                  <a:pt x="2409990" y="226822"/>
                </a:lnTo>
                <a:lnTo>
                  <a:pt x="2409037" y="225552"/>
                </a:lnTo>
                <a:lnTo>
                  <a:pt x="2395728" y="207772"/>
                </a:lnTo>
                <a:lnTo>
                  <a:pt x="2400033" y="192532"/>
                </a:lnTo>
                <a:lnTo>
                  <a:pt x="2402916" y="182372"/>
                </a:lnTo>
                <a:lnTo>
                  <a:pt x="2408682" y="155702"/>
                </a:lnTo>
                <a:lnTo>
                  <a:pt x="2413292" y="129032"/>
                </a:lnTo>
                <a:lnTo>
                  <a:pt x="2416721" y="103632"/>
                </a:lnTo>
                <a:lnTo>
                  <a:pt x="2417064" y="101092"/>
                </a:lnTo>
                <a:lnTo>
                  <a:pt x="2450592" y="101092"/>
                </a:lnTo>
                <a:close/>
              </a:path>
              <a:path w="2839720" h="386080">
                <a:moveTo>
                  <a:pt x="2566416" y="59436"/>
                </a:moveTo>
                <a:lnTo>
                  <a:pt x="2534793" y="22555"/>
                </a:lnTo>
                <a:lnTo>
                  <a:pt x="2522220" y="13716"/>
                </a:lnTo>
                <a:lnTo>
                  <a:pt x="2517648" y="16764"/>
                </a:lnTo>
                <a:lnTo>
                  <a:pt x="2525903" y="31965"/>
                </a:lnTo>
                <a:lnTo>
                  <a:pt x="2532316" y="45720"/>
                </a:lnTo>
                <a:lnTo>
                  <a:pt x="2536710" y="58343"/>
                </a:lnTo>
                <a:lnTo>
                  <a:pt x="2538984" y="70104"/>
                </a:lnTo>
                <a:lnTo>
                  <a:pt x="2540508" y="80772"/>
                </a:lnTo>
                <a:lnTo>
                  <a:pt x="2543556" y="86868"/>
                </a:lnTo>
                <a:lnTo>
                  <a:pt x="2546604" y="86868"/>
                </a:lnTo>
                <a:lnTo>
                  <a:pt x="2554224" y="82296"/>
                </a:lnTo>
                <a:lnTo>
                  <a:pt x="2558796" y="79248"/>
                </a:lnTo>
                <a:lnTo>
                  <a:pt x="2561844" y="73152"/>
                </a:lnTo>
                <a:lnTo>
                  <a:pt x="2563368" y="65532"/>
                </a:lnTo>
                <a:lnTo>
                  <a:pt x="2566416" y="59436"/>
                </a:lnTo>
                <a:close/>
              </a:path>
              <a:path w="2839720" h="386080">
                <a:moveTo>
                  <a:pt x="2616708" y="240792"/>
                </a:moveTo>
                <a:lnTo>
                  <a:pt x="2612136" y="236220"/>
                </a:lnTo>
                <a:lnTo>
                  <a:pt x="2557272" y="286512"/>
                </a:lnTo>
                <a:lnTo>
                  <a:pt x="2557272" y="150876"/>
                </a:lnTo>
                <a:lnTo>
                  <a:pt x="2565108" y="144780"/>
                </a:lnTo>
                <a:lnTo>
                  <a:pt x="2570988" y="140208"/>
                </a:lnTo>
                <a:lnTo>
                  <a:pt x="2545080" y="120396"/>
                </a:lnTo>
                <a:lnTo>
                  <a:pt x="2532888" y="135636"/>
                </a:lnTo>
                <a:lnTo>
                  <a:pt x="2478024" y="135636"/>
                </a:lnTo>
                <a:lnTo>
                  <a:pt x="2491740" y="149352"/>
                </a:lnTo>
                <a:lnTo>
                  <a:pt x="2500325" y="147358"/>
                </a:lnTo>
                <a:lnTo>
                  <a:pt x="2507932" y="145923"/>
                </a:lnTo>
                <a:lnTo>
                  <a:pt x="2514663" y="145072"/>
                </a:lnTo>
                <a:lnTo>
                  <a:pt x="2520696" y="144780"/>
                </a:lnTo>
                <a:lnTo>
                  <a:pt x="2535936" y="144780"/>
                </a:lnTo>
                <a:lnTo>
                  <a:pt x="2535936" y="294132"/>
                </a:lnTo>
                <a:lnTo>
                  <a:pt x="2534412" y="301752"/>
                </a:lnTo>
                <a:lnTo>
                  <a:pt x="2529840" y="307848"/>
                </a:lnTo>
                <a:lnTo>
                  <a:pt x="2551176" y="332232"/>
                </a:lnTo>
                <a:lnTo>
                  <a:pt x="2563977" y="311086"/>
                </a:lnTo>
                <a:lnTo>
                  <a:pt x="2579370" y="288798"/>
                </a:lnTo>
                <a:lnTo>
                  <a:pt x="2581084" y="286512"/>
                </a:lnTo>
                <a:lnTo>
                  <a:pt x="2597035" y="265366"/>
                </a:lnTo>
                <a:lnTo>
                  <a:pt x="2616708" y="240792"/>
                </a:lnTo>
                <a:close/>
              </a:path>
              <a:path w="2839720" h="386080">
                <a:moveTo>
                  <a:pt x="2801112" y="187452"/>
                </a:moveTo>
                <a:lnTo>
                  <a:pt x="2795016" y="182880"/>
                </a:lnTo>
                <a:lnTo>
                  <a:pt x="2776728" y="169164"/>
                </a:lnTo>
                <a:lnTo>
                  <a:pt x="2770632" y="178308"/>
                </a:lnTo>
                <a:lnTo>
                  <a:pt x="2770632" y="192024"/>
                </a:lnTo>
                <a:lnTo>
                  <a:pt x="2770632" y="222504"/>
                </a:lnTo>
                <a:lnTo>
                  <a:pt x="2770632" y="231648"/>
                </a:lnTo>
                <a:lnTo>
                  <a:pt x="2770632" y="266700"/>
                </a:lnTo>
                <a:lnTo>
                  <a:pt x="2654808" y="266700"/>
                </a:lnTo>
                <a:lnTo>
                  <a:pt x="2654808" y="231648"/>
                </a:lnTo>
                <a:lnTo>
                  <a:pt x="2770632" y="231648"/>
                </a:lnTo>
                <a:lnTo>
                  <a:pt x="2770632" y="222504"/>
                </a:lnTo>
                <a:lnTo>
                  <a:pt x="2654808" y="222504"/>
                </a:lnTo>
                <a:lnTo>
                  <a:pt x="2654808" y="192024"/>
                </a:lnTo>
                <a:lnTo>
                  <a:pt x="2770632" y="192024"/>
                </a:lnTo>
                <a:lnTo>
                  <a:pt x="2770632" y="178308"/>
                </a:lnTo>
                <a:lnTo>
                  <a:pt x="2767584" y="182880"/>
                </a:lnTo>
                <a:lnTo>
                  <a:pt x="2653284" y="182880"/>
                </a:lnTo>
                <a:lnTo>
                  <a:pt x="2631948" y="170688"/>
                </a:lnTo>
                <a:lnTo>
                  <a:pt x="2632824" y="190982"/>
                </a:lnTo>
                <a:lnTo>
                  <a:pt x="2633281" y="212979"/>
                </a:lnTo>
                <a:lnTo>
                  <a:pt x="2633345" y="222504"/>
                </a:lnTo>
                <a:lnTo>
                  <a:pt x="2633281" y="313372"/>
                </a:lnTo>
                <a:lnTo>
                  <a:pt x="2632824" y="337781"/>
                </a:lnTo>
                <a:lnTo>
                  <a:pt x="2631948" y="361188"/>
                </a:lnTo>
                <a:lnTo>
                  <a:pt x="2654808" y="350520"/>
                </a:lnTo>
                <a:lnTo>
                  <a:pt x="2654808" y="275844"/>
                </a:lnTo>
                <a:lnTo>
                  <a:pt x="2770632" y="275844"/>
                </a:lnTo>
                <a:lnTo>
                  <a:pt x="2770632" y="312420"/>
                </a:lnTo>
                <a:lnTo>
                  <a:pt x="2772156" y="323088"/>
                </a:lnTo>
                <a:lnTo>
                  <a:pt x="2766060" y="327660"/>
                </a:lnTo>
                <a:lnTo>
                  <a:pt x="2756916" y="327660"/>
                </a:lnTo>
                <a:lnTo>
                  <a:pt x="2748343" y="326758"/>
                </a:lnTo>
                <a:lnTo>
                  <a:pt x="2727769" y="325526"/>
                </a:lnTo>
                <a:lnTo>
                  <a:pt x="2715768" y="324612"/>
                </a:lnTo>
                <a:lnTo>
                  <a:pt x="2715768" y="330708"/>
                </a:lnTo>
                <a:lnTo>
                  <a:pt x="2733764" y="336092"/>
                </a:lnTo>
                <a:lnTo>
                  <a:pt x="2746629" y="342900"/>
                </a:lnTo>
                <a:lnTo>
                  <a:pt x="2754338" y="350862"/>
                </a:lnTo>
                <a:lnTo>
                  <a:pt x="2756916" y="359664"/>
                </a:lnTo>
                <a:lnTo>
                  <a:pt x="2772003" y="353695"/>
                </a:lnTo>
                <a:lnTo>
                  <a:pt x="2782824" y="344995"/>
                </a:lnTo>
                <a:lnTo>
                  <a:pt x="2789059" y="333743"/>
                </a:lnTo>
                <a:lnTo>
                  <a:pt x="2789669" y="327660"/>
                </a:lnTo>
                <a:lnTo>
                  <a:pt x="2790444" y="320040"/>
                </a:lnTo>
                <a:lnTo>
                  <a:pt x="2790444" y="196596"/>
                </a:lnTo>
                <a:lnTo>
                  <a:pt x="2795778" y="192024"/>
                </a:lnTo>
                <a:lnTo>
                  <a:pt x="2801112" y="187452"/>
                </a:lnTo>
                <a:close/>
              </a:path>
              <a:path w="2839720" h="386080">
                <a:moveTo>
                  <a:pt x="2839212" y="152400"/>
                </a:moveTo>
                <a:lnTo>
                  <a:pt x="2813304" y="123444"/>
                </a:lnTo>
                <a:lnTo>
                  <a:pt x="2791968" y="143256"/>
                </a:lnTo>
                <a:lnTo>
                  <a:pt x="2720340" y="143256"/>
                </a:lnTo>
                <a:lnTo>
                  <a:pt x="2720340" y="105156"/>
                </a:lnTo>
                <a:lnTo>
                  <a:pt x="2808732" y="105156"/>
                </a:lnTo>
                <a:lnTo>
                  <a:pt x="2784348" y="77724"/>
                </a:lnTo>
                <a:lnTo>
                  <a:pt x="2764536" y="96012"/>
                </a:lnTo>
                <a:lnTo>
                  <a:pt x="2720340" y="96012"/>
                </a:lnTo>
                <a:lnTo>
                  <a:pt x="2720340" y="62484"/>
                </a:lnTo>
                <a:lnTo>
                  <a:pt x="2830068" y="62484"/>
                </a:lnTo>
                <a:lnTo>
                  <a:pt x="2804160" y="33528"/>
                </a:lnTo>
                <a:lnTo>
                  <a:pt x="2782824" y="53340"/>
                </a:lnTo>
                <a:lnTo>
                  <a:pt x="2720340" y="53340"/>
                </a:lnTo>
                <a:lnTo>
                  <a:pt x="2720340" y="27432"/>
                </a:lnTo>
                <a:lnTo>
                  <a:pt x="2732532" y="16764"/>
                </a:lnTo>
                <a:lnTo>
                  <a:pt x="2697480" y="1524"/>
                </a:lnTo>
                <a:lnTo>
                  <a:pt x="2697708" y="12407"/>
                </a:lnTo>
                <a:lnTo>
                  <a:pt x="2698153" y="22555"/>
                </a:lnTo>
                <a:lnTo>
                  <a:pt x="2698750" y="37934"/>
                </a:lnTo>
                <a:lnTo>
                  <a:pt x="2699004" y="53340"/>
                </a:lnTo>
                <a:lnTo>
                  <a:pt x="2596896" y="53340"/>
                </a:lnTo>
                <a:lnTo>
                  <a:pt x="2610612" y="68580"/>
                </a:lnTo>
                <a:lnTo>
                  <a:pt x="2619197" y="65709"/>
                </a:lnTo>
                <a:lnTo>
                  <a:pt x="2626804" y="63817"/>
                </a:lnTo>
                <a:lnTo>
                  <a:pt x="2633535" y="62801"/>
                </a:lnTo>
                <a:lnTo>
                  <a:pt x="2639568" y="62484"/>
                </a:lnTo>
                <a:lnTo>
                  <a:pt x="2699004" y="62484"/>
                </a:lnTo>
                <a:lnTo>
                  <a:pt x="2699004" y="96012"/>
                </a:lnTo>
                <a:lnTo>
                  <a:pt x="2619756" y="96012"/>
                </a:lnTo>
                <a:lnTo>
                  <a:pt x="2633472" y="109728"/>
                </a:lnTo>
                <a:lnTo>
                  <a:pt x="2642082" y="107734"/>
                </a:lnTo>
                <a:lnTo>
                  <a:pt x="2649855" y="106299"/>
                </a:lnTo>
                <a:lnTo>
                  <a:pt x="2657043" y="105448"/>
                </a:lnTo>
                <a:lnTo>
                  <a:pt x="2663952" y="105156"/>
                </a:lnTo>
                <a:lnTo>
                  <a:pt x="2699004" y="105156"/>
                </a:lnTo>
                <a:lnTo>
                  <a:pt x="2699004" y="143256"/>
                </a:lnTo>
                <a:lnTo>
                  <a:pt x="2584704" y="143256"/>
                </a:lnTo>
                <a:lnTo>
                  <a:pt x="2598420" y="156972"/>
                </a:lnTo>
                <a:lnTo>
                  <a:pt x="2607005" y="154978"/>
                </a:lnTo>
                <a:lnTo>
                  <a:pt x="2614612" y="153543"/>
                </a:lnTo>
                <a:lnTo>
                  <a:pt x="2621343" y="152692"/>
                </a:lnTo>
                <a:lnTo>
                  <a:pt x="2627376" y="152400"/>
                </a:lnTo>
                <a:lnTo>
                  <a:pt x="2839212" y="15240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6879335" y="2077783"/>
            <a:ext cx="131445" cy="259079"/>
          </a:xfrm>
          <a:custGeom>
            <a:avLst/>
            <a:gdLst/>
            <a:ahLst/>
            <a:cxnLst/>
            <a:rect l="l" t="t" r="r" b="b"/>
            <a:pathLst>
              <a:path w="131445" h="259080">
                <a:moveTo>
                  <a:pt x="22860" y="78676"/>
                </a:moveTo>
                <a:lnTo>
                  <a:pt x="12192" y="78676"/>
                </a:lnTo>
                <a:lnTo>
                  <a:pt x="7620" y="75628"/>
                </a:lnTo>
                <a:lnTo>
                  <a:pt x="4572" y="71056"/>
                </a:lnTo>
                <a:lnTo>
                  <a:pt x="0" y="66484"/>
                </a:lnTo>
                <a:lnTo>
                  <a:pt x="0" y="58864"/>
                </a:lnTo>
                <a:lnTo>
                  <a:pt x="1524" y="49720"/>
                </a:lnTo>
                <a:lnTo>
                  <a:pt x="25431" y="14478"/>
                </a:lnTo>
                <a:lnTo>
                  <a:pt x="67056" y="0"/>
                </a:lnTo>
                <a:lnTo>
                  <a:pt x="75580" y="119"/>
                </a:lnTo>
                <a:lnTo>
                  <a:pt x="83820" y="952"/>
                </a:lnTo>
                <a:lnTo>
                  <a:pt x="91844" y="3833"/>
                </a:lnTo>
                <a:lnTo>
                  <a:pt x="100012" y="8001"/>
                </a:lnTo>
                <a:lnTo>
                  <a:pt x="103178" y="10096"/>
                </a:lnTo>
                <a:lnTo>
                  <a:pt x="64008" y="10096"/>
                </a:lnTo>
                <a:lnTo>
                  <a:pt x="55387" y="10906"/>
                </a:lnTo>
                <a:lnTo>
                  <a:pt x="21336" y="34480"/>
                </a:lnTo>
                <a:lnTo>
                  <a:pt x="19812" y="39052"/>
                </a:lnTo>
                <a:lnTo>
                  <a:pt x="19812" y="43624"/>
                </a:lnTo>
                <a:lnTo>
                  <a:pt x="21336" y="46672"/>
                </a:lnTo>
                <a:lnTo>
                  <a:pt x="30480" y="52768"/>
                </a:lnTo>
                <a:lnTo>
                  <a:pt x="32004" y="55816"/>
                </a:lnTo>
                <a:lnTo>
                  <a:pt x="32004" y="66484"/>
                </a:lnTo>
                <a:lnTo>
                  <a:pt x="30480" y="71056"/>
                </a:lnTo>
                <a:lnTo>
                  <a:pt x="28956" y="74104"/>
                </a:lnTo>
                <a:lnTo>
                  <a:pt x="25908" y="77152"/>
                </a:lnTo>
                <a:lnTo>
                  <a:pt x="22860" y="78676"/>
                </a:lnTo>
                <a:close/>
              </a:path>
              <a:path w="131445" h="259080">
                <a:moveTo>
                  <a:pt x="65532" y="185356"/>
                </a:moveTo>
                <a:lnTo>
                  <a:pt x="61293" y="182546"/>
                </a:lnTo>
                <a:lnTo>
                  <a:pt x="57912" y="176593"/>
                </a:lnTo>
                <a:lnTo>
                  <a:pt x="55673" y="167782"/>
                </a:lnTo>
                <a:lnTo>
                  <a:pt x="54864" y="156400"/>
                </a:lnTo>
                <a:lnTo>
                  <a:pt x="56292" y="142946"/>
                </a:lnTo>
                <a:lnTo>
                  <a:pt x="60579" y="129921"/>
                </a:lnTo>
                <a:lnTo>
                  <a:pt x="67722" y="117181"/>
                </a:lnTo>
                <a:lnTo>
                  <a:pt x="77724" y="104584"/>
                </a:lnTo>
                <a:lnTo>
                  <a:pt x="87749" y="91701"/>
                </a:lnTo>
                <a:lnTo>
                  <a:pt x="95059" y="80391"/>
                </a:lnTo>
                <a:lnTo>
                  <a:pt x="99798" y="70508"/>
                </a:lnTo>
                <a:lnTo>
                  <a:pt x="102108" y="61912"/>
                </a:lnTo>
                <a:lnTo>
                  <a:pt x="103251" y="53006"/>
                </a:lnTo>
                <a:lnTo>
                  <a:pt x="102108" y="44386"/>
                </a:lnTo>
                <a:lnTo>
                  <a:pt x="72604" y="11001"/>
                </a:lnTo>
                <a:lnTo>
                  <a:pt x="64008" y="10096"/>
                </a:lnTo>
                <a:lnTo>
                  <a:pt x="103178" y="10096"/>
                </a:lnTo>
                <a:lnTo>
                  <a:pt x="128778" y="39052"/>
                </a:lnTo>
                <a:lnTo>
                  <a:pt x="131064" y="61912"/>
                </a:lnTo>
                <a:lnTo>
                  <a:pt x="127349" y="73604"/>
                </a:lnTo>
                <a:lnTo>
                  <a:pt x="120777" y="85725"/>
                </a:lnTo>
                <a:lnTo>
                  <a:pt x="111347" y="98131"/>
                </a:lnTo>
                <a:lnTo>
                  <a:pt x="99060" y="110680"/>
                </a:lnTo>
                <a:lnTo>
                  <a:pt x="86534" y="124706"/>
                </a:lnTo>
                <a:lnTo>
                  <a:pt x="76581" y="141732"/>
                </a:lnTo>
                <a:lnTo>
                  <a:pt x="69484" y="161901"/>
                </a:lnTo>
                <a:lnTo>
                  <a:pt x="65532" y="185356"/>
                </a:lnTo>
                <a:close/>
              </a:path>
              <a:path w="131445" h="259080">
                <a:moveTo>
                  <a:pt x="67056" y="258508"/>
                </a:moveTo>
                <a:lnTo>
                  <a:pt x="57912" y="258508"/>
                </a:lnTo>
                <a:lnTo>
                  <a:pt x="53340" y="256984"/>
                </a:lnTo>
                <a:lnTo>
                  <a:pt x="41148" y="250888"/>
                </a:lnTo>
                <a:lnTo>
                  <a:pt x="38100" y="244792"/>
                </a:lnTo>
                <a:lnTo>
                  <a:pt x="36576" y="234124"/>
                </a:lnTo>
                <a:lnTo>
                  <a:pt x="36576" y="223456"/>
                </a:lnTo>
                <a:lnTo>
                  <a:pt x="39624" y="215836"/>
                </a:lnTo>
                <a:lnTo>
                  <a:pt x="45720" y="211264"/>
                </a:lnTo>
                <a:lnTo>
                  <a:pt x="53340" y="206692"/>
                </a:lnTo>
                <a:lnTo>
                  <a:pt x="59436" y="205168"/>
                </a:lnTo>
                <a:lnTo>
                  <a:pt x="67056" y="205168"/>
                </a:lnTo>
                <a:lnTo>
                  <a:pt x="73152" y="206692"/>
                </a:lnTo>
                <a:lnTo>
                  <a:pt x="79248" y="209740"/>
                </a:lnTo>
                <a:lnTo>
                  <a:pt x="85344" y="214312"/>
                </a:lnTo>
                <a:lnTo>
                  <a:pt x="89916" y="220408"/>
                </a:lnTo>
                <a:lnTo>
                  <a:pt x="89916" y="241744"/>
                </a:lnTo>
                <a:lnTo>
                  <a:pt x="86868" y="247840"/>
                </a:lnTo>
                <a:lnTo>
                  <a:pt x="79248" y="252412"/>
                </a:lnTo>
                <a:lnTo>
                  <a:pt x="73152" y="256984"/>
                </a:lnTo>
                <a:lnTo>
                  <a:pt x="67056" y="25850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1991855" y="2604515"/>
            <a:ext cx="1130935" cy="356870"/>
          </a:xfrm>
          <a:custGeom>
            <a:avLst/>
            <a:gdLst/>
            <a:ahLst/>
            <a:cxnLst/>
            <a:rect l="l" t="t" r="r" b="b"/>
            <a:pathLst>
              <a:path w="1130935" h="356869">
                <a:moveTo>
                  <a:pt x="347472" y="120396"/>
                </a:moveTo>
                <a:lnTo>
                  <a:pt x="312420" y="86868"/>
                </a:lnTo>
                <a:lnTo>
                  <a:pt x="288036" y="111252"/>
                </a:lnTo>
                <a:lnTo>
                  <a:pt x="237744" y="111252"/>
                </a:lnTo>
                <a:lnTo>
                  <a:pt x="237744" y="120396"/>
                </a:lnTo>
                <a:lnTo>
                  <a:pt x="227749" y="156933"/>
                </a:lnTo>
                <a:lnTo>
                  <a:pt x="216027" y="190881"/>
                </a:lnTo>
                <a:lnTo>
                  <a:pt x="202603" y="221983"/>
                </a:lnTo>
                <a:lnTo>
                  <a:pt x="187452" y="249936"/>
                </a:lnTo>
                <a:lnTo>
                  <a:pt x="172885" y="245706"/>
                </a:lnTo>
                <a:lnTo>
                  <a:pt x="131737" y="233222"/>
                </a:lnTo>
                <a:lnTo>
                  <a:pt x="105156" y="225552"/>
                </a:lnTo>
                <a:lnTo>
                  <a:pt x="129159" y="163258"/>
                </a:lnTo>
                <a:lnTo>
                  <a:pt x="138595" y="139192"/>
                </a:lnTo>
                <a:lnTo>
                  <a:pt x="146304" y="120396"/>
                </a:lnTo>
                <a:lnTo>
                  <a:pt x="237744" y="120396"/>
                </a:lnTo>
                <a:lnTo>
                  <a:pt x="237744" y="111252"/>
                </a:lnTo>
                <a:lnTo>
                  <a:pt x="147828" y="111252"/>
                </a:lnTo>
                <a:lnTo>
                  <a:pt x="155816" y="90678"/>
                </a:lnTo>
                <a:lnTo>
                  <a:pt x="163639" y="70104"/>
                </a:lnTo>
                <a:lnTo>
                  <a:pt x="171196" y="49530"/>
                </a:lnTo>
                <a:lnTo>
                  <a:pt x="178308" y="28956"/>
                </a:lnTo>
                <a:lnTo>
                  <a:pt x="192024" y="19812"/>
                </a:lnTo>
                <a:lnTo>
                  <a:pt x="155448" y="0"/>
                </a:lnTo>
                <a:lnTo>
                  <a:pt x="149186" y="27673"/>
                </a:lnTo>
                <a:lnTo>
                  <a:pt x="141922" y="55626"/>
                </a:lnTo>
                <a:lnTo>
                  <a:pt x="133807" y="83591"/>
                </a:lnTo>
                <a:lnTo>
                  <a:pt x="124968" y="111252"/>
                </a:lnTo>
                <a:lnTo>
                  <a:pt x="0" y="111252"/>
                </a:lnTo>
                <a:lnTo>
                  <a:pt x="13716" y="124968"/>
                </a:lnTo>
                <a:lnTo>
                  <a:pt x="22009" y="122974"/>
                </a:lnTo>
                <a:lnTo>
                  <a:pt x="30861" y="121539"/>
                </a:lnTo>
                <a:lnTo>
                  <a:pt x="40297" y="120688"/>
                </a:lnTo>
                <a:lnTo>
                  <a:pt x="50292" y="120396"/>
                </a:lnTo>
                <a:lnTo>
                  <a:pt x="121920" y="120396"/>
                </a:lnTo>
                <a:lnTo>
                  <a:pt x="110756" y="152095"/>
                </a:lnTo>
                <a:lnTo>
                  <a:pt x="100012" y="180784"/>
                </a:lnTo>
                <a:lnTo>
                  <a:pt x="89560" y="206336"/>
                </a:lnTo>
                <a:lnTo>
                  <a:pt x="79248" y="228600"/>
                </a:lnTo>
                <a:lnTo>
                  <a:pt x="101561" y="235153"/>
                </a:lnTo>
                <a:lnTo>
                  <a:pt x="125158" y="243268"/>
                </a:lnTo>
                <a:lnTo>
                  <a:pt x="150190" y="252818"/>
                </a:lnTo>
                <a:lnTo>
                  <a:pt x="176784" y="263652"/>
                </a:lnTo>
                <a:lnTo>
                  <a:pt x="163068" y="277088"/>
                </a:lnTo>
                <a:lnTo>
                  <a:pt x="128778" y="302234"/>
                </a:lnTo>
                <a:lnTo>
                  <a:pt x="85610" y="323926"/>
                </a:lnTo>
                <a:lnTo>
                  <a:pt x="34696" y="341591"/>
                </a:lnTo>
                <a:lnTo>
                  <a:pt x="6096" y="348996"/>
                </a:lnTo>
                <a:lnTo>
                  <a:pt x="9144" y="356616"/>
                </a:lnTo>
                <a:lnTo>
                  <a:pt x="74295" y="340614"/>
                </a:lnTo>
                <a:lnTo>
                  <a:pt x="128016" y="320040"/>
                </a:lnTo>
                <a:lnTo>
                  <a:pt x="169354" y="296989"/>
                </a:lnTo>
                <a:lnTo>
                  <a:pt x="198120" y="272796"/>
                </a:lnTo>
                <a:lnTo>
                  <a:pt x="225844" y="286512"/>
                </a:lnTo>
                <a:lnTo>
                  <a:pt x="249555" y="300228"/>
                </a:lnTo>
                <a:lnTo>
                  <a:pt x="269278" y="313944"/>
                </a:lnTo>
                <a:lnTo>
                  <a:pt x="284988" y="327660"/>
                </a:lnTo>
                <a:lnTo>
                  <a:pt x="295656" y="336804"/>
                </a:lnTo>
                <a:lnTo>
                  <a:pt x="303276" y="341376"/>
                </a:lnTo>
                <a:lnTo>
                  <a:pt x="310896" y="341376"/>
                </a:lnTo>
                <a:lnTo>
                  <a:pt x="313944" y="336804"/>
                </a:lnTo>
                <a:lnTo>
                  <a:pt x="313855" y="323926"/>
                </a:lnTo>
                <a:lnTo>
                  <a:pt x="281254" y="286702"/>
                </a:lnTo>
                <a:lnTo>
                  <a:pt x="239483" y="268414"/>
                </a:lnTo>
                <a:lnTo>
                  <a:pt x="210312" y="257556"/>
                </a:lnTo>
                <a:lnTo>
                  <a:pt x="214236" y="249936"/>
                </a:lnTo>
                <a:lnTo>
                  <a:pt x="225742" y="227558"/>
                </a:lnTo>
                <a:lnTo>
                  <a:pt x="240030" y="194691"/>
                </a:lnTo>
                <a:lnTo>
                  <a:pt x="253174" y="158978"/>
                </a:lnTo>
                <a:lnTo>
                  <a:pt x="265176" y="120396"/>
                </a:lnTo>
                <a:lnTo>
                  <a:pt x="347472" y="120396"/>
                </a:lnTo>
                <a:close/>
              </a:path>
              <a:path w="1130935" h="356869">
                <a:moveTo>
                  <a:pt x="739152" y="313944"/>
                </a:moveTo>
                <a:lnTo>
                  <a:pt x="695706" y="299085"/>
                </a:lnTo>
                <a:lnTo>
                  <a:pt x="656844" y="268224"/>
                </a:lnTo>
                <a:lnTo>
                  <a:pt x="622554" y="224790"/>
                </a:lnTo>
                <a:lnTo>
                  <a:pt x="597408" y="172212"/>
                </a:lnTo>
                <a:lnTo>
                  <a:pt x="577977" y="109347"/>
                </a:lnTo>
                <a:lnTo>
                  <a:pt x="565404" y="35052"/>
                </a:lnTo>
                <a:lnTo>
                  <a:pt x="580644" y="21336"/>
                </a:lnTo>
                <a:lnTo>
                  <a:pt x="534924" y="1524"/>
                </a:lnTo>
                <a:lnTo>
                  <a:pt x="533019" y="71056"/>
                </a:lnTo>
                <a:lnTo>
                  <a:pt x="524256" y="141732"/>
                </a:lnTo>
                <a:lnTo>
                  <a:pt x="507873" y="206883"/>
                </a:lnTo>
                <a:lnTo>
                  <a:pt x="480060" y="260604"/>
                </a:lnTo>
                <a:lnTo>
                  <a:pt x="440055" y="304990"/>
                </a:lnTo>
                <a:lnTo>
                  <a:pt x="384048" y="345948"/>
                </a:lnTo>
                <a:lnTo>
                  <a:pt x="387096" y="350520"/>
                </a:lnTo>
                <a:lnTo>
                  <a:pt x="444246" y="319849"/>
                </a:lnTo>
                <a:lnTo>
                  <a:pt x="487680" y="283464"/>
                </a:lnTo>
                <a:lnTo>
                  <a:pt x="518731" y="240030"/>
                </a:lnTo>
                <a:lnTo>
                  <a:pt x="539496" y="192024"/>
                </a:lnTo>
                <a:lnTo>
                  <a:pt x="552450" y="137350"/>
                </a:lnTo>
                <a:lnTo>
                  <a:pt x="560832" y="70104"/>
                </a:lnTo>
                <a:lnTo>
                  <a:pt x="565073" y="106946"/>
                </a:lnTo>
                <a:lnTo>
                  <a:pt x="577557" y="168046"/>
                </a:lnTo>
                <a:lnTo>
                  <a:pt x="594055" y="213702"/>
                </a:lnTo>
                <a:lnTo>
                  <a:pt x="616292" y="255892"/>
                </a:lnTo>
                <a:lnTo>
                  <a:pt x="643115" y="294690"/>
                </a:lnTo>
                <a:lnTo>
                  <a:pt x="676783" y="328358"/>
                </a:lnTo>
                <a:lnTo>
                  <a:pt x="696468" y="342900"/>
                </a:lnTo>
                <a:lnTo>
                  <a:pt x="704215" y="334645"/>
                </a:lnTo>
                <a:lnTo>
                  <a:pt x="713803" y="328231"/>
                </a:lnTo>
                <a:lnTo>
                  <a:pt x="725411" y="323837"/>
                </a:lnTo>
                <a:lnTo>
                  <a:pt x="739152" y="321564"/>
                </a:lnTo>
                <a:lnTo>
                  <a:pt x="739152" y="313944"/>
                </a:lnTo>
                <a:close/>
              </a:path>
              <a:path w="1130935" h="356869">
                <a:moveTo>
                  <a:pt x="940320" y="64008"/>
                </a:moveTo>
                <a:lnTo>
                  <a:pt x="914412" y="42672"/>
                </a:lnTo>
                <a:lnTo>
                  <a:pt x="902220" y="57912"/>
                </a:lnTo>
                <a:lnTo>
                  <a:pt x="780300" y="57912"/>
                </a:lnTo>
                <a:lnTo>
                  <a:pt x="794016" y="71628"/>
                </a:lnTo>
                <a:lnTo>
                  <a:pt x="803173" y="69634"/>
                </a:lnTo>
                <a:lnTo>
                  <a:pt x="812495" y="68199"/>
                </a:lnTo>
                <a:lnTo>
                  <a:pt x="822083" y="67348"/>
                </a:lnTo>
                <a:lnTo>
                  <a:pt x="832116" y="67056"/>
                </a:lnTo>
                <a:lnTo>
                  <a:pt x="902220" y="67056"/>
                </a:lnTo>
                <a:lnTo>
                  <a:pt x="893356" y="97612"/>
                </a:lnTo>
                <a:lnTo>
                  <a:pt x="885075" y="125158"/>
                </a:lnTo>
                <a:lnTo>
                  <a:pt x="877354" y="149567"/>
                </a:lnTo>
                <a:lnTo>
                  <a:pt x="870216" y="170688"/>
                </a:lnTo>
                <a:lnTo>
                  <a:pt x="853084" y="151523"/>
                </a:lnTo>
                <a:lnTo>
                  <a:pt x="819416" y="114325"/>
                </a:lnTo>
                <a:lnTo>
                  <a:pt x="803160" y="96012"/>
                </a:lnTo>
                <a:lnTo>
                  <a:pt x="797064" y="100584"/>
                </a:lnTo>
                <a:lnTo>
                  <a:pt x="808799" y="115684"/>
                </a:lnTo>
                <a:lnTo>
                  <a:pt x="823544" y="135636"/>
                </a:lnTo>
                <a:lnTo>
                  <a:pt x="841425" y="160172"/>
                </a:lnTo>
                <a:lnTo>
                  <a:pt x="862596" y="188976"/>
                </a:lnTo>
                <a:lnTo>
                  <a:pt x="854900" y="204152"/>
                </a:lnTo>
                <a:lnTo>
                  <a:pt x="834948" y="236778"/>
                </a:lnTo>
                <a:lnTo>
                  <a:pt x="810133" y="271322"/>
                </a:lnTo>
                <a:lnTo>
                  <a:pt x="783323" y="302094"/>
                </a:lnTo>
                <a:lnTo>
                  <a:pt x="769632" y="315468"/>
                </a:lnTo>
                <a:lnTo>
                  <a:pt x="771156" y="323088"/>
                </a:lnTo>
                <a:lnTo>
                  <a:pt x="806589" y="293370"/>
                </a:lnTo>
                <a:lnTo>
                  <a:pt x="835164" y="263652"/>
                </a:lnTo>
                <a:lnTo>
                  <a:pt x="866228" y="221005"/>
                </a:lnTo>
                <a:lnTo>
                  <a:pt x="874788" y="207264"/>
                </a:lnTo>
                <a:lnTo>
                  <a:pt x="883361" y="228371"/>
                </a:lnTo>
                <a:lnTo>
                  <a:pt x="890790" y="248031"/>
                </a:lnTo>
                <a:lnTo>
                  <a:pt x="897077" y="265988"/>
                </a:lnTo>
                <a:lnTo>
                  <a:pt x="902220" y="281940"/>
                </a:lnTo>
                <a:lnTo>
                  <a:pt x="904519" y="293712"/>
                </a:lnTo>
                <a:lnTo>
                  <a:pt x="906983" y="301752"/>
                </a:lnTo>
                <a:lnTo>
                  <a:pt x="909713" y="306374"/>
                </a:lnTo>
                <a:lnTo>
                  <a:pt x="912888" y="307848"/>
                </a:lnTo>
                <a:lnTo>
                  <a:pt x="915936" y="306324"/>
                </a:lnTo>
                <a:lnTo>
                  <a:pt x="923556" y="298704"/>
                </a:lnTo>
                <a:lnTo>
                  <a:pt x="925080" y="292608"/>
                </a:lnTo>
                <a:lnTo>
                  <a:pt x="925080" y="284988"/>
                </a:lnTo>
                <a:lnTo>
                  <a:pt x="925436" y="277850"/>
                </a:lnTo>
                <a:lnTo>
                  <a:pt x="907935" y="226695"/>
                </a:lnTo>
                <a:lnTo>
                  <a:pt x="883932" y="188976"/>
                </a:lnTo>
                <a:lnTo>
                  <a:pt x="891032" y="170688"/>
                </a:lnTo>
                <a:lnTo>
                  <a:pt x="893356" y="164719"/>
                </a:lnTo>
                <a:lnTo>
                  <a:pt x="903363" y="137731"/>
                </a:lnTo>
                <a:lnTo>
                  <a:pt x="913930" y="108191"/>
                </a:lnTo>
                <a:lnTo>
                  <a:pt x="925080" y="76200"/>
                </a:lnTo>
                <a:lnTo>
                  <a:pt x="936510" y="67056"/>
                </a:lnTo>
                <a:lnTo>
                  <a:pt x="940320" y="64008"/>
                </a:lnTo>
                <a:close/>
              </a:path>
              <a:path w="1130935" h="356869">
                <a:moveTo>
                  <a:pt x="996708" y="214884"/>
                </a:moveTo>
                <a:lnTo>
                  <a:pt x="984199" y="176720"/>
                </a:lnTo>
                <a:lnTo>
                  <a:pt x="950988" y="144780"/>
                </a:lnTo>
                <a:lnTo>
                  <a:pt x="946416" y="147828"/>
                </a:lnTo>
                <a:lnTo>
                  <a:pt x="955814" y="166687"/>
                </a:lnTo>
                <a:lnTo>
                  <a:pt x="963371" y="184404"/>
                </a:lnTo>
                <a:lnTo>
                  <a:pt x="968908" y="200977"/>
                </a:lnTo>
                <a:lnTo>
                  <a:pt x="972324" y="216408"/>
                </a:lnTo>
                <a:lnTo>
                  <a:pt x="973848" y="230124"/>
                </a:lnTo>
                <a:lnTo>
                  <a:pt x="975372" y="237744"/>
                </a:lnTo>
                <a:lnTo>
                  <a:pt x="981468" y="237744"/>
                </a:lnTo>
                <a:lnTo>
                  <a:pt x="984516" y="234696"/>
                </a:lnTo>
                <a:lnTo>
                  <a:pt x="989088" y="228600"/>
                </a:lnTo>
                <a:lnTo>
                  <a:pt x="993635" y="221005"/>
                </a:lnTo>
                <a:lnTo>
                  <a:pt x="996708" y="214884"/>
                </a:lnTo>
                <a:close/>
              </a:path>
              <a:path w="1130935" h="356869">
                <a:moveTo>
                  <a:pt x="1130820" y="112776"/>
                </a:moveTo>
                <a:lnTo>
                  <a:pt x="1101864" y="83820"/>
                </a:lnTo>
                <a:lnTo>
                  <a:pt x="1082052" y="103632"/>
                </a:lnTo>
                <a:lnTo>
                  <a:pt x="1065288" y="103632"/>
                </a:lnTo>
                <a:lnTo>
                  <a:pt x="1065288" y="35052"/>
                </a:lnTo>
                <a:lnTo>
                  <a:pt x="1079004" y="22860"/>
                </a:lnTo>
                <a:lnTo>
                  <a:pt x="1042428" y="4572"/>
                </a:lnTo>
                <a:lnTo>
                  <a:pt x="1043305" y="14528"/>
                </a:lnTo>
                <a:lnTo>
                  <a:pt x="1043762" y="25908"/>
                </a:lnTo>
                <a:lnTo>
                  <a:pt x="1043876" y="35052"/>
                </a:lnTo>
                <a:lnTo>
                  <a:pt x="1043952" y="103632"/>
                </a:lnTo>
                <a:lnTo>
                  <a:pt x="922032" y="103632"/>
                </a:lnTo>
                <a:lnTo>
                  <a:pt x="935748" y="117348"/>
                </a:lnTo>
                <a:lnTo>
                  <a:pt x="944029" y="115354"/>
                </a:lnTo>
                <a:lnTo>
                  <a:pt x="952893" y="113919"/>
                </a:lnTo>
                <a:lnTo>
                  <a:pt x="962317" y="113068"/>
                </a:lnTo>
                <a:lnTo>
                  <a:pt x="972324" y="112776"/>
                </a:lnTo>
                <a:lnTo>
                  <a:pt x="1043952" y="112776"/>
                </a:lnTo>
                <a:lnTo>
                  <a:pt x="1043952" y="310896"/>
                </a:lnTo>
                <a:lnTo>
                  <a:pt x="1040904" y="315468"/>
                </a:lnTo>
                <a:lnTo>
                  <a:pt x="1033284" y="315468"/>
                </a:lnTo>
                <a:lnTo>
                  <a:pt x="1026401" y="316026"/>
                </a:lnTo>
                <a:lnTo>
                  <a:pt x="1014806" y="315277"/>
                </a:lnTo>
                <a:lnTo>
                  <a:pt x="998347" y="313118"/>
                </a:lnTo>
                <a:lnTo>
                  <a:pt x="976896" y="309372"/>
                </a:lnTo>
                <a:lnTo>
                  <a:pt x="976896" y="316992"/>
                </a:lnTo>
                <a:lnTo>
                  <a:pt x="1000899" y="326136"/>
                </a:lnTo>
                <a:lnTo>
                  <a:pt x="1018044" y="335280"/>
                </a:lnTo>
                <a:lnTo>
                  <a:pt x="1028331" y="344424"/>
                </a:lnTo>
                <a:lnTo>
                  <a:pt x="1031760" y="353568"/>
                </a:lnTo>
                <a:lnTo>
                  <a:pt x="1046632" y="346100"/>
                </a:lnTo>
                <a:lnTo>
                  <a:pt x="1057097" y="337185"/>
                </a:lnTo>
                <a:lnTo>
                  <a:pt x="1063256" y="326567"/>
                </a:lnTo>
                <a:lnTo>
                  <a:pt x="1064945" y="316026"/>
                </a:lnTo>
                <a:lnTo>
                  <a:pt x="1065288" y="313944"/>
                </a:lnTo>
                <a:lnTo>
                  <a:pt x="1065288" y="112776"/>
                </a:lnTo>
                <a:lnTo>
                  <a:pt x="1130820" y="11277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3218687" y="2602991"/>
            <a:ext cx="247015" cy="356870"/>
          </a:xfrm>
          <a:custGeom>
            <a:avLst/>
            <a:gdLst/>
            <a:ahLst/>
            <a:cxnLst/>
            <a:rect l="l" t="t" r="r" b="b"/>
            <a:pathLst>
              <a:path w="247014" h="356869">
                <a:moveTo>
                  <a:pt x="82296" y="73151"/>
                </a:moveTo>
                <a:lnTo>
                  <a:pt x="71628" y="73151"/>
                </a:lnTo>
                <a:lnTo>
                  <a:pt x="79057" y="54006"/>
                </a:lnTo>
                <a:lnTo>
                  <a:pt x="85344" y="35432"/>
                </a:lnTo>
                <a:lnTo>
                  <a:pt x="90487" y="17430"/>
                </a:lnTo>
                <a:lnTo>
                  <a:pt x="94488" y="0"/>
                </a:lnTo>
                <a:lnTo>
                  <a:pt x="131064" y="16763"/>
                </a:lnTo>
                <a:lnTo>
                  <a:pt x="102108" y="42672"/>
                </a:lnTo>
                <a:lnTo>
                  <a:pt x="85391" y="66889"/>
                </a:lnTo>
                <a:lnTo>
                  <a:pt x="82296" y="73151"/>
                </a:lnTo>
                <a:close/>
              </a:path>
              <a:path w="247014" h="356869">
                <a:moveTo>
                  <a:pt x="242751" y="73151"/>
                </a:moveTo>
                <a:lnTo>
                  <a:pt x="205740" y="73151"/>
                </a:lnTo>
                <a:lnTo>
                  <a:pt x="217932" y="54863"/>
                </a:lnTo>
                <a:lnTo>
                  <a:pt x="242751" y="73151"/>
                </a:lnTo>
                <a:close/>
              </a:path>
              <a:path w="247014" h="356869">
                <a:moveTo>
                  <a:pt x="0" y="356616"/>
                </a:moveTo>
                <a:lnTo>
                  <a:pt x="881" y="337780"/>
                </a:lnTo>
                <a:lnTo>
                  <a:pt x="1333" y="306514"/>
                </a:lnTo>
                <a:lnTo>
                  <a:pt x="1500" y="262961"/>
                </a:lnTo>
                <a:lnTo>
                  <a:pt x="1491" y="149351"/>
                </a:lnTo>
                <a:lnTo>
                  <a:pt x="1333" y="108203"/>
                </a:lnTo>
                <a:lnTo>
                  <a:pt x="881" y="77390"/>
                </a:lnTo>
                <a:lnTo>
                  <a:pt x="0" y="59435"/>
                </a:lnTo>
                <a:lnTo>
                  <a:pt x="24384" y="73151"/>
                </a:lnTo>
                <a:lnTo>
                  <a:pt x="242751" y="73151"/>
                </a:lnTo>
                <a:lnTo>
                  <a:pt x="246888" y="76199"/>
                </a:lnTo>
                <a:lnTo>
                  <a:pt x="239267" y="82296"/>
                </a:lnTo>
                <a:lnTo>
                  <a:pt x="24384" y="82296"/>
                </a:lnTo>
                <a:lnTo>
                  <a:pt x="24384" y="149351"/>
                </a:lnTo>
                <a:lnTo>
                  <a:pt x="231648" y="149351"/>
                </a:lnTo>
                <a:lnTo>
                  <a:pt x="231648" y="158496"/>
                </a:lnTo>
                <a:lnTo>
                  <a:pt x="24384" y="158496"/>
                </a:lnTo>
                <a:lnTo>
                  <a:pt x="24384" y="234695"/>
                </a:lnTo>
                <a:lnTo>
                  <a:pt x="231648" y="234695"/>
                </a:lnTo>
                <a:lnTo>
                  <a:pt x="231648" y="243839"/>
                </a:lnTo>
                <a:lnTo>
                  <a:pt x="24384" y="243839"/>
                </a:lnTo>
                <a:lnTo>
                  <a:pt x="24384" y="315467"/>
                </a:lnTo>
                <a:lnTo>
                  <a:pt x="231648" y="315467"/>
                </a:lnTo>
                <a:lnTo>
                  <a:pt x="231670" y="324612"/>
                </a:lnTo>
                <a:lnTo>
                  <a:pt x="24384" y="324612"/>
                </a:lnTo>
                <a:lnTo>
                  <a:pt x="24384" y="348996"/>
                </a:lnTo>
                <a:lnTo>
                  <a:pt x="0" y="356616"/>
                </a:lnTo>
                <a:close/>
              </a:path>
              <a:path w="247014" h="356869">
                <a:moveTo>
                  <a:pt x="231648" y="149351"/>
                </a:moveTo>
                <a:lnTo>
                  <a:pt x="208788" y="149351"/>
                </a:lnTo>
                <a:lnTo>
                  <a:pt x="208788" y="82296"/>
                </a:lnTo>
                <a:lnTo>
                  <a:pt x="239267" y="82296"/>
                </a:lnTo>
                <a:lnTo>
                  <a:pt x="231648" y="88391"/>
                </a:lnTo>
                <a:lnTo>
                  <a:pt x="231648" y="149351"/>
                </a:lnTo>
                <a:close/>
              </a:path>
              <a:path w="247014" h="356869">
                <a:moveTo>
                  <a:pt x="231648" y="234695"/>
                </a:moveTo>
                <a:lnTo>
                  <a:pt x="208788" y="234695"/>
                </a:lnTo>
                <a:lnTo>
                  <a:pt x="208788" y="158496"/>
                </a:lnTo>
                <a:lnTo>
                  <a:pt x="231648" y="158496"/>
                </a:lnTo>
                <a:lnTo>
                  <a:pt x="231648" y="234695"/>
                </a:lnTo>
                <a:close/>
              </a:path>
              <a:path w="247014" h="356869">
                <a:moveTo>
                  <a:pt x="231648" y="315467"/>
                </a:moveTo>
                <a:lnTo>
                  <a:pt x="208788" y="315467"/>
                </a:lnTo>
                <a:lnTo>
                  <a:pt x="208788" y="243839"/>
                </a:lnTo>
                <a:lnTo>
                  <a:pt x="231648" y="243839"/>
                </a:lnTo>
                <a:lnTo>
                  <a:pt x="231648" y="315467"/>
                </a:lnTo>
                <a:close/>
              </a:path>
              <a:path w="247014" h="356869">
                <a:moveTo>
                  <a:pt x="208788" y="356616"/>
                </a:moveTo>
                <a:lnTo>
                  <a:pt x="208788" y="324612"/>
                </a:lnTo>
                <a:lnTo>
                  <a:pt x="231670" y="324612"/>
                </a:lnTo>
                <a:lnTo>
                  <a:pt x="231838" y="332803"/>
                </a:lnTo>
                <a:lnTo>
                  <a:pt x="232290" y="340352"/>
                </a:lnTo>
                <a:lnTo>
                  <a:pt x="233172" y="347472"/>
                </a:lnTo>
                <a:lnTo>
                  <a:pt x="208788" y="35661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3585971" y="2625852"/>
            <a:ext cx="317500" cy="306705"/>
          </a:xfrm>
          <a:custGeom>
            <a:avLst/>
            <a:gdLst/>
            <a:ahLst/>
            <a:cxnLst/>
            <a:rect l="l" t="t" r="r" b="b"/>
            <a:pathLst>
              <a:path w="317500" h="306705">
                <a:moveTo>
                  <a:pt x="280415" y="306324"/>
                </a:moveTo>
                <a:lnTo>
                  <a:pt x="48767" y="306324"/>
                </a:lnTo>
                <a:lnTo>
                  <a:pt x="33027" y="304323"/>
                </a:lnTo>
                <a:lnTo>
                  <a:pt x="22288" y="296037"/>
                </a:lnTo>
                <a:lnTo>
                  <a:pt x="16406" y="281463"/>
                </a:lnTo>
                <a:lnTo>
                  <a:pt x="15239" y="260604"/>
                </a:lnTo>
                <a:lnTo>
                  <a:pt x="15049" y="165354"/>
                </a:lnTo>
                <a:lnTo>
                  <a:pt x="14597" y="133302"/>
                </a:lnTo>
                <a:lnTo>
                  <a:pt x="13715" y="111252"/>
                </a:lnTo>
                <a:lnTo>
                  <a:pt x="36575" y="124968"/>
                </a:lnTo>
                <a:lnTo>
                  <a:pt x="233171" y="124968"/>
                </a:lnTo>
                <a:lnTo>
                  <a:pt x="233171" y="25908"/>
                </a:lnTo>
                <a:lnTo>
                  <a:pt x="50291" y="25908"/>
                </a:lnTo>
                <a:lnTo>
                  <a:pt x="41147" y="26193"/>
                </a:lnTo>
                <a:lnTo>
                  <a:pt x="32003" y="27051"/>
                </a:lnTo>
                <a:lnTo>
                  <a:pt x="22859" y="28479"/>
                </a:lnTo>
                <a:lnTo>
                  <a:pt x="13715" y="30480"/>
                </a:lnTo>
                <a:lnTo>
                  <a:pt x="0" y="16764"/>
                </a:lnTo>
                <a:lnTo>
                  <a:pt x="228599" y="16764"/>
                </a:lnTo>
                <a:lnTo>
                  <a:pt x="242315" y="0"/>
                </a:lnTo>
                <a:lnTo>
                  <a:pt x="268223" y="21336"/>
                </a:lnTo>
                <a:lnTo>
                  <a:pt x="254508" y="32004"/>
                </a:lnTo>
                <a:lnTo>
                  <a:pt x="254555" y="73461"/>
                </a:lnTo>
                <a:lnTo>
                  <a:pt x="254889" y="106489"/>
                </a:lnTo>
                <a:lnTo>
                  <a:pt x="255793" y="131230"/>
                </a:lnTo>
                <a:lnTo>
                  <a:pt x="257556" y="147828"/>
                </a:lnTo>
                <a:lnTo>
                  <a:pt x="233171" y="158496"/>
                </a:lnTo>
                <a:lnTo>
                  <a:pt x="233171" y="134112"/>
                </a:lnTo>
                <a:lnTo>
                  <a:pt x="36575" y="134112"/>
                </a:lnTo>
                <a:lnTo>
                  <a:pt x="36575" y="263652"/>
                </a:lnTo>
                <a:lnTo>
                  <a:pt x="38242" y="273653"/>
                </a:lnTo>
                <a:lnTo>
                  <a:pt x="43052" y="280797"/>
                </a:lnTo>
                <a:lnTo>
                  <a:pt x="50720" y="285083"/>
                </a:lnTo>
                <a:lnTo>
                  <a:pt x="60959" y="286512"/>
                </a:lnTo>
                <a:lnTo>
                  <a:pt x="260603" y="286512"/>
                </a:lnTo>
                <a:lnTo>
                  <a:pt x="282320" y="243078"/>
                </a:lnTo>
                <a:lnTo>
                  <a:pt x="283463" y="202692"/>
                </a:lnTo>
                <a:lnTo>
                  <a:pt x="291083" y="202692"/>
                </a:lnTo>
                <a:lnTo>
                  <a:pt x="292774" y="233243"/>
                </a:lnTo>
                <a:lnTo>
                  <a:pt x="297751" y="256222"/>
                </a:lnTo>
                <a:lnTo>
                  <a:pt x="305871" y="271486"/>
                </a:lnTo>
                <a:lnTo>
                  <a:pt x="316991" y="278892"/>
                </a:lnTo>
                <a:lnTo>
                  <a:pt x="311015" y="289155"/>
                </a:lnTo>
                <a:lnTo>
                  <a:pt x="304609" y="296989"/>
                </a:lnTo>
                <a:lnTo>
                  <a:pt x="297918" y="302252"/>
                </a:lnTo>
                <a:lnTo>
                  <a:pt x="291083" y="304800"/>
                </a:lnTo>
                <a:lnTo>
                  <a:pt x="280415" y="30632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" name="object 15"/>
          <p:cNvSpPr/>
          <p:nvPr/>
        </p:nvSpPr>
        <p:spPr>
          <a:xfrm>
            <a:off x="3970020" y="2602991"/>
            <a:ext cx="3066415" cy="358775"/>
          </a:xfrm>
          <a:custGeom>
            <a:avLst/>
            <a:gdLst/>
            <a:ahLst/>
            <a:cxnLst/>
            <a:rect l="l" t="t" r="r" b="b"/>
            <a:pathLst>
              <a:path w="3066415" h="358775">
                <a:moveTo>
                  <a:pt x="135636" y="86868"/>
                </a:moveTo>
                <a:lnTo>
                  <a:pt x="128016" y="79248"/>
                </a:lnTo>
                <a:lnTo>
                  <a:pt x="112776" y="64008"/>
                </a:lnTo>
                <a:lnTo>
                  <a:pt x="100584" y="76200"/>
                </a:lnTo>
                <a:lnTo>
                  <a:pt x="100584" y="88392"/>
                </a:lnTo>
                <a:lnTo>
                  <a:pt x="100584" y="185928"/>
                </a:lnTo>
                <a:lnTo>
                  <a:pt x="100584" y="195072"/>
                </a:lnTo>
                <a:lnTo>
                  <a:pt x="100584" y="301752"/>
                </a:lnTo>
                <a:lnTo>
                  <a:pt x="21336" y="301752"/>
                </a:lnTo>
                <a:lnTo>
                  <a:pt x="21336" y="195072"/>
                </a:lnTo>
                <a:lnTo>
                  <a:pt x="100584" y="195072"/>
                </a:lnTo>
                <a:lnTo>
                  <a:pt x="100584" y="185928"/>
                </a:lnTo>
                <a:lnTo>
                  <a:pt x="21336" y="185928"/>
                </a:lnTo>
                <a:lnTo>
                  <a:pt x="21336" y="88392"/>
                </a:lnTo>
                <a:lnTo>
                  <a:pt x="100584" y="88392"/>
                </a:lnTo>
                <a:lnTo>
                  <a:pt x="100584" y="76200"/>
                </a:lnTo>
                <a:lnTo>
                  <a:pt x="97536" y="79248"/>
                </a:lnTo>
                <a:lnTo>
                  <a:pt x="47244" y="79248"/>
                </a:lnTo>
                <a:lnTo>
                  <a:pt x="59245" y="54940"/>
                </a:lnTo>
                <a:lnTo>
                  <a:pt x="70104" y="36766"/>
                </a:lnTo>
                <a:lnTo>
                  <a:pt x="79819" y="24599"/>
                </a:lnTo>
                <a:lnTo>
                  <a:pt x="88392" y="18288"/>
                </a:lnTo>
                <a:lnTo>
                  <a:pt x="54864" y="0"/>
                </a:lnTo>
                <a:lnTo>
                  <a:pt x="53098" y="15176"/>
                </a:lnTo>
                <a:lnTo>
                  <a:pt x="49911" y="33337"/>
                </a:lnTo>
                <a:lnTo>
                  <a:pt x="44996" y="54660"/>
                </a:lnTo>
                <a:lnTo>
                  <a:pt x="38100" y="79248"/>
                </a:lnTo>
                <a:lnTo>
                  <a:pt x="22860" y="79248"/>
                </a:lnTo>
                <a:lnTo>
                  <a:pt x="0" y="65532"/>
                </a:lnTo>
                <a:lnTo>
                  <a:pt x="876" y="100584"/>
                </a:lnTo>
                <a:lnTo>
                  <a:pt x="1308" y="133731"/>
                </a:lnTo>
                <a:lnTo>
                  <a:pt x="1422" y="155448"/>
                </a:lnTo>
                <a:lnTo>
                  <a:pt x="1333" y="278130"/>
                </a:lnTo>
                <a:lnTo>
                  <a:pt x="914" y="310896"/>
                </a:lnTo>
                <a:lnTo>
                  <a:pt x="825" y="315468"/>
                </a:lnTo>
                <a:lnTo>
                  <a:pt x="0" y="348996"/>
                </a:lnTo>
                <a:lnTo>
                  <a:pt x="21336" y="336804"/>
                </a:lnTo>
                <a:lnTo>
                  <a:pt x="21336" y="310896"/>
                </a:lnTo>
                <a:lnTo>
                  <a:pt x="100584" y="310896"/>
                </a:lnTo>
                <a:lnTo>
                  <a:pt x="100584" y="342900"/>
                </a:lnTo>
                <a:lnTo>
                  <a:pt x="121920" y="330708"/>
                </a:lnTo>
                <a:lnTo>
                  <a:pt x="121793" y="310896"/>
                </a:lnTo>
                <a:lnTo>
                  <a:pt x="121729" y="301752"/>
                </a:lnTo>
                <a:lnTo>
                  <a:pt x="120967" y="224028"/>
                </a:lnTo>
                <a:lnTo>
                  <a:pt x="120751" y="195072"/>
                </a:lnTo>
                <a:lnTo>
                  <a:pt x="120700" y="185928"/>
                </a:lnTo>
                <a:lnTo>
                  <a:pt x="120624" y="174688"/>
                </a:lnTo>
                <a:lnTo>
                  <a:pt x="120497" y="140957"/>
                </a:lnTo>
                <a:lnTo>
                  <a:pt x="120396" y="97536"/>
                </a:lnTo>
                <a:lnTo>
                  <a:pt x="133451" y="88392"/>
                </a:lnTo>
                <a:lnTo>
                  <a:pt x="135636" y="86868"/>
                </a:lnTo>
                <a:close/>
              </a:path>
              <a:path w="3066415" h="358775">
                <a:moveTo>
                  <a:pt x="216408" y="205740"/>
                </a:moveTo>
                <a:lnTo>
                  <a:pt x="184162" y="163715"/>
                </a:lnTo>
                <a:lnTo>
                  <a:pt x="167640" y="150876"/>
                </a:lnTo>
                <a:lnTo>
                  <a:pt x="164592" y="155448"/>
                </a:lnTo>
                <a:lnTo>
                  <a:pt x="174879" y="170307"/>
                </a:lnTo>
                <a:lnTo>
                  <a:pt x="182880" y="185166"/>
                </a:lnTo>
                <a:lnTo>
                  <a:pt x="188595" y="200025"/>
                </a:lnTo>
                <a:lnTo>
                  <a:pt x="192024" y="214884"/>
                </a:lnTo>
                <a:lnTo>
                  <a:pt x="195072" y="228600"/>
                </a:lnTo>
                <a:lnTo>
                  <a:pt x="198120" y="236220"/>
                </a:lnTo>
                <a:lnTo>
                  <a:pt x="204216" y="236220"/>
                </a:lnTo>
                <a:lnTo>
                  <a:pt x="207264" y="233172"/>
                </a:lnTo>
                <a:lnTo>
                  <a:pt x="210312" y="228600"/>
                </a:lnTo>
                <a:lnTo>
                  <a:pt x="214884" y="224028"/>
                </a:lnTo>
                <a:lnTo>
                  <a:pt x="216408" y="217932"/>
                </a:lnTo>
                <a:lnTo>
                  <a:pt x="216408" y="205740"/>
                </a:lnTo>
                <a:close/>
              </a:path>
              <a:path w="3066415" h="358775">
                <a:moveTo>
                  <a:pt x="313944" y="89916"/>
                </a:moveTo>
                <a:lnTo>
                  <a:pt x="307848" y="83820"/>
                </a:lnTo>
                <a:lnTo>
                  <a:pt x="291084" y="67056"/>
                </a:lnTo>
                <a:lnTo>
                  <a:pt x="274320" y="83820"/>
                </a:lnTo>
                <a:lnTo>
                  <a:pt x="190500" y="83820"/>
                </a:lnTo>
                <a:lnTo>
                  <a:pt x="203085" y="59270"/>
                </a:lnTo>
                <a:lnTo>
                  <a:pt x="213550" y="40576"/>
                </a:lnTo>
                <a:lnTo>
                  <a:pt x="221996" y="27889"/>
                </a:lnTo>
                <a:lnTo>
                  <a:pt x="228600" y="21336"/>
                </a:lnTo>
                <a:lnTo>
                  <a:pt x="195072" y="1524"/>
                </a:lnTo>
                <a:lnTo>
                  <a:pt x="185928" y="39052"/>
                </a:lnTo>
                <a:lnTo>
                  <a:pt x="172212" y="77724"/>
                </a:lnTo>
                <a:lnTo>
                  <a:pt x="153162" y="118300"/>
                </a:lnTo>
                <a:lnTo>
                  <a:pt x="124968" y="164592"/>
                </a:lnTo>
                <a:lnTo>
                  <a:pt x="129540" y="167640"/>
                </a:lnTo>
                <a:lnTo>
                  <a:pt x="145008" y="151688"/>
                </a:lnTo>
                <a:lnTo>
                  <a:pt x="159639" y="133731"/>
                </a:lnTo>
                <a:lnTo>
                  <a:pt x="173685" y="114071"/>
                </a:lnTo>
                <a:lnTo>
                  <a:pt x="187452" y="92964"/>
                </a:lnTo>
                <a:lnTo>
                  <a:pt x="277368" y="92964"/>
                </a:lnTo>
                <a:lnTo>
                  <a:pt x="275475" y="163715"/>
                </a:lnTo>
                <a:lnTo>
                  <a:pt x="273558" y="227838"/>
                </a:lnTo>
                <a:lnTo>
                  <a:pt x="271792" y="267843"/>
                </a:lnTo>
                <a:lnTo>
                  <a:pt x="262509" y="309372"/>
                </a:lnTo>
                <a:lnTo>
                  <a:pt x="248412" y="315468"/>
                </a:lnTo>
                <a:lnTo>
                  <a:pt x="238975" y="315137"/>
                </a:lnTo>
                <a:lnTo>
                  <a:pt x="226695" y="313944"/>
                </a:lnTo>
                <a:lnTo>
                  <a:pt x="211543" y="311619"/>
                </a:lnTo>
                <a:lnTo>
                  <a:pt x="193548" y="307848"/>
                </a:lnTo>
                <a:lnTo>
                  <a:pt x="193548" y="315468"/>
                </a:lnTo>
                <a:lnTo>
                  <a:pt x="212979" y="322897"/>
                </a:lnTo>
                <a:lnTo>
                  <a:pt x="227838" y="331470"/>
                </a:lnTo>
                <a:lnTo>
                  <a:pt x="238125" y="341185"/>
                </a:lnTo>
                <a:lnTo>
                  <a:pt x="243840" y="352044"/>
                </a:lnTo>
                <a:lnTo>
                  <a:pt x="254406" y="348361"/>
                </a:lnTo>
                <a:lnTo>
                  <a:pt x="284607" y="322707"/>
                </a:lnTo>
                <a:lnTo>
                  <a:pt x="287591" y="315468"/>
                </a:lnTo>
                <a:lnTo>
                  <a:pt x="288213" y="313994"/>
                </a:lnTo>
                <a:lnTo>
                  <a:pt x="295656" y="240220"/>
                </a:lnTo>
                <a:lnTo>
                  <a:pt x="297942" y="180047"/>
                </a:lnTo>
                <a:lnTo>
                  <a:pt x="300228" y="100584"/>
                </a:lnTo>
                <a:lnTo>
                  <a:pt x="310019" y="92964"/>
                </a:lnTo>
                <a:lnTo>
                  <a:pt x="313944" y="89916"/>
                </a:lnTo>
                <a:close/>
              </a:path>
              <a:path w="3066415" h="358775">
                <a:moveTo>
                  <a:pt x="483095" y="19812"/>
                </a:moveTo>
                <a:lnTo>
                  <a:pt x="451091" y="0"/>
                </a:lnTo>
                <a:lnTo>
                  <a:pt x="443382" y="23647"/>
                </a:lnTo>
                <a:lnTo>
                  <a:pt x="433946" y="48577"/>
                </a:lnTo>
                <a:lnTo>
                  <a:pt x="422808" y="74371"/>
                </a:lnTo>
                <a:lnTo>
                  <a:pt x="409943" y="100584"/>
                </a:lnTo>
                <a:lnTo>
                  <a:pt x="397141" y="126860"/>
                </a:lnTo>
                <a:lnTo>
                  <a:pt x="384035" y="150685"/>
                </a:lnTo>
                <a:lnTo>
                  <a:pt x="370941" y="171958"/>
                </a:lnTo>
                <a:lnTo>
                  <a:pt x="358127" y="190500"/>
                </a:lnTo>
                <a:lnTo>
                  <a:pt x="362699" y="195072"/>
                </a:lnTo>
                <a:lnTo>
                  <a:pt x="375869" y="180809"/>
                </a:lnTo>
                <a:lnTo>
                  <a:pt x="390321" y="163258"/>
                </a:lnTo>
                <a:lnTo>
                  <a:pt x="406209" y="142570"/>
                </a:lnTo>
                <a:lnTo>
                  <a:pt x="423659" y="118872"/>
                </a:lnTo>
                <a:lnTo>
                  <a:pt x="423545" y="289560"/>
                </a:lnTo>
                <a:lnTo>
                  <a:pt x="423430" y="297662"/>
                </a:lnTo>
                <a:lnTo>
                  <a:pt x="422389" y="333946"/>
                </a:lnTo>
                <a:lnTo>
                  <a:pt x="422135" y="355092"/>
                </a:lnTo>
                <a:lnTo>
                  <a:pt x="446519" y="342900"/>
                </a:lnTo>
                <a:lnTo>
                  <a:pt x="445668" y="326326"/>
                </a:lnTo>
                <a:lnTo>
                  <a:pt x="445211" y="311658"/>
                </a:lnTo>
                <a:lnTo>
                  <a:pt x="445109" y="304800"/>
                </a:lnTo>
                <a:lnTo>
                  <a:pt x="444995" y="128016"/>
                </a:lnTo>
                <a:lnTo>
                  <a:pt x="454139" y="118872"/>
                </a:lnTo>
                <a:lnTo>
                  <a:pt x="457187" y="115824"/>
                </a:lnTo>
                <a:lnTo>
                  <a:pt x="431279" y="102108"/>
                </a:lnTo>
                <a:lnTo>
                  <a:pt x="447522" y="69532"/>
                </a:lnTo>
                <a:lnTo>
                  <a:pt x="461759" y="44958"/>
                </a:lnTo>
                <a:lnTo>
                  <a:pt x="473722" y="28384"/>
                </a:lnTo>
                <a:lnTo>
                  <a:pt x="483095" y="19812"/>
                </a:lnTo>
                <a:close/>
              </a:path>
              <a:path w="3066415" h="358775">
                <a:moveTo>
                  <a:pt x="670547" y="60960"/>
                </a:moveTo>
                <a:lnTo>
                  <a:pt x="669023" y="56388"/>
                </a:lnTo>
                <a:lnTo>
                  <a:pt x="667499" y="50292"/>
                </a:lnTo>
                <a:lnTo>
                  <a:pt x="662025" y="44919"/>
                </a:lnTo>
                <a:lnTo>
                  <a:pt x="649973" y="38100"/>
                </a:lnTo>
                <a:lnTo>
                  <a:pt x="631075" y="30149"/>
                </a:lnTo>
                <a:lnTo>
                  <a:pt x="605015" y="21336"/>
                </a:lnTo>
                <a:lnTo>
                  <a:pt x="601967" y="25908"/>
                </a:lnTo>
                <a:lnTo>
                  <a:pt x="617689" y="39103"/>
                </a:lnTo>
                <a:lnTo>
                  <a:pt x="630542" y="51435"/>
                </a:lnTo>
                <a:lnTo>
                  <a:pt x="640549" y="63207"/>
                </a:lnTo>
                <a:lnTo>
                  <a:pt x="647687" y="74676"/>
                </a:lnTo>
                <a:lnTo>
                  <a:pt x="652259" y="83820"/>
                </a:lnTo>
                <a:lnTo>
                  <a:pt x="656831" y="88392"/>
                </a:lnTo>
                <a:lnTo>
                  <a:pt x="662927" y="88392"/>
                </a:lnTo>
                <a:lnTo>
                  <a:pt x="664451" y="85344"/>
                </a:lnTo>
                <a:lnTo>
                  <a:pt x="667499" y="80772"/>
                </a:lnTo>
                <a:lnTo>
                  <a:pt x="670547" y="74676"/>
                </a:lnTo>
                <a:lnTo>
                  <a:pt x="670547" y="60960"/>
                </a:lnTo>
                <a:close/>
              </a:path>
              <a:path w="3066415" h="358775">
                <a:moveTo>
                  <a:pt x="717791" y="318516"/>
                </a:moveTo>
                <a:lnTo>
                  <a:pt x="700455" y="274129"/>
                </a:lnTo>
                <a:lnTo>
                  <a:pt x="699503" y="251460"/>
                </a:lnTo>
                <a:lnTo>
                  <a:pt x="691883" y="251460"/>
                </a:lnTo>
                <a:lnTo>
                  <a:pt x="688835" y="297180"/>
                </a:lnTo>
                <a:lnTo>
                  <a:pt x="675119" y="321564"/>
                </a:lnTo>
                <a:lnTo>
                  <a:pt x="629399" y="321564"/>
                </a:lnTo>
                <a:lnTo>
                  <a:pt x="620280" y="320382"/>
                </a:lnTo>
                <a:lnTo>
                  <a:pt x="613587" y="316611"/>
                </a:lnTo>
                <a:lnTo>
                  <a:pt x="609473" y="309994"/>
                </a:lnTo>
                <a:lnTo>
                  <a:pt x="608063" y="300228"/>
                </a:lnTo>
                <a:lnTo>
                  <a:pt x="608063" y="124968"/>
                </a:lnTo>
                <a:lnTo>
                  <a:pt x="699503" y="124968"/>
                </a:lnTo>
                <a:lnTo>
                  <a:pt x="670547" y="96012"/>
                </a:lnTo>
                <a:lnTo>
                  <a:pt x="650735" y="115824"/>
                </a:lnTo>
                <a:lnTo>
                  <a:pt x="565391" y="115824"/>
                </a:lnTo>
                <a:lnTo>
                  <a:pt x="565391" y="32004"/>
                </a:lnTo>
                <a:lnTo>
                  <a:pt x="579107" y="19812"/>
                </a:lnTo>
                <a:lnTo>
                  <a:pt x="542531" y="3048"/>
                </a:lnTo>
                <a:lnTo>
                  <a:pt x="543420" y="17297"/>
                </a:lnTo>
                <a:lnTo>
                  <a:pt x="543864" y="32385"/>
                </a:lnTo>
                <a:lnTo>
                  <a:pt x="543941" y="39103"/>
                </a:lnTo>
                <a:lnTo>
                  <a:pt x="544055" y="115824"/>
                </a:lnTo>
                <a:lnTo>
                  <a:pt x="460235" y="115824"/>
                </a:lnTo>
                <a:lnTo>
                  <a:pt x="473951" y="129540"/>
                </a:lnTo>
                <a:lnTo>
                  <a:pt x="482244" y="127546"/>
                </a:lnTo>
                <a:lnTo>
                  <a:pt x="491096" y="126111"/>
                </a:lnTo>
                <a:lnTo>
                  <a:pt x="500532" y="125260"/>
                </a:lnTo>
                <a:lnTo>
                  <a:pt x="510527" y="124968"/>
                </a:lnTo>
                <a:lnTo>
                  <a:pt x="544055" y="124968"/>
                </a:lnTo>
                <a:lnTo>
                  <a:pt x="540245" y="174498"/>
                </a:lnTo>
                <a:lnTo>
                  <a:pt x="531863" y="219456"/>
                </a:lnTo>
                <a:lnTo>
                  <a:pt x="518147" y="259842"/>
                </a:lnTo>
                <a:lnTo>
                  <a:pt x="499859" y="295656"/>
                </a:lnTo>
                <a:lnTo>
                  <a:pt x="476046" y="326326"/>
                </a:lnTo>
                <a:lnTo>
                  <a:pt x="446519" y="353568"/>
                </a:lnTo>
                <a:lnTo>
                  <a:pt x="451091" y="358140"/>
                </a:lnTo>
                <a:lnTo>
                  <a:pt x="489191" y="328803"/>
                </a:lnTo>
                <a:lnTo>
                  <a:pt x="518147" y="297180"/>
                </a:lnTo>
                <a:lnTo>
                  <a:pt x="539102" y="261556"/>
                </a:lnTo>
                <a:lnTo>
                  <a:pt x="553199" y="222504"/>
                </a:lnTo>
                <a:lnTo>
                  <a:pt x="562152" y="176593"/>
                </a:lnTo>
                <a:lnTo>
                  <a:pt x="565391" y="124968"/>
                </a:lnTo>
                <a:lnTo>
                  <a:pt x="588251" y="124968"/>
                </a:lnTo>
                <a:lnTo>
                  <a:pt x="588378" y="311658"/>
                </a:lnTo>
                <a:lnTo>
                  <a:pt x="623303" y="339852"/>
                </a:lnTo>
                <a:lnTo>
                  <a:pt x="684263" y="339852"/>
                </a:lnTo>
                <a:lnTo>
                  <a:pt x="694867" y="338670"/>
                </a:lnTo>
                <a:lnTo>
                  <a:pt x="703884" y="334899"/>
                </a:lnTo>
                <a:lnTo>
                  <a:pt x="711492" y="328282"/>
                </a:lnTo>
                <a:lnTo>
                  <a:pt x="715822" y="321564"/>
                </a:lnTo>
                <a:lnTo>
                  <a:pt x="717791" y="318516"/>
                </a:lnTo>
                <a:close/>
              </a:path>
              <a:path w="3066415" h="358775">
                <a:moveTo>
                  <a:pt x="1104900" y="318516"/>
                </a:moveTo>
                <a:lnTo>
                  <a:pt x="1084516" y="273177"/>
                </a:lnTo>
                <a:lnTo>
                  <a:pt x="1083564" y="249936"/>
                </a:lnTo>
                <a:lnTo>
                  <a:pt x="1075944" y="249936"/>
                </a:lnTo>
                <a:lnTo>
                  <a:pt x="1074013" y="295160"/>
                </a:lnTo>
                <a:lnTo>
                  <a:pt x="1066800" y="324612"/>
                </a:lnTo>
                <a:lnTo>
                  <a:pt x="1005840" y="324612"/>
                </a:lnTo>
                <a:lnTo>
                  <a:pt x="991209" y="323456"/>
                </a:lnTo>
                <a:lnTo>
                  <a:pt x="981456" y="317563"/>
                </a:lnTo>
                <a:lnTo>
                  <a:pt x="976261" y="306832"/>
                </a:lnTo>
                <a:lnTo>
                  <a:pt x="975360" y="291084"/>
                </a:lnTo>
                <a:lnTo>
                  <a:pt x="975360" y="187452"/>
                </a:lnTo>
                <a:lnTo>
                  <a:pt x="1100328" y="187452"/>
                </a:lnTo>
                <a:lnTo>
                  <a:pt x="1069848" y="156972"/>
                </a:lnTo>
                <a:lnTo>
                  <a:pt x="1048512" y="178308"/>
                </a:lnTo>
                <a:lnTo>
                  <a:pt x="941832" y="178308"/>
                </a:lnTo>
                <a:lnTo>
                  <a:pt x="941832" y="96012"/>
                </a:lnTo>
                <a:lnTo>
                  <a:pt x="1063752" y="96012"/>
                </a:lnTo>
                <a:lnTo>
                  <a:pt x="1033272" y="65532"/>
                </a:lnTo>
                <a:lnTo>
                  <a:pt x="1011936" y="86868"/>
                </a:lnTo>
                <a:lnTo>
                  <a:pt x="941832" y="86868"/>
                </a:lnTo>
                <a:lnTo>
                  <a:pt x="941832" y="27432"/>
                </a:lnTo>
                <a:lnTo>
                  <a:pt x="954024" y="15240"/>
                </a:lnTo>
                <a:lnTo>
                  <a:pt x="918972" y="0"/>
                </a:lnTo>
                <a:lnTo>
                  <a:pt x="919848" y="14033"/>
                </a:lnTo>
                <a:lnTo>
                  <a:pt x="920305" y="33337"/>
                </a:lnTo>
                <a:lnTo>
                  <a:pt x="920496" y="88392"/>
                </a:lnTo>
                <a:lnTo>
                  <a:pt x="841248" y="88392"/>
                </a:lnTo>
                <a:lnTo>
                  <a:pt x="853668" y="61607"/>
                </a:lnTo>
                <a:lnTo>
                  <a:pt x="858012" y="53340"/>
                </a:lnTo>
                <a:lnTo>
                  <a:pt x="870204" y="47244"/>
                </a:lnTo>
                <a:lnTo>
                  <a:pt x="836676" y="27432"/>
                </a:lnTo>
                <a:lnTo>
                  <a:pt x="827239" y="63373"/>
                </a:lnTo>
                <a:lnTo>
                  <a:pt x="814959" y="97726"/>
                </a:lnTo>
                <a:lnTo>
                  <a:pt x="799807" y="130098"/>
                </a:lnTo>
                <a:lnTo>
                  <a:pt x="781812" y="160020"/>
                </a:lnTo>
                <a:lnTo>
                  <a:pt x="786384" y="163068"/>
                </a:lnTo>
                <a:lnTo>
                  <a:pt x="800049" y="147904"/>
                </a:lnTo>
                <a:lnTo>
                  <a:pt x="813435" y="132016"/>
                </a:lnTo>
                <a:lnTo>
                  <a:pt x="826236" y="115277"/>
                </a:lnTo>
                <a:lnTo>
                  <a:pt x="838200" y="97536"/>
                </a:lnTo>
                <a:lnTo>
                  <a:pt x="920496" y="97536"/>
                </a:lnTo>
                <a:lnTo>
                  <a:pt x="920496" y="178308"/>
                </a:lnTo>
                <a:lnTo>
                  <a:pt x="758952" y="178308"/>
                </a:lnTo>
                <a:lnTo>
                  <a:pt x="772668" y="192024"/>
                </a:lnTo>
                <a:lnTo>
                  <a:pt x="780948" y="190030"/>
                </a:lnTo>
                <a:lnTo>
                  <a:pt x="789813" y="188595"/>
                </a:lnTo>
                <a:lnTo>
                  <a:pt x="799236" y="187744"/>
                </a:lnTo>
                <a:lnTo>
                  <a:pt x="809244" y="187452"/>
                </a:lnTo>
                <a:lnTo>
                  <a:pt x="876300" y="187452"/>
                </a:lnTo>
                <a:lnTo>
                  <a:pt x="867537" y="239077"/>
                </a:lnTo>
                <a:lnTo>
                  <a:pt x="851916" y="280416"/>
                </a:lnTo>
                <a:lnTo>
                  <a:pt x="818578" y="316992"/>
                </a:lnTo>
                <a:lnTo>
                  <a:pt x="758952" y="353568"/>
                </a:lnTo>
                <a:lnTo>
                  <a:pt x="760476" y="358140"/>
                </a:lnTo>
                <a:lnTo>
                  <a:pt x="797280" y="344474"/>
                </a:lnTo>
                <a:lnTo>
                  <a:pt x="850912" y="311429"/>
                </a:lnTo>
                <a:lnTo>
                  <a:pt x="879436" y="270611"/>
                </a:lnTo>
                <a:lnTo>
                  <a:pt x="895438" y="218033"/>
                </a:lnTo>
                <a:lnTo>
                  <a:pt x="899160" y="187452"/>
                </a:lnTo>
                <a:lnTo>
                  <a:pt x="954024" y="187452"/>
                </a:lnTo>
                <a:lnTo>
                  <a:pt x="954024" y="303276"/>
                </a:lnTo>
                <a:lnTo>
                  <a:pt x="955421" y="320408"/>
                </a:lnTo>
                <a:lnTo>
                  <a:pt x="961834" y="332803"/>
                </a:lnTo>
                <a:lnTo>
                  <a:pt x="973086" y="340360"/>
                </a:lnTo>
                <a:lnTo>
                  <a:pt x="989076" y="342900"/>
                </a:lnTo>
                <a:lnTo>
                  <a:pt x="1062228" y="342900"/>
                </a:lnTo>
                <a:lnTo>
                  <a:pt x="1077671" y="341452"/>
                </a:lnTo>
                <a:lnTo>
                  <a:pt x="1089850" y="336994"/>
                </a:lnTo>
                <a:lnTo>
                  <a:pt x="1098867" y="329399"/>
                </a:lnTo>
                <a:lnTo>
                  <a:pt x="1104900" y="318516"/>
                </a:lnTo>
                <a:close/>
              </a:path>
              <a:path w="3066415" h="358775">
                <a:moveTo>
                  <a:pt x="1499603" y="310896"/>
                </a:moveTo>
                <a:lnTo>
                  <a:pt x="1457502" y="303847"/>
                </a:lnTo>
                <a:lnTo>
                  <a:pt x="1408620" y="282232"/>
                </a:lnTo>
                <a:lnTo>
                  <a:pt x="1368539" y="245364"/>
                </a:lnTo>
                <a:lnTo>
                  <a:pt x="1384211" y="235038"/>
                </a:lnTo>
                <a:lnTo>
                  <a:pt x="1419555" y="213220"/>
                </a:lnTo>
                <a:lnTo>
                  <a:pt x="1438643" y="201168"/>
                </a:lnTo>
                <a:lnTo>
                  <a:pt x="1453883" y="199644"/>
                </a:lnTo>
                <a:lnTo>
                  <a:pt x="1427975" y="173736"/>
                </a:lnTo>
                <a:lnTo>
                  <a:pt x="1416265" y="189128"/>
                </a:lnTo>
                <a:lnTo>
                  <a:pt x="1401686" y="205359"/>
                </a:lnTo>
                <a:lnTo>
                  <a:pt x="1384261" y="222173"/>
                </a:lnTo>
                <a:lnTo>
                  <a:pt x="1363967" y="239268"/>
                </a:lnTo>
                <a:lnTo>
                  <a:pt x="1352880" y="221843"/>
                </a:lnTo>
                <a:lnTo>
                  <a:pt x="1342631" y="203835"/>
                </a:lnTo>
                <a:lnTo>
                  <a:pt x="1333538" y="185267"/>
                </a:lnTo>
                <a:lnTo>
                  <a:pt x="1325867" y="166116"/>
                </a:lnTo>
                <a:lnTo>
                  <a:pt x="1495031" y="166116"/>
                </a:lnTo>
                <a:lnTo>
                  <a:pt x="1464551" y="134112"/>
                </a:lnTo>
                <a:lnTo>
                  <a:pt x="1441691" y="156972"/>
                </a:lnTo>
                <a:lnTo>
                  <a:pt x="1327391" y="156972"/>
                </a:lnTo>
                <a:lnTo>
                  <a:pt x="1327391" y="112776"/>
                </a:lnTo>
                <a:lnTo>
                  <a:pt x="1452359" y="112776"/>
                </a:lnTo>
                <a:lnTo>
                  <a:pt x="1424927" y="83820"/>
                </a:lnTo>
                <a:lnTo>
                  <a:pt x="1405115" y="103632"/>
                </a:lnTo>
                <a:lnTo>
                  <a:pt x="1327391" y="103632"/>
                </a:lnTo>
                <a:lnTo>
                  <a:pt x="1327391" y="62484"/>
                </a:lnTo>
                <a:lnTo>
                  <a:pt x="1476743" y="62484"/>
                </a:lnTo>
                <a:lnTo>
                  <a:pt x="1447787" y="32004"/>
                </a:lnTo>
                <a:lnTo>
                  <a:pt x="1426451" y="53340"/>
                </a:lnTo>
                <a:lnTo>
                  <a:pt x="1327391" y="53340"/>
                </a:lnTo>
                <a:lnTo>
                  <a:pt x="1327391" y="25908"/>
                </a:lnTo>
                <a:lnTo>
                  <a:pt x="1339583" y="15240"/>
                </a:lnTo>
                <a:lnTo>
                  <a:pt x="1304531" y="0"/>
                </a:lnTo>
                <a:lnTo>
                  <a:pt x="1304772" y="11988"/>
                </a:lnTo>
                <a:lnTo>
                  <a:pt x="1305826" y="38798"/>
                </a:lnTo>
                <a:lnTo>
                  <a:pt x="1306055" y="53340"/>
                </a:lnTo>
                <a:lnTo>
                  <a:pt x="1168895" y="53340"/>
                </a:lnTo>
                <a:lnTo>
                  <a:pt x="1182611" y="67056"/>
                </a:lnTo>
                <a:lnTo>
                  <a:pt x="1191755" y="65062"/>
                </a:lnTo>
                <a:lnTo>
                  <a:pt x="1200899" y="63627"/>
                </a:lnTo>
                <a:lnTo>
                  <a:pt x="1210043" y="62776"/>
                </a:lnTo>
                <a:lnTo>
                  <a:pt x="1219187" y="62484"/>
                </a:lnTo>
                <a:lnTo>
                  <a:pt x="1306055" y="62484"/>
                </a:lnTo>
                <a:lnTo>
                  <a:pt x="1306055" y="103632"/>
                </a:lnTo>
                <a:lnTo>
                  <a:pt x="1194803" y="103632"/>
                </a:lnTo>
                <a:lnTo>
                  <a:pt x="1208519" y="117348"/>
                </a:lnTo>
                <a:lnTo>
                  <a:pt x="1217688" y="115354"/>
                </a:lnTo>
                <a:lnTo>
                  <a:pt x="1226997" y="113919"/>
                </a:lnTo>
                <a:lnTo>
                  <a:pt x="1236599" y="113068"/>
                </a:lnTo>
                <a:lnTo>
                  <a:pt x="1246619" y="112776"/>
                </a:lnTo>
                <a:lnTo>
                  <a:pt x="1306055" y="112776"/>
                </a:lnTo>
                <a:lnTo>
                  <a:pt x="1306055" y="156972"/>
                </a:lnTo>
                <a:lnTo>
                  <a:pt x="1146035" y="156972"/>
                </a:lnTo>
                <a:lnTo>
                  <a:pt x="1159751" y="170688"/>
                </a:lnTo>
                <a:lnTo>
                  <a:pt x="1168895" y="168694"/>
                </a:lnTo>
                <a:lnTo>
                  <a:pt x="1178039" y="167259"/>
                </a:lnTo>
                <a:lnTo>
                  <a:pt x="1187183" y="166408"/>
                </a:lnTo>
                <a:lnTo>
                  <a:pt x="1196327" y="166116"/>
                </a:lnTo>
                <a:lnTo>
                  <a:pt x="1296911" y="166116"/>
                </a:lnTo>
                <a:lnTo>
                  <a:pt x="1267193" y="202692"/>
                </a:lnTo>
                <a:lnTo>
                  <a:pt x="1232903" y="234696"/>
                </a:lnTo>
                <a:lnTo>
                  <a:pt x="1190421" y="263842"/>
                </a:lnTo>
                <a:lnTo>
                  <a:pt x="1139939" y="289560"/>
                </a:lnTo>
                <a:lnTo>
                  <a:pt x="1141463" y="295656"/>
                </a:lnTo>
                <a:lnTo>
                  <a:pt x="1170305" y="285686"/>
                </a:lnTo>
                <a:lnTo>
                  <a:pt x="1197279" y="274129"/>
                </a:lnTo>
                <a:lnTo>
                  <a:pt x="1222260" y="261162"/>
                </a:lnTo>
                <a:lnTo>
                  <a:pt x="1245095" y="246888"/>
                </a:lnTo>
                <a:lnTo>
                  <a:pt x="1245095" y="306324"/>
                </a:lnTo>
                <a:lnTo>
                  <a:pt x="1244549" y="314858"/>
                </a:lnTo>
                <a:lnTo>
                  <a:pt x="1242999" y="321945"/>
                </a:lnTo>
                <a:lnTo>
                  <a:pt x="1240599" y="327329"/>
                </a:lnTo>
                <a:lnTo>
                  <a:pt x="1237475" y="330708"/>
                </a:lnTo>
                <a:lnTo>
                  <a:pt x="1255763" y="355092"/>
                </a:lnTo>
                <a:lnTo>
                  <a:pt x="1271816" y="342760"/>
                </a:lnTo>
                <a:lnTo>
                  <a:pt x="1292720" y="328422"/>
                </a:lnTo>
                <a:lnTo>
                  <a:pt x="1318780" y="311810"/>
                </a:lnTo>
                <a:lnTo>
                  <a:pt x="1350251" y="292608"/>
                </a:lnTo>
                <a:lnTo>
                  <a:pt x="1347203" y="286512"/>
                </a:lnTo>
                <a:lnTo>
                  <a:pt x="1267955" y="320040"/>
                </a:lnTo>
                <a:lnTo>
                  <a:pt x="1267955" y="230124"/>
                </a:lnTo>
                <a:lnTo>
                  <a:pt x="1281391" y="216395"/>
                </a:lnTo>
                <a:lnTo>
                  <a:pt x="1294244" y="202501"/>
                </a:lnTo>
                <a:lnTo>
                  <a:pt x="1306537" y="188341"/>
                </a:lnTo>
                <a:lnTo>
                  <a:pt x="1318247" y="173736"/>
                </a:lnTo>
                <a:lnTo>
                  <a:pt x="1330807" y="208915"/>
                </a:lnTo>
                <a:lnTo>
                  <a:pt x="1362189" y="264401"/>
                </a:lnTo>
                <a:lnTo>
                  <a:pt x="1400695" y="302120"/>
                </a:lnTo>
                <a:lnTo>
                  <a:pt x="1442885" y="328930"/>
                </a:lnTo>
                <a:lnTo>
                  <a:pt x="1464551" y="338328"/>
                </a:lnTo>
                <a:lnTo>
                  <a:pt x="1470888" y="330288"/>
                </a:lnTo>
                <a:lnTo>
                  <a:pt x="1478648" y="324231"/>
                </a:lnTo>
                <a:lnTo>
                  <a:pt x="1488135" y="319900"/>
                </a:lnTo>
                <a:lnTo>
                  <a:pt x="1499603" y="316992"/>
                </a:lnTo>
                <a:lnTo>
                  <a:pt x="1499603" y="310896"/>
                </a:lnTo>
                <a:close/>
              </a:path>
              <a:path w="3066415" h="358775">
                <a:moveTo>
                  <a:pt x="1639811" y="19824"/>
                </a:moveTo>
                <a:lnTo>
                  <a:pt x="1610855" y="12"/>
                </a:lnTo>
                <a:lnTo>
                  <a:pt x="1608569" y="11988"/>
                </a:lnTo>
                <a:lnTo>
                  <a:pt x="1603997" y="29527"/>
                </a:lnTo>
                <a:lnTo>
                  <a:pt x="1587995" y="80784"/>
                </a:lnTo>
                <a:lnTo>
                  <a:pt x="1565135" y="141363"/>
                </a:lnTo>
                <a:lnTo>
                  <a:pt x="1533131" y="199656"/>
                </a:lnTo>
                <a:lnTo>
                  <a:pt x="1537703" y="202704"/>
                </a:lnTo>
                <a:lnTo>
                  <a:pt x="1548904" y="190131"/>
                </a:lnTo>
                <a:lnTo>
                  <a:pt x="1559801" y="175272"/>
                </a:lnTo>
                <a:lnTo>
                  <a:pt x="1570710" y="158127"/>
                </a:lnTo>
                <a:lnTo>
                  <a:pt x="1581899" y="138696"/>
                </a:lnTo>
                <a:lnTo>
                  <a:pt x="1581797" y="300050"/>
                </a:lnTo>
                <a:lnTo>
                  <a:pt x="1581670" y="310146"/>
                </a:lnTo>
                <a:lnTo>
                  <a:pt x="1581213" y="332244"/>
                </a:lnTo>
                <a:lnTo>
                  <a:pt x="1580375" y="358152"/>
                </a:lnTo>
                <a:lnTo>
                  <a:pt x="1603235" y="350532"/>
                </a:lnTo>
                <a:lnTo>
                  <a:pt x="1603006" y="339102"/>
                </a:lnTo>
                <a:lnTo>
                  <a:pt x="1602473" y="323100"/>
                </a:lnTo>
                <a:lnTo>
                  <a:pt x="1601952" y="302526"/>
                </a:lnTo>
                <a:lnTo>
                  <a:pt x="1601825" y="289382"/>
                </a:lnTo>
                <a:lnTo>
                  <a:pt x="1601711" y="138696"/>
                </a:lnTo>
                <a:lnTo>
                  <a:pt x="1601711" y="124980"/>
                </a:lnTo>
                <a:lnTo>
                  <a:pt x="1612379" y="115836"/>
                </a:lnTo>
                <a:lnTo>
                  <a:pt x="1598663" y="105168"/>
                </a:lnTo>
                <a:lnTo>
                  <a:pt x="1616671" y="58013"/>
                </a:lnTo>
                <a:lnTo>
                  <a:pt x="1635239" y="22364"/>
                </a:lnTo>
                <a:lnTo>
                  <a:pt x="1639811" y="19824"/>
                </a:lnTo>
                <a:close/>
              </a:path>
              <a:path w="3066415" h="358775">
                <a:moveTo>
                  <a:pt x="1764779" y="108216"/>
                </a:moveTo>
                <a:lnTo>
                  <a:pt x="1738871" y="82308"/>
                </a:lnTo>
                <a:lnTo>
                  <a:pt x="1722107" y="99072"/>
                </a:lnTo>
                <a:lnTo>
                  <a:pt x="1697723" y="99072"/>
                </a:lnTo>
                <a:lnTo>
                  <a:pt x="1697723" y="35064"/>
                </a:lnTo>
                <a:lnTo>
                  <a:pt x="1711439" y="24396"/>
                </a:lnTo>
                <a:lnTo>
                  <a:pt x="1677911" y="9156"/>
                </a:lnTo>
                <a:lnTo>
                  <a:pt x="1679308" y="52514"/>
                </a:lnTo>
                <a:lnTo>
                  <a:pt x="1679435" y="99072"/>
                </a:lnTo>
                <a:lnTo>
                  <a:pt x="1621523" y="99072"/>
                </a:lnTo>
                <a:lnTo>
                  <a:pt x="1635239" y="112788"/>
                </a:lnTo>
                <a:lnTo>
                  <a:pt x="1644383" y="110782"/>
                </a:lnTo>
                <a:lnTo>
                  <a:pt x="1653527" y="109359"/>
                </a:lnTo>
                <a:lnTo>
                  <a:pt x="1662671" y="108496"/>
                </a:lnTo>
                <a:lnTo>
                  <a:pt x="1671815" y="108216"/>
                </a:lnTo>
                <a:lnTo>
                  <a:pt x="1679435" y="108216"/>
                </a:lnTo>
                <a:lnTo>
                  <a:pt x="1679435" y="185940"/>
                </a:lnTo>
                <a:lnTo>
                  <a:pt x="1655051" y="185940"/>
                </a:lnTo>
                <a:lnTo>
                  <a:pt x="1635239" y="173748"/>
                </a:lnTo>
                <a:lnTo>
                  <a:pt x="1636090" y="189026"/>
                </a:lnTo>
                <a:lnTo>
                  <a:pt x="1636179" y="192036"/>
                </a:lnTo>
                <a:lnTo>
                  <a:pt x="1636572" y="208419"/>
                </a:lnTo>
                <a:lnTo>
                  <a:pt x="1636674" y="219989"/>
                </a:lnTo>
                <a:lnTo>
                  <a:pt x="1636572" y="300050"/>
                </a:lnTo>
                <a:lnTo>
                  <a:pt x="1636128" y="319024"/>
                </a:lnTo>
                <a:lnTo>
                  <a:pt x="1635239" y="335292"/>
                </a:lnTo>
                <a:lnTo>
                  <a:pt x="1655051" y="326148"/>
                </a:lnTo>
                <a:lnTo>
                  <a:pt x="1655051" y="294144"/>
                </a:lnTo>
                <a:lnTo>
                  <a:pt x="1722107" y="294144"/>
                </a:lnTo>
                <a:lnTo>
                  <a:pt x="1722107" y="318528"/>
                </a:lnTo>
                <a:lnTo>
                  <a:pt x="1741919" y="307860"/>
                </a:lnTo>
                <a:lnTo>
                  <a:pt x="1741043" y="302425"/>
                </a:lnTo>
                <a:lnTo>
                  <a:pt x="1740585" y="295287"/>
                </a:lnTo>
                <a:lnTo>
                  <a:pt x="1740573" y="294144"/>
                </a:lnTo>
                <a:lnTo>
                  <a:pt x="1740420" y="285000"/>
                </a:lnTo>
                <a:lnTo>
                  <a:pt x="1740395" y="201180"/>
                </a:lnTo>
                <a:lnTo>
                  <a:pt x="1748523" y="195084"/>
                </a:lnTo>
                <a:lnTo>
                  <a:pt x="1752587" y="192036"/>
                </a:lnTo>
                <a:lnTo>
                  <a:pt x="1745983" y="185940"/>
                </a:lnTo>
                <a:lnTo>
                  <a:pt x="1732775" y="173748"/>
                </a:lnTo>
                <a:lnTo>
                  <a:pt x="1722107" y="184416"/>
                </a:lnTo>
                <a:lnTo>
                  <a:pt x="1722107" y="195084"/>
                </a:lnTo>
                <a:lnTo>
                  <a:pt x="1722107" y="285000"/>
                </a:lnTo>
                <a:lnTo>
                  <a:pt x="1655051" y="285000"/>
                </a:lnTo>
                <a:lnTo>
                  <a:pt x="1655051" y="195084"/>
                </a:lnTo>
                <a:lnTo>
                  <a:pt x="1722107" y="195084"/>
                </a:lnTo>
                <a:lnTo>
                  <a:pt x="1722107" y="184416"/>
                </a:lnTo>
                <a:lnTo>
                  <a:pt x="1720583" y="185940"/>
                </a:lnTo>
                <a:lnTo>
                  <a:pt x="1697723" y="185940"/>
                </a:lnTo>
                <a:lnTo>
                  <a:pt x="1697723" y="108216"/>
                </a:lnTo>
                <a:lnTo>
                  <a:pt x="1764779" y="108216"/>
                </a:lnTo>
                <a:close/>
              </a:path>
              <a:path w="3066415" h="358775">
                <a:moveTo>
                  <a:pt x="1889747" y="327672"/>
                </a:moveTo>
                <a:lnTo>
                  <a:pt x="1850123" y="306336"/>
                </a:lnTo>
                <a:lnTo>
                  <a:pt x="1819643" y="271284"/>
                </a:lnTo>
                <a:lnTo>
                  <a:pt x="1827314" y="253796"/>
                </a:lnTo>
                <a:lnTo>
                  <a:pt x="1828749" y="249948"/>
                </a:lnTo>
                <a:lnTo>
                  <a:pt x="1848319" y="173977"/>
                </a:lnTo>
                <a:lnTo>
                  <a:pt x="1855177" y="129501"/>
                </a:lnTo>
                <a:lnTo>
                  <a:pt x="1857743" y="106692"/>
                </a:lnTo>
                <a:lnTo>
                  <a:pt x="1888223" y="106692"/>
                </a:lnTo>
                <a:lnTo>
                  <a:pt x="1879079" y="97548"/>
                </a:lnTo>
                <a:lnTo>
                  <a:pt x="1863839" y="82308"/>
                </a:lnTo>
                <a:lnTo>
                  <a:pt x="1848599" y="97548"/>
                </a:lnTo>
                <a:lnTo>
                  <a:pt x="1837931" y="97548"/>
                </a:lnTo>
                <a:lnTo>
                  <a:pt x="1837931" y="106692"/>
                </a:lnTo>
                <a:lnTo>
                  <a:pt x="1835391" y="131851"/>
                </a:lnTo>
                <a:lnTo>
                  <a:pt x="1829155" y="175907"/>
                </a:lnTo>
                <a:lnTo>
                  <a:pt x="1817357" y="227088"/>
                </a:lnTo>
                <a:lnTo>
                  <a:pt x="1808975" y="249948"/>
                </a:lnTo>
                <a:lnTo>
                  <a:pt x="1804403" y="239090"/>
                </a:lnTo>
                <a:lnTo>
                  <a:pt x="1790687" y="199656"/>
                </a:lnTo>
                <a:lnTo>
                  <a:pt x="1780832" y="147358"/>
                </a:lnTo>
                <a:lnTo>
                  <a:pt x="1778495" y="126504"/>
                </a:lnTo>
                <a:lnTo>
                  <a:pt x="1784591" y="106692"/>
                </a:lnTo>
                <a:lnTo>
                  <a:pt x="1837931" y="106692"/>
                </a:lnTo>
                <a:lnTo>
                  <a:pt x="1837931" y="97548"/>
                </a:lnTo>
                <a:lnTo>
                  <a:pt x="1786115" y="97548"/>
                </a:lnTo>
                <a:lnTo>
                  <a:pt x="1792401" y="76441"/>
                </a:lnTo>
                <a:lnTo>
                  <a:pt x="1797545" y="59067"/>
                </a:lnTo>
                <a:lnTo>
                  <a:pt x="1812023" y="21348"/>
                </a:lnTo>
                <a:lnTo>
                  <a:pt x="1818119" y="18300"/>
                </a:lnTo>
                <a:lnTo>
                  <a:pt x="1789163" y="1536"/>
                </a:lnTo>
                <a:lnTo>
                  <a:pt x="1781454" y="47637"/>
                </a:lnTo>
                <a:lnTo>
                  <a:pt x="1772399" y="96024"/>
                </a:lnTo>
                <a:lnTo>
                  <a:pt x="1760016" y="140601"/>
                </a:lnTo>
                <a:lnTo>
                  <a:pt x="1746491" y="178320"/>
                </a:lnTo>
                <a:lnTo>
                  <a:pt x="1751063" y="179844"/>
                </a:lnTo>
                <a:lnTo>
                  <a:pt x="1755927" y="171246"/>
                </a:lnTo>
                <a:lnTo>
                  <a:pt x="1761350" y="161366"/>
                </a:lnTo>
                <a:lnTo>
                  <a:pt x="1767357" y="150050"/>
                </a:lnTo>
                <a:lnTo>
                  <a:pt x="1773923" y="137172"/>
                </a:lnTo>
                <a:lnTo>
                  <a:pt x="1774482" y="155790"/>
                </a:lnTo>
                <a:lnTo>
                  <a:pt x="1776018" y="172986"/>
                </a:lnTo>
                <a:lnTo>
                  <a:pt x="1778431" y="189026"/>
                </a:lnTo>
                <a:lnTo>
                  <a:pt x="1781543" y="204228"/>
                </a:lnTo>
                <a:lnTo>
                  <a:pt x="1784400" y="219989"/>
                </a:lnTo>
                <a:lnTo>
                  <a:pt x="1788401" y="235470"/>
                </a:lnTo>
                <a:lnTo>
                  <a:pt x="1793544" y="250939"/>
                </a:lnTo>
                <a:lnTo>
                  <a:pt x="1799831" y="266712"/>
                </a:lnTo>
                <a:lnTo>
                  <a:pt x="1790115" y="279895"/>
                </a:lnTo>
                <a:lnTo>
                  <a:pt x="1754111" y="315480"/>
                </a:lnTo>
                <a:lnTo>
                  <a:pt x="1712328" y="343115"/>
                </a:lnTo>
                <a:lnTo>
                  <a:pt x="1697723" y="350532"/>
                </a:lnTo>
                <a:lnTo>
                  <a:pt x="1700771" y="355104"/>
                </a:lnTo>
                <a:lnTo>
                  <a:pt x="1751063" y="332244"/>
                </a:lnTo>
                <a:lnTo>
                  <a:pt x="1795856" y="297522"/>
                </a:lnTo>
                <a:lnTo>
                  <a:pt x="1808975" y="283476"/>
                </a:lnTo>
                <a:lnTo>
                  <a:pt x="1814957" y="293471"/>
                </a:lnTo>
                <a:lnTo>
                  <a:pt x="1842630" y="328625"/>
                </a:lnTo>
                <a:lnTo>
                  <a:pt x="1863839" y="347484"/>
                </a:lnTo>
                <a:lnTo>
                  <a:pt x="1868106" y="341452"/>
                </a:lnTo>
                <a:lnTo>
                  <a:pt x="1873935" y="337007"/>
                </a:lnTo>
                <a:lnTo>
                  <a:pt x="1881200" y="333971"/>
                </a:lnTo>
                <a:lnTo>
                  <a:pt x="1889747" y="332244"/>
                </a:lnTo>
                <a:lnTo>
                  <a:pt x="1889747" y="327672"/>
                </a:lnTo>
                <a:close/>
              </a:path>
              <a:path w="3066415" h="358775">
                <a:moveTo>
                  <a:pt x="2081784" y="33528"/>
                </a:moveTo>
                <a:lnTo>
                  <a:pt x="2057400" y="9144"/>
                </a:lnTo>
                <a:lnTo>
                  <a:pt x="2045208" y="24384"/>
                </a:lnTo>
                <a:lnTo>
                  <a:pt x="1938528" y="24384"/>
                </a:lnTo>
                <a:lnTo>
                  <a:pt x="1952244" y="38100"/>
                </a:lnTo>
                <a:lnTo>
                  <a:pt x="1960524" y="36106"/>
                </a:lnTo>
                <a:lnTo>
                  <a:pt x="1969389" y="34671"/>
                </a:lnTo>
                <a:lnTo>
                  <a:pt x="1978812" y="33820"/>
                </a:lnTo>
                <a:lnTo>
                  <a:pt x="1988820" y="33528"/>
                </a:lnTo>
                <a:lnTo>
                  <a:pt x="2045208" y="33528"/>
                </a:lnTo>
                <a:lnTo>
                  <a:pt x="2013204" y="85344"/>
                </a:lnTo>
                <a:lnTo>
                  <a:pt x="2005774" y="80543"/>
                </a:lnTo>
                <a:lnTo>
                  <a:pt x="1997202" y="75438"/>
                </a:lnTo>
                <a:lnTo>
                  <a:pt x="1987486" y="70345"/>
                </a:lnTo>
                <a:lnTo>
                  <a:pt x="1976628" y="65532"/>
                </a:lnTo>
                <a:lnTo>
                  <a:pt x="1973580" y="68580"/>
                </a:lnTo>
                <a:lnTo>
                  <a:pt x="1987003" y="82854"/>
                </a:lnTo>
                <a:lnTo>
                  <a:pt x="1997583" y="95821"/>
                </a:lnTo>
                <a:lnTo>
                  <a:pt x="2005291" y="107378"/>
                </a:lnTo>
                <a:lnTo>
                  <a:pt x="2010156" y="117348"/>
                </a:lnTo>
                <a:lnTo>
                  <a:pt x="2013204" y="126492"/>
                </a:lnTo>
                <a:lnTo>
                  <a:pt x="2017776" y="131064"/>
                </a:lnTo>
                <a:lnTo>
                  <a:pt x="2022348" y="131064"/>
                </a:lnTo>
                <a:lnTo>
                  <a:pt x="2023872" y="129540"/>
                </a:lnTo>
                <a:lnTo>
                  <a:pt x="2028444" y="126492"/>
                </a:lnTo>
                <a:lnTo>
                  <a:pt x="2031492" y="123444"/>
                </a:lnTo>
                <a:lnTo>
                  <a:pt x="2034540" y="111252"/>
                </a:lnTo>
                <a:lnTo>
                  <a:pt x="2033651" y="105562"/>
                </a:lnTo>
                <a:lnTo>
                  <a:pt x="2030920" y="100012"/>
                </a:lnTo>
                <a:lnTo>
                  <a:pt x="2026170" y="94754"/>
                </a:lnTo>
                <a:lnTo>
                  <a:pt x="2019300" y="89916"/>
                </a:lnTo>
                <a:lnTo>
                  <a:pt x="2023160" y="85344"/>
                </a:lnTo>
                <a:lnTo>
                  <a:pt x="2048446" y="56489"/>
                </a:lnTo>
                <a:lnTo>
                  <a:pt x="2074938" y="35267"/>
                </a:lnTo>
                <a:lnTo>
                  <a:pt x="2081784" y="33528"/>
                </a:lnTo>
                <a:close/>
              </a:path>
              <a:path w="3066415" h="358775">
                <a:moveTo>
                  <a:pt x="2101596" y="143256"/>
                </a:moveTo>
                <a:lnTo>
                  <a:pt x="2075688" y="118872"/>
                </a:lnTo>
                <a:lnTo>
                  <a:pt x="2063496" y="134112"/>
                </a:lnTo>
                <a:lnTo>
                  <a:pt x="1927860" y="134112"/>
                </a:lnTo>
                <a:lnTo>
                  <a:pt x="1941576" y="147828"/>
                </a:lnTo>
                <a:lnTo>
                  <a:pt x="1949856" y="145834"/>
                </a:lnTo>
                <a:lnTo>
                  <a:pt x="1958721" y="144399"/>
                </a:lnTo>
                <a:lnTo>
                  <a:pt x="1968144" y="143548"/>
                </a:lnTo>
                <a:lnTo>
                  <a:pt x="1978152" y="143256"/>
                </a:lnTo>
                <a:lnTo>
                  <a:pt x="2004060" y="143256"/>
                </a:lnTo>
                <a:lnTo>
                  <a:pt x="2004060" y="312420"/>
                </a:lnTo>
                <a:lnTo>
                  <a:pt x="2001012" y="316992"/>
                </a:lnTo>
                <a:lnTo>
                  <a:pt x="1993392" y="316992"/>
                </a:lnTo>
                <a:lnTo>
                  <a:pt x="1986546" y="316064"/>
                </a:lnTo>
                <a:lnTo>
                  <a:pt x="1977580" y="315277"/>
                </a:lnTo>
                <a:lnTo>
                  <a:pt x="1966595" y="314210"/>
                </a:lnTo>
                <a:lnTo>
                  <a:pt x="1953768" y="312420"/>
                </a:lnTo>
                <a:lnTo>
                  <a:pt x="1953768" y="318516"/>
                </a:lnTo>
                <a:lnTo>
                  <a:pt x="1969782" y="324789"/>
                </a:lnTo>
                <a:lnTo>
                  <a:pt x="1981390" y="332041"/>
                </a:lnTo>
                <a:lnTo>
                  <a:pt x="1988693" y="340169"/>
                </a:lnTo>
                <a:lnTo>
                  <a:pt x="1991868" y="348996"/>
                </a:lnTo>
                <a:lnTo>
                  <a:pt x="2005863" y="344741"/>
                </a:lnTo>
                <a:lnTo>
                  <a:pt x="2023783" y="309968"/>
                </a:lnTo>
                <a:lnTo>
                  <a:pt x="2023872" y="143256"/>
                </a:lnTo>
                <a:lnTo>
                  <a:pt x="2065020" y="143256"/>
                </a:lnTo>
                <a:lnTo>
                  <a:pt x="2043684" y="188976"/>
                </a:lnTo>
                <a:lnTo>
                  <a:pt x="2048256" y="192024"/>
                </a:lnTo>
                <a:lnTo>
                  <a:pt x="2063661" y="171767"/>
                </a:lnTo>
                <a:lnTo>
                  <a:pt x="2077783" y="156781"/>
                </a:lnTo>
                <a:lnTo>
                  <a:pt x="2090470" y="147243"/>
                </a:lnTo>
                <a:lnTo>
                  <a:pt x="2101596" y="143256"/>
                </a:lnTo>
                <a:close/>
              </a:path>
              <a:path w="3066415" h="358775">
                <a:moveTo>
                  <a:pt x="2206752" y="143256"/>
                </a:moveTo>
                <a:lnTo>
                  <a:pt x="2170176" y="124968"/>
                </a:lnTo>
                <a:lnTo>
                  <a:pt x="2170912" y="147828"/>
                </a:lnTo>
                <a:lnTo>
                  <a:pt x="2171027" y="156781"/>
                </a:lnTo>
                <a:lnTo>
                  <a:pt x="2170379" y="199339"/>
                </a:lnTo>
                <a:lnTo>
                  <a:pt x="2165477" y="243344"/>
                </a:lnTo>
                <a:lnTo>
                  <a:pt x="2144268" y="294132"/>
                </a:lnTo>
                <a:lnTo>
                  <a:pt x="2112073" y="322516"/>
                </a:lnTo>
                <a:lnTo>
                  <a:pt x="2055876" y="352044"/>
                </a:lnTo>
                <a:lnTo>
                  <a:pt x="2057400" y="356616"/>
                </a:lnTo>
                <a:lnTo>
                  <a:pt x="2112010" y="337210"/>
                </a:lnTo>
                <a:lnTo>
                  <a:pt x="2147316" y="315468"/>
                </a:lnTo>
                <a:lnTo>
                  <a:pt x="2177529" y="277545"/>
                </a:lnTo>
                <a:lnTo>
                  <a:pt x="2190750" y="218503"/>
                </a:lnTo>
                <a:lnTo>
                  <a:pt x="2193036" y="155448"/>
                </a:lnTo>
                <a:lnTo>
                  <a:pt x="2206752" y="143256"/>
                </a:lnTo>
                <a:close/>
              </a:path>
              <a:path w="3066415" h="358775">
                <a:moveTo>
                  <a:pt x="2278380" y="320040"/>
                </a:moveTo>
                <a:lnTo>
                  <a:pt x="2245614" y="289179"/>
                </a:lnTo>
                <a:lnTo>
                  <a:pt x="2194560" y="260604"/>
                </a:lnTo>
                <a:lnTo>
                  <a:pt x="2191512" y="265176"/>
                </a:lnTo>
                <a:lnTo>
                  <a:pt x="2209228" y="283159"/>
                </a:lnTo>
                <a:lnTo>
                  <a:pt x="2223516" y="298132"/>
                </a:lnTo>
                <a:lnTo>
                  <a:pt x="2234374" y="309968"/>
                </a:lnTo>
                <a:lnTo>
                  <a:pt x="2241804" y="318516"/>
                </a:lnTo>
                <a:lnTo>
                  <a:pt x="2252281" y="333375"/>
                </a:lnTo>
                <a:lnTo>
                  <a:pt x="2257018" y="339953"/>
                </a:lnTo>
                <a:lnTo>
                  <a:pt x="2261616" y="345948"/>
                </a:lnTo>
                <a:lnTo>
                  <a:pt x="2263140" y="350520"/>
                </a:lnTo>
                <a:lnTo>
                  <a:pt x="2264664" y="352044"/>
                </a:lnTo>
                <a:lnTo>
                  <a:pt x="2269236" y="352044"/>
                </a:lnTo>
                <a:lnTo>
                  <a:pt x="2272284" y="348996"/>
                </a:lnTo>
                <a:lnTo>
                  <a:pt x="2273808" y="342900"/>
                </a:lnTo>
                <a:lnTo>
                  <a:pt x="2276856" y="335280"/>
                </a:lnTo>
                <a:lnTo>
                  <a:pt x="2278380" y="330708"/>
                </a:lnTo>
                <a:lnTo>
                  <a:pt x="2278380" y="320040"/>
                </a:lnTo>
                <a:close/>
              </a:path>
              <a:path w="3066415" h="358775">
                <a:moveTo>
                  <a:pt x="2284476" y="33528"/>
                </a:moveTo>
                <a:lnTo>
                  <a:pt x="2257044" y="4572"/>
                </a:lnTo>
                <a:lnTo>
                  <a:pt x="2235708" y="24384"/>
                </a:lnTo>
                <a:lnTo>
                  <a:pt x="2081784" y="24384"/>
                </a:lnTo>
                <a:lnTo>
                  <a:pt x="2095500" y="38100"/>
                </a:lnTo>
                <a:lnTo>
                  <a:pt x="2104644" y="36106"/>
                </a:lnTo>
                <a:lnTo>
                  <a:pt x="2113788" y="34671"/>
                </a:lnTo>
                <a:lnTo>
                  <a:pt x="2122932" y="33820"/>
                </a:lnTo>
                <a:lnTo>
                  <a:pt x="2132076" y="33528"/>
                </a:lnTo>
                <a:lnTo>
                  <a:pt x="2165604" y="33528"/>
                </a:lnTo>
                <a:lnTo>
                  <a:pt x="2165032" y="43243"/>
                </a:lnTo>
                <a:lnTo>
                  <a:pt x="2163318" y="56388"/>
                </a:lnTo>
                <a:lnTo>
                  <a:pt x="2160460" y="72961"/>
                </a:lnTo>
                <a:lnTo>
                  <a:pt x="2156460" y="92964"/>
                </a:lnTo>
                <a:lnTo>
                  <a:pt x="2129028" y="92964"/>
                </a:lnTo>
                <a:lnTo>
                  <a:pt x="2107692" y="80772"/>
                </a:lnTo>
                <a:lnTo>
                  <a:pt x="2108492" y="102108"/>
                </a:lnTo>
                <a:lnTo>
                  <a:pt x="2108619" y="106680"/>
                </a:lnTo>
                <a:lnTo>
                  <a:pt x="2108936" y="123444"/>
                </a:lnTo>
                <a:lnTo>
                  <a:pt x="2109063" y="134112"/>
                </a:lnTo>
                <a:lnTo>
                  <a:pt x="2109190" y="155448"/>
                </a:lnTo>
                <a:lnTo>
                  <a:pt x="2109063" y="222504"/>
                </a:lnTo>
                <a:lnTo>
                  <a:pt x="2109025" y="228790"/>
                </a:lnTo>
                <a:lnTo>
                  <a:pt x="2108568" y="250964"/>
                </a:lnTo>
                <a:lnTo>
                  <a:pt x="2107692" y="271272"/>
                </a:lnTo>
                <a:lnTo>
                  <a:pt x="2129028" y="257556"/>
                </a:lnTo>
                <a:lnTo>
                  <a:pt x="2129028" y="102108"/>
                </a:lnTo>
                <a:lnTo>
                  <a:pt x="2237232" y="102108"/>
                </a:lnTo>
                <a:lnTo>
                  <a:pt x="2237232" y="265176"/>
                </a:lnTo>
                <a:lnTo>
                  <a:pt x="2258568" y="252984"/>
                </a:lnTo>
                <a:lnTo>
                  <a:pt x="2257679" y="239293"/>
                </a:lnTo>
                <a:lnTo>
                  <a:pt x="2257234" y="225742"/>
                </a:lnTo>
                <a:lnTo>
                  <a:pt x="2257133" y="218503"/>
                </a:lnTo>
                <a:lnTo>
                  <a:pt x="2257044" y="106680"/>
                </a:lnTo>
                <a:lnTo>
                  <a:pt x="2261616" y="102108"/>
                </a:lnTo>
                <a:lnTo>
                  <a:pt x="2269236" y="94488"/>
                </a:lnTo>
                <a:lnTo>
                  <a:pt x="2267204" y="92964"/>
                </a:lnTo>
                <a:lnTo>
                  <a:pt x="2244852" y="76200"/>
                </a:lnTo>
                <a:lnTo>
                  <a:pt x="2234184" y="92964"/>
                </a:lnTo>
                <a:lnTo>
                  <a:pt x="2164080" y="92964"/>
                </a:lnTo>
                <a:lnTo>
                  <a:pt x="2173795" y="72110"/>
                </a:lnTo>
                <a:lnTo>
                  <a:pt x="2182368" y="55245"/>
                </a:lnTo>
                <a:lnTo>
                  <a:pt x="2189797" y="42392"/>
                </a:lnTo>
                <a:lnTo>
                  <a:pt x="2196084" y="33528"/>
                </a:lnTo>
                <a:lnTo>
                  <a:pt x="2284476" y="33528"/>
                </a:lnTo>
                <a:close/>
              </a:path>
              <a:path w="3066415" h="358775">
                <a:moveTo>
                  <a:pt x="2664256" y="168529"/>
                </a:moveTo>
                <a:lnTo>
                  <a:pt x="2628582" y="133477"/>
                </a:lnTo>
                <a:lnTo>
                  <a:pt x="2591384" y="115811"/>
                </a:lnTo>
                <a:lnTo>
                  <a:pt x="2567940" y="106680"/>
                </a:lnTo>
                <a:lnTo>
                  <a:pt x="2567940" y="38100"/>
                </a:lnTo>
                <a:lnTo>
                  <a:pt x="2580132" y="27432"/>
                </a:lnTo>
                <a:lnTo>
                  <a:pt x="2545080" y="9144"/>
                </a:lnTo>
                <a:lnTo>
                  <a:pt x="2545956" y="26314"/>
                </a:lnTo>
                <a:lnTo>
                  <a:pt x="2546413" y="41338"/>
                </a:lnTo>
                <a:lnTo>
                  <a:pt x="2546502" y="48768"/>
                </a:lnTo>
                <a:lnTo>
                  <a:pt x="2546400" y="260604"/>
                </a:lnTo>
                <a:lnTo>
                  <a:pt x="2545956" y="275348"/>
                </a:lnTo>
                <a:lnTo>
                  <a:pt x="2545080" y="289560"/>
                </a:lnTo>
                <a:lnTo>
                  <a:pt x="2569464" y="278892"/>
                </a:lnTo>
                <a:lnTo>
                  <a:pt x="2569222" y="266344"/>
                </a:lnTo>
                <a:lnTo>
                  <a:pt x="2568194" y="242316"/>
                </a:lnTo>
                <a:lnTo>
                  <a:pt x="2568054" y="236220"/>
                </a:lnTo>
                <a:lnTo>
                  <a:pt x="2567940" y="114300"/>
                </a:lnTo>
                <a:lnTo>
                  <a:pt x="2594800" y="134645"/>
                </a:lnTo>
                <a:lnTo>
                  <a:pt x="2615946" y="152400"/>
                </a:lnTo>
                <a:lnTo>
                  <a:pt x="2631376" y="167881"/>
                </a:lnTo>
                <a:lnTo>
                  <a:pt x="2641092" y="181356"/>
                </a:lnTo>
                <a:lnTo>
                  <a:pt x="2645664" y="188976"/>
                </a:lnTo>
                <a:lnTo>
                  <a:pt x="2650236" y="193548"/>
                </a:lnTo>
                <a:lnTo>
                  <a:pt x="2656332" y="193548"/>
                </a:lnTo>
                <a:lnTo>
                  <a:pt x="2659380" y="187452"/>
                </a:lnTo>
                <a:lnTo>
                  <a:pt x="2663952" y="176784"/>
                </a:lnTo>
                <a:lnTo>
                  <a:pt x="2664256" y="168529"/>
                </a:lnTo>
                <a:close/>
              </a:path>
              <a:path w="3066415" h="358775">
                <a:moveTo>
                  <a:pt x="2676144" y="310896"/>
                </a:moveTo>
                <a:lnTo>
                  <a:pt x="2622181" y="311810"/>
                </a:lnTo>
                <a:lnTo>
                  <a:pt x="2577084" y="310134"/>
                </a:lnTo>
                <a:lnTo>
                  <a:pt x="2514600" y="300228"/>
                </a:lnTo>
                <a:lnTo>
                  <a:pt x="2475547" y="282892"/>
                </a:lnTo>
                <a:lnTo>
                  <a:pt x="2465032" y="275844"/>
                </a:lnTo>
                <a:lnTo>
                  <a:pt x="2460802" y="273011"/>
                </a:lnTo>
                <a:lnTo>
                  <a:pt x="2449068" y="262128"/>
                </a:lnTo>
                <a:lnTo>
                  <a:pt x="2458301" y="242316"/>
                </a:lnTo>
                <a:lnTo>
                  <a:pt x="2458542" y="241820"/>
                </a:lnTo>
                <a:lnTo>
                  <a:pt x="2466594" y="221932"/>
                </a:lnTo>
                <a:lnTo>
                  <a:pt x="2473490" y="202336"/>
                </a:lnTo>
                <a:lnTo>
                  <a:pt x="2479548" y="182880"/>
                </a:lnTo>
                <a:lnTo>
                  <a:pt x="2485237" y="164884"/>
                </a:lnTo>
                <a:lnTo>
                  <a:pt x="2490787" y="147447"/>
                </a:lnTo>
                <a:lnTo>
                  <a:pt x="2496045" y="130594"/>
                </a:lnTo>
                <a:lnTo>
                  <a:pt x="2500884" y="114300"/>
                </a:lnTo>
                <a:lnTo>
                  <a:pt x="2516124" y="105156"/>
                </a:lnTo>
                <a:lnTo>
                  <a:pt x="2506980" y="96012"/>
                </a:lnTo>
                <a:lnTo>
                  <a:pt x="2490216" y="79248"/>
                </a:lnTo>
                <a:lnTo>
                  <a:pt x="2474976" y="94488"/>
                </a:lnTo>
                <a:lnTo>
                  <a:pt x="2474976" y="105156"/>
                </a:lnTo>
                <a:lnTo>
                  <a:pt x="2467279" y="144589"/>
                </a:lnTo>
                <a:lnTo>
                  <a:pt x="2458021" y="180594"/>
                </a:lnTo>
                <a:lnTo>
                  <a:pt x="2447328" y="213169"/>
                </a:lnTo>
                <a:lnTo>
                  <a:pt x="2435352" y="242316"/>
                </a:lnTo>
                <a:lnTo>
                  <a:pt x="2422461" y="221462"/>
                </a:lnTo>
                <a:lnTo>
                  <a:pt x="2411158" y="197739"/>
                </a:lnTo>
                <a:lnTo>
                  <a:pt x="2401265" y="171170"/>
                </a:lnTo>
                <a:lnTo>
                  <a:pt x="2395347" y="150876"/>
                </a:lnTo>
                <a:lnTo>
                  <a:pt x="2392680" y="141732"/>
                </a:lnTo>
                <a:lnTo>
                  <a:pt x="2395867" y="132588"/>
                </a:lnTo>
                <a:lnTo>
                  <a:pt x="2401671" y="114300"/>
                </a:lnTo>
                <a:lnTo>
                  <a:pt x="2404872" y="105156"/>
                </a:lnTo>
                <a:lnTo>
                  <a:pt x="2474976" y="105156"/>
                </a:lnTo>
                <a:lnTo>
                  <a:pt x="2474976" y="94488"/>
                </a:lnTo>
                <a:lnTo>
                  <a:pt x="2473452" y="96012"/>
                </a:lnTo>
                <a:lnTo>
                  <a:pt x="2407920" y="96012"/>
                </a:lnTo>
                <a:lnTo>
                  <a:pt x="2413343" y="77444"/>
                </a:lnTo>
                <a:lnTo>
                  <a:pt x="2418207" y="62865"/>
                </a:lnTo>
                <a:lnTo>
                  <a:pt x="2422487" y="52298"/>
                </a:lnTo>
                <a:lnTo>
                  <a:pt x="2426208" y="45720"/>
                </a:lnTo>
                <a:lnTo>
                  <a:pt x="2429256" y="38100"/>
                </a:lnTo>
                <a:lnTo>
                  <a:pt x="2432304" y="32004"/>
                </a:lnTo>
                <a:lnTo>
                  <a:pt x="2436876" y="27432"/>
                </a:lnTo>
                <a:lnTo>
                  <a:pt x="2401824" y="12192"/>
                </a:lnTo>
                <a:lnTo>
                  <a:pt x="2390025" y="75628"/>
                </a:lnTo>
                <a:lnTo>
                  <a:pt x="2371725" y="142786"/>
                </a:lnTo>
                <a:lnTo>
                  <a:pt x="2344293" y="206794"/>
                </a:lnTo>
                <a:lnTo>
                  <a:pt x="2327148" y="236220"/>
                </a:lnTo>
                <a:lnTo>
                  <a:pt x="2333244" y="240792"/>
                </a:lnTo>
                <a:lnTo>
                  <a:pt x="2348674" y="220751"/>
                </a:lnTo>
                <a:lnTo>
                  <a:pt x="2362962" y="199263"/>
                </a:lnTo>
                <a:lnTo>
                  <a:pt x="2376106" y="176072"/>
                </a:lnTo>
                <a:lnTo>
                  <a:pt x="2388108" y="150876"/>
                </a:lnTo>
                <a:lnTo>
                  <a:pt x="2392984" y="177457"/>
                </a:lnTo>
                <a:lnTo>
                  <a:pt x="2400871" y="204597"/>
                </a:lnTo>
                <a:lnTo>
                  <a:pt x="2411895" y="232321"/>
                </a:lnTo>
                <a:lnTo>
                  <a:pt x="2426208" y="260604"/>
                </a:lnTo>
                <a:lnTo>
                  <a:pt x="2417394" y="271805"/>
                </a:lnTo>
                <a:lnTo>
                  <a:pt x="2383536" y="304800"/>
                </a:lnTo>
                <a:lnTo>
                  <a:pt x="2340673" y="335026"/>
                </a:lnTo>
                <a:lnTo>
                  <a:pt x="2324100" y="344424"/>
                </a:lnTo>
                <a:lnTo>
                  <a:pt x="2327148" y="348996"/>
                </a:lnTo>
                <a:lnTo>
                  <a:pt x="2364676" y="333184"/>
                </a:lnTo>
                <a:lnTo>
                  <a:pt x="2407081" y="304571"/>
                </a:lnTo>
                <a:lnTo>
                  <a:pt x="2436876" y="275844"/>
                </a:lnTo>
                <a:lnTo>
                  <a:pt x="2452344" y="290703"/>
                </a:lnTo>
                <a:lnTo>
                  <a:pt x="2487879" y="313563"/>
                </a:lnTo>
                <a:lnTo>
                  <a:pt x="2533358" y="328739"/>
                </a:lnTo>
                <a:lnTo>
                  <a:pt x="2601938" y="338505"/>
                </a:lnTo>
                <a:lnTo>
                  <a:pt x="2645664" y="341376"/>
                </a:lnTo>
                <a:lnTo>
                  <a:pt x="2649131" y="333692"/>
                </a:lnTo>
                <a:lnTo>
                  <a:pt x="2655189" y="326707"/>
                </a:lnTo>
                <a:lnTo>
                  <a:pt x="2664091" y="320598"/>
                </a:lnTo>
                <a:lnTo>
                  <a:pt x="2676144" y="315468"/>
                </a:lnTo>
                <a:lnTo>
                  <a:pt x="2676144" y="311810"/>
                </a:lnTo>
                <a:lnTo>
                  <a:pt x="2676144" y="310896"/>
                </a:lnTo>
                <a:close/>
              </a:path>
              <a:path w="3066415" h="358775">
                <a:moveTo>
                  <a:pt x="2855963" y="243840"/>
                </a:moveTo>
                <a:lnTo>
                  <a:pt x="2854439" y="237744"/>
                </a:lnTo>
                <a:lnTo>
                  <a:pt x="2790431" y="259080"/>
                </a:lnTo>
                <a:lnTo>
                  <a:pt x="2790431" y="163068"/>
                </a:lnTo>
                <a:lnTo>
                  <a:pt x="2851391" y="163068"/>
                </a:lnTo>
                <a:lnTo>
                  <a:pt x="2825483" y="135636"/>
                </a:lnTo>
                <a:lnTo>
                  <a:pt x="2805671" y="153924"/>
                </a:lnTo>
                <a:lnTo>
                  <a:pt x="2790431" y="153924"/>
                </a:lnTo>
                <a:lnTo>
                  <a:pt x="2790431" y="60960"/>
                </a:lnTo>
                <a:lnTo>
                  <a:pt x="2851391" y="60960"/>
                </a:lnTo>
                <a:lnTo>
                  <a:pt x="2825483" y="33528"/>
                </a:lnTo>
                <a:lnTo>
                  <a:pt x="2805671" y="51816"/>
                </a:lnTo>
                <a:lnTo>
                  <a:pt x="2709659" y="51816"/>
                </a:lnTo>
                <a:lnTo>
                  <a:pt x="2723375" y="65532"/>
                </a:lnTo>
                <a:lnTo>
                  <a:pt x="2732519" y="63538"/>
                </a:lnTo>
                <a:lnTo>
                  <a:pt x="2741663" y="62103"/>
                </a:lnTo>
                <a:lnTo>
                  <a:pt x="2750807" y="61252"/>
                </a:lnTo>
                <a:lnTo>
                  <a:pt x="2759951" y="60960"/>
                </a:lnTo>
                <a:lnTo>
                  <a:pt x="2770619" y="60960"/>
                </a:lnTo>
                <a:lnTo>
                  <a:pt x="2770619" y="153924"/>
                </a:lnTo>
                <a:lnTo>
                  <a:pt x="2712707" y="153924"/>
                </a:lnTo>
                <a:lnTo>
                  <a:pt x="2726423" y="167640"/>
                </a:lnTo>
                <a:lnTo>
                  <a:pt x="2735567" y="165646"/>
                </a:lnTo>
                <a:lnTo>
                  <a:pt x="2744711" y="164211"/>
                </a:lnTo>
                <a:lnTo>
                  <a:pt x="2753855" y="163360"/>
                </a:lnTo>
                <a:lnTo>
                  <a:pt x="2762999" y="163068"/>
                </a:lnTo>
                <a:lnTo>
                  <a:pt x="2770619" y="163068"/>
                </a:lnTo>
                <a:lnTo>
                  <a:pt x="2770619" y="265176"/>
                </a:lnTo>
                <a:lnTo>
                  <a:pt x="2760649" y="268897"/>
                </a:lnTo>
                <a:lnTo>
                  <a:pt x="2746806" y="273177"/>
                </a:lnTo>
                <a:lnTo>
                  <a:pt x="2729268" y="278041"/>
                </a:lnTo>
                <a:lnTo>
                  <a:pt x="2708135" y="283464"/>
                </a:lnTo>
                <a:lnTo>
                  <a:pt x="2726423" y="310896"/>
                </a:lnTo>
                <a:lnTo>
                  <a:pt x="2768104" y="284137"/>
                </a:lnTo>
                <a:lnTo>
                  <a:pt x="2821317" y="259080"/>
                </a:lnTo>
                <a:lnTo>
                  <a:pt x="2826486" y="256705"/>
                </a:lnTo>
                <a:lnTo>
                  <a:pt x="2855963" y="243840"/>
                </a:lnTo>
                <a:close/>
              </a:path>
              <a:path w="3066415" h="358775">
                <a:moveTo>
                  <a:pt x="3066275" y="332232"/>
                </a:moveTo>
                <a:lnTo>
                  <a:pt x="3038843" y="303276"/>
                </a:lnTo>
                <a:lnTo>
                  <a:pt x="3019031" y="323088"/>
                </a:lnTo>
                <a:lnTo>
                  <a:pt x="2955023" y="323088"/>
                </a:lnTo>
                <a:lnTo>
                  <a:pt x="2955023" y="260604"/>
                </a:lnTo>
                <a:lnTo>
                  <a:pt x="3043415" y="260604"/>
                </a:lnTo>
                <a:lnTo>
                  <a:pt x="3017507" y="233172"/>
                </a:lnTo>
                <a:lnTo>
                  <a:pt x="2999219" y="251460"/>
                </a:lnTo>
                <a:lnTo>
                  <a:pt x="2955023" y="251460"/>
                </a:lnTo>
                <a:lnTo>
                  <a:pt x="2955023" y="185928"/>
                </a:lnTo>
                <a:lnTo>
                  <a:pt x="3009887" y="185928"/>
                </a:lnTo>
                <a:lnTo>
                  <a:pt x="3009887" y="204216"/>
                </a:lnTo>
                <a:lnTo>
                  <a:pt x="3029699" y="195072"/>
                </a:lnTo>
                <a:lnTo>
                  <a:pt x="3029178" y="185928"/>
                </a:lnTo>
                <a:lnTo>
                  <a:pt x="3028823" y="179959"/>
                </a:lnTo>
                <a:lnTo>
                  <a:pt x="3028746" y="176784"/>
                </a:lnTo>
                <a:lnTo>
                  <a:pt x="3028429" y="164211"/>
                </a:lnTo>
                <a:lnTo>
                  <a:pt x="3028302" y="153924"/>
                </a:lnTo>
                <a:lnTo>
                  <a:pt x="3028175" y="112776"/>
                </a:lnTo>
                <a:lnTo>
                  <a:pt x="3028175" y="103644"/>
                </a:lnTo>
                <a:lnTo>
                  <a:pt x="3028175" y="47244"/>
                </a:lnTo>
                <a:lnTo>
                  <a:pt x="3034271" y="42672"/>
                </a:lnTo>
                <a:lnTo>
                  <a:pt x="3040367" y="38100"/>
                </a:lnTo>
                <a:lnTo>
                  <a:pt x="3034652" y="33528"/>
                </a:lnTo>
                <a:lnTo>
                  <a:pt x="3017507" y="19812"/>
                </a:lnTo>
                <a:lnTo>
                  <a:pt x="3009887" y="29616"/>
                </a:lnTo>
                <a:lnTo>
                  <a:pt x="3009887" y="42672"/>
                </a:lnTo>
                <a:lnTo>
                  <a:pt x="3009887" y="103644"/>
                </a:lnTo>
                <a:lnTo>
                  <a:pt x="3009887" y="112776"/>
                </a:lnTo>
                <a:lnTo>
                  <a:pt x="3009887" y="176784"/>
                </a:lnTo>
                <a:lnTo>
                  <a:pt x="2955023" y="176784"/>
                </a:lnTo>
                <a:lnTo>
                  <a:pt x="2955023" y="112776"/>
                </a:lnTo>
                <a:lnTo>
                  <a:pt x="3009887" y="112776"/>
                </a:lnTo>
                <a:lnTo>
                  <a:pt x="3009887" y="103644"/>
                </a:lnTo>
                <a:lnTo>
                  <a:pt x="2955023" y="103644"/>
                </a:lnTo>
                <a:lnTo>
                  <a:pt x="2955023" y="42672"/>
                </a:lnTo>
                <a:lnTo>
                  <a:pt x="3009887" y="42672"/>
                </a:lnTo>
                <a:lnTo>
                  <a:pt x="3009887" y="29616"/>
                </a:lnTo>
                <a:lnTo>
                  <a:pt x="3006839" y="33528"/>
                </a:lnTo>
                <a:lnTo>
                  <a:pt x="2936735" y="33528"/>
                </a:lnTo>
                <a:lnTo>
                  <a:pt x="2936735" y="42672"/>
                </a:lnTo>
                <a:lnTo>
                  <a:pt x="2936735" y="103644"/>
                </a:lnTo>
                <a:lnTo>
                  <a:pt x="2936735" y="112776"/>
                </a:lnTo>
                <a:lnTo>
                  <a:pt x="2936735" y="176784"/>
                </a:lnTo>
                <a:lnTo>
                  <a:pt x="2880347" y="176784"/>
                </a:lnTo>
                <a:lnTo>
                  <a:pt x="2880347" y="112776"/>
                </a:lnTo>
                <a:lnTo>
                  <a:pt x="2936735" y="112776"/>
                </a:lnTo>
                <a:lnTo>
                  <a:pt x="2936735" y="103644"/>
                </a:lnTo>
                <a:lnTo>
                  <a:pt x="2880347" y="103644"/>
                </a:lnTo>
                <a:lnTo>
                  <a:pt x="2880347" y="42672"/>
                </a:lnTo>
                <a:lnTo>
                  <a:pt x="2936735" y="42672"/>
                </a:lnTo>
                <a:lnTo>
                  <a:pt x="2936735" y="33528"/>
                </a:lnTo>
                <a:lnTo>
                  <a:pt x="2880347" y="33528"/>
                </a:lnTo>
                <a:lnTo>
                  <a:pt x="2860535" y="19812"/>
                </a:lnTo>
                <a:lnTo>
                  <a:pt x="2860776" y="43802"/>
                </a:lnTo>
                <a:lnTo>
                  <a:pt x="2861830" y="91186"/>
                </a:lnTo>
                <a:lnTo>
                  <a:pt x="2861957" y="103644"/>
                </a:lnTo>
                <a:lnTo>
                  <a:pt x="2861843" y="135636"/>
                </a:lnTo>
                <a:lnTo>
                  <a:pt x="2861729" y="141719"/>
                </a:lnTo>
                <a:lnTo>
                  <a:pt x="2860764" y="185928"/>
                </a:lnTo>
                <a:lnTo>
                  <a:pt x="2860535" y="208788"/>
                </a:lnTo>
                <a:lnTo>
                  <a:pt x="2880347" y="201168"/>
                </a:lnTo>
                <a:lnTo>
                  <a:pt x="2880347" y="185928"/>
                </a:lnTo>
                <a:lnTo>
                  <a:pt x="2936735" y="185928"/>
                </a:lnTo>
                <a:lnTo>
                  <a:pt x="2936735" y="251460"/>
                </a:lnTo>
                <a:lnTo>
                  <a:pt x="2852915" y="251460"/>
                </a:lnTo>
                <a:lnTo>
                  <a:pt x="2866631" y="265176"/>
                </a:lnTo>
                <a:lnTo>
                  <a:pt x="2874924" y="263182"/>
                </a:lnTo>
                <a:lnTo>
                  <a:pt x="2883776" y="261747"/>
                </a:lnTo>
                <a:lnTo>
                  <a:pt x="2893212" y="260896"/>
                </a:lnTo>
                <a:lnTo>
                  <a:pt x="2903207" y="260604"/>
                </a:lnTo>
                <a:lnTo>
                  <a:pt x="2936735" y="260604"/>
                </a:lnTo>
                <a:lnTo>
                  <a:pt x="2936735" y="323088"/>
                </a:lnTo>
                <a:lnTo>
                  <a:pt x="2807195" y="323088"/>
                </a:lnTo>
                <a:lnTo>
                  <a:pt x="2822435" y="336804"/>
                </a:lnTo>
                <a:lnTo>
                  <a:pt x="2830728" y="334810"/>
                </a:lnTo>
                <a:lnTo>
                  <a:pt x="2839580" y="333375"/>
                </a:lnTo>
                <a:lnTo>
                  <a:pt x="2849016" y="332524"/>
                </a:lnTo>
                <a:lnTo>
                  <a:pt x="2859011" y="332232"/>
                </a:lnTo>
                <a:lnTo>
                  <a:pt x="3066275" y="33223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" name="object 16"/>
          <p:cNvSpPr/>
          <p:nvPr/>
        </p:nvSpPr>
        <p:spPr>
          <a:xfrm>
            <a:off x="7097268" y="2831592"/>
            <a:ext cx="60960" cy="105410"/>
          </a:xfrm>
          <a:custGeom>
            <a:avLst/>
            <a:gdLst/>
            <a:ahLst/>
            <a:cxnLst/>
            <a:rect l="l" t="t" r="r" b="b"/>
            <a:pathLst>
              <a:path w="60959" h="105410">
                <a:moveTo>
                  <a:pt x="3048" y="105156"/>
                </a:moveTo>
                <a:lnTo>
                  <a:pt x="0" y="105156"/>
                </a:lnTo>
                <a:lnTo>
                  <a:pt x="0" y="103632"/>
                </a:lnTo>
                <a:lnTo>
                  <a:pt x="4572" y="99060"/>
                </a:lnTo>
                <a:lnTo>
                  <a:pt x="9144" y="95345"/>
                </a:lnTo>
                <a:lnTo>
                  <a:pt x="13716" y="91059"/>
                </a:lnTo>
                <a:lnTo>
                  <a:pt x="36576" y="50292"/>
                </a:lnTo>
                <a:lnTo>
                  <a:pt x="27432" y="50292"/>
                </a:lnTo>
                <a:lnTo>
                  <a:pt x="21336" y="48768"/>
                </a:lnTo>
                <a:lnTo>
                  <a:pt x="16764" y="45720"/>
                </a:lnTo>
                <a:lnTo>
                  <a:pt x="10668" y="39624"/>
                </a:lnTo>
                <a:lnTo>
                  <a:pt x="9144" y="33528"/>
                </a:lnTo>
                <a:lnTo>
                  <a:pt x="6096" y="24384"/>
                </a:lnTo>
                <a:lnTo>
                  <a:pt x="9144" y="15240"/>
                </a:lnTo>
                <a:lnTo>
                  <a:pt x="12192" y="10668"/>
                </a:lnTo>
                <a:lnTo>
                  <a:pt x="24384" y="1524"/>
                </a:lnTo>
                <a:lnTo>
                  <a:pt x="32004" y="0"/>
                </a:lnTo>
                <a:lnTo>
                  <a:pt x="50292" y="3048"/>
                </a:lnTo>
                <a:lnTo>
                  <a:pt x="56388" y="7620"/>
                </a:lnTo>
                <a:lnTo>
                  <a:pt x="57912" y="13716"/>
                </a:lnTo>
                <a:lnTo>
                  <a:pt x="60960" y="18288"/>
                </a:lnTo>
                <a:lnTo>
                  <a:pt x="60960" y="35052"/>
                </a:lnTo>
                <a:lnTo>
                  <a:pt x="59436" y="42672"/>
                </a:lnTo>
                <a:lnTo>
                  <a:pt x="36576" y="85344"/>
                </a:lnTo>
                <a:lnTo>
                  <a:pt x="10668" y="103632"/>
                </a:lnTo>
                <a:lnTo>
                  <a:pt x="3048" y="10515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" name="object 17"/>
          <p:cNvSpPr/>
          <p:nvPr/>
        </p:nvSpPr>
        <p:spPr>
          <a:xfrm>
            <a:off x="7459980" y="2609088"/>
            <a:ext cx="361315" cy="349250"/>
          </a:xfrm>
          <a:custGeom>
            <a:avLst/>
            <a:gdLst/>
            <a:ahLst/>
            <a:cxnLst/>
            <a:rect l="l" t="t" r="r" b="b"/>
            <a:pathLst>
              <a:path w="361315" h="349250">
                <a:moveTo>
                  <a:pt x="205877" y="38100"/>
                </a:moveTo>
                <a:lnTo>
                  <a:pt x="86868" y="38100"/>
                </a:lnTo>
                <a:lnTo>
                  <a:pt x="118014" y="35266"/>
                </a:lnTo>
                <a:lnTo>
                  <a:pt x="149733" y="31432"/>
                </a:lnTo>
                <a:lnTo>
                  <a:pt x="214884" y="21335"/>
                </a:lnTo>
                <a:lnTo>
                  <a:pt x="267271" y="9524"/>
                </a:lnTo>
                <a:lnTo>
                  <a:pt x="295656" y="0"/>
                </a:lnTo>
                <a:lnTo>
                  <a:pt x="319601" y="29932"/>
                </a:lnTo>
                <a:lnTo>
                  <a:pt x="306324" y="29932"/>
                </a:lnTo>
                <a:lnTo>
                  <a:pt x="285750" y="30670"/>
                </a:lnTo>
                <a:lnTo>
                  <a:pt x="258318" y="32837"/>
                </a:lnTo>
                <a:lnTo>
                  <a:pt x="224028" y="36576"/>
                </a:lnTo>
                <a:lnTo>
                  <a:pt x="205877" y="38100"/>
                </a:lnTo>
                <a:close/>
              </a:path>
              <a:path w="361315" h="349250">
                <a:moveTo>
                  <a:pt x="4572" y="348996"/>
                </a:moveTo>
                <a:lnTo>
                  <a:pt x="0" y="344424"/>
                </a:lnTo>
                <a:lnTo>
                  <a:pt x="15120" y="326445"/>
                </a:lnTo>
                <a:lnTo>
                  <a:pt x="28384" y="306895"/>
                </a:lnTo>
                <a:lnTo>
                  <a:pt x="48768" y="263652"/>
                </a:lnTo>
                <a:lnTo>
                  <a:pt x="61722" y="208597"/>
                </a:lnTo>
                <a:lnTo>
                  <a:pt x="65457" y="141732"/>
                </a:lnTo>
                <a:lnTo>
                  <a:pt x="65508" y="103274"/>
                </a:lnTo>
                <a:lnTo>
                  <a:pt x="65341" y="72580"/>
                </a:lnTo>
                <a:lnTo>
                  <a:pt x="64897" y="47244"/>
                </a:lnTo>
                <a:lnTo>
                  <a:pt x="64008" y="25908"/>
                </a:lnTo>
                <a:lnTo>
                  <a:pt x="86868" y="38100"/>
                </a:lnTo>
                <a:lnTo>
                  <a:pt x="205877" y="38100"/>
                </a:lnTo>
                <a:lnTo>
                  <a:pt x="86868" y="47244"/>
                </a:lnTo>
                <a:lnTo>
                  <a:pt x="86868" y="121920"/>
                </a:lnTo>
                <a:lnTo>
                  <a:pt x="308800" y="121920"/>
                </a:lnTo>
                <a:lnTo>
                  <a:pt x="318516" y="131064"/>
                </a:lnTo>
                <a:lnTo>
                  <a:pt x="86868" y="131064"/>
                </a:lnTo>
                <a:lnTo>
                  <a:pt x="86582" y="171069"/>
                </a:lnTo>
                <a:lnTo>
                  <a:pt x="77438" y="237363"/>
                </a:lnTo>
                <a:lnTo>
                  <a:pt x="57721" y="287059"/>
                </a:lnTo>
                <a:lnTo>
                  <a:pt x="25717" y="329874"/>
                </a:lnTo>
                <a:lnTo>
                  <a:pt x="4572" y="348996"/>
                </a:lnTo>
                <a:close/>
              </a:path>
              <a:path w="361315" h="349250">
                <a:moveTo>
                  <a:pt x="320040" y="30480"/>
                </a:moveTo>
                <a:lnTo>
                  <a:pt x="306324" y="29932"/>
                </a:lnTo>
                <a:lnTo>
                  <a:pt x="319601" y="29932"/>
                </a:lnTo>
                <a:lnTo>
                  <a:pt x="320040" y="30480"/>
                </a:lnTo>
                <a:close/>
              </a:path>
              <a:path w="361315" h="349250">
                <a:moveTo>
                  <a:pt x="308800" y="121920"/>
                </a:moveTo>
                <a:lnTo>
                  <a:pt x="277368" y="121920"/>
                </a:lnTo>
                <a:lnTo>
                  <a:pt x="292608" y="106680"/>
                </a:lnTo>
                <a:lnTo>
                  <a:pt x="308800" y="121920"/>
                </a:lnTo>
                <a:close/>
              </a:path>
              <a:path w="361315" h="349250">
                <a:moveTo>
                  <a:pt x="50292" y="344424"/>
                </a:moveTo>
                <a:lnTo>
                  <a:pt x="50292" y="338328"/>
                </a:lnTo>
                <a:lnTo>
                  <a:pt x="98917" y="318635"/>
                </a:lnTo>
                <a:lnTo>
                  <a:pt x="139827" y="298513"/>
                </a:lnTo>
                <a:lnTo>
                  <a:pt x="173307" y="278106"/>
                </a:lnTo>
                <a:lnTo>
                  <a:pt x="199644" y="257556"/>
                </a:lnTo>
                <a:lnTo>
                  <a:pt x="176188" y="229862"/>
                </a:lnTo>
                <a:lnTo>
                  <a:pt x="156019" y="199453"/>
                </a:lnTo>
                <a:lnTo>
                  <a:pt x="138993" y="166473"/>
                </a:lnTo>
                <a:lnTo>
                  <a:pt x="124968" y="131064"/>
                </a:lnTo>
                <a:lnTo>
                  <a:pt x="134112" y="131064"/>
                </a:lnTo>
                <a:lnTo>
                  <a:pt x="153543" y="167092"/>
                </a:lnTo>
                <a:lnTo>
                  <a:pt x="172974" y="197548"/>
                </a:lnTo>
                <a:lnTo>
                  <a:pt x="192405" y="222575"/>
                </a:lnTo>
                <a:lnTo>
                  <a:pt x="211836" y="242316"/>
                </a:lnTo>
                <a:lnTo>
                  <a:pt x="239724" y="242316"/>
                </a:lnTo>
                <a:lnTo>
                  <a:pt x="227075" y="257556"/>
                </a:lnTo>
                <a:lnTo>
                  <a:pt x="248335" y="272796"/>
                </a:lnTo>
                <a:lnTo>
                  <a:pt x="213360" y="272796"/>
                </a:lnTo>
                <a:lnTo>
                  <a:pt x="178236" y="295346"/>
                </a:lnTo>
                <a:lnTo>
                  <a:pt x="139255" y="314896"/>
                </a:lnTo>
                <a:lnTo>
                  <a:pt x="96559" y="331303"/>
                </a:lnTo>
                <a:lnTo>
                  <a:pt x="50292" y="344424"/>
                </a:lnTo>
                <a:close/>
              </a:path>
              <a:path w="361315" h="349250">
                <a:moveTo>
                  <a:pt x="239724" y="242316"/>
                </a:moveTo>
                <a:lnTo>
                  <a:pt x="211836" y="242316"/>
                </a:lnTo>
                <a:lnTo>
                  <a:pt x="231314" y="218289"/>
                </a:lnTo>
                <a:lnTo>
                  <a:pt x="248793" y="191833"/>
                </a:lnTo>
                <a:lnTo>
                  <a:pt x="264556" y="162806"/>
                </a:lnTo>
                <a:lnTo>
                  <a:pt x="278892" y="131064"/>
                </a:lnTo>
                <a:lnTo>
                  <a:pt x="318516" y="131064"/>
                </a:lnTo>
                <a:lnTo>
                  <a:pt x="303275" y="141732"/>
                </a:lnTo>
                <a:lnTo>
                  <a:pt x="281511" y="179760"/>
                </a:lnTo>
                <a:lnTo>
                  <a:pt x="261747" y="211645"/>
                </a:lnTo>
                <a:lnTo>
                  <a:pt x="243697" y="237529"/>
                </a:lnTo>
                <a:lnTo>
                  <a:pt x="239724" y="242316"/>
                </a:lnTo>
                <a:close/>
              </a:path>
              <a:path w="361315" h="349250">
                <a:moveTo>
                  <a:pt x="326136" y="344424"/>
                </a:moveTo>
                <a:lnTo>
                  <a:pt x="293512" y="328731"/>
                </a:lnTo>
                <a:lnTo>
                  <a:pt x="264033" y="311467"/>
                </a:lnTo>
                <a:lnTo>
                  <a:pt x="237410" y="292774"/>
                </a:lnTo>
                <a:lnTo>
                  <a:pt x="213360" y="272796"/>
                </a:lnTo>
                <a:lnTo>
                  <a:pt x="248335" y="272796"/>
                </a:lnTo>
                <a:lnTo>
                  <a:pt x="256174" y="278415"/>
                </a:lnTo>
                <a:lnTo>
                  <a:pt x="288417" y="295275"/>
                </a:lnTo>
                <a:lnTo>
                  <a:pt x="323516" y="308133"/>
                </a:lnTo>
                <a:lnTo>
                  <a:pt x="361188" y="316992"/>
                </a:lnTo>
                <a:lnTo>
                  <a:pt x="361188" y="321564"/>
                </a:lnTo>
                <a:lnTo>
                  <a:pt x="349710" y="324707"/>
                </a:lnTo>
                <a:lnTo>
                  <a:pt x="340233" y="329565"/>
                </a:lnTo>
                <a:lnTo>
                  <a:pt x="332470" y="336137"/>
                </a:lnTo>
                <a:lnTo>
                  <a:pt x="326136" y="344424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" name="object 18"/>
          <p:cNvSpPr/>
          <p:nvPr/>
        </p:nvSpPr>
        <p:spPr>
          <a:xfrm>
            <a:off x="7886700" y="2601468"/>
            <a:ext cx="294640" cy="356870"/>
          </a:xfrm>
          <a:custGeom>
            <a:avLst/>
            <a:gdLst/>
            <a:ahLst/>
            <a:cxnLst/>
            <a:rect l="l" t="t" r="r" b="b"/>
            <a:pathLst>
              <a:path w="294640" h="356869">
                <a:moveTo>
                  <a:pt x="100584" y="74675"/>
                </a:moveTo>
                <a:lnTo>
                  <a:pt x="89916" y="74675"/>
                </a:lnTo>
                <a:lnTo>
                  <a:pt x="97940" y="49506"/>
                </a:lnTo>
                <a:lnTo>
                  <a:pt x="103822" y="28765"/>
                </a:lnTo>
                <a:lnTo>
                  <a:pt x="107703" y="12311"/>
                </a:lnTo>
                <a:lnTo>
                  <a:pt x="109728" y="0"/>
                </a:lnTo>
                <a:lnTo>
                  <a:pt x="143256" y="16763"/>
                </a:lnTo>
                <a:lnTo>
                  <a:pt x="133802" y="23883"/>
                </a:lnTo>
                <a:lnTo>
                  <a:pt x="123634" y="36004"/>
                </a:lnTo>
                <a:lnTo>
                  <a:pt x="112609" y="52982"/>
                </a:lnTo>
                <a:lnTo>
                  <a:pt x="100584" y="74675"/>
                </a:lnTo>
                <a:close/>
              </a:path>
              <a:path w="294640" h="356869">
                <a:moveTo>
                  <a:pt x="290146" y="74675"/>
                </a:moveTo>
                <a:lnTo>
                  <a:pt x="257555" y="74675"/>
                </a:lnTo>
                <a:lnTo>
                  <a:pt x="268224" y="57911"/>
                </a:lnTo>
                <a:lnTo>
                  <a:pt x="290146" y="74675"/>
                </a:lnTo>
                <a:close/>
              </a:path>
              <a:path w="294640" h="356869">
                <a:moveTo>
                  <a:pt x="0" y="356615"/>
                </a:moveTo>
                <a:lnTo>
                  <a:pt x="226" y="336803"/>
                </a:lnTo>
                <a:lnTo>
                  <a:pt x="784" y="316087"/>
                </a:lnTo>
                <a:lnTo>
                  <a:pt x="1285" y="299823"/>
                </a:lnTo>
                <a:lnTo>
                  <a:pt x="1524" y="284987"/>
                </a:lnTo>
                <a:lnTo>
                  <a:pt x="1524" y="121919"/>
                </a:lnTo>
                <a:lnTo>
                  <a:pt x="1285" y="105941"/>
                </a:lnTo>
                <a:lnTo>
                  <a:pt x="238" y="74556"/>
                </a:lnTo>
                <a:lnTo>
                  <a:pt x="0" y="59435"/>
                </a:lnTo>
                <a:lnTo>
                  <a:pt x="24384" y="74675"/>
                </a:lnTo>
                <a:lnTo>
                  <a:pt x="290146" y="74675"/>
                </a:lnTo>
                <a:lnTo>
                  <a:pt x="294131" y="77723"/>
                </a:lnTo>
                <a:lnTo>
                  <a:pt x="287165" y="83819"/>
                </a:lnTo>
                <a:lnTo>
                  <a:pt x="22860" y="83819"/>
                </a:lnTo>
                <a:lnTo>
                  <a:pt x="22860" y="345948"/>
                </a:lnTo>
                <a:lnTo>
                  <a:pt x="0" y="356615"/>
                </a:lnTo>
                <a:close/>
              </a:path>
              <a:path w="294640" h="356869">
                <a:moveTo>
                  <a:pt x="281579" y="316991"/>
                </a:moveTo>
                <a:lnTo>
                  <a:pt x="243840" y="316991"/>
                </a:lnTo>
                <a:lnTo>
                  <a:pt x="251817" y="315801"/>
                </a:lnTo>
                <a:lnTo>
                  <a:pt x="257365" y="312038"/>
                </a:lnTo>
                <a:lnTo>
                  <a:pt x="260342" y="305419"/>
                </a:lnTo>
                <a:lnTo>
                  <a:pt x="260492" y="299823"/>
                </a:lnTo>
                <a:lnTo>
                  <a:pt x="260604" y="83819"/>
                </a:lnTo>
                <a:lnTo>
                  <a:pt x="287165" y="83819"/>
                </a:lnTo>
                <a:lnTo>
                  <a:pt x="281940" y="88391"/>
                </a:lnTo>
                <a:lnTo>
                  <a:pt x="281921" y="305419"/>
                </a:lnTo>
                <a:lnTo>
                  <a:pt x="281579" y="316991"/>
                </a:lnTo>
                <a:close/>
              </a:path>
              <a:path w="294640" h="356869">
                <a:moveTo>
                  <a:pt x="209256" y="149351"/>
                </a:moveTo>
                <a:lnTo>
                  <a:pt x="179832" y="149351"/>
                </a:lnTo>
                <a:lnTo>
                  <a:pt x="190500" y="134111"/>
                </a:lnTo>
                <a:lnTo>
                  <a:pt x="209256" y="149351"/>
                </a:lnTo>
                <a:close/>
              </a:path>
              <a:path w="294640" h="356869">
                <a:moveTo>
                  <a:pt x="73152" y="278891"/>
                </a:moveTo>
                <a:lnTo>
                  <a:pt x="73390" y="259460"/>
                </a:lnTo>
                <a:lnTo>
                  <a:pt x="74437" y="220598"/>
                </a:lnTo>
                <a:lnTo>
                  <a:pt x="74676" y="201167"/>
                </a:lnTo>
                <a:lnTo>
                  <a:pt x="74652" y="182356"/>
                </a:lnTo>
                <a:lnTo>
                  <a:pt x="74474" y="164591"/>
                </a:lnTo>
                <a:lnTo>
                  <a:pt x="74033" y="149304"/>
                </a:lnTo>
                <a:lnTo>
                  <a:pt x="73152" y="135635"/>
                </a:lnTo>
                <a:lnTo>
                  <a:pt x="96012" y="149351"/>
                </a:lnTo>
                <a:lnTo>
                  <a:pt x="209256" y="149351"/>
                </a:lnTo>
                <a:lnTo>
                  <a:pt x="214884" y="153923"/>
                </a:lnTo>
                <a:lnTo>
                  <a:pt x="209658" y="158495"/>
                </a:lnTo>
                <a:lnTo>
                  <a:pt x="96012" y="158495"/>
                </a:lnTo>
                <a:lnTo>
                  <a:pt x="96012" y="237743"/>
                </a:lnTo>
                <a:lnTo>
                  <a:pt x="202798" y="237743"/>
                </a:lnTo>
                <a:lnTo>
                  <a:pt x="202882" y="241934"/>
                </a:lnTo>
                <a:lnTo>
                  <a:pt x="203106" y="246887"/>
                </a:lnTo>
                <a:lnTo>
                  <a:pt x="96012" y="246887"/>
                </a:lnTo>
                <a:lnTo>
                  <a:pt x="96012" y="269747"/>
                </a:lnTo>
                <a:lnTo>
                  <a:pt x="73152" y="278891"/>
                </a:lnTo>
                <a:close/>
              </a:path>
              <a:path w="294640" h="356869">
                <a:moveTo>
                  <a:pt x="202798" y="237743"/>
                </a:moveTo>
                <a:lnTo>
                  <a:pt x="181356" y="237743"/>
                </a:lnTo>
                <a:lnTo>
                  <a:pt x="181356" y="158495"/>
                </a:lnTo>
                <a:lnTo>
                  <a:pt x="209658" y="158495"/>
                </a:lnTo>
                <a:lnTo>
                  <a:pt x="202692" y="164591"/>
                </a:lnTo>
                <a:lnTo>
                  <a:pt x="202798" y="237743"/>
                </a:lnTo>
                <a:close/>
              </a:path>
              <a:path w="294640" h="356869">
                <a:moveTo>
                  <a:pt x="181356" y="272795"/>
                </a:moveTo>
                <a:lnTo>
                  <a:pt x="181356" y="246887"/>
                </a:lnTo>
                <a:lnTo>
                  <a:pt x="203106" y="246887"/>
                </a:lnTo>
                <a:lnTo>
                  <a:pt x="203334" y="251936"/>
                </a:lnTo>
                <a:lnTo>
                  <a:pt x="204216" y="263651"/>
                </a:lnTo>
                <a:lnTo>
                  <a:pt x="181356" y="272795"/>
                </a:lnTo>
                <a:close/>
              </a:path>
              <a:path w="294640" h="356869">
                <a:moveTo>
                  <a:pt x="248412" y="355091"/>
                </a:moveTo>
                <a:lnTo>
                  <a:pt x="245006" y="343638"/>
                </a:lnTo>
                <a:lnTo>
                  <a:pt x="234886" y="334327"/>
                </a:lnTo>
                <a:lnTo>
                  <a:pt x="218193" y="327017"/>
                </a:lnTo>
                <a:lnTo>
                  <a:pt x="195072" y="321564"/>
                </a:lnTo>
                <a:lnTo>
                  <a:pt x="195072" y="313943"/>
                </a:lnTo>
                <a:lnTo>
                  <a:pt x="209335" y="314848"/>
                </a:lnTo>
                <a:lnTo>
                  <a:pt x="233862" y="316087"/>
                </a:lnTo>
                <a:lnTo>
                  <a:pt x="243840" y="316991"/>
                </a:lnTo>
                <a:lnTo>
                  <a:pt x="281579" y="316991"/>
                </a:lnTo>
                <a:lnTo>
                  <a:pt x="281416" y="322516"/>
                </a:lnTo>
                <a:lnTo>
                  <a:pt x="275463" y="336803"/>
                </a:lnTo>
                <a:lnTo>
                  <a:pt x="264366" y="347662"/>
                </a:lnTo>
                <a:lnTo>
                  <a:pt x="248412" y="355091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" name="object 19"/>
          <p:cNvSpPr/>
          <p:nvPr/>
        </p:nvSpPr>
        <p:spPr>
          <a:xfrm>
            <a:off x="8237220" y="2599943"/>
            <a:ext cx="751840" cy="360045"/>
          </a:xfrm>
          <a:custGeom>
            <a:avLst/>
            <a:gdLst/>
            <a:ahLst/>
            <a:cxnLst/>
            <a:rect l="l" t="t" r="r" b="b"/>
            <a:pathLst>
              <a:path w="751840" h="360044">
                <a:moveTo>
                  <a:pt x="115824" y="111252"/>
                </a:moveTo>
                <a:lnTo>
                  <a:pt x="88392" y="86868"/>
                </a:lnTo>
                <a:lnTo>
                  <a:pt x="80962" y="99085"/>
                </a:lnTo>
                <a:lnTo>
                  <a:pt x="72390" y="112585"/>
                </a:lnTo>
                <a:lnTo>
                  <a:pt x="39852" y="157187"/>
                </a:lnTo>
                <a:lnTo>
                  <a:pt x="13665" y="185242"/>
                </a:lnTo>
                <a:lnTo>
                  <a:pt x="0" y="198120"/>
                </a:lnTo>
                <a:lnTo>
                  <a:pt x="4572" y="202692"/>
                </a:lnTo>
                <a:lnTo>
                  <a:pt x="30073" y="182714"/>
                </a:lnTo>
                <a:lnTo>
                  <a:pt x="54292" y="161734"/>
                </a:lnTo>
                <a:lnTo>
                  <a:pt x="77647" y="139903"/>
                </a:lnTo>
                <a:lnTo>
                  <a:pt x="100584" y="117348"/>
                </a:lnTo>
                <a:lnTo>
                  <a:pt x="115824" y="111252"/>
                </a:lnTo>
                <a:close/>
              </a:path>
              <a:path w="751840" h="360044">
                <a:moveTo>
                  <a:pt x="348996" y="160020"/>
                </a:moveTo>
                <a:lnTo>
                  <a:pt x="314134" y="128016"/>
                </a:lnTo>
                <a:lnTo>
                  <a:pt x="251460" y="96012"/>
                </a:lnTo>
                <a:lnTo>
                  <a:pt x="246888" y="100584"/>
                </a:lnTo>
                <a:lnTo>
                  <a:pt x="272910" y="120040"/>
                </a:lnTo>
                <a:lnTo>
                  <a:pt x="293941" y="137350"/>
                </a:lnTo>
                <a:lnTo>
                  <a:pt x="310108" y="152666"/>
                </a:lnTo>
                <a:lnTo>
                  <a:pt x="330708" y="176784"/>
                </a:lnTo>
                <a:lnTo>
                  <a:pt x="336804" y="182880"/>
                </a:lnTo>
                <a:lnTo>
                  <a:pt x="342900" y="182880"/>
                </a:lnTo>
                <a:lnTo>
                  <a:pt x="344424" y="181356"/>
                </a:lnTo>
                <a:lnTo>
                  <a:pt x="345948" y="176784"/>
                </a:lnTo>
                <a:lnTo>
                  <a:pt x="348996" y="172212"/>
                </a:lnTo>
                <a:lnTo>
                  <a:pt x="348996" y="160020"/>
                </a:lnTo>
                <a:close/>
              </a:path>
              <a:path w="751840" h="360044">
                <a:moveTo>
                  <a:pt x="359664" y="332232"/>
                </a:moveTo>
                <a:lnTo>
                  <a:pt x="312813" y="326517"/>
                </a:lnTo>
                <a:lnTo>
                  <a:pt x="270700" y="316230"/>
                </a:lnTo>
                <a:lnTo>
                  <a:pt x="233426" y="301371"/>
                </a:lnTo>
                <a:lnTo>
                  <a:pt x="221411" y="294132"/>
                </a:lnTo>
                <a:lnTo>
                  <a:pt x="201168" y="281940"/>
                </a:lnTo>
                <a:lnTo>
                  <a:pt x="244792" y="240982"/>
                </a:lnTo>
                <a:lnTo>
                  <a:pt x="280416" y="201168"/>
                </a:lnTo>
                <a:lnTo>
                  <a:pt x="293827" y="195072"/>
                </a:lnTo>
                <a:lnTo>
                  <a:pt x="297180" y="193548"/>
                </a:lnTo>
                <a:lnTo>
                  <a:pt x="271272" y="169164"/>
                </a:lnTo>
                <a:lnTo>
                  <a:pt x="256032" y="185928"/>
                </a:lnTo>
                <a:lnTo>
                  <a:pt x="256032" y="195072"/>
                </a:lnTo>
                <a:lnTo>
                  <a:pt x="237172" y="217678"/>
                </a:lnTo>
                <a:lnTo>
                  <a:pt x="219456" y="237553"/>
                </a:lnTo>
                <a:lnTo>
                  <a:pt x="202882" y="254876"/>
                </a:lnTo>
                <a:lnTo>
                  <a:pt x="187452" y="269748"/>
                </a:lnTo>
                <a:lnTo>
                  <a:pt x="169964" y="253796"/>
                </a:lnTo>
                <a:lnTo>
                  <a:pt x="153924" y="235839"/>
                </a:lnTo>
                <a:lnTo>
                  <a:pt x="139014" y="216179"/>
                </a:lnTo>
                <a:lnTo>
                  <a:pt x="124968" y="195072"/>
                </a:lnTo>
                <a:lnTo>
                  <a:pt x="256032" y="195072"/>
                </a:lnTo>
                <a:lnTo>
                  <a:pt x="256032" y="185928"/>
                </a:lnTo>
                <a:lnTo>
                  <a:pt x="230124" y="185928"/>
                </a:lnTo>
                <a:lnTo>
                  <a:pt x="230124" y="64008"/>
                </a:lnTo>
                <a:lnTo>
                  <a:pt x="356616" y="64008"/>
                </a:lnTo>
                <a:lnTo>
                  <a:pt x="323088" y="30480"/>
                </a:lnTo>
                <a:lnTo>
                  <a:pt x="298704" y="54864"/>
                </a:lnTo>
                <a:lnTo>
                  <a:pt x="208788" y="54864"/>
                </a:lnTo>
                <a:lnTo>
                  <a:pt x="208788" y="64008"/>
                </a:lnTo>
                <a:lnTo>
                  <a:pt x="208788" y="185928"/>
                </a:lnTo>
                <a:lnTo>
                  <a:pt x="153924" y="185928"/>
                </a:lnTo>
                <a:lnTo>
                  <a:pt x="153924" y="64008"/>
                </a:lnTo>
                <a:lnTo>
                  <a:pt x="208788" y="64008"/>
                </a:lnTo>
                <a:lnTo>
                  <a:pt x="208788" y="54864"/>
                </a:lnTo>
                <a:lnTo>
                  <a:pt x="187452" y="54864"/>
                </a:lnTo>
                <a:lnTo>
                  <a:pt x="195072" y="47244"/>
                </a:lnTo>
                <a:lnTo>
                  <a:pt x="199644" y="41148"/>
                </a:lnTo>
                <a:lnTo>
                  <a:pt x="199644" y="32004"/>
                </a:lnTo>
                <a:lnTo>
                  <a:pt x="188976" y="21336"/>
                </a:lnTo>
                <a:lnTo>
                  <a:pt x="182372" y="16510"/>
                </a:lnTo>
                <a:lnTo>
                  <a:pt x="173926" y="11239"/>
                </a:lnTo>
                <a:lnTo>
                  <a:pt x="163461" y="5702"/>
                </a:lnTo>
                <a:lnTo>
                  <a:pt x="150876" y="0"/>
                </a:lnTo>
                <a:lnTo>
                  <a:pt x="147828" y="4572"/>
                </a:lnTo>
                <a:lnTo>
                  <a:pt x="158115" y="18008"/>
                </a:lnTo>
                <a:lnTo>
                  <a:pt x="166116" y="30861"/>
                </a:lnTo>
                <a:lnTo>
                  <a:pt x="171831" y="43154"/>
                </a:lnTo>
                <a:lnTo>
                  <a:pt x="175260" y="54864"/>
                </a:lnTo>
                <a:lnTo>
                  <a:pt x="7620" y="54864"/>
                </a:lnTo>
                <a:lnTo>
                  <a:pt x="21336" y="68580"/>
                </a:lnTo>
                <a:lnTo>
                  <a:pt x="30492" y="66586"/>
                </a:lnTo>
                <a:lnTo>
                  <a:pt x="39814" y="65151"/>
                </a:lnTo>
                <a:lnTo>
                  <a:pt x="49403" y="64300"/>
                </a:lnTo>
                <a:lnTo>
                  <a:pt x="59436" y="64008"/>
                </a:lnTo>
                <a:lnTo>
                  <a:pt x="132588" y="64008"/>
                </a:lnTo>
                <a:lnTo>
                  <a:pt x="132588" y="185928"/>
                </a:lnTo>
                <a:lnTo>
                  <a:pt x="57912" y="185928"/>
                </a:lnTo>
                <a:lnTo>
                  <a:pt x="70104" y="198120"/>
                </a:lnTo>
                <a:lnTo>
                  <a:pt x="86868" y="195072"/>
                </a:lnTo>
                <a:lnTo>
                  <a:pt x="114300" y="195072"/>
                </a:lnTo>
                <a:lnTo>
                  <a:pt x="127444" y="219341"/>
                </a:lnTo>
                <a:lnTo>
                  <a:pt x="141732" y="241744"/>
                </a:lnTo>
                <a:lnTo>
                  <a:pt x="157162" y="262153"/>
                </a:lnTo>
                <a:lnTo>
                  <a:pt x="173736" y="280416"/>
                </a:lnTo>
                <a:lnTo>
                  <a:pt x="139369" y="302971"/>
                </a:lnTo>
                <a:lnTo>
                  <a:pt x="100012" y="322516"/>
                </a:lnTo>
                <a:lnTo>
                  <a:pt x="55219" y="338924"/>
                </a:lnTo>
                <a:lnTo>
                  <a:pt x="4572" y="352044"/>
                </a:lnTo>
                <a:lnTo>
                  <a:pt x="6096" y="358140"/>
                </a:lnTo>
                <a:lnTo>
                  <a:pt x="59283" y="347281"/>
                </a:lnTo>
                <a:lnTo>
                  <a:pt x="107061" y="332994"/>
                </a:lnTo>
                <a:lnTo>
                  <a:pt x="149682" y="315277"/>
                </a:lnTo>
                <a:lnTo>
                  <a:pt x="187452" y="294132"/>
                </a:lnTo>
                <a:lnTo>
                  <a:pt x="216027" y="314401"/>
                </a:lnTo>
                <a:lnTo>
                  <a:pt x="249174" y="331660"/>
                </a:lnTo>
                <a:lnTo>
                  <a:pt x="286893" y="345782"/>
                </a:lnTo>
                <a:lnTo>
                  <a:pt x="329184" y="356616"/>
                </a:lnTo>
                <a:lnTo>
                  <a:pt x="334365" y="350329"/>
                </a:lnTo>
                <a:lnTo>
                  <a:pt x="340995" y="345186"/>
                </a:lnTo>
                <a:lnTo>
                  <a:pt x="349326" y="341185"/>
                </a:lnTo>
                <a:lnTo>
                  <a:pt x="359664" y="338328"/>
                </a:lnTo>
                <a:lnTo>
                  <a:pt x="359664" y="332232"/>
                </a:lnTo>
                <a:close/>
              </a:path>
              <a:path w="751840" h="360044">
                <a:moveTo>
                  <a:pt x="534911" y="96012"/>
                </a:moveTo>
                <a:lnTo>
                  <a:pt x="510527" y="71628"/>
                </a:lnTo>
                <a:lnTo>
                  <a:pt x="493763" y="86868"/>
                </a:lnTo>
                <a:lnTo>
                  <a:pt x="480047" y="86868"/>
                </a:lnTo>
                <a:lnTo>
                  <a:pt x="480047" y="30480"/>
                </a:lnTo>
                <a:lnTo>
                  <a:pt x="493763" y="21336"/>
                </a:lnTo>
                <a:lnTo>
                  <a:pt x="458711" y="1524"/>
                </a:lnTo>
                <a:lnTo>
                  <a:pt x="459600" y="18719"/>
                </a:lnTo>
                <a:lnTo>
                  <a:pt x="460044" y="38100"/>
                </a:lnTo>
                <a:lnTo>
                  <a:pt x="460146" y="51816"/>
                </a:lnTo>
                <a:lnTo>
                  <a:pt x="460235" y="86868"/>
                </a:lnTo>
                <a:lnTo>
                  <a:pt x="396227" y="86868"/>
                </a:lnTo>
                <a:lnTo>
                  <a:pt x="408419" y="99060"/>
                </a:lnTo>
                <a:lnTo>
                  <a:pt x="422135" y="96012"/>
                </a:lnTo>
                <a:lnTo>
                  <a:pt x="460235" y="96012"/>
                </a:lnTo>
                <a:lnTo>
                  <a:pt x="460235" y="181356"/>
                </a:lnTo>
                <a:lnTo>
                  <a:pt x="438213" y="190271"/>
                </a:lnTo>
                <a:lnTo>
                  <a:pt x="420039" y="196596"/>
                </a:lnTo>
                <a:lnTo>
                  <a:pt x="405587" y="200647"/>
                </a:lnTo>
                <a:lnTo>
                  <a:pt x="394703" y="202692"/>
                </a:lnTo>
                <a:lnTo>
                  <a:pt x="414515" y="231648"/>
                </a:lnTo>
                <a:lnTo>
                  <a:pt x="419087" y="226225"/>
                </a:lnTo>
                <a:lnTo>
                  <a:pt x="428231" y="219075"/>
                </a:lnTo>
                <a:lnTo>
                  <a:pt x="441947" y="210223"/>
                </a:lnTo>
                <a:lnTo>
                  <a:pt x="460235" y="199644"/>
                </a:lnTo>
                <a:lnTo>
                  <a:pt x="460235" y="315468"/>
                </a:lnTo>
                <a:lnTo>
                  <a:pt x="457187" y="321564"/>
                </a:lnTo>
                <a:lnTo>
                  <a:pt x="451091" y="323088"/>
                </a:lnTo>
                <a:lnTo>
                  <a:pt x="444195" y="322783"/>
                </a:lnTo>
                <a:lnTo>
                  <a:pt x="434708" y="321754"/>
                </a:lnTo>
                <a:lnTo>
                  <a:pt x="422376" y="319874"/>
                </a:lnTo>
                <a:lnTo>
                  <a:pt x="406895" y="316992"/>
                </a:lnTo>
                <a:lnTo>
                  <a:pt x="406895" y="323088"/>
                </a:lnTo>
                <a:lnTo>
                  <a:pt x="426643" y="330238"/>
                </a:lnTo>
                <a:lnTo>
                  <a:pt x="440232" y="337947"/>
                </a:lnTo>
                <a:lnTo>
                  <a:pt x="447840" y="346240"/>
                </a:lnTo>
                <a:lnTo>
                  <a:pt x="449567" y="355092"/>
                </a:lnTo>
                <a:lnTo>
                  <a:pt x="463334" y="348234"/>
                </a:lnTo>
                <a:lnTo>
                  <a:pt x="472808" y="339090"/>
                </a:lnTo>
                <a:lnTo>
                  <a:pt x="478294" y="327660"/>
                </a:lnTo>
                <a:lnTo>
                  <a:pt x="478878" y="323088"/>
                </a:lnTo>
                <a:lnTo>
                  <a:pt x="480047" y="313944"/>
                </a:lnTo>
                <a:lnTo>
                  <a:pt x="480047" y="199644"/>
                </a:lnTo>
                <a:lnTo>
                  <a:pt x="480047" y="188976"/>
                </a:lnTo>
                <a:lnTo>
                  <a:pt x="505193" y="173736"/>
                </a:lnTo>
                <a:lnTo>
                  <a:pt x="530339" y="158496"/>
                </a:lnTo>
                <a:lnTo>
                  <a:pt x="527291" y="153924"/>
                </a:lnTo>
                <a:lnTo>
                  <a:pt x="480047" y="173736"/>
                </a:lnTo>
                <a:lnTo>
                  <a:pt x="480047" y="96012"/>
                </a:lnTo>
                <a:lnTo>
                  <a:pt x="534911" y="96012"/>
                </a:lnTo>
                <a:close/>
              </a:path>
              <a:path w="751840" h="360044">
                <a:moveTo>
                  <a:pt x="751319" y="231648"/>
                </a:moveTo>
                <a:lnTo>
                  <a:pt x="725411" y="205740"/>
                </a:lnTo>
                <a:lnTo>
                  <a:pt x="708647" y="222504"/>
                </a:lnTo>
                <a:lnTo>
                  <a:pt x="702551" y="222504"/>
                </a:lnTo>
                <a:lnTo>
                  <a:pt x="702551" y="138684"/>
                </a:lnTo>
                <a:lnTo>
                  <a:pt x="711695" y="132588"/>
                </a:lnTo>
                <a:lnTo>
                  <a:pt x="716267" y="129540"/>
                </a:lnTo>
                <a:lnTo>
                  <a:pt x="709244" y="123444"/>
                </a:lnTo>
                <a:lnTo>
                  <a:pt x="693407" y="109728"/>
                </a:lnTo>
                <a:lnTo>
                  <a:pt x="682739" y="121729"/>
                </a:lnTo>
                <a:lnTo>
                  <a:pt x="682739" y="132588"/>
                </a:lnTo>
                <a:lnTo>
                  <a:pt x="682739" y="222504"/>
                </a:lnTo>
                <a:lnTo>
                  <a:pt x="621779" y="222504"/>
                </a:lnTo>
                <a:lnTo>
                  <a:pt x="623760" y="202692"/>
                </a:lnTo>
                <a:lnTo>
                  <a:pt x="625398" y="180403"/>
                </a:lnTo>
                <a:lnTo>
                  <a:pt x="626643" y="158496"/>
                </a:lnTo>
                <a:lnTo>
                  <a:pt x="627875" y="132588"/>
                </a:lnTo>
                <a:lnTo>
                  <a:pt x="682739" y="132588"/>
                </a:lnTo>
                <a:lnTo>
                  <a:pt x="682739" y="121729"/>
                </a:lnTo>
                <a:lnTo>
                  <a:pt x="681215" y="123444"/>
                </a:lnTo>
                <a:lnTo>
                  <a:pt x="623303" y="123444"/>
                </a:lnTo>
                <a:lnTo>
                  <a:pt x="640956" y="96570"/>
                </a:lnTo>
                <a:lnTo>
                  <a:pt x="657021" y="77533"/>
                </a:lnTo>
                <a:lnTo>
                  <a:pt x="671106" y="66230"/>
                </a:lnTo>
                <a:lnTo>
                  <a:pt x="682739" y="62484"/>
                </a:lnTo>
                <a:lnTo>
                  <a:pt x="681126" y="60960"/>
                </a:lnTo>
                <a:lnTo>
                  <a:pt x="671410" y="51816"/>
                </a:lnTo>
                <a:lnTo>
                  <a:pt x="656831" y="38100"/>
                </a:lnTo>
                <a:lnTo>
                  <a:pt x="644639" y="50292"/>
                </a:lnTo>
                <a:lnTo>
                  <a:pt x="644639" y="60960"/>
                </a:lnTo>
                <a:lnTo>
                  <a:pt x="612635" y="123444"/>
                </a:lnTo>
                <a:lnTo>
                  <a:pt x="608063" y="123444"/>
                </a:lnTo>
                <a:lnTo>
                  <a:pt x="608063" y="132588"/>
                </a:lnTo>
                <a:lnTo>
                  <a:pt x="606907" y="156070"/>
                </a:lnTo>
                <a:lnTo>
                  <a:pt x="605586" y="178689"/>
                </a:lnTo>
                <a:lnTo>
                  <a:pt x="603999" y="200748"/>
                </a:lnTo>
                <a:lnTo>
                  <a:pt x="601967" y="222504"/>
                </a:lnTo>
                <a:lnTo>
                  <a:pt x="562343" y="222504"/>
                </a:lnTo>
                <a:lnTo>
                  <a:pt x="562343" y="132588"/>
                </a:lnTo>
                <a:lnTo>
                  <a:pt x="608063" y="132588"/>
                </a:lnTo>
                <a:lnTo>
                  <a:pt x="608063" y="123444"/>
                </a:lnTo>
                <a:lnTo>
                  <a:pt x="562343" y="123444"/>
                </a:lnTo>
                <a:lnTo>
                  <a:pt x="546341" y="112776"/>
                </a:lnTo>
                <a:lnTo>
                  <a:pt x="544055" y="111252"/>
                </a:lnTo>
                <a:lnTo>
                  <a:pt x="563676" y="84963"/>
                </a:lnTo>
                <a:lnTo>
                  <a:pt x="572998" y="72682"/>
                </a:lnTo>
                <a:lnTo>
                  <a:pt x="582155" y="60960"/>
                </a:lnTo>
                <a:lnTo>
                  <a:pt x="644639" y="60960"/>
                </a:lnTo>
                <a:lnTo>
                  <a:pt x="644639" y="50292"/>
                </a:lnTo>
                <a:lnTo>
                  <a:pt x="643115" y="51816"/>
                </a:lnTo>
                <a:lnTo>
                  <a:pt x="586727" y="51816"/>
                </a:lnTo>
                <a:lnTo>
                  <a:pt x="603491" y="25908"/>
                </a:lnTo>
                <a:lnTo>
                  <a:pt x="617207" y="19812"/>
                </a:lnTo>
                <a:lnTo>
                  <a:pt x="586727" y="1524"/>
                </a:lnTo>
                <a:lnTo>
                  <a:pt x="565302" y="49745"/>
                </a:lnTo>
                <a:lnTo>
                  <a:pt x="542963" y="88849"/>
                </a:lnTo>
                <a:lnTo>
                  <a:pt x="516585" y="127088"/>
                </a:lnTo>
                <a:lnTo>
                  <a:pt x="501383" y="144780"/>
                </a:lnTo>
                <a:lnTo>
                  <a:pt x="505955" y="147828"/>
                </a:lnTo>
                <a:lnTo>
                  <a:pt x="515962" y="138925"/>
                </a:lnTo>
                <a:lnTo>
                  <a:pt x="525386" y="130302"/>
                </a:lnTo>
                <a:lnTo>
                  <a:pt x="534250" y="121691"/>
                </a:lnTo>
                <a:lnTo>
                  <a:pt x="542531" y="112776"/>
                </a:lnTo>
                <a:lnTo>
                  <a:pt x="542531" y="222504"/>
                </a:lnTo>
                <a:lnTo>
                  <a:pt x="492239" y="222504"/>
                </a:lnTo>
                <a:lnTo>
                  <a:pt x="505955" y="236220"/>
                </a:lnTo>
                <a:lnTo>
                  <a:pt x="515124" y="234226"/>
                </a:lnTo>
                <a:lnTo>
                  <a:pt x="524433" y="232791"/>
                </a:lnTo>
                <a:lnTo>
                  <a:pt x="534035" y="231940"/>
                </a:lnTo>
                <a:lnTo>
                  <a:pt x="544055" y="231648"/>
                </a:lnTo>
                <a:lnTo>
                  <a:pt x="600443" y="231648"/>
                </a:lnTo>
                <a:lnTo>
                  <a:pt x="583234" y="271703"/>
                </a:lnTo>
                <a:lnTo>
                  <a:pt x="558723" y="305181"/>
                </a:lnTo>
                <a:lnTo>
                  <a:pt x="526516" y="332384"/>
                </a:lnTo>
                <a:lnTo>
                  <a:pt x="486143" y="353568"/>
                </a:lnTo>
                <a:lnTo>
                  <a:pt x="487667" y="359664"/>
                </a:lnTo>
                <a:lnTo>
                  <a:pt x="537108" y="337743"/>
                </a:lnTo>
                <a:lnTo>
                  <a:pt x="575678" y="308800"/>
                </a:lnTo>
                <a:lnTo>
                  <a:pt x="603402" y="273304"/>
                </a:lnTo>
                <a:lnTo>
                  <a:pt x="620255" y="231648"/>
                </a:lnTo>
                <a:lnTo>
                  <a:pt x="626351" y="231648"/>
                </a:lnTo>
                <a:lnTo>
                  <a:pt x="642353" y="270802"/>
                </a:lnTo>
                <a:lnTo>
                  <a:pt x="662927" y="303657"/>
                </a:lnTo>
                <a:lnTo>
                  <a:pt x="688073" y="330238"/>
                </a:lnTo>
                <a:lnTo>
                  <a:pt x="717791" y="350520"/>
                </a:lnTo>
                <a:lnTo>
                  <a:pt x="721245" y="344258"/>
                </a:lnTo>
                <a:lnTo>
                  <a:pt x="727125" y="339280"/>
                </a:lnTo>
                <a:lnTo>
                  <a:pt x="735584" y="335737"/>
                </a:lnTo>
                <a:lnTo>
                  <a:pt x="746747" y="333756"/>
                </a:lnTo>
                <a:lnTo>
                  <a:pt x="746747" y="327660"/>
                </a:lnTo>
                <a:lnTo>
                  <a:pt x="703465" y="312445"/>
                </a:lnTo>
                <a:lnTo>
                  <a:pt x="661403" y="275463"/>
                </a:lnTo>
                <a:lnTo>
                  <a:pt x="633971" y="231648"/>
                </a:lnTo>
                <a:lnTo>
                  <a:pt x="751319" y="231648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" name="object 20"/>
          <p:cNvSpPr/>
          <p:nvPr/>
        </p:nvSpPr>
        <p:spPr>
          <a:xfrm>
            <a:off x="9051035" y="2784347"/>
            <a:ext cx="55244" cy="172720"/>
          </a:xfrm>
          <a:custGeom>
            <a:avLst/>
            <a:gdLst/>
            <a:ahLst/>
            <a:cxnLst/>
            <a:rect l="l" t="t" r="r" b="b"/>
            <a:pathLst>
              <a:path w="55245" h="172719">
                <a:moveTo>
                  <a:pt x="10668" y="172212"/>
                </a:moveTo>
                <a:lnTo>
                  <a:pt x="7620" y="172212"/>
                </a:lnTo>
                <a:lnTo>
                  <a:pt x="7620" y="170688"/>
                </a:lnTo>
                <a:lnTo>
                  <a:pt x="9144" y="169164"/>
                </a:lnTo>
                <a:lnTo>
                  <a:pt x="18288" y="164592"/>
                </a:lnTo>
                <a:lnTo>
                  <a:pt x="21336" y="160020"/>
                </a:lnTo>
                <a:lnTo>
                  <a:pt x="25908" y="155448"/>
                </a:lnTo>
                <a:lnTo>
                  <a:pt x="28956" y="150876"/>
                </a:lnTo>
                <a:lnTo>
                  <a:pt x="32004" y="143256"/>
                </a:lnTo>
                <a:lnTo>
                  <a:pt x="33528" y="134112"/>
                </a:lnTo>
                <a:lnTo>
                  <a:pt x="21336" y="134112"/>
                </a:lnTo>
                <a:lnTo>
                  <a:pt x="12192" y="131064"/>
                </a:lnTo>
                <a:lnTo>
                  <a:pt x="9144" y="128016"/>
                </a:lnTo>
                <a:lnTo>
                  <a:pt x="6096" y="123444"/>
                </a:lnTo>
                <a:lnTo>
                  <a:pt x="4572" y="120396"/>
                </a:lnTo>
                <a:lnTo>
                  <a:pt x="3048" y="115824"/>
                </a:lnTo>
                <a:lnTo>
                  <a:pt x="4572" y="111252"/>
                </a:lnTo>
                <a:lnTo>
                  <a:pt x="4572" y="106680"/>
                </a:lnTo>
                <a:lnTo>
                  <a:pt x="6096" y="102108"/>
                </a:lnTo>
                <a:lnTo>
                  <a:pt x="9144" y="99060"/>
                </a:lnTo>
                <a:lnTo>
                  <a:pt x="10668" y="96012"/>
                </a:lnTo>
                <a:lnTo>
                  <a:pt x="13716" y="94488"/>
                </a:lnTo>
                <a:lnTo>
                  <a:pt x="18288" y="92964"/>
                </a:lnTo>
                <a:lnTo>
                  <a:pt x="24384" y="89916"/>
                </a:lnTo>
                <a:lnTo>
                  <a:pt x="28956" y="89916"/>
                </a:lnTo>
                <a:lnTo>
                  <a:pt x="42672" y="94488"/>
                </a:lnTo>
                <a:lnTo>
                  <a:pt x="45720" y="97536"/>
                </a:lnTo>
                <a:lnTo>
                  <a:pt x="48768" y="103632"/>
                </a:lnTo>
                <a:lnTo>
                  <a:pt x="51816" y="108204"/>
                </a:lnTo>
                <a:lnTo>
                  <a:pt x="53340" y="114300"/>
                </a:lnTo>
                <a:lnTo>
                  <a:pt x="53340" y="131064"/>
                </a:lnTo>
                <a:lnTo>
                  <a:pt x="28956" y="166116"/>
                </a:lnTo>
                <a:lnTo>
                  <a:pt x="21336" y="170688"/>
                </a:lnTo>
                <a:lnTo>
                  <a:pt x="16764" y="170688"/>
                </a:lnTo>
                <a:lnTo>
                  <a:pt x="10668" y="172212"/>
                </a:lnTo>
                <a:close/>
              </a:path>
              <a:path w="55245" h="172719">
                <a:moveTo>
                  <a:pt x="32004" y="51816"/>
                </a:moveTo>
                <a:lnTo>
                  <a:pt x="24384" y="51816"/>
                </a:lnTo>
                <a:lnTo>
                  <a:pt x="18288" y="50292"/>
                </a:lnTo>
                <a:lnTo>
                  <a:pt x="10668" y="45720"/>
                </a:lnTo>
                <a:lnTo>
                  <a:pt x="4572" y="41148"/>
                </a:lnTo>
                <a:lnTo>
                  <a:pt x="0" y="35052"/>
                </a:lnTo>
                <a:lnTo>
                  <a:pt x="1524" y="25908"/>
                </a:lnTo>
                <a:lnTo>
                  <a:pt x="1524" y="15240"/>
                </a:lnTo>
                <a:lnTo>
                  <a:pt x="4572" y="9144"/>
                </a:lnTo>
                <a:lnTo>
                  <a:pt x="10668" y="4572"/>
                </a:lnTo>
                <a:lnTo>
                  <a:pt x="16764" y="1524"/>
                </a:lnTo>
                <a:lnTo>
                  <a:pt x="22860" y="0"/>
                </a:lnTo>
                <a:lnTo>
                  <a:pt x="32004" y="0"/>
                </a:lnTo>
                <a:lnTo>
                  <a:pt x="36576" y="1524"/>
                </a:lnTo>
                <a:lnTo>
                  <a:pt x="44196" y="3048"/>
                </a:lnTo>
                <a:lnTo>
                  <a:pt x="50292" y="4572"/>
                </a:lnTo>
                <a:lnTo>
                  <a:pt x="53340" y="12192"/>
                </a:lnTo>
                <a:lnTo>
                  <a:pt x="54864" y="22860"/>
                </a:lnTo>
                <a:lnTo>
                  <a:pt x="54268" y="31170"/>
                </a:lnTo>
                <a:lnTo>
                  <a:pt x="52387" y="37909"/>
                </a:lnTo>
                <a:lnTo>
                  <a:pt x="49077" y="43219"/>
                </a:lnTo>
                <a:lnTo>
                  <a:pt x="44196" y="47244"/>
                </a:lnTo>
                <a:lnTo>
                  <a:pt x="38100" y="50292"/>
                </a:lnTo>
                <a:lnTo>
                  <a:pt x="32004" y="5181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" name="object 21"/>
          <p:cNvSpPr/>
          <p:nvPr/>
        </p:nvSpPr>
        <p:spPr>
          <a:xfrm>
            <a:off x="2106155" y="3163823"/>
            <a:ext cx="746760" cy="360045"/>
          </a:xfrm>
          <a:custGeom>
            <a:avLst/>
            <a:gdLst/>
            <a:ahLst/>
            <a:cxnLst/>
            <a:rect l="l" t="t" r="r" b="b"/>
            <a:pathLst>
              <a:path w="746760" h="360045">
                <a:moveTo>
                  <a:pt x="84112" y="48298"/>
                </a:moveTo>
                <a:lnTo>
                  <a:pt x="58864" y="19621"/>
                </a:lnTo>
                <a:lnTo>
                  <a:pt x="35052" y="6096"/>
                </a:lnTo>
                <a:lnTo>
                  <a:pt x="32004" y="9144"/>
                </a:lnTo>
                <a:lnTo>
                  <a:pt x="42062" y="24345"/>
                </a:lnTo>
                <a:lnTo>
                  <a:pt x="49530" y="38100"/>
                </a:lnTo>
                <a:lnTo>
                  <a:pt x="54724" y="50723"/>
                </a:lnTo>
                <a:lnTo>
                  <a:pt x="57912" y="62484"/>
                </a:lnTo>
                <a:lnTo>
                  <a:pt x="60960" y="71628"/>
                </a:lnTo>
                <a:lnTo>
                  <a:pt x="64008" y="77724"/>
                </a:lnTo>
                <a:lnTo>
                  <a:pt x="70104" y="77724"/>
                </a:lnTo>
                <a:lnTo>
                  <a:pt x="76200" y="71628"/>
                </a:lnTo>
                <a:lnTo>
                  <a:pt x="80772" y="68580"/>
                </a:lnTo>
                <a:lnTo>
                  <a:pt x="83820" y="62484"/>
                </a:lnTo>
                <a:lnTo>
                  <a:pt x="83820" y="54864"/>
                </a:lnTo>
                <a:lnTo>
                  <a:pt x="84112" y="48298"/>
                </a:lnTo>
                <a:close/>
              </a:path>
              <a:path w="746760" h="360045">
                <a:moveTo>
                  <a:pt x="237744" y="44196"/>
                </a:moveTo>
                <a:lnTo>
                  <a:pt x="204431" y="13792"/>
                </a:lnTo>
                <a:lnTo>
                  <a:pt x="188976" y="6096"/>
                </a:lnTo>
                <a:lnTo>
                  <a:pt x="185928" y="9144"/>
                </a:lnTo>
                <a:lnTo>
                  <a:pt x="195986" y="22529"/>
                </a:lnTo>
                <a:lnTo>
                  <a:pt x="203454" y="35052"/>
                </a:lnTo>
                <a:lnTo>
                  <a:pt x="208648" y="46443"/>
                </a:lnTo>
                <a:lnTo>
                  <a:pt x="211836" y="56388"/>
                </a:lnTo>
                <a:lnTo>
                  <a:pt x="216408" y="70104"/>
                </a:lnTo>
                <a:lnTo>
                  <a:pt x="220980" y="70104"/>
                </a:lnTo>
                <a:lnTo>
                  <a:pt x="224028" y="68580"/>
                </a:lnTo>
                <a:lnTo>
                  <a:pt x="230124" y="62484"/>
                </a:lnTo>
                <a:lnTo>
                  <a:pt x="236220" y="50292"/>
                </a:lnTo>
                <a:lnTo>
                  <a:pt x="237744" y="44196"/>
                </a:lnTo>
                <a:close/>
              </a:path>
              <a:path w="746760" h="360045">
                <a:moveTo>
                  <a:pt x="349008" y="92964"/>
                </a:moveTo>
                <a:lnTo>
                  <a:pt x="321564" y="59436"/>
                </a:lnTo>
                <a:lnTo>
                  <a:pt x="298704" y="83820"/>
                </a:lnTo>
                <a:lnTo>
                  <a:pt x="112776" y="83820"/>
                </a:lnTo>
                <a:lnTo>
                  <a:pt x="126492" y="97536"/>
                </a:lnTo>
                <a:lnTo>
                  <a:pt x="135089" y="95542"/>
                </a:lnTo>
                <a:lnTo>
                  <a:pt x="142684" y="94107"/>
                </a:lnTo>
                <a:lnTo>
                  <a:pt x="149428" y="93256"/>
                </a:lnTo>
                <a:lnTo>
                  <a:pt x="155448" y="92964"/>
                </a:lnTo>
                <a:lnTo>
                  <a:pt x="259080" y="92964"/>
                </a:lnTo>
                <a:lnTo>
                  <a:pt x="253657" y="114071"/>
                </a:lnTo>
                <a:lnTo>
                  <a:pt x="246507" y="136017"/>
                </a:lnTo>
                <a:lnTo>
                  <a:pt x="237655" y="158546"/>
                </a:lnTo>
                <a:lnTo>
                  <a:pt x="227076" y="181356"/>
                </a:lnTo>
                <a:lnTo>
                  <a:pt x="210769" y="170243"/>
                </a:lnTo>
                <a:lnTo>
                  <a:pt x="191452" y="157543"/>
                </a:lnTo>
                <a:lnTo>
                  <a:pt x="168998" y="143433"/>
                </a:lnTo>
                <a:lnTo>
                  <a:pt x="143256" y="128016"/>
                </a:lnTo>
                <a:lnTo>
                  <a:pt x="140208" y="132588"/>
                </a:lnTo>
                <a:lnTo>
                  <a:pt x="159385" y="146862"/>
                </a:lnTo>
                <a:lnTo>
                  <a:pt x="178117" y="162115"/>
                </a:lnTo>
                <a:lnTo>
                  <a:pt x="196583" y="178244"/>
                </a:lnTo>
                <a:lnTo>
                  <a:pt x="214884" y="195072"/>
                </a:lnTo>
                <a:lnTo>
                  <a:pt x="197434" y="217055"/>
                </a:lnTo>
                <a:lnTo>
                  <a:pt x="174688" y="239458"/>
                </a:lnTo>
                <a:lnTo>
                  <a:pt x="146519" y="262153"/>
                </a:lnTo>
                <a:lnTo>
                  <a:pt x="112776" y="284988"/>
                </a:lnTo>
                <a:lnTo>
                  <a:pt x="115824" y="289560"/>
                </a:lnTo>
                <a:lnTo>
                  <a:pt x="147853" y="275018"/>
                </a:lnTo>
                <a:lnTo>
                  <a:pt x="177736" y="256603"/>
                </a:lnTo>
                <a:lnTo>
                  <a:pt x="205625" y="234492"/>
                </a:lnTo>
                <a:lnTo>
                  <a:pt x="231648" y="208788"/>
                </a:lnTo>
                <a:lnTo>
                  <a:pt x="238798" y="215315"/>
                </a:lnTo>
                <a:lnTo>
                  <a:pt x="272465" y="252298"/>
                </a:lnTo>
                <a:lnTo>
                  <a:pt x="297180" y="288036"/>
                </a:lnTo>
                <a:lnTo>
                  <a:pt x="301752" y="292608"/>
                </a:lnTo>
                <a:lnTo>
                  <a:pt x="307848" y="289560"/>
                </a:lnTo>
                <a:lnTo>
                  <a:pt x="310896" y="284988"/>
                </a:lnTo>
                <a:lnTo>
                  <a:pt x="312420" y="274320"/>
                </a:lnTo>
                <a:lnTo>
                  <a:pt x="313309" y="266090"/>
                </a:lnTo>
                <a:lnTo>
                  <a:pt x="311467" y="257556"/>
                </a:lnTo>
                <a:lnTo>
                  <a:pt x="277177" y="220599"/>
                </a:lnTo>
                <a:lnTo>
                  <a:pt x="243840" y="193548"/>
                </a:lnTo>
                <a:lnTo>
                  <a:pt x="250075" y="181356"/>
                </a:lnTo>
                <a:lnTo>
                  <a:pt x="255765" y="170243"/>
                </a:lnTo>
                <a:lnTo>
                  <a:pt x="266509" y="145542"/>
                </a:lnTo>
                <a:lnTo>
                  <a:pt x="275780" y="119824"/>
                </a:lnTo>
                <a:lnTo>
                  <a:pt x="283464" y="92964"/>
                </a:lnTo>
                <a:lnTo>
                  <a:pt x="349008" y="92964"/>
                </a:lnTo>
                <a:close/>
              </a:path>
              <a:path w="746760" h="360045">
                <a:moveTo>
                  <a:pt x="358140" y="310896"/>
                </a:moveTo>
                <a:lnTo>
                  <a:pt x="340690" y="312902"/>
                </a:lnTo>
                <a:lnTo>
                  <a:pt x="322516" y="314325"/>
                </a:lnTo>
                <a:lnTo>
                  <a:pt x="303491" y="315188"/>
                </a:lnTo>
                <a:lnTo>
                  <a:pt x="283464" y="315468"/>
                </a:lnTo>
                <a:lnTo>
                  <a:pt x="262343" y="316331"/>
                </a:lnTo>
                <a:lnTo>
                  <a:pt x="240220" y="316611"/>
                </a:lnTo>
                <a:lnTo>
                  <a:pt x="217246" y="316331"/>
                </a:lnTo>
                <a:lnTo>
                  <a:pt x="193548" y="315468"/>
                </a:lnTo>
                <a:lnTo>
                  <a:pt x="152590" y="309943"/>
                </a:lnTo>
                <a:lnTo>
                  <a:pt x="110832" y="291833"/>
                </a:lnTo>
                <a:lnTo>
                  <a:pt x="95135" y="280416"/>
                </a:lnTo>
                <a:lnTo>
                  <a:pt x="91490" y="277495"/>
                </a:lnTo>
                <a:lnTo>
                  <a:pt x="83820" y="269748"/>
                </a:lnTo>
                <a:lnTo>
                  <a:pt x="83820" y="147828"/>
                </a:lnTo>
                <a:lnTo>
                  <a:pt x="90678" y="141732"/>
                </a:lnTo>
                <a:lnTo>
                  <a:pt x="97536" y="135636"/>
                </a:lnTo>
                <a:lnTo>
                  <a:pt x="71628" y="115824"/>
                </a:lnTo>
                <a:lnTo>
                  <a:pt x="60960" y="132588"/>
                </a:lnTo>
                <a:lnTo>
                  <a:pt x="0" y="132588"/>
                </a:lnTo>
                <a:lnTo>
                  <a:pt x="13716" y="146304"/>
                </a:lnTo>
                <a:lnTo>
                  <a:pt x="22009" y="144310"/>
                </a:lnTo>
                <a:lnTo>
                  <a:pt x="30861" y="142875"/>
                </a:lnTo>
                <a:lnTo>
                  <a:pt x="40297" y="142024"/>
                </a:lnTo>
                <a:lnTo>
                  <a:pt x="50292" y="141732"/>
                </a:lnTo>
                <a:lnTo>
                  <a:pt x="64008" y="141732"/>
                </a:lnTo>
                <a:lnTo>
                  <a:pt x="64008" y="268224"/>
                </a:lnTo>
                <a:lnTo>
                  <a:pt x="47155" y="275615"/>
                </a:lnTo>
                <a:lnTo>
                  <a:pt x="30861" y="283845"/>
                </a:lnTo>
                <a:lnTo>
                  <a:pt x="15240" y="292608"/>
                </a:lnTo>
                <a:lnTo>
                  <a:pt x="0" y="301752"/>
                </a:lnTo>
                <a:lnTo>
                  <a:pt x="22860" y="324612"/>
                </a:lnTo>
                <a:lnTo>
                  <a:pt x="26885" y="318376"/>
                </a:lnTo>
                <a:lnTo>
                  <a:pt x="32194" y="311277"/>
                </a:lnTo>
                <a:lnTo>
                  <a:pt x="63055" y="282892"/>
                </a:lnTo>
                <a:lnTo>
                  <a:pt x="73152" y="280416"/>
                </a:lnTo>
                <a:lnTo>
                  <a:pt x="78041" y="282397"/>
                </a:lnTo>
                <a:lnTo>
                  <a:pt x="83629" y="285940"/>
                </a:lnTo>
                <a:lnTo>
                  <a:pt x="90093" y="290918"/>
                </a:lnTo>
                <a:lnTo>
                  <a:pt x="97536" y="297180"/>
                </a:lnTo>
                <a:lnTo>
                  <a:pt x="106375" y="305777"/>
                </a:lnTo>
                <a:lnTo>
                  <a:pt x="116776" y="313372"/>
                </a:lnTo>
                <a:lnTo>
                  <a:pt x="157454" y="331279"/>
                </a:lnTo>
                <a:lnTo>
                  <a:pt x="238061" y="341617"/>
                </a:lnTo>
                <a:lnTo>
                  <a:pt x="326136" y="342900"/>
                </a:lnTo>
                <a:lnTo>
                  <a:pt x="328142" y="334568"/>
                </a:lnTo>
                <a:lnTo>
                  <a:pt x="334137" y="327660"/>
                </a:lnTo>
                <a:lnTo>
                  <a:pt x="344144" y="321906"/>
                </a:lnTo>
                <a:lnTo>
                  <a:pt x="358140" y="316992"/>
                </a:lnTo>
                <a:lnTo>
                  <a:pt x="358140" y="316611"/>
                </a:lnTo>
                <a:lnTo>
                  <a:pt x="358140" y="310896"/>
                </a:lnTo>
                <a:close/>
              </a:path>
              <a:path w="746760" h="360045">
                <a:moveTo>
                  <a:pt x="537972" y="100584"/>
                </a:moveTo>
                <a:lnTo>
                  <a:pt x="512064" y="74676"/>
                </a:lnTo>
                <a:lnTo>
                  <a:pt x="495300" y="91440"/>
                </a:lnTo>
                <a:lnTo>
                  <a:pt x="475488" y="91440"/>
                </a:lnTo>
                <a:lnTo>
                  <a:pt x="475488" y="28956"/>
                </a:lnTo>
                <a:lnTo>
                  <a:pt x="487680" y="18288"/>
                </a:lnTo>
                <a:lnTo>
                  <a:pt x="452628" y="0"/>
                </a:lnTo>
                <a:lnTo>
                  <a:pt x="453517" y="25438"/>
                </a:lnTo>
                <a:lnTo>
                  <a:pt x="453974" y="50292"/>
                </a:lnTo>
                <a:lnTo>
                  <a:pt x="454101" y="67056"/>
                </a:lnTo>
                <a:lnTo>
                  <a:pt x="454152" y="91440"/>
                </a:lnTo>
                <a:lnTo>
                  <a:pt x="393192" y="91440"/>
                </a:lnTo>
                <a:lnTo>
                  <a:pt x="406908" y="105156"/>
                </a:lnTo>
                <a:lnTo>
                  <a:pt x="415201" y="103162"/>
                </a:lnTo>
                <a:lnTo>
                  <a:pt x="424053" y="101727"/>
                </a:lnTo>
                <a:lnTo>
                  <a:pt x="433489" y="100876"/>
                </a:lnTo>
                <a:lnTo>
                  <a:pt x="443484" y="100584"/>
                </a:lnTo>
                <a:lnTo>
                  <a:pt x="454152" y="100584"/>
                </a:lnTo>
                <a:lnTo>
                  <a:pt x="441566" y="150863"/>
                </a:lnTo>
                <a:lnTo>
                  <a:pt x="426529" y="196405"/>
                </a:lnTo>
                <a:lnTo>
                  <a:pt x="408940" y="237109"/>
                </a:lnTo>
                <a:lnTo>
                  <a:pt x="388620" y="272796"/>
                </a:lnTo>
                <a:lnTo>
                  <a:pt x="393192" y="275844"/>
                </a:lnTo>
                <a:lnTo>
                  <a:pt x="410006" y="254990"/>
                </a:lnTo>
                <a:lnTo>
                  <a:pt x="425958" y="231267"/>
                </a:lnTo>
                <a:lnTo>
                  <a:pt x="440778" y="204698"/>
                </a:lnTo>
                <a:lnTo>
                  <a:pt x="454152" y="175260"/>
                </a:lnTo>
                <a:lnTo>
                  <a:pt x="454050" y="243840"/>
                </a:lnTo>
                <a:lnTo>
                  <a:pt x="453948" y="270700"/>
                </a:lnTo>
                <a:lnTo>
                  <a:pt x="453517" y="314566"/>
                </a:lnTo>
                <a:lnTo>
                  <a:pt x="452628" y="359664"/>
                </a:lnTo>
                <a:lnTo>
                  <a:pt x="477012" y="350520"/>
                </a:lnTo>
                <a:lnTo>
                  <a:pt x="476135" y="325120"/>
                </a:lnTo>
                <a:lnTo>
                  <a:pt x="475703" y="304990"/>
                </a:lnTo>
                <a:lnTo>
                  <a:pt x="475513" y="286880"/>
                </a:lnTo>
                <a:lnTo>
                  <a:pt x="475488" y="175260"/>
                </a:lnTo>
                <a:lnTo>
                  <a:pt x="475488" y="150876"/>
                </a:lnTo>
                <a:lnTo>
                  <a:pt x="498424" y="182384"/>
                </a:lnTo>
                <a:lnTo>
                  <a:pt x="509016" y="202692"/>
                </a:lnTo>
                <a:lnTo>
                  <a:pt x="512064" y="207264"/>
                </a:lnTo>
                <a:lnTo>
                  <a:pt x="516636" y="207264"/>
                </a:lnTo>
                <a:lnTo>
                  <a:pt x="519684" y="204216"/>
                </a:lnTo>
                <a:lnTo>
                  <a:pt x="522732" y="198120"/>
                </a:lnTo>
                <a:lnTo>
                  <a:pt x="524256" y="192024"/>
                </a:lnTo>
                <a:lnTo>
                  <a:pt x="525780" y="187452"/>
                </a:lnTo>
                <a:lnTo>
                  <a:pt x="525780" y="176784"/>
                </a:lnTo>
                <a:lnTo>
                  <a:pt x="522732" y="170688"/>
                </a:lnTo>
                <a:lnTo>
                  <a:pt x="488975" y="148310"/>
                </a:lnTo>
                <a:lnTo>
                  <a:pt x="475488" y="141732"/>
                </a:lnTo>
                <a:lnTo>
                  <a:pt x="475488" y="100584"/>
                </a:lnTo>
                <a:lnTo>
                  <a:pt x="537972" y="100584"/>
                </a:lnTo>
                <a:close/>
              </a:path>
              <a:path w="746760" h="360045">
                <a:moveTo>
                  <a:pt x="605028" y="54864"/>
                </a:moveTo>
                <a:lnTo>
                  <a:pt x="569810" y="20840"/>
                </a:lnTo>
                <a:lnTo>
                  <a:pt x="548640" y="9144"/>
                </a:lnTo>
                <a:lnTo>
                  <a:pt x="545592" y="13716"/>
                </a:lnTo>
                <a:lnTo>
                  <a:pt x="558152" y="29146"/>
                </a:lnTo>
                <a:lnTo>
                  <a:pt x="568261" y="43434"/>
                </a:lnTo>
                <a:lnTo>
                  <a:pt x="575818" y="56578"/>
                </a:lnTo>
                <a:lnTo>
                  <a:pt x="580644" y="68580"/>
                </a:lnTo>
                <a:lnTo>
                  <a:pt x="583692" y="77724"/>
                </a:lnTo>
                <a:lnTo>
                  <a:pt x="588264" y="82296"/>
                </a:lnTo>
                <a:lnTo>
                  <a:pt x="592836" y="82296"/>
                </a:lnTo>
                <a:lnTo>
                  <a:pt x="595884" y="79248"/>
                </a:lnTo>
                <a:lnTo>
                  <a:pt x="598932" y="73152"/>
                </a:lnTo>
                <a:lnTo>
                  <a:pt x="603504" y="67056"/>
                </a:lnTo>
                <a:lnTo>
                  <a:pt x="605028" y="62484"/>
                </a:lnTo>
                <a:lnTo>
                  <a:pt x="605028" y="54864"/>
                </a:lnTo>
                <a:close/>
              </a:path>
              <a:path w="746760" h="360045">
                <a:moveTo>
                  <a:pt x="746760" y="239268"/>
                </a:moveTo>
                <a:lnTo>
                  <a:pt x="717804" y="210312"/>
                </a:lnTo>
                <a:lnTo>
                  <a:pt x="696468" y="230124"/>
                </a:lnTo>
                <a:lnTo>
                  <a:pt x="635508" y="230124"/>
                </a:lnTo>
                <a:lnTo>
                  <a:pt x="635508" y="166116"/>
                </a:lnTo>
                <a:lnTo>
                  <a:pt x="725424" y="166116"/>
                </a:lnTo>
                <a:lnTo>
                  <a:pt x="696468" y="138684"/>
                </a:lnTo>
                <a:lnTo>
                  <a:pt x="678180" y="156972"/>
                </a:lnTo>
                <a:lnTo>
                  <a:pt x="635508" y="156972"/>
                </a:lnTo>
                <a:lnTo>
                  <a:pt x="635508" y="100584"/>
                </a:lnTo>
                <a:lnTo>
                  <a:pt x="736092" y="100584"/>
                </a:lnTo>
                <a:lnTo>
                  <a:pt x="708660" y="73152"/>
                </a:lnTo>
                <a:lnTo>
                  <a:pt x="688848" y="91440"/>
                </a:lnTo>
                <a:lnTo>
                  <a:pt x="644652" y="91440"/>
                </a:lnTo>
                <a:lnTo>
                  <a:pt x="651751" y="81153"/>
                </a:lnTo>
                <a:lnTo>
                  <a:pt x="666521" y="60579"/>
                </a:lnTo>
                <a:lnTo>
                  <a:pt x="673608" y="50292"/>
                </a:lnTo>
                <a:lnTo>
                  <a:pt x="681596" y="39992"/>
                </a:lnTo>
                <a:lnTo>
                  <a:pt x="689419" y="31813"/>
                </a:lnTo>
                <a:lnTo>
                  <a:pt x="696976" y="25654"/>
                </a:lnTo>
                <a:lnTo>
                  <a:pt x="704088" y="21336"/>
                </a:lnTo>
                <a:lnTo>
                  <a:pt x="672084" y="0"/>
                </a:lnTo>
                <a:lnTo>
                  <a:pt x="666369" y="20294"/>
                </a:lnTo>
                <a:lnTo>
                  <a:pt x="658368" y="42291"/>
                </a:lnTo>
                <a:lnTo>
                  <a:pt x="648081" y="66014"/>
                </a:lnTo>
                <a:lnTo>
                  <a:pt x="635508" y="91440"/>
                </a:lnTo>
                <a:lnTo>
                  <a:pt x="536448" y="91440"/>
                </a:lnTo>
                <a:lnTo>
                  <a:pt x="550164" y="105156"/>
                </a:lnTo>
                <a:lnTo>
                  <a:pt x="559308" y="103162"/>
                </a:lnTo>
                <a:lnTo>
                  <a:pt x="568452" y="101727"/>
                </a:lnTo>
                <a:lnTo>
                  <a:pt x="577596" y="100876"/>
                </a:lnTo>
                <a:lnTo>
                  <a:pt x="586740" y="100584"/>
                </a:lnTo>
                <a:lnTo>
                  <a:pt x="614172" y="100584"/>
                </a:lnTo>
                <a:lnTo>
                  <a:pt x="614172" y="156972"/>
                </a:lnTo>
                <a:lnTo>
                  <a:pt x="537972" y="156972"/>
                </a:lnTo>
                <a:lnTo>
                  <a:pt x="551688" y="170688"/>
                </a:lnTo>
                <a:lnTo>
                  <a:pt x="560832" y="168694"/>
                </a:lnTo>
                <a:lnTo>
                  <a:pt x="569976" y="167259"/>
                </a:lnTo>
                <a:lnTo>
                  <a:pt x="579120" y="166408"/>
                </a:lnTo>
                <a:lnTo>
                  <a:pt x="588264" y="166116"/>
                </a:lnTo>
                <a:lnTo>
                  <a:pt x="614172" y="166116"/>
                </a:lnTo>
                <a:lnTo>
                  <a:pt x="614172" y="230124"/>
                </a:lnTo>
                <a:lnTo>
                  <a:pt x="512064" y="230124"/>
                </a:lnTo>
                <a:lnTo>
                  <a:pt x="525780" y="243840"/>
                </a:lnTo>
                <a:lnTo>
                  <a:pt x="534924" y="241846"/>
                </a:lnTo>
                <a:lnTo>
                  <a:pt x="544068" y="240411"/>
                </a:lnTo>
                <a:lnTo>
                  <a:pt x="553212" y="239560"/>
                </a:lnTo>
                <a:lnTo>
                  <a:pt x="562356" y="239268"/>
                </a:lnTo>
                <a:lnTo>
                  <a:pt x="614172" y="239268"/>
                </a:lnTo>
                <a:lnTo>
                  <a:pt x="614070" y="286880"/>
                </a:lnTo>
                <a:lnTo>
                  <a:pt x="613943" y="303847"/>
                </a:lnTo>
                <a:lnTo>
                  <a:pt x="613537" y="330136"/>
                </a:lnTo>
                <a:lnTo>
                  <a:pt x="612648" y="358140"/>
                </a:lnTo>
                <a:lnTo>
                  <a:pt x="637032" y="348996"/>
                </a:lnTo>
                <a:lnTo>
                  <a:pt x="636803" y="330136"/>
                </a:lnTo>
                <a:lnTo>
                  <a:pt x="636270" y="304990"/>
                </a:lnTo>
                <a:lnTo>
                  <a:pt x="635774" y="275844"/>
                </a:lnTo>
                <a:lnTo>
                  <a:pt x="635508" y="239268"/>
                </a:lnTo>
                <a:lnTo>
                  <a:pt x="746760" y="23926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" name="object 22"/>
          <p:cNvSpPr/>
          <p:nvPr/>
        </p:nvSpPr>
        <p:spPr>
          <a:xfrm>
            <a:off x="2932176" y="3172968"/>
            <a:ext cx="295910" cy="344805"/>
          </a:xfrm>
          <a:custGeom>
            <a:avLst/>
            <a:gdLst/>
            <a:ahLst/>
            <a:cxnLst/>
            <a:rect l="l" t="t" r="r" b="b"/>
            <a:pathLst>
              <a:path w="295910" h="344804">
                <a:moveTo>
                  <a:pt x="22860" y="344424"/>
                </a:moveTo>
                <a:lnTo>
                  <a:pt x="19812" y="338328"/>
                </a:lnTo>
                <a:lnTo>
                  <a:pt x="40314" y="333446"/>
                </a:lnTo>
                <a:lnTo>
                  <a:pt x="60388" y="327850"/>
                </a:lnTo>
                <a:lnTo>
                  <a:pt x="97536" y="313944"/>
                </a:lnTo>
                <a:lnTo>
                  <a:pt x="131445" y="296227"/>
                </a:lnTo>
                <a:lnTo>
                  <a:pt x="163068" y="272796"/>
                </a:lnTo>
                <a:lnTo>
                  <a:pt x="189357" y="240792"/>
                </a:lnTo>
                <a:lnTo>
                  <a:pt x="208787" y="199644"/>
                </a:lnTo>
                <a:lnTo>
                  <a:pt x="218694" y="126682"/>
                </a:lnTo>
                <a:lnTo>
                  <a:pt x="220351" y="70294"/>
                </a:lnTo>
                <a:lnTo>
                  <a:pt x="219456" y="0"/>
                </a:lnTo>
                <a:lnTo>
                  <a:pt x="257556" y="16764"/>
                </a:lnTo>
                <a:lnTo>
                  <a:pt x="245363" y="27431"/>
                </a:lnTo>
                <a:lnTo>
                  <a:pt x="244863" y="67984"/>
                </a:lnTo>
                <a:lnTo>
                  <a:pt x="243649" y="102679"/>
                </a:lnTo>
                <a:lnTo>
                  <a:pt x="240792" y="153924"/>
                </a:lnTo>
                <a:lnTo>
                  <a:pt x="234696" y="192786"/>
                </a:lnTo>
                <a:lnTo>
                  <a:pt x="224028" y="227076"/>
                </a:lnTo>
                <a:lnTo>
                  <a:pt x="234979" y="234696"/>
                </a:lnTo>
                <a:lnTo>
                  <a:pt x="220980" y="234696"/>
                </a:lnTo>
                <a:lnTo>
                  <a:pt x="205597" y="257508"/>
                </a:lnTo>
                <a:lnTo>
                  <a:pt x="187071" y="277749"/>
                </a:lnTo>
                <a:lnTo>
                  <a:pt x="141732" y="309372"/>
                </a:lnTo>
                <a:lnTo>
                  <a:pt x="85725" y="330898"/>
                </a:lnTo>
                <a:lnTo>
                  <a:pt x="55149" y="338732"/>
                </a:lnTo>
                <a:lnTo>
                  <a:pt x="22860" y="344424"/>
                </a:lnTo>
                <a:close/>
              </a:path>
              <a:path w="295910" h="344804">
                <a:moveTo>
                  <a:pt x="22860" y="294132"/>
                </a:moveTo>
                <a:lnTo>
                  <a:pt x="0" y="266700"/>
                </a:lnTo>
                <a:lnTo>
                  <a:pt x="3119" y="261580"/>
                </a:lnTo>
                <a:lnTo>
                  <a:pt x="5524" y="255460"/>
                </a:lnTo>
                <a:lnTo>
                  <a:pt x="7072" y="248483"/>
                </a:lnTo>
                <a:lnTo>
                  <a:pt x="7501" y="242458"/>
                </a:lnTo>
                <a:lnTo>
                  <a:pt x="7548" y="83272"/>
                </a:lnTo>
                <a:lnTo>
                  <a:pt x="7381" y="67937"/>
                </a:lnTo>
                <a:lnTo>
                  <a:pt x="6753" y="44195"/>
                </a:lnTo>
                <a:lnTo>
                  <a:pt x="6400" y="32004"/>
                </a:lnTo>
                <a:lnTo>
                  <a:pt x="6300" y="27431"/>
                </a:lnTo>
                <a:lnTo>
                  <a:pt x="6096" y="13716"/>
                </a:lnTo>
                <a:lnTo>
                  <a:pt x="44196" y="32004"/>
                </a:lnTo>
                <a:lnTo>
                  <a:pt x="30480" y="44195"/>
                </a:lnTo>
                <a:lnTo>
                  <a:pt x="30480" y="246888"/>
                </a:lnTo>
                <a:lnTo>
                  <a:pt x="68110" y="246888"/>
                </a:lnTo>
                <a:lnTo>
                  <a:pt x="59436" y="254508"/>
                </a:lnTo>
                <a:lnTo>
                  <a:pt x="48577" y="264556"/>
                </a:lnTo>
                <a:lnTo>
                  <a:pt x="38862" y="274320"/>
                </a:lnTo>
                <a:lnTo>
                  <a:pt x="30289" y="284083"/>
                </a:lnTo>
                <a:lnTo>
                  <a:pt x="22860" y="294132"/>
                </a:lnTo>
                <a:close/>
              </a:path>
              <a:path w="295910" h="344804">
                <a:moveTo>
                  <a:pt x="135636" y="126492"/>
                </a:moveTo>
                <a:lnTo>
                  <a:pt x="129540" y="126492"/>
                </a:lnTo>
                <a:lnTo>
                  <a:pt x="126492" y="118872"/>
                </a:lnTo>
                <a:lnTo>
                  <a:pt x="123444" y="106680"/>
                </a:lnTo>
                <a:lnTo>
                  <a:pt x="118586" y="92130"/>
                </a:lnTo>
                <a:lnTo>
                  <a:pt x="110871" y="76009"/>
                </a:lnTo>
                <a:lnTo>
                  <a:pt x="100298" y="58459"/>
                </a:lnTo>
                <a:lnTo>
                  <a:pt x="86868" y="39624"/>
                </a:lnTo>
                <a:lnTo>
                  <a:pt x="91440" y="35052"/>
                </a:lnTo>
                <a:lnTo>
                  <a:pt x="117443" y="54173"/>
                </a:lnTo>
                <a:lnTo>
                  <a:pt x="136017" y="70294"/>
                </a:lnTo>
                <a:lnTo>
                  <a:pt x="147161" y="83272"/>
                </a:lnTo>
                <a:lnTo>
                  <a:pt x="150876" y="92964"/>
                </a:lnTo>
                <a:lnTo>
                  <a:pt x="150566" y="101298"/>
                </a:lnTo>
                <a:lnTo>
                  <a:pt x="149542" y="108204"/>
                </a:lnTo>
                <a:lnTo>
                  <a:pt x="147661" y="113966"/>
                </a:lnTo>
                <a:lnTo>
                  <a:pt x="144780" y="118872"/>
                </a:lnTo>
                <a:lnTo>
                  <a:pt x="140208" y="123444"/>
                </a:lnTo>
                <a:lnTo>
                  <a:pt x="135636" y="126492"/>
                </a:lnTo>
                <a:close/>
              </a:path>
              <a:path w="295910" h="344804">
                <a:moveTo>
                  <a:pt x="68110" y="246888"/>
                </a:moveTo>
                <a:lnTo>
                  <a:pt x="30480" y="246888"/>
                </a:lnTo>
                <a:lnTo>
                  <a:pt x="48434" y="236601"/>
                </a:lnTo>
                <a:lnTo>
                  <a:pt x="72390" y="221742"/>
                </a:lnTo>
                <a:lnTo>
                  <a:pt x="102060" y="202311"/>
                </a:lnTo>
                <a:lnTo>
                  <a:pt x="137160" y="178308"/>
                </a:lnTo>
                <a:lnTo>
                  <a:pt x="141732" y="182880"/>
                </a:lnTo>
                <a:lnTo>
                  <a:pt x="114300" y="206930"/>
                </a:lnTo>
                <a:lnTo>
                  <a:pt x="73152" y="242458"/>
                </a:lnTo>
                <a:lnTo>
                  <a:pt x="68110" y="246888"/>
                </a:lnTo>
                <a:close/>
              </a:path>
              <a:path w="295910" h="344804">
                <a:moveTo>
                  <a:pt x="284987" y="326136"/>
                </a:moveTo>
                <a:lnTo>
                  <a:pt x="280416" y="326136"/>
                </a:lnTo>
                <a:lnTo>
                  <a:pt x="275844" y="320040"/>
                </a:lnTo>
                <a:lnTo>
                  <a:pt x="269748" y="304800"/>
                </a:lnTo>
                <a:lnTo>
                  <a:pt x="263199" y="290845"/>
                </a:lnTo>
                <a:lnTo>
                  <a:pt x="252793" y="274320"/>
                </a:lnTo>
                <a:lnTo>
                  <a:pt x="238632" y="255460"/>
                </a:lnTo>
                <a:lnTo>
                  <a:pt x="220980" y="234696"/>
                </a:lnTo>
                <a:lnTo>
                  <a:pt x="234979" y="234696"/>
                </a:lnTo>
                <a:lnTo>
                  <a:pt x="267319" y="258365"/>
                </a:lnTo>
                <a:lnTo>
                  <a:pt x="294513" y="290703"/>
                </a:lnTo>
                <a:lnTo>
                  <a:pt x="295656" y="298704"/>
                </a:lnTo>
                <a:lnTo>
                  <a:pt x="295656" y="309372"/>
                </a:lnTo>
                <a:lnTo>
                  <a:pt x="294132" y="316992"/>
                </a:lnTo>
                <a:lnTo>
                  <a:pt x="291084" y="320040"/>
                </a:lnTo>
                <a:lnTo>
                  <a:pt x="288036" y="324612"/>
                </a:lnTo>
                <a:lnTo>
                  <a:pt x="284987" y="32613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" name="object 23"/>
          <p:cNvSpPr/>
          <p:nvPr/>
        </p:nvSpPr>
        <p:spPr>
          <a:xfrm>
            <a:off x="3281172" y="3165347"/>
            <a:ext cx="736600" cy="356870"/>
          </a:xfrm>
          <a:custGeom>
            <a:avLst/>
            <a:gdLst/>
            <a:ahLst/>
            <a:cxnLst/>
            <a:rect l="l" t="t" r="r" b="b"/>
            <a:pathLst>
              <a:path w="736600" h="356870">
                <a:moveTo>
                  <a:pt x="313944" y="201168"/>
                </a:moveTo>
                <a:lnTo>
                  <a:pt x="307848" y="195072"/>
                </a:lnTo>
                <a:lnTo>
                  <a:pt x="292608" y="179832"/>
                </a:lnTo>
                <a:lnTo>
                  <a:pt x="280416" y="192024"/>
                </a:lnTo>
                <a:lnTo>
                  <a:pt x="280416" y="204216"/>
                </a:lnTo>
                <a:lnTo>
                  <a:pt x="280416" y="301752"/>
                </a:lnTo>
                <a:lnTo>
                  <a:pt x="143256" y="301752"/>
                </a:lnTo>
                <a:lnTo>
                  <a:pt x="143256" y="204216"/>
                </a:lnTo>
                <a:lnTo>
                  <a:pt x="280416" y="204216"/>
                </a:lnTo>
                <a:lnTo>
                  <a:pt x="280416" y="192024"/>
                </a:lnTo>
                <a:lnTo>
                  <a:pt x="277368" y="195072"/>
                </a:lnTo>
                <a:lnTo>
                  <a:pt x="146304" y="195072"/>
                </a:lnTo>
                <a:lnTo>
                  <a:pt x="120396" y="181356"/>
                </a:lnTo>
                <a:lnTo>
                  <a:pt x="120573" y="195072"/>
                </a:lnTo>
                <a:lnTo>
                  <a:pt x="120675" y="201168"/>
                </a:lnTo>
                <a:lnTo>
                  <a:pt x="121653" y="239509"/>
                </a:lnTo>
                <a:lnTo>
                  <a:pt x="121894" y="262128"/>
                </a:lnTo>
                <a:lnTo>
                  <a:pt x="120967" y="308229"/>
                </a:lnTo>
                <a:lnTo>
                  <a:pt x="118872" y="345948"/>
                </a:lnTo>
                <a:lnTo>
                  <a:pt x="143256" y="335280"/>
                </a:lnTo>
                <a:lnTo>
                  <a:pt x="143256" y="310896"/>
                </a:lnTo>
                <a:lnTo>
                  <a:pt x="280416" y="310896"/>
                </a:lnTo>
                <a:lnTo>
                  <a:pt x="280416" y="338328"/>
                </a:lnTo>
                <a:lnTo>
                  <a:pt x="303212" y="329209"/>
                </a:lnTo>
                <a:lnTo>
                  <a:pt x="303149" y="327952"/>
                </a:lnTo>
                <a:lnTo>
                  <a:pt x="302387" y="319760"/>
                </a:lnTo>
                <a:lnTo>
                  <a:pt x="301993" y="310896"/>
                </a:lnTo>
                <a:lnTo>
                  <a:pt x="301942" y="309753"/>
                </a:lnTo>
                <a:lnTo>
                  <a:pt x="301815" y="301752"/>
                </a:lnTo>
                <a:lnTo>
                  <a:pt x="301752" y="210312"/>
                </a:lnTo>
                <a:lnTo>
                  <a:pt x="309880" y="204216"/>
                </a:lnTo>
                <a:lnTo>
                  <a:pt x="313944" y="201168"/>
                </a:lnTo>
                <a:close/>
              </a:path>
              <a:path w="736600" h="356870">
                <a:moveTo>
                  <a:pt x="344424" y="131064"/>
                </a:moveTo>
                <a:lnTo>
                  <a:pt x="335749" y="121920"/>
                </a:lnTo>
                <a:lnTo>
                  <a:pt x="316992" y="102108"/>
                </a:lnTo>
                <a:lnTo>
                  <a:pt x="297180" y="121920"/>
                </a:lnTo>
                <a:lnTo>
                  <a:pt x="85344" y="121920"/>
                </a:lnTo>
                <a:lnTo>
                  <a:pt x="85344" y="59436"/>
                </a:lnTo>
                <a:lnTo>
                  <a:pt x="124129" y="56629"/>
                </a:lnTo>
                <a:lnTo>
                  <a:pt x="162496" y="52959"/>
                </a:lnTo>
                <a:lnTo>
                  <a:pt x="186093" y="50292"/>
                </a:lnTo>
                <a:lnTo>
                  <a:pt x="199999" y="48729"/>
                </a:lnTo>
                <a:lnTo>
                  <a:pt x="268478" y="40220"/>
                </a:lnTo>
                <a:lnTo>
                  <a:pt x="294322" y="37528"/>
                </a:lnTo>
                <a:lnTo>
                  <a:pt x="313575" y="36271"/>
                </a:lnTo>
                <a:lnTo>
                  <a:pt x="326136" y="36576"/>
                </a:lnTo>
                <a:lnTo>
                  <a:pt x="325907" y="36271"/>
                </a:lnTo>
                <a:lnTo>
                  <a:pt x="304800" y="7620"/>
                </a:lnTo>
                <a:lnTo>
                  <a:pt x="293344" y="12484"/>
                </a:lnTo>
                <a:lnTo>
                  <a:pt x="277177" y="17907"/>
                </a:lnTo>
                <a:lnTo>
                  <a:pt x="230124" y="30480"/>
                </a:lnTo>
                <a:lnTo>
                  <a:pt x="165925" y="40957"/>
                </a:lnTo>
                <a:lnTo>
                  <a:pt x="86868" y="50292"/>
                </a:lnTo>
                <a:lnTo>
                  <a:pt x="62484" y="35052"/>
                </a:lnTo>
                <a:lnTo>
                  <a:pt x="62484" y="158496"/>
                </a:lnTo>
                <a:lnTo>
                  <a:pt x="59245" y="214884"/>
                </a:lnTo>
                <a:lnTo>
                  <a:pt x="50292" y="262128"/>
                </a:lnTo>
                <a:lnTo>
                  <a:pt x="32004" y="306514"/>
                </a:lnTo>
                <a:lnTo>
                  <a:pt x="0" y="352044"/>
                </a:lnTo>
                <a:lnTo>
                  <a:pt x="4572" y="356616"/>
                </a:lnTo>
                <a:lnTo>
                  <a:pt x="41529" y="316801"/>
                </a:lnTo>
                <a:lnTo>
                  <a:pt x="67056" y="271272"/>
                </a:lnTo>
                <a:lnTo>
                  <a:pt x="80772" y="212026"/>
                </a:lnTo>
                <a:lnTo>
                  <a:pt x="85344" y="131064"/>
                </a:lnTo>
                <a:lnTo>
                  <a:pt x="344424" y="131064"/>
                </a:lnTo>
                <a:close/>
              </a:path>
              <a:path w="736600" h="356870">
                <a:moveTo>
                  <a:pt x="470903" y="100584"/>
                </a:moveTo>
                <a:lnTo>
                  <a:pt x="445185" y="55232"/>
                </a:lnTo>
                <a:lnTo>
                  <a:pt x="425183" y="38100"/>
                </a:lnTo>
                <a:lnTo>
                  <a:pt x="420611" y="41148"/>
                </a:lnTo>
                <a:lnTo>
                  <a:pt x="430669" y="60350"/>
                </a:lnTo>
                <a:lnTo>
                  <a:pt x="438137" y="76962"/>
                </a:lnTo>
                <a:lnTo>
                  <a:pt x="443331" y="91300"/>
                </a:lnTo>
                <a:lnTo>
                  <a:pt x="446519" y="103632"/>
                </a:lnTo>
                <a:lnTo>
                  <a:pt x="448043" y="112776"/>
                </a:lnTo>
                <a:lnTo>
                  <a:pt x="451091" y="118872"/>
                </a:lnTo>
                <a:lnTo>
                  <a:pt x="457187" y="118872"/>
                </a:lnTo>
                <a:lnTo>
                  <a:pt x="460235" y="115824"/>
                </a:lnTo>
                <a:lnTo>
                  <a:pt x="464807" y="112776"/>
                </a:lnTo>
                <a:lnTo>
                  <a:pt x="469379" y="108204"/>
                </a:lnTo>
                <a:lnTo>
                  <a:pt x="470903" y="100584"/>
                </a:lnTo>
                <a:close/>
              </a:path>
              <a:path w="736600" h="356870">
                <a:moveTo>
                  <a:pt x="603491" y="54864"/>
                </a:moveTo>
                <a:lnTo>
                  <a:pt x="574535" y="33528"/>
                </a:lnTo>
                <a:lnTo>
                  <a:pt x="571677" y="43014"/>
                </a:lnTo>
                <a:lnTo>
                  <a:pt x="567677" y="53340"/>
                </a:lnTo>
                <a:lnTo>
                  <a:pt x="562533" y="64820"/>
                </a:lnTo>
                <a:lnTo>
                  <a:pt x="556247" y="77724"/>
                </a:lnTo>
                <a:lnTo>
                  <a:pt x="549656" y="90017"/>
                </a:lnTo>
                <a:lnTo>
                  <a:pt x="537654" y="112776"/>
                </a:lnTo>
                <a:lnTo>
                  <a:pt x="531863" y="123444"/>
                </a:lnTo>
                <a:lnTo>
                  <a:pt x="536435" y="126492"/>
                </a:lnTo>
                <a:lnTo>
                  <a:pt x="543750" y="118872"/>
                </a:lnTo>
                <a:lnTo>
                  <a:pt x="552246" y="109347"/>
                </a:lnTo>
                <a:lnTo>
                  <a:pt x="561517" y="98209"/>
                </a:lnTo>
                <a:lnTo>
                  <a:pt x="571487" y="85344"/>
                </a:lnTo>
                <a:lnTo>
                  <a:pt x="580351" y="73304"/>
                </a:lnTo>
                <a:lnTo>
                  <a:pt x="588632" y="64389"/>
                </a:lnTo>
                <a:lnTo>
                  <a:pt x="596353" y="58343"/>
                </a:lnTo>
                <a:lnTo>
                  <a:pt x="603491" y="54864"/>
                </a:lnTo>
                <a:close/>
              </a:path>
              <a:path w="736600" h="356870">
                <a:moveTo>
                  <a:pt x="620255" y="222504"/>
                </a:moveTo>
                <a:lnTo>
                  <a:pt x="591299" y="193548"/>
                </a:lnTo>
                <a:lnTo>
                  <a:pt x="571487" y="213360"/>
                </a:lnTo>
                <a:lnTo>
                  <a:pt x="513575" y="213360"/>
                </a:lnTo>
                <a:lnTo>
                  <a:pt x="514718" y="196748"/>
                </a:lnTo>
                <a:lnTo>
                  <a:pt x="515861" y="180975"/>
                </a:lnTo>
                <a:lnTo>
                  <a:pt x="518147" y="150876"/>
                </a:lnTo>
                <a:lnTo>
                  <a:pt x="609587" y="150876"/>
                </a:lnTo>
                <a:lnTo>
                  <a:pt x="582155" y="123444"/>
                </a:lnTo>
                <a:lnTo>
                  <a:pt x="563867" y="141732"/>
                </a:lnTo>
                <a:lnTo>
                  <a:pt x="518147" y="141732"/>
                </a:lnTo>
                <a:lnTo>
                  <a:pt x="518147" y="28956"/>
                </a:lnTo>
                <a:lnTo>
                  <a:pt x="531863" y="15240"/>
                </a:lnTo>
                <a:lnTo>
                  <a:pt x="496811" y="1524"/>
                </a:lnTo>
                <a:lnTo>
                  <a:pt x="497052" y="15836"/>
                </a:lnTo>
                <a:lnTo>
                  <a:pt x="497573" y="28956"/>
                </a:lnTo>
                <a:lnTo>
                  <a:pt x="498081" y="41148"/>
                </a:lnTo>
                <a:lnTo>
                  <a:pt x="498335" y="53340"/>
                </a:lnTo>
                <a:lnTo>
                  <a:pt x="498335" y="141732"/>
                </a:lnTo>
                <a:lnTo>
                  <a:pt x="412991" y="141732"/>
                </a:lnTo>
                <a:lnTo>
                  <a:pt x="426707" y="155448"/>
                </a:lnTo>
                <a:lnTo>
                  <a:pt x="435851" y="153454"/>
                </a:lnTo>
                <a:lnTo>
                  <a:pt x="444995" y="152019"/>
                </a:lnTo>
                <a:lnTo>
                  <a:pt x="454139" y="151168"/>
                </a:lnTo>
                <a:lnTo>
                  <a:pt x="463283" y="150876"/>
                </a:lnTo>
                <a:lnTo>
                  <a:pt x="498335" y="150876"/>
                </a:lnTo>
                <a:lnTo>
                  <a:pt x="496049" y="180975"/>
                </a:lnTo>
                <a:lnTo>
                  <a:pt x="494906" y="196748"/>
                </a:lnTo>
                <a:lnTo>
                  <a:pt x="493763" y="213360"/>
                </a:lnTo>
                <a:lnTo>
                  <a:pt x="393179" y="213360"/>
                </a:lnTo>
                <a:lnTo>
                  <a:pt x="406895" y="227076"/>
                </a:lnTo>
                <a:lnTo>
                  <a:pt x="416039" y="225082"/>
                </a:lnTo>
                <a:lnTo>
                  <a:pt x="425183" y="223647"/>
                </a:lnTo>
                <a:lnTo>
                  <a:pt x="434327" y="222796"/>
                </a:lnTo>
                <a:lnTo>
                  <a:pt x="443471" y="222504"/>
                </a:lnTo>
                <a:lnTo>
                  <a:pt x="492239" y="222504"/>
                </a:lnTo>
                <a:lnTo>
                  <a:pt x="475856" y="264604"/>
                </a:lnTo>
                <a:lnTo>
                  <a:pt x="452615" y="298704"/>
                </a:lnTo>
                <a:lnTo>
                  <a:pt x="422897" y="327088"/>
                </a:lnTo>
                <a:lnTo>
                  <a:pt x="388607" y="352044"/>
                </a:lnTo>
                <a:lnTo>
                  <a:pt x="391655" y="356616"/>
                </a:lnTo>
                <a:lnTo>
                  <a:pt x="436613" y="330517"/>
                </a:lnTo>
                <a:lnTo>
                  <a:pt x="472427" y="298704"/>
                </a:lnTo>
                <a:lnTo>
                  <a:pt x="497954" y="261175"/>
                </a:lnTo>
                <a:lnTo>
                  <a:pt x="512051" y="222504"/>
                </a:lnTo>
                <a:lnTo>
                  <a:pt x="620255" y="222504"/>
                </a:lnTo>
                <a:close/>
              </a:path>
              <a:path w="736600" h="356870">
                <a:moveTo>
                  <a:pt x="667499" y="73152"/>
                </a:moveTo>
                <a:lnTo>
                  <a:pt x="633971" y="57912"/>
                </a:lnTo>
                <a:lnTo>
                  <a:pt x="634212" y="79298"/>
                </a:lnTo>
                <a:lnTo>
                  <a:pt x="634733" y="104394"/>
                </a:lnTo>
                <a:lnTo>
                  <a:pt x="635266" y="132930"/>
                </a:lnTo>
                <a:lnTo>
                  <a:pt x="635495" y="164592"/>
                </a:lnTo>
                <a:lnTo>
                  <a:pt x="635266" y="197726"/>
                </a:lnTo>
                <a:lnTo>
                  <a:pt x="634733" y="228409"/>
                </a:lnTo>
                <a:lnTo>
                  <a:pt x="634212" y="256540"/>
                </a:lnTo>
                <a:lnTo>
                  <a:pt x="633971" y="281940"/>
                </a:lnTo>
                <a:lnTo>
                  <a:pt x="656831" y="271272"/>
                </a:lnTo>
                <a:lnTo>
                  <a:pt x="655955" y="260985"/>
                </a:lnTo>
                <a:lnTo>
                  <a:pt x="655497" y="250698"/>
                </a:lnTo>
                <a:lnTo>
                  <a:pt x="655332" y="240411"/>
                </a:lnTo>
                <a:lnTo>
                  <a:pt x="655307" y="83820"/>
                </a:lnTo>
                <a:lnTo>
                  <a:pt x="667499" y="73152"/>
                </a:lnTo>
                <a:close/>
              </a:path>
              <a:path w="736600" h="356870">
                <a:moveTo>
                  <a:pt x="736079" y="15240"/>
                </a:moveTo>
                <a:lnTo>
                  <a:pt x="702551" y="0"/>
                </a:lnTo>
                <a:lnTo>
                  <a:pt x="703440" y="11988"/>
                </a:lnTo>
                <a:lnTo>
                  <a:pt x="703884" y="27241"/>
                </a:lnTo>
                <a:lnTo>
                  <a:pt x="704062" y="45656"/>
                </a:lnTo>
                <a:lnTo>
                  <a:pt x="704075" y="313944"/>
                </a:lnTo>
                <a:lnTo>
                  <a:pt x="699516" y="318503"/>
                </a:lnTo>
                <a:lnTo>
                  <a:pt x="684479" y="318477"/>
                </a:lnTo>
                <a:lnTo>
                  <a:pt x="673785" y="318135"/>
                </a:lnTo>
                <a:lnTo>
                  <a:pt x="659955" y="317233"/>
                </a:lnTo>
                <a:lnTo>
                  <a:pt x="643115" y="315468"/>
                </a:lnTo>
                <a:lnTo>
                  <a:pt x="643115" y="321564"/>
                </a:lnTo>
                <a:lnTo>
                  <a:pt x="662266" y="327875"/>
                </a:lnTo>
                <a:lnTo>
                  <a:pt x="676262" y="335470"/>
                </a:lnTo>
                <a:lnTo>
                  <a:pt x="685126" y="344500"/>
                </a:lnTo>
                <a:lnTo>
                  <a:pt x="688835" y="355092"/>
                </a:lnTo>
                <a:lnTo>
                  <a:pt x="704824" y="347929"/>
                </a:lnTo>
                <a:lnTo>
                  <a:pt x="716076" y="337756"/>
                </a:lnTo>
                <a:lnTo>
                  <a:pt x="722490" y="324446"/>
                </a:lnTo>
                <a:lnTo>
                  <a:pt x="722985" y="318516"/>
                </a:lnTo>
                <a:lnTo>
                  <a:pt x="723887" y="307848"/>
                </a:lnTo>
                <a:lnTo>
                  <a:pt x="723887" y="27432"/>
                </a:lnTo>
                <a:lnTo>
                  <a:pt x="736079" y="1524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" name="object 24"/>
          <p:cNvSpPr/>
          <p:nvPr/>
        </p:nvSpPr>
        <p:spPr>
          <a:xfrm>
            <a:off x="4066032" y="3169920"/>
            <a:ext cx="340360" cy="352425"/>
          </a:xfrm>
          <a:custGeom>
            <a:avLst/>
            <a:gdLst/>
            <a:ahLst/>
            <a:cxnLst/>
            <a:rect l="l" t="t" r="r" b="b"/>
            <a:pathLst>
              <a:path w="340360" h="352425">
                <a:moveTo>
                  <a:pt x="187569" y="22860"/>
                </a:moveTo>
                <a:lnTo>
                  <a:pt x="155448" y="22860"/>
                </a:lnTo>
                <a:lnTo>
                  <a:pt x="167640" y="7620"/>
                </a:lnTo>
                <a:lnTo>
                  <a:pt x="187569" y="22860"/>
                </a:lnTo>
                <a:close/>
              </a:path>
              <a:path w="340360" h="352425">
                <a:moveTo>
                  <a:pt x="41148" y="138684"/>
                </a:moveTo>
                <a:lnTo>
                  <a:pt x="42029" y="122682"/>
                </a:lnTo>
                <a:lnTo>
                  <a:pt x="42481" y="106680"/>
                </a:lnTo>
                <a:lnTo>
                  <a:pt x="42551" y="99917"/>
                </a:lnTo>
                <a:lnTo>
                  <a:pt x="42648" y="59316"/>
                </a:lnTo>
                <a:lnTo>
                  <a:pt x="42481" y="43243"/>
                </a:lnTo>
                <a:lnTo>
                  <a:pt x="42029" y="26884"/>
                </a:lnTo>
                <a:lnTo>
                  <a:pt x="41148" y="10668"/>
                </a:lnTo>
                <a:lnTo>
                  <a:pt x="67056" y="22860"/>
                </a:lnTo>
                <a:lnTo>
                  <a:pt x="187569" y="22860"/>
                </a:lnTo>
                <a:lnTo>
                  <a:pt x="193548" y="27432"/>
                </a:lnTo>
                <a:lnTo>
                  <a:pt x="187016" y="32004"/>
                </a:lnTo>
                <a:lnTo>
                  <a:pt x="64008" y="32004"/>
                </a:lnTo>
                <a:lnTo>
                  <a:pt x="64008" y="106680"/>
                </a:lnTo>
                <a:lnTo>
                  <a:pt x="178921" y="106680"/>
                </a:lnTo>
                <a:lnTo>
                  <a:pt x="179453" y="115824"/>
                </a:lnTo>
                <a:lnTo>
                  <a:pt x="64008" y="115824"/>
                </a:lnTo>
                <a:lnTo>
                  <a:pt x="64008" y="131064"/>
                </a:lnTo>
                <a:lnTo>
                  <a:pt x="41148" y="138684"/>
                </a:lnTo>
                <a:close/>
              </a:path>
              <a:path w="340360" h="352425">
                <a:moveTo>
                  <a:pt x="178921" y="106680"/>
                </a:moveTo>
                <a:lnTo>
                  <a:pt x="158496" y="106680"/>
                </a:lnTo>
                <a:lnTo>
                  <a:pt x="158496" y="32004"/>
                </a:lnTo>
                <a:lnTo>
                  <a:pt x="187016" y="32004"/>
                </a:lnTo>
                <a:lnTo>
                  <a:pt x="178308" y="38100"/>
                </a:lnTo>
                <a:lnTo>
                  <a:pt x="178326" y="90678"/>
                </a:lnTo>
                <a:lnTo>
                  <a:pt x="178546" y="99917"/>
                </a:lnTo>
                <a:lnTo>
                  <a:pt x="178921" y="106680"/>
                </a:lnTo>
                <a:close/>
              </a:path>
              <a:path w="340360" h="352425">
                <a:moveTo>
                  <a:pt x="158496" y="134112"/>
                </a:moveTo>
                <a:lnTo>
                  <a:pt x="158496" y="115824"/>
                </a:lnTo>
                <a:lnTo>
                  <a:pt x="179453" y="115824"/>
                </a:lnTo>
                <a:lnTo>
                  <a:pt x="179593" y="118205"/>
                </a:lnTo>
                <a:lnTo>
                  <a:pt x="179832" y="126492"/>
                </a:lnTo>
                <a:lnTo>
                  <a:pt x="158496" y="134112"/>
                </a:lnTo>
                <a:close/>
              </a:path>
              <a:path w="340360" h="352425">
                <a:moveTo>
                  <a:pt x="109728" y="187452"/>
                </a:moveTo>
                <a:lnTo>
                  <a:pt x="88392" y="187452"/>
                </a:lnTo>
                <a:lnTo>
                  <a:pt x="89249" y="172283"/>
                </a:lnTo>
                <a:lnTo>
                  <a:pt x="89535" y="156400"/>
                </a:lnTo>
                <a:lnTo>
                  <a:pt x="89249" y="139660"/>
                </a:lnTo>
                <a:lnTo>
                  <a:pt x="88392" y="121920"/>
                </a:lnTo>
                <a:lnTo>
                  <a:pt x="123444" y="137160"/>
                </a:lnTo>
                <a:lnTo>
                  <a:pt x="112776" y="146304"/>
                </a:lnTo>
                <a:lnTo>
                  <a:pt x="112514" y="155948"/>
                </a:lnTo>
                <a:lnTo>
                  <a:pt x="111823" y="166306"/>
                </a:lnTo>
                <a:lnTo>
                  <a:pt x="110847" y="176950"/>
                </a:lnTo>
                <a:lnTo>
                  <a:pt x="109728" y="187452"/>
                </a:lnTo>
                <a:close/>
              </a:path>
              <a:path w="340360" h="352425">
                <a:moveTo>
                  <a:pt x="18288" y="199644"/>
                </a:moveTo>
                <a:lnTo>
                  <a:pt x="6096" y="187452"/>
                </a:lnTo>
                <a:lnTo>
                  <a:pt x="170688" y="187452"/>
                </a:lnTo>
                <a:lnTo>
                  <a:pt x="184404" y="172212"/>
                </a:lnTo>
                <a:lnTo>
                  <a:pt x="208788" y="192023"/>
                </a:lnTo>
                <a:lnTo>
                  <a:pt x="202909" y="196596"/>
                </a:lnTo>
                <a:lnTo>
                  <a:pt x="35052" y="196596"/>
                </a:lnTo>
                <a:lnTo>
                  <a:pt x="18288" y="199644"/>
                </a:lnTo>
                <a:close/>
              </a:path>
              <a:path w="340360" h="352425">
                <a:moveTo>
                  <a:pt x="3048" y="347472"/>
                </a:moveTo>
                <a:lnTo>
                  <a:pt x="0" y="342900"/>
                </a:lnTo>
                <a:lnTo>
                  <a:pt x="20502" y="327493"/>
                </a:lnTo>
                <a:lnTo>
                  <a:pt x="38290" y="311086"/>
                </a:lnTo>
                <a:lnTo>
                  <a:pt x="64008" y="275844"/>
                </a:lnTo>
                <a:lnTo>
                  <a:pt x="80200" y="237934"/>
                </a:lnTo>
                <a:lnTo>
                  <a:pt x="88392" y="196596"/>
                </a:lnTo>
                <a:lnTo>
                  <a:pt x="109728" y="196596"/>
                </a:lnTo>
                <a:lnTo>
                  <a:pt x="99822" y="244792"/>
                </a:lnTo>
                <a:lnTo>
                  <a:pt x="80772" y="284987"/>
                </a:lnTo>
                <a:lnTo>
                  <a:pt x="49339" y="317944"/>
                </a:lnTo>
                <a:lnTo>
                  <a:pt x="28265" y="333208"/>
                </a:lnTo>
                <a:lnTo>
                  <a:pt x="3048" y="347472"/>
                </a:lnTo>
                <a:close/>
              </a:path>
              <a:path w="340360" h="352425">
                <a:moveTo>
                  <a:pt x="179218" y="315468"/>
                </a:moveTo>
                <a:lnTo>
                  <a:pt x="149352" y="315468"/>
                </a:lnTo>
                <a:lnTo>
                  <a:pt x="153924" y="313944"/>
                </a:lnTo>
                <a:lnTo>
                  <a:pt x="156972" y="307847"/>
                </a:lnTo>
                <a:lnTo>
                  <a:pt x="160424" y="298180"/>
                </a:lnTo>
                <a:lnTo>
                  <a:pt x="164020" y="276225"/>
                </a:lnTo>
                <a:lnTo>
                  <a:pt x="167901" y="242268"/>
                </a:lnTo>
                <a:lnTo>
                  <a:pt x="172212" y="196596"/>
                </a:lnTo>
                <a:lnTo>
                  <a:pt x="202909" y="196596"/>
                </a:lnTo>
                <a:lnTo>
                  <a:pt x="195072" y="202692"/>
                </a:lnTo>
                <a:lnTo>
                  <a:pt x="190500" y="248721"/>
                </a:lnTo>
                <a:lnTo>
                  <a:pt x="185928" y="284035"/>
                </a:lnTo>
                <a:lnTo>
                  <a:pt x="181356" y="308776"/>
                </a:lnTo>
                <a:lnTo>
                  <a:pt x="179218" y="315468"/>
                </a:lnTo>
                <a:close/>
              </a:path>
              <a:path w="340360" h="352425">
                <a:moveTo>
                  <a:pt x="143256" y="347472"/>
                </a:moveTo>
                <a:lnTo>
                  <a:pt x="139231" y="338613"/>
                </a:lnTo>
                <a:lnTo>
                  <a:pt x="131635" y="330327"/>
                </a:lnTo>
                <a:lnTo>
                  <a:pt x="120324" y="322611"/>
                </a:lnTo>
                <a:lnTo>
                  <a:pt x="105156" y="315468"/>
                </a:lnTo>
                <a:lnTo>
                  <a:pt x="106680" y="309372"/>
                </a:lnTo>
                <a:lnTo>
                  <a:pt x="120110" y="312253"/>
                </a:lnTo>
                <a:lnTo>
                  <a:pt x="130683" y="314134"/>
                </a:lnTo>
                <a:lnTo>
                  <a:pt x="138398" y="315158"/>
                </a:lnTo>
                <a:lnTo>
                  <a:pt x="143256" y="315468"/>
                </a:lnTo>
                <a:lnTo>
                  <a:pt x="179218" y="315468"/>
                </a:lnTo>
                <a:lnTo>
                  <a:pt x="176784" y="323088"/>
                </a:lnTo>
                <a:lnTo>
                  <a:pt x="171116" y="330755"/>
                </a:lnTo>
                <a:lnTo>
                  <a:pt x="163449" y="337566"/>
                </a:lnTo>
                <a:lnTo>
                  <a:pt x="154066" y="343233"/>
                </a:lnTo>
                <a:lnTo>
                  <a:pt x="143256" y="347472"/>
                </a:lnTo>
                <a:close/>
              </a:path>
              <a:path w="340360" h="352425">
                <a:moveTo>
                  <a:pt x="326804" y="315468"/>
                </a:moveTo>
                <a:lnTo>
                  <a:pt x="300227" y="315468"/>
                </a:lnTo>
                <a:lnTo>
                  <a:pt x="303276" y="313944"/>
                </a:lnTo>
                <a:lnTo>
                  <a:pt x="304800" y="312420"/>
                </a:lnTo>
                <a:lnTo>
                  <a:pt x="306324" y="309372"/>
                </a:lnTo>
                <a:lnTo>
                  <a:pt x="306324" y="47244"/>
                </a:lnTo>
                <a:lnTo>
                  <a:pt x="306085" y="38361"/>
                </a:lnTo>
                <a:lnTo>
                  <a:pt x="305554" y="27432"/>
                </a:lnTo>
                <a:lnTo>
                  <a:pt x="305038" y="14882"/>
                </a:lnTo>
                <a:lnTo>
                  <a:pt x="304800" y="0"/>
                </a:lnTo>
                <a:lnTo>
                  <a:pt x="339852" y="15240"/>
                </a:lnTo>
                <a:lnTo>
                  <a:pt x="327660" y="27432"/>
                </a:lnTo>
                <a:lnTo>
                  <a:pt x="327660" y="303276"/>
                </a:lnTo>
                <a:lnTo>
                  <a:pt x="326804" y="315468"/>
                </a:lnTo>
                <a:close/>
              </a:path>
              <a:path w="340360" h="352425">
                <a:moveTo>
                  <a:pt x="228600" y="269747"/>
                </a:moveTo>
                <a:lnTo>
                  <a:pt x="228838" y="242911"/>
                </a:lnTo>
                <a:lnTo>
                  <a:pt x="229885" y="186380"/>
                </a:lnTo>
                <a:lnTo>
                  <a:pt x="230124" y="156972"/>
                </a:lnTo>
                <a:lnTo>
                  <a:pt x="229885" y="129039"/>
                </a:lnTo>
                <a:lnTo>
                  <a:pt x="229362" y="102679"/>
                </a:lnTo>
                <a:lnTo>
                  <a:pt x="228838" y="78319"/>
                </a:lnTo>
                <a:lnTo>
                  <a:pt x="228600" y="56388"/>
                </a:lnTo>
                <a:lnTo>
                  <a:pt x="262127" y="71628"/>
                </a:lnTo>
                <a:lnTo>
                  <a:pt x="251460" y="82296"/>
                </a:lnTo>
                <a:lnTo>
                  <a:pt x="251483" y="221527"/>
                </a:lnTo>
                <a:lnTo>
                  <a:pt x="251650" y="232219"/>
                </a:lnTo>
                <a:lnTo>
                  <a:pt x="252102" y="243768"/>
                </a:lnTo>
                <a:lnTo>
                  <a:pt x="252984" y="256032"/>
                </a:lnTo>
                <a:lnTo>
                  <a:pt x="228600" y="269747"/>
                </a:lnTo>
                <a:close/>
              </a:path>
              <a:path w="340360" h="352425">
                <a:moveTo>
                  <a:pt x="294132" y="352043"/>
                </a:moveTo>
                <a:lnTo>
                  <a:pt x="285845" y="341233"/>
                </a:lnTo>
                <a:lnTo>
                  <a:pt x="274701" y="331851"/>
                </a:lnTo>
                <a:lnTo>
                  <a:pt x="260699" y="324183"/>
                </a:lnTo>
                <a:lnTo>
                  <a:pt x="243839" y="318516"/>
                </a:lnTo>
                <a:lnTo>
                  <a:pt x="243839" y="310896"/>
                </a:lnTo>
                <a:lnTo>
                  <a:pt x="258746" y="312896"/>
                </a:lnTo>
                <a:lnTo>
                  <a:pt x="271653" y="314325"/>
                </a:lnTo>
                <a:lnTo>
                  <a:pt x="282844" y="315182"/>
                </a:lnTo>
                <a:lnTo>
                  <a:pt x="292608" y="315468"/>
                </a:lnTo>
                <a:lnTo>
                  <a:pt x="326804" y="315468"/>
                </a:lnTo>
                <a:lnTo>
                  <a:pt x="326493" y="319897"/>
                </a:lnTo>
                <a:lnTo>
                  <a:pt x="320611" y="333375"/>
                </a:lnTo>
                <a:lnTo>
                  <a:pt x="309872" y="343995"/>
                </a:lnTo>
                <a:lnTo>
                  <a:pt x="294132" y="35204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" name="object 25"/>
          <p:cNvSpPr/>
          <p:nvPr/>
        </p:nvSpPr>
        <p:spPr>
          <a:xfrm>
            <a:off x="4485132" y="3165348"/>
            <a:ext cx="314325" cy="352425"/>
          </a:xfrm>
          <a:custGeom>
            <a:avLst/>
            <a:gdLst/>
            <a:ahLst/>
            <a:cxnLst/>
            <a:rect l="l" t="t" r="r" b="b"/>
            <a:pathLst>
              <a:path w="314325" h="352425">
                <a:moveTo>
                  <a:pt x="47244" y="79248"/>
                </a:moveTo>
                <a:lnTo>
                  <a:pt x="38100" y="79248"/>
                </a:lnTo>
                <a:lnTo>
                  <a:pt x="45005" y="54649"/>
                </a:lnTo>
                <a:lnTo>
                  <a:pt x="49911" y="33337"/>
                </a:lnTo>
                <a:lnTo>
                  <a:pt x="53101" y="15168"/>
                </a:lnTo>
                <a:lnTo>
                  <a:pt x="54864" y="0"/>
                </a:lnTo>
                <a:lnTo>
                  <a:pt x="88392" y="18288"/>
                </a:lnTo>
                <a:lnTo>
                  <a:pt x="80462" y="24598"/>
                </a:lnTo>
                <a:lnTo>
                  <a:pt x="70675" y="36766"/>
                </a:lnTo>
                <a:lnTo>
                  <a:pt x="59459" y="54935"/>
                </a:lnTo>
                <a:lnTo>
                  <a:pt x="47244" y="79248"/>
                </a:lnTo>
                <a:close/>
              </a:path>
              <a:path w="314325" h="352425">
                <a:moveTo>
                  <a:pt x="129540" y="167640"/>
                </a:moveTo>
                <a:lnTo>
                  <a:pt x="124968" y="164592"/>
                </a:lnTo>
                <a:lnTo>
                  <a:pt x="140065" y="140303"/>
                </a:lnTo>
                <a:lnTo>
                  <a:pt x="153162" y="117729"/>
                </a:lnTo>
                <a:lnTo>
                  <a:pt x="172212" y="77724"/>
                </a:lnTo>
                <a:lnTo>
                  <a:pt x="185928" y="39052"/>
                </a:lnTo>
                <a:lnTo>
                  <a:pt x="195072" y="1524"/>
                </a:lnTo>
                <a:lnTo>
                  <a:pt x="228600" y="21336"/>
                </a:lnTo>
                <a:lnTo>
                  <a:pt x="222003" y="27884"/>
                </a:lnTo>
                <a:lnTo>
                  <a:pt x="213550" y="40576"/>
                </a:lnTo>
                <a:lnTo>
                  <a:pt x="203096" y="59269"/>
                </a:lnTo>
                <a:lnTo>
                  <a:pt x="190500" y="83820"/>
                </a:lnTo>
                <a:lnTo>
                  <a:pt x="307848" y="83820"/>
                </a:lnTo>
                <a:lnTo>
                  <a:pt x="313943" y="89916"/>
                </a:lnTo>
                <a:lnTo>
                  <a:pt x="310025" y="92964"/>
                </a:lnTo>
                <a:lnTo>
                  <a:pt x="187452" y="92964"/>
                </a:lnTo>
                <a:lnTo>
                  <a:pt x="173688" y="113847"/>
                </a:lnTo>
                <a:lnTo>
                  <a:pt x="159639" y="133159"/>
                </a:lnTo>
                <a:lnTo>
                  <a:pt x="145018" y="151042"/>
                </a:lnTo>
                <a:lnTo>
                  <a:pt x="129540" y="167640"/>
                </a:lnTo>
                <a:close/>
              </a:path>
              <a:path w="314325" h="352425">
                <a:moveTo>
                  <a:pt x="128016" y="79248"/>
                </a:moveTo>
                <a:lnTo>
                  <a:pt x="97536" y="79248"/>
                </a:lnTo>
                <a:lnTo>
                  <a:pt x="112776" y="64008"/>
                </a:lnTo>
                <a:lnTo>
                  <a:pt x="128016" y="79248"/>
                </a:lnTo>
                <a:close/>
              </a:path>
              <a:path w="314325" h="352425">
                <a:moveTo>
                  <a:pt x="0" y="348996"/>
                </a:moveTo>
                <a:lnTo>
                  <a:pt x="833" y="315468"/>
                </a:lnTo>
                <a:lnTo>
                  <a:pt x="914" y="310896"/>
                </a:lnTo>
                <a:lnTo>
                  <a:pt x="1333" y="277939"/>
                </a:lnTo>
                <a:lnTo>
                  <a:pt x="1429" y="155448"/>
                </a:lnTo>
                <a:lnTo>
                  <a:pt x="1308" y="133159"/>
                </a:lnTo>
                <a:lnTo>
                  <a:pt x="887" y="100584"/>
                </a:lnTo>
                <a:lnTo>
                  <a:pt x="0" y="65532"/>
                </a:lnTo>
                <a:lnTo>
                  <a:pt x="22860" y="79248"/>
                </a:lnTo>
                <a:lnTo>
                  <a:pt x="128016" y="79248"/>
                </a:lnTo>
                <a:lnTo>
                  <a:pt x="135636" y="86868"/>
                </a:lnTo>
                <a:lnTo>
                  <a:pt x="133458" y="88392"/>
                </a:lnTo>
                <a:lnTo>
                  <a:pt x="21336" y="88392"/>
                </a:lnTo>
                <a:lnTo>
                  <a:pt x="21336" y="185928"/>
                </a:lnTo>
                <a:lnTo>
                  <a:pt x="120701" y="185928"/>
                </a:lnTo>
                <a:lnTo>
                  <a:pt x="120762" y="195072"/>
                </a:lnTo>
                <a:lnTo>
                  <a:pt x="21336" y="195072"/>
                </a:lnTo>
                <a:lnTo>
                  <a:pt x="21336" y="301752"/>
                </a:lnTo>
                <a:lnTo>
                  <a:pt x="121740" y="301752"/>
                </a:lnTo>
                <a:lnTo>
                  <a:pt x="121803" y="310896"/>
                </a:lnTo>
                <a:lnTo>
                  <a:pt x="21336" y="310896"/>
                </a:lnTo>
                <a:lnTo>
                  <a:pt x="21336" y="336804"/>
                </a:lnTo>
                <a:lnTo>
                  <a:pt x="0" y="348996"/>
                </a:lnTo>
                <a:close/>
              </a:path>
              <a:path w="314325" h="352425">
                <a:moveTo>
                  <a:pt x="307848" y="83820"/>
                </a:moveTo>
                <a:lnTo>
                  <a:pt x="274319" y="83820"/>
                </a:lnTo>
                <a:lnTo>
                  <a:pt x="291084" y="67056"/>
                </a:lnTo>
                <a:lnTo>
                  <a:pt x="307848" y="83820"/>
                </a:lnTo>
                <a:close/>
              </a:path>
              <a:path w="314325" h="352425">
                <a:moveTo>
                  <a:pt x="120701" y="185928"/>
                </a:moveTo>
                <a:lnTo>
                  <a:pt x="100584" y="185928"/>
                </a:lnTo>
                <a:lnTo>
                  <a:pt x="100584" y="88392"/>
                </a:lnTo>
                <a:lnTo>
                  <a:pt x="133458" y="88392"/>
                </a:lnTo>
                <a:lnTo>
                  <a:pt x="120396" y="97536"/>
                </a:lnTo>
                <a:lnTo>
                  <a:pt x="120498" y="140303"/>
                </a:lnTo>
                <a:lnTo>
                  <a:pt x="120597" y="170330"/>
                </a:lnTo>
                <a:lnTo>
                  <a:pt x="120701" y="185928"/>
                </a:lnTo>
                <a:close/>
              </a:path>
              <a:path w="314325" h="352425">
                <a:moveTo>
                  <a:pt x="287603" y="315468"/>
                </a:moveTo>
                <a:lnTo>
                  <a:pt x="249936" y="315468"/>
                </a:lnTo>
                <a:lnTo>
                  <a:pt x="257103" y="313991"/>
                </a:lnTo>
                <a:lnTo>
                  <a:pt x="262699" y="309372"/>
                </a:lnTo>
                <a:lnTo>
                  <a:pt x="271795" y="267843"/>
                </a:lnTo>
                <a:lnTo>
                  <a:pt x="273558" y="227838"/>
                </a:lnTo>
                <a:lnTo>
                  <a:pt x="275476" y="163710"/>
                </a:lnTo>
                <a:lnTo>
                  <a:pt x="277367" y="92964"/>
                </a:lnTo>
                <a:lnTo>
                  <a:pt x="310025" y="92964"/>
                </a:lnTo>
                <a:lnTo>
                  <a:pt x="300228" y="100584"/>
                </a:lnTo>
                <a:lnTo>
                  <a:pt x="297942" y="180046"/>
                </a:lnTo>
                <a:lnTo>
                  <a:pt x="295656" y="240220"/>
                </a:lnTo>
                <a:lnTo>
                  <a:pt x="293370" y="281249"/>
                </a:lnTo>
                <a:lnTo>
                  <a:pt x="291084" y="303275"/>
                </a:lnTo>
                <a:lnTo>
                  <a:pt x="288356" y="313539"/>
                </a:lnTo>
                <a:lnTo>
                  <a:pt x="288214" y="313991"/>
                </a:lnTo>
                <a:lnTo>
                  <a:pt x="287603" y="315468"/>
                </a:lnTo>
                <a:close/>
              </a:path>
              <a:path w="314325" h="352425">
                <a:moveTo>
                  <a:pt x="204216" y="236220"/>
                </a:moveTo>
                <a:lnTo>
                  <a:pt x="198119" y="236220"/>
                </a:lnTo>
                <a:lnTo>
                  <a:pt x="195072" y="228600"/>
                </a:lnTo>
                <a:lnTo>
                  <a:pt x="192024" y="214884"/>
                </a:lnTo>
                <a:lnTo>
                  <a:pt x="188595" y="200025"/>
                </a:lnTo>
                <a:lnTo>
                  <a:pt x="182880" y="185166"/>
                </a:lnTo>
                <a:lnTo>
                  <a:pt x="174879" y="170307"/>
                </a:lnTo>
                <a:lnTo>
                  <a:pt x="164592" y="155448"/>
                </a:lnTo>
                <a:lnTo>
                  <a:pt x="167640" y="150876"/>
                </a:lnTo>
                <a:lnTo>
                  <a:pt x="205787" y="183665"/>
                </a:lnTo>
                <a:lnTo>
                  <a:pt x="216408" y="205740"/>
                </a:lnTo>
                <a:lnTo>
                  <a:pt x="216408" y="217932"/>
                </a:lnTo>
                <a:lnTo>
                  <a:pt x="214884" y="224028"/>
                </a:lnTo>
                <a:lnTo>
                  <a:pt x="210312" y="228600"/>
                </a:lnTo>
                <a:lnTo>
                  <a:pt x="207264" y="233172"/>
                </a:lnTo>
                <a:lnTo>
                  <a:pt x="204216" y="236220"/>
                </a:lnTo>
                <a:close/>
              </a:path>
              <a:path w="314325" h="352425">
                <a:moveTo>
                  <a:pt x="121740" y="301752"/>
                </a:moveTo>
                <a:lnTo>
                  <a:pt x="100584" y="301752"/>
                </a:lnTo>
                <a:lnTo>
                  <a:pt x="100584" y="195072"/>
                </a:lnTo>
                <a:lnTo>
                  <a:pt x="120762" y="195072"/>
                </a:lnTo>
                <a:lnTo>
                  <a:pt x="120932" y="220431"/>
                </a:lnTo>
                <a:lnTo>
                  <a:pt x="121740" y="301752"/>
                </a:lnTo>
                <a:close/>
              </a:path>
              <a:path w="314325" h="352425">
                <a:moveTo>
                  <a:pt x="243840" y="352044"/>
                </a:moveTo>
                <a:lnTo>
                  <a:pt x="238125" y="341185"/>
                </a:lnTo>
                <a:lnTo>
                  <a:pt x="227838" y="331470"/>
                </a:lnTo>
                <a:lnTo>
                  <a:pt x="212979" y="322897"/>
                </a:lnTo>
                <a:lnTo>
                  <a:pt x="193548" y="315468"/>
                </a:lnTo>
                <a:lnTo>
                  <a:pt x="193548" y="307848"/>
                </a:lnTo>
                <a:lnTo>
                  <a:pt x="211574" y="311610"/>
                </a:lnTo>
                <a:lnTo>
                  <a:pt x="226885" y="313944"/>
                </a:lnTo>
                <a:lnTo>
                  <a:pt x="239625" y="315134"/>
                </a:lnTo>
                <a:lnTo>
                  <a:pt x="249936" y="315468"/>
                </a:lnTo>
                <a:lnTo>
                  <a:pt x="287603" y="315468"/>
                </a:lnTo>
                <a:lnTo>
                  <a:pt x="284607" y="322707"/>
                </a:lnTo>
                <a:lnTo>
                  <a:pt x="254412" y="348353"/>
                </a:lnTo>
                <a:lnTo>
                  <a:pt x="243840" y="352044"/>
                </a:lnTo>
                <a:close/>
              </a:path>
              <a:path w="314325" h="352425">
                <a:moveTo>
                  <a:pt x="100584" y="342900"/>
                </a:moveTo>
                <a:lnTo>
                  <a:pt x="100584" y="310896"/>
                </a:lnTo>
                <a:lnTo>
                  <a:pt x="121803" y="310896"/>
                </a:lnTo>
                <a:lnTo>
                  <a:pt x="121920" y="330708"/>
                </a:lnTo>
                <a:lnTo>
                  <a:pt x="100584" y="34290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26" name="object 26"/>
          <p:cNvGrpSpPr/>
          <p:nvPr/>
        </p:nvGrpSpPr>
        <p:grpSpPr>
          <a:xfrm>
            <a:off x="4863084" y="3158489"/>
            <a:ext cx="2695575" cy="370840"/>
            <a:chOff x="4863084" y="3158489"/>
            <a:chExt cx="2695575" cy="370840"/>
          </a:xfrm>
        </p:grpSpPr>
        <p:sp>
          <p:nvSpPr>
            <p:cNvPr id="27" name="object 27"/>
            <p:cNvSpPr/>
            <p:nvPr/>
          </p:nvSpPr>
          <p:spPr>
            <a:xfrm>
              <a:off x="4863084" y="3165347"/>
              <a:ext cx="1122045" cy="358140"/>
            </a:xfrm>
            <a:custGeom>
              <a:avLst/>
              <a:gdLst/>
              <a:ahLst/>
              <a:cxnLst/>
              <a:rect l="l" t="t" r="r" b="b"/>
              <a:pathLst>
                <a:path w="1122044" h="358139">
                  <a:moveTo>
                    <a:pt x="118872" y="60960"/>
                  </a:moveTo>
                  <a:lnTo>
                    <a:pt x="113233" y="56388"/>
                  </a:lnTo>
                  <a:lnTo>
                    <a:pt x="94488" y="41148"/>
                  </a:lnTo>
                  <a:lnTo>
                    <a:pt x="85344" y="52578"/>
                  </a:lnTo>
                  <a:lnTo>
                    <a:pt x="85344" y="65532"/>
                  </a:lnTo>
                  <a:lnTo>
                    <a:pt x="85344" y="156972"/>
                  </a:lnTo>
                  <a:lnTo>
                    <a:pt x="85344" y="166116"/>
                  </a:lnTo>
                  <a:lnTo>
                    <a:pt x="85344" y="263652"/>
                  </a:lnTo>
                  <a:lnTo>
                    <a:pt x="22860" y="263652"/>
                  </a:lnTo>
                  <a:lnTo>
                    <a:pt x="22860" y="166116"/>
                  </a:lnTo>
                  <a:lnTo>
                    <a:pt x="85344" y="166116"/>
                  </a:lnTo>
                  <a:lnTo>
                    <a:pt x="85344" y="156972"/>
                  </a:lnTo>
                  <a:lnTo>
                    <a:pt x="22860" y="156972"/>
                  </a:lnTo>
                  <a:lnTo>
                    <a:pt x="22860" y="65532"/>
                  </a:lnTo>
                  <a:lnTo>
                    <a:pt x="85344" y="65532"/>
                  </a:lnTo>
                  <a:lnTo>
                    <a:pt x="85344" y="52578"/>
                  </a:lnTo>
                  <a:lnTo>
                    <a:pt x="82296" y="56388"/>
                  </a:lnTo>
                  <a:lnTo>
                    <a:pt x="24384" y="56388"/>
                  </a:lnTo>
                  <a:lnTo>
                    <a:pt x="0" y="44196"/>
                  </a:lnTo>
                  <a:lnTo>
                    <a:pt x="228" y="62471"/>
                  </a:lnTo>
                  <a:lnTo>
                    <a:pt x="762" y="89725"/>
                  </a:lnTo>
                  <a:lnTo>
                    <a:pt x="1282" y="125857"/>
                  </a:lnTo>
                  <a:lnTo>
                    <a:pt x="1511" y="169354"/>
                  </a:lnTo>
                  <a:lnTo>
                    <a:pt x="1257" y="217932"/>
                  </a:lnTo>
                  <a:lnTo>
                    <a:pt x="762" y="256413"/>
                  </a:lnTo>
                  <a:lnTo>
                    <a:pt x="228" y="289852"/>
                  </a:lnTo>
                  <a:lnTo>
                    <a:pt x="0" y="316992"/>
                  </a:lnTo>
                  <a:lnTo>
                    <a:pt x="22860" y="304800"/>
                  </a:lnTo>
                  <a:lnTo>
                    <a:pt x="22860" y="272796"/>
                  </a:lnTo>
                  <a:lnTo>
                    <a:pt x="85344" y="272796"/>
                  </a:lnTo>
                  <a:lnTo>
                    <a:pt x="85344" y="303276"/>
                  </a:lnTo>
                  <a:lnTo>
                    <a:pt x="108204" y="291084"/>
                  </a:lnTo>
                  <a:lnTo>
                    <a:pt x="107315" y="277393"/>
                  </a:lnTo>
                  <a:lnTo>
                    <a:pt x="107213" y="272796"/>
                  </a:lnTo>
                  <a:lnTo>
                    <a:pt x="107010" y="263652"/>
                  </a:lnTo>
                  <a:lnTo>
                    <a:pt x="106870" y="256984"/>
                  </a:lnTo>
                  <a:lnTo>
                    <a:pt x="106692" y="230009"/>
                  </a:lnTo>
                  <a:lnTo>
                    <a:pt x="106680" y="166116"/>
                  </a:lnTo>
                  <a:lnTo>
                    <a:pt x="106680" y="156972"/>
                  </a:lnTo>
                  <a:lnTo>
                    <a:pt x="106680" y="71628"/>
                  </a:lnTo>
                  <a:lnTo>
                    <a:pt x="113639" y="65532"/>
                  </a:lnTo>
                  <a:lnTo>
                    <a:pt x="118872" y="60960"/>
                  </a:lnTo>
                  <a:close/>
                </a:path>
                <a:path w="1122044" h="358139">
                  <a:moveTo>
                    <a:pt x="195072" y="205740"/>
                  </a:moveTo>
                  <a:lnTo>
                    <a:pt x="173355" y="169354"/>
                  </a:lnTo>
                  <a:lnTo>
                    <a:pt x="141732" y="146304"/>
                  </a:lnTo>
                  <a:lnTo>
                    <a:pt x="137160" y="150876"/>
                  </a:lnTo>
                  <a:lnTo>
                    <a:pt x="148590" y="166598"/>
                  </a:lnTo>
                  <a:lnTo>
                    <a:pt x="157734" y="181737"/>
                  </a:lnTo>
                  <a:lnTo>
                    <a:pt x="164592" y="196316"/>
                  </a:lnTo>
                  <a:lnTo>
                    <a:pt x="169164" y="210312"/>
                  </a:lnTo>
                  <a:lnTo>
                    <a:pt x="172212" y="222504"/>
                  </a:lnTo>
                  <a:lnTo>
                    <a:pt x="175260" y="228600"/>
                  </a:lnTo>
                  <a:lnTo>
                    <a:pt x="181356" y="228600"/>
                  </a:lnTo>
                  <a:lnTo>
                    <a:pt x="184404" y="225552"/>
                  </a:lnTo>
                  <a:lnTo>
                    <a:pt x="188976" y="217932"/>
                  </a:lnTo>
                  <a:lnTo>
                    <a:pt x="193548" y="211836"/>
                  </a:lnTo>
                  <a:lnTo>
                    <a:pt x="195072" y="205740"/>
                  </a:lnTo>
                  <a:close/>
                </a:path>
                <a:path w="1122044" h="358139">
                  <a:moveTo>
                    <a:pt x="333756" y="108204"/>
                  </a:moveTo>
                  <a:lnTo>
                    <a:pt x="304800" y="79248"/>
                  </a:lnTo>
                  <a:lnTo>
                    <a:pt x="284988" y="99060"/>
                  </a:lnTo>
                  <a:lnTo>
                    <a:pt x="262128" y="99060"/>
                  </a:lnTo>
                  <a:lnTo>
                    <a:pt x="262128" y="30480"/>
                  </a:lnTo>
                  <a:lnTo>
                    <a:pt x="277368" y="19812"/>
                  </a:lnTo>
                  <a:lnTo>
                    <a:pt x="239268" y="0"/>
                  </a:lnTo>
                  <a:lnTo>
                    <a:pt x="240144" y="20840"/>
                  </a:lnTo>
                  <a:lnTo>
                    <a:pt x="240601" y="44386"/>
                  </a:lnTo>
                  <a:lnTo>
                    <a:pt x="240715" y="62471"/>
                  </a:lnTo>
                  <a:lnTo>
                    <a:pt x="240792" y="99060"/>
                  </a:lnTo>
                  <a:lnTo>
                    <a:pt x="111252" y="99060"/>
                  </a:lnTo>
                  <a:lnTo>
                    <a:pt x="124968" y="112776"/>
                  </a:lnTo>
                  <a:lnTo>
                    <a:pt x="133248" y="110782"/>
                  </a:lnTo>
                  <a:lnTo>
                    <a:pt x="142113" y="109347"/>
                  </a:lnTo>
                  <a:lnTo>
                    <a:pt x="151536" y="108496"/>
                  </a:lnTo>
                  <a:lnTo>
                    <a:pt x="161544" y="108204"/>
                  </a:lnTo>
                  <a:lnTo>
                    <a:pt x="240792" y="108204"/>
                  </a:lnTo>
                  <a:lnTo>
                    <a:pt x="240792" y="310896"/>
                  </a:lnTo>
                  <a:lnTo>
                    <a:pt x="237744" y="316992"/>
                  </a:lnTo>
                  <a:lnTo>
                    <a:pt x="230124" y="316992"/>
                  </a:lnTo>
                  <a:lnTo>
                    <a:pt x="223304" y="317563"/>
                  </a:lnTo>
                  <a:lnTo>
                    <a:pt x="212217" y="316992"/>
                  </a:lnTo>
                  <a:lnTo>
                    <a:pt x="197116" y="315277"/>
                  </a:lnTo>
                  <a:lnTo>
                    <a:pt x="178308" y="312420"/>
                  </a:lnTo>
                  <a:lnTo>
                    <a:pt x="178308" y="320040"/>
                  </a:lnTo>
                  <a:lnTo>
                    <a:pt x="200304" y="326351"/>
                  </a:lnTo>
                  <a:lnTo>
                    <a:pt x="216027" y="333946"/>
                  </a:lnTo>
                  <a:lnTo>
                    <a:pt x="225450" y="342976"/>
                  </a:lnTo>
                  <a:lnTo>
                    <a:pt x="228600" y="353568"/>
                  </a:lnTo>
                  <a:lnTo>
                    <a:pt x="243471" y="346710"/>
                  </a:lnTo>
                  <a:lnTo>
                    <a:pt x="253936" y="337566"/>
                  </a:lnTo>
                  <a:lnTo>
                    <a:pt x="260096" y="326136"/>
                  </a:lnTo>
                  <a:lnTo>
                    <a:pt x="261366" y="317563"/>
                  </a:lnTo>
                  <a:lnTo>
                    <a:pt x="262128" y="312420"/>
                  </a:lnTo>
                  <a:lnTo>
                    <a:pt x="262128" y="108204"/>
                  </a:lnTo>
                  <a:lnTo>
                    <a:pt x="333756" y="108204"/>
                  </a:lnTo>
                  <a:close/>
                </a:path>
                <a:path w="1122044" h="358139">
                  <a:moveTo>
                    <a:pt x="487680" y="19812"/>
                  </a:moveTo>
                  <a:lnTo>
                    <a:pt x="454152" y="0"/>
                  </a:lnTo>
                  <a:lnTo>
                    <a:pt x="447001" y="26885"/>
                  </a:lnTo>
                  <a:lnTo>
                    <a:pt x="439293" y="52768"/>
                  </a:lnTo>
                  <a:lnTo>
                    <a:pt x="422148" y="102108"/>
                  </a:lnTo>
                  <a:lnTo>
                    <a:pt x="400812" y="148780"/>
                  </a:lnTo>
                  <a:lnTo>
                    <a:pt x="374904" y="192024"/>
                  </a:lnTo>
                  <a:lnTo>
                    <a:pt x="377952" y="196596"/>
                  </a:lnTo>
                  <a:lnTo>
                    <a:pt x="390499" y="183222"/>
                  </a:lnTo>
                  <a:lnTo>
                    <a:pt x="402907" y="168402"/>
                  </a:lnTo>
                  <a:lnTo>
                    <a:pt x="415023" y="152450"/>
                  </a:lnTo>
                  <a:lnTo>
                    <a:pt x="426720" y="135636"/>
                  </a:lnTo>
                  <a:lnTo>
                    <a:pt x="426593" y="257937"/>
                  </a:lnTo>
                  <a:lnTo>
                    <a:pt x="426478" y="273469"/>
                  </a:lnTo>
                  <a:lnTo>
                    <a:pt x="425424" y="330619"/>
                  </a:lnTo>
                  <a:lnTo>
                    <a:pt x="425196" y="356616"/>
                  </a:lnTo>
                  <a:lnTo>
                    <a:pt x="448056" y="347472"/>
                  </a:lnTo>
                  <a:lnTo>
                    <a:pt x="447167" y="324612"/>
                  </a:lnTo>
                  <a:lnTo>
                    <a:pt x="446735" y="302895"/>
                  </a:lnTo>
                  <a:lnTo>
                    <a:pt x="446633" y="291084"/>
                  </a:lnTo>
                  <a:lnTo>
                    <a:pt x="446532" y="135636"/>
                  </a:lnTo>
                  <a:lnTo>
                    <a:pt x="446532" y="121920"/>
                  </a:lnTo>
                  <a:lnTo>
                    <a:pt x="457200" y="112776"/>
                  </a:lnTo>
                  <a:lnTo>
                    <a:pt x="441960" y="103632"/>
                  </a:lnTo>
                  <a:lnTo>
                    <a:pt x="449961" y="84467"/>
                  </a:lnTo>
                  <a:lnTo>
                    <a:pt x="457962" y="65722"/>
                  </a:lnTo>
                  <a:lnTo>
                    <a:pt x="465963" y="47269"/>
                  </a:lnTo>
                  <a:lnTo>
                    <a:pt x="473964" y="28956"/>
                  </a:lnTo>
                  <a:lnTo>
                    <a:pt x="487680" y="19812"/>
                  </a:lnTo>
                  <a:close/>
                </a:path>
                <a:path w="1122044" h="358139">
                  <a:moveTo>
                    <a:pt x="519684" y="86868"/>
                  </a:moveTo>
                  <a:lnTo>
                    <a:pt x="487680" y="70104"/>
                  </a:lnTo>
                  <a:lnTo>
                    <a:pt x="487908" y="85255"/>
                  </a:lnTo>
                  <a:lnTo>
                    <a:pt x="488327" y="96012"/>
                  </a:lnTo>
                  <a:lnTo>
                    <a:pt x="488962" y="110401"/>
                  </a:lnTo>
                  <a:lnTo>
                    <a:pt x="489165" y="119253"/>
                  </a:lnTo>
                  <a:lnTo>
                    <a:pt x="489051" y="242316"/>
                  </a:lnTo>
                  <a:lnTo>
                    <a:pt x="488962" y="247256"/>
                  </a:lnTo>
                  <a:lnTo>
                    <a:pt x="488442" y="261937"/>
                  </a:lnTo>
                  <a:lnTo>
                    <a:pt x="487908" y="278638"/>
                  </a:lnTo>
                  <a:lnTo>
                    <a:pt x="487680" y="297180"/>
                  </a:lnTo>
                  <a:lnTo>
                    <a:pt x="509016" y="284988"/>
                  </a:lnTo>
                  <a:lnTo>
                    <a:pt x="508127" y="268706"/>
                  </a:lnTo>
                  <a:lnTo>
                    <a:pt x="507733" y="256032"/>
                  </a:lnTo>
                  <a:lnTo>
                    <a:pt x="507606" y="249085"/>
                  </a:lnTo>
                  <a:lnTo>
                    <a:pt x="507492" y="99060"/>
                  </a:lnTo>
                  <a:lnTo>
                    <a:pt x="519684" y="86868"/>
                  </a:lnTo>
                  <a:close/>
                </a:path>
                <a:path w="1122044" h="358139">
                  <a:moveTo>
                    <a:pt x="726948" y="105156"/>
                  </a:moveTo>
                  <a:lnTo>
                    <a:pt x="702564" y="80772"/>
                  </a:lnTo>
                  <a:lnTo>
                    <a:pt x="687324" y="96012"/>
                  </a:lnTo>
                  <a:lnTo>
                    <a:pt x="655320" y="96012"/>
                  </a:lnTo>
                  <a:lnTo>
                    <a:pt x="662940" y="44196"/>
                  </a:lnTo>
                  <a:lnTo>
                    <a:pt x="673100" y="38100"/>
                  </a:lnTo>
                  <a:lnTo>
                    <a:pt x="678180" y="35052"/>
                  </a:lnTo>
                  <a:lnTo>
                    <a:pt x="655320" y="13716"/>
                  </a:lnTo>
                  <a:lnTo>
                    <a:pt x="641604" y="28956"/>
                  </a:lnTo>
                  <a:lnTo>
                    <a:pt x="537972" y="28956"/>
                  </a:lnTo>
                  <a:lnTo>
                    <a:pt x="551688" y="42672"/>
                  </a:lnTo>
                  <a:lnTo>
                    <a:pt x="559968" y="40678"/>
                  </a:lnTo>
                  <a:lnTo>
                    <a:pt x="568833" y="39243"/>
                  </a:lnTo>
                  <a:lnTo>
                    <a:pt x="578256" y="38392"/>
                  </a:lnTo>
                  <a:lnTo>
                    <a:pt x="588264" y="38100"/>
                  </a:lnTo>
                  <a:lnTo>
                    <a:pt x="643128" y="38100"/>
                  </a:lnTo>
                  <a:lnTo>
                    <a:pt x="635508" y="96012"/>
                  </a:lnTo>
                  <a:lnTo>
                    <a:pt x="521208" y="96012"/>
                  </a:lnTo>
                  <a:lnTo>
                    <a:pt x="534924" y="109728"/>
                  </a:lnTo>
                  <a:lnTo>
                    <a:pt x="543204" y="107734"/>
                  </a:lnTo>
                  <a:lnTo>
                    <a:pt x="552069" y="106299"/>
                  </a:lnTo>
                  <a:lnTo>
                    <a:pt x="561492" y="105448"/>
                  </a:lnTo>
                  <a:lnTo>
                    <a:pt x="571500" y="105156"/>
                  </a:lnTo>
                  <a:lnTo>
                    <a:pt x="726948" y="105156"/>
                  </a:lnTo>
                  <a:close/>
                </a:path>
                <a:path w="1122044" h="358139">
                  <a:moveTo>
                    <a:pt x="731520" y="329184"/>
                  </a:moveTo>
                  <a:lnTo>
                    <a:pt x="686079" y="307327"/>
                  </a:lnTo>
                  <a:lnTo>
                    <a:pt x="648271" y="264795"/>
                  </a:lnTo>
                  <a:lnTo>
                    <a:pt x="632460" y="227076"/>
                  </a:lnTo>
                  <a:lnTo>
                    <a:pt x="723900" y="227076"/>
                  </a:lnTo>
                  <a:lnTo>
                    <a:pt x="697992" y="201168"/>
                  </a:lnTo>
                  <a:lnTo>
                    <a:pt x="681228" y="217932"/>
                  </a:lnTo>
                  <a:lnTo>
                    <a:pt x="621792" y="217932"/>
                  </a:lnTo>
                  <a:lnTo>
                    <a:pt x="622693" y="203606"/>
                  </a:lnTo>
                  <a:lnTo>
                    <a:pt x="623925" y="177215"/>
                  </a:lnTo>
                  <a:lnTo>
                    <a:pt x="624840" y="164592"/>
                  </a:lnTo>
                  <a:lnTo>
                    <a:pt x="697992" y="164592"/>
                  </a:lnTo>
                  <a:lnTo>
                    <a:pt x="688848" y="155448"/>
                  </a:lnTo>
                  <a:lnTo>
                    <a:pt x="673608" y="140208"/>
                  </a:lnTo>
                  <a:lnTo>
                    <a:pt x="658368" y="155448"/>
                  </a:lnTo>
                  <a:lnTo>
                    <a:pt x="566928" y="155448"/>
                  </a:lnTo>
                  <a:lnTo>
                    <a:pt x="570331" y="147116"/>
                  </a:lnTo>
                  <a:lnTo>
                    <a:pt x="573595" y="140208"/>
                  </a:lnTo>
                  <a:lnTo>
                    <a:pt x="579120" y="129540"/>
                  </a:lnTo>
                  <a:lnTo>
                    <a:pt x="589788" y="121920"/>
                  </a:lnTo>
                  <a:lnTo>
                    <a:pt x="562356" y="106680"/>
                  </a:lnTo>
                  <a:lnTo>
                    <a:pt x="559777" y="119253"/>
                  </a:lnTo>
                  <a:lnTo>
                    <a:pt x="556641" y="131826"/>
                  </a:lnTo>
                  <a:lnTo>
                    <a:pt x="552919" y="144399"/>
                  </a:lnTo>
                  <a:lnTo>
                    <a:pt x="548640" y="156972"/>
                  </a:lnTo>
                  <a:lnTo>
                    <a:pt x="544918" y="169024"/>
                  </a:lnTo>
                  <a:lnTo>
                    <a:pt x="540639" y="180213"/>
                  </a:lnTo>
                  <a:lnTo>
                    <a:pt x="535774" y="190842"/>
                  </a:lnTo>
                  <a:lnTo>
                    <a:pt x="530352" y="201168"/>
                  </a:lnTo>
                  <a:lnTo>
                    <a:pt x="534924" y="204216"/>
                  </a:lnTo>
                  <a:lnTo>
                    <a:pt x="542632" y="194818"/>
                  </a:lnTo>
                  <a:lnTo>
                    <a:pt x="549783" y="184975"/>
                  </a:lnTo>
                  <a:lnTo>
                    <a:pt x="556348" y="174866"/>
                  </a:lnTo>
                  <a:lnTo>
                    <a:pt x="562356" y="164592"/>
                  </a:lnTo>
                  <a:lnTo>
                    <a:pt x="603504" y="164592"/>
                  </a:lnTo>
                  <a:lnTo>
                    <a:pt x="601573" y="205105"/>
                  </a:lnTo>
                  <a:lnTo>
                    <a:pt x="600456" y="217932"/>
                  </a:lnTo>
                  <a:lnTo>
                    <a:pt x="521208" y="217932"/>
                  </a:lnTo>
                  <a:lnTo>
                    <a:pt x="534924" y="231648"/>
                  </a:lnTo>
                  <a:lnTo>
                    <a:pt x="543204" y="229654"/>
                  </a:lnTo>
                  <a:lnTo>
                    <a:pt x="552069" y="228219"/>
                  </a:lnTo>
                  <a:lnTo>
                    <a:pt x="561492" y="227368"/>
                  </a:lnTo>
                  <a:lnTo>
                    <a:pt x="571500" y="227076"/>
                  </a:lnTo>
                  <a:lnTo>
                    <a:pt x="598932" y="227076"/>
                  </a:lnTo>
                  <a:lnTo>
                    <a:pt x="585025" y="269367"/>
                  </a:lnTo>
                  <a:lnTo>
                    <a:pt x="560832" y="304800"/>
                  </a:lnTo>
                  <a:lnTo>
                    <a:pt x="530161" y="332994"/>
                  </a:lnTo>
                  <a:lnTo>
                    <a:pt x="493776" y="352044"/>
                  </a:lnTo>
                  <a:lnTo>
                    <a:pt x="496824" y="358140"/>
                  </a:lnTo>
                  <a:lnTo>
                    <a:pt x="545020" y="335851"/>
                  </a:lnTo>
                  <a:lnTo>
                    <a:pt x="580644" y="307848"/>
                  </a:lnTo>
                  <a:lnTo>
                    <a:pt x="606171" y="271462"/>
                  </a:lnTo>
                  <a:lnTo>
                    <a:pt x="620268" y="227076"/>
                  </a:lnTo>
                  <a:lnTo>
                    <a:pt x="624840" y="227076"/>
                  </a:lnTo>
                  <a:lnTo>
                    <a:pt x="640054" y="274231"/>
                  </a:lnTo>
                  <a:lnTo>
                    <a:pt x="659485" y="308521"/>
                  </a:lnTo>
                  <a:lnTo>
                    <a:pt x="686295" y="338239"/>
                  </a:lnTo>
                  <a:lnTo>
                    <a:pt x="702564" y="350520"/>
                  </a:lnTo>
                  <a:lnTo>
                    <a:pt x="706869" y="344284"/>
                  </a:lnTo>
                  <a:lnTo>
                    <a:pt x="713041" y="339471"/>
                  </a:lnTo>
                  <a:lnTo>
                    <a:pt x="721207" y="336384"/>
                  </a:lnTo>
                  <a:lnTo>
                    <a:pt x="731520" y="335280"/>
                  </a:lnTo>
                  <a:lnTo>
                    <a:pt x="731520" y="329184"/>
                  </a:lnTo>
                  <a:close/>
                </a:path>
                <a:path w="1122044" h="358139">
                  <a:moveTo>
                    <a:pt x="844296" y="237744"/>
                  </a:moveTo>
                  <a:lnTo>
                    <a:pt x="815340" y="219456"/>
                  </a:lnTo>
                  <a:lnTo>
                    <a:pt x="812482" y="230276"/>
                  </a:lnTo>
                  <a:lnTo>
                    <a:pt x="808482" y="241935"/>
                  </a:lnTo>
                  <a:lnTo>
                    <a:pt x="790143" y="280162"/>
                  </a:lnTo>
                  <a:lnTo>
                    <a:pt x="766572" y="318516"/>
                  </a:lnTo>
                  <a:lnTo>
                    <a:pt x="771144" y="321564"/>
                  </a:lnTo>
                  <a:lnTo>
                    <a:pt x="785012" y="305930"/>
                  </a:lnTo>
                  <a:lnTo>
                    <a:pt x="799528" y="288036"/>
                  </a:lnTo>
                  <a:lnTo>
                    <a:pt x="814209" y="267995"/>
                  </a:lnTo>
                  <a:lnTo>
                    <a:pt x="829056" y="245364"/>
                  </a:lnTo>
                  <a:lnTo>
                    <a:pt x="844296" y="237744"/>
                  </a:lnTo>
                  <a:close/>
                </a:path>
                <a:path w="1122044" h="358139">
                  <a:moveTo>
                    <a:pt x="886968" y="38100"/>
                  </a:moveTo>
                  <a:lnTo>
                    <a:pt x="856170" y="7886"/>
                  </a:lnTo>
                  <a:lnTo>
                    <a:pt x="847344" y="3048"/>
                  </a:lnTo>
                  <a:lnTo>
                    <a:pt x="842772" y="6096"/>
                  </a:lnTo>
                  <a:lnTo>
                    <a:pt x="849312" y="15506"/>
                  </a:lnTo>
                  <a:lnTo>
                    <a:pt x="855154" y="25336"/>
                  </a:lnTo>
                  <a:lnTo>
                    <a:pt x="860120" y="35458"/>
                  </a:lnTo>
                  <a:lnTo>
                    <a:pt x="864108" y="45720"/>
                  </a:lnTo>
                  <a:lnTo>
                    <a:pt x="865632" y="56388"/>
                  </a:lnTo>
                  <a:lnTo>
                    <a:pt x="868680" y="62484"/>
                  </a:lnTo>
                  <a:lnTo>
                    <a:pt x="873252" y="62484"/>
                  </a:lnTo>
                  <a:lnTo>
                    <a:pt x="879348" y="57912"/>
                  </a:lnTo>
                  <a:lnTo>
                    <a:pt x="882396" y="54864"/>
                  </a:lnTo>
                  <a:lnTo>
                    <a:pt x="883920" y="50292"/>
                  </a:lnTo>
                  <a:lnTo>
                    <a:pt x="886968" y="38100"/>
                  </a:lnTo>
                  <a:close/>
                </a:path>
                <a:path w="1122044" h="358139">
                  <a:moveTo>
                    <a:pt x="941832" y="259080"/>
                  </a:moveTo>
                  <a:lnTo>
                    <a:pt x="911250" y="230606"/>
                  </a:lnTo>
                  <a:lnTo>
                    <a:pt x="900684" y="224028"/>
                  </a:lnTo>
                  <a:lnTo>
                    <a:pt x="897636" y="228600"/>
                  </a:lnTo>
                  <a:lnTo>
                    <a:pt x="905916" y="240893"/>
                  </a:lnTo>
                  <a:lnTo>
                    <a:pt x="912495" y="252603"/>
                  </a:lnTo>
                  <a:lnTo>
                    <a:pt x="917346" y="263753"/>
                  </a:lnTo>
                  <a:lnTo>
                    <a:pt x="920496" y="274320"/>
                  </a:lnTo>
                  <a:lnTo>
                    <a:pt x="922020" y="284988"/>
                  </a:lnTo>
                  <a:lnTo>
                    <a:pt x="925068" y="289560"/>
                  </a:lnTo>
                  <a:lnTo>
                    <a:pt x="928116" y="289560"/>
                  </a:lnTo>
                  <a:lnTo>
                    <a:pt x="931164" y="288036"/>
                  </a:lnTo>
                  <a:lnTo>
                    <a:pt x="935736" y="283464"/>
                  </a:lnTo>
                  <a:lnTo>
                    <a:pt x="938784" y="278892"/>
                  </a:lnTo>
                  <a:lnTo>
                    <a:pt x="941832" y="272796"/>
                  </a:lnTo>
                  <a:lnTo>
                    <a:pt x="941832" y="259080"/>
                  </a:lnTo>
                  <a:close/>
                </a:path>
                <a:path w="1122044" h="358139">
                  <a:moveTo>
                    <a:pt x="941832" y="123444"/>
                  </a:moveTo>
                  <a:lnTo>
                    <a:pt x="935266" y="117348"/>
                  </a:lnTo>
                  <a:lnTo>
                    <a:pt x="920496" y="103632"/>
                  </a:lnTo>
                  <a:lnTo>
                    <a:pt x="909828" y="115633"/>
                  </a:lnTo>
                  <a:lnTo>
                    <a:pt x="909828" y="126492"/>
                  </a:lnTo>
                  <a:lnTo>
                    <a:pt x="909828" y="181356"/>
                  </a:lnTo>
                  <a:lnTo>
                    <a:pt x="824484" y="181356"/>
                  </a:lnTo>
                  <a:lnTo>
                    <a:pt x="824484" y="126492"/>
                  </a:lnTo>
                  <a:lnTo>
                    <a:pt x="909828" y="126492"/>
                  </a:lnTo>
                  <a:lnTo>
                    <a:pt x="909828" y="115633"/>
                  </a:lnTo>
                  <a:lnTo>
                    <a:pt x="908304" y="117348"/>
                  </a:lnTo>
                  <a:lnTo>
                    <a:pt x="824484" y="117348"/>
                  </a:lnTo>
                  <a:lnTo>
                    <a:pt x="803148" y="105156"/>
                  </a:lnTo>
                  <a:lnTo>
                    <a:pt x="804024" y="117970"/>
                  </a:lnTo>
                  <a:lnTo>
                    <a:pt x="804418" y="129540"/>
                  </a:lnTo>
                  <a:lnTo>
                    <a:pt x="804494" y="132588"/>
                  </a:lnTo>
                  <a:lnTo>
                    <a:pt x="804646" y="144170"/>
                  </a:lnTo>
                  <a:lnTo>
                    <a:pt x="804646" y="169545"/>
                  </a:lnTo>
                  <a:lnTo>
                    <a:pt x="804481" y="181356"/>
                  </a:lnTo>
                  <a:lnTo>
                    <a:pt x="804379" y="184670"/>
                  </a:lnTo>
                  <a:lnTo>
                    <a:pt x="804024" y="194691"/>
                  </a:lnTo>
                  <a:lnTo>
                    <a:pt x="803148" y="207264"/>
                  </a:lnTo>
                  <a:lnTo>
                    <a:pt x="824484" y="199644"/>
                  </a:lnTo>
                  <a:lnTo>
                    <a:pt x="824484" y="190500"/>
                  </a:lnTo>
                  <a:lnTo>
                    <a:pt x="862584" y="190500"/>
                  </a:lnTo>
                  <a:lnTo>
                    <a:pt x="862584" y="310896"/>
                  </a:lnTo>
                  <a:lnTo>
                    <a:pt x="859536" y="313944"/>
                  </a:lnTo>
                  <a:lnTo>
                    <a:pt x="854964" y="315468"/>
                  </a:lnTo>
                  <a:lnTo>
                    <a:pt x="848906" y="315188"/>
                  </a:lnTo>
                  <a:lnTo>
                    <a:pt x="839724" y="314325"/>
                  </a:lnTo>
                  <a:lnTo>
                    <a:pt x="810768" y="310896"/>
                  </a:lnTo>
                  <a:lnTo>
                    <a:pt x="810768" y="316992"/>
                  </a:lnTo>
                  <a:lnTo>
                    <a:pt x="827913" y="323900"/>
                  </a:lnTo>
                  <a:lnTo>
                    <a:pt x="840486" y="331089"/>
                  </a:lnTo>
                  <a:lnTo>
                    <a:pt x="848487" y="338861"/>
                  </a:lnTo>
                  <a:lnTo>
                    <a:pt x="851916" y="347472"/>
                  </a:lnTo>
                  <a:lnTo>
                    <a:pt x="861060" y="344424"/>
                  </a:lnTo>
                  <a:lnTo>
                    <a:pt x="868680" y="339852"/>
                  </a:lnTo>
                  <a:lnTo>
                    <a:pt x="873252" y="333756"/>
                  </a:lnTo>
                  <a:lnTo>
                    <a:pt x="877824" y="329184"/>
                  </a:lnTo>
                  <a:lnTo>
                    <a:pt x="880872" y="321564"/>
                  </a:lnTo>
                  <a:lnTo>
                    <a:pt x="880872" y="315468"/>
                  </a:lnTo>
                  <a:lnTo>
                    <a:pt x="880872" y="190500"/>
                  </a:lnTo>
                  <a:lnTo>
                    <a:pt x="909828" y="190500"/>
                  </a:lnTo>
                  <a:lnTo>
                    <a:pt x="909828" y="207264"/>
                  </a:lnTo>
                  <a:lnTo>
                    <a:pt x="931164" y="198120"/>
                  </a:lnTo>
                  <a:lnTo>
                    <a:pt x="929703" y="156972"/>
                  </a:lnTo>
                  <a:lnTo>
                    <a:pt x="929640" y="132588"/>
                  </a:lnTo>
                  <a:lnTo>
                    <a:pt x="937768" y="126492"/>
                  </a:lnTo>
                  <a:lnTo>
                    <a:pt x="941832" y="123444"/>
                  </a:lnTo>
                  <a:close/>
                </a:path>
                <a:path w="1122044" h="358139">
                  <a:moveTo>
                    <a:pt x="964692" y="77724"/>
                  </a:moveTo>
                  <a:lnTo>
                    <a:pt x="938784" y="51816"/>
                  </a:lnTo>
                  <a:lnTo>
                    <a:pt x="922020" y="68580"/>
                  </a:lnTo>
                  <a:lnTo>
                    <a:pt x="774192" y="68580"/>
                  </a:lnTo>
                  <a:lnTo>
                    <a:pt x="787908" y="82296"/>
                  </a:lnTo>
                  <a:lnTo>
                    <a:pt x="795337" y="80302"/>
                  </a:lnTo>
                  <a:lnTo>
                    <a:pt x="803910" y="78867"/>
                  </a:lnTo>
                  <a:lnTo>
                    <a:pt x="813625" y="78016"/>
                  </a:lnTo>
                  <a:lnTo>
                    <a:pt x="824484" y="77724"/>
                  </a:lnTo>
                  <a:lnTo>
                    <a:pt x="964692" y="77724"/>
                  </a:lnTo>
                  <a:close/>
                </a:path>
                <a:path w="1122044" h="358139">
                  <a:moveTo>
                    <a:pt x="1082040" y="62484"/>
                  </a:moveTo>
                  <a:lnTo>
                    <a:pt x="1047381" y="32486"/>
                  </a:lnTo>
                  <a:lnTo>
                    <a:pt x="1034796" y="25908"/>
                  </a:lnTo>
                  <a:lnTo>
                    <a:pt x="1031748" y="30480"/>
                  </a:lnTo>
                  <a:lnTo>
                    <a:pt x="1040930" y="40767"/>
                  </a:lnTo>
                  <a:lnTo>
                    <a:pt x="1048131" y="51054"/>
                  </a:lnTo>
                  <a:lnTo>
                    <a:pt x="1053604" y="61341"/>
                  </a:lnTo>
                  <a:lnTo>
                    <a:pt x="1057656" y="71628"/>
                  </a:lnTo>
                  <a:lnTo>
                    <a:pt x="1060704" y="82296"/>
                  </a:lnTo>
                  <a:lnTo>
                    <a:pt x="1063752" y="88392"/>
                  </a:lnTo>
                  <a:lnTo>
                    <a:pt x="1069848" y="88392"/>
                  </a:lnTo>
                  <a:lnTo>
                    <a:pt x="1071372" y="86868"/>
                  </a:lnTo>
                  <a:lnTo>
                    <a:pt x="1074420" y="85344"/>
                  </a:lnTo>
                  <a:lnTo>
                    <a:pt x="1075944" y="82296"/>
                  </a:lnTo>
                  <a:lnTo>
                    <a:pt x="1078992" y="77724"/>
                  </a:lnTo>
                  <a:lnTo>
                    <a:pt x="1082040" y="62484"/>
                  </a:lnTo>
                  <a:close/>
                </a:path>
                <a:path w="1122044" h="358139">
                  <a:moveTo>
                    <a:pt x="1121664" y="321564"/>
                  </a:moveTo>
                  <a:lnTo>
                    <a:pt x="1101852" y="259080"/>
                  </a:lnTo>
                  <a:lnTo>
                    <a:pt x="1094232" y="259080"/>
                  </a:lnTo>
                  <a:lnTo>
                    <a:pt x="1093584" y="298729"/>
                  </a:lnTo>
                  <a:lnTo>
                    <a:pt x="1085088" y="323088"/>
                  </a:lnTo>
                  <a:lnTo>
                    <a:pt x="1062228" y="323088"/>
                  </a:lnTo>
                  <a:lnTo>
                    <a:pt x="1043940" y="304800"/>
                  </a:lnTo>
                  <a:lnTo>
                    <a:pt x="1043940" y="126492"/>
                  </a:lnTo>
                  <a:lnTo>
                    <a:pt x="1120140" y="126492"/>
                  </a:lnTo>
                  <a:lnTo>
                    <a:pt x="1094232" y="99060"/>
                  </a:lnTo>
                  <a:lnTo>
                    <a:pt x="1075944" y="117348"/>
                  </a:lnTo>
                  <a:lnTo>
                    <a:pt x="1004316" y="117348"/>
                  </a:lnTo>
                  <a:lnTo>
                    <a:pt x="1004316" y="28956"/>
                  </a:lnTo>
                  <a:lnTo>
                    <a:pt x="1014984" y="18288"/>
                  </a:lnTo>
                  <a:lnTo>
                    <a:pt x="982980" y="3048"/>
                  </a:lnTo>
                  <a:lnTo>
                    <a:pt x="983856" y="15341"/>
                  </a:lnTo>
                  <a:lnTo>
                    <a:pt x="984250" y="35458"/>
                  </a:lnTo>
                  <a:lnTo>
                    <a:pt x="984377" y="51816"/>
                  </a:lnTo>
                  <a:lnTo>
                    <a:pt x="984504" y="117348"/>
                  </a:lnTo>
                  <a:lnTo>
                    <a:pt x="941832" y="117348"/>
                  </a:lnTo>
                  <a:lnTo>
                    <a:pt x="954024" y="129540"/>
                  </a:lnTo>
                  <a:lnTo>
                    <a:pt x="967740" y="126492"/>
                  </a:lnTo>
                  <a:lnTo>
                    <a:pt x="984504" y="126492"/>
                  </a:lnTo>
                  <a:lnTo>
                    <a:pt x="984211" y="165671"/>
                  </a:lnTo>
                  <a:lnTo>
                    <a:pt x="975067" y="232587"/>
                  </a:lnTo>
                  <a:lnTo>
                    <a:pt x="955116" y="285178"/>
                  </a:lnTo>
                  <a:lnTo>
                    <a:pt x="922058" y="330898"/>
                  </a:lnTo>
                  <a:lnTo>
                    <a:pt x="900684" y="352044"/>
                  </a:lnTo>
                  <a:lnTo>
                    <a:pt x="905256" y="356616"/>
                  </a:lnTo>
                  <a:lnTo>
                    <a:pt x="954595" y="311086"/>
                  </a:lnTo>
                  <a:lnTo>
                    <a:pt x="984504" y="262128"/>
                  </a:lnTo>
                  <a:lnTo>
                    <a:pt x="999553" y="202311"/>
                  </a:lnTo>
                  <a:lnTo>
                    <a:pt x="1004316" y="126492"/>
                  </a:lnTo>
                  <a:lnTo>
                    <a:pt x="1024128" y="126492"/>
                  </a:lnTo>
                  <a:lnTo>
                    <a:pt x="1024204" y="312902"/>
                  </a:lnTo>
                  <a:lnTo>
                    <a:pt x="1054608" y="339852"/>
                  </a:lnTo>
                  <a:lnTo>
                    <a:pt x="1086612" y="339852"/>
                  </a:lnTo>
                  <a:lnTo>
                    <a:pt x="1098080" y="338709"/>
                  </a:lnTo>
                  <a:lnTo>
                    <a:pt x="1107567" y="335280"/>
                  </a:lnTo>
                  <a:lnTo>
                    <a:pt x="1115326" y="329565"/>
                  </a:lnTo>
                  <a:lnTo>
                    <a:pt x="1120457" y="323088"/>
                  </a:lnTo>
                  <a:lnTo>
                    <a:pt x="1121664" y="321564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8" name="object 28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6024372" y="3158489"/>
              <a:ext cx="1533905" cy="370332"/>
            </a:xfrm>
            <a:prstGeom prst="rect">
              <a:avLst/>
            </a:prstGeom>
          </p:spPr>
        </p:pic>
      </p:grpSp>
      <p:sp>
        <p:nvSpPr>
          <p:cNvPr id="29" name="object 29"/>
          <p:cNvSpPr/>
          <p:nvPr/>
        </p:nvSpPr>
        <p:spPr>
          <a:xfrm>
            <a:off x="7618476" y="3163823"/>
            <a:ext cx="1106805" cy="363220"/>
          </a:xfrm>
          <a:custGeom>
            <a:avLst/>
            <a:gdLst/>
            <a:ahLst/>
            <a:cxnLst/>
            <a:rect l="l" t="t" r="r" b="b"/>
            <a:pathLst>
              <a:path w="1106804" h="363220">
                <a:moveTo>
                  <a:pt x="135636" y="88392"/>
                </a:moveTo>
                <a:lnTo>
                  <a:pt x="128016" y="80772"/>
                </a:lnTo>
                <a:lnTo>
                  <a:pt x="112776" y="65532"/>
                </a:lnTo>
                <a:lnTo>
                  <a:pt x="100584" y="77724"/>
                </a:lnTo>
                <a:lnTo>
                  <a:pt x="100584" y="89916"/>
                </a:lnTo>
                <a:lnTo>
                  <a:pt x="100584" y="187452"/>
                </a:lnTo>
                <a:lnTo>
                  <a:pt x="100584" y="196596"/>
                </a:lnTo>
                <a:lnTo>
                  <a:pt x="100584" y="303276"/>
                </a:lnTo>
                <a:lnTo>
                  <a:pt x="21336" y="303276"/>
                </a:lnTo>
                <a:lnTo>
                  <a:pt x="21336" y="196596"/>
                </a:lnTo>
                <a:lnTo>
                  <a:pt x="100584" y="196596"/>
                </a:lnTo>
                <a:lnTo>
                  <a:pt x="100584" y="187452"/>
                </a:lnTo>
                <a:lnTo>
                  <a:pt x="21336" y="187452"/>
                </a:lnTo>
                <a:lnTo>
                  <a:pt x="21336" y="89916"/>
                </a:lnTo>
                <a:lnTo>
                  <a:pt x="100584" y="89916"/>
                </a:lnTo>
                <a:lnTo>
                  <a:pt x="100584" y="77724"/>
                </a:lnTo>
                <a:lnTo>
                  <a:pt x="97536" y="80772"/>
                </a:lnTo>
                <a:lnTo>
                  <a:pt x="47244" y="80772"/>
                </a:lnTo>
                <a:lnTo>
                  <a:pt x="59245" y="56464"/>
                </a:lnTo>
                <a:lnTo>
                  <a:pt x="70104" y="38290"/>
                </a:lnTo>
                <a:lnTo>
                  <a:pt x="79819" y="26123"/>
                </a:lnTo>
                <a:lnTo>
                  <a:pt x="88392" y="19812"/>
                </a:lnTo>
                <a:lnTo>
                  <a:pt x="54864" y="1524"/>
                </a:lnTo>
                <a:lnTo>
                  <a:pt x="52882" y="16700"/>
                </a:lnTo>
                <a:lnTo>
                  <a:pt x="49339" y="34861"/>
                </a:lnTo>
                <a:lnTo>
                  <a:pt x="44361" y="56184"/>
                </a:lnTo>
                <a:lnTo>
                  <a:pt x="38100" y="80772"/>
                </a:lnTo>
                <a:lnTo>
                  <a:pt x="22860" y="80772"/>
                </a:lnTo>
                <a:lnTo>
                  <a:pt x="0" y="67056"/>
                </a:lnTo>
                <a:lnTo>
                  <a:pt x="241" y="102108"/>
                </a:lnTo>
                <a:lnTo>
                  <a:pt x="1181" y="165455"/>
                </a:lnTo>
                <a:lnTo>
                  <a:pt x="1308" y="176212"/>
                </a:lnTo>
                <a:lnTo>
                  <a:pt x="1409" y="192024"/>
                </a:lnTo>
                <a:lnTo>
                  <a:pt x="1282" y="243586"/>
                </a:lnTo>
                <a:lnTo>
                  <a:pt x="292" y="310896"/>
                </a:lnTo>
                <a:lnTo>
                  <a:pt x="165" y="324421"/>
                </a:lnTo>
                <a:lnTo>
                  <a:pt x="0" y="350520"/>
                </a:lnTo>
                <a:lnTo>
                  <a:pt x="21336" y="338328"/>
                </a:lnTo>
                <a:lnTo>
                  <a:pt x="21336" y="312420"/>
                </a:lnTo>
                <a:lnTo>
                  <a:pt x="100584" y="312420"/>
                </a:lnTo>
                <a:lnTo>
                  <a:pt x="100584" y="344424"/>
                </a:lnTo>
                <a:lnTo>
                  <a:pt x="121920" y="332232"/>
                </a:lnTo>
                <a:lnTo>
                  <a:pt x="121361" y="312420"/>
                </a:lnTo>
                <a:lnTo>
                  <a:pt x="121170" y="305358"/>
                </a:lnTo>
                <a:lnTo>
                  <a:pt x="121145" y="303276"/>
                </a:lnTo>
                <a:lnTo>
                  <a:pt x="120726" y="269367"/>
                </a:lnTo>
                <a:lnTo>
                  <a:pt x="120599" y="243586"/>
                </a:lnTo>
                <a:lnTo>
                  <a:pt x="120446" y="196596"/>
                </a:lnTo>
                <a:lnTo>
                  <a:pt x="120434" y="187452"/>
                </a:lnTo>
                <a:lnTo>
                  <a:pt x="120396" y="99060"/>
                </a:lnTo>
                <a:lnTo>
                  <a:pt x="133451" y="89916"/>
                </a:lnTo>
                <a:lnTo>
                  <a:pt x="135636" y="88392"/>
                </a:lnTo>
                <a:close/>
              </a:path>
              <a:path w="1106804" h="363220">
                <a:moveTo>
                  <a:pt x="216408" y="207264"/>
                </a:moveTo>
                <a:lnTo>
                  <a:pt x="183946" y="165239"/>
                </a:lnTo>
                <a:lnTo>
                  <a:pt x="167640" y="152400"/>
                </a:lnTo>
                <a:lnTo>
                  <a:pt x="164592" y="156972"/>
                </a:lnTo>
                <a:lnTo>
                  <a:pt x="174015" y="171831"/>
                </a:lnTo>
                <a:lnTo>
                  <a:pt x="181737" y="186690"/>
                </a:lnTo>
                <a:lnTo>
                  <a:pt x="187731" y="201549"/>
                </a:lnTo>
                <a:lnTo>
                  <a:pt x="192024" y="216408"/>
                </a:lnTo>
                <a:lnTo>
                  <a:pt x="193548" y="230124"/>
                </a:lnTo>
                <a:lnTo>
                  <a:pt x="196596" y="237744"/>
                </a:lnTo>
                <a:lnTo>
                  <a:pt x="202692" y="237744"/>
                </a:lnTo>
                <a:lnTo>
                  <a:pt x="214884" y="225552"/>
                </a:lnTo>
                <a:lnTo>
                  <a:pt x="216408" y="219456"/>
                </a:lnTo>
                <a:lnTo>
                  <a:pt x="216408" y="207264"/>
                </a:lnTo>
                <a:close/>
              </a:path>
              <a:path w="1106804" h="363220">
                <a:moveTo>
                  <a:pt x="312420" y="91440"/>
                </a:moveTo>
                <a:lnTo>
                  <a:pt x="306324" y="85344"/>
                </a:lnTo>
                <a:lnTo>
                  <a:pt x="289560" y="68580"/>
                </a:lnTo>
                <a:lnTo>
                  <a:pt x="272796" y="85344"/>
                </a:lnTo>
                <a:lnTo>
                  <a:pt x="190500" y="85344"/>
                </a:lnTo>
                <a:lnTo>
                  <a:pt x="202450" y="60794"/>
                </a:lnTo>
                <a:lnTo>
                  <a:pt x="212979" y="42100"/>
                </a:lnTo>
                <a:lnTo>
                  <a:pt x="221780" y="29413"/>
                </a:lnTo>
                <a:lnTo>
                  <a:pt x="228600" y="22860"/>
                </a:lnTo>
                <a:lnTo>
                  <a:pt x="195072" y="3048"/>
                </a:lnTo>
                <a:lnTo>
                  <a:pt x="185928" y="40576"/>
                </a:lnTo>
                <a:lnTo>
                  <a:pt x="172212" y="79248"/>
                </a:lnTo>
                <a:lnTo>
                  <a:pt x="152590" y="119253"/>
                </a:lnTo>
                <a:lnTo>
                  <a:pt x="124968" y="166116"/>
                </a:lnTo>
                <a:lnTo>
                  <a:pt x="129540" y="169164"/>
                </a:lnTo>
                <a:lnTo>
                  <a:pt x="144373" y="152577"/>
                </a:lnTo>
                <a:lnTo>
                  <a:pt x="159067" y="134683"/>
                </a:lnTo>
                <a:lnTo>
                  <a:pt x="173469" y="115379"/>
                </a:lnTo>
                <a:lnTo>
                  <a:pt x="187452" y="94488"/>
                </a:lnTo>
                <a:lnTo>
                  <a:pt x="275844" y="94488"/>
                </a:lnTo>
                <a:lnTo>
                  <a:pt x="274459" y="171069"/>
                </a:lnTo>
                <a:lnTo>
                  <a:pt x="272796" y="229362"/>
                </a:lnTo>
                <a:lnTo>
                  <a:pt x="271119" y="269367"/>
                </a:lnTo>
                <a:lnTo>
                  <a:pt x="261937" y="310896"/>
                </a:lnTo>
                <a:lnTo>
                  <a:pt x="248412" y="316992"/>
                </a:lnTo>
                <a:lnTo>
                  <a:pt x="238975" y="316661"/>
                </a:lnTo>
                <a:lnTo>
                  <a:pt x="226695" y="315468"/>
                </a:lnTo>
                <a:lnTo>
                  <a:pt x="211543" y="313143"/>
                </a:lnTo>
                <a:lnTo>
                  <a:pt x="193548" y="309372"/>
                </a:lnTo>
                <a:lnTo>
                  <a:pt x="193548" y="316992"/>
                </a:lnTo>
                <a:lnTo>
                  <a:pt x="212979" y="324421"/>
                </a:lnTo>
                <a:lnTo>
                  <a:pt x="227838" y="332994"/>
                </a:lnTo>
                <a:lnTo>
                  <a:pt x="238125" y="342709"/>
                </a:lnTo>
                <a:lnTo>
                  <a:pt x="243840" y="353568"/>
                </a:lnTo>
                <a:lnTo>
                  <a:pt x="254190" y="349885"/>
                </a:lnTo>
                <a:lnTo>
                  <a:pt x="284035" y="324231"/>
                </a:lnTo>
                <a:lnTo>
                  <a:pt x="293344" y="282778"/>
                </a:lnTo>
                <a:lnTo>
                  <a:pt x="295465" y="241744"/>
                </a:lnTo>
                <a:lnTo>
                  <a:pt x="297294" y="181571"/>
                </a:lnTo>
                <a:lnTo>
                  <a:pt x="298704" y="102108"/>
                </a:lnTo>
                <a:lnTo>
                  <a:pt x="308495" y="94488"/>
                </a:lnTo>
                <a:lnTo>
                  <a:pt x="312420" y="91440"/>
                </a:lnTo>
                <a:close/>
              </a:path>
              <a:path w="1106804" h="363220">
                <a:moveTo>
                  <a:pt x="490728" y="21336"/>
                </a:moveTo>
                <a:lnTo>
                  <a:pt x="457200" y="0"/>
                </a:lnTo>
                <a:lnTo>
                  <a:pt x="450075" y="24320"/>
                </a:lnTo>
                <a:lnTo>
                  <a:pt x="442531" y="47053"/>
                </a:lnTo>
                <a:lnTo>
                  <a:pt x="426720" y="88392"/>
                </a:lnTo>
                <a:lnTo>
                  <a:pt x="408622" y="124968"/>
                </a:lnTo>
                <a:lnTo>
                  <a:pt x="382498" y="171792"/>
                </a:lnTo>
                <a:lnTo>
                  <a:pt x="353568" y="213360"/>
                </a:lnTo>
                <a:lnTo>
                  <a:pt x="358140" y="217932"/>
                </a:lnTo>
                <a:lnTo>
                  <a:pt x="375297" y="201129"/>
                </a:lnTo>
                <a:lnTo>
                  <a:pt x="392620" y="180594"/>
                </a:lnTo>
                <a:lnTo>
                  <a:pt x="410210" y="156641"/>
                </a:lnTo>
                <a:lnTo>
                  <a:pt x="428244" y="129540"/>
                </a:lnTo>
                <a:lnTo>
                  <a:pt x="428142" y="316877"/>
                </a:lnTo>
                <a:lnTo>
                  <a:pt x="428053" y="325564"/>
                </a:lnTo>
                <a:lnTo>
                  <a:pt x="427596" y="341972"/>
                </a:lnTo>
                <a:lnTo>
                  <a:pt x="426720" y="359664"/>
                </a:lnTo>
                <a:lnTo>
                  <a:pt x="451104" y="348996"/>
                </a:lnTo>
                <a:lnTo>
                  <a:pt x="450862" y="335305"/>
                </a:lnTo>
                <a:lnTo>
                  <a:pt x="449808" y="308495"/>
                </a:lnTo>
                <a:lnTo>
                  <a:pt x="449694" y="302133"/>
                </a:lnTo>
                <a:lnTo>
                  <a:pt x="449580" y="131064"/>
                </a:lnTo>
                <a:lnTo>
                  <a:pt x="451104" y="129540"/>
                </a:lnTo>
                <a:lnTo>
                  <a:pt x="460248" y="120396"/>
                </a:lnTo>
                <a:lnTo>
                  <a:pt x="438912" y="106680"/>
                </a:lnTo>
                <a:lnTo>
                  <a:pt x="445528" y="94729"/>
                </a:lnTo>
                <a:lnTo>
                  <a:pt x="451866" y="81915"/>
                </a:lnTo>
                <a:lnTo>
                  <a:pt x="471652" y="42341"/>
                </a:lnTo>
                <a:lnTo>
                  <a:pt x="484746" y="25298"/>
                </a:lnTo>
                <a:lnTo>
                  <a:pt x="490728" y="21336"/>
                </a:lnTo>
                <a:close/>
              </a:path>
              <a:path w="1106804" h="363220">
                <a:moveTo>
                  <a:pt x="684276" y="70104"/>
                </a:moveTo>
                <a:lnTo>
                  <a:pt x="641096" y="36271"/>
                </a:lnTo>
                <a:lnTo>
                  <a:pt x="615696" y="27432"/>
                </a:lnTo>
                <a:lnTo>
                  <a:pt x="614172" y="33528"/>
                </a:lnTo>
                <a:lnTo>
                  <a:pt x="629031" y="45821"/>
                </a:lnTo>
                <a:lnTo>
                  <a:pt x="641604" y="57531"/>
                </a:lnTo>
                <a:lnTo>
                  <a:pt x="651891" y="68681"/>
                </a:lnTo>
                <a:lnTo>
                  <a:pt x="659892" y="79248"/>
                </a:lnTo>
                <a:lnTo>
                  <a:pt x="662940" y="88392"/>
                </a:lnTo>
                <a:lnTo>
                  <a:pt x="667512" y="92964"/>
                </a:lnTo>
                <a:lnTo>
                  <a:pt x="673608" y="92964"/>
                </a:lnTo>
                <a:lnTo>
                  <a:pt x="676656" y="89916"/>
                </a:lnTo>
                <a:lnTo>
                  <a:pt x="682752" y="80772"/>
                </a:lnTo>
                <a:lnTo>
                  <a:pt x="684276" y="76200"/>
                </a:lnTo>
                <a:lnTo>
                  <a:pt x="684276" y="70104"/>
                </a:lnTo>
                <a:close/>
              </a:path>
              <a:path w="1106804" h="363220">
                <a:moveTo>
                  <a:pt x="710184" y="358140"/>
                </a:moveTo>
                <a:lnTo>
                  <a:pt x="708660" y="352044"/>
                </a:lnTo>
                <a:lnTo>
                  <a:pt x="706386" y="346049"/>
                </a:lnTo>
                <a:lnTo>
                  <a:pt x="704278" y="339471"/>
                </a:lnTo>
                <a:lnTo>
                  <a:pt x="702437" y="332333"/>
                </a:lnTo>
                <a:lnTo>
                  <a:pt x="701040" y="324612"/>
                </a:lnTo>
                <a:lnTo>
                  <a:pt x="700557" y="316877"/>
                </a:lnTo>
                <a:lnTo>
                  <a:pt x="700468" y="314947"/>
                </a:lnTo>
                <a:lnTo>
                  <a:pt x="701040" y="300799"/>
                </a:lnTo>
                <a:lnTo>
                  <a:pt x="702754" y="281546"/>
                </a:lnTo>
                <a:lnTo>
                  <a:pt x="705612" y="257556"/>
                </a:lnTo>
                <a:lnTo>
                  <a:pt x="699516" y="257556"/>
                </a:lnTo>
                <a:lnTo>
                  <a:pt x="679704" y="324612"/>
                </a:lnTo>
                <a:lnTo>
                  <a:pt x="663105" y="314947"/>
                </a:lnTo>
                <a:lnTo>
                  <a:pt x="647509" y="302133"/>
                </a:lnTo>
                <a:lnTo>
                  <a:pt x="618744" y="268224"/>
                </a:lnTo>
                <a:lnTo>
                  <a:pt x="595884" y="214693"/>
                </a:lnTo>
                <a:lnTo>
                  <a:pt x="582371" y="138684"/>
                </a:lnTo>
                <a:lnTo>
                  <a:pt x="582168" y="137160"/>
                </a:lnTo>
                <a:lnTo>
                  <a:pt x="705612" y="129540"/>
                </a:lnTo>
                <a:lnTo>
                  <a:pt x="703808" y="128016"/>
                </a:lnTo>
                <a:lnTo>
                  <a:pt x="675132" y="103632"/>
                </a:lnTo>
                <a:lnTo>
                  <a:pt x="655320" y="123444"/>
                </a:lnTo>
                <a:lnTo>
                  <a:pt x="580644" y="128016"/>
                </a:lnTo>
                <a:lnTo>
                  <a:pt x="578612" y="111429"/>
                </a:lnTo>
                <a:lnTo>
                  <a:pt x="577024" y="91249"/>
                </a:lnTo>
                <a:lnTo>
                  <a:pt x="575703" y="67373"/>
                </a:lnTo>
                <a:lnTo>
                  <a:pt x="574548" y="39624"/>
                </a:lnTo>
                <a:lnTo>
                  <a:pt x="588264" y="28956"/>
                </a:lnTo>
                <a:lnTo>
                  <a:pt x="550164" y="10668"/>
                </a:lnTo>
                <a:lnTo>
                  <a:pt x="551268" y="24320"/>
                </a:lnTo>
                <a:lnTo>
                  <a:pt x="552259" y="38100"/>
                </a:lnTo>
                <a:lnTo>
                  <a:pt x="552932" y="51650"/>
                </a:lnTo>
                <a:lnTo>
                  <a:pt x="553212" y="65532"/>
                </a:lnTo>
                <a:lnTo>
                  <a:pt x="554355" y="78968"/>
                </a:lnTo>
                <a:lnTo>
                  <a:pt x="555066" y="88392"/>
                </a:lnTo>
                <a:lnTo>
                  <a:pt x="556641" y="110972"/>
                </a:lnTo>
                <a:lnTo>
                  <a:pt x="557784" y="129540"/>
                </a:lnTo>
                <a:lnTo>
                  <a:pt x="467868" y="134112"/>
                </a:lnTo>
                <a:lnTo>
                  <a:pt x="483108" y="146304"/>
                </a:lnTo>
                <a:lnTo>
                  <a:pt x="496824" y="141732"/>
                </a:lnTo>
                <a:lnTo>
                  <a:pt x="559308" y="138684"/>
                </a:lnTo>
                <a:lnTo>
                  <a:pt x="565594" y="181000"/>
                </a:lnTo>
                <a:lnTo>
                  <a:pt x="573024" y="216598"/>
                </a:lnTo>
                <a:lnTo>
                  <a:pt x="591312" y="268224"/>
                </a:lnTo>
                <a:lnTo>
                  <a:pt x="613029" y="302704"/>
                </a:lnTo>
                <a:lnTo>
                  <a:pt x="641604" y="329184"/>
                </a:lnTo>
                <a:lnTo>
                  <a:pt x="677811" y="353187"/>
                </a:lnTo>
                <a:lnTo>
                  <a:pt x="696468" y="358140"/>
                </a:lnTo>
                <a:lnTo>
                  <a:pt x="701040" y="359664"/>
                </a:lnTo>
                <a:lnTo>
                  <a:pt x="708660" y="359664"/>
                </a:lnTo>
                <a:lnTo>
                  <a:pt x="710184" y="358140"/>
                </a:lnTo>
                <a:close/>
              </a:path>
              <a:path w="1106804" h="363220">
                <a:moveTo>
                  <a:pt x="870191" y="22860"/>
                </a:moveTo>
                <a:lnTo>
                  <a:pt x="836663" y="3048"/>
                </a:lnTo>
                <a:lnTo>
                  <a:pt x="829792" y="27559"/>
                </a:lnTo>
                <a:lnTo>
                  <a:pt x="822756" y="50482"/>
                </a:lnTo>
                <a:lnTo>
                  <a:pt x="807707" y="89916"/>
                </a:lnTo>
                <a:lnTo>
                  <a:pt x="784999" y="137718"/>
                </a:lnTo>
                <a:lnTo>
                  <a:pt x="762177" y="173736"/>
                </a:lnTo>
                <a:lnTo>
                  <a:pt x="748271" y="192024"/>
                </a:lnTo>
                <a:lnTo>
                  <a:pt x="752843" y="196596"/>
                </a:lnTo>
                <a:lnTo>
                  <a:pt x="765987" y="184073"/>
                </a:lnTo>
                <a:lnTo>
                  <a:pt x="780275" y="167259"/>
                </a:lnTo>
                <a:lnTo>
                  <a:pt x="795705" y="146456"/>
                </a:lnTo>
                <a:lnTo>
                  <a:pt x="812279" y="121920"/>
                </a:lnTo>
                <a:lnTo>
                  <a:pt x="812279" y="273113"/>
                </a:lnTo>
                <a:lnTo>
                  <a:pt x="811326" y="313753"/>
                </a:lnTo>
                <a:lnTo>
                  <a:pt x="809231" y="358140"/>
                </a:lnTo>
                <a:lnTo>
                  <a:pt x="835139" y="345948"/>
                </a:lnTo>
                <a:lnTo>
                  <a:pt x="834263" y="329145"/>
                </a:lnTo>
                <a:lnTo>
                  <a:pt x="833831" y="311708"/>
                </a:lnTo>
                <a:lnTo>
                  <a:pt x="833742" y="303161"/>
                </a:lnTo>
                <a:lnTo>
                  <a:pt x="833615" y="128016"/>
                </a:lnTo>
                <a:lnTo>
                  <a:pt x="839711" y="121920"/>
                </a:lnTo>
                <a:lnTo>
                  <a:pt x="842759" y="118872"/>
                </a:lnTo>
                <a:lnTo>
                  <a:pt x="821423" y="106680"/>
                </a:lnTo>
                <a:lnTo>
                  <a:pt x="833120" y="80657"/>
                </a:lnTo>
                <a:lnTo>
                  <a:pt x="842949" y="59626"/>
                </a:lnTo>
                <a:lnTo>
                  <a:pt x="850785" y="43459"/>
                </a:lnTo>
                <a:lnTo>
                  <a:pt x="856475" y="32004"/>
                </a:lnTo>
                <a:lnTo>
                  <a:pt x="870191" y="22860"/>
                </a:lnTo>
                <a:close/>
              </a:path>
              <a:path w="1106804" h="363220">
                <a:moveTo>
                  <a:pt x="950963" y="153924"/>
                </a:moveTo>
                <a:lnTo>
                  <a:pt x="915911" y="137160"/>
                </a:lnTo>
                <a:lnTo>
                  <a:pt x="915606" y="181737"/>
                </a:lnTo>
                <a:lnTo>
                  <a:pt x="914577" y="217170"/>
                </a:lnTo>
                <a:lnTo>
                  <a:pt x="909815" y="260604"/>
                </a:lnTo>
                <a:lnTo>
                  <a:pt x="895032" y="296405"/>
                </a:lnTo>
                <a:lnTo>
                  <a:pt x="870191" y="327088"/>
                </a:lnTo>
                <a:lnTo>
                  <a:pt x="842759" y="348996"/>
                </a:lnTo>
                <a:lnTo>
                  <a:pt x="845807" y="353568"/>
                </a:lnTo>
                <a:lnTo>
                  <a:pt x="882573" y="330708"/>
                </a:lnTo>
                <a:lnTo>
                  <a:pt x="915301" y="295871"/>
                </a:lnTo>
                <a:lnTo>
                  <a:pt x="931151" y="254508"/>
                </a:lnTo>
                <a:lnTo>
                  <a:pt x="935913" y="215836"/>
                </a:lnTo>
                <a:lnTo>
                  <a:pt x="937247" y="164592"/>
                </a:lnTo>
                <a:lnTo>
                  <a:pt x="950963" y="153924"/>
                </a:lnTo>
                <a:close/>
              </a:path>
              <a:path w="1106804" h="363220">
                <a:moveTo>
                  <a:pt x="1034783" y="152400"/>
                </a:moveTo>
                <a:lnTo>
                  <a:pt x="999731" y="135636"/>
                </a:lnTo>
                <a:lnTo>
                  <a:pt x="1000594" y="150495"/>
                </a:lnTo>
                <a:lnTo>
                  <a:pt x="1001001" y="164592"/>
                </a:lnTo>
                <a:lnTo>
                  <a:pt x="1001090" y="169164"/>
                </a:lnTo>
                <a:lnTo>
                  <a:pt x="1001217" y="181737"/>
                </a:lnTo>
                <a:lnTo>
                  <a:pt x="1001166" y="319278"/>
                </a:lnTo>
                <a:lnTo>
                  <a:pt x="1001039" y="329145"/>
                </a:lnTo>
                <a:lnTo>
                  <a:pt x="1000569" y="345948"/>
                </a:lnTo>
                <a:lnTo>
                  <a:pt x="999731" y="362712"/>
                </a:lnTo>
                <a:lnTo>
                  <a:pt x="1022591" y="350520"/>
                </a:lnTo>
                <a:lnTo>
                  <a:pt x="1022362" y="334543"/>
                </a:lnTo>
                <a:lnTo>
                  <a:pt x="1021308" y="303161"/>
                </a:lnTo>
                <a:lnTo>
                  <a:pt x="1021194" y="295871"/>
                </a:lnTo>
                <a:lnTo>
                  <a:pt x="1021067" y="164592"/>
                </a:lnTo>
                <a:lnTo>
                  <a:pt x="1034783" y="152400"/>
                </a:lnTo>
                <a:close/>
              </a:path>
              <a:path w="1106804" h="363220">
                <a:moveTo>
                  <a:pt x="1106411" y="140208"/>
                </a:moveTo>
                <a:lnTo>
                  <a:pt x="1066596" y="126301"/>
                </a:lnTo>
                <a:lnTo>
                  <a:pt x="1030211" y="102108"/>
                </a:lnTo>
                <a:lnTo>
                  <a:pt x="999540" y="70485"/>
                </a:lnTo>
                <a:lnTo>
                  <a:pt x="977315" y="39624"/>
                </a:lnTo>
                <a:lnTo>
                  <a:pt x="972299" y="32004"/>
                </a:lnTo>
                <a:lnTo>
                  <a:pt x="986015" y="22860"/>
                </a:lnTo>
                <a:lnTo>
                  <a:pt x="954011" y="3048"/>
                </a:lnTo>
                <a:lnTo>
                  <a:pt x="946010" y="27889"/>
                </a:lnTo>
                <a:lnTo>
                  <a:pt x="935748" y="51968"/>
                </a:lnTo>
                <a:lnTo>
                  <a:pt x="908291" y="97536"/>
                </a:lnTo>
                <a:lnTo>
                  <a:pt x="877430" y="138493"/>
                </a:lnTo>
                <a:lnTo>
                  <a:pt x="844283" y="169164"/>
                </a:lnTo>
                <a:lnTo>
                  <a:pt x="847331" y="173736"/>
                </a:lnTo>
                <a:lnTo>
                  <a:pt x="881240" y="148590"/>
                </a:lnTo>
                <a:lnTo>
                  <a:pt x="912863" y="118872"/>
                </a:lnTo>
                <a:lnTo>
                  <a:pt x="941438" y="83820"/>
                </a:lnTo>
                <a:lnTo>
                  <a:pt x="967727" y="39624"/>
                </a:lnTo>
                <a:lnTo>
                  <a:pt x="988301" y="77343"/>
                </a:lnTo>
                <a:lnTo>
                  <a:pt x="1013447" y="110490"/>
                </a:lnTo>
                <a:lnTo>
                  <a:pt x="1043165" y="139065"/>
                </a:lnTo>
                <a:lnTo>
                  <a:pt x="1077455" y="163068"/>
                </a:lnTo>
                <a:lnTo>
                  <a:pt x="1081125" y="155930"/>
                </a:lnTo>
                <a:lnTo>
                  <a:pt x="1087361" y="150495"/>
                </a:lnTo>
                <a:lnTo>
                  <a:pt x="1095895" y="146786"/>
                </a:lnTo>
                <a:lnTo>
                  <a:pt x="1106411" y="144780"/>
                </a:lnTo>
                <a:lnTo>
                  <a:pt x="1106411" y="14020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" name="object 30"/>
          <p:cNvSpPr/>
          <p:nvPr/>
        </p:nvSpPr>
        <p:spPr>
          <a:xfrm>
            <a:off x="8790432" y="3346703"/>
            <a:ext cx="53975" cy="172720"/>
          </a:xfrm>
          <a:custGeom>
            <a:avLst/>
            <a:gdLst/>
            <a:ahLst/>
            <a:cxnLst/>
            <a:rect l="l" t="t" r="r" b="b"/>
            <a:pathLst>
              <a:path w="53975" h="172720">
                <a:moveTo>
                  <a:pt x="10668" y="172212"/>
                </a:moveTo>
                <a:lnTo>
                  <a:pt x="7620" y="172212"/>
                </a:lnTo>
                <a:lnTo>
                  <a:pt x="7620" y="170688"/>
                </a:lnTo>
                <a:lnTo>
                  <a:pt x="9144" y="169164"/>
                </a:lnTo>
                <a:lnTo>
                  <a:pt x="12192" y="167640"/>
                </a:lnTo>
                <a:lnTo>
                  <a:pt x="16764" y="164592"/>
                </a:lnTo>
                <a:lnTo>
                  <a:pt x="21336" y="160020"/>
                </a:lnTo>
                <a:lnTo>
                  <a:pt x="24384" y="155448"/>
                </a:lnTo>
                <a:lnTo>
                  <a:pt x="28956" y="150876"/>
                </a:lnTo>
                <a:lnTo>
                  <a:pt x="30480" y="143256"/>
                </a:lnTo>
                <a:lnTo>
                  <a:pt x="33528" y="134112"/>
                </a:lnTo>
                <a:lnTo>
                  <a:pt x="19812" y="134112"/>
                </a:lnTo>
                <a:lnTo>
                  <a:pt x="10668" y="131064"/>
                </a:lnTo>
                <a:lnTo>
                  <a:pt x="7620" y="128016"/>
                </a:lnTo>
                <a:lnTo>
                  <a:pt x="6096" y="123444"/>
                </a:lnTo>
                <a:lnTo>
                  <a:pt x="3048" y="120396"/>
                </a:lnTo>
                <a:lnTo>
                  <a:pt x="3048" y="111252"/>
                </a:lnTo>
                <a:lnTo>
                  <a:pt x="6096" y="102108"/>
                </a:lnTo>
                <a:lnTo>
                  <a:pt x="7620" y="99060"/>
                </a:lnTo>
                <a:lnTo>
                  <a:pt x="10668" y="96012"/>
                </a:lnTo>
                <a:lnTo>
                  <a:pt x="16764" y="92964"/>
                </a:lnTo>
                <a:lnTo>
                  <a:pt x="21336" y="91440"/>
                </a:lnTo>
                <a:lnTo>
                  <a:pt x="22860" y="89916"/>
                </a:lnTo>
                <a:lnTo>
                  <a:pt x="28956" y="89916"/>
                </a:lnTo>
                <a:lnTo>
                  <a:pt x="32004" y="91440"/>
                </a:lnTo>
                <a:lnTo>
                  <a:pt x="41148" y="94488"/>
                </a:lnTo>
                <a:lnTo>
                  <a:pt x="45720" y="97536"/>
                </a:lnTo>
                <a:lnTo>
                  <a:pt x="48768" y="103632"/>
                </a:lnTo>
                <a:lnTo>
                  <a:pt x="51816" y="108204"/>
                </a:lnTo>
                <a:lnTo>
                  <a:pt x="53340" y="114300"/>
                </a:lnTo>
                <a:lnTo>
                  <a:pt x="53340" y="123444"/>
                </a:lnTo>
                <a:lnTo>
                  <a:pt x="51816" y="131064"/>
                </a:lnTo>
                <a:lnTo>
                  <a:pt x="48768" y="140208"/>
                </a:lnTo>
                <a:lnTo>
                  <a:pt x="47244" y="147828"/>
                </a:lnTo>
                <a:lnTo>
                  <a:pt x="42672" y="155448"/>
                </a:lnTo>
                <a:lnTo>
                  <a:pt x="35052" y="161544"/>
                </a:lnTo>
                <a:lnTo>
                  <a:pt x="27432" y="166116"/>
                </a:lnTo>
                <a:lnTo>
                  <a:pt x="21336" y="170688"/>
                </a:lnTo>
                <a:lnTo>
                  <a:pt x="15240" y="170688"/>
                </a:lnTo>
                <a:lnTo>
                  <a:pt x="10668" y="172212"/>
                </a:lnTo>
                <a:close/>
              </a:path>
              <a:path w="53975" h="172720">
                <a:moveTo>
                  <a:pt x="30480" y="51816"/>
                </a:moveTo>
                <a:lnTo>
                  <a:pt x="22860" y="51816"/>
                </a:lnTo>
                <a:lnTo>
                  <a:pt x="16764" y="50292"/>
                </a:lnTo>
                <a:lnTo>
                  <a:pt x="10668" y="45720"/>
                </a:lnTo>
                <a:lnTo>
                  <a:pt x="3048" y="41148"/>
                </a:lnTo>
                <a:lnTo>
                  <a:pt x="0" y="35052"/>
                </a:lnTo>
                <a:lnTo>
                  <a:pt x="0" y="24384"/>
                </a:lnTo>
                <a:lnTo>
                  <a:pt x="21336" y="0"/>
                </a:lnTo>
                <a:lnTo>
                  <a:pt x="30480" y="0"/>
                </a:lnTo>
                <a:lnTo>
                  <a:pt x="42672" y="3048"/>
                </a:lnTo>
                <a:lnTo>
                  <a:pt x="50292" y="4572"/>
                </a:lnTo>
                <a:lnTo>
                  <a:pt x="53340" y="12192"/>
                </a:lnTo>
                <a:lnTo>
                  <a:pt x="53392" y="24384"/>
                </a:lnTo>
                <a:lnTo>
                  <a:pt x="53625" y="31170"/>
                </a:lnTo>
                <a:lnTo>
                  <a:pt x="52197" y="37909"/>
                </a:lnTo>
                <a:lnTo>
                  <a:pt x="49053" y="43219"/>
                </a:lnTo>
                <a:lnTo>
                  <a:pt x="44196" y="47244"/>
                </a:lnTo>
                <a:lnTo>
                  <a:pt x="36576" y="50292"/>
                </a:lnTo>
                <a:lnTo>
                  <a:pt x="30480" y="5181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31" name="object 31"/>
          <p:cNvGrpSpPr/>
          <p:nvPr/>
        </p:nvGrpSpPr>
        <p:grpSpPr>
          <a:xfrm>
            <a:off x="2359151" y="6438900"/>
            <a:ext cx="3613785" cy="760730"/>
            <a:chOff x="2359151" y="6438900"/>
            <a:chExt cx="3613785" cy="760730"/>
          </a:xfrm>
        </p:grpSpPr>
        <p:sp>
          <p:nvSpPr>
            <p:cNvPr id="32" name="object 32"/>
            <p:cNvSpPr/>
            <p:nvPr/>
          </p:nvSpPr>
          <p:spPr>
            <a:xfrm>
              <a:off x="2359151" y="6438900"/>
              <a:ext cx="3613785" cy="760730"/>
            </a:xfrm>
            <a:custGeom>
              <a:avLst/>
              <a:gdLst/>
              <a:ahLst/>
              <a:cxnLst/>
              <a:rect l="l" t="t" r="r" b="b"/>
              <a:pathLst>
                <a:path w="3613785" h="760729">
                  <a:moveTo>
                    <a:pt x="3613403" y="760476"/>
                  </a:moveTo>
                  <a:lnTo>
                    <a:pt x="0" y="760476"/>
                  </a:lnTo>
                  <a:lnTo>
                    <a:pt x="0" y="0"/>
                  </a:lnTo>
                  <a:lnTo>
                    <a:pt x="3613403" y="0"/>
                  </a:lnTo>
                  <a:lnTo>
                    <a:pt x="3613403" y="760476"/>
                  </a:lnTo>
                  <a:close/>
                </a:path>
              </a:pathLst>
            </a:custGeom>
            <a:solidFill>
              <a:srgbClr val="BFBFB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33" name="object 33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2578607" y="6608064"/>
              <a:ext cx="242316" cy="144779"/>
            </a:xfrm>
            <a:prstGeom prst="rect">
              <a:avLst/>
            </a:prstGeom>
          </p:spPr>
        </p:pic>
        <p:pic>
          <p:nvPicPr>
            <p:cNvPr id="34" name="object 34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2840735" y="6647687"/>
              <a:ext cx="117348" cy="102107"/>
            </a:xfrm>
            <a:prstGeom prst="rect">
              <a:avLst/>
            </a:prstGeom>
          </p:spPr>
        </p:pic>
        <p:pic>
          <p:nvPicPr>
            <p:cNvPr id="35" name="object 35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3112007" y="6608064"/>
              <a:ext cx="105156" cy="141732"/>
            </a:xfrm>
            <a:prstGeom prst="rect">
              <a:avLst/>
            </a:prstGeom>
          </p:spPr>
        </p:pic>
        <p:pic>
          <p:nvPicPr>
            <p:cNvPr id="36" name="object 36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3369563" y="6653784"/>
              <a:ext cx="126492" cy="64008"/>
            </a:xfrm>
            <a:prstGeom prst="rect">
              <a:avLst/>
            </a:prstGeom>
          </p:spPr>
        </p:pic>
        <p:pic>
          <p:nvPicPr>
            <p:cNvPr id="37" name="object 37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3651504" y="6605016"/>
              <a:ext cx="97536" cy="144779"/>
            </a:xfrm>
            <a:prstGeom prst="rect">
              <a:avLst/>
            </a:prstGeom>
          </p:spPr>
        </p:pic>
        <p:pic>
          <p:nvPicPr>
            <p:cNvPr id="38" name="object 38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3916680" y="6615684"/>
              <a:ext cx="242316" cy="137160"/>
            </a:xfrm>
            <a:prstGeom prst="rect">
              <a:avLst/>
            </a:prstGeom>
          </p:spPr>
        </p:pic>
        <p:pic>
          <p:nvPicPr>
            <p:cNvPr id="39" name="object 39"/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4306824" y="6647687"/>
              <a:ext cx="123444" cy="102107"/>
            </a:xfrm>
            <a:prstGeom prst="rect">
              <a:avLst/>
            </a:prstGeom>
          </p:spPr>
        </p:pic>
        <p:pic>
          <p:nvPicPr>
            <p:cNvPr id="40" name="object 40"/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2977896" y="6885432"/>
              <a:ext cx="105156" cy="141732"/>
            </a:xfrm>
            <a:prstGeom prst="rect">
              <a:avLst/>
            </a:prstGeom>
          </p:spPr>
        </p:pic>
        <p:pic>
          <p:nvPicPr>
            <p:cNvPr id="41" name="object 41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3102864" y="6925055"/>
              <a:ext cx="387095" cy="106680"/>
            </a:xfrm>
            <a:prstGeom prst="rect">
              <a:avLst/>
            </a:prstGeom>
          </p:spPr>
        </p:pic>
        <p:pic>
          <p:nvPicPr>
            <p:cNvPr id="42" name="object 42"/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3511295" y="6925055"/>
              <a:ext cx="117348" cy="102107"/>
            </a:xfrm>
            <a:prstGeom prst="rect">
              <a:avLst/>
            </a:prstGeom>
          </p:spPr>
        </p:pic>
        <p:pic>
          <p:nvPicPr>
            <p:cNvPr id="43" name="object 43"/>
            <p:cNvPicPr/>
            <p:nvPr/>
          </p:nvPicPr>
          <p:blipFill>
            <a:blip r:embed="rId14" cstate="print"/>
            <a:stretch>
              <a:fillRect/>
            </a:stretch>
          </p:blipFill>
          <p:spPr>
            <a:xfrm>
              <a:off x="3649980" y="6925056"/>
              <a:ext cx="102108" cy="106679"/>
            </a:xfrm>
            <a:prstGeom prst="rect">
              <a:avLst/>
            </a:prstGeom>
          </p:spPr>
        </p:pic>
        <p:pic>
          <p:nvPicPr>
            <p:cNvPr id="44" name="object 44"/>
            <p:cNvPicPr/>
            <p:nvPr/>
          </p:nvPicPr>
          <p:blipFill>
            <a:blip r:embed="rId15" cstate="print"/>
            <a:stretch>
              <a:fillRect/>
            </a:stretch>
          </p:blipFill>
          <p:spPr>
            <a:xfrm>
              <a:off x="3774948" y="6925056"/>
              <a:ext cx="117348" cy="106680"/>
            </a:xfrm>
            <a:prstGeom prst="rect">
              <a:avLst/>
            </a:prstGeom>
          </p:spPr>
        </p:pic>
        <p:sp>
          <p:nvSpPr>
            <p:cNvPr id="45" name="object 45"/>
            <p:cNvSpPr/>
            <p:nvPr/>
          </p:nvSpPr>
          <p:spPr>
            <a:xfrm>
              <a:off x="3957828" y="6885432"/>
              <a:ext cx="52069" cy="177165"/>
            </a:xfrm>
            <a:custGeom>
              <a:avLst/>
              <a:gdLst/>
              <a:ahLst/>
              <a:cxnLst/>
              <a:rect l="l" t="t" r="r" b="b"/>
              <a:pathLst>
                <a:path w="52070" h="177165">
                  <a:moveTo>
                    <a:pt x="45720" y="176783"/>
                  </a:moveTo>
                  <a:lnTo>
                    <a:pt x="0" y="176783"/>
                  </a:lnTo>
                  <a:lnTo>
                    <a:pt x="0" y="0"/>
                  </a:lnTo>
                  <a:lnTo>
                    <a:pt x="41148" y="0"/>
                  </a:lnTo>
                  <a:lnTo>
                    <a:pt x="45720" y="1523"/>
                  </a:lnTo>
                  <a:lnTo>
                    <a:pt x="50292" y="6095"/>
                  </a:lnTo>
                  <a:lnTo>
                    <a:pt x="51816" y="9143"/>
                  </a:lnTo>
                  <a:lnTo>
                    <a:pt x="51816" y="15239"/>
                  </a:lnTo>
                  <a:lnTo>
                    <a:pt x="50292" y="18287"/>
                  </a:lnTo>
                  <a:lnTo>
                    <a:pt x="47244" y="19811"/>
                  </a:lnTo>
                  <a:lnTo>
                    <a:pt x="45720" y="21335"/>
                  </a:lnTo>
                  <a:lnTo>
                    <a:pt x="41148" y="22859"/>
                  </a:lnTo>
                  <a:lnTo>
                    <a:pt x="22860" y="22859"/>
                  </a:lnTo>
                  <a:lnTo>
                    <a:pt x="22860" y="155447"/>
                  </a:lnTo>
                  <a:lnTo>
                    <a:pt x="45720" y="155447"/>
                  </a:lnTo>
                  <a:lnTo>
                    <a:pt x="47244" y="158495"/>
                  </a:lnTo>
                  <a:lnTo>
                    <a:pt x="50292" y="160019"/>
                  </a:lnTo>
                  <a:lnTo>
                    <a:pt x="51816" y="163067"/>
                  </a:lnTo>
                  <a:lnTo>
                    <a:pt x="51816" y="169163"/>
                  </a:lnTo>
                  <a:lnTo>
                    <a:pt x="50292" y="172211"/>
                  </a:lnTo>
                  <a:lnTo>
                    <a:pt x="47244" y="173735"/>
                  </a:lnTo>
                  <a:lnTo>
                    <a:pt x="45720" y="176783"/>
                  </a:lnTo>
                  <a:close/>
                </a:path>
              </a:pathLst>
            </a:custGeom>
            <a:solidFill>
              <a:srgbClr val="1C1C1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46" name="object 46"/>
            <p:cNvPicPr/>
            <p:nvPr/>
          </p:nvPicPr>
          <p:blipFill>
            <a:blip r:embed="rId16" cstate="print"/>
            <a:stretch>
              <a:fillRect/>
            </a:stretch>
          </p:blipFill>
          <p:spPr>
            <a:xfrm>
              <a:off x="4034027" y="6925055"/>
              <a:ext cx="394715" cy="149352"/>
            </a:xfrm>
            <a:prstGeom prst="rect">
              <a:avLst/>
            </a:prstGeom>
          </p:spPr>
        </p:pic>
        <p:pic>
          <p:nvPicPr>
            <p:cNvPr id="47" name="object 47"/>
            <p:cNvPicPr/>
            <p:nvPr/>
          </p:nvPicPr>
          <p:blipFill>
            <a:blip r:embed="rId17" cstate="print"/>
            <a:stretch>
              <a:fillRect/>
            </a:stretch>
          </p:blipFill>
          <p:spPr>
            <a:xfrm>
              <a:off x="4459223" y="6885432"/>
              <a:ext cx="111251" cy="141731"/>
            </a:xfrm>
            <a:prstGeom prst="rect">
              <a:avLst/>
            </a:prstGeom>
          </p:spPr>
        </p:pic>
        <p:sp>
          <p:nvSpPr>
            <p:cNvPr id="48" name="object 48"/>
            <p:cNvSpPr/>
            <p:nvPr/>
          </p:nvSpPr>
          <p:spPr>
            <a:xfrm>
              <a:off x="4631436" y="6885432"/>
              <a:ext cx="52069" cy="177165"/>
            </a:xfrm>
            <a:custGeom>
              <a:avLst/>
              <a:gdLst/>
              <a:ahLst/>
              <a:cxnLst/>
              <a:rect l="l" t="t" r="r" b="b"/>
              <a:pathLst>
                <a:path w="52070" h="177165">
                  <a:moveTo>
                    <a:pt x="45720" y="176783"/>
                  </a:moveTo>
                  <a:lnTo>
                    <a:pt x="0" y="176783"/>
                  </a:lnTo>
                  <a:lnTo>
                    <a:pt x="0" y="0"/>
                  </a:lnTo>
                  <a:lnTo>
                    <a:pt x="42672" y="0"/>
                  </a:lnTo>
                  <a:lnTo>
                    <a:pt x="48768" y="3047"/>
                  </a:lnTo>
                  <a:lnTo>
                    <a:pt x="51816" y="9143"/>
                  </a:lnTo>
                  <a:lnTo>
                    <a:pt x="51816" y="15239"/>
                  </a:lnTo>
                  <a:lnTo>
                    <a:pt x="50292" y="18287"/>
                  </a:lnTo>
                  <a:lnTo>
                    <a:pt x="48768" y="19811"/>
                  </a:lnTo>
                  <a:lnTo>
                    <a:pt x="42672" y="22859"/>
                  </a:lnTo>
                  <a:lnTo>
                    <a:pt x="22860" y="22859"/>
                  </a:lnTo>
                  <a:lnTo>
                    <a:pt x="22860" y="155447"/>
                  </a:lnTo>
                  <a:lnTo>
                    <a:pt x="45720" y="155447"/>
                  </a:lnTo>
                  <a:lnTo>
                    <a:pt x="50292" y="160019"/>
                  </a:lnTo>
                  <a:lnTo>
                    <a:pt x="51816" y="163067"/>
                  </a:lnTo>
                  <a:lnTo>
                    <a:pt x="51816" y="169163"/>
                  </a:lnTo>
                  <a:lnTo>
                    <a:pt x="50292" y="172211"/>
                  </a:lnTo>
                  <a:lnTo>
                    <a:pt x="45720" y="176783"/>
                  </a:lnTo>
                  <a:close/>
                </a:path>
              </a:pathLst>
            </a:custGeom>
            <a:solidFill>
              <a:srgbClr val="1C1C1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49" name="object 49"/>
            <p:cNvPicPr/>
            <p:nvPr/>
          </p:nvPicPr>
          <p:blipFill>
            <a:blip r:embed="rId18" cstate="print"/>
            <a:stretch>
              <a:fillRect/>
            </a:stretch>
          </p:blipFill>
          <p:spPr>
            <a:xfrm>
              <a:off x="4724400" y="6885432"/>
              <a:ext cx="106680" cy="141732"/>
            </a:xfrm>
            <a:prstGeom prst="rect">
              <a:avLst/>
            </a:prstGeom>
          </p:spPr>
        </p:pic>
        <p:sp>
          <p:nvSpPr>
            <p:cNvPr id="50" name="object 50"/>
            <p:cNvSpPr/>
            <p:nvPr/>
          </p:nvSpPr>
          <p:spPr>
            <a:xfrm>
              <a:off x="4872215" y="6885444"/>
              <a:ext cx="186055" cy="177165"/>
            </a:xfrm>
            <a:custGeom>
              <a:avLst/>
              <a:gdLst/>
              <a:ahLst/>
              <a:cxnLst/>
              <a:rect l="l" t="t" r="r" b="b"/>
              <a:pathLst>
                <a:path w="186054" h="177165">
                  <a:moveTo>
                    <a:pt x="50292" y="0"/>
                  </a:moveTo>
                  <a:lnTo>
                    <a:pt x="9144" y="0"/>
                  </a:lnTo>
                  <a:lnTo>
                    <a:pt x="3048" y="3048"/>
                  </a:lnTo>
                  <a:lnTo>
                    <a:pt x="0" y="9144"/>
                  </a:lnTo>
                  <a:lnTo>
                    <a:pt x="0" y="15240"/>
                  </a:lnTo>
                  <a:lnTo>
                    <a:pt x="1524" y="18288"/>
                  </a:lnTo>
                  <a:lnTo>
                    <a:pt x="3048" y="19812"/>
                  </a:lnTo>
                  <a:lnTo>
                    <a:pt x="9144" y="22860"/>
                  </a:lnTo>
                  <a:lnTo>
                    <a:pt x="28956" y="22860"/>
                  </a:lnTo>
                  <a:lnTo>
                    <a:pt x="28956" y="155448"/>
                  </a:lnTo>
                  <a:lnTo>
                    <a:pt x="6096" y="155448"/>
                  </a:lnTo>
                  <a:lnTo>
                    <a:pt x="1524" y="160020"/>
                  </a:lnTo>
                  <a:lnTo>
                    <a:pt x="0" y="163068"/>
                  </a:lnTo>
                  <a:lnTo>
                    <a:pt x="0" y="169164"/>
                  </a:lnTo>
                  <a:lnTo>
                    <a:pt x="1524" y="172212"/>
                  </a:lnTo>
                  <a:lnTo>
                    <a:pt x="6096" y="176784"/>
                  </a:lnTo>
                  <a:lnTo>
                    <a:pt x="50292" y="176784"/>
                  </a:lnTo>
                  <a:lnTo>
                    <a:pt x="50292" y="0"/>
                  </a:lnTo>
                  <a:close/>
                </a:path>
                <a:path w="186054" h="177165">
                  <a:moveTo>
                    <a:pt x="185940" y="0"/>
                  </a:moveTo>
                  <a:lnTo>
                    <a:pt x="143268" y="0"/>
                  </a:lnTo>
                  <a:lnTo>
                    <a:pt x="137172" y="3048"/>
                  </a:lnTo>
                  <a:lnTo>
                    <a:pt x="134124" y="9144"/>
                  </a:lnTo>
                  <a:lnTo>
                    <a:pt x="134124" y="15240"/>
                  </a:lnTo>
                  <a:lnTo>
                    <a:pt x="135648" y="18288"/>
                  </a:lnTo>
                  <a:lnTo>
                    <a:pt x="137172" y="19812"/>
                  </a:lnTo>
                  <a:lnTo>
                    <a:pt x="143268" y="22860"/>
                  </a:lnTo>
                  <a:lnTo>
                    <a:pt x="163080" y="22860"/>
                  </a:lnTo>
                  <a:lnTo>
                    <a:pt x="163080" y="155448"/>
                  </a:lnTo>
                  <a:lnTo>
                    <a:pt x="140220" y="155448"/>
                  </a:lnTo>
                  <a:lnTo>
                    <a:pt x="135648" y="160020"/>
                  </a:lnTo>
                  <a:lnTo>
                    <a:pt x="134124" y="163068"/>
                  </a:lnTo>
                  <a:lnTo>
                    <a:pt x="134124" y="169164"/>
                  </a:lnTo>
                  <a:lnTo>
                    <a:pt x="135648" y="172212"/>
                  </a:lnTo>
                  <a:lnTo>
                    <a:pt x="140220" y="176784"/>
                  </a:lnTo>
                  <a:lnTo>
                    <a:pt x="185940" y="176784"/>
                  </a:lnTo>
                  <a:lnTo>
                    <a:pt x="185940" y="0"/>
                  </a:lnTo>
                  <a:close/>
                </a:path>
              </a:pathLst>
            </a:custGeom>
            <a:solidFill>
              <a:srgbClr val="1C1C1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51" name="object 51"/>
            <p:cNvPicPr/>
            <p:nvPr/>
          </p:nvPicPr>
          <p:blipFill>
            <a:blip r:embed="rId19" cstate="print"/>
            <a:stretch>
              <a:fillRect/>
            </a:stretch>
          </p:blipFill>
          <p:spPr>
            <a:xfrm>
              <a:off x="5251703" y="6931152"/>
              <a:ext cx="124968" cy="65532"/>
            </a:xfrm>
            <a:prstGeom prst="rect">
              <a:avLst/>
            </a:prstGeom>
          </p:spPr>
        </p:pic>
        <p:pic>
          <p:nvPicPr>
            <p:cNvPr id="52" name="object 52"/>
            <p:cNvPicPr/>
            <p:nvPr/>
          </p:nvPicPr>
          <p:blipFill>
            <a:blip r:embed="rId18" cstate="print"/>
            <a:stretch>
              <a:fillRect/>
            </a:stretch>
          </p:blipFill>
          <p:spPr>
            <a:xfrm>
              <a:off x="5529072" y="6885432"/>
              <a:ext cx="106680" cy="141732"/>
            </a:xfrm>
            <a:prstGeom prst="rect">
              <a:avLst/>
            </a:prstGeom>
          </p:spPr>
        </p:pic>
      </p:grpSp>
      <p:pic>
        <p:nvPicPr>
          <p:cNvPr id="53" name="object 53"/>
          <p:cNvPicPr/>
          <p:nvPr/>
        </p:nvPicPr>
        <p:blipFill>
          <a:blip r:embed="rId20" cstate="print"/>
          <a:stretch>
            <a:fillRect/>
          </a:stretch>
        </p:blipFill>
        <p:spPr>
          <a:xfrm>
            <a:off x="1092708" y="3859529"/>
            <a:ext cx="5743193" cy="734568"/>
          </a:xfrm>
          <a:prstGeom prst="rect">
            <a:avLst/>
          </a:prstGeom>
        </p:spPr>
      </p:pic>
      <p:pic>
        <p:nvPicPr>
          <p:cNvPr id="54" name="object 54"/>
          <p:cNvPicPr/>
          <p:nvPr/>
        </p:nvPicPr>
        <p:blipFill>
          <a:blip r:embed="rId21" cstate="print"/>
          <a:stretch>
            <a:fillRect/>
          </a:stretch>
        </p:blipFill>
        <p:spPr>
          <a:xfrm>
            <a:off x="1083563" y="5017769"/>
            <a:ext cx="5746241" cy="736092"/>
          </a:xfrm>
          <a:prstGeom prst="rect">
            <a:avLst/>
          </a:prstGeom>
        </p:spPr>
      </p:pic>
      <p:grpSp>
        <p:nvGrpSpPr>
          <p:cNvPr id="55" name="object 55"/>
          <p:cNvGrpSpPr/>
          <p:nvPr/>
        </p:nvGrpSpPr>
        <p:grpSpPr>
          <a:xfrm>
            <a:off x="6920483" y="6167628"/>
            <a:ext cx="376555" cy="193675"/>
            <a:chOff x="6920483" y="6167628"/>
            <a:chExt cx="376555" cy="193675"/>
          </a:xfrm>
        </p:grpSpPr>
        <p:pic>
          <p:nvPicPr>
            <p:cNvPr id="56" name="object 56"/>
            <p:cNvPicPr/>
            <p:nvPr/>
          </p:nvPicPr>
          <p:blipFill>
            <a:blip r:embed="rId22" cstate="print"/>
            <a:stretch>
              <a:fillRect/>
            </a:stretch>
          </p:blipFill>
          <p:spPr>
            <a:xfrm>
              <a:off x="6920483" y="6167628"/>
              <a:ext cx="115824" cy="141732"/>
            </a:xfrm>
            <a:prstGeom prst="rect">
              <a:avLst/>
            </a:prstGeom>
          </p:spPr>
        </p:pic>
        <p:pic>
          <p:nvPicPr>
            <p:cNvPr id="57" name="object 57"/>
            <p:cNvPicPr/>
            <p:nvPr/>
          </p:nvPicPr>
          <p:blipFill>
            <a:blip r:embed="rId23" cstate="print"/>
            <a:stretch>
              <a:fillRect/>
            </a:stretch>
          </p:blipFill>
          <p:spPr>
            <a:xfrm>
              <a:off x="7060691" y="6201155"/>
              <a:ext cx="236219" cy="160020"/>
            </a:xfrm>
            <a:prstGeom prst="rect">
              <a:avLst/>
            </a:prstGeom>
          </p:spPr>
        </p:pic>
      </p:grpSp>
      <p:grpSp>
        <p:nvGrpSpPr>
          <p:cNvPr id="58" name="object 58"/>
          <p:cNvGrpSpPr/>
          <p:nvPr/>
        </p:nvGrpSpPr>
        <p:grpSpPr>
          <a:xfrm>
            <a:off x="7371588" y="6155435"/>
            <a:ext cx="669290" cy="207645"/>
            <a:chOff x="7371588" y="6155435"/>
            <a:chExt cx="669290" cy="207645"/>
          </a:xfrm>
        </p:grpSpPr>
        <p:pic>
          <p:nvPicPr>
            <p:cNvPr id="59" name="object 59"/>
            <p:cNvPicPr/>
            <p:nvPr/>
          </p:nvPicPr>
          <p:blipFill>
            <a:blip r:embed="rId24" cstate="print"/>
            <a:stretch>
              <a:fillRect/>
            </a:stretch>
          </p:blipFill>
          <p:spPr>
            <a:xfrm>
              <a:off x="7371588" y="6202680"/>
              <a:ext cx="83820" cy="160020"/>
            </a:xfrm>
            <a:prstGeom prst="rect">
              <a:avLst/>
            </a:prstGeom>
          </p:spPr>
        </p:pic>
        <p:sp>
          <p:nvSpPr>
            <p:cNvPr id="60" name="object 60"/>
            <p:cNvSpPr/>
            <p:nvPr/>
          </p:nvSpPr>
          <p:spPr>
            <a:xfrm>
              <a:off x="7476744" y="6155436"/>
              <a:ext cx="563880" cy="166370"/>
            </a:xfrm>
            <a:custGeom>
              <a:avLst/>
              <a:gdLst/>
              <a:ahLst/>
              <a:cxnLst/>
              <a:rect l="l" t="t" r="r" b="b"/>
              <a:pathLst>
                <a:path w="563879" h="166370">
                  <a:moveTo>
                    <a:pt x="73152" y="60960"/>
                  </a:moveTo>
                  <a:lnTo>
                    <a:pt x="70104" y="57912"/>
                  </a:lnTo>
                  <a:lnTo>
                    <a:pt x="67056" y="53340"/>
                  </a:lnTo>
                  <a:lnTo>
                    <a:pt x="64008" y="51816"/>
                  </a:lnTo>
                  <a:lnTo>
                    <a:pt x="57912" y="51816"/>
                  </a:lnTo>
                  <a:lnTo>
                    <a:pt x="47637" y="52946"/>
                  </a:lnTo>
                  <a:lnTo>
                    <a:pt x="37528" y="56197"/>
                  </a:lnTo>
                  <a:lnTo>
                    <a:pt x="27686" y="61468"/>
                  </a:lnTo>
                  <a:lnTo>
                    <a:pt x="18288" y="68580"/>
                  </a:lnTo>
                  <a:lnTo>
                    <a:pt x="18288" y="59436"/>
                  </a:lnTo>
                  <a:lnTo>
                    <a:pt x="15240" y="53340"/>
                  </a:lnTo>
                  <a:lnTo>
                    <a:pt x="3048" y="53340"/>
                  </a:lnTo>
                  <a:lnTo>
                    <a:pt x="0" y="56388"/>
                  </a:lnTo>
                  <a:lnTo>
                    <a:pt x="0" y="155448"/>
                  </a:lnTo>
                  <a:lnTo>
                    <a:pt x="3048" y="158496"/>
                  </a:lnTo>
                  <a:lnTo>
                    <a:pt x="15240" y="158496"/>
                  </a:lnTo>
                  <a:lnTo>
                    <a:pt x="18288" y="153924"/>
                  </a:lnTo>
                  <a:lnTo>
                    <a:pt x="18288" y="147828"/>
                  </a:lnTo>
                  <a:lnTo>
                    <a:pt x="16764" y="96012"/>
                  </a:lnTo>
                  <a:lnTo>
                    <a:pt x="21336" y="88392"/>
                  </a:lnTo>
                  <a:lnTo>
                    <a:pt x="25908" y="82296"/>
                  </a:lnTo>
                  <a:lnTo>
                    <a:pt x="38100" y="73152"/>
                  </a:lnTo>
                  <a:lnTo>
                    <a:pt x="45720" y="70104"/>
                  </a:lnTo>
                  <a:lnTo>
                    <a:pt x="54864" y="70104"/>
                  </a:lnTo>
                  <a:lnTo>
                    <a:pt x="56388" y="77724"/>
                  </a:lnTo>
                  <a:lnTo>
                    <a:pt x="56388" y="89916"/>
                  </a:lnTo>
                  <a:lnTo>
                    <a:pt x="59436" y="92964"/>
                  </a:lnTo>
                  <a:lnTo>
                    <a:pt x="70104" y="92964"/>
                  </a:lnTo>
                  <a:lnTo>
                    <a:pt x="73152" y="89916"/>
                  </a:lnTo>
                  <a:lnTo>
                    <a:pt x="73152" y="80772"/>
                  </a:lnTo>
                  <a:lnTo>
                    <a:pt x="73152" y="60960"/>
                  </a:lnTo>
                  <a:close/>
                </a:path>
                <a:path w="563879" h="166370">
                  <a:moveTo>
                    <a:pt x="179819" y="129540"/>
                  </a:moveTo>
                  <a:lnTo>
                    <a:pt x="178295" y="126492"/>
                  </a:lnTo>
                  <a:lnTo>
                    <a:pt x="175247" y="123444"/>
                  </a:lnTo>
                  <a:lnTo>
                    <a:pt x="169151" y="123444"/>
                  </a:lnTo>
                  <a:lnTo>
                    <a:pt x="166103" y="124968"/>
                  </a:lnTo>
                  <a:lnTo>
                    <a:pt x="164579" y="128016"/>
                  </a:lnTo>
                  <a:lnTo>
                    <a:pt x="161531" y="131064"/>
                  </a:lnTo>
                  <a:lnTo>
                    <a:pt x="156959" y="134112"/>
                  </a:lnTo>
                  <a:lnTo>
                    <a:pt x="149339" y="135636"/>
                  </a:lnTo>
                  <a:lnTo>
                    <a:pt x="143243" y="138684"/>
                  </a:lnTo>
                  <a:lnTo>
                    <a:pt x="128003" y="138684"/>
                  </a:lnTo>
                  <a:lnTo>
                    <a:pt x="121907" y="137160"/>
                  </a:lnTo>
                  <a:lnTo>
                    <a:pt x="115811" y="134112"/>
                  </a:lnTo>
                  <a:lnTo>
                    <a:pt x="111239" y="132588"/>
                  </a:lnTo>
                  <a:lnTo>
                    <a:pt x="102095" y="123444"/>
                  </a:lnTo>
                  <a:lnTo>
                    <a:pt x="138671" y="105156"/>
                  </a:lnTo>
                  <a:lnTo>
                    <a:pt x="149339" y="100584"/>
                  </a:lnTo>
                  <a:lnTo>
                    <a:pt x="155435" y="97536"/>
                  </a:lnTo>
                  <a:lnTo>
                    <a:pt x="158483" y="94488"/>
                  </a:lnTo>
                  <a:lnTo>
                    <a:pt x="166103" y="89916"/>
                  </a:lnTo>
                  <a:lnTo>
                    <a:pt x="169062" y="84010"/>
                  </a:lnTo>
                  <a:lnTo>
                    <a:pt x="169151" y="70104"/>
                  </a:lnTo>
                  <a:lnTo>
                    <a:pt x="169151" y="68580"/>
                  </a:lnTo>
                  <a:lnTo>
                    <a:pt x="166103" y="62484"/>
                  </a:lnTo>
                  <a:lnTo>
                    <a:pt x="153911" y="56388"/>
                  </a:lnTo>
                  <a:lnTo>
                    <a:pt x="153911" y="77724"/>
                  </a:lnTo>
                  <a:lnTo>
                    <a:pt x="149898" y="80518"/>
                  </a:lnTo>
                  <a:lnTo>
                    <a:pt x="144576" y="84010"/>
                  </a:lnTo>
                  <a:lnTo>
                    <a:pt x="137845" y="87807"/>
                  </a:lnTo>
                  <a:lnTo>
                    <a:pt x="129527" y="91440"/>
                  </a:lnTo>
                  <a:lnTo>
                    <a:pt x="100571" y="105156"/>
                  </a:lnTo>
                  <a:lnTo>
                    <a:pt x="103124" y="96608"/>
                  </a:lnTo>
                  <a:lnTo>
                    <a:pt x="106095" y="89344"/>
                  </a:lnTo>
                  <a:lnTo>
                    <a:pt x="109359" y="83515"/>
                  </a:lnTo>
                  <a:lnTo>
                    <a:pt x="112763" y="79248"/>
                  </a:lnTo>
                  <a:lnTo>
                    <a:pt x="117335" y="73152"/>
                  </a:lnTo>
                  <a:lnTo>
                    <a:pt x="123431" y="70104"/>
                  </a:lnTo>
                  <a:lnTo>
                    <a:pt x="141719" y="70104"/>
                  </a:lnTo>
                  <a:lnTo>
                    <a:pt x="149339" y="71628"/>
                  </a:lnTo>
                  <a:lnTo>
                    <a:pt x="153911" y="77724"/>
                  </a:lnTo>
                  <a:lnTo>
                    <a:pt x="153911" y="56388"/>
                  </a:lnTo>
                  <a:lnTo>
                    <a:pt x="150863" y="54864"/>
                  </a:lnTo>
                  <a:lnTo>
                    <a:pt x="141719" y="51816"/>
                  </a:lnTo>
                  <a:lnTo>
                    <a:pt x="132575" y="51816"/>
                  </a:lnTo>
                  <a:lnTo>
                    <a:pt x="97523" y="70104"/>
                  </a:lnTo>
                  <a:lnTo>
                    <a:pt x="85331" y="112776"/>
                  </a:lnTo>
                  <a:lnTo>
                    <a:pt x="86194" y="122491"/>
                  </a:lnTo>
                  <a:lnTo>
                    <a:pt x="114858" y="152971"/>
                  </a:lnTo>
                  <a:lnTo>
                    <a:pt x="134099" y="155448"/>
                  </a:lnTo>
                  <a:lnTo>
                    <a:pt x="140982" y="155143"/>
                  </a:lnTo>
                  <a:lnTo>
                    <a:pt x="179819" y="138684"/>
                  </a:lnTo>
                  <a:lnTo>
                    <a:pt x="179819" y="129540"/>
                  </a:lnTo>
                  <a:close/>
                </a:path>
                <a:path w="563879" h="166370">
                  <a:moveTo>
                    <a:pt x="272796" y="3048"/>
                  </a:moveTo>
                  <a:lnTo>
                    <a:pt x="268224" y="0"/>
                  </a:lnTo>
                  <a:lnTo>
                    <a:pt x="259080" y="0"/>
                  </a:lnTo>
                  <a:lnTo>
                    <a:pt x="224574" y="17602"/>
                  </a:lnTo>
                  <a:lnTo>
                    <a:pt x="217932" y="42672"/>
                  </a:lnTo>
                  <a:lnTo>
                    <a:pt x="217932" y="48768"/>
                  </a:lnTo>
                  <a:lnTo>
                    <a:pt x="216408" y="53340"/>
                  </a:lnTo>
                  <a:lnTo>
                    <a:pt x="216408" y="57912"/>
                  </a:lnTo>
                  <a:lnTo>
                    <a:pt x="196596" y="57912"/>
                  </a:lnTo>
                  <a:lnTo>
                    <a:pt x="190500" y="60960"/>
                  </a:lnTo>
                  <a:lnTo>
                    <a:pt x="190500" y="73152"/>
                  </a:lnTo>
                  <a:lnTo>
                    <a:pt x="193548" y="76200"/>
                  </a:lnTo>
                  <a:lnTo>
                    <a:pt x="214884" y="76200"/>
                  </a:lnTo>
                  <a:lnTo>
                    <a:pt x="214884" y="103632"/>
                  </a:lnTo>
                  <a:lnTo>
                    <a:pt x="216408" y="129540"/>
                  </a:lnTo>
                  <a:lnTo>
                    <a:pt x="216141" y="136385"/>
                  </a:lnTo>
                  <a:lnTo>
                    <a:pt x="215455" y="143065"/>
                  </a:lnTo>
                  <a:lnTo>
                    <a:pt x="214477" y="149479"/>
                  </a:lnTo>
                  <a:lnTo>
                    <a:pt x="213360" y="155448"/>
                  </a:lnTo>
                  <a:lnTo>
                    <a:pt x="213360" y="160020"/>
                  </a:lnTo>
                  <a:lnTo>
                    <a:pt x="214884" y="163068"/>
                  </a:lnTo>
                  <a:lnTo>
                    <a:pt x="217932" y="166116"/>
                  </a:lnTo>
                  <a:lnTo>
                    <a:pt x="228600" y="166116"/>
                  </a:lnTo>
                  <a:lnTo>
                    <a:pt x="233172" y="74676"/>
                  </a:lnTo>
                  <a:lnTo>
                    <a:pt x="245364" y="73152"/>
                  </a:lnTo>
                  <a:lnTo>
                    <a:pt x="263652" y="73152"/>
                  </a:lnTo>
                  <a:lnTo>
                    <a:pt x="268224" y="71628"/>
                  </a:lnTo>
                  <a:lnTo>
                    <a:pt x="271272" y="68580"/>
                  </a:lnTo>
                  <a:lnTo>
                    <a:pt x="271272" y="57912"/>
                  </a:lnTo>
                  <a:lnTo>
                    <a:pt x="265176" y="54864"/>
                  </a:lnTo>
                  <a:lnTo>
                    <a:pt x="245364" y="54864"/>
                  </a:lnTo>
                  <a:lnTo>
                    <a:pt x="234696" y="56388"/>
                  </a:lnTo>
                  <a:lnTo>
                    <a:pt x="234696" y="50292"/>
                  </a:lnTo>
                  <a:lnTo>
                    <a:pt x="237236" y="36296"/>
                  </a:lnTo>
                  <a:lnTo>
                    <a:pt x="242506" y="26289"/>
                  </a:lnTo>
                  <a:lnTo>
                    <a:pt x="250329" y="20294"/>
                  </a:lnTo>
                  <a:lnTo>
                    <a:pt x="260604" y="18288"/>
                  </a:lnTo>
                  <a:lnTo>
                    <a:pt x="268224" y="18288"/>
                  </a:lnTo>
                  <a:lnTo>
                    <a:pt x="272796" y="15240"/>
                  </a:lnTo>
                  <a:lnTo>
                    <a:pt x="272796" y="3048"/>
                  </a:lnTo>
                  <a:close/>
                </a:path>
                <a:path w="563879" h="166370">
                  <a:moveTo>
                    <a:pt x="384035" y="129540"/>
                  </a:moveTo>
                  <a:lnTo>
                    <a:pt x="382511" y="126492"/>
                  </a:lnTo>
                  <a:lnTo>
                    <a:pt x="379463" y="123444"/>
                  </a:lnTo>
                  <a:lnTo>
                    <a:pt x="371843" y="123444"/>
                  </a:lnTo>
                  <a:lnTo>
                    <a:pt x="370319" y="124968"/>
                  </a:lnTo>
                  <a:lnTo>
                    <a:pt x="368795" y="128016"/>
                  </a:lnTo>
                  <a:lnTo>
                    <a:pt x="365747" y="131064"/>
                  </a:lnTo>
                  <a:lnTo>
                    <a:pt x="361175" y="134112"/>
                  </a:lnTo>
                  <a:lnTo>
                    <a:pt x="353555" y="135636"/>
                  </a:lnTo>
                  <a:lnTo>
                    <a:pt x="347459" y="138684"/>
                  </a:lnTo>
                  <a:lnTo>
                    <a:pt x="330695" y="138684"/>
                  </a:lnTo>
                  <a:lnTo>
                    <a:pt x="324599" y="137160"/>
                  </a:lnTo>
                  <a:lnTo>
                    <a:pt x="320027" y="134112"/>
                  </a:lnTo>
                  <a:lnTo>
                    <a:pt x="313931" y="132588"/>
                  </a:lnTo>
                  <a:lnTo>
                    <a:pt x="310883" y="128016"/>
                  </a:lnTo>
                  <a:lnTo>
                    <a:pt x="306311" y="123444"/>
                  </a:lnTo>
                  <a:lnTo>
                    <a:pt x="342887" y="105156"/>
                  </a:lnTo>
                  <a:lnTo>
                    <a:pt x="353555" y="100584"/>
                  </a:lnTo>
                  <a:lnTo>
                    <a:pt x="359651" y="97536"/>
                  </a:lnTo>
                  <a:lnTo>
                    <a:pt x="362699" y="94488"/>
                  </a:lnTo>
                  <a:lnTo>
                    <a:pt x="370319" y="89916"/>
                  </a:lnTo>
                  <a:lnTo>
                    <a:pt x="373278" y="84010"/>
                  </a:lnTo>
                  <a:lnTo>
                    <a:pt x="373367" y="70104"/>
                  </a:lnTo>
                  <a:lnTo>
                    <a:pt x="373367" y="68580"/>
                  </a:lnTo>
                  <a:lnTo>
                    <a:pt x="368795" y="62484"/>
                  </a:lnTo>
                  <a:lnTo>
                    <a:pt x="361175" y="57912"/>
                  </a:lnTo>
                  <a:lnTo>
                    <a:pt x="358127" y="56591"/>
                  </a:lnTo>
                  <a:lnTo>
                    <a:pt x="358127" y="77724"/>
                  </a:lnTo>
                  <a:lnTo>
                    <a:pt x="354114" y="80518"/>
                  </a:lnTo>
                  <a:lnTo>
                    <a:pt x="348792" y="84010"/>
                  </a:lnTo>
                  <a:lnTo>
                    <a:pt x="342061" y="87807"/>
                  </a:lnTo>
                  <a:lnTo>
                    <a:pt x="333743" y="91440"/>
                  </a:lnTo>
                  <a:lnTo>
                    <a:pt x="304787" y="105156"/>
                  </a:lnTo>
                  <a:lnTo>
                    <a:pt x="307124" y="96608"/>
                  </a:lnTo>
                  <a:lnTo>
                    <a:pt x="309740" y="89344"/>
                  </a:lnTo>
                  <a:lnTo>
                    <a:pt x="312940" y="83515"/>
                  </a:lnTo>
                  <a:lnTo>
                    <a:pt x="316979" y="79248"/>
                  </a:lnTo>
                  <a:lnTo>
                    <a:pt x="321551" y="73152"/>
                  </a:lnTo>
                  <a:lnTo>
                    <a:pt x="327647" y="70104"/>
                  </a:lnTo>
                  <a:lnTo>
                    <a:pt x="345935" y="70104"/>
                  </a:lnTo>
                  <a:lnTo>
                    <a:pt x="353555" y="71628"/>
                  </a:lnTo>
                  <a:lnTo>
                    <a:pt x="358127" y="77724"/>
                  </a:lnTo>
                  <a:lnTo>
                    <a:pt x="358127" y="56591"/>
                  </a:lnTo>
                  <a:lnTo>
                    <a:pt x="356057" y="55676"/>
                  </a:lnTo>
                  <a:lnTo>
                    <a:pt x="349935" y="53721"/>
                  </a:lnTo>
                  <a:lnTo>
                    <a:pt x="342963" y="52349"/>
                  </a:lnTo>
                  <a:lnTo>
                    <a:pt x="335267" y="51816"/>
                  </a:lnTo>
                  <a:lnTo>
                    <a:pt x="325323" y="52959"/>
                  </a:lnTo>
                  <a:lnTo>
                    <a:pt x="295986" y="79565"/>
                  </a:lnTo>
                  <a:lnTo>
                    <a:pt x="289547" y="112776"/>
                  </a:lnTo>
                  <a:lnTo>
                    <a:pt x="290410" y="122491"/>
                  </a:lnTo>
                  <a:lnTo>
                    <a:pt x="319074" y="152971"/>
                  </a:lnTo>
                  <a:lnTo>
                    <a:pt x="338315" y="155448"/>
                  </a:lnTo>
                  <a:lnTo>
                    <a:pt x="345198" y="155143"/>
                  </a:lnTo>
                  <a:lnTo>
                    <a:pt x="384035" y="138684"/>
                  </a:lnTo>
                  <a:lnTo>
                    <a:pt x="384035" y="129540"/>
                  </a:lnTo>
                  <a:close/>
                </a:path>
                <a:path w="563879" h="166370">
                  <a:moveTo>
                    <a:pt x="475475" y="67056"/>
                  </a:moveTo>
                  <a:lnTo>
                    <a:pt x="473951" y="60960"/>
                  </a:lnTo>
                  <a:lnTo>
                    <a:pt x="470903" y="57912"/>
                  </a:lnTo>
                  <a:lnTo>
                    <a:pt x="467855" y="53340"/>
                  </a:lnTo>
                  <a:lnTo>
                    <a:pt x="464807" y="51816"/>
                  </a:lnTo>
                  <a:lnTo>
                    <a:pt x="460235" y="51816"/>
                  </a:lnTo>
                  <a:lnTo>
                    <a:pt x="449097" y="52946"/>
                  </a:lnTo>
                  <a:lnTo>
                    <a:pt x="438518" y="56197"/>
                  </a:lnTo>
                  <a:lnTo>
                    <a:pt x="428523" y="61468"/>
                  </a:lnTo>
                  <a:lnTo>
                    <a:pt x="419087" y="68580"/>
                  </a:lnTo>
                  <a:lnTo>
                    <a:pt x="419087" y="59436"/>
                  </a:lnTo>
                  <a:lnTo>
                    <a:pt x="416039" y="53340"/>
                  </a:lnTo>
                  <a:lnTo>
                    <a:pt x="403847" y="53340"/>
                  </a:lnTo>
                  <a:lnTo>
                    <a:pt x="400799" y="56388"/>
                  </a:lnTo>
                  <a:lnTo>
                    <a:pt x="400799" y="155448"/>
                  </a:lnTo>
                  <a:lnTo>
                    <a:pt x="403847" y="158496"/>
                  </a:lnTo>
                  <a:lnTo>
                    <a:pt x="416039" y="158496"/>
                  </a:lnTo>
                  <a:lnTo>
                    <a:pt x="419087" y="153924"/>
                  </a:lnTo>
                  <a:lnTo>
                    <a:pt x="419087" y="96012"/>
                  </a:lnTo>
                  <a:lnTo>
                    <a:pt x="422135" y="88392"/>
                  </a:lnTo>
                  <a:lnTo>
                    <a:pt x="457187" y="70104"/>
                  </a:lnTo>
                  <a:lnTo>
                    <a:pt x="457187" y="89916"/>
                  </a:lnTo>
                  <a:lnTo>
                    <a:pt x="460235" y="92964"/>
                  </a:lnTo>
                  <a:lnTo>
                    <a:pt x="470903" y="92964"/>
                  </a:lnTo>
                  <a:lnTo>
                    <a:pt x="473951" y="89916"/>
                  </a:lnTo>
                  <a:lnTo>
                    <a:pt x="473951" y="80772"/>
                  </a:lnTo>
                  <a:lnTo>
                    <a:pt x="475475" y="80772"/>
                  </a:lnTo>
                  <a:lnTo>
                    <a:pt x="475475" y="67056"/>
                  </a:lnTo>
                  <a:close/>
                </a:path>
                <a:path w="563879" h="166370">
                  <a:moveTo>
                    <a:pt x="563880" y="60960"/>
                  </a:moveTo>
                  <a:lnTo>
                    <a:pt x="562356" y="57912"/>
                  </a:lnTo>
                  <a:lnTo>
                    <a:pt x="562356" y="50292"/>
                  </a:lnTo>
                  <a:lnTo>
                    <a:pt x="560832" y="47244"/>
                  </a:lnTo>
                  <a:lnTo>
                    <a:pt x="556260" y="42672"/>
                  </a:lnTo>
                  <a:lnTo>
                    <a:pt x="550164" y="42672"/>
                  </a:lnTo>
                  <a:lnTo>
                    <a:pt x="541020" y="47244"/>
                  </a:lnTo>
                  <a:lnTo>
                    <a:pt x="534924" y="48768"/>
                  </a:lnTo>
                  <a:lnTo>
                    <a:pt x="527304" y="51816"/>
                  </a:lnTo>
                  <a:lnTo>
                    <a:pt x="518160" y="53340"/>
                  </a:lnTo>
                  <a:lnTo>
                    <a:pt x="512064" y="54864"/>
                  </a:lnTo>
                  <a:lnTo>
                    <a:pt x="509016" y="57912"/>
                  </a:lnTo>
                  <a:lnTo>
                    <a:pt x="500126" y="62204"/>
                  </a:lnTo>
                  <a:lnTo>
                    <a:pt x="493966" y="68199"/>
                  </a:lnTo>
                  <a:lnTo>
                    <a:pt x="490359" y="75920"/>
                  </a:lnTo>
                  <a:lnTo>
                    <a:pt x="489204" y="85344"/>
                  </a:lnTo>
                  <a:lnTo>
                    <a:pt x="489204" y="92964"/>
                  </a:lnTo>
                  <a:lnTo>
                    <a:pt x="492252" y="97536"/>
                  </a:lnTo>
                  <a:lnTo>
                    <a:pt x="496824" y="102108"/>
                  </a:lnTo>
                  <a:lnTo>
                    <a:pt x="501396" y="103632"/>
                  </a:lnTo>
                  <a:lnTo>
                    <a:pt x="507492" y="106680"/>
                  </a:lnTo>
                  <a:lnTo>
                    <a:pt x="515112" y="108204"/>
                  </a:lnTo>
                  <a:lnTo>
                    <a:pt x="525780" y="109728"/>
                  </a:lnTo>
                  <a:lnTo>
                    <a:pt x="537972" y="112776"/>
                  </a:lnTo>
                  <a:lnTo>
                    <a:pt x="542544" y="118872"/>
                  </a:lnTo>
                  <a:lnTo>
                    <a:pt x="542544" y="131064"/>
                  </a:lnTo>
                  <a:lnTo>
                    <a:pt x="541020" y="134112"/>
                  </a:lnTo>
                  <a:lnTo>
                    <a:pt x="534924" y="135636"/>
                  </a:lnTo>
                  <a:lnTo>
                    <a:pt x="525780" y="138684"/>
                  </a:lnTo>
                  <a:lnTo>
                    <a:pt x="518160" y="138684"/>
                  </a:lnTo>
                  <a:lnTo>
                    <a:pt x="513588" y="137160"/>
                  </a:lnTo>
                  <a:lnTo>
                    <a:pt x="509016" y="137160"/>
                  </a:lnTo>
                  <a:lnTo>
                    <a:pt x="504444" y="135636"/>
                  </a:lnTo>
                  <a:lnTo>
                    <a:pt x="501396" y="134112"/>
                  </a:lnTo>
                  <a:lnTo>
                    <a:pt x="499872" y="134112"/>
                  </a:lnTo>
                  <a:lnTo>
                    <a:pt x="496824" y="131064"/>
                  </a:lnTo>
                  <a:lnTo>
                    <a:pt x="493776" y="129540"/>
                  </a:lnTo>
                  <a:lnTo>
                    <a:pt x="487680" y="129540"/>
                  </a:lnTo>
                  <a:lnTo>
                    <a:pt x="484632" y="131064"/>
                  </a:lnTo>
                  <a:lnTo>
                    <a:pt x="483108" y="134112"/>
                  </a:lnTo>
                  <a:lnTo>
                    <a:pt x="481584" y="135636"/>
                  </a:lnTo>
                  <a:lnTo>
                    <a:pt x="481584" y="144780"/>
                  </a:lnTo>
                  <a:lnTo>
                    <a:pt x="487680" y="149352"/>
                  </a:lnTo>
                  <a:lnTo>
                    <a:pt x="496824" y="152400"/>
                  </a:lnTo>
                  <a:lnTo>
                    <a:pt x="504444" y="155448"/>
                  </a:lnTo>
                  <a:lnTo>
                    <a:pt x="512064" y="156972"/>
                  </a:lnTo>
                  <a:lnTo>
                    <a:pt x="519684" y="156972"/>
                  </a:lnTo>
                  <a:lnTo>
                    <a:pt x="558927" y="140589"/>
                  </a:lnTo>
                  <a:lnTo>
                    <a:pt x="562356" y="128016"/>
                  </a:lnTo>
                  <a:lnTo>
                    <a:pt x="561225" y="118567"/>
                  </a:lnTo>
                  <a:lnTo>
                    <a:pt x="533019" y="92583"/>
                  </a:lnTo>
                  <a:lnTo>
                    <a:pt x="513588" y="88392"/>
                  </a:lnTo>
                  <a:lnTo>
                    <a:pt x="512064" y="88392"/>
                  </a:lnTo>
                  <a:lnTo>
                    <a:pt x="510540" y="86868"/>
                  </a:lnTo>
                  <a:lnTo>
                    <a:pt x="509016" y="86868"/>
                  </a:lnTo>
                  <a:lnTo>
                    <a:pt x="509016" y="80772"/>
                  </a:lnTo>
                  <a:lnTo>
                    <a:pt x="513588" y="76200"/>
                  </a:lnTo>
                  <a:lnTo>
                    <a:pt x="524256" y="71628"/>
                  </a:lnTo>
                  <a:lnTo>
                    <a:pt x="533400" y="68580"/>
                  </a:lnTo>
                  <a:lnTo>
                    <a:pt x="541020" y="65532"/>
                  </a:lnTo>
                  <a:lnTo>
                    <a:pt x="545592" y="65532"/>
                  </a:lnTo>
                  <a:lnTo>
                    <a:pt x="545592" y="70104"/>
                  </a:lnTo>
                  <a:lnTo>
                    <a:pt x="547116" y="73152"/>
                  </a:lnTo>
                  <a:lnTo>
                    <a:pt x="548640" y="74676"/>
                  </a:lnTo>
                  <a:lnTo>
                    <a:pt x="550164" y="77724"/>
                  </a:lnTo>
                  <a:lnTo>
                    <a:pt x="551688" y="79248"/>
                  </a:lnTo>
                  <a:lnTo>
                    <a:pt x="554736" y="79248"/>
                  </a:lnTo>
                  <a:lnTo>
                    <a:pt x="557784" y="79248"/>
                  </a:lnTo>
                  <a:lnTo>
                    <a:pt x="560832" y="77724"/>
                  </a:lnTo>
                  <a:lnTo>
                    <a:pt x="563880" y="74676"/>
                  </a:lnTo>
                  <a:lnTo>
                    <a:pt x="563880" y="6096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pic>
        <p:nvPicPr>
          <p:cNvPr id="61" name="object 61"/>
          <p:cNvPicPr/>
          <p:nvPr/>
        </p:nvPicPr>
        <p:blipFill>
          <a:blip r:embed="rId25" cstate="print"/>
          <a:stretch>
            <a:fillRect/>
          </a:stretch>
        </p:blipFill>
        <p:spPr>
          <a:xfrm>
            <a:off x="8130540" y="6201155"/>
            <a:ext cx="333755" cy="117347"/>
          </a:xfrm>
          <a:prstGeom prst="rect">
            <a:avLst/>
          </a:prstGeom>
        </p:spPr>
      </p:pic>
      <p:pic>
        <p:nvPicPr>
          <p:cNvPr id="62" name="object 62"/>
          <p:cNvPicPr/>
          <p:nvPr/>
        </p:nvPicPr>
        <p:blipFill>
          <a:blip r:embed="rId26" cstate="print"/>
          <a:stretch>
            <a:fillRect/>
          </a:stretch>
        </p:blipFill>
        <p:spPr>
          <a:xfrm>
            <a:off x="8543544" y="6163055"/>
            <a:ext cx="88392" cy="147828"/>
          </a:xfrm>
          <a:prstGeom prst="rect">
            <a:avLst/>
          </a:prstGeom>
        </p:spPr>
      </p:pic>
      <p:pic>
        <p:nvPicPr>
          <p:cNvPr id="63" name="object 63"/>
          <p:cNvPicPr/>
          <p:nvPr/>
        </p:nvPicPr>
        <p:blipFill>
          <a:blip r:embed="rId27" cstate="print"/>
          <a:stretch>
            <a:fillRect/>
          </a:stretch>
        </p:blipFill>
        <p:spPr>
          <a:xfrm>
            <a:off x="8712708" y="6175247"/>
            <a:ext cx="176783" cy="137159"/>
          </a:xfrm>
          <a:prstGeom prst="rect">
            <a:avLst/>
          </a:prstGeom>
        </p:spPr>
      </p:pic>
      <p:pic>
        <p:nvPicPr>
          <p:cNvPr id="64" name="object 64"/>
          <p:cNvPicPr/>
          <p:nvPr/>
        </p:nvPicPr>
        <p:blipFill>
          <a:blip r:embed="rId28" cstate="print"/>
          <a:stretch>
            <a:fillRect/>
          </a:stretch>
        </p:blipFill>
        <p:spPr>
          <a:xfrm>
            <a:off x="8967216" y="6160008"/>
            <a:ext cx="94488" cy="153924"/>
          </a:xfrm>
          <a:prstGeom prst="rect">
            <a:avLst/>
          </a:prstGeom>
        </p:spPr>
      </p:pic>
      <p:grpSp>
        <p:nvGrpSpPr>
          <p:cNvPr id="65" name="object 65"/>
          <p:cNvGrpSpPr/>
          <p:nvPr/>
        </p:nvGrpSpPr>
        <p:grpSpPr>
          <a:xfrm>
            <a:off x="6912864" y="6396228"/>
            <a:ext cx="445134" cy="147955"/>
            <a:chOff x="6912864" y="6396228"/>
            <a:chExt cx="445134" cy="147955"/>
          </a:xfrm>
        </p:grpSpPr>
        <p:pic>
          <p:nvPicPr>
            <p:cNvPr id="66" name="object 66"/>
            <p:cNvPicPr/>
            <p:nvPr/>
          </p:nvPicPr>
          <p:blipFill>
            <a:blip r:embed="rId29" cstate="print"/>
            <a:stretch>
              <a:fillRect/>
            </a:stretch>
          </p:blipFill>
          <p:spPr>
            <a:xfrm>
              <a:off x="6912864" y="6429755"/>
              <a:ext cx="82296" cy="114300"/>
            </a:xfrm>
            <a:prstGeom prst="rect">
              <a:avLst/>
            </a:prstGeom>
          </p:spPr>
        </p:pic>
        <p:sp>
          <p:nvSpPr>
            <p:cNvPr id="67" name="object 67"/>
            <p:cNvSpPr/>
            <p:nvPr/>
          </p:nvSpPr>
          <p:spPr>
            <a:xfrm>
              <a:off x="7019544" y="6396228"/>
              <a:ext cx="24765" cy="142240"/>
            </a:xfrm>
            <a:custGeom>
              <a:avLst/>
              <a:gdLst/>
              <a:ahLst/>
              <a:cxnLst/>
              <a:rect l="l" t="t" r="r" b="b"/>
              <a:pathLst>
                <a:path w="24765" h="142240">
                  <a:moveTo>
                    <a:pt x="16764" y="21336"/>
                  </a:moveTo>
                  <a:lnTo>
                    <a:pt x="10668" y="21336"/>
                  </a:lnTo>
                  <a:lnTo>
                    <a:pt x="7620" y="19812"/>
                  </a:lnTo>
                  <a:lnTo>
                    <a:pt x="6096" y="18288"/>
                  </a:lnTo>
                  <a:lnTo>
                    <a:pt x="3048" y="16764"/>
                  </a:lnTo>
                  <a:lnTo>
                    <a:pt x="3048" y="4572"/>
                  </a:lnTo>
                  <a:lnTo>
                    <a:pt x="6096" y="3048"/>
                  </a:lnTo>
                  <a:lnTo>
                    <a:pt x="7620" y="0"/>
                  </a:lnTo>
                  <a:lnTo>
                    <a:pt x="19812" y="0"/>
                  </a:lnTo>
                  <a:lnTo>
                    <a:pt x="21336" y="3048"/>
                  </a:lnTo>
                  <a:lnTo>
                    <a:pt x="24384" y="4572"/>
                  </a:lnTo>
                  <a:lnTo>
                    <a:pt x="24384" y="16764"/>
                  </a:lnTo>
                  <a:lnTo>
                    <a:pt x="21336" y="18288"/>
                  </a:lnTo>
                  <a:lnTo>
                    <a:pt x="19812" y="19812"/>
                  </a:lnTo>
                  <a:lnTo>
                    <a:pt x="16764" y="21336"/>
                  </a:lnTo>
                  <a:close/>
                </a:path>
                <a:path w="24765" h="142240">
                  <a:moveTo>
                    <a:pt x="15240" y="141732"/>
                  </a:moveTo>
                  <a:lnTo>
                    <a:pt x="4572" y="141732"/>
                  </a:lnTo>
                  <a:lnTo>
                    <a:pt x="3048" y="138684"/>
                  </a:lnTo>
                  <a:lnTo>
                    <a:pt x="0" y="135636"/>
                  </a:lnTo>
                  <a:lnTo>
                    <a:pt x="0" y="76200"/>
                  </a:lnTo>
                  <a:lnTo>
                    <a:pt x="1524" y="67056"/>
                  </a:lnTo>
                  <a:lnTo>
                    <a:pt x="1524" y="48768"/>
                  </a:lnTo>
                  <a:lnTo>
                    <a:pt x="4572" y="47244"/>
                  </a:lnTo>
                  <a:lnTo>
                    <a:pt x="7620" y="44196"/>
                  </a:lnTo>
                  <a:lnTo>
                    <a:pt x="13716" y="44196"/>
                  </a:lnTo>
                  <a:lnTo>
                    <a:pt x="16764" y="47244"/>
                  </a:lnTo>
                  <a:lnTo>
                    <a:pt x="19812" y="48768"/>
                  </a:lnTo>
                  <a:lnTo>
                    <a:pt x="19812" y="76200"/>
                  </a:lnTo>
                  <a:lnTo>
                    <a:pt x="18288" y="85344"/>
                  </a:lnTo>
                  <a:lnTo>
                    <a:pt x="18288" y="137160"/>
                  </a:lnTo>
                  <a:lnTo>
                    <a:pt x="16764" y="138684"/>
                  </a:lnTo>
                  <a:lnTo>
                    <a:pt x="15240" y="141732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68" name="object 68"/>
            <p:cNvPicPr/>
            <p:nvPr/>
          </p:nvPicPr>
          <p:blipFill>
            <a:blip r:embed="rId30" cstate="print"/>
            <a:stretch>
              <a:fillRect/>
            </a:stretch>
          </p:blipFill>
          <p:spPr>
            <a:xfrm>
              <a:off x="7066788" y="6434327"/>
              <a:ext cx="291084" cy="109728"/>
            </a:xfrm>
            <a:prstGeom prst="rect">
              <a:avLst/>
            </a:prstGeom>
          </p:spPr>
        </p:pic>
      </p:grpSp>
      <p:pic>
        <p:nvPicPr>
          <p:cNvPr id="69" name="object 69"/>
          <p:cNvPicPr/>
          <p:nvPr/>
        </p:nvPicPr>
        <p:blipFill>
          <a:blip r:embed="rId31" cstate="print"/>
          <a:stretch>
            <a:fillRect/>
          </a:stretch>
        </p:blipFill>
        <p:spPr>
          <a:xfrm>
            <a:off x="7441692" y="6431280"/>
            <a:ext cx="941832" cy="128016"/>
          </a:xfrm>
          <a:prstGeom prst="rect">
            <a:avLst/>
          </a:prstGeom>
        </p:spPr>
      </p:pic>
      <p:sp>
        <p:nvSpPr>
          <p:cNvPr id="70" name="object 70"/>
          <p:cNvSpPr/>
          <p:nvPr/>
        </p:nvSpPr>
        <p:spPr>
          <a:xfrm>
            <a:off x="8496300" y="6437376"/>
            <a:ext cx="58419" cy="82550"/>
          </a:xfrm>
          <a:custGeom>
            <a:avLst/>
            <a:gdLst/>
            <a:ahLst/>
            <a:cxnLst/>
            <a:rect l="l" t="t" r="r" b="b"/>
            <a:pathLst>
              <a:path w="58420" h="82550">
                <a:moveTo>
                  <a:pt x="48767" y="82296"/>
                </a:moveTo>
                <a:lnTo>
                  <a:pt x="45719" y="82296"/>
                </a:lnTo>
                <a:lnTo>
                  <a:pt x="44195" y="80772"/>
                </a:lnTo>
                <a:lnTo>
                  <a:pt x="41147" y="80772"/>
                </a:lnTo>
                <a:lnTo>
                  <a:pt x="39623" y="77724"/>
                </a:lnTo>
                <a:lnTo>
                  <a:pt x="33527" y="73152"/>
                </a:lnTo>
                <a:lnTo>
                  <a:pt x="25907" y="64008"/>
                </a:lnTo>
                <a:lnTo>
                  <a:pt x="19811" y="57912"/>
                </a:lnTo>
                <a:lnTo>
                  <a:pt x="13715" y="53340"/>
                </a:lnTo>
                <a:lnTo>
                  <a:pt x="7619" y="50292"/>
                </a:lnTo>
                <a:lnTo>
                  <a:pt x="3047" y="48768"/>
                </a:lnTo>
                <a:lnTo>
                  <a:pt x="0" y="47244"/>
                </a:lnTo>
                <a:lnTo>
                  <a:pt x="0" y="39624"/>
                </a:lnTo>
                <a:lnTo>
                  <a:pt x="1523" y="36576"/>
                </a:lnTo>
                <a:lnTo>
                  <a:pt x="6095" y="35052"/>
                </a:lnTo>
                <a:lnTo>
                  <a:pt x="12191" y="32004"/>
                </a:lnTo>
                <a:lnTo>
                  <a:pt x="18287" y="27432"/>
                </a:lnTo>
                <a:lnTo>
                  <a:pt x="25907" y="19812"/>
                </a:lnTo>
                <a:lnTo>
                  <a:pt x="35051" y="9144"/>
                </a:lnTo>
                <a:lnTo>
                  <a:pt x="42671" y="1524"/>
                </a:lnTo>
                <a:lnTo>
                  <a:pt x="45719" y="0"/>
                </a:lnTo>
                <a:lnTo>
                  <a:pt x="53339" y="0"/>
                </a:lnTo>
                <a:lnTo>
                  <a:pt x="54863" y="3048"/>
                </a:lnTo>
                <a:lnTo>
                  <a:pt x="57911" y="6096"/>
                </a:lnTo>
                <a:lnTo>
                  <a:pt x="57911" y="10668"/>
                </a:lnTo>
                <a:lnTo>
                  <a:pt x="56387" y="12192"/>
                </a:lnTo>
                <a:lnTo>
                  <a:pt x="54863" y="15240"/>
                </a:lnTo>
                <a:lnTo>
                  <a:pt x="43243" y="26670"/>
                </a:lnTo>
                <a:lnTo>
                  <a:pt x="35361" y="34099"/>
                </a:lnTo>
                <a:lnTo>
                  <a:pt x="25907" y="42672"/>
                </a:lnTo>
                <a:lnTo>
                  <a:pt x="30479" y="44196"/>
                </a:lnTo>
                <a:lnTo>
                  <a:pt x="35051" y="48768"/>
                </a:lnTo>
                <a:lnTo>
                  <a:pt x="39623" y="54864"/>
                </a:lnTo>
                <a:lnTo>
                  <a:pt x="45719" y="60960"/>
                </a:lnTo>
                <a:lnTo>
                  <a:pt x="50291" y="64008"/>
                </a:lnTo>
                <a:lnTo>
                  <a:pt x="51815" y="67056"/>
                </a:lnTo>
                <a:lnTo>
                  <a:pt x="54863" y="68580"/>
                </a:lnTo>
                <a:lnTo>
                  <a:pt x="54863" y="77724"/>
                </a:lnTo>
                <a:lnTo>
                  <a:pt x="51815" y="80772"/>
                </a:lnTo>
                <a:lnTo>
                  <a:pt x="48767" y="8229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71" name="object 71"/>
          <p:cNvGrpSpPr/>
          <p:nvPr/>
        </p:nvGrpSpPr>
        <p:grpSpPr>
          <a:xfrm>
            <a:off x="8644128" y="6431280"/>
            <a:ext cx="673735" cy="109855"/>
            <a:chOff x="8644128" y="6431280"/>
            <a:chExt cx="673735" cy="109855"/>
          </a:xfrm>
        </p:grpSpPr>
        <p:sp>
          <p:nvSpPr>
            <p:cNvPr id="72" name="object 72"/>
            <p:cNvSpPr/>
            <p:nvPr/>
          </p:nvSpPr>
          <p:spPr>
            <a:xfrm>
              <a:off x="8644128" y="6431292"/>
              <a:ext cx="70485" cy="106680"/>
            </a:xfrm>
            <a:custGeom>
              <a:avLst/>
              <a:gdLst/>
              <a:ahLst/>
              <a:cxnLst/>
              <a:rect l="l" t="t" r="r" b="b"/>
              <a:pathLst>
                <a:path w="70484" h="106679">
                  <a:moveTo>
                    <a:pt x="38100" y="0"/>
                  </a:moveTo>
                  <a:lnTo>
                    <a:pt x="27432" y="0"/>
                  </a:lnTo>
                  <a:lnTo>
                    <a:pt x="27432" y="18288"/>
                  </a:lnTo>
                  <a:lnTo>
                    <a:pt x="38100" y="18288"/>
                  </a:lnTo>
                  <a:lnTo>
                    <a:pt x="38100" y="0"/>
                  </a:lnTo>
                  <a:close/>
                </a:path>
                <a:path w="70484" h="106679">
                  <a:moveTo>
                    <a:pt x="70104" y="100584"/>
                  </a:moveTo>
                  <a:lnTo>
                    <a:pt x="68580" y="100584"/>
                  </a:lnTo>
                  <a:lnTo>
                    <a:pt x="67056" y="99060"/>
                  </a:lnTo>
                  <a:lnTo>
                    <a:pt x="38100" y="99060"/>
                  </a:lnTo>
                  <a:lnTo>
                    <a:pt x="38100" y="35560"/>
                  </a:lnTo>
                  <a:lnTo>
                    <a:pt x="9144" y="35560"/>
                  </a:lnTo>
                  <a:lnTo>
                    <a:pt x="9144" y="36830"/>
                  </a:lnTo>
                  <a:lnTo>
                    <a:pt x="6731" y="36830"/>
                  </a:lnTo>
                  <a:lnTo>
                    <a:pt x="6731" y="38100"/>
                  </a:lnTo>
                  <a:lnTo>
                    <a:pt x="6096" y="38100"/>
                  </a:lnTo>
                  <a:lnTo>
                    <a:pt x="6096" y="39370"/>
                  </a:lnTo>
                  <a:lnTo>
                    <a:pt x="7747" y="39370"/>
                  </a:lnTo>
                  <a:lnTo>
                    <a:pt x="7747" y="43180"/>
                  </a:lnTo>
                  <a:lnTo>
                    <a:pt x="32004" y="43180"/>
                  </a:lnTo>
                  <a:lnTo>
                    <a:pt x="32004" y="99060"/>
                  </a:lnTo>
                  <a:lnTo>
                    <a:pt x="3048" y="99060"/>
                  </a:lnTo>
                  <a:lnTo>
                    <a:pt x="1524" y="100584"/>
                  </a:lnTo>
                  <a:lnTo>
                    <a:pt x="0" y="100584"/>
                  </a:lnTo>
                  <a:lnTo>
                    <a:pt x="0" y="105156"/>
                  </a:lnTo>
                  <a:lnTo>
                    <a:pt x="1524" y="105156"/>
                  </a:lnTo>
                  <a:lnTo>
                    <a:pt x="1524" y="106680"/>
                  </a:lnTo>
                  <a:lnTo>
                    <a:pt x="68580" y="106680"/>
                  </a:lnTo>
                  <a:lnTo>
                    <a:pt x="68580" y="105156"/>
                  </a:lnTo>
                  <a:lnTo>
                    <a:pt x="70104" y="105156"/>
                  </a:lnTo>
                  <a:lnTo>
                    <a:pt x="70104" y="100584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73" name="object 73"/>
            <p:cNvPicPr/>
            <p:nvPr/>
          </p:nvPicPr>
          <p:blipFill>
            <a:blip r:embed="rId32" cstate="print"/>
            <a:stretch>
              <a:fillRect/>
            </a:stretch>
          </p:blipFill>
          <p:spPr>
            <a:xfrm>
              <a:off x="8737091" y="6464808"/>
              <a:ext cx="280415" cy="76200"/>
            </a:xfrm>
            <a:prstGeom prst="rect">
              <a:avLst/>
            </a:prstGeom>
          </p:spPr>
        </p:pic>
        <p:pic>
          <p:nvPicPr>
            <p:cNvPr id="74" name="object 74"/>
            <p:cNvPicPr/>
            <p:nvPr/>
          </p:nvPicPr>
          <p:blipFill>
            <a:blip r:embed="rId33" cstate="print"/>
            <a:stretch>
              <a:fillRect/>
            </a:stretch>
          </p:blipFill>
          <p:spPr>
            <a:xfrm>
              <a:off x="9043415" y="6464808"/>
              <a:ext cx="77724" cy="73152"/>
            </a:xfrm>
            <a:prstGeom prst="rect">
              <a:avLst/>
            </a:prstGeom>
          </p:spPr>
        </p:pic>
        <p:pic>
          <p:nvPicPr>
            <p:cNvPr id="75" name="object 75"/>
            <p:cNvPicPr/>
            <p:nvPr/>
          </p:nvPicPr>
          <p:blipFill>
            <a:blip r:embed="rId34" cstate="print"/>
            <a:stretch>
              <a:fillRect/>
            </a:stretch>
          </p:blipFill>
          <p:spPr>
            <a:xfrm>
              <a:off x="9147047" y="6464808"/>
              <a:ext cx="67056" cy="76200"/>
            </a:xfrm>
            <a:prstGeom prst="rect">
              <a:avLst/>
            </a:prstGeom>
          </p:spPr>
        </p:pic>
        <p:pic>
          <p:nvPicPr>
            <p:cNvPr id="76" name="object 76"/>
            <p:cNvPicPr/>
            <p:nvPr/>
          </p:nvPicPr>
          <p:blipFill>
            <a:blip r:embed="rId35" cstate="print"/>
            <a:stretch>
              <a:fillRect/>
            </a:stretch>
          </p:blipFill>
          <p:spPr>
            <a:xfrm>
              <a:off x="9241535" y="6464808"/>
              <a:ext cx="76200" cy="76200"/>
            </a:xfrm>
            <a:prstGeom prst="rect">
              <a:avLst/>
            </a:prstGeom>
          </p:spPr>
        </p:pic>
      </p:grpSp>
      <p:sp>
        <p:nvSpPr>
          <p:cNvPr id="77" name="object 77"/>
          <p:cNvSpPr/>
          <p:nvPr/>
        </p:nvSpPr>
        <p:spPr>
          <a:xfrm>
            <a:off x="9377172" y="6435852"/>
            <a:ext cx="29209" cy="123825"/>
          </a:xfrm>
          <a:custGeom>
            <a:avLst/>
            <a:gdLst/>
            <a:ahLst/>
            <a:cxnLst/>
            <a:rect l="l" t="t" r="r" b="b"/>
            <a:pathLst>
              <a:path w="29209" h="123825">
                <a:moveTo>
                  <a:pt x="27432" y="123444"/>
                </a:moveTo>
                <a:lnTo>
                  <a:pt x="0" y="123444"/>
                </a:lnTo>
                <a:lnTo>
                  <a:pt x="0" y="0"/>
                </a:lnTo>
                <a:lnTo>
                  <a:pt x="27432" y="0"/>
                </a:lnTo>
                <a:lnTo>
                  <a:pt x="28956" y="1524"/>
                </a:lnTo>
                <a:lnTo>
                  <a:pt x="28956" y="4572"/>
                </a:lnTo>
                <a:lnTo>
                  <a:pt x="27432" y="4572"/>
                </a:lnTo>
                <a:lnTo>
                  <a:pt x="27432" y="6096"/>
                </a:lnTo>
                <a:lnTo>
                  <a:pt x="7620" y="6096"/>
                </a:lnTo>
                <a:lnTo>
                  <a:pt x="7620" y="115824"/>
                </a:lnTo>
                <a:lnTo>
                  <a:pt x="27432" y="115824"/>
                </a:lnTo>
                <a:lnTo>
                  <a:pt x="27432" y="117348"/>
                </a:lnTo>
                <a:lnTo>
                  <a:pt x="28956" y="117348"/>
                </a:lnTo>
                <a:lnTo>
                  <a:pt x="28956" y="121920"/>
                </a:lnTo>
                <a:lnTo>
                  <a:pt x="27432" y="121920"/>
                </a:lnTo>
                <a:lnTo>
                  <a:pt x="27432" y="12344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78" name="object 78"/>
          <p:cNvGrpSpPr/>
          <p:nvPr/>
        </p:nvGrpSpPr>
        <p:grpSpPr>
          <a:xfrm>
            <a:off x="9453372" y="6432804"/>
            <a:ext cx="132715" cy="127000"/>
            <a:chOff x="9453372" y="6432804"/>
            <a:chExt cx="132715" cy="127000"/>
          </a:xfrm>
        </p:grpSpPr>
        <p:pic>
          <p:nvPicPr>
            <p:cNvPr id="79" name="object 79"/>
            <p:cNvPicPr/>
            <p:nvPr/>
          </p:nvPicPr>
          <p:blipFill>
            <a:blip r:embed="rId36" cstate="print"/>
            <a:stretch>
              <a:fillRect/>
            </a:stretch>
          </p:blipFill>
          <p:spPr>
            <a:xfrm>
              <a:off x="9453372" y="6432804"/>
              <a:ext cx="64008" cy="108204"/>
            </a:xfrm>
            <a:prstGeom prst="rect">
              <a:avLst/>
            </a:prstGeom>
          </p:spPr>
        </p:pic>
        <p:sp>
          <p:nvSpPr>
            <p:cNvPr id="80" name="object 80"/>
            <p:cNvSpPr/>
            <p:nvPr/>
          </p:nvSpPr>
          <p:spPr>
            <a:xfrm>
              <a:off x="9557004" y="6435852"/>
              <a:ext cx="29209" cy="123825"/>
            </a:xfrm>
            <a:custGeom>
              <a:avLst/>
              <a:gdLst/>
              <a:ahLst/>
              <a:cxnLst/>
              <a:rect l="l" t="t" r="r" b="b"/>
              <a:pathLst>
                <a:path w="29209" h="123825">
                  <a:moveTo>
                    <a:pt x="28956" y="123444"/>
                  </a:moveTo>
                  <a:lnTo>
                    <a:pt x="3048" y="123444"/>
                  </a:lnTo>
                  <a:lnTo>
                    <a:pt x="0" y="120396"/>
                  </a:lnTo>
                  <a:lnTo>
                    <a:pt x="0" y="118872"/>
                  </a:lnTo>
                  <a:lnTo>
                    <a:pt x="1524" y="117348"/>
                  </a:lnTo>
                  <a:lnTo>
                    <a:pt x="3048" y="117348"/>
                  </a:lnTo>
                  <a:lnTo>
                    <a:pt x="3048" y="115824"/>
                  </a:lnTo>
                  <a:lnTo>
                    <a:pt x="21336" y="115824"/>
                  </a:lnTo>
                  <a:lnTo>
                    <a:pt x="21336" y="6096"/>
                  </a:lnTo>
                  <a:lnTo>
                    <a:pt x="3048" y="6096"/>
                  </a:lnTo>
                  <a:lnTo>
                    <a:pt x="0" y="3048"/>
                  </a:lnTo>
                  <a:lnTo>
                    <a:pt x="0" y="1524"/>
                  </a:lnTo>
                  <a:lnTo>
                    <a:pt x="1524" y="1524"/>
                  </a:lnTo>
                  <a:lnTo>
                    <a:pt x="1524" y="0"/>
                  </a:lnTo>
                  <a:lnTo>
                    <a:pt x="28956" y="0"/>
                  </a:lnTo>
                  <a:lnTo>
                    <a:pt x="28956" y="123444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pic>
        <p:nvPicPr>
          <p:cNvPr id="81" name="object 81"/>
          <p:cNvPicPr/>
          <p:nvPr/>
        </p:nvPicPr>
        <p:blipFill>
          <a:blip r:embed="rId37" cstate="print"/>
          <a:stretch>
            <a:fillRect/>
          </a:stretch>
        </p:blipFill>
        <p:spPr>
          <a:xfrm>
            <a:off x="7874508" y="6786371"/>
            <a:ext cx="77724" cy="124968"/>
          </a:xfrm>
          <a:prstGeom prst="rect">
            <a:avLst/>
          </a:prstGeom>
        </p:spPr>
      </p:pic>
      <p:pic>
        <p:nvPicPr>
          <p:cNvPr id="82" name="object 82"/>
          <p:cNvPicPr/>
          <p:nvPr/>
        </p:nvPicPr>
        <p:blipFill>
          <a:blip r:embed="rId38" cstate="print"/>
          <a:stretch>
            <a:fillRect/>
          </a:stretch>
        </p:blipFill>
        <p:spPr>
          <a:xfrm>
            <a:off x="8945879" y="6793992"/>
            <a:ext cx="94488" cy="128015"/>
          </a:xfrm>
          <a:prstGeom prst="rect">
            <a:avLst/>
          </a:prstGeom>
        </p:spPr>
      </p:pic>
    </p:spTree>
  </p:cSld>
  <p:clrMapOvr>
    <a:masterClrMapping/>
  </p:clrMapOvr>
</p:sld>
</file>

<file path=ppt/slides/slide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9560052" y="7229856"/>
            <a:ext cx="193675" cy="146685"/>
            <a:chOff x="9560052" y="7229856"/>
            <a:chExt cx="193675" cy="146685"/>
          </a:xfrm>
        </p:grpSpPr>
        <p:pic>
          <p:nvPicPr>
            <p:cNvPr id="3" name="object 3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9560052" y="7229856"/>
              <a:ext cx="86868" cy="146304"/>
            </a:xfrm>
            <a:prstGeom prst="rect">
              <a:avLst/>
            </a:prstGeom>
          </p:spPr>
        </p:pic>
        <p:pic>
          <p:nvPicPr>
            <p:cNvPr id="4" name="object 4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9669779" y="7231380"/>
              <a:ext cx="83820" cy="144779"/>
            </a:xfrm>
            <a:prstGeom prst="rect">
              <a:avLst/>
            </a:prstGeom>
          </p:spPr>
        </p:pic>
      </p:grpSp>
      <p:sp>
        <p:nvSpPr>
          <p:cNvPr id="5" name="object 5"/>
          <p:cNvSpPr/>
          <p:nvPr/>
        </p:nvSpPr>
        <p:spPr>
          <a:xfrm>
            <a:off x="1717548" y="1278636"/>
            <a:ext cx="562610" cy="550545"/>
          </a:xfrm>
          <a:custGeom>
            <a:avLst/>
            <a:gdLst/>
            <a:ahLst/>
            <a:cxnLst/>
            <a:rect l="l" t="t" r="r" b="b"/>
            <a:pathLst>
              <a:path w="562610" h="550544">
                <a:moveTo>
                  <a:pt x="138683" y="135635"/>
                </a:moveTo>
                <a:lnTo>
                  <a:pt x="106679" y="135635"/>
                </a:lnTo>
                <a:lnTo>
                  <a:pt x="106644" y="94487"/>
                </a:lnTo>
                <a:lnTo>
                  <a:pt x="106517" y="67508"/>
                </a:lnTo>
                <a:lnTo>
                  <a:pt x="106401" y="55221"/>
                </a:lnTo>
                <a:lnTo>
                  <a:pt x="106085" y="32599"/>
                </a:lnTo>
                <a:lnTo>
                  <a:pt x="105977" y="27170"/>
                </a:lnTo>
                <a:lnTo>
                  <a:pt x="105155" y="0"/>
                </a:lnTo>
                <a:lnTo>
                  <a:pt x="161543" y="25907"/>
                </a:lnTo>
                <a:lnTo>
                  <a:pt x="138683" y="42671"/>
                </a:lnTo>
                <a:lnTo>
                  <a:pt x="138683" y="135635"/>
                </a:lnTo>
                <a:close/>
              </a:path>
              <a:path w="562610" h="550544">
                <a:moveTo>
                  <a:pt x="198119" y="295655"/>
                </a:moveTo>
                <a:lnTo>
                  <a:pt x="190499" y="291083"/>
                </a:lnTo>
                <a:lnTo>
                  <a:pt x="211931" y="247292"/>
                </a:lnTo>
                <a:lnTo>
                  <a:pt x="230504" y="204787"/>
                </a:lnTo>
                <a:lnTo>
                  <a:pt x="246221" y="163139"/>
                </a:lnTo>
                <a:lnTo>
                  <a:pt x="259079" y="121919"/>
                </a:lnTo>
                <a:lnTo>
                  <a:pt x="269465" y="83819"/>
                </a:lnTo>
                <a:lnTo>
                  <a:pt x="283082" y="23121"/>
                </a:lnTo>
                <a:lnTo>
                  <a:pt x="286511" y="0"/>
                </a:lnTo>
                <a:lnTo>
                  <a:pt x="341376" y="27431"/>
                </a:lnTo>
                <a:lnTo>
                  <a:pt x="323088" y="39624"/>
                </a:lnTo>
                <a:lnTo>
                  <a:pt x="314229" y="61626"/>
                </a:lnTo>
                <a:lnTo>
                  <a:pt x="305942" y="81914"/>
                </a:lnTo>
                <a:lnTo>
                  <a:pt x="298187" y="100583"/>
                </a:lnTo>
                <a:lnTo>
                  <a:pt x="291083" y="117347"/>
                </a:lnTo>
                <a:lnTo>
                  <a:pt x="545592" y="117347"/>
                </a:lnTo>
                <a:lnTo>
                  <a:pt x="559308" y="131063"/>
                </a:lnTo>
                <a:lnTo>
                  <a:pt x="289559" y="131063"/>
                </a:lnTo>
                <a:lnTo>
                  <a:pt x="289559" y="198119"/>
                </a:lnTo>
                <a:lnTo>
                  <a:pt x="257555" y="198119"/>
                </a:lnTo>
                <a:lnTo>
                  <a:pt x="246983" y="218717"/>
                </a:lnTo>
                <a:lnTo>
                  <a:pt x="233552" y="241744"/>
                </a:lnTo>
                <a:lnTo>
                  <a:pt x="217265" y="267342"/>
                </a:lnTo>
                <a:lnTo>
                  <a:pt x="198119" y="295655"/>
                </a:lnTo>
                <a:close/>
              </a:path>
              <a:path w="562610" h="550544">
                <a:moveTo>
                  <a:pt x="420624" y="105155"/>
                </a:moveTo>
                <a:lnTo>
                  <a:pt x="416051" y="105155"/>
                </a:lnTo>
                <a:lnTo>
                  <a:pt x="412384" y="103751"/>
                </a:lnTo>
                <a:lnTo>
                  <a:pt x="408432" y="99631"/>
                </a:lnTo>
                <a:lnTo>
                  <a:pt x="404479" y="92940"/>
                </a:lnTo>
                <a:lnTo>
                  <a:pt x="400812" y="83819"/>
                </a:lnTo>
                <a:lnTo>
                  <a:pt x="394835" y="67508"/>
                </a:lnTo>
                <a:lnTo>
                  <a:pt x="386143" y="50482"/>
                </a:lnTo>
                <a:lnTo>
                  <a:pt x="374880" y="32599"/>
                </a:lnTo>
                <a:lnTo>
                  <a:pt x="361188" y="13715"/>
                </a:lnTo>
                <a:lnTo>
                  <a:pt x="367284" y="9143"/>
                </a:lnTo>
                <a:lnTo>
                  <a:pt x="417766" y="42481"/>
                </a:lnTo>
                <a:lnTo>
                  <a:pt x="438816" y="74128"/>
                </a:lnTo>
                <a:lnTo>
                  <a:pt x="438531" y="81724"/>
                </a:lnTo>
                <a:lnTo>
                  <a:pt x="436530" y="88463"/>
                </a:lnTo>
                <a:lnTo>
                  <a:pt x="432815" y="94487"/>
                </a:lnTo>
                <a:lnTo>
                  <a:pt x="426720" y="100583"/>
                </a:lnTo>
                <a:lnTo>
                  <a:pt x="420624" y="105155"/>
                </a:lnTo>
                <a:close/>
              </a:path>
              <a:path w="562610" h="550544">
                <a:moveTo>
                  <a:pt x="545592" y="117347"/>
                </a:moveTo>
                <a:lnTo>
                  <a:pt x="487680" y="117347"/>
                </a:lnTo>
                <a:lnTo>
                  <a:pt x="516636" y="88391"/>
                </a:lnTo>
                <a:lnTo>
                  <a:pt x="545592" y="117347"/>
                </a:lnTo>
                <a:close/>
              </a:path>
              <a:path w="562610" h="550544">
                <a:moveTo>
                  <a:pt x="22859" y="155447"/>
                </a:moveTo>
                <a:lnTo>
                  <a:pt x="4571" y="135635"/>
                </a:lnTo>
                <a:lnTo>
                  <a:pt x="172211" y="135635"/>
                </a:lnTo>
                <a:lnTo>
                  <a:pt x="198119" y="109727"/>
                </a:lnTo>
                <a:lnTo>
                  <a:pt x="239267" y="149351"/>
                </a:lnTo>
                <a:lnTo>
                  <a:pt x="50291" y="149351"/>
                </a:lnTo>
                <a:lnTo>
                  <a:pt x="22859" y="155447"/>
                </a:lnTo>
                <a:close/>
              </a:path>
              <a:path w="562610" h="550544">
                <a:moveTo>
                  <a:pt x="413004" y="233171"/>
                </a:moveTo>
                <a:lnTo>
                  <a:pt x="382524" y="233171"/>
                </a:lnTo>
                <a:lnTo>
                  <a:pt x="382524" y="131063"/>
                </a:lnTo>
                <a:lnTo>
                  <a:pt x="413004" y="131063"/>
                </a:lnTo>
                <a:lnTo>
                  <a:pt x="413004" y="233171"/>
                </a:lnTo>
                <a:close/>
              </a:path>
              <a:path w="562610" h="550544">
                <a:moveTo>
                  <a:pt x="30479" y="356615"/>
                </a:moveTo>
                <a:lnTo>
                  <a:pt x="0" y="315467"/>
                </a:lnTo>
                <a:lnTo>
                  <a:pt x="18811" y="308062"/>
                </a:lnTo>
                <a:lnTo>
                  <a:pt x="43053" y="297370"/>
                </a:lnTo>
                <a:lnTo>
                  <a:pt x="72437" y="283535"/>
                </a:lnTo>
                <a:lnTo>
                  <a:pt x="106679" y="266699"/>
                </a:lnTo>
                <a:lnTo>
                  <a:pt x="106679" y="149351"/>
                </a:lnTo>
                <a:lnTo>
                  <a:pt x="138683" y="149351"/>
                </a:lnTo>
                <a:lnTo>
                  <a:pt x="138683" y="252983"/>
                </a:lnTo>
                <a:lnTo>
                  <a:pt x="171011" y="252983"/>
                </a:lnTo>
                <a:lnTo>
                  <a:pt x="138683" y="274319"/>
                </a:lnTo>
                <a:lnTo>
                  <a:pt x="138683" y="291083"/>
                </a:lnTo>
                <a:lnTo>
                  <a:pt x="106679" y="291083"/>
                </a:lnTo>
                <a:lnTo>
                  <a:pt x="58459" y="326231"/>
                </a:lnTo>
                <a:lnTo>
                  <a:pt x="44195" y="336803"/>
                </a:lnTo>
                <a:lnTo>
                  <a:pt x="30479" y="356615"/>
                </a:lnTo>
                <a:close/>
              </a:path>
              <a:path w="562610" h="550544">
                <a:moveTo>
                  <a:pt x="256031" y="550163"/>
                </a:moveTo>
                <a:lnTo>
                  <a:pt x="256905" y="501395"/>
                </a:lnTo>
                <a:lnTo>
                  <a:pt x="257275" y="451103"/>
                </a:lnTo>
                <a:lnTo>
                  <a:pt x="257436" y="402260"/>
                </a:lnTo>
                <a:lnTo>
                  <a:pt x="257555" y="198119"/>
                </a:lnTo>
                <a:lnTo>
                  <a:pt x="289559" y="198119"/>
                </a:lnTo>
                <a:lnTo>
                  <a:pt x="289559" y="233171"/>
                </a:lnTo>
                <a:lnTo>
                  <a:pt x="522732" y="233171"/>
                </a:lnTo>
                <a:lnTo>
                  <a:pt x="537972" y="248411"/>
                </a:lnTo>
                <a:lnTo>
                  <a:pt x="289559" y="248411"/>
                </a:lnTo>
                <a:lnTo>
                  <a:pt x="289559" y="356615"/>
                </a:lnTo>
                <a:lnTo>
                  <a:pt x="533399" y="356615"/>
                </a:lnTo>
                <a:lnTo>
                  <a:pt x="547115" y="370332"/>
                </a:lnTo>
                <a:lnTo>
                  <a:pt x="289559" y="370332"/>
                </a:lnTo>
                <a:lnTo>
                  <a:pt x="289559" y="483107"/>
                </a:lnTo>
                <a:lnTo>
                  <a:pt x="548640" y="483107"/>
                </a:lnTo>
                <a:lnTo>
                  <a:pt x="562356" y="496823"/>
                </a:lnTo>
                <a:lnTo>
                  <a:pt x="289559" y="496823"/>
                </a:lnTo>
                <a:lnTo>
                  <a:pt x="289559" y="534923"/>
                </a:lnTo>
                <a:lnTo>
                  <a:pt x="256031" y="550163"/>
                </a:lnTo>
                <a:close/>
              </a:path>
              <a:path w="562610" h="550544">
                <a:moveTo>
                  <a:pt x="522732" y="233171"/>
                </a:moveTo>
                <a:lnTo>
                  <a:pt x="470915" y="233171"/>
                </a:lnTo>
                <a:lnTo>
                  <a:pt x="496824" y="207263"/>
                </a:lnTo>
                <a:lnTo>
                  <a:pt x="522732" y="233171"/>
                </a:lnTo>
                <a:close/>
              </a:path>
              <a:path w="562610" h="550544">
                <a:moveTo>
                  <a:pt x="171011" y="252983"/>
                </a:moveTo>
                <a:lnTo>
                  <a:pt x="138683" y="252983"/>
                </a:lnTo>
                <a:lnTo>
                  <a:pt x="210311" y="216407"/>
                </a:lnTo>
                <a:lnTo>
                  <a:pt x="214883" y="224027"/>
                </a:lnTo>
                <a:lnTo>
                  <a:pt x="171011" y="252983"/>
                </a:lnTo>
                <a:close/>
              </a:path>
              <a:path w="562610" h="550544">
                <a:moveTo>
                  <a:pt x="413004" y="356615"/>
                </a:moveTo>
                <a:lnTo>
                  <a:pt x="382524" y="356615"/>
                </a:lnTo>
                <a:lnTo>
                  <a:pt x="382524" y="248411"/>
                </a:lnTo>
                <a:lnTo>
                  <a:pt x="413004" y="248411"/>
                </a:lnTo>
                <a:lnTo>
                  <a:pt x="413004" y="356615"/>
                </a:lnTo>
                <a:close/>
              </a:path>
              <a:path w="562610" h="550544">
                <a:moveTo>
                  <a:pt x="136879" y="498681"/>
                </a:moveTo>
                <a:lnTo>
                  <a:pt x="85915" y="498681"/>
                </a:lnTo>
                <a:lnTo>
                  <a:pt x="94488" y="498347"/>
                </a:lnTo>
                <a:lnTo>
                  <a:pt x="100250" y="496014"/>
                </a:lnTo>
                <a:lnTo>
                  <a:pt x="104012" y="491108"/>
                </a:lnTo>
                <a:lnTo>
                  <a:pt x="106060" y="483346"/>
                </a:lnTo>
                <a:lnTo>
                  <a:pt x="106679" y="472439"/>
                </a:lnTo>
                <a:lnTo>
                  <a:pt x="106679" y="291083"/>
                </a:lnTo>
                <a:lnTo>
                  <a:pt x="138683" y="291083"/>
                </a:lnTo>
                <a:lnTo>
                  <a:pt x="138683" y="489203"/>
                </a:lnTo>
                <a:lnTo>
                  <a:pt x="136879" y="498681"/>
                </a:lnTo>
                <a:close/>
              </a:path>
              <a:path w="562610" h="550544">
                <a:moveTo>
                  <a:pt x="533399" y="356615"/>
                </a:moveTo>
                <a:lnTo>
                  <a:pt x="475488" y="356615"/>
                </a:lnTo>
                <a:lnTo>
                  <a:pt x="504444" y="327659"/>
                </a:lnTo>
                <a:lnTo>
                  <a:pt x="533399" y="356615"/>
                </a:lnTo>
                <a:close/>
              </a:path>
              <a:path w="562610" h="550544">
                <a:moveTo>
                  <a:pt x="413004" y="483107"/>
                </a:moveTo>
                <a:lnTo>
                  <a:pt x="382524" y="483107"/>
                </a:lnTo>
                <a:lnTo>
                  <a:pt x="382524" y="370332"/>
                </a:lnTo>
                <a:lnTo>
                  <a:pt x="413004" y="370332"/>
                </a:lnTo>
                <a:lnTo>
                  <a:pt x="413004" y="483107"/>
                </a:lnTo>
                <a:close/>
              </a:path>
              <a:path w="562610" h="550544">
                <a:moveTo>
                  <a:pt x="548640" y="483107"/>
                </a:moveTo>
                <a:lnTo>
                  <a:pt x="484632" y="483107"/>
                </a:lnTo>
                <a:lnTo>
                  <a:pt x="516636" y="451103"/>
                </a:lnTo>
                <a:lnTo>
                  <a:pt x="548640" y="483107"/>
                </a:lnTo>
                <a:close/>
              </a:path>
              <a:path w="562610" h="550544">
                <a:moveTo>
                  <a:pt x="89915" y="550163"/>
                </a:moveTo>
                <a:lnTo>
                  <a:pt x="86772" y="536971"/>
                </a:lnTo>
                <a:lnTo>
                  <a:pt x="75056" y="524636"/>
                </a:lnTo>
                <a:lnTo>
                  <a:pt x="54768" y="512873"/>
                </a:lnTo>
                <a:lnTo>
                  <a:pt x="25907" y="501395"/>
                </a:lnTo>
                <a:lnTo>
                  <a:pt x="25907" y="492251"/>
                </a:lnTo>
                <a:lnTo>
                  <a:pt x="71627" y="497585"/>
                </a:lnTo>
                <a:lnTo>
                  <a:pt x="85915" y="498681"/>
                </a:lnTo>
                <a:lnTo>
                  <a:pt x="136879" y="498681"/>
                </a:lnTo>
                <a:lnTo>
                  <a:pt x="134707" y="510087"/>
                </a:lnTo>
                <a:lnTo>
                  <a:pt x="125158" y="527113"/>
                </a:lnTo>
                <a:lnTo>
                  <a:pt x="110180" y="540424"/>
                </a:lnTo>
                <a:lnTo>
                  <a:pt x="89915" y="550163"/>
                </a:lnTo>
                <a:close/>
              </a:path>
            </a:pathLst>
          </a:custGeom>
          <a:solidFill>
            <a:srgbClr val="3333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" name="object 6"/>
          <p:cNvSpPr/>
          <p:nvPr/>
        </p:nvSpPr>
        <p:spPr>
          <a:xfrm>
            <a:off x="2328672" y="1272539"/>
            <a:ext cx="551815" cy="561340"/>
          </a:xfrm>
          <a:custGeom>
            <a:avLst/>
            <a:gdLst/>
            <a:ahLst/>
            <a:cxnLst/>
            <a:rect l="l" t="t" r="r" b="b"/>
            <a:pathLst>
              <a:path w="551814" h="561339">
                <a:moveTo>
                  <a:pt x="306109" y="95654"/>
                </a:moveTo>
                <a:lnTo>
                  <a:pt x="300799" y="92392"/>
                </a:lnTo>
                <a:lnTo>
                  <a:pt x="296346" y="84843"/>
                </a:lnTo>
                <a:lnTo>
                  <a:pt x="292608" y="73152"/>
                </a:lnTo>
                <a:lnTo>
                  <a:pt x="287750" y="58840"/>
                </a:lnTo>
                <a:lnTo>
                  <a:pt x="280035" y="43243"/>
                </a:lnTo>
                <a:lnTo>
                  <a:pt x="269462" y="26217"/>
                </a:lnTo>
                <a:lnTo>
                  <a:pt x="256032" y="7620"/>
                </a:lnTo>
                <a:lnTo>
                  <a:pt x="263652" y="0"/>
                </a:lnTo>
                <a:lnTo>
                  <a:pt x="303657" y="24955"/>
                </a:lnTo>
                <a:lnTo>
                  <a:pt x="330708" y="54864"/>
                </a:lnTo>
                <a:lnTo>
                  <a:pt x="330708" y="67056"/>
                </a:lnTo>
                <a:lnTo>
                  <a:pt x="312420" y="94488"/>
                </a:lnTo>
                <a:lnTo>
                  <a:pt x="306109" y="95654"/>
                </a:lnTo>
                <a:close/>
              </a:path>
              <a:path w="551814" h="561339">
                <a:moveTo>
                  <a:pt x="536448" y="100584"/>
                </a:moveTo>
                <a:lnTo>
                  <a:pt x="464820" y="100584"/>
                </a:lnTo>
                <a:lnTo>
                  <a:pt x="501396" y="65532"/>
                </a:lnTo>
                <a:lnTo>
                  <a:pt x="536448" y="100584"/>
                </a:lnTo>
                <a:close/>
              </a:path>
              <a:path w="551814" h="561339">
                <a:moveTo>
                  <a:pt x="7620" y="560832"/>
                </a:moveTo>
                <a:lnTo>
                  <a:pt x="0" y="556260"/>
                </a:lnTo>
                <a:lnTo>
                  <a:pt x="23001" y="514858"/>
                </a:lnTo>
                <a:lnTo>
                  <a:pt x="41768" y="471424"/>
                </a:lnTo>
                <a:lnTo>
                  <a:pt x="56388" y="425958"/>
                </a:lnTo>
                <a:lnTo>
                  <a:pt x="66943" y="378460"/>
                </a:lnTo>
                <a:lnTo>
                  <a:pt x="73518" y="328930"/>
                </a:lnTo>
                <a:lnTo>
                  <a:pt x="76200" y="277367"/>
                </a:lnTo>
                <a:lnTo>
                  <a:pt x="76183" y="252545"/>
                </a:lnTo>
                <a:lnTo>
                  <a:pt x="76057" y="188829"/>
                </a:lnTo>
                <a:lnTo>
                  <a:pt x="75819" y="147828"/>
                </a:lnTo>
                <a:lnTo>
                  <a:pt x="74914" y="105489"/>
                </a:lnTo>
                <a:lnTo>
                  <a:pt x="73152" y="77724"/>
                </a:lnTo>
                <a:lnTo>
                  <a:pt x="112776" y="100584"/>
                </a:lnTo>
                <a:lnTo>
                  <a:pt x="536448" y="100584"/>
                </a:lnTo>
                <a:lnTo>
                  <a:pt x="551688" y="115824"/>
                </a:lnTo>
                <a:lnTo>
                  <a:pt x="111252" y="115824"/>
                </a:lnTo>
                <a:lnTo>
                  <a:pt x="111422" y="188829"/>
                </a:lnTo>
                <a:lnTo>
                  <a:pt x="110057" y="252545"/>
                </a:lnTo>
                <a:lnTo>
                  <a:pt x="107082" y="307189"/>
                </a:lnTo>
                <a:lnTo>
                  <a:pt x="102424" y="352982"/>
                </a:lnTo>
                <a:lnTo>
                  <a:pt x="84558" y="430744"/>
                </a:lnTo>
                <a:lnTo>
                  <a:pt x="66103" y="472630"/>
                </a:lnTo>
                <a:lnTo>
                  <a:pt x="40505" y="515945"/>
                </a:lnTo>
                <a:lnTo>
                  <a:pt x="7620" y="560832"/>
                </a:lnTo>
                <a:close/>
              </a:path>
            </a:pathLst>
          </a:custGeom>
          <a:solidFill>
            <a:srgbClr val="3333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" name="object 7"/>
          <p:cNvSpPr/>
          <p:nvPr/>
        </p:nvSpPr>
        <p:spPr>
          <a:xfrm>
            <a:off x="1751075" y="2552700"/>
            <a:ext cx="155575" cy="155575"/>
          </a:xfrm>
          <a:custGeom>
            <a:avLst/>
            <a:gdLst/>
            <a:ahLst/>
            <a:cxnLst/>
            <a:rect l="l" t="t" r="r" b="b"/>
            <a:pathLst>
              <a:path w="155575" h="155575">
                <a:moveTo>
                  <a:pt x="155448" y="155448"/>
                </a:moveTo>
                <a:lnTo>
                  <a:pt x="0" y="155448"/>
                </a:lnTo>
                <a:lnTo>
                  <a:pt x="0" y="0"/>
                </a:lnTo>
                <a:lnTo>
                  <a:pt x="155448" y="0"/>
                </a:lnTo>
                <a:lnTo>
                  <a:pt x="155448" y="155448"/>
                </a:lnTo>
                <a:close/>
              </a:path>
            </a:pathLst>
          </a:custGeom>
          <a:solidFill>
            <a:srgbClr val="3333C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2132063" y="2362199"/>
            <a:ext cx="841375" cy="408940"/>
          </a:xfrm>
          <a:custGeom>
            <a:avLst/>
            <a:gdLst/>
            <a:ahLst/>
            <a:cxnLst/>
            <a:rect l="l" t="t" r="r" b="b"/>
            <a:pathLst>
              <a:path w="841375" h="408939">
                <a:moveTo>
                  <a:pt x="160020" y="327660"/>
                </a:moveTo>
                <a:lnTo>
                  <a:pt x="131064" y="297180"/>
                </a:lnTo>
                <a:lnTo>
                  <a:pt x="122834" y="308000"/>
                </a:lnTo>
                <a:lnTo>
                  <a:pt x="112014" y="319659"/>
                </a:lnTo>
                <a:lnTo>
                  <a:pt x="66662" y="357505"/>
                </a:lnTo>
                <a:lnTo>
                  <a:pt x="24892" y="385368"/>
                </a:lnTo>
                <a:lnTo>
                  <a:pt x="0" y="399288"/>
                </a:lnTo>
                <a:lnTo>
                  <a:pt x="1524" y="406908"/>
                </a:lnTo>
                <a:lnTo>
                  <a:pt x="36106" y="392861"/>
                </a:lnTo>
                <a:lnTo>
                  <a:pt x="71247" y="375666"/>
                </a:lnTo>
                <a:lnTo>
                  <a:pt x="106972" y="355053"/>
                </a:lnTo>
                <a:lnTo>
                  <a:pt x="143256" y="330708"/>
                </a:lnTo>
                <a:lnTo>
                  <a:pt x="160020" y="327660"/>
                </a:lnTo>
                <a:close/>
              </a:path>
              <a:path w="841375" h="408939">
                <a:moveTo>
                  <a:pt x="367284" y="384048"/>
                </a:moveTo>
                <a:lnTo>
                  <a:pt x="335280" y="347472"/>
                </a:lnTo>
                <a:lnTo>
                  <a:pt x="297942" y="328231"/>
                </a:lnTo>
                <a:lnTo>
                  <a:pt x="246888" y="307848"/>
                </a:lnTo>
                <a:lnTo>
                  <a:pt x="245364" y="315468"/>
                </a:lnTo>
                <a:lnTo>
                  <a:pt x="273964" y="332600"/>
                </a:lnTo>
                <a:lnTo>
                  <a:pt x="298132" y="349567"/>
                </a:lnTo>
                <a:lnTo>
                  <a:pt x="318020" y="366268"/>
                </a:lnTo>
                <a:lnTo>
                  <a:pt x="333756" y="382524"/>
                </a:lnTo>
                <a:lnTo>
                  <a:pt x="342950" y="393407"/>
                </a:lnTo>
                <a:lnTo>
                  <a:pt x="350139" y="401002"/>
                </a:lnTo>
                <a:lnTo>
                  <a:pt x="355625" y="405460"/>
                </a:lnTo>
                <a:lnTo>
                  <a:pt x="359664" y="406908"/>
                </a:lnTo>
                <a:lnTo>
                  <a:pt x="361200" y="406908"/>
                </a:lnTo>
                <a:lnTo>
                  <a:pt x="362724" y="403860"/>
                </a:lnTo>
                <a:lnTo>
                  <a:pt x="365760" y="391668"/>
                </a:lnTo>
                <a:lnTo>
                  <a:pt x="367284" y="387096"/>
                </a:lnTo>
                <a:lnTo>
                  <a:pt x="367284" y="384048"/>
                </a:lnTo>
                <a:close/>
              </a:path>
              <a:path w="841375" h="408939">
                <a:moveTo>
                  <a:pt x="394716" y="291084"/>
                </a:moveTo>
                <a:lnTo>
                  <a:pt x="356616" y="251460"/>
                </a:lnTo>
                <a:lnTo>
                  <a:pt x="329184" y="280416"/>
                </a:lnTo>
                <a:lnTo>
                  <a:pt x="301752" y="280416"/>
                </a:lnTo>
                <a:lnTo>
                  <a:pt x="301752" y="44196"/>
                </a:lnTo>
                <a:lnTo>
                  <a:pt x="311277" y="36576"/>
                </a:lnTo>
                <a:lnTo>
                  <a:pt x="316992" y="32004"/>
                </a:lnTo>
                <a:lnTo>
                  <a:pt x="309600" y="25908"/>
                </a:lnTo>
                <a:lnTo>
                  <a:pt x="291084" y="10668"/>
                </a:lnTo>
                <a:lnTo>
                  <a:pt x="278892" y="24218"/>
                </a:lnTo>
                <a:lnTo>
                  <a:pt x="278892" y="36576"/>
                </a:lnTo>
                <a:lnTo>
                  <a:pt x="278892" y="85344"/>
                </a:lnTo>
                <a:lnTo>
                  <a:pt x="278892" y="280416"/>
                </a:lnTo>
                <a:lnTo>
                  <a:pt x="121920" y="280416"/>
                </a:lnTo>
                <a:lnTo>
                  <a:pt x="121920" y="225552"/>
                </a:lnTo>
                <a:lnTo>
                  <a:pt x="278892" y="225552"/>
                </a:lnTo>
                <a:lnTo>
                  <a:pt x="278892" y="214884"/>
                </a:lnTo>
                <a:lnTo>
                  <a:pt x="121920" y="214884"/>
                </a:lnTo>
                <a:lnTo>
                  <a:pt x="121920" y="160020"/>
                </a:lnTo>
                <a:lnTo>
                  <a:pt x="278892" y="160020"/>
                </a:lnTo>
                <a:lnTo>
                  <a:pt x="278892" y="149352"/>
                </a:lnTo>
                <a:lnTo>
                  <a:pt x="121920" y="149352"/>
                </a:lnTo>
                <a:lnTo>
                  <a:pt x="121920" y="96012"/>
                </a:lnTo>
                <a:lnTo>
                  <a:pt x="278892" y="96012"/>
                </a:lnTo>
                <a:lnTo>
                  <a:pt x="278892" y="85344"/>
                </a:lnTo>
                <a:lnTo>
                  <a:pt x="121920" y="85344"/>
                </a:lnTo>
                <a:lnTo>
                  <a:pt x="121920" y="36576"/>
                </a:lnTo>
                <a:lnTo>
                  <a:pt x="278892" y="36576"/>
                </a:lnTo>
                <a:lnTo>
                  <a:pt x="278892" y="24218"/>
                </a:lnTo>
                <a:lnTo>
                  <a:pt x="277368" y="25908"/>
                </a:lnTo>
                <a:lnTo>
                  <a:pt x="121920" y="25908"/>
                </a:lnTo>
                <a:lnTo>
                  <a:pt x="97536" y="9144"/>
                </a:lnTo>
                <a:lnTo>
                  <a:pt x="98425" y="34848"/>
                </a:lnTo>
                <a:lnTo>
                  <a:pt x="98869" y="56959"/>
                </a:lnTo>
                <a:lnTo>
                  <a:pt x="99047" y="75374"/>
                </a:lnTo>
                <a:lnTo>
                  <a:pt x="99060" y="280416"/>
                </a:lnTo>
                <a:lnTo>
                  <a:pt x="0" y="280416"/>
                </a:lnTo>
                <a:lnTo>
                  <a:pt x="15240" y="295656"/>
                </a:lnTo>
                <a:lnTo>
                  <a:pt x="25552" y="293662"/>
                </a:lnTo>
                <a:lnTo>
                  <a:pt x="36004" y="292227"/>
                </a:lnTo>
                <a:lnTo>
                  <a:pt x="46748" y="291376"/>
                </a:lnTo>
                <a:lnTo>
                  <a:pt x="57912" y="291084"/>
                </a:lnTo>
                <a:lnTo>
                  <a:pt x="394716" y="291084"/>
                </a:lnTo>
                <a:close/>
              </a:path>
              <a:path w="841375" h="408939">
                <a:moveTo>
                  <a:pt x="841260" y="82296"/>
                </a:moveTo>
                <a:lnTo>
                  <a:pt x="801636" y="41148"/>
                </a:lnTo>
                <a:lnTo>
                  <a:pt x="772668" y="71628"/>
                </a:lnTo>
                <a:lnTo>
                  <a:pt x="624852" y="71628"/>
                </a:lnTo>
                <a:lnTo>
                  <a:pt x="628802" y="63080"/>
                </a:lnTo>
                <a:lnTo>
                  <a:pt x="633615" y="53530"/>
                </a:lnTo>
                <a:lnTo>
                  <a:pt x="638987" y="43129"/>
                </a:lnTo>
                <a:lnTo>
                  <a:pt x="644664" y="32004"/>
                </a:lnTo>
                <a:lnTo>
                  <a:pt x="662952" y="24384"/>
                </a:lnTo>
                <a:lnTo>
                  <a:pt x="618756" y="0"/>
                </a:lnTo>
                <a:lnTo>
                  <a:pt x="615581" y="14846"/>
                </a:lnTo>
                <a:lnTo>
                  <a:pt x="610565" y="31813"/>
                </a:lnTo>
                <a:lnTo>
                  <a:pt x="603529" y="50800"/>
                </a:lnTo>
                <a:lnTo>
                  <a:pt x="594372" y="71628"/>
                </a:lnTo>
                <a:lnTo>
                  <a:pt x="437388" y="71628"/>
                </a:lnTo>
                <a:lnTo>
                  <a:pt x="454152" y="86868"/>
                </a:lnTo>
                <a:lnTo>
                  <a:pt x="463588" y="84874"/>
                </a:lnTo>
                <a:lnTo>
                  <a:pt x="473583" y="83439"/>
                </a:lnTo>
                <a:lnTo>
                  <a:pt x="484162" y="82588"/>
                </a:lnTo>
                <a:lnTo>
                  <a:pt x="495300" y="82296"/>
                </a:lnTo>
                <a:lnTo>
                  <a:pt x="591324" y="82296"/>
                </a:lnTo>
                <a:lnTo>
                  <a:pt x="557022" y="139255"/>
                </a:lnTo>
                <a:lnTo>
                  <a:pt x="522732" y="185928"/>
                </a:lnTo>
                <a:lnTo>
                  <a:pt x="483489" y="225361"/>
                </a:lnTo>
                <a:lnTo>
                  <a:pt x="437388" y="263652"/>
                </a:lnTo>
                <a:lnTo>
                  <a:pt x="443484" y="269748"/>
                </a:lnTo>
                <a:lnTo>
                  <a:pt x="471487" y="251460"/>
                </a:lnTo>
                <a:lnTo>
                  <a:pt x="498348" y="230886"/>
                </a:lnTo>
                <a:lnTo>
                  <a:pt x="524065" y="208026"/>
                </a:lnTo>
                <a:lnTo>
                  <a:pt x="548640" y="182880"/>
                </a:lnTo>
                <a:lnTo>
                  <a:pt x="548563" y="294132"/>
                </a:lnTo>
                <a:lnTo>
                  <a:pt x="548449" y="337375"/>
                </a:lnTo>
                <a:lnTo>
                  <a:pt x="548005" y="383273"/>
                </a:lnTo>
                <a:lnTo>
                  <a:pt x="547116" y="408432"/>
                </a:lnTo>
                <a:lnTo>
                  <a:pt x="573036" y="393192"/>
                </a:lnTo>
                <a:lnTo>
                  <a:pt x="573036" y="294132"/>
                </a:lnTo>
                <a:lnTo>
                  <a:pt x="733044" y="294132"/>
                </a:lnTo>
                <a:lnTo>
                  <a:pt x="733044" y="365760"/>
                </a:lnTo>
                <a:lnTo>
                  <a:pt x="728484" y="370332"/>
                </a:lnTo>
                <a:lnTo>
                  <a:pt x="686739" y="367766"/>
                </a:lnTo>
                <a:lnTo>
                  <a:pt x="673620" y="365760"/>
                </a:lnTo>
                <a:lnTo>
                  <a:pt x="673620" y="373380"/>
                </a:lnTo>
                <a:lnTo>
                  <a:pt x="694474" y="380796"/>
                </a:lnTo>
                <a:lnTo>
                  <a:pt x="709053" y="389191"/>
                </a:lnTo>
                <a:lnTo>
                  <a:pt x="717334" y="398462"/>
                </a:lnTo>
                <a:lnTo>
                  <a:pt x="719340" y="408432"/>
                </a:lnTo>
                <a:lnTo>
                  <a:pt x="736219" y="400723"/>
                </a:lnTo>
                <a:lnTo>
                  <a:pt x="748106" y="391287"/>
                </a:lnTo>
                <a:lnTo>
                  <a:pt x="755129" y="380149"/>
                </a:lnTo>
                <a:lnTo>
                  <a:pt x="756881" y="370332"/>
                </a:lnTo>
                <a:lnTo>
                  <a:pt x="757351" y="367766"/>
                </a:lnTo>
                <a:lnTo>
                  <a:pt x="757440" y="294132"/>
                </a:lnTo>
                <a:lnTo>
                  <a:pt x="757440" y="283464"/>
                </a:lnTo>
                <a:lnTo>
                  <a:pt x="757440" y="225552"/>
                </a:lnTo>
                <a:lnTo>
                  <a:pt x="757440" y="214884"/>
                </a:lnTo>
                <a:lnTo>
                  <a:pt x="757440" y="161544"/>
                </a:lnTo>
                <a:lnTo>
                  <a:pt x="765822" y="155448"/>
                </a:lnTo>
                <a:lnTo>
                  <a:pt x="774204" y="149352"/>
                </a:lnTo>
                <a:lnTo>
                  <a:pt x="768108" y="144780"/>
                </a:lnTo>
                <a:lnTo>
                  <a:pt x="743724" y="126492"/>
                </a:lnTo>
                <a:lnTo>
                  <a:pt x="733044" y="140741"/>
                </a:lnTo>
                <a:lnTo>
                  <a:pt x="733044" y="155448"/>
                </a:lnTo>
                <a:lnTo>
                  <a:pt x="733044" y="214884"/>
                </a:lnTo>
                <a:lnTo>
                  <a:pt x="733044" y="225552"/>
                </a:lnTo>
                <a:lnTo>
                  <a:pt x="733044" y="283464"/>
                </a:lnTo>
                <a:lnTo>
                  <a:pt x="573036" y="283464"/>
                </a:lnTo>
                <a:lnTo>
                  <a:pt x="573036" y="225552"/>
                </a:lnTo>
                <a:lnTo>
                  <a:pt x="733044" y="225552"/>
                </a:lnTo>
                <a:lnTo>
                  <a:pt x="733044" y="214884"/>
                </a:lnTo>
                <a:lnTo>
                  <a:pt x="573036" y="214884"/>
                </a:lnTo>
                <a:lnTo>
                  <a:pt x="573036" y="182880"/>
                </a:lnTo>
                <a:lnTo>
                  <a:pt x="573036" y="155448"/>
                </a:lnTo>
                <a:lnTo>
                  <a:pt x="733044" y="155448"/>
                </a:lnTo>
                <a:lnTo>
                  <a:pt x="733044" y="140741"/>
                </a:lnTo>
                <a:lnTo>
                  <a:pt x="730008" y="144780"/>
                </a:lnTo>
                <a:lnTo>
                  <a:pt x="580656" y="144780"/>
                </a:lnTo>
                <a:lnTo>
                  <a:pt x="590918" y="130517"/>
                </a:lnTo>
                <a:lnTo>
                  <a:pt x="601040" y="115252"/>
                </a:lnTo>
                <a:lnTo>
                  <a:pt x="610870" y="99136"/>
                </a:lnTo>
                <a:lnTo>
                  <a:pt x="620280" y="82296"/>
                </a:lnTo>
                <a:lnTo>
                  <a:pt x="841260" y="8229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3034283" y="2363724"/>
            <a:ext cx="365760" cy="405765"/>
          </a:xfrm>
          <a:custGeom>
            <a:avLst/>
            <a:gdLst/>
            <a:ahLst/>
            <a:cxnLst/>
            <a:rect l="l" t="t" r="r" b="b"/>
            <a:pathLst>
              <a:path w="365760" h="405764">
                <a:moveTo>
                  <a:pt x="15240" y="141732"/>
                </a:moveTo>
                <a:lnTo>
                  <a:pt x="12192" y="134112"/>
                </a:lnTo>
                <a:lnTo>
                  <a:pt x="44767" y="117586"/>
                </a:lnTo>
                <a:lnTo>
                  <a:pt x="73914" y="100203"/>
                </a:lnTo>
                <a:lnTo>
                  <a:pt x="121920" y="64008"/>
                </a:lnTo>
                <a:lnTo>
                  <a:pt x="158496" y="29146"/>
                </a:lnTo>
                <a:lnTo>
                  <a:pt x="181356" y="0"/>
                </a:lnTo>
                <a:lnTo>
                  <a:pt x="210312" y="25908"/>
                </a:lnTo>
                <a:lnTo>
                  <a:pt x="195072" y="32004"/>
                </a:lnTo>
                <a:lnTo>
                  <a:pt x="161544" y="59436"/>
                </a:lnTo>
                <a:lnTo>
                  <a:pt x="334336" y="59436"/>
                </a:lnTo>
                <a:lnTo>
                  <a:pt x="344496" y="70104"/>
                </a:lnTo>
                <a:lnTo>
                  <a:pt x="152400" y="70104"/>
                </a:lnTo>
                <a:lnTo>
                  <a:pt x="132588" y="82296"/>
                </a:lnTo>
                <a:lnTo>
                  <a:pt x="137839" y="85344"/>
                </a:lnTo>
                <a:lnTo>
                  <a:pt x="126492" y="85344"/>
                </a:lnTo>
                <a:lnTo>
                  <a:pt x="90916" y="105918"/>
                </a:lnTo>
                <a:lnTo>
                  <a:pt x="63460" y="119657"/>
                </a:lnTo>
                <a:lnTo>
                  <a:pt x="15240" y="141732"/>
                </a:lnTo>
                <a:close/>
              </a:path>
              <a:path w="365760" h="405764">
                <a:moveTo>
                  <a:pt x="334336" y="59436"/>
                </a:moveTo>
                <a:lnTo>
                  <a:pt x="295656" y="59436"/>
                </a:lnTo>
                <a:lnTo>
                  <a:pt x="315468" y="39624"/>
                </a:lnTo>
                <a:lnTo>
                  <a:pt x="334336" y="59436"/>
                </a:lnTo>
                <a:close/>
              </a:path>
              <a:path w="365760" h="405764">
                <a:moveTo>
                  <a:pt x="3048" y="224028"/>
                </a:moveTo>
                <a:lnTo>
                  <a:pt x="1524" y="217932"/>
                </a:lnTo>
                <a:lnTo>
                  <a:pt x="43219" y="208811"/>
                </a:lnTo>
                <a:lnTo>
                  <a:pt x="83629" y="197548"/>
                </a:lnTo>
                <a:lnTo>
                  <a:pt x="122610" y="184284"/>
                </a:lnTo>
                <a:lnTo>
                  <a:pt x="160020" y="169164"/>
                </a:lnTo>
                <a:lnTo>
                  <a:pt x="196000" y="150256"/>
                </a:lnTo>
                <a:lnTo>
                  <a:pt x="230695" y="127635"/>
                </a:lnTo>
                <a:lnTo>
                  <a:pt x="263961" y="101012"/>
                </a:lnTo>
                <a:lnTo>
                  <a:pt x="295656" y="70104"/>
                </a:lnTo>
                <a:lnTo>
                  <a:pt x="344496" y="70104"/>
                </a:lnTo>
                <a:lnTo>
                  <a:pt x="345948" y="71628"/>
                </a:lnTo>
                <a:lnTo>
                  <a:pt x="326136" y="77724"/>
                </a:lnTo>
                <a:lnTo>
                  <a:pt x="299799" y="101179"/>
                </a:lnTo>
                <a:lnTo>
                  <a:pt x="239125" y="145232"/>
                </a:lnTo>
                <a:lnTo>
                  <a:pt x="204216" y="166116"/>
                </a:lnTo>
                <a:lnTo>
                  <a:pt x="165068" y="185237"/>
                </a:lnTo>
                <a:lnTo>
                  <a:pt x="118491" y="201358"/>
                </a:lnTo>
                <a:lnTo>
                  <a:pt x="64484" y="214336"/>
                </a:lnTo>
                <a:lnTo>
                  <a:pt x="3048" y="224028"/>
                </a:lnTo>
                <a:close/>
              </a:path>
              <a:path w="365760" h="405764">
                <a:moveTo>
                  <a:pt x="164592" y="150876"/>
                </a:moveTo>
                <a:lnTo>
                  <a:pt x="160020" y="150876"/>
                </a:lnTo>
                <a:lnTo>
                  <a:pt x="156972" y="146304"/>
                </a:lnTo>
                <a:lnTo>
                  <a:pt x="155448" y="137160"/>
                </a:lnTo>
                <a:lnTo>
                  <a:pt x="151137" y="127134"/>
                </a:lnTo>
                <a:lnTo>
                  <a:pt x="144970" y="115252"/>
                </a:lnTo>
                <a:lnTo>
                  <a:pt x="136573" y="101012"/>
                </a:lnTo>
                <a:lnTo>
                  <a:pt x="126492" y="85344"/>
                </a:lnTo>
                <a:lnTo>
                  <a:pt x="137839" y="85344"/>
                </a:lnTo>
                <a:lnTo>
                  <a:pt x="173736" y="111252"/>
                </a:lnTo>
                <a:lnTo>
                  <a:pt x="178308" y="121920"/>
                </a:lnTo>
                <a:lnTo>
                  <a:pt x="178308" y="132588"/>
                </a:lnTo>
                <a:lnTo>
                  <a:pt x="176784" y="138684"/>
                </a:lnTo>
                <a:lnTo>
                  <a:pt x="172212" y="143256"/>
                </a:lnTo>
                <a:lnTo>
                  <a:pt x="167640" y="149352"/>
                </a:lnTo>
                <a:lnTo>
                  <a:pt x="164592" y="150876"/>
                </a:lnTo>
                <a:close/>
              </a:path>
              <a:path w="365760" h="405764">
                <a:moveTo>
                  <a:pt x="28956" y="313944"/>
                </a:moveTo>
                <a:lnTo>
                  <a:pt x="25908" y="306323"/>
                </a:lnTo>
                <a:lnTo>
                  <a:pt x="51601" y="293227"/>
                </a:lnTo>
                <a:lnTo>
                  <a:pt x="76009" y="279273"/>
                </a:lnTo>
                <a:lnTo>
                  <a:pt x="120396" y="249935"/>
                </a:lnTo>
                <a:lnTo>
                  <a:pt x="161544" y="215646"/>
                </a:lnTo>
                <a:lnTo>
                  <a:pt x="198120" y="172212"/>
                </a:lnTo>
                <a:lnTo>
                  <a:pt x="227076" y="199644"/>
                </a:lnTo>
                <a:lnTo>
                  <a:pt x="210312" y="205740"/>
                </a:lnTo>
                <a:lnTo>
                  <a:pt x="206883" y="208883"/>
                </a:lnTo>
                <a:lnTo>
                  <a:pt x="201168" y="213741"/>
                </a:lnTo>
                <a:lnTo>
                  <a:pt x="193167" y="220313"/>
                </a:lnTo>
                <a:lnTo>
                  <a:pt x="182880" y="228599"/>
                </a:lnTo>
                <a:lnTo>
                  <a:pt x="353568" y="228599"/>
                </a:lnTo>
                <a:lnTo>
                  <a:pt x="362712" y="237744"/>
                </a:lnTo>
                <a:lnTo>
                  <a:pt x="173736" y="237744"/>
                </a:lnTo>
                <a:lnTo>
                  <a:pt x="141684" y="259722"/>
                </a:lnTo>
                <a:lnTo>
                  <a:pt x="107061" y="279844"/>
                </a:lnTo>
                <a:lnTo>
                  <a:pt x="69580" y="297965"/>
                </a:lnTo>
                <a:lnTo>
                  <a:pt x="28956" y="313944"/>
                </a:lnTo>
                <a:close/>
              </a:path>
              <a:path w="365760" h="405764">
                <a:moveTo>
                  <a:pt x="353568" y="228599"/>
                </a:moveTo>
                <a:lnTo>
                  <a:pt x="318516" y="228599"/>
                </a:lnTo>
                <a:lnTo>
                  <a:pt x="335280" y="210312"/>
                </a:lnTo>
                <a:lnTo>
                  <a:pt x="353568" y="228599"/>
                </a:lnTo>
                <a:close/>
              </a:path>
              <a:path w="365760" h="405764">
                <a:moveTo>
                  <a:pt x="0" y="405384"/>
                </a:moveTo>
                <a:lnTo>
                  <a:pt x="0" y="397764"/>
                </a:lnTo>
                <a:lnTo>
                  <a:pt x="47767" y="389739"/>
                </a:lnTo>
                <a:lnTo>
                  <a:pt x="92964" y="379285"/>
                </a:lnTo>
                <a:lnTo>
                  <a:pt x="135874" y="366260"/>
                </a:lnTo>
                <a:lnTo>
                  <a:pt x="176784" y="350520"/>
                </a:lnTo>
                <a:lnTo>
                  <a:pt x="214788" y="329898"/>
                </a:lnTo>
                <a:lnTo>
                  <a:pt x="251079" y="304419"/>
                </a:lnTo>
                <a:lnTo>
                  <a:pt x="285654" y="273796"/>
                </a:lnTo>
                <a:lnTo>
                  <a:pt x="318516" y="237744"/>
                </a:lnTo>
                <a:lnTo>
                  <a:pt x="362712" y="237744"/>
                </a:lnTo>
                <a:lnTo>
                  <a:pt x="365760" y="240792"/>
                </a:lnTo>
                <a:lnTo>
                  <a:pt x="345948" y="248411"/>
                </a:lnTo>
                <a:lnTo>
                  <a:pt x="302537" y="290155"/>
                </a:lnTo>
                <a:lnTo>
                  <a:pt x="259270" y="324040"/>
                </a:lnTo>
                <a:lnTo>
                  <a:pt x="216288" y="350210"/>
                </a:lnTo>
                <a:lnTo>
                  <a:pt x="173736" y="368808"/>
                </a:lnTo>
                <a:lnTo>
                  <a:pt x="131159" y="382238"/>
                </a:lnTo>
                <a:lnTo>
                  <a:pt x="88011" y="392811"/>
                </a:lnTo>
                <a:lnTo>
                  <a:pt x="44291" y="400526"/>
                </a:lnTo>
                <a:lnTo>
                  <a:pt x="0" y="405384"/>
                </a:lnTo>
                <a:close/>
              </a:path>
              <a:path w="365760" h="405764">
                <a:moveTo>
                  <a:pt x="169164" y="339852"/>
                </a:moveTo>
                <a:lnTo>
                  <a:pt x="163068" y="339852"/>
                </a:lnTo>
                <a:lnTo>
                  <a:pt x="160020" y="333756"/>
                </a:lnTo>
                <a:lnTo>
                  <a:pt x="158496" y="323088"/>
                </a:lnTo>
                <a:lnTo>
                  <a:pt x="155614" y="310848"/>
                </a:lnTo>
                <a:lnTo>
                  <a:pt x="151447" y="297179"/>
                </a:lnTo>
                <a:lnTo>
                  <a:pt x="145829" y="282321"/>
                </a:lnTo>
                <a:lnTo>
                  <a:pt x="138684" y="266699"/>
                </a:lnTo>
                <a:lnTo>
                  <a:pt x="144780" y="260604"/>
                </a:lnTo>
                <a:lnTo>
                  <a:pt x="176498" y="290607"/>
                </a:lnTo>
                <a:lnTo>
                  <a:pt x="185928" y="309372"/>
                </a:lnTo>
                <a:lnTo>
                  <a:pt x="185928" y="320040"/>
                </a:lnTo>
                <a:lnTo>
                  <a:pt x="182880" y="326136"/>
                </a:lnTo>
                <a:lnTo>
                  <a:pt x="178308" y="332232"/>
                </a:lnTo>
                <a:lnTo>
                  <a:pt x="173736" y="336804"/>
                </a:lnTo>
                <a:lnTo>
                  <a:pt x="169164" y="33985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3457955" y="2360675"/>
            <a:ext cx="848994" cy="411480"/>
          </a:xfrm>
          <a:custGeom>
            <a:avLst/>
            <a:gdLst/>
            <a:ahLst/>
            <a:cxnLst/>
            <a:rect l="l" t="t" r="r" b="b"/>
            <a:pathLst>
              <a:path w="848995" h="411480">
                <a:moveTo>
                  <a:pt x="231648" y="147828"/>
                </a:moveTo>
                <a:lnTo>
                  <a:pt x="190500" y="124968"/>
                </a:lnTo>
                <a:lnTo>
                  <a:pt x="190728" y="145859"/>
                </a:lnTo>
                <a:lnTo>
                  <a:pt x="191782" y="183057"/>
                </a:lnTo>
                <a:lnTo>
                  <a:pt x="191960" y="195795"/>
                </a:lnTo>
                <a:lnTo>
                  <a:pt x="192024" y="313944"/>
                </a:lnTo>
                <a:lnTo>
                  <a:pt x="191782" y="331114"/>
                </a:lnTo>
                <a:lnTo>
                  <a:pt x="191262" y="352996"/>
                </a:lnTo>
                <a:lnTo>
                  <a:pt x="190728" y="379742"/>
                </a:lnTo>
                <a:lnTo>
                  <a:pt x="190500" y="411480"/>
                </a:lnTo>
                <a:lnTo>
                  <a:pt x="219456" y="394716"/>
                </a:lnTo>
                <a:lnTo>
                  <a:pt x="218567" y="378104"/>
                </a:lnTo>
                <a:lnTo>
                  <a:pt x="218122" y="362331"/>
                </a:lnTo>
                <a:lnTo>
                  <a:pt x="218008" y="352996"/>
                </a:lnTo>
                <a:lnTo>
                  <a:pt x="217932" y="158496"/>
                </a:lnTo>
                <a:lnTo>
                  <a:pt x="231648" y="147828"/>
                </a:lnTo>
                <a:close/>
              </a:path>
              <a:path w="848995" h="411480">
                <a:moveTo>
                  <a:pt x="408432" y="181356"/>
                </a:moveTo>
                <a:lnTo>
                  <a:pt x="360807" y="166306"/>
                </a:lnTo>
                <a:lnTo>
                  <a:pt x="310896" y="138684"/>
                </a:lnTo>
                <a:lnTo>
                  <a:pt x="260223" y="93726"/>
                </a:lnTo>
                <a:lnTo>
                  <a:pt x="219367" y="41148"/>
                </a:lnTo>
                <a:lnTo>
                  <a:pt x="211836" y="30480"/>
                </a:lnTo>
                <a:lnTo>
                  <a:pt x="228600" y="21336"/>
                </a:lnTo>
                <a:lnTo>
                  <a:pt x="192024" y="0"/>
                </a:lnTo>
                <a:lnTo>
                  <a:pt x="180898" y="27127"/>
                </a:lnTo>
                <a:lnTo>
                  <a:pt x="165925" y="55816"/>
                </a:lnTo>
                <a:lnTo>
                  <a:pt x="124968" y="117348"/>
                </a:lnTo>
                <a:lnTo>
                  <a:pt x="98361" y="148526"/>
                </a:lnTo>
                <a:lnTo>
                  <a:pt x="68770" y="175831"/>
                </a:lnTo>
                <a:lnTo>
                  <a:pt x="36017" y="199440"/>
                </a:lnTo>
                <a:lnTo>
                  <a:pt x="0" y="219456"/>
                </a:lnTo>
                <a:lnTo>
                  <a:pt x="1524" y="225552"/>
                </a:lnTo>
                <a:lnTo>
                  <a:pt x="37261" y="209842"/>
                </a:lnTo>
                <a:lnTo>
                  <a:pt x="97320" y="173266"/>
                </a:lnTo>
                <a:lnTo>
                  <a:pt x="144462" y="130098"/>
                </a:lnTo>
                <a:lnTo>
                  <a:pt x="187274" y="74612"/>
                </a:lnTo>
                <a:lnTo>
                  <a:pt x="207264" y="41148"/>
                </a:lnTo>
                <a:lnTo>
                  <a:pt x="225552" y="71704"/>
                </a:lnTo>
                <a:lnTo>
                  <a:pt x="262128" y="123659"/>
                </a:lnTo>
                <a:lnTo>
                  <a:pt x="299580" y="162737"/>
                </a:lnTo>
                <a:lnTo>
                  <a:pt x="343636" y="195795"/>
                </a:lnTo>
                <a:lnTo>
                  <a:pt x="368808" y="210312"/>
                </a:lnTo>
                <a:lnTo>
                  <a:pt x="375640" y="201168"/>
                </a:lnTo>
                <a:lnTo>
                  <a:pt x="384619" y="194310"/>
                </a:lnTo>
                <a:lnTo>
                  <a:pt x="395592" y="189738"/>
                </a:lnTo>
                <a:lnTo>
                  <a:pt x="408432" y="187452"/>
                </a:lnTo>
                <a:lnTo>
                  <a:pt x="408432" y="181356"/>
                </a:lnTo>
                <a:close/>
              </a:path>
              <a:path w="848995" h="411480">
                <a:moveTo>
                  <a:pt x="618744" y="144780"/>
                </a:moveTo>
                <a:lnTo>
                  <a:pt x="589788" y="112776"/>
                </a:lnTo>
                <a:lnTo>
                  <a:pt x="568452" y="134112"/>
                </a:lnTo>
                <a:lnTo>
                  <a:pt x="554736" y="134112"/>
                </a:lnTo>
                <a:lnTo>
                  <a:pt x="554736" y="54864"/>
                </a:lnTo>
                <a:lnTo>
                  <a:pt x="554736" y="51816"/>
                </a:lnTo>
                <a:lnTo>
                  <a:pt x="573024" y="47802"/>
                </a:lnTo>
                <a:lnTo>
                  <a:pt x="589026" y="44767"/>
                </a:lnTo>
                <a:lnTo>
                  <a:pt x="602742" y="42608"/>
                </a:lnTo>
                <a:lnTo>
                  <a:pt x="614172" y="41148"/>
                </a:lnTo>
                <a:lnTo>
                  <a:pt x="588264" y="13716"/>
                </a:lnTo>
                <a:lnTo>
                  <a:pt x="546252" y="36004"/>
                </a:lnTo>
                <a:lnTo>
                  <a:pt x="492442" y="51435"/>
                </a:lnTo>
                <a:lnTo>
                  <a:pt x="457200" y="59436"/>
                </a:lnTo>
                <a:lnTo>
                  <a:pt x="458724" y="65532"/>
                </a:lnTo>
                <a:lnTo>
                  <a:pt x="494728" y="60769"/>
                </a:lnTo>
                <a:lnTo>
                  <a:pt x="512940" y="58039"/>
                </a:lnTo>
                <a:lnTo>
                  <a:pt x="531876" y="54864"/>
                </a:lnTo>
                <a:lnTo>
                  <a:pt x="531876" y="134112"/>
                </a:lnTo>
                <a:lnTo>
                  <a:pt x="451104" y="134112"/>
                </a:lnTo>
                <a:lnTo>
                  <a:pt x="466344" y="149352"/>
                </a:lnTo>
                <a:lnTo>
                  <a:pt x="475767" y="147358"/>
                </a:lnTo>
                <a:lnTo>
                  <a:pt x="485775" y="145923"/>
                </a:lnTo>
                <a:lnTo>
                  <a:pt x="496341" y="145072"/>
                </a:lnTo>
                <a:lnTo>
                  <a:pt x="507492" y="144780"/>
                </a:lnTo>
                <a:lnTo>
                  <a:pt x="530352" y="144780"/>
                </a:lnTo>
                <a:lnTo>
                  <a:pt x="517398" y="187261"/>
                </a:lnTo>
                <a:lnTo>
                  <a:pt x="499872" y="233172"/>
                </a:lnTo>
                <a:lnTo>
                  <a:pt x="476631" y="279654"/>
                </a:lnTo>
                <a:lnTo>
                  <a:pt x="446532" y="326136"/>
                </a:lnTo>
                <a:lnTo>
                  <a:pt x="452628" y="330708"/>
                </a:lnTo>
                <a:lnTo>
                  <a:pt x="476364" y="304419"/>
                </a:lnTo>
                <a:lnTo>
                  <a:pt x="497395" y="275844"/>
                </a:lnTo>
                <a:lnTo>
                  <a:pt x="515848" y="244983"/>
                </a:lnTo>
                <a:lnTo>
                  <a:pt x="531876" y="211836"/>
                </a:lnTo>
                <a:lnTo>
                  <a:pt x="531749" y="309562"/>
                </a:lnTo>
                <a:lnTo>
                  <a:pt x="531622" y="336804"/>
                </a:lnTo>
                <a:lnTo>
                  <a:pt x="531228" y="375793"/>
                </a:lnTo>
                <a:lnTo>
                  <a:pt x="530352" y="411480"/>
                </a:lnTo>
                <a:lnTo>
                  <a:pt x="556260" y="397764"/>
                </a:lnTo>
                <a:lnTo>
                  <a:pt x="554977" y="333375"/>
                </a:lnTo>
                <a:lnTo>
                  <a:pt x="554736" y="211836"/>
                </a:lnTo>
                <a:lnTo>
                  <a:pt x="554736" y="188976"/>
                </a:lnTo>
                <a:lnTo>
                  <a:pt x="578307" y="224345"/>
                </a:lnTo>
                <a:lnTo>
                  <a:pt x="588264" y="249936"/>
                </a:lnTo>
                <a:lnTo>
                  <a:pt x="592836" y="256032"/>
                </a:lnTo>
                <a:lnTo>
                  <a:pt x="598932" y="256032"/>
                </a:lnTo>
                <a:lnTo>
                  <a:pt x="601980" y="251460"/>
                </a:lnTo>
                <a:lnTo>
                  <a:pt x="605028" y="245364"/>
                </a:lnTo>
                <a:lnTo>
                  <a:pt x="608076" y="233172"/>
                </a:lnTo>
                <a:lnTo>
                  <a:pt x="608076" y="227076"/>
                </a:lnTo>
                <a:lnTo>
                  <a:pt x="584517" y="196100"/>
                </a:lnTo>
                <a:lnTo>
                  <a:pt x="573887" y="188976"/>
                </a:lnTo>
                <a:lnTo>
                  <a:pt x="565607" y="184048"/>
                </a:lnTo>
                <a:lnTo>
                  <a:pt x="554736" y="178308"/>
                </a:lnTo>
                <a:lnTo>
                  <a:pt x="554736" y="144780"/>
                </a:lnTo>
                <a:lnTo>
                  <a:pt x="618744" y="144780"/>
                </a:lnTo>
                <a:close/>
              </a:path>
              <a:path w="848995" h="411480">
                <a:moveTo>
                  <a:pt x="623316" y="300228"/>
                </a:moveTo>
                <a:lnTo>
                  <a:pt x="615696" y="300228"/>
                </a:lnTo>
                <a:lnTo>
                  <a:pt x="610831" y="317093"/>
                </a:lnTo>
                <a:lnTo>
                  <a:pt x="605409" y="331089"/>
                </a:lnTo>
                <a:lnTo>
                  <a:pt x="599401" y="342239"/>
                </a:lnTo>
                <a:lnTo>
                  <a:pt x="592836" y="350520"/>
                </a:lnTo>
                <a:lnTo>
                  <a:pt x="586740" y="358140"/>
                </a:lnTo>
                <a:lnTo>
                  <a:pt x="582206" y="362673"/>
                </a:lnTo>
                <a:lnTo>
                  <a:pt x="582168" y="368808"/>
                </a:lnTo>
                <a:lnTo>
                  <a:pt x="583692" y="370332"/>
                </a:lnTo>
                <a:lnTo>
                  <a:pt x="586740" y="371856"/>
                </a:lnTo>
                <a:lnTo>
                  <a:pt x="588264" y="373380"/>
                </a:lnTo>
                <a:lnTo>
                  <a:pt x="605028" y="373380"/>
                </a:lnTo>
                <a:lnTo>
                  <a:pt x="614172" y="370332"/>
                </a:lnTo>
                <a:lnTo>
                  <a:pt x="618744" y="365760"/>
                </a:lnTo>
                <a:lnTo>
                  <a:pt x="620268" y="355092"/>
                </a:lnTo>
                <a:lnTo>
                  <a:pt x="622020" y="345668"/>
                </a:lnTo>
                <a:lnTo>
                  <a:pt x="622896" y="333756"/>
                </a:lnTo>
                <a:lnTo>
                  <a:pt x="622973" y="331089"/>
                </a:lnTo>
                <a:lnTo>
                  <a:pt x="623189" y="321564"/>
                </a:lnTo>
                <a:lnTo>
                  <a:pt x="623316" y="300228"/>
                </a:lnTo>
                <a:close/>
              </a:path>
              <a:path w="848995" h="411480">
                <a:moveTo>
                  <a:pt x="740664" y="297180"/>
                </a:moveTo>
                <a:lnTo>
                  <a:pt x="709726" y="265734"/>
                </a:lnTo>
                <a:lnTo>
                  <a:pt x="693420" y="256032"/>
                </a:lnTo>
                <a:lnTo>
                  <a:pt x="690372" y="259080"/>
                </a:lnTo>
                <a:lnTo>
                  <a:pt x="699795" y="273367"/>
                </a:lnTo>
                <a:lnTo>
                  <a:pt x="707517" y="286512"/>
                </a:lnTo>
                <a:lnTo>
                  <a:pt x="713511" y="298513"/>
                </a:lnTo>
                <a:lnTo>
                  <a:pt x="717804" y="309372"/>
                </a:lnTo>
                <a:lnTo>
                  <a:pt x="720852" y="318516"/>
                </a:lnTo>
                <a:lnTo>
                  <a:pt x="723900" y="323088"/>
                </a:lnTo>
                <a:lnTo>
                  <a:pt x="728472" y="323088"/>
                </a:lnTo>
                <a:lnTo>
                  <a:pt x="729996" y="320040"/>
                </a:lnTo>
                <a:lnTo>
                  <a:pt x="734568" y="313944"/>
                </a:lnTo>
                <a:lnTo>
                  <a:pt x="739140" y="309372"/>
                </a:lnTo>
                <a:lnTo>
                  <a:pt x="740664" y="303276"/>
                </a:lnTo>
                <a:lnTo>
                  <a:pt x="740664" y="297180"/>
                </a:lnTo>
                <a:close/>
              </a:path>
              <a:path w="848995" h="411480">
                <a:moveTo>
                  <a:pt x="801624" y="370332"/>
                </a:moveTo>
                <a:lnTo>
                  <a:pt x="783526" y="333756"/>
                </a:lnTo>
                <a:lnTo>
                  <a:pt x="783336" y="312420"/>
                </a:lnTo>
                <a:lnTo>
                  <a:pt x="775716" y="312420"/>
                </a:lnTo>
                <a:lnTo>
                  <a:pt x="771144" y="350520"/>
                </a:lnTo>
                <a:lnTo>
                  <a:pt x="752856" y="373380"/>
                </a:lnTo>
                <a:lnTo>
                  <a:pt x="704088" y="373380"/>
                </a:lnTo>
                <a:lnTo>
                  <a:pt x="692962" y="372859"/>
                </a:lnTo>
                <a:lnTo>
                  <a:pt x="684847" y="369189"/>
                </a:lnTo>
                <a:lnTo>
                  <a:pt x="679869" y="362673"/>
                </a:lnTo>
                <a:lnTo>
                  <a:pt x="678180" y="353568"/>
                </a:lnTo>
                <a:lnTo>
                  <a:pt x="678180" y="310896"/>
                </a:lnTo>
                <a:lnTo>
                  <a:pt x="690372" y="300228"/>
                </a:lnTo>
                <a:lnTo>
                  <a:pt x="653796" y="284988"/>
                </a:lnTo>
                <a:lnTo>
                  <a:pt x="654672" y="302704"/>
                </a:lnTo>
                <a:lnTo>
                  <a:pt x="655053" y="318516"/>
                </a:lnTo>
                <a:lnTo>
                  <a:pt x="655180" y="327660"/>
                </a:lnTo>
                <a:lnTo>
                  <a:pt x="655294" y="350710"/>
                </a:lnTo>
                <a:lnTo>
                  <a:pt x="655396" y="363283"/>
                </a:lnTo>
                <a:lnTo>
                  <a:pt x="657288" y="375627"/>
                </a:lnTo>
                <a:lnTo>
                  <a:pt x="663130" y="384810"/>
                </a:lnTo>
                <a:lnTo>
                  <a:pt x="672668" y="390575"/>
                </a:lnTo>
                <a:lnTo>
                  <a:pt x="685800" y="393192"/>
                </a:lnTo>
                <a:lnTo>
                  <a:pt x="760476" y="393192"/>
                </a:lnTo>
                <a:lnTo>
                  <a:pt x="774395" y="392620"/>
                </a:lnTo>
                <a:lnTo>
                  <a:pt x="786193" y="388620"/>
                </a:lnTo>
                <a:lnTo>
                  <a:pt x="795401" y="381190"/>
                </a:lnTo>
                <a:lnTo>
                  <a:pt x="799871" y="373380"/>
                </a:lnTo>
                <a:lnTo>
                  <a:pt x="801624" y="370332"/>
                </a:lnTo>
                <a:close/>
              </a:path>
              <a:path w="848995" h="411480">
                <a:moveTo>
                  <a:pt x="830580" y="135636"/>
                </a:moveTo>
                <a:lnTo>
                  <a:pt x="803148" y="114300"/>
                </a:lnTo>
                <a:lnTo>
                  <a:pt x="790956" y="132588"/>
                </a:lnTo>
                <a:lnTo>
                  <a:pt x="726948" y="132588"/>
                </a:lnTo>
                <a:lnTo>
                  <a:pt x="756945" y="94018"/>
                </a:lnTo>
                <a:lnTo>
                  <a:pt x="790956" y="68580"/>
                </a:lnTo>
                <a:lnTo>
                  <a:pt x="782878" y="60960"/>
                </a:lnTo>
                <a:lnTo>
                  <a:pt x="763524" y="42672"/>
                </a:lnTo>
                <a:lnTo>
                  <a:pt x="748284" y="60960"/>
                </a:lnTo>
                <a:lnTo>
                  <a:pt x="679704" y="60960"/>
                </a:lnTo>
                <a:lnTo>
                  <a:pt x="689457" y="48437"/>
                </a:lnTo>
                <a:lnTo>
                  <a:pt x="698373" y="38481"/>
                </a:lnTo>
                <a:lnTo>
                  <a:pt x="706704" y="31394"/>
                </a:lnTo>
                <a:lnTo>
                  <a:pt x="714756" y="27432"/>
                </a:lnTo>
                <a:lnTo>
                  <a:pt x="681228" y="6096"/>
                </a:lnTo>
                <a:lnTo>
                  <a:pt x="662368" y="51320"/>
                </a:lnTo>
                <a:lnTo>
                  <a:pt x="634746" y="96774"/>
                </a:lnTo>
                <a:lnTo>
                  <a:pt x="615696" y="121920"/>
                </a:lnTo>
                <a:lnTo>
                  <a:pt x="620268" y="124968"/>
                </a:lnTo>
                <a:lnTo>
                  <a:pt x="634619" y="112991"/>
                </a:lnTo>
                <a:lnTo>
                  <a:pt x="648271" y="100012"/>
                </a:lnTo>
                <a:lnTo>
                  <a:pt x="661619" y="86182"/>
                </a:lnTo>
                <a:lnTo>
                  <a:pt x="675132" y="71628"/>
                </a:lnTo>
                <a:lnTo>
                  <a:pt x="749808" y="71628"/>
                </a:lnTo>
                <a:lnTo>
                  <a:pt x="716280" y="132588"/>
                </a:lnTo>
                <a:lnTo>
                  <a:pt x="620268" y="132588"/>
                </a:lnTo>
                <a:lnTo>
                  <a:pt x="637032" y="147828"/>
                </a:lnTo>
                <a:lnTo>
                  <a:pt x="646455" y="145592"/>
                </a:lnTo>
                <a:lnTo>
                  <a:pt x="656463" y="143637"/>
                </a:lnTo>
                <a:lnTo>
                  <a:pt x="667029" y="142265"/>
                </a:lnTo>
                <a:lnTo>
                  <a:pt x="678180" y="141732"/>
                </a:lnTo>
                <a:lnTo>
                  <a:pt x="795528" y="141732"/>
                </a:lnTo>
                <a:lnTo>
                  <a:pt x="795528" y="184404"/>
                </a:lnTo>
                <a:lnTo>
                  <a:pt x="638556" y="184404"/>
                </a:lnTo>
                <a:lnTo>
                  <a:pt x="653796" y="199644"/>
                </a:lnTo>
                <a:lnTo>
                  <a:pt x="663435" y="197650"/>
                </a:lnTo>
                <a:lnTo>
                  <a:pt x="673798" y="196215"/>
                </a:lnTo>
                <a:lnTo>
                  <a:pt x="684441" y="195364"/>
                </a:lnTo>
                <a:lnTo>
                  <a:pt x="694944" y="195072"/>
                </a:lnTo>
                <a:lnTo>
                  <a:pt x="795528" y="195072"/>
                </a:lnTo>
                <a:lnTo>
                  <a:pt x="795528" y="234696"/>
                </a:lnTo>
                <a:lnTo>
                  <a:pt x="620268" y="234696"/>
                </a:lnTo>
                <a:lnTo>
                  <a:pt x="637032" y="249936"/>
                </a:lnTo>
                <a:lnTo>
                  <a:pt x="646455" y="247942"/>
                </a:lnTo>
                <a:lnTo>
                  <a:pt x="656463" y="246507"/>
                </a:lnTo>
                <a:lnTo>
                  <a:pt x="667029" y="245656"/>
                </a:lnTo>
                <a:lnTo>
                  <a:pt x="678180" y="245364"/>
                </a:lnTo>
                <a:lnTo>
                  <a:pt x="795528" y="245364"/>
                </a:lnTo>
                <a:lnTo>
                  <a:pt x="795528" y="268224"/>
                </a:lnTo>
                <a:lnTo>
                  <a:pt x="818388" y="257556"/>
                </a:lnTo>
                <a:lnTo>
                  <a:pt x="818184" y="245364"/>
                </a:lnTo>
                <a:lnTo>
                  <a:pt x="818146" y="242989"/>
                </a:lnTo>
                <a:lnTo>
                  <a:pt x="817651" y="221348"/>
                </a:lnTo>
                <a:lnTo>
                  <a:pt x="817206" y="195072"/>
                </a:lnTo>
                <a:lnTo>
                  <a:pt x="817130" y="189928"/>
                </a:lnTo>
                <a:lnTo>
                  <a:pt x="817079" y="184404"/>
                </a:lnTo>
                <a:lnTo>
                  <a:pt x="816864" y="147828"/>
                </a:lnTo>
                <a:lnTo>
                  <a:pt x="823722" y="141732"/>
                </a:lnTo>
                <a:lnTo>
                  <a:pt x="830580" y="135636"/>
                </a:lnTo>
                <a:close/>
              </a:path>
              <a:path w="848995" h="411480">
                <a:moveTo>
                  <a:pt x="848868" y="347472"/>
                </a:moveTo>
                <a:lnTo>
                  <a:pt x="847979" y="341528"/>
                </a:lnTo>
                <a:lnTo>
                  <a:pt x="845248" y="335280"/>
                </a:lnTo>
                <a:lnTo>
                  <a:pt x="840498" y="329044"/>
                </a:lnTo>
                <a:lnTo>
                  <a:pt x="833628" y="323088"/>
                </a:lnTo>
                <a:lnTo>
                  <a:pt x="825957" y="316255"/>
                </a:lnTo>
                <a:lnTo>
                  <a:pt x="816864" y="309562"/>
                </a:lnTo>
                <a:lnTo>
                  <a:pt x="806615" y="303161"/>
                </a:lnTo>
                <a:lnTo>
                  <a:pt x="795528" y="297180"/>
                </a:lnTo>
                <a:lnTo>
                  <a:pt x="790956" y="300228"/>
                </a:lnTo>
                <a:lnTo>
                  <a:pt x="799261" y="311086"/>
                </a:lnTo>
                <a:lnTo>
                  <a:pt x="806005" y="320802"/>
                </a:lnTo>
                <a:lnTo>
                  <a:pt x="824979" y="358025"/>
                </a:lnTo>
                <a:lnTo>
                  <a:pt x="827532" y="365760"/>
                </a:lnTo>
                <a:lnTo>
                  <a:pt x="830580" y="370332"/>
                </a:lnTo>
                <a:lnTo>
                  <a:pt x="832104" y="373380"/>
                </a:lnTo>
                <a:lnTo>
                  <a:pt x="836676" y="373380"/>
                </a:lnTo>
                <a:lnTo>
                  <a:pt x="838200" y="370332"/>
                </a:lnTo>
                <a:lnTo>
                  <a:pt x="847344" y="358140"/>
                </a:lnTo>
                <a:lnTo>
                  <a:pt x="848868" y="352044"/>
                </a:lnTo>
                <a:lnTo>
                  <a:pt x="848868" y="34747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4358639" y="2365248"/>
            <a:ext cx="387350" cy="405765"/>
          </a:xfrm>
          <a:custGeom>
            <a:avLst/>
            <a:gdLst/>
            <a:ahLst/>
            <a:cxnLst/>
            <a:rect l="l" t="t" r="r" b="b"/>
            <a:pathLst>
              <a:path w="387350" h="405764">
                <a:moveTo>
                  <a:pt x="199644" y="71628"/>
                </a:moveTo>
                <a:lnTo>
                  <a:pt x="193548" y="71628"/>
                </a:lnTo>
                <a:lnTo>
                  <a:pt x="190500" y="67056"/>
                </a:lnTo>
                <a:lnTo>
                  <a:pt x="188976" y="56388"/>
                </a:lnTo>
                <a:lnTo>
                  <a:pt x="185547" y="44648"/>
                </a:lnTo>
                <a:lnTo>
                  <a:pt x="179832" y="32194"/>
                </a:lnTo>
                <a:lnTo>
                  <a:pt x="171831" y="18883"/>
                </a:lnTo>
                <a:lnTo>
                  <a:pt x="161544" y="4572"/>
                </a:lnTo>
                <a:lnTo>
                  <a:pt x="164592" y="0"/>
                </a:lnTo>
                <a:lnTo>
                  <a:pt x="201239" y="22288"/>
                </a:lnTo>
                <a:lnTo>
                  <a:pt x="214884" y="39624"/>
                </a:lnTo>
                <a:lnTo>
                  <a:pt x="214884" y="51816"/>
                </a:lnTo>
                <a:lnTo>
                  <a:pt x="213360" y="56388"/>
                </a:lnTo>
                <a:lnTo>
                  <a:pt x="207264" y="62484"/>
                </a:lnTo>
                <a:lnTo>
                  <a:pt x="202692" y="68580"/>
                </a:lnTo>
                <a:lnTo>
                  <a:pt x="199644" y="71628"/>
                </a:lnTo>
                <a:close/>
              </a:path>
              <a:path w="387350" h="405764">
                <a:moveTo>
                  <a:pt x="36576" y="140208"/>
                </a:moveTo>
                <a:lnTo>
                  <a:pt x="28956" y="140208"/>
                </a:lnTo>
                <a:lnTo>
                  <a:pt x="24384" y="138684"/>
                </a:lnTo>
                <a:lnTo>
                  <a:pt x="15240" y="132588"/>
                </a:lnTo>
                <a:lnTo>
                  <a:pt x="13716" y="131064"/>
                </a:lnTo>
                <a:lnTo>
                  <a:pt x="13716" y="124968"/>
                </a:lnTo>
                <a:lnTo>
                  <a:pt x="18288" y="118872"/>
                </a:lnTo>
                <a:lnTo>
                  <a:pt x="27432" y="109728"/>
                </a:lnTo>
                <a:lnTo>
                  <a:pt x="35742" y="100298"/>
                </a:lnTo>
                <a:lnTo>
                  <a:pt x="42481" y="88011"/>
                </a:lnTo>
                <a:lnTo>
                  <a:pt x="47791" y="72866"/>
                </a:lnTo>
                <a:lnTo>
                  <a:pt x="51816" y="54864"/>
                </a:lnTo>
                <a:lnTo>
                  <a:pt x="59436" y="54864"/>
                </a:lnTo>
                <a:lnTo>
                  <a:pt x="59436" y="76200"/>
                </a:lnTo>
                <a:lnTo>
                  <a:pt x="366422" y="76200"/>
                </a:lnTo>
                <a:lnTo>
                  <a:pt x="375699" y="86868"/>
                </a:lnTo>
                <a:lnTo>
                  <a:pt x="59436" y="86868"/>
                </a:lnTo>
                <a:lnTo>
                  <a:pt x="58840" y="105179"/>
                </a:lnTo>
                <a:lnTo>
                  <a:pt x="56959" y="119062"/>
                </a:lnTo>
                <a:lnTo>
                  <a:pt x="53649" y="128658"/>
                </a:lnTo>
                <a:lnTo>
                  <a:pt x="48768" y="134112"/>
                </a:lnTo>
                <a:lnTo>
                  <a:pt x="36576" y="140208"/>
                </a:lnTo>
                <a:close/>
              </a:path>
              <a:path w="387350" h="405764">
                <a:moveTo>
                  <a:pt x="366422" y="76200"/>
                </a:moveTo>
                <a:lnTo>
                  <a:pt x="332232" y="76200"/>
                </a:lnTo>
                <a:lnTo>
                  <a:pt x="350520" y="57912"/>
                </a:lnTo>
                <a:lnTo>
                  <a:pt x="366422" y="76200"/>
                </a:lnTo>
                <a:close/>
              </a:path>
              <a:path w="387350" h="405764">
                <a:moveTo>
                  <a:pt x="318516" y="134112"/>
                </a:moveTo>
                <a:lnTo>
                  <a:pt x="312420" y="131064"/>
                </a:lnTo>
                <a:lnTo>
                  <a:pt x="335280" y="86868"/>
                </a:lnTo>
                <a:lnTo>
                  <a:pt x="375699" y="86868"/>
                </a:lnTo>
                <a:lnTo>
                  <a:pt x="381000" y="92964"/>
                </a:lnTo>
                <a:lnTo>
                  <a:pt x="367807" y="95535"/>
                </a:lnTo>
                <a:lnTo>
                  <a:pt x="353187" y="103251"/>
                </a:lnTo>
                <a:lnTo>
                  <a:pt x="336851" y="116109"/>
                </a:lnTo>
                <a:lnTo>
                  <a:pt x="318516" y="134112"/>
                </a:lnTo>
                <a:close/>
              </a:path>
              <a:path w="387350" h="405764">
                <a:moveTo>
                  <a:pt x="42672" y="176784"/>
                </a:moveTo>
                <a:lnTo>
                  <a:pt x="27432" y="160020"/>
                </a:lnTo>
                <a:lnTo>
                  <a:pt x="298704" y="160020"/>
                </a:lnTo>
                <a:lnTo>
                  <a:pt x="323088" y="135636"/>
                </a:lnTo>
                <a:lnTo>
                  <a:pt x="358140" y="170688"/>
                </a:lnTo>
                <a:lnTo>
                  <a:pt x="85344" y="170688"/>
                </a:lnTo>
                <a:lnTo>
                  <a:pt x="74175" y="170997"/>
                </a:lnTo>
                <a:lnTo>
                  <a:pt x="63436" y="172021"/>
                </a:lnTo>
                <a:lnTo>
                  <a:pt x="52982" y="173902"/>
                </a:lnTo>
                <a:lnTo>
                  <a:pt x="42672" y="176784"/>
                </a:lnTo>
                <a:close/>
              </a:path>
              <a:path w="387350" h="405764">
                <a:moveTo>
                  <a:pt x="207264" y="350520"/>
                </a:moveTo>
                <a:lnTo>
                  <a:pt x="182880" y="350520"/>
                </a:lnTo>
                <a:lnTo>
                  <a:pt x="182880" y="170688"/>
                </a:lnTo>
                <a:lnTo>
                  <a:pt x="207264" y="170688"/>
                </a:lnTo>
                <a:lnTo>
                  <a:pt x="207264" y="256032"/>
                </a:lnTo>
                <a:lnTo>
                  <a:pt x="330708" y="256032"/>
                </a:lnTo>
                <a:lnTo>
                  <a:pt x="341376" y="266700"/>
                </a:lnTo>
                <a:lnTo>
                  <a:pt x="207264" y="266700"/>
                </a:lnTo>
                <a:lnTo>
                  <a:pt x="207264" y="350520"/>
                </a:lnTo>
                <a:close/>
              </a:path>
              <a:path w="387350" h="405764">
                <a:moveTo>
                  <a:pt x="3048" y="405384"/>
                </a:moveTo>
                <a:lnTo>
                  <a:pt x="0" y="400812"/>
                </a:lnTo>
                <a:lnTo>
                  <a:pt x="15144" y="384810"/>
                </a:lnTo>
                <a:lnTo>
                  <a:pt x="28575" y="368808"/>
                </a:lnTo>
                <a:lnTo>
                  <a:pt x="50292" y="336804"/>
                </a:lnTo>
                <a:lnTo>
                  <a:pt x="70008" y="287297"/>
                </a:lnTo>
                <a:lnTo>
                  <a:pt x="78867" y="238506"/>
                </a:lnTo>
                <a:lnTo>
                  <a:pt x="82296" y="205740"/>
                </a:lnTo>
                <a:lnTo>
                  <a:pt x="123444" y="227076"/>
                </a:lnTo>
                <a:lnTo>
                  <a:pt x="101369" y="269486"/>
                </a:lnTo>
                <a:lnTo>
                  <a:pt x="99060" y="278892"/>
                </a:lnTo>
                <a:lnTo>
                  <a:pt x="106519" y="289560"/>
                </a:lnTo>
                <a:lnTo>
                  <a:pt x="96012" y="289560"/>
                </a:lnTo>
                <a:lnTo>
                  <a:pt x="79057" y="325183"/>
                </a:lnTo>
                <a:lnTo>
                  <a:pt x="50411" y="367022"/>
                </a:lnTo>
                <a:lnTo>
                  <a:pt x="21312" y="392596"/>
                </a:lnTo>
                <a:lnTo>
                  <a:pt x="3048" y="405384"/>
                </a:lnTo>
                <a:close/>
              </a:path>
              <a:path w="387350" h="405764">
                <a:moveTo>
                  <a:pt x="330708" y="256032"/>
                </a:moveTo>
                <a:lnTo>
                  <a:pt x="284988" y="256032"/>
                </a:lnTo>
                <a:lnTo>
                  <a:pt x="307847" y="233172"/>
                </a:lnTo>
                <a:lnTo>
                  <a:pt x="330708" y="256032"/>
                </a:lnTo>
                <a:close/>
              </a:path>
              <a:path w="387350" h="405764">
                <a:moveTo>
                  <a:pt x="350520" y="394716"/>
                </a:moveTo>
                <a:lnTo>
                  <a:pt x="308562" y="393906"/>
                </a:lnTo>
                <a:lnTo>
                  <a:pt x="241220" y="388286"/>
                </a:lnTo>
                <a:lnTo>
                  <a:pt x="195572" y="378594"/>
                </a:lnTo>
                <a:lnTo>
                  <a:pt x="159615" y="361973"/>
                </a:lnTo>
                <a:lnTo>
                  <a:pt x="119253" y="323469"/>
                </a:lnTo>
                <a:lnTo>
                  <a:pt x="96012" y="289560"/>
                </a:lnTo>
                <a:lnTo>
                  <a:pt x="106519" y="289560"/>
                </a:lnTo>
                <a:lnTo>
                  <a:pt x="108251" y="292036"/>
                </a:lnTo>
                <a:lnTo>
                  <a:pt x="117729" y="304038"/>
                </a:lnTo>
                <a:lnTo>
                  <a:pt x="150090" y="333160"/>
                </a:lnTo>
                <a:lnTo>
                  <a:pt x="182880" y="350520"/>
                </a:lnTo>
                <a:lnTo>
                  <a:pt x="207264" y="350520"/>
                </a:lnTo>
                <a:lnTo>
                  <a:pt x="207264" y="356616"/>
                </a:lnTo>
                <a:lnTo>
                  <a:pt x="231243" y="360592"/>
                </a:lnTo>
                <a:lnTo>
                  <a:pt x="255079" y="363283"/>
                </a:lnTo>
                <a:lnTo>
                  <a:pt x="278630" y="364545"/>
                </a:lnTo>
                <a:lnTo>
                  <a:pt x="387096" y="364545"/>
                </a:lnTo>
                <a:lnTo>
                  <a:pt x="387096" y="367284"/>
                </a:lnTo>
                <a:lnTo>
                  <a:pt x="373880" y="370713"/>
                </a:lnTo>
                <a:lnTo>
                  <a:pt x="363664" y="376428"/>
                </a:lnTo>
                <a:lnTo>
                  <a:pt x="356020" y="384429"/>
                </a:lnTo>
                <a:lnTo>
                  <a:pt x="350520" y="394716"/>
                </a:lnTo>
                <a:close/>
              </a:path>
              <a:path w="387350" h="405764">
                <a:moveTo>
                  <a:pt x="387096" y="364545"/>
                </a:moveTo>
                <a:lnTo>
                  <a:pt x="278630" y="364545"/>
                </a:lnTo>
                <a:lnTo>
                  <a:pt x="325159" y="363974"/>
                </a:lnTo>
                <a:lnTo>
                  <a:pt x="347281" y="363283"/>
                </a:lnTo>
                <a:lnTo>
                  <a:pt x="367974" y="362307"/>
                </a:lnTo>
                <a:lnTo>
                  <a:pt x="387096" y="361188"/>
                </a:lnTo>
                <a:lnTo>
                  <a:pt x="387096" y="36454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4815840" y="2377439"/>
            <a:ext cx="373380" cy="381000"/>
          </a:xfrm>
          <a:custGeom>
            <a:avLst/>
            <a:gdLst/>
            <a:ahLst/>
            <a:cxnLst/>
            <a:rect l="l" t="t" r="r" b="b"/>
            <a:pathLst>
              <a:path w="373379" h="381000">
                <a:moveTo>
                  <a:pt x="24383" y="380999"/>
                </a:moveTo>
                <a:lnTo>
                  <a:pt x="0" y="358139"/>
                </a:lnTo>
                <a:lnTo>
                  <a:pt x="10667" y="348996"/>
                </a:lnTo>
                <a:lnTo>
                  <a:pt x="10667" y="106679"/>
                </a:lnTo>
                <a:lnTo>
                  <a:pt x="10429" y="82676"/>
                </a:lnTo>
                <a:lnTo>
                  <a:pt x="9382" y="34670"/>
                </a:lnTo>
                <a:lnTo>
                  <a:pt x="9143" y="10667"/>
                </a:lnTo>
                <a:lnTo>
                  <a:pt x="35051" y="24383"/>
                </a:lnTo>
                <a:lnTo>
                  <a:pt x="301751" y="24383"/>
                </a:lnTo>
                <a:lnTo>
                  <a:pt x="329183" y="0"/>
                </a:lnTo>
                <a:lnTo>
                  <a:pt x="359663" y="35051"/>
                </a:lnTo>
                <a:lnTo>
                  <a:pt x="239267" y="35051"/>
                </a:lnTo>
                <a:lnTo>
                  <a:pt x="239267" y="243839"/>
                </a:lnTo>
                <a:lnTo>
                  <a:pt x="240434" y="258079"/>
                </a:lnTo>
                <a:lnTo>
                  <a:pt x="244030" y="268604"/>
                </a:lnTo>
                <a:lnTo>
                  <a:pt x="250197" y="275129"/>
                </a:lnTo>
                <a:lnTo>
                  <a:pt x="259079" y="277367"/>
                </a:lnTo>
                <a:lnTo>
                  <a:pt x="306324" y="277367"/>
                </a:lnTo>
                <a:lnTo>
                  <a:pt x="329183" y="195071"/>
                </a:lnTo>
                <a:lnTo>
                  <a:pt x="336804" y="195071"/>
                </a:lnTo>
                <a:lnTo>
                  <a:pt x="339852" y="245363"/>
                </a:lnTo>
                <a:lnTo>
                  <a:pt x="361187" y="271272"/>
                </a:lnTo>
                <a:lnTo>
                  <a:pt x="353139" y="283011"/>
                </a:lnTo>
                <a:lnTo>
                  <a:pt x="342519" y="290893"/>
                </a:lnTo>
                <a:lnTo>
                  <a:pt x="329041" y="295060"/>
                </a:lnTo>
                <a:lnTo>
                  <a:pt x="312419" y="295655"/>
                </a:lnTo>
                <a:lnTo>
                  <a:pt x="248411" y="295655"/>
                </a:lnTo>
                <a:lnTo>
                  <a:pt x="234410" y="293131"/>
                </a:lnTo>
                <a:lnTo>
                  <a:pt x="224408" y="285749"/>
                </a:lnTo>
                <a:lnTo>
                  <a:pt x="218408" y="273796"/>
                </a:lnTo>
                <a:lnTo>
                  <a:pt x="216407" y="257555"/>
                </a:lnTo>
                <a:lnTo>
                  <a:pt x="216407" y="35051"/>
                </a:lnTo>
                <a:lnTo>
                  <a:pt x="144779" y="35051"/>
                </a:lnTo>
                <a:lnTo>
                  <a:pt x="143636" y="88391"/>
                </a:lnTo>
                <a:lnTo>
                  <a:pt x="140207" y="137159"/>
                </a:lnTo>
                <a:lnTo>
                  <a:pt x="133540" y="182879"/>
                </a:lnTo>
                <a:lnTo>
                  <a:pt x="118871" y="228599"/>
                </a:lnTo>
                <a:lnTo>
                  <a:pt x="93725" y="274320"/>
                </a:lnTo>
                <a:lnTo>
                  <a:pt x="54863" y="320039"/>
                </a:lnTo>
                <a:lnTo>
                  <a:pt x="50291" y="315467"/>
                </a:lnTo>
                <a:lnTo>
                  <a:pt x="66270" y="291798"/>
                </a:lnTo>
                <a:lnTo>
                  <a:pt x="79819" y="268985"/>
                </a:lnTo>
                <a:lnTo>
                  <a:pt x="99059" y="227075"/>
                </a:lnTo>
                <a:lnTo>
                  <a:pt x="110299" y="184784"/>
                </a:lnTo>
                <a:lnTo>
                  <a:pt x="117824" y="116490"/>
                </a:lnTo>
                <a:lnTo>
                  <a:pt x="120110" y="63912"/>
                </a:lnTo>
                <a:lnTo>
                  <a:pt x="120395" y="35051"/>
                </a:lnTo>
                <a:lnTo>
                  <a:pt x="35051" y="35051"/>
                </a:lnTo>
                <a:lnTo>
                  <a:pt x="35051" y="355091"/>
                </a:lnTo>
                <a:lnTo>
                  <a:pt x="310895" y="355091"/>
                </a:lnTo>
                <a:lnTo>
                  <a:pt x="336804" y="329184"/>
                </a:lnTo>
                <a:lnTo>
                  <a:pt x="373380" y="365760"/>
                </a:lnTo>
                <a:lnTo>
                  <a:pt x="36575" y="365760"/>
                </a:lnTo>
                <a:lnTo>
                  <a:pt x="24383" y="38099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5237988" y="2382011"/>
            <a:ext cx="408940" cy="382905"/>
          </a:xfrm>
          <a:custGeom>
            <a:avLst/>
            <a:gdLst/>
            <a:ahLst/>
            <a:cxnLst/>
            <a:rect l="l" t="t" r="r" b="b"/>
            <a:pathLst>
              <a:path w="408939" h="382905">
                <a:moveTo>
                  <a:pt x="242316" y="36576"/>
                </a:moveTo>
                <a:lnTo>
                  <a:pt x="225552" y="19812"/>
                </a:lnTo>
                <a:lnTo>
                  <a:pt x="347472" y="19812"/>
                </a:lnTo>
                <a:lnTo>
                  <a:pt x="359664" y="4572"/>
                </a:lnTo>
                <a:lnTo>
                  <a:pt x="385572" y="25908"/>
                </a:lnTo>
                <a:lnTo>
                  <a:pt x="380346" y="30480"/>
                </a:lnTo>
                <a:lnTo>
                  <a:pt x="283464" y="30480"/>
                </a:lnTo>
                <a:lnTo>
                  <a:pt x="272319" y="30789"/>
                </a:lnTo>
                <a:lnTo>
                  <a:pt x="261747" y="31813"/>
                </a:lnTo>
                <a:lnTo>
                  <a:pt x="251745" y="33694"/>
                </a:lnTo>
                <a:lnTo>
                  <a:pt x="242316" y="36576"/>
                </a:lnTo>
                <a:close/>
              </a:path>
              <a:path w="408939" h="382905">
                <a:moveTo>
                  <a:pt x="374667" y="144780"/>
                </a:moveTo>
                <a:lnTo>
                  <a:pt x="350520" y="144780"/>
                </a:lnTo>
                <a:lnTo>
                  <a:pt x="350520" y="30480"/>
                </a:lnTo>
                <a:lnTo>
                  <a:pt x="380346" y="30480"/>
                </a:lnTo>
                <a:lnTo>
                  <a:pt x="373380" y="36576"/>
                </a:lnTo>
                <a:lnTo>
                  <a:pt x="373618" y="78295"/>
                </a:lnTo>
                <a:lnTo>
                  <a:pt x="374142" y="114300"/>
                </a:lnTo>
                <a:lnTo>
                  <a:pt x="374667" y="144780"/>
                </a:lnTo>
                <a:close/>
              </a:path>
              <a:path w="408939" h="382905">
                <a:moveTo>
                  <a:pt x="368808" y="364236"/>
                </a:moveTo>
                <a:lnTo>
                  <a:pt x="278892" y="364236"/>
                </a:lnTo>
                <a:lnTo>
                  <a:pt x="258913" y="363378"/>
                </a:lnTo>
                <a:lnTo>
                  <a:pt x="244792" y="356235"/>
                </a:lnTo>
                <a:lnTo>
                  <a:pt x="236672" y="342804"/>
                </a:lnTo>
                <a:lnTo>
                  <a:pt x="234696" y="323088"/>
                </a:lnTo>
                <a:lnTo>
                  <a:pt x="234672" y="253626"/>
                </a:lnTo>
                <a:lnTo>
                  <a:pt x="234505" y="198310"/>
                </a:lnTo>
                <a:lnTo>
                  <a:pt x="234053" y="156995"/>
                </a:lnTo>
                <a:lnTo>
                  <a:pt x="233172" y="129540"/>
                </a:lnTo>
                <a:lnTo>
                  <a:pt x="257556" y="144780"/>
                </a:lnTo>
                <a:lnTo>
                  <a:pt x="374667" y="144780"/>
                </a:lnTo>
                <a:lnTo>
                  <a:pt x="374771" y="155448"/>
                </a:lnTo>
                <a:lnTo>
                  <a:pt x="257556" y="155448"/>
                </a:lnTo>
                <a:lnTo>
                  <a:pt x="257556" y="315468"/>
                </a:lnTo>
                <a:lnTo>
                  <a:pt x="259270" y="329231"/>
                </a:lnTo>
                <a:lnTo>
                  <a:pt x="264414" y="338709"/>
                </a:lnTo>
                <a:lnTo>
                  <a:pt x="272986" y="344185"/>
                </a:lnTo>
                <a:lnTo>
                  <a:pt x="284988" y="345948"/>
                </a:lnTo>
                <a:lnTo>
                  <a:pt x="404883" y="345948"/>
                </a:lnTo>
                <a:lnTo>
                  <a:pt x="401597" y="351591"/>
                </a:lnTo>
                <a:lnTo>
                  <a:pt x="392620" y="359473"/>
                </a:lnTo>
                <a:lnTo>
                  <a:pt x="381642" y="363640"/>
                </a:lnTo>
                <a:lnTo>
                  <a:pt x="368808" y="364236"/>
                </a:lnTo>
                <a:close/>
              </a:path>
              <a:path w="408939" h="382905">
                <a:moveTo>
                  <a:pt x="350520" y="179832"/>
                </a:moveTo>
                <a:lnTo>
                  <a:pt x="350520" y="155448"/>
                </a:lnTo>
                <a:lnTo>
                  <a:pt x="374771" y="155448"/>
                </a:lnTo>
                <a:lnTo>
                  <a:pt x="374904" y="169164"/>
                </a:lnTo>
                <a:lnTo>
                  <a:pt x="350520" y="179832"/>
                </a:lnTo>
                <a:close/>
              </a:path>
              <a:path w="408939" h="382905">
                <a:moveTo>
                  <a:pt x="404883" y="345948"/>
                </a:moveTo>
                <a:lnTo>
                  <a:pt x="364236" y="345948"/>
                </a:lnTo>
                <a:lnTo>
                  <a:pt x="370332" y="339852"/>
                </a:lnTo>
                <a:lnTo>
                  <a:pt x="371856" y="327660"/>
                </a:lnTo>
                <a:lnTo>
                  <a:pt x="373880" y="317420"/>
                </a:lnTo>
                <a:lnTo>
                  <a:pt x="375475" y="302895"/>
                </a:lnTo>
                <a:lnTo>
                  <a:pt x="376785" y="284368"/>
                </a:lnTo>
                <a:lnTo>
                  <a:pt x="377952" y="262128"/>
                </a:lnTo>
                <a:lnTo>
                  <a:pt x="385572" y="262128"/>
                </a:lnTo>
                <a:lnTo>
                  <a:pt x="388143" y="306705"/>
                </a:lnTo>
                <a:lnTo>
                  <a:pt x="408432" y="339852"/>
                </a:lnTo>
                <a:lnTo>
                  <a:pt x="404883" y="345948"/>
                </a:lnTo>
                <a:close/>
              </a:path>
              <a:path w="408939" h="382905">
                <a:moveTo>
                  <a:pt x="15240" y="36576"/>
                </a:moveTo>
                <a:lnTo>
                  <a:pt x="0" y="19812"/>
                </a:lnTo>
                <a:lnTo>
                  <a:pt x="175260" y="19812"/>
                </a:lnTo>
                <a:lnTo>
                  <a:pt x="196596" y="0"/>
                </a:lnTo>
                <a:lnTo>
                  <a:pt x="224028" y="30480"/>
                </a:lnTo>
                <a:lnTo>
                  <a:pt x="57912" y="30480"/>
                </a:lnTo>
                <a:lnTo>
                  <a:pt x="46743" y="30789"/>
                </a:lnTo>
                <a:lnTo>
                  <a:pt x="36004" y="31813"/>
                </a:lnTo>
                <a:lnTo>
                  <a:pt x="25550" y="33694"/>
                </a:lnTo>
                <a:lnTo>
                  <a:pt x="15240" y="36576"/>
                </a:lnTo>
                <a:close/>
              </a:path>
              <a:path w="408939" h="382905">
                <a:moveTo>
                  <a:pt x="100584" y="86868"/>
                </a:moveTo>
                <a:lnTo>
                  <a:pt x="79248" y="86868"/>
                </a:lnTo>
                <a:lnTo>
                  <a:pt x="79248" y="30480"/>
                </a:lnTo>
                <a:lnTo>
                  <a:pt x="100584" y="30480"/>
                </a:lnTo>
                <a:lnTo>
                  <a:pt x="100584" y="86868"/>
                </a:lnTo>
                <a:close/>
              </a:path>
              <a:path w="408939" h="382905">
                <a:moveTo>
                  <a:pt x="146304" y="86868"/>
                </a:moveTo>
                <a:lnTo>
                  <a:pt x="124968" y="86868"/>
                </a:lnTo>
                <a:lnTo>
                  <a:pt x="124968" y="30480"/>
                </a:lnTo>
                <a:lnTo>
                  <a:pt x="146304" y="30480"/>
                </a:lnTo>
                <a:lnTo>
                  <a:pt x="146304" y="86868"/>
                </a:lnTo>
                <a:close/>
              </a:path>
              <a:path w="408939" h="382905">
                <a:moveTo>
                  <a:pt x="205086" y="86868"/>
                </a:moveTo>
                <a:lnTo>
                  <a:pt x="173736" y="86868"/>
                </a:lnTo>
                <a:lnTo>
                  <a:pt x="185928" y="70104"/>
                </a:lnTo>
                <a:lnTo>
                  <a:pt x="205086" y="86868"/>
                </a:lnTo>
                <a:close/>
              </a:path>
              <a:path w="408939" h="382905">
                <a:moveTo>
                  <a:pt x="25908" y="382524"/>
                </a:moveTo>
                <a:lnTo>
                  <a:pt x="26789" y="352472"/>
                </a:lnTo>
                <a:lnTo>
                  <a:pt x="27241" y="316992"/>
                </a:lnTo>
                <a:lnTo>
                  <a:pt x="27352" y="168021"/>
                </a:lnTo>
                <a:lnTo>
                  <a:pt x="27241" y="140398"/>
                </a:lnTo>
                <a:lnTo>
                  <a:pt x="26789" y="103655"/>
                </a:lnTo>
                <a:lnTo>
                  <a:pt x="25908" y="71628"/>
                </a:lnTo>
                <a:lnTo>
                  <a:pt x="50292" y="86868"/>
                </a:lnTo>
                <a:lnTo>
                  <a:pt x="205086" y="86868"/>
                </a:lnTo>
                <a:lnTo>
                  <a:pt x="210312" y="91440"/>
                </a:lnTo>
                <a:lnTo>
                  <a:pt x="205086" y="96012"/>
                </a:lnTo>
                <a:lnTo>
                  <a:pt x="50292" y="96012"/>
                </a:lnTo>
                <a:lnTo>
                  <a:pt x="50292" y="214883"/>
                </a:lnTo>
                <a:lnTo>
                  <a:pt x="61088" y="214883"/>
                </a:lnTo>
                <a:lnTo>
                  <a:pt x="50292" y="225552"/>
                </a:lnTo>
                <a:lnTo>
                  <a:pt x="50292" y="249936"/>
                </a:lnTo>
                <a:lnTo>
                  <a:pt x="198232" y="249936"/>
                </a:lnTo>
                <a:lnTo>
                  <a:pt x="198278" y="260604"/>
                </a:lnTo>
                <a:lnTo>
                  <a:pt x="50292" y="260604"/>
                </a:lnTo>
                <a:lnTo>
                  <a:pt x="50292" y="326136"/>
                </a:lnTo>
                <a:lnTo>
                  <a:pt x="198746" y="326136"/>
                </a:lnTo>
                <a:lnTo>
                  <a:pt x="198866" y="336804"/>
                </a:lnTo>
                <a:lnTo>
                  <a:pt x="50292" y="336804"/>
                </a:lnTo>
                <a:lnTo>
                  <a:pt x="50292" y="373380"/>
                </a:lnTo>
                <a:lnTo>
                  <a:pt x="25908" y="382524"/>
                </a:lnTo>
                <a:close/>
              </a:path>
              <a:path w="408939" h="382905">
                <a:moveTo>
                  <a:pt x="61088" y="214883"/>
                </a:moveTo>
                <a:lnTo>
                  <a:pt x="50292" y="214883"/>
                </a:lnTo>
                <a:lnTo>
                  <a:pt x="63174" y="194595"/>
                </a:lnTo>
                <a:lnTo>
                  <a:pt x="72199" y="168021"/>
                </a:lnTo>
                <a:lnTo>
                  <a:pt x="77509" y="135159"/>
                </a:lnTo>
                <a:lnTo>
                  <a:pt x="79248" y="96012"/>
                </a:lnTo>
                <a:lnTo>
                  <a:pt x="100584" y="96012"/>
                </a:lnTo>
                <a:lnTo>
                  <a:pt x="97440" y="139184"/>
                </a:lnTo>
                <a:lnTo>
                  <a:pt x="88011" y="175069"/>
                </a:lnTo>
                <a:lnTo>
                  <a:pt x="72294" y="203811"/>
                </a:lnTo>
                <a:lnTo>
                  <a:pt x="61088" y="214883"/>
                </a:lnTo>
                <a:close/>
              </a:path>
              <a:path w="408939" h="382905">
                <a:moveTo>
                  <a:pt x="198232" y="249936"/>
                </a:moveTo>
                <a:lnTo>
                  <a:pt x="175260" y="249936"/>
                </a:lnTo>
                <a:lnTo>
                  <a:pt x="175260" y="211836"/>
                </a:lnTo>
                <a:lnTo>
                  <a:pt x="150876" y="211836"/>
                </a:lnTo>
                <a:lnTo>
                  <a:pt x="124968" y="96012"/>
                </a:lnTo>
                <a:lnTo>
                  <a:pt x="146304" y="96012"/>
                </a:lnTo>
                <a:lnTo>
                  <a:pt x="146304" y="187452"/>
                </a:lnTo>
                <a:lnTo>
                  <a:pt x="149352" y="192024"/>
                </a:lnTo>
                <a:lnTo>
                  <a:pt x="198146" y="192024"/>
                </a:lnTo>
                <a:lnTo>
                  <a:pt x="198232" y="249936"/>
                </a:lnTo>
                <a:close/>
              </a:path>
              <a:path w="408939" h="382905">
                <a:moveTo>
                  <a:pt x="198146" y="192024"/>
                </a:moveTo>
                <a:lnTo>
                  <a:pt x="175260" y="192024"/>
                </a:lnTo>
                <a:lnTo>
                  <a:pt x="175260" y="96012"/>
                </a:lnTo>
                <a:lnTo>
                  <a:pt x="205086" y="96012"/>
                </a:lnTo>
                <a:lnTo>
                  <a:pt x="198120" y="102108"/>
                </a:lnTo>
                <a:lnTo>
                  <a:pt x="198146" y="192024"/>
                </a:lnTo>
                <a:close/>
              </a:path>
              <a:path w="408939" h="382905">
                <a:moveTo>
                  <a:pt x="198746" y="326136"/>
                </a:moveTo>
                <a:lnTo>
                  <a:pt x="175260" y="326136"/>
                </a:lnTo>
                <a:lnTo>
                  <a:pt x="175260" y="260604"/>
                </a:lnTo>
                <a:lnTo>
                  <a:pt x="198278" y="260604"/>
                </a:lnTo>
                <a:lnTo>
                  <a:pt x="198449" y="299618"/>
                </a:lnTo>
                <a:lnTo>
                  <a:pt x="198746" y="326136"/>
                </a:lnTo>
                <a:close/>
              </a:path>
              <a:path w="408939" h="382905">
                <a:moveTo>
                  <a:pt x="175260" y="379476"/>
                </a:moveTo>
                <a:lnTo>
                  <a:pt x="175260" y="336804"/>
                </a:lnTo>
                <a:lnTo>
                  <a:pt x="198866" y="336804"/>
                </a:lnTo>
                <a:lnTo>
                  <a:pt x="198900" y="339852"/>
                </a:lnTo>
                <a:lnTo>
                  <a:pt x="199644" y="367284"/>
                </a:lnTo>
                <a:lnTo>
                  <a:pt x="175260" y="37947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5719571" y="2363723"/>
            <a:ext cx="356870" cy="402590"/>
          </a:xfrm>
          <a:custGeom>
            <a:avLst/>
            <a:gdLst/>
            <a:ahLst/>
            <a:cxnLst/>
            <a:rect l="l" t="t" r="r" b="b"/>
            <a:pathLst>
              <a:path w="356870" h="402589">
                <a:moveTo>
                  <a:pt x="53340" y="89916"/>
                </a:moveTo>
                <a:lnTo>
                  <a:pt x="42672" y="89916"/>
                </a:lnTo>
                <a:lnTo>
                  <a:pt x="50696" y="62793"/>
                </a:lnTo>
                <a:lnTo>
                  <a:pt x="56578" y="38671"/>
                </a:lnTo>
                <a:lnTo>
                  <a:pt x="60459" y="17692"/>
                </a:lnTo>
                <a:lnTo>
                  <a:pt x="62484" y="0"/>
                </a:lnTo>
                <a:lnTo>
                  <a:pt x="100584" y="21336"/>
                </a:lnTo>
                <a:lnTo>
                  <a:pt x="90844" y="29051"/>
                </a:lnTo>
                <a:lnTo>
                  <a:pt x="79819" y="43053"/>
                </a:lnTo>
                <a:lnTo>
                  <a:pt x="67365" y="63341"/>
                </a:lnTo>
                <a:lnTo>
                  <a:pt x="53340" y="89916"/>
                </a:lnTo>
                <a:close/>
              </a:path>
              <a:path w="356870" h="402589">
                <a:moveTo>
                  <a:pt x="147828" y="192024"/>
                </a:moveTo>
                <a:lnTo>
                  <a:pt x="141732" y="187452"/>
                </a:lnTo>
                <a:lnTo>
                  <a:pt x="158877" y="160615"/>
                </a:lnTo>
                <a:lnTo>
                  <a:pt x="173736" y="135064"/>
                </a:lnTo>
                <a:lnTo>
                  <a:pt x="196596" y="88392"/>
                </a:lnTo>
                <a:lnTo>
                  <a:pt x="211264" y="44958"/>
                </a:lnTo>
                <a:lnTo>
                  <a:pt x="222503" y="1524"/>
                </a:lnTo>
                <a:lnTo>
                  <a:pt x="260603" y="24384"/>
                </a:lnTo>
                <a:lnTo>
                  <a:pt x="252626" y="32361"/>
                </a:lnTo>
                <a:lnTo>
                  <a:pt x="242506" y="47053"/>
                </a:lnTo>
                <a:lnTo>
                  <a:pt x="230385" y="68318"/>
                </a:lnTo>
                <a:lnTo>
                  <a:pt x="216408" y="96012"/>
                </a:lnTo>
                <a:lnTo>
                  <a:pt x="350520" y="96012"/>
                </a:lnTo>
                <a:lnTo>
                  <a:pt x="356616" y="102108"/>
                </a:lnTo>
                <a:lnTo>
                  <a:pt x="350901" y="106680"/>
                </a:lnTo>
                <a:lnTo>
                  <a:pt x="213360" y="106680"/>
                </a:lnTo>
                <a:lnTo>
                  <a:pt x="197977" y="130730"/>
                </a:lnTo>
                <a:lnTo>
                  <a:pt x="181737" y="152781"/>
                </a:lnTo>
                <a:lnTo>
                  <a:pt x="164925" y="173116"/>
                </a:lnTo>
                <a:lnTo>
                  <a:pt x="147828" y="192024"/>
                </a:lnTo>
                <a:close/>
              </a:path>
              <a:path w="356870" h="402589">
                <a:moveTo>
                  <a:pt x="144780" y="89916"/>
                </a:moveTo>
                <a:lnTo>
                  <a:pt x="111252" y="89916"/>
                </a:lnTo>
                <a:lnTo>
                  <a:pt x="128016" y="73152"/>
                </a:lnTo>
                <a:lnTo>
                  <a:pt x="144780" y="89916"/>
                </a:lnTo>
                <a:close/>
              </a:path>
              <a:path w="356870" h="402589">
                <a:moveTo>
                  <a:pt x="0" y="397764"/>
                </a:moveTo>
                <a:lnTo>
                  <a:pt x="834" y="359664"/>
                </a:lnTo>
                <a:lnTo>
                  <a:pt x="935" y="352615"/>
                </a:lnTo>
                <a:lnTo>
                  <a:pt x="1333" y="316992"/>
                </a:lnTo>
                <a:lnTo>
                  <a:pt x="1430" y="178308"/>
                </a:lnTo>
                <a:lnTo>
                  <a:pt x="1309" y="152781"/>
                </a:lnTo>
                <a:lnTo>
                  <a:pt x="881" y="114704"/>
                </a:lnTo>
                <a:lnTo>
                  <a:pt x="0" y="74676"/>
                </a:lnTo>
                <a:lnTo>
                  <a:pt x="25908" y="89916"/>
                </a:lnTo>
                <a:lnTo>
                  <a:pt x="144780" y="89916"/>
                </a:lnTo>
                <a:lnTo>
                  <a:pt x="153924" y="99060"/>
                </a:lnTo>
                <a:lnTo>
                  <a:pt x="151828" y="100584"/>
                </a:lnTo>
                <a:lnTo>
                  <a:pt x="24384" y="100584"/>
                </a:lnTo>
                <a:lnTo>
                  <a:pt x="24384" y="211836"/>
                </a:lnTo>
                <a:lnTo>
                  <a:pt x="137205" y="211836"/>
                </a:lnTo>
                <a:lnTo>
                  <a:pt x="137219" y="222504"/>
                </a:lnTo>
                <a:lnTo>
                  <a:pt x="24384" y="222504"/>
                </a:lnTo>
                <a:lnTo>
                  <a:pt x="24384" y="344424"/>
                </a:lnTo>
                <a:lnTo>
                  <a:pt x="137914" y="344424"/>
                </a:lnTo>
                <a:lnTo>
                  <a:pt x="137940" y="346850"/>
                </a:lnTo>
                <a:lnTo>
                  <a:pt x="138137" y="355092"/>
                </a:lnTo>
                <a:lnTo>
                  <a:pt x="24384" y="355092"/>
                </a:lnTo>
                <a:lnTo>
                  <a:pt x="24384" y="384048"/>
                </a:lnTo>
                <a:lnTo>
                  <a:pt x="0" y="397764"/>
                </a:lnTo>
                <a:close/>
              </a:path>
              <a:path w="356870" h="402589">
                <a:moveTo>
                  <a:pt x="350520" y="96012"/>
                </a:moveTo>
                <a:lnTo>
                  <a:pt x="310896" y="96012"/>
                </a:lnTo>
                <a:lnTo>
                  <a:pt x="330708" y="76200"/>
                </a:lnTo>
                <a:lnTo>
                  <a:pt x="350520" y="96012"/>
                </a:lnTo>
                <a:close/>
              </a:path>
              <a:path w="356870" h="402589">
                <a:moveTo>
                  <a:pt x="137205" y="211836"/>
                </a:moveTo>
                <a:lnTo>
                  <a:pt x="114300" y="211836"/>
                </a:lnTo>
                <a:lnTo>
                  <a:pt x="114300" y="100584"/>
                </a:lnTo>
                <a:lnTo>
                  <a:pt x="151828" y="100584"/>
                </a:lnTo>
                <a:lnTo>
                  <a:pt x="137160" y="111252"/>
                </a:lnTo>
                <a:lnTo>
                  <a:pt x="137205" y="211836"/>
                </a:lnTo>
                <a:close/>
              </a:path>
              <a:path w="356870" h="402589">
                <a:moveTo>
                  <a:pt x="327213" y="359664"/>
                </a:moveTo>
                <a:lnTo>
                  <a:pt x="283464" y="359664"/>
                </a:lnTo>
                <a:lnTo>
                  <a:pt x="291750" y="357925"/>
                </a:lnTo>
                <a:lnTo>
                  <a:pt x="298323" y="352615"/>
                </a:lnTo>
                <a:lnTo>
                  <a:pt x="308586" y="305562"/>
                </a:lnTo>
                <a:lnTo>
                  <a:pt x="310705" y="259842"/>
                </a:lnTo>
                <a:lnTo>
                  <a:pt x="312539" y="193548"/>
                </a:lnTo>
                <a:lnTo>
                  <a:pt x="313944" y="106680"/>
                </a:lnTo>
                <a:lnTo>
                  <a:pt x="350901" y="106680"/>
                </a:lnTo>
                <a:lnTo>
                  <a:pt x="341376" y="114300"/>
                </a:lnTo>
                <a:lnTo>
                  <a:pt x="339535" y="188719"/>
                </a:lnTo>
                <a:lnTo>
                  <a:pt x="337620" y="249167"/>
                </a:lnTo>
                <a:lnTo>
                  <a:pt x="335560" y="295570"/>
                </a:lnTo>
                <a:lnTo>
                  <a:pt x="333280" y="327855"/>
                </a:lnTo>
                <a:lnTo>
                  <a:pt x="330708" y="345948"/>
                </a:lnTo>
                <a:lnTo>
                  <a:pt x="327856" y="357925"/>
                </a:lnTo>
                <a:lnTo>
                  <a:pt x="327213" y="359664"/>
                </a:lnTo>
                <a:close/>
              </a:path>
              <a:path w="356870" h="402589">
                <a:moveTo>
                  <a:pt x="231648" y="269748"/>
                </a:moveTo>
                <a:lnTo>
                  <a:pt x="228600" y="269748"/>
                </a:lnTo>
                <a:lnTo>
                  <a:pt x="225456" y="268295"/>
                </a:lnTo>
                <a:lnTo>
                  <a:pt x="222885" y="263842"/>
                </a:lnTo>
                <a:lnTo>
                  <a:pt x="220884" y="256246"/>
                </a:lnTo>
                <a:lnTo>
                  <a:pt x="219456" y="245364"/>
                </a:lnTo>
                <a:lnTo>
                  <a:pt x="214884" y="228242"/>
                </a:lnTo>
                <a:lnTo>
                  <a:pt x="208026" y="211264"/>
                </a:lnTo>
                <a:lnTo>
                  <a:pt x="198882" y="194571"/>
                </a:lnTo>
                <a:lnTo>
                  <a:pt x="187452" y="178308"/>
                </a:lnTo>
                <a:lnTo>
                  <a:pt x="190500" y="172212"/>
                </a:lnTo>
                <a:lnTo>
                  <a:pt x="224028" y="199644"/>
                </a:lnTo>
                <a:lnTo>
                  <a:pt x="246888" y="236220"/>
                </a:lnTo>
                <a:lnTo>
                  <a:pt x="246888" y="248412"/>
                </a:lnTo>
                <a:lnTo>
                  <a:pt x="243840" y="254508"/>
                </a:lnTo>
                <a:lnTo>
                  <a:pt x="234696" y="266700"/>
                </a:lnTo>
                <a:lnTo>
                  <a:pt x="231648" y="269748"/>
                </a:lnTo>
                <a:close/>
              </a:path>
              <a:path w="356870" h="402589">
                <a:moveTo>
                  <a:pt x="137914" y="344424"/>
                </a:moveTo>
                <a:lnTo>
                  <a:pt x="114300" y="344424"/>
                </a:lnTo>
                <a:lnTo>
                  <a:pt x="114300" y="222504"/>
                </a:lnTo>
                <a:lnTo>
                  <a:pt x="137219" y="222504"/>
                </a:lnTo>
                <a:lnTo>
                  <a:pt x="137337" y="269748"/>
                </a:lnTo>
                <a:lnTo>
                  <a:pt x="137498" y="305562"/>
                </a:lnTo>
                <a:lnTo>
                  <a:pt x="137914" y="344424"/>
                </a:lnTo>
                <a:close/>
              </a:path>
              <a:path w="356870" h="402589">
                <a:moveTo>
                  <a:pt x="277367" y="402336"/>
                </a:moveTo>
                <a:lnTo>
                  <a:pt x="271129" y="389453"/>
                </a:lnTo>
                <a:lnTo>
                  <a:pt x="259461" y="378142"/>
                </a:lnTo>
                <a:lnTo>
                  <a:pt x="242589" y="368236"/>
                </a:lnTo>
                <a:lnTo>
                  <a:pt x="220979" y="359664"/>
                </a:lnTo>
                <a:lnTo>
                  <a:pt x="220979" y="352044"/>
                </a:lnTo>
                <a:lnTo>
                  <a:pt x="241030" y="355163"/>
                </a:lnTo>
                <a:lnTo>
                  <a:pt x="257937" y="357568"/>
                </a:lnTo>
                <a:lnTo>
                  <a:pt x="271986" y="359116"/>
                </a:lnTo>
                <a:lnTo>
                  <a:pt x="283464" y="359664"/>
                </a:lnTo>
                <a:lnTo>
                  <a:pt x="327213" y="359664"/>
                </a:lnTo>
                <a:lnTo>
                  <a:pt x="324027" y="368260"/>
                </a:lnTo>
                <a:lnTo>
                  <a:pt x="289023" y="397764"/>
                </a:lnTo>
                <a:lnTo>
                  <a:pt x="277367" y="402336"/>
                </a:lnTo>
                <a:close/>
              </a:path>
              <a:path w="356870" h="402589">
                <a:moveTo>
                  <a:pt x="114300" y="391668"/>
                </a:moveTo>
                <a:lnTo>
                  <a:pt x="114300" y="355092"/>
                </a:lnTo>
                <a:lnTo>
                  <a:pt x="138137" y="355092"/>
                </a:lnTo>
                <a:lnTo>
                  <a:pt x="138684" y="377952"/>
                </a:lnTo>
                <a:lnTo>
                  <a:pt x="114300" y="39166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" name="object 15"/>
          <p:cNvSpPr/>
          <p:nvPr/>
        </p:nvSpPr>
        <p:spPr>
          <a:xfrm>
            <a:off x="6138659" y="2360675"/>
            <a:ext cx="826135" cy="410209"/>
          </a:xfrm>
          <a:custGeom>
            <a:avLst/>
            <a:gdLst/>
            <a:ahLst/>
            <a:cxnLst/>
            <a:rect l="l" t="t" r="r" b="b"/>
            <a:pathLst>
              <a:path w="826134" h="410210">
                <a:moveTo>
                  <a:pt x="126492" y="224028"/>
                </a:moveTo>
                <a:lnTo>
                  <a:pt x="98869" y="195834"/>
                </a:lnTo>
                <a:lnTo>
                  <a:pt x="60960" y="178308"/>
                </a:lnTo>
                <a:lnTo>
                  <a:pt x="56388" y="184404"/>
                </a:lnTo>
                <a:lnTo>
                  <a:pt x="71234" y="199859"/>
                </a:lnTo>
                <a:lnTo>
                  <a:pt x="83629" y="214312"/>
                </a:lnTo>
                <a:lnTo>
                  <a:pt x="93472" y="227914"/>
                </a:lnTo>
                <a:lnTo>
                  <a:pt x="100584" y="240792"/>
                </a:lnTo>
                <a:lnTo>
                  <a:pt x="105156" y="252984"/>
                </a:lnTo>
                <a:lnTo>
                  <a:pt x="109728" y="259080"/>
                </a:lnTo>
                <a:lnTo>
                  <a:pt x="114300" y="259080"/>
                </a:lnTo>
                <a:lnTo>
                  <a:pt x="117348" y="256032"/>
                </a:lnTo>
                <a:lnTo>
                  <a:pt x="121920" y="248412"/>
                </a:lnTo>
                <a:lnTo>
                  <a:pt x="124968" y="240792"/>
                </a:lnTo>
                <a:lnTo>
                  <a:pt x="126492" y="234746"/>
                </a:lnTo>
                <a:lnTo>
                  <a:pt x="126492" y="224028"/>
                </a:lnTo>
                <a:close/>
              </a:path>
              <a:path w="826134" h="410210">
                <a:moveTo>
                  <a:pt x="167640" y="153924"/>
                </a:moveTo>
                <a:lnTo>
                  <a:pt x="126377" y="121996"/>
                </a:lnTo>
                <a:lnTo>
                  <a:pt x="106680" y="114300"/>
                </a:lnTo>
                <a:lnTo>
                  <a:pt x="103632" y="120396"/>
                </a:lnTo>
                <a:lnTo>
                  <a:pt x="116230" y="132994"/>
                </a:lnTo>
                <a:lnTo>
                  <a:pt x="126682" y="145732"/>
                </a:lnTo>
                <a:lnTo>
                  <a:pt x="135140" y="158762"/>
                </a:lnTo>
                <a:lnTo>
                  <a:pt x="141732" y="172212"/>
                </a:lnTo>
                <a:lnTo>
                  <a:pt x="146304" y="182880"/>
                </a:lnTo>
                <a:lnTo>
                  <a:pt x="150876" y="188976"/>
                </a:lnTo>
                <a:lnTo>
                  <a:pt x="156972" y="188976"/>
                </a:lnTo>
                <a:lnTo>
                  <a:pt x="160020" y="185928"/>
                </a:lnTo>
                <a:lnTo>
                  <a:pt x="163068" y="178308"/>
                </a:lnTo>
                <a:lnTo>
                  <a:pt x="166116" y="172212"/>
                </a:lnTo>
                <a:lnTo>
                  <a:pt x="167601" y="166306"/>
                </a:lnTo>
                <a:lnTo>
                  <a:pt x="167640" y="153924"/>
                </a:lnTo>
                <a:close/>
              </a:path>
              <a:path w="826134" h="410210">
                <a:moveTo>
                  <a:pt x="224028" y="47205"/>
                </a:moveTo>
                <a:lnTo>
                  <a:pt x="192405" y="11620"/>
                </a:lnTo>
                <a:lnTo>
                  <a:pt x="167640" y="0"/>
                </a:lnTo>
                <a:lnTo>
                  <a:pt x="163068" y="3048"/>
                </a:lnTo>
                <a:lnTo>
                  <a:pt x="174269" y="18529"/>
                </a:lnTo>
                <a:lnTo>
                  <a:pt x="182880" y="33147"/>
                </a:lnTo>
                <a:lnTo>
                  <a:pt x="189217" y="47205"/>
                </a:lnTo>
                <a:lnTo>
                  <a:pt x="193548" y="60960"/>
                </a:lnTo>
                <a:lnTo>
                  <a:pt x="196596" y="71628"/>
                </a:lnTo>
                <a:lnTo>
                  <a:pt x="199644" y="77724"/>
                </a:lnTo>
                <a:lnTo>
                  <a:pt x="205740" y="77724"/>
                </a:lnTo>
                <a:lnTo>
                  <a:pt x="210312" y="74676"/>
                </a:lnTo>
                <a:lnTo>
                  <a:pt x="216408" y="67056"/>
                </a:lnTo>
                <a:lnTo>
                  <a:pt x="220980" y="60960"/>
                </a:lnTo>
                <a:lnTo>
                  <a:pt x="224028" y="53340"/>
                </a:lnTo>
                <a:lnTo>
                  <a:pt x="224028" y="47205"/>
                </a:lnTo>
                <a:close/>
              </a:path>
              <a:path w="826134" h="410210">
                <a:moveTo>
                  <a:pt x="393192" y="102108"/>
                </a:moveTo>
                <a:lnTo>
                  <a:pt x="385152" y="92964"/>
                </a:lnTo>
                <a:lnTo>
                  <a:pt x="377101" y="83820"/>
                </a:lnTo>
                <a:lnTo>
                  <a:pt x="359664" y="64008"/>
                </a:lnTo>
                <a:lnTo>
                  <a:pt x="339852" y="83820"/>
                </a:lnTo>
                <a:lnTo>
                  <a:pt x="53340" y="83820"/>
                </a:lnTo>
                <a:lnTo>
                  <a:pt x="51816" y="62484"/>
                </a:lnTo>
                <a:lnTo>
                  <a:pt x="44196" y="62484"/>
                </a:lnTo>
                <a:lnTo>
                  <a:pt x="28981" y="111785"/>
                </a:lnTo>
                <a:lnTo>
                  <a:pt x="13716" y="132588"/>
                </a:lnTo>
                <a:lnTo>
                  <a:pt x="9144" y="140208"/>
                </a:lnTo>
                <a:lnTo>
                  <a:pt x="9144" y="147828"/>
                </a:lnTo>
                <a:lnTo>
                  <a:pt x="15240" y="149352"/>
                </a:lnTo>
                <a:lnTo>
                  <a:pt x="25908" y="150876"/>
                </a:lnTo>
                <a:lnTo>
                  <a:pt x="34226" y="150876"/>
                </a:lnTo>
                <a:lnTo>
                  <a:pt x="54673" y="118491"/>
                </a:lnTo>
                <a:lnTo>
                  <a:pt x="54800" y="106730"/>
                </a:lnTo>
                <a:lnTo>
                  <a:pt x="53340" y="92964"/>
                </a:lnTo>
                <a:lnTo>
                  <a:pt x="344424" y="92964"/>
                </a:lnTo>
                <a:lnTo>
                  <a:pt x="316992" y="141732"/>
                </a:lnTo>
                <a:lnTo>
                  <a:pt x="323088" y="146304"/>
                </a:lnTo>
                <a:lnTo>
                  <a:pt x="342188" y="126326"/>
                </a:lnTo>
                <a:lnTo>
                  <a:pt x="360426" y="112204"/>
                </a:lnTo>
                <a:lnTo>
                  <a:pt x="377532" y="104089"/>
                </a:lnTo>
                <a:lnTo>
                  <a:pt x="393192" y="102108"/>
                </a:lnTo>
                <a:close/>
              </a:path>
              <a:path w="826134" h="410210">
                <a:moveTo>
                  <a:pt x="394716" y="274320"/>
                </a:moveTo>
                <a:lnTo>
                  <a:pt x="358140" y="237744"/>
                </a:lnTo>
                <a:lnTo>
                  <a:pt x="332232" y="263652"/>
                </a:lnTo>
                <a:lnTo>
                  <a:pt x="224028" y="263652"/>
                </a:lnTo>
                <a:lnTo>
                  <a:pt x="228346" y="234746"/>
                </a:lnTo>
                <a:lnTo>
                  <a:pt x="232219" y="204978"/>
                </a:lnTo>
                <a:lnTo>
                  <a:pt x="235826" y="174078"/>
                </a:lnTo>
                <a:lnTo>
                  <a:pt x="239268" y="141732"/>
                </a:lnTo>
                <a:lnTo>
                  <a:pt x="252984" y="129540"/>
                </a:lnTo>
                <a:lnTo>
                  <a:pt x="210312" y="109728"/>
                </a:lnTo>
                <a:lnTo>
                  <a:pt x="210032" y="127444"/>
                </a:lnTo>
                <a:lnTo>
                  <a:pt x="209169" y="146304"/>
                </a:lnTo>
                <a:lnTo>
                  <a:pt x="207759" y="166116"/>
                </a:lnTo>
                <a:lnTo>
                  <a:pt x="205740" y="187452"/>
                </a:lnTo>
                <a:lnTo>
                  <a:pt x="204317" y="208584"/>
                </a:lnTo>
                <a:lnTo>
                  <a:pt x="202311" y="228409"/>
                </a:lnTo>
                <a:lnTo>
                  <a:pt x="199745" y="246824"/>
                </a:lnTo>
                <a:lnTo>
                  <a:pt x="196596" y="263652"/>
                </a:lnTo>
                <a:lnTo>
                  <a:pt x="0" y="263652"/>
                </a:lnTo>
                <a:lnTo>
                  <a:pt x="15240" y="280416"/>
                </a:lnTo>
                <a:lnTo>
                  <a:pt x="24676" y="277545"/>
                </a:lnTo>
                <a:lnTo>
                  <a:pt x="34671" y="275653"/>
                </a:lnTo>
                <a:lnTo>
                  <a:pt x="45250" y="274637"/>
                </a:lnTo>
                <a:lnTo>
                  <a:pt x="56388" y="274320"/>
                </a:lnTo>
                <a:lnTo>
                  <a:pt x="193548" y="274320"/>
                </a:lnTo>
                <a:lnTo>
                  <a:pt x="167259" y="323850"/>
                </a:lnTo>
                <a:lnTo>
                  <a:pt x="124968" y="359664"/>
                </a:lnTo>
                <a:lnTo>
                  <a:pt x="68961" y="385762"/>
                </a:lnTo>
                <a:lnTo>
                  <a:pt x="1524" y="403860"/>
                </a:lnTo>
                <a:lnTo>
                  <a:pt x="1524" y="409956"/>
                </a:lnTo>
                <a:lnTo>
                  <a:pt x="39560" y="404291"/>
                </a:lnTo>
                <a:lnTo>
                  <a:pt x="104190" y="387248"/>
                </a:lnTo>
                <a:lnTo>
                  <a:pt x="154736" y="364477"/>
                </a:lnTo>
                <a:lnTo>
                  <a:pt x="192366" y="331431"/>
                </a:lnTo>
                <a:lnTo>
                  <a:pt x="205740" y="310896"/>
                </a:lnTo>
                <a:lnTo>
                  <a:pt x="246392" y="332028"/>
                </a:lnTo>
                <a:lnTo>
                  <a:pt x="279463" y="351853"/>
                </a:lnTo>
                <a:lnTo>
                  <a:pt x="305396" y="370268"/>
                </a:lnTo>
                <a:lnTo>
                  <a:pt x="324612" y="387096"/>
                </a:lnTo>
                <a:lnTo>
                  <a:pt x="332041" y="395097"/>
                </a:lnTo>
                <a:lnTo>
                  <a:pt x="338328" y="400812"/>
                </a:lnTo>
                <a:lnTo>
                  <a:pt x="343471" y="404241"/>
                </a:lnTo>
                <a:lnTo>
                  <a:pt x="347472" y="405384"/>
                </a:lnTo>
                <a:lnTo>
                  <a:pt x="352044" y="405384"/>
                </a:lnTo>
                <a:lnTo>
                  <a:pt x="355092" y="397764"/>
                </a:lnTo>
                <a:lnTo>
                  <a:pt x="355092" y="382524"/>
                </a:lnTo>
                <a:lnTo>
                  <a:pt x="326136" y="344424"/>
                </a:lnTo>
                <a:lnTo>
                  <a:pt x="281368" y="325945"/>
                </a:lnTo>
                <a:lnTo>
                  <a:pt x="237921" y="310896"/>
                </a:lnTo>
                <a:lnTo>
                  <a:pt x="210312" y="301752"/>
                </a:lnTo>
                <a:lnTo>
                  <a:pt x="212623" y="295757"/>
                </a:lnTo>
                <a:lnTo>
                  <a:pt x="215074" y="289179"/>
                </a:lnTo>
                <a:lnTo>
                  <a:pt x="217817" y="282041"/>
                </a:lnTo>
                <a:lnTo>
                  <a:pt x="220980" y="274320"/>
                </a:lnTo>
                <a:lnTo>
                  <a:pt x="394716" y="274320"/>
                </a:lnTo>
                <a:close/>
              </a:path>
              <a:path w="826134" h="410210">
                <a:moveTo>
                  <a:pt x="557796" y="25920"/>
                </a:moveTo>
                <a:lnTo>
                  <a:pt x="519696" y="4584"/>
                </a:lnTo>
                <a:lnTo>
                  <a:pt x="514527" y="27101"/>
                </a:lnTo>
                <a:lnTo>
                  <a:pt x="508076" y="51066"/>
                </a:lnTo>
                <a:lnTo>
                  <a:pt x="490740" y="102120"/>
                </a:lnTo>
                <a:lnTo>
                  <a:pt x="467118" y="159270"/>
                </a:lnTo>
                <a:lnTo>
                  <a:pt x="434352" y="220992"/>
                </a:lnTo>
                <a:lnTo>
                  <a:pt x="438924" y="224040"/>
                </a:lnTo>
                <a:lnTo>
                  <a:pt x="450088" y="210629"/>
                </a:lnTo>
                <a:lnTo>
                  <a:pt x="463118" y="193370"/>
                </a:lnTo>
                <a:lnTo>
                  <a:pt x="478142" y="172389"/>
                </a:lnTo>
                <a:lnTo>
                  <a:pt x="495312" y="147840"/>
                </a:lnTo>
                <a:lnTo>
                  <a:pt x="495236" y="330720"/>
                </a:lnTo>
                <a:lnTo>
                  <a:pt x="495071" y="340715"/>
                </a:lnTo>
                <a:lnTo>
                  <a:pt x="494550" y="359105"/>
                </a:lnTo>
                <a:lnTo>
                  <a:pt x="494093" y="378510"/>
                </a:lnTo>
                <a:lnTo>
                  <a:pt x="493991" y="385013"/>
                </a:lnTo>
                <a:lnTo>
                  <a:pt x="493788" y="408444"/>
                </a:lnTo>
                <a:lnTo>
                  <a:pt x="519696" y="396252"/>
                </a:lnTo>
                <a:lnTo>
                  <a:pt x="518807" y="378510"/>
                </a:lnTo>
                <a:lnTo>
                  <a:pt x="518363" y="362153"/>
                </a:lnTo>
                <a:lnTo>
                  <a:pt x="518223" y="349008"/>
                </a:lnTo>
                <a:lnTo>
                  <a:pt x="518172" y="147840"/>
                </a:lnTo>
                <a:lnTo>
                  <a:pt x="518172" y="144792"/>
                </a:lnTo>
                <a:lnTo>
                  <a:pt x="531888" y="132600"/>
                </a:lnTo>
                <a:lnTo>
                  <a:pt x="507504" y="121932"/>
                </a:lnTo>
                <a:lnTo>
                  <a:pt x="513219" y="108788"/>
                </a:lnTo>
                <a:lnTo>
                  <a:pt x="521220" y="89928"/>
                </a:lnTo>
                <a:lnTo>
                  <a:pt x="531507" y="65354"/>
                </a:lnTo>
                <a:lnTo>
                  <a:pt x="544080" y="35064"/>
                </a:lnTo>
                <a:lnTo>
                  <a:pt x="557796" y="25920"/>
                </a:lnTo>
                <a:close/>
              </a:path>
              <a:path w="826134" h="410210">
                <a:moveTo>
                  <a:pt x="716292" y="71640"/>
                </a:moveTo>
                <a:lnTo>
                  <a:pt x="685812" y="41160"/>
                </a:lnTo>
                <a:lnTo>
                  <a:pt x="667524" y="60972"/>
                </a:lnTo>
                <a:lnTo>
                  <a:pt x="544080" y="60972"/>
                </a:lnTo>
                <a:lnTo>
                  <a:pt x="559320" y="74688"/>
                </a:lnTo>
                <a:lnTo>
                  <a:pt x="577608" y="71640"/>
                </a:lnTo>
                <a:lnTo>
                  <a:pt x="601992" y="71640"/>
                </a:lnTo>
                <a:lnTo>
                  <a:pt x="588975" y="130124"/>
                </a:lnTo>
                <a:lnTo>
                  <a:pt x="570915" y="184416"/>
                </a:lnTo>
                <a:lnTo>
                  <a:pt x="547433" y="232422"/>
                </a:lnTo>
                <a:lnTo>
                  <a:pt x="533412" y="252996"/>
                </a:lnTo>
                <a:lnTo>
                  <a:pt x="537984" y="259092"/>
                </a:lnTo>
                <a:lnTo>
                  <a:pt x="550862" y="245135"/>
                </a:lnTo>
                <a:lnTo>
                  <a:pt x="562178" y="230898"/>
                </a:lnTo>
                <a:lnTo>
                  <a:pt x="572058" y="216649"/>
                </a:lnTo>
                <a:lnTo>
                  <a:pt x="580656" y="202704"/>
                </a:lnTo>
                <a:lnTo>
                  <a:pt x="587171" y="213245"/>
                </a:lnTo>
                <a:lnTo>
                  <a:pt x="592848" y="224231"/>
                </a:lnTo>
                <a:lnTo>
                  <a:pt x="597369" y="235483"/>
                </a:lnTo>
                <a:lnTo>
                  <a:pt x="600468" y="246900"/>
                </a:lnTo>
                <a:lnTo>
                  <a:pt x="603516" y="259092"/>
                </a:lnTo>
                <a:lnTo>
                  <a:pt x="606564" y="263664"/>
                </a:lnTo>
                <a:lnTo>
                  <a:pt x="611136" y="263664"/>
                </a:lnTo>
                <a:lnTo>
                  <a:pt x="612660" y="262140"/>
                </a:lnTo>
                <a:lnTo>
                  <a:pt x="617232" y="256044"/>
                </a:lnTo>
                <a:lnTo>
                  <a:pt x="621804" y="251472"/>
                </a:lnTo>
                <a:lnTo>
                  <a:pt x="623328" y="245376"/>
                </a:lnTo>
                <a:lnTo>
                  <a:pt x="623328" y="236232"/>
                </a:lnTo>
                <a:lnTo>
                  <a:pt x="595147" y="204317"/>
                </a:lnTo>
                <a:lnTo>
                  <a:pt x="592747" y="202704"/>
                </a:lnTo>
                <a:lnTo>
                  <a:pt x="583704" y="196608"/>
                </a:lnTo>
                <a:lnTo>
                  <a:pt x="588530" y="186270"/>
                </a:lnTo>
                <a:lnTo>
                  <a:pt x="599338" y="164452"/>
                </a:lnTo>
                <a:lnTo>
                  <a:pt x="605040" y="152412"/>
                </a:lnTo>
                <a:lnTo>
                  <a:pt x="662952" y="152412"/>
                </a:lnTo>
                <a:lnTo>
                  <a:pt x="656043" y="181838"/>
                </a:lnTo>
                <a:lnTo>
                  <a:pt x="641083" y="232130"/>
                </a:lnTo>
                <a:lnTo>
                  <a:pt x="623912" y="272999"/>
                </a:lnTo>
                <a:lnTo>
                  <a:pt x="603961" y="309575"/>
                </a:lnTo>
                <a:lnTo>
                  <a:pt x="579145" y="342976"/>
                </a:lnTo>
                <a:lnTo>
                  <a:pt x="545477" y="374357"/>
                </a:lnTo>
                <a:lnTo>
                  <a:pt x="525792" y="388632"/>
                </a:lnTo>
                <a:lnTo>
                  <a:pt x="530364" y="394728"/>
                </a:lnTo>
                <a:lnTo>
                  <a:pt x="563511" y="374154"/>
                </a:lnTo>
                <a:lnTo>
                  <a:pt x="594372" y="349008"/>
                </a:lnTo>
                <a:lnTo>
                  <a:pt x="621995" y="318147"/>
                </a:lnTo>
                <a:lnTo>
                  <a:pt x="646188" y="280428"/>
                </a:lnTo>
                <a:lnTo>
                  <a:pt x="667905" y="228612"/>
                </a:lnTo>
                <a:lnTo>
                  <a:pt x="687336" y="158508"/>
                </a:lnTo>
                <a:lnTo>
                  <a:pt x="697776" y="152412"/>
                </a:lnTo>
                <a:lnTo>
                  <a:pt x="705624" y="147840"/>
                </a:lnTo>
                <a:lnTo>
                  <a:pt x="697496" y="141744"/>
                </a:lnTo>
                <a:lnTo>
                  <a:pt x="675144" y="124980"/>
                </a:lnTo>
                <a:lnTo>
                  <a:pt x="661428" y="141744"/>
                </a:lnTo>
                <a:lnTo>
                  <a:pt x="608088" y="141744"/>
                </a:lnTo>
                <a:lnTo>
                  <a:pt x="615518" y="118351"/>
                </a:lnTo>
                <a:lnTo>
                  <a:pt x="621804" y="98691"/>
                </a:lnTo>
                <a:lnTo>
                  <a:pt x="626948" y="83019"/>
                </a:lnTo>
                <a:lnTo>
                  <a:pt x="630948" y="71640"/>
                </a:lnTo>
                <a:lnTo>
                  <a:pt x="716292" y="71640"/>
                </a:lnTo>
                <a:close/>
              </a:path>
              <a:path w="826134" h="410210">
                <a:moveTo>
                  <a:pt x="758964" y="100596"/>
                </a:moveTo>
                <a:lnTo>
                  <a:pt x="720864" y="83832"/>
                </a:lnTo>
                <a:lnTo>
                  <a:pt x="721741" y="95808"/>
                </a:lnTo>
                <a:lnTo>
                  <a:pt x="722198" y="108788"/>
                </a:lnTo>
                <a:lnTo>
                  <a:pt x="722261" y="114312"/>
                </a:lnTo>
                <a:lnTo>
                  <a:pt x="722198" y="263093"/>
                </a:lnTo>
                <a:lnTo>
                  <a:pt x="721741" y="284632"/>
                </a:lnTo>
                <a:lnTo>
                  <a:pt x="720864" y="310908"/>
                </a:lnTo>
                <a:lnTo>
                  <a:pt x="746772" y="298716"/>
                </a:lnTo>
                <a:lnTo>
                  <a:pt x="745883" y="274447"/>
                </a:lnTo>
                <a:lnTo>
                  <a:pt x="745439" y="254330"/>
                </a:lnTo>
                <a:lnTo>
                  <a:pt x="745350" y="246392"/>
                </a:lnTo>
                <a:lnTo>
                  <a:pt x="745248" y="114312"/>
                </a:lnTo>
                <a:lnTo>
                  <a:pt x="758964" y="100596"/>
                </a:lnTo>
                <a:close/>
              </a:path>
              <a:path w="826134" h="410210">
                <a:moveTo>
                  <a:pt x="826020" y="28968"/>
                </a:moveTo>
                <a:lnTo>
                  <a:pt x="786396" y="10680"/>
                </a:lnTo>
                <a:lnTo>
                  <a:pt x="788492" y="56781"/>
                </a:lnTo>
                <a:lnTo>
                  <a:pt x="789178" y="75399"/>
                </a:lnTo>
                <a:lnTo>
                  <a:pt x="789317" y="83832"/>
                </a:lnTo>
                <a:lnTo>
                  <a:pt x="789444" y="362724"/>
                </a:lnTo>
                <a:lnTo>
                  <a:pt x="784872" y="368820"/>
                </a:lnTo>
                <a:lnTo>
                  <a:pt x="778776" y="371868"/>
                </a:lnTo>
                <a:lnTo>
                  <a:pt x="771055" y="372440"/>
                </a:lnTo>
                <a:lnTo>
                  <a:pt x="759345" y="371868"/>
                </a:lnTo>
                <a:lnTo>
                  <a:pt x="743623" y="370154"/>
                </a:lnTo>
                <a:lnTo>
                  <a:pt x="723912" y="367296"/>
                </a:lnTo>
                <a:lnTo>
                  <a:pt x="722388" y="374916"/>
                </a:lnTo>
                <a:lnTo>
                  <a:pt x="745528" y="381215"/>
                </a:lnTo>
                <a:lnTo>
                  <a:pt x="762393" y="388823"/>
                </a:lnTo>
                <a:lnTo>
                  <a:pt x="772960" y="397840"/>
                </a:lnTo>
                <a:lnTo>
                  <a:pt x="777252" y="408444"/>
                </a:lnTo>
                <a:lnTo>
                  <a:pt x="792988" y="401599"/>
                </a:lnTo>
                <a:lnTo>
                  <a:pt x="810780" y="39636"/>
                </a:lnTo>
                <a:lnTo>
                  <a:pt x="826020" y="2896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" name="object 16"/>
          <p:cNvSpPr/>
          <p:nvPr/>
        </p:nvSpPr>
        <p:spPr>
          <a:xfrm>
            <a:off x="7042403" y="2665476"/>
            <a:ext cx="53340" cy="62865"/>
          </a:xfrm>
          <a:custGeom>
            <a:avLst/>
            <a:gdLst/>
            <a:ahLst/>
            <a:cxnLst/>
            <a:rect l="l" t="t" r="r" b="b"/>
            <a:pathLst>
              <a:path w="53340" h="62864">
                <a:moveTo>
                  <a:pt x="53340" y="62483"/>
                </a:moveTo>
                <a:lnTo>
                  <a:pt x="0" y="62483"/>
                </a:lnTo>
                <a:lnTo>
                  <a:pt x="0" y="0"/>
                </a:lnTo>
                <a:lnTo>
                  <a:pt x="53340" y="0"/>
                </a:lnTo>
                <a:lnTo>
                  <a:pt x="53340" y="6248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" name="object 17"/>
          <p:cNvSpPr/>
          <p:nvPr/>
        </p:nvSpPr>
        <p:spPr>
          <a:xfrm>
            <a:off x="2247900" y="3160776"/>
            <a:ext cx="125095" cy="125095"/>
          </a:xfrm>
          <a:custGeom>
            <a:avLst/>
            <a:gdLst/>
            <a:ahLst/>
            <a:cxnLst/>
            <a:rect l="l" t="t" r="r" b="b"/>
            <a:pathLst>
              <a:path w="125094" h="125095">
                <a:moveTo>
                  <a:pt x="124967" y="124967"/>
                </a:moveTo>
                <a:lnTo>
                  <a:pt x="0" y="124967"/>
                </a:lnTo>
                <a:lnTo>
                  <a:pt x="0" y="0"/>
                </a:lnTo>
                <a:lnTo>
                  <a:pt x="124967" y="0"/>
                </a:lnTo>
                <a:lnTo>
                  <a:pt x="124967" y="124967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" name="object 18"/>
          <p:cNvSpPr/>
          <p:nvPr/>
        </p:nvSpPr>
        <p:spPr>
          <a:xfrm>
            <a:off x="2542032" y="3014471"/>
            <a:ext cx="680085" cy="356870"/>
          </a:xfrm>
          <a:custGeom>
            <a:avLst/>
            <a:gdLst/>
            <a:ahLst/>
            <a:cxnLst/>
            <a:rect l="l" t="t" r="r" b="b"/>
            <a:pathLst>
              <a:path w="680085" h="356870">
                <a:moveTo>
                  <a:pt x="239268" y="284988"/>
                </a:moveTo>
                <a:lnTo>
                  <a:pt x="212559" y="205740"/>
                </a:lnTo>
                <a:lnTo>
                  <a:pt x="201777" y="173736"/>
                </a:lnTo>
                <a:lnTo>
                  <a:pt x="163068" y="58826"/>
                </a:lnTo>
                <a:lnTo>
                  <a:pt x="163068" y="173736"/>
                </a:lnTo>
                <a:lnTo>
                  <a:pt x="74676" y="173736"/>
                </a:lnTo>
                <a:lnTo>
                  <a:pt x="118872" y="39624"/>
                </a:lnTo>
                <a:lnTo>
                  <a:pt x="163068" y="173736"/>
                </a:lnTo>
                <a:lnTo>
                  <a:pt x="163068" y="58826"/>
                </a:lnTo>
                <a:lnTo>
                  <a:pt x="156603" y="39624"/>
                </a:lnTo>
                <a:lnTo>
                  <a:pt x="143256" y="0"/>
                </a:lnTo>
                <a:lnTo>
                  <a:pt x="96012" y="0"/>
                </a:lnTo>
                <a:lnTo>
                  <a:pt x="0" y="284988"/>
                </a:lnTo>
                <a:lnTo>
                  <a:pt x="38100" y="284988"/>
                </a:lnTo>
                <a:lnTo>
                  <a:pt x="64008" y="205740"/>
                </a:lnTo>
                <a:lnTo>
                  <a:pt x="173736" y="205740"/>
                </a:lnTo>
                <a:lnTo>
                  <a:pt x="199644" y="284988"/>
                </a:lnTo>
                <a:lnTo>
                  <a:pt x="239268" y="284988"/>
                </a:lnTo>
                <a:close/>
              </a:path>
              <a:path w="680085" h="356870">
                <a:moveTo>
                  <a:pt x="352031" y="143256"/>
                </a:moveTo>
                <a:lnTo>
                  <a:pt x="243840" y="143256"/>
                </a:lnTo>
                <a:lnTo>
                  <a:pt x="243840" y="178320"/>
                </a:lnTo>
                <a:lnTo>
                  <a:pt x="352031" y="178320"/>
                </a:lnTo>
                <a:lnTo>
                  <a:pt x="352031" y="143256"/>
                </a:lnTo>
                <a:close/>
              </a:path>
              <a:path w="680085" h="356870">
                <a:moveTo>
                  <a:pt x="583692" y="284988"/>
                </a:moveTo>
                <a:lnTo>
                  <a:pt x="493776" y="141732"/>
                </a:lnTo>
                <a:lnTo>
                  <a:pt x="582168" y="0"/>
                </a:lnTo>
                <a:lnTo>
                  <a:pt x="541020" y="0"/>
                </a:lnTo>
                <a:lnTo>
                  <a:pt x="472440" y="112776"/>
                </a:lnTo>
                <a:lnTo>
                  <a:pt x="403860" y="0"/>
                </a:lnTo>
                <a:lnTo>
                  <a:pt x="361188" y="0"/>
                </a:lnTo>
                <a:lnTo>
                  <a:pt x="449580" y="143256"/>
                </a:lnTo>
                <a:lnTo>
                  <a:pt x="358140" y="284988"/>
                </a:lnTo>
                <a:lnTo>
                  <a:pt x="399288" y="284988"/>
                </a:lnTo>
                <a:lnTo>
                  <a:pt x="470916" y="170688"/>
                </a:lnTo>
                <a:lnTo>
                  <a:pt x="539496" y="284988"/>
                </a:lnTo>
                <a:lnTo>
                  <a:pt x="583692" y="284988"/>
                </a:lnTo>
                <a:close/>
              </a:path>
              <a:path w="680085" h="356870">
                <a:moveTo>
                  <a:pt x="679691" y="231648"/>
                </a:moveTo>
                <a:lnTo>
                  <a:pt x="632447" y="231648"/>
                </a:lnTo>
                <a:lnTo>
                  <a:pt x="598932" y="356628"/>
                </a:lnTo>
                <a:lnTo>
                  <a:pt x="626364" y="356628"/>
                </a:lnTo>
                <a:lnTo>
                  <a:pt x="679691" y="23164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" name="object 19"/>
          <p:cNvSpPr/>
          <p:nvPr/>
        </p:nvSpPr>
        <p:spPr>
          <a:xfrm>
            <a:off x="3392424" y="3014471"/>
            <a:ext cx="593090" cy="356870"/>
          </a:xfrm>
          <a:custGeom>
            <a:avLst/>
            <a:gdLst/>
            <a:ahLst/>
            <a:cxnLst/>
            <a:rect l="l" t="t" r="r" b="b"/>
            <a:pathLst>
              <a:path w="593089" h="356870">
                <a:moveTo>
                  <a:pt x="193548" y="198120"/>
                </a:moveTo>
                <a:lnTo>
                  <a:pt x="179832" y="152400"/>
                </a:lnTo>
                <a:lnTo>
                  <a:pt x="175602" y="147828"/>
                </a:lnTo>
                <a:lnTo>
                  <a:pt x="172135" y="144068"/>
                </a:lnTo>
                <a:lnTo>
                  <a:pt x="162877" y="137160"/>
                </a:lnTo>
                <a:lnTo>
                  <a:pt x="153924" y="132346"/>
                </a:lnTo>
                <a:lnTo>
                  <a:pt x="153924" y="210312"/>
                </a:lnTo>
                <a:lnTo>
                  <a:pt x="152400" y="217932"/>
                </a:lnTo>
                <a:lnTo>
                  <a:pt x="121729" y="247269"/>
                </a:lnTo>
                <a:lnTo>
                  <a:pt x="80556" y="252971"/>
                </a:lnTo>
                <a:lnTo>
                  <a:pt x="68580" y="252984"/>
                </a:lnTo>
                <a:lnTo>
                  <a:pt x="38100" y="252984"/>
                </a:lnTo>
                <a:lnTo>
                  <a:pt x="38100" y="147828"/>
                </a:lnTo>
                <a:lnTo>
                  <a:pt x="82296" y="147828"/>
                </a:lnTo>
                <a:lnTo>
                  <a:pt x="124968" y="152400"/>
                </a:lnTo>
                <a:lnTo>
                  <a:pt x="152781" y="184975"/>
                </a:lnTo>
                <a:lnTo>
                  <a:pt x="153924" y="210312"/>
                </a:lnTo>
                <a:lnTo>
                  <a:pt x="153924" y="132346"/>
                </a:lnTo>
                <a:lnTo>
                  <a:pt x="152184" y="131406"/>
                </a:lnTo>
                <a:lnTo>
                  <a:pt x="140208" y="126492"/>
                </a:lnTo>
                <a:lnTo>
                  <a:pt x="140208" y="124968"/>
                </a:lnTo>
                <a:lnTo>
                  <a:pt x="149009" y="120738"/>
                </a:lnTo>
                <a:lnTo>
                  <a:pt x="155892" y="115824"/>
                </a:lnTo>
                <a:lnTo>
                  <a:pt x="156972" y="115062"/>
                </a:lnTo>
                <a:lnTo>
                  <a:pt x="179235" y="74663"/>
                </a:lnTo>
                <a:lnTo>
                  <a:pt x="179832" y="65532"/>
                </a:lnTo>
                <a:lnTo>
                  <a:pt x="179514" y="56680"/>
                </a:lnTo>
                <a:lnTo>
                  <a:pt x="158305" y="16814"/>
                </a:lnTo>
                <a:lnTo>
                  <a:pt x="141732" y="8229"/>
                </a:lnTo>
                <a:lnTo>
                  <a:pt x="141732" y="64008"/>
                </a:lnTo>
                <a:lnTo>
                  <a:pt x="141732" y="79248"/>
                </a:lnTo>
                <a:lnTo>
                  <a:pt x="140208" y="86868"/>
                </a:lnTo>
                <a:lnTo>
                  <a:pt x="137160" y="92964"/>
                </a:lnTo>
                <a:lnTo>
                  <a:pt x="135636" y="99060"/>
                </a:lnTo>
                <a:lnTo>
                  <a:pt x="131064" y="103632"/>
                </a:lnTo>
                <a:lnTo>
                  <a:pt x="124968" y="106680"/>
                </a:lnTo>
                <a:lnTo>
                  <a:pt x="118872" y="111252"/>
                </a:lnTo>
                <a:lnTo>
                  <a:pt x="112776" y="112776"/>
                </a:lnTo>
                <a:lnTo>
                  <a:pt x="108204" y="114300"/>
                </a:lnTo>
                <a:lnTo>
                  <a:pt x="103073" y="115189"/>
                </a:lnTo>
                <a:lnTo>
                  <a:pt x="96964" y="115633"/>
                </a:lnTo>
                <a:lnTo>
                  <a:pt x="89979" y="115811"/>
                </a:lnTo>
                <a:lnTo>
                  <a:pt x="82296" y="115824"/>
                </a:lnTo>
                <a:lnTo>
                  <a:pt x="38100" y="115824"/>
                </a:lnTo>
                <a:lnTo>
                  <a:pt x="38100" y="33528"/>
                </a:lnTo>
                <a:lnTo>
                  <a:pt x="106680" y="33528"/>
                </a:lnTo>
                <a:lnTo>
                  <a:pt x="114300" y="35052"/>
                </a:lnTo>
                <a:lnTo>
                  <a:pt x="120396" y="36576"/>
                </a:lnTo>
                <a:lnTo>
                  <a:pt x="126492" y="41148"/>
                </a:lnTo>
                <a:lnTo>
                  <a:pt x="131064" y="42672"/>
                </a:lnTo>
                <a:lnTo>
                  <a:pt x="135636" y="47244"/>
                </a:lnTo>
                <a:lnTo>
                  <a:pt x="137160" y="51816"/>
                </a:lnTo>
                <a:lnTo>
                  <a:pt x="140208" y="57912"/>
                </a:lnTo>
                <a:lnTo>
                  <a:pt x="141732" y="8229"/>
                </a:lnTo>
                <a:lnTo>
                  <a:pt x="102489" y="952"/>
                </a:lnTo>
                <a:lnTo>
                  <a:pt x="76200" y="0"/>
                </a:lnTo>
                <a:lnTo>
                  <a:pt x="0" y="0"/>
                </a:lnTo>
                <a:lnTo>
                  <a:pt x="0" y="284988"/>
                </a:lnTo>
                <a:lnTo>
                  <a:pt x="82296" y="284988"/>
                </a:lnTo>
                <a:lnTo>
                  <a:pt x="129540" y="280416"/>
                </a:lnTo>
                <a:lnTo>
                  <a:pt x="164592" y="262128"/>
                </a:lnTo>
                <a:lnTo>
                  <a:pt x="173977" y="252984"/>
                </a:lnTo>
                <a:lnTo>
                  <a:pt x="176403" y="250317"/>
                </a:lnTo>
                <a:lnTo>
                  <a:pt x="192989" y="208153"/>
                </a:lnTo>
                <a:lnTo>
                  <a:pt x="193548" y="198120"/>
                </a:lnTo>
                <a:close/>
              </a:path>
              <a:path w="593089" h="356870">
                <a:moveTo>
                  <a:pt x="330708" y="143256"/>
                </a:moveTo>
                <a:lnTo>
                  <a:pt x="222491" y="143256"/>
                </a:lnTo>
                <a:lnTo>
                  <a:pt x="222491" y="178320"/>
                </a:lnTo>
                <a:lnTo>
                  <a:pt x="330708" y="178320"/>
                </a:lnTo>
                <a:lnTo>
                  <a:pt x="330708" y="143256"/>
                </a:lnTo>
                <a:close/>
              </a:path>
              <a:path w="593089" h="356870">
                <a:moveTo>
                  <a:pt x="554723" y="12"/>
                </a:moveTo>
                <a:lnTo>
                  <a:pt x="515099" y="12"/>
                </a:lnTo>
                <a:lnTo>
                  <a:pt x="440423" y="126504"/>
                </a:lnTo>
                <a:lnTo>
                  <a:pt x="367271" y="12"/>
                </a:lnTo>
                <a:lnTo>
                  <a:pt x="324599" y="12"/>
                </a:lnTo>
                <a:lnTo>
                  <a:pt x="420611" y="163080"/>
                </a:lnTo>
                <a:lnTo>
                  <a:pt x="420611" y="285000"/>
                </a:lnTo>
                <a:lnTo>
                  <a:pt x="458711" y="285000"/>
                </a:lnTo>
                <a:lnTo>
                  <a:pt x="458711" y="160032"/>
                </a:lnTo>
                <a:lnTo>
                  <a:pt x="554723" y="12"/>
                </a:lnTo>
                <a:close/>
              </a:path>
              <a:path w="593089" h="356870">
                <a:moveTo>
                  <a:pt x="592823" y="231648"/>
                </a:moveTo>
                <a:lnTo>
                  <a:pt x="545592" y="231648"/>
                </a:lnTo>
                <a:lnTo>
                  <a:pt x="512064" y="356628"/>
                </a:lnTo>
                <a:lnTo>
                  <a:pt x="539483" y="356628"/>
                </a:lnTo>
                <a:lnTo>
                  <a:pt x="592823" y="23164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" name="object 20"/>
          <p:cNvSpPr/>
          <p:nvPr/>
        </p:nvSpPr>
        <p:spPr>
          <a:xfrm>
            <a:off x="4136123" y="3009899"/>
            <a:ext cx="649605" cy="295910"/>
          </a:xfrm>
          <a:custGeom>
            <a:avLst/>
            <a:gdLst/>
            <a:ahLst/>
            <a:cxnLst/>
            <a:rect l="l" t="t" r="r" b="b"/>
            <a:pathLst>
              <a:path w="649604" h="295910">
                <a:moveTo>
                  <a:pt x="216408" y="24384"/>
                </a:moveTo>
                <a:lnTo>
                  <a:pt x="210312" y="21348"/>
                </a:lnTo>
                <a:lnTo>
                  <a:pt x="204216" y="16764"/>
                </a:lnTo>
                <a:lnTo>
                  <a:pt x="198120" y="15240"/>
                </a:lnTo>
                <a:lnTo>
                  <a:pt x="192024" y="12192"/>
                </a:lnTo>
                <a:lnTo>
                  <a:pt x="184404" y="9144"/>
                </a:lnTo>
                <a:lnTo>
                  <a:pt x="178308" y="7620"/>
                </a:lnTo>
                <a:lnTo>
                  <a:pt x="172212" y="4584"/>
                </a:lnTo>
                <a:lnTo>
                  <a:pt x="164592" y="3060"/>
                </a:lnTo>
                <a:lnTo>
                  <a:pt x="149479" y="647"/>
                </a:lnTo>
                <a:lnTo>
                  <a:pt x="143065" y="190"/>
                </a:lnTo>
                <a:lnTo>
                  <a:pt x="129540" y="0"/>
                </a:lnTo>
                <a:lnTo>
                  <a:pt x="114998" y="596"/>
                </a:lnTo>
                <a:lnTo>
                  <a:pt x="76200" y="10668"/>
                </a:lnTo>
                <a:lnTo>
                  <a:pt x="36576" y="39636"/>
                </a:lnTo>
                <a:lnTo>
                  <a:pt x="14287" y="72847"/>
                </a:lnTo>
                <a:lnTo>
                  <a:pt x="2286" y="114300"/>
                </a:lnTo>
                <a:lnTo>
                  <a:pt x="0" y="147828"/>
                </a:lnTo>
                <a:lnTo>
                  <a:pt x="812" y="165544"/>
                </a:lnTo>
                <a:lnTo>
                  <a:pt x="10668" y="211836"/>
                </a:lnTo>
                <a:lnTo>
                  <a:pt x="28892" y="247840"/>
                </a:lnTo>
                <a:lnTo>
                  <a:pt x="65087" y="280492"/>
                </a:lnTo>
                <a:lnTo>
                  <a:pt x="101536" y="293370"/>
                </a:lnTo>
                <a:lnTo>
                  <a:pt x="128016" y="295656"/>
                </a:lnTo>
                <a:lnTo>
                  <a:pt x="136588" y="295402"/>
                </a:lnTo>
                <a:lnTo>
                  <a:pt x="144018" y="294703"/>
                </a:lnTo>
                <a:lnTo>
                  <a:pt x="150304" y="293738"/>
                </a:lnTo>
                <a:lnTo>
                  <a:pt x="170688" y="289560"/>
                </a:lnTo>
                <a:lnTo>
                  <a:pt x="178308" y="286512"/>
                </a:lnTo>
                <a:lnTo>
                  <a:pt x="187452" y="284988"/>
                </a:lnTo>
                <a:lnTo>
                  <a:pt x="199644" y="278892"/>
                </a:lnTo>
                <a:lnTo>
                  <a:pt x="204216" y="275844"/>
                </a:lnTo>
                <a:lnTo>
                  <a:pt x="210312" y="272796"/>
                </a:lnTo>
                <a:lnTo>
                  <a:pt x="216408" y="271272"/>
                </a:lnTo>
                <a:lnTo>
                  <a:pt x="216408" y="225552"/>
                </a:lnTo>
                <a:lnTo>
                  <a:pt x="213360" y="225552"/>
                </a:lnTo>
                <a:lnTo>
                  <a:pt x="202692" y="236220"/>
                </a:lnTo>
                <a:lnTo>
                  <a:pt x="196596" y="240792"/>
                </a:lnTo>
                <a:lnTo>
                  <a:pt x="190500" y="243840"/>
                </a:lnTo>
                <a:lnTo>
                  <a:pt x="184404" y="248412"/>
                </a:lnTo>
                <a:lnTo>
                  <a:pt x="178435" y="251587"/>
                </a:lnTo>
                <a:lnTo>
                  <a:pt x="136004" y="261874"/>
                </a:lnTo>
                <a:lnTo>
                  <a:pt x="128016" y="262128"/>
                </a:lnTo>
                <a:lnTo>
                  <a:pt x="119138" y="261823"/>
                </a:lnTo>
                <a:lnTo>
                  <a:pt x="79629" y="246507"/>
                </a:lnTo>
                <a:lnTo>
                  <a:pt x="50990" y="208127"/>
                </a:lnTo>
                <a:lnTo>
                  <a:pt x="40182" y="162115"/>
                </a:lnTo>
                <a:lnTo>
                  <a:pt x="39624" y="147828"/>
                </a:lnTo>
                <a:lnTo>
                  <a:pt x="40182" y="134429"/>
                </a:lnTo>
                <a:lnTo>
                  <a:pt x="50965" y="88214"/>
                </a:lnTo>
                <a:lnTo>
                  <a:pt x="71780" y="55054"/>
                </a:lnTo>
                <a:lnTo>
                  <a:pt x="110680" y="34099"/>
                </a:lnTo>
                <a:lnTo>
                  <a:pt x="128016" y="32004"/>
                </a:lnTo>
                <a:lnTo>
                  <a:pt x="136639" y="32296"/>
                </a:lnTo>
                <a:lnTo>
                  <a:pt x="144399" y="33147"/>
                </a:lnTo>
                <a:lnTo>
                  <a:pt x="151599" y="34582"/>
                </a:lnTo>
                <a:lnTo>
                  <a:pt x="158496" y="36576"/>
                </a:lnTo>
                <a:lnTo>
                  <a:pt x="166116" y="38100"/>
                </a:lnTo>
                <a:lnTo>
                  <a:pt x="181356" y="45720"/>
                </a:lnTo>
                <a:lnTo>
                  <a:pt x="188976" y="50292"/>
                </a:lnTo>
                <a:lnTo>
                  <a:pt x="201168" y="59448"/>
                </a:lnTo>
                <a:lnTo>
                  <a:pt x="205740" y="62484"/>
                </a:lnTo>
                <a:lnTo>
                  <a:pt x="213360" y="70104"/>
                </a:lnTo>
                <a:lnTo>
                  <a:pt x="216408" y="70104"/>
                </a:lnTo>
                <a:lnTo>
                  <a:pt x="216408" y="24384"/>
                </a:lnTo>
                <a:close/>
              </a:path>
              <a:path w="649604" h="295910">
                <a:moveTo>
                  <a:pt x="336816" y="147828"/>
                </a:moveTo>
                <a:lnTo>
                  <a:pt x="228600" y="147828"/>
                </a:lnTo>
                <a:lnTo>
                  <a:pt x="228600" y="182892"/>
                </a:lnTo>
                <a:lnTo>
                  <a:pt x="336816" y="182892"/>
                </a:lnTo>
                <a:lnTo>
                  <a:pt x="336816" y="147828"/>
                </a:lnTo>
                <a:close/>
              </a:path>
              <a:path w="649604" h="295910">
                <a:moveTo>
                  <a:pt x="559308" y="256032"/>
                </a:moveTo>
                <a:lnTo>
                  <a:pt x="400812" y="256032"/>
                </a:lnTo>
                <a:lnTo>
                  <a:pt x="556260" y="39624"/>
                </a:lnTo>
                <a:lnTo>
                  <a:pt x="556260" y="4572"/>
                </a:lnTo>
                <a:lnTo>
                  <a:pt x="367284" y="4572"/>
                </a:lnTo>
                <a:lnTo>
                  <a:pt x="367284" y="38100"/>
                </a:lnTo>
                <a:lnTo>
                  <a:pt x="513588" y="38100"/>
                </a:lnTo>
                <a:lnTo>
                  <a:pt x="361188" y="254508"/>
                </a:lnTo>
                <a:lnTo>
                  <a:pt x="361188" y="289560"/>
                </a:lnTo>
                <a:lnTo>
                  <a:pt x="559308" y="289560"/>
                </a:lnTo>
                <a:lnTo>
                  <a:pt x="559308" y="256032"/>
                </a:lnTo>
                <a:close/>
              </a:path>
              <a:path w="649604" h="295910">
                <a:moveTo>
                  <a:pt x="649224" y="234708"/>
                </a:moveTo>
                <a:lnTo>
                  <a:pt x="603516" y="234708"/>
                </a:lnTo>
                <a:lnTo>
                  <a:pt x="603516" y="289560"/>
                </a:lnTo>
                <a:lnTo>
                  <a:pt x="649224" y="289560"/>
                </a:lnTo>
                <a:lnTo>
                  <a:pt x="649224" y="23470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" name="object 21"/>
          <p:cNvSpPr/>
          <p:nvPr/>
        </p:nvSpPr>
        <p:spPr>
          <a:xfrm>
            <a:off x="2247900" y="3723132"/>
            <a:ext cx="125095" cy="125095"/>
          </a:xfrm>
          <a:custGeom>
            <a:avLst/>
            <a:gdLst/>
            <a:ahLst/>
            <a:cxnLst/>
            <a:rect l="l" t="t" r="r" b="b"/>
            <a:pathLst>
              <a:path w="125094" h="125095">
                <a:moveTo>
                  <a:pt x="124967" y="124967"/>
                </a:moveTo>
                <a:lnTo>
                  <a:pt x="0" y="124967"/>
                </a:lnTo>
                <a:lnTo>
                  <a:pt x="0" y="0"/>
                </a:lnTo>
                <a:lnTo>
                  <a:pt x="124967" y="0"/>
                </a:lnTo>
                <a:lnTo>
                  <a:pt x="124967" y="124967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" name="object 22"/>
          <p:cNvSpPr/>
          <p:nvPr/>
        </p:nvSpPr>
        <p:spPr>
          <a:xfrm>
            <a:off x="2542032" y="3578351"/>
            <a:ext cx="612775" cy="355600"/>
          </a:xfrm>
          <a:custGeom>
            <a:avLst/>
            <a:gdLst/>
            <a:ahLst/>
            <a:cxnLst/>
            <a:rect l="l" t="t" r="r" b="b"/>
            <a:pathLst>
              <a:path w="612775" h="355600">
                <a:moveTo>
                  <a:pt x="239268" y="283464"/>
                </a:moveTo>
                <a:lnTo>
                  <a:pt x="212420" y="204216"/>
                </a:lnTo>
                <a:lnTo>
                  <a:pt x="201574" y="172212"/>
                </a:lnTo>
                <a:lnTo>
                  <a:pt x="163068" y="58508"/>
                </a:lnTo>
                <a:lnTo>
                  <a:pt x="163068" y="172212"/>
                </a:lnTo>
                <a:lnTo>
                  <a:pt x="74676" y="172212"/>
                </a:lnTo>
                <a:lnTo>
                  <a:pt x="118872" y="38100"/>
                </a:lnTo>
                <a:lnTo>
                  <a:pt x="163068" y="172212"/>
                </a:lnTo>
                <a:lnTo>
                  <a:pt x="163068" y="58508"/>
                </a:lnTo>
                <a:lnTo>
                  <a:pt x="156159" y="38100"/>
                </a:lnTo>
                <a:lnTo>
                  <a:pt x="143256" y="0"/>
                </a:lnTo>
                <a:lnTo>
                  <a:pt x="96012" y="0"/>
                </a:lnTo>
                <a:lnTo>
                  <a:pt x="0" y="283464"/>
                </a:lnTo>
                <a:lnTo>
                  <a:pt x="38100" y="283464"/>
                </a:lnTo>
                <a:lnTo>
                  <a:pt x="64008" y="204216"/>
                </a:lnTo>
                <a:lnTo>
                  <a:pt x="173736" y="204216"/>
                </a:lnTo>
                <a:lnTo>
                  <a:pt x="199644" y="283464"/>
                </a:lnTo>
                <a:lnTo>
                  <a:pt x="239268" y="283464"/>
                </a:lnTo>
                <a:close/>
              </a:path>
              <a:path w="612775" h="355600">
                <a:moveTo>
                  <a:pt x="352031" y="141732"/>
                </a:moveTo>
                <a:lnTo>
                  <a:pt x="243840" y="141732"/>
                </a:lnTo>
                <a:lnTo>
                  <a:pt x="243840" y="176784"/>
                </a:lnTo>
                <a:lnTo>
                  <a:pt x="352031" y="176784"/>
                </a:lnTo>
                <a:lnTo>
                  <a:pt x="352031" y="141732"/>
                </a:lnTo>
                <a:close/>
              </a:path>
              <a:path w="612775" h="355600">
                <a:moveTo>
                  <a:pt x="574548" y="0"/>
                </a:moveTo>
                <a:lnTo>
                  <a:pt x="534924" y="0"/>
                </a:lnTo>
                <a:lnTo>
                  <a:pt x="460248" y="124968"/>
                </a:lnTo>
                <a:lnTo>
                  <a:pt x="387096" y="0"/>
                </a:lnTo>
                <a:lnTo>
                  <a:pt x="344424" y="0"/>
                </a:lnTo>
                <a:lnTo>
                  <a:pt x="440436" y="161544"/>
                </a:lnTo>
                <a:lnTo>
                  <a:pt x="440436" y="283464"/>
                </a:lnTo>
                <a:lnTo>
                  <a:pt x="478536" y="283464"/>
                </a:lnTo>
                <a:lnTo>
                  <a:pt x="478536" y="158496"/>
                </a:lnTo>
                <a:lnTo>
                  <a:pt x="574548" y="0"/>
                </a:lnTo>
                <a:close/>
              </a:path>
              <a:path w="612775" h="355600">
                <a:moveTo>
                  <a:pt x="612648" y="230124"/>
                </a:moveTo>
                <a:lnTo>
                  <a:pt x="565391" y="230124"/>
                </a:lnTo>
                <a:lnTo>
                  <a:pt x="531876" y="355092"/>
                </a:lnTo>
                <a:lnTo>
                  <a:pt x="559308" y="355092"/>
                </a:lnTo>
                <a:lnTo>
                  <a:pt x="612648" y="23012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" name="object 23"/>
          <p:cNvSpPr/>
          <p:nvPr/>
        </p:nvSpPr>
        <p:spPr>
          <a:xfrm>
            <a:off x="3326892" y="3578351"/>
            <a:ext cx="658495" cy="355600"/>
          </a:xfrm>
          <a:custGeom>
            <a:avLst/>
            <a:gdLst/>
            <a:ahLst/>
            <a:cxnLst/>
            <a:rect l="l" t="t" r="r" b="b"/>
            <a:pathLst>
              <a:path w="658495" h="355600">
                <a:moveTo>
                  <a:pt x="192024" y="196596"/>
                </a:moveTo>
                <a:lnTo>
                  <a:pt x="178308" y="150876"/>
                </a:lnTo>
                <a:lnTo>
                  <a:pt x="174066" y="146304"/>
                </a:lnTo>
                <a:lnTo>
                  <a:pt x="170611" y="142570"/>
                </a:lnTo>
                <a:lnTo>
                  <a:pt x="161353" y="135826"/>
                </a:lnTo>
                <a:lnTo>
                  <a:pt x="152400" y="131394"/>
                </a:lnTo>
                <a:lnTo>
                  <a:pt x="152400" y="208788"/>
                </a:lnTo>
                <a:lnTo>
                  <a:pt x="150876" y="216408"/>
                </a:lnTo>
                <a:lnTo>
                  <a:pt x="120777" y="245745"/>
                </a:lnTo>
                <a:lnTo>
                  <a:pt x="79667" y="251447"/>
                </a:lnTo>
                <a:lnTo>
                  <a:pt x="68580" y="251460"/>
                </a:lnTo>
                <a:lnTo>
                  <a:pt x="36576" y="251460"/>
                </a:lnTo>
                <a:lnTo>
                  <a:pt x="36576" y="146304"/>
                </a:lnTo>
                <a:lnTo>
                  <a:pt x="80772" y="146304"/>
                </a:lnTo>
                <a:lnTo>
                  <a:pt x="123444" y="150876"/>
                </a:lnTo>
                <a:lnTo>
                  <a:pt x="151257" y="183451"/>
                </a:lnTo>
                <a:lnTo>
                  <a:pt x="152400" y="208788"/>
                </a:lnTo>
                <a:lnTo>
                  <a:pt x="152400" y="131394"/>
                </a:lnTo>
                <a:lnTo>
                  <a:pt x="150660" y="130517"/>
                </a:lnTo>
                <a:lnTo>
                  <a:pt x="138684" y="126492"/>
                </a:lnTo>
                <a:lnTo>
                  <a:pt x="138684" y="124968"/>
                </a:lnTo>
                <a:lnTo>
                  <a:pt x="147485" y="119849"/>
                </a:lnTo>
                <a:lnTo>
                  <a:pt x="154698" y="114300"/>
                </a:lnTo>
                <a:lnTo>
                  <a:pt x="155448" y="113728"/>
                </a:lnTo>
                <a:lnTo>
                  <a:pt x="177711" y="73139"/>
                </a:lnTo>
                <a:lnTo>
                  <a:pt x="178308" y="64008"/>
                </a:lnTo>
                <a:lnTo>
                  <a:pt x="177990" y="55156"/>
                </a:lnTo>
                <a:lnTo>
                  <a:pt x="156781" y="15290"/>
                </a:lnTo>
                <a:lnTo>
                  <a:pt x="140208" y="6705"/>
                </a:lnTo>
                <a:lnTo>
                  <a:pt x="140208" y="62484"/>
                </a:lnTo>
                <a:lnTo>
                  <a:pt x="140208" y="77724"/>
                </a:lnTo>
                <a:lnTo>
                  <a:pt x="138684" y="85344"/>
                </a:lnTo>
                <a:lnTo>
                  <a:pt x="135636" y="91440"/>
                </a:lnTo>
                <a:lnTo>
                  <a:pt x="134112" y="97536"/>
                </a:lnTo>
                <a:lnTo>
                  <a:pt x="129540" y="102108"/>
                </a:lnTo>
                <a:lnTo>
                  <a:pt x="123444" y="105156"/>
                </a:lnTo>
                <a:lnTo>
                  <a:pt x="117348" y="109728"/>
                </a:lnTo>
                <a:lnTo>
                  <a:pt x="111252" y="111252"/>
                </a:lnTo>
                <a:lnTo>
                  <a:pt x="106680" y="112776"/>
                </a:lnTo>
                <a:lnTo>
                  <a:pt x="101549" y="113665"/>
                </a:lnTo>
                <a:lnTo>
                  <a:pt x="95440" y="114109"/>
                </a:lnTo>
                <a:lnTo>
                  <a:pt x="88455" y="114287"/>
                </a:lnTo>
                <a:lnTo>
                  <a:pt x="80772" y="114300"/>
                </a:lnTo>
                <a:lnTo>
                  <a:pt x="36576" y="114300"/>
                </a:lnTo>
                <a:lnTo>
                  <a:pt x="36576" y="32004"/>
                </a:lnTo>
                <a:lnTo>
                  <a:pt x="105156" y="32004"/>
                </a:lnTo>
                <a:lnTo>
                  <a:pt x="112776" y="33528"/>
                </a:lnTo>
                <a:lnTo>
                  <a:pt x="118872" y="35052"/>
                </a:lnTo>
                <a:lnTo>
                  <a:pt x="124968" y="39624"/>
                </a:lnTo>
                <a:lnTo>
                  <a:pt x="134112" y="45720"/>
                </a:lnTo>
                <a:lnTo>
                  <a:pt x="135636" y="50292"/>
                </a:lnTo>
                <a:lnTo>
                  <a:pt x="138684" y="56388"/>
                </a:lnTo>
                <a:lnTo>
                  <a:pt x="140208" y="62484"/>
                </a:lnTo>
                <a:lnTo>
                  <a:pt x="140208" y="6705"/>
                </a:lnTo>
                <a:lnTo>
                  <a:pt x="100965" y="190"/>
                </a:lnTo>
                <a:lnTo>
                  <a:pt x="74676" y="0"/>
                </a:lnTo>
                <a:lnTo>
                  <a:pt x="0" y="0"/>
                </a:lnTo>
                <a:lnTo>
                  <a:pt x="0" y="283464"/>
                </a:lnTo>
                <a:lnTo>
                  <a:pt x="80772" y="283464"/>
                </a:lnTo>
                <a:lnTo>
                  <a:pt x="128016" y="278892"/>
                </a:lnTo>
                <a:lnTo>
                  <a:pt x="163068" y="260604"/>
                </a:lnTo>
                <a:lnTo>
                  <a:pt x="172453" y="251460"/>
                </a:lnTo>
                <a:lnTo>
                  <a:pt x="174879" y="248793"/>
                </a:lnTo>
                <a:lnTo>
                  <a:pt x="191465" y="206629"/>
                </a:lnTo>
                <a:lnTo>
                  <a:pt x="192024" y="196596"/>
                </a:lnTo>
                <a:close/>
              </a:path>
              <a:path w="658495" h="355600">
                <a:moveTo>
                  <a:pt x="329171" y="141732"/>
                </a:moveTo>
                <a:lnTo>
                  <a:pt x="220980" y="141732"/>
                </a:lnTo>
                <a:lnTo>
                  <a:pt x="220980" y="176784"/>
                </a:lnTo>
                <a:lnTo>
                  <a:pt x="329171" y="176784"/>
                </a:lnTo>
                <a:lnTo>
                  <a:pt x="329171" y="141732"/>
                </a:lnTo>
                <a:close/>
              </a:path>
              <a:path w="658495" h="355600">
                <a:moveTo>
                  <a:pt x="560832" y="0"/>
                </a:moveTo>
                <a:lnTo>
                  <a:pt x="519684" y="0"/>
                </a:lnTo>
                <a:lnTo>
                  <a:pt x="451104" y="111252"/>
                </a:lnTo>
                <a:lnTo>
                  <a:pt x="382524" y="0"/>
                </a:lnTo>
                <a:lnTo>
                  <a:pt x="339852" y="0"/>
                </a:lnTo>
                <a:lnTo>
                  <a:pt x="426720" y="141732"/>
                </a:lnTo>
                <a:lnTo>
                  <a:pt x="336804" y="283464"/>
                </a:lnTo>
                <a:lnTo>
                  <a:pt x="377952" y="283464"/>
                </a:lnTo>
                <a:lnTo>
                  <a:pt x="448056" y="170688"/>
                </a:lnTo>
                <a:lnTo>
                  <a:pt x="516636" y="283464"/>
                </a:lnTo>
                <a:lnTo>
                  <a:pt x="560832" y="283464"/>
                </a:lnTo>
                <a:lnTo>
                  <a:pt x="470916" y="140208"/>
                </a:lnTo>
                <a:lnTo>
                  <a:pt x="560832" y="0"/>
                </a:lnTo>
                <a:close/>
              </a:path>
              <a:path w="658495" h="355600">
                <a:moveTo>
                  <a:pt x="658355" y="230124"/>
                </a:moveTo>
                <a:lnTo>
                  <a:pt x="609587" y="230124"/>
                </a:lnTo>
                <a:lnTo>
                  <a:pt x="576072" y="355092"/>
                </a:lnTo>
                <a:lnTo>
                  <a:pt x="605015" y="355092"/>
                </a:lnTo>
                <a:lnTo>
                  <a:pt x="658355" y="23012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" name="object 24"/>
          <p:cNvSpPr/>
          <p:nvPr/>
        </p:nvSpPr>
        <p:spPr>
          <a:xfrm>
            <a:off x="4137647" y="3572255"/>
            <a:ext cx="647700" cy="295910"/>
          </a:xfrm>
          <a:custGeom>
            <a:avLst/>
            <a:gdLst/>
            <a:ahLst/>
            <a:cxnLst/>
            <a:rect l="l" t="t" r="r" b="b"/>
            <a:pathLst>
              <a:path w="647700" h="295910">
                <a:moveTo>
                  <a:pt x="214884" y="24384"/>
                </a:moveTo>
                <a:lnTo>
                  <a:pt x="184404" y="9144"/>
                </a:lnTo>
                <a:lnTo>
                  <a:pt x="178308" y="7620"/>
                </a:lnTo>
                <a:lnTo>
                  <a:pt x="170688" y="6096"/>
                </a:lnTo>
                <a:lnTo>
                  <a:pt x="163068" y="3048"/>
                </a:lnTo>
                <a:lnTo>
                  <a:pt x="153924" y="3048"/>
                </a:lnTo>
                <a:lnTo>
                  <a:pt x="147955" y="1930"/>
                </a:lnTo>
                <a:lnTo>
                  <a:pt x="141541" y="952"/>
                </a:lnTo>
                <a:lnTo>
                  <a:pt x="134861" y="266"/>
                </a:lnTo>
                <a:lnTo>
                  <a:pt x="128016" y="0"/>
                </a:lnTo>
                <a:lnTo>
                  <a:pt x="113690" y="596"/>
                </a:lnTo>
                <a:lnTo>
                  <a:pt x="74676" y="10668"/>
                </a:lnTo>
                <a:lnTo>
                  <a:pt x="35052" y="39624"/>
                </a:lnTo>
                <a:lnTo>
                  <a:pt x="14058" y="72847"/>
                </a:lnTo>
                <a:lnTo>
                  <a:pt x="2286" y="114300"/>
                </a:lnTo>
                <a:lnTo>
                  <a:pt x="0" y="147828"/>
                </a:lnTo>
                <a:lnTo>
                  <a:pt x="571" y="165544"/>
                </a:lnTo>
                <a:lnTo>
                  <a:pt x="9144" y="211836"/>
                </a:lnTo>
                <a:lnTo>
                  <a:pt x="27368" y="247840"/>
                </a:lnTo>
                <a:lnTo>
                  <a:pt x="64414" y="279844"/>
                </a:lnTo>
                <a:lnTo>
                  <a:pt x="100203" y="293179"/>
                </a:lnTo>
                <a:lnTo>
                  <a:pt x="126492" y="295656"/>
                </a:lnTo>
                <a:lnTo>
                  <a:pt x="135064" y="295402"/>
                </a:lnTo>
                <a:lnTo>
                  <a:pt x="142494" y="294703"/>
                </a:lnTo>
                <a:lnTo>
                  <a:pt x="148780" y="293738"/>
                </a:lnTo>
                <a:lnTo>
                  <a:pt x="169164" y="289560"/>
                </a:lnTo>
                <a:lnTo>
                  <a:pt x="178308" y="286512"/>
                </a:lnTo>
                <a:lnTo>
                  <a:pt x="185928" y="284988"/>
                </a:lnTo>
                <a:lnTo>
                  <a:pt x="198120" y="278892"/>
                </a:lnTo>
                <a:lnTo>
                  <a:pt x="202692" y="275844"/>
                </a:lnTo>
                <a:lnTo>
                  <a:pt x="208788" y="272796"/>
                </a:lnTo>
                <a:lnTo>
                  <a:pt x="214884" y="271272"/>
                </a:lnTo>
                <a:lnTo>
                  <a:pt x="214884" y="225552"/>
                </a:lnTo>
                <a:lnTo>
                  <a:pt x="211836" y="225552"/>
                </a:lnTo>
                <a:lnTo>
                  <a:pt x="210312" y="228600"/>
                </a:lnTo>
                <a:lnTo>
                  <a:pt x="205740" y="231648"/>
                </a:lnTo>
                <a:lnTo>
                  <a:pt x="201168" y="236220"/>
                </a:lnTo>
                <a:lnTo>
                  <a:pt x="195072" y="240792"/>
                </a:lnTo>
                <a:lnTo>
                  <a:pt x="188976" y="243840"/>
                </a:lnTo>
                <a:lnTo>
                  <a:pt x="182880" y="248412"/>
                </a:lnTo>
                <a:lnTo>
                  <a:pt x="142875" y="261175"/>
                </a:lnTo>
                <a:lnTo>
                  <a:pt x="126492" y="262128"/>
                </a:lnTo>
                <a:lnTo>
                  <a:pt x="118262" y="261797"/>
                </a:lnTo>
                <a:lnTo>
                  <a:pt x="78105" y="246316"/>
                </a:lnTo>
                <a:lnTo>
                  <a:pt x="49466" y="208127"/>
                </a:lnTo>
                <a:lnTo>
                  <a:pt x="38658" y="162115"/>
                </a:lnTo>
                <a:lnTo>
                  <a:pt x="38100" y="147828"/>
                </a:lnTo>
                <a:lnTo>
                  <a:pt x="38658" y="134429"/>
                </a:lnTo>
                <a:lnTo>
                  <a:pt x="49441" y="88201"/>
                </a:lnTo>
                <a:lnTo>
                  <a:pt x="70891" y="55054"/>
                </a:lnTo>
                <a:lnTo>
                  <a:pt x="109728" y="34099"/>
                </a:lnTo>
                <a:lnTo>
                  <a:pt x="126492" y="32004"/>
                </a:lnTo>
                <a:lnTo>
                  <a:pt x="135115" y="32296"/>
                </a:lnTo>
                <a:lnTo>
                  <a:pt x="173736" y="42672"/>
                </a:lnTo>
                <a:lnTo>
                  <a:pt x="204216" y="64008"/>
                </a:lnTo>
                <a:lnTo>
                  <a:pt x="208788" y="67056"/>
                </a:lnTo>
                <a:lnTo>
                  <a:pt x="211836" y="70104"/>
                </a:lnTo>
                <a:lnTo>
                  <a:pt x="214884" y="70104"/>
                </a:lnTo>
                <a:lnTo>
                  <a:pt x="214884" y="24384"/>
                </a:lnTo>
                <a:close/>
              </a:path>
              <a:path w="647700" h="295910">
                <a:moveTo>
                  <a:pt x="335292" y="147828"/>
                </a:moveTo>
                <a:lnTo>
                  <a:pt x="227076" y="147828"/>
                </a:lnTo>
                <a:lnTo>
                  <a:pt x="227076" y="182880"/>
                </a:lnTo>
                <a:lnTo>
                  <a:pt x="335292" y="182880"/>
                </a:lnTo>
                <a:lnTo>
                  <a:pt x="335292" y="147828"/>
                </a:lnTo>
                <a:close/>
              </a:path>
              <a:path w="647700" h="295910">
                <a:moveTo>
                  <a:pt x="557784" y="256032"/>
                </a:moveTo>
                <a:lnTo>
                  <a:pt x="399288" y="256032"/>
                </a:lnTo>
                <a:lnTo>
                  <a:pt x="554736" y="39624"/>
                </a:lnTo>
                <a:lnTo>
                  <a:pt x="554736" y="6096"/>
                </a:lnTo>
                <a:lnTo>
                  <a:pt x="365760" y="6096"/>
                </a:lnTo>
                <a:lnTo>
                  <a:pt x="365760" y="39624"/>
                </a:lnTo>
                <a:lnTo>
                  <a:pt x="512064" y="39624"/>
                </a:lnTo>
                <a:lnTo>
                  <a:pt x="359664" y="254508"/>
                </a:lnTo>
                <a:lnTo>
                  <a:pt x="359664" y="289560"/>
                </a:lnTo>
                <a:lnTo>
                  <a:pt x="557784" y="289560"/>
                </a:lnTo>
                <a:lnTo>
                  <a:pt x="557784" y="256032"/>
                </a:lnTo>
                <a:close/>
              </a:path>
              <a:path w="647700" h="295910">
                <a:moveTo>
                  <a:pt x="647700" y="234696"/>
                </a:moveTo>
                <a:lnTo>
                  <a:pt x="601992" y="234696"/>
                </a:lnTo>
                <a:lnTo>
                  <a:pt x="601992" y="289560"/>
                </a:lnTo>
                <a:lnTo>
                  <a:pt x="647700" y="289560"/>
                </a:lnTo>
                <a:lnTo>
                  <a:pt x="647700" y="23469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pic>
        <p:nvPicPr>
          <p:cNvPr id="25" name="object 25"/>
          <p:cNvPicPr/>
          <p:nvPr/>
        </p:nvPicPr>
        <p:blipFill>
          <a:blip r:embed="rId4" cstate="print"/>
          <a:stretch>
            <a:fillRect/>
          </a:stretch>
        </p:blipFill>
        <p:spPr>
          <a:xfrm>
            <a:off x="1931670" y="4278629"/>
            <a:ext cx="3328415" cy="1552955"/>
          </a:xfrm>
          <a:prstGeom prst="rect">
            <a:avLst/>
          </a:prstGeom>
        </p:spPr>
      </p:pic>
      <p:pic>
        <p:nvPicPr>
          <p:cNvPr id="26" name="object 26"/>
          <p:cNvPicPr/>
          <p:nvPr/>
        </p:nvPicPr>
        <p:blipFill>
          <a:blip r:embed="rId5" cstate="print"/>
          <a:stretch>
            <a:fillRect/>
          </a:stretch>
        </p:blipFill>
        <p:spPr>
          <a:xfrm>
            <a:off x="5871210" y="4278629"/>
            <a:ext cx="3332987" cy="1552955"/>
          </a:xfrm>
          <a:prstGeom prst="rect">
            <a:avLst/>
          </a:prstGeom>
        </p:spPr>
      </p:pic>
      <p:sp>
        <p:nvSpPr>
          <p:cNvPr id="27" name="object 27"/>
          <p:cNvSpPr/>
          <p:nvPr/>
        </p:nvSpPr>
        <p:spPr>
          <a:xfrm>
            <a:off x="2368283" y="6560819"/>
            <a:ext cx="771525" cy="404495"/>
          </a:xfrm>
          <a:custGeom>
            <a:avLst/>
            <a:gdLst/>
            <a:ahLst/>
            <a:cxnLst/>
            <a:rect l="l" t="t" r="r" b="b"/>
            <a:pathLst>
              <a:path w="771525" h="404495">
                <a:moveTo>
                  <a:pt x="271272" y="323088"/>
                </a:moveTo>
                <a:lnTo>
                  <a:pt x="240741" y="233172"/>
                </a:lnTo>
                <a:lnTo>
                  <a:pt x="228320" y="196596"/>
                </a:lnTo>
                <a:lnTo>
                  <a:pt x="184416" y="67348"/>
                </a:lnTo>
                <a:lnTo>
                  <a:pt x="184416" y="196596"/>
                </a:lnTo>
                <a:lnTo>
                  <a:pt x="85344" y="196596"/>
                </a:lnTo>
                <a:lnTo>
                  <a:pt x="134112" y="44196"/>
                </a:lnTo>
                <a:lnTo>
                  <a:pt x="184416" y="196596"/>
                </a:lnTo>
                <a:lnTo>
                  <a:pt x="184416" y="67348"/>
                </a:lnTo>
                <a:lnTo>
                  <a:pt x="176555" y="44196"/>
                </a:lnTo>
                <a:lnTo>
                  <a:pt x="161544" y="0"/>
                </a:lnTo>
                <a:lnTo>
                  <a:pt x="109728" y="0"/>
                </a:lnTo>
                <a:lnTo>
                  <a:pt x="0" y="323088"/>
                </a:lnTo>
                <a:lnTo>
                  <a:pt x="42672" y="323088"/>
                </a:lnTo>
                <a:lnTo>
                  <a:pt x="73152" y="233172"/>
                </a:lnTo>
                <a:lnTo>
                  <a:pt x="196596" y="233172"/>
                </a:lnTo>
                <a:lnTo>
                  <a:pt x="225552" y="323088"/>
                </a:lnTo>
                <a:lnTo>
                  <a:pt x="271272" y="323088"/>
                </a:lnTo>
                <a:close/>
              </a:path>
              <a:path w="771525" h="404495">
                <a:moveTo>
                  <a:pt x="402348" y="161556"/>
                </a:moveTo>
                <a:lnTo>
                  <a:pt x="278904" y="161556"/>
                </a:lnTo>
                <a:lnTo>
                  <a:pt x="278904" y="201168"/>
                </a:lnTo>
                <a:lnTo>
                  <a:pt x="402348" y="201168"/>
                </a:lnTo>
                <a:lnTo>
                  <a:pt x="402348" y="161556"/>
                </a:lnTo>
                <a:close/>
              </a:path>
              <a:path w="771525" h="404495">
                <a:moveTo>
                  <a:pt x="659904" y="0"/>
                </a:moveTo>
                <a:lnTo>
                  <a:pt x="612660" y="0"/>
                </a:lnTo>
                <a:lnTo>
                  <a:pt x="534936" y="126492"/>
                </a:lnTo>
                <a:lnTo>
                  <a:pt x="457212" y="0"/>
                </a:lnTo>
                <a:lnTo>
                  <a:pt x="408444" y="0"/>
                </a:lnTo>
                <a:lnTo>
                  <a:pt x="507504" y="161544"/>
                </a:lnTo>
                <a:lnTo>
                  <a:pt x="405396" y="323088"/>
                </a:lnTo>
                <a:lnTo>
                  <a:pt x="451116" y="323088"/>
                </a:lnTo>
                <a:lnTo>
                  <a:pt x="531888" y="193548"/>
                </a:lnTo>
                <a:lnTo>
                  <a:pt x="611136" y="323088"/>
                </a:lnTo>
                <a:lnTo>
                  <a:pt x="659904" y="323088"/>
                </a:lnTo>
                <a:lnTo>
                  <a:pt x="559320" y="160020"/>
                </a:lnTo>
                <a:lnTo>
                  <a:pt x="659904" y="0"/>
                </a:lnTo>
                <a:close/>
              </a:path>
              <a:path w="771525" h="404495">
                <a:moveTo>
                  <a:pt x="771156" y="262128"/>
                </a:moveTo>
                <a:lnTo>
                  <a:pt x="716280" y="262128"/>
                </a:lnTo>
                <a:lnTo>
                  <a:pt x="678180" y="403872"/>
                </a:lnTo>
                <a:lnTo>
                  <a:pt x="710196" y="403872"/>
                </a:lnTo>
                <a:lnTo>
                  <a:pt x="771156" y="262128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" name="object 28"/>
          <p:cNvSpPr/>
          <p:nvPr/>
        </p:nvSpPr>
        <p:spPr>
          <a:xfrm>
            <a:off x="3343643" y="6560819"/>
            <a:ext cx="668020" cy="404495"/>
          </a:xfrm>
          <a:custGeom>
            <a:avLst/>
            <a:gdLst/>
            <a:ahLst/>
            <a:cxnLst/>
            <a:rect l="l" t="t" r="r" b="b"/>
            <a:pathLst>
              <a:path w="668020" h="404495">
                <a:moveTo>
                  <a:pt x="219456" y="224028"/>
                </a:moveTo>
                <a:lnTo>
                  <a:pt x="211099" y="183095"/>
                </a:lnTo>
                <a:lnTo>
                  <a:pt x="184785" y="154876"/>
                </a:lnTo>
                <a:lnTo>
                  <a:pt x="175260" y="149872"/>
                </a:lnTo>
                <a:lnTo>
                  <a:pt x="175260" y="225552"/>
                </a:lnTo>
                <a:lnTo>
                  <a:pt x="174955" y="234149"/>
                </a:lnTo>
                <a:lnTo>
                  <a:pt x="157162" y="268871"/>
                </a:lnTo>
                <a:lnTo>
                  <a:pt x="150876" y="272796"/>
                </a:lnTo>
                <a:lnTo>
                  <a:pt x="144881" y="276821"/>
                </a:lnTo>
                <a:lnTo>
                  <a:pt x="103441" y="286131"/>
                </a:lnTo>
                <a:lnTo>
                  <a:pt x="77724" y="286512"/>
                </a:lnTo>
                <a:lnTo>
                  <a:pt x="42672" y="286512"/>
                </a:lnTo>
                <a:lnTo>
                  <a:pt x="42672" y="167640"/>
                </a:lnTo>
                <a:lnTo>
                  <a:pt x="91440" y="167640"/>
                </a:lnTo>
                <a:lnTo>
                  <a:pt x="102285" y="167665"/>
                </a:lnTo>
                <a:lnTo>
                  <a:pt x="111823" y="167830"/>
                </a:lnTo>
                <a:lnTo>
                  <a:pt x="119951" y="168287"/>
                </a:lnTo>
                <a:lnTo>
                  <a:pt x="126492" y="169164"/>
                </a:lnTo>
                <a:lnTo>
                  <a:pt x="134112" y="169164"/>
                </a:lnTo>
                <a:lnTo>
                  <a:pt x="166293" y="189623"/>
                </a:lnTo>
                <a:lnTo>
                  <a:pt x="175260" y="225552"/>
                </a:lnTo>
                <a:lnTo>
                  <a:pt x="175260" y="149872"/>
                </a:lnTo>
                <a:lnTo>
                  <a:pt x="172504" y="148424"/>
                </a:lnTo>
                <a:lnTo>
                  <a:pt x="158496" y="143256"/>
                </a:lnTo>
                <a:lnTo>
                  <a:pt x="158496" y="141732"/>
                </a:lnTo>
                <a:lnTo>
                  <a:pt x="192024" y="114300"/>
                </a:lnTo>
                <a:lnTo>
                  <a:pt x="204216" y="73152"/>
                </a:lnTo>
                <a:lnTo>
                  <a:pt x="203669" y="63157"/>
                </a:lnTo>
                <a:lnTo>
                  <a:pt x="185928" y="23812"/>
                </a:lnTo>
                <a:lnTo>
                  <a:pt x="160020" y="7810"/>
                </a:lnTo>
                <a:lnTo>
                  <a:pt x="160020" y="71628"/>
                </a:lnTo>
                <a:lnTo>
                  <a:pt x="160020" y="88392"/>
                </a:lnTo>
                <a:lnTo>
                  <a:pt x="158496" y="97536"/>
                </a:lnTo>
                <a:lnTo>
                  <a:pt x="155448" y="103632"/>
                </a:lnTo>
                <a:lnTo>
                  <a:pt x="152400" y="111252"/>
                </a:lnTo>
                <a:lnTo>
                  <a:pt x="116522" y="130429"/>
                </a:lnTo>
                <a:lnTo>
                  <a:pt x="91440" y="131064"/>
                </a:lnTo>
                <a:lnTo>
                  <a:pt x="42672" y="131064"/>
                </a:lnTo>
                <a:lnTo>
                  <a:pt x="42672" y="36576"/>
                </a:lnTo>
                <a:lnTo>
                  <a:pt x="83820" y="36576"/>
                </a:lnTo>
                <a:lnTo>
                  <a:pt x="94678" y="36601"/>
                </a:lnTo>
                <a:lnTo>
                  <a:pt x="104394" y="36766"/>
                </a:lnTo>
                <a:lnTo>
                  <a:pt x="112966" y="37223"/>
                </a:lnTo>
                <a:lnTo>
                  <a:pt x="120396" y="38100"/>
                </a:lnTo>
                <a:lnTo>
                  <a:pt x="128016" y="38100"/>
                </a:lnTo>
                <a:lnTo>
                  <a:pt x="135636" y="41148"/>
                </a:lnTo>
                <a:lnTo>
                  <a:pt x="143256" y="45720"/>
                </a:lnTo>
                <a:lnTo>
                  <a:pt x="149352" y="48768"/>
                </a:lnTo>
                <a:lnTo>
                  <a:pt x="153924" y="53340"/>
                </a:lnTo>
                <a:lnTo>
                  <a:pt x="155448" y="57912"/>
                </a:lnTo>
                <a:lnTo>
                  <a:pt x="158496" y="64008"/>
                </a:lnTo>
                <a:lnTo>
                  <a:pt x="160020" y="7810"/>
                </a:lnTo>
                <a:lnTo>
                  <a:pt x="116395" y="190"/>
                </a:lnTo>
                <a:lnTo>
                  <a:pt x="85344" y="0"/>
                </a:lnTo>
                <a:lnTo>
                  <a:pt x="0" y="0"/>
                </a:lnTo>
                <a:lnTo>
                  <a:pt x="0" y="323088"/>
                </a:lnTo>
                <a:lnTo>
                  <a:pt x="92964" y="323088"/>
                </a:lnTo>
                <a:lnTo>
                  <a:pt x="135407" y="319874"/>
                </a:lnTo>
                <a:lnTo>
                  <a:pt x="176745" y="303707"/>
                </a:lnTo>
                <a:lnTo>
                  <a:pt x="205435" y="275539"/>
                </a:lnTo>
                <a:lnTo>
                  <a:pt x="218884" y="236054"/>
                </a:lnTo>
                <a:lnTo>
                  <a:pt x="219456" y="224028"/>
                </a:lnTo>
                <a:close/>
              </a:path>
              <a:path w="668020" h="404495">
                <a:moveTo>
                  <a:pt x="373380" y="161556"/>
                </a:moveTo>
                <a:lnTo>
                  <a:pt x="249936" y="161556"/>
                </a:lnTo>
                <a:lnTo>
                  <a:pt x="249936" y="201168"/>
                </a:lnTo>
                <a:lnTo>
                  <a:pt x="373380" y="201168"/>
                </a:lnTo>
                <a:lnTo>
                  <a:pt x="373380" y="161556"/>
                </a:lnTo>
                <a:close/>
              </a:path>
              <a:path w="668020" h="404495">
                <a:moveTo>
                  <a:pt x="621804" y="0"/>
                </a:moveTo>
                <a:lnTo>
                  <a:pt x="576084" y="0"/>
                </a:lnTo>
                <a:lnTo>
                  <a:pt x="490740" y="143256"/>
                </a:lnTo>
                <a:lnTo>
                  <a:pt x="406920" y="0"/>
                </a:lnTo>
                <a:lnTo>
                  <a:pt x="359676" y="0"/>
                </a:lnTo>
                <a:lnTo>
                  <a:pt x="469404" y="184404"/>
                </a:lnTo>
                <a:lnTo>
                  <a:pt x="469404" y="323088"/>
                </a:lnTo>
                <a:lnTo>
                  <a:pt x="512076" y="323088"/>
                </a:lnTo>
                <a:lnTo>
                  <a:pt x="512076" y="179832"/>
                </a:lnTo>
                <a:lnTo>
                  <a:pt x="621804" y="0"/>
                </a:lnTo>
                <a:close/>
              </a:path>
              <a:path w="668020" h="404495">
                <a:moveTo>
                  <a:pt x="667512" y="262128"/>
                </a:moveTo>
                <a:lnTo>
                  <a:pt x="612648" y="262128"/>
                </a:lnTo>
                <a:lnTo>
                  <a:pt x="574548" y="403872"/>
                </a:lnTo>
                <a:lnTo>
                  <a:pt x="606564" y="403872"/>
                </a:lnTo>
                <a:lnTo>
                  <a:pt x="667512" y="262128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" name="object 29"/>
          <p:cNvSpPr/>
          <p:nvPr/>
        </p:nvSpPr>
        <p:spPr>
          <a:xfrm>
            <a:off x="4194035" y="6554723"/>
            <a:ext cx="637540" cy="335280"/>
          </a:xfrm>
          <a:custGeom>
            <a:avLst/>
            <a:gdLst/>
            <a:ahLst/>
            <a:cxnLst/>
            <a:rect l="l" t="t" r="r" b="b"/>
            <a:pathLst>
              <a:path w="637539" h="335279">
                <a:moveTo>
                  <a:pt x="245364" y="27432"/>
                </a:moveTo>
                <a:lnTo>
                  <a:pt x="239268" y="22860"/>
                </a:lnTo>
                <a:lnTo>
                  <a:pt x="216408" y="13716"/>
                </a:lnTo>
                <a:lnTo>
                  <a:pt x="210312" y="10668"/>
                </a:lnTo>
                <a:lnTo>
                  <a:pt x="202692" y="9144"/>
                </a:lnTo>
                <a:lnTo>
                  <a:pt x="196723" y="7124"/>
                </a:lnTo>
                <a:lnTo>
                  <a:pt x="190309" y="5524"/>
                </a:lnTo>
                <a:lnTo>
                  <a:pt x="146304" y="0"/>
                </a:lnTo>
                <a:lnTo>
                  <a:pt x="129730" y="838"/>
                </a:lnTo>
                <a:lnTo>
                  <a:pt x="86868" y="12192"/>
                </a:lnTo>
                <a:lnTo>
                  <a:pt x="50863" y="34480"/>
                </a:lnTo>
                <a:lnTo>
                  <a:pt x="23050" y="69151"/>
                </a:lnTo>
                <a:lnTo>
                  <a:pt x="5791" y="113207"/>
                </a:lnTo>
                <a:lnTo>
                  <a:pt x="0" y="167640"/>
                </a:lnTo>
                <a:lnTo>
                  <a:pt x="812" y="187642"/>
                </a:lnTo>
                <a:lnTo>
                  <a:pt x="10668" y="240792"/>
                </a:lnTo>
                <a:lnTo>
                  <a:pt x="31673" y="281736"/>
                </a:lnTo>
                <a:lnTo>
                  <a:pt x="61722" y="312039"/>
                </a:lnTo>
                <a:lnTo>
                  <a:pt x="100850" y="329501"/>
                </a:lnTo>
                <a:lnTo>
                  <a:pt x="144780" y="335280"/>
                </a:lnTo>
                <a:lnTo>
                  <a:pt x="163068" y="335089"/>
                </a:lnTo>
                <a:lnTo>
                  <a:pt x="211836" y="323088"/>
                </a:lnTo>
                <a:lnTo>
                  <a:pt x="231648" y="313944"/>
                </a:lnTo>
                <a:lnTo>
                  <a:pt x="239268" y="310896"/>
                </a:lnTo>
                <a:lnTo>
                  <a:pt x="245364" y="307848"/>
                </a:lnTo>
                <a:lnTo>
                  <a:pt x="245364" y="256032"/>
                </a:lnTo>
                <a:lnTo>
                  <a:pt x="242316" y="256032"/>
                </a:lnTo>
                <a:lnTo>
                  <a:pt x="234696" y="263652"/>
                </a:lnTo>
                <a:lnTo>
                  <a:pt x="216408" y="277368"/>
                </a:lnTo>
                <a:lnTo>
                  <a:pt x="179832" y="294132"/>
                </a:lnTo>
                <a:lnTo>
                  <a:pt x="146304" y="298704"/>
                </a:lnTo>
                <a:lnTo>
                  <a:pt x="136042" y="298132"/>
                </a:lnTo>
                <a:lnTo>
                  <a:pt x="97828" y="285559"/>
                </a:lnTo>
                <a:lnTo>
                  <a:pt x="68135" y="257276"/>
                </a:lnTo>
                <a:lnTo>
                  <a:pt x="49580" y="212648"/>
                </a:lnTo>
                <a:lnTo>
                  <a:pt x="45720" y="167640"/>
                </a:lnTo>
                <a:lnTo>
                  <a:pt x="46062" y="152831"/>
                </a:lnTo>
                <a:lnTo>
                  <a:pt x="53340" y="111252"/>
                </a:lnTo>
                <a:lnTo>
                  <a:pt x="74676" y="70104"/>
                </a:lnTo>
                <a:lnTo>
                  <a:pt x="106680" y="45720"/>
                </a:lnTo>
                <a:lnTo>
                  <a:pt x="146304" y="36576"/>
                </a:lnTo>
                <a:lnTo>
                  <a:pt x="155194" y="36868"/>
                </a:lnTo>
                <a:lnTo>
                  <a:pt x="193357" y="45910"/>
                </a:lnTo>
                <a:lnTo>
                  <a:pt x="228600" y="67056"/>
                </a:lnTo>
                <a:lnTo>
                  <a:pt x="233172" y="71628"/>
                </a:lnTo>
                <a:lnTo>
                  <a:pt x="239268" y="76200"/>
                </a:lnTo>
                <a:lnTo>
                  <a:pt x="242316" y="79248"/>
                </a:lnTo>
                <a:lnTo>
                  <a:pt x="245364" y="79248"/>
                </a:lnTo>
                <a:lnTo>
                  <a:pt x="245364" y="27432"/>
                </a:lnTo>
                <a:close/>
              </a:path>
              <a:path w="637539" h="335279">
                <a:moveTo>
                  <a:pt x="387096" y="167652"/>
                </a:moveTo>
                <a:lnTo>
                  <a:pt x="263664" y="167652"/>
                </a:lnTo>
                <a:lnTo>
                  <a:pt x="263664" y="207264"/>
                </a:lnTo>
                <a:lnTo>
                  <a:pt x="387096" y="207264"/>
                </a:lnTo>
                <a:lnTo>
                  <a:pt x="387096" y="167652"/>
                </a:lnTo>
                <a:close/>
              </a:path>
              <a:path w="637539" h="335279">
                <a:moveTo>
                  <a:pt x="637044" y="291084"/>
                </a:moveTo>
                <a:lnTo>
                  <a:pt x="457212" y="291084"/>
                </a:lnTo>
                <a:lnTo>
                  <a:pt x="632472" y="44196"/>
                </a:lnTo>
                <a:lnTo>
                  <a:pt x="632472" y="6096"/>
                </a:lnTo>
                <a:lnTo>
                  <a:pt x="419112" y="6096"/>
                </a:lnTo>
                <a:lnTo>
                  <a:pt x="419112" y="44196"/>
                </a:lnTo>
                <a:lnTo>
                  <a:pt x="585228" y="44196"/>
                </a:lnTo>
                <a:lnTo>
                  <a:pt x="411492" y="289560"/>
                </a:lnTo>
                <a:lnTo>
                  <a:pt x="411492" y="329184"/>
                </a:lnTo>
                <a:lnTo>
                  <a:pt x="637044" y="329184"/>
                </a:lnTo>
                <a:lnTo>
                  <a:pt x="637044" y="291084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" name="object 30"/>
          <p:cNvSpPr/>
          <p:nvPr/>
        </p:nvSpPr>
        <p:spPr>
          <a:xfrm>
            <a:off x="2284475" y="6211823"/>
            <a:ext cx="125095" cy="125095"/>
          </a:xfrm>
          <a:custGeom>
            <a:avLst/>
            <a:gdLst/>
            <a:ahLst/>
            <a:cxnLst/>
            <a:rect l="l" t="t" r="r" b="b"/>
            <a:pathLst>
              <a:path w="125094" h="125095">
                <a:moveTo>
                  <a:pt x="124968" y="124968"/>
                </a:moveTo>
                <a:lnTo>
                  <a:pt x="0" y="124968"/>
                </a:lnTo>
                <a:lnTo>
                  <a:pt x="0" y="0"/>
                </a:lnTo>
                <a:lnTo>
                  <a:pt x="124968" y="0"/>
                </a:lnTo>
                <a:lnTo>
                  <a:pt x="124968" y="124968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" name="object 31"/>
          <p:cNvSpPr/>
          <p:nvPr/>
        </p:nvSpPr>
        <p:spPr>
          <a:xfrm>
            <a:off x="2482596" y="6070854"/>
            <a:ext cx="131445" cy="258445"/>
          </a:xfrm>
          <a:custGeom>
            <a:avLst/>
            <a:gdLst/>
            <a:ahLst/>
            <a:cxnLst/>
            <a:rect l="l" t="t" r="r" b="b"/>
            <a:pathLst>
              <a:path w="131444" h="258445">
                <a:moveTo>
                  <a:pt x="22860" y="78486"/>
                </a:moveTo>
                <a:lnTo>
                  <a:pt x="12192" y="78486"/>
                </a:lnTo>
                <a:lnTo>
                  <a:pt x="7620" y="75438"/>
                </a:lnTo>
                <a:lnTo>
                  <a:pt x="4572" y="70866"/>
                </a:lnTo>
                <a:lnTo>
                  <a:pt x="0" y="66294"/>
                </a:lnTo>
                <a:lnTo>
                  <a:pt x="0" y="60198"/>
                </a:lnTo>
                <a:lnTo>
                  <a:pt x="1524" y="49530"/>
                </a:lnTo>
                <a:lnTo>
                  <a:pt x="25431" y="14287"/>
                </a:lnTo>
                <a:lnTo>
                  <a:pt x="67627" y="0"/>
                </a:lnTo>
                <a:lnTo>
                  <a:pt x="75795" y="571"/>
                </a:lnTo>
                <a:lnTo>
                  <a:pt x="83820" y="2286"/>
                </a:lnTo>
                <a:lnTo>
                  <a:pt x="91844" y="4286"/>
                </a:lnTo>
                <a:lnTo>
                  <a:pt x="100012" y="8001"/>
                </a:lnTo>
                <a:lnTo>
                  <a:pt x="102978" y="9906"/>
                </a:lnTo>
                <a:lnTo>
                  <a:pt x="64008" y="9906"/>
                </a:lnTo>
                <a:lnTo>
                  <a:pt x="55387" y="10739"/>
                </a:lnTo>
                <a:lnTo>
                  <a:pt x="21336" y="34290"/>
                </a:lnTo>
                <a:lnTo>
                  <a:pt x="19812" y="38862"/>
                </a:lnTo>
                <a:lnTo>
                  <a:pt x="19812" y="43434"/>
                </a:lnTo>
                <a:lnTo>
                  <a:pt x="21336" y="46482"/>
                </a:lnTo>
                <a:lnTo>
                  <a:pt x="30480" y="52578"/>
                </a:lnTo>
                <a:lnTo>
                  <a:pt x="32004" y="55626"/>
                </a:lnTo>
                <a:lnTo>
                  <a:pt x="32004" y="70866"/>
                </a:lnTo>
                <a:lnTo>
                  <a:pt x="25908" y="76962"/>
                </a:lnTo>
                <a:lnTo>
                  <a:pt x="22860" y="78486"/>
                </a:lnTo>
                <a:close/>
              </a:path>
              <a:path w="131444" h="258445">
                <a:moveTo>
                  <a:pt x="65532" y="185166"/>
                </a:moveTo>
                <a:lnTo>
                  <a:pt x="61293" y="182356"/>
                </a:lnTo>
                <a:lnTo>
                  <a:pt x="57912" y="176403"/>
                </a:lnTo>
                <a:lnTo>
                  <a:pt x="55673" y="167592"/>
                </a:lnTo>
                <a:lnTo>
                  <a:pt x="54864" y="156210"/>
                </a:lnTo>
                <a:lnTo>
                  <a:pt x="56292" y="143398"/>
                </a:lnTo>
                <a:lnTo>
                  <a:pt x="60579" y="130302"/>
                </a:lnTo>
                <a:lnTo>
                  <a:pt x="67722" y="117205"/>
                </a:lnTo>
                <a:lnTo>
                  <a:pt x="87772" y="91511"/>
                </a:lnTo>
                <a:lnTo>
                  <a:pt x="95250" y="80200"/>
                </a:lnTo>
                <a:lnTo>
                  <a:pt x="100441" y="70318"/>
                </a:lnTo>
                <a:lnTo>
                  <a:pt x="103632" y="61722"/>
                </a:lnTo>
                <a:lnTo>
                  <a:pt x="103827" y="55626"/>
                </a:lnTo>
                <a:lnTo>
                  <a:pt x="103878" y="52578"/>
                </a:lnTo>
                <a:lnTo>
                  <a:pt x="102489" y="44196"/>
                </a:lnTo>
                <a:lnTo>
                  <a:pt x="72628" y="10810"/>
                </a:lnTo>
                <a:lnTo>
                  <a:pt x="64008" y="9906"/>
                </a:lnTo>
                <a:lnTo>
                  <a:pt x="102978" y="9906"/>
                </a:lnTo>
                <a:lnTo>
                  <a:pt x="128778" y="38862"/>
                </a:lnTo>
                <a:lnTo>
                  <a:pt x="131064" y="61722"/>
                </a:lnTo>
                <a:lnTo>
                  <a:pt x="127349" y="73413"/>
                </a:lnTo>
                <a:lnTo>
                  <a:pt x="120777" y="85534"/>
                </a:lnTo>
                <a:lnTo>
                  <a:pt x="111347" y="97940"/>
                </a:lnTo>
                <a:lnTo>
                  <a:pt x="99060" y="110490"/>
                </a:lnTo>
                <a:lnTo>
                  <a:pt x="86534" y="124729"/>
                </a:lnTo>
                <a:lnTo>
                  <a:pt x="76581" y="142113"/>
                </a:lnTo>
                <a:lnTo>
                  <a:pt x="69484" y="162353"/>
                </a:lnTo>
                <a:lnTo>
                  <a:pt x="65532" y="185166"/>
                </a:lnTo>
                <a:close/>
              </a:path>
              <a:path w="131444" h="258445">
                <a:moveTo>
                  <a:pt x="67056" y="258318"/>
                </a:moveTo>
                <a:lnTo>
                  <a:pt x="57912" y="258318"/>
                </a:lnTo>
                <a:lnTo>
                  <a:pt x="53340" y="256794"/>
                </a:lnTo>
                <a:lnTo>
                  <a:pt x="41148" y="250698"/>
                </a:lnTo>
                <a:lnTo>
                  <a:pt x="38100" y="244602"/>
                </a:lnTo>
                <a:lnTo>
                  <a:pt x="36576" y="233934"/>
                </a:lnTo>
                <a:lnTo>
                  <a:pt x="36576" y="223266"/>
                </a:lnTo>
                <a:lnTo>
                  <a:pt x="39624" y="215646"/>
                </a:lnTo>
                <a:lnTo>
                  <a:pt x="45720" y="211074"/>
                </a:lnTo>
                <a:lnTo>
                  <a:pt x="53340" y="206502"/>
                </a:lnTo>
                <a:lnTo>
                  <a:pt x="59436" y="204978"/>
                </a:lnTo>
                <a:lnTo>
                  <a:pt x="67056" y="204978"/>
                </a:lnTo>
                <a:lnTo>
                  <a:pt x="73152" y="206502"/>
                </a:lnTo>
                <a:lnTo>
                  <a:pt x="79248" y="211074"/>
                </a:lnTo>
                <a:lnTo>
                  <a:pt x="85344" y="214122"/>
                </a:lnTo>
                <a:lnTo>
                  <a:pt x="89916" y="220218"/>
                </a:lnTo>
                <a:lnTo>
                  <a:pt x="89916" y="241554"/>
                </a:lnTo>
                <a:lnTo>
                  <a:pt x="86868" y="249174"/>
                </a:lnTo>
                <a:lnTo>
                  <a:pt x="80772" y="252222"/>
                </a:lnTo>
                <a:lnTo>
                  <a:pt x="73152" y="256794"/>
                </a:lnTo>
                <a:lnTo>
                  <a:pt x="67056" y="258318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" name="object 32"/>
          <p:cNvSpPr/>
          <p:nvPr/>
        </p:nvSpPr>
        <p:spPr>
          <a:xfrm>
            <a:off x="2831579" y="6028944"/>
            <a:ext cx="2153920" cy="363220"/>
          </a:xfrm>
          <a:custGeom>
            <a:avLst/>
            <a:gdLst/>
            <a:ahLst/>
            <a:cxnLst/>
            <a:rect l="l" t="t" r="r" b="b"/>
            <a:pathLst>
              <a:path w="2153920" h="363220">
                <a:moveTo>
                  <a:pt x="230124" y="179844"/>
                </a:moveTo>
                <a:lnTo>
                  <a:pt x="126492" y="179844"/>
                </a:lnTo>
                <a:lnTo>
                  <a:pt x="126492" y="213372"/>
                </a:lnTo>
                <a:lnTo>
                  <a:pt x="193548" y="213372"/>
                </a:lnTo>
                <a:lnTo>
                  <a:pt x="193548" y="286524"/>
                </a:lnTo>
                <a:lnTo>
                  <a:pt x="150114" y="295478"/>
                </a:lnTo>
                <a:lnTo>
                  <a:pt x="134112" y="295668"/>
                </a:lnTo>
                <a:lnTo>
                  <a:pt x="123875" y="295325"/>
                </a:lnTo>
                <a:lnTo>
                  <a:pt x="87401" y="284060"/>
                </a:lnTo>
                <a:lnTo>
                  <a:pt x="54483" y="249567"/>
                </a:lnTo>
                <a:lnTo>
                  <a:pt x="41529" y="206133"/>
                </a:lnTo>
                <a:lnTo>
                  <a:pt x="39624" y="179844"/>
                </a:lnTo>
                <a:lnTo>
                  <a:pt x="41325" y="154978"/>
                </a:lnTo>
                <a:lnTo>
                  <a:pt x="54419" y="113830"/>
                </a:lnTo>
                <a:lnTo>
                  <a:pt x="78994" y="83540"/>
                </a:lnTo>
                <a:lnTo>
                  <a:pt x="131064" y="65544"/>
                </a:lnTo>
                <a:lnTo>
                  <a:pt x="139928" y="65824"/>
                </a:lnTo>
                <a:lnTo>
                  <a:pt x="184505" y="76974"/>
                </a:lnTo>
                <a:lnTo>
                  <a:pt x="205740" y="88404"/>
                </a:lnTo>
                <a:lnTo>
                  <a:pt x="211836" y="91452"/>
                </a:lnTo>
                <a:lnTo>
                  <a:pt x="216408" y="96024"/>
                </a:lnTo>
                <a:lnTo>
                  <a:pt x="220980" y="99072"/>
                </a:lnTo>
                <a:lnTo>
                  <a:pt x="225552" y="103644"/>
                </a:lnTo>
                <a:lnTo>
                  <a:pt x="228600" y="103644"/>
                </a:lnTo>
                <a:lnTo>
                  <a:pt x="228600" y="57924"/>
                </a:lnTo>
                <a:lnTo>
                  <a:pt x="224028" y="54876"/>
                </a:lnTo>
                <a:lnTo>
                  <a:pt x="217932" y="53352"/>
                </a:lnTo>
                <a:lnTo>
                  <a:pt x="210312" y="48780"/>
                </a:lnTo>
                <a:lnTo>
                  <a:pt x="169913" y="36436"/>
                </a:lnTo>
                <a:lnTo>
                  <a:pt x="135636" y="33540"/>
                </a:lnTo>
                <a:lnTo>
                  <a:pt x="121069" y="34124"/>
                </a:lnTo>
                <a:lnTo>
                  <a:pt x="80772" y="44208"/>
                </a:lnTo>
                <a:lnTo>
                  <a:pt x="46913" y="63703"/>
                </a:lnTo>
                <a:lnTo>
                  <a:pt x="22098" y="93738"/>
                </a:lnTo>
                <a:lnTo>
                  <a:pt x="5791" y="133146"/>
                </a:lnTo>
                <a:lnTo>
                  <a:pt x="0" y="181368"/>
                </a:lnTo>
                <a:lnTo>
                  <a:pt x="596" y="199085"/>
                </a:lnTo>
                <a:lnTo>
                  <a:pt x="10668" y="245376"/>
                </a:lnTo>
                <a:lnTo>
                  <a:pt x="29527" y="282016"/>
                </a:lnTo>
                <a:lnTo>
                  <a:pt x="57721" y="308622"/>
                </a:lnTo>
                <a:lnTo>
                  <a:pt x="93637" y="324053"/>
                </a:lnTo>
                <a:lnTo>
                  <a:pt x="135636" y="329196"/>
                </a:lnTo>
                <a:lnTo>
                  <a:pt x="143357" y="328955"/>
                </a:lnTo>
                <a:lnTo>
                  <a:pt x="157073" y="327901"/>
                </a:lnTo>
                <a:lnTo>
                  <a:pt x="163068" y="327672"/>
                </a:lnTo>
                <a:lnTo>
                  <a:pt x="169049" y="326263"/>
                </a:lnTo>
                <a:lnTo>
                  <a:pt x="175450" y="324434"/>
                </a:lnTo>
                <a:lnTo>
                  <a:pt x="188976" y="320052"/>
                </a:lnTo>
                <a:lnTo>
                  <a:pt x="195072" y="318528"/>
                </a:lnTo>
                <a:lnTo>
                  <a:pt x="210312" y="312432"/>
                </a:lnTo>
                <a:lnTo>
                  <a:pt x="219456" y="309384"/>
                </a:lnTo>
                <a:lnTo>
                  <a:pt x="225552" y="306336"/>
                </a:lnTo>
                <a:lnTo>
                  <a:pt x="230124" y="304812"/>
                </a:lnTo>
                <a:lnTo>
                  <a:pt x="230124" y="179844"/>
                </a:lnTo>
                <a:close/>
              </a:path>
              <a:path w="2153920" h="363220">
                <a:moveTo>
                  <a:pt x="374916" y="181356"/>
                </a:moveTo>
                <a:lnTo>
                  <a:pt x="266700" y="181356"/>
                </a:lnTo>
                <a:lnTo>
                  <a:pt x="266700" y="216408"/>
                </a:lnTo>
                <a:lnTo>
                  <a:pt x="374916" y="216408"/>
                </a:lnTo>
                <a:lnTo>
                  <a:pt x="374916" y="181356"/>
                </a:lnTo>
                <a:close/>
              </a:path>
              <a:path w="2153920" h="363220">
                <a:moveTo>
                  <a:pt x="597420" y="242328"/>
                </a:moveTo>
                <a:lnTo>
                  <a:pt x="583704" y="198132"/>
                </a:lnTo>
                <a:lnTo>
                  <a:pt x="541032" y="170700"/>
                </a:lnTo>
                <a:lnTo>
                  <a:pt x="512076" y="163080"/>
                </a:lnTo>
                <a:lnTo>
                  <a:pt x="489356" y="156857"/>
                </a:lnTo>
                <a:lnTo>
                  <a:pt x="451446" y="134188"/>
                </a:lnTo>
                <a:lnTo>
                  <a:pt x="445020" y="111264"/>
                </a:lnTo>
                <a:lnTo>
                  <a:pt x="446138" y="101549"/>
                </a:lnTo>
                <a:lnTo>
                  <a:pt x="480834" y="68973"/>
                </a:lnTo>
                <a:lnTo>
                  <a:pt x="504456" y="65544"/>
                </a:lnTo>
                <a:lnTo>
                  <a:pt x="515861" y="66344"/>
                </a:lnTo>
                <a:lnTo>
                  <a:pt x="559269" y="80822"/>
                </a:lnTo>
                <a:lnTo>
                  <a:pt x="583704" y="97548"/>
                </a:lnTo>
                <a:lnTo>
                  <a:pt x="586752" y="97548"/>
                </a:lnTo>
                <a:lnTo>
                  <a:pt x="586752" y="51828"/>
                </a:lnTo>
                <a:lnTo>
                  <a:pt x="577342" y="47536"/>
                </a:lnTo>
                <a:lnTo>
                  <a:pt x="536549" y="36106"/>
                </a:lnTo>
                <a:lnTo>
                  <a:pt x="501408" y="33540"/>
                </a:lnTo>
                <a:lnTo>
                  <a:pt x="481685" y="34963"/>
                </a:lnTo>
                <a:lnTo>
                  <a:pt x="432828" y="56400"/>
                </a:lnTo>
                <a:lnTo>
                  <a:pt x="408393" y="97967"/>
                </a:lnTo>
                <a:lnTo>
                  <a:pt x="406920" y="114312"/>
                </a:lnTo>
                <a:lnTo>
                  <a:pt x="407200" y="122923"/>
                </a:lnTo>
                <a:lnTo>
                  <a:pt x="419112" y="160032"/>
                </a:lnTo>
                <a:lnTo>
                  <a:pt x="445020" y="181368"/>
                </a:lnTo>
                <a:lnTo>
                  <a:pt x="451015" y="184531"/>
                </a:lnTo>
                <a:lnTo>
                  <a:pt x="499884" y="198132"/>
                </a:lnTo>
                <a:lnTo>
                  <a:pt x="505980" y="199656"/>
                </a:lnTo>
                <a:lnTo>
                  <a:pt x="515124" y="202704"/>
                </a:lnTo>
                <a:lnTo>
                  <a:pt x="522744" y="204228"/>
                </a:lnTo>
                <a:lnTo>
                  <a:pt x="531317" y="207695"/>
                </a:lnTo>
                <a:lnTo>
                  <a:pt x="557453" y="240487"/>
                </a:lnTo>
                <a:lnTo>
                  <a:pt x="557796" y="248424"/>
                </a:lnTo>
                <a:lnTo>
                  <a:pt x="556907" y="258394"/>
                </a:lnTo>
                <a:lnTo>
                  <a:pt x="533666" y="288594"/>
                </a:lnTo>
                <a:lnTo>
                  <a:pt x="495312" y="295668"/>
                </a:lnTo>
                <a:lnTo>
                  <a:pt x="483882" y="295097"/>
                </a:lnTo>
                <a:lnTo>
                  <a:pt x="437565" y="281381"/>
                </a:lnTo>
                <a:lnTo>
                  <a:pt x="406920" y="259092"/>
                </a:lnTo>
                <a:lnTo>
                  <a:pt x="403872" y="259092"/>
                </a:lnTo>
                <a:lnTo>
                  <a:pt x="403872" y="306336"/>
                </a:lnTo>
                <a:lnTo>
                  <a:pt x="414159" y="310857"/>
                </a:lnTo>
                <a:lnTo>
                  <a:pt x="456780" y="324688"/>
                </a:lnTo>
                <a:lnTo>
                  <a:pt x="498360" y="329196"/>
                </a:lnTo>
                <a:lnTo>
                  <a:pt x="510374" y="328637"/>
                </a:lnTo>
                <a:lnTo>
                  <a:pt x="549643" y="317855"/>
                </a:lnTo>
                <a:lnTo>
                  <a:pt x="583133" y="290715"/>
                </a:lnTo>
                <a:lnTo>
                  <a:pt x="597103" y="250558"/>
                </a:lnTo>
                <a:lnTo>
                  <a:pt x="597420" y="242328"/>
                </a:lnTo>
                <a:close/>
              </a:path>
              <a:path w="2153920" h="363220">
                <a:moveTo>
                  <a:pt x="815340" y="57912"/>
                </a:moveTo>
                <a:lnTo>
                  <a:pt x="807212" y="48768"/>
                </a:lnTo>
                <a:lnTo>
                  <a:pt x="790956" y="30480"/>
                </a:lnTo>
                <a:lnTo>
                  <a:pt x="772668" y="48768"/>
                </a:lnTo>
                <a:lnTo>
                  <a:pt x="704088" y="48768"/>
                </a:lnTo>
                <a:lnTo>
                  <a:pt x="708621" y="42227"/>
                </a:lnTo>
                <a:lnTo>
                  <a:pt x="712851" y="36385"/>
                </a:lnTo>
                <a:lnTo>
                  <a:pt x="716521" y="31419"/>
                </a:lnTo>
                <a:lnTo>
                  <a:pt x="719328" y="27432"/>
                </a:lnTo>
                <a:lnTo>
                  <a:pt x="722376" y="24384"/>
                </a:lnTo>
                <a:lnTo>
                  <a:pt x="728472" y="19812"/>
                </a:lnTo>
                <a:lnTo>
                  <a:pt x="734568" y="16764"/>
                </a:lnTo>
                <a:lnTo>
                  <a:pt x="702564" y="0"/>
                </a:lnTo>
                <a:lnTo>
                  <a:pt x="683514" y="48577"/>
                </a:lnTo>
                <a:lnTo>
                  <a:pt x="664464" y="82296"/>
                </a:lnTo>
                <a:lnTo>
                  <a:pt x="639610" y="114236"/>
                </a:lnTo>
                <a:lnTo>
                  <a:pt x="632460" y="121920"/>
                </a:lnTo>
                <a:lnTo>
                  <a:pt x="635508" y="126492"/>
                </a:lnTo>
                <a:lnTo>
                  <a:pt x="670560" y="96012"/>
                </a:lnTo>
                <a:lnTo>
                  <a:pt x="699516" y="57912"/>
                </a:lnTo>
                <a:lnTo>
                  <a:pt x="726948" y="57912"/>
                </a:lnTo>
                <a:lnTo>
                  <a:pt x="742238" y="87058"/>
                </a:lnTo>
                <a:lnTo>
                  <a:pt x="743712" y="92964"/>
                </a:lnTo>
                <a:lnTo>
                  <a:pt x="745236" y="96012"/>
                </a:lnTo>
                <a:lnTo>
                  <a:pt x="745236" y="100584"/>
                </a:lnTo>
                <a:lnTo>
                  <a:pt x="748284" y="102108"/>
                </a:lnTo>
                <a:lnTo>
                  <a:pt x="752856" y="102108"/>
                </a:lnTo>
                <a:lnTo>
                  <a:pt x="754380" y="100584"/>
                </a:lnTo>
                <a:lnTo>
                  <a:pt x="760476" y="97536"/>
                </a:lnTo>
                <a:lnTo>
                  <a:pt x="763524" y="92964"/>
                </a:lnTo>
                <a:lnTo>
                  <a:pt x="765048" y="85344"/>
                </a:lnTo>
                <a:lnTo>
                  <a:pt x="765048" y="79349"/>
                </a:lnTo>
                <a:lnTo>
                  <a:pt x="760476" y="72771"/>
                </a:lnTo>
                <a:lnTo>
                  <a:pt x="751332" y="65633"/>
                </a:lnTo>
                <a:lnTo>
                  <a:pt x="737616" y="57912"/>
                </a:lnTo>
                <a:lnTo>
                  <a:pt x="815340" y="57912"/>
                </a:lnTo>
                <a:close/>
              </a:path>
              <a:path w="2153920" h="363220">
                <a:moveTo>
                  <a:pt x="973836" y="59436"/>
                </a:moveTo>
                <a:lnTo>
                  <a:pt x="965771" y="50292"/>
                </a:lnTo>
                <a:lnTo>
                  <a:pt x="950976" y="33528"/>
                </a:lnTo>
                <a:lnTo>
                  <a:pt x="932688" y="50292"/>
                </a:lnTo>
                <a:lnTo>
                  <a:pt x="850392" y="50292"/>
                </a:lnTo>
                <a:lnTo>
                  <a:pt x="864108" y="32004"/>
                </a:lnTo>
                <a:lnTo>
                  <a:pt x="868680" y="24384"/>
                </a:lnTo>
                <a:lnTo>
                  <a:pt x="874776" y="21336"/>
                </a:lnTo>
                <a:lnTo>
                  <a:pt x="879348" y="19812"/>
                </a:lnTo>
                <a:lnTo>
                  <a:pt x="851916" y="1524"/>
                </a:lnTo>
                <a:lnTo>
                  <a:pt x="849922" y="8407"/>
                </a:lnTo>
                <a:lnTo>
                  <a:pt x="846201" y="17716"/>
                </a:lnTo>
                <a:lnTo>
                  <a:pt x="825703" y="59436"/>
                </a:lnTo>
                <a:lnTo>
                  <a:pt x="800100" y="99060"/>
                </a:lnTo>
                <a:lnTo>
                  <a:pt x="804672" y="102108"/>
                </a:lnTo>
                <a:lnTo>
                  <a:pt x="826008" y="80772"/>
                </a:lnTo>
                <a:lnTo>
                  <a:pt x="830605" y="75082"/>
                </a:lnTo>
                <a:lnTo>
                  <a:pt x="835342" y="69532"/>
                </a:lnTo>
                <a:lnTo>
                  <a:pt x="840371" y="64274"/>
                </a:lnTo>
                <a:lnTo>
                  <a:pt x="845820" y="59436"/>
                </a:lnTo>
                <a:lnTo>
                  <a:pt x="882396" y="59436"/>
                </a:lnTo>
                <a:lnTo>
                  <a:pt x="906780" y="86868"/>
                </a:lnTo>
                <a:lnTo>
                  <a:pt x="912876" y="96012"/>
                </a:lnTo>
                <a:lnTo>
                  <a:pt x="914400" y="100584"/>
                </a:lnTo>
                <a:lnTo>
                  <a:pt x="917448" y="103632"/>
                </a:lnTo>
                <a:lnTo>
                  <a:pt x="920496" y="103632"/>
                </a:lnTo>
                <a:lnTo>
                  <a:pt x="922020" y="102108"/>
                </a:lnTo>
                <a:lnTo>
                  <a:pt x="926592" y="99060"/>
                </a:lnTo>
                <a:lnTo>
                  <a:pt x="929640" y="96012"/>
                </a:lnTo>
                <a:lnTo>
                  <a:pt x="931164" y="89916"/>
                </a:lnTo>
                <a:lnTo>
                  <a:pt x="931164" y="82296"/>
                </a:lnTo>
                <a:lnTo>
                  <a:pt x="928865" y="76581"/>
                </a:lnTo>
                <a:lnTo>
                  <a:pt x="921829" y="70866"/>
                </a:lnTo>
                <a:lnTo>
                  <a:pt x="909955" y="65151"/>
                </a:lnTo>
                <a:lnTo>
                  <a:pt x="893064" y="59436"/>
                </a:lnTo>
                <a:lnTo>
                  <a:pt x="973836" y="59436"/>
                </a:lnTo>
                <a:close/>
              </a:path>
              <a:path w="2153920" h="363220">
                <a:moveTo>
                  <a:pt x="979932" y="284988"/>
                </a:moveTo>
                <a:lnTo>
                  <a:pt x="971270" y="275844"/>
                </a:lnTo>
                <a:lnTo>
                  <a:pt x="952500" y="256032"/>
                </a:lnTo>
                <a:lnTo>
                  <a:pt x="931164" y="275844"/>
                </a:lnTo>
                <a:lnTo>
                  <a:pt x="862584" y="275844"/>
                </a:lnTo>
                <a:lnTo>
                  <a:pt x="862584" y="230124"/>
                </a:lnTo>
                <a:lnTo>
                  <a:pt x="885444" y="230124"/>
                </a:lnTo>
                <a:lnTo>
                  <a:pt x="885444" y="245364"/>
                </a:lnTo>
                <a:lnTo>
                  <a:pt x="908304" y="236220"/>
                </a:lnTo>
                <a:lnTo>
                  <a:pt x="907897" y="230124"/>
                </a:lnTo>
                <a:lnTo>
                  <a:pt x="907427" y="223393"/>
                </a:lnTo>
                <a:lnTo>
                  <a:pt x="907326" y="220980"/>
                </a:lnTo>
                <a:lnTo>
                  <a:pt x="906970" y="212407"/>
                </a:lnTo>
                <a:lnTo>
                  <a:pt x="906805" y="203441"/>
                </a:lnTo>
                <a:lnTo>
                  <a:pt x="906780" y="188976"/>
                </a:lnTo>
                <a:lnTo>
                  <a:pt x="906780" y="179832"/>
                </a:lnTo>
                <a:lnTo>
                  <a:pt x="906780" y="150876"/>
                </a:lnTo>
                <a:lnTo>
                  <a:pt x="906780" y="141732"/>
                </a:lnTo>
                <a:lnTo>
                  <a:pt x="906780" y="117348"/>
                </a:lnTo>
                <a:lnTo>
                  <a:pt x="910336" y="114300"/>
                </a:lnTo>
                <a:lnTo>
                  <a:pt x="917448" y="108204"/>
                </a:lnTo>
                <a:lnTo>
                  <a:pt x="913015" y="105156"/>
                </a:lnTo>
                <a:lnTo>
                  <a:pt x="893064" y="91440"/>
                </a:lnTo>
                <a:lnTo>
                  <a:pt x="885444" y="102870"/>
                </a:lnTo>
                <a:lnTo>
                  <a:pt x="885444" y="114300"/>
                </a:lnTo>
                <a:lnTo>
                  <a:pt x="885444" y="141732"/>
                </a:lnTo>
                <a:lnTo>
                  <a:pt x="885444" y="150876"/>
                </a:lnTo>
                <a:lnTo>
                  <a:pt x="885444" y="179832"/>
                </a:lnTo>
                <a:lnTo>
                  <a:pt x="885444" y="188976"/>
                </a:lnTo>
                <a:lnTo>
                  <a:pt x="885444" y="220980"/>
                </a:lnTo>
                <a:lnTo>
                  <a:pt x="841248" y="220980"/>
                </a:lnTo>
                <a:lnTo>
                  <a:pt x="841248" y="230124"/>
                </a:lnTo>
                <a:lnTo>
                  <a:pt x="841248" y="277368"/>
                </a:lnTo>
                <a:lnTo>
                  <a:pt x="766572" y="277368"/>
                </a:lnTo>
                <a:lnTo>
                  <a:pt x="768692" y="256032"/>
                </a:lnTo>
                <a:lnTo>
                  <a:pt x="769988" y="242658"/>
                </a:lnTo>
                <a:lnTo>
                  <a:pt x="771144" y="230124"/>
                </a:lnTo>
                <a:lnTo>
                  <a:pt x="841248" y="230124"/>
                </a:lnTo>
                <a:lnTo>
                  <a:pt x="841248" y="220980"/>
                </a:lnTo>
                <a:lnTo>
                  <a:pt x="720852" y="220980"/>
                </a:lnTo>
                <a:lnTo>
                  <a:pt x="720852" y="188976"/>
                </a:lnTo>
                <a:lnTo>
                  <a:pt x="885444" y="188976"/>
                </a:lnTo>
                <a:lnTo>
                  <a:pt x="885444" y="179832"/>
                </a:lnTo>
                <a:lnTo>
                  <a:pt x="720852" y="179832"/>
                </a:lnTo>
                <a:lnTo>
                  <a:pt x="720852" y="150876"/>
                </a:lnTo>
                <a:lnTo>
                  <a:pt x="885444" y="150876"/>
                </a:lnTo>
                <a:lnTo>
                  <a:pt x="885444" y="141732"/>
                </a:lnTo>
                <a:lnTo>
                  <a:pt x="720852" y="141732"/>
                </a:lnTo>
                <a:lnTo>
                  <a:pt x="720852" y="114300"/>
                </a:lnTo>
                <a:lnTo>
                  <a:pt x="885444" y="114300"/>
                </a:lnTo>
                <a:lnTo>
                  <a:pt x="885444" y="102870"/>
                </a:lnTo>
                <a:lnTo>
                  <a:pt x="883920" y="105156"/>
                </a:lnTo>
                <a:lnTo>
                  <a:pt x="720852" y="105156"/>
                </a:lnTo>
                <a:lnTo>
                  <a:pt x="696468" y="92964"/>
                </a:lnTo>
                <a:lnTo>
                  <a:pt x="697598" y="100330"/>
                </a:lnTo>
                <a:lnTo>
                  <a:pt x="698563" y="112966"/>
                </a:lnTo>
                <a:lnTo>
                  <a:pt x="699262" y="130479"/>
                </a:lnTo>
                <a:lnTo>
                  <a:pt x="699503" y="150876"/>
                </a:lnTo>
                <a:lnTo>
                  <a:pt x="699414" y="188976"/>
                </a:lnTo>
                <a:lnTo>
                  <a:pt x="699300" y="203441"/>
                </a:lnTo>
                <a:lnTo>
                  <a:pt x="698881" y="225920"/>
                </a:lnTo>
                <a:lnTo>
                  <a:pt x="697992" y="249936"/>
                </a:lnTo>
                <a:lnTo>
                  <a:pt x="720852" y="242316"/>
                </a:lnTo>
                <a:lnTo>
                  <a:pt x="720852" y="230124"/>
                </a:lnTo>
                <a:lnTo>
                  <a:pt x="748284" y="230124"/>
                </a:lnTo>
                <a:lnTo>
                  <a:pt x="746061" y="254317"/>
                </a:lnTo>
                <a:lnTo>
                  <a:pt x="744855" y="266560"/>
                </a:lnTo>
                <a:lnTo>
                  <a:pt x="743712" y="277368"/>
                </a:lnTo>
                <a:lnTo>
                  <a:pt x="624840" y="277368"/>
                </a:lnTo>
                <a:lnTo>
                  <a:pt x="638556" y="291084"/>
                </a:lnTo>
                <a:lnTo>
                  <a:pt x="647700" y="289090"/>
                </a:lnTo>
                <a:lnTo>
                  <a:pt x="656844" y="287655"/>
                </a:lnTo>
                <a:lnTo>
                  <a:pt x="665988" y="286804"/>
                </a:lnTo>
                <a:lnTo>
                  <a:pt x="675132" y="286512"/>
                </a:lnTo>
                <a:lnTo>
                  <a:pt x="742188" y="286512"/>
                </a:lnTo>
                <a:lnTo>
                  <a:pt x="720763" y="319087"/>
                </a:lnTo>
                <a:lnTo>
                  <a:pt x="682371" y="343471"/>
                </a:lnTo>
                <a:lnTo>
                  <a:pt x="643128" y="358140"/>
                </a:lnTo>
                <a:lnTo>
                  <a:pt x="644652" y="362712"/>
                </a:lnTo>
                <a:lnTo>
                  <a:pt x="683704" y="353949"/>
                </a:lnTo>
                <a:lnTo>
                  <a:pt x="719328" y="338328"/>
                </a:lnTo>
                <a:lnTo>
                  <a:pt x="757910" y="302539"/>
                </a:lnTo>
                <a:lnTo>
                  <a:pt x="765048" y="286512"/>
                </a:lnTo>
                <a:lnTo>
                  <a:pt x="841248" y="286512"/>
                </a:lnTo>
                <a:lnTo>
                  <a:pt x="841019" y="303136"/>
                </a:lnTo>
                <a:lnTo>
                  <a:pt x="840041" y="338328"/>
                </a:lnTo>
                <a:lnTo>
                  <a:pt x="839939" y="343471"/>
                </a:lnTo>
                <a:lnTo>
                  <a:pt x="839724" y="362712"/>
                </a:lnTo>
                <a:lnTo>
                  <a:pt x="864108" y="352044"/>
                </a:lnTo>
                <a:lnTo>
                  <a:pt x="863231" y="342646"/>
                </a:lnTo>
                <a:lnTo>
                  <a:pt x="862787" y="328307"/>
                </a:lnTo>
                <a:lnTo>
                  <a:pt x="862698" y="319087"/>
                </a:lnTo>
                <a:lnTo>
                  <a:pt x="862596" y="286512"/>
                </a:lnTo>
                <a:lnTo>
                  <a:pt x="862584" y="284988"/>
                </a:lnTo>
                <a:lnTo>
                  <a:pt x="979932" y="284988"/>
                </a:lnTo>
                <a:close/>
              </a:path>
              <a:path w="2153920" h="363220">
                <a:moveTo>
                  <a:pt x="1071372" y="147828"/>
                </a:moveTo>
                <a:lnTo>
                  <a:pt x="1067968" y="139001"/>
                </a:lnTo>
                <a:lnTo>
                  <a:pt x="1057846" y="128587"/>
                </a:lnTo>
                <a:lnTo>
                  <a:pt x="1041158" y="116763"/>
                </a:lnTo>
                <a:lnTo>
                  <a:pt x="1018032" y="103632"/>
                </a:lnTo>
                <a:lnTo>
                  <a:pt x="1014984" y="108204"/>
                </a:lnTo>
                <a:lnTo>
                  <a:pt x="1027303" y="121615"/>
                </a:lnTo>
                <a:lnTo>
                  <a:pt x="1036891" y="134302"/>
                </a:lnTo>
                <a:lnTo>
                  <a:pt x="1043927" y="146138"/>
                </a:lnTo>
                <a:lnTo>
                  <a:pt x="1048512" y="156972"/>
                </a:lnTo>
                <a:lnTo>
                  <a:pt x="1051966" y="165785"/>
                </a:lnTo>
                <a:lnTo>
                  <a:pt x="1055560" y="171450"/>
                </a:lnTo>
                <a:lnTo>
                  <a:pt x="1059446" y="173697"/>
                </a:lnTo>
                <a:lnTo>
                  <a:pt x="1063752" y="172212"/>
                </a:lnTo>
                <a:lnTo>
                  <a:pt x="1066876" y="168198"/>
                </a:lnTo>
                <a:lnTo>
                  <a:pt x="1069276" y="162877"/>
                </a:lnTo>
                <a:lnTo>
                  <a:pt x="1070825" y="156146"/>
                </a:lnTo>
                <a:lnTo>
                  <a:pt x="1071372" y="147828"/>
                </a:lnTo>
                <a:close/>
              </a:path>
              <a:path w="2153920" h="363220">
                <a:moveTo>
                  <a:pt x="1103376" y="59436"/>
                </a:moveTo>
                <a:lnTo>
                  <a:pt x="1072261" y="24320"/>
                </a:lnTo>
                <a:lnTo>
                  <a:pt x="1053084" y="13716"/>
                </a:lnTo>
                <a:lnTo>
                  <a:pt x="1050036" y="18288"/>
                </a:lnTo>
                <a:lnTo>
                  <a:pt x="1060589" y="32346"/>
                </a:lnTo>
                <a:lnTo>
                  <a:pt x="1069276" y="44958"/>
                </a:lnTo>
                <a:lnTo>
                  <a:pt x="1075969" y="56438"/>
                </a:lnTo>
                <a:lnTo>
                  <a:pt x="1080516" y="67056"/>
                </a:lnTo>
                <a:lnTo>
                  <a:pt x="1083564" y="76200"/>
                </a:lnTo>
                <a:lnTo>
                  <a:pt x="1086612" y="82296"/>
                </a:lnTo>
                <a:lnTo>
                  <a:pt x="1092708" y="82296"/>
                </a:lnTo>
                <a:lnTo>
                  <a:pt x="1094232" y="79248"/>
                </a:lnTo>
                <a:lnTo>
                  <a:pt x="1098804" y="76200"/>
                </a:lnTo>
                <a:lnTo>
                  <a:pt x="1101852" y="71628"/>
                </a:lnTo>
                <a:lnTo>
                  <a:pt x="1103376" y="67056"/>
                </a:lnTo>
                <a:lnTo>
                  <a:pt x="1103376" y="59436"/>
                </a:lnTo>
                <a:close/>
              </a:path>
              <a:path w="2153920" h="363220">
                <a:moveTo>
                  <a:pt x="1143000" y="70104"/>
                </a:moveTo>
                <a:lnTo>
                  <a:pt x="1136904" y="68580"/>
                </a:lnTo>
                <a:lnTo>
                  <a:pt x="1109345" y="134302"/>
                </a:lnTo>
                <a:lnTo>
                  <a:pt x="1088136" y="183832"/>
                </a:lnTo>
                <a:lnTo>
                  <a:pt x="1066800" y="231648"/>
                </a:lnTo>
                <a:lnTo>
                  <a:pt x="1051560" y="245364"/>
                </a:lnTo>
                <a:lnTo>
                  <a:pt x="1046734" y="245110"/>
                </a:lnTo>
                <a:lnTo>
                  <a:pt x="1016508" y="242316"/>
                </a:lnTo>
                <a:lnTo>
                  <a:pt x="1016508" y="248412"/>
                </a:lnTo>
                <a:lnTo>
                  <a:pt x="1051560" y="265176"/>
                </a:lnTo>
                <a:lnTo>
                  <a:pt x="1053084" y="271272"/>
                </a:lnTo>
                <a:lnTo>
                  <a:pt x="1052995" y="284035"/>
                </a:lnTo>
                <a:lnTo>
                  <a:pt x="1051560" y="292608"/>
                </a:lnTo>
                <a:lnTo>
                  <a:pt x="1048512" y="301752"/>
                </a:lnTo>
                <a:lnTo>
                  <a:pt x="1045464" y="312420"/>
                </a:lnTo>
                <a:lnTo>
                  <a:pt x="1044054" y="319519"/>
                </a:lnTo>
                <a:lnTo>
                  <a:pt x="1043940" y="332232"/>
                </a:lnTo>
                <a:lnTo>
                  <a:pt x="1046988" y="336804"/>
                </a:lnTo>
                <a:lnTo>
                  <a:pt x="1053084" y="338328"/>
                </a:lnTo>
                <a:lnTo>
                  <a:pt x="1059180" y="341376"/>
                </a:lnTo>
                <a:lnTo>
                  <a:pt x="1074420" y="341376"/>
                </a:lnTo>
                <a:lnTo>
                  <a:pt x="1075944" y="339852"/>
                </a:lnTo>
                <a:lnTo>
                  <a:pt x="1075829" y="332232"/>
                </a:lnTo>
                <a:lnTo>
                  <a:pt x="1075715" y="329336"/>
                </a:lnTo>
                <a:lnTo>
                  <a:pt x="1075182" y="320802"/>
                </a:lnTo>
                <a:lnTo>
                  <a:pt x="1074661" y="309994"/>
                </a:lnTo>
                <a:lnTo>
                  <a:pt x="1074420" y="297180"/>
                </a:lnTo>
                <a:lnTo>
                  <a:pt x="1073912" y="285496"/>
                </a:lnTo>
                <a:lnTo>
                  <a:pt x="1073886" y="283464"/>
                </a:lnTo>
                <a:lnTo>
                  <a:pt x="1074420" y="272034"/>
                </a:lnTo>
                <a:lnTo>
                  <a:pt x="1076134" y="261175"/>
                </a:lnTo>
                <a:lnTo>
                  <a:pt x="1078953" y="251612"/>
                </a:lnTo>
                <a:lnTo>
                  <a:pt x="1080846" y="245364"/>
                </a:lnTo>
                <a:lnTo>
                  <a:pt x="1084707" y="232562"/>
                </a:lnTo>
                <a:lnTo>
                  <a:pt x="1097280" y="196215"/>
                </a:lnTo>
                <a:lnTo>
                  <a:pt x="1116711" y="142163"/>
                </a:lnTo>
                <a:lnTo>
                  <a:pt x="1143000" y="70104"/>
                </a:lnTo>
                <a:close/>
              </a:path>
              <a:path w="2153920" h="363220">
                <a:moveTo>
                  <a:pt x="1376172" y="188976"/>
                </a:moveTo>
                <a:lnTo>
                  <a:pt x="1350264" y="161544"/>
                </a:lnTo>
                <a:lnTo>
                  <a:pt x="1331976" y="179832"/>
                </a:lnTo>
                <a:lnTo>
                  <a:pt x="1251204" y="179832"/>
                </a:lnTo>
                <a:lnTo>
                  <a:pt x="1251204" y="97536"/>
                </a:lnTo>
                <a:lnTo>
                  <a:pt x="1351788" y="97536"/>
                </a:lnTo>
                <a:lnTo>
                  <a:pt x="1327404" y="71628"/>
                </a:lnTo>
                <a:lnTo>
                  <a:pt x="1310640" y="88392"/>
                </a:lnTo>
                <a:lnTo>
                  <a:pt x="1251204" y="88392"/>
                </a:lnTo>
                <a:lnTo>
                  <a:pt x="1251204" y="35052"/>
                </a:lnTo>
                <a:lnTo>
                  <a:pt x="1266444" y="18288"/>
                </a:lnTo>
                <a:lnTo>
                  <a:pt x="1229868" y="0"/>
                </a:lnTo>
                <a:lnTo>
                  <a:pt x="1230109" y="13716"/>
                </a:lnTo>
                <a:lnTo>
                  <a:pt x="1230604" y="32346"/>
                </a:lnTo>
                <a:lnTo>
                  <a:pt x="1231125" y="56438"/>
                </a:lnTo>
                <a:lnTo>
                  <a:pt x="1231239" y="68580"/>
                </a:lnTo>
                <a:lnTo>
                  <a:pt x="1231392" y="88392"/>
                </a:lnTo>
                <a:lnTo>
                  <a:pt x="1146048" y="88392"/>
                </a:lnTo>
                <a:lnTo>
                  <a:pt x="1159764" y="102108"/>
                </a:lnTo>
                <a:lnTo>
                  <a:pt x="1168933" y="100114"/>
                </a:lnTo>
                <a:lnTo>
                  <a:pt x="1178242" y="98679"/>
                </a:lnTo>
                <a:lnTo>
                  <a:pt x="1187843" y="97828"/>
                </a:lnTo>
                <a:lnTo>
                  <a:pt x="1197864" y="97536"/>
                </a:lnTo>
                <a:lnTo>
                  <a:pt x="1231392" y="97536"/>
                </a:lnTo>
                <a:lnTo>
                  <a:pt x="1231392" y="179832"/>
                </a:lnTo>
                <a:lnTo>
                  <a:pt x="1117092" y="179832"/>
                </a:lnTo>
                <a:lnTo>
                  <a:pt x="1130808" y="193548"/>
                </a:lnTo>
                <a:lnTo>
                  <a:pt x="1139952" y="191554"/>
                </a:lnTo>
                <a:lnTo>
                  <a:pt x="1149096" y="190119"/>
                </a:lnTo>
                <a:lnTo>
                  <a:pt x="1158240" y="189268"/>
                </a:lnTo>
                <a:lnTo>
                  <a:pt x="1167384" y="188976"/>
                </a:lnTo>
                <a:lnTo>
                  <a:pt x="1225296" y="188976"/>
                </a:lnTo>
                <a:lnTo>
                  <a:pt x="1207008" y="226504"/>
                </a:lnTo>
                <a:lnTo>
                  <a:pt x="1179576" y="269748"/>
                </a:lnTo>
                <a:lnTo>
                  <a:pt x="1150048" y="304038"/>
                </a:lnTo>
                <a:lnTo>
                  <a:pt x="1126236" y="315468"/>
                </a:lnTo>
                <a:lnTo>
                  <a:pt x="1141476" y="350520"/>
                </a:lnTo>
                <a:lnTo>
                  <a:pt x="1193292" y="332232"/>
                </a:lnTo>
                <a:lnTo>
                  <a:pt x="1247203" y="322326"/>
                </a:lnTo>
                <a:lnTo>
                  <a:pt x="1297114" y="315468"/>
                </a:lnTo>
                <a:lnTo>
                  <a:pt x="1322832" y="312420"/>
                </a:lnTo>
                <a:lnTo>
                  <a:pt x="1326261" y="319519"/>
                </a:lnTo>
                <a:lnTo>
                  <a:pt x="1333119" y="334289"/>
                </a:lnTo>
                <a:lnTo>
                  <a:pt x="1336548" y="341376"/>
                </a:lnTo>
                <a:lnTo>
                  <a:pt x="1338072" y="347472"/>
                </a:lnTo>
                <a:lnTo>
                  <a:pt x="1341120" y="350520"/>
                </a:lnTo>
                <a:lnTo>
                  <a:pt x="1345692" y="350520"/>
                </a:lnTo>
                <a:lnTo>
                  <a:pt x="1347216" y="347472"/>
                </a:lnTo>
                <a:lnTo>
                  <a:pt x="1356360" y="335280"/>
                </a:lnTo>
                <a:lnTo>
                  <a:pt x="1357858" y="329336"/>
                </a:lnTo>
                <a:lnTo>
                  <a:pt x="1357884" y="316992"/>
                </a:lnTo>
                <a:lnTo>
                  <a:pt x="1355598" y="312420"/>
                </a:lnTo>
                <a:lnTo>
                  <a:pt x="1354836" y="310896"/>
                </a:lnTo>
                <a:lnTo>
                  <a:pt x="1347216" y="303276"/>
                </a:lnTo>
                <a:lnTo>
                  <a:pt x="1342097" y="297548"/>
                </a:lnTo>
                <a:lnTo>
                  <a:pt x="1335976" y="291655"/>
                </a:lnTo>
                <a:lnTo>
                  <a:pt x="1329004" y="285496"/>
                </a:lnTo>
                <a:lnTo>
                  <a:pt x="1321308" y="278892"/>
                </a:lnTo>
                <a:lnTo>
                  <a:pt x="1312722" y="272605"/>
                </a:lnTo>
                <a:lnTo>
                  <a:pt x="1302829" y="265176"/>
                </a:lnTo>
                <a:lnTo>
                  <a:pt x="1278636" y="246888"/>
                </a:lnTo>
                <a:lnTo>
                  <a:pt x="1275588" y="251460"/>
                </a:lnTo>
                <a:lnTo>
                  <a:pt x="1286764" y="264947"/>
                </a:lnTo>
                <a:lnTo>
                  <a:pt x="1297495" y="278130"/>
                </a:lnTo>
                <a:lnTo>
                  <a:pt x="1307960" y="291325"/>
                </a:lnTo>
                <a:lnTo>
                  <a:pt x="1318260" y="304800"/>
                </a:lnTo>
                <a:lnTo>
                  <a:pt x="1156716" y="315468"/>
                </a:lnTo>
                <a:lnTo>
                  <a:pt x="1182484" y="288925"/>
                </a:lnTo>
                <a:lnTo>
                  <a:pt x="1202817" y="266509"/>
                </a:lnTo>
                <a:lnTo>
                  <a:pt x="1217993" y="248412"/>
                </a:lnTo>
                <a:lnTo>
                  <a:pt x="1228344" y="234696"/>
                </a:lnTo>
                <a:lnTo>
                  <a:pt x="1235443" y="224396"/>
                </a:lnTo>
                <a:lnTo>
                  <a:pt x="1242809" y="216242"/>
                </a:lnTo>
                <a:lnTo>
                  <a:pt x="1250213" y="210058"/>
                </a:lnTo>
                <a:lnTo>
                  <a:pt x="1257300" y="205740"/>
                </a:lnTo>
                <a:lnTo>
                  <a:pt x="1232916" y="188976"/>
                </a:lnTo>
                <a:lnTo>
                  <a:pt x="1376172" y="188976"/>
                </a:lnTo>
                <a:close/>
              </a:path>
              <a:path w="2153920" h="363220">
                <a:moveTo>
                  <a:pt x="1763280" y="336816"/>
                </a:moveTo>
                <a:lnTo>
                  <a:pt x="1732788" y="303288"/>
                </a:lnTo>
                <a:lnTo>
                  <a:pt x="1708416" y="327672"/>
                </a:lnTo>
                <a:lnTo>
                  <a:pt x="1597152" y="327672"/>
                </a:lnTo>
                <a:lnTo>
                  <a:pt x="1597152" y="217944"/>
                </a:lnTo>
                <a:lnTo>
                  <a:pt x="1719072" y="217944"/>
                </a:lnTo>
                <a:lnTo>
                  <a:pt x="1691640" y="185940"/>
                </a:lnTo>
                <a:lnTo>
                  <a:pt x="1667268" y="208800"/>
                </a:lnTo>
                <a:lnTo>
                  <a:pt x="1597152" y="208800"/>
                </a:lnTo>
                <a:lnTo>
                  <a:pt x="1597152" y="114312"/>
                </a:lnTo>
                <a:lnTo>
                  <a:pt x="1737360" y="114312"/>
                </a:lnTo>
                <a:lnTo>
                  <a:pt x="1708416" y="82308"/>
                </a:lnTo>
                <a:lnTo>
                  <a:pt x="1685544" y="105168"/>
                </a:lnTo>
                <a:lnTo>
                  <a:pt x="1597152" y="105168"/>
                </a:lnTo>
                <a:lnTo>
                  <a:pt x="1597152" y="27444"/>
                </a:lnTo>
                <a:lnTo>
                  <a:pt x="1609344" y="16776"/>
                </a:lnTo>
                <a:lnTo>
                  <a:pt x="1572768" y="1536"/>
                </a:lnTo>
                <a:lnTo>
                  <a:pt x="1573657" y="20078"/>
                </a:lnTo>
                <a:lnTo>
                  <a:pt x="1574101" y="43637"/>
                </a:lnTo>
                <a:lnTo>
                  <a:pt x="1574292" y="105168"/>
                </a:lnTo>
                <a:lnTo>
                  <a:pt x="1484376" y="105168"/>
                </a:lnTo>
                <a:lnTo>
                  <a:pt x="1495234" y="82854"/>
                </a:lnTo>
                <a:lnTo>
                  <a:pt x="1504950" y="66116"/>
                </a:lnTo>
                <a:lnTo>
                  <a:pt x="1513522" y="54800"/>
                </a:lnTo>
                <a:lnTo>
                  <a:pt x="1520952" y="48780"/>
                </a:lnTo>
                <a:lnTo>
                  <a:pt x="1485900" y="27444"/>
                </a:lnTo>
                <a:lnTo>
                  <a:pt x="1474470" y="71259"/>
                </a:lnTo>
                <a:lnTo>
                  <a:pt x="1458468" y="117360"/>
                </a:lnTo>
                <a:lnTo>
                  <a:pt x="1438084" y="163080"/>
                </a:lnTo>
                <a:lnTo>
                  <a:pt x="1414272" y="204228"/>
                </a:lnTo>
                <a:lnTo>
                  <a:pt x="1418844" y="207276"/>
                </a:lnTo>
                <a:lnTo>
                  <a:pt x="1433118" y="191033"/>
                </a:lnTo>
                <a:lnTo>
                  <a:pt x="1448371" y="169938"/>
                </a:lnTo>
                <a:lnTo>
                  <a:pt x="1464500" y="144259"/>
                </a:lnTo>
                <a:lnTo>
                  <a:pt x="1481328" y="114312"/>
                </a:lnTo>
                <a:lnTo>
                  <a:pt x="1574292" y="114312"/>
                </a:lnTo>
                <a:lnTo>
                  <a:pt x="1574292" y="208800"/>
                </a:lnTo>
                <a:lnTo>
                  <a:pt x="1466088" y="208800"/>
                </a:lnTo>
                <a:lnTo>
                  <a:pt x="1479804" y="222516"/>
                </a:lnTo>
                <a:lnTo>
                  <a:pt x="1488313" y="220510"/>
                </a:lnTo>
                <a:lnTo>
                  <a:pt x="1497520" y="219087"/>
                </a:lnTo>
                <a:lnTo>
                  <a:pt x="1507032" y="218224"/>
                </a:lnTo>
                <a:lnTo>
                  <a:pt x="1516380" y="217944"/>
                </a:lnTo>
                <a:lnTo>
                  <a:pt x="1574292" y="217944"/>
                </a:lnTo>
                <a:lnTo>
                  <a:pt x="1574292" y="327672"/>
                </a:lnTo>
                <a:lnTo>
                  <a:pt x="1408176" y="327672"/>
                </a:lnTo>
                <a:lnTo>
                  <a:pt x="1421892" y="341388"/>
                </a:lnTo>
                <a:lnTo>
                  <a:pt x="1430185" y="339382"/>
                </a:lnTo>
                <a:lnTo>
                  <a:pt x="1439037" y="337959"/>
                </a:lnTo>
                <a:lnTo>
                  <a:pt x="1448473" y="337096"/>
                </a:lnTo>
                <a:lnTo>
                  <a:pt x="1458468" y="336816"/>
                </a:lnTo>
                <a:lnTo>
                  <a:pt x="1763280" y="336816"/>
                </a:lnTo>
                <a:close/>
              </a:path>
              <a:path w="2153920" h="363220">
                <a:moveTo>
                  <a:pt x="2098560" y="54864"/>
                </a:moveTo>
                <a:lnTo>
                  <a:pt x="2095512" y="47244"/>
                </a:lnTo>
                <a:lnTo>
                  <a:pt x="2087892" y="41148"/>
                </a:lnTo>
                <a:lnTo>
                  <a:pt x="2081644" y="35775"/>
                </a:lnTo>
                <a:lnTo>
                  <a:pt x="2072271" y="28956"/>
                </a:lnTo>
                <a:lnTo>
                  <a:pt x="2060028" y="21005"/>
                </a:lnTo>
                <a:lnTo>
                  <a:pt x="2045220" y="12192"/>
                </a:lnTo>
                <a:lnTo>
                  <a:pt x="2040636" y="16764"/>
                </a:lnTo>
                <a:lnTo>
                  <a:pt x="2052688" y="32562"/>
                </a:lnTo>
                <a:lnTo>
                  <a:pt x="2061603" y="45910"/>
                </a:lnTo>
                <a:lnTo>
                  <a:pt x="2067648" y="57277"/>
                </a:lnTo>
                <a:lnTo>
                  <a:pt x="2071128" y="67056"/>
                </a:lnTo>
                <a:lnTo>
                  <a:pt x="2074176" y="74676"/>
                </a:lnTo>
                <a:lnTo>
                  <a:pt x="2077224" y="79248"/>
                </a:lnTo>
                <a:lnTo>
                  <a:pt x="2081796" y="79248"/>
                </a:lnTo>
                <a:lnTo>
                  <a:pt x="2084844" y="77724"/>
                </a:lnTo>
                <a:lnTo>
                  <a:pt x="2087892" y="74676"/>
                </a:lnTo>
                <a:lnTo>
                  <a:pt x="2092464" y="71628"/>
                </a:lnTo>
                <a:lnTo>
                  <a:pt x="2095512" y="67056"/>
                </a:lnTo>
                <a:lnTo>
                  <a:pt x="2098560" y="54864"/>
                </a:lnTo>
                <a:close/>
              </a:path>
              <a:path w="2153920" h="363220">
                <a:moveTo>
                  <a:pt x="2153424" y="348996"/>
                </a:moveTo>
                <a:lnTo>
                  <a:pt x="2151900" y="344424"/>
                </a:lnTo>
                <a:lnTo>
                  <a:pt x="2148128" y="337553"/>
                </a:lnTo>
                <a:lnTo>
                  <a:pt x="2145804" y="330517"/>
                </a:lnTo>
                <a:lnTo>
                  <a:pt x="2144611" y="323215"/>
                </a:lnTo>
                <a:lnTo>
                  <a:pt x="2144344" y="316992"/>
                </a:lnTo>
                <a:lnTo>
                  <a:pt x="2144280" y="315188"/>
                </a:lnTo>
                <a:lnTo>
                  <a:pt x="2144585" y="306349"/>
                </a:lnTo>
                <a:lnTo>
                  <a:pt x="2145614" y="292798"/>
                </a:lnTo>
                <a:lnTo>
                  <a:pt x="2147493" y="274967"/>
                </a:lnTo>
                <a:lnTo>
                  <a:pt x="2150376" y="252984"/>
                </a:lnTo>
                <a:lnTo>
                  <a:pt x="2144280" y="251460"/>
                </a:lnTo>
                <a:lnTo>
                  <a:pt x="2125992" y="316992"/>
                </a:lnTo>
                <a:lnTo>
                  <a:pt x="2107984" y="308444"/>
                </a:lnTo>
                <a:lnTo>
                  <a:pt x="2090559" y="296608"/>
                </a:lnTo>
                <a:lnTo>
                  <a:pt x="2074037" y="281940"/>
                </a:lnTo>
                <a:lnTo>
                  <a:pt x="2073694" y="281635"/>
                </a:lnTo>
                <a:lnTo>
                  <a:pt x="2057412" y="263652"/>
                </a:lnTo>
                <a:lnTo>
                  <a:pt x="2071027" y="242697"/>
                </a:lnTo>
                <a:lnTo>
                  <a:pt x="2071255" y="242316"/>
                </a:lnTo>
                <a:lnTo>
                  <a:pt x="2084844" y="218313"/>
                </a:lnTo>
                <a:lnTo>
                  <a:pt x="2098560" y="191223"/>
                </a:lnTo>
                <a:lnTo>
                  <a:pt x="2112276" y="161544"/>
                </a:lnTo>
                <a:lnTo>
                  <a:pt x="2125992" y="153924"/>
                </a:lnTo>
                <a:lnTo>
                  <a:pt x="2092464" y="129540"/>
                </a:lnTo>
                <a:lnTo>
                  <a:pt x="2086762" y="147167"/>
                </a:lnTo>
                <a:lnTo>
                  <a:pt x="2080844" y="164020"/>
                </a:lnTo>
                <a:lnTo>
                  <a:pt x="2074697" y="179832"/>
                </a:lnTo>
                <a:lnTo>
                  <a:pt x="2068080" y="195072"/>
                </a:lnTo>
                <a:lnTo>
                  <a:pt x="2062340" y="209105"/>
                </a:lnTo>
                <a:lnTo>
                  <a:pt x="2056460" y="221551"/>
                </a:lnTo>
                <a:lnTo>
                  <a:pt x="2050288" y="232587"/>
                </a:lnTo>
                <a:lnTo>
                  <a:pt x="2043684" y="242316"/>
                </a:lnTo>
                <a:lnTo>
                  <a:pt x="2033117" y="218033"/>
                </a:lnTo>
                <a:lnTo>
                  <a:pt x="2024253" y="186309"/>
                </a:lnTo>
                <a:lnTo>
                  <a:pt x="2017141" y="147281"/>
                </a:lnTo>
                <a:lnTo>
                  <a:pt x="2011680" y="100584"/>
                </a:lnTo>
                <a:lnTo>
                  <a:pt x="2148852" y="100584"/>
                </a:lnTo>
                <a:lnTo>
                  <a:pt x="2139708" y="91440"/>
                </a:lnTo>
                <a:lnTo>
                  <a:pt x="2118372" y="70104"/>
                </a:lnTo>
                <a:lnTo>
                  <a:pt x="2095512" y="91440"/>
                </a:lnTo>
                <a:lnTo>
                  <a:pt x="2011680" y="91440"/>
                </a:lnTo>
                <a:lnTo>
                  <a:pt x="2010803" y="79248"/>
                </a:lnTo>
                <a:lnTo>
                  <a:pt x="2009584" y="61722"/>
                </a:lnTo>
                <a:lnTo>
                  <a:pt x="2008898" y="48577"/>
                </a:lnTo>
                <a:lnTo>
                  <a:pt x="2008632" y="36576"/>
                </a:lnTo>
                <a:lnTo>
                  <a:pt x="2019300" y="22860"/>
                </a:lnTo>
                <a:lnTo>
                  <a:pt x="1979676" y="7620"/>
                </a:lnTo>
                <a:lnTo>
                  <a:pt x="1981733" y="25654"/>
                </a:lnTo>
                <a:lnTo>
                  <a:pt x="1983486" y="45529"/>
                </a:lnTo>
                <a:lnTo>
                  <a:pt x="1985225" y="67056"/>
                </a:lnTo>
                <a:lnTo>
                  <a:pt x="1987296" y="91440"/>
                </a:lnTo>
                <a:lnTo>
                  <a:pt x="1869948" y="91440"/>
                </a:lnTo>
                <a:lnTo>
                  <a:pt x="1842516" y="77724"/>
                </a:lnTo>
                <a:lnTo>
                  <a:pt x="1843405" y="89992"/>
                </a:lnTo>
                <a:lnTo>
                  <a:pt x="1843849" y="103822"/>
                </a:lnTo>
                <a:lnTo>
                  <a:pt x="1844027" y="119087"/>
                </a:lnTo>
                <a:lnTo>
                  <a:pt x="1844040" y="135636"/>
                </a:lnTo>
                <a:lnTo>
                  <a:pt x="1843786" y="154546"/>
                </a:lnTo>
                <a:lnTo>
                  <a:pt x="1840992" y="234696"/>
                </a:lnTo>
                <a:lnTo>
                  <a:pt x="1829562" y="297180"/>
                </a:lnTo>
                <a:lnTo>
                  <a:pt x="1799844" y="355092"/>
                </a:lnTo>
                <a:lnTo>
                  <a:pt x="1802892" y="359664"/>
                </a:lnTo>
                <a:lnTo>
                  <a:pt x="1829181" y="329692"/>
                </a:lnTo>
                <a:lnTo>
                  <a:pt x="1848612" y="290131"/>
                </a:lnTo>
                <a:lnTo>
                  <a:pt x="1861185" y="241160"/>
                </a:lnTo>
                <a:lnTo>
                  <a:pt x="1866912" y="182880"/>
                </a:lnTo>
                <a:lnTo>
                  <a:pt x="1938528" y="182880"/>
                </a:lnTo>
                <a:lnTo>
                  <a:pt x="1935480" y="242697"/>
                </a:lnTo>
                <a:lnTo>
                  <a:pt x="1930908" y="281940"/>
                </a:lnTo>
                <a:lnTo>
                  <a:pt x="1926336" y="286512"/>
                </a:lnTo>
                <a:lnTo>
                  <a:pt x="1918716" y="284988"/>
                </a:lnTo>
                <a:lnTo>
                  <a:pt x="1911858" y="283832"/>
                </a:lnTo>
                <a:lnTo>
                  <a:pt x="1877568" y="278892"/>
                </a:lnTo>
                <a:lnTo>
                  <a:pt x="1877568" y="284988"/>
                </a:lnTo>
                <a:lnTo>
                  <a:pt x="1893862" y="292404"/>
                </a:lnTo>
                <a:lnTo>
                  <a:pt x="1906143" y="300799"/>
                </a:lnTo>
                <a:lnTo>
                  <a:pt x="1914436" y="310070"/>
                </a:lnTo>
                <a:lnTo>
                  <a:pt x="1918716" y="320040"/>
                </a:lnTo>
                <a:lnTo>
                  <a:pt x="1928393" y="315188"/>
                </a:lnTo>
                <a:lnTo>
                  <a:pt x="1936623" y="309753"/>
                </a:lnTo>
                <a:lnTo>
                  <a:pt x="1943150" y="303758"/>
                </a:lnTo>
                <a:lnTo>
                  <a:pt x="1947672" y="297180"/>
                </a:lnTo>
                <a:lnTo>
                  <a:pt x="1950567" y="286512"/>
                </a:lnTo>
                <a:lnTo>
                  <a:pt x="1951088" y="284594"/>
                </a:lnTo>
                <a:lnTo>
                  <a:pt x="1954339" y="262699"/>
                </a:lnTo>
                <a:lnTo>
                  <a:pt x="1957324" y="231394"/>
                </a:lnTo>
                <a:lnTo>
                  <a:pt x="1959864" y="190500"/>
                </a:lnTo>
                <a:lnTo>
                  <a:pt x="1969668" y="182880"/>
                </a:lnTo>
                <a:lnTo>
                  <a:pt x="1973580" y="179832"/>
                </a:lnTo>
                <a:lnTo>
                  <a:pt x="1967052" y="173736"/>
                </a:lnTo>
                <a:lnTo>
                  <a:pt x="1950720" y="158496"/>
                </a:lnTo>
                <a:lnTo>
                  <a:pt x="1937004" y="173736"/>
                </a:lnTo>
                <a:lnTo>
                  <a:pt x="1866912" y="173736"/>
                </a:lnTo>
                <a:lnTo>
                  <a:pt x="1868436" y="100584"/>
                </a:lnTo>
                <a:lnTo>
                  <a:pt x="1988820" y="100584"/>
                </a:lnTo>
                <a:lnTo>
                  <a:pt x="1994801" y="151168"/>
                </a:lnTo>
                <a:lnTo>
                  <a:pt x="2003488" y="195453"/>
                </a:lnTo>
                <a:lnTo>
                  <a:pt x="2014753" y="233464"/>
                </a:lnTo>
                <a:lnTo>
                  <a:pt x="2028444" y="265176"/>
                </a:lnTo>
                <a:lnTo>
                  <a:pt x="2010714" y="287489"/>
                </a:lnTo>
                <a:lnTo>
                  <a:pt x="1989391" y="308800"/>
                </a:lnTo>
                <a:lnTo>
                  <a:pt x="1964372" y="329260"/>
                </a:lnTo>
                <a:lnTo>
                  <a:pt x="1935480" y="348996"/>
                </a:lnTo>
                <a:lnTo>
                  <a:pt x="1937004" y="355092"/>
                </a:lnTo>
                <a:lnTo>
                  <a:pt x="1964994" y="341947"/>
                </a:lnTo>
                <a:lnTo>
                  <a:pt x="1991677" y="325374"/>
                </a:lnTo>
                <a:lnTo>
                  <a:pt x="2016950" y="305371"/>
                </a:lnTo>
                <a:lnTo>
                  <a:pt x="2040636" y="281940"/>
                </a:lnTo>
                <a:lnTo>
                  <a:pt x="2059508" y="303644"/>
                </a:lnTo>
                <a:lnTo>
                  <a:pt x="2093798" y="332740"/>
                </a:lnTo>
                <a:lnTo>
                  <a:pt x="2133041" y="348043"/>
                </a:lnTo>
                <a:lnTo>
                  <a:pt x="2148852" y="350520"/>
                </a:lnTo>
                <a:lnTo>
                  <a:pt x="2151900" y="350520"/>
                </a:lnTo>
                <a:lnTo>
                  <a:pt x="2153424" y="348996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" name="object 33"/>
          <p:cNvSpPr/>
          <p:nvPr/>
        </p:nvSpPr>
        <p:spPr>
          <a:xfrm>
            <a:off x="5052060" y="6031991"/>
            <a:ext cx="312420" cy="353695"/>
          </a:xfrm>
          <a:custGeom>
            <a:avLst/>
            <a:gdLst/>
            <a:ahLst/>
            <a:cxnLst/>
            <a:rect l="l" t="t" r="r" b="b"/>
            <a:pathLst>
              <a:path w="312420" h="353695">
                <a:moveTo>
                  <a:pt x="47244" y="80772"/>
                </a:moveTo>
                <a:lnTo>
                  <a:pt x="38100" y="80772"/>
                </a:lnTo>
                <a:lnTo>
                  <a:pt x="44362" y="55935"/>
                </a:lnTo>
                <a:lnTo>
                  <a:pt x="49339" y="34099"/>
                </a:lnTo>
                <a:lnTo>
                  <a:pt x="52887" y="15406"/>
                </a:lnTo>
                <a:lnTo>
                  <a:pt x="54864" y="0"/>
                </a:lnTo>
                <a:lnTo>
                  <a:pt x="88392" y="18288"/>
                </a:lnTo>
                <a:lnTo>
                  <a:pt x="79819" y="25479"/>
                </a:lnTo>
                <a:lnTo>
                  <a:pt x="70104" y="38100"/>
                </a:lnTo>
                <a:lnTo>
                  <a:pt x="59245" y="56435"/>
                </a:lnTo>
                <a:lnTo>
                  <a:pt x="47244" y="80772"/>
                </a:lnTo>
                <a:close/>
              </a:path>
              <a:path w="312420" h="353695">
                <a:moveTo>
                  <a:pt x="129540" y="169164"/>
                </a:moveTo>
                <a:lnTo>
                  <a:pt x="124968" y="166116"/>
                </a:lnTo>
                <a:lnTo>
                  <a:pt x="139850" y="141827"/>
                </a:lnTo>
                <a:lnTo>
                  <a:pt x="152590" y="119253"/>
                </a:lnTo>
                <a:lnTo>
                  <a:pt x="172212" y="79248"/>
                </a:lnTo>
                <a:lnTo>
                  <a:pt x="185928" y="40386"/>
                </a:lnTo>
                <a:lnTo>
                  <a:pt x="195072" y="1524"/>
                </a:lnTo>
                <a:lnTo>
                  <a:pt x="228600" y="21336"/>
                </a:lnTo>
                <a:lnTo>
                  <a:pt x="222003" y="28765"/>
                </a:lnTo>
                <a:lnTo>
                  <a:pt x="213550" y="41910"/>
                </a:lnTo>
                <a:lnTo>
                  <a:pt x="203096" y="60769"/>
                </a:lnTo>
                <a:lnTo>
                  <a:pt x="190500" y="85344"/>
                </a:lnTo>
                <a:lnTo>
                  <a:pt x="306324" y="85344"/>
                </a:lnTo>
                <a:lnTo>
                  <a:pt x="312419" y="91440"/>
                </a:lnTo>
                <a:lnTo>
                  <a:pt x="308501" y="94488"/>
                </a:lnTo>
                <a:lnTo>
                  <a:pt x="187452" y="94488"/>
                </a:lnTo>
                <a:lnTo>
                  <a:pt x="173474" y="115371"/>
                </a:lnTo>
                <a:lnTo>
                  <a:pt x="159067" y="134683"/>
                </a:lnTo>
                <a:lnTo>
                  <a:pt x="144375" y="152566"/>
                </a:lnTo>
                <a:lnTo>
                  <a:pt x="129540" y="169164"/>
                </a:lnTo>
                <a:close/>
              </a:path>
              <a:path w="312420" h="353695">
                <a:moveTo>
                  <a:pt x="128016" y="80772"/>
                </a:moveTo>
                <a:lnTo>
                  <a:pt x="97536" y="80772"/>
                </a:lnTo>
                <a:lnTo>
                  <a:pt x="112776" y="65532"/>
                </a:lnTo>
                <a:lnTo>
                  <a:pt x="128016" y="80772"/>
                </a:lnTo>
                <a:close/>
              </a:path>
              <a:path w="312420" h="353695">
                <a:moveTo>
                  <a:pt x="0" y="350520"/>
                </a:moveTo>
                <a:lnTo>
                  <a:pt x="175" y="324421"/>
                </a:lnTo>
                <a:lnTo>
                  <a:pt x="299" y="310896"/>
                </a:lnTo>
                <a:lnTo>
                  <a:pt x="1285" y="243578"/>
                </a:lnTo>
                <a:lnTo>
                  <a:pt x="1421" y="192024"/>
                </a:lnTo>
                <a:lnTo>
                  <a:pt x="1315" y="176212"/>
                </a:lnTo>
                <a:lnTo>
                  <a:pt x="1190" y="165445"/>
                </a:lnTo>
                <a:lnTo>
                  <a:pt x="245" y="102108"/>
                </a:lnTo>
                <a:lnTo>
                  <a:pt x="0" y="67056"/>
                </a:lnTo>
                <a:lnTo>
                  <a:pt x="22860" y="80772"/>
                </a:lnTo>
                <a:lnTo>
                  <a:pt x="128016" y="80772"/>
                </a:lnTo>
                <a:lnTo>
                  <a:pt x="135636" y="88392"/>
                </a:lnTo>
                <a:lnTo>
                  <a:pt x="133458" y="89916"/>
                </a:lnTo>
                <a:lnTo>
                  <a:pt x="21336" y="89916"/>
                </a:lnTo>
                <a:lnTo>
                  <a:pt x="21336" y="187452"/>
                </a:lnTo>
                <a:lnTo>
                  <a:pt x="120441" y="187452"/>
                </a:lnTo>
                <a:lnTo>
                  <a:pt x="120455" y="196596"/>
                </a:lnTo>
                <a:lnTo>
                  <a:pt x="21336" y="196596"/>
                </a:lnTo>
                <a:lnTo>
                  <a:pt x="21336" y="303276"/>
                </a:lnTo>
                <a:lnTo>
                  <a:pt x="121150" y="303276"/>
                </a:lnTo>
                <a:lnTo>
                  <a:pt x="121176" y="305348"/>
                </a:lnTo>
                <a:lnTo>
                  <a:pt x="121371" y="312420"/>
                </a:lnTo>
                <a:lnTo>
                  <a:pt x="21336" y="312420"/>
                </a:lnTo>
                <a:lnTo>
                  <a:pt x="21336" y="338328"/>
                </a:lnTo>
                <a:lnTo>
                  <a:pt x="0" y="350520"/>
                </a:lnTo>
                <a:close/>
              </a:path>
              <a:path w="312420" h="353695">
                <a:moveTo>
                  <a:pt x="306324" y="85344"/>
                </a:moveTo>
                <a:lnTo>
                  <a:pt x="272796" y="85344"/>
                </a:lnTo>
                <a:lnTo>
                  <a:pt x="289560" y="68580"/>
                </a:lnTo>
                <a:lnTo>
                  <a:pt x="306324" y="85344"/>
                </a:lnTo>
                <a:close/>
              </a:path>
              <a:path w="312420" h="353695">
                <a:moveTo>
                  <a:pt x="120441" y="187452"/>
                </a:moveTo>
                <a:lnTo>
                  <a:pt x="100584" y="187452"/>
                </a:lnTo>
                <a:lnTo>
                  <a:pt x="100584" y="89916"/>
                </a:lnTo>
                <a:lnTo>
                  <a:pt x="133458" y="89916"/>
                </a:lnTo>
                <a:lnTo>
                  <a:pt x="120396" y="99060"/>
                </a:lnTo>
                <a:lnTo>
                  <a:pt x="120441" y="187452"/>
                </a:lnTo>
                <a:close/>
              </a:path>
              <a:path w="312420" h="353695">
                <a:moveTo>
                  <a:pt x="287603" y="316992"/>
                </a:moveTo>
                <a:lnTo>
                  <a:pt x="248412" y="316992"/>
                </a:lnTo>
                <a:lnTo>
                  <a:pt x="256460" y="315515"/>
                </a:lnTo>
                <a:lnTo>
                  <a:pt x="262509" y="310896"/>
                </a:lnTo>
                <a:lnTo>
                  <a:pt x="271129" y="269367"/>
                </a:lnTo>
                <a:lnTo>
                  <a:pt x="272796" y="229362"/>
                </a:lnTo>
                <a:lnTo>
                  <a:pt x="274462" y="171069"/>
                </a:lnTo>
                <a:lnTo>
                  <a:pt x="275843" y="94488"/>
                </a:lnTo>
                <a:lnTo>
                  <a:pt x="308501" y="94488"/>
                </a:lnTo>
                <a:lnTo>
                  <a:pt x="298704" y="102108"/>
                </a:lnTo>
                <a:lnTo>
                  <a:pt x="297299" y="181570"/>
                </a:lnTo>
                <a:lnTo>
                  <a:pt x="295465" y="241744"/>
                </a:lnTo>
                <a:lnTo>
                  <a:pt x="293346" y="282773"/>
                </a:lnTo>
                <a:lnTo>
                  <a:pt x="291084" y="304799"/>
                </a:lnTo>
                <a:lnTo>
                  <a:pt x="288356" y="315063"/>
                </a:lnTo>
                <a:lnTo>
                  <a:pt x="288214" y="315515"/>
                </a:lnTo>
                <a:lnTo>
                  <a:pt x="287603" y="316992"/>
                </a:lnTo>
                <a:close/>
              </a:path>
              <a:path w="312420" h="353695">
                <a:moveTo>
                  <a:pt x="204216" y="237744"/>
                </a:moveTo>
                <a:lnTo>
                  <a:pt x="198119" y="237744"/>
                </a:lnTo>
                <a:lnTo>
                  <a:pt x="193548" y="230124"/>
                </a:lnTo>
                <a:lnTo>
                  <a:pt x="192024" y="216408"/>
                </a:lnTo>
                <a:lnTo>
                  <a:pt x="187737" y="201549"/>
                </a:lnTo>
                <a:lnTo>
                  <a:pt x="181737" y="186690"/>
                </a:lnTo>
                <a:lnTo>
                  <a:pt x="174021" y="171831"/>
                </a:lnTo>
                <a:lnTo>
                  <a:pt x="164592" y="156972"/>
                </a:lnTo>
                <a:lnTo>
                  <a:pt x="167640" y="152400"/>
                </a:lnTo>
                <a:lnTo>
                  <a:pt x="205144" y="185189"/>
                </a:lnTo>
                <a:lnTo>
                  <a:pt x="216408" y="207264"/>
                </a:lnTo>
                <a:lnTo>
                  <a:pt x="216408" y="219456"/>
                </a:lnTo>
                <a:lnTo>
                  <a:pt x="214884" y="225552"/>
                </a:lnTo>
                <a:lnTo>
                  <a:pt x="210312" y="230124"/>
                </a:lnTo>
                <a:lnTo>
                  <a:pt x="207264" y="234696"/>
                </a:lnTo>
                <a:lnTo>
                  <a:pt x="204216" y="237744"/>
                </a:lnTo>
                <a:close/>
              </a:path>
              <a:path w="312420" h="353695">
                <a:moveTo>
                  <a:pt x="121150" y="303276"/>
                </a:moveTo>
                <a:lnTo>
                  <a:pt x="100584" y="303276"/>
                </a:lnTo>
                <a:lnTo>
                  <a:pt x="100584" y="196596"/>
                </a:lnTo>
                <a:lnTo>
                  <a:pt x="120455" y="196596"/>
                </a:lnTo>
                <a:lnTo>
                  <a:pt x="120600" y="243578"/>
                </a:lnTo>
                <a:lnTo>
                  <a:pt x="120734" y="269367"/>
                </a:lnTo>
                <a:lnTo>
                  <a:pt x="121150" y="303276"/>
                </a:lnTo>
                <a:close/>
              </a:path>
              <a:path w="312420" h="353695">
                <a:moveTo>
                  <a:pt x="243840" y="353568"/>
                </a:moveTo>
                <a:lnTo>
                  <a:pt x="238125" y="342709"/>
                </a:lnTo>
                <a:lnTo>
                  <a:pt x="227838" y="332994"/>
                </a:lnTo>
                <a:lnTo>
                  <a:pt x="212979" y="324421"/>
                </a:lnTo>
                <a:lnTo>
                  <a:pt x="193548" y="316992"/>
                </a:lnTo>
                <a:lnTo>
                  <a:pt x="193548" y="309372"/>
                </a:lnTo>
                <a:lnTo>
                  <a:pt x="211550" y="313134"/>
                </a:lnTo>
                <a:lnTo>
                  <a:pt x="226694" y="315468"/>
                </a:lnTo>
                <a:lnTo>
                  <a:pt x="238982" y="316658"/>
                </a:lnTo>
                <a:lnTo>
                  <a:pt x="248412" y="316992"/>
                </a:lnTo>
                <a:lnTo>
                  <a:pt x="287603" y="316992"/>
                </a:lnTo>
                <a:lnTo>
                  <a:pt x="284607" y="324231"/>
                </a:lnTo>
                <a:lnTo>
                  <a:pt x="254412" y="349877"/>
                </a:lnTo>
                <a:lnTo>
                  <a:pt x="243840" y="353568"/>
                </a:lnTo>
                <a:close/>
              </a:path>
              <a:path w="312420" h="353695">
                <a:moveTo>
                  <a:pt x="100584" y="344424"/>
                </a:moveTo>
                <a:lnTo>
                  <a:pt x="100584" y="312420"/>
                </a:lnTo>
                <a:lnTo>
                  <a:pt x="121371" y="312420"/>
                </a:lnTo>
                <a:lnTo>
                  <a:pt x="121920" y="332232"/>
                </a:lnTo>
                <a:lnTo>
                  <a:pt x="100584" y="344424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" name="object 34"/>
          <p:cNvSpPr/>
          <p:nvPr/>
        </p:nvSpPr>
        <p:spPr>
          <a:xfrm>
            <a:off x="5416283" y="6036576"/>
            <a:ext cx="734695" cy="352425"/>
          </a:xfrm>
          <a:custGeom>
            <a:avLst/>
            <a:gdLst/>
            <a:ahLst/>
            <a:cxnLst/>
            <a:rect l="l" t="t" r="r" b="b"/>
            <a:pathLst>
              <a:path w="734695" h="352425">
                <a:moveTo>
                  <a:pt x="277368" y="19812"/>
                </a:moveTo>
                <a:lnTo>
                  <a:pt x="271741" y="15240"/>
                </a:lnTo>
                <a:lnTo>
                  <a:pt x="252984" y="0"/>
                </a:lnTo>
                <a:lnTo>
                  <a:pt x="242316" y="11861"/>
                </a:lnTo>
                <a:lnTo>
                  <a:pt x="242316" y="25908"/>
                </a:lnTo>
                <a:lnTo>
                  <a:pt x="242316" y="70104"/>
                </a:lnTo>
                <a:lnTo>
                  <a:pt x="242316" y="79248"/>
                </a:lnTo>
                <a:lnTo>
                  <a:pt x="242316" y="124968"/>
                </a:lnTo>
                <a:lnTo>
                  <a:pt x="109728" y="124968"/>
                </a:lnTo>
                <a:lnTo>
                  <a:pt x="109728" y="79248"/>
                </a:lnTo>
                <a:lnTo>
                  <a:pt x="242316" y="79248"/>
                </a:lnTo>
                <a:lnTo>
                  <a:pt x="242316" y="70104"/>
                </a:lnTo>
                <a:lnTo>
                  <a:pt x="109728" y="70104"/>
                </a:lnTo>
                <a:lnTo>
                  <a:pt x="109728" y="25908"/>
                </a:lnTo>
                <a:lnTo>
                  <a:pt x="242316" y="25908"/>
                </a:lnTo>
                <a:lnTo>
                  <a:pt x="242316" y="11861"/>
                </a:lnTo>
                <a:lnTo>
                  <a:pt x="239268" y="15240"/>
                </a:lnTo>
                <a:lnTo>
                  <a:pt x="111252" y="15240"/>
                </a:lnTo>
                <a:lnTo>
                  <a:pt x="86868" y="1524"/>
                </a:lnTo>
                <a:lnTo>
                  <a:pt x="87109" y="22682"/>
                </a:lnTo>
                <a:lnTo>
                  <a:pt x="88163" y="62166"/>
                </a:lnTo>
                <a:lnTo>
                  <a:pt x="88392" y="80772"/>
                </a:lnTo>
                <a:lnTo>
                  <a:pt x="88163" y="99961"/>
                </a:lnTo>
                <a:lnTo>
                  <a:pt x="87109" y="137769"/>
                </a:lnTo>
                <a:lnTo>
                  <a:pt x="86868" y="156972"/>
                </a:lnTo>
                <a:lnTo>
                  <a:pt x="109728" y="147828"/>
                </a:lnTo>
                <a:lnTo>
                  <a:pt x="109728" y="134112"/>
                </a:lnTo>
                <a:lnTo>
                  <a:pt x="242316" y="134112"/>
                </a:lnTo>
                <a:lnTo>
                  <a:pt x="242316" y="153924"/>
                </a:lnTo>
                <a:lnTo>
                  <a:pt x="265176" y="141732"/>
                </a:lnTo>
                <a:lnTo>
                  <a:pt x="264769" y="134112"/>
                </a:lnTo>
                <a:lnTo>
                  <a:pt x="264299" y="125437"/>
                </a:lnTo>
                <a:lnTo>
                  <a:pt x="264287" y="124968"/>
                </a:lnTo>
                <a:lnTo>
                  <a:pt x="263842" y="101727"/>
                </a:lnTo>
                <a:lnTo>
                  <a:pt x="263728" y="79248"/>
                </a:lnTo>
                <a:lnTo>
                  <a:pt x="263677" y="70104"/>
                </a:lnTo>
                <a:lnTo>
                  <a:pt x="263652" y="32004"/>
                </a:lnTo>
                <a:lnTo>
                  <a:pt x="270510" y="25908"/>
                </a:lnTo>
                <a:lnTo>
                  <a:pt x="277368" y="19812"/>
                </a:lnTo>
                <a:close/>
              </a:path>
              <a:path w="734695" h="352425">
                <a:moveTo>
                  <a:pt x="350520" y="310896"/>
                </a:moveTo>
                <a:lnTo>
                  <a:pt x="333375" y="312889"/>
                </a:lnTo>
                <a:lnTo>
                  <a:pt x="313944" y="314325"/>
                </a:lnTo>
                <a:lnTo>
                  <a:pt x="292227" y="315175"/>
                </a:lnTo>
                <a:lnTo>
                  <a:pt x="268224" y="315468"/>
                </a:lnTo>
                <a:lnTo>
                  <a:pt x="243636" y="314248"/>
                </a:lnTo>
                <a:lnTo>
                  <a:pt x="222313" y="312610"/>
                </a:lnTo>
                <a:lnTo>
                  <a:pt x="204152" y="310108"/>
                </a:lnTo>
                <a:lnTo>
                  <a:pt x="188976" y="306324"/>
                </a:lnTo>
                <a:lnTo>
                  <a:pt x="188976" y="300228"/>
                </a:lnTo>
                <a:lnTo>
                  <a:pt x="188976" y="243840"/>
                </a:lnTo>
                <a:lnTo>
                  <a:pt x="316992" y="243840"/>
                </a:lnTo>
                <a:lnTo>
                  <a:pt x="307848" y="234696"/>
                </a:lnTo>
                <a:lnTo>
                  <a:pt x="288036" y="214884"/>
                </a:lnTo>
                <a:lnTo>
                  <a:pt x="268224" y="234696"/>
                </a:lnTo>
                <a:lnTo>
                  <a:pt x="188976" y="234696"/>
                </a:lnTo>
                <a:lnTo>
                  <a:pt x="188976" y="182880"/>
                </a:lnTo>
                <a:lnTo>
                  <a:pt x="342900" y="182880"/>
                </a:lnTo>
                <a:lnTo>
                  <a:pt x="310896" y="150876"/>
                </a:lnTo>
                <a:lnTo>
                  <a:pt x="288036" y="173736"/>
                </a:lnTo>
                <a:lnTo>
                  <a:pt x="4572" y="173736"/>
                </a:lnTo>
                <a:lnTo>
                  <a:pt x="18288" y="187452"/>
                </a:lnTo>
                <a:lnTo>
                  <a:pt x="27432" y="185445"/>
                </a:lnTo>
                <a:lnTo>
                  <a:pt x="36576" y="184023"/>
                </a:lnTo>
                <a:lnTo>
                  <a:pt x="45720" y="183159"/>
                </a:lnTo>
                <a:lnTo>
                  <a:pt x="54864" y="182880"/>
                </a:lnTo>
                <a:lnTo>
                  <a:pt x="167640" y="182880"/>
                </a:lnTo>
                <a:lnTo>
                  <a:pt x="167640" y="300228"/>
                </a:lnTo>
                <a:lnTo>
                  <a:pt x="145072" y="289979"/>
                </a:lnTo>
                <a:lnTo>
                  <a:pt x="125349" y="277749"/>
                </a:lnTo>
                <a:lnTo>
                  <a:pt x="108496" y="263791"/>
                </a:lnTo>
                <a:lnTo>
                  <a:pt x="101434" y="256032"/>
                </a:lnTo>
                <a:lnTo>
                  <a:pt x="94488" y="248412"/>
                </a:lnTo>
                <a:lnTo>
                  <a:pt x="112776" y="214884"/>
                </a:lnTo>
                <a:lnTo>
                  <a:pt x="118872" y="210312"/>
                </a:lnTo>
                <a:lnTo>
                  <a:pt x="85344" y="190500"/>
                </a:lnTo>
                <a:lnTo>
                  <a:pt x="73304" y="238518"/>
                </a:lnTo>
                <a:lnTo>
                  <a:pt x="55245" y="279844"/>
                </a:lnTo>
                <a:lnTo>
                  <a:pt x="30911" y="314579"/>
                </a:lnTo>
                <a:lnTo>
                  <a:pt x="0" y="342900"/>
                </a:lnTo>
                <a:lnTo>
                  <a:pt x="3048" y="347472"/>
                </a:lnTo>
                <a:lnTo>
                  <a:pt x="29908" y="331470"/>
                </a:lnTo>
                <a:lnTo>
                  <a:pt x="53340" y="310896"/>
                </a:lnTo>
                <a:lnTo>
                  <a:pt x="73342" y="285750"/>
                </a:lnTo>
                <a:lnTo>
                  <a:pt x="89916" y="256032"/>
                </a:lnTo>
                <a:lnTo>
                  <a:pt x="99352" y="268046"/>
                </a:lnTo>
                <a:lnTo>
                  <a:pt x="131064" y="298704"/>
                </a:lnTo>
                <a:lnTo>
                  <a:pt x="174574" y="322910"/>
                </a:lnTo>
                <a:lnTo>
                  <a:pt x="214604" y="334327"/>
                </a:lnTo>
                <a:lnTo>
                  <a:pt x="278612" y="341185"/>
                </a:lnTo>
                <a:lnTo>
                  <a:pt x="320040" y="342900"/>
                </a:lnTo>
                <a:lnTo>
                  <a:pt x="323519" y="334581"/>
                </a:lnTo>
                <a:lnTo>
                  <a:pt x="329565" y="327850"/>
                </a:lnTo>
                <a:lnTo>
                  <a:pt x="338480" y="322529"/>
                </a:lnTo>
                <a:lnTo>
                  <a:pt x="350520" y="318516"/>
                </a:lnTo>
                <a:lnTo>
                  <a:pt x="350520" y="315468"/>
                </a:lnTo>
                <a:lnTo>
                  <a:pt x="350520" y="310896"/>
                </a:lnTo>
                <a:close/>
              </a:path>
              <a:path w="734695" h="352425">
                <a:moveTo>
                  <a:pt x="582168" y="31991"/>
                </a:moveTo>
                <a:lnTo>
                  <a:pt x="557784" y="10655"/>
                </a:lnTo>
                <a:lnTo>
                  <a:pt x="548640" y="23228"/>
                </a:lnTo>
                <a:lnTo>
                  <a:pt x="548640" y="36563"/>
                </a:lnTo>
                <a:lnTo>
                  <a:pt x="548640" y="112763"/>
                </a:lnTo>
                <a:lnTo>
                  <a:pt x="548640" y="121907"/>
                </a:lnTo>
                <a:lnTo>
                  <a:pt x="548640" y="190487"/>
                </a:lnTo>
                <a:lnTo>
                  <a:pt x="490728" y="190487"/>
                </a:lnTo>
                <a:lnTo>
                  <a:pt x="492493" y="173139"/>
                </a:lnTo>
                <a:lnTo>
                  <a:pt x="493395" y="155625"/>
                </a:lnTo>
                <a:lnTo>
                  <a:pt x="493699" y="139915"/>
                </a:lnTo>
                <a:lnTo>
                  <a:pt x="493776" y="121907"/>
                </a:lnTo>
                <a:lnTo>
                  <a:pt x="548640" y="121907"/>
                </a:lnTo>
                <a:lnTo>
                  <a:pt x="548640" y="112763"/>
                </a:lnTo>
                <a:lnTo>
                  <a:pt x="493776" y="112763"/>
                </a:lnTo>
                <a:lnTo>
                  <a:pt x="493776" y="36563"/>
                </a:lnTo>
                <a:lnTo>
                  <a:pt x="548640" y="36563"/>
                </a:lnTo>
                <a:lnTo>
                  <a:pt x="548640" y="23228"/>
                </a:lnTo>
                <a:lnTo>
                  <a:pt x="545592" y="27419"/>
                </a:lnTo>
                <a:lnTo>
                  <a:pt x="403860" y="27419"/>
                </a:lnTo>
                <a:lnTo>
                  <a:pt x="417576" y="41135"/>
                </a:lnTo>
                <a:lnTo>
                  <a:pt x="426720" y="39141"/>
                </a:lnTo>
                <a:lnTo>
                  <a:pt x="435864" y="37706"/>
                </a:lnTo>
                <a:lnTo>
                  <a:pt x="445008" y="36855"/>
                </a:lnTo>
                <a:lnTo>
                  <a:pt x="454152" y="36563"/>
                </a:lnTo>
                <a:lnTo>
                  <a:pt x="473964" y="36563"/>
                </a:lnTo>
                <a:lnTo>
                  <a:pt x="473964" y="112763"/>
                </a:lnTo>
                <a:lnTo>
                  <a:pt x="408432" y="112763"/>
                </a:lnTo>
                <a:lnTo>
                  <a:pt x="422148" y="126479"/>
                </a:lnTo>
                <a:lnTo>
                  <a:pt x="431292" y="124485"/>
                </a:lnTo>
                <a:lnTo>
                  <a:pt x="440436" y="123050"/>
                </a:lnTo>
                <a:lnTo>
                  <a:pt x="449580" y="122199"/>
                </a:lnTo>
                <a:lnTo>
                  <a:pt x="458724" y="121907"/>
                </a:lnTo>
                <a:lnTo>
                  <a:pt x="473964" y="121907"/>
                </a:lnTo>
                <a:lnTo>
                  <a:pt x="473925" y="139915"/>
                </a:lnTo>
                <a:lnTo>
                  <a:pt x="473583" y="157340"/>
                </a:lnTo>
                <a:lnTo>
                  <a:pt x="472681" y="174205"/>
                </a:lnTo>
                <a:lnTo>
                  <a:pt x="470916" y="190487"/>
                </a:lnTo>
                <a:lnTo>
                  <a:pt x="402336" y="190487"/>
                </a:lnTo>
                <a:lnTo>
                  <a:pt x="416052" y="204203"/>
                </a:lnTo>
                <a:lnTo>
                  <a:pt x="425196" y="202209"/>
                </a:lnTo>
                <a:lnTo>
                  <a:pt x="434340" y="200774"/>
                </a:lnTo>
                <a:lnTo>
                  <a:pt x="443484" y="199923"/>
                </a:lnTo>
                <a:lnTo>
                  <a:pt x="452628" y="199631"/>
                </a:lnTo>
                <a:lnTo>
                  <a:pt x="469392" y="199631"/>
                </a:lnTo>
                <a:lnTo>
                  <a:pt x="460590" y="238760"/>
                </a:lnTo>
                <a:lnTo>
                  <a:pt x="443484" y="276021"/>
                </a:lnTo>
                <a:lnTo>
                  <a:pt x="418388" y="311289"/>
                </a:lnTo>
                <a:lnTo>
                  <a:pt x="385572" y="344411"/>
                </a:lnTo>
                <a:lnTo>
                  <a:pt x="388620" y="347459"/>
                </a:lnTo>
                <a:lnTo>
                  <a:pt x="427482" y="318363"/>
                </a:lnTo>
                <a:lnTo>
                  <a:pt x="457200" y="283832"/>
                </a:lnTo>
                <a:lnTo>
                  <a:pt x="477774" y="244170"/>
                </a:lnTo>
                <a:lnTo>
                  <a:pt x="489204" y="199631"/>
                </a:lnTo>
                <a:lnTo>
                  <a:pt x="548640" y="199631"/>
                </a:lnTo>
                <a:lnTo>
                  <a:pt x="548640" y="260591"/>
                </a:lnTo>
                <a:lnTo>
                  <a:pt x="547484" y="276364"/>
                </a:lnTo>
                <a:lnTo>
                  <a:pt x="543877" y="287261"/>
                </a:lnTo>
                <a:lnTo>
                  <a:pt x="537718" y="293598"/>
                </a:lnTo>
                <a:lnTo>
                  <a:pt x="528828" y="295643"/>
                </a:lnTo>
                <a:lnTo>
                  <a:pt x="517359" y="294716"/>
                </a:lnTo>
                <a:lnTo>
                  <a:pt x="505587" y="293928"/>
                </a:lnTo>
                <a:lnTo>
                  <a:pt x="493255" y="292862"/>
                </a:lnTo>
                <a:lnTo>
                  <a:pt x="480060" y="291071"/>
                </a:lnTo>
                <a:lnTo>
                  <a:pt x="480060" y="297167"/>
                </a:lnTo>
                <a:lnTo>
                  <a:pt x="498348" y="303479"/>
                </a:lnTo>
                <a:lnTo>
                  <a:pt x="512064" y="311073"/>
                </a:lnTo>
                <a:lnTo>
                  <a:pt x="521208" y="320103"/>
                </a:lnTo>
                <a:lnTo>
                  <a:pt x="525780" y="330695"/>
                </a:lnTo>
                <a:lnTo>
                  <a:pt x="542950" y="322364"/>
                </a:lnTo>
                <a:lnTo>
                  <a:pt x="555688" y="310883"/>
                </a:lnTo>
                <a:lnTo>
                  <a:pt x="564146" y="295986"/>
                </a:lnTo>
                <a:lnTo>
                  <a:pt x="564222" y="295643"/>
                </a:lnTo>
                <a:lnTo>
                  <a:pt x="568452" y="277355"/>
                </a:lnTo>
                <a:lnTo>
                  <a:pt x="568452" y="199631"/>
                </a:lnTo>
                <a:lnTo>
                  <a:pt x="568452" y="121907"/>
                </a:lnTo>
                <a:lnTo>
                  <a:pt x="568452" y="42659"/>
                </a:lnTo>
                <a:lnTo>
                  <a:pt x="576300" y="36563"/>
                </a:lnTo>
                <a:lnTo>
                  <a:pt x="582168" y="31991"/>
                </a:lnTo>
                <a:close/>
              </a:path>
              <a:path w="734695" h="352425">
                <a:moveTo>
                  <a:pt x="734568" y="39611"/>
                </a:moveTo>
                <a:lnTo>
                  <a:pt x="731697" y="36563"/>
                </a:lnTo>
                <a:lnTo>
                  <a:pt x="723061" y="27419"/>
                </a:lnTo>
                <a:lnTo>
                  <a:pt x="708660" y="12179"/>
                </a:lnTo>
                <a:lnTo>
                  <a:pt x="694944" y="27419"/>
                </a:lnTo>
                <a:lnTo>
                  <a:pt x="621792" y="27419"/>
                </a:lnTo>
                <a:lnTo>
                  <a:pt x="600456" y="9131"/>
                </a:lnTo>
                <a:lnTo>
                  <a:pt x="600735" y="39611"/>
                </a:lnTo>
                <a:lnTo>
                  <a:pt x="601218" y="73139"/>
                </a:lnTo>
                <a:lnTo>
                  <a:pt x="601751" y="117144"/>
                </a:lnTo>
                <a:lnTo>
                  <a:pt x="601941" y="159232"/>
                </a:lnTo>
                <a:lnTo>
                  <a:pt x="601827" y="205727"/>
                </a:lnTo>
                <a:lnTo>
                  <a:pt x="601713" y="226491"/>
                </a:lnTo>
                <a:lnTo>
                  <a:pt x="600697" y="314883"/>
                </a:lnTo>
                <a:lnTo>
                  <a:pt x="600456" y="352031"/>
                </a:lnTo>
                <a:lnTo>
                  <a:pt x="623316" y="341363"/>
                </a:lnTo>
                <a:lnTo>
                  <a:pt x="622439" y="310845"/>
                </a:lnTo>
                <a:lnTo>
                  <a:pt x="621982" y="285737"/>
                </a:lnTo>
                <a:lnTo>
                  <a:pt x="621906" y="275907"/>
                </a:lnTo>
                <a:lnTo>
                  <a:pt x="621792" y="36563"/>
                </a:lnTo>
                <a:lnTo>
                  <a:pt x="696468" y="36563"/>
                </a:lnTo>
                <a:lnTo>
                  <a:pt x="662940" y="138671"/>
                </a:lnTo>
                <a:lnTo>
                  <a:pt x="675500" y="154965"/>
                </a:lnTo>
                <a:lnTo>
                  <a:pt x="697992" y="193535"/>
                </a:lnTo>
                <a:lnTo>
                  <a:pt x="705612" y="228587"/>
                </a:lnTo>
                <a:lnTo>
                  <a:pt x="705612" y="233159"/>
                </a:lnTo>
                <a:lnTo>
                  <a:pt x="704088" y="239255"/>
                </a:lnTo>
                <a:lnTo>
                  <a:pt x="701040" y="254495"/>
                </a:lnTo>
                <a:lnTo>
                  <a:pt x="694956" y="257543"/>
                </a:lnTo>
                <a:lnTo>
                  <a:pt x="676275" y="257530"/>
                </a:lnTo>
                <a:lnTo>
                  <a:pt x="665988" y="257352"/>
                </a:lnTo>
                <a:lnTo>
                  <a:pt x="653415" y="256908"/>
                </a:lnTo>
                <a:lnTo>
                  <a:pt x="638556" y="256019"/>
                </a:lnTo>
                <a:lnTo>
                  <a:pt x="638556" y="263639"/>
                </a:lnTo>
                <a:lnTo>
                  <a:pt x="656831" y="268833"/>
                </a:lnTo>
                <a:lnTo>
                  <a:pt x="670369" y="275450"/>
                </a:lnTo>
                <a:lnTo>
                  <a:pt x="679069" y="283794"/>
                </a:lnTo>
                <a:lnTo>
                  <a:pt x="682752" y="294119"/>
                </a:lnTo>
                <a:lnTo>
                  <a:pt x="695325" y="289001"/>
                </a:lnTo>
                <a:lnTo>
                  <a:pt x="723328" y="260477"/>
                </a:lnTo>
                <a:lnTo>
                  <a:pt x="728472" y="239255"/>
                </a:lnTo>
                <a:lnTo>
                  <a:pt x="728167" y="233807"/>
                </a:lnTo>
                <a:lnTo>
                  <a:pt x="716661" y="192900"/>
                </a:lnTo>
                <a:lnTo>
                  <a:pt x="691515" y="159232"/>
                </a:lnTo>
                <a:lnTo>
                  <a:pt x="672084" y="138671"/>
                </a:lnTo>
                <a:lnTo>
                  <a:pt x="679856" y="121793"/>
                </a:lnTo>
                <a:lnTo>
                  <a:pt x="702564" y="73139"/>
                </a:lnTo>
                <a:lnTo>
                  <a:pt x="726567" y="41859"/>
                </a:lnTo>
                <a:lnTo>
                  <a:pt x="734568" y="39611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" name="object 35"/>
          <p:cNvSpPr/>
          <p:nvPr/>
        </p:nvSpPr>
        <p:spPr>
          <a:xfrm>
            <a:off x="6199632" y="6028944"/>
            <a:ext cx="741045" cy="363220"/>
          </a:xfrm>
          <a:custGeom>
            <a:avLst/>
            <a:gdLst/>
            <a:ahLst/>
            <a:cxnLst/>
            <a:rect l="l" t="t" r="r" b="b"/>
            <a:pathLst>
              <a:path w="741045" h="363220">
                <a:moveTo>
                  <a:pt x="348996" y="170688"/>
                </a:moveTo>
                <a:lnTo>
                  <a:pt x="315468" y="137160"/>
                </a:lnTo>
                <a:lnTo>
                  <a:pt x="284988" y="161544"/>
                </a:lnTo>
                <a:lnTo>
                  <a:pt x="0" y="161544"/>
                </a:lnTo>
                <a:lnTo>
                  <a:pt x="13716" y="175260"/>
                </a:lnTo>
                <a:lnTo>
                  <a:pt x="22288" y="173266"/>
                </a:lnTo>
                <a:lnTo>
                  <a:pt x="32004" y="171831"/>
                </a:lnTo>
                <a:lnTo>
                  <a:pt x="42862" y="170980"/>
                </a:lnTo>
                <a:lnTo>
                  <a:pt x="54864" y="170688"/>
                </a:lnTo>
                <a:lnTo>
                  <a:pt x="348996" y="170688"/>
                </a:lnTo>
                <a:close/>
              </a:path>
              <a:path w="741045" h="363220">
                <a:moveTo>
                  <a:pt x="585203" y="131064"/>
                </a:moveTo>
                <a:lnTo>
                  <a:pt x="548627" y="111252"/>
                </a:lnTo>
                <a:lnTo>
                  <a:pt x="549452" y="128016"/>
                </a:lnTo>
                <a:lnTo>
                  <a:pt x="549567" y="131406"/>
                </a:lnTo>
                <a:lnTo>
                  <a:pt x="549910" y="144360"/>
                </a:lnTo>
                <a:lnTo>
                  <a:pt x="550037" y="153352"/>
                </a:lnTo>
                <a:lnTo>
                  <a:pt x="549960" y="311467"/>
                </a:lnTo>
                <a:lnTo>
                  <a:pt x="549516" y="335026"/>
                </a:lnTo>
                <a:lnTo>
                  <a:pt x="548627" y="362712"/>
                </a:lnTo>
                <a:lnTo>
                  <a:pt x="574535" y="347472"/>
                </a:lnTo>
                <a:lnTo>
                  <a:pt x="573659" y="333756"/>
                </a:lnTo>
                <a:lnTo>
                  <a:pt x="573201" y="320040"/>
                </a:lnTo>
                <a:lnTo>
                  <a:pt x="573100" y="311467"/>
                </a:lnTo>
                <a:lnTo>
                  <a:pt x="573011" y="140208"/>
                </a:lnTo>
                <a:lnTo>
                  <a:pt x="585203" y="131064"/>
                </a:lnTo>
                <a:close/>
              </a:path>
              <a:path w="741045" h="363220">
                <a:moveTo>
                  <a:pt x="740651" y="160020"/>
                </a:moveTo>
                <a:lnTo>
                  <a:pt x="698550" y="147256"/>
                </a:lnTo>
                <a:lnTo>
                  <a:pt x="655307" y="121920"/>
                </a:lnTo>
                <a:lnTo>
                  <a:pt x="610730" y="83248"/>
                </a:lnTo>
                <a:lnTo>
                  <a:pt x="575868" y="38100"/>
                </a:lnTo>
                <a:lnTo>
                  <a:pt x="568439" y="27432"/>
                </a:lnTo>
                <a:lnTo>
                  <a:pt x="582155" y="18288"/>
                </a:lnTo>
                <a:lnTo>
                  <a:pt x="550151" y="0"/>
                </a:lnTo>
                <a:lnTo>
                  <a:pt x="540435" y="24574"/>
                </a:lnTo>
                <a:lnTo>
                  <a:pt x="527291" y="50292"/>
                </a:lnTo>
                <a:lnTo>
                  <a:pt x="490715" y="105156"/>
                </a:lnTo>
                <a:lnTo>
                  <a:pt x="441566" y="155067"/>
                </a:lnTo>
                <a:lnTo>
                  <a:pt x="380987" y="193548"/>
                </a:lnTo>
                <a:lnTo>
                  <a:pt x="382511" y="199644"/>
                </a:lnTo>
                <a:lnTo>
                  <a:pt x="442137" y="169926"/>
                </a:lnTo>
                <a:lnTo>
                  <a:pt x="489191" y="135636"/>
                </a:lnTo>
                <a:lnTo>
                  <a:pt x="527672" y="92583"/>
                </a:lnTo>
                <a:lnTo>
                  <a:pt x="563867" y="38100"/>
                </a:lnTo>
                <a:lnTo>
                  <a:pt x="579869" y="64376"/>
                </a:lnTo>
                <a:lnTo>
                  <a:pt x="611873" y="109474"/>
                </a:lnTo>
                <a:lnTo>
                  <a:pt x="644740" y="144360"/>
                </a:lnTo>
                <a:lnTo>
                  <a:pt x="683602" y="173024"/>
                </a:lnTo>
                <a:lnTo>
                  <a:pt x="705599" y="185928"/>
                </a:lnTo>
                <a:lnTo>
                  <a:pt x="712152" y="177698"/>
                </a:lnTo>
                <a:lnTo>
                  <a:pt x="720267" y="171450"/>
                </a:lnTo>
                <a:lnTo>
                  <a:pt x="729818" y="167500"/>
                </a:lnTo>
                <a:lnTo>
                  <a:pt x="740651" y="166116"/>
                </a:lnTo>
                <a:lnTo>
                  <a:pt x="740651" y="16002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/>
          <a:lstStyle/>
          <a:p>
            <a:endParaRPr/>
          </a:p>
        </p:txBody>
      </p:sp>
    </p:spTree>
  </p:cSld>
  <p:clrMapOvr>
    <a:masterClrMapping/>
  </p:clrMapOvr>
</p:sld>
</file>

<file path=ppt/slides/slide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9560052" y="7229856"/>
            <a:ext cx="198120" cy="146685"/>
            <a:chOff x="9560052" y="7229856"/>
            <a:chExt cx="198120" cy="146685"/>
          </a:xfrm>
        </p:grpSpPr>
        <p:pic>
          <p:nvPicPr>
            <p:cNvPr id="3" name="object 3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9560052" y="7229856"/>
              <a:ext cx="86868" cy="146304"/>
            </a:xfrm>
            <a:prstGeom prst="rect">
              <a:avLst/>
            </a:prstGeom>
          </p:spPr>
        </p:pic>
        <p:pic>
          <p:nvPicPr>
            <p:cNvPr id="4" name="object 4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9666776" y="7229856"/>
              <a:ext cx="91394" cy="146304"/>
            </a:xfrm>
            <a:prstGeom prst="rect">
              <a:avLst/>
            </a:prstGeom>
          </p:spPr>
        </p:pic>
      </p:grpSp>
      <p:sp>
        <p:nvSpPr>
          <p:cNvPr id="5" name="object 5"/>
          <p:cNvSpPr/>
          <p:nvPr/>
        </p:nvSpPr>
        <p:spPr>
          <a:xfrm>
            <a:off x="1717548" y="1278636"/>
            <a:ext cx="562610" cy="550545"/>
          </a:xfrm>
          <a:custGeom>
            <a:avLst/>
            <a:gdLst/>
            <a:ahLst/>
            <a:cxnLst/>
            <a:rect l="l" t="t" r="r" b="b"/>
            <a:pathLst>
              <a:path w="562610" h="550544">
                <a:moveTo>
                  <a:pt x="138683" y="135635"/>
                </a:moveTo>
                <a:lnTo>
                  <a:pt x="106679" y="135635"/>
                </a:lnTo>
                <a:lnTo>
                  <a:pt x="106644" y="94487"/>
                </a:lnTo>
                <a:lnTo>
                  <a:pt x="106517" y="67508"/>
                </a:lnTo>
                <a:lnTo>
                  <a:pt x="106401" y="55221"/>
                </a:lnTo>
                <a:lnTo>
                  <a:pt x="106085" y="32599"/>
                </a:lnTo>
                <a:lnTo>
                  <a:pt x="105977" y="27170"/>
                </a:lnTo>
                <a:lnTo>
                  <a:pt x="105155" y="0"/>
                </a:lnTo>
                <a:lnTo>
                  <a:pt x="161543" y="25907"/>
                </a:lnTo>
                <a:lnTo>
                  <a:pt x="138683" y="42671"/>
                </a:lnTo>
                <a:lnTo>
                  <a:pt x="138683" y="135635"/>
                </a:lnTo>
                <a:close/>
              </a:path>
              <a:path w="562610" h="550544">
                <a:moveTo>
                  <a:pt x="198119" y="295655"/>
                </a:moveTo>
                <a:lnTo>
                  <a:pt x="190499" y="291083"/>
                </a:lnTo>
                <a:lnTo>
                  <a:pt x="211931" y="247292"/>
                </a:lnTo>
                <a:lnTo>
                  <a:pt x="230504" y="204787"/>
                </a:lnTo>
                <a:lnTo>
                  <a:pt x="246221" y="163139"/>
                </a:lnTo>
                <a:lnTo>
                  <a:pt x="259079" y="121919"/>
                </a:lnTo>
                <a:lnTo>
                  <a:pt x="269465" y="83819"/>
                </a:lnTo>
                <a:lnTo>
                  <a:pt x="283082" y="23121"/>
                </a:lnTo>
                <a:lnTo>
                  <a:pt x="286511" y="0"/>
                </a:lnTo>
                <a:lnTo>
                  <a:pt x="341376" y="27431"/>
                </a:lnTo>
                <a:lnTo>
                  <a:pt x="323088" y="39624"/>
                </a:lnTo>
                <a:lnTo>
                  <a:pt x="314229" y="61626"/>
                </a:lnTo>
                <a:lnTo>
                  <a:pt x="305942" y="81914"/>
                </a:lnTo>
                <a:lnTo>
                  <a:pt x="298187" y="100583"/>
                </a:lnTo>
                <a:lnTo>
                  <a:pt x="291083" y="117347"/>
                </a:lnTo>
                <a:lnTo>
                  <a:pt x="545592" y="117347"/>
                </a:lnTo>
                <a:lnTo>
                  <a:pt x="559308" y="131063"/>
                </a:lnTo>
                <a:lnTo>
                  <a:pt x="289559" y="131063"/>
                </a:lnTo>
                <a:lnTo>
                  <a:pt x="289559" y="198119"/>
                </a:lnTo>
                <a:lnTo>
                  <a:pt x="257555" y="198119"/>
                </a:lnTo>
                <a:lnTo>
                  <a:pt x="246983" y="218717"/>
                </a:lnTo>
                <a:lnTo>
                  <a:pt x="233552" y="241744"/>
                </a:lnTo>
                <a:lnTo>
                  <a:pt x="217265" y="267342"/>
                </a:lnTo>
                <a:lnTo>
                  <a:pt x="198119" y="295655"/>
                </a:lnTo>
                <a:close/>
              </a:path>
              <a:path w="562610" h="550544">
                <a:moveTo>
                  <a:pt x="420624" y="105155"/>
                </a:moveTo>
                <a:lnTo>
                  <a:pt x="416051" y="105155"/>
                </a:lnTo>
                <a:lnTo>
                  <a:pt x="412384" y="103751"/>
                </a:lnTo>
                <a:lnTo>
                  <a:pt x="408432" y="99631"/>
                </a:lnTo>
                <a:lnTo>
                  <a:pt x="404479" y="92940"/>
                </a:lnTo>
                <a:lnTo>
                  <a:pt x="400812" y="83819"/>
                </a:lnTo>
                <a:lnTo>
                  <a:pt x="394835" y="67508"/>
                </a:lnTo>
                <a:lnTo>
                  <a:pt x="386143" y="50482"/>
                </a:lnTo>
                <a:lnTo>
                  <a:pt x="374880" y="32599"/>
                </a:lnTo>
                <a:lnTo>
                  <a:pt x="361188" y="13715"/>
                </a:lnTo>
                <a:lnTo>
                  <a:pt x="367284" y="9143"/>
                </a:lnTo>
                <a:lnTo>
                  <a:pt x="417766" y="42481"/>
                </a:lnTo>
                <a:lnTo>
                  <a:pt x="438816" y="74128"/>
                </a:lnTo>
                <a:lnTo>
                  <a:pt x="438531" y="81724"/>
                </a:lnTo>
                <a:lnTo>
                  <a:pt x="436530" y="88463"/>
                </a:lnTo>
                <a:lnTo>
                  <a:pt x="432815" y="94487"/>
                </a:lnTo>
                <a:lnTo>
                  <a:pt x="426720" y="100583"/>
                </a:lnTo>
                <a:lnTo>
                  <a:pt x="420624" y="105155"/>
                </a:lnTo>
                <a:close/>
              </a:path>
              <a:path w="562610" h="550544">
                <a:moveTo>
                  <a:pt x="545592" y="117347"/>
                </a:moveTo>
                <a:lnTo>
                  <a:pt x="487680" y="117347"/>
                </a:lnTo>
                <a:lnTo>
                  <a:pt x="516636" y="88391"/>
                </a:lnTo>
                <a:lnTo>
                  <a:pt x="545592" y="117347"/>
                </a:lnTo>
                <a:close/>
              </a:path>
              <a:path w="562610" h="550544">
                <a:moveTo>
                  <a:pt x="22859" y="155447"/>
                </a:moveTo>
                <a:lnTo>
                  <a:pt x="4571" y="135635"/>
                </a:lnTo>
                <a:lnTo>
                  <a:pt x="172211" y="135635"/>
                </a:lnTo>
                <a:lnTo>
                  <a:pt x="198119" y="109727"/>
                </a:lnTo>
                <a:lnTo>
                  <a:pt x="239267" y="149351"/>
                </a:lnTo>
                <a:lnTo>
                  <a:pt x="50291" y="149351"/>
                </a:lnTo>
                <a:lnTo>
                  <a:pt x="22859" y="155447"/>
                </a:lnTo>
                <a:close/>
              </a:path>
              <a:path w="562610" h="550544">
                <a:moveTo>
                  <a:pt x="413004" y="233171"/>
                </a:moveTo>
                <a:lnTo>
                  <a:pt x="382524" y="233171"/>
                </a:lnTo>
                <a:lnTo>
                  <a:pt x="382524" y="131063"/>
                </a:lnTo>
                <a:lnTo>
                  <a:pt x="413004" y="131063"/>
                </a:lnTo>
                <a:lnTo>
                  <a:pt x="413004" y="233171"/>
                </a:lnTo>
                <a:close/>
              </a:path>
              <a:path w="562610" h="550544">
                <a:moveTo>
                  <a:pt x="30479" y="356615"/>
                </a:moveTo>
                <a:lnTo>
                  <a:pt x="0" y="315467"/>
                </a:lnTo>
                <a:lnTo>
                  <a:pt x="18811" y="308062"/>
                </a:lnTo>
                <a:lnTo>
                  <a:pt x="43053" y="297370"/>
                </a:lnTo>
                <a:lnTo>
                  <a:pt x="72437" y="283535"/>
                </a:lnTo>
                <a:lnTo>
                  <a:pt x="106679" y="266699"/>
                </a:lnTo>
                <a:lnTo>
                  <a:pt x="106679" y="149351"/>
                </a:lnTo>
                <a:lnTo>
                  <a:pt x="138683" y="149351"/>
                </a:lnTo>
                <a:lnTo>
                  <a:pt x="138683" y="252983"/>
                </a:lnTo>
                <a:lnTo>
                  <a:pt x="171011" y="252983"/>
                </a:lnTo>
                <a:lnTo>
                  <a:pt x="138683" y="274319"/>
                </a:lnTo>
                <a:lnTo>
                  <a:pt x="138683" y="291083"/>
                </a:lnTo>
                <a:lnTo>
                  <a:pt x="106679" y="291083"/>
                </a:lnTo>
                <a:lnTo>
                  <a:pt x="58459" y="326231"/>
                </a:lnTo>
                <a:lnTo>
                  <a:pt x="44195" y="336803"/>
                </a:lnTo>
                <a:lnTo>
                  <a:pt x="30479" y="356615"/>
                </a:lnTo>
                <a:close/>
              </a:path>
              <a:path w="562610" h="550544">
                <a:moveTo>
                  <a:pt x="256031" y="550163"/>
                </a:moveTo>
                <a:lnTo>
                  <a:pt x="256905" y="501395"/>
                </a:lnTo>
                <a:lnTo>
                  <a:pt x="257275" y="451103"/>
                </a:lnTo>
                <a:lnTo>
                  <a:pt x="257436" y="402260"/>
                </a:lnTo>
                <a:lnTo>
                  <a:pt x="257555" y="198119"/>
                </a:lnTo>
                <a:lnTo>
                  <a:pt x="289559" y="198119"/>
                </a:lnTo>
                <a:lnTo>
                  <a:pt x="289559" y="233171"/>
                </a:lnTo>
                <a:lnTo>
                  <a:pt x="522732" y="233171"/>
                </a:lnTo>
                <a:lnTo>
                  <a:pt x="537972" y="248411"/>
                </a:lnTo>
                <a:lnTo>
                  <a:pt x="289559" y="248411"/>
                </a:lnTo>
                <a:lnTo>
                  <a:pt x="289559" y="356615"/>
                </a:lnTo>
                <a:lnTo>
                  <a:pt x="533399" y="356615"/>
                </a:lnTo>
                <a:lnTo>
                  <a:pt x="547115" y="370332"/>
                </a:lnTo>
                <a:lnTo>
                  <a:pt x="289559" y="370332"/>
                </a:lnTo>
                <a:lnTo>
                  <a:pt x="289559" y="483107"/>
                </a:lnTo>
                <a:lnTo>
                  <a:pt x="548640" y="483107"/>
                </a:lnTo>
                <a:lnTo>
                  <a:pt x="562356" y="496823"/>
                </a:lnTo>
                <a:lnTo>
                  <a:pt x="289559" y="496823"/>
                </a:lnTo>
                <a:lnTo>
                  <a:pt x="289559" y="534923"/>
                </a:lnTo>
                <a:lnTo>
                  <a:pt x="256031" y="550163"/>
                </a:lnTo>
                <a:close/>
              </a:path>
              <a:path w="562610" h="550544">
                <a:moveTo>
                  <a:pt x="522732" y="233171"/>
                </a:moveTo>
                <a:lnTo>
                  <a:pt x="470915" y="233171"/>
                </a:lnTo>
                <a:lnTo>
                  <a:pt x="496824" y="207263"/>
                </a:lnTo>
                <a:lnTo>
                  <a:pt x="522732" y="233171"/>
                </a:lnTo>
                <a:close/>
              </a:path>
              <a:path w="562610" h="550544">
                <a:moveTo>
                  <a:pt x="171011" y="252983"/>
                </a:moveTo>
                <a:lnTo>
                  <a:pt x="138683" y="252983"/>
                </a:lnTo>
                <a:lnTo>
                  <a:pt x="210311" y="216407"/>
                </a:lnTo>
                <a:lnTo>
                  <a:pt x="214883" y="224027"/>
                </a:lnTo>
                <a:lnTo>
                  <a:pt x="171011" y="252983"/>
                </a:lnTo>
                <a:close/>
              </a:path>
              <a:path w="562610" h="550544">
                <a:moveTo>
                  <a:pt x="413004" y="356615"/>
                </a:moveTo>
                <a:lnTo>
                  <a:pt x="382524" y="356615"/>
                </a:lnTo>
                <a:lnTo>
                  <a:pt x="382524" y="248411"/>
                </a:lnTo>
                <a:lnTo>
                  <a:pt x="413004" y="248411"/>
                </a:lnTo>
                <a:lnTo>
                  <a:pt x="413004" y="356615"/>
                </a:lnTo>
                <a:close/>
              </a:path>
              <a:path w="562610" h="550544">
                <a:moveTo>
                  <a:pt x="136879" y="498681"/>
                </a:moveTo>
                <a:lnTo>
                  <a:pt x="85915" y="498681"/>
                </a:lnTo>
                <a:lnTo>
                  <a:pt x="94488" y="498347"/>
                </a:lnTo>
                <a:lnTo>
                  <a:pt x="100250" y="496014"/>
                </a:lnTo>
                <a:lnTo>
                  <a:pt x="104012" y="491108"/>
                </a:lnTo>
                <a:lnTo>
                  <a:pt x="106060" y="483346"/>
                </a:lnTo>
                <a:lnTo>
                  <a:pt x="106679" y="472439"/>
                </a:lnTo>
                <a:lnTo>
                  <a:pt x="106679" y="291083"/>
                </a:lnTo>
                <a:lnTo>
                  <a:pt x="138683" y="291083"/>
                </a:lnTo>
                <a:lnTo>
                  <a:pt x="138683" y="489203"/>
                </a:lnTo>
                <a:lnTo>
                  <a:pt x="136879" y="498681"/>
                </a:lnTo>
                <a:close/>
              </a:path>
              <a:path w="562610" h="550544">
                <a:moveTo>
                  <a:pt x="533399" y="356615"/>
                </a:moveTo>
                <a:lnTo>
                  <a:pt x="475488" y="356615"/>
                </a:lnTo>
                <a:lnTo>
                  <a:pt x="504444" y="327659"/>
                </a:lnTo>
                <a:lnTo>
                  <a:pt x="533399" y="356615"/>
                </a:lnTo>
                <a:close/>
              </a:path>
              <a:path w="562610" h="550544">
                <a:moveTo>
                  <a:pt x="413004" y="483107"/>
                </a:moveTo>
                <a:lnTo>
                  <a:pt x="382524" y="483107"/>
                </a:lnTo>
                <a:lnTo>
                  <a:pt x="382524" y="370332"/>
                </a:lnTo>
                <a:lnTo>
                  <a:pt x="413004" y="370332"/>
                </a:lnTo>
                <a:lnTo>
                  <a:pt x="413004" y="483107"/>
                </a:lnTo>
                <a:close/>
              </a:path>
              <a:path w="562610" h="550544">
                <a:moveTo>
                  <a:pt x="548640" y="483107"/>
                </a:moveTo>
                <a:lnTo>
                  <a:pt x="484632" y="483107"/>
                </a:lnTo>
                <a:lnTo>
                  <a:pt x="516636" y="451103"/>
                </a:lnTo>
                <a:lnTo>
                  <a:pt x="548640" y="483107"/>
                </a:lnTo>
                <a:close/>
              </a:path>
              <a:path w="562610" h="550544">
                <a:moveTo>
                  <a:pt x="89915" y="550163"/>
                </a:moveTo>
                <a:lnTo>
                  <a:pt x="86772" y="536971"/>
                </a:lnTo>
                <a:lnTo>
                  <a:pt x="75056" y="524636"/>
                </a:lnTo>
                <a:lnTo>
                  <a:pt x="54768" y="512873"/>
                </a:lnTo>
                <a:lnTo>
                  <a:pt x="25907" y="501395"/>
                </a:lnTo>
                <a:lnTo>
                  <a:pt x="25907" y="492251"/>
                </a:lnTo>
                <a:lnTo>
                  <a:pt x="71627" y="497585"/>
                </a:lnTo>
                <a:lnTo>
                  <a:pt x="85915" y="498681"/>
                </a:lnTo>
                <a:lnTo>
                  <a:pt x="136879" y="498681"/>
                </a:lnTo>
                <a:lnTo>
                  <a:pt x="134707" y="510087"/>
                </a:lnTo>
                <a:lnTo>
                  <a:pt x="125158" y="527113"/>
                </a:lnTo>
                <a:lnTo>
                  <a:pt x="110180" y="540424"/>
                </a:lnTo>
                <a:lnTo>
                  <a:pt x="89915" y="550163"/>
                </a:lnTo>
                <a:close/>
              </a:path>
            </a:pathLst>
          </a:custGeom>
          <a:solidFill>
            <a:srgbClr val="3333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" name="object 6"/>
          <p:cNvSpPr/>
          <p:nvPr/>
        </p:nvSpPr>
        <p:spPr>
          <a:xfrm>
            <a:off x="2328672" y="1272539"/>
            <a:ext cx="551815" cy="561340"/>
          </a:xfrm>
          <a:custGeom>
            <a:avLst/>
            <a:gdLst/>
            <a:ahLst/>
            <a:cxnLst/>
            <a:rect l="l" t="t" r="r" b="b"/>
            <a:pathLst>
              <a:path w="551814" h="561339">
                <a:moveTo>
                  <a:pt x="306109" y="95654"/>
                </a:moveTo>
                <a:lnTo>
                  <a:pt x="300799" y="92392"/>
                </a:lnTo>
                <a:lnTo>
                  <a:pt x="296346" y="84843"/>
                </a:lnTo>
                <a:lnTo>
                  <a:pt x="292608" y="73152"/>
                </a:lnTo>
                <a:lnTo>
                  <a:pt x="287750" y="58840"/>
                </a:lnTo>
                <a:lnTo>
                  <a:pt x="280035" y="43243"/>
                </a:lnTo>
                <a:lnTo>
                  <a:pt x="269462" y="26217"/>
                </a:lnTo>
                <a:lnTo>
                  <a:pt x="256032" y="7620"/>
                </a:lnTo>
                <a:lnTo>
                  <a:pt x="263652" y="0"/>
                </a:lnTo>
                <a:lnTo>
                  <a:pt x="303657" y="24955"/>
                </a:lnTo>
                <a:lnTo>
                  <a:pt x="330708" y="54864"/>
                </a:lnTo>
                <a:lnTo>
                  <a:pt x="330708" y="67056"/>
                </a:lnTo>
                <a:lnTo>
                  <a:pt x="312420" y="94488"/>
                </a:lnTo>
                <a:lnTo>
                  <a:pt x="306109" y="95654"/>
                </a:lnTo>
                <a:close/>
              </a:path>
              <a:path w="551814" h="561339">
                <a:moveTo>
                  <a:pt x="536448" y="100584"/>
                </a:moveTo>
                <a:lnTo>
                  <a:pt x="464820" y="100584"/>
                </a:lnTo>
                <a:lnTo>
                  <a:pt x="501396" y="65532"/>
                </a:lnTo>
                <a:lnTo>
                  <a:pt x="536448" y="100584"/>
                </a:lnTo>
                <a:close/>
              </a:path>
              <a:path w="551814" h="561339">
                <a:moveTo>
                  <a:pt x="7620" y="560832"/>
                </a:moveTo>
                <a:lnTo>
                  <a:pt x="0" y="556260"/>
                </a:lnTo>
                <a:lnTo>
                  <a:pt x="23001" y="514858"/>
                </a:lnTo>
                <a:lnTo>
                  <a:pt x="41768" y="471424"/>
                </a:lnTo>
                <a:lnTo>
                  <a:pt x="56388" y="425958"/>
                </a:lnTo>
                <a:lnTo>
                  <a:pt x="66943" y="378460"/>
                </a:lnTo>
                <a:lnTo>
                  <a:pt x="73518" y="328930"/>
                </a:lnTo>
                <a:lnTo>
                  <a:pt x="76200" y="277367"/>
                </a:lnTo>
                <a:lnTo>
                  <a:pt x="76183" y="252545"/>
                </a:lnTo>
                <a:lnTo>
                  <a:pt x="76057" y="188829"/>
                </a:lnTo>
                <a:lnTo>
                  <a:pt x="75819" y="147828"/>
                </a:lnTo>
                <a:lnTo>
                  <a:pt x="74914" y="105489"/>
                </a:lnTo>
                <a:lnTo>
                  <a:pt x="73152" y="77724"/>
                </a:lnTo>
                <a:lnTo>
                  <a:pt x="112776" y="100584"/>
                </a:lnTo>
                <a:lnTo>
                  <a:pt x="536448" y="100584"/>
                </a:lnTo>
                <a:lnTo>
                  <a:pt x="551688" y="115824"/>
                </a:lnTo>
                <a:lnTo>
                  <a:pt x="111252" y="115824"/>
                </a:lnTo>
                <a:lnTo>
                  <a:pt x="111422" y="188829"/>
                </a:lnTo>
                <a:lnTo>
                  <a:pt x="110057" y="252545"/>
                </a:lnTo>
                <a:lnTo>
                  <a:pt x="107082" y="307189"/>
                </a:lnTo>
                <a:lnTo>
                  <a:pt x="102424" y="352982"/>
                </a:lnTo>
                <a:lnTo>
                  <a:pt x="84558" y="430744"/>
                </a:lnTo>
                <a:lnTo>
                  <a:pt x="66103" y="472630"/>
                </a:lnTo>
                <a:lnTo>
                  <a:pt x="40505" y="515945"/>
                </a:lnTo>
                <a:lnTo>
                  <a:pt x="7620" y="560832"/>
                </a:lnTo>
                <a:close/>
              </a:path>
            </a:pathLst>
          </a:custGeom>
          <a:solidFill>
            <a:srgbClr val="3333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" name="object 7"/>
          <p:cNvSpPr/>
          <p:nvPr/>
        </p:nvSpPr>
        <p:spPr>
          <a:xfrm>
            <a:off x="1751075" y="2552700"/>
            <a:ext cx="155575" cy="155575"/>
          </a:xfrm>
          <a:custGeom>
            <a:avLst/>
            <a:gdLst/>
            <a:ahLst/>
            <a:cxnLst/>
            <a:rect l="l" t="t" r="r" b="b"/>
            <a:pathLst>
              <a:path w="155575" h="155575">
                <a:moveTo>
                  <a:pt x="155448" y="155448"/>
                </a:moveTo>
                <a:lnTo>
                  <a:pt x="0" y="155448"/>
                </a:lnTo>
                <a:lnTo>
                  <a:pt x="0" y="0"/>
                </a:lnTo>
                <a:lnTo>
                  <a:pt x="155448" y="0"/>
                </a:lnTo>
                <a:lnTo>
                  <a:pt x="155448" y="155448"/>
                </a:lnTo>
                <a:close/>
              </a:path>
            </a:pathLst>
          </a:custGeom>
          <a:solidFill>
            <a:srgbClr val="3333C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2130539" y="2363723"/>
            <a:ext cx="843280" cy="407034"/>
          </a:xfrm>
          <a:custGeom>
            <a:avLst/>
            <a:gdLst/>
            <a:ahLst/>
            <a:cxnLst/>
            <a:rect l="l" t="t" r="r" b="b"/>
            <a:pathLst>
              <a:path w="843280" h="407035">
                <a:moveTo>
                  <a:pt x="170688" y="68580"/>
                </a:moveTo>
                <a:lnTo>
                  <a:pt x="143027" y="30060"/>
                </a:lnTo>
                <a:lnTo>
                  <a:pt x="100584" y="3048"/>
                </a:lnTo>
                <a:lnTo>
                  <a:pt x="97536" y="9144"/>
                </a:lnTo>
                <a:lnTo>
                  <a:pt x="111277" y="24295"/>
                </a:lnTo>
                <a:lnTo>
                  <a:pt x="122872" y="40005"/>
                </a:lnTo>
                <a:lnTo>
                  <a:pt x="132473" y="56299"/>
                </a:lnTo>
                <a:lnTo>
                  <a:pt x="140208" y="73152"/>
                </a:lnTo>
                <a:lnTo>
                  <a:pt x="144767" y="84035"/>
                </a:lnTo>
                <a:lnTo>
                  <a:pt x="149161" y="91630"/>
                </a:lnTo>
                <a:lnTo>
                  <a:pt x="153289" y="96088"/>
                </a:lnTo>
                <a:lnTo>
                  <a:pt x="156972" y="97536"/>
                </a:lnTo>
                <a:lnTo>
                  <a:pt x="160020" y="94488"/>
                </a:lnTo>
                <a:lnTo>
                  <a:pt x="164592" y="86868"/>
                </a:lnTo>
                <a:lnTo>
                  <a:pt x="169164" y="80772"/>
                </a:lnTo>
                <a:lnTo>
                  <a:pt x="170688" y="73152"/>
                </a:lnTo>
                <a:lnTo>
                  <a:pt x="170688" y="68580"/>
                </a:lnTo>
                <a:close/>
              </a:path>
              <a:path w="843280" h="407035">
                <a:moveTo>
                  <a:pt x="399288" y="224028"/>
                </a:moveTo>
                <a:lnTo>
                  <a:pt x="362712" y="187452"/>
                </a:lnTo>
                <a:lnTo>
                  <a:pt x="336804" y="213360"/>
                </a:lnTo>
                <a:lnTo>
                  <a:pt x="205740" y="213360"/>
                </a:lnTo>
                <a:lnTo>
                  <a:pt x="206883" y="189623"/>
                </a:lnTo>
                <a:lnTo>
                  <a:pt x="210312" y="120396"/>
                </a:lnTo>
                <a:lnTo>
                  <a:pt x="381000" y="120396"/>
                </a:lnTo>
                <a:lnTo>
                  <a:pt x="345948" y="85344"/>
                </a:lnTo>
                <a:lnTo>
                  <a:pt x="321564" y="109728"/>
                </a:lnTo>
                <a:lnTo>
                  <a:pt x="231648" y="109728"/>
                </a:lnTo>
                <a:lnTo>
                  <a:pt x="243395" y="94869"/>
                </a:lnTo>
                <a:lnTo>
                  <a:pt x="255841" y="77724"/>
                </a:lnTo>
                <a:lnTo>
                  <a:pt x="269163" y="58293"/>
                </a:lnTo>
                <a:lnTo>
                  <a:pt x="283464" y="36576"/>
                </a:lnTo>
                <a:lnTo>
                  <a:pt x="304800" y="27432"/>
                </a:lnTo>
                <a:lnTo>
                  <a:pt x="262128" y="0"/>
                </a:lnTo>
                <a:lnTo>
                  <a:pt x="259295" y="11125"/>
                </a:lnTo>
                <a:lnTo>
                  <a:pt x="255460" y="23812"/>
                </a:lnTo>
                <a:lnTo>
                  <a:pt x="239471" y="68580"/>
                </a:lnTo>
                <a:lnTo>
                  <a:pt x="219456" y="109728"/>
                </a:lnTo>
                <a:lnTo>
                  <a:pt x="22860" y="109728"/>
                </a:lnTo>
                <a:lnTo>
                  <a:pt x="38100" y="124968"/>
                </a:lnTo>
                <a:lnTo>
                  <a:pt x="47752" y="122974"/>
                </a:lnTo>
                <a:lnTo>
                  <a:pt x="58102" y="121539"/>
                </a:lnTo>
                <a:lnTo>
                  <a:pt x="68757" y="120688"/>
                </a:lnTo>
                <a:lnTo>
                  <a:pt x="79248" y="120396"/>
                </a:lnTo>
                <a:lnTo>
                  <a:pt x="182880" y="120396"/>
                </a:lnTo>
                <a:lnTo>
                  <a:pt x="182600" y="146926"/>
                </a:lnTo>
                <a:lnTo>
                  <a:pt x="181737" y="171450"/>
                </a:lnTo>
                <a:lnTo>
                  <a:pt x="180314" y="193700"/>
                </a:lnTo>
                <a:lnTo>
                  <a:pt x="178308" y="213360"/>
                </a:lnTo>
                <a:lnTo>
                  <a:pt x="0" y="213360"/>
                </a:lnTo>
                <a:lnTo>
                  <a:pt x="15240" y="230124"/>
                </a:lnTo>
                <a:lnTo>
                  <a:pt x="25552" y="227253"/>
                </a:lnTo>
                <a:lnTo>
                  <a:pt x="36004" y="225361"/>
                </a:lnTo>
                <a:lnTo>
                  <a:pt x="46748" y="224345"/>
                </a:lnTo>
                <a:lnTo>
                  <a:pt x="57912" y="224028"/>
                </a:lnTo>
                <a:lnTo>
                  <a:pt x="176784" y="224028"/>
                </a:lnTo>
                <a:lnTo>
                  <a:pt x="158496" y="269748"/>
                </a:lnTo>
                <a:lnTo>
                  <a:pt x="126492" y="315468"/>
                </a:lnTo>
                <a:lnTo>
                  <a:pt x="75819" y="359854"/>
                </a:lnTo>
                <a:lnTo>
                  <a:pt x="41198" y="380834"/>
                </a:lnTo>
                <a:lnTo>
                  <a:pt x="0" y="400812"/>
                </a:lnTo>
                <a:lnTo>
                  <a:pt x="1524" y="406908"/>
                </a:lnTo>
                <a:lnTo>
                  <a:pt x="41579" y="392938"/>
                </a:lnTo>
                <a:lnTo>
                  <a:pt x="77343" y="376237"/>
                </a:lnTo>
                <a:lnTo>
                  <a:pt x="137160" y="335280"/>
                </a:lnTo>
                <a:lnTo>
                  <a:pt x="179070" y="284226"/>
                </a:lnTo>
                <a:lnTo>
                  <a:pt x="202692" y="224028"/>
                </a:lnTo>
                <a:lnTo>
                  <a:pt x="217932" y="224028"/>
                </a:lnTo>
                <a:lnTo>
                  <a:pt x="241744" y="288417"/>
                </a:lnTo>
                <a:lnTo>
                  <a:pt x="275844" y="336804"/>
                </a:lnTo>
                <a:lnTo>
                  <a:pt x="316801" y="373570"/>
                </a:lnTo>
                <a:lnTo>
                  <a:pt x="361188" y="402336"/>
                </a:lnTo>
                <a:lnTo>
                  <a:pt x="367792" y="393192"/>
                </a:lnTo>
                <a:lnTo>
                  <a:pt x="376237" y="386334"/>
                </a:lnTo>
                <a:lnTo>
                  <a:pt x="386702" y="381762"/>
                </a:lnTo>
                <a:lnTo>
                  <a:pt x="399288" y="379476"/>
                </a:lnTo>
                <a:lnTo>
                  <a:pt x="399288" y="373380"/>
                </a:lnTo>
                <a:lnTo>
                  <a:pt x="332232" y="347853"/>
                </a:lnTo>
                <a:lnTo>
                  <a:pt x="283464" y="310896"/>
                </a:lnTo>
                <a:lnTo>
                  <a:pt x="248983" y="268605"/>
                </a:lnTo>
                <a:lnTo>
                  <a:pt x="227076" y="224028"/>
                </a:lnTo>
                <a:lnTo>
                  <a:pt x="399288" y="224028"/>
                </a:lnTo>
                <a:close/>
              </a:path>
              <a:path w="843280" h="407035">
                <a:moveTo>
                  <a:pt x="502920" y="169164"/>
                </a:moveTo>
                <a:lnTo>
                  <a:pt x="498970" y="159448"/>
                </a:lnTo>
                <a:lnTo>
                  <a:pt x="487299" y="148590"/>
                </a:lnTo>
                <a:lnTo>
                  <a:pt x="468210" y="136588"/>
                </a:lnTo>
                <a:lnTo>
                  <a:pt x="441960" y="123444"/>
                </a:lnTo>
                <a:lnTo>
                  <a:pt x="437388" y="129540"/>
                </a:lnTo>
                <a:lnTo>
                  <a:pt x="451065" y="145859"/>
                </a:lnTo>
                <a:lnTo>
                  <a:pt x="462153" y="160591"/>
                </a:lnTo>
                <a:lnTo>
                  <a:pt x="470395" y="173913"/>
                </a:lnTo>
                <a:lnTo>
                  <a:pt x="475488" y="185928"/>
                </a:lnTo>
                <a:lnTo>
                  <a:pt x="480060" y="196596"/>
                </a:lnTo>
                <a:lnTo>
                  <a:pt x="483108" y="202692"/>
                </a:lnTo>
                <a:lnTo>
                  <a:pt x="490728" y="202692"/>
                </a:lnTo>
                <a:lnTo>
                  <a:pt x="493776" y="199644"/>
                </a:lnTo>
                <a:lnTo>
                  <a:pt x="498348" y="193548"/>
                </a:lnTo>
                <a:lnTo>
                  <a:pt x="501396" y="188976"/>
                </a:lnTo>
                <a:lnTo>
                  <a:pt x="502920" y="179832"/>
                </a:lnTo>
                <a:lnTo>
                  <a:pt x="502920" y="169164"/>
                </a:lnTo>
                <a:close/>
              </a:path>
              <a:path w="843280" h="407035">
                <a:moveTo>
                  <a:pt x="541020" y="64008"/>
                </a:moveTo>
                <a:lnTo>
                  <a:pt x="504278" y="30391"/>
                </a:lnTo>
                <a:lnTo>
                  <a:pt x="483108" y="19812"/>
                </a:lnTo>
                <a:lnTo>
                  <a:pt x="480060" y="24384"/>
                </a:lnTo>
                <a:lnTo>
                  <a:pt x="491756" y="40728"/>
                </a:lnTo>
                <a:lnTo>
                  <a:pt x="501586" y="55626"/>
                </a:lnTo>
                <a:lnTo>
                  <a:pt x="509422" y="69392"/>
                </a:lnTo>
                <a:lnTo>
                  <a:pt x="515112" y="82296"/>
                </a:lnTo>
                <a:lnTo>
                  <a:pt x="518160" y="92964"/>
                </a:lnTo>
                <a:lnTo>
                  <a:pt x="521208" y="99060"/>
                </a:lnTo>
                <a:lnTo>
                  <a:pt x="525780" y="99060"/>
                </a:lnTo>
                <a:lnTo>
                  <a:pt x="528828" y="96012"/>
                </a:lnTo>
                <a:lnTo>
                  <a:pt x="533400" y="88392"/>
                </a:lnTo>
                <a:lnTo>
                  <a:pt x="537972" y="82296"/>
                </a:lnTo>
                <a:lnTo>
                  <a:pt x="541020" y="74676"/>
                </a:lnTo>
                <a:lnTo>
                  <a:pt x="541020" y="64008"/>
                </a:lnTo>
                <a:close/>
              </a:path>
              <a:path w="843280" h="407035">
                <a:moveTo>
                  <a:pt x="577596" y="80772"/>
                </a:moveTo>
                <a:lnTo>
                  <a:pt x="569976" y="77724"/>
                </a:lnTo>
                <a:lnTo>
                  <a:pt x="542264" y="155714"/>
                </a:lnTo>
                <a:lnTo>
                  <a:pt x="520827" y="213550"/>
                </a:lnTo>
                <a:lnTo>
                  <a:pt x="505688" y="251104"/>
                </a:lnTo>
                <a:lnTo>
                  <a:pt x="484632" y="283464"/>
                </a:lnTo>
                <a:lnTo>
                  <a:pt x="478663" y="284962"/>
                </a:lnTo>
                <a:lnTo>
                  <a:pt x="473417" y="284949"/>
                </a:lnTo>
                <a:lnTo>
                  <a:pt x="465010" y="284607"/>
                </a:lnTo>
                <a:lnTo>
                  <a:pt x="453466" y="283705"/>
                </a:lnTo>
                <a:lnTo>
                  <a:pt x="438912" y="281940"/>
                </a:lnTo>
                <a:lnTo>
                  <a:pt x="438912" y="289560"/>
                </a:lnTo>
                <a:lnTo>
                  <a:pt x="478536" y="307848"/>
                </a:lnTo>
                <a:lnTo>
                  <a:pt x="481584" y="313944"/>
                </a:lnTo>
                <a:lnTo>
                  <a:pt x="481584" y="321564"/>
                </a:lnTo>
                <a:lnTo>
                  <a:pt x="481279" y="327596"/>
                </a:lnTo>
                <a:lnTo>
                  <a:pt x="480250" y="334327"/>
                </a:lnTo>
                <a:lnTo>
                  <a:pt x="478370" y="341934"/>
                </a:lnTo>
                <a:lnTo>
                  <a:pt x="472440" y="359664"/>
                </a:lnTo>
                <a:lnTo>
                  <a:pt x="470916" y="368808"/>
                </a:lnTo>
                <a:lnTo>
                  <a:pt x="470916" y="384048"/>
                </a:lnTo>
                <a:lnTo>
                  <a:pt x="475488" y="390144"/>
                </a:lnTo>
                <a:lnTo>
                  <a:pt x="490728" y="396240"/>
                </a:lnTo>
                <a:lnTo>
                  <a:pt x="496824" y="397764"/>
                </a:lnTo>
                <a:lnTo>
                  <a:pt x="504444" y="397764"/>
                </a:lnTo>
                <a:lnTo>
                  <a:pt x="507492" y="396240"/>
                </a:lnTo>
                <a:lnTo>
                  <a:pt x="507492" y="390144"/>
                </a:lnTo>
                <a:lnTo>
                  <a:pt x="506615" y="382168"/>
                </a:lnTo>
                <a:lnTo>
                  <a:pt x="506158" y="372046"/>
                </a:lnTo>
                <a:lnTo>
                  <a:pt x="506082" y="365760"/>
                </a:lnTo>
                <a:lnTo>
                  <a:pt x="505968" y="345948"/>
                </a:lnTo>
                <a:lnTo>
                  <a:pt x="507403" y="330733"/>
                </a:lnTo>
                <a:lnTo>
                  <a:pt x="509397" y="316801"/>
                </a:lnTo>
                <a:lnTo>
                  <a:pt x="511975" y="303733"/>
                </a:lnTo>
                <a:lnTo>
                  <a:pt x="515112" y="291084"/>
                </a:lnTo>
                <a:lnTo>
                  <a:pt x="516890" y="284988"/>
                </a:lnTo>
                <a:lnTo>
                  <a:pt x="533781" y="227076"/>
                </a:lnTo>
                <a:lnTo>
                  <a:pt x="552411" y="164211"/>
                </a:lnTo>
                <a:lnTo>
                  <a:pt x="577596" y="80772"/>
                </a:lnTo>
                <a:close/>
              </a:path>
              <a:path w="843280" h="407035">
                <a:moveTo>
                  <a:pt x="708660" y="51816"/>
                </a:moveTo>
                <a:lnTo>
                  <a:pt x="677989" y="25908"/>
                </a:lnTo>
                <a:lnTo>
                  <a:pt x="644652" y="9144"/>
                </a:lnTo>
                <a:lnTo>
                  <a:pt x="641604" y="13716"/>
                </a:lnTo>
                <a:lnTo>
                  <a:pt x="655066" y="30289"/>
                </a:lnTo>
                <a:lnTo>
                  <a:pt x="665797" y="45720"/>
                </a:lnTo>
                <a:lnTo>
                  <a:pt x="673976" y="60007"/>
                </a:lnTo>
                <a:lnTo>
                  <a:pt x="679704" y="73152"/>
                </a:lnTo>
                <a:lnTo>
                  <a:pt x="682752" y="85344"/>
                </a:lnTo>
                <a:lnTo>
                  <a:pt x="687324" y="89916"/>
                </a:lnTo>
                <a:lnTo>
                  <a:pt x="694944" y="89916"/>
                </a:lnTo>
                <a:lnTo>
                  <a:pt x="697992" y="86868"/>
                </a:lnTo>
                <a:lnTo>
                  <a:pt x="707136" y="71628"/>
                </a:lnTo>
                <a:lnTo>
                  <a:pt x="708660" y="65532"/>
                </a:lnTo>
                <a:lnTo>
                  <a:pt x="708660" y="51816"/>
                </a:lnTo>
                <a:close/>
              </a:path>
              <a:path w="843280" h="407035">
                <a:moveTo>
                  <a:pt x="842772" y="376428"/>
                </a:moveTo>
                <a:lnTo>
                  <a:pt x="810768" y="339852"/>
                </a:lnTo>
                <a:lnTo>
                  <a:pt x="781812" y="365760"/>
                </a:lnTo>
                <a:lnTo>
                  <a:pt x="704088" y="365760"/>
                </a:lnTo>
                <a:lnTo>
                  <a:pt x="704088" y="236220"/>
                </a:lnTo>
                <a:lnTo>
                  <a:pt x="816864" y="236220"/>
                </a:lnTo>
                <a:lnTo>
                  <a:pt x="783336" y="202692"/>
                </a:lnTo>
                <a:lnTo>
                  <a:pt x="758952" y="225552"/>
                </a:lnTo>
                <a:lnTo>
                  <a:pt x="704088" y="225552"/>
                </a:lnTo>
                <a:lnTo>
                  <a:pt x="704088" y="117348"/>
                </a:lnTo>
                <a:lnTo>
                  <a:pt x="836676" y="117348"/>
                </a:lnTo>
                <a:lnTo>
                  <a:pt x="803148" y="80772"/>
                </a:lnTo>
                <a:lnTo>
                  <a:pt x="775716" y="106680"/>
                </a:lnTo>
                <a:lnTo>
                  <a:pt x="577596" y="106680"/>
                </a:lnTo>
                <a:lnTo>
                  <a:pt x="592836" y="121920"/>
                </a:lnTo>
                <a:lnTo>
                  <a:pt x="602272" y="119926"/>
                </a:lnTo>
                <a:lnTo>
                  <a:pt x="612267" y="118491"/>
                </a:lnTo>
                <a:lnTo>
                  <a:pt x="622846" y="117640"/>
                </a:lnTo>
                <a:lnTo>
                  <a:pt x="633984" y="117348"/>
                </a:lnTo>
                <a:lnTo>
                  <a:pt x="679704" y="117348"/>
                </a:lnTo>
                <a:lnTo>
                  <a:pt x="679704" y="225552"/>
                </a:lnTo>
                <a:lnTo>
                  <a:pt x="579120" y="225552"/>
                </a:lnTo>
                <a:lnTo>
                  <a:pt x="594360" y="242316"/>
                </a:lnTo>
                <a:lnTo>
                  <a:pt x="604012" y="239445"/>
                </a:lnTo>
                <a:lnTo>
                  <a:pt x="614362" y="237553"/>
                </a:lnTo>
                <a:lnTo>
                  <a:pt x="625017" y="236537"/>
                </a:lnTo>
                <a:lnTo>
                  <a:pt x="635508" y="236220"/>
                </a:lnTo>
                <a:lnTo>
                  <a:pt x="679704" y="236220"/>
                </a:lnTo>
                <a:lnTo>
                  <a:pt x="679704" y="365760"/>
                </a:lnTo>
                <a:lnTo>
                  <a:pt x="542544" y="365760"/>
                </a:lnTo>
                <a:lnTo>
                  <a:pt x="557784" y="381000"/>
                </a:lnTo>
                <a:lnTo>
                  <a:pt x="567436" y="379006"/>
                </a:lnTo>
                <a:lnTo>
                  <a:pt x="577786" y="377571"/>
                </a:lnTo>
                <a:lnTo>
                  <a:pt x="588441" y="376720"/>
                </a:lnTo>
                <a:lnTo>
                  <a:pt x="598932" y="376428"/>
                </a:lnTo>
                <a:lnTo>
                  <a:pt x="842772" y="37642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3049523" y="2363723"/>
            <a:ext cx="356870" cy="402590"/>
          </a:xfrm>
          <a:custGeom>
            <a:avLst/>
            <a:gdLst/>
            <a:ahLst/>
            <a:cxnLst/>
            <a:rect l="l" t="t" r="r" b="b"/>
            <a:pathLst>
              <a:path w="356870" h="402589">
                <a:moveTo>
                  <a:pt x="54864" y="89916"/>
                </a:moveTo>
                <a:lnTo>
                  <a:pt x="44196" y="89916"/>
                </a:lnTo>
                <a:lnTo>
                  <a:pt x="51554" y="62793"/>
                </a:lnTo>
                <a:lnTo>
                  <a:pt x="57340" y="38671"/>
                </a:lnTo>
                <a:lnTo>
                  <a:pt x="61126" y="17692"/>
                </a:lnTo>
                <a:lnTo>
                  <a:pt x="62484" y="0"/>
                </a:lnTo>
                <a:lnTo>
                  <a:pt x="100584" y="21336"/>
                </a:lnTo>
                <a:lnTo>
                  <a:pt x="91725" y="29051"/>
                </a:lnTo>
                <a:lnTo>
                  <a:pt x="81153" y="43053"/>
                </a:lnTo>
                <a:lnTo>
                  <a:pt x="68865" y="63341"/>
                </a:lnTo>
                <a:lnTo>
                  <a:pt x="54864" y="89916"/>
                </a:lnTo>
                <a:close/>
              </a:path>
              <a:path w="356870" h="402589">
                <a:moveTo>
                  <a:pt x="147828" y="192024"/>
                </a:moveTo>
                <a:lnTo>
                  <a:pt x="143256" y="187452"/>
                </a:lnTo>
                <a:lnTo>
                  <a:pt x="160377" y="160615"/>
                </a:lnTo>
                <a:lnTo>
                  <a:pt x="175069" y="135064"/>
                </a:lnTo>
                <a:lnTo>
                  <a:pt x="196596" y="88392"/>
                </a:lnTo>
                <a:lnTo>
                  <a:pt x="211836" y="44958"/>
                </a:lnTo>
                <a:lnTo>
                  <a:pt x="222503" y="1524"/>
                </a:lnTo>
                <a:lnTo>
                  <a:pt x="260603" y="24384"/>
                </a:lnTo>
                <a:lnTo>
                  <a:pt x="252864" y="32361"/>
                </a:lnTo>
                <a:lnTo>
                  <a:pt x="243268" y="47053"/>
                </a:lnTo>
                <a:lnTo>
                  <a:pt x="231671" y="68318"/>
                </a:lnTo>
                <a:lnTo>
                  <a:pt x="217932" y="96012"/>
                </a:lnTo>
                <a:lnTo>
                  <a:pt x="350520" y="96012"/>
                </a:lnTo>
                <a:lnTo>
                  <a:pt x="356616" y="102108"/>
                </a:lnTo>
                <a:lnTo>
                  <a:pt x="350901" y="106680"/>
                </a:lnTo>
                <a:lnTo>
                  <a:pt x="214884" y="106680"/>
                </a:lnTo>
                <a:lnTo>
                  <a:pt x="198620" y="130730"/>
                </a:lnTo>
                <a:lnTo>
                  <a:pt x="181927" y="152781"/>
                </a:lnTo>
                <a:lnTo>
                  <a:pt x="164949" y="173116"/>
                </a:lnTo>
                <a:lnTo>
                  <a:pt x="147828" y="192024"/>
                </a:lnTo>
                <a:close/>
              </a:path>
              <a:path w="356870" h="402589">
                <a:moveTo>
                  <a:pt x="146304" y="89916"/>
                </a:moveTo>
                <a:lnTo>
                  <a:pt x="111252" y="89916"/>
                </a:lnTo>
                <a:lnTo>
                  <a:pt x="129540" y="73152"/>
                </a:lnTo>
                <a:lnTo>
                  <a:pt x="146304" y="89916"/>
                </a:lnTo>
                <a:close/>
              </a:path>
              <a:path w="356870" h="402589">
                <a:moveTo>
                  <a:pt x="0" y="397764"/>
                </a:moveTo>
                <a:lnTo>
                  <a:pt x="834" y="359664"/>
                </a:lnTo>
                <a:lnTo>
                  <a:pt x="935" y="352615"/>
                </a:lnTo>
                <a:lnTo>
                  <a:pt x="1333" y="316992"/>
                </a:lnTo>
                <a:lnTo>
                  <a:pt x="1430" y="178308"/>
                </a:lnTo>
                <a:lnTo>
                  <a:pt x="1309" y="152781"/>
                </a:lnTo>
                <a:lnTo>
                  <a:pt x="881" y="114704"/>
                </a:lnTo>
                <a:lnTo>
                  <a:pt x="0" y="74676"/>
                </a:lnTo>
                <a:lnTo>
                  <a:pt x="25908" y="89916"/>
                </a:lnTo>
                <a:lnTo>
                  <a:pt x="146304" y="89916"/>
                </a:lnTo>
                <a:lnTo>
                  <a:pt x="155448" y="99060"/>
                </a:lnTo>
                <a:lnTo>
                  <a:pt x="153162" y="100584"/>
                </a:lnTo>
                <a:lnTo>
                  <a:pt x="24384" y="100584"/>
                </a:lnTo>
                <a:lnTo>
                  <a:pt x="24384" y="211836"/>
                </a:lnTo>
                <a:lnTo>
                  <a:pt x="137509" y="211836"/>
                </a:lnTo>
                <a:lnTo>
                  <a:pt x="137586" y="222504"/>
                </a:lnTo>
                <a:lnTo>
                  <a:pt x="24384" y="222504"/>
                </a:lnTo>
                <a:lnTo>
                  <a:pt x="24384" y="344424"/>
                </a:lnTo>
                <a:lnTo>
                  <a:pt x="139258" y="344424"/>
                </a:lnTo>
                <a:lnTo>
                  <a:pt x="139305" y="346850"/>
                </a:lnTo>
                <a:lnTo>
                  <a:pt x="139544" y="355092"/>
                </a:lnTo>
                <a:lnTo>
                  <a:pt x="24384" y="355092"/>
                </a:lnTo>
                <a:lnTo>
                  <a:pt x="24384" y="384048"/>
                </a:lnTo>
                <a:lnTo>
                  <a:pt x="0" y="397764"/>
                </a:lnTo>
                <a:close/>
              </a:path>
              <a:path w="356870" h="402589">
                <a:moveTo>
                  <a:pt x="350520" y="96012"/>
                </a:moveTo>
                <a:lnTo>
                  <a:pt x="310896" y="96012"/>
                </a:lnTo>
                <a:lnTo>
                  <a:pt x="330708" y="76200"/>
                </a:lnTo>
                <a:lnTo>
                  <a:pt x="350520" y="96012"/>
                </a:lnTo>
                <a:close/>
              </a:path>
              <a:path w="356870" h="402589">
                <a:moveTo>
                  <a:pt x="137509" y="211836"/>
                </a:moveTo>
                <a:lnTo>
                  <a:pt x="115824" y="211836"/>
                </a:lnTo>
                <a:lnTo>
                  <a:pt x="115824" y="100584"/>
                </a:lnTo>
                <a:lnTo>
                  <a:pt x="153162" y="100584"/>
                </a:lnTo>
                <a:lnTo>
                  <a:pt x="137160" y="111252"/>
                </a:lnTo>
                <a:lnTo>
                  <a:pt x="137271" y="160615"/>
                </a:lnTo>
                <a:lnTo>
                  <a:pt x="137390" y="195333"/>
                </a:lnTo>
                <a:lnTo>
                  <a:pt x="137509" y="211836"/>
                </a:lnTo>
                <a:close/>
              </a:path>
              <a:path w="356870" h="402589">
                <a:moveTo>
                  <a:pt x="327778" y="359664"/>
                </a:moveTo>
                <a:lnTo>
                  <a:pt x="283464" y="359664"/>
                </a:lnTo>
                <a:lnTo>
                  <a:pt x="292631" y="357925"/>
                </a:lnTo>
                <a:lnTo>
                  <a:pt x="299656" y="352615"/>
                </a:lnTo>
                <a:lnTo>
                  <a:pt x="309895" y="305562"/>
                </a:lnTo>
                <a:lnTo>
                  <a:pt x="311658" y="259842"/>
                </a:lnTo>
                <a:lnTo>
                  <a:pt x="313456" y="192024"/>
                </a:lnTo>
                <a:lnTo>
                  <a:pt x="315467" y="106680"/>
                </a:lnTo>
                <a:lnTo>
                  <a:pt x="350901" y="106680"/>
                </a:lnTo>
                <a:lnTo>
                  <a:pt x="341376" y="114300"/>
                </a:lnTo>
                <a:lnTo>
                  <a:pt x="339547" y="188719"/>
                </a:lnTo>
                <a:lnTo>
                  <a:pt x="337718" y="249167"/>
                </a:lnTo>
                <a:lnTo>
                  <a:pt x="335889" y="295570"/>
                </a:lnTo>
                <a:lnTo>
                  <a:pt x="334060" y="327855"/>
                </a:lnTo>
                <a:lnTo>
                  <a:pt x="332232" y="345948"/>
                </a:lnTo>
                <a:lnTo>
                  <a:pt x="328497" y="357925"/>
                </a:lnTo>
                <a:lnTo>
                  <a:pt x="327778" y="359664"/>
                </a:lnTo>
                <a:close/>
              </a:path>
              <a:path w="356870" h="402589">
                <a:moveTo>
                  <a:pt x="231648" y="269748"/>
                </a:moveTo>
                <a:lnTo>
                  <a:pt x="230124" y="269748"/>
                </a:lnTo>
                <a:lnTo>
                  <a:pt x="226956" y="268295"/>
                </a:lnTo>
                <a:lnTo>
                  <a:pt x="224218" y="263842"/>
                </a:lnTo>
                <a:lnTo>
                  <a:pt x="221765" y="256246"/>
                </a:lnTo>
                <a:lnTo>
                  <a:pt x="219456" y="245364"/>
                </a:lnTo>
                <a:lnTo>
                  <a:pt x="214884" y="228242"/>
                </a:lnTo>
                <a:lnTo>
                  <a:pt x="208026" y="211264"/>
                </a:lnTo>
                <a:lnTo>
                  <a:pt x="198882" y="194571"/>
                </a:lnTo>
                <a:lnTo>
                  <a:pt x="187452" y="178308"/>
                </a:lnTo>
                <a:lnTo>
                  <a:pt x="192024" y="172212"/>
                </a:lnTo>
                <a:lnTo>
                  <a:pt x="224980" y="199644"/>
                </a:lnTo>
                <a:lnTo>
                  <a:pt x="246888" y="236220"/>
                </a:lnTo>
                <a:lnTo>
                  <a:pt x="246888" y="248412"/>
                </a:lnTo>
                <a:lnTo>
                  <a:pt x="245364" y="254508"/>
                </a:lnTo>
                <a:lnTo>
                  <a:pt x="236220" y="266700"/>
                </a:lnTo>
                <a:lnTo>
                  <a:pt x="231648" y="269748"/>
                </a:lnTo>
                <a:close/>
              </a:path>
              <a:path w="356870" h="402589">
                <a:moveTo>
                  <a:pt x="139258" y="344424"/>
                </a:moveTo>
                <a:lnTo>
                  <a:pt x="115824" y="344424"/>
                </a:lnTo>
                <a:lnTo>
                  <a:pt x="115824" y="222504"/>
                </a:lnTo>
                <a:lnTo>
                  <a:pt x="137586" y="222504"/>
                </a:lnTo>
                <a:lnTo>
                  <a:pt x="137793" y="251435"/>
                </a:lnTo>
                <a:lnTo>
                  <a:pt x="138493" y="305562"/>
                </a:lnTo>
                <a:lnTo>
                  <a:pt x="139258" y="344424"/>
                </a:lnTo>
                <a:close/>
              </a:path>
              <a:path w="356870" h="402589">
                <a:moveTo>
                  <a:pt x="278891" y="402336"/>
                </a:moveTo>
                <a:lnTo>
                  <a:pt x="271772" y="389453"/>
                </a:lnTo>
                <a:lnTo>
                  <a:pt x="259651" y="378142"/>
                </a:lnTo>
                <a:lnTo>
                  <a:pt x="242613" y="368236"/>
                </a:lnTo>
                <a:lnTo>
                  <a:pt x="220979" y="359664"/>
                </a:lnTo>
                <a:lnTo>
                  <a:pt x="220979" y="352044"/>
                </a:lnTo>
                <a:lnTo>
                  <a:pt x="241244" y="355163"/>
                </a:lnTo>
                <a:lnTo>
                  <a:pt x="258508" y="357568"/>
                </a:lnTo>
                <a:lnTo>
                  <a:pt x="272629" y="359116"/>
                </a:lnTo>
                <a:lnTo>
                  <a:pt x="283464" y="359664"/>
                </a:lnTo>
                <a:lnTo>
                  <a:pt x="327778" y="359664"/>
                </a:lnTo>
                <a:lnTo>
                  <a:pt x="324217" y="368260"/>
                </a:lnTo>
                <a:lnTo>
                  <a:pt x="290310" y="397764"/>
                </a:lnTo>
                <a:lnTo>
                  <a:pt x="278891" y="402336"/>
                </a:lnTo>
                <a:close/>
              </a:path>
              <a:path w="356870" h="402589">
                <a:moveTo>
                  <a:pt x="115824" y="391668"/>
                </a:moveTo>
                <a:lnTo>
                  <a:pt x="115824" y="355092"/>
                </a:lnTo>
                <a:lnTo>
                  <a:pt x="139544" y="355092"/>
                </a:lnTo>
                <a:lnTo>
                  <a:pt x="140208" y="377952"/>
                </a:lnTo>
                <a:lnTo>
                  <a:pt x="115824" y="39166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3508247" y="2366772"/>
            <a:ext cx="326390" cy="399415"/>
          </a:xfrm>
          <a:custGeom>
            <a:avLst/>
            <a:gdLst/>
            <a:ahLst/>
            <a:cxnLst/>
            <a:rect l="l" t="t" r="r" b="b"/>
            <a:pathLst>
              <a:path w="326389" h="399414">
                <a:moveTo>
                  <a:pt x="76200" y="85344"/>
                </a:moveTo>
                <a:lnTo>
                  <a:pt x="68580" y="85344"/>
                </a:lnTo>
                <a:lnTo>
                  <a:pt x="65532" y="80772"/>
                </a:lnTo>
                <a:lnTo>
                  <a:pt x="62484" y="70104"/>
                </a:lnTo>
                <a:lnTo>
                  <a:pt x="57651" y="56388"/>
                </a:lnTo>
                <a:lnTo>
                  <a:pt x="50292" y="40767"/>
                </a:lnTo>
                <a:lnTo>
                  <a:pt x="40624" y="23383"/>
                </a:lnTo>
                <a:lnTo>
                  <a:pt x="28956" y="4572"/>
                </a:lnTo>
                <a:lnTo>
                  <a:pt x="33528" y="0"/>
                </a:lnTo>
                <a:lnTo>
                  <a:pt x="72104" y="26360"/>
                </a:lnTo>
                <a:lnTo>
                  <a:pt x="91440" y="48768"/>
                </a:lnTo>
                <a:lnTo>
                  <a:pt x="91440" y="60960"/>
                </a:lnTo>
                <a:lnTo>
                  <a:pt x="88392" y="67056"/>
                </a:lnTo>
                <a:lnTo>
                  <a:pt x="79248" y="82296"/>
                </a:lnTo>
                <a:lnTo>
                  <a:pt x="76200" y="85344"/>
                </a:lnTo>
                <a:close/>
              </a:path>
              <a:path w="326389" h="399414">
                <a:moveTo>
                  <a:pt x="146304" y="60960"/>
                </a:moveTo>
                <a:lnTo>
                  <a:pt x="131064" y="45720"/>
                </a:lnTo>
                <a:lnTo>
                  <a:pt x="281940" y="45720"/>
                </a:lnTo>
                <a:lnTo>
                  <a:pt x="295656" y="24384"/>
                </a:lnTo>
                <a:lnTo>
                  <a:pt x="326136" y="48768"/>
                </a:lnTo>
                <a:lnTo>
                  <a:pt x="316822" y="56388"/>
                </a:lnTo>
                <a:lnTo>
                  <a:pt x="188976" y="56388"/>
                </a:lnTo>
                <a:lnTo>
                  <a:pt x="177807" y="56673"/>
                </a:lnTo>
                <a:lnTo>
                  <a:pt x="167068" y="57531"/>
                </a:lnTo>
                <a:lnTo>
                  <a:pt x="156614" y="58959"/>
                </a:lnTo>
                <a:lnTo>
                  <a:pt x="146304" y="60960"/>
                </a:lnTo>
                <a:close/>
              </a:path>
              <a:path w="326389" h="399414">
                <a:moveTo>
                  <a:pt x="308470" y="355092"/>
                </a:moveTo>
                <a:lnTo>
                  <a:pt x="277368" y="355092"/>
                </a:lnTo>
                <a:lnTo>
                  <a:pt x="283464" y="350520"/>
                </a:lnTo>
                <a:lnTo>
                  <a:pt x="283464" y="56388"/>
                </a:lnTo>
                <a:lnTo>
                  <a:pt x="316822" y="56388"/>
                </a:lnTo>
                <a:lnTo>
                  <a:pt x="309372" y="62484"/>
                </a:lnTo>
                <a:lnTo>
                  <a:pt x="309372" y="344424"/>
                </a:lnTo>
                <a:lnTo>
                  <a:pt x="308470" y="355092"/>
                </a:lnTo>
                <a:close/>
              </a:path>
              <a:path w="326389" h="399414">
                <a:moveTo>
                  <a:pt x="0" y="399288"/>
                </a:moveTo>
                <a:lnTo>
                  <a:pt x="814" y="362854"/>
                </a:lnTo>
                <a:lnTo>
                  <a:pt x="931" y="355092"/>
                </a:lnTo>
                <a:lnTo>
                  <a:pt x="1333" y="316992"/>
                </a:lnTo>
                <a:lnTo>
                  <a:pt x="1421" y="154662"/>
                </a:lnTo>
                <a:lnTo>
                  <a:pt x="1320" y="132588"/>
                </a:lnTo>
                <a:lnTo>
                  <a:pt x="881" y="100750"/>
                </a:lnTo>
                <a:lnTo>
                  <a:pt x="0" y="74676"/>
                </a:lnTo>
                <a:lnTo>
                  <a:pt x="44196" y="99060"/>
                </a:lnTo>
                <a:lnTo>
                  <a:pt x="28956" y="109728"/>
                </a:lnTo>
                <a:lnTo>
                  <a:pt x="28956" y="387096"/>
                </a:lnTo>
                <a:lnTo>
                  <a:pt x="0" y="399288"/>
                </a:lnTo>
                <a:close/>
              </a:path>
              <a:path w="326389" h="399414">
                <a:moveTo>
                  <a:pt x="240356" y="152400"/>
                </a:moveTo>
                <a:lnTo>
                  <a:pt x="202692" y="152400"/>
                </a:lnTo>
                <a:lnTo>
                  <a:pt x="214883" y="132588"/>
                </a:lnTo>
                <a:lnTo>
                  <a:pt x="240356" y="152400"/>
                </a:lnTo>
                <a:close/>
              </a:path>
              <a:path w="326389" h="399414">
                <a:moveTo>
                  <a:pt x="82296" y="307848"/>
                </a:moveTo>
                <a:lnTo>
                  <a:pt x="83177" y="283035"/>
                </a:lnTo>
                <a:lnTo>
                  <a:pt x="83629" y="259080"/>
                </a:lnTo>
                <a:lnTo>
                  <a:pt x="83729" y="245364"/>
                </a:lnTo>
                <a:lnTo>
                  <a:pt x="83796" y="195191"/>
                </a:lnTo>
                <a:lnTo>
                  <a:pt x="83629" y="175069"/>
                </a:lnTo>
                <a:lnTo>
                  <a:pt x="83177" y="154662"/>
                </a:lnTo>
                <a:lnTo>
                  <a:pt x="82296" y="134112"/>
                </a:lnTo>
                <a:lnTo>
                  <a:pt x="108204" y="152400"/>
                </a:lnTo>
                <a:lnTo>
                  <a:pt x="240356" y="152400"/>
                </a:lnTo>
                <a:lnTo>
                  <a:pt x="242316" y="153924"/>
                </a:lnTo>
                <a:lnTo>
                  <a:pt x="232029" y="163068"/>
                </a:lnTo>
                <a:lnTo>
                  <a:pt x="108204" y="163068"/>
                </a:lnTo>
                <a:lnTo>
                  <a:pt x="108204" y="265176"/>
                </a:lnTo>
                <a:lnTo>
                  <a:pt x="228778" y="265176"/>
                </a:lnTo>
                <a:lnTo>
                  <a:pt x="228790" y="265938"/>
                </a:lnTo>
                <a:lnTo>
                  <a:pt x="229163" y="275844"/>
                </a:lnTo>
                <a:lnTo>
                  <a:pt x="108204" y="275844"/>
                </a:lnTo>
                <a:lnTo>
                  <a:pt x="108204" y="298704"/>
                </a:lnTo>
                <a:lnTo>
                  <a:pt x="82296" y="307848"/>
                </a:lnTo>
                <a:close/>
              </a:path>
              <a:path w="326389" h="399414">
                <a:moveTo>
                  <a:pt x="228778" y="265176"/>
                </a:moveTo>
                <a:lnTo>
                  <a:pt x="204216" y="265176"/>
                </a:lnTo>
                <a:lnTo>
                  <a:pt x="204216" y="163068"/>
                </a:lnTo>
                <a:lnTo>
                  <a:pt x="232029" y="163068"/>
                </a:lnTo>
                <a:lnTo>
                  <a:pt x="228600" y="166116"/>
                </a:lnTo>
                <a:lnTo>
                  <a:pt x="228685" y="259080"/>
                </a:lnTo>
                <a:lnTo>
                  <a:pt x="228778" y="265176"/>
                </a:lnTo>
                <a:close/>
              </a:path>
              <a:path w="326389" h="399414">
                <a:moveTo>
                  <a:pt x="204216" y="301752"/>
                </a:moveTo>
                <a:lnTo>
                  <a:pt x="204216" y="275844"/>
                </a:lnTo>
                <a:lnTo>
                  <a:pt x="229163" y="275844"/>
                </a:lnTo>
                <a:lnTo>
                  <a:pt x="229242" y="277939"/>
                </a:lnTo>
                <a:lnTo>
                  <a:pt x="230124" y="291083"/>
                </a:lnTo>
                <a:lnTo>
                  <a:pt x="204216" y="301752"/>
                </a:lnTo>
                <a:close/>
              </a:path>
              <a:path w="326389" h="399414">
                <a:moveTo>
                  <a:pt x="266700" y="399288"/>
                </a:moveTo>
                <a:lnTo>
                  <a:pt x="262985" y="384667"/>
                </a:lnTo>
                <a:lnTo>
                  <a:pt x="251841" y="372618"/>
                </a:lnTo>
                <a:lnTo>
                  <a:pt x="233267" y="362854"/>
                </a:lnTo>
                <a:lnTo>
                  <a:pt x="207264" y="355092"/>
                </a:lnTo>
                <a:lnTo>
                  <a:pt x="207264" y="348996"/>
                </a:lnTo>
                <a:lnTo>
                  <a:pt x="253984" y="352425"/>
                </a:lnTo>
                <a:lnTo>
                  <a:pt x="277368" y="355092"/>
                </a:lnTo>
                <a:lnTo>
                  <a:pt x="308470" y="355092"/>
                </a:lnTo>
                <a:lnTo>
                  <a:pt x="307633" y="364998"/>
                </a:lnTo>
                <a:lnTo>
                  <a:pt x="300037" y="381000"/>
                </a:lnTo>
                <a:lnTo>
                  <a:pt x="286440" y="392430"/>
                </a:lnTo>
                <a:lnTo>
                  <a:pt x="266700" y="39928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3902964" y="2374392"/>
            <a:ext cx="405765" cy="393700"/>
          </a:xfrm>
          <a:custGeom>
            <a:avLst/>
            <a:gdLst/>
            <a:ahLst/>
            <a:cxnLst/>
            <a:rect l="l" t="t" r="r" b="b"/>
            <a:pathLst>
              <a:path w="405764" h="393700">
                <a:moveTo>
                  <a:pt x="217932" y="36576"/>
                </a:moveTo>
                <a:lnTo>
                  <a:pt x="202692" y="21336"/>
                </a:lnTo>
                <a:lnTo>
                  <a:pt x="353568" y="21336"/>
                </a:lnTo>
                <a:lnTo>
                  <a:pt x="373380" y="0"/>
                </a:lnTo>
                <a:lnTo>
                  <a:pt x="402336" y="32004"/>
                </a:lnTo>
                <a:lnTo>
                  <a:pt x="259080" y="32004"/>
                </a:lnTo>
                <a:lnTo>
                  <a:pt x="247935" y="32289"/>
                </a:lnTo>
                <a:lnTo>
                  <a:pt x="237363" y="33147"/>
                </a:lnTo>
                <a:lnTo>
                  <a:pt x="227361" y="34575"/>
                </a:lnTo>
                <a:lnTo>
                  <a:pt x="217932" y="36576"/>
                </a:lnTo>
                <a:close/>
              </a:path>
              <a:path w="405764" h="393700">
                <a:moveTo>
                  <a:pt x="189846" y="19812"/>
                </a:moveTo>
                <a:lnTo>
                  <a:pt x="155448" y="19812"/>
                </a:lnTo>
                <a:lnTo>
                  <a:pt x="167640" y="1524"/>
                </a:lnTo>
                <a:lnTo>
                  <a:pt x="189846" y="19812"/>
                </a:lnTo>
                <a:close/>
              </a:path>
              <a:path w="405764" h="393700">
                <a:moveTo>
                  <a:pt x="51816" y="169164"/>
                </a:moveTo>
                <a:lnTo>
                  <a:pt x="53911" y="127825"/>
                </a:lnTo>
                <a:lnTo>
                  <a:pt x="54789" y="79248"/>
                </a:lnTo>
                <a:lnTo>
                  <a:pt x="54594" y="63722"/>
                </a:lnTo>
                <a:lnTo>
                  <a:pt x="53911" y="43243"/>
                </a:lnTo>
                <a:lnTo>
                  <a:pt x="52935" y="23407"/>
                </a:lnTo>
                <a:lnTo>
                  <a:pt x="51816" y="4572"/>
                </a:lnTo>
                <a:lnTo>
                  <a:pt x="76200" y="19812"/>
                </a:lnTo>
                <a:lnTo>
                  <a:pt x="189846" y="19812"/>
                </a:lnTo>
                <a:lnTo>
                  <a:pt x="193548" y="22860"/>
                </a:lnTo>
                <a:lnTo>
                  <a:pt x="186581" y="28956"/>
                </a:lnTo>
                <a:lnTo>
                  <a:pt x="76200" y="28956"/>
                </a:lnTo>
                <a:lnTo>
                  <a:pt x="76200" y="79248"/>
                </a:lnTo>
                <a:lnTo>
                  <a:pt x="181422" y="79248"/>
                </a:lnTo>
                <a:lnTo>
                  <a:pt x="181477" y="89916"/>
                </a:lnTo>
                <a:lnTo>
                  <a:pt x="76200" y="89916"/>
                </a:lnTo>
                <a:lnTo>
                  <a:pt x="76200" y="138684"/>
                </a:lnTo>
                <a:lnTo>
                  <a:pt x="182330" y="138684"/>
                </a:lnTo>
                <a:lnTo>
                  <a:pt x="182757" y="149352"/>
                </a:lnTo>
                <a:lnTo>
                  <a:pt x="76200" y="149352"/>
                </a:lnTo>
                <a:lnTo>
                  <a:pt x="76200" y="160020"/>
                </a:lnTo>
                <a:lnTo>
                  <a:pt x="51816" y="169164"/>
                </a:lnTo>
                <a:close/>
              </a:path>
              <a:path w="405764" h="393700">
                <a:moveTo>
                  <a:pt x="181422" y="79248"/>
                </a:moveTo>
                <a:lnTo>
                  <a:pt x="158496" y="79248"/>
                </a:lnTo>
                <a:lnTo>
                  <a:pt x="158496" y="28956"/>
                </a:lnTo>
                <a:lnTo>
                  <a:pt x="186581" y="28956"/>
                </a:lnTo>
                <a:lnTo>
                  <a:pt x="181356" y="33528"/>
                </a:lnTo>
                <a:lnTo>
                  <a:pt x="181422" y="79248"/>
                </a:lnTo>
                <a:close/>
              </a:path>
              <a:path w="405764" h="393700">
                <a:moveTo>
                  <a:pt x="280416" y="82296"/>
                </a:moveTo>
                <a:lnTo>
                  <a:pt x="271272" y="82296"/>
                </a:lnTo>
                <a:lnTo>
                  <a:pt x="274415" y="68865"/>
                </a:lnTo>
                <a:lnTo>
                  <a:pt x="276987" y="56007"/>
                </a:lnTo>
                <a:lnTo>
                  <a:pt x="278987" y="43719"/>
                </a:lnTo>
                <a:lnTo>
                  <a:pt x="280416" y="32004"/>
                </a:lnTo>
                <a:lnTo>
                  <a:pt x="309372" y="32004"/>
                </a:lnTo>
                <a:lnTo>
                  <a:pt x="305061" y="38576"/>
                </a:lnTo>
                <a:lnTo>
                  <a:pt x="298894" y="49149"/>
                </a:lnTo>
                <a:lnTo>
                  <a:pt x="290607" y="63936"/>
                </a:lnTo>
                <a:lnTo>
                  <a:pt x="280416" y="82296"/>
                </a:lnTo>
                <a:close/>
              </a:path>
              <a:path w="405764" h="393700">
                <a:moveTo>
                  <a:pt x="380062" y="82296"/>
                </a:moveTo>
                <a:lnTo>
                  <a:pt x="345948" y="82296"/>
                </a:lnTo>
                <a:lnTo>
                  <a:pt x="358140" y="65532"/>
                </a:lnTo>
                <a:lnTo>
                  <a:pt x="380062" y="82296"/>
                </a:lnTo>
                <a:close/>
              </a:path>
              <a:path w="405764" h="393700">
                <a:moveTo>
                  <a:pt x="224028" y="249936"/>
                </a:moveTo>
                <a:lnTo>
                  <a:pt x="224909" y="230766"/>
                </a:lnTo>
                <a:lnTo>
                  <a:pt x="225361" y="209740"/>
                </a:lnTo>
                <a:lnTo>
                  <a:pt x="225477" y="127825"/>
                </a:lnTo>
                <a:lnTo>
                  <a:pt x="225361" y="110871"/>
                </a:lnTo>
                <a:lnTo>
                  <a:pt x="224909" y="88249"/>
                </a:lnTo>
                <a:lnTo>
                  <a:pt x="224028" y="67056"/>
                </a:lnTo>
                <a:lnTo>
                  <a:pt x="248412" y="82296"/>
                </a:lnTo>
                <a:lnTo>
                  <a:pt x="380062" y="82296"/>
                </a:lnTo>
                <a:lnTo>
                  <a:pt x="384048" y="85344"/>
                </a:lnTo>
                <a:lnTo>
                  <a:pt x="377081" y="91440"/>
                </a:lnTo>
                <a:lnTo>
                  <a:pt x="248412" y="91440"/>
                </a:lnTo>
                <a:lnTo>
                  <a:pt x="248412" y="236220"/>
                </a:lnTo>
                <a:lnTo>
                  <a:pt x="224028" y="249936"/>
                </a:lnTo>
                <a:close/>
              </a:path>
              <a:path w="405764" h="393700">
                <a:moveTo>
                  <a:pt x="182330" y="138684"/>
                </a:moveTo>
                <a:lnTo>
                  <a:pt x="158496" y="138684"/>
                </a:lnTo>
                <a:lnTo>
                  <a:pt x="158496" y="89916"/>
                </a:lnTo>
                <a:lnTo>
                  <a:pt x="181477" y="89916"/>
                </a:lnTo>
                <a:lnTo>
                  <a:pt x="181546" y="103251"/>
                </a:lnTo>
                <a:lnTo>
                  <a:pt x="181998" y="130397"/>
                </a:lnTo>
                <a:lnTo>
                  <a:pt x="182330" y="138684"/>
                </a:lnTo>
                <a:close/>
              </a:path>
              <a:path w="405764" h="393700">
                <a:moveTo>
                  <a:pt x="350520" y="245363"/>
                </a:moveTo>
                <a:lnTo>
                  <a:pt x="350520" y="91440"/>
                </a:lnTo>
                <a:lnTo>
                  <a:pt x="377081" y="91440"/>
                </a:lnTo>
                <a:lnTo>
                  <a:pt x="371856" y="96012"/>
                </a:lnTo>
                <a:lnTo>
                  <a:pt x="371949" y="183094"/>
                </a:lnTo>
                <a:lnTo>
                  <a:pt x="372073" y="187451"/>
                </a:lnTo>
                <a:lnTo>
                  <a:pt x="372654" y="200691"/>
                </a:lnTo>
                <a:lnTo>
                  <a:pt x="373146" y="214884"/>
                </a:lnTo>
                <a:lnTo>
                  <a:pt x="373380" y="233172"/>
                </a:lnTo>
                <a:lnTo>
                  <a:pt x="350520" y="245363"/>
                </a:lnTo>
                <a:close/>
              </a:path>
              <a:path w="405764" h="393700">
                <a:moveTo>
                  <a:pt x="192024" y="345948"/>
                </a:moveTo>
                <a:lnTo>
                  <a:pt x="187452" y="341376"/>
                </a:lnTo>
                <a:lnTo>
                  <a:pt x="211740" y="327398"/>
                </a:lnTo>
                <a:lnTo>
                  <a:pt x="232029" y="312991"/>
                </a:lnTo>
                <a:lnTo>
                  <a:pt x="260604" y="283463"/>
                </a:lnTo>
                <a:lnTo>
                  <a:pt x="280320" y="231814"/>
                </a:lnTo>
                <a:lnTo>
                  <a:pt x="284321" y="189809"/>
                </a:lnTo>
                <a:lnTo>
                  <a:pt x="284540" y="161544"/>
                </a:lnTo>
                <a:lnTo>
                  <a:pt x="284321" y="143470"/>
                </a:lnTo>
                <a:lnTo>
                  <a:pt x="283464" y="118872"/>
                </a:lnTo>
                <a:lnTo>
                  <a:pt x="321564" y="137160"/>
                </a:lnTo>
                <a:lnTo>
                  <a:pt x="307848" y="149352"/>
                </a:lnTo>
                <a:lnTo>
                  <a:pt x="307276" y="183094"/>
                </a:lnTo>
                <a:lnTo>
                  <a:pt x="305562" y="211264"/>
                </a:lnTo>
                <a:lnTo>
                  <a:pt x="298704" y="251460"/>
                </a:lnTo>
                <a:lnTo>
                  <a:pt x="276844" y="291965"/>
                </a:lnTo>
                <a:lnTo>
                  <a:pt x="234315" y="326517"/>
                </a:lnTo>
                <a:lnTo>
                  <a:pt x="214598" y="336518"/>
                </a:lnTo>
                <a:lnTo>
                  <a:pt x="192024" y="345948"/>
                </a:lnTo>
                <a:close/>
              </a:path>
              <a:path w="405764" h="393700">
                <a:moveTo>
                  <a:pt x="158496" y="164592"/>
                </a:moveTo>
                <a:lnTo>
                  <a:pt x="158496" y="149352"/>
                </a:lnTo>
                <a:lnTo>
                  <a:pt x="182757" y="149352"/>
                </a:lnTo>
                <a:lnTo>
                  <a:pt x="182880" y="152400"/>
                </a:lnTo>
                <a:lnTo>
                  <a:pt x="158496" y="164592"/>
                </a:lnTo>
                <a:close/>
              </a:path>
              <a:path w="405764" h="393700">
                <a:moveTo>
                  <a:pt x="30480" y="202692"/>
                </a:moveTo>
                <a:lnTo>
                  <a:pt x="13716" y="187451"/>
                </a:lnTo>
                <a:lnTo>
                  <a:pt x="167640" y="187451"/>
                </a:lnTo>
                <a:lnTo>
                  <a:pt x="187452" y="167640"/>
                </a:lnTo>
                <a:lnTo>
                  <a:pt x="216408" y="198120"/>
                </a:lnTo>
                <a:lnTo>
                  <a:pt x="71628" y="198120"/>
                </a:lnTo>
                <a:lnTo>
                  <a:pt x="60483" y="198405"/>
                </a:lnTo>
                <a:lnTo>
                  <a:pt x="49911" y="199263"/>
                </a:lnTo>
                <a:lnTo>
                  <a:pt x="39909" y="200691"/>
                </a:lnTo>
                <a:lnTo>
                  <a:pt x="30480" y="202692"/>
                </a:lnTo>
                <a:close/>
              </a:path>
              <a:path w="405764" h="393700">
                <a:moveTo>
                  <a:pt x="131064" y="330708"/>
                </a:moveTo>
                <a:lnTo>
                  <a:pt x="108204" y="330708"/>
                </a:lnTo>
                <a:lnTo>
                  <a:pt x="108204" y="198120"/>
                </a:lnTo>
                <a:lnTo>
                  <a:pt x="131064" y="198120"/>
                </a:lnTo>
                <a:lnTo>
                  <a:pt x="131064" y="259080"/>
                </a:lnTo>
                <a:lnTo>
                  <a:pt x="199720" y="259080"/>
                </a:lnTo>
                <a:lnTo>
                  <a:pt x="208788" y="269748"/>
                </a:lnTo>
                <a:lnTo>
                  <a:pt x="131064" y="269748"/>
                </a:lnTo>
                <a:lnTo>
                  <a:pt x="131064" y="330708"/>
                </a:lnTo>
                <a:close/>
              </a:path>
              <a:path w="405764" h="393700">
                <a:moveTo>
                  <a:pt x="6096" y="393192"/>
                </a:moveTo>
                <a:lnTo>
                  <a:pt x="0" y="390143"/>
                </a:lnTo>
                <a:lnTo>
                  <a:pt x="9715" y="370998"/>
                </a:lnTo>
                <a:lnTo>
                  <a:pt x="18288" y="350139"/>
                </a:lnTo>
                <a:lnTo>
                  <a:pt x="32004" y="303275"/>
                </a:lnTo>
                <a:lnTo>
                  <a:pt x="41148" y="256222"/>
                </a:lnTo>
                <a:lnTo>
                  <a:pt x="45720" y="214884"/>
                </a:lnTo>
                <a:lnTo>
                  <a:pt x="80772" y="233172"/>
                </a:lnTo>
                <a:lnTo>
                  <a:pt x="74223" y="238291"/>
                </a:lnTo>
                <a:lnTo>
                  <a:pt x="68389" y="248983"/>
                </a:lnTo>
                <a:lnTo>
                  <a:pt x="63403" y="265152"/>
                </a:lnTo>
                <a:lnTo>
                  <a:pt x="59436" y="286512"/>
                </a:lnTo>
                <a:lnTo>
                  <a:pt x="68269" y="297180"/>
                </a:lnTo>
                <a:lnTo>
                  <a:pt x="56388" y="297180"/>
                </a:lnTo>
                <a:lnTo>
                  <a:pt x="45529" y="326969"/>
                </a:lnTo>
                <a:lnTo>
                  <a:pt x="33527" y="352615"/>
                </a:lnTo>
                <a:lnTo>
                  <a:pt x="20383" y="374546"/>
                </a:lnTo>
                <a:lnTo>
                  <a:pt x="6096" y="393192"/>
                </a:lnTo>
                <a:close/>
              </a:path>
              <a:path w="405764" h="393700">
                <a:moveTo>
                  <a:pt x="199720" y="259080"/>
                </a:moveTo>
                <a:lnTo>
                  <a:pt x="163068" y="259080"/>
                </a:lnTo>
                <a:lnTo>
                  <a:pt x="182880" y="239268"/>
                </a:lnTo>
                <a:lnTo>
                  <a:pt x="199720" y="259080"/>
                </a:lnTo>
                <a:close/>
              </a:path>
              <a:path w="405764" h="393700">
                <a:moveTo>
                  <a:pt x="379476" y="333756"/>
                </a:moveTo>
                <a:lnTo>
                  <a:pt x="374904" y="333756"/>
                </a:lnTo>
                <a:lnTo>
                  <a:pt x="371706" y="327398"/>
                </a:lnTo>
                <a:lnTo>
                  <a:pt x="365760" y="316992"/>
                </a:lnTo>
                <a:lnTo>
                  <a:pt x="356663" y="303585"/>
                </a:lnTo>
                <a:lnTo>
                  <a:pt x="343281" y="288607"/>
                </a:lnTo>
                <a:lnTo>
                  <a:pt x="325897" y="272200"/>
                </a:lnTo>
                <a:lnTo>
                  <a:pt x="304800" y="254508"/>
                </a:lnTo>
                <a:lnTo>
                  <a:pt x="307848" y="248412"/>
                </a:lnTo>
                <a:lnTo>
                  <a:pt x="360616" y="274891"/>
                </a:lnTo>
                <a:lnTo>
                  <a:pt x="388620" y="303275"/>
                </a:lnTo>
                <a:lnTo>
                  <a:pt x="388620" y="312420"/>
                </a:lnTo>
                <a:lnTo>
                  <a:pt x="387096" y="318516"/>
                </a:lnTo>
                <a:lnTo>
                  <a:pt x="384048" y="324612"/>
                </a:lnTo>
                <a:lnTo>
                  <a:pt x="382524" y="330708"/>
                </a:lnTo>
                <a:lnTo>
                  <a:pt x="379476" y="333756"/>
                </a:lnTo>
                <a:close/>
              </a:path>
              <a:path w="405764" h="393700">
                <a:moveTo>
                  <a:pt x="304990" y="381309"/>
                </a:moveTo>
                <a:lnTo>
                  <a:pt x="250698" y="380047"/>
                </a:lnTo>
                <a:lnTo>
                  <a:pt x="208978" y="377356"/>
                </a:lnTo>
                <a:lnTo>
                  <a:pt x="159019" y="369165"/>
                </a:lnTo>
                <a:lnTo>
                  <a:pt x="109728" y="350519"/>
                </a:lnTo>
                <a:lnTo>
                  <a:pt x="70080" y="315158"/>
                </a:lnTo>
                <a:lnTo>
                  <a:pt x="56388" y="297180"/>
                </a:lnTo>
                <a:lnTo>
                  <a:pt x="68269" y="297180"/>
                </a:lnTo>
                <a:lnTo>
                  <a:pt x="69413" y="298561"/>
                </a:lnTo>
                <a:lnTo>
                  <a:pt x="80962" y="309753"/>
                </a:lnTo>
                <a:lnTo>
                  <a:pt x="93940" y="320373"/>
                </a:lnTo>
                <a:lnTo>
                  <a:pt x="108204" y="330708"/>
                </a:lnTo>
                <a:lnTo>
                  <a:pt x="131064" y="330708"/>
                </a:lnTo>
                <a:lnTo>
                  <a:pt x="131064" y="336804"/>
                </a:lnTo>
                <a:lnTo>
                  <a:pt x="177927" y="349186"/>
                </a:lnTo>
                <a:lnTo>
                  <a:pt x="249936" y="353568"/>
                </a:lnTo>
                <a:lnTo>
                  <a:pt x="404649" y="353877"/>
                </a:lnTo>
                <a:lnTo>
                  <a:pt x="391144" y="359568"/>
                </a:lnTo>
                <a:lnTo>
                  <a:pt x="380619" y="366141"/>
                </a:lnTo>
                <a:lnTo>
                  <a:pt x="374094" y="373284"/>
                </a:lnTo>
                <a:lnTo>
                  <a:pt x="371856" y="381000"/>
                </a:lnTo>
                <a:lnTo>
                  <a:pt x="304990" y="381309"/>
                </a:lnTo>
                <a:close/>
              </a:path>
              <a:path w="405764" h="393700">
                <a:moveTo>
                  <a:pt x="404649" y="353877"/>
                </a:moveTo>
                <a:lnTo>
                  <a:pt x="291369" y="353877"/>
                </a:lnTo>
                <a:lnTo>
                  <a:pt x="331089" y="352615"/>
                </a:lnTo>
                <a:lnTo>
                  <a:pt x="369093" y="349924"/>
                </a:lnTo>
                <a:lnTo>
                  <a:pt x="405384" y="345948"/>
                </a:lnTo>
                <a:lnTo>
                  <a:pt x="405384" y="353568"/>
                </a:lnTo>
                <a:lnTo>
                  <a:pt x="404649" y="35387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4387548" y="2569464"/>
            <a:ext cx="62865" cy="165100"/>
          </a:xfrm>
          <a:custGeom>
            <a:avLst/>
            <a:gdLst/>
            <a:ahLst/>
            <a:cxnLst/>
            <a:rect l="l" t="t" r="r" b="b"/>
            <a:pathLst>
              <a:path w="62864" h="165100">
                <a:moveTo>
                  <a:pt x="33575" y="164592"/>
                </a:moveTo>
                <a:lnTo>
                  <a:pt x="25955" y="164592"/>
                </a:lnTo>
                <a:lnTo>
                  <a:pt x="21383" y="163068"/>
                </a:lnTo>
                <a:lnTo>
                  <a:pt x="0" y="125801"/>
                </a:lnTo>
                <a:lnTo>
                  <a:pt x="1952" y="119062"/>
                </a:lnTo>
                <a:lnTo>
                  <a:pt x="5619" y="113752"/>
                </a:lnTo>
                <a:lnTo>
                  <a:pt x="10715" y="109728"/>
                </a:lnTo>
                <a:lnTo>
                  <a:pt x="18335" y="106680"/>
                </a:lnTo>
                <a:lnTo>
                  <a:pt x="24431" y="103632"/>
                </a:lnTo>
                <a:lnTo>
                  <a:pt x="36623" y="103632"/>
                </a:lnTo>
                <a:lnTo>
                  <a:pt x="44243" y="106680"/>
                </a:lnTo>
                <a:lnTo>
                  <a:pt x="50339" y="111252"/>
                </a:lnTo>
                <a:lnTo>
                  <a:pt x="57959" y="115824"/>
                </a:lnTo>
                <a:lnTo>
                  <a:pt x="61007" y="123444"/>
                </a:lnTo>
                <a:lnTo>
                  <a:pt x="61007" y="134112"/>
                </a:lnTo>
                <a:lnTo>
                  <a:pt x="39671" y="163068"/>
                </a:lnTo>
                <a:lnTo>
                  <a:pt x="33575" y="164592"/>
                </a:lnTo>
                <a:close/>
              </a:path>
              <a:path w="62864" h="165100">
                <a:moveTo>
                  <a:pt x="33575" y="60960"/>
                </a:moveTo>
                <a:lnTo>
                  <a:pt x="24431" y="60960"/>
                </a:lnTo>
                <a:lnTo>
                  <a:pt x="18335" y="57912"/>
                </a:lnTo>
                <a:lnTo>
                  <a:pt x="10715" y="53340"/>
                </a:lnTo>
                <a:lnTo>
                  <a:pt x="5619" y="48458"/>
                </a:lnTo>
                <a:lnTo>
                  <a:pt x="1952" y="42862"/>
                </a:lnTo>
                <a:lnTo>
                  <a:pt x="0" y="36409"/>
                </a:lnTo>
                <a:lnTo>
                  <a:pt x="47" y="28956"/>
                </a:lnTo>
                <a:lnTo>
                  <a:pt x="27479" y="0"/>
                </a:lnTo>
                <a:lnTo>
                  <a:pt x="36623" y="0"/>
                </a:lnTo>
                <a:lnTo>
                  <a:pt x="42719" y="1524"/>
                </a:lnTo>
                <a:lnTo>
                  <a:pt x="50339" y="6096"/>
                </a:lnTo>
                <a:lnTo>
                  <a:pt x="56102" y="9477"/>
                </a:lnTo>
                <a:lnTo>
                  <a:pt x="59864" y="14859"/>
                </a:lnTo>
                <a:lnTo>
                  <a:pt x="61912" y="21955"/>
                </a:lnTo>
                <a:lnTo>
                  <a:pt x="62531" y="30480"/>
                </a:lnTo>
                <a:lnTo>
                  <a:pt x="61674" y="38790"/>
                </a:lnTo>
                <a:lnTo>
                  <a:pt x="59102" y="45529"/>
                </a:lnTo>
                <a:lnTo>
                  <a:pt x="54816" y="50839"/>
                </a:lnTo>
                <a:lnTo>
                  <a:pt x="48815" y="54864"/>
                </a:lnTo>
                <a:lnTo>
                  <a:pt x="39671" y="57912"/>
                </a:lnTo>
                <a:lnTo>
                  <a:pt x="33575" y="6096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1751075" y="3838955"/>
            <a:ext cx="155575" cy="155575"/>
          </a:xfrm>
          <a:custGeom>
            <a:avLst/>
            <a:gdLst/>
            <a:ahLst/>
            <a:cxnLst/>
            <a:rect l="l" t="t" r="r" b="b"/>
            <a:pathLst>
              <a:path w="155575" h="155575">
                <a:moveTo>
                  <a:pt x="155448" y="155447"/>
                </a:moveTo>
                <a:lnTo>
                  <a:pt x="0" y="155447"/>
                </a:lnTo>
                <a:lnTo>
                  <a:pt x="0" y="0"/>
                </a:lnTo>
                <a:lnTo>
                  <a:pt x="155448" y="0"/>
                </a:lnTo>
                <a:lnTo>
                  <a:pt x="155448" y="155447"/>
                </a:lnTo>
                <a:close/>
              </a:path>
            </a:pathLst>
          </a:custGeom>
          <a:solidFill>
            <a:srgbClr val="3333C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2119884" y="3645407"/>
            <a:ext cx="1564005" cy="413384"/>
          </a:xfrm>
          <a:custGeom>
            <a:avLst/>
            <a:gdLst/>
            <a:ahLst/>
            <a:cxnLst/>
            <a:rect l="l" t="t" r="r" b="b"/>
            <a:pathLst>
              <a:path w="1564004" h="413385">
                <a:moveTo>
                  <a:pt x="262128" y="204228"/>
                </a:moveTo>
                <a:lnTo>
                  <a:pt x="144780" y="204228"/>
                </a:lnTo>
                <a:lnTo>
                  <a:pt x="144780" y="242328"/>
                </a:lnTo>
                <a:lnTo>
                  <a:pt x="219456" y="242328"/>
                </a:lnTo>
                <a:lnTo>
                  <a:pt x="219456" y="326148"/>
                </a:lnTo>
                <a:lnTo>
                  <a:pt x="170688" y="335864"/>
                </a:lnTo>
                <a:lnTo>
                  <a:pt x="152400" y="336816"/>
                </a:lnTo>
                <a:lnTo>
                  <a:pt x="140347" y="336245"/>
                </a:lnTo>
                <a:lnTo>
                  <a:pt x="99098" y="322757"/>
                </a:lnTo>
                <a:lnTo>
                  <a:pt x="68122" y="293192"/>
                </a:lnTo>
                <a:lnTo>
                  <a:pt x="49568" y="247726"/>
                </a:lnTo>
                <a:lnTo>
                  <a:pt x="45720" y="204228"/>
                </a:lnTo>
                <a:lnTo>
                  <a:pt x="47447" y="176174"/>
                </a:lnTo>
                <a:lnTo>
                  <a:pt x="61785" y="129209"/>
                </a:lnTo>
                <a:lnTo>
                  <a:pt x="89763" y="94615"/>
                </a:lnTo>
                <a:lnTo>
                  <a:pt x="127393" y="76949"/>
                </a:lnTo>
                <a:lnTo>
                  <a:pt x="149352" y="74688"/>
                </a:lnTo>
                <a:lnTo>
                  <a:pt x="159346" y="74968"/>
                </a:lnTo>
                <a:lnTo>
                  <a:pt x="202311" y="84023"/>
                </a:lnTo>
                <a:lnTo>
                  <a:pt x="240792" y="103644"/>
                </a:lnTo>
                <a:lnTo>
                  <a:pt x="251460" y="112788"/>
                </a:lnTo>
                <a:lnTo>
                  <a:pt x="257556" y="117360"/>
                </a:lnTo>
                <a:lnTo>
                  <a:pt x="260604" y="117360"/>
                </a:lnTo>
                <a:lnTo>
                  <a:pt x="260604" y="65544"/>
                </a:lnTo>
                <a:lnTo>
                  <a:pt x="256032" y="62496"/>
                </a:lnTo>
                <a:lnTo>
                  <a:pt x="248412" y="59448"/>
                </a:lnTo>
                <a:lnTo>
                  <a:pt x="239268" y="56400"/>
                </a:lnTo>
                <a:lnTo>
                  <a:pt x="232664" y="53251"/>
                </a:lnTo>
                <a:lnTo>
                  <a:pt x="226504" y="50685"/>
                </a:lnTo>
                <a:lnTo>
                  <a:pt x="220611" y="48679"/>
                </a:lnTo>
                <a:lnTo>
                  <a:pt x="214884" y="47256"/>
                </a:lnTo>
                <a:lnTo>
                  <a:pt x="200977" y="42875"/>
                </a:lnTo>
                <a:lnTo>
                  <a:pt x="155448" y="38112"/>
                </a:lnTo>
                <a:lnTo>
                  <a:pt x="138582" y="38696"/>
                </a:lnTo>
                <a:lnTo>
                  <a:pt x="91440" y="48780"/>
                </a:lnTo>
                <a:lnTo>
                  <a:pt x="53289" y="72351"/>
                </a:lnTo>
                <a:lnTo>
                  <a:pt x="24574" y="106121"/>
                </a:lnTo>
                <a:lnTo>
                  <a:pt x="7061" y="151091"/>
                </a:lnTo>
                <a:lnTo>
                  <a:pt x="0" y="205752"/>
                </a:lnTo>
                <a:lnTo>
                  <a:pt x="825" y="225755"/>
                </a:lnTo>
                <a:lnTo>
                  <a:pt x="12192" y="278904"/>
                </a:lnTo>
                <a:lnTo>
                  <a:pt x="32969" y="319620"/>
                </a:lnTo>
                <a:lnTo>
                  <a:pt x="65341" y="350151"/>
                </a:lnTo>
                <a:lnTo>
                  <a:pt x="106337" y="367601"/>
                </a:lnTo>
                <a:lnTo>
                  <a:pt x="153924" y="373392"/>
                </a:lnTo>
                <a:lnTo>
                  <a:pt x="171069" y="373202"/>
                </a:lnTo>
                <a:lnTo>
                  <a:pt x="214884" y="364248"/>
                </a:lnTo>
                <a:lnTo>
                  <a:pt x="227266" y="359676"/>
                </a:lnTo>
                <a:lnTo>
                  <a:pt x="249936" y="352056"/>
                </a:lnTo>
                <a:lnTo>
                  <a:pt x="256032" y="347484"/>
                </a:lnTo>
                <a:lnTo>
                  <a:pt x="262128" y="345960"/>
                </a:lnTo>
                <a:lnTo>
                  <a:pt x="262128" y="204228"/>
                </a:lnTo>
                <a:close/>
              </a:path>
              <a:path w="1564004" h="413385">
                <a:moveTo>
                  <a:pt x="426707" y="205740"/>
                </a:moveTo>
                <a:lnTo>
                  <a:pt x="303263" y="205740"/>
                </a:lnTo>
                <a:lnTo>
                  <a:pt x="303263" y="245376"/>
                </a:lnTo>
                <a:lnTo>
                  <a:pt x="426707" y="245376"/>
                </a:lnTo>
                <a:lnTo>
                  <a:pt x="426707" y="205740"/>
                </a:lnTo>
                <a:close/>
              </a:path>
              <a:path w="1564004" h="413385">
                <a:moveTo>
                  <a:pt x="678180" y="275856"/>
                </a:moveTo>
                <a:lnTo>
                  <a:pt x="669810" y="234911"/>
                </a:lnTo>
                <a:lnTo>
                  <a:pt x="642556" y="205943"/>
                </a:lnTo>
                <a:lnTo>
                  <a:pt x="606996" y="191274"/>
                </a:lnTo>
                <a:lnTo>
                  <a:pt x="554494" y="178193"/>
                </a:lnTo>
                <a:lnTo>
                  <a:pt x="547116" y="176796"/>
                </a:lnTo>
                <a:lnTo>
                  <a:pt x="537413" y="173075"/>
                </a:lnTo>
                <a:lnTo>
                  <a:pt x="507682" y="144792"/>
                </a:lnTo>
                <a:lnTo>
                  <a:pt x="504444" y="126504"/>
                </a:lnTo>
                <a:lnTo>
                  <a:pt x="505599" y="115404"/>
                </a:lnTo>
                <a:lnTo>
                  <a:pt x="533984" y="82397"/>
                </a:lnTo>
                <a:lnTo>
                  <a:pt x="571500" y="74688"/>
                </a:lnTo>
                <a:lnTo>
                  <a:pt x="584949" y="75488"/>
                </a:lnTo>
                <a:lnTo>
                  <a:pt x="623316" y="85356"/>
                </a:lnTo>
                <a:lnTo>
                  <a:pt x="662940" y="109740"/>
                </a:lnTo>
                <a:lnTo>
                  <a:pt x="665988" y="109740"/>
                </a:lnTo>
                <a:lnTo>
                  <a:pt x="665988" y="57924"/>
                </a:lnTo>
                <a:lnTo>
                  <a:pt x="655408" y="53606"/>
                </a:lnTo>
                <a:lnTo>
                  <a:pt x="608330" y="40678"/>
                </a:lnTo>
                <a:lnTo>
                  <a:pt x="569976" y="38112"/>
                </a:lnTo>
                <a:lnTo>
                  <a:pt x="547090" y="39801"/>
                </a:lnTo>
                <a:lnTo>
                  <a:pt x="507606" y="52895"/>
                </a:lnTo>
                <a:lnTo>
                  <a:pt x="477596" y="78346"/>
                </a:lnTo>
                <a:lnTo>
                  <a:pt x="460248" y="131076"/>
                </a:lnTo>
                <a:lnTo>
                  <a:pt x="460552" y="139928"/>
                </a:lnTo>
                <a:lnTo>
                  <a:pt x="472821" y="177177"/>
                </a:lnTo>
                <a:lnTo>
                  <a:pt x="511556" y="209156"/>
                </a:lnTo>
                <a:lnTo>
                  <a:pt x="559130" y="224155"/>
                </a:lnTo>
                <a:lnTo>
                  <a:pt x="572262" y="226936"/>
                </a:lnTo>
                <a:lnTo>
                  <a:pt x="585978" y="230276"/>
                </a:lnTo>
                <a:lnTo>
                  <a:pt x="623316" y="249948"/>
                </a:lnTo>
                <a:lnTo>
                  <a:pt x="633984" y="281952"/>
                </a:lnTo>
                <a:lnTo>
                  <a:pt x="632841" y="293712"/>
                </a:lnTo>
                <a:lnTo>
                  <a:pt x="605409" y="327571"/>
                </a:lnTo>
                <a:lnTo>
                  <a:pt x="560832" y="335292"/>
                </a:lnTo>
                <a:lnTo>
                  <a:pt x="548233" y="334695"/>
                </a:lnTo>
                <a:lnTo>
                  <a:pt x="509016" y="324624"/>
                </a:lnTo>
                <a:lnTo>
                  <a:pt x="471716" y="303618"/>
                </a:lnTo>
                <a:lnTo>
                  <a:pt x="460248" y="294144"/>
                </a:lnTo>
                <a:lnTo>
                  <a:pt x="457200" y="294144"/>
                </a:lnTo>
                <a:lnTo>
                  <a:pt x="457200" y="347484"/>
                </a:lnTo>
                <a:lnTo>
                  <a:pt x="468642" y="352907"/>
                </a:lnTo>
                <a:lnTo>
                  <a:pt x="517588" y="368884"/>
                </a:lnTo>
                <a:lnTo>
                  <a:pt x="563880" y="373392"/>
                </a:lnTo>
                <a:lnTo>
                  <a:pt x="578167" y="372833"/>
                </a:lnTo>
                <a:lnTo>
                  <a:pt x="623290" y="361784"/>
                </a:lnTo>
                <a:lnTo>
                  <a:pt x="655764" y="337286"/>
                </a:lnTo>
                <a:lnTo>
                  <a:pt x="673671" y="303288"/>
                </a:lnTo>
                <a:lnTo>
                  <a:pt x="677621" y="285000"/>
                </a:lnTo>
                <a:lnTo>
                  <a:pt x="678180" y="275856"/>
                </a:lnTo>
                <a:close/>
              </a:path>
              <a:path w="1564004" h="413385">
                <a:moveTo>
                  <a:pt x="925055" y="64008"/>
                </a:moveTo>
                <a:lnTo>
                  <a:pt x="916825" y="54864"/>
                </a:lnTo>
                <a:lnTo>
                  <a:pt x="897623" y="33528"/>
                </a:lnTo>
                <a:lnTo>
                  <a:pt x="876287" y="54864"/>
                </a:lnTo>
                <a:lnTo>
                  <a:pt x="800087" y="54864"/>
                </a:lnTo>
                <a:lnTo>
                  <a:pt x="805281" y="47434"/>
                </a:lnTo>
                <a:lnTo>
                  <a:pt x="809612" y="41148"/>
                </a:lnTo>
                <a:lnTo>
                  <a:pt x="813384" y="36004"/>
                </a:lnTo>
                <a:lnTo>
                  <a:pt x="816851" y="32004"/>
                </a:lnTo>
                <a:lnTo>
                  <a:pt x="825995" y="22860"/>
                </a:lnTo>
                <a:lnTo>
                  <a:pt x="833615" y="19812"/>
                </a:lnTo>
                <a:lnTo>
                  <a:pt x="798563" y="0"/>
                </a:lnTo>
                <a:lnTo>
                  <a:pt x="776465" y="55054"/>
                </a:lnTo>
                <a:lnTo>
                  <a:pt x="754367" y="92964"/>
                </a:lnTo>
                <a:lnTo>
                  <a:pt x="726732" y="129184"/>
                </a:lnTo>
                <a:lnTo>
                  <a:pt x="719315" y="137160"/>
                </a:lnTo>
                <a:lnTo>
                  <a:pt x="722363" y="143256"/>
                </a:lnTo>
                <a:lnTo>
                  <a:pt x="753440" y="117119"/>
                </a:lnTo>
                <a:lnTo>
                  <a:pt x="786638" y="76923"/>
                </a:lnTo>
                <a:lnTo>
                  <a:pt x="795515" y="64008"/>
                </a:lnTo>
                <a:lnTo>
                  <a:pt x="824471" y="64008"/>
                </a:lnTo>
                <a:lnTo>
                  <a:pt x="830757" y="71729"/>
                </a:lnTo>
                <a:lnTo>
                  <a:pt x="835901" y="78867"/>
                </a:lnTo>
                <a:lnTo>
                  <a:pt x="839901" y="85445"/>
                </a:lnTo>
                <a:lnTo>
                  <a:pt x="842759" y="91440"/>
                </a:lnTo>
                <a:lnTo>
                  <a:pt x="842759" y="99060"/>
                </a:lnTo>
                <a:lnTo>
                  <a:pt x="844283" y="105156"/>
                </a:lnTo>
                <a:lnTo>
                  <a:pt x="845807" y="109728"/>
                </a:lnTo>
                <a:lnTo>
                  <a:pt x="848855" y="115824"/>
                </a:lnTo>
                <a:lnTo>
                  <a:pt x="854951" y="115824"/>
                </a:lnTo>
                <a:lnTo>
                  <a:pt x="861047" y="112776"/>
                </a:lnTo>
                <a:lnTo>
                  <a:pt x="862571" y="111252"/>
                </a:lnTo>
                <a:lnTo>
                  <a:pt x="865619" y="105156"/>
                </a:lnTo>
                <a:lnTo>
                  <a:pt x="868667" y="97536"/>
                </a:lnTo>
                <a:lnTo>
                  <a:pt x="868387" y="90373"/>
                </a:lnTo>
                <a:lnTo>
                  <a:pt x="862952" y="82486"/>
                </a:lnTo>
                <a:lnTo>
                  <a:pt x="852385" y="73748"/>
                </a:lnTo>
                <a:lnTo>
                  <a:pt x="836663" y="64008"/>
                </a:lnTo>
                <a:lnTo>
                  <a:pt x="925055" y="64008"/>
                </a:lnTo>
                <a:close/>
              </a:path>
              <a:path w="1564004" h="413385">
                <a:moveTo>
                  <a:pt x="1106411" y="67056"/>
                </a:moveTo>
                <a:lnTo>
                  <a:pt x="1097343" y="56388"/>
                </a:lnTo>
                <a:lnTo>
                  <a:pt x="1080503" y="36576"/>
                </a:lnTo>
                <a:lnTo>
                  <a:pt x="1059167" y="56388"/>
                </a:lnTo>
                <a:lnTo>
                  <a:pt x="966203" y="56388"/>
                </a:lnTo>
                <a:lnTo>
                  <a:pt x="969657" y="50914"/>
                </a:lnTo>
                <a:lnTo>
                  <a:pt x="998207" y="22860"/>
                </a:lnTo>
                <a:lnTo>
                  <a:pt x="967727" y="1524"/>
                </a:lnTo>
                <a:lnTo>
                  <a:pt x="947915" y="50292"/>
                </a:lnTo>
                <a:lnTo>
                  <a:pt x="918565" y="97878"/>
                </a:lnTo>
                <a:lnTo>
                  <a:pt x="908291" y="111252"/>
                </a:lnTo>
                <a:lnTo>
                  <a:pt x="912863" y="115824"/>
                </a:lnTo>
                <a:lnTo>
                  <a:pt x="919467" y="110096"/>
                </a:lnTo>
                <a:lnTo>
                  <a:pt x="925626" y="104203"/>
                </a:lnTo>
                <a:lnTo>
                  <a:pt x="931519" y="98044"/>
                </a:lnTo>
                <a:lnTo>
                  <a:pt x="942962" y="84848"/>
                </a:lnTo>
                <a:lnTo>
                  <a:pt x="948677" y="78676"/>
                </a:lnTo>
                <a:lnTo>
                  <a:pt x="954392" y="72796"/>
                </a:lnTo>
                <a:lnTo>
                  <a:pt x="960107" y="67056"/>
                </a:lnTo>
                <a:lnTo>
                  <a:pt x="1002779" y="67056"/>
                </a:lnTo>
                <a:lnTo>
                  <a:pt x="1036307" y="109728"/>
                </a:lnTo>
                <a:lnTo>
                  <a:pt x="1039355" y="114300"/>
                </a:lnTo>
                <a:lnTo>
                  <a:pt x="1040879" y="117348"/>
                </a:lnTo>
                <a:lnTo>
                  <a:pt x="1045451" y="117348"/>
                </a:lnTo>
                <a:lnTo>
                  <a:pt x="1051547" y="111252"/>
                </a:lnTo>
                <a:lnTo>
                  <a:pt x="1056119" y="108204"/>
                </a:lnTo>
                <a:lnTo>
                  <a:pt x="1057643" y="102108"/>
                </a:lnTo>
                <a:lnTo>
                  <a:pt x="1057643" y="92964"/>
                </a:lnTo>
                <a:lnTo>
                  <a:pt x="1054836" y="86995"/>
                </a:lnTo>
                <a:lnTo>
                  <a:pt x="1046594" y="80581"/>
                </a:lnTo>
                <a:lnTo>
                  <a:pt x="1033221" y="73901"/>
                </a:lnTo>
                <a:lnTo>
                  <a:pt x="1014971" y="67056"/>
                </a:lnTo>
                <a:lnTo>
                  <a:pt x="1106411" y="67056"/>
                </a:lnTo>
                <a:close/>
              </a:path>
              <a:path w="1564004" h="413385">
                <a:moveTo>
                  <a:pt x="1114031" y="323088"/>
                </a:moveTo>
                <a:lnTo>
                  <a:pt x="1104887" y="313944"/>
                </a:lnTo>
                <a:lnTo>
                  <a:pt x="1082027" y="291084"/>
                </a:lnTo>
                <a:lnTo>
                  <a:pt x="1057643" y="313944"/>
                </a:lnTo>
                <a:lnTo>
                  <a:pt x="979919" y="313944"/>
                </a:lnTo>
                <a:lnTo>
                  <a:pt x="979919" y="260604"/>
                </a:lnTo>
                <a:lnTo>
                  <a:pt x="1005827" y="260604"/>
                </a:lnTo>
                <a:lnTo>
                  <a:pt x="1005827" y="278892"/>
                </a:lnTo>
                <a:lnTo>
                  <a:pt x="1031735" y="268224"/>
                </a:lnTo>
                <a:lnTo>
                  <a:pt x="1031290" y="260604"/>
                </a:lnTo>
                <a:lnTo>
                  <a:pt x="1030859" y="253365"/>
                </a:lnTo>
                <a:lnTo>
                  <a:pt x="1030795" y="251460"/>
                </a:lnTo>
                <a:lnTo>
                  <a:pt x="1030401" y="240792"/>
                </a:lnTo>
                <a:lnTo>
                  <a:pt x="1030236" y="230505"/>
                </a:lnTo>
                <a:lnTo>
                  <a:pt x="1030211" y="214884"/>
                </a:lnTo>
                <a:lnTo>
                  <a:pt x="1030211" y="204216"/>
                </a:lnTo>
                <a:lnTo>
                  <a:pt x="1030211" y="170688"/>
                </a:lnTo>
                <a:lnTo>
                  <a:pt x="1030211" y="160020"/>
                </a:lnTo>
                <a:lnTo>
                  <a:pt x="1030211" y="132588"/>
                </a:lnTo>
                <a:lnTo>
                  <a:pt x="1033703" y="129540"/>
                </a:lnTo>
                <a:lnTo>
                  <a:pt x="1042403" y="121920"/>
                </a:lnTo>
                <a:lnTo>
                  <a:pt x="1037831" y="118872"/>
                </a:lnTo>
                <a:lnTo>
                  <a:pt x="1014971" y="103632"/>
                </a:lnTo>
                <a:lnTo>
                  <a:pt x="1005827" y="116700"/>
                </a:lnTo>
                <a:lnTo>
                  <a:pt x="1005827" y="129540"/>
                </a:lnTo>
                <a:lnTo>
                  <a:pt x="1005827" y="160020"/>
                </a:lnTo>
                <a:lnTo>
                  <a:pt x="1005827" y="170688"/>
                </a:lnTo>
                <a:lnTo>
                  <a:pt x="1005827" y="204216"/>
                </a:lnTo>
                <a:lnTo>
                  <a:pt x="1005827" y="214884"/>
                </a:lnTo>
                <a:lnTo>
                  <a:pt x="1005827" y="251460"/>
                </a:lnTo>
                <a:lnTo>
                  <a:pt x="955535" y="251460"/>
                </a:lnTo>
                <a:lnTo>
                  <a:pt x="955535" y="260604"/>
                </a:lnTo>
                <a:lnTo>
                  <a:pt x="955535" y="315468"/>
                </a:lnTo>
                <a:lnTo>
                  <a:pt x="870191" y="315468"/>
                </a:lnTo>
                <a:lnTo>
                  <a:pt x="871486" y="302615"/>
                </a:lnTo>
                <a:lnTo>
                  <a:pt x="873048" y="288607"/>
                </a:lnTo>
                <a:lnTo>
                  <a:pt x="874268" y="274967"/>
                </a:lnTo>
                <a:lnTo>
                  <a:pt x="874763" y="260604"/>
                </a:lnTo>
                <a:lnTo>
                  <a:pt x="955535" y="260604"/>
                </a:lnTo>
                <a:lnTo>
                  <a:pt x="955535" y="251460"/>
                </a:lnTo>
                <a:lnTo>
                  <a:pt x="818375" y="251460"/>
                </a:lnTo>
                <a:lnTo>
                  <a:pt x="818375" y="214884"/>
                </a:lnTo>
                <a:lnTo>
                  <a:pt x="1005827" y="214884"/>
                </a:lnTo>
                <a:lnTo>
                  <a:pt x="1005827" y="204216"/>
                </a:lnTo>
                <a:lnTo>
                  <a:pt x="818375" y="204216"/>
                </a:lnTo>
                <a:lnTo>
                  <a:pt x="818375" y="170688"/>
                </a:lnTo>
                <a:lnTo>
                  <a:pt x="1005827" y="170688"/>
                </a:lnTo>
                <a:lnTo>
                  <a:pt x="1005827" y="160020"/>
                </a:lnTo>
                <a:lnTo>
                  <a:pt x="818375" y="160020"/>
                </a:lnTo>
                <a:lnTo>
                  <a:pt x="818375" y="129540"/>
                </a:lnTo>
                <a:lnTo>
                  <a:pt x="1005827" y="129540"/>
                </a:lnTo>
                <a:lnTo>
                  <a:pt x="1005827" y="116700"/>
                </a:lnTo>
                <a:lnTo>
                  <a:pt x="1004303" y="118872"/>
                </a:lnTo>
                <a:lnTo>
                  <a:pt x="818375" y="118872"/>
                </a:lnTo>
                <a:lnTo>
                  <a:pt x="790943" y="105156"/>
                </a:lnTo>
                <a:lnTo>
                  <a:pt x="792073" y="113728"/>
                </a:lnTo>
                <a:lnTo>
                  <a:pt x="793038" y="128016"/>
                </a:lnTo>
                <a:lnTo>
                  <a:pt x="793737" y="148018"/>
                </a:lnTo>
                <a:lnTo>
                  <a:pt x="793991" y="173736"/>
                </a:lnTo>
                <a:lnTo>
                  <a:pt x="794639" y="202031"/>
                </a:lnTo>
                <a:lnTo>
                  <a:pt x="794562" y="230505"/>
                </a:lnTo>
                <a:lnTo>
                  <a:pt x="794283" y="251460"/>
                </a:lnTo>
                <a:lnTo>
                  <a:pt x="794181" y="260604"/>
                </a:lnTo>
                <a:lnTo>
                  <a:pt x="793991" y="283464"/>
                </a:lnTo>
                <a:lnTo>
                  <a:pt x="818375" y="275844"/>
                </a:lnTo>
                <a:lnTo>
                  <a:pt x="818375" y="260604"/>
                </a:lnTo>
                <a:lnTo>
                  <a:pt x="848855" y="260604"/>
                </a:lnTo>
                <a:lnTo>
                  <a:pt x="847737" y="274967"/>
                </a:lnTo>
                <a:lnTo>
                  <a:pt x="846620" y="288607"/>
                </a:lnTo>
                <a:lnTo>
                  <a:pt x="845489" y="301967"/>
                </a:lnTo>
                <a:lnTo>
                  <a:pt x="844283" y="315468"/>
                </a:lnTo>
                <a:lnTo>
                  <a:pt x="710171" y="315468"/>
                </a:lnTo>
                <a:lnTo>
                  <a:pt x="725411" y="330708"/>
                </a:lnTo>
                <a:lnTo>
                  <a:pt x="735063" y="328714"/>
                </a:lnTo>
                <a:lnTo>
                  <a:pt x="745413" y="327279"/>
                </a:lnTo>
                <a:lnTo>
                  <a:pt x="756069" y="326428"/>
                </a:lnTo>
                <a:lnTo>
                  <a:pt x="766559" y="326136"/>
                </a:lnTo>
                <a:lnTo>
                  <a:pt x="842759" y="326136"/>
                </a:lnTo>
                <a:lnTo>
                  <a:pt x="817905" y="362140"/>
                </a:lnTo>
                <a:lnTo>
                  <a:pt x="774941" y="389953"/>
                </a:lnTo>
                <a:lnTo>
                  <a:pt x="729983" y="406908"/>
                </a:lnTo>
                <a:lnTo>
                  <a:pt x="733031" y="413004"/>
                </a:lnTo>
                <a:lnTo>
                  <a:pt x="776084" y="402526"/>
                </a:lnTo>
                <a:lnTo>
                  <a:pt x="816851" y="384048"/>
                </a:lnTo>
                <a:lnTo>
                  <a:pt x="849045" y="359092"/>
                </a:lnTo>
                <a:lnTo>
                  <a:pt x="868667" y="326136"/>
                </a:lnTo>
                <a:lnTo>
                  <a:pt x="955535" y="326136"/>
                </a:lnTo>
                <a:lnTo>
                  <a:pt x="955306" y="344424"/>
                </a:lnTo>
                <a:lnTo>
                  <a:pt x="954417" y="380987"/>
                </a:lnTo>
                <a:lnTo>
                  <a:pt x="954239" y="389953"/>
                </a:lnTo>
                <a:lnTo>
                  <a:pt x="954011" y="413004"/>
                </a:lnTo>
                <a:lnTo>
                  <a:pt x="981443" y="400812"/>
                </a:lnTo>
                <a:lnTo>
                  <a:pt x="980630" y="389953"/>
                </a:lnTo>
                <a:lnTo>
                  <a:pt x="980541" y="387858"/>
                </a:lnTo>
                <a:lnTo>
                  <a:pt x="980122" y="372643"/>
                </a:lnTo>
                <a:lnTo>
                  <a:pt x="980033" y="362140"/>
                </a:lnTo>
                <a:lnTo>
                  <a:pt x="979932" y="326136"/>
                </a:lnTo>
                <a:lnTo>
                  <a:pt x="979919" y="323088"/>
                </a:lnTo>
                <a:lnTo>
                  <a:pt x="1114031" y="323088"/>
                </a:lnTo>
                <a:close/>
              </a:path>
              <a:path w="1564004" h="413385">
                <a:moveTo>
                  <a:pt x="1217676" y="167640"/>
                </a:moveTo>
                <a:lnTo>
                  <a:pt x="1213713" y="157429"/>
                </a:lnTo>
                <a:lnTo>
                  <a:pt x="1202055" y="145351"/>
                </a:lnTo>
                <a:lnTo>
                  <a:pt x="1182954" y="131851"/>
                </a:lnTo>
                <a:lnTo>
                  <a:pt x="1156716" y="117348"/>
                </a:lnTo>
                <a:lnTo>
                  <a:pt x="1153668" y="121920"/>
                </a:lnTo>
                <a:lnTo>
                  <a:pt x="1167117" y="138239"/>
                </a:lnTo>
                <a:lnTo>
                  <a:pt x="1177861" y="152971"/>
                </a:lnTo>
                <a:lnTo>
                  <a:pt x="1186027" y="166293"/>
                </a:lnTo>
                <a:lnTo>
                  <a:pt x="1191768" y="178308"/>
                </a:lnTo>
                <a:lnTo>
                  <a:pt x="1195235" y="188010"/>
                </a:lnTo>
                <a:lnTo>
                  <a:pt x="1199007" y="194119"/>
                </a:lnTo>
                <a:lnTo>
                  <a:pt x="1203337" y="196532"/>
                </a:lnTo>
                <a:lnTo>
                  <a:pt x="1208532" y="195072"/>
                </a:lnTo>
                <a:lnTo>
                  <a:pt x="1212532" y="190792"/>
                </a:lnTo>
                <a:lnTo>
                  <a:pt x="1215390" y="184785"/>
                </a:lnTo>
                <a:lnTo>
                  <a:pt x="1217104" y="177076"/>
                </a:lnTo>
                <a:lnTo>
                  <a:pt x="1217676" y="167640"/>
                </a:lnTo>
                <a:close/>
              </a:path>
              <a:path w="1564004" h="413385">
                <a:moveTo>
                  <a:pt x="1254252" y="67056"/>
                </a:moveTo>
                <a:lnTo>
                  <a:pt x="1217739" y="26962"/>
                </a:lnTo>
                <a:lnTo>
                  <a:pt x="1196340" y="15240"/>
                </a:lnTo>
                <a:lnTo>
                  <a:pt x="1193292" y="21336"/>
                </a:lnTo>
                <a:lnTo>
                  <a:pt x="1204976" y="36537"/>
                </a:lnTo>
                <a:lnTo>
                  <a:pt x="1214818" y="50292"/>
                </a:lnTo>
                <a:lnTo>
                  <a:pt x="1222641" y="62915"/>
                </a:lnTo>
                <a:lnTo>
                  <a:pt x="1228344" y="74676"/>
                </a:lnTo>
                <a:lnTo>
                  <a:pt x="1231392" y="86868"/>
                </a:lnTo>
                <a:lnTo>
                  <a:pt x="1234440" y="92964"/>
                </a:lnTo>
                <a:lnTo>
                  <a:pt x="1240536" y="92964"/>
                </a:lnTo>
                <a:lnTo>
                  <a:pt x="1248156" y="85344"/>
                </a:lnTo>
                <a:lnTo>
                  <a:pt x="1254252" y="76200"/>
                </a:lnTo>
                <a:lnTo>
                  <a:pt x="1254252" y="67056"/>
                </a:lnTo>
                <a:close/>
              </a:path>
              <a:path w="1564004" h="413385">
                <a:moveTo>
                  <a:pt x="1298448" y="79248"/>
                </a:moveTo>
                <a:lnTo>
                  <a:pt x="1292352" y="76200"/>
                </a:lnTo>
                <a:lnTo>
                  <a:pt x="1260652" y="152196"/>
                </a:lnTo>
                <a:lnTo>
                  <a:pt x="1236535" y="208597"/>
                </a:lnTo>
                <a:lnTo>
                  <a:pt x="1220127" y="245300"/>
                </a:lnTo>
                <a:lnTo>
                  <a:pt x="1211580" y="262128"/>
                </a:lnTo>
                <a:lnTo>
                  <a:pt x="1205484" y="271272"/>
                </a:lnTo>
                <a:lnTo>
                  <a:pt x="1199388" y="277368"/>
                </a:lnTo>
                <a:lnTo>
                  <a:pt x="1193292" y="277368"/>
                </a:lnTo>
                <a:lnTo>
                  <a:pt x="1188186" y="277990"/>
                </a:lnTo>
                <a:lnTo>
                  <a:pt x="1179957" y="277749"/>
                </a:lnTo>
                <a:lnTo>
                  <a:pt x="1155192" y="275844"/>
                </a:lnTo>
                <a:lnTo>
                  <a:pt x="1155192" y="281940"/>
                </a:lnTo>
                <a:lnTo>
                  <a:pt x="1193292" y="300228"/>
                </a:lnTo>
                <a:lnTo>
                  <a:pt x="1196340" y="307848"/>
                </a:lnTo>
                <a:lnTo>
                  <a:pt x="1196251" y="316992"/>
                </a:lnTo>
                <a:lnTo>
                  <a:pt x="1188885" y="351243"/>
                </a:lnTo>
                <a:lnTo>
                  <a:pt x="1187005" y="358140"/>
                </a:lnTo>
                <a:lnTo>
                  <a:pt x="1185976" y="363905"/>
                </a:lnTo>
                <a:lnTo>
                  <a:pt x="1185672" y="368808"/>
                </a:lnTo>
                <a:lnTo>
                  <a:pt x="1185672" y="377952"/>
                </a:lnTo>
                <a:lnTo>
                  <a:pt x="1190244" y="382524"/>
                </a:lnTo>
                <a:lnTo>
                  <a:pt x="1196340" y="384048"/>
                </a:lnTo>
                <a:lnTo>
                  <a:pt x="1203960" y="387096"/>
                </a:lnTo>
                <a:lnTo>
                  <a:pt x="1210056" y="388620"/>
                </a:lnTo>
                <a:lnTo>
                  <a:pt x="1219200" y="388620"/>
                </a:lnTo>
                <a:lnTo>
                  <a:pt x="1222248" y="385572"/>
                </a:lnTo>
                <a:lnTo>
                  <a:pt x="1222248" y="381000"/>
                </a:lnTo>
                <a:lnTo>
                  <a:pt x="1221359" y="373913"/>
                </a:lnTo>
                <a:lnTo>
                  <a:pt x="1220901" y="363905"/>
                </a:lnTo>
                <a:lnTo>
                  <a:pt x="1220774" y="355092"/>
                </a:lnTo>
                <a:lnTo>
                  <a:pt x="1220685" y="337566"/>
                </a:lnTo>
                <a:lnTo>
                  <a:pt x="1220317" y="327571"/>
                </a:lnTo>
                <a:lnTo>
                  <a:pt x="1225296" y="284988"/>
                </a:lnTo>
                <a:lnTo>
                  <a:pt x="1247013" y="222123"/>
                </a:lnTo>
                <a:lnTo>
                  <a:pt x="1269009" y="160693"/>
                </a:lnTo>
                <a:lnTo>
                  <a:pt x="1298448" y="79248"/>
                </a:lnTo>
                <a:close/>
              </a:path>
              <a:path w="1564004" h="413385">
                <a:moveTo>
                  <a:pt x="1563624" y="214884"/>
                </a:moveTo>
                <a:lnTo>
                  <a:pt x="1534668" y="182880"/>
                </a:lnTo>
                <a:lnTo>
                  <a:pt x="1513332" y="204216"/>
                </a:lnTo>
                <a:lnTo>
                  <a:pt x="1420368" y="204216"/>
                </a:lnTo>
                <a:lnTo>
                  <a:pt x="1420368" y="109728"/>
                </a:lnTo>
                <a:lnTo>
                  <a:pt x="1536192" y="109728"/>
                </a:lnTo>
                <a:lnTo>
                  <a:pt x="1507236" y="80772"/>
                </a:lnTo>
                <a:lnTo>
                  <a:pt x="1488948" y="99060"/>
                </a:lnTo>
                <a:lnTo>
                  <a:pt x="1420368" y="99060"/>
                </a:lnTo>
                <a:lnTo>
                  <a:pt x="1420368" y="38100"/>
                </a:lnTo>
                <a:lnTo>
                  <a:pt x="1438656" y="21336"/>
                </a:lnTo>
                <a:lnTo>
                  <a:pt x="1395984" y="0"/>
                </a:lnTo>
                <a:lnTo>
                  <a:pt x="1398092" y="38100"/>
                </a:lnTo>
                <a:lnTo>
                  <a:pt x="1399032" y="99060"/>
                </a:lnTo>
                <a:lnTo>
                  <a:pt x="1303020" y="99060"/>
                </a:lnTo>
                <a:lnTo>
                  <a:pt x="1318260" y="115824"/>
                </a:lnTo>
                <a:lnTo>
                  <a:pt x="1327899" y="112953"/>
                </a:lnTo>
                <a:lnTo>
                  <a:pt x="1338262" y="111061"/>
                </a:lnTo>
                <a:lnTo>
                  <a:pt x="1348905" y="110045"/>
                </a:lnTo>
                <a:lnTo>
                  <a:pt x="1359408" y="109728"/>
                </a:lnTo>
                <a:lnTo>
                  <a:pt x="1399032" y="109728"/>
                </a:lnTo>
                <a:lnTo>
                  <a:pt x="1399032" y="204216"/>
                </a:lnTo>
                <a:lnTo>
                  <a:pt x="1269492" y="204216"/>
                </a:lnTo>
                <a:lnTo>
                  <a:pt x="1284732" y="219456"/>
                </a:lnTo>
                <a:lnTo>
                  <a:pt x="1295031" y="217462"/>
                </a:lnTo>
                <a:lnTo>
                  <a:pt x="1305496" y="216027"/>
                </a:lnTo>
                <a:lnTo>
                  <a:pt x="1316228" y="215176"/>
                </a:lnTo>
                <a:lnTo>
                  <a:pt x="1327404" y="214884"/>
                </a:lnTo>
                <a:lnTo>
                  <a:pt x="1391412" y="214884"/>
                </a:lnTo>
                <a:lnTo>
                  <a:pt x="1371790" y="257175"/>
                </a:lnTo>
                <a:lnTo>
                  <a:pt x="1339596" y="306324"/>
                </a:lnTo>
                <a:lnTo>
                  <a:pt x="1306449" y="345376"/>
                </a:lnTo>
                <a:lnTo>
                  <a:pt x="1280160" y="358140"/>
                </a:lnTo>
                <a:lnTo>
                  <a:pt x="1296924" y="399288"/>
                </a:lnTo>
                <a:lnTo>
                  <a:pt x="1332280" y="383654"/>
                </a:lnTo>
                <a:lnTo>
                  <a:pt x="1382852" y="372237"/>
                </a:lnTo>
                <a:lnTo>
                  <a:pt x="1456626" y="360807"/>
                </a:lnTo>
                <a:lnTo>
                  <a:pt x="1502664" y="355092"/>
                </a:lnTo>
                <a:lnTo>
                  <a:pt x="1506969" y="363118"/>
                </a:lnTo>
                <a:lnTo>
                  <a:pt x="1510855" y="371284"/>
                </a:lnTo>
                <a:lnTo>
                  <a:pt x="1514449" y="379742"/>
                </a:lnTo>
                <a:lnTo>
                  <a:pt x="1517904" y="388620"/>
                </a:lnTo>
                <a:lnTo>
                  <a:pt x="1520952" y="394716"/>
                </a:lnTo>
                <a:lnTo>
                  <a:pt x="1524000" y="399288"/>
                </a:lnTo>
                <a:lnTo>
                  <a:pt x="1528572" y="399288"/>
                </a:lnTo>
                <a:lnTo>
                  <a:pt x="1531620" y="394716"/>
                </a:lnTo>
                <a:lnTo>
                  <a:pt x="1536192" y="388620"/>
                </a:lnTo>
                <a:lnTo>
                  <a:pt x="1540764" y="381000"/>
                </a:lnTo>
                <a:lnTo>
                  <a:pt x="1542288" y="374904"/>
                </a:lnTo>
                <a:lnTo>
                  <a:pt x="1542288" y="359664"/>
                </a:lnTo>
                <a:lnTo>
                  <a:pt x="1540459" y="355092"/>
                </a:lnTo>
                <a:lnTo>
                  <a:pt x="1539240" y="352044"/>
                </a:lnTo>
                <a:lnTo>
                  <a:pt x="1531620" y="344424"/>
                </a:lnTo>
                <a:lnTo>
                  <a:pt x="1525346" y="337566"/>
                </a:lnTo>
                <a:lnTo>
                  <a:pt x="1518094" y="330708"/>
                </a:lnTo>
                <a:lnTo>
                  <a:pt x="1480185" y="300990"/>
                </a:lnTo>
                <a:lnTo>
                  <a:pt x="1452372" y="280416"/>
                </a:lnTo>
                <a:lnTo>
                  <a:pt x="1449324" y="284988"/>
                </a:lnTo>
                <a:lnTo>
                  <a:pt x="1461871" y="300088"/>
                </a:lnTo>
                <a:lnTo>
                  <a:pt x="1474279" y="315468"/>
                </a:lnTo>
                <a:lnTo>
                  <a:pt x="1486281" y="330708"/>
                </a:lnTo>
                <a:lnTo>
                  <a:pt x="1498092" y="345948"/>
                </a:lnTo>
                <a:lnTo>
                  <a:pt x="1315212" y="358140"/>
                </a:lnTo>
                <a:lnTo>
                  <a:pt x="1343444" y="327571"/>
                </a:lnTo>
                <a:lnTo>
                  <a:pt x="1366266" y="302133"/>
                </a:lnTo>
                <a:lnTo>
                  <a:pt x="1383271" y="281940"/>
                </a:lnTo>
                <a:lnTo>
                  <a:pt x="1394460" y="266700"/>
                </a:lnTo>
                <a:lnTo>
                  <a:pt x="1403337" y="254393"/>
                </a:lnTo>
                <a:lnTo>
                  <a:pt x="1411795" y="244792"/>
                </a:lnTo>
                <a:lnTo>
                  <a:pt x="1419961" y="237769"/>
                </a:lnTo>
                <a:lnTo>
                  <a:pt x="1427988" y="233172"/>
                </a:lnTo>
                <a:lnTo>
                  <a:pt x="1400556" y="214884"/>
                </a:lnTo>
                <a:lnTo>
                  <a:pt x="1563624" y="21488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" name="object 15"/>
          <p:cNvSpPr/>
          <p:nvPr/>
        </p:nvSpPr>
        <p:spPr>
          <a:xfrm>
            <a:off x="3752088" y="3649979"/>
            <a:ext cx="356870" cy="401320"/>
          </a:xfrm>
          <a:custGeom>
            <a:avLst/>
            <a:gdLst/>
            <a:ahLst/>
            <a:cxnLst/>
            <a:rect l="l" t="t" r="r" b="b"/>
            <a:pathLst>
              <a:path w="356870" h="401320">
                <a:moveTo>
                  <a:pt x="54864" y="89916"/>
                </a:moveTo>
                <a:lnTo>
                  <a:pt x="44196" y="89916"/>
                </a:lnTo>
                <a:lnTo>
                  <a:pt x="51554" y="61936"/>
                </a:lnTo>
                <a:lnTo>
                  <a:pt x="57340" y="37528"/>
                </a:lnTo>
                <a:lnTo>
                  <a:pt x="61126" y="16835"/>
                </a:lnTo>
                <a:lnTo>
                  <a:pt x="62484" y="0"/>
                </a:lnTo>
                <a:lnTo>
                  <a:pt x="102108" y="19812"/>
                </a:lnTo>
                <a:lnTo>
                  <a:pt x="92368" y="27551"/>
                </a:lnTo>
                <a:lnTo>
                  <a:pt x="81343" y="41719"/>
                </a:lnTo>
                <a:lnTo>
                  <a:pt x="68889" y="62460"/>
                </a:lnTo>
                <a:lnTo>
                  <a:pt x="54864" y="89916"/>
                </a:lnTo>
                <a:close/>
              </a:path>
              <a:path w="356870" h="401320">
                <a:moveTo>
                  <a:pt x="147828" y="190500"/>
                </a:moveTo>
                <a:lnTo>
                  <a:pt x="143256" y="187452"/>
                </a:lnTo>
                <a:lnTo>
                  <a:pt x="160377" y="159972"/>
                </a:lnTo>
                <a:lnTo>
                  <a:pt x="175069" y="134493"/>
                </a:lnTo>
                <a:lnTo>
                  <a:pt x="196596" y="88392"/>
                </a:lnTo>
                <a:lnTo>
                  <a:pt x="212407" y="44958"/>
                </a:lnTo>
                <a:lnTo>
                  <a:pt x="222503" y="1524"/>
                </a:lnTo>
                <a:lnTo>
                  <a:pt x="262127" y="22860"/>
                </a:lnTo>
                <a:lnTo>
                  <a:pt x="253507" y="30837"/>
                </a:lnTo>
                <a:lnTo>
                  <a:pt x="243459" y="45529"/>
                </a:lnTo>
                <a:lnTo>
                  <a:pt x="231695" y="66794"/>
                </a:lnTo>
                <a:lnTo>
                  <a:pt x="217932" y="94488"/>
                </a:lnTo>
                <a:lnTo>
                  <a:pt x="348996" y="94488"/>
                </a:lnTo>
                <a:lnTo>
                  <a:pt x="356616" y="102108"/>
                </a:lnTo>
                <a:lnTo>
                  <a:pt x="352806" y="105156"/>
                </a:lnTo>
                <a:lnTo>
                  <a:pt x="214884" y="105156"/>
                </a:lnTo>
                <a:lnTo>
                  <a:pt x="198834" y="129420"/>
                </a:lnTo>
                <a:lnTo>
                  <a:pt x="182499" y="151828"/>
                </a:lnTo>
                <a:lnTo>
                  <a:pt x="165592" y="172235"/>
                </a:lnTo>
                <a:lnTo>
                  <a:pt x="147828" y="190500"/>
                </a:lnTo>
                <a:close/>
              </a:path>
              <a:path w="356870" h="401320">
                <a:moveTo>
                  <a:pt x="146812" y="89916"/>
                </a:moveTo>
                <a:lnTo>
                  <a:pt x="111252" y="89916"/>
                </a:lnTo>
                <a:lnTo>
                  <a:pt x="129540" y="71628"/>
                </a:lnTo>
                <a:lnTo>
                  <a:pt x="146812" y="89916"/>
                </a:lnTo>
                <a:close/>
              </a:path>
              <a:path w="356870" h="401320">
                <a:moveTo>
                  <a:pt x="0" y="397764"/>
                </a:moveTo>
                <a:lnTo>
                  <a:pt x="820" y="359664"/>
                </a:lnTo>
                <a:lnTo>
                  <a:pt x="917" y="353568"/>
                </a:lnTo>
                <a:lnTo>
                  <a:pt x="1333" y="316230"/>
                </a:lnTo>
                <a:lnTo>
                  <a:pt x="1425" y="176784"/>
                </a:lnTo>
                <a:lnTo>
                  <a:pt x="1301" y="151828"/>
                </a:lnTo>
                <a:lnTo>
                  <a:pt x="881" y="114681"/>
                </a:lnTo>
                <a:lnTo>
                  <a:pt x="0" y="74676"/>
                </a:lnTo>
                <a:lnTo>
                  <a:pt x="25908" y="89916"/>
                </a:lnTo>
                <a:lnTo>
                  <a:pt x="146812" y="89916"/>
                </a:lnTo>
                <a:lnTo>
                  <a:pt x="155448" y="99060"/>
                </a:lnTo>
                <a:lnTo>
                  <a:pt x="153352" y="100584"/>
                </a:lnTo>
                <a:lnTo>
                  <a:pt x="24384" y="100584"/>
                </a:lnTo>
                <a:lnTo>
                  <a:pt x="24384" y="211836"/>
                </a:lnTo>
                <a:lnTo>
                  <a:pt x="138729" y="211836"/>
                </a:lnTo>
                <a:lnTo>
                  <a:pt x="138743" y="222504"/>
                </a:lnTo>
                <a:lnTo>
                  <a:pt x="24384" y="222504"/>
                </a:lnTo>
                <a:lnTo>
                  <a:pt x="24384" y="342900"/>
                </a:lnTo>
                <a:lnTo>
                  <a:pt x="139429" y="342900"/>
                </a:lnTo>
                <a:lnTo>
                  <a:pt x="139464" y="346069"/>
                </a:lnTo>
                <a:lnTo>
                  <a:pt x="139647" y="353568"/>
                </a:lnTo>
                <a:lnTo>
                  <a:pt x="24384" y="353568"/>
                </a:lnTo>
                <a:lnTo>
                  <a:pt x="24384" y="384048"/>
                </a:lnTo>
                <a:lnTo>
                  <a:pt x="0" y="397764"/>
                </a:lnTo>
                <a:close/>
              </a:path>
              <a:path w="356870" h="401320">
                <a:moveTo>
                  <a:pt x="348996" y="94488"/>
                </a:moveTo>
                <a:lnTo>
                  <a:pt x="312420" y="94488"/>
                </a:lnTo>
                <a:lnTo>
                  <a:pt x="330708" y="76200"/>
                </a:lnTo>
                <a:lnTo>
                  <a:pt x="348996" y="94488"/>
                </a:lnTo>
                <a:close/>
              </a:path>
              <a:path w="356870" h="401320">
                <a:moveTo>
                  <a:pt x="138729" y="211836"/>
                </a:moveTo>
                <a:lnTo>
                  <a:pt x="115824" y="211836"/>
                </a:lnTo>
                <a:lnTo>
                  <a:pt x="115824" y="100584"/>
                </a:lnTo>
                <a:lnTo>
                  <a:pt x="153352" y="100584"/>
                </a:lnTo>
                <a:lnTo>
                  <a:pt x="138684" y="111252"/>
                </a:lnTo>
                <a:lnTo>
                  <a:pt x="138729" y="211836"/>
                </a:lnTo>
                <a:close/>
              </a:path>
              <a:path w="356870" h="401320">
                <a:moveTo>
                  <a:pt x="327433" y="359664"/>
                </a:moveTo>
                <a:lnTo>
                  <a:pt x="283464" y="359664"/>
                </a:lnTo>
                <a:lnTo>
                  <a:pt x="292631" y="357687"/>
                </a:lnTo>
                <a:lnTo>
                  <a:pt x="299656" y="351853"/>
                </a:lnTo>
                <a:lnTo>
                  <a:pt x="309895" y="304038"/>
                </a:lnTo>
                <a:lnTo>
                  <a:pt x="311658" y="258318"/>
                </a:lnTo>
                <a:lnTo>
                  <a:pt x="313456" y="190500"/>
                </a:lnTo>
                <a:lnTo>
                  <a:pt x="315467" y="105156"/>
                </a:lnTo>
                <a:lnTo>
                  <a:pt x="352806" y="105156"/>
                </a:lnTo>
                <a:lnTo>
                  <a:pt x="341376" y="114300"/>
                </a:lnTo>
                <a:lnTo>
                  <a:pt x="340182" y="185570"/>
                </a:lnTo>
                <a:lnTo>
                  <a:pt x="340075" y="190500"/>
                </a:lnTo>
                <a:lnTo>
                  <a:pt x="338376" y="248631"/>
                </a:lnTo>
                <a:lnTo>
                  <a:pt x="336328" y="294583"/>
                </a:lnTo>
                <a:lnTo>
                  <a:pt x="332232" y="344424"/>
                </a:lnTo>
                <a:lnTo>
                  <a:pt x="328517" y="357020"/>
                </a:lnTo>
                <a:lnTo>
                  <a:pt x="327433" y="359664"/>
                </a:lnTo>
                <a:close/>
              </a:path>
              <a:path w="356870" h="401320">
                <a:moveTo>
                  <a:pt x="233172" y="268224"/>
                </a:moveTo>
                <a:lnTo>
                  <a:pt x="230124" y="268224"/>
                </a:lnTo>
                <a:lnTo>
                  <a:pt x="226956" y="266771"/>
                </a:lnTo>
                <a:lnTo>
                  <a:pt x="224218" y="262318"/>
                </a:lnTo>
                <a:lnTo>
                  <a:pt x="221765" y="254722"/>
                </a:lnTo>
                <a:lnTo>
                  <a:pt x="219456" y="243840"/>
                </a:lnTo>
                <a:lnTo>
                  <a:pt x="214907" y="226718"/>
                </a:lnTo>
                <a:lnTo>
                  <a:pt x="208216" y="209740"/>
                </a:lnTo>
                <a:lnTo>
                  <a:pt x="199524" y="193047"/>
                </a:lnTo>
                <a:lnTo>
                  <a:pt x="188976" y="176784"/>
                </a:lnTo>
                <a:lnTo>
                  <a:pt x="192024" y="170688"/>
                </a:lnTo>
                <a:lnTo>
                  <a:pt x="224980" y="198310"/>
                </a:lnTo>
                <a:lnTo>
                  <a:pt x="246888" y="234696"/>
                </a:lnTo>
                <a:lnTo>
                  <a:pt x="246888" y="246888"/>
                </a:lnTo>
                <a:lnTo>
                  <a:pt x="245364" y="254508"/>
                </a:lnTo>
                <a:lnTo>
                  <a:pt x="240791" y="260603"/>
                </a:lnTo>
                <a:lnTo>
                  <a:pt x="233172" y="268224"/>
                </a:lnTo>
                <a:close/>
              </a:path>
              <a:path w="356870" h="401320">
                <a:moveTo>
                  <a:pt x="139429" y="342900"/>
                </a:moveTo>
                <a:lnTo>
                  <a:pt x="115824" y="342900"/>
                </a:lnTo>
                <a:lnTo>
                  <a:pt x="115824" y="222504"/>
                </a:lnTo>
                <a:lnTo>
                  <a:pt x="138743" y="222504"/>
                </a:lnTo>
                <a:lnTo>
                  <a:pt x="138855" y="268224"/>
                </a:lnTo>
                <a:lnTo>
                  <a:pt x="139013" y="304373"/>
                </a:lnTo>
                <a:lnTo>
                  <a:pt x="139429" y="342900"/>
                </a:lnTo>
                <a:close/>
              </a:path>
              <a:path w="356870" h="401320">
                <a:moveTo>
                  <a:pt x="278891" y="400812"/>
                </a:moveTo>
                <a:lnTo>
                  <a:pt x="271986" y="387953"/>
                </a:lnTo>
                <a:lnTo>
                  <a:pt x="260223" y="376809"/>
                </a:lnTo>
                <a:lnTo>
                  <a:pt x="243316" y="367379"/>
                </a:lnTo>
                <a:lnTo>
                  <a:pt x="220979" y="359664"/>
                </a:lnTo>
                <a:lnTo>
                  <a:pt x="220979" y="350520"/>
                </a:lnTo>
                <a:lnTo>
                  <a:pt x="241244" y="354520"/>
                </a:lnTo>
                <a:lnTo>
                  <a:pt x="258508" y="357378"/>
                </a:lnTo>
                <a:lnTo>
                  <a:pt x="272629" y="359092"/>
                </a:lnTo>
                <a:lnTo>
                  <a:pt x="283464" y="359664"/>
                </a:lnTo>
                <a:lnTo>
                  <a:pt x="327433" y="359664"/>
                </a:lnTo>
                <a:lnTo>
                  <a:pt x="324231" y="367474"/>
                </a:lnTo>
                <a:lnTo>
                  <a:pt x="290369" y="396240"/>
                </a:lnTo>
                <a:lnTo>
                  <a:pt x="278891" y="400812"/>
                </a:lnTo>
                <a:close/>
              </a:path>
              <a:path w="356870" h="401320">
                <a:moveTo>
                  <a:pt x="115824" y="390144"/>
                </a:moveTo>
                <a:lnTo>
                  <a:pt x="115824" y="353568"/>
                </a:lnTo>
                <a:lnTo>
                  <a:pt x="139647" y="353568"/>
                </a:lnTo>
                <a:lnTo>
                  <a:pt x="140208" y="376428"/>
                </a:lnTo>
                <a:lnTo>
                  <a:pt x="115824" y="39014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" name="object 16"/>
          <p:cNvSpPr/>
          <p:nvPr/>
        </p:nvSpPr>
        <p:spPr>
          <a:xfrm>
            <a:off x="4160520" y="3649979"/>
            <a:ext cx="850900" cy="408940"/>
          </a:xfrm>
          <a:custGeom>
            <a:avLst/>
            <a:gdLst/>
            <a:ahLst/>
            <a:cxnLst/>
            <a:rect l="l" t="t" r="r" b="b"/>
            <a:pathLst>
              <a:path w="850900" h="408939">
                <a:moveTo>
                  <a:pt x="181356" y="114300"/>
                </a:moveTo>
                <a:lnTo>
                  <a:pt x="152400" y="83820"/>
                </a:lnTo>
                <a:lnTo>
                  <a:pt x="132588" y="103632"/>
                </a:lnTo>
                <a:lnTo>
                  <a:pt x="109728" y="103632"/>
                </a:lnTo>
                <a:lnTo>
                  <a:pt x="109728" y="28956"/>
                </a:lnTo>
                <a:lnTo>
                  <a:pt x="124968" y="18288"/>
                </a:lnTo>
                <a:lnTo>
                  <a:pt x="83820" y="0"/>
                </a:lnTo>
                <a:lnTo>
                  <a:pt x="84696" y="22631"/>
                </a:lnTo>
                <a:lnTo>
                  <a:pt x="85140" y="46672"/>
                </a:lnTo>
                <a:lnTo>
                  <a:pt x="85318" y="74155"/>
                </a:lnTo>
                <a:lnTo>
                  <a:pt x="85344" y="103632"/>
                </a:lnTo>
                <a:lnTo>
                  <a:pt x="0" y="103632"/>
                </a:lnTo>
                <a:lnTo>
                  <a:pt x="16764" y="118872"/>
                </a:lnTo>
                <a:lnTo>
                  <a:pt x="26187" y="116878"/>
                </a:lnTo>
                <a:lnTo>
                  <a:pt x="36195" y="115443"/>
                </a:lnTo>
                <a:lnTo>
                  <a:pt x="46761" y="114592"/>
                </a:lnTo>
                <a:lnTo>
                  <a:pt x="57912" y="114300"/>
                </a:lnTo>
                <a:lnTo>
                  <a:pt x="85344" y="114300"/>
                </a:lnTo>
                <a:lnTo>
                  <a:pt x="85344" y="201168"/>
                </a:lnTo>
                <a:lnTo>
                  <a:pt x="55283" y="212559"/>
                </a:lnTo>
                <a:lnTo>
                  <a:pt x="31242" y="221361"/>
                </a:lnTo>
                <a:lnTo>
                  <a:pt x="12903" y="227317"/>
                </a:lnTo>
                <a:lnTo>
                  <a:pt x="0" y="230124"/>
                </a:lnTo>
                <a:lnTo>
                  <a:pt x="21336" y="262128"/>
                </a:lnTo>
                <a:lnTo>
                  <a:pt x="57912" y="236410"/>
                </a:lnTo>
                <a:lnTo>
                  <a:pt x="85344" y="222504"/>
                </a:lnTo>
                <a:lnTo>
                  <a:pt x="85344" y="358140"/>
                </a:lnTo>
                <a:lnTo>
                  <a:pt x="82296" y="364236"/>
                </a:lnTo>
                <a:lnTo>
                  <a:pt x="73152" y="365760"/>
                </a:lnTo>
                <a:lnTo>
                  <a:pt x="65455" y="365480"/>
                </a:lnTo>
                <a:lnTo>
                  <a:pt x="53911" y="364617"/>
                </a:lnTo>
                <a:lnTo>
                  <a:pt x="38646" y="363194"/>
                </a:lnTo>
                <a:lnTo>
                  <a:pt x="19812" y="361188"/>
                </a:lnTo>
                <a:lnTo>
                  <a:pt x="19812" y="367284"/>
                </a:lnTo>
                <a:lnTo>
                  <a:pt x="42900" y="376478"/>
                </a:lnTo>
                <a:lnTo>
                  <a:pt x="59436" y="385953"/>
                </a:lnTo>
                <a:lnTo>
                  <a:pt x="69100" y="396011"/>
                </a:lnTo>
                <a:lnTo>
                  <a:pt x="71628" y="406908"/>
                </a:lnTo>
                <a:lnTo>
                  <a:pt x="89573" y="397217"/>
                </a:lnTo>
                <a:lnTo>
                  <a:pt x="102108" y="384238"/>
                </a:lnTo>
                <a:lnTo>
                  <a:pt x="108915" y="368122"/>
                </a:lnTo>
                <a:lnTo>
                  <a:pt x="109016" y="365760"/>
                </a:lnTo>
                <a:lnTo>
                  <a:pt x="109728" y="348996"/>
                </a:lnTo>
                <a:lnTo>
                  <a:pt x="109728" y="222504"/>
                </a:lnTo>
                <a:lnTo>
                  <a:pt x="109728" y="210312"/>
                </a:lnTo>
                <a:lnTo>
                  <a:pt x="143256" y="192024"/>
                </a:lnTo>
                <a:lnTo>
                  <a:pt x="176784" y="173736"/>
                </a:lnTo>
                <a:lnTo>
                  <a:pt x="172212" y="166116"/>
                </a:lnTo>
                <a:lnTo>
                  <a:pt x="109728" y="192024"/>
                </a:lnTo>
                <a:lnTo>
                  <a:pt x="109728" y="114300"/>
                </a:lnTo>
                <a:lnTo>
                  <a:pt x="181356" y="114300"/>
                </a:lnTo>
                <a:close/>
              </a:path>
              <a:path w="850900" h="408939">
                <a:moveTo>
                  <a:pt x="405384" y="384048"/>
                </a:moveTo>
                <a:lnTo>
                  <a:pt x="395922" y="344385"/>
                </a:lnTo>
                <a:lnTo>
                  <a:pt x="396240" y="329069"/>
                </a:lnTo>
                <a:lnTo>
                  <a:pt x="397637" y="314896"/>
                </a:lnTo>
                <a:lnTo>
                  <a:pt x="399453" y="301929"/>
                </a:lnTo>
                <a:lnTo>
                  <a:pt x="401535" y="290042"/>
                </a:lnTo>
                <a:lnTo>
                  <a:pt x="403860" y="278892"/>
                </a:lnTo>
                <a:lnTo>
                  <a:pt x="397764" y="277368"/>
                </a:lnTo>
                <a:lnTo>
                  <a:pt x="373380" y="355092"/>
                </a:lnTo>
                <a:lnTo>
                  <a:pt x="355320" y="339090"/>
                </a:lnTo>
                <a:lnTo>
                  <a:pt x="342138" y="320802"/>
                </a:lnTo>
                <a:lnTo>
                  <a:pt x="329184" y="277368"/>
                </a:lnTo>
                <a:lnTo>
                  <a:pt x="326504" y="233514"/>
                </a:lnTo>
                <a:lnTo>
                  <a:pt x="326263" y="192024"/>
                </a:lnTo>
                <a:lnTo>
                  <a:pt x="326415" y="180936"/>
                </a:lnTo>
                <a:lnTo>
                  <a:pt x="327279" y="161544"/>
                </a:lnTo>
                <a:lnTo>
                  <a:pt x="328701" y="143306"/>
                </a:lnTo>
                <a:lnTo>
                  <a:pt x="330708" y="126492"/>
                </a:lnTo>
                <a:lnTo>
                  <a:pt x="334137" y="123444"/>
                </a:lnTo>
                <a:lnTo>
                  <a:pt x="340995" y="117348"/>
                </a:lnTo>
                <a:lnTo>
                  <a:pt x="344424" y="114300"/>
                </a:lnTo>
                <a:lnTo>
                  <a:pt x="316992" y="92964"/>
                </a:lnTo>
                <a:lnTo>
                  <a:pt x="304800" y="112776"/>
                </a:lnTo>
                <a:lnTo>
                  <a:pt x="246888" y="117348"/>
                </a:lnTo>
                <a:lnTo>
                  <a:pt x="246888" y="33528"/>
                </a:lnTo>
                <a:lnTo>
                  <a:pt x="263652" y="21336"/>
                </a:lnTo>
                <a:lnTo>
                  <a:pt x="219456" y="3048"/>
                </a:lnTo>
                <a:lnTo>
                  <a:pt x="220573" y="21336"/>
                </a:lnTo>
                <a:lnTo>
                  <a:pt x="221551" y="46672"/>
                </a:lnTo>
                <a:lnTo>
                  <a:pt x="222237" y="79133"/>
                </a:lnTo>
                <a:lnTo>
                  <a:pt x="222504" y="118872"/>
                </a:lnTo>
                <a:lnTo>
                  <a:pt x="147828" y="124968"/>
                </a:lnTo>
                <a:lnTo>
                  <a:pt x="167640" y="140208"/>
                </a:lnTo>
                <a:lnTo>
                  <a:pt x="181356" y="132588"/>
                </a:lnTo>
                <a:lnTo>
                  <a:pt x="222504" y="129540"/>
                </a:lnTo>
                <a:lnTo>
                  <a:pt x="221945" y="158686"/>
                </a:lnTo>
                <a:lnTo>
                  <a:pt x="220408" y="184404"/>
                </a:lnTo>
                <a:lnTo>
                  <a:pt x="217995" y="206692"/>
                </a:lnTo>
                <a:lnTo>
                  <a:pt x="214884" y="225552"/>
                </a:lnTo>
                <a:lnTo>
                  <a:pt x="187452" y="215074"/>
                </a:lnTo>
                <a:lnTo>
                  <a:pt x="175450" y="210337"/>
                </a:lnTo>
                <a:lnTo>
                  <a:pt x="164592" y="205740"/>
                </a:lnTo>
                <a:lnTo>
                  <a:pt x="161544" y="213360"/>
                </a:lnTo>
                <a:lnTo>
                  <a:pt x="173012" y="218744"/>
                </a:lnTo>
                <a:lnTo>
                  <a:pt x="184785" y="225552"/>
                </a:lnTo>
                <a:lnTo>
                  <a:pt x="197116" y="233514"/>
                </a:lnTo>
                <a:lnTo>
                  <a:pt x="210312" y="242316"/>
                </a:lnTo>
                <a:lnTo>
                  <a:pt x="192824" y="290042"/>
                </a:lnTo>
                <a:lnTo>
                  <a:pt x="169926" y="332613"/>
                </a:lnTo>
                <a:lnTo>
                  <a:pt x="141300" y="370052"/>
                </a:lnTo>
                <a:lnTo>
                  <a:pt x="106680" y="402336"/>
                </a:lnTo>
                <a:lnTo>
                  <a:pt x="109728" y="408432"/>
                </a:lnTo>
                <a:lnTo>
                  <a:pt x="149771" y="379031"/>
                </a:lnTo>
                <a:lnTo>
                  <a:pt x="183261" y="343471"/>
                </a:lnTo>
                <a:lnTo>
                  <a:pt x="210451" y="301929"/>
                </a:lnTo>
                <a:lnTo>
                  <a:pt x="231648" y="254508"/>
                </a:lnTo>
                <a:lnTo>
                  <a:pt x="243382" y="264795"/>
                </a:lnTo>
                <a:lnTo>
                  <a:pt x="253555" y="275082"/>
                </a:lnTo>
                <a:lnTo>
                  <a:pt x="262293" y="285369"/>
                </a:lnTo>
                <a:lnTo>
                  <a:pt x="269748" y="295656"/>
                </a:lnTo>
                <a:lnTo>
                  <a:pt x="274320" y="303276"/>
                </a:lnTo>
                <a:lnTo>
                  <a:pt x="278892" y="307848"/>
                </a:lnTo>
                <a:lnTo>
                  <a:pt x="283464" y="307848"/>
                </a:lnTo>
                <a:lnTo>
                  <a:pt x="288036" y="298704"/>
                </a:lnTo>
                <a:lnTo>
                  <a:pt x="289560" y="292608"/>
                </a:lnTo>
                <a:lnTo>
                  <a:pt x="291084" y="288036"/>
                </a:lnTo>
                <a:lnTo>
                  <a:pt x="291084" y="278892"/>
                </a:lnTo>
                <a:lnTo>
                  <a:pt x="288036" y="272796"/>
                </a:lnTo>
                <a:lnTo>
                  <a:pt x="255168" y="245033"/>
                </a:lnTo>
                <a:lnTo>
                  <a:pt x="237744" y="236220"/>
                </a:lnTo>
                <a:lnTo>
                  <a:pt x="239229" y="225552"/>
                </a:lnTo>
                <a:lnTo>
                  <a:pt x="241046" y="212559"/>
                </a:lnTo>
                <a:lnTo>
                  <a:pt x="244030" y="186118"/>
                </a:lnTo>
                <a:lnTo>
                  <a:pt x="246100" y="158000"/>
                </a:lnTo>
                <a:lnTo>
                  <a:pt x="246837" y="129540"/>
                </a:lnTo>
                <a:lnTo>
                  <a:pt x="246888" y="128016"/>
                </a:lnTo>
                <a:lnTo>
                  <a:pt x="306324" y="123444"/>
                </a:lnTo>
                <a:lnTo>
                  <a:pt x="305193" y="145427"/>
                </a:lnTo>
                <a:lnTo>
                  <a:pt x="304228" y="167830"/>
                </a:lnTo>
                <a:lnTo>
                  <a:pt x="303530" y="190525"/>
                </a:lnTo>
                <a:lnTo>
                  <a:pt x="303301" y="210337"/>
                </a:lnTo>
                <a:lnTo>
                  <a:pt x="303415" y="222504"/>
                </a:lnTo>
                <a:lnTo>
                  <a:pt x="305193" y="264160"/>
                </a:lnTo>
                <a:lnTo>
                  <a:pt x="314706" y="312610"/>
                </a:lnTo>
                <a:lnTo>
                  <a:pt x="343611" y="361403"/>
                </a:lnTo>
                <a:lnTo>
                  <a:pt x="374904" y="388620"/>
                </a:lnTo>
                <a:lnTo>
                  <a:pt x="399288" y="396240"/>
                </a:lnTo>
                <a:lnTo>
                  <a:pt x="405384" y="396240"/>
                </a:lnTo>
                <a:lnTo>
                  <a:pt x="405384" y="384048"/>
                </a:lnTo>
                <a:close/>
              </a:path>
              <a:path w="850900" h="408939">
                <a:moveTo>
                  <a:pt x="408432" y="396240"/>
                </a:moveTo>
                <a:lnTo>
                  <a:pt x="405384" y="396240"/>
                </a:lnTo>
                <a:lnTo>
                  <a:pt x="406908" y="399288"/>
                </a:lnTo>
                <a:lnTo>
                  <a:pt x="406908" y="397764"/>
                </a:lnTo>
                <a:lnTo>
                  <a:pt x="408432" y="396240"/>
                </a:lnTo>
                <a:close/>
              </a:path>
              <a:path w="850900" h="408939">
                <a:moveTo>
                  <a:pt x="586727" y="27432"/>
                </a:moveTo>
                <a:lnTo>
                  <a:pt x="554723" y="3048"/>
                </a:lnTo>
                <a:lnTo>
                  <a:pt x="549275" y="15557"/>
                </a:lnTo>
                <a:lnTo>
                  <a:pt x="541959" y="29908"/>
                </a:lnTo>
                <a:lnTo>
                  <a:pt x="521195" y="62484"/>
                </a:lnTo>
                <a:lnTo>
                  <a:pt x="494906" y="96774"/>
                </a:lnTo>
                <a:lnTo>
                  <a:pt x="466331" y="126492"/>
                </a:lnTo>
                <a:lnTo>
                  <a:pt x="469379" y="131064"/>
                </a:lnTo>
                <a:lnTo>
                  <a:pt x="510717" y="98107"/>
                </a:lnTo>
                <a:lnTo>
                  <a:pt x="544055" y="64008"/>
                </a:lnTo>
                <a:lnTo>
                  <a:pt x="557796" y="48869"/>
                </a:lnTo>
                <a:lnTo>
                  <a:pt x="569391" y="37719"/>
                </a:lnTo>
                <a:lnTo>
                  <a:pt x="578993" y="30581"/>
                </a:lnTo>
                <a:lnTo>
                  <a:pt x="586727" y="27432"/>
                </a:lnTo>
                <a:close/>
              </a:path>
              <a:path w="850900" h="408939">
                <a:moveTo>
                  <a:pt x="603491" y="114300"/>
                </a:moveTo>
                <a:lnTo>
                  <a:pt x="574535" y="88392"/>
                </a:lnTo>
                <a:lnTo>
                  <a:pt x="564515" y="109258"/>
                </a:lnTo>
                <a:lnTo>
                  <a:pt x="552627" y="130683"/>
                </a:lnTo>
                <a:lnTo>
                  <a:pt x="522719" y="175260"/>
                </a:lnTo>
                <a:lnTo>
                  <a:pt x="488238" y="217932"/>
                </a:lnTo>
                <a:lnTo>
                  <a:pt x="452615" y="256032"/>
                </a:lnTo>
                <a:lnTo>
                  <a:pt x="455663" y="262128"/>
                </a:lnTo>
                <a:lnTo>
                  <a:pt x="475094" y="247777"/>
                </a:lnTo>
                <a:lnTo>
                  <a:pt x="494525" y="231838"/>
                </a:lnTo>
                <a:lnTo>
                  <a:pt x="513956" y="213918"/>
                </a:lnTo>
                <a:lnTo>
                  <a:pt x="533387" y="193548"/>
                </a:lnTo>
                <a:lnTo>
                  <a:pt x="533374" y="272110"/>
                </a:lnTo>
                <a:lnTo>
                  <a:pt x="533196" y="333946"/>
                </a:lnTo>
                <a:lnTo>
                  <a:pt x="532752" y="378929"/>
                </a:lnTo>
                <a:lnTo>
                  <a:pt x="531863" y="406908"/>
                </a:lnTo>
                <a:lnTo>
                  <a:pt x="557771" y="390144"/>
                </a:lnTo>
                <a:lnTo>
                  <a:pt x="557771" y="201168"/>
                </a:lnTo>
                <a:lnTo>
                  <a:pt x="565391" y="193548"/>
                </a:lnTo>
                <a:lnTo>
                  <a:pt x="568439" y="190500"/>
                </a:lnTo>
                <a:lnTo>
                  <a:pt x="550151" y="175260"/>
                </a:lnTo>
                <a:lnTo>
                  <a:pt x="558469" y="164388"/>
                </a:lnTo>
                <a:lnTo>
                  <a:pt x="567486" y="152209"/>
                </a:lnTo>
                <a:lnTo>
                  <a:pt x="577380" y="138620"/>
                </a:lnTo>
                <a:lnTo>
                  <a:pt x="588251" y="123444"/>
                </a:lnTo>
                <a:lnTo>
                  <a:pt x="603491" y="114300"/>
                </a:lnTo>
                <a:close/>
              </a:path>
              <a:path w="850900" h="408939">
                <a:moveTo>
                  <a:pt x="825995" y="56388"/>
                </a:moveTo>
                <a:lnTo>
                  <a:pt x="797039" y="22860"/>
                </a:lnTo>
                <a:lnTo>
                  <a:pt x="772655" y="45720"/>
                </a:lnTo>
                <a:lnTo>
                  <a:pt x="624827" y="45720"/>
                </a:lnTo>
                <a:lnTo>
                  <a:pt x="640067" y="62484"/>
                </a:lnTo>
                <a:lnTo>
                  <a:pt x="649719" y="59613"/>
                </a:lnTo>
                <a:lnTo>
                  <a:pt x="660069" y="57721"/>
                </a:lnTo>
                <a:lnTo>
                  <a:pt x="670725" y="56705"/>
                </a:lnTo>
                <a:lnTo>
                  <a:pt x="681215" y="56388"/>
                </a:lnTo>
                <a:lnTo>
                  <a:pt x="825995" y="56388"/>
                </a:lnTo>
                <a:close/>
              </a:path>
              <a:path w="850900" h="408939">
                <a:moveTo>
                  <a:pt x="850379" y="161544"/>
                </a:moveTo>
                <a:lnTo>
                  <a:pt x="821423" y="126492"/>
                </a:lnTo>
                <a:lnTo>
                  <a:pt x="795515" y="150876"/>
                </a:lnTo>
                <a:lnTo>
                  <a:pt x="594347" y="150876"/>
                </a:lnTo>
                <a:lnTo>
                  <a:pt x="611111" y="166116"/>
                </a:lnTo>
                <a:lnTo>
                  <a:pt x="620547" y="164122"/>
                </a:lnTo>
                <a:lnTo>
                  <a:pt x="630542" y="162687"/>
                </a:lnTo>
                <a:lnTo>
                  <a:pt x="641121" y="161836"/>
                </a:lnTo>
                <a:lnTo>
                  <a:pt x="652259" y="161544"/>
                </a:lnTo>
                <a:lnTo>
                  <a:pt x="717791" y="161544"/>
                </a:lnTo>
                <a:lnTo>
                  <a:pt x="717791" y="338328"/>
                </a:lnTo>
                <a:lnTo>
                  <a:pt x="716915" y="347459"/>
                </a:lnTo>
                <a:lnTo>
                  <a:pt x="714171" y="354139"/>
                </a:lnTo>
                <a:lnTo>
                  <a:pt x="709434" y="358267"/>
                </a:lnTo>
                <a:lnTo>
                  <a:pt x="702551" y="359664"/>
                </a:lnTo>
                <a:lnTo>
                  <a:pt x="692797" y="359384"/>
                </a:lnTo>
                <a:lnTo>
                  <a:pt x="679310" y="358521"/>
                </a:lnTo>
                <a:lnTo>
                  <a:pt x="661835" y="357098"/>
                </a:lnTo>
                <a:lnTo>
                  <a:pt x="640067" y="355092"/>
                </a:lnTo>
                <a:lnTo>
                  <a:pt x="640067" y="364236"/>
                </a:lnTo>
                <a:lnTo>
                  <a:pt x="666076" y="371906"/>
                </a:lnTo>
                <a:lnTo>
                  <a:pt x="684644" y="381000"/>
                </a:lnTo>
                <a:lnTo>
                  <a:pt x="695794" y="391248"/>
                </a:lnTo>
                <a:lnTo>
                  <a:pt x="699503" y="402336"/>
                </a:lnTo>
                <a:lnTo>
                  <a:pt x="719251" y="395478"/>
                </a:lnTo>
                <a:lnTo>
                  <a:pt x="732840" y="384048"/>
                </a:lnTo>
                <a:lnTo>
                  <a:pt x="740448" y="368046"/>
                </a:lnTo>
                <a:lnTo>
                  <a:pt x="741146" y="359664"/>
                </a:lnTo>
                <a:lnTo>
                  <a:pt x="742175" y="347472"/>
                </a:lnTo>
                <a:lnTo>
                  <a:pt x="742175" y="161544"/>
                </a:lnTo>
                <a:lnTo>
                  <a:pt x="850379" y="16154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" name="object 17"/>
          <p:cNvSpPr/>
          <p:nvPr/>
        </p:nvSpPr>
        <p:spPr>
          <a:xfrm>
            <a:off x="5056632" y="3645407"/>
            <a:ext cx="845819" cy="413384"/>
          </a:xfrm>
          <a:custGeom>
            <a:avLst/>
            <a:gdLst/>
            <a:ahLst/>
            <a:cxnLst/>
            <a:rect l="l" t="t" r="r" b="b"/>
            <a:pathLst>
              <a:path w="845820" h="413385">
                <a:moveTo>
                  <a:pt x="140208" y="233172"/>
                </a:moveTo>
                <a:lnTo>
                  <a:pt x="105156" y="207264"/>
                </a:lnTo>
                <a:lnTo>
                  <a:pt x="99669" y="219837"/>
                </a:lnTo>
                <a:lnTo>
                  <a:pt x="92202" y="234696"/>
                </a:lnTo>
                <a:lnTo>
                  <a:pt x="70104" y="271272"/>
                </a:lnTo>
                <a:lnTo>
                  <a:pt x="42862" y="310134"/>
                </a:lnTo>
                <a:lnTo>
                  <a:pt x="12192" y="344424"/>
                </a:lnTo>
                <a:lnTo>
                  <a:pt x="15240" y="350520"/>
                </a:lnTo>
                <a:lnTo>
                  <a:pt x="40690" y="329946"/>
                </a:lnTo>
                <a:lnTo>
                  <a:pt x="66865" y="304800"/>
                </a:lnTo>
                <a:lnTo>
                  <a:pt x="93891" y="275082"/>
                </a:lnTo>
                <a:lnTo>
                  <a:pt x="121920" y="240792"/>
                </a:lnTo>
                <a:lnTo>
                  <a:pt x="140208" y="233172"/>
                </a:lnTo>
                <a:close/>
              </a:path>
              <a:path w="845820" h="413385">
                <a:moveTo>
                  <a:pt x="233172" y="193548"/>
                </a:moveTo>
                <a:lnTo>
                  <a:pt x="192024" y="173736"/>
                </a:lnTo>
                <a:lnTo>
                  <a:pt x="192900" y="185166"/>
                </a:lnTo>
                <a:lnTo>
                  <a:pt x="193357" y="201168"/>
                </a:lnTo>
                <a:lnTo>
                  <a:pt x="193408" y="208788"/>
                </a:lnTo>
                <a:lnTo>
                  <a:pt x="193535" y="243840"/>
                </a:lnTo>
                <a:lnTo>
                  <a:pt x="193497" y="275082"/>
                </a:lnTo>
                <a:lnTo>
                  <a:pt x="193382" y="289560"/>
                </a:lnTo>
                <a:lnTo>
                  <a:pt x="193281" y="295541"/>
                </a:lnTo>
                <a:lnTo>
                  <a:pt x="192900" y="309257"/>
                </a:lnTo>
                <a:lnTo>
                  <a:pt x="192024" y="321564"/>
                </a:lnTo>
                <a:lnTo>
                  <a:pt x="220980" y="312420"/>
                </a:lnTo>
                <a:lnTo>
                  <a:pt x="218884" y="272224"/>
                </a:lnTo>
                <a:lnTo>
                  <a:pt x="217932" y="205740"/>
                </a:lnTo>
                <a:lnTo>
                  <a:pt x="233172" y="193548"/>
                </a:lnTo>
                <a:close/>
              </a:path>
              <a:path w="845820" h="413385">
                <a:moveTo>
                  <a:pt x="373380" y="240792"/>
                </a:moveTo>
                <a:lnTo>
                  <a:pt x="341376" y="208788"/>
                </a:lnTo>
                <a:lnTo>
                  <a:pt x="321652" y="236296"/>
                </a:lnTo>
                <a:lnTo>
                  <a:pt x="299085" y="261937"/>
                </a:lnTo>
                <a:lnTo>
                  <a:pt x="245364" y="309372"/>
                </a:lnTo>
                <a:lnTo>
                  <a:pt x="185356" y="347853"/>
                </a:lnTo>
                <a:lnTo>
                  <a:pt x="121920" y="374904"/>
                </a:lnTo>
                <a:lnTo>
                  <a:pt x="59055" y="393573"/>
                </a:lnTo>
                <a:lnTo>
                  <a:pt x="3048" y="405384"/>
                </a:lnTo>
                <a:lnTo>
                  <a:pt x="3048" y="413004"/>
                </a:lnTo>
                <a:lnTo>
                  <a:pt x="50761" y="405295"/>
                </a:lnTo>
                <a:lnTo>
                  <a:pt x="95631" y="395859"/>
                </a:lnTo>
                <a:lnTo>
                  <a:pt x="137629" y="384721"/>
                </a:lnTo>
                <a:lnTo>
                  <a:pt x="176784" y="371856"/>
                </a:lnTo>
                <a:lnTo>
                  <a:pt x="216255" y="353568"/>
                </a:lnTo>
                <a:lnTo>
                  <a:pt x="259461" y="326136"/>
                </a:lnTo>
                <a:lnTo>
                  <a:pt x="306654" y="289560"/>
                </a:lnTo>
                <a:lnTo>
                  <a:pt x="358140" y="243840"/>
                </a:lnTo>
                <a:lnTo>
                  <a:pt x="373380" y="240792"/>
                </a:lnTo>
                <a:close/>
              </a:path>
              <a:path w="845820" h="413385">
                <a:moveTo>
                  <a:pt x="399288" y="170688"/>
                </a:moveTo>
                <a:lnTo>
                  <a:pt x="362712" y="134112"/>
                </a:lnTo>
                <a:lnTo>
                  <a:pt x="336804" y="160020"/>
                </a:lnTo>
                <a:lnTo>
                  <a:pt x="217932" y="160020"/>
                </a:lnTo>
                <a:lnTo>
                  <a:pt x="217932" y="85344"/>
                </a:lnTo>
                <a:lnTo>
                  <a:pt x="362712" y="85344"/>
                </a:lnTo>
                <a:lnTo>
                  <a:pt x="352044" y="74676"/>
                </a:lnTo>
                <a:lnTo>
                  <a:pt x="332232" y="54864"/>
                </a:lnTo>
                <a:lnTo>
                  <a:pt x="310896" y="74676"/>
                </a:lnTo>
                <a:lnTo>
                  <a:pt x="217932" y="74676"/>
                </a:lnTo>
                <a:lnTo>
                  <a:pt x="217932" y="32004"/>
                </a:lnTo>
                <a:lnTo>
                  <a:pt x="234696" y="19812"/>
                </a:lnTo>
                <a:lnTo>
                  <a:pt x="192024" y="0"/>
                </a:lnTo>
                <a:lnTo>
                  <a:pt x="193281" y="54864"/>
                </a:lnTo>
                <a:lnTo>
                  <a:pt x="193535" y="134112"/>
                </a:lnTo>
                <a:lnTo>
                  <a:pt x="193548" y="160020"/>
                </a:lnTo>
                <a:lnTo>
                  <a:pt x="105156" y="160020"/>
                </a:lnTo>
                <a:lnTo>
                  <a:pt x="105156" y="74676"/>
                </a:lnTo>
                <a:lnTo>
                  <a:pt x="121920" y="62484"/>
                </a:lnTo>
                <a:lnTo>
                  <a:pt x="79248" y="44196"/>
                </a:lnTo>
                <a:lnTo>
                  <a:pt x="80124" y="62509"/>
                </a:lnTo>
                <a:lnTo>
                  <a:pt x="80581" y="87820"/>
                </a:lnTo>
                <a:lnTo>
                  <a:pt x="80670" y="105448"/>
                </a:lnTo>
                <a:lnTo>
                  <a:pt x="80772" y="160020"/>
                </a:lnTo>
                <a:lnTo>
                  <a:pt x="0" y="160020"/>
                </a:lnTo>
                <a:lnTo>
                  <a:pt x="15240" y="175260"/>
                </a:lnTo>
                <a:lnTo>
                  <a:pt x="24663" y="173266"/>
                </a:lnTo>
                <a:lnTo>
                  <a:pt x="34671" y="171831"/>
                </a:lnTo>
                <a:lnTo>
                  <a:pt x="45237" y="170980"/>
                </a:lnTo>
                <a:lnTo>
                  <a:pt x="56388" y="170688"/>
                </a:lnTo>
                <a:lnTo>
                  <a:pt x="399288" y="170688"/>
                </a:lnTo>
                <a:close/>
              </a:path>
              <a:path w="845820" h="413385">
                <a:moveTo>
                  <a:pt x="557784" y="260604"/>
                </a:moveTo>
                <a:lnTo>
                  <a:pt x="556260" y="255524"/>
                </a:lnTo>
                <a:lnTo>
                  <a:pt x="535343" y="264414"/>
                </a:lnTo>
                <a:lnTo>
                  <a:pt x="509016" y="273304"/>
                </a:lnTo>
                <a:lnTo>
                  <a:pt x="476961" y="284734"/>
                </a:lnTo>
                <a:lnTo>
                  <a:pt x="438912" y="296164"/>
                </a:lnTo>
                <a:lnTo>
                  <a:pt x="461772" y="325374"/>
                </a:lnTo>
                <a:lnTo>
                  <a:pt x="469480" y="315214"/>
                </a:lnTo>
                <a:lnTo>
                  <a:pt x="488061" y="299974"/>
                </a:lnTo>
                <a:lnTo>
                  <a:pt x="517486" y="282194"/>
                </a:lnTo>
                <a:lnTo>
                  <a:pt x="557784" y="260604"/>
                </a:lnTo>
                <a:close/>
              </a:path>
              <a:path w="845820" h="413385">
                <a:moveTo>
                  <a:pt x="600456" y="216154"/>
                </a:moveTo>
                <a:lnTo>
                  <a:pt x="594360" y="211074"/>
                </a:lnTo>
                <a:lnTo>
                  <a:pt x="576072" y="195834"/>
                </a:lnTo>
                <a:lnTo>
                  <a:pt x="565404" y="211074"/>
                </a:lnTo>
                <a:lnTo>
                  <a:pt x="559308" y="211074"/>
                </a:lnTo>
                <a:lnTo>
                  <a:pt x="571500" y="49784"/>
                </a:lnTo>
                <a:lnTo>
                  <a:pt x="574929" y="47244"/>
                </a:lnTo>
                <a:lnTo>
                  <a:pt x="585216" y="39624"/>
                </a:lnTo>
                <a:lnTo>
                  <a:pt x="560832" y="19304"/>
                </a:lnTo>
                <a:lnTo>
                  <a:pt x="548640" y="35814"/>
                </a:lnTo>
                <a:lnTo>
                  <a:pt x="448056" y="35814"/>
                </a:lnTo>
                <a:lnTo>
                  <a:pt x="463296" y="51054"/>
                </a:lnTo>
                <a:lnTo>
                  <a:pt x="473583" y="49784"/>
                </a:lnTo>
                <a:lnTo>
                  <a:pt x="483870" y="47244"/>
                </a:lnTo>
                <a:lnTo>
                  <a:pt x="550164" y="47244"/>
                </a:lnTo>
                <a:lnTo>
                  <a:pt x="537972" y="211074"/>
                </a:lnTo>
                <a:lnTo>
                  <a:pt x="493776" y="211074"/>
                </a:lnTo>
                <a:lnTo>
                  <a:pt x="502920" y="103124"/>
                </a:lnTo>
                <a:lnTo>
                  <a:pt x="519684" y="92964"/>
                </a:lnTo>
                <a:lnTo>
                  <a:pt x="483108" y="72644"/>
                </a:lnTo>
                <a:lnTo>
                  <a:pt x="479488" y="127254"/>
                </a:lnTo>
                <a:lnTo>
                  <a:pt x="472440" y="207264"/>
                </a:lnTo>
                <a:lnTo>
                  <a:pt x="461772" y="216154"/>
                </a:lnTo>
                <a:lnTo>
                  <a:pt x="481584" y="233934"/>
                </a:lnTo>
                <a:lnTo>
                  <a:pt x="493776" y="222504"/>
                </a:lnTo>
                <a:lnTo>
                  <a:pt x="568452" y="222504"/>
                </a:lnTo>
                <a:lnTo>
                  <a:pt x="564997" y="264414"/>
                </a:lnTo>
                <a:lnTo>
                  <a:pt x="557517" y="322834"/>
                </a:lnTo>
                <a:lnTo>
                  <a:pt x="534352" y="362204"/>
                </a:lnTo>
                <a:lnTo>
                  <a:pt x="525780" y="363474"/>
                </a:lnTo>
                <a:lnTo>
                  <a:pt x="515531" y="362204"/>
                </a:lnTo>
                <a:lnTo>
                  <a:pt x="503301" y="359664"/>
                </a:lnTo>
                <a:lnTo>
                  <a:pt x="489343" y="357124"/>
                </a:lnTo>
                <a:lnTo>
                  <a:pt x="473964" y="353314"/>
                </a:lnTo>
                <a:lnTo>
                  <a:pt x="473964" y="358394"/>
                </a:lnTo>
                <a:lnTo>
                  <a:pt x="493966" y="367284"/>
                </a:lnTo>
                <a:lnTo>
                  <a:pt x="508254" y="377444"/>
                </a:lnTo>
                <a:lnTo>
                  <a:pt x="516826" y="387604"/>
                </a:lnTo>
                <a:lnTo>
                  <a:pt x="519684" y="399034"/>
                </a:lnTo>
                <a:lnTo>
                  <a:pt x="527634" y="396494"/>
                </a:lnTo>
                <a:lnTo>
                  <a:pt x="559879" y="374904"/>
                </a:lnTo>
                <a:lnTo>
                  <a:pt x="566343" y="363474"/>
                </a:lnTo>
                <a:lnTo>
                  <a:pt x="569976" y="355854"/>
                </a:lnTo>
                <a:lnTo>
                  <a:pt x="574548" y="339344"/>
                </a:lnTo>
                <a:lnTo>
                  <a:pt x="579120" y="311404"/>
                </a:lnTo>
                <a:lnTo>
                  <a:pt x="583692" y="273304"/>
                </a:lnTo>
                <a:lnTo>
                  <a:pt x="588264" y="223774"/>
                </a:lnTo>
                <a:lnTo>
                  <a:pt x="590296" y="222504"/>
                </a:lnTo>
                <a:lnTo>
                  <a:pt x="600456" y="216154"/>
                </a:lnTo>
                <a:close/>
              </a:path>
              <a:path w="845820" h="413385">
                <a:moveTo>
                  <a:pt x="685800" y="270764"/>
                </a:moveTo>
                <a:lnTo>
                  <a:pt x="661416" y="247904"/>
                </a:lnTo>
                <a:lnTo>
                  <a:pt x="653745" y="260604"/>
                </a:lnTo>
                <a:lnTo>
                  <a:pt x="640080" y="277114"/>
                </a:lnTo>
                <a:lnTo>
                  <a:pt x="620687" y="296164"/>
                </a:lnTo>
                <a:lnTo>
                  <a:pt x="595884" y="317754"/>
                </a:lnTo>
                <a:lnTo>
                  <a:pt x="597408" y="322834"/>
                </a:lnTo>
                <a:lnTo>
                  <a:pt x="614807" y="312674"/>
                </a:lnTo>
                <a:lnTo>
                  <a:pt x="630364" y="302514"/>
                </a:lnTo>
                <a:lnTo>
                  <a:pt x="643902" y="292354"/>
                </a:lnTo>
                <a:lnTo>
                  <a:pt x="655320" y="284734"/>
                </a:lnTo>
                <a:lnTo>
                  <a:pt x="664146" y="278384"/>
                </a:lnTo>
                <a:lnTo>
                  <a:pt x="672274" y="274574"/>
                </a:lnTo>
                <a:lnTo>
                  <a:pt x="679526" y="272034"/>
                </a:lnTo>
                <a:lnTo>
                  <a:pt x="685800" y="270764"/>
                </a:lnTo>
                <a:close/>
              </a:path>
              <a:path w="845820" h="413385">
                <a:moveTo>
                  <a:pt x="699516" y="326644"/>
                </a:moveTo>
                <a:lnTo>
                  <a:pt x="675132" y="302514"/>
                </a:lnTo>
                <a:lnTo>
                  <a:pt x="659980" y="324104"/>
                </a:lnTo>
                <a:lnTo>
                  <a:pt x="639699" y="344424"/>
                </a:lnTo>
                <a:lnTo>
                  <a:pt x="614260" y="366014"/>
                </a:lnTo>
                <a:lnTo>
                  <a:pt x="583692" y="387604"/>
                </a:lnTo>
                <a:lnTo>
                  <a:pt x="585216" y="392684"/>
                </a:lnTo>
                <a:lnTo>
                  <a:pt x="624078" y="372364"/>
                </a:lnTo>
                <a:lnTo>
                  <a:pt x="658368" y="349504"/>
                </a:lnTo>
                <a:lnTo>
                  <a:pt x="672084" y="339344"/>
                </a:lnTo>
                <a:lnTo>
                  <a:pt x="692658" y="327914"/>
                </a:lnTo>
                <a:lnTo>
                  <a:pt x="699516" y="326644"/>
                </a:lnTo>
                <a:close/>
              </a:path>
              <a:path w="845820" h="413385">
                <a:moveTo>
                  <a:pt x="754380" y="34544"/>
                </a:moveTo>
                <a:lnTo>
                  <a:pt x="728472" y="9144"/>
                </a:lnTo>
                <a:lnTo>
                  <a:pt x="708660" y="25654"/>
                </a:lnTo>
                <a:lnTo>
                  <a:pt x="691896" y="25654"/>
                </a:lnTo>
                <a:lnTo>
                  <a:pt x="691896" y="148844"/>
                </a:lnTo>
                <a:lnTo>
                  <a:pt x="643128" y="165354"/>
                </a:lnTo>
                <a:lnTo>
                  <a:pt x="643128" y="124714"/>
                </a:lnTo>
                <a:lnTo>
                  <a:pt x="691896" y="124714"/>
                </a:lnTo>
                <a:lnTo>
                  <a:pt x="691896" y="115824"/>
                </a:lnTo>
                <a:lnTo>
                  <a:pt x="643128" y="115824"/>
                </a:lnTo>
                <a:lnTo>
                  <a:pt x="643128" y="81534"/>
                </a:lnTo>
                <a:lnTo>
                  <a:pt x="691896" y="81534"/>
                </a:lnTo>
                <a:lnTo>
                  <a:pt x="691896" y="71374"/>
                </a:lnTo>
                <a:lnTo>
                  <a:pt x="643128" y="71374"/>
                </a:lnTo>
                <a:lnTo>
                  <a:pt x="643128" y="35814"/>
                </a:lnTo>
                <a:lnTo>
                  <a:pt x="691896" y="35814"/>
                </a:lnTo>
                <a:lnTo>
                  <a:pt x="691896" y="25654"/>
                </a:lnTo>
                <a:lnTo>
                  <a:pt x="589788" y="25654"/>
                </a:lnTo>
                <a:lnTo>
                  <a:pt x="605028" y="39624"/>
                </a:lnTo>
                <a:lnTo>
                  <a:pt x="623316" y="34544"/>
                </a:lnTo>
                <a:lnTo>
                  <a:pt x="623316" y="170434"/>
                </a:lnTo>
                <a:lnTo>
                  <a:pt x="600456" y="178054"/>
                </a:lnTo>
                <a:lnTo>
                  <a:pt x="620268" y="202184"/>
                </a:lnTo>
                <a:lnTo>
                  <a:pt x="626364" y="192024"/>
                </a:lnTo>
                <a:lnTo>
                  <a:pt x="642378" y="183134"/>
                </a:lnTo>
                <a:lnTo>
                  <a:pt x="675005" y="167894"/>
                </a:lnTo>
                <a:lnTo>
                  <a:pt x="681761" y="165354"/>
                </a:lnTo>
                <a:lnTo>
                  <a:pt x="691896" y="161544"/>
                </a:lnTo>
                <a:lnTo>
                  <a:pt x="691896" y="208534"/>
                </a:lnTo>
                <a:lnTo>
                  <a:pt x="710184" y="195834"/>
                </a:lnTo>
                <a:lnTo>
                  <a:pt x="710184" y="161544"/>
                </a:lnTo>
                <a:lnTo>
                  <a:pt x="710184" y="153924"/>
                </a:lnTo>
                <a:lnTo>
                  <a:pt x="730758" y="142494"/>
                </a:lnTo>
                <a:lnTo>
                  <a:pt x="742188" y="136144"/>
                </a:lnTo>
                <a:lnTo>
                  <a:pt x="737616" y="132334"/>
                </a:lnTo>
                <a:lnTo>
                  <a:pt x="710184" y="142494"/>
                </a:lnTo>
                <a:lnTo>
                  <a:pt x="710184" y="124714"/>
                </a:lnTo>
                <a:lnTo>
                  <a:pt x="710184" y="115824"/>
                </a:lnTo>
                <a:lnTo>
                  <a:pt x="710184" y="81534"/>
                </a:lnTo>
                <a:lnTo>
                  <a:pt x="710184" y="71374"/>
                </a:lnTo>
                <a:lnTo>
                  <a:pt x="710184" y="35814"/>
                </a:lnTo>
                <a:lnTo>
                  <a:pt x="710184" y="34544"/>
                </a:lnTo>
                <a:lnTo>
                  <a:pt x="754380" y="34544"/>
                </a:lnTo>
                <a:close/>
              </a:path>
              <a:path w="845820" h="413385">
                <a:moveTo>
                  <a:pt x="838200" y="155194"/>
                </a:moveTo>
                <a:lnTo>
                  <a:pt x="836676" y="147574"/>
                </a:lnTo>
                <a:lnTo>
                  <a:pt x="830580" y="141224"/>
                </a:lnTo>
                <a:lnTo>
                  <a:pt x="825982" y="136144"/>
                </a:lnTo>
                <a:lnTo>
                  <a:pt x="818959" y="129794"/>
                </a:lnTo>
                <a:lnTo>
                  <a:pt x="817029" y="128524"/>
                </a:lnTo>
                <a:lnTo>
                  <a:pt x="809358" y="123444"/>
                </a:lnTo>
                <a:lnTo>
                  <a:pt x="797052" y="115824"/>
                </a:lnTo>
                <a:lnTo>
                  <a:pt x="802652" y="104394"/>
                </a:lnTo>
                <a:lnTo>
                  <a:pt x="810768" y="87884"/>
                </a:lnTo>
                <a:lnTo>
                  <a:pt x="817626" y="72644"/>
                </a:lnTo>
                <a:lnTo>
                  <a:pt x="824484" y="56134"/>
                </a:lnTo>
                <a:lnTo>
                  <a:pt x="826223" y="54864"/>
                </a:lnTo>
                <a:lnTo>
                  <a:pt x="836676" y="47244"/>
                </a:lnTo>
                <a:lnTo>
                  <a:pt x="810768" y="26924"/>
                </a:lnTo>
                <a:lnTo>
                  <a:pt x="801624" y="43434"/>
                </a:lnTo>
                <a:lnTo>
                  <a:pt x="728472" y="43434"/>
                </a:lnTo>
                <a:lnTo>
                  <a:pt x="743712" y="58674"/>
                </a:lnTo>
                <a:lnTo>
                  <a:pt x="753135" y="57404"/>
                </a:lnTo>
                <a:lnTo>
                  <a:pt x="763143" y="54864"/>
                </a:lnTo>
                <a:lnTo>
                  <a:pt x="803148" y="54864"/>
                </a:lnTo>
                <a:lnTo>
                  <a:pt x="799160" y="66294"/>
                </a:lnTo>
                <a:lnTo>
                  <a:pt x="794194" y="77724"/>
                </a:lnTo>
                <a:lnTo>
                  <a:pt x="788352" y="91694"/>
                </a:lnTo>
                <a:lnTo>
                  <a:pt x="781812" y="104394"/>
                </a:lnTo>
                <a:lnTo>
                  <a:pt x="768972" y="96774"/>
                </a:lnTo>
                <a:lnTo>
                  <a:pt x="755713" y="89154"/>
                </a:lnTo>
                <a:lnTo>
                  <a:pt x="728472" y="73914"/>
                </a:lnTo>
                <a:lnTo>
                  <a:pt x="725424" y="80264"/>
                </a:lnTo>
                <a:lnTo>
                  <a:pt x="738822" y="87884"/>
                </a:lnTo>
                <a:lnTo>
                  <a:pt x="751522" y="96774"/>
                </a:lnTo>
                <a:lnTo>
                  <a:pt x="763346" y="106934"/>
                </a:lnTo>
                <a:lnTo>
                  <a:pt x="774192" y="117094"/>
                </a:lnTo>
                <a:lnTo>
                  <a:pt x="762774" y="133604"/>
                </a:lnTo>
                <a:lnTo>
                  <a:pt x="749236" y="151384"/>
                </a:lnTo>
                <a:lnTo>
                  <a:pt x="733679" y="169164"/>
                </a:lnTo>
                <a:lnTo>
                  <a:pt x="716280" y="186944"/>
                </a:lnTo>
                <a:lnTo>
                  <a:pt x="719328" y="192024"/>
                </a:lnTo>
                <a:lnTo>
                  <a:pt x="738416" y="178054"/>
                </a:lnTo>
                <a:lnTo>
                  <a:pt x="756666" y="162814"/>
                </a:lnTo>
                <a:lnTo>
                  <a:pt x="773760" y="146304"/>
                </a:lnTo>
                <a:lnTo>
                  <a:pt x="789432" y="128524"/>
                </a:lnTo>
                <a:lnTo>
                  <a:pt x="799122" y="139954"/>
                </a:lnTo>
                <a:lnTo>
                  <a:pt x="807529" y="150114"/>
                </a:lnTo>
                <a:lnTo>
                  <a:pt x="814501" y="159004"/>
                </a:lnTo>
                <a:lnTo>
                  <a:pt x="819912" y="166624"/>
                </a:lnTo>
                <a:lnTo>
                  <a:pt x="822960" y="172974"/>
                </a:lnTo>
                <a:lnTo>
                  <a:pt x="826008" y="178054"/>
                </a:lnTo>
                <a:lnTo>
                  <a:pt x="830580" y="178054"/>
                </a:lnTo>
                <a:lnTo>
                  <a:pt x="830580" y="176784"/>
                </a:lnTo>
                <a:lnTo>
                  <a:pt x="835152" y="172974"/>
                </a:lnTo>
                <a:lnTo>
                  <a:pt x="836676" y="169164"/>
                </a:lnTo>
                <a:lnTo>
                  <a:pt x="836676" y="161544"/>
                </a:lnTo>
                <a:lnTo>
                  <a:pt x="838200" y="155194"/>
                </a:lnTo>
                <a:close/>
              </a:path>
              <a:path w="845820" h="413385">
                <a:moveTo>
                  <a:pt x="845820" y="357124"/>
                </a:moveTo>
                <a:lnTo>
                  <a:pt x="821791" y="346964"/>
                </a:lnTo>
                <a:lnTo>
                  <a:pt x="799909" y="332994"/>
                </a:lnTo>
                <a:lnTo>
                  <a:pt x="780021" y="315214"/>
                </a:lnTo>
                <a:lnTo>
                  <a:pt x="762000" y="292354"/>
                </a:lnTo>
                <a:lnTo>
                  <a:pt x="774750" y="284734"/>
                </a:lnTo>
                <a:lnTo>
                  <a:pt x="776871" y="283464"/>
                </a:lnTo>
                <a:lnTo>
                  <a:pt x="789622" y="277114"/>
                </a:lnTo>
                <a:lnTo>
                  <a:pt x="800354" y="272034"/>
                </a:lnTo>
                <a:lnTo>
                  <a:pt x="809244" y="269494"/>
                </a:lnTo>
                <a:lnTo>
                  <a:pt x="816927" y="265684"/>
                </a:lnTo>
                <a:lnTo>
                  <a:pt x="823912" y="264414"/>
                </a:lnTo>
                <a:lnTo>
                  <a:pt x="830021" y="263144"/>
                </a:lnTo>
                <a:lnTo>
                  <a:pt x="835152" y="263144"/>
                </a:lnTo>
                <a:lnTo>
                  <a:pt x="812292" y="235204"/>
                </a:lnTo>
                <a:lnTo>
                  <a:pt x="806310" y="244094"/>
                </a:lnTo>
                <a:lnTo>
                  <a:pt x="795337" y="255524"/>
                </a:lnTo>
                <a:lnTo>
                  <a:pt x="758952" y="284734"/>
                </a:lnTo>
                <a:lnTo>
                  <a:pt x="747560" y="265684"/>
                </a:lnTo>
                <a:lnTo>
                  <a:pt x="738759" y="249174"/>
                </a:lnTo>
                <a:lnTo>
                  <a:pt x="737565" y="246634"/>
                </a:lnTo>
                <a:lnTo>
                  <a:pt x="732802" y="236474"/>
                </a:lnTo>
                <a:lnTo>
                  <a:pt x="731037" y="230124"/>
                </a:lnTo>
                <a:lnTo>
                  <a:pt x="729996" y="226314"/>
                </a:lnTo>
                <a:lnTo>
                  <a:pt x="741972" y="223774"/>
                </a:lnTo>
                <a:lnTo>
                  <a:pt x="754951" y="219964"/>
                </a:lnTo>
                <a:lnTo>
                  <a:pt x="768781" y="218694"/>
                </a:lnTo>
                <a:lnTo>
                  <a:pt x="783336" y="216154"/>
                </a:lnTo>
                <a:lnTo>
                  <a:pt x="796137" y="213614"/>
                </a:lnTo>
                <a:lnTo>
                  <a:pt x="815479" y="213614"/>
                </a:lnTo>
                <a:lnTo>
                  <a:pt x="821436" y="216154"/>
                </a:lnTo>
                <a:lnTo>
                  <a:pt x="819531" y="213614"/>
                </a:lnTo>
                <a:lnTo>
                  <a:pt x="798576" y="185674"/>
                </a:lnTo>
                <a:lnTo>
                  <a:pt x="755065" y="203454"/>
                </a:lnTo>
                <a:lnTo>
                  <a:pt x="640168" y="230124"/>
                </a:lnTo>
                <a:lnTo>
                  <a:pt x="609600" y="233934"/>
                </a:lnTo>
                <a:lnTo>
                  <a:pt x="609600" y="240284"/>
                </a:lnTo>
                <a:lnTo>
                  <a:pt x="637286" y="236474"/>
                </a:lnTo>
                <a:lnTo>
                  <a:pt x="686955" y="231394"/>
                </a:lnTo>
                <a:lnTo>
                  <a:pt x="708660" y="230124"/>
                </a:lnTo>
                <a:lnTo>
                  <a:pt x="708533" y="311404"/>
                </a:lnTo>
                <a:lnTo>
                  <a:pt x="708431" y="332994"/>
                </a:lnTo>
                <a:lnTo>
                  <a:pt x="708063" y="367284"/>
                </a:lnTo>
                <a:lnTo>
                  <a:pt x="707948" y="374904"/>
                </a:lnTo>
                <a:lnTo>
                  <a:pt x="707136" y="406654"/>
                </a:lnTo>
                <a:lnTo>
                  <a:pt x="731520" y="395224"/>
                </a:lnTo>
                <a:lnTo>
                  <a:pt x="730631" y="367284"/>
                </a:lnTo>
                <a:lnTo>
                  <a:pt x="730186" y="332994"/>
                </a:lnTo>
                <a:lnTo>
                  <a:pt x="730110" y="317754"/>
                </a:lnTo>
                <a:lnTo>
                  <a:pt x="729996" y="246634"/>
                </a:lnTo>
                <a:lnTo>
                  <a:pt x="744537" y="287274"/>
                </a:lnTo>
                <a:lnTo>
                  <a:pt x="762952" y="322834"/>
                </a:lnTo>
                <a:lnTo>
                  <a:pt x="785063" y="353314"/>
                </a:lnTo>
                <a:lnTo>
                  <a:pt x="810768" y="378714"/>
                </a:lnTo>
                <a:lnTo>
                  <a:pt x="817308" y="371094"/>
                </a:lnTo>
                <a:lnTo>
                  <a:pt x="825436" y="366014"/>
                </a:lnTo>
                <a:lnTo>
                  <a:pt x="834974" y="363474"/>
                </a:lnTo>
                <a:lnTo>
                  <a:pt x="845820" y="363474"/>
                </a:lnTo>
                <a:lnTo>
                  <a:pt x="845820" y="35712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" name="object 18"/>
          <p:cNvSpPr/>
          <p:nvPr/>
        </p:nvSpPr>
        <p:spPr>
          <a:xfrm>
            <a:off x="5949696" y="3651503"/>
            <a:ext cx="382905" cy="401320"/>
          </a:xfrm>
          <a:custGeom>
            <a:avLst/>
            <a:gdLst/>
            <a:ahLst/>
            <a:cxnLst/>
            <a:rect l="l" t="t" r="r" b="b"/>
            <a:pathLst>
              <a:path w="382904" h="401320">
                <a:moveTo>
                  <a:pt x="105156" y="213359"/>
                </a:moveTo>
                <a:lnTo>
                  <a:pt x="77724" y="192023"/>
                </a:lnTo>
                <a:lnTo>
                  <a:pt x="91440" y="179831"/>
                </a:lnTo>
                <a:lnTo>
                  <a:pt x="94559" y="132397"/>
                </a:lnTo>
                <a:lnTo>
                  <a:pt x="96964" y="95249"/>
                </a:lnTo>
                <a:lnTo>
                  <a:pt x="98512" y="68389"/>
                </a:lnTo>
                <a:lnTo>
                  <a:pt x="99060" y="51815"/>
                </a:lnTo>
                <a:lnTo>
                  <a:pt x="99941" y="40076"/>
                </a:lnTo>
                <a:lnTo>
                  <a:pt x="100393" y="27622"/>
                </a:lnTo>
                <a:lnTo>
                  <a:pt x="100510" y="18288"/>
                </a:lnTo>
                <a:lnTo>
                  <a:pt x="100584" y="0"/>
                </a:lnTo>
                <a:lnTo>
                  <a:pt x="140208" y="18288"/>
                </a:lnTo>
                <a:lnTo>
                  <a:pt x="126492" y="28955"/>
                </a:lnTo>
                <a:lnTo>
                  <a:pt x="123444" y="92963"/>
                </a:lnTo>
                <a:lnTo>
                  <a:pt x="371856" y="92963"/>
                </a:lnTo>
                <a:lnTo>
                  <a:pt x="382524" y="103631"/>
                </a:lnTo>
                <a:lnTo>
                  <a:pt x="123444" y="103631"/>
                </a:lnTo>
                <a:lnTo>
                  <a:pt x="117348" y="185927"/>
                </a:lnTo>
                <a:lnTo>
                  <a:pt x="366674" y="185927"/>
                </a:lnTo>
                <a:lnTo>
                  <a:pt x="368808" y="187451"/>
                </a:lnTo>
                <a:lnTo>
                  <a:pt x="357632" y="196595"/>
                </a:lnTo>
                <a:lnTo>
                  <a:pt x="120396" y="196595"/>
                </a:lnTo>
                <a:lnTo>
                  <a:pt x="105156" y="213359"/>
                </a:lnTo>
                <a:close/>
              </a:path>
              <a:path w="382904" h="401320">
                <a:moveTo>
                  <a:pt x="371856" y="92963"/>
                </a:moveTo>
                <a:lnTo>
                  <a:pt x="326136" y="92963"/>
                </a:lnTo>
                <a:lnTo>
                  <a:pt x="348996" y="70103"/>
                </a:lnTo>
                <a:lnTo>
                  <a:pt x="371856" y="92963"/>
                </a:lnTo>
                <a:close/>
              </a:path>
              <a:path w="382904" h="401320">
                <a:moveTo>
                  <a:pt x="366674" y="185927"/>
                </a:moveTo>
                <a:lnTo>
                  <a:pt x="323087" y="185927"/>
                </a:lnTo>
                <a:lnTo>
                  <a:pt x="336804" y="164591"/>
                </a:lnTo>
                <a:lnTo>
                  <a:pt x="366674" y="185927"/>
                </a:lnTo>
                <a:close/>
              </a:path>
              <a:path w="382904" h="401320">
                <a:moveTo>
                  <a:pt x="329048" y="361188"/>
                </a:moveTo>
                <a:lnTo>
                  <a:pt x="280416" y="361188"/>
                </a:lnTo>
                <a:lnTo>
                  <a:pt x="292965" y="358020"/>
                </a:lnTo>
                <a:lnTo>
                  <a:pt x="303085" y="348424"/>
                </a:lnTo>
                <a:lnTo>
                  <a:pt x="315467" y="309371"/>
                </a:lnTo>
                <a:lnTo>
                  <a:pt x="323088" y="255841"/>
                </a:lnTo>
                <a:lnTo>
                  <a:pt x="326136" y="196595"/>
                </a:lnTo>
                <a:lnTo>
                  <a:pt x="357632" y="196595"/>
                </a:lnTo>
                <a:lnTo>
                  <a:pt x="352044" y="201167"/>
                </a:lnTo>
                <a:lnTo>
                  <a:pt x="350615" y="232290"/>
                </a:lnTo>
                <a:lnTo>
                  <a:pt x="348615" y="261556"/>
                </a:lnTo>
                <a:lnTo>
                  <a:pt x="346043" y="288821"/>
                </a:lnTo>
                <a:lnTo>
                  <a:pt x="342900" y="313943"/>
                </a:lnTo>
                <a:lnTo>
                  <a:pt x="338637" y="335946"/>
                </a:lnTo>
                <a:lnTo>
                  <a:pt x="332803" y="353949"/>
                </a:lnTo>
                <a:lnTo>
                  <a:pt x="329048" y="361188"/>
                </a:lnTo>
                <a:close/>
              </a:path>
              <a:path w="382904" h="401320">
                <a:moveTo>
                  <a:pt x="15240" y="289559"/>
                </a:moveTo>
                <a:lnTo>
                  <a:pt x="0" y="274319"/>
                </a:lnTo>
                <a:lnTo>
                  <a:pt x="234695" y="274319"/>
                </a:lnTo>
                <a:lnTo>
                  <a:pt x="257556" y="251459"/>
                </a:lnTo>
                <a:lnTo>
                  <a:pt x="289560" y="284987"/>
                </a:lnTo>
                <a:lnTo>
                  <a:pt x="54864" y="284987"/>
                </a:lnTo>
                <a:lnTo>
                  <a:pt x="44600" y="285273"/>
                </a:lnTo>
                <a:lnTo>
                  <a:pt x="34480" y="286130"/>
                </a:lnTo>
                <a:lnTo>
                  <a:pt x="24645" y="287559"/>
                </a:lnTo>
                <a:lnTo>
                  <a:pt x="15240" y="289559"/>
                </a:lnTo>
                <a:close/>
              </a:path>
              <a:path w="382904" h="401320">
                <a:moveTo>
                  <a:pt x="269748" y="400812"/>
                </a:moveTo>
                <a:lnTo>
                  <a:pt x="266271" y="389905"/>
                </a:lnTo>
                <a:lnTo>
                  <a:pt x="255651" y="379857"/>
                </a:lnTo>
                <a:lnTo>
                  <a:pt x="237601" y="370379"/>
                </a:lnTo>
                <a:lnTo>
                  <a:pt x="211836" y="361188"/>
                </a:lnTo>
                <a:lnTo>
                  <a:pt x="213360" y="352044"/>
                </a:lnTo>
                <a:lnTo>
                  <a:pt x="231981" y="356044"/>
                </a:lnTo>
                <a:lnTo>
                  <a:pt x="249174" y="358902"/>
                </a:lnTo>
                <a:lnTo>
                  <a:pt x="265223" y="360616"/>
                </a:lnTo>
                <a:lnTo>
                  <a:pt x="280416" y="361188"/>
                </a:lnTo>
                <a:lnTo>
                  <a:pt x="329048" y="361188"/>
                </a:lnTo>
                <a:lnTo>
                  <a:pt x="325540" y="367950"/>
                </a:lnTo>
                <a:lnTo>
                  <a:pt x="316991" y="377952"/>
                </a:lnTo>
                <a:lnTo>
                  <a:pt x="307252" y="385381"/>
                </a:lnTo>
                <a:lnTo>
                  <a:pt x="296227" y="391668"/>
                </a:lnTo>
                <a:lnTo>
                  <a:pt x="283773" y="396811"/>
                </a:lnTo>
                <a:lnTo>
                  <a:pt x="269748" y="40081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" name="object 19"/>
          <p:cNvSpPr/>
          <p:nvPr/>
        </p:nvSpPr>
        <p:spPr>
          <a:xfrm>
            <a:off x="6458711" y="3649979"/>
            <a:ext cx="280670" cy="407034"/>
          </a:xfrm>
          <a:custGeom>
            <a:avLst/>
            <a:gdLst/>
            <a:ahLst/>
            <a:cxnLst/>
            <a:rect l="l" t="t" r="r" b="b"/>
            <a:pathLst>
              <a:path w="280670" h="407035">
                <a:moveTo>
                  <a:pt x="91440" y="82295"/>
                </a:moveTo>
                <a:lnTo>
                  <a:pt x="79247" y="82295"/>
                </a:lnTo>
                <a:lnTo>
                  <a:pt x="88463" y="60864"/>
                </a:lnTo>
                <a:lnTo>
                  <a:pt x="95821" y="40004"/>
                </a:lnTo>
                <a:lnTo>
                  <a:pt x="101750" y="19716"/>
                </a:lnTo>
                <a:lnTo>
                  <a:pt x="106680" y="0"/>
                </a:lnTo>
                <a:lnTo>
                  <a:pt x="147828" y="18287"/>
                </a:lnTo>
                <a:lnTo>
                  <a:pt x="115824" y="48767"/>
                </a:lnTo>
                <a:lnTo>
                  <a:pt x="108156" y="59364"/>
                </a:lnTo>
                <a:lnTo>
                  <a:pt x="101345" y="68389"/>
                </a:lnTo>
                <a:lnTo>
                  <a:pt x="95678" y="75985"/>
                </a:lnTo>
                <a:lnTo>
                  <a:pt x="91440" y="82295"/>
                </a:lnTo>
                <a:close/>
              </a:path>
              <a:path w="280670" h="407035">
                <a:moveTo>
                  <a:pt x="274129" y="82295"/>
                </a:moveTo>
                <a:lnTo>
                  <a:pt x="233172" y="82295"/>
                </a:lnTo>
                <a:lnTo>
                  <a:pt x="246888" y="62483"/>
                </a:lnTo>
                <a:lnTo>
                  <a:pt x="274129" y="82295"/>
                </a:lnTo>
                <a:close/>
              </a:path>
              <a:path w="280670" h="407035">
                <a:moveTo>
                  <a:pt x="0" y="406907"/>
                </a:moveTo>
                <a:lnTo>
                  <a:pt x="881" y="384952"/>
                </a:lnTo>
                <a:lnTo>
                  <a:pt x="1333" y="348995"/>
                </a:lnTo>
                <a:lnTo>
                  <a:pt x="1500" y="299323"/>
                </a:lnTo>
                <a:lnTo>
                  <a:pt x="1488" y="169163"/>
                </a:lnTo>
                <a:lnTo>
                  <a:pt x="1333" y="123062"/>
                </a:lnTo>
                <a:lnTo>
                  <a:pt x="946" y="92963"/>
                </a:lnTo>
                <a:lnTo>
                  <a:pt x="836" y="86867"/>
                </a:lnTo>
                <a:lnTo>
                  <a:pt x="0" y="67055"/>
                </a:lnTo>
                <a:lnTo>
                  <a:pt x="27432" y="82295"/>
                </a:lnTo>
                <a:lnTo>
                  <a:pt x="274129" y="82295"/>
                </a:lnTo>
                <a:lnTo>
                  <a:pt x="280416" y="86867"/>
                </a:lnTo>
                <a:lnTo>
                  <a:pt x="272288" y="92963"/>
                </a:lnTo>
                <a:lnTo>
                  <a:pt x="27432" y="92963"/>
                </a:lnTo>
                <a:lnTo>
                  <a:pt x="27432" y="169163"/>
                </a:lnTo>
                <a:lnTo>
                  <a:pt x="262128" y="169163"/>
                </a:lnTo>
                <a:lnTo>
                  <a:pt x="262128" y="179831"/>
                </a:lnTo>
                <a:lnTo>
                  <a:pt x="27432" y="179831"/>
                </a:lnTo>
                <a:lnTo>
                  <a:pt x="27432" y="266699"/>
                </a:lnTo>
                <a:lnTo>
                  <a:pt x="262128" y="266699"/>
                </a:lnTo>
                <a:lnTo>
                  <a:pt x="262128" y="277367"/>
                </a:lnTo>
                <a:lnTo>
                  <a:pt x="27432" y="277367"/>
                </a:lnTo>
                <a:lnTo>
                  <a:pt x="27432" y="359663"/>
                </a:lnTo>
                <a:lnTo>
                  <a:pt x="262128" y="359663"/>
                </a:lnTo>
                <a:lnTo>
                  <a:pt x="262128" y="361187"/>
                </a:lnTo>
                <a:lnTo>
                  <a:pt x="262366" y="369450"/>
                </a:lnTo>
                <a:lnTo>
                  <a:pt x="262418" y="370331"/>
                </a:lnTo>
                <a:lnTo>
                  <a:pt x="27432" y="370331"/>
                </a:lnTo>
                <a:lnTo>
                  <a:pt x="27432" y="397763"/>
                </a:lnTo>
                <a:lnTo>
                  <a:pt x="0" y="406907"/>
                </a:lnTo>
                <a:close/>
              </a:path>
              <a:path w="280670" h="407035">
                <a:moveTo>
                  <a:pt x="262128" y="169163"/>
                </a:moveTo>
                <a:lnTo>
                  <a:pt x="236220" y="169163"/>
                </a:lnTo>
                <a:lnTo>
                  <a:pt x="236220" y="92963"/>
                </a:lnTo>
                <a:lnTo>
                  <a:pt x="272288" y="92963"/>
                </a:lnTo>
                <a:lnTo>
                  <a:pt x="262128" y="100583"/>
                </a:lnTo>
                <a:lnTo>
                  <a:pt x="262128" y="169163"/>
                </a:lnTo>
                <a:close/>
              </a:path>
              <a:path w="280670" h="407035">
                <a:moveTo>
                  <a:pt x="262128" y="266699"/>
                </a:moveTo>
                <a:lnTo>
                  <a:pt x="236220" y="266699"/>
                </a:lnTo>
                <a:lnTo>
                  <a:pt x="236220" y="179831"/>
                </a:lnTo>
                <a:lnTo>
                  <a:pt x="262128" y="179831"/>
                </a:lnTo>
                <a:lnTo>
                  <a:pt x="262128" y="266699"/>
                </a:lnTo>
                <a:close/>
              </a:path>
              <a:path w="280670" h="407035">
                <a:moveTo>
                  <a:pt x="262128" y="359663"/>
                </a:moveTo>
                <a:lnTo>
                  <a:pt x="236220" y="359663"/>
                </a:lnTo>
                <a:lnTo>
                  <a:pt x="236220" y="277367"/>
                </a:lnTo>
                <a:lnTo>
                  <a:pt x="262128" y="277367"/>
                </a:lnTo>
                <a:lnTo>
                  <a:pt x="262128" y="359663"/>
                </a:lnTo>
                <a:close/>
              </a:path>
              <a:path w="280670" h="407035">
                <a:moveTo>
                  <a:pt x="236220" y="406907"/>
                </a:moveTo>
                <a:lnTo>
                  <a:pt x="236220" y="370331"/>
                </a:lnTo>
                <a:lnTo>
                  <a:pt x="262418" y="370331"/>
                </a:lnTo>
                <a:lnTo>
                  <a:pt x="263413" y="387119"/>
                </a:lnTo>
                <a:lnTo>
                  <a:pt x="263652" y="396239"/>
                </a:lnTo>
                <a:lnTo>
                  <a:pt x="236220" y="40690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" name="object 20"/>
          <p:cNvSpPr/>
          <p:nvPr/>
        </p:nvSpPr>
        <p:spPr>
          <a:xfrm>
            <a:off x="6883907" y="3653028"/>
            <a:ext cx="321945" cy="393700"/>
          </a:xfrm>
          <a:custGeom>
            <a:avLst/>
            <a:gdLst/>
            <a:ahLst/>
            <a:cxnLst/>
            <a:rect l="l" t="t" r="r" b="b"/>
            <a:pathLst>
              <a:path w="321945" h="393700">
                <a:moveTo>
                  <a:pt x="164592" y="108204"/>
                </a:moveTo>
                <a:lnTo>
                  <a:pt x="140208" y="108204"/>
                </a:lnTo>
                <a:lnTo>
                  <a:pt x="139946" y="73080"/>
                </a:lnTo>
                <a:lnTo>
                  <a:pt x="139255" y="43243"/>
                </a:lnTo>
                <a:lnTo>
                  <a:pt x="138279" y="18835"/>
                </a:lnTo>
                <a:lnTo>
                  <a:pt x="137160" y="0"/>
                </a:lnTo>
                <a:lnTo>
                  <a:pt x="178308" y="16764"/>
                </a:lnTo>
                <a:lnTo>
                  <a:pt x="164592" y="28956"/>
                </a:lnTo>
                <a:lnTo>
                  <a:pt x="164592" y="108204"/>
                </a:lnTo>
                <a:close/>
              </a:path>
              <a:path w="321945" h="393700">
                <a:moveTo>
                  <a:pt x="316420" y="108204"/>
                </a:moveTo>
                <a:lnTo>
                  <a:pt x="280416" y="108204"/>
                </a:lnTo>
                <a:lnTo>
                  <a:pt x="294132" y="88392"/>
                </a:lnTo>
                <a:lnTo>
                  <a:pt x="316420" y="108204"/>
                </a:lnTo>
                <a:close/>
              </a:path>
              <a:path w="321945" h="393700">
                <a:moveTo>
                  <a:pt x="0" y="393192"/>
                </a:moveTo>
                <a:lnTo>
                  <a:pt x="887" y="367284"/>
                </a:lnTo>
                <a:lnTo>
                  <a:pt x="1333" y="334899"/>
                </a:lnTo>
                <a:lnTo>
                  <a:pt x="1413" y="315468"/>
                </a:lnTo>
                <a:lnTo>
                  <a:pt x="1500" y="198834"/>
                </a:lnTo>
                <a:lnTo>
                  <a:pt x="1333" y="157353"/>
                </a:lnTo>
                <a:lnTo>
                  <a:pt x="881" y="122158"/>
                </a:lnTo>
                <a:lnTo>
                  <a:pt x="0" y="92964"/>
                </a:lnTo>
                <a:lnTo>
                  <a:pt x="28956" y="108204"/>
                </a:lnTo>
                <a:lnTo>
                  <a:pt x="316420" y="108204"/>
                </a:lnTo>
                <a:lnTo>
                  <a:pt x="321564" y="112776"/>
                </a:lnTo>
                <a:lnTo>
                  <a:pt x="315849" y="117348"/>
                </a:lnTo>
                <a:lnTo>
                  <a:pt x="25908" y="117348"/>
                </a:lnTo>
                <a:lnTo>
                  <a:pt x="25908" y="228600"/>
                </a:lnTo>
                <a:lnTo>
                  <a:pt x="306324" y="228600"/>
                </a:lnTo>
                <a:lnTo>
                  <a:pt x="306324" y="239268"/>
                </a:lnTo>
                <a:lnTo>
                  <a:pt x="25908" y="239268"/>
                </a:lnTo>
                <a:lnTo>
                  <a:pt x="25908" y="356616"/>
                </a:lnTo>
                <a:lnTo>
                  <a:pt x="307043" y="356616"/>
                </a:lnTo>
                <a:lnTo>
                  <a:pt x="307420" y="367284"/>
                </a:lnTo>
                <a:lnTo>
                  <a:pt x="25908" y="367284"/>
                </a:lnTo>
                <a:lnTo>
                  <a:pt x="25908" y="385572"/>
                </a:lnTo>
                <a:lnTo>
                  <a:pt x="0" y="393192"/>
                </a:lnTo>
                <a:close/>
              </a:path>
              <a:path w="321945" h="393700">
                <a:moveTo>
                  <a:pt x="164592" y="228600"/>
                </a:moveTo>
                <a:lnTo>
                  <a:pt x="140208" y="228600"/>
                </a:lnTo>
                <a:lnTo>
                  <a:pt x="140208" y="117348"/>
                </a:lnTo>
                <a:lnTo>
                  <a:pt x="164592" y="117348"/>
                </a:lnTo>
                <a:lnTo>
                  <a:pt x="164592" y="228600"/>
                </a:lnTo>
                <a:close/>
              </a:path>
              <a:path w="321945" h="393700">
                <a:moveTo>
                  <a:pt x="306324" y="228600"/>
                </a:moveTo>
                <a:lnTo>
                  <a:pt x="281940" y="228600"/>
                </a:lnTo>
                <a:lnTo>
                  <a:pt x="281940" y="117348"/>
                </a:lnTo>
                <a:lnTo>
                  <a:pt x="315849" y="117348"/>
                </a:lnTo>
                <a:lnTo>
                  <a:pt x="306324" y="124968"/>
                </a:lnTo>
                <a:lnTo>
                  <a:pt x="306324" y="228600"/>
                </a:lnTo>
                <a:close/>
              </a:path>
              <a:path w="321945" h="393700">
                <a:moveTo>
                  <a:pt x="164592" y="356616"/>
                </a:moveTo>
                <a:lnTo>
                  <a:pt x="140208" y="356616"/>
                </a:lnTo>
                <a:lnTo>
                  <a:pt x="140208" y="239268"/>
                </a:lnTo>
                <a:lnTo>
                  <a:pt x="164592" y="239268"/>
                </a:lnTo>
                <a:lnTo>
                  <a:pt x="164592" y="356616"/>
                </a:lnTo>
                <a:close/>
              </a:path>
              <a:path w="321945" h="393700">
                <a:moveTo>
                  <a:pt x="307043" y="356616"/>
                </a:moveTo>
                <a:lnTo>
                  <a:pt x="281940" y="356616"/>
                </a:lnTo>
                <a:lnTo>
                  <a:pt x="281940" y="239268"/>
                </a:lnTo>
                <a:lnTo>
                  <a:pt x="306324" y="239268"/>
                </a:lnTo>
                <a:lnTo>
                  <a:pt x="306324" y="315468"/>
                </a:lnTo>
                <a:lnTo>
                  <a:pt x="306562" y="339232"/>
                </a:lnTo>
                <a:lnTo>
                  <a:pt x="307043" y="356616"/>
                </a:lnTo>
                <a:close/>
              </a:path>
              <a:path w="321945" h="393700">
                <a:moveTo>
                  <a:pt x="281940" y="393192"/>
                </a:moveTo>
                <a:lnTo>
                  <a:pt x="281940" y="367284"/>
                </a:lnTo>
                <a:lnTo>
                  <a:pt x="307420" y="367284"/>
                </a:lnTo>
                <a:lnTo>
                  <a:pt x="307609" y="372475"/>
                </a:lnTo>
                <a:lnTo>
                  <a:pt x="307848" y="382524"/>
                </a:lnTo>
                <a:lnTo>
                  <a:pt x="281940" y="39319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" name="object 21"/>
          <p:cNvSpPr/>
          <p:nvPr/>
        </p:nvSpPr>
        <p:spPr>
          <a:xfrm>
            <a:off x="7312152" y="3649979"/>
            <a:ext cx="356870" cy="401320"/>
          </a:xfrm>
          <a:custGeom>
            <a:avLst/>
            <a:gdLst/>
            <a:ahLst/>
            <a:cxnLst/>
            <a:rect l="l" t="t" r="r" b="b"/>
            <a:pathLst>
              <a:path w="356870" h="401320">
                <a:moveTo>
                  <a:pt x="53340" y="89916"/>
                </a:moveTo>
                <a:lnTo>
                  <a:pt x="42672" y="89916"/>
                </a:lnTo>
                <a:lnTo>
                  <a:pt x="50696" y="61936"/>
                </a:lnTo>
                <a:lnTo>
                  <a:pt x="56578" y="37528"/>
                </a:lnTo>
                <a:lnTo>
                  <a:pt x="60459" y="16835"/>
                </a:lnTo>
                <a:lnTo>
                  <a:pt x="62484" y="0"/>
                </a:lnTo>
                <a:lnTo>
                  <a:pt x="100584" y="19812"/>
                </a:lnTo>
                <a:lnTo>
                  <a:pt x="90844" y="27551"/>
                </a:lnTo>
                <a:lnTo>
                  <a:pt x="79819" y="41719"/>
                </a:lnTo>
                <a:lnTo>
                  <a:pt x="67365" y="62460"/>
                </a:lnTo>
                <a:lnTo>
                  <a:pt x="53340" y="89916"/>
                </a:lnTo>
                <a:close/>
              </a:path>
              <a:path w="356870" h="401320">
                <a:moveTo>
                  <a:pt x="147828" y="190500"/>
                </a:moveTo>
                <a:lnTo>
                  <a:pt x="141732" y="187452"/>
                </a:lnTo>
                <a:lnTo>
                  <a:pt x="158877" y="159972"/>
                </a:lnTo>
                <a:lnTo>
                  <a:pt x="173736" y="134493"/>
                </a:lnTo>
                <a:lnTo>
                  <a:pt x="196596" y="88392"/>
                </a:lnTo>
                <a:lnTo>
                  <a:pt x="211264" y="44958"/>
                </a:lnTo>
                <a:lnTo>
                  <a:pt x="222503" y="1524"/>
                </a:lnTo>
                <a:lnTo>
                  <a:pt x="260603" y="22860"/>
                </a:lnTo>
                <a:lnTo>
                  <a:pt x="252626" y="30837"/>
                </a:lnTo>
                <a:lnTo>
                  <a:pt x="242506" y="45529"/>
                </a:lnTo>
                <a:lnTo>
                  <a:pt x="230385" y="66794"/>
                </a:lnTo>
                <a:lnTo>
                  <a:pt x="216408" y="94488"/>
                </a:lnTo>
                <a:lnTo>
                  <a:pt x="348996" y="94488"/>
                </a:lnTo>
                <a:lnTo>
                  <a:pt x="356616" y="102108"/>
                </a:lnTo>
                <a:lnTo>
                  <a:pt x="352806" y="105156"/>
                </a:lnTo>
                <a:lnTo>
                  <a:pt x="213360" y="105156"/>
                </a:lnTo>
                <a:lnTo>
                  <a:pt x="197977" y="129420"/>
                </a:lnTo>
                <a:lnTo>
                  <a:pt x="181737" y="151828"/>
                </a:lnTo>
                <a:lnTo>
                  <a:pt x="164925" y="172235"/>
                </a:lnTo>
                <a:lnTo>
                  <a:pt x="147828" y="190500"/>
                </a:lnTo>
                <a:close/>
              </a:path>
              <a:path w="356870" h="401320">
                <a:moveTo>
                  <a:pt x="145288" y="89916"/>
                </a:moveTo>
                <a:lnTo>
                  <a:pt x="111252" y="89916"/>
                </a:lnTo>
                <a:lnTo>
                  <a:pt x="128016" y="71628"/>
                </a:lnTo>
                <a:lnTo>
                  <a:pt x="145288" y="89916"/>
                </a:lnTo>
                <a:close/>
              </a:path>
              <a:path w="356870" h="401320">
                <a:moveTo>
                  <a:pt x="0" y="397764"/>
                </a:moveTo>
                <a:lnTo>
                  <a:pt x="820" y="359664"/>
                </a:lnTo>
                <a:lnTo>
                  <a:pt x="917" y="353568"/>
                </a:lnTo>
                <a:lnTo>
                  <a:pt x="1333" y="316230"/>
                </a:lnTo>
                <a:lnTo>
                  <a:pt x="1425" y="176784"/>
                </a:lnTo>
                <a:lnTo>
                  <a:pt x="1301" y="151828"/>
                </a:lnTo>
                <a:lnTo>
                  <a:pt x="881" y="114681"/>
                </a:lnTo>
                <a:lnTo>
                  <a:pt x="0" y="74676"/>
                </a:lnTo>
                <a:lnTo>
                  <a:pt x="25908" y="89916"/>
                </a:lnTo>
                <a:lnTo>
                  <a:pt x="145288" y="89916"/>
                </a:lnTo>
                <a:lnTo>
                  <a:pt x="153924" y="99060"/>
                </a:lnTo>
                <a:lnTo>
                  <a:pt x="151828" y="100584"/>
                </a:lnTo>
                <a:lnTo>
                  <a:pt x="24384" y="100584"/>
                </a:lnTo>
                <a:lnTo>
                  <a:pt x="24384" y="211836"/>
                </a:lnTo>
                <a:lnTo>
                  <a:pt x="137205" y="211836"/>
                </a:lnTo>
                <a:lnTo>
                  <a:pt x="137219" y="222504"/>
                </a:lnTo>
                <a:lnTo>
                  <a:pt x="24384" y="222504"/>
                </a:lnTo>
                <a:lnTo>
                  <a:pt x="24384" y="342900"/>
                </a:lnTo>
                <a:lnTo>
                  <a:pt x="137905" y="342900"/>
                </a:lnTo>
                <a:lnTo>
                  <a:pt x="137940" y="346069"/>
                </a:lnTo>
                <a:lnTo>
                  <a:pt x="138123" y="353568"/>
                </a:lnTo>
                <a:lnTo>
                  <a:pt x="24384" y="353568"/>
                </a:lnTo>
                <a:lnTo>
                  <a:pt x="24384" y="384048"/>
                </a:lnTo>
                <a:lnTo>
                  <a:pt x="0" y="397764"/>
                </a:lnTo>
                <a:close/>
              </a:path>
              <a:path w="356870" h="401320">
                <a:moveTo>
                  <a:pt x="348996" y="94488"/>
                </a:moveTo>
                <a:lnTo>
                  <a:pt x="310896" y="94488"/>
                </a:lnTo>
                <a:lnTo>
                  <a:pt x="330708" y="76200"/>
                </a:lnTo>
                <a:lnTo>
                  <a:pt x="348996" y="94488"/>
                </a:lnTo>
                <a:close/>
              </a:path>
              <a:path w="356870" h="401320">
                <a:moveTo>
                  <a:pt x="137205" y="211836"/>
                </a:moveTo>
                <a:lnTo>
                  <a:pt x="114300" y="211836"/>
                </a:lnTo>
                <a:lnTo>
                  <a:pt x="114300" y="100584"/>
                </a:lnTo>
                <a:lnTo>
                  <a:pt x="151828" y="100584"/>
                </a:lnTo>
                <a:lnTo>
                  <a:pt x="137160" y="111252"/>
                </a:lnTo>
                <a:lnTo>
                  <a:pt x="137205" y="211836"/>
                </a:lnTo>
                <a:close/>
              </a:path>
              <a:path w="356870" h="401320">
                <a:moveTo>
                  <a:pt x="326904" y="359664"/>
                </a:moveTo>
                <a:lnTo>
                  <a:pt x="283464" y="359664"/>
                </a:lnTo>
                <a:lnTo>
                  <a:pt x="291750" y="357687"/>
                </a:lnTo>
                <a:lnTo>
                  <a:pt x="298323" y="351853"/>
                </a:lnTo>
                <a:lnTo>
                  <a:pt x="308586" y="304038"/>
                </a:lnTo>
                <a:lnTo>
                  <a:pt x="310705" y="258318"/>
                </a:lnTo>
                <a:lnTo>
                  <a:pt x="312539" y="192024"/>
                </a:lnTo>
                <a:lnTo>
                  <a:pt x="313944" y="105156"/>
                </a:lnTo>
                <a:lnTo>
                  <a:pt x="352806" y="105156"/>
                </a:lnTo>
                <a:lnTo>
                  <a:pt x="341376" y="114300"/>
                </a:lnTo>
                <a:lnTo>
                  <a:pt x="339535" y="188561"/>
                </a:lnTo>
                <a:lnTo>
                  <a:pt x="337620" y="248631"/>
                </a:lnTo>
                <a:lnTo>
                  <a:pt x="335560" y="294583"/>
                </a:lnTo>
                <a:lnTo>
                  <a:pt x="333280" y="326489"/>
                </a:lnTo>
                <a:lnTo>
                  <a:pt x="330708" y="344424"/>
                </a:lnTo>
                <a:lnTo>
                  <a:pt x="327874" y="357020"/>
                </a:lnTo>
                <a:lnTo>
                  <a:pt x="326904" y="359664"/>
                </a:lnTo>
                <a:close/>
              </a:path>
              <a:path w="356870" h="401320">
                <a:moveTo>
                  <a:pt x="231648" y="268224"/>
                </a:moveTo>
                <a:lnTo>
                  <a:pt x="228600" y="268224"/>
                </a:lnTo>
                <a:lnTo>
                  <a:pt x="225456" y="266771"/>
                </a:lnTo>
                <a:lnTo>
                  <a:pt x="222885" y="262318"/>
                </a:lnTo>
                <a:lnTo>
                  <a:pt x="220884" y="254722"/>
                </a:lnTo>
                <a:lnTo>
                  <a:pt x="219456" y="243840"/>
                </a:lnTo>
                <a:lnTo>
                  <a:pt x="214884" y="226718"/>
                </a:lnTo>
                <a:lnTo>
                  <a:pt x="208026" y="209740"/>
                </a:lnTo>
                <a:lnTo>
                  <a:pt x="198882" y="193047"/>
                </a:lnTo>
                <a:lnTo>
                  <a:pt x="187452" y="176784"/>
                </a:lnTo>
                <a:lnTo>
                  <a:pt x="190500" y="170688"/>
                </a:lnTo>
                <a:lnTo>
                  <a:pt x="224028" y="198310"/>
                </a:lnTo>
                <a:lnTo>
                  <a:pt x="246888" y="234696"/>
                </a:lnTo>
                <a:lnTo>
                  <a:pt x="246888" y="246888"/>
                </a:lnTo>
                <a:lnTo>
                  <a:pt x="243840" y="254508"/>
                </a:lnTo>
                <a:lnTo>
                  <a:pt x="239267" y="260603"/>
                </a:lnTo>
                <a:lnTo>
                  <a:pt x="231648" y="268224"/>
                </a:lnTo>
                <a:close/>
              </a:path>
              <a:path w="356870" h="401320">
                <a:moveTo>
                  <a:pt x="137905" y="342900"/>
                </a:moveTo>
                <a:lnTo>
                  <a:pt x="114300" y="342900"/>
                </a:lnTo>
                <a:lnTo>
                  <a:pt x="114300" y="222504"/>
                </a:lnTo>
                <a:lnTo>
                  <a:pt x="137219" y="222504"/>
                </a:lnTo>
                <a:lnTo>
                  <a:pt x="137331" y="268224"/>
                </a:lnTo>
                <a:lnTo>
                  <a:pt x="137489" y="304373"/>
                </a:lnTo>
                <a:lnTo>
                  <a:pt x="137905" y="342900"/>
                </a:lnTo>
                <a:close/>
              </a:path>
              <a:path w="356870" h="401320">
                <a:moveTo>
                  <a:pt x="277367" y="400812"/>
                </a:moveTo>
                <a:lnTo>
                  <a:pt x="271129" y="387953"/>
                </a:lnTo>
                <a:lnTo>
                  <a:pt x="259461" y="376809"/>
                </a:lnTo>
                <a:lnTo>
                  <a:pt x="242649" y="367379"/>
                </a:lnTo>
                <a:lnTo>
                  <a:pt x="220979" y="359664"/>
                </a:lnTo>
                <a:lnTo>
                  <a:pt x="220979" y="350520"/>
                </a:lnTo>
                <a:lnTo>
                  <a:pt x="241030" y="354520"/>
                </a:lnTo>
                <a:lnTo>
                  <a:pt x="257937" y="357378"/>
                </a:lnTo>
                <a:lnTo>
                  <a:pt x="271986" y="359092"/>
                </a:lnTo>
                <a:lnTo>
                  <a:pt x="283464" y="359664"/>
                </a:lnTo>
                <a:lnTo>
                  <a:pt x="326904" y="359664"/>
                </a:lnTo>
                <a:lnTo>
                  <a:pt x="324040" y="367474"/>
                </a:lnTo>
                <a:lnTo>
                  <a:pt x="289083" y="396240"/>
                </a:lnTo>
                <a:lnTo>
                  <a:pt x="277367" y="400812"/>
                </a:lnTo>
                <a:close/>
              </a:path>
              <a:path w="356870" h="401320">
                <a:moveTo>
                  <a:pt x="114300" y="390144"/>
                </a:moveTo>
                <a:lnTo>
                  <a:pt x="114300" y="353568"/>
                </a:lnTo>
                <a:lnTo>
                  <a:pt x="138123" y="353568"/>
                </a:lnTo>
                <a:lnTo>
                  <a:pt x="138684" y="376428"/>
                </a:lnTo>
                <a:lnTo>
                  <a:pt x="114300" y="39014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" name="object 22"/>
          <p:cNvSpPr/>
          <p:nvPr/>
        </p:nvSpPr>
        <p:spPr>
          <a:xfrm>
            <a:off x="7737347" y="3653028"/>
            <a:ext cx="363220" cy="403860"/>
          </a:xfrm>
          <a:custGeom>
            <a:avLst/>
            <a:gdLst/>
            <a:ahLst/>
            <a:cxnLst/>
            <a:rect l="l" t="t" r="r" b="b"/>
            <a:pathLst>
              <a:path w="363220" h="403860">
                <a:moveTo>
                  <a:pt x="327777" y="15239"/>
                </a:moveTo>
                <a:lnTo>
                  <a:pt x="295656" y="15239"/>
                </a:lnTo>
                <a:lnTo>
                  <a:pt x="307848" y="0"/>
                </a:lnTo>
                <a:lnTo>
                  <a:pt x="327777" y="15239"/>
                </a:lnTo>
                <a:close/>
              </a:path>
              <a:path w="363220" h="403860">
                <a:moveTo>
                  <a:pt x="57912" y="199643"/>
                </a:moveTo>
                <a:lnTo>
                  <a:pt x="59031" y="179022"/>
                </a:lnTo>
                <a:lnTo>
                  <a:pt x="60007" y="155828"/>
                </a:lnTo>
                <a:lnTo>
                  <a:pt x="60698" y="129778"/>
                </a:lnTo>
                <a:lnTo>
                  <a:pt x="60960" y="100583"/>
                </a:lnTo>
                <a:lnTo>
                  <a:pt x="60936" y="71389"/>
                </a:lnTo>
                <a:lnTo>
                  <a:pt x="60769" y="45338"/>
                </a:lnTo>
                <a:lnTo>
                  <a:pt x="60317" y="22145"/>
                </a:lnTo>
                <a:lnTo>
                  <a:pt x="59436" y="1524"/>
                </a:lnTo>
                <a:lnTo>
                  <a:pt x="83820" y="15239"/>
                </a:lnTo>
                <a:lnTo>
                  <a:pt x="327777" y="15239"/>
                </a:lnTo>
                <a:lnTo>
                  <a:pt x="333756" y="19812"/>
                </a:lnTo>
                <a:lnTo>
                  <a:pt x="327660" y="25907"/>
                </a:lnTo>
                <a:lnTo>
                  <a:pt x="83820" y="25907"/>
                </a:lnTo>
                <a:lnTo>
                  <a:pt x="83820" y="89915"/>
                </a:lnTo>
                <a:lnTo>
                  <a:pt x="321564" y="89915"/>
                </a:lnTo>
                <a:lnTo>
                  <a:pt x="321564" y="100583"/>
                </a:lnTo>
                <a:lnTo>
                  <a:pt x="83820" y="100583"/>
                </a:lnTo>
                <a:lnTo>
                  <a:pt x="83820" y="163067"/>
                </a:lnTo>
                <a:lnTo>
                  <a:pt x="322635" y="163067"/>
                </a:lnTo>
                <a:lnTo>
                  <a:pt x="322849" y="168925"/>
                </a:lnTo>
                <a:lnTo>
                  <a:pt x="322923" y="173735"/>
                </a:lnTo>
                <a:lnTo>
                  <a:pt x="83820" y="173735"/>
                </a:lnTo>
                <a:lnTo>
                  <a:pt x="83820" y="188975"/>
                </a:lnTo>
                <a:lnTo>
                  <a:pt x="57912" y="199643"/>
                </a:lnTo>
                <a:close/>
              </a:path>
              <a:path w="363220" h="403860">
                <a:moveTo>
                  <a:pt x="199644" y="89915"/>
                </a:moveTo>
                <a:lnTo>
                  <a:pt x="178308" y="89915"/>
                </a:lnTo>
                <a:lnTo>
                  <a:pt x="178308" y="25907"/>
                </a:lnTo>
                <a:lnTo>
                  <a:pt x="199644" y="25907"/>
                </a:lnTo>
                <a:lnTo>
                  <a:pt x="199644" y="89915"/>
                </a:lnTo>
                <a:close/>
              </a:path>
              <a:path w="363220" h="403860">
                <a:moveTo>
                  <a:pt x="321564" y="89915"/>
                </a:moveTo>
                <a:lnTo>
                  <a:pt x="297180" y="89915"/>
                </a:lnTo>
                <a:lnTo>
                  <a:pt x="297180" y="25907"/>
                </a:lnTo>
                <a:lnTo>
                  <a:pt x="327660" y="25907"/>
                </a:lnTo>
                <a:lnTo>
                  <a:pt x="321564" y="32003"/>
                </a:lnTo>
                <a:lnTo>
                  <a:pt x="321564" y="89915"/>
                </a:lnTo>
                <a:close/>
              </a:path>
              <a:path w="363220" h="403860">
                <a:moveTo>
                  <a:pt x="199644" y="163067"/>
                </a:moveTo>
                <a:lnTo>
                  <a:pt x="178308" y="163067"/>
                </a:lnTo>
                <a:lnTo>
                  <a:pt x="178308" y="100583"/>
                </a:lnTo>
                <a:lnTo>
                  <a:pt x="199644" y="100583"/>
                </a:lnTo>
                <a:lnTo>
                  <a:pt x="199644" y="163067"/>
                </a:lnTo>
                <a:close/>
              </a:path>
              <a:path w="363220" h="403860">
                <a:moveTo>
                  <a:pt x="322635" y="163067"/>
                </a:moveTo>
                <a:lnTo>
                  <a:pt x="297180" y="163067"/>
                </a:lnTo>
                <a:lnTo>
                  <a:pt x="297180" y="100583"/>
                </a:lnTo>
                <a:lnTo>
                  <a:pt x="321564" y="100583"/>
                </a:lnTo>
                <a:lnTo>
                  <a:pt x="321620" y="129778"/>
                </a:lnTo>
                <a:lnTo>
                  <a:pt x="321802" y="140255"/>
                </a:lnTo>
                <a:lnTo>
                  <a:pt x="322635" y="163067"/>
                </a:lnTo>
                <a:close/>
              </a:path>
              <a:path w="363220" h="403860">
                <a:moveTo>
                  <a:pt x="297180" y="192023"/>
                </a:moveTo>
                <a:lnTo>
                  <a:pt x="297180" y="173735"/>
                </a:lnTo>
                <a:lnTo>
                  <a:pt x="322923" y="173735"/>
                </a:lnTo>
                <a:lnTo>
                  <a:pt x="323088" y="184403"/>
                </a:lnTo>
                <a:lnTo>
                  <a:pt x="297180" y="192023"/>
                </a:lnTo>
                <a:close/>
              </a:path>
              <a:path w="363220" h="403860">
                <a:moveTo>
                  <a:pt x="196596" y="236219"/>
                </a:moveTo>
                <a:lnTo>
                  <a:pt x="172212" y="236219"/>
                </a:lnTo>
                <a:lnTo>
                  <a:pt x="173974" y="217693"/>
                </a:lnTo>
                <a:lnTo>
                  <a:pt x="174879" y="201167"/>
                </a:lnTo>
                <a:lnTo>
                  <a:pt x="175164" y="188975"/>
                </a:lnTo>
                <a:lnTo>
                  <a:pt x="175260" y="175259"/>
                </a:lnTo>
                <a:lnTo>
                  <a:pt x="216408" y="196595"/>
                </a:lnTo>
                <a:lnTo>
                  <a:pt x="204216" y="204215"/>
                </a:lnTo>
                <a:lnTo>
                  <a:pt x="202168" y="212002"/>
                </a:lnTo>
                <a:lnTo>
                  <a:pt x="200406" y="219646"/>
                </a:lnTo>
                <a:lnTo>
                  <a:pt x="198643" y="227576"/>
                </a:lnTo>
                <a:lnTo>
                  <a:pt x="196596" y="236219"/>
                </a:lnTo>
                <a:close/>
              </a:path>
              <a:path w="363220" h="403860">
                <a:moveTo>
                  <a:pt x="36576" y="251459"/>
                </a:moveTo>
                <a:lnTo>
                  <a:pt x="21336" y="236219"/>
                </a:lnTo>
                <a:lnTo>
                  <a:pt x="320040" y="236219"/>
                </a:lnTo>
                <a:lnTo>
                  <a:pt x="333756" y="219455"/>
                </a:lnTo>
                <a:lnTo>
                  <a:pt x="362712" y="243839"/>
                </a:lnTo>
                <a:lnTo>
                  <a:pt x="357124" y="246887"/>
                </a:lnTo>
                <a:lnTo>
                  <a:pt x="79248" y="246887"/>
                </a:lnTo>
                <a:lnTo>
                  <a:pt x="68079" y="247173"/>
                </a:lnTo>
                <a:lnTo>
                  <a:pt x="57340" y="248030"/>
                </a:lnTo>
                <a:lnTo>
                  <a:pt x="46886" y="249459"/>
                </a:lnTo>
                <a:lnTo>
                  <a:pt x="36576" y="251459"/>
                </a:lnTo>
                <a:close/>
              </a:path>
              <a:path w="363220" h="403860">
                <a:moveTo>
                  <a:pt x="1524" y="403860"/>
                </a:moveTo>
                <a:lnTo>
                  <a:pt x="0" y="397763"/>
                </a:lnTo>
                <a:lnTo>
                  <a:pt x="34575" y="385762"/>
                </a:lnTo>
                <a:lnTo>
                  <a:pt x="65151" y="372618"/>
                </a:lnTo>
                <a:lnTo>
                  <a:pt x="114300" y="342900"/>
                </a:lnTo>
                <a:lnTo>
                  <a:pt x="148780" y="302894"/>
                </a:lnTo>
                <a:lnTo>
                  <a:pt x="170688" y="246887"/>
                </a:lnTo>
                <a:lnTo>
                  <a:pt x="195072" y="246887"/>
                </a:lnTo>
                <a:lnTo>
                  <a:pt x="172021" y="308800"/>
                </a:lnTo>
                <a:lnTo>
                  <a:pt x="134112" y="353568"/>
                </a:lnTo>
                <a:lnTo>
                  <a:pt x="77533" y="383857"/>
                </a:lnTo>
                <a:lnTo>
                  <a:pt x="42171" y="394930"/>
                </a:lnTo>
                <a:lnTo>
                  <a:pt x="1524" y="403860"/>
                </a:lnTo>
                <a:close/>
              </a:path>
              <a:path w="363220" h="403860">
                <a:moveTo>
                  <a:pt x="322067" y="360521"/>
                </a:moveTo>
                <a:lnTo>
                  <a:pt x="282821" y="360521"/>
                </a:lnTo>
                <a:lnTo>
                  <a:pt x="291084" y="359664"/>
                </a:lnTo>
                <a:lnTo>
                  <a:pt x="296275" y="355949"/>
                </a:lnTo>
                <a:lnTo>
                  <a:pt x="311277" y="313110"/>
                </a:lnTo>
                <a:lnTo>
                  <a:pt x="318135" y="272581"/>
                </a:lnTo>
                <a:lnTo>
                  <a:pt x="321564" y="246887"/>
                </a:lnTo>
                <a:lnTo>
                  <a:pt x="357124" y="246887"/>
                </a:lnTo>
                <a:lnTo>
                  <a:pt x="345948" y="252983"/>
                </a:lnTo>
                <a:lnTo>
                  <a:pt x="341376" y="283559"/>
                </a:lnTo>
                <a:lnTo>
                  <a:pt x="336804" y="308990"/>
                </a:lnTo>
                <a:lnTo>
                  <a:pt x="332232" y="329279"/>
                </a:lnTo>
                <a:lnTo>
                  <a:pt x="327660" y="344424"/>
                </a:lnTo>
                <a:lnTo>
                  <a:pt x="323945" y="356139"/>
                </a:lnTo>
                <a:lnTo>
                  <a:pt x="322067" y="360521"/>
                </a:lnTo>
                <a:close/>
              </a:path>
              <a:path w="363220" h="403860">
                <a:moveTo>
                  <a:pt x="263652" y="397763"/>
                </a:moveTo>
                <a:lnTo>
                  <a:pt x="261342" y="386333"/>
                </a:lnTo>
                <a:lnTo>
                  <a:pt x="252031" y="374904"/>
                </a:lnTo>
                <a:lnTo>
                  <a:pt x="235577" y="363474"/>
                </a:lnTo>
                <a:lnTo>
                  <a:pt x="211836" y="352044"/>
                </a:lnTo>
                <a:lnTo>
                  <a:pt x="214884" y="345948"/>
                </a:lnTo>
                <a:lnTo>
                  <a:pt x="244578" y="353663"/>
                </a:lnTo>
                <a:lnTo>
                  <a:pt x="267271" y="358521"/>
                </a:lnTo>
                <a:lnTo>
                  <a:pt x="282821" y="360521"/>
                </a:lnTo>
                <a:lnTo>
                  <a:pt x="322067" y="360521"/>
                </a:lnTo>
                <a:lnTo>
                  <a:pt x="319659" y="366141"/>
                </a:lnTo>
                <a:lnTo>
                  <a:pt x="279368" y="394930"/>
                </a:lnTo>
                <a:lnTo>
                  <a:pt x="263652" y="39776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" name="object 23"/>
          <p:cNvSpPr/>
          <p:nvPr/>
        </p:nvSpPr>
        <p:spPr>
          <a:xfrm>
            <a:off x="8168640" y="3653027"/>
            <a:ext cx="405765" cy="398145"/>
          </a:xfrm>
          <a:custGeom>
            <a:avLst/>
            <a:gdLst/>
            <a:ahLst/>
            <a:cxnLst/>
            <a:rect l="l" t="t" r="r" b="b"/>
            <a:pathLst>
              <a:path w="405765" h="398145">
                <a:moveTo>
                  <a:pt x="3047" y="397763"/>
                </a:moveTo>
                <a:lnTo>
                  <a:pt x="0" y="393191"/>
                </a:lnTo>
                <a:lnTo>
                  <a:pt x="34289" y="369784"/>
                </a:lnTo>
                <a:lnTo>
                  <a:pt x="64007" y="345376"/>
                </a:lnTo>
                <a:lnTo>
                  <a:pt x="109727" y="294131"/>
                </a:lnTo>
                <a:lnTo>
                  <a:pt x="141922" y="234505"/>
                </a:lnTo>
                <a:lnTo>
                  <a:pt x="161543" y="160019"/>
                </a:lnTo>
                <a:lnTo>
                  <a:pt x="166639" y="120014"/>
                </a:lnTo>
                <a:lnTo>
                  <a:pt x="170306" y="80009"/>
                </a:lnTo>
                <a:lnTo>
                  <a:pt x="172259" y="40004"/>
                </a:lnTo>
                <a:lnTo>
                  <a:pt x="172211" y="0"/>
                </a:lnTo>
                <a:lnTo>
                  <a:pt x="224027" y="22859"/>
                </a:lnTo>
                <a:lnTo>
                  <a:pt x="207263" y="38100"/>
                </a:lnTo>
                <a:lnTo>
                  <a:pt x="212955" y="82129"/>
                </a:lnTo>
                <a:lnTo>
                  <a:pt x="220789" y="122872"/>
                </a:lnTo>
                <a:lnTo>
                  <a:pt x="230624" y="160472"/>
                </a:lnTo>
                <a:lnTo>
                  <a:pt x="256031" y="225909"/>
                </a:lnTo>
                <a:lnTo>
                  <a:pt x="290321" y="280154"/>
                </a:lnTo>
                <a:lnTo>
                  <a:pt x="332303" y="322968"/>
                </a:lnTo>
                <a:lnTo>
                  <a:pt x="379690" y="349781"/>
                </a:lnTo>
                <a:lnTo>
                  <a:pt x="405383" y="356615"/>
                </a:lnTo>
                <a:lnTo>
                  <a:pt x="405383" y="364236"/>
                </a:lnTo>
                <a:lnTo>
                  <a:pt x="389405" y="366760"/>
                </a:lnTo>
                <a:lnTo>
                  <a:pt x="375856" y="371856"/>
                </a:lnTo>
                <a:lnTo>
                  <a:pt x="364878" y="379237"/>
                </a:lnTo>
                <a:lnTo>
                  <a:pt x="356616" y="388619"/>
                </a:lnTo>
                <a:lnTo>
                  <a:pt x="333970" y="371784"/>
                </a:lnTo>
                <a:lnTo>
                  <a:pt x="295536" y="333541"/>
                </a:lnTo>
                <a:lnTo>
                  <a:pt x="264628" y="289488"/>
                </a:lnTo>
                <a:lnTo>
                  <a:pt x="240101" y="241911"/>
                </a:lnTo>
                <a:lnTo>
                  <a:pt x="220670" y="188952"/>
                </a:lnTo>
                <a:lnTo>
                  <a:pt x="206335" y="119753"/>
                </a:lnTo>
                <a:lnTo>
                  <a:pt x="201167" y="77724"/>
                </a:lnTo>
                <a:lnTo>
                  <a:pt x="197143" y="118062"/>
                </a:lnTo>
                <a:lnTo>
                  <a:pt x="185094" y="187880"/>
                </a:lnTo>
                <a:lnTo>
                  <a:pt x="167092" y="245673"/>
                </a:lnTo>
                <a:lnTo>
                  <a:pt x="137993" y="296584"/>
                </a:lnTo>
                <a:lnTo>
                  <a:pt x="95416" y="342042"/>
                </a:lnTo>
                <a:lnTo>
                  <a:pt x="37647" y="380904"/>
                </a:lnTo>
                <a:lnTo>
                  <a:pt x="3047" y="39776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" name="object 24"/>
          <p:cNvSpPr/>
          <p:nvPr/>
        </p:nvSpPr>
        <p:spPr>
          <a:xfrm>
            <a:off x="8647176" y="3649979"/>
            <a:ext cx="356870" cy="401320"/>
          </a:xfrm>
          <a:custGeom>
            <a:avLst/>
            <a:gdLst/>
            <a:ahLst/>
            <a:cxnLst/>
            <a:rect l="l" t="t" r="r" b="b"/>
            <a:pathLst>
              <a:path w="356870" h="401320">
                <a:moveTo>
                  <a:pt x="53340" y="89916"/>
                </a:moveTo>
                <a:lnTo>
                  <a:pt x="42672" y="89916"/>
                </a:lnTo>
                <a:lnTo>
                  <a:pt x="50696" y="61936"/>
                </a:lnTo>
                <a:lnTo>
                  <a:pt x="56578" y="37528"/>
                </a:lnTo>
                <a:lnTo>
                  <a:pt x="60459" y="16835"/>
                </a:lnTo>
                <a:lnTo>
                  <a:pt x="62484" y="0"/>
                </a:lnTo>
                <a:lnTo>
                  <a:pt x="100584" y="19812"/>
                </a:lnTo>
                <a:lnTo>
                  <a:pt x="90844" y="27551"/>
                </a:lnTo>
                <a:lnTo>
                  <a:pt x="79819" y="41719"/>
                </a:lnTo>
                <a:lnTo>
                  <a:pt x="67365" y="62460"/>
                </a:lnTo>
                <a:lnTo>
                  <a:pt x="53340" y="89916"/>
                </a:lnTo>
                <a:close/>
              </a:path>
              <a:path w="356870" h="401320">
                <a:moveTo>
                  <a:pt x="147828" y="190500"/>
                </a:moveTo>
                <a:lnTo>
                  <a:pt x="141732" y="187452"/>
                </a:lnTo>
                <a:lnTo>
                  <a:pt x="158877" y="159972"/>
                </a:lnTo>
                <a:lnTo>
                  <a:pt x="173736" y="134493"/>
                </a:lnTo>
                <a:lnTo>
                  <a:pt x="196596" y="88392"/>
                </a:lnTo>
                <a:lnTo>
                  <a:pt x="211264" y="44958"/>
                </a:lnTo>
                <a:lnTo>
                  <a:pt x="222503" y="1524"/>
                </a:lnTo>
                <a:lnTo>
                  <a:pt x="260603" y="22860"/>
                </a:lnTo>
                <a:lnTo>
                  <a:pt x="252626" y="30837"/>
                </a:lnTo>
                <a:lnTo>
                  <a:pt x="242506" y="45529"/>
                </a:lnTo>
                <a:lnTo>
                  <a:pt x="230385" y="66794"/>
                </a:lnTo>
                <a:lnTo>
                  <a:pt x="216408" y="94488"/>
                </a:lnTo>
                <a:lnTo>
                  <a:pt x="348547" y="94488"/>
                </a:lnTo>
                <a:lnTo>
                  <a:pt x="356616" y="102108"/>
                </a:lnTo>
                <a:lnTo>
                  <a:pt x="352425" y="105156"/>
                </a:lnTo>
                <a:lnTo>
                  <a:pt x="213360" y="105156"/>
                </a:lnTo>
                <a:lnTo>
                  <a:pt x="197334" y="129420"/>
                </a:lnTo>
                <a:lnTo>
                  <a:pt x="181165" y="151828"/>
                </a:lnTo>
                <a:lnTo>
                  <a:pt x="164711" y="172235"/>
                </a:lnTo>
                <a:lnTo>
                  <a:pt x="147828" y="190500"/>
                </a:lnTo>
                <a:close/>
              </a:path>
              <a:path w="356870" h="401320">
                <a:moveTo>
                  <a:pt x="145288" y="89916"/>
                </a:moveTo>
                <a:lnTo>
                  <a:pt x="111252" y="89916"/>
                </a:lnTo>
                <a:lnTo>
                  <a:pt x="128016" y="71628"/>
                </a:lnTo>
                <a:lnTo>
                  <a:pt x="145288" y="89916"/>
                </a:lnTo>
                <a:close/>
              </a:path>
              <a:path w="356870" h="401320">
                <a:moveTo>
                  <a:pt x="0" y="397764"/>
                </a:moveTo>
                <a:lnTo>
                  <a:pt x="176" y="367474"/>
                </a:lnTo>
                <a:lnTo>
                  <a:pt x="302" y="351853"/>
                </a:lnTo>
                <a:lnTo>
                  <a:pt x="1285" y="275605"/>
                </a:lnTo>
                <a:lnTo>
                  <a:pt x="1363" y="262318"/>
                </a:lnTo>
                <a:lnTo>
                  <a:pt x="1478" y="227076"/>
                </a:lnTo>
                <a:lnTo>
                  <a:pt x="1285" y="194691"/>
                </a:lnTo>
                <a:lnTo>
                  <a:pt x="238" y="114681"/>
                </a:lnTo>
                <a:lnTo>
                  <a:pt x="0" y="74676"/>
                </a:lnTo>
                <a:lnTo>
                  <a:pt x="25908" y="89916"/>
                </a:lnTo>
                <a:lnTo>
                  <a:pt x="145288" y="89916"/>
                </a:lnTo>
                <a:lnTo>
                  <a:pt x="153924" y="99060"/>
                </a:lnTo>
                <a:lnTo>
                  <a:pt x="151828" y="100584"/>
                </a:lnTo>
                <a:lnTo>
                  <a:pt x="24384" y="100584"/>
                </a:lnTo>
                <a:lnTo>
                  <a:pt x="24384" y="211836"/>
                </a:lnTo>
                <a:lnTo>
                  <a:pt x="137205" y="211836"/>
                </a:lnTo>
                <a:lnTo>
                  <a:pt x="137219" y="222504"/>
                </a:lnTo>
                <a:lnTo>
                  <a:pt x="24384" y="222504"/>
                </a:lnTo>
                <a:lnTo>
                  <a:pt x="24384" y="342900"/>
                </a:lnTo>
                <a:lnTo>
                  <a:pt x="137905" y="342900"/>
                </a:lnTo>
                <a:lnTo>
                  <a:pt x="137940" y="346069"/>
                </a:lnTo>
                <a:lnTo>
                  <a:pt x="138123" y="353568"/>
                </a:lnTo>
                <a:lnTo>
                  <a:pt x="24384" y="353568"/>
                </a:lnTo>
                <a:lnTo>
                  <a:pt x="24384" y="384048"/>
                </a:lnTo>
                <a:lnTo>
                  <a:pt x="0" y="397764"/>
                </a:lnTo>
                <a:close/>
              </a:path>
              <a:path w="356870" h="401320">
                <a:moveTo>
                  <a:pt x="348547" y="94488"/>
                </a:moveTo>
                <a:lnTo>
                  <a:pt x="310896" y="94488"/>
                </a:lnTo>
                <a:lnTo>
                  <a:pt x="329184" y="76200"/>
                </a:lnTo>
                <a:lnTo>
                  <a:pt x="348547" y="94488"/>
                </a:lnTo>
                <a:close/>
              </a:path>
              <a:path w="356870" h="401320">
                <a:moveTo>
                  <a:pt x="137205" y="211836"/>
                </a:moveTo>
                <a:lnTo>
                  <a:pt x="114300" y="211836"/>
                </a:lnTo>
                <a:lnTo>
                  <a:pt x="114300" y="100584"/>
                </a:lnTo>
                <a:lnTo>
                  <a:pt x="151828" y="100584"/>
                </a:lnTo>
                <a:lnTo>
                  <a:pt x="137160" y="111252"/>
                </a:lnTo>
                <a:lnTo>
                  <a:pt x="137205" y="211836"/>
                </a:lnTo>
                <a:close/>
              </a:path>
              <a:path w="356870" h="401320">
                <a:moveTo>
                  <a:pt x="326280" y="359664"/>
                </a:moveTo>
                <a:lnTo>
                  <a:pt x="283464" y="359664"/>
                </a:lnTo>
                <a:lnTo>
                  <a:pt x="291750" y="357687"/>
                </a:lnTo>
                <a:lnTo>
                  <a:pt x="298323" y="351853"/>
                </a:lnTo>
                <a:lnTo>
                  <a:pt x="308586" y="304038"/>
                </a:lnTo>
                <a:lnTo>
                  <a:pt x="310705" y="258318"/>
                </a:lnTo>
                <a:lnTo>
                  <a:pt x="312539" y="192024"/>
                </a:lnTo>
                <a:lnTo>
                  <a:pt x="313944" y="105156"/>
                </a:lnTo>
                <a:lnTo>
                  <a:pt x="352425" y="105156"/>
                </a:lnTo>
                <a:lnTo>
                  <a:pt x="339852" y="114300"/>
                </a:lnTo>
                <a:lnTo>
                  <a:pt x="338798" y="185570"/>
                </a:lnTo>
                <a:lnTo>
                  <a:pt x="338707" y="190500"/>
                </a:lnTo>
                <a:lnTo>
                  <a:pt x="337291" y="248631"/>
                </a:lnTo>
                <a:lnTo>
                  <a:pt x="335462" y="294583"/>
                </a:lnTo>
                <a:lnTo>
                  <a:pt x="330708" y="344424"/>
                </a:lnTo>
                <a:lnTo>
                  <a:pt x="327231" y="357020"/>
                </a:lnTo>
                <a:lnTo>
                  <a:pt x="326280" y="359664"/>
                </a:lnTo>
                <a:close/>
              </a:path>
              <a:path w="356870" h="401320">
                <a:moveTo>
                  <a:pt x="231648" y="268224"/>
                </a:moveTo>
                <a:lnTo>
                  <a:pt x="228600" y="268224"/>
                </a:lnTo>
                <a:lnTo>
                  <a:pt x="225432" y="266771"/>
                </a:lnTo>
                <a:lnTo>
                  <a:pt x="222694" y="262318"/>
                </a:lnTo>
                <a:lnTo>
                  <a:pt x="220241" y="254722"/>
                </a:lnTo>
                <a:lnTo>
                  <a:pt x="217932" y="243840"/>
                </a:lnTo>
                <a:lnTo>
                  <a:pt x="213598" y="226718"/>
                </a:lnTo>
                <a:lnTo>
                  <a:pt x="207264" y="209740"/>
                </a:lnTo>
                <a:lnTo>
                  <a:pt x="198643" y="193047"/>
                </a:lnTo>
                <a:lnTo>
                  <a:pt x="187452" y="176784"/>
                </a:lnTo>
                <a:lnTo>
                  <a:pt x="190500" y="170688"/>
                </a:lnTo>
                <a:lnTo>
                  <a:pt x="223456" y="198310"/>
                </a:lnTo>
                <a:lnTo>
                  <a:pt x="246888" y="234696"/>
                </a:lnTo>
                <a:lnTo>
                  <a:pt x="246888" y="246888"/>
                </a:lnTo>
                <a:lnTo>
                  <a:pt x="243840" y="254508"/>
                </a:lnTo>
                <a:lnTo>
                  <a:pt x="239267" y="260603"/>
                </a:lnTo>
                <a:lnTo>
                  <a:pt x="231648" y="268224"/>
                </a:lnTo>
                <a:close/>
              </a:path>
              <a:path w="356870" h="401320">
                <a:moveTo>
                  <a:pt x="137905" y="342900"/>
                </a:moveTo>
                <a:lnTo>
                  <a:pt x="114300" y="342900"/>
                </a:lnTo>
                <a:lnTo>
                  <a:pt x="114300" y="222504"/>
                </a:lnTo>
                <a:lnTo>
                  <a:pt x="137219" y="222504"/>
                </a:lnTo>
                <a:lnTo>
                  <a:pt x="137331" y="268224"/>
                </a:lnTo>
                <a:lnTo>
                  <a:pt x="137489" y="304373"/>
                </a:lnTo>
                <a:lnTo>
                  <a:pt x="137905" y="342900"/>
                </a:lnTo>
                <a:close/>
              </a:path>
              <a:path w="356870" h="401320">
                <a:moveTo>
                  <a:pt x="277367" y="400812"/>
                </a:moveTo>
                <a:lnTo>
                  <a:pt x="270486" y="387953"/>
                </a:lnTo>
                <a:lnTo>
                  <a:pt x="258889" y="376809"/>
                </a:lnTo>
                <a:lnTo>
                  <a:pt x="242435" y="367379"/>
                </a:lnTo>
                <a:lnTo>
                  <a:pt x="220979" y="359664"/>
                </a:lnTo>
                <a:lnTo>
                  <a:pt x="220979" y="350520"/>
                </a:lnTo>
                <a:lnTo>
                  <a:pt x="241030" y="354520"/>
                </a:lnTo>
                <a:lnTo>
                  <a:pt x="257937" y="357378"/>
                </a:lnTo>
                <a:lnTo>
                  <a:pt x="271986" y="359092"/>
                </a:lnTo>
                <a:lnTo>
                  <a:pt x="283464" y="359664"/>
                </a:lnTo>
                <a:lnTo>
                  <a:pt x="326280" y="359664"/>
                </a:lnTo>
                <a:lnTo>
                  <a:pt x="323469" y="367474"/>
                </a:lnTo>
                <a:lnTo>
                  <a:pt x="289083" y="396240"/>
                </a:lnTo>
                <a:lnTo>
                  <a:pt x="277367" y="400812"/>
                </a:lnTo>
                <a:close/>
              </a:path>
              <a:path w="356870" h="401320">
                <a:moveTo>
                  <a:pt x="114300" y="390144"/>
                </a:moveTo>
                <a:lnTo>
                  <a:pt x="114300" y="353568"/>
                </a:lnTo>
                <a:lnTo>
                  <a:pt x="138123" y="353568"/>
                </a:lnTo>
                <a:lnTo>
                  <a:pt x="138684" y="376428"/>
                </a:lnTo>
                <a:lnTo>
                  <a:pt x="114300" y="39014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" name="object 25"/>
          <p:cNvSpPr/>
          <p:nvPr/>
        </p:nvSpPr>
        <p:spPr>
          <a:xfrm>
            <a:off x="9057120" y="3649979"/>
            <a:ext cx="855344" cy="403860"/>
          </a:xfrm>
          <a:custGeom>
            <a:avLst/>
            <a:gdLst/>
            <a:ahLst/>
            <a:cxnLst/>
            <a:rect l="l" t="t" r="r" b="b"/>
            <a:pathLst>
              <a:path w="855345" h="403860">
                <a:moveTo>
                  <a:pt x="100584" y="80772"/>
                </a:moveTo>
                <a:lnTo>
                  <a:pt x="76390" y="41338"/>
                </a:lnTo>
                <a:lnTo>
                  <a:pt x="53340" y="22860"/>
                </a:lnTo>
                <a:lnTo>
                  <a:pt x="47244" y="25908"/>
                </a:lnTo>
                <a:lnTo>
                  <a:pt x="57327" y="43586"/>
                </a:lnTo>
                <a:lnTo>
                  <a:pt x="64960" y="59817"/>
                </a:lnTo>
                <a:lnTo>
                  <a:pt x="70612" y="74345"/>
                </a:lnTo>
                <a:lnTo>
                  <a:pt x="74676" y="86868"/>
                </a:lnTo>
                <a:lnTo>
                  <a:pt x="76200" y="97536"/>
                </a:lnTo>
                <a:lnTo>
                  <a:pt x="79248" y="103632"/>
                </a:lnTo>
                <a:lnTo>
                  <a:pt x="83820" y="103632"/>
                </a:lnTo>
                <a:lnTo>
                  <a:pt x="86868" y="102108"/>
                </a:lnTo>
                <a:lnTo>
                  <a:pt x="91440" y="99060"/>
                </a:lnTo>
                <a:lnTo>
                  <a:pt x="96012" y="94488"/>
                </a:lnTo>
                <a:lnTo>
                  <a:pt x="99060" y="88392"/>
                </a:lnTo>
                <a:lnTo>
                  <a:pt x="100584" y="80772"/>
                </a:lnTo>
                <a:close/>
              </a:path>
              <a:path w="855345" h="403860">
                <a:moveTo>
                  <a:pt x="397764" y="310896"/>
                </a:moveTo>
                <a:lnTo>
                  <a:pt x="377380" y="271462"/>
                </a:lnTo>
                <a:lnTo>
                  <a:pt x="376428" y="243840"/>
                </a:lnTo>
                <a:lnTo>
                  <a:pt x="370332" y="243840"/>
                </a:lnTo>
                <a:lnTo>
                  <a:pt x="364769" y="292277"/>
                </a:lnTo>
                <a:lnTo>
                  <a:pt x="353568" y="315468"/>
                </a:lnTo>
                <a:lnTo>
                  <a:pt x="342900" y="313944"/>
                </a:lnTo>
                <a:lnTo>
                  <a:pt x="315468" y="313944"/>
                </a:lnTo>
                <a:lnTo>
                  <a:pt x="305473" y="313372"/>
                </a:lnTo>
                <a:lnTo>
                  <a:pt x="298323" y="309372"/>
                </a:lnTo>
                <a:lnTo>
                  <a:pt x="294043" y="301942"/>
                </a:lnTo>
                <a:lnTo>
                  <a:pt x="292608" y="291084"/>
                </a:lnTo>
                <a:lnTo>
                  <a:pt x="292608" y="182880"/>
                </a:lnTo>
                <a:lnTo>
                  <a:pt x="390144" y="182880"/>
                </a:lnTo>
                <a:lnTo>
                  <a:pt x="359664" y="150876"/>
                </a:lnTo>
                <a:lnTo>
                  <a:pt x="336804" y="173736"/>
                </a:lnTo>
                <a:lnTo>
                  <a:pt x="263652" y="173736"/>
                </a:lnTo>
                <a:lnTo>
                  <a:pt x="263652" y="102108"/>
                </a:lnTo>
                <a:lnTo>
                  <a:pt x="362712" y="102108"/>
                </a:lnTo>
                <a:lnTo>
                  <a:pt x="353504" y="91440"/>
                </a:lnTo>
                <a:lnTo>
                  <a:pt x="333756" y="68580"/>
                </a:lnTo>
                <a:lnTo>
                  <a:pt x="310896" y="91440"/>
                </a:lnTo>
                <a:lnTo>
                  <a:pt x="263652" y="91440"/>
                </a:lnTo>
                <a:lnTo>
                  <a:pt x="263652" y="32004"/>
                </a:lnTo>
                <a:lnTo>
                  <a:pt x="278892" y="18288"/>
                </a:lnTo>
                <a:lnTo>
                  <a:pt x="239268" y="1524"/>
                </a:lnTo>
                <a:lnTo>
                  <a:pt x="240157" y="18148"/>
                </a:lnTo>
                <a:lnTo>
                  <a:pt x="240601" y="38125"/>
                </a:lnTo>
                <a:lnTo>
                  <a:pt x="240690" y="50292"/>
                </a:lnTo>
                <a:lnTo>
                  <a:pt x="240792" y="91440"/>
                </a:lnTo>
                <a:lnTo>
                  <a:pt x="182880" y="91440"/>
                </a:lnTo>
                <a:lnTo>
                  <a:pt x="191833" y="73914"/>
                </a:lnTo>
                <a:lnTo>
                  <a:pt x="195961" y="65303"/>
                </a:lnTo>
                <a:lnTo>
                  <a:pt x="199644" y="56388"/>
                </a:lnTo>
                <a:lnTo>
                  <a:pt x="213360" y="50292"/>
                </a:lnTo>
                <a:lnTo>
                  <a:pt x="178308" y="28956"/>
                </a:lnTo>
                <a:lnTo>
                  <a:pt x="167640" y="80772"/>
                </a:lnTo>
                <a:lnTo>
                  <a:pt x="153924" y="118110"/>
                </a:lnTo>
                <a:lnTo>
                  <a:pt x="135636" y="155448"/>
                </a:lnTo>
                <a:lnTo>
                  <a:pt x="140208" y="158496"/>
                </a:lnTo>
                <a:lnTo>
                  <a:pt x="151980" y="145618"/>
                </a:lnTo>
                <a:lnTo>
                  <a:pt x="162306" y="132016"/>
                </a:lnTo>
                <a:lnTo>
                  <a:pt x="171500" y="117563"/>
                </a:lnTo>
                <a:lnTo>
                  <a:pt x="179832" y="102108"/>
                </a:lnTo>
                <a:lnTo>
                  <a:pt x="240792" y="102108"/>
                </a:lnTo>
                <a:lnTo>
                  <a:pt x="240792" y="173736"/>
                </a:lnTo>
                <a:lnTo>
                  <a:pt x="117348" y="173736"/>
                </a:lnTo>
                <a:lnTo>
                  <a:pt x="132588" y="188976"/>
                </a:lnTo>
                <a:lnTo>
                  <a:pt x="151066" y="184785"/>
                </a:lnTo>
                <a:lnTo>
                  <a:pt x="158953" y="183413"/>
                </a:lnTo>
                <a:lnTo>
                  <a:pt x="166116" y="182880"/>
                </a:lnTo>
                <a:lnTo>
                  <a:pt x="204216" y="182880"/>
                </a:lnTo>
                <a:lnTo>
                  <a:pt x="197383" y="231775"/>
                </a:lnTo>
                <a:lnTo>
                  <a:pt x="181546" y="273367"/>
                </a:lnTo>
                <a:lnTo>
                  <a:pt x="156857" y="307835"/>
                </a:lnTo>
                <a:lnTo>
                  <a:pt x="123444" y="335280"/>
                </a:lnTo>
                <a:lnTo>
                  <a:pt x="126492" y="339852"/>
                </a:lnTo>
                <a:lnTo>
                  <a:pt x="169024" y="315544"/>
                </a:lnTo>
                <a:lnTo>
                  <a:pt x="200406" y="281368"/>
                </a:lnTo>
                <a:lnTo>
                  <a:pt x="220370" y="237197"/>
                </a:lnTo>
                <a:lnTo>
                  <a:pt x="228600" y="182880"/>
                </a:lnTo>
                <a:lnTo>
                  <a:pt x="271272" y="182880"/>
                </a:lnTo>
                <a:lnTo>
                  <a:pt x="271399" y="301752"/>
                </a:lnTo>
                <a:lnTo>
                  <a:pt x="301752" y="333756"/>
                </a:lnTo>
                <a:lnTo>
                  <a:pt x="355092" y="333756"/>
                </a:lnTo>
                <a:lnTo>
                  <a:pt x="370547" y="332333"/>
                </a:lnTo>
                <a:lnTo>
                  <a:pt x="382714" y="328041"/>
                </a:lnTo>
                <a:lnTo>
                  <a:pt x="391744" y="320903"/>
                </a:lnTo>
                <a:lnTo>
                  <a:pt x="395020" y="315468"/>
                </a:lnTo>
                <a:lnTo>
                  <a:pt x="397764" y="310896"/>
                </a:lnTo>
                <a:close/>
              </a:path>
              <a:path w="855345" h="403860">
                <a:moveTo>
                  <a:pt x="411480" y="359664"/>
                </a:moveTo>
                <a:lnTo>
                  <a:pt x="365747" y="363651"/>
                </a:lnTo>
                <a:lnTo>
                  <a:pt x="322135" y="366331"/>
                </a:lnTo>
                <a:lnTo>
                  <a:pt x="287972" y="367385"/>
                </a:lnTo>
                <a:lnTo>
                  <a:pt x="240792" y="367284"/>
                </a:lnTo>
                <a:lnTo>
                  <a:pt x="176974" y="361569"/>
                </a:lnTo>
                <a:lnTo>
                  <a:pt x="137160" y="348996"/>
                </a:lnTo>
                <a:lnTo>
                  <a:pt x="102654" y="324027"/>
                </a:lnTo>
                <a:lnTo>
                  <a:pt x="92964" y="313944"/>
                </a:lnTo>
                <a:lnTo>
                  <a:pt x="92964" y="176784"/>
                </a:lnTo>
                <a:lnTo>
                  <a:pt x="100584" y="170688"/>
                </a:lnTo>
                <a:lnTo>
                  <a:pt x="108204" y="164592"/>
                </a:lnTo>
                <a:lnTo>
                  <a:pt x="80772" y="143256"/>
                </a:lnTo>
                <a:lnTo>
                  <a:pt x="68580" y="161544"/>
                </a:lnTo>
                <a:lnTo>
                  <a:pt x="3048" y="161544"/>
                </a:lnTo>
                <a:lnTo>
                  <a:pt x="18288" y="176784"/>
                </a:lnTo>
                <a:lnTo>
                  <a:pt x="35052" y="172593"/>
                </a:lnTo>
                <a:lnTo>
                  <a:pt x="41871" y="171221"/>
                </a:lnTo>
                <a:lnTo>
                  <a:pt x="47244" y="170688"/>
                </a:lnTo>
                <a:lnTo>
                  <a:pt x="70104" y="170688"/>
                </a:lnTo>
                <a:lnTo>
                  <a:pt x="70104" y="310896"/>
                </a:lnTo>
                <a:lnTo>
                  <a:pt x="51015" y="319735"/>
                </a:lnTo>
                <a:lnTo>
                  <a:pt x="32766" y="330136"/>
                </a:lnTo>
                <a:lnTo>
                  <a:pt x="15671" y="341972"/>
                </a:lnTo>
                <a:lnTo>
                  <a:pt x="0" y="355092"/>
                </a:lnTo>
                <a:lnTo>
                  <a:pt x="25908" y="377952"/>
                </a:lnTo>
                <a:lnTo>
                  <a:pt x="30200" y="369671"/>
                </a:lnTo>
                <a:lnTo>
                  <a:pt x="36195" y="360807"/>
                </a:lnTo>
                <a:lnTo>
                  <a:pt x="62801" y="332549"/>
                </a:lnTo>
                <a:lnTo>
                  <a:pt x="77139" y="324027"/>
                </a:lnTo>
                <a:lnTo>
                  <a:pt x="82296" y="324612"/>
                </a:lnTo>
                <a:lnTo>
                  <a:pt x="86614" y="326898"/>
                </a:lnTo>
                <a:lnTo>
                  <a:pt x="92773" y="331470"/>
                </a:lnTo>
                <a:lnTo>
                  <a:pt x="100952" y="338328"/>
                </a:lnTo>
                <a:lnTo>
                  <a:pt x="122135" y="357187"/>
                </a:lnTo>
                <a:lnTo>
                  <a:pt x="134302" y="365760"/>
                </a:lnTo>
                <a:lnTo>
                  <a:pt x="179336" y="384606"/>
                </a:lnTo>
                <a:lnTo>
                  <a:pt x="219862" y="390842"/>
                </a:lnTo>
                <a:lnTo>
                  <a:pt x="374904" y="396240"/>
                </a:lnTo>
                <a:lnTo>
                  <a:pt x="377190" y="386765"/>
                </a:lnTo>
                <a:lnTo>
                  <a:pt x="384048" y="378714"/>
                </a:lnTo>
                <a:lnTo>
                  <a:pt x="395478" y="371817"/>
                </a:lnTo>
                <a:lnTo>
                  <a:pt x="406641" y="367601"/>
                </a:lnTo>
                <a:lnTo>
                  <a:pt x="411480" y="365760"/>
                </a:lnTo>
                <a:lnTo>
                  <a:pt x="411480" y="359664"/>
                </a:lnTo>
                <a:close/>
              </a:path>
              <a:path w="855345" h="403860">
                <a:moveTo>
                  <a:pt x="637032" y="108204"/>
                </a:moveTo>
                <a:lnTo>
                  <a:pt x="608076" y="79248"/>
                </a:lnTo>
                <a:lnTo>
                  <a:pt x="588264" y="99060"/>
                </a:lnTo>
                <a:lnTo>
                  <a:pt x="560832" y="99060"/>
                </a:lnTo>
                <a:lnTo>
                  <a:pt x="560832" y="30480"/>
                </a:lnTo>
                <a:lnTo>
                  <a:pt x="576072" y="18288"/>
                </a:lnTo>
                <a:lnTo>
                  <a:pt x="534924" y="0"/>
                </a:lnTo>
                <a:lnTo>
                  <a:pt x="535813" y="17411"/>
                </a:lnTo>
                <a:lnTo>
                  <a:pt x="536257" y="39814"/>
                </a:lnTo>
                <a:lnTo>
                  <a:pt x="536435" y="70396"/>
                </a:lnTo>
                <a:lnTo>
                  <a:pt x="536448" y="99060"/>
                </a:lnTo>
                <a:lnTo>
                  <a:pt x="452628" y="99060"/>
                </a:lnTo>
                <a:lnTo>
                  <a:pt x="467868" y="114300"/>
                </a:lnTo>
                <a:lnTo>
                  <a:pt x="478180" y="112064"/>
                </a:lnTo>
                <a:lnTo>
                  <a:pt x="488632" y="110109"/>
                </a:lnTo>
                <a:lnTo>
                  <a:pt x="499376" y="108737"/>
                </a:lnTo>
                <a:lnTo>
                  <a:pt x="510540" y="108204"/>
                </a:lnTo>
                <a:lnTo>
                  <a:pt x="536448" y="108204"/>
                </a:lnTo>
                <a:lnTo>
                  <a:pt x="536448" y="192024"/>
                </a:lnTo>
                <a:lnTo>
                  <a:pt x="507022" y="205435"/>
                </a:lnTo>
                <a:lnTo>
                  <a:pt x="482727" y="215836"/>
                </a:lnTo>
                <a:lnTo>
                  <a:pt x="463588" y="223100"/>
                </a:lnTo>
                <a:lnTo>
                  <a:pt x="449580" y="227076"/>
                </a:lnTo>
                <a:lnTo>
                  <a:pt x="473964" y="256032"/>
                </a:lnTo>
                <a:lnTo>
                  <a:pt x="481164" y="248056"/>
                </a:lnTo>
                <a:lnTo>
                  <a:pt x="493776" y="237934"/>
                </a:lnTo>
                <a:lnTo>
                  <a:pt x="512114" y="225818"/>
                </a:lnTo>
                <a:lnTo>
                  <a:pt x="536448" y="211836"/>
                </a:lnTo>
                <a:lnTo>
                  <a:pt x="536448" y="339852"/>
                </a:lnTo>
                <a:lnTo>
                  <a:pt x="535292" y="349834"/>
                </a:lnTo>
                <a:lnTo>
                  <a:pt x="531685" y="356806"/>
                </a:lnTo>
                <a:lnTo>
                  <a:pt x="525526" y="360641"/>
                </a:lnTo>
                <a:lnTo>
                  <a:pt x="516636" y="361188"/>
                </a:lnTo>
                <a:lnTo>
                  <a:pt x="506069" y="360006"/>
                </a:lnTo>
                <a:lnTo>
                  <a:pt x="494919" y="358521"/>
                </a:lnTo>
                <a:lnTo>
                  <a:pt x="483209" y="356476"/>
                </a:lnTo>
                <a:lnTo>
                  <a:pt x="470916" y="353568"/>
                </a:lnTo>
                <a:lnTo>
                  <a:pt x="470916" y="362712"/>
                </a:lnTo>
                <a:lnTo>
                  <a:pt x="492925" y="371906"/>
                </a:lnTo>
                <a:lnTo>
                  <a:pt x="508635" y="381381"/>
                </a:lnTo>
                <a:lnTo>
                  <a:pt x="518071" y="391439"/>
                </a:lnTo>
                <a:lnTo>
                  <a:pt x="521208" y="402336"/>
                </a:lnTo>
                <a:lnTo>
                  <a:pt x="537476" y="393433"/>
                </a:lnTo>
                <a:lnTo>
                  <a:pt x="549592" y="382524"/>
                </a:lnTo>
                <a:lnTo>
                  <a:pt x="557428" y="369341"/>
                </a:lnTo>
                <a:lnTo>
                  <a:pt x="559193" y="361188"/>
                </a:lnTo>
                <a:lnTo>
                  <a:pt x="560832" y="353568"/>
                </a:lnTo>
                <a:lnTo>
                  <a:pt x="560832" y="211836"/>
                </a:lnTo>
                <a:lnTo>
                  <a:pt x="560832" y="199644"/>
                </a:lnTo>
                <a:lnTo>
                  <a:pt x="588264" y="181356"/>
                </a:lnTo>
                <a:lnTo>
                  <a:pt x="624840" y="156972"/>
                </a:lnTo>
                <a:lnTo>
                  <a:pt x="621792" y="152400"/>
                </a:lnTo>
                <a:lnTo>
                  <a:pt x="560832" y="181356"/>
                </a:lnTo>
                <a:lnTo>
                  <a:pt x="560832" y="108204"/>
                </a:lnTo>
                <a:lnTo>
                  <a:pt x="637032" y="108204"/>
                </a:lnTo>
                <a:close/>
              </a:path>
              <a:path w="855345" h="403860">
                <a:moveTo>
                  <a:pt x="850392" y="163068"/>
                </a:moveTo>
                <a:lnTo>
                  <a:pt x="805611" y="159219"/>
                </a:lnTo>
                <a:lnTo>
                  <a:pt x="765048" y="146685"/>
                </a:lnTo>
                <a:lnTo>
                  <a:pt x="758190" y="143256"/>
                </a:lnTo>
                <a:lnTo>
                  <a:pt x="749617" y="138976"/>
                </a:lnTo>
                <a:lnTo>
                  <a:pt x="733044" y="129540"/>
                </a:lnTo>
                <a:lnTo>
                  <a:pt x="746798" y="115824"/>
                </a:lnTo>
                <a:lnTo>
                  <a:pt x="751103" y="111544"/>
                </a:lnTo>
                <a:lnTo>
                  <a:pt x="768858" y="91821"/>
                </a:lnTo>
                <a:lnTo>
                  <a:pt x="786625" y="70396"/>
                </a:lnTo>
                <a:lnTo>
                  <a:pt x="804672" y="47244"/>
                </a:lnTo>
                <a:lnTo>
                  <a:pt x="816102" y="42672"/>
                </a:lnTo>
                <a:lnTo>
                  <a:pt x="819912" y="41148"/>
                </a:lnTo>
                <a:lnTo>
                  <a:pt x="790956" y="15240"/>
                </a:lnTo>
                <a:lnTo>
                  <a:pt x="775716" y="30480"/>
                </a:lnTo>
                <a:lnTo>
                  <a:pt x="775716" y="42672"/>
                </a:lnTo>
                <a:lnTo>
                  <a:pt x="764057" y="60960"/>
                </a:lnTo>
                <a:lnTo>
                  <a:pt x="749808" y="79248"/>
                </a:lnTo>
                <a:lnTo>
                  <a:pt x="733285" y="97536"/>
                </a:lnTo>
                <a:lnTo>
                  <a:pt x="714756" y="115824"/>
                </a:lnTo>
                <a:lnTo>
                  <a:pt x="699325" y="101828"/>
                </a:lnTo>
                <a:lnTo>
                  <a:pt x="685038" y="84963"/>
                </a:lnTo>
                <a:lnTo>
                  <a:pt x="671893" y="65252"/>
                </a:lnTo>
                <a:lnTo>
                  <a:pt x="659892" y="42672"/>
                </a:lnTo>
                <a:lnTo>
                  <a:pt x="775716" y="42672"/>
                </a:lnTo>
                <a:lnTo>
                  <a:pt x="775716" y="30480"/>
                </a:lnTo>
                <a:lnTo>
                  <a:pt x="774192" y="32004"/>
                </a:lnTo>
                <a:lnTo>
                  <a:pt x="608076" y="32004"/>
                </a:lnTo>
                <a:lnTo>
                  <a:pt x="621792" y="45720"/>
                </a:lnTo>
                <a:lnTo>
                  <a:pt x="640080" y="42672"/>
                </a:lnTo>
                <a:lnTo>
                  <a:pt x="650748" y="42672"/>
                </a:lnTo>
                <a:lnTo>
                  <a:pt x="659879" y="65252"/>
                </a:lnTo>
                <a:lnTo>
                  <a:pt x="671131" y="87249"/>
                </a:lnTo>
                <a:lnTo>
                  <a:pt x="684403" y="108686"/>
                </a:lnTo>
                <a:lnTo>
                  <a:pt x="699516" y="129540"/>
                </a:lnTo>
                <a:lnTo>
                  <a:pt x="674712" y="149542"/>
                </a:lnTo>
                <a:lnTo>
                  <a:pt x="646176" y="168402"/>
                </a:lnTo>
                <a:lnTo>
                  <a:pt x="614222" y="186118"/>
                </a:lnTo>
                <a:lnTo>
                  <a:pt x="579120" y="202692"/>
                </a:lnTo>
                <a:lnTo>
                  <a:pt x="582168" y="210312"/>
                </a:lnTo>
                <a:lnTo>
                  <a:pt x="616178" y="197700"/>
                </a:lnTo>
                <a:lnTo>
                  <a:pt x="649605" y="182499"/>
                </a:lnTo>
                <a:lnTo>
                  <a:pt x="682472" y="164452"/>
                </a:lnTo>
                <a:lnTo>
                  <a:pt x="714756" y="143256"/>
                </a:lnTo>
                <a:lnTo>
                  <a:pt x="739267" y="159219"/>
                </a:lnTo>
                <a:lnTo>
                  <a:pt x="765048" y="172974"/>
                </a:lnTo>
                <a:lnTo>
                  <a:pt x="791908" y="184404"/>
                </a:lnTo>
                <a:lnTo>
                  <a:pt x="819912" y="193548"/>
                </a:lnTo>
                <a:lnTo>
                  <a:pt x="822756" y="185242"/>
                </a:lnTo>
                <a:lnTo>
                  <a:pt x="828865" y="178498"/>
                </a:lnTo>
                <a:lnTo>
                  <a:pt x="838136" y="173189"/>
                </a:lnTo>
                <a:lnTo>
                  <a:pt x="850392" y="169164"/>
                </a:lnTo>
                <a:lnTo>
                  <a:pt x="850392" y="163068"/>
                </a:lnTo>
                <a:close/>
              </a:path>
              <a:path w="855345" h="403860">
                <a:moveTo>
                  <a:pt x="854964" y="307848"/>
                </a:moveTo>
                <a:lnTo>
                  <a:pt x="821436" y="274320"/>
                </a:lnTo>
                <a:lnTo>
                  <a:pt x="798576" y="297180"/>
                </a:lnTo>
                <a:lnTo>
                  <a:pt x="726948" y="297180"/>
                </a:lnTo>
                <a:lnTo>
                  <a:pt x="726948" y="236220"/>
                </a:lnTo>
                <a:lnTo>
                  <a:pt x="830580" y="236220"/>
                </a:lnTo>
                <a:lnTo>
                  <a:pt x="798576" y="204216"/>
                </a:lnTo>
                <a:lnTo>
                  <a:pt x="778764" y="225552"/>
                </a:lnTo>
                <a:lnTo>
                  <a:pt x="726948" y="225552"/>
                </a:lnTo>
                <a:lnTo>
                  <a:pt x="726948" y="192024"/>
                </a:lnTo>
                <a:lnTo>
                  <a:pt x="745236" y="181356"/>
                </a:lnTo>
                <a:lnTo>
                  <a:pt x="701040" y="161544"/>
                </a:lnTo>
                <a:lnTo>
                  <a:pt x="701929" y="177546"/>
                </a:lnTo>
                <a:lnTo>
                  <a:pt x="702335" y="192024"/>
                </a:lnTo>
                <a:lnTo>
                  <a:pt x="702437" y="199644"/>
                </a:lnTo>
                <a:lnTo>
                  <a:pt x="702564" y="225552"/>
                </a:lnTo>
                <a:lnTo>
                  <a:pt x="608076" y="225552"/>
                </a:lnTo>
                <a:lnTo>
                  <a:pt x="623316" y="240792"/>
                </a:lnTo>
                <a:lnTo>
                  <a:pt x="632968" y="238798"/>
                </a:lnTo>
                <a:lnTo>
                  <a:pt x="643318" y="237363"/>
                </a:lnTo>
                <a:lnTo>
                  <a:pt x="653973" y="236512"/>
                </a:lnTo>
                <a:lnTo>
                  <a:pt x="664464" y="236220"/>
                </a:lnTo>
                <a:lnTo>
                  <a:pt x="702564" y="236220"/>
                </a:lnTo>
                <a:lnTo>
                  <a:pt x="702564" y="297180"/>
                </a:lnTo>
                <a:lnTo>
                  <a:pt x="585216" y="297180"/>
                </a:lnTo>
                <a:lnTo>
                  <a:pt x="600456" y="312420"/>
                </a:lnTo>
                <a:lnTo>
                  <a:pt x="610768" y="310426"/>
                </a:lnTo>
                <a:lnTo>
                  <a:pt x="621220" y="308991"/>
                </a:lnTo>
                <a:lnTo>
                  <a:pt x="631964" y="308140"/>
                </a:lnTo>
                <a:lnTo>
                  <a:pt x="643128" y="307848"/>
                </a:lnTo>
                <a:lnTo>
                  <a:pt x="702564" y="307848"/>
                </a:lnTo>
                <a:lnTo>
                  <a:pt x="702487" y="339852"/>
                </a:lnTo>
                <a:lnTo>
                  <a:pt x="702373" y="354711"/>
                </a:lnTo>
                <a:lnTo>
                  <a:pt x="701941" y="378142"/>
                </a:lnTo>
                <a:lnTo>
                  <a:pt x="701040" y="403860"/>
                </a:lnTo>
                <a:lnTo>
                  <a:pt x="729996" y="394716"/>
                </a:lnTo>
                <a:lnTo>
                  <a:pt x="728878" y="378142"/>
                </a:lnTo>
                <a:lnTo>
                  <a:pt x="727925" y="358521"/>
                </a:lnTo>
                <a:lnTo>
                  <a:pt x="727214" y="334708"/>
                </a:lnTo>
                <a:lnTo>
                  <a:pt x="726948" y="307848"/>
                </a:lnTo>
                <a:lnTo>
                  <a:pt x="854964" y="30784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" name="object 26"/>
          <p:cNvSpPr/>
          <p:nvPr/>
        </p:nvSpPr>
        <p:spPr>
          <a:xfrm>
            <a:off x="2125979" y="4183379"/>
            <a:ext cx="402590" cy="408940"/>
          </a:xfrm>
          <a:custGeom>
            <a:avLst/>
            <a:gdLst/>
            <a:ahLst/>
            <a:cxnLst/>
            <a:rect l="l" t="t" r="r" b="b"/>
            <a:pathLst>
              <a:path w="402589" h="408939">
                <a:moveTo>
                  <a:pt x="185928" y="71628"/>
                </a:moveTo>
                <a:lnTo>
                  <a:pt x="155448" y="71628"/>
                </a:lnTo>
                <a:lnTo>
                  <a:pt x="163972" y="50792"/>
                </a:lnTo>
                <a:lnTo>
                  <a:pt x="171069" y="31813"/>
                </a:lnTo>
                <a:lnTo>
                  <a:pt x="176450" y="14835"/>
                </a:lnTo>
                <a:lnTo>
                  <a:pt x="179832" y="0"/>
                </a:lnTo>
                <a:lnTo>
                  <a:pt x="224028" y="24384"/>
                </a:lnTo>
                <a:lnTo>
                  <a:pt x="205740" y="30480"/>
                </a:lnTo>
                <a:lnTo>
                  <a:pt x="200072" y="42481"/>
                </a:lnTo>
                <a:lnTo>
                  <a:pt x="189880" y="63055"/>
                </a:lnTo>
                <a:lnTo>
                  <a:pt x="185928" y="71628"/>
                </a:lnTo>
                <a:close/>
              </a:path>
              <a:path w="402589" h="408939">
                <a:moveTo>
                  <a:pt x="15240" y="86868"/>
                </a:moveTo>
                <a:lnTo>
                  <a:pt x="0" y="71628"/>
                </a:lnTo>
                <a:lnTo>
                  <a:pt x="332232" y="71628"/>
                </a:lnTo>
                <a:lnTo>
                  <a:pt x="362712" y="41148"/>
                </a:lnTo>
                <a:lnTo>
                  <a:pt x="402336" y="82296"/>
                </a:lnTo>
                <a:lnTo>
                  <a:pt x="56388" y="82296"/>
                </a:lnTo>
                <a:lnTo>
                  <a:pt x="45243" y="82581"/>
                </a:lnTo>
                <a:lnTo>
                  <a:pt x="34671" y="83439"/>
                </a:lnTo>
                <a:lnTo>
                  <a:pt x="24669" y="84867"/>
                </a:lnTo>
                <a:lnTo>
                  <a:pt x="15240" y="86868"/>
                </a:lnTo>
                <a:close/>
              </a:path>
              <a:path w="402589" h="408939">
                <a:moveTo>
                  <a:pt x="4572" y="269748"/>
                </a:moveTo>
                <a:lnTo>
                  <a:pt x="0" y="263652"/>
                </a:lnTo>
                <a:lnTo>
                  <a:pt x="23169" y="244840"/>
                </a:lnTo>
                <a:lnTo>
                  <a:pt x="44767" y="225171"/>
                </a:lnTo>
                <a:lnTo>
                  <a:pt x="83820" y="184404"/>
                </a:lnTo>
                <a:lnTo>
                  <a:pt x="118110" y="139065"/>
                </a:lnTo>
                <a:lnTo>
                  <a:pt x="152400" y="82296"/>
                </a:lnTo>
                <a:lnTo>
                  <a:pt x="181356" y="82296"/>
                </a:lnTo>
                <a:lnTo>
                  <a:pt x="171950" y="98917"/>
                </a:lnTo>
                <a:lnTo>
                  <a:pt x="162115" y="114681"/>
                </a:lnTo>
                <a:lnTo>
                  <a:pt x="151995" y="129873"/>
                </a:lnTo>
                <a:lnTo>
                  <a:pt x="141732" y="144780"/>
                </a:lnTo>
                <a:lnTo>
                  <a:pt x="329184" y="144780"/>
                </a:lnTo>
                <a:lnTo>
                  <a:pt x="335280" y="149352"/>
                </a:lnTo>
                <a:lnTo>
                  <a:pt x="328993" y="153924"/>
                </a:lnTo>
                <a:lnTo>
                  <a:pt x="134112" y="153924"/>
                </a:lnTo>
                <a:lnTo>
                  <a:pt x="134112" y="182880"/>
                </a:lnTo>
                <a:lnTo>
                  <a:pt x="109728" y="182880"/>
                </a:lnTo>
                <a:lnTo>
                  <a:pt x="85153" y="207168"/>
                </a:lnTo>
                <a:lnTo>
                  <a:pt x="59436" y="229743"/>
                </a:lnTo>
                <a:lnTo>
                  <a:pt x="32575" y="250602"/>
                </a:lnTo>
                <a:lnTo>
                  <a:pt x="4572" y="269748"/>
                </a:lnTo>
                <a:close/>
              </a:path>
              <a:path w="402589" h="408939">
                <a:moveTo>
                  <a:pt x="329184" y="144780"/>
                </a:moveTo>
                <a:lnTo>
                  <a:pt x="291084" y="144780"/>
                </a:lnTo>
                <a:lnTo>
                  <a:pt x="304800" y="126492"/>
                </a:lnTo>
                <a:lnTo>
                  <a:pt x="329184" y="144780"/>
                </a:lnTo>
                <a:close/>
              </a:path>
              <a:path w="402589" h="408939">
                <a:moveTo>
                  <a:pt x="318516" y="214884"/>
                </a:moveTo>
                <a:lnTo>
                  <a:pt x="294131" y="214884"/>
                </a:lnTo>
                <a:lnTo>
                  <a:pt x="294131" y="153924"/>
                </a:lnTo>
                <a:lnTo>
                  <a:pt x="328993" y="153924"/>
                </a:lnTo>
                <a:lnTo>
                  <a:pt x="318516" y="161544"/>
                </a:lnTo>
                <a:lnTo>
                  <a:pt x="318516" y="214884"/>
                </a:lnTo>
                <a:close/>
              </a:path>
              <a:path w="402589" h="408939">
                <a:moveTo>
                  <a:pt x="108204" y="408432"/>
                </a:moveTo>
                <a:lnTo>
                  <a:pt x="109085" y="383262"/>
                </a:lnTo>
                <a:lnTo>
                  <a:pt x="109537" y="337375"/>
                </a:lnTo>
                <a:lnTo>
                  <a:pt x="109645" y="294132"/>
                </a:lnTo>
                <a:lnTo>
                  <a:pt x="109728" y="182880"/>
                </a:lnTo>
                <a:lnTo>
                  <a:pt x="134112" y="182880"/>
                </a:lnTo>
                <a:lnTo>
                  <a:pt x="134112" y="214884"/>
                </a:lnTo>
                <a:lnTo>
                  <a:pt x="318516" y="214884"/>
                </a:lnTo>
                <a:lnTo>
                  <a:pt x="318516" y="225552"/>
                </a:lnTo>
                <a:lnTo>
                  <a:pt x="134112" y="225552"/>
                </a:lnTo>
                <a:lnTo>
                  <a:pt x="134112" y="283464"/>
                </a:lnTo>
                <a:lnTo>
                  <a:pt x="318516" y="283464"/>
                </a:lnTo>
                <a:lnTo>
                  <a:pt x="318516" y="294132"/>
                </a:lnTo>
                <a:lnTo>
                  <a:pt x="134112" y="294132"/>
                </a:lnTo>
                <a:lnTo>
                  <a:pt x="134112" y="393192"/>
                </a:lnTo>
                <a:lnTo>
                  <a:pt x="108204" y="408432"/>
                </a:lnTo>
                <a:close/>
              </a:path>
              <a:path w="402589" h="408939">
                <a:moveTo>
                  <a:pt x="318516" y="283464"/>
                </a:moveTo>
                <a:lnTo>
                  <a:pt x="294131" y="283464"/>
                </a:lnTo>
                <a:lnTo>
                  <a:pt x="294131" y="225552"/>
                </a:lnTo>
                <a:lnTo>
                  <a:pt x="318516" y="225552"/>
                </a:lnTo>
                <a:lnTo>
                  <a:pt x="318516" y="283464"/>
                </a:lnTo>
                <a:close/>
              </a:path>
              <a:path w="402589" h="408939">
                <a:moveTo>
                  <a:pt x="317968" y="370332"/>
                </a:moveTo>
                <a:lnTo>
                  <a:pt x="289560" y="370332"/>
                </a:lnTo>
                <a:lnTo>
                  <a:pt x="294131" y="364236"/>
                </a:lnTo>
                <a:lnTo>
                  <a:pt x="294131" y="294132"/>
                </a:lnTo>
                <a:lnTo>
                  <a:pt x="318516" y="294132"/>
                </a:lnTo>
                <a:lnTo>
                  <a:pt x="318516" y="367284"/>
                </a:lnTo>
                <a:lnTo>
                  <a:pt x="317968" y="370332"/>
                </a:lnTo>
                <a:close/>
              </a:path>
              <a:path w="402589" h="408939">
                <a:moveTo>
                  <a:pt x="280416" y="408432"/>
                </a:moveTo>
                <a:lnTo>
                  <a:pt x="278391" y="398454"/>
                </a:lnTo>
                <a:lnTo>
                  <a:pt x="269938" y="389191"/>
                </a:lnTo>
                <a:lnTo>
                  <a:pt x="254912" y="380785"/>
                </a:lnTo>
                <a:lnTo>
                  <a:pt x="233172" y="373380"/>
                </a:lnTo>
                <a:lnTo>
                  <a:pt x="233172" y="364236"/>
                </a:lnTo>
                <a:lnTo>
                  <a:pt x="247173" y="367117"/>
                </a:lnTo>
                <a:lnTo>
                  <a:pt x="259461" y="368998"/>
                </a:lnTo>
                <a:lnTo>
                  <a:pt x="270033" y="370022"/>
                </a:lnTo>
                <a:lnTo>
                  <a:pt x="278892" y="370332"/>
                </a:lnTo>
                <a:lnTo>
                  <a:pt x="317968" y="370332"/>
                </a:lnTo>
                <a:lnTo>
                  <a:pt x="316206" y="380142"/>
                </a:lnTo>
                <a:lnTo>
                  <a:pt x="309181" y="391287"/>
                </a:lnTo>
                <a:lnTo>
                  <a:pt x="297299" y="400716"/>
                </a:lnTo>
                <a:lnTo>
                  <a:pt x="280416" y="40843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" name="object 27"/>
          <p:cNvSpPr/>
          <p:nvPr/>
        </p:nvSpPr>
        <p:spPr>
          <a:xfrm>
            <a:off x="2575560" y="4184904"/>
            <a:ext cx="399415" cy="407034"/>
          </a:xfrm>
          <a:custGeom>
            <a:avLst/>
            <a:gdLst/>
            <a:ahLst/>
            <a:cxnLst/>
            <a:rect l="l" t="t" r="r" b="b"/>
            <a:pathLst>
              <a:path w="399414" h="407035">
                <a:moveTo>
                  <a:pt x="231648" y="109728"/>
                </a:moveTo>
                <a:lnTo>
                  <a:pt x="219456" y="109728"/>
                </a:lnTo>
                <a:lnTo>
                  <a:pt x="226075" y="96845"/>
                </a:lnTo>
                <a:lnTo>
                  <a:pt x="232410" y="83248"/>
                </a:lnTo>
                <a:lnTo>
                  <a:pt x="250769" y="37933"/>
                </a:lnTo>
                <a:lnTo>
                  <a:pt x="262128" y="0"/>
                </a:lnTo>
                <a:lnTo>
                  <a:pt x="303276" y="27432"/>
                </a:lnTo>
                <a:lnTo>
                  <a:pt x="283464" y="36576"/>
                </a:lnTo>
                <a:lnTo>
                  <a:pt x="268938" y="58293"/>
                </a:lnTo>
                <a:lnTo>
                  <a:pt x="255270" y="77724"/>
                </a:lnTo>
                <a:lnTo>
                  <a:pt x="242744" y="94869"/>
                </a:lnTo>
                <a:lnTo>
                  <a:pt x="231648" y="109728"/>
                </a:lnTo>
                <a:close/>
              </a:path>
              <a:path w="399414" h="407035">
                <a:moveTo>
                  <a:pt x="156972" y="97536"/>
                </a:moveTo>
                <a:lnTo>
                  <a:pt x="153281" y="96083"/>
                </a:lnTo>
                <a:lnTo>
                  <a:pt x="149161" y="91630"/>
                </a:lnTo>
                <a:lnTo>
                  <a:pt x="144756" y="84034"/>
                </a:lnTo>
                <a:lnTo>
                  <a:pt x="140208" y="73152"/>
                </a:lnTo>
                <a:lnTo>
                  <a:pt x="132468" y="56292"/>
                </a:lnTo>
                <a:lnTo>
                  <a:pt x="122872" y="40005"/>
                </a:lnTo>
                <a:lnTo>
                  <a:pt x="111275" y="24288"/>
                </a:lnTo>
                <a:lnTo>
                  <a:pt x="97536" y="9144"/>
                </a:lnTo>
                <a:lnTo>
                  <a:pt x="100584" y="3048"/>
                </a:lnTo>
                <a:lnTo>
                  <a:pt x="143017" y="30051"/>
                </a:lnTo>
                <a:lnTo>
                  <a:pt x="169545" y="60817"/>
                </a:lnTo>
                <a:lnTo>
                  <a:pt x="170688" y="68580"/>
                </a:lnTo>
                <a:lnTo>
                  <a:pt x="170688" y="73152"/>
                </a:lnTo>
                <a:lnTo>
                  <a:pt x="167640" y="80772"/>
                </a:lnTo>
                <a:lnTo>
                  <a:pt x="164592" y="86868"/>
                </a:lnTo>
                <a:lnTo>
                  <a:pt x="160020" y="94488"/>
                </a:lnTo>
                <a:lnTo>
                  <a:pt x="156972" y="97536"/>
                </a:lnTo>
                <a:close/>
              </a:path>
              <a:path w="399414" h="407035">
                <a:moveTo>
                  <a:pt x="38100" y="124968"/>
                </a:moveTo>
                <a:lnTo>
                  <a:pt x="22860" y="109728"/>
                </a:lnTo>
                <a:lnTo>
                  <a:pt x="321564" y="109728"/>
                </a:lnTo>
                <a:lnTo>
                  <a:pt x="345948" y="85344"/>
                </a:lnTo>
                <a:lnTo>
                  <a:pt x="381000" y="120396"/>
                </a:lnTo>
                <a:lnTo>
                  <a:pt x="79248" y="120396"/>
                </a:lnTo>
                <a:lnTo>
                  <a:pt x="68103" y="120681"/>
                </a:lnTo>
                <a:lnTo>
                  <a:pt x="57531" y="121539"/>
                </a:lnTo>
                <a:lnTo>
                  <a:pt x="47529" y="122967"/>
                </a:lnTo>
                <a:lnTo>
                  <a:pt x="38100" y="124968"/>
                </a:lnTo>
                <a:close/>
              </a:path>
              <a:path w="399414" h="407035">
                <a:moveTo>
                  <a:pt x="204216" y="213360"/>
                </a:moveTo>
                <a:lnTo>
                  <a:pt x="178308" y="213360"/>
                </a:lnTo>
                <a:lnTo>
                  <a:pt x="180308" y="193690"/>
                </a:lnTo>
                <a:lnTo>
                  <a:pt x="181737" y="171450"/>
                </a:lnTo>
                <a:lnTo>
                  <a:pt x="182594" y="146923"/>
                </a:lnTo>
                <a:lnTo>
                  <a:pt x="182880" y="120396"/>
                </a:lnTo>
                <a:lnTo>
                  <a:pt x="210312" y="120396"/>
                </a:lnTo>
                <a:lnTo>
                  <a:pt x="209145" y="143279"/>
                </a:lnTo>
                <a:lnTo>
                  <a:pt x="207835" y="166306"/>
                </a:lnTo>
                <a:lnTo>
                  <a:pt x="206240" y="189618"/>
                </a:lnTo>
                <a:lnTo>
                  <a:pt x="204216" y="213360"/>
                </a:lnTo>
                <a:close/>
              </a:path>
              <a:path w="399414" h="407035">
                <a:moveTo>
                  <a:pt x="15240" y="230124"/>
                </a:moveTo>
                <a:lnTo>
                  <a:pt x="0" y="213360"/>
                </a:lnTo>
                <a:lnTo>
                  <a:pt x="336804" y="213360"/>
                </a:lnTo>
                <a:lnTo>
                  <a:pt x="362712" y="187451"/>
                </a:lnTo>
                <a:lnTo>
                  <a:pt x="399288" y="224027"/>
                </a:lnTo>
                <a:lnTo>
                  <a:pt x="57912" y="224027"/>
                </a:lnTo>
                <a:lnTo>
                  <a:pt x="46743" y="224337"/>
                </a:lnTo>
                <a:lnTo>
                  <a:pt x="36004" y="225361"/>
                </a:lnTo>
                <a:lnTo>
                  <a:pt x="25550" y="227242"/>
                </a:lnTo>
                <a:lnTo>
                  <a:pt x="15240" y="230124"/>
                </a:lnTo>
                <a:close/>
              </a:path>
              <a:path w="399414" h="407035">
                <a:moveTo>
                  <a:pt x="1524" y="406907"/>
                </a:moveTo>
                <a:lnTo>
                  <a:pt x="0" y="399288"/>
                </a:lnTo>
                <a:lnTo>
                  <a:pt x="41195" y="380190"/>
                </a:lnTo>
                <a:lnTo>
                  <a:pt x="75819" y="359664"/>
                </a:lnTo>
                <a:lnTo>
                  <a:pt x="126492" y="315468"/>
                </a:lnTo>
                <a:lnTo>
                  <a:pt x="158496" y="269748"/>
                </a:lnTo>
                <a:lnTo>
                  <a:pt x="176784" y="224027"/>
                </a:lnTo>
                <a:lnTo>
                  <a:pt x="202692" y="224027"/>
                </a:lnTo>
                <a:lnTo>
                  <a:pt x="178308" y="283654"/>
                </a:lnTo>
                <a:lnTo>
                  <a:pt x="135636" y="335280"/>
                </a:lnTo>
                <a:lnTo>
                  <a:pt x="77152" y="376237"/>
                </a:lnTo>
                <a:lnTo>
                  <a:pt x="41552" y="392930"/>
                </a:lnTo>
                <a:lnTo>
                  <a:pt x="1524" y="406907"/>
                </a:lnTo>
                <a:close/>
              </a:path>
              <a:path w="399414" h="407035">
                <a:moveTo>
                  <a:pt x="361188" y="402336"/>
                </a:moveTo>
                <a:lnTo>
                  <a:pt x="316801" y="373570"/>
                </a:lnTo>
                <a:lnTo>
                  <a:pt x="275843" y="336804"/>
                </a:lnTo>
                <a:lnTo>
                  <a:pt x="241554" y="287845"/>
                </a:lnTo>
                <a:lnTo>
                  <a:pt x="216408" y="224027"/>
                </a:lnTo>
                <a:lnTo>
                  <a:pt x="227076" y="224027"/>
                </a:lnTo>
                <a:lnTo>
                  <a:pt x="236529" y="246602"/>
                </a:lnTo>
                <a:lnTo>
                  <a:pt x="248983" y="268605"/>
                </a:lnTo>
                <a:lnTo>
                  <a:pt x="283464" y="310896"/>
                </a:lnTo>
                <a:lnTo>
                  <a:pt x="332232" y="347281"/>
                </a:lnTo>
                <a:lnTo>
                  <a:pt x="399288" y="373380"/>
                </a:lnTo>
                <a:lnTo>
                  <a:pt x="399288" y="379476"/>
                </a:lnTo>
                <a:lnTo>
                  <a:pt x="386691" y="380904"/>
                </a:lnTo>
                <a:lnTo>
                  <a:pt x="376237" y="385191"/>
                </a:lnTo>
                <a:lnTo>
                  <a:pt x="367784" y="392334"/>
                </a:lnTo>
                <a:lnTo>
                  <a:pt x="361188" y="40233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pic>
        <p:nvPicPr>
          <p:cNvPr id="28" name="object 28"/>
          <p:cNvPicPr/>
          <p:nvPr/>
        </p:nvPicPr>
        <p:blipFill>
          <a:blip r:embed="rId4" cstate="print"/>
          <a:stretch>
            <a:fillRect/>
          </a:stretch>
        </p:blipFill>
        <p:spPr>
          <a:xfrm>
            <a:off x="3049524" y="4446460"/>
            <a:ext cx="70104" cy="117919"/>
          </a:xfrm>
          <a:prstGeom prst="rect">
            <a:avLst/>
          </a:prstGeom>
        </p:spPr>
      </p:pic>
      <p:sp>
        <p:nvSpPr>
          <p:cNvPr id="29" name="object 29"/>
          <p:cNvSpPr/>
          <p:nvPr/>
        </p:nvSpPr>
        <p:spPr>
          <a:xfrm>
            <a:off x="3465576" y="4186428"/>
            <a:ext cx="387350" cy="405765"/>
          </a:xfrm>
          <a:custGeom>
            <a:avLst/>
            <a:gdLst/>
            <a:ahLst/>
            <a:cxnLst/>
            <a:rect l="l" t="t" r="r" b="b"/>
            <a:pathLst>
              <a:path w="387350" h="405764">
                <a:moveTo>
                  <a:pt x="383394" y="92964"/>
                </a:moveTo>
                <a:lnTo>
                  <a:pt x="347472" y="92964"/>
                </a:lnTo>
                <a:lnTo>
                  <a:pt x="361188" y="74676"/>
                </a:lnTo>
                <a:lnTo>
                  <a:pt x="383394" y="92964"/>
                </a:lnTo>
                <a:close/>
              </a:path>
              <a:path w="387350" h="405764">
                <a:moveTo>
                  <a:pt x="227076" y="382524"/>
                </a:moveTo>
                <a:lnTo>
                  <a:pt x="227957" y="358497"/>
                </a:lnTo>
                <a:lnTo>
                  <a:pt x="228409" y="338899"/>
                </a:lnTo>
                <a:lnTo>
                  <a:pt x="228482" y="332232"/>
                </a:lnTo>
                <a:lnTo>
                  <a:pt x="228576" y="127254"/>
                </a:lnTo>
                <a:lnTo>
                  <a:pt x="228409" y="111252"/>
                </a:lnTo>
                <a:lnTo>
                  <a:pt x="227957" y="95249"/>
                </a:lnTo>
                <a:lnTo>
                  <a:pt x="227076" y="79247"/>
                </a:lnTo>
                <a:lnTo>
                  <a:pt x="251460" y="92964"/>
                </a:lnTo>
                <a:lnTo>
                  <a:pt x="383394" y="92964"/>
                </a:lnTo>
                <a:lnTo>
                  <a:pt x="387096" y="96012"/>
                </a:lnTo>
                <a:lnTo>
                  <a:pt x="378523" y="103632"/>
                </a:lnTo>
                <a:lnTo>
                  <a:pt x="251460" y="103632"/>
                </a:lnTo>
                <a:lnTo>
                  <a:pt x="251460" y="321564"/>
                </a:lnTo>
                <a:lnTo>
                  <a:pt x="373505" y="321564"/>
                </a:lnTo>
                <a:lnTo>
                  <a:pt x="373570" y="326898"/>
                </a:lnTo>
                <a:lnTo>
                  <a:pt x="373721" y="332232"/>
                </a:lnTo>
                <a:lnTo>
                  <a:pt x="251460" y="332232"/>
                </a:lnTo>
                <a:lnTo>
                  <a:pt x="251460" y="370332"/>
                </a:lnTo>
                <a:lnTo>
                  <a:pt x="227076" y="382524"/>
                </a:lnTo>
                <a:close/>
              </a:path>
              <a:path w="387350" h="405764">
                <a:moveTo>
                  <a:pt x="373505" y="321564"/>
                </a:moveTo>
                <a:lnTo>
                  <a:pt x="350520" y="321564"/>
                </a:lnTo>
                <a:lnTo>
                  <a:pt x="350520" y="103632"/>
                </a:lnTo>
                <a:lnTo>
                  <a:pt x="378523" y="103632"/>
                </a:lnTo>
                <a:lnTo>
                  <a:pt x="373380" y="108204"/>
                </a:lnTo>
                <a:lnTo>
                  <a:pt x="373505" y="321564"/>
                </a:lnTo>
                <a:close/>
              </a:path>
              <a:path w="387350" h="405764">
                <a:moveTo>
                  <a:pt x="350520" y="371856"/>
                </a:moveTo>
                <a:lnTo>
                  <a:pt x="350520" y="332232"/>
                </a:lnTo>
                <a:lnTo>
                  <a:pt x="373721" y="332232"/>
                </a:lnTo>
                <a:lnTo>
                  <a:pt x="374022" y="342900"/>
                </a:lnTo>
                <a:lnTo>
                  <a:pt x="374904" y="361188"/>
                </a:lnTo>
                <a:lnTo>
                  <a:pt x="350520" y="371856"/>
                </a:lnTo>
                <a:close/>
              </a:path>
              <a:path w="387350" h="405764">
                <a:moveTo>
                  <a:pt x="97536" y="108204"/>
                </a:moveTo>
                <a:lnTo>
                  <a:pt x="73152" y="108204"/>
                </a:lnTo>
                <a:lnTo>
                  <a:pt x="78319" y="76509"/>
                </a:lnTo>
                <a:lnTo>
                  <a:pt x="82486" y="47815"/>
                </a:lnTo>
                <a:lnTo>
                  <a:pt x="85796" y="22264"/>
                </a:lnTo>
                <a:lnTo>
                  <a:pt x="88392" y="0"/>
                </a:lnTo>
                <a:lnTo>
                  <a:pt x="129540" y="19812"/>
                </a:lnTo>
                <a:lnTo>
                  <a:pt x="114300" y="30480"/>
                </a:lnTo>
                <a:lnTo>
                  <a:pt x="110609" y="45624"/>
                </a:lnTo>
                <a:lnTo>
                  <a:pt x="106489" y="63627"/>
                </a:lnTo>
                <a:lnTo>
                  <a:pt x="102084" y="84486"/>
                </a:lnTo>
                <a:lnTo>
                  <a:pt x="97536" y="108204"/>
                </a:lnTo>
                <a:close/>
              </a:path>
              <a:path w="387350" h="405764">
                <a:moveTo>
                  <a:pt x="16764" y="123444"/>
                </a:moveTo>
                <a:lnTo>
                  <a:pt x="1524" y="108204"/>
                </a:lnTo>
                <a:lnTo>
                  <a:pt x="163068" y="108204"/>
                </a:lnTo>
                <a:lnTo>
                  <a:pt x="173736" y="88392"/>
                </a:lnTo>
                <a:lnTo>
                  <a:pt x="202692" y="109728"/>
                </a:lnTo>
                <a:lnTo>
                  <a:pt x="192405" y="118871"/>
                </a:lnTo>
                <a:lnTo>
                  <a:pt x="59436" y="118871"/>
                </a:lnTo>
                <a:lnTo>
                  <a:pt x="48267" y="119157"/>
                </a:lnTo>
                <a:lnTo>
                  <a:pt x="37528" y="120014"/>
                </a:lnTo>
                <a:lnTo>
                  <a:pt x="27074" y="121443"/>
                </a:lnTo>
                <a:lnTo>
                  <a:pt x="16764" y="123444"/>
                </a:lnTo>
                <a:close/>
              </a:path>
              <a:path w="387350" h="405764">
                <a:moveTo>
                  <a:pt x="3048" y="405384"/>
                </a:moveTo>
                <a:lnTo>
                  <a:pt x="0" y="400812"/>
                </a:lnTo>
                <a:lnTo>
                  <a:pt x="39409" y="381095"/>
                </a:lnTo>
                <a:lnTo>
                  <a:pt x="72961" y="358521"/>
                </a:lnTo>
                <a:lnTo>
                  <a:pt x="100512" y="333089"/>
                </a:lnTo>
                <a:lnTo>
                  <a:pt x="121920" y="304800"/>
                </a:lnTo>
                <a:lnTo>
                  <a:pt x="96797" y="294251"/>
                </a:lnTo>
                <a:lnTo>
                  <a:pt x="74104" y="285559"/>
                </a:lnTo>
                <a:lnTo>
                  <a:pt x="53982" y="278868"/>
                </a:lnTo>
                <a:lnTo>
                  <a:pt x="36576" y="274320"/>
                </a:lnTo>
                <a:lnTo>
                  <a:pt x="43743" y="244887"/>
                </a:lnTo>
                <a:lnTo>
                  <a:pt x="51625" y="209169"/>
                </a:lnTo>
                <a:lnTo>
                  <a:pt x="60364" y="167163"/>
                </a:lnTo>
                <a:lnTo>
                  <a:pt x="70104" y="118871"/>
                </a:lnTo>
                <a:lnTo>
                  <a:pt x="94488" y="118871"/>
                </a:lnTo>
                <a:lnTo>
                  <a:pt x="88177" y="148018"/>
                </a:lnTo>
                <a:lnTo>
                  <a:pt x="80581" y="182880"/>
                </a:lnTo>
                <a:lnTo>
                  <a:pt x="71556" y="223456"/>
                </a:lnTo>
                <a:lnTo>
                  <a:pt x="60960" y="269748"/>
                </a:lnTo>
                <a:lnTo>
                  <a:pt x="71223" y="271986"/>
                </a:lnTo>
                <a:lnTo>
                  <a:pt x="85915" y="276225"/>
                </a:lnTo>
                <a:lnTo>
                  <a:pt x="128016" y="289560"/>
                </a:lnTo>
                <a:lnTo>
                  <a:pt x="152874" y="289560"/>
                </a:lnTo>
                <a:lnTo>
                  <a:pt x="150876" y="295656"/>
                </a:lnTo>
                <a:lnTo>
                  <a:pt x="169425" y="304276"/>
                </a:lnTo>
                <a:lnTo>
                  <a:pt x="183832" y="312039"/>
                </a:lnTo>
                <a:lnTo>
                  <a:pt x="188658" y="315468"/>
                </a:lnTo>
                <a:lnTo>
                  <a:pt x="140208" y="315468"/>
                </a:lnTo>
                <a:lnTo>
                  <a:pt x="112776" y="345805"/>
                </a:lnTo>
                <a:lnTo>
                  <a:pt x="80772" y="370713"/>
                </a:lnTo>
                <a:lnTo>
                  <a:pt x="44196" y="390477"/>
                </a:lnTo>
                <a:lnTo>
                  <a:pt x="3048" y="405384"/>
                </a:lnTo>
                <a:close/>
              </a:path>
              <a:path w="387350" h="405764">
                <a:moveTo>
                  <a:pt x="152874" y="289560"/>
                </a:moveTo>
                <a:lnTo>
                  <a:pt x="128016" y="289560"/>
                </a:lnTo>
                <a:lnTo>
                  <a:pt x="138017" y="259246"/>
                </a:lnTo>
                <a:lnTo>
                  <a:pt x="147447" y="220789"/>
                </a:lnTo>
                <a:lnTo>
                  <a:pt x="156305" y="174045"/>
                </a:lnTo>
                <a:lnTo>
                  <a:pt x="164592" y="118871"/>
                </a:lnTo>
                <a:lnTo>
                  <a:pt x="192405" y="118871"/>
                </a:lnTo>
                <a:lnTo>
                  <a:pt x="188976" y="121920"/>
                </a:lnTo>
                <a:lnTo>
                  <a:pt x="179808" y="178212"/>
                </a:lnTo>
                <a:lnTo>
                  <a:pt x="170497" y="225933"/>
                </a:lnTo>
                <a:lnTo>
                  <a:pt x="160901" y="265080"/>
                </a:lnTo>
                <a:lnTo>
                  <a:pt x="152874" y="289560"/>
                </a:lnTo>
                <a:close/>
              </a:path>
              <a:path w="387350" h="405764">
                <a:moveTo>
                  <a:pt x="199644" y="361188"/>
                </a:moveTo>
                <a:lnTo>
                  <a:pt x="193548" y="361188"/>
                </a:lnTo>
                <a:lnTo>
                  <a:pt x="190500" y="359664"/>
                </a:lnTo>
                <a:lnTo>
                  <a:pt x="185928" y="353568"/>
                </a:lnTo>
                <a:lnTo>
                  <a:pt x="177927" y="344400"/>
                </a:lnTo>
                <a:lnTo>
                  <a:pt x="167640" y="335089"/>
                </a:lnTo>
                <a:lnTo>
                  <a:pt x="155067" y="325493"/>
                </a:lnTo>
                <a:lnTo>
                  <a:pt x="140208" y="315468"/>
                </a:lnTo>
                <a:lnTo>
                  <a:pt x="188658" y="315468"/>
                </a:lnTo>
                <a:lnTo>
                  <a:pt x="204750" y="344400"/>
                </a:lnTo>
                <a:lnTo>
                  <a:pt x="204685" y="345805"/>
                </a:lnTo>
                <a:lnTo>
                  <a:pt x="204216" y="350520"/>
                </a:lnTo>
                <a:lnTo>
                  <a:pt x="202692" y="358140"/>
                </a:lnTo>
                <a:lnTo>
                  <a:pt x="199644" y="36118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30" name="object 30"/>
          <p:cNvGrpSpPr/>
          <p:nvPr/>
        </p:nvGrpSpPr>
        <p:grpSpPr>
          <a:xfrm>
            <a:off x="3912108" y="4178808"/>
            <a:ext cx="1743710" cy="417830"/>
            <a:chOff x="3912108" y="4178808"/>
            <a:chExt cx="1743710" cy="417830"/>
          </a:xfrm>
        </p:grpSpPr>
        <p:sp>
          <p:nvSpPr>
            <p:cNvPr id="31" name="object 31"/>
            <p:cNvSpPr/>
            <p:nvPr/>
          </p:nvSpPr>
          <p:spPr>
            <a:xfrm>
              <a:off x="3912108" y="4186428"/>
              <a:ext cx="847725" cy="405765"/>
            </a:xfrm>
            <a:custGeom>
              <a:avLst/>
              <a:gdLst/>
              <a:ahLst/>
              <a:cxnLst/>
              <a:rect l="l" t="t" r="r" b="b"/>
              <a:pathLst>
                <a:path w="847725" h="405764">
                  <a:moveTo>
                    <a:pt x="393192" y="355092"/>
                  </a:moveTo>
                  <a:lnTo>
                    <a:pt x="341731" y="338239"/>
                  </a:lnTo>
                  <a:lnTo>
                    <a:pt x="294703" y="312813"/>
                  </a:lnTo>
                  <a:lnTo>
                    <a:pt x="251955" y="278803"/>
                  </a:lnTo>
                  <a:lnTo>
                    <a:pt x="220256" y="243852"/>
                  </a:lnTo>
                  <a:lnTo>
                    <a:pt x="213360" y="236232"/>
                  </a:lnTo>
                  <a:lnTo>
                    <a:pt x="390144" y="236232"/>
                  </a:lnTo>
                  <a:lnTo>
                    <a:pt x="353568" y="199656"/>
                  </a:lnTo>
                  <a:lnTo>
                    <a:pt x="327660" y="225564"/>
                  </a:lnTo>
                  <a:lnTo>
                    <a:pt x="210312" y="225564"/>
                  </a:lnTo>
                  <a:lnTo>
                    <a:pt x="210312" y="175272"/>
                  </a:lnTo>
                  <a:lnTo>
                    <a:pt x="301752" y="175272"/>
                  </a:lnTo>
                  <a:lnTo>
                    <a:pt x="301752" y="199656"/>
                  </a:lnTo>
                  <a:lnTo>
                    <a:pt x="327660" y="187464"/>
                  </a:lnTo>
                  <a:lnTo>
                    <a:pt x="327494" y="175272"/>
                  </a:lnTo>
                  <a:lnTo>
                    <a:pt x="327355" y="166128"/>
                  </a:lnTo>
                  <a:lnTo>
                    <a:pt x="326898" y="139636"/>
                  </a:lnTo>
                  <a:lnTo>
                    <a:pt x="326440" y="103632"/>
                  </a:lnTo>
                  <a:lnTo>
                    <a:pt x="326351" y="92964"/>
                  </a:lnTo>
                  <a:lnTo>
                    <a:pt x="326136" y="42672"/>
                  </a:lnTo>
                  <a:lnTo>
                    <a:pt x="339191" y="33528"/>
                  </a:lnTo>
                  <a:lnTo>
                    <a:pt x="341376" y="32004"/>
                  </a:lnTo>
                  <a:lnTo>
                    <a:pt x="331660" y="22860"/>
                  </a:lnTo>
                  <a:lnTo>
                    <a:pt x="315468" y="7620"/>
                  </a:lnTo>
                  <a:lnTo>
                    <a:pt x="301752" y="21336"/>
                  </a:lnTo>
                  <a:lnTo>
                    <a:pt x="301752" y="33528"/>
                  </a:lnTo>
                  <a:lnTo>
                    <a:pt x="301752" y="92964"/>
                  </a:lnTo>
                  <a:lnTo>
                    <a:pt x="301752" y="103632"/>
                  </a:lnTo>
                  <a:lnTo>
                    <a:pt x="301752" y="166128"/>
                  </a:lnTo>
                  <a:lnTo>
                    <a:pt x="210312" y="166128"/>
                  </a:lnTo>
                  <a:lnTo>
                    <a:pt x="210312" y="103632"/>
                  </a:lnTo>
                  <a:lnTo>
                    <a:pt x="301752" y="103632"/>
                  </a:lnTo>
                  <a:lnTo>
                    <a:pt x="301752" y="92964"/>
                  </a:lnTo>
                  <a:lnTo>
                    <a:pt x="210312" y="92964"/>
                  </a:lnTo>
                  <a:lnTo>
                    <a:pt x="210312" y="33528"/>
                  </a:lnTo>
                  <a:lnTo>
                    <a:pt x="301752" y="33528"/>
                  </a:lnTo>
                  <a:lnTo>
                    <a:pt x="301752" y="21336"/>
                  </a:lnTo>
                  <a:lnTo>
                    <a:pt x="300228" y="22860"/>
                  </a:lnTo>
                  <a:lnTo>
                    <a:pt x="184404" y="22860"/>
                  </a:lnTo>
                  <a:lnTo>
                    <a:pt x="184404" y="33528"/>
                  </a:lnTo>
                  <a:lnTo>
                    <a:pt x="184404" y="92964"/>
                  </a:lnTo>
                  <a:lnTo>
                    <a:pt x="184404" y="103632"/>
                  </a:lnTo>
                  <a:lnTo>
                    <a:pt x="184404" y="166128"/>
                  </a:lnTo>
                  <a:lnTo>
                    <a:pt x="92964" y="166128"/>
                  </a:lnTo>
                  <a:lnTo>
                    <a:pt x="92964" y="103632"/>
                  </a:lnTo>
                  <a:lnTo>
                    <a:pt x="184404" y="103632"/>
                  </a:lnTo>
                  <a:lnTo>
                    <a:pt x="184404" y="92964"/>
                  </a:lnTo>
                  <a:lnTo>
                    <a:pt x="92964" y="92964"/>
                  </a:lnTo>
                  <a:lnTo>
                    <a:pt x="92964" y="33528"/>
                  </a:lnTo>
                  <a:lnTo>
                    <a:pt x="184404" y="33528"/>
                  </a:lnTo>
                  <a:lnTo>
                    <a:pt x="184404" y="22860"/>
                  </a:lnTo>
                  <a:lnTo>
                    <a:pt x="92964" y="22860"/>
                  </a:lnTo>
                  <a:lnTo>
                    <a:pt x="67056" y="9144"/>
                  </a:lnTo>
                  <a:lnTo>
                    <a:pt x="67919" y="32004"/>
                  </a:lnTo>
                  <a:lnTo>
                    <a:pt x="68389" y="56007"/>
                  </a:lnTo>
                  <a:lnTo>
                    <a:pt x="68554" y="80302"/>
                  </a:lnTo>
                  <a:lnTo>
                    <a:pt x="68478" y="139636"/>
                  </a:lnTo>
                  <a:lnTo>
                    <a:pt x="68389" y="153365"/>
                  </a:lnTo>
                  <a:lnTo>
                    <a:pt x="67932" y="177812"/>
                  </a:lnTo>
                  <a:lnTo>
                    <a:pt x="67056" y="202704"/>
                  </a:lnTo>
                  <a:lnTo>
                    <a:pt x="92964" y="192024"/>
                  </a:lnTo>
                  <a:lnTo>
                    <a:pt x="92964" y="175272"/>
                  </a:lnTo>
                  <a:lnTo>
                    <a:pt x="184404" y="175272"/>
                  </a:lnTo>
                  <a:lnTo>
                    <a:pt x="184404" y="225564"/>
                  </a:lnTo>
                  <a:lnTo>
                    <a:pt x="6096" y="225564"/>
                  </a:lnTo>
                  <a:lnTo>
                    <a:pt x="22860" y="242328"/>
                  </a:lnTo>
                  <a:lnTo>
                    <a:pt x="32283" y="239445"/>
                  </a:lnTo>
                  <a:lnTo>
                    <a:pt x="42291" y="237566"/>
                  </a:lnTo>
                  <a:lnTo>
                    <a:pt x="52857" y="236537"/>
                  </a:lnTo>
                  <a:lnTo>
                    <a:pt x="64008" y="236232"/>
                  </a:lnTo>
                  <a:lnTo>
                    <a:pt x="161544" y="236232"/>
                  </a:lnTo>
                  <a:lnTo>
                    <a:pt x="129222" y="277926"/>
                  </a:lnTo>
                  <a:lnTo>
                    <a:pt x="91630" y="316052"/>
                  </a:lnTo>
                  <a:lnTo>
                    <a:pt x="48590" y="350456"/>
                  </a:lnTo>
                  <a:lnTo>
                    <a:pt x="0" y="381012"/>
                  </a:lnTo>
                  <a:lnTo>
                    <a:pt x="1524" y="388620"/>
                  </a:lnTo>
                  <a:lnTo>
                    <a:pt x="46875" y="366864"/>
                  </a:lnTo>
                  <a:lnTo>
                    <a:pt x="87833" y="341807"/>
                  </a:lnTo>
                  <a:lnTo>
                    <a:pt x="124409" y="313461"/>
                  </a:lnTo>
                  <a:lnTo>
                    <a:pt x="156603" y="281825"/>
                  </a:lnTo>
                  <a:lnTo>
                    <a:pt x="184404" y="246900"/>
                  </a:lnTo>
                  <a:lnTo>
                    <a:pt x="184162" y="290944"/>
                  </a:lnTo>
                  <a:lnTo>
                    <a:pt x="183197" y="363461"/>
                  </a:lnTo>
                  <a:lnTo>
                    <a:pt x="183083" y="374269"/>
                  </a:lnTo>
                  <a:lnTo>
                    <a:pt x="182880" y="405396"/>
                  </a:lnTo>
                  <a:lnTo>
                    <a:pt x="211836" y="391668"/>
                  </a:lnTo>
                  <a:lnTo>
                    <a:pt x="211035" y="374269"/>
                  </a:lnTo>
                  <a:lnTo>
                    <a:pt x="210908" y="369912"/>
                  </a:lnTo>
                  <a:lnTo>
                    <a:pt x="210502" y="341807"/>
                  </a:lnTo>
                  <a:lnTo>
                    <a:pt x="210413" y="319481"/>
                  </a:lnTo>
                  <a:lnTo>
                    <a:pt x="210312" y="246900"/>
                  </a:lnTo>
                  <a:lnTo>
                    <a:pt x="210312" y="243852"/>
                  </a:lnTo>
                  <a:lnTo>
                    <a:pt x="233743" y="283298"/>
                  </a:lnTo>
                  <a:lnTo>
                    <a:pt x="265176" y="319481"/>
                  </a:lnTo>
                  <a:lnTo>
                    <a:pt x="304609" y="352501"/>
                  </a:lnTo>
                  <a:lnTo>
                    <a:pt x="352044" y="382524"/>
                  </a:lnTo>
                  <a:lnTo>
                    <a:pt x="357187" y="374269"/>
                  </a:lnTo>
                  <a:lnTo>
                    <a:pt x="365760" y="367868"/>
                  </a:lnTo>
                  <a:lnTo>
                    <a:pt x="377761" y="363461"/>
                  </a:lnTo>
                  <a:lnTo>
                    <a:pt x="393192" y="361200"/>
                  </a:lnTo>
                  <a:lnTo>
                    <a:pt x="393192" y="355092"/>
                  </a:lnTo>
                  <a:close/>
                </a:path>
                <a:path w="847725" h="405764">
                  <a:moveTo>
                    <a:pt x="536448" y="80772"/>
                  </a:moveTo>
                  <a:lnTo>
                    <a:pt x="512254" y="40005"/>
                  </a:lnTo>
                  <a:lnTo>
                    <a:pt x="489204" y="22860"/>
                  </a:lnTo>
                  <a:lnTo>
                    <a:pt x="483108" y="24384"/>
                  </a:lnTo>
                  <a:lnTo>
                    <a:pt x="492506" y="42697"/>
                  </a:lnTo>
                  <a:lnTo>
                    <a:pt x="500062" y="58864"/>
                  </a:lnTo>
                  <a:lnTo>
                    <a:pt x="505599" y="73037"/>
                  </a:lnTo>
                  <a:lnTo>
                    <a:pt x="509016" y="85344"/>
                  </a:lnTo>
                  <a:lnTo>
                    <a:pt x="512064" y="97536"/>
                  </a:lnTo>
                  <a:lnTo>
                    <a:pt x="515112" y="103632"/>
                  </a:lnTo>
                  <a:lnTo>
                    <a:pt x="519684" y="103632"/>
                  </a:lnTo>
                  <a:lnTo>
                    <a:pt x="522732" y="100584"/>
                  </a:lnTo>
                  <a:lnTo>
                    <a:pt x="531876" y="94488"/>
                  </a:lnTo>
                  <a:lnTo>
                    <a:pt x="534924" y="88392"/>
                  </a:lnTo>
                  <a:lnTo>
                    <a:pt x="536448" y="80772"/>
                  </a:lnTo>
                  <a:close/>
                </a:path>
                <a:path w="847725" h="405764">
                  <a:moveTo>
                    <a:pt x="833628" y="309372"/>
                  </a:moveTo>
                  <a:lnTo>
                    <a:pt x="812673" y="271462"/>
                  </a:lnTo>
                  <a:lnTo>
                    <a:pt x="812292" y="243840"/>
                  </a:lnTo>
                  <a:lnTo>
                    <a:pt x="804672" y="243840"/>
                  </a:lnTo>
                  <a:lnTo>
                    <a:pt x="799998" y="291084"/>
                  </a:lnTo>
                  <a:lnTo>
                    <a:pt x="789432" y="313944"/>
                  </a:lnTo>
                  <a:lnTo>
                    <a:pt x="778764" y="312420"/>
                  </a:lnTo>
                  <a:lnTo>
                    <a:pt x="751332" y="312420"/>
                  </a:lnTo>
                  <a:lnTo>
                    <a:pt x="728472" y="182880"/>
                  </a:lnTo>
                  <a:lnTo>
                    <a:pt x="826008" y="182880"/>
                  </a:lnTo>
                  <a:lnTo>
                    <a:pt x="794004" y="149352"/>
                  </a:lnTo>
                  <a:lnTo>
                    <a:pt x="772668" y="172212"/>
                  </a:lnTo>
                  <a:lnTo>
                    <a:pt x="699516" y="172212"/>
                  </a:lnTo>
                  <a:lnTo>
                    <a:pt x="699516" y="100584"/>
                  </a:lnTo>
                  <a:lnTo>
                    <a:pt x="798576" y="100584"/>
                  </a:lnTo>
                  <a:lnTo>
                    <a:pt x="789863" y="91440"/>
                  </a:lnTo>
                  <a:lnTo>
                    <a:pt x="768096" y="68580"/>
                  </a:lnTo>
                  <a:lnTo>
                    <a:pt x="745236" y="91440"/>
                  </a:lnTo>
                  <a:lnTo>
                    <a:pt x="699516" y="91440"/>
                  </a:lnTo>
                  <a:lnTo>
                    <a:pt x="699516" y="32004"/>
                  </a:lnTo>
                  <a:lnTo>
                    <a:pt x="714756" y="18288"/>
                  </a:lnTo>
                  <a:lnTo>
                    <a:pt x="675132" y="0"/>
                  </a:lnTo>
                  <a:lnTo>
                    <a:pt x="676008" y="16865"/>
                  </a:lnTo>
                  <a:lnTo>
                    <a:pt x="676465" y="37719"/>
                  </a:lnTo>
                  <a:lnTo>
                    <a:pt x="676579" y="56388"/>
                  </a:lnTo>
                  <a:lnTo>
                    <a:pt x="676656" y="91440"/>
                  </a:lnTo>
                  <a:lnTo>
                    <a:pt x="618744" y="91440"/>
                  </a:lnTo>
                  <a:lnTo>
                    <a:pt x="623290" y="82321"/>
                  </a:lnTo>
                  <a:lnTo>
                    <a:pt x="627697" y="73342"/>
                  </a:lnTo>
                  <a:lnTo>
                    <a:pt x="631812" y="64655"/>
                  </a:lnTo>
                  <a:lnTo>
                    <a:pt x="635508" y="56388"/>
                  </a:lnTo>
                  <a:lnTo>
                    <a:pt x="649224" y="48768"/>
                  </a:lnTo>
                  <a:lnTo>
                    <a:pt x="614172" y="27432"/>
                  </a:lnTo>
                  <a:lnTo>
                    <a:pt x="612686" y="36842"/>
                  </a:lnTo>
                  <a:lnTo>
                    <a:pt x="610387" y="48768"/>
                  </a:lnTo>
                  <a:lnTo>
                    <a:pt x="596544" y="99085"/>
                  </a:lnTo>
                  <a:lnTo>
                    <a:pt x="580542" y="136283"/>
                  </a:lnTo>
                  <a:lnTo>
                    <a:pt x="569976" y="155448"/>
                  </a:lnTo>
                  <a:lnTo>
                    <a:pt x="576072" y="158496"/>
                  </a:lnTo>
                  <a:lnTo>
                    <a:pt x="587184" y="145376"/>
                  </a:lnTo>
                  <a:lnTo>
                    <a:pt x="597598" y="131254"/>
                  </a:lnTo>
                  <a:lnTo>
                    <a:pt x="607136" y="116281"/>
                  </a:lnTo>
                  <a:lnTo>
                    <a:pt x="615696" y="100584"/>
                  </a:lnTo>
                  <a:lnTo>
                    <a:pt x="676656" y="100584"/>
                  </a:lnTo>
                  <a:lnTo>
                    <a:pt x="676656" y="172212"/>
                  </a:lnTo>
                  <a:lnTo>
                    <a:pt x="553212" y="172212"/>
                  </a:lnTo>
                  <a:lnTo>
                    <a:pt x="568452" y="187452"/>
                  </a:lnTo>
                  <a:lnTo>
                    <a:pt x="578180" y="185458"/>
                  </a:lnTo>
                  <a:lnTo>
                    <a:pt x="586930" y="184023"/>
                  </a:lnTo>
                  <a:lnTo>
                    <a:pt x="594804" y="183172"/>
                  </a:lnTo>
                  <a:lnTo>
                    <a:pt x="601980" y="182880"/>
                  </a:lnTo>
                  <a:lnTo>
                    <a:pt x="640080" y="182880"/>
                  </a:lnTo>
                  <a:lnTo>
                    <a:pt x="633222" y="231749"/>
                  </a:lnTo>
                  <a:lnTo>
                    <a:pt x="617220" y="273177"/>
                  </a:lnTo>
                  <a:lnTo>
                    <a:pt x="592074" y="307187"/>
                  </a:lnTo>
                  <a:lnTo>
                    <a:pt x="557784" y="333756"/>
                  </a:lnTo>
                  <a:lnTo>
                    <a:pt x="562356" y="339852"/>
                  </a:lnTo>
                  <a:lnTo>
                    <a:pt x="604875" y="315544"/>
                  </a:lnTo>
                  <a:lnTo>
                    <a:pt x="636270" y="281368"/>
                  </a:lnTo>
                  <a:lnTo>
                    <a:pt x="656221" y="237197"/>
                  </a:lnTo>
                  <a:lnTo>
                    <a:pt x="664464" y="182880"/>
                  </a:lnTo>
                  <a:lnTo>
                    <a:pt x="705612" y="182880"/>
                  </a:lnTo>
                  <a:lnTo>
                    <a:pt x="705726" y="300228"/>
                  </a:lnTo>
                  <a:lnTo>
                    <a:pt x="737616" y="332232"/>
                  </a:lnTo>
                  <a:lnTo>
                    <a:pt x="790956" y="332232"/>
                  </a:lnTo>
                  <a:lnTo>
                    <a:pt x="806399" y="331660"/>
                  </a:lnTo>
                  <a:lnTo>
                    <a:pt x="818578" y="327660"/>
                  </a:lnTo>
                  <a:lnTo>
                    <a:pt x="827595" y="320230"/>
                  </a:lnTo>
                  <a:lnTo>
                    <a:pt x="831088" y="313944"/>
                  </a:lnTo>
                  <a:lnTo>
                    <a:pt x="833628" y="309372"/>
                  </a:lnTo>
                  <a:close/>
                </a:path>
                <a:path w="847725" h="405764">
                  <a:moveTo>
                    <a:pt x="847344" y="358140"/>
                  </a:moveTo>
                  <a:lnTo>
                    <a:pt x="801382" y="362762"/>
                  </a:lnTo>
                  <a:lnTo>
                    <a:pt x="757428" y="365379"/>
                  </a:lnTo>
                  <a:lnTo>
                    <a:pt x="715746" y="366293"/>
                  </a:lnTo>
                  <a:lnTo>
                    <a:pt x="676656" y="365760"/>
                  </a:lnTo>
                  <a:lnTo>
                    <a:pt x="612076" y="360045"/>
                  </a:lnTo>
                  <a:lnTo>
                    <a:pt x="571500" y="347472"/>
                  </a:lnTo>
                  <a:lnTo>
                    <a:pt x="538416" y="323088"/>
                  </a:lnTo>
                  <a:lnTo>
                    <a:pt x="537413" y="322186"/>
                  </a:lnTo>
                  <a:lnTo>
                    <a:pt x="528828" y="312420"/>
                  </a:lnTo>
                  <a:lnTo>
                    <a:pt x="528828" y="175260"/>
                  </a:lnTo>
                  <a:lnTo>
                    <a:pt x="534543" y="170688"/>
                  </a:lnTo>
                  <a:lnTo>
                    <a:pt x="544068" y="163068"/>
                  </a:lnTo>
                  <a:lnTo>
                    <a:pt x="516636" y="143256"/>
                  </a:lnTo>
                  <a:lnTo>
                    <a:pt x="504444" y="160020"/>
                  </a:lnTo>
                  <a:lnTo>
                    <a:pt x="438912" y="160020"/>
                  </a:lnTo>
                  <a:lnTo>
                    <a:pt x="454152" y="175260"/>
                  </a:lnTo>
                  <a:lnTo>
                    <a:pt x="462953" y="173266"/>
                  </a:lnTo>
                  <a:lnTo>
                    <a:pt x="470916" y="171831"/>
                  </a:lnTo>
                  <a:lnTo>
                    <a:pt x="477723" y="170980"/>
                  </a:lnTo>
                  <a:lnTo>
                    <a:pt x="483108" y="170688"/>
                  </a:lnTo>
                  <a:lnTo>
                    <a:pt x="505968" y="170688"/>
                  </a:lnTo>
                  <a:lnTo>
                    <a:pt x="505968" y="309372"/>
                  </a:lnTo>
                  <a:lnTo>
                    <a:pt x="486841" y="319087"/>
                  </a:lnTo>
                  <a:lnTo>
                    <a:pt x="468439" y="329946"/>
                  </a:lnTo>
                  <a:lnTo>
                    <a:pt x="450888" y="341947"/>
                  </a:lnTo>
                  <a:lnTo>
                    <a:pt x="434340" y="355092"/>
                  </a:lnTo>
                  <a:lnTo>
                    <a:pt x="460248" y="377952"/>
                  </a:lnTo>
                  <a:lnTo>
                    <a:pt x="465404" y="369671"/>
                  </a:lnTo>
                  <a:lnTo>
                    <a:pt x="471868" y="360807"/>
                  </a:lnTo>
                  <a:lnTo>
                    <a:pt x="498652" y="332524"/>
                  </a:lnTo>
                  <a:lnTo>
                    <a:pt x="518160" y="323088"/>
                  </a:lnTo>
                  <a:lnTo>
                    <a:pt x="522439" y="326237"/>
                  </a:lnTo>
                  <a:lnTo>
                    <a:pt x="528447" y="331089"/>
                  </a:lnTo>
                  <a:lnTo>
                    <a:pt x="536155" y="337667"/>
                  </a:lnTo>
                  <a:lnTo>
                    <a:pt x="556704" y="355663"/>
                  </a:lnTo>
                  <a:lnTo>
                    <a:pt x="569404" y="364236"/>
                  </a:lnTo>
                  <a:lnTo>
                    <a:pt x="615188" y="383095"/>
                  </a:lnTo>
                  <a:lnTo>
                    <a:pt x="655713" y="389953"/>
                  </a:lnTo>
                  <a:lnTo>
                    <a:pt x="706818" y="392582"/>
                  </a:lnTo>
                  <a:lnTo>
                    <a:pt x="810768" y="394716"/>
                  </a:lnTo>
                  <a:lnTo>
                    <a:pt x="813054" y="385914"/>
                  </a:lnTo>
                  <a:lnTo>
                    <a:pt x="819912" y="377952"/>
                  </a:lnTo>
                  <a:lnTo>
                    <a:pt x="831342" y="371144"/>
                  </a:lnTo>
                  <a:lnTo>
                    <a:pt x="845781" y="366293"/>
                  </a:lnTo>
                  <a:lnTo>
                    <a:pt x="847344" y="365760"/>
                  </a:lnTo>
                  <a:lnTo>
                    <a:pt x="847344" y="35814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" name="object 32"/>
            <p:cNvSpPr/>
            <p:nvPr/>
          </p:nvSpPr>
          <p:spPr>
            <a:xfrm>
              <a:off x="4465320" y="4186428"/>
              <a:ext cx="280670" cy="340360"/>
            </a:xfrm>
            <a:custGeom>
              <a:avLst/>
              <a:gdLst/>
              <a:ahLst/>
              <a:cxnLst/>
              <a:rect l="l" t="t" r="r" b="b"/>
              <a:pathLst>
                <a:path w="280670" h="340360">
                  <a:moveTo>
                    <a:pt x="60960" y="27432"/>
                  </a:moveTo>
                  <a:lnTo>
                    <a:pt x="96012" y="48768"/>
                  </a:lnTo>
                  <a:lnTo>
                    <a:pt x="82296" y="56388"/>
                  </a:lnTo>
                  <a:lnTo>
                    <a:pt x="78605" y="64650"/>
                  </a:lnTo>
                  <a:lnTo>
                    <a:pt x="74485" y="73342"/>
                  </a:lnTo>
                  <a:lnTo>
                    <a:pt x="70080" y="82319"/>
                  </a:lnTo>
                  <a:lnTo>
                    <a:pt x="65532" y="91440"/>
                  </a:lnTo>
                  <a:lnTo>
                    <a:pt x="123444" y="91440"/>
                  </a:lnTo>
                  <a:lnTo>
                    <a:pt x="123420" y="62579"/>
                  </a:lnTo>
                  <a:lnTo>
                    <a:pt x="123253" y="37719"/>
                  </a:lnTo>
                  <a:lnTo>
                    <a:pt x="122801" y="16859"/>
                  </a:lnTo>
                  <a:lnTo>
                    <a:pt x="121920" y="0"/>
                  </a:lnTo>
                  <a:lnTo>
                    <a:pt x="161544" y="18288"/>
                  </a:lnTo>
                  <a:lnTo>
                    <a:pt x="146304" y="32004"/>
                  </a:lnTo>
                  <a:lnTo>
                    <a:pt x="146304" y="91440"/>
                  </a:lnTo>
                  <a:lnTo>
                    <a:pt x="192024" y="91440"/>
                  </a:lnTo>
                  <a:lnTo>
                    <a:pt x="214884" y="68580"/>
                  </a:lnTo>
                  <a:lnTo>
                    <a:pt x="245364" y="100584"/>
                  </a:lnTo>
                  <a:lnTo>
                    <a:pt x="146304" y="100584"/>
                  </a:lnTo>
                  <a:lnTo>
                    <a:pt x="146304" y="172212"/>
                  </a:lnTo>
                  <a:lnTo>
                    <a:pt x="219455" y="172212"/>
                  </a:lnTo>
                  <a:lnTo>
                    <a:pt x="240791" y="149352"/>
                  </a:lnTo>
                  <a:lnTo>
                    <a:pt x="272796" y="182880"/>
                  </a:lnTo>
                  <a:lnTo>
                    <a:pt x="175260" y="182880"/>
                  </a:lnTo>
                  <a:lnTo>
                    <a:pt x="175260" y="291084"/>
                  </a:lnTo>
                  <a:lnTo>
                    <a:pt x="175831" y="301061"/>
                  </a:lnTo>
                  <a:lnTo>
                    <a:pt x="179832" y="308038"/>
                  </a:lnTo>
                  <a:lnTo>
                    <a:pt x="187261" y="311872"/>
                  </a:lnTo>
                  <a:lnTo>
                    <a:pt x="198120" y="312420"/>
                  </a:lnTo>
                  <a:lnTo>
                    <a:pt x="225552" y="312420"/>
                  </a:lnTo>
                  <a:lnTo>
                    <a:pt x="236220" y="313944"/>
                  </a:lnTo>
                  <a:lnTo>
                    <a:pt x="250078" y="262937"/>
                  </a:lnTo>
                  <a:lnTo>
                    <a:pt x="251460" y="243839"/>
                  </a:lnTo>
                  <a:lnTo>
                    <a:pt x="259079" y="243839"/>
                  </a:lnTo>
                  <a:lnTo>
                    <a:pt x="260365" y="282201"/>
                  </a:lnTo>
                  <a:lnTo>
                    <a:pt x="280416" y="309372"/>
                  </a:lnTo>
                  <a:lnTo>
                    <a:pt x="274391" y="320230"/>
                  </a:lnTo>
                  <a:lnTo>
                    <a:pt x="265366" y="327660"/>
                  </a:lnTo>
                  <a:lnTo>
                    <a:pt x="253198" y="331660"/>
                  </a:lnTo>
                  <a:lnTo>
                    <a:pt x="237743" y="332232"/>
                  </a:lnTo>
                  <a:lnTo>
                    <a:pt x="184404" y="332232"/>
                  </a:lnTo>
                  <a:lnTo>
                    <a:pt x="169545" y="329350"/>
                  </a:lnTo>
                  <a:lnTo>
                    <a:pt x="159258" y="322897"/>
                  </a:lnTo>
                  <a:lnTo>
                    <a:pt x="153543" y="312729"/>
                  </a:lnTo>
                  <a:lnTo>
                    <a:pt x="152400" y="298704"/>
                  </a:lnTo>
                  <a:lnTo>
                    <a:pt x="152400" y="182880"/>
                  </a:lnTo>
                  <a:lnTo>
                    <a:pt x="111252" y="182880"/>
                  </a:lnTo>
                  <a:lnTo>
                    <a:pt x="103012" y="237196"/>
                  </a:lnTo>
                  <a:lnTo>
                    <a:pt x="83058" y="281368"/>
                  </a:lnTo>
                  <a:lnTo>
                    <a:pt x="51673" y="315539"/>
                  </a:lnTo>
                  <a:lnTo>
                    <a:pt x="9144" y="339851"/>
                  </a:lnTo>
                  <a:lnTo>
                    <a:pt x="4572" y="333756"/>
                  </a:lnTo>
                  <a:lnTo>
                    <a:pt x="38862" y="307181"/>
                  </a:lnTo>
                  <a:lnTo>
                    <a:pt x="64008" y="273176"/>
                  </a:lnTo>
                  <a:lnTo>
                    <a:pt x="80010" y="231743"/>
                  </a:lnTo>
                  <a:lnTo>
                    <a:pt x="86868" y="182880"/>
                  </a:lnTo>
                  <a:lnTo>
                    <a:pt x="48768" y="182880"/>
                  </a:lnTo>
                  <a:lnTo>
                    <a:pt x="41600" y="183165"/>
                  </a:lnTo>
                  <a:lnTo>
                    <a:pt x="33718" y="184022"/>
                  </a:lnTo>
                  <a:lnTo>
                    <a:pt x="24979" y="185451"/>
                  </a:lnTo>
                  <a:lnTo>
                    <a:pt x="15240" y="187451"/>
                  </a:lnTo>
                  <a:lnTo>
                    <a:pt x="0" y="172212"/>
                  </a:lnTo>
                  <a:lnTo>
                    <a:pt x="123444" y="172212"/>
                  </a:lnTo>
                  <a:lnTo>
                    <a:pt x="123444" y="100584"/>
                  </a:lnTo>
                  <a:lnTo>
                    <a:pt x="62484" y="100584"/>
                  </a:lnTo>
                  <a:lnTo>
                    <a:pt x="53935" y="116276"/>
                  </a:lnTo>
                  <a:lnTo>
                    <a:pt x="44386" y="131254"/>
                  </a:lnTo>
                  <a:lnTo>
                    <a:pt x="33980" y="145375"/>
                  </a:lnTo>
                  <a:lnTo>
                    <a:pt x="22860" y="158496"/>
                  </a:lnTo>
                  <a:lnTo>
                    <a:pt x="16764" y="155448"/>
                  </a:lnTo>
                  <a:lnTo>
                    <a:pt x="27336" y="136278"/>
                  </a:lnTo>
                  <a:lnTo>
                    <a:pt x="36195" y="117538"/>
                  </a:lnTo>
                  <a:lnTo>
                    <a:pt x="48768" y="80772"/>
                  </a:lnTo>
                  <a:lnTo>
                    <a:pt x="59483" y="36837"/>
                  </a:lnTo>
                  <a:lnTo>
                    <a:pt x="60960" y="27432"/>
                  </a:lnTo>
                  <a:close/>
                </a:path>
              </a:pathLst>
            </a:custGeom>
            <a:ln w="1219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" name="object 33"/>
            <p:cNvSpPr/>
            <p:nvPr/>
          </p:nvSpPr>
          <p:spPr>
            <a:xfrm>
              <a:off x="4346447" y="4329684"/>
              <a:ext cx="413384" cy="251460"/>
            </a:xfrm>
            <a:custGeom>
              <a:avLst/>
              <a:gdLst/>
              <a:ahLst/>
              <a:cxnLst/>
              <a:rect l="l" t="t" r="r" b="b"/>
              <a:pathLst>
                <a:path w="413385" h="251460">
                  <a:moveTo>
                    <a:pt x="94487" y="169163"/>
                  </a:moveTo>
                  <a:lnTo>
                    <a:pt x="124277" y="196167"/>
                  </a:lnTo>
                  <a:lnTo>
                    <a:pt x="177736" y="216788"/>
                  </a:lnTo>
                  <a:lnTo>
                    <a:pt x="242315" y="222503"/>
                  </a:lnTo>
                  <a:lnTo>
                    <a:pt x="281416" y="223027"/>
                  </a:lnTo>
                  <a:lnTo>
                    <a:pt x="323087" y="222122"/>
                  </a:lnTo>
                  <a:lnTo>
                    <a:pt x="367045" y="219503"/>
                  </a:lnTo>
                  <a:lnTo>
                    <a:pt x="413003" y="214883"/>
                  </a:lnTo>
                  <a:lnTo>
                    <a:pt x="413003" y="222503"/>
                  </a:lnTo>
                  <a:lnTo>
                    <a:pt x="397001" y="227885"/>
                  </a:lnTo>
                  <a:lnTo>
                    <a:pt x="385571" y="234695"/>
                  </a:lnTo>
                  <a:lnTo>
                    <a:pt x="378713" y="242649"/>
                  </a:lnTo>
                  <a:lnTo>
                    <a:pt x="376428" y="251459"/>
                  </a:lnTo>
                  <a:lnTo>
                    <a:pt x="338161" y="250555"/>
                  </a:lnTo>
                  <a:lnTo>
                    <a:pt x="272486" y="249316"/>
                  </a:lnTo>
                  <a:lnTo>
                    <a:pt x="221384" y="246697"/>
                  </a:lnTo>
                  <a:lnTo>
                    <a:pt x="180855" y="239839"/>
                  </a:lnTo>
                  <a:lnTo>
                    <a:pt x="135064" y="220979"/>
                  </a:lnTo>
                  <a:lnTo>
                    <a:pt x="101822" y="194405"/>
                  </a:lnTo>
                  <a:lnTo>
                    <a:pt x="94106" y="187832"/>
                  </a:lnTo>
                  <a:lnTo>
                    <a:pt x="88106" y="182975"/>
                  </a:lnTo>
                  <a:lnTo>
                    <a:pt x="83819" y="179831"/>
                  </a:lnTo>
                  <a:lnTo>
                    <a:pt x="78652" y="180117"/>
                  </a:lnTo>
                  <a:lnTo>
                    <a:pt x="45410" y="208121"/>
                  </a:lnTo>
                  <a:lnTo>
                    <a:pt x="25907" y="234695"/>
                  </a:lnTo>
                  <a:lnTo>
                    <a:pt x="0" y="211835"/>
                  </a:lnTo>
                  <a:lnTo>
                    <a:pt x="16549" y="198691"/>
                  </a:lnTo>
                  <a:lnTo>
                    <a:pt x="34099" y="186689"/>
                  </a:lnTo>
                  <a:lnTo>
                    <a:pt x="52506" y="175831"/>
                  </a:lnTo>
                  <a:lnTo>
                    <a:pt x="71627" y="166115"/>
                  </a:lnTo>
                  <a:lnTo>
                    <a:pt x="71627" y="27431"/>
                  </a:lnTo>
                  <a:lnTo>
                    <a:pt x="48767" y="27431"/>
                  </a:lnTo>
                  <a:lnTo>
                    <a:pt x="43386" y="27717"/>
                  </a:lnTo>
                  <a:lnTo>
                    <a:pt x="36575" y="28574"/>
                  </a:lnTo>
                  <a:lnTo>
                    <a:pt x="28622" y="30003"/>
                  </a:lnTo>
                  <a:lnTo>
                    <a:pt x="19811" y="32003"/>
                  </a:lnTo>
                  <a:lnTo>
                    <a:pt x="4571" y="16763"/>
                  </a:lnTo>
                  <a:lnTo>
                    <a:pt x="70103" y="16763"/>
                  </a:lnTo>
                  <a:lnTo>
                    <a:pt x="82295" y="0"/>
                  </a:lnTo>
                  <a:lnTo>
                    <a:pt x="109727" y="19811"/>
                  </a:lnTo>
                  <a:lnTo>
                    <a:pt x="94487" y="32003"/>
                  </a:lnTo>
                  <a:lnTo>
                    <a:pt x="94487" y="169163"/>
                  </a:lnTo>
                  <a:close/>
                </a:path>
              </a:pathLst>
            </a:custGeom>
            <a:ln w="1219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34" name="object 34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4389120" y="4203192"/>
              <a:ext cx="65532" cy="92964"/>
            </a:xfrm>
            <a:prstGeom prst="rect">
              <a:avLst/>
            </a:prstGeom>
          </p:spPr>
        </p:pic>
        <p:sp>
          <p:nvSpPr>
            <p:cNvPr id="35" name="object 35"/>
            <p:cNvSpPr/>
            <p:nvPr/>
          </p:nvSpPr>
          <p:spPr>
            <a:xfrm>
              <a:off x="4800600" y="4184904"/>
              <a:ext cx="405765" cy="405765"/>
            </a:xfrm>
            <a:custGeom>
              <a:avLst/>
              <a:gdLst/>
              <a:ahLst/>
              <a:cxnLst/>
              <a:rect l="l" t="t" r="r" b="b"/>
              <a:pathLst>
                <a:path w="405764" h="405764">
                  <a:moveTo>
                    <a:pt x="111251" y="99060"/>
                  </a:moveTo>
                  <a:lnTo>
                    <a:pt x="86867" y="99060"/>
                  </a:lnTo>
                  <a:lnTo>
                    <a:pt x="86854" y="80772"/>
                  </a:lnTo>
                  <a:lnTo>
                    <a:pt x="86729" y="48768"/>
                  </a:lnTo>
                  <a:lnTo>
                    <a:pt x="86677" y="40386"/>
                  </a:lnTo>
                  <a:lnTo>
                    <a:pt x="86225" y="18049"/>
                  </a:lnTo>
                  <a:lnTo>
                    <a:pt x="85343" y="0"/>
                  </a:lnTo>
                  <a:lnTo>
                    <a:pt x="126491" y="19812"/>
                  </a:lnTo>
                  <a:lnTo>
                    <a:pt x="111251" y="32004"/>
                  </a:lnTo>
                  <a:lnTo>
                    <a:pt x="111251" y="99060"/>
                  </a:lnTo>
                  <a:close/>
                </a:path>
                <a:path w="405764" h="405764">
                  <a:moveTo>
                    <a:pt x="172211" y="47244"/>
                  </a:moveTo>
                  <a:lnTo>
                    <a:pt x="158495" y="33528"/>
                  </a:lnTo>
                  <a:lnTo>
                    <a:pt x="324612" y="33528"/>
                  </a:lnTo>
                  <a:lnTo>
                    <a:pt x="341376" y="15240"/>
                  </a:lnTo>
                  <a:lnTo>
                    <a:pt x="370332" y="41148"/>
                  </a:lnTo>
                  <a:lnTo>
                    <a:pt x="364235" y="44196"/>
                  </a:lnTo>
                  <a:lnTo>
                    <a:pt x="192023" y="44196"/>
                  </a:lnTo>
                  <a:lnTo>
                    <a:pt x="172211" y="47244"/>
                  </a:lnTo>
                  <a:close/>
                </a:path>
                <a:path w="405764" h="405764">
                  <a:moveTo>
                    <a:pt x="132587" y="210311"/>
                  </a:moveTo>
                  <a:lnTo>
                    <a:pt x="131063" y="204216"/>
                  </a:lnTo>
                  <a:lnTo>
                    <a:pt x="165925" y="187642"/>
                  </a:lnTo>
                  <a:lnTo>
                    <a:pt x="197357" y="169926"/>
                  </a:lnTo>
                  <a:lnTo>
                    <a:pt x="225361" y="151066"/>
                  </a:lnTo>
                  <a:lnTo>
                    <a:pt x="249935" y="131064"/>
                  </a:lnTo>
                  <a:lnTo>
                    <a:pt x="234815" y="109347"/>
                  </a:lnTo>
                  <a:lnTo>
                    <a:pt x="221551" y="87630"/>
                  </a:lnTo>
                  <a:lnTo>
                    <a:pt x="210288" y="65913"/>
                  </a:lnTo>
                  <a:lnTo>
                    <a:pt x="201167" y="44196"/>
                  </a:lnTo>
                  <a:lnTo>
                    <a:pt x="210311" y="44196"/>
                  </a:lnTo>
                  <a:lnTo>
                    <a:pt x="222337" y="66746"/>
                  </a:lnTo>
                  <a:lnTo>
                    <a:pt x="235648" y="86296"/>
                  </a:lnTo>
                  <a:lnTo>
                    <a:pt x="250388" y="102703"/>
                  </a:lnTo>
                  <a:lnTo>
                    <a:pt x="266699" y="115824"/>
                  </a:lnTo>
                  <a:lnTo>
                    <a:pt x="298392" y="115824"/>
                  </a:lnTo>
                  <a:lnTo>
                    <a:pt x="283463" y="131064"/>
                  </a:lnTo>
                  <a:lnTo>
                    <a:pt x="300037" y="140469"/>
                  </a:lnTo>
                  <a:lnTo>
                    <a:pt x="308847" y="144780"/>
                  </a:lnTo>
                  <a:lnTo>
                    <a:pt x="266699" y="144780"/>
                  </a:lnTo>
                  <a:lnTo>
                    <a:pt x="234172" y="165306"/>
                  </a:lnTo>
                  <a:lnTo>
                    <a:pt x="200786" y="183261"/>
                  </a:lnTo>
                  <a:lnTo>
                    <a:pt x="166830" y="198358"/>
                  </a:lnTo>
                  <a:lnTo>
                    <a:pt x="132587" y="210311"/>
                  </a:lnTo>
                  <a:close/>
                </a:path>
                <a:path w="405764" h="405764">
                  <a:moveTo>
                    <a:pt x="298392" y="115824"/>
                  </a:moveTo>
                  <a:lnTo>
                    <a:pt x="266699" y="115824"/>
                  </a:lnTo>
                  <a:lnTo>
                    <a:pt x="284368" y="98417"/>
                  </a:lnTo>
                  <a:lnTo>
                    <a:pt x="300608" y="80581"/>
                  </a:lnTo>
                  <a:lnTo>
                    <a:pt x="315134" y="62460"/>
                  </a:lnTo>
                  <a:lnTo>
                    <a:pt x="327660" y="44196"/>
                  </a:lnTo>
                  <a:lnTo>
                    <a:pt x="364235" y="44196"/>
                  </a:lnTo>
                  <a:lnTo>
                    <a:pt x="355091" y="48768"/>
                  </a:lnTo>
                  <a:lnTo>
                    <a:pt x="337685" y="71699"/>
                  </a:lnTo>
                  <a:lnTo>
                    <a:pt x="319849" y="92773"/>
                  </a:lnTo>
                  <a:lnTo>
                    <a:pt x="301728" y="112418"/>
                  </a:lnTo>
                  <a:lnTo>
                    <a:pt x="298392" y="115824"/>
                  </a:lnTo>
                  <a:close/>
                </a:path>
                <a:path w="405764" h="405764">
                  <a:moveTo>
                    <a:pt x="19811" y="114300"/>
                  </a:moveTo>
                  <a:lnTo>
                    <a:pt x="3047" y="99060"/>
                  </a:lnTo>
                  <a:lnTo>
                    <a:pt x="138683" y="99060"/>
                  </a:lnTo>
                  <a:lnTo>
                    <a:pt x="158495" y="80772"/>
                  </a:lnTo>
                  <a:lnTo>
                    <a:pt x="187451" y="109728"/>
                  </a:lnTo>
                  <a:lnTo>
                    <a:pt x="60959" y="109728"/>
                  </a:lnTo>
                  <a:lnTo>
                    <a:pt x="49815" y="110013"/>
                  </a:lnTo>
                  <a:lnTo>
                    <a:pt x="39242" y="110871"/>
                  </a:lnTo>
                  <a:lnTo>
                    <a:pt x="29241" y="112299"/>
                  </a:lnTo>
                  <a:lnTo>
                    <a:pt x="19811" y="114300"/>
                  </a:lnTo>
                  <a:close/>
                </a:path>
                <a:path w="405764" h="405764">
                  <a:moveTo>
                    <a:pt x="24383" y="257556"/>
                  </a:moveTo>
                  <a:lnTo>
                    <a:pt x="0" y="227076"/>
                  </a:lnTo>
                  <a:lnTo>
                    <a:pt x="14001" y="223337"/>
                  </a:lnTo>
                  <a:lnTo>
                    <a:pt x="33146" y="216598"/>
                  </a:lnTo>
                  <a:lnTo>
                    <a:pt x="57435" y="206716"/>
                  </a:lnTo>
                  <a:lnTo>
                    <a:pt x="86867" y="193547"/>
                  </a:lnTo>
                  <a:lnTo>
                    <a:pt x="86867" y="109728"/>
                  </a:lnTo>
                  <a:lnTo>
                    <a:pt x="111251" y="109728"/>
                  </a:lnTo>
                  <a:lnTo>
                    <a:pt x="111251" y="182880"/>
                  </a:lnTo>
                  <a:lnTo>
                    <a:pt x="137329" y="182880"/>
                  </a:lnTo>
                  <a:lnTo>
                    <a:pt x="111251" y="199644"/>
                  </a:lnTo>
                  <a:lnTo>
                    <a:pt x="111251" y="211835"/>
                  </a:lnTo>
                  <a:lnTo>
                    <a:pt x="86867" y="211835"/>
                  </a:lnTo>
                  <a:lnTo>
                    <a:pt x="63174" y="226694"/>
                  </a:lnTo>
                  <a:lnTo>
                    <a:pt x="44767" y="239267"/>
                  </a:lnTo>
                  <a:lnTo>
                    <a:pt x="31789" y="249555"/>
                  </a:lnTo>
                  <a:lnTo>
                    <a:pt x="24383" y="257556"/>
                  </a:lnTo>
                  <a:close/>
                </a:path>
                <a:path w="405764" h="405764">
                  <a:moveTo>
                    <a:pt x="370332" y="195071"/>
                  </a:moveTo>
                  <a:lnTo>
                    <a:pt x="342296" y="185904"/>
                  </a:lnTo>
                  <a:lnTo>
                    <a:pt x="315658" y="174498"/>
                  </a:lnTo>
                  <a:lnTo>
                    <a:pt x="290393" y="160782"/>
                  </a:lnTo>
                  <a:lnTo>
                    <a:pt x="266699" y="144780"/>
                  </a:lnTo>
                  <a:lnTo>
                    <a:pt x="308847" y="144780"/>
                  </a:lnTo>
                  <a:lnTo>
                    <a:pt x="315468" y="148018"/>
                  </a:lnTo>
                  <a:lnTo>
                    <a:pt x="329755" y="153566"/>
                  </a:lnTo>
                  <a:lnTo>
                    <a:pt x="370332" y="161734"/>
                  </a:lnTo>
                  <a:lnTo>
                    <a:pt x="402336" y="163068"/>
                  </a:lnTo>
                  <a:lnTo>
                    <a:pt x="402336" y="170688"/>
                  </a:lnTo>
                  <a:lnTo>
                    <a:pt x="389191" y="173855"/>
                  </a:lnTo>
                  <a:lnTo>
                    <a:pt x="379476" y="178879"/>
                  </a:lnTo>
                  <a:lnTo>
                    <a:pt x="373182" y="185928"/>
                  </a:lnTo>
                  <a:lnTo>
                    <a:pt x="370332" y="195071"/>
                  </a:lnTo>
                  <a:close/>
                </a:path>
                <a:path w="405764" h="405764">
                  <a:moveTo>
                    <a:pt x="137329" y="182880"/>
                  </a:moveTo>
                  <a:lnTo>
                    <a:pt x="111251" y="182880"/>
                  </a:lnTo>
                  <a:lnTo>
                    <a:pt x="172211" y="152400"/>
                  </a:lnTo>
                  <a:lnTo>
                    <a:pt x="175259" y="158496"/>
                  </a:lnTo>
                  <a:lnTo>
                    <a:pt x="137329" y="182880"/>
                  </a:lnTo>
                  <a:close/>
                </a:path>
                <a:path w="405764" h="405764">
                  <a:moveTo>
                    <a:pt x="278891" y="225552"/>
                  </a:moveTo>
                  <a:lnTo>
                    <a:pt x="254507" y="225552"/>
                  </a:lnTo>
                  <a:lnTo>
                    <a:pt x="254241" y="210311"/>
                  </a:lnTo>
                  <a:lnTo>
                    <a:pt x="253572" y="195071"/>
                  </a:lnTo>
                  <a:lnTo>
                    <a:pt x="252579" y="178403"/>
                  </a:lnTo>
                  <a:lnTo>
                    <a:pt x="251459" y="161544"/>
                  </a:lnTo>
                  <a:lnTo>
                    <a:pt x="295655" y="182880"/>
                  </a:lnTo>
                  <a:lnTo>
                    <a:pt x="278891" y="193547"/>
                  </a:lnTo>
                  <a:lnTo>
                    <a:pt x="278891" y="225552"/>
                  </a:lnTo>
                  <a:close/>
                </a:path>
                <a:path w="405764" h="405764">
                  <a:moveTo>
                    <a:pt x="173735" y="242316"/>
                  </a:moveTo>
                  <a:lnTo>
                    <a:pt x="158495" y="225552"/>
                  </a:lnTo>
                  <a:lnTo>
                    <a:pt x="329184" y="225552"/>
                  </a:lnTo>
                  <a:lnTo>
                    <a:pt x="348996" y="205740"/>
                  </a:lnTo>
                  <a:lnTo>
                    <a:pt x="381000" y="236220"/>
                  </a:lnTo>
                  <a:lnTo>
                    <a:pt x="216407" y="236220"/>
                  </a:lnTo>
                  <a:lnTo>
                    <a:pt x="205239" y="236529"/>
                  </a:lnTo>
                  <a:lnTo>
                    <a:pt x="194500" y="237553"/>
                  </a:lnTo>
                  <a:lnTo>
                    <a:pt x="184046" y="239434"/>
                  </a:lnTo>
                  <a:lnTo>
                    <a:pt x="173735" y="242316"/>
                  </a:lnTo>
                  <a:close/>
                </a:path>
                <a:path w="405764" h="405764">
                  <a:moveTo>
                    <a:pt x="109965" y="361188"/>
                  </a:moveTo>
                  <a:lnTo>
                    <a:pt x="67055" y="361188"/>
                  </a:lnTo>
                  <a:lnTo>
                    <a:pt x="75938" y="360878"/>
                  </a:lnTo>
                  <a:lnTo>
                    <a:pt x="82105" y="357568"/>
                  </a:lnTo>
                  <a:lnTo>
                    <a:pt x="85701" y="351115"/>
                  </a:lnTo>
                  <a:lnTo>
                    <a:pt x="86867" y="341376"/>
                  </a:lnTo>
                  <a:lnTo>
                    <a:pt x="86867" y="211835"/>
                  </a:lnTo>
                  <a:lnTo>
                    <a:pt x="111251" y="211835"/>
                  </a:lnTo>
                  <a:lnTo>
                    <a:pt x="111171" y="355473"/>
                  </a:lnTo>
                  <a:lnTo>
                    <a:pt x="109965" y="361188"/>
                  </a:lnTo>
                  <a:close/>
                </a:path>
                <a:path w="405764" h="405764">
                  <a:moveTo>
                    <a:pt x="278891" y="297180"/>
                  </a:moveTo>
                  <a:lnTo>
                    <a:pt x="254507" y="297180"/>
                  </a:lnTo>
                  <a:lnTo>
                    <a:pt x="254507" y="236220"/>
                  </a:lnTo>
                  <a:lnTo>
                    <a:pt x="278891" y="236220"/>
                  </a:lnTo>
                  <a:lnTo>
                    <a:pt x="278891" y="297180"/>
                  </a:lnTo>
                  <a:close/>
                </a:path>
                <a:path w="405764" h="405764">
                  <a:moveTo>
                    <a:pt x="150875" y="312420"/>
                  </a:moveTo>
                  <a:lnTo>
                    <a:pt x="135635" y="297180"/>
                  </a:lnTo>
                  <a:lnTo>
                    <a:pt x="348996" y="297180"/>
                  </a:lnTo>
                  <a:lnTo>
                    <a:pt x="371856" y="274320"/>
                  </a:lnTo>
                  <a:lnTo>
                    <a:pt x="405384" y="307847"/>
                  </a:lnTo>
                  <a:lnTo>
                    <a:pt x="193547" y="307847"/>
                  </a:lnTo>
                  <a:lnTo>
                    <a:pt x="182379" y="308133"/>
                  </a:lnTo>
                  <a:lnTo>
                    <a:pt x="171640" y="308991"/>
                  </a:lnTo>
                  <a:lnTo>
                    <a:pt x="161186" y="310419"/>
                  </a:lnTo>
                  <a:lnTo>
                    <a:pt x="150875" y="312420"/>
                  </a:lnTo>
                  <a:close/>
                </a:path>
                <a:path w="405764" h="405764">
                  <a:moveTo>
                    <a:pt x="251459" y="405384"/>
                  </a:moveTo>
                  <a:lnTo>
                    <a:pt x="252663" y="378142"/>
                  </a:lnTo>
                  <a:lnTo>
                    <a:pt x="253555" y="355473"/>
                  </a:lnTo>
                  <a:lnTo>
                    <a:pt x="254246" y="331231"/>
                  </a:lnTo>
                  <a:lnTo>
                    <a:pt x="254507" y="307847"/>
                  </a:lnTo>
                  <a:lnTo>
                    <a:pt x="278891" y="307847"/>
                  </a:lnTo>
                  <a:lnTo>
                    <a:pt x="278963" y="341376"/>
                  </a:lnTo>
                  <a:lnTo>
                    <a:pt x="279082" y="358140"/>
                  </a:lnTo>
                  <a:lnTo>
                    <a:pt x="279534" y="378142"/>
                  </a:lnTo>
                  <a:lnTo>
                    <a:pt x="280309" y="392715"/>
                  </a:lnTo>
                  <a:lnTo>
                    <a:pt x="280351" y="394739"/>
                  </a:lnTo>
                  <a:lnTo>
                    <a:pt x="251459" y="405384"/>
                  </a:lnTo>
                  <a:close/>
                </a:path>
                <a:path w="405764" h="405764">
                  <a:moveTo>
                    <a:pt x="71627" y="403860"/>
                  </a:moveTo>
                  <a:lnTo>
                    <a:pt x="69341" y="392715"/>
                  </a:lnTo>
                  <a:lnTo>
                    <a:pt x="60197" y="382143"/>
                  </a:lnTo>
                  <a:lnTo>
                    <a:pt x="44195" y="372141"/>
                  </a:lnTo>
                  <a:lnTo>
                    <a:pt x="21335" y="362712"/>
                  </a:lnTo>
                  <a:lnTo>
                    <a:pt x="21335" y="355091"/>
                  </a:lnTo>
                  <a:lnTo>
                    <a:pt x="33623" y="357330"/>
                  </a:lnTo>
                  <a:lnTo>
                    <a:pt x="45338" y="359283"/>
                  </a:lnTo>
                  <a:lnTo>
                    <a:pt x="56483" y="360664"/>
                  </a:lnTo>
                  <a:lnTo>
                    <a:pt x="67055" y="361188"/>
                  </a:lnTo>
                  <a:lnTo>
                    <a:pt x="109965" y="361188"/>
                  </a:lnTo>
                  <a:lnTo>
                    <a:pt x="108061" y="370212"/>
                  </a:lnTo>
                  <a:lnTo>
                    <a:pt x="100583" y="383476"/>
                  </a:lnTo>
                  <a:lnTo>
                    <a:pt x="88534" y="394739"/>
                  </a:lnTo>
                  <a:lnTo>
                    <a:pt x="71627" y="40386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" name="object 36"/>
            <p:cNvSpPr/>
            <p:nvPr/>
          </p:nvSpPr>
          <p:spPr>
            <a:xfrm>
              <a:off x="4931664" y="4200144"/>
              <a:ext cx="271780" cy="195580"/>
            </a:xfrm>
            <a:custGeom>
              <a:avLst/>
              <a:gdLst/>
              <a:ahLst/>
              <a:cxnLst/>
              <a:rect l="l" t="t" r="r" b="b"/>
              <a:pathLst>
                <a:path w="271779" h="195579">
                  <a:moveTo>
                    <a:pt x="27432" y="18287"/>
                  </a:moveTo>
                  <a:lnTo>
                    <a:pt x="193548" y="18287"/>
                  </a:lnTo>
                  <a:lnTo>
                    <a:pt x="210312" y="0"/>
                  </a:lnTo>
                  <a:lnTo>
                    <a:pt x="239268" y="25907"/>
                  </a:lnTo>
                  <a:lnTo>
                    <a:pt x="224027" y="33527"/>
                  </a:lnTo>
                  <a:lnTo>
                    <a:pt x="206621" y="56459"/>
                  </a:lnTo>
                  <a:lnTo>
                    <a:pt x="188785" y="77533"/>
                  </a:lnTo>
                  <a:lnTo>
                    <a:pt x="170664" y="97178"/>
                  </a:lnTo>
                  <a:lnTo>
                    <a:pt x="152400" y="115823"/>
                  </a:lnTo>
                  <a:lnTo>
                    <a:pt x="168973" y="125229"/>
                  </a:lnTo>
                  <a:lnTo>
                    <a:pt x="211836" y="141731"/>
                  </a:lnTo>
                  <a:lnTo>
                    <a:pt x="254698" y="147518"/>
                  </a:lnTo>
                  <a:lnTo>
                    <a:pt x="271272" y="147827"/>
                  </a:lnTo>
                  <a:lnTo>
                    <a:pt x="271272" y="155447"/>
                  </a:lnTo>
                  <a:lnTo>
                    <a:pt x="258127" y="158615"/>
                  </a:lnTo>
                  <a:lnTo>
                    <a:pt x="248412" y="163639"/>
                  </a:lnTo>
                  <a:lnTo>
                    <a:pt x="242125" y="170664"/>
                  </a:lnTo>
                  <a:lnTo>
                    <a:pt x="239268" y="179831"/>
                  </a:lnTo>
                  <a:lnTo>
                    <a:pt x="211288" y="170687"/>
                  </a:lnTo>
                  <a:lnTo>
                    <a:pt x="184594" y="159257"/>
                  </a:lnTo>
                  <a:lnTo>
                    <a:pt x="159329" y="145541"/>
                  </a:lnTo>
                  <a:lnTo>
                    <a:pt x="135636" y="129539"/>
                  </a:lnTo>
                  <a:lnTo>
                    <a:pt x="103108" y="150066"/>
                  </a:lnTo>
                  <a:lnTo>
                    <a:pt x="69723" y="168021"/>
                  </a:lnTo>
                  <a:lnTo>
                    <a:pt x="35766" y="183118"/>
                  </a:lnTo>
                  <a:lnTo>
                    <a:pt x="1524" y="195071"/>
                  </a:lnTo>
                  <a:lnTo>
                    <a:pt x="0" y="188976"/>
                  </a:lnTo>
                  <a:lnTo>
                    <a:pt x="34861" y="172402"/>
                  </a:lnTo>
                  <a:lnTo>
                    <a:pt x="66294" y="154685"/>
                  </a:lnTo>
                  <a:lnTo>
                    <a:pt x="94297" y="135826"/>
                  </a:lnTo>
                  <a:lnTo>
                    <a:pt x="118872" y="115823"/>
                  </a:lnTo>
                  <a:lnTo>
                    <a:pt x="103751" y="94106"/>
                  </a:lnTo>
                  <a:lnTo>
                    <a:pt x="90487" y="72389"/>
                  </a:lnTo>
                  <a:lnTo>
                    <a:pt x="79224" y="50672"/>
                  </a:lnTo>
                  <a:lnTo>
                    <a:pt x="70104" y="28955"/>
                  </a:lnTo>
                  <a:lnTo>
                    <a:pt x="60960" y="28955"/>
                  </a:lnTo>
                  <a:lnTo>
                    <a:pt x="41148" y="32003"/>
                  </a:lnTo>
                  <a:lnTo>
                    <a:pt x="27432" y="18287"/>
                  </a:lnTo>
                  <a:close/>
                </a:path>
              </a:pathLst>
            </a:custGeom>
            <a:ln w="1219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37" name="object 37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5004816" y="4223004"/>
              <a:ext cx="129540" cy="83820"/>
            </a:xfrm>
            <a:prstGeom prst="rect">
              <a:avLst/>
            </a:prstGeom>
          </p:spPr>
        </p:pic>
        <p:sp>
          <p:nvSpPr>
            <p:cNvPr id="38" name="object 38"/>
            <p:cNvSpPr/>
            <p:nvPr/>
          </p:nvSpPr>
          <p:spPr>
            <a:xfrm>
              <a:off x="4936236" y="4346448"/>
              <a:ext cx="269875" cy="243840"/>
            </a:xfrm>
            <a:custGeom>
              <a:avLst/>
              <a:gdLst/>
              <a:ahLst/>
              <a:cxnLst/>
              <a:rect l="l" t="t" r="r" b="b"/>
              <a:pathLst>
                <a:path w="269875" h="243839">
                  <a:moveTo>
                    <a:pt x="115824" y="243839"/>
                  </a:moveTo>
                  <a:lnTo>
                    <a:pt x="116943" y="218741"/>
                  </a:lnTo>
                  <a:lnTo>
                    <a:pt x="117919" y="193928"/>
                  </a:lnTo>
                  <a:lnTo>
                    <a:pt x="118610" y="169687"/>
                  </a:lnTo>
                  <a:lnTo>
                    <a:pt x="118872" y="146303"/>
                  </a:lnTo>
                  <a:lnTo>
                    <a:pt x="57912" y="146303"/>
                  </a:lnTo>
                  <a:lnTo>
                    <a:pt x="46743" y="146589"/>
                  </a:lnTo>
                  <a:lnTo>
                    <a:pt x="36004" y="147446"/>
                  </a:lnTo>
                  <a:lnTo>
                    <a:pt x="25550" y="148875"/>
                  </a:lnTo>
                  <a:lnTo>
                    <a:pt x="15240" y="150875"/>
                  </a:lnTo>
                  <a:lnTo>
                    <a:pt x="0" y="135635"/>
                  </a:lnTo>
                  <a:lnTo>
                    <a:pt x="118872" y="135635"/>
                  </a:lnTo>
                  <a:lnTo>
                    <a:pt x="118872" y="74675"/>
                  </a:lnTo>
                  <a:lnTo>
                    <a:pt x="80772" y="74675"/>
                  </a:lnTo>
                  <a:lnTo>
                    <a:pt x="69603" y="74985"/>
                  </a:lnTo>
                  <a:lnTo>
                    <a:pt x="58864" y="76009"/>
                  </a:lnTo>
                  <a:lnTo>
                    <a:pt x="48410" y="77890"/>
                  </a:lnTo>
                  <a:lnTo>
                    <a:pt x="38100" y="80771"/>
                  </a:lnTo>
                  <a:lnTo>
                    <a:pt x="22860" y="64008"/>
                  </a:lnTo>
                  <a:lnTo>
                    <a:pt x="118872" y="64008"/>
                  </a:lnTo>
                  <a:lnTo>
                    <a:pt x="118610" y="48863"/>
                  </a:lnTo>
                  <a:lnTo>
                    <a:pt x="117919" y="33147"/>
                  </a:lnTo>
                  <a:lnTo>
                    <a:pt x="116943" y="16859"/>
                  </a:lnTo>
                  <a:lnTo>
                    <a:pt x="115824" y="0"/>
                  </a:lnTo>
                  <a:lnTo>
                    <a:pt x="160020" y="21335"/>
                  </a:lnTo>
                  <a:lnTo>
                    <a:pt x="143256" y="32003"/>
                  </a:lnTo>
                  <a:lnTo>
                    <a:pt x="143256" y="64008"/>
                  </a:lnTo>
                  <a:lnTo>
                    <a:pt x="193548" y="64008"/>
                  </a:lnTo>
                  <a:lnTo>
                    <a:pt x="213360" y="44196"/>
                  </a:lnTo>
                  <a:lnTo>
                    <a:pt x="245364" y="74675"/>
                  </a:lnTo>
                  <a:lnTo>
                    <a:pt x="143256" y="74675"/>
                  </a:lnTo>
                  <a:lnTo>
                    <a:pt x="143256" y="135635"/>
                  </a:lnTo>
                  <a:lnTo>
                    <a:pt x="213360" y="135635"/>
                  </a:lnTo>
                  <a:lnTo>
                    <a:pt x="236220" y="112775"/>
                  </a:lnTo>
                  <a:lnTo>
                    <a:pt x="269748" y="146303"/>
                  </a:lnTo>
                  <a:lnTo>
                    <a:pt x="143256" y="146303"/>
                  </a:lnTo>
                  <a:lnTo>
                    <a:pt x="143279" y="173164"/>
                  </a:lnTo>
                  <a:lnTo>
                    <a:pt x="143446" y="196595"/>
                  </a:lnTo>
                  <a:lnTo>
                    <a:pt x="143898" y="216598"/>
                  </a:lnTo>
                  <a:lnTo>
                    <a:pt x="144780" y="233171"/>
                  </a:lnTo>
                  <a:lnTo>
                    <a:pt x="115824" y="243839"/>
                  </a:lnTo>
                  <a:close/>
                </a:path>
              </a:pathLst>
            </a:custGeom>
            <a:ln w="1219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" name="object 39"/>
            <p:cNvSpPr/>
            <p:nvPr/>
          </p:nvSpPr>
          <p:spPr>
            <a:xfrm>
              <a:off x="4800599" y="4184904"/>
              <a:ext cx="187960" cy="403860"/>
            </a:xfrm>
            <a:custGeom>
              <a:avLst/>
              <a:gdLst/>
              <a:ahLst/>
              <a:cxnLst/>
              <a:rect l="l" t="t" r="r" b="b"/>
              <a:pathLst>
                <a:path w="187960" h="403860">
                  <a:moveTo>
                    <a:pt x="111251" y="182880"/>
                  </a:moveTo>
                  <a:lnTo>
                    <a:pt x="172211" y="152400"/>
                  </a:lnTo>
                  <a:lnTo>
                    <a:pt x="175259" y="158496"/>
                  </a:lnTo>
                  <a:lnTo>
                    <a:pt x="111251" y="199644"/>
                  </a:lnTo>
                  <a:lnTo>
                    <a:pt x="111251" y="355092"/>
                  </a:lnTo>
                  <a:lnTo>
                    <a:pt x="108061" y="370212"/>
                  </a:lnTo>
                  <a:lnTo>
                    <a:pt x="100583" y="383476"/>
                  </a:lnTo>
                  <a:lnTo>
                    <a:pt x="88534" y="394739"/>
                  </a:lnTo>
                  <a:lnTo>
                    <a:pt x="71627" y="403860"/>
                  </a:lnTo>
                  <a:lnTo>
                    <a:pt x="69341" y="392715"/>
                  </a:lnTo>
                  <a:lnTo>
                    <a:pt x="60197" y="382143"/>
                  </a:lnTo>
                  <a:lnTo>
                    <a:pt x="44195" y="372141"/>
                  </a:lnTo>
                  <a:lnTo>
                    <a:pt x="21335" y="362712"/>
                  </a:lnTo>
                  <a:lnTo>
                    <a:pt x="21335" y="355092"/>
                  </a:lnTo>
                  <a:lnTo>
                    <a:pt x="33623" y="357330"/>
                  </a:lnTo>
                  <a:lnTo>
                    <a:pt x="45338" y="359283"/>
                  </a:lnTo>
                  <a:lnTo>
                    <a:pt x="56483" y="360664"/>
                  </a:lnTo>
                  <a:lnTo>
                    <a:pt x="67055" y="361188"/>
                  </a:lnTo>
                  <a:lnTo>
                    <a:pt x="75938" y="360878"/>
                  </a:lnTo>
                  <a:lnTo>
                    <a:pt x="82105" y="357568"/>
                  </a:lnTo>
                  <a:lnTo>
                    <a:pt x="85701" y="351115"/>
                  </a:lnTo>
                  <a:lnTo>
                    <a:pt x="86867" y="341376"/>
                  </a:lnTo>
                  <a:lnTo>
                    <a:pt x="86867" y="211836"/>
                  </a:lnTo>
                  <a:lnTo>
                    <a:pt x="63174" y="226695"/>
                  </a:lnTo>
                  <a:lnTo>
                    <a:pt x="44767" y="239268"/>
                  </a:lnTo>
                  <a:lnTo>
                    <a:pt x="31789" y="249555"/>
                  </a:lnTo>
                  <a:lnTo>
                    <a:pt x="24383" y="257556"/>
                  </a:lnTo>
                  <a:lnTo>
                    <a:pt x="0" y="227076"/>
                  </a:lnTo>
                  <a:lnTo>
                    <a:pt x="14001" y="223337"/>
                  </a:lnTo>
                  <a:lnTo>
                    <a:pt x="33146" y="216598"/>
                  </a:lnTo>
                  <a:lnTo>
                    <a:pt x="57435" y="206716"/>
                  </a:lnTo>
                  <a:lnTo>
                    <a:pt x="86867" y="193548"/>
                  </a:lnTo>
                  <a:lnTo>
                    <a:pt x="86867" y="109728"/>
                  </a:lnTo>
                  <a:lnTo>
                    <a:pt x="60959" y="109728"/>
                  </a:lnTo>
                  <a:lnTo>
                    <a:pt x="49815" y="110013"/>
                  </a:lnTo>
                  <a:lnTo>
                    <a:pt x="39242" y="110871"/>
                  </a:lnTo>
                  <a:lnTo>
                    <a:pt x="29241" y="112299"/>
                  </a:lnTo>
                  <a:lnTo>
                    <a:pt x="19811" y="114300"/>
                  </a:lnTo>
                  <a:lnTo>
                    <a:pt x="3047" y="99060"/>
                  </a:lnTo>
                  <a:lnTo>
                    <a:pt x="86867" y="99060"/>
                  </a:lnTo>
                  <a:lnTo>
                    <a:pt x="86844" y="67294"/>
                  </a:lnTo>
                  <a:lnTo>
                    <a:pt x="86677" y="40386"/>
                  </a:lnTo>
                  <a:lnTo>
                    <a:pt x="86225" y="18049"/>
                  </a:lnTo>
                  <a:lnTo>
                    <a:pt x="85343" y="0"/>
                  </a:lnTo>
                  <a:lnTo>
                    <a:pt x="126491" y="19812"/>
                  </a:lnTo>
                  <a:lnTo>
                    <a:pt x="111251" y="32004"/>
                  </a:lnTo>
                  <a:lnTo>
                    <a:pt x="111251" y="99060"/>
                  </a:lnTo>
                  <a:lnTo>
                    <a:pt x="138683" y="99060"/>
                  </a:lnTo>
                  <a:lnTo>
                    <a:pt x="158495" y="80772"/>
                  </a:lnTo>
                  <a:lnTo>
                    <a:pt x="187451" y="109728"/>
                  </a:lnTo>
                  <a:lnTo>
                    <a:pt x="111251" y="109728"/>
                  </a:lnTo>
                  <a:lnTo>
                    <a:pt x="111251" y="182880"/>
                  </a:lnTo>
                  <a:close/>
                </a:path>
              </a:pathLst>
            </a:custGeom>
            <a:ln w="1219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" name="object 40"/>
            <p:cNvSpPr/>
            <p:nvPr/>
          </p:nvSpPr>
          <p:spPr>
            <a:xfrm>
              <a:off x="5253227" y="4192524"/>
              <a:ext cx="396240" cy="394970"/>
            </a:xfrm>
            <a:custGeom>
              <a:avLst/>
              <a:gdLst/>
              <a:ahLst/>
              <a:cxnLst/>
              <a:rect l="l" t="t" r="r" b="b"/>
              <a:pathLst>
                <a:path w="396239" h="394970">
                  <a:moveTo>
                    <a:pt x="18288" y="41148"/>
                  </a:moveTo>
                  <a:lnTo>
                    <a:pt x="3048" y="25908"/>
                  </a:lnTo>
                  <a:lnTo>
                    <a:pt x="333756" y="25908"/>
                  </a:lnTo>
                  <a:lnTo>
                    <a:pt x="359664" y="0"/>
                  </a:lnTo>
                  <a:lnTo>
                    <a:pt x="396240" y="36576"/>
                  </a:lnTo>
                  <a:lnTo>
                    <a:pt x="60960" y="36576"/>
                  </a:lnTo>
                  <a:lnTo>
                    <a:pt x="49791" y="36861"/>
                  </a:lnTo>
                  <a:lnTo>
                    <a:pt x="39052" y="37719"/>
                  </a:lnTo>
                  <a:lnTo>
                    <a:pt x="28598" y="39147"/>
                  </a:lnTo>
                  <a:lnTo>
                    <a:pt x="18288" y="41148"/>
                  </a:lnTo>
                  <a:close/>
                </a:path>
                <a:path w="396239" h="394970">
                  <a:moveTo>
                    <a:pt x="3048" y="297179"/>
                  </a:moveTo>
                  <a:lnTo>
                    <a:pt x="0" y="289560"/>
                  </a:lnTo>
                  <a:lnTo>
                    <a:pt x="28289" y="267557"/>
                  </a:lnTo>
                  <a:lnTo>
                    <a:pt x="56007" y="242697"/>
                  </a:lnTo>
                  <a:lnTo>
                    <a:pt x="83153" y="214979"/>
                  </a:lnTo>
                  <a:lnTo>
                    <a:pt x="109728" y="184404"/>
                  </a:lnTo>
                  <a:lnTo>
                    <a:pt x="134874" y="151233"/>
                  </a:lnTo>
                  <a:lnTo>
                    <a:pt x="157734" y="115633"/>
                  </a:lnTo>
                  <a:lnTo>
                    <a:pt x="178308" y="77462"/>
                  </a:lnTo>
                  <a:lnTo>
                    <a:pt x="196596" y="36576"/>
                  </a:lnTo>
                  <a:lnTo>
                    <a:pt x="230124" y="36576"/>
                  </a:lnTo>
                  <a:lnTo>
                    <a:pt x="222742" y="51363"/>
                  </a:lnTo>
                  <a:lnTo>
                    <a:pt x="214503" y="68008"/>
                  </a:lnTo>
                  <a:lnTo>
                    <a:pt x="205692" y="86082"/>
                  </a:lnTo>
                  <a:lnTo>
                    <a:pt x="196596" y="105156"/>
                  </a:lnTo>
                  <a:lnTo>
                    <a:pt x="225552" y="123444"/>
                  </a:lnTo>
                  <a:lnTo>
                    <a:pt x="221742" y="126492"/>
                  </a:lnTo>
                  <a:lnTo>
                    <a:pt x="184404" y="126492"/>
                  </a:lnTo>
                  <a:lnTo>
                    <a:pt x="154570" y="167066"/>
                  </a:lnTo>
                  <a:lnTo>
                    <a:pt x="121663" y="204569"/>
                  </a:lnTo>
                  <a:lnTo>
                    <a:pt x="85539" y="238853"/>
                  </a:lnTo>
                  <a:lnTo>
                    <a:pt x="46049" y="269772"/>
                  </a:lnTo>
                  <a:lnTo>
                    <a:pt x="3048" y="297179"/>
                  </a:lnTo>
                  <a:close/>
                </a:path>
                <a:path w="396239" h="394970">
                  <a:moveTo>
                    <a:pt x="182880" y="394716"/>
                  </a:moveTo>
                  <a:lnTo>
                    <a:pt x="183118" y="362688"/>
                  </a:lnTo>
                  <a:lnTo>
                    <a:pt x="183762" y="326374"/>
                  </a:lnTo>
                  <a:lnTo>
                    <a:pt x="184165" y="304919"/>
                  </a:lnTo>
                  <a:lnTo>
                    <a:pt x="184306" y="289560"/>
                  </a:lnTo>
                  <a:lnTo>
                    <a:pt x="184404" y="126492"/>
                  </a:lnTo>
                  <a:lnTo>
                    <a:pt x="221742" y="126492"/>
                  </a:lnTo>
                  <a:lnTo>
                    <a:pt x="210312" y="135636"/>
                  </a:lnTo>
                  <a:lnTo>
                    <a:pt x="210385" y="332803"/>
                  </a:lnTo>
                  <a:lnTo>
                    <a:pt x="210502" y="347853"/>
                  </a:lnTo>
                  <a:lnTo>
                    <a:pt x="210954" y="366474"/>
                  </a:lnTo>
                  <a:lnTo>
                    <a:pt x="211836" y="382524"/>
                  </a:lnTo>
                  <a:lnTo>
                    <a:pt x="182880" y="394716"/>
                  </a:lnTo>
                  <a:close/>
                </a:path>
                <a:path w="396239" h="394970">
                  <a:moveTo>
                    <a:pt x="373380" y="278892"/>
                  </a:moveTo>
                  <a:lnTo>
                    <a:pt x="371856" y="278892"/>
                  </a:lnTo>
                  <a:lnTo>
                    <a:pt x="367879" y="277177"/>
                  </a:lnTo>
                  <a:lnTo>
                    <a:pt x="362902" y="272034"/>
                  </a:lnTo>
                  <a:lnTo>
                    <a:pt x="357068" y="263461"/>
                  </a:lnTo>
                  <a:lnTo>
                    <a:pt x="350520" y="251460"/>
                  </a:lnTo>
                  <a:lnTo>
                    <a:pt x="336256" y="230862"/>
                  </a:lnTo>
                  <a:lnTo>
                    <a:pt x="314134" y="205549"/>
                  </a:lnTo>
                  <a:lnTo>
                    <a:pt x="284297" y="175379"/>
                  </a:lnTo>
                  <a:lnTo>
                    <a:pt x="246888" y="140208"/>
                  </a:lnTo>
                  <a:lnTo>
                    <a:pt x="251460" y="135636"/>
                  </a:lnTo>
                  <a:lnTo>
                    <a:pt x="301180" y="168544"/>
                  </a:lnTo>
                  <a:lnTo>
                    <a:pt x="338328" y="194310"/>
                  </a:lnTo>
                  <a:lnTo>
                    <a:pt x="374904" y="225552"/>
                  </a:lnTo>
                  <a:lnTo>
                    <a:pt x="385572" y="252984"/>
                  </a:lnTo>
                  <a:lnTo>
                    <a:pt x="385572" y="257556"/>
                  </a:lnTo>
                  <a:lnTo>
                    <a:pt x="384048" y="263652"/>
                  </a:lnTo>
                  <a:lnTo>
                    <a:pt x="380981" y="269772"/>
                  </a:lnTo>
                  <a:lnTo>
                    <a:pt x="376428" y="275844"/>
                  </a:lnTo>
                  <a:lnTo>
                    <a:pt x="373380" y="278892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" name="object 41"/>
            <p:cNvSpPr/>
            <p:nvPr/>
          </p:nvSpPr>
          <p:spPr>
            <a:xfrm>
              <a:off x="5253227" y="4192524"/>
              <a:ext cx="396240" cy="394970"/>
            </a:xfrm>
            <a:custGeom>
              <a:avLst/>
              <a:gdLst/>
              <a:ahLst/>
              <a:cxnLst/>
              <a:rect l="l" t="t" r="r" b="b"/>
              <a:pathLst>
                <a:path w="396239" h="394970">
                  <a:moveTo>
                    <a:pt x="210312" y="135636"/>
                  </a:moveTo>
                  <a:lnTo>
                    <a:pt x="210312" y="301752"/>
                  </a:lnTo>
                  <a:lnTo>
                    <a:pt x="210335" y="326374"/>
                  </a:lnTo>
                  <a:lnTo>
                    <a:pt x="210502" y="347853"/>
                  </a:lnTo>
                  <a:lnTo>
                    <a:pt x="210954" y="366474"/>
                  </a:lnTo>
                  <a:lnTo>
                    <a:pt x="211836" y="382524"/>
                  </a:lnTo>
                  <a:lnTo>
                    <a:pt x="182880" y="394716"/>
                  </a:lnTo>
                  <a:lnTo>
                    <a:pt x="183118" y="362688"/>
                  </a:lnTo>
                  <a:lnTo>
                    <a:pt x="183642" y="332803"/>
                  </a:lnTo>
                  <a:lnTo>
                    <a:pt x="184165" y="304919"/>
                  </a:lnTo>
                  <a:lnTo>
                    <a:pt x="184404" y="278892"/>
                  </a:lnTo>
                  <a:lnTo>
                    <a:pt x="184404" y="126492"/>
                  </a:lnTo>
                  <a:lnTo>
                    <a:pt x="154570" y="167066"/>
                  </a:lnTo>
                  <a:lnTo>
                    <a:pt x="121663" y="204569"/>
                  </a:lnTo>
                  <a:lnTo>
                    <a:pt x="85539" y="238853"/>
                  </a:lnTo>
                  <a:lnTo>
                    <a:pt x="46049" y="269772"/>
                  </a:lnTo>
                  <a:lnTo>
                    <a:pt x="3048" y="297179"/>
                  </a:lnTo>
                  <a:lnTo>
                    <a:pt x="0" y="289560"/>
                  </a:lnTo>
                  <a:lnTo>
                    <a:pt x="28289" y="267557"/>
                  </a:lnTo>
                  <a:lnTo>
                    <a:pt x="56007" y="242697"/>
                  </a:lnTo>
                  <a:lnTo>
                    <a:pt x="83153" y="214979"/>
                  </a:lnTo>
                  <a:lnTo>
                    <a:pt x="109728" y="184404"/>
                  </a:lnTo>
                  <a:lnTo>
                    <a:pt x="134874" y="151233"/>
                  </a:lnTo>
                  <a:lnTo>
                    <a:pt x="157734" y="115633"/>
                  </a:lnTo>
                  <a:lnTo>
                    <a:pt x="178308" y="77462"/>
                  </a:lnTo>
                  <a:lnTo>
                    <a:pt x="196596" y="36576"/>
                  </a:lnTo>
                  <a:lnTo>
                    <a:pt x="60960" y="36576"/>
                  </a:lnTo>
                  <a:lnTo>
                    <a:pt x="49791" y="36861"/>
                  </a:lnTo>
                  <a:lnTo>
                    <a:pt x="39052" y="37719"/>
                  </a:lnTo>
                  <a:lnTo>
                    <a:pt x="28598" y="39147"/>
                  </a:lnTo>
                  <a:lnTo>
                    <a:pt x="18288" y="41148"/>
                  </a:lnTo>
                  <a:lnTo>
                    <a:pt x="3048" y="25908"/>
                  </a:lnTo>
                  <a:lnTo>
                    <a:pt x="333756" y="25908"/>
                  </a:lnTo>
                  <a:lnTo>
                    <a:pt x="359664" y="0"/>
                  </a:lnTo>
                  <a:lnTo>
                    <a:pt x="396240" y="36576"/>
                  </a:lnTo>
                  <a:lnTo>
                    <a:pt x="230124" y="36576"/>
                  </a:lnTo>
                  <a:lnTo>
                    <a:pt x="222742" y="51363"/>
                  </a:lnTo>
                  <a:lnTo>
                    <a:pt x="214503" y="68008"/>
                  </a:lnTo>
                  <a:lnTo>
                    <a:pt x="205692" y="86082"/>
                  </a:lnTo>
                  <a:lnTo>
                    <a:pt x="196596" y="105156"/>
                  </a:lnTo>
                  <a:lnTo>
                    <a:pt x="225552" y="123444"/>
                  </a:lnTo>
                  <a:lnTo>
                    <a:pt x="210312" y="135636"/>
                  </a:lnTo>
                  <a:close/>
                </a:path>
              </a:pathLst>
            </a:custGeom>
            <a:ln w="1219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42" name="object 42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5494019" y="4322064"/>
              <a:ext cx="150876" cy="155447"/>
            </a:xfrm>
            <a:prstGeom prst="rect">
              <a:avLst/>
            </a:prstGeom>
          </p:spPr>
        </p:pic>
      </p:grpSp>
      <p:grpSp>
        <p:nvGrpSpPr>
          <p:cNvPr id="43" name="object 43"/>
          <p:cNvGrpSpPr/>
          <p:nvPr/>
        </p:nvGrpSpPr>
        <p:grpSpPr>
          <a:xfrm>
            <a:off x="5731764" y="4191000"/>
            <a:ext cx="356870" cy="403860"/>
            <a:chOff x="5731764" y="4191000"/>
            <a:chExt cx="356870" cy="403860"/>
          </a:xfrm>
        </p:grpSpPr>
        <p:sp>
          <p:nvSpPr>
            <p:cNvPr id="44" name="object 44"/>
            <p:cNvSpPr/>
            <p:nvPr/>
          </p:nvSpPr>
          <p:spPr>
            <a:xfrm>
              <a:off x="5737860" y="4197095"/>
              <a:ext cx="344805" cy="391795"/>
            </a:xfrm>
            <a:custGeom>
              <a:avLst/>
              <a:gdLst/>
              <a:ahLst/>
              <a:cxnLst/>
              <a:rect l="l" t="t" r="r" b="b"/>
              <a:pathLst>
                <a:path w="344804" h="391795">
                  <a:moveTo>
                    <a:pt x="0" y="391668"/>
                  </a:moveTo>
                  <a:lnTo>
                    <a:pt x="1762" y="364283"/>
                  </a:lnTo>
                  <a:lnTo>
                    <a:pt x="2667" y="339471"/>
                  </a:lnTo>
                  <a:lnTo>
                    <a:pt x="2915" y="323088"/>
                  </a:lnTo>
                  <a:lnTo>
                    <a:pt x="3024" y="61079"/>
                  </a:lnTo>
                  <a:lnTo>
                    <a:pt x="2857" y="40957"/>
                  </a:lnTo>
                  <a:lnTo>
                    <a:pt x="2405" y="20550"/>
                  </a:lnTo>
                  <a:lnTo>
                    <a:pt x="1524" y="0"/>
                  </a:lnTo>
                  <a:lnTo>
                    <a:pt x="27432" y="16764"/>
                  </a:lnTo>
                  <a:lnTo>
                    <a:pt x="337108" y="16764"/>
                  </a:lnTo>
                  <a:lnTo>
                    <a:pt x="344424" y="22860"/>
                  </a:lnTo>
                  <a:lnTo>
                    <a:pt x="338545" y="27432"/>
                  </a:lnTo>
                  <a:lnTo>
                    <a:pt x="27432" y="27432"/>
                  </a:lnTo>
                  <a:lnTo>
                    <a:pt x="27432" y="381000"/>
                  </a:lnTo>
                  <a:lnTo>
                    <a:pt x="0" y="391668"/>
                  </a:lnTo>
                  <a:close/>
                </a:path>
                <a:path w="344804" h="391795">
                  <a:moveTo>
                    <a:pt x="337108" y="16764"/>
                  </a:moveTo>
                  <a:lnTo>
                    <a:pt x="304800" y="16764"/>
                  </a:lnTo>
                  <a:lnTo>
                    <a:pt x="316992" y="0"/>
                  </a:lnTo>
                  <a:lnTo>
                    <a:pt x="337108" y="16764"/>
                  </a:lnTo>
                  <a:close/>
                </a:path>
                <a:path w="344804" h="391795">
                  <a:moveTo>
                    <a:pt x="328639" y="348996"/>
                  </a:moveTo>
                  <a:lnTo>
                    <a:pt x="286512" y="348996"/>
                  </a:lnTo>
                  <a:lnTo>
                    <a:pt x="294751" y="347519"/>
                  </a:lnTo>
                  <a:lnTo>
                    <a:pt x="300990" y="342900"/>
                  </a:lnTo>
                  <a:lnTo>
                    <a:pt x="304942" y="334851"/>
                  </a:lnTo>
                  <a:lnTo>
                    <a:pt x="306323" y="323088"/>
                  </a:lnTo>
                  <a:lnTo>
                    <a:pt x="306323" y="27432"/>
                  </a:lnTo>
                  <a:lnTo>
                    <a:pt x="338545" y="27432"/>
                  </a:lnTo>
                  <a:lnTo>
                    <a:pt x="330708" y="33528"/>
                  </a:lnTo>
                  <a:lnTo>
                    <a:pt x="330708" y="333756"/>
                  </a:lnTo>
                  <a:lnTo>
                    <a:pt x="328639" y="348996"/>
                  </a:lnTo>
                  <a:close/>
                </a:path>
                <a:path w="344804" h="391795">
                  <a:moveTo>
                    <a:pt x="70104" y="108204"/>
                  </a:moveTo>
                  <a:lnTo>
                    <a:pt x="53340" y="92964"/>
                  </a:lnTo>
                  <a:lnTo>
                    <a:pt x="222504" y="92964"/>
                  </a:lnTo>
                  <a:lnTo>
                    <a:pt x="245364" y="70104"/>
                  </a:lnTo>
                  <a:lnTo>
                    <a:pt x="278892" y="102108"/>
                  </a:lnTo>
                  <a:lnTo>
                    <a:pt x="103632" y="102108"/>
                  </a:lnTo>
                  <a:lnTo>
                    <a:pt x="94749" y="102417"/>
                  </a:lnTo>
                  <a:lnTo>
                    <a:pt x="86296" y="103441"/>
                  </a:lnTo>
                  <a:lnTo>
                    <a:pt x="78128" y="105322"/>
                  </a:lnTo>
                  <a:lnTo>
                    <a:pt x="70104" y="108204"/>
                  </a:lnTo>
                  <a:close/>
                </a:path>
                <a:path w="344804" h="391795">
                  <a:moveTo>
                    <a:pt x="250287" y="160020"/>
                  </a:moveTo>
                  <a:lnTo>
                    <a:pt x="214883" y="160020"/>
                  </a:lnTo>
                  <a:lnTo>
                    <a:pt x="227076" y="143256"/>
                  </a:lnTo>
                  <a:lnTo>
                    <a:pt x="250287" y="160020"/>
                  </a:lnTo>
                  <a:close/>
                </a:path>
                <a:path w="344804" h="391795">
                  <a:moveTo>
                    <a:pt x="86868" y="298704"/>
                  </a:moveTo>
                  <a:lnTo>
                    <a:pt x="87749" y="283225"/>
                  </a:lnTo>
                  <a:lnTo>
                    <a:pt x="88201" y="266319"/>
                  </a:lnTo>
                  <a:lnTo>
                    <a:pt x="88307" y="254507"/>
                  </a:lnTo>
                  <a:lnTo>
                    <a:pt x="88368" y="205882"/>
                  </a:lnTo>
                  <a:lnTo>
                    <a:pt x="88201" y="185547"/>
                  </a:lnTo>
                  <a:lnTo>
                    <a:pt x="87749" y="165782"/>
                  </a:lnTo>
                  <a:lnTo>
                    <a:pt x="86868" y="146304"/>
                  </a:lnTo>
                  <a:lnTo>
                    <a:pt x="111252" y="160020"/>
                  </a:lnTo>
                  <a:lnTo>
                    <a:pt x="250287" y="160020"/>
                  </a:lnTo>
                  <a:lnTo>
                    <a:pt x="254508" y="163068"/>
                  </a:lnTo>
                  <a:lnTo>
                    <a:pt x="244983" y="170688"/>
                  </a:lnTo>
                  <a:lnTo>
                    <a:pt x="111252" y="170688"/>
                  </a:lnTo>
                  <a:lnTo>
                    <a:pt x="111252" y="254507"/>
                  </a:lnTo>
                  <a:lnTo>
                    <a:pt x="239760" y="254507"/>
                  </a:lnTo>
                  <a:lnTo>
                    <a:pt x="240220" y="262128"/>
                  </a:lnTo>
                  <a:lnTo>
                    <a:pt x="240350" y="263652"/>
                  </a:lnTo>
                  <a:lnTo>
                    <a:pt x="111252" y="263652"/>
                  </a:lnTo>
                  <a:lnTo>
                    <a:pt x="111252" y="291083"/>
                  </a:lnTo>
                  <a:lnTo>
                    <a:pt x="86868" y="298704"/>
                  </a:lnTo>
                  <a:close/>
                </a:path>
                <a:path w="344804" h="391795">
                  <a:moveTo>
                    <a:pt x="239760" y="254507"/>
                  </a:moveTo>
                  <a:lnTo>
                    <a:pt x="217932" y="254507"/>
                  </a:lnTo>
                  <a:lnTo>
                    <a:pt x="217932" y="170688"/>
                  </a:lnTo>
                  <a:lnTo>
                    <a:pt x="244983" y="170688"/>
                  </a:lnTo>
                  <a:lnTo>
                    <a:pt x="239268" y="175260"/>
                  </a:lnTo>
                  <a:lnTo>
                    <a:pt x="239268" y="239268"/>
                  </a:lnTo>
                  <a:lnTo>
                    <a:pt x="239529" y="250698"/>
                  </a:lnTo>
                  <a:lnTo>
                    <a:pt x="239760" y="254507"/>
                  </a:lnTo>
                  <a:close/>
                </a:path>
                <a:path w="344804" h="391795">
                  <a:moveTo>
                    <a:pt x="217932" y="294132"/>
                  </a:moveTo>
                  <a:lnTo>
                    <a:pt x="217932" y="263652"/>
                  </a:lnTo>
                  <a:lnTo>
                    <a:pt x="240350" y="263652"/>
                  </a:lnTo>
                  <a:lnTo>
                    <a:pt x="241196" y="273558"/>
                  </a:lnTo>
                  <a:lnTo>
                    <a:pt x="242316" y="284988"/>
                  </a:lnTo>
                  <a:lnTo>
                    <a:pt x="217932" y="294132"/>
                  </a:lnTo>
                  <a:close/>
                </a:path>
                <a:path w="344804" h="391795">
                  <a:moveTo>
                    <a:pt x="288035" y="391668"/>
                  </a:moveTo>
                  <a:lnTo>
                    <a:pt x="284345" y="380523"/>
                  </a:lnTo>
                  <a:lnTo>
                    <a:pt x="273367" y="369951"/>
                  </a:lnTo>
                  <a:lnTo>
                    <a:pt x="255246" y="359949"/>
                  </a:lnTo>
                  <a:lnTo>
                    <a:pt x="230123" y="350520"/>
                  </a:lnTo>
                  <a:lnTo>
                    <a:pt x="230123" y="342900"/>
                  </a:lnTo>
                  <a:lnTo>
                    <a:pt x="247292" y="344924"/>
                  </a:lnTo>
                  <a:lnTo>
                    <a:pt x="286512" y="348996"/>
                  </a:lnTo>
                  <a:lnTo>
                    <a:pt x="328639" y="348996"/>
                  </a:lnTo>
                  <a:lnTo>
                    <a:pt x="328112" y="352877"/>
                  </a:lnTo>
                  <a:lnTo>
                    <a:pt x="320230" y="368998"/>
                  </a:lnTo>
                  <a:lnTo>
                    <a:pt x="306919" y="381976"/>
                  </a:lnTo>
                  <a:lnTo>
                    <a:pt x="288035" y="391668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" name="object 45"/>
            <p:cNvSpPr/>
            <p:nvPr/>
          </p:nvSpPr>
          <p:spPr>
            <a:xfrm>
              <a:off x="5791200" y="4267199"/>
              <a:ext cx="226060" cy="38100"/>
            </a:xfrm>
            <a:custGeom>
              <a:avLst/>
              <a:gdLst/>
              <a:ahLst/>
              <a:cxnLst/>
              <a:rect l="l" t="t" r="r" b="b"/>
              <a:pathLst>
                <a:path w="226060" h="38100">
                  <a:moveTo>
                    <a:pt x="0" y="22860"/>
                  </a:moveTo>
                  <a:lnTo>
                    <a:pt x="169164" y="22860"/>
                  </a:lnTo>
                  <a:lnTo>
                    <a:pt x="192024" y="0"/>
                  </a:lnTo>
                  <a:lnTo>
                    <a:pt x="225551" y="32004"/>
                  </a:lnTo>
                  <a:lnTo>
                    <a:pt x="50292" y="32004"/>
                  </a:lnTo>
                  <a:lnTo>
                    <a:pt x="41409" y="32313"/>
                  </a:lnTo>
                  <a:lnTo>
                    <a:pt x="32956" y="33337"/>
                  </a:lnTo>
                  <a:lnTo>
                    <a:pt x="24788" y="35218"/>
                  </a:lnTo>
                  <a:lnTo>
                    <a:pt x="16764" y="38100"/>
                  </a:lnTo>
                  <a:lnTo>
                    <a:pt x="0" y="22860"/>
                  </a:lnTo>
                  <a:close/>
                </a:path>
              </a:pathLst>
            </a:custGeom>
            <a:ln w="1219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" name="object 46"/>
            <p:cNvSpPr/>
            <p:nvPr/>
          </p:nvSpPr>
          <p:spPr>
            <a:xfrm>
              <a:off x="5849112" y="4367783"/>
              <a:ext cx="106680" cy="83820"/>
            </a:xfrm>
            <a:custGeom>
              <a:avLst/>
              <a:gdLst/>
              <a:ahLst/>
              <a:cxnLst/>
              <a:rect l="l" t="t" r="r" b="b"/>
              <a:pathLst>
                <a:path w="106679" h="83820">
                  <a:moveTo>
                    <a:pt x="0" y="0"/>
                  </a:moveTo>
                  <a:lnTo>
                    <a:pt x="0" y="83819"/>
                  </a:lnTo>
                  <a:lnTo>
                    <a:pt x="106680" y="83819"/>
                  </a:lnTo>
                  <a:lnTo>
                    <a:pt x="106680" y="0"/>
                  </a:lnTo>
                  <a:lnTo>
                    <a:pt x="0" y="0"/>
                  </a:lnTo>
                  <a:close/>
                </a:path>
              </a:pathLst>
            </a:custGeom>
            <a:ln w="1219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" name="object 47"/>
            <p:cNvSpPr/>
            <p:nvPr/>
          </p:nvSpPr>
          <p:spPr>
            <a:xfrm>
              <a:off x="5824728" y="4340351"/>
              <a:ext cx="167640" cy="155575"/>
            </a:xfrm>
            <a:custGeom>
              <a:avLst/>
              <a:gdLst/>
              <a:ahLst/>
              <a:cxnLst/>
              <a:rect l="l" t="t" r="r" b="b"/>
              <a:pathLst>
                <a:path w="167639" h="155575">
                  <a:moveTo>
                    <a:pt x="0" y="3048"/>
                  </a:moveTo>
                  <a:lnTo>
                    <a:pt x="24384" y="16764"/>
                  </a:lnTo>
                  <a:lnTo>
                    <a:pt x="128016" y="16764"/>
                  </a:lnTo>
                  <a:lnTo>
                    <a:pt x="140208" y="0"/>
                  </a:lnTo>
                  <a:lnTo>
                    <a:pt x="167640" y="19812"/>
                  </a:lnTo>
                  <a:lnTo>
                    <a:pt x="152400" y="32004"/>
                  </a:lnTo>
                  <a:lnTo>
                    <a:pt x="152400" y="96012"/>
                  </a:lnTo>
                  <a:lnTo>
                    <a:pt x="152661" y="107442"/>
                  </a:lnTo>
                  <a:lnTo>
                    <a:pt x="153352" y="118872"/>
                  </a:lnTo>
                  <a:lnTo>
                    <a:pt x="154328" y="130302"/>
                  </a:lnTo>
                  <a:lnTo>
                    <a:pt x="155448" y="141732"/>
                  </a:lnTo>
                  <a:lnTo>
                    <a:pt x="131064" y="150876"/>
                  </a:lnTo>
                  <a:lnTo>
                    <a:pt x="131064" y="120396"/>
                  </a:lnTo>
                  <a:lnTo>
                    <a:pt x="24384" y="120396"/>
                  </a:lnTo>
                  <a:lnTo>
                    <a:pt x="24384" y="147828"/>
                  </a:lnTo>
                  <a:lnTo>
                    <a:pt x="0" y="155448"/>
                  </a:lnTo>
                  <a:lnTo>
                    <a:pt x="881" y="139969"/>
                  </a:lnTo>
                  <a:lnTo>
                    <a:pt x="1333" y="123063"/>
                  </a:lnTo>
                  <a:lnTo>
                    <a:pt x="1500" y="104441"/>
                  </a:lnTo>
                  <a:lnTo>
                    <a:pt x="1524" y="83820"/>
                  </a:lnTo>
                  <a:lnTo>
                    <a:pt x="1500" y="62626"/>
                  </a:lnTo>
                  <a:lnTo>
                    <a:pt x="1333" y="42291"/>
                  </a:lnTo>
                  <a:lnTo>
                    <a:pt x="881" y="22526"/>
                  </a:lnTo>
                  <a:lnTo>
                    <a:pt x="0" y="3048"/>
                  </a:lnTo>
                  <a:close/>
                </a:path>
              </a:pathLst>
            </a:custGeom>
            <a:ln w="1219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" name="object 48"/>
            <p:cNvSpPr/>
            <p:nvPr/>
          </p:nvSpPr>
          <p:spPr>
            <a:xfrm>
              <a:off x="5737860" y="4197095"/>
              <a:ext cx="344805" cy="391795"/>
            </a:xfrm>
            <a:custGeom>
              <a:avLst/>
              <a:gdLst/>
              <a:ahLst/>
              <a:cxnLst/>
              <a:rect l="l" t="t" r="r" b="b"/>
              <a:pathLst>
                <a:path w="344804" h="391795">
                  <a:moveTo>
                    <a:pt x="230124" y="342900"/>
                  </a:moveTo>
                  <a:lnTo>
                    <a:pt x="247292" y="344924"/>
                  </a:lnTo>
                  <a:lnTo>
                    <a:pt x="262318" y="346519"/>
                  </a:lnTo>
                  <a:lnTo>
                    <a:pt x="275343" y="347829"/>
                  </a:lnTo>
                  <a:lnTo>
                    <a:pt x="286512" y="348996"/>
                  </a:lnTo>
                  <a:lnTo>
                    <a:pt x="294751" y="347519"/>
                  </a:lnTo>
                  <a:lnTo>
                    <a:pt x="300990" y="342900"/>
                  </a:lnTo>
                  <a:lnTo>
                    <a:pt x="304942" y="334851"/>
                  </a:lnTo>
                  <a:lnTo>
                    <a:pt x="306324" y="323088"/>
                  </a:lnTo>
                  <a:lnTo>
                    <a:pt x="306324" y="27432"/>
                  </a:lnTo>
                  <a:lnTo>
                    <a:pt x="27431" y="27432"/>
                  </a:lnTo>
                  <a:lnTo>
                    <a:pt x="27431" y="381000"/>
                  </a:lnTo>
                  <a:lnTo>
                    <a:pt x="0" y="391668"/>
                  </a:lnTo>
                  <a:lnTo>
                    <a:pt x="1762" y="364283"/>
                  </a:lnTo>
                  <a:lnTo>
                    <a:pt x="2667" y="339471"/>
                  </a:lnTo>
                  <a:lnTo>
                    <a:pt x="3000" y="317515"/>
                  </a:lnTo>
                  <a:lnTo>
                    <a:pt x="3048" y="298704"/>
                  </a:lnTo>
                  <a:lnTo>
                    <a:pt x="3048" y="80772"/>
                  </a:lnTo>
                  <a:lnTo>
                    <a:pt x="3024" y="61079"/>
                  </a:lnTo>
                  <a:lnTo>
                    <a:pt x="2857" y="40957"/>
                  </a:lnTo>
                  <a:lnTo>
                    <a:pt x="2405" y="20550"/>
                  </a:lnTo>
                  <a:lnTo>
                    <a:pt x="1524" y="0"/>
                  </a:lnTo>
                  <a:lnTo>
                    <a:pt x="27431" y="16763"/>
                  </a:lnTo>
                  <a:lnTo>
                    <a:pt x="304800" y="16763"/>
                  </a:lnTo>
                  <a:lnTo>
                    <a:pt x="316992" y="0"/>
                  </a:lnTo>
                  <a:lnTo>
                    <a:pt x="344424" y="22860"/>
                  </a:lnTo>
                  <a:lnTo>
                    <a:pt x="330708" y="33528"/>
                  </a:lnTo>
                  <a:lnTo>
                    <a:pt x="330708" y="333756"/>
                  </a:lnTo>
                  <a:lnTo>
                    <a:pt x="328112" y="352877"/>
                  </a:lnTo>
                  <a:lnTo>
                    <a:pt x="320230" y="368998"/>
                  </a:lnTo>
                  <a:lnTo>
                    <a:pt x="306919" y="381976"/>
                  </a:lnTo>
                  <a:lnTo>
                    <a:pt x="288036" y="391668"/>
                  </a:lnTo>
                  <a:lnTo>
                    <a:pt x="284345" y="380523"/>
                  </a:lnTo>
                  <a:lnTo>
                    <a:pt x="273367" y="369951"/>
                  </a:lnTo>
                  <a:lnTo>
                    <a:pt x="255246" y="359949"/>
                  </a:lnTo>
                  <a:lnTo>
                    <a:pt x="230124" y="350520"/>
                  </a:lnTo>
                  <a:lnTo>
                    <a:pt x="230124" y="342900"/>
                  </a:lnTo>
                  <a:close/>
                </a:path>
              </a:pathLst>
            </a:custGeom>
            <a:ln w="1219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pic>
        <p:nvPicPr>
          <p:cNvPr id="49" name="object 49"/>
          <p:cNvPicPr/>
          <p:nvPr/>
        </p:nvPicPr>
        <p:blipFill>
          <a:blip r:embed="rId8" cstate="print"/>
          <a:stretch>
            <a:fillRect/>
          </a:stretch>
        </p:blipFill>
        <p:spPr>
          <a:xfrm>
            <a:off x="6178295" y="4446460"/>
            <a:ext cx="70104" cy="117919"/>
          </a:xfrm>
          <a:prstGeom prst="rect">
            <a:avLst/>
          </a:prstGeom>
        </p:spPr>
      </p:pic>
      <p:sp>
        <p:nvSpPr>
          <p:cNvPr id="50" name="object 50"/>
          <p:cNvSpPr/>
          <p:nvPr/>
        </p:nvSpPr>
        <p:spPr>
          <a:xfrm>
            <a:off x="6586728" y="4200144"/>
            <a:ext cx="396240" cy="390525"/>
          </a:xfrm>
          <a:custGeom>
            <a:avLst/>
            <a:gdLst/>
            <a:ahLst/>
            <a:cxnLst/>
            <a:rect l="l" t="t" r="r" b="b"/>
            <a:pathLst>
              <a:path w="396240" h="390525">
                <a:moveTo>
                  <a:pt x="36576" y="35052"/>
                </a:moveTo>
                <a:lnTo>
                  <a:pt x="21336" y="19812"/>
                </a:lnTo>
                <a:lnTo>
                  <a:pt x="181356" y="19812"/>
                </a:lnTo>
                <a:lnTo>
                  <a:pt x="195072" y="1524"/>
                </a:lnTo>
                <a:lnTo>
                  <a:pt x="222504" y="24384"/>
                </a:lnTo>
                <a:lnTo>
                  <a:pt x="214884" y="30480"/>
                </a:lnTo>
                <a:lnTo>
                  <a:pt x="79248" y="30480"/>
                </a:lnTo>
                <a:lnTo>
                  <a:pt x="68079" y="30765"/>
                </a:lnTo>
                <a:lnTo>
                  <a:pt x="57340" y="31623"/>
                </a:lnTo>
                <a:lnTo>
                  <a:pt x="46886" y="33051"/>
                </a:lnTo>
                <a:lnTo>
                  <a:pt x="36576" y="35052"/>
                </a:lnTo>
                <a:close/>
              </a:path>
              <a:path w="396240" h="390525">
                <a:moveTo>
                  <a:pt x="123444" y="117348"/>
                </a:moveTo>
                <a:lnTo>
                  <a:pt x="100584" y="117348"/>
                </a:lnTo>
                <a:lnTo>
                  <a:pt x="100584" y="30480"/>
                </a:lnTo>
                <a:lnTo>
                  <a:pt x="123444" y="30480"/>
                </a:lnTo>
                <a:lnTo>
                  <a:pt x="123444" y="117348"/>
                </a:lnTo>
                <a:close/>
              </a:path>
              <a:path w="396240" h="390525">
                <a:moveTo>
                  <a:pt x="42672" y="132588"/>
                </a:moveTo>
                <a:lnTo>
                  <a:pt x="25908" y="117348"/>
                </a:lnTo>
                <a:lnTo>
                  <a:pt x="184404" y="117348"/>
                </a:lnTo>
                <a:lnTo>
                  <a:pt x="184404" y="30480"/>
                </a:lnTo>
                <a:lnTo>
                  <a:pt x="214884" y="30480"/>
                </a:lnTo>
                <a:lnTo>
                  <a:pt x="207264" y="36576"/>
                </a:lnTo>
                <a:lnTo>
                  <a:pt x="207264" y="128016"/>
                </a:lnTo>
                <a:lnTo>
                  <a:pt x="83820" y="128016"/>
                </a:lnTo>
                <a:lnTo>
                  <a:pt x="72675" y="128301"/>
                </a:lnTo>
                <a:lnTo>
                  <a:pt x="62103" y="129159"/>
                </a:lnTo>
                <a:lnTo>
                  <a:pt x="52101" y="130587"/>
                </a:lnTo>
                <a:lnTo>
                  <a:pt x="42672" y="132588"/>
                </a:lnTo>
                <a:close/>
              </a:path>
              <a:path w="396240" h="390525">
                <a:moveTo>
                  <a:pt x="120396" y="205740"/>
                </a:moveTo>
                <a:lnTo>
                  <a:pt x="97536" y="205740"/>
                </a:lnTo>
                <a:lnTo>
                  <a:pt x="99298" y="187166"/>
                </a:lnTo>
                <a:lnTo>
                  <a:pt x="100203" y="168021"/>
                </a:lnTo>
                <a:lnTo>
                  <a:pt x="100536" y="148304"/>
                </a:lnTo>
                <a:lnTo>
                  <a:pt x="100584" y="128016"/>
                </a:lnTo>
                <a:lnTo>
                  <a:pt x="123444" y="128016"/>
                </a:lnTo>
                <a:lnTo>
                  <a:pt x="123366" y="148304"/>
                </a:lnTo>
                <a:lnTo>
                  <a:pt x="123063" y="165735"/>
                </a:lnTo>
                <a:lnTo>
                  <a:pt x="122158" y="185451"/>
                </a:lnTo>
                <a:lnTo>
                  <a:pt x="120396" y="205740"/>
                </a:lnTo>
                <a:close/>
              </a:path>
              <a:path w="396240" h="390525">
                <a:moveTo>
                  <a:pt x="35052" y="220980"/>
                </a:moveTo>
                <a:lnTo>
                  <a:pt x="19812" y="205740"/>
                </a:lnTo>
                <a:lnTo>
                  <a:pt x="184404" y="205740"/>
                </a:lnTo>
                <a:lnTo>
                  <a:pt x="184404" y="128016"/>
                </a:lnTo>
                <a:lnTo>
                  <a:pt x="207264" y="128016"/>
                </a:lnTo>
                <a:lnTo>
                  <a:pt x="207264" y="216408"/>
                </a:lnTo>
                <a:lnTo>
                  <a:pt x="77724" y="216408"/>
                </a:lnTo>
                <a:lnTo>
                  <a:pt x="66555" y="216693"/>
                </a:lnTo>
                <a:lnTo>
                  <a:pt x="55816" y="217551"/>
                </a:lnTo>
                <a:lnTo>
                  <a:pt x="45362" y="218979"/>
                </a:lnTo>
                <a:lnTo>
                  <a:pt x="35052" y="220980"/>
                </a:lnTo>
                <a:close/>
              </a:path>
              <a:path w="396240" h="390525">
                <a:moveTo>
                  <a:pt x="4572" y="384048"/>
                </a:moveTo>
                <a:lnTo>
                  <a:pt x="0" y="381000"/>
                </a:lnTo>
                <a:lnTo>
                  <a:pt x="37719" y="342423"/>
                </a:lnTo>
                <a:lnTo>
                  <a:pt x="66294" y="302133"/>
                </a:lnTo>
                <a:lnTo>
                  <a:pt x="85725" y="260127"/>
                </a:lnTo>
                <a:lnTo>
                  <a:pt x="96012" y="216408"/>
                </a:lnTo>
                <a:lnTo>
                  <a:pt x="118872" y="216408"/>
                </a:lnTo>
                <a:lnTo>
                  <a:pt x="104870" y="267247"/>
                </a:lnTo>
                <a:lnTo>
                  <a:pt x="81153" y="312229"/>
                </a:lnTo>
                <a:lnTo>
                  <a:pt x="47720" y="351210"/>
                </a:lnTo>
                <a:lnTo>
                  <a:pt x="4572" y="384048"/>
                </a:lnTo>
                <a:close/>
              </a:path>
              <a:path w="396240" h="390525">
                <a:moveTo>
                  <a:pt x="203491" y="324612"/>
                </a:moveTo>
                <a:lnTo>
                  <a:pt x="161544" y="324612"/>
                </a:lnTo>
                <a:lnTo>
                  <a:pt x="172402" y="322278"/>
                </a:lnTo>
                <a:lnTo>
                  <a:pt x="179832" y="315087"/>
                </a:lnTo>
                <a:lnTo>
                  <a:pt x="183832" y="302752"/>
                </a:lnTo>
                <a:lnTo>
                  <a:pt x="184404" y="284988"/>
                </a:lnTo>
                <a:lnTo>
                  <a:pt x="184404" y="216408"/>
                </a:lnTo>
                <a:lnTo>
                  <a:pt x="207264" y="216408"/>
                </a:lnTo>
                <a:lnTo>
                  <a:pt x="207264" y="304799"/>
                </a:lnTo>
                <a:lnTo>
                  <a:pt x="203491" y="324612"/>
                </a:lnTo>
                <a:close/>
              </a:path>
              <a:path w="396240" h="390525">
                <a:moveTo>
                  <a:pt x="158496" y="365760"/>
                </a:moveTo>
                <a:lnTo>
                  <a:pt x="154495" y="353163"/>
                </a:lnTo>
                <a:lnTo>
                  <a:pt x="144779" y="342709"/>
                </a:lnTo>
                <a:lnTo>
                  <a:pt x="129349" y="334256"/>
                </a:lnTo>
                <a:lnTo>
                  <a:pt x="108204" y="327660"/>
                </a:lnTo>
                <a:lnTo>
                  <a:pt x="108204" y="320040"/>
                </a:lnTo>
                <a:lnTo>
                  <a:pt x="122753" y="322040"/>
                </a:lnTo>
                <a:lnTo>
                  <a:pt x="136588" y="323469"/>
                </a:lnTo>
                <a:lnTo>
                  <a:pt x="149566" y="324326"/>
                </a:lnTo>
                <a:lnTo>
                  <a:pt x="161544" y="324612"/>
                </a:lnTo>
                <a:lnTo>
                  <a:pt x="203491" y="324612"/>
                </a:lnTo>
                <a:lnTo>
                  <a:pt x="203287" y="325683"/>
                </a:lnTo>
                <a:lnTo>
                  <a:pt x="193738" y="342709"/>
                </a:lnTo>
                <a:lnTo>
                  <a:pt x="178760" y="356020"/>
                </a:lnTo>
                <a:lnTo>
                  <a:pt x="158496" y="365760"/>
                </a:lnTo>
                <a:close/>
              </a:path>
              <a:path w="396240" h="390525">
                <a:moveTo>
                  <a:pt x="243840" y="390144"/>
                </a:moveTo>
                <a:lnTo>
                  <a:pt x="244721" y="347900"/>
                </a:lnTo>
                <a:lnTo>
                  <a:pt x="245173" y="299085"/>
                </a:lnTo>
                <a:lnTo>
                  <a:pt x="245293" y="108394"/>
                </a:lnTo>
                <a:lnTo>
                  <a:pt x="245169" y="71628"/>
                </a:lnTo>
                <a:lnTo>
                  <a:pt x="244702" y="30480"/>
                </a:lnTo>
                <a:lnTo>
                  <a:pt x="243840" y="0"/>
                </a:lnTo>
                <a:lnTo>
                  <a:pt x="268224" y="19812"/>
                </a:lnTo>
                <a:lnTo>
                  <a:pt x="382524" y="19812"/>
                </a:lnTo>
                <a:lnTo>
                  <a:pt x="393192" y="30480"/>
                </a:lnTo>
                <a:lnTo>
                  <a:pt x="268224" y="30480"/>
                </a:lnTo>
                <a:lnTo>
                  <a:pt x="268328" y="302728"/>
                </a:lnTo>
                <a:lnTo>
                  <a:pt x="268414" y="313944"/>
                </a:lnTo>
                <a:lnTo>
                  <a:pt x="268866" y="342519"/>
                </a:lnTo>
                <a:lnTo>
                  <a:pt x="269748" y="377952"/>
                </a:lnTo>
                <a:lnTo>
                  <a:pt x="243840" y="390144"/>
                </a:lnTo>
                <a:close/>
              </a:path>
              <a:path w="396240" h="390525">
                <a:moveTo>
                  <a:pt x="382524" y="19812"/>
                </a:moveTo>
                <a:lnTo>
                  <a:pt x="352044" y="19812"/>
                </a:lnTo>
                <a:lnTo>
                  <a:pt x="367284" y="4572"/>
                </a:lnTo>
                <a:lnTo>
                  <a:pt x="382524" y="19812"/>
                </a:lnTo>
                <a:close/>
              </a:path>
              <a:path w="396240" h="390525">
                <a:moveTo>
                  <a:pt x="385038" y="281940"/>
                </a:moveTo>
                <a:lnTo>
                  <a:pt x="350520" y="281940"/>
                </a:lnTo>
                <a:lnTo>
                  <a:pt x="358140" y="277368"/>
                </a:lnTo>
                <a:lnTo>
                  <a:pt x="359664" y="269748"/>
                </a:lnTo>
                <a:lnTo>
                  <a:pt x="362712" y="260604"/>
                </a:lnTo>
                <a:lnTo>
                  <a:pt x="364236" y="252984"/>
                </a:lnTo>
                <a:lnTo>
                  <a:pt x="364122" y="246888"/>
                </a:lnTo>
                <a:lnTo>
                  <a:pt x="349115" y="197739"/>
                </a:lnTo>
                <a:lnTo>
                  <a:pt x="315468" y="146304"/>
                </a:lnTo>
                <a:lnTo>
                  <a:pt x="353568" y="30480"/>
                </a:lnTo>
                <a:lnTo>
                  <a:pt x="393192" y="30480"/>
                </a:lnTo>
                <a:lnTo>
                  <a:pt x="396240" y="33528"/>
                </a:lnTo>
                <a:lnTo>
                  <a:pt x="387096" y="36695"/>
                </a:lnTo>
                <a:lnTo>
                  <a:pt x="377952" y="44005"/>
                </a:lnTo>
                <a:lnTo>
                  <a:pt x="368808" y="55602"/>
                </a:lnTo>
                <a:lnTo>
                  <a:pt x="359664" y="71628"/>
                </a:lnTo>
                <a:lnTo>
                  <a:pt x="351424" y="89939"/>
                </a:lnTo>
                <a:lnTo>
                  <a:pt x="342900" y="108394"/>
                </a:lnTo>
                <a:lnTo>
                  <a:pt x="334375" y="127134"/>
                </a:lnTo>
                <a:lnTo>
                  <a:pt x="326136" y="146304"/>
                </a:lnTo>
                <a:lnTo>
                  <a:pt x="347591" y="170021"/>
                </a:lnTo>
                <a:lnTo>
                  <a:pt x="364045" y="190881"/>
                </a:lnTo>
                <a:lnTo>
                  <a:pt x="385643" y="236601"/>
                </a:lnTo>
                <a:lnTo>
                  <a:pt x="390144" y="260604"/>
                </a:lnTo>
                <a:lnTo>
                  <a:pt x="389334" y="268628"/>
                </a:lnTo>
                <a:lnTo>
                  <a:pt x="387096" y="276796"/>
                </a:lnTo>
                <a:lnTo>
                  <a:pt x="385038" y="281940"/>
                </a:lnTo>
                <a:close/>
              </a:path>
              <a:path w="396240" h="390525">
                <a:moveTo>
                  <a:pt x="338328" y="323088"/>
                </a:moveTo>
                <a:lnTo>
                  <a:pt x="333446" y="311634"/>
                </a:lnTo>
                <a:lnTo>
                  <a:pt x="323278" y="302323"/>
                </a:lnTo>
                <a:lnTo>
                  <a:pt x="307681" y="295013"/>
                </a:lnTo>
                <a:lnTo>
                  <a:pt x="286512" y="289559"/>
                </a:lnTo>
                <a:lnTo>
                  <a:pt x="286512" y="280416"/>
                </a:lnTo>
                <a:lnTo>
                  <a:pt x="303633" y="281297"/>
                </a:lnTo>
                <a:lnTo>
                  <a:pt x="318325" y="281749"/>
                </a:lnTo>
                <a:lnTo>
                  <a:pt x="330446" y="281916"/>
                </a:lnTo>
                <a:lnTo>
                  <a:pt x="385038" y="281940"/>
                </a:lnTo>
                <a:lnTo>
                  <a:pt x="383714" y="285249"/>
                </a:lnTo>
                <a:lnTo>
                  <a:pt x="379476" y="294132"/>
                </a:lnTo>
                <a:lnTo>
                  <a:pt x="372618" y="302728"/>
                </a:lnTo>
                <a:lnTo>
                  <a:pt x="363474" y="310324"/>
                </a:lnTo>
                <a:lnTo>
                  <a:pt x="352044" y="317063"/>
                </a:lnTo>
                <a:lnTo>
                  <a:pt x="338328" y="32308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" name="object 51"/>
          <p:cNvSpPr/>
          <p:nvPr/>
        </p:nvSpPr>
        <p:spPr>
          <a:xfrm>
            <a:off x="7040880" y="4191000"/>
            <a:ext cx="360045" cy="381000"/>
          </a:xfrm>
          <a:custGeom>
            <a:avLst/>
            <a:gdLst/>
            <a:ahLst/>
            <a:cxnLst/>
            <a:rect l="l" t="t" r="r" b="b"/>
            <a:pathLst>
              <a:path w="360045" h="381000">
                <a:moveTo>
                  <a:pt x="3047" y="240791"/>
                </a:moveTo>
                <a:lnTo>
                  <a:pt x="0" y="233172"/>
                </a:lnTo>
                <a:lnTo>
                  <a:pt x="35766" y="204549"/>
                </a:lnTo>
                <a:lnTo>
                  <a:pt x="67818" y="175641"/>
                </a:lnTo>
                <a:lnTo>
                  <a:pt x="96440" y="146161"/>
                </a:lnTo>
                <a:lnTo>
                  <a:pt x="121920" y="115824"/>
                </a:lnTo>
                <a:lnTo>
                  <a:pt x="161925" y="57340"/>
                </a:lnTo>
                <a:lnTo>
                  <a:pt x="190500" y="0"/>
                </a:lnTo>
                <a:lnTo>
                  <a:pt x="228600" y="32004"/>
                </a:lnTo>
                <a:lnTo>
                  <a:pt x="207264" y="41148"/>
                </a:lnTo>
                <a:lnTo>
                  <a:pt x="178166" y="82923"/>
                </a:lnTo>
                <a:lnTo>
                  <a:pt x="147207" y="121355"/>
                </a:lnTo>
                <a:lnTo>
                  <a:pt x="114300" y="156400"/>
                </a:lnTo>
                <a:lnTo>
                  <a:pt x="79360" y="188016"/>
                </a:lnTo>
                <a:lnTo>
                  <a:pt x="42305" y="216161"/>
                </a:lnTo>
                <a:lnTo>
                  <a:pt x="3047" y="240791"/>
                </a:lnTo>
                <a:close/>
              </a:path>
              <a:path w="360045" h="381000">
                <a:moveTo>
                  <a:pt x="86868" y="368808"/>
                </a:moveTo>
                <a:lnTo>
                  <a:pt x="62484" y="327660"/>
                </a:lnTo>
                <a:lnTo>
                  <a:pt x="76485" y="323635"/>
                </a:lnTo>
                <a:lnTo>
                  <a:pt x="95631" y="311467"/>
                </a:lnTo>
                <a:lnTo>
                  <a:pt x="149352" y="262128"/>
                </a:lnTo>
                <a:lnTo>
                  <a:pt x="179903" y="228147"/>
                </a:lnTo>
                <a:lnTo>
                  <a:pt x="207454" y="190309"/>
                </a:lnTo>
                <a:lnTo>
                  <a:pt x="231862" y="148756"/>
                </a:lnTo>
                <a:lnTo>
                  <a:pt x="252984" y="103632"/>
                </a:lnTo>
                <a:lnTo>
                  <a:pt x="289560" y="132588"/>
                </a:lnTo>
                <a:lnTo>
                  <a:pt x="271272" y="141732"/>
                </a:lnTo>
                <a:lnTo>
                  <a:pt x="244649" y="177474"/>
                </a:lnTo>
                <a:lnTo>
                  <a:pt x="219456" y="209359"/>
                </a:lnTo>
                <a:lnTo>
                  <a:pt x="172212" y="262128"/>
                </a:lnTo>
                <a:lnTo>
                  <a:pt x="131826" y="301752"/>
                </a:lnTo>
                <a:lnTo>
                  <a:pt x="100584" y="327660"/>
                </a:lnTo>
                <a:lnTo>
                  <a:pt x="300190" y="327660"/>
                </a:lnTo>
                <a:lnTo>
                  <a:pt x="238243" y="334524"/>
                </a:lnTo>
                <a:lnTo>
                  <a:pt x="177613" y="343131"/>
                </a:lnTo>
                <a:lnTo>
                  <a:pt x="132124" y="351812"/>
                </a:lnTo>
                <a:lnTo>
                  <a:pt x="101851" y="360419"/>
                </a:lnTo>
                <a:lnTo>
                  <a:pt x="86868" y="368808"/>
                </a:lnTo>
                <a:close/>
              </a:path>
              <a:path w="360045" h="381000">
                <a:moveTo>
                  <a:pt x="300190" y="327660"/>
                </a:moveTo>
                <a:lnTo>
                  <a:pt x="100584" y="327660"/>
                </a:lnTo>
                <a:lnTo>
                  <a:pt x="309372" y="316991"/>
                </a:lnTo>
                <a:lnTo>
                  <a:pt x="297084" y="297037"/>
                </a:lnTo>
                <a:lnTo>
                  <a:pt x="283083" y="276225"/>
                </a:lnTo>
                <a:lnTo>
                  <a:pt x="267366" y="254841"/>
                </a:lnTo>
                <a:lnTo>
                  <a:pt x="249936" y="233172"/>
                </a:lnTo>
                <a:lnTo>
                  <a:pt x="256032" y="228600"/>
                </a:lnTo>
                <a:lnTo>
                  <a:pt x="297227" y="263723"/>
                </a:lnTo>
                <a:lnTo>
                  <a:pt x="327279" y="291274"/>
                </a:lnTo>
                <a:lnTo>
                  <a:pt x="355092" y="323088"/>
                </a:lnTo>
                <a:lnTo>
                  <a:pt x="355884" y="326136"/>
                </a:lnTo>
                <a:lnTo>
                  <a:pt x="313944" y="326136"/>
                </a:lnTo>
                <a:lnTo>
                  <a:pt x="300190" y="327660"/>
                </a:lnTo>
                <a:close/>
              </a:path>
              <a:path w="360045" h="381000">
                <a:moveTo>
                  <a:pt x="342900" y="381000"/>
                </a:moveTo>
                <a:lnTo>
                  <a:pt x="338328" y="381000"/>
                </a:lnTo>
                <a:lnTo>
                  <a:pt x="335280" y="377952"/>
                </a:lnTo>
                <a:lnTo>
                  <a:pt x="332232" y="368808"/>
                </a:lnTo>
                <a:lnTo>
                  <a:pt x="328517" y="359354"/>
                </a:lnTo>
                <a:lnTo>
                  <a:pt x="324147" y="348996"/>
                </a:lnTo>
                <a:lnTo>
                  <a:pt x="319373" y="338161"/>
                </a:lnTo>
                <a:lnTo>
                  <a:pt x="313944" y="326136"/>
                </a:lnTo>
                <a:lnTo>
                  <a:pt x="355884" y="326136"/>
                </a:lnTo>
                <a:lnTo>
                  <a:pt x="357092" y="330779"/>
                </a:lnTo>
                <a:lnTo>
                  <a:pt x="358521" y="337756"/>
                </a:lnTo>
                <a:lnTo>
                  <a:pt x="359378" y="343876"/>
                </a:lnTo>
                <a:lnTo>
                  <a:pt x="359664" y="348996"/>
                </a:lnTo>
                <a:lnTo>
                  <a:pt x="359664" y="358140"/>
                </a:lnTo>
                <a:lnTo>
                  <a:pt x="356616" y="365760"/>
                </a:lnTo>
                <a:lnTo>
                  <a:pt x="352044" y="371856"/>
                </a:lnTo>
                <a:lnTo>
                  <a:pt x="342900" y="38100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" name="object 52"/>
          <p:cNvSpPr/>
          <p:nvPr/>
        </p:nvSpPr>
        <p:spPr>
          <a:xfrm>
            <a:off x="7473683" y="4181855"/>
            <a:ext cx="2446655" cy="411480"/>
          </a:xfrm>
          <a:custGeom>
            <a:avLst/>
            <a:gdLst/>
            <a:ahLst/>
            <a:cxnLst/>
            <a:rect l="l" t="t" r="r" b="b"/>
            <a:pathLst>
              <a:path w="2446654" h="411479">
                <a:moveTo>
                  <a:pt x="262128" y="204216"/>
                </a:moveTo>
                <a:lnTo>
                  <a:pt x="144780" y="204216"/>
                </a:lnTo>
                <a:lnTo>
                  <a:pt x="144780" y="240792"/>
                </a:lnTo>
                <a:lnTo>
                  <a:pt x="219456" y="240792"/>
                </a:lnTo>
                <a:lnTo>
                  <a:pt x="219456" y="324612"/>
                </a:lnTo>
                <a:lnTo>
                  <a:pt x="213194" y="327520"/>
                </a:lnTo>
                <a:lnTo>
                  <a:pt x="205930" y="329565"/>
                </a:lnTo>
                <a:lnTo>
                  <a:pt x="197815" y="331050"/>
                </a:lnTo>
                <a:lnTo>
                  <a:pt x="188976" y="332232"/>
                </a:lnTo>
                <a:lnTo>
                  <a:pt x="179832" y="333997"/>
                </a:lnTo>
                <a:lnTo>
                  <a:pt x="170688" y="334899"/>
                </a:lnTo>
                <a:lnTo>
                  <a:pt x="161544" y="335241"/>
                </a:lnTo>
                <a:lnTo>
                  <a:pt x="152400" y="335280"/>
                </a:lnTo>
                <a:lnTo>
                  <a:pt x="140360" y="334708"/>
                </a:lnTo>
                <a:lnTo>
                  <a:pt x="99110" y="321906"/>
                </a:lnTo>
                <a:lnTo>
                  <a:pt x="68135" y="292328"/>
                </a:lnTo>
                <a:lnTo>
                  <a:pt x="49580" y="247484"/>
                </a:lnTo>
                <a:lnTo>
                  <a:pt x="45720" y="202692"/>
                </a:lnTo>
                <a:lnTo>
                  <a:pt x="47459" y="175310"/>
                </a:lnTo>
                <a:lnTo>
                  <a:pt x="61798" y="128549"/>
                </a:lnTo>
                <a:lnTo>
                  <a:pt x="89776" y="93967"/>
                </a:lnTo>
                <a:lnTo>
                  <a:pt x="127406" y="76733"/>
                </a:lnTo>
                <a:lnTo>
                  <a:pt x="149352" y="74676"/>
                </a:lnTo>
                <a:lnTo>
                  <a:pt x="159359" y="74968"/>
                </a:lnTo>
                <a:lnTo>
                  <a:pt x="168783" y="75819"/>
                </a:lnTo>
                <a:lnTo>
                  <a:pt x="177647" y="77254"/>
                </a:lnTo>
                <a:lnTo>
                  <a:pt x="185928" y="79248"/>
                </a:lnTo>
                <a:lnTo>
                  <a:pt x="194551" y="80924"/>
                </a:lnTo>
                <a:lnTo>
                  <a:pt x="202311" y="83439"/>
                </a:lnTo>
                <a:lnTo>
                  <a:pt x="209511" y="86537"/>
                </a:lnTo>
                <a:lnTo>
                  <a:pt x="216408" y="89916"/>
                </a:lnTo>
                <a:lnTo>
                  <a:pt x="223862" y="93345"/>
                </a:lnTo>
                <a:lnTo>
                  <a:pt x="230314" y="96774"/>
                </a:lnTo>
                <a:lnTo>
                  <a:pt x="235915" y="100203"/>
                </a:lnTo>
                <a:lnTo>
                  <a:pt x="240792" y="103632"/>
                </a:lnTo>
                <a:lnTo>
                  <a:pt x="246888" y="108204"/>
                </a:lnTo>
                <a:lnTo>
                  <a:pt x="251460" y="111252"/>
                </a:lnTo>
                <a:lnTo>
                  <a:pt x="257556" y="117348"/>
                </a:lnTo>
                <a:lnTo>
                  <a:pt x="260604" y="117348"/>
                </a:lnTo>
                <a:lnTo>
                  <a:pt x="260604" y="65532"/>
                </a:lnTo>
                <a:lnTo>
                  <a:pt x="239268" y="54864"/>
                </a:lnTo>
                <a:lnTo>
                  <a:pt x="232676" y="52578"/>
                </a:lnTo>
                <a:lnTo>
                  <a:pt x="214884" y="45720"/>
                </a:lnTo>
                <a:lnTo>
                  <a:pt x="171259" y="37528"/>
                </a:lnTo>
                <a:lnTo>
                  <a:pt x="155448" y="36576"/>
                </a:lnTo>
                <a:lnTo>
                  <a:pt x="138595" y="37414"/>
                </a:lnTo>
                <a:lnTo>
                  <a:pt x="91440" y="48768"/>
                </a:lnTo>
                <a:lnTo>
                  <a:pt x="53517" y="71056"/>
                </a:lnTo>
                <a:lnTo>
                  <a:pt x="24574" y="105727"/>
                </a:lnTo>
                <a:lnTo>
                  <a:pt x="7073" y="150431"/>
                </a:lnTo>
                <a:lnTo>
                  <a:pt x="0" y="204216"/>
                </a:lnTo>
                <a:lnTo>
                  <a:pt x="838" y="224218"/>
                </a:lnTo>
                <a:lnTo>
                  <a:pt x="12192" y="277368"/>
                </a:lnTo>
                <a:lnTo>
                  <a:pt x="32981" y="318947"/>
                </a:lnTo>
                <a:lnTo>
                  <a:pt x="65341" y="348996"/>
                </a:lnTo>
                <a:lnTo>
                  <a:pt x="106349" y="366953"/>
                </a:lnTo>
                <a:lnTo>
                  <a:pt x="153924" y="373380"/>
                </a:lnTo>
                <a:lnTo>
                  <a:pt x="162788" y="373126"/>
                </a:lnTo>
                <a:lnTo>
                  <a:pt x="214884" y="362712"/>
                </a:lnTo>
                <a:lnTo>
                  <a:pt x="220840" y="361289"/>
                </a:lnTo>
                <a:lnTo>
                  <a:pt x="227076" y="359283"/>
                </a:lnTo>
                <a:lnTo>
                  <a:pt x="233324" y="356717"/>
                </a:lnTo>
                <a:lnTo>
                  <a:pt x="239268" y="353568"/>
                </a:lnTo>
                <a:lnTo>
                  <a:pt x="249936" y="350520"/>
                </a:lnTo>
                <a:lnTo>
                  <a:pt x="262128" y="344424"/>
                </a:lnTo>
                <a:lnTo>
                  <a:pt x="262128" y="204216"/>
                </a:lnTo>
                <a:close/>
              </a:path>
              <a:path w="2446654" h="411479">
                <a:moveTo>
                  <a:pt x="426732" y="205752"/>
                </a:moveTo>
                <a:lnTo>
                  <a:pt x="303276" y="205752"/>
                </a:lnTo>
                <a:lnTo>
                  <a:pt x="303276" y="245364"/>
                </a:lnTo>
                <a:lnTo>
                  <a:pt x="426732" y="245364"/>
                </a:lnTo>
                <a:lnTo>
                  <a:pt x="426732" y="205752"/>
                </a:lnTo>
                <a:close/>
              </a:path>
              <a:path w="2446654" h="411479">
                <a:moveTo>
                  <a:pt x="678192" y="274320"/>
                </a:moveTo>
                <a:lnTo>
                  <a:pt x="669823" y="234886"/>
                </a:lnTo>
                <a:lnTo>
                  <a:pt x="643140" y="205740"/>
                </a:lnTo>
                <a:lnTo>
                  <a:pt x="607009" y="190627"/>
                </a:lnTo>
                <a:lnTo>
                  <a:pt x="571550" y="182118"/>
                </a:lnTo>
                <a:lnTo>
                  <a:pt x="529602" y="168592"/>
                </a:lnTo>
                <a:lnTo>
                  <a:pt x="506564" y="134708"/>
                </a:lnTo>
                <a:lnTo>
                  <a:pt x="505980" y="124968"/>
                </a:lnTo>
                <a:lnTo>
                  <a:pt x="507123" y="114109"/>
                </a:lnTo>
                <a:lnTo>
                  <a:pt x="534022" y="82397"/>
                </a:lnTo>
                <a:lnTo>
                  <a:pt x="573036" y="74676"/>
                </a:lnTo>
                <a:lnTo>
                  <a:pt x="585609" y="75272"/>
                </a:lnTo>
                <a:lnTo>
                  <a:pt x="623328" y="85344"/>
                </a:lnTo>
                <a:lnTo>
                  <a:pt x="662952" y="109728"/>
                </a:lnTo>
                <a:lnTo>
                  <a:pt x="666000" y="109728"/>
                </a:lnTo>
                <a:lnTo>
                  <a:pt x="666000" y="57912"/>
                </a:lnTo>
                <a:lnTo>
                  <a:pt x="655421" y="53390"/>
                </a:lnTo>
                <a:lnTo>
                  <a:pt x="644283" y="49149"/>
                </a:lnTo>
                <a:lnTo>
                  <a:pt x="632561" y="45491"/>
                </a:lnTo>
                <a:lnTo>
                  <a:pt x="620280" y="42672"/>
                </a:lnTo>
                <a:lnTo>
                  <a:pt x="608558" y="39801"/>
                </a:lnTo>
                <a:lnTo>
                  <a:pt x="596277" y="37909"/>
                </a:lnTo>
                <a:lnTo>
                  <a:pt x="583412" y="36893"/>
                </a:lnTo>
                <a:lnTo>
                  <a:pt x="569988" y="36576"/>
                </a:lnTo>
                <a:lnTo>
                  <a:pt x="547103" y="38290"/>
                </a:lnTo>
                <a:lnTo>
                  <a:pt x="507619" y="52006"/>
                </a:lnTo>
                <a:lnTo>
                  <a:pt x="477608" y="77685"/>
                </a:lnTo>
                <a:lnTo>
                  <a:pt x="460260" y="129540"/>
                </a:lnTo>
                <a:lnTo>
                  <a:pt x="460781" y="138645"/>
                </a:lnTo>
                <a:lnTo>
                  <a:pt x="472833" y="176403"/>
                </a:lnTo>
                <a:lnTo>
                  <a:pt x="505980" y="205740"/>
                </a:lnTo>
                <a:lnTo>
                  <a:pt x="559790" y="222631"/>
                </a:lnTo>
                <a:lnTo>
                  <a:pt x="566940" y="224028"/>
                </a:lnTo>
                <a:lnTo>
                  <a:pt x="572935" y="225437"/>
                </a:lnTo>
                <a:lnTo>
                  <a:pt x="611898" y="238506"/>
                </a:lnTo>
                <a:lnTo>
                  <a:pt x="633425" y="271589"/>
                </a:lnTo>
                <a:lnTo>
                  <a:pt x="633996" y="280416"/>
                </a:lnTo>
                <a:lnTo>
                  <a:pt x="632853" y="292404"/>
                </a:lnTo>
                <a:lnTo>
                  <a:pt x="605421" y="326923"/>
                </a:lnTo>
                <a:lnTo>
                  <a:pt x="560844" y="335280"/>
                </a:lnTo>
                <a:lnTo>
                  <a:pt x="548246" y="334479"/>
                </a:lnTo>
                <a:lnTo>
                  <a:pt x="509028" y="324612"/>
                </a:lnTo>
                <a:lnTo>
                  <a:pt x="472592" y="302323"/>
                </a:lnTo>
                <a:lnTo>
                  <a:pt x="461784" y="292608"/>
                </a:lnTo>
                <a:lnTo>
                  <a:pt x="458736" y="292608"/>
                </a:lnTo>
                <a:lnTo>
                  <a:pt x="458736" y="347472"/>
                </a:lnTo>
                <a:lnTo>
                  <a:pt x="469303" y="352044"/>
                </a:lnTo>
                <a:lnTo>
                  <a:pt x="517601" y="368642"/>
                </a:lnTo>
                <a:lnTo>
                  <a:pt x="563892" y="371856"/>
                </a:lnTo>
                <a:lnTo>
                  <a:pt x="578180" y="371525"/>
                </a:lnTo>
                <a:lnTo>
                  <a:pt x="623303" y="360260"/>
                </a:lnTo>
                <a:lnTo>
                  <a:pt x="655777" y="336003"/>
                </a:lnTo>
                <a:lnTo>
                  <a:pt x="674331" y="302399"/>
                </a:lnTo>
                <a:lnTo>
                  <a:pt x="677849" y="283489"/>
                </a:lnTo>
                <a:lnTo>
                  <a:pt x="678192" y="274320"/>
                </a:lnTo>
                <a:close/>
              </a:path>
              <a:path w="2446654" h="411479">
                <a:moveTo>
                  <a:pt x="925068" y="64008"/>
                </a:moveTo>
                <a:lnTo>
                  <a:pt x="915924" y="53340"/>
                </a:lnTo>
                <a:lnTo>
                  <a:pt x="897636" y="32004"/>
                </a:lnTo>
                <a:lnTo>
                  <a:pt x="876300" y="53340"/>
                </a:lnTo>
                <a:lnTo>
                  <a:pt x="800100" y="53340"/>
                </a:lnTo>
                <a:lnTo>
                  <a:pt x="805294" y="45910"/>
                </a:lnTo>
                <a:lnTo>
                  <a:pt x="809625" y="39624"/>
                </a:lnTo>
                <a:lnTo>
                  <a:pt x="833628" y="18288"/>
                </a:lnTo>
                <a:lnTo>
                  <a:pt x="798576" y="0"/>
                </a:lnTo>
                <a:lnTo>
                  <a:pt x="776668" y="53721"/>
                </a:lnTo>
                <a:lnTo>
                  <a:pt x="755904" y="91440"/>
                </a:lnTo>
                <a:lnTo>
                  <a:pt x="726757" y="128308"/>
                </a:lnTo>
                <a:lnTo>
                  <a:pt x="719328" y="137160"/>
                </a:lnTo>
                <a:lnTo>
                  <a:pt x="722376" y="141732"/>
                </a:lnTo>
                <a:lnTo>
                  <a:pt x="753668" y="116446"/>
                </a:lnTo>
                <a:lnTo>
                  <a:pt x="786650" y="76276"/>
                </a:lnTo>
                <a:lnTo>
                  <a:pt x="795528" y="64008"/>
                </a:lnTo>
                <a:lnTo>
                  <a:pt x="824484" y="64008"/>
                </a:lnTo>
                <a:lnTo>
                  <a:pt x="830770" y="71704"/>
                </a:lnTo>
                <a:lnTo>
                  <a:pt x="835914" y="78676"/>
                </a:lnTo>
                <a:lnTo>
                  <a:pt x="839914" y="84797"/>
                </a:lnTo>
                <a:lnTo>
                  <a:pt x="842772" y="89916"/>
                </a:lnTo>
                <a:lnTo>
                  <a:pt x="842772" y="97536"/>
                </a:lnTo>
                <a:lnTo>
                  <a:pt x="844296" y="103632"/>
                </a:lnTo>
                <a:lnTo>
                  <a:pt x="847344" y="112776"/>
                </a:lnTo>
                <a:lnTo>
                  <a:pt x="848868" y="114300"/>
                </a:lnTo>
                <a:lnTo>
                  <a:pt x="854964" y="114300"/>
                </a:lnTo>
                <a:lnTo>
                  <a:pt x="861060" y="111252"/>
                </a:lnTo>
                <a:lnTo>
                  <a:pt x="862584" y="109728"/>
                </a:lnTo>
                <a:lnTo>
                  <a:pt x="865632" y="105156"/>
                </a:lnTo>
                <a:lnTo>
                  <a:pt x="868680" y="96012"/>
                </a:lnTo>
                <a:lnTo>
                  <a:pt x="868400" y="88874"/>
                </a:lnTo>
                <a:lnTo>
                  <a:pt x="862965" y="81153"/>
                </a:lnTo>
                <a:lnTo>
                  <a:pt x="852398" y="72872"/>
                </a:lnTo>
                <a:lnTo>
                  <a:pt x="836676" y="64008"/>
                </a:lnTo>
                <a:lnTo>
                  <a:pt x="925068" y="64008"/>
                </a:lnTo>
                <a:close/>
              </a:path>
              <a:path w="2446654" h="411479">
                <a:moveTo>
                  <a:pt x="1106424" y="65532"/>
                </a:moveTo>
                <a:lnTo>
                  <a:pt x="1096886" y="54864"/>
                </a:lnTo>
                <a:lnTo>
                  <a:pt x="1080516" y="36576"/>
                </a:lnTo>
                <a:lnTo>
                  <a:pt x="1059180" y="54864"/>
                </a:lnTo>
                <a:lnTo>
                  <a:pt x="966216" y="54864"/>
                </a:lnTo>
                <a:lnTo>
                  <a:pt x="970788" y="48768"/>
                </a:lnTo>
                <a:lnTo>
                  <a:pt x="975360" y="41148"/>
                </a:lnTo>
                <a:lnTo>
                  <a:pt x="981456" y="35052"/>
                </a:lnTo>
                <a:lnTo>
                  <a:pt x="987552" y="27432"/>
                </a:lnTo>
                <a:lnTo>
                  <a:pt x="992124" y="22860"/>
                </a:lnTo>
                <a:lnTo>
                  <a:pt x="998220" y="22860"/>
                </a:lnTo>
                <a:lnTo>
                  <a:pt x="967740" y="1524"/>
                </a:lnTo>
                <a:lnTo>
                  <a:pt x="947928" y="48768"/>
                </a:lnTo>
                <a:lnTo>
                  <a:pt x="928687" y="82296"/>
                </a:lnTo>
                <a:lnTo>
                  <a:pt x="908304" y="111252"/>
                </a:lnTo>
                <a:lnTo>
                  <a:pt x="912876" y="114300"/>
                </a:lnTo>
                <a:lnTo>
                  <a:pt x="919480" y="109207"/>
                </a:lnTo>
                <a:lnTo>
                  <a:pt x="925639" y="103251"/>
                </a:lnTo>
                <a:lnTo>
                  <a:pt x="931532" y="96735"/>
                </a:lnTo>
                <a:lnTo>
                  <a:pt x="937260" y="89916"/>
                </a:lnTo>
                <a:lnTo>
                  <a:pt x="942975" y="83972"/>
                </a:lnTo>
                <a:lnTo>
                  <a:pt x="954405" y="71488"/>
                </a:lnTo>
                <a:lnTo>
                  <a:pt x="960120" y="65532"/>
                </a:lnTo>
                <a:lnTo>
                  <a:pt x="1001268" y="65532"/>
                </a:lnTo>
                <a:lnTo>
                  <a:pt x="1010437" y="73228"/>
                </a:lnTo>
                <a:lnTo>
                  <a:pt x="1017460" y="80200"/>
                </a:lnTo>
                <a:lnTo>
                  <a:pt x="1022489" y="86321"/>
                </a:lnTo>
                <a:lnTo>
                  <a:pt x="1025652" y="91440"/>
                </a:lnTo>
                <a:lnTo>
                  <a:pt x="1030224" y="97536"/>
                </a:lnTo>
                <a:lnTo>
                  <a:pt x="1033272" y="103632"/>
                </a:lnTo>
                <a:lnTo>
                  <a:pt x="1039368" y="112776"/>
                </a:lnTo>
                <a:lnTo>
                  <a:pt x="1040892" y="115824"/>
                </a:lnTo>
                <a:lnTo>
                  <a:pt x="1045464" y="115824"/>
                </a:lnTo>
                <a:lnTo>
                  <a:pt x="1046988" y="114300"/>
                </a:lnTo>
                <a:lnTo>
                  <a:pt x="1056132" y="108204"/>
                </a:lnTo>
                <a:lnTo>
                  <a:pt x="1057656" y="102108"/>
                </a:lnTo>
                <a:lnTo>
                  <a:pt x="1057656" y="92964"/>
                </a:lnTo>
                <a:lnTo>
                  <a:pt x="1054823" y="86106"/>
                </a:lnTo>
                <a:lnTo>
                  <a:pt x="1046416" y="79248"/>
                </a:lnTo>
                <a:lnTo>
                  <a:pt x="1032586" y="72390"/>
                </a:lnTo>
                <a:lnTo>
                  <a:pt x="1013460" y="65532"/>
                </a:lnTo>
                <a:lnTo>
                  <a:pt x="1106424" y="65532"/>
                </a:lnTo>
                <a:close/>
              </a:path>
              <a:path w="2446654" h="411479">
                <a:moveTo>
                  <a:pt x="1112520" y="323088"/>
                </a:moveTo>
                <a:lnTo>
                  <a:pt x="1102829" y="312420"/>
                </a:lnTo>
                <a:lnTo>
                  <a:pt x="1082040" y="289560"/>
                </a:lnTo>
                <a:lnTo>
                  <a:pt x="1057656" y="312420"/>
                </a:lnTo>
                <a:lnTo>
                  <a:pt x="979932" y="312420"/>
                </a:lnTo>
                <a:lnTo>
                  <a:pt x="979932" y="260604"/>
                </a:lnTo>
                <a:lnTo>
                  <a:pt x="1005840" y="260604"/>
                </a:lnTo>
                <a:lnTo>
                  <a:pt x="1005840" y="277368"/>
                </a:lnTo>
                <a:lnTo>
                  <a:pt x="1031748" y="266700"/>
                </a:lnTo>
                <a:lnTo>
                  <a:pt x="1031367" y="260604"/>
                </a:lnTo>
                <a:lnTo>
                  <a:pt x="1030871" y="252730"/>
                </a:lnTo>
                <a:lnTo>
                  <a:pt x="1030770" y="249936"/>
                </a:lnTo>
                <a:lnTo>
                  <a:pt x="1030414" y="240601"/>
                </a:lnTo>
                <a:lnTo>
                  <a:pt x="1030249" y="230492"/>
                </a:lnTo>
                <a:lnTo>
                  <a:pt x="1030224" y="213360"/>
                </a:lnTo>
                <a:lnTo>
                  <a:pt x="1030224" y="202692"/>
                </a:lnTo>
                <a:lnTo>
                  <a:pt x="1030224" y="170688"/>
                </a:lnTo>
                <a:lnTo>
                  <a:pt x="1030224" y="160020"/>
                </a:lnTo>
                <a:lnTo>
                  <a:pt x="1030224" y="131064"/>
                </a:lnTo>
                <a:lnTo>
                  <a:pt x="1034288" y="128016"/>
                </a:lnTo>
                <a:lnTo>
                  <a:pt x="1042416" y="121920"/>
                </a:lnTo>
                <a:lnTo>
                  <a:pt x="1035735" y="117348"/>
                </a:lnTo>
                <a:lnTo>
                  <a:pt x="1013460" y="102108"/>
                </a:lnTo>
                <a:lnTo>
                  <a:pt x="1005840" y="114808"/>
                </a:lnTo>
                <a:lnTo>
                  <a:pt x="1005840" y="128016"/>
                </a:lnTo>
                <a:lnTo>
                  <a:pt x="1005840" y="160020"/>
                </a:lnTo>
                <a:lnTo>
                  <a:pt x="1005840" y="170688"/>
                </a:lnTo>
                <a:lnTo>
                  <a:pt x="1005840" y="202692"/>
                </a:lnTo>
                <a:lnTo>
                  <a:pt x="1005840" y="213360"/>
                </a:lnTo>
                <a:lnTo>
                  <a:pt x="1005840" y="249936"/>
                </a:lnTo>
                <a:lnTo>
                  <a:pt x="955548" y="249936"/>
                </a:lnTo>
                <a:lnTo>
                  <a:pt x="955548" y="260604"/>
                </a:lnTo>
                <a:lnTo>
                  <a:pt x="955548" y="313944"/>
                </a:lnTo>
                <a:lnTo>
                  <a:pt x="870204" y="313944"/>
                </a:lnTo>
                <a:lnTo>
                  <a:pt x="871474" y="301967"/>
                </a:lnTo>
                <a:lnTo>
                  <a:pt x="873061" y="287845"/>
                </a:lnTo>
                <a:lnTo>
                  <a:pt x="874280" y="274307"/>
                </a:lnTo>
                <a:lnTo>
                  <a:pt x="874776" y="260604"/>
                </a:lnTo>
                <a:lnTo>
                  <a:pt x="955548" y="260604"/>
                </a:lnTo>
                <a:lnTo>
                  <a:pt x="955548" y="249936"/>
                </a:lnTo>
                <a:lnTo>
                  <a:pt x="818388" y="249936"/>
                </a:lnTo>
                <a:lnTo>
                  <a:pt x="818388" y="213360"/>
                </a:lnTo>
                <a:lnTo>
                  <a:pt x="1005840" y="213360"/>
                </a:lnTo>
                <a:lnTo>
                  <a:pt x="1005840" y="202692"/>
                </a:lnTo>
                <a:lnTo>
                  <a:pt x="818388" y="202692"/>
                </a:lnTo>
                <a:lnTo>
                  <a:pt x="818388" y="170688"/>
                </a:lnTo>
                <a:lnTo>
                  <a:pt x="1005840" y="170688"/>
                </a:lnTo>
                <a:lnTo>
                  <a:pt x="1005840" y="160020"/>
                </a:lnTo>
                <a:lnTo>
                  <a:pt x="818388" y="160020"/>
                </a:lnTo>
                <a:lnTo>
                  <a:pt x="818388" y="128016"/>
                </a:lnTo>
                <a:lnTo>
                  <a:pt x="1005840" y="128016"/>
                </a:lnTo>
                <a:lnTo>
                  <a:pt x="1005840" y="114808"/>
                </a:lnTo>
                <a:lnTo>
                  <a:pt x="1004316" y="117348"/>
                </a:lnTo>
                <a:lnTo>
                  <a:pt x="818388" y="117348"/>
                </a:lnTo>
                <a:lnTo>
                  <a:pt x="790956" y="103632"/>
                </a:lnTo>
                <a:lnTo>
                  <a:pt x="792048" y="112776"/>
                </a:lnTo>
                <a:lnTo>
                  <a:pt x="792162" y="114300"/>
                </a:lnTo>
                <a:lnTo>
                  <a:pt x="793051" y="127635"/>
                </a:lnTo>
                <a:lnTo>
                  <a:pt x="793750" y="147358"/>
                </a:lnTo>
                <a:lnTo>
                  <a:pt x="794004" y="172212"/>
                </a:lnTo>
                <a:lnTo>
                  <a:pt x="794651" y="200533"/>
                </a:lnTo>
                <a:lnTo>
                  <a:pt x="794550" y="230492"/>
                </a:lnTo>
                <a:lnTo>
                  <a:pt x="794194" y="260604"/>
                </a:lnTo>
                <a:lnTo>
                  <a:pt x="794004" y="283464"/>
                </a:lnTo>
                <a:lnTo>
                  <a:pt x="818388" y="274320"/>
                </a:lnTo>
                <a:lnTo>
                  <a:pt x="818388" y="260604"/>
                </a:lnTo>
                <a:lnTo>
                  <a:pt x="848868" y="260604"/>
                </a:lnTo>
                <a:lnTo>
                  <a:pt x="847801" y="274307"/>
                </a:lnTo>
                <a:lnTo>
                  <a:pt x="846683" y="287845"/>
                </a:lnTo>
                <a:lnTo>
                  <a:pt x="845515" y="301117"/>
                </a:lnTo>
                <a:lnTo>
                  <a:pt x="844296" y="313944"/>
                </a:lnTo>
                <a:lnTo>
                  <a:pt x="710184" y="313944"/>
                </a:lnTo>
                <a:lnTo>
                  <a:pt x="725424" y="329184"/>
                </a:lnTo>
                <a:lnTo>
                  <a:pt x="735736" y="327190"/>
                </a:lnTo>
                <a:lnTo>
                  <a:pt x="746188" y="325755"/>
                </a:lnTo>
                <a:lnTo>
                  <a:pt x="756932" y="324904"/>
                </a:lnTo>
                <a:lnTo>
                  <a:pt x="768096" y="324612"/>
                </a:lnTo>
                <a:lnTo>
                  <a:pt x="842772" y="324612"/>
                </a:lnTo>
                <a:lnTo>
                  <a:pt x="817918" y="360616"/>
                </a:lnTo>
                <a:lnTo>
                  <a:pt x="775144" y="388620"/>
                </a:lnTo>
                <a:lnTo>
                  <a:pt x="731520" y="406908"/>
                </a:lnTo>
                <a:lnTo>
                  <a:pt x="733044" y="411480"/>
                </a:lnTo>
                <a:lnTo>
                  <a:pt x="776668" y="401193"/>
                </a:lnTo>
                <a:lnTo>
                  <a:pt x="816864" y="384048"/>
                </a:lnTo>
                <a:lnTo>
                  <a:pt x="849058" y="358902"/>
                </a:lnTo>
                <a:lnTo>
                  <a:pt x="868680" y="324612"/>
                </a:lnTo>
                <a:lnTo>
                  <a:pt x="955548" y="324612"/>
                </a:lnTo>
                <a:lnTo>
                  <a:pt x="955319" y="342900"/>
                </a:lnTo>
                <a:lnTo>
                  <a:pt x="954913" y="358902"/>
                </a:lnTo>
                <a:lnTo>
                  <a:pt x="954316" y="384048"/>
                </a:lnTo>
                <a:lnTo>
                  <a:pt x="954201" y="393484"/>
                </a:lnTo>
                <a:lnTo>
                  <a:pt x="954024" y="411480"/>
                </a:lnTo>
                <a:lnTo>
                  <a:pt x="981456" y="399288"/>
                </a:lnTo>
                <a:lnTo>
                  <a:pt x="980579" y="387819"/>
                </a:lnTo>
                <a:lnTo>
                  <a:pt x="980160" y="372618"/>
                </a:lnTo>
                <a:lnTo>
                  <a:pt x="980046" y="360616"/>
                </a:lnTo>
                <a:lnTo>
                  <a:pt x="979944" y="324612"/>
                </a:lnTo>
                <a:lnTo>
                  <a:pt x="979932" y="323088"/>
                </a:lnTo>
                <a:lnTo>
                  <a:pt x="1112520" y="323088"/>
                </a:lnTo>
                <a:close/>
              </a:path>
              <a:path w="2446654" h="411479">
                <a:moveTo>
                  <a:pt x="1217676" y="167640"/>
                </a:moveTo>
                <a:lnTo>
                  <a:pt x="1213942" y="156768"/>
                </a:lnTo>
                <a:lnTo>
                  <a:pt x="1202626" y="144589"/>
                </a:lnTo>
                <a:lnTo>
                  <a:pt x="1183601" y="131000"/>
                </a:lnTo>
                <a:lnTo>
                  <a:pt x="1156716" y="115824"/>
                </a:lnTo>
                <a:lnTo>
                  <a:pt x="1153668" y="121920"/>
                </a:lnTo>
                <a:lnTo>
                  <a:pt x="1167130" y="137350"/>
                </a:lnTo>
                <a:lnTo>
                  <a:pt x="1177861" y="151638"/>
                </a:lnTo>
                <a:lnTo>
                  <a:pt x="1186040" y="164782"/>
                </a:lnTo>
                <a:lnTo>
                  <a:pt x="1191768" y="176784"/>
                </a:lnTo>
                <a:lnTo>
                  <a:pt x="1195247" y="187363"/>
                </a:lnTo>
                <a:lnTo>
                  <a:pt x="1199007" y="193929"/>
                </a:lnTo>
                <a:lnTo>
                  <a:pt x="1203350" y="196507"/>
                </a:lnTo>
                <a:lnTo>
                  <a:pt x="1208532" y="195072"/>
                </a:lnTo>
                <a:lnTo>
                  <a:pt x="1212532" y="190144"/>
                </a:lnTo>
                <a:lnTo>
                  <a:pt x="1215390" y="184213"/>
                </a:lnTo>
                <a:lnTo>
                  <a:pt x="1217104" y="176860"/>
                </a:lnTo>
                <a:lnTo>
                  <a:pt x="1217676" y="167640"/>
                </a:lnTo>
                <a:close/>
              </a:path>
              <a:path w="2446654" h="411479">
                <a:moveTo>
                  <a:pt x="1254252" y="65532"/>
                </a:moveTo>
                <a:lnTo>
                  <a:pt x="1217752" y="26962"/>
                </a:lnTo>
                <a:lnTo>
                  <a:pt x="1196340" y="15240"/>
                </a:lnTo>
                <a:lnTo>
                  <a:pt x="1193292" y="19812"/>
                </a:lnTo>
                <a:lnTo>
                  <a:pt x="1204988" y="35242"/>
                </a:lnTo>
                <a:lnTo>
                  <a:pt x="1214818" y="49530"/>
                </a:lnTo>
                <a:lnTo>
                  <a:pt x="1222654" y="62674"/>
                </a:lnTo>
                <a:lnTo>
                  <a:pt x="1228344" y="74676"/>
                </a:lnTo>
                <a:lnTo>
                  <a:pt x="1231392" y="85344"/>
                </a:lnTo>
                <a:lnTo>
                  <a:pt x="1234440" y="91440"/>
                </a:lnTo>
                <a:lnTo>
                  <a:pt x="1240536" y="91440"/>
                </a:lnTo>
                <a:lnTo>
                  <a:pt x="1243584" y="89916"/>
                </a:lnTo>
                <a:lnTo>
                  <a:pt x="1252728" y="80772"/>
                </a:lnTo>
                <a:lnTo>
                  <a:pt x="1254252" y="74676"/>
                </a:lnTo>
                <a:lnTo>
                  <a:pt x="1254252" y="65532"/>
                </a:lnTo>
                <a:close/>
              </a:path>
              <a:path w="2446654" h="411479">
                <a:moveTo>
                  <a:pt x="1298448" y="77724"/>
                </a:moveTo>
                <a:lnTo>
                  <a:pt x="1292352" y="76200"/>
                </a:lnTo>
                <a:lnTo>
                  <a:pt x="1260665" y="151955"/>
                </a:lnTo>
                <a:lnTo>
                  <a:pt x="1236535" y="207835"/>
                </a:lnTo>
                <a:lnTo>
                  <a:pt x="1220139" y="244017"/>
                </a:lnTo>
                <a:lnTo>
                  <a:pt x="1193292" y="277368"/>
                </a:lnTo>
                <a:lnTo>
                  <a:pt x="1188415" y="277114"/>
                </a:lnTo>
                <a:lnTo>
                  <a:pt x="1155192" y="274320"/>
                </a:lnTo>
                <a:lnTo>
                  <a:pt x="1155192" y="281940"/>
                </a:lnTo>
                <a:lnTo>
                  <a:pt x="1193292" y="300228"/>
                </a:lnTo>
                <a:lnTo>
                  <a:pt x="1196340" y="306324"/>
                </a:lnTo>
                <a:lnTo>
                  <a:pt x="1196276" y="315468"/>
                </a:lnTo>
                <a:lnTo>
                  <a:pt x="1188897" y="349948"/>
                </a:lnTo>
                <a:lnTo>
                  <a:pt x="1187005" y="357378"/>
                </a:lnTo>
                <a:lnTo>
                  <a:pt x="1186014" y="363474"/>
                </a:lnTo>
                <a:lnTo>
                  <a:pt x="1185913" y="364998"/>
                </a:lnTo>
                <a:lnTo>
                  <a:pt x="1185672" y="368808"/>
                </a:lnTo>
                <a:lnTo>
                  <a:pt x="1185672" y="376428"/>
                </a:lnTo>
                <a:lnTo>
                  <a:pt x="1190244" y="381000"/>
                </a:lnTo>
                <a:lnTo>
                  <a:pt x="1196340" y="384048"/>
                </a:lnTo>
                <a:lnTo>
                  <a:pt x="1203960" y="385572"/>
                </a:lnTo>
                <a:lnTo>
                  <a:pt x="1210056" y="387096"/>
                </a:lnTo>
                <a:lnTo>
                  <a:pt x="1219200" y="387096"/>
                </a:lnTo>
                <a:lnTo>
                  <a:pt x="1222248" y="385572"/>
                </a:lnTo>
                <a:lnTo>
                  <a:pt x="1222248" y="381000"/>
                </a:lnTo>
                <a:lnTo>
                  <a:pt x="1222019" y="373240"/>
                </a:lnTo>
                <a:lnTo>
                  <a:pt x="1221574" y="364998"/>
                </a:lnTo>
                <a:lnTo>
                  <a:pt x="1221117" y="354761"/>
                </a:lnTo>
                <a:lnTo>
                  <a:pt x="1220939" y="349948"/>
                </a:lnTo>
                <a:lnTo>
                  <a:pt x="1220724" y="336804"/>
                </a:lnTo>
                <a:lnTo>
                  <a:pt x="1220190" y="322326"/>
                </a:lnTo>
                <a:lnTo>
                  <a:pt x="1225296" y="283464"/>
                </a:lnTo>
                <a:lnTo>
                  <a:pt x="1227416" y="277368"/>
                </a:lnTo>
                <a:lnTo>
                  <a:pt x="1232446" y="262890"/>
                </a:lnTo>
                <a:lnTo>
                  <a:pt x="1247013" y="221742"/>
                </a:lnTo>
                <a:lnTo>
                  <a:pt x="1271905" y="151955"/>
                </a:lnTo>
                <a:lnTo>
                  <a:pt x="1298448" y="77724"/>
                </a:lnTo>
                <a:close/>
              </a:path>
              <a:path w="2446654" h="411479">
                <a:moveTo>
                  <a:pt x="1563624" y="213360"/>
                </a:moveTo>
                <a:lnTo>
                  <a:pt x="1533144" y="182880"/>
                </a:lnTo>
                <a:lnTo>
                  <a:pt x="1513332" y="202692"/>
                </a:lnTo>
                <a:lnTo>
                  <a:pt x="1420368" y="202692"/>
                </a:lnTo>
                <a:lnTo>
                  <a:pt x="1420368" y="109728"/>
                </a:lnTo>
                <a:lnTo>
                  <a:pt x="1536192" y="109728"/>
                </a:lnTo>
                <a:lnTo>
                  <a:pt x="1507236" y="79248"/>
                </a:lnTo>
                <a:lnTo>
                  <a:pt x="1488948" y="99060"/>
                </a:lnTo>
                <a:lnTo>
                  <a:pt x="1420368" y="99060"/>
                </a:lnTo>
                <a:lnTo>
                  <a:pt x="1420368" y="38100"/>
                </a:lnTo>
                <a:lnTo>
                  <a:pt x="1438656" y="19812"/>
                </a:lnTo>
                <a:lnTo>
                  <a:pt x="1395984" y="0"/>
                </a:lnTo>
                <a:lnTo>
                  <a:pt x="1396873" y="14846"/>
                </a:lnTo>
                <a:lnTo>
                  <a:pt x="1397304" y="35242"/>
                </a:lnTo>
                <a:lnTo>
                  <a:pt x="1397419" y="51816"/>
                </a:lnTo>
                <a:lnTo>
                  <a:pt x="1397508" y="99060"/>
                </a:lnTo>
                <a:lnTo>
                  <a:pt x="1303020" y="99060"/>
                </a:lnTo>
                <a:lnTo>
                  <a:pt x="1318260" y="114300"/>
                </a:lnTo>
                <a:lnTo>
                  <a:pt x="1327912" y="112306"/>
                </a:lnTo>
                <a:lnTo>
                  <a:pt x="1338262" y="110871"/>
                </a:lnTo>
                <a:lnTo>
                  <a:pt x="1348917" y="110020"/>
                </a:lnTo>
                <a:lnTo>
                  <a:pt x="1359408" y="109728"/>
                </a:lnTo>
                <a:lnTo>
                  <a:pt x="1397508" y="109728"/>
                </a:lnTo>
                <a:lnTo>
                  <a:pt x="1397508" y="202692"/>
                </a:lnTo>
                <a:lnTo>
                  <a:pt x="1269492" y="202692"/>
                </a:lnTo>
                <a:lnTo>
                  <a:pt x="1284732" y="217932"/>
                </a:lnTo>
                <a:lnTo>
                  <a:pt x="1295044" y="215938"/>
                </a:lnTo>
                <a:lnTo>
                  <a:pt x="1305496" y="214503"/>
                </a:lnTo>
                <a:lnTo>
                  <a:pt x="1316240" y="213652"/>
                </a:lnTo>
                <a:lnTo>
                  <a:pt x="1327404" y="213360"/>
                </a:lnTo>
                <a:lnTo>
                  <a:pt x="1391412" y="213360"/>
                </a:lnTo>
                <a:lnTo>
                  <a:pt x="1371790" y="256984"/>
                </a:lnTo>
                <a:lnTo>
                  <a:pt x="1339596" y="306324"/>
                </a:lnTo>
                <a:lnTo>
                  <a:pt x="1306449" y="344805"/>
                </a:lnTo>
                <a:lnTo>
                  <a:pt x="1280160" y="358140"/>
                </a:lnTo>
                <a:lnTo>
                  <a:pt x="1296924" y="397764"/>
                </a:lnTo>
                <a:lnTo>
                  <a:pt x="1332293" y="382765"/>
                </a:lnTo>
                <a:lnTo>
                  <a:pt x="1382864" y="370713"/>
                </a:lnTo>
                <a:lnTo>
                  <a:pt x="1456639" y="359283"/>
                </a:lnTo>
                <a:lnTo>
                  <a:pt x="1465846" y="358140"/>
                </a:lnTo>
                <a:lnTo>
                  <a:pt x="1502664" y="353568"/>
                </a:lnTo>
                <a:lnTo>
                  <a:pt x="1506982" y="361810"/>
                </a:lnTo>
                <a:lnTo>
                  <a:pt x="1510855" y="370332"/>
                </a:lnTo>
                <a:lnTo>
                  <a:pt x="1517904" y="387096"/>
                </a:lnTo>
                <a:lnTo>
                  <a:pt x="1520952" y="394716"/>
                </a:lnTo>
                <a:lnTo>
                  <a:pt x="1524000" y="397764"/>
                </a:lnTo>
                <a:lnTo>
                  <a:pt x="1528572" y="397764"/>
                </a:lnTo>
                <a:lnTo>
                  <a:pt x="1531620" y="394716"/>
                </a:lnTo>
                <a:lnTo>
                  <a:pt x="1536192" y="387096"/>
                </a:lnTo>
                <a:lnTo>
                  <a:pt x="1540764" y="381000"/>
                </a:lnTo>
                <a:lnTo>
                  <a:pt x="1542288" y="373380"/>
                </a:lnTo>
                <a:lnTo>
                  <a:pt x="1542288" y="359664"/>
                </a:lnTo>
                <a:lnTo>
                  <a:pt x="1539849" y="353568"/>
                </a:lnTo>
                <a:lnTo>
                  <a:pt x="1539240" y="352044"/>
                </a:lnTo>
                <a:lnTo>
                  <a:pt x="1509979" y="322326"/>
                </a:lnTo>
                <a:lnTo>
                  <a:pt x="1467281" y="289750"/>
                </a:lnTo>
                <a:lnTo>
                  <a:pt x="1452372" y="278892"/>
                </a:lnTo>
                <a:lnTo>
                  <a:pt x="1449324" y="284988"/>
                </a:lnTo>
                <a:lnTo>
                  <a:pt x="1461858" y="299872"/>
                </a:lnTo>
                <a:lnTo>
                  <a:pt x="1474089" y="314896"/>
                </a:lnTo>
                <a:lnTo>
                  <a:pt x="1485760" y="330212"/>
                </a:lnTo>
                <a:lnTo>
                  <a:pt x="1496568" y="345948"/>
                </a:lnTo>
                <a:lnTo>
                  <a:pt x="1315212" y="358140"/>
                </a:lnTo>
                <a:lnTo>
                  <a:pt x="1343456" y="327545"/>
                </a:lnTo>
                <a:lnTo>
                  <a:pt x="1366266" y="301942"/>
                </a:lnTo>
                <a:lnTo>
                  <a:pt x="1383372" y="281203"/>
                </a:lnTo>
                <a:lnTo>
                  <a:pt x="1394460" y="265176"/>
                </a:lnTo>
                <a:lnTo>
                  <a:pt x="1403350" y="253746"/>
                </a:lnTo>
                <a:lnTo>
                  <a:pt x="1411795" y="244602"/>
                </a:lnTo>
                <a:lnTo>
                  <a:pt x="1419974" y="237744"/>
                </a:lnTo>
                <a:lnTo>
                  <a:pt x="1427988" y="233172"/>
                </a:lnTo>
                <a:lnTo>
                  <a:pt x="1400556" y="213360"/>
                </a:lnTo>
                <a:lnTo>
                  <a:pt x="1563624" y="213360"/>
                </a:lnTo>
                <a:close/>
              </a:path>
              <a:path w="2446654" h="411479">
                <a:moveTo>
                  <a:pt x="1799844" y="38100"/>
                </a:moveTo>
                <a:lnTo>
                  <a:pt x="1772412" y="9144"/>
                </a:lnTo>
                <a:lnTo>
                  <a:pt x="1763826" y="15722"/>
                </a:lnTo>
                <a:lnTo>
                  <a:pt x="1753933" y="21717"/>
                </a:lnTo>
                <a:lnTo>
                  <a:pt x="1742630" y="27152"/>
                </a:lnTo>
                <a:lnTo>
                  <a:pt x="1729740" y="32004"/>
                </a:lnTo>
                <a:lnTo>
                  <a:pt x="1716646" y="37465"/>
                </a:lnTo>
                <a:lnTo>
                  <a:pt x="1702689" y="42481"/>
                </a:lnTo>
                <a:lnTo>
                  <a:pt x="1688172" y="47231"/>
                </a:lnTo>
                <a:lnTo>
                  <a:pt x="1673352" y="51816"/>
                </a:lnTo>
                <a:lnTo>
                  <a:pt x="1644408" y="36576"/>
                </a:lnTo>
                <a:lnTo>
                  <a:pt x="1645526" y="58039"/>
                </a:lnTo>
                <a:lnTo>
                  <a:pt x="1646491" y="85915"/>
                </a:lnTo>
                <a:lnTo>
                  <a:pt x="1647101" y="115824"/>
                </a:lnTo>
                <a:lnTo>
                  <a:pt x="1647202" y="121920"/>
                </a:lnTo>
                <a:lnTo>
                  <a:pt x="1647609" y="184213"/>
                </a:lnTo>
                <a:lnTo>
                  <a:pt x="1647545" y="208788"/>
                </a:lnTo>
                <a:lnTo>
                  <a:pt x="1643164" y="274701"/>
                </a:lnTo>
                <a:lnTo>
                  <a:pt x="1632280" y="329552"/>
                </a:lnTo>
                <a:lnTo>
                  <a:pt x="1611083" y="381508"/>
                </a:lnTo>
                <a:lnTo>
                  <a:pt x="1595628" y="406908"/>
                </a:lnTo>
                <a:lnTo>
                  <a:pt x="1601724" y="409956"/>
                </a:lnTo>
                <a:lnTo>
                  <a:pt x="1631759" y="371081"/>
                </a:lnTo>
                <a:lnTo>
                  <a:pt x="1653349" y="329755"/>
                </a:lnTo>
                <a:lnTo>
                  <a:pt x="1666671" y="285877"/>
                </a:lnTo>
                <a:lnTo>
                  <a:pt x="1671828" y="239268"/>
                </a:lnTo>
                <a:lnTo>
                  <a:pt x="1752600" y="239268"/>
                </a:lnTo>
                <a:lnTo>
                  <a:pt x="1752600" y="265176"/>
                </a:lnTo>
                <a:lnTo>
                  <a:pt x="1778520" y="254508"/>
                </a:lnTo>
                <a:lnTo>
                  <a:pt x="1777758" y="239268"/>
                </a:lnTo>
                <a:lnTo>
                  <a:pt x="1777631" y="236791"/>
                </a:lnTo>
                <a:lnTo>
                  <a:pt x="1777479" y="228600"/>
                </a:lnTo>
                <a:lnTo>
                  <a:pt x="1777187" y="213360"/>
                </a:lnTo>
                <a:lnTo>
                  <a:pt x="1777022" y="185356"/>
                </a:lnTo>
                <a:lnTo>
                  <a:pt x="1776996" y="149352"/>
                </a:lnTo>
                <a:lnTo>
                  <a:pt x="1786788" y="141732"/>
                </a:lnTo>
                <a:lnTo>
                  <a:pt x="1790700" y="138684"/>
                </a:lnTo>
                <a:lnTo>
                  <a:pt x="1782064" y="131064"/>
                </a:lnTo>
                <a:lnTo>
                  <a:pt x="1764792" y="115824"/>
                </a:lnTo>
                <a:lnTo>
                  <a:pt x="1752600" y="129374"/>
                </a:lnTo>
                <a:lnTo>
                  <a:pt x="1752600" y="141732"/>
                </a:lnTo>
                <a:lnTo>
                  <a:pt x="1752600" y="228600"/>
                </a:lnTo>
                <a:lnTo>
                  <a:pt x="1671828" y="228600"/>
                </a:lnTo>
                <a:lnTo>
                  <a:pt x="1673352" y="141732"/>
                </a:lnTo>
                <a:lnTo>
                  <a:pt x="1752600" y="141732"/>
                </a:lnTo>
                <a:lnTo>
                  <a:pt x="1752600" y="129374"/>
                </a:lnTo>
                <a:lnTo>
                  <a:pt x="1751076" y="131064"/>
                </a:lnTo>
                <a:lnTo>
                  <a:pt x="1673352" y="131064"/>
                </a:lnTo>
                <a:lnTo>
                  <a:pt x="1673352" y="62484"/>
                </a:lnTo>
                <a:lnTo>
                  <a:pt x="1715630" y="51816"/>
                </a:lnTo>
                <a:lnTo>
                  <a:pt x="1716481" y="51612"/>
                </a:lnTo>
                <a:lnTo>
                  <a:pt x="1752028" y="44005"/>
                </a:lnTo>
                <a:lnTo>
                  <a:pt x="1779866" y="39560"/>
                </a:lnTo>
                <a:lnTo>
                  <a:pt x="1799844" y="38100"/>
                </a:lnTo>
                <a:close/>
              </a:path>
              <a:path w="2446654" h="411479">
                <a:moveTo>
                  <a:pt x="2008644" y="163068"/>
                </a:moveTo>
                <a:lnTo>
                  <a:pt x="1997964" y="152400"/>
                </a:lnTo>
                <a:lnTo>
                  <a:pt x="1976640" y="131064"/>
                </a:lnTo>
                <a:lnTo>
                  <a:pt x="1956828" y="152400"/>
                </a:lnTo>
                <a:lnTo>
                  <a:pt x="1842516" y="152400"/>
                </a:lnTo>
                <a:lnTo>
                  <a:pt x="1842516" y="60960"/>
                </a:lnTo>
                <a:lnTo>
                  <a:pt x="1892757" y="51816"/>
                </a:lnTo>
                <a:lnTo>
                  <a:pt x="1945779" y="43434"/>
                </a:lnTo>
                <a:lnTo>
                  <a:pt x="1996452" y="39624"/>
                </a:lnTo>
                <a:lnTo>
                  <a:pt x="1962924" y="6096"/>
                </a:lnTo>
                <a:lnTo>
                  <a:pt x="1946897" y="16675"/>
                </a:lnTo>
                <a:lnTo>
                  <a:pt x="1921573" y="27813"/>
                </a:lnTo>
                <a:lnTo>
                  <a:pt x="1886839" y="39535"/>
                </a:lnTo>
                <a:lnTo>
                  <a:pt x="1842516" y="51816"/>
                </a:lnTo>
                <a:lnTo>
                  <a:pt x="1815084" y="36576"/>
                </a:lnTo>
                <a:lnTo>
                  <a:pt x="1815973" y="55702"/>
                </a:lnTo>
                <a:lnTo>
                  <a:pt x="1816417" y="76390"/>
                </a:lnTo>
                <a:lnTo>
                  <a:pt x="1816493" y="85915"/>
                </a:lnTo>
                <a:lnTo>
                  <a:pt x="1816417" y="163068"/>
                </a:lnTo>
                <a:lnTo>
                  <a:pt x="1815084" y="208788"/>
                </a:lnTo>
                <a:lnTo>
                  <a:pt x="1806892" y="259080"/>
                </a:lnTo>
                <a:lnTo>
                  <a:pt x="1786128" y="313944"/>
                </a:lnTo>
                <a:lnTo>
                  <a:pt x="1756981" y="364236"/>
                </a:lnTo>
                <a:lnTo>
                  <a:pt x="1722132" y="405384"/>
                </a:lnTo>
                <a:lnTo>
                  <a:pt x="1726692" y="409956"/>
                </a:lnTo>
                <a:lnTo>
                  <a:pt x="1762899" y="377698"/>
                </a:lnTo>
                <a:lnTo>
                  <a:pt x="1792287" y="341884"/>
                </a:lnTo>
                <a:lnTo>
                  <a:pt x="1814893" y="302514"/>
                </a:lnTo>
                <a:lnTo>
                  <a:pt x="1830781" y="259588"/>
                </a:lnTo>
                <a:lnTo>
                  <a:pt x="1839976" y="213106"/>
                </a:lnTo>
                <a:lnTo>
                  <a:pt x="1842516" y="163068"/>
                </a:lnTo>
                <a:lnTo>
                  <a:pt x="1912620" y="163068"/>
                </a:lnTo>
                <a:lnTo>
                  <a:pt x="1912505" y="347332"/>
                </a:lnTo>
                <a:lnTo>
                  <a:pt x="1912429" y="356616"/>
                </a:lnTo>
                <a:lnTo>
                  <a:pt x="1911972" y="381508"/>
                </a:lnTo>
                <a:lnTo>
                  <a:pt x="1911096" y="406908"/>
                </a:lnTo>
                <a:lnTo>
                  <a:pt x="1938540" y="393192"/>
                </a:lnTo>
                <a:lnTo>
                  <a:pt x="1937651" y="376008"/>
                </a:lnTo>
                <a:lnTo>
                  <a:pt x="1937207" y="360807"/>
                </a:lnTo>
                <a:lnTo>
                  <a:pt x="1937131" y="355663"/>
                </a:lnTo>
                <a:lnTo>
                  <a:pt x="1937016" y="163068"/>
                </a:lnTo>
                <a:lnTo>
                  <a:pt x="2008644" y="163068"/>
                </a:lnTo>
                <a:close/>
              </a:path>
              <a:path w="2446654" h="411479">
                <a:moveTo>
                  <a:pt x="2446032" y="83820"/>
                </a:moveTo>
                <a:lnTo>
                  <a:pt x="2406408" y="42672"/>
                </a:lnTo>
                <a:lnTo>
                  <a:pt x="2377452" y="73152"/>
                </a:lnTo>
                <a:lnTo>
                  <a:pt x="2229624" y="73152"/>
                </a:lnTo>
                <a:lnTo>
                  <a:pt x="2233574" y="64579"/>
                </a:lnTo>
                <a:lnTo>
                  <a:pt x="2243759" y="44005"/>
                </a:lnTo>
                <a:lnTo>
                  <a:pt x="2249436" y="32004"/>
                </a:lnTo>
                <a:lnTo>
                  <a:pt x="2267724" y="25908"/>
                </a:lnTo>
                <a:lnTo>
                  <a:pt x="2223528" y="1524"/>
                </a:lnTo>
                <a:lnTo>
                  <a:pt x="2220353" y="16370"/>
                </a:lnTo>
                <a:lnTo>
                  <a:pt x="2215337" y="33337"/>
                </a:lnTo>
                <a:lnTo>
                  <a:pt x="2208301" y="52324"/>
                </a:lnTo>
                <a:lnTo>
                  <a:pt x="2199144" y="73152"/>
                </a:lnTo>
                <a:lnTo>
                  <a:pt x="2043696" y="73152"/>
                </a:lnTo>
                <a:lnTo>
                  <a:pt x="2058936" y="88392"/>
                </a:lnTo>
                <a:lnTo>
                  <a:pt x="2068360" y="86398"/>
                </a:lnTo>
                <a:lnTo>
                  <a:pt x="2078367" y="84963"/>
                </a:lnTo>
                <a:lnTo>
                  <a:pt x="2088934" y="84112"/>
                </a:lnTo>
                <a:lnTo>
                  <a:pt x="2100084" y="83820"/>
                </a:lnTo>
                <a:lnTo>
                  <a:pt x="2196096" y="83820"/>
                </a:lnTo>
                <a:lnTo>
                  <a:pt x="2161806" y="140589"/>
                </a:lnTo>
                <a:lnTo>
                  <a:pt x="2127516" y="185928"/>
                </a:lnTo>
                <a:lnTo>
                  <a:pt x="2088464" y="226695"/>
                </a:lnTo>
                <a:lnTo>
                  <a:pt x="2043696" y="265176"/>
                </a:lnTo>
                <a:lnTo>
                  <a:pt x="2048268" y="271272"/>
                </a:lnTo>
                <a:lnTo>
                  <a:pt x="2076284" y="252133"/>
                </a:lnTo>
                <a:lnTo>
                  <a:pt x="2103323" y="231267"/>
                </a:lnTo>
                <a:lnTo>
                  <a:pt x="2129485" y="208699"/>
                </a:lnTo>
                <a:lnTo>
                  <a:pt x="2154948" y="184404"/>
                </a:lnTo>
                <a:lnTo>
                  <a:pt x="2154682" y="272161"/>
                </a:lnTo>
                <a:lnTo>
                  <a:pt x="2153996" y="338899"/>
                </a:lnTo>
                <a:lnTo>
                  <a:pt x="2153018" y="384797"/>
                </a:lnTo>
                <a:lnTo>
                  <a:pt x="2151900" y="409956"/>
                </a:lnTo>
                <a:lnTo>
                  <a:pt x="2179332" y="394716"/>
                </a:lnTo>
                <a:lnTo>
                  <a:pt x="2179332" y="295656"/>
                </a:lnTo>
                <a:lnTo>
                  <a:pt x="2337828" y="295656"/>
                </a:lnTo>
                <a:lnTo>
                  <a:pt x="2337828" y="365760"/>
                </a:lnTo>
                <a:lnTo>
                  <a:pt x="2333256" y="371856"/>
                </a:lnTo>
                <a:lnTo>
                  <a:pt x="2291511" y="368642"/>
                </a:lnTo>
                <a:lnTo>
                  <a:pt x="2278392" y="365760"/>
                </a:lnTo>
                <a:lnTo>
                  <a:pt x="2278392" y="374904"/>
                </a:lnTo>
                <a:lnTo>
                  <a:pt x="2299246" y="382320"/>
                </a:lnTo>
                <a:lnTo>
                  <a:pt x="2313825" y="390715"/>
                </a:lnTo>
                <a:lnTo>
                  <a:pt x="2322106" y="399986"/>
                </a:lnTo>
                <a:lnTo>
                  <a:pt x="2324112" y="409956"/>
                </a:lnTo>
                <a:lnTo>
                  <a:pt x="2340991" y="402247"/>
                </a:lnTo>
                <a:lnTo>
                  <a:pt x="2352878" y="392811"/>
                </a:lnTo>
                <a:lnTo>
                  <a:pt x="2359901" y="381673"/>
                </a:lnTo>
                <a:lnTo>
                  <a:pt x="2361654" y="371856"/>
                </a:lnTo>
                <a:lnTo>
                  <a:pt x="2362212" y="368808"/>
                </a:lnTo>
                <a:lnTo>
                  <a:pt x="2362212" y="163068"/>
                </a:lnTo>
                <a:lnTo>
                  <a:pt x="2372690" y="155448"/>
                </a:lnTo>
                <a:lnTo>
                  <a:pt x="2378976" y="150876"/>
                </a:lnTo>
                <a:lnTo>
                  <a:pt x="2372880" y="146304"/>
                </a:lnTo>
                <a:lnTo>
                  <a:pt x="2348496" y="128016"/>
                </a:lnTo>
                <a:lnTo>
                  <a:pt x="2337828" y="142240"/>
                </a:lnTo>
                <a:lnTo>
                  <a:pt x="2337828" y="155448"/>
                </a:lnTo>
                <a:lnTo>
                  <a:pt x="2337828" y="216408"/>
                </a:lnTo>
                <a:lnTo>
                  <a:pt x="2337828" y="227076"/>
                </a:lnTo>
                <a:lnTo>
                  <a:pt x="2337828" y="284988"/>
                </a:lnTo>
                <a:lnTo>
                  <a:pt x="2179332" y="284988"/>
                </a:lnTo>
                <a:lnTo>
                  <a:pt x="2179332" y="227076"/>
                </a:lnTo>
                <a:lnTo>
                  <a:pt x="2337828" y="227076"/>
                </a:lnTo>
                <a:lnTo>
                  <a:pt x="2337828" y="216408"/>
                </a:lnTo>
                <a:lnTo>
                  <a:pt x="2179332" y="216408"/>
                </a:lnTo>
                <a:lnTo>
                  <a:pt x="2179332" y="184404"/>
                </a:lnTo>
                <a:lnTo>
                  <a:pt x="2179332" y="155448"/>
                </a:lnTo>
                <a:lnTo>
                  <a:pt x="2337828" y="155448"/>
                </a:lnTo>
                <a:lnTo>
                  <a:pt x="2337828" y="142240"/>
                </a:lnTo>
                <a:lnTo>
                  <a:pt x="2334780" y="146304"/>
                </a:lnTo>
                <a:lnTo>
                  <a:pt x="2185428" y="146304"/>
                </a:lnTo>
                <a:lnTo>
                  <a:pt x="2195690" y="131406"/>
                </a:lnTo>
                <a:lnTo>
                  <a:pt x="2205812" y="116205"/>
                </a:lnTo>
                <a:lnTo>
                  <a:pt x="2215642" y="100444"/>
                </a:lnTo>
                <a:lnTo>
                  <a:pt x="2225052" y="83820"/>
                </a:lnTo>
                <a:lnTo>
                  <a:pt x="2446032" y="838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" name="object 53"/>
          <p:cNvSpPr/>
          <p:nvPr/>
        </p:nvSpPr>
        <p:spPr>
          <a:xfrm>
            <a:off x="2159507" y="4719827"/>
            <a:ext cx="356870" cy="402590"/>
          </a:xfrm>
          <a:custGeom>
            <a:avLst/>
            <a:gdLst/>
            <a:ahLst/>
            <a:cxnLst/>
            <a:rect l="l" t="t" r="r" b="b"/>
            <a:pathLst>
              <a:path w="356869" h="402589">
                <a:moveTo>
                  <a:pt x="54864" y="89916"/>
                </a:moveTo>
                <a:lnTo>
                  <a:pt x="44196" y="89916"/>
                </a:lnTo>
                <a:lnTo>
                  <a:pt x="51554" y="62793"/>
                </a:lnTo>
                <a:lnTo>
                  <a:pt x="57340" y="38671"/>
                </a:lnTo>
                <a:lnTo>
                  <a:pt x="61126" y="17692"/>
                </a:lnTo>
                <a:lnTo>
                  <a:pt x="62484" y="0"/>
                </a:lnTo>
                <a:lnTo>
                  <a:pt x="102108" y="21336"/>
                </a:lnTo>
                <a:lnTo>
                  <a:pt x="92368" y="29051"/>
                </a:lnTo>
                <a:lnTo>
                  <a:pt x="81343" y="43053"/>
                </a:lnTo>
                <a:lnTo>
                  <a:pt x="68889" y="63341"/>
                </a:lnTo>
                <a:lnTo>
                  <a:pt x="54864" y="89916"/>
                </a:lnTo>
                <a:close/>
              </a:path>
              <a:path w="356869" h="402589">
                <a:moveTo>
                  <a:pt x="147828" y="192024"/>
                </a:moveTo>
                <a:lnTo>
                  <a:pt x="143256" y="187452"/>
                </a:lnTo>
                <a:lnTo>
                  <a:pt x="160377" y="160615"/>
                </a:lnTo>
                <a:lnTo>
                  <a:pt x="175069" y="135064"/>
                </a:lnTo>
                <a:lnTo>
                  <a:pt x="196596" y="88392"/>
                </a:lnTo>
                <a:lnTo>
                  <a:pt x="212407" y="44958"/>
                </a:lnTo>
                <a:lnTo>
                  <a:pt x="222503" y="1524"/>
                </a:lnTo>
                <a:lnTo>
                  <a:pt x="262127" y="24384"/>
                </a:lnTo>
                <a:lnTo>
                  <a:pt x="253507" y="32146"/>
                </a:lnTo>
                <a:lnTo>
                  <a:pt x="243459" y="46482"/>
                </a:lnTo>
                <a:lnTo>
                  <a:pt x="231695" y="67675"/>
                </a:lnTo>
                <a:lnTo>
                  <a:pt x="217932" y="96012"/>
                </a:lnTo>
                <a:lnTo>
                  <a:pt x="350520" y="96012"/>
                </a:lnTo>
                <a:lnTo>
                  <a:pt x="356616" y="102108"/>
                </a:lnTo>
                <a:lnTo>
                  <a:pt x="350901" y="106680"/>
                </a:lnTo>
                <a:lnTo>
                  <a:pt x="214884" y="106680"/>
                </a:lnTo>
                <a:lnTo>
                  <a:pt x="198834" y="130730"/>
                </a:lnTo>
                <a:lnTo>
                  <a:pt x="182499" y="152781"/>
                </a:lnTo>
                <a:lnTo>
                  <a:pt x="165592" y="173116"/>
                </a:lnTo>
                <a:lnTo>
                  <a:pt x="147828" y="192024"/>
                </a:lnTo>
                <a:close/>
              </a:path>
              <a:path w="356869" h="402589">
                <a:moveTo>
                  <a:pt x="146304" y="89916"/>
                </a:moveTo>
                <a:lnTo>
                  <a:pt x="111252" y="89916"/>
                </a:lnTo>
                <a:lnTo>
                  <a:pt x="129540" y="73152"/>
                </a:lnTo>
                <a:lnTo>
                  <a:pt x="146304" y="89916"/>
                </a:lnTo>
                <a:close/>
              </a:path>
              <a:path w="356869" h="402589">
                <a:moveTo>
                  <a:pt x="0" y="397764"/>
                </a:moveTo>
                <a:lnTo>
                  <a:pt x="834" y="359664"/>
                </a:lnTo>
                <a:lnTo>
                  <a:pt x="935" y="352615"/>
                </a:lnTo>
                <a:lnTo>
                  <a:pt x="1333" y="316992"/>
                </a:lnTo>
                <a:lnTo>
                  <a:pt x="1430" y="178308"/>
                </a:lnTo>
                <a:lnTo>
                  <a:pt x="1309" y="152781"/>
                </a:lnTo>
                <a:lnTo>
                  <a:pt x="881" y="114704"/>
                </a:lnTo>
                <a:lnTo>
                  <a:pt x="0" y="74676"/>
                </a:lnTo>
                <a:lnTo>
                  <a:pt x="25908" y="89916"/>
                </a:lnTo>
                <a:lnTo>
                  <a:pt x="146304" y="89916"/>
                </a:lnTo>
                <a:lnTo>
                  <a:pt x="155448" y="99060"/>
                </a:lnTo>
                <a:lnTo>
                  <a:pt x="153352" y="100584"/>
                </a:lnTo>
                <a:lnTo>
                  <a:pt x="24384" y="100584"/>
                </a:lnTo>
                <a:lnTo>
                  <a:pt x="24384" y="211836"/>
                </a:lnTo>
                <a:lnTo>
                  <a:pt x="138729" y="211836"/>
                </a:lnTo>
                <a:lnTo>
                  <a:pt x="138743" y="222504"/>
                </a:lnTo>
                <a:lnTo>
                  <a:pt x="24384" y="222504"/>
                </a:lnTo>
                <a:lnTo>
                  <a:pt x="24384" y="344424"/>
                </a:lnTo>
                <a:lnTo>
                  <a:pt x="139438" y="344424"/>
                </a:lnTo>
                <a:lnTo>
                  <a:pt x="139464" y="346850"/>
                </a:lnTo>
                <a:lnTo>
                  <a:pt x="139661" y="355092"/>
                </a:lnTo>
                <a:lnTo>
                  <a:pt x="24384" y="355092"/>
                </a:lnTo>
                <a:lnTo>
                  <a:pt x="24384" y="384048"/>
                </a:lnTo>
                <a:lnTo>
                  <a:pt x="0" y="397764"/>
                </a:lnTo>
                <a:close/>
              </a:path>
              <a:path w="356869" h="402589">
                <a:moveTo>
                  <a:pt x="350520" y="96012"/>
                </a:moveTo>
                <a:lnTo>
                  <a:pt x="312420" y="96012"/>
                </a:lnTo>
                <a:lnTo>
                  <a:pt x="330708" y="76200"/>
                </a:lnTo>
                <a:lnTo>
                  <a:pt x="350520" y="96012"/>
                </a:lnTo>
                <a:close/>
              </a:path>
              <a:path w="356869" h="402589">
                <a:moveTo>
                  <a:pt x="138729" y="211836"/>
                </a:moveTo>
                <a:lnTo>
                  <a:pt x="115824" y="211836"/>
                </a:lnTo>
                <a:lnTo>
                  <a:pt x="115824" y="100584"/>
                </a:lnTo>
                <a:lnTo>
                  <a:pt x="153352" y="100584"/>
                </a:lnTo>
                <a:lnTo>
                  <a:pt x="138684" y="111252"/>
                </a:lnTo>
                <a:lnTo>
                  <a:pt x="138729" y="211836"/>
                </a:lnTo>
                <a:close/>
              </a:path>
              <a:path w="356869" h="402589">
                <a:moveTo>
                  <a:pt x="327778" y="359664"/>
                </a:moveTo>
                <a:lnTo>
                  <a:pt x="283464" y="359664"/>
                </a:lnTo>
                <a:lnTo>
                  <a:pt x="292631" y="357925"/>
                </a:lnTo>
                <a:lnTo>
                  <a:pt x="299656" y="352615"/>
                </a:lnTo>
                <a:lnTo>
                  <a:pt x="309895" y="305562"/>
                </a:lnTo>
                <a:lnTo>
                  <a:pt x="311658" y="259842"/>
                </a:lnTo>
                <a:lnTo>
                  <a:pt x="313456" y="192024"/>
                </a:lnTo>
                <a:lnTo>
                  <a:pt x="315467" y="106680"/>
                </a:lnTo>
                <a:lnTo>
                  <a:pt x="350901" y="106680"/>
                </a:lnTo>
                <a:lnTo>
                  <a:pt x="341376" y="114300"/>
                </a:lnTo>
                <a:lnTo>
                  <a:pt x="340161" y="186976"/>
                </a:lnTo>
                <a:lnTo>
                  <a:pt x="338376" y="249167"/>
                </a:lnTo>
                <a:lnTo>
                  <a:pt x="336328" y="295570"/>
                </a:lnTo>
                <a:lnTo>
                  <a:pt x="334207" y="327855"/>
                </a:lnTo>
                <a:lnTo>
                  <a:pt x="332232" y="345948"/>
                </a:lnTo>
                <a:lnTo>
                  <a:pt x="328497" y="357925"/>
                </a:lnTo>
                <a:lnTo>
                  <a:pt x="327778" y="359664"/>
                </a:lnTo>
                <a:close/>
              </a:path>
              <a:path w="356869" h="402589">
                <a:moveTo>
                  <a:pt x="233172" y="269748"/>
                </a:moveTo>
                <a:lnTo>
                  <a:pt x="230124" y="269748"/>
                </a:lnTo>
                <a:lnTo>
                  <a:pt x="226956" y="268295"/>
                </a:lnTo>
                <a:lnTo>
                  <a:pt x="224218" y="263842"/>
                </a:lnTo>
                <a:lnTo>
                  <a:pt x="221765" y="256246"/>
                </a:lnTo>
                <a:lnTo>
                  <a:pt x="219456" y="245364"/>
                </a:lnTo>
                <a:lnTo>
                  <a:pt x="214907" y="228242"/>
                </a:lnTo>
                <a:lnTo>
                  <a:pt x="208216" y="211264"/>
                </a:lnTo>
                <a:lnTo>
                  <a:pt x="199524" y="194571"/>
                </a:lnTo>
                <a:lnTo>
                  <a:pt x="188976" y="178308"/>
                </a:lnTo>
                <a:lnTo>
                  <a:pt x="192024" y="172212"/>
                </a:lnTo>
                <a:lnTo>
                  <a:pt x="224980" y="199644"/>
                </a:lnTo>
                <a:lnTo>
                  <a:pt x="246888" y="236220"/>
                </a:lnTo>
                <a:lnTo>
                  <a:pt x="246888" y="248412"/>
                </a:lnTo>
                <a:lnTo>
                  <a:pt x="245364" y="254508"/>
                </a:lnTo>
                <a:lnTo>
                  <a:pt x="236220" y="266700"/>
                </a:lnTo>
                <a:lnTo>
                  <a:pt x="233172" y="269748"/>
                </a:lnTo>
                <a:close/>
              </a:path>
              <a:path w="356869" h="402589">
                <a:moveTo>
                  <a:pt x="139438" y="344424"/>
                </a:moveTo>
                <a:lnTo>
                  <a:pt x="115824" y="344424"/>
                </a:lnTo>
                <a:lnTo>
                  <a:pt x="115824" y="222504"/>
                </a:lnTo>
                <a:lnTo>
                  <a:pt x="138743" y="222504"/>
                </a:lnTo>
                <a:lnTo>
                  <a:pt x="138861" y="269748"/>
                </a:lnTo>
                <a:lnTo>
                  <a:pt x="139022" y="305562"/>
                </a:lnTo>
                <a:lnTo>
                  <a:pt x="139438" y="344424"/>
                </a:lnTo>
                <a:close/>
              </a:path>
              <a:path w="356869" h="402589">
                <a:moveTo>
                  <a:pt x="278891" y="402336"/>
                </a:moveTo>
                <a:lnTo>
                  <a:pt x="271986" y="389239"/>
                </a:lnTo>
                <a:lnTo>
                  <a:pt x="260223" y="377571"/>
                </a:lnTo>
                <a:lnTo>
                  <a:pt x="243316" y="367617"/>
                </a:lnTo>
                <a:lnTo>
                  <a:pt x="220979" y="359664"/>
                </a:lnTo>
                <a:lnTo>
                  <a:pt x="220979" y="352044"/>
                </a:lnTo>
                <a:lnTo>
                  <a:pt x="241244" y="355163"/>
                </a:lnTo>
                <a:lnTo>
                  <a:pt x="258508" y="357568"/>
                </a:lnTo>
                <a:lnTo>
                  <a:pt x="272629" y="359116"/>
                </a:lnTo>
                <a:lnTo>
                  <a:pt x="283464" y="359664"/>
                </a:lnTo>
                <a:lnTo>
                  <a:pt x="327778" y="359664"/>
                </a:lnTo>
                <a:lnTo>
                  <a:pt x="324231" y="368236"/>
                </a:lnTo>
                <a:lnTo>
                  <a:pt x="290310" y="397764"/>
                </a:lnTo>
                <a:lnTo>
                  <a:pt x="278891" y="402336"/>
                </a:lnTo>
                <a:close/>
              </a:path>
              <a:path w="356869" h="402589">
                <a:moveTo>
                  <a:pt x="115824" y="391668"/>
                </a:moveTo>
                <a:lnTo>
                  <a:pt x="115824" y="355092"/>
                </a:lnTo>
                <a:lnTo>
                  <a:pt x="139661" y="355092"/>
                </a:lnTo>
                <a:lnTo>
                  <a:pt x="140208" y="377952"/>
                </a:lnTo>
                <a:lnTo>
                  <a:pt x="115824" y="39166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" name="object 54"/>
          <p:cNvSpPr/>
          <p:nvPr/>
        </p:nvSpPr>
        <p:spPr>
          <a:xfrm>
            <a:off x="2567927" y="4716779"/>
            <a:ext cx="1745614" cy="413384"/>
          </a:xfrm>
          <a:custGeom>
            <a:avLst/>
            <a:gdLst/>
            <a:ahLst/>
            <a:cxnLst/>
            <a:rect l="l" t="t" r="r" b="b"/>
            <a:pathLst>
              <a:path w="1745614" h="413385">
                <a:moveTo>
                  <a:pt x="181356" y="117348"/>
                </a:moveTo>
                <a:lnTo>
                  <a:pt x="152400" y="88392"/>
                </a:lnTo>
                <a:lnTo>
                  <a:pt x="132588" y="108204"/>
                </a:lnTo>
                <a:lnTo>
                  <a:pt x="109728" y="108204"/>
                </a:lnTo>
                <a:lnTo>
                  <a:pt x="109728" y="33528"/>
                </a:lnTo>
                <a:lnTo>
                  <a:pt x="124968" y="22860"/>
                </a:lnTo>
                <a:lnTo>
                  <a:pt x="83820" y="3048"/>
                </a:lnTo>
                <a:lnTo>
                  <a:pt x="84709" y="25908"/>
                </a:lnTo>
                <a:lnTo>
                  <a:pt x="85153" y="50482"/>
                </a:lnTo>
                <a:lnTo>
                  <a:pt x="85331" y="78486"/>
                </a:lnTo>
                <a:lnTo>
                  <a:pt x="85344" y="108204"/>
                </a:lnTo>
                <a:lnTo>
                  <a:pt x="0" y="108204"/>
                </a:lnTo>
                <a:lnTo>
                  <a:pt x="16764" y="123444"/>
                </a:lnTo>
                <a:lnTo>
                  <a:pt x="26200" y="121208"/>
                </a:lnTo>
                <a:lnTo>
                  <a:pt x="36195" y="119253"/>
                </a:lnTo>
                <a:lnTo>
                  <a:pt x="46774" y="117881"/>
                </a:lnTo>
                <a:lnTo>
                  <a:pt x="57912" y="117348"/>
                </a:lnTo>
                <a:lnTo>
                  <a:pt x="85344" y="117348"/>
                </a:lnTo>
                <a:lnTo>
                  <a:pt x="85344" y="205740"/>
                </a:lnTo>
                <a:lnTo>
                  <a:pt x="55295" y="216916"/>
                </a:lnTo>
                <a:lnTo>
                  <a:pt x="31242" y="225361"/>
                </a:lnTo>
                <a:lnTo>
                  <a:pt x="12915" y="231254"/>
                </a:lnTo>
                <a:lnTo>
                  <a:pt x="0" y="234696"/>
                </a:lnTo>
                <a:lnTo>
                  <a:pt x="21336" y="265176"/>
                </a:lnTo>
                <a:lnTo>
                  <a:pt x="57912" y="240220"/>
                </a:lnTo>
                <a:lnTo>
                  <a:pt x="85344" y="225552"/>
                </a:lnTo>
                <a:lnTo>
                  <a:pt x="85344" y="362712"/>
                </a:lnTo>
                <a:lnTo>
                  <a:pt x="82296" y="368808"/>
                </a:lnTo>
                <a:lnTo>
                  <a:pt x="73152" y="368808"/>
                </a:lnTo>
                <a:lnTo>
                  <a:pt x="65468" y="369404"/>
                </a:lnTo>
                <a:lnTo>
                  <a:pt x="53911" y="368998"/>
                </a:lnTo>
                <a:lnTo>
                  <a:pt x="38658" y="367741"/>
                </a:lnTo>
                <a:lnTo>
                  <a:pt x="19812" y="365760"/>
                </a:lnTo>
                <a:lnTo>
                  <a:pt x="19812" y="371856"/>
                </a:lnTo>
                <a:lnTo>
                  <a:pt x="42913" y="381025"/>
                </a:lnTo>
                <a:lnTo>
                  <a:pt x="59436" y="390334"/>
                </a:lnTo>
                <a:lnTo>
                  <a:pt x="69113" y="399935"/>
                </a:lnTo>
                <a:lnTo>
                  <a:pt x="71628" y="409956"/>
                </a:lnTo>
                <a:lnTo>
                  <a:pt x="89585" y="400507"/>
                </a:lnTo>
                <a:lnTo>
                  <a:pt x="102108" y="388048"/>
                </a:lnTo>
                <a:lnTo>
                  <a:pt x="108927" y="372452"/>
                </a:lnTo>
                <a:lnTo>
                  <a:pt x="109054" y="369404"/>
                </a:lnTo>
                <a:lnTo>
                  <a:pt x="109728" y="353568"/>
                </a:lnTo>
                <a:lnTo>
                  <a:pt x="109728" y="225552"/>
                </a:lnTo>
                <a:lnTo>
                  <a:pt x="109728" y="213360"/>
                </a:lnTo>
                <a:lnTo>
                  <a:pt x="140462" y="196596"/>
                </a:lnTo>
                <a:lnTo>
                  <a:pt x="176784" y="176784"/>
                </a:lnTo>
                <a:lnTo>
                  <a:pt x="172212" y="170688"/>
                </a:lnTo>
                <a:lnTo>
                  <a:pt x="109728" y="196596"/>
                </a:lnTo>
                <a:lnTo>
                  <a:pt x="109728" y="117348"/>
                </a:lnTo>
                <a:lnTo>
                  <a:pt x="181356" y="117348"/>
                </a:lnTo>
                <a:close/>
              </a:path>
              <a:path w="1745614" h="413385">
                <a:moveTo>
                  <a:pt x="405384" y="388620"/>
                </a:moveTo>
                <a:lnTo>
                  <a:pt x="403860" y="385572"/>
                </a:lnTo>
                <a:lnTo>
                  <a:pt x="399884" y="374700"/>
                </a:lnTo>
                <a:lnTo>
                  <a:pt x="397192" y="362521"/>
                </a:lnTo>
                <a:lnTo>
                  <a:pt x="396938" y="359664"/>
                </a:lnTo>
                <a:lnTo>
                  <a:pt x="395935" y="348932"/>
                </a:lnTo>
                <a:lnTo>
                  <a:pt x="399478" y="305181"/>
                </a:lnTo>
                <a:lnTo>
                  <a:pt x="403860" y="283464"/>
                </a:lnTo>
                <a:lnTo>
                  <a:pt x="397764" y="281940"/>
                </a:lnTo>
                <a:lnTo>
                  <a:pt x="373380" y="359664"/>
                </a:lnTo>
                <a:lnTo>
                  <a:pt x="355333" y="343662"/>
                </a:lnTo>
                <a:lnTo>
                  <a:pt x="342138" y="325374"/>
                </a:lnTo>
                <a:lnTo>
                  <a:pt x="329184" y="281940"/>
                </a:lnTo>
                <a:lnTo>
                  <a:pt x="326567" y="239268"/>
                </a:lnTo>
                <a:lnTo>
                  <a:pt x="326263" y="196596"/>
                </a:lnTo>
                <a:lnTo>
                  <a:pt x="326428" y="184835"/>
                </a:lnTo>
                <a:lnTo>
                  <a:pt x="327279" y="165354"/>
                </a:lnTo>
                <a:lnTo>
                  <a:pt x="328714" y="147027"/>
                </a:lnTo>
                <a:lnTo>
                  <a:pt x="330708" y="129540"/>
                </a:lnTo>
                <a:lnTo>
                  <a:pt x="334137" y="126492"/>
                </a:lnTo>
                <a:lnTo>
                  <a:pt x="339280" y="121920"/>
                </a:lnTo>
                <a:lnTo>
                  <a:pt x="344424" y="117348"/>
                </a:lnTo>
                <a:lnTo>
                  <a:pt x="316992" y="97536"/>
                </a:lnTo>
                <a:lnTo>
                  <a:pt x="304800" y="115824"/>
                </a:lnTo>
                <a:lnTo>
                  <a:pt x="246888" y="121920"/>
                </a:lnTo>
                <a:lnTo>
                  <a:pt x="246888" y="38100"/>
                </a:lnTo>
                <a:lnTo>
                  <a:pt x="263652" y="25908"/>
                </a:lnTo>
                <a:lnTo>
                  <a:pt x="219456" y="6096"/>
                </a:lnTo>
                <a:lnTo>
                  <a:pt x="220586" y="24650"/>
                </a:lnTo>
                <a:lnTo>
                  <a:pt x="221551" y="50482"/>
                </a:lnTo>
                <a:lnTo>
                  <a:pt x="222250" y="83464"/>
                </a:lnTo>
                <a:lnTo>
                  <a:pt x="222504" y="123444"/>
                </a:lnTo>
                <a:lnTo>
                  <a:pt x="147828" y="128016"/>
                </a:lnTo>
                <a:lnTo>
                  <a:pt x="167640" y="144780"/>
                </a:lnTo>
                <a:lnTo>
                  <a:pt x="181356" y="137160"/>
                </a:lnTo>
                <a:lnTo>
                  <a:pt x="222504" y="134112"/>
                </a:lnTo>
                <a:lnTo>
                  <a:pt x="221957" y="163245"/>
                </a:lnTo>
                <a:lnTo>
                  <a:pt x="220408" y="188785"/>
                </a:lnTo>
                <a:lnTo>
                  <a:pt x="218008" y="210629"/>
                </a:lnTo>
                <a:lnTo>
                  <a:pt x="214884" y="228600"/>
                </a:lnTo>
                <a:lnTo>
                  <a:pt x="200596" y="224028"/>
                </a:lnTo>
                <a:lnTo>
                  <a:pt x="187452" y="219456"/>
                </a:lnTo>
                <a:lnTo>
                  <a:pt x="175450" y="214884"/>
                </a:lnTo>
                <a:lnTo>
                  <a:pt x="164592" y="210312"/>
                </a:lnTo>
                <a:lnTo>
                  <a:pt x="161544" y="216408"/>
                </a:lnTo>
                <a:lnTo>
                  <a:pt x="173024" y="222681"/>
                </a:lnTo>
                <a:lnTo>
                  <a:pt x="184785" y="229933"/>
                </a:lnTo>
                <a:lnTo>
                  <a:pt x="197129" y="238061"/>
                </a:lnTo>
                <a:lnTo>
                  <a:pt x="210312" y="246888"/>
                </a:lnTo>
                <a:lnTo>
                  <a:pt x="192836" y="294614"/>
                </a:lnTo>
                <a:lnTo>
                  <a:pt x="169926" y="337185"/>
                </a:lnTo>
                <a:lnTo>
                  <a:pt x="141312" y="374624"/>
                </a:lnTo>
                <a:lnTo>
                  <a:pt x="106680" y="406908"/>
                </a:lnTo>
                <a:lnTo>
                  <a:pt x="109728" y="411480"/>
                </a:lnTo>
                <a:lnTo>
                  <a:pt x="149783" y="382320"/>
                </a:lnTo>
                <a:lnTo>
                  <a:pt x="183261" y="347281"/>
                </a:lnTo>
                <a:lnTo>
                  <a:pt x="210464" y="306260"/>
                </a:lnTo>
                <a:lnTo>
                  <a:pt x="231648" y="259080"/>
                </a:lnTo>
                <a:lnTo>
                  <a:pt x="243395" y="269354"/>
                </a:lnTo>
                <a:lnTo>
                  <a:pt x="253555" y="279463"/>
                </a:lnTo>
                <a:lnTo>
                  <a:pt x="262305" y="289306"/>
                </a:lnTo>
                <a:lnTo>
                  <a:pt x="269748" y="298704"/>
                </a:lnTo>
                <a:lnTo>
                  <a:pt x="274320" y="306324"/>
                </a:lnTo>
                <a:lnTo>
                  <a:pt x="278892" y="310896"/>
                </a:lnTo>
                <a:lnTo>
                  <a:pt x="283464" y="310896"/>
                </a:lnTo>
                <a:lnTo>
                  <a:pt x="288036" y="301752"/>
                </a:lnTo>
                <a:lnTo>
                  <a:pt x="291084" y="292608"/>
                </a:lnTo>
                <a:lnTo>
                  <a:pt x="291084" y="281940"/>
                </a:lnTo>
                <a:lnTo>
                  <a:pt x="255181" y="248754"/>
                </a:lnTo>
                <a:lnTo>
                  <a:pt x="237744" y="239268"/>
                </a:lnTo>
                <a:lnTo>
                  <a:pt x="239306" y="228600"/>
                </a:lnTo>
                <a:lnTo>
                  <a:pt x="244030" y="190500"/>
                </a:lnTo>
                <a:lnTo>
                  <a:pt x="246849" y="134112"/>
                </a:lnTo>
                <a:lnTo>
                  <a:pt x="246888" y="132588"/>
                </a:lnTo>
                <a:lnTo>
                  <a:pt x="306324" y="126492"/>
                </a:lnTo>
                <a:lnTo>
                  <a:pt x="305435" y="144780"/>
                </a:lnTo>
                <a:lnTo>
                  <a:pt x="304228" y="172021"/>
                </a:lnTo>
                <a:lnTo>
                  <a:pt x="303542" y="194437"/>
                </a:lnTo>
                <a:lnTo>
                  <a:pt x="303288" y="216179"/>
                </a:lnTo>
                <a:lnTo>
                  <a:pt x="303568" y="234696"/>
                </a:lnTo>
                <a:lnTo>
                  <a:pt x="306324" y="283464"/>
                </a:lnTo>
                <a:lnTo>
                  <a:pt x="322186" y="333616"/>
                </a:lnTo>
                <a:lnTo>
                  <a:pt x="343623" y="365950"/>
                </a:lnTo>
                <a:lnTo>
                  <a:pt x="374904" y="391668"/>
                </a:lnTo>
                <a:lnTo>
                  <a:pt x="399288" y="399288"/>
                </a:lnTo>
                <a:lnTo>
                  <a:pt x="405384" y="399288"/>
                </a:lnTo>
                <a:lnTo>
                  <a:pt x="405384" y="388620"/>
                </a:lnTo>
                <a:close/>
              </a:path>
              <a:path w="1745614" h="413385">
                <a:moveTo>
                  <a:pt x="408432" y="400812"/>
                </a:moveTo>
                <a:lnTo>
                  <a:pt x="405384" y="399288"/>
                </a:lnTo>
                <a:lnTo>
                  <a:pt x="405384" y="400812"/>
                </a:lnTo>
                <a:lnTo>
                  <a:pt x="406908" y="402336"/>
                </a:lnTo>
                <a:lnTo>
                  <a:pt x="406908" y="400812"/>
                </a:lnTo>
                <a:lnTo>
                  <a:pt x="408432" y="400812"/>
                </a:lnTo>
                <a:close/>
              </a:path>
              <a:path w="1745614" h="413385">
                <a:moveTo>
                  <a:pt x="586752" y="30492"/>
                </a:moveTo>
                <a:lnTo>
                  <a:pt x="554748" y="6108"/>
                </a:lnTo>
                <a:lnTo>
                  <a:pt x="549287" y="19265"/>
                </a:lnTo>
                <a:lnTo>
                  <a:pt x="541985" y="33731"/>
                </a:lnTo>
                <a:lnTo>
                  <a:pt x="521220" y="67068"/>
                </a:lnTo>
                <a:lnTo>
                  <a:pt x="494931" y="100025"/>
                </a:lnTo>
                <a:lnTo>
                  <a:pt x="466356" y="129552"/>
                </a:lnTo>
                <a:lnTo>
                  <a:pt x="469404" y="135648"/>
                </a:lnTo>
                <a:lnTo>
                  <a:pt x="491134" y="118706"/>
                </a:lnTo>
                <a:lnTo>
                  <a:pt x="510743" y="101930"/>
                </a:lnTo>
                <a:lnTo>
                  <a:pt x="528332" y="84848"/>
                </a:lnTo>
                <a:lnTo>
                  <a:pt x="544080" y="67068"/>
                </a:lnTo>
                <a:lnTo>
                  <a:pt x="557809" y="52781"/>
                </a:lnTo>
                <a:lnTo>
                  <a:pt x="569417" y="41922"/>
                </a:lnTo>
                <a:lnTo>
                  <a:pt x="579005" y="34493"/>
                </a:lnTo>
                <a:lnTo>
                  <a:pt x="586752" y="30492"/>
                </a:lnTo>
                <a:close/>
              </a:path>
              <a:path w="1745614" h="413385">
                <a:moveTo>
                  <a:pt x="603516" y="117360"/>
                </a:moveTo>
                <a:lnTo>
                  <a:pt x="574560" y="91452"/>
                </a:lnTo>
                <a:lnTo>
                  <a:pt x="564527" y="113169"/>
                </a:lnTo>
                <a:lnTo>
                  <a:pt x="552653" y="134886"/>
                </a:lnTo>
                <a:lnTo>
                  <a:pt x="522744" y="178320"/>
                </a:lnTo>
                <a:lnTo>
                  <a:pt x="488264" y="221754"/>
                </a:lnTo>
                <a:lnTo>
                  <a:pt x="452640" y="260616"/>
                </a:lnTo>
                <a:lnTo>
                  <a:pt x="455688" y="265188"/>
                </a:lnTo>
                <a:lnTo>
                  <a:pt x="475119" y="251485"/>
                </a:lnTo>
                <a:lnTo>
                  <a:pt x="494550" y="235661"/>
                </a:lnTo>
                <a:lnTo>
                  <a:pt x="513981" y="217817"/>
                </a:lnTo>
                <a:lnTo>
                  <a:pt x="533412" y="198132"/>
                </a:lnTo>
                <a:lnTo>
                  <a:pt x="533387" y="276440"/>
                </a:lnTo>
                <a:lnTo>
                  <a:pt x="533222" y="337769"/>
                </a:lnTo>
                <a:lnTo>
                  <a:pt x="532765" y="382219"/>
                </a:lnTo>
                <a:lnTo>
                  <a:pt x="531888" y="409968"/>
                </a:lnTo>
                <a:lnTo>
                  <a:pt x="557796" y="394728"/>
                </a:lnTo>
                <a:lnTo>
                  <a:pt x="557796" y="205752"/>
                </a:lnTo>
                <a:lnTo>
                  <a:pt x="565416" y="198132"/>
                </a:lnTo>
                <a:lnTo>
                  <a:pt x="568464" y="195084"/>
                </a:lnTo>
                <a:lnTo>
                  <a:pt x="550176" y="178320"/>
                </a:lnTo>
                <a:lnTo>
                  <a:pt x="558482" y="168287"/>
                </a:lnTo>
                <a:lnTo>
                  <a:pt x="567512" y="156413"/>
                </a:lnTo>
                <a:lnTo>
                  <a:pt x="577392" y="142519"/>
                </a:lnTo>
                <a:lnTo>
                  <a:pt x="588276" y="126504"/>
                </a:lnTo>
                <a:lnTo>
                  <a:pt x="603516" y="117360"/>
                </a:lnTo>
                <a:close/>
              </a:path>
              <a:path w="1745614" h="413385">
                <a:moveTo>
                  <a:pt x="826020" y="60972"/>
                </a:moveTo>
                <a:lnTo>
                  <a:pt x="797064" y="27444"/>
                </a:lnTo>
                <a:lnTo>
                  <a:pt x="772680" y="50304"/>
                </a:lnTo>
                <a:lnTo>
                  <a:pt x="624852" y="50304"/>
                </a:lnTo>
                <a:lnTo>
                  <a:pt x="640092" y="65544"/>
                </a:lnTo>
                <a:lnTo>
                  <a:pt x="649732" y="63538"/>
                </a:lnTo>
                <a:lnTo>
                  <a:pt x="660095" y="62115"/>
                </a:lnTo>
                <a:lnTo>
                  <a:pt x="670737" y="61252"/>
                </a:lnTo>
                <a:lnTo>
                  <a:pt x="681240" y="60972"/>
                </a:lnTo>
                <a:lnTo>
                  <a:pt x="826020" y="60972"/>
                </a:lnTo>
                <a:close/>
              </a:path>
              <a:path w="1745614" h="413385">
                <a:moveTo>
                  <a:pt x="850404" y="164604"/>
                </a:moveTo>
                <a:lnTo>
                  <a:pt x="821448" y="129552"/>
                </a:lnTo>
                <a:lnTo>
                  <a:pt x="795540" y="153936"/>
                </a:lnTo>
                <a:lnTo>
                  <a:pt x="594372" y="153936"/>
                </a:lnTo>
                <a:lnTo>
                  <a:pt x="611136" y="170700"/>
                </a:lnTo>
                <a:lnTo>
                  <a:pt x="620560" y="167817"/>
                </a:lnTo>
                <a:lnTo>
                  <a:pt x="630567" y="165938"/>
                </a:lnTo>
                <a:lnTo>
                  <a:pt x="641134" y="164909"/>
                </a:lnTo>
                <a:lnTo>
                  <a:pt x="652284" y="164604"/>
                </a:lnTo>
                <a:lnTo>
                  <a:pt x="717816" y="164604"/>
                </a:lnTo>
                <a:lnTo>
                  <a:pt x="717816" y="356628"/>
                </a:lnTo>
                <a:lnTo>
                  <a:pt x="713257" y="362699"/>
                </a:lnTo>
                <a:lnTo>
                  <a:pt x="692810" y="362673"/>
                </a:lnTo>
                <a:lnTo>
                  <a:pt x="679335" y="362343"/>
                </a:lnTo>
                <a:lnTo>
                  <a:pt x="661847" y="361429"/>
                </a:lnTo>
                <a:lnTo>
                  <a:pt x="640092" y="359676"/>
                </a:lnTo>
                <a:lnTo>
                  <a:pt x="640092" y="368820"/>
                </a:lnTo>
                <a:lnTo>
                  <a:pt x="666089" y="376262"/>
                </a:lnTo>
                <a:lnTo>
                  <a:pt x="684669" y="385013"/>
                </a:lnTo>
                <a:lnTo>
                  <a:pt x="695807" y="395173"/>
                </a:lnTo>
                <a:lnTo>
                  <a:pt x="699528" y="406920"/>
                </a:lnTo>
                <a:lnTo>
                  <a:pt x="719264" y="400037"/>
                </a:lnTo>
                <a:lnTo>
                  <a:pt x="732866" y="388442"/>
                </a:lnTo>
                <a:lnTo>
                  <a:pt x="740460" y="371983"/>
                </a:lnTo>
                <a:lnTo>
                  <a:pt x="741210" y="362724"/>
                </a:lnTo>
                <a:lnTo>
                  <a:pt x="742200" y="350532"/>
                </a:lnTo>
                <a:lnTo>
                  <a:pt x="742200" y="164604"/>
                </a:lnTo>
                <a:lnTo>
                  <a:pt x="850404" y="164604"/>
                </a:lnTo>
                <a:close/>
              </a:path>
              <a:path w="1745614" h="413385">
                <a:moveTo>
                  <a:pt x="1193292" y="181356"/>
                </a:moveTo>
                <a:lnTo>
                  <a:pt x="1161288" y="149352"/>
                </a:lnTo>
                <a:lnTo>
                  <a:pt x="1141476" y="170688"/>
                </a:lnTo>
                <a:lnTo>
                  <a:pt x="982980" y="170688"/>
                </a:lnTo>
                <a:lnTo>
                  <a:pt x="998220" y="185928"/>
                </a:lnTo>
                <a:lnTo>
                  <a:pt x="1007630" y="183934"/>
                </a:lnTo>
                <a:lnTo>
                  <a:pt x="1017460" y="182499"/>
                </a:lnTo>
                <a:lnTo>
                  <a:pt x="1027582" y="181648"/>
                </a:lnTo>
                <a:lnTo>
                  <a:pt x="1037844" y="181356"/>
                </a:lnTo>
                <a:lnTo>
                  <a:pt x="1193292" y="181356"/>
                </a:lnTo>
                <a:close/>
              </a:path>
              <a:path w="1745614" h="413385">
                <a:moveTo>
                  <a:pt x="1277112" y="256032"/>
                </a:moveTo>
                <a:lnTo>
                  <a:pt x="1242060" y="220980"/>
                </a:lnTo>
                <a:lnTo>
                  <a:pt x="1217676" y="245364"/>
                </a:lnTo>
                <a:lnTo>
                  <a:pt x="915924" y="245364"/>
                </a:lnTo>
                <a:lnTo>
                  <a:pt x="932688" y="260604"/>
                </a:lnTo>
                <a:lnTo>
                  <a:pt x="942124" y="258610"/>
                </a:lnTo>
                <a:lnTo>
                  <a:pt x="952119" y="257175"/>
                </a:lnTo>
                <a:lnTo>
                  <a:pt x="962698" y="256324"/>
                </a:lnTo>
                <a:lnTo>
                  <a:pt x="973836" y="256032"/>
                </a:lnTo>
                <a:lnTo>
                  <a:pt x="1053084" y="256032"/>
                </a:lnTo>
                <a:lnTo>
                  <a:pt x="1027366" y="301040"/>
                </a:lnTo>
                <a:lnTo>
                  <a:pt x="995349" y="343382"/>
                </a:lnTo>
                <a:lnTo>
                  <a:pt x="965009" y="368528"/>
                </a:lnTo>
                <a:lnTo>
                  <a:pt x="950976" y="373380"/>
                </a:lnTo>
                <a:lnTo>
                  <a:pt x="969264" y="408432"/>
                </a:lnTo>
                <a:lnTo>
                  <a:pt x="1020495" y="396011"/>
                </a:lnTo>
                <a:lnTo>
                  <a:pt x="1194816" y="374904"/>
                </a:lnTo>
                <a:lnTo>
                  <a:pt x="1200251" y="383768"/>
                </a:lnTo>
                <a:lnTo>
                  <a:pt x="1205103" y="392049"/>
                </a:lnTo>
                <a:lnTo>
                  <a:pt x="1209395" y="399770"/>
                </a:lnTo>
                <a:lnTo>
                  <a:pt x="1213104" y="406908"/>
                </a:lnTo>
                <a:lnTo>
                  <a:pt x="1216152" y="411480"/>
                </a:lnTo>
                <a:lnTo>
                  <a:pt x="1219200" y="413004"/>
                </a:lnTo>
                <a:lnTo>
                  <a:pt x="1223772" y="413004"/>
                </a:lnTo>
                <a:lnTo>
                  <a:pt x="1226820" y="409956"/>
                </a:lnTo>
                <a:lnTo>
                  <a:pt x="1229868" y="403860"/>
                </a:lnTo>
                <a:lnTo>
                  <a:pt x="1234440" y="396240"/>
                </a:lnTo>
                <a:lnTo>
                  <a:pt x="1235964" y="390144"/>
                </a:lnTo>
                <a:lnTo>
                  <a:pt x="1235964" y="385572"/>
                </a:lnTo>
                <a:lnTo>
                  <a:pt x="1234541" y="377532"/>
                </a:lnTo>
                <a:lnTo>
                  <a:pt x="1233195" y="374904"/>
                </a:lnTo>
                <a:lnTo>
                  <a:pt x="1232408" y="373380"/>
                </a:lnTo>
                <a:lnTo>
                  <a:pt x="1230249" y="369189"/>
                </a:lnTo>
                <a:lnTo>
                  <a:pt x="1199184" y="340258"/>
                </a:lnTo>
                <a:lnTo>
                  <a:pt x="1157605" y="313448"/>
                </a:lnTo>
                <a:lnTo>
                  <a:pt x="1130808" y="297180"/>
                </a:lnTo>
                <a:lnTo>
                  <a:pt x="1124712" y="301752"/>
                </a:lnTo>
                <a:lnTo>
                  <a:pt x="1143914" y="319493"/>
                </a:lnTo>
                <a:lnTo>
                  <a:pt x="1160526" y="336232"/>
                </a:lnTo>
                <a:lnTo>
                  <a:pt x="1174864" y="352120"/>
                </a:lnTo>
                <a:lnTo>
                  <a:pt x="1187196" y="367284"/>
                </a:lnTo>
                <a:lnTo>
                  <a:pt x="981456" y="373380"/>
                </a:lnTo>
                <a:lnTo>
                  <a:pt x="1002296" y="358813"/>
                </a:lnTo>
                <a:lnTo>
                  <a:pt x="1025842" y="337947"/>
                </a:lnTo>
                <a:lnTo>
                  <a:pt x="1051966" y="310807"/>
                </a:lnTo>
                <a:lnTo>
                  <a:pt x="1080516" y="277368"/>
                </a:lnTo>
                <a:lnTo>
                  <a:pt x="1095756" y="272796"/>
                </a:lnTo>
                <a:lnTo>
                  <a:pt x="1071372" y="256032"/>
                </a:lnTo>
                <a:lnTo>
                  <a:pt x="1277112" y="256032"/>
                </a:lnTo>
                <a:close/>
              </a:path>
              <a:path w="1745614" h="413385">
                <a:moveTo>
                  <a:pt x="1298448" y="164592"/>
                </a:moveTo>
                <a:lnTo>
                  <a:pt x="1233487" y="147637"/>
                </a:lnTo>
                <a:lnTo>
                  <a:pt x="1176528" y="115824"/>
                </a:lnTo>
                <a:lnTo>
                  <a:pt x="1130046" y="77343"/>
                </a:lnTo>
                <a:lnTo>
                  <a:pt x="1103757" y="45720"/>
                </a:lnTo>
                <a:lnTo>
                  <a:pt x="1097280" y="36576"/>
                </a:lnTo>
                <a:lnTo>
                  <a:pt x="1114044" y="25908"/>
                </a:lnTo>
                <a:lnTo>
                  <a:pt x="1077468" y="0"/>
                </a:lnTo>
                <a:lnTo>
                  <a:pt x="1063180" y="32626"/>
                </a:lnTo>
                <a:lnTo>
                  <a:pt x="1045464" y="64389"/>
                </a:lnTo>
                <a:lnTo>
                  <a:pt x="999744" y="126492"/>
                </a:lnTo>
                <a:lnTo>
                  <a:pt x="973150" y="154520"/>
                </a:lnTo>
                <a:lnTo>
                  <a:pt x="917663" y="200863"/>
                </a:lnTo>
                <a:lnTo>
                  <a:pt x="888492" y="219456"/>
                </a:lnTo>
                <a:lnTo>
                  <a:pt x="893064" y="224028"/>
                </a:lnTo>
                <a:lnTo>
                  <a:pt x="952881" y="188595"/>
                </a:lnTo>
                <a:lnTo>
                  <a:pt x="1005840" y="146304"/>
                </a:lnTo>
                <a:lnTo>
                  <a:pt x="1051750" y="98298"/>
                </a:lnTo>
                <a:lnTo>
                  <a:pt x="1089660" y="45720"/>
                </a:lnTo>
                <a:lnTo>
                  <a:pt x="1109649" y="74256"/>
                </a:lnTo>
                <a:lnTo>
                  <a:pt x="1152461" y="123304"/>
                </a:lnTo>
                <a:lnTo>
                  <a:pt x="1197559" y="160362"/>
                </a:lnTo>
                <a:lnTo>
                  <a:pt x="1240370" y="186550"/>
                </a:lnTo>
                <a:lnTo>
                  <a:pt x="1260348" y="195072"/>
                </a:lnTo>
                <a:lnTo>
                  <a:pt x="1265453" y="185928"/>
                </a:lnTo>
                <a:lnTo>
                  <a:pt x="1273683" y="179070"/>
                </a:lnTo>
                <a:lnTo>
                  <a:pt x="1284782" y="174498"/>
                </a:lnTo>
                <a:lnTo>
                  <a:pt x="1298448" y="172212"/>
                </a:lnTo>
                <a:lnTo>
                  <a:pt x="1298448" y="164592"/>
                </a:lnTo>
                <a:close/>
              </a:path>
              <a:path w="1745614" h="413385">
                <a:moveTo>
                  <a:pt x="1479816" y="28956"/>
                </a:moveTo>
                <a:lnTo>
                  <a:pt x="1447812" y="3048"/>
                </a:lnTo>
                <a:lnTo>
                  <a:pt x="1439240" y="17932"/>
                </a:lnTo>
                <a:lnTo>
                  <a:pt x="1429524" y="32956"/>
                </a:lnTo>
                <a:lnTo>
                  <a:pt x="1406664" y="64008"/>
                </a:lnTo>
                <a:lnTo>
                  <a:pt x="1378089" y="96202"/>
                </a:lnTo>
                <a:lnTo>
                  <a:pt x="1342656" y="129540"/>
                </a:lnTo>
                <a:lnTo>
                  <a:pt x="1345704" y="135636"/>
                </a:lnTo>
                <a:lnTo>
                  <a:pt x="1386852" y="107137"/>
                </a:lnTo>
                <a:lnTo>
                  <a:pt x="1426857" y="73152"/>
                </a:lnTo>
                <a:lnTo>
                  <a:pt x="1446288" y="54864"/>
                </a:lnTo>
                <a:lnTo>
                  <a:pt x="1454302" y="48031"/>
                </a:lnTo>
                <a:lnTo>
                  <a:pt x="1462481" y="41338"/>
                </a:lnTo>
                <a:lnTo>
                  <a:pt x="1470926" y="34937"/>
                </a:lnTo>
                <a:lnTo>
                  <a:pt x="1479816" y="28956"/>
                </a:lnTo>
                <a:close/>
              </a:path>
              <a:path w="1745614" h="413385">
                <a:moveTo>
                  <a:pt x="1496580" y="115824"/>
                </a:moveTo>
                <a:lnTo>
                  <a:pt x="1464576" y="89916"/>
                </a:lnTo>
                <a:lnTo>
                  <a:pt x="1460576" y="99402"/>
                </a:lnTo>
                <a:lnTo>
                  <a:pt x="1455432" y="109728"/>
                </a:lnTo>
                <a:lnTo>
                  <a:pt x="1432826" y="147523"/>
                </a:lnTo>
                <a:lnTo>
                  <a:pt x="1409344" y="178904"/>
                </a:lnTo>
                <a:lnTo>
                  <a:pt x="1379626" y="214058"/>
                </a:lnTo>
                <a:lnTo>
                  <a:pt x="1350530" y="244398"/>
                </a:lnTo>
                <a:lnTo>
                  <a:pt x="1336560" y="257556"/>
                </a:lnTo>
                <a:lnTo>
                  <a:pt x="1341132" y="263652"/>
                </a:lnTo>
                <a:lnTo>
                  <a:pt x="1359992" y="250799"/>
                </a:lnTo>
                <a:lnTo>
                  <a:pt x="1377708" y="237363"/>
                </a:lnTo>
                <a:lnTo>
                  <a:pt x="1394282" y="223367"/>
                </a:lnTo>
                <a:lnTo>
                  <a:pt x="1409712" y="208788"/>
                </a:lnTo>
                <a:lnTo>
                  <a:pt x="1409661" y="353568"/>
                </a:lnTo>
                <a:lnTo>
                  <a:pt x="1409547" y="365760"/>
                </a:lnTo>
                <a:lnTo>
                  <a:pt x="1409446" y="373049"/>
                </a:lnTo>
                <a:lnTo>
                  <a:pt x="1409065" y="390321"/>
                </a:lnTo>
                <a:lnTo>
                  <a:pt x="1408188" y="411480"/>
                </a:lnTo>
                <a:lnTo>
                  <a:pt x="1434096" y="397764"/>
                </a:lnTo>
                <a:lnTo>
                  <a:pt x="1434096" y="208788"/>
                </a:lnTo>
                <a:lnTo>
                  <a:pt x="1434096" y="184404"/>
                </a:lnTo>
                <a:lnTo>
                  <a:pt x="1456956" y="157734"/>
                </a:lnTo>
                <a:lnTo>
                  <a:pt x="1464957" y="147980"/>
                </a:lnTo>
                <a:lnTo>
                  <a:pt x="1470672" y="140208"/>
                </a:lnTo>
                <a:lnTo>
                  <a:pt x="1476425" y="134480"/>
                </a:lnTo>
                <a:lnTo>
                  <a:pt x="1482483" y="128587"/>
                </a:lnTo>
                <a:lnTo>
                  <a:pt x="1489100" y="122428"/>
                </a:lnTo>
                <a:lnTo>
                  <a:pt x="1496580" y="115824"/>
                </a:lnTo>
                <a:close/>
              </a:path>
              <a:path w="1745614" h="413385">
                <a:moveTo>
                  <a:pt x="1571155" y="332600"/>
                </a:moveTo>
                <a:lnTo>
                  <a:pt x="1548206" y="297751"/>
                </a:lnTo>
                <a:lnTo>
                  <a:pt x="1516392" y="275844"/>
                </a:lnTo>
                <a:lnTo>
                  <a:pt x="1513344" y="281940"/>
                </a:lnTo>
                <a:lnTo>
                  <a:pt x="1523885" y="296252"/>
                </a:lnTo>
                <a:lnTo>
                  <a:pt x="1532585" y="309562"/>
                </a:lnTo>
                <a:lnTo>
                  <a:pt x="1539265" y="322021"/>
                </a:lnTo>
                <a:lnTo>
                  <a:pt x="1543824" y="333756"/>
                </a:lnTo>
                <a:lnTo>
                  <a:pt x="1546390" y="343496"/>
                </a:lnTo>
                <a:lnTo>
                  <a:pt x="1549539" y="349948"/>
                </a:lnTo>
                <a:lnTo>
                  <a:pt x="1553248" y="353263"/>
                </a:lnTo>
                <a:lnTo>
                  <a:pt x="1557540" y="353568"/>
                </a:lnTo>
                <a:lnTo>
                  <a:pt x="1563636" y="352044"/>
                </a:lnTo>
                <a:lnTo>
                  <a:pt x="1568208" y="347472"/>
                </a:lnTo>
                <a:lnTo>
                  <a:pt x="1569732" y="338328"/>
                </a:lnTo>
                <a:lnTo>
                  <a:pt x="1571155" y="332600"/>
                </a:lnTo>
                <a:close/>
              </a:path>
              <a:path w="1745614" h="413385">
                <a:moveTo>
                  <a:pt x="1702320" y="41148"/>
                </a:moveTo>
                <a:lnTo>
                  <a:pt x="1694700" y="33528"/>
                </a:lnTo>
                <a:lnTo>
                  <a:pt x="1677936" y="16764"/>
                </a:lnTo>
                <a:lnTo>
                  <a:pt x="1664220" y="31851"/>
                </a:lnTo>
                <a:lnTo>
                  <a:pt x="1664220" y="42672"/>
                </a:lnTo>
                <a:lnTo>
                  <a:pt x="1664220" y="91440"/>
                </a:lnTo>
                <a:lnTo>
                  <a:pt x="1664220" y="102108"/>
                </a:lnTo>
                <a:lnTo>
                  <a:pt x="1664220" y="153924"/>
                </a:lnTo>
                <a:lnTo>
                  <a:pt x="1534680" y="153924"/>
                </a:lnTo>
                <a:lnTo>
                  <a:pt x="1534680" y="102108"/>
                </a:lnTo>
                <a:lnTo>
                  <a:pt x="1664220" y="102108"/>
                </a:lnTo>
                <a:lnTo>
                  <a:pt x="1664220" y="91440"/>
                </a:lnTo>
                <a:lnTo>
                  <a:pt x="1534680" y="91440"/>
                </a:lnTo>
                <a:lnTo>
                  <a:pt x="1534680" y="42672"/>
                </a:lnTo>
                <a:lnTo>
                  <a:pt x="1664220" y="42672"/>
                </a:lnTo>
                <a:lnTo>
                  <a:pt x="1664220" y="31851"/>
                </a:lnTo>
                <a:lnTo>
                  <a:pt x="1662696" y="33528"/>
                </a:lnTo>
                <a:lnTo>
                  <a:pt x="1534680" y="33528"/>
                </a:lnTo>
                <a:lnTo>
                  <a:pt x="1510296" y="21336"/>
                </a:lnTo>
                <a:lnTo>
                  <a:pt x="1511414" y="39077"/>
                </a:lnTo>
                <a:lnTo>
                  <a:pt x="1512392" y="58102"/>
                </a:lnTo>
                <a:lnTo>
                  <a:pt x="1513078" y="78562"/>
                </a:lnTo>
                <a:lnTo>
                  <a:pt x="1513230" y="91846"/>
                </a:lnTo>
                <a:lnTo>
                  <a:pt x="1513141" y="117538"/>
                </a:lnTo>
                <a:lnTo>
                  <a:pt x="1513078" y="122923"/>
                </a:lnTo>
                <a:lnTo>
                  <a:pt x="1512392" y="144399"/>
                </a:lnTo>
                <a:lnTo>
                  <a:pt x="1511439" y="164592"/>
                </a:lnTo>
                <a:lnTo>
                  <a:pt x="1510296" y="185928"/>
                </a:lnTo>
                <a:lnTo>
                  <a:pt x="1534680" y="175260"/>
                </a:lnTo>
                <a:lnTo>
                  <a:pt x="1534680" y="164592"/>
                </a:lnTo>
                <a:lnTo>
                  <a:pt x="1664220" y="164592"/>
                </a:lnTo>
                <a:lnTo>
                  <a:pt x="1664220" y="184404"/>
                </a:lnTo>
                <a:lnTo>
                  <a:pt x="1690128" y="172212"/>
                </a:lnTo>
                <a:lnTo>
                  <a:pt x="1689785" y="164592"/>
                </a:lnTo>
                <a:lnTo>
                  <a:pt x="1689328" y="153924"/>
                </a:lnTo>
                <a:lnTo>
                  <a:pt x="1689239" y="151904"/>
                </a:lnTo>
                <a:lnTo>
                  <a:pt x="1688795" y="125158"/>
                </a:lnTo>
                <a:lnTo>
                  <a:pt x="1688668" y="102108"/>
                </a:lnTo>
                <a:lnTo>
                  <a:pt x="1688617" y="91440"/>
                </a:lnTo>
                <a:lnTo>
                  <a:pt x="1688604" y="51816"/>
                </a:lnTo>
                <a:lnTo>
                  <a:pt x="1700352" y="42672"/>
                </a:lnTo>
                <a:lnTo>
                  <a:pt x="1702320" y="41148"/>
                </a:lnTo>
                <a:close/>
              </a:path>
              <a:path w="1745614" h="413385">
                <a:moveTo>
                  <a:pt x="1744992" y="269748"/>
                </a:moveTo>
                <a:lnTo>
                  <a:pt x="1714512" y="237744"/>
                </a:lnTo>
                <a:lnTo>
                  <a:pt x="1693176" y="259080"/>
                </a:lnTo>
                <a:lnTo>
                  <a:pt x="1667268" y="259080"/>
                </a:lnTo>
                <a:lnTo>
                  <a:pt x="1667268" y="211836"/>
                </a:lnTo>
                <a:lnTo>
                  <a:pt x="1728228" y="211836"/>
                </a:lnTo>
                <a:lnTo>
                  <a:pt x="1699272" y="182880"/>
                </a:lnTo>
                <a:lnTo>
                  <a:pt x="1679460" y="201168"/>
                </a:lnTo>
                <a:lnTo>
                  <a:pt x="1478292" y="201168"/>
                </a:lnTo>
                <a:lnTo>
                  <a:pt x="1493532" y="216408"/>
                </a:lnTo>
                <a:lnTo>
                  <a:pt x="1503172" y="214414"/>
                </a:lnTo>
                <a:lnTo>
                  <a:pt x="1513535" y="212979"/>
                </a:lnTo>
                <a:lnTo>
                  <a:pt x="1524177" y="212128"/>
                </a:lnTo>
                <a:lnTo>
                  <a:pt x="1534680" y="211836"/>
                </a:lnTo>
                <a:lnTo>
                  <a:pt x="1642884" y="211836"/>
                </a:lnTo>
                <a:lnTo>
                  <a:pt x="1642884" y="259080"/>
                </a:lnTo>
                <a:lnTo>
                  <a:pt x="1456956" y="259080"/>
                </a:lnTo>
                <a:lnTo>
                  <a:pt x="1472196" y="274320"/>
                </a:lnTo>
                <a:lnTo>
                  <a:pt x="1482496" y="272326"/>
                </a:lnTo>
                <a:lnTo>
                  <a:pt x="1492961" y="270891"/>
                </a:lnTo>
                <a:lnTo>
                  <a:pt x="1503692" y="270040"/>
                </a:lnTo>
                <a:lnTo>
                  <a:pt x="1514868" y="269748"/>
                </a:lnTo>
                <a:lnTo>
                  <a:pt x="1642884" y="269748"/>
                </a:lnTo>
                <a:lnTo>
                  <a:pt x="1642884" y="364236"/>
                </a:lnTo>
                <a:lnTo>
                  <a:pt x="1641360" y="370332"/>
                </a:lnTo>
                <a:lnTo>
                  <a:pt x="1636788" y="371856"/>
                </a:lnTo>
                <a:lnTo>
                  <a:pt x="1629854" y="373049"/>
                </a:lnTo>
                <a:lnTo>
                  <a:pt x="1617929" y="372237"/>
                </a:lnTo>
                <a:lnTo>
                  <a:pt x="1600568" y="369722"/>
                </a:lnTo>
                <a:lnTo>
                  <a:pt x="1577352" y="365760"/>
                </a:lnTo>
                <a:lnTo>
                  <a:pt x="1577352" y="371856"/>
                </a:lnTo>
                <a:lnTo>
                  <a:pt x="1600250" y="382104"/>
                </a:lnTo>
                <a:lnTo>
                  <a:pt x="1616595" y="392049"/>
                </a:lnTo>
                <a:lnTo>
                  <a:pt x="1626641" y="401434"/>
                </a:lnTo>
                <a:lnTo>
                  <a:pt x="1630692" y="409956"/>
                </a:lnTo>
                <a:lnTo>
                  <a:pt x="1646694" y="401980"/>
                </a:lnTo>
                <a:lnTo>
                  <a:pt x="1658124" y="391858"/>
                </a:lnTo>
                <a:lnTo>
                  <a:pt x="1664982" y="379742"/>
                </a:lnTo>
                <a:lnTo>
                  <a:pt x="1666074" y="373049"/>
                </a:lnTo>
                <a:lnTo>
                  <a:pt x="1667268" y="365760"/>
                </a:lnTo>
                <a:lnTo>
                  <a:pt x="1667268" y="269748"/>
                </a:lnTo>
                <a:lnTo>
                  <a:pt x="1744992" y="26974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" name="object 55"/>
          <p:cNvSpPr/>
          <p:nvPr/>
        </p:nvSpPr>
        <p:spPr>
          <a:xfrm>
            <a:off x="4360164" y="4722876"/>
            <a:ext cx="384175" cy="403860"/>
          </a:xfrm>
          <a:custGeom>
            <a:avLst/>
            <a:gdLst/>
            <a:ahLst/>
            <a:cxnLst/>
            <a:rect l="l" t="t" r="r" b="b"/>
            <a:pathLst>
              <a:path w="384175" h="403860">
                <a:moveTo>
                  <a:pt x="22860" y="48768"/>
                </a:moveTo>
                <a:lnTo>
                  <a:pt x="7620" y="33528"/>
                </a:lnTo>
                <a:lnTo>
                  <a:pt x="182880" y="33528"/>
                </a:lnTo>
                <a:lnTo>
                  <a:pt x="205740" y="10668"/>
                </a:lnTo>
                <a:lnTo>
                  <a:pt x="237744" y="44196"/>
                </a:lnTo>
                <a:lnTo>
                  <a:pt x="64008" y="44196"/>
                </a:lnTo>
                <a:lnTo>
                  <a:pt x="52863" y="44481"/>
                </a:lnTo>
                <a:lnTo>
                  <a:pt x="42291" y="45339"/>
                </a:lnTo>
                <a:lnTo>
                  <a:pt x="32289" y="46767"/>
                </a:lnTo>
                <a:lnTo>
                  <a:pt x="22860" y="48768"/>
                </a:lnTo>
                <a:close/>
              </a:path>
              <a:path w="384175" h="403860">
                <a:moveTo>
                  <a:pt x="33528" y="178308"/>
                </a:moveTo>
                <a:lnTo>
                  <a:pt x="16764" y="146304"/>
                </a:lnTo>
                <a:lnTo>
                  <a:pt x="29360" y="144041"/>
                </a:lnTo>
                <a:lnTo>
                  <a:pt x="42100" y="137350"/>
                </a:lnTo>
                <a:lnTo>
                  <a:pt x="80581" y="94988"/>
                </a:lnTo>
                <a:lnTo>
                  <a:pt x="101155" y="61317"/>
                </a:lnTo>
                <a:lnTo>
                  <a:pt x="109728" y="44196"/>
                </a:lnTo>
                <a:lnTo>
                  <a:pt x="117348" y="44196"/>
                </a:lnTo>
                <a:lnTo>
                  <a:pt x="147828" y="62484"/>
                </a:lnTo>
                <a:lnTo>
                  <a:pt x="137302" y="67056"/>
                </a:lnTo>
                <a:lnTo>
                  <a:pt x="126492" y="73914"/>
                </a:lnTo>
                <a:lnTo>
                  <a:pt x="115681" y="83058"/>
                </a:lnTo>
                <a:lnTo>
                  <a:pt x="105156" y="94488"/>
                </a:lnTo>
                <a:lnTo>
                  <a:pt x="92297" y="107299"/>
                </a:lnTo>
                <a:lnTo>
                  <a:pt x="78867" y="120396"/>
                </a:lnTo>
                <a:lnTo>
                  <a:pt x="64865" y="133492"/>
                </a:lnTo>
                <a:lnTo>
                  <a:pt x="50292" y="146304"/>
                </a:lnTo>
                <a:lnTo>
                  <a:pt x="226348" y="146304"/>
                </a:lnTo>
                <a:lnTo>
                  <a:pt x="229881" y="152400"/>
                </a:lnTo>
                <a:lnTo>
                  <a:pt x="193548" y="152400"/>
                </a:lnTo>
                <a:lnTo>
                  <a:pt x="174378" y="153781"/>
                </a:lnTo>
                <a:lnTo>
                  <a:pt x="137183" y="157114"/>
                </a:lnTo>
                <a:lnTo>
                  <a:pt x="118872" y="158496"/>
                </a:lnTo>
                <a:lnTo>
                  <a:pt x="108204" y="158496"/>
                </a:lnTo>
                <a:lnTo>
                  <a:pt x="79605" y="163091"/>
                </a:lnTo>
                <a:lnTo>
                  <a:pt x="57721" y="167830"/>
                </a:lnTo>
                <a:lnTo>
                  <a:pt x="42410" y="172854"/>
                </a:lnTo>
                <a:lnTo>
                  <a:pt x="33528" y="178308"/>
                </a:lnTo>
                <a:close/>
              </a:path>
              <a:path w="384175" h="403860">
                <a:moveTo>
                  <a:pt x="226348" y="146304"/>
                </a:moveTo>
                <a:lnTo>
                  <a:pt x="50292" y="146304"/>
                </a:lnTo>
                <a:lnTo>
                  <a:pt x="188976" y="143256"/>
                </a:lnTo>
                <a:lnTo>
                  <a:pt x="181284" y="130683"/>
                </a:lnTo>
                <a:lnTo>
                  <a:pt x="172021" y="118110"/>
                </a:lnTo>
                <a:lnTo>
                  <a:pt x="161329" y="105537"/>
                </a:lnTo>
                <a:lnTo>
                  <a:pt x="149352" y="92964"/>
                </a:lnTo>
                <a:lnTo>
                  <a:pt x="155448" y="86868"/>
                </a:lnTo>
                <a:lnTo>
                  <a:pt x="187499" y="110656"/>
                </a:lnTo>
                <a:lnTo>
                  <a:pt x="210693" y="129730"/>
                </a:lnTo>
                <a:lnTo>
                  <a:pt x="225313" y="144518"/>
                </a:lnTo>
                <a:lnTo>
                  <a:pt x="226348" y="146304"/>
                </a:lnTo>
                <a:close/>
              </a:path>
              <a:path w="384175" h="403860">
                <a:moveTo>
                  <a:pt x="216408" y="190500"/>
                </a:moveTo>
                <a:lnTo>
                  <a:pt x="211836" y="190500"/>
                </a:lnTo>
                <a:lnTo>
                  <a:pt x="210312" y="187452"/>
                </a:lnTo>
                <a:lnTo>
                  <a:pt x="208788" y="182880"/>
                </a:lnTo>
                <a:lnTo>
                  <a:pt x="205893" y="176450"/>
                </a:lnTo>
                <a:lnTo>
                  <a:pt x="202311" y="169354"/>
                </a:lnTo>
                <a:lnTo>
                  <a:pt x="198072" y="161234"/>
                </a:lnTo>
                <a:lnTo>
                  <a:pt x="193548" y="152400"/>
                </a:lnTo>
                <a:lnTo>
                  <a:pt x="229881" y="152400"/>
                </a:lnTo>
                <a:lnTo>
                  <a:pt x="231648" y="155448"/>
                </a:lnTo>
                <a:lnTo>
                  <a:pt x="232195" y="163782"/>
                </a:lnTo>
                <a:lnTo>
                  <a:pt x="231457" y="170688"/>
                </a:lnTo>
                <a:lnTo>
                  <a:pt x="229290" y="176450"/>
                </a:lnTo>
                <a:lnTo>
                  <a:pt x="225552" y="181356"/>
                </a:lnTo>
                <a:lnTo>
                  <a:pt x="220980" y="187452"/>
                </a:lnTo>
                <a:lnTo>
                  <a:pt x="216408" y="190500"/>
                </a:lnTo>
                <a:close/>
              </a:path>
              <a:path w="384175" h="403860">
                <a:moveTo>
                  <a:pt x="132588" y="240792"/>
                </a:moveTo>
                <a:lnTo>
                  <a:pt x="108204" y="240792"/>
                </a:lnTo>
                <a:lnTo>
                  <a:pt x="108204" y="158496"/>
                </a:lnTo>
                <a:lnTo>
                  <a:pt x="118872" y="158496"/>
                </a:lnTo>
                <a:lnTo>
                  <a:pt x="146304" y="172212"/>
                </a:lnTo>
                <a:lnTo>
                  <a:pt x="132588" y="184404"/>
                </a:lnTo>
                <a:lnTo>
                  <a:pt x="132588" y="240792"/>
                </a:lnTo>
                <a:close/>
              </a:path>
              <a:path w="384175" h="403860">
                <a:moveTo>
                  <a:pt x="21336" y="254508"/>
                </a:moveTo>
                <a:lnTo>
                  <a:pt x="7620" y="240792"/>
                </a:lnTo>
                <a:lnTo>
                  <a:pt x="179832" y="240792"/>
                </a:lnTo>
                <a:lnTo>
                  <a:pt x="199644" y="219456"/>
                </a:lnTo>
                <a:lnTo>
                  <a:pt x="231648" y="251460"/>
                </a:lnTo>
                <a:lnTo>
                  <a:pt x="41148" y="251460"/>
                </a:lnTo>
                <a:lnTo>
                  <a:pt x="21336" y="254508"/>
                </a:lnTo>
                <a:close/>
              </a:path>
              <a:path w="384175" h="403860">
                <a:moveTo>
                  <a:pt x="19812" y="390144"/>
                </a:moveTo>
                <a:lnTo>
                  <a:pt x="0" y="355092"/>
                </a:lnTo>
                <a:lnTo>
                  <a:pt x="17978" y="353139"/>
                </a:lnTo>
                <a:lnTo>
                  <a:pt x="108204" y="339852"/>
                </a:lnTo>
                <a:lnTo>
                  <a:pt x="108204" y="251460"/>
                </a:lnTo>
                <a:lnTo>
                  <a:pt x="132588" y="251460"/>
                </a:lnTo>
                <a:lnTo>
                  <a:pt x="132588" y="335280"/>
                </a:lnTo>
                <a:lnTo>
                  <a:pt x="192154" y="335280"/>
                </a:lnTo>
                <a:lnTo>
                  <a:pt x="145184" y="347495"/>
                </a:lnTo>
                <a:lnTo>
                  <a:pt x="80200" y="365950"/>
                </a:lnTo>
                <a:lnTo>
                  <a:pt x="38361" y="380118"/>
                </a:lnTo>
                <a:lnTo>
                  <a:pt x="19812" y="390144"/>
                </a:lnTo>
                <a:close/>
              </a:path>
              <a:path w="384175" h="403860">
                <a:moveTo>
                  <a:pt x="192154" y="335280"/>
                </a:moveTo>
                <a:lnTo>
                  <a:pt x="132588" y="335280"/>
                </a:lnTo>
                <a:lnTo>
                  <a:pt x="231648" y="315468"/>
                </a:lnTo>
                <a:lnTo>
                  <a:pt x="233172" y="324612"/>
                </a:lnTo>
                <a:lnTo>
                  <a:pt x="192154" y="335280"/>
                </a:lnTo>
                <a:close/>
              </a:path>
              <a:path w="384175" h="403860">
                <a:moveTo>
                  <a:pt x="369433" y="361188"/>
                </a:moveTo>
                <a:lnTo>
                  <a:pt x="332232" y="361188"/>
                </a:lnTo>
                <a:lnTo>
                  <a:pt x="338328" y="359664"/>
                </a:lnTo>
                <a:lnTo>
                  <a:pt x="342900" y="358140"/>
                </a:lnTo>
                <a:lnTo>
                  <a:pt x="345757" y="355592"/>
                </a:lnTo>
                <a:lnTo>
                  <a:pt x="347472" y="350329"/>
                </a:lnTo>
                <a:lnTo>
                  <a:pt x="348043" y="342495"/>
                </a:lnTo>
                <a:lnTo>
                  <a:pt x="347472" y="332232"/>
                </a:lnTo>
                <a:lnTo>
                  <a:pt x="347448" y="46291"/>
                </a:lnTo>
                <a:lnTo>
                  <a:pt x="347281" y="32004"/>
                </a:lnTo>
                <a:lnTo>
                  <a:pt x="346829" y="16573"/>
                </a:lnTo>
                <a:lnTo>
                  <a:pt x="345948" y="0"/>
                </a:lnTo>
                <a:lnTo>
                  <a:pt x="384048" y="18288"/>
                </a:lnTo>
                <a:lnTo>
                  <a:pt x="370332" y="30480"/>
                </a:lnTo>
                <a:lnTo>
                  <a:pt x="370233" y="350329"/>
                </a:lnTo>
                <a:lnTo>
                  <a:pt x="369433" y="361188"/>
                </a:lnTo>
                <a:close/>
              </a:path>
              <a:path w="384175" h="403860">
                <a:moveTo>
                  <a:pt x="262128" y="307848"/>
                </a:moveTo>
                <a:lnTo>
                  <a:pt x="263247" y="278391"/>
                </a:lnTo>
                <a:lnTo>
                  <a:pt x="264223" y="247078"/>
                </a:lnTo>
                <a:lnTo>
                  <a:pt x="264914" y="213764"/>
                </a:lnTo>
                <a:lnTo>
                  <a:pt x="265176" y="178308"/>
                </a:lnTo>
                <a:lnTo>
                  <a:pt x="264914" y="144041"/>
                </a:lnTo>
                <a:lnTo>
                  <a:pt x="264223" y="112204"/>
                </a:lnTo>
                <a:lnTo>
                  <a:pt x="263247" y="82938"/>
                </a:lnTo>
                <a:lnTo>
                  <a:pt x="262128" y="56388"/>
                </a:lnTo>
                <a:lnTo>
                  <a:pt x="303276" y="77724"/>
                </a:lnTo>
                <a:lnTo>
                  <a:pt x="286511" y="89916"/>
                </a:lnTo>
                <a:lnTo>
                  <a:pt x="286511" y="251460"/>
                </a:lnTo>
                <a:lnTo>
                  <a:pt x="286750" y="260556"/>
                </a:lnTo>
                <a:lnTo>
                  <a:pt x="287273" y="271653"/>
                </a:lnTo>
                <a:lnTo>
                  <a:pt x="287797" y="284464"/>
                </a:lnTo>
                <a:lnTo>
                  <a:pt x="288035" y="298704"/>
                </a:lnTo>
                <a:lnTo>
                  <a:pt x="262128" y="307848"/>
                </a:lnTo>
                <a:close/>
              </a:path>
              <a:path w="384175" h="403860">
                <a:moveTo>
                  <a:pt x="332232" y="403860"/>
                </a:moveTo>
                <a:lnTo>
                  <a:pt x="327683" y="391906"/>
                </a:lnTo>
                <a:lnTo>
                  <a:pt x="316420" y="381381"/>
                </a:lnTo>
                <a:lnTo>
                  <a:pt x="298584" y="372570"/>
                </a:lnTo>
                <a:lnTo>
                  <a:pt x="274320" y="365760"/>
                </a:lnTo>
                <a:lnTo>
                  <a:pt x="274320" y="356616"/>
                </a:lnTo>
                <a:lnTo>
                  <a:pt x="287512" y="358616"/>
                </a:lnTo>
                <a:lnTo>
                  <a:pt x="299847" y="360045"/>
                </a:lnTo>
                <a:lnTo>
                  <a:pt x="311610" y="360902"/>
                </a:lnTo>
                <a:lnTo>
                  <a:pt x="323088" y="361188"/>
                </a:lnTo>
                <a:lnTo>
                  <a:pt x="369433" y="361188"/>
                </a:lnTo>
                <a:lnTo>
                  <a:pt x="368879" y="368712"/>
                </a:lnTo>
                <a:lnTo>
                  <a:pt x="362140" y="384429"/>
                </a:lnTo>
                <a:lnTo>
                  <a:pt x="349972" y="396144"/>
                </a:lnTo>
                <a:lnTo>
                  <a:pt x="332232" y="40386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" name="object 56"/>
          <p:cNvSpPr/>
          <p:nvPr/>
        </p:nvSpPr>
        <p:spPr>
          <a:xfrm>
            <a:off x="4837176" y="4732020"/>
            <a:ext cx="342900" cy="391795"/>
          </a:xfrm>
          <a:custGeom>
            <a:avLst/>
            <a:gdLst/>
            <a:ahLst/>
            <a:cxnLst/>
            <a:rect l="l" t="t" r="r" b="b"/>
            <a:pathLst>
              <a:path w="342900" h="391795">
                <a:moveTo>
                  <a:pt x="0" y="391668"/>
                </a:moveTo>
                <a:lnTo>
                  <a:pt x="2095" y="340042"/>
                </a:lnTo>
                <a:lnTo>
                  <a:pt x="2786" y="318158"/>
                </a:lnTo>
                <a:lnTo>
                  <a:pt x="3048" y="298704"/>
                </a:lnTo>
                <a:lnTo>
                  <a:pt x="3048" y="80772"/>
                </a:lnTo>
                <a:lnTo>
                  <a:pt x="2809" y="61079"/>
                </a:lnTo>
                <a:lnTo>
                  <a:pt x="1821" y="22860"/>
                </a:lnTo>
                <a:lnTo>
                  <a:pt x="1735" y="18288"/>
                </a:lnTo>
                <a:lnTo>
                  <a:pt x="1524" y="0"/>
                </a:lnTo>
                <a:lnTo>
                  <a:pt x="27432" y="18288"/>
                </a:lnTo>
                <a:lnTo>
                  <a:pt x="337413" y="18288"/>
                </a:lnTo>
                <a:lnTo>
                  <a:pt x="342900" y="22860"/>
                </a:lnTo>
                <a:lnTo>
                  <a:pt x="337021" y="27432"/>
                </a:lnTo>
                <a:lnTo>
                  <a:pt x="27432" y="27432"/>
                </a:lnTo>
                <a:lnTo>
                  <a:pt x="27432" y="381000"/>
                </a:lnTo>
                <a:lnTo>
                  <a:pt x="0" y="391668"/>
                </a:lnTo>
                <a:close/>
              </a:path>
              <a:path w="342900" h="391795">
                <a:moveTo>
                  <a:pt x="337413" y="18288"/>
                </a:moveTo>
                <a:lnTo>
                  <a:pt x="303276" y="18288"/>
                </a:lnTo>
                <a:lnTo>
                  <a:pt x="315468" y="0"/>
                </a:lnTo>
                <a:lnTo>
                  <a:pt x="337413" y="18288"/>
                </a:lnTo>
                <a:close/>
              </a:path>
              <a:path w="342900" h="391795">
                <a:moveTo>
                  <a:pt x="327817" y="348996"/>
                </a:moveTo>
                <a:lnTo>
                  <a:pt x="284988" y="348996"/>
                </a:lnTo>
                <a:lnTo>
                  <a:pt x="293870" y="347519"/>
                </a:lnTo>
                <a:lnTo>
                  <a:pt x="300037" y="342900"/>
                </a:lnTo>
                <a:lnTo>
                  <a:pt x="303633" y="334851"/>
                </a:lnTo>
                <a:lnTo>
                  <a:pt x="304800" y="323088"/>
                </a:lnTo>
                <a:lnTo>
                  <a:pt x="304800" y="27432"/>
                </a:lnTo>
                <a:lnTo>
                  <a:pt x="337021" y="27432"/>
                </a:lnTo>
                <a:lnTo>
                  <a:pt x="329184" y="33528"/>
                </a:lnTo>
                <a:lnTo>
                  <a:pt x="329085" y="334851"/>
                </a:lnTo>
                <a:lnTo>
                  <a:pt x="327817" y="348996"/>
                </a:lnTo>
                <a:close/>
              </a:path>
              <a:path w="342900" h="391795">
                <a:moveTo>
                  <a:pt x="68580" y="108204"/>
                </a:moveTo>
                <a:lnTo>
                  <a:pt x="53340" y="92964"/>
                </a:lnTo>
                <a:lnTo>
                  <a:pt x="222504" y="92964"/>
                </a:lnTo>
                <a:lnTo>
                  <a:pt x="243840" y="70104"/>
                </a:lnTo>
                <a:lnTo>
                  <a:pt x="277368" y="102108"/>
                </a:lnTo>
                <a:lnTo>
                  <a:pt x="103632" y="102108"/>
                </a:lnTo>
                <a:lnTo>
                  <a:pt x="94511" y="102631"/>
                </a:lnTo>
                <a:lnTo>
                  <a:pt x="85534" y="104013"/>
                </a:lnTo>
                <a:lnTo>
                  <a:pt x="76842" y="105965"/>
                </a:lnTo>
                <a:lnTo>
                  <a:pt x="68580" y="108204"/>
                </a:lnTo>
                <a:close/>
              </a:path>
              <a:path w="342900" h="391795">
                <a:moveTo>
                  <a:pt x="248998" y="160020"/>
                </a:moveTo>
                <a:lnTo>
                  <a:pt x="214883" y="160020"/>
                </a:lnTo>
                <a:lnTo>
                  <a:pt x="227076" y="143256"/>
                </a:lnTo>
                <a:lnTo>
                  <a:pt x="248998" y="160020"/>
                </a:lnTo>
                <a:close/>
              </a:path>
              <a:path w="342900" h="391795">
                <a:moveTo>
                  <a:pt x="86868" y="298704"/>
                </a:moveTo>
                <a:lnTo>
                  <a:pt x="87106" y="283225"/>
                </a:lnTo>
                <a:lnTo>
                  <a:pt x="87742" y="262318"/>
                </a:lnTo>
                <a:lnTo>
                  <a:pt x="88153" y="247697"/>
                </a:lnTo>
                <a:lnTo>
                  <a:pt x="88392" y="227076"/>
                </a:lnTo>
                <a:lnTo>
                  <a:pt x="88153" y="205882"/>
                </a:lnTo>
                <a:lnTo>
                  <a:pt x="87106" y="165782"/>
                </a:lnTo>
                <a:lnTo>
                  <a:pt x="86868" y="146304"/>
                </a:lnTo>
                <a:lnTo>
                  <a:pt x="111252" y="160020"/>
                </a:lnTo>
                <a:lnTo>
                  <a:pt x="248998" y="160020"/>
                </a:lnTo>
                <a:lnTo>
                  <a:pt x="252983" y="163068"/>
                </a:lnTo>
                <a:lnTo>
                  <a:pt x="244411" y="170688"/>
                </a:lnTo>
                <a:lnTo>
                  <a:pt x="111252" y="170688"/>
                </a:lnTo>
                <a:lnTo>
                  <a:pt x="111252" y="254507"/>
                </a:lnTo>
                <a:lnTo>
                  <a:pt x="239339" y="254507"/>
                </a:lnTo>
                <a:lnTo>
                  <a:pt x="239458" y="262318"/>
                </a:lnTo>
                <a:lnTo>
                  <a:pt x="239573" y="265176"/>
                </a:lnTo>
                <a:lnTo>
                  <a:pt x="111252" y="265176"/>
                </a:lnTo>
                <a:lnTo>
                  <a:pt x="111252" y="291083"/>
                </a:lnTo>
                <a:lnTo>
                  <a:pt x="86868" y="298704"/>
                </a:lnTo>
                <a:close/>
              </a:path>
              <a:path w="342900" h="391795">
                <a:moveTo>
                  <a:pt x="239339" y="254507"/>
                </a:moveTo>
                <a:lnTo>
                  <a:pt x="216408" y="254507"/>
                </a:lnTo>
                <a:lnTo>
                  <a:pt x="216408" y="170688"/>
                </a:lnTo>
                <a:lnTo>
                  <a:pt x="244411" y="170688"/>
                </a:lnTo>
                <a:lnTo>
                  <a:pt x="239268" y="175260"/>
                </a:lnTo>
                <a:lnTo>
                  <a:pt x="239339" y="254507"/>
                </a:lnTo>
                <a:close/>
              </a:path>
              <a:path w="342900" h="391795">
                <a:moveTo>
                  <a:pt x="216408" y="294132"/>
                </a:moveTo>
                <a:lnTo>
                  <a:pt x="216408" y="265176"/>
                </a:lnTo>
                <a:lnTo>
                  <a:pt x="239573" y="265176"/>
                </a:lnTo>
                <a:lnTo>
                  <a:pt x="239910" y="273581"/>
                </a:lnTo>
                <a:lnTo>
                  <a:pt x="240792" y="284988"/>
                </a:lnTo>
                <a:lnTo>
                  <a:pt x="216408" y="294132"/>
                </a:lnTo>
                <a:close/>
              </a:path>
              <a:path w="342900" h="391795">
                <a:moveTo>
                  <a:pt x="288035" y="391668"/>
                </a:moveTo>
                <a:lnTo>
                  <a:pt x="284321" y="380547"/>
                </a:lnTo>
                <a:lnTo>
                  <a:pt x="273176" y="370141"/>
                </a:lnTo>
                <a:lnTo>
                  <a:pt x="254603" y="360592"/>
                </a:lnTo>
                <a:lnTo>
                  <a:pt x="228600" y="352044"/>
                </a:lnTo>
                <a:lnTo>
                  <a:pt x="228600" y="342900"/>
                </a:lnTo>
                <a:lnTo>
                  <a:pt x="260794" y="347091"/>
                </a:lnTo>
                <a:lnTo>
                  <a:pt x="273819" y="348472"/>
                </a:lnTo>
                <a:lnTo>
                  <a:pt x="284988" y="348996"/>
                </a:lnTo>
                <a:lnTo>
                  <a:pt x="327817" y="348996"/>
                </a:lnTo>
                <a:lnTo>
                  <a:pt x="327469" y="352877"/>
                </a:lnTo>
                <a:lnTo>
                  <a:pt x="320040" y="368998"/>
                </a:lnTo>
                <a:lnTo>
                  <a:pt x="306895" y="381976"/>
                </a:lnTo>
                <a:lnTo>
                  <a:pt x="288035" y="39166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" name="object 57"/>
          <p:cNvSpPr/>
          <p:nvPr/>
        </p:nvSpPr>
        <p:spPr>
          <a:xfrm>
            <a:off x="5236463" y="4718303"/>
            <a:ext cx="407034" cy="410209"/>
          </a:xfrm>
          <a:custGeom>
            <a:avLst/>
            <a:gdLst/>
            <a:ahLst/>
            <a:cxnLst/>
            <a:rect l="l" t="t" r="r" b="b"/>
            <a:pathLst>
              <a:path w="407035" h="410210">
                <a:moveTo>
                  <a:pt x="99059" y="103632"/>
                </a:moveTo>
                <a:lnTo>
                  <a:pt x="74675" y="103632"/>
                </a:lnTo>
                <a:lnTo>
                  <a:pt x="74629" y="77724"/>
                </a:lnTo>
                <a:lnTo>
                  <a:pt x="74506" y="59436"/>
                </a:lnTo>
                <a:lnTo>
                  <a:pt x="74408" y="51816"/>
                </a:lnTo>
                <a:lnTo>
                  <a:pt x="74033" y="29479"/>
                </a:lnTo>
                <a:lnTo>
                  <a:pt x="73151" y="0"/>
                </a:lnTo>
                <a:lnTo>
                  <a:pt x="112775" y="21336"/>
                </a:lnTo>
                <a:lnTo>
                  <a:pt x="99059" y="33528"/>
                </a:lnTo>
                <a:lnTo>
                  <a:pt x="99059" y="103632"/>
                </a:lnTo>
                <a:close/>
              </a:path>
              <a:path w="407035" h="410210">
                <a:moveTo>
                  <a:pt x="292607" y="103632"/>
                </a:moveTo>
                <a:lnTo>
                  <a:pt x="281939" y="103632"/>
                </a:lnTo>
                <a:lnTo>
                  <a:pt x="295655" y="75652"/>
                </a:lnTo>
                <a:lnTo>
                  <a:pt x="307085" y="48958"/>
                </a:lnTo>
                <a:lnTo>
                  <a:pt x="316229" y="23693"/>
                </a:lnTo>
                <a:lnTo>
                  <a:pt x="323088" y="0"/>
                </a:lnTo>
                <a:lnTo>
                  <a:pt x="359664" y="24384"/>
                </a:lnTo>
                <a:lnTo>
                  <a:pt x="324612" y="57912"/>
                </a:lnTo>
                <a:lnTo>
                  <a:pt x="299966" y="92844"/>
                </a:lnTo>
                <a:lnTo>
                  <a:pt x="292607" y="103632"/>
                </a:lnTo>
                <a:close/>
              </a:path>
              <a:path w="407035" h="410210">
                <a:moveTo>
                  <a:pt x="231647" y="94488"/>
                </a:moveTo>
                <a:lnTo>
                  <a:pt x="227075" y="94488"/>
                </a:lnTo>
                <a:lnTo>
                  <a:pt x="222503" y="88392"/>
                </a:lnTo>
                <a:lnTo>
                  <a:pt x="219455" y="77724"/>
                </a:lnTo>
                <a:lnTo>
                  <a:pt x="213455" y="65174"/>
                </a:lnTo>
                <a:lnTo>
                  <a:pt x="204596" y="50482"/>
                </a:lnTo>
                <a:lnTo>
                  <a:pt x="192881" y="33789"/>
                </a:lnTo>
                <a:lnTo>
                  <a:pt x="178307" y="15240"/>
                </a:lnTo>
                <a:lnTo>
                  <a:pt x="182879" y="10668"/>
                </a:lnTo>
                <a:lnTo>
                  <a:pt x="223837" y="35814"/>
                </a:lnTo>
                <a:lnTo>
                  <a:pt x="246887" y="64008"/>
                </a:lnTo>
                <a:lnTo>
                  <a:pt x="246887" y="71628"/>
                </a:lnTo>
                <a:lnTo>
                  <a:pt x="243839" y="77724"/>
                </a:lnTo>
                <a:lnTo>
                  <a:pt x="234695" y="89916"/>
                </a:lnTo>
                <a:lnTo>
                  <a:pt x="231647" y="94488"/>
                </a:lnTo>
                <a:close/>
              </a:path>
              <a:path w="407035" h="410210">
                <a:moveTo>
                  <a:pt x="184403" y="120396"/>
                </a:moveTo>
                <a:lnTo>
                  <a:pt x="167639" y="103632"/>
                </a:lnTo>
                <a:lnTo>
                  <a:pt x="342900" y="103632"/>
                </a:lnTo>
                <a:lnTo>
                  <a:pt x="362712" y="83820"/>
                </a:lnTo>
                <a:lnTo>
                  <a:pt x="394715" y="114300"/>
                </a:lnTo>
                <a:lnTo>
                  <a:pt x="225551" y="114300"/>
                </a:lnTo>
                <a:lnTo>
                  <a:pt x="214407" y="114609"/>
                </a:lnTo>
                <a:lnTo>
                  <a:pt x="203834" y="115633"/>
                </a:lnTo>
                <a:lnTo>
                  <a:pt x="193833" y="117514"/>
                </a:lnTo>
                <a:lnTo>
                  <a:pt x="184403" y="120396"/>
                </a:lnTo>
                <a:close/>
              </a:path>
              <a:path w="407035" h="410210">
                <a:moveTo>
                  <a:pt x="19812" y="120396"/>
                </a:moveTo>
                <a:lnTo>
                  <a:pt x="4571" y="103632"/>
                </a:lnTo>
                <a:lnTo>
                  <a:pt x="121919" y="103632"/>
                </a:lnTo>
                <a:lnTo>
                  <a:pt x="140207" y="85344"/>
                </a:lnTo>
                <a:lnTo>
                  <a:pt x="170687" y="114300"/>
                </a:lnTo>
                <a:lnTo>
                  <a:pt x="62483" y="114300"/>
                </a:lnTo>
                <a:lnTo>
                  <a:pt x="51315" y="114609"/>
                </a:lnTo>
                <a:lnTo>
                  <a:pt x="40576" y="115633"/>
                </a:lnTo>
                <a:lnTo>
                  <a:pt x="30122" y="117514"/>
                </a:lnTo>
                <a:lnTo>
                  <a:pt x="19812" y="120396"/>
                </a:lnTo>
                <a:close/>
              </a:path>
              <a:path w="407035" h="410210">
                <a:moveTo>
                  <a:pt x="4571" y="315468"/>
                </a:moveTo>
                <a:lnTo>
                  <a:pt x="0" y="310896"/>
                </a:lnTo>
                <a:lnTo>
                  <a:pt x="22598" y="270319"/>
                </a:lnTo>
                <a:lnTo>
                  <a:pt x="42481" y="224028"/>
                </a:lnTo>
                <a:lnTo>
                  <a:pt x="59793" y="172021"/>
                </a:lnTo>
                <a:lnTo>
                  <a:pt x="74675" y="114300"/>
                </a:lnTo>
                <a:lnTo>
                  <a:pt x="99059" y="114300"/>
                </a:lnTo>
                <a:lnTo>
                  <a:pt x="99059" y="161544"/>
                </a:lnTo>
                <a:lnTo>
                  <a:pt x="113918" y="169235"/>
                </a:lnTo>
                <a:lnTo>
                  <a:pt x="119282" y="172212"/>
                </a:lnTo>
                <a:lnTo>
                  <a:pt x="99059" y="172212"/>
                </a:lnTo>
                <a:lnTo>
                  <a:pt x="99059" y="199644"/>
                </a:lnTo>
                <a:lnTo>
                  <a:pt x="74675" y="199644"/>
                </a:lnTo>
                <a:lnTo>
                  <a:pt x="59221" y="233386"/>
                </a:lnTo>
                <a:lnTo>
                  <a:pt x="42481" y="263842"/>
                </a:lnTo>
                <a:lnTo>
                  <a:pt x="24312" y="291155"/>
                </a:lnTo>
                <a:lnTo>
                  <a:pt x="4571" y="315468"/>
                </a:lnTo>
                <a:close/>
              </a:path>
              <a:path w="407035" h="410210">
                <a:moveTo>
                  <a:pt x="281939" y="179832"/>
                </a:moveTo>
                <a:lnTo>
                  <a:pt x="257555" y="179832"/>
                </a:lnTo>
                <a:lnTo>
                  <a:pt x="257555" y="114300"/>
                </a:lnTo>
                <a:lnTo>
                  <a:pt x="281939" y="114300"/>
                </a:lnTo>
                <a:lnTo>
                  <a:pt x="281939" y="179832"/>
                </a:lnTo>
                <a:close/>
              </a:path>
              <a:path w="407035" h="410210">
                <a:moveTo>
                  <a:pt x="185927" y="195071"/>
                </a:moveTo>
                <a:lnTo>
                  <a:pt x="170687" y="179832"/>
                </a:lnTo>
                <a:lnTo>
                  <a:pt x="330708" y="179832"/>
                </a:lnTo>
                <a:lnTo>
                  <a:pt x="350520" y="158496"/>
                </a:lnTo>
                <a:lnTo>
                  <a:pt x="382524" y="188976"/>
                </a:lnTo>
                <a:lnTo>
                  <a:pt x="227075" y="188976"/>
                </a:lnTo>
                <a:lnTo>
                  <a:pt x="215931" y="189499"/>
                </a:lnTo>
                <a:lnTo>
                  <a:pt x="205358" y="190881"/>
                </a:lnTo>
                <a:lnTo>
                  <a:pt x="195357" y="192833"/>
                </a:lnTo>
                <a:lnTo>
                  <a:pt x="185927" y="195071"/>
                </a:lnTo>
                <a:close/>
              </a:path>
              <a:path w="407035" h="410210">
                <a:moveTo>
                  <a:pt x="146303" y="236220"/>
                </a:moveTo>
                <a:lnTo>
                  <a:pt x="140207" y="236220"/>
                </a:lnTo>
                <a:lnTo>
                  <a:pt x="137159" y="231647"/>
                </a:lnTo>
                <a:lnTo>
                  <a:pt x="132587" y="220980"/>
                </a:lnTo>
                <a:lnTo>
                  <a:pt x="125420" y="208430"/>
                </a:lnTo>
                <a:lnTo>
                  <a:pt x="117538" y="196024"/>
                </a:lnTo>
                <a:lnTo>
                  <a:pt x="108799" y="183903"/>
                </a:lnTo>
                <a:lnTo>
                  <a:pt x="99059" y="172212"/>
                </a:lnTo>
                <a:lnTo>
                  <a:pt x="119282" y="172212"/>
                </a:lnTo>
                <a:lnTo>
                  <a:pt x="152399" y="195071"/>
                </a:lnTo>
                <a:lnTo>
                  <a:pt x="155447" y="201168"/>
                </a:lnTo>
                <a:lnTo>
                  <a:pt x="155447" y="219456"/>
                </a:lnTo>
                <a:lnTo>
                  <a:pt x="152399" y="225552"/>
                </a:lnTo>
                <a:lnTo>
                  <a:pt x="149351" y="233171"/>
                </a:lnTo>
                <a:lnTo>
                  <a:pt x="146303" y="236220"/>
                </a:lnTo>
                <a:close/>
              </a:path>
              <a:path w="407035" h="410210">
                <a:moveTo>
                  <a:pt x="281939" y="262128"/>
                </a:moveTo>
                <a:lnTo>
                  <a:pt x="257555" y="262128"/>
                </a:lnTo>
                <a:lnTo>
                  <a:pt x="257555" y="188976"/>
                </a:lnTo>
                <a:lnTo>
                  <a:pt x="281939" y="188976"/>
                </a:lnTo>
                <a:lnTo>
                  <a:pt x="281939" y="262128"/>
                </a:lnTo>
                <a:close/>
              </a:path>
              <a:path w="407035" h="410210">
                <a:moveTo>
                  <a:pt x="73151" y="409956"/>
                </a:moveTo>
                <a:lnTo>
                  <a:pt x="73390" y="358235"/>
                </a:lnTo>
                <a:lnTo>
                  <a:pt x="74437" y="253079"/>
                </a:lnTo>
                <a:lnTo>
                  <a:pt x="74675" y="199644"/>
                </a:lnTo>
                <a:lnTo>
                  <a:pt x="99059" y="199644"/>
                </a:lnTo>
                <a:lnTo>
                  <a:pt x="99083" y="327279"/>
                </a:lnTo>
                <a:lnTo>
                  <a:pt x="99272" y="347853"/>
                </a:lnTo>
                <a:lnTo>
                  <a:pt x="99702" y="370713"/>
                </a:lnTo>
                <a:lnTo>
                  <a:pt x="100583" y="399288"/>
                </a:lnTo>
                <a:lnTo>
                  <a:pt x="73151" y="409956"/>
                </a:lnTo>
                <a:close/>
              </a:path>
              <a:path w="407035" h="410210">
                <a:moveTo>
                  <a:pt x="155447" y="278892"/>
                </a:moveTo>
                <a:lnTo>
                  <a:pt x="140207" y="262128"/>
                </a:lnTo>
                <a:lnTo>
                  <a:pt x="350520" y="262128"/>
                </a:lnTo>
                <a:lnTo>
                  <a:pt x="373380" y="239268"/>
                </a:lnTo>
                <a:lnTo>
                  <a:pt x="406908" y="272796"/>
                </a:lnTo>
                <a:lnTo>
                  <a:pt x="198119" y="272796"/>
                </a:lnTo>
                <a:lnTo>
                  <a:pt x="186951" y="273105"/>
                </a:lnTo>
                <a:lnTo>
                  <a:pt x="176212" y="274129"/>
                </a:lnTo>
                <a:lnTo>
                  <a:pt x="165758" y="276010"/>
                </a:lnTo>
                <a:lnTo>
                  <a:pt x="155447" y="278892"/>
                </a:lnTo>
                <a:close/>
              </a:path>
              <a:path w="407035" h="410210">
                <a:moveTo>
                  <a:pt x="256031" y="408432"/>
                </a:moveTo>
                <a:lnTo>
                  <a:pt x="256270" y="376737"/>
                </a:lnTo>
                <a:lnTo>
                  <a:pt x="257317" y="308776"/>
                </a:lnTo>
                <a:lnTo>
                  <a:pt x="257555" y="272796"/>
                </a:lnTo>
                <a:lnTo>
                  <a:pt x="281939" y="272796"/>
                </a:lnTo>
                <a:lnTo>
                  <a:pt x="282031" y="327279"/>
                </a:lnTo>
                <a:lnTo>
                  <a:pt x="282130" y="347853"/>
                </a:lnTo>
                <a:lnTo>
                  <a:pt x="282609" y="376737"/>
                </a:lnTo>
                <a:lnTo>
                  <a:pt x="283463" y="397764"/>
                </a:lnTo>
                <a:lnTo>
                  <a:pt x="256031" y="40843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" name="object 58"/>
          <p:cNvSpPr/>
          <p:nvPr/>
        </p:nvSpPr>
        <p:spPr>
          <a:xfrm>
            <a:off x="5719571" y="4719827"/>
            <a:ext cx="356870" cy="402590"/>
          </a:xfrm>
          <a:custGeom>
            <a:avLst/>
            <a:gdLst/>
            <a:ahLst/>
            <a:cxnLst/>
            <a:rect l="l" t="t" r="r" b="b"/>
            <a:pathLst>
              <a:path w="356870" h="402589">
                <a:moveTo>
                  <a:pt x="53340" y="89916"/>
                </a:moveTo>
                <a:lnTo>
                  <a:pt x="42672" y="89916"/>
                </a:lnTo>
                <a:lnTo>
                  <a:pt x="50696" y="62793"/>
                </a:lnTo>
                <a:lnTo>
                  <a:pt x="56578" y="38671"/>
                </a:lnTo>
                <a:lnTo>
                  <a:pt x="60459" y="17692"/>
                </a:lnTo>
                <a:lnTo>
                  <a:pt x="62484" y="0"/>
                </a:lnTo>
                <a:lnTo>
                  <a:pt x="100584" y="21336"/>
                </a:lnTo>
                <a:lnTo>
                  <a:pt x="90844" y="29051"/>
                </a:lnTo>
                <a:lnTo>
                  <a:pt x="79819" y="43053"/>
                </a:lnTo>
                <a:lnTo>
                  <a:pt x="67365" y="63341"/>
                </a:lnTo>
                <a:lnTo>
                  <a:pt x="53340" y="89916"/>
                </a:lnTo>
                <a:close/>
              </a:path>
              <a:path w="356870" h="402589">
                <a:moveTo>
                  <a:pt x="147828" y="192024"/>
                </a:moveTo>
                <a:lnTo>
                  <a:pt x="141732" y="187452"/>
                </a:lnTo>
                <a:lnTo>
                  <a:pt x="158877" y="160615"/>
                </a:lnTo>
                <a:lnTo>
                  <a:pt x="173736" y="135064"/>
                </a:lnTo>
                <a:lnTo>
                  <a:pt x="196596" y="88392"/>
                </a:lnTo>
                <a:lnTo>
                  <a:pt x="211264" y="44958"/>
                </a:lnTo>
                <a:lnTo>
                  <a:pt x="222503" y="1524"/>
                </a:lnTo>
                <a:lnTo>
                  <a:pt x="260603" y="24384"/>
                </a:lnTo>
                <a:lnTo>
                  <a:pt x="252626" y="32146"/>
                </a:lnTo>
                <a:lnTo>
                  <a:pt x="242506" y="46482"/>
                </a:lnTo>
                <a:lnTo>
                  <a:pt x="230385" y="67675"/>
                </a:lnTo>
                <a:lnTo>
                  <a:pt x="216408" y="96012"/>
                </a:lnTo>
                <a:lnTo>
                  <a:pt x="350520" y="96012"/>
                </a:lnTo>
                <a:lnTo>
                  <a:pt x="356616" y="102108"/>
                </a:lnTo>
                <a:lnTo>
                  <a:pt x="350901" y="106680"/>
                </a:lnTo>
                <a:lnTo>
                  <a:pt x="213360" y="106680"/>
                </a:lnTo>
                <a:lnTo>
                  <a:pt x="197977" y="130730"/>
                </a:lnTo>
                <a:lnTo>
                  <a:pt x="181737" y="152781"/>
                </a:lnTo>
                <a:lnTo>
                  <a:pt x="164925" y="173116"/>
                </a:lnTo>
                <a:lnTo>
                  <a:pt x="147828" y="192024"/>
                </a:lnTo>
                <a:close/>
              </a:path>
              <a:path w="356870" h="402589">
                <a:moveTo>
                  <a:pt x="144780" y="89916"/>
                </a:moveTo>
                <a:lnTo>
                  <a:pt x="111252" y="89916"/>
                </a:lnTo>
                <a:lnTo>
                  <a:pt x="128016" y="73152"/>
                </a:lnTo>
                <a:lnTo>
                  <a:pt x="144780" y="89916"/>
                </a:lnTo>
                <a:close/>
              </a:path>
              <a:path w="356870" h="402589">
                <a:moveTo>
                  <a:pt x="0" y="397764"/>
                </a:moveTo>
                <a:lnTo>
                  <a:pt x="834" y="359664"/>
                </a:lnTo>
                <a:lnTo>
                  <a:pt x="935" y="352615"/>
                </a:lnTo>
                <a:lnTo>
                  <a:pt x="1333" y="316992"/>
                </a:lnTo>
                <a:lnTo>
                  <a:pt x="1430" y="178308"/>
                </a:lnTo>
                <a:lnTo>
                  <a:pt x="1309" y="152781"/>
                </a:lnTo>
                <a:lnTo>
                  <a:pt x="881" y="114704"/>
                </a:lnTo>
                <a:lnTo>
                  <a:pt x="0" y="74676"/>
                </a:lnTo>
                <a:lnTo>
                  <a:pt x="25908" y="89916"/>
                </a:lnTo>
                <a:lnTo>
                  <a:pt x="144780" y="89916"/>
                </a:lnTo>
                <a:lnTo>
                  <a:pt x="153924" y="99060"/>
                </a:lnTo>
                <a:lnTo>
                  <a:pt x="151828" y="100584"/>
                </a:lnTo>
                <a:lnTo>
                  <a:pt x="24384" y="100584"/>
                </a:lnTo>
                <a:lnTo>
                  <a:pt x="24384" y="211836"/>
                </a:lnTo>
                <a:lnTo>
                  <a:pt x="137205" y="211836"/>
                </a:lnTo>
                <a:lnTo>
                  <a:pt x="137219" y="222504"/>
                </a:lnTo>
                <a:lnTo>
                  <a:pt x="24384" y="222504"/>
                </a:lnTo>
                <a:lnTo>
                  <a:pt x="24384" y="344424"/>
                </a:lnTo>
                <a:lnTo>
                  <a:pt x="137914" y="344424"/>
                </a:lnTo>
                <a:lnTo>
                  <a:pt x="137940" y="346850"/>
                </a:lnTo>
                <a:lnTo>
                  <a:pt x="138137" y="355092"/>
                </a:lnTo>
                <a:lnTo>
                  <a:pt x="24384" y="355092"/>
                </a:lnTo>
                <a:lnTo>
                  <a:pt x="24384" y="384048"/>
                </a:lnTo>
                <a:lnTo>
                  <a:pt x="0" y="397764"/>
                </a:lnTo>
                <a:close/>
              </a:path>
              <a:path w="356870" h="402589">
                <a:moveTo>
                  <a:pt x="350520" y="96012"/>
                </a:moveTo>
                <a:lnTo>
                  <a:pt x="310896" y="96012"/>
                </a:lnTo>
                <a:lnTo>
                  <a:pt x="330708" y="76200"/>
                </a:lnTo>
                <a:lnTo>
                  <a:pt x="350520" y="96012"/>
                </a:lnTo>
                <a:close/>
              </a:path>
              <a:path w="356870" h="402589">
                <a:moveTo>
                  <a:pt x="137205" y="211836"/>
                </a:moveTo>
                <a:lnTo>
                  <a:pt x="114300" y="211836"/>
                </a:lnTo>
                <a:lnTo>
                  <a:pt x="114300" y="100584"/>
                </a:lnTo>
                <a:lnTo>
                  <a:pt x="151828" y="100584"/>
                </a:lnTo>
                <a:lnTo>
                  <a:pt x="137160" y="111252"/>
                </a:lnTo>
                <a:lnTo>
                  <a:pt x="137205" y="211836"/>
                </a:lnTo>
                <a:close/>
              </a:path>
              <a:path w="356870" h="402589">
                <a:moveTo>
                  <a:pt x="327213" y="359664"/>
                </a:moveTo>
                <a:lnTo>
                  <a:pt x="283464" y="359664"/>
                </a:lnTo>
                <a:lnTo>
                  <a:pt x="291750" y="357925"/>
                </a:lnTo>
                <a:lnTo>
                  <a:pt x="298323" y="352615"/>
                </a:lnTo>
                <a:lnTo>
                  <a:pt x="308586" y="305562"/>
                </a:lnTo>
                <a:lnTo>
                  <a:pt x="310705" y="259842"/>
                </a:lnTo>
                <a:lnTo>
                  <a:pt x="312539" y="193548"/>
                </a:lnTo>
                <a:lnTo>
                  <a:pt x="313944" y="106680"/>
                </a:lnTo>
                <a:lnTo>
                  <a:pt x="350901" y="106680"/>
                </a:lnTo>
                <a:lnTo>
                  <a:pt x="341376" y="114300"/>
                </a:lnTo>
                <a:lnTo>
                  <a:pt x="339535" y="188719"/>
                </a:lnTo>
                <a:lnTo>
                  <a:pt x="337620" y="249167"/>
                </a:lnTo>
                <a:lnTo>
                  <a:pt x="335560" y="295570"/>
                </a:lnTo>
                <a:lnTo>
                  <a:pt x="333280" y="327855"/>
                </a:lnTo>
                <a:lnTo>
                  <a:pt x="330708" y="345948"/>
                </a:lnTo>
                <a:lnTo>
                  <a:pt x="327856" y="357925"/>
                </a:lnTo>
                <a:lnTo>
                  <a:pt x="327213" y="359664"/>
                </a:lnTo>
                <a:close/>
              </a:path>
              <a:path w="356870" h="402589">
                <a:moveTo>
                  <a:pt x="231648" y="269748"/>
                </a:moveTo>
                <a:lnTo>
                  <a:pt x="228600" y="269748"/>
                </a:lnTo>
                <a:lnTo>
                  <a:pt x="225456" y="268295"/>
                </a:lnTo>
                <a:lnTo>
                  <a:pt x="222885" y="263842"/>
                </a:lnTo>
                <a:lnTo>
                  <a:pt x="220884" y="256246"/>
                </a:lnTo>
                <a:lnTo>
                  <a:pt x="219456" y="245364"/>
                </a:lnTo>
                <a:lnTo>
                  <a:pt x="214884" y="228242"/>
                </a:lnTo>
                <a:lnTo>
                  <a:pt x="208026" y="211264"/>
                </a:lnTo>
                <a:lnTo>
                  <a:pt x="198882" y="194571"/>
                </a:lnTo>
                <a:lnTo>
                  <a:pt x="187452" y="178308"/>
                </a:lnTo>
                <a:lnTo>
                  <a:pt x="190500" y="172212"/>
                </a:lnTo>
                <a:lnTo>
                  <a:pt x="224028" y="199644"/>
                </a:lnTo>
                <a:lnTo>
                  <a:pt x="246888" y="236220"/>
                </a:lnTo>
                <a:lnTo>
                  <a:pt x="246888" y="248412"/>
                </a:lnTo>
                <a:lnTo>
                  <a:pt x="243840" y="254508"/>
                </a:lnTo>
                <a:lnTo>
                  <a:pt x="234696" y="266700"/>
                </a:lnTo>
                <a:lnTo>
                  <a:pt x="231648" y="269748"/>
                </a:lnTo>
                <a:close/>
              </a:path>
              <a:path w="356870" h="402589">
                <a:moveTo>
                  <a:pt x="137914" y="344424"/>
                </a:moveTo>
                <a:lnTo>
                  <a:pt x="114300" y="344424"/>
                </a:lnTo>
                <a:lnTo>
                  <a:pt x="114300" y="222504"/>
                </a:lnTo>
                <a:lnTo>
                  <a:pt x="137219" y="222504"/>
                </a:lnTo>
                <a:lnTo>
                  <a:pt x="137337" y="269748"/>
                </a:lnTo>
                <a:lnTo>
                  <a:pt x="137498" y="305562"/>
                </a:lnTo>
                <a:lnTo>
                  <a:pt x="137914" y="344424"/>
                </a:lnTo>
                <a:close/>
              </a:path>
              <a:path w="356870" h="402589">
                <a:moveTo>
                  <a:pt x="277367" y="402336"/>
                </a:moveTo>
                <a:lnTo>
                  <a:pt x="271129" y="389239"/>
                </a:lnTo>
                <a:lnTo>
                  <a:pt x="259461" y="377571"/>
                </a:lnTo>
                <a:lnTo>
                  <a:pt x="242649" y="367617"/>
                </a:lnTo>
                <a:lnTo>
                  <a:pt x="220979" y="359664"/>
                </a:lnTo>
                <a:lnTo>
                  <a:pt x="220979" y="352044"/>
                </a:lnTo>
                <a:lnTo>
                  <a:pt x="241030" y="355163"/>
                </a:lnTo>
                <a:lnTo>
                  <a:pt x="257937" y="357568"/>
                </a:lnTo>
                <a:lnTo>
                  <a:pt x="271986" y="359116"/>
                </a:lnTo>
                <a:lnTo>
                  <a:pt x="283464" y="359664"/>
                </a:lnTo>
                <a:lnTo>
                  <a:pt x="327213" y="359664"/>
                </a:lnTo>
                <a:lnTo>
                  <a:pt x="324040" y="368236"/>
                </a:lnTo>
                <a:lnTo>
                  <a:pt x="289023" y="397764"/>
                </a:lnTo>
                <a:lnTo>
                  <a:pt x="277367" y="402336"/>
                </a:lnTo>
                <a:close/>
              </a:path>
              <a:path w="356870" h="402589">
                <a:moveTo>
                  <a:pt x="114300" y="391668"/>
                </a:moveTo>
                <a:lnTo>
                  <a:pt x="114300" y="355092"/>
                </a:lnTo>
                <a:lnTo>
                  <a:pt x="138137" y="355092"/>
                </a:lnTo>
                <a:lnTo>
                  <a:pt x="138684" y="377952"/>
                </a:lnTo>
                <a:lnTo>
                  <a:pt x="114300" y="39166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" name="object 59"/>
          <p:cNvSpPr/>
          <p:nvPr/>
        </p:nvSpPr>
        <p:spPr>
          <a:xfrm>
            <a:off x="6150863" y="4733544"/>
            <a:ext cx="373380" cy="381000"/>
          </a:xfrm>
          <a:custGeom>
            <a:avLst/>
            <a:gdLst/>
            <a:ahLst/>
            <a:cxnLst/>
            <a:rect l="l" t="t" r="r" b="b"/>
            <a:pathLst>
              <a:path w="373379" h="381000">
                <a:moveTo>
                  <a:pt x="24384" y="380999"/>
                </a:moveTo>
                <a:lnTo>
                  <a:pt x="0" y="358139"/>
                </a:lnTo>
                <a:lnTo>
                  <a:pt x="9144" y="348996"/>
                </a:lnTo>
                <a:lnTo>
                  <a:pt x="9144" y="106679"/>
                </a:lnTo>
                <a:lnTo>
                  <a:pt x="8953" y="58673"/>
                </a:lnTo>
                <a:lnTo>
                  <a:pt x="8501" y="34670"/>
                </a:lnTo>
                <a:lnTo>
                  <a:pt x="7620" y="10667"/>
                </a:lnTo>
                <a:lnTo>
                  <a:pt x="33528" y="24383"/>
                </a:lnTo>
                <a:lnTo>
                  <a:pt x="301751" y="24383"/>
                </a:lnTo>
                <a:lnTo>
                  <a:pt x="327659" y="0"/>
                </a:lnTo>
                <a:lnTo>
                  <a:pt x="359663" y="35051"/>
                </a:lnTo>
                <a:lnTo>
                  <a:pt x="239268" y="35051"/>
                </a:lnTo>
                <a:lnTo>
                  <a:pt x="239268" y="243839"/>
                </a:lnTo>
                <a:lnTo>
                  <a:pt x="240434" y="258079"/>
                </a:lnTo>
                <a:lnTo>
                  <a:pt x="244030" y="268604"/>
                </a:lnTo>
                <a:lnTo>
                  <a:pt x="250197" y="275129"/>
                </a:lnTo>
                <a:lnTo>
                  <a:pt x="259080" y="277367"/>
                </a:lnTo>
                <a:lnTo>
                  <a:pt x="304800" y="277367"/>
                </a:lnTo>
                <a:lnTo>
                  <a:pt x="326707" y="222313"/>
                </a:lnTo>
                <a:lnTo>
                  <a:pt x="327659" y="195071"/>
                </a:lnTo>
                <a:lnTo>
                  <a:pt x="336804" y="195071"/>
                </a:lnTo>
                <a:lnTo>
                  <a:pt x="339852" y="245363"/>
                </a:lnTo>
                <a:lnTo>
                  <a:pt x="361187" y="271272"/>
                </a:lnTo>
                <a:lnTo>
                  <a:pt x="352925" y="283011"/>
                </a:lnTo>
                <a:lnTo>
                  <a:pt x="341947" y="290893"/>
                </a:lnTo>
                <a:lnTo>
                  <a:pt x="328398" y="295060"/>
                </a:lnTo>
                <a:lnTo>
                  <a:pt x="312420" y="295655"/>
                </a:lnTo>
                <a:lnTo>
                  <a:pt x="248412" y="295655"/>
                </a:lnTo>
                <a:lnTo>
                  <a:pt x="233767" y="293131"/>
                </a:lnTo>
                <a:lnTo>
                  <a:pt x="223837" y="285749"/>
                </a:lnTo>
                <a:lnTo>
                  <a:pt x="218193" y="273796"/>
                </a:lnTo>
                <a:lnTo>
                  <a:pt x="216408" y="257555"/>
                </a:lnTo>
                <a:lnTo>
                  <a:pt x="216408" y="35051"/>
                </a:lnTo>
                <a:lnTo>
                  <a:pt x="143256" y="35051"/>
                </a:lnTo>
                <a:lnTo>
                  <a:pt x="142875" y="88391"/>
                </a:lnTo>
                <a:lnTo>
                  <a:pt x="140208" y="137159"/>
                </a:lnTo>
                <a:lnTo>
                  <a:pt x="133540" y="182879"/>
                </a:lnTo>
                <a:lnTo>
                  <a:pt x="118872" y="228599"/>
                </a:lnTo>
                <a:lnTo>
                  <a:pt x="93726" y="274320"/>
                </a:lnTo>
                <a:lnTo>
                  <a:pt x="54864" y="320039"/>
                </a:lnTo>
                <a:lnTo>
                  <a:pt x="50292" y="315467"/>
                </a:lnTo>
                <a:lnTo>
                  <a:pt x="66270" y="291798"/>
                </a:lnTo>
                <a:lnTo>
                  <a:pt x="79819" y="268985"/>
                </a:lnTo>
                <a:lnTo>
                  <a:pt x="99060" y="227075"/>
                </a:lnTo>
                <a:lnTo>
                  <a:pt x="110299" y="184784"/>
                </a:lnTo>
                <a:lnTo>
                  <a:pt x="115824" y="140207"/>
                </a:lnTo>
                <a:lnTo>
                  <a:pt x="118491" y="91058"/>
                </a:lnTo>
                <a:lnTo>
                  <a:pt x="118872" y="35051"/>
                </a:lnTo>
                <a:lnTo>
                  <a:pt x="33528" y="35051"/>
                </a:lnTo>
                <a:lnTo>
                  <a:pt x="33528" y="355091"/>
                </a:lnTo>
                <a:lnTo>
                  <a:pt x="310896" y="355091"/>
                </a:lnTo>
                <a:lnTo>
                  <a:pt x="336804" y="329184"/>
                </a:lnTo>
                <a:lnTo>
                  <a:pt x="373380" y="365760"/>
                </a:lnTo>
                <a:lnTo>
                  <a:pt x="36576" y="365760"/>
                </a:lnTo>
                <a:lnTo>
                  <a:pt x="24384" y="38099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" name="object 60"/>
          <p:cNvSpPr/>
          <p:nvPr/>
        </p:nvSpPr>
        <p:spPr>
          <a:xfrm>
            <a:off x="6573011" y="4738115"/>
            <a:ext cx="408940" cy="382905"/>
          </a:xfrm>
          <a:custGeom>
            <a:avLst/>
            <a:gdLst/>
            <a:ahLst/>
            <a:cxnLst/>
            <a:rect l="l" t="t" r="r" b="b"/>
            <a:pathLst>
              <a:path w="408940" h="382904">
                <a:moveTo>
                  <a:pt x="240792" y="35052"/>
                </a:moveTo>
                <a:lnTo>
                  <a:pt x="225552" y="19812"/>
                </a:lnTo>
                <a:lnTo>
                  <a:pt x="347472" y="19812"/>
                </a:lnTo>
                <a:lnTo>
                  <a:pt x="359664" y="4572"/>
                </a:lnTo>
                <a:lnTo>
                  <a:pt x="385572" y="25908"/>
                </a:lnTo>
                <a:lnTo>
                  <a:pt x="379476" y="30480"/>
                </a:lnTo>
                <a:lnTo>
                  <a:pt x="283464" y="30480"/>
                </a:lnTo>
                <a:lnTo>
                  <a:pt x="272295" y="30765"/>
                </a:lnTo>
                <a:lnTo>
                  <a:pt x="261556" y="31623"/>
                </a:lnTo>
                <a:lnTo>
                  <a:pt x="251102" y="33051"/>
                </a:lnTo>
                <a:lnTo>
                  <a:pt x="240792" y="35052"/>
                </a:lnTo>
                <a:close/>
              </a:path>
              <a:path w="408940" h="382904">
                <a:moveTo>
                  <a:pt x="374030" y="144780"/>
                </a:moveTo>
                <a:lnTo>
                  <a:pt x="350520" y="144780"/>
                </a:lnTo>
                <a:lnTo>
                  <a:pt x="350520" y="30480"/>
                </a:lnTo>
                <a:lnTo>
                  <a:pt x="379476" y="30480"/>
                </a:lnTo>
                <a:lnTo>
                  <a:pt x="373380" y="35052"/>
                </a:lnTo>
                <a:lnTo>
                  <a:pt x="373403" y="77652"/>
                </a:lnTo>
                <a:lnTo>
                  <a:pt x="373570" y="114109"/>
                </a:lnTo>
                <a:lnTo>
                  <a:pt x="374030" y="144780"/>
                </a:lnTo>
                <a:close/>
              </a:path>
              <a:path w="408940" h="382904">
                <a:moveTo>
                  <a:pt x="368808" y="364236"/>
                </a:moveTo>
                <a:lnTo>
                  <a:pt x="277368" y="364236"/>
                </a:lnTo>
                <a:lnTo>
                  <a:pt x="258270" y="363378"/>
                </a:lnTo>
                <a:lnTo>
                  <a:pt x="244602" y="356235"/>
                </a:lnTo>
                <a:lnTo>
                  <a:pt x="236648" y="342804"/>
                </a:lnTo>
                <a:lnTo>
                  <a:pt x="234696" y="323088"/>
                </a:lnTo>
                <a:lnTo>
                  <a:pt x="234457" y="253626"/>
                </a:lnTo>
                <a:lnTo>
                  <a:pt x="233934" y="198310"/>
                </a:lnTo>
                <a:lnTo>
                  <a:pt x="233410" y="156995"/>
                </a:lnTo>
                <a:lnTo>
                  <a:pt x="233172" y="129540"/>
                </a:lnTo>
                <a:lnTo>
                  <a:pt x="257556" y="144780"/>
                </a:lnTo>
                <a:lnTo>
                  <a:pt x="374030" y="144780"/>
                </a:lnTo>
                <a:lnTo>
                  <a:pt x="374412" y="155448"/>
                </a:lnTo>
                <a:lnTo>
                  <a:pt x="257556" y="155448"/>
                </a:lnTo>
                <a:lnTo>
                  <a:pt x="257556" y="315468"/>
                </a:lnTo>
                <a:lnTo>
                  <a:pt x="259270" y="329231"/>
                </a:lnTo>
                <a:lnTo>
                  <a:pt x="264414" y="338709"/>
                </a:lnTo>
                <a:lnTo>
                  <a:pt x="272986" y="344185"/>
                </a:lnTo>
                <a:lnTo>
                  <a:pt x="284988" y="345948"/>
                </a:lnTo>
                <a:lnTo>
                  <a:pt x="404883" y="345948"/>
                </a:lnTo>
                <a:lnTo>
                  <a:pt x="401597" y="351591"/>
                </a:lnTo>
                <a:lnTo>
                  <a:pt x="392620" y="359473"/>
                </a:lnTo>
                <a:lnTo>
                  <a:pt x="381642" y="363640"/>
                </a:lnTo>
                <a:lnTo>
                  <a:pt x="368808" y="364236"/>
                </a:lnTo>
                <a:close/>
              </a:path>
              <a:path w="408940" h="382904">
                <a:moveTo>
                  <a:pt x="350520" y="179832"/>
                </a:moveTo>
                <a:lnTo>
                  <a:pt x="350520" y="155448"/>
                </a:lnTo>
                <a:lnTo>
                  <a:pt x="374412" y="155448"/>
                </a:lnTo>
                <a:lnTo>
                  <a:pt x="374904" y="169164"/>
                </a:lnTo>
                <a:lnTo>
                  <a:pt x="350520" y="179832"/>
                </a:lnTo>
                <a:close/>
              </a:path>
              <a:path w="408940" h="382904">
                <a:moveTo>
                  <a:pt x="404883" y="345948"/>
                </a:moveTo>
                <a:lnTo>
                  <a:pt x="364236" y="345948"/>
                </a:lnTo>
                <a:lnTo>
                  <a:pt x="368808" y="339852"/>
                </a:lnTo>
                <a:lnTo>
                  <a:pt x="371856" y="327660"/>
                </a:lnTo>
                <a:lnTo>
                  <a:pt x="373257" y="316992"/>
                </a:lnTo>
                <a:lnTo>
                  <a:pt x="374713" y="302895"/>
                </a:lnTo>
                <a:lnTo>
                  <a:pt x="375927" y="284368"/>
                </a:lnTo>
                <a:lnTo>
                  <a:pt x="376428" y="262128"/>
                </a:lnTo>
                <a:lnTo>
                  <a:pt x="385572" y="262128"/>
                </a:lnTo>
                <a:lnTo>
                  <a:pt x="387500" y="306705"/>
                </a:lnTo>
                <a:lnTo>
                  <a:pt x="408432" y="339852"/>
                </a:lnTo>
                <a:lnTo>
                  <a:pt x="404883" y="345948"/>
                </a:lnTo>
                <a:close/>
              </a:path>
              <a:path w="408940" h="382904">
                <a:moveTo>
                  <a:pt x="15240" y="35052"/>
                </a:moveTo>
                <a:lnTo>
                  <a:pt x="0" y="19812"/>
                </a:lnTo>
                <a:lnTo>
                  <a:pt x="175260" y="19812"/>
                </a:lnTo>
                <a:lnTo>
                  <a:pt x="196596" y="0"/>
                </a:lnTo>
                <a:lnTo>
                  <a:pt x="224028" y="30480"/>
                </a:lnTo>
                <a:lnTo>
                  <a:pt x="56388" y="30480"/>
                </a:lnTo>
                <a:lnTo>
                  <a:pt x="45886" y="30765"/>
                </a:lnTo>
                <a:lnTo>
                  <a:pt x="35242" y="31623"/>
                </a:lnTo>
                <a:lnTo>
                  <a:pt x="24884" y="33051"/>
                </a:lnTo>
                <a:lnTo>
                  <a:pt x="15240" y="35052"/>
                </a:lnTo>
                <a:close/>
              </a:path>
              <a:path w="408940" h="382904">
                <a:moveTo>
                  <a:pt x="100584" y="86868"/>
                </a:moveTo>
                <a:lnTo>
                  <a:pt x="79248" y="86868"/>
                </a:lnTo>
                <a:lnTo>
                  <a:pt x="79248" y="30480"/>
                </a:lnTo>
                <a:lnTo>
                  <a:pt x="100584" y="30480"/>
                </a:lnTo>
                <a:lnTo>
                  <a:pt x="100584" y="86868"/>
                </a:lnTo>
                <a:close/>
              </a:path>
              <a:path w="408940" h="382904">
                <a:moveTo>
                  <a:pt x="146304" y="86868"/>
                </a:moveTo>
                <a:lnTo>
                  <a:pt x="124968" y="86868"/>
                </a:lnTo>
                <a:lnTo>
                  <a:pt x="124968" y="30480"/>
                </a:lnTo>
                <a:lnTo>
                  <a:pt x="146304" y="30480"/>
                </a:lnTo>
                <a:lnTo>
                  <a:pt x="146304" y="86868"/>
                </a:lnTo>
                <a:close/>
              </a:path>
              <a:path w="408940" h="382904">
                <a:moveTo>
                  <a:pt x="205086" y="86868"/>
                </a:moveTo>
                <a:lnTo>
                  <a:pt x="173736" y="86868"/>
                </a:lnTo>
                <a:lnTo>
                  <a:pt x="185928" y="70104"/>
                </a:lnTo>
                <a:lnTo>
                  <a:pt x="205086" y="86868"/>
                </a:lnTo>
                <a:close/>
              </a:path>
              <a:path w="408940" h="382904">
                <a:moveTo>
                  <a:pt x="25908" y="382524"/>
                </a:moveTo>
                <a:lnTo>
                  <a:pt x="26789" y="352472"/>
                </a:lnTo>
                <a:lnTo>
                  <a:pt x="27241" y="316992"/>
                </a:lnTo>
                <a:lnTo>
                  <a:pt x="27352" y="168021"/>
                </a:lnTo>
                <a:lnTo>
                  <a:pt x="27241" y="140398"/>
                </a:lnTo>
                <a:lnTo>
                  <a:pt x="26789" y="103655"/>
                </a:lnTo>
                <a:lnTo>
                  <a:pt x="25908" y="71628"/>
                </a:lnTo>
                <a:lnTo>
                  <a:pt x="50292" y="86868"/>
                </a:lnTo>
                <a:lnTo>
                  <a:pt x="205086" y="86868"/>
                </a:lnTo>
                <a:lnTo>
                  <a:pt x="210312" y="91440"/>
                </a:lnTo>
                <a:lnTo>
                  <a:pt x="205086" y="96012"/>
                </a:lnTo>
                <a:lnTo>
                  <a:pt x="50292" y="96012"/>
                </a:lnTo>
                <a:lnTo>
                  <a:pt x="50292" y="214883"/>
                </a:lnTo>
                <a:lnTo>
                  <a:pt x="61088" y="214883"/>
                </a:lnTo>
                <a:lnTo>
                  <a:pt x="50292" y="225552"/>
                </a:lnTo>
                <a:lnTo>
                  <a:pt x="50292" y="249935"/>
                </a:lnTo>
                <a:lnTo>
                  <a:pt x="198232" y="249935"/>
                </a:lnTo>
                <a:lnTo>
                  <a:pt x="198278" y="260604"/>
                </a:lnTo>
                <a:lnTo>
                  <a:pt x="50292" y="260604"/>
                </a:lnTo>
                <a:lnTo>
                  <a:pt x="50292" y="326136"/>
                </a:lnTo>
                <a:lnTo>
                  <a:pt x="198746" y="326136"/>
                </a:lnTo>
                <a:lnTo>
                  <a:pt x="198866" y="336804"/>
                </a:lnTo>
                <a:lnTo>
                  <a:pt x="50292" y="336804"/>
                </a:lnTo>
                <a:lnTo>
                  <a:pt x="50292" y="373380"/>
                </a:lnTo>
                <a:lnTo>
                  <a:pt x="25908" y="382524"/>
                </a:lnTo>
                <a:close/>
              </a:path>
              <a:path w="408940" h="382904">
                <a:moveTo>
                  <a:pt x="61088" y="214883"/>
                </a:moveTo>
                <a:lnTo>
                  <a:pt x="50292" y="214883"/>
                </a:lnTo>
                <a:lnTo>
                  <a:pt x="63174" y="194595"/>
                </a:lnTo>
                <a:lnTo>
                  <a:pt x="72199" y="168021"/>
                </a:lnTo>
                <a:lnTo>
                  <a:pt x="77509" y="135159"/>
                </a:lnTo>
                <a:lnTo>
                  <a:pt x="79248" y="96012"/>
                </a:lnTo>
                <a:lnTo>
                  <a:pt x="100584" y="96012"/>
                </a:lnTo>
                <a:lnTo>
                  <a:pt x="97440" y="139184"/>
                </a:lnTo>
                <a:lnTo>
                  <a:pt x="88011" y="175069"/>
                </a:lnTo>
                <a:lnTo>
                  <a:pt x="72294" y="203811"/>
                </a:lnTo>
                <a:lnTo>
                  <a:pt x="61088" y="214883"/>
                </a:lnTo>
                <a:close/>
              </a:path>
              <a:path w="408940" h="382904">
                <a:moveTo>
                  <a:pt x="198232" y="249935"/>
                </a:moveTo>
                <a:lnTo>
                  <a:pt x="175260" y="249935"/>
                </a:lnTo>
                <a:lnTo>
                  <a:pt x="175260" y="211835"/>
                </a:lnTo>
                <a:lnTo>
                  <a:pt x="150876" y="211835"/>
                </a:lnTo>
                <a:lnTo>
                  <a:pt x="124968" y="96012"/>
                </a:lnTo>
                <a:lnTo>
                  <a:pt x="146304" y="96012"/>
                </a:lnTo>
                <a:lnTo>
                  <a:pt x="146304" y="187452"/>
                </a:lnTo>
                <a:lnTo>
                  <a:pt x="149352" y="192024"/>
                </a:lnTo>
                <a:lnTo>
                  <a:pt x="198146" y="192024"/>
                </a:lnTo>
                <a:lnTo>
                  <a:pt x="198232" y="249935"/>
                </a:lnTo>
                <a:close/>
              </a:path>
              <a:path w="408940" h="382904">
                <a:moveTo>
                  <a:pt x="198146" y="192024"/>
                </a:moveTo>
                <a:lnTo>
                  <a:pt x="175260" y="192024"/>
                </a:lnTo>
                <a:lnTo>
                  <a:pt x="175260" y="96012"/>
                </a:lnTo>
                <a:lnTo>
                  <a:pt x="205086" y="96012"/>
                </a:lnTo>
                <a:lnTo>
                  <a:pt x="198120" y="102108"/>
                </a:lnTo>
                <a:lnTo>
                  <a:pt x="198146" y="192024"/>
                </a:lnTo>
                <a:close/>
              </a:path>
              <a:path w="408940" h="382904">
                <a:moveTo>
                  <a:pt x="198746" y="326136"/>
                </a:moveTo>
                <a:lnTo>
                  <a:pt x="175260" y="326136"/>
                </a:lnTo>
                <a:lnTo>
                  <a:pt x="175260" y="260604"/>
                </a:lnTo>
                <a:lnTo>
                  <a:pt x="198278" y="260604"/>
                </a:lnTo>
                <a:lnTo>
                  <a:pt x="198449" y="299618"/>
                </a:lnTo>
                <a:lnTo>
                  <a:pt x="198746" y="326136"/>
                </a:lnTo>
                <a:close/>
              </a:path>
              <a:path w="408940" h="382904">
                <a:moveTo>
                  <a:pt x="175260" y="379476"/>
                </a:moveTo>
                <a:lnTo>
                  <a:pt x="175260" y="336804"/>
                </a:lnTo>
                <a:lnTo>
                  <a:pt x="198866" y="336804"/>
                </a:lnTo>
                <a:lnTo>
                  <a:pt x="198900" y="339852"/>
                </a:lnTo>
                <a:lnTo>
                  <a:pt x="199644" y="367284"/>
                </a:lnTo>
                <a:lnTo>
                  <a:pt x="175260" y="37947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" name="object 61"/>
          <p:cNvSpPr/>
          <p:nvPr/>
        </p:nvSpPr>
        <p:spPr>
          <a:xfrm>
            <a:off x="7045452" y="4741163"/>
            <a:ext cx="370840" cy="376555"/>
          </a:xfrm>
          <a:custGeom>
            <a:avLst/>
            <a:gdLst/>
            <a:ahLst/>
            <a:cxnLst/>
            <a:rect l="l" t="t" r="r" b="b"/>
            <a:pathLst>
              <a:path w="370840" h="376554">
                <a:moveTo>
                  <a:pt x="153924" y="32004"/>
                </a:moveTo>
                <a:lnTo>
                  <a:pt x="138684" y="16764"/>
                </a:lnTo>
                <a:lnTo>
                  <a:pt x="288035" y="16764"/>
                </a:lnTo>
                <a:lnTo>
                  <a:pt x="303276" y="0"/>
                </a:lnTo>
                <a:lnTo>
                  <a:pt x="329184" y="22860"/>
                </a:lnTo>
                <a:lnTo>
                  <a:pt x="321564" y="27432"/>
                </a:lnTo>
                <a:lnTo>
                  <a:pt x="196596" y="27432"/>
                </a:lnTo>
                <a:lnTo>
                  <a:pt x="185427" y="27717"/>
                </a:lnTo>
                <a:lnTo>
                  <a:pt x="174688" y="28575"/>
                </a:lnTo>
                <a:lnTo>
                  <a:pt x="164234" y="30003"/>
                </a:lnTo>
                <a:lnTo>
                  <a:pt x="153924" y="32004"/>
                </a:lnTo>
                <a:close/>
              </a:path>
              <a:path w="370840" h="376554">
                <a:moveTo>
                  <a:pt x="0" y="272795"/>
                </a:moveTo>
                <a:lnTo>
                  <a:pt x="881" y="249697"/>
                </a:lnTo>
                <a:lnTo>
                  <a:pt x="1261" y="226194"/>
                </a:lnTo>
                <a:lnTo>
                  <a:pt x="1368" y="214883"/>
                </a:lnTo>
                <a:lnTo>
                  <a:pt x="1464" y="107203"/>
                </a:lnTo>
                <a:lnTo>
                  <a:pt x="1365" y="86868"/>
                </a:lnTo>
                <a:lnTo>
                  <a:pt x="1247" y="74676"/>
                </a:lnTo>
                <a:lnTo>
                  <a:pt x="877" y="50292"/>
                </a:lnTo>
                <a:lnTo>
                  <a:pt x="0" y="24384"/>
                </a:lnTo>
                <a:lnTo>
                  <a:pt x="24384" y="39624"/>
                </a:lnTo>
                <a:lnTo>
                  <a:pt x="116292" y="39624"/>
                </a:lnTo>
                <a:lnTo>
                  <a:pt x="121920" y="44196"/>
                </a:lnTo>
                <a:lnTo>
                  <a:pt x="114953" y="50292"/>
                </a:lnTo>
                <a:lnTo>
                  <a:pt x="24384" y="50292"/>
                </a:lnTo>
                <a:lnTo>
                  <a:pt x="24384" y="214883"/>
                </a:lnTo>
                <a:lnTo>
                  <a:pt x="110009" y="214883"/>
                </a:lnTo>
                <a:lnTo>
                  <a:pt x="110350" y="225552"/>
                </a:lnTo>
                <a:lnTo>
                  <a:pt x="24384" y="225552"/>
                </a:lnTo>
                <a:lnTo>
                  <a:pt x="24384" y="262128"/>
                </a:lnTo>
                <a:lnTo>
                  <a:pt x="0" y="272795"/>
                </a:lnTo>
                <a:close/>
              </a:path>
              <a:path w="370840" h="376554">
                <a:moveTo>
                  <a:pt x="116292" y="39624"/>
                </a:moveTo>
                <a:lnTo>
                  <a:pt x="85344" y="39624"/>
                </a:lnTo>
                <a:lnTo>
                  <a:pt x="97536" y="24384"/>
                </a:lnTo>
                <a:lnTo>
                  <a:pt x="116292" y="39624"/>
                </a:lnTo>
                <a:close/>
              </a:path>
              <a:path w="370840" h="376554">
                <a:moveTo>
                  <a:pt x="303276" y="181356"/>
                </a:moveTo>
                <a:lnTo>
                  <a:pt x="278892" y="181356"/>
                </a:lnTo>
                <a:lnTo>
                  <a:pt x="291084" y="27432"/>
                </a:lnTo>
                <a:lnTo>
                  <a:pt x="321564" y="27432"/>
                </a:lnTo>
                <a:lnTo>
                  <a:pt x="313944" y="32004"/>
                </a:lnTo>
                <a:lnTo>
                  <a:pt x="303276" y="181356"/>
                </a:lnTo>
                <a:close/>
              </a:path>
              <a:path w="370840" h="376554">
                <a:moveTo>
                  <a:pt x="110009" y="214883"/>
                </a:moveTo>
                <a:lnTo>
                  <a:pt x="86868" y="214883"/>
                </a:lnTo>
                <a:lnTo>
                  <a:pt x="86868" y="50292"/>
                </a:lnTo>
                <a:lnTo>
                  <a:pt x="114953" y="50292"/>
                </a:lnTo>
                <a:lnTo>
                  <a:pt x="109728" y="54864"/>
                </a:lnTo>
                <a:lnTo>
                  <a:pt x="109824" y="204216"/>
                </a:lnTo>
                <a:lnTo>
                  <a:pt x="109918" y="212026"/>
                </a:lnTo>
                <a:lnTo>
                  <a:pt x="110009" y="214883"/>
                </a:lnTo>
                <a:close/>
              </a:path>
              <a:path w="370840" h="376554">
                <a:moveTo>
                  <a:pt x="172212" y="204216"/>
                </a:moveTo>
                <a:lnTo>
                  <a:pt x="149352" y="184404"/>
                </a:lnTo>
                <a:lnTo>
                  <a:pt x="160020" y="175260"/>
                </a:lnTo>
                <a:lnTo>
                  <a:pt x="164044" y="136969"/>
                </a:lnTo>
                <a:lnTo>
                  <a:pt x="167068" y="104394"/>
                </a:lnTo>
                <a:lnTo>
                  <a:pt x="169235" y="77533"/>
                </a:lnTo>
                <a:lnTo>
                  <a:pt x="170688" y="56388"/>
                </a:lnTo>
                <a:lnTo>
                  <a:pt x="208788" y="74676"/>
                </a:lnTo>
                <a:lnTo>
                  <a:pt x="189166" y="129540"/>
                </a:lnTo>
                <a:lnTo>
                  <a:pt x="184404" y="181356"/>
                </a:lnTo>
                <a:lnTo>
                  <a:pt x="364845" y="181356"/>
                </a:lnTo>
                <a:lnTo>
                  <a:pt x="370332" y="185928"/>
                </a:lnTo>
                <a:lnTo>
                  <a:pt x="364453" y="190500"/>
                </a:lnTo>
                <a:lnTo>
                  <a:pt x="184404" y="190500"/>
                </a:lnTo>
                <a:lnTo>
                  <a:pt x="172212" y="204216"/>
                </a:lnTo>
                <a:close/>
              </a:path>
              <a:path w="370840" h="376554">
                <a:moveTo>
                  <a:pt x="364845" y="181356"/>
                </a:moveTo>
                <a:lnTo>
                  <a:pt x="330708" y="181356"/>
                </a:lnTo>
                <a:lnTo>
                  <a:pt x="342900" y="163068"/>
                </a:lnTo>
                <a:lnTo>
                  <a:pt x="364845" y="181356"/>
                </a:lnTo>
                <a:close/>
              </a:path>
              <a:path w="370840" h="376554">
                <a:moveTo>
                  <a:pt x="337241" y="338328"/>
                </a:moveTo>
                <a:lnTo>
                  <a:pt x="298704" y="338328"/>
                </a:lnTo>
                <a:lnTo>
                  <a:pt x="306323" y="336804"/>
                </a:lnTo>
                <a:lnTo>
                  <a:pt x="310896" y="330708"/>
                </a:lnTo>
                <a:lnTo>
                  <a:pt x="323088" y="289559"/>
                </a:lnTo>
                <a:lnTo>
                  <a:pt x="327660" y="248602"/>
                </a:lnTo>
                <a:lnTo>
                  <a:pt x="332232" y="190500"/>
                </a:lnTo>
                <a:lnTo>
                  <a:pt x="364453" y="190500"/>
                </a:lnTo>
                <a:lnTo>
                  <a:pt x="356616" y="196596"/>
                </a:lnTo>
                <a:lnTo>
                  <a:pt x="354091" y="227790"/>
                </a:lnTo>
                <a:lnTo>
                  <a:pt x="351192" y="256032"/>
                </a:lnTo>
                <a:lnTo>
                  <a:pt x="348472" y="279320"/>
                </a:lnTo>
                <a:lnTo>
                  <a:pt x="345948" y="300228"/>
                </a:lnTo>
                <a:lnTo>
                  <a:pt x="343114" y="318206"/>
                </a:lnTo>
                <a:lnTo>
                  <a:pt x="339280" y="333184"/>
                </a:lnTo>
                <a:lnTo>
                  <a:pt x="337241" y="338328"/>
                </a:lnTo>
                <a:close/>
              </a:path>
              <a:path w="370840" h="376554">
                <a:moveTo>
                  <a:pt x="86868" y="252983"/>
                </a:moveTo>
                <a:lnTo>
                  <a:pt x="86868" y="225552"/>
                </a:lnTo>
                <a:lnTo>
                  <a:pt x="110350" y="225552"/>
                </a:lnTo>
                <a:lnTo>
                  <a:pt x="110467" y="227790"/>
                </a:lnTo>
                <a:lnTo>
                  <a:pt x="111252" y="240792"/>
                </a:lnTo>
                <a:lnTo>
                  <a:pt x="86868" y="252983"/>
                </a:lnTo>
                <a:close/>
              </a:path>
              <a:path w="370840" h="376554">
                <a:moveTo>
                  <a:pt x="115824" y="271271"/>
                </a:moveTo>
                <a:lnTo>
                  <a:pt x="100584" y="256032"/>
                </a:lnTo>
                <a:lnTo>
                  <a:pt x="257556" y="256032"/>
                </a:lnTo>
                <a:lnTo>
                  <a:pt x="278892" y="234695"/>
                </a:lnTo>
                <a:lnTo>
                  <a:pt x="309371" y="265176"/>
                </a:lnTo>
                <a:lnTo>
                  <a:pt x="150876" y="265176"/>
                </a:lnTo>
                <a:lnTo>
                  <a:pt x="141755" y="265699"/>
                </a:lnTo>
                <a:lnTo>
                  <a:pt x="132778" y="267081"/>
                </a:lnTo>
                <a:lnTo>
                  <a:pt x="124086" y="269033"/>
                </a:lnTo>
                <a:lnTo>
                  <a:pt x="115824" y="271271"/>
                </a:lnTo>
                <a:close/>
              </a:path>
              <a:path w="370840" h="376554">
                <a:moveTo>
                  <a:pt x="291084" y="376427"/>
                </a:moveTo>
                <a:lnTo>
                  <a:pt x="287059" y="365307"/>
                </a:lnTo>
                <a:lnTo>
                  <a:pt x="277177" y="354901"/>
                </a:lnTo>
                <a:lnTo>
                  <a:pt x="261294" y="345352"/>
                </a:lnTo>
                <a:lnTo>
                  <a:pt x="239268" y="336804"/>
                </a:lnTo>
                <a:lnTo>
                  <a:pt x="239268" y="330708"/>
                </a:lnTo>
                <a:lnTo>
                  <a:pt x="279773" y="335637"/>
                </a:lnTo>
                <a:lnTo>
                  <a:pt x="298704" y="338328"/>
                </a:lnTo>
                <a:lnTo>
                  <a:pt x="337241" y="338328"/>
                </a:lnTo>
                <a:lnTo>
                  <a:pt x="303680" y="372213"/>
                </a:lnTo>
                <a:lnTo>
                  <a:pt x="291084" y="37642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" name="object 62"/>
          <p:cNvSpPr/>
          <p:nvPr/>
        </p:nvSpPr>
        <p:spPr>
          <a:xfrm>
            <a:off x="7507223" y="4763833"/>
            <a:ext cx="148590" cy="294640"/>
          </a:xfrm>
          <a:custGeom>
            <a:avLst/>
            <a:gdLst/>
            <a:ahLst/>
            <a:cxnLst/>
            <a:rect l="l" t="t" r="r" b="b"/>
            <a:pathLst>
              <a:path w="148590" h="294639">
                <a:moveTo>
                  <a:pt x="25908" y="88582"/>
                </a:moveTo>
                <a:lnTo>
                  <a:pt x="13716" y="88582"/>
                </a:lnTo>
                <a:lnTo>
                  <a:pt x="9144" y="85534"/>
                </a:lnTo>
                <a:lnTo>
                  <a:pt x="4572" y="80962"/>
                </a:lnTo>
                <a:lnTo>
                  <a:pt x="0" y="74866"/>
                </a:lnTo>
                <a:lnTo>
                  <a:pt x="0" y="67246"/>
                </a:lnTo>
                <a:lnTo>
                  <a:pt x="12668" y="31289"/>
                </a:lnTo>
                <a:lnTo>
                  <a:pt x="47244" y="4833"/>
                </a:lnTo>
                <a:lnTo>
                  <a:pt x="76009" y="0"/>
                </a:lnTo>
                <a:lnTo>
                  <a:pt x="85320" y="214"/>
                </a:lnTo>
                <a:lnTo>
                  <a:pt x="94488" y="1714"/>
                </a:lnTo>
                <a:lnTo>
                  <a:pt x="103870" y="3976"/>
                </a:lnTo>
                <a:lnTo>
                  <a:pt x="113538" y="8382"/>
                </a:lnTo>
                <a:lnTo>
                  <a:pt x="117275" y="10858"/>
                </a:lnTo>
                <a:lnTo>
                  <a:pt x="73152" y="10858"/>
                </a:lnTo>
                <a:lnTo>
                  <a:pt x="63388" y="11715"/>
                </a:lnTo>
                <a:lnTo>
                  <a:pt x="28956" y="32194"/>
                </a:lnTo>
                <a:lnTo>
                  <a:pt x="22860" y="44386"/>
                </a:lnTo>
                <a:lnTo>
                  <a:pt x="21336" y="48958"/>
                </a:lnTo>
                <a:lnTo>
                  <a:pt x="24384" y="53530"/>
                </a:lnTo>
                <a:lnTo>
                  <a:pt x="30480" y="55054"/>
                </a:lnTo>
                <a:lnTo>
                  <a:pt x="35052" y="58102"/>
                </a:lnTo>
                <a:lnTo>
                  <a:pt x="36576" y="62674"/>
                </a:lnTo>
                <a:lnTo>
                  <a:pt x="36576" y="74866"/>
                </a:lnTo>
                <a:lnTo>
                  <a:pt x="35052" y="79438"/>
                </a:lnTo>
                <a:lnTo>
                  <a:pt x="32004" y="82486"/>
                </a:lnTo>
                <a:lnTo>
                  <a:pt x="30480" y="87058"/>
                </a:lnTo>
                <a:lnTo>
                  <a:pt x="25908" y="88582"/>
                </a:lnTo>
                <a:close/>
              </a:path>
              <a:path w="148590" h="294639">
                <a:moveTo>
                  <a:pt x="74676" y="210502"/>
                </a:moveTo>
                <a:lnTo>
                  <a:pt x="69556" y="206763"/>
                </a:lnTo>
                <a:lnTo>
                  <a:pt x="65722" y="200025"/>
                </a:lnTo>
                <a:lnTo>
                  <a:pt x="63317" y="190142"/>
                </a:lnTo>
                <a:lnTo>
                  <a:pt x="62484" y="176974"/>
                </a:lnTo>
                <a:lnTo>
                  <a:pt x="64174" y="162115"/>
                </a:lnTo>
                <a:lnTo>
                  <a:pt x="69151" y="147256"/>
                </a:lnTo>
                <a:lnTo>
                  <a:pt x="77271" y="132397"/>
                </a:lnTo>
                <a:lnTo>
                  <a:pt x="88392" y="117538"/>
                </a:lnTo>
                <a:lnTo>
                  <a:pt x="99560" y="103489"/>
                </a:lnTo>
                <a:lnTo>
                  <a:pt x="108013" y="90868"/>
                </a:lnTo>
                <a:lnTo>
                  <a:pt x="113895" y="79390"/>
                </a:lnTo>
                <a:lnTo>
                  <a:pt x="117348" y="68770"/>
                </a:lnTo>
                <a:lnTo>
                  <a:pt x="117609" y="59388"/>
                </a:lnTo>
                <a:lnTo>
                  <a:pt x="116014" y="49720"/>
                </a:lnTo>
                <a:lnTo>
                  <a:pt x="91059" y="15621"/>
                </a:lnTo>
                <a:lnTo>
                  <a:pt x="73152" y="10858"/>
                </a:lnTo>
                <a:lnTo>
                  <a:pt x="117275" y="10858"/>
                </a:lnTo>
                <a:lnTo>
                  <a:pt x="145923" y="43624"/>
                </a:lnTo>
                <a:lnTo>
                  <a:pt x="148326" y="55054"/>
                </a:lnTo>
                <a:lnTo>
                  <a:pt x="148269" y="59388"/>
                </a:lnTo>
                <a:lnTo>
                  <a:pt x="137731" y="96964"/>
                </a:lnTo>
                <a:lnTo>
                  <a:pt x="112776" y="125158"/>
                </a:lnTo>
                <a:lnTo>
                  <a:pt x="98464" y="141493"/>
                </a:lnTo>
                <a:lnTo>
                  <a:pt x="87439" y="160972"/>
                </a:lnTo>
                <a:lnTo>
                  <a:pt x="79557" y="183880"/>
                </a:lnTo>
                <a:lnTo>
                  <a:pt x="74676" y="210502"/>
                </a:lnTo>
                <a:close/>
              </a:path>
              <a:path w="148590" h="294639">
                <a:moveTo>
                  <a:pt x="76200" y="294322"/>
                </a:moveTo>
                <a:lnTo>
                  <a:pt x="67056" y="294322"/>
                </a:lnTo>
                <a:lnTo>
                  <a:pt x="54864" y="288226"/>
                </a:lnTo>
                <a:lnTo>
                  <a:pt x="42410" y="256817"/>
                </a:lnTo>
                <a:lnTo>
                  <a:pt x="44005" y="249555"/>
                </a:lnTo>
                <a:lnTo>
                  <a:pt x="47601" y="243720"/>
                </a:lnTo>
                <a:lnTo>
                  <a:pt x="53340" y="239458"/>
                </a:lnTo>
                <a:lnTo>
                  <a:pt x="60960" y="234886"/>
                </a:lnTo>
                <a:lnTo>
                  <a:pt x="67056" y="233362"/>
                </a:lnTo>
                <a:lnTo>
                  <a:pt x="76200" y="233362"/>
                </a:lnTo>
                <a:lnTo>
                  <a:pt x="102108" y="262318"/>
                </a:lnTo>
                <a:lnTo>
                  <a:pt x="101512" y="270629"/>
                </a:lnTo>
                <a:lnTo>
                  <a:pt x="99631" y="277368"/>
                </a:lnTo>
                <a:lnTo>
                  <a:pt x="96321" y="282678"/>
                </a:lnTo>
                <a:lnTo>
                  <a:pt x="91440" y="286702"/>
                </a:lnTo>
                <a:lnTo>
                  <a:pt x="76200" y="29432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</p:spTree>
  </p:cSld>
  <p:clrMapOvr>
    <a:masterClrMapping/>
  </p:clrMapOvr>
</p:sld>
</file>

<file path=ppt/slides/slide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9560052" y="7229856"/>
            <a:ext cx="198120" cy="146685"/>
            <a:chOff x="9560052" y="7229856"/>
            <a:chExt cx="198120" cy="146685"/>
          </a:xfrm>
        </p:grpSpPr>
        <p:pic>
          <p:nvPicPr>
            <p:cNvPr id="3" name="object 3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9560052" y="7229856"/>
              <a:ext cx="86868" cy="146304"/>
            </a:xfrm>
            <a:prstGeom prst="rect">
              <a:avLst/>
            </a:prstGeom>
          </p:spPr>
        </p:pic>
        <p:pic>
          <p:nvPicPr>
            <p:cNvPr id="4" name="object 4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9668255" y="7231380"/>
              <a:ext cx="89916" cy="141732"/>
            </a:xfrm>
            <a:prstGeom prst="rect">
              <a:avLst/>
            </a:prstGeom>
          </p:spPr>
        </p:pic>
      </p:grpSp>
      <p:sp>
        <p:nvSpPr>
          <p:cNvPr id="5" name="object 5"/>
          <p:cNvSpPr/>
          <p:nvPr/>
        </p:nvSpPr>
        <p:spPr>
          <a:xfrm>
            <a:off x="1717548" y="1278636"/>
            <a:ext cx="562610" cy="550545"/>
          </a:xfrm>
          <a:custGeom>
            <a:avLst/>
            <a:gdLst/>
            <a:ahLst/>
            <a:cxnLst/>
            <a:rect l="l" t="t" r="r" b="b"/>
            <a:pathLst>
              <a:path w="562610" h="550544">
                <a:moveTo>
                  <a:pt x="138683" y="135635"/>
                </a:moveTo>
                <a:lnTo>
                  <a:pt x="106679" y="135635"/>
                </a:lnTo>
                <a:lnTo>
                  <a:pt x="106644" y="94487"/>
                </a:lnTo>
                <a:lnTo>
                  <a:pt x="106517" y="67508"/>
                </a:lnTo>
                <a:lnTo>
                  <a:pt x="106401" y="55221"/>
                </a:lnTo>
                <a:lnTo>
                  <a:pt x="106085" y="32599"/>
                </a:lnTo>
                <a:lnTo>
                  <a:pt x="105977" y="27170"/>
                </a:lnTo>
                <a:lnTo>
                  <a:pt x="105155" y="0"/>
                </a:lnTo>
                <a:lnTo>
                  <a:pt x="161543" y="25907"/>
                </a:lnTo>
                <a:lnTo>
                  <a:pt x="138683" y="42671"/>
                </a:lnTo>
                <a:lnTo>
                  <a:pt x="138683" y="135635"/>
                </a:lnTo>
                <a:close/>
              </a:path>
              <a:path w="562610" h="550544">
                <a:moveTo>
                  <a:pt x="198119" y="295655"/>
                </a:moveTo>
                <a:lnTo>
                  <a:pt x="190499" y="291083"/>
                </a:lnTo>
                <a:lnTo>
                  <a:pt x="211931" y="247292"/>
                </a:lnTo>
                <a:lnTo>
                  <a:pt x="230504" y="204787"/>
                </a:lnTo>
                <a:lnTo>
                  <a:pt x="246221" y="163139"/>
                </a:lnTo>
                <a:lnTo>
                  <a:pt x="259079" y="121919"/>
                </a:lnTo>
                <a:lnTo>
                  <a:pt x="269465" y="83819"/>
                </a:lnTo>
                <a:lnTo>
                  <a:pt x="283082" y="23121"/>
                </a:lnTo>
                <a:lnTo>
                  <a:pt x="286511" y="0"/>
                </a:lnTo>
                <a:lnTo>
                  <a:pt x="341376" y="27431"/>
                </a:lnTo>
                <a:lnTo>
                  <a:pt x="323088" y="39624"/>
                </a:lnTo>
                <a:lnTo>
                  <a:pt x="314229" y="61626"/>
                </a:lnTo>
                <a:lnTo>
                  <a:pt x="305942" y="81914"/>
                </a:lnTo>
                <a:lnTo>
                  <a:pt x="298187" y="100583"/>
                </a:lnTo>
                <a:lnTo>
                  <a:pt x="291083" y="117347"/>
                </a:lnTo>
                <a:lnTo>
                  <a:pt x="545592" y="117347"/>
                </a:lnTo>
                <a:lnTo>
                  <a:pt x="559308" y="131063"/>
                </a:lnTo>
                <a:lnTo>
                  <a:pt x="289559" y="131063"/>
                </a:lnTo>
                <a:lnTo>
                  <a:pt x="289559" y="198119"/>
                </a:lnTo>
                <a:lnTo>
                  <a:pt x="257555" y="198119"/>
                </a:lnTo>
                <a:lnTo>
                  <a:pt x="246983" y="218717"/>
                </a:lnTo>
                <a:lnTo>
                  <a:pt x="233552" y="241744"/>
                </a:lnTo>
                <a:lnTo>
                  <a:pt x="217265" y="267342"/>
                </a:lnTo>
                <a:lnTo>
                  <a:pt x="198119" y="295655"/>
                </a:lnTo>
                <a:close/>
              </a:path>
              <a:path w="562610" h="550544">
                <a:moveTo>
                  <a:pt x="420624" y="105155"/>
                </a:moveTo>
                <a:lnTo>
                  <a:pt x="416051" y="105155"/>
                </a:lnTo>
                <a:lnTo>
                  <a:pt x="412384" y="103751"/>
                </a:lnTo>
                <a:lnTo>
                  <a:pt x="408432" y="99631"/>
                </a:lnTo>
                <a:lnTo>
                  <a:pt x="404479" y="92940"/>
                </a:lnTo>
                <a:lnTo>
                  <a:pt x="400812" y="83819"/>
                </a:lnTo>
                <a:lnTo>
                  <a:pt x="394835" y="67508"/>
                </a:lnTo>
                <a:lnTo>
                  <a:pt x="386143" y="50482"/>
                </a:lnTo>
                <a:lnTo>
                  <a:pt x="374880" y="32599"/>
                </a:lnTo>
                <a:lnTo>
                  <a:pt x="361188" y="13715"/>
                </a:lnTo>
                <a:lnTo>
                  <a:pt x="367284" y="9143"/>
                </a:lnTo>
                <a:lnTo>
                  <a:pt x="417766" y="42481"/>
                </a:lnTo>
                <a:lnTo>
                  <a:pt x="438816" y="74128"/>
                </a:lnTo>
                <a:lnTo>
                  <a:pt x="438531" y="81724"/>
                </a:lnTo>
                <a:lnTo>
                  <a:pt x="436530" y="88463"/>
                </a:lnTo>
                <a:lnTo>
                  <a:pt x="432815" y="94487"/>
                </a:lnTo>
                <a:lnTo>
                  <a:pt x="426720" y="100583"/>
                </a:lnTo>
                <a:lnTo>
                  <a:pt x="420624" y="105155"/>
                </a:lnTo>
                <a:close/>
              </a:path>
              <a:path w="562610" h="550544">
                <a:moveTo>
                  <a:pt x="545592" y="117347"/>
                </a:moveTo>
                <a:lnTo>
                  <a:pt x="487680" y="117347"/>
                </a:lnTo>
                <a:lnTo>
                  <a:pt x="516636" y="88391"/>
                </a:lnTo>
                <a:lnTo>
                  <a:pt x="545592" y="117347"/>
                </a:lnTo>
                <a:close/>
              </a:path>
              <a:path w="562610" h="550544">
                <a:moveTo>
                  <a:pt x="22859" y="155447"/>
                </a:moveTo>
                <a:lnTo>
                  <a:pt x="4571" y="135635"/>
                </a:lnTo>
                <a:lnTo>
                  <a:pt x="172211" y="135635"/>
                </a:lnTo>
                <a:lnTo>
                  <a:pt x="198119" y="109727"/>
                </a:lnTo>
                <a:lnTo>
                  <a:pt x="239267" y="149351"/>
                </a:lnTo>
                <a:lnTo>
                  <a:pt x="50291" y="149351"/>
                </a:lnTo>
                <a:lnTo>
                  <a:pt x="22859" y="155447"/>
                </a:lnTo>
                <a:close/>
              </a:path>
              <a:path w="562610" h="550544">
                <a:moveTo>
                  <a:pt x="413004" y="233171"/>
                </a:moveTo>
                <a:lnTo>
                  <a:pt x="382524" y="233171"/>
                </a:lnTo>
                <a:lnTo>
                  <a:pt x="382524" y="131063"/>
                </a:lnTo>
                <a:lnTo>
                  <a:pt x="413004" y="131063"/>
                </a:lnTo>
                <a:lnTo>
                  <a:pt x="413004" y="233171"/>
                </a:lnTo>
                <a:close/>
              </a:path>
              <a:path w="562610" h="550544">
                <a:moveTo>
                  <a:pt x="30479" y="356615"/>
                </a:moveTo>
                <a:lnTo>
                  <a:pt x="0" y="315467"/>
                </a:lnTo>
                <a:lnTo>
                  <a:pt x="18811" y="308062"/>
                </a:lnTo>
                <a:lnTo>
                  <a:pt x="43053" y="297370"/>
                </a:lnTo>
                <a:lnTo>
                  <a:pt x="72437" y="283535"/>
                </a:lnTo>
                <a:lnTo>
                  <a:pt x="106679" y="266699"/>
                </a:lnTo>
                <a:lnTo>
                  <a:pt x="106679" y="149351"/>
                </a:lnTo>
                <a:lnTo>
                  <a:pt x="138683" y="149351"/>
                </a:lnTo>
                <a:lnTo>
                  <a:pt x="138683" y="252983"/>
                </a:lnTo>
                <a:lnTo>
                  <a:pt x="171011" y="252983"/>
                </a:lnTo>
                <a:lnTo>
                  <a:pt x="138683" y="274319"/>
                </a:lnTo>
                <a:lnTo>
                  <a:pt x="138683" y="291083"/>
                </a:lnTo>
                <a:lnTo>
                  <a:pt x="106679" y="291083"/>
                </a:lnTo>
                <a:lnTo>
                  <a:pt x="58459" y="326231"/>
                </a:lnTo>
                <a:lnTo>
                  <a:pt x="44195" y="336803"/>
                </a:lnTo>
                <a:lnTo>
                  <a:pt x="30479" y="356615"/>
                </a:lnTo>
                <a:close/>
              </a:path>
              <a:path w="562610" h="550544">
                <a:moveTo>
                  <a:pt x="256031" y="550163"/>
                </a:moveTo>
                <a:lnTo>
                  <a:pt x="256905" y="501395"/>
                </a:lnTo>
                <a:lnTo>
                  <a:pt x="257275" y="451103"/>
                </a:lnTo>
                <a:lnTo>
                  <a:pt x="257436" y="402260"/>
                </a:lnTo>
                <a:lnTo>
                  <a:pt x="257555" y="198119"/>
                </a:lnTo>
                <a:lnTo>
                  <a:pt x="289559" y="198119"/>
                </a:lnTo>
                <a:lnTo>
                  <a:pt x="289559" y="233171"/>
                </a:lnTo>
                <a:lnTo>
                  <a:pt x="522732" y="233171"/>
                </a:lnTo>
                <a:lnTo>
                  <a:pt x="537972" y="248411"/>
                </a:lnTo>
                <a:lnTo>
                  <a:pt x="289559" y="248411"/>
                </a:lnTo>
                <a:lnTo>
                  <a:pt x="289559" y="356615"/>
                </a:lnTo>
                <a:lnTo>
                  <a:pt x="533399" y="356615"/>
                </a:lnTo>
                <a:lnTo>
                  <a:pt x="547115" y="370332"/>
                </a:lnTo>
                <a:lnTo>
                  <a:pt x="289559" y="370332"/>
                </a:lnTo>
                <a:lnTo>
                  <a:pt x="289559" y="483107"/>
                </a:lnTo>
                <a:lnTo>
                  <a:pt x="548640" y="483107"/>
                </a:lnTo>
                <a:lnTo>
                  <a:pt x="562356" y="496823"/>
                </a:lnTo>
                <a:lnTo>
                  <a:pt x="289559" y="496823"/>
                </a:lnTo>
                <a:lnTo>
                  <a:pt x="289559" y="534923"/>
                </a:lnTo>
                <a:lnTo>
                  <a:pt x="256031" y="550163"/>
                </a:lnTo>
                <a:close/>
              </a:path>
              <a:path w="562610" h="550544">
                <a:moveTo>
                  <a:pt x="522732" y="233171"/>
                </a:moveTo>
                <a:lnTo>
                  <a:pt x="470915" y="233171"/>
                </a:lnTo>
                <a:lnTo>
                  <a:pt x="496824" y="207263"/>
                </a:lnTo>
                <a:lnTo>
                  <a:pt x="522732" y="233171"/>
                </a:lnTo>
                <a:close/>
              </a:path>
              <a:path w="562610" h="550544">
                <a:moveTo>
                  <a:pt x="171011" y="252983"/>
                </a:moveTo>
                <a:lnTo>
                  <a:pt x="138683" y="252983"/>
                </a:lnTo>
                <a:lnTo>
                  <a:pt x="210311" y="216407"/>
                </a:lnTo>
                <a:lnTo>
                  <a:pt x="214883" y="224027"/>
                </a:lnTo>
                <a:lnTo>
                  <a:pt x="171011" y="252983"/>
                </a:lnTo>
                <a:close/>
              </a:path>
              <a:path w="562610" h="550544">
                <a:moveTo>
                  <a:pt x="413004" y="356615"/>
                </a:moveTo>
                <a:lnTo>
                  <a:pt x="382524" y="356615"/>
                </a:lnTo>
                <a:lnTo>
                  <a:pt x="382524" y="248411"/>
                </a:lnTo>
                <a:lnTo>
                  <a:pt x="413004" y="248411"/>
                </a:lnTo>
                <a:lnTo>
                  <a:pt x="413004" y="356615"/>
                </a:lnTo>
                <a:close/>
              </a:path>
              <a:path w="562610" h="550544">
                <a:moveTo>
                  <a:pt x="136879" y="498681"/>
                </a:moveTo>
                <a:lnTo>
                  <a:pt x="85915" y="498681"/>
                </a:lnTo>
                <a:lnTo>
                  <a:pt x="94488" y="498347"/>
                </a:lnTo>
                <a:lnTo>
                  <a:pt x="100250" y="496014"/>
                </a:lnTo>
                <a:lnTo>
                  <a:pt x="104012" y="491108"/>
                </a:lnTo>
                <a:lnTo>
                  <a:pt x="106060" y="483346"/>
                </a:lnTo>
                <a:lnTo>
                  <a:pt x="106679" y="472439"/>
                </a:lnTo>
                <a:lnTo>
                  <a:pt x="106679" y="291083"/>
                </a:lnTo>
                <a:lnTo>
                  <a:pt x="138683" y="291083"/>
                </a:lnTo>
                <a:lnTo>
                  <a:pt x="138683" y="489203"/>
                </a:lnTo>
                <a:lnTo>
                  <a:pt x="136879" y="498681"/>
                </a:lnTo>
                <a:close/>
              </a:path>
              <a:path w="562610" h="550544">
                <a:moveTo>
                  <a:pt x="533399" y="356615"/>
                </a:moveTo>
                <a:lnTo>
                  <a:pt x="475488" y="356615"/>
                </a:lnTo>
                <a:lnTo>
                  <a:pt x="504444" y="327659"/>
                </a:lnTo>
                <a:lnTo>
                  <a:pt x="533399" y="356615"/>
                </a:lnTo>
                <a:close/>
              </a:path>
              <a:path w="562610" h="550544">
                <a:moveTo>
                  <a:pt x="413004" y="483107"/>
                </a:moveTo>
                <a:lnTo>
                  <a:pt x="382524" y="483107"/>
                </a:lnTo>
                <a:lnTo>
                  <a:pt x="382524" y="370332"/>
                </a:lnTo>
                <a:lnTo>
                  <a:pt x="413004" y="370332"/>
                </a:lnTo>
                <a:lnTo>
                  <a:pt x="413004" y="483107"/>
                </a:lnTo>
                <a:close/>
              </a:path>
              <a:path w="562610" h="550544">
                <a:moveTo>
                  <a:pt x="548640" y="483107"/>
                </a:moveTo>
                <a:lnTo>
                  <a:pt x="484632" y="483107"/>
                </a:lnTo>
                <a:lnTo>
                  <a:pt x="516636" y="451103"/>
                </a:lnTo>
                <a:lnTo>
                  <a:pt x="548640" y="483107"/>
                </a:lnTo>
                <a:close/>
              </a:path>
              <a:path w="562610" h="550544">
                <a:moveTo>
                  <a:pt x="89915" y="550163"/>
                </a:moveTo>
                <a:lnTo>
                  <a:pt x="86772" y="536971"/>
                </a:lnTo>
                <a:lnTo>
                  <a:pt x="75056" y="524636"/>
                </a:lnTo>
                <a:lnTo>
                  <a:pt x="54768" y="512873"/>
                </a:lnTo>
                <a:lnTo>
                  <a:pt x="25907" y="501395"/>
                </a:lnTo>
                <a:lnTo>
                  <a:pt x="25907" y="492251"/>
                </a:lnTo>
                <a:lnTo>
                  <a:pt x="71627" y="497585"/>
                </a:lnTo>
                <a:lnTo>
                  <a:pt x="85915" y="498681"/>
                </a:lnTo>
                <a:lnTo>
                  <a:pt x="136879" y="498681"/>
                </a:lnTo>
                <a:lnTo>
                  <a:pt x="134707" y="510087"/>
                </a:lnTo>
                <a:lnTo>
                  <a:pt x="125158" y="527113"/>
                </a:lnTo>
                <a:lnTo>
                  <a:pt x="110180" y="540424"/>
                </a:lnTo>
                <a:lnTo>
                  <a:pt x="89915" y="550163"/>
                </a:lnTo>
                <a:close/>
              </a:path>
            </a:pathLst>
          </a:custGeom>
          <a:solidFill>
            <a:srgbClr val="3333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" name="object 6"/>
          <p:cNvSpPr/>
          <p:nvPr/>
        </p:nvSpPr>
        <p:spPr>
          <a:xfrm>
            <a:off x="2328672" y="1272539"/>
            <a:ext cx="551815" cy="561340"/>
          </a:xfrm>
          <a:custGeom>
            <a:avLst/>
            <a:gdLst/>
            <a:ahLst/>
            <a:cxnLst/>
            <a:rect l="l" t="t" r="r" b="b"/>
            <a:pathLst>
              <a:path w="551814" h="561339">
                <a:moveTo>
                  <a:pt x="306109" y="95654"/>
                </a:moveTo>
                <a:lnTo>
                  <a:pt x="300799" y="92392"/>
                </a:lnTo>
                <a:lnTo>
                  <a:pt x="296346" y="84843"/>
                </a:lnTo>
                <a:lnTo>
                  <a:pt x="292608" y="73152"/>
                </a:lnTo>
                <a:lnTo>
                  <a:pt x="287750" y="58840"/>
                </a:lnTo>
                <a:lnTo>
                  <a:pt x="280035" y="43243"/>
                </a:lnTo>
                <a:lnTo>
                  <a:pt x="269462" y="26217"/>
                </a:lnTo>
                <a:lnTo>
                  <a:pt x="256032" y="7620"/>
                </a:lnTo>
                <a:lnTo>
                  <a:pt x="263652" y="0"/>
                </a:lnTo>
                <a:lnTo>
                  <a:pt x="303657" y="24955"/>
                </a:lnTo>
                <a:lnTo>
                  <a:pt x="330708" y="54864"/>
                </a:lnTo>
                <a:lnTo>
                  <a:pt x="330708" y="67056"/>
                </a:lnTo>
                <a:lnTo>
                  <a:pt x="312420" y="94488"/>
                </a:lnTo>
                <a:lnTo>
                  <a:pt x="306109" y="95654"/>
                </a:lnTo>
                <a:close/>
              </a:path>
              <a:path w="551814" h="561339">
                <a:moveTo>
                  <a:pt x="536448" y="100584"/>
                </a:moveTo>
                <a:lnTo>
                  <a:pt x="464820" y="100584"/>
                </a:lnTo>
                <a:lnTo>
                  <a:pt x="501396" y="65532"/>
                </a:lnTo>
                <a:lnTo>
                  <a:pt x="536448" y="100584"/>
                </a:lnTo>
                <a:close/>
              </a:path>
              <a:path w="551814" h="561339">
                <a:moveTo>
                  <a:pt x="7620" y="560832"/>
                </a:moveTo>
                <a:lnTo>
                  <a:pt x="0" y="556260"/>
                </a:lnTo>
                <a:lnTo>
                  <a:pt x="23001" y="514858"/>
                </a:lnTo>
                <a:lnTo>
                  <a:pt x="41768" y="471424"/>
                </a:lnTo>
                <a:lnTo>
                  <a:pt x="56388" y="425958"/>
                </a:lnTo>
                <a:lnTo>
                  <a:pt x="66943" y="378460"/>
                </a:lnTo>
                <a:lnTo>
                  <a:pt x="73518" y="328930"/>
                </a:lnTo>
                <a:lnTo>
                  <a:pt x="76200" y="277367"/>
                </a:lnTo>
                <a:lnTo>
                  <a:pt x="76183" y="252545"/>
                </a:lnTo>
                <a:lnTo>
                  <a:pt x="76057" y="188829"/>
                </a:lnTo>
                <a:lnTo>
                  <a:pt x="75819" y="147828"/>
                </a:lnTo>
                <a:lnTo>
                  <a:pt x="74914" y="105489"/>
                </a:lnTo>
                <a:lnTo>
                  <a:pt x="73152" y="77724"/>
                </a:lnTo>
                <a:lnTo>
                  <a:pt x="112776" y="100584"/>
                </a:lnTo>
                <a:lnTo>
                  <a:pt x="536448" y="100584"/>
                </a:lnTo>
                <a:lnTo>
                  <a:pt x="551688" y="115824"/>
                </a:lnTo>
                <a:lnTo>
                  <a:pt x="111252" y="115824"/>
                </a:lnTo>
                <a:lnTo>
                  <a:pt x="111422" y="188829"/>
                </a:lnTo>
                <a:lnTo>
                  <a:pt x="110057" y="252545"/>
                </a:lnTo>
                <a:lnTo>
                  <a:pt x="107082" y="307189"/>
                </a:lnTo>
                <a:lnTo>
                  <a:pt x="102424" y="352982"/>
                </a:lnTo>
                <a:lnTo>
                  <a:pt x="84558" y="430744"/>
                </a:lnTo>
                <a:lnTo>
                  <a:pt x="66103" y="472630"/>
                </a:lnTo>
                <a:lnTo>
                  <a:pt x="40505" y="515945"/>
                </a:lnTo>
                <a:lnTo>
                  <a:pt x="7620" y="560832"/>
                </a:lnTo>
                <a:close/>
              </a:path>
            </a:pathLst>
          </a:custGeom>
          <a:solidFill>
            <a:srgbClr val="3333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" name="object 7"/>
          <p:cNvSpPr/>
          <p:nvPr/>
        </p:nvSpPr>
        <p:spPr>
          <a:xfrm>
            <a:off x="1751075" y="2499360"/>
            <a:ext cx="155575" cy="155575"/>
          </a:xfrm>
          <a:custGeom>
            <a:avLst/>
            <a:gdLst/>
            <a:ahLst/>
            <a:cxnLst/>
            <a:rect l="l" t="t" r="r" b="b"/>
            <a:pathLst>
              <a:path w="155575" h="155575">
                <a:moveTo>
                  <a:pt x="155448" y="155448"/>
                </a:moveTo>
                <a:lnTo>
                  <a:pt x="0" y="155448"/>
                </a:lnTo>
                <a:lnTo>
                  <a:pt x="0" y="0"/>
                </a:lnTo>
                <a:lnTo>
                  <a:pt x="155448" y="0"/>
                </a:lnTo>
                <a:lnTo>
                  <a:pt x="155448" y="155448"/>
                </a:lnTo>
                <a:close/>
              </a:path>
            </a:pathLst>
          </a:custGeom>
          <a:solidFill>
            <a:srgbClr val="3333C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2122919" y="2308859"/>
            <a:ext cx="850900" cy="408940"/>
          </a:xfrm>
          <a:custGeom>
            <a:avLst/>
            <a:gdLst/>
            <a:ahLst/>
            <a:cxnLst/>
            <a:rect l="l" t="t" r="r" b="b"/>
            <a:pathLst>
              <a:path w="850900" h="408939">
                <a:moveTo>
                  <a:pt x="204228" y="36576"/>
                </a:moveTo>
                <a:lnTo>
                  <a:pt x="176784" y="6096"/>
                </a:lnTo>
                <a:lnTo>
                  <a:pt x="168198" y="13550"/>
                </a:lnTo>
                <a:lnTo>
                  <a:pt x="158318" y="20002"/>
                </a:lnTo>
                <a:lnTo>
                  <a:pt x="147002" y="25603"/>
                </a:lnTo>
                <a:lnTo>
                  <a:pt x="134124" y="30480"/>
                </a:lnTo>
                <a:lnTo>
                  <a:pt x="121018" y="35941"/>
                </a:lnTo>
                <a:lnTo>
                  <a:pt x="107073" y="40957"/>
                </a:lnTo>
                <a:lnTo>
                  <a:pt x="92544" y="45707"/>
                </a:lnTo>
                <a:lnTo>
                  <a:pt x="77736" y="50292"/>
                </a:lnTo>
                <a:lnTo>
                  <a:pt x="48780" y="35052"/>
                </a:lnTo>
                <a:lnTo>
                  <a:pt x="49898" y="56515"/>
                </a:lnTo>
                <a:lnTo>
                  <a:pt x="51473" y="114300"/>
                </a:lnTo>
                <a:lnTo>
                  <a:pt x="51803" y="161544"/>
                </a:lnTo>
                <a:lnTo>
                  <a:pt x="51257" y="202311"/>
                </a:lnTo>
                <a:lnTo>
                  <a:pt x="46685" y="273177"/>
                </a:lnTo>
                <a:lnTo>
                  <a:pt x="36652" y="328028"/>
                </a:lnTo>
                <a:lnTo>
                  <a:pt x="15455" y="379984"/>
                </a:lnTo>
                <a:lnTo>
                  <a:pt x="0" y="405384"/>
                </a:lnTo>
                <a:lnTo>
                  <a:pt x="6096" y="408432"/>
                </a:lnTo>
                <a:lnTo>
                  <a:pt x="35458" y="369557"/>
                </a:lnTo>
                <a:lnTo>
                  <a:pt x="56972" y="328231"/>
                </a:lnTo>
                <a:lnTo>
                  <a:pt x="70180" y="284353"/>
                </a:lnTo>
                <a:lnTo>
                  <a:pt x="74688" y="237744"/>
                </a:lnTo>
                <a:lnTo>
                  <a:pt x="156972" y="237744"/>
                </a:lnTo>
                <a:lnTo>
                  <a:pt x="156972" y="263652"/>
                </a:lnTo>
                <a:lnTo>
                  <a:pt x="182892" y="252984"/>
                </a:lnTo>
                <a:lnTo>
                  <a:pt x="182130" y="237744"/>
                </a:lnTo>
                <a:lnTo>
                  <a:pt x="182003" y="235267"/>
                </a:lnTo>
                <a:lnTo>
                  <a:pt x="181851" y="227076"/>
                </a:lnTo>
                <a:lnTo>
                  <a:pt x="181559" y="211836"/>
                </a:lnTo>
                <a:lnTo>
                  <a:pt x="181394" y="183832"/>
                </a:lnTo>
                <a:lnTo>
                  <a:pt x="181368" y="147828"/>
                </a:lnTo>
                <a:lnTo>
                  <a:pt x="191160" y="140208"/>
                </a:lnTo>
                <a:lnTo>
                  <a:pt x="195084" y="137160"/>
                </a:lnTo>
                <a:lnTo>
                  <a:pt x="186436" y="129540"/>
                </a:lnTo>
                <a:lnTo>
                  <a:pt x="169176" y="114300"/>
                </a:lnTo>
                <a:lnTo>
                  <a:pt x="156972" y="127863"/>
                </a:lnTo>
                <a:lnTo>
                  <a:pt x="156972" y="140208"/>
                </a:lnTo>
                <a:lnTo>
                  <a:pt x="156972" y="227076"/>
                </a:lnTo>
                <a:lnTo>
                  <a:pt x="74688" y="227076"/>
                </a:lnTo>
                <a:lnTo>
                  <a:pt x="77736" y="140208"/>
                </a:lnTo>
                <a:lnTo>
                  <a:pt x="156972" y="140208"/>
                </a:lnTo>
                <a:lnTo>
                  <a:pt x="156972" y="127863"/>
                </a:lnTo>
                <a:lnTo>
                  <a:pt x="155460" y="129540"/>
                </a:lnTo>
                <a:lnTo>
                  <a:pt x="77736" y="129540"/>
                </a:lnTo>
                <a:lnTo>
                  <a:pt x="77736" y="60960"/>
                </a:lnTo>
                <a:lnTo>
                  <a:pt x="120002" y="50292"/>
                </a:lnTo>
                <a:lnTo>
                  <a:pt x="120853" y="50088"/>
                </a:lnTo>
                <a:lnTo>
                  <a:pt x="156413" y="42481"/>
                </a:lnTo>
                <a:lnTo>
                  <a:pt x="184238" y="38036"/>
                </a:lnTo>
                <a:lnTo>
                  <a:pt x="204228" y="36576"/>
                </a:lnTo>
                <a:close/>
              </a:path>
              <a:path w="850900" h="408939">
                <a:moveTo>
                  <a:pt x="413016" y="161544"/>
                </a:moveTo>
                <a:lnTo>
                  <a:pt x="402348" y="150876"/>
                </a:lnTo>
                <a:lnTo>
                  <a:pt x="381012" y="129540"/>
                </a:lnTo>
                <a:lnTo>
                  <a:pt x="361200" y="150876"/>
                </a:lnTo>
                <a:lnTo>
                  <a:pt x="246900" y="150876"/>
                </a:lnTo>
                <a:lnTo>
                  <a:pt x="246900" y="59436"/>
                </a:lnTo>
                <a:lnTo>
                  <a:pt x="296125" y="50292"/>
                </a:lnTo>
                <a:lnTo>
                  <a:pt x="305231" y="48602"/>
                </a:lnTo>
                <a:lnTo>
                  <a:pt x="350151" y="41338"/>
                </a:lnTo>
                <a:lnTo>
                  <a:pt x="381914" y="37795"/>
                </a:lnTo>
                <a:lnTo>
                  <a:pt x="400824" y="38100"/>
                </a:lnTo>
                <a:lnTo>
                  <a:pt x="400507" y="37795"/>
                </a:lnTo>
                <a:lnTo>
                  <a:pt x="367296" y="4572"/>
                </a:lnTo>
                <a:lnTo>
                  <a:pt x="351269" y="15151"/>
                </a:lnTo>
                <a:lnTo>
                  <a:pt x="325958" y="26289"/>
                </a:lnTo>
                <a:lnTo>
                  <a:pt x="291211" y="38011"/>
                </a:lnTo>
                <a:lnTo>
                  <a:pt x="246900" y="50292"/>
                </a:lnTo>
                <a:lnTo>
                  <a:pt x="219468" y="35052"/>
                </a:lnTo>
                <a:lnTo>
                  <a:pt x="220345" y="54178"/>
                </a:lnTo>
                <a:lnTo>
                  <a:pt x="220802" y="74866"/>
                </a:lnTo>
                <a:lnTo>
                  <a:pt x="220865" y="84391"/>
                </a:lnTo>
                <a:lnTo>
                  <a:pt x="220802" y="161544"/>
                </a:lnTo>
                <a:lnTo>
                  <a:pt x="219468" y="207264"/>
                </a:lnTo>
                <a:lnTo>
                  <a:pt x="211277" y="257556"/>
                </a:lnTo>
                <a:lnTo>
                  <a:pt x="190512" y="312420"/>
                </a:lnTo>
                <a:lnTo>
                  <a:pt x="161366" y="362712"/>
                </a:lnTo>
                <a:lnTo>
                  <a:pt x="126504" y="403860"/>
                </a:lnTo>
                <a:lnTo>
                  <a:pt x="131076" y="408432"/>
                </a:lnTo>
                <a:lnTo>
                  <a:pt x="167271" y="376174"/>
                </a:lnTo>
                <a:lnTo>
                  <a:pt x="196659" y="340360"/>
                </a:lnTo>
                <a:lnTo>
                  <a:pt x="219278" y="300990"/>
                </a:lnTo>
                <a:lnTo>
                  <a:pt x="235153" y="258064"/>
                </a:lnTo>
                <a:lnTo>
                  <a:pt x="244348" y="211582"/>
                </a:lnTo>
                <a:lnTo>
                  <a:pt x="246900" y="161544"/>
                </a:lnTo>
                <a:lnTo>
                  <a:pt x="317004" y="161544"/>
                </a:lnTo>
                <a:lnTo>
                  <a:pt x="316877" y="345808"/>
                </a:lnTo>
                <a:lnTo>
                  <a:pt x="316814" y="355092"/>
                </a:lnTo>
                <a:lnTo>
                  <a:pt x="316344" y="379984"/>
                </a:lnTo>
                <a:lnTo>
                  <a:pt x="315480" y="405384"/>
                </a:lnTo>
                <a:lnTo>
                  <a:pt x="342912" y="391668"/>
                </a:lnTo>
                <a:lnTo>
                  <a:pt x="342023" y="374484"/>
                </a:lnTo>
                <a:lnTo>
                  <a:pt x="341579" y="359283"/>
                </a:lnTo>
                <a:lnTo>
                  <a:pt x="341503" y="354139"/>
                </a:lnTo>
                <a:lnTo>
                  <a:pt x="341388" y="161544"/>
                </a:lnTo>
                <a:lnTo>
                  <a:pt x="413016" y="161544"/>
                </a:lnTo>
                <a:close/>
              </a:path>
              <a:path w="850900" h="408939">
                <a:moveTo>
                  <a:pt x="850404" y="80772"/>
                </a:moveTo>
                <a:lnTo>
                  <a:pt x="810780" y="41148"/>
                </a:lnTo>
                <a:lnTo>
                  <a:pt x="781812" y="71628"/>
                </a:lnTo>
                <a:lnTo>
                  <a:pt x="633996" y="71628"/>
                </a:lnTo>
                <a:lnTo>
                  <a:pt x="637946" y="63055"/>
                </a:lnTo>
                <a:lnTo>
                  <a:pt x="648131" y="42481"/>
                </a:lnTo>
                <a:lnTo>
                  <a:pt x="653808" y="30480"/>
                </a:lnTo>
                <a:lnTo>
                  <a:pt x="672096" y="24384"/>
                </a:lnTo>
                <a:lnTo>
                  <a:pt x="627900" y="0"/>
                </a:lnTo>
                <a:lnTo>
                  <a:pt x="624725" y="14846"/>
                </a:lnTo>
                <a:lnTo>
                  <a:pt x="619709" y="31813"/>
                </a:lnTo>
                <a:lnTo>
                  <a:pt x="612673" y="50800"/>
                </a:lnTo>
                <a:lnTo>
                  <a:pt x="603516" y="71628"/>
                </a:lnTo>
                <a:lnTo>
                  <a:pt x="446532" y="71628"/>
                </a:lnTo>
                <a:lnTo>
                  <a:pt x="463296" y="86868"/>
                </a:lnTo>
                <a:lnTo>
                  <a:pt x="472732" y="84632"/>
                </a:lnTo>
                <a:lnTo>
                  <a:pt x="482727" y="82677"/>
                </a:lnTo>
                <a:lnTo>
                  <a:pt x="493306" y="81305"/>
                </a:lnTo>
                <a:lnTo>
                  <a:pt x="504444" y="80772"/>
                </a:lnTo>
                <a:lnTo>
                  <a:pt x="600468" y="80772"/>
                </a:lnTo>
                <a:lnTo>
                  <a:pt x="566166" y="138874"/>
                </a:lnTo>
                <a:lnTo>
                  <a:pt x="531876" y="184404"/>
                </a:lnTo>
                <a:lnTo>
                  <a:pt x="492633" y="225171"/>
                </a:lnTo>
                <a:lnTo>
                  <a:pt x="446532" y="263652"/>
                </a:lnTo>
                <a:lnTo>
                  <a:pt x="452628" y="269748"/>
                </a:lnTo>
                <a:lnTo>
                  <a:pt x="480631" y="250825"/>
                </a:lnTo>
                <a:lnTo>
                  <a:pt x="507492" y="230314"/>
                </a:lnTo>
                <a:lnTo>
                  <a:pt x="533209" y="207822"/>
                </a:lnTo>
                <a:lnTo>
                  <a:pt x="557784" y="182880"/>
                </a:lnTo>
                <a:lnTo>
                  <a:pt x="557707" y="294132"/>
                </a:lnTo>
                <a:lnTo>
                  <a:pt x="557593" y="337375"/>
                </a:lnTo>
                <a:lnTo>
                  <a:pt x="557149" y="383273"/>
                </a:lnTo>
                <a:lnTo>
                  <a:pt x="556260" y="408432"/>
                </a:lnTo>
                <a:lnTo>
                  <a:pt x="582180" y="393192"/>
                </a:lnTo>
                <a:lnTo>
                  <a:pt x="582180" y="294132"/>
                </a:lnTo>
                <a:lnTo>
                  <a:pt x="742188" y="294132"/>
                </a:lnTo>
                <a:lnTo>
                  <a:pt x="742188" y="365760"/>
                </a:lnTo>
                <a:lnTo>
                  <a:pt x="737628" y="370332"/>
                </a:lnTo>
                <a:lnTo>
                  <a:pt x="695883" y="367766"/>
                </a:lnTo>
                <a:lnTo>
                  <a:pt x="682764" y="365760"/>
                </a:lnTo>
                <a:lnTo>
                  <a:pt x="682764" y="373380"/>
                </a:lnTo>
                <a:lnTo>
                  <a:pt x="703618" y="380796"/>
                </a:lnTo>
                <a:lnTo>
                  <a:pt x="718197" y="389191"/>
                </a:lnTo>
                <a:lnTo>
                  <a:pt x="726478" y="398462"/>
                </a:lnTo>
                <a:lnTo>
                  <a:pt x="728484" y="408432"/>
                </a:lnTo>
                <a:lnTo>
                  <a:pt x="745363" y="400723"/>
                </a:lnTo>
                <a:lnTo>
                  <a:pt x="757250" y="391287"/>
                </a:lnTo>
                <a:lnTo>
                  <a:pt x="764273" y="380149"/>
                </a:lnTo>
                <a:lnTo>
                  <a:pt x="766025" y="370332"/>
                </a:lnTo>
                <a:lnTo>
                  <a:pt x="766495" y="367766"/>
                </a:lnTo>
                <a:lnTo>
                  <a:pt x="766584" y="294132"/>
                </a:lnTo>
                <a:lnTo>
                  <a:pt x="766584" y="283464"/>
                </a:lnTo>
                <a:lnTo>
                  <a:pt x="766584" y="225552"/>
                </a:lnTo>
                <a:lnTo>
                  <a:pt x="766584" y="214884"/>
                </a:lnTo>
                <a:lnTo>
                  <a:pt x="766584" y="161544"/>
                </a:lnTo>
                <a:lnTo>
                  <a:pt x="777062" y="153924"/>
                </a:lnTo>
                <a:lnTo>
                  <a:pt x="783348" y="149352"/>
                </a:lnTo>
                <a:lnTo>
                  <a:pt x="777252" y="144780"/>
                </a:lnTo>
                <a:lnTo>
                  <a:pt x="752868" y="126492"/>
                </a:lnTo>
                <a:lnTo>
                  <a:pt x="742188" y="140741"/>
                </a:lnTo>
                <a:lnTo>
                  <a:pt x="742188" y="153924"/>
                </a:lnTo>
                <a:lnTo>
                  <a:pt x="742188" y="214884"/>
                </a:lnTo>
                <a:lnTo>
                  <a:pt x="742188" y="225552"/>
                </a:lnTo>
                <a:lnTo>
                  <a:pt x="742188" y="283464"/>
                </a:lnTo>
                <a:lnTo>
                  <a:pt x="582180" y="283464"/>
                </a:lnTo>
                <a:lnTo>
                  <a:pt x="582180" y="225552"/>
                </a:lnTo>
                <a:lnTo>
                  <a:pt x="742188" y="225552"/>
                </a:lnTo>
                <a:lnTo>
                  <a:pt x="742188" y="214884"/>
                </a:lnTo>
                <a:lnTo>
                  <a:pt x="582180" y="214884"/>
                </a:lnTo>
                <a:lnTo>
                  <a:pt x="582180" y="182880"/>
                </a:lnTo>
                <a:lnTo>
                  <a:pt x="582180" y="153924"/>
                </a:lnTo>
                <a:lnTo>
                  <a:pt x="742188" y="153924"/>
                </a:lnTo>
                <a:lnTo>
                  <a:pt x="742188" y="140741"/>
                </a:lnTo>
                <a:lnTo>
                  <a:pt x="739152" y="144780"/>
                </a:lnTo>
                <a:lnTo>
                  <a:pt x="589800" y="144780"/>
                </a:lnTo>
                <a:lnTo>
                  <a:pt x="600062" y="129857"/>
                </a:lnTo>
                <a:lnTo>
                  <a:pt x="610184" y="114490"/>
                </a:lnTo>
                <a:lnTo>
                  <a:pt x="620014" y="98285"/>
                </a:lnTo>
                <a:lnTo>
                  <a:pt x="629424" y="80772"/>
                </a:lnTo>
                <a:lnTo>
                  <a:pt x="850404" y="8077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3049523" y="2310383"/>
            <a:ext cx="356870" cy="402590"/>
          </a:xfrm>
          <a:custGeom>
            <a:avLst/>
            <a:gdLst/>
            <a:ahLst/>
            <a:cxnLst/>
            <a:rect l="l" t="t" r="r" b="b"/>
            <a:pathLst>
              <a:path w="356870" h="402589">
                <a:moveTo>
                  <a:pt x="54864" y="89916"/>
                </a:moveTo>
                <a:lnTo>
                  <a:pt x="44196" y="89916"/>
                </a:lnTo>
                <a:lnTo>
                  <a:pt x="51554" y="62793"/>
                </a:lnTo>
                <a:lnTo>
                  <a:pt x="57340" y="38671"/>
                </a:lnTo>
                <a:lnTo>
                  <a:pt x="61126" y="17692"/>
                </a:lnTo>
                <a:lnTo>
                  <a:pt x="62484" y="0"/>
                </a:lnTo>
                <a:lnTo>
                  <a:pt x="100584" y="21336"/>
                </a:lnTo>
                <a:lnTo>
                  <a:pt x="91725" y="28408"/>
                </a:lnTo>
                <a:lnTo>
                  <a:pt x="81153" y="42481"/>
                </a:lnTo>
                <a:lnTo>
                  <a:pt x="68865" y="63126"/>
                </a:lnTo>
                <a:lnTo>
                  <a:pt x="54864" y="89916"/>
                </a:lnTo>
                <a:close/>
              </a:path>
              <a:path w="356870" h="402589">
                <a:moveTo>
                  <a:pt x="147828" y="192024"/>
                </a:moveTo>
                <a:lnTo>
                  <a:pt x="143256" y="187452"/>
                </a:lnTo>
                <a:lnTo>
                  <a:pt x="160377" y="160615"/>
                </a:lnTo>
                <a:lnTo>
                  <a:pt x="175069" y="135064"/>
                </a:lnTo>
                <a:lnTo>
                  <a:pt x="196596" y="88392"/>
                </a:lnTo>
                <a:lnTo>
                  <a:pt x="211836" y="44958"/>
                </a:lnTo>
                <a:lnTo>
                  <a:pt x="222503" y="1524"/>
                </a:lnTo>
                <a:lnTo>
                  <a:pt x="260603" y="24384"/>
                </a:lnTo>
                <a:lnTo>
                  <a:pt x="252864" y="32146"/>
                </a:lnTo>
                <a:lnTo>
                  <a:pt x="243268" y="46482"/>
                </a:lnTo>
                <a:lnTo>
                  <a:pt x="231671" y="67675"/>
                </a:lnTo>
                <a:lnTo>
                  <a:pt x="217932" y="96012"/>
                </a:lnTo>
                <a:lnTo>
                  <a:pt x="350520" y="96012"/>
                </a:lnTo>
                <a:lnTo>
                  <a:pt x="356616" y="102108"/>
                </a:lnTo>
                <a:lnTo>
                  <a:pt x="350901" y="106680"/>
                </a:lnTo>
                <a:lnTo>
                  <a:pt x="214884" y="106680"/>
                </a:lnTo>
                <a:lnTo>
                  <a:pt x="198620" y="130730"/>
                </a:lnTo>
                <a:lnTo>
                  <a:pt x="181927" y="152781"/>
                </a:lnTo>
                <a:lnTo>
                  <a:pt x="164949" y="173116"/>
                </a:lnTo>
                <a:lnTo>
                  <a:pt x="147828" y="192024"/>
                </a:lnTo>
                <a:close/>
              </a:path>
              <a:path w="356870" h="402589">
                <a:moveTo>
                  <a:pt x="146304" y="89916"/>
                </a:moveTo>
                <a:lnTo>
                  <a:pt x="111252" y="89916"/>
                </a:lnTo>
                <a:lnTo>
                  <a:pt x="129540" y="73152"/>
                </a:lnTo>
                <a:lnTo>
                  <a:pt x="146304" y="89916"/>
                </a:lnTo>
                <a:close/>
              </a:path>
              <a:path w="356870" h="402589">
                <a:moveTo>
                  <a:pt x="0" y="397764"/>
                </a:moveTo>
                <a:lnTo>
                  <a:pt x="834" y="359664"/>
                </a:lnTo>
                <a:lnTo>
                  <a:pt x="935" y="352615"/>
                </a:lnTo>
                <a:lnTo>
                  <a:pt x="1333" y="316992"/>
                </a:lnTo>
                <a:lnTo>
                  <a:pt x="1423" y="176784"/>
                </a:lnTo>
                <a:lnTo>
                  <a:pt x="1309" y="152781"/>
                </a:lnTo>
                <a:lnTo>
                  <a:pt x="881" y="114704"/>
                </a:lnTo>
                <a:lnTo>
                  <a:pt x="0" y="74676"/>
                </a:lnTo>
                <a:lnTo>
                  <a:pt x="25908" y="89916"/>
                </a:lnTo>
                <a:lnTo>
                  <a:pt x="146304" y="89916"/>
                </a:lnTo>
                <a:lnTo>
                  <a:pt x="155448" y="99060"/>
                </a:lnTo>
                <a:lnTo>
                  <a:pt x="153162" y="100584"/>
                </a:lnTo>
                <a:lnTo>
                  <a:pt x="24384" y="100584"/>
                </a:lnTo>
                <a:lnTo>
                  <a:pt x="24384" y="211836"/>
                </a:lnTo>
                <a:lnTo>
                  <a:pt x="137509" y="211836"/>
                </a:lnTo>
                <a:lnTo>
                  <a:pt x="137586" y="222504"/>
                </a:lnTo>
                <a:lnTo>
                  <a:pt x="24384" y="222504"/>
                </a:lnTo>
                <a:lnTo>
                  <a:pt x="24384" y="344424"/>
                </a:lnTo>
                <a:lnTo>
                  <a:pt x="139258" y="344424"/>
                </a:lnTo>
                <a:lnTo>
                  <a:pt x="139305" y="346850"/>
                </a:lnTo>
                <a:lnTo>
                  <a:pt x="139544" y="355092"/>
                </a:lnTo>
                <a:lnTo>
                  <a:pt x="24384" y="355092"/>
                </a:lnTo>
                <a:lnTo>
                  <a:pt x="24384" y="384048"/>
                </a:lnTo>
                <a:lnTo>
                  <a:pt x="0" y="397764"/>
                </a:lnTo>
                <a:close/>
              </a:path>
              <a:path w="356870" h="402589">
                <a:moveTo>
                  <a:pt x="350520" y="96012"/>
                </a:moveTo>
                <a:lnTo>
                  <a:pt x="310896" y="96012"/>
                </a:lnTo>
                <a:lnTo>
                  <a:pt x="330708" y="76200"/>
                </a:lnTo>
                <a:lnTo>
                  <a:pt x="350520" y="96012"/>
                </a:lnTo>
                <a:close/>
              </a:path>
              <a:path w="356870" h="402589">
                <a:moveTo>
                  <a:pt x="137509" y="211836"/>
                </a:moveTo>
                <a:lnTo>
                  <a:pt x="115824" y="211836"/>
                </a:lnTo>
                <a:lnTo>
                  <a:pt x="115824" y="100584"/>
                </a:lnTo>
                <a:lnTo>
                  <a:pt x="153162" y="100584"/>
                </a:lnTo>
                <a:lnTo>
                  <a:pt x="137160" y="111252"/>
                </a:lnTo>
                <a:lnTo>
                  <a:pt x="137271" y="160615"/>
                </a:lnTo>
                <a:lnTo>
                  <a:pt x="137390" y="195333"/>
                </a:lnTo>
                <a:lnTo>
                  <a:pt x="137509" y="211836"/>
                </a:lnTo>
                <a:close/>
              </a:path>
              <a:path w="356870" h="402589">
                <a:moveTo>
                  <a:pt x="327778" y="359664"/>
                </a:moveTo>
                <a:lnTo>
                  <a:pt x="283464" y="359664"/>
                </a:lnTo>
                <a:lnTo>
                  <a:pt x="292631" y="357925"/>
                </a:lnTo>
                <a:lnTo>
                  <a:pt x="299656" y="352615"/>
                </a:lnTo>
                <a:lnTo>
                  <a:pt x="309895" y="305562"/>
                </a:lnTo>
                <a:lnTo>
                  <a:pt x="311658" y="259842"/>
                </a:lnTo>
                <a:lnTo>
                  <a:pt x="313456" y="192024"/>
                </a:lnTo>
                <a:lnTo>
                  <a:pt x="315467" y="106680"/>
                </a:lnTo>
                <a:lnTo>
                  <a:pt x="350901" y="106680"/>
                </a:lnTo>
                <a:lnTo>
                  <a:pt x="341376" y="114300"/>
                </a:lnTo>
                <a:lnTo>
                  <a:pt x="339547" y="188719"/>
                </a:lnTo>
                <a:lnTo>
                  <a:pt x="337718" y="249167"/>
                </a:lnTo>
                <a:lnTo>
                  <a:pt x="335889" y="295570"/>
                </a:lnTo>
                <a:lnTo>
                  <a:pt x="334060" y="327855"/>
                </a:lnTo>
                <a:lnTo>
                  <a:pt x="332232" y="345948"/>
                </a:lnTo>
                <a:lnTo>
                  <a:pt x="328497" y="357925"/>
                </a:lnTo>
                <a:lnTo>
                  <a:pt x="327778" y="359664"/>
                </a:lnTo>
                <a:close/>
              </a:path>
              <a:path w="356870" h="402589">
                <a:moveTo>
                  <a:pt x="231648" y="269748"/>
                </a:moveTo>
                <a:lnTo>
                  <a:pt x="230124" y="269748"/>
                </a:lnTo>
                <a:lnTo>
                  <a:pt x="226956" y="268295"/>
                </a:lnTo>
                <a:lnTo>
                  <a:pt x="224218" y="263842"/>
                </a:lnTo>
                <a:lnTo>
                  <a:pt x="221765" y="256246"/>
                </a:lnTo>
                <a:lnTo>
                  <a:pt x="219456" y="245364"/>
                </a:lnTo>
                <a:lnTo>
                  <a:pt x="214884" y="228219"/>
                </a:lnTo>
                <a:lnTo>
                  <a:pt x="208026" y="211074"/>
                </a:lnTo>
                <a:lnTo>
                  <a:pt x="198882" y="193929"/>
                </a:lnTo>
                <a:lnTo>
                  <a:pt x="187452" y="176784"/>
                </a:lnTo>
                <a:lnTo>
                  <a:pt x="192024" y="172212"/>
                </a:lnTo>
                <a:lnTo>
                  <a:pt x="224980" y="199644"/>
                </a:lnTo>
                <a:lnTo>
                  <a:pt x="246888" y="234696"/>
                </a:lnTo>
                <a:lnTo>
                  <a:pt x="246888" y="248412"/>
                </a:lnTo>
                <a:lnTo>
                  <a:pt x="245364" y="254508"/>
                </a:lnTo>
                <a:lnTo>
                  <a:pt x="236220" y="266700"/>
                </a:lnTo>
                <a:lnTo>
                  <a:pt x="231648" y="269748"/>
                </a:lnTo>
                <a:close/>
              </a:path>
              <a:path w="356870" h="402589">
                <a:moveTo>
                  <a:pt x="139258" y="344424"/>
                </a:moveTo>
                <a:lnTo>
                  <a:pt x="115824" y="344424"/>
                </a:lnTo>
                <a:lnTo>
                  <a:pt x="115824" y="222504"/>
                </a:lnTo>
                <a:lnTo>
                  <a:pt x="137586" y="222504"/>
                </a:lnTo>
                <a:lnTo>
                  <a:pt x="137793" y="251435"/>
                </a:lnTo>
                <a:lnTo>
                  <a:pt x="138493" y="305562"/>
                </a:lnTo>
                <a:lnTo>
                  <a:pt x="139258" y="344424"/>
                </a:lnTo>
                <a:close/>
              </a:path>
              <a:path w="356870" h="402589">
                <a:moveTo>
                  <a:pt x="278891" y="402336"/>
                </a:moveTo>
                <a:lnTo>
                  <a:pt x="271772" y="389239"/>
                </a:lnTo>
                <a:lnTo>
                  <a:pt x="259651" y="377571"/>
                </a:lnTo>
                <a:lnTo>
                  <a:pt x="242673" y="367617"/>
                </a:lnTo>
                <a:lnTo>
                  <a:pt x="220979" y="359664"/>
                </a:lnTo>
                <a:lnTo>
                  <a:pt x="220979" y="352044"/>
                </a:lnTo>
                <a:lnTo>
                  <a:pt x="241244" y="355163"/>
                </a:lnTo>
                <a:lnTo>
                  <a:pt x="258508" y="357568"/>
                </a:lnTo>
                <a:lnTo>
                  <a:pt x="272629" y="359116"/>
                </a:lnTo>
                <a:lnTo>
                  <a:pt x="283464" y="359664"/>
                </a:lnTo>
                <a:lnTo>
                  <a:pt x="327778" y="359664"/>
                </a:lnTo>
                <a:lnTo>
                  <a:pt x="324231" y="368236"/>
                </a:lnTo>
                <a:lnTo>
                  <a:pt x="290310" y="397764"/>
                </a:lnTo>
                <a:lnTo>
                  <a:pt x="278891" y="402336"/>
                </a:lnTo>
                <a:close/>
              </a:path>
              <a:path w="356870" h="402589">
                <a:moveTo>
                  <a:pt x="115824" y="391668"/>
                </a:moveTo>
                <a:lnTo>
                  <a:pt x="115824" y="355092"/>
                </a:lnTo>
                <a:lnTo>
                  <a:pt x="139544" y="355092"/>
                </a:lnTo>
                <a:lnTo>
                  <a:pt x="140208" y="377952"/>
                </a:lnTo>
                <a:lnTo>
                  <a:pt x="115824" y="39166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3457943" y="2310383"/>
            <a:ext cx="1300480" cy="408940"/>
          </a:xfrm>
          <a:custGeom>
            <a:avLst/>
            <a:gdLst/>
            <a:ahLst/>
            <a:cxnLst/>
            <a:rect l="l" t="t" r="r" b="b"/>
            <a:pathLst>
              <a:path w="1300479" h="408939">
                <a:moveTo>
                  <a:pt x="181356" y="114300"/>
                </a:moveTo>
                <a:lnTo>
                  <a:pt x="150876" y="85344"/>
                </a:lnTo>
                <a:lnTo>
                  <a:pt x="132588" y="103632"/>
                </a:lnTo>
                <a:lnTo>
                  <a:pt x="109728" y="103632"/>
                </a:lnTo>
                <a:lnTo>
                  <a:pt x="109728" y="28956"/>
                </a:lnTo>
                <a:lnTo>
                  <a:pt x="124968" y="19812"/>
                </a:lnTo>
                <a:lnTo>
                  <a:pt x="83820" y="0"/>
                </a:lnTo>
                <a:lnTo>
                  <a:pt x="84709" y="22860"/>
                </a:lnTo>
                <a:lnTo>
                  <a:pt x="85153" y="47434"/>
                </a:lnTo>
                <a:lnTo>
                  <a:pt x="85331" y="74803"/>
                </a:lnTo>
                <a:lnTo>
                  <a:pt x="85344" y="103632"/>
                </a:lnTo>
                <a:lnTo>
                  <a:pt x="0" y="103632"/>
                </a:lnTo>
                <a:lnTo>
                  <a:pt x="15240" y="120396"/>
                </a:lnTo>
                <a:lnTo>
                  <a:pt x="25552" y="117525"/>
                </a:lnTo>
                <a:lnTo>
                  <a:pt x="36004" y="115633"/>
                </a:lnTo>
                <a:lnTo>
                  <a:pt x="46748" y="114617"/>
                </a:lnTo>
                <a:lnTo>
                  <a:pt x="57912" y="114300"/>
                </a:lnTo>
                <a:lnTo>
                  <a:pt x="85344" y="114300"/>
                </a:lnTo>
                <a:lnTo>
                  <a:pt x="85344" y="201168"/>
                </a:lnTo>
                <a:lnTo>
                  <a:pt x="55295" y="213220"/>
                </a:lnTo>
                <a:lnTo>
                  <a:pt x="31242" y="222123"/>
                </a:lnTo>
                <a:lnTo>
                  <a:pt x="12915" y="228180"/>
                </a:lnTo>
                <a:lnTo>
                  <a:pt x="0" y="231648"/>
                </a:lnTo>
                <a:lnTo>
                  <a:pt x="21336" y="262128"/>
                </a:lnTo>
                <a:lnTo>
                  <a:pt x="30480" y="251460"/>
                </a:lnTo>
                <a:lnTo>
                  <a:pt x="44196" y="244373"/>
                </a:lnTo>
                <a:lnTo>
                  <a:pt x="71628" y="229603"/>
                </a:lnTo>
                <a:lnTo>
                  <a:pt x="85344" y="222504"/>
                </a:lnTo>
                <a:lnTo>
                  <a:pt x="85344" y="359664"/>
                </a:lnTo>
                <a:lnTo>
                  <a:pt x="80772" y="365760"/>
                </a:lnTo>
                <a:lnTo>
                  <a:pt x="73152" y="365760"/>
                </a:lnTo>
                <a:lnTo>
                  <a:pt x="65468" y="366331"/>
                </a:lnTo>
                <a:lnTo>
                  <a:pt x="53911" y="365760"/>
                </a:lnTo>
                <a:lnTo>
                  <a:pt x="38658" y="364045"/>
                </a:lnTo>
                <a:lnTo>
                  <a:pt x="19812" y="361188"/>
                </a:lnTo>
                <a:lnTo>
                  <a:pt x="19812" y="368808"/>
                </a:lnTo>
                <a:lnTo>
                  <a:pt x="42913" y="377977"/>
                </a:lnTo>
                <a:lnTo>
                  <a:pt x="59436" y="387286"/>
                </a:lnTo>
                <a:lnTo>
                  <a:pt x="69113" y="396887"/>
                </a:lnTo>
                <a:lnTo>
                  <a:pt x="71628" y="406908"/>
                </a:lnTo>
                <a:lnTo>
                  <a:pt x="89585" y="397433"/>
                </a:lnTo>
                <a:lnTo>
                  <a:pt x="102108" y="384810"/>
                </a:lnTo>
                <a:lnTo>
                  <a:pt x="108902" y="368808"/>
                </a:lnTo>
                <a:lnTo>
                  <a:pt x="109029" y="366331"/>
                </a:lnTo>
                <a:lnTo>
                  <a:pt x="109728" y="348996"/>
                </a:lnTo>
                <a:lnTo>
                  <a:pt x="109728" y="222504"/>
                </a:lnTo>
                <a:lnTo>
                  <a:pt x="109728" y="210312"/>
                </a:lnTo>
                <a:lnTo>
                  <a:pt x="139763" y="193548"/>
                </a:lnTo>
                <a:lnTo>
                  <a:pt x="175260" y="173736"/>
                </a:lnTo>
                <a:lnTo>
                  <a:pt x="172212" y="167640"/>
                </a:lnTo>
                <a:lnTo>
                  <a:pt x="109728" y="193548"/>
                </a:lnTo>
                <a:lnTo>
                  <a:pt x="109728" y="114300"/>
                </a:lnTo>
                <a:lnTo>
                  <a:pt x="181356" y="114300"/>
                </a:lnTo>
                <a:close/>
              </a:path>
              <a:path w="1300479" h="408939">
                <a:moveTo>
                  <a:pt x="405384" y="385572"/>
                </a:moveTo>
                <a:lnTo>
                  <a:pt x="403860" y="382524"/>
                </a:lnTo>
                <a:lnTo>
                  <a:pt x="399249" y="371652"/>
                </a:lnTo>
                <a:lnTo>
                  <a:pt x="396621" y="359473"/>
                </a:lnTo>
                <a:lnTo>
                  <a:pt x="396443" y="356616"/>
                </a:lnTo>
                <a:lnTo>
                  <a:pt x="395833" y="347472"/>
                </a:lnTo>
                <a:lnTo>
                  <a:pt x="399478" y="302133"/>
                </a:lnTo>
                <a:lnTo>
                  <a:pt x="403860" y="280416"/>
                </a:lnTo>
                <a:lnTo>
                  <a:pt x="396240" y="278892"/>
                </a:lnTo>
                <a:lnTo>
                  <a:pt x="371856" y="356616"/>
                </a:lnTo>
                <a:lnTo>
                  <a:pt x="354482" y="340614"/>
                </a:lnTo>
                <a:lnTo>
                  <a:pt x="341376" y="322326"/>
                </a:lnTo>
                <a:lnTo>
                  <a:pt x="329184" y="278892"/>
                </a:lnTo>
                <a:lnTo>
                  <a:pt x="326580" y="236220"/>
                </a:lnTo>
                <a:lnTo>
                  <a:pt x="326250" y="193548"/>
                </a:lnTo>
                <a:lnTo>
                  <a:pt x="326428" y="181152"/>
                </a:lnTo>
                <a:lnTo>
                  <a:pt x="327279" y="162115"/>
                </a:lnTo>
                <a:lnTo>
                  <a:pt x="328714" y="143954"/>
                </a:lnTo>
                <a:lnTo>
                  <a:pt x="330708" y="126492"/>
                </a:lnTo>
                <a:lnTo>
                  <a:pt x="334137" y="123444"/>
                </a:lnTo>
                <a:lnTo>
                  <a:pt x="339280" y="118872"/>
                </a:lnTo>
                <a:lnTo>
                  <a:pt x="344424" y="114300"/>
                </a:lnTo>
                <a:lnTo>
                  <a:pt x="316992" y="94488"/>
                </a:lnTo>
                <a:lnTo>
                  <a:pt x="304800" y="112776"/>
                </a:lnTo>
                <a:lnTo>
                  <a:pt x="246888" y="118872"/>
                </a:lnTo>
                <a:lnTo>
                  <a:pt x="246888" y="35052"/>
                </a:lnTo>
                <a:lnTo>
                  <a:pt x="263652" y="22860"/>
                </a:lnTo>
                <a:lnTo>
                  <a:pt x="219456" y="3048"/>
                </a:lnTo>
                <a:lnTo>
                  <a:pt x="220586" y="21602"/>
                </a:lnTo>
                <a:lnTo>
                  <a:pt x="221551" y="47434"/>
                </a:lnTo>
                <a:lnTo>
                  <a:pt x="222250" y="80416"/>
                </a:lnTo>
                <a:lnTo>
                  <a:pt x="222504" y="120396"/>
                </a:lnTo>
                <a:lnTo>
                  <a:pt x="147828" y="124968"/>
                </a:lnTo>
                <a:lnTo>
                  <a:pt x="167640" y="140208"/>
                </a:lnTo>
                <a:lnTo>
                  <a:pt x="181356" y="134112"/>
                </a:lnTo>
                <a:lnTo>
                  <a:pt x="222504" y="131064"/>
                </a:lnTo>
                <a:lnTo>
                  <a:pt x="221322" y="160197"/>
                </a:lnTo>
                <a:lnTo>
                  <a:pt x="219837" y="185737"/>
                </a:lnTo>
                <a:lnTo>
                  <a:pt x="217792" y="207581"/>
                </a:lnTo>
                <a:lnTo>
                  <a:pt x="214884" y="225552"/>
                </a:lnTo>
                <a:lnTo>
                  <a:pt x="200583" y="220980"/>
                </a:lnTo>
                <a:lnTo>
                  <a:pt x="187261" y="216408"/>
                </a:lnTo>
                <a:lnTo>
                  <a:pt x="174815" y="211836"/>
                </a:lnTo>
                <a:lnTo>
                  <a:pt x="163068" y="207264"/>
                </a:lnTo>
                <a:lnTo>
                  <a:pt x="161544" y="213360"/>
                </a:lnTo>
                <a:lnTo>
                  <a:pt x="172389" y="219417"/>
                </a:lnTo>
                <a:lnTo>
                  <a:pt x="184213" y="226314"/>
                </a:lnTo>
                <a:lnTo>
                  <a:pt x="196913" y="234365"/>
                </a:lnTo>
                <a:lnTo>
                  <a:pt x="210312" y="243840"/>
                </a:lnTo>
                <a:lnTo>
                  <a:pt x="192620" y="291566"/>
                </a:lnTo>
                <a:lnTo>
                  <a:pt x="169354" y="334137"/>
                </a:lnTo>
                <a:lnTo>
                  <a:pt x="140665" y="371576"/>
                </a:lnTo>
                <a:lnTo>
                  <a:pt x="106680" y="403860"/>
                </a:lnTo>
                <a:lnTo>
                  <a:pt x="109728" y="408432"/>
                </a:lnTo>
                <a:lnTo>
                  <a:pt x="149148" y="379272"/>
                </a:lnTo>
                <a:lnTo>
                  <a:pt x="182689" y="344233"/>
                </a:lnTo>
                <a:lnTo>
                  <a:pt x="210248" y="303212"/>
                </a:lnTo>
                <a:lnTo>
                  <a:pt x="231648" y="256032"/>
                </a:lnTo>
                <a:lnTo>
                  <a:pt x="243395" y="266306"/>
                </a:lnTo>
                <a:lnTo>
                  <a:pt x="253555" y="276415"/>
                </a:lnTo>
                <a:lnTo>
                  <a:pt x="262305" y="286258"/>
                </a:lnTo>
                <a:lnTo>
                  <a:pt x="269748" y="295656"/>
                </a:lnTo>
                <a:lnTo>
                  <a:pt x="274320" y="303276"/>
                </a:lnTo>
                <a:lnTo>
                  <a:pt x="278892" y="307848"/>
                </a:lnTo>
                <a:lnTo>
                  <a:pt x="283464" y="307848"/>
                </a:lnTo>
                <a:lnTo>
                  <a:pt x="284988" y="304800"/>
                </a:lnTo>
                <a:lnTo>
                  <a:pt x="286512" y="298704"/>
                </a:lnTo>
                <a:lnTo>
                  <a:pt x="289560" y="292608"/>
                </a:lnTo>
                <a:lnTo>
                  <a:pt x="291084" y="288036"/>
                </a:lnTo>
                <a:lnTo>
                  <a:pt x="291084" y="278892"/>
                </a:lnTo>
                <a:lnTo>
                  <a:pt x="254533" y="245706"/>
                </a:lnTo>
                <a:lnTo>
                  <a:pt x="236220" y="236220"/>
                </a:lnTo>
                <a:lnTo>
                  <a:pt x="238125" y="225552"/>
                </a:lnTo>
                <a:lnTo>
                  <a:pt x="243840" y="186690"/>
                </a:lnTo>
                <a:lnTo>
                  <a:pt x="246811" y="131064"/>
                </a:lnTo>
                <a:lnTo>
                  <a:pt x="246888" y="128016"/>
                </a:lnTo>
                <a:lnTo>
                  <a:pt x="306324" y="123444"/>
                </a:lnTo>
                <a:lnTo>
                  <a:pt x="304571" y="146291"/>
                </a:lnTo>
                <a:lnTo>
                  <a:pt x="303720" y="167640"/>
                </a:lnTo>
                <a:lnTo>
                  <a:pt x="303593" y="173736"/>
                </a:lnTo>
                <a:lnTo>
                  <a:pt x="303403" y="186690"/>
                </a:lnTo>
                <a:lnTo>
                  <a:pt x="303517" y="229603"/>
                </a:lnTo>
                <a:lnTo>
                  <a:pt x="306324" y="280416"/>
                </a:lnTo>
                <a:lnTo>
                  <a:pt x="322186" y="330352"/>
                </a:lnTo>
                <a:lnTo>
                  <a:pt x="343408" y="362902"/>
                </a:lnTo>
                <a:lnTo>
                  <a:pt x="374904" y="388620"/>
                </a:lnTo>
                <a:lnTo>
                  <a:pt x="399288" y="396240"/>
                </a:lnTo>
                <a:lnTo>
                  <a:pt x="405384" y="396240"/>
                </a:lnTo>
                <a:lnTo>
                  <a:pt x="405384" y="385572"/>
                </a:lnTo>
                <a:close/>
              </a:path>
              <a:path w="1300479" h="408939">
                <a:moveTo>
                  <a:pt x="408432" y="397764"/>
                </a:moveTo>
                <a:lnTo>
                  <a:pt x="405384" y="396240"/>
                </a:lnTo>
                <a:lnTo>
                  <a:pt x="405384" y="399288"/>
                </a:lnTo>
                <a:lnTo>
                  <a:pt x="406908" y="397764"/>
                </a:lnTo>
                <a:lnTo>
                  <a:pt x="408432" y="397764"/>
                </a:lnTo>
                <a:close/>
              </a:path>
              <a:path w="1300479" h="408939">
                <a:moveTo>
                  <a:pt x="586752" y="27432"/>
                </a:moveTo>
                <a:lnTo>
                  <a:pt x="554748" y="3048"/>
                </a:lnTo>
                <a:lnTo>
                  <a:pt x="549287" y="16217"/>
                </a:lnTo>
                <a:lnTo>
                  <a:pt x="541985" y="30670"/>
                </a:lnTo>
                <a:lnTo>
                  <a:pt x="521220" y="64008"/>
                </a:lnTo>
                <a:lnTo>
                  <a:pt x="494931" y="96964"/>
                </a:lnTo>
                <a:lnTo>
                  <a:pt x="466356" y="126492"/>
                </a:lnTo>
                <a:lnTo>
                  <a:pt x="469404" y="132588"/>
                </a:lnTo>
                <a:lnTo>
                  <a:pt x="491134" y="115443"/>
                </a:lnTo>
                <a:lnTo>
                  <a:pt x="510743" y="98298"/>
                </a:lnTo>
                <a:lnTo>
                  <a:pt x="528332" y="81153"/>
                </a:lnTo>
                <a:lnTo>
                  <a:pt x="544080" y="64008"/>
                </a:lnTo>
                <a:lnTo>
                  <a:pt x="557809" y="49720"/>
                </a:lnTo>
                <a:lnTo>
                  <a:pt x="569417" y="38862"/>
                </a:lnTo>
                <a:lnTo>
                  <a:pt x="579005" y="31432"/>
                </a:lnTo>
                <a:lnTo>
                  <a:pt x="586752" y="27432"/>
                </a:lnTo>
                <a:close/>
              </a:path>
              <a:path w="1300479" h="408939">
                <a:moveTo>
                  <a:pt x="603516" y="114300"/>
                </a:moveTo>
                <a:lnTo>
                  <a:pt x="574560" y="88392"/>
                </a:lnTo>
                <a:lnTo>
                  <a:pt x="564527" y="109474"/>
                </a:lnTo>
                <a:lnTo>
                  <a:pt x="552653" y="131254"/>
                </a:lnTo>
                <a:lnTo>
                  <a:pt x="522744" y="175260"/>
                </a:lnTo>
                <a:lnTo>
                  <a:pt x="488264" y="218694"/>
                </a:lnTo>
                <a:lnTo>
                  <a:pt x="452640" y="257556"/>
                </a:lnTo>
                <a:lnTo>
                  <a:pt x="455688" y="262128"/>
                </a:lnTo>
                <a:lnTo>
                  <a:pt x="475119" y="248437"/>
                </a:lnTo>
                <a:lnTo>
                  <a:pt x="494550" y="232600"/>
                </a:lnTo>
                <a:lnTo>
                  <a:pt x="513981" y="214769"/>
                </a:lnTo>
                <a:lnTo>
                  <a:pt x="533412" y="195072"/>
                </a:lnTo>
                <a:lnTo>
                  <a:pt x="533387" y="273392"/>
                </a:lnTo>
                <a:lnTo>
                  <a:pt x="533222" y="334708"/>
                </a:lnTo>
                <a:lnTo>
                  <a:pt x="532765" y="379171"/>
                </a:lnTo>
                <a:lnTo>
                  <a:pt x="531888" y="406908"/>
                </a:lnTo>
                <a:lnTo>
                  <a:pt x="557796" y="391668"/>
                </a:lnTo>
                <a:lnTo>
                  <a:pt x="557796" y="201168"/>
                </a:lnTo>
                <a:lnTo>
                  <a:pt x="564908" y="195072"/>
                </a:lnTo>
                <a:lnTo>
                  <a:pt x="568464" y="192024"/>
                </a:lnTo>
                <a:lnTo>
                  <a:pt x="550176" y="175260"/>
                </a:lnTo>
                <a:lnTo>
                  <a:pt x="557834" y="165023"/>
                </a:lnTo>
                <a:lnTo>
                  <a:pt x="566940" y="152781"/>
                </a:lnTo>
                <a:lnTo>
                  <a:pt x="577176" y="138836"/>
                </a:lnTo>
                <a:lnTo>
                  <a:pt x="588276" y="123444"/>
                </a:lnTo>
                <a:lnTo>
                  <a:pt x="603516" y="114300"/>
                </a:lnTo>
                <a:close/>
              </a:path>
              <a:path w="1300479" h="408939">
                <a:moveTo>
                  <a:pt x="826020" y="57912"/>
                </a:moveTo>
                <a:lnTo>
                  <a:pt x="797064" y="24384"/>
                </a:lnTo>
                <a:lnTo>
                  <a:pt x="772680" y="47244"/>
                </a:lnTo>
                <a:lnTo>
                  <a:pt x="624852" y="47244"/>
                </a:lnTo>
                <a:lnTo>
                  <a:pt x="640092" y="62484"/>
                </a:lnTo>
                <a:lnTo>
                  <a:pt x="649516" y="60490"/>
                </a:lnTo>
                <a:lnTo>
                  <a:pt x="659523" y="59055"/>
                </a:lnTo>
                <a:lnTo>
                  <a:pt x="670090" y="58204"/>
                </a:lnTo>
                <a:lnTo>
                  <a:pt x="681240" y="57912"/>
                </a:lnTo>
                <a:lnTo>
                  <a:pt x="826020" y="57912"/>
                </a:lnTo>
                <a:close/>
              </a:path>
              <a:path w="1300479" h="408939">
                <a:moveTo>
                  <a:pt x="850404" y="161544"/>
                </a:moveTo>
                <a:lnTo>
                  <a:pt x="821448" y="126492"/>
                </a:lnTo>
                <a:lnTo>
                  <a:pt x="795540" y="150876"/>
                </a:lnTo>
                <a:lnTo>
                  <a:pt x="594372" y="150876"/>
                </a:lnTo>
                <a:lnTo>
                  <a:pt x="611136" y="167640"/>
                </a:lnTo>
                <a:lnTo>
                  <a:pt x="620560" y="164769"/>
                </a:lnTo>
                <a:lnTo>
                  <a:pt x="630567" y="162877"/>
                </a:lnTo>
                <a:lnTo>
                  <a:pt x="641134" y="161861"/>
                </a:lnTo>
                <a:lnTo>
                  <a:pt x="652284" y="161544"/>
                </a:lnTo>
                <a:lnTo>
                  <a:pt x="717816" y="161544"/>
                </a:lnTo>
                <a:lnTo>
                  <a:pt x="717816" y="353568"/>
                </a:lnTo>
                <a:lnTo>
                  <a:pt x="713244" y="359664"/>
                </a:lnTo>
                <a:lnTo>
                  <a:pt x="702576" y="359664"/>
                </a:lnTo>
                <a:lnTo>
                  <a:pt x="692594" y="359410"/>
                </a:lnTo>
                <a:lnTo>
                  <a:pt x="640092" y="356616"/>
                </a:lnTo>
                <a:lnTo>
                  <a:pt x="640092" y="365760"/>
                </a:lnTo>
                <a:lnTo>
                  <a:pt x="666089" y="373214"/>
                </a:lnTo>
                <a:lnTo>
                  <a:pt x="684669" y="381952"/>
                </a:lnTo>
                <a:lnTo>
                  <a:pt x="695807" y="392125"/>
                </a:lnTo>
                <a:lnTo>
                  <a:pt x="699528" y="403860"/>
                </a:lnTo>
                <a:lnTo>
                  <a:pt x="719264" y="396989"/>
                </a:lnTo>
                <a:lnTo>
                  <a:pt x="732866" y="385381"/>
                </a:lnTo>
                <a:lnTo>
                  <a:pt x="740460" y="368935"/>
                </a:lnTo>
                <a:lnTo>
                  <a:pt x="741210" y="359664"/>
                </a:lnTo>
                <a:lnTo>
                  <a:pt x="742200" y="347472"/>
                </a:lnTo>
                <a:lnTo>
                  <a:pt x="742200" y="161544"/>
                </a:lnTo>
                <a:lnTo>
                  <a:pt x="850404" y="161544"/>
                </a:lnTo>
                <a:close/>
              </a:path>
              <a:path w="1300479" h="408939">
                <a:moveTo>
                  <a:pt x="1034808" y="25908"/>
                </a:moveTo>
                <a:lnTo>
                  <a:pt x="1002804" y="12"/>
                </a:lnTo>
                <a:lnTo>
                  <a:pt x="994232" y="14884"/>
                </a:lnTo>
                <a:lnTo>
                  <a:pt x="984516" y="29921"/>
                </a:lnTo>
                <a:lnTo>
                  <a:pt x="961656" y="60972"/>
                </a:lnTo>
                <a:lnTo>
                  <a:pt x="933081" y="93167"/>
                </a:lnTo>
                <a:lnTo>
                  <a:pt x="897648" y="126504"/>
                </a:lnTo>
                <a:lnTo>
                  <a:pt x="900696" y="132600"/>
                </a:lnTo>
                <a:lnTo>
                  <a:pt x="914412" y="124028"/>
                </a:lnTo>
                <a:lnTo>
                  <a:pt x="928128" y="114312"/>
                </a:lnTo>
                <a:lnTo>
                  <a:pt x="941844" y="103454"/>
                </a:lnTo>
                <a:lnTo>
                  <a:pt x="955560" y="91452"/>
                </a:lnTo>
                <a:lnTo>
                  <a:pt x="969556" y="80327"/>
                </a:lnTo>
                <a:lnTo>
                  <a:pt x="981849" y="69926"/>
                </a:lnTo>
                <a:lnTo>
                  <a:pt x="992416" y="60375"/>
                </a:lnTo>
                <a:lnTo>
                  <a:pt x="1001280" y="51828"/>
                </a:lnTo>
                <a:lnTo>
                  <a:pt x="1009294" y="44348"/>
                </a:lnTo>
                <a:lnTo>
                  <a:pt x="1017473" y="37731"/>
                </a:lnTo>
                <a:lnTo>
                  <a:pt x="1025918" y="31673"/>
                </a:lnTo>
                <a:lnTo>
                  <a:pt x="1034808" y="25908"/>
                </a:lnTo>
                <a:close/>
              </a:path>
              <a:path w="1300479" h="408939">
                <a:moveTo>
                  <a:pt x="1051572" y="112788"/>
                </a:moveTo>
                <a:lnTo>
                  <a:pt x="1019568" y="86880"/>
                </a:lnTo>
                <a:lnTo>
                  <a:pt x="1009853" y="106692"/>
                </a:lnTo>
                <a:lnTo>
                  <a:pt x="1003922" y="118160"/>
                </a:lnTo>
                <a:lnTo>
                  <a:pt x="977087" y="159461"/>
                </a:lnTo>
                <a:lnTo>
                  <a:pt x="949464" y="193560"/>
                </a:lnTo>
                <a:lnTo>
                  <a:pt x="919937" y="226898"/>
                </a:lnTo>
                <a:lnTo>
                  <a:pt x="891552" y="254520"/>
                </a:lnTo>
                <a:lnTo>
                  <a:pt x="894600" y="260616"/>
                </a:lnTo>
                <a:lnTo>
                  <a:pt x="914336" y="247751"/>
                </a:lnTo>
                <a:lnTo>
                  <a:pt x="932510" y="234327"/>
                </a:lnTo>
                <a:lnTo>
                  <a:pt x="949248" y="220319"/>
                </a:lnTo>
                <a:lnTo>
                  <a:pt x="964704" y="205752"/>
                </a:lnTo>
                <a:lnTo>
                  <a:pt x="964653" y="350532"/>
                </a:lnTo>
                <a:lnTo>
                  <a:pt x="964565" y="361200"/>
                </a:lnTo>
                <a:lnTo>
                  <a:pt x="964438" y="369976"/>
                </a:lnTo>
                <a:lnTo>
                  <a:pt x="964057" y="387273"/>
                </a:lnTo>
                <a:lnTo>
                  <a:pt x="963180" y="408444"/>
                </a:lnTo>
                <a:lnTo>
                  <a:pt x="989088" y="394728"/>
                </a:lnTo>
                <a:lnTo>
                  <a:pt x="989088" y="205752"/>
                </a:lnTo>
                <a:lnTo>
                  <a:pt x="989088" y="181368"/>
                </a:lnTo>
                <a:lnTo>
                  <a:pt x="1001661" y="166522"/>
                </a:lnTo>
                <a:lnTo>
                  <a:pt x="1011948" y="154127"/>
                </a:lnTo>
                <a:lnTo>
                  <a:pt x="1019949" y="144284"/>
                </a:lnTo>
                <a:lnTo>
                  <a:pt x="1025664" y="137172"/>
                </a:lnTo>
                <a:lnTo>
                  <a:pt x="1037475" y="124980"/>
                </a:lnTo>
                <a:lnTo>
                  <a:pt x="1044092" y="118732"/>
                </a:lnTo>
                <a:lnTo>
                  <a:pt x="1051572" y="112788"/>
                </a:lnTo>
                <a:close/>
              </a:path>
              <a:path w="1300479" h="408939">
                <a:moveTo>
                  <a:pt x="1125931" y="329336"/>
                </a:moveTo>
                <a:lnTo>
                  <a:pt x="1103198" y="294716"/>
                </a:lnTo>
                <a:lnTo>
                  <a:pt x="1071384" y="272808"/>
                </a:lnTo>
                <a:lnTo>
                  <a:pt x="1066812" y="278904"/>
                </a:lnTo>
                <a:lnTo>
                  <a:pt x="1078242" y="293204"/>
                </a:lnTo>
                <a:lnTo>
                  <a:pt x="1087386" y="306527"/>
                </a:lnTo>
                <a:lnTo>
                  <a:pt x="1094244" y="318973"/>
                </a:lnTo>
                <a:lnTo>
                  <a:pt x="1098816" y="330720"/>
                </a:lnTo>
                <a:lnTo>
                  <a:pt x="1101382" y="340448"/>
                </a:lnTo>
                <a:lnTo>
                  <a:pt x="1104531" y="346913"/>
                </a:lnTo>
                <a:lnTo>
                  <a:pt x="1108240" y="350215"/>
                </a:lnTo>
                <a:lnTo>
                  <a:pt x="1112532" y="350532"/>
                </a:lnTo>
                <a:lnTo>
                  <a:pt x="1118628" y="349008"/>
                </a:lnTo>
                <a:lnTo>
                  <a:pt x="1123200" y="344436"/>
                </a:lnTo>
                <a:lnTo>
                  <a:pt x="1124724" y="335292"/>
                </a:lnTo>
                <a:lnTo>
                  <a:pt x="1125931" y="329336"/>
                </a:lnTo>
                <a:close/>
              </a:path>
              <a:path w="1300479" h="408939">
                <a:moveTo>
                  <a:pt x="1257312" y="38112"/>
                </a:moveTo>
                <a:lnTo>
                  <a:pt x="1248168" y="28956"/>
                </a:lnTo>
                <a:lnTo>
                  <a:pt x="1232928" y="13728"/>
                </a:lnTo>
                <a:lnTo>
                  <a:pt x="1219212" y="27444"/>
                </a:lnTo>
                <a:lnTo>
                  <a:pt x="1219212" y="39636"/>
                </a:lnTo>
                <a:lnTo>
                  <a:pt x="1219212" y="88404"/>
                </a:lnTo>
                <a:lnTo>
                  <a:pt x="1219212" y="99072"/>
                </a:lnTo>
                <a:lnTo>
                  <a:pt x="1219212" y="150888"/>
                </a:lnTo>
                <a:lnTo>
                  <a:pt x="1089672" y="150888"/>
                </a:lnTo>
                <a:lnTo>
                  <a:pt x="1089672" y="99072"/>
                </a:lnTo>
                <a:lnTo>
                  <a:pt x="1219212" y="99072"/>
                </a:lnTo>
                <a:lnTo>
                  <a:pt x="1219212" y="88404"/>
                </a:lnTo>
                <a:lnTo>
                  <a:pt x="1089672" y="88404"/>
                </a:lnTo>
                <a:lnTo>
                  <a:pt x="1089672" y="39636"/>
                </a:lnTo>
                <a:lnTo>
                  <a:pt x="1219212" y="39636"/>
                </a:lnTo>
                <a:lnTo>
                  <a:pt x="1219212" y="27444"/>
                </a:lnTo>
                <a:lnTo>
                  <a:pt x="1217688" y="28956"/>
                </a:lnTo>
                <a:lnTo>
                  <a:pt x="1089672" y="28956"/>
                </a:lnTo>
                <a:lnTo>
                  <a:pt x="1065288" y="16776"/>
                </a:lnTo>
                <a:lnTo>
                  <a:pt x="1066165" y="35394"/>
                </a:lnTo>
                <a:lnTo>
                  <a:pt x="1066546" y="51828"/>
                </a:lnTo>
                <a:lnTo>
                  <a:pt x="1066660" y="60972"/>
                </a:lnTo>
                <a:lnTo>
                  <a:pt x="1066787" y="80327"/>
                </a:lnTo>
                <a:lnTo>
                  <a:pt x="1066685" y="132600"/>
                </a:lnTo>
                <a:lnTo>
                  <a:pt x="1066622" y="141363"/>
                </a:lnTo>
                <a:lnTo>
                  <a:pt x="1066165" y="162267"/>
                </a:lnTo>
                <a:lnTo>
                  <a:pt x="1065288" y="182892"/>
                </a:lnTo>
                <a:lnTo>
                  <a:pt x="1089672" y="172224"/>
                </a:lnTo>
                <a:lnTo>
                  <a:pt x="1089672" y="161556"/>
                </a:lnTo>
                <a:lnTo>
                  <a:pt x="1219212" y="161556"/>
                </a:lnTo>
                <a:lnTo>
                  <a:pt x="1219212" y="181368"/>
                </a:lnTo>
                <a:lnTo>
                  <a:pt x="1245120" y="169176"/>
                </a:lnTo>
                <a:lnTo>
                  <a:pt x="1244777" y="161556"/>
                </a:lnTo>
                <a:lnTo>
                  <a:pt x="1244320" y="150888"/>
                </a:lnTo>
                <a:lnTo>
                  <a:pt x="1244231" y="148856"/>
                </a:lnTo>
                <a:lnTo>
                  <a:pt x="1243787" y="122123"/>
                </a:lnTo>
                <a:lnTo>
                  <a:pt x="1243660" y="99072"/>
                </a:lnTo>
                <a:lnTo>
                  <a:pt x="1243609" y="88404"/>
                </a:lnTo>
                <a:lnTo>
                  <a:pt x="1243596" y="48780"/>
                </a:lnTo>
                <a:lnTo>
                  <a:pt x="1255344" y="39636"/>
                </a:lnTo>
                <a:lnTo>
                  <a:pt x="1257312" y="38112"/>
                </a:lnTo>
                <a:close/>
              </a:path>
              <a:path w="1300479" h="408939">
                <a:moveTo>
                  <a:pt x="1299984" y="266712"/>
                </a:moveTo>
                <a:lnTo>
                  <a:pt x="1269504" y="234708"/>
                </a:lnTo>
                <a:lnTo>
                  <a:pt x="1248168" y="256044"/>
                </a:lnTo>
                <a:lnTo>
                  <a:pt x="1222260" y="256044"/>
                </a:lnTo>
                <a:lnTo>
                  <a:pt x="1222260" y="208800"/>
                </a:lnTo>
                <a:lnTo>
                  <a:pt x="1283220" y="208800"/>
                </a:lnTo>
                <a:lnTo>
                  <a:pt x="1254264" y="179844"/>
                </a:lnTo>
                <a:lnTo>
                  <a:pt x="1234452" y="198132"/>
                </a:lnTo>
                <a:lnTo>
                  <a:pt x="1033284" y="198132"/>
                </a:lnTo>
                <a:lnTo>
                  <a:pt x="1048524" y="213372"/>
                </a:lnTo>
                <a:lnTo>
                  <a:pt x="1057948" y="211366"/>
                </a:lnTo>
                <a:lnTo>
                  <a:pt x="1067955" y="209943"/>
                </a:lnTo>
                <a:lnTo>
                  <a:pt x="1078522" y="209080"/>
                </a:lnTo>
                <a:lnTo>
                  <a:pt x="1089672" y="208800"/>
                </a:lnTo>
                <a:lnTo>
                  <a:pt x="1197876" y="208800"/>
                </a:lnTo>
                <a:lnTo>
                  <a:pt x="1197876" y="256044"/>
                </a:lnTo>
                <a:lnTo>
                  <a:pt x="1011948" y="256044"/>
                </a:lnTo>
                <a:lnTo>
                  <a:pt x="1027188" y="271284"/>
                </a:lnTo>
                <a:lnTo>
                  <a:pt x="1037488" y="269278"/>
                </a:lnTo>
                <a:lnTo>
                  <a:pt x="1047953" y="267855"/>
                </a:lnTo>
                <a:lnTo>
                  <a:pt x="1058684" y="266992"/>
                </a:lnTo>
                <a:lnTo>
                  <a:pt x="1069860" y="266712"/>
                </a:lnTo>
                <a:lnTo>
                  <a:pt x="1197876" y="266712"/>
                </a:lnTo>
                <a:lnTo>
                  <a:pt x="1197876" y="361200"/>
                </a:lnTo>
                <a:lnTo>
                  <a:pt x="1194828" y="365772"/>
                </a:lnTo>
                <a:lnTo>
                  <a:pt x="1190256" y="368820"/>
                </a:lnTo>
                <a:lnTo>
                  <a:pt x="1184198" y="369976"/>
                </a:lnTo>
                <a:lnTo>
                  <a:pt x="1172730" y="369011"/>
                </a:lnTo>
                <a:lnTo>
                  <a:pt x="1155534" y="366026"/>
                </a:lnTo>
                <a:lnTo>
                  <a:pt x="1132344" y="361200"/>
                </a:lnTo>
                <a:lnTo>
                  <a:pt x="1132344" y="368820"/>
                </a:lnTo>
                <a:lnTo>
                  <a:pt x="1155242" y="378841"/>
                </a:lnTo>
                <a:lnTo>
                  <a:pt x="1171587" y="388442"/>
                </a:lnTo>
                <a:lnTo>
                  <a:pt x="1181633" y="397751"/>
                </a:lnTo>
                <a:lnTo>
                  <a:pt x="1185684" y="406920"/>
                </a:lnTo>
                <a:lnTo>
                  <a:pt x="1201686" y="398919"/>
                </a:lnTo>
                <a:lnTo>
                  <a:pt x="1213116" y="388632"/>
                </a:lnTo>
                <a:lnTo>
                  <a:pt x="1219974" y="376059"/>
                </a:lnTo>
                <a:lnTo>
                  <a:pt x="1220901" y="369976"/>
                </a:lnTo>
                <a:lnTo>
                  <a:pt x="1222260" y="361200"/>
                </a:lnTo>
                <a:lnTo>
                  <a:pt x="1222260" y="266712"/>
                </a:lnTo>
                <a:lnTo>
                  <a:pt x="1299984" y="26671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4805172" y="2313432"/>
            <a:ext cx="384175" cy="403860"/>
          </a:xfrm>
          <a:custGeom>
            <a:avLst/>
            <a:gdLst/>
            <a:ahLst/>
            <a:cxnLst/>
            <a:rect l="l" t="t" r="r" b="b"/>
            <a:pathLst>
              <a:path w="384175" h="403860">
                <a:moveTo>
                  <a:pt x="22860" y="48768"/>
                </a:moveTo>
                <a:lnTo>
                  <a:pt x="7620" y="33528"/>
                </a:lnTo>
                <a:lnTo>
                  <a:pt x="182880" y="33528"/>
                </a:lnTo>
                <a:lnTo>
                  <a:pt x="205740" y="10668"/>
                </a:lnTo>
                <a:lnTo>
                  <a:pt x="237744" y="44196"/>
                </a:lnTo>
                <a:lnTo>
                  <a:pt x="64008" y="44196"/>
                </a:lnTo>
                <a:lnTo>
                  <a:pt x="52863" y="44481"/>
                </a:lnTo>
                <a:lnTo>
                  <a:pt x="42291" y="45339"/>
                </a:lnTo>
                <a:lnTo>
                  <a:pt x="32289" y="46767"/>
                </a:lnTo>
                <a:lnTo>
                  <a:pt x="22860" y="48768"/>
                </a:lnTo>
                <a:close/>
              </a:path>
              <a:path w="384175" h="403860">
                <a:moveTo>
                  <a:pt x="33528" y="178308"/>
                </a:moveTo>
                <a:lnTo>
                  <a:pt x="16764" y="146304"/>
                </a:lnTo>
                <a:lnTo>
                  <a:pt x="29337" y="143398"/>
                </a:lnTo>
                <a:lnTo>
                  <a:pt x="41910" y="136779"/>
                </a:lnTo>
                <a:lnTo>
                  <a:pt x="79938" y="94988"/>
                </a:lnTo>
                <a:lnTo>
                  <a:pt x="101131" y="61317"/>
                </a:lnTo>
                <a:lnTo>
                  <a:pt x="109728" y="44196"/>
                </a:lnTo>
                <a:lnTo>
                  <a:pt x="115824" y="44196"/>
                </a:lnTo>
                <a:lnTo>
                  <a:pt x="147828" y="62484"/>
                </a:lnTo>
                <a:lnTo>
                  <a:pt x="137279" y="67056"/>
                </a:lnTo>
                <a:lnTo>
                  <a:pt x="126301" y="73914"/>
                </a:lnTo>
                <a:lnTo>
                  <a:pt x="115038" y="83058"/>
                </a:lnTo>
                <a:lnTo>
                  <a:pt x="103632" y="94488"/>
                </a:lnTo>
                <a:lnTo>
                  <a:pt x="91654" y="107299"/>
                </a:lnTo>
                <a:lnTo>
                  <a:pt x="78676" y="120396"/>
                </a:lnTo>
                <a:lnTo>
                  <a:pt x="64841" y="133492"/>
                </a:lnTo>
                <a:lnTo>
                  <a:pt x="50292" y="146304"/>
                </a:lnTo>
                <a:lnTo>
                  <a:pt x="226450" y="146304"/>
                </a:lnTo>
                <a:lnTo>
                  <a:pt x="229915" y="152400"/>
                </a:lnTo>
                <a:lnTo>
                  <a:pt x="193548" y="152400"/>
                </a:lnTo>
                <a:lnTo>
                  <a:pt x="174378" y="153781"/>
                </a:lnTo>
                <a:lnTo>
                  <a:pt x="137183" y="157114"/>
                </a:lnTo>
                <a:lnTo>
                  <a:pt x="118872" y="158496"/>
                </a:lnTo>
                <a:lnTo>
                  <a:pt x="108204" y="158496"/>
                </a:lnTo>
                <a:lnTo>
                  <a:pt x="79605" y="163091"/>
                </a:lnTo>
                <a:lnTo>
                  <a:pt x="57721" y="167830"/>
                </a:lnTo>
                <a:lnTo>
                  <a:pt x="42410" y="172854"/>
                </a:lnTo>
                <a:lnTo>
                  <a:pt x="33528" y="178308"/>
                </a:lnTo>
                <a:close/>
              </a:path>
              <a:path w="384175" h="403860">
                <a:moveTo>
                  <a:pt x="226450" y="146304"/>
                </a:moveTo>
                <a:lnTo>
                  <a:pt x="50292" y="146304"/>
                </a:lnTo>
                <a:lnTo>
                  <a:pt x="188976" y="143256"/>
                </a:lnTo>
                <a:lnTo>
                  <a:pt x="181284" y="130683"/>
                </a:lnTo>
                <a:lnTo>
                  <a:pt x="172021" y="118110"/>
                </a:lnTo>
                <a:lnTo>
                  <a:pt x="161329" y="105537"/>
                </a:lnTo>
                <a:lnTo>
                  <a:pt x="149352" y="92964"/>
                </a:lnTo>
                <a:lnTo>
                  <a:pt x="155448" y="86868"/>
                </a:lnTo>
                <a:lnTo>
                  <a:pt x="187499" y="110013"/>
                </a:lnTo>
                <a:lnTo>
                  <a:pt x="210693" y="129159"/>
                </a:lnTo>
                <a:lnTo>
                  <a:pt x="225313" y="144303"/>
                </a:lnTo>
                <a:lnTo>
                  <a:pt x="226450" y="146304"/>
                </a:lnTo>
                <a:close/>
              </a:path>
              <a:path w="384175" h="403860">
                <a:moveTo>
                  <a:pt x="216408" y="190500"/>
                </a:moveTo>
                <a:lnTo>
                  <a:pt x="211836" y="190500"/>
                </a:lnTo>
                <a:lnTo>
                  <a:pt x="210312" y="187452"/>
                </a:lnTo>
                <a:lnTo>
                  <a:pt x="208788" y="182880"/>
                </a:lnTo>
                <a:lnTo>
                  <a:pt x="205978" y="176617"/>
                </a:lnTo>
                <a:lnTo>
                  <a:pt x="202311" y="169354"/>
                </a:lnTo>
                <a:lnTo>
                  <a:pt x="198072" y="161234"/>
                </a:lnTo>
                <a:lnTo>
                  <a:pt x="193548" y="152400"/>
                </a:lnTo>
                <a:lnTo>
                  <a:pt x="229915" y="152400"/>
                </a:lnTo>
                <a:lnTo>
                  <a:pt x="231648" y="155448"/>
                </a:lnTo>
                <a:lnTo>
                  <a:pt x="232195" y="163139"/>
                </a:lnTo>
                <a:lnTo>
                  <a:pt x="231457" y="170116"/>
                </a:lnTo>
                <a:lnTo>
                  <a:pt x="229290" y="176236"/>
                </a:lnTo>
                <a:lnTo>
                  <a:pt x="225552" y="181356"/>
                </a:lnTo>
                <a:lnTo>
                  <a:pt x="220980" y="187452"/>
                </a:lnTo>
                <a:lnTo>
                  <a:pt x="216408" y="190500"/>
                </a:lnTo>
                <a:close/>
              </a:path>
              <a:path w="384175" h="403860">
                <a:moveTo>
                  <a:pt x="132588" y="240792"/>
                </a:moveTo>
                <a:lnTo>
                  <a:pt x="108204" y="240792"/>
                </a:lnTo>
                <a:lnTo>
                  <a:pt x="108204" y="158496"/>
                </a:lnTo>
                <a:lnTo>
                  <a:pt x="118872" y="158496"/>
                </a:lnTo>
                <a:lnTo>
                  <a:pt x="146304" y="172212"/>
                </a:lnTo>
                <a:lnTo>
                  <a:pt x="132588" y="184404"/>
                </a:lnTo>
                <a:lnTo>
                  <a:pt x="132588" y="240792"/>
                </a:lnTo>
                <a:close/>
              </a:path>
              <a:path w="384175" h="403860">
                <a:moveTo>
                  <a:pt x="21336" y="254508"/>
                </a:moveTo>
                <a:lnTo>
                  <a:pt x="7620" y="240792"/>
                </a:lnTo>
                <a:lnTo>
                  <a:pt x="179832" y="240792"/>
                </a:lnTo>
                <a:lnTo>
                  <a:pt x="199644" y="219456"/>
                </a:lnTo>
                <a:lnTo>
                  <a:pt x="231648" y="251460"/>
                </a:lnTo>
                <a:lnTo>
                  <a:pt x="41148" y="251460"/>
                </a:lnTo>
                <a:lnTo>
                  <a:pt x="21336" y="254508"/>
                </a:lnTo>
                <a:close/>
              </a:path>
              <a:path w="384175" h="403860">
                <a:moveTo>
                  <a:pt x="19812" y="390144"/>
                </a:moveTo>
                <a:lnTo>
                  <a:pt x="0" y="355092"/>
                </a:lnTo>
                <a:lnTo>
                  <a:pt x="17978" y="353139"/>
                </a:lnTo>
                <a:lnTo>
                  <a:pt x="108204" y="339852"/>
                </a:lnTo>
                <a:lnTo>
                  <a:pt x="108204" y="251460"/>
                </a:lnTo>
                <a:lnTo>
                  <a:pt x="132588" y="251460"/>
                </a:lnTo>
                <a:lnTo>
                  <a:pt x="132588" y="333756"/>
                </a:lnTo>
                <a:lnTo>
                  <a:pt x="198013" y="333756"/>
                </a:lnTo>
                <a:lnTo>
                  <a:pt x="145184" y="347495"/>
                </a:lnTo>
                <a:lnTo>
                  <a:pt x="80200" y="365950"/>
                </a:lnTo>
                <a:lnTo>
                  <a:pt x="38361" y="380118"/>
                </a:lnTo>
                <a:lnTo>
                  <a:pt x="19812" y="390144"/>
                </a:lnTo>
                <a:close/>
              </a:path>
              <a:path w="384175" h="403860">
                <a:moveTo>
                  <a:pt x="198013" y="333756"/>
                </a:moveTo>
                <a:lnTo>
                  <a:pt x="132588" y="333756"/>
                </a:lnTo>
                <a:lnTo>
                  <a:pt x="231648" y="315468"/>
                </a:lnTo>
                <a:lnTo>
                  <a:pt x="233172" y="324612"/>
                </a:lnTo>
                <a:lnTo>
                  <a:pt x="198013" y="333756"/>
                </a:lnTo>
                <a:close/>
              </a:path>
              <a:path w="384175" h="403860">
                <a:moveTo>
                  <a:pt x="369433" y="361188"/>
                </a:moveTo>
                <a:lnTo>
                  <a:pt x="332232" y="361188"/>
                </a:lnTo>
                <a:lnTo>
                  <a:pt x="338328" y="359664"/>
                </a:lnTo>
                <a:lnTo>
                  <a:pt x="342900" y="358140"/>
                </a:lnTo>
                <a:lnTo>
                  <a:pt x="345757" y="355592"/>
                </a:lnTo>
                <a:lnTo>
                  <a:pt x="347472" y="350329"/>
                </a:lnTo>
                <a:lnTo>
                  <a:pt x="348043" y="342495"/>
                </a:lnTo>
                <a:lnTo>
                  <a:pt x="347472" y="332232"/>
                </a:lnTo>
                <a:lnTo>
                  <a:pt x="347448" y="46291"/>
                </a:lnTo>
                <a:lnTo>
                  <a:pt x="347281" y="32004"/>
                </a:lnTo>
                <a:lnTo>
                  <a:pt x="346829" y="16573"/>
                </a:lnTo>
                <a:lnTo>
                  <a:pt x="345948" y="0"/>
                </a:lnTo>
                <a:lnTo>
                  <a:pt x="384048" y="18288"/>
                </a:lnTo>
                <a:lnTo>
                  <a:pt x="370332" y="30480"/>
                </a:lnTo>
                <a:lnTo>
                  <a:pt x="370233" y="350329"/>
                </a:lnTo>
                <a:lnTo>
                  <a:pt x="369433" y="361188"/>
                </a:lnTo>
                <a:close/>
              </a:path>
              <a:path w="384175" h="403860">
                <a:moveTo>
                  <a:pt x="262128" y="307848"/>
                </a:moveTo>
                <a:lnTo>
                  <a:pt x="263009" y="278391"/>
                </a:lnTo>
                <a:lnTo>
                  <a:pt x="263461" y="247078"/>
                </a:lnTo>
                <a:lnTo>
                  <a:pt x="263628" y="213764"/>
                </a:lnTo>
                <a:lnTo>
                  <a:pt x="263628" y="144041"/>
                </a:lnTo>
                <a:lnTo>
                  <a:pt x="263461" y="112204"/>
                </a:lnTo>
                <a:lnTo>
                  <a:pt x="263009" y="82938"/>
                </a:lnTo>
                <a:lnTo>
                  <a:pt x="262128" y="56388"/>
                </a:lnTo>
                <a:lnTo>
                  <a:pt x="303276" y="76200"/>
                </a:lnTo>
                <a:lnTo>
                  <a:pt x="286511" y="88392"/>
                </a:lnTo>
                <a:lnTo>
                  <a:pt x="286511" y="251460"/>
                </a:lnTo>
                <a:lnTo>
                  <a:pt x="286750" y="260318"/>
                </a:lnTo>
                <a:lnTo>
                  <a:pt x="287273" y="270891"/>
                </a:lnTo>
                <a:lnTo>
                  <a:pt x="287797" y="283178"/>
                </a:lnTo>
                <a:lnTo>
                  <a:pt x="288035" y="297180"/>
                </a:lnTo>
                <a:lnTo>
                  <a:pt x="262128" y="307848"/>
                </a:lnTo>
                <a:close/>
              </a:path>
              <a:path w="384175" h="403860">
                <a:moveTo>
                  <a:pt x="332232" y="403860"/>
                </a:moveTo>
                <a:lnTo>
                  <a:pt x="327040" y="391906"/>
                </a:lnTo>
                <a:lnTo>
                  <a:pt x="315849" y="381381"/>
                </a:lnTo>
                <a:lnTo>
                  <a:pt x="298370" y="372570"/>
                </a:lnTo>
                <a:lnTo>
                  <a:pt x="274320" y="365760"/>
                </a:lnTo>
                <a:lnTo>
                  <a:pt x="274320" y="356616"/>
                </a:lnTo>
                <a:lnTo>
                  <a:pt x="287512" y="358616"/>
                </a:lnTo>
                <a:lnTo>
                  <a:pt x="299847" y="360045"/>
                </a:lnTo>
                <a:lnTo>
                  <a:pt x="311610" y="360902"/>
                </a:lnTo>
                <a:lnTo>
                  <a:pt x="323088" y="361188"/>
                </a:lnTo>
                <a:lnTo>
                  <a:pt x="369433" y="361188"/>
                </a:lnTo>
                <a:lnTo>
                  <a:pt x="368879" y="368712"/>
                </a:lnTo>
                <a:lnTo>
                  <a:pt x="362140" y="384429"/>
                </a:lnTo>
                <a:lnTo>
                  <a:pt x="349972" y="396144"/>
                </a:lnTo>
                <a:lnTo>
                  <a:pt x="332232" y="40386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2" name="object 12"/>
          <p:cNvGrpSpPr/>
          <p:nvPr/>
        </p:nvGrpSpPr>
        <p:grpSpPr>
          <a:xfrm>
            <a:off x="5276087" y="2316479"/>
            <a:ext cx="356870" cy="403860"/>
            <a:chOff x="5276087" y="2316479"/>
            <a:chExt cx="356870" cy="403860"/>
          </a:xfrm>
        </p:grpSpPr>
        <p:sp>
          <p:nvSpPr>
            <p:cNvPr id="13" name="object 13"/>
            <p:cNvSpPr/>
            <p:nvPr/>
          </p:nvSpPr>
          <p:spPr>
            <a:xfrm>
              <a:off x="5282183" y="2322575"/>
              <a:ext cx="344805" cy="391795"/>
            </a:xfrm>
            <a:custGeom>
              <a:avLst/>
              <a:gdLst/>
              <a:ahLst/>
              <a:cxnLst/>
              <a:rect l="l" t="t" r="r" b="b"/>
              <a:pathLst>
                <a:path w="344804" h="391794">
                  <a:moveTo>
                    <a:pt x="0" y="391668"/>
                  </a:moveTo>
                  <a:lnTo>
                    <a:pt x="1762" y="364497"/>
                  </a:lnTo>
                  <a:lnTo>
                    <a:pt x="2667" y="340042"/>
                  </a:lnTo>
                  <a:lnTo>
                    <a:pt x="2925" y="323088"/>
                  </a:lnTo>
                  <a:lnTo>
                    <a:pt x="3024" y="60436"/>
                  </a:lnTo>
                  <a:lnTo>
                    <a:pt x="2857" y="40767"/>
                  </a:lnTo>
                  <a:lnTo>
                    <a:pt x="2405" y="20526"/>
                  </a:lnTo>
                  <a:lnTo>
                    <a:pt x="1524" y="0"/>
                  </a:lnTo>
                  <a:lnTo>
                    <a:pt x="27432" y="16764"/>
                  </a:lnTo>
                  <a:lnTo>
                    <a:pt x="337108" y="16764"/>
                  </a:lnTo>
                  <a:lnTo>
                    <a:pt x="344424" y="22860"/>
                  </a:lnTo>
                  <a:lnTo>
                    <a:pt x="338545" y="27432"/>
                  </a:lnTo>
                  <a:lnTo>
                    <a:pt x="27432" y="27432"/>
                  </a:lnTo>
                  <a:lnTo>
                    <a:pt x="27432" y="381000"/>
                  </a:lnTo>
                  <a:lnTo>
                    <a:pt x="0" y="391668"/>
                  </a:lnTo>
                  <a:close/>
                </a:path>
                <a:path w="344804" h="391794">
                  <a:moveTo>
                    <a:pt x="337108" y="16764"/>
                  </a:moveTo>
                  <a:lnTo>
                    <a:pt x="304800" y="16764"/>
                  </a:lnTo>
                  <a:lnTo>
                    <a:pt x="316992" y="0"/>
                  </a:lnTo>
                  <a:lnTo>
                    <a:pt x="337108" y="16764"/>
                  </a:lnTo>
                  <a:close/>
                </a:path>
                <a:path w="344804" h="391794">
                  <a:moveTo>
                    <a:pt x="329341" y="348996"/>
                  </a:moveTo>
                  <a:lnTo>
                    <a:pt x="286512" y="348996"/>
                  </a:lnTo>
                  <a:lnTo>
                    <a:pt x="295394" y="347519"/>
                  </a:lnTo>
                  <a:lnTo>
                    <a:pt x="301561" y="342900"/>
                  </a:lnTo>
                  <a:lnTo>
                    <a:pt x="305157" y="334851"/>
                  </a:lnTo>
                  <a:lnTo>
                    <a:pt x="306323" y="323088"/>
                  </a:lnTo>
                  <a:lnTo>
                    <a:pt x="306323" y="27432"/>
                  </a:lnTo>
                  <a:lnTo>
                    <a:pt x="338545" y="27432"/>
                  </a:lnTo>
                  <a:lnTo>
                    <a:pt x="330708" y="33528"/>
                  </a:lnTo>
                  <a:lnTo>
                    <a:pt x="330609" y="334851"/>
                  </a:lnTo>
                  <a:lnTo>
                    <a:pt x="329341" y="348996"/>
                  </a:lnTo>
                  <a:close/>
                </a:path>
                <a:path w="344804" h="391794">
                  <a:moveTo>
                    <a:pt x="70104" y="108204"/>
                  </a:moveTo>
                  <a:lnTo>
                    <a:pt x="53340" y="91440"/>
                  </a:lnTo>
                  <a:lnTo>
                    <a:pt x="222504" y="91440"/>
                  </a:lnTo>
                  <a:lnTo>
                    <a:pt x="245364" y="70104"/>
                  </a:lnTo>
                  <a:lnTo>
                    <a:pt x="278892" y="102108"/>
                  </a:lnTo>
                  <a:lnTo>
                    <a:pt x="105156" y="102108"/>
                  </a:lnTo>
                  <a:lnTo>
                    <a:pt x="95392" y="102417"/>
                  </a:lnTo>
                  <a:lnTo>
                    <a:pt x="86487" y="103441"/>
                  </a:lnTo>
                  <a:lnTo>
                    <a:pt x="78152" y="105322"/>
                  </a:lnTo>
                  <a:lnTo>
                    <a:pt x="70104" y="108204"/>
                  </a:lnTo>
                  <a:close/>
                </a:path>
                <a:path w="344804" h="391794">
                  <a:moveTo>
                    <a:pt x="250522" y="160020"/>
                  </a:moveTo>
                  <a:lnTo>
                    <a:pt x="216408" y="160020"/>
                  </a:lnTo>
                  <a:lnTo>
                    <a:pt x="228600" y="143256"/>
                  </a:lnTo>
                  <a:lnTo>
                    <a:pt x="250522" y="160020"/>
                  </a:lnTo>
                  <a:close/>
                </a:path>
                <a:path w="344804" h="391794">
                  <a:moveTo>
                    <a:pt x="86868" y="298704"/>
                  </a:moveTo>
                  <a:lnTo>
                    <a:pt x="87749" y="283225"/>
                  </a:lnTo>
                  <a:lnTo>
                    <a:pt x="88201" y="266319"/>
                  </a:lnTo>
                  <a:lnTo>
                    <a:pt x="88307" y="254508"/>
                  </a:lnTo>
                  <a:lnTo>
                    <a:pt x="88368" y="205882"/>
                  </a:lnTo>
                  <a:lnTo>
                    <a:pt x="88201" y="185547"/>
                  </a:lnTo>
                  <a:lnTo>
                    <a:pt x="87749" y="165782"/>
                  </a:lnTo>
                  <a:lnTo>
                    <a:pt x="86868" y="146304"/>
                  </a:lnTo>
                  <a:lnTo>
                    <a:pt x="111252" y="160020"/>
                  </a:lnTo>
                  <a:lnTo>
                    <a:pt x="250522" y="160020"/>
                  </a:lnTo>
                  <a:lnTo>
                    <a:pt x="254508" y="163068"/>
                  </a:lnTo>
                  <a:lnTo>
                    <a:pt x="245935" y="170688"/>
                  </a:lnTo>
                  <a:lnTo>
                    <a:pt x="111252" y="170688"/>
                  </a:lnTo>
                  <a:lnTo>
                    <a:pt x="111252" y="254508"/>
                  </a:lnTo>
                  <a:lnTo>
                    <a:pt x="240871" y="254508"/>
                  </a:lnTo>
                  <a:lnTo>
                    <a:pt x="240982" y="262128"/>
                  </a:lnTo>
                  <a:lnTo>
                    <a:pt x="241042" y="263652"/>
                  </a:lnTo>
                  <a:lnTo>
                    <a:pt x="111252" y="263652"/>
                  </a:lnTo>
                  <a:lnTo>
                    <a:pt x="111252" y="291083"/>
                  </a:lnTo>
                  <a:lnTo>
                    <a:pt x="86868" y="298704"/>
                  </a:lnTo>
                  <a:close/>
                </a:path>
                <a:path w="344804" h="391794">
                  <a:moveTo>
                    <a:pt x="240871" y="254508"/>
                  </a:moveTo>
                  <a:lnTo>
                    <a:pt x="217932" y="254508"/>
                  </a:lnTo>
                  <a:lnTo>
                    <a:pt x="217932" y="170688"/>
                  </a:lnTo>
                  <a:lnTo>
                    <a:pt x="245935" y="170688"/>
                  </a:lnTo>
                  <a:lnTo>
                    <a:pt x="240792" y="175260"/>
                  </a:lnTo>
                  <a:lnTo>
                    <a:pt x="240871" y="254508"/>
                  </a:lnTo>
                  <a:close/>
                </a:path>
                <a:path w="344804" h="391794">
                  <a:moveTo>
                    <a:pt x="217932" y="294132"/>
                  </a:moveTo>
                  <a:lnTo>
                    <a:pt x="217932" y="263652"/>
                  </a:lnTo>
                  <a:lnTo>
                    <a:pt x="241042" y="263652"/>
                  </a:lnTo>
                  <a:lnTo>
                    <a:pt x="241434" y="273558"/>
                  </a:lnTo>
                  <a:lnTo>
                    <a:pt x="242316" y="284988"/>
                  </a:lnTo>
                  <a:lnTo>
                    <a:pt x="217932" y="294132"/>
                  </a:lnTo>
                  <a:close/>
                </a:path>
                <a:path w="344804" h="391794">
                  <a:moveTo>
                    <a:pt x="289559" y="391668"/>
                  </a:moveTo>
                  <a:lnTo>
                    <a:pt x="285845" y="380547"/>
                  </a:lnTo>
                  <a:lnTo>
                    <a:pt x="274700" y="370141"/>
                  </a:lnTo>
                  <a:lnTo>
                    <a:pt x="256127" y="360592"/>
                  </a:lnTo>
                  <a:lnTo>
                    <a:pt x="230123" y="352044"/>
                  </a:lnTo>
                  <a:lnTo>
                    <a:pt x="230123" y="342900"/>
                  </a:lnTo>
                  <a:lnTo>
                    <a:pt x="247292" y="344924"/>
                  </a:lnTo>
                  <a:lnTo>
                    <a:pt x="286512" y="348996"/>
                  </a:lnTo>
                  <a:lnTo>
                    <a:pt x="329341" y="348996"/>
                  </a:lnTo>
                  <a:lnTo>
                    <a:pt x="328993" y="352877"/>
                  </a:lnTo>
                  <a:lnTo>
                    <a:pt x="321564" y="368998"/>
                  </a:lnTo>
                  <a:lnTo>
                    <a:pt x="308419" y="381976"/>
                  </a:lnTo>
                  <a:lnTo>
                    <a:pt x="289559" y="391668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" name="object 14"/>
            <p:cNvSpPr/>
            <p:nvPr/>
          </p:nvSpPr>
          <p:spPr>
            <a:xfrm>
              <a:off x="5335523" y="2392679"/>
              <a:ext cx="226060" cy="38100"/>
            </a:xfrm>
            <a:custGeom>
              <a:avLst/>
              <a:gdLst/>
              <a:ahLst/>
              <a:cxnLst/>
              <a:rect l="l" t="t" r="r" b="b"/>
              <a:pathLst>
                <a:path w="226060" h="38100">
                  <a:moveTo>
                    <a:pt x="0" y="21336"/>
                  </a:moveTo>
                  <a:lnTo>
                    <a:pt x="169164" y="21336"/>
                  </a:lnTo>
                  <a:lnTo>
                    <a:pt x="192024" y="0"/>
                  </a:lnTo>
                  <a:lnTo>
                    <a:pt x="225551" y="32004"/>
                  </a:lnTo>
                  <a:lnTo>
                    <a:pt x="51816" y="32004"/>
                  </a:lnTo>
                  <a:lnTo>
                    <a:pt x="42052" y="32313"/>
                  </a:lnTo>
                  <a:lnTo>
                    <a:pt x="33147" y="33337"/>
                  </a:lnTo>
                  <a:lnTo>
                    <a:pt x="24812" y="35218"/>
                  </a:lnTo>
                  <a:lnTo>
                    <a:pt x="16764" y="38100"/>
                  </a:lnTo>
                  <a:lnTo>
                    <a:pt x="0" y="21336"/>
                  </a:lnTo>
                  <a:close/>
                </a:path>
              </a:pathLst>
            </a:custGeom>
            <a:ln w="1219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" name="object 15"/>
            <p:cNvSpPr/>
            <p:nvPr/>
          </p:nvSpPr>
          <p:spPr>
            <a:xfrm>
              <a:off x="5393435" y="2493264"/>
              <a:ext cx="106680" cy="83820"/>
            </a:xfrm>
            <a:custGeom>
              <a:avLst/>
              <a:gdLst/>
              <a:ahLst/>
              <a:cxnLst/>
              <a:rect l="l" t="t" r="r" b="b"/>
              <a:pathLst>
                <a:path w="106679" h="83819">
                  <a:moveTo>
                    <a:pt x="0" y="0"/>
                  </a:moveTo>
                  <a:lnTo>
                    <a:pt x="0" y="83819"/>
                  </a:lnTo>
                  <a:lnTo>
                    <a:pt x="106680" y="83819"/>
                  </a:lnTo>
                  <a:lnTo>
                    <a:pt x="106680" y="0"/>
                  </a:lnTo>
                  <a:lnTo>
                    <a:pt x="0" y="0"/>
                  </a:lnTo>
                  <a:close/>
                </a:path>
              </a:pathLst>
            </a:custGeom>
            <a:ln w="1219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" name="object 16"/>
            <p:cNvSpPr/>
            <p:nvPr/>
          </p:nvSpPr>
          <p:spPr>
            <a:xfrm>
              <a:off x="5369051" y="2465832"/>
              <a:ext cx="167640" cy="155575"/>
            </a:xfrm>
            <a:custGeom>
              <a:avLst/>
              <a:gdLst/>
              <a:ahLst/>
              <a:cxnLst/>
              <a:rect l="l" t="t" r="r" b="b"/>
              <a:pathLst>
                <a:path w="167639" h="155575">
                  <a:moveTo>
                    <a:pt x="0" y="3048"/>
                  </a:moveTo>
                  <a:lnTo>
                    <a:pt x="24384" y="16764"/>
                  </a:lnTo>
                  <a:lnTo>
                    <a:pt x="129539" y="16764"/>
                  </a:lnTo>
                  <a:lnTo>
                    <a:pt x="141732" y="0"/>
                  </a:lnTo>
                  <a:lnTo>
                    <a:pt x="167640" y="19812"/>
                  </a:lnTo>
                  <a:lnTo>
                    <a:pt x="153924" y="32004"/>
                  </a:lnTo>
                  <a:lnTo>
                    <a:pt x="153924" y="96012"/>
                  </a:lnTo>
                  <a:lnTo>
                    <a:pt x="153947" y="107442"/>
                  </a:lnTo>
                  <a:lnTo>
                    <a:pt x="154114" y="118872"/>
                  </a:lnTo>
                  <a:lnTo>
                    <a:pt x="154566" y="130302"/>
                  </a:lnTo>
                  <a:lnTo>
                    <a:pt x="155448" y="141732"/>
                  </a:lnTo>
                  <a:lnTo>
                    <a:pt x="131064" y="150876"/>
                  </a:lnTo>
                  <a:lnTo>
                    <a:pt x="131064" y="120396"/>
                  </a:lnTo>
                  <a:lnTo>
                    <a:pt x="24384" y="120396"/>
                  </a:lnTo>
                  <a:lnTo>
                    <a:pt x="24384" y="147828"/>
                  </a:lnTo>
                  <a:lnTo>
                    <a:pt x="0" y="155448"/>
                  </a:lnTo>
                  <a:lnTo>
                    <a:pt x="881" y="139969"/>
                  </a:lnTo>
                  <a:lnTo>
                    <a:pt x="1333" y="123063"/>
                  </a:lnTo>
                  <a:lnTo>
                    <a:pt x="1500" y="104441"/>
                  </a:lnTo>
                  <a:lnTo>
                    <a:pt x="1524" y="83820"/>
                  </a:lnTo>
                  <a:lnTo>
                    <a:pt x="1500" y="62626"/>
                  </a:lnTo>
                  <a:lnTo>
                    <a:pt x="1333" y="42291"/>
                  </a:lnTo>
                  <a:lnTo>
                    <a:pt x="881" y="22526"/>
                  </a:lnTo>
                  <a:lnTo>
                    <a:pt x="0" y="3048"/>
                  </a:lnTo>
                  <a:close/>
                </a:path>
              </a:pathLst>
            </a:custGeom>
            <a:ln w="1219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" name="object 17"/>
            <p:cNvSpPr/>
            <p:nvPr/>
          </p:nvSpPr>
          <p:spPr>
            <a:xfrm>
              <a:off x="5282183" y="2322575"/>
              <a:ext cx="344805" cy="391795"/>
            </a:xfrm>
            <a:custGeom>
              <a:avLst/>
              <a:gdLst/>
              <a:ahLst/>
              <a:cxnLst/>
              <a:rect l="l" t="t" r="r" b="b"/>
              <a:pathLst>
                <a:path w="344804" h="391794">
                  <a:moveTo>
                    <a:pt x="230124" y="342900"/>
                  </a:moveTo>
                  <a:lnTo>
                    <a:pt x="247292" y="344924"/>
                  </a:lnTo>
                  <a:lnTo>
                    <a:pt x="262318" y="346519"/>
                  </a:lnTo>
                  <a:lnTo>
                    <a:pt x="275343" y="347829"/>
                  </a:lnTo>
                  <a:lnTo>
                    <a:pt x="286512" y="348996"/>
                  </a:lnTo>
                  <a:lnTo>
                    <a:pt x="295394" y="347519"/>
                  </a:lnTo>
                  <a:lnTo>
                    <a:pt x="301561" y="342900"/>
                  </a:lnTo>
                  <a:lnTo>
                    <a:pt x="305157" y="334851"/>
                  </a:lnTo>
                  <a:lnTo>
                    <a:pt x="306324" y="323088"/>
                  </a:lnTo>
                  <a:lnTo>
                    <a:pt x="306324" y="27432"/>
                  </a:lnTo>
                  <a:lnTo>
                    <a:pt x="27431" y="27432"/>
                  </a:lnTo>
                  <a:lnTo>
                    <a:pt x="27431" y="381000"/>
                  </a:lnTo>
                  <a:lnTo>
                    <a:pt x="0" y="391668"/>
                  </a:lnTo>
                  <a:lnTo>
                    <a:pt x="1762" y="364497"/>
                  </a:lnTo>
                  <a:lnTo>
                    <a:pt x="2667" y="340042"/>
                  </a:lnTo>
                  <a:lnTo>
                    <a:pt x="3000" y="318158"/>
                  </a:lnTo>
                  <a:lnTo>
                    <a:pt x="3048" y="298704"/>
                  </a:lnTo>
                  <a:lnTo>
                    <a:pt x="3048" y="79248"/>
                  </a:lnTo>
                  <a:lnTo>
                    <a:pt x="3024" y="60436"/>
                  </a:lnTo>
                  <a:lnTo>
                    <a:pt x="2857" y="40767"/>
                  </a:lnTo>
                  <a:lnTo>
                    <a:pt x="2405" y="20526"/>
                  </a:lnTo>
                  <a:lnTo>
                    <a:pt x="1524" y="0"/>
                  </a:lnTo>
                  <a:lnTo>
                    <a:pt x="27431" y="16763"/>
                  </a:lnTo>
                  <a:lnTo>
                    <a:pt x="304800" y="16763"/>
                  </a:lnTo>
                  <a:lnTo>
                    <a:pt x="316992" y="0"/>
                  </a:lnTo>
                  <a:lnTo>
                    <a:pt x="344424" y="22860"/>
                  </a:lnTo>
                  <a:lnTo>
                    <a:pt x="330708" y="33528"/>
                  </a:lnTo>
                  <a:lnTo>
                    <a:pt x="330708" y="333756"/>
                  </a:lnTo>
                  <a:lnTo>
                    <a:pt x="328993" y="352877"/>
                  </a:lnTo>
                  <a:lnTo>
                    <a:pt x="321564" y="368998"/>
                  </a:lnTo>
                  <a:lnTo>
                    <a:pt x="308419" y="381976"/>
                  </a:lnTo>
                  <a:lnTo>
                    <a:pt x="289560" y="391668"/>
                  </a:lnTo>
                  <a:lnTo>
                    <a:pt x="285845" y="380547"/>
                  </a:lnTo>
                  <a:lnTo>
                    <a:pt x="274701" y="370141"/>
                  </a:lnTo>
                  <a:lnTo>
                    <a:pt x="256127" y="360592"/>
                  </a:lnTo>
                  <a:lnTo>
                    <a:pt x="230124" y="352044"/>
                  </a:lnTo>
                  <a:lnTo>
                    <a:pt x="230124" y="342900"/>
                  </a:lnTo>
                  <a:close/>
                </a:path>
              </a:pathLst>
            </a:custGeom>
            <a:ln w="1219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8" name="object 18"/>
          <p:cNvGrpSpPr/>
          <p:nvPr/>
        </p:nvGrpSpPr>
        <p:grpSpPr>
          <a:xfrm>
            <a:off x="5679947" y="2302764"/>
            <a:ext cx="419100" cy="422275"/>
            <a:chOff x="5679947" y="2302764"/>
            <a:chExt cx="419100" cy="422275"/>
          </a:xfrm>
        </p:grpSpPr>
        <p:sp>
          <p:nvSpPr>
            <p:cNvPr id="19" name="object 19"/>
            <p:cNvSpPr/>
            <p:nvPr/>
          </p:nvSpPr>
          <p:spPr>
            <a:xfrm>
              <a:off x="5686043" y="2308859"/>
              <a:ext cx="407034" cy="410209"/>
            </a:xfrm>
            <a:custGeom>
              <a:avLst/>
              <a:gdLst/>
              <a:ahLst/>
              <a:cxnLst/>
              <a:rect l="l" t="t" r="r" b="b"/>
              <a:pathLst>
                <a:path w="407035" h="410210">
                  <a:moveTo>
                    <a:pt x="99059" y="103632"/>
                  </a:moveTo>
                  <a:lnTo>
                    <a:pt x="74675" y="103632"/>
                  </a:lnTo>
                  <a:lnTo>
                    <a:pt x="74446" y="83820"/>
                  </a:lnTo>
                  <a:lnTo>
                    <a:pt x="74263" y="75652"/>
                  </a:lnTo>
                  <a:lnTo>
                    <a:pt x="73723" y="56388"/>
                  </a:lnTo>
                  <a:lnTo>
                    <a:pt x="72438" y="21336"/>
                  </a:lnTo>
                  <a:lnTo>
                    <a:pt x="71627" y="0"/>
                  </a:lnTo>
                  <a:lnTo>
                    <a:pt x="112775" y="21336"/>
                  </a:lnTo>
                  <a:lnTo>
                    <a:pt x="99059" y="33528"/>
                  </a:lnTo>
                  <a:lnTo>
                    <a:pt x="99059" y="103632"/>
                  </a:lnTo>
                  <a:close/>
                </a:path>
                <a:path w="407035" h="410210">
                  <a:moveTo>
                    <a:pt x="291083" y="103632"/>
                  </a:moveTo>
                  <a:lnTo>
                    <a:pt x="280415" y="103632"/>
                  </a:lnTo>
                  <a:lnTo>
                    <a:pt x="295013" y="75652"/>
                  </a:lnTo>
                  <a:lnTo>
                    <a:pt x="306895" y="48958"/>
                  </a:lnTo>
                  <a:lnTo>
                    <a:pt x="316206" y="23693"/>
                  </a:lnTo>
                  <a:lnTo>
                    <a:pt x="323088" y="0"/>
                  </a:lnTo>
                  <a:lnTo>
                    <a:pt x="359664" y="24384"/>
                  </a:lnTo>
                  <a:lnTo>
                    <a:pt x="315729" y="69342"/>
                  </a:lnTo>
                  <a:lnTo>
                    <a:pt x="299108" y="92202"/>
                  </a:lnTo>
                  <a:lnTo>
                    <a:pt x="291083" y="103632"/>
                  </a:lnTo>
                  <a:close/>
                </a:path>
                <a:path w="407035" h="410210">
                  <a:moveTo>
                    <a:pt x="231647" y="92964"/>
                  </a:moveTo>
                  <a:lnTo>
                    <a:pt x="225551" y="92964"/>
                  </a:lnTo>
                  <a:lnTo>
                    <a:pt x="222503" y="88392"/>
                  </a:lnTo>
                  <a:lnTo>
                    <a:pt x="217931" y="77724"/>
                  </a:lnTo>
                  <a:lnTo>
                    <a:pt x="212812" y="65174"/>
                  </a:lnTo>
                  <a:lnTo>
                    <a:pt x="204406" y="50482"/>
                  </a:lnTo>
                  <a:lnTo>
                    <a:pt x="192857" y="33789"/>
                  </a:lnTo>
                  <a:lnTo>
                    <a:pt x="178307" y="15240"/>
                  </a:lnTo>
                  <a:lnTo>
                    <a:pt x="181355" y="10668"/>
                  </a:lnTo>
                  <a:lnTo>
                    <a:pt x="223646" y="35814"/>
                  </a:lnTo>
                  <a:lnTo>
                    <a:pt x="246887" y="64008"/>
                  </a:lnTo>
                  <a:lnTo>
                    <a:pt x="246887" y="71628"/>
                  </a:lnTo>
                  <a:lnTo>
                    <a:pt x="243839" y="77724"/>
                  </a:lnTo>
                  <a:lnTo>
                    <a:pt x="234695" y="89916"/>
                  </a:lnTo>
                  <a:lnTo>
                    <a:pt x="231647" y="92964"/>
                  </a:lnTo>
                  <a:close/>
                </a:path>
                <a:path w="407035" h="410210">
                  <a:moveTo>
                    <a:pt x="184403" y="120396"/>
                  </a:moveTo>
                  <a:lnTo>
                    <a:pt x="167639" y="103632"/>
                  </a:lnTo>
                  <a:lnTo>
                    <a:pt x="341376" y="103632"/>
                  </a:lnTo>
                  <a:lnTo>
                    <a:pt x="362712" y="83820"/>
                  </a:lnTo>
                  <a:lnTo>
                    <a:pt x="394715" y="114300"/>
                  </a:lnTo>
                  <a:lnTo>
                    <a:pt x="225551" y="114300"/>
                  </a:lnTo>
                  <a:lnTo>
                    <a:pt x="214407" y="114609"/>
                  </a:lnTo>
                  <a:lnTo>
                    <a:pt x="203834" y="115633"/>
                  </a:lnTo>
                  <a:lnTo>
                    <a:pt x="193833" y="117514"/>
                  </a:lnTo>
                  <a:lnTo>
                    <a:pt x="184403" y="120396"/>
                  </a:lnTo>
                  <a:close/>
                </a:path>
                <a:path w="407035" h="410210">
                  <a:moveTo>
                    <a:pt x="19812" y="120396"/>
                  </a:moveTo>
                  <a:lnTo>
                    <a:pt x="4571" y="103632"/>
                  </a:lnTo>
                  <a:lnTo>
                    <a:pt x="120395" y="103632"/>
                  </a:lnTo>
                  <a:lnTo>
                    <a:pt x="140207" y="85344"/>
                  </a:lnTo>
                  <a:lnTo>
                    <a:pt x="169163" y="114300"/>
                  </a:lnTo>
                  <a:lnTo>
                    <a:pt x="62483" y="114300"/>
                  </a:lnTo>
                  <a:lnTo>
                    <a:pt x="51315" y="114609"/>
                  </a:lnTo>
                  <a:lnTo>
                    <a:pt x="40576" y="115633"/>
                  </a:lnTo>
                  <a:lnTo>
                    <a:pt x="30122" y="117514"/>
                  </a:lnTo>
                  <a:lnTo>
                    <a:pt x="19812" y="120396"/>
                  </a:lnTo>
                  <a:close/>
                </a:path>
                <a:path w="407035" h="410210">
                  <a:moveTo>
                    <a:pt x="4571" y="313944"/>
                  </a:moveTo>
                  <a:lnTo>
                    <a:pt x="0" y="310896"/>
                  </a:lnTo>
                  <a:lnTo>
                    <a:pt x="22598" y="270319"/>
                  </a:lnTo>
                  <a:lnTo>
                    <a:pt x="42481" y="224028"/>
                  </a:lnTo>
                  <a:lnTo>
                    <a:pt x="59793" y="172021"/>
                  </a:lnTo>
                  <a:lnTo>
                    <a:pt x="74675" y="114300"/>
                  </a:lnTo>
                  <a:lnTo>
                    <a:pt x="99059" y="114300"/>
                  </a:lnTo>
                  <a:lnTo>
                    <a:pt x="99059" y="161544"/>
                  </a:lnTo>
                  <a:lnTo>
                    <a:pt x="113895" y="169235"/>
                  </a:lnTo>
                  <a:lnTo>
                    <a:pt x="119187" y="172212"/>
                  </a:lnTo>
                  <a:lnTo>
                    <a:pt x="99059" y="172212"/>
                  </a:lnTo>
                  <a:lnTo>
                    <a:pt x="99059" y="199644"/>
                  </a:lnTo>
                  <a:lnTo>
                    <a:pt x="74675" y="199644"/>
                  </a:lnTo>
                  <a:lnTo>
                    <a:pt x="59221" y="232719"/>
                  </a:lnTo>
                  <a:lnTo>
                    <a:pt x="42481" y="263080"/>
                  </a:lnTo>
                  <a:lnTo>
                    <a:pt x="24312" y="290298"/>
                  </a:lnTo>
                  <a:lnTo>
                    <a:pt x="4571" y="313944"/>
                  </a:lnTo>
                  <a:close/>
                </a:path>
                <a:path w="407035" h="410210">
                  <a:moveTo>
                    <a:pt x="280415" y="178308"/>
                  </a:moveTo>
                  <a:lnTo>
                    <a:pt x="256031" y="178308"/>
                  </a:lnTo>
                  <a:lnTo>
                    <a:pt x="256031" y="114300"/>
                  </a:lnTo>
                  <a:lnTo>
                    <a:pt x="280415" y="114300"/>
                  </a:lnTo>
                  <a:lnTo>
                    <a:pt x="280415" y="178308"/>
                  </a:lnTo>
                  <a:close/>
                </a:path>
                <a:path w="407035" h="410210">
                  <a:moveTo>
                    <a:pt x="185927" y="195071"/>
                  </a:moveTo>
                  <a:lnTo>
                    <a:pt x="169163" y="178308"/>
                  </a:lnTo>
                  <a:lnTo>
                    <a:pt x="329184" y="178308"/>
                  </a:lnTo>
                  <a:lnTo>
                    <a:pt x="350520" y="158496"/>
                  </a:lnTo>
                  <a:lnTo>
                    <a:pt x="382524" y="188976"/>
                  </a:lnTo>
                  <a:lnTo>
                    <a:pt x="227075" y="188976"/>
                  </a:lnTo>
                  <a:lnTo>
                    <a:pt x="215931" y="189285"/>
                  </a:lnTo>
                  <a:lnTo>
                    <a:pt x="205358" y="190309"/>
                  </a:lnTo>
                  <a:lnTo>
                    <a:pt x="195357" y="192190"/>
                  </a:lnTo>
                  <a:lnTo>
                    <a:pt x="185927" y="195071"/>
                  </a:lnTo>
                  <a:close/>
                </a:path>
                <a:path w="407035" h="410210">
                  <a:moveTo>
                    <a:pt x="146303" y="236220"/>
                  </a:moveTo>
                  <a:lnTo>
                    <a:pt x="140207" y="236220"/>
                  </a:lnTo>
                  <a:lnTo>
                    <a:pt x="135635" y="231647"/>
                  </a:lnTo>
                  <a:lnTo>
                    <a:pt x="131063" y="220980"/>
                  </a:lnTo>
                  <a:lnTo>
                    <a:pt x="124777" y="207787"/>
                  </a:lnTo>
                  <a:lnTo>
                    <a:pt x="117347" y="195453"/>
                  </a:lnTo>
                  <a:lnTo>
                    <a:pt x="108775" y="183689"/>
                  </a:lnTo>
                  <a:lnTo>
                    <a:pt x="99059" y="172212"/>
                  </a:lnTo>
                  <a:lnTo>
                    <a:pt x="119187" y="172212"/>
                  </a:lnTo>
                  <a:lnTo>
                    <a:pt x="152399" y="195071"/>
                  </a:lnTo>
                  <a:lnTo>
                    <a:pt x="155447" y="201168"/>
                  </a:lnTo>
                  <a:lnTo>
                    <a:pt x="155447" y="213359"/>
                  </a:lnTo>
                  <a:lnTo>
                    <a:pt x="153923" y="219456"/>
                  </a:lnTo>
                  <a:lnTo>
                    <a:pt x="150875" y="225552"/>
                  </a:lnTo>
                  <a:lnTo>
                    <a:pt x="149351" y="233171"/>
                  </a:lnTo>
                  <a:lnTo>
                    <a:pt x="146303" y="236220"/>
                  </a:lnTo>
                  <a:close/>
                </a:path>
                <a:path w="407035" h="410210">
                  <a:moveTo>
                    <a:pt x="280415" y="262128"/>
                  </a:moveTo>
                  <a:lnTo>
                    <a:pt x="256031" y="262128"/>
                  </a:lnTo>
                  <a:lnTo>
                    <a:pt x="256031" y="188976"/>
                  </a:lnTo>
                  <a:lnTo>
                    <a:pt x="280415" y="188976"/>
                  </a:lnTo>
                  <a:lnTo>
                    <a:pt x="280415" y="262128"/>
                  </a:lnTo>
                  <a:close/>
                </a:path>
                <a:path w="407035" h="410210">
                  <a:moveTo>
                    <a:pt x="71627" y="409956"/>
                  </a:moveTo>
                  <a:lnTo>
                    <a:pt x="72747" y="358235"/>
                  </a:lnTo>
                  <a:lnTo>
                    <a:pt x="73723" y="305943"/>
                  </a:lnTo>
                  <a:lnTo>
                    <a:pt x="74414" y="253079"/>
                  </a:lnTo>
                  <a:lnTo>
                    <a:pt x="74675" y="199644"/>
                  </a:lnTo>
                  <a:lnTo>
                    <a:pt x="99059" y="199644"/>
                  </a:lnTo>
                  <a:lnTo>
                    <a:pt x="99083" y="327279"/>
                  </a:lnTo>
                  <a:lnTo>
                    <a:pt x="99261" y="347281"/>
                  </a:lnTo>
                  <a:lnTo>
                    <a:pt x="99702" y="370713"/>
                  </a:lnTo>
                  <a:lnTo>
                    <a:pt x="100583" y="399288"/>
                  </a:lnTo>
                  <a:lnTo>
                    <a:pt x="71627" y="409956"/>
                  </a:lnTo>
                  <a:close/>
                </a:path>
                <a:path w="407035" h="410210">
                  <a:moveTo>
                    <a:pt x="155447" y="277368"/>
                  </a:moveTo>
                  <a:lnTo>
                    <a:pt x="140207" y="262128"/>
                  </a:lnTo>
                  <a:lnTo>
                    <a:pt x="350520" y="262128"/>
                  </a:lnTo>
                  <a:lnTo>
                    <a:pt x="373380" y="239268"/>
                  </a:lnTo>
                  <a:lnTo>
                    <a:pt x="406908" y="272796"/>
                  </a:lnTo>
                  <a:lnTo>
                    <a:pt x="198119" y="272796"/>
                  </a:lnTo>
                  <a:lnTo>
                    <a:pt x="186951" y="273081"/>
                  </a:lnTo>
                  <a:lnTo>
                    <a:pt x="176212" y="273939"/>
                  </a:lnTo>
                  <a:lnTo>
                    <a:pt x="165758" y="275367"/>
                  </a:lnTo>
                  <a:lnTo>
                    <a:pt x="155447" y="277368"/>
                  </a:lnTo>
                  <a:close/>
                </a:path>
                <a:path w="407035" h="410210">
                  <a:moveTo>
                    <a:pt x="254507" y="408432"/>
                  </a:moveTo>
                  <a:lnTo>
                    <a:pt x="255389" y="376737"/>
                  </a:lnTo>
                  <a:lnTo>
                    <a:pt x="255797" y="346710"/>
                  </a:lnTo>
                  <a:lnTo>
                    <a:pt x="255919" y="327279"/>
                  </a:lnTo>
                  <a:lnTo>
                    <a:pt x="256031" y="272796"/>
                  </a:lnTo>
                  <a:lnTo>
                    <a:pt x="280415" y="272796"/>
                  </a:lnTo>
                  <a:lnTo>
                    <a:pt x="280694" y="313944"/>
                  </a:lnTo>
                  <a:lnTo>
                    <a:pt x="281368" y="347281"/>
                  </a:lnTo>
                  <a:lnTo>
                    <a:pt x="282344" y="375451"/>
                  </a:lnTo>
                  <a:lnTo>
                    <a:pt x="283463" y="397764"/>
                  </a:lnTo>
                  <a:lnTo>
                    <a:pt x="254507" y="408432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0" name="object 20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5858255" y="2313431"/>
              <a:ext cx="80772" cy="94488"/>
            </a:xfrm>
            <a:prstGeom prst="rect">
              <a:avLst/>
            </a:prstGeom>
          </p:spPr>
        </p:pic>
        <p:sp>
          <p:nvSpPr>
            <p:cNvPr id="21" name="object 21"/>
            <p:cNvSpPr/>
            <p:nvPr/>
          </p:nvSpPr>
          <p:spPr>
            <a:xfrm>
              <a:off x="5826252" y="2308860"/>
              <a:ext cx="266700" cy="408940"/>
            </a:xfrm>
            <a:custGeom>
              <a:avLst/>
              <a:gdLst/>
              <a:ahLst/>
              <a:cxnLst/>
              <a:rect l="l" t="t" r="r" b="b"/>
              <a:pathLst>
                <a:path w="266700" h="408939">
                  <a:moveTo>
                    <a:pt x="140208" y="272795"/>
                  </a:moveTo>
                  <a:lnTo>
                    <a:pt x="140469" y="313110"/>
                  </a:lnTo>
                  <a:lnTo>
                    <a:pt x="141160" y="347281"/>
                  </a:lnTo>
                  <a:lnTo>
                    <a:pt x="142136" y="375451"/>
                  </a:lnTo>
                  <a:lnTo>
                    <a:pt x="143256" y="397763"/>
                  </a:lnTo>
                  <a:lnTo>
                    <a:pt x="114300" y="408431"/>
                  </a:lnTo>
                  <a:lnTo>
                    <a:pt x="115181" y="376737"/>
                  </a:lnTo>
                  <a:lnTo>
                    <a:pt x="115633" y="343471"/>
                  </a:lnTo>
                  <a:lnTo>
                    <a:pt x="115800" y="308776"/>
                  </a:lnTo>
                  <a:lnTo>
                    <a:pt x="115824" y="272795"/>
                  </a:lnTo>
                  <a:lnTo>
                    <a:pt x="57912" y="272795"/>
                  </a:lnTo>
                  <a:lnTo>
                    <a:pt x="46743" y="273081"/>
                  </a:lnTo>
                  <a:lnTo>
                    <a:pt x="36004" y="273938"/>
                  </a:lnTo>
                  <a:lnTo>
                    <a:pt x="25550" y="275367"/>
                  </a:lnTo>
                  <a:lnTo>
                    <a:pt x="15240" y="277367"/>
                  </a:lnTo>
                  <a:lnTo>
                    <a:pt x="0" y="262127"/>
                  </a:lnTo>
                  <a:lnTo>
                    <a:pt x="115824" y="262127"/>
                  </a:lnTo>
                  <a:lnTo>
                    <a:pt x="115824" y="188975"/>
                  </a:lnTo>
                  <a:lnTo>
                    <a:pt x="86868" y="188975"/>
                  </a:lnTo>
                  <a:lnTo>
                    <a:pt x="75723" y="189285"/>
                  </a:lnTo>
                  <a:lnTo>
                    <a:pt x="65151" y="190309"/>
                  </a:lnTo>
                  <a:lnTo>
                    <a:pt x="55149" y="192190"/>
                  </a:lnTo>
                  <a:lnTo>
                    <a:pt x="45720" y="195071"/>
                  </a:lnTo>
                  <a:lnTo>
                    <a:pt x="28956" y="178307"/>
                  </a:lnTo>
                  <a:lnTo>
                    <a:pt x="115824" y="178307"/>
                  </a:lnTo>
                  <a:lnTo>
                    <a:pt x="115824" y="114299"/>
                  </a:lnTo>
                  <a:lnTo>
                    <a:pt x="85344" y="114299"/>
                  </a:lnTo>
                  <a:lnTo>
                    <a:pt x="74199" y="114609"/>
                  </a:lnTo>
                  <a:lnTo>
                    <a:pt x="63627" y="115633"/>
                  </a:lnTo>
                  <a:lnTo>
                    <a:pt x="53625" y="117514"/>
                  </a:lnTo>
                  <a:lnTo>
                    <a:pt x="44196" y="120395"/>
                  </a:lnTo>
                  <a:lnTo>
                    <a:pt x="27432" y="103631"/>
                  </a:lnTo>
                  <a:lnTo>
                    <a:pt x="140208" y="103631"/>
                  </a:lnTo>
                  <a:lnTo>
                    <a:pt x="154805" y="75652"/>
                  </a:lnTo>
                  <a:lnTo>
                    <a:pt x="166687" y="48958"/>
                  </a:lnTo>
                  <a:lnTo>
                    <a:pt x="175998" y="23693"/>
                  </a:lnTo>
                  <a:lnTo>
                    <a:pt x="182880" y="0"/>
                  </a:lnTo>
                  <a:lnTo>
                    <a:pt x="219456" y="24383"/>
                  </a:lnTo>
                  <a:lnTo>
                    <a:pt x="184404" y="57911"/>
                  </a:lnTo>
                  <a:lnTo>
                    <a:pt x="158900" y="92201"/>
                  </a:lnTo>
                  <a:lnTo>
                    <a:pt x="150876" y="103631"/>
                  </a:lnTo>
                  <a:lnTo>
                    <a:pt x="201168" y="103631"/>
                  </a:lnTo>
                  <a:lnTo>
                    <a:pt x="222504" y="83819"/>
                  </a:lnTo>
                  <a:lnTo>
                    <a:pt x="254508" y="114299"/>
                  </a:lnTo>
                  <a:lnTo>
                    <a:pt x="140208" y="114299"/>
                  </a:lnTo>
                  <a:lnTo>
                    <a:pt x="140208" y="178307"/>
                  </a:lnTo>
                  <a:lnTo>
                    <a:pt x="188976" y="178307"/>
                  </a:lnTo>
                  <a:lnTo>
                    <a:pt x="210312" y="158495"/>
                  </a:lnTo>
                  <a:lnTo>
                    <a:pt x="242316" y="188975"/>
                  </a:lnTo>
                  <a:lnTo>
                    <a:pt x="140208" y="188975"/>
                  </a:lnTo>
                  <a:lnTo>
                    <a:pt x="140208" y="262127"/>
                  </a:lnTo>
                  <a:lnTo>
                    <a:pt x="210312" y="262127"/>
                  </a:lnTo>
                  <a:lnTo>
                    <a:pt x="233172" y="239267"/>
                  </a:lnTo>
                  <a:lnTo>
                    <a:pt x="266700" y="272795"/>
                  </a:lnTo>
                  <a:lnTo>
                    <a:pt x="140208" y="272795"/>
                  </a:lnTo>
                  <a:close/>
                </a:path>
              </a:pathLst>
            </a:custGeom>
            <a:ln w="1219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" name="object 22"/>
            <p:cNvSpPr/>
            <p:nvPr/>
          </p:nvSpPr>
          <p:spPr>
            <a:xfrm>
              <a:off x="5686043" y="2308860"/>
              <a:ext cx="169545" cy="410209"/>
            </a:xfrm>
            <a:custGeom>
              <a:avLst/>
              <a:gdLst/>
              <a:ahLst/>
              <a:cxnLst/>
              <a:rect l="l" t="t" r="r" b="b"/>
              <a:pathLst>
                <a:path w="169545" h="410210">
                  <a:moveTo>
                    <a:pt x="99060" y="312419"/>
                  </a:moveTo>
                  <a:lnTo>
                    <a:pt x="99083" y="327278"/>
                  </a:lnTo>
                  <a:lnTo>
                    <a:pt x="99250" y="346709"/>
                  </a:lnTo>
                  <a:lnTo>
                    <a:pt x="99702" y="370712"/>
                  </a:lnTo>
                  <a:lnTo>
                    <a:pt x="100584" y="399287"/>
                  </a:lnTo>
                  <a:lnTo>
                    <a:pt x="71628" y="409955"/>
                  </a:lnTo>
                  <a:lnTo>
                    <a:pt x="72747" y="358235"/>
                  </a:lnTo>
                  <a:lnTo>
                    <a:pt x="73723" y="305942"/>
                  </a:lnTo>
                  <a:lnTo>
                    <a:pt x="74414" y="253079"/>
                  </a:lnTo>
                  <a:lnTo>
                    <a:pt x="74676" y="199643"/>
                  </a:lnTo>
                  <a:lnTo>
                    <a:pt x="59221" y="232719"/>
                  </a:lnTo>
                  <a:lnTo>
                    <a:pt x="42481" y="263080"/>
                  </a:lnTo>
                  <a:lnTo>
                    <a:pt x="24312" y="290298"/>
                  </a:lnTo>
                  <a:lnTo>
                    <a:pt x="4572" y="313943"/>
                  </a:lnTo>
                  <a:lnTo>
                    <a:pt x="0" y="310895"/>
                  </a:lnTo>
                  <a:lnTo>
                    <a:pt x="22598" y="270319"/>
                  </a:lnTo>
                  <a:lnTo>
                    <a:pt x="42481" y="224027"/>
                  </a:lnTo>
                  <a:lnTo>
                    <a:pt x="59793" y="172021"/>
                  </a:lnTo>
                  <a:lnTo>
                    <a:pt x="74676" y="114299"/>
                  </a:lnTo>
                  <a:lnTo>
                    <a:pt x="62484" y="114299"/>
                  </a:lnTo>
                  <a:lnTo>
                    <a:pt x="51315" y="114609"/>
                  </a:lnTo>
                  <a:lnTo>
                    <a:pt x="40576" y="115633"/>
                  </a:lnTo>
                  <a:lnTo>
                    <a:pt x="30122" y="117514"/>
                  </a:lnTo>
                  <a:lnTo>
                    <a:pt x="19812" y="120395"/>
                  </a:lnTo>
                  <a:lnTo>
                    <a:pt x="4572" y="103631"/>
                  </a:lnTo>
                  <a:lnTo>
                    <a:pt x="74676" y="103631"/>
                  </a:lnTo>
                  <a:lnTo>
                    <a:pt x="74414" y="81010"/>
                  </a:lnTo>
                  <a:lnTo>
                    <a:pt x="73723" y="56387"/>
                  </a:lnTo>
                  <a:lnTo>
                    <a:pt x="72747" y="29479"/>
                  </a:lnTo>
                  <a:lnTo>
                    <a:pt x="71628" y="0"/>
                  </a:lnTo>
                  <a:lnTo>
                    <a:pt x="112776" y="21335"/>
                  </a:lnTo>
                  <a:lnTo>
                    <a:pt x="99060" y="33527"/>
                  </a:lnTo>
                  <a:lnTo>
                    <a:pt x="99060" y="103631"/>
                  </a:lnTo>
                  <a:lnTo>
                    <a:pt x="120396" y="103631"/>
                  </a:lnTo>
                  <a:lnTo>
                    <a:pt x="140208" y="85343"/>
                  </a:lnTo>
                  <a:lnTo>
                    <a:pt x="169164" y="114299"/>
                  </a:lnTo>
                  <a:lnTo>
                    <a:pt x="99060" y="114299"/>
                  </a:lnTo>
                  <a:lnTo>
                    <a:pt x="99060" y="161543"/>
                  </a:lnTo>
                  <a:lnTo>
                    <a:pt x="113895" y="169235"/>
                  </a:lnTo>
                  <a:lnTo>
                    <a:pt x="126301" y="176212"/>
                  </a:lnTo>
                  <a:lnTo>
                    <a:pt x="136136" y="182332"/>
                  </a:lnTo>
                  <a:lnTo>
                    <a:pt x="143256" y="187451"/>
                  </a:lnTo>
                  <a:lnTo>
                    <a:pt x="152400" y="195071"/>
                  </a:lnTo>
                  <a:lnTo>
                    <a:pt x="155448" y="201167"/>
                  </a:lnTo>
                  <a:lnTo>
                    <a:pt x="155448" y="208787"/>
                  </a:lnTo>
                  <a:lnTo>
                    <a:pt x="155448" y="213359"/>
                  </a:lnTo>
                  <a:lnTo>
                    <a:pt x="153924" y="219455"/>
                  </a:lnTo>
                  <a:lnTo>
                    <a:pt x="150876" y="225551"/>
                  </a:lnTo>
                  <a:lnTo>
                    <a:pt x="149352" y="233171"/>
                  </a:lnTo>
                  <a:lnTo>
                    <a:pt x="146304" y="236219"/>
                  </a:lnTo>
                  <a:lnTo>
                    <a:pt x="143256" y="236219"/>
                  </a:lnTo>
                  <a:lnTo>
                    <a:pt x="140208" y="236219"/>
                  </a:lnTo>
                  <a:lnTo>
                    <a:pt x="135636" y="231647"/>
                  </a:lnTo>
                  <a:lnTo>
                    <a:pt x="131064" y="220979"/>
                  </a:lnTo>
                  <a:lnTo>
                    <a:pt x="124777" y="207787"/>
                  </a:lnTo>
                  <a:lnTo>
                    <a:pt x="117348" y="195452"/>
                  </a:lnTo>
                  <a:lnTo>
                    <a:pt x="108775" y="183689"/>
                  </a:lnTo>
                  <a:lnTo>
                    <a:pt x="99060" y="172211"/>
                  </a:lnTo>
                  <a:lnTo>
                    <a:pt x="99060" y="312419"/>
                  </a:lnTo>
                  <a:close/>
                </a:path>
              </a:pathLst>
            </a:custGeom>
            <a:ln w="1219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23" name="object 23"/>
          <p:cNvGrpSpPr/>
          <p:nvPr/>
        </p:nvGrpSpPr>
        <p:grpSpPr>
          <a:xfrm>
            <a:off x="6166104" y="2304288"/>
            <a:ext cx="368935" cy="414655"/>
            <a:chOff x="6166104" y="2304288"/>
            <a:chExt cx="368935" cy="414655"/>
          </a:xfrm>
        </p:grpSpPr>
        <p:sp>
          <p:nvSpPr>
            <p:cNvPr id="24" name="object 24"/>
            <p:cNvSpPr/>
            <p:nvPr/>
          </p:nvSpPr>
          <p:spPr>
            <a:xfrm>
              <a:off x="6172199" y="2310383"/>
              <a:ext cx="356870" cy="402590"/>
            </a:xfrm>
            <a:custGeom>
              <a:avLst/>
              <a:gdLst/>
              <a:ahLst/>
              <a:cxnLst/>
              <a:rect l="l" t="t" r="r" b="b"/>
              <a:pathLst>
                <a:path w="356870" h="402589">
                  <a:moveTo>
                    <a:pt x="53340" y="89916"/>
                  </a:moveTo>
                  <a:lnTo>
                    <a:pt x="42672" y="89916"/>
                  </a:lnTo>
                  <a:lnTo>
                    <a:pt x="50696" y="62793"/>
                  </a:lnTo>
                  <a:lnTo>
                    <a:pt x="56578" y="38671"/>
                  </a:lnTo>
                  <a:lnTo>
                    <a:pt x="60459" y="17692"/>
                  </a:lnTo>
                  <a:lnTo>
                    <a:pt x="62484" y="0"/>
                  </a:lnTo>
                  <a:lnTo>
                    <a:pt x="100584" y="21336"/>
                  </a:lnTo>
                  <a:lnTo>
                    <a:pt x="90844" y="28408"/>
                  </a:lnTo>
                  <a:lnTo>
                    <a:pt x="79819" y="42481"/>
                  </a:lnTo>
                  <a:lnTo>
                    <a:pt x="67365" y="63126"/>
                  </a:lnTo>
                  <a:lnTo>
                    <a:pt x="53340" y="89916"/>
                  </a:lnTo>
                  <a:close/>
                </a:path>
                <a:path w="356870" h="402589">
                  <a:moveTo>
                    <a:pt x="147828" y="192024"/>
                  </a:moveTo>
                  <a:lnTo>
                    <a:pt x="141732" y="187452"/>
                  </a:lnTo>
                  <a:lnTo>
                    <a:pt x="158877" y="160615"/>
                  </a:lnTo>
                  <a:lnTo>
                    <a:pt x="173736" y="135064"/>
                  </a:lnTo>
                  <a:lnTo>
                    <a:pt x="196596" y="88392"/>
                  </a:lnTo>
                  <a:lnTo>
                    <a:pt x="211264" y="44958"/>
                  </a:lnTo>
                  <a:lnTo>
                    <a:pt x="222503" y="1524"/>
                  </a:lnTo>
                  <a:lnTo>
                    <a:pt x="260603" y="24384"/>
                  </a:lnTo>
                  <a:lnTo>
                    <a:pt x="252626" y="32146"/>
                  </a:lnTo>
                  <a:lnTo>
                    <a:pt x="242506" y="46482"/>
                  </a:lnTo>
                  <a:lnTo>
                    <a:pt x="230385" y="67675"/>
                  </a:lnTo>
                  <a:lnTo>
                    <a:pt x="216408" y="96012"/>
                  </a:lnTo>
                  <a:lnTo>
                    <a:pt x="350520" y="96012"/>
                  </a:lnTo>
                  <a:lnTo>
                    <a:pt x="356616" y="102108"/>
                  </a:lnTo>
                  <a:lnTo>
                    <a:pt x="350329" y="106680"/>
                  </a:lnTo>
                  <a:lnTo>
                    <a:pt x="213360" y="106680"/>
                  </a:lnTo>
                  <a:lnTo>
                    <a:pt x="197334" y="130730"/>
                  </a:lnTo>
                  <a:lnTo>
                    <a:pt x="181165" y="152781"/>
                  </a:lnTo>
                  <a:lnTo>
                    <a:pt x="164711" y="173116"/>
                  </a:lnTo>
                  <a:lnTo>
                    <a:pt x="147828" y="192024"/>
                  </a:lnTo>
                  <a:close/>
                </a:path>
                <a:path w="356870" h="402589">
                  <a:moveTo>
                    <a:pt x="144780" y="89916"/>
                  </a:moveTo>
                  <a:lnTo>
                    <a:pt x="111252" y="89916"/>
                  </a:lnTo>
                  <a:lnTo>
                    <a:pt x="128016" y="73152"/>
                  </a:lnTo>
                  <a:lnTo>
                    <a:pt x="144780" y="89916"/>
                  </a:lnTo>
                  <a:close/>
                </a:path>
                <a:path w="356870" h="402589">
                  <a:moveTo>
                    <a:pt x="0" y="397764"/>
                  </a:moveTo>
                  <a:lnTo>
                    <a:pt x="834" y="359664"/>
                  </a:lnTo>
                  <a:lnTo>
                    <a:pt x="935" y="352615"/>
                  </a:lnTo>
                  <a:lnTo>
                    <a:pt x="1333" y="316992"/>
                  </a:lnTo>
                  <a:lnTo>
                    <a:pt x="1423" y="176784"/>
                  </a:lnTo>
                  <a:lnTo>
                    <a:pt x="1309" y="152781"/>
                  </a:lnTo>
                  <a:lnTo>
                    <a:pt x="881" y="114704"/>
                  </a:lnTo>
                  <a:lnTo>
                    <a:pt x="0" y="74676"/>
                  </a:lnTo>
                  <a:lnTo>
                    <a:pt x="25908" y="89916"/>
                  </a:lnTo>
                  <a:lnTo>
                    <a:pt x="144780" y="89916"/>
                  </a:lnTo>
                  <a:lnTo>
                    <a:pt x="153924" y="99060"/>
                  </a:lnTo>
                  <a:lnTo>
                    <a:pt x="151828" y="100584"/>
                  </a:lnTo>
                  <a:lnTo>
                    <a:pt x="24384" y="100584"/>
                  </a:lnTo>
                  <a:lnTo>
                    <a:pt x="24384" y="211836"/>
                  </a:lnTo>
                  <a:lnTo>
                    <a:pt x="137205" y="211836"/>
                  </a:lnTo>
                  <a:lnTo>
                    <a:pt x="137219" y="222504"/>
                  </a:lnTo>
                  <a:lnTo>
                    <a:pt x="24384" y="222504"/>
                  </a:lnTo>
                  <a:lnTo>
                    <a:pt x="24384" y="344424"/>
                  </a:lnTo>
                  <a:lnTo>
                    <a:pt x="137914" y="344424"/>
                  </a:lnTo>
                  <a:lnTo>
                    <a:pt x="137940" y="346850"/>
                  </a:lnTo>
                  <a:lnTo>
                    <a:pt x="138137" y="355092"/>
                  </a:lnTo>
                  <a:lnTo>
                    <a:pt x="24384" y="355092"/>
                  </a:lnTo>
                  <a:lnTo>
                    <a:pt x="24384" y="384048"/>
                  </a:lnTo>
                  <a:lnTo>
                    <a:pt x="0" y="397764"/>
                  </a:lnTo>
                  <a:close/>
                </a:path>
                <a:path w="356870" h="402589">
                  <a:moveTo>
                    <a:pt x="350520" y="96012"/>
                  </a:moveTo>
                  <a:lnTo>
                    <a:pt x="310896" y="96012"/>
                  </a:lnTo>
                  <a:lnTo>
                    <a:pt x="330708" y="76200"/>
                  </a:lnTo>
                  <a:lnTo>
                    <a:pt x="350520" y="96012"/>
                  </a:lnTo>
                  <a:close/>
                </a:path>
                <a:path w="356870" h="402589">
                  <a:moveTo>
                    <a:pt x="137205" y="211836"/>
                  </a:moveTo>
                  <a:lnTo>
                    <a:pt x="114300" y="211836"/>
                  </a:lnTo>
                  <a:lnTo>
                    <a:pt x="114300" y="100584"/>
                  </a:lnTo>
                  <a:lnTo>
                    <a:pt x="151828" y="100584"/>
                  </a:lnTo>
                  <a:lnTo>
                    <a:pt x="137160" y="111252"/>
                  </a:lnTo>
                  <a:lnTo>
                    <a:pt x="137205" y="211836"/>
                  </a:lnTo>
                  <a:close/>
                </a:path>
                <a:path w="356870" h="402589">
                  <a:moveTo>
                    <a:pt x="327213" y="359664"/>
                  </a:moveTo>
                  <a:lnTo>
                    <a:pt x="283464" y="359664"/>
                  </a:lnTo>
                  <a:lnTo>
                    <a:pt x="291750" y="357925"/>
                  </a:lnTo>
                  <a:lnTo>
                    <a:pt x="298323" y="352615"/>
                  </a:lnTo>
                  <a:lnTo>
                    <a:pt x="308586" y="305562"/>
                  </a:lnTo>
                  <a:lnTo>
                    <a:pt x="310705" y="259842"/>
                  </a:lnTo>
                  <a:lnTo>
                    <a:pt x="312528" y="193929"/>
                  </a:lnTo>
                  <a:lnTo>
                    <a:pt x="313944" y="106680"/>
                  </a:lnTo>
                  <a:lnTo>
                    <a:pt x="350329" y="106680"/>
                  </a:lnTo>
                  <a:lnTo>
                    <a:pt x="339852" y="114300"/>
                  </a:lnTo>
                  <a:lnTo>
                    <a:pt x="338780" y="186976"/>
                  </a:lnTo>
                  <a:lnTo>
                    <a:pt x="337291" y="249167"/>
                  </a:lnTo>
                  <a:lnTo>
                    <a:pt x="335462" y="295570"/>
                  </a:lnTo>
                  <a:lnTo>
                    <a:pt x="333268" y="327855"/>
                  </a:lnTo>
                  <a:lnTo>
                    <a:pt x="330708" y="345948"/>
                  </a:lnTo>
                  <a:lnTo>
                    <a:pt x="327856" y="357925"/>
                  </a:lnTo>
                  <a:lnTo>
                    <a:pt x="327213" y="359664"/>
                  </a:lnTo>
                  <a:close/>
                </a:path>
                <a:path w="356870" h="402589">
                  <a:moveTo>
                    <a:pt x="231648" y="269748"/>
                  </a:moveTo>
                  <a:lnTo>
                    <a:pt x="228600" y="269748"/>
                  </a:lnTo>
                  <a:lnTo>
                    <a:pt x="225456" y="268295"/>
                  </a:lnTo>
                  <a:lnTo>
                    <a:pt x="222885" y="263842"/>
                  </a:lnTo>
                  <a:lnTo>
                    <a:pt x="220884" y="256246"/>
                  </a:lnTo>
                  <a:lnTo>
                    <a:pt x="219456" y="245364"/>
                  </a:lnTo>
                  <a:lnTo>
                    <a:pt x="214884" y="228219"/>
                  </a:lnTo>
                  <a:lnTo>
                    <a:pt x="208026" y="211074"/>
                  </a:lnTo>
                  <a:lnTo>
                    <a:pt x="198882" y="193929"/>
                  </a:lnTo>
                  <a:lnTo>
                    <a:pt x="187452" y="176784"/>
                  </a:lnTo>
                  <a:lnTo>
                    <a:pt x="190500" y="172212"/>
                  </a:lnTo>
                  <a:lnTo>
                    <a:pt x="224028" y="199644"/>
                  </a:lnTo>
                  <a:lnTo>
                    <a:pt x="243840" y="228600"/>
                  </a:lnTo>
                  <a:lnTo>
                    <a:pt x="246888" y="234696"/>
                  </a:lnTo>
                  <a:lnTo>
                    <a:pt x="246888" y="248412"/>
                  </a:lnTo>
                  <a:lnTo>
                    <a:pt x="243840" y="254508"/>
                  </a:lnTo>
                  <a:lnTo>
                    <a:pt x="234696" y="266700"/>
                  </a:lnTo>
                  <a:lnTo>
                    <a:pt x="231648" y="269748"/>
                  </a:lnTo>
                  <a:close/>
                </a:path>
                <a:path w="356870" h="402589">
                  <a:moveTo>
                    <a:pt x="137914" y="344424"/>
                  </a:moveTo>
                  <a:lnTo>
                    <a:pt x="114300" y="344424"/>
                  </a:lnTo>
                  <a:lnTo>
                    <a:pt x="114300" y="222504"/>
                  </a:lnTo>
                  <a:lnTo>
                    <a:pt x="137219" y="222504"/>
                  </a:lnTo>
                  <a:lnTo>
                    <a:pt x="137337" y="269748"/>
                  </a:lnTo>
                  <a:lnTo>
                    <a:pt x="137498" y="305562"/>
                  </a:lnTo>
                  <a:lnTo>
                    <a:pt x="137914" y="344424"/>
                  </a:lnTo>
                  <a:close/>
                </a:path>
                <a:path w="356870" h="402589">
                  <a:moveTo>
                    <a:pt x="277367" y="402336"/>
                  </a:moveTo>
                  <a:lnTo>
                    <a:pt x="271129" y="389239"/>
                  </a:lnTo>
                  <a:lnTo>
                    <a:pt x="259461" y="377571"/>
                  </a:lnTo>
                  <a:lnTo>
                    <a:pt x="242649" y="367617"/>
                  </a:lnTo>
                  <a:lnTo>
                    <a:pt x="220979" y="359664"/>
                  </a:lnTo>
                  <a:lnTo>
                    <a:pt x="220979" y="352044"/>
                  </a:lnTo>
                  <a:lnTo>
                    <a:pt x="241030" y="355163"/>
                  </a:lnTo>
                  <a:lnTo>
                    <a:pt x="257937" y="357568"/>
                  </a:lnTo>
                  <a:lnTo>
                    <a:pt x="271986" y="359116"/>
                  </a:lnTo>
                  <a:lnTo>
                    <a:pt x="283464" y="359664"/>
                  </a:lnTo>
                  <a:lnTo>
                    <a:pt x="327213" y="359664"/>
                  </a:lnTo>
                  <a:lnTo>
                    <a:pt x="324040" y="368236"/>
                  </a:lnTo>
                  <a:lnTo>
                    <a:pt x="289023" y="397764"/>
                  </a:lnTo>
                  <a:lnTo>
                    <a:pt x="277367" y="402336"/>
                  </a:lnTo>
                  <a:close/>
                </a:path>
                <a:path w="356870" h="402589">
                  <a:moveTo>
                    <a:pt x="114300" y="391668"/>
                  </a:moveTo>
                  <a:lnTo>
                    <a:pt x="114300" y="355092"/>
                  </a:lnTo>
                  <a:lnTo>
                    <a:pt x="138137" y="355092"/>
                  </a:lnTo>
                  <a:lnTo>
                    <a:pt x="138684" y="377952"/>
                  </a:lnTo>
                  <a:lnTo>
                    <a:pt x="114300" y="391668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" name="object 25"/>
            <p:cNvSpPr/>
            <p:nvPr/>
          </p:nvSpPr>
          <p:spPr>
            <a:xfrm>
              <a:off x="6196584" y="2410967"/>
              <a:ext cx="90170" cy="243840"/>
            </a:xfrm>
            <a:custGeom>
              <a:avLst/>
              <a:gdLst/>
              <a:ahLst/>
              <a:cxnLst/>
              <a:rect l="l" t="t" r="r" b="b"/>
              <a:pathLst>
                <a:path w="90170" h="243839">
                  <a:moveTo>
                    <a:pt x="0" y="0"/>
                  </a:moveTo>
                  <a:lnTo>
                    <a:pt x="0" y="111251"/>
                  </a:lnTo>
                  <a:lnTo>
                    <a:pt x="89916" y="111251"/>
                  </a:lnTo>
                  <a:lnTo>
                    <a:pt x="89916" y="0"/>
                  </a:lnTo>
                  <a:lnTo>
                    <a:pt x="0" y="0"/>
                  </a:lnTo>
                  <a:close/>
                </a:path>
                <a:path w="90170" h="243839">
                  <a:moveTo>
                    <a:pt x="0" y="121920"/>
                  </a:moveTo>
                  <a:lnTo>
                    <a:pt x="0" y="243840"/>
                  </a:lnTo>
                  <a:lnTo>
                    <a:pt x="89916" y="243840"/>
                  </a:lnTo>
                  <a:lnTo>
                    <a:pt x="89916" y="121920"/>
                  </a:lnTo>
                  <a:lnTo>
                    <a:pt x="0" y="121920"/>
                  </a:lnTo>
                  <a:close/>
                </a:path>
              </a:pathLst>
            </a:custGeom>
            <a:ln w="1219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" name="object 26"/>
            <p:cNvSpPr/>
            <p:nvPr/>
          </p:nvSpPr>
          <p:spPr>
            <a:xfrm>
              <a:off x="6172200" y="2310384"/>
              <a:ext cx="154305" cy="398145"/>
            </a:xfrm>
            <a:custGeom>
              <a:avLst/>
              <a:gdLst/>
              <a:ahLst/>
              <a:cxnLst/>
              <a:rect l="l" t="t" r="r" b="b"/>
              <a:pathLst>
                <a:path w="154304" h="398144">
                  <a:moveTo>
                    <a:pt x="137160" y="111251"/>
                  </a:moveTo>
                  <a:lnTo>
                    <a:pt x="137172" y="186976"/>
                  </a:lnTo>
                  <a:lnTo>
                    <a:pt x="137257" y="251435"/>
                  </a:lnTo>
                  <a:lnTo>
                    <a:pt x="137489" y="304702"/>
                  </a:lnTo>
                  <a:lnTo>
                    <a:pt x="137940" y="346850"/>
                  </a:lnTo>
                  <a:lnTo>
                    <a:pt x="138684" y="377951"/>
                  </a:lnTo>
                  <a:lnTo>
                    <a:pt x="114300" y="391668"/>
                  </a:lnTo>
                  <a:lnTo>
                    <a:pt x="114300" y="355091"/>
                  </a:lnTo>
                  <a:lnTo>
                    <a:pt x="24384" y="355091"/>
                  </a:lnTo>
                  <a:lnTo>
                    <a:pt x="24384" y="384047"/>
                  </a:lnTo>
                  <a:lnTo>
                    <a:pt x="0" y="397763"/>
                  </a:lnTo>
                  <a:lnTo>
                    <a:pt x="881" y="357520"/>
                  </a:lnTo>
                  <a:lnTo>
                    <a:pt x="1333" y="316991"/>
                  </a:lnTo>
                  <a:lnTo>
                    <a:pt x="1500" y="276463"/>
                  </a:lnTo>
                  <a:lnTo>
                    <a:pt x="1524" y="236219"/>
                  </a:lnTo>
                  <a:lnTo>
                    <a:pt x="1500" y="195333"/>
                  </a:lnTo>
                  <a:lnTo>
                    <a:pt x="1333" y="154876"/>
                  </a:lnTo>
                  <a:lnTo>
                    <a:pt x="881" y="114704"/>
                  </a:lnTo>
                  <a:lnTo>
                    <a:pt x="0" y="74675"/>
                  </a:lnTo>
                  <a:lnTo>
                    <a:pt x="25908" y="89915"/>
                  </a:lnTo>
                  <a:lnTo>
                    <a:pt x="42672" y="89915"/>
                  </a:lnTo>
                  <a:lnTo>
                    <a:pt x="50696" y="62793"/>
                  </a:lnTo>
                  <a:lnTo>
                    <a:pt x="56578" y="38671"/>
                  </a:lnTo>
                  <a:lnTo>
                    <a:pt x="60459" y="17692"/>
                  </a:lnTo>
                  <a:lnTo>
                    <a:pt x="62484" y="0"/>
                  </a:lnTo>
                  <a:lnTo>
                    <a:pt x="100584" y="21335"/>
                  </a:lnTo>
                  <a:lnTo>
                    <a:pt x="90844" y="28408"/>
                  </a:lnTo>
                  <a:lnTo>
                    <a:pt x="79819" y="42481"/>
                  </a:lnTo>
                  <a:lnTo>
                    <a:pt x="67365" y="63126"/>
                  </a:lnTo>
                  <a:lnTo>
                    <a:pt x="53340" y="89915"/>
                  </a:lnTo>
                  <a:lnTo>
                    <a:pt x="111252" y="89915"/>
                  </a:lnTo>
                  <a:lnTo>
                    <a:pt x="128016" y="73151"/>
                  </a:lnTo>
                  <a:lnTo>
                    <a:pt x="153924" y="99059"/>
                  </a:lnTo>
                  <a:lnTo>
                    <a:pt x="137160" y="111251"/>
                  </a:lnTo>
                  <a:close/>
                </a:path>
              </a:pathLst>
            </a:custGeom>
            <a:ln w="1219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" name="object 27"/>
            <p:cNvSpPr/>
            <p:nvPr/>
          </p:nvSpPr>
          <p:spPr>
            <a:xfrm>
              <a:off x="6313931" y="2311907"/>
              <a:ext cx="215265" cy="401320"/>
            </a:xfrm>
            <a:custGeom>
              <a:avLst/>
              <a:gdLst/>
              <a:ahLst/>
              <a:cxnLst/>
              <a:rect l="l" t="t" r="r" b="b"/>
              <a:pathLst>
                <a:path w="215265" h="401319">
                  <a:moveTo>
                    <a:pt x="80772" y="0"/>
                  </a:moveTo>
                  <a:lnTo>
                    <a:pt x="118872" y="22859"/>
                  </a:lnTo>
                  <a:lnTo>
                    <a:pt x="110894" y="30622"/>
                  </a:lnTo>
                  <a:lnTo>
                    <a:pt x="100774" y="44958"/>
                  </a:lnTo>
                  <a:lnTo>
                    <a:pt x="88653" y="66151"/>
                  </a:lnTo>
                  <a:lnTo>
                    <a:pt x="74676" y="94488"/>
                  </a:lnTo>
                  <a:lnTo>
                    <a:pt x="169164" y="94488"/>
                  </a:lnTo>
                  <a:lnTo>
                    <a:pt x="188976" y="74676"/>
                  </a:lnTo>
                  <a:lnTo>
                    <a:pt x="214884" y="100584"/>
                  </a:lnTo>
                  <a:lnTo>
                    <a:pt x="198120" y="112775"/>
                  </a:lnTo>
                  <a:lnTo>
                    <a:pt x="197022" y="187195"/>
                  </a:lnTo>
                  <a:lnTo>
                    <a:pt x="195559" y="247643"/>
                  </a:lnTo>
                  <a:lnTo>
                    <a:pt x="193730" y="294046"/>
                  </a:lnTo>
                  <a:lnTo>
                    <a:pt x="188976" y="344423"/>
                  </a:lnTo>
                  <a:lnTo>
                    <a:pt x="172212" y="381000"/>
                  </a:lnTo>
                  <a:lnTo>
                    <a:pt x="135636" y="400812"/>
                  </a:lnTo>
                  <a:lnTo>
                    <a:pt x="129397" y="387715"/>
                  </a:lnTo>
                  <a:lnTo>
                    <a:pt x="117729" y="376047"/>
                  </a:lnTo>
                  <a:lnTo>
                    <a:pt x="100917" y="366093"/>
                  </a:lnTo>
                  <a:lnTo>
                    <a:pt x="79248" y="358139"/>
                  </a:lnTo>
                  <a:lnTo>
                    <a:pt x="79248" y="350519"/>
                  </a:lnTo>
                  <a:lnTo>
                    <a:pt x="99298" y="353639"/>
                  </a:lnTo>
                  <a:lnTo>
                    <a:pt x="116205" y="356044"/>
                  </a:lnTo>
                  <a:lnTo>
                    <a:pt x="130254" y="357592"/>
                  </a:lnTo>
                  <a:lnTo>
                    <a:pt x="141732" y="358139"/>
                  </a:lnTo>
                  <a:lnTo>
                    <a:pt x="150018" y="356401"/>
                  </a:lnTo>
                  <a:lnTo>
                    <a:pt x="166854" y="304038"/>
                  </a:lnTo>
                  <a:lnTo>
                    <a:pt x="168973" y="258317"/>
                  </a:lnTo>
                  <a:lnTo>
                    <a:pt x="170807" y="192023"/>
                  </a:lnTo>
                  <a:lnTo>
                    <a:pt x="172212" y="105155"/>
                  </a:lnTo>
                  <a:lnTo>
                    <a:pt x="71628" y="105155"/>
                  </a:lnTo>
                  <a:lnTo>
                    <a:pt x="55602" y="129206"/>
                  </a:lnTo>
                  <a:lnTo>
                    <a:pt x="39433" y="151257"/>
                  </a:lnTo>
                  <a:lnTo>
                    <a:pt x="22979" y="171592"/>
                  </a:lnTo>
                  <a:lnTo>
                    <a:pt x="6096" y="190500"/>
                  </a:lnTo>
                  <a:lnTo>
                    <a:pt x="0" y="185928"/>
                  </a:lnTo>
                  <a:lnTo>
                    <a:pt x="17145" y="159091"/>
                  </a:lnTo>
                  <a:lnTo>
                    <a:pt x="32004" y="133540"/>
                  </a:lnTo>
                  <a:lnTo>
                    <a:pt x="54864" y="86868"/>
                  </a:lnTo>
                  <a:lnTo>
                    <a:pt x="69532" y="43434"/>
                  </a:lnTo>
                  <a:lnTo>
                    <a:pt x="75652" y="21717"/>
                  </a:lnTo>
                  <a:lnTo>
                    <a:pt x="80772" y="0"/>
                  </a:lnTo>
                  <a:close/>
                </a:path>
              </a:pathLst>
            </a:custGeom>
            <a:ln w="1219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8" name="object 28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6353556" y="2476500"/>
              <a:ext cx="71628" cy="109728"/>
            </a:xfrm>
            <a:prstGeom prst="rect">
              <a:avLst/>
            </a:prstGeom>
          </p:spPr>
        </p:pic>
      </p:grpSp>
      <p:grpSp>
        <p:nvGrpSpPr>
          <p:cNvPr id="29" name="object 29"/>
          <p:cNvGrpSpPr/>
          <p:nvPr/>
        </p:nvGrpSpPr>
        <p:grpSpPr>
          <a:xfrm>
            <a:off x="6600443" y="2318004"/>
            <a:ext cx="386080" cy="393700"/>
            <a:chOff x="6600443" y="2318004"/>
            <a:chExt cx="386080" cy="393700"/>
          </a:xfrm>
        </p:grpSpPr>
        <p:sp>
          <p:nvSpPr>
            <p:cNvPr id="30" name="object 30"/>
            <p:cNvSpPr/>
            <p:nvPr/>
          </p:nvSpPr>
          <p:spPr>
            <a:xfrm>
              <a:off x="6606539" y="2324100"/>
              <a:ext cx="373380" cy="381000"/>
            </a:xfrm>
            <a:custGeom>
              <a:avLst/>
              <a:gdLst/>
              <a:ahLst/>
              <a:cxnLst/>
              <a:rect l="l" t="t" r="r" b="b"/>
              <a:pathLst>
                <a:path w="373379" h="381000">
                  <a:moveTo>
                    <a:pt x="24384" y="380999"/>
                  </a:moveTo>
                  <a:lnTo>
                    <a:pt x="0" y="358139"/>
                  </a:lnTo>
                  <a:lnTo>
                    <a:pt x="10668" y="347472"/>
                  </a:lnTo>
                  <a:lnTo>
                    <a:pt x="10668" y="106679"/>
                  </a:lnTo>
                  <a:lnTo>
                    <a:pt x="10429" y="82676"/>
                  </a:lnTo>
                  <a:lnTo>
                    <a:pt x="9382" y="34670"/>
                  </a:lnTo>
                  <a:lnTo>
                    <a:pt x="9144" y="10667"/>
                  </a:lnTo>
                  <a:lnTo>
                    <a:pt x="35052" y="24383"/>
                  </a:lnTo>
                  <a:lnTo>
                    <a:pt x="301751" y="24383"/>
                  </a:lnTo>
                  <a:lnTo>
                    <a:pt x="327659" y="0"/>
                  </a:lnTo>
                  <a:lnTo>
                    <a:pt x="359663" y="35051"/>
                  </a:lnTo>
                  <a:lnTo>
                    <a:pt x="239268" y="35051"/>
                  </a:lnTo>
                  <a:lnTo>
                    <a:pt x="239268" y="243839"/>
                  </a:lnTo>
                  <a:lnTo>
                    <a:pt x="240434" y="258079"/>
                  </a:lnTo>
                  <a:lnTo>
                    <a:pt x="244030" y="268604"/>
                  </a:lnTo>
                  <a:lnTo>
                    <a:pt x="250197" y="275129"/>
                  </a:lnTo>
                  <a:lnTo>
                    <a:pt x="259080" y="277367"/>
                  </a:lnTo>
                  <a:lnTo>
                    <a:pt x="306324" y="277367"/>
                  </a:lnTo>
                  <a:lnTo>
                    <a:pt x="326707" y="222313"/>
                  </a:lnTo>
                  <a:lnTo>
                    <a:pt x="327659" y="195071"/>
                  </a:lnTo>
                  <a:lnTo>
                    <a:pt x="336804" y="195071"/>
                  </a:lnTo>
                  <a:lnTo>
                    <a:pt x="339852" y="243839"/>
                  </a:lnTo>
                  <a:lnTo>
                    <a:pt x="361187" y="271272"/>
                  </a:lnTo>
                  <a:lnTo>
                    <a:pt x="352925" y="283011"/>
                  </a:lnTo>
                  <a:lnTo>
                    <a:pt x="341947" y="290893"/>
                  </a:lnTo>
                  <a:lnTo>
                    <a:pt x="328398" y="295060"/>
                  </a:lnTo>
                  <a:lnTo>
                    <a:pt x="312420" y="295655"/>
                  </a:lnTo>
                  <a:lnTo>
                    <a:pt x="248411" y="295655"/>
                  </a:lnTo>
                  <a:lnTo>
                    <a:pt x="234410" y="292488"/>
                  </a:lnTo>
                  <a:lnTo>
                    <a:pt x="224408" y="285178"/>
                  </a:lnTo>
                  <a:lnTo>
                    <a:pt x="218408" y="273581"/>
                  </a:lnTo>
                  <a:lnTo>
                    <a:pt x="216408" y="257555"/>
                  </a:lnTo>
                  <a:lnTo>
                    <a:pt x="216408" y="35051"/>
                  </a:lnTo>
                  <a:lnTo>
                    <a:pt x="144780" y="35051"/>
                  </a:lnTo>
                  <a:lnTo>
                    <a:pt x="143637" y="88391"/>
                  </a:lnTo>
                  <a:lnTo>
                    <a:pt x="140208" y="137159"/>
                  </a:lnTo>
                  <a:lnTo>
                    <a:pt x="133540" y="182879"/>
                  </a:lnTo>
                  <a:lnTo>
                    <a:pt x="118872" y="228599"/>
                  </a:lnTo>
                  <a:lnTo>
                    <a:pt x="93726" y="273748"/>
                  </a:lnTo>
                  <a:lnTo>
                    <a:pt x="54864" y="320039"/>
                  </a:lnTo>
                  <a:lnTo>
                    <a:pt x="50292" y="315467"/>
                  </a:lnTo>
                  <a:lnTo>
                    <a:pt x="66270" y="291131"/>
                  </a:lnTo>
                  <a:lnTo>
                    <a:pt x="79819" y="268223"/>
                  </a:lnTo>
                  <a:lnTo>
                    <a:pt x="99060" y="225551"/>
                  </a:lnTo>
                  <a:lnTo>
                    <a:pt x="110299" y="184594"/>
                  </a:lnTo>
                  <a:lnTo>
                    <a:pt x="117824" y="116490"/>
                  </a:lnTo>
                  <a:lnTo>
                    <a:pt x="120110" y="63912"/>
                  </a:lnTo>
                  <a:lnTo>
                    <a:pt x="120396" y="35051"/>
                  </a:lnTo>
                  <a:lnTo>
                    <a:pt x="35052" y="35051"/>
                  </a:lnTo>
                  <a:lnTo>
                    <a:pt x="35052" y="355091"/>
                  </a:lnTo>
                  <a:lnTo>
                    <a:pt x="310896" y="355091"/>
                  </a:lnTo>
                  <a:lnTo>
                    <a:pt x="336804" y="329184"/>
                  </a:lnTo>
                  <a:lnTo>
                    <a:pt x="373380" y="365760"/>
                  </a:lnTo>
                  <a:lnTo>
                    <a:pt x="36576" y="365760"/>
                  </a:lnTo>
                  <a:lnTo>
                    <a:pt x="24384" y="380999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" name="object 31"/>
            <p:cNvSpPr/>
            <p:nvPr/>
          </p:nvSpPr>
          <p:spPr>
            <a:xfrm>
              <a:off x="6606539" y="2324100"/>
              <a:ext cx="373380" cy="381000"/>
            </a:xfrm>
            <a:custGeom>
              <a:avLst/>
              <a:gdLst/>
              <a:ahLst/>
              <a:cxnLst/>
              <a:rect l="l" t="t" r="r" b="b"/>
              <a:pathLst>
                <a:path w="373379" h="381000">
                  <a:moveTo>
                    <a:pt x="10668" y="106679"/>
                  </a:moveTo>
                  <a:lnTo>
                    <a:pt x="10429" y="82676"/>
                  </a:lnTo>
                  <a:lnTo>
                    <a:pt x="9906" y="58673"/>
                  </a:lnTo>
                  <a:lnTo>
                    <a:pt x="9382" y="34670"/>
                  </a:lnTo>
                  <a:lnTo>
                    <a:pt x="9144" y="10667"/>
                  </a:lnTo>
                  <a:lnTo>
                    <a:pt x="35052" y="24383"/>
                  </a:lnTo>
                  <a:lnTo>
                    <a:pt x="301751" y="24383"/>
                  </a:lnTo>
                  <a:lnTo>
                    <a:pt x="327659" y="0"/>
                  </a:lnTo>
                  <a:lnTo>
                    <a:pt x="359663" y="35051"/>
                  </a:lnTo>
                  <a:lnTo>
                    <a:pt x="239268" y="35051"/>
                  </a:lnTo>
                  <a:lnTo>
                    <a:pt x="239268" y="243839"/>
                  </a:lnTo>
                  <a:lnTo>
                    <a:pt x="240434" y="258079"/>
                  </a:lnTo>
                  <a:lnTo>
                    <a:pt x="244030" y="268604"/>
                  </a:lnTo>
                  <a:lnTo>
                    <a:pt x="250197" y="275129"/>
                  </a:lnTo>
                  <a:lnTo>
                    <a:pt x="259080" y="277367"/>
                  </a:lnTo>
                  <a:lnTo>
                    <a:pt x="306324" y="277367"/>
                  </a:lnTo>
                  <a:lnTo>
                    <a:pt x="325731" y="235577"/>
                  </a:lnTo>
                  <a:lnTo>
                    <a:pt x="327659" y="195071"/>
                  </a:lnTo>
                  <a:lnTo>
                    <a:pt x="336804" y="195071"/>
                  </a:lnTo>
                  <a:lnTo>
                    <a:pt x="339852" y="243839"/>
                  </a:lnTo>
                  <a:lnTo>
                    <a:pt x="361187" y="271272"/>
                  </a:lnTo>
                  <a:lnTo>
                    <a:pt x="352925" y="283011"/>
                  </a:lnTo>
                  <a:lnTo>
                    <a:pt x="341947" y="290893"/>
                  </a:lnTo>
                  <a:lnTo>
                    <a:pt x="328398" y="295060"/>
                  </a:lnTo>
                  <a:lnTo>
                    <a:pt x="312420" y="295655"/>
                  </a:lnTo>
                  <a:lnTo>
                    <a:pt x="248411" y="295655"/>
                  </a:lnTo>
                  <a:lnTo>
                    <a:pt x="234410" y="292488"/>
                  </a:lnTo>
                  <a:lnTo>
                    <a:pt x="224408" y="285178"/>
                  </a:lnTo>
                  <a:lnTo>
                    <a:pt x="218408" y="273581"/>
                  </a:lnTo>
                  <a:lnTo>
                    <a:pt x="216408" y="257555"/>
                  </a:lnTo>
                  <a:lnTo>
                    <a:pt x="216408" y="35051"/>
                  </a:lnTo>
                  <a:lnTo>
                    <a:pt x="144780" y="35051"/>
                  </a:lnTo>
                  <a:lnTo>
                    <a:pt x="143637" y="88391"/>
                  </a:lnTo>
                  <a:lnTo>
                    <a:pt x="140208" y="137159"/>
                  </a:lnTo>
                  <a:lnTo>
                    <a:pt x="133540" y="182879"/>
                  </a:lnTo>
                  <a:lnTo>
                    <a:pt x="118872" y="228599"/>
                  </a:lnTo>
                  <a:lnTo>
                    <a:pt x="93726" y="273748"/>
                  </a:lnTo>
                  <a:lnTo>
                    <a:pt x="54864" y="320039"/>
                  </a:lnTo>
                  <a:lnTo>
                    <a:pt x="50292" y="315467"/>
                  </a:lnTo>
                  <a:lnTo>
                    <a:pt x="66270" y="291131"/>
                  </a:lnTo>
                  <a:lnTo>
                    <a:pt x="79819" y="268223"/>
                  </a:lnTo>
                  <a:lnTo>
                    <a:pt x="99060" y="225551"/>
                  </a:lnTo>
                  <a:lnTo>
                    <a:pt x="110299" y="184594"/>
                  </a:lnTo>
                  <a:lnTo>
                    <a:pt x="115824" y="140207"/>
                  </a:lnTo>
                  <a:lnTo>
                    <a:pt x="119253" y="91058"/>
                  </a:lnTo>
                  <a:lnTo>
                    <a:pt x="120396" y="35051"/>
                  </a:lnTo>
                  <a:lnTo>
                    <a:pt x="35052" y="35051"/>
                  </a:lnTo>
                  <a:lnTo>
                    <a:pt x="35052" y="355091"/>
                  </a:lnTo>
                  <a:lnTo>
                    <a:pt x="310896" y="355091"/>
                  </a:lnTo>
                  <a:lnTo>
                    <a:pt x="336804" y="329184"/>
                  </a:lnTo>
                  <a:lnTo>
                    <a:pt x="373380" y="365760"/>
                  </a:lnTo>
                  <a:lnTo>
                    <a:pt x="36576" y="365760"/>
                  </a:lnTo>
                  <a:lnTo>
                    <a:pt x="24384" y="380999"/>
                  </a:lnTo>
                  <a:lnTo>
                    <a:pt x="0" y="358139"/>
                  </a:lnTo>
                  <a:lnTo>
                    <a:pt x="10668" y="347472"/>
                  </a:lnTo>
                  <a:lnTo>
                    <a:pt x="10668" y="106679"/>
                  </a:lnTo>
                  <a:close/>
                </a:path>
              </a:pathLst>
            </a:custGeom>
            <a:ln w="1219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32" name="object 32"/>
          <p:cNvGrpSpPr/>
          <p:nvPr/>
        </p:nvGrpSpPr>
        <p:grpSpPr>
          <a:xfrm>
            <a:off x="7025640" y="2321051"/>
            <a:ext cx="421005" cy="394970"/>
            <a:chOff x="7025640" y="2321051"/>
            <a:chExt cx="421005" cy="394970"/>
          </a:xfrm>
        </p:grpSpPr>
        <p:sp>
          <p:nvSpPr>
            <p:cNvPr id="33" name="object 33"/>
            <p:cNvSpPr/>
            <p:nvPr/>
          </p:nvSpPr>
          <p:spPr>
            <a:xfrm>
              <a:off x="7031736" y="2327147"/>
              <a:ext cx="408940" cy="382905"/>
            </a:xfrm>
            <a:custGeom>
              <a:avLst/>
              <a:gdLst/>
              <a:ahLst/>
              <a:cxnLst/>
              <a:rect l="l" t="t" r="r" b="b"/>
              <a:pathLst>
                <a:path w="408940" h="382905">
                  <a:moveTo>
                    <a:pt x="242316" y="36576"/>
                  </a:moveTo>
                  <a:lnTo>
                    <a:pt x="225552" y="21336"/>
                  </a:lnTo>
                  <a:lnTo>
                    <a:pt x="347472" y="21336"/>
                  </a:lnTo>
                  <a:lnTo>
                    <a:pt x="359664" y="6096"/>
                  </a:lnTo>
                  <a:lnTo>
                    <a:pt x="385572" y="27432"/>
                  </a:lnTo>
                  <a:lnTo>
                    <a:pt x="379476" y="32004"/>
                  </a:lnTo>
                  <a:lnTo>
                    <a:pt x="283464" y="32004"/>
                  </a:lnTo>
                  <a:lnTo>
                    <a:pt x="272319" y="32289"/>
                  </a:lnTo>
                  <a:lnTo>
                    <a:pt x="261747" y="33147"/>
                  </a:lnTo>
                  <a:lnTo>
                    <a:pt x="251745" y="34575"/>
                  </a:lnTo>
                  <a:lnTo>
                    <a:pt x="242316" y="36576"/>
                  </a:lnTo>
                  <a:close/>
                </a:path>
                <a:path w="408940" h="382905">
                  <a:moveTo>
                    <a:pt x="375318" y="146304"/>
                  </a:moveTo>
                  <a:lnTo>
                    <a:pt x="352044" y="146304"/>
                  </a:lnTo>
                  <a:lnTo>
                    <a:pt x="352044" y="32004"/>
                  </a:lnTo>
                  <a:lnTo>
                    <a:pt x="379476" y="32004"/>
                  </a:lnTo>
                  <a:lnTo>
                    <a:pt x="373380" y="36576"/>
                  </a:lnTo>
                  <a:lnTo>
                    <a:pt x="373641" y="79176"/>
                  </a:lnTo>
                  <a:lnTo>
                    <a:pt x="374332" y="115633"/>
                  </a:lnTo>
                  <a:lnTo>
                    <a:pt x="375318" y="146304"/>
                  </a:lnTo>
                  <a:close/>
                </a:path>
                <a:path w="408940" h="382905">
                  <a:moveTo>
                    <a:pt x="368808" y="365760"/>
                  </a:moveTo>
                  <a:lnTo>
                    <a:pt x="278892" y="365760"/>
                  </a:lnTo>
                  <a:lnTo>
                    <a:pt x="258913" y="364902"/>
                  </a:lnTo>
                  <a:lnTo>
                    <a:pt x="244792" y="357759"/>
                  </a:lnTo>
                  <a:lnTo>
                    <a:pt x="236672" y="344328"/>
                  </a:lnTo>
                  <a:lnTo>
                    <a:pt x="234696" y="324612"/>
                  </a:lnTo>
                  <a:lnTo>
                    <a:pt x="234672" y="255150"/>
                  </a:lnTo>
                  <a:lnTo>
                    <a:pt x="234505" y="199834"/>
                  </a:lnTo>
                  <a:lnTo>
                    <a:pt x="234053" y="158519"/>
                  </a:lnTo>
                  <a:lnTo>
                    <a:pt x="233172" y="131064"/>
                  </a:lnTo>
                  <a:lnTo>
                    <a:pt x="257556" y="146304"/>
                  </a:lnTo>
                  <a:lnTo>
                    <a:pt x="375318" y="146304"/>
                  </a:lnTo>
                  <a:lnTo>
                    <a:pt x="375803" y="156972"/>
                  </a:lnTo>
                  <a:lnTo>
                    <a:pt x="257556" y="156972"/>
                  </a:lnTo>
                  <a:lnTo>
                    <a:pt x="257556" y="316992"/>
                  </a:lnTo>
                  <a:lnTo>
                    <a:pt x="259270" y="330755"/>
                  </a:lnTo>
                  <a:lnTo>
                    <a:pt x="264414" y="340233"/>
                  </a:lnTo>
                  <a:lnTo>
                    <a:pt x="272986" y="345709"/>
                  </a:lnTo>
                  <a:lnTo>
                    <a:pt x="284988" y="347472"/>
                  </a:lnTo>
                  <a:lnTo>
                    <a:pt x="404883" y="347472"/>
                  </a:lnTo>
                  <a:lnTo>
                    <a:pt x="401597" y="353115"/>
                  </a:lnTo>
                  <a:lnTo>
                    <a:pt x="392620" y="360997"/>
                  </a:lnTo>
                  <a:lnTo>
                    <a:pt x="381642" y="365164"/>
                  </a:lnTo>
                  <a:lnTo>
                    <a:pt x="368808" y="365760"/>
                  </a:lnTo>
                  <a:close/>
                </a:path>
                <a:path w="408940" h="382905">
                  <a:moveTo>
                    <a:pt x="352044" y="181356"/>
                  </a:moveTo>
                  <a:lnTo>
                    <a:pt x="352044" y="156972"/>
                  </a:lnTo>
                  <a:lnTo>
                    <a:pt x="375803" y="156972"/>
                  </a:lnTo>
                  <a:lnTo>
                    <a:pt x="376428" y="170688"/>
                  </a:lnTo>
                  <a:lnTo>
                    <a:pt x="352044" y="181356"/>
                  </a:lnTo>
                  <a:close/>
                </a:path>
                <a:path w="408940" h="382905">
                  <a:moveTo>
                    <a:pt x="404883" y="347472"/>
                  </a:moveTo>
                  <a:lnTo>
                    <a:pt x="364236" y="347472"/>
                  </a:lnTo>
                  <a:lnTo>
                    <a:pt x="370332" y="341376"/>
                  </a:lnTo>
                  <a:lnTo>
                    <a:pt x="371856" y="329184"/>
                  </a:lnTo>
                  <a:lnTo>
                    <a:pt x="373880" y="318944"/>
                  </a:lnTo>
                  <a:lnTo>
                    <a:pt x="375475" y="304419"/>
                  </a:lnTo>
                  <a:lnTo>
                    <a:pt x="376785" y="285892"/>
                  </a:lnTo>
                  <a:lnTo>
                    <a:pt x="377952" y="263652"/>
                  </a:lnTo>
                  <a:lnTo>
                    <a:pt x="385572" y="263652"/>
                  </a:lnTo>
                  <a:lnTo>
                    <a:pt x="388143" y="308229"/>
                  </a:lnTo>
                  <a:lnTo>
                    <a:pt x="408432" y="341376"/>
                  </a:lnTo>
                  <a:lnTo>
                    <a:pt x="404883" y="347472"/>
                  </a:lnTo>
                  <a:close/>
                </a:path>
                <a:path w="408940" h="382905">
                  <a:moveTo>
                    <a:pt x="15240" y="36576"/>
                  </a:moveTo>
                  <a:lnTo>
                    <a:pt x="0" y="21336"/>
                  </a:lnTo>
                  <a:lnTo>
                    <a:pt x="175260" y="21336"/>
                  </a:lnTo>
                  <a:lnTo>
                    <a:pt x="196596" y="0"/>
                  </a:lnTo>
                  <a:lnTo>
                    <a:pt x="224028" y="32004"/>
                  </a:lnTo>
                  <a:lnTo>
                    <a:pt x="57912" y="32004"/>
                  </a:lnTo>
                  <a:lnTo>
                    <a:pt x="46743" y="32289"/>
                  </a:lnTo>
                  <a:lnTo>
                    <a:pt x="36004" y="33147"/>
                  </a:lnTo>
                  <a:lnTo>
                    <a:pt x="25550" y="34575"/>
                  </a:lnTo>
                  <a:lnTo>
                    <a:pt x="15240" y="36576"/>
                  </a:lnTo>
                  <a:close/>
                </a:path>
                <a:path w="408940" h="382905">
                  <a:moveTo>
                    <a:pt x="100584" y="86868"/>
                  </a:moveTo>
                  <a:lnTo>
                    <a:pt x="80772" y="86868"/>
                  </a:lnTo>
                  <a:lnTo>
                    <a:pt x="80772" y="32004"/>
                  </a:lnTo>
                  <a:lnTo>
                    <a:pt x="100584" y="32004"/>
                  </a:lnTo>
                  <a:lnTo>
                    <a:pt x="100584" y="86868"/>
                  </a:lnTo>
                  <a:close/>
                </a:path>
                <a:path w="408940" h="382905">
                  <a:moveTo>
                    <a:pt x="146304" y="86868"/>
                  </a:moveTo>
                  <a:lnTo>
                    <a:pt x="124968" y="86868"/>
                  </a:lnTo>
                  <a:lnTo>
                    <a:pt x="124968" y="32004"/>
                  </a:lnTo>
                  <a:lnTo>
                    <a:pt x="146304" y="32004"/>
                  </a:lnTo>
                  <a:lnTo>
                    <a:pt x="146304" y="86868"/>
                  </a:lnTo>
                  <a:close/>
                </a:path>
                <a:path w="408940" h="382905">
                  <a:moveTo>
                    <a:pt x="203345" y="86868"/>
                  </a:moveTo>
                  <a:lnTo>
                    <a:pt x="173736" y="86868"/>
                  </a:lnTo>
                  <a:lnTo>
                    <a:pt x="185928" y="71628"/>
                  </a:lnTo>
                  <a:lnTo>
                    <a:pt x="203345" y="86868"/>
                  </a:lnTo>
                  <a:close/>
                </a:path>
                <a:path w="408940" h="382905">
                  <a:moveTo>
                    <a:pt x="25908" y="382524"/>
                  </a:moveTo>
                  <a:lnTo>
                    <a:pt x="26789" y="353139"/>
                  </a:lnTo>
                  <a:lnTo>
                    <a:pt x="27241" y="317754"/>
                  </a:lnTo>
                  <a:lnTo>
                    <a:pt x="27353" y="169545"/>
                  </a:lnTo>
                  <a:lnTo>
                    <a:pt x="27241" y="141351"/>
                  </a:lnTo>
                  <a:lnTo>
                    <a:pt x="26789" y="104536"/>
                  </a:lnTo>
                  <a:lnTo>
                    <a:pt x="25908" y="73152"/>
                  </a:lnTo>
                  <a:lnTo>
                    <a:pt x="50292" y="86868"/>
                  </a:lnTo>
                  <a:lnTo>
                    <a:pt x="203345" y="86868"/>
                  </a:lnTo>
                  <a:lnTo>
                    <a:pt x="210312" y="92964"/>
                  </a:lnTo>
                  <a:lnTo>
                    <a:pt x="205086" y="97536"/>
                  </a:lnTo>
                  <a:lnTo>
                    <a:pt x="50292" y="97536"/>
                  </a:lnTo>
                  <a:lnTo>
                    <a:pt x="50292" y="216407"/>
                  </a:lnTo>
                  <a:lnTo>
                    <a:pt x="61088" y="216407"/>
                  </a:lnTo>
                  <a:lnTo>
                    <a:pt x="50292" y="227076"/>
                  </a:lnTo>
                  <a:lnTo>
                    <a:pt x="50292" y="251459"/>
                  </a:lnTo>
                  <a:lnTo>
                    <a:pt x="198684" y="251459"/>
                  </a:lnTo>
                  <a:lnTo>
                    <a:pt x="198775" y="262128"/>
                  </a:lnTo>
                  <a:lnTo>
                    <a:pt x="50292" y="262128"/>
                  </a:lnTo>
                  <a:lnTo>
                    <a:pt x="50292" y="327660"/>
                  </a:lnTo>
                  <a:lnTo>
                    <a:pt x="199356" y="327660"/>
                  </a:lnTo>
                  <a:lnTo>
                    <a:pt x="199456" y="338328"/>
                  </a:lnTo>
                  <a:lnTo>
                    <a:pt x="50292" y="338328"/>
                  </a:lnTo>
                  <a:lnTo>
                    <a:pt x="50292" y="374904"/>
                  </a:lnTo>
                  <a:lnTo>
                    <a:pt x="25908" y="382524"/>
                  </a:lnTo>
                  <a:close/>
                </a:path>
                <a:path w="408940" h="382905">
                  <a:moveTo>
                    <a:pt x="61088" y="216407"/>
                  </a:moveTo>
                  <a:lnTo>
                    <a:pt x="50292" y="216407"/>
                  </a:lnTo>
                  <a:lnTo>
                    <a:pt x="63412" y="196119"/>
                  </a:lnTo>
                  <a:lnTo>
                    <a:pt x="72961" y="169545"/>
                  </a:lnTo>
                  <a:lnTo>
                    <a:pt x="78795" y="136683"/>
                  </a:lnTo>
                  <a:lnTo>
                    <a:pt x="80772" y="97536"/>
                  </a:lnTo>
                  <a:lnTo>
                    <a:pt x="100584" y="97536"/>
                  </a:lnTo>
                  <a:lnTo>
                    <a:pt x="97440" y="140708"/>
                  </a:lnTo>
                  <a:lnTo>
                    <a:pt x="88011" y="176593"/>
                  </a:lnTo>
                  <a:lnTo>
                    <a:pt x="72294" y="205335"/>
                  </a:lnTo>
                  <a:lnTo>
                    <a:pt x="61088" y="216407"/>
                  </a:lnTo>
                  <a:close/>
                </a:path>
                <a:path w="408940" h="382905">
                  <a:moveTo>
                    <a:pt x="198684" y="251459"/>
                  </a:moveTo>
                  <a:lnTo>
                    <a:pt x="175260" y="251459"/>
                  </a:lnTo>
                  <a:lnTo>
                    <a:pt x="175260" y="213359"/>
                  </a:lnTo>
                  <a:lnTo>
                    <a:pt x="150876" y="213359"/>
                  </a:lnTo>
                  <a:lnTo>
                    <a:pt x="124968" y="97536"/>
                  </a:lnTo>
                  <a:lnTo>
                    <a:pt x="146304" y="97536"/>
                  </a:lnTo>
                  <a:lnTo>
                    <a:pt x="146304" y="188976"/>
                  </a:lnTo>
                  <a:lnTo>
                    <a:pt x="150876" y="193548"/>
                  </a:lnTo>
                  <a:lnTo>
                    <a:pt x="198343" y="193548"/>
                  </a:lnTo>
                  <a:lnTo>
                    <a:pt x="198684" y="251459"/>
                  </a:lnTo>
                  <a:close/>
                </a:path>
                <a:path w="408940" h="382905">
                  <a:moveTo>
                    <a:pt x="198343" y="193548"/>
                  </a:moveTo>
                  <a:lnTo>
                    <a:pt x="175260" y="193548"/>
                  </a:lnTo>
                  <a:lnTo>
                    <a:pt x="175260" y="97536"/>
                  </a:lnTo>
                  <a:lnTo>
                    <a:pt x="205086" y="97536"/>
                  </a:lnTo>
                  <a:lnTo>
                    <a:pt x="198120" y="103632"/>
                  </a:lnTo>
                  <a:lnTo>
                    <a:pt x="198317" y="188976"/>
                  </a:lnTo>
                  <a:lnTo>
                    <a:pt x="198343" y="193548"/>
                  </a:lnTo>
                  <a:close/>
                </a:path>
                <a:path w="408940" h="382905">
                  <a:moveTo>
                    <a:pt x="199356" y="327660"/>
                  </a:moveTo>
                  <a:lnTo>
                    <a:pt x="175260" y="327660"/>
                  </a:lnTo>
                  <a:lnTo>
                    <a:pt x="175260" y="262128"/>
                  </a:lnTo>
                  <a:lnTo>
                    <a:pt x="198775" y="262128"/>
                  </a:lnTo>
                  <a:lnTo>
                    <a:pt x="199356" y="327660"/>
                  </a:lnTo>
                  <a:close/>
                </a:path>
                <a:path w="408940" h="382905">
                  <a:moveTo>
                    <a:pt x="175260" y="381000"/>
                  </a:moveTo>
                  <a:lnTo>
                    <a:pt x="175260" y="338328"/>
                  </a:lnTo>
                  <a:lnTo>
                    <a:pt x="199456" y="338328"/>
                  </a:lnTo>
                  <a:lnTo>
                    <a:pt x="199644" y="368808"/>
                  </a:lnTo>
                  <a:lnTo>
                    <a:pt x="175260" y="38100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" name="object 34"/>
            <p:cNvSpPr/>
            <p:nvPr/>
          </p:nvSpPr>
          <p:spPr>
            <a:xfrm>
              <a:off x="7257288" y="2333243"/>
              <a:ext cx="182880" cy="360045"/>
            </a:xfrm>
            <a:custGeom>
              <a:avLst/>
              <a:gdLst/>
              <a:ahLst/>
              <a:cxnLst/>
              <a:rect l="l" t="t" r="r" b="b"/>
              <a:pathLst>
                <a:path w="182879" h="360044">
                  <a:moveTo>
                    <a:pt x="147827" y="30479"/>
                  </a:moveTo>
                  <a:lnTo>
                    <a:pt x="148089" y="73080"/>
                  </a:lnTo>
                  <a:lnTo>
                    <a:pt x="148780" y="109537"/>
                  </a:lnTo>
                  <a:lnTo>
                    <a:pt x="149756" y="139993"/>
                  </a:lnTo>
                  <a:lnTo>
                    <a:pt x="150875" y="164591"/>
                  </a:lnTo>
                  <a:lnTo>
                    <a:pt x="126491" y="175259"/>
                  </a:lnTo>
                  <a:lnTo>
                    <a:pt x="126491" y="150875"/>
                  </a:lnTo>
                  <a:lnTo>
                    <a:pt x="32003" y="150875"/>
                  </a:lnTo>
                  <a:lnTo>
                    <a:pt x="32003" y="310896"/>
                  </a:lnTo>
                  <a:lnTo>
                    <a:pt x="33718" y="324659"/>
                  </a:lnTo>
                  <a:lnTo>
                    <a:pt x="38861" y="334136"/>
                  </a:lnTo>
                  <a:lnTo>
                    <a:pt x="47434" y="339613"/>
                  </a:lnTo>
                  <a:lnTo>
                    <a:pt x="59435" y="341375"/>
                  </a:lnTo>
                  <a:lnTo>
                    <a:pt x="129539" y="341375"/>
                  </a:lnTo>
                  <a:lnTo>
                    <a:pt x="138683" y="341375"/>
                  </a:lnTo>
                  <a:lnTo>
                    <a:pt x="144779" y="335279"/>
                  </a:lnTo>
                  <a:lnTo>
                    <a:pt x="146303" y="323087"/>
                  </a:lnTo>
                  <a:lnTo>
                    <a:pt x="148328" y="312848"/>
                  </a:lnTo>
                  <a:lnTo>
                    <a:pt x="149923" y="298323"/>
                  </a:lnTo>
                  <a:lnTo>
                    <a:pt x="151233" y="279796"/>
                  </a:lnTo>
                  <a:lnTo>
                    <a:pt x="152399" y="257555"/>
                  </a:lnTo>
                  <a:lnTo>
                    <a:pt x="160019" y="257555"/>
                  </a:lnTo>
                  <a:lnTo>
                    <a:pt x="162591" y="302132"/>
                  </a:lnTo>
                  <a:lnTo>
                    <a:pt x="182879" y="335279"/>
                  </a:lnTo>
                  <a:lnTo>
                    <a:pt x="176045" y="347019"/>
                  </a:lnTo>
                  <a:lnTo>
                    <a:pt x="167068" y="354901"/>
                  </a:lnTo>
                  <a:lnTo>
                    <a:pt x="156090" y="359068"/>
                  </a:lnTo>
                  <a:lnTo>
                    <a:pt x="143255" y="359664"/>
                  </a:lnTo>
                  <a:lnTo>
                    <a:pt x="53339" y="359664"/>
                  </a:lnTo>
                  <a:lnTo>
                    <a:pt x="11120" y="338232"/>
                  </a:lnTo>
                  <a:lnTo>
                    <a:pt x="9120" y="249054"/>
                  </a:lnTo>
                  <a:lnTo>
                    <a:pt x="8953" y="193738"/>
                  </a:lnTo>
                  <a:lnTo>
                    <a:pt x="8501" y="152423"/>
                  </a:lnTo>
                  <a:lnTo>
                    <a:pt x="7619" y="124967"/>
                  </a:lnTo>
                  <a:lnTo>
                    <a:pt x="32003" y="140207"/>
                  </a:lnTo>
                  <a:lnTo>
                    <a:pt x="126491" y="140207"/>
                  </a:lnTo>
                  <a:lnTo>
                    <a:pt x="126491" y="25907"/>
                  </a:lnTo>
                  <a:lnTo>
                    <a:pt x="57911" y="25907"/>
                  </a:lnTo>
                  <a:lnTo>
                    <a:pt x="46767" y="26193"/>
                  </a:lnTo>
                  <a:lnTo>
                    <a:pt x="36194" y="27050"/>
                  </a:lnTo>
                  <a:lnTo>
                    <a:pt x="26193" y="28479"/>
                  </a:lnTo>
                  <a:lnTo>
                    <a:pt x="16763" y="30479"/>
                  </a:lnTo>
                  <a:lnTo>
                    <a:pt x="0" y="15239"/>
                  </a:lnTo>
                  <a:lnTo>
                    <a:pt x="121919" y="15239"/>
                  </a:lnTo>
                  <a:lnTo>
                    <a:pt x="134111" y="0"/>
                  </a:lnTo>
                  <a:lnTo>
                    <a:pt x="160019" y="21335"/>
                  </a:lnTo>
                  <a:lnTo>
                    <a:pt x="147827" y="30479"/>
                  </a:lnTo>
                  <a:close/>
                </a:path>
              </a:pathLst>
            </a:custGeom>
            <a:ln w="1219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" name="object 35"/>
            <p:cNvSpPr/>
            <p:nvPr/>
          </p:nvSpPr>
          <p:spPr>
            <a:xfrm>
              <a:off x="7031736" y="2327147"/>
              <a:ext cx="224154" cy="382905"/>
            </a:xfrm>
            <a:custGeom>
              <a:avLst/>
              <a:gdLst/>
              <a:ahLst/>
              <a:cxnLst/>
              <a:rect l="l" t="t" r="r" b="b"/>
              <a:pathLst>
                <a:path w="224154" h="382905">
                  <a:moveTo>
                    <a:pt x="198119" y="103632"/>
                  </a:moveTo>
                  <a:lnTo>
                    <a:pt x="198278" y="182270"/>
                  </a:lnTo>
                  <a:lnTo>
                    <a:pt x="198656" y="248107"/>
                  </a:lnTo>
                  <a:lnTo>
                    <a:pt x="199107" y="301142"/>
                  </a:lnTo>
                  <a:lnTo>
                    <a:pt x="199485" y="341376"/>
                  </a:lnTo>
                  <a:lnTo>
                    <a:pt x="199643" y="368808"/>
                  </a:lnTo>
                  <a:lnTo>
                    <a:pt x="175259" y="381000"/>
                  </a:lnTo>
                  <a:lnTo>
                    <a:pt x="175259" y="338327"/>
                  </a:lnTo>
                  <a:lnTo>
                    <a:pt x="50291" y="338327"/>
                  </a:lnTo>
                  <a:lnTo>
                    <a:pt x="50291" y="374904"/>
                  </a:lnTo>
                  <a:lnTo>
                    <a:pt x="25907" y="382524"/>
                  </a:lnTo>
                  <a:lnTo>
                    <a:pt x="26789" y="353139"/>
                  </a:lnTo>
                  <a:lnTo>
                    <a:pt x="27241" y="317754"/>
                  </a:lnTo>
                  <a:lnTo>
                    <a:pt x="27408" y="276653"/>
                  </a:lnTo>
                  <a:lnTo>
                    <a:pt x="27431" y="230124"/>
                  </a:lnTo>
                  <a:lnTo>
                    <a:pt x="27408" y="183308"/>
                  </a:lnTo>
                  <a:lnTo>
                    <a:pt x="27241" y="141351"/>
                  </a:lnTo>
                  <a:lnTo>
                    <a:pt x="26789" y="104536"/>
                  </a:lnTo>
                  <a:lnTo>
                    <a:pt x="25907" y="73152"/>
                  </a:lnTo>
                  <a:lnTo>
                    <a:pt x="50291" y="86868"/>
                  </a:lnTo>
                  <a:lnTo>
                    <a:pt x="80771" y="86868"/>
                  </a:lnTo>
                  <a:lnTo>
                    <a:pt x="80771" y="32004"/>
                  </a:lnTo>
                  <a:lnTo>
                    <a:pt x="57911" y="32004"/>
                  </a:lnTo>
                  <a:lnTo>
                    <a:pt x="46743" y="32289"/>
                  </a:lnTo>
                  <a:lnTo>
                    <a:pt x="36004" y="33147"/>
                  </a:lnTo>
                  <a:lnTo>
                    <a:pt x="25550" y="34575"/>
                  </a:lnTo>
                  <a:lnTo>
                    <a:pt x="15239" y="36576"/>
                  </a:lnTo>
                  <a:lnTo>
                    <a:pt x="0" y="21336"/>
                  </a:lnTo>
                  <a:lnTo>
                    <a:pt x="175259" y="21336"/>
                  </a:lnTo>
                  <a:lnTo>
                    <a:pt x="196595" y="0"/>
                  </a:lnTo>
                  <a:lnTo>
                    <a:pt x="224027" y="32004"/>
                  </a:lnTo>
                  <a:lnTo>
                    <a:pt x="146303" y="32004"/>
                  </a:lnTo>
                  <a:lnTo>
                    <a:pt x="146303" y="86868"/>
                  </a:lnTo>
                  <a:lnTo>
                    <a:pt x="173735" y="86868"/>
                  </a:lnTo>
                  <a:lnTo>
                    <a:pt x="185927" y="71628"/>
                  </a:lnTo>
                  <a:lnTo>
                    <a:pt x="210311" y="92964"/>
                  </a:lnTo>
                  <a:lnTo>
                    <a:pt x="198119" y="103632"/>
                  </a:lnTo>
                  <a:close/>
                </a:path>
              </a:pathLst>
            </a:custGeom>
            <a:ln w="1219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36" name="object 36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7075932" y="2353055"/>
              <a:ext cx="137160" cy="307848"/>
            </a:xfrm>
            <a:prstGeom prst="rect">
              <a:avLst/>
            </a:prstGeom>
          </p:spPr>
        </p:pic>
      </p:grpSp>
      <p:sp>
        <p:nvSpPr>
          <p:cNvPr id="37" name="object 37"/>
          <p:cNvSpPr/>
          <p:nvPr/>
        </p:nvSpPr>
        <p:spPr>
          <a:xfrm>
            <a:off x="7569422" y="2362200"/>
            <a:ext cx="60325" cy="292735"/>
          </a:xfrm>
          <a:custGeom>
            <a:avLst/>
            <a:gdLst/>
            <a:ahLst/>
            <a:cxnLst/>
            <a:rect l="l" t="t" r="r" b="b"/>
            <a:pathLst>
              <a:path w="60325" h="292735">
                <a:moveTo>
                  <a:pt x="33813" y="292608"/>
                </a:moveTo>
                <a:lnTo>
                  <a:pt x="26193" y="292608"/>
                </a:lnTo>
                <a:lnTo>
                  <a:pt x="20097" y="291084"/>
                </a:lnTo>
                <a:lnTo>
                  <a:pt x="0" y="256222"/>
                </a:lnTo>
                <a:lnTo>
                  <a:pt x="1428" y="249936"/>
                </a:lnTo>
                <a:lnTo>
                  <a:pt x="4572" y="244792"/>
                </a:lnTo>
                <a:lnTo>
                  <a:pt x="9429" y="240792"/>
                </a:lnTo>
                <a:lnTo>
                  <a:pt x="17049" y="236220"/>
                </a:lnTo>
                <a:lnTo>
                  <a:pt x="23145" y="233172"/>
                </a:lnTo>
                <a:lnTo>
                  <a:pt x="35337" y="233172"/>
                </a:lnTo>
                <a:lnTo>
                  <a:pt x="41433" y="236220"/>
                </a:lnTo>
                <a:lnTo>
                  <a:pt x="49053" y="240792"/>
                </a:lnTo>
                <a:lnTo>
                  <a:pt x="55149" y="245364"/>
                </a:lnTo>
                <a:lnTo>
                  <a:pt x="59721" y="252984"/>
                </a:lnTo>
                <a:lnTo>
                  <a:pt x="59721" y="272796"/>
                </a:lnTo>
                <a:lnTo>
                  <a:pt x="55149" y="280416"/>
                </a:lnTo>
                <a:lnTo>
                  <a:pt x="39909" y="289560"/>
                </a:lnTo>
                <a:lnTo>
                  <a:pt x="33813" y="292608"/>
                </a:lnTo>
                <a:close/>
              </a:path>
              <a:path w="60325" h="292735">
                <a:moveTo>
                  <a:pt x="30765" y="208788"/>
                </a:moveTo>
                <a:lnTo>
                  <a:pt x="19835" y="164425"/>
                </a:lnTo>
                <a:lnTo>
                  <a:pt x="11525" y="94130"/>
                </a:lnTo>
                <a:lnTo>
                  <a:pt x="6953" y="44457"/>
                </a:lnTo>
                <a:lnTo>
                  <a:pt x="6381" y="30480"/>
                </a:lnTo>
                <a:lnTo>
                  <a:pt x="6953" y="21955"/>
                </a:lnTo>
                <a:lnTo>
                  <a:pt x="27717" y="0"/>
                </a:lnTo>
                <a:lnTo>
                  <a:pt x="35337" y="0"/>
                </a:lnTo>
                <a:lnTo>
                  <a:pt x="53959" y="23693"/>
                </a:lnTo>
                <a:lnTo>
                  <a:pt x="53625" y="32004"/>
                </a:lnTo>
                <a:lnTo>
                  <a:pt x="52839" y="45100"/>
                </a:lnTo>
                <a:lnTo>
                  <a:pt x="50768" y="65913"/>
                </a:lnTo>
                <a:lnTo>
                  <a:pt x="47839" y="94154"/>
                </a:lnTo>
                <a:lnTo>
                  <a:pt x="44481" y="129540"/>
                </a:lnTo>
                <a:lnTo>
                  <a:pt x="41052" y="164425"/>
                </a:lnTo>
                <a:lnTo>
                  <a:pt x="37623" y="189166"/>
                </a:lnTo>
                <a:lnTo>
                  <a:pt x="34194" y="203906"/>
                </a:lnTo>
                <a:lnTo>
                  <a:pt x="30765" y="20878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" name="object 38"/>
          <p:cNvSpPr/>
          <p:nvPr/>
        </p:nvSpPr>
        <p:spPr>
          <a:xfrm>
            <a:off x="1751075" y="3089148"/>
            <a:ext cx="155575" cy="155575"/>
          </a:xfrm>
          <a:custGeom>
            <a:avLst/>
            <a:gdLst/>
            <a:ahLst/>
            <a:cxnLst/>
            <a:rect l="l" t="t" r="r" b="b"/>
            <a:pathLst>
              <a:path w="155575" h="155575">
                <a:moveTo>
                  <a:pt x="155448" y="155448"/>
                </a:moveTo>
                <a:lnTo>
                  <a:pt x="0" y="155448"/>
                </a:lnTo>
                <a:lnTo>
                  <a:pt x="0" y="0"/>
                </a:lnTo>
                <a:lnTo>
                  <a:pt x="155448" y="0"/>
                </a:lnTo>
                <a:lnTo>
                  <a:pt x="155448" y="155448"/>
                </a:lnTo>
                <a:close/>
              </a:path>
            </a:pathLst>
          </a:custGeom>
          <a:solidFill>
            <a:srgbClr val="3333CC"/>
          </a:solidFill>
        </p:spPr>
        <p:txBody>
          <a:bodyPr wrap="square" lIns="0" tIns="0" rIns="0" bIns="0" rtlCol="0"/>
          <a:lstStyle/>
          <a:p>
            <a:endParaRPr/>
          </a:p>
        </p:txBody>
      </p:sp>
      <p:pic>
        <p:nvPicPr>
          <p:cNvPr id="39" name="object 39"/>
          <p:cNvPicPr/>
          <p:nvPr/>
        </p:nvPicPr>
        <p:blipFill>
          <a:blip r:embed="rId7" cstate="print"/>
          <a:stretch>
            <a:fillRect/>
          </a:stretch>
        </p:blipFill>
        <p:spPr>
          <a:xfrm>
            <a:off x="2174748" y="2895600"/>
            <a:ext cx="4009644" cy="413004"/>
          </a:xfrm>
          <a:prstGeom prst="rect">
            <a:avLst/>
          </a:prstGeom>
        </p:spPr>
      </p:pic>
      <p:sp>
        <p:nvSpPr>
          <p:cNvPr id="40" name="object 40"/>
          <p:cNvSpPr/>
          <p:nvPr/>
        </p:nvSpPr>
        <p:spPr>
          <a:xfrm>
            <a:off x="1751075" y="3677411"/>
            <a:ext cx="155575" cy="155575"/>
          </a:xfrm>
          <a:custGeom>
            <a:avLst/>
            <a:gdLst/>
            <a:ahLst/>
            <a:cxnLst/>
            <a:rect l="l" t="t" r="r" b="b"/>
            <a:pathLst>
              <a:path w="155575" h="155575">
                <a:moveTo>
                  <a:pt x="155448" y="155448"/>
                </a:moveTo>
                <a:lnTo>
                  <a:pt x="0" y="155448"/>
                </a:lnTo>
                <a:lnTo>
                  <a:pt x="0" y="0"/>
                </a:lnTo>
                <a:lnTo>
                  <a:pt x="155448" y="0"/>
                </a:lnTo>
                <a:lnTo>
                  <a:pt x="155448" y="155448"/>
                </a:lnTo>
                <a:close/>
              </a:path>
            </a:pathLst>
          </a:custGeom>
          <a:solidFill>
            <a:srgbClr val="3333C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" name="object 41"/>
          <p:cNvSpPr/>
          <p:nvPr/>
        </p:nvSpPr>
        <p:spPr>
          <a:xfrm>
            <a:off x="2130551" y="3489959"/>
            <a:ext cx="387350" cy="405765"/>
          </a:xfrm>
          <a:custGeom>
            <a:avLst/>
            <a:gdLst/>
            <a:ahLst/>
            <a:cxnLst/>
            <a:rect l="l" t="t" r="r" b="b"/>
            <a:pathLst>
              <a:path w="387350" h="405764">
                <a:moveTo>
                  <a:pt x="383394" y="92964"/>
                </a:moveTo>
                <a:lnTo>
                  <a:pt x="347472" y="92964"/>
                </a:lnTo>
                <a:lnTo>
                  <a:pt x="361188" y="74676"/>
                </a:lnTo>
                <a:lnTo>
                  <a:pt x="383394" y="92964"/>
                </a:lnTo>
                <a:close/>
              </a:path>
              <a:path w="387350" h="405764">
                <a:moveTo>
                  <a:pt x="227076" y="382524"/>
                </a:moveTo>
                <a:lnTo>
                  <a:pt x="227957" y="359163"/>
                </a:lnTo>
                <a:lnTo>
                  <a:pt x="228409" y="339661"/>
                </a:lnTo>
                <a:lnTo>
                  <a:pt x="228490" y="332232"/>
                </a:lnTo>
                <a:lnTo>
                  <a:pt x="228576" y="127254"/>
                </a:lnTo>
                <a:lnTo>
                  <a:pt x="228409" y="111252"/>
                </a:lnTo>
                <a:lnTo>
                  <a:pt x="227957" y="95249"/>
                </a:lnTo>
                <a:lnTo>
                  <a:pt x="227076" y="79247"/>
                </a:lnTo>
                <a:lnTo>
                  <a:pt x="251460" y="92964"/>
                </a:lnTo>
                <a:lnTo>
                  <a:pt x="383394" y="92964"/>
                </a:lnTo>
                <a:lnTo>
                  <a:pt x="387096" y="96012"/>
                </a:lnTo>
                <a:lnTo>
                  <a:pt x="378523" y="103632"/>
                </a:lnTo>
                <a:lnTo>
                  <a:pt x="251460" y="103632"/>
                </a:lnTo>
                <a:lnTo>
                  <a:pt x="251460" y="321564"/>
                </a:lnTo>
                <a:lnTo>
                  <a:pt x="373504" y="321564"/>
                </a:lnTo>
                <a:lnTo>
                  <a:pt x="373570" y="327088"/>
                </a:lnTo>
                <a:lnTo>
                  <a:pt x="373711" y="332232"/>
                </a:lnTo>
                <a:lnTo>
                  <a:pt x="251460" y="332232"/>
                </a:lnTo>
                <a:lnTo>
                  <a:pt x="251460" y="370332"/>
                </a:lnTo>
                <a:lnTo>
                  <a:pt x="227076" y="382524"/>
                </a:lnTo>
                <a:close/>
              </a:path>
              <a:path w="387350" h="405764">
                <a:moveTo>
                  <a:pt x="373504" y="321564"/>
                </a:moveTo>
                <a:lnTo>
                  <a:pt x="350520" y="321564"/>
                </a:lnTo>
                <a:lnTo>
                  <a:pt x="350520" y="103632"/>
                </a:lnTo>
                <a:lnTo>
                  <a:pt x="378523" y="103632"/>
                </a:lnTo>
                <a:lnTo>
                  <a:pt x="373380" y="108204"/>
                </a:lnTo>
                <a:lnTo>
                  <a:pt x="373504" y="321564"/>
                </a:lnTo>
                <a:close/>
              </a:path>
              <a:path w="387350" h="405764">
                <a:moveTo>
                  <a:pt x="350520" y="373380"/>
                </a:moveTo>
                <a:lnTo>
                  <a:pt x="350520" y="332232"/>
                </a:lnTo>
                <a:lnTo>
                  <a:pt x="373711" y="332232"/>
                </a:lnTo>
                <a:lnTo>
                  <a:pt x="374022" y="343542"/>
                </a:lnTo>
                <a:lnTo>
                  <a:pt x="374904" y="362712"/>
                </a:lnTo>
                <a:lnTo>
                  <a:pt x="350520" y="373380"/>
                </a:lnTo>
                <a:close/>
              </a:path>
              <a:path w="387350" h="405764">
                <a:moveTo>
                  <a:pt x="97536" y="108204"/>
                </a:moveTo>
                <a:lnTo>
                  <a:pt x="73152" y="108204"/>
                </a:lnTo>
                <a:lnTo>
                  <a:pt x="78533" y="76723"/>
                </a:lnTo>
                <a:lnTo>
                  <a:pt x="83058" y="48387"/>
                </a:lnTo>
                <a:lnTo>
                  <a:pt x="86439" y="22907"/>
                </a:lnTo>
                <a:lnTo>
                  <a:pt x="88392" y="0"/>
                </a:lnTo>
                <a:lnTo>
                  <a:pt x="129540" y="19812"/>
                </a:lnTo>
                <a:lnTo>
                  <a:pt x="114300" y="30480"/>
                </a:lnTo>
                <a:lnTo>
                  <a:pt x="110609" y="45624"/>
                </a:lnTo>
                <a:lnTo>
                  <a:pt x="106489" y="63627"/>
                </a:lnTo>
                <a:lnTo>
                  <a:pt x="102084" y="84486"/>
                </a:lnTo>
                <a:lnTo>
                  <a:pt x="97536" y="108204"/>
                </a:lnTo>
                <a:close/>
              </a:path>
              <a:path w="387350" h="405764">
                <a:moveTo>
                  <a:pt x="16764" y="123444"/>
                </a:moveTo>
                <a:lnTo>
                  <a:pt x="1524" y="108204"/>
                </a:lnTo>
                <a:lnTo>
                  <a:pt x="163068" y="108204"/>
                </a:lnTo>
                <a:lnTo>
                  <a:pt x="173736" y="89916"/>
                </a:lnTo>
                <a:lnTo>
                  <a:pt x="202692" y="109728"/>
                </a:lnTo>
                <a:lnTo>
                  <a:pt x="192405" y="118871"/>
                </a:lnTo>
                <a:lnTo>
                  <a:pt x="59436" y="118871"/>
                </a:lnTo>
                <a:lnTo>
                  <a:pt x="48267" y="119157"/>
                </a:lnTo>
                <a:lnTo>
                  <a:pt x="37528" y="120014"/>
                </a:lnTo>
                <a:lnTo>
                  <a:pt x="27074" y="121443"/>
                </a:lnTo>
                <a:lnTo>
                  <a:pt x="16764" y="123444"/>
                </a:lnTo>
                <a:close/>
              </a:path>
              <a:path w="387350" h="405764">
                <a:moveTo>
                  <a:pt x="3048" y="405384"/>
                </a:moveTo>
                <a:lnTo>
                  <a:pt x="0" y="400812"/>
                </a:lnTo>
                <a:lnTo>
                  <a:pt x="39409" y="381095"/>
                </a:lnTo>
                <a:lnTo>
                  <a:pt x="72961" y="358521"/>
                </a:lnTo>
                <a:lnTo>
                  <a:pt x="100512" y="333089"/>
                </a:lnTo>
                <a:lnTo>
                  <a:pt x="121920" y="304800"/>
                </a:lnTo>
                <a:lnTo>
                  <a:pt x="96797" y="294489"/>
                </a:lnTo>
                <a:lnTo>
                  <a:pt x="74104" y="286321"/>
                </a:lnTo>
                <a:lnTo>
                  <a:pt x="53982" y="280154"/>
                </a:lnTo>
                <a:lnTo>
                  <a:pt x="36576" y="275844"/>
                </a:lnTo>
                <a:lnTo>
                  <a:pt x="43981" y="245530"/>
                </a:lnTo>
                <a:lnTo>
                  <a:pt x="52387" y="209359"/>
                </a:lnTo>
                <a:lnTo>
                  <a:pt x="61650" y="167187"/>
                </a:lnTo>
                <a:lnTo>
                  <a:pt x="71628" y="118871"/>
                </a:lnTo>
                <a:lnTo>
                  <a:pt x="96012" y="118871"/>
                </a:lnTo>
                <a:lnTo>
                  <a:pt x="88820" y="148875"/>
                </a:lnTo>
                <a:lnTo>
                  <a:pt x="80772" y="184023"/>
                </a:lnTo>
                <a:lnTo>
                  <a:pt x="71580" y="224313"/>
                </a:lnTo>
                <a:lnTo>
                  <a:pt x="60960" y="269748"/>
                </a:lnTo>
                <a:lnTo>
                  <a:pt x="85915" y="276796"/>
                </a:lnTo>
                <a:lnTo>
                  <a:pt x="104894" y="282392"/>
                </a:lnTo>
                <a:lnTo>
                  <a:pt x="128016" y="289560"/>
                </a:lnTo>
                <a:lnTo>
                  <a:pt x="152961" y="289560"/>
                </a:lnTo>
                <a:lnTo>
                  <a:pt x="150876" y="295656"/>
                </a:lnTo>
                <a:lnTo>
                  <a:pt x="169425" y="304490"/>
                </a:lnTo>
                <a:lnTo>
                  <a:pt x="183832" y="312610"/>
                </a:lnTo>
                <a:lnTo>
                  <a:pt x="187814" y="315468"/>
                </a:lnTo>
                <a:lnTo>
                  <a:pt x="140208" y="315468"/>
                </a:lnTo>
                <a:lnTo>
                  <a:pt x="112776" y="345805"/>
                </a:lnTo>
                <a:lnTo>
                  <a:pt x="80772" y="370713"/>
                </a:lnTo>
                <a:lnTo>
                  <a:pt x="44196" y="390477"/>
                </a:lnTo>
                <a:lnTo>
                  <a:pt x="3048" y="405384"/>
                </a:lnTo>
                <a:close/>
              </a:path>
              <a:path w="387350" h="405764">
                <a:moveTo>
                  <a:pt x="152961" y="289560"/>
                </a:moveTo>
                <a:lnTo>
                  <a:pt x="128016" y="289560"/>
                </a:lnTo>
                <a:lnTo>
                  <a:pt x="138017" y="259246"/>
                </a:lnTo>
                <a:lnTo>
                  <a:pt x="147447" y="220789"/>
                </a:lnTo>
                <a:lnTo>
                  <a:pt x="156305" y="174045"/>
                </a:lnTo>
                <a:lnTo>
                  <a:pt x="164592" y="118871"/>
                </a:lnTo>
                <a:lnTo>
                  <a:pt x="192405" y="118871"/>
                </a:lnTo>
                <a:lnTo>
                  <a:pt x="188976" y="121920"/>
                </a:lnTo>
                <a:lnTo>
                  <a:pt x="180451" y="178427"/>
                </a:lnTo>
                <a:lnTo>
                  <a:pt x="171069" y="226504"/>
                </a:lnTo>
                <a:lnTo>
                  <a:pt x="161115" y="265723"/>
                </a:lnTo>
                <a:lnTo>
                  <a:pt x="152961" y="289560"/>
                </a:lnTo>
                <a:close/>
              </a:path>
              <a:path w="387350" h="405764">
                <a:moveTo>
                  <a:pt x="201168" y="362712"/>
                </a:moveTo>
                <a:lnTo>
                  <a:pt x="195072" y="362712"/>
                </a:lnTo>
                <a:lnTo>
                  <a:pt x="190500" y="359664"/>
                </a:lnTo>
                <a:lnTo>
                  <a:pt x="185928" y="353568"/>
                </a:lnTo>
                <a:lnTo>
                  <a:pt x="177927" y="344400"/>
                </a:lnTo>
                <a:lnTo>
                  <a:pt x="167640" y="335089"/>
                </a:lnTo>
                <a:lnTo>
                  <a:pt x="155067" y="325493"/>
                </a:lnTo>
                <a:lnTo>
                  <a:pt x="140208" y="315468"/>
                </a:lnTo>
                <a:lnTo>
                  <a:pt x="187814" y="315468"/>
                </a:lnTo>
                <a:lnTo>
                  <a:pt x="204750" y="344400"/>
                </a:lnTo>
                <a:lnTo>
                  <a:pt x="204685" y="345805"/>
                </a:lnTo>
                <a:lnTo>
                  <a:pt x="204216" y="350520"/>
                </a:lnTo>
                <a:lnTo>
                  <a:pt x="202692" y="358140"/>
                </a:lnTo>
                <a:lnTo>
                  <a:pt x="201168" y="36271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" name="object 42"/>
          <p:cNvSpPr/>
          <p:nvPr/>
        </p:nvSpPr>
        <p:spPr>
          <a:xfrm>
            <a:off x="2577084" y="3486911"/>
            <a:ext cx="1285240" cy="410209"/>
          </a:xfrm>
          <a:custGeom>
            <a:avLst/>
            <a:gdLst/>
            <a:ahLst/>
            <a:cxnLst/>
            <a:rect l="l" t="t" r="r" b="b"/>
            <a:pathLst>
              <a:path w="1285239" h="410210">
                <a:moveTo>
                  <a:pt x="393192" y="358152"/>
                </a:moveTo>
                <a:lnTo>
                  <a:pt x="341731" y="341528"/>
                </a:lnTo>
                <a:lnTo>
                  <a:pt x="294703" y="316623"/>
                </a:lnTo>
                <a:lnTo>
                  <a:pt x="251955" y="283133"/>
                </a:lnTo>
                <a:lnTo>
                  <a:pt x="218909" y="246900"/>
                </a:lnTo>
                <a:lnTo>
                  <a:pt x="213360" y="240804"/>
                </a:lnTo>
                <a:lnTo>
                  <a:pt x="391668" y="240804"/>
                </a:lnTo>
                <a:lnTo>
                  <a:pt x="355092" y="204228"/>
                </a:lnTo>
                <a:lnTo>
                  <a:pt x="329184" y="230136"/>
                </a:lnTo>
                <a:lnTo>
                  <a:pt x="210312" y="230136"/>
                </a:lnTo>
                <a:lnTo>
                  <a:pt x="210312" y="179844"/>
                </a:lnTo>
                <a:lnTo>
                  <a:pt x="301752" y="179844"/>
                </a:lnTo>
                <a:lnTo>
                  <a:pt x="301752" y="204228"/>
                </a:lnTo>
                <a:lnTo>
                  <a:pt x="329184" y="192036"/>
                </a:lnTo>
                <a:lnTo>
                  <a:pt x="328447" y="179844"/>
                </a:lnTo>
                <a:lnTo>
                  <a:pt x="328053" y="173456"/>
                </a:lnTo>
                <a:lnTo>
                  <a:pt x="327926" y="169176"/>
                </a:lnTo>
                <a:lnTo>
                  <a:pt x="327088" y="142887"/>
                </a:lnTo>
                <a:lnTo>
                  <a:pt x="326491" y="106692"/>
                </a:lnTo>
                <a:lnTo>
                  <a:pt x="326377" y="96024"/>
                </a:lnTo>
                <a:lnTo>
                  <a:pt x="326136" y="45732"/>
                </a:lnTo>
                <a:lnTo>
                  <a:pt x="340499" y="36588"/>
                </a:lnTo>
                <a:lnTo>
                  <a:pt x="342900" y="35064"/>
                </a:lnTo>
                <a:lnTo>
                  <a:pt x="333184" y="25920"/>
                </a:lnTo>
                <a:lnTo>
                  <a:pt x="316992" y="10680"/>
                </a:lnTo>
                <a:lnTo>
                  <a:pt x="301752" y="24536"/>
                </a:lnTo>
                <a:lnTo>
                  <a:pt x="301752" y="36588"/>
                </a:lnTo>
                <a:lnTo>
                  <a:pt x="301752" y="96024"/>
                </a:lnTo>
                <a:lnTo>
                  <a:pt x="301752" y="106692"/>
                </a:lnTo>
                <a:lnTo>
                  <a:pt x="301752" y="169176"/>
                </a:lnTo>
                <a:lnTo>
                  <a:pt x="210312" y="169176"/>
                </a:lnTo>
                <a:lnTo>
                  <a:pt x="210312" y="106692"/>
                </a:lnTo>
                <a:lnTo>
                  <a:pt x="301752" y="106692"/>
                </a:lnTo>
                <a:lnTo>
                  <a:pt x="301752" y="96024"/>
                </a:lnTo>
                <a:lnTo>
                  <a:pt x="210312" y="96024"/>
                </a:lnTo>
                <a:lnTo>
                  <a:pt x="210312" y="36588"/>
                </a:lnTo>
                <a:lnTo>
                  <a:pt x="301752" y="36588"/>
                </a:lnTo>
                <a:lnTo>
                  <a:pt x="301752" y="24536"/>
                </a:lnTo>
                <a:lnTo>
                  <a:pt x="300228" y="25920"/>
                </a:lnTo>
                <a:lnTo>
                  <a:pt x="184404" y="25920"/>
                </a:lnTo>
                <a:lnTo>
                  <a:pt x="184404" y="36588"/>
                </a:lnTo>
                <a:lnTo>
                  <a:pt x="184404" y="96024"/>
                </a:lnTo>
                <a:lnTo>
                  <a:pt x="184404" y="106692"/>
                </a:lnTo>
                <a:lnTo>
                  <a:pt x="184404" y="169176"/>
                </a:lnTo>
                <a:lnTo>
                  <a:pt x="94488" y="169176"/>
                </a:lnTo>
                <a:lnTo>
                  <a:pt x="94488" y="106692"/>
                </a:lnTo>
                <a:lnTo>
                  <a:pt x="184404" y="106692"/>
                </a:lnTo>
                <a:lnTo>
                  <a:pt x="184404" y="96024"/>
                </a:lnTo>
                <a:lnTo>
                  <a:pt x="94488" y="96024"/>
                </a:lnTo>
                <a:lnTo>
                  <a:pt x="94488" y="36588"/>
                </a:lnTo>
                <a:lnTo>
                  <a:pt x="184404" y="36588"/>
                </a:lnTo>
                <a:lnTo>
                  <a:pt x="184404" y="25920"/>
                </a:lnTo>
                <a:lnTo>
                  <a:pt x="94488" y="25920"/>
                </a:lnTo>
                <a:lnTo>
                  <a:pt x="67056" y="12204"/>
                </a:lnTo>
                <a:lnTo>
                  <a:pt x="68110" y="35064"/>
                </a:lnTo>
                <a:lnTo>
                  <a:pt x="69151" y="60210"/>
                </a:lnTo>
                <a:lnTo>
                  <a:pt x="69837" y="84213"/>
                </a:lnTo>
                <a:lnTo>
                  <a:pt x="70104" y="108216"/>
                </a:lnTo>
                <a:lnTo>
                  <a:pt x="69837" y="132448"/>
                </a:lnTo>
                <a:lnTo>
                  <a:pt x="69151" y="156984"/>
                </a:lnTo>
                <a:lnTo>
                  <a:pt x="68237" y="179844"/>
                </a:lnTo>
                <a:lnTo>
                  <a:pt x="67056" y="205752"/>
                </a:lnTo>
                <a:lnTo>
                  <a:pt x="94488" y="195084"/>
                </a:lnTo>
                <a:lnTo>
                  <a:pt x="94488" y="179844"/>
                </a:lnTo>
                <a:lnTo>
                  <a:pt x="184404" y="179844"/>
                </a:lnTo>
                <a:lnTo>
                  <a:pt x="184404" y="230136"/>
                </a:lnTo>
                <a:lnTo>
                  <a:pt x="7620" y="230136"/>
                </a:lnTo>
                <a:lnTo>
                  <a:pt x="22860" y="245376"/>
                </a:lnTo>
                <a:lnTo>
                  <a:pt x="32283" y="243370"/>
                </a:lnTo>
                <a:lnTo>
                  <a:pt x="42291" y="241947"/>
                </a:lnTo>
                <a:lnTo>
                  <a:pt x="52857" y="241084"/>
                </a:lnTo>
                <a:lnTo>
                  <a:pt x="64008" y="240804"/>
                </a:lnTo>
                <a:lnTo>
                  <a:pt x="161544" y="240804"/>
                </a:lnTo>
                <a:lnTo>
                  <a:pt x="129222" y="282257"/>
                </a:lnTo>
                <a:lnTo>
                  <a:pt x="91630" y="319862"/>
                </a:lnTo>
                <a:lnTo>
                  <a:pt x="48590" y="353745"/>
                </a:lnTo>
                <a:lnTo>
                  <a:pt x="0" y="384060"/>
                </a:lnTo>
                <a:lnTo>
                  <a:pt x="1524" y="391680"/>
                </a:lnTo>
                <a:lnTo>
                  <a:pt x="46875" y="370052"/>
                </a:lnTo>
                <a:lnTo>
                  <a:pt x="87833" y="345300"/>
                </a:lnTo>
                <a:lnTo>
                  <a:pt x="124409" y="317169"/>
                </a:lnTo>
                <a:lnTo>
                  <a:pt x="156603" y="285457"/>
                </a:lnTo>
                <a:lnTo>
                  <a:pt x="184404" y="249948"/>
                </a:lnTo>
                <a:lnTo>
                  <a:pt x="184162" y="294208"/>
                </a:lnTo>
                <a:lnTo>
                  <a:pt x="183083" y="377342"/>
                </a:lnTo>
                <a:lnTo>
                  <a:pt x="182880" y="408444"/>
                </a:lnTo>
                <a:lnTo>
                  <a:pt x="211836" y="394728"/>
                </a:lnTo>
                <a:lnTo>
                  <a:pt x="211010" y="377342"/>
                </a:lnTo>
                <a:lnTo>
                  <a:pt x="210908" y="373595"/>
                </a:lnTo>
                <a:lnTo>
                  <a:pt x="210502" y="345300"/>
                </a:lnTo>
                <a:lnTo>
                  <a:pt x="210413" y="322529"/>
                </a:lnTo>
                <a:lnTo>
                  <a:pt x="210312" y="249948"/>
                </a:lnTo>
                <a:lnTo>
                  <a:pt x="210312" y="246900"/>
                </a:lnTo>
                <a:lnTo>
                  <a:pt x="233756" y="286346"/>
                </a:lnTo>
                <a:lnTo>
                  <a:pt x="265366" y="322529"/>
                </a:lnTo>
                <a:lnTo>
                  <a:pt x="305244" y="355549"/>
                </a:lnTo>
                <a:lnTo>
                  <a:pt x="353568" y="385584"/>
                </a:lnTo>
                <a:lnTo>
                  <a:pt x="358470" y="377342"/>
                </a:lnTo>
                <a:lnTo>
                  <a:pt x="366522" y="371106"/>
                </a:lnTo>
                <a:lnTo>
                  <a:pt x="377990" y="367144"/>
                </a:lnTo>
                <a:lnTo>
                  <a:pt x="393192" y="365772"/>
                </a:lnTo>
                <a:lnTo>
                  <a:pt x="393192" y="358152"/>
                </a:lnTo>
                <a:close/>
              </a:path>
              <a:path w="1285239" h="410210">
                <a:moveTo>
                  <a:pt x="832091" y="70116"/>
                </a:moveTo>
                <a:lnTo>
                  <a:pt x="795515" y="33540"/>
                </a:lnTo>
                <a:lnTo>
                  <a:pt x="769607" y="59448"/>
                </a:lnTo>
                <a:lnTo>
                  <a:pt x="623303" y="59448"/>
                </a:lnTo>
                <a:lnTo>
                  <a:pt x="627875" y="51828"/>
                </a:lnTo>
                <a:lnTo>
                  <a:pt x="630923" y="44208"/>
                </a:lnTo>
                <a:lnTo>
                  <a:pt x="633971" y="38112"/>
                </a:lnTo>
                <a:lnTo>
                  <a:pt x="637717" y="32918"/>
                </a:lnTo>
                <a:lnTo>
                  <a:pt x="642162" y="28587"/>
                </a:lnTo>
                <a:lnTo>
                  <a:pt x="647484" y="24815"/>
                </a:lnTo>
                <a:lnTo>
                  <a:pt x="653783" y="21348"/>
                </a:lnTo>
                <a:lnTo>
                  <a:pt x="611111" y="12"/>
                </a:lnTo>
                <a:lnTo>
                  <a:pt x="609142" y="14008"/>
                </a:lnTo>
                <a:lnTo>
                  <a:pt x="605586" y="28587"/>
                </a:lnTo>
                <a:lnTo>
                  <a:pt x="600621" y="43726"/>
                </a:lnTo>
                <a:lnTo>
                  <a:pt x="594347" y="59448"/>
                </a:lnTo>
                <a:lnTo>
                  <a:pt x="449567" y="59448"/>
                </a:lnTo>
                <a:lnTo>
                  <a:pt x="463283" y="73164"/>
                </a:lnTo>
                <a:lnTo>
                  <a:pt x="490715" y="70116"/>
                </a:lnTo>
                <a:lnTo>
                  <a:pt x="591299" y="70116"/>
                </a:lnTo>
                <a:lnTo>
                  <a:pt x="580758" y="92379"/>
                </a:lnTo>
                <a:lnTo>
                  <a:pt x="569772" y="113360"/>
                </a:lnTo>
                <a:lnTo>
                  <a:pt x="558520" y="132905"/>
                </a:lnTo>
                <a:lnTo>
                  <a:pt x="547103" y="150888"/>
                </a:lnTo>
                <a:lnTo>
                  <a:pt x="530339" y="143268"/>
                </a:lnTo>
                <a:lnTo>
                  <a:pt x="531126" y="149618"/>
                </a:lnTo>
                <a:lnTo>
                  <a:pt x="531253" y="150888"/>
                </a:lnTo>
                <a:lnTo>
                  <a:pt x="531672" y="157937"/>
                </a:lnTo>
                <a:lnTo>
                  <a:pt x="531787" y="163080"/>
                </a:lnTo>
                <a:lnTo>
                  <a:pt x="531863" y="173748"/>
                </a:lnTo>
                <a:lnTo>
                  <a:pt x="510197" y="203746"/>
                </a:lnTo>
                <a:lnTo>
                  <a:pt x="486524" y="232041"/>
                </a:lnTo>
                <a:lnTo>
                  <a:pt x="461149" y="258610"/>
                </a:lnTo>
                <a:lnTo>
                  <a:pt x="434327" y="283476"/>
                </a:lnTo>
                <a:lnTo>
                  <a:pt x="440423" y="288048"/>
                </a:lnTo>
                <a:lnTo>
                  <a:pt x="467791" y="268351"/>
                </a:lnTo>
                <a:lnTo>
                  <a:pt x="492429" y="248234"/>
                </a:lnTo>
                <a:lnTo>
                  <a:pt x="513943" y="227825"/>
                </a:lnTo>
                <a:lnTo>
                  <a:pt x="531863" y="207276"/>
                </a:lnTo>
                <a:lnTo>
                  <a:pt x="531812" y="288048"/>
                </a:lnTo>
                <a:lnTo>
                  <a:pt x="531672" y="336054"/>
                </a:lnTo>
                <a:lnTo>
                  <a:pt x="531202" y="380796"/>
                </a:lnTo>
                <a:lnTo>
                  <a:pt x="530339" y="409968"/>
                </a:lnTo>
                <a:lnTo>
                  <a:pt x="557771" y="393204"/>
                </a:lnTo>
                <a:lnTo>
                  <a:pt x="556437" y="316242"/>
                </a:lnTo>
                <a:lnTo>
                  <a:pt x="556260" y="207276"/>
                </a:lnTo>
                <a:lnTo>
                  <a:pt x="556247" y="175272"/>
                </a:lnTo>
                <a:lnTo>
                  <a:pt x="573100" y="150888"/>
                </a:lnTo>
                <a:lnTo>
                  <a:pt x="573963" y="149618"/>
                </a:lnTo>
                <a:lnTo>
                  <a:pt x="590537" y="123266"/>
                </a:lnTo>
                <a:lnTo>
                  <a:pt x="605967" y="96608"/>
                </a:lnTo>
                <a:lnTo>
                  <a:pt x="620255" y="70116"/>
                </a:lnTo>
                <a:lnTo>
                  <a:pt x="832091" y="70116"/>
                </a:lnTo>
                <a:close/>
              </a:path>
              <a:path w="1285239" h="410210">
                <a:moveTo>
                  <a:pt x="844283" y="262140"/>
                </a:moveTo>
                <a:lnTo>
                  <a:pt x="812279" y="230136"/>
                </a:lnTo>
                <a:lnTo>
                  <a:pt x="789419" y="252996"/>
                </a:lnTo>
                <a:lnTo>
                  <a:pt x="716267" y="252996"/>
                </a:lnTo>
                <a:lnTo>
                  <a:pt x="716267" y="213372"/>
                </a:lnTo>
                <a:lnTo>
                  <a:pt x="729983" y="204228"/>
                </a:lnTo>
                <a:lnTo>
                  <a:pt x="716267" y="195084"/>
                </a:lnTo>
                <a:lnTo>
                  <a:pt x="723976" y="188988"/>
                </a:lnTo>
                <a:lnTo>
                  <a:pt x="727468" y="186220"/>
                </a:lnTo>
                <a:lnTo>
                  <a:pt x="738365" y="177939"/>
                </a:lnTo>
                <a:lnTo>
                  <a:pt x="749274" y="170218"/>
                </a:lnTo>
                <a:lnTo>
                  <a:pt x="760463" y="163080"/>
                </a:lnTo>
                <a:lnTo>
                  <a:pt x="771258" y="155930"/>
                </a:lnTo>
                <a:lnTo>
                  <a:pt x="782751" y="150507"/>
                </a:lnTo>
                <a:lnTo>
                  <a:pt x="794550" y="146786"/>
                </a:lnTo>
                <a:lnTo>
                  <a:pt x="806183" y="144792"/>
                </a:lnTo>
                <a:lnTo>
                  <a:pt x="800925" y="138696"/>
                </a:lnTo>
                <a:lnTo>
                  <a:pt x="777227" y="111264"/>
                </a:lnTo>
                <a:lnTo>
                  <a:pt x="758939" y="129552"/>
                </a:lnTo>
                <a:lnTo>
                  <a:pt x="594347" y="129552"/>
                </a:lnTo>
                <a:lnTo>
                  <a:pt x="608063" y="143268"/>
                </a:lnTo>
                <a:lnTo>
                  <a:pt x="632447" y="138696"/>
                </a:lnTo>
                <a:lnTo>
                  <a:pt x="757415" y="138696"/>
                </a:lnTo>
                <a:lnTo>
                  <a:pt x="708647" y="188988"/>
                </a:lnTo>
                <a:lnTo>
                  <a:pt x="690359" y="179844"/>
                </a:lnTo>
                <a:lnTo>
                  <a:pt x="691248" y="194703"/>
                </a:lnTo>
                <a:lnTo>
                  <a:pt x="691692" y="211848"/>
                </a:lnTo>
                <a:lnTo>
                  <a:pt x="691832" y="227825"/>
                </a:lnTo>
                <a:lnTo>
                  <a:pt x="691883" y="252996"/>
                </a:lnTo>
                <a:lnTo>
                  <a:pt x="574535" y="252996"/>
                </a:lnTo>
                <a:lnTo>
                  <a:pt x="589775" y="266712"/>
                </a:lnTo>
                <a:lnTo>
                  <a:pt x="615683" y="262140"/>
                </a:lnTo>
                <a:lnTo>
                  <a:pt x="691883" y="262140"/>
                </a:lnTo>
                <a:lnTo>
                  <a:pt x="691883" y="361200"/>
                </a:lnTo>
                <a:lnTo>
                  <a:pt x="687311" y="368820"/>
                </a:lnTo>
                <a:lnTo>
                  <a:pt x="678167" y="368820"/>
                </a:lnTo>
                <a:lnTo>
                  <a:pt x="670788" y="368554"/>
                </a:lnTo>
                <a:lnTo>
                  <a:pt x="630923" y="365772"/>
                </a:lnTo>
                <a:lnTo>
                  <a:pt x="630923" y="373392"/>
                </a:lnTo>
                <a:lnTo>
                  <a:pt x="651192" y="380796"/>
                </a:lnTo>
                <a:lnTo>
                  <a:pt x="666165" y="389204"/>
                </a:lnTo>
                <a:lnTo>
                  <a:pt x="675716" y="398462"/>
                </a:lnTo>
                <a:lnTo>
                  <a:pt x="679691" y="408444"/>
                </a:lnTo>
                <a:lnTo>
                  <a:pt x="695693" y="400100"/>
                </a:lnTo>
                <a:lnTo>
                  <a:pt x="707123" y="390918"/>
                </a:lnTo>
                <a:lnTo>
                  <a:pt x="713981" y="380580"/>
                </a:lnTo>
                <a:lnTo>
                  <a:pt x="716267" y="368820"/>
                </a:lnTo>
                <a:lnTo>
                  <a:pt x="716267" y="262140"/>
                </a:lnTo>
                <a:lnTo>
                  <a:pt x="844283" y="262140"/>
                </a:lnTo>
                <a:close/>
              </a:path>
              <a:path w="1285239" h="410210">
                <a:moveTo>
                  <a:pt x="1274064" y="88392"/>
                </a:moveTo>
                <a:lnTo>
                  <a:pt x="1237488" y="51816"/>
                </a:lnTo>
                <a:lnTo>
                  <a:pt x="1211580" y="77724"/>
                </a:lnTo>
                <a:lnTo>
                  <a:pt x="1057656" y="77724"/>
                </a:lnTo>
                <a:lnTo>
                  <a:pt x="1065060" y="63728"/>
                </a:lnTo>
                <a:lnTo>
                  <a:pt x="1071181" y="51435"/>
                </a:lnTo>
                <a:lnTo>
                  <a:pt x="1075867" y="40868"/>
                </a:lnTo>
                <a:lnTo>
                  <a:pt x="1078992" y="32004"/>
                </a:lnTo>
                <a:lnTo>
                  <a:pt x="1097280" y="21336"/>
                </a:lnTo>
                <a:lnTo>
                  <a:pt x="1056132" y="0"/>
                </a:lnTo>
                <a:lnTo>
                  <a:pt x="1052957" y="16865"/>
                </a:lnTo>
                <a:lnTo>
                  <a:pt x="1047940" y="35433"/>
                </a:lnTo>
                <a:lnTo>
                  <a:pt x="1040904" y="55727"/>
                </a:lnTo>
                <a:lnTo>
                  <a:pt x="1031748" y="77724"/>
                </a:lnTo>
                <a:lnTo>
                  <a:pt x="894588" y="77724"/>
                </a:lnTo>
                <a:lnTo>
                  <a:pt x="911352" y="94488"/>
                </a:lnTo>
                <a:lnTo>
                  <a:pt x="920775" y="91617"/>
                </a:lnTo>
                <a:lnTo>
                  <a:pt x="930783" y="89725"/>
                </a:lnTo>
                <a:lnTo>
                  <a:pt x="941349" y="88709"/>
                </a:lnTo>
                <a:lnTo>
                  <a:pt x="952500" y="88392"/>
                </a:lnTo>
                <a:lnTo>
                  <a:pt x="1028700" y="88392"/>
                </a:lnTo>
                <a:lnTo>
                  <a:pt x="1014717" y="114681"/>
                </a:lnTo>
                <a:lnTo>
                  <a:pt x="1000315" y="138684"/>
                </a:lnTo>
                <a:lnTo>
                  <a:pt x="985621" y="160401"/>
                </a:lnTo>
                <a:lnTo>
                  <a:pt x="970788" y="179832"/>
                </a:lnTo>
                <a:lnTo>
                  <a:pt x="954024" y="172212"/>
                </a:lnTo>
                <a:lnTo>
                  <a:pt x="954874" y="181356"/>
                </a:lnTo>
                <a:lnTo>
                  <a:pt x="955357" y="189166"/>
                </a:lnTo>
                <a:lnTo>
                  <a:pt x="955522" y="194716"/>
                </a:lnTo>
                <a:lnTo>
                  <a:pt x="955548" y="198120"/>
                </a:lnTo>
                <a:lnTo>
                  <a:pt x="942136" y="214960"/>
                </a:lnTo>
                <a:lnTo>
                  <a:pt x="924877" y="233362"/>
                </a:lnTo>
                <a:lnTo>
                  <a:pt x="903897" y="253199"/>
                </a:lnTo>
                <a:lnTo>
                  <a:pt x="879348" y="274320"/>
                </a:lnTo>
                <a:lnTo>
                  <a:pt x="882396" y="280416"/>
                </a:lnTo>
                <a:lnTo>
                  <a:pt x="900696" y="269011"/>
                </a:lnTo>
                <a:lnTo>
                  <a:pt x="919162" y="255460"/>
                </a:lnTo>
                <a:lnTo>
                  <a:pt x="937895" y="239915"/>
                </a:lnTo>
                <a:lnTo>
                  <a:pt x="957072" y="222504"/>
                </a:lnTo>
                <a:lnTo>
                  <a:pt x="957008" y="368808"/>
                </a:lnTo>
                <a:lnTo>
                  <a:pt x="956881" y="379095"/>
                </a:lnTo>
                <a:lnTo>
                  <a:pt x="956437" y="391668"/>
                </a:lnTo>
                <a:lnTo>
                  <a:pt x="955548" y="405384"/>
                </a:lnTo>
                <a:lnTo>
                  <a:pt x="981456" y="391668"/>
                </a:lnTo>
                <a:lnTo>
                  <a:pt x="981456" y="222504"/>
                </a:lnTo>
                <a:lnTo>
                  <a:pt x="981456" y="198120"/>
                </a:lnTo>
                <a:lnTo>
                  <a:pt x="997051" y="179832"/>
                </a:lnTo>
                <a:lnTo>
                  <a:pt x="999744" y="176695"/>
                </a:lnTo>
                <a:lnTo>
                  <a:pt x="1018032" y="151257"/>
                </a:lnTo>
                <a:lnTo>
                  <a:pt x="1036320" y="121831"/>
                </a:lnTo>
                <a:lnTo>
                  <a:pt x="1054608" y="88392"/>
                </a:lnTo>
                <a:lnTo>
                  <a:pt x="1274064" y="88392"/>
                </a:lnTo>
                <a:close/>
              </a:path>
              <a:path w="1285239" h="410210">
                <a:moveTo>
                  <a:pt x="1284732" y="364236"/>
                </a:moveTo>
                <a:lnTo>
                  <a:pt x="1249680" y="329184"/>
                </a:lnTo>
                <a:lnTo>
                  <a:pt x="1225296" y="353568"/>
                </a:lnTo>
                <a:lnTo>
                  <a:pt x="1138428" y="353568"/>
                </a:lnTo>
                <a:lnTo>
                  <a:pt x="1138428" y="213360"/>
                </a:lnTo>
                <a:lnTo>
                  <a:pt x="1260348" y="213360"/>
                </a:lnTo>
                <a:lnTo>
                  <a:pt x="1226820" y="181356"/>
                </a:lnTo>
                <a:lnTo>
                  <a:pt x="1203960" y="204216"/>
                </a:lnTo>
                <a:lnTo>
                  <a:pt x="1138428" y="204216"/>
                </a:lnTo>
                <a:lnTo>
                  <a:pt x="1138428" y="132588"/>
                </a:lnTo>
                <a:lnTo>
                  <a:pt x="1152144" y="120396"/>
                </a:lnTo>
                <a:lnTo>
                  <a:pt x="1112520" y="102108"/>
                </a:lnTo>
                <a:lnTo>
                  <a:pt x="1113396" y="116954"/>
                </a:lnTo>
                <a:lnTo>
                  <a:pt x="1113853" y="129349"/>
                </a:lnTo>
                <a:lnTo>
                  <a:pt x="1114018" y="139192"/>
                </a:lnTo>
                <a:lnTo>
                  <a:pt x="1114044" y="204216"/>
                </a:lnTo>
                <a:lnTo>
                  <a:pt x="1013460" y="204216"/>
                </a:lnTo>
                <a:lnTo>
                  <a:pt x="1028700" y="219456"/>
                </a:lnTo>
                <a:lnTo>
                  <a:pt x="1038987" y="217220"/>
                </a:lnTo>
                <a:lnTo>
                  <a:pt x="1049274" y="215265"/>
                </a:lnTo>
                <a:lnTo>
                  <a:pt x="1059561" y="213893"/>
                </a:lnTo>
                <a:lnTo>
                  <a:pt x="1069848" y="213360"/>
                </a:lnTo>
                <a:lnTo>
                  <a:pt x="1114044" y="213360"/>
                </a:lnTo>
                <a:lnTo>
                  <a:pt x="1114044" y="353568"/>
                </a:lnTo>
                <a:lnTo>
                  <a:pt x="990600" y="353568"/>
                </a:lnTo>
                <a:lnTo>
                  <a:pt x="1005840" y="368808"/>
                </a:lnTo>
                <a:lnTo>
                  <a:pt x="1016139" y="366814"/>
                </a:lnTo>
                <a:lnTo>
                  <a:pt x="1026604" y="365379"/>
                </a:lnTo>
                <a:lnTo>
                  <a:pt x="1037336" y="364528"/>
                </a:lnTo>
                <a:lnTo>
                  <a:pt x="1048512" y="364236"/>
                </a:lnTo>
                <a:lnTo>
                  <a:pt x="1284732" y="36423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43" name="object 43"/>
          <p:cNvGrpSpPr/>
          <p:nvPr/>
        </p:nvGrpSpPr>
        <p:grpSpPr>
          <a:xfrm>
            <a:off x="3910584" y="3483864"/>
            <a:ext cx="1736089" cy="419100"/>
            <a:chOff x="3910584" y="3483864"/>
            <a:chExt cx="1736089" cy="419100"/>
          </a:xfrm>
        </p:grpSpPr>
        <p:sp>
          <p:nvSpPr>
            <p:cNvPr id="44" name="object 44"/>
            <p:cNvSpPr/>
            <p:nvPr/>
          </p:nvSpPr>
          <p:spPr>
            <a:xfrm>
              <a:off x="3910571" y="3485387"/>
              <a:ext cx="846455" cy="411480"/>
            </a:xfrm>
            <a:custGeom>
              <a:avLst/>
              <a:gdLst/>
              <a:ahLst/>
              <a:cxnLst/>
              <a:rect l="l" t="t" r="r" b="b"/>
              <a:pathLst>
                <a:path w="846454" h="411479">
                  <a:moveTo>
                    <a:pt x="396240" y="193548"/>
                  </a:moveTo>
                  <a:lnTo>
                    <a:pt x="358140" y="155448"/>
                  </a:lnTo>
                  <a:lnTo>
                    <a:pt x="323088" y="182880"/>
                  </a:lnTo>
                  <a:lnTo>
                    <a:pt x="0" y="182880"/>
                  </a:lnTo>
                  <a:lnTo>
                    <a:pt x="15240" y="198120"/>
                  </a:lnTo>
                  <a:lnTo>
                    <a:pt x="25196" y="196126"/>
                  </a:lnTo>
                  <a:lnTo>
                    <a:pt x="36576" y="194691"/>
                  </a:lnTo>
                  <a:lnTo>
                    <a:pt x="49110" y="193840"/>
                  </a:lnTo>
                  <a:lnTo>
                    <a:pt x="62484" y="193548"/>
                  </a:lnTo>
                  <a:lnTo>
                    <a:pt x="396240" y="193548"/>
                  </a:lnTo>
                  <a:close/>
                </a:path>
                <a:path w="846454" h="411479">
                  <a:moveTo>
                    <a:pt x="669048" y="147828"/>
                  </a:moveTo>
                  <a:lnTo>
                    <a:pt x="626376" y="124968"/>
                  </a:lnTo>
                  <a:lnTo>
                    <a:pt x="627202" y="144780"/>
                  </a:lnTo>
                  <a:lnTo>
                    <a:pt x="627329" y="149161"/>
                  </a:lnTo>
                  <a:lnTo>
                    <a:pt x="627722" y="166878"/>
                  </a:lnTo>
                  <a:lnTo>
                    <a:pt x="627837" y="179832"/>
                  </a:lnTo>
                  <a:lnTo>
                    <a:pt x="627748" y="347141"/>
                  </a:lnTo>
                  <a:lnTo>
                    <a:pt x="627710" y="352996"/>
                  </a:lnTo>
                  <a:lnTo>
                    <a:pt x="627253" y="379742"/>
                  </a:lnTo>
                  <a:lnTo>
                    <a:pt x="626376" y="411480"/>
                  </a:lnTo>
                  <a:lnTo>
                    <a:pt x="656856" y="394716"/>
                  </a:lnTo>
                  <a:lnTo>
                    <a:pt x="655967" y="378104"/>
                  </a:lnTo>
                  <a:lnTo>
                    <a:pt x="655523" y="362331"/>
                  </a:lnTo>
                  <a:lnTo>
                    <a:pt x="655408" y="352996"/>
                  </a:lnTo>
                  <a:lnTo>
                    <a:pt x="655332" y="158496"/>
                  </a:lnTo>
                  <a:lnTo>
                    <a:pt x="669048" y="147828"/>
                  </a:lnTo>
                  <a:close/>
                </a:path>
                <a:path w="846454" h="411479">
                  <a:moveTo>
                    <a:pt x="845832" y="181356"/>
                  </a:moveTo>
                  <a:lnTo>
                    <a:pt x="798207" y="166878"/>
                  </a:lnTo>
                  <a:lnTo>
                    <a:pt x="748296" y="138684"/>
                  </a:lnTo>
                  <a:lnTo>
                    <a:pt x="697623" y="93916"/>
                  </a:lnTo>
                  <a:lnTo>
                    <a:pt x="655866" y="41148"/>
                  </a:lnTo>
                  <a:lnTo>
                    <a:pt x="649236" y="32004"/>
                  </a:lnTo>
                  <a:lnTo>
                    <a:pt x="664476" y="21336"/>
                  </a:lnTo>
                  <a:lnTo>
                    <a:pt x="627900" y="0"/>
                  </a:lnTo>
                  <a:lnTo>
                    <a:pt x="617651" y="27800"/>
                  </a:lnTo>
                  <a:lnTo>
                    <a:pt x="603135" y="56578"/>
                  </a:lnTo>
                  <a:lnTo>
                    <a:pt x="562368" y="118872"/>
                  </a:lnTo>
                  <a:lnTo>
                    <a:pt x="535762" y="149161"/>
                  </a:lnTo>
                  <a:lnTo>
                    <a:pt x="506222" y="175983"/>
                  </a:lnTo>
                  <a:lnTo>
                    <a:pt x="473417" y="199453"/>
                  </a:lnTo>
                  <a:lnTo>
                    <a:pt x="437400" y="219456"/>
                  </a:lnTo>
                  <a:lnTo>
                    <a:pt x="438924" y="225552"/>
                  </a:lnTo>
                  <a:lnTo>
                    <a:pt x="474662" y="209842"/>
                  </a:lnTo>
                  <a:lnTo>
                    <a:pt x="534720" y="173266"/>
                  </a:lnTo>
                  <a:lnTo>
                    <a:pt x="581647" y="130098"/>
                  </a:lnTo>
                  <a:lnTo>
                    <a:pt x="624039" y="74612"/>
                  </a:lnTo>
                  <a:lnTo>
                    <a:pt x="644664" y="41148"/>
                  </a:lnTo>
                  <a:lnTo>
                    <a:pt x="662952" y="72351"/>
                  </a:lnTo>
                  <a:lnTo>
                    <a:pt x="699528" y="123875"/>
                  </a:lnTo>
                  <a:lnTo>
                    <a:pt x="736981" y="162737"/>
                  </a:lnTo>
                  <a:lnTo>
                    <a:pt x="781037" y="195795"/>
                  </a:lnTo>
                  <a:lnTo>
                    <a:pt x="806208" y="210312"/>
                  </a:lnTo>
                  <a:lnTo>
                    <a:pt x="813041" y="201168"/>
                  </a:lnTo>
                  <a:lnTo>
                    <a:pt x="822020" y="194310"/>
                  </a:lnTo>
                  <a:lnTo>
                    <a:pt x="832993" y="189738"/>
                  </a:lnTo>
                  <a:lnTo>
                    <a:pt x="845832" y="187452"/>
                  </a:lnTo>
                  <a:lnTo>
                    <a:pt x="845832" y="181356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45" name="object 45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4789932" y="3483864"/>
              <a:ext cx="856487" cy="419099"/>
            </a:xfrm>
            <a:prstGeom prst="rect">
              <a:avLst/>
            </a:prstGeom>
          </p:spPr>
        </p:pic>
      </p:grpSp>
      <p:grpSp>
        <p:nvGrpSpPr>
          <p:cNvPr id="46" name="object 46"/>
          <p:cNvGrpSpPr/>
          <p:nvPr/>
        </p:nvGrpSpPr>
        <p:grpSpPr>
          <a:xfrm>
            <a:off x="5707380" y="3496055"/>
            <a:ext cx="386080" cy="393700"/>
            <a:chOff x="5707380" y="3496055"/>
            <a:chExt cx="386080" cy="393700"/>
          </a:xfrm>
        </p:grpSpPr>
        <p:sp>
          <p:nvSpPr>
            <p:cNvPr id="47" name="object 47"/>
            <p:cNvSpPr/>
            <p:nvPr/>
          </p:nvSpPr>
          <p:spPr>
            <a:xfrm>
              <a:off x="5713476" y="3502151"/>
              <a:ext cx="373380" cy="381000"/>
            </a:xfrm>
            <a:custGeom>
              <a:avLst/>
              <a:gdLst/>
              <a:ahLst/>
              <a:cxnLst/>
              <a:rect l="l" t="t" r="r" b="b"/>
              <a:pathLst>
                <a:path w="373379" h="381000">
                  <a:moveTo>
                    <a:pt x="24383" y="380999"/>
                  </a:moveTo>
                  <a:lnTo>
                    <a:pt x="0" y="358139"/>
                  </a:lnTo>
                  <a:lnTo>
                    <a:pt x="10667" y="348996"/>
                  </a:lnTo>
                  <a:lnTo>
                    <a:pt x="10667" y="106679"/>
                  </a:lnTo>
                  <a:lnTo>
                    <a:pt x="10406" y="82891"/>
                  </a:lnTo>
                  <a:lnTo>
                    <a:pt x="9715" y="59245"/>
                  </a:lnTo>
                  <a:lnTo>
                    <a:pt x="7619" y="10667"/>
                  </a:lnTo>
                  <a:lnTo>
                    <a:pt x="35051" y="24383"/>
                  </a:lnTo>
                  <a:lnTo>
                    <a:pt x="301751" y="24383"/>
                  </a:lnTo>
                  <a:lnTo>
                    <a:pt x="327659" y="0"/>
                  </a:lnTo>
                  <a:lnTo>
                    <a:pt x="359663" y="35051"/>
                  </a:lnTo>
                  <a:lnTo>
                    <a:pt x="239267" y="35051"/>
                  </a:lnTo>
                  <a:lnTo>
                    <a:pt x="239267" y="243839"/>
                  </a:lnTo>
                  <a:lnTo>
                    <a:pt x="240434" y="258079"/>
                  </a:lnTo>
                  <a:lnTo>
                    <a:pt x="244030" y="268604"/>
                  </a:lnTo>
                  <a:lnTo>
                    <a:pt x="250197" y="275129"/>
                  </a:lnTo>
                  <a:lnTo>
                    <a:pt x="259079" y="277367"/>
                  </a:lnTo>
                  <a:lnTo>
                    <a:pt x="304799" y="277367"/>
                  </a:lnTo>
                  <a:lnTo>
                    <a:pt x="325516" y="235577"/>
                  </a:lnTo>
                  <a:lnTo>
                    <a:pt x="326755" y="208764"/>
                  </a:lnTo>
                  <a:lnTo>
                    <a:pt x="327659" y="195071"/>
                  </a:lnTo>
                  <a:lnTo>
                    <a:pt x="336804" y="195071"/>
                  </a:lnTo>
                  <a:lnTo>
                    <a:pt x="337065" y="208287"/>
                  </a:lnTo>
                  <a:lnTo>
                    <a:pt x="337756" y="220789"/>
                  </a:lnTo>
                  <a:lnTo>
                    <a:pt x="345948" y="263461"/>
                  </a:lnTo>
                  <a:lnTo>
                    <a:pt x="361187" y="271272"/>
                  </a:lnTo>
                  <a:lnTo>
                    <a:pt x="352925" y="283011"/>
                  </a:lnTo>
                  <a:lnTo>
                    <a:pt x="341947" y="290893"/>
                  </a:lnTo>
                  <a:lnTo>
                    <a:pt x="328398" y="295060"/>
                  </a:lnTo>
                  <a:lnTo>
                    <a:pt x="312419" y="295655"/>
                  </a:lnTo>
                  <a:lnTo>
                    <a:pt x="248411" y="295655"/>
                  </a:lnTo>
                  <a:lnTo>
                    <a:pt x="233552" y="293131"/>
                  </a:lnTo>
                  <a:lnTo>
                    <a:pt x="223265" y="285749"/>
                  </a:lnTo>
                  <a:lnTo>
                    <a:pt x="217551" y="273796"/>
                  </a:lnTo>
                  <a:lnTo>
                    <a:pt x="216407" y="257555"/>
                  </a:lnTo>
                  <a:lnTo>
                    <a:pt x="216407" y="35051"/>
                  </a:lnTo>
                  <a:lnTo>
                    <a:pt x="143255" y="35051"/>
                  </a:lnTo>
                  <a:lnTo>
                    <a:pt x="142874" y="88963"/>
                  </a:lnTo>
                  <a:lnTo>
                    <a:pt x="140207" y="137159"/>
                  </a:lnTo>
                  <a:lnTo>
                    <a:pt x="133540" y="182879"/>
                  </a:lnTo>
                  <a:lnTo>
                    <a:pt x="118871" y="228599"/>
                  </a:lnTo>
                  <a:lnTo>
                    <a:pt x="93725" y="274320"/>
                  </a:lnTo>
                  <a:lnTo>
                    <a:pt x="54863" y="320039"/>
                  </a:lnTo>
                  <a:lnTo>
                    <a:pt x="50291" y="315467"/>
                  </a:lnTo>
                  <a:lnTo>
                    <a:pt x="66270" y="291798"/>
                  </a:lnTo>
                  <a:lnTo>
                    <a:pt x="79819" y="268985"/>
                  </a:lnTo>
                  <a:lnTo>
                    <a:pt x="99059" y="227075"/>
                  </a:lnTo>
                  <a:lnTo>
                    <a:pt x="110299" y="184784"/>
                  </a:lnTo>
                  <a:lnTo>
                    <a:pt x="115823" y="140207"/>
                  </a:lnTo>
                  <a:lnTo>
                    <a:pt x="118490" y="91058"/>
                  </a:lnTo>
                  <a:lnTo>
                    <a:pt x="118871" y="35051"/>
                  </a:lnTo>
                  <a:lnTo>
                    <a:pt x="35051" y="35051"/>
                  </a:lnTo>
                  <a:lnTo>
                    <a:pt x="35051" y="355091"/>
                  </a:lnTo>
                  <a:lnTo>
                    <a:pt x="310895" y="355091"/>
                  </a:lnTo>
                  <a:lnTo>
                    <a:pt x="336804" y="329184"/>
                  </a:lnTo>
                  <a:lnTo>
                    <a:pt x="373380" y="365760"/>
                  </a:lnTo>
                  <a:lnTo>
                    <a:pt x="36575" y="365760"/>
                  </a:lnTo>
                  <a:lnTo>
                    <a:pt x="24383" y="380999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" name="object 48"/>
            <p:cNvSpPr/>
            <p:nvPr/>
          </p:nvSpPr>
          <p:spPr>
            <a:xfrm>
              <a:off x="5713476" y="3502151"/>
              <a:ext cx="373380" cy="381000"/>
            </a:xfrm>
            <a:custGeom>
              <a:avLst/>
              <a:gdLst/>
              <a:ahLst/>
              <a:cxnLst/>
              <a:rect l="l" t="t" r="r" b="b"/>
              <a:pathLst>
                <a:path w="373379" h="381000">
                  <a:moveTo>
                    <a:pt x="10667" y="106679"/>
                  </a:moveTo>
                  <a:lnTo>
                    <a:pt x="10406" y="82891"/>
                  </a:lnTo>
                  <a:lnTo>
                    <a:pt x="9715" y="59245"/>
                  </a:lnTo>
                  <a:lnTo>
                    <a:pt x="8739" y="35313"/>
                  </a:lnTo>
                  <a:lnTo>
                    <a:pt x="7619" y="10667"/>
                  </a:lnTo>
                  <a:lnTo>
                    <a:pt x="35051" y="24383"/>
                  </a:lnTo>
                  <a:lnTo>
                    <a:pt x="301751" y="24383"/>
                  </a:lnTo>
                  <a:lnTo>
                    <a:pt x="327659" y="0"/>
                  </a:lnTo>
                  <a:lnTo>
                    <a:pt x="359663" y="35051"/>
                  </a:lnTo>
                  <a:lnTo>
                    <a:pt x="239267" y="35051"/>
                  </a:lnTo>
                  <a:lnTo>
                    <a:pt x="239267" y="243839"/>
                  </a:lnTo>
                  <a:lnTo>
                    <a:pt x="240434" y="258079"/>
                  </a:lnTo>
                  <a:lnTo>
                    <a:pt x="244030" y="268604"/>
                  </a:lnTo>
                  <a:lnTo>
                    <a:pt x="250197" y="275129"/>
                  </a:lnTo>
                  <a:lnTo>
                    <a:pt x="259079" y="277367"/>
                  </a:lnTo>
                  <a:lnTo>
                    <a:pt x="304799" y="277367"/>
                  </a:lnTo>
                  <a:lnTo>
                    <a:pt x="325516" y="235577"/>
                  </a:lnTo>
                  <a:lnTo>
                    <a:pt x="326755" y="208764"/>
                  </a:lnTo>
                  <a:lnTo>
                    <a:pt x="327659" y="195071"/>
                  </a:lnTo>
                  <a:lnTo>
                    <a:pt x="336804" y="195071"/>
                  </a:lnTo>
                  <a:lnTo>
                    <a:pt x="337065" y="208287"/>
                  </a:lnTo>
                  <a:lnTo>
                    <a:pt x="337756" y="220789"/>
                  </a:lnTo>
                  <a:lnTo>
                    <a:pt x="345948" y="263461"/>
                  </a:lnTo>
                  <a:lnTo>
                    <a:pt x="361187" y="271272"/>
                  </a:lnTo>
                  <a:lnTo>
                    <a:pt x="352925" y="283011"/>
                  </a:lnTo>
                  <a:lnTo>
                    <a:pt x="341947" y="290893"/>
                  </a:lnTo>
                  <a:lnTo>
                    <a:pt x="328398" y="295060"/>
                  </a:lnTo>
                  <a:lnTo>
                    <a:pt x="312419" y="295655"/>
                  </a:lnTo>
                  <a:lnTo>
                    <a:pt x="248411" y="295655"/>
                  </a:lnTo>
                  <a:lnTo>
                    <a:pt x="233552" y="293131"/>
                  </a:lnTo>
                  <a:lnTo>
                    <a:pt x="223265" y="285749"/>
                  </a:lnTo>
                  <a:lnTo>
                    <a:pt x="217551" y="273796"/>
                  </a:lnTo>
                  <a:lnTo>
                    <a:pt x="216407" y="257555"/>
                  </a:lnTo>
                  <a:lnTo>
                    <a:pt x="216407" y="35051"/>
                  </a:lnTo>
                  <a:lnTo>
                    <a:pt x="143255" y="35051"/>
                  </a:lnTo>
                  <a:lnTo>
                    <a:pt x="142874" y="88963"/>
                  </a:lnTo>
                  <a:lnTo>
                    <a:pt x="140207" y="137159"/>
                  </a:lnTo>
                  <a:lnTo>
                    <a:pt x="133540" y="182879"/>
                  </a:lnTo>
                  <a:lnTo>
                    <a:pt x="118871" y="228599"/>
                  </a:lnTo>
                  <a:lnTo>
                    <a:pt x="93725" y="274320"/>
                  </a:lnTo>
                  <a:lnTo>
                    <a:pt x="54863" y="320039"/>
                  </a:lnTo>
                  <a:lnTo>
                    <a:pt x="50291" y="315467"/>
                  </a:lnTo>
                  <a:lnTo>
                    <a:pt x="66270" y="291798"/>
                  </a:lnTo>
                  <a:lnTo>
                    <a:pt x="79819" y="268985"/>
                  </a:lnTo>
                  <a:lnTo>
                    <a:pt x="99059" y="227075"/>
                  </a:lnTo>
                  <a:lnTo>
                    <a:pt x="110299" y="184784"/>
                  </a:lnTo>
                  <a:lnTo>
                    <a:pt x="115823" y="140207"/>
                  </a:lnTo>
                  <a:lnTo>
                    <a:pt x="118490" y="91058"/>
                  </a:lnTo>
                  <a:lnTo>
                    <a:pt x="118871" y="35051"/>
                  </a:lnTo>
                  <a:lnTo>
                    <a:pt x="35051" y="35051"/>
                  </a:lnTo>
                  <a:lnTo>
                    <a:pt x="35051" y="355091"/>
                  </a:lnTo>
                  <a:lnTo>
                    <a:pt x="310895" y="355091"/>
                  </a:lnTo>
                  <a:lnTo>
                    <a:pt x="336804" y="329184"/>
                  </a:lnTo>
                  <a:lnTo>
                    <a:pt x="373380" y="365760"/>
                  </a:lnTo>
                  <a:lnTo>
                    <a:pt x="36575" y="365760"/>
                  </a:lnTo>
                  <a:lnTo>
                    <a:pt x="24383" y="380999"/>
                  </a:lnTo>
                  <a:lnTo>
                    <a:pt x="0" y="358139"/>
                  </a:lnTo>
                  <a:lnTo>
                    <a:pt x="10667" y="348996"/>
                  </a:lnTo>
                  <a:lnTo>
                    <a:pt x="10667" y="106679"/>
                  </a:lnTo>
                  <a:close/>
                </a:path>
              </a:pathLst>
            </a:custGeom>
            <a:ln w="1219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49" name="object 49"/>
          <p:cNvGrpSpPr/>
          <p:nvPr/>
        </p:nvGrpSpPr>
        <p:grpSpPr>
          <a:xfrm>
            <a:off x="6132576" y="3486911"/>
            <a:ext cx="1306195" cy="410209"/>
            <a:chOff x="6132576" y="3486911"/>
            <a:chExt cx="1306195" cy="410209"/>
          </a:xfrm>
        </p:grpSpPr>
        <p:sp>
          <p:nvSpPr>
            <p:cNvPr id="50" name="object 50"/>
            <p:cNvSpPr/>
            <p:nvPr/>
          </p:nvSpPr>
          <p:spPr>
            <a:xfrm>
              <a:off x="6138672" y="3506723"/>
              <a:ext cx="408940" cy="382905"/>
            </a:xfrm>
            <a:custGeom>
              <a:avLst/>
              <a:gdLst/>
              <a:ahLst/>
              <a:cxnLst/>
              <a:rect l="l" t="t" r="r" b="b"/>
              <a:pathLst>
                <a:path w="408940" h="382904">
                  <a:moveTo>
                    <a:pt x="242316" y="36576"/>
                  </a:moveTo>
                  <a:lnTo>
                    <a:pt x="225552" y="19812"/>
                  </a:lnTo>
                  <a:lnTo>
                    <a:pt x="347472" y="19812"/>
                  </a:lnTo>
                  <a:lnTo>
                    <a:pt x="359664" y="4572"/>
                  </a:lnTo>
                  <a:lnTo>
                    <a:pt x="385572" y="25908"/>
                  </a:lnTo>
                  <a:lnTo>
                    <a:pt x="380346" y="30480"/>
                  </a:lnTo>
                  <a:lnTo>
                    <a:pt x="283464" y="30480"/>
                  </a:lnTo>
                  <a:lnTo>
                    <a:pt x="272319" y="30789"/>
                  </a:lnTo>
                  <a:lnTo>
                    <a:pt x="261747" y="31813"/>
                  </a:lnTo>
                  <a:lnTo>
                    <a:pt x="251745" y="33694"/>
                  </a:lnTo>
                  <a:lnTo>
                    <a:pt x="242316" y="36576"/>
                  </a:lnTo>
                  <a:close/>
                </a:path>
                <a:path w="408940" h="382904">
                  <a:moveTo>
                    <a:pt x="374682" y="146304"/>
                  </a:moveTo>
                  <a:lnTo>
                    <a:pt x="350520" y="146304"/>
                  </a:lnTo>
                  <a:lnTo>
                    <a:pt x="350520" y="30480"/>
                  </a:lnTo>
                  <a:lnTo>
                    <a:pt x="380346" y="30480"/>
                  </a:lnTo>
                  <a:lnTo>
                    <a:pt x="373380" y="36576"/>
                  </a:lnTo>
                  <a:lnTo>
                    <a:pt x="373618" y="78295"/>
                  </a:lnTo>
                  <a:lnTo>
                    <a:pt x="374142" y="114300"/>
                  </a:lnTo>
                  <a:lnTo>
                    <a:pt x="374682" y="146304"/>
                  </a:lnTo>
                  <a:close/>
                </a:path>
                <a:path w="408940" h="382904">
                  <a:moveTo>
                    <a:pt x="368808" y="364236"/>
                  </a:moveTo>
                  <a:lnTo>
                    <a:pt x="277368" y="364236"/>
                  </a:lnTo>
                  <a:lnTo>
                    <a:pt x="258270" y="363378"/>
                  </a:lnTo>
                  <a:lnTo>
                    <a:pt x="244602" y="356235"/>
                  </a:lnTo>
                  <a:lnTo>
                    <a:pt x="236648" y="342804"/>
                  </a:lnTo>
                  <a:lnTo>
                    <a:pt x="234696" y="323088"/>
                  </a:lnTo>
                  <a:lnTo>
                    <a:pt x="234672" y="253626"/>
                  </a:lnTo>
                  <a:lnTo>
                    <a:pt x="234505" y="198310"/>
                  </a:lnTo>
                  <a:lnTo>
                    <a:pt x="234053" y="156995"/>
                  </a:lnTo>
                  <a:lnTo>
                    <a:pt x="233172" y="129540"/>
                  </a:lnTo>
                  <a:lnTo>
                    <a:pt x="257556" y="146304"/>
                  </a:lnTo>
                  <a:lnTo>
                    <a:pt x="374682" y="146304"/>
                  </a:lnTo>
                  <a:lnTo>
                    <a:pt x="374771" y="155448"/>
                  </a:lnTo>
                  <a:lnTo>
                    <a:pt x="257556" y="155448"/>
                  </a:lnTo>
                  <a:lnTo>
                    <a:pt x="257556" y="315468"/>
                  </a:lnTo>
                  <a:lnTo>
                    <a:pt x="259270" y="329231"/>
                  </a:lnTo>
                  <a:lnTo>
                    <a:pt x="264414" y="338709"/>
                  </a:lnTo>
                  <a:lnTo>
                    <a:pt x="272986" y="344185"/>
                  </a:lnTo>
                  <a:lnTo>
                    <a:pt x="284988" y="345948"/>
                  </a:lnTo>
                  <a:lnTo>
                    <a:pt x="404883" y="345948"/>
                  </a:lnTo>
                  <a:lnTo>
                    <a:pt x="401597" y="351591"/>
                  </a:lnTo>
                  <a:lnTo>
                    <a:pt x="392620" y="359473"/>
                  </a:lnTo>
                  <a:lnTo>
                    <a:pt x="381642" y="363640"/>
                  </a:lnTo>
                  <a:lnTo>
                    <a:pt x="368808" y="364236"/>
                  </a:lnTo>
                  <a:close/>
                </a:path>
                <a:path w="408940" h="382904">
                  <a:moveTo>
                    <a:pt x="350520" y="179832"/>
                  </a:moveTo>
                  <a:lnTo>
                    <a:pt x="350520" y="155448"/>
                  </a:lnTo>
                  <a:lnTo>
                    <a:pt x="374771" y="155448"/>
                  </a:lnTo>
                  <a:lnTo>
                    <a:pt x="374904" y="169164"/>
                  </a:lnTo>
                  <a:lnTo>
                    <a:pt x="350520" y="179832"/>
                  </a:lnTo>
                  <a:close/>
                </a:path>
                <a:path w="408940" h="382904">
                  <a:moveTo>
                    <a:pt x="404883" y="345948"/>
                  </a:moveTo>
                  <a:lnTo>
                    <a:pt x="364236" y="345948"/>
                  </a:lnTo>
                  <a:lnTo>
                    <a:pt x="368808" y="339852"/>
                  </a:lnTo>
                  <a:lnTo>
                    <a:pt x="371856" y="327660"/>
                  </a:lnTo>
                  <a:lnTo>
                    <a:pt x="373856" y="317420"/>
                  </a:lnTo>
                  <a:lnTo>
                    <a:pt x="375285" y="302895"/>
                  </a:lnTo>
                  <a:lnTo>
                    <a:pt x="376142" y="284368"/>
                  </a:lnTo>
                  <a:lnTo>
                    <a:pt x="376428" y="262128"/>
                  </a:lnTo>
                  <a:lnTo>
                    <a:pt x="385572" y="262128"/>
                  </a:lnTo>
                  <a:lnTo>
                    <a:pt x="387500" y="306705"/>
                  </a:lnTo>
                  <a:lnTo>
                    <a:pt x="408432" y="339852"/>
                  </a:lnTo>
                  <a:lnTo>
                    <a:pt x="404883" y="345948"/>
                  </a:lnTo>
                  <a:close/>
                </a:path>
                <a:path w="408940" h="382904">
                  <a:moveTo>
                    <a:pt x="15240" y="36576"/>
                  </a:moveTo>
                  <a:lnTo>
                    <a:pt x="0" y="19812"/>
                  </a:lnTo>
                  <a:lnTo>
                    <a:pt x="175260" y="19812"/>
                  </a:lnTo>
                  <a:lnTo>
                    <a:pt x="196596" y="0"/>
                  </a:lnTo>
                  <a:lnTo>
                    <a:pt x="224028" y="30480"/>
                  </a:lnTo>
                  <a:lnTo>
                    <a:pt x="57912" y="30480"/>
                  </a:lnTo>
                  <a:lnTo>
                    <a:pt x="46743" y="30789"/>
                  </a:lnTo>
                  <a:lnTo>
                    <a:pt x="36004" y="31813"/>
                  </a:lnTo>
                  <a:lnTo>
                    <a:pt x="25550" y="33694"/>
                  </a:lnTo>
                  <a:lnTo>
                    <a:pt x="15240" y="36576"/>
                  </a:lnTo>
                  <a:close/>
                </a:path>
                <a:path w="408940" h="382904">
                  <a:moveTo>
                    <a:pt x="100584" y="86868"/>
                  </a:moveTo>
                  <a:lnTo>
                    <a:pt x="79248" y="86868"/>
                  </a:lnTo>
                  <a:lnTo>
                    <a:pt x="79248" y="30480"/>
                  </a:lnTo>
                  <a:lnTo>
                    <a:pt x="100584" y="30480"/>
                  </a:lnTo>
                  <a:lnTo>
                    <a:pt x="100584" y="86868"/>
                  </a:lnTo>
                  <a:close/>
                </a:path>
                <a:path w="408940" h="382904">
                  <a:moveTo>
                    <a:pt x="146304" y="86868"/>
                  </a:moveTo>
                  <a:lnTo>
                    <a:pt x="124968" y="86868"/>
                  </a:lnTo>
                  <a:lnTo>
                    <a:pt x="124968" y="30480"/>
                  </a:lnTo>
                  <a:lnTo>
                    <a:pt x="146304" y="30480"/>
                  </a:lnTo>
                  <a:lnTo>
                    <a:pt x="146304" y="86868"/>
                  </a:lnTo>
                  <a:close/>
                </a:path>
                <a:path w="408940" h="382904">
                  <a:moveTo>
                    <a:pt x="205086" y="86868"/>
                  </a:moveTo>
                  <a:lnTo>
                    <a:pt x="173736" y="86868"/>
                  </a:lnTo>
                  <a:lnTo>
                    <a:pt x="185928" y="70104"/>
                  </a:lnTo>
                  <a:lnTo>
                    <a:pt x="205086" y="86868"/>
                  </a:lnTo>
                  <a:close/>
                </a:path>
                <a:path w="408940" h="382904">
                  <a:moveTo>
                    <a:pt x="25908" y="382524"/>
                  </a:moveTo>
                  <a:lnTo>
                    <a:pt x="26789" y="352472"/>
                  </a:lnTo>
                  <a:lnTo>
                    <a:pt x="27241" y="316992"/>
                  </a:lnTo>
                  <a:lnTo>
                    <a:pt x="27352" y="168211"/>
                  </a:lnTo>
                  <a:lnTo>
                    <a:pt x="27241" y="140589"/>
                  </a:lnTo>
                  <a:lnTo>
                    <a:pt x="26789" y="104298"/>
                  </a:lnTo>
                  <a:lnTo>
                    <a:pt x="25908" y="73152"/>
                  </a:lnTo>
                  <a:lnTo>
                    <a:pt x="50292" y="86868"/>
                  </a:lnTo>
                  <a:lnTo>
                    <a:pt x="205086" y="86868"/>
                  </a:lnTo>
                  <a:lnTo>
                    <a:pt x="210312" y="91440"/>
                  </a:lnTo>
                  <a:lnTo>
                    <a:pt x="203345" y="97536"/>
                  </a:lnTo>
                  <a:lnTo>
                    <a:pt x="50292" y="97536"/>
                  </a:lnTo>
                  <a:lnTo>
                    <a:pt x="50292" y="214883"/>
                  </a:lnTo>
                  <a:lnTo>
                    <a:pt x="61100" y="214883"/>
                  </a:lnTo>
                  <a:lnTo>
                    <a:pt x="50292" y="225552"/>
                  </a:lnTo>
                  <a:lnTo>
                    <a:pt x="50292" y="249936"/>
                  </a:lnTo>
                  <a:lnTo>
                    <a:pt x="198232" y="249936"/>
                  </a:lnTo>
                  <a:lnTo>
                    <a:pt x="198278" y="260604"/>
                  </a:lnTo>
                  <a:lnTo>
                    <a:pt x="50292" y="260604"/>
                  </a:lnTo>
                  <a:lnTo>
                    <a:pt x="50292" y="326136"/>
                  </a:lnTo>
                  <a:lnTo>
                    <a:pt x="198746" y="326136"/>
                  </a:lnTo>
                  <a:lnTo>
                    <a:pt x="198866" y="336804"/>
                  </a:lnTo>
                  <a:lnTo>
                    <a:pt x="50292" y="336804"/>
                  </a:lnTo>
                  <a:lnTo>
                    <a:pt x="50292" y="373380"/>
                  </a:lnTo>
                  <a:lnTo>
                    <a:pt x="25908" y="382524"/>
                  </a:lnTo>
                  <a:close/>
                </a:path>
                <a:path w="408940" h="382904">
                  <a:moveTo>
                    <a:pt x="61100" y="214883"/>
                  </a:moveTo>
                  <a:lnTo>
                    <a:pt x="50292" y="214883"/>
                  </a:lnTo>
                  <a:lnTo>
                    <a:pt x="63174" y="194619"/>
                  </a:lnTo>
                  <a:lnTo>
                    <a:pt x="72199" y="168211"/>
                  </a:lnTo>
                  <a:lnTo>
                    <a:pt x="77509" y="135802"/>
                  </a:lnTo>
                  <a:lnTo>
                    <a:pt x="79248" y="97536"/>
                  </a:lnTo>
                  <a:lnTo>
                    <a:pt x="100584" y="97536"/>
                  </a:lnTo>
                  <a:lnTo>
                    <a:pt x="97440" y="139827"/>
                  </a:lnTo>
                  <a:lnTo>
                    <a:pt x="88011" y="175260"/>
                  </a:lnTo>
                  <a:lnTo>
                    <a:pt x="72294" y="203835"/>
                  </a:lnTo>
                  <a:lnTo>
                    <a:pt x="61100" y="214883"/>
                  </a:lnTo>
                  <a:close/>
                </a:path>
                <a:path w="408940" h="382904">
                  <a:moveTo>
                    <a:pt x="198232" y="249936"/>
                  </a:moveTo>
                  <a:lnTo>
                    <a:pt x="175260" y="249936"/>
                  </a:lnTo>
                  <a:lnTo>
                    <a:pt x="175260" y="211836"/>
                  </a:lnTo>
                  <a:lnTo>
                    <a:pt x="150876" y="211836"/>
                  </a:lnTo>
                  <a:lnTo>
                    <a:pt x="124968" y="97536"/>
                  </a:lnTo>
                  <a:lnTo>
                    <a:pt x="146304" y="97536"/>
                  </a:lnTo>
                  <a:lnTo>
                    <a:pt x="146304" y="187452"/>
                  </a:lnTo>
                  <a:lnTo>
                    <a:pt x="149352" y="192024"/>
                  </a:lnTo>
                  <a:lnTo>
                    <a:pt x="198146" y="192024"/>
                  </a:lnTo>
                  <a:lnTo>
                    <a:pt x="198232" y="249936"/>
                  </a:lnTo>
                  <a:close/>
                </a:path>
                <a:path w="408940" h="382904">
                  <a:moveTo>
                    <a:pt x="198146" y="192024"/>
                  </a:moveTo>
                  <a:lnTo>
                    <a:pt x="175260" y="192024"/>
                  </a:lnTo>
                  <a:lnTo>
                    <a:pt x="175260" y="97536"/>
                  </a:lnTo>
                  <a:lnTo>
                    <a:pt x="203345" y="97536"/>
                  </a:lnTo>
                  <a:lnTo>
                    <a:pt x="198120" y="102108"/>
                  </a:lnTo>
                  <a:lnTo>
                    <a:pt x="198146" y="192024"/>
                  </a:lnTo>
                  <a:close/>
                </a:path>
                <a:path w="408940" h="382904">
                  <a:moveTo>
                    <a:pt x="198746" y="326136"/>
                  </a:moveTo>
                  <a:lnTo>
                    <a:pt x="175260" y="326136"/>
                  </a:lnTo>
                  <a:lnTo>
                    <a:pt x="175260" y="260604"/>
                  </a:lnTo>
                  <a:lnTo>
                    <a:pt x="198278" y="260604"/>
                  </a:lnTo>
                  <a:lnTo>
                    <a:pt x="198449" y="299618"/>
                  </a:lnTo>
                  <a:lnTo>
                    <a:pt x="198746" y="326136"/>
                  </a:lnTo>
                  <a:close/>
                </a:path>
                <a:path w="408940" h="382904">
                  <a:moveTo>
                    <a:pt x="175260" y="379476"/>
                  </a:moveTo>
                  <a:lnTo>
                    <a:pt x="175260" y="336804"/>
                  </a:lnTo>
                  <a:lnTo>
                    <a:pt x="198866" y="336804"/>
                  </a:lnTo>
                  <a:lnTo>
                    <a:pt x="198900" y="339852"/>
                  </a:lnTo>
                  <a:lnTo>
                    <a:pt x="199644" y="367284"/>
                  </a:lnTo>
                  <a:lnTo>
                    <a:pt x="175260" y="379476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" name="object 51"/>
            <p:cNvSpPr/>
            <p:nvPr/>
          </p:nvSpPr>
          <p:spPr>
            <a:xfrm>
              <a:off x="6364224" y="3511295"/>
              <a:ext cx="182880" cy="360045"/>
            </a:xfrm>
            <a:custGeom>
              <a:avLst/>
              <a:gdLst/>
              <a:ahLst/>
              <a:cxnLst/>
              <a:rect l="l" t="t" r="r" b="b"/>
              <a:pathLst>
                <a:path w="182879" h="360045">
                  <a:moveTo>
                    <a:pt x="147827" y="32003"/>
                  </a:moveTo>
                  <a:lnTo>
                    <a:pt x="148066" y="73723"/>
                  </a:lnTo>
                  <a:lnTo>
                    <a:pt x="148589" y="109727"/>
                  </a:lnTo>
                  <a:lnTo>
                    <a:pt x="149113" y="140017"/>
                  </a:lnTo>
                  <a:lnTo>
                    <a:pt x="149351" y="164591"/>
                  </a:lnTo>
                  <a:lnTo>
                    <a:pt x="124967" y="175259"/>
                  </a:lnTo>
                  <a:lnTo>
                    <a:pt x="124967" y="150875"/>
                  </a:lnTo>
                  <a:lnTo>
                    <a:pt x="32003" y="150875"/>
                  </a:lnTo>
                  <a:lnTo>
                    <a:pt x="32003" y="310896"/>
                  </a:lnTo>
                  <a:lnTo>
                    <a:pt x="33718" y="324659"/>
                  </a:lnTo>
                  <a:lnTo>
                    <a:pt x="38861" y="334137"/>
                  </a:lnTo>
                  <a:lnTo>
                    <a:pt x="47434" y="339613"/>
                  </a:lnTo>
                  <a:lnTo>
                    <a:pt x="59435" y="341375"/>
                  </a:lnTo>
                  <a:lnTo>
                    <a:pt x="129539" y="341375"/>
                  </a:lnTo>
                  <a:lnTo>
                    <a:pt x="138683" y="341375"/>
                  </a:lnTo>
                  <a:lnTo>
                    <a:pt x="149732" y="298323"/>
                  </a:lnTo>
                  <a:lnTo>
                    <a:pt x="150875" y="257555"/>
                  </a:lnTo>
                  <a:lnTo>
                    <a:pt x="160019" y="257555"/>
                  </a:lnTo>
                  <a:lnTo>
                    <a:pt x="161948" y="302133"/>
                  </a:lnTo>
                  <a:lnTo>
                    <a:pt x="182879" y="335279"/>
                  </a:lnTo>
                  <a:lnTo>
                    <a:pt x="176045" y="347019"/>
                  </a:lnTo>
                  <a:lnTo>
                    <a:pt x="167068" y="354901"/>
                  </a:lnTo>
                  <a:lnTo>
                    <a:pt x="156090" y="359068"/>
                  </a:lnTo>
                  <a:lnTo>
                    <a:pt x="143255" y="359664"/>
                  </a:lnTo>
                  <a:lnTo>
                    <a:pt x="51815" y="359664"/>
                  </a:lnTo>
                  <a:lnTo>
                    <a:pt x="11096" y="338232"/>
                  </a:lnTo>
                  <a:lnTo>
                    <a:pt x="9120" y="249054"/>
                  </a:lnTo>
                  <a:lnTo>
                    <a:pt x="8953" y="193738"/>
                  </a:lnTo>
                  <a:lnTo>
                    <a:pt x="8501" y="152423"/>
                  </a:lnTo>
                  <a:lnTo>
                    <a:pt x="7619" y="124967"/>
                  </a:lnTo>
                  <a:lnTo>
                    <a:pt x="32003" y="141731"/>
                  </a:lnTo>
                  <a:lnTo>
                    <a:pt x="124967" y="141731"/>
                  </a:lnTo>
                  <a:lnTo>
                    <a:pt x="124967" y="25907"/>
                  </a:lnTo>
                  <a:lnTo>
                    <a:pt x="57911" y="25907"/>
                  </a:lnTo>
                  <a:lnTo>
                    <a:pt x="46767" y="26217"/>
                  </a:lnTo>
                  <a:lnTo>
                    <a:pt x="36194" y="27241"/>
                  </a:lnTo>
                  <a:lnTo>
                    <a:pt x="26193" y="29122"/>
                  </a:lnTo>
                  <a:lnTo>
                    <a:pt x="16763" y="32003"/>
                  </a:lnTo>
                  <a:lnTo>
                    <a:pt x="0" y="15239"/>
                  </a:lnTo>
                  <a:lnTo>
                    <a:pt x="121919" y="15239"/>
                  </a:lnTo>
                  <a:lnTo>
                    <a:pt x="134111" y="0"/>
                  </a:lnTo>
                  <a:lnTo>
                    <a:pt x="160019" y="21335"/>
                  </a:lnTo>
                  <a:lnTo>
                    <a:pt x="147827" y="32003"/>
                  </a:lnTo>
                  <a:close/>
                </a:path>
              </a:pathLst>
            </a:custGeom>
            <a:ln w="1219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" name="object 52"/>
            <p:cNvSpPr/>
            <p:nvPr/>
          </p:nvSpPr>
          <p:spPr>
            <a:xfrm>
              <a:off x="6138672" y="3506723"/>
              <a:ext cx="224154" cy="382905"/>
            </a:xfrm>
            <a:custGeom>
              <a:avLst/>
              <a:gdLst/>
              <a:ahLst/>
              <a:cxnLst/>
              <a:rect l="l" t="t" r="r" b="b"/>
              <a:pathLst>
                <a:path w="224154" h="382904">
                  <a:moveTo>
                    <a:pt x="198119" y="102108"/>
                  </a:moveTo>
                  <a:lnTo>
                    <a:pt x="198132" y="180746"/>
                  </a:lnTo>
                  <a:lnTo>
                    <a:pt x="198217" y="246583"/>
                  </a:lnTo>
                  <a:lnTo>
                    <a:pt x="198449" y="299618"/>
                  </a:lnTo>
                  <a:lnTo>
                    <a:pt x="198900" y="339852"/>
                  </a:lnTo>
                  <a:lnTo>
                    <a:pt x="199643" y="367284"/>
                  </a:lnTo>
                  <a:lnTo>
                    <a:pt x="175259" y="379476"/>
                  </a:lnTo>
                  <a:lnTo>
                    <a:pt x="175259" y="336803"/>
                  </a:lnTo>
                  <a:lnTo>
                    <a:pt x="50291" y="336803"/>
                  </a:lnTo>
                  <a:lnTo>
                    <a:pt x="50291" y="373380"/>
                  </a:lnTo>
                  <a:lnTo>
                    <a:pt x="25907" y="382524"/>
                  </a:lnTo>
                  <a:lnTo>
                    <a:pt x="26789" y="352472"/>
                  </a:lnTo>
                  <a:lnTo>
                    <a:pt x="27241" y="316992"/>
                  </a:lnTo>
                  <a:lnTo>
                    <a:pt x="27408" y="275796"/>
                  </a:lnTo>
                  <a:lnTo>
                    <a:pt x="27431" y="228600"/>
                  </a:lnTo>
                  <a:lnTo>
                    <a:pt x="27408" y="182022"/>
                  </a:lnTo>
                  <a:lnTo>
                    <a:pt x="27241" y="140589"/>
                  </a:lnTo>
                  <a:lnTo>
                    <a:pt x="26789" y="104298"/>
                  </a:lnTo>
                  <a:lnTo>
                    <a:pt x="25907" y="73152"/>
                  </a:lnTo>
                  <a:lnTo>
                    <a:pt x="50291" y="86868"/>
                  </a:lnTo>
                  <a:lnTo>
                    <a:pt x="79247" y="86868"/>
                  </a:lnTo>
                  <a:lnTo>
                    <a:pt x="79247" y="30480"/>
                  </a:lnTo>
                  <a:lnTo>
                    <a:pt x="57911" y="30480"/>
                  </a:lnTo>
                  <a:lnTo>
                    <a:pt x="46743" y="30789"/>
                  </a:lnTo>
                  <a:lnTo>
                    <a:pt x="36004" y="31813"/>
                  </a:lnTo>
                  <a:lnTo>
                    <a:pt x="25550" y="33694"/>
                  </a:lnTo>
                  <a:lnTo>
                    <a:pt x="15239" y="36576"/>
                  </a:lnTo>
                  <a:lnTo>
                    <a:pt x="0" y="19812"/>
                  </a:lnTo>
                  <a:lnTo>
                    <a:pt x="175259" y="19812"/>
                  </a:lnTo>
                  <a:lnTo>
                    <a:pt x="196595" y="0"/>
                  </a:lnTo>
                  <a:lnTo>
                    <a:pt x="224027" y="30480"/>
                  </a:lnTo>
                  <a:lnTo>
                    <a:pt x="146303" y="30480"/>
                  </a:lnTo>
                  <a:lnTo>
                    <a:pt x="146303" y="86868"/>
                  </a:lnTo>
                  <a:lnTo>
                    <a:pt x="173735" y="86868"/>
                  </a:lnTo>
                  <a:lnTo>
                    <a:pt x="185927" y="70104"/>
                  </a:lnTo>
                  <a:lnTo>
                    <a:pt x="210311" y="91440"/>
                  </a:lnTo>
                  <a:lnTo>
                    <a:pt x="198119" y="102108"/>
                  </a:lnTo>
                  <a:close/>
                </a:path>
              </a:pathLst>
            </a:custGeom>
            <a:ln w="1219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53" name="object 53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6182867" y="3531107"/>
              <a:ext cx="137160" cy="307848"/>
            </a:xfrm>
            <a:prstGeom prst="rect">
              <a:avLst/>
            </a:prstGeom>
          </p:spPr>
        </p:pic>
        <p:sp>
          <p:nvSpPr>
            <p:cNvPr id="54" name="object 54"/>
            <p:cNvSpPr/>
            <p:nvPr/>
          </p:nvSpPr>
          <p:spPr>
            <a:xfrm>
              <a:off x="6586715" y="3486911"/>
              <a:ext cx="852169" cy="410209"/>
            </a:xfrm>
            <a:custGeom>
              <a:avLst/>
              <a:gdLst/>
              <a:ahLst/>
              <a:cxnLst/>
              <a:rect l="l" t="t" r="r" b="b"/>
              <a:pathLst>
                <a:path w="852170" h="410210">
                  <a:moveTo>
                    <a:pt x="353568" y="82296"/>
                  </a:moveTo>
                  <a:lnTo>
                    <a:pt x="345948" y="74676"/>
                  </a:lnTo>
                  <a:lnTo>
                    <a:pt x="329184" y="57912"/>
                  </a:lnTo>
                  <a:lnTo>
                    <a:pt x="310896" y="74676"/>
                  </a:lnTo>
                  <a:lnTo>
                    <a:pt x="120396" y="74676"/>
                  </a:lnTo>
                  <a:lnTo>
                    <a:pt x="133235" y="54394"/>
                  </a:lnTo>
                  <a:lnTo>
                    <a:pt x="144208" y="39243"/>
                  </a:lnTo>
                  <a:lnTo>
                    <a:pt x="153187" y="29248"/>
                  </a:lnTo>
                  <a:lnTo>
                    <a:pt x="160020" y="24384"/>
                  </a:lnTo>
                  <a:lnTo>
                    <a:pt x="124968" y="3048"/>
                  </a:lnTo>
                  <a:lnTo>
                    <a:pt x="104775" y="52006"/>
                  </a:lnTo>
                  <a:lnTo>
                    <a:pt x="77724" y="102108"/>
                  </a:lnTo>
                  <a:lnTo>
                    <a:pt x="42291" y="154495"/>
                  </a:lnTo>
                  <a:lnTo>
                    <a:pt x="0" y="205740"/>
                  </a:lnTo>
                  <a:lnTo>
                    <a:pt x="6096" y="210312"/>
                  </a:lnTo>
                  <a:lnTo>
                    <a:pt x="35242" y="184365"/>
                  </a:lnTo>
                  <a:lnTo>
                    <a:pt x="63246" y="154686"/>
                  </a:lnTo>
                  <a:lnTo>
                    <a:pt x="90106" y="121589"/>
                  </a:lnTo>
                  <a:lnTo>
                    <a:pt x="115824" y="85344"/>
                  </a:lnTo>
                  <a:lnTo>
                    <a:pt x="315468" y="85344"/>
                  </a:lnTo>
                  <a:lnTo>
                    <a:pt x="314020" y="163906"/>
                  </a:lnTo>
                  <a:lnTo>
                    <a:pt x="311848" y="221170"/>
                  </a:lnTo>
                  <a:lnTo>
                    <a:pt x="304800" y="271272"/>
                  </a:lnTo>
                  <a:lnTo>
                    <a:pt x="292608" y="278892"/>
                  </a:lnTo>
                  <a:lnTo>
                    <a:pt x="284988" y="278892"/>
                  </a:lnTo>
                  <a:lnTo>
                    <a:pt x="278993" y="278587"/>
                  </a:lnTo>
                  <a:lnTo>
                    <a:pt x="270129" y="277558"/>
                  </a:lnTo>
                  <a:lnTo>
                    <a:pt x="258419" y="275678"/>
                  </a:lnTo>
                  <a:lnTo>
                    <a:pt x="243840" y="272796"/>
                  </a:lnTo>
                  <a:lnTo>
                    <a:pt x="243840" y="280416"/>
                  </a:lnTo>
                  <a:lnTo>
                    <a:pt x="261924" y="286118"/>
                  </a:lnTo>
                  <a:lnTo>
                    <a:pt x="275272" y="293941"/>
                  </a:lnTo>
                  <a:lnTo>
                    <a:pt x="284353" y="303784"/>
                  </a:lnTo>
                  <a:lnTo>
                    <a:pt x="289560" y="315468"/>
                  </a:lnTo>
                  <a:lnTo>
                    <a:pt x="302133" y="308610"/>
                  </a:lnTo>
                  <a:lnTo>
                    <a:pt x="312420" y="301752"/>
                  </a:lnTo>
                  <a:lnTo>
                    <a:pt x="320421" y="294894"/>
                  </a:lnTo>
                  <a:lnTo>
                    <a:pt x="326136" y="288036"/>
                  </a:lnTo>
                  <a:lnTo>
                    <a:pt x="329298" y="278892"/>
                  </a:lnTo>
                  <a:lnTo>
                    <a:pt x="329501" y="278320"/>
                  </a:lnTo>
                  <a:lnTo>
                    <a:pt x="332422" y="265176"/>
                  </a:lnTo>
                  <a:lnTo>
                    <a:pt x="334505" y="248602"/>
                  </a:lnTo>
                  <a:lnTo>
                    <a:pt x="335280" y="228600"/>
                  </a:lnTo>
                  <a:lnTo>
                    <a:pt x="336423" y="202907"/>
                  </a:lnTo>
                  <a:lnTo>
                    <a:pt x="337566" y="171640"/>
                  </a:lnTo>
                  <a:lnTo>
                    <a:pt x="338709" y="134950"/>
                  </a:lnTo>
                  <a:lnTo>
                    <a:pt x="339852" y="92964"/>
                  </a:lnTo>
                  <a:lnTo>
                    <a:pt x="349656" y="85344"/>
                  </a:lnTo>
                  <a:lnTo>
                    <a:pt x="353568" y="82296"/>
                  </a:lnTo>
                  <a:close/>
                </a:path>
                <a:path w="852170" h="410210">
                  <a:moveTo>
                    <a:pt x="406908" y="361188"/>
                  </a:moveTo>
                  <a:lnTo>
                    <a:pt x="383552" y="328739"/>
                  </a:lnTo>
                  <a:lnTo>
                    <a:pt x="379476" y="272796"/>
                  </a:lnTo>
                  <a:lnTo>
                    <a:pt x="370332" y="272796"/>
                  </a:lnTo>
                  <a:lnTo>
                    <a:pt x="368046" y="322135"/>
                  </a:lnTo>
                  <a:lnTo>
                    <a:pt x="358140" y="361188"/>
                  </a:lnTo>
                  <a:lnTo>
                    <a:pt x="312801" y="370700"/>
                  </a:lnTo>
                  <a:lnTo>
                    <a:pt x="291084" y="371856"/>
                  </a:lnTo>
                  <a:lnTo>
                    <a:pt x="190500" y="371856"/>
                  </a:lnTo>
                  <a:lnTo>
                    <a:pt x="147256" y="369379"/>
                  </a:lnTo>
                  <a:lnTo>
                    <a:pt x="111823" y="355092"/>
                  </a:lnTo>
                  <a:lnTo>
                    <a:pt x="108204" y="335280"/>
                  </a:lnTo>
                  <a:lnTo>
                    <a:pt x="108204" y="248412"/>
                  </a:lnTo>
                  <a:lnTo>
                    <a:pt x="220980" y="248412"/>
                  </a:lnTo>
                  <a:lnTo>
                    <a:pt x="220980" y="268224"/>
                  </a:lnTo>
                  <a:lnTo>
                    <a:pt x="245364" y="260604"/>
                  </a:lnTo>
                  <a:lnTo>
                    <a:pt x="244538" y="248412"/>
                  </a:lnTo>
                  <a:lnTo>
                    <a:pt x="244487" y="247777"/>
                  </a:lnTo>
                  <a:lnTo>
                    <a:pt x="244259" y="237744"/>
                  </a:lnTo>
                  <a:lnTo>
                    <a:pt x="244030" y="227647"/>
                  </a:lnTo>
                  <a:lnTo>
                    <a:pt x="243928" y="210312"/>
                  </a:lnTo>
                  <a:lnTo>
                    <a:pt x="243840" y="166116"/>
                  </a:lnTo>
                  <a:lnTo>
                    <a:pt x="252412" y="158496"/>
                  </a:lnTo>
                  <a:lnTo>
                    <a:pt x="257556" y="153924"/>
                  </a:lnTo>
                  <a:lnTo>
                    <a:pt x="249720" y="147828"/>
                  </a:lnTo>
                  <a:lnTo>
                    <a:pt x="230124" y="132588"/>
                  </a:lnTo>
                  <a:lnTo>
                    <a:pt x="220980" y="145656"/>
                  </a:lnTo>
                  <a:lnTo>
                    <a:pt x="220980" y="158496"/>
                  </a:lnTo>
                  <a:lnTo>
                    <a:pt x="220980" y="237744"/>
                  </a:lnTo>
                  <a:lnTo>
                    <a:pt x="108204" y="237744"/>
                  </a:lnTo>
                  <a:lnTo>
                    <a:pt x="108204" y="158496"/>
                  </a:lnTo>
                  <a:lnTo>
                    <a:pt x="220980" y="158496"/>
                  </a:lnTo>
                  <a:lnTo>
                    <a:pt x="220980" y="145656"/>
                  </a:lnTo>
                  <a:lnTo>
                    <a:pt x="219456" y="147828"/>
                  </a:lnTo>
                  <a:lnTo>
                    <a:pt x="109728" y="147828"/>
                  </a:lnTo>
                  <a:lnTo>
                    <a:pt x="83820" y="134112"/>
                  </a:lnTo>
                  <a:lnTo>
                    <a:pt x="84658" y="153924"/>
                  </a:lnTo>
                  <a:lnTo>
                    <a:pt x="85331" y="210312"/>
                  </a:lnTo>
                  <a:lnTo>
                    <a:pt x="85344" y="339852"/>
                  </a:lnTo>
                  <a:lnTo>
                    <a:pt x="87083" y="358140"/>
                  </a:lnTo>
                  <a:lnTo>
                    <a:pt x="114300" y="385572"/>
                  </a:lnTo>
                  <a:lnTo>
                    <a:pt x="167246" y="391363"/>
                  </a:lnTo>
                  <a:lnTo>
                    <a:pt x="188976" y="391668"/>
                  </a:lnTo>
                  <a:lnTo>
                    <a:pt x="212407" y="392557"/>
                  </a:lnTo>
                  <a:lnTo>
                    <a:pt x="236982" y="393001"/>
                  </a:lnTo>
                  <a:lnTo>
                    <a:pt x="289560" y="393192"/>
                  </a:lnTo>
                  <a:lnTo>
                    <a:pt x="314134" y="392912"/>
                  </a:lnTo>
                  <a:lnTo>
                    <a:pt x="352996" y="390626"/>
                  </a:lnTo>
                  <a:lnTo>
                    <a:pt x="398145" y="371856"/>
                  </a:lnTo>
                  <a:lnTo>
                    <a:pt x="398576" y="371475"/>
                  </a:lnTo>
                  <a:lnTo>
                    <a:pt x="406908" y="361188"/>
                  </a:lnTo>
                  <a:close/>
                </a:path>
                <a:path w="852170" h="410210">
                  <a:moveTo>
                    <a:pt x="678192" y="137160"/>
                  </a:moveTo>
                  <a:lnTo>
                    <a:pt x="675043" y="128549"/>
                  </a:lnTo>
                  <a:lnTo>
                    <a:pt x="665619" y="118491"/>
                  </a:lnTo>
                  <a:lnTo>
                    <a:pt x="649897" y="106730"/>
                  </a:lnTo>
                  <a:lnTo>
                    <a:pt x="627900" y="92964"/>
                  </a:lnTo>
                  <a:lnTo>
                    <a:pt x="623328" y="97536"/>
                  </a:lnTo>
                  <a:lnTo>
                    <a:pt x="633628" y="110972"/>
                  </a:lnTo>
                  <a:lnTo>
                    <a:pt x="641807" y="123825"/>
                  </a:lnTo>
                  <a:lnTo>
                    <a:pt x="647966" y="136118"/>
                  </a:lnTo>
                  <a:lnTo>
                    <a:pt x="652284" y="147828"/>
                  </a:lnTo>
                  <a:lnTo>
                    <a:pt x="655332" y="158496"/>
                  </a:lnTo>
                  <a:lnTo>
                    <a:pt x="658380" y="163068"/>
                  </a:lnTo>
                  <a:lnTo>
                    <a:pt x="666000" y="163068"/>
                  </a:lnTo>
                  <a:lnTo>
                    <a:pt x="669048" y="161544"/>
                  </a:lnTo>
                  <a:lnTo>
                    <a:pt x="672096" y="158496"/>
                  </a:lnTo>
                  <a:lnTo>
                    <a:pt x="676668" y="155448"/>
                  </a:lnTo>
                  <a:lnTo>
                    <a:pt x="678141" y="148043"/>
                  </a:lnTo>
                  <a:lnTo>
                    <a:pt x="678192" y="137160"/>
                  </a:lnTo>
                  <a:close/>
                </a:path>
                <a:path w="852170" h="410210">
                  <a:moveTo>
                    <a:pt x="752868" y="185928"/>
                  </a:moveTo>
                  <a:lnTo>
                    <a:pt x="725436" y="160020"/>
                  </a:lnTo>
                  <a:lnTo>
                    <a:pt x="708672" y="176784"/>
                  </a:lnTo>
                  <a:lnTo>
                    <a:pt x="533412" y="176784"/>
                  </a:lnTo>
                  <a:lnTo>
                    <a:pt x="548652" y="193548"/>
                  </a:lnTo>
                  <a:lnTo>
                    <a:pt x="558076" y="190677"/>
                  </a:lnTo>
                  <a:lnTo>
                    <a:pt x="568083" y="188785"/>
                  </a:lnTo>
                  <a:lnTo>
                    <a:pt x="578650" y="187769"/>
                  </a:lnTo>
                  <a:lnTo>
                    <a:pt x="589800" y="187452"/>
                  </a:lnTo>
                  <a:lnTo>
                    <a:pt x="710196" y="187452"/>
                  </a:lnTo>
                  <a:lnTo>
                    <a:pt x="667524" y="254508"/>
                  </a:lnTo>
                  <a:lnTo>
                    <a:pt x="690384" y="260604"/>
                  </a:lnTo>
                  <a:lnTo>
                    <a:pt x="715530" y="221742"/>
                  </a:lnTo>
                  <a:lnTo>
                    <a:pt x="750468" y="187452"/>
                  </a:lnTo>
                  <a:lnTo>
                    <a:pt x="752868" y="185928"/>
                  </a:lnTo>
                  <a:close/>
                </a:path>
                <a:path w="852170" h="410210">
                  <a:moveTo>
                    <a:pt x="771156" y="274320"/>
                  </a:moveTo>
                  <a:lnTo>
                    <a:pt x="765060" y="268224"/>
                  </a:lnTo>
                  <a:lnTo>
                    <a:pt x="746772" y="249936"/>
                  </a:lnTo>
                  <a:lnTo>
                    <a:pt x="733056" y="263652"/>
                  </a:lnTo>
                  <a:lnTo>
                    <a:pt x="733056" y="278892"/>
                  </a:lnTo>
                  <a:lnTo>
                    <a:pt x="733056" y="361188"/>
                  </a:lnTo>
                  <a:lnTo>
                    <a:pt x="563892" y="361188"/>
                  </a:lnTo>
                  <a:lnTo>
                    <a:pt x="563892" y="278892"/>
                  </a:lnTo>
                  <a:lnTo>
                    <a:pt x="733056" y="278892"/>
                  </a:lnTo>
                  <a:lnTo>
                    <a:pt x="733056" y="263652"/>
                  </a:lnTo>
                  <a:lnTo>
                    <a:pt x="728484" y="268224"/>
                  </a:lnTo>
                  <a:lnTo>
                    <a:pt x="563892" y="268224"/>
                  </a:lnTo>
                  <a:lnTo>
                    <a:pt x="537984" y="254508"/>
                  </a:lnTo>
                  <a:lnTo>
                    <a:pt x="538861" y="273062"/>
                  </a:lnTo>
                  <a:lnTo>
                    <a:pt x="539318" y="292036"/>
                  </a:lnTo>
                  <a:lnTo>
                    <a:pt x="539483" y="311302"/>
                  </a:lnTo>
                  <a:lnTo>
                    <a:pt x="539369" y="364236"/>
                  </a:lnTo>
                  <a:lnTo>
                    <a:pt x="539292" y="371856"/>
                  </a:lnTo>
                  <a:lnTo>
                    <a:pt x="538861" y="390512"/>
                  </a:lnTo>
                  <a:lnTo>
                    <a:pt x="537984" y="409956"/>
                  </a:lnTo>
                  <a:lnTo>
                    <a:pt x="563892" y="399288"/>
                  </a:lnTo>
                  <a:lnTo>
                    <a:pt x="563892" y="371856"/>
                  </a:lnTo>
                  <a:lnTo>
                    <a:pt x="733056" y="371856"/>
                  </a:lnTo>
                  <a:lnTo>
                    <a:pt x="733056" y="409956"/>
                  </a:lnTo>
                  <a:lnTo>
                    <a:pt x="758964" y="397764"/>
                  </a:lnTo>
                  <a:lnTo>
                    <a:pt x="758075" y="388670"/>
                  </a:lnTo>
                  <a:lnTo>
                    <a:pt x="757631" y="379857"/>
                  </a:lnTo>
                  <a:lnTo>
                    <a:pt x="757466" y="371856"/>
                  </a:lnTo>
                  <a:lnTo>
                    <a:pt x="757440" y="361188"/>
                  </a:lnTo>
                  <a:lnTo>
                    <a:pt x="757440" y="284988"/>
                  </a:lnTo>
                  <a:lnTo>
                    <a:pt x="765276" y="278892"/>
                  </a:lnTo>
                  <a:lnTo>
                    <a:pt x="771156" y="274320"/>
                  </a:lnTo>
                  <a:close/>
                </a:path>
                <a:path w="852170" h="410210">
                  <a:moveTo>
                    <a:pt x="851928" y="131064"/>
                  </a:moveTo>
                  <a:lnTo>
                    <a:pt x="806399" y="122872"/>
                  </a:lnTo>
                  <a:lnTo>
                    <a:pt x="757440" y="106680"/>
                  </a:lnTo>
                  <a:lnTo>
                    <a:pt x="706196" y="78105"/>
                  </a:lnTo>
                  <a:lnTo>
                    <a:pt x="664248" y="39624"/>
                  </a:lnTo>
                  <a:lnTo>
                    <a:pt x="658380" y="33528"/>
                  </a:lnTo>
                  <a:lnTo>
                    <a:pt x="675144" y="24384"/>
                  </a:lnTo>
                  <a:lnTo>
                    <a:pt x="643140" y="0"/>
                  </a:lnTo>
                  <a:lnTo>
                    <a:pt x="609993" y="49149"/>
                  </a:lnTo>
                  <a:lnTo>
                    <a:pt x="565416" y="96012"/>
                  </a:lnTo>
                  <a:lnTo>
                    <a:pt x="509219" y="139827"/>
                  </a:lnTo>
                  <a:lnTo>
                    <a:pt x="445020" y="176784"/>
                  </a:lnTo>
                  <a:lnTo>
                    <a:pt x="448068" y="184404"/>
                  </a:lnTo>
                  <a:lnTo>
                    <a:pt x="489026" y="166116"/>
                  </a:lnTo>
                  <a:lnTo>
                    <a:pt x="537984" y="138684"/>
                  </a:lnTo>
                  <a:lnTo>
                    <a:pt x="592848" y="98869"/>
                  </a:lnTo>
                  <a:lnTo>
                    <a:pt x="621995" y="71615"/>
                  </a:lnTo>
                  <a:lnTo>
                    <a:pt x="652284" y="39624"/>
                  </a:lnTo>
                  <a:lnTo>
                    <a:pt x="665683" y="57391"/>
                  </a:lnTo>
                  <a:lnTo>
                    <a:pt x="697064" y="90639"/>
                  </a:lnTo>
                  <a:lnTo>
                    <a:pt x="735672" y="121234"/>
                  </a:lnTo>
                  <a:lnTo>
                    <a:pt x="787196" y="148043"/>
                  </a:lnTo>
                  <a:lnTo>
                    <a:pt x="818400" y="160020"/>
                  </a:lnTo>
                  <a:lnTo>
                    <a:pt x="824064" y="150863"/>
                  </a:lnTo>
                  <a:lnTo>
                    <a:pt x="831735" y="143827"/>
                  </a:lnTo>
                  <a:lnTo>
                    <a:pt x="841108" y="138811"/>
                  </a:lnTo>
                  <a:lnTo>
                    <a:pt x="851928" y="135636"/>
                  </a:lnTo>
                  <a:lnTo>
                    <a:pt x="851928" y="131064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55" name="object 55"/>
          <p:cNvSpPr/>
          <p:nvPr/>
        </p:nvSpPr>
        <p:spPr>
          <a:xfrm>
            <a:off x="7517892" y="3499103"/>
            <a:ext cx="327660" cy="396240"/>
          </a:xfrm>
          <a:custGeom>
            <a:avLst/>
            <a:gdLst/>
            <a:ahLst/>
            <a:cxnLst/>
            <a:rect l="l" t="t" r="r" b="b"/>
            <a:pathLst>
              <a:path w="327659" h="396239">
                <a:moveTo>
                  <a:pt x="134111" y="396240"/>
                </a:moveTo>
                <a:lnTo>
                  <a:pt x="130921" y="384000"/>
                </a:lnTo>
                <a:lnTo>
                  <a:pt x="118871" y="372618"/>
                </a:lnTo>
                <a:lnTo>
                  <a:pt x="97678" y="362378"/>
                </a:lnTo>
                <a:lnTo>
                  <a:pt x="67055" y="353567"/>
                </a:lnTo>
                <a:lnTo>
                  <a:pt x="68579" y="344424"/>
                </a:lnTo>
                <a:lnTo>
                  <a:pt x="88868" y="347543"/>
                </a:lnTo>
                <a:lnTo>
                  <a:pt x="106298" y="349948"/>
                </a:lnTo>
                <a:lnTo>
                  <a:pt x="120872" y="351496"/>
                </a:lnTo>
                <a:lnTo>
                  <a:pt x="132587" y="352043"/>
                </a:lnTo>
                <a:lnTo>
                  <a:pt x="142327" y="350067"/>
                </a:lnTo>
                <a:lnTo>
                  <a:pt x="148780" y="344233"/>
                </a:lnTo>
                <a:lnTo>
                  <a:pt x="152090" y="334684"/>
                </a:lnTo>
                <a:lnTo>
                  <a:pt x="152399" y="321564"/>
                </a:lnTo>
                <a:lnTo>
                  <a:pt x="152376" y="150542"/>
                </a:lnTo>
                <a:lnTo>
                  <a:pt x="152209" y="133350"/>
                </a:lnTo>
                <a:lnTo>
                  <a:pt x="151757" y="117300"/>
                </a:lnTo>
                <a:lnTo>
                  <a:pt x="150875" y="102108"/>
                </a:lnTo>
                <a:lnTo>
                  <a:pt x="175259" y="117348"/>
                </a:lnTo>
                <a:lnTo>
                  <a:pt x="275843" y="27432"/>
                </a:lnTo>
                <a:lnTo>
                  <a:pt x="56387" y="27432"/>
                </a:lnTo>
                <a:lnTo>
                  <a:pt x="46101" y="27955"/>
                </a:lnTo>
                <a:lnTo>
                  <a:pt x="35814" y="29337"/>
                </a:lnTo>
                <a:lnTo>
                  <a:pt x="25527" y="31289"/>
                </a:lnTo>
                <a:lnTo>
                  <a:pt x="15240" y="33528"/>
                </a:lnTo>
                <a:lnTo>
                  <a:pt x="0" y="18288"/>
                </a:lnTo>
                <a:lnTo>
                  <a:pt x="277367" y="18288"/>
                </a:lnTo>
                <a:lnTo>
                  <a:pt x="297179" y="0"/>
                </a:lnTo>
                <a:lnTo>
                  <a:pt x="327659" y="38100"/>
                </a:lnTo>
                <a:lnTo>
                  <a:pt x="306538" y="42410"/>
                </a:lnTo>
                <a:lnTo>
                  <a:pt x="275272" y="57721"/>
                </a:lnTo>
                <a:lnTo>
                  <a:pt x="234005" y="84177"/>
                </a:lnTo>
                <a:lnTo>
                  <a:pt x="182879" y="121920"/>
                </a:lnTo>
                <a:lnTo>
                  <a:pt x="196595" y="132588"/>
                </a:lnTo>
                <a:lnTo>
                  <a:pt x="178307" y="138684"/>
                </a:lnTo>
                <a:lnTo>
                  <a:pt x="178307" y="345948"/>
                </a:lnTo>
                <a:lnTo>
                  <a:pt x="175474" y="361950"/>
                </a:lnTo>
                <a:lnTo>
                  <a:pt x="167068" y="375666"/>
                </a:lnTo>
                <a:lnTo>
                  <a:pt x="153233" y="387096"/>
                </a:lnTo>
                <a:lnTo>
                  <a:pt x="134111" y="39624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" name="object 56"/>
          <p:cNvSpPr/>
          <p:nvPr/>
        </p:nvSpPr>
        <p:spPr>
          <a:xfrm>
            <a:off x="7929371" y="3514344"/>
            <a:ext cx="129539" cy="426720"/>
          </a:xfrm>
          <a:custGeom>
            <a:avLst/>
            <a:gdLst/>
            <a:ahLst/>
            <a:cxnLst/>
            <a:rect l="l" t="t" r="r" b="b"/>
            <a:pathLst>
              <a:path w="129540" h="426720">
                <a:moveTo>
                  <a:pt x="129540" y="426719"/>
                </a:moveTo>
                <a:lnTo>
                  <a:pt x="80772" y="426719"/>
                </a:lnTo>
                <a:lnTo>
                  <a:pt x="62484" y="404455"/>
                </a:lnTo>
                <a:lnTo>
                  <a:pt x="32766" y="357068"/>
                </a:lnTo>
                <a:lnTo>
                  <a:pt x="11572" y="305942"/>
                </a:lnTo>
                <a:lnTo>
                  <a:pt x="1190" y="246506"/>
                </a:lnTo>
                <a:lnTo>
                  <a:pt x="0" y="213359"/>
                </a:lnTo>
                <a:lnTo>
                  <a:pt x="1190" y="181094"/>
                </a:lnTo>
                <a:lnTo>
                  <a:pt x="11572" y="122277"/>
                </a:lnTo>
                <a:lnTo>
                  <a:pt x="32766" y="71151"/>
                </a:lnTo>
                <a:lnTo>
                  <a:pt x="62484" y="23145"/>
                </a:lnTo>
                <a:lnTo>
                  <a:pt x="80772" y="0"/>
                </a:lnTo>
                <a:lnTo>
                  <a:pt x="129540" y="0"/>
                </a:lnTo>
                <a:lnTo>
                  <a:pt x="129540" y="1523"/>
                </a:lnTo>
                <a:lnTo>
                  <a:pt x="121300" y="9810"/>
                </a:lnTo>
                <a:lnTo>
                  <a:pt x="112776" y="18668"/>
                </a:lnTo>
                <a:lnTo>
                  <a:pt x="88272" y="48934"/>
                </a:lnTo>
                <a:lnTo>
                  <a:pt x="67056" y="86867"/>
                </a:lnTo>
                <a:lnTo>
                  <a:pt x="50339" y="130587"/>
                </a:lnTo>
                <a:lnTo>
                  <a:pt x="39624" y="179260"/>
                </a:lnTo>
                <a:lnTo>
                  <a:pt x="38100" y="213359"/>
                </a:lnTo>
                <a:lnTo>
                  <a:pt x="38433" y="231362"/>
                </a:lnTo>
                <a:lnTo>
                  <a:pt x="45720" y="281939"/>
                </a:lnTo>
                <a:lnTo>
                  <a:pt x="60507" y="325874"/>
                </a:lnTo>
                <a:lnTo>
                  <a:pt x="80962" y="365378"/>
                </a:lnTo>
                <a:lnTo>
                  <a:pt x="113347" y="408050"/>
                </a:lnTo>
                <a:lnTo>
                  <a:pt x="129540" y="425195"/>
                </a:lnTo>
                <a:lnTo>
                  <a:pt x="129540" y="42671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" name="object 57"/>
          <p:cNvSpPr/>
          <p:nvPr/>
        </p:nvSpPr>
        <p:spPr>
          <a:xfrm>
            <a:off x="8106156" y="3496055"/>
            <a:ext cx="1407160" cy="445134"/>
          </a:xfrm>
          <a:custGeom>
            <a:avLst/>
            <a:gdLst/>
            <a:ahLst/>
            <a:cxnLst/>
            <a:rect l="l" t="t" r="r" b="b"/>
            <a:pathLst>
              <a:path w="1407159" h="445135">
                <a:moveTo>
                  <a:pt x="315468" y="196608"/>
                </a:moveTo>
                <a:lnTo>
                  <a:pt x="310896" y="155460"/>
                </a:lnTo>
                <a:lnTo>
                  <a:pt x="290144" y="122618"/>
                </a:lnTo>
                <a:lnTo>
                  <a:pt x="251574" y="106972"/>
                </a:lnTo>
                <a:lnTo>
                  <a:pt x="243840" y="106692"/>
                </a:lnTo>
                <a:lnTo>
                  <a:pt x="233807" y="107276"/>
                </a:lnTo>
                <a:lnTo>
                  <a:pt x="197472" y="123647"/>
                </a:lnTo>
                <a:lnTo>
                  <a:pt x="170688" y="149364"/>
                </a:lnTo>
                <a:lnTo>
                  <a:pt x="165557" y="138760"/>
                </a:lnTo>
                <a:lnTo>
                  <a:pt x="136245" y="111836"/>
                </a:lnTo>
                <a:lnTo>
                  <a:pt x="106680" y="106692"/>
                </a:lnTo>
                <a:lnTo>
                  <a:pt x="97548" y="107264"/>
                </a:lnTo>
                <a:lnTo>
                  <a:pt x="55626" y="126314"/>
                </a:lnTo>
                <a:lnTo>
                  <a:pt x="39624" y="140220"/>
                </a:lnTo>
                <a:lnTo>
                  <a:pt x="39624" y="112788"/>
                </a:lnTo>
                <a:lnTo>
                  <a:pt x="0" y="112788"/>
                </a:lnTo>
                <a:lnTo>
                  <a:pt x="0" y="356628"/>
                </a:lnTo>
                <a:lnTo>
                  <a:pt x="39624" y="356628"/>
                </a:lnTo>
                <a:lnTo>
                  <a:pt x="39624" y="175272"/>
                </a:lnTo>
                <a:lnTo>
                  <a:pt x="46710" y="168935"/>
                </a:lnTo>
                <a:lnTo>
                  <a:pt x="82296" y="147840"/>
                </a:lnTo>
                <a:lnTo>
                  <a:pt x="96012" y="146316"/>
                </a:lnTo>
                <a:lnTo>
                  <a:pt x="112776" y="146316"/>
                </a:lnTo>
                <a:lnTo>
                  <a:pt x="117348" y="149364"/>
                </a:lnTo>
                <a:lnTo>
                  <a:pt x="123444" y="152412"/>
                </a:lnTo>
                <a:lnTo>
                  <a:pt x="128016" y="156984"/>
                </a:lnTo>
                <a:lnTo>
                  <a:pt x="129540" y="163080"/>
                </a:lnTo>
                <a:lnTo>
                  <a:pt x="132588" y="167652"/>
                </a:lnTo>
                <a:lnTo>
                  <a:pt x="137134" y="207772"/>
                </a:lnTo>
                <a:lnTo>
                  <a:pt x="137160" y="356628"/>
                </a:lnTo>
                <a:lnTo>
                  <a:pt x="178308" y="356628"/>
                </a:lnTo>
                <a:lnTo>
                  <a:pt x="178308" y="187464"/>
                </a:lnTo>
                <a:lnTo>
                  <a:pt x="176784" y="184416"/>
                </a:lnTo>
                <a:lnTo>
                  <a:pt x="176784" y="175272"/>
                </a:lnTo>
                <a:lnTo>
                  <a:pt x="184543" y="168719"/>
                </a:lnTo>
                <a:lnTo>
                  <a:pt x="192024" y="162890"/>
                </a:lnTo>
                <a:lnTo>
                  <a:pt x="199491" y="157911"/>
                </a:lnTo>
                <a:lnTo>
                  <a:pt x="207264" y="153936"/>
                </a:lnTo>
                <a:lnTo>
                  <a:pt x="214096" y="150164"/>
                </a:lnTo>
                <a:lnTo>
                  <a:pt x="220789" y="147840"/>
                </a:lnTo>
                <a:lnTo>
                  <a:pt x="227190" y="146646"/>
                </a:lnTo>
                <a:lnTo>
                  <a:pt x="233172" y="146316"/>
                </a:lnTo>
                <a:lnTo>
                  <a:pt x="249936" y="146316"/>
                </a:lnTo>
                <a:lnTo>
                  <a:pt x="256032" y="149364"/>
                </a:lnTo>
                <a:lnTo>
                  <a:pt x="260604" y="152412"/>
                </a:lnTo>
                <a:lnTo>
                  <a:pt x="265176" y="156984"/>
                </a:lnTo>
                <a:lnTo>
                  <a:pt x="268224" y="163080"/>
                </a:lnTo>
                <a:lnTo>
                  <a:pt x="271272" y="167652"/>
                </a:lnTo>
                <a:lnTo>
                  <a:pt x="272796" y="175272"/>
                </a:lnTo>
                <a:lnTo>
                  <a:pt x="272796" y="184416"/>
                </a:lnTo>
                <a:lnTo>
                  <a:pt x="273672" y="192201"/>
                </a:lnTo>
                <a:lnTo>
                  <a:pt x="274129" y="199847"/>
                </a:lnTo>
                <a:lnTo>
                  <a:pt x="274294" y="207772"/>
                </a:lnTo>
                <a:lnTo>
                  <a:pt x="274320" y="356628"/>
                </a:lnTo>
                <a:lnTo>
                  <a:pt x="315468" y="356628"/>
                </a:lnTo>
                <a:lnTo>
                  <a:pt x="315468" y="196608"/>
                </a:lnTo>
                <a:close/>
              </a:path>
              <a:path w="1407159" h="445135">
                <a:moveTo>
                  <a:pt x="452615" y="294144"/>
                </a:moveTo>
                <a:lnTo>
                  <a:pt x="397751" y="294144"/>
                </a:lnTo>
                <a:lnTo>
                  <a:pt x="359651" y="435864"/>
                </a:lnTo>
                <a:lnTo>
                  <a:pt x="391655" y="435864"/>
                </a:lnTo>
                <a:lnTo>
                  <a:pt x="452615" y="294144"/>
                </a:lnTo>
                <a:close/>
              </a:path>
              <a:path w="1407159" h="445135">
                <a:moveTo>
                  <a:pt x="801624" y="112776"/>
                </a:moveTo>
                <a:lnTo>
                  <a:pt x="760476" y="112776"/>
                </a:lnTo>
                <a:lnTo>
                  <a:pt x="720852" y="301752"/>
                </a:lnTo>
                <a:lnTo>
                  <a:pt x="661416" y="112776"/>
                </a:lnTo>
                <a:lnTo>
                  <a:pt x="627888" y="112776"/>
                </a:lnTo>
                <a:lnTo>
                  <a:pt x="569976" y="301752"/>
                </a:lnTo>
                <a:lnTo>
                  <a:pt x="527304" y="112776"/>
                </a:lnTo>
                <a:lnTo>
                  <a:pt x="484632" y="112776"/>
                </a:lnTo>
                <a:lnTo>
                  <a:pt x="547116" y="356616"/>
                </a:lnTo>
                <a:lnTo>
                  <a:pt x="585216" y="356616"/>
                </a:lnTo>
                <a:lnTo>
                  <a:pt x="643128" y="169164"/>
                </a:lnTo>
                <a:lnTo>
                  <a:pt x="702564" y="356616"/>
                </a:lnTo>
                <a:lnTo>
                  <a:pt x="740664" y="356616"/>
                </a:lnTo>
                <a:lnTo>
                  <a:pt x="801624" y="112776"/>
                </a:lnTo>
                <a:close/>
              </a:path>
              <a:path w="1407159" h="445135">
                <a:moveTo>
                  <a:pt x="955535" y="231648"/>
                </a:moveTo>
                <a:lnTo>
                  <a:pt x="950010" y="168973"/>
                </a:lnTo>
                <a:lnTo>
                  <a:pt x="934199" y="114300"/>
                </a:lnTo>
                <a:lnTo>
                  <a:pt x="907910" y="64579"/>
                </a:lnTo>
                <a:lnTo>
                  <a:pt x="874763" y="18288"/>
                </a:lnTo>
                <a:lnTo>
                  <a:pt x="824471" y="18288"/>
                </a:lnTo>
                <a:lnTo>
                  <a:pt x="824471" y="19812"/>
                </a:lnTo>
                <a:lnTo>
                  <a:pt x="832713" y="28105"/>
                </a:lnTo>
                <a:lnTo>
                  <a:pt x="841235" y="36957"/>
                </a:lnTo>
                <a:lnTo>
                  <a:pt x="865962" y="67868"/>
                </a:lnTo>
                <a:lnTo>
                  <a:pt x="893508" y="119164"/>
                </a:lnTo>
                <a:lnTo>
                  <a:pt x="912291" y="180644"/>
                </a:lnTo>
                <a:lnTo>
                  <a:pt x="917435" y="231648"/>
                </a:lnTo>
                <a:lnTo>
                  <a:pt x="916863" y="249631"/>
                </a:lnTo>
                <a:lnTo>
                  <a:pt x="904316" y="314426"/>
                </a:lnTo>
                <a:lnTo>
                  <a:pt x="880719" y="371335"/>
                </a:lnTo>
                <a:lnTo>
                  <a:pt x="857999" y="406908"/>
                </a:lnTo>
                <a:lnTo>
                  <a:pt x="824471" y="443484"/>
                </a:lnTo>
                <a:lnTo>
                  <a:pt x="824471" y="445008"/>
                </a:lnTo>
                <a:lnTo>
                  <a:pt x="874763" y="445008"/>
                </a:lnTo>
                <a:lnTo>
                  <a:pt x="892200" y="422744"/>
                </a:lnTo>
                <a:lnTo>
                  <a:pt x="921918" y="375361"/>
                </a:lnTo>
                <a:lnTo>
                  <a:pt x="943330" y="323380"/>
                </a:lnTo>
                <a:lnTo>
                  <a:pt x="954138" y="263944"/>
                </a:lnTo>
                <a:lnTo>
                  <a:pt x="955535" y="231648"/>
                </a:lnTo>
                <a:close/>
              </a:path>
              <a:path w="1407159" h="445135">
                <a:moveTo>
                  <a:pt x="1188720" y="67056"/>
                </a:moveTo>
                <a:lnTo>
                  <a:pt x="1159764" y="42672"/>
                </a:lnTo>
                <a:lnTo>
                  <a:pt x="1146048" y="60960"/>
                </a:lnTo>
                <a:lnTo>
                  <a:pt x="1008888" y="60960"/>
                </a:lnTo>
                <a:lnTo>
                  <a:pt x="1024128" y="76200"/>
                </a:lnTo>
                <a:lnTo>
                  <a:pt x="1033551" y="74206"/>
                </a:lnTo>
                <a:lnTo>
                  <a:pt x="1043559" y="72771"/>
                </a:lnTo>
                <a:lnTo>
                  <a:pt x="1054125" y="71920"/>
                </a:lnTo>
                <a:lnTo>
                  <a:pt x="1065276" y="71628"/>
                </a:lnTo>
                <a:lnTo>
                  <a:pt x="1146048" y="71628"/>
                </a:lnTo>
                <a:lnTo>
                  <a:pt x="1136040" y="106260"/>
                </a:lnTo>
                <a:lnTo>
                  <a:pt x="1126617" y="137160"/>
                </a:lnTo>
                <a:lnTo>
                  <a:pt x="1117752" y="164642"/>
                </a:lnTo>
                <a:lnTo>
                  <a:pt x="1109472" y="188976"/>
                </a:lnTo>
                <a:lnTo>
                  <a:pt x="1070800" y="146304"/>
                </a:lnTo>
                <a:lnTo>
                  <a:pt x="1051814" y="125120"/>
                </a:lnTo>
                <a:lnTo>
                  <a:pt x="1033272" y="103632"/>
                </a:lnTo>
                <a:lnTo>
                  <a:pt x="1027176" y="109728"/>
                </a:lnTo>
                <a:lnTo>
                  <a:pt x="1040320" y="127165"/>
                </a:lnTo>
                <a:lnTo>
                  <a:pt x="1056894" y="149733"/>
                </a:lnTo>
                <a:lnTo>
                  <a:pt x="1076896" y="177457"/>
                </a:lnTo>
                <a:lnTo>
                  <a:pt x="1100328" y="210312"/>
                </a:lnTo>
                <a:lnTo>
                  <a:pt x="1091488" y="227101"/>
                </a:lnTo>
                <a:lnTo>
                  <a:pt x="1069251" y="264109"/>
                </a:lnTo>
                <a:lnTo>
                  <a:pt x="1041273" y="303453"/>
                </a:lnTo>
                <a:lnTo>
                  <a:pt x="1011555" y="339407"/>
                </a:lnTo>
                <a:lnTo>
                  <a:pt x="996696" y="355092"/>
                </a:lnTo>
                <a:lnTo>
                  <a:pt x="998220" y="362712"/>
                </a:lnTo>
                <a:lnTo>
                  <a:pt x="1037272" y="328612"/>
                </a:lnTo>
                <a:lnTo>
                  <a:pt x="1068324" y="295656"/>
                </a:lnTo>
                <a:lnTo>
                  <a:pt x="1094613" y="262509"/>
                </a:lnTo>
                <a:lnTo>
                  <a:pt x="1114044" y="231648"/>
                </a:lnTo>
                <a:lnTo>
                  <a:pt x="1124610" y="255676"/>
                </a:lnTo>
                <a:lnTo>
                  <a:pt x="1133475" y="277558"/>
                </a:lnTo>
                <a:lnTo>
                  <a:pt x="1140612" y="297446"/>
                </a:lnTo>
                <a:lnTo>
                  <a:pt x="1146048" y="315468"/>
                </a:lnTo>
                <a:lnTo>
                  <a:pt x="1148588" y="328599"/>
                </a:lnTo>
                <a:lnTo>
                  <a:pt x="1151572" y="338137"/>
                </a:lnTo>
                <a:lnTo>
                  <a:pt x="1154823" y="343979"/>
                </a:lnTo>
                <a:lnTo>
                  <a:pt x="1158240" y="345948"/>
                </a:lnTo>
                <a:lnTo>
                  <a:pt x="1161288" y="342900"/>
                </a:lnTo>
                <a:lnTo>
                  <a:pt x="1165860" y="339852"/>
                </a:lnTo>
                <a:lnTo>
                  <a:pt x="1168908" y="335280"/>
                </a:lnTo>
                <a:lnTo>
                  <a:pt x="1171956" y="329184"/>
                </a:lnTo>
                <a:lnTo>
                  <a:pt x="1171956" y="318516"/>
                </a:lnTo>
                <a:lnTo>
                  <a:pt x="1172286" y="311086"/>
                </a:lnTo>
                <a:lnTo>
                  <a:pt x="1160716" y="269684"/>
                </a:lnTo>
                <a:lnTo>
                  <a:pt x="1140142" y="233730"/>
                </a:lnTo>
                <a:lnTo>
                  <a:pt x="1124712" y="210312"/>
                </a:lnTo>
                <a:lnTo>
                  <a:pt x="1133513" y="188976"/>
                </a:lnTo>
                <a:lnTo>
                  <a:pt x="1136154" y="182575"/>
                </a:lnTo>
                <a:lnTo>
                  <a:pt x="1147762" y="151828"/>
                </a:lnTo>
                <a:lnTo>
                  <a:pt x="1159637" y="117944"/>
                </a:lnTo>
                <a:lnTo>
                  <a:pt x="1171956" y="80772"/>
                </a:lnTo>
                <a:lnTo>
                  <a:pt x="1183132" y="71628"/>
                </a:lnTo>
                <a:lnTo>
                  <a:pt x="1188720" y="67056"/>
                </a:lnTo>
                <a:close/>
              </a:path>
              <a:path w="1407159" h="445135">
                <a:moveTo>
                  <a:pt x="1252728" y="231648"/>
                </a:moveTo>
                <a:lnTo>
                  <a:pt x="1230439" y="186118"/>
                </a:lnTo>
                <a:lnTo>
                  <a:pt x="1200912" y="160020"/>
                </a:lnTo>
                <a:lnTo>
                  <a:pt x="1196340" y="163068"/>
                </a:lnTo>
                <a:lnTo>
                  <a:pt x="1206855" y="185077"/>
                </a:lnTo>
                <a:lnTo>
                  <a:pt x="1215390" y="205359"/>
                </a:lnTo>
                <a:lnTo>
                  <a:pt x="1221625" y="223939"/>
                </a:lnTo>
                <a:lnTo>
                  <a:pt x="1225296" y="240792"/>
                </a:lnTo>
                <a:lnTo>
                  <a:pt x="1226718" y="251675"/>
                </a:lnTo>
                <a:lnTo>
                  <a:pt x="1228725" y="259270"/>
                </a:lnTo>
                <a:lnTo>
                  <a:pt x="1231290" y="263728"/>
                </a:lnTo>
                <a:lnTo>
                  <a:pt x="1234440" y="265176"/>
                </a:lnTo>
                <a:lnTo>
                  <a:pt x="1235964" y="265176"/>
                </a:lnTo>
                <a:lnTo>
                  <a:pt x="1239012" y="262128"/>
                </a:lnTo>
                <a:lnTo>
                  <a:pt x="1245108" y="254508"/>
                </a:lnTo>
                <a:lnTo>
                  <a:pt x="1249680" y="246888"/>
                </a:lnTo>
                <a:lnTo>
                  <a:pt x="1252728" y="239268"/>
                </a:lnTo>
                <a:lnTo>
                  <a:pt x="1252728" y="231648"/>
                </a:lnTo>
                <a:close/>
              </a:path>
              <a:path w="1407159" h="445135">
                <a:moveTo>
                  <a:pt x="1406652" y="123444"/>
                </a:moveTo>
                <a:lnTo>
                  <a:pt x="1373124" y="89916"/>
                </a:lnTo>
                <a:lnTo>
                  <a:pt x="1350264" y="112776"/>
                </a:lnTo>
                <a:lnTo>
                  <a:pt x="1331976" y="112776"/>
                </a:lnTo>
                <a:lnTo>
                  <a:pt x="1331976" y="35052"/>
                </a:lnTo>
                <a:lnTo>
                  <a:pt x="1347216" y="21336"/>
                </a:lnTo>
                <a:lnTo>
                  <a:pt x="1306068" y="0"/>
                </a:lnTo>
                <a:lnTo>
                  <a:pt x="1306296" y="11988"/>
                </a:lnTo>
                <a:lnTo>
                  <a:pt x="1306830" y="24955"/>
                </a:lnTo>
                <a:lnTo>
                  <a:pt x="1307350" y="38798"/>
                </a:lnTo>
                <a:lnTo>
                  <a:pt x="1307592" y="53340"/>
                </a:lnTo>
                <a:lnTo>
                  <a:pt x="1307592" y="112776"/>
                </a:lnTo>
                <a:lnTo>
                  <a:pt x="1167384" y="112776"/>
                </a:lnTo>
                <a:lnTo>
                  <a:pt x="1184148" y="128016"/>
                </a:lnTo>
                <a:lnTo>
                  <a:pt x="1193571" y="126022"/>
                </a:lnTo>
                <a:lnTo>
                  <a:pt x="1203579" y="124587"/>
                </a:lnTo>
                <a:lnTo>
                  <a:pt x="1214145" y="123736"/>
                </a:lnTo>
                <a:lnTo>
                  <a:pt x="1225296" y="123444"/>
                </a:lnTo>
                <a:lnTo>
                  <a:pt x="1307592" y="123444"/>
                </a:lnTo>
                <a:lnTo>
                  <a:pt x="1307592" y="348996"/>
                </a:lnTo>
                <a:lnTo>
                  <a:pt x="1303020" y="353568"/>
                </a:lnTo>
                <a:lnTo>
                  <a:pt x="1295400" y="355092"/>
                </a:lnTo>
                <a:lnTo>
                  <a:pt x="1287106" y="354761"/>
                </a:lnTo>
                <a:lnTo>
                  <a:pt x="1273683" y="353568"/>
                </a:lnTo>
                <a:lnTo>
                  <a:pt x="1255102" y="351243"/>
                </a:lnTo>
                <a:lnTo>
                  <a:pt x="1231392" y="347472"/>
                </a:lnTo>
                <a:lnTo>
                  <a:pt x="1231392" y="356616"/>
                </a:lnTo>
                <a:lnTo>
                  <a:pt x="1258506" y="366903"/>
                </a:lnTo>
                <a:lnTo>
                  <a:pt x="1278064" y="377190"/>
                </a:lnTo>
                <a:lnTo>
                  <a:pt x="1289888" y="387477"/>
                </a:lnTo>
                <a:lnTo>
                  <a:pt x="1293876" y="397764"/>
                </a:lnTo>
                <a:lnTo>
                  <a:pt x="1310106" y="388912"/>
                </a:lnTo>
                <a:lnTo>
                  <a:pt x="1322070" y="378333"/>
                </a:lnTo>
                <a:lnTo>
                  <a:pt x="1329448" y="366052"/>
                </a:lnTo>
                <a:lnTo>
                  <a:pt x="1331417" y="355092"/>
                </a:lnTo>
                <a:lnTo>
                  <a:pt x="1331976" y="352044"/>
                </a:lnTo>
                <a:lnTo>
                  <a:pt x="1331976" y="123444"/>
                </a:lnTo>
                <a:lnTo>
                  <a:pt x="1406652" y="12344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pic>
        <p:nvPicPr>
          <p:cNvPr id="58" name="object 58"/>
          <p:cNvPicPr/>
          <p:nvPr/>
        </p:nvPicPr>
        <p:blipFill>
          <a:blip r:embed="rId10" cstate="print"/>
          <a:stretch>
            <a:fillRect/>
          </a:stretch>
        </p:blipFill>
        <p:spPr>
          <a:xfrm>
            <a:off x="9585959" y="3750635"/>
            <a:ext cx="68579" cy="118800"/>
          </a:xfrm>
          <a:prstGeom prst="rect">
            <a:avLst/>
          </a:prstGeom>
        </p:spPr>
      </p:pic>
      <p:sp>
        <p:nvSpPr>
          <p:cNvPr id="59" name="object 59"/>
          <p:cNvSpPr/>
          <p:nvPr/>
        </p:nvSpPr>
        <p:spPr>
          <a:xfrm>
            <a:off x="2127504" y="3971544"/>
            <a:ext cx="835660" cy="402590"/>
          </a:xfrm>
          <a:custGeom>
            <a:avLst/>
            <a:gdLst/>
            <a:ahLst/>
            <a:cxnLst/>
            <a:rect l="l" t="t" r="r" b="b"/>
            <a:pathLst>
              <a:path w="835660" h="402589">
                <a:moveTo>
                  <a:pt x="358140" y="74676"/>
                </a:moveTo>
                <a:lnTo>
                  <a:pt x="328320" y="44323"/>
                </a:lnTo>
                <a:lnTo>
                  <a:pt x="288036" y="24384"/>
                </a:lnTo>
                <a:lnTo>
                  <a:pt x="284988" y="30480"/>
                </a:lnTo>
                <a:lnTo>
                  <a:pt x="299796" y="47650"/>
                </a:lnTo>
                <a:lnTo>
                  <a:pt x="312039" y="62674"/>
                </a:lnTo>
                <a:lnTo>
                  <a:pt x="321411" y="75704"/>
                </a:lnTo>
                <a:lnTo>
                  <a:pt x="327660" y="86868"/>
                </a:lnTo>
                <a:lnTo>
                  <a:pt x="332232" y="97536"/>
                </a:lnTo>
                <a:lnTo>
                  <a:pt x="336804" y="102108"/>
                </a:lnTo>
                <a:lnTo>
                  <a:pt x="344424" y="102108"/>
                </a:lnTo>
                <a:lnTo>
                  <a:pt x="347472" y="99060"/>
                </a:lnTo>
                <a:lnTo>
                  <a:pt x="352044" y="92964"/>
                </a:lnTo>
                <a:lnTo>
                  <a:pt x="356616" y="88392"/>
                </a:lnTo>
                <a:lnTo>
                  <a:pt x="358140" y="82296"/>
                </a:lnTo>
                <a:lnTo>
                  <a:pt x="358140" y="74676"/>
                </a:lnTo>
                <a:close/>
              </a:path>
              <a:path w="835660" h="402589">
                <a:moveTo>
                  <a:pt x="406908" y="396240"/>
                </a:moveTo>
                <a:lnTo>
                  <a:pt x="402336" y="391668"/>
                </a:lnTo>
                <a:lnTo>
                  <a:pt x="395490" y="378294"/>
                </a:lnTo>
                <a:lnTo>
                  <a:pt x="392950" y="365760"/>
                </a:lnTo>
                <a:lnTo>
                  <a:pt x="391096" y="356616"/>
                </a:lnTo>
                <a:lnTo>
                  <a:pt x="389255" y="326948"/>
                </a:lnTo>
                <a:lnTo>
                  <a:pt x="390144" y="289560"/>
                </a:lnTo>
                <a:lnTo>
                  <a:pt x="384048" y="289560"/>
                </a:lnTo>
                <a:lnTo>
                  <a:pt x="370332" y="365760"/>
                </a:lnTo>
                <a:lnTo>
                  <a:pt x="342658" y="354076"/>
                </a:lnTo>
                <a:lnTo>
                  <a:pt x="316992" y="337375"/>
                </a:lnTo>
                <a:lnTo>
                  <a:pt x="293598" y="315836"/>
                </a:lnTo>
                <a:lnTo>
                  <a:pt x="284861" y="304800"/>
                </a:lnTo>
                <a:lnTo>
                  <a:pt x="272796" y="289560"/>
                </a:lnTo>
                <a:lnTo>
                  <a:pt x="290842" y="266700"/>
                </a:lnTo>
                <a:lnTo>
                  <a:pt x="294195" y="262470"/>
                </a:lnTo>
                <a:lnTo>
                  <a:pt x="312610" y="238506"/>
                </a:lnTo>
                <a:lnTo>
                  <a:pt x="327863" y="217982"/>
                </a:lnTo>
                <a:lnTo>
                  <a:pt x="339852" y="201168"/>
                </a:lnTo>
                <a:lnTo>
                  <a:pt x="359664" y="193548"/>
                </a:lnTo>
                <a:lnTo>
                  <a:pt x="329184" y="164592"/>
                </a:lnTo>
                <a:lnTo>
                  <a:pt x="316369" y="189979"/>
                </a:lnTo>
                <a:lnTo>
                  <a:pt x="300990" y="215646"/>
                </a:lnTo>
                <a:lnTo>
                  <a:pt x="283311" y="241325"/>
                </a:lnTo>
                <a:lnTo>
                  <a:pt x="263652" y="266700"/>
                </a:lnTo>
                <a:lnTo>
                  <a:pt x="258241" y="247015"/>
                </a:lnTo>
                <a:lnTo>
                  <a:pt x="253555" y="220027"/>
                </a:lnTo>
                <a:lnTo>
                  <a:pt x="249720" y="185915"/>
                </a:lnTo>
                <a:lnTo>
                  <a:pt x="246888" y="144780"/>
                </a:lnTo>
                <a:lnTo>
                  <a:pt x="394716" y="144780"/>
                </a:lnTo>
                <a:lnTo>
                  <a:pt x="359664" y="109728"/>
                </a:lnTo>
                <a:lnTo>
                  <a:pt x="335280" y="134112"/>
                </a:lnTo>
                <a:lnTo>
                  <a:pt x="245364" y="134112"/>
                </a:lnTo>
                <a:lnTo>
                  <a:pt x="243268" y="79248"/>
                </a:lnTo>
                <a:lnTo>
                  <a:pt x="242316" y="33528"/>
                </a:lnTo>
                <a:lnTo>
                  <a:pt x="260604" y="21336"/>
                </a:lnTo>
                <a:lnTo>
                  <a:pt x="214884" y="0"/>
                </a:lnTo>
                <a:lnTo>
                  <a:pt x="216001" y="21336"/>
                </a:lnTo>
                <a:lnTo>
                  <a:pt x="218833" y="86868"/>
                </a:lnTo>
                <a:lnTo>
                  <a:pt x="220980" y="134112"/>
                </a:lnTo>
                <a:lnTo>
                  <a:pt x="128016" y="134112"/>
                </a:lnTo>
                <a:lnTo>
                  <a:pt x="128016" y="54864"/>
                </a:lnTo>
                <a:lnTo>
                  <a:pt x="128016" y="50292"/>
                </a:lnTo>
                <a:lnTo>
                  <a:pt x="146875" y="47155"/>
                </a:lnTo>
                <a:lnTo>
                  <a:pt x="164592" y="44577"/>
                </a:lnTo>
                <a:lnTo>
                  <a:pt x="181165" y="42583"/>
                </a:lnTo>
                <a:lnTo>
                  <a:pt x="196596" y="41148"/>
                </a:lnTo>
                <a:lnTo>
                  <a:pt x="170688" y="9144"/>
                </a:lnTo>
                <a:lnTo>
                  <a:pt x="124396" y="32727"/>
                </a:lnTo>
                <a:lnTo>
                  <a:pt x="78689" y="45910"/>
                </a:lnTo>
                <a:lnTo>
                  <a:pt x="35877" y="55054"/>
                </a:lnTo>
                <a:lnTo>
                  <a:pt x="16764" y="57912"/>
                </a:lnTo>
                <a:lnTo>
                  <a:pt x="16764" y="65532"/>
                </a:lnTo>
                <a:lnTo>
                  <a:pt x="40195" y="62369"/>
                </a:lnTo>
                <a:lnTo>
                  <a:pt x="103632" y="54864"/>
                </a:lnTo>
                <a:lnTo>
                  <a:pt x="103632" y="134112"/>
                </a:lnTo>
                <a:lnTo>
                  <a:pt x="0" y="134112"/>
                </a:lnTo>
                <a:lnTo>
                  <a:pt x="15240" y="150876"/>
                </a:lnTo>
                <a:lnTo>
                  <a:pt x="24663" y="148005"/>
                </a:lnTo>
                <a:lnTo>
                  <a:pt x="34671" y="146113"/>
                </a:lnTo>
                <a:lnTo>
                  <a:pt x="45237" y="145097"/>
                </a:lnTo>
                <a:lnTo>
                  <a:pt x="56388" y="144780"/>
                </a:lnTo>
                <a:lnTo>
                  <a:pt x="103632" y="144780"/>
                </a:lnTo>
                <a:lnTo>
                  <a:pt x="103632" y="231648"/>
                </a:lnTo>
                <a:lnTo>
                  <a:pt x="67932" y="242798"/>
                </a:lnTo>
                <a:lnTo>
                  <a:pt x="38671" y="251079"/>
                </a:lnTo>
                <a:lnTo>
                  <a:pt x="15976" y="256514"/>
                </a:lnTo>
                <a:lnTo>
                  <a:pt x="0" y="259080"/>
                </a:lnTo>
                <a:lnTo>
                  <a:pt x="19812" y="294132"/>
                </a:lnTo>
                <a:lnTo>
                  <a:pt x="27762" y="287045"/>
                </a:lnTo>
                <a:lnTo>
                  <a:pt x="44577" y="277368"/>
                </a:lnTo>
                <a:lnTo>
                  <a:pt x="69951" y="265417"/>
                </a:lnTo>
                <a:lnTo>
                  <a:pt x="103632" y="251460"/>
                </a:lnTo>
                <a:lnTo>
                  <a:pt x="103632" y="342900"/>
                </a:lnTo>
                <a:lnTo>
                  <a:pt x="103314" y="351790"/>
                </a:lnTo>
                <a:lnTo>
                  <a:pt x="100012" y="357949"/>
                </a:lnTo>
                <a:lnTo>
                  <a:pt x="93548" y="361556"/>
                </a:lnTo>
                <a:lnTo>
                  <a:pt x="83820" y="362712"/>
                </a:lnTo>
                <a:lnTo>
                  <a:pt x="72618" y="361556"/>
                </a:lnTo>
                <a:lnTo>
                  <a:pt x="61722" y="360235"/>
                </a:lnTo>
                <a:lnTo>
                  <a:pt x="50812" y="358648"/>
                </a:lnTo>
                <a:lnTo>
                  <a:pt x="39624" y="356616"/>
                </a:lnTo>
                <a:lnTo>
                  <a:pt x="39624" y="364236"/>
                </a:lnTo>
                <a:lnTo>
                  <a:pt x="59855" y="372554"/>
                </a:lnTo>
                <a:lnTo>
                  <a:pt x="74676" y="381571"/>
                </a:lnTo>
                <a:lnTo>
                  <a:pt x="83769" y="391464"/>
                </a:lnTo>
                <a:lnTo>
                  <a:pt x="86868" y="402336"/>
                </a:lnTo>
                <a:lnTo>
                  <a:pt x="104863" y="395198"/>
                </a:lnTo>
                <a:lnTo>
                  <a:pt x="117729" y="385191"/>
                </a:lnTo>
                <a:lnTo>
                  <a:pt x="125437" y="372338"/>
                </a:lnTo>
                <a:lnTo>
                  <a:pt x="127012" y="362712"/>
                </a:lnTo>
                <a:lnTo>
                  <a:pt x="128016" y="356616"/>
                </a:lnTo>
                <a:lnTo>
                  <a:pt x="128016" y="251460"/>
                </a:lnTo>
                <a:lnTo>
                  <a:pt x="128016" y="240792"/>
                </a:lnTo>
                <a:lnTo>
                  <a:pt x="163334" y="225552"/>
                </a:lnTo>
                <a:lnTo>
                  <a:pt x="205740" y="207264"/>
                </a:lnTo>
                <a:lnTo>
                  <a:pt x="202692" y="202692"/>
                </a:lnTo>
                <a:lnTo>
                  <a:pt x="128016" y="225552"/>
                </a:lnTo>
                <a:lnTo>
                  <a:pt x="128016" y="144780"/>
                </a:lnTo>
                <a:lnTo>
                  <a:pt x="222504" y="144780"/>
                </a:lnTo>
                <a:lnTo>
                  <a:pt x="226504" y="191363"/>
                </a:lnTo>
                <a:lnTo>
                  <a:pt x="231648" y="230505"/>
                </a:lnTo>
                <a:lnTo>
                  <a:pt x="237934" y="262229"/>
                </a:lnTo>
                <a:lnTo>
                  <a:pt x="245364" y="286512"/>
                </a:lnTo>
                <a:lnTo>
                  <a:pt x="224840" y="304800"/>
                </a:lnTo>
                <a:lnTo>
                  <a:pt x="199644" y="323469"/>
                </a:lnTo>
                <a:lnTo>
                  <a:pt x="169926" y="342671"/>
                </a:lnTo>
                <a:lnTo>
                  <a:pt x="135636" y="362712"/>
                </a:lnTo>
                <a:lnTo>
                  <a:pt x="137160" y="368808"/>
                </a:lnTo>
                <a:lnTo>
                  <a:pt x="171132" y="354520"/>
                </a:lnTo>
                <a:lnTo>
                  <a:pt x="202120" y="339090"/>
                </a:lnTo>
                <a:lnTo>
                  <a:pt x="229946" y="322516"/>
                </a:lnTo>
                <a:lnTo>
                  <a:pt x="254508" y="304800"/>
                </a:lnTo>
                <a:lnTo>
                  <a:pt x="278218" y="334784"/>
                </a:lnTo>
                <a:lnTo>
                  <a:pt x="323938" y="375310"/>
                </a:lnTo>
                <a:lnTo>
                  <a:pt x="365658" y="392455"/>
                </a:lnTo>
                <a:lnTo>
                  <a:pt x="400812" y="400812"/>
                </a:lnTo>
                <a:lnTo>
                  <a:pt x="405384" y="400812"/>
                </a:lnTo>
                <a:lnTo>
                  <a:pt x="405384" y="399288"/>
                </a:lnTo>
                <a:lnTo>
                  <a:pt x="406908" y="399288"/>
                </a:lnTo>
                <a:lnTo>
                  <a:pt x="406908" y="396240"/>
                </a:lnTo>
                <a:close/>
              </a:path>
              <a:path w="835660" h="402589">
                <a:moveTo>
                  <a:pt x="574535" y="28956"/>
                </a:moveTo>
                <a:lnTo>
                  <a:pt x="536435" y="3048"/>
                </a:lnTo>
                <a:lnTo>
                  <a:pt x="524129" y="41325"/>
                </a:lnTo>
                <a:lnTo>
                  <a:pt x="512241" y="76009"/>
                </a:lnTo>
                <a:lnTo>
                  <a:pt x="489191" y="134112"/>
                </a:lnTo>
                <a:lnTo>
                  <a:pt x="464807" y="180975"/>
                </a:lnTo>
                <a:lnTo>
                  <a:pt x="440423" y="220980"/>
                </a:lnTo>
                <a:lnTo>
                  <a:pt x="444995" y="227076"/>
                </a:lnTo>
                <a:lnTo>
                  <a:pt x="461238" y="207645"/>
                </a:lnTo>
                <a:lnTo>
                  <a:pt x="477761" y="185928"/>
                </a:lnTo>
                <a:lnTo>
                  <a:pt x="494296" y="161925"/>
                </a:lnTo>
                <a:lnTo>
                  <a:pt x="510527" y="135636"/>
                </a:lnTo>
                <a:lnTo>
                  <a:pt x="510514" y="338455"/>
                </a:lnTo>
                <a:lnTo>
                  <a:pt x="510349" y="356235"/>
                </a:lnTo>
                <a:lnTo>
                  <a:pt x="509892" y="377748"/>
                </a:lnTo>
                <a:lnTo>
                  <a:pt x="509003" y="400812"/>
                </a:lnTo>
                <a:lnTo>
                  <a:pt x="536435" y="387096"/>
                </a:lnTo>
                <a:lnTo>
                  <a:pt x="535559" y="372529"/>
                </a:lnTo>
                <a:lnTo>
                  <a:pt x="535127" y="356806"/>
                </a:lnTo>
                <a:lnTo>
                  <a:pt x="534949" y="338455"/>
                </a:lnTo>
                <a:lnTo>
                  <a:pt x="534911" y="138684"/>
                </a:lnTo>
                <a:lnTo>
                  <a:pt x="538835" y="135636"/>
                </a:lnTo>
                <a:lnTo>
                  <a:pt x="548627" y="128016"/>
                </a:lnTo>
                <a:lnTo>
                  <a:pt x="521195" y="111252"/>
                </a:lnTo>
                <a:lnTo>
                  <a:pt x="527773" y="97231"/>
                </a:lnTo>
                <a:lnTo>
                  <a:pt x="536054" y="80200"/>
                </a:lnTo>
                <a:lnTo>
                  <a:pt x="546061" y="60032"/>
                </a:lnTo>
                <a:lnTo>
                  <a:pt x="557771" y="36576"/>
                </a:lnTo>
                <a:lnTo>
                  <a:pt x="574535" y="28956"/>
                </a:lnTo>
                <a:close/>
              </a:path>
              <a:path w="835660" h="402589">
                <a:moveTo>
                  <a:pt x="630923" y="102108"/>
                </a:moveTo>
                <a:lnTo>
                  <a:pt x="589775" y="80772"/>
                </a:lnTo>
                <a:lnTo>
                  <a:pt x="590905" y="96469"/>
                </a:lnTo>
                <a:lnTo>
                  <a:pt x="591870" y="111442"/>
                </a:lnTo>
                <a:lnTo>
                  <a:pt x="592569" y="125564"/>
                </a:lnTo>
                <a:lnTo>
                  <a:pt x="592823" y="138684"/>
                </a:lnTo>
                <a:lnTo>
                  <a:pt x="592823" y="324612"/>
                </a:lnTo>
                <a:lnTo>
                  <a:pt x="592569" y="338645"/>
                </a:lnTo>
                <a:lnTo>
                  <a:pt x="591870" y="355663"/>
                </a:lnTo>
                <a:lnTo>
                  <a:pt x="589775" y="399288"/>
                </a:lnTo>
                <a:lnTo>
                  <a:pt x="618731" y="385572"/>
                </a:lnTo>
                <a:lnTo>
                  <a:pt x="617855" y="369265"/>
                </a:lnTo>
                <a:lnTo>
                  <a:pt x="617397" y="352234"/>
                </a:lnTo>
                <a:lnTo>
                  <a:pt x="617283" y="338645"/>
                </a:lnTo>
                <a:lnTo>
                  <a:pt x="617207" y="115824"/>
                </a:lnTo>
                <a:lnTo>
                  <a:pt x="630923" y="102108"/>
                </a:lnTo>
                <a:close/>
              </a:path>
              <a:path w="835660" h="402589">
                <a:moveTo>
                  <a:pt x="675386" y="62852"/>
                </a:moveTo>
                <a:lnTo>
                  <a:pt x="647306" y="30861"/>
                </a:lnTo>
                <a:lnTo>
                  <a:pt x="623303" y="15240"/>
                </a:lnTo>
                <a:lnTo>
                  <a:pt x="618731" y="18288"/>
                </a:lnTo>
                <a:lnTo>
                  <a:pt x="629043" y="33959"/>
                </a:lnTo>
                <a:lnTo>
                  <a:pt x="637209" y="48768"/>
                </a:lnTo>
                <a:lnTo>
                  <a:pt x="643382" y="62445"/>
                </a:lnTo>
                <a:lnTo>
                  <a:pt x="647687" y="74676"/>
                </a:lnTo>
                <a:lnTo>
                  <a:pt x="650735" y="88392"/>
                </a:lnTo>
                <a:lnTo>
                  <a:pt x="653783" y="94488"/>
                </a:lnTo>
                <a:lnTo>
                  <a:pt x="659879" y="94488"/>
                </a:lnTo>
                <a:lnTo>
                  <a:pt x="661403" y="91440"/>
                </a:lnTo>
                <a:lnTo>
                  <a:pt x="670547" y="82296"/>
                </a:lnTo>
                <a:lnTo>
                  <a:pt x="673595" y="76200"/>
                </a:lnTo>
                <a:lnTo>
                  <a:pt x="675119" y="68580"/>
                </a:lnTo>
                <a:lnTo>
                  <a:pt x="675386" y="62852"/>
                </a:lnTo>
                <a:close/>
              </a:path>
              <a:path w="835660" h="402589">
                <a:moveTo>
                  <a:pt x="835139" y="65532"/>
                </a:moveTo>
                <a:lnTo>
                  <a:pt x="807707" y="42672"/>
                </a:lnTo>
                <a:lnTo>
                  <a:pt x="792467" y="59436"/>
                </a:lnTo>
                <a:lnTo>
                  <a:pt x="705599" y="59436"/>
                </a:lnTo>
                <a:lnTo>
                  <a:pt x="720839" y="74676"/>
                </a:lnTo>
                <a:lnTo>
                  <a:pt x="730491" y="72682"/>
                </a:lnTo>
                <a:lnTo>
                  <a:pt x="740841" y="71247"/>
                </a:lnTo>
                <a:lnTo>
                  <a:pt x="751497" y="70396"/>
                </a:lnTo>
                <a:lnTo>
                  <a:pt x="761987" y="70104"/>
                </a:lnTo>
                <a:lnTo>
                  <a:pt x="795515" y="70104"/>
                </a:lnTo>
                <a:lnTo>
                  <a:pt x="795515" y="338328"/>
                </a:lnTo>
                <a:lnTo>
                  <a:pt x="794639" y="348335"/>
                </a:lnTo>
                <a:lnTo>
                  <a:pt x="791895" y="355473"/>
                </a:lnTo>
                <a:lnTo>
                  <a:pt x="787158" y="359765"/>
                </a:lnTo>
                <a:lnTo>
                  <a:pt x="780275" y="361188"/>
                </a:lnTo>
                <a:lnTo>
                  <a:pt x="770559" y="360667"/>
                </a:lnTo>
                <a:lnTo>
                  <a:pt x="720839" y="355092"/>
                </a:lnTo>
                <a:lnTo>
                  <a:pt x="720839" y="362712"/>
                </a:lnTo>
                <a:lnTo>
                  <a:pt x="746848" y="371030"/>
                </a:lnTo>
                <a:lnTo>
                  <a:pt x="765416" y="380047"/>
                </a:lnTo>
                <a:lnTo>
                  <a:pt x="776566" y="389940"/>
                </a:lnTo>
                <a:lnTo>
                  <a:pt x="780275" y="400812"/>
                </a:lnTo>
                <a:lnTo>
                  <a:pt x="798258" y="392557"/>
                </a:lnTo>
                <a:lnTo>
                  <a:pt x="810945" y="381571"/>
                </a:lnTo>
                <a:lnTo>
                  <a:pt x="818210" y="368033"/>
                </a:lnTo>
                <a:lnTo>
                  <a:pt x="818934" y="361188"/>
                </a:lnTo>
                <a:lnTo>
                  <a:pt x="819899" y="352044"/>
                </a:lnTo>
                <a:lnTo>
                  <a:pt x="819899" y="77724"/>
                </a:lnTo>
                <a:lnTo>
                  <a:pt x="829424" y="70104"/>
                </a:lnTo>
                <a:lnTo>
                  <a:pt x="835139" y="6553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" name="object 60"/>
          <p:cNvSpPr/>
          <p:nvPr/>
        </p:nvSpPr>
        <p:spPr>
          <a:xfrm>
            <a:off x="3017520" y="3968495"/>
            <a:ext cx="848994" cy="408940"/>
          </a:xfrm>
          <a:custGeom>
            <a:avLst/>
            <a:gdLst/>
            <a:ahLst/>
            <a:cxnLst/>
            <a:rect l="l" t="t" r="r" b="b"/>
            <a:pathLst>
              <a:path w="848995" h="408939">
                <a:moveTo>
                  <a:pt x="86868" y="272796"/>
                </a:moveTo>
                <a:lnTo>
                  <a:pt x="54864" y="252984"/>
                </a:lnTo>
                <a:lnTo>
                  <a:pt x="50876" y="264972"/>
                </a:lnTo>
                <a:lnTo>
                  <a:pt x="45910" y="277939"/>
                </a:lnTo>
                <a:lnTo>
                  <a:pt x="25501" y="321183"/>
                </a:lnTo>
                <a:lnTo>
                  <a:pt x="0" y="365760"/>
                </a:lnTo>
                <a:lnTo>
                  <a:pt x="4572" y="368808"/>
                </a:lnTo>
                <a:lnTo>
                  <a:pt x="20586" y="351383"/>
                </a:lnTo>
                <a:lnTo>
                  <a:pt x="36766" y="331089"/>
                </a:lnTo>
                <a:lnTo>
                  <a:pt x="53213" y="307949"/>
                </a:lnTo>
                <a:lnTo>
                  <a:pt x="70104" y="281940"/>
                </a:lnTo>
                <a:lnTo>
                  <a:pt x="86868" y="272796"/>
                </a:lnTo>
                <a:close/>
              </a:path>
              <a:path w="848995" h="408939">
                <a:moveTo>
                  <a:pt x="134366" y="46863"/>
                </a:moveTo>
                <a:lnTo>
                  <a:pt x="109728" y="17526"/>
                </a:lnTo>
                <a:lnTo>
                  <a:pt x="89916" y="6096"/>
                </a:lnTo>
                <a:lnTo>
                  <a:pt x="83820" y="9144"/>
                </a:lnTo>
                <a:lnTo>
                  <a:pt x="92125" y="20561"/>
                </a:lnTo>
                <a:lnTo>
                  <a:pt x="98869" y="31813"/>
                </a:lnTo>
                <a:lnTo>
                  <a:pt x="104178" y="42799"/>
                </a:lnTo>
                <a:lnTo>
                  <a:pt x="108204" y="53340"/>
                </a:lnTo>
                <a:lnTo>
                  <a:pt x="111252" y="67056"/>
                </a:lnTo>
                <a:lnTo>
                  <a:pt x="114300" y="73152"/>
                </a:lnTo>
                <a:lnTo>
                  <a:pt x="118872" y="73152"/>
                </a:lnTo>
                <a:lnTo>
                  <a:pt x="126492" y="68580"/>
                </a:lnTo>
                <a:lnTo>
                  <a:pt x="132588" y="59436"/>
                </a:lnTo>
                <a:lnTo>
                  <a:pt x="134112" y="51816"/>
                </a:lnTo>
                <a:lnTo>
                  <a:pt x="134277" y="48895"/>
                </a:lnTo>
                <a:lnTo>
                  <a:pt x="134366" y="46863"/>
                </a:lnTo>
                <a:close/>
              </a:path>
              <a:path w="848995" h="408939">
                <a:moveTo>
                  <a:pt x="198120" y="297180"/>
                </a:moveTo>
                <a:lnTo>
                  <a:pt x="162585" y="265252"/>
                </a:lnTo>
                <a:lnTo>
                  <a:pt x="150876" y="257556"/>
                </a:lnTo>
                <a:lnTo>
                  <a:pt x="147828" y="262128"/>
                </a:lnTo>
                <a:lnTo>
                  <a:pt x="157010" y="276466"/>
                </a:lnTo>
                <a:lnTo>
                  <a:pt x="164211" y="289941"/>
                </a:lnTo>
                <a:lnTo>
                  <a:pt x="169684" y="302856"/>
                </a:lnTo>
                <a:lnTo>
                  <a:pt x="173736" y="315468"/>
                </a:lnTo>
                <a:lnTo>
                  <a:pt x="175260" y="326136"/>
                </a:lnTo>
                <a:lnTo>
                  <a:pt x="178308" y="332232"/>
                </a:lnTo>
                <a:lnTo>
                  <a:pt x="182880" y="332232"/>
                </a:lnTo>
                <a:lnTo>
                  <a:pt x="195072" y="320040"/>
                </a:lnTo>
                <a:lnTo>
                  <a:pt x="198120" y="312420"/>
                </a:lnTo>
                <a:lnTo>
                  <a:pt x="198120" y="297180"/>
                </a:lnTo>
                <a:close/>
              </a:path>
              <a:path w="848995" h="408939">
                <a:moveTo>
                  <a:pt x="198120" y="143256"/>
                </a:moveTo>
                <a:lnTo>
                  <a:pt x="189992" y="135636"/>
                </a:lnTo>
                <a:lnTo>
                  <a:pt x="173736" y="120396"/>
                </a:lnTo>
                <a:lnTo>
                  <a:pt x="161544" y="133946"/>
                </a:lnTo>
                <a:lnTo>
                  <a:pt x="161544" y="146304"/>
                </a:lnTo>
                <a:lnTo>
                  <a:pt x="161544" y="208788"/>
                </a:lnTo>
                <a:lnTo>
                  <a:pt x="65532" y="208788"/>
                </a:lnTo>
                <a:lnTo>
                  <a:pt x="65532" y="146304"/>
                </a:lnTo>
                <a:lnTo>
                  <a:pt x="161544" y="146304"/>
                </a:lnTo>
                <a:lnTo>
                  <a:pt x="161544" y="133946"/>
                </a:lnTo>
                <a:lnTo>
                  <a:pt x="160020" y="135636"/>
                </a:lnTo>
                <a:lnTo>
                  <a:pt x="65532" y="135636"/>
                </a:lnTo>
                <a:lnTo>
                  <a:pt x="41148" y="121920"/>
                </a:lnTo>
                <a:lnTo>
                  <a:pt x="42024" y="136779"/>
                </a:lnTo>
                <a:lnTo>
                  <a:pt x="42405" y="149352"/>
                </a:lnTo>
                <a:lnTo>
                  <a:pt x="42506" y="153924"/>
                </a:lnTo>
                <a:lnTo>
                  <a:pt x="42646" y="166497"/>
                </a:lnTo>
                <a:lnTo>
                  <a:pt x="42646" y="195961"/>
                </a:lnTo>
                <a:lnTo>
                  <a:pt x="42494" y="208788"/>
                </a:lnTo>
                <a:lnTo>
                  <a:pt x="42379" y="212864"/>
                </a:lnTo>
                <a:lnTo>
                  <a:pt x="42024" y="224015"/>
                </a:lnTo>
                <a:lnTo>
                  <a:pt x="41148" y="237744"/>
                </a:lnTo>
                <a:lnTo>
                  <a:pt x="65532" y="230124"/>
                </a:lnTo>
                <a:lnTo>
                  <a:pt x="65532" y="219456"/>
                </a:lnTo>
                <a:lnTo>
                  <a:pt x="106680" y="219456"/>
                </a:lnTo>
                <a:lnTo>
                  <a:pt x="106680" y="356616"/>
                </a:lnTo>
                <a:lnTo>
                  <a:pt x="103632" y="361188"/>
                </a:lnTo>
                <a:lnTo>
                  <a:pt x="99060" y="361188"/>
                </a:lnTo>
                <a:lnTo>
                  <a:pt x="92506" y="360908"/>
                </a:lnTo>
                <a:lnTo>
                  <a:pt x="82105" y="360045"/>
                </a:lnTo>
                <a:lnTo>
                  <a:pt x="67983" y="358622"/>
                </a:lnTo>
                <a:lnTo>
                  <a:pt x="50292" y="356616"/>
                </a:lnTo>
                <a:lnTo>
                  <a:pt x="50292" y="364236"/>
                </a:lnTo>
                <a:lnTo>
                  <a:pt x="69405" y="371411"/>
                </a:lnTo>
                <a:lnTo>
                  <a:pt x="83248" y="379285"/>
                </a:lnTo>
                <a:lnTo>
                  <a:pt x="91643" y="388035"/>
                </a:lnTo>
                <a:lnTo>
                  <a:pt x="94488" y="397764"/>
                </a:lnTo>
                <a:lnTo>
                  <a:pt x="102819" y="394322"/>
                </a:lnTo>
                <a:lnTo>
                  <a:pt x="127457" y="364959"/>
                </a:lnTo>
                <a:lnTo>
                  <a:pt x="128016" y="219456"/>
                </a:lnTo>
                <a:lnTo>
                  <a:pt x="161544" y="219456"/>
                </a:lnTo>
                <a:lnTo>
                  <a:pt x="161544" y="237744"/>
                </a:lnTo>
                <a:lnTo>
                  <a:pt x="185928" y="228600"/>
                </a:lnTo>
                <a:lnTo>
                  <a:pt x="185407" y="219456"/>
                </a:lnTo>
                <a:lnTo>
                  <a:pt x="185039" y="212864"/>
                </a:lnTo>
                <a:lnTo>
                  <a:pt x="184937" y="208788"/>
                </a:lnTo>
                <a:lnTo>
                  <a:pt x="184607" y="195961"/>
                </a:lnTo>
                <a:lnTo>
                  <a:pt x="184467" y="181356"/>
                </a:lnTo>
                <a:lnTo>
                  <a:pt x="184404" y="153924"/>
                </a:lnTo>
                <a:lnTo>
                  <a:pt x="194195" y="146304"/>
                </a:lnTo>
                <a:lnTo>
                  <a:pt x="198120" y="143256"/>
                </a:lnTo>
                <a:close/>
              </a:path>
              <a:path w="848995" h="408939">
                <a:moveTo>
                  <a:pt x="224028" y="89916"/>
                </a:moveTo>
                <a:lnTo>
                  <a:pt x="193548" y="60960"/>
                </a:lnTo>
                <a:lnTo>
                  <a:pt x="175260" y="80772"/>
                </a:lnTo>
                <a:lnTo>
                  <a:pt x="7620" y="80772"/>
                </a:lnTo>
                <a:lnTo>
                  <a:pt x="24384" y="96012"/>
                </a:lnTo>
                <a:lnTo>
                  <a:pt x="32092" y="93776"/>
                </a:lnTo>
                <a:lnTo>
                  <a:pt x="41529" y="91821"/>
                </a:lnTo>
                <a:lnTo>
                  <a:pt x="52666" y="90449"/>
                </a:lnTo>
                <a:lnTo>
                  <a:pt x="65532" y="89916"/>
                </a:lnTo>
                <a:lnTo>
                  <a:pt x="224028" y="89916"/>
                </a:lnTo>
                <a:close/>
              </a:path>
              <a:path w="848995" h="408939">
                <a:moveTo>
                  <a:pt x="356247" y="76352"/>
                </a:moveTo>
                <a:lnTo>
                  <a:pt x="329946" y="45529"/>
                </a:lnTo>
                <a:lnTo>
                  <a:pt x="303276" y="32004"/>
                </a:lnTo>
                <a:lnTo>
                  <a:pt x="300228" y="36576"/>
                </a:lnTo>
                <a:lnTo>
                  <a:pt x="310527" y="48895"/>
                </a:lnTo>
                <a:lnTo>
                  <a:pt x="318706" y="60769"/>
                </a:lnTo>
                <a:lnTo>
                  <a:pt x="324866" y="72377"/>
                </a:lnTo>
                <a:lnTo>
                  <a:pt x="333756" y="96012"/>
                </a:lnTo>
                <a:lnTo>
                  <a:pt x="336804" y="102108"/>
                </a:lnTo>
                <a:lnTo>
                  <a:pt x="344424" y="102108"/>
                </a:lnTo>
                <a:lnTo>
                  <a:pt x="347472" y="99060"/>
                </a:lnTo>
                <a:lnTo>
                  <a:pt x="350520" y="97536"/>
                </a:lnTo>
                <a:lnTo>
                  <a:pt x="353568" y="91440"/>
                </a:lnTo>
                <a:lnTo>
                  <a:pt x="355092" y="82296"/>
                </a:lnTo>
                <a:lnTo>
                  <a:pt x="356247" y="76352"/>
                </a:lnTo>
                <a:close/>
              </a:path>
              <a:path w="848995" h="408939">
                <a:moveTo>
                  <a:pt x="402336" y="368808"/>
                </a:moveTo>
                <a:lnTo>
                  <a:pt x="379476" y="297180"/>
                </a:lnTo>
                <a:lnTo>
                  <a:pt x="371856" y="297180"/>
                </a:lnTo>
                <a:lnTo>
                  <a:pt x="371614" y="314325"/>
                </a:lnTo>
                <a:lnTo>
                  <a:pt x="371081" y="329336"/>
                </a:lnTo>
                <a:lnTo>
                  <a:pt x="370560" y="341757"/>
                </a:lnTo>
                <a:lnTo>
                  <a:pt x="370332" y="352044"/>
                </a:lnTo>
                <a:lnTo>
                  <a:pt x="368058" y="360045"/>
                </a:lnTo>
                <a:lnTo>
                  <a:pt x="363664" y="365760"/>
                </a:lnTo>
                <a:lnTo>
                  <a:pt x="357251" y="369189"/>
                </a:lnTo>
                <a:lnTo>
                  <a:pt x="348996" y="370332"/>
                </a:lnTo>
                <a:lnTo>
                  <a:pt x="335280" y="370332"/>
                </a:lnTo>
                <a:lnTo>
                  <a:pt x="313944" y="146304"/>
                </a:lnTo>
                <a:lnTo>
                  <a:pt x="400812" y="146304"/>
                </a:lnTo>
                <a:lnTo>
                  <a:pt x="371856" y="114300"/>
                </a:lnTo>
                <a:lnTo>
                  <a:pt x="350520" y="135636"/>
                </a:lnTo>
                <a:lnTo>
                  <a:pt x="268224" y="135636"/>
                </a:lnTo>
                <a:lnTo>
                  <a:pt x="268224" y="35052"/>
                </a:lnTo>
                <a:lnTo>
                  <a:pt x="280416" y="22860"/>
                </a:lnTo>
                <a:lnTo>
                  <a:pt x="243840" y="6096"/>
                </a:lnTo>
                <a:lnTo>
                  <a:pt x="245884" y="45529"/>
                </a:lnTo>
                <a:lnTo>
                  <a:pt x="246684" y="99060"/>
                </a:lnTo>
                <a:lnTo>
                  <a:pt x="246888" y="135636"/>
                </a:lnTo>
                <a:lnTo>
                  <a:pt x="198120" y="135636"/>
                </a:lnTo>
                <a:lnTo>
                  <a:pt x="211836" y="149352"/>
                </a:lnTo>
                <a:lnTo>
                  <a:pt x="227076" y="146304"/>
                </a:lnTo>
                <a:lnTo>
                  <a:pt x="246888" y="146304"/>
                </a:lnTo>
                <a:lnTo>
                  <a:pt x="245694" y="190906"/>
                </a:lnTo>
                <a:lnTo>
                  <a:pt x="241935" y="231076"/>
                </a:lnTo>
                <a:lnTo>
                  <a:pt x="225552" y="298704"/>
                </a:lnTo>
                <a:lnTo>
                  <a:pt x="196215" y="353568"/>
                </a:lnTo>
                <a:lnTo>
                  <a:pt x="150876" y="403860"/>
                </a:lnTo>
                <a:lnTo>
                  <a:pt x="155448" y="408432"/>
                </a:lnTo>
                <a:lnTo>
                  <a:pt x="186880" y="382739"/>
                </a:lnTo>
                <a:lnTo>
                  <a:pt x="232600" y="328498"/>
                </a:lnTo>
                <a:lnTo>
                  <a:pt x="256857" y="268465"/>
                </a:lnTo>
                <a:lnTo>
                  <a:pt x="267665" y="191795"/>
                </a:lnTo>
                <a:lnTo>
                  <a:pt x="268224" y="146304"/>
                </a:lnTo>
                <a:lnTo>
                  <a:pt x="291084" y="146304"/>
                </a:lnTo>
                <a:lnTo>
                  <a:pt x="291172" y="358762"/>
                </a:lnTo>
                <a:lnTo>
                  <a:pt x="326136" y="390144"/>
                </a:lnTo>
                <a:lnTo>
                  <a:pt x="362712" y="390144"/>
                </a:lnTo>
                <a:lnTo>
                  <a:pt x="375539" y="388747"/>
                </a:lnTo>
                <a:lnTo>
                  <a:pt x="386524" y="384619"/>
                </a:lnTo>
                <a:lnTo>
                  <a:pt x="395490" y="377939"/>
                </a:lnTo>
                <a:lnTo>
                  <a:pt x="401193" y="370332"/>
                </a:lnTo>
                <a:lnTo>
                  <a:pt x="402336" y="368808"/>
                </a:lnTo>
                <a:close/>
              </a:path>
              <a:path w="848995" h="408939">
                <a:moveTo>
                  <a:pt x="562343" y="68732"/>
                </a:moveTo>
                <a:lnTo>
                  <a:pt x="526719" y="37719"/>
                </a:lnTo>
                <a:lnTo>
                  <a:pt x="492239" y="22860"/>
                </a:lnTo>
                <a:lnTo>
                  <a:pt x="489191" y="28956"/>
                </a:lnTo>
                <a:lnTo>
                  <a:pt x="505714" y="44297"/>
                </a:lnTo>
                <a:lnTo>
                  <a:pt x="519099" y="58483"/>
                </a:lnTo>
                <a:lnTo>
                  <a:pt x="529272" y="71183"/>
                </a:lnTo>
                <a:lnTo>
                  <a:pt x="536435" y="82296"/>
                </a:lnTo>
                <a:lnTo>
                  <a:pt x="542531" y="92964"/>
                </a:lnTo>
                <a:lnTo>
                  <a:pt x="547103" y="99060"/>
                </a:lnTo>
                <a:lnTo>
                  <a:pt x="551675" y="99060"/>
                </a:lnTo>
                <a:lnTo>
                  <a:pt x="553199" y="97536"/>
                </a:lnTo>
                <a:lnTo>
                  <a:pt x="556247" y="96012"/>
                </a:lnTo>
                <a:lnTo>
                  <a:pt x="559295" y="92964"/>
                </a:lnTo>
                <a:lnTo>
                  <a:pt x="560819" y="86868"/>
                </a:lnTo>
                <a:lnTo>
                  <a:pt x="562343" y="76200"/>
                </a:lnTo>
                <a:lnTo>
                  <a:pt x="562343" y="68732"/>
                </a:lnTo>
                <a:close/>
              </a:path>
              <a:path w="848995" h="408939">
                <a:moveTo>
                  <a:pt x="612635" y="272796"/>
                </a:moveTo>
                <a:lnTo>
                  <a:pt x="608063" y="268224"/>
                </a:lnTo>
                <a:lnTo>
                  <a:pt x="539483" y="332232"/>
                </a:lnTo>
                <a:lnTo>
                  <a:pt x="539483" y="173736"/>
                </a:lnTo>
                <a:lnTo>
                  <a:pt x="546938" y="167640"/>
                </a:lnTo>
                <a:lnTo>
                  <a:pt x="556247" y="160020"/>
                </a:lnTo>
                <a:lnTo>
                  <a:pt x="527291" y="135636"/>
                </a:lnTo>
                <a:lnTo>
                  <a:pt x="513575" y="156972"/>
                </a:lnTo>
                <a:lnTo>
                  <a:pt x="446519" y="156972"/>
                </a:lnTo>
                <a:lnTo>
                  <a:pt x="461772" y="172212"/>
                </a:lnTo>
                <a:lnTo>
                  <a:pt x="470865" y="170218"/>
                </a:lnTo>
                <a:lnTo>
                  <a:pt x="479666" y="168783"/>
                </a:lnTo>
                <a:lnTo>
                  <a:pt x="487908" y="167932"/>
                </a:lnTo>
                <a:lnTo>
                  <a:pt x="495287" y="167640"/>
                </a:lnTo>
                <a:lnTo>
                  <a:pt x="515099" y="167640"/>
                </a:lnTo>
                <a:lnTo>
                  <a:pt x="515226" y="332232"/>
                </a:lnTo>
                <a:lnTo>
                  <a:pt x="515416" y="337146"/>
                </a:lnTo>
                <a:lnTo>
                  <a:pt x="514146" y="344805"/>
                </a:lnTo>
                <a:lnTo>
                  <a:pt x="511467" y="351904"/>
                </a:lnTo>
                <a:lnTo>
                  <a:pt x="507479" y="358140"/>
                </a:lnTo>
                <a:lnTo>
                  <a:pt x="528815" y="381000"/>
                </a:lnTo>
                <a:lnTo>
                  <a:pt x="535965" y="371309"/>
                </a:lnTo>
                <a:lnTo>
                  <a:pt x="543623" y="360692"/>
                </a:lnTo>
                <a:lnTo>
                  <a:pt x="551967" y="349072"/>
                </a:lnTo>
                <a:lnTo>
                  <a:pt x="560819" y="336804"/>
                </a:lnTo>
                <a:lnTo>
                  <a:pt x="564819" y="332232"/>
                </a:lnTo>
                <a:lnTo>
                  <a:pt x="571068" y="325094"/>
                </a:lnTo>
                <a:lnTo>
                  <a:pt x="583298" y="310515"/>
                </a:lnTo>
                <a:lnTo>
                  <a:pt x="597255" y="293090"/>
                </a:lnTo>
                <a:lnTo>
                  <a:pt x="612635" y="272796"/>
                </a:lnTo>
                <a:close/>
              </a:path>
              <a:path w="848995" h="408939">
                <a:moveTo>
                  <a:pt x="685800" y="73152"/>
                </a:moveTo>
                <a:lnTo>
                  <a:pt x="669036" y="38100"/>
                </a:lnTo>
                <a:lnTo>
                  <a:pt x="632447" y="9144"/>
                </a:lnTo>
                <a:lnTo>
                  <a:pt x="626351" y="12192"/>
                </a:lnTo>
                <a:lnTo>
                  <a:pt x="636866" y="28956"/>
                </a:lnTo>
                <a:lnTo>
                  <a:pt x="645604" y="45148"/>
                </a:lnTo>
                <a:lnTo>
                  <a:pt x="652284" y="60413"/>
                </a:lnTo>
                <a:lnTo>
                  <a:pt x="656844" y="74676"/>
                </a:lnTo>
                <a:lnTo>
                  <a:pt x="658368" y="88392"/>
                </a:lnTo>
                <a:lnTo>
                  <a:pt x="662940" y="96012"/>
                </a:lnTo>
                <a:lnTo>
                  <a:pt x="667512" y="96012"/>
                </a:lnTo>
                <a:lnTo>
                  <a:pt x="672084" y="92964"/>
                </a:lnTo>
                <a:lnTo>
                  <a:pt x="676656" y="86868"/>
                </a:lnTo>
                <a:lnTo>
                  <a:pt x="682752" y="79248"/>
                </a:lnTo>
                <a:lnTo>
                  <a:pt x="685800" y="73152"/>
                </a:lnTo>
                <a:close/>
              </a:path>
              <a:path w="848995" h="408939">
                <a:moveTo>
                  <a:pt x="848868" y="365760"/>
                </a:moveTo>
                <a:lnTo>
                  <a:pt x="829487" y="329565"/>
                </a:lnTo>
                <a:lnTo>
                  <a:pt x="827532" y="294132"/>
                </a:lnTo>
                <a:lnTo>
                  <a:pt x="819899" y="294132"/>
                </a:lnTo>
                <a:lnTo>
                  <a:pt x="818781" y="313283"/>
                </a:lnTo>
                <a:lnTo>
                  <a:pt x="817829" y="329184"/>
                </a:lnTo>
                <a:lnTo>
                  <a:pt x="817118" y="343001"/>
                </a:lnTo>
                <a:lnTo>
                  <a:pt x="795528" y="370332"/>
                </a:lnTo>
                <a:lnTo>
                  <a:pt x="762000" y="370332"/>
                </a:lnTo>
                <a:lnTo>
                  <a:pt x="751992" y="369785"/>
                </a:lnTo>
                <a:lnTo>
                  <a:pt x="744855" y="365950"/>
                </a:lnTo>
                <a:lnTo>
                  <a:pt x="740562" y="358978"/>
                </a:lnTo>
                <a:lnTo>
                  <a:pt x="739140" y="349072"/>
                </a:lnTo>
                <a:lnTo>
                  <a:pt x="739140" y="224028"/>
                </a:lnTo>
                <a:lnTo>
                  <a:pt x="771144" y="224028"/>
                </a:lnTo>
                <a:lnTo>
                  <a:pt x="771144" y="245364"/>
                </a:lnTo>
                <a:lnTo>
                  <a:pt x="797052" y="233172"/>
                </a:lnTo>
                <a:lnTo>
                  <a:pt x="796493" y="224028"/>
                </a:lnTo>
                <a:lnTo>
                  <a:pt x="796163" y="218630"/>
                </a:lnTo>
                <a:lnTo>
                  <a:pt x="796061" y="213360"/>
                </a:lnTo>
                <a:lnTo>
                  <a:pt x="795718" y="195643"/>
                </a:lnTo>
                <a:lnTo>
                  <a:pt x="795591" y="173736"/>
                </a:lnTo>
                <a:lnTo>
                  <a:pt x="795528" y="124968"/>
                </a:lnTo>
                <a:lnTo>
                  <a:pt x="802055" y="120396"/>
                </a:lnTo>
                <a:lnTo>
                  <a:pt x="810768" y="114300"/>
                </a:lnTo>
                <a:lnTo>
                  <a:pt x="805332" y="109728"/>
                </a:lnTo>
                <a:lnTo>
                  <a:pt x="781812" y="89916"/>
                </a:lnTo>
                <a:lnTo>
                  <a:pt x="771144" y="105333"/>
                </a:lnTo>
                <a:lnTo>
                  <a:pt x="771144" y="120396"/>
                </a:lnTo>
                <a:lnTo>
                  <a:pt x="771144" y="213360"/>
                </a:lnTo>
                <a:lnTo>
                  <a:pt x="640080" y="213360"/>
                </a:lnTo>
                <a:lnTo>
                  <a:pt x="640080" y="120396"/>
                </a:lnTo>
                <a:lnTo>
                  <a:pt x="771144" y="120396"/>
                </a:lnTo>
                <a:lnTo>
                  <a:pt x="771144" y="105333"/>
                </a:lnTo>
                <a:lnTo>
                  <a:pt x="768096" y="109728"/>
                </a:lnTo>
                <a:lnTo>
                  <a:pt x="726948" y="109728"/>
                </a:lnTo>
                <a:lnTo>
                  <a:pt x="763155" y="52298"/>
                </a:lnTo>
                <a:lnTo>
                  <a:pt x="775716" y="32004"/>
                </a:lnTo>
                <a:lnTo>
                  <a:pt x="794004" y="24384"/>
                </a:lnTo>
                <a:lnTo>
                  <a:pt x="754380" y="0"/>
                </a:lnTo>
                <a:lnTo>
                  <a:pt x="749515" y="22288"/>
                </a:lnTo>
                <a:lnTo>
                  <a:pt x="741807" y="48006"/>
                </a:lnTo>
                <a:lnTo>
                  <a:pt x="731227" y="77152"/>
                </a:lnTo>
                <a:lnTo>
                  <a:pt x="717804" y="109728"/>
                </a:lnTo>
                <a:lnTo>
                  <a:pt x="640080" y="109728"/>
                </a:lnTo>
                <a:lnTo>
                  <a:pt x="614159" y="94488"/>
                </a:lnTo>
                <a:lnTo>
                  <a:pt x="615048" y="107657"/>
                </a:lnTo>
                <a:lnTo>
                  <a:pt x="615505" y="124968"/>
                </a:lnTo>
                <a:lnTo>
                  <a:pt x="615594" y="135636"/>
                </a:lnTo>
                <a:lnTo>
                  <a:pt x="615492" y="214884"/>
                </a:lnTo>
                <a:lnTo>
                  <a:pt x="615048" y="232600"/>
                </a:lnTo>
                <a:lnTo>
                  <a:pt x="614159" y="246888"/>
                </a:lnTo>
                <a:lnTo>
                  <a:pt x="640080" y="237744"/>
                </a:lnTo>
                <a:lnTo>
                  <a:pt x="640080" y="224028"/>
                </a:lnTo>
                <a:lnTo>
                  <a:pt x="662940" y="224028"/>
                </a:lnTo>
                <a:lnTo>
                  <a:pt x="653415" y="290322"/>
                </a:lnTo>
                <a:lnTo>
                  <a:pt x="627875" y="338328"/>
                </a:lnTo>
                <a:lnTo>
                  <a:pt x="588060" y="373951"/>
                </a:lnTo>
                <a:lnTo>
                  <a:pt x="533387" y="403860"/>
                </a:lnTo>
                <a:lnTo>
                  <a:pt x="536435" y="408432"/>
                </a:lnTo>
                <a:lnTo>
                  <a:pt x="573582" y="395859"/>
                </a:lnTo>
                <a:lnTo>
                  <a:pt x="630732" y="363855"/>
                </a:lnTo>
                <a:lnTo>
                  <a:pt x="665886" y="322186"/>
                </a:lnTo>
                <a:lnTo>
                  <a:pt x="684174" y="261708"/>
                </a:lnTo>
                <a:lnTo>
                  <a:pt x="687324" y="224028"/>
                </a:lnTo>
                <a:lnTo>
                  <a:pt x="717804" y="224028"/>
                </a:lnTo>
                <a:lnTo>
                  <a:pt x="717880" y="358978"/>
                </a:lnTo>
                <a:lnTo>
                  <a:pt x="755904" y="391668"/>
                </a:lnTo>
                <a:lnTo>
                  <a:pt x="809244" y="391668"/>
                </a:lnTo>
                <a:lnTo>
                  <a:pt x="822071" y="389978"/>
                </a:lnTo>
                <a:lnTo>
                  <a:pt x="833056" y="385000"/>
                </a:lnTo>
                <a:lnTo>
                  <a:pt x="842022" y="376885"/>
                </a:lnTo>
                <a:lnTo>
                  <a:pt x="846048" y="370332"/>
                </a:lnTo>
                <a:lnTo>
                  <a:pt x="848868" y="36576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" name="object 61"/>
          <p:cNvSpPr/>
          <p:nvPr/>
        </p:nvSpPr>
        <p:spPr>
          <a:xfrm>
            <a:off x="3915156" y="3971544"/>
            <a:ext cx="1615440" cy="407034"/>
          </a:xfrm>
          <a:custGeom>
            <a:avLst/>
            <a:gdLst/>
            <a:ahLst/>
            <a:cxnLst/>
            <a:rect l="l" t="t" r="r" b="b"/>
            <a:pathLst>
              <a:path w="1615439" h="407035">
                <a:moveTo>
                  <a:pt x="394716" y="138684"/>
                </a:moveTo>
                <a:lnTo>
                  <a:pt x="356616" y="99060"/>
                </a:lnTo>
                <a:lnTo>
                  <a:pt x="329184" y="128016"/>
                </a:lnTo>
                <a:lnTo>
                  <a:pt x="271272" y="128016"/>
                </a:lnTo>
                <a:lnTo>
                  <a:pt x="271272" y="138684"/>
                </a:lnTo>
                <a:lnTo>
                  <a:pt x="259219" y="180428"/>
                </a:lnTo>
                <a:lnTo>
                  <a:pt x="245745" y="218884"/>
                </a:lnTo>
                <a:lnTo>
                  <a:pt x="230543" y="254203"/>
                </a:lnTo>
                <a:lnTo>
                  <a:pt x="213360" y="286512"/>
                </a:lnTo>
                <a:lnTo>
                  <a:pt x="120396" y="257556"/>
                </a:lnTo>
                <a:lnTo>
                  <a:pt x="135267" y="219265"/>
                </a:lnTo>
                <a:lnTo>
                  <a:pt x="158750" y="159829"/>
                </a:lnTo>
                <a:lnTo>
                  <a:pt x="271272" y="138684"/>
                </a:lnTo>
                <a:lnTo>
                  <a:pt x="271272" y="128016"/>
                </a:lnTo>
                <a:lnTo>
                  <a:pt x="169164" y="128016"/>
                </a:lnTo>
                <a:lnTo>
                  <a:pt x="177419" y="104254"/>
                </a:lnTo>
                <a:lnTo>
                  <a:pt x="186118" y="80772"/>
                </a:lnTo>
                <a:lnTo>
                  <a:pt x="204216" y="33528"/>
                </a:lnTo>
                <a:lnTo>
                  <a:pt x="219456" y="22860"/>
                </a:lnTo>
                <a:lnTo>
                  <a:pt x="178308" y="0"/>
                </a:lnTo>
                <a:lnTo>
                  <a:pt x="170256" y="32651"/>
                </a:lnTo>
                <a:lnTo>
                  <a:pt x="161925" y="64579"/>
                </a:lnTo>
                <a:lnTo>
                  <a:pt x="153009" y="96227"/>
                </a:lnTo>
                <a:lnTo>
                  <a:pt x="143256" y="128016"/>
                </a:lnTo>
                <a:lnTo>
                  <a:pt x="0" y="128016"/>
                </a:lnTo>
                <a:lnTo>
                  <a:pt x="15240" y="143256"/>
                </a:lnTo>
                <a:lnTo>
                  <a:pt x="25539" y="141262"/>
                </a:lnTo>
                <a:lnTo>
                  <a:pt x="36004" y="139827"/>
                </a:lnTo>
                <a:lnTo>
                  <a:pt x="46736" y="138976"/>
                </a:lnTo>
                <a:lnTo>
                  <a:pt x="57912" y="138684"/>
                </a:lnTo>
                <a:lnTo>
                  <a:pt x="138684" y="138684"/>
                </a:lnTo>
                <a:lnTo>
                  <a:pt x="126123" y="174688"/>
                </a:lnTo>
                <a:lnTo>
                  <a:pt x="113728" y="207264"/>
                </a:lnTo>
                <a:lnTo>
                  <a:pt x="101600" y="236410"/>
                </a:lnTo>
                <a:lnTo>
                  <a:pt x="89916" y="262128"/>
                </a:lnTo>
                <a:lnTo>
                  <a:pt x="115646" y="269608"/>
                </a:lnTo>
                <a:lnTo>
                  <a:pt x="142684" y="278511"/>
                </a:lnTo>
                <a:lnTo>
                  <a:pt x="171132" y="289140"/>
                </a:lnTo>
                <a:lnTo>
                  <a:pt x="201168" y="301752"/>
                </a:lnTo>
                <a:lnTo>
                  <a:pt x="185801" y="317207"/>
                </a:lnTo>
                <a:lnTo>
                  <a:pt x="146507" y="345262"/>
                </a:lnTo>
                <a:lnTo>
                  <a:pt x="98056" y="370141"/>
                </a:lnTo>
                <a:lnTo>
                  <a:pt x="39852" y="390715"/>
                </a:lnTo>
                <a:lnTo>
                  <a:pt x="7620" y="399288"/>
                </a:lnTo>
                <a:lnTo>
                  <a:pt x="10668" y="406908"/>
                </a:lnTo>
                <a:lnTo>
                  <a:pt x="48971" y="398983"/>
                </a:lnTo>
                <a:lnTo>
                  <a:pt x="115887" y="377977"/>
                </a:lnTo>
                <a:lnTo>
                  <a:pt x="170472" y="352933"/>
                </a:lnTo>
                <a:lnTo>
                  <a:pt x="210997" y="326123"/>
                </a:lnTo>
                <a:lnTo>
                  <a:pt x="225552" y="312420"/>
                </a:lnTo>
                <a:lnTo>
                  <a:pt x="256692" y="327545"/>
                </a:lnTo>
                <a:lnTo>
                  <a:pt x="283845" y="343090"/>
                </a:lnTo>
                <a:lnTo>
                  <a:pt x="306984" y="358927"/>
                </a:lnTo>
                <a:lnTo>
                  <a:pt x="326136" y="374904"/>
                </a:lnTo>
                <a:lnTo>
                  <a:pt x="333768" y="381787"/>
                </a:lnTo>
                <a:lnTo>
                  <a:pt x="340423" y="386524"/>
                </a:lnTo>
                <a:lnTo>
                  <a:pt x="345630" y="389267"/>
                </a:lnTo>
                <a:lnTo>
                  <a:pt x="348996" y="390144"/>
                </a:lnTo>
                <a:lnTo>
                  <a:pt x="355092" y="390144"/>
                </a:lnTo>
                <a:lnTo>
                  <a:pt x="356616" y="384048"/>
                </a:lnTo>
                <a:lnTo>
                  <a:pt x="358140" y="370332"/>
                </a:lnTo>
                <a:lnTo>
                  <a:pt x="356704" y="361238"/>
                </a:lnTo>
                <a:lnTo>
                  <a:pt x="320725" y="328218"/>
                </a:lnTo>
                <a:lnTo>
                  <a:pt x="273342" y="307022"/>
                </a:lnTo>
                <a:lnTo>
                  <a:pt x="240792" y="294132"/>
                </a:lnTo>
                <a:lnTo>
                  <a:pt x="244741" y="286512"/>
                </a:lnTo>
                <a:lnTo>
                  <a:pt x="258267" y="260413"/>
                </a:lnTo>
                <a:lnTo>
                  <a:pt x="274320" y="223266"/>
                </a:lnTo>
                <a:lnTo>
                  <a:pt x="289217" y="182689"/>
                </a:lnTo>
                <a:lnTo>
                  <a:pt x="303276" y="138684"/>
                </a:lnTo>
                <a:lnTo>
                  <a:pt x="394716" y="138684"/>
                </a:lnTo>
                <a:close/>
              </a:path>
              <a:path w="1615439" h="407035">
                <a:moveTo>
                  <a:pt x="841248" y="358140"/>
                </a:moveTo>
                <a:lnTo>
                  <a:pt x="791718" y="341376"/>
                </a:lnTo>
                <a:lnTo>
                  <a:pt x="746760" y="306324"/>
                </a:lnTo>
                <a:lnTo>
                  <a:pt x="708660" y="256032"/>
                </a:lnTo>
                <a:lnTo>
                  <a:pt x="679704" y="196596"/>
                </a:lnTo>
                <a:lnTo>
                  <a:pt x="657415" y="125730"/>
                </a:lnTo>
                <a:lnTo>
                  <a:pt x="649478" y="85153"/>
                </a:lnTo>
                <a:lnTo>
                  <a:pt x="643128" y="41148"/>
                </a:lnTo>
                <a:lnTo>
                  <a:pt x="661416" y="24384"/>
                </a:lnTo>
                <a:lnTo>
                  <a:pt x="608076" y="3048"/>
                </a:lnTo>
                <a:lnTo>
                  <a:pt x="608330" y="43053"/>
                </a:lnTo>
                <a:lnTo>
                  <a:pt x="606742" y="83058"/>
                </a:lnTo>
                <a:lnTo>
                  <a:pt x="603135" y="123063"/>
                </a:lnTo>
                <a:lnTo>
                  <a:pt x="597408" y="163068"/>
                </a:lnTo>
                <a:lnTo>
                  <a:pt x="589114" y="201599"/>
                </a:lnTo>
                <a:lnTo>
                  <a:pt x="563968" y="268947"/>
                </a:lnTo>
                <a:lnTo>
                  <a:pt x="525653" y="323138"/>
                </a:lnTo>
                <a:lnTo>
                  <a:pt x="470166" y="372198"/>
                </a:lnTo>
                <a:lnTo>
                  <a:pt x="435864" y="394716"/>
                </a:lnTo>
                <a:lnTo>
                  <a:pt x="440436" y="400812"/>
                </a:lnTo>
                <a:lnTo>
                  <a:pt x="475005" y="383959"/>
                </a:lnTo>
                <a:lnTo>
                  <a:pt x="532155" y="345097"/>
                </a:lnTo>
                <a:lnTo>
                  <a:pt x="573874" y="299427"/>
                </a:lnTo>
                <a:lnTo>
                  <a:pt x="603592" y="248081"/>
                </a:lnTo>
                <a:lnTo>
                  <a:pt x="621830" y="190715"/>
                </a:lnTo>
                <a:lnTo>
                  <a:pt x="634314" y="120472"/>
                </a:lnTo>
                <a:lnTo>
                  <a:pt x="638556" y="80772"/>
                </a:lnTo>
                <a:lnTo>
                  <a:pt x="643699" y="122809"/>
                </a:lnTo>
                <a:lnTo>
                  <a:pt x="657415" y="192011"/>
                </a:lnTo>
                <a:lnTo>
                  <a:pt x="675982" y="244297"/>
                </a:lnTo>
                <a:lnTo>
                  <a:pt x="701128" y="291680"/>
                </a:lnTo>
                <a:lnTo>
                  <a:pt x="732256" y="335953"/>
                </a:lnTo>
                <a:lnTo>
                  <a:pt x="770496" y="374815"/>
                </a:lnTo>
                <a:lnTo>
                  <a:pt x="792480" y="391668"/>
                </a:lnTo>
                <a:lnTo>
                  <a:pt x="800735" y="381647"/>
                </a:lnTo>
                <a:lnTo>
                  <a:pt x="811720" y="374332"/>
                </a:lnTo>
                <a:lnTo>
                  <a:pt x="825258" y="369595"/>
                </a:lnTo>
                <a:lnTo>
                  <a:pt x="841248" y="367284"/>
                </a:lnTo>
                <a:lnTo>
                  <a:pt x="841248" y="358140"/>
                </a:lnTo>
                <a:close/>
              </a:path>
              <a:path w="1615439" h="407035">
                <a:moveTo>
                  <a:pt x="1185672" y="118872"/>
                </a:moveTo>
                <a:lnTo>
                  <a:pt x="1144524" y="118872"/>
                </a:lnTo>
                <a:lnTo>
                  <a:pt x="1103376" y="307848"/>
                </a:lnTo>
                <a:lnTo>
                  <a:pt x="1043940" y="118872"/>
                </a:lnTo>
                <a:lnTo>
                  <a:pt x="1010412" y="118872"/>
                </a:lnTo>
                <a:lnTo>
                  <a:pt x="954024" y="307848"/>
                </a:lnTo>
                <a:lnTo>
                  <a:pt x="909828" y="118872"/>
                </a:lnTo>
                <a:lnTo>
                  <a:pt x="868680" y="118872"/>
                </a:lnTo>
                <a:lnTo>
                  <a:pt x="929640" y="362712"/>
                </a:lnTo>
                <a:lnTo>
                  <a:pt x="967740" y="362712"/>
                </a:lnTo>
                <a:lnTo>
                  <a:pt x="1027176" y="175260"/>
                </a:lnTo>
                <a:lnTo>
                  <a:pt x="1086612" y="362712"/>
                </a:lnTo>
                <a:lnTo>
                  <a:pt x="1123188" y="362712"/>
                </a:lnTo>
                <a:lnTo>
                  <a:pt x="1185672" y="118872"/>
                </a:lnTo>
                <a:close/>
              </a:path>
              <a:path w="1615439" h="407035">
                <a:moveTo>
                  <a:pt x="1531620" y="25908"/>
                </a:moveTo>
                <a:lnTo>
                  <a:pt x="1525739" y="21336"/>
                </a:lnTo>
                <a:lnTo>
                  <a:pt x="1504188" y="4572"/>
                </a:lnTo>
                <a:lnTo>
                  <a:pt x="1491996" y="17983"/>
                </a:lnTo>
                <a:lnTo>
                  <a:pt x="1491996" y="32004"/>
                </a:lnTo>
                <a:lnTo>
                  <a:pt x="1491996" y="82296"/>
                </a:lnTo>
                <a:lnTo>
                  <a:pt x="1491996" y="92964"/>
                </a:lnTo>
                <a:lnTo>
                  <a:pt x="1491996" y="144780"/>
                </a:lnTo>
                <a:lnTo>
                  <a:pt x="1341120" y="144780"/>
                </a:lnTo>
                <a:lnTo>
                  <a:pt x="1341120" y="92964"/>
                </a:lnTo>
                <a:lnTo>
                  <a:pt x="1491996" y="92964"/>
                </a:lnTo>
                <a:lnTo>
                  <a:pt x="1491996" y="82296"/>
                </a:lnTo>
                <a:lnTo>
                  <a:pt x="1341120" y="82296"/>
                </a:lnTo>
                <a:lnTo>
                  <a:pt x="1341120" y="32004"/>
                </a:lnTo>
                <a:lnTo>
                  <a:pt x="1491996" y="32004"/>
                </a:lnTo>
                <a:lnTo>
                  <a:pt x="1491996" y="17983"/>
                </a:lnTo>
                <a:lnTo>
                  <a:pt x="1488948" y="21336"/>
                </a:lnTo>
                <a:lnTo>
                  <a:pt x="1342644" y="21336"/>
                </a:lnTo>
                <a:lnTo>
                  <a:pt x="1313688" y="6096"/>
                </a:lnTo>
                <a:lnTo>
                  <a:pt x="1314805" y="28943"/>
                </a:lnTo>
                <a:lnTo>
                  <a:pt x="1315783" y="51625"/>
                </a:lnTo>
                <a:lnTo>
                  <a:pt x="1316469" y="74041"/>
                </a:lnTo>
                <a:lnTo>
                  <a:pt x="1316736" y="96012"/>
                </a:lnTo>
                <a:lnTo>
                  <a:pt x="1316469" y="116852"/>
                </a:lnTo>
                <a:lnTo>
                  <a:pt x="1315783" y="138112"/>
                </a:lnTo>
                <a:lnTo>
                  <a:pt x="1314805" y="159664"/>
                </a:lnTo>
                <a:lnTo>
                  <a:pt x="1313688" y="181356"/>
                </a:lnTo>
                <a:lnTo>
                  <a:pt x="1341120" y="170688"/>
                </a:lnTo>
                <a:lnTo>
                  <a:pt x="1341120" y="155448"/>
                </a:lnTo>
                <a:lnTo>
                  <a:pt x="1491996" y="155448"/>
                </a:lnTo>
                <a:lnTo>
                  <a:pt x="1491996" y="178308"/>
                </a:lnTo>
                <a:lnTo>
                  <a:pt x="1517904" y="164592"/>
                </a:lnTo>
                <a:lnTo>
                  <a:pt x="1517472" y="155448"/>
                </a:lnTo>
                <a:lnTo>
                  <a:pt x="1517015" y="145694"/>
                </a:lnTo>
                <a:lnTo>
                  <a:pt x="1517002" y="144780"/>
                </a:lnTo>
                <a:lnTo>
                  <a:pt x="1516570" y="118491"/>
                </a:lnTo>
                <a:lnTo>
                  <a:pt x="1516443" y="92964"/>
                </a:lnTo>
                <a:lnTo>
                  <a:pt x="1516392" y="82296"/>
                </a:lnTo>
                <a:lnTo>
                  <a:pt x="1516380" y="38100"/>
                </a:lnTo>
                <a:lnTo>
                  <a:pt x="1524000" y="32004"/>
                </a:lnTo>
                <a:lnTo>
                  <a:pt x="1531620" y="25908"/>
                </a:lnTo>
                <a:close/>
              </a:path>
              <a:path w="1615439" h="407035">
                <a:moveTo>
                  <a:pt x="1615440" y="356616"/>
                </a:moveTo>
                <a:lnTo>
                  <a:pt x="1595742" y="359473"/>
                </a:lnTo>
                <a:lnTo>
                  <a:pt x="1573339" y="361188"/>
                </a:lnTo>
                <a:lnTo>
                  <a:pt x="1548358" y="361759"/>
                </a:lnTo>
                <a:lnTo>
                  <a:pt x="1493177" y="360616"/>
                </a:lnTo>
                <a:lnTo>
                  <a:pt x="1469136" y="358902"/>
                </a:lnTo>
                <a:lnTo>
                  <a:pt x="1448511" y="356044"/>
                </a:lnTo>
                <a:lnTo>
                  <a:pt x="1431036" y="352044"/>
                </a:lnTo>
                <a:lnTo>
                  <a:pt x="1431036" y="344424"/>
                </a:lnTo>
                <a:lnTo>
                  <a:pt x="1431036" y="280416"/>
                </a:lnTo>
                <a:lnTo>
                  <a:pt x="1577340" y="280416"/>
                </a:lnTo>
                <a:lnTo>
                  <a:pt x="1566672" y="269748"/>
                </a:lnTo>
                <a:lnTo>
                  <a:pt x="1543812" y="246888"/>
                </a:lnTo>
                <a:lnTo>
                  <a:pt x="1520952" y="269748"/>
                </a:lnTo>
                <a:lnTo>
                  <a:pt x="1431036" y="269748"/>
                </a:lnTo>
                <a:lnTo>
                  <a:pt x="1431036" y="210312"/>
                </a:lnTo>
                <a:lnTo>
                  <a:pt x="1606296" y="210312"/>
                </a:lnTo>
                <a:lnTo>
                  <a:pt x="1569720" y="175260"/>
                </a:lnTo>
                <a:lnTo>
                  <a:pt x="1543812" y="201168"/>
                </a:lnTo>
                <a:lnTo>
                  <a:pt x="1222248" y="201168"/>
                </a:lnTo>
                <a:lnTo>
                  <a:pt x="1237488" y="216408"/>
                </a:lnTo>
                <a:lnTo>
                  <a:pt x="1247787" y="214172"/>
                </a:lnTo>
                <a:lnTo>
                  <a:pt x="1258252" y="212217"/>
                </a:lnTo>
                <a:lnTo>
                  <a:pt x="1268984" y="210845"/>
                </a:lnTo>
                <a:lnTo>
                  <a:pt x="1280160" y="210312"/>
                </a:lnTo>
                <a:lnTo>
                  <a:pt x="1406652" y="210312"/>
                </a:lnTo>
                <a:lnTo>
                  <a:pt x="1406652" y="344424"/>
                </a:lnTo>
                <a:lnTo>
                  <a:pt x="1380909" y="332384"/>
                </a:lnTo>
                <a:lnTo>
                  <a:pt x="1358455" y="318897"/>
                </a:lnTo>
                <a:lnTo>
                  <a:pt x="1339138" y="303707"/>
                </a:lnTo>
                <a:lnTo>
                  <a:pt x="1330058" y="294132"/>
                </a:lnTo>
                <a:lnTo>
                  <a:pt x="1322832" y="286512"/>
                </a:lnTo>
                <a:lnTo>
                  <a:pt x="1338072" y="251460"/>
                </a:lnTo>
                <a:lnTo>
                  <a:pt x="1350264" y="242316"/>
                </a:lnTo>
                <a:lnTo>
                  <a:pt x="1312164" y="219456"/>
                </a:lnTo>
                <a:lnTo>
                  <a:pt x="1299324" y="274040"/>
                </a:lnTo>
                <a:lnTo>
                  <a:pt x="1279207" y="321183"/>
                </a:lnTo>
                <a:lnTo>
                  <a:pt x="1251940" y="360908"/>
                </a:lnTo>
                <a:lnTo>
                  <a:pt x="1217676" y="393192"/>
                </a:lnTo>
                <a:lnTo>
                  <a:pt x="1220724" y="399288"/>
                </a:lnTo>
                <a:lnTo>
                  <a:pt x="1250746" y="380720"/>
                </a:lnTo>
                <a:lnTo>
                  <a:pt x="1276921" y="356997"/>
                </a:lnTo>
                <a:lnTo>
                  <a:pt x="1299375" y="328142"/>
                </a:lnTo>
                <a:lnTo>
                  <a:pt x="1318260" y="294132"/>
                </a:lnTo>
                <a:lnTo>
                  <a:pt x="1328851" y="307543"/>
                </a:lnTo>
                <a:lnTo>
                  <a:pt x="1365504" y="342900"/>
                </a:lnTo>
                <a:lnTo>
                  <a:pt x="1415008" y="369912"/>
                </a:lnTo>
                <a:lnTo>
                  <a:pt x="1460157" y="382701"/>
                </a:lnTo>
                <a:lnTo>
                  <a:pt x="1532686" y="391223"/>
                </a:lnTo>
                <a:lnTo>
                  <a:pt x="1580388" y="393192"/>
                </a:lnTo>
                <a:lnTo>
                  <a:pt x="1584147" y="383768"/>
                </a:lnTo>
                <a:lnTo>
                  <a:pt x="1591056" y="376047"/>
                </a:lnTo>
                <a:lnTo>
                  <a:pt x="1601381" y="370052"/>
                </a:lnTo>
                <a:lnTo>
                  <a:pt x="1615440" y="365760"/>
                </a:lnTo>
                <a:lnTo>
                  <a:pt x="1615440" y="361759"/>
                </a:lnTo>
                <a:lnTo>
                  <a:pt x="1615440" y="35661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" name="object 62"/>
          <p:cNvSpPr/>
          <p:nvPr/>
        </p:nvSpPr>
        <p:spPr>
          <a:xfrm>
            <a:off x="5586984" y="3974591"/>
            <a:ext cx="363220" cy="402590"/>
          </a:xfrm>
          <a:custGeom>
            <a:avLst/>
            <a:gdLst/>
            <a:ahLst/>
            <a:cxnLst/>
            <a:rect l="l" t="t" r="r" b="b"/>
            <a:pathLst>
              <a:path w="363220" h="402589">
                <a:moveTo>
                  <a:pt x="327777" y="15239"/>
                </a:moveTo>
                <a:lnTo>
                  <a:pt x="295656" y="15239"/>
                </a:lnTo>
                <a:lnTo>
                  <a:pt x="307848" y="0"/>
                </a:lnTo>
                <a:lnTo>
                  <a:pt x="327777" y="15239"/>
                </a:lnTo>
                <a:close/>
              </a:path>
              <a:path w="363220" h="402589">
                <a:moveTo>
                  <a:pt x="57912" y="199643"/>
                </a:moveTo>
                <a:lnTo>
                  <a:pt x="59031" y="178808"/>
                </a:lnTo>
                <a:lnTo>
                  <a:pt x="60007" y="155257"/>
                </a:lnTo>
                <a:lnTo>
                  <a:pt x="60698" y="129135"/>
                </a:lnTo>
                <a:lnTo>
                  <a:pt x="60960" y="100583"/>
                </a:lnTo>
                <a:lnTo>
                  <a:pt x="60936" y="71175"/>
                </a:lnTo>
                <a:lnTo>
                  <a:pt x="60769" y="44767"/>
                </a:lnTo>
                <a:lnTo>
                  <a:pt x="60317" y="21502"/>
                </a:lnTo>
                <a:lnTo>
                  <a:pt x="59436" y="1524"/>
                </a:lnTo>
                <a:lnTo>
                  <a:pt x="83820" y="15239"/>
                </a:lnTo>
                <a:lnTo>
                  <a:pt x="327777" y="15239"/>
                </a:lnTo>
                <a:lnTo>
                  <a:pt x="333756" y="19812"/>
                </a:lnTo>
                <a:lnTo>
                  <a:pt x="327660" y="25907"/>
                </a:lnTo>
                <a:lnTo>
                  <a:pt x="83820" y="25907"/>
                </a:lnTo>
                <a:lnTo>
                  <a:pt x="83820" y="89915"/>
                </a:lnTo>
                <a:lnTo>
                  <a:pt x="321564" y="89915"/>
                </a:lnTo>
                <a:lnTo>
                  <a:pt x="321564" y="100583"/>
                </a:lnTo>
                <a:lnTo>
                  <a:pt x="83820" y="100583"/>
                </a:lnTo>
                <a:lnTo>
                  <a:pt x="83820" y="163067"/>
                </a:lnTo>
                <a:lnTo>
                  <a:pt x="323156" y="163067"/>
                </a:lnTo>
                <a:lnTo>
                  <a:pt x="323492" y="168068"/>
                </a:lnTo>
                <a:lnTo>
                  <a:pt x="323921" y="173735"/>
                </a:lnTo>
                <a:lnTo>
                  <a:pt x="83820" y="173735"/>
                </a:lnTo>
                <a:lnTo>
                  <a:pt x="83820" y="188975"/>
                </a:lnTo>
                <a:lnTo>
                  <a:pt x="57912" y="199643"/>
                </a:lnTo>
                <a:close/>
              </a:path>
              <a:path w="363220" h="402589">
                <a:moveTo>
                  <a:pt x="201168" y="89915"/>
                </a:moveTo>
                <a:lnTo>
                  <a:pt x="178308" y="89915"/>
                </a:lnTo>
                <a:lnTo>
                  <a:pt x="178308" y="25907"/>
                </a:lnTo>
                <a:lnTo>
                  <a:pt x="201168" y="25907"/>
                </a:lnTo>
                <a:lnTo>
                  <a:pt x="201168" y="89915"/>
                </a:lnTo>
                <a:close/>
              </a:path>
              <a:path w="363220" h="402589">
                <a:moveTo>
                  <a:pt x="321564" y="89915"/>
                </a:moveTo>
                <a:lnTo>
                  <a:pt x="297180" y="89915"/>
                </a:lnTo>
                <a:lnTo>
                  <a:pt x="297180" y="25907"/>
                </a:lnTo>
                <a:lnTo>
                  <a:pt x="327660" y="25907"/>
                </a:lnTo>
                <a:lnTo>
                  <a:pt x="321564" y="32003"/>
                </a:lnTo>
                <a:lnTo>
                  <a:pt x="321564" y="89915"/>
                </a:lnTo>
                <a:close/>
              </a:path>
              <a:path w="363220" h="402589">
                <a:moveTo>
                  <a:pt x="201168" y="163067"/>
                </a:moveTo>
                <a:lnTo>
                  <a:pt x="178308" y="163067"/>
                </a:lnTo>
                <a:lnTo>
                  <a:pt x="178308" y="100583"/>
                </a:lnTo>
                <a:lnTo>
                  <a:pt x="201168" y="100583"/>
                </a:lnTo>
                <a:lnTo>
                  <a:pt x="201168" y="163067"/>
                </a:lnTo>
                <a:close/>
              </a:path>
              <a:path w="363220" h="402589">
                <a:moveTo>
                  <a:pt x="323156" y="163067"/>
                </a:moveTo>
                <a:lnTo>
                  <a:pt x="297180" y="163067"/>
                </a:lnTo>
                <a:lnTo>
                  <a:pt x="297180" y="100583"/>
                </a:lnTo>
                <a:lnTo>
                  <a:pt x="321564" y="100583"/>
                </a:lnTo>
                <a:lnTo>
                  <a:pt x="321616" y="129135"/>
                </a:lnTo>
                <a:lnTo>
                  <a:pt x="321825" y="139588"/>
                </a:lnTo>
                <a:lnTo>
                  <a:pt x="322516" y="153542"/>
                </a:lnTo>
                <a:lnTo>
                  <a:pt x="323156" y="163067"/>
                </a:lnTo>
                <a:close/>
              </a:path>
              <a:path w="363220" h="402589">
                <a:moveTo>
                  <a:pt x="297180" y="192023"/>
                </a:moveTo>
                <a:lnTo>
                  <a:pt x="297180" y="173735"/>
                </a:lnTo>
                <a:lnTo>
                  <a:pt x="323921" y="173735"/>
                </a:lnTo>
                <a:lnTo>
                  <a:pt x="324612" y="182879"/>
                </a:lnTo>
                <a:lnTo>
                  <a:pt x="297180" y="192023"/>
                </a:lnTo>
                <a:close/>
              </a:path>
              <a:path w="363220" h="402589">
                <a:moveTo>
                  <a:pt x="196596" y="236219"/>
                </a:moveTo>
                <a:lnTo>
                  <a:pt x="172212" y="236219"/>
                </a:lnTo>
                <a:lnTo>
                  <a:pt x="174212" y="217050"/>
                </a:lnTo>
                <a:lnTo>
                  <a:pt x="175641" y="200596"/>
                </a:lnTo>
                <a:lnTo>
                  <a:pt x="176498" y="186713"/>
                </a:lnTo>
                <a:lnTo>
                  <a:pt x="176784" y="175259"/>
                </a:lnTo>
                <a:lnTo>
                  <a:pt x="216408" y="195071"/>
                </a:lnTo>
                <a:lnTo>
                  <a:pt x="204216" y="204215"/>
                </a:lnTo>
                <a:lnTo>
                  <a:pt x="202168" y="211359"/>
                </a:lnTo>
                <a:lnTo>
                  <a:pt x="200406" y="219074"/>
                </a:lnTo>
                <a:lnTo>
                  <a:pt x="198643" y="227361"/>
                </a:lnTo>
                <a:lnTo>
                  <a:pt x="196596" y="236219"/>
                </a:lnTo>
                <a:close/>
              </a:path>
              <a:path w="363220" h="402589">
                <a:moveTo>
                  <a:pt x="36576" y="251459"/>
                </a:moveTo>
                <a:lnTo>
                  <a:pt x="21336" y="236219"/>
                </a:lnTo>
                <a:lnTo>
                  <a:pt x="320040" y="236219"/>
                </a:lnTo>
                <a:lnTo>
                  <a:pt x="333756" y="217931"/>
                </a:lnTo>
                <a:lnTo>
                  <a:pt x="362712" y="242315"/>
                </a:lnTo>
                <a:lnTo>
                  <a:pt x="355527" y="246887"/>
                </a:lnTo>
                <a:lnTo>
                  <a:pt x="79248" y="246887"/>
                </a:lnTo>
                <a:lnTo>
                  <a:pt x="68079" y="247173"/>
                </a:lnTo>
                <a:lnTo>
                  <a:pt x="57340" y="248030"/>
                </a:lnTo>
                <a:lnTo>
                  <a:pt x="46886" y="249459"/>
                </a:lnTo>
                <a:lnTo>
                  <a:pt x="36576" y="251459"/>
                </a:lnTo>
                <a:close/>
              </a:path>
              <a:path w="363220" h="402589">
                <a:moveTo>
                  <a:pt x="1524" y="402336"/>
                </a:moveTo>
                <a:lnTo>
                  <a:pt x="0" y="397763"/>
                </a:lnTo>
                <a:lnTo>
                  <a:pt x="34575" y="385762"/>
                </a:lnTo>
                <a:lnTo>
                  <a:pt x="65151" y="372618"/>
                </a:lnTo>
                <a:lnTo>
                  <a:pt x="114300" y="342900"/>
                </a:lnTo>
                <a:lnTo>
                  <a:pt x="148780" y="302894"/>
                </a:lnTo>
                <a:lnTo>
                  <a:pt x="170688" y="246887"/>
                </a:lnTo>
                <a:lnTo>
                  <a:pt x="195072" y="246887"/>
                </a:lnTo>
                <a:lnTo>
                  <a:pt x="172021" y="308800"/>
                </a:lnTo>
                <a:lnTo>
                  <a:pt x="134112" y="353568"/>
                </a:lnTo>
                <a:lnTo>
                  <a:pt x="77533" y="383095"/>
                </a:lnTo>
                <a:lnTo>
                  <a:pt x="42171" y="394073"/>
                </a:lnTo>
                <a:lnTo>
                  <a:pt x="1524" y="402336"/>
                </a:lnTo>
                <a:close/>
              </a:path>
              <a:path w="363220" h="402589">
                <a:moveTo>
                  <a:pt x="322067" y="360521"/>
                </a:moveTo>
                <a:lnTo>
                  <a:pt x="282821" y="360521"/>
                </a:lnTo>
                <a:lnTo>
                  <a:pt x="291084" y="359664"/>
                </a:lnTo>
                <a:lnTo>
                  <a:pt x="296275" y="355306"/>
                </a:lnTo>
                <a:lnTo>
                  <a:pt x="311277" y="313110"/>
                </a:lnTo>
                <a:lnTo>
                  <a:pt x="318135" y="272581"/>
                </a:lnTo>
                <a:lnTo>
                  <a:pt x="321564" y="246887"/>
                </a:lnTo>
                <a:lnTo>
                  <a:pt x="355527" y="246887"/>
                </a:lnTo>
                <a:lnTo>
                  <a:pt x="345948" y="252983"/>
                </a:lnTo>
                <a:lnTo>
                  <a:pt x="341376" y="283559"/>
                </a:lnTo>
                <a:lnTo>
                  <a:pt x="336804" y="308990"/>
                </a:lnTo>
                <a:lnTo>
                  <a:pt x="332232" y="329279"/>
                </a:lnTo>
                <a:lnTo>
                  <a:pt x="327660" y="344424"/>
                </a:lnTo>
                <a:lnTo>
                  <a:pt x="323945" y="356139"/>
                </a:lnTo>
                <a:lnTo>
                  <a:pt x="322067" y="360521"/>
                </a:lnTo>
                <a:close/>
              </a:path>
              <a:path w="363220" h="402589">
                <a:moveTo>
                  <a:pt x="263652" y="397763"/>
                </a:moveTo>
                <a:lnTo>
                  <a:pt x="261366" y="385476"/>
                </a:lnTo>
                <a:lnTo>
                  <a:pt x="252222" y="373761"/>
                </a:lnTo>
                <a:lnTo>
                  <a:pt x="236220" y="362616"/>
                </a:lnTo>
                <a:lnTo>
                  <a:pt x="213360" y="352044"/>
                </a:lnTo>
                <a:lnTo>
                  <a:pt x="214884" y="345948"/>
                </a:lnTo>
                <a:lnTo>
                  <a:pt x="244578" y="353663"/>
                </a:lnTo>
                <a:lnTo>
                  <a:pt x="267271" y="358521"/>
                </a:lnTo>
                <a:lnTo>
                  <a:pt x="282821" y="360521"/>
                </a:lnTo>
                <a:lnTo>
                  <a:pt x="322067" y="360521"/>
                </a:lnTo>
                <a:lnTo>
                  <a:pt x="319659" y="366141"/>
                </a:lnTo>
                <a:lnTo>
                  <a:pt x="279368" y="394930"/>
                </a:lnTo>
                <a:lnTo>
                  <a:pt x="263652" y="39776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" name="object 63"/>
          <p:cNvSpPr/>
          <p:nvPr/>
        </p:nvSpPr>
        <p:spPr>
          <a:xfrm>
            <a:off x="6018275" y="3974591"/>
            <a:ext cx="405765" cy="398145"/>
          </a:xfrm>
          <a:custGeom>
            <a:avLst/>
            <a:gdLst/>
            <a:ahLst/>
            <a:cxnLst/>
            <a:rect l="l" t="t" r="r" b="b"/>
            <a:pathLst>
              <a:path w="405764" h="398145">
                <a:moveTo>
                  <a:pt x="3048" y="397763"/>
                </a:moveTo>
                <a:lnTo>
                  <a:pt x="0" y="391667"/>
                </a:lnTo>
                <a:lnTo>
                  <a:pt x="34313" y="369141"/>
                </a:lnTo>
                <a:lnTo>
                  <a:pt x="64198" y="345186"/>
                </a:lnTo>
                <a:lnTo>
                  <a:pt x="111252" y="294131"/>
                </a:lnTo>
                <a:lnTo>
                  <a:pt x="142113" y="233934"/>
                </a:lnTo>
                <a:lnTo>
                  <a:pt x="161544" y="160019"/>
                </a:lnTo>
                <a:lnTo>
                  <a:pt x="166639" y="120014"/>
                </a:lnTo>
                <a:lnTo>
                  <a:pt x="170307" y="80009"/>
                </a:lnTo>
                <a:lnTo>
                  <a:pt x="172259" y="40004"/>
                </a:lnTo>
                <a:lnTo>
                  <a:pt x="172212" y="0"/>
                </a:lnTo>
                <a:lnTo>
                  <a:pt x="224028" y="21336"/>
                </a:lnTo>
                <a:lnTo>
                  <a:pt x="207264" y="38100"/>
                </a:lnTo>
                <a:lnTo>
                  <a:pt x="212955" y="82105"/>
                </a:lnTo>
                <a:lnTo>
                  <a:pt x="220789" y="122682"/>
                </a:lnTo>
                <a:lnTo>
                  <a:pt x="230624" y="159829"/>
                </a:lnTo>
                <a:lnTo>
                  <a:pt x="256032" y="224408"/>
                </a:lnTo>
                <a:lnTo>
                  <a:pt x="290322" y="279272"/>
                </a:lnTo>
                <a:lnTo>
                  <a:pt x="332303" y="322945"/>
                </a:lnTo>
                <a:lnTo>
                  <a:pt x="379690" y="349138"/>
                </a:lnTo>
                <a:lnTo>
                  <a:pt x="405384" y="355091"/>
                </a:lnTo>
                <a:lnTo>
                  <a:pt x="405384" y="364236"/>
                </a:lnTo>
                <a:lnTo>
                  <a:pt x="389405" y="366545"/>
                </a:lnTo>
                <a:lnTo>
                  <a:pt x="375856" y="371284"/>
                </a:lnTo>
                <a:lnTo>
                  <a:pt x="364878" y="378594"/>
                </a:lnTo>
                <a:lnTo>
                  <a:pt x="356616" y="388619"/>
                </a:lnTo>
                <a:lnTo>
                  <a:pt x="334613" y="371760"/>
                </a:lnTo>
                <a:lnTo>
                  <a:pt x="295751" y="332898"/>
                </a:lnTo>
                <a:lnTo>
                  <a:pt x="264628" y="288631"/>
                </a:lnTo>
                <a:lnTo>
                  <a:pt x="240101" y="241244"/>
                </a:lnTo>
                <a:lnTo>
                  <a:pt x="220670" y="188952"/>
                </a:lnTo>
                <a:lnTo>
                  <a:pt x="206335" y="119753"/>
                </a:lnTo>
                <a:lnTo>
                  <a:pt x="201168" y="77724"/>
                </a:lnTo>
                <a:lnTo>
                  <a:pt x="197143" y="117419"/>
                </a:lnTo>
                <a:lnTo>
                  <a:pt x="185094" y="187666"/>
                </a:lnTo>
                <a:lnTo>
                  <a:pt x="167092" y="245030"/>
                </a:lnTo>
                <a:lnTo>
                  <a:pt x="137993" y="296370"/>
                </a:lnTo>
                <a:lnTo>
                  <a:pt x="95416" y="342042"/>
                </a:lnTo>
                <a:lnTo>
                  <a:pt x="37647" y="380904"/>
                </a:lnTo>
                <a:lnTo>
                  <a:pt x="3048" y="39776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" name="object 64"/>
          <p:cNvSpPr/>
          <p:nvPr/>
        </p:nvSpPr>
        <p:spPr>
          <a:xfrm>
            <a:off x="6472427" y="4084320"/>
            <a:ext cx="317500" cy="250190"/>
          </a:xfrm>
          <a:custGeom>
            <a:avLst/>
            <a:gdLst/>
            <a:ahLst/>
            <a:cxnLst/>
            <a:rect l="l" t="t" r="r" b="b"/>
            <a:pathLst>
              <a:path w="317500" h="250189">
                <a:moveTo>
                  <a:pt x="316991" y="249936"/>
                </a:moveTo>
                <a:lnTo>
                  <a:pt x="275843" y="249936"/>
                </a:lnTo>
                <a:lnTo>
                  <a:pt x="275820" y="101084"/>
                </a:lnTo>
                <a:lnTo>
                  <a:pt x="275653" y="93154"/>
                </a:lnTo>
                <a:lnTo>
                  <a:pt x="268223" y="56388"/>
                </a:lnTo>
                <a:lnTo>
                  <a:pt x="266699" y="50292"/>
                </a:lnTo>
                <a:lnTo>
                  <a:pt x="262127" y="45719"/>
                </a:lnTo>
                <a:lnTo>
                  <a:pt x="256031" y="42672"/>
                </a:lnTo>
                <a:lnTo>
                  <a:pt x="251459" y="39624"/>
                </a:lnTo>
                <a:lnTo>
                  <a:pt x="234695" y="39624"/>
                </a:lnTo>
                <a:lnTo>
                  <a:pt x="228052" y="39957"/>
                </a:lnTo>
                <a:lnTo>
                  <a:pt x="192785" y="56197"/>
                </a:lnTo>
                <a:lnTo>
                  <a:pt x="178307" y="68579"/>
                </a:lnTo>
                <a:lnTo>
                  <a:pt x="178307" y="249936"/>
                </a:lnTo>
                <a:lnTo>
                  <a:pt x="137159" y="249936"/>
                </a:lnTo>
                <a:lnTo>
                  <a:pt x="137159" y="77724"/>
                </a:lnTo>
                <a:lnTo>
                  <a:pt x="135635" y="68579"/>
                </a:lnTo>
                <a:lnTo>
                  <a:pt x="134111" y="60960"/>
                </a:lnTo>
                <a:lnTo>
                  <a:pt x="131063" y="56388"/>
                </a:lnTo>
                <a:lnTo>
                  <a:pt x="128015" y="50292"/>
                </a:lnTo>
                <a:lnTo>
                  <a:pt x="123443" y="45719"/>
                </a:lnTo>
                <a:lnTo>
                  <a:pt x="118871" y="42672"/>
                </a:lnTo>
                <a:lnTo>
                  <a:pt x="112775" y="39624"/>
                </a:lnTo>
                <a:lnTo>
                  <a:pt x="97536" y="39624"/>
                </a:lnTo>
                <a:lnTo>
                  <a:pt x="54863" y="56769"/>
                </a:lnTo>
                <a:lnTo>
                  <a:pt x="41148" y="68579"/>
                </a:lnTo>
                <a:lnTo>
                  <a:pt x="41148" y="249936"/>
                </a:lnTo>
                <a:lnTo>
                  <a:pt x="0" y="249936"/>
                </a:lnTo>
                <a:lnTo>
                  <a:pt x="0" y="6096"/>
                </a:lnTo>
                <a:lnTo>
                  <a:pt x="41148" y="6096"/>
                </a:lnTo>
                <a:lnTo>
                  <a:pt x="41148" y="33528"/>
                </a:lnTo>
                <a:lnTo>
                  <a:pt x="49148" y="26074"/>
                </a:lnTo>
                <a:lnTo>
                  <a:pt x="88772" y="2285"/>
                </a:lnTo>
                <a:lnTo>
                  <a:pt x="106679" y="0"/>
                </a:lnTo>
                <a:lnTo>
                  <a:pt x="117562" y="571"/>
                </a:lnTo>
                <a:lnTo>
                  <a:pt x="153114" y="15454"/>
                </a:lnTo>
                <a:lnTo>
                  <a:pt x="170687" y="42672"/>
                </a:lnTo>
                <a:lnTo>
                  <a:pt x="179831" y="32956"/>
                </a:lnTo>
                <a:lnTo>
                  <a:pt x="215788" y="5786"/>
                </a:lnTo>
                <a:lnTo>
                  <a:pt x="245363" y="0"/>
                </a:lnTo>
                <a:lnTo>
                  <a:pt x="253103" y="285"/>
                </a:lnTo>
                <a:lnTo>
                  <a:pt x="290822" y="15930"/>
                </a:lnTo>
                <a:lnTo>
                  <a:pt x="310895" y="48767"/>
                </a:lnTo>
                <a:lnTo>
                  <a:pt x="316991" y="89916"/>
                </a:lnTo>
                <a:lnTo>
                  <a:pt x="316991" y="24993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" name="object 65"/>
          <p:cNvSpPr/>
          <p:nvPr/>
        </p:nvSpPr>
        <p:spPr>
          <a:xfrm>
            <a:off x="6871716" y="3970019"/>
            <a:ext cx="356870" cy="402590"/>
          </a:xfrm>
          <a:custGeom>
            <a:avLst/>
            <a:gdLst/>
            <a:ahLst/>
            <a:cxnLst/>
            <a:rect l="l" t="t" r="r" b="b"/>
            <a:pathLst>
              <a:path w="356870" h="402589">
                <a:moveTo>
                  <a:pt x="53340" y="91440"/>
                </a:moveTo>
                <a:lnTo>
                  <a:pt x="44196" y="91440"/>
                </a:lnTo>
                <a:lnTo>
                  <a:pt x="51339" y="63436"/>
                </a:lnTo>
                <a:lnTo>
                  <a:pt x="56769" y="38862"/>
                </a:lnTo>
                <a:lnTo>
                  <a:pt x="60483" y="17716"/>
                </a:lnTo>
                <a:lnTo>
                  <a:pt x="62484" y="0"/>
                </a:lnTo>
                <a:lnTo>
                  <a:pt x="100584" y="21336"/>
                </a:lnTo>
                <a:lnTo>
                  <a:pt x="91487" y="29075"/>
                </a:lnTo>
                <a:lnTo>
                  <a:pt x="80391" y="43243"/>
                </a:lnTo>
                <a:lnTo>
                  <a:pt x="67579" y="63984"/>
                </a:lnTo>
                <a:lnTo>
                  <a:pt x="53340" y="91440"/>
                </a:lnTo>
                <a:close/>
              </a:path>
              <a:path w="356870" h="402589">
                <a:moveTo>
                  <a:pt x="147828" y="192024"/>
                </a:moveTo>
                <a:lnTo>
                  <a:pt x="143256" y="187452"/>
                </a:lnTo>
                <a:lnTo>
                  <a:pt x="160162" y="160615"/>
                </a:lnTo>
                <a:lnTo>
                  <a:pt x="174498" y="135064"/>
                </a:lnTo>
                <a:lnTo>
                  <a:pt x="196596" y="88392"/>
                </a:lnTo>
                <a:lnTo>
                  <a:pt x="211836" y="44958"/>
                </a:lnTo>
                <a:lnTo>
                  <a:pt x="222503" y="1524"/>
                </a:lnTo>
                <a:lnTo>
                  <a:pt x="260603" y="24384"/>
                </a:lnTo>
                <a:lnTo>
                  <a:pt x="252864" y="32361"/>
                </a:lnTo>
                <a:lnTo>
                  <a:pt x="243268" y="47053"/>
                </a:lnTo>
                <a:lnTo>
                  <a:pt x="231671" y="68318"/>
                </a:lnTo>
                <a:lnTo>
                  <a:pt x="217932" y="96012"/>
                </a:lnTo>
                <a:lnTo>
                  <a:pt x="349419" y="96012"/>
                </a:lnTo>
                <a:lnTo>
                  <a:pt x="356616" y="103632"/>
                </a:lnTo>
                <a:lnTo>
                  <a:pt x="352806" y="106680"/>
                </a:lnTo>
                <a:lnTo>
                  <a:pt x="213360" y="106680"/>
                </a:lnTo>
                <a:lnTo>
                  <a:pt x="197977" y="130944"/>
                </a:lnTo>
                <a:lnTo>
                  <a:pt x="181737" y="153352"/>
                </a:lnTo>
                <a:lnTo>
                  <a:pt x="164925" y="173759"/>
                </a:lnTo>
                <a:lnTo>
                  <a:pt x="147828" y="192024"/>
                </a:lnTo>
                <a:close/>
              </a:path>
              <a:path w="356870" h="402589">
                <a:moveTo>
                  <a:pt x="147379" y="91440"/>
                </a:moveTo>
                <a:lnTo>
                  <a:pt x="111252" y="91440"/>
                </a:lnTo>
                <a:lnTo>
                  <a:pt x="128016" y="73152"/>
                </a:lnTo>
                <a:lnTo>
                  <a:pt x="147379" y="91440"/>
                </a:lnTo>
                <a:close/>
              </a:path>
              <a:path w="356870" h="402589">
                <a:moveTo>
                  <a:pt x="0" y="399288"/>
                </a:moveTo>
                <a:lnTo>
                  <a:pt x="848" y="359664"/>
                </a:lnTo>
                <a:lnTo>
                  <a:pt x="1333" y="317182"/>
                </a:lnTo>
                <a:lnTo>
                  <a:pt x="1430" y="178308"/>
                </a:lnTo>
                <a:lnTo>
                  <a:pt x="1316" y="153352"/>
                </a:lnTo>
                <a:lnTo>
                  <a:pt x="893" y="115824"/>
                </a:lnTo>
                <a:lnTo>
                  <a:pt x="0" y="74676"/>
                </a:lnTo>
                <a:lnTo>
                  <a:pt x="25908" y="91440"/>
                </a:lnTo>
                <a:lnTo>
                  <a:pt x="147379" y="91440"/>
                </a:lnTo>
                <a:lnTo>
                  <a:pt x="155448" y="99060"/>
                </a:lnTo>
                <a:lnTo>
                  <a:pt x="153162" y="100584"/>
                </a:lnTo>
                <a:lnTo>
                  <a:pt x="24384" y="100584"/>
                </a:lnTo>
                <a:lnTo>
                  <a:pt x="24384" y="211836"/>
                </a:lnTo>
                <a:lnTo>
                  <a:pt x="137464" y="211836"/>
                </a:lnTo>
                <a:lnTo>
                  <a:pt x="137526" y="222504"/>
                </a:lnTo>
                <a:lnTo>
                  <a:pt x="24384" y="222504"/>
                </a:lnTo>
                <a:lnTo>
                  <a:pt x="24384" y="344424"/>
                </a:lnTo>
                <a:lnTo>
                  <a:pt x="138504" y="344424"/>
                </a:lnTo>
                <a:lnTo>
                  <a:pt x="138567" y="355092"/>
                </a:lnTo>
                <a:lnTo>
                  <a:pt x="24384" y="355092"/>
                </a:lnTo>
                <a:lnTo>
                  <a:pt x="24384" y="384048"/>
                </a:lnTo>
                <a:lnTo>
                  <a:pt x="0" y="399288"/>
                </a:lnTo>
                <a:close/>
              </a:path>
              <a:path w="356870" h="402589">
                <a:moveTo>
                  <a:pt x="349419" y="96012"/>
                </a:moveTo>
                <a:lnTo>
                  <a:pt x="310896" y="96012"/>
                </a:lnTo>
                <a:lnTo>
                  <a:pt x="330708" y="76200"/>
                </a:lnTo>
                <a:lnTo>
                  <a:pt x="349419" y="96012"/>
                </a:lnTo>
                <a:close/>
              </a:path>
              <a:path w="356870" h="402589">
                <a:moveTo>
                  <a:pt x="137464" y="211836"/>
                </a:moveTo>
                <a:lnTo>
                  <a:pt x="114300" y="211836"/>
                </a:lnTo>
                <a:lnTo>
                  <a:pt x="114300" y="100584"/>
                </a:lnTo>
                <a:lnTo>
                  <a:pt x="153162" y="100584"/>
                </a:lnTo>
                <a:lnTo>
                  <a:pt x="137160" y="111252"/>
                </a:lnTo>
                <a:lnTo>
                  <a:pt x="137263" y="160615"/>
                </a:lnTo>
                <a:lnTo>
                  <a:pt x="137367" y="195333"/>
                </a:lnTo>
                <a:lnTo>
                  <a:pt x="137464" y="211836"/>
                </a:lnTo>
                <a:close/>
              </a:path>
              <a:path w="356870" h="402589">
                <a:moveTo>
                  <a:pt x="327448" y="359664"/>
                </a:moveTo>
                <a:lnTo>
                  <a:pt x="283464" y="359664"/>
                </a:lnTo>
                <a:lnTo>
                  <a:pt x="291965" y="357925"/>
                </a:lnTo>
                <a:lnTo>
                  <a:pt x="298894" y="352615"/>
                </a:lnTo>
                <a:lnTo>
                  <a:pt x="308610" y="305562"/>
                </a:lnTo>
                <a:lnTo>
                  <a:pt x="310896" y="259842"/>
                </a:lnTo>
                <a:lnTo>
                  <a:pt x="313146" y="194571"/>
                </a:lnTo>
                <a:lnTo>
                  <a:pt x="315467" y="106680"/>
                </a:lnTo>
                <a:lnTo>
                  <a:pt x="352806" y="106680"/>
                </a:lnTo>
                <a:lnTo>
                  <a:pt x="341376" y="115824"/>
                </a:lnTo>
                <a:lnTo>
                  <a:pt x="339535" y="190085"/>
                </a:lnTo>
                <a:lnTo>
                  <a:pt x="337676" y="248412"/>
                </a:lnTo>
                <a:lnTo>
                  <a:pt x="335560" y="296107"/>
                </a:lnTo>
                <a:lnTo>
                  <a:pt x="330708" y="345948"/>
                </a:lnTo>
                <a:lnTo>
                  <a:pt x="327874" y="358521"/>
                </a:lnTo>
                <a:lnTo>
                  <a:pt x="327448" y="359664"/>
                </a:lnTo>
                <a:close/>
              </a:path>
              <a:path w="356870" h="402589">
                <a:moveTo>
                  <a:pt x="231648" y="269748"/>
                </a:moveTo>
                <a:lnTo>
                  <a:pt x="230124" y="269748"/>
                </a:lnTo>
                <a:lnTo>
                  <a:pt x="226742" y="268295"/>
                </a:lnTo>
                <a:lnTo>
                  <a:pt x="223647" y="263842"/>
                </a:lnTo>
                <a:lnTo>
                  <a:pt x="221122" y="256246"/>
                </a:lnTo>
                <a:lnTo>
                  <a:pt x="219456" y="245364"/>
                </a:lnTo>
                <a:lnTo>
                  <a:pt x="214884" y="228242"/>
                </a:lnTo>
                <a:lnTo>
                  <a:pt x="208026" y="211264"/>
                </a:lnTo>
                <a:lnTo>
                  <a:pt x="198882" y="194571"/>
                </a:lnTo>
                <a:lnTo>
                  <a:pt x="187452" y="178308"/>
                </a:lnTo>
                <a:lnTo>
                  <a:pt x="192024" y="172212"/>
                </a:lnTo>
                <a:lnTo>
                  <a:pt x="224218" y="199644"/>
                </a:lnTo>
                <a:lnTo>
                  <a:pt x="246888" y="236220"/>
                </a:lnTo>
                <a:lnTo>
                  <a:pt x="246888" y="248412"/>
                </a:lnTo>
                <a:lnTo>
                  <a:pt x="245364" y="256032"/>
                </a:lnTo>
                <a:lnTo>
                  <a:pt x="239267" y="260603"/>
                </a:lnTo>
                <a:lnTo>
                  <a:pt x="236220" y="266700"/>
                </a:lnTo>
                <a:lnTo>
                  <a:pt x="231648" y="269748"/>
                </a:lnTo>
                <a:close/>
              </a:path>
              <a:path w="356870" h="402589">
                <a:moveTo>
                  <a:pt x="138504" y="344424"/>
                </a:moveTo>
                <a:lnTo>
                  <a:pt x="114300" y="344424"/>
                </a:lnTo>
                <a:lnTo>
                  <a:pt x="114300" y="222504"/>
                </a:lnTo>
                <a:lnTo>
                  <a:pt x="137526" y="222504"/>
                </a:lnTo>
                <a:lnTo>
                  <a:pt x="137696" y="251435"/>
                </a:lnTo>
                <a:lnTo>
                  <a:pt x="138504" y="344424"/>
                </a:lnTo>
                <a:close/>
              </a:path>
              <a:path w="356870" h="402589">
                <a:moveTo>
                  <a:pt x="278891" y="402336"/>
                </a:moveTo>
                <a:lnTo>
                  <a:pt x="271772" y="389453"/>
                </a:lnTo>
                <a:lnTo>
                  <a:pt x="259651" y="378142"/>
                </a:lnTo>
                <a:lnTo>
                  <a:pt x="242673" y="368260"/>
                </a:lnTo>
                <a:lnTo>
                  <a:pt x="220979" y="359664"/>
                </a:lnTo>
                <a:lnTo>
                  <a:pt x="220979" y="352044"/>
                </a:lnTo>
                <a:lnTo>
                  <a:pt x="241244" y="355806"/>
                </a:lnTo>
                <a:lnTo>
                  <a:pt x="258508" y="358140"/>
                </a:lnTo>
                <a:lnTo>
                  <a:pt x="272629" y="359330"/>
                </a:lnTo>
                <a:lnTo>
                  <a:pt x="283464" y="359664"/>
                </a:lnTo>
                <a:lnTo>
                  <a:pt x="327448" y="359664"/>
                </a:lnTo>
                <a:lnTo>
                  <a:pt x="324040" y="368808"/>
                </a:lnTo>
                <a:lnTo>
                  <a:pt x="289726" y="397740"/>
                </a:lnTo>
                <a:lnTo>
                  <a:pt x="278891" y="402336"/>
                </a:lnTo>
                <a:close/>
              </a:path>
              <a:path w="356870" h="402589">
                <a:moveTo>
                  <a:pt x="114300" y="391668"/>
                </a:moveTo>
                <a:lnTo>
                  <a:pt x="114300" y="355092"/>
                </a:lnTo>
                <a:lnTo>
                  <a:pt x="138567" y="355092"/>
                </a:lnTo>
                <a:lnTo>
                  <a:pt x="138684" y="377952"/>
                </a:lnTo>
                <a:lnTo>
                  <a:pt x="114300" y="39166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" name="object 66"/>
          <p:cNvSpPr/>
          <p:nvPr/>
        </p:nvSpPr>
        <p:spPr>
          <a:xfrm>
            <a:off x="7281671" y="3968495"/>
            <a:ext cx="403860" cy="408940"/>
          </a:xfrm>
          <a:custGeom>
            <a:avLst/>
            <a:gdLst/>
            <a:ahLst/>
            <a:cxnLst/>
            <a:rect l="l" t="t" r="r" b="b"/>
            <a:pathLst>
              <a:path w="403859" h="408939">
                <a:moveTo>
                  <a:pt x="185928" y="71628"/>
                </a:moveTo>
                <a:lnTo>
                  <a:pt x="156972" y="71628"/>
                </a:lnTo>
                <a:lnTo>
                  <a:pt x="165496" y="50792"/>
                </a:lnTo>
                <a:lnTo>
                  <a:pt x="172593" y="31813"/>
                </a:lnTo>
                <a:lnTo>
                  <a:pt x="177974" y="14835"/>
                </a:lnTo>
                <a:lnTo>
                  <a:pt x="181356" y="0"/>
                </a:lnTo>
                <a:lnTo>
                  <a:pt x="224028" y="24384"/>
                </a:lnTo>
                <a:lnTo>
                  <a:pt x="207264" y="32004"/>
                </a:lnTo>
                <a:lnTo>
                  <a:pt x="201572" y="43124"/>
                </a:lnTo>
                <a:lnTo>
                  <a:pt x="196024" y="53530"/>
                </a:lnTo>
                <a:lnTo>
                  <a:pt x="190761" y="63079"/>
                </a:lnTo>
                <a:lnTo>
                  <a:pt x="185928" y="71628"/>
                </a:lnTo>
                <a:close/>
              </a:path>
              <a:path w="403859" h="408939">
                <a:moveTo>
                  <a:pt x="15240" y="86868"/>
                </a:moveTo>
                <a:lnTo>
                  <a:pt x="0" y="71628"/>
                </a:lnTo>
                <a:lnTo>
                  <a:pt x="333756" y="71628"/>
                </a:lnTo>
                <a:lnTo>
                  <a:pt x="364236" y="41148"/>
                </a:lnTo>
                <a:lnTo>
                  <a:pt x="403860" y="82296"/>
                </a:lnTo>
                <a:lnTo>
                  <a:pt x="57912" y="82296"/>
                </a:lnTo>
                <a:lnTo>
                  <a:pt x="46743" y="82581"/>
                </a:lnTo>
                <a:lnTo>
                  <a:pt x="36004" y="83439"/>
                </a:lnTo>
                <a:lnTo>
                  <a:pt x="25550" y="84867"/>
                </a:lnTo>
                <a:lnTo>
                  <a:pt x="15240" y="86868"/>
                </a:lnTo>
                <a:close/>
              </a:path>
              <a:path w="403859" h="408939">
                <a:moveTo>
                  <a:pt x="6096" y="269748"/>
                </a:moveTo>
                <a:lnTo>
                  <a:pt x="0" y="265176"/>
                </a:lnTo>
                <a:lnTo>
                  <a:pt x="23383" y="245721"/>
                </a:lnTo>
                <a:lnTo>
                  <a:pt x="45339" y="226123"/>
                </a:lnTo>
                <a:lnTo>
                  <a:pt x="83820" y="185928"/>
                </a:lnTo>
                <a:lnTo>
                  <a:pt x="119443" y="139255"/>
                </a:lnTo>
                <a:lnTo>
                  <a:pt x="153924" y="82296"/>
                </a:lnTo>
                <a:lnTo>
                  <a:pt x="182880" y="82296"/>
                </a:lnTo>
                <a:lnTo>
                  <a:pt x="173474" y="99131"/>
                </a:lnTo>
                <a:lnTo>
                  <a:pt x="163639" y="115252"/>
                </a:lnTo>
                <a:lnTo>
                  <a:pt x="153519" y="130516"/>
                </a:lnTo>
                <a:lnTo>
                  <a:pt x="143256" y="144780"/>
                </a:lnTo>
                <a:lnTo>
                  <a:pt x="329488" y="144780"/>
                </a:lnTo>
                <a:lnTo>
                  <a:pt x="335280" y="149352"/>
                </a:lnTo>
                <a:lnTo>
                  <a:pt x="327660" y="155448"/>
                </a:lnTo>
                <a:lnTo>
                  <a:pt x="135636" y="155448"/>
                </a:lnTo>
                <a:lnTo>
                  <a:pt x="135636" y="182880"/>
                </a:lnTo>
                <a:lnTo>
                  <a:pt x="111252" y="182880"/>
                </a:lnTo>
                <a:lnTo>
                  <a:pt x="86677" y="208026"/>
                </a:lnTo>
                <a:lnTo>
                  <a:pt x="60960" y="230886"/>
                </a:lnTo>
                <a:lnTo>
                  <a:pt x="34099" y="251460"/>
                </a:lnTo>
                <a:lnTo>
                  <a:pt x="6096" y="269748"/>
                </a:lnTo>
                <a:close/>
              </a:path>
              <a:path w="403859" h="408939">
                <a:moveTo>
                  <a:pt x="329488" y="144780"/>
                </a:moveTo>
                <a:lnTo>
                  <a:pt x="292608" y="144780"/>
                </a:lnTo>
                <a:lnTo>
                  <a:pt x="306324" y="126492"/>
                </a:lnTo>
                <a:lnTo>
                  <a:pt x="329488" y="144780"/>
                </a:lnTo>
                <a:close/>
              </a:path>
              <a:path w="403859" h="408939">
                <a:moveTo>
                  <a:pt x="320040" y="216408"/>
                </a:moveTo>
                <a:lnTo>
                  <a:pt x="295655" y="216408"/>
                </a:lnTo>
                <a:lnTo>
                  <a:pt x="295655" y="155448"/>
                </a:lnTo>
                <a:lnTo>
                  <a:pt x="327660" y="155448"/>
                </a:lnTo>
                <a:lnTo>
                  <a:pt x="320040" y="161544"/>
                </a:lnTo>
                <a:lnTo>
                  <a:pt x="320040" y="216408"/>
                </a:lnTo>
                <a:close/>
              </a:path>
              <a:path w="403859" h="408939">
                <a:moveTo>
                  <a:pt x="109728" y="408432"/>
                </a:moveTo>
                <a:lnTo>
                  <a:pt x="110609" y="383262"/>
                </a:lnTo>
                <a:lnTo>
                  <a:pt x="111061" y="337375"/>
                </a:lnTo>
                <a:lnTo>
                  <a:pt x="111169" y="294132"/>
                </a:lnTo>
                <a:lnTo>
                  <a:pt x="111252" y="182880"/>
                </a:lnTo>
                <a:lnTo>
                  <a:pt x="135636" y="182880"/>
                </a:lnTo>
                <a:lnTo>
                  <a:pt x="135636" y="216408"/>
                </a:lnTo>
                <a:lnTo>
                  <a:pt x="320040" y="216408"/>
                </a:lnTo>
                <a:lnTo>
                  <a:pt x="320040" y="225552"/>
                </a:lnTo>
                <a:lnTo>
                  <a:pt x="135636" y="225552"/>
                </a:lnTo>
                <a:lnTo>
                  <a:pt x="135636" y="283464"/>
                </a:lnTo>
                <a:lnTo>
                  <a:pt x="320040" y="283464"/>
                </a:lnTo>
                <a:lnTo>
                  <a:pt x="320040" y="294132"/>
                </a:lnTo>
                <a:lnTo>
                  <a:pt x="135636" y="294132"/>
                </a:lnTo>
                <a:lnTo>
                  <a:pt x="135636" y="393192"/>
                </a:lnTo>
                <a:lnTo>
                  <a:pt x="109728" y="408432"/>
                </a:lnTo>
                <a:close/>
              </a:path>
              <a:path w="403859" h="408939">
                <a:moveTo>
                  <a:pt x="320040" y="283464"/>
                </a:moveTo>
                <a:lnTo>
                  <a:pt x="295655" y="283464"/>
                </a:lnTo>
                <a:lnTo>
                  <a:pt x="295655" y="225552"/>
                </a:lnTo>
                <a:lnTo>
                  <a:pt x="320040" y="225552"/>
                </a:lnTo>
                <a:lnTo>
                  <a:pt x="320040" y="283464"/>
                </a:lnTo>
                <a:close/>
              </a:path>
              <a:path w="403859" h="408939">
                <a:moveTo>
                  <a:pt x="319492" y="370332"/>
                </a:moveTo>
                <a:lnTo>
                  <a:pt x="291084" y="370332"/>
                </a:lnTo>
                <a:lnTo>
                  <a:pt x="295655" y="365760"/>
                </a:lnTo>
                <a:lnTo>
                  <a:pt x="295655" y="294132"/>
                </a:lnTo>
                <a:lnTo>
                  <a:pt x="320040" y="294132"/>
                </a:lnTo>
                <a:lnTo>
                  <a:pt x="319954" y="367760"/>
                </a:lnTo>
                <a:lnTo>
                  <a:pt x="319492" y="370332"/>
                </a:lnTo>
                <a:close/>
              </a:path>
              <a:path w="403859" h="408939">
                <a:moveTo>
                  <a:pt x="281940" y="408432"/>
                </a:moveTo>
                <a:lnTo>
                  <a:pt x="279915" y="398668"/>
                </a:lnTo>
                <a:lnTo>
                  <a:pt x="271462" y="389763"/>
                </a:lnTo>
                <a:lnTo>
                  <a:pt x="256436" y="381428"/>
                </a:lnTo>
                <a:lnTo>
                  <a:pt x="234696" y="373380"/>
                </a:lnTo>
                <a:lnTo>
                  <a:pt x="234696" y="365760"/>
                </a:lnTo>
                <a:lnTo>
                  <a:pt x="248697" y="367760"/>
                </a:lnTo>
                <a:lnTo>
                  <a:pt x="260985" y="369189"/>
                </a:lnTo>
                <a:lnTo>
                  <a:pt x="271557" y="370046"/>
                </a:lnTo>
                <a:lnTo>
                  <a:pt x="280416" y="370332"/>
                </a:lnTo>
                <a:lnTo>
                  <a:pt x="319492" y="370332"/>
                </a:lnTo>
                <a:lnTo>
                  <a:pt x="317730" y="380142"/>
                </a:lnTo>
                <a:lnTo>
                  <a:pt x="310705" y="391287"/>
                </a:lnTo>
                <a:lnTo>
                  <a:pt x="298823" y="400716"/>
                </a:lnTo>
                <a:lnTo>
                  <a:pt x="281940" y="408432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" name="object 67"/>
          <p:cNvSpPr/>
          <p:nvPr/>
        </p:nvSpPr>
        <p:spPr>
          <a:xfrm>
            <a:off x="7735824" y="3968495"/>
            <a:ext cx="1271270" cy="410209"/>
          </a:xfrm>
          <a:custGeom>
            <a:avLst/>
            <a:gdLst/>
            <a:ahLst/>
            <a:cxnLst/>
            <a:rect l="l" t="t" r="r" b="b"/>
            <a:pathLst>
              <a:path w="1271270" h="410210">
                <a:moveTo>
                  <a:pt x="103632" y="132588"/>
                </a:moveTo>
                <a:lnTo>
                  <a:pt x="71628" y="109728"/>
                </a:lnTo>
                <a:lnTo>
                  <a:pt x="57645" y="142925"/>
                </a:lnTo>
                <a:lnTo>
                  <a:pt x="40957" y="174117"/>
                </a:lnTo>
                <a:lnTo>
                  <a:pt x="21691" y="203606"/>
                </a:lnTo>
                <a:lnTo>
                  <a:pt x="0" y="231648"/>
                </a:lnTo>
                <a:lnTo>
                  <a:pt x="4572" y="234696"/>
                </a:lnTo>
                <a:lnTo>
                  <a:pt x="22593" y="219481"/>
                </a:lnTo>
                <a:lnTo>
                  <a:pt x="42481" y="198691"/>
                </a:lnTo>
                <a:lnTo>
                  <a:pt x="64363" y="171907"/>
                </a:lnTo>
                <a:lnTo>
                  <a:pt x="88392" y="138684"/>
                </a:lnTo>
                <a:lnTo>
                  <a:pt x="103632" y="132588"/>
                </a:lnTo>
                <a:close/>
              </a:path>
              <a:path w="1271270" h="410210">
                <a:moveTo>
                  <a:pt x="182880" y="332232"/>
                </a:moveTo>
                <a:lnTo>
                  <a:pt x="164058" y="297141"/>
                </a:lnTo>
                <a:lnTo>
                  <a:pt x="150571" y="283464"/>
                </a:lnTo>
                <a:lnTo>
                  <a:pt x="144538" y="277799"/>
                </a:lnTo>
                <a:lnTo>
                  <a:pt x="131064" y="266700"/>
                </a:lnTo>
                <a:lnTo>
                  <a:pt x="138671" y="252984"/>
                </a:lnTo>
                <a:lnTo>
                  <a:pt x="145008" y="241554"/>
                </a:lnTo>
                <a:lnTo>
                  <a:pt x="156972" y="223266"/>
                </a:lnTo>
                <a:lnTo>
                  <a:pt x="166636" y="211836"/>
                </a:lnTo>
                <a:lnTo>
                  <a:pt x="173736" y="207264"/>
                </a:lnTo>
                <a:lnTo>
                  <a:pt x="141732" y="181356"/>
                </a:lnTo>
                <a:lnTo>
                  <a:pt x="138315" y="196202"/>
                </a:lnTo>
                <a:lnTo>
                  <a:pt x="132778" y="213169"/>
                </a:lnTo>
                <a:lnTo>
                  <a:pt x="125222" y="232156"/>
                </a:lnTo>
                <a:lnTo>
                  <a:pt x="115824" y="252984"/>
                </a:lnTo>
                <a:lnTo>
                  <a:pt x="101866" y="241820"/>
                </a:lnTo>
                <a:lnTo>
                  <a:pt x="87630" y="231076"/>
                </a:lnTo>
                <a:lnTo>
                  <a:pt x="59436" y="210312"/>
                </a:lnTo>
                <a:lnTo>
                  <a:pt x="54864" y="216408"/>
                </a:lnTo>
                <a:lnTo>
                  <a:pt x="66840" y="227291"/>
                </a:lnTo>
                <a:lnTo>
                  <a:pt x="79819" y="239458"/>
                </a:lnTo>
                <a:lnTo>
                  <a:pt x="93573" y="252984"/>
                </a:lnTo>
                <a:lnTo>
                  <a:pt x="108204" y="268224"/>
                </a:lnTo>
                <a:lnTo>
                  <a:pt x="84455" y="304469"/>
                </a:lnTo>
                <a:lnTo>
                  <a:pt x="58864" y="337566"/>
                </a:lnTo>
                <a:lnTo>
                  <a:pt x="31254" y="367245"/>
                </a:lnTo>
                <a:lnTo>
                  <a:pt x="1524" y="393192"/>
                </a:lnTo>
                <a:lnTo>
                  <a:pt x="4572" y="397764"/>
                </a:lnTo>
                <a:lnTo>
                  <a:pt x="36830" y="376047"/>
                </a:lnTo>
                <a:lnTo>
                  <a:pt x="67246" y="349758"/>
                </a:lnTo>
                <a:lnTo>
                  <a:pt x="95643" y="318897"/>
                </a:lnTo>
                <a:lnTo>
                  <a:pt x="121920" y="283464"/>
                </a:lnTo>
                <a:lnTo>
                  <a:pt x="133654" y="299808"/>
                </a:lnTo>
                <a:lnTo>
                  <a:pt x="143827" y="314706"/>
                </a:lnTo>
                <a:lnTo>
                  <a:pt x="152501" y="328383"/>
                </a:lnTo>
                <a:lnTo>
                  <a:pt x="160020" y="341376"/>
                </a:lnTo>
                <a:lnTo>
                  <a:pt x="164592" y="352044"/>
                </a:lnTo>
                <a:lnTo>
                  <a:pt x="167640" y="358140"/>
                </a:lnTo>
                <a:lnTo>
                  <a:pt x="173736" y="358140"/>
                </a:lnTo>
                <a:lnTo>
                  <a:pt x="181356" y="342900"/>
                </a:lnTo>
                <a:lnTo>
                  <a:pt x="182880" y="336804"/>
                </a:lnTo>
                <a:lnTo>
                  <a:pt x="182880" y="332232"/>
                </a:lnTo>
                <a:close/>
              </a:path>
              <a:path w="1271270" h="410210">
                <a:moveTo>
                  <a:pt x="198120" y="153924"/>
                </a:moveTo>
                <a:lnTo>
                  <a:pt x="167068" y="127254"/>
                </a:lnTo>
                <a:lnTo>
                  <a:pt x="135636" y="111252"/>
                </a:lnTo>
                <a:lnTo>
                  <a:pt x="131064" y="117348"/>
                </a:lnTo>
                <a:lnTo>
                  <a:pt x="145008" y="131927"/>
                </a:lnTo>
                <a:lnTo>
                  <a:pt x="156972" y="145923"/>
                </a:lnTo>
                <a:lnTo>
                  <a:pt x="166636" y="159359"/>
                </a:lnTo>
                <a:lnTo>
                  <a:pt x="173736" y="172212"/>
                </a:lnTo>
                <a:lnTo>
                  <a:pt x="178308" y="182880"/>
                </a:lnTo>
                <a:lnTo>
                  <a:pt x="182880" y="187452"/>
                </a:lnTo>
                <a:lnTo>
                  <a:pt x="187452" y="187452"/>
                </a:lnTo>
                <a:lnTo>
                  <a:pt x="190500" y="184404"/>
                </a:lnTo>
                <a:lnTo>
                  <a:pt x="193548" y="178308"/>
                </a:lnTo>
                <a:lnTo>
                  <a:pt x="196596" y="170688"/>
                </a:lnTo>
                <a:lnTo>
                  <a:pt x="198120" y="164592"/>
                </a:lnTo>
                <a:lnTo>
                  <a:pt x="198120" y="153924"/>
                </a:lnTo>
                <a:close/>
              </a:path>
              <a:path w="1271270" h="410210">
                <a:moveTo>
                  <a:pt x="222504" y="96012"/>
                </a:moveTo>
                <a:lnTo>
                  <a:pt x="190500" y="64008"/>
                </a:lnTo>
                <a:lnTo>
                  <a:pt x="170688" y="85344"/>
                </a:lnTo>
                <a:lnTo>
                  <a:pt x="124968" y="85344"/>
                </a:lnTo>
                <a:lnTo>
                  <a:pt x="131064" y="77724"/>
                </a:lnTo>
                <a:lnTo>
                  <a:pt x="135636" y="70104"/>
                </a:lnTo>
                <a:lnTo>
                  <a:pt x="135636" y="62484"/>
                </a:lnTo>
                <a:lnTo>
                  <a:pt x="105727" y="24765"/>
                </a:lnTo>
                <a:lnTo>
                  <a:pt x="77724" y="7620"/>
                </a:lnTo>
                <a:lnTo>
                  <a:pt x="73152" y="10668"/>
                </a:lnTo>
                <a:lnTo>
                  <a:pt x="81699" y="22669"/>
                </a:lnTo>
                <a:lnTo>
                  <a:pt x="88963" y="33528"/>
                </a:lnTo>
                <a:lnTo>
                  <a:pt x="106108" y="69151"/>
                </a:lnTo>
                <a:lnTo>
                  <a:pt x="109728" y="85344"/>
                </a:lnTo>
                <a:lnTo>
                  <a:pt x="12192" y="85344"/>
                </a:lnTo>
                <a:lnTo>
                  <a:pt x="27432" y="100584"/>
                </a:lnTo>
                <a:lnTo>
                  <a:pt x="37071" y="98590"/>
                </a:lnTo>
                <a:lnTo>
                  <a:pt x="47434" y="97155"/>
                </a:lnTo>
                <a:lnTo>
                  <a:pt x="58077" y="96304"/>
                </a:lnTo>
                <a:lnTo>
                  <a:pt x="68580" y="96012"/>
                </a:lnTo>
                <a:lnTo>
                  <a:pt x="222504" y="96012"/>
                </a:lnTo>
                <a:close/>
              </a:path>
              <a:path w="1271270" h="410210">
                <a:moveTo>
                  <a:pt x="397764" y="121920"/>
                </a:moveTo>
                <a:lnTo>
                  <a:pt x="387604" y="111252"/>
                </a:lnTo>
                <a:lnTo>
                  <a:pt x="367284" y="89916"/>
                </a:lnTo>
                <a:lnTo>
                  <a:pt x="345948" y="111252"/>
                </a:lnTo>
                <a:lnTo>
                  <a:pt x="327660" y="111252"/>
                </a:lnTo>
                <a:lnTo>
                  <a:pt x="327660" y="121920"/>
                </a:lnTo>
                <a:lnTo>
                  <a:pt x="320802" y="168287"/>
                </a:lnTo>
                <a:lnTo>
                  <a:pt x="311658" y="209359"/>
                </a:lnTo>
                <a:lnTo>
                  <a:pt x="300228" y="245579"/>
                </a:lnTo>
                <a:lnTo>
                  <a:pt x="286512" y="277368"/>
                </a:lnTo>
                <a:lnTo>
                  <a:pt x="274523" y="248208"/>
                </a:lnTo>
                <a:lnTo>
                  <a:pt x="263842" y="215455"/>
                </a:lnTo>
                <a:lnTo>
                  <a:pt x="254571" y="179006"/>
                </a:lnTo>
                <a:lnTo>
                  <a:pt x="249783" y="153924"/>
                </a:lnTo>
                <a:lnTo>
                  <a:pt x="246888" y="138684"/>
                </a:lnTo>
                <a:lnTo>
                  <a:pt x="252984" y="121920"/>
                </a:lnTo>
                <a:lnTo>
                  <a:pt x="327660" y="121920"/>
                </a:lnTo>
                <a:lnTo>
                  <a:pt x="327660" y="111252"/>
                </a:lnTo>
                <a:lnTo>
                  <a:pt x="257556" y="111252"/>
                </a:lnTo>
                <a:lnTo>
                  <a:pt x="268071" y="82664"/>
                </a:lnTo>
                <a:lnTo>
                  <a:pt x="276606" y="60769"/>
                </a:lnTo>
                <a:lnTo>
                  <a:pt x="282803" y="45554"/>
                </a:lnTo>
                <a:lnTo>
                  <a:pt x="286512" y="36576"/>
                </a:lnTo>
                <a:lnTo>
                  <a:pt x="289560" y="28956"/>
                </a:lnTo>
                <a:lnTo>
                  <a:pt x="295656" y="24384"/>
                </a:lnTo>
                <a:lnTo>
                  <a:pt x="303276" y="21336"/>
                </a:lnTo>
                <a:lnTo>
                  <a:pt x="262128" y="0"/>
                </a:lnTo>
                <a:lnTo>
                  <a:pt x="251307" y="51384"/>
                </a:lnTo>
                <a:lnTo>
                  <a:pt x="238887" y="99390"/>
                </a:lnTo>
                <a:lnTo>
                  <a:pt x="224701" y="143967"/>
                </a:lnTo>
                <a:lnTo>
                  <a:pt x="208622" y="185026"/>
                </a:lnTo>
                <a:lnTo>
                  <a:pt x="190500" y="222504"/>
                </a:lnTo>
                <a:lnTo>
                  <a:pt x="196596" y="225552"/>
                </a:lnTo>
                <a:lnTo>
                  <a:pt x="207759" y="210718"/>
                </a:lnTo>
                <a:lnTo>
                  <a:pt x="218503" y="193738"/>
                </a:lnTo>
                <a:lnTo>
                  <a:pt x="228955" y="174764"/>
                </a:lnTo>
                <a:lnTo>
                  <a:pt x="239268" y="153924"/>
                </a:lnTo>
                <a:lnTo>
                  <a:pt x="243852" y="189357"/>
                </a:lnTo>
                <a:lnTo>
                  <a:pt x="250888" y="224790"/>
                </a:lnTo>
                <a:lnTo>
                  <a:pt x="260477" y="260223"/>
                </a:lnTo>
                <a:lnTo>
                  <a:pt x="272796" y="295656"/>
                </a:lnTo>
                <a:lnTo>
                  <a:pt x="246481" y="325424"/>
                </a:lnTo>
                <a:lnTo>
                  <a:pt x="215455" y="353187"/>
                </a:lnTo>
                <a:lnTo>
                  <a:pt x="179565" y="379247"/>
                </a:lnTo>
                <a:lnTo>
                  <a:pt x="138684" y="403860"/>
                </a:lnTo>
                <a:lnTo>
                  <a:pt x="141732" y="408432"/>
                </a:lnTo>
                <a:lnTo>
                  <a:pt x="182308" y="389623"/>
                </a:lnTo>
                <a:lnTo>
                  <a:pt x="219456" y="367665"/>
                </a:lnTo>
                <a:lnTo>
                  <a:pt x="253098" y="342900"/>
                </a:lnTo>
                <a:lnTo>
                  <a:pt x="283464" y="315468"/>
                </a:lnTo>
                <a:lnTo>
                  <a:pt x="300863" y="341376"/>
                </a:lnTo>
                <a:lnTo>
                  <a:pt x="319087" y="364426"/>
                </a:lnTo>
                <a:lnTo>
                  <a:pt x="338112" y="384263"/>
                </a:lnTo>
                <a:lnTo>
                  <a:pt x="358140" y="400812"/>
                </a:lnTo>
                <a:lnTo>
                  <a:pt x="363016" y="392798"/>
                </a:lnTo>
                <a:lnTo>
                  <a:pt x="370903" y="386905"/>
                </a:lnTo>
                <a:lnTo>
                  <a:pt x="381927" y="383032"/>
                </a:lnTo>
                <a:lnTo>
                  <a:pt x="396240" y="381000"/>
                </a:lnTo>
                <a:lnTo>
                  <a:pt x="396240" y="373380"/>
                </a:lnTo>
                <a:lnTo>
                  <a:pt x="345757" y="350901"/>
                </a:lnTo>
                <a:lnTo>
                  <a:pt x="311785" y="315468"/>
                </a:lnTo>
                <a:lnTo>
                  <a:pt x="298704" y="298704"/>
                </a:lnTo>
                <a:lnTo>
                  <a:pt x="309232" y="277368"/>
                </a:lnTo>
                <a:lnTo>
                  <a:pt x="317322" y="261010"/>
                </a:lnTo>
                <a:lnTo>
                  <a:pt x="332232" y="218884"/>
                </a:lnTo>
                <a:lnTo>
                  <a:pt x="343700" y="172478"/>
                </a:lnTo>
                <a:lnTo>
                  <a:pt x="352044" y="121920"/>
                </a:lnTo>
                <a:lnTo>
                  <a:pt x="397764" y="121920"/>
                </a:lnTo>
                <a:close/>
              </a:path>
              <a:path w="1271270" h="410210">
                <a:moveTo>
                  <a:pt x="583692" y="25908"/>
                </a:moveTo>
                <a:lnTo>
                  <a:pt x="548640" y="1524"/>
                </a:lnTo>
                <a:lnTo>
                  <a:pt x="542391" y="22669"/>
                </a:lnTo>
                <a:lnTo>
                  <a:pt x="533019" y="47244"/>
                </a:lnTo>
                <a:lnTo>
                  <a:pt x="505968" y="106680"/>
                </a:lnTo>
                <a:lnTo>
                  <a:pt x="472821" y="169735"/>
                </a:lnTo>
                <a:lnTo>
                  <a:pt x="437388" y="222504"/>
                </a:lnTo>
                <a:lnTo>
                  <a:pt x="443484" y="228612"/>
                </a:lnTo>
                <a:lnTo>
                  <a:pt x="456907" y="214299"/>
                </a:lnTo>
                <a:lnTo>
                  <a:pt x="472059" y="196418"/>
                </a:lnTo>
                <a:lnTo>
                  <a:pt x="488911" y="174815"/>
                </a:lnTo>
                <a:lnTo>
                  <a:pt x="507492" y="149352"/>
                </a:lnTo>
                <a:lnTo>
                  <a:pt x="507492" y="329196"/>
                </a:lnTo>
                <a:lnTo>
                  <a:pt x="507212" y="343954"/>
                </a:lnTo>
                <a:lnTo>
                  <a:pt x="506730" y="360819"/>
                </a:lnTo>
                <a:lnTo>
                  <a:pt x="506196" y="383413"/>
                </a:lnTo>
                <a:lnTo>
                  <a:pt x="505968" y="409956"/>
                </a:lnTo>
                <a:lnTo>
                  <a:pt x="533400" y="396252"/>
                </a:lnTo>
                <a:lnTo>
                  <a:pt x="532511" y="374535"/>
                </a:lnTo>
                <a:lnTo>
                  <a:pt x="532066" y="355104"/>
                </a:lnTo>
                <a:lnTo>
                  <a:pt x="531952" y="343954"/>
                </a:lnTo>
                <a:lnTo>
                  <a:pt x="531876" y="149352"/>
                </a:lnTo>
                <a:lnTo>
                  <a:pt x="531876" y="147828"/>
                </a:lnTo>
                <a:lnTo>
                  <a:pt x="545592" y="134112"/>
                </a:lnTo>
                <a:lnTo>
                  <a:pt x="522732" y="123444"/>
                </a:lnTo>
                <a:lnTo>
                  <a:pt x="541972" y="87249"/>
                </a:lnTo>
                <a:lnTo>
                  <a:pt x="564616" y="45631"/>
                </a:lnTo>
                <a:lnTo>
                  <a:pt x="577710" y="29629"/>
                </a:lnTo>
                <a:lnTo>
                  <a:pt x="583692" y="25908"/>
                </a:lnTo>
                <a:close/>
              </a:path>
              <a:path w="1271270" h="410210">
                <a:moveTo>
                  <a:pt x="641604" y="106680"/>
                </a:moveTo>
                <a:lnTo>
                  <a:pt x="615505" y="78105"/>
                </a:lnTo>
                <a:lnTo>
                  <a:pt x="583692" y="56388"/>
                </a:lnTo>
                <a:lnTo>
                  <a:pt x="579120" y="60960"/>
                </a:lnTo>
                <a:lnTo>
                  <a:pt x="592543" y="79273"/>
                </a:lnTo>
                <a:lnTo>
                  <a:pt x="603123" y="95440"/>
                </a:lnTo>
                <a:lnTo>
                  <a:pt x="610831" y="109613"/>
                </a:lnTo>
                <a:lnTo>
                  <a:pt x="615696" y="121920"/>
                </a:lnTo>
                <a:lnTo>
                  <a:pt x="617220" y="131064"/>
                </a:lnTo>
                <a:lnTo>
                  <a:pt x="620268" y="135636"/>
                </a:lnTo>
                <a:lnTo>
                  <a:pt x="627888" y="135636"/>
                </a:lnTo>
                <a:lnTo>
                  <a:pt x="630936" y="132588"/>
                </a:lnTo>
                <a:lnTo>
                  <a:pt x="635508" y="126492"/>
                </a:lnTo>
                <a:lnTo>
                  <a:pt x="638556" y="121920"/>
                </a:lnTo>
                <a:lnTo>
                  <a:pt x="641604" y="115824"/>
                </a:lnTo>
                <a:lnTo>
                  <a:pt x="641604" y="106680"/>
                </a:lnTo>
                <a:close/>
              </a:path>
              <a:path w="1271270" h="410210">
                <a:moveTo>
                  <a:pt x="797052" y="77724"/>
                </a:moveTo>
                <a:lnTo>
                  <a:pt x="765048" y="50292"/>
                </a:lnTo>
                <a:lnTo>
                  <a:pt x="758761" y="65963"/>
                </a:lnTo>
                <a:lnTo>
                  <a:pt x="749046" y="85344"/>
                </a:lnTo>
                <a:lnTo>
                  <a:pt x="735901" y="108165"/>
                </a:lnTo>
                <a:lnTo>
                  <a:pt x="719328" y="134112"/>
                </a:lnTo>
                <a:lnTo>
                  <a:pt x="723900" y="137160"/>
                </a:lnTo>
                <a:lnTo>
                  <a:pt x="733082" y="128879"/>
                </a:lnTo>
                <a:lnTo>
                  <a:pt x="752614" y="110591"/>
                </a:lnTo>
                <a:lnTo>
                  <a:pt x="772617" y="92303"/>
                </a:lnTo>
                <a:lnTo>
                  <a:pt x="781431" y="85725"/>
                </a:lnTo>
                <a:lnTo>
                  <a:pt x="789660" y="80873"/>
                </a:lnTo>
                <a:lnTo>
                  <a:pt x="797052" y="77724"/>
                </a:lnTo>
                <a:close/>
              </a:path>
              <a:path w="1271270" h="410210">
                <a:moveTo>
                  <a:pt x="841248" y="266712"/>
                </a:moveTo>
                <a:lnTo>
                  <a:pt x="807720" y="233184"/>
                </a:lnTo>
                <a:lnTo>
                  <a:pt x="784860" y="256044"/>
                </a:lnTo>
                <a:lnTo>
                  <a:pt x="694944" y="256044"/>
                </a:lnTo>
                <a:lnTo>
                  <a:pt x="694944" y="173748"/>
                </a:lnTo>
                <a:lnTo>
                  <a:pt x="813816" y="173748"/>
                </a:lnTo>
                <a:lnTo>
                  <a:pt x="781812" y="143256"/>
                </a:lnTo>
                <a:lnTo>
                  <a:pt x="760476" y="163068"/>
                </a:lnTo>
                <a:lnTo>
                  <a:pt x="694944" y="163068"/>
                </a:lnTo>
                <a:lnTo>
                  <a:pt x="694944" y="36576"/>
                </a:lnTo>
                <a:lnTo>
                  <a:pt x="710184" y="22860"/>
                </a:lnTo>
                <a:lnTo>
                  <a:pt x="669036" y="1524"/>
                </a:lnTo>
                <a:lnTo>
                  <a:pt x="669912" y="20675"/>
                </a:lnTo>
                <a:lnTo>
                  <a:pt x="670344" y="36195"/>
                </a:lnTo>
                <a:lnTo>
                  <a:pt x="670471" y="45631"/>
                </a:lnTo>
                <a:lnTo>
                  <a:pt x="670560" y="163068"/>
                </a:lnTo>
                <a:lnTo>
                  <a:pt x="563880" y="163068"/>
                </a:lnTo>
                <a:lnTo>
                  <a:pt x="580644" y="179844"/>
                </a:lnTo>
                <a:lnTo>
                  <a:pt x="590067" y="176961"/>
                </a:lnTo>
                <a:lnTo>
                  <a:pt x="600075" y="175082"/>
                </a:lnTo>
                <a:lnTo>
                  <a:pt x="610641" y="174053"/>
                </a:lnTo>
                <a:lnTo>
                  <a:pt x="621792" y="173748"/>
                </a:lnTo>
                <a:lnTo>
                  <a:pt x="670560" y="173748"/>
                </a:lnTo>
                <a:lnTo>
                  <a:pt x="670560" y="256044"/>
                </a:lnTo>
                <a:lnTo>
                  <a:pt x="542544" y="256044"/>
                </a:lnTo>
                <a:lnTo>
                  <a:pt x="557784" y="271284"/>
                </a:lnTo>
                <a:lnTo>
                  <a:pt x="567207" y="269278"/>
                </a:lnTo>
                <a:lnTo>
                  <a:pt x="577215" y="267855"/>
                </a:lnTo>
                <a:lnTo>
                  <a:pt x="587781" y="266992"/>
                </a:lnTo>
                <a:lnTo>
                  <a:pt x="598932" y="266712"/>
                </a:lnTo>
                <a:lnTo>
                  <a:pt x="670560" y="266712"/>
                </a:lnTo>
                <a:lnTo>
                  <a:pt x="670445" y="361010"/>
                </a:lnTo>
                <a:lnTo>
                  <a:pt x="670369" y="369011"/>
                </a:lnTo>
                <a:lnTo>
                  <a:pt x="669912" y="387654"/>
                </a:lnTo>
                <a:lnTo>
                  <a:pt x="669036" y="408444"/>
                </a:lnTo>
                <a:lnTo>
                  <a:pt x="696468" y="396252"/>
                </a:lnTo>
                <a:lnTo>
                  <a:pt x="695579" y="378244"/>
                </a:lnTo>
                <a:lnTo>
                  <a:pt x="695134" y="361010"/>
                </a:lnTo>
                <a:lnTo>
                  <a:pt x="695045" y="352933"/>
                </a:lnTo>
                <a:lnTo>
                  <a:pt x="694944" y="266712"/>
                </a:lnTo>
                <a:lnTo>
                  <a:pt x="841248" y="266712"/>
                </a:lnTo>
                <a:close/>
              </a:path>
              <a:path w="1271270" h="410210">
                <a:moveTo>
                  <a:pt x="1018019" y="24384"/>
                </a:moveTo>
                <a:lnTo>
                  <a:pt x="979919" y="0"/>
                </a:lnTo>
                <a:lnTo>
                  <a:pt x="975347" y="19126"/>
                </a:lnTo>
                <a:lnTo>
                  <a:pt x="968489" y="42100"/>
                </a:lnTo>
                <a:lnTo>
                  <a:pt x="947915" y="99060"/>
                </a:lnTo>
                <a:lnTo>
                  <a:pt x="919149" y="161353"/>
                </a:lnTo>
                <a:lnTo>
                  <a:pt x="882383" y="222504"/>
                </a:lnTo>
                <a:lnTo>
                  <a:pt x="886955" y="225552"/>
                </a:lnTo>
                <a:lnTo>
                  <a:pt x="903871" y="207251"/>
                </a:lnTo>
                <a:lnTo>
                  <a:pt x="920483" y="186499"/>
                </a:lnTo>
                <a:lnTo>
                  <a:pt x="937107" y="163195"/>
                </a:lnTo>
                <a:lnTo>
                  <a:pt x="954011" y="137160"/>
                </a:lnTo>
                <a:lnTo>
                  <a:pt x="953960" y="320040"/>
                </a:lnTo>
                <a:lnTo>
                  <a:pt x="953782" y="331279"/>
                </a:lnTo>
                <a:lnTo>
                  <a:pt x="953249" y="351282"/>
                </a:lnTo>
                <a:lnTo>
                  <a:pt x="952728" y="376999"/>
                </a:lnTo>
                <a:lnTo>
                  <a:pt x="952487" y="408432"/>
                </a:lnTo>
                <a:lnTo>
                  <a:pt x="978395" y="391668"/>
                </a:lnTo>
                <a:lnTo>
                  <a:pt x="977519" y="371906"/>
                </a:lnTo>
                <a:lnTo>
                  <a:pt x="977061" y="353568"/>
                </a:lnTo>
                <a:lnTo>
                  <a:pt x="976896" y="336384"/>
                </a:lnTo>
                <a:lnTo>
                  <a:pt x="976871" y="137160"/>
                </a:lnTo>
                <a:lnTo>
                  <a:pt x="976871" y="134112"/>
                </a:lnTo>
                <a:lnTo>
                  <a:pt x="993635" y="121920"/>
                </a:lnTo>
                <a:lnTo>
                  <a:pt x="967727" y="108204"/>
                </a:lnTo>
                <a:lnTo>
                  <a:pt x="973188" y="95923"/>
                </a:lnTo>
                <a:lnTo>
                  <a:pt x="980490" y="79629"/>
                </a:lnTo>
                <a:lnTo>
                  <a:pt x="989812" y="59347"/>
                </a:lnTo>
                <a:lnTo>
                  <a:pt x="1001255" y="35052"/>
                </a:lnTo>
                <a:lnTo>
                  <a:pt x="1018019" y="24384"/>
                </a:lnTo>
                <a:close/>
              </a:path>
              <a:path w="1271270" h="410210">
                <a:moveTo>
                  <a:pt x="1243571" y="44196"/>
                </a:moveTo>
                <a:lnTo>
                  <a:pt x="1238021" y="39624"/>
                </a:lnTo>
                <a:lnTo>
                  <a:pt x="1217663" y="22860"/>
                </a:lnTo>
                <a:lnTo>
                  <a:pt x="1206995" y="37528"/>
                </a:lnTo>
                <a:lnTo>
                  <a:pt x="1206995" y="50292"/>
                </a:lnTo>
                <a:lnTo>
                  <a:pt x="1206995" y="146304"/>
                </a:lnTo>
                <a:lnTo>
                  <a:pt x="1088123" y="146304"/>
                </a:lnTo>
                <a:lnTo>
                  <a:pt x="1088123" y="50292"/>
                </a:lnTo>
                <a:lnTo>
                  <a:pt x="1206995" y="50292"/>
                </a:lnTo>
                <a:lnTo>
                  <a:pt x="1206995" y="37528"/>
                </a:lnTo>
                <a:lnTo>
                  <a:pt x="1205471" y="39624"/>
                </a:lnTo>
                <a:lnTo>
                  <a:pt x="1088123" y="39624"/>
                </a:lnTo>
                <a:lnTo>
                  <a:pt x="1063739" y="24384"/>
                </a:lnTo>
                <a:lnTo>
                  <a:pt x="1064602" y="44196"/>
                </a:lnTo>
                <a:lnTo>
                  <a:pt x="1065072" y="64579"/>
                </a:lnTo>
                <a:lnTo>
                  <a:pt x="1065250" y="84188"/>
                </a:lnTo>
                <a:lnTo>
                  <a:pt x="1065263" y="103632"/>
                </a:lnTo>
                <a:lnTo>
                  <a:pt x="1065034" y="123329"/>
                </a:lnTo>
                <a:lnTo>
                  <a:pt x="1063980" y="163855"/>
                </a:lnTo>
                <a:lnTo>
                  <a:pt x="1063739" y="184404"/>
                </a:lnTo>
                <a:lnTo>
                  <a:pt x="1088123" y="175260"/>
                </a:lnTo>
                <a:lnTo>
                  <a:pt x="1088123" y="156972"/>
                </a:lnTo>
                <a:lnTo>
                  <a:pt x="1206995" y="156972"/>
                </a:lnTo>
                <a:lnTo>
                  <a:pt x="1206995" y="181356"/>
                </a:lnTo>
                <a:lnTo>
                  <a:pt x="1231379" y="172212"/>
                </a:lnTo>
                <a:lnTo>
                  <a:pt x="1231150" y="161074"/>
                </a:lnTo>
                <a:lnTo>
                  <a:pt x="1230985" y="156972"/>
                </a:lnTo>
                <a:lnTo>
                  <a:pt x="1230553" y="146304"/>
                </a:lnTo>
                <a:lnTo>
                  <a:pt x="1230096" y="133642"/>
                </a:lnTo>
                <a:lnTo>
                  <a:pt x="1229944" y="123329"/>
                </a:lnTo>
                <a:lnTo>
                  <a:pt x="1229855" y="56388"/>
                </a:lnTo>
                <a:lnTo>
                  <a:pt x="1236713" y="50292"/>
                </a:lnTo>
                <a:lnTo>
                  <a:pt x="1243571" y="44196"/>
                </a:lnTo>
                <a:close/>
              </a:path>
              <a:path w="1271270" h="410210">
                <a:moveTo>
                  <a:pt x="1271003" y="230124"/>
                </a:moveTo>
                <a:lnTo>
                  <a:pt x="1264907" y="225552"/>
                </a:lnTo>
                <a:lnTo>
                  <a:pt x="1240523" y="207264"/>
                </a:lnTo>
                <a:lnTo>
                  <a:pt x="1231379" y="220980"/>
                </a:lnTo>
                <a:lnTo>
                  <a:pt x="1231379" y="236220"/>
                </a:lnTo>
                <a:lnTo>
                  <a:pt x="1231379" y="344424"/>
                </a:lnTo>
                <a:lnTo>
                  <a:pt x="1062215" y="344424"/>
                </a:lnTo>
                <a:lnTo>
                  <a:pt x="1062215" y="236220"/>
                </a:lnTo>
                <a:lnTo>
                  <a:pt x="1231379" y="236220"/>
                </a:lnTo>
                <a:lnTo>
                  <a:pt x="1231379" y="220980"/>
                </a:lnTo>
                <a:lnTo>
                  <a:pt x="1228331" y="225552"/>
                </a:lnTo>
                <a:lnTo>
                  <a:pt x="1062215" y="225552"/>
                </a:lnTo>
                <a:lnTo>
                  <a:pt x="1034783" y="208788"/>
                </a:lnTo>
                <a:lnTo>
                  <a:pt x="1036853" y="236220"/>
                </a:lnTo>
                <a:lnTo>
                  <a:pt x="1037577" y="247802"/>
                </a:lnTo>
                <a:lnTo>
                  <a:pt x="1037831" y="257556"/>
                </a:lnTo>
                <a:lnTo>
                  <a:pt x="1037831" y="355092"/>
                </a:lnTo>
                <a:lnTo>
                  <a:pt x="1037577" y="363982"/>
                </a:lnTo>
                <a:lnTo>
                  <a:pt x="1036878" y="374713"/>
                </a:lnTo>
                <a:lnTo>
                  <a:pt x="1034783" y="402336"/>
                </a:lnTo>
                <a:lnTo>
                  <a:pt x="1062215" y="390144"/>
                </a:lnTo>
                <a:lnTo>
                  <a:pt x="1062215" y="355092"/>
                </a:lnTo>
                <a:lnTo>
                  <a:pt x="1231379" y="355092"/>
                </a:lnTo>
                <a:lnTo>
                  <a:pt x="1231379" y="394716"/>
                </a:lnTo>
                <a:lnTo>
                  <a:pt x="1258811" y="384048"/>
                </a:lnTo>
                <a:lnTo>
                  <a:pt x="1257693" y="365810"/>
                </a:lnTo>
                <a:lnTo>
                  <a:pt x="1257109" y="355092"/>
                </a:lnTo>
                <a:lnTo>
                  <a:pt x="1256715" y="347853"/>
                </a:lnTo>
                <a:lnTo>
                  <a:pt x="1256588" y="344424"/>
                </a:lnTo>
                <a:lnTo>
                  <a:pt x="1256030" y="330479"/>
                </a:lnTo>
                <a:lnTo>
                  <a:pt x="1255763" y="313944"/>
                </a:lnTo>
                <a:lnTo>
                  <a:pt x="1255763" y="242316"/>
                </a:lnTo>
                <a:lnTo>
                  <a:pt x="1263383" y="236220"/>
                </a:lnTo>
                <a:lnTo>
                  <a:pt x="1271003" y="230124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pic>
        <p:nvPicPr>
          <p:cNvPr id="68" name="object 68"/>
          <p:cNvPicPr/>
          <p:nvPr/>
        </p:nvPicPr>
        <p:blipFill>
          <a:blip r:embed="rId11" cstate="print"/>
          <a:stretch>
            <a:fillRect/>
          </a:stretch>
        </p:blipFill>
        <p:spPr>
          <a:xfrm>
            <a:off x="9104376" y="4239767"/>
            <a:ext cx="97536" cy="96012"/>
          </a:xfrm>
          <a:prstGeom prst="rect">
            <a:avLst/>
          </a:prstGeom>
        </p:spPr>
      </p:pic>
      <p:sp>
        <p:nvSpPr>
          <p:cNvPr id="69" name="object 69"/>
          <p:cNvSpPr/>
          <p:nvPr/>
        </p:nvSpPr>
        <p:spPr>
          <a:xfrm>
            <a:off x="9512808" y="3971544"/>
            <a:ext cx="387350" cy="405765"/>
          </a:xfrm>
          <a:custGeom>
            <a:avLst/>
            <a:gdLst/>
            <a:ahLst/>
            <a:cxnLst/>
            <a:rect l="l" t="t" r="r" b="b"/>
            <a:pathLst>
              <a:path w="387350" h="405764">
                <a:moveTo>
                  <a:pt x="383394" y="92964"/>
                </a:moveTo>
                <a:lnTo>
                  <a:pt x="347472" y="92964"/>
                </a:lnTo>
                <a:lnTo>
                  <a:pt x="361188" y="74676"/>
                </a:lnTo>
                <a:lnTo>
                  <a:pt x="383394" y="92964"/>
                </a:lnTo>
                <a:close/>
              </a:path>
              <a:path w="387350" h="405764">
                <a:moveTo>
                  <a:pt x="227076" y="382524"/>
                </a:moveTo>
                <a:lnTo>
                  <a:pt x="227957" y="359163"/>
                </a:lnTo>
                <a:lnTo>
                  <a:pt x="228409" y="339661"/>
                </a:lnTo>
                <a:lnTo>
                  <a:pt x="228490" y="332232"/>
                </a:lnTo>
                <a:lnTo>
                  <a:pt x="228576" y="127254"/>
                </a:lnTo>
                <a:lnTo>
                  <a:pt x="228409" y="111252"/>
                </a:lnTo>
                <a:lnTo>
                  <a:pt x="227957" y="95249"/>
                </a:lnTo>
                <a:lnTo>
                  <a:pt x="227076" y="79247"/>
                </a:lnTo>
                <a:lnTo>
                  <a:pt x="251460" y="92964"/>
                </a:lnTo>
                <a:lnTo>
                  <a:pt x="383394" y="92964"/>
                </a:lnTo>
                <a:lnTo>
                  <a:pt x="387096" y="96012"/>
                </a:lnTo>
                <a:lnTo>
                  <a:pt x="378523" y="103632"/>
                </a:lnTo>
                <a:lnTo>
                  <a:pt x="251460" y="103632"/>
                </a:lnTo>
                <a:lnTo>
                  <a:pt x="251460" y="323088"/>
                </a:lnTo>
                <a:lnTo>
                  <a:pt x="373522" y="323088"/>
                </a:lnTo>
                <a:lnTo>
                  <a:pt x="373570" y="327088"/>
                </a:lnTo>
                <a:lnTo>
                  <a:pt x="373711" y="332232"/>
                </a:lnTo>
                <a:lnTo>
                  <a:pt x="251460" y="332232"/>
                </a:lnTo>
                <a:lnTo>
                  <a:pt x="251460" y="370332"/>
                </a:lnTo>
                <a:lnTo>
                  <a:pt x="227076" y="382524"/>
                </a:lnTo>
                <a:close/>
              </a:path>
              <a:path w="387350" h="405764">
                <a:moveTo>
                  <a:pt x="373522" y="323088"/>
                </a:moveTo>
                <a:lnTo>
                  <a:pt x="350520" y="323088"/>
                </a:lnTo>
                <a:lnTo>
                  <a:pt x="350520" y="103632"/>
                </a:lnTo>
                <a:lnTo>
                  <a:pt x="378523" y="103632"/>
                </a:lnTo>
                <a:lnTo>
                  <a:pt x="373380" y="108204"/>
                </a:lnTo>
                <a:lnTo>
                  <a:pt x="373412" y="313944"/>
                </a:lnTo>
                <a:lnTo>
                  <a:pt x="373522" y="323088"/>
                </a:lnTo>
                <a:close/>
              </a:path>
              <a:path w="387350" h="405764">
                <a:moveTo>
                  <a:pt x="350520" y="373380"/>
                </a:moveTo>
                <a:lnTo>
                  <a:pt x="350520" y="332232"/>
                </a:lnTo>
                <a:lnTo>
                  <a:pt x="373711" y="332232"/>
                </a:lnTo>
                <a:lnTo>
                  <a:pt x="374022" y="343542"/>
                </a:lnTo>
                <a:lnTo>
                  <a:pt x="374904" y="362712"/>
                </a:lnTo>
                <a:lnTo>
                  <a:pt x="350520" y="373380"/>
                </a:lnTo>
                <a:close/>
              </a:path>
              <a:path w="387350" h="405764">
                <a:moveTo>
                  <a:pt x="97536" y="108204"/>
                </a:moveTo>
                <a:lnTo>
                  <a:pt x="73152" y="108204"/>
                </a:lnTo>
                <a:lnTo>
                  <a:pt x="78319" y="76723"/>
                </a:lnTo>
                <a:lnTo>
                  <a:pt x="82486" y="48387"/>
                </a:lnTo>
                <a:lnTo>
                  <a:pt x="85796" y="22907"/>
                </a:lnTo>
                <a:lnTo>
                  <a:pt x="88392" y="0"/>
                </a:lnTo>
                <a:lnTo>
                  <a:pt x="129540" y="19812"/>
                </a:lnTo>
                <a:lnTo>
                  <a:pt x="114300" y="30480"/>
                </a:lnTo>
                <a:lnTo>
                  <a:pt x="110609" y="45624"/>
                </a:lnTo>
                <a:lnTo>
                  <a:pt x="106489" y="63627"/>
                </a:lnTo>
                <a:lnTo>
                  <a:pt x="102084" y="84486"/>
                </a:lnTo>
                <a:lnTo>
                  <a:pt x="97536" y="108204"/>
                </a:lnTo>
                <a:close/>
              </a:path>
              <a:path w="387350" h="405764">
                <a:moveTo>
                  <a:pt x="16764" y="123444"/>
                </a:moveTo>
                <a:lnTo>
                  <a:pt x="1524" y="108204"/>
                </a:lnTo>
                <a:lnTo>
                  <a:pt x="163068" y="108204"/>
                </a:lnTo>
                <a:lnTo>
                  <a:pt x="173736" y="89916"/>
                </a:lnTo>
                <a:lnTo>
                  <a:pt x="202692" y="109728"/>
                </a:lnTo>
                <a:lnTo>
                  <a:pt x="192405" y="118871"/>
                </a:lnTo>
                <a:lnTo>
                  <a:pt x="57912" y="118871"/>
                </a:lnTo>
                <a:lnTo>
                  <a:pt x="47625" y="119157"/>
                </a:lnTo>
                <a:lnTo>
                  <a:pt x="37338" y="120014"/>
                </a:lnTo>
                <a:lnTo>
                  <a:pt x="27051" y="121443"/>
                </a:lnTo>
                <a:lnTo>
                  <a:pt x="16764" y="123444"/>
                </a:lnTo>
                <a:close/>
              </a:path>
              <a:path w="387350" h="405764">
                <a:moveTo>
                  <a:pt x="3048" y="405384"/>
                </a:moveTo>
                <a:lnTo>
                  <a:pt x="0" y="400812"/>
                </a:lnTo>
                <a:lnTo>
                  <a:pt x="39409" y="381095"/>
                </a:lnTo>
                <a:lnTo>
                  <a:pt x="72961" y="358521"/>
                </a:lnTo>
                <a:lnTo>
                  <a:pt x="100512" y="333089"/>
                </a:lnTo>
                <a:lnTo>
                  <a:pt x="121920" y="304800"/>
                </a:lnTo>
                <a:lnTo>
                  <a:pt x="96797" y="294489"/>
                </a:lnTo>
                <a:lnTo>
                  <a:pt x="74104" y="286321"/>
                </a:lnTo>
                <a:lnTo>
                  <a:pt x="53982" y="280154"/>
                </a:lnTo>
                <a:lnTo>
                  <a:pt x="36576" y="275844"/>
                </a:lnTo>
                <a:lnTo>
                  <a:pt x="43743" y="245530"/>
                </a:lnTo>
                <a:lnTo>
                  <a:pt x="51625" y="209359"/>
                </a:lnTo>
                <a:lnTo>
                  <a:pt x="60364" y="167187"/>
                </a:lnTo>
                <a:lnTo>
                  <a:pt x="70104" y="118871"/>
                </a:lnTo>
                <a:lnTo>
                  <a:pt x="94488" y="118871"/>
                </a:lnTo>
                <a:lnTo>
                  <a:pt x="88177" y="148875"/>
                </a:lnTo>
                <a:lnTo>
                  <a:pt x="80581" y="184023"/>
                </a:lnTo>
                <a:lnTo>
                  <a:pt x="71556" y="224313"/>
                </a:lnTo>
                <a:lnTo>
                  <a:pt x="60960" y="269748"/>
                </a:lnTo>
                <a:lnTo>
                  <a:pt x="85915" y="276796"/>
                </a:lnTo>
                <a:lnTo>
                  <a:pt x="104894" y="282392"/>
                </a:lnTo>
                <a:lnTo>
                  <a:pt x="128016" y="289560"/>
                </a:lnTo>
                <a:lnTo>
                  <a:pt x="152961" y="289560"/>
                </a:lnTo>
                <a:lnTo>
                  <a:pt x="150876" y="295656"/>
                </a:lnTo>
                <a:lnTo>
                  <a:pt x="169425" y="304490"/>
                </a:lnTo>
                <a:lnTo>
                  <a:pt x="183832" y="312610"/>
                </a:lnTo>
                <a:lnTo>
                  <a:pt x="187814" y="315468"/>
                </a:lnTo>
                <a:lnTo>
                  <a:pt x="140208" y="315468"/>
                </a:lnTo>
                <a:lnTo>
                  <a:pt x="112776" y="346019"/>
                </a:lnTo>
                <a:lnTo>
                  <a:pt x="80772" y="371284"/>
                </a:lnTo>
                <a:lnTo>
                  <a:pt x="44196" y="391120"/>
                </a:lnTo>
                <a:lnTo>
                  <a:pt x="3048" y="405384"/>
                </a:lnTo>
                <a:close/>
              </a:path>
              <a:path w="387350" h="405764">
                <a:moveTo>
                  <a:pt x="152961" y="289560"/>
                </a:moveTo>
                <a:lnTo>
                  <a:pt x="128016" y="289560"/>
                </a:lnTo>
                <a:lnTo>
                  <a:pt x="138017" y="259246"/>
                </a:lnTo>
                <a:lnTo>
                  <a:pt x="147447" y="220789"/>
                </a:lnTo>
                <a:lnTo>
                  <a:pt x="156305" y="174045"/>
                </a:lnTo>
                <a:lnTo>
                  <a:pt x="164592" y="118871"/>
                </a:lnTo>
                <a:lnTo>
                  <a:pt x="192405" y="118871"/>
                </a:lnTo>
                <a:lnTo>
                  <a:pt x="188976" y="121920"/>
                </a:lnTo>
                <a:lnTo>
                  <a:pt x="180451" y="178427"/>
                </a:lnTo>
                <a:lnTo>
                  <a:pt x="171069" y="226504"/>
                </a:lnTo>
                <a:lnTo>
                  <a:pt x="161115" y="265723"/>
                </a:lnTo>
                <a:lnTo>
                  <a:pt x="152961" y="289560"/>
                </a:lnTo>
                <a:close/>
              </a:path>
              <a:path w="387350" h="405764">
                <a:moveTo>
                  <a:pt x="199644" y="362712"/>
                </a:moveTo>
                <a:lnTo>
                  <a:pt x="193548" y="362712"/>
                </a:lnTo>
                <a:lnTo>
                  <a:pt x="190500" y="359664"/>
                </a:lnTo>
                <a:lnTo>
                  <a:pt x="185928" y="353568"/>
                </a:lnTo>
                <a:lnTo>
                  <a:pt x="177927" y="344400"/>
                </a:lnTo>
                <a:lnTo>
                  <a:pt x="167640" y="335089"/>
                </a:lnTo>
                <a:lnTo>
                  <a:pt x="155067" y="325493"/>
                </a:lnTo>
                <a:lnTo>
                  <a:pt x="140208" y="315468"/>
                </a:lnTo>
                <a:lnTo>
                  <a:pt x="187814" y="315468"/>
                </a:lnTo>
                <a:lnTo>
                  <a:pt x="204750" y="344400"/>
                </a:lnTo>
                <a:lnTo>
                  <a:pt x="204664" y="346019"/>
                </a:lnTo>
                <a:lnTo>
                  <a:pt x="204216" y="350520"/>
                </a:lnTo>
                <a:lnTo>
                  <a:pt x="202692" y="358140"/>
                </a:lnTo>
                <a:lnTo>
                  <a:pt x="199644" y="36271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" name="object 70"/>
          <p:cNvSpPr/>
          <p:nvPr/>
        </p:nvSpPr>
        <p:spPr>
          <a:xfrm>
            <a:off x="2132063" y="4457700"/>
            <a:ext cx="1173480" cy="402590"/>
          </a:xfrm>
          <a:custGeom>
            <a:avLst/>
            <a:gdLst/>
            <a:ahLst/>
            <a:cxnLst/>
            <a:rect l="l" t="t" r="r" b="b"/>
            <a:pathLst>
              <a:path w="1173479" h="402589">
                <a:moveTo>
                  <a:pt x="393192" y="350520"/>
                </a:moveTo>
                <a:lnTo>
                  <a:pt x="342379" y="334543"/>
                </a:lnTo>
                <a:lnTo>
                  <a:pt x="295275" y="309575"/>
                </a:lnTo>
                <a:lnTo>
                  <a:pt x="252183" y="275729"/>
                </a:lnTo>
                <a:lnTo>
                  <a:pt x="218922" y="239280"/>
                </a:lnTo>
                <a:lnTo>
                  <a:pt x="213360" y="233184"/>
                </a:lnTo>
                <a:lnTo>
                  <a:pt x="391668" y="233184"/>
                </a:lnTo>
                <a:lnTo>
                  <a:pt x="355092" y="196608"/>
                </a:lnTo>
                <a:lnTo>
                  <a:pt x="329184" y="222516"/>
                </a:lnTo>
                <a:lnTo>
                  <a:pt x="210312" y="222516"/>
                </a:lnTo>
                <a:lnTo>
                  <a:pt x="210312" y="172224"/>
                </a:lnTo>
                <a:lnTo>
                  <a:pt x="303276" y="172224"/>
                </a:lnTo>
                <a:lnTo>
                  <a:pt x="303276" y="196608"/>
                </a:lnTo>
                <a:lnTo>
                  <a:pt x="329184" y="184416"/>
                </a:lnTo>
                <a:lnTo>
                  <a:pt x="328612" y="172224"/>
                </a:lnTo>
                <a:lnTo>
                  <a:pt x="328307" y="165836"/>
                </a:lnTo>
                <a:lnTo>
                  <a:pt x="328244" y="161556"/>
                </a:lnTo>
                <a:lnTo>
                  <a:pt x="327850" y="135255"/>
                </a:lnTo>
                <a:lnTo>
                  <a:pt x="327710" y="99060"/>
                </a:lnTo>
                <a:lnTo>
                  <a:pt x="327685" y="88392"/>
                </a:lnTo>
                <a:lnTo>
                  <a:pt x="327660" y="38100"/>
                </a:lnTo>
                <a:lnTo>
                  <a:pt x="340728" y="28956"/>
                </a:lnTo>
                <a:lnTo>
                  <a:pt x="342900" y="27432"/>
                </a:lnTo>
                <a:lnTo>
                  <a:pt x="333184" y="18288"/>
                </a:lnTo>
                <a:lnTo>
                  <a:pt x="316992" y="3048"/>
                </a:lnTo>
                <a:lnTo>
                  <a:pt x="303276" y="16764"/>
                </a:lnTo>
                <a:lnTo>
                  <a:pt x="303276" y="28956"/>
                </a:lnTo>
                <a:lnTo>
                  <a:pt x="303276" y="88392"/>
                </a:lnTo>
                <a:lnTo>
                  <a:pt x="303276" y="99060"/>
                </a:lnTo>
                <a:lnTo>
                  <a:pt x="303276" y="161556"/>
                </a:lnTo>
                <a:lnTo>
                  <a:pt x="210312" y="161556"/>
                </a:lnTo>
                <a:lnTo>
                  <a:pt x="210312" y="99060"/>
                </a:lnTo>
                <a:lnTo>
                  <a:pt x="303276" y="99060"/>
                </a:lnTo>
                <a:lnTo>
                  <a:pt x="303276" y="88392"/>
                </a:lnTo>
                <a:lnTo>
                  <a:pt x="210312" y="88392"/>
                </a:lnTo>
                <a:lnTo>
                  <a:pt x="210312" y="28956"/>
                </a:lnTo>
                <a:lnTo>
                  <a:pt x="303276" y="28956"/>
                </a:lnTo>
                <a:lnTo>
                  <a:pt x="303276" y="16764"/>
                </a:lnTo>
                <a:lnTo>
                  <a:pt x="301752" y="18288"/>
                </a:lnTo>
                <a:lnTo>
                  <a:pt x="184404" y="18288"/>
                </a:lnTo>
                <a:lnTo>
                  <a:pt x="184404" y="28956"/>
                </a:lnTo>
                <a:lnTo>
                  <a:pt x="184404" y="88392"/>
                </a:lnTo>
                <a:lnTo>
                  <a:pt x="184404" y="99060"/>
                </a:lnTo>
                <a:lnTo>
                  <a:pt x="184404" y="161556"/>
                </a:lnTo>
                <a:lnTo>
                  <a:pt x="94488" y="161556"/>
                </a:lnTo>
                <a:lnTo>
                  <a:pt x="94488" y="99060"/>
                </a:lnTo>
                <a:lnTo>
                  <a:pt x="184404" y="99060"/>
                </a:lnTo>
                <a:lnTo>
                  <a:pt x="184404" y="88392"/>
                </a:lnTo>
                <a:lnTo>
                  <a:pt x="94488" y="88392"/>
                </a:lnTo>
                <a:lnTo>
                  <a:pt x="94488" y="28956"/>
                </a:lnTo>
                <a:lnTo>
                  <a:pt x="184404" y="28956"/>
                </a:lnTo>
                <a:lnTo>
                  <a:pt x="184404" y="18288"/>
                </a:lnTo>
                <a:lnTo>
                  <a:pt x="94488" y="18288"/>
                </a:lnTo>
                <a:lnTo>
                  <a:pt x="68580" y="4572"/>
                </a:lnTo>
                <a:lnTo>
                  <a:pt x="68834" y="28956"/>
                </a:lnTo>
                <a:lnTo>
                  <a:pt x="69875" y="76581"/>
                </a:lnTo>
                <a:lnTo>
                  <a:pt x="69989" y="88392"/>
                </a:lnTo>
                <a:lnTo>
                  <a:pt x="69875" y="124828"/>
                </a:lnTo>
                <a:lnTo>
                  <a:pt x="68821" y="173888"/>
                </a:lnTo>
                <a:lnTo>
                  <a:pt x="68580" y="198132"/>
                </a:lnTo>
                <a:lnTo>
                  <a:pt x="94488" y="187452"/>
                </a:lnTo>
                <a:lnTo>
                  <a:pt x="94488" y="172224"/>
                </a:lnTo>
                <a:lnTo>
                  <a:pt x="184404" y="172224"/>
                </a:lnTo>
                <a:lnTo>
                  <a:pt x="184404" y="222516"/>
                </a:lnTo>
                <a:lnTo>
                  <a:pt x="7620" y="222516"/>
                </a:lnTo>
                <a:lnTo>
                  <a:pt x="22860" y="237756"/>
                </a:lnTo>
                <a:lnTo>
                  <a:pt x="32296" y="235750"/>
                </a:lnTo>
                <a:lnTo>
                  <a:pt x="42291" y="234327"/>
                </a:lnTo>
                <a:lnTo>
                  <a:pt x="52870" y="233464"/>
                </a:lnTo>
                <a:lnTo>
                  <a:pt x="64008" y="233184"/>
                </a:lnTo>
                <a:lnTo>
                  <a:pt x="161544" y="233184"/>
                </a:lnTo>
                <a:lnTo>
                  <a:pt x="129235" y="274662"/>
                </a:lnTo>
                <a:lnTo>
                  <a:pt x="91630" y="312432"/>
                </a:lnTo>
                <a:lnTo>
                  <a:pt x="48602" y="346760"/>
                </a:lnTo>
                <a:lnTo>
                  <a:pt x="0" y="377952"/>
                </a:lnTo>
                <a:lnTo>
                  <a:pt x="1524" y="384048"/>
                </a:lnTo>
                <a:lnTo>
                  <a:pt x="46888" y="363029"/>
                </a:lnTo>
                <a:lnTo>
                  <a:pt x="87845" y="338429"/>
                </a:lnTo>
                <a:lnTo>
                  <a:pt x="124421" y="310311"/>
                </a:lnTo>
                <a:lnTo>
                  <a:pt x="156616" y="278765"/>
                </a:lnTo>
                <a:lnTo>
                  <a:pt x="184404" y="243840"/>
                </a:lnTo>
                <a:lnTo>
                  <a:pt x="184289" y="312432"/>
                </a:lnTo>
                <a:lnTo>
                  <a:pt x="184213" y="328244"/>
                </a:lnTo>
                <a:lnTo>
                  <a:pt x="183845" y="360197"/>
                </a:lnTo>
                <a:lnTo>
                  <a:pt x="183718" y="368503"/>
                </a:lnTo>
                <a:lnTo>
                  <a:pt x="182880" y="402348"/>
                </a:lnTo>
                <a:lnTo>
                  <a:pt x="211836" y="387096"/>
                </a:lnTo>
                <a:lnTo>
                  <a:pt x="211632" y="370573"/>
                </a:lnTo>
                <a:lnTo>
                  <a:pt x="211086" y="338429"/>
                </a:lnTo>
                <a:lnTo>
                  <a:pt x="210553" y="294728"/>
                </a:lnTo>
                <a:lnTo>
                  <a:pt x="210337" y="243840"/>
                </a:lnTo>
                <a:lnTo>
                  <a:pt x="210312" y="239280"/>
                </a:lnTo>
                <a:lnTo>
                  <a:pt x="233768" y="278968"/>
                </a:lnTo>
                <a:lnTo>
                  <a:pt x="265366" y="315671"/>
                </a:lnTo>
                <a:lnTo>
                  <a:pt x="305257" y="349211"/>
                </a:lnTo>
                <a:lnTo>
                  <a:pt x="353568" y="379476"/>
                </a:lnTo>
                <a:lnTo>
                  <a:pt x="358698" y="370573"/>
                </a:lnTo>
                <a:lnTo>
                  <a:pt x="367093" y="364248"/>
                </a:lnTo>
                <a:lnTo>
                  <a:pt x="378650" y="360197"/>
                </a:lnTo>
                <a:lnTo>
                  <a:pt x="393192" y="358152"/>
                </a:lnTo>
                <a:lnTo>
                  <a:pt x="393192" y="350520"/>
                </a:lnTo>
                <a:close/>
              </a:path>
              <a:path w="1173479" h="402589">
                <a:moveTo>
                  <a:pt x="742200" y="115824"/>
                </a:moveTo>
                <a:lnTo>
                  <a:pt x="701052" y="115824"/>
                </a:lnTo>
                <a:lnTo>
                  <a:pt x="661428" y="303276"/>
                </a:lnTo>
                <a:lnTo>
                  <a:pt x="601992" y="115824"/>
                </a:lnTo>
                <a:lnTo>
                  <a:pt x="568464" y="115824"/>
                </a:lnTo>
                <a:lnTo>
                  <a:pt x="510552" y="303276"/>
                </a:lnTo>
                <a:lnTo>
                  <a:pt x="467880" y="115824"/>
                </a:lnTo>
                <a:lnTo>
                  <a:pt x="425208" y="115824"/>
                </a:lnTo>
                <a:lnTo>
                  <a:pt x="487692" y="358140"/>
                </a:lnTo>
                <a:lnTo>
                  <a:pt x="525792" y="358140"/>
                </a:lnTo>
                <a:lnTo>
                  <a:pt x="583704" y="170688"/>
                </a:lnTo>
                <a:lnTo>
                  <a:pt x="643140" y="358140"/>
                </a:lnTo>
                <a:lnTo>
                  <a:pt x="681240" y="358140"/>
                </a:lnTo>
                <a:lnTo>
                  <a:pt x="742200" y="115824"/>
                </a:lnTo>
                <a:close/>
              </a:path>
              <a:path w="1173479" h="402589">
                <a:moveTo>
                  <a:pt x="1089660" y="22860"/>
                </a:moveTo>
                <a:lnTo>
                  <a:pt x="1082344" y="16764"/>
                </a:lnTo>
                <a:lnTo>
                  <a:pt x="1062228" y="0"/>
                </a:lnTo>
                <a:lnTo>
                  <a:pt x="1050036" y="12192"/>
                </a:lnTo>
                <a:lnTo>
                  <a:pt x="1050036" y="27432"/>
                </a:lnTo>
                <a:lnTo>
                  <a:pt x="1050036" y="77724"/>
                </a:lnTo>
                <a:lnTo>
                  <a:pt x="1050036" y="88392"/>
                </a:lnTo>
                <a:lnTo>
                  <a:pt x="1050036" y="140208"/>
                </a:lnTo>
                <a:lnTo>
                  <a:pt x="897636" y="140208"/>
                </a:lnTo>
                <a:lnTo>
                  <a:pt x="897636" y="88392"/>
                </a:lnTo>
                <a:lnTo>
                  <a:pt x="1050036" y="88392"/>
                </a:lnTo>
                <a:lnTo>
                  <a:pt x="1050036" y="77724"/>
                </a:lnTo>
                <a:lnTo>
                  <a:pt x="897636" y="77724"/>
                </a:lnTo>
                <a:lnTo>
                  <a:pt x="897636" y="27432"/>
                </a:lnTo>
                <a:lnTo>
                  <a:pt x="1050036" y="27432"/>
                </a:lnTo>
                <a:lnTo>
                  <a:pt x="1050036" y="12192"/>
                </a:lnTo>
                <a:lnTo>
                  <a:pt x="1045464" y="16764"/>
                </a:lnTo>
                <a:lnTo>
                  <a:pt x="900684" y="16764"/>
                </a:lnTo>
                <a:lnTo>
                  <a:pt x="871728" y="1524"/>
                </a:lnTo>
                <a:lnTo>
                  <a:pt x="872617" y="25006"/>
                </a:lnTo>
                <a:lnTo>
                  <a:pt x="873061" y="47625"/>
                </a:lnTo>
                <a:lnTo>
                  <a:pt x="873239" y="69684"/>
                </a:lnTo>
                <a:lnTo>
                  <a:pt x="873226" y="114681"/>
                </a:lnTo>
                <a:lnTo>
                  <a:pt x="873061" y="134112"/>
                </a:lnTo>
                <a:lnTo>
                  <a:pt x="872617" y="155308"/>
                </a:lnTo>
                <a:lnTo>
                  <a:pt x="871728" y="176784"/>
                </a:lnTo>
                <a:lnTo>
                  <a:pt x="897636" y="166116"/>
                </a:lnTo>
                <a:lnTo>
                  <a:pt x="897636" y="150876"/>
                </a:lnTo>
                <a:lnTo>
                  <a:pt x="1050036" y="150876"/>
                </a:lnTo>
                <a:lnTo>
                  <a:pt x="1050036" y="173736"/>
                </a:lnTo>
                <a:lnTo>
                  <a:pt x="1075944" y="160020"/>
                </a:lnTo>
                <a:lnTo>
                  <a:pt x="1075512" y="150876"/>
                </a:lnTo>
                <a:lnTo>
                  <a:pt x="1075067" y="141782"/>
                </a:lnTo>
                <a:lnTo>
                  <a:pt x="1075042" y="140208"/>
                </a:lnTo>
                <a:lnTo>
                  <a:pt x="1074610" y="114681"/>
                </a:lnTo>
                <a:lnTo>
                  <a:pt x="1074496" y="88392"/>
                </a:lnTo>
                <a:lnTo>
                  <a:pt x="1074445" y="77724"/>
                </a:lnTo>
                <a:lnTo>
                  <a:pt x="1074420" y="35052"/>
                </a:lnTo>
                <a:lnTo>
                  <a:pt x="1083945" y="27432"/>
                </a:lnTo>
                <a:lnTo>
                  <a:pt x="1089660" y="22860"/>
                </a:lnTo>
                <a:close/>
              </a:path>
              <a:path w="1173479" h="402589">
                <a:moveTo>
                  <a:pt x="1173480" y="353568"/>
                </a:moveTo>
                <a:lnTo>
                  <a:pt x="1153795" y="355549"/>
                </a:lnTo>
                <a:lnTo>
                  <a:pt x="1131379" y="356806"/>
                </a:lnTo>
                <a:lnTo>
                  <a:pt x="1106411" y="357212"/>
                </a:lnTo>
                <a:lnTo>
                  <a:pt x="1051013" y="356044"/>
                </a:lnTo>
                <a:lnTo>
                  <a:pt x="1026604" y="354330"/>
                </a:lnTo>
                <a:lnTo>
                  <a:pt x="1005916" y="351472"/>
                </a:lnTo>
                <a:lnTo>
                  <a:pt x="989076" y="347472"/>
                </a:lnTo>
                <a:lnTo>
                  <a:pt x="989076" y="341376"/>
                </a:lnTo>
                <a:lnTo>
                  <a:pt x="989076" y="275844"/>
                </a:lnTo>
                <a:lnTo>
                  <a:pt x="1135380" y="275844"/>
                </a:lnTo>
                <a:lnTo>
                  <a:pt x="1125804" y="266700"/>
                </a:lnTo>
                <a:lnTo>
                  <a:pt x="1101852" y="243840"/>
                </a:lnTo>
                <a:lnTo>
                  <a:pt x="1078992" y="266700"/>
                </a:lnTo>
                <a:lnTo>
                  <a:pt x="989076" y="266700"/>
                </a:lnTo>
                <a:lnTo>
                  <a:pt x="989076" y="207264"/>
                </a:lnTo>
                <a:lnTo>
                  <a:pt x="1164336" y="207264"/>
                </a:lnTo>
                <a:lnTo>
                  <a:pt x="1127760" y="170688"/>
                </a:lnTo>
                <a:lnTo>
                  <a:pt x="1101852" y="196596"/>
                </a:lnTo>
                <a:lnTo>
                  <a:pt x="780288" y="196596"/>
                </a:lnTo>
                <a:lnTo>
                  <a:pt x="795528" y="211836"/>
                </a:lnTo>
                <a:lnTo>
                  <a:pt x="805180" y="209842"/>
                </a:lnTo>
                <a:lnTo>
                  <a:pt x="815530" y="208407"/>
                </a:lnTo>
                <a:lnTo>
                  <a:pt x="826185" y="207556"/>
                </a:lnTo>
                <a:lnTo>
                  <a:pt x="836676" y="207264"/>
                </a:lnTo>
                <a:lnTo>
                  <a:pt x="964692" y="207264"/>
                </a:lnTo>
                <a:lnTo>
                  <a:pt x="964692" y="341376"/>
                </a:lnTo>
                <a:lnTo>
                  <a:pt x="938961" y="329095"/>
                </a:lnTo>
                <a:lnTo>
                  <a:pt x="916495" y="315087"/>
                </a:lnTo>
                <a:lnTo>
                  <a:pt x="897191" y="299377"/>
                </a:lnTo>
                <a:lnTo>
                  <a:pt x="889431" y="291084"/>
                </a:lnTo>
                <a:lnTo>
                  <a:pt x="880872" y="281940"/>
                </a:lnTo>
                <a:lnTo>
                  <a:pt x="884288" y="272516"/>
                </a:lnTo>
                <a:lnTo>
                  <a:pt x="887539" y="264795"/>
                </a:lnTo>
                <a:lnTo>
                  <a:pt x="890524" y="258800"/>
                </a:lnTo>
                <a:lnTo>
                  <a:pt x="893064" y="254508"/>
                </a:lnTo>
                <a:lnTo>
                  <a:pt x="896112" y="248412"/>
                </a:lnTo>
                <a:lnTo>
                  <a:pt x="902208" y="242316"/>
                </a:lnTo>
                <a:lnTo>
                  <a:pt x="908304" y="237744"/>
                </a:lnTo>
                <a:lnTo>
                  <a:pt x="870204" y="214884"/>
                </a:lnTo>
                <a:lnTo>
                  <a:pt x="857351" y="269494"/>
                </a:lnTo>
                <a:lnTo>
                  <a:pt x="837057" y="316801"/>
                </a:lnTo>
                <a:lnTo>
                  <a:pt x="809345" y="356984"/>
                </a:lnTo>
                <a:lnTo>
                  <a:pt x="774192" y="390144"/>
                </a:lnTo>
                <a:lnTo>
                  <a:pt x="778764" y="394716"/>
                </a:lnTo>
                <a:lnTo>
                  <a:pt x="808799" y="376174"/>
                </a:lnTo>
                <a:lnTo>
                  <a:pt x="834961" y="352615"/>
                </a:lnTo>
                <a:lnTo>
                  <a:pt x="857427" y="324218"/>
                </a:lnTo>
                <a:lnTo>
                  <a:pt x="876300" y="291084"/>
                </a:lnTo>
                <a:lnTo>
                  <a:pt x="886904" y="304253"/>
                </a:lnTo>
                <a:lnTo>
                  <a:pt x="923544" y="338328"/>
                </a:lnTo>
                <a:lnTo>
                  <a:pt x="973061" y="366191"/>
                </a:lnTo>
                <a:lnTo>
                  <a:pt x="1018209" y="378790"/>
                </a:lnTo>
                <a:lnTo>
                  <a:pt x="1090739" y="387311"/>
                </a:lnTo>
                <a:lnTo>
                  <a:pt x="1138428" y="390144"/>
                </a:lnTo>
                <a:lnTo>
                  <a:pt x="1141552" y="379844"/>
                </a:lnTo>
                <a:lnTo>
                  <a:pt x="1148524" y="371665"/>
                </a:lnTo>
                <a:lnTo>
                  <a:pt x="1159217" y="365506"/>
                </a:lnTo>
                <a:lnTo>
                  <a:pt x="1173480" y="361188"/>
                </a:lnTo>
                <a:lnTo>
                  <a:pt x="1173480" y="357212"/>
                </a:lnTo>
                <a:lnTo>
                  <a:pt x="1173480" y="35356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" name="object 71"/>
          <p:cNvSpPr/>
          <p:nvPr/>
        </p:nvSpPr>
        <p:spPr>
          <a:xfrm>
            <a:off x="3357372" y="4565904"/>
            <a:ext cx="315595" cy="250190"/>
          </a:xfrm>
          <a:custGeom>
            <a:avLst/>
            <a:gdLst/>
            <a:ahLst/>
            <a:cxnLst/>
            <a:rect l="l" t="t" r="r" b="b"/>
            <a:pathLst>
              <a:path w="315595" h="250189">
                <a:moveTo>
                  <a:pt x="315467" y="249936"/>
                </a:moveTo>
                <a:lnTo>
                  <a:pt x="275843" y="249936"/>
                </a:lnTo>
                <a:lnTo>
                  <a:pt x="275843" y="109728"/>
                </a:lnTo>
                <a:lnTo>
                  <a:pt x="275605" y="101750"/>
                </a:lnTo>
                <a:lnTo>
                  <a:pt x="274558" y="86367"/>
                </a:lnTo>
                <a:lnTo>
                  <a:pt x="274319" y="79248"/>
                </a:lnTo>
                <a:lnTo>
                  <a:pt x="272795" y="68579"/>
                </a:lnTo>
                <a:lnTo>
                  <a:pt x="271271" y="60960"/>
                </a:lnTo>
                <a:lnTo>
                  <a:pt x="268223" y="56388"/>
                </a:lnTo>
                <a:lnTo>
                  <a:pt x="265175" y="50292"/>
                </a:lnTo>
                <a:lnTo>
                  <a:pt x="262127" y="45719"/>
                </a:lnTo>
                <a:lnTo>
                  <a:pt x="256031" y="44196"/>
                </a:lnTo>
                <a:lnTo>
                  <a:pt x="251459" y="41148"/>
                </a:lnTo>
                <a:lnTo>
                  <a:pt x="243839" y="39624"/>
                </a:lnTo>
                <a:lnTo>
                  <a:pt x="234695" y="39624"/>
                </a:lnTo>
                <a:lnTo>
                  <a:pt x="192595" y="56197"/>
                </a:lnTo>
                <a:lnTo>
                  <a:pt x="176783" y="68579"/>
                </a:lnTo>
                <a:lnTo>
                  <a:pt x="176783" y="71628"/>
                </a:lnTo>
                <a:lnTo>
                  <a:pt x="178307" y="74676"/>
                </a:lnTo>
                <a:lnTo>
                  <a:pt x="178307" y="249936"/>
                </a:lnTo>
                <a:lnTo>
                  <a:pt x="137159" y="249936"/>
                </a:lnTo>
                <a:lnTo>
                  <a:pt x="137136" y="101750"/>
                </a:lnTo>
                <a:lnTo>
                  <a:pt x="136969" y="93916"/>
                </a:lnTo>
                <a:lnTo>
                  <a:pt x="136517" y="86367"/>
                </a:lnTo>
                <a:lnTo>
                  <a:pt x="135635" y="79248"/>
                </a:lnTo>
                <a:lnTo>
                  <a:pt x="135635" y="68579"/>
                </a:lnTo>
                <a:lnTo>
                  <a:pt x="134111" y="60960"/>
                </a:lnTo>
                <a:lnTo>
                  <a:pt x="131063" y="56388"/>
                </a:lnTo>
                <a:lnTo>
                  <a:pt x="128015" y="50292"/>
                </a:lnTo>
                <a:lnTo>
                  <a:pt x="123443" y="45719"/>
                </a:lnTo>
                <a:lnTo>
                  <a:pt x="118871" y="44196"/>
                </a:lnTo>
                <a:lnTo>
                  <a:pt x="112775" y="41148"/>
                </a:lnTo>
                <a:lnTo>
                  <a:pt x="105155" y="39624"/>
                </a:lnTo>
                <a:lnTo>
                  <a:pt x="96011" y="39624"/>
                </a:lnTo>
                <a:lnTo>
                  <a:pt x="54863" y="56769"/>
                </a:lnTo>
                <a:lnTo>
                  <a:pt x="41148" y="68579"/>
                </a:lnTo>
                <a:lnTo>
                  <a:pt x="41148" y="249936"/>
                </a:lnTo>
                <a:lnTo>
                  <a:pt x="0" y="249936"/>
                </a:lnTo>
                <a:lnTo>
                  <a:pt x="0" y="7619"/>
                </a:lnTo>
                <a:lnTo>
                  <a:pt x="41148" y="7619"/>
                </a:lnTo>
                <a:lnTo>
                  <a:pt x="41148" y="33528"/>
                </a:lnTo>
                <a:lnTo>
                  <a:pt x="49125" y="26074"/>
                </a:lnTo>
                <a:lnTo>
                  <a:pt x="88582" y="2285"/>
                </a:lnTo>
                <a:lnTo>
                  <a:pt x="106679" y="0"/>
                </a:lnTo>
                <a:lnTo>
                  <a:pt x="117562" y="595"/>
                </a:lnTo>
                <a:lnTo>
                  <a:pt x="153114" y="16097"/>
                </a:lnTo>
                <a:lnTo>
                  <a:pt x="170687" y="42672"/>
                </a:lnTo>
                <a:lnTo>
                  <a:pt x="179831" y="32956"/>
                </a:lnTo>
                <a:lnTo>
                  <a:pt x="215788" y="6429"/>
                </a:lnTo>
                <a:lnTo>
                  <a:pt x="245363" y="0"/>
                </a:lnTo>
                <a:lnTo>
                  <a:pt x="252436" y="285"/>
                </a:lnTo>
                <a:lnTo>
                  <a:pt x="290798" y="16144"/>
                </a:lnTo>
                <a:lnTo>
                  <a:pt x="310895" y="48767"/>
                </a:lnTo>
                <a:lnTo>
                  <a:pt x="315467" y="89916"/>
                </a:lnTo>
                <a:lnTo>
                  <a:pt x="315467" y="24993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" name="object 72"/>
          <p:cNvSpPr/>
          <p:nvPr/>
        </p:nvSpPr>
        <p:spPr>
          <a:xfrm>
            <a:off x="3756659" y="4453127"/>
            <a:ext cx="356870" cy="401320"/>
          </a:xfrm>
          <a:custGeom>
            <a:avLst/>
            <a:gdLst/>
            <a:ahLst/>
            <a:cxnLst/>
            <a:rect l="l" t="t" r="r" b="b"/>
            <a:pathLst>
              <a:path w="356870" h="401320">
                <a:moveTo>
                  <a:pt x="53340" y="89916"/>
                </a:moveTo>
                <a:lnTo>
                  <a:pt x="42672" y="89916"/>
                </a:lnTo>
                <a:lnTo>
                  <a:pt x="50696" y="61936"/>
                </a:lnTo>
                <a:lnTo>
                  <a:pt x="56578" y="37528"/>
                </a:lnTo>
                <a:lnTo>
                  <a:pt x="60459" y="16835"/>
                </a:lnTo>
                <a:lnTo>
                  <a:pt x="62484" y="0"/>
                </a:lnTo>
                <a:lnTo>
                  <a:pt x="100584" y="19812"/>
                </a:lnTo>
                <a:lnTo>
                  <a:pt x="90844" y="27551"/>
                </a:lnTo>
                <a:lnTo>
                  <a:pt x="79819" y="41719"/>
                </a:lnTo>
                <a:lnTo>
                  <a:pt x="67365" y="62460"/>
                </a:lnTo>
                <a:lnTo>
                  <a:pt x="53340" y="89916"/>
                </a:lnTo>
                <a:close/>
              </a:path>
              <a:path w="356870" h="401320">
                <a:moveTo>
                  <a:pt x="147828" y="190500"/>
                </a:moveTo>
                <a:lnTo>
                  <a:pt x="141732" y="187452"/>
                </a:lnTo>
                <a:lnTo>
                  <a:pt x="158877" y="159972"/>
                </a:lnTo>
                <a:lnTo>
                  <a:pt x="173736" y="134493"/>
                </a:lnTo>
                <a:lnTo>
                  <a:pt x="196596" y="88392"/>
                </a:lnTo>
                <a:lnTo>
                  <a:pt x="211264" y="44958"/>
                </a:lnTo>
                <a:lnTo>
                  <a:pt x="222503" y="1524"/>
                </a:lnTo>
                <a:lnTo>
                  <a:pt x="260603" y="22860"/>
                </a:lnTo>
                <a:lnTo>
                  <a:pt x="252626" y="30837"/>
                </a:lnTo>
                <a:lnTo>
                  <a:pt x="242506" y="45529"/>
                </a:lnTo>
                <a:lnTo>
                  <a:pt x="230385" y="66794"/>
                </a:lnTo>
                <a:lnTo>
                  <a:pt x="216408" y="94488"/>
                </a:lnTo>
                <a:lnTo>
                  <a:pt x="348996" y="94488"/>
                </a:lnTo>
                <a:lnTo>
                  <a:pt x="356616" y="102108"/>
                </a:lnTo>
                <a:lnTo>
                  <a:pt x="352806" y="105156"/>
                </a:lnTo>
                <a:lnTo>
                  <a:pt x="213360" y="105156"/>
                </a:lnTo>
                <a:lnTo>
                  <a:pt x="197334" y="129420"/>
                </a:lnTo>
                <a:lnTo>
                  <a:pt x="181165" y="151828"/>
                </a:lnTo>
                <a:lnTo>
                  <a:pt x="164711" y="172235"/>
                </a:lnTo>
                <a:lnTo>
                  <a:pt x="147828" y="190500"/>
                </a:lnTo>
                <a:close/>
              </a:path>
              <a:path w="356870" h="401320">
                <a:moveTo>
                  <a:pt x="145288" y="89916"/>
                </a:moveTo>
                <a:lnTo>
                  <a:pt x="111252" y="89916"/>
                </a:lnTo>
                <a:lnTo>
                  <a:pt x="128016" y="71628"/>
                </a:lnTo>
                <a:lnTo>
                  <a:pt x="145288" y="89916"/>
                </a:lnTo>
                <a:close/>
              </a:path>
              <a:path w="356870" h="401320">
                <a:moveTo>
                  <a:pt x="0" y="397764"/>
                </a:moveTo>
                <a:lnTo>
                  <a:pt x="820" y="359664"/>
                </a:lnTo>
                <a:lnTo>
                  <a:pt x="917" y="353568"/>
                </a:lnTo>
                <a:lnTo>
                  <a:pt x="1333" y="316230"/>
                </a:lnTo>
                <a:lnTo>
                  <a:pt x="1425" y="176784"/>
                </a:lnTo>
                <a:lnTo>
                  <a:pt x="1301" y="151828"/>
                </a:lnTo>
                <a:lnTo>
                  <a:pt x="881" y="114681"/>
                </a:lnTo>
                <a:lnTo>
                  <a:pt x="0" y="74676"/>
                </a:lnTo>
                <a:lnTo>
                  <a:pt x="25908" y="89916"/>
                </a:lnTo>
                <a:lnTo>
                  <a:pt x="145288" y="89916"/>
                </a:lnTo>
                <a:lnTo>
                  <a:pt x="153924" y="99060"/>
                </a:lnTo>
                <a:lnTo>
                  <a:pt x="151828" y="100584"/>
                </a:lnTo>
                <a:lnTo>
                  <a:pt x="24384" y="100584"/>
                </a:lnTo>
                <a:lnTo>
                  <a:pt x="24384" y="211836"/>
                </a:lnTo>
                <a:lnTo>
                  <a:pt x="137205" y="211836"/>
                </a:lnTo>
                <a:lnTo>
                  <a:pt x="137219" y="222504"/>
                </a:lnTo>
                <a:lnTo>
                  <a:pt x="24384" y="222504"/>
                </a:lnTo>
                <a:lnTo>
                  <a:pt x="24384" y="342900"/>
                </a:lnTo>
                <a:lnTo>
                  <a:pt x="137905" y="342900"/>
                </a:lnTo>
                <a:lnTo>
                  <a:pt x="137940" y="346069"/>
                </a:lnTo>
                <a:lnTo>
                  <a:pt x="138123" y="353568"/>
                </a:lnTo>
                <a:lnTo>
                  <a:pt x="24384" y="353568"/>
                </a:lnTo>
                <a:lnTo>
                  <a:pt x="24384" y="384048"/>
                </a:lnTo>
                <a:lnTo>
                  <a:pt x="0" y="397764"/>
                </a:lnTo>
                <a:close/>
              </a:path>
              <a:path w="356870" h="401320">
                <a:moveTo>
                  <a:pt x="348996" y="94488"/>
                </a:moveTo>
                <a:lnTo>
                  <a:pt x="310896" y="94488"/>
                </a:lnTo>
                <a:lnTo>
                  <a:pt x="330708" y="76200"/>
                </a:lnTo>
                <a:lnTo>
                  <a:pt x="348996" y="94488"/>
                </a:lnTo>
                <a:close/>
              </a:path>
              <a:path w="356870" h="401320">
                <a:moveTo>
                  <a:pt x="137205" y="211836"/>
                </a:moveTo>
                <a:lnTo>
                  <a:pt x="114300" y="211836"/>
                </a:lnTo>
                <a:lnTo>
                  <a:pt x="114300" y="100584"/>
                </a:lnTo>
                <a:lnTo>
                  <a:pt x="151828" y="100584"/>
                </a:lnTo>
                <a:lnTo>
                  <a:pt x="137160" y="111252"/>
                </a:lnTo>
                <a:lnTo>
                  <a:pt x="137205" y="211836"/>
                </a:lnTo>
                <a:close/>
              </a:path>
              <a:path w="356870" h="401320">
                <a:moveTo>
                  <a:pt x="326904" y="359664"/>
                </a:moveTo>
                <a:lnTo>
                  <a:pt x="283464" y="359664"/>
                </a:lnTo>
                <a:lnTo>
                  <a:pt x="291750" y="357687"/>
                </a:lnTo>
                <a:lnTo>
                  <a:pt x="298323" y="351853"/>
                </a:lnTo>
                <a:lnTo>
                  <a:pt x="308586" y="304038"/>
                </a:lnTo>
                <a:lnTo>
                  <a:pt x="310705" y="258318"/>
                </a:lnTo>
                <a:lnTo>
                  <a:pt x="312539" y="192024"/>
                </a:lnTo>
                <a:lnTo>
                  <a:pt x="313944" y="105156"/>
                </a:lnTo>
                <a:lnTo>
                  <a:pt x="352806" y="105156"/>
                </a:lnTo>
                <a:lnTo>
                  <a:pt x="341376" y="114300"/>
                </a:lnTo>
                <a:lnTo>
                  <a:pt x="339535" y="188561"/>
                </a:lnTo>
                <a:lnTo>
                  <a:pt x="337620" y="248631"/>
                </a:lnTo>
                <a:lnTo>
                  <a:pt x="335560" y="294583"/>
                </a:lnTo>
                <a:lnTo>
                  <a:pt x="333280" y="326489"/>
                </a:lnTo>
                <a:lnTo>
                  <a:pt x="330708" y="344424"/>
                </a:lnTo>
                <a:lnTo>
                  <a:pt x="327874" y="357020"/>
                </a:lnTo>
                <a:lnTo>
                  <a:pt x="326904" y="359664"/>
                </a:lnTo>
                <a:close/>
              </a:path>
              <a:path w="356870" h="401320">
                <a:moveTo>
                  <a:pt x="231648" y="268224"/>
                </a:moveTo>
                <a:lnTo>
                  <a:pt x="228600" y="268224"/>
                </a:lnTo>
                <a:lnTo>
                  <a:pt x="225456" y="266771"/>
                </a:lnTo>
                <a:lnTo>
                  <a:pt x="222885" y="262318"/>
                </a:lnTo>
                <a:lnTo>
                  <a:pt x="220884" y="254722"/>
                </a:lnTo>
                <a:lnTo>
                  <a:pt x="219456" y="243840"/>
                </a:lnTo>
                <a:lnTo>
                  <a:pt x="214884" y="226718"/>
                </a:lnTo>
                <a:lnTo>
                  <a:pt x="208026" y="209740"/>
                </a:lnTo>
                <a:lnTo>
                  <a:pt x="198882" y="193047"/>
                </a:lnTo>
                <a:lnTo>
                  <a:pt x="187452" y="176784"/>
                </a:lnTo>
                <a:lnTo>
                  <a:pt x="190500" y="170688"/>
                </a:lnTo>
                <a:lnTo>
                  <a:pt x="224028" y="198310"/>
                </a:lnTo>
                <a:lnTo>
                  <a:pt x="246888" y="234696"/>
                </a:lnTo>
                <a:lnTo>
                  <a:pt x="246888" y="246888"/>
                </a:lnTo>
                <a:lnTo>
                  <a:pt x="243840" y="254508"/>
                </a:lnTo>
                <a:lnTo>
                  <a:pt x="239267" y="260603"/>
                </a:lnTo>
                <a:lnTo>
                  <a:pt x="231648" y="268224"/>
                </a:lnTo>
                <a:close/>
              </a:path>
              <a:path w="356870" h="401320">
                <a:moveTo>
                  <a:pt x="137905" y="342900"/>
                </a:moveTo>
                <a:lnTo>
                  <a:pt x="114300" y="342900"/>
                </a:lnTo>
                <a:lnTo>
                  <a:pt x="114300" y="222504"/>
                </a:lnTo>
                <a:lnTo>
                  <a:pt x="137219" y="222504"/>
                </a:lnTo>
                <a:lnTo>
                  <a:pt x="137331" y="268224"/>
                </a:lnTo>
                <a:lnTo>
                  <a:pt x="137489" y="304373"/>
                </a:lnTo>
                <a:lnTo>
                  <a:pt x="137905" y="342900"/>
                </a:lnTo>
                <a:close/>
              </a:path>
              <a:path w="356870" h="401320">
                <a:moveTo>
                  <a:pt x="277367" y="400812"/>
                </a:moveTo>
                <a:lnTo>
                  <a:pt x="271129" y="387953"/>
                </a:lnTo>
                <a:lnTo>
                  <a:pt x="259461" y="376809"/>
                </a:lnTo>
                <a:lnTo>
                  <a:pt x="242649" y="367379"/>
                </a:lnTo>
                <a:lnTo>
                  <a:pt x="220979" y="359664"/>
                </a:lnTo>
                <a:lnTo>
                  <a:pt x="220979" y="350520"/>
                </a:lnTo>
                <a:lnTo>
                  <a:pt x="241030" y="354520"/>
                </a:lnTo>
                <a:lnTo>
                  <a:pt x="257937" y="357378"/>
                </a:lnTo>
                <a:lnTo>
                  <a:pt x="271986" y="359092"/>
                </a:lnTo>
                <a:lnTo>
                  <a:pt x="283464" y="359664"/>
                </a:lnTo>
                <a:lnTo>
                  <a:pt x="326904" y="359664"/>
                </a:lnTo>
                <a:lnTo>
                  <a:pt x="324040" y="367474"/>
                </a:lnTo>
                <a:lnTo>
                  <a:pt x="289083" y="396240"/>
                </a:lnTo>
                <a:lnTo>
                  <a:pt x="277367" y="400812"/>
                </a:lnTo>
                <a:close/>
              </a:path>
              <a:path w="356870" h="401320">
                <a:moveTo>
                  <a:pt x="114300" y="390144"/>
                </a:moveTo>
                <a:lnTo>
                  <a:pt x="114300" y="353568"/>
                </a:lnTo>
                <a:lnTo>
                  <a:pt x="138123" y="353568"/>
                </a:lnTo>
                <a:lnTo>
                  <a:pt x="138684" y="376428"/>
                </a:lnTo>
                <a:lnTo>
                  <a:pt x="114300" y="39014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" name="object 73"/>
          <p:cNvSpPr/>
          <p:nvPr/>
        </p:nvSpPr>
        <p:spPr>
          <a:xfrm>
            <a:off x="4166615" y="4450079"/>
            <a:ext cx="403860" cy="410209"/>
          </a:xfrm>
          <a:custGeom>
            <a:avLst/>
            <a:gdLst/>
            <a:ahLst/>
            <a:cxnLst/>
            <a:rect l="l" t="t" r="r" b="b"/>
            <a:pathLst>
              <a:path w="403860" h="410210">
                <a:moveTo>
                  <a:pt x="185928" y="71628"/>
                </a:moveTo>
                <a:lnTo>
                  <a:pt x="156972" y="71628"/>
                </a:lnTo>
                <a:lnTo>
                  <a:pt x="165282" y="51006"/>
                </a:lnTo>
                <a:lnTo>
                  <a:pt x="172021" y="32385"/>
                </a:lnTo>
                <a:lnTo>
                  <a:pt x="177331" y="15478"/>
                </a:lnTo>
                <a:lnTo>
                  <a:pt x="181356" y="0"/>
                </a:lnTo>
                <a:lnTo>
                  <a:pt x="224028" y="24384"/>
                </a:lnTo>
                <a:lnTo>
                  <a:pt x="207264" y="32004"/>
                </a:lnTo>
                <a:lnTo>
                  <a:pt x="200929" y="43767"/>
                </a:lnTo>
                <a:lnTo>
                  <a:pt x="195453" y="54102"/>
                </a:lnTo>
                <a:lnTo>
                  <a:pt x="190547" y="63293"/>
                </a:lnTo>
                <a:lnTo>
                  <a:pt x="185928" y="71628"/>
                </a:lnTo>
                <a:close/>
              </a:path>
              <a:path w="403860" h="410210">
                <a:moveTo>
                  <a:pt x="15240" y="86868"/>
                </a:moveTo>
                <a:lnTo>
                  <a:pt x="0" y="71628"/>
                </a:lnTo>
                <a:lnTo>
                  <a:pt x="333756" y="71628"/>
                </a:lnTo>
                <a:lnTo>
                  <a:pt x="362712" y="42672"/>
                </a:lnTo>
                <a:lnTo>
                  <a:pt x="403860" y="82296"/>
                </a:lnTo>
                <a:lnTo>
                  <a:pt x="57912" y="82296"/>
                </a:lnTo>
                <a:lnTo>
                  <a:pt x="46743" y="82581"/>
                </a:lnTo>
                <a:lnTo>
                  <a:pt x="36004" y="83439"/>
                </a:lnTo>
                <a:lnTo>
                  <a:pt x="25550" y="84867"/>
                </a:lnTo>
                <a:lnTo>
                  <a:pt x="15240" y="86868"/>
                </a:lnTo>
                <a:close/>
              </a:path>
              <a:path w="403860" h="410210">
                <a:moveTo>
                  <a:pt x="4572" y="269748"/>
                </a:moveTo>
                <a:lnTo>
                  <a:pt x="0" y="265176"/>
                </a:lnTo>
                <a:lnTo>
                  <a:pt x="23383" y="245721"/>
                </a:lnTo>
                <a:lnTo>
                  <a:pt x="45339" y="226123"/>
                </a:lnTo>
                <a:lnTo>
                  <a:pt x="83820" y="185928"/>
                </a:lnTo>
                <a:lnTo>
                  <a:pt x="119253" y="139255"/>
                </a:lnTo>
                <a:lnTo>
                  <a:pt x="152400" y="82296"/>
                </a:lnTo>
                <a:lnTo>
                  <a:pt x="182880" y="82296"/>
                </a:lnTo>
                <a:lnTo>
                  <a:pt x="172831" y="99131"/>
                </a:lnTo>
                <a:lnTo>
                  <a:pt x="163068" y="115252"/>
                </a:lnTo>
                <a:lnTo>
                  <a:pt x="153304" y="130516"/>
                </a:lnTo>
                <a:lnTo>
                  <a:pt x="143256" y="144780"/>
                </a:lnTo>
                <a:lnTo>
                  <a:pt x="327558" y="144780"/>
                </a:lnTo>
                <a:lnTo>
                  <a:pt x="335280" y="150876"/>
                </a:lnTo>
                <a:lnTo>
                  <a:pt x="329565" y="155448"/>
                </a:lnTo>
                <a:lnTo>
                  <a:pt x="135636" y="155448"/>
                </a:lnTo>
                <a:lnTo>
                  <a:pt x="135636" y="182880"/>
                </a:lnTo>
                <a:lnTo>
                  <a:pt x="111252" y="182880"/>
                </a:lnTo>
                <a:lnTo>
                  <a:pt x="86439" y="208026"/>
                </a:lnTo>
                <a:lnTo>
                  <a:pt x="60198" y="230886"/>
                </a:lnTo>
                <a:lnTo>
                  <a:pt x="32813" y="251460"/>
                </a:lnTo>
                <a:lnTo>
                  <a:pt x="4572" y="269748"/>
                </a:lnTo>
                <a:close/>
              </a:path>
              <a:path w="403860" h="410210">
                <a:moveTo>
                  <a:pt x="327558" y="144780"/>
                </a:moveTo>
                <a:lnTo>
                  <a:pt x="292608" y="144780"/>
                </a:lnTo>
                <a:lnTo>
                  <a:pt x="306324" y="128016"/>
                </a:lnTo>
                <a:lnTo>
                  <a:pt x="327558" y="144780"/>
                </a:lnTo>
                <a:close/>
              </a:path>
              <a:path w="403860" h="410210">
                <a:moveTo>
                  <a:pt x="320040" y="216408"/>
                </a:moveTo>
                <a:lnTo>
                  <a:pt x="295655" y="216408"/>
                </a:lnTo>
                <a:lnTo>
                  <a:pt x="295655" y="155448"/>
                </a:lnTo>
                <a:lnTo>
                  <a:pt x="329565" y="155448"/>
                </a:lnTo>
                <a:lnTo>
                  <a:pt x="320040" y="163068"/>
                </a:lnTo>
                <a:lnTo>
                  <a:pt x="320040" y="216408"/>
                </a:lnTo>
                <a:close/>
              </a:path>
              <a:path w="403860" h="410210">
                <a:moveTo>
                  <a:pt x="109728" y="409956"/>
                </a:moveTo>
                <a:lnTo>
                  <a:pt x="110609" y="384548"/>
                </a:lnTo>
                <a:lnTo>
                  <a:pt x="111061" y="338137"/>
                </a:lnTo>
                <a:lnTo>
                  <a:pt x="111170" y="294132"/>
                </a:lnTo>
                <a:lnTo>
                  <a:pt x="111252" y="182880"/>
                </a:lnTo>
                <a:lnTo>
                  <a:pt x="135636" y="182880"/>
                </a:lnTo>
                <a:lnTo>
                  <a:pt x="135636" y="216408"/>
                </a:lnTo>
                <a:lnTo>
                  <a:pt x="320040" y="216408"/>
                </a:lnTo>
                <a:lnTo>
                  <a:pt x="320040" y="227076"/>
                </a:lnTo>
                <a:lnTo>
                  <a:pt x="135636" y="227076"/>
                </a:lnTo>
                <a:lnTo>
                  <a:pt x="135636" y="283464"/>
                </a:lnTo>
                <a:lnTo>
                  <a:pt x="320040" y="283464"/>
                </a:lnTo>
                <a:lnTo>
                  <a:pt x="320040" y="294132"/>
                </a:lnTo>
                <a:lnTo>
                  <a:pt x="135636" y="294132"/>
                </a:lnTo>
                <a:lnTo>
                  <a:pt x="135636" y="393192"/>
                </a:lnTo>
                <a:lnTo>
                  <a:pt x="109728" y="409956"/>
                </a:lnTo>
                <a:close/>
              </a:path>
              <a:path w="403860" h="410210">
                <a:moveTo>
                  <a:pt x="320040" y="283464"/>
                </a:moveTo>
                <a:lnTo>
                  <a:pt x="295655" y="283464"/>
                </a:lnTo>
                <a:lnTo>
                  <a:pt x="295655" y="227076"/>
                </a:lnTo>
                <a:lnTo>
                  <a:pt x="320040" y="227076"/>
                </a:lnTo>
                <a:lnTo>
                  <a:pt x="320040" y="283464"/>
                </a:lnTo>
                <a:close/>
              </a:path>
              <a:path w="403860" h="410210">
                <a:moveTo>
                  <a:pt x="319493" y="370332"/>
                </a:moveTo>
                <a:lnTo>
                  <a:pt x="291084" y="370332"/>
                </a:lnTo>
                <a:lnTo>
                  <a:pt x="295655" y="365760"/>
                </a:lnTo>
                <a:lnTo>
                  <a:pt x="295655" y="294132"/>
                </a:lnTo>
                <a:lnTo>
                  <a:pt x="320040" y="294132"/>
                </a:lnTo>
                <a:lnTo>
                  <a:pt x="319954" y="367760"/>
                </a:lnTo>
                <a:lnTo>
                  <a:pt x="319493" y="370332"/>
                </a:lnTo>
                <a:close/>
              </a:path>
              <a:path w="403860" h="410210">
                <a:moveTo>
                  <a:pt x="281940" y="409956"/>
                </a:moveTo>
                <a:lnTo>
                  <a:pt x="279701" y="399335"/>
                </a:lnTo>
                <a:lnTo>
                  <a:pt x="270891" y="390144"/>
                </a:lnTo>
                <a:lnTo>
                  <a:pt x="255793" y="382095"/>
                </a:lnTo>
                <a:lnTo>
                  <a:pt x="234696" y="374904"/>
                </a:lnTo>
                <a:lnTo>
                  <a:pt x="234696" y="365760"/>
                </a:lnTo>
                <a:lnTo>
                  <a:pt x="248697" y="367760"/>
                </a:lnTo>
                <a:lnTo>
                  <a:pt x="260985" y="369189"/>
                </a:lnTo>
                <a:lnTo>
                  <a:pt x="271557" y="370046"/>
                </a:lnTo>
                <a:lnTo>
                  <a:pt x="280416" y="370332"/>
                </a:lnTo>
                <a:lnTo>
                  <a:pt x="319493" y="370332"/>
                </a:lnTo>
                <a:lnTo>
                  <a:pt x="317730" y="380166"/>
                </a:lnTo>
                <a:lnTo>
                  <a:pt x="310705" y="391477"/>
                </a:lnTo>
                <a:lnTo>
                  <a:pt x="298823" y="401359"/>
                </a:lnTo>
                <a:lnTo>
                  <a:pt x="281940" y="40995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4" name="object 74"/>
          <p:cNvSpPr/>
          <p:nvPr/>
        </p:nvSpPr>
        <p:spPr>
          <a:xfrm>
            <a:off x="4620755" y="4450079"/>
            <a:ext cx="1270000" cy="411480"/>
          </a:xfrm>
          <a:custGeom>
            <a:avLst/>
            <a:gdLst/>
            <a:ahLst/>
            <a:cxnLst/>
            <a:rect l="l" t="t" r="r" b="b"/>
            <a:pathLst>
              <a:path w="1270000" h="411479">
                <a:moveTo>
                  <a:pt x="103632" y="132588"/>
                </a:moveTo>
                <a:lnTo>
                  <a:pt x="70104" y="109728"/>
                </a:lnTo>
                <a:lnTo>
                  <a:pt x="57010" y="143141"/>
                </a:lnTo>
                <a:lnTo>
                  <a:pt x="40767" y="174688"/>
                </a:lnTo>
                <a:lnTo>
                  <a:pt x="21678" y="204241"/>
                </a:lnTo>
                <a:lnTo>
                  <a:pt x="0" y="231648"/>
                </a:lnTo>
                <a:lnTo>
                  <a:pt x="4572" y="234696"/>
                </a:lnTo>
                <a:lnTo>
                  <a:pt x="21958" y="220154"/>
                </a:lnTo>
                <a:lnTo>
                  <a:pt x="41910" y="199453"/>
                </a:lnTo>
                <a:lnTo>
                  <a:pt x="64160" y="172770"/>
                </a:lnTo>
                <a:lnTo>
                  <a:pt x="88392" y="140208"/>
                </a:lnTo>
                <a:lnTo>
                  <a:pt x="103632" y="132588"/>
                </a:lnTo>
                <a:close/>
              </a:path>
              <a:path w="1270000" h="411479">
                <a:moveTo>
                  <a:pt x="181356" y="332232"/>
                </a:moveTo>
                <a:lnTo>
                  <a:pt x="163855" y="297992"/>
                </a:lnTo>
                <a:lnTo>
                  <a:pt x="131064" y="266700"/>
                </a:lnTo>
                <a:lnTo>
                  <a:pt x="138823" y="252984"/>
                </a:lnTo>
                <a:lnTo>
                  <a:pt x="144805" y="242417"/>
                </a:lnTo>
                <a:lnTo>
                  <a:pt x="156400" y="224409"/>
                </a:lnTo>
                <a:lnTo>
                  <a:pt x="166001" y="212699"/>
                </a:lnTo>
                <a:lnTo>
                  <a:pt x="173736" y="207264"/>
                </a:lnTo>
                <a:lnTo>
                  <a:pt x="141732" y="181356"/>
                </a:lnTo>
                <a:lnTo>
                  <a:pt x="138328" y="196202"/>
                </a:lnTo>
                <a:lnTo>
                  <a:pt x="132778" y="213169"/>
                </a:lnTo>
                <a:lnTo>
                  <a:pt x="125234" y="232156"/>
                </a:lnTo>
                <a:lnTo>
                  <a:pt x="115824" y="252984"/>
                </a:lnTo>
                <a:lnTo>
                  <a:pt x="101854" y="241820"/>
                </a:lnTo>
                <a:lnTo>
                  <a:pt x="87439" y="231076"/>
                </a:lnTo>
                <a:lnTo>
                  <a:pt x="72758" y="220624"/>
                </a:lnTo>
                <a:lnTo>
                  <a:pt x="57912" y="210312"/>
                </a:lnTo>
                <a:lnTo>
                  <a:pt x="54864" y="216408"/>
                </a:lnTo>
                <a:lnTo>
                  <a:pt x="66611" y="227291"/>
                </a:lnTo>
                <a:lnTo>
                  <a:pt x="79057" y="239458"/>
                </a:lnTo>
                <a:lnTo>
                  <a:pt x="92303" y="252984"/>
                </a:lnTo>
                <a:lnTo>
                  <a:pt x="106680" y="268224"/>
                </a:lnTo>
                <a:lnTo>
                  <a:pt x="83616" y="305117"/>
                </a:lnTo>
                <a:lnTo>
                  <a:pt x="58102" y="338137"/>
                </a:lnTo>
                <a:lnTo>
                  <a:pt x="30607" y="367461"/>
                </a:lnTo>
                <a:lnTo>
                  <a:pt x="1524" y="393192"/>
                </a:lnTo>
                <a:lnTo>
                  <a:pt x="4572" y="399288"/>
                </a:lnTo>
                <a:lnTo>
                  <a:pt x="36601" y="376694"/>
                </a:lnTo>
                <a:lnTo>
                  <a:pt x="66484" y="349948"/>
                </a:lnTo>
                <a:lnTo>
                  <a:pt x="94373" y="318922"/>
                </a:lnTo>
                <a:lnTo>
                  <a:pt x="120396" y="283464"/>
                </a:lnTo>
                <a:lnTo>
                  <a:pt x="133019" y="299808"/>
                </a:lnTo>
                <a:lnTo>
                  <a:pt x="143637" y="314706"/>
                </a:lnTo>
                <a:lnTo>
                  <a:pt x="152552" y="328472"/>
                </a:lnTo>
                <a:lnTo>
                  <a:pt x="160020" y="341376"/>
                </a:lnTo>
                <a:lnTo>
                  <a:pt x="164592" y="353568"/>
                </a:lnTo>
                <a:lnTo>
                  <a:pt x="167640" y="358140"/>
                </a:lnTo>
                <a:lnTo>
                  <a:pt x="172212" y="358140"/>
                </a:lnTo>
                <a:lnTo>
                  <a:pt x="175260" y="355092"/>
                </a:lnTo>
                <a:lnTo>
                  <a:pt x="178308" y="348996"/>
                </a:lnTo>
                <a:lnTo>
                  <a:pt x="181356" y="336804"/>
                </a:lnTo>
                <a:lnTo>
                  <a:pt x="181356" y="332232"/>
                </a:lnTo>
                <a:close/>
              </a:path>
              <a:path w="1270000" h="411479">
                <a:moveTo>
                  <a:pt x="198120" y="153924"/>
                </a:moveTo>
                <a:lnTo>
                  <a:pt x="166497" y="127444"/>
                </a:lnTo>
                <a:lnTo>
                  <a:pt x="135636" y="111252"/>
                </a:lnTo>
                <a:lnTo>
                  <a:pt x="131064" y="117348"/>
                </a:lnTo>
                <a:lnTo>
                  <a:pt x="144805" y="131927"/>
                </a:lnTo>
                <a:lnTo>
                  <a:pt x="156400" y="145923"/>
                </a:lnTo>
                <a:lnTo>
                  <a:pt x="166001" y="159359"/>
                </a:lnTo>
                <a:lnTo>
                  <a:pt x="173736" y="172212"/>
                </a:lnTo>
                <a:lnTo>
                  <a:pt x="178308" y="182880"/>
                </a:lnTo>
                <a:lnTo>
                  <a:pt x="181356" y="188976"/>
                </a:lnTo>
                <a:lnTo>
                  <a:pt x="187452" y="188976"/>
                </a:lnTo>
                <a:lnTo>
                  <a:pt x="190500" y="184404"/>
                </a:lnTo>
                <a:lnTo>
                  <a:pt x="193548" y="178308"/>
                </a:lnTo>
                <a:lnTo>
                  <a:pt x="196596" y="170688"/>
                </a:lnTo>
                <a:lnTo>
                  <a:pt x="198120" y="164592"/>
                </a:lnTo>
                <a:lnTo>
                  <a:pt x="198120" y="153924"/>
                </a:lnTo>
                <a:close/>
              </a:path>
              <a:path w="1270000" h="411479">
                <a:moveTo>
                  <a:pt x="222504" y="96012"/>
                </a:moveTo>
                <a:lnTo>
                  <a:pt x="190500" y="65532"/>
                </a:lnTo>
                <a:lnTo>
                  <a:pt x="169164" y="85344"/>
                </a:lnTo>
                <a:lnTo>
                  <a:pt x="124968" y="85344"/>
                </a:lnTo>
                <a:lnTo>
                  <a:pt x="131064" y="77724"/>
                </a:lnTo>
                <a:lnTo>
                  <a:pt x="135636" y="70104"/>
                </a:lnTo>
                <a:lnTo>
                  <a:pt x="135636" y="62484"/>
                </a:lnTo>
                <a:lnTo>
                  <a:pt x="105156" y="24765"/>
                </a:lnTo>
                <a:lnTo>
                  <a:pt x="77724" y="7620"/>
                </a:lnTo>
                <a:lnTo>
                  <a:pt x="73152" y="10668"/>
                </a:lnTo>
                <a:lnTo>
                  <a:pt x="81711" y="22694"/>
                </a:lnTo>
                <a:lnTo>
                  <a:pt x="88963" y="33718"/>
                </a:lnTo>
                <a:lnTo>
                  <a:pt x="94805" y="43891"/>
                </a:lnTo>
                <a:lnTo>
                  <a:pt x="99060" y="53340"/>
                </a:lnTo>
                <a:lnTo>
                  <a:pt x="103060" y="61341"/>
                </a:lnTo>
                <a:lnTo>
                  <a:pt x="105918" y="69342"/>
                </a:lnTo>
                <a:lnTo>
                  <a:pt x="107632" y="77343"/>
                </a:lnTo>
                <a:lnTo>
                  <a:pt x="108204" y="85344"/>
                </a:lnTo>
                <a:lnTo>
                  <a:pt x="12192" y="85344"/>
                </a:lnTo>
                <a:lnTo>
                  <a:pt x="27432" y="102108"/>
                </a:lnTo>
                <a:lnTo>
                  <a:pt x="36868" y="99237"/>
                </a:lnTo>
                <a:lnTo>
                  <a:pt x="46863" y="97345"/>
                </a:lnTo>
                <a:lnTo>
                  <a:pt x="57442" y="96329"/>
                </a:lnTo>
                <a:lnTo>
                  <a:pt x="68580" y="96012"/>
                </a:lnTo>
                <a:lnTo>
                  <a:pt x="222504" y="96012"/>
                </a:lnTo>
                <a:close/>
              </a:path>
              <a:path w="1270000" h="411479">
                <a:moveTo>
                  <a:pt x="397764" y="121920"/>
                </a:moveTo>
                <a:lnTo>
                  <a:pt x="386562" y="111252"/>
                </a:lnTo>
                <a:lnTo>
                  <a:pt x="365760" y="91440"/>
                </a:lnTo>
                <a:lnTo>
                  <a:pt x="345948" y="111252"/>
                </a:lnTo>
                <a:lnTo>
                  <a:pt x="327660" y="111252"/>
                </a:lnTo>
                <a:lnTo>
                  <a:pt x="327660" y="121920"/>
                </a:lnTo>
                <a:lnTo>
                  <a:pt x="320802" y="168503"/>
                </a:lnTo>
                <a:lnTo>
                  <a:pt x="311658" y="209931"/>
                </a:lnTo>
                <a:lnTo>
                  <a:pt x="300228" y="246227"/>
                </a:lnTo>
                <a:lnTo>
                  <a:pt x="286512" y="277368"/>
                </a:lnTo>
                <a:lnTo>
                  <a:pt x="273900" y="248221"/>
                </a:lnTo>
                <a:lnTo>
                  <a:pt x="263271" y="215646"/>
                </a:lnTo>
                <a:lnTo>
                  <a:pt x="254368" y="179641"/>
                </a:lnTo>
                <a:lnTo>
                  <a:pt x="249491" y="153924"/>
                </a:lnTo>
                <a:lnTo>
                  <a:pt x="246888" y="140208"/>
                </a:lnTo>
                <a:lnTo>
                  <a:pt x="252984" y="121920"/>
                </a:lnTo>
                <a:lnTo>
                  <a:pt x="327660" y="121920"/>
                </a:lnTo>
                <a:lnTo>
                  <a:pt x="327660" y="111252"/>
                </a:lnTo>
                <a:lnTo>
                  <a:pt x="256032" y="111252"/>
                </a:lnTo>
                <a:lnTo>
                  <a:pt x="267449" y="82664"/>
                </a:lnTo>
                <a:lnTo>
                  <a:pt x="276415" y="60769"/>
                </a:lnTo>
                <a:lnTo>
                  <a:pt x="282829" y="45466"/>
                </a:lnTo>
                <a:lnTo>
                  <a:pt x="286512" y="36576"/>
                </a:lnTo>
                <a:lnTo>
                  <a:pt x="289560" y="30480"/>
                </a:lnTo>
                <a:lnTo>
                  <a:pt x="295656" y="24384"/>
                </a:lnTo>
                <a:lnTo>
                  <a:pt x="303276" y="21336"/>
                </a:lnTo>
                <a:lnTo>
                  <a:pt x="262128" y="0"/>
                </a:lnTo>
                <a:lnTo>
                  <a:pt x="251320" y="51384"/>
                </a:lnTo>
                <a:lnTo>
                  <a:pt x="238937" y="99237"/>
                </a:lnTo>
                <a:lnTo>
                  <a:pt x="224713" y="143967"/>
                </a:lnTo>
                <a:lnTo>
                  <a:pt x="208635" y="185026"/>
                </a:lnTo>
                <a:lnTo>
                  <a:pt x="190500" y="222504"/>
                </a:lnTo>
                <a:lnTo>
                  <a:pt x="196596" y="227076"/>
                </a:lnTo>
                <a:lnTo>
                  <a:pt x="207124" y="212217"/>
                </a:lnTo>
                <a:lnTo>
                  <a:pt x="217932" y="195072"/>
                </a:lnTo>
                <a:lnTo>
                  <a:pt x="228752" y="175641"/>
                </a:lnTo>
                <a:lnTo>
                  <a:pt x="239268" y="153924"/>
                </a:lnTo>
                <a:lnTo>
                  <a:pt x="243230" y="189357"/>
                </a:lnTo>
                <a:lnTo>
                  <a:pt x="250317" y="224790"/>
                </a:lnTo>
                <a:lnTo>
                  <a:pt x="260273" y="260223"/>
                </a:lnTo>
                <a:lnTo>
                  <a:pt x="272796" y="295656"/>
                </a:lnTo>
                <a:lnTo>
                  <a:pt x="246494" y="325640"/>
                </a:lnTo>
                <a:lnTo>
                  <a:pt x="215455" y="353758"/>
                </a:lnTo>
                <a:lnTo>
                  <a:pt x="179578" y="379882"/>
                </a:lnTo>
                <a:lnTo>
                  <a:pt x="138684" y="403860"/>
                </a:lnTo>
                <a:lnTo>
                  <a:pt x="141732" y="409956"/>
                </a:lnTo>
                <a:lnTo>
                  <a:pt x="182105" y="390486"/>
                </a:lnTo>
                <a:lnTo>
                  <a:pt x="218884" y="368427"/>
                </a:lnTo>
                <a:lnTo>
                  <a:pt x="252539" y="343522"/>
                </a:lnTo>
                <a:lnTo>
                  <a:pt x="283464" y="315468"/>
                </a:lnTo>
                <a:lnTo>
                  <a:pt x="300875" y="341376"/>
                </a:lnTo>
                <a:lnTo>
                  <a:pt x="319087" y="364426"/>
                </a:lnTo>
                <a:lnTo>
                  <a:pt x="338124" y="384263"/>
                </a:lnTo>
                <a:lnTo>
                  <a:pt x="358140" y="400812"/>
                </a:lnTo>
                <a:lnTo>
                  <a:pt x="363029" y="392798"/>
                </a:lnTo>
                <a:lnTo>
                  <a:pt x="370903" y="386905"/>
                </a:lnTo>
                <a:lnTo>
                  <a:pt x="381939" y="383032"/>
                </a:lnTo>
                <a:lnTo>
                  <a:pt x="396240" y="381000"/>
                </a:lnTo>
                <a:lnTo>
                  <a:pt x="396240" y="374904"/>
                </a:lnTo>
                <a:lnTo>
                  <a:pt x="370509" y="366890"/>
                </a:lnTo>
                <a:lnTo>
                  <a:pt x="345757" y="351853"/>
                </a:lnTo>
                <a:lnTo>
                  <a:pt x="321881" y="329692"/>
                </a:lnTo>
                <a:lnTo>
                  <a:pt x="310692" y="315468"/>
                </a:lnTo>
                <a:lnTo>
                  <a:pt x="298704" y="300228"/>
                </a:lnTo>
                <a:lnTo>
                  <a:pt x="316687" y="261874"/>
                </a:lnTo>
                <a:lnTo>
                  <a:pt x="331660" y="219646"/>
                </a:lnTo>
                <a:lnTo>
                  <a:pt x="343496" y="173151"/>
                </a:lnTo>
                <a:lnTo>
                  <a:pt x="352044" y="121920"/>
                </a:lnTo>
                <a:lnTo>
                  <a:pt x="397764" y="121920"/>
                </a:lnTo>
                <a:close/>
              </a:path>
              <a:path w="1270000" h="411479">
                <a:moveTo>
                  <a:pt x="583704" y="25908"/>
                </a:moveTo>
                <a:lnTo>
                  <a:pt x="548652" y="3048"/>
                </a:lnTo>
                <a:lnTo>
                  <a:pt x="541769" y="23342"/>
                </a:lnTo>
                <a:lnTo>
                  <a:pt x="532460" y="47625"/>
                </a:lnTo>
                <a:lnTo>
                  <a:pt x="505980" y="108204"/>
                </a:lnTo>
                <a:lnTo>
                  <a:pt x="472833" y="169926"/>
                </a:lnTo>
                <a:lnTo>
                  <a:pt x="437400" y="222504"/>
                </a:lnTo>
                <a:lnTo>
                  <a:pt x="441972" y="228600"/>
                </a:lnTo>
                <a:lnTo>
                  <a:pt x="456272" y="214312"/>
                </a:lnTo>
                <a:lnTo>
                  <a:pt x="471881" y="196596"/>
                </a:lnTo>
                <a:lnTo>
                  <a:pt x="488899" y="175450"/>
                </a:lnTo>
                <a:lnTo>
                  <a:pt x="507504" y="150876"/>
                </a:lnTo>
                <a:lnTo>
                  <a:pt x="507504" y="329184"/>
                </a:lnTo>
                <a:lnTo>
                  <a:pt x="507225" y="344195"/>
                </a:lnTo>
                <a:lnTo>
                  <a:pt x="506577" y="361569"/>
                </a:lnTo>
                <a:lnTo>
                  <a:pt x="504456" y="411480"/>
                </a:lnTo>
                <a:lnTo>
                  <a:pt x="533412" y="397764"/>
                </a:lnTo>
                <a:lnTo>
                  <a:pt x="532523" y="375196"/>
                </a:lnTo>
                <a:lnTo>
                  <a:pt x="532079" y="355473"/>
                </a:lnTo>
                <a:lnTo>
                  <a:pt x="531964" y="344195"/>
                </a:lnTo>
                <a:lnTo>
                  <a:pt x="531888" y="150876"/>
                </a:lnTo>
                <a:lnTo>
                  <a:pt x="531888" y="147828"/>
                </a:lnTo>
                <a:lnTo>
                  <a:pt x="545604" y="134112"/>
                </a:lnTo>
                <a:lnTo>
                  <a:pt x="522744" y="123444"/>
                </a:lnTo>
                <a:lnTo>
                  <a:pt x="541985" y="87249"/>
                </a:lnTo>
                <a:lnTo>
                  <a:pt x="564629" y="46482"/>
                </a:lnTo>
                <a:lnTo>
                  <a:pt x="577723" y="30480"/>
                </a:lnTo>
                <a:lnTo>
                  <a:pt x="583704" y="25908"/>
                </a:lnTo>
                <a:close/>
              </a:path>
              <a:path w="1270000" h="411479">
                <a:moveTo>
                  <a:pt x="640092" y="106680"/>
                </a:moveTo>
                <a:lnTo>
                  <a:pt x="601395" y="68110"/>
                </a:lnTo>
                <a:lnTo>
                  <a:pt x="583704" y="56388"/>
                </a:lnTo>
                <a:lnTo>
                  <a:pt x="577608" y="60960"/>
                </a:lnTo>
                <a:lnTo>
                  <a:pt x="591019" y="79248"/>
                </a:lnTo>
                <a:lnTo>
                  <a:pt x="601611" y="95440"/>
                </a:lnTo>
                <a:lnTo>
                  <a:pt x="609320" y="109613"/>
                </a:lnTo>
                <a:lnTo>
                  <a:pt x="614184" y="121920"/>
                </a:lnTo>
                <a:lnTo>
                  <a:pt x="617232" y="131064"/>
                </a:lnTo>
                <a:lnTo>
                  <a:pt x="620280" y="135636"/>
                </a:lnTo>
                <a:lnTo>
                  <a:pt x="627900" y="135636"/>
                </a:lnTo>
                <a:lnTo>
                  <a:pt x="630948" y="132588"/>
                </a:lnTo>
                <a:lnTo>
                  <a:pt x="633996" y="128016"/>
                </a:lnTo>
                <a:lnTo>
                  <a:pt x="638568" y="121920"/>
                </a:lnTo>
                <a:lnTo>
                  <a:pt x="640092" y="115824"/>
                </a:lnTo>
                <a:lnTo>
                  <a:pt x="640092" y="106680"/>
                </a:lnTo>
                <a:close/>
              </a:path>
              <a:path w="1270000" h="411479">
                <a:moveTo>
                  <a:pt x="797064" y="79248"/>
                </a:moveTo>
                <a:lnTo>
                  <a:pt x="763536" y="50292"/>
                </a:lnTo>
                <a:lnTo>
                  <a:pt x="758126" y="66611"/>
                </a:lnTo>
                <a:lnTo>
                  <a:pt x="748868" y="85915"/>
                </a:lnTo>
                <a:lnTo>
                  <a:pt x="735977" y="108204"/>
                </a:lnTo>
                <a:lnTo>
                  <a:pt x="719340" y="134112"/>
                </a:lnTo>
                <a:lnTo>
                  <a:pt x="723912" y="138684"/>
                </a:lnTo>
                <a:lnTo>
                  <a:pt x="733069" y="130403"/>
                </a:lnTo>
                <a:lnTo>
                  <a:pt x="742391" y="121539"/>
                </a:lnTo>
                <a:lnTo>
                  <a:pt x="751979" y="112115"/>
                </a:lnTo>
                <a:lnTo>
                  <a:pt x="762012" y="102108"/>
                </a:lnTo>
                <a:lnTo>
                  <a:pt x="771766" y="92964"/>
                </a:lnTo>
                <a:lnTo>
                  <a:pt x="780681" y="86106"/>
                </a:lnTo>
                <a:lnTo>
                  <a:pt x="789012" y="81534"/>
                </a:lnTo>
                <a:lnTo>
                  <a:pt x="797064" y="79248"/>
                </a:lnTo>
                <a:close/>
              </a:path>
              <a:path w="1270000" h="411479">
                <a:moveTo>
                  <a:pt x="841260" y="266700"/>
                </a:moveTo>
                <a:lnTo>
                  <a:pt x="807732" y="233172"/>
                </a:lnTo>
                <a:lnTo>
                  <a:pt x="784872" y="256032"/>
                </a:lnTo>
                <a:lnTo>
                  <a:pt x="694956" y="256032"/>
                </a:lnTo>
                <a:lnTo>
                  <a:pt x="694956" y="173736"/>
                </a:lnTo>
                <a:lnTo>
                  <a:pt x="812304" y="173736"/>
                </a:lnTo>
                <a:lnTo>
                  <a:pt x="781824" y="143256"/>
                </a:lnTo>
                <a:lnTo>
                  <a:pt x="760488" y="164592"/>
                </a:lnTo>
                <a:lnTo>
                  <a:pt x="694956" y="164592"/>
                </a:lnTo>
                <a:lnTo>
                  <a:pt x="694956" y="36576"/>
                </a:lnTo>
                <a:lnTo>
                  <a:pt x="710196" y="22860"/>
                </a:lnTo>
                <a:lnTo>
                  <a:pt x="669048" y="3048"/>
                </a:lnTo>
                <a:lnTo>
                  <a:pt x="669925" y="21323"/>
                </a:lnTo>
                <a:lnTo>
                  <a:pt x="670356" y="36576"/>
                </a:lnTo>
                <a:lnTo>
                  <a:pt x="670496" y="46482"/>
                </a:lnTo>
                <a:lnTo>
                  <a:pt x="670572" y="164592"/>
                </a:lnTo>
                <a:lnTo>
                  <a:pt x="563892" y="164592"/>
                </a:lnTo>
                <a:lnTo>
                  <a:pt x="580656" y="179832"/>
                </a:lnTo>
                <a:lnTo>
                  <a:pt x="590080" y="177596"/>
                </a:lnTo>
                <a:lnTo>
                  <a:pt x="600087" y="175641"/>
                </a:lnTo>
                <a:lnTo>
                  <a:pt x="610654" y="174269"/>
                </a:lnTo>
                <a:lnTo>
                  <a:pt x="621804" y="173736"/>
                </a:lnTo>
                <a:lnTo>
                  <a:pt x="670572" y="173736"/>
                </a:lnTo>
                <a:lnTo>
                  <a:pt x="670572" y="256032"/>
                </a:lnTo>
                <a:lnTo>
                  <a:pt x="541032" y="256032"/>
                </a:lnTo>
                <a:lnTo>
                  <a:pt x="557796" y="271272"/>
                </a:lnTo>
                <a:lnTo>
                  <a:pt x="567220" y="269278"/>
                </a:lnTo>
                <a:lnTo>
                  <a:pt x="577227" y="267843"/>
                </a:lnTo>
                <a:lnTo>
                  <a:pt x="587794" y="266992"/>
                </a:lnTo>
                <a:lnTo>
                  <a:pt x="598944" y="266700"/>
                </a:lnTo>
                <a:lnTo>
                  <a:pt x="670572" y="266700"/>
                </a:lnTo>
                <a:lnTo>
                  <a:pt x="670496" y="344195"/>
                </a:lnTo>
                <a:lnTo>
                  <a:pt x="670331" y="353593"/>
                </a:lnTo>
                <a:lnTo>
                  <a:pt x="669810" y="369760"/>
                </a:lnTo>
                <a:lnTo>
                  <a:pt x="669277" y="388505"/>
                </a:lnTo>
                <a:lnTo>
                  <a:pt x="669048" y="409956"/>
                </a:lnTo>
                <a:lnTo>
                  <a:pt x="696480" y="397764"/>
                </a:lnTo>
                <a:lnTo>
                  <a:pt x="695591" y="379526"/>
                </a:lnTo>
                <a:lnTo>
                  <a:pt x="695159" y="362331"/>
                </a:lnTo>
                <a:lnTo>
                  <a:pt x="695058" y="353593"/>
                </a:lnTo>
                <a:lnTo>
                  <a:pt x="694956" y="266700"/>
                </a:lnTo>
                <a:lnTo>
                  <a:pt x="841260" y="266700"/>
                </a:lnTo>
                <a:close/>
              </a:path>
              <a:path w="1270000" h="411479">
                <a:moveTo>
                  <a:pt x="1018032" y="24384"/>
                </a:moveTo>
                <a:lnTo>
                  <a:pt x="979932" y="0"/>
                </a:lnTo>
                <a:lnTo>
                  <a:pt x="975360" y="19773"/>
                </a:lnTo>
                <a:lnTo>
                  <a:pt x="968502" y="42672"/>
                </a:lnTo>
                <a:lnTo>
                  <a:pt x="947928" y="99060"/>
                </a:lnTo>
                <a:lnTo>
                  <a:pt x="918591" y="161925"/>
                </a:lnTo>
                <a:lnTo>
                  <a:pt x="882396" y="222504"/>
                </a:lnTo>
                <a:lnTo>
                  <a:pt x="886968" y="227076"/>
                </a:lnTo>
                <a:lnTo>
                  <a:pt x="903884" y="207911"/>
                </a:lnTo>
                <a:lnTo>
                  <a:pt x="920496" y="186880"/>
                </a:lnTo>
                <a:lnTo>
                  <a:pt x="937120" y="163855"/>
                </a:lnTo>
                <a:lnTo>
                  <a:pt x="954024" y="138684"/>
                </a:lnTo>
                <a:lnTo>
                  <a:pt x="953985" y="320040"/>
                </a:lnTo>
                <a:lnTo>
                  <a:pt x="953795" y="331304"/>
                </a:lnTo>
                <a:lnTo>
                  <a:pt x="953262" y="351472"/>
                </a:lnTo>
                <a:lnTo>
                  <a:pt x="952741" y="377647"/>
                </a:lnTo>
                <a:lnTo>
                  <a:pt x="952500" y="409956"/>
                </a:lnTo>
                <a:lnTo>
                  <a:pt x="978408" y="391668"/>
                </a:lnTo>
                <a:lnTo>
                  <a:pt x="977531" y="372554"/>
                </a:lnTo>
                <a:lnTo>
                  <a:pt x="977074" y="354139"/>
                </a:lnTo>
                <a:lnTo>
                  <a:pt x="976909" y="336600"/>
                </a:lnTo>
                <a:lnTo>
                  <a:pt x="976884" y="138684"/>
                </a:lnTo>
                <a:lnTo>
                  <a:pt x="976884" y="134112"/>
                </a:lnTo>
                <a:lnTo>
                  <a:pt x="993648" y="121920"/>
                </a:lnTo>
                <a:lnTo>
                  <a:pt x="967740" y="108204"/>
                </a:lnTo>
                <a:lnTo>
                  <a:pt x="973175" y="96774"/>
                </a:lnTo>
                <a:lnTo>
                  <a:pt x="980313" y="80772"/>
                </a:lnTo>
                <a:lnTo>
                  <a:pt x="989177" y="60198"/>
                </a:lnTo>
                <a:lnTo>
                  <a:pt x="999744" y="35052"/>
                </a:lnTo>
                <a:lnTo>
                  <a:pt x="1018032" y="24384"/>
                </a:lnTo>
                <a:close/>
              </a:path>
              <a:path w="1270000" h="411479">
                <a:moveTo>
                  <a:pt x="1243584" y="44196"/>
                </a:moveTo>
                <a:lnTo>
                  <a:pt x="1239888" y="41148"/>
                </a:lnTo>
                <a:lnTo>
                  <a:pt x="1217676" y="22860"/>
                </a:lnTo>
                <a:lnTo>
                  <a:pt x="1207008" y="38862"/>
                </a:lnTo>
                <a:lnTo>
                  <a:pt x="1207008" y="50292"/>
                </a:lnTo>
                <a:lnTo>
                  <a:pt x="1207008" y="146304"/>
                </a:lnTo>
                <a:lnTo>
                  <a:pt x="1088136" y="146304"/>
                </a:lnTo>
                <a:lnTo>
                  <a:pt x="1088136" y="50292"/>
                </a:lnTo>
                <a:lnTo>
                  <a:pt x="1207008" y="50292"/>
                </a:lnTo>
                <a:lnTo>
                  <a:pt x="1207008" y="38862"/>
                </a:lnTo>
                <a:lnTo>
                  <a:pt x="1205484" y="41148"/>
                </a:lnTo>
                <a:lnTo>
                  <a:pt x="1088136" y="41148"/>
                </a:lnTo>
                <a:lnTo>
                  <a:pt x="1063752" y="24384"/>
                </a:lnTo>
                <a:lnTo>
                  <a:pt x="1063993" y="44704"/>
                </a:lnTo>
                <a:lnTo>
                  <a:pt x="1065047" y="84188"/>
                </a:lnTo>
                <a:lnTo>
                  <a:pt x="1065276" y="103632"/>
                </a:lnTo>
                <a:lnTo>
                  <a:pt x="1065047" y="123329"/>
                </a:lnTo>
                <a:lnTo>
                  <a:pt x="1063993" y="163855"/>
                </a:lnTo>
                <a:lnTo>
                  <a:pt x="1063752" y="184404"/>
                </a:lnTo>
                <a:lnTo>
                  <a:pt x="1088136" y="176784"/>
                </a:lnTo>
                <a:lnTo>
                  <a:pt x="1088136" y="156972"/>
                </a:lnTo>
                <a:lnTo>
                  <a:pt x="1207008" y="156972"/>
                </a:lnTo>
                <a:lnTo>
                  <a:pt x="1207008" y="181356"/>
                </a:lnTo>
                <a:lnTo>
                  <a:pt x="1231392" y="172212"/>
                </a:lnTo>
                <a:lnTo>
                  <a:pt x="1230515" y="161074"/>
                </a:lnTo>
                <a:lnTo>
                  <a:pt x="1230376" y="156972"/>
                </a:lnTo>
                <a:lnTo>
                  <a:pt x="1230058" y="148209"/>
                </a:lnTo>
                <a:lnTo>
                  <a:pt x="1230045" y="146304"/>
                </a:lnTo>
                <a:lnTo>
                  <a:pt x="1229893" y="133642"/>
                </a:lnTo>
                <a:lnTo>
                  <a:pt x="1229868" y="56388"/>
                </a:lnTo>
                <a:lnTo>
                  <a:pt x="1236726" y="50292"/>
                </a:lnTo>
                <a:lnTo>
                  <a:pt x="1243584" y="44196"/>
                </a:lnTo>
                <a:close/>
              </a:path>
              <a:path w="1270000" h="411479">
                <a:moveTo>
                  <a:pt x="1269492" y="230124"/>
                </a:moveTo>
                <a:lnTo>
                  <a:pt x="1265631" y="227076"/>
                </a:lnTo>
                <a:lnTo>
                  <a:pt x="1240536" y="207264"/>
                </a:lnTo>
                <a:lnTo>
                  <a:pt x="1231392" y="222123"/>
                </a:lnTo>
                <a:lnTo>
                  <a:pt x="1231392" y="237744"/>
                </a:lnTo>
                <a:lnTo>
                  <a:pt x="1231392" y="344424"/>
                </a:lnTo>
                <a:lnTo>
                  <a:pt x="1060704" y="344424"/>
                </a:lnTo>
                <a:lnTo>
                  <a:pt x="1060704" y="237744"/>
                </a:lnTo>
                <a:lnTo>
                  <a:pt x="1231392" y="237744"/>
                </a:lnTo>
                <a:lnTo>
                  <a:pt x="1231392" y="222123"/>
                </a:lnTo>
                <a:lnTo>
                  <a:pt x="1228344" y="227076"/>
                </a:lnTo>
                <a:lnTo>
                  <a:pt x="1060704" y="227076"/>
                </a:lnTo>
                <a:lnTo>
                  <a:pt x="1034796" y="208788"/>
                </a:lnTo>
                <a:lnTo>
                  <a:pt x="1035685" y="223913"/>
                </a:lnTo>
                <a:lnTo>
                  <a:pt x="1036129" y="237172"/>
                </a:lnTo>
                <a:lnTo>
                  <a:pt x="1036205" y="242316"/>
                </a:lnTo>
                <a:lnTo>
                  <a:pt x="1036129" y="374713"/>
                </a:lnTo>
                <a:lnTo>
                  <a:pt x="1035685" y="387464"/>
                </a:lnTo>
                <a:lnTo>
                  <a:pt x="1034796" y="402336"/>
                </a:lnTo>
                <a:lnTo>
                  <a:pt x="1060704" y="390144"/>
                </a:lnTo>
                <a:lnTo>
                  <a:pt x="1060704" y="355092"/>
                </a:lnTo>
                <a:lnTo>
                  <a:pt x="1231392" y="355092"/>
                </a:lnTo>
                <a:lnTo>
                  <a:pt x="1231392" y="394716"/>
                </a:lnTo>
                <a:lnTo>
                  <a:pt x="1257300" y="385572"/>
                </a:lnTo>
                <a:lnTo>
                  <a:pt x="1257071" y="366458"/>
                </a:lnTo>
                <a:lnTo>
                  <a:pt x="1256741" y="355092"/>
                </a:lnTo>
                <a:lnTo>
                  <a:pt x="1256423" y="344424"/>
                </a:lnTo>
                <a:lnTo>
                  <a:pt x="1256017" y="330504"/>
                </a:lnTo>
                <a:lnTo>
                  <a:pt x="1255776" y="313944"/>
                </a:lnTo>
                <a:lnTo>
                  <a:pt x="1255776" y="242316"/>
                </a:lnTo>
                <a:lnTo>
                  <a:pt x="1260919" y="237744"/>
                </a:lnTo>
                <a:lnTo>
                  <a:pt x="1269492" y="23012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pic>
        <p:nvPicPr>
          <p:cNvPr id="75" name="object 75"/>
          <p:cNvPicPr/>
          <p:nvPr/>
        </p:nvPicPr>
        <p:blipFill>
          <a:blip r:embed="rId12" cstate="print"/>
          <a:stretch>
            <a:fillRect/>
          </a:stretch>
        </p:blipFill>
        <p:spPr>
          <a:xfrm>
            <a:off x="5980176" y="4713827"/>
            <a:ext cx="70104" cy="118776"/>
          </a:xfrm>
          <a:prstGeom prst="rect">
            <a:avLst/>
          </a:prstGeom>
        </p:spPr>
      </p:pic>
      <p:sp>
        <p:nvSpPr>
          <p:cNvPr id="76" name="object 76"/>
          <p:cNvSpPr/>
          <p:nvPr/>
        </p:nvSpPr>
        <p:spPr>
          <a:xfrm>
            <a:off x="6388608" y="4450079"/>
            <a:ext cx="1295400" cy="410209"/>
          </a:xfrm>
          <a:custGeom>
            <a:avLst/>
            <a:gdLst/>
            <a:ahLst/>
            <a:cxnLst/>
            <a:rect l="l" t="t" r="r" b="b"/>
            <a:pathLst>
              <a:path w="1295400" h="410210">
                <a:moveTo>
                  <a:pt x="408432" y="381000"/>
                </a:moveTo>
                <a:lnTo>
                  <a:pt x="367284" y="341376"/>
                </a:lnTo>
                <a:lnTo>
                  <a:pt x="338328" y="370332"/>
                </a:lnTo>
                <a:lnTo>
                  <a:pt x="312420" y="370332"/>
                </a:lnTo>
                <a:lnTo>
                  <a:pt x="312420" y="50292"/>
                </a:lnTo>
                <a:lnTo>
                  <a:pt x="317563" y="45720"/>
                </a:lnTo>
                <a:lnTo>
                  <a:pt x="326136" y="38100"/>
                </a:lnTo>
                <a:lnTo>
                  <a:pt x="321564" y="35052"/>
                </a:lnTo>
                <a:lnTo>
                  <a:pt x="294132" y="16764"/>
                </a:lnTo>
                <a:lnTo>
                  <a:pt x="286512" y="28194"/>
                </a:lnTo>
                <a:lnTo>
                  <a:pt x="286512" y="45720"/>
                </a:lnTo>
                <a:lnTo>
                  <a:pt x="286512" y="144780"/>
                </a:lnTo>
                <a:lnTo>
                  <a:pt x="286512" y="155448"/>
                </a:lnTo>
                <a:lnTo>
                  <a:pt x="286512" y="254508"/>
                </a:lnTo>
                <a:lnTo>
                  <a:pt x="286512" y="265176"/>
                </a:lnTo>
                <a:lnTo>
                  <a:pt x="286512" y="370332"/>
                </a:lnTo>
                <a:lnTo>
                  <a:pt x="129540" y="370332"/>
                </a:lnTo>
                <a:lnTo>
                  <a:pt x="129540" y="265176"/>
                </a:lnTo>
                <a:lnTo>
                  <a:pt x="286512" y="265176"/>
                </a:lnTo>
                <a:lnTo>
                  <a:pt x="286512" y="254508"/>
                </a:lnTo>
                <a:lnTo>
                  <a:pt x="129540" y="254508"/>
                </a:lnTo>
                <a:lnTo>
                  <a:pt x="129540" y="155448"/>
                </a:lnTo>
                <a:lnTo>
                  <a:pt x="286512" y="155448"/>
                </a:lnTo>
                <a:lnTo>
                  <a:pt x="286512" y="144780"/>
                </a:lnTo>
                <a:lnTo>
                  <a:pt x="129540" y="144780"/>
                </a:lnTo>
                <a:lnTo>
                  <a:pt x="129540" y="45720"/>
                </a:lnTo>
                <a:lnTo>
                  <a:pt x="286512" y="45720"/>
                </a:lnTo>
                <a:lnTo>
                  <a:pt x="286512" y="28194"/>
                </a:lnTo>
                <a:lnTo>
                  <a:pt x="281940" y="35052"/>
                </a:lnTo>
                <a:lnTo>
                  <a:pt x="129540" y="35052"/>
                </a:lnTo>
                <a:lnTo>
                  <a:pt x="102108" y="18288"/>
                </a:lnTo>
                <a:lnTo>
                  <a:pt x="102349" y="38100"/>
                </a:lnTo>
                <a:lnTo>
                  <a:pt x="102870" y="55626"/>
                </a:lnTo>
                <a:lnTo>
                  <a:pt x="103390" y="71018"/>
                </a:lnTo>
                <a:lnTo>
                  <a:pt x="103632" y="83820"/>
                </a:lnTo>
                <a:lnTo>
                  <a:pt x="103632" y="370332"/>
                </a:lnTo>
                <a:lnTo>
                  <a:pt x="0" y="370332"/>
                </a:lnTo>
                <a:lnTo>
                  <a:pt x="16764" y="387096"/>
                </a:lnTo>
                <a:lnTo>
                  <a:pt x="26187" y="384225"/>
                </a:lnTo>
                <a:lnTo>
                  <a:pt x="36195" y="382333"/>
                </a:lnTo>
                <a:lnTo>
                  <a:pt x="46761" y="381317"/>
                </a:lnTo>
                <a:lnTo>
                  <a:pt x="57912" y="381000"/>
                </a:lnTo>
                <a:lnTo>
                  <a:pt x="408432" y="381000"/>
                </a:lnTo>
                <a:close/>
              </a:path>
              <a:path w="1295400" h="410210">
                <a:moveTo>
                  <a:pt x="516636" y="155448"/>
                </a:moveTo>
                <a:lnTo>
                  <a:pt x="512038" y="145973"/>
                </a:lnTo>
                <a:lnTo>
                  <a:pt x="500443" y="135636"/>
                </a:lnTo>
                <a:lnTo>
                  <a:pt x="481698" y="124167"/>
                </a:lnTo>
                <a:lnTo>
                  <a:pt x="455676" y="111252"/>
                </a:lnTo>
                <a:lnTo>
                  <a:pt x="452628" y="117348"/>
                </a:lnTo>
                <a:lnTo>
                  <a:pt x="465201" y="132549"/>
                </a:lnTo>
                <a:lnTo>
                  <a:pt x="475488" y="146304"/>
                </a:lnTo>
                <a:lnTo>
                  <a:pt x="483489" y="158927"/>
                </a:lnTo>
                <a:lnTo>
                  <a:pt x="489204" y="170688"/>
                </a:lnTo>
                <a:lnTo>
                  <a:pt x="493776" y="182880"/>
                </a:lnTo>
                <a:lnTo>
                  <a:pt x="498348" y="188976"/>
                </a:lnTo>
                <a:lnTo>
                  <a:pt x="502920" y="188976"/>
                </a:lnTo>
                <a:lnTo>
                  <a:pt x="505968" y="185928"/>
                </a:lnTo>
                <a:lnTo>
                  <a:pt x="510540" y="179832"/>
                </a:lnTo>
                <a:lnTo>
                  <a:pt x="515112" y="175260"/>
                </a:lnTo>
                <a:lnTo>
                  <a:pt x="516636" y="167640"/>
                </a:lnTo>
                <a:lnTo>
                  <a:pt x="516636" y="155448"/>
                </a:lnTo>
                <a:close/>
              </a:path>
              <a:path w="1295400" h="410210">
                <a:moveTo>
                  <a:pt x="556260" y="54864"/>
                </a:moveTo>
                <a:lnTo>
                  <a:pt x="522770" y="28625"/>
                </a:lnTo>
                <a:lnTo>
                  <a:pt x="501396" y="18288"/>
                </a:lnTo>
                <a:lnTo>
                  <a:pt x="498348" y="22860"/>
                </a:lnTo>
                <a:lnTo>
                  <a:pt x="510006" y="39179"/>
                </a:lnTo>
                <a:lnTo>
                  <a:pt x="519684" y="53911"/>
                </a:lnTo>
                <a:lnTo>
                  <a:pt x="527062" y="67233"/>
                </a:lnTo>
                <a:lnTo>
                  <a:pt x="531876" y="79248"/>
                </a:lnTo>
                <a:lnTo>
                  <a:pt x="534924" y="88392"/>
                </a:lnTo>
                <a:lnTo>
                  <a:pt x="537972" y="92964"/>
                </a:lnTo>
                <a:lnTo>
                  <a:pt x="544068" y="92964"/>
                </a:lnTo>
                <a:lnTo>
                  <a:pt x="547116" y="89916"/>
                </a:lnTo>
                <a:lnTo>
                  <a:pt x="550164" y="82296"/>
                </a:lnTo>
                <a:lnTo>
                  <a:pt x="554736" y="74676"/>
                </a:lnTo>
                <a:lnTo>
                  <a:pt x="556260" y="68580"/>
                </a:lnTo>
                <a:lnTo>
                  <a:pt x="556260" y="54864"/>
                </a:lnTo>
                <a:close/>
              </a:path>
              <a:path w="1295400" h="410210">
                <a:moveTo>
                  <a:pt x="595884" y="80772"/>
                </a:moveTo>
                <a:lnTo>
                  <a:pt x="588264" y="79248"/>
                </a:lnTo>
                <a:lnTo>
                  <a:pt x="560539" y="154355"/>
                </a:lnTo>
                <a:lnTo>
                  <a:pt x="539115" y="210312"/>
                </a:lnTo>
                <a:lnTo>
                  <a:pt x="523963" y="246849"/>
                </a:lnTo>
                <a:lnTo>
                  <a:pt x="502920" y="278892"/>
                </a:lnTo>
                <a:lnTo>
                  <a:pt x="498348" y="280416"/>
                </a:lnTo>
                <a:lnTo>
                  <a:pt x="493204" y="280162"/>
                </a:lnTo>
                <a:lnTo>
                  <a:pt x="457200" y="277368"/>
                </a:lnTo>
                <a:lnTo>
                  <a:pt x="457200" y="283464"/>
                </a:lnTo>
                <a:lnTo>
                  <a:pt x="492252" y="298704"/>
                </a:lnTo>
                <a:lnTo>
                  <a:pt x="499872" y="309372"/>
                </a:lnTo>
                <a:lnTo>
                  <a:pt x="499872" y="315468"/>
                </a:lnTo>
                <a:lnTo>
                  <a:pt x="499554" y="321475"/>
                </a:lnTo>
                <a:lnTo>
                  <a:pt x="498538" y="328041"/>
                </a:lnTo>
                <a:lnTo>
                  <a:pt x="496646" y="335191"/>
                </a:lnTo>
                <a:lnTo>
                  <a:pt x="493776" y="342900"/>
                </a:lnTo>
                <a:lnTo>
                  <a:pt x="490728" y="358140"/>
                </a:lnTo>
                <a:lnTo>
                  <a:pt x="490728" y="374904"/>
                </a:lnTo>
                <a:lnTo>
                  <a:pt x="495300" y="382524"/>
                </a:lnTo>
                <a:lnTo>
                  <a:pt x="502920" y="385572"/>
                </a:lnTo>
                <a:lnTo>
                  <a:pt x="510540" y="390144"/>
                </a:lnTo>
                <a:lnTo>
                  <a:pt x="516636" y="391668"/>
                </a:lnTo>
                <a:lnTo>
                  <a:pt x="524256" y="391668"/>
                </a:lnTo>
                <a:lnTo>
                  <a:pt x="525780" y="390144"/>
                </a:lnTo>
                <a:lnTo>
                  <a:pt x="525780" y="339852"/>
                </a:lnTo>
                <a:lnTo>
                  <a:pt x="526923" y="324713"/>
                </a:lnTo>
                <a:lnTo>
                  <a:pt x="532599" y="280416"/>
                </a:lnTo>
                <a:lnTo>
                  <a:pt x="547687" y="228600"/>
                </a:lnTo>
                <a:lnTo>
                  <a:pt x="567855" y="165696"/>
                </a:lnTo>
                <a:lnTo>
                  <a:pt x="595884" y="80772"/>
                </a:lnTo>
                <a:close/>
              </a:path>
              <a:path w="1295400" h="410210">
                <a:moveTo>
                  <a:pt x="845820" y="150876"/>
                </a:moveTo>
                <a:lnTo>
                  <a:pt x="842772" y="146304"/>
                </a:lnTo>
                <a:lnTo>
                  <a:pt x="838200" y="141732"/>
                </a:lnTo>
                <a:lnTo>
                  <a:pt x="833628" y="138684"/>
                </a:lnTo>
                <a:lnTo>
                  <a:pt x="830580" y="135636"/>
                </a:lnTo>
                <a:lnTo>
                  <a:pt x="821436" y="135636"/>
                </a:lnTo>
                <a:lnTo>
                  <a:pt x="816864" y="138684"/>
                </a:lnTo>
                <a:lnTo>
                  <a:pt x="810768" y="141732"/>
                </a:lnTo>
                <a:lnTo>
                  <a:pt x="769620" y="141732"/>
                </a:lnTo>
                <a:lnTo>
                  <a:pt x="763524" y="137160"/>
                </a:lnTo>
                <a:lnTo>
                  <a:pt x="762000" y="128016"/>
                </a:lnTo>
                <a:lnTo>
                  <a:pt x="762000" y="50292"/>
                </a:lnTo>
                <a:lnTo>
                  <a:pt x="768858" y="45720"/>
                </a:lnTo>
                <a:lnTo>
                  <a:pt x="775716" y="41148"/>
                </a:lnTo>
                <a:lnTo>
                  <a:pt x="768743" y="35052"/>
                </a:lnTo>
                <a:lnTo>
                  <a:pt x="751332" y="19812"/>
                </a:lnTo>
                <a:lnTo>
                  <a:pt x="737616" y="35052"/>
                </a:lnTo>
                <a:lnTo>
                  <a:pt x="661416" y="35052"/>
                </a:lnTo>
                <a:lnTo>
                  <a:pt x="635508" y="19812"/>
                </a:lnTo>
                <a:lnTo>
                  <a:pt x="636358" y="32410"/>
                </a:lnTo>
                <a:lnTo>
                  <a:pt x="636574" y="43586"/>
                </a:lnTo>
                <a:lnTo>
                  <a:pt x="636524" y="54864"/>
                </a:lnTo>
                <a:lnTo>
                  <a:pt x="636358" y="65036"/>
                </a:lnTo>
                <a:lnTo>
                  <a:pt x="633476" y="105283"/>
                </a:lnTo>
                <a:lnTo>
                  <a:pt x="615696" y="153924"/>
                </a:lnTo>
                <a:lnTo>
                  <a:pt x="581190" y="190576"/>
                </a:lnTo>
                <a:lnTo>
                  <a:pt x="566928" y="201168"/>
                </a:lnTo>
                <a:lnTo>
                  <a:pt x="571500" y="205740"/>
                </a:lnTo>
                <a:lnTo>
                  <a:pt x="612216" y="181317"/>
                </a:lnTo>
                <a:lnTo>
                  <a:pt x="641413" y="149542"/>
                </a:lnTo>
                <a:lnTo>
                  <a:pt x="657771" y="107442"/>
                </a:lnTo>
                <a:lnTo>
                  <a:pt x="661720" y="68580"/>
                </a:lnTo>
                <a:lnTo>
                  <a:pt x="661416" y="45720"/>
                </a:lnTo>
                <a:lnTo>
                  <a:pt x="739140" y="45720"/>
                </a:lnTo>
                <a:lnTo>
                  <a:pt x="739140" y="131064"/>
                </a:lnTo>
                <a:lnTo>
                  <a:pt x="740803" y="145072"/>
                </a:lnTo>
                <a:lnTo>
                  <a:pt x="747903" y="155067"/>
                </a:lnTo>
                <a:lnTo>
                  <a:pt x="760133" y="161074"/>
                </a:lnTo>
                <a:lnTo>
                  <a:pt x="777240" y="163068"/>
                </a:lnTo>
                <a:lnTo>
                  <a:pt x="807237" y="162763"/>
                </a:lnTo>
                <a:lnTo>
                  <a:pt x="828675" y="161734"/>
                </a:lnTo>
                <a:lnTo>
                  <a:pt x="841527" y="159854"/>
                </a:lnTo>
                <a:lnTo>
                  <a:pt x="845820" y="156972"/>
                </a:lnTo>
                <a:lnTo>
                  <a:pt x="845820" y="150876"/>
                </a:lnTo>
                <a:close/>
              </a:path>
              <a:path w="1295400" h="410210">
                <a:moveTo>
                  <a:pt x="851916" y="374904"/>
                </a:moveTo>
                <a:lnTo>
                  <a:pt x="810768" y="369189"/>
                </a:lnTo>
                <a:lnTo>
                  <a:pt x="774192" y="356616"/>
                </a:lnTo>
                <a:lnTo>
                  <a:pt x="737819" y="336804"/>
                </a:lnTo>
                <a:lnTo>
                  <a:pt x="730465" y="331978"/>
                </a:lnTo>
                <a:lnTo>
                  <a:pt x="719328" y="323088"/>
                </a:lnTo>
                <a:lnTo>
                  <a:pt x="731100" y="306324"/>
                </a:lnTo>
                <a:lnTo>
                  <a:pt x="736180" y="299085"/>
                </a:lnTo>
                <a:lnTo>
                  <a:pt x="752475" y="272796"/>
                </a:lnTo>
                <a:lnTo>
                  <a:pt x="768184" y="244221"/>
                </a:lnTo>
                <a:lnTo>
                  <a:pt x="783336" y="213360"/>
                </a:lnTo>
                <a:lnTo>
                  <a:pt x="800100" y="205740"/>
                </a:lnTo>
                <a:lnTo>
                  <a:pt x="798652" y="204216"/>
                </a:lnTo>
                <a:lnTo>
                  <a:pt x="772668" y="176784"/>
                </a:lnTo>
                <a:lnTo>
                  <a:pt x="758952" y="190500"/>
                </a:lnTo>
                <a:lnTo>
                  <a:pt x="758952" y="204216"/>
                </a:lnTo>
                <a:lnTo>
                  <a:pt x="746683" y="232816"/>
                </a:lnTo>
                <a:lnTo>
                  <a:pt x="732853" y="259270"/>
                </a:lnTo>
                <a:lnTo>
                  <a:pt x="717588" y="283730"/>
                </a:lnTo>
                <a:lnTo>
                  <a:pt x="701040" y="306324"/>
                </a:lnTo>
                <a:lnTo>
                  <a:pt x="685393" y="287159"/>
                </a:lnTo>
                <a:lnTo>
                  <a:pt x="670750" y="263842"/>
                </a:lnTo>
                <a:lnTo>
                  <a:pt x="657529" y="236245"/>
                </a:lnTo>
                <a:lnTo>
                  <a:pt x="646176" y="204216"/>
                </a:lnTo>
                <a:lnTo>
                  <a:pt x="758952" y="204216"/>
                </a:lnTo>
                <a:lnTo>
                  <a:pt x="758952" y="190500"/>
                </a:lnTo>
                <a:lnTo>
                  <a:pt x="755904" y="193548"/>
                </a:lnTo>
                <a:lnTo>
                  <a:pt x="603504" y="193548"/>
                </a:lnTo>
                <a:lnTo>
                  <a:pt x="620268" y="208788"/>
                </a:lnTo>
                <a:lnTo>
                  <a:pt x="637032" y="204216"/>
                </a:lnTo>
                <a:lnTo>
                  <a:pt x="647026" y="237324"/>
                </a:lnTo>
                <a:lnTo>
                  <a:pt x="658749" y="267843"/>
                </a:lnTo>
                <a:lnTo>
                  <a:pt x="672172" y="295516"/>
                </a:lnTo>
                <a:lnTo>
                  <a:pt x="687324" y="320040"/>
                </a:lnTo>
                <a:lnTo>
                  <a:pt x="669912" y="336067"/>
                </a:lnTo>
                <a:lnTo>
                  <a:pt x="633958" y="361835"/>
                </a:lnTo>
                <a:lnTo>
                  <a:pt x="596811" y="380720"/>
                </a:lnTo>
                <a:lnTo>
                  <a:pt x="555040" y="396722"/>
                </a:lnTo>
                <a:lnTo>
                  <a:pt x="531876" y="403860"/>
                </a:lnTo>
                <a:lnTo>
                  <a:pt x="534924" y="409956"/>
                </a:lnTo>
                <a:lnTo>
                  <a:pt x="580834" y="400050"/>
                </a:lnTo>
                <a:lnTo>
                  <a:pt x="623316" y="385572"/>
                </a:lnTo>
                <a:lnTo>
                  <a:pt x="662940" y="364045"/>
                </a:lnTo>
                <a:lnTo>
                  <a:pt x="702564" y="336804"/>
                </a:lnTo>
                <a:lnTo>
                  <a:pt x="731939" y="361670"/>
                </a:lnTo>
                <a:lnTo>
                  <a:pt x="760476" y="381381"/>
                </a:lnTo>
                <a:lnTo>
                  <a:pt x="787857" y="395960"/>
                </a:lnTo>
                <a:lnTo>
                  <a:pt x="813816" y="405384"/>
                </a:lnTo>
                <a:lnTo>
                  <a:pt x="818692" y="397078"/>
                </a:lnTo>
                <a:lnTo>
                  <a:pt x="826579" y="390334"/>
                </a:lnTo>
                <a:lnTo>
                  <a:pt x="837603" y="385025"/>
                </a:lnTo>
                <a:lnTo>
                  <a:pt x="851916" y="381000"/>
                </a:lnTo>
                <a:lnTo>
                  <a:pt x="851916" y="374904"/>
                </a:lnTo>
                <a:close/>
              </a:path>
              <a:path w="1295400" h="410210">
                <a:moveTo>
                  <a:pt x="1295387" y="82296"/>
                </a:moveTo>
                <a:lnTo>
                  <a:pt x="1255763" y="42672"/>
                </a:lnTo>
                <a:lnTo>
                  <a:pt x="1226807" y="71628"/>
                </a:lnTo>
                <a:lnTo>
                  <a:pt x="1078979" y="71628"/>
                </a:lnTo>
                <a:lnTo>
                  <a:pt x="1082941" y="63296"/>
                </a:lnTo>
                <a:lnTo>
                  <a:pt x="1093127" y="43776"/>
                </a:lnTo>
                <a:lnTo>
                  <a:pt x="1098791" y="32004"/>
                </a:lnTo>
                <a:lnTo>
                  <a:pt x="1117079" y="24384"/>
                </a:lnTo>
                <a:lnTo>
                  <a:pt x="1072883" y="0"/>
                </a:lnTo>
                <a:lnTo>
                  <a:pt x="1069721" y="15481"/>
                </a:lnTo>
                <a:lnTo>
                  <a:pt x="1064691" y="32385"/>
                </a:lnTo>
                <a:lnTo>
                  <a:pt x="1057668" y="51015"/>
                </a:lnTo>
                <a:lnTo>
                  <a:pt x="1048499" y="71628"/>
                </a:lnTo>
                <a:lnTo>
                  <a:pt x="891527" y="71628"/>
                </a:lnTo>
                <a:lnTo>
                  <a:pt x="908291" y="86868"/>
                </a:lnTo>
                <a:lnTo>
                  <a:pt x="917727" y="84874"/>
                </a:lnTo>
                <a:lnTo>
                  <a:pt x="927722" y="83439"/>
                </a:lnTo>
                <a:lnTo>
                  <a:pt x="938301" y="82588"/>
                </a:lnTo>
                <a:lnTo>
                  <a:pt x="949439" y="82296"/>
                </a:lnTo>
                <a:lnTo>
                  <a:pt x="1045451" y="82296"/>
                </a:lnTo>
                <a:lnTo>
                  <a:pt x="1011161" y="139255"/>
                </a:lnTo>
                <a:lnTo>
                  <a:pt x="976871" y="185928"/>
                </a:lnTo>
                <a:lnTo>
                  <a:pt x="937628" y="226123"/>
                </a:lnTo>
                <a:lnTo>
                  <a:pt x="891527" y="265176"/>
                </a:lnTo>
                <a:lnTo>
                  <a:pt x="897623" y="269748"/>
                </a:lnTo>
                <a:lnTo>
                  <a:pt x="925652" y="251460"/>
                </a:lnTo>
                <a:lnTo>
                  <a:pt x="952677" y="230886"/>
                </a:lnTo>
                <a:lnTo>
                  <a:pt x="978852" y="208026"/>
                </a:lnTo>
                <a:lnTo>
                  <a:pt x="1004303" y="182880"/>
                </a:lnTo>
                <a:lnTo>
                  <a:pt x="1004049" y="270878"/>
                </a:lnTo>
                <a:lnTo>
                  <a:pt x="1003350" y="338137"/>
                </a:lnTo>
                <a:lnTo>
                  <a:pt x="1002385" y="384556"/>
                </a:lnTo>
                <a:lnTo>
                  <a:pt x="1001255" y="409956"/>
                </a:lnTo>
                <a:lnTo>
                  <a:pt x="1027163" y="393192"/>
                </a:lnTo>
                <a:lnTo>
                  <a:pt x="1027163" y="294132"/>
                </a:lnTo>
                <a:lnTo>
                  <a:pt x="1187183" y="294132"/>
                </a:lnTo>
                <a:lnTo>
                  <a:pt x="1187183" y="365760"/>
                </a:lnTo>
                <a:lnTo>
                  <a:pt x="1182611" y="370332"/>
                </a:lnTo>
                <a:lnTo>
                  <a:pt x="1140879" y="367766"/>
                </a:lnTo>
                <a:lnTo>
                  <a:pt x="1127747" y="365760"/>
                </a:lnTo>
                <a:lnTo>
                  <a:pt x="1127747" y="374904"/>
                </a:lnTo>
                <a:lnTo>
                  <a:pt x="1148613" y="382104"/>
                </a:lnTo>
                <a:lnTo>
                  <a:pt x="1163180" y="390144"/>
                </a:lnTo>
                <a:lnTo>
                  <a:pt x="1171473" y="399338"/>
                </a:lnTo>
                <a:lnTo>
                  <a:pt x="1173467" y="409956"/>
                </a:lnTo>
                <a:lnTo>
                  <a:pt x="1190358" y="401370"/>
                </a:lnTo>
                <a:lnTo>
                  <a:pt x="1202232" y="391477"/>
                </a:lnTo>
                <a:lnTo>
                  <a:pt x="1209268" y="380174"/>
                </a:lnTo>
                <a:lnTo>
                  <a:pt x="1211021" y="370332"/>
                </a:lnTo>
                <a:lnTo>
                  <a:pt x="1211491" y="367766"/>
                </a:lnTo>
                <a:lnTo>
                  <a:pt x="1211567" y="294132"/>
                </a:lnTo>
                <a:lnTo>
                  <a:pt x="1211567" y="283464"/>
                </a:lnTo>
                <a:lnTo>
                  <a:pt x="1211567" y="227076"/>
                </a:lnTo>
                <a:lnTo>
                  <a:pt x="1211567" y="216408"/>
                </a:lnTo>
                <a:lnTo>
                  <a:pt x="1211567" y="163068"/>
                </a:lnTo>
                <a:lnTo>
                  <a:pt x="1222044" y="155448"/>
                </a:lnTo>
                <a:lnTo>
                  <a:pt x="1228331" y="150876"/>
                </a:lnTo>
                <a:lnTo>
                  <a:pt x="1220203" y="144780"/>
                </a:lnTo>
                <a:lnTo>
                  <a:pt x="1197851" y="128016"/>
                </a:lnTo>
                <a:lnTo>
                  <a:pt x="1187183" y="141058"/>
                </a:lnTo>
                <a:lnTo>
                  <a:pt x="1187183" y="155448"/>
                </a:lnTo>
                <a:lnTo>
                  <a:pt x="1187183" y="216408"/>
                </a:lnTo>
                <a:lnTo>
                  <a:pt x="1187183" y="227076"/>
                </a:lnTo>
                <a:lnTo>
                  <a:pt x="1187183" y="283464"/>
                </a:lnTo>
                <a:lnTo>
                  <a:pt x="1027163" y="283464"/>
                </a:lnTo>
                <a:lnTo>
                  <a:pt x="1027163" y="227076"/>
                </a:lnTo>
                <a:lnTo>
                  <a:pt x="1187183" y="227076"/>
                </a:lnTo>
                <a:lnTo>
                  <a:pt x="1187183" y="216408"/>
                </a:lnTo>
                <a:lnTo>
                  <a:pt x="1027163" y="216408"/>
                </a:lnTo>
                <a:lnTo>
                  <a:pt x="1027163" y="182880"/>
                </a:lnTo>
                <a:lnTo>
                  <a:pt x="1027163" y="155448"/>
                </a:lnTo>
                <a:lnTo>
                  <a:pt x="1187183" y="155448"/>
                </a:lnTo>
                <a:lnTo>
                  <a:pt x="1187183" y="141058"/>
                </a:lnTo>
                <a:lnTo>
                  <a:pt x="1184135" y="144780"/>
                </a:lnTo>
                <a:lnTo>
                  <a:pt x="1034783" y="144780"/>
                </a:lnTo>
                <a:lnTo>
                  <a:pt x="1045057" y="130517"/>
                </a:lnTo>
                <a:lnTo>
                  <a:pt x="1055166" y="115252"/>
                </a:lnTo>
                <a:lnTo>
                  <a:pt x="1065009" y="99136"/>
                </a:lnTo>
                <a:lnTo>
                  <a:pt x="1074407" y="82296"/>
                </a:lnTo>
                <a:lnTo>
                  <a:pt x="1295387" y="8229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7" name="object 77"/>
          <p:cNvSpPr/>
          <p:nvPr/>
        </p:nvSpPr>
        <p:spPr>
          <a:xfrm>
            <a:off x="7729728" y="4457700"/>
            <a:ext cx="386080" cy="402590"/>
          </a:xfrm>
          <a:custGeom>
            <a:avLst/>
            <a:gdLst/>
            <a:ahLst/>
            <a:cxnLst/>
            <a:rect l="l" t="t" r="r" b="b"/>
            <a:pathLst>
              <a:path w="386079" h="402589">
                <a:moveTo>
                  <a:pt x="212053" y="25908"/>
                </a:moveTo>
                <a:lnTo>
                  <a:pt x="176784" y="25908"/>
                </a:lnTo>
                <a:lnTo>
                  <a:pt x="190500" y="9144"/>
                </a:lnTo>
                <a:lnTo>
                  <a:pt x="212053" y="25908"/>
                </a:lnTo>
                <a:close/>
              </a:path>
              <a:path w="386079" h="402589">
                <a:moveTo>
                  <a:pt x="47244" y="158496"/>
                </a:moveTo>
                <a:lnTo>
                  <a:pt x="47422" y="144780"/>
                </a:lnTo>
                <a:lnTo>
                  <a:pt x="47525" y="138684"/>
                </a:lnTo>
                <a:lnTo>
                  <a:pt x="48529" y="103632"/>
                </a:lnTo>
                <a:lnTo>
                  <a:pt x="48768" y="85344"/>
                </a:lnTo>
                <a:lnTo>
                  <a:pt x="48529" y="67913"/>
                </a:lnTo>
                <a:lnTo>
                  <a:pt x="47482" y="31337"/>
                </a:lnTo>
                <a:lnTo>
                  <a:pt x="47244" y="12192"/>
                </a:lnTo>
                <a:lnTo>
                  <a:pt x="76200" y="25908"/>
                </a:lnTo>
                <a:lnTo>
                  <a:pt x="212053" y="25908"/>
                </a:lnTo>
                <a:lnTo>
                  <a:pt x="217932" y="30480"/>
                </a:lnTo>
                <a:lnTo>
                  <a:pt x="210312" y="36576"/>
                </a:lnTo>
                <a:lnTo>
                  <a:pt x="73152" y="36576"/>
                </a:lnTo>
                <a:lnTo>
                  <a:pt x="73152" y="121920"/>
                </a:lnTo>
                <a:lnTo>
                  <a:pt x="203300" y="121920"/>
                </a:lnTo>
                <a:lnTo>
                  <a:pt x="203836" y="132588"/>
                </a:lnTo>
                <a:lnTo>
                  <a:pt x="73152" y="132588"/>
                </a:lnTo>
                <a:lnTo>
                  <a:pt x="73152" y="149352"/>
                </a:lnTo>
                <a:lnTo>
                  <a:pt x="47244" y="158496"/>
                </a:lnTo>
                <a:close/>
              </a:path>
              <a:path w="386079" h="402589">
                <a:moveTo>
                  <a:pt x="203300" y="121920"/>
                </a:moveTo>
                <a:lnTo>
                  <a:pt x="179832" y="121920"/>
                </a:lnTo>
                <a:lnTo>
                  <a:pt x="179832" y="36576"/>
                </a:lnTo>
                <a:lnTo>
                  <a:pt x="210312" y="36576"/>
                </a:lnTo>
                <a:lnTo>
                  <a:pt x="202692" y="42672"/>
                </a:lnTo>
                <a:lnTo>
                  <a:pt x="202722" y="103632"/>
                </a:lnTo>
                <a:lnTo>
                  <a:pt x="202930" y="114133"/>
                </a:lnTo>
                <a:lnTo>
                  <a:pt x="203300" y="121920"/>
                </a:lnTo>
                <a:close/>
              </a:path>
              <a:path w="386079" h="402589">
                <a:moveTo>
                  <a:pt x="179832" y="152400"/>
                </a:moveTo>
                <a:lnTo>
                  <a:pt x="179832" y="132588"/>
                </a:lnTo>
                <a:lnTo>
                  <a:pt x="203836" y="132588"/>
                </a:lnTo>
                <a:lnTo>
                  <a:pt x="203977" y="135326"/>
                </a:lnTo>
                <a:lnTo>
                  <a:pt x="204216" y="144780"/>
                </a:lnTo>
                <a:lnTo>
                  <a:pt x="179832" y="152400"/>
                </a:lnTo>
                <a:close/>
              </a:path>
              <a:path w="386079" h="402589">
                <a:moveTo>
                  <a:pt x="124968" y="213359"/>
                </a:moveTo>
                <a:lnTo>
                  <a:pt x="100584" y="213359"/>
                </a:lnTo>
                <a:lnTo>
                  <a:pt x="101441" y="196548"/>
                </a:lnTo>
                <a:lnTo>
                  <a:pt x="101727" y="178308"/>
                </a:lnTo>
                <a:lnTo>
                  <a:pt x="101441" y="158924"/>
                </a:lnTo>
                <a:lnTo>
                  <a:pt x="100584" y="138684"/>
                </a:lnTo>
                <a:lnTo>
                  <a:pt x="140208" y="156972"/>
                </a:lnTo>
                <a:lnTo>
                  <a:pt x="128016" y="166116"/>
                </a:lnTo>
                <a:lnTo>
                  <a:pt x="127111" y="177784"/>
                </a:lnTo>
                <a:lnTo>
                  <a:pt x="125872" y="201691"/>
                </a:lnTo>
                <a:lnTo>
                  <a:pt x="124968" y="213359"/>
                </a:lnTo>
                <a:close/>
              </a:path>
              <a:path w="386079" h="402589">
                <a:moveTo>
                  <a:pt x="19812" y="227076"/>
                </a:moveTo>
                <a:lnTo>
                  <a:pt x="6096" y="213359"/>
                </a:lnTo>
                <a:lnTo>
                  <a:pt x="195072" y="213359"/>
                </a:lnTo>
                <a:lnTo>
                  <a:pt x="210312" y="196595"/>
                </a:lnTo>
                <a:lnTo>
                  <a:pt x="236220" y="219456"/>
                </a:lnTo>
                <a:lnTo>
                  <a:pt x="230505" y="224028"/>
                </a:lnTo>
                <a:lnTo>
                  <a:pt x="39624" y="224028"/>
                </a:lnTo>
                <a:lnTo>
                  <a:pt x="19812" y="227076"/>
                </a:lnTo>
                <a:close/>
              </a:path>
              <a:path w="386079" h="402589">
                <a:moveTo>
                  <a:pt x="3048" y="396239"/>
                </a:moveTo>
                <a:lnTo>
                  <a:pt x="0" y="391668"/>
                </a:lnTo>
                <a:lnTo>
                  <a:pt x="23431" y="373975"/>
                </a:lnTo>
                <a:lnTo>
                  <a:pt x="43434" y="355282"/>
                </a:lnTo>
                <a:lnTo>
                  <a:pt x="73152" y="315468"/>
                </a:lnTo>
                <a:lnTo>
                  <a:pt x="90868" y="270891"/>
                </a:lnTo>
                <a:lnTo>
                  <a:pt x="100584" y="224028"/>
                </a:lnTo>
                <a:lnTo>
                  <a:pt x="124968" y="224028"/>
                </a:lnTo>
                <a:lnTo>
                  <a:pt x="112776" y="278892"/>
                </a:lnTo>
                <a:lnTo>
                  <a:pt x="91440" y="324612"/>
                </a:lnTo>
                <a:lnTo>
                  <a:pt x="55816" y="362712"/>
                </a:lnTo>
                <a:lnTo>
                  <a:pt x="31646" y="379904"/>
                </a:lnTo>
                <a:lnTo>
                  <a:pt x="3048" y="396239"/>
                </a:lnTo>
                <a:close/>
              </a:path>
              <a:path w="386079" h="402589">
                <a:moveTo>
                  <a:pt x="203547" y="359663"/>
                </a:moveTo>
                <a:lnTo>
                  <a:pt x="169164" y="359663"/>
                </a:lnTo>
                <a:lnTo>
                  <a:pt x="173736" y="356615"/>
                </a:lnTo>
                <a:lnTo>
                  <a:pt x="178308" y="350520"/>
                </a:lnTo>
                <a:lnTo>
                  <a:pt x="182022" y="339971"/>
                </a:lnTo>
                <a:lnTo>
                  <a:pt x="186309" y="315277"/>
                </a:lnTo>
                <a:lnTo>
                  <a:pt x="191166" y="276582"/>
                </a:lnTo>
                <a:lnTo>
                  <a:pt x="196596" y="224028"/>
                </a:lnTo>
                <a:lnTo>
                  <a:pt x="230505" y="224028"/>
                </a:lnTo>
                <a:lnTo>
                  <a:pt x="220980" y="231648"/>
                </a:lnTo>
                <a:lnTo>
                  <a:pt x="216169" y="283916"/>
                </a:lnTo>
                <a:lnTo>
                  <a:pt x="211074" y="324040"/>
                </a:lnTo>
                <a:lnTo>
                  <a:pt x="205978" y="351877"/>
                </a:lnTo>
                <a:lnTo>
                  <a:pt x="203547" y="359663"/>
                </a:lnTo>
                <a:close/>
              </a:path>
              <a:path w="386079" h="402589">
                <a:moveTo>
                  <a:pt x="163068" y="396239"/>
                </a:moveTo>
                <a:lnTo>
                  <a:pt x="158519" y="385381"/>
                </a:lnTo>
                <a:lnTo>
                  <a:pt x="149542" y="375666"/>
                </a:lnTo>
                <a:lnTo>
                  <a:pt x="136278" y="367093"/>
                </a:lnTo>
                <a:lnTo>
                  <a:pt x="118872" y="359663"/>
                </a:lnTo>
                <a:lnTo>
                  <a:pt x="121920" y="353568"/>
                </a:lnTo>
                <a:lnTo>
                  <a:pt x="136493" y="356449"/>
                </a:lnTo>
                <a:lnTo>
                  <a:pt x="148209" y="358330"/>
                </a:lnTo>
                <a:lnTo>
                  <a:pt x="157067" y="359354"/>
                </a:lnTo>
                <a:lnTo>
                  <a:pt x="163068" y="359663"/>
                </a:lnTo>
                <a:lnTo>
                  <a:pt x="203547" y="359663"/>
                </a:lnTo>
                <a:lnTo>
                  <a:pt x="201168" y="367284"/>
                </a:lnTo>
                <a:lnTo>
                  <a:pt x="194357" y="376737"/>
                </a:lnTo>
                <a:lnTo>
                  <a:pt x="185547" y="384619"/>
                </a:lnTo>
                <a:lnTo>
                  <a:pt x="175021" y="391072"/>
                </a:lnTo>
                <a:lnTo>
                  <a:pt x="163068" y="396239"/>
                </a:lnTo>
                <a:close/>
              </a:path>
              <a:path w="386079" h="402589">
                <a:moveTo>
                  <a:pt x="370800" y="359663"/>
                </a:moveTo>
                <a:lnTo>
                  <a:pt x="341376" y="359663"/>
                </a:lnTo>
                <a:lnTo>
                  <a:pt x="345948" y="355092"/>
                </a:lnTo>
                <a:lnTo>
                  <a:pt x="347472" y="352044"/>
                </a:lnTo>
                <a:lnTo>
                  <a:pt x="347448" y="43934"/>
                </a:lnTo>
                <a:lnTo>
                  <a:pt x="347281" y="31813"/>
                </a:lnTo>
                <a:lnTo>
                  <a:pt x="346810" y="16764"/>
                </a:lnTo>
                <a:lnTo>
                  <a:pt x="345948" y="0"/>
                </a:lnTo>
                <a:lnTo>
                  <a:pt x="385572" y="16764"/>
                </a:lnTo>
                <a:lnTo>
                  <a:pt x="371856" y="30480"/>
                </a:lnTo>
                <a:lnTo>
                  <a:pt x="371856" y="345948"/>
                </a:lnTo>
                <a:lnTo>
                  <a:pt x="370800" y="359663"/>
                </a:lnTo>
                <a:close/>
              </a:path>
              <a:path w="386079" h="402589">
                <a:moveTo>
                  <a:pt x="259080" y="307848"/>
                </a:moveTo>
                <a:lnTo>
                  <a:pt x="259318" y="276701"/>
                </a:lnTo>
                <a:lnTo>
                  <a:pt x="260365" y="212693"/>
                </a:lnTo>
                <a:lnTo>
                  <a:pt x="260604" y="179832"/>
                </a:lnTo>
                <a:lnTo>
                  <a:pt x="260580" y="147589"/>
                </a:lnTo>
                <a:lnTo>
                  <a:pt x="260413" y="117348"/>
                </a:lnTo>
                <a:lnTo>
                  <a:pt x="259961" y="89392"/>
                </a:lnTo>
                <a:lnTo>
                  <a:pt x="259080" y="64008"/>
                </a:lnTo>
                <a:lnTo>
                  <a:pt x="297180" y="82296"/>
                </a:lnTo>
                <a:lnTo>
                  <a:pt x="284988" y="94488"/>
                </a:lnTo>
                <a:lnTo>
                  <a:pt x="285011" y="253174"/>
                </a:lnTo>
                <a:lnTo>
                  <a:pt x="285178" y="265176"/>
                </a:lnTo>
                <a:lnTo>
                  <a:pt x="285630" y="278320"/>
                </a:lnTo>
                <a:lnTo>
                  <a:pt x="286512" y="292607"/>
                </a:lnTo>
                <a:lnTo>
                  <a:pt x="259080" y="307848"/>
                </a:lnTo>
                <a:close/>
              </a:path>
              <a:path w="386079" h="402589">
                <a:moveTo>
                  <a:pt x="333756" y="402336"/>
                </a:moveTo>
                <a:lnTo>
                  <a:pt x="324921" y="388858"/>
                </a:lnTo>
                <a:lnTo>
                  <a:pt x="312229" y="377952"/>
                </a:lnTo>
                <a:lnTo>
                  <a:pt x="295822" y="369331"/>
                </a:lnTo>
                <a:lnTo>
                  <a:pt x="275844" y="362712"/>
                </a:lnTo>
                <a:lnTo>
                  <a:pt x="275844" y="355092"/>
                </a:lnTo>
                <a:lnTo>
                  <a:pt x="293012" y="357092"/>
                </a:lnTo>
                <a:lnTo>
                  <a:pt x="308038" y="358520"/>
                </a:lnTo>
                <a:lnTo>
                  <a:pt x="321063" y="359378"/>
                </a:lnTo>
                <a:lnTo>
                  <a:pt x="332232" y="359663"/>
                </a:lnTo>
                <a:lnTo>
                  <a:pt x="370800" y="359663"/>
                </a:lnTo>
                <a:lnTo>
                  <a:pt x="370403" y="364831"/>
                </a:lnTo>
                <a:lnTo>
                  <a:pt x="363664" y="380428"/>
                </a:lnTo>
                <a:lnTo>
                  <a:pt x="351496" y="392882"/>
                </a:lnTo>
                <a:lnTo>
                  <a:pt x="333756" y="40233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8" name="object 78"/>
          <p:cNvSpPr/>
          <p:nvPr/>
        </p:nvSpPr>
        <p:spPr>
          <a:xfrm>
            <a:off x="8205216" y="4453127"/>
            <a:ext cx="356870" cy="401320"/>
          </a:xfrm>
          <a:custGeom>
            <a:avLst/>
            <a:gdLst/>
            <a:ahLst/>
            <a:cxnLst/>
            <a:rect l="l" t="t" r="r" b="b"/>
            <a:pathLst>
              <a:path w="356870" h="401320">
                <a:moveTo>
                  <a:pt x="54864" y="89916"/>
                </a:moveTo>
                <a:lnTo>
                  <a:pt x="44196" y="89916"/>
                </a:lnTo>
                <a:lnTo>
                  <a:pt x="51339" y="61936"/>
                </a:lnTo>
                <a:lnTo>
                  <a:pt x="56769" y="37528"/>
                </a:lnTo>
                <a:lnTo>
                  <a:pt x="60483" y="16835"/>
                </a:lnTo>
                <a:lnTo>
                  <a:pt x="62484" y="0"/>
                </a:lnTo>
                <a:lnTo>
                  <a:pt x="100584" y="19812"/>
                </a:lnTo>
                <a:lnTo>
                  <a:pt x="91725" y="27551"/>
                </a:lnTo>
                <a:lnTo>
                  <a:pt x="81153" y="41719"/>
                </a:lnTo>
                <a:lnTo>
                  <a:pt x="68865" y="62460"/>
                </a:lnTo>
                <a:lnTo>
                  <a:pt x="54864" y="89916"/>
                </a:lnTo>
                <a:close/>
              </a:path>
              <a:path w="356870" h="401320">
                <a:moveTo>
                  <a:pt x="147828" y="190500"/>
                </a:moveTo>
                <a:lnTo>
                  <a:pt x="143256" y="187452"/>
                </a:lnTo>
                <a:lnTo>
                  <a:pt x="160162" y="159972"/>
                </a:lnTo>
                <a:lnTo>
                  <a:pt x="174498" y="134493"/>
                </a:lnTo>
                <a:lnTo>
                  <a:pt x="196596" y="88392"/>
                </a:lnTo>
                <a:lnTo>
                  <a:pt x="211836" y="44958"/>
                </a:lnTo>
                <a:lnTo>
                  <a:pt x="222503" y="1524"/>
                </a:lnTo>
                <a:lnTo>
                  <a:pt x="260603" y="22860"/>
                </a:lnTo>
                <a:lnTo>
                  <a:pt x="252864" y="30837"/>
                </a:lnTo>
                <a:lnTo>
                  <a:pt x="243268" y="45529"/>
                </a:lnTo>
                <a:lnTo>
                  <a:pt x="231671" y="66794"/>
                </a:lnTo>
                <a:lnTo>
                  <a:pt x="217932" y="94488"/>
                </a:lnTo>
                <a:lnTo>
                  <a:pt x="348996" y="94488"/>
                </a:lnTo>
                <a:lnTo>
                  <a:pt x="356616" y="102108"/>
                </a:lnTo>
                <a:lnTo>
                  <a:pt x="352806" y="105156"/>
                </a:lnTo>
                <a:lnTo>
                  <a:pt x="214884" y="105156"/>
                </a:lnTo>
                <a:lnTo>
                  <a:pt x="198620" y="129420"/>
                </a:lnTo>
                <a:lnTo>
                  <a:pt x="181927" y="151828"/>
                </a:lnTo>
                <a:lnTo>
                  <a:pt x="164949" y="172235"/>
                </a:lnTo>
                <a:lnTo>
                  <a:pt x="147828" y="190500"/>
                </a:lnTo>
                <a:close/>
              </a:path>
              <a:path w="356870" h="401320">
                <a:moveTo>
                  <a:pt x="146812" y="89916"/>
                </a:moveTo>
                <a:lnTo>
                  <a:pt x="111252" y="89916"/>
                </a:lnTo>
                <a:lnTo>
                  <a:pt x="129540" y="71628"/>
                </a:lnTo>
                <a:lnTo>
                  <a:pt x="146812" y="89916"/>
                </a:lnTo>
                <a:close/>
              </a:path>
              <a:path w="356870" h="401320">
                <a:moveTo>
                  <a:pt x="0" y="397764"/>
                </a:moveTo>
                <a:lnTo>
                  <a:pt x="820" y="359664"/>
                </a:lnTo>
                <a:lnTo>
                  <a:pt x="917" y="353568"/>
                </a:lnTo>
                <a:lnTo>
                  <a:pt x="1333" y="316230"/>
                </a:lnTo>
                <a:lnTo>
                  <a:pt x="1425" y="176784"/>
                </a:lnTo>
                <a:lnTo>
                  <a:pt x="1301" y="151828"/>
                </a:lnTo>
                <a:lnTo>
                  <a:pt x="881" y="114681"/>
                </a:lnTo>
                <a:lnTo>
                  <a:pt x="0" y="74676"/>
                </a:lnTo>
                <a:lnTo>
                  <a:pt x="25908" y="89916"/>
                </a:lnTo>
                <a:lnTo>
                  <a:pt x="146812" y="89916"/>
                </a:lnTo>
                <a:lnTo>
                  <a:pt x="155448" y="99060"/>
                </a:lnTo>
                <a:lnTo>
                  <a:pt x="153162" y="100584"/>
                </a:lnTo>
                <a:lnTo>
                  <a:pt x="24384" y="100584"/>
                </a:lnTo>
                <a:lnTo>
                  <a:pt x="24384" y="211836"/>
                </a:lnTo>
                <a:lnTo>
                  <a:pt x="137464" y="211836"/>
                </a:lnTo>
                <a:lnTo>
                  <a:pt x="137527" y="222504"/>
                </a:lnTo>
                <a:lnTo>
                  <a:pt x="24384" y="222504"/>
                </a:lnTo>
                <a:lnTo>
                  <a:pt x="24384" y="342900"/>
                </a:lnTo>
                <a:lnTo>
                  <a:pt x="138496" y="342900"/>
                </a:lnTo>
                <a:lnTo>
                  <a:pt x="138564" y="353568"/>
                </a:lnTo>
                <a:lnTo>
                  <a:pt x="24384" y="353568"/>
                </a:lnTo>
                <a:lnTo>
                  <a:pt x="24384" y="384048"/>
                </a:lnTo>
                <a:lnTo>
                  <a:pt x="0" y="397764"/>
                </a:lnTo>
                <a:close/>
              </a:path>
              <a:path w="356870" h="401320">
                <a:moveTo>
                  <a:pt x="348996" y="94488"/>
                </a:moveTo>
                <a:lnTo>
                  <a:pt x="310896" y="94488"/>
                </a:lnTo>
                <a:lnTo>
                  <a:pt x="330708" y="76200"/>
                </a:lnTo>
                <a:lnTo>
                  <a:pt x="348996" y="94488"/>
                </a:lnTo>
                <a:close/>
              </a:path>
              <a:path w="356870" h="401320">
                <a:moveTo>
                  <a:pt x="137464" y="211836"/>
                </a:moveTo>
                <a:lnTo>
                  <a:pt x="114300" y="211836"/>
                </a:lnTo>
                <a:lnTo>
                  <a:pt x="114300" y="100584"/>
                </a:lnTo>
                <a:lnTo>
                  <a:pt x="153162" y="100584"/>
                </a:lnTo>
                <a:lnTo>
                  <a:pt x="137160" y="111252"/>
                </a:lnTo>
                <a:lnTo>
                  <a:pt x="137284" y="170688"/>
                </a:lnTo>
                <a:lnTo>
                  <a:pt x="137385" y="198310"/>
                </a:lnTo>
                <a:lnTo>
                  <a:pt x="137464" y="211836"/>
                </a:lnTo>
                <a:close/>
              </a:path>
              <a:path w="356870" h="401320">
                <a:moveTo>
                  <a:pt x="327433" y="359664"/>
                </a:moveTo>
                <a:lnTo>
                  <a:pt x="283464" y="359664"/>
                </a:lnTo>
                <a:lnTo>
                  <a:pt x="292631" y="357687"/>
                </a:lnTo>
                <a:lnTo>
                  <a:pt x="299656" y="351853"/>
                </a:lnTo>
                <a:lnTo>
                  <a:pt x="309252" y="304038"/>
                </a:lnTo>
                <a:lnTo>
                  <a:pt x="311086" y="258318"/>
                </a:lnTo>
                <a:lnTo>
                  <a:pt x="313173" y="193047"/>
                </a:lnTo>
                <a:lnTo>
                  <a:pt x="315467" y="105156"/>
                </a:lnTo>
                <a:lnTo>
                  <a:pt x="352806" y="105156"/>
                </a:lnTo>
                <a:lnTo>
                  <a:pt x="341376" y="114300"/>
                </a:lnTo>
                <a:lnTo>
                  <a:pt x="339547" y="188561"/>
                </a:lnTo>
                <a:lnTo>
                  <a:pt x="337718" y="248631"/>
                </a:lnTo>
                <a:lnTo>
                  <a:pt x="335889" y="294583"/>
                </a:lnTo>
                <a:lnTo>
                  <a:pt x="334060" y="326489"/>
                </a:lnTo>
                <a:lnTo>
                  <a:pt x="332232" y="344424"/>
                </a:lnTo>
                <a:lnTo>
                  <a:pt x="328517" y="357020"/>
                </a:lnTo>
                <a:lnTo>
                  <a:pt x="327433" y="359664"/>
                </a:lnTo>
                <a:close/>
              </a:path>
              <a:path w="356870" h="401320">
                <a:moveTo>
                  <a:pt x="231648" y="268224"/>
                </a:moveTo>
                <a:lnTo>
                  <a:pt x="230124" y="268224"/>
                </a:lnTo>
                <a:lnTo>
                  <a:pt x="226956" y="266771"/>
                </a:lnTo>
                <a:lnTo>
                  <a:pt x="224218" y="262318"/>
                </a:lnTo>
                <a:lnTo>
                  <a:pt x="221765" y="254722"/>
                </a:lnTo>
                <a:lnTo>
                  <a:pt x="219456" y="243840"/>
                </a:lnTo>
                <a:lnTo>
                  <a:pt x="214884" y="226718"/>
                </a:lnTo>
                <a:lnTo>
                  <a:pt x="208026" y="209740"/>
                </a:lnTo>
                <a:lnTo>
                  <a:pt x="198882" y="193047"/>
                </a:lnTo>
                <a:lnTo>
                  <a:pt x="187452" y="176784"/>
                </a:lnTo>
                <a:lnTo>
                  <a:pt x="192024" y="170688"/>
                </a:lnTo>
                <a:lnTo>
                  <a:pt x="224980" y="198310"/>
                </a:lnTo>
                <a:lnTo>
                  <a:pt x="246888" y="234696"/>
                </a:lnTo>
                <a:lnTo>
                  <a:pt x="246888" y="246888"/>
                </a:lnTo>
                <a:lnTo>
                  <a:pt x="245364" y="254508"/>
                </a:lnTo>
                <a:lnTo>
                  <a:pt x="240791" y="260603"/>
                </a:lnTo>
                <a:lnTo>
                  <a:pt x="236220" y="265176"/>
                </a:lnTo>
                <a:lnTo>
                  <a:pt x="231648" y="268224"/>
                </a:lnTo>
                <a:close/>
              </a:path>
              <a:path w="356870" h="401320">
                <a:moveTo>
                  <a:pt x="138496" y="342900"/>
                </a:moveTo>
                <a:lnTo>
                  <a:pt x="114300" y="342900"/>
                </a:lnTo>
                <a:lnTo>
                  <a:pt x="114300" y="222504"/>
                </a:lnTo>
                <a:lnTo>
                  <a:pt x="137527" y="222504"/>
                </a:lnTo>
                <a:lnTo>
                  <a:pt x="137652" y="243840"/>
                </a:lnTo>
                <a:lnTo>
                  <a:pt x="138496" y="342900"/>
                </a:lnTo>
                <a:close/>
              </a:path>
              <a:path w="356870" h="401320">
                <a:moveTo>
                  <a:pt x="278891" y="400812"/>
                </a:moveTo>
                <a:lnTo>
                  <a:pt x="271772" y="387953"/>
                </a:lnTo>
                <a:lnTo>
                  <a:pt x="259651" y="376809"/>
                </a:lnTo>
                <a:lnTo>
                  <a:pt x="242673" y="367379"/>
                </a:lnTo>
                <a:lnTo>
                  <a:pt x="220979" y="359664"/>
                </a:lnTo>
                <a:lnTo>
                  <a:pt x="220979" y="350520"/>
                </a:lnTo>
                <a:lnTo>
                  <a:pt x="241244" y="354520"/>
                </a:lnTo>
                <a:lnTo>
                  <a:pt x="258508" y="357378"/>
                </a:lnTo>
                <a:lnTo>
                  <a:pt x="272629" y="359092"/>
                </a:lnTo>
                <a:lnTo>
                  <a:pt x="283464" y="359664"/>
                </a:lnTo>
                <a:lnTo>
                  <a:pt x="327433" y="359664"/>
                </a:lnTo>
                <a:lnTo>
                  <a:pt x="324231" y="367474"/>
                </a:lnTo>
                <a:lnTo>
                  <a:pt x="289726" y="396240"/>
                </a:lnTo>
                <a:lnTo>
                  <a:pt x="278891" y="400812"/>
                </a:lnTo>
                <a:close/>
              </a:path>
              <a:path w="356870" h="401320">
                <a:moveTo>
                  <a:pt x="114300" y="390144"/>
                </a:moveTo>
                <a:lnTo>
                  <a:pt x="114300" y="353568"/>
                </a:lnTo>
                <a:lnTo>
                  <a:pt x="138564" y="353568"/>
                </a:lnTo>
                <a:lnTo>
                  <a:pt x="138684" y="376428"/>
                </a:lnTo>
                <a:lnTo>
                  <a:pt x="114300" y="39014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9" name="object 79"/>
          <p:cNvSpPr/>
          <p:nvPr/>
        </p:nvSpPr>
        <p:spPr>
          <a:xfrm>
            <a:off x="8612123" y="4450079"/>
            <a:ext cx="405765" cy="405765"/>
          </a:xfrm>
          <a:custGeom>
            <a:avLst/>
            <a:gdLst/>
            <a:ahLst/>
            <a:cxnLst/>
            <a:rect l="l" t="t" r="r" b="b"/>
            <a:pathLst>
              <a:path w="405765" h="405764">
                <a:moveTo>
                  <a:pt x="179832" y="79247"/>
                </a:moveTo>
                <a:lnTo>
                  <a:pt x="152400" y="79247"/>
                </a:lnTo>
                <a:lnTo>
                  <a:pt x="161567" y="56364"/>
                </a:lnTo>
                <a:lnTo>
                  <a:pt x="168592" y="35623"/>
                </a:lnTo>
                <a:lnTo>
                  <a:pt x="173616" y="16883"/>
                </a:lnTo>
                <a:lnTo>
                  <a:pt x="176784" y="0"/>
                </a:lnTo>
                <a:lnTo>
                  <a:pt x="217932" y="21336"/>
                </a:lnTo>
                <a:lnTo>
                  <a:pt x="199644" y="32003"/>
                </a:lnTo>
                <a:lnTo>
                  <a:pt x="196548" y="40886"/>
                </a:lnTo>
                <a:lnTo>
                  <a:pt x="192024" y="51625"/>
                </a:lnTo>
                <a:lnTo>
                  <a:pt x="186356" y="64365"/>
                </a:lnTo>
                <a:lnTo>
                  <a:pt x="179832" y="79247"/>
                </a:lnTo>
                <a:close/>
              </a:path>
              <a:path w="405765" h="405764">
                <a:moveTo>
                  <a:pt x="32004" y="94487"/>
                </a:moveTo>
                <a:lnTo>
                  <a:pt x="15240" y="79247"/>
                </a:lnTo>
                <a:lnTo>
                  <a:pt x="332232" y="79247"/>
                </a:lnTo>
                <a:lnTo>
                  <a:pt x="358140" y="53339"/>
                </a:lnTo>
                <a:lnTo>
                  <a:pt x="394716" y="89915"/>
                </a:lnTo>
                <a:lnTo>
                  <a:pt x="73152" y="89915"/>
                </a:lnTo>
                <a:lnTo>
                  <a:pt x="62007" y="90201"/>
                </a:lnTo>
                <a:lnTo>
                  <a:pt x="51435" y="91058"/>
                </a:lnTo>
                <a:lnTo>
                  <a:pt x="41433" y="92487"/>
                </a:lnTo>
                <a:lnTo>
                  <a:pt x="32004" y="94487"/>
                </a:lnTo>
                <a:close/>
              </a:path>
              <a:path w="405765" h="405764">
                <a:moveTo>
                  <a:pt x="118382" y="179831"/>
                </a:moveTo>
                <a:lnTo>
                  <a:pt x="91440" y="179831"/>
                </a:lnTo>
                <a:lnTo>
                  <a:pt x="106275" y="160424"/>
                </a:lnTo>
                <a:lnTo>
                  <a:pt x="120967" y="138874"/>
                </a:lnTo>
                <a:lnTo>
                  <a:pt x="135374" y="115323"/>
                </a:lnTo>
                <a:lnTo>
                  <a:pt x="149352" y="89915"/>
                </a:lnTo>
                <a:lnTo>
                  <a:pt x="175260" y="89915"/>
                </a:lnTo>
                <a:lnTo>
                  <a:pt x="156972" y="123324"/>
                </a:lnTo>
                <a:lnTo>
                  <a:pt x="138684" y="152590"/>
                </a:lnTo>
                <a:lnTo>
                  <a:pt x="120396" y="177569"/>
                </a:lnTo>
                <a:lnTo>
                  <a:pt x="118382" y="179831"/>
                </a:lnTo>
                <a:close/>
              </a:path>
              <a:path w="405765" h="405764">
                <a:moveTo>
                  <a:pt x="259080" y="204215"/>
                </a:moveTo>
                <a:lnTo>
                  <a:pt x="234695" y="204215"/>
                </a:lnTo>
                <a:lnTo>
                  <a:pt x="234672" y="139207"/>
                </a:lnTo>
                <a:lnTo>
                  <a:pt x="234505" y="129539"/>
                </a:lnTo>
                <a:lnTo>
                  <a:pt x="234053" y="117586"/>
                </a:lnTo>
                <a:lnTo>
                  <a:pt x="233172" y="103631"/>
                </a:lnTo>
                <a:lnTo>
                  <a:pt x="272795" y="120395"/>
                </a:lnTo>
                <a:lnTo>
                  <a:pt x="259080" y="132587"/>
                </a:lnTo>
                <a:lnTo>
                  <a:pt x="259080" y="204215"/>
                </a:lnTo>
                <a:close/>
              </a:path>
              <a:path w="405765" h="405764">
                <a:moveTo>
                  <a:pt x="3048" y="280415"/>
                </a:moveTo>
                <a:lnTo>
                  <a:pt x="0" y="275843"/>
                </a:lnTo>
                <a:lnTo>
                  <a:pt x="24550" y="253841"/>
                </a:lnTo>
                <a:lnTo>
                  <a:pt x="45529" y="233552"/>
                </a:lnTo>
                <a:lnTo>
                  <a:pt x="62869" y="214883"/>
                </a:lnTo>
                <a:lnTo>
                  <a:pt x="76200" y="198119"/>
                </a:lnTo>
                <a:lnTo>
                  <a:pt x="76176" y="194714"/>
                </a:lnTo>
                <a:lnTo>
                  <a:pt x="76009" y="189166"/>
                </a:lnTo>
                <a:lnTo>
                  <a:pt x="75532" y="181355"/>
                </a:lnTo>
                <a:lnTo>
                  <a:pt x="74676" y="172211"/>
                </a:lnTo>
                <a:lnTo>
                  <a:pt x="91440" y="179831"/>
                </a:lnTo>
                <a:lnTo>
                  <a:pt x="118382" y="179831"/>
                </a:lnTo>
                <a:lnTo>
                  <a:pt x="102108" y="198119"/>
                </a:lnTo>
                <a:lnTo>
                  <a:pt x="102108" y="222503"/>
                </a:lnTo>
                <a:lnTo>
                  <a:pt x="77724" y="222503"/>
                </a:lnTo>
                <a:lnTo>
                  <a:pt x="58554" y="239910"/>
                </a:lnTo>
                <a:lnTo>
                  <a:pt x="39814" y="255460"/>
                </a:lnTo>
                <a:lnTo>
                  <a:pt x="21359" y="269009"/>
                </a:lnTo>
                <a:lnTo>
                  <a:pt x="3048" y="280415"/>
                </a:lnTo>
                <a:close/>
              </a:path>
              <a:path w="405765" h="405764">
                <a:moveTo>
                  <a:pt x="149352" y="219455"/>
                </a:moveTo>
                <a:lnTo>
                  <a:pt x="134112" y="204215"/>
                </a:lnTo>
                <a:lnTo>
                  <a:pt x="324612" y="204215"/>
                </a:lnTo>
                <a:lnTo>
                  <a:pt x="347472" y="181355"/>
                </a:lnTo>
                <a:lnTo>
                  <a:pt x="381000" y="214883"/>
                </a:lnTo>
                <a:lnTo>
                  <a:pt x="192024" y="214883"/>
                </a:lnTo>
                <a:lnTo>
                  <a:pt x="180855" y="215169"/>
                </a:lnTo>
                <a:lnTo>
                  <a:pt x="170116" y="216026"/>
                </a:lnTo>
                <a:lnTo>
                  <a:pt x="159662" y="217455"/>
                </a:lnTo>
                <a:lnTo>
                  <a:pt x="149352" y="219455"/>
                </a:lnTo>
                <a:close/>
              </a:path>
              <a:path w="405765" h="405764">
                <a:moveTo>
                  <a:pt x="259080" y="353568"/>
                </a:moveTo>
                <a:lnTo>
                  <a:pt x="234695" y="353568"/>
                </a:lnTo>
                <a:lnTo>
                  <a:pt x="234695" y="214883"/>
                </a:lnTo>
                <a:lnTo>
                  <a:pt x="259080" y="214883"/>
                </a:lnTo>
                <a:lnTo>
                  <a:pt x="259080" y="353568"/>
                </a:lnTo>
                <a:close/>
              </a:path>
              <a:path w="405765" h="405764">
                <a:moveTo>
                  <a:pt x="76200" y="405384"/>
                </a:moveTo>
                <a:lnTo>
                  <a:pt x="77091" y="391668"/>
                </a:lnTo>
                <a:lnTo>
                  <a:pt x="77533" y="379095"/>
                </a:lnTo>
                <a:lnTo>
                  <a:pt x="77673" y="368808"/>
                </a:lnTo>
                <a:lnTo>
                  <a:pt x="77724" y="222503"/>
                </a:lnTo>
                <a:lnTo>
                  <a:pt x="102108" y="222503"/>
                </a:lnTo>
                <a:lnTo>
                  <a:pt x="102108" y="391668"/>
                </a:lnTo>
                <a:lnTo>
                  <a:pt x="76200" y="405384"/>
                </a:lnTo>
                <a:close/>
              </a:path>
              <a:path w="405765" h="405764">
                <a:moveTo>
                  <a:pt x="126492" y="368808"/>
                </a:moveTo>
                <a:lnTo>
                  <a:pt x="111252" y="353568"/>
                </a:lnTo>
                <a:lnTo>
                  <a:pt x="345948" y="353568"/>
                </a:lnTo>
                <a:lnTo>
                  <a:pt x="370332" y="329184"/>
                </a:lnTo>
                <a:lnTo>
                  <a:pt x="405384" y="364236"/>
                </a:lnTo>
                <a:lnTo>
                  <a:pt x="169164" y="364236"/>
                </a:lnTo>
                <a:lnTo>
                  <a:pt x="157995" y="364521"/>
                </a:lnTo>
                <a:lnTo>
                  <a:pt x="147256" y="365379"/>
                </a:lnTo>
                <a:lnTo>
                  <a:pt x="136802" y="366807"/>
                </a:lnTo>
                <a:lnTo>
                  <a:pt x="126492" y="36880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0" name="object 80"/>
          <p:cNvSpPr/>
          <p:nvPr/>
        </p:nvSpPr>
        <p:spPr>
          <a:xfrm>
            <a:off x="9072371" y="4565904"/>
            <a:ext cx="317500" cy="250190"/>
          </a:xfrm>
          <a:custGeom>
            <a:avLst/>
            <a:gdLst/>
            <a:ahLst/>
            <a:cxnLst/>
            <a:rect l="l" t="t" r="r" b="b"/>
            <a:pathLst>
              <a:path w="317500" h="250189">
                <a:moveTo>
                  <a:pt x="316991" y="249936"/>
                </a:moveTo>
                <a:lnTo>
                  <a:pt x="275843" y="249936"/>
                </a:lnTo>
                <a:lnTo>
                  <a:pt x="275820" y="101750"/>
                </a:lnTo>
                <a:lnTo>
                  <a:pt x="275653" y="93916"/>
                </a:lnTo>
                <a:lnTo>
                  <a:pt x="275201" y="86367"/>
                </a:lnTo>
                <a:lnTo>
                  <a:pt x="274319" y="79248"/>
                </a:lnTo>
                <a:lnTo>
                  <a:pt x="274319" y="68579"/>
                </a:lnTo>
                <a:lnTo>
                  <a:pt x="271271" y="60960"/>
                </a:lnTo>
                <a:lnTo>
                  <a:pt x="269747" y="56388"/>
                </a:lnTo>
                <a:lnTo>
                  <a:pt x="266699" y="50292"/>
                </a:lnTo>
                <a:lnTo>
                  <a:pt x="262127" y="45719"/>
                </a:lnTo>
                <a:lnTo>
                  <a:pt x="256031" y="44196"/>
                </a:lnTo>
                <a:lnTo>
                  <a:pt x="251459" y="41148"/>
                </a:lnTo>
                <a:lnTo>
                  <a:pt x="243839" y="39624"/>
                </a:lnTo>
                <a:lnTo>
                  <a:pt x="234695" y="39624"/>
                </a:lnTo>
                <a:lnTo>
                  <a:pt x="193357" y="56197"/>
                </a:lnTo>
                <a:lnTo>
                  <a:pt x="178307" y="68579"/>
                </a:lnTo>
                <a:lnTo>
                  <a:pt x="178307" y="249936"/>
                </a:lnTo>
                <a:lnTo>
                  <a:pt x="138683" y="249936"/>
                </a:lnTo>
                <a:lnTo>
                  <a:pt x="138683" y="109728"/>
                </a:lnTo>
                <a:lnTo>
                  <a:pt x="138445" y="101750"/>
                </a:lnTo>
                <a:lnTo>
                  <a:pt x="137398" y="86367"/>
                </a:lnTo>
                <a:lnTo>
                  <a:pt x="137159" y="79248"/>
                </a:lnTo>
                <a:lnTo>
                  <a:pt x="135635" y="68579"/>
                </a:lnTo>
                <a:lnTo>
                  <a:pt x="134111" y="60960"/>
                </a:lnTo>
                <a:lnTo>
                  <a:pt x="131063" y="56388"/>
                </a:lnTo>
                <a:lnTo>
                  <a:pt x="128015" y="50292"/>
                </a:lnTo>
                <a:lnTo>
                  <a:pt x="124967" y="45719"/>
                </a:lnTo>
                <a:lnTo>
                  <a:pt x="118871" y="44196"/>
                </a:lnTo>
                <a:lnTo>
                  <a:pt x="114300" y="41148"/>
                </a:lnTo>
                <a:lnTo>
                  <a:pt x="106679" y="39624"/>
                </a:lnTo>
                <a:lnTo>
                  <a:pt x="97536" y="39624"/>
                </a:lnTo>
                <a:lnTo>
                  <a:pt x="55054" y="56769"/>
                </a:lnTo>
                <a:lnTo>
                  <a:pt x="41148" y="68579"/>
                </a:lnTo>
                <a:lnTo>
                  <a:pt x="41148" y="249936"/>
                </a:lnTo>
                <a:lnTo>
                  <a:pt x="0" y="249936"/>
                </a:lnTo>
                <a:lnTo>
                  <a:pt x="0" y="7619"/>
                </a:lnTo>
                <a:lnTo>
                  <a:pt x="41148" y="7619"/>
                </a:lnTo>
                <a:lnTo>
                  <a:pt x="41148" y="33528"/>
                </a:lnTo>
                <a:lnTo>
                  <a:pt x="49148" y="26074"/>
                </a:lnTo>
                <a:lnTo>
                  <a:pt x="81200" y="5143"/>
                </a:lnTo>
                <a:lnTo>
                  <a:pt x="108203" y="0"/>
                </a:lnTo>
                <a:lnTo>
                  <a:pt x="118229" y="595"/>
                </a:lnTo>
                <a:lnTo>
                  <a:pt x="153757" y="16097"/>
                </a:lnTo>
                <a:lnTo>
                  <a:pt x="170687" y="42672"/>
                </a:lnTo>
                <a:lnTo>
                  <a:pt x="179831" y="32956"/>
                </a:lnTo>
                <a:lnTo>
                  <a:pt x="216431" y="6429"/>
                </a:lnTo>
                <a:lnTo>
                  <a:pt x="245363" y="0"/>
                </a:lnTo>
                <a:lnTo>
                  <a:pt x="253103" y="285"/>
                </a:lnTo>
                <a:lnTo>
                  <a:pt x="290822" y="16144"/>
                </a:lnTo>
                <a:lnTo>
                  <a:pt x="313777" y="57340"/>
                </a:lnTo>
                <a:lnTo>
                  <a:pt x="316991" y="89916"/>
                </a:lnTo>
                <a:lnTo>
                  <a:pt x="316991" y="24993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1" name="object 81"/>
          <p:cNvSpPr/>
          <p:nvPr/>
        </p:nvSpPr>
        <p:spPr>
          <a:xfrm>
            <a:off x="9471659" y="4453127"/>
            <a:ext cx="356870" cy="401320"/>
          </a:xfrm>
          <a:custGeom>
            <a:avLst/>
            <a:gdLst/>
            <a:ahLst/>
            <a:cxnLst/>
            <a:rect l="l" t="t" r="r" b="b"/>
            <a:pathLst>
              <a:path w="356870" h="401320">
                <a:moveTo>
                  <a:pt x="53340" y="89916"/>
                </a:moveTo>
                <a:lnTo>
                  <a:pt x="44196" y="89916"/>
                </a:lnTo>
                <a:lnTo>
                  <a:pt x="51339" y="61936"/>
                </a:lnTo>
                <a:lnTo>
                  <a:pt x="56769" y="37528"/>
                </a:lnTo>
                <a:lnTo>
                  <a:pt x="60483" y="16835"/>
                </a:lnTo>
                <a:lnTo>
                  <a:pt x="62484" y="0"/>
                </a:lnTo>
                <a:lnTo>
                  <a:pt x="100584" y="19812"/>
                </a:lnTo>
                <a:lnTo>
                  <a:pt x="91487" y="27551"/>
                </a:lnTo>
                <a:lnTo>
                  <a:pt x="80391" y="41719"/>
                </a:lnTo>
                <a:lnTo>
                  <a:pt x="67579" y="62460"/>
                </a:lnTo>
                <a:lnTo>
                  <a:pt x="53340" y="89916"/>
                </a:lnTo>
                <a:close/>
              </a:path>
              <a:path w="356870" h="401320">
                <a:moveTo>
                  <a:pt x="147828" y="190500"/>
                </a:moveTo>
                <a:lnTo>
                  <a:pt x="143256" y="187452"/>
                </a:lnTo>
                <a:lnTo>
                  <a:pt x="160162" y="159972"/>
                </a:lnTo>
                <a:lnTo>
                  <a:pt x="174498" y="134493"/>
                </a:lnTo>
                <a:lnTo>
                  <a:pt x="196596" y="88392"/>
                </a:lnTo>
                <a:lnTo>
                  <a:pt x="211264" y="44958"/>
                </a:lnTo>
                <a:lnTo>
                  <a:pt x="222503" y="1524"/>
                </a:lnTo>
                <a:lnTo>
                  <a:pt x="260603" y="22860"/>
                </a:lnTo>
                <a:lnTo>
                  <a:pt x="252864" y="30837"/>
                </a:lnTo>
                <a:lnTo>
                  <a:pt x="243268" y="45529"/>
                </a:lnTo>
                <a:lnTo>
                  <a:pt x="231671" y="66794"/>
                </a:lnTo>
                <a:lnTo>
                  <a:pt x="217932" y="94488"/>
                </a:lnTo>
                <a:lnTo>
                  <a:pt x="348996" y="94488"/>
                </a:lnTo>
                <a:lnTo>
                  <a:pt x="356616" y="102108"/>
                </a:lnTo>
                <a:lnTo>
                  <a:pt x="352806" y="105156"/>
                </a:lnTo>
                <a:lnTo>
                  <a:pt x="213360" y="105156"/>
                </a:lnTo>
                <a:lnTo>
                  <a:pt x="197977" y="129420"/>
                </a:lnTo>
                <a:lnTo>
                  <a:pt x="181737" y="151828"/>
                </a:lnTo>
                <a:lnTo>
                  <a:pt x="164925" y="172235"/>
                </a:lnTo>
                <a:lnTo>
                  <a:pt x="147828" y="190500"/>
                </a:lnTo>
                <a:close/>
              </a:path>
              <a:path w="356870" h="401320">
                <a:moveTo>
                  <a:pt x="146304" y="89916"/>
                </a:moveTo>
                <a:lnTo>
                  <a:pt x="111252" y="89916"/>
                </a:lnTo>
                <a:lnTo>
                  <a:pt x="128016" y="71628"/>
                </a:lnTo>
                <a:lnTo>
                  <a:pt x="146304" y="89916"/>
                </a:lnTo>
                <a:close/>
              </a:path>
              <a:path w="356870" h="401320">
                <a:moveTo>
                  <a:pt x="0" y="397764"/>
                </a:moveTo>
                <a:lnTo>
                  <a:pt x="820" y="359664"/>
                </a:lnTo>
                <a:lnTo>
                  <a:pt x="917" y="353568"/>
                </a:lnTo>
                <a:lnTo>
                  <a:pt x="1333" y="316230"/>
                </a:lnTo>
                <a:lnTo>
                  <a:pt x="1425" y="176784"/>
                </a:lnTo>
                <a:lnTo>
                  <a:pt x="1301" y="151828"/>
                </a:lnTo>
                <a:lnTo>
                  <a:pt x="881" y="114681"/>
                </a:lnTo>
                <a:lnTo>
                  <a:pt x="0" y="74676"/>
                </a:lnTo>
                <a:lnTo>
                  <a:pt x="25908" y="89916"/>
                </a:lnTo>
                <a:lnTo>
                  <a:pt x="146304" y="89916"/>
                </a:lnTo>
                <a:lnTo>
                  <a:pt x="155448" y="99060"/>
                </a:lnTo>
                <a:lnTo>
                  <a:pt x="153162" y="100584"/>
                </a:lnTo>
                <a:lnTo>
                  <a:pt x="24384" y="100584"/>
                </a:lnTo>
                <a:lnTo>
                  <a:pt x="24384" y="211836"/>
                </a:lnTo>
                <a:lnTo>
                  <a:pt x="137205" y="211836"/>
                </a:lnTo>
                <a:lnTo>
                  <a:pt x="137219" y="222504"/>
                </a:lnTo>
                <a:lnTo>
                  <a:pt x="24384" y="222504"/>
                </a:lnTo>
                <a:lnTo>
                  <a:pt x="24384" y="342900"/>
                </a:lnTo>
                <a:lnTo>
                  <a:pt x="137905" y="342900"/>
                </a:lnTo>
                <a:lnTo>
                  <a:pt x="137940" y="346069"/>
                </a:lnTo>
                <a:lnTo>
                  <a:pt x="138123" y="353568"/>
                </a:lnTo>
                <a:lnTo>
                  <a:pt x="24384" y="353568"/>
                </a:lnTo>
                <a:lnTo>
                  <a:pt x="24384" y="384048"/>
                </a:lnTo>
                <a:lnTo>
                  <a:pt x="0" y="397764"/>
                </a:lnTo>
                <a:close/>
              </a:path>
              <a:path w="356870" h="401320">
                <a:moveTo>
                  <a:pt x="348996" y="94488"/>
                </a:moveTo>
                <a:lnTo>
                  <a:pt x="310896" y="94488"/>
                </a:lnTo>
                <a:lnTo>
                  <a:pt x="330708" y="76200"/>
                </a:lnTo>
                <a:lnTo>
                  <a:pt x="348996" y="94488"/>
                </a:lnTo>
                <a:close/>
              </a:path>
              <a:path w="356870" h="401320">
                <a:moveTo>
                  <a:pt x="137205" y="211836"/>
                </a:moveTo>
                <a:lnTo>
                  <a:pt x="114300" y="211836"/>
                </a:lnTo>
                <a:lnTo>
                  <a:pt x="114300" y="100584"/>
                </a:lnTo>
                <a:lnTo>
                  <a:pt x="153162" y="100584"/>
                </a:lnTo>
                <a:lnTo>
                  <a:pt x="137160" y="111252"/>
                </a:lnTo>
                <a:lnTo>
                  <a:pt x="137205" y="211836"/>
                </a:lnTo>
                <a:close/>
              </a:path>
              <a:path w="356870" h="401320">
                <a:moveTo>
                  <a:pt x="326904" y="359664"/>
                </a:moveTo>
                <a:lnTo>
                  <a:pt x="283464" y="359664"/>
                </a:lnTo>
                <a:lnTo>
                  <a:pt x="291750" y="357687"/>
                </a:lnTo>
                <a:lnTo>
                  <a:pt x="298323" y="351853"/>
                </a:lnTo>
                <a:lnTo>
                  <a:pt x="308610" y="304038"/>
                </a:lnTo>
                <a:lnTo>
                  <a:pt x="310896" y="258318"/>
                </a:lnTo>
                <a:lnTo>
                  <a:pt x="313146" y="193047"/>
                </a:lnTo>
                <a:lnTo>
                  <a:pt x="315467" y="105156"/>
                </a:lnTo>
                <a:lnTo>
                  <a:pt x="352806" y="105156"/>
                </a:lnTo>
                <a:lnTo>
                  <a:pt x="341376" y="114300"/>
                </a:lnTo>
                <a:lnTo>
                  <a:pt x="339535" y="188561"/>
                </a:lnTo>
                <a:lnTo>
                  <a:pt x="337620" y="248631"/>
                </a:lnTo>
                <a:lnTo>
                  <a:pt x="335560" y="294583"/>
                </a:lnTo>
                <a:lnTo>
                  <a:pt x="333280" y="326489"/>
                </a:lnTo>
                <a:lnTo>
                  <a:pt x="330708" y="344424"/>
                </a:lnTo>
                <a:lnTo>
                  <a:pt x="327874" y="357020"/>
                </a:lnTo>
                <a:lnTo>
                  <a:pt x="326904" y="359664"/>
                </a:lnTo>
                <a:close/>
              </a:path>
              <a:path w="356870" h="401320">
                <a:moveTo>
                  <a:pt x="231648" y="268224"/>
                </a:moveTo>
                <a:lnTo>
                  <a:pt x="230124" y="268224"/>
                </a:lnTo>
                <a:lnTo>
                  <a:pt x="226742" y="266771"/>
                </a:lnTo>
                <a:lnTo>
                  <a:pt x="223647" y="262318"/>
                </a:lnTo>
                <a:lnTo>
                  <a:pt x="221122" y="254722"/>
                </a:lnTo>
                <a:lnTo>
                  <a:pt x="219456" y="243840"/>
                </a:lnTo>
                <a:lnTo>
                  <a:pt x="214884" y="226718"/>
                </a:lnTo>
                <a:lnTo>
                  <a:pt x="208026" y="209740"/>
                </a:lnTo>
                <a:lnTo>
                  <a:pt x="198882" y="193047"/>
                </a:lnTo>
                <a:lnTo>
                  <a:pt x="187452" y="176784"/>
                </a:lnTo>
                <a:lnTo>
                  <a:pt x="192024" y="170688"/>
                </a:lnTo>
                <a:lnTo>
                  <a:pt x="224218" y="198310"/>
                </a:lnTo>
                <a:lnTo>
                  <a:pt x="246888" y="234696"/>
                </a:lnTo>
                <a:lnTo>
                  <a:pt x="246888" y="246888"/>
                </a:lnTo>
                <a:lnTo>
                  <a:pt x="245364" y="254508"/>
                </a:lnTo>
                <a:lnTo>
                  <a:pt x="231648" y="268224"/>
                </a:lnTo>
                <a:close/>
              </a:path>
              <a:path w="356870" h="401320">
                <a:moveTo>
                  <a:pt x="137905" y="342900"/>
                </a:moveTo>
                <a:lnTo>
                  <a:pt x="114300" y="342900"/>
                </a:lnTo>
                <a:lnTo>
                  <a:pt x="114300" y="222504"/>
                </a:lnTo>
                <a:lnTo>
                  <a:pt x="137219" y="222504"/>
                </a:lnTo>
                <a:lnTo>
                  <a:pt x="137331" y="268224"/>
                </a:lnTo>
                <a:lnTo>
                  <a:pt x="137489" y="304373"/>
                </a:lnTo>
                <a:lnTo>
                  <a:pt x="137905" y="342900"/>
                </a:lnTo>
                <a:close/>
              </a:path>
              <a:path w="356870" h="401320">
                <a:moveTo>
                  <a:pt x="278891" y="400812"/>
                </a:moveTo>
                <a:lnTo>
                  <a:pt x="271772" y="387953"/>
                </a:lnTo>
                <a:lnTo>
                  <a:pt x="259651" y="376809"/>
                </a:lnTo>
                <a:lnTo>
                  <a:pt x="242673" y="367379"/>
                </a:lnTo>
                <a:lnTo>
                  <a:pt x="220979" y="359664"/>
                </a:lnTo>
                <a:lnTo>
                  <a:pt x="220979" y="350520"/>
                </a:lnTo>
                <a:lnTo>
                  <a:pt x="241244" y="354520"/>
                </a:lnTo>
                <a:lnTo>
                  <a:pt x="258508" y="357378"/>
                </a:lnTo>
                <a:lnTo>
                  <a:pt x="272629" y="359092"/>
                </a:lnTo>
                <a:lnTo>
                  <a:pt x="283464" y="359664"/>
                </a:lnTo>
                <a:lnTo>
                  <a:pt x="326904" y="359664"/>
                </a:lnTo>
                <a:lnTo>
                  <a:pt x="324040" y="367474"/>
                </a:lnTo>
                <a:lnTo>
                  <a:pt x="289726" y="396240"/>
                </a:lnTo>
                <a:lnTo>
                  <a:pt x="278891" y="400812"/>
                </a:lnTo>
                <a:close/>
              </a:path>
              <a:path w="356870" h="401320">
                <a:moveTo>
                  <a:pt x="114300" y="390144"/>
                </a:moveTo>
                <a:lnTo>
                  <a:pt x="114300" y="353568"/>
                </a:lnTo>
                <a:lnTo>
                  <a:pt x="138123" y="353568"/>
                </a:lnTo>
                <a:lnTo>
                  <a:pt x="138684" y="376428"/>
                </a:lnTo>
                <a:lnTo>
                  <a:pt x="114300" y="39014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2" name="object 82"/>
          <p:cNvSpPr/>
          <p:nvPr/>
        </p:nvSpPr>
        <p:spPr>
          <a:xfrm>
            <a:off x="2122919" y="4933188"/>
            <a:ext cx="815340" cy="405765"/>
          </a:xfrm>
          <a:custGeom>
            <a:avLst/>
            <a:gdLst/>
            <a:ahLst/>
            <a:cxnLst/>
            <a:rect l="l" t="t" r="r" b="b"/>
            <a:pathLst>
              <a:path w="815339" h="405764">
                <a:moveTo>
                  <a:pt x="156972" y="114300"/>
                </a:moveTo>
                <a:lnTo>
                  <a:pt x="129540" y="86868"/>
                </a:lnTo>
                <a:lnTo>
                  <a:pt x="111252" y="103632"/>
                </a:lnTo>
                <a:lnTo>
                  <a:pt x="97536" y="103632"/>
                </a:lnTo>
                <a:lnTo>
                  <a:pt x="97536" y="28956"/>
                </a:lnTo>
                <a:lnTo>
                  <a:pt x="112776" y="18288"/>
                </a:lnTo>
                <a:lnTo>
                  <a:pt x="73152" y="0"/>
                </a:lnTo>
                <a:lnTo>
                  <a:pt x="74041" y="18554"/>
                </a:lnTo>
                <a:lnTo>
                  <a:pt x="74485" y="42100"/>
                </a:lnTo>
                <a:lnTo>
                  <a:pt x="74612" y="61747"/>
                </a:lnTo>
                <a:lnTo>
                  <a:pt x="74676" y="103632"/>
                </a:lnTo>
                <a:lnTo>
                  <a:pt x="3048" y="103632"/>
                </a:lnTo>
                <a:lnTo>
                  <a:pt x="16764" y="117348"/>
                </a:lnTo>
                <a:lnTo>
                  <a:pt x="33528" y="114300"/>
                </a:lnTo>
                <a:lnTo>
                  <a:pt x="74676" y="114300"/>
                </a:lnTo>
                <a:lnTo>
                  <a:pt x="74676" y="195072"/>
                </a:lnTo>
                <a:lnTo>
                  <a:pt x="49517" y="205359"/>
                </a:lnTo>
                <a:lnTo>
                  <a:pt x="28765" y="213360"/>
                </a:lnTo>
                <a:lnTo>
                  <a:pt x="12319" y="219075"/>
                </a:lnTo>
                <a:lnTo>
                  <a:pt x="0" y="222504"/>
                </a:lnTo>
                <a:lnTo>
                  <a:pt x="21336" y="256032"/>
                </a:lnTo>
                <a:lnTo>
                  <a:pt x="28181" y="247675"/>
                </a:lnTo>
                <a:lnTo>
                  <a:pt x="39433" y="238315"/>
                </a:lnTo>
                <a:lnTo>
                  <a:pt x="54991" y="227533"/>
                </a:lnTo>
                <a:lnTo>
                  <a:pt x="74676" y="214884"/>
                </a:lnTo>
                <a:lnTo>
                  <a:pt x="74676" y="358140"/>
                </a:lnTo>
                <a:lnTo>
                  <a:pt x="71628" y="364236"/>
                </a:lnTo>
                <a:lnTo>
                  <a:pt x="62484" y="364236"/>
                </a:lnTo>
                <a:lnTo>
                  <a:pt x="54483" y="363956"/>
                </a:lnTo>
                <a:lnTo>
                  <a:pt x="44196" y="363093"/>
                </a:lnTo>
                <a:lnTo>
                  <a:pt x="31623" y="361670"/>
                </a:lnTo>
                <a:lnTo>
                  <a:pt x="16764" y="359664"/>
                </a:lnTo>
                <a:lnTo>
                  <a:pt x="16764" y="367284"/>
                </a:lnTo>
                <a:lnTo>
                  <a:pt x="36753" y="375551"/>
                </a:lnTo>
                <a:lnTo>
                  <a:pt x="50863" y="384238"/>
                </a:lnTo>
                <a:lnTo>
                  <a:pt x="58991" y="393217"/>
                </a:lnTo>
                <a:lnTo>
                  <a:pt x="60960" y="402336"/>
                </a:lnTo>
                <a:lnTo>
                  <a:pt x="77825" y="393814"/>
                </a:lnTo>
                <a:lnTo>
                  <a:pt x="89535" y="382143"/>
                </a:lnTo>
                <a:lnTo>
                  <a:pt x="96113" y="367626"/>
                </a:lnTo>
                <a:lnTo>
                  <a:pt x="96393" y="364236"/>
                </a:lnTo>
                <a:lnTo>
                  <a:pt x="97447" y="351663"/>
                </a:lnTo>
                <a:lnTo>
                  <a:pt x="97536" y="214884"/>
                </a:lnTo>
                <a:lnTo>
                  <a:pt x="97536" y="202692"/>
                </a:lnTo>
                <a:lnTo>
                  <a:pt x="124079" y="185928"/>
                </a:lnTo>
                <a:lnTo>
                  <a:pt x="155448" y="166116"/>
                </a:lnTo>
                <a:lnTo>
                  <a:pt x="152400" y="161544"/>
                </a:lnTo>
                <a:lnTo>
                  <a:pt x="97536" y="185928"/>
                </a:lnTo>
                <a:lnTo>
                  <a:pt x="97536" y="114300"/>
                </a:lnTo>
                <a:lnTo>
                  <a:pt x="156972" y="114300"/>
                </a:lnTo>
                <a:close/>
              </a:path>
              <a:path w="815339" h="405764">
                <a:moveTo>
                  <a:pt x="259080" y="22860"/>
                </a:moveTo>
                <a:lnTo>
                  <a:pt x="219456" y="1524"/>
                </a:lnTo>
                <a:lnTo>
                  <a:pt x="220345" y="16649"/>
                </a:lnTo>
                <a:lnTo>
                  <a:pt x="220751" y="35052"/>
                </a:lnTo>
                <a:lnTo>
                  <a:pt x="220827" y="42100"/>
                </a:lnTo>
                <a:lnTo>
                  <a:pt x="220967" y="61747"/>
                </a:lnTo>
                <a:lnTo>
                  <a:pt x="220980" y="91440"/>
                </a:lnTo>
                <a:lnTo>
                  <a:pt x="144780" y="91440"/>
                </a:lnTo>
                <a:lnTo>
                  <a:pt x="158496" y="105156"/>
                </a:lnTo>
                <a:lnTo>
                  <a:pt x="176784" y="102108"/>
                </a:lnTo>
                <a:lnTo>
                  <a:pt x="220980" y="102108"/>
                </a:lnTo>
                <a:lnTo>
                  <a:pt x="220980" y="181356"/>
                </a:lnTo>
                <a:lnTo>
                  <a:pt x="155448" y="181356"/>
                </a:lnTo>
                <a:lnTo>
                  <a:pt x="169164" y="195072"/>
                </a:lnTo>
                <a:lnTo>
                  <a:pt x="184404" y="190500"/>
                </a:lnTo>
                <a:lnTo>
                  <a:pt x="220980" y="190500"/>
                </a:lnTo>
                <a:lnTo>
                  <a:pt x="220980" y="271272"/>
                </a:lnTo>
                <a:lnTo>
                  <a:pt x="128016" y="271272"/>
                </a:lnTo>
                <a:lnTo>
                  <a:pt x="141732" y="284988"/>
                </a:lnTo>
                <a:lnTo>
                  <a:pt x="156972" y="281940"/>
                </a:lnTo>
                <a:lnTo>
                  <a:pt x="220980" y="281940"/>
                </a:lnTo>
                <a:lnTo>
                  <a:pt x="220967" y="318808"/>
                </a:lnTo>
                <a:lnTo>
                  <a:pt x="220802" y="350520"/>
                </a:lnTo>
                <a:lnTo>
                  <a:pt x="220345" y="380530"/>
                </a:lnTo>
                <a:lnTo>
                  <a:pt x="219456" y="405384"/>
                </a:lnTo>
                <a:lnTo>
                  <a:pt x="243801" y="393217"/>
                </a:lnTo>
                <a:lnTo>
                  <a:pt x="243840" y="281940"/>
                </a:lnTo>
                <a:lnTo>
                  <a:pt x="243840" y="190500"/>
                </a:lnTo>
                <a:lnTo>
                  <a:pt x="243840" y="102108"/>
                </a:lnTo>
                <a:lnTo>
                  <a:pt x="243840" y="35052"/>
                </a:lnTo>
                <a:lnTo>
                  <a:pt x="259080" y="22860"/>
                </a:lnTo>
                <a:close/>
              </a:path>
              <a:path w="815339" h="405764">
                <a:moveTo>
                  <a:pt x="411480" y="283464"/>
                </a:moveTo>
                <a:lnTo>
                  <a:pt x="400812" y="272796"/>
                </a:lnTo>
                <a:lnTo>
                  <a:pt x="381000" y="252984"/>
                </a:lnTo>
                <a:lnTo>
                  <a:pt x="362712" y="272796"/>
                </a:lnTo>
                <a:lnTo>
                  <a:pt x="312420" y="272796"/>
                </a:lnTo>
                <a:lnTo>
                  <a:pt x="312420" y="193548"/>
                </a:lnTo>
                <a:lnTo>
                  <a:pt x="402336" y="193548"/>
                </a:lnTo>
                <a:lnTo>
                  <a:pt x="392239" y="182880"/>
                </a:lnTo>
                <a:lnTo>
                  <a:pt x="374904" y="164592"/>
                </a:lnTo>
                <a:lnTo>
                  <a:pt x="356616" y="182880"/>
                </a:lnTo>
                <a:lnTo>
                  <a:pt x="312420" y="182880"/>
                </a:lnTo>
                <a:lnTo>
                  <a:pt x="312420" y="103632"/>
                </a:lnTo>
                <a:lnTo>
                  <a:pt x="406908" y="103632"/>
                </a:lnTo>
                <a:lnTo>
                  <a:pt x="397764" y="94488"/>
                </a:lnTo>
                <a:lnTo>
                  <a:pt x="379476" y="76200"/>
                </a:lnTo>
                <a:lnTo>
                  <a:pt x="362712" y="94488"/>
                </a:lnTo>
                <a:lnTo>
                  <a:pt x="312420" y="94488"/>
                </a:lnTo>
                <a:lnTo>
                  <a:pt x="312420" y="35052"/>
                </a:lnTo>
                <a:lnTo>
                  <a:pt x="329184" y="22860"/>
                </a:lnTo>
                <a:lnTo>
                  <a:pt x="288036" y="3048"/>
                </a:lnTo>
                <a:lnTo>
                  <a:pt x="288277" y="19964"/>
                </a:lnTo>
                <a:lnTo>
                  <a:pt x="288696" y="35052"/>
                </a:lnTo>
                <a:lnTo>
                  <a:pt x="289331" y="60058"/>
                </a:lnTo>
                <a:lnTo>
                  <a:pt x="289483" y="76200"/>
                </a:lnTo>
                <a:lnTo>
                  <a:pt x="289560" y="405384"/>
                </a:lnTo>
                <a:lnTo>
                  <a:pt x="313944" y="393192"/>
                </a:lnTo>
                <a:lnTo>
                  <a:pt x="313067" y="370052"/>
                </a:lnTo>
                <a:lnTo>
                  <a:pt x="312610" y="344043"/>
                </a:lnTo>
                <a:lnTo>
                  <a:pt x="312445" y="315188"/>
                </a:lnTo>
                <a:lnTo>
                  <a:pt x="312420" y="283464"/>
                </a:lnTo>
                <a:lnTo>
                  <a:pt x="411480" y="283464"/>
                </a:lnTo>
                <a:close/>
              </a:path>
              <a:path w="815339" h="405764">
                <a:moveTo>
                  <a:pt x="815340" y="249936"/>
                </a:moveTo>
                <a:lnTo>
                  <a:pt x="809853" y="245364"/>
                </a:lnTo>
                <a:lnTo>
                  <a:pt x="787908" y="227076"/>
                </a:lnTo>
                <a:lnTo>
                  <a:pt x="777240" y="241300"/>
                </a:lnTo>
                <a:lnTo>
                  <a:pt x="777240" y="256032"/>
                </a:lnTo>
                <a:lnTo>
                  <a:pt x="777240" y="359664"/>
                </a:lnTo>
                <a:lnTo>
                  <a:pt x="603504" y="359664"/>
                </a:lnTo>
                <a:lnTo>
                  <a:pt x="603504" y="268224"/>
                </a:lnTo>
                <a:lnTo>
                  <a:pt x="603504" y="256032"/>
                </a:lnTo>
                <a:lnTo>
                  <a:pt x="777240" y="256032"/>
                </a:lnTo>
                <a:lnTo>
                  <a:pt x="777240" y="241300"/>
                </a:lnTo>
                <a:lnTo>
                  <a:pt x="774192" y="245364"/>
                </a:lnTo>
                <a:lnTo>
                  <a:pt x="618744" y="245364"/>
                </a:lnTo>
                <a:lnTo>
                  <a:pt x="634123" y="234696"/>
                </a:lnTo>
                <a:lnTo>
                  <a:pt x="639343" y="231076"/>
                </a:lnTo>
                <a:lnTo>
                  <a:pt x="660082" y="215646"/>
                </a:lnTo>
                <a:lnTo>
                  <a:pt x="702564" y="181356"/>
                </a:lnTo>
                <a:lnTo>
                  <a:pt x="743712" y="139255"/>
                </a:lnTo>
                <a:lnTo>
                  <a:pt x="784860" y="86868"/>
                </a:lnTo>
                <a:lnTo>
                  <a:pt x="797928" y="79248"/>
                </a:lnTo>
                <a:lnTo>
                  <a:pt x="803148" y="76200"/>
                </a:lnTo>
                <a:lnTo>
                  <a:pt x="795629" y="70104"/>
                </a:lnTo>
                <a:lnTo>
                  <a:pt x="771144" y="50292"/>
                </a:lnTo>
                <a:lnTo>
                  <a:pt x="754380" y="70104"/>
                </a:lnTo>
                <a:lnTo>
                  <a:pt x="609600" y="70104"/>
                </a:lnTo>
                <a:lnTo>
                  <a:pt x="630936" y="36576"/>
                </a:lnTo>
                <a:lnTo>
                  <a:pt x="650748" y="28956"/>
                </a:lnTo>
                <a:lnTo>
                  <a:pt x="612648" y="1524"/>
                </a:lnTo>
                <a:lnTo>
                  <a:pt x="589788" y="54483"/>
                </a:lnTo>
                <a:lnTo>
                  <a:pt x="557784" y="105156"/>
                </a:lnTo>
                <a:lnTo>
                  <a:pt x="519493" y="151257"/>
                </a:lnTo>
                <a:lnTo>
                  <a:pt x="480060" y="185928"/>
                </a:lnTo>
                <a:lnTo>
                  <a:pt x="486156" y="190500"/>
                </a:lnTo>
                <a:lnTo>
                  <a:pt x="516712" y="169913"/>
                </a:lnTo>
                <a:lnTo>
                  <a:pt x="546544" y="144589"/>
                </a:lnTo>
                <a:lnTo>
                  <a:pt x="563867" y="126568"/>
                </a:lnTo>
                <a:lnTo>
                  <a:pt x="577811" y="141236"/>
                </a:lnTo>
                <a:lnTo>
                  <a:pt x="589978" y="155638"/>
                </a:lnTo>
                <a:lnTo>
                  <a:pt x="599008" y="168046"/>
                </a:lnTo>
                <a:lnTo>
                  <a:pt x="605028" y="178308"/>
                </a:lnTo>
                <a:lnTo>
                  <a:pt x="608076" y="187452"/>
                </a:lnTo>
                <a:lnTo>
                  <a:pt x="611124" y="190500"/>
                </a:lnTo>
                <a:lnTo>
                  <a:pt x="617220" y="190500"/>
                </a:lnTo>
                <a:lnTo>
                  <a:pt x="621792" y="187452"/>
                </a:lnTo>
                <a:lnTo>
                  <a:pt x="624840" y="182880"/>
                </a:lnTo>
                <a:lnTo>
                  <a:pt x="627684" y="178003"/>
                </a:lnTo>
                <a:lnTo>
                  <a:pt x="629221" y="172402"/>
                </a:lnTo>
                <a:lnTo>
                  <a:pt x="629348" y="165950"/>
                </a:lnTo>
                <a:lnTo>
                  <a:pt x="627888" y="158496"/>
                </a:lnTo>
                <a:lnTo>
                  <a:pt x="622439" y="150837"/>
                </a:lnTo>
                <a:lnTo>
                  <a:pt x="610552" y="141732"/>
                </a:lnTo>
                <a:lnTo>
                  <a:pt x="592099" y="131495"/>
                </a:lnTo>
                <a:lnTo>
                  <a:pt x="568934" y="121285"/>
                </a:lnTo>
                <a:lnTo>
                  <a:pt x="569785" y="120396"/>
                </a:lnTo>
                <a:lnTo>
                  <a:pt x="575525" y="114427"/>
                </a:lnTo>
                <a:lnTo>
                  <a:pt x="603504" y="79248"/>
                </a:lnTo>
                <a:lnTo>
                  <a:pt x="754380" y="79248"/>
                </a:lnTo>
                <a:lnTo>
                  <a:pt x="721233" y="123825"/>
                </a:lnTo>
                <a:lnTo>
                  <a:pt x="681228" y="166116"/>
                </a:lnTo>
                <a:lnTo>
                  <a:pt x="638937" y="203835"/>
                </a:lnTo>
                <a:lnTo>
                  <a:pt x="598932" y="234696"/>
                </a:lnTo>
                <a:lnTo>
                  <a:pt x="579120" y="227076"/>
                </a:lnTo>
                <a:lnTo>
                  <a:pt x="579120" y="245364"/>
                </a:lnTo>
                <a:lnTo>
                  <a:pt x="551192" y="263321"/>
                </a:lnTo>
                <a:lnTo>
                  <a:pt x="520255" y="280416"/>
                </a:lnTo>
                <a:lnTo>
                  <a:pt x="486752" y="296379"/>
                </a:lnTo>
                <a:lnTo>
                  <a:pt x="451104" y="310896"/>
                </a:lnTo>
                <a:lnTo>
                  <a:pt x="452628" y="315468"/>
                </a:lnTo>
                <a:lnTo>
                  <a:pt x="485470" y="307238"/>
                </a:lnTo>
                <a:lnTo>
                  <a:pt x="517588" y="296418"/>
                </a:lnTo>
                <a:lnTo>
                  <a:pt x="548855" y="283324"/>
                </a:lnTo>
                <a:lnTo>
                  <a:pt x="579120" y="268224"/>
                </a:lnTo>
                <a:lnTo>
                  <a:pt x="579043" y="339877"/>
                </a:lnTo>
                <a:lnTo>
                  <a:pt x="578929" y="350901"/>
                </a:lnTo>
                <a:lnTo>
                  <a:pt x="578485" y="373430"/>
                </a:lnTo>
                <a:lnTo>
                  <a:pt x="577596" y="400812"/>
                </a:lnTo>
                <a:lnTo>
                  <a:pt x="603504" y="391668"/>
                </a:lnTo>
                <a:lnTo>
                  <a:pt x="603504" y="370332"/>
                </a:lnTo>
                <a:lnTo>
                  <a:pt x="777240" y="370332"/>
                </a:lnTo>
                <a:lnTo>
                  <a:pt x="777240" y="396240"/>
                </a:lnTo>
                <a:lnTo>
                  <a:pt x="803148" y="382524"/>
                </a:lnTo>
                <a:lnTo>
                  <a:pt x="802424" y="370332"/>
                </a:lnTo>
                <a:lnTo>
                  <a:pt x="802271" y="367931"/>
                </a:lnTo>
                <a:lnTo>
                  <a:pt x="802005" y="359664"/>
                </a:lnTo>
                <a:lnTo>
                  <a:pt x="801814" y="353758"/>
                </a:lnTo>
                <a:lnTo>
                  <a:pt x="801649" y="339877"/>
                </a:lnTo>
                <a:lnTo>
                  <a:pt x="801624" y="260604"/>
                </a:lnTo>
                <a:lnTo>
                  <a:pt x="807504" y="256032"/>
                </a:lnTo>
                <a:lnTo>
                  <a:pt x="815340" y="24993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3" name="object 83"/>
          <p:cNvSpPr/>
          <p:nvPr/>
        </p:nvSpPr>
        <p:spPr>
          <a:xfrm>
            <a:off x="3055620" y="4933188"/>
            <a:ext cx="337185" cy="408940"/>
          </a:xfrm>
          <a:custGeom>
            <a:avLst/>
            <a:gdLst/>
            <a:ahLst/>
            <a:cxnLst/>
            <a:rect l="l" t="t" r="r" b="b"/>
            <a:pathLst>
              <a:path w="337185" h="408939">
                <a:moveTo>
                  <a:pt x="172212" y="102108"/>
                </a:moveTo>
                <a:lnTo>
                  <a:pt x="144780" y="102108"/>
                </a:lnTo>
                <a:lnTo>
                  <a:pt x="144756" y="70723"/>
                </a:lnTo>
                <a:lnTo>
                  <a:pt x="144589" y="43053"/>
                </a:lnTo>
                <a:lnTo>
                  <a:pt x="144137" y="19383"/>
                </a:lnTo>
                <a:lnTo>
                  <a:pt x="143256" y="0"/>
                </a:lnTo>
                <a:lnTo>
                  <a:pt x="185928" y="18288"/>
                </a:lnTo>
                <a:lnTo>
                  <a:pt x="172212" y="33528"/>
                </a:lnTo>
                <a:lnTo>
                  <a:pt x="172212" y="102108"/>
                </a:lnTo>
                <a:close/>
              </a:path>
              <a:path w="337185" h="408939">
                <a:moveTo>
                  <a:pt x="334626" y="102108"/>
                </a:moveTo>
                <a:lnTo>
                  <a:pt x="292608" y="102108"/>
                </a:lnTo>
                <a:lnTo>
                  <a:pt x="306324" y="82296"/>
                </a:lnTo>
                <a:lnTo>
                  <a:pt x="334626" y="102108"/>
                </a:lnTo>
                <a:close/>
              </a:path>
              <a:path w="337185" h="408939">
                <a:moveTo>
                  <a:pt x="0" y="272795"/>
                </a:moveTo>
                <a:lnTo>
                  <a:pt x="238" y="255317"/>
                </a:lnTo>
                <a:lnTo>
                  <a:pt x="762" y="234696"/>
                </a:lnTo>
                <a:lnTo>
                  <a:pt x="1285" y="210645"/>
                </a:lnTo>
                <a:lnTo>
                  <a:pt x="1524" y="182880"/>
                </a:lnTo>
                <a:lnTo>
                  <a:pt x="1285" y="154590"/>
                </a:lnTo>
                <a:lnTo>
                  <a:pt x="762" y="129159"/>
                </a:lnTo>
                <a:lnTo>
                  <a:pt x="238" y="106584"/>
                </a:lnTo>
                <a:lnTo>
                  <a:pt x="0" y="86868"/>
                </a:lnTo>
                <a:lnTo>
                  <a:pt x="25908" y="102108"/>
                </a:lnTo>
                <a:lnTo>
                  <a:pt x="334626" y="102108"/>
                </a:lnTo>
                <a:lnTo>
                  <a:pt x="336804" y="103632"/>
                </a:lnTo>
                <a:lnTo>
                  <a:pt x="326644" y="112776"/>
                </a:lnTo>
                <a:lnTo>
                  <a:pt x="25908" y="112776"/>
                </a:lnTo>
                <a:lnTo>
                  <a:pt x="25908" y="227076"/>
                </a:lnTo>
                <a:lnTo>
                  <a:pt x="321583" y="227076"/>
                </a:lnTo>
                <a:lnTo>
                  <a:pt x="321738" y="237744"/>
                </a:lnTo>
                <a:lnTo>
                  <a:pt x="25908" y="237744"/>
                </a:lnTo>
                <a:lnTo>
                  <a:pt x="25908" y="259080"/>
                </a:lnTo>
                <a:lnTo>
                  <a:pt x="0" y="272795"/>
                </a:lnTo>
                <a:close/>
              </a:path>
              <a:path w="337185" h="408939">
                <a:moveTo>
                  <a:pt x="172212" y="227076"/>
                </a:moveTo>
                <a:lnTo>
                  <a:pt x="144780" y="227076"/>
                </a:lnTo>
                <a:lnTo>
                  <a:pt x="144780" y="112776"/>
                </a:lnTo>
                <a:lnTo>
                  <a:pt x="172212" y="112776"/>
                </a:lnTo>
                <a:lnTo>
                  <a:pt x="172212" y="227076"/>
                </a:lnTo>
                <a:close/>
              </a:path>
              <a:path w="337185" h="408939">
                <a:moveTo>
                  <a:pt x="321583" y="227076"/>
                </a:moveTo>
                <a:lnTo>
                  <a:pt x="297180" y="227076"/>
                </a:lnTo>
                <a:lnTo>
                  <a:pt x="297180" y="112776"/>
                </a:lnTo>
                <a:lnTo>
                  <a:pt x="326644" y="112776"/>
                </a:lnTo>
                <a:lnTo>
                  <a:pt x="321564" y="117348"/>
                </a:lnTo>
                <a:lnTo>
                  <a:pt x="321583" y="227076"/>
                </a:lnTo>
                <a:close/>
              </a:path>
              <a:path w="337185" h="408939">
                <a:moveTo>
                  <a:pt x="143256" y="408432"/>
                </a:moveTo>
                <a:lnTo>
                  <a:pt x="144137" y="382404"/>
                </a:lnTo>
                <a:lnTo>
                  <a:pt x="144589" y="345376"/>
                </a:lnTo>
                <a:lnTo>
                  <a:pt x="144756" y="297203"/>
                </a:lnTo>
                <a:lnTo>
                  <a:pt x="144780" y="237744"/>
                </a:lnTo>
                <a:lnTo>
                  <a:pt x="172212" y="237744"/>
                </a:lnTo>
                <a:lnTo>
                  <a:pt x="172235" y="297203"/>
                </a:lnTo>
                <a:lnTo>
                  <a:pt x="172402" y="342900"/>
                </a:lnTo>
                <a:lnTo>
                  <a:pt x="172854" y="374904"/>
                </a:lnTo>
                <a:lnTo>
                  <a:pt x="173736" y="393192"/>
                </a:lnTo>
                <a:lnTo>
                  <a:pt x="143256" y="408432"/>
                </a:lnTo>
                <a:close/>
              </a:path>
              <a:path w="337185" h="408939">
                <a:moveTo>
                  <a:pt x="297180" y="269748"/>
                </a:moveTo>
                <a:lnTo>
                  <a:pt x="297180" y="237744"/>
                </a:lnTo>
                <a:lnTo>
                  <a:pt x="321738" y="237744"/>
                </a:lnTo>
                <a:lnTo>
                  <a:pt x="321754" y="238696"/>
                </a:lnTo>
                <a:lnTo>
                  <a:pt x="322206" y="248816"/>
                </a:lnTo>
                <a:lnTo>
                  <a:pt x="323088" y="259080"/>
                </a:lnTo>
                <a:lnTo>
                  <a:pt x="297180" y="26974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4" name="object 84"/>
          <p:cNvSpPr/>
          <p:nvPr/>
        </p:nvSpPr>
        <p:spPr>
          <a:xfrm>
            <a:off x="3506711" y="4942332"/>
            <a:ext cx="1135380" cy="398145"/>
          </a:xfrm>
          <a:custGeom>
            <a:avLst/>
            <a:gdLst/>
            <a:ahLst/>
            <a:cxnLst/>
            <a:rect l="l" t="t" r="r" b="b"/>
            <a:pathLst>
              <a:path w="1135379" h="398145">
                <a:moveTo>
                  <a:pt x="152400" y="163068"/>
                </a:moveTo>
                <a:lnTo>
                  <a:pt x="142240" y="152400"/>
                </a:lnTo>
                <a:lnTo>
                  <a:pt x="121920" y="131064"/>
                </a:lnTo>
                <a:lnTo>
                  <a:pt x="100584" y="152400"/>
                </a:lnTo>
                <a:lnTo>
                  <a:pt x="32004" y="152400"/>
                </a:lnTo>
                <a:lnTo>
                  <a:pt x="32004" y="36576"/>
                </a:lnTo>
                <a:lnTo>
                  <a:pt x="47244" y="21336"/>
                </a:lnTo>
                <a:lnTo>
                  <a:pt x="6096" y="3048"/>
                </a:lnTo>
                <a:lnTo>
                  <a:pt x="6337" y="24790"/>
                </a:lnTo>
                <a:lnTo>
                  <a:pt x="6858" y="51244"/>
                </a:lnTo>
                <a:lnTo>
                  <a:pt x="7391" y="82562"/>
                </a:lnTo>
                <a:lnTo>
                  <a:pt x="7620" y="118872"/>
                </a:lnTo>
                <a:lnTo>
                  <a:pt x="7620" y="318516"/>
                </a:lnTo>
                <a:lnTo>
                  <a:pt x="7073" y="326834"/>
                </a:lnTo>
                <a:lnTo>
                  <a:pt x="5524" y="333565"/>
                </a:lnTo>
                <a:lnTo>
                  <a:pt x="3124" y="338886"/>
                </a:lnTo>
                <a:lnTo>
                  <a:pt x="0" y="342900"/>
                </a:lnTo>
                <a:lnTo>
                  <a:pt x="21336" y="373380"/>
                </a:lnTo>
                <a:lnTo>
                  <a:pt x="65913" y="340614"/>
                </a:lnTo>
                <a:lnTo>
                  <a:pt x="102781" y="320662"/>
                </a:lnTo>
                <a:lnTo>
                  <a:pt x="149352" y="298704"/>
                </a:lnTo>
                <a:lnTo>
                  <a:pt x="146304" y="291084"/>
                </a:lnTo>
                <a:lnTo>
                  <a:pt x="32004" y="330708"/>
                </a:lnTo>
                <a:lnTo>
                  <a:pt x="32004" y="163068"/>
                </a:lnTo>
                <a:lnTo>
                  <a:pt x="152400" y="163068"/>
                </a:lnTo>
                <a:close/>
              </a:path>
              <a:path w="1135379" h="398145">
                <a:moveTo>
                  <a:pt x="350520" y="342900"/>
                </a:moveTo>
                <a:lnTo>
                  <a:pt x="328472" y="306400"/>
                </a:lnTo>
                <a:lnTo>
                  <a:pt x="324612" y="256032"/>
                </a:lnTo>
                <a:lnTo>
                  <a:pt x="316992" y="256032"/>
                </a:lnTo>
                <a:lnTo>
                  <a:pt x="313753" y="304800"/>
                </a:lnTo>
                <a:lnTo>
                  <a:pt x="300228" y="347472"/>
                </a:lnTo>
                <a:lnTo>
                  <a:pt x="219456" y="347472"/>
                </a:lnTo>
                <a:lnTo>
                  <a:pt x="196596" y="190500"/>
                </a:lnTo>
                <a:lnTo>
                  <a:pt x="213995" y="179832"/>
                </a:lnTo>
                <a:lnTo>
                  <a:pt x="222605" y="174548"/>
                </a:lnTo>
                <a:lnTo>
                  <a:pt x="245745" y="158877"/>
                </a:lnTo>
                <a:lnTo>
                  <a:pt x="266039" y="143789"/>
                </a:lnTo>
                <a:lnTo>
                  <a:pt x="298640" y="117284"/>
                </a:lnTo>
                <a:lnTo>
                  <a:pt x="312229" y="108013"/>
                </a:lnTo>
                <a:lnTo>
                  <a:pt x="324408" y="101904"/>
                </a:lnTo>
                <a:lnTo>
                  <a:pt x="335280" y="99060"/>
                </a:lnTo>
                <a:lnTo>
                  <a:pt x="300228" y="65532"/>
                </a:lnTo>
                <a:lnTo>
                  <a:pt x="274942" y="103466"/>
                </a:lnTo>
                <a:lnTo>
                  <a:pt x="246964" y="135470"/>
                </a:lnTo>
                <a:lnTo>
                  <a:pt x="214337" y="165811"/>
                </a:lnTo>
                <a:lnTo>
                  <a:pt x="196596" y="179832"/>
                </a:lnTo>
                <a:lnTo>
                  <a:pt x="196596" y="33528"/>
                </a:lnTo>
                <a:lnTo>
                  <a:pt x="213360" y="19812"/>
                </a:lnTo>
                <a:lnTo>
                  <a:pt x="170688" y="0"/>
                </a:lnTo>
                <a:lnTo>
                  <a:pt x="171577" y="19418"/>
                </a:lnTo>
                <a:lnTo>
                  <a:pt x="172021" y="40957"/>
                </a:lnTo>
                <a:lnTo>
                  <a:pt x="172199" y="64516"/>
                </a:lnTo>
                <a:lnTo>
                  <a:pt x="172212" y="336804"/>
                </a:lnTo>
                <a:lnTo>
                  <a:pt x="174523" y="351053"/>
                </a:lnTo>
                <a:lnTo>
                  <a:pt x="181546" y="361569"/>
                </a:lnTo>
                <a:lnTo>
                  <a:pt x="193433" y="368096"/>
                </a:lnTo>
                <a:lnTo>
                  <a:pt x="210312" y="370332"/>
                </a:lnTo>
                <a:lnTo>
                  <a:pt x="300228" y="370332"/>
                </a:lnTo>
                <a:lnTo>
                  <a:pt x="341757" y="355282"/>
                </a:lnTo>
                <a:lnTo>
                  <a:pt x="347764" y="347472"/>
                </a:lnTo>
                <a:lnTo>
                  <a:pt x="350520" y="342900"/>
                </a:lnTo>
                <a:close/>
              </a:path>
              <a:path w="1135379" h="398145">
                <a:moveTo>
                  <a:pt x="704088" y="112776"/>
                </a:moveTo>
                <a:lnTo>
                  <a:pt x="662940" y="112776"/>
                </a:lnTo>
                <a:lnTo>
                  <a:pt x="621792" y="300228"/>
                </a:lnTo>
                <a:lnTo>
                  <a:pt x="562356" y="112776"/>
                </a:lnTo>
                <a:lnTo>
                  <a:pt x="528828" y="112776"/>
                </a:lnTo>
                <a:lnTo>
                  <a:pt x="470916" y="300228"/>
                </a:lnTo>
                <a:lnTo>
                  <a:pt x="428244" y="112776"/>
                </a:lnTo>
                <a:lnTo>
                  <a:pt x="385572" y="112776"/>
                </a:lnTo>
                <a:lnTo>
                  <a:pt x="448056" y="355092"/>
                </a:lnTo>
                <a:lnTo>
                  <a:pt x="486156" y="355092"/>
                </a:lnTo>
                <a:lnTo>
                  <a:pt x="545592" y="169164"/>
                </a:lnTo>
                <a:lnTo>
                  <a:pt x="603504" y="355092"/>
                </a:lnTo>
                <a:lnTo>
                  <a:pt x="641604" y="355092"/>
                </a:lnTo>
                <a:lnTo>
                  <a:pt x="704088" y="112776"/>
                </a:lnTo>
                <a:close/>
              </a:path>
              <a:path w="1135379" h="398145">
                <a:moveTo>
                  <a:pt x="1135380" y="355104"/>
                </a:moveTo>
                <a:lnTo>
                  <a:pt x="1117904" y="357098"/>
                </a:lnTo>
                <a:lnTo>
                  <a:pt x="1101852" y="358533"/>
                </a:lnTo>
                <a:lnTo>
                  <a:pt x="1086954" y="359384"/>
                </a:lnTo>
                <a:lnTo>
                  <a:pt x="1072896" y="359676"/>
                </a:lnTo>
                <a:lnTo>
                  <a:pt x="1055446" y="359143"/>
                </a:lnTo>
                <a:lnTo>
                  <a:pt x="998220" y="353580"/>
                </a:lnTo>
                <a:lnTo>
                  <a:pt x="955738" y="341769"/>
                </a:lnTo>
                <a:lnTo>
                  <a:pt x="914400" y="318528"/>
                </a:lnTo>
                <a:lnTo>
                  <a:pt x="922807" y="304812"/>
                </a:lnTo>
                <a:lnTo>
                  <a:pt x="924712" y="301688"/>
                </a:lnTo>
                <a:lnTo>
                  <a:pt x="932878" y="281000"/>
                </a:lnTo>
                <a:lnTo>
                  <a:pt x="939050" y="256590"/>
                </a:lnTo>
                <a:lnTo>
                  <a:pt x="943356" y="228612"/>
                </a:lnTo>
                <a:lnTo>
                  <a:pt x="1042416" y="228612"/>
                </a:lnTo>
                <a:lnTo>
                  <a:pt x="1042416" y="248424"/>
                </a:lnTo>
                <a:lnTo>
                  <a:pt x="1068324" y="236232"/>
                </a:lnTo>
                <a:lnTo>
                  <a:pt x="1068235" y="228612"/>
                </a:lnTo>
                <a:lnTo>
                  <a:pt x="1068120" y="217944"/>
                </a:lnTo>
                <a:lnTo>
                  <a:pt x="1067574" y="187464"/>
                </a:lnTo>
                <a:lnTo>
                  <a:pt x="1067206" y="161556"/>
                </a:lnTo>
                <a:lnTo>
                  <a:pt x="1067066" y="150888"/>
                </a:lnTo>
                <a:lnTo>
                  <a:pt x="1066800" y="103644"/>
                </a:lnTo>
                <a:lnTo>
                  <a:pt x="1078776" y="96024"/>
                </a:lnTo>
                <a:lnTo>
                  <a:pt x="1083564" y="92976"/>
                </a:lnTo>
                <a:lnTo>
                  <a:pt x="1076706" y="86880"/>
                </a:lnTo>
                <a:lnTo>
                  <a:pt x="1056132" y="68592"/>
                </a:lnTo>
                <a:lnTo>
                  <a:pt x="1042416" y="83566"/>
                </a:lnTo>
                <a:lnTo>
                  <a:pt x="1042416" y="96024"/>
                </a:lnTo>
                <a:lnTo>
                  <a:pt x="1042416" y="150888"/>
                </a:lnTo>
                <a:lnTo>
                  <a:pt x="1042416" y="161556"/>
                </a:lnTo>
                <a:lnTo>
                  <a:pt x="1042416" y="217944"/>
                </a:lnTo>
                <a:lnTo>
                  <a:pt x="944880" y="217944"/>
                </a:lnTo>
                <a:lnTo>
                  <a:pt x="946010" y="202272"/>
                </a:lnTo>
                <a:lnTo>
                  <a:pt x="946975" y="187464"/>
                </a:lnTo>
                <a:lnTo>
                  <a:pt x="947674" y="173786"/>
                </a:lnTo>
                <a:lnTo>
                  <a:pt x="947928" y="161556"/>
                </a:lnTo>
                <a:lnTo>
                  <a:pt x="1042416" y="161556"/>
                </a:lnTo>
                <a:lnTo>
                  <a:pt x="1042416" y="150888"/>
                </a:lnTo>
                <a:lnTo>
                  <a:pt x="947928" y="150888"/>
                </a:lnTo>
                <a:lnTo>
                  <a:pt x="947928" y="96024"/>
                </a:lnTo>
                <a:lnTo>
                  <a:pt x="1042416" y="96024"/>
                </a:lnTo>
                <a:lnTo>
                  <a:pt x="1042416" y="83566"/>
                </a:lnTo>
                <a:lnTo>
                  <a:pt x="1039368" y="86880"/>
                </a:lnTo>
                <a:lnTo>
                  <a:pt x="947928" y="86880"/>
                </a:lnTo>
                <a:lnTo>
                  <a:pt x="947928" y="36588"/>
                </a:lnTo>
                <a:lnTo>
                  <a:pt x="1124712" y="36588"/>
                </a:lnTo>
                <a:lnTo>
                  <a:pt x="1089660" y="1536"/>
                </a:lnTo>
                <a:lnTo>
                  <a:pt x="1065276" y="25920"/>
                </a:lnTo>
                <a:lnTo>
                  <a:pt x="740664" y="25920"/>
                </a:lnTo>
                <a:lnTo>
                  <a:pt x="755904" y="41160"/>
                </a:lnTo>
                <a:lnTo>
                  <a:pt x="766191" y="39154"/>
                </a:lnTo>
                <a:lnTo>
                  <a:pt x="776478" y="37731"/>
                </a:lnTo>
                <a:lnTo>
                  <a:pt x="786765" y="36868"/>
                </a:lnTo>
                <a:lnTo>
                  <a:pt x="797052" y="36588"/>
                </a:lnTo>
                <a:lnTo>
                  <a:pt x="923544" y="36588"/>
                </a:lnTo>
                <a:lnTo>
                  <a:pt x="923544" y="86880"/>
                </a:lnTo>
                <a:lnTo>
                  <a:pt x="923544" y="96024"/>
                </a:lnTo>
                <a:lnTo>
                  <a:pt x="923544" y="150888"/>
                </a:lnTo>
                <a:lnTo>
                  <a:pt x="923544" y="161556"/>
                </a:lnTo>
                <a:lnTo>
                  <a:pt x="923290" y="172072"/>
                </a:lnTo>
                <a:lnTo>
                  <a:pt x="922591" y="185178"/>
                </a:lnTo>
                <a:lnTo>
                  <a:pt x="920496" y="217944"/>
                </a:lnTo>
                <a:lnTo>
                  <a:pt x="821436" y="217944"/>
                </a:lnTo>
                <a:lnTo>
                  <a:pt x="821436" y="161556"/>
                </a:lnTo>
                <a:lnTo>
                  <a:pt x="923544" y="161556"/>
                </a:lnTo>
                <a:lnTo>
                  <a:pt x="923544" y="150888"/>
                </a:lnTo>
                <a:lnTo>
                  <a:pt x="821436" y="150888"/>
                </a:lnTo>
                <a:lnTo>
                  <a:pt x="821436" y="96024"/>
                </a:lnTo>
                <a:lnTo>
                  <a:pt x="923544" y="96024"/>
                </a:lnTo>
                <a:lnTo>
                  <a:pt x="923544" y="86880"/>
                </a:lnTo>
                <a:lnTo>
                  <a:pt x="824484" y="86880"/>
                </a:lnTo>
                <a:lnTo>
                  <a:pt x="795528" y="70116"/>
                </a:lnTo>
                <a:lnTo>
                  <a:pt x="796417" y="92354"/>
                </a:lnTo>
                <a:lnTo>
                  <a:pt x="796861" y="115455"/>
                </a:lnTo>
                <a:lnTo>
                  <a:pt x="797039" y="139115"/>
                </a:lnTo>
                <a:lnTo>
                  <a:pt x="796925" y="202272"/>
                </a:lnTo>
                <a:lnTo>
                  <a:pt x="796861" y="210134"/>
                </a:lnTo>
                <a:lnTo>
                  <a:pt x="796417" y="231444"/>
                </a:lnTo>
                <a:lnTo>
                  <a:pt x="795528" y="251472"/>
                </a:lnTo>
                <a:lnTo>
                  <a:pt x="821436" y="240804"/>
                </a:lnTo>
                <a:lnTo>
                  <a:pt x="821436" y="228612"/>
                </a:lnTo>
                <a:lnTo>
                  <a:pt x="918972" y="228612"/>
                </a:lnTo>
                <a:lnTo>
                  <a:pt x="911352" y="272808"/>
                </a:lnTo>
                <a:lnTo>
                  <a:pt x="896112" y="304812"/>
                </a:lnTo>
                <a:lnTo>
                  <a:pt x="884999" y="295376"/>
                </a:lnTo>
                <a:lnTo>
                  <a:pt x="872299" y="283095"/>
                </a:lnTo>
                <a:lnTo>
                  <a:pt x="858189" y="267944"/>
                </a:lnTo>
                <a:lnTo>
                  <a:pt x="842772" y="249948"/>
                </a:lnTo>
                <a:lnTo>
                  <a:pt x="838200" y="252996"/>
                </a:lnTo>
                <a:lnTo>
                  <a:pt x="851611" y="275018"/>
                </a:lnTo>
                <a:lnTo>
                  <a:pt x="864298" y="293192"/>
                </a:lnTo>
                <a:lnTo>
                  <a:pt x="876134" y="307644"/>
                </a:lnTo>
                <a:lnTo>
                  <a:pt x="886968" y="318528"/>
                </a:lnTo>
                <a:lnTo>
                  <a:pt x="877544" y="328574"/>
                </a:lnTo>
                <a:lnTo>
                  <a:pt x="832104" y="358152"/>
                </a:lnTo>
                <a:lnTo>
                  <a:pt x="788860" y="375297"/>
                </a:lnTo>
                <a:lnTo>
                  <a:pt x="733044" y="390156"/>
                </a:lnTo>
                <a:lnTo>
                  <a:pt x="734568" y="397776"/>
                </a:lnTo>
                <a:lnTo>
                  <a:pt x="788860" y="387299"/>
                </a:lnTo>
                <a:lnTo>
                  <a:pt x="835152" y="373392"/>
                </a:lnTo>
                <a:lnTo>
                  <a:pt x="873252" y="355295"/>
                </a:lnTo>
                <a:lnTo>
                  <a:pt x="902208" y="333768"/>
                </a:lnTo>
                <a:lnTo>
                  <a:pt x="921981" y="347713"/>
                </a:lnTo>
                <a:lnTo>
                  <a:pt x="964361" y="369341"/>
                </a:lnTo>
                <a:lnTo>
                  <a:pt x="1012088" y="381342"/>
                </a:lnTo>
                <a:lnTo>
                  <a:pt x="1070279" y="387146"/>
                </a:lnTo>
                <a:lnTo>
                  <a:pt x="1103376" y="388632"/>
                </a:lnTo>
                <a:lnTo>
                  <a:pt x="1106233" y="380060"/>
                </a:lnTo>
                <a:lnTo>
                  <a:pt x="1112520" y="372630"/>
                </a:lnTo>
                <a:lnTo>
                  <a:pt x="1122235" y="366344"/>
                </a:lnTo>
                <a:lnTo>
                  <a:pt x="1135380" y="361200"/>
                </a:lnTo>
                <a:lnTo>
                  <a:pt x="1135380" y="359676"/>
                </a:lnTo>
                <a:lnTo>
                  <a:pt x="1135380" y="35510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5" name="object 85"/>
          <p:cNvSpPr/>
          <p:nvPr/>
        </p:nvSpPr>
        <p:spPr>
          <a:xfrm>
            <a:off x="4692396" y="4931664"/>
            <a:ext cx="396240" cy="411480"/>
          </a:xfrm>
          <a:custGeom>
            <a:avLst/>
            <a:gdLst/>
            <a:ahLst/>
            <a:cxnLst/>
            <a:rect l="l" t="t" r="r" b="b"/>
            <a:pathLst>
              <a:path w="396239" h="411479">
                <a:moveTo>
                  <a:pt x="192024" y="59436"/>
                </a:moveTo>
                <a:lnTo>
                  <a:pt x="187452" y="59436"/>
                </a:lnTo>
                <a:lnTo>
                  <a:pt x="184404" y="54864"/>
                </a:lnTo>
                <a:lnTo>
                  <a:pt x="179832" y="44196"/>
                </a:lnTo>
                <a:lnTo>
                  <a:pt x="175545" y="34790"/>
                </a:lnTo>
                <a:lnTo>
                  <a:pt x="169545" y="24955"/>
                </a:lnTo>
                <a:lnTo>
                  <a:pt x="161829" y="14835"/>
                </a:lnTo>
                <a:lnTo>
                  <a:pt x="152400" y="4572"/>
                </a:lnTo>
                <a:lnTo>
                  <a:pt x="153924" y="0"/>
                </a:lnTo>
                <a:lnTo>
                  <a:pt x="166735" y="4572"/>
                </a:lnTo>
                <a:lnTo>
                  <a:pt x="177546" y="9144"/>
                </a:lnTo>
                <a:lnTo>
                  <a:pt x="186070" y="13716"/>
                </a:lnTo>
                <a:lnTo>
                  <a:pt x="192024" y="18288"/>
                </a:lnTo>
                <a:lnTo>
                  <a:pt x="199644" y="22860"/>
                </a:lnTo>
                <a:lnTo>
                  <a:pt x="202692" y="28956"/>
                </a:lnTo>
                <a:lnTo>
                  <a:pt x="204216" y="36576"/>
                </a:lnTo>
                <a:lnTo>
                  <a:pt x="204216" y="42672"/>
                </a:lnTo>
                <a:lnTo>
                  <a:pt x="202692" y="48768"/>
                </a:lnTo>
                <a:lnTo>
                  <a:pt x="192024" y="59436"/>
                </a:lnTo>
                <a:close/>
              </a:path>
              <a:path w="396239" h="411479">
                <a:moveTo>
                  <a:pt x="15240" y="77724"/>
                </a:moveTo>
                <a:lnTo>
                  <a:pt x="0" y="62484"/>
                </a:lnTo>
                <a:lnTo>
                  <a:pt x="345948" y="62484"/>
                </a:lnTo>
                <a:lnTo>
                  <a:pt x="365760" y="41148"/>
                </a:lnTo>
                <a:lnTo>
                  <a:pt x="396240" y="73152"/>
                </a:lnTo>
                <a:lnTo>
                  <a:pt x="56388" y="73152"/>
                </a:lnTo>
                <a:lnTo>
                  <a:pt x="45886" y="73437"/>
                </a:lnTo>
                <a:lnTo>
                  <a:pt x="35242" y="74295"/>
                </a:lnTo>
                <a:lnTo>
                  <a:pt x="24884" y="75723"/>
                </a:lnTo>
                <a:lnTo>
                  <a:pt x="15240" y="77724"/>
                </a:lnTo>
                <a:close/>
              </a:path>
              <a:path w="396239" h="411479">
                <a:moveTo>
                  <a:pt x="292608" y="105156"/>
                </a:moveTo>
                <a:lnTo>
                  <a:pt x="262128" y="105156"/>
                </a:lnTo>
                <a:lnTo>
                  <a:pt x="277368" y="89916"/>
                </a:lnTo>
                <a:lnTo>
                  <a:pt x="292608" y="105156"/>
                </a:lnTo>
                <a:close/>
              </a:path>
              <a:path w="396239" h="411479">
                <a:moveTo>
                  <a:pt x="88392" y="198120"/>
                </a:moveTo>
                <a:lnTo>
                  <a:pt x="89273" y="184404"/>
                </a:lnTo>
                <a:lnTo>
                  <a:pt x="89725" y="170688"/>
                </a:lnTo>
                <a:lnTo>
                  <a:pt x="89799" y="164591"/>
                </a:lnTo>
                <a:lnTo>
                  <a:pt x="89892" y="130659"/>
                </a:lnTo>
                <a:lnTo>
                  <a:pt x="89777" y="121920"/>
                </a:lnTo>
                <a:lnTo>
                  <a:pt x="89652" y="115824"/>
                </a:lnTo>
                <a:lnTo>
                  <a:pt x="89273" y="104894"/>
                </a:lnTo>
                <a:lnTo>
                  <a:pt x="88392" y="91440"/>
                </a:lnTo>
                <a:lnTo>
                  <a:pt x="115824" y="105156"/>
                </a:lnTo>
                <a:lnTo>
                  <a:pt x="292608" y="105156"/>
                </a:lnTo>
                <a:lnTo>
                  <a:pt x="300228" y="112776"/>
                </a:lnTo>
                <a:lnTo>
                  <a:pt x="296164" y="115824"/>
                </a:lnTo>
                <a:lnTo>
                  <a:pt x="114300" y="115824"/>
                </a:lnTo>
                <a:lnTo>
                  <a:pt x="114300" y="164591"/>
                </a:lnTo>
                <a:lnTo>
                  <a:pt x="288412" y="164591"/>
                </a:lnTo>
                <a:lnTo>
                  <a:pt x="288678" y="173355"/>
                </a:lnTo>
                <a:lnTo>
                  <a:pt x="288812" y="175260"/>
                </a:lnTo>
                <a:lnTo>
                  <a:pt x="114300" y="175260"/>
                </a:lnTo>
                <a:lnTo>
                  <a:pt x="114300" y="187452"/>
                </a:lnTo>
                <a:lnTo>
                  <a:pt x="88392" y="198120"/>
                </a:lnTo>
                <a:close/>
              </a:path>
              <a:path w="396239" h="411479">
                <a:moveTo>
                  <a:pt x="288412" y="164591"/>
                </a:moveTo>
                <a:lnTo>
                  <a:pt x="265176" y="164591"/>
                </a:lnTo>
                <a:lnTo>
                  <a:pt x="265176" y="115824"/>
                </a:lnTo>
                <a:lnTo>
                  <a:pt x="296164" y="115824"/>
                </a:lnTo>
                <a:lnTo>
                  <a:pt x="288036" y="121920"/>
                </a:lnTo>
                <a:lnTo>
                  <a:pt x="288078" y="143256"/>
                </a:lnTo>
                <a:lnTo>
                  <a:pt x="288226" y="158496"/>
                </a:lnTo>
                <a:lnTo>
                  <a:pt x="288412" y="164591"/>
                </a:lnTo>
                <a:close/>
              </a:path>
              <a:path w="396239" h="411479">
                <a:moveTo>
                  <a:pt x="265176" y="195072"/>
                </a:moveTo>
                <a:lnTo>
                  <a:pt x="265176" y="175260"/>
                </a:lnTo>
                <a:lnTo>
                  <a:pt x="288812" y="175260"/>
                </a:lnTo>
                <a:lnTo>
                  <a:pt x="289560" y="185928"/>
                </a:lnTo>
                <a:lnTo>
                  <a:pt x="265176" y="195072"/>
                </a:lnTo>
                <a:close/>
              </a:path>
              <a:path w="396239" h="411479">
                <a:moveTo>
                  <a:pt x="364236" y="214884"/>
                </a:moveTo>
                <a:lnTo>
                  <a:pt x="329184" y="214884"/>
                </a:lnTo>
                <a:lnTo>
                  <a:pt x="347472" y="198120"/>
                </a:lnTo>
                <a:lnTo>
                  <a:pt x="364236" y="214884"/>
                </a:lnTo>
                <a:close/>
              </a:path>
              <a:path w="396239" h="411479">
                <a:moveTo>
                  <a:pt x="30480" y="406908"/>
                </a:moveTo>
                <a:lnTo>
                  <a:pt x="31361" y="380642"/>
                </a:lnTo>
                <a:lnTo>
                  <a:pt x="31813" y="354520"/>
                </a:lnTo>
                <a:lnTo>
                  <a:pt x="31912" y="266700"/>
                </a:lnTo>
                <a:lnTo>
                  <a:pt x="31813" y="251460"/>
                </a:lnTo>
                <a:lnTo>
                  <a:pt x="31361" y="225694"/>
                </a:lnTo>
                <a:lnTo>
                  <a:pt x="30480" y="199644"/>
                </a:lnTo>
                <a:lnTo>
                  <a:pt x="54864" y="214884"/>
                </a:lnTo>
                <a:lnTo>
                  <a:pt x="364236" y="214884"/>
                </a:lnTo>
                <a:lnTo>
                  <a:pt x="371856" y="222503"/>
                </a:lnTo>
                <a:lnTo>
                  <a:pt x="367501" y="225552"/>
                </a:lnTo>
                <a:lnTo>
                  <a:pt x="54864" y="225552"/>
                </a:lnTo>
                <a:lnTo>
                  <a:pt x="54864" y="394716"/>
                </a:lnTo>
                <a:lnTo>
                  <a:pt x="30480" y="406908"/>
                </a:lnTo>
                <a:close/>
              </a:path>
              <a:path w="396239" h="411479">
                <a:moveTo>
                  <a:pt x="356200" y="374904"/>
                </a:moveTo>
                <a:lnTo>
                  <a:pt x="327660" y="374904"/>
                </a:lnTo>
                <a:lnTo>
                  <a:pt x="332232" y="370332"/>
                </a:lnTo>
                <a:lnTo>
                  <a:pt x="332232" y="225552"/>
                </a:lnTo>
                <a:lnTo>
                  <a:pt x="367501" y="225552"/>
                </a:lnTo>
                <a:lnTo>
                  <a:pt x="356616" y="233172"/>
                </a:lnTo>
                <a:lnTo>
                  <a:pt x="356512" y="370332"/>
                </a:lnTo>
                <a:lnTo>
                  <a:pt x="356200" y="374904"/>
                </a:lnTo>
                <a:close/>
              </a:path>
              <a:path w="396239" h="411479">
                <a:moveTo>
                  <a:pt x="269747" y="257555"/>
                </a:moveTo>
                <a:lnTo>
                  <a:pt x="237744" y="257555"/>
                </a:lnTo>
                <a:lnTo>
                  <a:pt x="252984" y="240791"/>
                </a:lnTo>
                <a:lnTo>
                  <a:pt x="269747" y="257555"/>
                </a:lnTo>
                <a:close/>
              </a:path>
              <a:path w="396239" h="411479">
                <a:moveTo>
                  <a:pt x="112776" y="362711"/>
                </a:moveTo>
                <a:lnTo>
                  <a:pt x="113657" y="347853"/>
                </a:lnTo>
                <a:lnTo>
                  <a:pt x="114039" y="335280"/>
                </a:lnTo>
                <a:lnTo>
                  <a:pt x="114157" y="328683"/>
                </a:lnTo>
                <a:lnTo>
                  <a:pt x="114276" y="288655"/>
                </a:lnTo>
                <a:lnTo>
                  <a:pt x="114109" y="274320"/>
                </a:lnTo>
                <a:lnTo>
                  <a:pt x="113657" y="259984"/>
                </a:lnTo>
                <a:lnTo>
                  <a:pt x="112776" y="245364"/>
                </a:lnTo>
                <a:lnTo>
                  <a:pt x="137160" y="257555"/>
                </a:lnTo>
                <a:lnTo>
                  <a:pt x="269747" y="257555"/>
                </a:lnTo>
                <a:lnTo>
                  <a:pt x="275844" y="263652"/>
                </a:lnTo>
                <a:lnTo>
                  <a:pt x="272360" y="266700"/>
                </a:lnTo>
                <a:lnTo>
                  <a:pt x="137160" y="266700"/>
                </a:lnTo>
                <a:lnTo>
                  <a:pt x="137160" y="324611"/>
                </a:lnTo>
                <a:lnTo>
                  <a:pt x="264107" y="324611"/>
                </a:lnTo>
                <a:lnTo>
                  <a:pt x="264294" y="332184"/>
                </a:lnTo>
                <a:lnTo>
                  <a:pt x="264457" y="335280"/>
                </a:lnTo>
                <a:lnTo>
                  <a:pt x="137160" y="335280"/>
                </a:lnTo>
                <a:lnTo>
                  <a:pt x="137160" y="350520"/>
                </a:lnTo>
                <a:lnTo>
                  <a:pt x="112776" y="362711"/>
                </a:lnTo>
                <a:close/>
              </a:path>
              <a:path w="396239" h="411479">
                <a:moveTo>
                  <a:pt x="264107" y="324611"/>
                </a:moveTo>
                <a:lnTo>
                  <a:pt x="240792" y="324611"/>
                </a:lnTo>
                <a:lnTo>
                  <a:pt x="240792" y="266700"/>
                </a:lnTo>
                <a:lnTo>
                  <a:pt x="272360" y="266700"/>
                </a:lnTo>
                <a:lnTo>
                  <a:pt x="263652" y="274320"/>
                </a:lnTo>
                <a:lnTo>
                  <a:pt x="263750" y="303276"/>
                </a:lnTo>
                <a:lnTo>
                  <a:pt x="263842" y="313944"/>
                </a:lnTo>
                <a:lnTo>
                  <a:pt x="264107" y="324611"/>
                </a:lnTo>
                <a:close/>
              </a:path>
              <a:path w="396239" h="411479">
                <a:moveTo>
                  <a:pt x="240792" y="359664"/>
                </a:moveTo>
                <a:lnTo>
                  <a:pt x="240792" y="335280"/>
                </a:lnTo>
                <a:lnTo>
                  <a:pt x="264457" y="335280"/>
                </a:lnTo>
                <a:lnTo>
                  <a:pt x="265176" y="348996"/>
                </a:lnTo>
                <a:lnTo>
                  <a:pt x="240792" y="359664"/>
                </a:lnTo>
                <a:close/>
              </a:path>
              <a:path w="396239" h="411479">
                <a:moveTo>
                  <a:pt x="326136" y="411480"/>
                </a:moveTo>
                <a:lnTo>
                  <a:pt x="319849" y="399764"/>
                </a:lnTo>
                <a:lnTo>
                  <a:pt x="307848" y="389763"/>
                </a:lnTo>
                <a:lnTo>
                  <a:pt x="290131" y="381476"/>
                </a:lnTo>
                <a:lnTo>
                  <a:pt x="266700" y="374904"/>
                </a:lnTo>
                <a:lnTo>
                  <a:pt x="266700" y="368808"/>
                </a:lnTo>
                <a:lnTo>
                  <a:pt x="313848" y="373737"/>
                </a:lnTo>
                <a:lnTo>
                  <a:pt x="321564" y="374904"/>
                </a:lnTo>
                <a:lnTo>
                  <a:pt x="356200" y="374904"/>
                </a:lnTo>
                <a:lnTo>
                  <a:pt x="335303" y="407789"/>
                </a:lnTo>
                <a:lnTo>
                  <a:pt x="326136" y="41148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6" name="object 86"/>
          <p:cNvSpPr/>
          <p:nvPr/>
        </p:nvSpPr>
        <p:spPr>
          <a:xfrm>
            <a:off x="5161787" y="4934711"/>
            <a:ext cx="355600" cy="401320"/>
          </a:xfrm>
          <a:custGeom>
            <a:avLst/>
            <a:gdLst/>
            <a:ahLst/>
            <a:cxnLst/>
            <a:rect l="l" t="t" r="r" b="b"/>
            <a:pathLst>
              <a:path w="355600" h="401320">
                <a:moveTo>
                  <a:pt x="53340" y="89916"/>
                </a:moveTo>
                <a:lnTo>
                  <a:pt x="42672" y="89916"/>
                </a:lnTo>
                <a:lnTo>
                  <a:pt x="50696" y="62793"/>
                </a:lnTo>
                <a:lnTo>
                  <a:pt x="56578" y="38671"/>
                </a:lnTo>
                <a:lnTo>
                  <a:pt x="60459" y="17692"/>
                </a:lnTo>
                <a:lnTo>
                  <a:pt x="62484" y="0"/>
                </a:lnTo>
                <a:lnTo>
                  <a:pt x="100584" y="21336"/>
                </a:lnTo>
                <a:lnTo>
                  <a:pt x="90844" y="29051"/>
                </a:lnTo>
                <a:lnTo>
                  <a:pt x="79819" y="43053"/>
                </a:lnTo>
                <a:lnTo>
                  <a:pt x="67365" y="63341"/>
                </a:lnTo>
                <a:lnTo>
                  <a:pt x="53340" y="89916"/>
                </a:lnTo>
                <a:close/>
              </a:path>
              <a:path w="355600" h="401320">
                <a:moveTo>
                  <a:pt x="147828" y="192024"/>
                </a:moveTo>
                <a:lnTo>
                  <a:pt x="141732" y="187452"/>
                </a:lnTo>
                <a:lnTo>
                  <a:pt x="158877" y="160615"/>
                </a:lnTo>
                <a:lnTo>
                  <a:pt x="173736" y="135064"/>
                </a:lnTo>
                <a:lnTo>
                  <a:pt x="196596" y="88392"/>
                </a:lnTo>
                <a:lnTo>
                  <a:pt x="211264" y="44958"/>
                </a:lnTo>
                <a:lnTo>
                  <a:pt x="222503" y="1524"/>
                </a:lnTo>
                <a:lnTo>
                  <a:pt x="260603" y="24384"/>
                </a:lnTo>
                <a:lnTo>
                  <a:pt x="252626" y="32146"/>
                </a:lnTo>
                <a:lnTo>
                  <a:pt x="242506" y="46482"/>
                </a:lnTo>
                <a:lnTo>
                  <a:pt x="230385" y="67675"/>
                </a:lnTo>
                <a:lnTo>
                  <a:pt x="216408" y="96012"/>
                </a:lnTo>
                <a:lnTo>
                  <a:pt x="348996" y="96012"/>
                </a:lnTo>
                <a:lnTo>
                  <a:pt x="355092" y="102108"/>
                </a:lnTo>
                <a:lnTo>
                  <a:pt x="349377" y="106680"/>
                </a:lnTo>
                <a:lnTo>
                  <a:pt x="213360" y="106680"/>
                </a:lnTo>
                <a:lnTo>
                  <a:pt x="197334" y="130730"/>
                </a:lnTo>
                <a:lnTo>
                  <a:pt x="181165" y="152781"/>
                </a:lnTo>
                <a:lnTo>
                  <a:pt x="164711" y="173116"/>
                </a:lnTo>
                <a:lnTo>
                  <a:pt x="147828" y="192024"/>
                </a:lnTo>
                <a:close/>
              </a:path>
              <a:path w="355600" h="401320">
                <a:moveTo>
                  <a:pt x="144780" y="89916"/>
                </a:moveTo>
                <a:lnTo>
                  <a:pt x="111252" y="89916"/>
                </a:lnTo>
                <a:lnTo>
                  <a:pt x="128016" y="73152"/>
                </a:lnTo>
                <a:lnTo>
                  <a:pt x="144780" y="89916"/>
                </a:lnTo>
                <a:close/>
              </a:path>
              <a:path w="355600" h="401320">
                <a:moveTo>
                  <a:pt x="0" y="397764"/>
                </a:moveTo>
                <a:lnTo>
                  <a:pt x="179" y="367474"/>
                </a:lnTo>
                <a:lnTo>
                  <a:pt x="301" y="352615"/>
                </a:lnTo>
                <a:lnTo>
                  <a:pt x="1285" y="276463"/>
                </a:lnTo>
                <a:lnTo>
                  <a:pt x="1360" y="263842"/>
                </a:lnTo>
                <a:lnTo>
                  <a:pt x="1479" y="228600"/>
                </a:lnTo>
                <a:lnTo>
                  <a:pt x="1285" y="195333"/>
                </a:lnTo>
                <a:lnTo>
                  <a:pt x="238" y="114704"/>
                </a:lnTo>
                <a:lnTo>
                  <a:pt x="0" y="74676"/>
                </a:lnTo>
                <a:lnTo>
                  <a:pt x="25908" y="89916"/>
                </a:lnTo>
                <a:lnTo>
                  <a:pt x="144780" y="89916"/>
                </a:lnTo>
                <a:lnTo>
                  <a:pt x="153924" y="99060"/>
                </a:lnTo>
                <a:lnTo>
                  <a:pt x="151828" y="100584"/>
                </a:lnTo>
                <a:lnTo>
                  <a:pt x="24384" y="100584"/>
                </a:lnTo>
                <a:lnTo>
                  <a:pt x="24384" y="211836"/>
                </a:lnTo>
                <a:lnTo>
                  <a:pt x="137205" y="211836"/>
                </a:lnTo>
                <a:lnTo>
                  <a:pt x="137219" y="222504"/>
                </a:lnTo>
                <a:lnTo>
                  <a:pt x="24384" y="222504"/>
                </a:lnTo>
                <a:lnTo>
                  <a:pt x="24384" y="344424"/>
                </a:lnTo>
                <a:lnTo>
                  <a:pt x="137914" y="344424"/>
                </a:lnTo>
                <a:lnTo>
                  <a:pt x="138028" y="350520"/>
                </a:lnTo>
                <a:lnTo>
                  <a:pt x="138137" y="355092"/>
                </a:lnTo>
                <a:lnTo>
                  <a:pt x="24384" y="355092"/>
                </a:lnTo>
                <a:lnTo>
                  <a:pt x="24384" y="384048"/>
                </a:lnTo>
                <a:lnTo>
                  <a:pt x="0" y="397764"/>
                </a:lnTo>
                <a:close/>
              </a:path>
              <a:path w="355600" h="401320">
                <a:moveTo>
                  <a:pt x="348996" y="96012"/>
                </a:moveTo>
                <a:lnTo>
                  <a:pt x="310896" y="96012"/>
                </a:lnTo>
                <a:lnTo>
                  <a:pt x="329184" y="76200"/>
                </a:lnTo>
                <a:lnTo>
                  <a:pt x="348996" y="96012"/>
                </a:lnTo>
                <a:close/>
              </a:path>
              <a:path w="355600" h="401320">
                <a:moveTo>
                  <a:pt x="137205" y="211836"/>
                </a:moveTo>
                <a:lnTo>
                  <a:pt x="114300" y="211836"/>
                </a:lnTo>
                <a:lnTo>
                  <a:pt x="114300" y="100584"/>
                </a:lnTo>
                <a:lnTo>
                  <a:pt x="151828" y="100584"/>
                </a:lnTo>
                <a:lnTo>
                  <a:pt x="137160" y="111252"/>
                </a:lnTo>
                <a:lnTo>
                  <a:pt x="137205" y="211836"/>
                </a:lnTo>
                <a:close/>
              </a:path>
              <a:path w="355600" h="401320">
                <a:moveTo>
                  <a:pt x="326280" y="359664"/>
                </a:moveTo>
                <a:lnTo>
                  <a:pt x="283464" y="359664"/>
                </a:lnTo>
                <a:lnTo>
                  <a:pt x="291750" y="357925"/>
                </a:lnTo>
                <a:lnTo>
                  <a:pt x="298323" y="352615"/>
                </a:lnTo>
                <a:lnTo>
                  <a:pt x="308586" y="305562"/>
                </a:lnTo>
                <a:lnTo>
                  <a:pt x="310705" y="259842"/>
                </a:lnTo>
                <a:lnTo>
                  <a:pt x="312528" y="193929"/>
                </a:lnTo>
                <a:lnTo>
                  <a:pt x="313944" y="106680"/>
                </a:lnTo>
                <a:lnTo>
                  <a:pt x="349377" y="106680"/>
                </a:lnTo>
                <a:lnTo>
                  <a:pt x="339852" y="114300"/>
                </a:lnTo>
                <a:lnTo>
                  <a:pt x="338780" y="186976"/>
                </a:lnTo>
                <a:lnTo>
                  <a:pt x="337291" y="249070"/>
                </a:lnTo>
                <a:lnTo>
                  <a:pt x="335462" y="295241"/>
                </a:lnTo>
                <a:lnTo>
                  <a:pt x="333268" y="327074"/>
                </a:lnTo>
                <a:lnTo>
                  <a:pt x="330708" y="344424"/>
                </a:lnTo>
                <a:lnTo>
                  <a:pt x="327231" y="357020"/>
                </a:lnTo>
                <a:lnTo>
                  <a:pt x="326280" y="359664"/>
                </a:lnTo>
                <a:close/>
              </a:path>
              <a:path w="355600" h="401320">
                <a:moveTo>
                  <a:pt x="231648" y="269748"/>
                </a:moveTo>
                <a:lnTo>
                  <a:pt x="228600" y="269748"/>
                </a:lnTo>
                <a:lnTo>
                  <a:pt x="225432" y="268295"/>
                </a:lnTo>
                <a:lnTo>
                  <a:pt x="222694" y="263842"/>
                </a:lnTo>
                <a:lnTo>
                  <a:pt x="220241" y="256246"/>
                </a:lnTo>
                <a:lnTo>
                  <a:pt x="217932" y="245364"/>
                </a:lnTo>
                <a:lnTo>
                  <a:pt x="213598" y="228219"/>
                </a:lnTo>
                <a:lnTo>
                  <a:pt x="207264" y="211074"/>
                </a:lnTo>
                <a:lnTo>
                  <a:pt x="198643" y="193929"/>
                </a:lnTo>
                <a:lnTo>
                  <a:pt x="187452" y="176784"/>
                </a:lnTo>
                <a:lnTo>
                  <a:pt x="190500" y="172212"/>
                </a:lnTo>
                <a:lnTo>
                  <a:pt x="223456" y="199644"/>
                </a:lnTo>
                <a:lnTo>
                  <a:pt x="243840" y="228600"/>
                </a:lnTo>
                <a:lnTo>
                  <a:pt x="246888" y="234696"/>
                </a:lnTo>
                <a:lnTo>
                  <a:pt x="246888" y="248412"/>
                </a:lnTo>
                <a:lnTo>
                  <a:pt x="243840" y="254508"/>
                </a:lnTo>
                <a:lnTo>
                  <a:pt x="234696" y="266700"/>
                </a:lnTo>
                <a:lnTo>
                  <a:pt x="231648" y="269748"/>
                </a:lnTo>
                <a:close/>
              </a:path>
              <a:path w="355600" h="401320">
                <a:moveTo>
                  <a:pt x="137914" y="344424"/>
                </a:moveTo>
                <a:lnTo>
                  <a:pt x="114300" y="344424"/>
                </a:lnTo>
                <a:lnTo>
                  <a:pt x="114300" y="222504"/>
                </a:lnTo>
                <a:lnTo>
                  <a:pt x="137219" y="222504"/>
                </a:lnTo>
                <a:lnTo>
                  <a:pt x="137337" y="269748"/>
                </a:lnTo>
                <a:lnTo>
                  <a:pt x="137498" y="305562"/>
                </a:lnTo>
                <a:lnTo>
                  <a:pt x="137914" y="344424"/>
                </a:lnTo>
                <a:close/>
              </a:path>
              <a:path w="355600" h="401320">
                <a:moveTo>
                  <a:pt x="277367" y="400812"/>
                </a:moveTo>
                <a:lnTo>
                  <a:pt x="270486" y="387953"/>
                </a:lnTo>
                <a:lnTo>
                  <a:pt x="258889" y="376809"/>
                </a:lnTo>
                <a:lnTo>
                  <a:pt x="242435" y="367379"/>
                </a:lnTo>
                <a:lnTo>
                  <a:pt x="220979" y="359664"/>
                </a:lnTo>
                <a:lnTo>
                  <a:pt x="220979" y="350520"/>
                </a:lnTo>
                <a:lnTo>
                  <a:pt x="240387" y="354520"/>
                </a:lnTo>
                <a:lnTo>
                  <a:pt x="257365" y="357378"/>
                </a:lnTo>
                <a:lnTo>
                  <a:pt x="271772" y="359092"/>
                </a:lnTo>
                <a:lnTo>
                  <a:pt x="283464" y="359664"/>
                </a:lnTo>
                <a:lnTo>
                  <a:pt x="326280" y="359664"/>
                </a:lnTo>
                <a:lnTo>
                  <a:pt x="323469" y="367474"/>
                </a:lnTo>
                <a:lnTo>
                  <a:pt x="289083" y="397097"/>
                </a:lnTo>
                <a:lnTo>
                  <a:pt x="277367" y="400812"/>
                </a:lnTo>
                <a:close/>
              </a:path>
              <a:path w="355600" h="401320">
                <a:moveTo>
                  <a:pt x="114300" y="391668"/>
                </a:moveTo>
                <a:lnTo>
                  <a:pt x="114300" y="355092"/>
                </a:lnTo>
                <a:lnTo>
                  <a:pt x="138137" y="355092"/>
                </a:lnTo>
                <a:lnTo>
                  <a:pt x="138684" y="377952"/>
                </a:lnTo>
                <a:lnTo>
                  <a:pt x="114300" y="39166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7" name="object 87"/>
          <p:cNvSpPr/>
          <p:nvPr/>
        </p:nvSpPr>
        <p:spPr>
          <a:xfrm>
            <a:off x="5582412" y="4931676"/>
            <a:ext cx="1732914" cy="411480"/>
          </a:xfrm>
          <a:custGeom>
            <a:avLst/>
            <a:gdLst/>
            <a:ahLst/>
            <a:cxnLst/>
            <a:rect l="l" t="t" r="r" b="b"/>
            <a:pathLst>
              <a:path w="1732915" h="411479">
                <a:moveTo>
                  <a:pt x="394716" y="141732"/>
                </a:moveTo>
                <a:lnTo>
                  <a:pt x="355092" y="103632"/>
                </a:lnTo>
                <a:lnTo>
                  <a:pt x="327660" y="131064"/>
                </a:lnTo>
                <a:lnTo>
                  <a:pt x="271272" y="131064"/>
                </a:lnTo>
                <a:lnTo>
                  <a:pt x="271272" y="141732"/>
                </a:lnTo>
                <a:lnTo>
                  <a:pt x="259003" y="183680"/>
                </a:lnTo>
                <a:lnTo>
                  <a:pt x="245173" y="222504"/>
                </a:lnTo>
                <a:lnTo>
                  <a:pt x="229908" y="257886"/>
                </a:lnTo>
                <a:lnTo>
                  <a:pt x="213360" y="289560"/>
                </a:lnTo>
                <a:lnTo>
                  <a:pt x="196227" y="284416"/>
                </a:lnTo>
                <a:lnTo>
                  <a:pt x="118872" y="262128"/>
                </a:lnTo>
                <a:lnTo>
                  <a:pt x="146494" y="191071"/>
                </a:lnTo>
                <a:lnTo>
                  <a:pt x="157226" y="163753"/>
                </a:lnTo>
                <a:lnTo>
                  <a:pt x="166116" y="141732"/>
                </a:lnTo>
                <a:lnTo>
                  <a:pt x="271272" y="141732"/>
                </a:lnTo>
                <a:lnTo>
                  <a:pt x="271272" y="131064"/>
                </a:lnTo>
                <a:lnTo>
                  <a:pt x="167640" y="131064"/>
                </a:lnTo>
                <a:lnTo>
                  <a:pt x="176758" y="107962"/>
                </a:lnTo>
                <a:lnTo>
                  <a:pt x="185737" y="84582"/>
                </a:lnTo>
                <a:lnTo>
                  <a:pt x="194424" y="61188"/>
                </a:lnTo>
                <a:lnTo>
                  <a:pt x="202692" y="38100"/>
                </a:lnTo>
                <a:lnTo>
                  <a:pt x="217932" y="27432"/>
                </a:lnTo>
                <a:lnTo>
                  <a:pt x="176784" y="4572"/>
                </a:lnTo>
                <a:lnTo>
                  <a:pt x="169367" y="36550"/>
                </a:lnTo>
                <a:lnTo>
                  <a:pt x="160972" y="68389"/>
                </a:lnTo>
                <a:lnTo>
                  <a:pt x="151701" y="99936"/>
                </a:lnTo>
                <a:lnTo>
                  <a:pt x="141732" y="131064"/>
                </a:lnTo>
                <a:lnTo>
                  <a:pt x="0" y="131064"/>
                </a:lnTo>
                <a:lnTo>
                  <a:pt x="15240" y="147828"/>
                </a:lnTo>
                <a:lnTo>
                  <a:pt x="24663" y="144945"/>
                </a:lnTo>
                <a:lnTo>
                  <a:pt x="34671" y="143065"/>
                </a:lnTo>
                <a:lnTo>
                  <a:pt x="45237" y="142036"/>
                </a:lnTo>
                <a:lnTo>
                  <a:pt x="56388" y="141732"/>
                </a:lnTo>
                <a:lnTo>
                  <a:pt x="138684" y="141732"/>
                </a:lnTo>
                <a:lnTo>
                  <a:pt x="125488" y="178587"/>
                </a:lnTo>
                <a:lnTo>
                  <a:pt x="113157" y="211455"/>
                </a:lnTo>
                <a:lnTo>
                  <a:pt x="101384" y="240309"/>
                </a:lnTo>
                <a:lnTo>
                  <a:pt x="89916" y="265176"/>
                </a:lnTo>
                <a:lnTo>
                  <a:pt x="115011" y="272859"/>
                </a:lnTo>
                <a:lnTo>
                  <a:pt x="142113" y="282130"/>
                </a:lnTo>
                <a:lnTo>
                  <a:pt x="170916" y="292811"/>
                </a:lnTo>
                <a:lnTo>
                  <a:pt x="201168" y="304800"/>
                </a:lnTo>
                <a:lnTo>
                  <a:pt x="185166" y="320484"/>
                </a:lnTo>
                <a:lnTo>
                  <a:pt x="146304" y="349580"/>
                </a:lnTo>
                <a:lnTo>
                  <a:pt x="97383" y="374688"/>
                </a:lnTo>
                <a:lnTo>
                  <a:pt x="39001" y="394639"/>
                </a:lnTo>
                <a:lnTo>
                  <a:pt x="6096" y="402336"/>
                </a:lnTo>
                <a:lnTo>
                  <a:pt x="10668" y="411480"/>
                </a:lnTo>
                <a:lnTo>
                  <a:pt x="48971" y="402907"/>
                </a:lnTo>
                <a:lnTo>
                  <a:pt x="115887" y="382333"/>
                </a:lnTo>
                <a:lnTo>
                  <a:pt x="170472" y="356616"/>
                </a:lnTo>
                <a:lnTo>
                  <a:pt x="210997" y="329184"/>
                </a:lnTo>
                <a:lnTo>
                  <a:pt x="225552" y="315468"/>
                </a:lnTo>
                <a:lnTo>
                  <a:pt x="256667" y="331444"/>
                </a:lnTo>
                <a:lnTo>
                  <a:pt x="283654" y="347281"/>
                </a:lnTo>
                <a:lnTo>
                  <a:pt x="306336" y="362826"/>
                </a:lnTo>
                <a:lnTo>
                  <a:pt x="324612" y="377952"/>
                </a:lnTo>
                <a:lnTo>
                  <a:pt x="332917" y="385064"/>
                </a:lnTo>
                <a:lnTo>
                  <a:pt x="339661" y="390334"/>
                </a:lnTo>
                <a:lnTo>
                  <a:pt x="344970" y="393585"/>
                </a:lnTo>
                <a:lnTo>
                  <a:pt x="348996" y="394716"/>
                </a:lnTo>
                <a:lnTo>
                  <a:pt x="353568" y="394716"/>
                </a:lnTo>
                <a:lnTo>
                  <a:pt x="356616" y="387096"/>
                </a:lnTo>
                <a:lnTo>
                  <a:pt x="356577" y="374688"/>
                </a:lnTo>
                <a:lnTo>
                  <a:pt x="333756" y="339852"/>
                </a:lnTo>
                <a:lnTo>
                  <a:pt x="298513" y="321564"/>
                </a:lnTo>
                <a:lnTo>
                  <a:pt x="239268" y="298704"/>
                </a:lnTo>
                <a:lnTo>
                  <a:pt x="244055" y="289560"/>
                </a:lnTo>
                <a:lnTo>
                  <a:pt x="256959" y="264960"/>
                </a:lnTo>
                <a:lnTo>
                  <a:pt x="273367" y="227647"/>
                </a:lnTo>
                <a:lnTo>
                  <a:pt x="288340" y="186613"/>
                </a:lnTo>
                <a:lnTo>
                  <a:pt x="301752" y="141732"/>
                </a:lnTo>
                <a:lnTo>
                  <a:pt x="394716" y="141732"/>
                </a:lnTo>
                <a:close/>
              </a:path>
              <a:path w="1732915" h="411479">
                <a:moveTo>
                  <a:pt x="841235" y="362712"/>
                </a:moveTo>
                <a:lnTo>
                  <a:pt x="790943" y="345186"/>
                </a:lnTo>
                <a:lnTo>
                  <a:pt x="745223" y="309372"/>
                </a:lnTo>
                <a:lnTo>
                  <a:pt x="707694" y="260413"/>
                </a:lnTo>
                <a:lnTo>
                  <a:pt x="678167" y="201168"/>
                </a:lnTo>
                <a:lnTo>
                  <a:pt x="656640" y="130111"/>
                </a:lnTo>
                <a:lnTo>
                  <a:pt x="648817" y="89077"/>
                </a:lnTo>
                <a:lnTo>
                  <a:pt x="643115" y="44196"/>
                </a:lnTo>
                <a:lnTo>
                  <a:pt x="659879" y="28956"/>
                </a:lnTo>
                <a:lnTo>
                  <a:pt x="608063" y="6096"/>
                </a:lnTo>
                <a:lnTo>
                  <a:pt x="608088" y="46113"/>
                </a:lnTo>
                <a:lnTo>
                  <a:pt x="605967" y="86296"/>
                </a:lnTo>
                <a:lnTo>
                  <a:pt x="601853" y="126746"/>
                </a:lnTo>
                <a:lnTo>
                  <a:pt x="595871" y="167640"/>
                </a:lnTo>
                <a:lnTo>
                  <a:pt x="588441" y="205943"/>
                </a:lnTo>
                <a:lnTo>
                  <a:pt x="563295" y="272859"/>
                </a:lnTo>
                <a:lnTo>
                  <a:pt x="525005" y="327482"/>
                </a:lnTo>
                <a:lnTo>
                  <a:pt x="470141" y="376110"/>
                </a:lnTo>
                <a:lnTo>
                  <a:pt x="435851" y="399288"/>
                </a:lnTo>
                <a:lnTo>
                  <a:pt x="438899" y="403860"/>
                </a:lnTo>
                <a:lnTo>
                  <a:pt x="504050" y="369760"/>
                </a:lnTo>
                <a:lnTo>
                  <a:pt x="553199" y="327660"/>
                </a:lnTo>
                <a:lnTo>
                  <a:pt x="589775" y="278701"/>
                </a:lnTo>
                <a:lnTo>
                  <a:pt x="612635" y="224028"/>
                </a:lnTo>
                <a:lnTo>
                  <a:pt x="627684" y="161544"/>
                </a:lnTo>
                <a:lnTo>
                  <a:pt x="637019" y="85344"/>
                </a:lnTo>
                <a:lnTo>
                  <a:pt x="642162" y="126720"/>
                </a:lnTo>
                <a:lnTo>
                  <a:pt x="655878" y="196354"/>
                </a:lnTo>
                <a:lnTo>
                  <a:pt x="675309" y="248856"/>
                </a:lnTo>
                <a:lnTo>
                  <a:pt x="700455" y="296240"/>
                </a:lnTo>
                <a:lnTo>
                  <a:pt x="730745" y="339661"/>
                </a:lnTo>
                <a:lnTo>
                  <a:pt x="769607" y="378523"/>
                </a:lnTo>
                <a:lnTo>
                  <a:pt x="792467" y="396240"/>
                </a:lnTo>
                <a:lnTo>
                  <a:pt x="800519" y="386207"/>
                </a:lnTo>
                <a:lnTo>
                  <a:pt x="811136" y="378904"/>
                </a:lnTo>
                <a:lnTo>
                  <a:pt x="824623" y="374154"/>
                </a:lnTo>
                <a:lnTo>
                  <a:pt x="841235" y="371856"/>
                </a:lnTo>
                <a:lnTo>
                  <a:pt x="841235" y="362712"/>
                </a:lnTo>
                <a:close/>
              </a:path>
              <a:path w="1732915" h="411479">
                <a:moveTo>
                  <a:pt x="1199388" y="30467"/>
                </a:moveTo>
                <a:lnTo>
                  <a:pt x="1193596" y="25895"/>
                </a:lnTo>
                <a:lnTo>
                  <a:pt x="1170432" y="7607"/>
                </a:lnTo>
                <a:lnTo>
                  <a:pt x="1158240" y="22237"/>
                </a:lnTo>
                <a:lnTo>
                  <a:pt x="1158240" y="36563"/>
                </a:lnTo>
                <a:lnTo>
                  <a:pt x="1158240" y="86855"/>
                </a:lnTo>
                <a:lnTo>
                  <a:pt x="1158240" y="97523"/>
                </a:lnTo>
                <a:lnTo>
                  <a:pt x="1158240" y="149339"/>
                </a:lnTo>
                <a:lnTo>
                  <a:pt x="1007364" y="149339"/>
                </a:lnTo>
                <a:lnTo>
                  <a:pt x="1007364" y="97523"/>
                </a:lnTo>
                <a:lnTo>
                  <a:pt x="1158240" y="97523"/>
                </a:lnTo>
                <a:lnTo>
                  <a:pt x="1158240" y="86855"/>
                </a:lnTo>
                <a:lnTo>
                  <a:pt x="1007364" y="86855"/>
                </a:lnTo>
                <a:lnTo>
                  <a:pt x="1007364" y="36563"/>
                </a:lnTo>
                <a:lnTo>
                  <a:pt x="1158240" y="36563"/>
                </a:lnTo>
                <a:lnTo>
                  <a:pt x="1158240" y="22237"/>
                </a:lnTo>
                <a:lnTo>
                  <a:pt x="1155192" y="25895"/>
                </a:lnTo>
                <a:lnTo>
                  <a:pt x="1008888" y="25895"/>
                </a:lnTo>
                <a:lnTo>
                  <a:pt x="981456" y="10655"/>
                </a:lnTo>
                <a:lnTo>
                  <a:pt x="982332" y="33477"/>
                </a:lnTo>
                <a:lnTo>
                  <a:pt x="982789" y="55994"/>
                </a:lnTo>
                <a:lnTo>
                  <a:pt x="982954" y="77952"/>
                </a:lnTo>
                <a:lnTo>
                  <a:pt x="982929" y="122859"/>
                </a:lnTo>
                <a:lnTo>
                  <a:pt x="982789" y="142481"/>
                </a:lnTo>
                <a:lnTo>
                  <a:pt x="982332" y="164198"/>
                </a:lnTo>
                <a:lnTo>
                  <a:pt x="981456" y="185915"/>
                </a:lnTo>
                <a:lnTo>
                  <a:pt x="1007364" y="175247"/>
                </a:lnTo>
                <a:lnTo>
                  <a:pt x="1007364" y="160007"/>
                </a:lnTo>
                <a:lnTo>
                  <a:pt x="1158240" y="160007"/>
                </a:lnTo>
                <a:lnTo>
                  <a:pt x="1158240" y="182867"/>
                </a:lnTo>
                <a:lnTo>
                  <a:pt x="1184148" y="167627"/>
                </a:lnTo>
                <a:lnTo>
                  <a:pt x="1184046" y="160007"/>
                </a:lnTo>
                <a:lnTo>
                  <a:pt x="1183894" y="149339"/>
                </a:lnTo>
                <a:lnTo>
                  <a:pt x="1183386" y="122859"/>
                </a:lnTo>
                <a:lnTo>
                  <a:pt x="1183005" y="97523"/>
                </a:lnTo>
                <a:lnTo>
                  <a:pt x="1182852" y="86855"/>
                </a:lnTo>
                <a:lnTo>
                  <a:pt x="1182624" y="42659"/>
                </a:lnTo>
                <a:lnTo>
                  <a:pt x="1191006" y="36563"/>
                </a:lnTo>
                <a:lnTo>
                  <a:pt x="1199388" y="30467"/>
                </a:lnTo>
                <a:close/>
              </a:path>
              <a:path w="1732915" h="411479">
                <a:moveTo>
                  <a:pt x="1281684" y="361175"/>
                </a:moveTo>
                <a:lnTo>
                  <a:pt x="1262202" y="363181"/>
                </a:lnTo>
                <a:lnTo>
                  <a:pt x="1240155" y="364604"/>
                </a:lnTo>
                <a:lnTo>
                  <a:pt x="1215237" y="365467"/>
                </a:lnTo>
                <a:lnTo>
                  <a:pt x="1187196" y="365747"/>
                </a:lnTo>
                <a:lnTo>
                  <a:pt x="1160068" y="364324"/>
                </a:lnTo>
                <a:lnTo>
                  <a:pt x="1135951" y="362318"/>
                </a:lnTo>
                <a:lnTo>
                  <a:pt x="1114971" y="359752"/>
                </a:lnTo>
                <a:lnTo>
                  <a:pt x="1097280" y="356603"/>
                </a:lnTo>
                <a:lnTo>
                  <a:pt x="1097280" y="348983"/>
                </a:lnTo>
                <a:lnTo>
                  <a:pt x="1097280" y="284975"/>
                </a:lnTo>
                <a:lnTo>
                  <a:pt x="1243584" y="284975"/>
                </a:lnTo>
                <a:lnTo>
                  <a:pt x="1233398" y="274307"/>
                </a:lnTo>
                <a:lnTo>
                  <a:pt x="1211580" y="251447"/>
                </a:lnTo>
                <a:lnTo>
                  <a:pt x="1188720" y="274307"/>
                </a:lnTo>
                <a:lnTo>
                  <a:pt x="1097280" y="274307"/>
                </a:lnTo>
                <a:lnTo>
                  <a:pt x="1097280" y="214871"/>
                </a:lnTo>
                <a:lnTo>
                  <a:pt x="1274064" y="214871"/>
                </a:lnTo>
                <a:lnTo>
                  <a:pt x="1237488" y="178295"/>
                </a:lnTo>
                <a:lnTo>
                  <a:pt x="1211580" y="204203"/>
                </a:lnTo>
                <a:lnTo>
                  <a:pt x="890016" y="204203"/>
                </a:lnTo>
                <a:lnTo>
                  <a:pt x="905256" y="220967"/>
                </a:lnTo>
                <a:lnTo>
                  <a:pt x="914679" y="218097"/>
                </a:lnTo>
                <a:lnTo>
                  <a:pt x="924687" y="216204"/>
                </a:lnTo>
                <a:lnTo>
                  <a:pt x="935253" y="215188"/>
                </a:lnTo>
                <a:lnTo>
                  <a:pt x="946404" y="214871"/>
                </a:lnTo>
                <a:lnTo>
                  <a:pt x="1072896" y="214871"/>
                </a:lnTo>
                <a:lnTo>
                  <a:pt x="1072896" y="348983"/>
                </a:lnTo>
                <a:lnTo>
                  <a:pt x="1048029" y="336702"/>
                </a:lnTo>
                <a:lnTo>
                  <a:pt x="1006881" y="306984"/>
                </a:lnTo>
                <a:lnTo>
                  <a:pt x="999591" y="267258"/>
                </a:lnTo>
                <a:lnTo>
                  <a:pt x="1002792" y="262115"/>
                </a:lnTo>
                <a:lnTo>
                  <a:pt x="1005840" y="256019"/>
                </a:lnTo>
                <a:lnTo>
                  <a:pt x="1010412" y="251447"/>
                </a:lnTo>
                <a:lnTo>
                  <a:pt x="1018032" y="246875"/>
                </a:lnTo>
                <a:lnTo>
                  <a:pt x="979932" y="224015"/>
                </a:lnTo>
                <a:lnTo>
                  <a:pt x="966419" y="278599"/>
                </a:lnTo>
                <a:lnTo>
                  <a:pt x="946213" y="325742"/>
                </a:lnTo>
                <a:lnTo>
                  <a:pt x="918845" y="365467"/>
                </a:lnTo>
                <a:lnTo>
                  <a:pt x="883920" y="397751"/>
                </a:lnTo>
                <a:lnTo>
                  <a:pt x="886968" y="402323"/>
                </a:lnTo>
                <a:lnTo>
                  <a:pt x="917841" y="384632"/>
                </a:lnTo>
                <a:lnTo>
                  <a:pt x="944308" y="361365"/>
                </a:lnTo>
                <a:lnTo>
                  <a:pt x="966470" y="332676"/>
                </a:lnTo>
                <a:lnTo>
                  <a:pt x="984504" y="298691"/>
                </a:lnTo>
                <a:lnTo>
                  <a:pt x="995337" y="312102"/>
                </a:lnTo>
                <a:lnTo>
                  <a:pt x="1033272" y="347459"/>
                </a:lnTo>
                <a:lnTo>
                  <a:pt x="1081913" y="373824"/>
                </a:lnTo>
                <a:lnTo>
                  <a:pt x="1127252" y="387045"/>
                </a:lnTo>
                <a:lnTo>
                  <a:pt x="1199781" y="395135"/>
                </a:lnTo>
                <a:lnTo>
                  <a:pt x="1246632" y="397751"/>
                </a:lnTo>
                <a:lnTo>
                  <a:pt x="1250607" y="388327"/>
                </a:lnTo>
                <a:lnTo>
                  <a:pt x="1257871" y="380606"/>
                </a:lnTo>
                <a:lnTo>
                  <a:pt x="1268272" y="374611"/>
                </a:lnTo>
                <a:lnTo>
                  <a:pt x="1281684" y="370319"/>
                </a:lnTo>
                <a:lnTo>
                  <a:pt x="1281684" y="365747"/>
                </a:lnTo>
                <a:lnTo>
                  <a:pt x="1281684" y="361175"/>
                </a:lnTo>
                <a:close/>
              </a:path>
              <a:path w="1732915" h="411479">
                <a:moveTo>
                  <a:pt x="1463040" y="19812"/>
                </a:moveTo>
                <a:lnTo>
                  <a:pt x="1423416" y="0"/>
                </a:lnTo>
                <a:lnTo>
                  <a:pt x="1417713" y="22288"/>
                </a:lnTo>
                <a:lnTo>
                  <a:pt x="1409890" y="48006"/>
                </a:lnTo>
                <a:lnTo>
                  <a:pt x="1388364" y="109728"/>
                </a:lnTo>
                <a:lnTo>
                  <a:pt x="1358265" y="176593"/>
                </a:lnTo>
                <a:lnTo>
                  <a:pt x="1321308" y="242316"/>
                </a:lnTo>
                <a:lnTo>
                  <a:pt x="1327404" y="246888"/>
                </a:lnTo>
                <a:lnTo>
                  <a:pt x="1341996" y="229184"/>
                </a:lnTo>
                <a:lnTo>
                  <a:pt x="1358455" y="205930"/>
                </a:lnTo>
                <a:lnTo>
                  <a:pt x="1376908" y="177228"/>
                </a:lnTo>
                <a:lnTo>
                  <a:pt x="1397508" y="143256"/>
                </a:lnTo>
                <a:lnTo>
                  <a:pt x="1397406" y="335089"/>
                </a:lnTo>
                <a:lnTo>
                  <a:pt x="1397254" y="344424"/>
                </a:lnTo>
                <a:lnTo>
                  <a:pt x="1397215" y="345948"/>
                </a:lnTo>
                <a:lnTo>
                  <a:pt x="1396555" y="363855"/>
                </a:lnTo>
                <a:lnTo>
                  <a:pt x="1394460" y="409956"/>
                </a:lnTo>
                <a:lnTo>
                  <a:pt x="1420368" y="397764"/>
                </a:lnTo>
                <a:lnTo>
                  <a:pt x="1420368" y="150876"/>
                </a:lnTo>
                <a:lnTo>
                  <a:pt x="1431251" y="143256"/>
                </a:lnTo>
                <a:lnTo>
                  <a:pt x="1435608" y="140208"/>
                </a:lnTo>
                <a:lnTo>
                  <a:pt x="1405128" y="124968"/>
                </a:lnTo>
                <a:lnTo>
                  <a:pt x="1420939" y="89725"/>
                </a:lnTo>
                <a:lnTo>
                  <a:pt x="1442466" y="44234"/>
                </a:lnTo>
                <a:lnTo>
                  <a:pt x="1456182" y="24904"/>
                </a:lnTo>
                <a:lnTo>
                  <a:pt x="1463040" y="19812"/>
                </a:lnTo>
                <a:close/>
              </a:path>
              <a:path w="1732915" h="411479">
                <a:moveTo>
                  <a:pt x="1732788" y="368808"/>
                </a:moveTo>
                <a:lnTo>
                  <a:pt x="1708162" y="333794"/>
                </a:lnTo>
                <a:lnTo>
                  <a:pt x="1706880" y="295656"/>
                </a:lnTo>
                <a:lnTo>
                  <a:pt x="1697736" y="295656"/>
                </a:lnTo>
                <a:lnTo>
                  <a:pt x="1695805" y="335089"/>
                </a:lnTo>
                <a:lnTo>
                  <a:pt x="1679448" y="374904"/>
                </a:lnTo>
                <a:lnTo>
                  <a:pt x="1527048" y="374904"/>
                </a:lnTo>
                <a:lnTo>
                  <a:pt x="1519047" y="373710"/>
                </a:lnTo>
                <a:lnTo>
                  <a:pt x="1513332" y="369951"/>
                </a:lnTo>
                <a:lnTo>
                  <a:pt x="1509903" y="363321"/>
                </a:lnTo>
                <a:lnTo>
                  <a:pt x="1508760" y="353580"/>
                </a:lnTo>
                <a:lnTo>
                  <a:pt x="1508760" y="172212"/>
                </a:lnTo>
                <a:lnTo>
                  <a:pt x="1508760" y="166116"/>
                </a:lnTo>
                <a:lnTo>
                  <a:pt x="1549298" y="155448"/>
                </a:lnTo>
                <a:lnTo>
                  <a:pt x="1566672" y="150876"/>
                </a:lnTo>
                <a:lnTo>
                  <a:pt x="1566672" y="329184"/>
                </a:lnTo>
                <a:lnTo>
                  <a:pt x="1589532" y="315468"/>
                </a:lnTo>
                <a:lnTo>
                  <a:pt x="1589532" y="150876"/>
                </a:lnTo>
                <a:lnTo>
                  <a:pt x="1589532" y="143256"/>
                </a:lnTo>
                <a:lnTo>
                  <a:pt x="1628597" y="134112"/>
                </a:lnTo>
                <a:lnTo>
                  <a:pt x="1661160" y="126492"/>
                </a:lnTo>
                <a:lnTo>
                  <a:pt x="1660131" y="161544"/>
                </a:lnTo>
                <a:lnTo>
                  <a:pt x="1658366" y="216712"/>
                </a:lnTo>
                <a:lnTo>
                  <a:pt x="1658112" y="230124"/>
                </a:lnTo>
                <a:lnTo>
                  <a:pt x="1656588" y="243840"/>
                </a:lnTo>
                <a:lnTo>
                  <a:pt x="1653540" y="249936"/>
                </a:lnTo>
                <a:lnTo>
                  <a:pt x="1648968" y="251460"/>
                </a:lnTo>
                <a:lnTo>
                  <a:pt x="1645945" y="252971"/>
                </a:lnTo>
                <a:lnTo>
                  <a:pt x="1628394" y="252958"/>
                </a:lnTo>
                <a:lnTo>
                  <a:pt x="1621536" y="252793"/>
                </a:lnTo>
                <a:lnTo>
                  <a:pt x="1614678" y="252336"/>
                </a:lnTo>
                <a:lnTo>
                  <a:pt x="1607820" y="251460"/>
                </a:lnTo>
                <a:lnTo>
                  <a:pt x="1607820" y="259080"/>
                </a:lnTo>
                <a:lnTo>
                  <a:pt x="1625549" y="264452"/>
                </a:lnTo>
                <a:lnTo>
                  <a:pt x="1637728" y="271272"/>
                </a:lnTo>
                <a:lnTo>
                  <a:pt x="1644459" y="279222"/>
                </a:lnTo>
                <a:lnTo>
                  <a:pt x="1645920" y="288036"/>
                </a:lnTo>
                <a:lnTo>
                  <a:pt x="1656245" y="284035"/>
                </a:lnTo>
                <a:lnTo>
                  <a:pt x="1679409" y="252984"/>
                </a:lnTo>
                <a:lnTo>
                  <a:pt x="1683677" y="181800"/>
                </a:lnTo>
                <a:lnTo>
                  <a:pt x="1684020" y="128016"/>
                </a:lnTo>
                <a:lnTo>
                  <a:pt x="1685544" y="126492"/>
                </a:lnTo>
                <a:lnTo>
                  <a:pt x="1696212" y="115824"/>
                </a:lnTo>
                <a:lnTo>
                  <a:pt x="1665732" y="97536"/>
                </a:lnTo>
                <a:lnTo>
                  <a:pt x="1655064" y="115824"/>
                </a:lnTo>
                <a:lnTo>
                  <a:pt x="1589532" y="134112"/>
                </a:lnTo>
                <a:lnTo>
                  <a:pt x="1589532" y="32004"/>
                </a:lnTo>
                <a:lnTo>
                  <a:pt x="1604772" y="19812"/>
                </a:lnTo>
                <a:lnTo>
                  <a:pt x="1565148" y="3048"/>
                </a:lnTo>
                <a:lnTo>
                  <a:pt x="1566024" y="33909"/>
                </a:lnTo>
                <a:lnTo>
                  <a:pt x="1566481" y="67056"/>
                </a:lnTo>
                <a:lnTo>
                  <a:pt x="1566583" y="89725"/>
                </a:lnTo>
                <a:lnTo>
                  <a:pt x="1566672" y="140208"/>
                </a:lnTo>
                <a:lnTo>
                  <a:pt x="1508760" y="155448"/>
                </a:lnTo>
                <a:lnTo>
                  <a:pt x="1508760" y="114300"/>
                </a:lnTo>
                <a:lnTo>
                  <a:pt x="1525524" y="102108"/>
                </a:lnTo>
                <a:lnTo>
                  <a:pt x="1484376" y="85344"/>
                </a:lnTo>
                <a:lnTo>
                  <a:pt x="1484604" y="103886"/>
                </a:lnTo>
                <a:lnTo>
                  <a:pt x="1485607" y="140208"/>
                </a:lnTo>
                <a:lnTo>
                  <a:pt x="1485671" y="143256"/>
                </a:lnTo>
                <a:lnTo>
                  <a:pt x="1485900" y="161544"/>
                </a:lnTo>
                <a:lnTo>
                  <a:pt x="1432560" y="173736"/>
                </a:lnTo>
                <a:lnTo>
                  <a:pt x="1450848" y="185928"/>
                </a:lnTo>
                <a:lnTo>
                  <a:pt x="1461516" y="178308"/>
                </a:lnTo>
                <a:lnTo>
                  <a:pt x="1485900" y="172212"/>
                </a:lnTo>
                <a:lnTo>
                  <a:pt x="1485900" y="361188"/>
                </a:lnTo>
                <a:lnTo>
                  <a:pt x="1487614" y="376059"/>
                </a:lnTo>
                <a:lnTo>
                  <a:pt x="1495044" y="386524"/>
                </a:lnTo>
                <a:lnTo>
                  <a:pt x="1508188" y="392684"/>
                </a:lnTo>
                <a:lnTo>
                  <a:pt x="1527048" y="394716"/>
                </a:lnTo>
                <a:lnTo>
                  <a:pt x="1674876" y="394716"/>
                </a:lnTo>
                <a:lnTo>
                  <a:pt x="1695488" y="393014"/>
                </a:lnTo>
                <a:lnTo>
                  <a:pt x="1711833" y="388048"/>
                </a:lnTo>
                <a:lnTo>
                  <a:pt x="1724164" y="379920"/>
                </a:lnTo>
                <a:lnTo>
                  <a:pt x="1728050" y="374904"/>
                </a:lnTo>
                <a:lnTo>
                  <a:pt x="1732788" y="36880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8" name="object 88"/>
          <p:cNvSpPr/>
          <p:nvPr/>
        </p:nvSpPr>
        <p:spPr>
          <a:xfrm>
            <a:off x="7385303" y="4934711"/>
            <a:ext cx="356870" cy="401320"/>
          </a:xfrm>
          <a:custGeom>
            <a:avLst/>
            <a:gdLst/>
            <a:ahLst/>
            <a:cxnLst/>
            <a:rect l="l" t="t" r="r" b="b"/>
            <a:pathLst>
              <a:path w="356870" h="401320">
                <a:moveTo>
                  <a:pt x="54864" y="89916"/>
                </a:moveTo>
                <a:lnTo>
                  <a:pt x="44196" y="89916"/>
                </a:lnTo>
                <a:lnTo>
                  <a:pt x="51554" y="62793"/>
                </a:lnTo>
                <a:lnTo>
                  <a:pt x="57340" y="38671"/>
                </a:lnTo>
                <a:lnTo>
                  <a:pt x="61126" y="17692"/>
                </a:lnTo>
                <a:lnTo>
                  <a:pt x="62484" y="0"/>
                </a:lnTo>
                <a:lnTo>
                  <a:pt x="102108" y="21336"/>
                </a:lnTo>
                <a:lnTo>
                  <a:pt x="92368" y="29051"/>
                </a:lnTo>
                <a:lnTo>
                  <a:pt x="81343" y="43053"/>
                </a:lnTo>
                <a:lnTo>
                  <a:pt x="68889" y="63341"/>
                </a:lnTo>
                <a:lnTo>
                  <a:pt x="54864" y="89916"/>
                </a:lnTo>
                <a:close/>
              </a:path>
              <a:path w="356870" h="401320">
                <a:moveTo>
                  <a:pt x="147828" y="192024"/>
                </a:moveTo>
                <a:lnTo>
                  <a:pt x="143256" y="187452"/>
                </a:lnTo>
                <a:lnTo>
                  <a:pt x="160377" y="160615"/>
                </a:lnTo>
                <a:lnTo>
                  <a:pt x="175069" y="135064"/>
                </a:lnTo>
                <a:lnTo>
                  <a:pt x="196596" y="88392"/>
                </a:lnTo>
                <a:lnTo>
                  <a:pt x="211836" y="44958"/>
                </a:lnTo>
                <a:lnTo>
                  <a:pt x="222503" y="1524"/>
                </a:lnTo>
                <a:lnTo>
                  <a:pt x="260603" y="24384"/>
                </a:lnTo>
                <a:lnTo>
                  <a:pt x="252864" y="32146"/>
                </a:lnTo>
                <a:lnTo>
                  <a:pt x="243268" y="46482"/>
                </a:lnTo>
                <a:lnTo>
                  <a:pt x="231671" y="67675"/>
                </a:lnTo>
                <a:lnTo>
                  <a:pt x="217932" y="96012"/>
                </a:lnTo>
                <a:lnTo>
                  <a:pt x="350520" y="96012"/>
                </a:lnTo>
                <a:lnTo>
                  <a:pt x="356616" y="102108"/>
                </a:lnTo>
                <a:lnTo>
                  <a:pt x="350901" y="106680"/>
                </a:lnTo>
                <a:lnTo>
                  <a:pt x="214884" y="106680"/>
                </a:lnTo>
                <a:lnTo>
                  <a:pt x="198834" y="130730"/>
                </a:lnTo>
                <a:lnTo>
                  <a:pt x="182499" y="152781"/>
                </a:lnTo>
                <a:lnTo>
                  <a:pt x="165592" y="173116"/>
                </a:lnTo>
                <a:lnTo>
                  <a:pt x="147828" y="192024"/>
                </a:lnTo>
                <a:close/>
              </a:path>
              <a:path w="356870" h="401320">
                <a:moveTo>
                  <a:pt x="146304" y="89916"/>
                </a:moveTo>
                <a:lnTo>
                  <a:pt x="111252" y="89916"/>
                </a:lnTo>
                <a:lnTo>
                  <a:pt x="129540" y="73152"/>
                </a:lnTo>
                <a:lnTo>
                  <a:pt x="146304" y="89916"/>
                </a:lnTo>
                <a:close/>
              </a:path>
              <a:path w="356870" h="401320">
                <a:moveTo>
                  <a:pt x="0" y="397764"/>
                </a:moveTo>
                <a:lnTo>
                  <a:pt x="1177" y="355092"/>
                </a:lnTo>
                <a:lnTo>
                  <a:pt x="2095" y="316992"/>
                </a:lnTo>
                <a:lnTo>
                  <a:pt x="2786" y="276463"/>
                </a:lnTo>
                <a:lnTo>
                  <a:pt x="2999" y="228600"/>
                </a:lnTo>
                <a:lnTo>
                  <a:pt x="2762" y="193929"/>
                </a:lnTo>
                <a:lnTo>
                  <a:pt x="2095" y="154876"/>
                </a:lnTo>
                <a:lnTo>
                  <a:pt x="1013" y="110942"/>
                </a:lnTo>
                <a:lnTo>
                  <a:pt x="0" y="74676"/>
                </a:lnTo>
                <a:lnTo>
                  <a:pt x="25908" y="89916"/>
                </a:lnTo>
                <a:lnTo>
                  <a:pt x="146304" y="89916"/>
                </a:lnTo>
                <a:lnTo>
                  <a:pt x="155448" y="99060"/>
                </a:lnTo>
                <a:lnTo>
                  <a:pt x="153162" y="100584"/>
                </a:lnTo>
                <a:lnTo>
                  <a:pt x="24384" y="100584"/>
                </a:lnTo>
                <a:lnTo>
                  <a:pt x="24384" y="211836"/>
                </a:lnTo>
                <a:lnTo>
                  <a:pt x="137509" y="211836"/>
                </a:lnTo>
                <a:lnTo>
                  <a:pt x="137586" y="222504"/>
                </a:lnTo>
                <a:lnTo>
                  <a:pt x="24384" y="222504"/>
                </a:lnTo>
                <a:lnTo>
                  <a:pt x="24384" y="344424"/>
                </a:lnTo>
                <a:lnTo>
                  <a:pt x="139258" y="344424"/>
                </a:lnTo>
                <a:lnTo>
                  <a:pt x="139305" y="346850"/>
                </a:lnTo>
                <a:lnTo>
                  <a:pt x="139544" y="355092"/>
                </a:lnTo>
                <a:lnTo>
                  <a:pt x="24384" y="355092"/>
                </a:lnTo>
                <a:lnTo>
                  <a:pt x="24384" y="384048"/>
                </a:lnTo>
                <a:lnTo>
                  <a:pt x="0" y="397764"/>
                </a:lnTo>
                <a:close/>
              </a:path>
              <a:path w="356870" h="401320">
                <a:moveTo>
                  <a:pt x="350520" y="96012"/>
                </a:moveTo>
                <a:lnTo>
                  <a:pt x="310896" y="96012"/>
                </a:lnTo>
                <a:lnTo>
                  <a:pt x="330708" y="76200"/>
                </a:lnTo>
                <a:lnTo>
                  <a:pt x="350520" y="96012"/>
                </a:lnTo>
                <a:close/>
              </a:path>
              <a:path w="356870" h="401320">
                <a:moveTo>
                  <a:pt x="137509" y="211836"/>
                </a:moveTo>
                <a:lnTo>
                  <a:pt x="115824" y="211836"/>
                </a:lnTo>
                <a:lnTo>
                  <a:pt x="115824" y="100584"/>
                </a:lnTo>
                <a:lnTo>
                  <a:pt x="153162" y="100584"/>
                </a:lnTo>
                <a:lnTo>
                  <a:pt x="137160" y="111252"/>
                </a:lnTo>
                <a:lnTo>
                  <a:pt x="137271" y="160615"/>
                </a:lnTo>
                <a:lnTo>
                  <a:pt x="137390" y="195333"/>
                </a:lnTo>
                <a:lnTo>
                  <a:pt x="137509" y="211836"/>
                </a:lnTo>
                <a:close/>
              </a:path>
              <a:path w="356870" h="401320">
                <a:moveTo>
                  <a:pt x="327433" y="359664"/>
                </a:moveTo>
                <a:lnTo>
                  <a:pt x="283464" y="359664"/>
                </a:lnTo>
                <a:lnTo>
                  <a:pt x="292631" y="357925"/>
                </a:lnTo>
                <a:lnTo>
                  <a:pt x="299656" y="352615"/>
                </a:lnTo>
                <a:lnTo>
                  <a:pt x="309252" y="305562"/>
                </a:lnTo>
                <a:lnTo>
                  <a:pt x="311086" y="259842"/>
                </a:lnTo>
                <a:lnTo>
                  <a:pt x="313205" y="193548"/>
                </a:lnTo>
                <a:lnTo>
                  <a:pt x="315467" y="106680"/>
                </a:lnTo>
                <a:lnTo>
                  <a:pt x="350901" y="106680"/>
                </a:lnTo>
                <a:lnTo>
                  <a:pt x="341376" y="114300"/>
                </a:lnTo>
                <a:lnTo>
                  <a:pt x="339547" y="188707"/>
                </a:lnTo>
                <a:lnTo>
                  <a:pt x="337718" y="249070"/>
                </a:lnTo>
                <a:lnTo>
                  <a:pt x="335889" y="295241"/>
                </a:lnTo>
                <a:lnTo>
                  <a:pt x="334060" y="327074"/>
                </a:lnTo>
                <a:lnTo>
                  <a:pt x="332232" y="344424"/>
                </a:lnTo>
                <a:lnTo>
                  <a:pt x="328517" y="357020"/>
                </a:lnTo>
                <a:lnTo>
                  <a:pt x="327433" y="359664"/>
                </a:lnTo>
                <a:close/>
              </a:path>
              <a:path w="356870" h="401320">
                <a:moveTo>
                  <a:pt x="231648" y="269748"/>
                </a:moveTo>
                <a:lnTo>
                  <a:pt x="230124" y="269748"/>
                </a:lnTo>
                <a:lnTo>
                  <a:pt x="226956" y="268295"/>
                </a:lnTo>
                <a:lnTo>
                  <a:pt x="224218" y="263842"/>
                </a:lnTo>
                <a:lnTo>
                  <a:pt x="221765" y="256246"/>
                </a:lnTo>
                <a:lnTo>
                  <a:pt x="219456" y="245364"/>
                </a:lnTo>
                <a:lnTo>
                  <a:pt x="214907" y="228219"/>
                </a:lnTo>
                <a:lnTo>
                  <a:pt x="208216" y="211074"/>
                </a:lnTo>
                <a:lnTo>
                  <a:pt x="199524" y="193929"/>
                </a:lnTo>
                <a:lnTo>
                  <a:pt x="188976" y="176784"/>
                </a:lnTo>
                <a:lnTo>
                  <a:pt x="192024" y="172212"/>
                </a:lnTo>
                <a:lnTo>
                  <a:pt x="224980" y="199644"/>
                </a:lnTo>
                <a:lnTo>
                  <a:pt x="246888" y="234696"/>
                </a:lnTo>
                <a:lnTo>
                  <a:pt x="246888" y="248412"/>
                </a:lnTo>
                <a:lnTo>
                  <a:pt x="245364" y="254508"/>
                </a:lnTo>
                <a:lnTo>
                  <a:pt x="236220" y="266700"/>
                </a:lnTo>
                <a:lnTo>
                  <a:pt x="231648" y="269748"/>
                </a:lnTo>
                <a:close/>
              </a:path>
              <a:path w="356870" h="401320">
                <a:moveTo>
                  <a:pt x="139258" y="344424"/>
                </a:moveTo>
                <a:lnTo>
                  <a:pt x="115824" y="344424"/>
                </a:lnTo>
                <a:lnTo>
                  <a:pt x="115824" y="222504"/>
                </a:lnTo>
                <a:lnTo>
                  <a:pt x="137586" y="222504"/>
                </a:lnTo>
                <a:lnTo>
                  <a:pt x="137793" y="251435"/>
                </a:lnTo>
                <a:lnTo>
                  <a:pt x="138493" y="305562"/>
                </a:lnTo>
                <a:lnTo>
                  <a:pt x="139258" y="344424"/>
                </a:lnTo>
                <a:close/>
              </a:path>
              <a:path w="356870" h="401320">
                <a:moveTo>
                  <a:pt x="278891" y="400812"/>
                </a:moveTo>
                <a:lnTo>
                  <a:pt x="271986" y="387953"/>
                </a:lnTo>
                <a:lnTo>
                  <a:pt x="260223" y="376809"/>
                </a:lnTo>
                <a:lnTo>
                  <a:pt x="243316" y="367379"/>
                </a:lnTo>
                <a:lnTo>
                  <a:pt x="220979" y="359664"/>
                </a:lnTo>
                <a:lnTo>
                  <a:pt x="220979" y="350520"/>
                </a:lnTo>
                <a:lnTo>
                  <a:pt x="241244" y="354520"/>
                </a:lnTo>
                <a:lnTo>
                  <a:pt x="258508" y="357378"/>
                </a:lnTo>
                <a:lnTo>
                  <a:pt x="272629" y="359092"/>
                </a:lnTo>
                <a:lnTo>
                  <a:pt x="283464" y="359664"/>
                </a:lnTo>
                <a:lnTo>
                  <a:pt x="327433" y="359664"/>
                </a:lnTo>
                <a:lnTo>
                  <a:pt x="324231" y="367474"/>
                </a:lnTo>
                <a:lnTo>
                  <a:pt x="290369" y="397097"/>
                </a:lnTo>
                <a:lnTo>
                  <a:pt x="278891" y="400812"/>
                </a:lnTo>
                <a:close/>
              </a:path>
              <a:path w="356870" h="401320">
                <a:moveTo>
                  <a:pt x="115824" y="391668"/>
                </a:moveTo>
                <a:lnTo>
                  <a:pt x="115824" y="355092"/>
                </a:lnTo>
                <a:lnTo>
                  <a:pt x="139544" y="355092"/>
                </a:lnTo>
                <a:lnTo>
                  <a:pt x="140208" y="377952"/>
                </a:lnTo>
                <a:lnTo>
                  <a:pt x="115824" y="39166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9" name="object 89"/>
          <p:cNvSpPr/>
          <p:nvPr/>
        </p:nvSpPr>
        <p:spPr>
          <a:xfrm>
            <a:off x="7795259" y="4933188"/>
            <a:ext cx="403860" cy="408940"/>
          </a:xfrm>
          <a:custGeom>
            <a:avLst/>
            <a:gdLst/>
            <a:ahLst/>
            <a:cxnLst/>
            <a:rect l="l" t="t" r="r" b="b"/>
            <a:pathLst>
              <a:path w="403859" h="408939">
                <a:moveTo>
                  <a:pt x="187452" y="71628"/>
                </a:moveTo>
                <a:lnTo>
                  <a:pt x="156972" y="71628"/>
                </a:lnTo>
                <a:lnTo>
                  <a:pt x="165496" y="50792"/>
                </a:lnTo>
                <a:lnTo>
                  <a:pt x="172593" y="31813"/>
                </a:lnTo>
                <a:lnTo>
                  <a:pt x="177974" y="14835"/>
                </a:lnTo>
                <a:lnTo>
                  <a:pt x="181356" y="0"/>
                </a:lnTo>
                <a:lnTo>
                  <a:pt x="225552" y="24384"/>
                </a:lnTo>
                <a:lnTo>
                  <a:pt x="207264" y="30480"/>
                </a:lnTo>
                <a:lnTo>
                  <a:pt x="201596" y="42481"/>
                </a:lnTo>
                <a:lnTo>
                  <a:pt x="191404" y="63055"/>
                </a:lnTo>
                <a:lnTo>
                  <a:pt x="187452" y="71628"/>
                </a:lnTo>
                <a:close/>
              </a:path>
              <a:path w="403859" h="408939">
                <a:moveTo>
                  <a:pt x="16764" y="86868"/>
                </a:moveTo>
                <a:lnTo>
                  <a:pt x="0" y="71628"/>
                </a:lnTo>
                <a:lnTo>
                  <a:pt x="333756" y="71628"/>
                </a:lnTo>
                <a:lnTo>
                  <a:pt x="364236" y="41148"/>
                </a:lnTo>
                <a:lnTo>
                  <a:pt x="403860" y="82296"/>
                </a:lnTo>
                <a:lnTo>
                  <a:pt x="57912" y="82296"/>
                </a:lnTo>
                <a:lnTo>
                  <a:pt x="46767" y="82581"/>
                </a:lnTo>
                <a:lnTo>
                  <a:pt x="36195" y="83439"/>
                </a:lnTo>
                <a:lnTo>
                  <a:pt x="26193" y="84867"/>
                </a:lnTo>
                <a:lnTo>
                  <a:pt x="16764" y="86868"/>
                </a:lnTo>
                <a:close/>
              </a:path>
              <a:path w="403859" h="408939">
                <a:moveTo>
                  <a:pt x="6096" y="269748"/>
                </a:moveTo>
                <a:lnTo>
                  <a:pt x="0" y="263652"/>
                </a:lnTo>
                <a:lnTo>
                  <a:pt x="24050" y="244840"/>
                </a:lnTo>
                <a:lnTo>
                  <a:pt x="46101" y="225171"/>
                </a:lnTo>
                <a:lnTo>
                  <a:pt x="85344" y="184404"/>
                </a:lnTo>
                <a:lnTo>
                  <a:pt x="119634" y="139065"/>
                </a:lnTo>
                <a:lnTo>
                  <a:pt x="153924" y="82296"/>
                </a:lnTo>
                <a:lnTo>
                  <a:pt x="182880" y="82296"/>
                </a:lnTo>
                <a:lnTo>
                  <a:pt x="173474" y="98917"/>
                </a:lnTo>
                <a:lnTo>
                  <a:pt x="163639" y="114681"/>
                </a:lnTo>
                <a:lnTo>
                  <a:pt x="153519" y="129873"/>
                </a:lnTo>
                <a:lnTo>
                  <a:pt x="143256" y="144780"/>
                </a:lnTo>
                <a:lnTo>
                  <a:pt x="330708" y="144780"/>
                </a:lnTo>
                <a:lnTo>
                  <a:pt x="336804" y="149352"/>
                </a:lnTo>
                <a:lnTo>
                  <a:pt x="330517" y="153924"/>
                </a:lnTo>
                <a:lnTo>
                  <a:pt x="135636" y="153924"/>
                </a:lnTo>
                <a:lnTo>
                  <a:pt x="135636" y="182880"/>
                </a:lnTo>
                <a:lnTo>
                  <a:pt x="111252" y="182880"/>
                </a:lnTo>
                <a:lnTo>
                  <a:pt x="86677" y="207168"/>
                </a:lnTo>
                <a:lnTo>
                  <a:pt x="60960" y="229743"/>
                </a:lnTo>
                <a:lnTo>
                  <a:pt x="34099" y="250602"/>
                </a:lnTo>
                <a:lnTo>
                  <a:pt x="6096" y="269748"/>
                </a:lnTo>
                <a:close/>
              </a:path>
              <a:path w="403859" h="408939">
                <a:moveTo>
                  <a:pt x="330708" y="144780"/>
                </a:moveTo>
                <a:lnTo>
                  <a:pt x="292608" y="144780"/>
                </a:lnTo>
                <a:lnTo>
                  <a:pt x="306324" y="126492"/>
                </a:lnTo>
                <a:lnTo>
                  <a:pt x="330708" y="144780"/>
                </a:lnTo>
                <a:close/>
              </a:path>
              <a:path w="403859" h="408939">
                <a:moveTo>
                  <a:pt x="320040" y="214884"/>
                </a:moveTo>
                <a:lnTo>
                  <a:pt x="295655" y="214884"/>
                </a:lnTo>
                <a:lnTo>
                  <a:pt x="295655" y="153924"/>
                </a:lnTo>
                <a:lnTo>
                  <a:pt x="330517" y="153924"/>
                </a:lnTo>
                <a:lnTo>
                  <a:pt x="320040" y="161544"/>
                </a:lnTo>
                <a:lnTo>
                  <a:pt x="320040" y="214884"/>
                </a:lnTo>
                <a:close/>
              </a:path>
              <a:path w="403859" h="408939">
                <a:moveTo>
                  <a:pt x="109728" y="408432"/>
                </a:moveTo>
                <a:lnTo>
                  <a:pt x="110609" y="383262"/>
                </a:lnTo>
                <a:lnTo>
                  <a:pt x="111061" y="337375"/>
                </a:lnTo>
                <a:lnTo>
                  <a:pt x="111169" y="294132"/>
                </a:lnTo>
                <a:lnTo>
                  <a:pt x="111252" y="182880"/>
                </a:lnTo>
                <a:lnTo>
                  <a:pt x="135636" y="182880"/>
                </a:lnTo>
                <a:lnTo>
                  <a:pt x="135636" y="214884"/>
                </a:lnTo>
                <a:lnTo>
                  <a:pt x="320040" y="214884"/>
                </a:lnTo>
                <a:lnTo>
                  <a:pt x="320040" y="225552"/>
                </a:lnTo>
                <a:lnTo>
                  <a:pt x="135636" y="225552"/>
                </a:lnTo>
                <a:lnTo>
                  <a:pt x="135636" y="283464"/>
                </a:lnTo>
                <a:lnTo>
                  <a:pt x="320040" y="283464"/>
                </a:lnTo>
                <a:lnTo>
                  <a:pt x="320040" y="294132"/>
                </a:lnTo>
                <a:lnTo>
                  <a:pt x="135636" y="294132"/>
                </a:lnTo>
                <a:lnTo>
                  <a:pt x="135636" y="393192"/>
                </a:lnTo>
                <a:lnTo>
                  <a:pt x="109728" y="408432"/>
                </a:lnTo>
                <a:close/>
              </a:path>
              <a:path w="403859" h="408939">
                <a:moveTo>
                  <a:pt x="320040" y="283464"/>
                </a:moveTo>
                <a:lnTo>
                  <a:pt x="295655" y="283464"/>
                </a:lnTo>
                <a:lnTo>
                  <a:pt x="295655" y="225552"/>
                </a:lnTo>
                <a:lnTo>
                  <a:pt x="320040" y="225552"/>
                </a:lnTo>
                <a:lnTo>
                  <a:pt x="320040" y="283464"/>
                </a:lnTo>
                <a:close/>
              </a:path>
              <a:path w="403859" h="408939">
                <a:moveTo>
                  <a:pt x="319492" y="370332"/>
                </a:moveTo>
                <a:lnTo>
                  <a:pt x="291084" y="370332"/>
                </a:lnTo>
                <a:lnTo>
                  <a:pt x="295655" y="364236"/>
                </a:lnTo>
                <a:lnTo>
                  <a:pt x="295655" y="294132"/>
                </a:lnTo>
                <a:lnTo>
                  <a:pt x="320040" y="294132"/>
                </a:lnTo>
                <a:lnTo>
                  <a:pt x="320040" y="367284"/>
                </a:lnTo>
                <a:lnTo>
                  <a:pt x="319492" y="370332"/>
                </a:lnTo>
                <a:close/>
              </a:path>
              <a:path w="403859" h="408939">
                <a:moveTo>
                  <a:pt x="281940" y="408432"/>
                </a:moveTo>
                <a:lnTo>
                  <a:pt x="279915" y="398454"/>
                </a:lnTo>
                <a:lnTo>
                  <a:pt x="271462" y="389191"/>
                </a:lnTo>
                <a:lnTo>
                  <a:pt x="256436" y="380785"/>
                </a:lnTo>
                <a:lnTo>
                  <a:pt x="234696" y="373380"/>
                </a:lnTo>
                <a:lnTo>
                  <a:pt x="234696" y="364236"/>
                </a:lnTo>
                <a:lnTo>
                  <a:pt x="248697" y="367117"/>
                </a:lnTo>
                <a:lnTo>
                  <a:pt x="260985" y="368998"/>
                </a:lnTo>
                <a:lnTo>
                  <a:pt x="271557" y="370022"/>
                </a:lnTo>
                <a:lnTo>
                  <a:pt x="280416" y="370332"/>
                </a:lnTo>
                <a:lnTo>
                  <a:pt x="319492" y="370332"/>
                </a:lnTo>
                <a:lnTo>
                  <a:pt x="317730" y="380142"/>
                </a:lnTo>
                <a:lnTo>
                  <a:pt x="310705" y="391287"/>
                </a:lnTo>
                <a:lnTo>
                  <a:pt x="298823" y="400716"/>
                </a:lnTo>
                <a:lnTo>
                  <a:pt x="281940" y="40843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0" name="object 90"/>
          <p:cNvSpPr/>
          <p:nvPr/>
        </p:nvSpPr>
        <p:spPr>
          <a:xfrm>
            <a:off x="8249399" y="4933188"/>
            <a:ext cx="1271270" cy="410209"/>
          </a:xfrm>
          <a:custGeom>
            <a:avLst/>
            <a:gdLst/>
            <a:ahLst/>
            <a:cxnLst/>
            <a:rect l="l" t="t" r="r" b="b"/>
            <a:pathLst>
              <a:path w="1271270" h="410210">
                <a:moveTo>
                  <a:pt x="105156" y="132588"/>
                </a:moveTo>
                <a:lnTo>
                  <a:pt x="71628" y="109728"/>
                </a:lnTo>
                <a:lnTo>
                  <a:pt x="57873" y="142290"/>
                </a:lnTo>
                <a:lnTo>
                  <a:pt x="41529" y="173545"/>
                </a:lnTo>
                <a:lnTo>
                  <a:pt x="22339" y="203390"/>
                </a:lnTo>
                <a:lnTo>
                  <a:pt x="0" y="231648"/>
                </a:lnTo>
                <a:lnTo>
                  <a:pt x="6096" y="234696"/>
                </a:lnTo>
                <a:lnTo>
                  <a:pt x="23241" y="219265"/>
                </a:lnTo>
                <a:lnTo>
                  <a:pt x="42672" y="198120"/>
                </a:lnTo>
                <a:lnTo>
                  <a:pt x="64389" y="171259"/>
                </a:lnTo>
                <a:lnTo>
                  <a:pt x="88392" y="138684"/>
                </a:lnTo>
                <a:lnTo>
                  <a:pt x="105156" y="132588"/>
                </a:lnTo>
                <a:close/>
              </a:path>
              <a:path w="1271270" h="410210">
                <a:moveTo>
                  <a:pt x="182880" y="332232"/>
                </a:moveTo>
                <a:lnTo>
                  <a:pt x="164096" y="297116"/>
                </a:lnTo>
                <a:lnTo>
                  <a:pt x="132588" y="265176"/>
                </a:lnTo>
                <a:lnTo>
                  <a:pt x="140347" y="251460"/>
                </a:lnTo>
                <a:lnTo>
                  <a:pt x="146304" y="240919"/>
                </a:lnTo>
                <a:lnTo>
                  <a:pt x="157734" y="223075"/>
                </a:lnTo>
                <a:lnTo>
                  <a:pt x="166878" y="211823"/>
                </a:lnTo>
                <a:lnTo>
                  <a:pt x="173736" y="207264"/>
                </a:lnTo>
                <a:lnTo>
                  <a:pt x="143256" y="181356"/>
                </a:lnTo>
                <a:lnTo>
                  <a:pt x="139217" y="195961"/>
                </a:lnTo>
                <a:lnTo>
                  <a:pt x="133731" y="212407"/>
                </a:lnTo>
                <a:lnTo>
                  <a:pt x="126542" y="230873"/>
                </a:lnTo>
                <a:lnTo>
                  <a:pt x="117348" y="251460"/>
                </a:lnTo>
                <a:lnTo>
                  <a:pt x="102730" y="240322"/>
                </a:lnTo>
                <a:lnTo>
                  <a:pt x="88392" y="229743"/>
                </a:lnTo>
                <a:lnTo>
                  <a:pt x="74066" y="219748"/>
                </a:lnTo>
                <a:lnTo>
                  <a:pt x="59436" y="210312"/>
                </a:lnTo>
                <a:lnTo>
                  <a:pt x="56388" y="214884"/>
                </a:lnTo>
                <a:lnTo>
                  <a:pt x="68135" y="226009"/>
                </a:lnTo>
                <a:lnTo>
                  <a:pt x="80581" y="238696"/>
                </a:lnTo>
                <a:lnTo>
                  <a:pt x="93903" y="252818"/>
                </a:lnTo>
                <a:lnTo>
                  <a:pt x="108204" y="268224"/>
                </a:lnTo>
                <a:lnTo>
                  <a:pt x="84467" y="304253"/>
                </a:lnTo>
                <a:lnTo>
                  <a:pt x="58864" y="336994"/>
                </a:lnTo>
                <a:lnTo>
                  <a:pt x="31267" y="366598"/>
                </a:lnTo>
                <a:lnTo>
                  <a:pt x="1524" y="393192"/>
                </a:lnTo>
                <a:lnTo>
                  <a:pt x="6096" y="397764"/>
                </a:lnTo>
                <a:lnTo>
                  <a:pt x="37490" y="375843"/>
                </a:lnTo>
                <a:lnTo>
                  <a:pt x="67437" y="349186"/>
                </a:lnTo>
                <a:lnTo>
                  <a:pt x="95681" y="318262"/>
                </a:lnTo>
                <a:lnTo>
                  <a:pt x="121920" y="283464"/>
                </a:lnTo>
                <a:lnTo>
                  <a:pt x="133883" y="299135"/>
                </a:lnTo>
                <a:lnTo>
                  <a:pt x="144399" y="313944"/>
                </a:lnTo>
                <a:lnTo>
                  <a:pt x="153212" y="327621"/>
                </a:lnTo>
                <a:lnTo>
                  <a:pt x="160020" y="339852"/>
                </a:lnTo>
                <a:lnTo>
                  <a:pt x="164592" y="352044"/>
                </a:lnTo>
                <a:lnTo>
                  <a:pt x="169164" y="358140"/>
                </a:lnTo>
                <a:lnTo>
                  <a:pt x="173736" y="358140"/>
                </a:lnTo>
                <a:lnTo>
                  <a:pt x="178308" y="348996"/>
                </a:lnTo>
                <a:lnTo>
                  <a:pt x="181356" y="341376"/>
                </a:lnTo>
                <a:lnTo>
                  <a:pt x="182816" y="336994"/>
                </a:lnTo>
                <a:lnTo>
                  <a:pt x="182880" y="332232"/>
                </a:lnTo>
                <a:close/>
              </a:path>
              <a:path w="1271270" h="410210">
                <a:moveTo>
                  <a:pt x="198120" y="152400"/>
                </a:moveTo>
                <a:lnTo>
                  <a:pt x="167640" y="126682"/>
                </a:lnTo>
                <a:lnTo>
                  <a:pt x="135636" y="111252"/>
                </a:lnTo>
                <a:lnTo>
                  <a:pt x="132588" y="115824"/>
                </a:lnTo>
                <a:lnTo>
                  <a:pt x="146304" y="130429"/>
                </a:lnTo>
                <a:lnTo>
                  <a:pt x="157734" y="144589"/>
                </a:lnTo>
                <a:lnTo>
                  <a:pt x="166878" y="158483"/>
                </a:lnTo>
                <a:lnTo>
                  <a:pt x="173736" y="172212"/>
                </a:lnTo>
                <a:lnTo>
                  <a:pt x="178308" y="182880"/>
                </a:lnTo>
                <a:lnTo>
                  <a:pt x="182880" y="187452"/>
                </a:lnTo>
                <a:lnTo>
                  <a:pt x="188976" y="187452"/>
                </a:lnTo>
                <a:lnTo>
                  <a:pt x="190487" y="184442"/>
                </a:lnTo>
                <a:lnTo>
                  <a:pt x="193548" y="176784"/>
                </a:lnTo>
                <a:lnTo>
                  <a:pt x="196596" y="170688"/>
                </a:lnTo>
                <a:lnTo>
                  <a:pt x="198120" y="164592"/>
                </a:lnTo>
                <a:lnTo>
                  <a:pt x="198120" y="152400"/>
                </a:lnTo>
                <a:close/>
              </a:path>
              <a:path w="1271270" h="410210">
                <a:moveTo>
                  <a:pt x="222504" y="96012"/>
                </a:moveTo>
                <a:lnTo>
                  <a:pt x="192024" y="64008"/>
                </a:lnTo>
                <a:lnTo>
                  <a:pt x="170688" y="85344"/>
                </a:lnTo>
                <a:lnTo>
                  <a:pt x="124968" y="85344"/>
                </a:lnTo>
                <a:lnTo>
                  <a:pt x="132588" y="76200"/>
                </a:lnTo>
                <a:lnTo>
                  <a:pt x="135636" y="70104"/>
                </a:lnTo>
                <a:lnTo>
                  <a:pt x="135636" y="62484"/>
                </a:lnTo>
                <a:lnTo>
                  <a:pt x="106299" y="24574"/>
                </a:lnTo>
                <a:lnTo>
                  <a:pt x="77724" y="6096"/>
                </a:lnTo>
                <a:lnTo>
                  <a:pt x="73152" y="10668"/>
                </a:lnTo>
                <a:lnTo>
                  <a:pt x="81724" y="22034"/>
                </a:lnTo>
                <a:lnTo>
                  <a:pt x="89154" y="32956"/>
                </a:lnTo>
                <a:lnTo>
                  <a:pt x="106299" y="69151"/>
                </a:lnTo>
                <a:lnTo>
                  <a:pt x="109728" y="85344"/>
                </a:lnTo>
                <a:lnTo>
                  <a:pt x="12192" y="85344"/>
                </a:lnTo>
                <a:lnTo>
                  <a:pt x="27432" y="100584"/>
                </a:lnTo>
                <a:lnTo>
                  <a:pt x="37744" y="98590"/>
                </a:lnTo>
                <a:lnTo>
                  <a:pt x="48196" y="97155"/>
                </a:lnTo>
                <a:lnTo>
                  <a:pt x="58940" y="96304"/>
                </a:lnTo>
                <a:lnTo>
                  <a:pt x="70104" y="96012"/>
                </a:lnTo>
                <a:lnTo>
                  <a:pt x="222504" y="96012"/>
                </a:lnTo>
                <a:close/>
              </a:path>
              <a:path w="1271270" h="410210">
                <a:moveTo>
                  <a:pt x="397764" y="121920"/>
                </a:moveTo>
                <a:lnTo>
                  <a:pt x="387604" y="111252"/>
                </a:lnTo>
                <a:lnTo>
                  <a:pt x="367284" y="89916"/>
                </a:lnTo>
                <a:lnTo>
                  <a:pt x="345948" y="111252"/>
                </a:lnTo>
                <a:lnTo>
                  <a:pt x="329184" y="111252"/>
                </a:lnTo>
                <a:lnTo>
                  <a:pt x="329184" y="121920"/>
                </a:lnTo>
                <a:lnTo>
                  <a:pt x="321449" y="167627"/>
                </a:lnTo>
                <a:lnTo>
                  <a:pt x="311848" y="208597"/>
                </a:lnTo>
                <a:lnTo>
                  <a:pt x="300253" y="244729"/>
                </a:lnTo>
                <a:lnTo>
                  <a:pt x="286512" y="275844"/>
                </a:lnTo>
                <a:lnTo>
                  <a:pt x="274535" y="247561"/>
                </a:lnTo>
                <a:lnTo>
                  <a:pt x="263842" y="215265"/>
                </a:lnTo>
                <a:lnTo>
                  <a:pt x="254584" y="178981"/>
                </a:lnTo>
                <a:lnTo>
                  <a:pt x="249516" y="152400"/>
                </a:lnTo>
                <a:lnTo>
                  <a:pt x="246888" y="138684"/>
                </a:lnTo>
                <a:lnTo>
                  <a:pt x="254508" y="121920"/>
                </a:lnTo>
                <a:lnTo>
                  <a:pt x="329184" y="121920"/>
                </a:lnTo>
                <a:lnTo>
                  <a:pt x="329184" y="111252"/>
                </a:lnTo>
                <a:lnTo>
                  <a:pt x="257556" y="111252"/>
                </a:lnTo>
                <a:lnTo>
                  <a:pt x="268732" y="82448"/>
                </a:lnTo>
                <a:lnTo>
                  <a:pt x="277177" y="60198"/>
                </a:lnTo>
                <a:lnTo>
                  <a:pt x="295656" y="24384"/>
                </a:lnTo>
                <a:lnTo>
                  <a:pt x="304800" y="21336"/>
                </a:lnTo>
                <a:lnTo>
                  <a:pt x="262128" y="0"/>
                </a:lnTo>
                <a:lnTo>
                  <a:pt x="251955" y="51054"/>
                </a:lnTo>
                <a:lnTo>
                  <a:pt x="239649" y="98958"/>
                </a:lnTo>
                <a:lnTo>
                  <a:pt x="225488" y="143306"/>
                </a:lnTo>
                <a:lnTo>
                  <a:pt x="209575" y="184404"/>
                </a:lnTo>
                <a:lnTo>
                  <a:pt x="192024" y="222504"/>
                </a:lnTo>
                <a:lnTo>
                  <a:pt x="196596" y="225552"/>
                </a:lnTo>
                <a:lnTo>
                  <a:pt x="207797" y="210693"/>
                </a:lnTo>
                <a:lnTo>
                  <a:pt x="218694" y="193548"/>
                </a:lnTo>
                <a:lnTo>
                  <a:pt x="229603" y="174117"/>
                </a:lnTo>
                <a:lnTo>
                  <a:pt x="240792" y="152400"/>
                </a:lnTo>
                <a:lnTo>
                  <a:pt x="244513" y="188074"/>
                </a:lnTo>
                <a:lnTo>
                  <a:pt x="251079" y="224028"/>
                </a:lnTo>
                <a:lnTo>
                  <a:pt x="260515" y="259994"/>
                </a:lnTo>
                <a:lnTo>
                  <a:pt x="272796" y="295656"/>
                </a:lnTo>
                <a:lnTo>
                  <a:pt x="247129" y="324764"/>
                </a:lnTo>
                <a:lnTo>
                  <a:pt x="216027" y="352425"/>
                </a:lnTo>
                <a:lnTo>
                  <a:pt x="179793" y="378383"/>
                </a:lnTo>
                <a:lnTo>
                  <a:pt x="138684" y="402336"/>
                </a:lnTo>
                <a:lnTo>
                  <a:pt x="143256" y="408432"/>
                </a:lnTo>
                <a:lnTo>
                  <a:pt x="182956" y="389597"/>
                </a:lnTo>
                <a:lnTo>
                  <a:pt x="219646" y="367474"/>
                </a:lnTo>
                <a:lnTo>
                  <a:pt x="253199" y="342214"/>
                </a:lnTo>
                <a:lnTo>
                  <a:pt x="283464" y="313944"/>
                </a:lnTo>
                <a:lnTo>
                  <a:pt x="301142" y="340575"/>
                </a:lnTo>
                <a:lnTo>
                  <a:pt x="319659" y="363474"/>
                </a:lnTo>
                <a:lnTo>
                  <a:pt x="338759" y="382955"/>
                </a:lnTo>
                <a:lnTo>
                  <a:pt x="358140" y="399288"/>
                </a:lnTo>
                <a:lnTo>
                  <a:pt x="363029" y="391934"/>
                </a:lnTo>
                <a:lnTo>
                  <a:pt x="370903" y="386143"/>
                </a:lnTo>
                <a:lnTo>
                  <a:pt x="381939" y="382358"/>
                </a:lnTo>
                <a:lnTo>
                  <a:pt x="396240" y="381000"/>
                </a:lnTo>
                <a:lnTo>
                  <a:pt x="396240" y="373380"/>
                </a:lnTo>
                <a:lnTo>
                  <a:pt x="370509" y="365366"/>
                </a:lnTo>
                <a:lnTo>
                  <a:pt x="345757" y="350329"/>
                </a:lnTo>
                <a:lnTo>
                  <a:pt x="321881" y="328168"/>
                </a:lnTo>
                <a:lnTo>
                  <a:pt x="310692" y="313944"/>
                </a:lnTo>
                <a:lnTo>
                  <a:pt x="298704" y="298704"/>
                </a:lnTo>
                <a:lnTo>
                  <a:pt x="317563" y="261010"/>
                </a:lnTo>
                <a:lnTo>
                  <a:pt x="332994" y="218884"/>
                </a:lnTo>
                <a:lnTo>
                  <a:pt x="344995" y="172478"/>
                </a:lnTo>
                <a:lnTo>
                  <a:pt x="353568" y="121920"/>
                </a:lnTo>
                <a:lnTo>
                  <a:pt x="397764" y="121920"/>
                </a:lnTo>
                <a:close/>
              </a:path>
              <a:path w="1271270" h="410210">
                <a:moveTo>
                  <a:pt x="583704" y="25908"/>
                </a:moveTo>
                <a:lnTo>
                  <a:pt x="548652" y="1524"/>
                </a:lnTo>
                <a:lnTo>
                  <a:pt x="542645" y="22669"/>
                </a:lnTo>
                <a:lnTo>
                  <a:pt x="533793" y="47244"/>
                </a:lnTo>
                <a:lnTo>
                  <a:pt x="507504" y="106680"/>
                </a:lnTo>
                <a:lnTo>
                  <a:pt x="473214" y="169164"/>
                </a:lnTo>
                <a:lnTo>
                  <a:pt x="438924" y="222504"/>
                </a:lnTo>
                <a:lnTo>
                  <a:pt x="443496" y="227076"/>
                </a:lnTo>
                <a:lnTo>
                  <a:pt x="456920" y="213652"/>
                </a:lnTo>
                <a:lnTo>
                  <a:pt x="472071" y="196215"/>
                </a:lnTo>
                <a:lnTo>
                  <a:pt x="488848" y="174879"/>
                </a:lnTo>
                <a:lnTo>
                  <a:pt x="507504" y="149352"/>
                </a:lnTo>
                <a:lnTo>
                  <a:pt x="507390" y="352069"/>
                </a:lnTo>
                <a:lnTo>
                  <a:pt x="507314" y="360807"/>
                </a:lnTo>
                <a:lnTo>
                  <a:pt x="506857" y="383387"/>
                </a:lnTo>
                <a:lnTo>
                  <a:pt x="505980" y="409956"/>
                </a:lnTo>
                <a:lnTo>
                  <a:pt x="533412" y="396240"/>
                </a:lnTo>
                <a:lnTo>
                  <a:pt x="532523" y="373672"/>
                </a:lnTo>
                <a:lnTo>
                  <a:pt x="532079" y="353949"/>
                </a:lnTo>
                <a:lnTo>
                  <a:pt x="531964" y="343306"/>
                </a:lnTo>
                <a:lnTo>
                  <a:pt x="531888" y="149352"/>
                </a:lnTo>
                <a:lnTo>
                  <a:pt x="531888" y="147828"/>
                </a:lnTo>
                <a:lnTo>
                  <a:pt x="545604" y="134112"/>
                </a:lnTo>
                <a:lnTo>
                  <a:pt x="522744" y="123444"/>
                </a:lnTo>
                <a:lnTo>
                  <a:pt x="533361" y="104000"/>
                </a:lnTo>
                <a:lnTo>
                  <a:pt x="542556" y="86677"/>
                </a:lnTo>
                <a:lnTo>
                  <a:pt x="550595" y="71374"/>
                </a:lnTo>
                <a:lnTo>
                  <a:pt x="557796" y="57912"/>
                </a:lnTo>
                <a:lnTo>
                  <a:pt x="564629" y="45631"/>
                </a:lnTo>
                <a:lnTo>
                  <a:pt x="571322" y="36195"/>
                </a:lnTo>
                <a:lnTo>
                  <a:pt x="577723" y="29629"/>
                </a:lnTo>
                <a:lnTo>
                  <a:pt x="583704" y="25908"/>
                </a:lnTo>
                <a:close/>
              </a:path>
              <a:path w="1271270" h="410210">
                <a:moveTo>
                  <a:pt x="641616" y="106680"/>
                </a:moveTo>
                <a:lnTo>
                  <a:pt x="616089" y="77914"/>
                </a:lnTo>
                <a:lnTo>
                  <a:pt x="583704" y="54864"/>
                </a:lnTo>
                <a:lnTo>
                  <a:pt x="579132" y="60960"/>
                </a:lnTo>
                <a:lnTo>
                  <a:pt x="592556" y="79273"/>
                </a:lnTo>
                <a:lnTo>
                  <a:pt x="603135" y="95440"/>
                </a:lnTo>
                <a:lnTo>
                  <a:pt x="610844" y="109613"/>
                </a:lnTo>
                <a:lnTo>
                  <a:pt x="615708" y="121920"/>
                </a:lnTo>
                <a:lnTo>
                  <a:pt x="617232" y="131064"/>
                </a:lnTo>
                <a:lnTo>
                  <a:pt x="621804" y="135636"/>
                </a:lnTo>
                <a:lnTo>
                  <a:pt x="627900" y="135636"/>
                </a:lnTo>
                <a:lnTo>
                  <a:pt x="630948" y="132588"/>
                </a:lnTo>
                <a:lnTo>
                  <a:pt x="640092" y="120396"/>
                </a:lnTo>
                <a:lnTo>
                  <a:pt x="641616" y="115824"/>
                </a:lnTo>
                <a:lnTo>
                  <a:pt x="641616" y="106680"/>
                </a:lnTo>
                <a:close/>
              </a:path>
              <a:path w="1271270" h="410210">
                <a:moveTo>
                  <a:pt x="798588" y="77724"/>
                </a:moveTo>
                <a:lnTo>
                  <a:pt x="765060" y="50292"/>
                </a:lnTo>
                <a:lnTo>
                  <a:pt x="758774" y="65747"/>
                </a:lnTo>
                <a:lnTo>
                  <a:pt x="749058" y="84772"/>
                </a:lnTo>
                <a:lnTo>
                  <a:pt x="735914" y="107518"/>
                </a:lnTo>
                <a:lnTo>
                  <a:pt x="719340" y="134112"/>
                </a:lnTo>
                <a:lnTo>
                  <a:pt x="725436" y="137160"/>
                </a:lnTo>
                <a:lnTo>
                  <a:pt x="733958" y="128879"/>
                </a:lnTo>
                <a:lnTo>
                  <a:pt x="753287" y="110591"/>
                </a:lnTo>
                <a:lnTo>
                  <a:pt x="763536" y="100584"/>
                </a:lnTo>
                <a:lnTo>
                  <a:pt x="772655" y="92303"/>
                </a:lnTo>
                <a:lnTo>
                  <a:pt x="781634" y="85725"/>
                </a:lnTo>
                <a:lnTo>
                  <a:pt x="790321" y="80873"/>
                </a:lnTo>
                <a:lnTo>
                  <a:pt x="798588" y="77724"/>
                </a:lnTo>
                <a:close/>
              </a:path>
              <a:path w="1271270" h="410210">
                <a:moveTo>
                  <a:pt x="841260" y="265176"/>
                </a:moveTo>
                <a:lnTo>
                  <a:pt x="807732" y="233172"/>
                </a:lnTo>
                <a:lnTo>
                  <a:pt x="786396" y="256032"/>
                </a:lnTo>
                <a:lnTo>
                  <a:pt x="694956" y="256032"/>
                </a:lnTo>
                <a:lnTo>
                  <a:pt x="694956" y="173736"/>
                </a:lnTo>
                <a:lnTo>
                  <a:pt x="813828" y="173736"/>
                </a:lnTo>
                <a:lnTo>
                  <a:pt x="781824" y="141732"/>
                </a:lnTo>
                <a:lnTo>
                  <a:pt x="762012" y="163068"/>
                </a:lnTo>
                <a:lnTo>
                  <a:pt x="694956" y="163068"/>
                </a:lnTo>
                <a:lnTo>
                  <a:pt x="694956" y="36576"/>
                </a:lnTo>
                <a:lnTo>
                  <a:pt x="711720" y="22860"/>
                </a:lnTo>
                <a:lnTo>
                  <a:pt x="669048" y="1524"/>
                </a:lnTo>
                <a:lnTo>
                  <a:pt x="669925" y="20459"/>
                </a:lnTo>
                <a:lnTo>
                  <a:pt x="670369" y="36195"/>
                </a:lnTo>
                <a:lnTo>
                  <a:pt x="670496" y="45631"/>
                </a:lnTo>
                <a:lnTo>
                  <a:pt x="670572" y="163068"/>
                </a:lnTo>
                <a:lnTo>
                  <a:pt x="565416" y="163068"/>
                </a:lnTo>
                <a:lnTo>
                  <a:pt x="580656" y="178308"/>
                </a:lnTo>
                <a:lnTo>
                  <a:pt x="590296" y="176314"/>
                </a:lnTo>
                <a:lnTo>
                  <a:pt x="600659" y="174879"/>
                </a:lnTo>
                <a:lnTo>
                  <a:pt x="611301" y="174028"/>
                </a:lnTo>
                <a:lnTo>
                  <a:pt x="621804" y="173736"/>
                </a:lnTo>
                <a:lnTo>
                  <a:pt x="670572" y="173736"/>
                </a:lnTo>
                <a:lnTo>
                  <a:pt x="670572" y="256032"/>
                </a:lnTo>
                <a:lnTo>
                  <a:pt x="542556" y="256032"/>
                </a:lnTo>
                <a:lnTo>
                  <a:pt x="557796" y="271272"/>
                </a:lnTo>
                <a:lnTo>
                  <a:pt x="568096" y="269036"/>
                </a:lnTo>
                <a:lnTo>
                  <a:pt x="578561" y="267081"/>
                </a:lnTo>
                <a:lnTo>
                  <a:pt x="589292" y="265709"/>
                </a:lnTo>
                <a:lnTo>
                  <a:pt x="600468" y="265176"/>
                </a:lnTo>
                <a:lnTo>
                  <a:pt x="670572" y="265176"/>
                </a:lnTo>
                <a:lnTo>
                  <a:pt x="670458" y="360807"/>
                </a:lnTo>
                <a:lnTo>
                  <a:pt x="670382" y="368236"/>
                </a:lnTo>
                <a:lnTo>
                  <a:pt x="669925" y="386981"/>
                </a:lnTo>
                <a:lnTo>
                  <a:pt x="669048" y="408432"/>
                </a:lnTo>
                <a:lnTo>
                  <a:pt x="696480" y="396240"/>
                </a:lnTo>
                <a:lnTo>
                  <a:pt x="696239" y="378218"/>
                </a:lnTo>
                <a:lnTo>
                  <a:pt x="695185" y="343306"/>
                </a:lnTo>
                <a:lnTo>
                  <a:pt x="694969" y="327660"/>
                </a:lnTo>
                <a:lnTo>
                  <a:pt x="694956" y="265176"/>
                </a:lnTo>
                <a:lnTo>
                  <a:pt x="841260" y="265176"/>
                </a:lnTo>
                <a:close/>
              </a:path>
              <a:path w="1271270" h="410210">
                <a:moveTo>
                  <a:pt x="1018044" y="24396"/>
                </a:moveTo>
                <a:lnTo>
                  <a:pt x="979944" y="12"/>
                </a:lnTo>
                <a:lnTo>
                  <a:pt x="975372" y="19100"/>
                </a:lnTo>
                <a:lnTo>
                  <a:pt x="968514" y="41922"/>
                </a:lnTo>
                <a:lnTo>
                  <a:pt x="947940" y="97548"/>
                </a:lnTo>
                <a:lnTo>
                  <a:pt x="919175" y="160604"/>
                </a:lnTo>
                <a:lnTo>
                  <a:pt x="882408" y="222516"/>
                </a:lnTo>
                <a:lnTo>
                  <a:pt x="888504" y="225564"/>
                </a:lnTo>
                <a:lnTo>
                  <a:pt x="904735" y="207251"/>
                </a:lnTo>
                <a:lnTo>
                  <a:pt x="921270" y="186512"/>
                </a:lnTo>
                <a:lnTo>
                  <a:pt x="937793" y="163195"/>
                </a:lnTo>
                <a:lnTo>
                  <a:pt x="954036" y="137172"/>
                </a:lnTo>
                <a:lnTo>
                  <a:pt x="953960" y="335737"/>
                </a:lnTo>
                <a:lnTo>
                  <a:pt x="953846" y="350532"/>
                </a:lnTo>
                <a:lnTo>
                  <a:pt x="953389" y="376770"/>
                </a:lnTo>
                <a:lnTo>
                  <a:pt x="952512" y="408444"/>
                </a:lnTo>
                <a:lnTo>
                  <a:pt x="978420" y="391680"/>
                </a:lnTo>
                <a:lnTo>
                  <a:pt x="977531" y="371690"/>
                </a:lnTo>
                <a:lnTo>
                  <a:pt x="977087" y="353009"/>
                </a:lnTo>
                <a:lnTo>
                  <a:pt x="976909" y="335737"/>
                </a:lnTo>
                <a:lnTo>
                  <a:pt x="976896" y="137172"/>
                </a:lnTo>
                <a:lnTo>
                  <a:pt x="976896" y="134124"/>
                </a:lnTo>
                <a:lnTo>
                  <a:pt x="993660" y="121932"/>
                </a:lnTo>
                <a:lnTo>
                  <a:pt x="967752" y="108216"/>
                </a:lnTo>
                <a:lnTo>
                  <a:pt x="973201" y="95923"/>
                </a:lnTo>
                <a:lnTo>
                  <a:pt x="980516" y="79641"/>
                </a:lnTo>
                <a:lnTo>
                  <a:pt x="989825" y="59347"/>
                </a:lnTo>
                <a:lnTo>
                  <a:pt x="1001280" y="35064"/>
                </a:lnTo>
                <a:lnTo>
                  <a:pt x="1018044" y="24396"/>
                </a:lnTo>
                <a:close/>
              </a:path>
              <a:path w="1271270" h="410210">
                <a:moveTo>
                  <a:pt x="1245120" y="42684"/>
                </a:moveTo>
                <a:lnTo>
                  <a:pt x="1241132" y="39636"/>
                </a:lnTo>
                <a:lnTo>
                  <a:pt x="1219212" y="22872"/>
                </a:lnTo>
                <a:lnTo>
                  <a:pt x="1208544" y="37541"/>
                </a:lnTo>
                <a:lnTo>
                  <a:pt x="1208544" y="50304"/>
                </a:lnTo>
                <a:lnTo>
                  <a:pt x="1208544" y="146316"/>
                </a:lnTo>
                <a:lnTo>
                  <a:pt x="1088148" y="146316"/>
                </a:lnTo>
                <a:lnTo>
                  <a:pt x="1088148" y="50304"/>
                </a:lnTo>
                <a:lnTo>
                  <a:pt x="1208544" y="50304"/>
                </a:lnTo>
                <a:lnTo>
                  <a:pt x="1208544" y="37541"/>
                </a:lnTo>
                <a:lnTo>
                  <a:pt x="1207020" y="39636"/>
                </a:lnTo>
                <a:lnTo>
                  <a:pt x="1088148" y="39636"/>
                </a:lnTo>
                <a:lnTo>
                  <a:pt x="1063764" y="24396"/>
                </a:lnTo>
                <a:lnTo>
                  <a:pt x="1064641" y="44056"/>
                </a:lnTo>
                <a:lnTo>
                  <a:pt x="1065098" y="64020"/>
                </a:lnTo>
                <a:lnTo>
                  <a:pt x="1065263" y="83972"/>
                </a:lnTo>
                <a:lnTo>
                  <a:pt x="1065174" y="132994"/>
                </a:lnTo>
                <a:lnTo>
                  <a:pt x="1065098" y="143459"/>
                </a:lnTo>
                <a:lnTo>
                  <a:pt x="1064641" y="163855"/>
                </a:lnTo>
                <a:lnTo>
                  <a:pt x="1063764" y="184416"/>
                </a:lnTo>
                <a:lnTo>
                  <a:pt x="1088148" y="175272"/>
                </a:lnTo>
                <a:lnTo>
                  <a:pt x="1088148" y="156984"/>
                </a:lnTo>
                <a:lnTo>
                  <a:pt x="1208544" y="156984"/>
                </a:lnTo>
                <a:lnTo>
                  <a:pt x="1208544" y="181368"/>
                </a:lnTo>
                <a:lnTo>
                  <a:pt x="1232928" y="172224"/>
                </a:lnTo>
                <a:lnTo>
                  <a:pt x="1231417" y="132994"/>
                </a:lnTo>
                <a:lnTo>
                  <a:pt x="1231404" y="54876"/>
                </a:lnTo>
                <a:lnTo>
                  <a:pt x="1236548" y="50304"/>
                </a:lnTo>
                <a:lnTo>
                  <a:pt x="1245120" y="42684"/>
                </a:lnTo>
                <a:close/>
              </a:path>
              <a:path w="1271270" h="410210">
                <a:moveTo>
                  <a:pt x="1271028" y="228612"/>
                </a:moveTo>
                <a:lnTo>
                  <a:pt x="1266672" y="225564"/>
                </a:lnTo>
                <a:lnTo>
                  <a:pt x="1240548" y="207276"/>
                </a:lnTo>
                <a:lnTo>
                  <a:pt x="1232928" y="218706"/>
                </a:lnTo>
                <a:lnTo>
                  <a:pt x="1232928" y="236232"/>
                </a:lnTo>
                <a:lnTo>
                  <a:pt x="1232928" y="344436"/>
                </a:lnTo>
                <a:lnTo>
                  <a:pt x="1062240" y="344436"/>
                </a:lnTo>
                <a:lnTo>
                  <a:pt x="1062240" y="236232"/>
                </a:lnTo>
                <a:lnTo>
                  <a:pt x="1232928" y="236232"/>
                </a:lnTo>
                <a:lnTo>
                  <a:pt x="1232928" y="218706"/>
                </a:lnTo>
                <a:lnTo>
                  <a:pt x="1228356" y="225564"/>
                </a:lnTo>
                <a:lnTo>
                  <a:pt x="1062240" y="225564"/>
                </a:lnTo>
                <a:lnTo>
                  <a:pt x="1036332" y="208800"/>
                </a:lnTo>
                <a:lnTo>
                  <a:pt x="1037209" y="223062"/>
                </a:lnTo>
                <a:lnTo>
                  <a:pt x="1037666" y="236042"/>
                </a:lnTo>
                <a:lnTo>
                  <a:pt x="1037729" y="240804"/>
                </a:lnTo>
                <a:lnTo>
                  <a:pt x="1037666" y="373964"/>
                </a:lnTo>
                <a:lnTo>
                  <a:pt x="1037209" y="386600"/>
                </a:lnTo>
                <a:lnTo>
                  <a:pt x="1036332" y="400824"/>
                </a:lnTo>
                <a:lnTo>
                  <a:pt x="1062240" y="388632"/>
                </a:lnTo>
                <a:lnTo>
                  <a:pt x="1062240" y="355104"/>
                </a:lnTo>
                <a:lnTo>
                  <a:pt x="1232928" y="355104"/>
                </a:lnTo>
                <a:lnTo>
                  <a:pt x="1232928" y="394728"/>
                </a:lnTo>
                <a:lnTo>
                  <a:pt x="1258836" y="384060"/>
                </a:lnTo>
                <a:lnTo>
                  <a:pt x="1257947" y="365150"/>
                </a:lnTo>
                <a:lnTo>
                  <a:pt x="1257693" y="355104"/>
                </a:lnTo>
                <a:lnTo>
                  <a:pt x="1257503" y="347103"/>
                </a:lnTo>
                <a:lnTo>
                  <a:pt x="1257477" y="344436"/>
                </a:lnTo>
                <a:lnTo>
                  <a:pt x="1257325" y="329615"/>
                </a:lnTo>
                <a:lnTo>
                  <a:pt x="1257312" y="240804"/>
                </a:lnTo>
                <a:lnTo>
                  <a:pt x="1262456" y="236232"/>
                </a:lnTo>
                <a:lnTo>
                  <a:pt x="1271028" y="22861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pic>
        <p:nvPicPr>
          <p:cNvPr id="91" name="object 91"/>
          <p:cNvPicPr/>
          <p:nvPr/>
        </p:nvPicPr>
        <p:blipFill>
          <a:blip r:embed="rId13" cstate="print"/>
          <a:stretch>
            <a:fillRect/>
          </a:stretch>
        </p:blipFill>
        <p:spPr>
          <a:xfrm>
            <a:off x="9613392" y="5196268"/>
            <a:ext cx="70104" cy="117919"/>
          </a:xfrm>
          <a:prstGeom prst="rect">
            <a:avLst/>
          </a:prstGeom>
        </p:spPr>
      </p:pic>
      <p:sp>
        <p:nvSpPr>
          <p:cNvPr id="92" name="object 92"/>
          <p:cNvSpPr/>
          <p:nvPr/>
        </p:nvSpPr>
        <p:spPr>
          <a:xfrm>
            <a:off x="2122932" y="5431535"/>
            <a:ext cx="398145" cy="390525"/>
          </a:xfrm>
          <a:custGeom>
            <a:avLst/>
            <a:gdLst/>
            <a:ahLst/>
            <a:cxnLst/>
            <a:rect l="l" t="t" r="r" b="b"/>
            <a:pathLst>
              <a:path w="398144" h="390525">
                <a:moveTo>
                  <a:pt x="36576" y="35052"/>
                </a:moveTo>
                <a:lnTo>
                  <a:pt x="21336" y="19812"/>
                </a:lnTo>
                <a:lnTo>
                  <a:pt x="181356" y="19812"/>
                </a:lnTo>
                <a:lnTo>
                  <a:pt x="195072" y="1524"/>
                </a:lnTo>
                <a:lnTo>
                  <a:pt x="222504" y="24384"/>
                </a:lnTo>
                <a:lnTo>
                  <a:pt x="214884" y="30480"/>
                </a:lnTo>
                <a:lnTo>
                  <a:pt x="79248" y="30480"/>
                </a:lnTo>
                <a:lnTo>
                  <a:pt x="68079" y="30765"/>
                </a:lnTo>
                <a:lnTo>
                  <a:pt x="57340" y="31623"/>
                </a:lnTo>
                <a:lnTo>
                  <a:pt x="46886" y="33051"/>
                </a:lnTo>
                <a:lnTo>
                  <a:pt x="36576" y="35052"/>
                </a:lnTo>
                <a:close/>
              </a:path>
              <a:path w="398144" h="390525">
                <a:moveTo>
                  <a:pt x="123444" y="117348"/>
                </a:moveTo>
                <a:lnTo>
                  <a:pt x="102108" y="117348"/>
                </a:lnTo>
                <a:lnTo>
                  <a:pt x="102108" y="30480"/>
                </a:lnTo>
                <a:lnTo>
                  <a:pt x="123444" y="30480"/>
                </a:lnTo>
                <a:lnTo>
                  <a:pt x="123444" y="117348"/>
                </a:lnTo>
                <a:close/>
              </a:path>
              <a:path w="398144" h="390525">
                <a:moveTo>
                  <a:pt x="42672" y="132588"/>
                </a:moveTo>
                <a:lnTo>
                  <a:pt x="27432" y="117348"/>
                </a:lnTo>
                <a:lnTo>
                  <a:pt x="184404" y="117348"/>
                </a:lnTo>
                <a:lnTo>
                  <a:pt x="184404" y="30480"/>
                </a:lnTo>
                <a:lnTo>
                  <a:pt x="214884" y="30480"/>
                </a:lnTo>
                <a:lnTo>
                  <a:pt x="207264" y="36576"/>
                </a:lnTo>
                <a:lnTo>
                  <a:pt x="207264" y="128016"/>
                </a:lnTo>
                <a:lnTo>
                  <a:pt x="83820" y="128016"/>
                </a:lnTo>
                <a:lnTo>
                  <a:pt x="72675" y="128301"/>
                </a:lnTo>
                <a:lnTo>
                  <a:pt x="62103" y="129159"/>
                </a:lnTo>
                <a:lnTo>
                  <a:pt x="52101" y="130587"/>
                </a:lnTo>
                <a:lnTo>
                  <a:pt x="42672" y="132588"/>
                </a:lnTo>
                <a:close/>
              </a:path>
              <a:path w="398144" h="390525">
                <a:moveTo>
                  <a:pt x="120396" y="205740"/>
                </a:moveTo>
                <a:lnTo>
                  <a:pt x="97536" y="205740"/>
                </a:lnTo>
                <a:lnTo>
                  <a:pt x="99536" y="187166"/>
                </a:lnTo>
                <a:lnTo>
                  <a:pt x="100965" y="168021"/>
                </a:lnTo>
                <a:lnTo>
                  <a:pt x="101822" y="148304"/>
                </a:lnTo>
                <a:lnTo>
                  <a:pt x="102108" y="128016"/>
                </a:lnTo>
                <a:lnTo>
                  <a:pt x="123444" y="128016"/>
                </a:lnTo>
                <a:lnTo>
                  <a:pt x="123366" y="148304"/>
                </a:lnTo>
                <a:lnTo>
                  <a:pt x="123063" y="165735"/>
                </a:lnTo>
                <a:lnTo>
                  <a:pt x="122158" y="185451"/>
                </a:lnTo>
                <a:lnTo>
                  <a:pt x="120396" y="205740"/>
                </a:lnTo>
                <a:close/>
              </a:path>
              <a:path w="398144" h="390525">
                <a:moveTo>
                  <a:pt x="35052" y="220980"/>
                </a:moveTo>
                <a:lnTo>
                  <a:pt x="19812" y="205740"/>
                </a:lnTo>
                <a:lnTo>
                  <a:pt x="184404" y="205740"/>
                </a:lnTo>
                <a:lnTo>
                  <a:pt x="184404" y="128016"/>
                </a:lnTo>
                <a:lnTo>
                  <a:pt x="207264" y="128016"/>
                </a:lnTo>
                <a:lnTo>
                  <a:pt x="207264" y="216408"/>
                </a:lnTo>
                <a:lnTo>
                  <a:pt x="77724" y="216408"/>
                </a:lnTo>
                <a:lnTo>
                  <a:pt x="66555" y="216693"/>
                </a:lnTo>
                <a:lnTo>
                  <a:pt x="55816" y="217551"/>
                </a:lnTo>
                <a:lnTo>
                  <a:pt x="45362" y="218979"/>
                </a:lnTo>
                <a:lnTo>
                  <a:pt x="35052" y="220980"/>
                </a:lnTo>
                <a:close/>
              </a:path>
              <a:path w="398144" h="390525">
                <a:moveTo>
                  <a:pt x="4572" y="384048"/>
                </a:moveTo>
                <a:lnTo>
                  <a:pt x="0" y="381000"/>
                </a:lnTo>
                <a:lnTo>
                  <a:pt x="37719" y="343066"/>
                </a:lnTo>
                <a:lnTo>
                  <a:pt x="66294" y="302704"/>
                </a:lnTo>
                <a:lnTo>
                  <a:pt x="85725" y="260342"/>
                </a:lnTo>
                <a:lnTo>
                  <a:pt x="96012" y="216408"/>
                </a:lnTo>
                <a:lnTo>
                  <a:pt x="118872" y="216408"/>
                </a:lnTo>
                <a:lnTo>
                  <a:pt x="104870" y="267247"/>
                </a:lnTo>
                <a:lnTo>
                  <a:pt x="81153" y="312229"/>
                </a:lnTo>
                <a:lnTo>
                  <a:pt x="47720" y="351210"/>
                </a:lnTo>
                <a:lnTo>
                  <a:pt x="4572" y="384048"/>
                </a:lnTo>
                <a:close/>
              </a:path>
              <a:path w="398144" h="390525">
                <a:moveTo>
                  <a:pt x="203491" y="324612"/>
                </a:moveTo>
                <a:lnTo>
                  <a:pt x="163068" y="324612"/>
                </a:lnTo>
                <a:lnTo>
                  <a:pt x="173045" y="322278"/>
                </a:lnTo>
                <a:lnTo>
                  <a:pt x="180022" y="315087"/>
                </a:lnTo>
                <a:lnTo>
                  <a:pt x="183857" y="302704"/>
                </a:lnTo>
                <a:lnTo>
                  <a:pt x="184404" y="284988"/>
                </a:lnTo>
                <a:lnTo>
                  <a:pt x="184404" y="216408"/>
                </a:lnTo>
                <a:lnTo>
                  <a:pt x="207264" y="216408"/>
                </a:lnTo>
                <a:lnTo>
                  <a:pt x="207264" y="304799"/>
                </a:lnTo>
                <a:lnTo>
                  <a:pt x="203491" y="324612"/>
                </a:lnTo>
                <a:close/>
              </a:path>
              <a:path w="398144" h="390525">
                <a:moveTo>
                  <a:pt x="158496" y="365760"/>
                </a:moveTo>
                <a:lnTo>
                  <a:pt x="154495" y="353806"/>
                </a:lnTo>
                <a:lnTo>
                  <a:pt x="144780" y="343281"/>
                </a:lnTo>
                <a:lnTo>
                  <a:pt x="129349" y="334470"/>
                </a:lnTo>
                <a:lnTo>
                  <a:pt x="108204" y="327660"/>
                </a:lnTo>
                <a:lnTo>
                  <a:pt x="108204" y="320040"/>
                </a:lnTo>
                <a:lnTo>
                  <a:pt x="122777" y="322040"/>
                </a:lnTo>
                <a:lnTo>
                  <a:pt x="136779" y="323469"/>
                </a:lnTo>
                <a:lnTo>
                  <a:pt x="150209" y="324326"/>
                </a:lnTo>
                <a:lnTo>
                  <a:pt x="163068" y="324612"/>
                </a:lnTo>
                <a:lnTo>
                  <a:pt x="203491" y="324612"/>
                </a:lnTo>
                <a:lnTo>
                  <a:pt x="203287" y="325683"/>
                </a:lnTo>
                <a:lnTo>
                  <a:pt x="193738" y="342709"/>
                </a:lnTo>
                <a:lnTo>
                  <a:pt x="178760" y="356020"/>
                </a:lnTo>
                <a:lnTo>
                  <a:pt x="158496" y="365760"/>
                </a:lnTo>
                <a:close/>
              </a:path>
              <a:path w="398144" h="390525">
                <a:moveTo>
                  <a:pt x="243840" y="390144"/>
                </a:moveTo>
                <a:lnTo>
                  <a:pt x="244721" y="347900"/>
                </a:lnTo>
                <a:lnTo>
                  <a:pt x="245173" y="299085"/>
                </a:lnTo>
                <a:lnTo>
                  <a:pt x="245293" y="108394"/>
                </a:lnTo>
                <a:lnTo>
                  <a:pt x="245169" y="71628"/>
                </a:lnTo>
                <a:lnTo>
                  <a:pt x="244702" y="30480"/>
                </a:lnTo>
                <a:lnTo>
                  <a:pt x="243840" y="0"/>
                </a:lnTo>
                <a:lnTo>
                  <a:pt x="268224" y="19812"/>
                </a:lnTo>
                <a:lnTo>
                  <a:pt x="383326" y="19812"/>
                </a:lnTo>
                <a:lnTo>
                  <a:pt x="394555" y="30480"/>
                </a:lnTo>
                <a:lnTo>
                  <a:pt x="268224" y="30480"/>
                </a:lnTo>
                <a:lnTo>
                  <a:pt x="268328" y="302752"/>
                </a:lnTo>
                <a:lnTo>
                  <a:pt x="268414" y="313944"/>
                </a:lnTo>
                <a:lnTo>
                  <a:pt x="268866" y="342519"/>
                </a:lnTo>
                <a:lnTo>
                  <a:pt x="269748" y="377952"/>
                </a:lnTo>
                <a:lnTo>
                  <a:pt x="243840" y="390144"/>
                </a:lnTo>
                <a:close/>
              </a:path>
              <a:path w="398144" h="390525">
                <a:moveTo>
                  <a:pt x="383326" y="19812"/>
                </a:moveTo>
                <a:lnTo>
                  <a:pt x="352044" y="19812"/>
                </a:lnTo>
                <a:lnTo>
                  <a:pt x="367284" y="4572"/>
                </a:lnTo>
                <a:lnTo>
                  <a:pt x="383326" y="19812"/>
                </a:lnTo>
                <a:close/>
              </a:path>
              <a:path w="398144" h="390525">
                <a:moveTo>
                  <a:pt x="385653" y="281940"/>
                </a:moveTo>
                <a:lnTo>
                  <a:pt x="352044" y="281940"/>
                </a:lnTo>
                <a:lnTo>
                  <a:pt x="358140" y="277368"/>
                </a:lnTo>
                <a:lnTo>
                  <a:pt x="361188" y="269748"/>
                </a:lnTo>
                <a:lnTo>
                  <a:pt x="362712" y="260604"/>
                </a:lnTo>
                <a:lnTo>
                  <a:pt x="364140" y="254889"/>
                </a:lnTo>
                <a:lnTo>
                  <a:pt x="364122" y="246888"/>
                </a:lnTo>
                <a:lnTo>
                  <a:pt x="349329" y="197739"/>
                </a:lnTo>
                <a:lnTo>
                  <a:pt x="315468" y="146304"/>
                </a:lnTo>
                <a:lnTo>
                  <a:pt x="353568" y="30480"/>
                </a:lnTo>
                <a:lnTo>
                  <a:pt x="394555" y="30480"/>
                </a:lnTo>
                <a:lnTo>
                  <a:pt x="397764" y="33528"/>
                </a:lnTo>
                <a:lnTo>
                  <a:pt x="387762" y="36695"/>
                </a:lnTo>
                <a:lnTo>
                  <a:pt x="378333" y="44005"/>
                </a:lnTo>
                <a:lnTo>
                  <a:pt x="352067" y="89939"/>
                </a:lnTo>
                <a:lnTo>
                  <a:pt x="334398" y="127134"/>
                </a:lnTo>
                <a:lnTo>
                  <a:pt x="326136" y="146304"/>
                </a:lnTo>
                <a:lnTo>
                  <a:pt x="347591" y="170021"/>
                </a:lnTo>
                <a:lnTo>
                  <a:pt x="364045" y="190881"/>
                </a:lnTo>
                <a:lnTo>
                  <a:pt x="385643" y="236601"/>
                </a:lnTo>
                <a:lnTo>
                  <a:pt x="390144" y="260604"/>
                </a:lnTo>
                <a:lnTo>
                  <a:pt x="389548" y="268628"/>
                </a:lnTo>
                <a:lnTo>
                  <a:pt x="387667" y="276796"/>
                </a:lnTo>
                <a:lnTo>
                  <a:pt x="385653" y="281940"/>
                </a:lnTo>
                <a:close/>
              </a:path>
              <a:path w="398144" h="390525">
                <a:moveTo>
                  <a:pt x="338328" y="324612"/>
                </a:moveTo>
                <a:lnTo>
                  <a:pt x="333470" y="312277"/>
                </a:lnTo>
                <a:lnTo>
                  <a:pt x="323469" y="302514"/>
                </a:lnTo>
                <a:lnTo>
                  <a:pt x="308324" y="295036"/>
                </a:lnTo>
                <a:lnTo>
                  <a:pt x="288036" y="289559"/>
                </a:lnTo>
                <a:lnTo>
                  <a:pt x="288036" y="280416"/>
                </a:lnTo>
                <a:lnTo>
                  <a:pt x="304919" y="281297"/>
                </a:lnTo>
                <a:lnTo>
                  <a:pt x="319087" y="281749"/>
                </a:lnTo>
                <a:lnTo>
                  <a:pt x="330684" y="281916"/>
                </a:lnTo>
                <a:lnTo>
                  <a:pt x="385653" y="281940"/>
                </a:lnTo>
                <a:lnTo>
                  <a:pt x="384357" y="285249"/>
                </a:lnTo>
                <a:lnTo>
                  <a:pt x="379476" y="294132"/>
                </a:lnTo>
                <a:lnTo>
                  <a:pt x="373260" y="302752"/>
                </a:lnTo>
                <a:lnTo>
                  <a:pt x="364045" y="310515"/>
                </a:lnTo>
                <a:lnTo>
                  <a:pt x="352258" y="317706"/>
                </a:lnTo>
                <a:lnTo>
                  <a:pt x="338328" y="32461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3" name="object 93"/>
          <p:cNvSpPr/>
          <p:nvPr/>
        </p:nvSpPr>
        <p:spPr>
          <a:xfrm>
            <a:off x="2577083" y="5420867"/>
            <a:ext cx="360045" cy="382905"/>
          </a:xfrm>
          <a:custGeom>
            <a:avLst/>
            <a:gdLst/>
            <a:ahLst/>
            <a:cxnLst/>
            <a:rect l="l" t="t" r="r" b="b"/>
            <a:pathLst>
              <a:path w="360044" h="382904">
                <a:moveTo>
                  <a:pt x="3047" y="242315"/>
                </a:moveTo>
                <a:lnTo>
                  <a:pt x="0" y="234696"/>
                </a:lnTo>
                <a:lnTo>
                  <a:pt x="35766" y="206073"/>
                </a:lnTo>
                <a:lnTo>
                  <a:pt x="67818" y="177165"/>
                </a:lnTo>
                <a:lnTo>
                  <a:pt x="96440" y="147685"/>
                </a:lnTo>
                <a:lnTo>
                  <a:pt x="121920" y="117348"/>
                </a:lnTo>
                <a:lnTo>
                  <a:pt x="162687" y="58674"/>
                </a:lnTo>
                <a:lnTo>
                  <a:pt x="192024" y="0"/>
                </a:lnTo>
                <a:lnTo>
                  <a:pt x="230124" y="33528"/>
                </a:lnTo>
                <a:lnTo>
                  <a:pt x="207264" y="42672"/>
                </a:lnTo>
                <a:lnTo>
                  <a:pt x="178166" y="84447"/>
                </a:lnTo>
                <a:lnTo>
                  <a:pt x="147207" y="122879"/>
                </a:lnTo>
                <a:lnTo>
                  <a:pt x="114300" y="157924"/>
                </a:lnTo>
                <a:lnTo>
                  <a:pt x="79360" y="189540"/>
                </a:lnTo>
                <a:lnTo>
                  <a:pt x="42305" y="217685"/>
                </a:lnTo>
                <a:lnTo>
                  <a:pt x="3047" y="242315"/>
                </a:lnTo>
                <a:close/>
              </a:path>
              <a:path w="360044" h="382904">
                <a:moveTo>
                  <a:pt x="86868" y="370332"/>
                </a:moveTo>
                <a:lnTo>
                  <a:pt x="62484" y="329184"/>
                </a:lnTo>
                <a:lnTo>
                  <a:pt x="76485" y="325159"/>
                </a:lnTo>
                <a:lnTo>
                  <a:pt x="95631" y="312991"/>
                </a:lnTo>
                <a:lnTo>
                  <a:pt x="149352" y="263652"/>
                </a:lnTo>
                <a:lnTo>
                  <a:pt x="179927" y="229671"/>
                </a:lnTo>
                <a:lnTo>
                  <a:pt x="207645" y="191833"/>
                </a:lnTo>
                <a:lnTo>
                  <a:pt x="232505" y="150280"/>
                </a:lnTo>
                <a:lnTo>
                  <a:pt x="254508" y="105156"/>
                </a:lnTo>
                <a:lnTo>
                  <a:pt x="291084" y="134112"/>
                </a:lnTo>
                <a:lnTo>
                  <a:pt x="271272" y="143256"/>
                </a:lnTo>
                <a:lnTo>
                  <a:pt x="245292" y="178998"/>
                </a:lnTo>
                <a:lnTo>
                  <a:pt x="220027" y="210883"/>
                </a:lnTo>
                <a:lnTo>
                  <a:pt x="172212" y="263652"/>
                </a:lnTo>
                <a:lnTo>
                  <a:pt x="131826" y="303276"/>
                </a:lnTo>
                <a:lnTo>
                  <a:pt x="100584" y="329184"/>
                </a:lnTo>
                <a:lnTo>
                  <a:pt x="301605" y="329184"/>
                </a:lnTo>
                <a:lnTo>
                  <a:pt x="239170" y="336048"/>
                </a:lnTo>
                <a:lnTo>
                  <a:pt x="178381" y="344655"/>
                </a:lnTo>
                <a:lnTo>
                  <a:pt x="132880" y="353336"/>
                </a:lnTo>
                <a:lnTo>
                  <a:pt x="102449" y="361943"/>
                </a:lnTo>
                <a:lnTo>
                  <a:pt x="86868" y="370332"/>
                </a:lnTo>
                <a:close/>
              </a:path>
              <a:path w="360044" h="382904">
                <a:moveTo>
                  <a:pt x="301605" y="329184"/>
                </a:moveTo>
                <a:lnTo>
                  <a:pt x="100584" y="329184"/>
                </a:lnTo>
                <a:lnTo>
                  <a:pt x="309372" y="318515"/>
                </a:lnTo>
                <a:lnTo>
                  <a:pt x="297084" y="298775"/>
                </a:lnTo>
                <a:lnTo>
                  <a:pt x="283083" y="278320"/>
                </a:lnTo>
                <a:lnTo>
                  <a:pt x="267366" y="257008"/>
                </a:lnTo>
                <a:lnTo>
                  <a:pt x="249936" y="234696"/>
                </a:lnTo>
                <a:lnTo>
                  <a:pt x="256032" y="230124"/>
                </a:lnTo>
                <a:lnTo>
                  <a:pt x="297441" y="265247"/>
                </a:lnTo>
                <a:lnTo>
                  <a:pt x="327850" y="292798"/>
                </a:lnTo>
                <a:lnTo>
                  <a:pt x="355092" y="324612"/>
                </a:lnTo>
                <a:lnTo>
                  <a:pt x="355884" y="327660"/>
                </a:lnTo>
                <a:lnTo>
                  <a:pt x="315468" y="327660"/>
                </a:lnTo>
                <a:lnTo>
                  <a:pt x="301605" y="329184"/>
                </a:lnTo>
                <a:close/>
              </a:path>
              <a:path w="360044" h="382904">
                <a:moveTo>
                  <a:pt x="342900" y="382524"/>
                </a:moveTo>
                <a:lnTo>
                  <a:pt x="338328" y="382524"/>
                </a:lnTo>
                <a:lnTo>
                  <a:pt x="335280" y="379476"/>
                </a:lnTo>
                <a:lnTo>
                  <a:pt x="332232" y="370332"/>
                </a:lnTo>
                <a:lnTo>
                  <a:pt x="328541" y="360878"/>
                </a:lnTo>
                <a:lnTo>
                  <a:pt x="324345" y="350520"/>
                </a:lnTo>
                <a:lnTo>
                  <a:pt x="320016" y="339685"/>
                </a:lnTo>
                <a:lnTo>
                  <a:pt x="315468" y="327660"/>
                </a:lnTo>
                <a:lnTo>
                  <a:pt x="355884" y="327660"/>
                </a:lnTo>
                <a:lnTo>
                  <a:pt x="357092" y="332303"/>
                </a:lnTo>
                <a:lnTo>
                  <a:pt x="358521" y="339280"/>
                </a:lnTo>
                <a:lnTo>
                  <a:pt x="359378" y="345400"/>
                </a:lnTo>
                <a:lnTo>
                  <a:pt x="359664" y="350520"/>
                </a:lnTo>
                <a:lnTo>
                  <a:pt x="359664" y="359664"/>
                </a:lnTo>
                <a:lnTo>
                  <a:pt x="358140" y="367284"/>
                </a:lnTo>
                <a:lnTo>
                  <a:pt x="352044" y="373380"/>
                </a:lnTo>
                <a:lnTo>
                  <a:pt x="347472" y="379476"/>
                </a:lnTo>
                <a:lnTo>
                  <a:pt x="342900" y="38252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4" name="object 94"/>
          <p:cNvSpPr/>
          <p:nvPr/>
        </p:nvSpPr>
        <p:spPr>
          <a:xfrm>
            <a:off x="3002280" y="5419344"/>
            <a:ext cx="1193800" cy="404495"/>
          </a:xfrm>
          <a:custGeom>
            <a:avLst/>
            <a:gdLst/>
            <a:ahLst/>
            <a:cxnLst/>
            <a:rect l="l" t="t" r="r" b="b"/>
            <a:pathLst>
              <a:path w="1193800" h="404495">
                <a:moveTo>
                  <a:pt x="318516" y="117360"/>
                </a:moveTo>
                <a:lnTo>
                  <a:pt x="277368" y="117360"/>
                </a:lnTo>
                <a:lnTo>
                  <a:pt x="236220" y="306336"/>
                </a:lnTo>
                <a:lnTo>
                  <a:pt x="176784" y="117360"/>
                </a:lnTo>
                <a:lnTo>
                  <a:pt x="143256" y="117360"/>
                </a:lnTo>
                <a:lnTo>
                  <a:pt x="85344" y="306336"/>
                </a:lnTo>
                <a:lnTo>
                  <a:pt x="42672" y="117360"/>
                </a:lnTo>
                <a:lnTo>
                  <a:pt x="0" y="117360"/>
                </a:lnTo>
                <a:lnTo>
                  <a:pt x="62484" y="361200"/>
                </a:lnTo>
                <a:lnTo>
                  <a:pt x="100584" y="361200"/>
                </a:lnTo>
                <a:lnTo>
                  <a:pt x="158496" y="173748"/>
                </a:lnTo>
                <a:lnTo>
                  <a:pt x="217932" y="361200"/>
                </a:lnTo>
                <a:lnTo>
                  <a:pt x="256032" y="361200"/>
                </a:lnTo>
                <a:lnTo>
                  <a:pt x="318516" y="117360"/>
                </a:lnTo>
                <a:close/>
              </a:path>
              <a:path w="1193800" h="404495">
                <a:moveTo>
                  <a:pt x="432816" y="268236"/>
                </a:moveTo>
                <a:lnTo>
                  <a:pt x="402336" y="246900"/>
                </a:lnTo>
                <a:lnTo>
                  <a:pt x="397687" y="259753"/>
                </a:lnTo>
                <a:lnTo>
                  <a:pt x="392633" y="273138"/>
                </a:lnTo>
                <a:lnTo>
                  <a:pt x="372084" y="316623"/>
                </a:lnTo>
                <a:lnTo>
                  <a:pt x="345948" y="361200"/>
                </a:lnTo>
                <a:lnTo>
                  <a:pt x="350520" y="364248"/>
                </a:lnTo>
                <a:lnTo>
                  <a:pt x="366776" y="345960"/>
                </a:lnTo>
                <a:lnTo>
                  <a:pt x="383476" y="325386"/>
                </a:lnTo>
                <a:lnTo>
                  <a:pt x="400443" y="302526"/>
                </a:lnTo>
                <a:lnTo>
                  <a:pt x="417576" y="277380"/>
                </a:lnTo>
                <a:lnTo>
                  <a:pt x="432816" y="268236"/>
                </a:lnTo>
                <a:close/>
              </a:path>
              <a:path w="1193800" h="404495">
                <a:moveTo>
                  <a:pt x="480987" y="42392"/>
                </a:moveTo>
                <a:lnTo>
                  <a:pt x="456247" y="12776"/>
                </a:lnTo>
                <a:lnTo>
                  <a:pt x="435864" y="0"/>
                </a:lnTo>
                <a:lnTo>
                  <a:pt x="431292" y="4584"/>
                </a:lnTo>
                <a:lnTo>
                  <a:pt x="439597" y="15125"/>
                </a:lnTo>
                <a:lnTo>
                  <a:pt x="446341" y="26111"/>
                </a:lnTo>
                <a:lnTo>
                  <a:pt x="451650" y="37363"/>
                </a:lnTo>
                <a:lnTo>
                  <a:pt x="455676" y="48780"/>
                </a:lnTo>
                <a:lnTo>
                  <a:pt x="457200" y="62496"/>
                </a:lnTo>
                <a:lnTo>
                  <a:pt x="461772" y="68592"/>
                </a:lnTo>
                <a:lnTo>
                  <a:pt x="466344" y="68592"/>
                </a:lnTo>
                <a:lnTo>
                  <a:pt x="472440" y="62496"/>
                </a:lnTo>
                <a:lnTo>
                  <a:pt x="477012" y="59448"/>
                </a:lnTo>
                <a:lnTo>
                  <a:pt x="478536" y="54876"/>
                </a:lnTo>
                <a:lnTo>
                  <a:pt x="480034" y="47345"/>
                </a:lnTo>
                <a:lnTo>
                  <a:pt x="480987" y="42392"/>
                </a:lnTo>
                <a:close/>
              </a:path>
              <a:path w="1193800" h="404495">
                <a:moveTo>
                  <a:pt x="544068" y="292620"/>
                </a:moveTo>
                <a:lnTo>
                  <a:pt x="541020" y="285000"/>
                </a:lnTo>
                <a:lnTo>
                  <a:pt x="533400" y="278904"/>
                </a:lnTo>
                <a:lnTo>
                  <a:pt x="527723" y="273189"/>
                </a:lnTo>
                <a:lnTo>
                  <a:pt x="519684" y="267093"/>
                </a:lnTo>
                <a:lnTo>
                  <a:pt x="509397" y="260464"/>
                </a:lnTo>
                <a:lnTo>
                  <a:pt x="496824" y="252996"/>
                </a:lnTo>
                <a:lnTo>
                  <a:pt x="493776" y="257568"/>
                </a:lnTo>
                <a:lnTo>
                  <a:pt x="503174" y="271233"/>
                </a:lnTo>
                <a:lnTo>
                  <a:pt x="510730" y="284619"/>
                </a:lnTo>
                <a:lnTo>
                  <a:pt x="516267" y="297421"/>
                </a:lnTo>
                <a:lnTo>
                  <a:pt x="519684" y="309384"/>
                </a:lnTo>
                <a:lnTo>
                  <a:pt x="522732" y="321576"/>
                </a:lnTo>
                <a:lnTo>
                  <a:pt x="525780" y="327672"/>
                </a:lnTo>
                <a:lnTo>
                  <a:pt x="530352" y="327672"/>
                </a:lnTo>
                <a:lnTo>
                  <a:pt x="537972" y="320052"/>
                </a:lnTo>
                <a:lnTo>
                  <a:pt x="542544" y="313956"/>
                </a:lnTo>
                <a:lnTo>
                  <a:pt x="544068" y="307860"/>
                </a:lnTo>
                <a:lnTo>
                  <a:pt x="544068" y="292620"/>
                </a:lnTo>
                <a:close/>
              </a:path>
              <a:path w="1193800" h="404495">
                <a:moveTo>
                  <a:pt x="544068" y="137172"/>
                </a:moveTo>
                <a:lnTo>
                  <a:pt x="537095" y="131076"/>
                </a:lnTo>
                <a:lnTo>
                  <a:pt x="519684" y="115836"/>
                </a:lnTo>
                <a:lnTo>
                  <a:pt x="507492" y="129387"/>
                </a:lnTo>
                <a:lnTo>
                  <a:pt x="507492" y="141744"/>
                </a:lnTo>
                <a:lnTo>
                  <a:pt x="507492" y="204228"/>
                </a:lnTo>
                <a:lnTo>
                  <a:pt x="411480" y="204228"/>
                </a:lnTo>
                <a:lnTo>
                  <a:pt x="411480" y="141744"/>
                </a:lnTo>
                <a:lnTo>
                  <a:pt x="507492" y="141744"/>
                </a:lnTo>
                <a:lnTo>
                  <a:pt x="507492" y="129387"/>
                </a:lnTo>
                <a:lnTo>
                  <a:pt x="505968" y="131076"/>
                </a:lnTo>
                <a:lnTo>
                  <a:pt x="411480" y="131076"/>
                </a:lnTo>
                <a:lnTo>
                  <a:pt x="387096" y="117360"/>
                </a:lnTo>
                <a:lnTo>
                  <a:pt x="388124" y="131076"/>
                </a:lnTo>
                <a:lnTo>
                  <a:pt x="389191" y="147078"/>
                </a:lnTo>
                <a:lnTo>
                  <a:pt x="389877" y="161937"/>
                </a:lnTo>
                <a:lnTo>
                  <a:pt x="390029" y="170434"/>
                </a:lnTo>
                <a:lnTo>
                  <a:pt x="389953" y="187223"/>
                </a:lnTo>
                <a:lnTo>
                  <a:pt x="389877" y="191389"/>
                </a:lnTo>
                <a:lnTo>
                  <a:pt x="389191" y="205562"/>
                </a:lnTo>
                <a:lnTo>
                  <a:pt x="388213" y="219443"/>
                </a:lnTo>
                <a:lnTo>
                  <a:pt x="387096" y="233184"/>
                </a:lnTo>
                <a:lnTo>
                  <a:pt x="411480" y="224040"/>
                </a:lnTo>
                <a:lnTo>
                  <a:pt x="411480" y="214896"/>
                </a:lnTo>
                <a:lnTo>
                  <a:pt x="454152" y="214896"/>
                </a:lnTo>
                <a:lnTo>
                  <a:pt x="454152" y="352056"/>
                </a:lnTo>
                <a:lnTo>
                  <a:pt x="451104" y="355104"/>
                </a:lnTo>
                <a:lnTo>
                  <a:pt x="445008" y="356628"/>
                </a:lnTo>
                <a:lnTo>
                  <a:pt x="438670" y="356336"/>
                </a:lnTo>
                <a:lnTo>
                  <a:pt x="428625" y="355485"/>
                </a:lnTo>
                <a:lnTo>
                  <a:pt x="396240" y="352056"/>
                </a:lnTo>
                <a:lnTo>
                  <a:pt x="396240" y="358152"/>
                </a:lnTo>
                <a:lnTo>
                  <a:pt x="415378" y="365556"/>
                </a:lnTo>
                <a:lnTo>
                  <a:pt x="429387" y="373964"/>
                </a:lnTo>
                <a:lnTo>
                  <a:pt x="438238" y="383222"/>
                </a:lnTo>
                <a:lnTo>
                  <a:pt x="441960" y="393204"/>
                </a:lnTo>
                <a:lnTo>
                  <a:pt x="449618" y="389750"/>
                </a:lnTo>
                <a:lnTo>
                  <a:pt x="473659" y="359054"/>
                </a:lnTo>
                <a:lnTo>
                  <a:pt x="473760" y="356628"/>
                </a:lnTo>
                <a:lnTo>
                  <a:pt x="473875" y="354050"/>
                </a:lnTo>
                <a:lnTo>
                  <a:pt x="473964" y="214896"/>
                </a:lnTo>
                <a:lnTo>
                  <a:pt x="507492" y="214896"/>
                </a:lnTo>
                <a:lnTo>
                  <a:pt x="507492" y="233184"/>
                </a:lnTo>
                <a:lnTo>
                  <a:pt x="531876" y="222516"/>
                </a:lnTo>
                <a:lnTo>
                  <a:pt x="530428" y="176796"/>
                </a:lnTo>
                <a:lnTo>
                  <a:pt x="530352" y="147840"/>
                </a:lnTo>
                <a:lnTo>
                  <a:pt x="538187" y="141744"/>
                </a:lnTo>
                <a:lnTo>
                  <a:pt x="544068" y="137172"/>
                </a:lnTo>
                <a:close/>
              </a:path>
              <a:path w="1193800" h="404495">
                <a:moveTo>
                  <a:pt x="569976" y="85356"/>
                </a:moveTo>
                <a:lnTo>
                  <a:pt x="541020" y="56400"/>
                </a:lnTo>
                <a:lnTo>
                  <a:pt x="521208" y="74688"/>
                </a:lnTo>
                <a:lnTo>
                  <a:pt x="355092" y="74688"/>
                </a:lnTo>
                <a:lnTo>
                  <a:pt x="370332" y="91452"/>
                </a:lnTo>
                <a:lnTo>
                  <a:pt x="378904" y="88569"/>
                </a:lnTo>
                <a:lnTo>
                  <a:pt x="388620" y="86690"/>
                </a:lnTo>
                <a:lnTo>
                  <a:pt x="399478" y="85661"/>
                </a:lnTo>
                <a:lnTo>
                  <a:pt x="411480" y="85356"/>
                </a:lnTo>
                <a:lnTo>
                  <a:pt x="569976" y="85356"/>
                </a:lnTo>
                <a:close/>
              </a:path>
              <a:path w="1193800" h="404495">
                <a:moveTo>
                  <a:pt x="703707" y="71132"/>
                </a:moveTo>
                <a:lnTo>
                  <a:pt x="676656" y="40779"/>
                </a:lnTo>
                <a:lnTo>
                  <a:pt x="650748" y="25920"/>
                </a:lnTo>
                <a:lnTo>
                  <a:pt x="646176" y="32016"/>
                </a:lnTo>
                <a:lnTo>
                  <a:pt x="656717" y="44323"/>
                </a:lnTo>
                <a:lnTo>
                  <a:pt x="665416" y="56210"/>
                </a:lnTo>
                <a:lnTo>
                  <a:pt x="672096" y="67805"/>
                </a:lnTo>
                <a:lnTo>
                  <a:pt x="676656" y="79260"/>
                </a:lnTo>
                <a:lnTo>
                  <a:pt x="679704" y="91452"/>
                </a:lnTo>
                <a:lnTo>
                  <a:pt x="684276" y="97548"/>
                </a:lnTo>
                <a:lnTo>
                  <a:pt x="690372" y="97548"/>
                </a:lnTo>
                <a:lnTo>
                  <a:pt x="691896" y="96024"/>
                </a:lnTo>
                <a:lnTo>
                  <a:pt x="694944" y="94500"/>
                </a:lnTo>
                <a:lnTo>
                  <a:pt x="697992" y="91452"/>
                </a:lnTo>
                <a:lnTo>
                  <a:pt x="702564" y="77736"/>
                </a:lnTo>
                <a:lnTo>
                  <a:pt x="703707" y="71132"/>
                </a:lnTo>
                <a:close/>
              </a:path>
              <a:path w="1193800" h="404495">
                <a:moveTo>
                  <a:pt x="749808" y="364248"/>
                </a:moveTo>
                <a:lnTo>
                  <a:pt x="726948" y="292620"/>
                </a:lnTo>
                <a:lnTo>
                  <a:pt x="717804" y="292620"/>
                </a:lnTo>
                <a:lnTo>
                  <a:pt x="717156" y="337197"/>
                </a:lnTo>
                <a:lnTo>
                  <a:pt x="694944" y="365772"/>
                </a:lnTo>
                <a:lnTo>
                  <a:pt x="681228" y="365772"/>
                </a:lnTo>
                <a:lnTo>
                  <a:pt x="672338" y="364363"/>
                </a:lnTo>
                <a:lnTo>
                  <a:pt x="666178" y="360248"/>
                </a:lnTo>
                <a:lnTo>
                  <a:pt x="662584" y="353580"/>
                </a:lnTo>
                <a:lnTo>
                  <a:pt x="661416" y="344436"/>
                </a:lnTo>
                <a:lnTo>
                  <a:pt x="661416" y="141744"/>
                </a:lnTo>
                <a:lnTo>
                  <a:pt x="748284" y="141744"/>
                </a:lnTo>
                <a:lnTo>
                  <a:pt x="717804" y="109740"/>
                </a:lnTo>
                <a:lnTo>
                  <a:pt x="697992" y="131076"/>
                </a:lnTo>
                <a:lnTo>
                  <a:pt x="615696" y="131076"/>
                </a:lnTo>
                <a:lnTo>
                  <a:pt x="615696" y="30492"/>
                </a:lnTo>
                <a:lnTo>
                  <a:pt x="627888" y="18300"/>
                </a:lnTo>
                <a:lnTo>
                  <a:pt x="591312" y="0"/>
                </a:lnTo>
                <a:lnTo>
                  <a:pt x="592696" y="53352"/>
                </a:lnTo>
                <a:lnTo>
                  <a:pt x="592810" y="97548"/>
                </a:lnTo>
                <a:lnTo>
                  <a:pt x="592836" y="131076"/>
                </a:lnTo>
                <a:lnTo>
                  <a:pt x="544068" y="131076"/>
                </a:lnTo>
                <a:lnTo>
                  <a:pt x="557784" y="144792"/>
                </a:lnTo>
                <a:lnTo>
                  <a:pt x="574548" y="141744"/>
                </a:lnTo>
                <a:lnTo>
                  <a:pt x="592836" y="141744"/>
                </a:lnTo>
                <a:lnTo>
                  <a:pt x="592302" y="186334"/>
                </a:lnTo>
                <a:lnTo>
                  <a:pt x="588645" y="226517"/>
                </a:lnTo>
                <a:lnTo>
                  <a:pt x="573024" y="294144"/>
                </a:lnTo>
                <a:lnTo>
                  <a:pt x="542925" y="349008"/>
                </a:lnTo>
                <a:lnTo>
                  <a:pt x="496824" y="399300"/>
                </a:lnTo>
                <a:lnTo>
                  <a:pt x="502920" y="403872"/>
                </a:lnTo>
                <a:lnTo>
                  <a:pt x="533488" y="378167"/>
                </a:lnTo>
                <a:lnTo>
                  <a:pt x="579208" y="323926"/>
                </a:lnTo>
                <a:lnTo>
                  <a:pt x="604329" y="263893"/>
                </a:lnTo>
                <a:lnTo>
                  <a:pt x="615137" y="187223"/>
                </a:lnTo>
                <a:lnTo>
                  <a:pt x="615696" y="141744"/>
                </a:lnTo>
                <a:lnTo>
                  <a:pt x="638556" y="141744"/>
                </a:lnTo>
                <a:lnTo>
                  <a:pt x="638619" y="354050"/>
                </a:lnTo>
                <a:lnTo>
                  <a:pt x="673608" y="384060"/>
                </a:lnTo>
                <a:lnTo>
                  <a:pt x="710184" y="384060"/>
                </a:lnTo>
                <a:lnTo>
                  <a:pt x="723011" y="382892"/>
                </a:lnTo>
                <a:lnTo>
                  <a:pt x="733996" y="379298"/>
                </a:lnTo>
                <a:lnTo>
                  <a:pt x="742962" y="373126"/>
                </a:lnTo>
                <a:lnTo>
                  <a:pt x="748626" y="365772"/>
                </a:lnTo>
                <a:lnTo>
                  <a:pt x="749808" y="364248"/>
                </a:lnTo>
                <a:close/>
              </a:path>
              <a:path w="1193800" h="404495">
                <a:moveTo>
                  <a:pt x="1109459" y="24384"/>
                </a:moveTo>
                <a:lnTo>
                  <a:pt x="1103972" y="19812"/>
                </a:lnTo>
                <a:lnTo>
                  <a:pt x="1082027" y="1524"/>
                </a:lnTo>
                <a:lnTo>
                  <a:pt x="1069835" y="14833"/>
                </a:lnTo>
                <a:lnTo>
                  <a:pt x="1069835" y="30480"/>
                </a:lnTo>
                <a:lnTo>
                  <a:pt x="1069835" y="80772"/>
                </a:lnTo>
                <a:lnTo>
                  <a:pt x="1069835" y="91440"/>
                </a:lnTo>
                <a:lnTo>
                  <a:pt x="1069835" y="143256"/>
                </a:lnTo>
                <a:lnTo>
                  <a:pt x="917435" y="143256"/>
                </a:lnTo>
                <a:lnTo>
                  <a:pt x="917435" y="91440"/>
                </a:lnTo>
                <a:lnTo>
                  <a:pt x="1069835" y="91440"/>
                </a:lnTo>
                <a:lnTo>
                  <a:pt x="1069835" y="80772"/>
                </a:lnTo>
                <a:lnTo>
                  <a:pt x="917435" y="80772"/>
                </a:lnTo>
                <a:lnTo>
                  <a:pt x="917435" y="30480"/>
                </a:lnTo>
                <a:lnTo>
                  <a:pt x="1069835" y="30480"/>
                </a:lnTo>
                <a:lnTo>
                  <a:pt x="1069835" y="14833"/>
                </a:lnTo>
                <a:lnTo>
                  <a:pt x="1065263" y="19812"/>
                </a:lnTo>
                <a:lnTo>
                  <a:pt x="920483" y="19812"/>
                </a:lnTo>
                <a:lnTo>
                  <a:pt x="891527" y="4572"/>
                </a:lnTo>
                <a:lnTo>
                  <a:pt x="892657" y="27393"/>
                </a:lnTo>
                <a:lnTo>
                  <a:pt x="893622" y="49911"/>
                </a:lnTo>
                <a:lnTo>
                  <a:pt x="894321" y="71869"/>
                </a:lnTo>
                <a:lnTo>
                  <a:pt x="894575" y="92964"/>
                </a:lnTo>
                <a:lnTo>
                  <a:pt x="894321" y="114681"/>
                </a:lnTo>
                <a:lnTo>
                  <a:pt x="893622" y="136398"/>
                </a:lnTo>
                <a:lnTo>
                  <a:pt x="892657" y="158115"/>
                </a:lnTo>
                <a:lnTo>
                  <a:pt x="891527" y="179832"/>
                </a:lnTo>
                <a:lnTo>
                  <a:pt x="917435" y="169164"/>
                </a:lnTo>
                <a:lnTo>
                  <a:pt x="917435" y="153924"/>
                </a:lnTo>
                <a:lnTo>
                  <a:pt x="1069835" y="153924"/>
                </a:lnTo>
                <a:lnTo>
                  <a:pt x="1069835" y="176784"/>
                </a:lnTo>
                <a:lnTo>
                  <a:pt x="1095743" y="161544"/>
                </a:lnTo>
                <a:lnTo>
                  <a:pt x="1095375" y="153924"/>
                </a:lnTo>
                <a:lnTo>
                  <a:pt x="1094867" y="143256"/>
                </a:lnTo>
                <a:lnTo>
                  <a:pt x="1094409" y="116776"/>
                </a:lnTo>
                <a:lnTo>
                  <a:pt x="1094295" y="91440"/>
                </a:lnTo>
                <a:lnTo>
                  <a:pt x="1094244" y="80772"/>
                </a:lnTo>
                <a:lnTo>
                  <a:pt x="1094219" y="36576"/>
                </a:lnTo>
                <a:lnTo>
                  <a:pt x="1101839" y="30480"/>
                </a:lnTo>
                <a:lnTo>
                  <a:pt x="1109459" y="24384"/>
                </a:lnTo>
                <a:close/>
              </a:path>
              <a:path w="1193800" h="404495">
                <a:moveTo>
                  <a:pt x="1193279" y="355092"/>
                </a:moveTo>
                <a:lnTo>
                  <a:pt x="1173594" y="357098"/>
                </a:lnTo>
                <a:lnTo>
                  <a:pt x="1151178" y="358521"/>
                </a:lnTo>
                <a:lnTo>
                  <a:pt x="1126210" y="359384"/>
                </a:lnTo>
                <a:lnTo>
                  <a:pt x="1098791" y="359664"/>
                </a:lnTo>
                <a:lnTo>
                  <a:pt x="1071029" y="358889"/>
                </a:lnTo>
                <a:lnTo>
                  <a:pt x="1046975" y="356806"/>
                </a:lnTo>
                <a:lnTo>
                  <a:pt x="1026363" y="353885"/>
                </a:lnTo>
                <a:lnTo>
                  <a:pt x="1008875" y="350520"/>
                </a:lnTo>
                <a:lnTo>
                  <a:pt x="1008875" y="342900"/>
                </a:lnTo>
                <a:lnTo>
                  <a:pt x="1008875" y="278892"/>
                </a:lnTo>
                <a:lnTo>
                  <a:pt x="1155179" y="278892"/>
                </a:lnTo>
                <a:lnTo>
                  <a:pt x="1144511" y="268224"/>
                </a:lnTo>
                <a:lnTo>
                  <a:pt x="1121651" y="245364"/>
                </a:lnTo>
                <a:lnTo>
                  <a:pt x="1098791" y="268224"/>
                </a:lnTo>
                <a:lnTo>
                  <a:pt x="1008875" y="268224"/>
                </a:lnTo>
                <a:lnTo>
                  <a:pt x="1008875" y="208788"/>
                </a:lnTo>
                <a:lnTo>
                  <a:pt x="1184135" y="208788"/>
                </a:lnTo>
                <a:lnTo>
                  <a:pt x="1147559" y="172212"/>
                </a:lnTo>
                <a:lnTo>
                  <a:pt x="1121651" y="198120"/>
                </a:lnTo>
                <a:lnTo>
                  <a:pt x="800087" y="198120"/>
                </a:lnTo>
                <a:lnTo>
                  <a:pt x="815327" y="214884"/>
                </a:lnTo>
                <a:lnTo>
                  <a:pt x="825639" y="212013"/>
                </a:lnTo>
                <a:lnTo>
                  <a:pt x="836091" y="210121"/>
                </a:lnTo>
                <a:lnTo>
                  <a:pt x="846836" y="209105"/>
                </a:lnTo>
                <a:lnTo>
                  <a:pt x="857999" y="208788"/>
                </a:lnTo>
                <a:lnTo>
                  <a:pt x="984491" y="208788"/>
                </a:lnTo>
                <a:lnTo>
                  <a:pt x="984491" y="342900"/>
                </a:lnTo>
                <a:lnTo>
                  <a:pt x="958761" y="330619"/>
                </a:lnTo>
                <a:lnTo>
                  <a:pt x="936294" y="316611"/>
                </a:lnTo>
                <a:lnTo>
                  <a:pt x="916990" y="300901"/>
                </a:lnTo>
                <a:lnTo>
                  <a:pt x="909231" y="292608"/>
                </a:lnTo>
                <a:lnTo>
                  <a:pt x="900671" y="283464"/>
                </a:lnTo>
                <a:lnTo>
                  <a:pt x="928103" y="240792"/>
                </a:lnTo>
                <a:lnTo>
                  <a:pt x="890003" y="217932"/>
                </a:lnTo>
                <a:lnTo>
                  <a:pt x="877150" y="272516"/>
                </a:lnTo>
                <a:lnTo>
                  <a:pt x="856856" y="319659"/>
                </a:lnTo>
                <a:lnTo>
                  <a:pt x="829144" y="359384"/>
                </a:lnTo>
                <a:lnTo>
                  <a:pt x="793991" y="391668"/>
                </a:lnTo>
                <a:lnTo>
                  <a:pt x="798563" y="396240"/>
                </a:lnTo>
                <a:lnTo>
                  <a:pt x="828598" y="378548"/>
                </a:lnTo>
                <a:lnTo>
                  <a:pt x="854760" y="355282"/>
                </a:lnTo>
                <a:lnTo>
                  <a:pt x="877227" y="326593"/>
                </a:lnTo>
                <a:lnTo>
                  <a:pt x="896099" y="292608"/>
                </a:lnTo>
                <a:lnTo>
                  <a:pt x="906703" y="306019"/>
                </a:lnTo>
                <a:lnTo>
                  <a:pt x="943343" y="341376"/>
                </a:lnTo>
                <a:lnTo>
                  <a:pt x="992860" y="367741"/>
                </a:lnTo>
                <a:lnTo>
                  <a:pt x="1038009" y="381177"/>
                </a:lnTo>
                <a:lnTo>
                  <a:pt x="1110538" y="389699"/>
                </a:lnTo>
                <a:lnTo>
                  <a:pt x="1158227" y="391668"/>
                </a:lnTo>
                <a:lnTo>
                  <a:pt x="1161999" y="382244"/>
                </a:lnTo>
                <a:lnTo>
                  <a:pt x="1168895" y="374523"/>
                </a:lnTo>
                <a:lnTo>
                  <a:pt x="1179233" y="368528"/>
                </a:lnTo>
                <a:lnTo>
                  <a:pt x="1193279" y="364236"/>
                </a:lnTo>
                <a:lnTo>
                  <a:pt x="1193279" y="359664"/>
                </a:lnTo>
                <a:lnTo>
                  <a:pt x="1193279" y="35509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5" name="object 95"/>
          <p:cNvSpPr/>
          <p:nvPr/>
        </p:nvSpPr>
        <p:spPr>
          <a:xfrm>
            <a:off x="4247388" y="5530596"/>
            <a:ext cx="317500" cy="250190"/>
          </a:xfrm>
          <a:custGeom>
            <a:avLst/>
            <a:gdLst/>
            <a:ahLst/>
            <a:cxnLst/>
            <a:rect l="l" t="t" r="r" b="b"/>
            <a:pathLst>
              <a:path w="317500" h="250189">
                <a:moveTo>
                  <a:pt x="316991" y="249936"/>
                </a:moveTo>
                <a:lnTo>
                  <a:pt x="275843" y="249936"/>
                </a:lnTo>
                <a:lnTo>
                  <a:pt x="275843" y="108204"/>
                </a:lnTo>
                <a:lnTo>
                  <a:pt x="275605" y="100226"/>
                </a:lnTo>
                <a:lnTo>
                  <a:pt x="274558" y="84843"/>
                </a:lnTo>
                <a:lnTo>
                  <a:pt x="274319" y="77724"/>
                </a:lnTo>
                <a:lnTo>
                  <a:pt x="272795" y="68579"/>
                </a:lnTo>
                <a:lnTo>
                  <a:pt x="271271" y="60960"/>
                </a:lnTo>
                <a:lnTo>
                  <a:pt x="268223" y="54864"/>
                </a:lnTo>
                <a:lnTo>
                  <a:pt x="262127" y="45719"/>
                </a:lnTo>
                <a:lnTo>
                  <a:pt x="256031" y="42672"/>
                </a:lnTo>
                <a:lnTo>
                  <a:pt x="251459" y="39624"/>
                </a:lnTo>
                <a:lnTo>
                  <a:pt x="243839" y="38100"/>
                </a:lnTo>
                <a:lnTo>
                  <a:pt x="234695" y="38100"/>
                </a:lnTo>
                <a:lnTo>
                  <a:pt x="192785" y="56007"/>
                </a:lnTo>
                <a:lnTo>
                  <a:pt x="178307" y="68579"/>
                </a:lnTo>
                <a:lnTo>
                  <a:pt x="178307" y="249936"/>
                </a:lnTo>
                <a:lnTo>
                  <a:pt x="137159" y="249936"/>
                </a:lnTo>
                <a:lnTo>
                  <a:pt x="137136" y="100226"/>
                </a:lnTo>
                <a:lnTo>
                  <a:pt x="136969" y="92392"/>
                </a:lnTo>
                <a:lnTo>
                  <a:pt x="136517" y="84843"/>
                </a:lnTo>
                <a:lnTo>
                  <a:pt x="135635" y="77724"/>
                </a:lnTo>
                <a:lnTo>
                  <a:pt x="135635" y="68579"/>
                </a:lnTo>
                <a:lnTo>
                  <a:pt x="105155" y="38100"/>
                </a:lnTo>
                <a:lnTo>
                  <a:pt x="96011" y="38100"/>
                </a:lnTo>
                <a:lnTo>
                  <a:pt x="54863" y="56197"/>
                </a:lnTo>
                <a:lnTo>
                  <a:pt x="41148" y="68579"/>
                </a:lnTo>
                <a:lnTo>
                  <a:pt x="41148" y="249936"/>
                </a:lnTo>
                <a:lnTo>
                  <a:pt x="0" y="249936"/>
                </a:lnTo>
                <a:lnTo>
                  <a:pt x="0" y="6096"/>
                </a:lnTo>
                <a:lnTo>
                  <a:pt x="41148" y="6096"/>
                </a:lnTo>
                <a:lnTo>
                  <a:pt x="41148" y="33528"/>
                </a:lnTo>
                <a:lnTo>
                  <a:pt x="49148" y="25860"/>
                </a:lnTo>
                <a:lnTo>
                  <a:pt x="88772" y="2285"/>
                </a:lnTo>
                <a:lnTo>
                  <a:pt x="106679" y="0"/>
                </a:lnTo>
                <a:lnTo>
                  <a:pt x="117562" y="571"/>
                </a:lnTo>
                <a:lnTo>
                  <a:pt x="153114" y="14573"/>
                </a:lnTo>
                <a:lnTo>
                  <a:pt x="170687" y="41148"/>
                </a:lnTo>
                <a:lnTo>
                  <a:pt x="179831" y="31456"/>
                </a:lnTo>
                <a:lnTo>
                  <a:pt x="215788" y="5786"/>
                </a:lnTo>
                <a:lnTo>
                  <a:pt x="245363" y="0"/>
                </a:lnTo>
                <a:lnTo>
                  <a:pt x="253079" y="285"/>
                </a:lnTo>
                <a:lnTo>
                  <a:pt x="290798" y="15287"/>
                </a:lnTo>
                <a:lnTo>
                  <a:pt x="313134" y="56697"/>
                </a:lnTo>
                <a:lnTo>
                  <a:pt x="316991" y="89916"/>
                </a:lnTo>
                <a:lnTo>
                  <a:pt x="316991" y="24993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6" name="object 96"/>
          <p:cNvSpPr/>
          <p:nvPr/>
        </p:nvSpPr>
        <p:spPr>
          <a:xfrm>
            <a:off x="4646676" y="5416296"/>
            <a:ext cx="356870" cy="402590"/>
          </a:xfrm>
          <a:custGeom>
            <a:avLst/>
            <a:gdLst/>
            <a:ahLst/>
            <a:cxnLst/>
            <a:rect l="l" t="t" r="r" b="b"/>
            <a:pathLst>
              <a:path w="356870" h="402589">
                <a:moveTo>
                  <a:pt x="53340" y="89916"/>
                </a:moveTo>
                <a:lnTo>
                  <a:pt x="42672" y="89916"/>
                </a:lnTo>
                <a:lnTo>
                  <a:pt x="50696" y="62793"/>
                </a:lnTo>
                <a:lnTo>
                  <a:pt x="56578" y="38671"/>
                </a:lnTo>
                <a:lnTo>
                  <a:pt x="60459" y="17692"/>
                </a:lnTo>
                <a:lnTo>
                  <a:pt x="62484" y="0"/>
                </a:lnTo>
                <a:lnTo>
                  <a:pt x="100584" y="21336"/>
                </a:lnTo>
                <a:lnTo>
                  <a:pt x="90844" y="28408"/>
                </a:lnTo>
                <a:lnTo>
                  <a:pt x="79819" y="42481"/>
                </a:lnTo>
                <a:lnTo>
                  <a:pt x="67365" y="63126"/>
                </a:lnTo>
                <a:lnTo>
                  <a:pt x="53340" y="89916"/>
                </a:lnTo>
                <a:close/>
              </a:path>
              <a:path w="356870" h="402589">
                <a:moveTo>
                  <a:pt x="147828" y="192024"/>
                </a:moveTo>
                <a:lnTo>
                  <a:pt x="141732" y="187452"/>
                </a:lnTo>
                <a:lnTo>
                  <a:pt x="158877" y="160615"/>
                </a:lnTo>
                <a:lnTo>
                  <a:pt x="173736" y="135064"/>
                </a:lnTo>
                <a:lnTo>
                  <a:pt x="196596" y="88392"/>
                </a:lnTo>
                <a:lnTo>
                  <a:pt x="211264" y="44958"/>
                </a:lnTo>
                <a:lnTo>
                  <a:pt x="222503" y="1524"/>
                </a:lnTo>
                <a:lnTo>
                  <a:pt x="260603" y="24384"/>
                </a:lnTo>
                <a:lnTo>
                  <a:pt x="252626" y="32146"/>
                </a:lnTo>
                <a:lnTo>
                  <a:pt x="242506" y="46482"/>
                </a:lnTo>
                <a:lnTo>
                  <a:pt x="230385" y="67675"/>
                </a:lnTo>
                <a:lnTo>
                  <a:pt x="216408" y="96012"/>
                </a:lnTo>
                <a:lnTo>
                  <a:pt x="350520" y="96012"/>
                </a:lnTo>
                <a:lnTo>
                  <a:pt x="356616" y="102108"/>
                </a:lnTo>
                <a:lnTo>
                  <a:pt x="350329" y="106680"/>
                </a:lnTo>
                <a:lnTo>
                  <a:pt x="213360" y="106680"/>
                </a:lnTo>
                <a:lnTo>
                  <a:pt x="197334" y="130730"/>
                </a:lnTo>
                <a:lnTo>
                  <a:pt x="181165" y="152781"/>
                </a:lnTo>
                <a:lnTo>
                  <a:pt x="164711" y="173116"/>
                </a:lnTo>
                <a:lnTo>
                  <a:pt x="147828" y="192024"/>
                </a:lnTo>
                <a:close/>
              </a:path>
              <a:path w="356870" h="402589">
                <a:moveTo>
                  <a:pt x="144780" y="89916"/>
                </a:moveTo>
                <a:lnTo>
                  <a:pt x="111252" y="89916"/>
                </a:lnTo>
                <a:lnTo>
                  <a:pt x="128016" y="73152"/>
                </a:lnTo>
                <a:lnTo>
                  <a:pt x="144780" y="89916"/>
                </a:lnTo>
                <a:close/>
              </a:path>
              <a:path w="356870" h="402589">
                <a:moveTo>
                  <a:pt x="0" y="397764"/>
                </a:moveTo>
                <a:lnTo>
                  <a:pt x="178" y="367665"/>
                </a:lnTo>
                <a:lnTo>
                  <a:pt x="301" y="352615"/>
                </a:lnTo>
                <a:lnTo>
                  <a:pt x="1285" y="276463"/>
                </a:lnTo>
                <a:lnTo>
                  <a:pt x="1360" y="263842"/>
                </a:lnTo>
                <a:lnTo>
                  <a:pt x="1479" y="228600"/>
                </a:lnTo>
                <a:lnTo>
                  <a:pt x="1285" y="195333"/>
                </a:lnTo>
                <a:lnTo>
                  <a:pt x="238" y="114704"/>
                </a:lnTo>
                <a:lnTo>
                  <a:pt x="0" y="74676"/>
                </a:lnTo>
                <a:lnTo>
                  <a:pt x="25908" y="89916"/>
                </a:lnTo>
                <a:lnTo>
                  <a:pt x="144780" y="89916"/>
                </a:lnTo>
                <a:lnTo>
                  <a:pt x="153924" y="99060"/>
                </a:lnTo>
                <a:lnTo>
                  <a:pt x="151828" y="100584"/>
                </a:lnTo>
                <a:lnTo>
                  <a:pt x="24384" y="100584"/>
                </a:lnTo>
                <a:lnTo>
                  <a:pt x="24384" y="211836"/>
                </a:lnTo>
                <a:lnTo>
                  <a:pt x="137205" y="211836"/>
                </a:lnTo>
                <a:lnTo>
                  <a:pt x="137219" y="222504"/>
                </a:lnTo>
                <a:lnTo>
                  <a:pt x="24384" y="222504"/>
                </a:lnTo>
                <a:lnTo>
                  <a:pt x="24384" y="344424"/>
                </a:lnTo>
                <a:lnTo>
                  <a:pt x="137914" y="344424"/>
                </a:lnTo>
                <a:lnTo>
                  <a:pt x="137940" y="346850"/>
                </a:lnTo>
                <a:lnTo>
                  <a:pt x="138137" y="355092"/>
                </a:lnTo>
                <a:lnTo>
                  <a:pt x="24384" y="355092"/>
                </a:lnTo>
                <a:lnTo>
                  <a:pt x="24384" y="384048"/>
                </a:lnTo>
                <a:lnTo>
                  <a:pt x="0" y="397764"/>
                </a:lnTo>
                <a:close/>
              </a:path>
              <a:path w="356870" h="402589">
                <a:moveTo>
                  <a:pt x="350520" y="96012"/>
                </a:moveTo>
                <a:lnTo>
                  <a:pt x="310896" y="96012"/>
                </a:lnTo>
                <a:lnTo>
                  <a:pt x="330708" y="76200"/>
                </a:lnTo>
                <a:lnTo>
                  <a:pt x="350520" y="96012"/>
                </a:lnTo>
                <a:close/>
              </a:path>
              <a:path w="356870" h="402589">
                <a:moveTo>
                  <a:pt x="137205" y="211836"/>
                </a:moveTo>
                <a:lnTo>
                  <a:pt x="114300" y="211836"/>
                </a:lnTo>
                <a:lnTo>
                  <a:pt x="114300" y="100584"/>
                </a:lnTo>
                <a:lnTo>
                  <a:pt x="151828" y="100584"/>
                </a:lnTo>
                <a:lnTo>
                  <a:pt x="137160" y="111252"/>
                </a:lnTo>
                <a:lnTo>
                  <a:pt x="137205" y="211836"/>
                </a:lnTo>
                <a:close/>
              </a:path>
              <a:path w="356870" h="402589">
                <a:moveTo>
                  <a:pt x="326478" y="359664"/>
                </a:moveTo>
                <a:lnTo>
                  <a:pt x="283464" y="359664"/>
                </a:lnTo>
                <a:lnTo>
                  <a:pt x="291750" y="357925"/>
                </a:lnTo>
                <a:lnTo>
                  <a:pt x="298323" y="352615"/>
                </a:lnTo>
                <a:lnTo>
                  <a:pt x="308586" y="305562"/>
                </a:lnTo>
                <a:lnTo>
                  <a:pt x="310705" y="259842"/>
                </a:lnTo>
                <a:lnTo>
                  <a:pt x="312528" y="193929"/>
                </a:lnTo>
                <a:lnTo>
                  <a:pt x="313944" y="106680"/>
                </a:lnTo>
                <a:lnTo>
                  <a:pt x="350329" y="106680"/>
                </a:lnTo>
                <a:lnTo>
                  <a:pt x="339852" y="114300"/>
                </a:lnTo>
                <a:lnTo>
                  <a:pt x="338780" y="186976"/>
                </a:lnTo>
                <a:lnTo>
                  <a:pt x="337291" y="249167"/>
                </a:lnTo>
                <a:lnTo>
                  <a:pt x="335462" y="295570"/>
                </a:lnTo>
                <a:lnTo>
                  <a:pt x="333268" y="327855"/>
                </a:lnTo>
                <a:lnTo>
                  <a:pt x="330708" y="345948"/>
                </a:lnTo>
                <a:lnTo>
                  <a:pt x="327231" y="357663"/>
                </a:lnTo>
                <a:lnTo>
                  <a:pt x="326478" y="359664"/>
                </a:lnTo>
                <a:close/>
              </a:path>
              <a:path w="356870" h="402589">
                <a:moveTo>
                  <a:pt x="231648" y="269748"/>
                </a:moveTo>
                <a:lnTo>
                  <a:pt x="228600" y="269748"/>
                </a:lnTo>
                <a:lnTo>
                  <a:pt x="225432" y="268295"/>
                </a:lnTo>
                <a:lnTo>
                  <a:pt x="222694" y="263842"/>
                </a:lnTo>
                <a:lnTo>
                  <a:pt x="220241" y="256246"/>
                </a:lnTo>
                <a:lnTo>
                  <a:pt x="217932" y="245364"/>
                </a:lnTo>
                <a:lnTo>
                  <a:pt x="213598" y="228219"/>
                </a:lnTo>
                <a:lnTo>
                  <a:pt x="207264" y="211074"/>
                </a:lnTo>
                <a:lnTo>
                  <a:pt x="198643" y="193929"/>
                </a:lnTo>
                <a:lnTo>
                  <a:pt x="187452" y="176784"/>
                </a:lnTo>
                <a:lnTo>
                  <a:pt x="190500" y="172212"/>
                </a:lnTo>
                <a:lnTo>
                  <a:pt x="223456" y="199644"/>
                </a:lnTo>
                <a:lnTo>
                  <a:pt x="243840" y="228600"/>
                </a:lnTo>
                <a:lnTo>
                  <a:pt x="246888" y="234696"/>
                </a:lnTo>
                <a:lnTo>
                  <a:pt x="246888" y="248412"/>
                </a:lnTo>
                <a:lnTo>
                  <a:pt x="243840" y="254508"/>
                </a:lnTo>
                <a:lnTo>
                  <a:pt x="234696" y="266700"/>
                </a:lnTo>
                <a:lnTo>
                  <a:pt x="231648" y="269748"/>
                </a:lnTo>
                <a:close/>
              </a:path>
              <a:path w="356870" h="402589">
                <a:moveTo>
                  <a:pt x="137914" y="344424"/>
                </a:moveTo>
                <a:lnTo>
                  <a:pt x="114300" y="344424"/>
                </a:lnTo>
                <a:lnTo>
                  <a:pt x="114300" y="222504"/>
                </a:lnTo>
                <a:lnTo>
                  <a:pt x="137219" y="222504"/>
                </a:lnTo>
                <a:lnTo>
                  <a:pt x="137337" y="269748"/>
                </a:lnTo>
                <a:lnTo>
                  <a:pt x="137498" y="305562"/>
                </a:lnTo>
                <a:lnTo>
                  <a:pt x="137914" y="344424"/>
                </a:lnTo>
                <a:close/>
              </a:path>
              <a:path w="356870" h="402589">
                <a:moveTo>
                  <a:pt x="277367" y="402336"/>
                </a:moveTo>
                <a:lnTo>
                  <a:pt x="271129" y="388596"/>
                </a:lnTo>
                <a:lnTo>
                  <a:pt x="259461" y="376999"/>
                </a:lnTo>
                <a:lnTo>
                  <a:pt x="242649" y="367403"/>
                </a:lnTo>
                <a:lnTo>
                  <a:pt x="220979" y="359664"/>
                </a:lnTo>
                <a:lnTo>
                  <a:pt x="220979" y="352044"/>
                </a:lnTo>
                <a:lnTo>
                  <a:pt x="241030" y="355163"/>
                </a:lnTo>
                <a:lnTo>
                  <a:pt x="257937" y="357568"/>
                </a:lnTo>
                <a:lnTo>
                  <a:pt x="271986" y="359116"/>
                </a:lnTo>
                <a:lnTo>
                  <a:pt x="283464" y="359664"/>
                </a:lnTo>
                <a:lnTo>
                  <a:pt x="326478" y="359664"/>
                </a:lnTo>
                <a:lnTo>
                  <a:pt x="323469" y="367665"/>
                </a:lnTo>
                <a:lnTo>
                  <a:pt x="289023" y="397764"/>
                </a:lnTo>
                <a:lnTo>
                  <a:pt x="277367" y="402336"/>
                </a:lnTo>
                <a:close/>
              </a:path>
              <a:path w="356870" h="402589">
                <a:moveTo>
                  <a:pt x="114300" y="391668"/>
                </a:moveTo>
                <a:lnTo>
                  <a:pt x="114300" y="355092"/>
                </a:lnTo>
                <a:lnTo>
                  <a:pt x="138137" y="355092"/>
                </a:lnTo>
                <a:lnTo>
                  <a:pt x="138684" y="377952"/>
                </a:lnTo>
                <a:lnTo>
                  <a:pt x="114300" y="39166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7" name="object 97"/>
          <p:cNvSpPr/>
          <p:nvPr/>
        </p:nvSpPr>
        <p:spPr>
          <a:xfrm>
            <a:off x="5059667" y="5414784"/>
            <a:ext cx="1290955" cy="411480"/>
          </a:xfrm>
          <a:custGeom>
            <a:avLst/>
            <a:gdLst/>
            <a:ahLst/>
            <a:cxnLst/>
            <a:rect l="l" t="t" r="r" b="b"/>
            <a:pathLst>
              <a:path w="1290954" h="411479">
                <a:moveTo>
                  <a:pt x="336804" y="22847"/>
                </a:moveTo>
                <a:lnTo>
                  <a:pt x="334632" y="21323"/>
                </a:lnTo>
                <a:lnTo>
                  <a:pt x="306324" y="1511"/>
                </a:lnTo>
                <a:lnTo>
                  <a:pt x="297180" y="16370"/>
                </a:lnTo>
                <a:lnTo>
                  <a:pt x="297180" y="30467"/>
                </a:lnTo>
                <a:lnTo>
                  <a:pt x="297180" y="68567"/>
                </a:lnTo>
                <a:lnTo>
                  <a:pt x="297180" y="79235"/>
                </a:lnTo>
                <a:lnTo>
                  <a:pt x="297180" y="117335"/>
                </a:lnTo>
                <a:lnTo>
                  <a:pt x="109728" y="117335"/>
                </a:lnTo>
                <a:lnTo>
                  <a:pt x="109728" y="79235"/>
                </a:lnTo>
                <a:lnTo>
                  <a:pt x="297180" y="79235"/>
                </a:lnTo>
                <a:lnTo>
                  <a:pt x="297180" y="68567"/>
                </a:lnTo>
                <a:lnTo>
                  <a:pt x="109728" y="68567"/>
                </a:lnTo>
                <a:lnTo>
                  <a:pt x="109728" y="30467"/>
                </a:lnTo>
                <a:lnTo>
                  <a:pt x="297180" y="30467"/>
                </a:lnTo>
                <a:lnTo>
                  <a:pt x="297180" y="16370"/>
                </a:lnTo>
                <a:lnTo>
                  <a:pt x="294132" y="21323"/>
                </a:lnTo>
                <a:lnTo>
                  <a:pt x="109728" y="21323"/>
                </a:lnTo>
                <a:lnTo>
                  <a:pt x="83820" y="6083"/>
                </a:lnTo>
                <a:lnTo>
                  <a:pt x="84709" y="23520"/>
                </a:lnTo>
                <a:lnTo>
                  <a:pt x="85153" y="41516"/>
                </a:lnTo>
                <a:lnTo>
                  <a:pt x="85331" y="60096"/>
                </a:lnTo>
                <a:lnTo>
                  <a:pt x="85293" y="102666"/>
                </a:lnTo>
                <a:lnTo>
                  <a:pt x="85153" y="116763"/>
                </a:lnTo>
                <a:lnTo>
                  <a:pt x="84709" y="134315"/>
                </a:lnTo>
                <a:lnTo>
                  <a:pt x="83820" y="150863"/>
                </a:lnTo>
                <a:lnTo>
                  <a:pt x="109728" y="141719"/>
                </a:lnTo>
                <a:lnTo>
                  <a:pt x="109728" y="128003"/>
                </a:lnTo>
                <a:lnTo>
                  <a:pt x="297180" y="128003"/>
                </a:lnTo>
                <a:lnTo>
                  <a:pt x="297180" y="149339"/>
                </a:lnTo>
                <a:lnTo>
                  <a:pt x="324612" y="137147"/>
                </a:lnTo>
                <a:lnTo>
                  <a:pt x="323837" y="128003"/>
                </a:lnTo>
                <a:lnTo>
                  <a:pt x="323494" y="123990"/>
                </a:lnTo>
                <a:lnTo>
                  <a:pt x="323189" y="117335"/>
                </a:lnTo>
                <a:lnTo>
                  <a:pt x="322516" y="102666"/>
                </a:lnTo>
                <a:lnTo>
                  <a:pt x="321970" y="79235"/>
                </a:lnTo>
                <a:lnTo>
                  <a:pt x="321830" y="73075"/>
                </a:lnTo>
                <a:lnTo>
                  <a:pt x="321805" y="68567"/>
                </a:lnTo>
                <a:lnTo>
                  <a:pt x="321564" y="35039"/>
                </a:lnTo>
                <a:lnTo>
                  <a:pt x="327279" y="30467"/>
                </a:lnTo>
                <a:lnTo>
                  <a:pt x="336804" y="22847"/>
                </a:lnTo>
                <a:close/>
              </a:path>
              <a:path w="1290954" h="411479">
                <a:moveTo>
                  <a:pt x="399288" y="175247"/>
                </a:moveTo>
                <a:lnTo>
                  <a:pt x="361188" y="137147"/>
                </a:lnTo>
                <a:lnTo>
                  <a:pt x="332232" y="164579"/>
                </a:lnTo>
                <a:lnTo>
                  <a:pt x="167640" y="164579"/>
                </a:lnTo>
                <a:lnTo>
                  <a:pt x="167640" y="313931"/>
                </a:lnTo>
                <a:lnTo>
                  <a:pt x="85344" y="329171"/>
                </a:lnTo>
                <a:lnTo>
                  <a:pt x="85344" y="272783"/>
                </a:lnTo>
                <a:lnTo>
                  <a:pt x="167640" y="272783"/>
                </a:lnTo>
                <a:lnTo>
                  <a:pt x="167640" y="262115"/>
                </a:lnTo>
                <a:lnTo>
                  <a:pt x="85344" y="262115"/>
                </a:lnTo>
                <a:lnTo>
                  <a:pt x="85344" y="222491"/>
                </a:lnTo>
                <a:lnTo>
                  <a:pt x="167640" y="222491"/>
                </a:lnTo>
                <a:lnTo>
                  <a:pt x="167640" y="211823"/>
                </a:lnTo>
                <a:lnTo>
                  <a:pt x="85344" y="211823"/>
                </a:lnTo>
                <a:lnTo>
                  <a:pt x="85344" y="175247"/>
                </a:lnTo>
                <a:lnTo>
                  <a:pt x="167640" y="175247"/>
                </a:lnTo>
                <a:lnTo>
                  <a:pt x="167640" y="164579"/>
                </a:lnTo>
                <a:lnTo>
                  <a:pt x="0" y="164579"/>
                </a:lnTo>
                <a:lnTo>
                  <a:pt x="13716" y="178295"/>
                </a:lnTo>
                <a:lnTo>
                  <a:pt x="36576" y="175247"/>
                </a:lnTo>
                <a:lnTo>
                  <a:pt x="60960" y="175247"/>
                </a:lnTo>
                <a:lnTo>
                  <a:pt x="60960" y="333743"/>
                </a:lnTo>
                <a:lnTo>
                  <a:pt x="30480" y="338315"/>
                </a:lnTo>
                <a:lnTo>
                  <a:pt x="16814" y="340601"/>
                </a:lnTo>
                <a:lnTo>
                  <a:pt x="4572" y="342887"/>
                </a:lnTo>
                <a:lnTo>
                  <a:pt x="24384" y="374891"/>
                </a:lnTo>
                <a:lnTo>
                  <a:pt x="27559" y="371462"/>
                </a:lnTo>
                <a:lnTo>
                  <a:pt x="32575" y="368033"/>
                </a:lnTo>
                <a:lnTo>
                  <a:pt x="88773" y="348602"/>
                </a:lnTo>
                <a:lnTo>
                  <a:pt x="167640" y="329171"/>
                </a:lnTo>
                <a:lnTo>
                  <a:pt x="167640" y="409943"/>
                </a:lnTo>
                <a:lnTo>
                  <a:pt x="190500" y="396227"/>
                </a:lnTo>
                <a:lnTo>
                  <a:pt x="190500" y="321551"/>
                </a:lnTo>
                <a:lnTo>
                  <a:pt x="231952" y="309359"/>
                </a:lnTo>
                <a:lnTo>
                  <a:pt x="242316" y="306311"/>
                </a:lnTo>
                <a:lnTo>
                  <a:pt x="240792" y="298691"/>
                </a:lnTo>
                <a:lnTo>
                  <a:pt x="190500" y="309359"/>
                </a:lnTo>
                <a:lnTo>
                  <a:pt x="190500" y="272783"/>
                </a:lnTo>
                <a:lnTo>
                  <a:pt x="190500" y="262115"/>
                </a:lnTo>
                <a:lnTo>
                  <a:pt x="190500" y="222491"/>
                </a:lnTo>
                <a:lnTo>
                  <a:pt x="190500" y="211823"/>
                </a:lnTo>
                <a:lnTo>
                  <a:pt x="190500" y="175247"/>
                </a:lnTo>
                <a:lnTo>
                  <a:pt x="399288" y="175247"/>
                </a:lnTo>
                <a:close/>
              </a:path>
              <a:path w="1290954" h="411479">
                <a:moveTo>
                  <a:pt x="400812" y="370319"/>
                </a:moveTo>
                <a:lnTo>
                  <a:pt x="361378" y="363042"/>
                </a:lnTo>
                <a:lnTo>
                  <a:pt x="327964" y="343344"/>
                </a:lnTo>
                <a:lnTo>
                  <a:pt x="301752" y="321551"/>
                </a:lnTo>
                <a:lnTo>
                  <a:pt x="312102" y="306311"/>
                </a:lnTo>
                <a:lnTo>
                  <a:pt x="316331" y="300075"/>
                </a:lnTo>
                <a:lnTo>
                  <a:pt x="330327" y="276593"/>
                </a:lnTo>
                <a:lnTo>
                  <a:pt x="343763" y="250837"/>
                </a:lnTo>
                <a:lnTo>
                  <a:pt x="356616" y="222491"/>
                </a:lnTo>
                <a:lnTo>
                  <a:pt x="366776" y="216395"/>
                </a:lnTo>
                <a:lnTo>
                  <a:pt x="371856" y="213347"/>
                </a:lnTo>
                <a:lnTo>
                  <a:pt x="344424" y="188963"/>
                </a:lnTo>
                <a:lnTo>
                  <a:pt x="332232" y="205219"/>
                </a:lnTo>
                <a:lnTo>
                  <a:pt x="332232" y="216395"/>
                </a:lnTo>
                <a:lnTo>
                  <a:pt x="327647" y="227825"/>
                </a:lnTo>
                <a:lnTo>
                  <a:pt x="306692" y="273532"/>
                </a:lnTo>
                <a:lnTo>
                  <a:pt x="288036" y="306311"/>
                </a:lnTo>
                <a:lnTo>
                  <a:pt x="280543" y="297738"/>
                </a:lnTo>
                <a:lnTo>
                  <a:pt x="260604" y="265163"/>
                </a:lnTo>
                <a:lnTo>
                  <a:pt x="246037" y="228955"/>
                </a:lnTo>
                <a:lnTo>
                  <a:pt x="242316" y="216395"/>
                </a:lnTo>
                <a:lnTo>
                  <a:pt x="332232" y="216395"/>
                </a:lnTo>
                <a:lnTo>
                  <a:pt x="332232" y="205219"/>
                </a:lnTo>
                <a:lnTo>
                  <a:pt x="330708" y="207251"/>
                </a:lnTo>
                <a:lnTo>
                  <a:pt x="196596" y="207251"/>
                </a:lnTo>
                <a:lnTo>
                  <a:pt x="210312" y="220967"/>
                </a:lnTo>
                <a:lnTo>
                  <a:pt x="233172" y="216395"/>
                </a:lnTo>
                <a:lnTo>
                  <a:pt x="236867" y="232092"/>
                </a:lnTo>
                <a:lnTo>
                  <a:pt x="240982" y="247065"/>
                </a:lnTo>
                <a:lnTo>
                  <a:pt x="255066" y="286651"/>
                </a:lnTo>
                <a:lnTo>
                  <a:pt x="275844" y="323075"/>
                </a:lnTo>
                <a:lnTo>
                  <a:pt x="257009" y="343268"/>
                </a:lnTo>
                <a:lnTo>
                  <a:pt x="236601" y="362889"/>
                </a:lnTo>
                <a:lnTo>
                  <a:pt x="214553" y="381584"/>
                </a:lnTo>
                <a:lnTo>
                  <a:pt x="190500" y="399275"/>
                </a:lnTo>
                <a:lnTo>
                  <a:pt x="195072" y="405371"/>
                </a:lnTo>
                <a:lnTo>
                  <a:pt x="222250" y="388226"/>
                </a:lnTo>
                <a:lnTo>
                  <a:pt x="246697" y="371081"/>
                </a:lnTo>
                <a:lnTo>
                  <a:pt x="268592" y="353936"/>
                </a:lnTo>
                <a:lnTo>
                  <a:pt x="288036" y="336791"/>
                </a:lnTo>
                <a:lnTo>
                  <a:pt x="298094" y="347675"/>
                </a:lnTo>
                <a:lnTo>
                  <a:pt x="327660" y="374891"/>
                </a:lnTo>
                <a:lnTo>
                  <a:pt x="365760" y="397751"/>
                </a:lnTo>
                <a:lnTo>
                  <a:pt x="370598" y="390347"/>
                </a:lnTo>
                <a:lnTo>
                  <a:pt x="378142" y="384225"/>
                </a:lnTo>
                <a:lnTo>
                  <a:pt x="388264" y="379539"/>
                </a:lnTo>
                <a:lnTo>
                  <a:pt x="400812" y="376415"/>
                </a:lnTo>
                <a:lnTo>
                  <a:pt x="400812" y="370319"/>
                </a:lnTo>
                <a:close/>
              </a:path>
              <a:path w="1290954" h="411479">
                <a:moveTo>
                  <a:pt x="586752" y="28956"/>
                </a:moveTo>
                <a:lnTo>
                  <a:pt x="548652" y="9144"/>
                </a:lnTo>
                <a:lnTo>
                  <a:pt x="540931" y="35953"/>
                </a:lnTo>
                <a:lnTo>
                  <a:pt x="531545" y="63474"/>
                </a:lnTo>
                <a:lnTo>
                  <a:pt x="507504" y="120396"/>
                </a:lnTo>
                <a:lnTo>
                  <a:pt x="477596" y="175641"/>
                </a:lnTo>
                <a:lnTo>
                  <a:pt x="441972" y="224028"/>
                </a:lnTo>
                <a:lnTo>
                  <a:pt x="446544" y="228600"/>
                </a:lnTo>
                <a:lnTo>
                  <a:pt x="464566" y="211455"/>
                </a:lnTo>
                <a:lnTo>
                  <a:pt x="482168" y="192024"/>
                </a:lnTo>
                <a:lnTo>
                  <a:pt x="499478" y="170307"/>
                </a:lnTo>
                <a:lnTo>
                  <a:pt x="516648" y="146304"/>
                </a:lnTo>
                <a:lnTo>
                  <a:pt x="516521" y="340042"/>
                </a:lnTo>
                <a:lnTo>
                  <a:pt x="516458" y="349948"/>
                </a:lnTo>
                <a:lnTo>
                  <a:pt x="516001" y="377774"/>
                </a:lnTo>
                <a:lnTo>
                  <a:pt x="515124" y="411480"/>
                </a:lnTo>
                <a:lnTo>
                  <a:pt x="542556" y="396240"/>
                </a:lnTo>
                <a:lnTo>
                  <a:pt x="541667" y="365061"/>
                </a:lnTo>
                <a:lnTo>
                  <a:pt x="541223" y="340042"/>
                </a:lnTo>
                <a:lnTo>
                  <a:pt x="541108" y="328104"/>
                </a:lnTo>
                <a:lnTo>
                  <a:pt x="541032" y="149352"/>
                </a:lnTo>
                <a:lnTo>
                  <a:pt x="544512" y="146304"/>
                </a:lnTo>
                <a:lnTo>
                  <a:pt x="553224" y="138684"/>
                </a:lnTo>
                <a:lnTo>
                  <a:pt x="527316" y="126492"/>
                </a:lnTo>
                <a:lnTo>
                  <a:pt x="537603" y="106489"/>
                </a:lnTo>
                <a:lnTo>
                  <a:pt x="547890" y="85344"/>
                </a:lnTo>
                <a:lnTo>
                  <a:pt x="557911" y="63627"/>
                </a:lnTo>
                <a:lnTo>
                  <a:pt x="568464" y="39624"/>
                </a:lnTo>
                <a:lnTo>
                  <a:pt x="586752" y="28956"/>
                </a:lnTo>
                <a:close/>
              </a:path>
              <a:path w="1290954" h="411479">
                <a:moveTo>
                  <a:pt x="847356" y="188976"/>
                </a:moveTo>
                <a:lnTo>
                  <a:pt x="813828" y="156972"/>
                </a:lnTo>
                <a:lnTo>
                  <a:pt x="790968" y="178308"/>
                </a:lnTo>
                <a:lnTo>
                  <a:pt x="713244" y="178308"/>
                </a:lnTo>
                <a:lnTo>
                  <a:pt x="713244" y="102108"/>
                </a:lnTo>
                <a:lnTo>
                  <a:pt x="822972" y="102108"/>
                </a:lnTo>
                <a:lnTo>
                  <a:pt x="789444" y="68580"/>
                </a:lnTo>
                <a:lnTo>
                  <a:pt x="766584" y="91440"/>
                </a:lnTo>
                <a:lnTo>
                  <a:pt x="713244" y="91440"/>
                </a:lnTo>
                <a:lnTo>
                  <a:pt x="713244" y="35052"/>
                </a:lnTo>
                <a:lnTo>
                  <a:pt x="728484" y="22860"/>
                </a:lnTo>
                <a:lnTo>
                  <a:pt x="687336" y="3048"/>
                </a:lnTo>
                <a:lnTo>
                  <a:pt x="688213" y="18999"/>
                </a:lnTo>
                <a:lnTo>
                  <a:pt x="688670" y="39624"/>
                </a:lnTo>
                <a:lnTo>
                  <a:pt x="688822" y="63055"/>
                </a:lnTo>
                <a:lnTo>
                  <a:pt x="688860" y="91440"/>
                </a:lnTo>
                <a:lnTo>
                  <a:pt x="585228" y="91440"/>
                </a:lnTo>
                <a:lnTo>
                  <a:pt x="600468" y="108204"/>
                </a:lnTo>
                <a:lnTo>
                  <a:pt x="609892" y="105321"/>
                </a:lnTo>
                <a:lnTo>
                  <a:pt x="619899" y="103441"/>
                </a:lnTo>
                <a:lnTo>
                  <a:pt x="630466" y="102412"/>
                </a:lnTo>
                <a:lnTo>
                  <a:pt x="641616" y="102108"/>
                </a:lnTo>
                <a:lnTo>
                  <a:pt x="688860" y="102108"/>
                </a:lnTo>
                <a:lnTo>
                  <a:pt x="688860" y="178308"/>
                </a:lnTo>
                <a:lnTo>
                  <a:pt x="556272" y="178308"/>
                </a:lnTo>
                <a:lnTo>
                  <a:pt x="573036" y="195072"/>
                </a:lnTo>
                <a:lnTo>
                  <a:pt x="582460" y="192189"/>
                </a:lnTo>
                <a:lnTo>
                  <a:pt x="592467" y="190309"/>
                </a:lnTo>
                <a:lnTo>
                  <a:pt x="603034" y="189280"/>
                </a:lnTo>
                <a:lnTo>
                  <a:pt x="614184" y="188976"/>
                </a:lnTo>
                <a:lnTo>
                  <a:pt x="847356" y="188976"/>
                </a:lnTo>
                <a:close/>
              </a:path>
              <a:path w="1290954" h="411479">
                <a:moveTo>
                  <a:pt x="850404" y="385572"/>
                </a:moveTo>
                <a:lnTo>
                  <a:pt x="816876" y="353568"/>
                </a:lnTo>
                <a:lnTo>
                  <a:pt x="795540" y="374904"/>
                </a:lnTo>
                <a:lnTo>
                  <a:pt x="713244" y="374904"/>
                </a:lnTo>
                <a:lnTo>
                  <a:pt x="713244" y="281940"/>
                </a:lnTo>
                <a:lnTo>
                  <a:pt x="821448" y="281940"/>
                </a:lnTo>
                <a:lnTo>
                  <a:pt x="790968" y="251460"/>
                </a:lnTo>
                <a:lnTo>
                  <a:pt x="772680" y="271272"/>
                </a:lnTo>
                <a:lnTo>
                  <a:pt x="713244" y="271272"/>
                </a:lnTo>
                <a:lnTo>
                  <a:pt x="713244" y="225552"/>
                </a:lnTo>
                <a:lnTo>
                  <a:pt x="728484" y="213360"/>
                </a:lnTo>
                <a:lnTo>
                  <a:pt x="687336" y="195072"/>
                </a:lnTo>
                <a:lnTo>
                  <a:pt x="688213" y="210185"/>
                </a:lnTo>
                <a:lnTo>
                  <a:pt x="688670" y="228600"/>
                </a:lnTo>
                <a:lnTo>
                  <a:pt x="688835" y="248424"/>
                </a:lnTo>
                <a:lnTo>
                  <a:pt x="688860" y="271272"/>
                </a:lnTo>
                <a:lnTo>
                  <a:pt x="588276" y="271272"/>
                </a:lnTo>
                <a:lnTo>
                  <a:pt x="603516" y="286512"/>
                </a:lnTo>
                <a:lnTo>
                  <a:pt x="613156" y="284505"/>
                </a:lnTo>
                <a:lnTo>
                  <a:pt x="623519" y="283083"/>
                </a:lnTo>
                <a:lnTo>
                  <a:pt x="634161" y="282219"/>
                </a:lnTo>
                <a:lnTo>
                  <a:pt x="644664" y="281940"/>
                </a:lnTo>
                <a:lnTo>
                  <a:pt x="688860" y="281940"/>
                </a:lnTo>
                <a:lnTo>
                  <a:pt x="688860" y="374904"/>
                </a:lnTo>
                <a:lnTo>
                  <a:pt x="554748" y="374904"/>
                </a:lnTo>
                <a:lnTo>
                  <a:pt x="569988" y="391668"/>
                </a:lnTo>
                <a:lnTo>
                  <a:pt x="580288" y="388785"/>
                </a:lnTo>
                <a:lnTo>
                  <a:pt x="590753" y="386905"/>
                </a:lnTo>
                <a:lnTo>
                  <a:pt x="601484" y="385876"/>
                </a:lnTo>
                <a:lnTo>
                  <a:pt x="612660" y="385572"/>
                </a:lnTo>
                <a:lnTo>
                  <a:pt x="850404" y="385572"/>
                </a:lnTo>
                <a:close/>
              </a:path>
              <a:path w="1290954" h="411479">
                <a:moveTo>
                  <a:pt x="1290828" y="80772"/>
                </a:moveTo>
                <a:lnTo>
                  <a:pt x="1249680" y="41148"/>
                </a:lnTo>
                <a:lnTo>
                  <a:pt x="1220724" y="71628"/>
                </a:lnTo>
                <a:lnTo>
                  <a:pt x="1072896" y="71628"/>
                </a:lnTo>
                <a:lnTo>
                  <a:pt x="1077518" y="63055"/>
                </a:lnTo>
                <a:lnTo>
                  <a:pt x="1087907" y="42481"/>
                </a:lnTo>
                <a:lnTo>
                  <a:pt x="1094232" y="30480"/>
                </a:lnTo>
                <a:lnTo>
                  <a:pt x="1110996" y="24384"/>
                </a:lnTo>
                <a:lnTo>
                  <a:pt x="1068324" y="0"/>
                </a:lnTo>
                <a:lnTo>
                  <a:pt x="1064310" y="14833"/>
                </a:lnTo>
                <a:lnTo>
                  <a:pt x="1058989" y="31813"/>
                </a:lnTo>
                <a:lnTo>
                  <a:pt x="1052258" y="50787"/>
                </a:lnTo>
                <a:lnTo>
                  <a:pt x="1043940" y="71628"/>
                </a:lnTo>
                <a:lnTo>
                  <a:pt x="886968" y="71628"/>
                </a:lnTo>
                <a:lnTo>
                  <a:pt x="902208" y="86868"/>
                </a:lnTo>
                <a:lnTo>
                  <a:pt x="912520" y="84620"/>
                </a:lnTo>
                <a:lnTo>
                  <a:pt x="922972" y="82677"/>
                </a:lnTo>
                <a:lnTo>
                  <a:pt x="933716" y="81292"/>
                </a:lnTo>
                <a:lnTo>
                  <a:pt x="944880" y="80772"/>
                </a:lnTo>
                <a:lnTo>
                  <a:pt x="1039368" y="80772"/>
                </a:lnTo>
                <a:lnTo>
                  <a:pt x="1006221" y="138874"/>
                </a:lnTo>
                <a:lnTo>
                  <a:pt x="970788" y="184404"/>
                </a:lnTo>
                <a:lnTo>
                  <a:pt x="932307" y="225171"/>
                </a:lnTo>
                <a:lnTo>
                  <a:pt x="886968" y="263652"/>
                </a:lnTo>
                <a:lnTo>
                  <a:pt x="891540" y="269748"/>
                </a:lnTo>
                <a:lnTo>
                  <a:pt x="919784" y="250596"/>
                </a:lnTo>
                <a:lnTo>
                  <a:pt x="947166" y="229743"/>
                </a:lnTo>
                <a:lnTo>
                  <a:pt x="973416" y="207162"/>
                </a:lnTo>
                <a:lnTo>
                  <a:pt x="998220" y="182880"/>
                </a:lnTo>
                <a:lnTo>
                  <a:pt x="997991" y="270624"/>
                </a:lnTo>
                <a:lnTo>
                  <a:pt x="997458" y="337375"/>
                </a:lnTo>
                <a:lnTo>
                  <a:pt x="996937" y="383260"/>
                </a:lnTo>
                <a:lnTo>
                  <a:pt x="996696" y="408432"/>
                </a:lnTo>
                <a:lnTo>
                  <a:pt x="1022604" y="393192"/>
                </a:lnTo>
                <a:lnTo>
                  <a:pt x="1022604" y="294132"/>
                </a:lnTo>
                <a:lnTo>
                  <a:pt x="1182624" y="294132"/>
                </a:lnTo>
                <a:lnTo>
                  <a:pt x="1182624" y="365760"/>
                </a:lnTo>
                <a:lnTo>
                  <a:pt x="1176528" y="370332"/>
                </a:lnTo>
                <a:lnTo>
                  <a:pt x="1167384" y="370332"/>
                </a:lnTo>
                <a:lnTo>
                  <a:pt x="1158532" y="370039"/>
                </a:lnTo>
                <a:lnTo>
                  <a:pt x="1147953" y="369189"/>
                </a:lnTo>
                <a:lnTo>
                  <a:pt x="1135672" y="367753"/>
                </a:lnTo>
                <a:lnTo>
                  <a:pt x="1121664" y="365760"/>
                </a:lnTo>
                <a:lnTo>
                  <a:pt x="1121664" y="373380"/>
                </a:lnTo>
                <a:lnTo>
                  <a:pt x="1142555" y="380784"/>
                </a:lnTo>
                <a:lnTo>
                  <a:pt x="1157287" y="389191"/>
                </a:lnTo>
                <a:lnTo>
                  <a:pt x="1166037" y="398449"/>
                </a:lnTo>
                <a:lnTo>
                  <a:pt x="1168908" y="408432"/>
                </a:lnTo>
                <a:lnTo>
                  <a:pt x="1185151" y="400710"/>
                </a:lnTo>
                <a:lnTo>
                  <a:pt x="1197102" y="391287"/>
                </a:lnTo>
                <a:lnTo>
                  <a:pt x="1204493" y="380136"/>
                </a:lnTo>
                <a:lnTo>
                  <a:pt x="1206411" y="370332"/>
                </a:lnTo>
                <a:lnTo>
                  <a:pt x="1206919" y="367753"/>
                </a:lnTo>
                <a:lnTo>
                  <a:pt x="1207008" y="294132"/>
                </a:lnTo>
                <a:lnTo>
                  <a:pt x="1207008" y="283464"/>
                </a:lnTo>
                <a:lnTo>
                  <a:pt x="1207008" y="225552"/>
                </a:lnTo>
                <a:lnTo>
                  <a:pt x="1207008" y="214884"/>
                </a:lnTo>
                <a:lnTo>
                  <a:pt x="1207008" y="161544"/>
                </a:lnTo>
                <a:lnTo>
                  <a:pt x="1216533" y="153924"/>
                </a:lnTo>
                <a:lnTo>
                  <a:pt x="1222248" y="149352"/>
                </a:lnTo>
                <a:lnTo>
                  <a:pt x="1216456" y="144780"/>
                </a:lnTo>
                <a:lnTo>
                  <a:pt x="1193292" y="126492"/>
                </a:lnTo>
                <a:lnTo>
                  <a:pt x="1182624" y="140716"/>
                </a:lnTo>
                <a:lnTo>
                  <a:pt x="1182624" y="153924"/>
                </a:lnTo>
                <a:lnTo>
                  <a:pt x="1182624" y="214884"/>
                </a:lnTo>
                <a:lnTo>
                  <a:pt x="1182624" y="225552"/>
                </a:lnTo>
                <a:lnTo>
                  <a:pt x="1182624" y="283464"/>
                </a:lnTo>
                <a:lnTo>
                  <a:pt x="1022604" y="283464"/>
                </a:lnTo>
                <a:lnTo>
                  <a:pt x="1022604" y="225552"/>
                </a:lnTo>
                <a:lnTo>
                  <a:pt x="1182624" y="225552"/>
                </a:lnTo>
                <a:lnTo>
                  <a:pt x="1182624" y="214884"/>
                </a:lnTo>
                <a:lnTo>
                  <a:pt x="1022604" y="214884"/>
                </a:lnTo>
                <a:lnTo>
                  <a:pt x="1022604" y="182880"/>
                </a:lnTo>
                <a:lnTo>
                  <a:pt x="1022604" y="153924"/>
                </a:lnTo>
                <a:lnTo>
                  <a:pt x="1182624" y="153924"/>
                </a:lnTo>
                <a:lnTo>
                  <a:pt x="1182624" y="140716"/>
                </a:lnTo>
                <a:lnTo>
                  <a:pt x="1179576" y="144780"/>
                </a:lnTo>
                <a:lnTo>
                  <a:pt x="1028700" y="144780"/>
                </a:lnTo>
                <a:lnTo>
                  <a:pt x="1039634" y="129844"/>
                </a:lnTo>
                <a:lnTo>
                  <a:pt x="1049845" y="114490"/>
                </a:lnTo>
                <a:lnTo>
                  <a:pt x="1059776" y="98272"/>
                </a:lnTo>
                <a:lnTo>
                  <a:pt x="1069848" y="80772"/>
                </a:lnTo>
                <a:lnTo>
                  <a:pt x="1290828" y="80772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8" name="object 98"/>
          <p:cNvSpPr/>
          <p:nvPr/>
        </p:nvSpPr>
        <p:spPr>
          <a:xfrm>
            <a:off x="6399263" y="5414771"/>
            <a:ext cx="1271270" cy="410209"/>
          </a:xfrm>
          <a:custGeom>
            <a:avLst/>
            <a:gdLst/>
            <a:ahLst/>
            <a:cxnLst/>
            <a:rect l="l" t="t" r="r" b="b"/>
            <a:pathLst>
              <a:path w="1271270" h="410210">
                <a:moveTo>
                  <a:pt x="105156" y="132588"/>
                </a:moveTo>
                <a:lnTo>
                  <a:pt x="71628" y="109728"/>
                </a:lnTo>
                <a:lnTo>
                  <a:pt x="58508" y="142290"/>
                </a:lnTo>
                <a:lnTo>
                  <a:pt x="42100" y="173545"/>
                </a:lnTo>
                <a:lnTo>
                  <a:pt x="22555" y="203390"/>
                </a:lnTo>
                <a:lnTo>
                  <a:pt x="0" y="231648"/>
                </a:lnTo>
                <a:lnTo>
                  <a:pt x="6096" y="234696"/>
                </a:lnTo>
                <a:lnTo>
                  <a:pt x="23482" y="219265"/>
                </a:lnTo>
                <a:lnTo>
                  <a:pt x="43434" y="198120"/>
                </a:lnTo>
                <a:lnTo>
                  <a:pt x="65684" y="171259"/>
                </a:lnTo>
                <a:lnTo>
                  <a:pt x="89916" y="138684"/>
                </a:lnTo>
                <a:lnTo>
                  <a:pt x="105156" y="132588"/>
                </a:lnTo>
                <a:close/>
              </a:path>
              <a:path w="1271270" h="410210">
                <a:moveTo>
                  <a:pt x="182880" y="332232"/>
                </a:moveTo>
                <a:lnTo>
                  <a:pt x="165379" y="297116"/>
                </a:lnTo>
                <a:lnTo>
                  <a:pt x="132588" y="265176"/>
                </a:lnTo>
                <a:lnTo>
                  <a:pt x="140360" y="251460"/>
                </a:lnTo>
                <a:lnTo>
                  <a:pt x="146329" y="240919"/>
                </a:lnTo>
                <a:lnTo>
                  <a:pt x="157924" y="223075"/>
                </a:lnTo>
                <a:lnTo>
                  <a:pt x="167525" y="211823"/>
                </a:lnTo>
                <a:lnTo>
                  <a:pt x="175260" y="207264"/>
                </a:lnTo>
                <a:lnTo>
                  <a:pt x="143256" y="181356"/>
                </a:lnTo>
                <a:lnTo>
                  <a:pt x="139852" y="195961"/>
                </a:lnTo>
                <a:lnTo>
                  <a:pt x="134302" y="212407"/>
                </a:lnTo>
                <a:lnTo>
                  <a:pt x="126758" y="230873"/>
                </a:lnTo>
                <a:lnTo>
                  <a:pt x="117348" y="251460"/>
                </a:lnTo>
                <a:lnTo>
                  <a:pt x="103378" y="240322"/>
                </a:lnTo>
                <a:lnTo>
                  <a:pt x="88963" y="229743"/>
                </a:lnTo>
                <a:lnTo>
                  <a:pt x="74282" y="219748"/>
                </a:lnTo>
                <a:lnTo>
                  <a:pt x="59436" y="210312"/>
                </a:lnTo>
                <a:lnTo>
                  <a:pt x="56388" y="214884"/>
                </a:lnTo>
                <a:lnTo>
                  <a:pt x="68135" y="226009"/>
                </a:lnTo>
                <a:lnTo>
                  <a:pt x="80581" y="238696"/>
                </a:lnTo>
                <a:lnTo>
                  <a:pt x="93903" y="252818"/>
                </a:lnTo>
                <a:lnTo>
                  <a:pt x="108204" y="268224"/>
                </a:lnTo>
                <a:lnTo>
                  <a:pt x="84493" y="304469"/>
                </a:lnTo>
                <a:lnTo>
                  <a:pt x="59055" y="337566"/>
                </a:lnTo>
                <a:lnTo>
                  <a:pt x="31915" y="367245"/>
                </a:lnTo>
                <a:lnTo>
                  <a:pt x="3048" y="393192"/>
                </a:lnTo>
                <a:lnTo>
                  <a:pt x="6096" y="397764"/>
                </a:lnTo>
                <a:lnTo>
                  <a:pt x="38125" y="376047"/>
                </a:lnTo>
                <a:lnTo>
                  <a:pt x="68008" y="349758"/>
                </a:lnTo>
                <a:lnTo>
                  <a:pt x="95897" y="318897"/>
                </a:lnTo>
                <a:lnTo>
                  <a:pt x="121920" y="283464"/>
                </a:lnTo>
                <a:lnTo>
                  <a:pt x="134518" y="299161"/>
                </a:lnTo>
                <a:lnTo>
                  <a:pt x="144970" y="314134"/>
                </a:lnTo>
                <a:lnTo>
                  <a:pt x="153377" y="328168"/>
                </a:lnTo>
                <a:lnTo>
                  <a:pt x="160020" y="341376"/>
                </a:lnTo>
                <a:lnTo>
                  <a:pt x="166116" y="352044"/>
                </a:lnTo>
                <a:lnTo>
                  <a:pt x="169164" y="358140"/>
                </a:lnTo>
                <a:lnTo>
                  <a:pt x="173736" y="358140"/>
                </a:lnTo>
                <a:lnTo>
                  <a:pt x="176784" y="355092"/>
                </a:lnTo>
                <a:lnTo>
                  <a:pt x="178308" y="348996"/>
                </a:lnTo>
                <a:lnTo>
                  <a:pt x="181356" y="341376"/>
                </a:lnTo>
                <a:lnTo>
                  <a:pt x="182880" y="336804"/>
                </a:lnTo>
                <a:lnTo>
                  <a:pt x="182880" y="332232"/>
                </a:lnTo>
                <a:close/>
              </a:path>
              <a:path w="1271270" h="410210">
                <a:moveTo>
                  <a:pt x="199644" y="152400"/>
                </a:moveTo>
                <a:lnTo>
                  <a:pt x="168021" y="126682"/>
                </a:lnTo>
                <a:lnTo>
                  <a:pt x="137160" y="111252"/>
                </a:lnTo>
                <a:lnTo>
                  <a:pt x="132588" y="115824"/>
                </a:lnTo>
                <a:lnTo>
                  <a:pt x="146329" y="130429"/>
                </a:lnTo>
                <a:lnTo>
                  <a:pt x="157924" y="144589"/>
                </a:lnTo>
                <a:lnTo>
                  <a:pt x="167525" y="158483"/>
                </a:lnTo>
                <a:lnTo>
                  <a:pt x="175260" y="172212"/>
                </a:lnTo>
                <a:lnTo>
                  <a:pt x="179832" y="182880"/>
                </a:lnTo>
                <a:lnTo>
                  <a:pt x="182880" y="187452"/>
                </a:lnTo>
                <a:lnTo>
                  <a:pt x="188976" y="187452"/>
                </a:lnTo>
                <a:lnTo>
                  <a:pt x="192024" y="184404"/>
                </a:lnTo>
                <a:lnTo>
                  <a:pt x="195072" y="176784"/>
                </a:lnTo>
                <a:lnTo>
                  <a:pt x="198120" y="170688"/>
                </a:lnTo>
                <a:lnTo>
                  <a:pt x="199644" y="164592"/>
                </a:lnTo>
                <a:lnTo>
                  <a:pt x="199644" y="152400"/>
                </a:lnTo>
                <a:close/>
              </a:path>
              <a:path w="1271270" h="410210">
                <a:moveTo>
                  <a:pt x="224028" y="96012"/>
                </a:moveTo>
                <a:lnTo>
                  <a:pt x="192024" y="64008"/>
                </a:lnTo>
                <a:lnTo>
                  <a:pt x="170688" y="85344"/>
                </a:lnTo>
                <a:lnTo>
                  <a:pt x="126492" y="85344"/>
                </a:lnTo>
                <a:lnTo>
                  <a:pt x="132588" y="76200"/>
                </a:lnTo>
                <a:lnTo>
                  <a:pt x="137160" y="68580"/>
                </a:lnTo>
                <a:lnTo>
                  <a:pt x="137160" y="62484"/>
                </a:lnTo>
                <a:lnTo>
                  <a:pt x="106680" y="24574"/>
                </a:lnTo>
                <a:lnTo>
                  <a:pt x="79248" y="6096"/>
                </a:lnTo>
                <a:lnTo>
                  <a:pt x="73152" y="10668"/>
                </a:lnTo>
                <a:lnTo>
                  <a:pt x="82588" y="22034"/>
                </a:lnTo>
                <a:lnTo>
                  <a:pt x="90297" y="32956"/>
                </a:lnTo>
                <a:lnTo>
                  <a:pt x="107442" y="69151"/>
                </a:lnTo>
                <a:lnTo>
                  <a:pt x="109728" y="85344"/>
                </a:lnTo>
                <a:lnTo>
                  <a:pt x="12192" y="85344"/>
                </a:lnTo>
                <a:lnTo>
                  <a:pt x="28956" y="100584"/>
                </a:lnTo>
                <a:lnTo>
                  <a:pt x="38392" y="98590"/>
                </a:lnTo>
                <a:lnTo>
                  <a:pt x="48387" y="97155"/>
                </a:lnTo>
                <a:lnTo>
                  <a:pt x="58966" y="96304"/>
                </a:lnTo>
                <a:lnTo>
                  <a:pt x="70104" y="96012"/>
                </a:lnTo>
                <a:lnTo>
                  <a:pt x="224028" y="96012"/>
                </a:lnTo>
                <a:close/>
              </a:path>
              <a:path w="1271270" h="410210">
                <a:moveTo>
                  <a:pt x="399288" y="121920"/>
                </a:moveTo>
                <a:lnTo>
                  <a:pt x="388620" y="111252"/>
                </a:lnTo>
                <a:lnTo>
                  <a:pt x="367284" y="89916"/>
                </a:lnTo>
                <a:lnTo>
                  <a:pt x="347472" y="111252"/>
                </a:lnTo>
                <a:lnTo>
                  <a:pt x="329184" y="111252"/>
                </a:lnTo>
                <a:lnTo>
                  <a:pt x="329184" y="121920"/>
                </a:lnTo>
                <a:lnTo>
                  <a:pt x="322326" y="167627"/>
                </a:lnTo>
                <a:lnTo>
                  <a:pt x="313182" y="208597"/>
                </a:lnTo>
                <a:lnTo>
                  <a:pt x="301752" y="244729"/>
                </a:lnTo>
                <a:lnTo>
                  <a:pt x="288036" y="275844"/>
                </a:lnTo>
                <a:lnTo>
                  <a:pt x="275424" y="247561"/>
                </a:lnTo>
                <a:lnTo>
                  <a:pt x="264795" y="215265"/>
                </a:lnTo>
                <a:lnTo>
                  <a:pt x="255892" y="178981"/>
                </a:lnTo>
                <a:lnTo>
                  <a:pt x="250964" y="152400"/>
                </a:lnTo>
                <a:lnTo>
                  <a:pt x="248412" y="138684"/>
                </a:lnTo>
                <a:lnTo>
                  <a:pt x="254508" y="121920"/>
                </a:lnTo>
                <a:lnTo>
                  <a:pt x="329184" y="121920"/>
                </a:lnTo>
                <a:lnTo>
                  <a:pt x="329184" y="111252"/>
                </a:lnTo>
                <a:lnTo>
                  <a:pt x="257556" y="111252"/>
                </a:lnTo>
                <a:lnTo>
                  <a:pt x="268973" y="82448"/>
                </a:lnTo>
                <a:lnTo>
                  <a:pt x="277939" y="60198"/>
                </a:lnTo>
                <a:lnTo>
                  <a:pt x="284353" y="44818"/>
                </a:lnTo>
                <a:lnTo>
                  <a:pt x="288036" y="36576"/>
                </a:lnTo>
                <a:lnTo>
                  <a:pt x="291084" y="28956"/>
                </a:lnTo>
                <a:lnTo>
                  <a:pt x="297180" y="24384"/>
                </a:lnTo>
                <a:lnTo>
                  <a:pt x="304800" y="21336"/>
                </a:lnTo>
                <a:lnTo>
                  <a:pt x="263652" y="0"/>
                </a:lnTo>
                <a:lnTo>
                  <a:pt x="252882" y="51054"/>
                </a:lnTo>
                <a:lnTo>
                  <a:pt x="240423" y="98958"/>
                </a:lnTo>
                <a:lnTo>
                  <a:pt x="226237" y="143306"/>
                </a:lnTo>
                <a:lnTo>
                  <a:pt x="210172" y="184404"/>
                </a:lnTo>
                <a:lnTo>
                  <a:pt x="192024" y="222504"/>
                </a:lnTo>
                <a:lnTo>
                  <a:pt x="196596" y="225552"/>
                </a:lnTo>
                <a:lnTo>
                  <a:pt x="208013" y="210693"/>
                </a:lnTo>
                <a:lnTo>
                  <a:pt x="219265" y="193548"/>
                </a:lnTo>
                <a:lnTo>
                  <a:pt x="230251" y="174117"/>
                </a:lnTo>
                <a:lnTo>
                  <a:pt x="240792" y="152400"/>
                </a:lnTo>
                <a:lnTo>
                  <a:pt x="244754" y="188722"/>
                </a:lnTo>
                <a:lnTo>
                  <a:pt x="251841" y="224599"/>
                </a:lnTo>
                <a:lnTo>
                  <a:pt x="261797" y="260210"/>
                </a:lnTo>
                <a:lnTo>
                  <a:pt x="274320" y="295656"/>
                </a:lnTo>
                <a:lnTo>
                  <a:pt x="248018" y="325424"/>
                </a:lnTo>
                <a:lnTo>
                  <a:pt x="216979" y="353187"/>
                </a:lnTo>
                <a:lnTo>
                  <a:pt x="181102" y="379247"/>
                </a:lnTo>
                <a:lnTo>
                  <a:pt x="140208" y="403860"/>
                </a:lnTo>
                <a:lnTo>
                  <a:pt x="143256" y="408432"/>
                </a:lnTo>
                <a:lnTo>
                  <a:pt x="183629" y="389597"/>
                </a:lnTo>
                <a:lnTo>
                  <a:pt x="220408" y="367474"/>
                </a:lnTo>
                <a:lnTo>
                  <a:pt x="254063" y="342214"/>
                </a:lnTo>
                <a:lnTo>
                  <a:pt x="284988" y="313944"/>
                </a:lnTo>
                <a:lnTo>
                  <a:pt x="302450" y="340575"/>
                </a:lnTo>
                <a:lnTo>
                  <a:pt x="320611" y="363474"/>
                </a:lnTo>
                <a:lnTo>
                  <a:pt x="339648" y="382955"/>
                </a:lnTo>
                <a:lnTo>
                  <a:pt x="359664" y="399288"/>
                </a:lnTo>
                <a:lnTo>
                  <a:pt x="364553" y="391934"/>
                </a:lnTo>
                <a:lnTo>
                  <a:pt x="372427" y="386143"/>
                </a:lnTo>
                <a:lnTo>
                  <a:pt x="383463" y="382358"/>
                </a:lnTo>
                <a:lnTo>
                  <a:pt x="397764" y="381000"/>
                </a:lnTo>
                <a:lnTo>
                  <a:pt x="397764" y="373380"/>
                </a:lnTo>
                <a:lnTo>
                  <a:pt x="372033" y="365366"/>
                </a:lnTo>
                <a:lnTo>
                  <a:pt x="347281" y="350329"/>
                </a:lnTo>
                <a:lnTo>
                  <a:pt x="323405" y="328168"/>
                </a:lnTo>
                <a:lnTo>
                  <a:pt x="312216" y="313944"/>
                </a:lnTo>
                <a:lnTo>
                  <a:pt x="300228" y="298704"/>
                </a:lnTo>
                <a:lnTo>
                  <a:pt x="318211" y="261010"/>
                </a:lnTo>
                <a:lnTo>
                  <a:pt x="333184" y="218884"/>
                </a:lnTo>
                <a:lnTo>
                  <a:pt x="345020" y="172478"/>
                </a:lnTo>
                <a:lnTo>
                  <a:pt x="353568" y="121920"/>
                </a:lnTo>
                <a:lnTo>
                  <a:pt x="399288" y="121920"/>
                </a:lnTo>
                <a:close/>
              </a:path>
              <a:path w="1271270" h="410210">
                <a:moveTo>
                  <a:pt x="585228" y="25908"/>
                </a:moveTo>
                <a:lnTo>
                  <a:pt x="550176" y="1524"/>
                </a:lnTo>
                <a:lnTo>
                  <a:pt x="543293" y="22669"/>
                </a:lnTo>
                <a:lnTo>
                  <a:pt x="533984" y="47244"/>
                </a:lnTo>
                <a:lnTo>
                  <a:pt x="507504" y="106680"/>
                </a:lnTo>
                <a:lnTo>
                  <a:pt x="474357" y="169164"/>
                </a:lnTo>
                <a:lnTo>
                  <a:pt x="438924" y="222504"/>
                </a:lnTo>
                <a:lnTo>
                  <a:pt x="443496" y="227076"/>
                </a:lnTo>
                <a:lnTo>
                  <a:pt x="457796" y="213652"/>
                </a:lnTo>
                <a:lnTo>
                  <a:pt x="473405" y="196215"/>
                </a:lnTo>
                <a:lnTo>
                  <a:pt x="490347" y="174879"/>
                </a:lnTo>
                <a:lnTo>
                  <a:pt x="509028" y="149352"/>
                </a:lnTo>
                <a:lnTo>
                  <a:pt x="509028" y="329184"/>
                </a:lnTo>
                <a:lnTo>
                  <a:pt x="508749" y="343306"/>
                </a:lnTo>
                <a:lnTo>
                  <a:pt x="508088" y="360616"/>
                </a:lnTo>
                <a:lnTo>
                  <a:pt x="507098" y="383413"/>
                </a:lnTo>
                <a:lnTo>
                  <a:pt x="505980" y="409956"/>
                </a:lnTo>
                <a:lnTo>
                  <a:pt x="534936" y="396240"/>
                </a:lnTo>
                <a:lnTo>
                  <a:pt x="533806" y="374523"/>
                </a:lnTo>
                <a:lnTo>
                  <a:pt x="532841" y="355092"/>
                </a:lnTo>
                <a:lnTo>
                  <a:pt x="532155" y="338328"/>
                </a:lnTo>
                <a:lnTo>
                  <a:pt x="531990" y="329184"/>
                </a:lnTo>
                <a:lnTo>
                  <a:pt x="531888" y="149352"/>
                </a:lnTo>
                <a:lnTo>
                  <a:pt x="531888" y="147828"/>
                </a:lnTo>
                <a:lnTo>
                  <a:pt x="547128" y="134112"/>
                </a:lnTo>
                <a:lnTo>
                  <a:pt x="524268" y="123444"/>
                </a:lnTo>
                <a:lnTo>
                  <a:pt x="534238" y="103974"/>
                </a:lnTo>
                <a:lnTo>
                  <a:pt x="543509" y="86487"/>
                </a:lnTo>
                <a:lnTo>
                  <a:pt x="551903" y="70726"/>
                </a:lnTo>
                <a:lnTo>
                  <a:pt x="559320" y="56388"/>
                </a:lnTo>
                <a:lnTo>
                  <a:pt x="565937" y="44983"/>
                </a:lnTo>
                <a:lnTo>
                  <a:pt x="572274" y="36004"/>
                </a:lnTo>
                <a:lnTo>
                  <a:pt x="578599" y="29603"/>
                </a:lnTo>
                <a:lnTo>
                  <a:pt x="585228" y="25908"/>
                </a:lnTo>
                <a:close/>
              </a:path>
              <a:path w="1271270" h="410210">
                <a:moveTo>
                  <a:pt x="641616" y="106680"/>
                </a:moveTo>
                <a:lnTo>
                  <a:pt x="602919" y="67462"/>
                </a:lnTo>
                <a:lnTo>
                  <a:pt x="585228" y="54864"/>
                </a:lnTo>
                <a:lnTo>
                  <a:pt x="579132" y="60960"/>
                </a:lnTo>
                <a:lnTo>
                  <a:pt x="592556" y="79273"/>
                </a:lnTo>
                <a:lnTo>
                  <a:pt x="603135" y="95440"/>
                </a:lnTo>
                <a:lnTo>
                  <a:pt x="610844" y="109613"/>
                </a:lnTo>
                <a:lnTo>
                  <a:pt x="615708" y="121920"/>
                </a:lnTo>
                <a:lnTo>
                  <a:pt x="618756" y="131064"/>
                </a:lnTo>
                <a:lnTo>
                  <a:pt x="621804" y="135636"/>
                </a:lnTo>
                <a:lnTo>
                  <a:pt x="629424" y="135636"/>
                </a:lnTo>
                <a:lnTo>
                  <a:pt x="632472" y="132588"/>
                </a:lnTo>
                <a:lnTo>
                  <a:pt x="635520" y="126492"/>
                </a:lnTo>
                <a:lnTo>
                  <a:pt x="640092" y="120396"/>
                </a:lnTo>
                <a:lnTo>
                  <a:pt x="641616" y="115824"/>
                </a:lnTo>
                <a:lnTo>
                  <a:pt x="641616" y="106680"/>
                </a:lnTo>
                <a:close/>
              </a:path>
              <a:path w="1271270" h="410210">
                <a:moveTo>
                  <a:pt x="798588" y="77724"/>
                </a:moveTo>
                <a:lnTo>
                  <a:pt x="765060" y="50292"/>
                </a:lnTo>
                <a:lnTo>
                  <a:pt x="759650" y="65747"/>
                </a:lnTo>
                <a:lnTo>
                  <a:pt x="750392" y="84772"/>
                </a:lnTo>
                <a:lnTo>
                  <a:pt x="737412" y="107518"/>
                </a:lnTo>
                <a:lnTo>
                  <a:pt x="720864" y="134112"/>
                </a:lnTo>
                <a:lnTo>
                  <a:pt x="725436" y="137160"/>
                </a:lnTo>
                <a:lnTo>
                  <a:pt x="734593" y="128879"/>
                </a:lnTo>
                <a:lnTo>
                  <a:pt x="743915" y="120015"/>
                </a:lnTo>
                <a:lnTo>
                  <a:pt x="753503" y="110591"/>
                </a:lnTo>
                <a:lnTo>
                  <a:pt x="763536" y="100584"/>
                </a:lnTo>
                <a:lnTo>
                  <a:pt x="773290" y="92303"/>
                </a:lnTo>
                <a:lnTo>
                  <a:pt x="782205" y="85725"/>
                </a:lnTo>
                <a:lnTo>
                  <a:pt x="790536" y="80873"/>
                </a:lnTo>
                <a:lnTo>
                  <a:pt x="798588" y="77724"/>
                </a:lnTo>
                <a:close/>
              </a:path>
              <a:path w="1271270" h="410210">
                <a:moveTo>
                  <a:pt x="842784" y="265176"/>
                </a:moveTo>
                <a:lnTo>
                  <a:pt x="809256" y="233172"/>
                </a:lnTo>
                <a:lnTo>
                  <a:pt x="786396" y="256032"/>
                </a:lnTo>
                <a:lnTo>
                  <a:pt x="696480" y="256032"/>
                </a:lnTo>
                <a:lnTo>
                  <a:pt x="696480" y="173736"/>
                </a:lnTo>
                <a:lnTo>
                  <a:pt x="813828" y="173736"/>
                </a:lnTo>
                <a:lnTo>
                  <a:pt x="783348" y="141732"/>
                </a:lnTo>
                <a:lnTo>
                  <a:pt x="762012" y="163068"/>
                </a:lnTo>
                <a:lnTo>
                  <a:pt x="696480" y="163068"/>
                </a:lnTo>
                <a:lnTo>
                  <a:pt x="696480" y="36576"/>
                </a:lnTo>
                <a:lnTo>
                  <a:pt x="711720" y="22860"/>
                </a:lnTo>
                <a:lnTo>
                  <a:pt x="670572" y="1524"/>
                </a:lnTo>
                <a:lnTo>
                  <a:pt x="670801" y="20459"/>
                </a:lnTo>
                <a:lnTo>
                  <a:pt x="671322" y="36004"/>
                </a:lnTo>
                <a:lnTo>
                  <a:pt x="671868" y="50292"/>
                </a:lnTo>
                <a:lnTo>
                  <a:pt x="671995" y="56388"/>
                </a:lnTo>
                <a:lnTo>
                  <a:pt x="672096" y="163068"/>
                </a:lnTo>
                <a:lnTo>
                  <a:pt x="565416" y="163068"/>
                </a:lnTo>
                <a:lnTo>
                  <a:pt x="580656" y="178308"/>
                </a:lnTo>
                <a:lnTo>
                  <a:pt x="590956" y="176314"/>
                </a:lnTo>
                <a:lnTo>
                  <a:pt x="601421" y="174879"/>
                </a:lnTo>
                <a:lnTo>
                  <a:pt x="612152" y="174028"/>
                </a:lnTo>
                <a:lnTo>
                  <a:pt x="623328" y="173736"/>
                </a:lnTo>
                <a:lnTo>
                  <a:pt x="672096" y="173736"/>
                </a:lnTo>
                <a:lnTo>
                  <a:pt x="672096" y="256032"/>
                </a:lnTo>
                <a:lnTo>
                  <a:pt x="542556" y="256032"/>
                </a:lnTo>
                <a:lnTo>
                  <a:pt x="559320" y="271272"/>
                </a:lnTo>
                <a:lnTo>
                  <a:pt x="568744" y="269036"/>
                </a:lnTo>
                <a:lnTo>
                  <a:pt x="578751" y="267081"/>
                </a:lnTo>
                <a:lnTo>
                  <a:pt x="589318" y="265709"/>
                </a:lnTo>
                <a:lnTo>
                  <a:pt x="600468" y="265176"/>
                </a:lnTo>
                <a:lnTo>
                  <a:pt x="672096" y="265176"/>
                </a:lnTo>
                <a:lnTo>
                  <a:pt x="672007" y="343306"/>
                </a:lnTo>
                <a:lnTo>
                  <a:pt x="671855" y="352069"/>
                </a:lnTo>
                <a:lnTo>
                  <a:pt x="671334" y="368236"/>
                </a:lnTo>
                <a:lnTo>
                  <a:pt x="670801" y="386981"/>
                </a:lnTo>
                <a:lnTo>
                  <a:pt x="670572" y="408432"/>
                </a:lnTo>
                <a:lnTo>
                  <a:pt x="698004" y="396240"/>
                </a:lnTo>
                <a:lnTo>
                  <a:pt x="697115" y="378218"/>
                </a:lnTo>
                <a:lnTo>
                  <a:pt x="696671" y="360997"/>
                </a:lnTo>
                <a:lnTo>
                  <a:pt x="696582" y="352069"/>
                </a:lnTo>
                <a:lnTo>
                  <a:pt x="696480" y="265176"/>
                </a:lnTo>
                <a:lnTo>
                  <a:pt x="842784" y="265176"/>
                </a:lnTo>
                <a:close/>
              </a:path>
              <a:path w="1271270" h="410210">
                <a:moveTo>
                  <a:pt x="1019568" y="24396"/>
                </a:moveTo>
                <a:lnTo>
                  <a:pt x="981468" y="12"/>
                </a:lnTo>
                <a:lnTo>
                  <a:pt x="976896" y="19100"/>
                </a:lnTo>
                <a:lnTo>
                  <a:pt x="970038" y="41922"/>
                </a:lnTo>
                <a:lnTo>
                  <a:pt x="949464" y="97548"/>
                </a:lnTo>
                <a:lnTo>
                  <a:pt x="920127" y="160604"/>
                </a:lnTo>
                <a:lnTo>
                  <a:pt x="883932" y="222516"/>
                </a:lnTo>
                <a:lnTo>
                  <a:pt x="888504" y="225564"/>
                </a:lnTo>
                <a:lnTo>
                  <a:pt x="905408" y="207251"/>
                </a:lnTo>
                <a:lnTo>
                  <a:pt x="922032" y="186512"/>
                </a:lnTo>
                <a:lnTo>
                  <a:pt x="938644" y="163195"/>
                </a:lnTo>
                <a:lnTo>
                  <a:pt x="955560" y="137172"/>
                </a:lnTo>
                <a:lnTo>
                  <a:pt x="955497" y="320052"/>
                </a:lnTo>
                <a:lnTo>
                  <a:pt x="955294" y="330644"/>
                </a:lnTo>
                <a:lnTo>
                  <a:pt x="954608" y="350723"/>
                </a:lnTo>
                <a:lnTo>
                  <a:pt x="953630" y="376796"/>
                </a:lnTo>
                <a:lnTo>
                  <a:pt x="952512" y="408444"/>
                </a:lnTo>
                <a:lnTo>
                  <a:pt x="979944" y="391680"/>
                </a:lnTo>
                <a:lnTo>
                  <a:pt x="978814" y="371906"/>
                </a:lnTo>
                <a:lnTo>
                  <a:pt x="977849" y="353580"/>
                </a:lnTo>
                <a:lnTo>
                  <a:pt x="977150" y="336384"/>
                </a:lnTo>
                <a:lnTo>
                  <a:pt x="976896" y="320052"/>
                </a:lnTo>
                <a:lnTo>
                  <a:pt x="976896" y="137172"/>
                </a:lnTo>
                <a:lnTo>
                  <a:pt x="976896" y="134124"/>
                </a:lnTo>
                <a:lnTo>
                  <a:pt x="995184" y="121932"/>
                </a:lnTo>
                <a:lnTo>
                  <a:pt x="969276" y="108216"/>
                </a:lnTo>
                <a:lnTo>
                  <a:pt x="974699" y="95923"/>
                </a:lnTo>
                <a:lnTo>
                  <a:pt x="981849" y="79641"/>
                </a:lnTo>
                <a:lnTo>
                  <a:pt x="1001280" y="35064"/>
                </a:lnTo>
                <a:lnTo>
                  <a:pt x="1019568" y="24396"/>
                </a:lnTo>
                <a:close/>
              </a:path>
              <a:path w="1271270" h="410210">
                <a:moveTo>
                  <a:pt x="1245120" y="42684"/>
                </a:moveTo>
                <a:lnTo>
                  <a:pt x="1241132" y="39636"/>
                </a:lnTo>
                <a:lnTo>
                  <a:pt x="1219212" y="22872"/>
                </a:lnTo>
                <a:lnTo>
                  <a:pt x="1208544" y="37541"/>
                </a:lnTo>
                <a:lnTo>
                  <a:pt x="1208544" y="50304"/>
                </a:lnTo>
                <a:lnTo>
                  <a:pt x="1208544" y="146316"/>
                </a:lnTo>
                <a:lnTo>
                  <a:pt x="1088148" y="146316"/>
                </a:lnTo>
                <a:lnTo>
                  <a:pt x="1088148" y="50304"/>
                </a:lnTo>
                <a:lnTo>
                  <a:pt x="1208544" y="50304"/>
                </a:lnTo>
                <a:lnTo>
                  <a:pt x="1208544" y="37541"/>
                </a:lnTo>
                <a:lnTo>
                  <a:pt x="1207020" y="39636"/>
                </a:lnTo>
                <a:lnTo>
                  <a:pt x="1088148" y="39636"/>
                </a:lnTo>
                <a:lnTo>
                  <a:pt x="1063764" y="24396"/>
                </a:lnTo>
                <a:lnTo>
                  <a:pt x="1064793" y="42684"/>
                </a:lnTo>
                <a:lnTo>
                  <a:pt x="1065860" y="64020"/>
                </a:lnTo>
                <a:lnTo>
                  <a:pt x="1066546" y="83972"/>
                </a:lnTo>
                <a:lnTo>
                  <a:pt x="1066812" y="103644"/>
                </a:lnTo>
                <a:lnTo>
                  <a:pt x="1066546" y="123329"/>
                </a:lnTo>
                <a:lnTo>
                  <a:pt x="1065860" y="143459"/>
                </a:lnTo>
                <a:lnTo>
                  <a:pt x="1064882" y="163855"/>
                </a:lnTo>
                <a:lnTo>
                  <a:pt x="1063764" y="184416"/>
                </a:lnTo>
                <a:lnTo>
                  <a:pt x="1088148" y="175272"/>
                </a:lnTo>
                <a:lnTo>
                  <a:pt x="1088148" y="156984"/>
                </a:lnTo>
                <a:lnTo>
                  <a:pt x="1208544" y="156984"/>
                </a:lnTo>
                <a:lnTo>
                  <a:pt x="1208544" y="181368"/>
                </a:lnTo>
                <a:lnTo>
                  <a:pt x="1232928" y="172224"/>
                </a:lnTo>
                <a:lnTo>
                  <a:pt x="1232039" y="160832"/>
                </a:lnTo>
                <a:lnTo>
                  <a:pt x="1231912" y="156984"/>
                </a:lnTo>
                <a:lnTo>
                  <a:pt x="1231595" y="147459"/>
                </a:lnTo>
                <a:lnTo>
                  <a:pt x="1231582" y="146316"/>
                </a:lnTo>
                <a:lnTo>
                  <a:pt x="1231417" y="132359"/>
                </a:lnTo>
                <a:lnTo>
                  <a:pt x="1231404" y="54876"/>
                </a:lnTo>
                <a:lnTo>
                  <a:pt x="1236548" y="50304"/>
                </a:lnTo>
                <a:lnTo>
                  <a:pt x="1245120" y="42684"/>
                </a:lnTo>
                <a:close/>
              </a:path>
              <a:path w="1271270" h="410210">
                <a:moveTo>
                  <a:pt x="1271028" y="228612"/>
                </a:moveTo>
                <a:lnTo>
                  <a:pt x="1266888" y="225564"/>
                </a:lnTo>
                <a:lnTo>
                  <a:pt x="1242072" y="207276"/>
                </a:lnTo>
                <a:lnTo>
                  <a:pt x="1232928" y="220992"/>
                </a:lnTo>
                <a:lnTo>
                  <a:pt x="1232928" y="236232"/>
                </a:lnTo>
                <a:lnTo>
                  <a:pt x="1232928" y="344436"/>
                </a:lnTo>
                <a:lnTo>
                  <a:pt x="1062240" y="344436"/>
                </a:lnTo>
                <a:lnTo>
                  <a:pt x="1062240" y="236232"/>
                </a:lnTo>
                <a:lnTo>
                  <a:pt x="1232928" y="236232"/>
                </a:lnTo>
                <a:lnTo>
                  <a:pt x="1232928" y="220992"/>
                </a:lnTo>
                <a:lnTo>
                  <a:pt x="1229880" y="225564"/>
                </a:lnTo>
                <a:lnTo>
                  <a:pt x="1062240" y="225564"/>
                </a:lnTo>
                <a:lnTo>
                  <a:pt x="1036332" y="208800"/>
                </a:lnTo>
                <a:lnTo>
                  <a:pt x="1037209" y="223062"/>
                </a:lnTo>
                <a:lnTo>
                  <a:pt x="1037666" y="236042"/>
                </a:lnTo>
                <a:lnTo>
                  <a:pt x="1037729" y="240804"/>
                </a:lnTo>
                <a:lnTo>
                  <a:pt x="1037666" y="374535"/>
                </a:lnTo>
                <a:lnTo>
                  <a:pt x="1037209" y="386816"/>
                </a:lnTo>
                <a:lnTo>
                  <a:pt x="1036332" y="400824"/>
                </a:lnTo>
                <a:lnTo>
                  <a:pt x="1062240" y="388632"/>
                </a:lnTo>
                <a:lnTo>
                  <a:pt x="1062240" y="355104"/>
                </a:lnTo>
                <a:lnTo>
                  <a:pt x="1232928" y="355104"/>
                </a:lnTo>
                <a:lnTo>
                  <a:pt x="1232928" y="394728"/>
                </a:lnTo>
                <a:lnTo>
                  <a:pt x="1258836" y="384060"/>
                </a:lnTo>
                <a:lnTo>
                  <a:pt x="1258595" y="365150"/>
                </a:lnTo>
                <a:lnTo>
                  <a:pt x="1258290" y="355104"/>
                </a:lnTo>
                <a:lnTo>
                  <a:pt x="1257985" y="344436"/>
                </a:lnTo>
                <a:lnTo>
                  <a:pt x="1257541" y="329615"/>
                </a:lnTo>
                <a:lnTo>
                  <a:pt x="1257312" y="312432"/>
                </a:lnTo>
                <a:lnTo>
                  <a:pt x="1257312" y="240804"/>
                </a:lnTo>
                <a:lnTo>
                  <a:pt x="1262456" y="236232"/>
                </a:lnTo>
                <a:lnTo>
                  <a:pt x="1271028" y="228612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pic>
        <p:nvPicPr>
          <p:cNvPr id="99" name="object 99"/>
          <p:cNvPicPr/>
          <p:nvPr/>
        </p:nvPicPr>
        <p:blipFill>
          <a:blip r:embed="rId14" cstate="print"/>
          <a:stretch>
            <a:fillRect/>
          </a:stretch>
        </p:blipFill>
        <p:spPr>
          <a:xfrm>
            <a:off x="7761731" y="5677852"/>
            <a:ext cx="70103" cy="119443"/>
          </a:xfrm>
          <a:prstGeom prst="rect">
            <a:avLst/>
          </a:prstGeom>
        </p:spPr>
      </p:pic>
      <p:sp>
        <p:nvSpPr>
          <p:cNvPr id="100" name="object 100"/>
          <p:cNvSpPr/>
          <p:nvPr/>
        </p:nvSpPr>
        <p:spPr>
          <a:xfrm>
            <a:off x="8168640" y="5414784"/>
            <a:ext cx="852169" cy="407034"/>
          </a:xfrm>
          <a:custGeom>
            <a:avLst/>
            <a:gdLst/>
            <a:ahLst/>
            <a:cxnLst/>
            <a:rect l="l" t="t" r="r" b="b"/>
            <a:pathLst>
              <a:path w="852170" h="407035">
                <a:moveTo>
                  <a:pt x="121920" y="65519"/>
                </a:moveTo>
                <a:lnTo>
                  <a:pt x="91795" y="29756"/>
                </a:lnTo>
                <a:lnTo>
                  <a:pt x="59436" y="12179"/>
                </a:lnTo>
                <a:lnTo>
                  <a:pt x="54864" y="16751"/>
                </a:lnTo>
                <a:lnTo>
                  <a:pt x="68287" y="31330"/>
                </a:lnTo>
                <a:lnTo>
                  <a:pt x="78867" y="45326"/>
                </a:lnTo>
                <a:lnTo>
                  <a:pt x="86575" y="58762"/>
                </a:lnTo>
                <a:lnTo>
                  <a:pt x="91440" y="71615"/>
                </a:lnTo>
                <a:lnTo>
                  <a:pt x="95148" y="81318"/>
                </a:lnTo>
                <a:lnTo>
                  <a:pt x="99441" y="87426"/>
                </a:lnTo>
                <a:lnTo>
                  <a:pt x="104292" y="89839"/>
                </a:lnTo>
                <a:lnTo>
                  <a:pt x="109728" y="88379"/>
                </a:lnTo>
                <a:lnTo>
                  <a:pt x="113982" y="84378"/>
                </a:lnTo>
                <a:lnTo>
                  <a:pt x="117538" y="79235"/>
                </a:lnTo>
                <a:lnTo>
                  <a:pt x="120218" y="72948"/>
                </a:lnTo>
                <a:lnTo>
                  <a:pt x="121920" y="65519"/>
                </a:lnTo>
                <a:close/>
              </a:path>
              <a:path w="852170" h="407035">
                <a:moveTo>
                  <a:pt x="169164" y="284975"/>
                </a:moveTo>
                <a:lnTo>
                  <a:pt x="163068" y="280403"/>
                </a:lnTo>
                <a:lnTo>
                  <a:pt x="102108" y="336791"/>
                </a:lnTo>
                <a:lnTo>
                  <a:pt x="102108" y="175247"/>
                </a:lnTo>
                <a:lnTo>
                  <a:pt x="114681" y="166103"/>
                </a:lnTo>
                <a:lnTo>
                  <a:pt x="118872" y="163055"/>
                </a:lnTo>
                <a:lnTo>
                  <a:pt x="94488" y="138671"/>
                </a:lnTo>
                <a:lnTo>
                  <a:pt x="76200" y="156959"/>
                </a:lnTo>
                <a:lnTo>
                  <a:pt x="0" y="156959"/>
                </a:lnTo>
                <a:lnTo>
                  <a:pt x="15240" y="172199"/>
                </a:lnTo>
                <a:lnTo>
                  <a:pt x="25539" y="169964"/>
                </a:lnTo>
                <a:lnTo>
                  <a:pt x="36004" y="168008"/>
                </a:lnTo>
                <a:lnTo>
                  <a:pt x="46736" y="166636"/>
                </a:lnTo>
                <a:lnTo>
                  <a:pt x="57912" y="166103"/>
                </a:lnTo>
                <a:lnTo>
                  <a:pt x="77724" y="166103"/>
                </a:lnTo>
                <a:lnTo>
                  <a:pt x="77724" y="329171"/>
                </a:lnTo>
                <a:lnTo>
                  <a:pt x="77457" y="337197"/>
                </a:lnTo>
                <a:lnTo>
                  <a:pt x="77381" y="339102"/>
                </a:lnTo>
                <a:lnTo>
                  <a:pt x="76390" y="347268"/>
                </a:lnTo>
                <a:lnTo>
                  <a:pt x="74498" y="354253"/>
                </a:lnTo>
                <a:lnTo>
                  <a:pt x="71628" y="359651"/>
                </a:lnTo>
                <a:lnTo>
                  <a:pt x="94488" y="387083"/>
                </a:lnTo>
                <a:lnTo>
                  <a:pt x="104432" y="371132"/>
                </a:lnTo>
                <a:lnTo>
                  <a:pt x="120396" y="348602"/>
                </a:lnTo>
                <a:lnTo>
                  <a:pt x="129273" y="336791"/>
                </a:lnTo>
                <a:lnTo>
                  <a:pt x="142062" y="319798"/>
                </a:lnTo>
                <a:lnTo>
                  <a:pt x="169164" y="284975"/>
                </a:lnTo>
                <a:close/>
              </a:path>
              <a:path w="852170" h="407035">
                <a:moveTo>
                  <a:pt x="408432" y="361175"/>
                </a:moveTo>
                <a:lnTo>
                  <a:pt x="385572" y="327647"/>
                </a:lnTo>
                <a:lnTo>
                  <a:pt x="382524" y="280403"/>
                </a:lnTo>
                <a:lnTo>
                  <a:pt x="373380" y="280403"/>
                </a:lnTo>
                <a:lnTo>
                  <a:pt x="371475" y="322503"/>
                </a:lnTo>
                <a:lnTo>
                  <a:pt x="359664" y="365747"/>
                </a:lnTo>
                <a:lnTo>
                  <a:pt x="237744" y="365747"/>
                </a:lnTo>
                <a:lnTo>
                  <a:pt x="226618" y="363753"/>
                </a:lnTo>
                <a:lnTo>
                  <a:pt x="218503" y="357746"/>
                </a:lnTo>
                <a:lnTo>
                  <a:pt x="213525" y="347751"/>
                </a:lnTo>
                <a:lnTo>
                  <a:pt x="211836" y="333743"/>
                </a:lnTo>
                <a:lnTo>
                  <a:pt x="211836" y="190487"/>
                </a:lnTo>
                <a:lnTo>
                  <a:pt x="333756" y="190487"/>
                </a:lnTo>
                <a:lnTo>
                  <a:pt x="333756" y="214871"/>
                </a:lnTo>
                <a:lnTo>
                  <a:pt x="359664" y="202679"/>
                </a:lnTo>
                <a:lnTo>
                  <a:pt x="359067" y="190487"/>
                </a:lnTo>
                <a:lnTo>
                  <a:pt x="358775" y="184683"/>
                </a:lnTo>
                <a:lnTo>
                  <a:pt x="358724" y="181343"/>
                </a:lnTo>
                <a:lnTo>
                  <a:pt x="358343" y="156959"/>
                </a:lnTo>
                <a:lnTo>
                  <a:pt x="358254" y="138671"/>
                </a:lnTo>
                <a:lnTo>
                  <a:pt x="358140" y="65519"/>
                </a:lnTo>
                <a:lnTo>
                  <a:pt x="366839" y="59423"/>
                </a:lnTo>
                <a:lnTo>
                  <a:pt x="373380" y="54851"/>
                </a:lnTo>
                <a:lnTo>
                  <a:pt x="348996" y="30467"/>
                </a:lnTo>
                <a:lnTo>
                  <a:pt x="332232" y="48755"/>
                </a:lnTo>
                <a:lnTo>
                  <a:pt x="166116" y="48755"/>
                </a:lnTo>
                <a:lnTo>
                  <a:pt x="182880" y="63995"/>
                </a:lnTo>
                <a:lnTo>
                  <a:pt x="191731" y="62001"/>
                </a:lnTo>
                <a:lnTo>
                  <a:pt x="200025" y="60566"/>
                </a:lnTo>
                <a:lnTo>
                  <a:pt x="207733" y="59715"/>
                </a:lnTo>
                <a:lnTo>
                  <a:pt x="214884" y="59423"/>
                </a:lnTo>
                <a:lnTo>
                  <a:pt x="333756" y="59423"/>
                </a:lnTo>
                <a:lnTo>
                  <a:pt x="333756" y="181343"/>
                </a:lnTo>
                <a:lnTo>
                  <a:pt x="213360" y="181343"/>
                </a:lnTo>
                <a:lnTo>
                  <a:pt x="185928" y="163055"/>
                </a:lnTo>
                <a:lnTo>
                  <a:pt x="186804" y="178777"/>
                </a:lnTo>
                <a:lnTo>
                  <a:pt x="187261" y="193916"/>
                </a:lnTo>
                <a:lnTo>
                  <a:pt x="187350" y="202679"/>
                </a:lnTo>
                <a:lnTo>
                  <a:pt x="187452" y="342887"/>
                </a:lnTo>
                <a:lnTo>
                  <a:pt x="190284" y="361772"/>
                </a:lnTo>
                <a:lnTo>
                  <a:pt x="198691" y="375081"/>
                </a:lnTo>
                <a:lnTo>
                  <a:pt x="212521" y="382968"/>
                </a:lnTo>
                <a:lnTo>
                  <a:pt x="231648" y="385559"/>
                </a:lnTo>
                <a:lnTo>
                  <a:pt x="365760" y="385559"/>
                </a:lnTo>
                <a:lnTo>
                  <a:pt x="379704" y="384111"/>
                </a:lnTo>
                <a:lnTo>
                  <a:pt x="391668" y="379653"/>
                </a:lnTo>
                <a:lnTo>
                  <a:pt x="401332" y="372059"/>
                </a:lnTo>
                <a:lnTo>
                  <a:pt x="405447" y="365747"/>
                </a:lnTo>
                <a:lnTo>
                  <a:pt x="408432" y="361175"/>
                </a:lnTo>
                <a:close/>
              </a:path>
              <a:path w="852170" h="407035">
                <a:moveTo>
                  <a:pt x="582091" y="86690"/>
                </a:moveTo>
                <a:lnTo>
                  <a:pt x="543128" y="42811"/>
                </a:lnTo>
                <a:lnTo>
                  <a:pt x="516636" y="25908"/>
                </a:lnTo>
                <a:lnTo>
                  <a:pt x="510540" y="30480"/>
                </a:lnTo>
                <a:lnTo>
                  <a:pt x="526008" y="49072"/>
                </a:lnTo>
                <a:lnTo>
                  <a:pt x="538353" y="66103"/>
                </a:lnTo>
                <a:lnTo>
                  <a:pt x="547827" y="81699"/>
                </a:lnTo>
                <a:lnTo>
                  <a:pt x="554736" y="96012"/>
                </a:lnTo>
                <a:lnTo>
                  <a:pt x="557784" y="106680"/>
                </a:lnTo>
                <a:lnTo>
                  <a:pt x="562356" y="112776"/>
                </a:lnTo>
                <a:lnTo>
                  <a:pt x="569976" y="112776"/>
                </a:lnTo>
                <a:lnTo>
                  <a:pt x="573024" y="109728"/>
                </a:lnTo>
                <a:lnTo>
                  <a:pt x="577596" y="103632"/>
                </a:lnTo>
                <a:lnTo>
                  <a:pt x="580428" y="98742"/>
                </a:lnTo>
                <a:lnTo>
                  <a:pt x="581977" y="93154"/>
                </a:lnTo>
                <a:lnTo>
                  <a:pt x="582091" y="86690"/>
                </a:lnTo>
                <a:close/>
              </a:path>
              <a:path w="852170" h="407035">
                <a:moveTo>
                  <a:pt x="760476" y="271272"/>
                </a:moveTo>
                <a:lnTo>
                  <a:pt x="724852" y="228790"/>
                </a:lnTo>
                <a:lnTo>
                  <a:pt x="662940" y="198120"/>
                </a:lnTo>
                <a:lnTo>
                  <a:pt x="658368" y="205740"/>
                </a:lnTo>
                <a:lnTo>
                  <a:pt x="684364" y="226568"/>
                </a:lnTo>
                <a:lnTo>
                  <a:pt x="705231" y="245554"/>
                </a:lnTo>
                <a:lnTo>
                  <a:pt x="720940" y="262521"/>
                </a:lnTo>
                <a:lnTo>
                  <a:pt x="737806" y="286245"/>
                </a:lnTo>
                <a:lnTo>
                  <a:pt x="742950" y="292417"/>
                </a:lnTo>
                <a:lnTo>
                  <a:pt x="746950" y="296011"/>
                </a:lnTo>
                <a:lnTo>
                  <a:pt x="749808" y="297180"/>
                </a:lnTo>
                <a:lnTo>
                  <a:pt x="751332" y="297180"/>
                </a:lnTo>
                <a:lnTo>
                  <a:pt x="754380" y="294132"/>
                </a:lnTo>
                <a:lnTo>
                  <a:pt x="755904" y="288036"/>
                </a:lnTo>
                <a:lnTo>
                  <a:pt x="758952" y="281940"/>
                </a:lnTo>
                <a:lnTo>
                  <a:pt x="760476" y="277368"/>
                </a:lnTo>
                <a:lnTo>
                  <a:pt x="760476" y="271272"/>
                </a:lnTo>
                <a:close/>
              </a:path>
              <a:path w="852170" h="407035">
                <a:moveTo>
                  <a:pt x="851916" y="137160"/>
                </a:moveTo>
                <a:lnTo>
                  <a:pt x="821436" y="112776"/>
                </a:lnTo>
                <a:lnTo>
                  <a:pt x="806196" y="135636"/>
                </a:lnTo>
                <a:lnTo>
                  <a:pt x="658368" y="135636"/>
                </a:lnTo>
                <a:lnTo>
                  <a:pt x="662406" y="110490"/>
                </a:lnTo>
                <a:lnTo>
                  <a:pt x="665607" y="85344"/>
                </a:lnTo>
                <a:lnTo>
                  <a:pt x="668223" y="60198"/>
                </a:lnTo>
                <a:lnTo>
                  <a:pt x="670560" y="35052"/>
                </a:lnTo>
                <a:lnTo>
                  <a:pt x="688848" y="22860"/>
                </a:lnTo>
                <a:lnTo>
                  <a:pt x="641604" y="0"/>
                </a:lnTo>
                <a:lnTo>
                  <a:pt x="641007" y="36614"/>
                </a:lnTo>
                <a:lnTo>
                  <a:pt x="639127" y="71247"/>
                </a:lnTo>
                <a:lnTo>
                  <a:pt x="635812" y="104152"/>
                </a:lnTo>
                <a:lnTo>
                  <a:pt x="630936" y="135636"/>
                </a:lnTo>
                <a:lnTo>
                  <a:pt x="469392" y="135636"/>
                </a:lnTo>
                <a:lnTo>
                  <a:pt x="484632" y="150876"/>
                </a:lnTo>
                <a:lnTo>
                  <a:pt x="494931" y="148869"/>
                </a:lnTo>
                <a:lnTo>
                  <a:pt x="505396" y="147447"/>
                </a:lnTo>
                <a:lnTo>
                  <a:pt x="516128" y="146583"/>
                </a:lnTo>
                <a:lnTo>
                  <a:pt x="527304" y="146304"/>
                </a:lnTo>
                <a:lnTo>
                  <a:pt x="629412" y="146304"/>
                </a:lnTo>
                <a:lnTo>
                  <a:pt x="619404" y="186537"/>
                </a:lnTo>
                <a:lnTo>
                  <a:pt x="605409" y="224790"/>
                </a:lnTo>
                <a:lnTo>
                  <a:pt x="587400" y="260743"/>
                </a:lnTo>
                <a:lnTo>
                  <a:pt x="565404" y="294132"/>
                </a:lnTo>
                <a:lnTo>
                  <a:pt x="539635" y="325577"/>
                </a:lnTo>
                <a:lnTo>
                  <a:pt x="512445" y="353758"/>
                </a:lnTo>
                <a:lnTo>
                  <a:pt x="483527" y="378777"/>
                </a:lnTo>
                <a:lnTo>
                  <a:pt x="452628" y="400812"/>
                </a:lnTo>
                <a:lnTo>
                  <a:pt x="455676" y="406908"/>
                </a:lnTo>
                <a:lnTo>
                  <a:pt x="516445" y="371284"/>
                </a:lnTo>
                <a:lnTo>
                  <a:pt x="546328" y="347103"/>
                </a:lnTo>
                <a:lnTo>
                  <a:pt x="576072" y="318516"/>
                </a:lnTo>
                <a:lnTo>
                  <a:pt x="603262" y="283883"/>
                </a:lnTo>
                <a:lnTo>
                  <a:pt x="625602" y="243840"/>
                </a:lnTo>
                <a:lnTo>
                  <a:pt x="643343" y="198120"/>
                </a:lnTo>
                <a:lnTo>
                  <a:pt x="656844" y="146304"/>
                </a:lnTo>
                <a:lnTo>
                  <a:pt x="810768" y="146304"/>
                </a:lnTo>
                <a:lnTo>
                  <a:pt x="803363" y="226568"/>
                </a:lnTo>
                <a:lnTo>
                  <a:pt x="796861" y="287274"/>
                </a:lnTo>
                <a:lnTo>
                  <a:pt x="791260" y="326745"/>
                </a:lnTo>
                <a:lnTo>
                  <a:pt x="767524" y="363093"/>
                </a:lnTo>
                <a:lnTo>
                  <a:pt x="758952" y="364236"/>
                </a:lnTo>
                <a:lnTo>
                  <a:pt x="746353" y="363893"/>
                </a:lnTo>
                <a:lnTo>
                  <a:pt x="729043" y="362712"/>
                </a:lnTo>
                <a:lnTo>
                  <a:pt x="706869" y="360375"/>
                </a:lnTo>
                <a:lnTo>
                  <a:pt x="679704" y="356616"/>
                </a:lnTo>
                <a:lnTo>
                  <a:pt x="679704" y="365760"/>
                </a:lnTo>
                <a:lnTo>
                  <a:pt x="707174" y="372618"/>
                </a:lnTo>
                <a:lnTo>
                  <a:pt x="728091" y="381762"/>
                </a:lnTo>
                <a:lnTo>
                  <a:pt x="742708" y="393192"/>
                </a:lnTo>
                <a:lnTo>
                  <a:pt x="751332" y="406908"/>
                </a:lnTo>
                <a:lnTo>
                  <a:pt x="763562" y="402907"/>
                </a:lnTo>
                <a:lnTo>
                  <a:pt x="802309" y="375183"/>
                </a:lnTo>
                <a:lnTo>
                  <a:pt x="809205" y="364236"/>
                </a:lnTo>
                <a:lnTo>
                  <a:pt x="814362" y="352323"/>
                </a:lnTo>
                <a:lnTo>
                  <a:pt x="822096" y="314820"/>
                </a:lnTo>
                <a:lnTo>
                  <a:pt x="826389" y="276034"/>
                </a:lnTo>
                <a:lnTo>
                  <a:pt x="831240" y="221526"/>
                </a:lnTo>
                <a:lnTo>
                  <a:pt x="836676" y="150876"/>
                </a:lnTo>
                <a:lnTo>
                  <a:pt x="841756" y="146304"/>
                </a:lnTo>
                <a:lnTo>
                  <a:pt x="851916" y="13716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1" name="object 101"/>
          <p:cNvSpPr/>
          <p:nvPr/>
        </p:nvSpPr>
        <p:spPr>
          <a:xfrm>
            <a:off x="2135111" y="5923788"/>
            <a:ext cx="951230" cy="428625"/>
          </a:xfrm>
          <a:custGeom>
            <a:avLst/>
            <a:gdLst/>
            <a:ahLst/>
            <a:cxnLst/>
            <a:rect l="l" t="t" r="r" b="b"/>
            <a:pathLst>
              <a:path w="951230" h="428625">
                <a:moveTo>
                  <a:pt x="204216" y="211848"/>
                </a:moveTo>
                <a:lnTo>
                  <a:pt x="198310" y="160604"/>
                </a:lnTo>
                <a:lnTo>
                  <a:pt x="179832" y="121932"/>
                </a:lnTo>
                <a:lnTo>
                  <a:pt x="161544" y="103035"/>
                </a:lnTo>
                <a:lnTo>
                  <a:pt x="161544" y="216420"/>
                </a:lnTo>
                <a:lnTo>
                  <a:pt x="160426" y="238721"/>
                </a:lnTo>
                <a:lnTo>
                  <a:pt x="144780" y="286524"/>
                </a:lnTo>
                <a:lnTo>
                  <a:pt x="109639" y="306451"/>
                </a:lnTo>
                <a:lnTo>
                  <a:pt x="94488" y="307860"/>
                </a:lnTo>
                <a:lnTo>
                  <a:pt x="87655" y="307594"/>
                </a:lnTo>
                <a:lnTo>
                  <a:pt x="41148" y="294144"/>
                </a:lnTo>
                <a:lnTo>
                  <a:pt x="41148" y="155460"/>
                </a:lnTo>
                <a:lnTo>
                  <a:pt x="48298" y="149148"/>
                </a:lnTo>
                <a:lnTo>
                  <a:pt x="56007" y="143840"/>
                </a:lnTo>
                <a:lnTo>
                  <a:pt x="64300" y="139382"/>
                </a:lnTo>
                <a:lnTo>
                  <a:pt x="73152" y="135648"/>
                </a:lnTo>
                <a:lnTo>
                  <a:pt x="81178" y="131876"/>
                </a:lnTo>
                <a:lnTo>
                  <a:pt x="89344" y="129552"/>
                </a:lnTo>
                <a:lnTo>
                  <a:pt x="97802" y="128358"/>
                </a:lnTo>
                <a:lnTo>
                  <a:pt x="106680" y="128028"/>
                </a:lnTo>
                <a:lnTo>
                  <a:pt x="120421" y="129209"/>
                </a:lnTo>
                <a:lnTo>
                  <a:pt x="155117" y="162191"/>
                </a:lnTo>
                <a:lnTo>
                  <a:pt x="161544" y="216420"/>
                </a:lnTo>
                <a:lnTo>
                  <a:pt x="161544" y="103035"/>
                </a:lnTo>
                <a:lnTo>
                  <a:pt x="152400" y="96596"/>
                </a:lnTo>
                <a:lnTo>
                  <a:pt x="135255" y="90424"/>
                </a:lnTo>
                <a:lnTo>
                  <a:pt x="115824" y="88404"/>
                </a:lnTo>
                <a:lnTo>
                  <a:pt x="104686" y="88976"/>
                </a:lnTo>
                <a:lnTo>
                  <a:pt x="65798" y="102400"/>
                </a:lnTo>
                <a:lnTo>
                  <a:pt x="41148" y="120408"/>
                </a:lnTo>
                <a:lnTo>
                  <a:pt x="41148" y="12"/>
                </a:lnTo>
                <a:lnTo>
                  <a:pt x="0" y="12"/>
                </a:lnTo>
                <a:lnTo>
                  <a:pt x="0" y="338340"/>
                </a:lnTo>
                <a:lnTo>
                  <a:pt x="38100" y="338340"/>
                </a:lnTo>
                <a:lnTo>
                  <a:pt x="41148" y="326148"/>
                </a:lnTo>
                <a:lnTo>
                  <a:pt x="48006" y="330428"/>
                </a:lnTo>
                <a:lnTo>
                  <a:pt x="84963" y="343293"/>
                </a:lnTo>
                <a:lnTo>
                  <a:pt x="103632" y="344436"/>
                </a:lnTo>
                <a:lnTo>
                  <a:pt x="124256" y="342150"/>
                </a:lnTo>
                <a:lnTo>
                  <a:pt x="142875" y="335292"/>
                </a:lnTo>
                <a:lnTo>
                  <a:pt x="156400" y="326148"/>
                </a:lnTo>
                <a:lnTo>
                  <a:pt x="159791" y="323862"/>
                </a:lnTo>
                <a:lnTo>
                  <a:pt x="175260" y="307860"/>
                </a:lnTo>
                <a:lnTo>
                  <a:pt x="188150" y="288353"/>
                </a:lnTo>
                <a:lnTo>
                  <a:pt x="197167" y="266141"/>
                </a:lnTo>
                <a:lnTo>
                  <a:pt x="202488" y="240779"/>
                </a:lnTo>
                <a:lnTo>
                  <a:pt x="204216" y="211848"/>
                </a:lnTo>
                <a:close/>
              </a:path>
              <a:path w="951230" h="428625">
                <a:moveTo>
                  <a:pt x="440436" y="198132"/>
                </a:moveTo>
                <a:lnTo>
                  <a:pt x="435940" y="160197"/>
                </a:lnTo>
                <a:lnTo>
                  <a:pt x="419366" y="123075"/>
                </a:lnTo>
                <a:lnTo>
                  <a:pt x="400812" y="105003"/>
                </a:lnTo>
                <a:lnTo>
                  <a:pt x="400812" y="188988"/>
                </a:lnTo>
                <a:lnTo>
                  <a:pt x="271272" y="188988"/>
                </a:lnTo>
                <a:lnTo>
                  <a:pt x="272440" y="182143"/>
                </a:lnTo>
                <a:lnTo>
                  <a:pt x="273748" y="175463"/>
                </a:lnTo>
                <a:lnTo>
                  <a:pt x="275348" y="169049"/>
                </a:lnTo>
                <a:lnTo>
                  <a:pt x="277368" y="163080"/>
                </a:lnTo>
                <a:lnTo>
                  <a:pt x="280416" y="153936"/>
                </a:lnTo>
                <a:lnTo>
                  <a:pt x="312420" y="126504"/>
                </a:lnTo>
                <a:lnTo>
                  <a:pt x="339852" y="121932"/>
                </a:lnTo>
                <a:lnTo>
                  <a:pt x="347573" y="122212"/>
                </a:lnTo>
                <a:lnTo>
                  <a:pt x="390144" y="146316"/>
                </a:lnTo>
                <a:lnTo>
                  <a:pt x="399884" y="181267"/>
                </a:lnTo>
                <a:lnTo>
                  <a:pt x="400812" y="188988"/>
                </a:lnTo>
                <a:lnTo>
                  <a:pt x="400812" y="105003"/>
                </a:lnTo>
                <a:lnTo>
                  <a:pt x="398907" y="103454"/>
                </a:lnTo>
                <a:lnTo>
                  <a:pt x="353809" y="88709"/>
                </a:lnTo>
                <a:lnTo>
                  <a:pt x="342900" y="88404"/>
                </a:lnTo>
                <a:lnTo>
                  <a:pt x="318897" y="90665"/>
                </a:lnTo>
                <a:lnTo>
                  <a:pt x="277749" y="108331"/>
                </a:lnTo>
                <a:lnTo>
                  <a:pt x="247484" y="142290"/>
                </a:lnTo>
                <a:lnTo>
                  <a:pt x="232105" y="189674"/>
                </a:lnTo>
                <a:lnTo>
                  <a:pt x="230124" y="217944"/>
                </a:lnTo>
                <a:lnTo>
                  <a:pt x="232130" y="246176"/>
                </a:lnTo>
                <a:lnTo>
                  <a:pt x="248132" y="292950"/>
                </a:lnTo>
                <a:lnTo>
                  <a:pt x="279831" y="325145"/>
                </a:lnTo>
                <a:lnTo>
                  <a:pt x="324929" y="342188"/>
                </a:lnTo>
                <a:lnTo>
                  <a:pt x="352044" y="344436"/>
                </a:lnTo>
                <a:lnTo>
                  <a:pt x="362712" y="344436"/>
                </a:lnTo>
                <a:lnTo>
                  <a:pt x="370332" y="342912"/>
                </a:lnTo>
                <a:lnTo>
                  <a:pt x="376428" y="341388"/>
                </a:lnTo>
                <a:lnTo>
                  <a:pt x="382524" y="341388"/>
                </a:lnTo>
                <a:lnTo>
                  <a:pt x="390144" y="339864"/>
                </a:lnTo>
                <a:lnTo>
                  <a:pt x="397764" y="336816"/>
                </a:lnTo>
                <a:lnTo>
                  <a:pt x="409956" y="333768"/>
                </a:lnTo>
                <a:lnTo>
                  <a:pt x="425196" y="327672"/>
                </a:lnTo>
                <a:lnTo>
                  <a:pt x="429768" y="324624"/>
                </a:lnTo>
                <a:lnTo>
                  <a:pt x="435864" y="323100"/>
                </a:lnTo>
                <a:lnTo>
                  <a:pt x="435864" y="307860"/>
                </a:lnTo>
                <a:lnTo>
                  <a:pt x="435864" y="278904"/>
                </a:lnTo>
                <a:lnTo>
                  <a:pt x="432816" y="278904"/>
                </a:lnTo>
                <a:lnTo>
                  <a:pt x="396608" y="299453"/>
                </a:lnTo>
                <a:lnTo>
                  <a:pt x="358673" y="307594"/>
                </a:lnTo>
                <a:lnTo>
                  <a:pt x="352044" y="307860"/>
                </a:lnTo>
                <a:lnTo>
                  <a:pt x="333756" y="306425"/>
                </a:lnTo>
                <a:lnTo>
                  <a:pt x="292608" y="285000"/>
                </a:lnTo>
                <a:lnTo>
                  <a:pt x="272681" y="240626"/>
                </a:lnTo>
                <a:lnTo>
                  <a:pt x="271272" y="220992"/>
                </a:lnTo>
                <a:lnTo>
                  <a:pt x="440436" y="220992"/>
                </a:lnTo>
                <a:lnTo>
                  <a:pt x="440436" y="198132"/>
                </a:lnTo>
                <a:close/>
              </a:path>
              <a:path w="951230" h="428625">
                <a:moveTo>
                  <a:pt x="641616" y="268236"/>
                </a:moveTo>
                <a:lnTo>
                  <a:pt x="627900" y="225564"/>
                </a:lnTo>
                <a:lnTo>
                  <a:pt x="588276" y="202704"/>
                </a:lnTo>
                <a:lnTo>
                  <a:pt x="579132" y="201180"/>
                </a:lnTo>
                <a:lnTo>
                  <a:pt x="556272" y="196608"/>
                </a:lnTo>
                <a:lnTo>
                  <a:pt x="516648" y="181368"/>
                </a:lnTo>
                <a:lnTo>
                  <a:pt x="509028" y="167652"/>
                </a:lnTo>
                <a:lnTo>
                  <a:pt x="509028" y="158508"/>
                </a:lnTo>
                <a:lnTo>
                  <a:pt x="538365" y="125742"/>
                </a:lnTo>
                <a:lnTo>
                  <a:pt x="556272" y="123456"/>
                </a:lnTo>
                <a:lnTo>
                  <a:pt x="566318" y="124002"/>
                </a:lnTo>
                <a:lnTo>
                  <a:pt x="605015" y="134810"/>
                </a:lnTo>
                <a:lnTo>
                  <a:pt x="630948" y="150888"/>
                </a:lnTo>
                <a:lnTo>
                  <a:pt x="632472" y="150888"/>
                </a:lnTo>
                <a:lnTo>
                  <a:pt x="632472" y="106692"/>
                </a:lnTo>
                <a:lnTo>
                  <a:pt x="625297" y="103276"/>
                </a:lnTo>
                <a:lnTo>
                  <a:pt x="588657" y="92494"/>
                </a:lnTo>
                <a:lnTo>
                  <a:pt x="557796" y="89928"/>
                </a:lnTo>
                <a:lnTo>
                  <a:pt x="538340" y="91084"/>
                </a:lnTo>
                <a:lnTo>
                  <a:pt x="492264" y="109740"/>
                </a:lnTo>
                <a:lnTo>
                  <a:pt x="468045" y="147662"/>
                </a:lnTo>
                <a:lnTo>
                  <a:pt x="466356" y="163080"/>
                </a:lnTo>
                <a:lnTo>
                  <a:pt x="467207" y="175082"/>
                </a:lnTo>
                <a:lnTo>
                  <a:pt x="486905" y="211886"/>
                </a:lnTo>
                <a:lnTo>
                  <a:pt x="519696" y="228612"/>
                </a:lnTo>
                <a:lnTo>
                  <a:pt x="527316" y="231660"/>
                </a:lnTo>
                <a:lnTo>
                  <a:pt x="534936" y="233184"/>
                </a:lnTo>
                <a:lnTo>
                  <a:pt x="544080" y="234708"/>
                </a:lnTo>
                <a:lnTo>
                  <a:pt x="559320" y="237756"/>
                </a:lnTo>
                <a:lnTo>
                  <a:pt x="563892" y="239280"/>
                </a:lnTo>
                <a:lnTo>
                  <a:pt x="573316" y="241820"/>
                </a:lnTo>
                <a:lnTo>
                  <a:pt x="581037" y="244805"/>
                </a:lnTo>
                <a:lnTo>
                  <a:pt x="587032" y="248056"/>
                </a:lnTo>
                <a:lnTo>
                  <a:pt x="597420" y="256044"/>
                </a:lnTo>
                <a:lnTo>
                  <a:pt x="600468" y="263664"/>
                </a:lnTo>
                <a:lnTo>
                  <a:pt x="600468" y="281952"/>
                </a:lnTo>
                <a:lnTo>
                  <a:pt x="598944" y="286524"/>
                </a:lnTo>
                <a:lnTo>
                  <a:pt x="595896" y="291096"/>
                </a:lnTo>
                <a:lnTo>
                  <a:pt x="594372" y="294144"/>
                </a:lnTo>
                <a:lnTo>
                  <a:pt x="591324" y="298716"/>
                </a:lnTo>
                <a:lnTo>
                  <a:pt x="582180" y="303288"/>
                </a:lnTo>
                <a:lnTo>
                  <a:pt x="576084" y="304812"/>
                </a:lnTo>
                <a:lnTo>
                  <a:pt x="568464" y="306336"/>
                </a:lnTo>
                <a:lnTo>
                  <a:pt x="562368" y="307860"/>
                </a:lnTo>
                <a:lnTo>
                  <a:pt x="554748" y="309384"/>
                </a:lnTo>
                <a:lnTo>
                  <a:pt x="548652" y="309384"/>
                </a:lnTo>
                <a:lnTo>
                  <a:pt x="505980" y="300240"/>
                </a:lnTo>
                <a:lnTo>
                  <a:pt x="499884" y="297192"/>
                </a:lnTo>
                <a:lnTo>
                  <a:pt x="490740" y="294144"/>
                </a:lnTo>
                <a:lnTo>
                  <a:pt x="484644" y="289572"/>
                </a:lnTo>
                <a:lnTo>
                  <a:pt x="470928" y="280428"/>
                </a:lnTo>
                <a:lnTo>
                  <a:pt x="467880" y="277380"/>
                </a:lnTo>
                <a:lnTo>
                  <a:pt x="466356" y="277380"/>
                </a:lnTo>
                <a:lnTo>
                  <a:pt x="466356" y="323100"/>
                </a:lnTo>
                <a:lnTo>
                  <a:pt x="473760" y="327380"/>
                </a:lnTo>
                <a:lnTo>
                  <a:pt x="482168" y="331101"/>
                </a:lnTo>
                <a:lnTo>
                  <a:pt x="491426" y="334238"/>
                </a:lnTo>
                <a:lnTo>
                  <a:pt x="501408" y="336816"/>
                </a:lnTo>
                <a:lnTo>
                  <a:pt x="511975" y="339928"/>
                </a:lnTo>
                <a:lnTo>
                  <a:pt x="523125" y="342341"/>
                </a:lnTo>
                <a:lnTo>
                  <a:pt x="534835" y="343877"/>
                </a:lnTo>
                <a:lnTo>
                  <a:pt x="547128" y="344436"/>
                </a:lnTo>
                <a:lnTo>
                  <a:pt x="559130" y="343903"/>
                </a:lnTo>
                <a:lnTo>
                  <a:pt x="603326" y="331101"/>
                </a:lnTo>
                <a:lnTo>
                  <a:pt x="631799" y="303999"/>
                </a:lnTo>
                <a:lnTo>
                  <a:pt x="641299" y="275971"/>
                </a:lnTo>
                <a:lnTo>
                  <a:pt x="641616" y="268236"/>
                </a:lnTo>
                <a:close/>
              </a:path>
              <a:path w="951230" h="428625">
                <a:moveTo>
                  <a:pt x="798588" y="94488"/>
                </a:moveTo>
                <a:lnTo>
                  <a:pt x="722388" y="94488"/>
                </a:lnTo>
                <a:lnTo>
                  <a:pt x="722388" y="25908"/>
                </a:lnTo>
                <a:lnTo>
                  <a:pt x="682764" y="25908"/>
                </a:lnTo>
                <a:lnTo>
                  <a:pt x="682764" y="94488"/>
                </a:lnTo>
                <a:lnTo>
                  <a:pt x="655332" y="94488"/>
                </a:lnTo>
                <a:lnTo>
                  <a:pt x="655332" y="129540"/>
                </a:lnTo>
                <a:lnTo>
                  <a:pt x="682764" y="129540"/>
                </a:lnTo>
                <a:lnTo>
                  <a:pt x="682764" y="263652"/>
                </a:lnTo>
                <a:lnTo>
                  <a:pt x="683907" y="282803"/>
                </a:lnTo>
                <a:lnTo>
                  <a:pt x="701052" y="323088"/>
                </a:lnTo>
                <a:lnTo>
                  <a:pt x="737476" y="341744"/>
                </a:lnTo>
                <a:lnTo>
                  <a:pt x="752868" y="342900"/>
                </a:lnTo>
                <a:lnTo>
                  <a:pt x="766584" y="342900"/>
                </a:lnTo>
                <a:lnTo>
                  <a:pt x="774204" y="341376"/>
                </a:lnTo>
                <a:lnTo>
                  <a:pt x="783348" y="339852"/>
                </a:lnTo>
                <a:lnTo>
                  <a:pt x="790968" y="338328"/>
                </a:lnTo>
                <a:lnTo>
                  <a:pt x="798588" y="335280"/>
                </a:lnTo>
                <a:lnTo>
                  <a:pt x="798588" y="298704"/>
                </a:lnTo>
                <a:lnTo>
                  <a:pt x="795540" y="298704"/>
                </a:lnTo>
                <a:lnTo>
                  <a:pt x="792492" y="300228"/>
                </a:lnTo>
                <a:lnTo>
                  <a:pt x="787920" y="301752"/>
                </a:lnTo>
                <a:lnTo>
                  <a:pt x="781824" y="303276"/>
                </a:lnTo>
                <a:lnTo>
                  <a:pt x="775728" y="306324"/>
                </a:lnTo>
                <a:lnTo>
                  <a:pt x="746772" y="306324"/>
                </a:lnTo>
                <a:lnTo>
                  <a:pt x="734580" y="300228"/>
                </a:lnTo>
                <a:lnTo>
                  <a:pt x="731532" y="297180"/>
                </a:lnTo>
                <a:lnTo>
                  <a:pt x="728484" y="291084"/>
                </a:lnTo>
                <a:lnTo>
                  <a:pt x="725436" y="286512"/>
                </a:lnTo>
                <a:lnTo>
                  <a:pt x="723912" y="278892"/>
                </a:lnTo>
                <a:lnTo>
                  <a:pt x="723912" y="272796"/>
                </a:lnTo>
                <a:lnTo>
                  <a:pt x="723671" y="267639"/>
                </a:lnTo>
                <a:lnTo>
                  <a:pt x="722617" y="253301"/>
                </a:lnTo>
                <a:lnTo>
                  <a:pt x="722388" y="243840"/>
                </a:lnTo>
                <a:lnTo>
                  <a:pt x="722388" y="129540"/>
                </a:lnTo>
                <a:lnTo>
                  <a:pt x="798588" y="129540"/>
                </a:lnTo>
                <a:lnTo>
                  <a:pt x="798588" y="94488"/>
                </a:lnTo>
                <a:close/>
              </a:path>
              <a:path w="951230" h="428625">
                <a:moveTo>
                  <a:pt x="950988" y="0"/>
                </a:moveTo>
                <a:lnTo>
                  <a:pt x="902220" y="0"/>
                </a:lnTo>
                <a:lnTo>
                  <a:pt x="883932" y="23152"/>
                </a:lnTo>
                <a:lnTo>
                  <a:pt x="854214" y="71158"/>
                </a:lnTo>
                <a:lnTo>
                  <a:pt x="833018" y="122288"/>
                </a:lnTo>
                <a:lnTo>
                  <a:pt x="822629" y="181102"/>
                </a:lnTo>
                <a:lnTo>
                  <a:pt x="821448" y="213360"/>
                </a:lnTo>
                <a:lnTo>
                  <a:pt x="822629" y="246507"/>
                </a:lnTo>
                <a:lnTo>
                  <a:pt x="833018" y="305943"/>
                </a:lnTo>
                <a:lnTo>
                  <a:pt x="854214" y="357098"/>
                </a:lnTo>
                <a:lnTo>
                  <a:pt x="883932" y="405104"/>
                </a:lnTo>
                <a:lnTo>
                  <a:pt x="902220" y="428244"/>
                </a:lnTo>
                <a:lnTo>
                  <a:pt x="950988" y="428244"/>
                </a:lnTo>
                <a:lnTo>
                  <a:pt x="950988" y="425196"/>
                </a:lnTo>
                <a:lnTo>
                  <a:pt x="942987" y="417766"/>
                </a:lnTo>
                <a:lnTo>
                  <a:pt x="934986" y="409194"/>
                </a:lnTo>
                <a:lnTo>
                  <a:pt x="926985" y="399478"/>
                </a:lnTo>
                <a:lnTo>
                  <a:pt x="918984" y="388620"/>
                </a:lnTo>
                <a:lnTo>
                  <a:pt x="910361" y="377786"/>
                </a:lnTo>
                <a:lnTo>
                  <a:pt x="888504" y="339852"/>
                </a:lnTo>
                <a:lnTo>
                  <a:pt x="871143" y="296786"/>
                </a:lnTo>
                <a:lnTo>
                  <a:pt x="861072" y="248793"/>
                </a:lnTo>
                <a:lnTo>
                  <a:pt x="859548" y="213360"/>
                </a:lnTo>
                <a:lnTo>
                  <a:pt x="860094" y="196240"/>
                </a:lnTo>
                <a:lnTo>
                  <a:pt x="867168" y="146304"/>
                </a:lnTo>
                <a:lnTo>
                  <a:pt x="882167" y="100876"/>
                </a:lnTo>
                <a:lnTo>
                  <a:pt x="902411" y="60769"/>
                </a:lnTo>
                <a:lnTo>
                  <a:pt x="925690" y="28105"/>
                </a:lnTo>
                <a:lnTo>
                  <a:pt x="950988" y="1524"/>
                </a:lnTo>
                <a:lnTo>
                  <a:pt x="950988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2" name="object 102"/>
          <p:cNvSpPr/>
          <p:nvPr/>
        </p:nvSpPr>
        <p:spPr>
          <a:xfrm>
            <a:off x="3133344" y="5923788"/>
            <a:ext cx="490855" cy="428625"/>
          </a:xfrm>
          <a:custGeom>
            <a:avLst/>
            <a:gdLst/>
            <a:ahLst/>
            <a:cxnLst/>
            <a:rect l="l" t="t" r="r" b="b"/>
            <a:pathLst>
              <a:path w="490854" h="428625">
                <a:moveTo>
                  <a:pt x="315468" y="178308"/>
                </a:moveTo>
                <a:lnTo>
                  <a:pt x="310896" y="137160"/>
                </a:lnTo>
                <a:lnTo>
                  <a:pt x="290791" y="104330"/>
                </a:lnTo>
                <a:lnTo>
                  <a:pt x="251574" y="88684"/>
                </a:lnTo>
                <a:lnTo>
                  <a:pt x="243840" y="88392"/>
                </a:lnTo>
                <a:lnTo>
                  <a:pt x="233807" y="88988"/>
                </a:lnTo>
                <a:lnTo>
                  <a:pt x="197472" y="105346"/>
                </a:lnTo>
                <a:lnTo>
                  <a:pt x="170688" y="131064"/>
                </a:lnTo>
                <a:lnTo>
                  <a:pt x="165557" y="120472"/>
                </a:lnTo>
                <a:lnTo>
                  <a:pt x="136245" y="93535"/>
                </a:lnTo>
                <a:lnTo>
                  <a:pt x="106680" y="88392"/>
                </a:lnTo>
                <a:lnTo>
                  <a:pt x="97548" y="88963"/>
                </a:lnTo>
                <a:lnTo>
                  <a:pt x="55626" y="108013"/>
                </a:lnTo>
                <a:lnTo>
                  <a:pt x="39624" y="121920"/>
                </a:lnTo>
                <a:lnTo>
                  <a:pt x="39624" y="94488"/>
                </a:lnTo>
                <a:lnTo>
                  <a:pt x="0" y="94488"/>
                </a:lnTo>
                <a:lnTo>
                  <a:pt x="0" y="338328"/>
                </a:lnTo>
                <a:lnTo>
                  <a:pt x="39624" y="338328"/>
                </a:lnTo>
                <a:lnTo>
                  <a:pt x="39624" y="156972"/>
                </a:lnTo>
                <a:lnTo>
                  <a:pt x="46710" y="150647"/>
                </a:lnTo>
                <a:lnTo>
                  <a:pt x="82296" y="129540"/>
                </a:lnTo>
                <a:lnTo>
                  <a:pt x="96012" y="128016"/>
                </a:lnTo>
                <a:lnTo>
                  <a:pt x="112776" y="128016"/>
                </a:lnTo>
                <a:lnTo>
                  <a:pt x="117348" y="131064"/>
                </a:lnTo>
                <a:lnTo>
                  <a:pt x="123444" y="134112"/>
                </a:lnTo>
                <a:lnTo>
                  <a:pt x="128016" y="138684"/>
                </a:lnTo>
                <a:lnTo>
                  <a:pt x="131064" y="144780"/>
                </a:lnTo>
                <a:lnTo>
                  <a:pt x="132588" y="149352"/>
                </a:lnTo>
                <a:lnTo>
                  <a:pt x="135636" y="156972"/>
                </a:lnTo>
                <a:lnTo>
                  <a:pt x="135636" y="166116"/>
                </a:lnTo>
                <a:lnTo>
                  <a:pt x="136512" y="173913"/>
                </a:lnTo>
                <a:lnTo>
                  <a:pt x="136969" y="181546"/>
                </a:lnTo>
                <a:lnTo>
                  <a:pt x="137134" y="189484"/>
                </a:lnTo>
                <a:lnTo>
                  <a:pt x="137160" y="338328"/>
                </a:lnTo>
                <a:lnTo>
                  <a:pt x="178308" y="338328"/>
                </a:lnTo>
                <a:lnTo>
                  <a:pt x="178308" y="166116"/>
                </a:lnTo>
                <a:lnTo>
                  <a:pt x="176784" y="163068"/>
                </a:lnTo>
                <a:lnTo>
                  <a:pt x="176784" y="156972"/>
                </a:lnTo>
                <a:lnTo>
                  <a:pt x="214122" y="131876"/>
                </a:lnTo>
                <a:lnTo>
                  <a:pt x="234696" y="128016"/>
                </a:lnTo>
                <a:lnTo>
                  <a:pt x="249936" y="128016"/>
                </a:lnTo>
                <a:lnTo>
                  <a:pt x="256032" y="131064"/>
                </a:lnTo>
                <a:lnTo>
                  <a:pt x="260604" y="134112"/>
                </a:lnTo>
                <a:lnTo>
                  <a:pt x="265176" y="138684"/>
                </a:lnTo>
                <a:lnTo>
                  <a:pt x="268224" y="144780"/>
                </a:lnTo>
                <a:lnTo>
                  <a:pt x="271272" y="149352"/>
                </a:lnTo>
                <a:lnTo>
                  <a:pt x="272796" y="156972"/>
                </a:lnTo>
                <a:lnTo>
                  <a:pt x="274320" y="166116"/>
                </a:lnTo>
                <a:lnTo>
                  <a:pt x="274320" y="338328"/>
                </a:lnTo>
                <a:lnTo>
                  <a:pt x="315468" y="338328"/>
                </a:lnTo>
                <a:lnTo>
                  <a:pt x="315468" y="178308"/>
                </a:lnTo>
                <a:close/>
              </a:path>
              <a:path w="490854" h="428625">
                <a:moveTo>
                  <a:pt x="490728" y="213360"/>
                </a:moveTo>
                <a:lnTo>
                  <a:pt x="485203" y="150685"/>
                </a:lnTo>
                <a:lnTo>
                  <a:pt x="469392" y="96012"/>
                </a:lnTo>
                <a:lnTo>
                  <a:pt x="443103" y="46291"/>
                </a:lnTo>
                <a:lnTo>
                  <a:pt x="409956" y="0"/>
                </a:lnTo>
                <a:lnTo>
                  <a:pt x="359664" y="0"/>
                </a:lnTo>
                <a:lnTo>
                  <a:pt x="359664" y="1524"/>
                </a:lnTo>
                <a:lnTo>
                  <a:pt x="367893" y="9817"/>
                </a:lnTo>
                <a:lnTo>
                  <a:pt x="376428" y="18669"/>
                </a:lnTo>
                <a:lnTo>
                  <a:pt x="401167" y="49580"/>
                </a:lnTo>
                <a:lnTo>
                  <a:pt x="423672" y="86868"/>
                </a:lnTo>
                <a:lnTo>
                  <a:pt x="440169" y="130594"/>
                </a:lnTo>
                <a:lnTo>
                  <a:pt x="450532" y="179260"/>
                </a:lnTo>
                <a:lnTo>
                  <a:pt x="452628" y="213360"/>
                </a:lnTo>
                <a:lnTo>
                  <a:pt x="452069" y="231343"/>
                </a:lnTo>
                <a:lnTo>
                  <a:pt x="445008" y="280416"/>
                </a:lnTo>
                <a:lnTo>
                  <a:pt x="429361" y="325856"/>
                </a:lnTo>
                <a:lnTo>
                  <a:pt x="409575" y="365379"/>
                </a:lnTo>
                <a:lnTo>
                  <a:pt x="384949" y="399478"/>
                </a:lnTo>
                <a:lnTo>
                  <a:pt x="359664" y="425196"/>
                </a:lnTo>
                <a:lnTo>
                  <a:pt x="359664" y="428244"/>
                </a:lnTo>
                <a:lnTo>
                  <a:pt x="409956" y="428244"/>
                </a:lnTo>
                <a:lnTo>
                  <a:pt x="427380" y="405104"/>
                </a:lnTo>
                <a:lnTo>
                  <a:pt x="457098" y="357098"/>
                </a:lnTo>
                <a:lnTo>
                  <a:pt x="478510" y="305308"/>
                </a:lnTo>
                <a:lnTo>
                  <a:pt x="489318" y="246303"/>
                </a:lnTo>
                <a:lnTo>
                  <a:pt x="490728" y="21336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pic>
        <p:nvPicPr>
          <p:cNvPr id="103" name="object 103"/>
          <p:cNvPicPr/>
          <p:nvPr/>
        </p:nvPicPr>
        <p:blipFill>
          <a:blip r:embed="rId15" cstate="print"/>
          <a:stretch>
            <a:fillRect/>
          </a:stretch>
        </p:blipFill>
        <p:spPr>
          <a:xfrm>
            <a:off x="3710606" y="6167627"/>
            <a:ext cx="96345" cy="96012"/>
          </a:xfrm>
          <a:prstGeom prst="rect">
            <a:avLst/>
          </a:prstGeom>
        </p:spPr>
      </p:pic>
    </p:spTree>
  </p:cSld>
  <p:clrMapOvr>
    <a:masterClrMapping/>
  </p:clrMapOvr>
</p:sld>
</file>

<file path=ppt/slides/slide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object 2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9560052" y="7228331"/>
            <a:ext cx="198119" cy="147828"/>
          </a:xfrm>
          <a:prstGeom prst="rect">
            <a:avLst/>
          </a:prstGeom>
        </p:spPr>
      </p:pic>
      <p:sp>
        <p:nvSpPr>
          <p:cNvPr id="3" name="object 3"/>
          <p:cNvSpPr/>
          <p:nvPr/>
        </p:nvSpPr>
        <p:spPr>
          <a:xfrm>
            <a:off x="1717548" y="1278636"/>
            <a:ext cx="562610" cy="550545"/>
          </a:xfrm>
          <a:custGeom>
            <a:avLst/>
            <a:gdLst/>
            <a:ahLst/>
            <a:cxnLst/>
            <a:rect l="l" t="t" r="r" b="b"/>
            <a:pathLst>
              <a:path w="562610" h="550544">
                <a:moveTo>
                  <a:pt x="138683" y="135635"/>
                </a:moveTo>
                <a:lnTo>
                  <a:pt x="106679" y="135635"/>
                </a:lnTo>
                <a:lnTo>
                  <a:pt x="106644" y="94487"/>
                </a:lnTo>
                <a:lnTo>
                  <a:pt x="106517" y="67508"/>
                </a:lnTo>
                <a:lnTo>
                  <a:pt x="106401" y="55221"/>
                </a:lnTo>
                <a:lnTo>
                  <a:pt x="106085" y="32599"/>
                </a:lnTo>
                <a:lnTo>
                  <a:pt x="105977" y="27170"/>
                </a:lnTo>
                <a:lnTo>
                  <a:pt x="105155" y="0"/>
                </a:lnTo>
                <a:lnTo>
                  <a:pt x="161543" y="25907"/>
                </a:lnTo>
                <a:lnTo>
                  <a:pt x="138683" y="42671"/>
                </a:lnTo>
                <a:lnTo>
                  <a:pt x="138683" y="135635"/>
                </a:lnTo>
                <a:close/>
              </a:path>
              <a:path w="562610" h="550544">
                <a:moveTo>
                  <a:pt x="198119" y="295655"/>
                </a:moveTo>
                <a:lnTo>
                  <a:pt x="190499" y="291083"/>
                </a:lnTo>
                <a:lnTo>
                  <a:pt x="211931" y="247292"/>
                </a:lnTo>
                <a:lnTo>
                  <a:pt x="230504" y="204787"/>
                </a:lnTo>
                <a:lnTo>
                  <a:pt x="246221" y="163139"/>
                </a:lnTo>
                <a:lnTo>
                  <a:pt x="259079" y="121919"/>
                </a:lnTo>
                <a:lnTo>
                  <a:pt x="269465" y="83819"/>
                </a:lnTo>
                <a:lnTo>
                  <a:pt x="283082" y="23121"/>
                </a:lnTo>
                <a:lnTo>
                  <a:pt x="286511" y="0"/>
                </a:lnTo>
                <a:lnTo>
                  <a:pt x="341376" y="27431"/>
                </a:lnTo>
                <a:lnTo>
                  <a:pt x="323088" y="39624"/>
                </a:lnTo>
                <a:lnTo>
                  <a:pt x="314229" y="61626"/>
                </a:lnTo>
                <a:lnTo>
                  <a:pt x="305942" y="81914"/>
                </a:lnTo>
                <a:lnTo>
                  <a:pt x="298187" y="100583"/>
                </a:lnTo>
                <a:lnTo>
                  <a:pt x="291083" y="117347"/>
                </a:lnTo>
                <a:lnTo>
                  <a:pt x="545592" y="117347"/>
                </a:lnTo>
                <a:lnTo>
                  <a:pt x="559308" y="131063"/>
                </a:lnTo>
                <a:lnTo>
                  <a:pt x="289559" y="131063"/>
                </a:lnTo>
                <a:lnTo>
                  <a:pt x="289559" y="198119"/>
                </a:lnTo>
                <a:lnTo>
                  <a:pt x="257555" y="198119"/>
                </a:lnTo>
                <a:lnTo>
                  <a:pt x="246983" y="218717"/>
                </a:lnTo>
                <a:lnTo>
                  <a:pt x="233552" y="241744"/>
                </a:lnTo>
                <a:lnTo>
                  <a:pt x="217265" y="267342"/>
                </a:lnTo>
                <a:lnTo>
                  <a:pt x="198119" y="295655"/>
                </a:lnTo>
                <a:close/>
              </a:path>
              <a:path w="562610" h="550544">
                <a:moveTo>
                  <a:pt x="420624" y="105155"/>
                </a:moveTo>
                <a:lnTo>
                  <a:pt x="416051" y="105155"/>
                </a:lnTo>
                <a:lnTo>
                  <a:pt x="412384" y="103751"/>
                </a:lnTo>
                <a:lnTo>
                  <a:pt x="408432" y="99631"/>
                </a:lnTo>
                <a:lnTo>
                  <a:pt x="404479" y="92940"/>
                </a:lnTo>
                <a:lnTo>
                  <a:pt x="400812" y="83819"/>
                </a:lnTo>
                <a:lnTo>
                  <a:pt x="394835" y="67508"/>
                </a:lnTo>
                <a:lnTo>
                  <a:pt x="386143" y="50482"/>
                </a:lnTo>
                <a:lnTo>
                  <a:pt x="374880" y="32599"/>
                </a:lnTo>
                <a:lnTo>
                  <a:pt x="361188" y="13715"/>
                </a:lnTo>
                <a:lnTo>
                  <a:pt x="367284" y="9143"/>
                </a:lnTo>
                <a:lnTo>
                  <a:pt x="417766" y="42481"/>
                </a:lnTo>
                <a:lnTo>
                  <a:pt x="438816" y="74128"/>
                </a:lnTo>
                <a:lnTo>
                  <a:pt x="438531" y="81724"/>
                </a:lnTo>
                <a:lnTo>
                  <a:pt x="436530" y="88463"/>
                </a:lnTo>
                <a:lnTo>
                  <a:pt x="432815" y="94487"/>
                </a:lnTo>
                <a:lnTo>
                  <a:pt x="426720" y="100583"/>
                </a:lnTo>
                <a:lnTo>
                  <a:pt x="420624" y="105155"/>
                </a:lnTo>
                <a:close/>
              </a:path>
              <a:path w="562610" h="550544">
                <a:moveTo>
                  <a:pt x="545592" y="117347"/>
                </a:moveTo>
                <a:lnTo>
                  <a:pt x="487680" y="117347"/>
                </a:lnTo>
                <a:lnTo>
                  <a:pt x="516636" y="88391"/>
                </a:lnTo>
                <a:lnTo>
                  <a:pt x="545592" y="117347"/>
                </a:lnTo>
                <a:close/>
              </a:path>
              <a:path w="562610" h="550544">
                <a:moveTo>
                  <a:pt x="22859" y="155447"/>
                </a:moveTo>
                <a:lnTo>
                  <a:pt x="4571" y="135635"/>
                </a:lnTo>
                <a:lnTo>
                  <a:pt x="172211" y="135635"/>
                </a:lnTo>
                <a:lnTo>
                  <a:pt x="198119" y="109727"/>
                </a:lnTo>
                <a:lnTo>
                  <a:pt x="239267" y="149351"/>
                </a:lnTo>
                <a:lnTo>
                  <a:pt x="50291" y="149351"/>
                </a:lnTo>
                <a:lnTo>
                  <a:pt x="22859" y="155447"/>
                </a:lnTo>
                <a:close/>
              </a:path>
              <a:path w="562610" h="550544">
                <a:moveTo>
                  <a:pt x="413004" y="233171"/>
                </a:moveTo>
                <a:lnTo>
                  <a:pt x="382524" y="233171"/>
                </a:lnTo>
                <a:lnTo>
                  <a:pt x="382524" y="131063"/>
                </a:lnTo>
                <a:lnTo>
                  <a:pt x="413004" y="131063"/>
                </a:lnTo>
                <a:lnTo>
                  <a:pt x="413004" y="233171"/>
                </a:lnTo>
                <a:close/>
              </a:path>
              <a:path w="562610" h="550544">
                <a:moveTo>
                  <a:pt x="30479" y="356615"/>
                </a:moveTo>
                <a:lnTo>
                  <a:pt x="0" y="315467"/>
                </a:lnTo>
                <a:lnTo>
                  <a:pt x="18811" y="308062"/>
                </a:lnTo>
                <a:lnTo>
                  <a:pt x="43053" y="297370"/>
                </a:lnTo>
                <a:lnTo>
                  <a:pt x="72437" y="283535"/>
                </a:lnTo>
                <a:lnTo>
                  <a:pt x="106679" y="266699"/>
                </a:lnTo>
                <a:lnTo>
                  <a:pt x="106679" y="149351"/>
                </a:lnTo>
                <a:lnTo>
                  <a:pt x="138683" y="149351"/>
                </a:lnTo>
                <a:lnTo>
                  <a:pt x="138683" y="252983"/>
                </a:lnTo>
                <a:lnTo>
                  <a:pt x="171011" y="252983"/>
                </a:lnTo>
                <a:lnTo>
                  <a:pt x="138683" y="274319"/>
                </a:lnTo>
                <a:lnTo>
                  <a:pt x="138683" y="291083"/>
                </a:lnTo>
                <a:lnTo>
                  <a:pt x="106679" y="291083"/>
                </a:lnTo>
                <a:lnTo>
                  <a:pt x="58459" y="326231"/>
                </a:lnTo>
                <a:lnTo>
                  <a:pt x="44195" y="336803"/>
                </a:lnTo>
                <a:lnTo>
                  <a:pt x="30479" y="356615"/>
                </a:lnTo>
                <a:close/>
              </a:path>
              <a:path w="562610" h="550544">
                <a:moveTo>
                  <a:pt x="256031" y="550163"/>
                </a:moveTo>
                <a:lnTo>
                  <a:pt x="256905" y="501395"/>
                </a:lnTo>
                <a:lnTo>
                  <a:pt x="257275" y="451103"/>
                </a:lnTo>
                <a:lnTo>
                  <a:pt x="257436" y="402260"/>
                </a:lnTo>
                <a:lnTo>
                  <a:pt x="257555" y="198119"/>
                </a:lnTo>
                <a:lnTo>
                  <a:pt x="289559" y="198119"/>
                </a:lnTo>
                <a:lnTo>
                  <a:pt x="289559" y="233171"/>
                </a:lnTo>
                <a:lnTo>
                  <a:pt x="522732" y="233171"/>
                </a:lnTo>
                <a:lnTo>
                  <a:pt x="537972" y="248411"/>
                </a:lnTo>
                <a:lnTo>
                  <a:pt x="289559" y="248411"/>
                </a:lnTo>
                <a:lnTo>
                  <a:pt x="289559" y="356615"/>
                </a:lnTo>
                <a:lnTo>
                  <a:pt x="533399" y="356615"/>
                </a:lnTo>
                <a:lnTo>
                  <a:pt x="547115" y="370332"/>
                </a:lnTo>
                <a:lnTo>
                  <a:pt x="289559" y="370332"/>
                </a:lnTo>
                <a:lnTo>
                  <a:pt x="289559" y="483107"/>
                </a:lnTo>
                <a:lnTo>
                  <a:pt x="548640" y="483107"/>
                </a:lnTo>
                <a:lnTo>
                  <a:pt x="562356" y="496823"/>
                </a:lnTo>
                <a:lnTo>
                  <a:pt x="289559" y="496823"/>
                </a:lnTo>
                <a:lnTo>
                  <a:pt x="289559" y="534923"/>
                </a:lnTo>
                <a:lnTo>
                  <a:pt x="256031" y="550163"/>
                </a:lnTo>
                <a:close/>
              </a:path>
              <a:path w="562610" h="550544">
                <a:moveTo>
                  <a:pt x="522732" y="233171"/>
                </a:moveTo>
                <a:lnTo>
                  <a:pt x="470915" y="233171"/>
                </a:lnTo>
                <a:lnTo>
                  <a:pt x="496824" y="207263"/>
                </a:lnTo>
                <a:lnTo>
                  <a:pt x="522732" y="233171"/>
                </a:lnTo>
                <a:close/>
              </a:path>
              <a:path w="562610" h="550544">
                <a:moveTo>
                  <a:pt x="171011" y="252983"/>
                </a:moveTo>
                <a:lnTo>
                  <a:pt x="138683" y="252983"/>
                </a:lnTo>
                <a:lnTo>
                  <a:pt x="210311" y="216407"/>
                </a:lnTo>
                <a:lnTo>
                  <a:pt x="214883" y="224027"/>
                </a:lnTo>
                <a:lnTo>
                  <a:pt x="171011" y="252983"/>
                </a:lnTo>
                <a:close/>
              </a:path>
              <a:path w="562610" h="550544">
                <a:moveTo>
                  <a:pt x="413004" y="356615"/>
                </a:moveTo>
                <a:lnTo>
                  <a:pt x="382524" y="356615"/>
                </a:lnTo>
                <a:lnTo>
                  <a:pt x="382524" y="248411"/>
                </a:lnTo>
                <a:lnTo>
                  <a:pt x="413004" y="248411"/>
                </a:lnTo>
                <a:lnTo>
                  <a:pt x="413004" y="356615"/>
                </a:lnTo>
                <a:close/>
              </a:path>
              <a:path w="562610" h="550544">
                <a:moveTo>
                  <a:pt x="136879" y="498681"/>
                </a:moveTo>
                <a:lnTo>
                  <a:pt x="85915" y="498681"/>
                </a:lnTo>
                <a:lnTo>
                  <a:pt x="94488" y="498347"/>
                </a:lnTo>
                <a:lnTo>
                  <a:pt x="100250" y="496014"/>
                </a:lnTo>
                <a:lnTo>
                  <a:pt x="104012" y="491108"/>
                </a:lnTo>
                <a:lnTo>
                  <a:pt x="106060" y="483346"/>
                </a:lnTo>
                <a:lnTo>
                  <a:pt x="106679" y="472439"/>
                </a:lnTo>
                <a:lnTo>
                  <a:pt x="106679" y="291083"/>
                </a:lnTo>
                <a:lnTo>
                  <a:pt x="138683" y="291083"/>
                </a:lnTo>
                <a:lnTo>
                  <a:pt x="138683" y="489203"/>
                </a:lnTo>
                <a:lnTo>
                  <a:pt x="136879" y="498681"/>
                </a:lnTo>
                <a:close/>
              </a:path>
              <a:path w="562610" h="550544">
                <a:moveTo>
                  <a:pt x="533399" y="356615"/>
                </a:moveTo>
                <a:lnTo>
                  <a:pt x="475488" y="356615"/>
                </a:lnTo>
                <a:lnTo>
                  <a:pt x="504444" y="327659"/>
                </a:lnTo>
                <a:lnTo>
                  <a:pt x="533399" y="356615"/>
                </a:lnTo>
                <a:close/>
              </a:path>
              <a:path w="562610" h="550544">
                <a:moveTo>
                  <a:pt x="413004" y="483107"/>
                </a:moveTo>
                <a:lnTo>
                  <a:pt x="382524" y="483107"/>
                </a:lnTo>
                <a:lnTo>
                  <a:pt x="382524" y="370332"/>
                </a:lnTo>
                <a:lnTo>
                  <a:pt x="413004" y="370332"/>
                </a:lnTo>
                <a:lnTo>
                  <a:pt x="413004" y="483107"/>
                </a:lnTo>
                <a:close/>
              </a:path>
              <a:path w="562610" h="550544">
                <a:moveTo>
                  <a:pt x="548640" y="483107"/>
                </a:moveTo>
                <a:lnTo>
                  <a:pt x="484632" y="483107"/>
                </a:lnTo>
                <a:lnTo>
                  <a:pt x="516636" y="451103"/>
                </a:lnTo>
                <a:lnTo>
                  <a:pt x="548640" y="483107"/>
                </a:lnTo>
                <a:close/>
              </a:path>
              <a:path w="562610" h="550544">
                <a:moveTo>
                  <a:pt x="89915" y="550163"/>
                </a:moveTo>
                <a:lnTo>
                  <a:pt x="86772" y="536971"/>
                </a:lnTo>
                <a:lnTo>
                  <a:pt x="75056" y="524636"/>
                </a:lnTo>
                <a:lnTo>
                  <a:pt x="54768" y="512873"/>
                </a:lnTo>
                <a:lnTo>
                  <a:pt x="25907" y="501395"/>
                </a:lnTo>
                <a:lnTo>
                  <a:pt x="25907" y="492251"/>
                </a:lnTo>
                <a:lnTo>
                  <a:pt x="71627" y="497585"/>
                </a:lnTo>
                <a:lnTo>
                  <a:pt x="85915" y="498681"/>
                </a:lnTo>
                <a:lnTo>
                  <a:pt x="136879" y="498681"/>
                </a:lnTo>
                <a:lnTo>
                  <a:pt x="134707" y="510087"/>
                </a:lnTo>
                <a:lnTo>
                  <a:pt x="125158" y="527113"/>
                </a:lnTo>
                <a:lnTo>
                  <a:pt x="110180" y="540424"/>
                </a:lnTo>
                <a:lnTo>
                  <a:pt x="89915" y="550163"/>
                </a:lnTo>
                <a:close/>
              </a:path>
            </a:pathLst>
          </a:custGeom>
          <a:solidFill>
            <a:srgbClr val="3333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" name="object 4"/>
          <p:cNvSpPr/>
          <p:nvPr/>
        </p:nvSpPr>
        <p:spPr>
          <a:xfrm>
            <a:off x="2328672" y="1272539"/>
            <a:ext cx="551815" cy="561340"/>
          </a:xfrm>
          <a:custGeom>
            <a:avLst/>
            <a:gdLst/>
            <a:ahLst/>
            <a:cxnLst/>
            <a:rect l="l" t="t" r="r" b="b"/>
            <a:pathLst>
              <a:path w="551814" h="561339">
                <a:moveTo>
                  <a:pt x="306109" y="95654"/>
                </a:moveTo>
                <a:lnTo>
                  <a:pt x="300799" y="92392"/>
                </a:lnTo>
                <a:lnTo>
                  <a:pt x="296346" y="84843"/>
                </a:lnTo>
                <a:lnTo>
                  <a:pt x="292608" y="73152"/>
                </a:lnTo>
                <a:lnTo>
                  <a:pt x="287750" y="58840"/>
                </a:lnTo>
                <a:lnTo>
                  <a:pt x="280035" y="43243"/>
                </a:lnTo>
                <a:lnTo>
                  <a:pt x="269462" y="26217"/>
                </a:lnTo>
                <a:lnTo>
                  <a:pt x="256032" y="7620"/>
                </a:lnTo>
                <a:lnTo>
                  <a:pt x="263652" y="0"/>
                </a:lnTo>
                <a:lnTo>
                  <a:pt x="303657" y="24955"/>
                </a:lnTo>
                <a:lnTo>
                  <a:pt x="330708" y="54864"/>
                </a:lnTo>
                <a:lnTo>
                  <a:pt x="330708" y="67056"/>
                </a:lnTo>
                <a:lnTo>
                  <a:pt x="312420" y="94488"/>
                </a:lnTo>
                <a:lnTo>
                  <a:pt x="306109" y="95654"/>
                </a:lnTo>
                <a:close/>
              </a:path>
              <a:path w="551814" h="561339">
                <a:moveTo>
                  <a:pt x="536448" y="100584"/>
                </a:moveTo>
                <a:lnTo>
                  <a:pt x="464820" y="100584"/>
                </a:lnTo>
                <a:lnTo>
                  <a:pt x="501396" y="65532"/>
                </a:lnTo>
                <a:lnTo>
                  <a:pt x="536448" y="100584"/>
                </a:lnTo>
                <a:close/>
              </a:path>
              <a:path w="551814" h="561339">
                <a:moveTo>
                  <a:pt x="7620" y="560832"/>
                </a:moveTo>
                <a:lnTo>
                  <a:pt x="0" y="556260"/>
                </a:lnTo>
                <a:lnTo>
                  <a:pt x="23001" y="514858"/>
                </a:lnTo>
                <a:lnTo>
                  <a:pt x="41768" y="471424"/>
                </a:lnTo>
                <a:lnTo>
                  <a:pt x="56388" y="425958"/>
                </a:lnTo>
                <a:lnTo>
                  <a:pt x="66943" y="378460"/>
                </a:lnTo>
                <a:lnTo>
                  <a:pt x="73518" y="328930"/>
                </a:lnTo>
                <a:lnTo>
                  <a:pt x="76200" y="277367"/>
                </a:lnTo>
                <a:lnTo>
                  <a:pt x="76183" y="252545"/>
                </a:lnTo>
                <a:lnTo>
                  <a:pt x="76057" y="188829"/>
                </a:lnTo>
                <a:lnTo>
                  <a:pt x="75819" y="147828"/>
                </a:lnTo>
                <a:lnTo>
                  <a:pt x="74914" y="105489"/>
                </a:lnTo>
                <a:lnTo>
                  <a:pt x="73152" y="77724"/>
                </a:lnTo>
                <a:lnTo>
                  <a:pt x="112776" y="100584"/>
                </a:lnTo>
                <a:lnTo>
                  <a:pt x="536448" y="100584"/>
                </a:lnTo>
                <a:lnTo>
                  <a:pt x="551688" y="115824"/>
                </a:lnTo>
                <a:lnTo>
                  <a:pt x="111252" y="115824"/>
                </a:lnTo>
                <a:lnTo>
                  <a:pt x="111422" y="188829"/>
                </a:lnTo>
                <a:lnTo>
                  <a:pt x="110057" y="252545"/>
                </a:lnTo>
                <a:lnTo>
                  <a:pt x="107082" y="307189"/>
                </a:lnTo>
                <a:lnTo>
                  <a:pt x="102424" y="352982"/>
                </a:lnTo>
                <a:lnTo>
                  <a:pt x="84558" y="430744"/>
                </a:lnTo>
                <a:lnTo>
                  <a:pt x="66103" y="472630"/>
                </a:lnTo>
                <a:lnTo>
                  <a:pt x="40505" y="515945"/>
                </a:lnTo>
                <a:lnTo>
                  <a:pt x="7620" y="560832"/>
                </a:lnTo>
                <a:close/>
              </a:path>
            </a:pathLst>
          </a:custGeom>
          <a:solidFill>
            <a:srgbClr val="3333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" name="object 5"/>
          <p:cNvSpPr/>
          <p:nvPr/>
        </p:nvSpPr>
        <p:spPr>
          <a:xfrm>
            <a:off x="1751075" y="2552700"/>
            <a:ext cx="155575" cy="155575"/>
          </a:xfrm>
          <a:custGeom>
            <a:avLst/>
            <a:gdLst/>
            <a:ahLst/>
            <a:cxnLst/>
            <a:rect l="l" t="t" r="r" b="b"/>
            <a:pathLst>
              <a:path w="155575" h="155575">
                <a:moveTo>
                  <a:pt x="155448" y="155448"/>
                </a:moveTo>
                <a:lnTo>
                  <a:pt x="0" y="155448"/>
                </a:lnTo>
                <a:lnTo>
                  <a:pt x="0" y="0"/>
                </a:lnTo>
                <a:lnTo>
                  <a:pt x="155448" y="0"/>
                </a:lnTo>
                <a:lnTo>
                  <a:pt x="155448" y="155448"/>
                </a:lnTo>
                <a:close/>
              </a:path>
            </a:pathLst>
          </a:custGeom>
          <a:solidFill>
            <a:srgbClr val="3333C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" name="object 6"/>
          <p:cNvSpPr/>
          <p:nvPr/>
        </p:nvSpPr>
        <p:spPr>
          <a:xfrm>
            <a:off x="2127504" y="2362199"/>
            <a:ext cx="844550" cy="408940"/>
          </a:xfrm>
          <a:custGeom>
            <a:avLst/>
            <a:gdLst/>
            <a:ahLst/>
            <a:cxnLst/>
            <a:rect l="l" t="t" r="r" b="b"/>
            <a:pathLst>
              <a:path w="844550" h="408939">
                <a:moveTo>
                  <a:pt x="158496" y="59436"/>
                </a:moveTo>
                <a:lnTo>
                  <a:pt x="129540" y="27432"/>
                </a:lnTo>
                <a:lnTo>
                  <a:pt x="106680" y="48768"/>
                </a:lnTo>
                <a:lnTo>
                  <a:pt x="0" y="48768"/>
                </a:lnTo>
                <a:lnTo>
                  <a:pt x="15240" y="64008"/>
                </a:lnTo>
                <a:lnTo>
                  <a:pt x="24663" y="62014"/>
                </a:lnTo>
                <a:lnTo>
                  <a:pt x="34671" y="60579"/>
                </a:lnTo>
                <a:lnTo>
                  <a:pt x="45237" y="59728"/>
                </a:lnTo>
                <a:lnTo>
                  <a:pt x="56388" y="59436"/>
                </a:lnTo>
                <a:lnTo>
                  <a:pt x="64008" y="59436"/>
                </a:lnTo>
                <a:lnTo>
                  <a:pt x="64008" y="169164"/>
                </a:lnTo>
                <a:lnTo>
                  <a:pt x="6096" y="169164"/>
                </a:lnTo>
                <a:lnTo>
                  <a:pt x="22860" y="184404"/>
                </a:lnTo>
                <a:lnTo>
                  <a:pt x="32283" y="182410"/>
                </a:lnTo>
                <a:lnTo>
                  <a:pt x="42291" y="180975"/>
                </a:lnTo>
                <a:lnTo>
                  <a:pt x="52857" y="180124"/>
                </a:lnTo>
                <a:lnTo>
                  <a:pt x="64008" y="179832"/>
                </a:lnTo>
                <a:lnTo>
                  <a:pt x="64008" y="303276"/>
                </a:lnTo>
                <a:lnTo>
                  <a:pt x="34290" y="313182"/>
                </a:lnTo>
                <a:lnTo>
                  <a:pt x="17716" y="318287"/>
                </a:lnTo>
                <a:lnTo>
                  <a:pt x="0" y="323088"/>
                </a:lnTo>
                <a:lnTo>
                  <a:pt x="19812" y="356616"/>
                </a:lnTo>
                <a:lnTo>
                  <a:pt x="35826" y="342328"/>
                </a:lnTo>
                <a:lnTo>
                  <a:pt x="63436" y="324612"/>
                </a:lnTo>
                <a:lnTo>
                  <a:pt x="102743" y="303466"/>
                </a:lnTo>
                <a:lnTo>
                  <a:pt x="119011" y="295656"/>
                </a:lnTo>
                <a:lnTo>
                  <a:pt x="153924" y="278892"/>
                </a:lnTo>
                <a:lnTo>
                  <a:pt x="152400" y="271272"/>
                </a:lnTo>
                <a:lnTo>
                  <a:pt x="86868" y="295656"/>
                </a:lnTo>
                <a:lnTo>
                  <a:pt x="86868" y="179832"/>
                </a:lnTo>
                <a:lnTo>
                  <a:pt x="153924" y="179832"/>
                </a:lnTo>
                <a:lnTo>
                  <a:pt x="126492" y="149352"/>
                </a:lnTo>
                <a:lnTo>
                  <a:pt x="106680" y="169164"/>
                </a:lnTo>
                <a:lnTo>
                  <a:pt x="86868" y="169164"/>
                </a:lnTo>
                <a:lnTo>
                  <a:pt x="86868" y="59436"/>
                </a:lnTo>
                <a:lnTo>
                  <a:pt x="158496" y="59436"/>
                </a:lnTo>
                <a:close/>
              </a:path>
              <a:path w="844550" h="408939">
                <a:moveTo>
                  <a:pt x="288036" y="109728"/>
                </a:moveTo>
                <a:lnTo>
                  <a:pt x="246888" y="91440"/>
                </a:lnTo>
                <a:lnTo>
                  <a:pt x="245783" y="160020"/>
                </a:lnTo>
                <a:lnTo>
                  <a:pt x="240411" y="217170"/>
                </a:lnTo>
                <a:lnTo>
                  <a:pt x="231025" y="262890"/>
                </a:lnTo>
                <a:lnTo>
                  <a:pt x="198831" y="324573"/>
                </a:lnTo>
                <a:lnTo>
                  <a:pt x="171450" y="351663"/>
                </a:lnTo>
                <a:lnTo>
                  <a:pt x="136055" y="378193"/>
                </a:lnTo>
                <a:lnTo>
                  <a:pt x="92964" y="403860"/>
                </a:lnTo>
                <a:lnTo>
                  <a:pt x="97536" y="408432"/>
                </a:lnTo>
                <a:lnTo>
                  <a:pt x="143827" y="387908"/>
                </a:lnTo>
                <a:lnTo>
                  <a:pt x="182118" y="365379"/>
                </a:lnTo>
                <a:lnTo>
                  <a:pt x="212407" y="341147"/>
                </a:lnTo>
                <a:lnTo>
                  <a:pt x="250710" y="282892"/>
                </a:lnTo>
                <a:lnTo>
                  <a:pt x="262318" y="240030"/>
                </a:lnTo>
                <a:lnTo>
                  <a:pt x="269621" y="186880"/>
                </a:lnTo>
                <a:lnTo>
                  <a:pt x="272796" y="123444"/>
                </a:lnTo>
                <a:lnTo>
                  <a:pt x="288036" y="109728"/>
                </a:lnTo>
                <a:close/>
              </a:path>
              <a:path w="844550" h="408939">
                <a:moveTo>
                  <a:pt x="364236" y="38100"/>
                </a:moveTo>
                <a:lnTo>
                  <a:pt x="360527" y="35052"/>
                </a:lnTo>
                <a:lnTo>
                  <a:pt x="338328" y="16764"/>
                </a:lnTo>
                <a:lnTo>
                  <a:pt x="326136" y="35052"/>
                </a:lnTo>
                <a:lnTo>
                  <a:pt x="198120" y="35052"/>
                </a:lnTo>
                <a:lnTo>
                  <a:pt x="173736" y="19812"/>
                </a:lnTo>
                <a:lnTo>
                  <a:pt x="174612" y="39839"/>
                </a:lnTo>
                <a:lnTo>
                  <a:pt x="175069" y="68008"/>
                </a:lnTo>
                <a:lnTo>
                  <a:pt x="175171" y="91440"/>
                </a:lnTo>
                <a:lnTo>
                  <a:pt x="175069" y="229171"/>
                </a:lnTo>
                <a:lnTo>
                  <a:pt x="174612" y="256730"/>
                </a:lnTo>
                <a:lnTo>
                  <a:pt x="173736" y="275844"/>
                </a:lnTo>
                <a:lnTo>
                  <a:pt x="198120" y="266700"/>
                </a:lnTo>
                <a:lnTo>
                  <a:pt x="198120" y="45720"/>
                </a:lnTo>
                <a:lnTo>
                  <a:pt x="329184" y="45720"/>
                </a:lnTo>
                <a:lnTo>
                  <a:pt x="329184" y="260604"/>
                </a:lnTo>
                <a:lnTo>
                  <a:pt x="353568" y="248412"/>
                </a:lnTo>
                <a:lnTo>
                  <a:pt x="353364" y="229171"/>
                </a:lnTo>
                <a:lnTo>
                  <a:pt x="352831" y="186880"/>
                </a:lnTo>
                <a:lnTo>
                  <a:pt x="352272" y="125615"/>
                </a:lnTo>
                <a:lnTo>
                  <a:pt x="352044" y="48768"/>
                </a:lnTo>
                <a:lnTo>
                  <a:pt x="355523" y="45720"/>
                </a:lnTo>
                <a:lnTo>
                  <a:pt x="364236" y="38100"/>
                </a:lnTo>
                <a:close/>
              </a:path>
              <a:path w="844550" h="408939">
                <a:moveTo>
                  <a:pt x="406908" y="371856"/>
                </a:moveTo>
                <a:lnTo>
                  <a:pt x="386207" y="325310"/>
                </a:lnTo>
                <a:lnTo>
                  <a:pt x="385572" y="286512"/>
                </a:lnTo>
                <a:lnTo>
                  <a:pt x="377952" y="286512"/>
                </a:lnTo>
                <a:lnTo>
                  <a:pt x="376567" y="305943"/>
                </a:lnTo>
                <a:lnTo>
                  <a:pt x="374904" y="323088"/>
                </a:lnTo>
                <a:lnTo>
                  <a:pt x="373227" y="337947"/>
                </a:lnTo>
                <a:lnTo>
                  <a:pt x="371856" y="350520"/>
                </a:lnTo>
                <a:lnTo>
                  <a:pt x="369277" y="360527"/>
                </a:lnTo>
                <a:lnTo>
                  <a:pt x="366141" y="367665"/>
                </a:lnTo>
                <a:lnTo>
                  <a:pt x="362419" y="371957"/>
                </a:lnTo>
                <a:lnTo>
                  <a:pt x="358140" y="373380"/>
                </a:lnTo>
                <a:lnTo>
                  <a:pt x="318516" y="373380"/>
                </a:lnTo>
                <a:lnTo>
                  <a:pt x="309626" y="373075"/>
                </a:lnTo>
                <a:lnTo>
                  <a:pt x="303466" y="369760"/>
                </a:lnTo>
                <a:lnTo>
                  <a:pt x="299859" y="363308"/>
                </a:lnTo>
                <a:lnTo>
                  <a:pt x="298704" y="353568"/>
                </a:lnTo>
                <a:lnTo>
                  <a:pt x="298704" y="251460"/>
                </a:lnTo>
                <a:lnTo>
                  <a:pt x="310896" y="239268"/>
                </a:lnTo>
                <a:lnTo>
                  <a:pt x="275844" y="222504"/>
                </a:lnTo>
                <a:lnTo>
                  <a:pt x="275844" y="361188"/>
                </a:lnTo>
                <a:lnTo>
                  <a:pt x="278460" y="376072"/>
                </a:lnTo>
                <a:lnTo>
                  <a:pt x="284226" y="386524"/>
                </a:lnTo>
                <a:lnTo>
                  <a:pt x="293408" y="392696"/>
                </a:lnTo>
                <a:lnTo>
                  <a:pt x="306324" y="394716"/>
                </a:lnTo>
                <a:lnTo>
                  <a:pt x="370332" y="394716"/>
                </a:lnTo>
                <a:lnTo>
                  <a:pt x="381190" y="394144"/>
                </a:lnTo>
                <a:lnTo>
                  <a:pt x="390906" y="390144"/>
                </a:lnTo>
                <a:lnTo>
                  <a:pt x="399478" y="382714"/>
                </a:lnTo>
                <a:lnTo>
                  <a:pt x="405853" y="373380"/>
                </a:lnTo>
                <a:lnTo>
                  <a:pt x="406908" y="371856"/>
                </a:lnTo>
                <a:close/>
              </a:path>
              <a:path w="844550" h="408939">
                <a:moveTo>
                  <a:pt x="833628" y="88392"/>
                </a:moveTo>
                <a:lnTo>
                  <a:pt x="797052" y="51816"/>
                </a:lnTo>
                <a:lnTo>
                  <a:pt x="771144" y="77724"/>
                </a:lnTo>
                <a:lnTo>
                  <a:pt x="618744" y="77724"/>
                </a:lnTo>
                <a:lnTo>
                  <a:pt x="625906" y="63512"/>
                </a:lnTo>
                <a:lnTo>
                  <a:pt x="631507" y="50863"/>
                </a:lnTo>
                <a:lnTo>
                  <a:pt x="635673" y="40220"/>
                </a:lnTo>
                <a:lnTo>
                  <a:pt x="638556" y="32004"/>
                </a:lnTo>
                <a:lnTo>
                  <a:pt x="656844" y="21336"/>
                </a:lnTo>
                <a:lnTo>
                  <a:pt x="617220" y="0"/>
                </a:lnTo>
                <a:lnTo>
                  <a:pt x="613194" y="16865"/>
                </a:lnTo>
                <a:lnTo>
                  <a:pt x="607885" y="35433"/>
                </a:lnTo>
                <a:lnTo>
                  <a:pt x="601141" y="55727"/>
                </a:lnTo>
                <a:lnTo>
                  <a:pt x="592836" y="77724"/>
                </a:lnTo>
                <a:lnTo>
                  <a:pt x="454152" y="77724"/>
                </a:lnTo>
                <a:lnTo>
                  <a:pt x="470916" y="94488"/>
                </a:lnTo>
                <a:lnTo>
                  <a:pt x="480339" y="91617"/>
                </a:lnTo>
                <a:lnTo>
                  <a:pt x="490347" y="89725"/>
                </a:lnTo>
                <a:lnTo>
                  <a:pt x="500913" y="88709"/>
                </a:lnTo>
                <a:lnTo>
                  <a:pt x="512064" y="88392"/>
                </a:lnTo>
                <a:lnTo>
                  <a:pt x="588264" y="88392"/>
                </a:lnTo>
                <a:lnTo>
                  <a:pt x="574522" y="114681"/>
                </a:lnTo>
                <a:lnTo>
                  <a:pt x="560641" y="138684"/>
                </a:lnTo>
                <a:lnTo>
                  <a:pt x="546468" y="160401"/>
                </a:lnTo>
                <a:lnTo>
                  <a:pt x="531876" y="179832"/>
                </a:lnTo>
                <a:lnTo>
                  <a:pt x="513588" y="172212"/>
                </a:lnTo>
                <a:lnTo>
                  <a:pt x="514438" y="181356"/>
                </a:lnTo>
                <a:lnTo>
                  <a:pt x="514921" y="189166"/>
                </a:lnTo>
                <a:lnTo>
                  <a:pt x="515086" y="194716"/>
                </a:lnTo>
                <a:lnTo>
                  <a:pt x="515112" y="198120"/>
                </a:lnTo>
                <a:lnTo>
                  <a:pt x="501700" y="214960"/>
                </a:lnTo>
                <a:lnTo>
                  <a:pt x="484441" y="233362"/>
                </a:lnTo>
                <a:lnTo>
                  <a:pt x="463461" y="253199"/>
                </a:lnTo>
                <a:lnTo>
                  <a:pt x="438912" y="274320"/>
                </a:lnTo>
                <a:lnTo>
                  <a:pt x="441960" y="280416"/>
                </a:lnTo>
                <a:lnTo>
                  <a:pt x="460286" y="269011"/>
                </a:lnTo>
                <a:lnTo>
                  <a:pt x="478917" y="255460"/>
                </a:lnTo>
                <a:lnTo>
                  <a:pt x="498106" y="239915"/>
                </a:lnTo>
                <a:lnTo>
                  <a:pt x="518160" y="222504"/>
                </a:lnTo>
                <a:lnTo>
                  <a:pt x="518160" y="355092"/>
                </a:lnTo>
                <a:lnTo>
                  <a:pt x="517893" y="366814"/>
                </a:lnTo>
                <a:lnTo>
                  <a:pt x="517207" y="379095"/>
                </a:lnTo>
                <a:lnTo>
                  <a:pt x="516242" y="391668"/>
                </a:lnTo>
                <a:lnTo>
                  <a:pt x="515112" y="405384"/>
                </a:lnTo>
                <a:lnTo>
                  <a:pt x="542544" y="391668"/>
                </a:lnTo>
                <a:lnTo>
                  <a:pt x="542544" y="222504"/>
                </a:lnTo>
                <a:lnTo>
                  <a:pt x="542544" y="198120"/>
                </a:lnTo>
                <a:lnTo>
                  <a:pt x="557390" y="179832"/>
                </a:lnTo>
                <a:lnTo>
                  <a:pt x="559943" y="176695"/>
                </a:lnTo>
                <a:lnTo>
                  <a:pt x="577786" y="151257"/>
                </a:lnTo>
                <a:lnTo>
                  <a:pt x="595896" y="121831"/>
                </a:lnTo>
                <a:lnTo>
                  <a:pt x="614172" y="88392"/>
                </a:lnTo>
                <a:lnTo>
                  <a:pt x="833628" y="88392"/>
                </a:lnTo>
                <a:close/>
              </a:path>
              <a:path w="844550" h="408939">
                <a:moveTo>
                  <a:pt x="844296" y="364236"/>
                </a:moveTo>
                <a:lnTo>
                  <a:pt x="809244" y="329184"/>
                </a:lnTo>
                <a:lnTo>
                  <a:pt x="784860" y="353568"/>
                </a:lnTo>
                <a:lnTo>
                  <a:pt x="697992" y="353568"/>
                </a:lnTo>
                <a:lnTo>
                  <a:pt x="697992" y="213360"/>
                </a:lnTo>
                <a:lnTo>
                  <a:pt x="819912" y="213360"/>
                </a:lnTo>
                <a:lnTo>
                  <a:pt x="786384" y="181356"/>
                </a:lnTo>
                <a:lnTo>
                  <a:pt x="765048" y="204216"/>
                </a:lnTo>
                <a:lnTo>
                  <a:pt x="697992" y="204216"/>
                </a:lnTo>
                <a:lnTo>
                  <a:pt x="697992" y="132588"/>
                </a:lnTo>
                <a:lnTo>
                  <a:pt x="711708" y="120396"/>
                </a:lnTo>
                <a:lnTo>
                  <a:pt x="672084" y="102108"/>
                </a:lnTo>
                <a:lnTo>
                  <a:pt x="672960" y="116954"/>
                </a:lnTo>
                <a:lnTo>
                  <a:pt x="673417" y="129349"/>
                </a:lnTo>
                <a:lnTo>
                  <a:pt x="673582" y="139192"/>
                </a:lnTo>
                <a:lnTo>
                  <a:pt x="673608" y="204216"/>
                </a:lnTo>
                <a:lnTo>
                  <a:pt x="573024" y="204216"/>
                </a:lnTo>
                <a:lnTo>
                  <a:pt x="588264" y="219456"/>
                </a:lnTo>
                <a:lnTo>
                  <a:pt x="598563" y="216585"/>
                </a:lnTo>
                <a:lnTo>
                  <a:pt x="609028" y="214693"/>
                </a:lnTo>
                <a:lnTo>
                  <a:pt x="619760" y="213677"/>
                </a:lnTo>
                <a:lnTo>
                  <a:pt x="630936" y="213360"/>
                </a:lnTo>
                <a:lnTo>
                  <a:pt x="673608" y="213360"/>
                </a:lnTo>
                <a:lnTo>
                  <a:pt x="673608" y="353568"/>
                </a:lnTo>
                <a:lnTo>
                  <a:pt x="550164" y="353568"/>
                </a:lnTo>
                <a:lnTo>
                  <a:pt x="565404" y="368808"/>
                </a:lnTo>
                <a:lnTo>
                  <a:pt x="575703" y="366814"/>
                </a:lnTo>
                <a:lnTo>
                  <a:pt x="586168" y="365379"/>
                </a:lnTo>
                <a:lnTo>
                  <a:pt x="596900" y="364528"/>
                </a:lnTo>
                <a:lnTo>
                  <a:pt x="608076" y="364236"/>
                </a:lnTo>
                <a:lnTo>
                  <a:pt x="844296" y="36423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" name="object 7"/>
          <p:cNvSpPr/>
          <p:nvPr/>
        </p:nvSpPr>
        <p:spPr>
          <a:xfrm>
            <a:off x="3023615" y="2365248"/>
            <a:ext cx="388620" cy="405765"/>
          </a:xfrm>
          <a:custGeom>
            <a:avLst/>
            <a:gdLst/>
            <a:ahLst/>
            <a:cxnLst/>
            <a:rect l="l" t="t" r="r" b="b"/>
            <a:pathLst>
              <a:path w="388620" h="405764">
                <a:moveTo>
                  <a:pt x="199644" y="71628"/>
                </a:moveTo>
                <a:lnTo>
                  <a:pt x="193548" y="71628"/>
                </a:lnTo>
                <a:lnTo>
                  <a:pt x="190500" y="67056"/>
                </a:lnTo>
                <a:lnTo>
                  <a:pt x="188976" y="56388"/>
                </a:lnTo>
                <a:lnTo>
                  <a:pt x="185547" y="44648"/>
                </a:lnTo>
                <a:lnTo>
                  <a:pt x="179832" y="32194"/>
                </a:lnTo>
                <a:lnTo>
                  <a:pt x="171831" y="18883"/>
                </a:lnTo>
                <a:lnTo>
                  <a:pt x="161544" y="4572"/>
                </a:lnTo>
                <a:lnTo>
                  <a:pt x="166116" y="0"/>
                </a:lnTo>
                <a:lnTo>
                  <a:pt x="201263" y="22288"/>
                </a:lnTo>
                <a:lnTo>
                  <a:pt x="216408" y="39624"/>
                </a:lnTo>
                <a:lnTo>
                  <a:pt x="216408" y="51816"/>
                </a:lnTo>
                <a:lnTo>
                  <a:pt x="213360" y="56388"/>
                </a:lnTo>
                <a:lnTo>
                  <a:pt x="207264" y="62484"/>
                </a:lnTo>
                <a:lnTo>
                  <a:pt x="202692" y="68580"/>
                </a:lnTo>
                <a:lnTo>
                  <a:pt x="199644" y="71628"/>
                </a:lnTo>
                <a:close/>
              </a:path>
              <a:path w="388620" h="405764">
                <a:moveTo>
                  <a:pt x="36576" y="140208"/>
                </a:moveTo>
                <a:lnTo>
                  <a:pt x="28956" y="140208"/>
                </a:lnTo>
                <a:lnTo>
                  <a:pt x="24384" y="138684"/>
                </a:lnTo>
                <a:lnTo>
                  <a:pt x="19812" y="135636"/>
                </a:lnTo>
                <a:lnTo>
                  <a:pt x="16764" y="132588"/>
                </a:lnTo>
                <a:lnTo>
                  <a:pt x="13716" y="131064"/>
                </a:lnTo>
                <a:lnTo>
                  <a:pt x="13716" y="124968"/>
                </a:lnTo>
                <a:lnTo>
                  <a:pt x="18288" y="118872"/>
                </a:lnTo>
                <a:lnTo>
                  <a:pt x="27432" y="109728"/>
                </a:lnTo>
                <a:lnTo>
                  <a:pt x="35742" y="100298"/>
                </a:lnTo>
                <a:lnTo>
                  <a:pt x="42481" y="88011"/>
                </a:lnTo>
                <a:lnTo>
                  <a:pt x="47791" y="72866"/>
                </a:lnTo>
                <a:lnTo>
                  <a:pt x="51816" y="54864"/>
                </a:lnTo>
                <a:lnTo>
                  <a:pt x="59436" y="54864"/>
                </a:lnTo>
                <a:lnTo>
                  <a:pt x="59436" y="76200"/>
                </a:lnTo>
                <a:lnTo>
                  <a:pt x="367151" y="76200"/>
                </a:lnTo>
                <a:lnTo>
                  <a:pt x="375964" y="86868"/>
                </a:lnTo>
                <a:lnTo>
                  <a:pt x="59436" y="86868"/>
                </a:lnTo>
                <a:lnTo>
                  <a:pt x="59721" y="105179"/>
                </a:lnTo>
                <a:lnTo>
                  <a:pt x="58293" y="119062"/>
                </a:lnTo>
                <a:lnTo>
                  <a:pt x="55149" y="128658"/>
                </a:lnTo>
                <a:lnTo>
                  <a:pt x="50292" y="134112"/>
                </a:lnTo>
                <a:lnTo>
                  <a:pt x="42672" y="137160"/>
                </a:lnTo>
                <a:lnTo>
                  <a:pt x="36576" y="140208"/>
                </a:lnTo>
                <a:close/>
              </a:path>
              <a:path w="388620" h="405764">
                <a:moveTo>
                  <a:pt x="367151" y="76200"/>
                </a:moveTo>
                <a:lnTo>
                  <a:pt x="332232" y="76200"/>
                </a:lnTo>
                <a:lnTo>
                  <a:pt x="352044" y="57912"/>
                </a:lnTo>
                <a:lnTo>
                  <a:pt x="367151" y="76200"/>
                </a:lnTo>
                <a:close/>
              </a:path>
              <a:path w="388620" h="405764">
                <a:moveTo>
                  <a:pt x="318516" y="134112"/>
                </a:moveTo>
                <a:lnTo>
                  <a:pt x="313944" y="131064"/>
                </a:lnTo>
                <a:lnTo>
                  <a:pt x="335280" y="86868"/>
                </a:lnTo>
                <a:lnTo>
                  <a:pt x="375964" y="86868"/>
                </a:lnTo>
                <a:lnTo>
                  <a:pt x="381000" y="92964"/>
                </a:lnTo>
                <a:lnTo>
                  <a:pt x="367807" y="95535"/>
                </a:lnTo>
                <a:lnTo>
                  <a:pt x="353187" y="103251"/>
                </a:lnTo>
                <a:lnTo>
                  <a:pt x="336851" y="116109"/>
                </a:lnTo>
                <a:lnTo>
                  <a:pt x="318516" y="134112"/>
                </a:lnTo>
                <a:close/>
              </a:path>
              <a:path w="388620" h="405764">
                <a:moveTo>
                  <a:pt x="44196" y="176784"/>
                </a:moveTo>
                <a:lnTo>
                  <a:pt x="27432" y="160020"/>
                </a:lnTo>
                <a:lnTo>
                  <a:pt x="298704" y="160020"/>
                </a:lnTo>
                <a:lnTo>
                  <a:pt x="323088" y="135636"/>
                </a:lnTo>
                <a:lnTo>
                  <a:pt x="358140" y="170688"/>
                </a:lnTo>
                <a:lnTo>
                  <a:pt x="85344" y="170688"/>
                </a:lnTo>
                <a:lnTo>
                  <a:pt x="74199" y="170997"/>
                </a:lnTo>
                <a:lnTo>
                  <a:pt x="63627" y="172021"/>
                </a:lnTo>
                <a:lnTo>
                  <a:pt x="53625" y="173902"/>
                </a:lnTo>
                <a:lnTo>
                  <a:pt x="44196" y="176784"/>
                </a:lnTo>
                <a:close/>
              </a:path>
              <a:path w="388620" h="405764">
                <a:moveTo>
                  <a:pt x="207264" y="350520"/>
                </a:moveTo>
                <a:lnTo>
                  <a:pt x="182880" y="350520"/>
                </a:lnTo>
                <a:lnTo>
                  <a:pt x="182880" y="170688"/>
                </a:lnTo>
                <a:lnTo>
                  <a:pt x="207264" y="170688"/>
                </a:lnTo>
                <a:lnTo>
                  <a:pt x="207264" y="256032"/>
                </a:lnTo>
                <a:lnTo>
                  <a:pt x="330708" y="256032"/>
                </a:lnTo>
                <a:lnTo>
                  <a:pt x="341376" y="266700"/>
                </a:lnTo>
                <a:lnTo>
                  <a:pt x="207264" y="266700"/>
                </a:lnTo>
                <a:lnTo>
                  <a:pt x="207264" y="350520"/>
                </a:lnTo>
                <a:close/>
              </a:path>
              <a:path w="388620" h="405764">
                <a:moveTo>
                  <a:pt x="3048" y="405384"/>
                </a:moveTo>
                <a:lnTo>
                  <a:pt x="0" y="400812"/>
                </a:lnTo>
                <a:lnTo>
                  <a:pt x="16002" y="384810"/>
                </a:lnTo>
                <a:lnTo>
                  <a:pt x="29718" y="368808"/>
                </a:lnTo>
                <a:lnTo>
                  <a:pt x="58602" y="319920"/>
                </a:lnTo>
                <a:lnTo>
                  <a:pt x="74676" y="271272"/>
                </a:lnTo>
                <a:lnTo>
                  <a:pt x="80891" y="221980"/>
                </a:lnTo>
                <a:lnTo>
                  <a:pt x="82296" y="205740"/>
                </a:lnTo>
                <a:lnTo>
                  <a:pt x="123444" y="227076"/>
                </a:lnTo>
                <a:lnTo>
                  <a:pt x="101369" y="269486"/>
                </a:lnTo>
                <a:lnTo>
                  <a:pt x="99060" y="278892"/>
                </a:lnTo>
                <a:lnTo>
                  <a:pt x="106519" y="289560"/>
                </a:lnTo>
                <a:lnTo>
                  <a:pt x="96012" y="289560"/>
                </a:lnTo>
                <a:lnTo>
                  <a:pt x="79057" y="325183"/>
                </a:lnTo>
                <a:lnTo>
                  <a:pt x="50411" y="367022"/>
                </a:lnTo>
                <a:lnTo>
                  <a:pt x="21312" y="392596"/>
                </a:lnTo>
                <a:lnTo>
                  <a:pt x="3048" y="405384"/>
                </a:lnTo>
                <a:close/>
              </a:path>
              <a:path w="388620" h="405764">
                <a:moveTo>
                  <a:pt x="330708" y="256032"/>
                </a:moveTo>
                <a:lnTo>
                  <a:pt x="284988" y="256032"/>
                </a:lnTo>
                <a:lnTo>
                  <a:pt x="307847" y="233172"/>
                </a:lnTo>
                <a:lnTo>
                  <a:pt x="330708" y="256032"/>
                </a:lnTo>
                <a:close/>
              </a:path>
              <a:path w="388620" h="405764">
                <a:moveTo>
                  <a:pt x="352044" y="394716"/>
                </a:moveTo>
                <a:lnTo>
                  <a:pt x="309419" y="393906"/>
                </a:lnTo>
                <a:lnTo>
                  <a:pt x="241887" y="388286"/>
                </a:lnTo>
                <a:lnTo>
                  <a:pt x="195572" y="378594"/>
                </a:lnTo>
                <a:lnTo>
                  <a:pt x="159615" y="361973"/>
                </a:lnTo>
                <a:lnTo>
                  <a:pt x="119824" y="323469"/>
                </a:lnTo>
                <a:lnTo>
                  <a:pt x="96012" y="289560"/>
                </a:lnTo>
                <a:lnTo>
                  <a:pt x="106519" y="289560"/>
                </a:lnTo>
                <a:lnTo>
                  <a:pt x="108251" y="292036"/>
                </a:lnTo>
                <a:lnTo>
                  <a:pt x="117729" y="304038"/>
                </a:lnTo>
                <a:lnTo>
                  <a:pt x="150090" y="333160"/>
                </a:lnTo>
                <a:lnTo>
                  <a:pt x="182880" y="350520"/>
                </a:lnTo>
                <a:lnTo>
                  <a:pt x="207264" y="350520"/>
                </a:lnTo>
                <a:lnTo>
                  <a:pt x="207264" y="356616"/>
                </a:lnTo>
                <a:lnTo>
                  <a:pt x="231267" y="360592"/>
                </a:lnTo>
                <a:lnTo>
                  <a:pt x="255270" y="363283"/>
                </a:lnTo>
                <a:lnTo>
                  <a:pt x="279273" y="364545"/>
                </a:lnTo>
                <a:lnTo>
                  <a:pt x="388620" y="364545"/>
                </a:lnTo>
                <a:lnTo>
                  <a:pt x="388620" y="367284"/>
                </a:lnTo>
                <a:lnTo>
                  <a:pt x="375189" y="370713"/>
                </a:lnTo>
                <a:lnTo>
                  <a:pt x="364617" y="376428"/>
                </a:lnTo>
                <a:lnTo>
                  <a:pt x="356901" y="384429"/>
                </a:lnTo>
                <a:lnTo>
                  <a:pt x="352044" y="394716"/>
                </a:lnTo>
                <a:close/>
              </a:path>
              <a:path w="388620" h="405764">
                <a:moveTo>
                  <a:pt x="388620" y="364545"/>
                </a:moveTo>
                <a:lnTo>
                  <a:pt x="279273" y="364545"/>
                </a:lnTo>
                <a:lnTo>
                  <a:pt x="325826" y="363974"/>
                </a:lnTo>
                <a:lnTo>
                  <a:pt x="347662" y="363283"/>
                </a:lnTo>
                <a:lnTo>
                  <a:pt x="388620" y="361188"/>
                </a:lnTo>
                <a:lnTo>
                  <a:pt x="388620" y="36454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8" name="object 8"/>
          <p:cNvGrpSpPr/>
          <p:nvPr/>
        </p:nvGrpSpPr>
        <p:grpSpPr>
          <a:xfrm>
            <a:off x="3464052" y="2363724"/>
            <a:ext cx="890269" cy="407034"/>
            <a:chOff x="3464052" y="2363724"/>
            <a:chExt cx="890269" cy="407034"/>
          </a:xfrm>
        </p:grpSpPr>
        <p:sp>
          <p:nvSpPr>
            <p:cNvPr id="9" name="object 9"/>
            <p:cNvSpPr/>
            <p:nvPr/>
          </p:nvSpPr>
          <p:spPr>
            <a:xfrm>
              <a:off x="3464039" y="2363723"/>
              <a:ext cx="660400" cy="407034"/>
            </a:xfrm>
            <a:custGeom>
              <a:avLst/>
              <a:gdLst/>
              <a:ahLst/>
              <a:cxnLst/>
              <a:rect l="l" t="t" r="r" b="b"/>
              <a:pathLst>
                <a:path w="660400" h="407035">
                  <a:moveTo>
                    <a:pt x="224040" y="68580"/>
                  </a:moveTo>
                  <a:lnTo>
                    <a:pt x="196608" y="31076"/>
                  </a:lnTo>
                  <a:lnTo>
                    <a:pt x="155460" y="0"/>
                  </a:lnTo>
                  <a:lnTo>
                    <a:pt x="150876" y="3048"/>
                  </a:lnTo>
                  <a:lnTo>
                    <a:pt x="165671" y="25933"/>
                  </a:lnTo>
                  <a:lnTo>
                    <a:pt x="177749" y="46672"/>
                  </a:lnTo>
                  <a:lnTo>
                    <a:pt x="186677" y="65417"/>
                  </a:lnTo>
                  <a:lnTo>
                    <a:pt x="192036" y="82296"/>
                  </a:lnTo>
                  <a:lnTo>
                    <a:pt x="195084" y="94488"/>
                  </a:lnTo>
                  <a:lnTo>
                    <a:pt x="198132" y="100584"/>
                  </a:lnTo>
                  <a:lnTo>
                    <a:pt x="205752" y="100584"/>
                  </a:lnTo>
                  <a:lnTo>
                    <a:pt x="210324" y="97536"/>
                  </a:lnTo>
                  <a:lnTo>
                    <a:pt x="216420" y="88392"/>
                  </a:lnTo>
                  <a:lnTo>
                    <a:pt x="220992" y="80772"/>
                  </a:lnTo>
                  <a:lnTo>
                    <a:pt x="224040" y="73152"/>
                  </a:lnTo>
                  <a:lnTo>
                    <a:pt x="224040" y="68580"/>
                  </a:lnTo>
                  <a:close/>
                </a:path>
                <a:path w="660400" h="407035">
                  <a:moveTo>
                    <a:pt x="399300" y="370332"/>
                  </a:moveTo>
                  <a:lnTo>
                    <a:pt x="355841" y="360959"/>
                  </a:lnTo>
                  <a:lnTo>
                    <a:pt x="312242" y="342138"/>
                  </a:lnTo>
                  <a:lnTo>
                    <a:pt x="268351" y="314185"/>
                  </a:lnTo>
                  <a:lnTo>
                    <a:pt x="224040" y="277368"/>
                  </a:lnTo>
                  <a:lnTo>
                    <a:pt x="237604" y="257556"/>
                  </a:lnTo>
                  <a:lnTo>
                    <a:pt x="244716" y="247192"/>
                  </a:lnTo>
                  <a:lnTo>
                    <a:pt x="264731" y="211442"/>
                  </a:lnTo>
                  <a:lnTo>
                    <a:pt x="284162" y="170065"/>
                  </a:lnTo>
                  <a:lnTo>
                    <a:pt x="303085" y="122974"/>
                  </a:lnTo>
                  <a:lnTo>
                    <a:pt x="321576" y="70104"/>
                  </a:lnTo>
                  <a:lnTo>
                    <a:pt x="338340" y="60960"/>
                  </a:lnTo>
                  <a:lnTo>
                    <a:pt x="295668" y="32004"/>
                  </a:lnTo>
                  <a:lnTo>
                    <a:pt x="286499" y="69418"/>
                  </a:lnTo>
                  <a:lnTo>
                    <a:pt x="277190" y="103822"/>
                  </a:lnTo>
                  <a:lnTo>
                    <a:pt x="257568" y="163068"/>
                  </a:lnTo>
                  <a:lnTo>
                    <a:pt x="234327" y="213169"/>
                  </a:lnTo>
                  <a:lnTo>
                    <a:pt x="208800" y="257556"/>
                  </a:lnTo>
                  <a:lnTo>
                    <a:pt x="181914" y="224967"/>
                  </a:lnTo>
                  <a:lnTo>
                    <a:pt x="153733" y="181927"/>
                  </a:lnTo>
                  <a:lnTo>
                    <a:pt x="124142" y="128333"/>
                  </a:lnTo>
                  <a:lnTo>
                    <a:pt x="92964" y="64008"/>
                  </a:lnTo>
                  <a:lnTo>
                    <a:pt x="86868" y="68580"/>
                  </a:lnTo>
                  <a:lnTo>
                    <a:pt x="105714" y="117221"/>
                  </a:lnTo>
                  <a:lnTo>
                    <a:pt x="125641" y="162483"/>
                  </a:lnTo>
                  <a:lnTo>
                    <a:pt x="146672" y="204317"/>
                  </a:lnTo>
                  <a:lnTo>
                    <a:pt x="168808" y="242633"/>
                  </a:lnTo>
                  <a:lnTo>
                    <a:pt x="192036" y="277368"/>
                  </a:lnTo>
                  <a:lnTo>
                    <a:pt x="158013" y="310108"/>
                  </a:lnTo>
                  <a:lnTo>
                    <a:pt x="121805" y="338823"/>
                  </a:lnTo>
                  <a:lnTo>
                    <a:pt x="83400" y="363512"/>
                  </a:lnTo>
                  <a:lnTo>
                    <a:pt x="42799" y="384175"/>
                  </a:lnTo>
                  <a:lnTo>
                    <a:pt x="0" y="400812"/>
                  </a:lnTo>
                  <a:lnTo>
                    <a:pt x="1524" y="406908"/>
                  </a:lnTo>
                  <a:lnTo>
                    <a:pt x="48539" y="392264"/>
                  </a:lnTo>
                  <a:lnTo>
                    <a:pt x="92697" y="373799"/>
                  </a:lnTo>
                  <a:lnTo>
                    <a:pt x="134086" y="351396"/>
                  </a:lnTo>
                  <a:lnTo>
                    <a:pt x="172758" y="324891"/>
                  </a:lnTo>
                  <a:lnTo>
                    <a:pt x="208800" y="294132"/>
                  </a:lnTo>
                  <a:lnTo>
                    <a:pt x="244563" y="330136"/>
                  </a:lnTo>
                  <a:lnTo>
                    <a:pt x="281190" y="360426"/>
                  </a:lnTo>
                  <a:lnTo>
                    <a:pt x="318947" y="385000"/>
                  </a:lnTo>
                  <a:lnTo>
                    <a:pt x="358152" y="403860"/>
                  </a:lnTo>
                  <a:lnTo>
                    <a:pt x="364147" y="394462"/>
                  </a:lnTo>
                  <a:lnTo>
                    <a:pt x="373011" y="386905"/>
                  </a:lnTo>
                  <a:lnTo>
                    <a:pt x="384721" y="381368"/>
                  </a:lnTo>
                  <a:lnTo>
                    <a:pt x="399300" y="377952"/>
                  </a:lnTo>
                  <a:lnTo>
                    <a:pt x="399300" y="370332"/>
                  </a:lnTo>
                  <a:close/>
                </a:path>
                <a:path w="660400" h="407035">
                  <a:moveTo>
                    <a:pt x="659892" y="271272"/>
                  </a:moveTo>
                  <a:lnTo>
                    <a:pt x="650900" y="231838"/>
                  </a:lnTo>
                  <a:lnTo>
                    <a:pt x="624078" y="202882"/>
                  </a:lnTo>
                  <a:lnTo>
                    <a:pt x="594360" y="190512"/>
                  </a:lnTo>
                  <a:lnTo>
                    <a:pt x="588073" y="188214"/>
                  </a:lnTo>
                  <a:lnTo>
                    <a:pt x="580644" y="185928"/>
                  </a:lnTo>
                  <a:lnTo>
                    <a:pt x="572071" y="183642"/>
                  </a:lnTo>
                  <a:lnTo>
                    <a:pt x="552627" y="179070"/>
                  </a:lnTo>
                  <a:lnTo>
                    <a:pt x="543877" y="176784"/>
                  </a:lnTo>
                  <a:lnTo>
                    <a:pt x="536003" y="174510"/>
                  </a:lnTo>
                  <a:lnTo>
                    <a:pt x="528828" y="172224"/>
                  </a:lnTo>
                  <a:lnTo>
                    <a:pt x="519112" y="169379"/>
                  </a:lnTo>
                  <a:lnTo>
                    <a:pt x="488632" y="140411"/>
                  </a:lnTo>
                  <a:lnTo>
                    <a:pt x="486156" y="121920"/>
                  </a:lnTo>
                  <a:lnTo>
                    <a:pt x="487299" y="111061"/>
                  </a:lnTo>
                  <a:lnTo>
                    <a:pt x="514426" y="79349"/>
                  </a:lnTo>
                  <a:lnTo>
                    <a:pt x="553212" y="71628"/>
                  </a:lnTo>
                  <a:lnTo>
                    <a:pt x="566648" y="72224"/>
                  </a:lnTo>
                  <a:lnTo>
                    <a:pt x="615492" y="87401"/>
                  </a:lnTo>
                  <a:lnTo>
                    <a:pt x="643128" y="106680"/>
                  </a:lnTo>
                  <a:lnTo>
                    <a:pt x="646176" y="106680"/>
                  </a:lnTo>
                  <a:lnTo>
                    <a:pt x="646176" y="54876"/>
                  </a:lnTo>
                  <a:lnTo>
                    <a:pt x="635635" y="50342"/>
                  </a:lnTo>
                  <a:lnTo>
                    <a:pt x="589394" y="37388"/>
                  </a:lnTo>
                  <a:lnTo>
                    <a:pt x="550164" y="33528"/>
                  </a:lnTo>
                  <a:lnTo>
                    <a:pt x="527304" y="35242"/>
                  </a:lnTo>
                  <a:lnTo>
                    <a:pt x="488442" y="48958"/>
                  </a:lnTo>
                  <a:lnTo>
                    <a:pt x="458685" y="75272"/>
                  </a:lnTo>
                  <a:lnTo>
                    <a:pt x="441960" y="126492"/>
                  </a:lnTo>
                  <a:lnTo>
                    <a:pt x="442252" y="135597"/>
                  </a:lnTo>
                  <a:lnTo>
                    <a:pt x="453771" y="173545"/>
                  </a:lnTo>
                  <a:lnTo>
                    <a:pt x="486156" y="202692"/>
                  </a:lnTo>
                  <a:lnTo>
                    <a:pt x="516636" y="213360"/>
                  </a:lnTo>
                  <a:lnTo>
                    <a:pt x="533590" y="217741"/>
                  </a:lnTo>
                  <a:lnTo>
                    <a:pt x="547116" y="220980"/>
                  </a:lnTo>
                  <a:lnTo>
                    <a:pt x="553123" y="223037"/>
                  </a:lnTo>
                  <a:lnTo>
                    <a:pt x="574548" y="228600"/>
                  </a:lnTo>
                  <a:lnTo>
                    <a:pt x="609028" y="253174"/>
                  </a:lnTo>
                  <a:lnTo>
                    <a:pt x="614172" y="278892"/>
                  </a:lnTo>
                  <a:lnTo>
                    <a:pt x="613029" y="289991"/>
                  </a:lnTo>
                  <a:lnTo>
                    <a:pt x="585622" y="323875"/>
                  </a:lnTo>
                  <a:lnTo>
                    <a:pt x="542544" y="332232"/>
                  </a:lnTo>
                  <a:lnTo>
                    <a:pt x="529958" y="331647"/>
                  </a:lnTo>
                  <a:lnTo>
                    <a:pt x="490728" y="321564"/>
                  </a:lnTo>
                  <a:lnTo>
                    <a:pt x="452805" y="299923"/>
                  </a:lnTo>
                  <a:lnTo>
                    <a:pt x="441960" y="291084"/>
                  </a:lnTo>
                  <a:lnTo>
                    <a:pt x="438912" y="291084"/>
                  </a:lnTo>
                  <a:lnTo>
                    <a:pt x="438912" y="344424"/>
                  </a:lnTo>
                  <a:lnTo>
                    <a:pt x="450367" y="349859"/>
                  </a:lnTo>
                  <a:lnTo>
                    <a:pt x="498665" y="365836"/>
                  </a:lnTo>
                  <a:lnTo>
                    <a:pt x="545592" y="370332"/>
                  </a:lnTo>
                  <a:lnTo>
                    <a:pt x="559866" y="369785"/>
                  </a:lnTo>
                  <a:lnTo>
                    <a:pt x="604342" y="357860"/>
                  </a:lnTo>
                  <a:lnTo>
                    <a:pt x="636638" y="333590"/>
                  </a:lnTo>
                  <a:lnTo>
                    <a:pt x="655396" y="299999"/>
                  </a:lnTo>
                  <a:lnTo>
                    <a:pt x="659345" y="280657"/>
                  </a:lnTo>
                  <a:lnTo>
                    <a:pt x="659892" y="271272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0" name="object 10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4158996" y="2389631"/>
              <a:ext cx="195072" cy="201167"/>
            </a:xfrm>
            <a:prstGeom prst="rect">
              <a:avLst/>
            </a:prstGeom>
          </p:spPr>
        </p:pic>
      </p:grpSp>
      <p:sp>
        <p:nvSpPr>
          <p:cNvPr id="11" name="object 11"/>
          <p:cNvSpPr/>
          <p:nvPr/>
        </p:nvSpPr>
        <p:spPr>
          <a:xfrm>
            <a:off x="4419600" y="2522220"/>
            <a:ext cx="241300" cy="35560"/>
          </a:xfrm>
          <a:custGeom>
            <a:avLst/>
            <a:gdLst/>
            <a:ahLst/>
            <a:cxnLst/>
            <a:rect l="l" t="t" r="r" b="b"/>
            <a:pathLst>
              <a:path w="241300" h="35560">
                <a:moveTo>
                  <a:pt x="240792" y="35052"/>
                </a:moveTo>
                <a:lnTo>
                  <a:pt x="0" y="35052"/>
                </a:lnTo>
                <a:lnTo>
                  <a:pt x="0" y="0"/>
                </a:lnTo>
                <a:lnTo>
                  <a:pt x="240792" y="0"/>
                </a:lnTo>
                <a:lnTo>
                  <a:pt x="240792" y="3505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4419600" y="2613660"/>
            <a:ext cx="241300" cy="35560"/>
          </a:xfrm>
          <a:custGeom>
            <a:avLst/>
            <a:gdLst/>
            <a:ahLst/>
            <a:cxnLst/>
            <a:rect l="l" t="t" r="r" b="b"/>
            <a:pathLst>
              <a:path w="241300" h="35560">
                <a:moveTo>
                  <a:pt x="240792" y="35052"/>
                </a:moveTo>
                <a:lnTo>
                  <a:pt x="0" y="35052"/>
                </a:lnTo>
                <a:lnTo>
                  <a:pt x="0" y="0"/>
                </a:lnTo>
                <a:lnTo>
                  <a:pt x="240792" y="0"/>
                </a:lnTo>
                <a:lnTo>
                  <a:pt x="240792" y="3505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4715255" y="2389631"/>
            <a:ext cx="178435" cy="424180"/>
          </a:xfrm>
          <a:custGeom>
            <a:avLst/>
            <a:gdLst/>
            <a:ahLst/>
            <a:cxnLst/>
            <a:rect l="l" t="t" r="r" b="b"/>
            <a:pathLst>
              <a:path w="178435" h="424180">
                <a:moveTo>
                  <a:pt x="178307" y="423672"/>
                </a:moveTo>
                <a:lnTo>
                  <a:pt x="153923" y="423672"/>
                </a:lnTo>
                <a:lnTo>
                  <a:pt x="135612" y="422267"/>
                </a:lnTo>
                <a:lnTo>
                  <a:pt x="92963" y="402336"/>
                </a:lnTo>
                <a:lnTo>
                  <a:pt x="71532" y="357759"/>
                </a:lnTo>
                <a:lnTo>
                  <a:pt x="70080" y="299204"/>
                </a:lnTo>
                <a:lnTo>
                  <a:pt x="69913" y="291655"/>
                </a:lnTo>
                <a:lnTo>
                  <a:pt x="56387" y="249936"/>
                </a:lnTo>
                <a:lnTo>
                  <a:pt x="21716" y="229743"/>
                </a:lnTo>
                <a:lnTo>
                  <a:pt x="4571" y="228600"/>
                </a:lnTo>
                <a:lnTo>
                  <a:pt x="0" y="228600"/>
                </a:lnTo>
                <a:lnTo>
                  <a:pt x="0" y="193548"/>
                </a:lnTo>
                <a:lnTo>
                  <a:pt x="4571" y="193548"/>
                </a:lnTo>
                <a:lnTo>
                  <a:pt x="13430" y="193262"/>
                </a:lnTo>
                <a:lnTo>
                  <a:pt x="52435" y="177403"/>
                </a:lnTo>
                <a:lnTo>
                  <a:pt x="69461" y="138541"/>
                </a:lnTo>
                <a:lnTo>
                  <a:pt x="70103" y="115824"/>
                </a:lnTo>
                <a:lnTo>
                  <a:pt x="70103" y="83820"/>
                </a:lnTo>
                <a:lnTo>
                  <a:pt x="71532" y="64412"/>
                </a:lnTo>
                <a:lnTo>
                  <a:pt x="92963" y="21335"/>
                </a:lnTo>
                <a:lnTo>
                  <a:pt x="135612" y="1190"/>
                </a:lnTo>
                <a:lnTo>
                  <a:pt x="153923" y="0"/>
                </a:lnTo>
                <a:lnTo>
                  <a:pt x="178307" y="0"/>
                </a:lnTo>
                <a:lnTo>
                  <a:pt x="178307" y="28956"/>
                </a:lnTo>
                <a:lnTo>
                  <a:pt x="153923" y="28956"/>
                </a:lnTo>
                <a:lnTo>
                  <a:pt x="146303" y="30480"/>
                </a:lnTo>
                <a:lnTo>
                  <a:pt x="140207" y="32004"/>
                </a:lnTo>
                <a:lnTo>
                  <a:pt x="132587" y="33528"/>
                </a:lnTo>
                <a:lnTo>
                  <a:pt x="128015" y="36576"/>
                </a:lnTo>
                <a:lnTo>
                  <a:pt x="110680" y="72009"/>
                </a:lnTo>
                <a:lnTo>
                  <a:pt x="109727" y="86867"/>
                </a:lnTo>
                <a:lnTo>
                  <a:pt x="109727" y="124967"/>
                </a:lnTo>
                <a:lnTo>
                  <a:pt x="109442" y="133802"/>
                </a:lnTo>
                <a:lnTo>
                  <a:pt x="97012" y="172593"/>
                </a:lnTo>
                <a:lnTo>
                  <a:pt x="74675" y="195072"/>
                </a:lnTo>
                <a:lnTo>
                  <a:pt x="68937" y="199358"/>
                </a:lnTo>
                <a:lnTo>
                  <a:pt x="63055" y="203073"/>
                </a:lnTo>
                <a:lnTo>
                  <a:pt x="56888" y="206216"/>
                </a:lnTo>
                <a:lnTo>
                  <a:pt x="50291" y="208788"/>
                </a:lnTo>
                <a:lnTo>
                  <a:pt x="50291" y="213360"/>
                </a:lnTo>
                <a:lnTo>
                  <a:pt x="56888" y="215931"/>
                </a:lnTo>
                <a:lnTo>
                  <a:pt x="63055" y="219074"/>
                </a:lnTo>
                <a:lnTo>
                  <a:pt x="68937" y="222789"/>
                </a:lnTo>
                <a:lnTo>
                  <a:pt x="74675" y="227076"/>
                </a:lnTo>
                <a:lnTo>
                  <a:pt x="82295" y="231648"/>
                </a:lnTo>
                <a:lnTo>
                  <a:pt x="105155" y="266700"/>
                </a:lnTo>
                <a:lnTo>
                  <a:pt x="109727" y="297180"/>
                </a:lnTo>
                <a:lnTo>
                  <a:pt x="109727" y="335280"/>
                </a:lnTo>
                <a:lnTo>
                  <a:pt x="109989" y="342995"/>
                </a:lnTo>
                <a:lnTo>
                  <a:pt x="128015" y="385572"/>
                </a:lnTo>
                <a:lnTo>
                  <a:pt x="146303" y="391668"/>
                </a:lnTo>
                <a:lnTo>
                  <a:pt x="152399" y="393192"/>
                </a:lnTo>
                <a:lnTo>
                  <a:pt x="178307" y="393192"/>
                </a:lnTo>
                <a:lnTo>
                  <a:pt x="178307" y="42367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4945367" y="2478023"/>
            <a:ext cx="454659" cy="329565"/>
          </a:xfrm>
          <a:custGeom>
            <a:avLst/>
            <a:gdLst/>
            <a:ahLst/>
            <a:cxnLst/>
            <a:rect l="l" t="t" r="r" b="b"/>
            <a:pathLst>
              <a:path w="454660" h="329564">
                <a:moveTo>
                  <a:pt x="316992" y="89916"/>
                </a:moveTo>
                <a:lnTo>
                  <a:pt x="312420" y="48768"/>
                </a:lnTo>
                <a:lnTo>
                  <a:pt x="291465" y="15290"/>
                </a:lnTo>
                <a:lnTo>
                  <a:pt x="253111" y="292"/>
                </a:lnTo>
                <a:lnTo>
                  <a:pt x="245364" y="0"/>
                </a:lnTo>
                <a:lnTo>
                  <a:pt x="235343" y="596"/>
                </a:lnTo>
                <a:lnTo>
                  <a:pt x="198335" y="16725"/>
                </a:lnTo>
                <a:lnTo>
                  <a:pt x="170688" y="41148"/>
                </a:lnTo>
                <a:lnTo>
                  <a:pt x="166458" y="31432"/>
                </a:lnTo>
                <a:lnTo>
                  <a:pt x="137782" y="5143"/>
                </a:lnTo>
                <a:lnTo>
                  <a:pt x="108204" y="0"/>
                </a:lnTo>
                <a:lnTo>
                  <a:pt x="99085" y="571"/>
                </a:lnTo>
                <a:lnTo>
                  <a:pt x="57150" y="19621"/>
                </a:lnTo>
                <a:lnTo>
                  <a:pt x="41148" y="33528"/>
                </a:lnTo>
                <a:lnTo>
                  <a:pt x="41148" y="6096"/>
                </a:lnTo>
                <a:lnTo>
                  <a:pt x="0" y="6096"/>
                </a:lnTo>
                <a:lnTo>
                  <a:pt x="0" y="249936"/>
                </a:lnTo>
                <a:lnTo>
                  <a:pt x="41148" y="249936"/>
                </a:lnTo>
                <a:lnTo>
                  <a:pt x="41148" y="68580"/>
                </a:lnTo>
                <a:lnTo>
                  <a:pt x="48031" y="62039"/>
                </a:lnTo>
                <a:lnTo>
                  <a:pt x="55054" y="56197"/>
                </a:lnTo>
                <a:lnTo>
                  <a:pt x="62369" y="51231"/>
                </a:lnTo>
                <a:lnTo>
                  <a:pt x="70104" y="47244"/>
                </a:lnTo>
                <a:lnTo>
                  <a:pt x="76962" y="43243"/>
                </a:lnTo>
                <a:lnTo>
                  <a:pt x="83820" y="40386"/>
                </a:lnTo>
                <a:lnTo>
                  <a:pt x="90678" y="38671"/>
                </a:lnTo>
                <a:lnTo>
                  <a:pt x="97536" y="38100"/>
                </a:lnTo>
                <a:lnTo>
                  <a:pt x="106680" y="38100"/>
                </a:lnTo>
                <a:lnTo>
                  <a:pt x="114300" y="39624"/>
                </a:lnTo>
                <a:lnTo>
                  <a:pt x="118872" y="42672"/>
                </a:lnTo>
                <a:lnTo>
                  <a:pt x="124968" y="45720"/>
                </a:lnTo>
                <a:lnTo>
                  <a:pt x="128016" y="50292"/>
                </a:lnTo>
                <a:lnTo>
                  <a:pt x="131064" y="56388"/>
                </a:lnTo>
                <a:lnTo>
                  <a:pt x="134112" y="60960"/>
                </a:lnTo>
                <a:lnTo>
                  <a:pt x="135636" y="68580"/>
                </a:lnTo>
                <a:lnTo>
                  <a:pt x="137160" y="77724"/>
                </a:lnTo>
                <a:lnTo>
                  <a:pt x="137401" y="84848"/>
                </a:lnTo>
                <a:lnTo>
                  <a:pt x="138455" y="100228"/>
                </a:lnTo>
                <a:lnTo>
                  <a:pt x="138684" y="108204"/>
                </a:lnTo>
                <a:lnTo>
                  <a:pt x="138684" y="249936"/>
                </a:lnTo>
                <a:lnTo>
                  <a:pt x="179832" y="249936"/>
                </a:lnTo>
                <a:lnTo>
                  <a:pt x="179832" y="80772"/>
                </a:lnTo>
                <a:lnTo>
                  <a:pt x="178308" y="77724"/>
                </a:lnTo>
                <a:lnTo>
                  <a:pt x="178308" y="68580"/>
                </a:lnTo>
                <a:lnTo>
                  <a:pt x="208788" y="45720"/>
                </a:lnTo>
                <a:lnTo>
                  <a:pt x="234696" y="38100"/>
                </a:lnTo>
                <a:lnTo>
                  <a:pt x="243840" y="38100"/>
                </a:lnTo>
                <a:lnTo>
                  <a:pt x="269748" y="56388"/>
                </a:lnTo>
                <a:lnTo>
                  <a:pt x="272796" y="60960"/>
                </a:lnTo>
                <a:lnTo>
                  <a:pt x="274320" y="68580"/>
                </a:lnTo>
                <a:lnTo>
                  <a:pt x="274320" y="77724"/>
                </a:lnTo>
                <a:lnTo>
                  <a:pt x="275209" y="84848"/>
                </a:lnTo>
                <a:lnTo>
                  <a:pt x="275653" y="92392"/>
                </a:lnTo>
                <a:lnTo>
                  <a:pt x="275831" y="100228"/>
                </a:lnTo>
                <a:lnTo>
                  <a:pt x="275844" y="249936"/>
                </a:lnTo>
                <a:lnTo>
                  <a:pt x="316992" y="249936"/>
                </a:lnTo>
                <a:lnTo>
                  <a:pt x="316992" y="89916"/>
                </a:lnTo>
                <a:close/>
              </a:path>
              <a:path w="454660" h="329564">
                <a:moveTo>
                  <a:pt x="454164" y="187452"/>
                </a:moveTo>
                <a:lnTo>
                  <a:pt x="399288" y="187452"/>
                </a:lnTo>
                <a:lnTo>
                  <a:pt x="361188" y="329184"/>
                </a:lnTo>
                <a:lnTo>
                  <a:pt x="393192" y="329184"/>
                </a:lnTo>
                <a:lnTo>
                  <a:pt x="454164" y="18745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" name="object 15"/>
          <p:cNvSpPr/>
          <p:nvPr/>
        </p:nvSpPr>
        <p:spPr>
          <a:xfrm>
            <a:off x="5454383" y="2389631"/>
            <a:ext cx="951230" cy="426720"/>
          </a:xfrm>
          <a:custGeom>
            <a:avLst/>
            <a:gdLst/>
            <a:ahLst/>
            <a:cxnLst/>
            <a:rect l="l" t="t" r="r" b="b"/>
            <a:pathLst>
              <a:path w="951229" h="426719">
                <a:moveTo>
                  <a:pt x="204216" y="211836"/>
                </a:moveTo>
                <a:lnTo>
                  <a:pt x="198310" y="160401"/>
                </a:lnTo>
                <a:lnTo>
                  <a:pt x="179832" y="120396"/>
                </a:lnTo>
                <a:lnTo>
                  <a:pt x="161544" y="102552"/>
                </a:lnTo>
                <a:lnTo>
                  <a:pt x="161544" y="214884"/>
                </a:lnTo>
                <a:lnTo>
                  <a:pt x="160426" y="237413"/>
                </a:lnTo>
                <a:lnTo>
                  <a:pt x="144780" y="284988"/>
                </a:lnTo>
                <a:lnTo>
                  <a:pt x="109639" y="306425"/>
                </a:lnTo>
                <a:lnTo>
                  <a:pt x="94488" y="307848"/>
                </a:lnTo>
                <a:lnTo>
                  <a:pt x="87655" y="307594"/>
                </a:lnTo>
                <a:lnTo>
                  <a:pt x="80962" y="306895"/>
                </a:lnTo>
                <a:lnTo>
                  <a:pt x="74561" y="305930"/>
                </a:lnTo>
                <a:lnTo>
                  <a:pt x="68580" y="304800"/>
                </a:lnTo>
                <a:lnTo>
                  <a:pt x="62585" y="302501"/>
                </a:lnTo>
                <a:lnTo>
                  <a:pt x="56007" y="300037"/>
                </a:lnTo>
                <a:lnTo>
                  <a:pt x="48869" y="297307"/>
                </a:lnTo>
                <a:lnTo>
                  <a:pt x="41148" y="294132"/>
                </a:lnTo>
                <a:lnTo>
                  <a:pt x="41148" y="155448"/>
                </a:lnTo>
                <a:lnTo>
                  <a:pt x="80543" y="131635"/>
                </a:lnTo>
                <a:lnTo>
                  <a:pt x="106680" y="126492"/>
                </a:lnTo>
                <a:lnTo>
                  <a:pt x="119786" y="127927"/>
                </a:lnTo>
                <a:lnTo>
                  <a:pt x="154482" y="161950"/>
                </a:lnTo>
                <a:lnTo>
                  <a:pt x="161544" y="214884"/>
                </a:lnTo>
                <a:lnTo>
                  <a:pt x="161544" y="102552"/>
                </a:lnTo>
                <a:lnTo>
                  <a:pt x="152400" y="96393"/>
                </a:lnTo>
                <a:lnTo>
                  <a:pt x="135255" y="90398"/>
                </a:lnTo>
                <a:lnTo>
                  <a:pt x="115824" y="88392"/>
                </a:lnTo>
                <a:lnTo>
                  <a:pt x="104686" y="88963"/>
                </a:lnTo>
                <a:lnTo>
                  <a:pt x="65798" y="102400"/>
                </a:lnTo>
                <a:lnTo>
                  <a:pt x="41148" y="120396"/>
                </a:lnTo>
                <a:lnTo>
                  <a:pt x="41148" y="0"/>
                </a:lnTo>
                <a:lnTo>
                  <a:pt x="0" y="0"/>
                </a:lnTo>
                <a:lnTo>
                  <a:pt x="0" y="338328"/>
                </a:lnTo>
                <a:lnTo>
                  <a:pt x="38100" y="338328"/>
                </a:lnTo>
                <a:lnTo>
                  <a:pt x="41148" y="326136"/>
                </a:lnTo>
                <a:lnTo>
                  <a:pt x="48006" y="330428"/>
                </a:lnTo>
                <a:lnTo>
                  <a:pt x="84201" y="343281"/>
                </a:lnTo>
                <a:lnTo>
                  <a:pt x="102108" y="344424"/>
                </a:lnTo>
                <a:lnTo>
                  <a:pt x="122974" y="342138"/>
                </a:lnTo>
                <a:lnTo>
                  <a:pt x="142113" y="335280"/>
                </a:lnTo>
                <a:lnTo>
                  <a:pt x="156057" y="326136"/>
                </a:lnTo>
                <a:lnTo>
                  <a:pt x="159550" y="323850"/>
                </a:lnTo>
                <a:lnTo>
                  <a:pt x="175260" y="307848"/>
                </a:lnTo>
                <a:lnTo>
                  <a:pt x="188150" y="288137"/>
                </a:lnTo>
                <a:lnTo>
                  <a:pt x="197167" y="265557"/>
                </a:lnTo>
                <a:lnTo>
                  <a:pt x="202488" y="240131"/>
                </a:lnTo>
                <a:lnTo>
                  <a:pt x="204216" y="211836"/>
                </a:lnTo>
                <a:close/>
              </a:path>
              <a:path w="951229" h="426719">
                <a:moveTo>
                  <a:pt x="438912" y="198120"/>
                </a:moveTo>
                <a:lnTo>
                  <a:pt x="435698" y="159981"/>
                </a:lnTo>
                <a:lnTo>
                  <a:pt x="419366" y="123063"/>
                </a:lnTo>
                <a:lnTo>
                  <a:pt x="399288" y="103606"/>
                </a:lnTo>
                <a:lnTo>
                  <a:pt x="399288" y="188976"/>
                </a:lnTo>
                <a:lnTo>
                  <a:pt x="271272" y="188976"/>
                </a:lnTo>
                <a:lnTo>
                  <a:pt x="284988" y="147828"/>
                </a:lnTo>
                <a:lnTo>
                  <a:pt x="291084" y="141732"/>
                </a:lnTo>
                <a:lnTo>
                  <a:pt x="295922" y="136575"/>
                </a:lnTo>
                <a:lnTo>
                  <a:pt x="332143" y="122212"/>
                </a:lnTo>
                <a:lnTo>
                  <a:pt x="339852" y="121920"/>
                </a:lnTo>
                <a:lnTo>
                  <a:pt x="347573" y="122212"/>
                </a:lnTo>
                <a:lnTo>
                  <a:pt x="390144" y="146304"/>
                </a:lnTo>
                <a:lnTo>
                  <a:pt x="399288" y="188976"/>
                </a:lnTo>
                <a:lnTo>
                  <a:pt x="399288" y="103606"/>
                </a:lnTo>
                <a:lnTo>
                  <a:pt x="363283" y="89725"/>
                </a:lnTo>
                <a:lnTo>
                  <a:pt x="342900" y="88392"/>
                </a:lnTo>
                <a:lnTo>
                  <a:pt x="318897" y="90665"/>
                </a:lnTo>
                <a:lnTo>
                  <a:pt x="277749" y="108331"/>
                </a:lnTo>
                <a:lnTo>
                  <a:pt x="247484" y="142290"/>
                </a:lnTo>
                <a:lnTo>
                  <a:pt x="232105" y="189674"/>
                </a:lnTo>
                <a:lnTo>
                  <a:pt x="230124" y="217932"/>
                </a:lnTo>
                <a:lnTo>
                  <a:pt x="232130" y="246176"/>
                </a:lnTo>
                <a:lnTo>
                  <a:pt x="248132" y="292950"/>
                </a:lnTo>
                <a:lnTo>
                  <a:pt x="279831" y="324904"/>
                </a:lnTo>
                <a:lnTo>
                  <a:pt x="324929" y="340906"/>
                </a:lnTo>
                <a:lnTo>
                  <a:pt x="352044" y="342900"/>
                </a:lnTo>
                <a:lnTo>
                  <a:pt x="370332" y="342900"/>
                </a:lnTo>
                <a:lnTo>
                  <a:pt x="382524" y="339852"/>
                </a:lnTo>
                <a:lnTo>
                  <a:pt x="397764" y="336804"/>
                </a:lnTo>
                <a:lnTo>
                  <a:pt x="403860" y="335280"/>
                </a:lnTo>
                <a:lnTo>
                  <a:pt x="409956" y="332232"/>
                </a:lnTo>
                <a:lnTo>
                  <a:pt x="417576" y="330708"/>
                </a:lnTo>
                <a:lnTo>
                  <a:pt x="425196" y="327660"/>
                </a:lnTo>
                <a:lnTo>
                  <a:pt x="429768" y="324612"/>
                </a:lnTo>
                <a:lnTo>
                  <a:pt x="434340" y="323088"/>
                </a:lnTo>
                <a:lnTo>
                  <a:pt x="434340" y="307848"/>
                </a:lnTo>
                <a:lnTo>
                  <a:pt x="434340" y="278892"/>
                </a:lnTo>
                <a:lnTo>
                  <a:pt x="432816" y="278892"/>
                </a:lnTo>
                <a:lnTo>
                  <a:pt x="429768" y="281940"/>
                </a:lnTo>
                <a:lnTo>
                  <a:pt x="425196" y="283464"/>
                </a:lnTo>
                <a:lnTo>
                  <a:pt x="420624" y="286512"/>
                </a:lnTo>
                <a:lnTo>
                  <a:pt x="414528" y="291084"/>
                </a:lnTo>
                <a:lnTo>
                  <a:pt x="408432" y="294132"/>
                </a:lnTo>
                <a:lnTo>
                  <a:pt x="400812" y="297180"/>
                </a:lnTo>
                <a:lnTo>
                  <a:pt x="394716" y="300228"/>
                </a:lnTo>
                <a:lnTo>
                  <a:pt x="352044" y="307848"/>
                </a:lnTo>
                <a:lnTo>
                  <a:pt x="333756" y="306425"/>
                </a:lnTo>
                <a:lnTo>
                  <a:pt x="292608" y="284988"/>
                </a:lnTo>
                <a:lnTo>
                  <a:pt x="272681" y="240411"/>
                </a:lnTo>
                <a:lnTo>
                  <a:pt x="271272" y="220980"/>
                </a:lnTo>
                <a:lnTo>
                  <a:pt x="438912" y="220980"/>
                </a:lnTo>
                <a:lnTo>
                  <a:pt x="438912" y="198120"/>
                </a:lnTo>
                <a:close/>
              </a:path>
              <a:path w="951229" h="426719">
                <a:moveTo>
                  <a:pt x="641616" y="268224"/>
                </a:moveTo>
                <a:lnTo>
                  <a:pt x="627900" y="225552"/>
                </a:lnTo>
                <a:lnTo>
                  <a:pt x="586752" y="202692"/>
                </a:lnTo>
                <a:lnTo>
                  <a:pt x="556272" y="196596"/>
                </a:lnTo>
                <a:lnTo>
                  <a:pt x="550176" y="193548"/>
                </a:lnTo>
                <a:lnTo>
                  <a:pt x="512076" y="175260"/>
                </a:lnTo>
                <a:lnTo>
                  <a:pt x="509028" y="167652"/>
                </a:lnTo>
                <a:lnTo>
                  <a:pt x="509028" y="158496"/>
                </a:lnTo>
                <a:lnTo>
                  <a:pt x="537794" y="125730"/>
                </a:lnTo>
                <a:lnTo>
                  <a:pt x="556272" y="123444"/>
                </a:lnTo>
                <a:lnTo>
                  <a:pt x="566318" y="124002"/>
                </a:lnTo>
                <a:lnTo>
                  <a:pt x="605015" y="134810"/>
                </a:lnTo>
                <a:lnTo>
                  <a:pt x="630948" y="150876"/>
                </a:lnTo>
                <a:lnTo>
                  <a:pt x="632472" y="150876"/>
                </a:lnTo>
                <a:lnTo>
                  <a:pt x="632472" y="106692"/>
                </a:lnTo>
                <a:lnTo>
                  <a:pt x="625081" y="103276"/>
                </a:lnTo>
                <a:lnTo>
                  <a:pt x="578370" y="90309"/>
                </a:lnTo>
                <a:lnTo>
                  <a:pt x="557796" y="88404"/>
                </a:lnTo>
                <a:lnTo>
                  <a:pt x="538124" y="89801"/>
                </a:lnTo>
                <a:lnTo>
                  <a:pt x="492264" y="109740"/>
                </a:lnTo>
                <a:lnTo>
                  <a:pt x="468045" y="147662"/>
                </a:lnTo>
                <a:lnTo>
                  <a:pt x="466356" y="163068"/>
                </a:lnTo>
                <a:lnTo>
                  <a:pt x="467207" y="174866"/>
                </a:lnTo>
                <a:lnTo>
                  <a:pt x="486905" y="211886"/>
                </a:lnTo>
                <a:lnTo>
                  <a:pt x="519696" y="228600"/>
                </a:lnTo>
                <a:lnTo>
                  <a:pt x="527316" y="231648"/>
                </a:lnTo>
                <a:lnTo>
                  <a:pt x="542556" y="234696"/>
                </a:lnTo>
                <a:lnTo>
                  <a:pt x="551700" y="236220"/>
                </a:lnTo>
                <a:lnTo>
                  <a:pt x="573316" y="241820"/>
                </a:lnTo>
                <a:lnTo>
                  <a:pt x="581037" y="244792"/>
                </a:lnTo>
                <a:lnTo>
                  <a:pt x="587032" y="248056"/>
                </a:lnTo>
                <a:lnTo>
                  <a:pt x="597420" y="256032"/>
                </a:lnTo>
                <a:lnTo>
                  <a:pt x="600468" y="263652"/>
                </a:lnTo>
                <a:lnTo>
                  <a:pt x="600468" y="280416"/>
                </a:lnTo>
                <a:lnTo>
                  <a:pt x="598944" y="286512"/>
                </a:lnTo>
                <a:lnTo>
                  <a:pt x="595896" y="291084"/>
                </a:lnTo>
                <a:lnTo>
                  <a:pt x="594372" y="294132"/>
                </a:lnTo>
                <a:lnTo>
                  <a:pt x="589800" y="297180"/>
                </a:lnTo>
                <a:lnTo>
                  <a:pt x="585228" y="301752"/>
                </a:lnTo>
                <a:lnTo>
                  <a:pt x="582180" y="303276"/>
                </a:lnTo>
                <a:lnTo>
                  <a:pt x="576084" y="304800"/>
                </a:lnTo>
                <a:lnTo>
                  <a:pt x="560844" y="307848"/>
                </a:lnTo>
                <a:lnTo>
                  <a:pt x="554748" y="309372"/>
                </a:lnTo>
                <a:lnTo>
                  <a:pt x="548652" y="309372"/>
                </a:lnTo>
                <a:lnTo>
                  <a:pt x="541807" y="309092"/>
                </a:lnTo>
                <a:lnTo>
                  <a:pt x="535127" y="308229"/>
                </a:lnTo>
                <a:lnTo>
                  <a:pt x="528713" y="306806"/>
                </a:lnTo>
                <a:lnTo>
                  <a:pt x="522744" y="304800"/>
                </a:lnTo>
                <a:lnTo>
                  <a:pt x="516140" y="303403"/>
                </a:lnTo>
                <a:lnTo>
                  <a:pt x="509981" y="301561"/>
                </a:lnTo>
                <a:lnTo>
                  <a:pt x="498360" y="297180"/>
                </a:lnTo>
                <a:lnTo>
                  <a:pt x="490740" y="292608"/>
                </a:lnTo>
                <a:lnTo>
                  <a:pt x="484644" y="289560"/>
                </a:lnTo>
                <a:lnTo>
                  <a:pt x="470928" y="280416"/>
                </a:lnTo>
                <a:lnTo>
                  <a:pt x="467880" y="277368"/>
                </a:lnTo>
                <a:lnTo>
                  <a:pt x="466356" y="277368"/>
                </a:lnTo>
                <a:lnTo>
                  <a:pt x="466356" y="323088"/>
                </a:lnTo>
                <a:lnTo>
                  <a:pt x="473544" y="326517"/>
                </a:lnTo>
                <a:lnTo>
                  <a:pt x="511975" y="339928"/>
                </a:lnTo>
                <a:lnTo>
                  <a:pt x="547128" y="344424"/>
                </a:lnTo>
                <a:lnTo>
                  <a:pt x="558266" y="343903"/>
                </a:lnTo>
                <a:lnTo>
                  <a:pt x="596011" y="334860"/>
                </a:lnTo>
                <a:lnTo>
                  <a:pt x="627519" y="310515"/>
                </a:lnTo>
                <a:lnTo>
                  <a:pt x="641299" y="275971"/>
                </a:lnTo>
                <a:lnTo>
                  <a:pt x="641616" y="268224"/>
                </a:lnTo>
                <a:close/>
              </a:path>
              <a:path w="951229" h="426719">
                <a:moveTo>
                  <a:pt x="798576" y="94488"/>
                </a:moveTo>
                <a:lnTo>
                  <a:pt x="722376" y="94488"/>
                </a:lnTo>
                <a:lnTo>
                  <a:pt x="722376" y="25908"/>
                </a:lnTo>
                <a:lnTo>
                  <a:pt x="682752" y="25908"/>
                </a:lnTo>
                <a:lnTo>
                  <a:pt x="682752" y="94488"/>
                </a:lnTo>
                <a:lnTo>
                  <a:pt x="653796" y="94488"/>
                </a:lnTo>
                <a:lnTo>
                  <a:pt x="653796" y="129540"/>
                </a:lnTo>
                <a:lnTo>
                  <a:pt x="682752" y="129540"/>
                </a:lnTo>
                <a:lnTo>
                  <a:pt x="682752" y="263652"/>
                </a:lnTo>
                <a:lnTo>
                  <a:pt x="683895" y="282803"/>
                </a:lnTo>
                <a:lnTo>
                  <a:pt x="701040" y="323088"/>
                </a:lnTo>
                <a:lnTo>
                  <a:pt x="736841" y="341744"/>
                </a:lnTo>
                <a:lnTo>
                  <a:pt x="752856" y="342900"/>
                </a:lnTo>
                <a:lnTo>
                  <a:pt x="758952" y="342900"/>
                </a:lnTo>
                <a:lnTo>
                  <a:pt x="766572" y="341376"/>
                </a:lnTo>
                <a:lnTo>
                  <a:pt x="774192" y="341376"/>
                </a:lnTo>
                <a:lnTo>
                  <a:pt x="783336" y="339852"/>
                </a:lnTo>
                <a:lnTo>
                  <a:pt x="790956" y="338328"/>
                </a:lnTo>
                <a:lnTo>
                  <a:pt x="798576" y="335280"/>
                </a:lnTo>
                <a:lnTo>
                  <a:pt x="798576" y="298704"/>
                </a:lnTo>
                <a:lnTo>
                  <a:pt x="795528" y="298704"/>
                </a:lnTo>
                <a:lnTo>
                  <a:pt x="792480" y="300228"/>
                </a:lnTo>
                <a:lnTo>
                  <a:pt x="787908" y="301752"/>
                </a:lnTo>
                <a:lnTo>
                  <a:pt x="781812" y="303276"/>
                </a:lnTo>
                <a:lnTo>
                  <a:pt x="775716" y="306324"/>
                </a:lnTo>
                <a:lnTo>
                  <a:pt x="752856" y="306324"/>
                </a:lnTo>
                <a:lnTo>
                  <a:pt x="723900" y="278892"/>
                </a:lnTo>
                <a:lnTo>
                  <a:pt x="723900" y="272796"/>
                </a:lnTo>
                <a:lnTo>
                  <a:pt x="723023" y="267423"/>
                </a:lnTo>
                <a:lnTo>
                  <a:pt x="722566" y="260604"/>
                </a:lnTo>
                <a:lnTo>
                  <a:pt x="722401" y="252653"/>
                </a:lnTo>
                <a:lnTo>
                  <a:pt x="722376" y="129540"/>
                </a:lnTo>
                <a:lnTo>
                  <a:pt x="798576" y="129540"/>
                </a:lnTo>
                <a:lnTo>
                  <a:pt x="798576" y="94488"/>
                </a:lnTo>
                <a:close/>
              </a:path>
              <a:path w="951229" h="426719">
                <a:moveTo>
                  <a:pt x="950976" y="0"/>
                </a:moveTo>
                <a:lnTo>
                  <a:pt x="900684" y="0"/>
                </a:lnTo>
                <a:lnTo>
                  <a:pt x="883259" y="22288"/>
                </a:lnTo>
                <a:lnTo>
                  <a:pt x="853541" y="70294"/>
                </a:lnTo>
                <a:lnTo>
                  <a:pt x="832129" y="122288"/>
                </a:lnTo>
                <a:lnTo>
                  <a:pt x="821321" y="181102"/>
                </a:lnTo>
                <a:lnTo>
                  <a:pt x="819912" y="213360"/>
                </a:lnTo>
                <a:lnTo>
                  <a:pt x="821321" y="246507"/>
                </a:lnTo>
                <a:lnTo>
                  <a:pt x="832129" y="305943"/>
                </a:lnTo>
                <a:lnTo>
                  <a:pt x="853541" y="357073"/>
                </a:lnTo>
                <a:lnTo>
                  <a:pt x="883259" y="404456"/>
                </a:lnTo>
                <a:lnTo>
                  <a:pt x="900684" y="426720"/>
                </a:lnTo>
                <a:lnTo>
                  <a:pt x="950976" y="426720"/>
                </a:lnTo>
                <a:lnTo>
                  <a:pt x="950976" y="425196"/>
                </a:lnTo>
                <a:lnTo>
                  <a:pt x="942746" y="416915"/>
                </a:lnTo>
                <a:lnTo>
                  <a:pt x="934212" y="408051"/>
                </a:lnTo>
                <a:lnTo>
                  <a:pt x="909497" y="377151"/>
                </a:lnTo>
                <a:lnTo>
                  <a:pt x="881951" y="325882"/>
                </a:lnTo>
                <a:lnTo>
                  <a:pt x="867156" y="281940"/>
                </a:lnTo>
                <a:lnTo>
                  <a:pt x="858583" y="231368"/>
                </a:lnTo>
                <a:lnTo>
                  <a:pt x="858012" y="213360"/>
                </a:lnTo>
                <a:lnTo>
                  <a:pt x="858583" y="195605"/>
                </a:lnTo>
                <a:lnTo>
                  <a:pt x="871143" y="129946"/>
                </a:lnTo>
                <a:lnTo>
                  <a:pt x="888492" y="86868"/>
                </a:lnTo>
                <a:lnTo>
                  <a:pt x="909713" y="48945"/>
                </a:lnTo>
                <a:lnTo>
                  <a:pt x="933640" y="18669"/>
                </a:lnTo>
                <a:lnTo>
                  <a:pt x="950976" y="1524"/>
                </a:lnTo>
                <a:lnTo>
                  <a:pt x="950976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" name="object 16"/>
          <p:cNvSpPr/>
          <p:nvPr/>
        </p:nvSpPr>
        <p:spPr>
          <a:xfrm>
            <a:off x="6451079" y="2389631"/>
            <a:ext cx="492759" cy="426720"/>
          </a:xfrm>
          <a:custGeom>
            <a:avLst/>
            <a:gdLst/>
            <a:ahLst/>
            <a:cxnLst/>
            <a:rect l="l" t="t" r="r" b="b"/>
            <a:pathLst>
              <a:path w="492759" h="426719">
                <a:moveTo>
                  <a:pt x="316992" y="178308"/>
                </a:moveTo>
                <a:lnTo>
                  <a:pt x="316687" y="166306"/>
                </a:lnTo>
                <a:lnTo>
                  <a:pt x="315658" y="155448"/>
                </a:lnTo>
                <a:lnTo>
                  <a:pt x="313778" y="145732"/>
                </a:lnTo>
                <a:lnTo>
                  <a:pt x="310896" y="137160"/>
                </a:lnTo>
                <a:lnTo>
                  <a:pt x="308305" y="128574"/>
                </a:lnTo>
                <a:lnTo>
                  <a:pt x="280022" y="95783"/>
                </a:lnTo>
                <a:lnTo>
                  <a:pt x="245364" y="88392"/>
                </a:lnTo>
                <a:lnTo>
                  <a:pt x="235343" y="88988"/>
                </a:lnTo>
                <a:lnTo>
                  <a:pt x="198120" y="105117"/>
                </a:lnTo>
                <a:lnTo>
                  <a:pt x="170688" y="129540"/>
                </a:lnTo>
                <a:lnTo>
                  <a:pt x="165811" y="119824"/>
                </a:lnTo>
                <a:lnTo>
                  <a:pt x="137147" y="93535"/>
                </a:lnTo>
                <a:lnTo>
                  <a:pt x="108204" y="88392"/>
                </a:lnTo>
                <a:lnTo>
                  <a:pt x="98450" y="88963"/>
                </a:lnTo>
                <a:lnTo>
                  <a:pt x="57150" y="108013"/>
                </a:lnTo>
                <a:lnTo>
                  <a:pt x="41148" y="121920"/>
                </a:lnTo>
                <a:lnTo>
                  <a:pt x="41148" y="94488"/>
                </a:lnTo>
                <a:lnTo>
                  <a:pt x="0" y="94488"/>
                </a:lnTo>
                <a:lnTo>
                  <a:pt x="0" y="338328"/>
                </a:lnTo>
                <a:lnTo>
                  <a:pt x="41148" y="338328"/>
                </a:lnTo>
                <a:lnTo>
                  <a:pt x="41148" y="156972"/>
                </a:lnTo>
                <a:lnTo>
                  <a:pt x="48006" y="150431"/>
                </a:lnTo>
                <a:lnTo>
                  <a:pt x="83629" y="128778"/>
                </a:lnTo>
                <a:lnTo>
                  <a:pt x="97536" y="126492"/>
                </a:lnTo>
                <a:lnTo>
                  <a:pt x="106680" y="126492"/>
                </a:lnTo>
                <a:lnTo>
                  <a:pt x="112776" y="128016"/>
                </a:lnTo>
                <a:lnTo>
                  <a:pt x="124968" y="134112"/>
                </a:lnTo>
                <a:lnTo>
                  <a:pt x="128016" y="138684"/>
                </a:lnTo>
                <a:lnTo>
                  <a:pt x="131064" y="144780"/>
                </a:lnTo>
                <a:lnTo>
                  <a:pt x="134112" y="149352"/>
                </a:lnTo>
                <a:lnTo>
                  <a:pt x="135636" y="156972"/>
                </a:lnTo>
                <a:lnTo>
                  <a:pt x="137160" y="166116"/>
                </a:lnTo>
                <a:lnTo>
                  <a:pt x="137401" y="173240"/>
                </a:lnTo>
                <a:lnTo>
                  <a:pt x="138455" y="188620"/>
                </a:lnTo>
                <a:lnTo>
                  <a:pt x="138684" y="196596"/>
                </a:lnTo>
                <a:lnTo>
                  <a:pt x="138684" y="338328"/>
                </a:lnTo>
                <a:lnTo>
                  <a:pt x="178308" y="338328"/>
                </a:lnTo>
                <a:lnTo>
                  <a:pt x="178308" y="156972"/>
                </a:lnTo>
                <a:lnTo>
                  <a:pt x="193357" y="144399"/>
                </a:lnTo>
                <a:lnTo>
                  <a:pt x="228701" y="127050"/>
                </a:lnTo>
                <a:lnTo>
                  <a:pt x="234696" y="126492"/>
                </a:lnTo>
                <a:lnTo>
                  <a:pt x="243840" y="126492"/>
                </a:lnTo>
                <a:lnTo>
                  <a:pt x="251460" y="128016"/>
                </a:lnTo>
                <a:lnTo>
                  <a:pt x="256032" y="131064"/>
                </a:lnTo>
                <a:lnTo>
                  <a:pt x="262128" y="134112"/>
                </a:lnTo>
                <a:lnTo>
                  <a:pt x="266700" y="138684"/>
                </a:lnTo>
                <a:lnTo>
                  <a:pt x="269748" y="144780"/>
                </a:lnTo>
                <a:lnTo>
                  <a:pt x="271272" y="149352"/>
                </a:lnTo>
                <a:lnTo>
                  <a:pt x="274320" y="156972"/>
                </a:lnTo>
                <a:lnTo>
                  <a:pt x="274320" y="166116"/>
                </a:lnTo>
                <a:lnTo>
                  <a:pt x="275209" y="173240"/>
                </a:lnTo>
                <a:lnTo>
                  <a:pt x="275653" y="180784"/>
                </a:lnTo>
                <a:lnTo>
                  <a:pt x="275831" y="188620"/>
                </a:lnTo>
                <a:lnTo>
                  <a:pt x="275844" y="338328"/>
                </a:lnTo>
                <a:lnTo>
                  <a:pt x="316992" y="338328"/>
                </a:lnTo>
                <a:lnTo>
                  <a:pt x="316992" y="178308"/>
                </a:lnTo>
                <a:close/>
              </a:path>
              <a:path w="492759" h="426719">
                <a:moveTo>
                  <a:pt x="492264" y="213360"/>
                </a:moveTo>
                <a:lnTo>
                  <a:pt x="486549" y="149923"/>
                </a:lnTo>
                <a:lnTo>
                  <a:pt x="469404" y="94488"/>
                </a:lnTo>
                <a:lnTo>
                  <a:pt x="444258" y="45529"/>
                </a:lnTo>
                <a:lnTo>
                  <a:pt x="409968" y="0"/>
                </a:lnTo>
                <a:lnTo>
                  <a:pt x="361200" y="0"/>
                </a:lnTo>
                <a:lnTo>
                  <a:pt x="361200" y="1524"/>
                </a:lnTo>
                <a:lnTo>
                  <a:pt x="369201" y="9817"/>
                </a:lnTo>
                <a:lnTo>
                  <a:pt x="377202" y="18669"/>
                </a:lnTo>
                <a:lnTo>
                  <a:pt x="401815" y="48945"/>
                </a:lnTo>
                <a:lnTo>
                  <a:pt x="423684" y="86868"/>
                </a:lnTo>
                <a:lnTo>
                  <a:pt x="441032" y="130594"/>
                </a:lnTo>
                <a:lnTo>
                  <a:pt x="451116" y="178689"/>
                </a:lnTo>
                <a:lnTo>
                  <a:pt x="452640" y="213360"/>
                </a:lnTo>
                <a:lnTo>
                  <a:pt x="452297" y="231343"/>
                </a:lnTo>
                <a:lnTo>
                  <a:pt x="441032" y="296138"/>
                </a:lnTo>
                <a:lnTo>
                  <a:pt x="417436" y="353047"/>
                </a:lnTo>
                <a:lnTo>
                  <a:pt x="394728" y="388620"/>
                </a:lnTo>
                <a:lnTo>
                  <a:pt x="369214" y="416915"/>
                </a:lnTo>
                <a:lnTo>
                  <a:pt x="361200" y="425196"/>
                </a:lnTo>
                <a:lnTo>
                  <a:pt x="361200" y="426720"/>
                </a:lnTo>
                <a:lnTo>
                  <a:pt x="409968" y="426720"/>
                </a:lnTo>
                <a:lnTo>
                  <a:pt x="428256" y="404456"/>
                </a:lnTo>
                <a:lnTo>
                  <a:pt x="457974" y="357073"/>
                </a:lnTo>
                <a:lnTo>
                  <a:pt x="479399" y="305092"/>
                </a:lnTo>
                <a:lnTo>
                  <a:pt x="490829" y="245656"/>
                </a:lnTo>
                <a:lnTo>
                  <a:pt x="492264" y="21336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" name="object 17"/>
          <p:cNvSpPr/>
          <p:nvPr/>
        </p:nvSpPr>
        <p:spPr>
          <a:xfrm>
            <a:off x="7019544" y="2484119"/>
            <a:ext cx="52069" cy="62865"/>
          </a:xfrm>
          <a:custGeom>
            <a:avLst/>
            <a:gdLst/>
            <a:ahLst/>
            <a:cxnLst/>
            <a:rect l="l" t="t" r="r" b="b"/>
            <a:pathLst>
              <a:path w="52070" h="62864">
                <a:moveTo>
                  <a:pt x="51816" y="62484"/>
                </a:moveTo>
                <a:lnTo>
                  <a:pt x="0" y="62484"/>
                </a:lnTo>
                <a:lnTo>
                  <a:pt x="0" y="0"/>
                </a:lnTo>
                <a:lnTo>
                  <a:pt x="51816" y="0"/>
                </a:lnTo>
                <a:lnTo>
                  <a:pt x="51816" y="6248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" name="object 18"/>
          <p:cNvSpPr/>
          <p:nvPr/>
        </p:nvSpPr>
        <p:spPr>
          <a:xfrm>
            <a:off x="7019544" y="2665475"/>
            <a:ext cx="52069" cy="62865"/>
          </a:xfrm>
          <a:custGeom>
            <a:avLst/>
            <a:gdLst/>
            <a:ahLst/>
            <a:cxnLst/>
            <a:rect l="l" t="t" r="r" b="b"/>
            <a:pathLst>
              <a:path w="52070" h="62864">
                <a:moveTo>
                  <a:pt x="51816" y="62484"/>
                </a:moveTo>
                <a:lnTo>
                  <a:pt x="0" y="62484"/>
                </a:lnTo>
                <a:lnTo>
                  <a:pt x="0" y="0"/>
                </a:lnTo>
                <a:lnTo>
                  <a:pt x="51816" y="0"/>
                </a:lnTo>
                <a:lnTo>
                  <a:pt x="51816" y="6248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" name="object 19"/>
          <p:cNvSpPr/>
          <p:nvPr/>
        </p:nvSpPr>
        <p:spPr>
          <a:xfrm>
            <a:off x="7307579" y="2478023"/>
            <a:ext cx="317500" cy="250190"/>
          </a:xfrm>
          <a:custGeom>
            <a:avLst/>
            <a:gdLst/>
            <a:ahLst/>
            <a:cxnLst/>
            <a:rect l="l" t="t" r="r" b="b"/>
            <a:pathLst>
              <a:path w="317500" h="250189">
                <a:moveTo>
                  <a:pt x="316991" y="249936"/>
                </a:moveTo>
                <a:lnTo>
                  <a:pt x="275843" y="249936"/>
                </a:lnTo>
                <a:lnTo>
                  <a:pt x="275820" y="100226"/>
                </a:lnTo>
                <a:lnTo>
                  <a:pt x="275653" y="92392"/>
                </a:lnTo>
                <a:lnTo>
                  <a:pt x="268223" y="56388"/>
                </a:lnTo>
                <a:lnTo>
                  <a:pt x="266699" y="50292"/>
                </a:lnTo>
                <a:lnTo>
                  <a:pt x="262127" y="45719"/>
                </a:lnTo>
                <a:lnTo>
                  <a:pt x="256031" y="42672"/>
                </a:lnTo>
                <a:lnTo>
                  <a:pt x="251459" y="39624"/>
                </a:lnTo>
                <a:lnTo>
                  <a:pt x="243839" y="38100"/>
                </a:lnTo>
                <a:lnTo>
                  <a:pt x="234695" y="38100"/>
                </a:lnTo>
                <a:lnTo>
                  <a:pt x="192785" y="56007"/>
                </a:lnTo>
                <a:lnTo>
                  <a:pt x="178307" y="68579"/>
                </a:lnTo>
                <a:lnTo>
                  <a:pt x="178307" y="249936"/>
                </a:lnTo>
                <a:lnTo>
                  <a:pt x="137159" y="249936"/>
                </a:lnTo>
                <a:lnTo>
                  <a:pt x="137136" y="100226"/>
                </a:lnTo>
                <a:lnTo>
                  <a:pt x="136969" y="92392"/>
                </a:lnTo>
                <a:lnTo>
                  <a:pt x="136517" y="84843"/>
                </a:lnTo>
                <a:lnTo>
                  <a:pt x="135635" y="77724"/>
                </a:lnTo>
                <a:lnTo>
                  <a:pt x="135635" y="68579"/>
                </a:lnTo>
                <a:lnTo>
                  <a:pt x="134111" y="60960"/>
                </a:lnTo>
                <a:lnTo>
                  <a:pt x="131063" y="56388"/>
                </a:lnTo>
                <a:lnTo>
                  <a:pt x="128015" y="50292"/>
                </a:lnTo>
                <a:lnTo>
                  <a:pt x="123443" y="45719"/>
                </a:lnTo>
                <a:lnTo>
                  <a:pt x="118871" y="42672"/>
                </a:lnTo>
                <a:lnTo>
                  <a:pt x="112775" y="39624"/>
                </a:lnTo>
                <a:lnTo>
                  <a:pt x="106679" y="38100"/>
                </a:lnTo>
                <a:lnTo>
                  <a:pt x="97536" y="38100"/>
                </a:lnTo>
                <a:lnTo>
                  <a:pt x="61721" y="51220"/>
                </a:lnTo>
                <a:lnTo>
                  <a:pt x="41148" y="68579"/>
                </a:lnTo>
                <a:lnTo>
                  <a:pt x="41148" y="249936"/>
                </a:lnTo>
                <a:lnTo>
                  <a:pt x="0" y="249936"/>
                </a:lnTo>
                <a:lnTo>
                  <a:pt x="0" y="6096"/>
                </a:lnTo>
                <a:lnTo>
                  <a:pt x="41148" y="6096"/>
                </a:lnTo>
                <a:lnTo>
                  <a:pt x="41148" y="33528"/>
                </a:lnTo>
                <a:lnTo>
                  <a:pt x="49148" y="26074"/>
                </a:lnTo>
                <a:lnTo>
                  <a:pt x="88772" y="2285"/>
                </a:lnTo>
                <a:lnTo>
                  <a:pt x="106679" y="0"/>
                </a:lnTo>
                <a:lnTo>
                  <a:pt x="117562" y="571"/>
                </a:lnTo>
                <a:lnTo>
                  <a:pt x="153114" y="15430"/>
                </a:lnTo>
                <a:lnTo>
                  <a:pt x="170687" y="41148"/>
                </a:lnTo>
                <a:lnTo>
                  <a:pt x="179831" y="31670"/>
                </a:lnTo>
                <a:lnTo>
                  <a:pt x="215788" y="5786"/>
                </a:lnTo>
                <a:lnTo>
                  <a:pt x="245363" y="0"/>
                </a:lnTo>
                <a:lnTo>
                  <a:pt x="253103" y="285"/>
                </a:lnTo>
                <a:lnTo>
                  <a:pt x="290822" y="15287"/>
                </a:lnTo>
                <a:lnTo>
                  <a:pt x="310895" y="48767"/>
                </a:lnTo>
                <a:lnTo>
                  <a:pt x="316991" y="89916"/>
                </a:lnTo>
                <a:lnTo>
                  <a:pt x="316991" y="24993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" name="object 20"/>
          <p:cNvSpPr/>
          <p:nvPr/>
        </p:nvSpPr>
        <p:spPr>
          <a:xfrm>
            <a:off x="8104631" y="2403347"/>
            <a:ext cx="279400" cy="325120"/>
          </a:xfrm>
          <a:custGeom>
            <a:avLst/>
            <a:gdLst/>
            <a:ahLst/>
            <a:cxnLst/>
            <a:rect l="l" t="t" r="r" b="b"/>
            <a:pathLst>
              <a:path w="279400" h="325119">
                <a:moveTo>
                  <a:pt x="278892" y="324612"/>
                </a:moveTo>
                <a:lnTo>
                  <a:pt x="234696" y="324612"/>
                </a:lnTo>
                <a:lnTo>
                  <a:pt x="234696" y="45720"/>
                </a:lnTo>
                <a:lnTo>
                  <a:pt x="150876" y="234696"/>
                </a:lnTo>
                <a:lnTo>
                  <a:pt x="124968" y="234696"/>
                </a:lnTo>
                <a:lnTo>
                  <a:pt x="41148" y="45720"/>
                </a:lnTo>
                <a:lnTo>
                  <a:pt x="41148" y="324612"/>
                </a:lnTo>
                <a:lnTo>
                  <a:pt x="0" y="324612"/>
                </a:lnTo>
                <a:lnTo>
                  <a:pt x="0" y="0"/>
                </a:lnTo>
                <a:lnTo>
                  <a:pt x="59435" y="0"/>
                </a:lnTo>
                <a:lnTo>
                  <a:pt x="140208" y="179832"/>
                </a:lnTo>
                <a:lnTo>
                  <a:pt x="217932" y="0"/>
                </a:lnTo>
                <a:lnTo>
                  <a:pt x="278892" y="0"/>
                </a:lnTo>
                <a:lnTo>
                  <a:pt x="278892" y="32461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" name="object 21"/>
          <p:cNvSpPr/>
          <p:nvPr/>
        </p:nvSpPr>
        <p:spPr>
          <a:xfrm>
            <a:off x="8435340" y="2389632"/>
            <a:ext cx="180340" cy="424180"/>
          </a:xfrm>
          <a:custGeom>
            <a:avLst/>
            <a:gdLst/>
            <a:ahLst/>
            <a:cxnLst/>
            <a:rect l="l" t="t" r="r" b="b"/>
            <a:pathLst>
              <a:path w="180340" h="424180">
                <a:moveTo>
                  <a:pt x="24383" y="423672"/>
                </a:moveTo>
                <a:lnTo>
                  <a:pt x="0" y="423672"/>
                </a:lnTo>
                <a:lnTo>
                  <a:pt x="0" y="393192"/>
                </a:lnTo>
                <a:lnTo>
                  <a:pt x="25907" y="393192"/>
                </a:lnTo>
                <a:lnTo>
                  <a:pt x="33527" y="391668"/>
                </a:lnTo>
                <a:lnTo>
                  <a:pt x="45719" y="388619"/>
                </a:lnTo>
                <a:lnTo>
                  <a:pt x="50291" y="385572"/>
                </a:lnTo>
                <a:lnTo>
                  <a:pt x="64007" y="371856"/>
                </a:lnTo>
                <a:lnTo>
                  <a:pt x="65531" y="362712"/>
                </a:lnTo>
                <a:lnTo>
                  <a:pt x="67294" y="356711"/>
                </a:lnTo>
                <a:lnTo>
                  <a:pt x="68198" y="350139"/>
                </a:lnTo>
                <a:lnTo>
                  <a:pt x="68532" y="342995"/>
                </a:lnTo>
                <a:lnTo>
                  <a:pt x="68579" y="297180"/>
                </a:lnTo>
                <a:lnTo>
                  <a:pt x="68865" y="288559"/>
                </a:lnTo>
                <a:lnTo>
                  <a:pt x="81295" y="249554"/>
                </a:lnTo>
                <a:lnTo>
                  <a:pt x="103631" y="227076"/>
                </a:lnTo>
                <a:lnTo>
                  <a:pt x="109585" y="223004"/>
                </a:lnTo>
                <a:lnTo>
                  <a:pt x="115823" y="219646"/>
                </a:lnTo>
                <a:lnTo>
                  <a:pt x="122062" y="216574"/>
                </a:lnTo>
                <a:lnTo>
                  <a:pt x="128015" y="213360"/>
                </a:lnTo>
                <a:lnTo>
                  <a:pt x="128015" y="208788"/>
                </a:lnTo>
                <a:lnTo>
                  <a:pt x="122062" y="206216"/>
                </a:lnTo>
                <a:lnTo>
                  <a:pt x="115823" y="203073"/>
                </a:lnTo>
                <a:lnTo>
                  <a:pt x="109585" y="199358"/>
                </a:lnTo>
                <a:lnTo>
                  <a:pt x="103631" y="195072"/>
                </a:lnTo>
                <a:lnTo>
                  <a:pt x="96011" y="190500"/>
                </a:lnTo>
                <a:lnTo>
                  <a:pt x="73151" y="155448"/>
                </a:lnTo>
                <a:lnTo>
                  <a:pt x="68532" y="79152"/>
                </a:lnTo>
                <a:lnTo>
                  <a:pt x="68198" y="72009"/>
                </a:lnTo>
                <a:lnTo>
                  <a:pt x="67294" y="65436"/>
                </a:lnTo>
                <a:lnTo>
                  <a:pt x="65531" y="59436"/>
                </a:lnTo>
                <a:lnTo>
                  <a:pt x="64007" y="51816"/>
                </a:lnTo>
                <a:lnTo>
                  <a:pt x="25907" y="28956"/>
                </a:lnTo>
                <a:lnTo>
                  <a:pt x="0" y="28956"/>
                </a:lnTo>
                <a:lnTo>
                  <a:pt x="0" y="0"/>
                </a:lnTo>
                <a:lnTo>
                  <a:pt x="24383" y="0"/>
                </a:lnTo>
                <a:lnTo>
                  <a:pt x="42910" y="1190"/>
                </a:lnTo>
                <a:lnTo>
                  <a:pt x="85343" y="21335"/>
                </a:lnTo>
                <a:lnTo>
                  <a:pt x="106775" y="64412"/>
                </a:lnTo>
                <a:lnTo>
                  <a:pt x="108251" y="123586"/>
                </a:lnTo>
                <a:lnTo>
                  <a:pt x="108584" y="131063"/>
                </a:lnTo>
                <a:lnTo>
                  <a:pt x="109489" y="138541"/>
                </a:lnTo>
                <a:lnTo>
                  <a:pt x="111251" y="146304"/>
                </a:lnTo>
                <a:lnTo>
                  <a:pt x="112704" y="153781"/>
                </a:lnTo>
                <a:lnTo>
                  <a:pt x="136707" y="185499"/>
                </a:lnTo>
                <a:lnTo>
                  <a:pt x="179831" y="193548"/>
                </a:lnTo>
                <a:lnTo>
                  <a:pt x="179831" y="228600"/>
                </a:lnTo>
                <a:lnTo>
                  <a:pt x="136707" y="236648"/>
                </a:lnTo>
                <a:lnTo>
                  <a:pt x="112704" y="269009"/>
                </a:lnTo>
                <a:lnTo>
                  <a:pt x="108203" y="338328"/>
                </a:lnTo>
                <a:lnTo>
                  <a:pt x="106775" y="357758"/>
                </a:lnTo>
                <a:lnTo>
                  <a:pt x="85343" y="402336"/>
                </a:lnTo>
                <a:lnTo>
                  <a:pt x="42910" y="422267"/>
                </a:lnTo>
                <a:lnTo>
                  <a:pt x="24383" y="42367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" name="object 22"/>
          <p:cNvSpPr/>
          <p:nvPr/>
        </p:nvSpPr>
        <p:spPr>
          <a:xfrm>
            <a:off x="1751075" y="3838955"/>
            <a:ext cx="155575" cy="155575"/>
          </a:xfrm>
          <a:custGeom>
            <a:avLst/>
            <a:gdLst/>
            <a:ahLst/>
            <a:cxnLst/>
            <a:rect l="l" t="t" r="r" b="b"/>
            <a:pathLst>
              <a:path w="155575" h="155575">
                <a:moveTo>
                  <a:pt x="155448" y="155447"/>
                </a:moveTo>
                <a:lnTo>
                  <a:pt x="0" y="155447"/>
                </a:lnTo>
                <a:lnTo>
                  <a:pt x="0" y="0"/>
                </a:lnTo>
                <a:lnTo>
                  <a:pt x="155448" y="0"/>
                </a:lnTo>
                <a:lnTo>
                  <a:pt x="155448" y="155447"/>
                </a:lnTo>
                <a:close/>
              </a:path>
            </a:pathLst>
          </a:custGeom>
          <a:solidFill>
            <a:srgbClr val="3333C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" name="object 23"/>
          <p:cNvSpPr/>
          <p:nvPr/>
        </p:nvSpPr>
        <p:spPr>
          <a:xfrm>
            <a:off x="2121408" y="3645407"/>
            <a:ext cx="1102360" cy="411480"/>
          </a:xfrm>
          <a:custGeom>
            <a:avLst/>
            <a:gdLst/>
            <a:ahLst/>
            <a:cxnLst/>
            <a:rect l="l" t="t" r="r" b="b"/>
            <a:pathLst>
              <a:path w="1102360" h="411479">
                <a:moveTo>
                  <a:pt x="185928" y="214884"/>
                </a:moveTo>
                <a:lnTo>
                  <a:pt x="178523" y="208788"/>
                </a:lnTo>
                <a:lnTo>
                  <a:pt x="160020" y="193548"/>
                </a:lnTo>
                <a:lnTo>
                  <a:pt x="152400" y="203073"/>
                </a:lnTo>
                <a:lnTo>
                  <a:pt x="152400" y="219456"/>
                </a:lnTo>
                <a:lnTo>
                  <a:pt x="152400" y="327660"/>
                </a:lnTo>
                <a:lnTo>
                  <a:pt x="85344" y="327660"/>
                </a:lnTo>
                <a:lnTo>
                  <a:pt x="85344" y="219456"/>
                </a:lnTo>
                <a:lnTo>
                  <a:pt x="152400" y="219456"/>
                </a:lnTo>
                <a:lnTo>
                  <a:pt x="152400" y="203073"/>
                </a:lnTo>
                <a:lnTo>
                  <a:pt x="147828" y="208788"/>
                </a:lnTo>
                <a:lnTo>
                  <a:pt x="85344" y="208788"/>
                </a:lnTo>
                <a:lnTo>
                  <a:pt x="60960" y="193548"/>
                </a:lnTo>
                <a:lnTo>
                  <a:pt x="61836" y="219913"/>
                </a:lnTo>
                <a:lnTo>
                  <a:pt x="62293" y="244411"/>
                </a:lnTo>
                <a:lnTo>
                  <a:pt x="62420" y="262089"/>
                </a:lnTo>
                <a:lnTo>
                  <a:pt x="62306" y="330708"/>
                </a:lnTo>
                <a:lnTo>
                  <a:pt x="62179" y="339458"/>
                </a:lnTo>
                <a:lnTo>
                  <a:pt x="61836" y="358140"/>
                </a:lnTo>
                <a:lnTo>
                  <a:pt x="60960" y="384048"/>
                </a:lnTo>
                <a:lnTo>
                  <a:pt x="85344" y="374904"/>
                </a:lnTo>
                <a:lnTo>
                  <a:pt x="85344" y="338328"/>
                </a:lnTo>
                <a:lnTo>
                  <a:pt x="152400" y="338328"/>
                </a:lnTo>
                <a:lnTo>
                  <a:pt x="152400" y="367284"/>
                </a:lnTo>
                <a:lnTo>
                  <a:pt x="176784" y="356616"/>
                </a:lnTo>
                <a:lnTo>
                  <a:pt x="174688" y="309753"/>
                </a:lnTo>
                <a:lnTo>
                  <a:pt x="173736" y="224028"/>
                </a:lnTo>
                <a:lnTo>
                  <a:pt x="179832" y="219456"/>
                </a:lnTo>
                <a:lnTo>
                  <a:pt x="185928" y="214884"/>
                </a:lnTo>
                <a:close/>
              </a:path>
              <a:path w="1102360" h="411479">
                <a:moveTo>
                  <a:pt x="291084" y="158496"/>
                </a:moveTo>
                <a:lnTo>
                  <a:pt x="259080" y="128016"/>
                </a:lnTo>
                <a:lnTo>
                  <a:pt x="239268" y="147828"/>
                </a:lnTo>
                <a:lnTo>
                  <a:pt x="108204" y="147828"/>
                </a:lnTo>
                <a:lnTo>
                  <a:pt x="123444" y="163068"/>
                </a:lnTo>
                <a:lnTo>
                  <a:pt x="131965" y="161074"/>
                </a:lnTo>
                <a:lnTo>
                  <a:pt x="141351" y="159639"/>
                </a:lnTo>
                <a:lnTo>
                  <a:pt x="151295" y="158788"/>
                </a:lnTo>
                <a:lnTo>
                  <a:pt x="161544" y="158496"/>
                </a:lnTo>
                <a:lnTo>
                  <a:pt x="291084" y="158496"/>
                </a:lnTo>
                <a:close/>
              </a:path>
              <a:path w="1102360" h="411479">
                <a:moveTo>
                  <a:pt x="359664" y="208788"/>
                </a:moveTo>
                <a:lnTo>
                  <a:pt x="355739" y="205740"/>
                </a:lnTo>
                <a:lnTo>
                  <a:pt x="332232" y="187452"/>
                </a:lnTo>
                <a:lnTo>
                  <a:pt x="320040" y="205740"/>
                </a:lnTo>
                <a:lnTo>
                  <a:pt x="246888" y="205740"/>
                </a:lnTo>
                <a:lnTo>
                  <a:pt x="222504" y="190500"/>
                </a:lnTo>
                <a:lnTo>
                  <a:pt x="223380" y="210553"/>
                </a:lnTo>
                <a:lnTo>
                  <a:pt x="223837" y="234315"/>
                </a:lnTo>
                <a:lnTo>
                  <a:pt x="223888" y="244411"/>
                </a:lnTo>
                <a:lnTo>
                  <a:pt x="224015" y="289560"/>
                </a:lnTo>
                <a:lnTo>
                  <a:pt x="223901" y="345567"/>
                </a:lnTo>
                <a:lnTo>
                  <a:pt x="223812" y="358711"/>
                </a:lnTo>
                <a:lnTo>
                  <a:pt x="223380" y="385432"/>
                </a:lnTo>
                <a:lnTo>
                  <a:pt x="222504" y="411480"/>
                </a:lnTo>
                <a:lnTo>
                  <a:pt x="246888" y="399288"/>
                </a:lnTo>
                <a:lnTo>
                  <a:pt x="246888" y="216408"/>
                </a:lnTo>
                <a:lnTo>
                  <a:pt x="324612" y="216408"/>
                </a:lnTo>
                <a:lnTo>
                  <a:pt x="324612" y="318516"/>
                </a:lnTo>
                <a:lnTo>
                  <a:pt x="323773" y="328523"/>
                </a:lnTo>
                <a:lnTo>
                  <a:pt x="265176" y="338328"/>
                </a:lnTo>
                <a:lnTo>
                  <a:pt x="265176" y="344424"/>
                </a:lnTo>
                <a:lnTo>
                  <a:pt x="285407" y="351358"/>
                </a:lnTo>
                <a:lnTo>
                  <a:pt x="300228" y="358711"/>
                </a:lnTo>
                <a:lnTo>
                  <a:pt x="309321" y="366928"/>
                </a:lnTo>
                <a:lnTo>
                  <a:pt x="312420" y="376428"/>
                </a:lnTo>
                <a:lnTo>
                  <a:pt x="327507" y="368427"/>
                </a:lnTo>
                <a:lnTo>
                  <a:pt x="338328" y="358140"/>
                </a:lnTo>
                <a:lnTo>
                  <a:pt x="344563" y="345567"/>
                </a:lnTo>
                <a:lnTo>
                  <a:pt x="344944" y="341376"/>
                </a:lnTo>
                <a:lnTo>
                  <a:pt x="345948" y="330708"/>
                </a:lnTo>
                <a:lnTo>
                  <a:pt x="345948" y="220980"/>
                </a:lnTo>
                <a:lnTo>
                  <a:pt x="351091" y="216408"/>
                </a:lnTo>
                <a:lnTo>
                  <a:pt x="359664" y="208788"/>
                </a:lnTo>
                <a:close/>
              </a:path>
              <a:path w="1102360" h="411479">
                <a:moveTo>
                  <a:pt x="411480" y="153924"/>
                </a:moveTo>
                <a:lnTo>
                  <a:pt x="347662" y="138874"/>
                </a:lnTo>
                <a:lnTo>
                  <a:pt x="294132" y="115824"/>
                </a:lnTo>
                <a:lnTo>
                  <a:pt x="249364" y="82105"/>
                </a:lnTo>
                <a:lnTo>
                  <a:pt x="215201" y="44196"/>
                </a:lnTo>
                <a:lnTo>
                  <a:pt x="210312" y="38100"/>
                </a:lnTo>
                <a:lnTo>
                  <a:pt x="227076" y="25908"/>
                </a:lnTo>
                <a:lnTo>
                  <a:pt x="192024" y="0"/>
                </a:lnTo>
                <a:lnTo>
                  <a:pt x="163830" y="52768"/>
                </a:lnTo>
                <a:lnTo>
                  <a:pt x="121920" y="106680"/>
                </a:lnTo>
                <a:lnTo>
                  <a:pt x="66103" y="154495"/>
                </a:lnTo>
                <a:lnTo>
                  <a:pt x="0" y="192024"/>
                </a:lnTo>
                <a:lnTo>
                  <a:pt x="4572" y="198120"/>
                </a:lnTo>
                <a:lnTo>
                  <a:pt x="69532" y="168402"/>
                </a:lnTo>
                <a:lnTo>
                  <a:pt x="121920" y="134112"/>
                </a:lnTo>
                <a:lnTo>
                  <a:pt x="164211" y="92583"/>
                </a:lnTo>
                <a:lnTo>
                  <a:pt x="204216" y="44196"/>
                </a:lnTo>
                <a:lnTo>
                  <a:pt x="219405" y="67297"/>
                </a:lnTo>
                <a:lnTo>
                  <a:pt x="252641" y="107213"/>
                </a:lnTo>
                <a:lnTo>
                  <a:pt x="291249" y="139192"/>
                </a:lnTo>
                <a:lnTo>
                  <a:pt x="340918" y="169532"/>
                </a:lnTo>
                <a:lnTo>
                  <a:pt x="370332" y="184404"/>
                </a:lnTo>
                <a:lnTo>
                  <a:pt x="377190" y="174383"/>
                </a:lnTo>
                <a:lnTo>
                  <a:pt x="386334" y="167068"/>
                </a:lnTo>
                <a:lnTo>
                  <a:pt x="397764" y="162331"/>
                </a:lnTo>
                <a:lnTo>
                  <a:pt x="411480" y="160020"/>
                </a:lnTo>
                <a:lnTo>
                  <a:pt x="411480" y="153924"/>
                </a:lnTo>
                <a:close/>
              </a:path>
              <a:path w="1102360" h="411479">
                <a:moveTo>
                  <a:pt x="640080" y="36576"/>
                </a:moveTo>
                <a:lnTo>
                  <a:pt x="636371" y="33528"/>
                </a:lnTo>
                <a:lnTo>
                  <a:pt x="614172" y="15240"/>
                </a:lnTo>
                <a:lnTo>
                  <a:pt x="605028" y="28956"/>
                </a:lnTo>
                <a:lnTo>
                  <a:pt x="605028" y="44196"/>
                </a:lnTo>
                <a:lnTo>
                  <a:pt x="605028" y="94488"/>
                </a:lnTo>
                <a:lnTo>
                  <a:pt x="605028" y="105156"/>
                </a:lnTo>
                <a:lnTo>
                  <a:pt x="605028" y="153924"/>
                </a:lnTo>
                <a:lnTo>
                  <a:pt x="524256" y="153924"/>
                </a:lnTo>
                <a:lnTo>
                  <a:pt x="524256" y="105156"/>
                </a:lnTo>
                <a:lnTo>
                  <a:pt x="605028" y="105156"/>
                </a:lnTo>
                <a:lnTo>
                  <a:pt x="605028" y="94488"/>
                </a:lnTo>
                <a:lnTo>
                  <a:pt x="524256" y="94488"/>
                </a:lnTo>
                <a:lnTo>
                  <a:pt x="524256" y="44196"/>
                </a:lnTo>
                <a:lnTo>
                  <a:pt x="605028" y="44196"/>
                </a:lnTo>
                <a:lnTo>
                  <a:pt x="605028" y="28956"/>
                </a:lnTo>
                <a:lnTo>
                  <a:pt x="601980" y="33528"/>
                </a:lnTo>
                <a:lnTo>
                  <a:pt x="524256" y="33528"/>
                </a:lnTo>
                <a:lnTo>
                  <a:pt x="499872" y="19812"/>
                </a:lnTo>
                <a:lnTo>
                  <a:pt x="500100" y="38417"/>
                </a:lnTo>
                <a:lnTo>
                  <a:pt x="501142" y="77444"/>
                </a:lnTo>
                <a:lnTo>
                  <a:pt x="501332" y="94488"/>
                </a:lnTo>
                <a:lnTo>
                  <a:pt x="501269" y="109728"/>
                </a:lnTo>
                <a:lnTo>
                  <a:pt x="501154" y="120738"/>
                </a:lnTo>
                <a:lnTo>
                  <a:pt x="500100" y="162928"/>
                </a:lnTo>
                <a:lnTo>
                  <a:pt x="499872" y="182880"/>
                </a:lnTo>
                <a:lnTo>
                  <a:pt x="524256" y="173736"/>
                </a:lnTo>
                <a:lnTo>
                  <a:pt x="524256" y="163068"/>
                </a:lnTo>
                <a:lnTo>
                  <a:pt x="605028" y="163068"/>
                </a:lnTo>
                <a:lnTo>
                  <a:pt x="605028" y="179832"/>
                </a:lnTo>
                <a:lnTo>
                  <a:pt x="629412" y="167640"/>
                </a:lnTo>
                <a:lnTo>
                  <a:pt x="629234" y="163068"/>
                </a:lnTo>
                <a:lnTo>
                  <a:pt x="628878" y="153924"/>
                </a:lnTo>
                <a:lnTo>
                  <a:pt x="628015" y="105156"/>
                </a:lnTo>
                <a:lnTo>
                  <a:pt x="627888" y="47244"/>
                </a:lnTo>
                <a:lnTo>
                  <a:pt x="631367" y="44196"/>
                </a:lnTo>
                <a:lnTo>
                  <a:pt x="640080" y="36576"/>
                </a:lnTo>
                <a:close/>
              </a:path>
              <a:path w="1102360" h="411479">
                <a:moveTo>
                  <a:pt x="768096" y="152400"/>
                </a:moveTo>
                <a:lnTo>
                  <a:pt x="729996" y="132588"/>
                </a:lnTo>
                <a:lnTo>
                  <a:pt x="730846" y="157187"/>
                </a:lnTo>
                <a:lnTo>
                  <a:pt x="731062" y="175260"/>
                </a:lnTo>
                <a:lnTo>
                  <a:pt x="729996" y="225552"/>
                </a:lnTo>
                <a:lnTo>
                  <a:pt x="723138" y="264795"/>
                </a:lnTo>
                <a:lnTo>
                  <a:pt x="694867" y="312026"/>
                </a:lnTo>
                <a:lnTo>
                  <a:pt x="658914" y="341122"/>
                </a:lnTo>
                <a:lnTo>
                  <a:pt x="635508" y="355092"/>
                </a:lnTo>
                <a:lnTo>
                  <a:pt x="638556" y="359664"/>
                </a:lnTo>
                <a:lnTo>
                  <a:pt x="680847" y="341376"/>
                </a:lnTo>
                <a:lnTo>
                  <a:pt x="711708" y="318516"/>
                </a:lnTo>
                <a:lnTo>
                  <a:pt x="741057" y="279514"/>
                </a:lnTo>
                <a:lnTo>
                  <a:pt x="752284" y="225552"/>
                </a:lnTo>
                <a:lnTo>
                  <a:pt x="754380" y="163068"/>
                </a:lnTo>
                <a:lnTo>
                  <a:pt x="768096" y="152400"/>
                </a:lnTo>
                <a:close/>
              </a:path>
              <a:path w="1102360" h="411479">
                <a:moveTo>
                  <a:pt x="835152" y="316992"/>
                </a:moveTo>
                <a:lnTo>
                  <a:pt x="832104" y="312420"/>
                </a:lnTo>
                <a:lnTo>
                  <a:pt x="829056" y="304800"/>
                </a:lnTo>
                <a:lnTo>
                  <a:pt x="821880" y="297942"/>
                </a:lnTo>
                <a:lnTo>
                  <a:pt x="807148" y="288798"/>
                </a:lnTo>
                <a:lnTo>
                  <a:pt x="784682" y="277368"/>
                </a:lnTo>
                <a:lnTo>
                  <a:pt x="754380" y="263652"/>
                </a:lnTo>
                <a:lnTo>
                  <a:pt x="751332" y="268224"/>
                </a:lnTo>
                <a:lnTo>
                  <a:pt x="773061" y="286562"/>
                </a:lnTo>
                <a:lnTo>
                  <a:pt x="790384" y="302895"/>
                </a:lnTo>
                <a:lnTo>
                  <a:pt x="803402" y="317525"/>
                </a:lnTo>
                <a:lnTo>
                  <a:pt x="812292" y="330708"/>
                </a:lnTo>
                <a:lnTo>
                  <a:pt x="818388" y="342900"/>
                </a:lnTo>
                <a:lnTo>
                  <a:pt x="821436" y="347472"/>
                </a:lnTo>
                <a:lnTo>
                  <a:pt x="827532" y="347472"/>
                </a:lnTo>
                <a:lnTo>
                  <a:pt x="832104" y="338328"/>
                </a:lnTo>
                <a:lnTo>
                  <a:pt x="835152" y="326136"/>
                </a:lnTo>
                <a:lnTo>
                  <a:pt x="835152" y="316992"/>
                </a:lnTo>
                <a:close/>
              </a:path>
              <a:path w="1102360" h="411479">
                <a:moveTo>
                  <a:pt x="848868" y="45720"/>
                </a:moveTo>
                <a:lnTo>
                  <a:pt x="821436" y="13716"/>
                </a:lnTo>
                <a:lnTo>
                  <a:pt x="800100" y="35052"/>
                </a:lnTo>
                <a:lnTo>
                  <a:pt x="649224" y="35052"/>
                </a:lnTo>
                <a:lnTo>
                  <a:pt x="664464" y="50292"/>
                </a:lnTo>
                <a:lnTo>
                  <a:pt x="674103" y="48298"/>
                </a:lnTo>
                <a:lnTo>
                  <a:pt x="684466" y="46863"/>
                </a:lnTo>
                <a:lnTo>
                  <a:pt x="695109" y="46012"/>
                </a:lnTo>
                <a:lnTo>
                  <a:pt x="705612" y="45720"/>
                </a:lnTo>
                <a:lnTo>
                  <a:pt x="726948" y="45720"/>
                </a:lnTo>
                <a:lnTo>
                  <a:pt x="725512" y="58293"/>
                </a:lnTo>
                <a:lnTo>
                  <a:pt x="723519" y="70866"/>
                </a:lnTo>
                <a:lnTo>
                  <a:pt x="720940" y="83439"/>
                </a:lnTo>
                <a:lnTo>
                  <a:pt x="717804" y="96012"/>
                </a:lnTo>
                <a:lnTo>
                  <a:pt x="696468" y="96012"/>
                </a:lnTo>
                <a:lnTo>
                  <a:pt x="672084" y="82296"/>
                </a:lnTo>
                <a:lnTo>
                  <a:pt x="672312" y="102831"/>
                </a:lnTo>
                <a:lnTo>
                  <a:pt x="673366" y="149593"/>
                </a:lnTo>
                <a:lnTo>
                  <a:pt x="673493" y="163068"/>
                </a:lnTo>
                <a:lnTo>
                  <a:pt x="673366" y="200672"/>
                </a:lnTo>
                <a:lnTo>
                  <a:pt x="672312" y="245770"/>
                </a:lnTo>
                <a:lnTo>
                  <a:pt x="672084" y="265176"/>
                </a:lnTo>
                <a:lnTo>
                  <a:pt x="696468" y="251460"/>
                </a:lnTo>
                <a:lnTo>
                  <a:pt x="696468" y="106680"/>
                </a:lnTo>
                <a:lnTo>
                  <a:pt x="797052" y="106680"/>
                </a:lnTo>
                <a:lnTo>
                  <a:pt x="797052" y="259080"/>
                </a:lnTo>
                <a:lnTo>
                  <a:pt x="821436" y="246888"/>
                </a:lnTo>
                <a:lnTo>
                  <a:pt x="820547" y="228917"/>
                </a:lnTo>
                <a:lnTo>
                  <a:pt x="820216" y="217932"/>
                </a:lnTo>
                <a:lnTo>
                  <a:pt x="820077" y="212369"/>
                </a:lnTo>
                <a:lnTo>
                  <a:pt x="819950" y="203530"/>
                </a:lnTo>
                <a:lnTo>
                  <a:pt x="819912" y="109728"/>
                </a:lnTo>
                <a:lnTo>
                  <a:pt x="823391" y="106680"/>
                </a:lnTo>
                <a:lnTo>
                  <a:pt x="832104" y="99060"/>
                </a:lnTo>
                <a:lnTo>
                  <a:pt x="827532" y="96012"/>
                </a:lnTo>
                <a:lnTo>
                  <a:pt x="804672" y="80772"/>
                </a:lnTo>
                <a:lnTo>
                  <a:pt x="792480" y="96012"/>
                </a:lnTo>
                <a:lnTo>
                  <a:pt x="726948" y="96012"/>
                </a:lnTo>
                <a:lnTo>
                  <a:pt x="737247" y="77444"/>
                </a:lnTo>
                <a:lnTo>
                  <a:pt x="745426" y="62865"/>
                </a:lnTo>
                <a:lnTo>
                  <a:pt x="751586" y="52298"/>
                </a:lnTo>
                <a:lnTo>
                  <a:pt x="755904" y="45720"/>
                </a:lnTo>
                <a:lnTo>
                  <a:pt x="848868" y="45720"/>
                </a:lnTo>
                <a:close/>
              </a:path>
              <a:path w="1102360" h="411479">
                <a:moveTo>
                  <a:pt x="851916" y="359664"/>
                </a:moveTo>
                <a:lnTo>
                  <a:pt x="815619" y="363664"/>
                </a:lnTo>
                <a:lnTo>
                  <a:pt x="777621" y="366522"/>
                </a:lnTo>
                <a:lnTo>
                  <a:pt x="737895" y="368236"/>
                </a:lnTo>
                <a:lnTo>
                  <a:pt x="696468" y="368808"/>
                </a:lnTo>
                <a:lnTo>
                  <a:pt x="657313" y="367055"/>
                </a:lnTo>
                <a:lnTo>
                  <a:pt x="624459" y="363855"/>
                </a:lnTo>
                <a:lnTo>
                  <a:pt x="597877" y="358952"/>
                </a:lnTo>
                <a:lnTo>
                  <a:pt x="577596" y="352044"/>
                </a:lnTo>
                <a:lnTo>
                  <a:pt x="577596" y="344424"/>
                </a:lnTo>
                <a:lnTo>
                  <a:pt x="577596" y="283464"/>
                </a:lnTo>
                <a:lnTo>
                  <a:pt x="655320" y="283464"/>
                </a:lnTo>
                <a:lnTo>
                  <a:pt x="645769" y="272796"/>
                </a:lnTo>
                <a:lnTo>
                  <a:pt x="629412" y="254508"/>
                </a:lnTo>
                <a:lnTo>
                  <a:pt x="611124" y="272796"/>
                </a:lnTo>
                <a:lnTo>
                  <a:pt x="577596" y="272796"/>
                </a:lnTo>
                <a:lnTo>
                  <a:pt x="577596" y="211836"/>
                </a:lnTo>
                <a:lnTo>
                  <a:pt x="662940" y="211836"/>
                </a:lnTo>
                <a:lnTo>
                  <a:pt x="635508" y="181356"/>
                </a:lnTo>
                <a:lnTo>
                  <a:pt x="614172" y="202692"/>
                </a:lnTo>
                <a:lnTo>
                  <a:pt x="460248" y="202692"/>
                </a:lnTo>
                <a:lnTo>
                  <a:pt x="477012" y="217932"/>
                </a:lnTo>
                <a:lnTo>
                  <a:pt x="486435" y="215696"/>
                </a:lnTo>
                <a:lnTo>
                  <a:pt x="496443" y="213741"/>
                </a:lnTo>
                <a:lnTo>
                  <a:pt x="507009" y="212369"/>
                </a:lnTo>
                <a:lnTo>
                  <a:pt x="518160" y="211836"/>
                </a:lnTo>
                <a:lnTo>
                  <a:pt x="554736" y="211836"/>
                </a:lnTo>
                <a:lnTo>
                  <a:pt x="554736" y="344424"/>
                </a:lnTo>
                <a:lnTo>
                  <a:pt x="540461" y="334759"/>
                </a:lnTo>
                <a:lnTo>
                  <a:pt x="527494" y="324231"/>
                </a:lnTo>
                <a:lnTo>
                  <a:pt x="515937" y="313143"/>
                </a:lnTo>
                <a:lnTo>
                  <a:pt x="515315" y="312420"/>
                </a:lnTo>
                <a:lnTo>
                  <a:pt x="505968" y="301752"/>
                </a:lnTo>
                <a:lnTo>
                  <a:pt x="509943" y="279679"/>
                </a:lnTo>
                <a:lnTo>
                  <a:pt x="514921" y="263461"/>
                </a:lnTo>
                <a:lnTo>
                  <a:pt x="520750" y="252679"/>
                </a:lnTo>
                <a:lnTo>
                  <a:pt x="527304" y="246888"/>
                </a:lnTo>
                <a:lnTo>
                  <a:pt x="492252" y="230124"/>
                </a:lnTo>
                <a:lnTo>
                  <a:pt x="487680" y="271462"/>
                </a:lnTo>
                <a:lnTo>
                  <a:pt x="478536" y="318516"/>
                </a:lnTo>
                <a:lnTo>
                  <a:pt x="464820" y="364045"/>
                </a:lnTo>
                <a:lnTo>
                  <a:pt x="446532" y="403860"/>
                </a:lnTo>
                <a:lnTo>
                  <a:pt x="452628" y="406908"/>
                </a:lnTo>
                <a:lnTo>
                  <a:pt x="466915" y="388937"/>
                </a:lnTo>
                <a:lnTo>
                  <a:pt x="480060" y="367093"/>
                </a:lnTo>
                <a:lnTo>
                  <a:pt x="492061" y="341553"/>
                </a:lnTo>
                <a:lnTo>
                  <a:pt x="502920" y="312420"/>
                </a:lnTo>
                <a:lnTo>
                  <a:pt x="516610" y="329526"/>
                </a:lnTo>
                <a:lnTo>
                  <a:pt x="556260" y="364236"/>
                </a:lnTo>
                <a:lnTo>
                  <a:pt x="605764" y="383743"/>
                </a:lnTo>
                <a:lnTo>
                  <a:pt x="655523" y="392366"/>
                </a:lnTo>
                <a:lnTo>
                  <a:pt x="697420" y="394525"/>
                </a:lnTo>
                <a:lnTo>
                  <a:pt x="752157" y="395274"/>
                </a:lnTo>
                <a:lnTo>
                  <a:pt x="819912" y="394716"/>
                </a:lnTo>
                <a:lnTo>
                  <a:pt x="821905" y="387007"/>
                </a:lnTo>
                <a:lnTo>
                  <a:pt x="827913" y="379857"/>
                </a:lnTo>
                <a:lnTo>
                  <a:pt x="837907" y="373291"/>
                </a:lnTo>
                <a:lnTo>
                  <a:pt x="848360" y="368808"/>
                </a:lnTo>
                <a:lnTo>
                  <a:pt x="851916" y="367284"/>
                </a:lnTo>
                <a:lnTo>
                  <a:pt x="851916" y="359664"/>
                </a:lnTo>
                <a:close/>
              </a:path>
              <a:path w="1102360" h="411479">
                <a:moveTo>
                  <a:pt x="1101839" y="44196"/>
                </a:moveTo>
                <a:lnTo>
                  <a:pt x="896099" y="44196"/>
                </a:lnTo>
                <a:lnTo>
                  <a:pt x="896099" y="82296"/>
                </a:lnTo>
                <a:lnTo>
                  <a:pt x="1063739" y="82296"/>
                </a:lnTo>
                <a:lnTo>
                  <a:pt x="915911" y="367284"/>
                </a:lnTo>
                <a:lnTo>
                  <a:pt x="961631" y="367284"/>
                </a:lnTo>
                <a:lnTo>
                  <a:pt x="1101839" y="91440"/>
                </a:lnTo>
                <a:lnTo>
                  <a:pt x="1101839" y="4419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" name="object 24"/>
          <p:cNvSpPr/>
          <p:nvPr/>
        </p:nvSpPr>
        <p:spPr>
          <a:xfrm>
            <a:off x="3395472" y="3645407"/>
            <a:ext cx="1562100" cy="413384"/>
          </a:xfrm>
          <a:custGeom>
            <a:avLst/>
            <a:gdLst/>
            <a:ahLst/>
            <a:cxnLst/>
            <a:rect l="l" t="t" r="r" b="b"/>
            <a:pathLst>
              <a:path w="1562100" h="413385">
                <a:moveTo>
                  <a:pt x="260604" y="65544"/>
                </a:moveTo>
                <a:lnTo>
                  <a:pt x="254508" y="62496"/>
                </a:lnTo>
                <a:lnTo>
                  <a:pt x="246888" y="59448"/>
                </a:lnTo>
                <a:lnTo>
                  <a:pt x="237744" y="56400"/>
                </a:lnTo>
                <a:lnTo>
                  <a:pt x="230124" y="51828"/>
                </a:lnTo>
                <a:lnTo>
                  <a:pt x="220980" y="48780"/>
                </a:lnTo>
                <a:lnTo>
                  <a:pt x="214884" y="47256"/>
                </a:lnTo>
                <a:lnTo>
                  <a:pt x="207784" y="44983"/>
                </a:lnTo>
                <a:lnTo>
                  <a:pt x="169926" y="38303"/>
                </a:lnTo>
                <a:lnTo>
                  <a:pt x="153924" y="38112"/>
                </a:lnTo>
                <a:lnTo>
                  <a:pt x="137083" y="38696"/>
                </a:lnTo>
                <a:lnTo>
                  <a:pt x="91440" y="48780"/>
                </a:lnTo>
                <a:lnTo>
                  <a:pt x="52641" y="72351"/>
                </a:lnTo>
                <a:lnTo>
                  <a:pt x="24384" y="106121"/>
                </a:lnTo>
                <a:lnTo>
                  <a:pt x="5778" y="151091"/>
                </a:lnTo>
                <a:lnTo>
                  <a:pt x="0" y="205752"/>
                </a:lnTo>
                <a:lnTo>
                  <a:pt x="584" y="225755"/>
                </a:lnTo>
                <a:lnTo>
                  <a:pt x="10668" y="278904"/>
                </a:lnTo>
                <a:lnTo>
                  <a:pt x="32956" y="319620"/>
                </a:lnTo>
                <a:lnTo>
                  <a:pt x="64770" y="350151"/>
                </a:lnTo>
                <a:lnTo>
                  <a:pt x="105702" y="367601"/>
                </a:lnTo>
                <a:lnTo>
                  <a:pt x="153924" y="373392"/>
                </a:lnTo>
                <a:lnTo>
                  <a:pt x="170878" y="373202"/>
                </a:lnTo>
                <a:lnTo>
                  <a:pt x="213360" y="364248"/>
                </a:lnTo>
                <a:lnTo>
                  <a:pt x="225742" y="359676"/>
                </a:lnTo>
                <a:lnTo>
                  <a:pt x="248412" y="352056"/>
                </a:lnTo>
                <a:lnTo>
                  <a:pt x="256032" y="347484"/>
                </a:lnTo>
                <a:lnTo>
                  <a:pt x="260604" y="345960"/>
                </a:lnTo>
                <a:lnTo>
                  <a:pt x="260604" y="204228"/>
                </a:lnTo>
                <a:lnTo>
                  <a:pt x="143256" y="204228"/>
                </a:lnTo>
                <a:lnTo>
                  <a:pt x="143256" y="242328"/>
                </a:lnTo>
                <a:lnTo>
                  <a:pt x="219456" y="242328"/>
                </a:lnTo>
                <a:lnTo>
                  <a:pt x="219456" y="326148"/>
                </a:lnTo>
                <a:lnTo>
                  <a:pt x="170688" y="335864"/>
                </a:lnTo>
                <a:lnTo>
                  <a:pt x="152400" y="336816"/>
                </a:lnTo>
                <a:lnTo>
                  <a:pt x="140131" y="336245"/>
                </a:lnTo>
                <a:lnTo>
                  <a:pt x="98463" y="322757"/>
                </a:lnTo>
                <a:lnTo>
                  <a:pt x="67449" y="293192"/>
                </a:lnTo>
                <a:lnTo>
                  <a:pt x="48691" y="247726"/>
                </a:lnTo>
                <a:lnTo>
                  <a:pt x="44196" y="204228"/>
                </a:lnTo>
                <a:lnTo>
                  <a:pt x="46139" y="176174"/>
                </a:lnTo>
                <a:lnTo>
                  <a:pt x="60909" y="129209"/>
                </a:lnTo>
                <a:lnTo>
                  <a:pt x="88912" y="94615"/>
                </a:lnTo>
                <a:lnTo>
                  <a:pt x="126720" y="76949"/>
                </a:lnTo>
                <a:lnTo>
                  <a:pt x="149352" y="74688"/>
                </a:lnTo>
                <a:lnTo>
                  <a:pt x="158496" y="74968"/>
                </a:lnTo>
                <a:lnTo>
                  <a:pt x="201549" y="84023"/>
                </a:lnTo>
                <a:lnTo>
                  <a:pt x="214884" y="89928"/>
                </a:lnTo>
                <a:lnTo>
                  <a:pt x="222542" y="93357"/>
                </a:lnTo>
                <a:lnTo>
                  <a:pt x="229362" y="96786"/>
                </a:lnTo>
                <a:lnTo>
                  <a:pt x="235026" y="100215"/>
                </a:lnTo>
                <a:lnTo>
                  <a:pt x="239268" y="103644"/>
                </a:lnTo>
                <a:lnTo>
                  <a:pt x="251460" y="112788"/>
                </a:lnTo>
                <a:lnTo>
                  <a:pt x="256032" y="117360"/>
                </a:lnTo>
                <a:lnTo>
                  <a:pt x="260604" y="117360"/>
                </a:lnTo>
                <a:lnTo>
                  <a:pt x="260604" y="65544"/>
                </a:lnTo>
                <a:close/>
              </a:path>
              <a:path w="1562100" h="413385">
                <a:moveTo>
                  <a:pt x="425183" y="205740"/>
                </a:moveTo>
                <a:lnTo>
                  <a:pt x="301752" y="205740"/>
                </a:lnTo>
                <a:lnTo>
                  <a:pt x="301752" y="245376"/>
                </a:lnTo>
                <a:lnTo>
                  <a:pt x="425183" y="245376"/>
                </a:lnTo>
                <a:lnTo>
                  <a:pt x="425183" y="205740"/>
                </a:lnTo>
                <a:close/>
              </a:path>
              <a:path w="1562100" h="413385">
                <a:moveTo>
                  <a:pt x="678167" y="275856"/>
                </a:moveTo>
                <a:lnTo>
                  <a:pt x="669175" y="234911"/>
                </a:lnTo>
                <a:lnTo>
                  <a:pt x="642543" y="205943"/>
                </a:lnTo>
                <a:lnTo>
                  <a:pt x="606996" y="191274"/>
                </a:lnTo>
                <a:lnTo>
                  <a:pt x="554278" y="178193"/>
                </a:lnTo>
                <a:lnTo>
                  <a:pt x="547103" y="176796"/>
                </a:lnTo>
                <a:lnTo>
                  <a:pt x="537387" y="173075"/>
                </a:lnTo>
                <a:lnTo>
                  <a:pt x="507479" y="144792"/>
                </a:lnTo>
                <a:lnTo>
                  <a:pt x="504431" y="126504"/>
                </a:lnTo>
                <a:lnTo>
                  <a:pt x="505574" y="115404"/>
                </a:lnTo>
                <a:lnTo>
                  <a:pt x="532701" y="82397"/>
                </a:lnTo>
                <a:lnTo>
                  <a:pt x="571487" y="74688"/>
                </a:lnTo>
                <a:lnTo>
                  <a:pt x="584923" y="75488"/>
                </a:lnTo>
                <a:lnTo>
                  <a:pt x="621779" y="85356"/>
                </a:lnTo>
                <a:lnTo>
                  <a:pt x="661403" y="109740"/>
                </a:lnTo>
                <a:lnTo>
                  <a:pt x="664451" y="109740"/>
                </a:lnTo>
                <a:lnTo>
                  <a:pt x="664451" y="57924"/>
                </a:lnTo>
                <a:lnTo>
                  <a:pt x="654126" y="53606"/>
                </a:lnTo>
                <a:lnTo>
                  <a:pt x="607669" y="40678"/>
                </a:lnTo>
                <a:lnTo>
                  <a:pt x="568439" y="38112"/>
                </a:lnTo>
                <a:lnTo>
                  <a:pt x="545579" y="39801"/>
                </a:lnTo>
                <a:lnTo>
                  <a:pt x="506717" y="52895"/>
                </a:lnTo>
                <a:lnTo>
                  <a:pt x="477596" y="78346"/>
                </a:lnTo>
                <a:lnTo>
                  <a:pt x="460235" y="131076"/>
                </a:lnTo>
                <a:lnTo>
                  <a:pt x="460527" y="139928"/>
                </a:lnTo>
                <a:lnTo>
                  <a:pt x="472046" y="177177"/>
                </a:lnTo>
                <a:lnTo>
                  <a:pt x="504431" y="205752"/>
                </a:lnTo>
                <a:lnTo>
                  <a:pt x="511340" y="209156"/>
                </a:lnTo>
                <a:lnTo>
                  <a:pt x="559130" y="224155"/>
                </a:lnTo>
                <a:lnTo>
                  <a:pt x="572249" y="226936"/>
                </a:lnTo>
                <a:lnTo>
                  <a:pt x="585965" y="230276"/>
                </a:lnTo>
                <a:lnTo>
                  <a:pt x="623303" y="249948"/>
                </a:lnTo>
                <a:lnTo>
                  <a:pt x="632447" y="281952"/>
                </a:lnTo>
                <a:lnTo>
                  <a:pt x="631304" y="293712"/>
                </a:lnTo>
                <a:lnTo>
                  <a:pt x="604113" y="327571"/>
                </a:lnTo>
                <a:lnTo>
                  <a:pt x="560819" y="335292"/>
                </a:lnTo>
                <a:lnTo>
                  <a:pt x="548233" y="334695"/>
                </a:lnTo>
                <a:lnTo>
                  <a:pt x="509003" y="324624"/>
                </a:lnTo>
                <a:lnTo>
                  <a:pt x="471081" y="303618"/>
                </a:lnTo>
                <a:lnTo>
                  <a:pt x="460235" y="294144"/>
                </a:lnTo>
                <a:lnTo>
                  <a:pt x="457187" y="294144"/>
                </a:lnTo>
                <a:lnTo>
                  <a:pt x="457187" y="347484"/>
                </a:lnTo>
                <a:lnTo>
                  <a:pt x="468642" y="352907"/>
                </a:lnTo>
                <a:lnTo>
                  <a:pt x="517575" y="368884"/>
                </a:lnTo>
                <a:lnTo>
                  <a:pt x="563867" y="373392"/>
                </a:lnTo>
                <a:lnTo>
                  <a:pt x="578142" y="372833"/>
                </a:lnTo>
                <a:lnTo>
                  <a:pt x="622617" y="361784"/>
                </a:lnTo>
                <a:lnTo>
                  <a:pt x="654913" y="337286"/>
                </a:lnTo>
                <a:lnTo>
                  <a:pt x="673671" y="303288"/>
                </a:lnTo>
                <a:lnTo>
                  <a:pt x="677621" y="285000"/>
                </a:lnTo>
                <a:lnTo>
                  <a:pt x="678167" y="275856"/>
                </a:lnTo>
                <a:close/>
              </a:path>
              <a:path w="1562100" h="413385">
                <a:moveTo>
                  <a:pt x="925068" y="64008"/>
                </a:moveTo>
                <a:lnTo>
                  <a:pt x="916838" y="54864"/>
                </a:lnTo>
                <a:lnTo>
                  <a:pt x="897636" y="33528"/>
                </a:lnTo>
                <a:lnTo>
                  <a:pt x="876300" y="54864"/>
                </a:lnTo>
                <a:lnTo>
                  <a:pt x="800100" y="54864"/>
                </a:lnTo>
                <a:lnTo>
                  <a:pt x="804646" y="47434"/>
                </a:lnTo>
                <a:lnTo>
                  <a:pt x="809053" y="41148"/>
                </a:lnTo>
                <a:lnTo>
                  <a:pt x="813168" y="36004"/>
                </a:lnTo>
                <a:lnTo>
                  <a:pt x="816864" y="32004"/>
                </a:lnTo>
                <a:lnTo>
                  <a:pt x="819912" y="27432"/>
                </a:lnTo>
                <a:lnTo>
                  <a:pt x="826008" y="22860"/>
                </a:lnTo>
                <a:lnTo>
                  <a:pt x="832104" y="19812"/>
                </a:lnTo>
                <a:lnTo>
                  <a:pt x="798576" y="0"/>
                </a:lnTo>
                <a:lnTo>
                  <a:pt x="775906" y="55054"/>
                </a:lnTo>
                <a:lnTo>
                  <a:pt x="754380" y="92964"/>
                </a:lnTo>
                <a:lnTo>
                  <a:pt x="726084" y="129184"/>
                </a:lnTo>
                <a:lnTo>
                  <a:pt x="717804" y="137160"/>
                </a:lnTo>
                <a:lnTo>
                  <a:pt x="720852" y="143256"/>
                </a:lnTo>
                <a:lnTo>
                  <a:pt x="753427" y="117119"/>
                </a:lnTo>
                <a:lnTo>
                  <a:pt x="785787" y="76923"/>
                </a:lnTo>
                <a:lnTo>
                  <a:pt x="794004" y="64008"/>
                </a:lnTo>
                <a:lnTo>
                  <a:pt x="824484" y="64008"/>
                </a:lnTo>
                <a:lnTo>
                  <a:pt x="842772" y="99060"/>
                </a:lnTo>
                <a:lnTo>
                  <a:pt x="844296" y="105156"/>
                </a:lnTo>
                <a:lnTo>
                  <a:pt x="844296" y="109728"/>
                </a:lnTo>
                <a:lnTo>
                  <a:pt x="845820" y="112776"/>
                </a:lnTo>
                <a:lnTo>
                  <a:pt x="848868" y="115824"/>
                </a:lnTo>
                <a:lnTo>
                  <a:pt x="854964" y="115824"/>
                </a:lnTo>
                <a:lnTo>
                  <a:pt x="856488" y="114300"/>
                </a:lnTo>
                <a:lnTo>
                  <a:pt x="862584" y="111252"/>
                </a:lnTo>
                <a:lnTo>
                  <a:pt x="865632" y="105156"/>
                </a:lnTo>
                <a:lnTo>
                  <a:pt x="868680" y="97536"/>
                </a:lnTo>
                <a:lnTo>
                  <a:pt x="868387" y="90373"/>
                </a:lnTo>
                <a:lnTo>
                  <a:pt x="862965" y="82486"/>
                </a:lnTo>
                <a:lnTo>
                  <a:pt x="852385" y="73748"/>
                </a:lnTo>
                <a:lnTo>
                  <a:pt x="836676" y="64008"/>
                </a:lnTo>
                <a:lnTo>
                  <a:pt x="925068" y="64008"/>
                </a:lnTo>
                <a:close/>
              </a:path>
              <a:path w="1562100" h="413385">
                <a:moveTo>
                  <a:pt x="1106424" y="67056"/>
                </a:moveTo>
                <a:lnTo>
                  <a:pt x="1096822" y="56388"/>
                </a:lnTo>
                <a:lnTo>
                  <a:pt x="1078992" y="36576"/>
                </a:lnTo>
                <a:lnTo>
                  <a:pt x="1059180" y="56388"/>
                </a:lnTo>
                <a:lnTo>
                  <a:pt x="964692" y="56388"/>
                </a:lnTo>
                <a:lnTo>
                  <a:pt x="968349" y="50914"/>
                </a:lnTo>
                <a:lnTo>
                  <a:pt x="976261" y="40538"/>
                </a:lnTo>
                <a:lnTo>
                  <a:pt x="979932" y="35052"/>
                </a:lnTo>
                <a:lnTo>
                  <a:pt x="986028" y="27432"/>
                </a:lnTo>
                <a:lnTo>
                  <a:pt x="992124" y="24384"/>
                </a:lnTo>
                <a:lnTo>
                  <a:pt x="998220" y="22860"/>
                </a:lnTo>
                <a:lnTo>
                  <a:pt x="966216" y="1524"/>
                </a:lnTo>
                <a:lnTo>
                  <a:pt x="946404" y="50292"/>
                </a:lnTo>
                <a:lnTo>
                  <a:pt x="917676" y="97878"/>
                </a:lnTo>
                <a:lnTo>
                  <a:pt x="906780" y="111252"/>
                </a:lnTo>
                <a:lnTo>
                  <a:pt x="912876" y="115824"/>
                </a:lnTo>
                <a:lnTo>
                  <a:pt x="918819" y="110096"/>
                </a:lnTo>
                <a:lnTo>
                  <a:pt x="925068" y="104203"/>
                </a:lnTo>
                <a:lnTo>
                  <a:pt x="931303" y="98044"/>
                </a:lnTo>
                <a:lnTo>
                  <a:pt x="937260" y="91440"/>
                </a:lnTo>
                <a:lnTo>
                  <a:pt x="942111" y="84848"/>
                </a:lnTo>
                <a:lnTo>
                  <a:pt x="947547" y="78676"/>
                </a:lnTo>
                <a:lnTo>
                  <a:pt x="953541" y="72796"/>
                </a:lnTo>
                <a:lnTo>
                  <a:pt x="960120" y="67056"/>
                </a:lnTo>
                <a:lnTo>
                  <a:pt x="1001268" y="67056"/>
                </a:lnTo>
                <a:lnTo>
                  <a:pt x="1034796" y="109728"/>
                </a:lnTo>
                <a:lnTo>
                  <a:pt x="1037844" y="114300"/>
                </a:lnTo>
                <a:lnTo>
                  <a:pt x="1040892" y="117348"/>
                </a:lnTo>
                <a:lnTo>
                  <a:pt x="1043940" y="117348"/>
                </a:lnTo>
                <a:lnTo>
                  <a:pt x="1046988" y="115824"/>
                </a:lnTo>
                <a:lnTo>
                  <a:pt x="1054608" y="108204"/>
                </a:lnTo>
                <a:lnTo>
                  <a:pt x="1057656" y="102108"/>
                </a:lnTo>
                <a:lnTo>
                  <a:pt x="1057656" y="92964"/>
                </a:lnTo>
                <a:lnTo>
                  <a:pt x="1054811" y="86995"/>
                </a:lnTo>
                <a:lnTo>
                  <a:pt x="1046416" y="80581"/>
                </a:lnTo>
                <a:lnTo>
                  <a:pt x="1032573" y="73901"/>
                </a:lnTo>
                <a:lnTo>
                  <a:pt x="1013460" y="67056"/>
                </a:lnTo>
                <a:lnTo>
                  <a:pt x="1106424" y="67056"/>
                </a:lnTo>
                <a:close/>
              </a:path>
              <a:path w="1562100" h="413385">
                <a:moveTo>
                  <a:pt x="1112520" y="323088"/>
                </a:moveTo>
                <a:lnTo>
                  <a:pt x="1103807" y="313944"/>
                </a:lnTo>
                <a:lnTo>
                  <a:pt x="1082040" y="291084"/>
                </a:lnTo>
                <a:lnTo>
                  <a:pt x="1057656" y="313944"/>
                </a:lnTo>
                <a:lnTo>
                  <a:pt x="978408" y="313944"/>
                </a:lnTo>
                <a:lnTo>
                  <a:pt x="978408" y="260604"/>
                </a:lnTo>
                <a:lnTo>
                  <a:pt x="1004316" y="260604"/>
                </a:lnTo>
                <a:lnTo>
                  <a:pt x="1004316" y="278892"/>
                </a:lnTo>
                <a:lnTo>
                  <a:pt x="1030224" y="268224"/>
                </a:lnTo>
                <a:lnTo>
                  <a:pt x="1030097" y="260604"/>
                </a:lnTo>
                <a:lnTo>
                  <a:pt x="1029982" y="253365"/>
                </a:lnTo>
                <a:lnTo>
                  <a:pt x="1029906" y="251460"/>
                </a:lnTo>
                <a:lnTo>
                  <a:pt x="1029462" y="240792"/>
                </a:lnTo>
                <a:lnTo>
                  <a:pt x="1028928" y="230505"/>
                </a:lnTo>
                <a:lnTo>
                  <a:pt x="1028700" y="222504"/>
                </a:lnTo>
                <a:lnTo>
                  <a:pt x="1028700" y="132588"/>
                </a:lnTo>
                <a:lnTo>
                  <a:pt x="1032179" y="129540"/>
                </a:lnTo>
                <a:lnTo>
                  <a:pt x="1040892" y="121920"/>
                </a:lnTo>
                <a:lnTo>
                  <a:pt x="1036320" y="118872"/>
                </a:lnTo>
                <a:lnTo>
                  <a:pt x="1013460" y="103632"/>
                </a:lnTo>
                <a:lnTo>
                  <a:pt x="1004316" y="116700"/>
                </a:lnTo>
                <a:lnTo>
                  <a:pt x="1004316" y="129540"/>
                </a:lnTo>
                <a:lnTo>
                  <a:pt x="1004316" y="160020"/>
                </a:lnTo>
                <a:lnTo>
                  <a:pt x="1004316" y="170688"/>
                </a:lnTo>
                <a:lnTo>
                  <a:pt x="1004316" y="204216"/>
                </a:lnTo>
                <a:lnTo>
                  <a:pt x="1004316" y="214884"/>
                </a:lnTo>
                <a:lnTo>
                  <a:pt x="1004316" y="251460"/>
                </a:lnTo>
                <a:lnTo>
                  <a:pt x="954024" y="251460"/>
                </a:lnTo>
                <a:lnTo>
                  <a:pt x="954024" y="260604"/>
                </a:lnTo>
                <a:lnTo>
                  <a:pt x="954024" y="315468"/>
                </a:lnTo>
                <a:lnTo>
                  <a:pt x="868680" y="315468"/>
                </a:lnTo>
                <a:lnTo>
                  <a:pt x="870699" y="301967"/>
                </a:lnTo>
                <a:lnTo>
                  <a:pt x="872299" y="288607"/>
                </a:lnTo>
                <a:lnTo>
                  <a:pt x="873518" y="275844"/>
                </a:lnTo>
                <a:lnTo>
                  <a:pt x="874776" y="260604"/>
                </a:lnTo>
                <a:lnTo>
                  <a:pt x="954024" y="260604"/>
                </a:lnTo>
                <a:lnTo>
                  <a:pt x="954024" y="251460"/>
                </a:lnTo>
                <a:lnTo>
                  <a:pt x="816864" y="251460"/>
                </a:lnTo>
                <a:lnTo>
                  <a:pt x="816864" y="214884"/>
                </a:lnTo>
                <a:lnTo>
                  <a:pt x="1004316" y="214884"/>
                </a:lnTo>
                <a:lnTo>
                  <a:pt x="1004316" y="204216"/>
                </a:lnTo>
                <a:lnTo>
                  <a:pt x="816864" y="204216"/>
                </a:lnTo>
                <a:lnTo>
                  <a:pt x="816864" y="170688"/>
                </a:lnTo>
                <a:lnTo>
                  <a:pt x="1004316" y="170688"/>
                </a:lnTo>
                <a:lnTo>
                  <a:pt x="1004316" y="160020"/>
                </a:lnTo>
                <a:lnTo>
                  <a:pt x="816864" y="160020"/>
                </a:lnTo>
                <a:lnTo>
                  <a:pt x="816864" y="129540"/>
                </a:lnTo>
                <a:lnTo>
                  <a:pt x="1004316" y="129540"/>
                </a:lnTo>
                <a:lnTo>
                  <a:pt x="1004316" y="116700"/>
                </a:lnTo>
                <a:lnTo>
                  <a:pt x="1002792" y="118872"/>
                </a:lnTo>
                <a:lnTo>
                  <a:pt x="816864" y="118872"/>
                </a:lnTo>
                <a:lnTo>
                  <a:pt x="790956" y="105156"/>
                </a:lnTo>
                <a:lnTo>
                  <a:pt x="791756" y="112776"/>
                </a:lnTo>
                <a:lnTo>
                  <a:pt x="791883" y="114300"/>
                </a:lnTo>
                <a:lnTo>
                  <a:pt x="792480" y="128016"/>
                </a:lnTo>
                <a:lnTo>
                  <a:pt x="793089" y="148018"/>
                </a:lnTo>
                <a:lnTo>
                  <a:pt x="793889" y="170688"/>
                </a:lnTo>
                <a:lnTo>
                  <a:pt x="793800" y="230505"/>
                </a:lnTo>
                <a:lnTo>
                  <a:pt x="793356" y="256895"/>
                </a:lnTo>
                <a:lnTo>
                  <a:pt x="792480" y="283464"/>
                </a:lnTo>
                <a:lnTo>
                  <a:pt x="816864" y="275844"/>
                </a:lnTo>
                <a:lnTo>
                  <a:pt x="816864" y="260604"/>
                </a:lnTo>
                <a:lnTo>
                  <a:pt x="848868" y="260604"/>
                </a:lnTo>
                <a:lnTo>
                  <a:pt x="847712" y="274967"/>
                </a:lnTo>
                <a:lnTo>
                  <a:pt x="846391" y="289179"/>
                </a:lnTo>
                <a:lnTo>
                  <a:pt x="844791" y="302615"/>
                </a:lnTo>
                <a:lnTo>
                  <a:pt x="842772" y="315468"/>
                </a:lnTo>
                <a:lnTo>
                  <a:pt x="708660" y="315468"/>
                </a:lnTo>
                <a:lnTo>
                  <a:pt x="725424" y="330708"/>
                </a:lnTo>
                <a:lnTo>
                  <a:pt x="734847" y="328714"/>
                </a:lnTo>
                <a:lnTo>
                  <a:pt x="744855" y="327279"/>
                </a:lnTo>
                <a:lnTo>
                  <a:pt x="755421" y="326428"/>
                </a:lnTo>
                <a:lnTo>
                  <a:pt x="766572" y="326136"/>
                </a:lnTo>
                <a:lnTo>
                  <a:pt x="841248" y="326136"/>
                </a:lnTo>
                <a:lnTo>
                  <a:pt x="817880" y="362140"/>
                </a:lnTo>
                <a:lnTo>
                  <a:pt x="774382" y="389953"/>
                </a:lnTo>
                <a:lnTo>
                  <a:pt x="729996" y="406908"/>
                </a:lnTo>
                <a:lnTo>
                  <a:pt x="731520" y="413004"/>
                </a:lnTo>
                <a:lnTo>
                  <a:pt x="775335" y="402526"/>
                </a:lnTo>
                <a:lnTo>
                  <a:pt x="816864" y="384048"/>
                </a:lnTo>
                <a:lnTo>
                  <a:pt x="848868" y="359092"/>
                </a:lnTo>
                <a:lnTo>
                  <a:pt x="867156" y="326136"/>
                </a:lnTo>
                <a:lnTo>
                  <a:pt x="954024" y="326136"/>
                </a:lnTo>
                <a:lnTo>
                  <a:pt x="953935" y="351282"/>
                </a:lnTo>
                <a:lnTo>
                  <a:pt x="953833" y="364998"/>
                </a:lnTo>
                <a:lnTo>
                  <a:pt x="953325" y="389102"/>
                </a:lnTo>
                <a:lnTo>
                  <a:pt x="952500" y="413004"/>
                </a:lnTo>
                <a:lnTo>
                  <a:pt x="979932" y="400812"/>
                </a:lnTo>
                <a:lnTo>
                  <a:pt x="979703" y="389953"/>
                </a:lnTo>
                <a:lnTo>
                  <a:pt x="979170" y="372643"/>
                </a:lnTo>
                <a:lnTo>
                  <a:pt x="978662" y="351282"/>
                </a:lnTo>
                <a:lnTo>
                  <a:pt x="978433" y="326136"/>
                </a:lnTo>
                <a:lnTo>
                  <a:pt x="978408" y="323088"/>
                </a:lnTo>
                <a:lnTo>
                  <a:pt x="1112520" y="323088"/>
                </a:lnTo>
                <a:close/>
              </a:path>
              <a:path w="1562100" h="413385">
                <a:moveTo>
                  <a:pt x="1216152" y="167640"/>
                </a:moveTo>
                <a:lnTo>
                  <a:pt x="1212405" y="157429"/>
                </a:lnTo>
                <a:lnTo>
                  <a:pt x="1201102" y="145351"/>
                </a:lnTo>
                <a:lnTo>
                  <a:pt x="1182065" y="131851"/>
                </a:lnTo>
                <a:lnTo>
                  <a:pt x="1155192" y="117348"/>
                </a:lnTo>
                <a:lnTo>
                  <a:pt x="1152144" y="121920"/>
                </a:lnTo>
                <a:lnTo>
                  <a:pt x="1165593" y="138239"/>
                </a:lnTo>
                <a:lnTo>
                  <a:pt x="1176337" y="152971"/>
                </a:lnTo>
                <a:lnTo>
                  <a:pt x="1184503" y="166293"/>
                </a:lnTo>
                <a:lnTo>
                  <a:pt x="1190244" y="178308"/>
                </a:lnTo>
                <a:lnTo>
                  <a:pt x="1193927" y="188010"/>
                </a:lnTo>
                <a:lnTo>
                  <a:pt x="1198054" y="194119"/>
                </a:lnTo>
                <a:lnTo>
                  <a:pt x="1202448" y="196532"/>
                </a:lnTo>
                <a:lnTo>
                  <a:pt x="1207008" y="195072"/>
                </a:lnTo>
                <a:lnTo>
                  <a:pt x="1211008" y="190792"/>
                </a:lnTo>
                <a:lnTo>
                  <a:pt x="1213866" y="184785"/>
                </a:lnTo>
                <a:lnTo>
                  <a:pt x="1215580" y="177076"/>
                </a:lnTo>
                <a:lnTo>
                  <a:pt x="1216152" y="167640"/>
                </a:lnTo>
                <a:close/>
              </a:path>
              <a:path w="1562100" h="413385">
                <a:moveTo>
                  <a:pt x="1252728" y="67056"/>
                </a:moveTo>
                <a:lnTo>
                  <a:pt x="1217714" y="26962"/>
                </a:lnTo>
                <a:lnTo>
                  <a:pt x="1196340" y="15240"/>
                </a:lnTo>
                <a:lnTo>
                  <a:pt x="1191768" y="21336"/>
                </a:lnTo>
                <a:lnTo>
                  <a:pt x="1204099" y="36537"/>
                </a:lnTo>
                <a:lnTo>
                  <a:pt x="1213866" y="50292"/>
                </a:lnTo>
                <a:lnTo>
                  <a:pt x="1221333" y="62915"/>
                </a:lnTo>
                <a:lnTo>
                  <a:pt x="1226820" y="74676"/>
                </a:lnTo>
                <a:lnTo>
                  <a:pt x="1231392" y="86868"/>
                </a:lnTo>
                <a:lnTo>
                  <a:pt x="1234440" y="92964"/>
                </a:lnTo>
                <a:lnTo>
                  <a:pt x="1240536" y="92964"/>
                </a:lnTo>
                <a:lnTo>
                  <a:pt x="1243584" y="89916"/>
                </a:lnTo>
                <a:lnTo>
                  <a:pt x="1246632" y="85344"/>
                </a:lnTo>
                <a:lnTo>
                  <a:pt x="1251204" y="80772"/>
                </a:lnTo>
                <a:lnTo>
                  <a:pt x="1252728" y="76200"/>
                </a:lnTo>
                <a:lnTo>
                  <a:pt x="1252728" y="67056"/>
                </a:lnTo>
                <a:close/>
              </a:path>
              <a:path w="1562100" h="413385">
                <a:moveTo>
                  <a:pt x="1298448" y="79248"/>
                </a:moveTo>
                <a:lnTo>
                  <a:pt x="1290828" y="76200"/>
                </a:lnTo>
                <a:lnTo>
                  <a:pt x="1259344" y="152196"/>
                </a:lnTo>
                <a:lnTo>
                  <a:pt x="1235583" y="208597"/>
                </a:lnTo>
                <a:lnTo>
                  <a:pt x="1219238" y="245300"/>
                </a:lnTo>
                <a:lnTo>
                  <a:pt x="1210056" y="262128"/>
                </a:lnTo>
                <a:lnTo>
                  <a:pt x="1203960" y="271272"/>
                </a:lnTo>
                <a:lnTo>
                  <a:pt x="1197864" y="277368"/>
                </a:lnTo>
                <a:lnTo>
                  <a:pt x="1193292" y="277368"/>
                </a:lnTo>
                <a:lnTo>
                  <a:pt x="1188161" y="277990"/>
                </a:lnTo>
                <a:lnTo>
                  <a:pt x="1179766" y="277749"/>
                </a:lnTo>
                <a:lnTo>
                  <a:pt x="1153668" y="275844"/>
                </a:lnTo>
                <a:lnTo>
                  <a:pt x="1153668" y="281940"/>
                </a:lnTo>
                <a:lnTo>
                  <a:pt x="1193292" y="300228"/>
                </a:lnTo>
                <a:lnTo>
                  <a:pt x="1196340" y="307848"/>
                </a:lnTo>
                <a:lnTo>
                  <a:pt x="1196238" y="316992"/>
                </a:lnTo>
                <a:lnTo>
                  <a:pt x="1196022" y="320611"/>
                </a:lnTo>
                <a:lnTo>
                  <a:pt x="1195006" y="326898"/>
                </a:lnTo>
                <a:lnTo>
                  <a:pt x="1193114" y="334327"/>
                </a:lnTo>
                <a:lnTo>
                  <a:pt x="1190244" y="342900"/>
                </a:lnTo>
                <a:lnTo>
                  <a:pt x="1188237" y="351243"/>
                </a:lnTo>
                <a:lnTo>
                  <a:pt x="1186815" y="358140"/>
                </a:lnTo>
                <a:lnTo>
                  <a:pt x="1185951" y="363905"/>
                </a:lnTo>
                <a:lnTo>
                  <a:pt x="1185748" y="367284"/>
                </a:lnTo>
                <a:lnTo>
                  <a:pt x="1185672" y="377952"/>
                </a:lnTo>
                <a:lnTo>
                  <a:pt x="1188720" y="382524"/>
                </a:lnTo>
                <a:lnTo>
                  <a:pt x="1196340" y="384048"/>
                </a:lnTo>
                <a:lnTo>
                  <a:pt x="1202436" y="387096"/>
                </a:lnTo>
                <a:lnTo>
                  <a:pt x="1208532" y="388620"/>
                </a:lnTo>
                <a:lnTo>
                  <a:pt x="1219200" y="388620"/>
                </a:lnTo>
                <a:lnTo>
                  <a:pt x="1222248" y="385572"/>
                </a:lnTo>
                <a:lnTo>
                  <a:pt x="1222248" y="381000"/>
                </a:lnTo>
                <a:lnTo>
                  <a:pt x="1221117" y="373913"/>
                </a:lnTo>
                <a:lnTo>
                  <a:pt x="1220152" y="364236"/>
                </a:lnTo>
                <a:lnTo>
                  <a:pt x="1219454" y="352285"/>
                </a:lnTo>
                <a:lnTo>
                  <a:pt x="1219339" y="345948"/>
                </a:lnTo>
                <a:lnTo>
                  <a:pt x="1219276" y="334327"/>
                </a:lnTo>
                <a:lnTo>
                  <a:pt x="1219504" y="322922"/>
                </a:lnTo>
                <a:lnTo>
                  <a:pt x="1227340" y="277990"/>
                </a:lnTo>
                <a:lnTo>
                  <a:pt x="1245870" y="222123"/>
                </a:lnTo>
                <a:lnTo>
                  <a:pt x="1268158" y="160693"/>
                </a:lnTo>
                <a:lnTo>
                  <a:pt x="1298448" y="79248"/>
                </a:lnTo>
                <a:close/>
              </a:path>
              <a:path w="1562100" h="413385">
                <a:moveTo>
                  <a:pt x="1562100" y="214884"/>
                </a:moveTo>
                <a:lnTo>
                  <a:pt x="1533144" y="182880"/>
                </a:lnTo>
                <a:lnTo>
                  <a:pt x="1511808" y="204216"/>
                </a:lnTo>
                <a:lnTo>
                  <a:pt x="1420368" y="204216"/>
                </a:lnTo>
                <a:lnTo>
                  <a:pt x="1420368" y="109728"/>
                </a:lnTo>
                <a:lnTo>
                  <a:pt x="1534668" y="109728"/>
                </a:lnTo>
                <a:lnTo>
                  <a:pt x="1507236" y="80772"/>
                </a:lnTo>
                <a:lnTo>
                  <a:pt x="1487424" y="99060"/>
                </a:lnTo>
                <a:lnTo>
                  <a:pt x="1420368" y="99060"/>
                </a:lnTo>
                <a:lnTo>
                  <a:pt x="1420368" y="38100"/>
                </a:lnTo>
                <a:lnTo>
                  <a:pt x="1437132" y="21336"/>
                </a:lnTo>
                <a:lnTo>
                  <a:pt x="1395984" y="0"/>
                </a:lnTo>
                <a:lnTo>
                  <a:pt x="1396860" y="15697"/>
                </a:lnTo>
                <a:lnTo>
                  <a:pt x="1397292" y="36537"/>
                </a:lnTo>
                <a:lnTo>
                  <a:pt x="1397393" y="51816"/>
                </a:lnTo>
                <a:lnTo>
                  <a:pt x="1397508" y="99060"/>
                </a:lnTo>
                <a:lnTo>
                  <a:pt x="1301496" y="99060"/>
                </a:lnTo>
                <a:lnTo>
                  <a:pt x="1318260" y="115824"/>
                </a:lnTo>
                <a:lnTo>
                  <a:pt x="1327683" y="112953"/>
                </a:lnTo>
                <a:lnTo>
                  <a:pt x="1337691" y="111061"/>
                </a:lnTo>
                <a:lnTo>
                  <a:pt x="1348257" y="110045"/>
                </a:lnTo>
                <a:lnTo>
                  <a:pt x="1359408" y="109728"/>
                </a:lnTo>
                <a:lnTo>
                  <a:pt x="1397508" y="109728"/>
                </a:lnTo>
                <a:lnTo>
                  <a:pt x="1397508" y="204216"/>
                </a:lnTo>
                <a:lnTo>
                  <a:pt x="1269492" y="204216"/>
                </a:lnTo>
                <a:lnTo>
                  <a:pt x="1284732" y="219456"/>
                </a:lnTo>
                <a:lnTo>
                  <a:pt x="1294155" y="217462"/>
                </a:lnTo>
                <a:lnTo>
                  <a:pt x="1304163" y="216027"/>
                </a:lnTo>
                <a:lnTo>
                  <a:pt x="1314729" y="215176"/>
                </a:lnTo>
                <a:lnTo>
                  <a:pt x="1325880" y="214884"/>
                </a:lnTo>
                <a:lnTo>
                  <a:pt x="1391412" y="214884"/>
                </a:lnTo>
                <a:lnTo>
                  <a:pt x="1370647" y="257175"/>
                </a:lnTo>
                <a:lnTo>
                  <a:pt x="1339596" y="306324"/>
                </a:lnTo>
                <a:lnTo>
                  <a:pt x="1305115" y="345376"/>
                </a:lnTo>
                <a:lnTo>
                  <a:pt x="1278636" y="358140"/>
                </a:lnTo>
                <a:lnTo>
                  <a:pt x="1296924" y="399288"/>
                </a:lnTo>
                <a:lnTo>
                  <a:pt x="1332280" y="383654"/>
                </a:lnTo>
                <a:lnTo>
                  <a:pt x="1382852" y="372237"/>
                </a:lnTo>
                <a:lnTo>
                  <a:pt x="1456626" y="360807"/>
                </a:lnTo>
                <a:lnTo>
                  <a:pt x="1502664" y="355092"/>
                </a:lnTo>
                <a:lnTo>
                  <a:pt x="1506321" y="363118"/>
                </a:lnTo>
                <a:lnTo>
                  <a:pt x="1510284" y="371284"/>
                </a:lnTo>
                <a:lnTo>
                  <a:pt x="1514233" y="379742"/>
                </a:lnTo>
                <a:lnTo>
                  <a:pt x="1517904" y="388620"/>
                </a:lnTo>
                <a:lnTo>
                  <a:pt x="1519428" y="394716"/>
                </a:lnTo>
                <a:lnTo>
                  <a:pt x="1522476" y="399288"/>
                </a:lnTo>
                <a:lnTo>
                  <a:pt x="1527048" y="399288"/>
                </a:lnTo>
                <a:lnTo>
                  <a:pt x="1530096" y="394716"/>
                </a:lnTo>
                <a:lnTo>
                  <a:pt x="1534668" y="388620"/>
                </a:lnTo>
                <a:lnTo>
                  <a:pt x="1539240" y="381000"/>
                </a:lnTo>
                <a:lnTo>
                  <a:pt x="1542288" y="374904"/>
                </a:lnTo>
                <a:lnTo>
                  <a:pt x="1542173" y="366522"/>
                </a:lnTo>
                <a:lnTo>
                  <a:pt x="1541449" y="361569"/>
                </a:lnTo>
                <a:lnTo>
                  <a:pt x="1539049" y="355854"/>
                </a:lnTo>
                <a:lnTo>
                  <a:pt x="1538528" y="355092"/>
                </a:lnTo>
                <a:lnTo>
                  <a:pt x="1535214" y="350139"/>
                </a:lnTo>
                <a:lnTo>
                  <a:pt x="1530096" y="344424"/>
                </a:lnTo>
                <a:lnTo>
                  <a:pt x="1524063" y="337566"/>
                </a:lnTo>
                <a:lnTo>
                  <a:pt x="1517332" y="330708"/>
                </a:lnTo>
                <a:lnTo>
                  <a:pt x="1479423" y="300990"/>
                </a:lnTo>
                <a:lnTo>
                  <a:pt x="1450848" y="280416"/>
                </a:lnTo>
                <a:lnTo>
                  <a:pt x="1447800" y="284988"/>
                </a:lnTo>
                <a:lnTo>
                  <a:pt x="1460982" y="300088"/>
                </a:lnTo>
                <a:lnTo>
                  <a:pt x="1473327" y="315468"/>
                </a:lnTo>
                <a:lnTo>
                  <a:pt x="1484972" y="330708"/>
                </a:lnTo>
                <a:lnTo>
                  <a:pt x="1496568" y="345948"/>
                </a:lnTo>
                <a:lnTo>
                  <a:pt x="1313688" y="358140"/>
                </a:lnTo>
                <a:lnTo>
                  <a:pt x="1342593" y="327571"/>
                </a:lnTo>
                <a:lnTo>
                  <a:pt x="1365504" y="302133"/>
                </a:lnTo>
                <a:lnTo>
                  <a:pt x="1382610" y="281940"/>
                </a:lnTo>
                <a:lnTo>
                  <a:pt x="1394460" y="266700"/>
                </a:lnTo>
                <a:lnTo>
                  <a:pt x="1402664" y="254393"/>
                </a:lnTo>
                <a:lnTo>
                  <a:pt x="1411033" y="244792"/>
                </a:lnTo>
                <a:lnTo>
                  <a:pt x="1419098" y="237769"/>
                </a:lnTo>
                <a:lnTo>
                  <a:pt x="1426464" y="233172"/>
                </a:lnTo>
                <a:lnTo>
                  <a:pt x="1399032" y="214884"/>
                </a:lnTo>
                <a:lnTo>
                  <a:pt x="1562100" y="21488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" name="object 25"/>
          <p:cNvSpPr/>
          <p:nvPr/>
        </p:nvSpPr>
        <p:spPr>
          <a:xfrm>
            <a:off x="5027676" y="3649979"/>
            <a:ext cx="356870" cy="401320"/>
          </a:xfrm>
          <a:custGeom>
            <a:avLst/>
            <a:gdLst/>
            <a:ahLst/>
            <a:cxnLst/>
            <a:rect l="l" t="t" r="r" b="b"/>
            <a:pathLst>
              <a:path w="356870" h="401320">
                <a:moveTo>
                  <a:pt x="53340" y="89916"/>
                </a:moveTo>
                <a:lnTo>
                  <a:pt x="42672" y="89916"/>
                </a:lnTo>
                <a:lnTo>
                  <a:pt x="50696" y="61936"/>
                </a:lnTo>
                <a:lnTo>
                  <a:pt x="56578" y="37528"/>
                </a:lnTo>
                <a:lnTo>
                  <a:pt x="60459" y="16835"/>
                </a:lnTo>
                <a:lnTo>
                  <a:pt x="62484" y="0"/>
                </a:lnTo>
                <a:lnTo>
                  <a:pt x="100584" y="19812"/>
                </a:lnTo>
                <a:lnTo>
                  <a:pt x="91487" y="27551"/>
                </a:lnTo>
                <a:lnTo>
                  <a:pt x="80391" y="41719"/>
                </a:lnTo>
                <a:lnTo>
                  <a:pt x="67579" y="62460"/>
                </a:lnTo>
                <a:lnTo>
                  <a:pt x="53340" y="89916"/>
                </a:lnTo>
                <a:close/>
              </a:path>
              <a:path w="356870" h="401320">
                <a:moveTo>
                  <a:pt x="147828" y="190500"/>
                </a:moveTo>
                <a:lnTo>
                  <a:pt x="143256" y="187452"/>
                </a:lnTo>
                <a:lnTo>
                  <a:pt x="159519" y="159972"/>
                </a:lnTo>
                <a:lnTo>
                  <a:pt x="173926" y="134493"/>
                </a:lnTo>
                <a:lnTo>
                  <a:pt x="196596" y="88392"/>
                </a:lnTo>
                <a:lnTo>
                  <a:pt x="211264" y="44958"/>
                </a:lnTo>
                <a:lnTo>
                  <a:pt x="222503" y="1524"/>
                </a:lnTo>
                <a:lnTo>
                  <a:pt x="260603" y="22860"/>
                </a:lnTo>
                <a:lnTo>
                  <a:pt x="252864" y="30837"/>
                </a:lnTo>
                <a:lnTo>
                  <a:pt x="243268" y="45529"/>
                </a:lnTo>
                <a:lnTo>
                  <a:pt x="231671" y="66794"/>
                </a:lnTo>
                <a:lnTo>
                  <a:pt x="217932" y="94488"/>
                </a:lnTo>
                <a:lnTo>
                  <a:pt x="348996" y="94488"/>
                </a:lnTo>
                <a:lnTo>
                  <a:pt x="356616" y="102108"/>
                </a:lnTo>
                <a:lnTo>
                  <a:pt x="352806" y="105156"/>
                </a:lnTo>
                <a:lnTo>
                  <a:pt x="213360" y="105156"/>
                </a:lnTo>
                <a:lnTo>
                  <a:pt x="197977" y="129420"/>
                </a:lnTo>
                <a:lnTo>
                  <a:pt x="181737" y="151828"/>
                </a:lnTo>
                <a:lnTo>
                  <a:pt x="164925" y="172235"/>
                </a:lnTo>
                <a:lnTo>
                  <a:pt x="147828" y="190500"/>
                </a:lnTo>
                <a:close/>
              </a:path>
              <a:path w="356870" h="401320">
                <a:moveTo>
                  <a:pt x="145288" y="89916"/>
                </a:moveTo>
                <a:lnTo>
                  <a:pt x="111252" y="89916"/>
                </a:lnTo>
                <a:lnTo>
                  <a:pt x="128016" y="71628"/>
                </a:lnTo>
                <a:lnTo>
                  <a:pt x="145288" y="89916"/>
                </a:lnTo>
                <a:close/>
              </a:path>
              <a:path w="356870" h="401320">
                <a:moveTo>
                  <a:pt x="0" y="397764"/>
                </a:moveTo>
                <a:lnTo>
                  <a:pt x="820" y="359664"/>
                </a:lnTo>
                <a:lnTo>
                  <a:pt x="917" y="353568"/>
                </a:lnTo>
                <a:lnTo>
                  <a:pt x="1333" y="316230"/>
                </a:lnTo>
                <a:lnTo>
                  <a:pt x="1425" y="176784"/>
                </a:lnTo>
                <a:lnTo>
                  <a:pt x="1301" y="151828"/>
                </a:lnTo>
                <a:lnTo>
                  <a:pt x="881" y="114681"/>
                </a:lnTo>
                <a:lnTo>
                  <a:pt x="0" y="74676"/>
                </a:lnTo>
                <a:lnTo>
                  <a:pt x="25908" y="89916"/>
                </a:lnTo>
                <a:lnTo>
                  <a:pt x="145288" y="89916"/>
                </a:lnTo>
                <a:lnTo>
                  <a:pt x="153924" y="99060"/>
                </a:lnTo>
                <a:lnTo>
                  <a:pt x="151828" y="100584"/>
                </a:lnTo>
                <a:lnTo>
                  <a:pt x="24384" y="100584"/>
                </a:lnTo>
                <a:lnTo>
                  <a:pt x="24384" y="211836"/>
                </a:lnTo>
                <a:lnTo>
                  <a:pt x="137205" y="211836"/>
                </a:lnTo>
                <a:lnTo>
                  <a:pt x="137219" y="222504"/>
                </a:lnTo>
                <a:lnTo>
                  <a:pt x="24384" y="222504"/>
                </a:lnTo>
                <a:lnTo>
                  <a:pt x="24384" y="342900"/>
                </a:lnTo>
                <a:lnTo>
                  <a:pt x="137905" y="342900"/>
                </a:lnTo>
                <a:lnTo>
                  <a:pt x="137940" y="346069"/>
                </a:lnTo>
                <a:lnTo>
                  <a:pt x="138123" y="353568"/>
                </a:lnTo>
                <a:lnTo>
                  <a:pt x="24384" y="353568"/>
                </a:lnTo>
                <a:lnTo>
                  <a:pt x="24384" y="384048"/>
                </a:lnTo>
                <a:lnTo>
                  <a:pt x="0" y="397764"/>
                </a:lnTo>
                <a:close/>
              </a:path>
              <a:path w="356870" h="401320">
                <a:moveTo>
                  <a:pt x="348996" y="94488"/>
                </a:moveTo>
                <a:lnTo>
                  <a:pt x="310896" y="94488"/>
                </a:lnTo>
                <a:lnTo>
                  <a:pt x="330708" y="76200"/>
                </a:lnTo>
                <a:lnTo>
                  <a:pt x="348996" y="94488"/>
                </a:lnTo>
                <a:close/>
              </a:path>
              <a:path w="356870" h="401320">
                <a:moveTo>
                  <a:pt x="137205" y="211836"/>
                </a:moveTo>
                <a:lnTo>
                  <a:pt x="114300" y="211836"/>
                </a:lnTo>
                <a:lnTo>
                  <a:pt x="114300" y="100584"/>
                </a:lnTo>
                <a:lnTo>
                  <a:pt x="151828" y="100584"/>
                </a:lnTo>
                <a:lnTo>
                  <a:pt x="137160" y="111252"/>
                </a:lnTo>
                <a:lnTo>
                  <a:pt x="137205" y="211836"/>
                </a:lnTo>
                <a:close/>
              </a:path>
              <a:path w="356870" h="401320">
                <a:moveTo>
                  <a:pt x="326904" y="359664"/>
                </a:moveTo>
                <a:lnTo>
                  <a:pt x="283464" y="359664"/>
                </a:lnTo>
                <a:lnTo>
                  <a:pt x="291750" y="357687"/>
                </a:lnTo>
                <a:lnTo>
                  <a:pt x="298323" y="351853"/>
                </a:lnTo>
                <a:lnTo>
                  <a:pt x="308586" y="304038"/>
                </a:lnTo>
                <a:lnTo>
                  <a:pt x="310705" y="258318"/>
                </a:lnTo>
                <a:lnTo>
                  <a:pt x="312539" y="192024"/>
                </a:lnTo>
                <a:lnTo>
                  <a:pt x="313944" y="105156"/>
                </a:lnTo>
                <a:lnTo>
                  <a:pt x="352806" y="105156"/>
                </a:lnTo>
                <a:lnTo>
                  <a:pt x="341376" y="114300"/>
                </a:lnTo>
                <a:lnTo>
                  <a:pt x="339535" y="188561"/>
                </a:lnTo>
                <a:lnTo>
                  <a:pt x="337620" y="248631"/>
                </a:lnTo>
                <a:lnTo>
                  <a:pt x="335560" y="294583"/>
                </a:lnTo>
                <a:lnTo>
                  <a:pt x="333280" y="326489"/>
                </a:lnTo>
                <a:lnTo>
                  <a:pt x="330708" y="344424"/>
                </a:lnTo>
                <a:lnTo>
                  <a:pt x="327874" y="357020"/>
                </a:lnTo>
                <a:lnTo>
                  <a:pt x="326904" y="359664"/>
                </a:lnTo>
                <a:close/>
              </a:path>
              <a:path w="356870" h="401320">
                <a:moveTo>
                  <a:pt x="231648" y="268224"/>
                </a:moveTo>
                <a:lnTo>
                  <a:pt x="230124" y="268224"/>
                </a:lnTo>
                <a:lnTo>
                  <a:pt x="226742" y="266771"/>
                </a:lnTo>
                <a:lnTo>
                  <a:pt x="223647" y="262318"/>
                </a:lnTo>
                <a:lnTo>
                  <a:pt x="221122" y="254722"/>
                </a:lnTo>
                <a:lnTo>
                  <a:pt x="219456" y="243840"/>
                </a:lnTo>
                <a:lnTo>
                  <a:pt x="214884" y="226718"/>
                </a:lnTo>
                <a:lnTo>
                  <a:pt x="208026" y="209740"/>
                </a:lnTo>
                <a:lnTo>
                  <a:pt x="198882" y="193047"/>
                </a:lnTo>
                <a:lnTo>
                  <a:pt x="187452" y="176784"/>
                </a:lnTo>
                <a:lnTo>
                  <a:pt x="190500" y="170688"/>
                </a:lnTo>
                <a:lnTo>
                  <a:pt x="224028" y="198310"/>
                </a:lnTo>
                <a:lnTo>
                  <a:pt x="246888" y="234696"/>
                </a:lnTo>
                <a:lnTo>
                  <a:pt x="246888" y="246888"/>
                </a:lnTo>
                <a:lnTo>
                  <a:pt x="243840" y="254508"/>
                </a:lnTo>
                <a:lnTo>
                  <a:pt x="239267" y="260603"/>
                </a:lnTo>
                <a:lnTo>
                  <a:pt x="231648" y="268224"/>
                </a:lnTo>
                <a:close/>
              </a:path>
              <a:path w="356870" h="401320">
                <a:moveTo>
                  <a:pt x="137905" y="342900"/>
                </a:moveTo>
                <a:lnTo>
                  <a:pt x="114300" y="342900"/>
                </a:lnTo>
                <a:lnTo>
                  <a:pt x="114300" y="222504"/>
                </a:lnTo>
                <a:lnTo>
                  <a:pt x="137219" y="222504"/>
                </a:lnTo>
                <a:lnTo>
                  <a:pt x="137331" y="268224"/>
                </a:lnTo>
                <a:lnTo>
                  <a:pt x="137489" y="304373"/>
                </a:lnTo>
                <a:lnTo>
                  <a:pt x="137905" y="342900"/>
                </a:lnTo>
                <a:close/>
              </a:path>
              <a:path w="356870" h="401320">
                <a:moveTo>
                  <a:pt x="278891" y="400812"/>
                </a:moveTo>
                <a:lnTo>
                  <a:pt x="271772" y="387953"/>
                </a:lnTo>
                <a:lnTo>
                  <a:pt x="259651" y="376809"/>
                </a:lnTo>
                <a:lnTo>
                  <a:pt x="242673" y="367379"/>
                </a:lnTo>
                <a:lnTo>
                  <a:pt x="220979" y="359664"/>
                </a:lnTo>
                <a:lnTo>
                  <a:pt x="220979" y="350520"/>
                </a:lnTo>
                <a:lnTo>
                  <a:pt x="241244" y="354520"/>
                </a:lnTo>
                <a:lnTo>
                  <a:pt x="258508" y="357378"/>
                </a:lnTo>
                <a:lnTo>
                  <a:pt x="272629" y="359092"/>
                </a:lnTo>
                <a:lnTo>
                  <a:pt x="283464" y="359664"/>
                </a:lnTo>
                <a:lnTo>
                  <a:pt x="326904" y="359664"/>
                </a:lnTo>
                <a:lnTo>
                  <a:pt x="324040" y="367474"/>
                </a:lnTo>
                <a:lnTo>
                  <a:pt x="289726" y="396240"/>
                </a:lnTo>
                <a:lnTo>
                  <a:pt x="278891" y="400812"/>
                </a:lnTo>
                <a:close/>
              </a:path>
              <a:path w="356870" h="401320">
                <a:moveTo>
                  <a:pt x="114300" y="390144"/>
                </a:moveTo>
                <a:lnTo>
                  <a:pt x="114300" y="353568"/>
                </a:lnTo>
                <a:lnTo>
                  <a:pt x="138123" y="353568"/>
                </a:lnTo>
                <a:lnTo>
                  <a:pt x="138684" y="376428"/>
                </a:lnTo>
                <a:lnTo>
                  <a:pt x="114300" y="39014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" name="object 26"/>
          <p:cNvSpPr/>
          <p:nvPr/>
        </p:nvSpPr>
        <p:spPr>
          <a:xfrm>
            <a:off x="5436107" y="3645408"/>
            <a:ext cx="408940" cy="413384"/>
          </a:xfrm>
          <a:custGeom>
            <a:avLst/>
            <a:gdLst/>
            <a:ahLst/>
            <a:cxnLst/>
            <a:rect l="l" t="t" r="r" b="b"/>
            <a:pathLst>
              <a:path w="408939" h="413385">
                <a:moveTo>
                  <a:pt x="4572" y="166116"/>
                </a:moveTo>
                <a:lnTo>
                  <a:pt x="1524" y="160020"/>
                </a:lnTo>
                <a:lnTo>
                  <a:pt x="17740" y="145161"/>
                </a:lnTo>
                <a:lnTo>
                  <a:pt x="34099" y="128016"/>
                </a:lnTo>
                <a:lnTo>
                  <a:pt x="65532" y="86868"/>
                </a:lnTo>
                <a:lnTo>
                  <a:pt x="92202" y="42291"/>
                </a:lnTo>
                <a:lnTo>
                  <a:pt x="109728" y="0"/>
                </a:lnTo>
                <a:lnTo>
                  <a:pt x="147828" y="22860"/>
                </a:lnTo>
                <a:lnTo>
                  <a:pt x="118895" y="49768"/>
                </a:lnTo>
                <a:lnTo>
                  <a:pt x="114300" y="56388"/>
                </a:lnTo>
                <a:lnTo>
                  <a:pt x="373380" y="56388"/>
                </a:lnTo>
                <a:lnTo>
                  <a:pt x="384048" y="67056"/>
                </a:lnTo>
                <a:lnTo>
                  <a:pt x="109728" y="67056"/>
                </a:lnTo>
                <a:lnTo>
                  <a:pt x="98298" y="80724"/>
                </a:lnTo>
                <a:lnTo>
                  <a:pt x="86868" y="94107"/>
                </a:lnTo>
                <a:lnTo>
                  <a:pt x="51720" y="131183"/>
                </a:lnTo>
                <a:lnTo>
                  <a:pt x="22002" y="154662"/>
                </a:lnTo>
                <a:lnTo>
                  <a:pt x="4572" y="166116"/>
                </a:lnTo>
                <a:close/>
              </a:path>
              <a:path w="408939" h="413385">
                <a:moveTo>
                  <a:pt x="373380" y="56388"/>
                </a:moveTo>
                <a:lnTo>
                  <a:pt x="321564" y="56388"/>
                </a:lnTo>
                <a:lnTo>
                  <a:pt x="347472" y="30480"/>
                </a:lnTo>
                <a:lnTo>
                  <a:pt x="373380" y="56388"/>
                </a:lnTo>
                <a:close/>
              </a:path>
              <a:path w="408939" h="413385">
                <a:moveTo>
                  <a:pt x="342087" y="117348"/>
                </a:moveTo>
                <a:lnTo>
                  <a:pt x="301752" y="117348"/>
                </a:lnTo>
                <a:lnTo>
                  <a:pt x="316992" y="97536"/>
                </a:lnTo>
                <a:lnTo>
                  <a:pt x="342087" y="117348"/>
                </a:lnTo>
                <a:close/>
              </a:path>
              <a:path w="408939" h="413385">
                <a:moveTo>
                  <a:pt x="111252" y="211836"/>
                </a:moveTo>
                <a:lnTo>
                  <a:pt x="86868" y="211836"/>
                </a:lnTo>
                <a:lnTo>
                  <a:pt x="97536" y="100584"/>
                </a:lnTo>
                <a:lnTo>
                  <a:pt x="121920" y="117348"/>
                </a:lnTo>
                <a:lnTo>
                  <a:pt x="342087" y="117348"/>
                </a:lnTo>
                <a:lnTo>
                  <a:pt x="345948" y="120396"/>
                </a:lnTo>
                <a:lnTo>
                  <a:pt x="336423" y="128016"/>
                </a:lnTo>
                <a:lnTo>
                  <a:pt x="120396" y="128016"/>
                </a:lnTo>
                <a:lnTo>
                  <a:pt x="111252" y="211836"/>
                </a:lnTo>
                <a:close/>
              </a:path>
              <a:path w="408939" h="413385">
                <a:moveTo>
                  <a:pt x="326136" y="211836"/>
                </a:moveTo>
                <a:lnTo>
                  <a:pt x="301752" y="211836"/>
                </a:lnTo>
                <a:lnTo>
                  <a:pt x="306323" y="128016"/>
                </a:lnTo>
                <a:lnTo>
                  <a:pt x="336423" y="128016"/>
                </a:lnTo>
                <a:lnTo>
                  <a:pt x="330708" y="132588"/>
                </a:lnTo>
                <a:lnTo>
                  <a:pt x="326136" y="211836"/>
                </a:lnTo>
                <a:close/>
              </a:path>
              <a:path w="408939" h="413385">
                <a:moveTo>
                  <a:pt x="222504" y="207264"/>
                </a:moveTo>
                <a:lnTo>
                  <a:pt x="217932" y="207264"/>
                </a:lnTo>
                <a:lnTo>
                  <a:pt x="213360" y="202691"/>
                </a:lnTo>
                <a:lnTo>
                  <a:pt x="208788" y="192024"/>
                </a:lnTo>
                <a:lnTo>
                  <a:pt x="202168" y="179427"/>
                </a:lnTo>
                <a:lnTo>
                  <a:pt x="193548" y="166687"/>
                </a:lnTo>
                <a:lnTo>
                  <a:pt x="182641" y="153662"/>
                </a:lnTo>
                <a:lnTo>
                  <a:pt x="169164" y="140208"/>
                </a:lnTo>
                <a:lnTo>
                  <a:pt x="172212" y="134112"/>
                </a:lnTo>
                <a:lnTo>
                  <a:pt x="212074" y="152114"/>
                </a:lnTo>
                <a:lnTo>
                  <a:pt x="233172" y="169164"/>
                </a:lnTo>
                <a:lnTo>
                  <a:pt x="233172" y="182879"/>
                </a:lnTo>
                <a:lnTo>
                  <a:pt x="231648" y="190500"/>
                </a:lnTo>
                <a:lnTo>
                  <a:pt x="227076" y="196596"/>
                </a:lnTo>
                <a:lnTo>
                  <a:pt x="224028" y="204216"/>
                </a:lnTo>
                <a:lnTo>
                  <a:pt x="222504" y="207264"/>
                </a:lnTo>
                <a:close/>
              </a:path>
              <a:path w="408939" h="413385">
                <a:moveTo>
                  <a:pt x="13716" y="227076"/>
                </a:moveTo>
                <a:lnTo>
                  <a:pt x="0" y="211836"/>
                </a:lnTo>
                <a:lnTo>
                  <a:pt x="348996" y="211836"/>
                </a:lnTo>
                <a:lnTo>
                  <a:pt x="373380" y="187452"/>
                </a:lnTo>
                <a:lnTo>
                  <a:pt x="408432" y="222503"/>
                </a:lnTo>
                <a:lnTo>
                  <a:pt x="39624" y="222503"/>
                </a:lnTo>
                <a:lnTo>
                  <a:pt x="13716" y="227076"/>
                </a:lnTo>
                <a:close/>
              </a:path>
              <a:path w="408939" h="413385">
                <a:moveTo>
                  <a:pt x="83820" y="345947"/>
                </a:moveTo>
                <a:lnTo>
                  <a:pt x="59436" y="323088"/>
                </a:lnTo>
                <a:lnTo>
                  <a:pt x="73152" y="313943"/>
                </a:lnTo>
                <a:lnTo>
                  <a:pt x="85344" y="222503"/>
                </a:lnTo>
                <a:lnTo>
                  <a:pt x="109728" y="222503"/>
                </a:lnTo>
                <a:lnTo>
                  <a:pt x="97536" y="320040"/>
                </a:lnTo>
                <a:lnTo>
                  <a:pt x="389083" y="320040"/>
                </a:lnTo>
                <a:lnTo>
                  <a:pt x="399288" y="330708"/>
                </a:lnTo>
                <a:lnTo>
                  <a:pt x="97536" y="330708"/>
                </a:lnTo>
                <a:lnTo>
                  <a:pt x="83820" y="345947"/>
                </a:lnTo>
                <a:close/>
              </a:path>
              <a:path w="408939" h="413385">
                <a:moveTo>
                  <a:pt x="321564" y="320040"/>
                </a:moveTo>
                <a:lnTo>
                  <a:pt x="295656" y="320040"/>
                </a:lnTo>
                <a:lnTo>
                  <a:pt x="300228" y="222503"/>
                </a:lnTo>
                <a:lnTo>
                  <a:pt x="326136" y="222503"/>
                </a:lnTo>
                <a:lnTo>
                  <a:pt x="321564" y="320040"/>
                </a:lnTo>
                <a:close/>
              </a:path>
              <a:path w="408939" h="413385">
                <a:moveTo>
                  <a:pt x="216408" y="312420"/>
                </a:moveTo>
                <a:lnTo>
                  <a:pt x="210312" y="312420"/>
                </a:lnTo>
                <a:lnTo>
                  <a:pt x="207264" y="306324"/>
                </a:lnTo>
                <a:lnTo>
                  <a:pt x="202692" y="294132"/>
                </a:lnTo>
                <a:lnTo>
                  <a:pt x="197596" y="281011"/>
                </a:lnTo>
                <a:lnTo>
                  <a:pt x="189357" y="266890"/>
                </a:lnTo>
                <a:lnTo>
                  <a:pt x="178260" y="251912"/>
                </a:lnTo>
                <a:lnTo>
                  <a:pt x="164592" y="236220"/>
                </a:lnTo>
                <a:lnTo>
                  <a:pt x="169164" y="231648"/>
                </a:lnTo>
                <a:lnTo>
                  <a:pt x="212883" y="255222"/>
                </a:lnTo>
                <a:lnTo>
                  <a:pt x="230124" y="274320"/>
                </a:lnTo>
                <a:lnTo>
                  <a:pt x="230124" y="288036"/>
                </a:lnTo>
                <a:lnTo>
                  <a:pt x="227076" y="294132"/>
                </a:lnTo>
                <a:lnTo>
                  <a:pt x="224028" y="301752"/>
                </a:lnTo>
                <a:lnTo>
                  <a:pt x="219456" y="307848"/>
                </a:lnTo>
                <a:lnTo>
                  <a:pt x="216408" y="312420"/>
                </a:lnTo>
                <a:close/>
              </a:path>
              <a:path w="408939" h="413385">
                <a:moveTo>
                  <a:pt x="389083" y="320040"/>
                </a:moveTo>
                <a:lnTo>
                  <a:pt x="341376" y="320040"/>
                </a:lnTo>
                <a:lnTo>
                  <a:pt x="365760" y="295655"/>
                </a:lnTo>
                <a:lnTo>
                  <a:pt x="389083" y="320040"/>
                </a:lnTo>
                <a:close/>
              </a:path>
              <a:path w="408939" h="413385">
                <a:moveTo>
                  <a:pt x="312355" y="376428"/>
                </a:moveTo>
                <a:lnTo>
                  <a:pt x="277368" y="376428"/>
                </a:lnTo>
                <a:lnTo>
                  <a:pt x="283416" y="373570"/>
                </a:lnTo>
                <a:lnTo>
                  <a:pt x="288036" y="364998"/>
                </a:lnTo>
                <a:lnTo>
                  <a:pt x="291512" y="350710"/>
                </a:lnTo>
                <a:lnTo>
                  <a:pt x="294132" y="330708"/>
                </a:lnTo>
                <a:lnTo>
                  <a:pt x="320040" y="330708"/>
                </a:lnTo>
                <a:lnTo>
                  <a:pt x="317706" y="349615"/>
                </a:lnTo>
                <a:lnTo>
                  <a:pt x="315087" y="365379"/>
                </a:lnTo>
                <a:lnTo>
                  <a:pt x="312355" y="376428"/>
                </a:lnTo>
                <a:close/>
              </a:path>
              <a:path w="408939" h="413385">
                <a:moveTo>
                  <a:pt x="265176" y="413004"/>
                </a:moveTo>
                <a:lnTo>
                  <a:pt x="263199" y="402764"/>
                </a:lnTo>
                <a:lnTo>
                  <a:pt x="255079" y="392811"/>
                </a:lnTo>
                <a:lnTo>
                  <a:pt x="240958" y="383428"/>
                </a:lnTo>
                <a:lnTo>
                  <a:pt x="220980" y="374904"/>
                </a:lnTo>
                <a:lnTo>
                  <a:pt x="220980" y="365760"/>
                </a:lnTo>
                <a:lnTo>
                  <a:pt x="256603" y="373380"/>
                </a:lnTo>
                <a:lnTo>
                  <a:pt x="268771" y="375618"/>
                </a:lnTo>
                <a:lnTo>
                  <a:pt x="277368" y="376428"/>
                </a:lnTo>
                <a:lnTo>
                  <a:pt x="312355" y="376428"/>
                </a:lnTo>
                <a:lnTo>
                  <a:pt x="311896" y="378285"/>
                </a:lnTo>
                <a:lnTo>
                  <a:pt x="307847" y="388620"/>
                </a:lnTo>
                <a:lnTo>
                  <a:pt x="301823" y="396287"/>
                </a:lnTo>
                <a:lnTo>
                  <a:pt x="292798" y="403098"/>
                </a:lnTo>
                <a:lnTo>
                  <a:pt x="280630" y="408765"/>
                </a:lnTo>
                <a:lnTo>
                  <a:pt x="265176" y="41300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" name="object 27"/>
          <p:cNvSpPr/>
          <p:nvPr/>
        </p:nvSpPr>
        <p:spPr>
          <a:xfrm>
            <a:off x="5893308" y="3649979"/>
            <a:ext cx="1283335" cy="408940"/>
          </a:xfrm>
          <a:custGeom>
            <a:avLst/>
            <a:gdLst/>
            <a:ahLst/>
            <a:cxnLst/>
            <a:rect l="l" t="t" r="r" b="b"/>
            <a:pathLst>
              <a:path w="1283334" h="408939">
                <a:moveTo>
                  <a:pt x="88392" y="79248"/>
                </a:moveTo>
                <a:lnTo>
                  <a:pt x="64858" y="45085"/>
                </a:lnTo>
                <a:lnTo>
                  <a:pt x="22860" y="18288"/>
                </a:lnTo>
                <a:lnTo>
                  <a:pt x="18288" y="22860"/>
                </a:lnTo>
                <a:lnTo>
                  <a:pt x="32854" y="39751"/>
                </a:lnTo>
                <a:lnTo>
                  <a:pt x="44577" y="56197"/>
                </a:lnTo>
                <a:lnTo>
                  <a:pt x="53428" y="72377"/>
                </a:lnTo>
                <a:lnTo>
                  <a:pt x="59436" y="88392"/>
                </a:lnTo>
                <a:lnTo>
                  <a:pt x="61976" y="98399"/>
                </a:lnTo>
                <a:lnTo>
                  <a:pt x="64960" y="105537"/>
                </a:lnTo>
                <a:lnTo>
                  <a:pt x="68211" y="109829"/>
                </a:lnTo>
                <a:lnTo>
                  <a:pt x="71628" y="111252"/>
                </a:lnTo>
                <a:lnTo>
                  <a:pt x="74676" y="106680"/>
                </a:lnTo>
                <a:lnTo>
                  <a:pt x="80772" y="100584"/>
                </a:lnTo>
                <a:lnTo>
                  <a:pt x="85344" y="92964"/>
                </a:lnTo>
                <a:lnTo>
                  <a:pt x="88392" y="86868"/>
                </a:lnTo>
                <a:lnTo>
                  <a:pt x="88392" y="79248"/>
                </a:lnTo>
                <a:close/>
              </a:path>
              <a:path w="1283334" h="408939">
                <a:moveTo>
                  <a:pt x="135636" y="67056"/>
                </a:moveTo>
                <a:lnTo>
                  <a:pt x="128016" y="64008"/>
                </a:lnTo>
                <a:lnTo>
                  <a:pt x="95453" y="139446"/>
                </a:lnTo>
                <a:lnTo>
                  <a:pt x="71056" y="194310"/>
                </a:lnTo>
                <a:lnTo>
                  <a:pt x="47244" y="242316"/>
                </a:lnTo>
                <a:lnTo>
                  <a:pt x="22860" y="249936"/>
                </a:lnTo>
                <a:lnTo>
                  <a:pt x="15240" y="249936"/>
                </a:lnTo>
                <a:lnTo>
                  <a:pt x="7620" y="248412"/>
                </a:lnTo>
                <a:lnTo>
                  <a:pt x="0" y="248412"/>
                </a:lnTo>
                <a:lnTo>
                  <a:pt x="0" y="254508"/>
                </a:lnTo>
                <a:lnTo>
                  <a:pt x="16014" y="260273"/>
                </a:lnTo>
                <a:lnTo>
                  <a:pt x="27622" y="266319"/>
                </a:lnTo>
                <a:lnTo>
                  <a:pt x="34925" y="272948"/>
                </a:lnTo>
                <a:lnTo>
                  <a:pt x="38100" y="280416"/>
                </a:lnTo>
                <a:lnTo>
                  <a:pt x="38684" y="288378"/>
                </a:lnTo>
                <a:lnTo>
                  <a:pt x="38290" y="298323"/>
                </a:lnTo>
                <a:lnTo>
                  <a:pt x="37020" y="309994"/>
                </a:lnTo>
                <a:lnTo>
                  <a:pt x="35052" y="323088"/>
                </a:lnTo>
                <a:lnTo>
                  <a:pt x="33045" y="331647"/>
                </a:lnTo>
                <a:lnTo>
                  <a:pt x="31623" y="338899"/>
                </a:lnTo>
                <a:lnTo>
                  <a:pt x="30759" y="344741"/>
                </a:lnTo>
                <a:lnTo>
                  <a:pt x="30480" y="348996"/>
                </a:lnTo>
                <a:lnTo>
                  <a:pt x="30480" y="353568"/>
                </a:lnTo>
                <a:lnTo>
                  <a:pt x="32004" y="358140"/>
                </a:lnTo>
                <a:lnTo>
                  <a:pt x="35052" y="364236"/>
                </a:lnTo>
                <a:lnTo>
                  <a:pt x="36576" y="370332"/>
                </a:lnTo>
                <a:lnTo>
                  <a:pt x="44196" y="373380"/>
                </a:lnTo>
                <a:lnTo>
                  <a:pt x="54864" y="374904"/>
                </a:lnTo>
                <a:lnTo>
                  <a:pt x="61455" y="373481"/>
                </a:lnTo>
                <a:lnTo>
                  <a:pt x="65341" y="366903"/>
                </a:lnTo>
                <a:lnTo>
                  <a:pt x="66649" y="355193"/>
                </a:lnTo>
                <a:lnTo>
                  <a:pt x="65532" y="338328"/>
                </a:lnTo>
                <a:lnTo>
                  <a:pt x="63525" y="320929"/>
                </a:lnTo>
                <a:lnTo>
                  <a:pt x="62103" y="305371"/>
                </a:lnTo>
                <a:lnTo>
                  <a:pt x="61239" y="291833"/>
                </a:lnTo>
                <a:lnTo>
                  <a:pt x="60960" y="280416"/>
                </a:lnTo>
                <a:lnTo>
                  <a:pt x="61214" y="270116"/>
                </a:lnTo>
                <a:lnTo>
                  <a:pt x="70053" y="237439"/>
                </a:lnTo>
                <a:lnTo>
                  <a:pt x="83718" y="202361"/>
                </a:lnTo>
                <a:lnTo>
                  <a:pt x="135636" y="67056"/>
                </a:lnTo>
                <a:close/>
              </a:path>
              <a:path w="1283334" h="408939">
                <a:moveTo>
                  <a:pt x="385572" y="115824"/>
                </a:moveTo>
                <a:lnTo>
                  <a:pt x="382790" y="112776"/>
                </a:lnTo>
                <a:lnTo>
                  <a:pt x="373100" y="102108"/>
                </a:lnTo>
                <a:lnTo>
                  <a:pt x="355092" y="82296"/>
                </a:lnTo>
                <a:lnTo>
                  <a:pt x="335280" y="102108"/>
                </a:lnTo>
                <a:lnTo>
                  <a:pt x="198120" y="102108"/>
                </a:lnTo>
                <a:lnTo>
                  <a:pt x="206578" y="82296"/>
                </a:lnTo>
                <a:lnTo>
                  <a:pt x="213931" y="65532"/>
                </a:lnTo>
                <a:lnTo>
                  <a:pt x="219760" y="52387"/>
                </a:lnTo>
                <a:lnTo>
                  <a:pt x="224028" y="42672"/>
                </a:lnTo>
                <a:lnTo>
                  <a:pt x="228003" y="35242"/>
                </a:lnTo>
                <a:lnTo>
                  <a:pt x="232981" y="28956"/>
                </a:lnTo>
                <a:lnTo>
                  <a:pt x="238810" y="23812"/>
                </a:lnTo>
                <a:lnTo>
                  <a:pt x="245364" y="19812"/>
                </a:lnTo>
                <a:lnTo>
                  <a:pt x="202692" y="0"/>
                </a:lnTo>
                <a:lnTo>
                  <a:pt x="193357" y="44196"/>
                </a:lnTo>
                <a:lnTo>
                  <a:pt x="173736" y="102108"/>
                </a:lnTo>
                <a:lnTo>
                  <a:pt x="145161" y="162687"/>
                </a:lnTo>
                <a:lnTo>
                  <a:pt x="109728" y="216408"/>
                </a:lnTo>
                <a:lnTo>
                  <a:pt x="114300" y="222504"/>
                </a:lnTo>
                <a:lnTo>
                  <a:pt x="144018" y="189166"/>
                </a:lnTo>
                <a:lnTo>
                  <a:pt x="172567" y="148996"/>
                </a:lnTo>
                <a:lnTo>
                  <a:pt x="195072" y="112776"/>
                </a:lnTo>
                <a:lnTo>
                  <a:pt x="336804" y="112776"/>
                </a:lnTo>
                <a:lnTo>
                  <a:pt x="309372" y="173736"/>
                </a:lnTo>
                <a:lnTo>
                  <a:pt x="313944" y="176784"/>
                </a:lnTo>
                <a:lnTo>
                  <a:pt x="327672" y="160197"/>
                </a:lnTo>
                <a:lnTo>
                  <a:pt x="339280" y="146875"/>
                </a:lnTo>
                <a:lnTo>
                  <a:pt x="369951" y="120967"/>
                </a:lnTo>
                <a:lnTo>
                  <a:pt x="377609" y="117754"/>
                </a:lnTo>
                <a:lnTo>
                  <a:pt x="385572" y="115824"/>
                </a:lnTo>
                <a:close/>
              </a:path>
              <a:path w="1283334" h="408939">
                <a:moveTo>
                  <a:pt x="397764" y="374904"/>
                </a:moveTo>
                <a:lnTo>
                  <a:pt x="346138" y="345376"/>
                </a:lnTo>
                <a:lnTo>
                  <a:pt x="304800" y="298704"/>
                </a:lnTo>
                <a:lnTo>
                  <a:pt x="274891" y="235648"/>
                </a:lnTo>
                <a:lnTo>
                  <a:pt x="264718" y="197764"/>
                </a:lnTo>
                <a:lnTo>
                  <a:pt x="257556" y="155448"/>
                </a:lnTo>
                <a:lnTo>
                  <a:pt x="268224" y="147828"/>
                </a:lnTo>
                <a:lnTo>
                  <a:pt x="227076" y="126492"/>
                </a:lnTo>
                <a:lnTo>
                  <a:pt x="224790" y="178485"/>
                </a:lnTo>
                <a:lnTo>
                  <a:pt x="217932" y="224599"/>
                </a:lnTo>
                <a:lnTo>
                  <a:pt x="206502" y="264731"/>
                </a:lnTo>
                <a:lnTo>
                  <a:pt x="169926" y="329260"/>
                </a:lnTo>
                <a:lnTo>
                  <a:pt x="142494" y="356806"/>
                </a:lnTo>
                <a:lnTo>
                  <a:pt x="108204" y="381215"/>
                </a:lnTo>
                <a:lnTo>
                  <a:pt x="67056" y="402336"/>
                </a:lnTo>
                <a:lnTo>
                  <a:pt x="71628" y="408432"/>
                </a:lnTo>
                <a:lnTo>
                  <a:pt x="135636" y="378904"/>
                </a:lnTo>
                <a:lnTo>
                  <a:pt x="190500" y="332232"/>
                </a:lnTo>
                <a:lnTo>
                  <a:pt x="213309" y="301066"/>
                </a:lnTo>
                <a:lnTo>
                  <a:pt x="231267" y="262318"/>
                </a:lnTo>
                <a:lnTo>
                  <a:pt x="244068" y="215861"/>
                </a:lnTo>
                <a:lnTo>
                  <a:pt x="251460" y="161544"/>
                </a:lnTo>
                <a:lnTo>
                  <a:pt x="256070" y="202361"/>
                </a:lnTo>
                <a:lnTo>
                  <a:pt x="263271" y="240030"/>
                </a:lnTo>
                <a:lnTo>
                  <a:pt x="286512" y="304800"/>
                </a:lnTo>
                <a:lnTo>
                  <a:pt x="318325" y="357568"/>
                </a:lnTo>
                <a:lnTo>
                  <a:pt x="358140" y="397764"/>
                </a:lnTo>
                <a:lnTo>
                  <a:pt x="364947" y="389128"/>
                </a:lnTo>
                <a:lnTo>
                  <a:pt x="373761" y="383476"/>
                </a:lnTo>
                <a:lnTo>
                  <a:pt x="384276" y="380415"/>
                </a:lnTo>
                <a:lnTo>
                  <a:pt x="396240" y="379476"/>
                </a:lnTo>
                <a:lnTo>
                  <a:pt x="397764" y="374904"/>
                </a:lnTo>
                <a:close/>
              </a:path>
              <a:path w="1283334" h="408939">
                <a:moveTo>
                  <a:pt x="612648" y="114300"/>
                </a:moveTo>
                <a:lnTo>
                  <a:pt x="583692" y="83820"/>
                </a:lnTo>
                <a:lnTo>
                  <a:pt x="563880" y="103632"/>
                </a:lnTo>
                <a:lnTo>
                  <a:pt x="542544" y="103632"/>
                </a:lnTo>
                <a:lnTo>
                  <a:pt x="542544" y="28956"/>
                </a:lnTo>
                <a:lnTo>
                  <a:pt x="557784" y="18288"/>
                </a:lnTo>
                <a:lnTo>
                  <a:pt x="516636" y="0"/>
                </a:lnTo>
                <a:lnTo>
                  <a:pt x="516864" y="22631"/>
                </a:lnTo>
                <a:lnTo>
                  <a:pt x="517385" y="46672"/>
                </a:lnTo>
                <a:lnTo>
                  <a:pt x="517918" y="74155"/>
                </a:lnTo>
                <a:lnTo>
                  <a:pt x="518160" y="103632"/>
                </a:lnTo>
                <a:lnTo>
                  <a:pt x="432816" y="103632"/>
                </a:lnTo>
                <a:lnTo>
                  <a:pt x="448056" y="118872"/>
                </a:lnTo>
                <a:lnTo>
                  <a:pt x="457695" y="116878"/>
                </a:lnTo>
                <a:lnTo>
                  <a:pt x="468058" y="115443"/>
                </a:lnTo>
                <a:lnTo>
                  <a:pt x="478701" y="114592"/>
                </a:lnTo>
                <a:lnTo>
                  <a:pt x="489204" y="114300"/>
                </a:lnTo>
                <a:lnTo>
                  <a:pt x="518160" y="114300"/>
                </a:lnTo>
                <a:lnTo>
                  <a:pt x="518160" y="201168"/>
                </a:lnTo>
                <a:lnTo>
                  <a:pt x="487883" y="212559"/>
                </a:lnTo>
                <a:lnTo>
                  <a:pt x="463486" y="221361"/>
                </a:lnTo>
                <a:lnTo>
                  <a:pt x="445071" y="227317"/>
                </a:lnTo>
                <a:lnTo>
                  <a:pt x="432816" y="230124"/>
                </a:lnTo>
                <a:lnTo>
                  <a:pt x="452628" y="262128"/>
                </a:lnTo>
                <a:lnTo>
                  <a:pt x="461772" y="251460"/>
                </a:lnTo>
                <a:lnTo>
                  <a:pt x="475716" y="243725"/>
                </a:lnTo>
                <a:lnTo>
                  <a:pt x="489966" y="236410"/>
                </a:lnTo>
                <a:lnTo>
                  <a:pt x="518160" y="222504"/>
                </a:lnTo>
                <a:lnTo>
                  <a:pt x="518160" y="358140"/>
                </a:lnTo>
                <a:lnTo>
                  <a:pt x="513588" y="364236"/>
                </a:lnTo>
                <a:lnTo>
                  <a:pt x="505968" y="365760"/>
                </a:lnTo>
                <a:lnTo>
                  <a:pt x="497598" y="365480"/>
                </a:lnTo>
                <a:lnTo>
                  <a:pt x="485965" y="364617"/>
                </a:lnTo>
                <a:lnTo>
                  <a:pt x="451104" y="361188"/>
                </a:lnTo>
                <a:lnTo>
                  <a:pt x="451104" y="367284"/>
                </a:lnTo>
                <a:lnTo>
                  <a:pt x="474865" y="376478"/>
                </a:lnTo>
                <a:lnTo>
                  <a:pt x="491490" y="385953"/>
                </a:lnTo>
                <a:lnTo>
                  <a:pt x="501243" y="396011"/>
                </a:lnTo>
                <a:lnTo>
                  <a:pt x="504444" y="406908"/>
                </a:lnTo>
                <a:lnTo>
                  <a:pt x="522173" y="397217"/>
                </a:lnTo>
                <a:lnTo>
                  <a:pt x="534352" y="384238"/>
                </a:lnTo>
                <a:lnTo>
                  <a:pt x="541083" y="368122"/>
                </a:lnTo>
                <a:lnTo>
                  <a:pt x="541261" y="365760"/>
                </a:lnTo>
                <a:lnTo>
                  <a:pt x="542544" y="348996"/>
                </a:lnTo>
                <a:lnTo>
                  <a:pt x="542544" y="222504"/>
                </a:lnTo>
                <a:lnTo>
                  <a:pt x="542544" y="210312"/>
                </a:lnTo>
                <a:lnTo>
                  <a:pt x="575310" y="192024"/>
                </a:lnTo>
                <a:lnTo>
                  <a:pt x="608076" y="173736"/>
                </a:lnTo>
                <a:lnTo>
                  <a:pt x="605028" y="166116"/>
                </a:lnTo>
                <a:lnTo>
                  <a:pt x="542544" y="192024"/>
                </a:lnTo>
                <a:lnTo>
                  <a:pt x="542544" y="114300"/>
                </a:lnTo>
                <a:lnTo>
                  <a:pt x="612648" y="114300"/>
                </a:lnTo>
                <a:close/>
              </a:path>
              <a:path w="1283334" h="408939">
                <a:moveTo>
                  <a:pt x="838200" y="387096"/>
                </a:moveTo>
                <a:lnTo>
                  <a:pt x="836764" y="384238"/>
                </a:lnTo>
                <a:lnTo>
                  <a:pt x="836676" y="382524"/>
                </a:lnTo>
                <a:lnTo>
                  <a:pt x="831811" y="370763"/>
                </a:lnTo>
                <a:lnTo>
                  <a:pt x="828675" y="358140"/>
                </a:lnTo>
                <a:lnTo>
                  <a:pt x="828357" y="355092"/>
                </a:lnTo>
                <a:lnTo>
                  <a:pt x="827239" y="344385"/>
                </a:lnTo>
                <a:lnTo>
                  <a:pt x="827544" y="329069"/>
                </a:lnTo>
                <a:lnTo>
                  <a:pt x="831507" y="301929"/>
                </a:lnTo>
                <a:lnTo>
                  <a:pt x="833742" y="289750"/>
                </a:lnTo>
                <a:lnTo>
                  <a:pt x="836676" y="278892"/>
                </a:lnTo>
                <a:lnTo>
                  <a:pt x="829056" y="277368"/>
                </a:lnTo>
                <a:lnTo>
                  <a:pt x="804672" y="355092"/>
                </a:lnTo>
                <a:lnTo>
                  <a:pt x="786612" y="339090"/>
                </a:lnTo>
                <a:lnTo>
                  <a:pt x="773430" y="320802"/>
                </a:lnTo>
                <a:lnTo>
                  <a:pt x="760476" y="277368"/>
                </a:lnTo>
                <a:lnTo>
                  <a:pt x="758355" y="233514"/>
                </a:lnTo>
                <a:lnTo>
                  <a:pt x="757567" y="192024"/>
                </a:lnTo>
                <a:lnTo>
                  <a:pt x="757732" y="180936"/>
                </a:lnTo>
                <a:lnTo>
                  <a:pt x="758761" y="161544"/>
                </a:lnTo>
                <a:lnTo>
                  <a:pt x="760641" y="143306"/>
                </a:lnTo>
                <a:lnTo>
                  <a:pt x="763524" y="126492"/>
                </a:lnTo>
                <a:lnTo>
                  <a:pt x="766953" y="123444"/>
                </a:lnTo>
                <a:lnTo>
                  <a:pt x="773811" y="117348"/>
                </a:lnTo>
                <a:lnTo>
                  <a:pt x="777240" y="114300"/>
                </a:lnTo>
                <a:lnTo>
                  <a:pt x="748284" y="92964"/>
                </a:lnTo>
                <a:lnTo>
                  <a:pt x="736092" y="112776"/>
                </a:lnTo>
                <a:lnTo>
                  <a:pt x="679704" y="117348"/>
                </a:lnTo>
                <a:lnTo>
                  <a:pt x="679704" y="33528"/>
                </a:lnTo>
                <a:lnTo>
                  <a:pt x="694944" y="21336"/>
                </a:lnTo>
                <a:lnTo>
                  <a:pt x="652272" y="3048"/>
                </a:lnTo>
                <a:lnTo>
                  <a:pt x="652487" y="18288"/>
                </a:lnTo>
                <a:lnTo>
                  <a:pt x="652564" y="22631"/>
                </a:lnTo>
                <a:lnTo>
                  <a:pt x="653224" y="46672"/>
                </a:lnTo>
                <a:lnTo>
                  <a:pt x="654189" y="79133"/>
                </a:lnTo>
                <a:lnTo>
                  <a:pt x="655320" y="118872"/>
                </a:lnTo>
                <a:lnTo>
                  <a:pt x="580644" y="124968"/>
                </a:lnTo>
                <a:lnTo>
                  <a:pt x="598932" y="140208"/>
                </a:lnTo>
                <a:lnTo>
                  <a:pt x="612648" y="132588"/>
                </a:lnTo>
                <a:lnTo>
                  <a:pt x="655320" y="129540"/>
                </a:lnTo>
                <a:lnTo>
                  <a:pt x="653884" y="158686"/>
                </a:lnTo>
                <a:lnTo>
                  <a:pt x="651891" y="184404"/>
                </a:lnTo>
                <a:lnTo>
                  <a:pt x="649312" y="206692"/>
                </a:lnTo>
                <a:lnTo>
                  <a:pt x="646176" y="225552"/>
                </a:lnTo>
                <a:lnTo>
                  <a:pt x="632739" y="220103"/>
                </a:lnTo>
                <a:lnTo>
                  <a:pt x="607593" y="210337"/>
                </a:lnTo>
                <a:lnTo>
                  <a:pt x="595884" y="205740"/>
                </a:lnTo>
                <a:lnTo>
                  <a:pt x="594360" y="213360"/>
                </a:lnTo>
                <a:lnTo>
                  <a:pt x="605193" y="218744"/>
                </a:lnTo>
                <a:lnTo>
                  <a:pt x="617029" y="225552"/>
                </a:lnTo>
                <a:lnTo>
                  <a:pt x="629716" y="233514"/>
                </a:lnTo>
                <a:lnTo>
                  <a:pt x="643128" y="242316"/>
                </a:lnTo>
                <a:lnTo>
                  <a:pt x="625411" y="290042"/>
                </a:lnTo>
                <a:lnTo>
                  <a:pt x="601980" y="332613"/>
                </a:lnTo>
                <a:lnTo>
                  <a:pt x="572833" y="370052"/>
                </a:lnTo>
                <a:lnTo>
                  <a:pt x="537972" y="402336"/>
                </a:lnTo>
                <a:lnTo>
                  <a:pt x="542544" y="408432"/>
                </a:lnTo>
                <a:lnTo>
                  <a:pt x="581952" y="379031"/>
                </a:lnTo>
                <a:lnTo>
                  <a:pt x="615505" y="343471"/>
                </a:lnTo>
                <a:lnTo>
                  <a:pt x="643051" y="301929"/>
                </a:lnTo>
                <a:lnTo>
                  <a:pt x="664464" y="254508"/>
                </a:lnTo>
                <a:lnTo>
                  <a:pt x="675551" y="264795"/>
                </a:lnTo>
                <a:lnTo>
                  <a:pt x="685800" y="275082"/>
                </a:lnTo>
                <a:lnTo>
                  <a:pt x="694893" y="285369"/>
                </a:lnTo>
                <a:lnTo>
                  <a:pt x="702564" y="295656"/>
                </a:lnTo>
                <a:lnTo>
                  <a:pt x="707136" y="303276"/>
                </a:lnTo>
                <a:lnTo>
                  <a:pt x="710184" y="307848"/>
                </a:lnTo>
                <a:lnTo>
                  <a:pt x="714756" y="307848"/>
                </a:lnTo>
                <a:lnTo>
                  <a:pt x="717804" y="304800"/>
                </a:lnTo>
                <a:lnTo>
                  <a:pt x="719328" y="298704"/>
                </a:lnTo>
                <a:lnTo>
                  <a:pt x="722376" y="292608"/>
                </a:lnTo>
                <a:lnTo>
                  <a:pt x="722376" y="278892"/>
                </a:lnTo>
                <a:lnTo>
                  <a:pt x="720852" y="272796"/>
                </a:lnTo>
                <a:lnTo>
                  <a:pt x="686701" y="245033"/>
                </a:lnTo>
                <a:lnTo>
                  <a:pt x="669036" y="236220"/>
                </a:lnTo>
                <a:lnTo>
                  <a:pt x="670814" y="225552"/>
                </a:lnTo>
                <a:lnTo>
                  <a:pt x="673049" y="212242"/>
                </a:lnTo>
                <a:lnTo>
                  <a:pt x="676084" y="186118"/>
                </a:lnTo>
                <a:lnTo>
                  <a:pt x="678243" y="158000"/>
                </a:lnTo>
                <a:lnTo>
                  <a:pt x="679627" y="129540"/>
                </a:lnTo>
                <a:lnTo>
                  <a:pt x="679704" y="128016"/>
                </a:lnTo>
                <a:lnTo>
                  <a:pt x="739140" y="123444"/>
                </a:lnTo>
                <a:lnTo>
                  <a:pt x="737133" y="145427"/>
                </a:lnTo>
                <a:lnTo>
                  <a:pt x="735711" y="167830"/>
                </a:lnTo>
                <a:lnTo>
                  <a:pt x="734847" y="190525"/>
                </a:lnTo>
                <a:lnTo>
                  <a:pt x="734593" y="210337"/>
                </a:lnTo>
                <a:lnTo>
                  <a:pt x="734720" y="222504"/>
                </a:lnTo>
                <a:lnTo>
                  <a:pt x="737133" y="264160"/>
                </a:lnTo>
                <a:lnTo>
                  <a:pt x="746950" y="312610"/>
                </a:lnTo>
                <a:lnTo>
                  <a:pt x="776211" y="361403"/>
                </a:lnTo>
                <a:lnTo>
                  <a:pt x="807720" y="388620"/>
                </a:lnTo>
                <a:lnTo>
                  <a:pt x="829056" y="396240"/>
                </a:lnTo>
                <a:lnTo>
                  <a:pt x="838200" y="396240"/>
                </a:lnTo>
                <a:lnTo>
                  <a:pt x="838200" y="387096"/>
                </a:lnTo>
                <a:close/>
              </a:path>
              <a:path w="1283334" h="408939">
                <a:moveTo>
                  <a:pt x="841248" y="396240"/>
                </a:moveTo>
                <a:lnTo>
                  <a:pt x="838200" y="396240"/>
                </a:lnTo>
                <a:lnTo>
                  <a:pt x="838200" y="399288"/>
                </a:lnTo>
                <a:lnTo>
                  <a:pt x="841248" y="396240"/>
                </a:lnTo>
                <a:close/>
              </a:path>
              <a:path w="1283334" h="408939">
                <a:moveTo>
                  <a:pt x="1018019" y="27432"/>
                </a:moveTo>
                <a:lnTo>
                  <a:pt x="987539" y="3048"/>
                </a:lnTo>
                <a:lnTo>
                  <a:pt x="981849" y="15557"/>
                </a:lnTo>
                <a:lnTo>
                  <a:pt x="974013" y="29908"/>
                </a:lnTo>
                <a:lnTo>
                  <a:pt x="952487" y="62484"/>
                </a:lnTo>
                <a:lnTo>
                  <a:pt x="926198" y="96774"/>
                </a:lnTo>
                <a:lnTo>
                  <a:pt x="897623" y="126492"/>
                </a:lnTo>
                <a:lnTo>
                  <a:pt x="902195" y="131064"/>
                </a:lnTo>
                <a:lnTo>
                  <a:pt x="943533" y="98107"/>
                </a:lnTo>
                <a:lnTo>
                  <a:pt x="976871" y="64008"/>
                </a:lnTo>
                <a:lnTo>
                  <a:pt x="990587" y="48869"/>
                </a:lnTo>
                <a:lnTo>
                  <a:pt x="1002017" y="37719"/>
                </a:lnTo>
                <a:lnTo>
                  <a:pt x="1011161" y="30581"/>
                </a:lnTo>
                <a:lnTo>
                  <a:pt x="1018019" y="27432"/>
                </a:lnTo>
                <a:close/>
              </a:path>
              <a:path w="1283334" h="408939">
                <a:moveTo>
                  <a:pt x="1036307" y="114300"/>
                </a:moveTo>
                <a:lnTo>
                  <a:pt x="1005827" y="88392"/>
                </a:lnTo>
                <a:lnTo>
                  <a:pt x="996454" y="109258"/>
                </a:lnTo>
                <a:lnTo>
                  <a:pt x="984491" y="130683"/>
                </a:lnTo>
                <a:lnTo>
                  <a:pt x="954011" y="175260"/>
                </a:lnTo>
                <a:lnTo>
                  <a:pt x="920102" y="217932"/>
                </a:lnTo>
                <a:lnTo>
                  <a:pt x="883907" y="256032"/>
                </a:lnTo>
                <a:lnTo>
                  <a:pt x="888479" y="262128"/>
                </a:lnTo>
                <a:lnTo>
                  <a:pt x="907059" y="247777"/>
                </a:lnTo>
                <a:lnTo>
                  <a:pt x="926198" y="231838"/>
                </a:lnTo>
                <a:lnTo>
                  <a:pt x="945921" y="213918"/>
                </a:lnTo>
                <a:lnTo>
                  <a:pt x="966203" y="193548"/>
                </a:lnTo>
                <a:lnTo>
                  <a:pt x="965974" y="272110"/>
                </a:lnTo>
                <a:lnTo>
                  <a:pt x="965441" y="333946"/>
                </a:lnTo>
                <a:lnTo>
                  <a:pt x="964920" y="378929"/>
                </a:lnTo>
                <a:lnTo>
                  <a:pt x="964679" y="406908"/>
                </a:lnTo>
                <a:lnTo>
                  <a:pt x="990587" y="390144"/>
                </a:lnTo>
                <a:lnTo>
                  <a:pt x="990587" y="201168"/>
                </a:lnTo>
                <a:lnTo>
                  <a:pt x="998207" y="193548"/>
                </a:lnTo>
                <a:lnTo>
                  <a:pt x="1001255" y="190500"/>
                </a:lnTo>
                <a:lnTo>
                  <a:pt x="981443" y="175260"/>
                </a:lnTo>
                <a:lnTo>
                  <a:pt x="989761" y="164388"/>
                </a:lnTo>
                <a:lnTo>
                  <a:pt x="998778" y="152209"/>
                </a:lnTo>
                <a:lnTo>
                  <a:pt x="1008672" y="138620"/>
                </a:lnTo>
                <a:lnTo>
                  <a:pt x="1019543" y="123444"/>
                </a:lnTo>
                <a:lnTo>
                  <a:pt x="1036307" y="114300"/>
                </a:lnTo>
                <a:close/>
              </a:path>
              <a:path w="1283334" h="408939">
                <a:moveTo>
                  <a:pt x="1258811" y="56388"/>
                </a:moveTo>
                <a:lnTo>
                  <a:pt x="1228331" y="22860"/>
                </a:lnTo>
                <a:lnTo>
                  <a:pt x="1203947" y="45720"/>
                </a:lnTo>
                <a:lnTo>
                  <a:pt x="1056119" y="45720"/>
                </a:lnTo>
                <a:lnTo>
                  <a:pt x="1072883" y="62484"/>
                </a:lnTo>
                <a:lnTo>
                  <a:pt x="1082319" y="59613"/>
                </a:lnTo>
                <a:lnTo>
                  <a:pt x="1092314" y="57721"/>
                </a:lnTo>
                <a:lnTo>
                  <a:pt x="1102893" y="56705"/>
                </a:lnTo>
                <a:lnTo>
                  <a:pt x="1114031" y="56388"/>
                </a:lnTo>
                <a:lnTo>
                  <a:pt x="1258811" y="56388"/>
                </a:lnTo>
                <a:close/>
              </a:path>
              <a:path w="1283334" h="408939">
                <a:moveTo>
                  <a:pt x="1283195" y="161544"/>
                </a:moveTo>
                <a:lnTo>
                  <a:pt x="1252715" y="126492"/>
                </a:lnTo>
                <a:lnTo>
                  <a:pt x="1226807" y="150876"/>
                </a:lnTo>
                <a:lnTo>
                  <a:pt x="1027163" y="150876"/>
                </a:lnTo>
                <a:lnTo>
                  <a:pt x="1042403" y="166116"/>
                </a:lnTo>
                <a:lnTo>
                  <a:pt x="1052715" y="164122"/>
                </a:lnTo>
                <a:lnTo>
                  <a:pt x="1063167" y="162687"/>
                </a:lnTo>
                <a:lnTo>
                  <a:pt x="1073912" y="161836"/>
                </a:lnTo>
                <a:lnTo>
                  <a:pt x="1085075" y="161544"/>
                </a:lnTo>
                <a:lnTo>
                  <a:pt x="1150607" y="161544"/>
                </a:lnTo>
                <a:lnTo>
                  <a:pt x="1150607" y="338328"/>
                </a:lnTo>
                <a:lnTo>
                  <a:pt x="1149515" y="347459"/>
                </a:lnTo>
                <a:lnTo>
                  <a:pt x="1146416" y="354139"/>
                </a:lnTo>
                <a:lnTo>
                  <a:pt x="1141615" y="358267"/>
                </a:lnTo>
                <a:lnTo>
                  <a:pt x="1135367" y="359664"/>
                </a:lnTo>
                <a:lnTo>
                  <a:pt x="1125397" y="359384"/>
                </a:lnTo>
                <a:lnTo>
                  <a:pt x="1111554" y="358521"/>
                </a:lnTo>
                <a:lnTo>
                  <a:pt x="1094016" y="357098"/>
                </a:lnTo>
                <a:lnTo>
                  <a:pt x="1072883" y="355092"/>
                </a:lnTo>
                <a:lnTo>
                  <a:pt x="1072883" y="364236"/>
                </a:lnTo>
                <a:lnTo>
                  <a:pt x="1098016" y="371906"/>
                </a:lnTo>
                <a:lnTo>
                  <a:pt x="1116126" y="381000"/>
                </a:lnTo>
                <a:lnTo>
                  <a:pt x="1127112" y="391248"/>
                </a:lnTo>
                <a:lnTo>
                  <a:pt x="1130795" y="402336"/>
                </a:lnTo>
                <a:lnTo>
                  <a:pt x="1150785" y="395478"/>
                </a:lnTo>
                <a:lnTo>
                  <a:pt x="1164894" y="384048"/>
                </a:lnTo>
                <a:lnTo>
                  <a:pt x="1173022" y="368046"/>
                </a:lnTo>
                <a:lnTo>
                  <a:pt x="1173822" y="359664"/>
                </a:lnTo>
                <a:lnTo>
                  <a:pt x="1174991" y="347472"/>
                </a:lnTo>
                <a:lnTo>
                  <a:pt x="1174991" y="161544"/>
                </a:lnTo>
                <a:lnTo>
                  <a:pt x="1283195" y="16154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" name="object 28"/>
          <p:cNvSpPr/>
          <p:nvPr/>
        </p:nvSpPr>
        <p:spPr>
          <a:xfrm>
            <a:off x="7222236" y="3646932"/>
            <a:ext cx="848994" cy="411480"/>
          </a:xfrm>
          <a:custGeom>
            <a:avLst/>
            <a:gdLst/>
            <a:ahLst/>
            <a:cxnLst/>
            <a:rect l="l" t="t" r="r" b="b"/>
            <a:pathLst>
              <a:path w="848995" h="411479">
                <a:moveTo>
                  <a:pt x="254508" y="156972"/>
                </a:moveTo>
                <a:lnTo>
                  <a:pt x="227076" y="128016"/>
                </a:lnTo>
                <a:lnTo>
                  <a:pt x="207264" y="146304"/>
                </a:lnTo>
                <a:lnTo>
                  <a:pt x="166116" y="146304"/>
                </a:lnTo>
                <a:lnTo>
                  <a:pt x="213741" y="82296"/>
                </a:lnTo>
                <a:lnTo>
                  <a:pt x="216001" y="79248"/>
                </a:lnTo>
                <a:lnTo>
                  <a:pt x="221424" y="71869"/>
                </a:lnTo>
                <a:lnTo>
                  <a:pt x="227266" y="65532"/>
                </a:lnTo>
                <a:lnTo>
                  <a:pt x="232232" y="61493"/>
                </a:lnTo>
                <a:lnTo>
                  <a:pt x="236220" y="59436"/>
                </a:lnTo>
                <a:lnTo>
                  <a:pt x="205740" y="33528"/>
                </a:lnTo>
                <a:lnTo>
                  <a:pt x="200025" y="45821"/>
                </a:lnTo>
                <a:lnTo>
                  <a:pt x="194310" y="57531"/>
                </a:lnTo>
                <a:lnTo>
                  <a:pt x="188595" y="68681"/>
                </a:lnTo>
                <a:lnTo>
                  <a:pt x="182880" y="79248"/>
                </a:lnTo>
                <a:lnTo>
                  <a:pt x="182880" y="82296"/>
                </a:lnTo>
                <a:lnTo>
                  <a:pt x="173177" y="97447"/>
                </a:lnTo>
                <a:lnTo>
                  <a:pt x="162496" y="113157"/>
                </a:lnTo>
                <a:lnTo>
                  <a:pt x="150939" y="129451"/>
                </a:lnTo>
                <a:lnTo>
                  <a:pt x="138684" y="146304"/>
                </a:lnTo>
                <a:lnTo>
                  <a:pt x="128016" y="146304"/>
                </a:lnTo>
                <a:lnTo>
                  <a:pt x="128016" y="82296"/>
                </a:lnTo>
                <a:lnTo>
                  <a:pt x="182880" y="82296"/>
                </a:lnTo>
                <a:lnTo>
                  <a:pt x="182880" y="79248"/>
                </a:lnTo>
                <a:lnTo>
                  <a:pt x="158496" y="54864"/>
                </a:lnTo>
                <a:lnTo>
                  <a:pt x="141732" y="71628"/>
                </a:lnTo>
                <a:lnTo>
                  <a:pt x="128016" y="71628"/>
                </a:lnTo>
                <a:lnTo>
                  <a:pt x="128016" y="28956"/>
                </a:lnTo>
                <a:lnTo>
                  <a:pt x="138684" y="16764"/>
                </a:lnTo>
                <a:lnTo>
                  <a:pt x="103632" y="0"/>
                </a:lnTo>
                <a:lnTo>
                  <a:pt x="103860" y="14630"/>
                </a:lnTo>
                <a:lnTo>
                  <a:pt x="104317" y="28956"/>
                </a:lnTo>
                <a:lnTo>
                  <a:pt x="104914" y="50152"/>
                </a:lnTo>
                <a:lnTo>
                  <a:pt x="105156" y="71628"/>
                </a:lnTo>
                <a:lnTo>
                  <a:pt x="27432" y="71628"/>
                </a:lnTo>
                <a:lnTo>
                  <a:pt x="44196" y="86868"/>
                </a:lnTo>
                <a:lnTo>
                  <a:pt x="53619" y="84874"/>
                </a:lnTo>
                <a:lnTo>
                  <a:pt x="63627" y="83439"/>
                </a:lnTo>
                <a:lnTo>
                  <a:pt x="74193" y="82588"/>
                </a:lnTo>
                <a:lnTo>
                  <a:pt x="85344" y="82296"/>
                </a:lnTo>
                <a:lnTo>
                  <a:pt x="105156" y="82296"/>
                </a:lnTo>
                <a:lnTo>
                  <a:pt x="105156" y="146304"/>
                </a:lnTo>
                <a:lnTo>
                  <a:pt x="0" y="146304"/>
                </a:lnTo>
                <a:lnTo>
                  <a:pt x="15240" y="161544"/>
                </a:lnTo>
                <a:lnTo>
                  <a:pt x="24968" y="159550"/>
                </a:lnTo>
                <a:lnTo>
                  <a:pt x="33718" y="158115"/>
                </a:lnTo>
                <a:lnTo>
                  <a:pt x="41592" y="157264"/>
                </a:lnTo>
                <a:lnTo>
                  <a:pt x="48768" y="156972"/>
                </a:lnTo>
                <a:lnTo>
                  <a:pt x="132588" y="156972"/>
                </a:lnTo>
                <a:lnTo>
                  <a:pt x="121488" y="169570"/>
                </a:lnTo>
                <a:lnTo>
                  <a:pt x="108966" y="182308"/>
                </a:lnTo>
                <a:lnTo>
                  <a:pt x="95288" y="195338"/>
                </a:lnTo>
                <a:lnTo>
                  <a:pt x="80772" y="208788"/>
                </a:lnTo>
                <a:lnTo>
                  <a:pt x="59436" y="201168"/>
                </a:lnTo>
                <a:lnTo>
                  <a:pt x="60960" y="210312"/>
                </a:lnTo>
                <a:lnTo>
                  <a:pt x="60960" y="222504"/>
                </a:lnTo>
                <a:lnTo>
                  <a:pt x="47574" y="232562"/>
                </a:lnTo>
                <a:lnTo>
                  <a:pt x="32766" y="242316"/>
                </a:lnTo>
                <a:lnTo>
                  <a:pt x="16802" y="252082"/>
                </a:lnTo>
                <a:lnTo>
                  <a:pt x="0" y="262128"/>
                </a:lnTo>
                <a:lnTo>
                  <a:pt x="1524" y="268224"/>
                </a:lnTo>
                <a:lnTo>
                  <a:pt x="19824" y="260489"/>
                </a:lnTo>
                <a:lnTo>
                  <a:pt x="36004" y="253174"/>
                </a:lnTo>
                <a:lnTo>
                  <a:pt x="50165" y="246151"/>
                </a:lnTo>
                <a:lnTo>
                  <a:pt x="62484" y="239268"/>
                </a:lnTo>
                <a:lnTo>
                  <a:pt x="62357" y="321945"/>
                </a:lnTo>
                <a:lnTo>
                  <a:pt x="62293" y="340042"/>
                </a:lnTo>
                <a:lnTo>
                  <a:pt x="61836" y="377075"/>
                </a:lnTo>
                <a:lnTo>
                  <a:pt x="60960" y="405384"/>
                </a:lnTo>
                <a:lnTo>
                  <a:pt x="85344" y="393192"/>
                </a:lnTo>
                <a:lnTo>
                  <a:pt x="85344" y="356616"/>
                </a:lnTo>
                <a:lnTo>
                  <a:pt x="181356" y="356616"/>
                </a:lnTo>
                <a:lnTo>
                  <a:pt x="181356" y="391668"/>
                </a:lnTo>
                <a:lnTo>
                  <a:pt x="207264" y="377952"/>
                </a:lnTo>
                <a:lnTo>
                  <a:pt x="205638" y="356616"/>
                </a:lnTo>
                <a:lnTo>
                  <a:pt x="205498" y="354812"/>
                </a:lnTo>
                <a:lnTo>
                  <a:pt x="205257" y="345948"/>
                </a:lnTo>
                <a:lnTo>
                  <a:pt x="204597" y="321945"/>
                </a:lnTo>
                <a:lnTo>
                  <a:pt x="204292" y="283464"/>
                </a:lnTo>
                <a:lnTo>
                  <a:pt x="204254" y="274320"/>
                </a:lnTo>
                <a:lnTo>
                  <a:pt x="204216" y="227076"/>
                </a:lnTo>
                <a:lnTo>
                  <a:pt x="219456" y="217932"/>
                </a:lnTo>
                <a:lnTo>
                  <a:pt x="211328" y="208788"/>
                </a:lnTo>
                <a:lnTo>
                  <a:pt x="209969" y="207264"/>
                </a:lnTo>
                <a:lnTo>
                  <a:pt x="195072" y="190500"/>
                </a:lnTo>
                <a:lnTo>
                  <a:pt x="181356" y="207264"/>
                </a:lnTo>
                <a:lnTo>
                  <a:pt x="181356" y="217932"/>
                </a:lnTo>
                <a:lnTo>
                  <a:pt x="181356" y="274320"/>
                </a:lnTo>
                <a:lnTo>
                  <a:pt x="181356" y="283464"/>
                </a:lnTo>
                <a:lnTo>
                  <a:pt x="181356" y="345948"/>
                </a:lnTo>
                <a:lnTo>
                  <a:pt x="85344" y="345948"/>
                </a:lnTo>
                <a:lnTo>
                  <a:pt x="85344" y="283464"/>
                </a:lnTo>
                <a:lnTo>
                  <a:pt x="181356" y="283464"/>
                </a:lnTo>
                <a:lnTo>
                  <a:pt x="181356" y="274320"/>
                </a:lnTo>
                <a:lnTo>
                  <a:pt x="85344" y="274320"/>
                </a:lnTo>
                <a:lnTo>
                  <a:pt x="85344" y="239268"/>
                </a:lnTo>
                <a:lnTo>
                  <a:pt x="85344" y="227076"/>
                </a:lnTo>
                <a:lnTo>
                  <a:pt x="99060" y="217932"/>
                </a:lnTo>
                <a:lnTo>
                  <a:pt x="181356" y="217932"/>
                </a:lnTo>
                <a:lnTo>
                  <a:pt x="181356" y="207264"/>
                </a:lnTo>
                <a:lnTo>
                  <a:pt x="109728" y="207264"/>
                </a:lnTo>
                <a:lnTo>
                  <a:pt x="125730" y="192125"/>
                </a:lnTo>
                <a:lnTo>
                  <a:pt x="139446" y="178689"/>
                </a:lnTo>
                <a:lnTo>
                  <a:pt x="150876" y="166979"/>
                </a:lnTo>
                <a:lnTo>
                  <a:pt x="160020" y="156972"/>
                </a:lnTo>
                <a:lnTo>
                  <a:pt x="254508" y="156972"/>
                </a:lnTo>
                <a:close/>
              </a:path>
              <a:path w="848995" h="411479">
                <a:moveTo>
                  <a:pt x="402336" y="50292"/>
                </a:moveTo>
                <a:lnTo>
                  <a:pt x="394716" y="42672"/>
                </a:lnTo>
                <a:lnTo>
                  <a:pt x="376428" y="24384"/>
                </a:lnTo>
                <a:lnTo>
                  <a:pt x="358140" y="42672"/>
                </a:lnTo>
                <a:lnTo>
                  <a:pt x="281940" y="42672"/>
                </a:lnTo>
                <a:lnTo>
                  <a:pt x="257556" y="25908"/>
                </a:lnTo>
                <a:lnTo>
                  <a:pt x="258432" y="68757"/>
                </a:lnTo>
                <a:lnTo>
                  <a:pt x="258889" y="114871"/>
                </a:lnTo>
                <a:lnTo>
                  <a:pt x="259054" y="164147"/>
                </a:lnTo>
                <a:lnTo>
                  <a:pt x="258927" y="306730"/>
                </a:lnTo>
                <a:lnTo>
                  <a:pt x="258826" y="324929"/>
                </a:lnTo>
                <a:lnTo>
                  <a:pt x="258432" y="366649"/>
                </a:lnTo>
                <a:lnTo>
                  <a:pt x="257556" y="411480"/>
                </a:lnTo>
                <a:lnTo>
                  <a:pt x="281940" y="400812"/>
                </a:lnTo>
                <a:lnTo>
                  <a:pt x="281940" y="53340"/>
                </a:lnTo>
                <a:lnTo>
                  <a:pt x="358140" y="53340"/>
                </a:lnTo>
                <a:lnTo>
                  <a:pt x="320040" y="170688"/>
                </a:lnTo>
                <a:lnTo>
                  <a:pt x="335229" y="192405"/>
                </a:lnTo>
                <a:lnTo>
                  <a:pt x="354749" y="228981"/>
                </a:lnTo>
                <a:lnTo>
                  <a:pt x="365188" y="266509"/>
                </a:lnTo>
                <a:lnTo>
                  <a:pt x="367284" y="278892"/>
                </a:lnTo>
                <a:lnTo>
                  <a:pt x="367284" y="286512"/>
                </a:lnTo>
                <a:lnTo>
                  <a:pt x="333756" y="306324"/>
                </a:lnTo>
                <a:lnTo>
                  <a:pt x="328041" y="306044"/>
                </a:lnTo>
                <a:lnTo>
                  <a:pt x="320040" y="305181"/>
                </a:lnTo>
                <a:lnTo>
                  <a:pt x="309753" y="303758"/>
                </a:lnTo>
                <a:lnTo>
                  <a:pt x="297180" y="301752"/>
                </a:lnTo>
                <a:lnTo>
                  <a:pt x="297180" y="310896"/>
                </a:lnTo>
                <a:lnTo>
                  <a:pt x="314629" y="316572"/>
                </a:lnTo>
                <a:lnTo>
                  <a:pt x="328231" y="324231"/>
                </a:lnTo>
                <a:lnTo>
                  <a:pt x="338112" y="333616"/>
                </a:lnTo>
                <a:lnTo>
                  <a:pt x="344424" y="344424"/>
                </a:lnTo>
                <a:lnTo>
                  <a:pt x="356158" y="339077"/>
                </a:lnTo>
                <a:lnTo>
                  <a:pt x="387375" y="306730"/>
                </a:lnTo>
                <a:lnTo>
                  <a:pt x="387477" y="306324"/>
                </a:lnTo>
                <a:lnTo>
                  <a:pt x="390525" y="294322"/>
                </a:lnTo>
                <a:lnTo>
                  <a:pt x="391947" y="279920"/>
                </a:lnTo>
                <a:lnTo>
                  <a:pt x="391668" y="263652"/>
                </a:lnTo>
                <a:lnTo>
                  <a:pt x="386207" y="245033"/>
                </a:lnTo>
                <a:lnTo>
                  <a:pt x="374332" y="223266"/>
                </a:lnTo>
                <a:lnTo>
                  <a:pt x="355866" y="198081"/>
                </a:lnTo>
                <a:lnTo>
                  <a:pt x="330708" y="169164"/>
                </a:lnTo>
                <a:lnTo>
                  <a:pt x="384048" y="59436"/>
                </a:lnTo>
                <a:lnTo>
                  <a:pt x="396240" y="53340"/>
                </a:lnTo>
                <a:lnTo>
                  <a:pt x="402336" y="50292"/>
                </a:lnTo>
                <a:close/>
              </a:path>
              <a:path w="848995" h="411479">
                <a:moveTo>
                  <a:pt x="582155" y="28956"/>
                </a:moveTo>
                <a:lnTo>
                  <a:pt x="551675" y="3048"/>
                </a:lnTo>
                <a:lnTo>
                  <a:pt x="543102" y="17272"/>
                </a:lnTo>
                <a:lnTo>
                  <a:pt x="533514" y="32004"/>
                </a:lnTo>
                <a:lnTo>
                  <a:pt x="510527" y="62484"/>
                </a:lnTo>
                <a:lnTo>
                  <a:pt x="481761" y="95440"/>
                </a:lnTo>
                <a:lnTo>
                  <a:pt x="444995" y="129540"/>
                </a:lnTo>
                <a:lnTo>
                  <a:pt x="448043" y="134112"/>
                </a:lnTo>
                <a:lnTo>
                  <a:pt x="490702" y="106260"/>
                </a:lnTo>
                <a:lnTo>
                  <a:pt x="517575" y="82727"/>
                </a:lnTo>
                <a:lnTo>
                  <a:pt x="529577" y="72390"/>
                </a:lnTo>
                <a:lnTo>
                  <a:pt x="540435" y="63207"/>
                </a:lnTo>
                <a:lnTo>
                  <a:pt x="550151" y="54864"/>
                </a:lnTo>
                <a:lnTo>
                  <a:pt x="557517" y="47180"/>
                </a:lnTo>
                <a:lnTo>
                  <a:pt x="565581" y="40195"/>
                </a:lnTo>
                <a:lnTo>
                  <a:pt x="573951" y="34086"/>
                </a:lnTo>
                <a:lnTo>
                  <a:pt x="582155" y="28956"/>
                </a:lnTo>
                <a:close/>
              </a:path>
              <a:path w="848995" h="411479">
                <a:moveTo>
                  <a:pt x="600443" y="115824"/>
                </a:moveTo>
                <a:lnTo>
                  <a:pt x="566915" y="89916"/>
                </a:lnTo>
                <a:lnTo>
                  <a:pt x="562914" y="98729"/>
                </a:lnTo>
                <a:lnTo>
                  <a:pt x="557771" y="108966"/>
                </a:lnTo>
                <a:lnTo>
                  <a:pt x="535203" y="146646"/>
                </a:lnTo>
                <a:lnTo>
                  <a:pt x="512343" y="177596"/>
                </a:lnTo>
                <a:lnTo>
                  <a:pt x="483501" y="212534"/>
                </a:lnTo>
                <a:lnTo>
                  <a:pt x="454406" y="242874"/>
                </a:lnTo>
                <a:lnTo>
                  <a:pt x="440423" y="256032"/>
                </a:lnTo>
                <a:lnTo>
                  <a:pt x="443471" y="263652"/>
                </a:lnTo>
                <a:lnTo>
                  <a:pt x="463219" y="249923"/>
                </a:lnTo>
                <a:lnTo>
                  <a:pt x="481380" y="236029"/>
                </a:lnTo>
                <a:lnTo>
                  <a:pt x="498132" y="221869"/>
                </a:lnTo>
                <a:lnTo>
                  <a:pt x="513575" y="207264"/>
                </a:lnTo>
                <a:lnTo>
                  <a:pt x="513473" y="338328"/>
                </a:lnTo>
                <a:lnTo>
                  <a:pt x="511657" y="390080"/>
                </a:lnTo>
                <a:lnTo>
                  <a:pt x="510527" y="411480"/>
                </a:lnTo>
                <a:lnTo>
                  <a:pt x="537959" y="397764"/>
                </a:lnTo>
                <a:lnTo>
                  <a:pt x="537959" y="207264"/>
                </a:lnTo>
                <a:lnTo>
                  <a:pt x="537959" y="182880"/>
                </a:lnTo>
                <a:lnTo>
                  <a:pt x="549681" y="168287"/>
                </a:lnTo>
                <a:lnTo>
                  <a:pt x="559676" y="156400"/>
                </a:lnTo>
                <a:lnTo>
                  <a:pt x="567969" y="147091"/>
                </a:lnTo>
                <a:lnTo>
                  <a:pt x="574535" y="140208"/>
                </a:lnTo>
                <a:lnTo>
                  <a:pt x="579666" y="133616"/>
                </a:lnTo>
                <a:lnTo>
                  <a:pt x="585774" y="127444"/>
                </a:lnTo>
                <a:lnTo>
                  <a:pt x="592696" y="121615"/>
                </a:lnTo>
                <a:lnTo>
                  <a:pt x="600443" y="115824"/>
                </a:lnTo>
                <a:close/>
              </a:path>
              <a:path w="848995" h="411479">
                <a:moveTo>
                  <a:pt x="674103" y="332232"/>
                </a:moveTo>
                <a:lnTo>
                  <a:pt x="651116" y="296989"/>
                </a:lnTo>
                <a:lnTo>
                  <a:pt x="618731" y="275844"/>
                </a:lnTo>
                <a:lnTo>
                  <a:pt x="615683" y="280416"/>
                </a:lnTo>
                <a:lnTo>
                  <a:pt x="627113" y="294944"/>
                </a:lnTo>
                <a:lnTo>
                  <a:pt x="636257" y="308610"/>
                </a:lnTo>
                <a:lnTo>
                  <a:pt x="643115" y="321144"/>
                </a:lnTo>
                <a:lnTo>
                  <a:pt x="647687" y="332232"/>
                </a:lnTo>
                <a:lnTo>
                  <a:pt x="650265" y="342188"/>
                </a:lnTo>
                <a:lnTo>
                  <a:pt x="653402" y="348996"/>
                </a:lnTo>
                <a:lnTo>
                  <a:pt x="657123" y="352386"/>
                </a:lnTo>
                <a:lnTo>
                  <a:pt x="661403" y="352044"/>
                </a:lnTo>
                <a:lnTo>
                  <a:pt x="665975" y="350520"/>
                </a:lnTo>
                <a:lnTo>
                  <a:pt x="670547" y="345948"/>
                </a:lnTo>
                <a:lnTo>
                  <a:pt x="673595" y="338328"/>
                </a:lnTo>
                <a:lnTo>
                  <a:pt x="674103" y="332232"/>
                </a:lnTo>
                <a:close/>
              </a:path>
              <a:path w="848995" h="411479">
                <a:moveTo>
                  <a:pt x="804659" y="41148"/>
                </a:moveTo>
                <a:lnTo>
                  <a:pt x="795515" y="32004"/>
                </a:lnTo>
                <a:lnTo>
                  <a:pt x="780275" y="16764"/>
                </a:lnTo>
                <a:lnTo>
                  <a:pt x="766559" y="30480"/>
                </a:lnTo>
                <a:lnTo>
                  <a:pt x="766559" y="42672"/>
                </a:lnTo>
                <a:lnTo>
                  <a:pt x="766559" y="91440"/>
                </a:lnTo>
                <a:lnTo>
                  <a:pt x="766559" y="102108"/>
                </a:lnTo>
                <a:lnTo>
                  <a:pt x="766559" y="153924"/>
                </a:lnTo>
                <a:lnTo>
                  <a:pt x="638543" y="153924"/>
                </a:lnTo>
                <a:lnTo>
                  <a:pt x="638543" y="102108"/>
                </a:lnTo>
                <a:lnTo>
                  <a:pt x="766559" y="102108"/>
                </a:lnTo>
                <a:lnTo>
                  <a:pt x="766559" y="91440"/>
                </a:lnTo>
                <a:lnTo>
                  <a:pt x="638543" y="91440"/>
                </a:lnTo>
                <a:lnTo>
                  <a:pt x="638543" y="42672"/>
                </a:lnTo>
                <a:lnTo>
                  <a:pt x="766559" y="42672"/>
                </a:lnTo>
                <a:lnTo>
                  <a:pt x="766559" y="30480"/>
                </a:lnTo>
                <a:lnTo>
                  <a:pt x="765035" y="32004"/>
                </a:lnTo>
                <a:lnTo>
                  <a:pt x="638543" y="32004"/>
                </a:lnTo>
                <a:lnTo>
                  <a:pt x="614159" y="19812"/>
                </a:lnTo>
                <a:lnTo>
                  <a:pt x="615048" y="37769"/>
                </a:lnTo>
                <a:lnTo>
                  <a:pt x="615442" y="54864"/>
                </a:lnTo>
                <a:lnTo>
                  <a:pt x="615543" y="63207"/>
                </a:lnTo>
                <a:lnTo>
                  <a:pt x="615670" y="82727"/>
                </a:lnTo>
                <a:lnTo>
                  <a:pt x="615569" y="134112"/>
                </a:lnTo>
                <a:lnTo>
                  <a:pt x="615492" y="143446"/>
                </a:lnTo>
                <a:lnTo>
                  <a:pt x="615035" y="164592"/>
                </a:lnTo>
                <a:lnTo>
                  <a:pt x="614159" y="184404"/>
                </a:lnTo>
                <a:lnTo>
                  <a:pt x="638543" y="173736"/>
                </a:lnTo>
                <a:lnTo>
                  <a:pt x="638543" y="164592"/>
                </a:lnTo>
                <a:lnTo>
                  <a:pt x="766559" y="164592"/>
                </a:lnTo>
                <a:lnTo>
                  <a:pt x="766559" y="182880"/>
                </a:lnTo>
                <a:lnTo>
                  <a:pt x="792467" y="170688"/>
                </a:lnTo>
                <a:lnTo>
                  <a:pt x="792403" y="164592"/>
                </a:lnTo>
                <a:lnTo>
                  <a:pt x="792276" y="153924"/>
                </a:lnTo>
                <a:lnTo>
                  <a:pt x="792149" y="146646"/>
                </a:lnTo>
                <a:lnTo>
                  <a:pt x="791705" y="124206"/>
                </a:lnTo>
                <a:lnTo>
                  <a:pt x="791362" y="102108"/>
                </a:lnTo>
                <a:lnTo>
                  <a:pt x="791197" y="91440"/>
                </a:lnTo>
                <a:lnTo>
                  <a:pt x="790943" y="50292"/>
                </a:lnTo>
                <a:lnTo>
                  <a:pt x="802373" y="42672"/>
                </a:lnTo>
                <a:lnTo>
                  <a:pt x="804659" y="41148"/>
                </a:lnTo>
                <a:close/>
              </a:path>
              <a:path w="848995" h="411479">
                <a:moveTo>
                  <a:pt x="848855" y="268224"/>
                </a:moveTo>
                <a:lnTo>
                  <a:pt x="816851" y="237744"/>
                </a:lnTo>
                <a:lnTo>
                  <a:pt x="797039" y="257556"/>
                </a:lnTo>
                <a:lnTo>
                  <a:pt x="771131" y="257556"/>
                </a:lnTo>
                <a:lnTo>
                  <a:pt x="771131" y="210312"/>
                </a:lnTo>
                <a:lnTo>
                  <a:pt x="830567" y="210312"/>
                </a:lnTo>
                <a:lnTo>
                  <a:pt x="801611" y="181356"/>
                </a:lnTo>
                <a:lnTo>
                  <a:pt x="783323" y="201168"/>
                </a:lnTo>
                <a:lnTo>
                  <a:pt x="580631" y="201168"/>
                </a:lnTo>
                <a:lnTo>
                  <a:pt x="595871" y="216408"/>
                </a:lnTo>
                <a:lnTo>
                  <a:pt x="606183" y="214172"/>
                </a:lnTo>
                <a:lnTo>
                  <a:pt x="616635" y="212217"/>
                </a:lnTo>
                <a:lnTo>
                  <a:pt x="627380" y="210845"/>
                </a:lnTo>
                <a:lnTo>
                  <a:pt x="638543" y="210312"/>
                </a:lnTo>
                <a:lnTo>
                  <a:pt x="746747" y="210312"/>
                </a:lnTo>
                <a:lnTo>
                  <a:pt x="746747" y="257556"/>
                </a:lnTo>
                <a:lnTo>
                  <a:pt x="559295" y="257556"/>
                </a:lnTo>
                <a:lnTo>
                  <a:pt x="576059" y="274320"/>
                </a:lnTo>
                <a:lnTo>
                  <a:pt x="585495" y="271449"/>
                </a:lnTo>
                <a:lnTo>
                  <a:pt x="595490" y="269557"/>
                </a:lnTo>
                <a:lnTo>
                  <a:pt x="606069" y="268541"/>
                </a:lnTo>
                <a:lnTo>
                  <a:pt x="617207" y="268224"/>
                </a:lnTo>
                <a:lnTo>
                  <a:pt x="746747" y="268224"/>
                </a:lnTo>
                <a:lnTo>
                  <a:pt x="746747" y="364236"/>
                </a:lnTo>
                <a:lnTo>
                  <a:pt x="743699" y="368808"/>
                </a:lnTo>
                <a:lnTo>
                  <a:pt x="739127" y="370332"/>
                </a:lnTo>
                <a:lnTo>
                  <a:pt x="732840" y="371525"/>
                </a:lnTo>
                <a:lnTo>
                  <a:pt x="720839" y="370713"/>
                </a:lnTo>
                <a:lnTo>
                  <a:pt x="703122" y="368198"/>
                </a:lnTo>
                <a:lnTo>
                  <a:pt x="679691" y="364236"/>
                </a:lnTo>
                <a:lnTo>
                  <a:pt x="679691" y="370332"/>
                </a:lnTo>
                <a:lnTo>
                  <a:pt x="702843" y="381241"/>
                </a:lnTo>
                <a:lnTo>
                  <a:pt x="719696" y="391287"/>
                </a:lnTo>
                <a:lnTo>
                  <a:pt x="730275" y="400773"/>
                </a:lnTo>
                <a:lnTo>
                  <a:pt x="734555" y="409956"/>
                </a:lnTo>
                <a:lnTo>
                  <a:pt x="750557" y="401320"/>
                </a:lnTo>
                <a:lnTo>
                  <a:pt x="761987" y="391096"/>
                </a:lnTo>
                <a:lnTo>
                  <a:pt x="768845" y="378891"/>
                </a:lnTo>
                <a:lnTo>
                  <a:pt x="770001" y="371525"/>
                </a:lnTo>
                <a:lnTo>
                  <a:pt x="771131" y="364236"/>
                </a:lnTo>
                <a:lnTo>
                  <a:pt x="771131" y="268224"/>
                </a:lnTo>
                <a:lnTo>
                  <a:pt x="848855" y="26822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" name="object 29"/>
          <p:cNvSpPr/>
          <p:nvPr/>
        </p:nvSpPr>
        <p:spPr>
          <a:xfrm>
            <a:off x="8116823" y="3653028"/>
            <a:ext cx="386080" cy="403860"/>
          </a:xfrm>
          <a:custGeom>
            <a:avLst/>
            <a:gdLst/>
            <a:ahLst/>
            <a:cxnLst/>
            <a:rect l="l" t="t" r="r" b="b"/>
            <a:pathLst>
              <a:path w="386079" h="403860">
                <a:moveTo>
                  <a:pt x="22860" y="48768"/>
                </a:moveTo>
                <a:lnTo>
                  <a:pt x="7620" y="32004"/>
                </a:lnTo>
                <a:lnTo>
                  <a:pt x="182880" y="32004"/>
                </a:lnTo>
                <a:lnTo>
                  <a:pt x="205740" y="10668"/>
                </a:lnTo>
                <a:lnTo>
                  <a:pt x="239268" y="42672"/>
                </a:lnTo>
                <a:lnTo>
                  <a:pt x="65532" y="42672"/>
                </a:lnTo>
                <a:lnTo>
                  <a:pt x="54363" y="42981"/>
                </a:lnTo>
                <a:lnTo>
                  <a:pt x="43624" y="44005"/>
                </a:lnTo>
                <a:lnTo>
                  <a:pt x="33170" y="45886"/>
                </a:lnTo>
                <a:lnTo>
                  <a:pt x="22860" y="48768"/>
                </a:lnTo>
                <a:close/>
              </a:path>
              <a:path w="386079" h="403860">
                <a:moveTo>
                  <a:pt x="33528" y="176784"/>
                </a:moveTo>
                <a:lnTo>
                  <a:pt x="18288" y="146304"/>
                </a:lnTo>
                <a:lnTo>
                  <a:pt x="30861" y="143184"/>
                </a:lnTo>
                <a:lnTo>
                  <a:pt x="43434" y="136207"/>
                </a:lnTo>
                <a:lnTo>
                  <a:pt x="80795" y="94321"/>
                </a:lnTo>
                <a:lnTo>
                  <a:pt x="101798" y="60459"/>
                </a:lnTo>
                <a:lnTo>
                  <a:pt x="109728" y="42672"/>
                </a:lnTo>
                <a:lnTo>
                  <a:pt x="117348" y="42672"/>
                </a:lnTo>
                <a:lnTo>
                  <a:pt x="147828" y="62484"/>
                </a:lnTo>
                <a:lnTo>
                  <a:pt x="137517" y="67032"/>
                </a:lnTo>
                <a:lnTo>
                  <a:pt x="127063" y="73723"/>
                </a:lnTo>
                <a:lnTo>
                  <a:pt x="116324" y="82415"/>
                </a:lnTo>
                <a:lnTo>
                  <a:pt x="105156" y="92964"/>
                </a:lnTo>
                <a:lnTo>
                  <a:pt x="92535" y="106441"/>
                </a:lnTo>
                <a:lnTo>
                  <a:pt x="79629" y="119634"/>
                </a:lnTo>
                <a:lnTo>
                  <a:pt x="66151" y="132826"/>
                </a:lnTo>
                <a:lnTo>
                  <a:pt x="51816" y="146304"/>
                </a:lnTo>
                <a:lnTo>
                  <a:pt x="227422" y="146304"/>
                </a:lnTo>
                <a:lnTo>
                  <a:pt x="229957" y="150876"/>
                </a:lnTo>
                <a:lnTo>
                  <a:pt x="193548" y="150876"/>
                </a:lnTo>
                <a:lnTo>
                  <a:pt x="174378" y="152923"/>
                </a:lnTo>
                <a:lnTo>
                  <a:pt x="137183" y="156448"/>
                </a:lnTo>
                <a:lnTo>
                  <a:pt x="118872" y="158496"/>
                </a:lnTo>
                <a:lnTo>
                  <a:pt x="108204" y="158496"/>
                </a:lnTo>
                <a:lnTo>
                  <a:pt x="80462" y="162425"/>
                </a:lnTo>
                <a:lnTo>
                  <a:pt x="58864" y="167068"/>
                </a:lnTo>
                <a:lnTo>
                  <a:pt x="43267" y="171997"/>
                </a:lnTo>
                <a:lnTo>
                  <a:pt x="33528" y="176784"/>
                </a:lnTo>
                <a:close/>
              </a:path>
              <a:path w="386079" h="403860">
                <a:moveTo>
                  <a:pt x="227422" y="146304"/>
                </a:moveTo>
                <a:lnTo>
                  <a:pt x="51816" y="146304"/>
                </a:lnTo>
                <a:lnTo>
                  <a:pt x="190500" y="141732"/>
                </a:lnTo>
                <a:lnTo>
                  <a:pt x="181951" y="130016"/>
                </a:lnTo>
                <a:lnTo>
                  <a:pt x="172402" y="117729"/>
                </a:lnTo>
                <a:lnTo>
                  <a:pt x="161996" y="104870"/>
                </a:lnTo>
                <a:lnTo>
                  <a:pt x="150876" y="91440"/>
                </a:lnTo>
                <a:lnTo>
                  <a:pt x="155448" y="86868"/>
                </a:lnTo>
                <a:lnTo>
                  <a:pt x="187713" y="109989"/>
                </a:lnTo>
                <a:lnTo>
                  <a:pt x="211264" y="128968"/>
                </a:lnTo>
                <a:lnTo>
                  <a:pt x="225956" y="143660"/>
                </a:lnTo>
                <a:lnTo>
                  <a:pt x="227422" y="146304"/>
                </a:lnTo>
                <a:close/>
              </a:path>
              <a:path w="386079" h="403860">
                <a:moveTo>
                  <a:pt x="216408" y="188976"/>
                </a:moveTo>
                <a:lnTo>
                  <a:pt x="211836" y="188976"/>
                </a:lnTo>
                <a:lnTo>
                  <a:pt x="210312" y="187452"/>
                </a:lnTo>
                <a:lnTo>
                  <a:pt x="208788" y="182880"/>
                </a:lnTo>
                <a:lnTo>
                  <a:pt x="206120" y="175569"/>
                </a:lnTo>
                <a:lnTo>
                  <a:pt x="202882" y="168021"/>
                </a:lnTo>
                <a:lnTo>
                  <a:pt x="198715" y="159734"/>
                </a:lnTo>
                <a:lnTo>
                  <a:pt x="193548" y="150876"/>
                </a:lnTo>
                <a:lnTo>
                  <a:pt x="229957" y="150876"/>
                </a:lnTo>
                <a:lnTo>
                  <a:pt x="231648" y="153924"/>
                </a:lnTo>
                <a:lnTo>
                  <a:pt x="233076" y="162472"/>
                </a:lnTo>
                <a:lnTo>
                  <a:pt x="232791" y="169735"/>
                </a:lnTo>
                <a:lnTo>
                  <a:pt x="230790" y="175569"/>
                </a:lnTo>
                <a:lnTo>
                  <a:pt x="227076" y="179832"/>
                </a:lnTo>
                <a:lnTo>
                  <a:pt x="220980" y="185928"/>
                </a:lnTo>
                <a:lnTo>
                  <a:pt x="216408" y="188976"/>
                </a:lnTo>
                <a:close/>
              </a:path>
              <a:path w="386079" h="403860">
                <a:moveTo>
                  <a:pt x="132588" y="239268"/>
                </a:moveTo>
                <a:lnTo>
                  <a:pt x="108204" y="239268"/>
                </a:lnTo>
                <a:lnTo>
                  <a:pt x="108204" y="158496"/>
                </a:lnTo>
                <a:lnTo>
                  <a:pt x="118872" y="158496"/>
                </a:lnTo>
                <a:lnTo>
                  <a:pt x="146304" y="172212"/>
                </a:lnTo>
                <a:lnTo>
                  <a:pt x="132588" y="184404"/>
                </a:lnTo>
                <a:lnTo>
                  <a:pt x="132588" y="239268"/>
                </a:lnTo>
                <a:close/>
              </a:path>
              <a:path w="386079" h="403860">
                <a:moveTo>
                  <a:pt x="21336" y="252984"/>
                </a:moveTo>
                <a:lnTo>
                  <a:pt x="7620" y="239268"/>
                </a:lnTo>
                <a:lnTo>
                  <a:pt x="179832" y="239268"/>
                </a:lnTo>
                <a:lnTo>
                  <a:pt x="201168" y="219456"/>
                </a:lnTo>
                <a:lnTo>
                  <a:pt x="231648" y="249936"/>
                </a:lnTo>
                <a:lnTo>
                  <a:pt x="42672" y="249936"/>
                </a:lnTo>
                <a:lnTo>
                  <a:pt x="21336" y="252984"/>
                </a:lnTo>
                <a:close/>
              </a:path>
              <a:path w="386079" h="403860">
                <a:moveTo>
                  <a:pt x="19812" y="388620"/>
                </a:moveTo>
                <a:lnTo>
                  <a:pt x="0" y="355092"/>
                </a:lnTo>
                <a:lnTo>
                  <a:pt x="72223" y="344376"/>
                </a:lnTo>
                <a:lnTo>
                  <a:pt x="108204" y="338328"/>
                </a:lnTo>
                <a:lnTo>
                  <a:pt x="108204" y="249936"/>
                </a:lnTo>
                <a:lnTo>
                  <a:pt x="132588" y="249936"/>
                </a:lnTo>
                <a:lnTo>
                  <a:pt x="132588" y="333756"/>
                </a:lnTo>
                <a:lnTo>
                  <a:pt x="192930" y="333756"/>
                </a:lnTo>
                <a:lnTo>
                  <a:pt x="146042" y="346186"/>
                </a:lnTo>
                <a:lnTo>
                  <a:pt x="81343" y="364998"/>
                </a:lnTo>
                <a:lnTo>
                  <a:pt x="39219" y="379237"/>
                </a:lnTo>
                <a:lnTo>
                  <a:pt x="19812" y="388620"/>
                </a:lnTo>
                <a:close/>
              </a:path>
              <a:path w="386079" h="403860">
                <a:moveTo>
                  <a:pt x="192930" y="333756"/>
                </a:moveTo>
                <a:lnTo>
                  <a:pt x="132588" y="333756"/>
                </a:lnTo>
                <a:lnTo>
                  <a:pt x="231648" y="313944"/>
                </a:lnTo>
                <a:lnTo>
                  <a:pt x="233172" y="323088"/>
                </a:lnTo>
                <a:lnTo>
                  <a:pt x="192930" y="333756"/>
                </a:lnTo>
                <a:close/>
              </a:path>
              <a:path w="386079" h="403860">
                <a:moveTo>
                  <a:pt x="370414" y="359664"/>
                </a:moveTo>
                <a:lnTo>
                  <a:pt x="332232" y="359664"/>
                </a:lnTo>
                <a:lnTo>
                  <a:pt x="338328" y="358140"/>
                </a:lnTo>
                <a:lnTo>
                  <a:pt x="342900" y="356616"/>
                </a:lnTo>
                <a:lnTo>
                  <a:pt x="345995" y="354306"/>
                </a:lnTo>
                <a:lnTo>
                  <a:pt x="348234" y="349567"/>
                </a:lnTo>
                <a:lnTo>
                  <a:pt x="349329" y="342257"/>
                </a:lnTo>
                <a:lnTo>
                  <a:pt x="348996" y="332232"/>
                </a:lnTo>
                <a:lnTo>
                  <a:pt x="348918" y="54864"/>
                </a:lnTo>
                <a:lnTo>
                  <a:pt x="348757" y="45434"/>
                </a:lnTo>
                <a:lnTo>
                  <a:pt x="347710" y="15716"/>
                </a:lnTo>
                <a:lnTo>
                  <a:pt x="347472" y="0"/>
                </a:lnTo>
                <a:lnTo>
                  <a:pt x="385572" y="16764"/>
                </a:lnTo>
                <a:lnTo>
                  <a:pt x="371856" y="28956"/>
                </a:lnTo>
                <a:lnTo>
                  <a:pt x="371856" y="347472"/>
                </a:lnTo>
                <a:lnTo>
                  <a:pt x="370414" y="359664"/>
                </a:lnTo>
                <a:close/>
              </a:path>
              <a:path w="386079" h="403860">
                <a:moveTo>
                  <a:pt x="263652" y="307848"/>
                </a:moveTo>
                <a:lnTo>
                  <a:pt x="264533" y="278177"/>
                </a:lnTo>
                <a:lnTo>
                  <a:pt x="264985" y="246507"/>
                </a:lnTo>
                <a:lnTo>
                  <a:pt x="265152" y="213121"/>
                </a:lnTo>
                <a:lnTo>
                  <a:pt x="265152" y="143160"/>
                </a:lnTo>
                <a:lnTo>
                  <a:pt x="264985" y="110871"/>
                </a:lnTo>
                <a:lnTo>
                  <a:pt x="264533" y="81438"/>
                </a:lnTo>
                <a:lnTo>
                  <a:pt x="263652" y="54864"/>
                </a:lnTo>
                <a:lnTo>
                  <a:pt x="303276" y="76200"/>
                </a:lnTo>
                <a:lnTo>
                  <a:pt x="288035" y="88392"/>
                </a:lnTo>
                <a:lnTo>
                  <a:pt x="288059" y="259675"/>
                </a:lnTo>
                <a:lnTo>
                  <a:pt x="288226" y="270700"/>
                </a:lnTo>
                <a:lnTo>
                  <a:pt x="288678" y="283154"/>
                </a:lnTo>
                <a:lnTo>
                  <a:pt x="289560" y="297180"/>
                </a:lnTo>
                <a:lnTo>
                  <a:pt x="263652" y="307848"/>
                </a:lnTo>
                <a:close/>
              </a:path>
              <a:path w="386079" h="403860">
                <a:moveTo>
                  <a:pt x="332232" y="403860"/>
                </a:moveTo>
                <a:lnTo>
                  <a:pt x="327707" y="391239"/>
                </a:lnTo>
                <a:lnTo>
                  <a:pt x="316611" y="380619"/>
                </a:lnTo>
                <a:lnTo>
                  <a:pt x="299227" y="371713"/>
                </a:lnTo>
                <a:lnTo>
                  <a:pt x="275844" y="364236"/>
                </a:lnTo>
                <a:lnTo>
                  <a:pt x="275844" y="356616"/>
                </a:lnTo>
                <a:lnTo>
                  <a:pt x="288393" y="357735"/>
                </a:lnTo>
                <a:lnTo>
                  <a:pt x="300799" y="358711"/>
                </a:lnTo>
                <a:lnTo>
                  <a:pt x="312920" y="359402"/>
                </a:lnTo>
                <a:lnTo>
                  <a:pt x="324612" y="359664"/>
                </a:lnTo>
                <a:lnTo>
                  <a:pt x="370414" y="359664"/>
                </a:lnTo>
                <a:lnTo>
                  <a:pt x="369522" y="367212"/>
                </a:lnTo>
                <a:lnTo>
                  <a:pt x="362331" y="383095"/>
                </a:lnTo>
                <a:lnTo>
                  <a:pt x="349996" y="395263"/>
                </a:lnTo>
                <a:lnTo>
                  <a:pt x="332232" y="40386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30" name="object 30"/>
          <p:cNvGrpSpPr/>
          <p:nvPr/>
        </p:nvGrpSpPr>
        <p:grpSpPr>
          <a:xfrm>
            <a:off x="8549640" y="3645408"/>
            <a:ext cx="1344295" cy="413384"/>
            <a:chOff x="8549640" y="3645408"/>
            <a:chExt cx="1344295" cy="413384"/>
          </a:xfrm>
        </p:grpSpPr>
        <p:sp>
          <p:nvSpPr>
            <p:cNvPr id="31" name="object 31"/>
            <p:cNvSpPr/>
            <p:nvPr/>
          </p:nvSpPr>
          <p:spPr>
            <a:xfrm>
              <a:off x="8549627" y="3645420"/>
              <a:ext cx="1115695" cy="413384"/>
            </a:xfrm>
            <a:custGeom>
              <a:avLst/>
              <a:gdLst/>
              <a:ahLst/>
              <a:cxnLst/>
              <a:rect l="l" t="t" r="r" b="b"/>
              <a:pathLst>
                <a:path w="1115695" h="413385">
                  <a:moveTo>
                    <a:pt x="240792" y="39624"/>
                  </a:moveTo>
                  <a:lnTo>
                    <a:pt x="205079" y="11785"/>
                  </a:lnTo>
                  <a:lnTo>
                    <a:pt x="190500" y="6096"/>
                  </a:lnTo>
                  <a:lnTo>
                    <a:pt x="187452" y="10668"/>
                  </a:lnTo>
                  <a:lnTo>
                    <a:pt x="196024" y="20307"/>
                  </a:lnTo>
                  <a:lnTo>
                    <a:pt x="203454" y="30670"/>
                  </a:lnTo>
                  <a:lnTo>
                    <a:pt x="209740" y="41313"/>
                  </a:lnTo>
                  <a:lnTo>
                    <a:pt x="214884" y="51816"/>
                  </a:lnTo>
                  <a:lnTo>
                    <a:pt x="217932" y="62484"/>
                  </a:lnTo>
                  <a:lnTo>
                    <a:pt x="222504" y="68580"/>
                  </a:lnTo>
                  <a:lnTo>
                    <a:pt x="228600" y="68580"/>
                  </a:lnTo>
                  <a:lnTo>
                    <a:pt x="230124" y="65532"/>
                  </a:lnTo>
                  <a:lnTo>
                    <a:pt x="239268" y="53340"/>
                  </a:lnTo>
                  <a:lnTo>
                    <a:pt x="240792" y="48768"/>
                  </a:lnTo>
                  <a:lnTo>
                    <a:pt x="240792" y="39624"/>
                  </a:lnTo>
                  <a:close/>
                </a:path>
                <a:path w="1115695" h="413385">
                  <a:moveTo>
                    <a:pt x="379476" y="82296"/>
                  </a:moveTo>
                  <a:lnTo>
                    <a:pt x="369824" y="71628"/>
                  </a:lnTo>
                  <a:lnTo>
                    <a:pt x="350520" y="50292"/>
                  </a:lnTo>
                  <a:lnTo>
                    <a:pt x="329184" y="71628"/>
                  </a:lnTo>
                  <a:lnTo>
                    <a:pt x="205740" y="71628"/>
                  </a:lnTo>
                  <a:lnTo>
                    <a:pt x="205740" y="82296"/>
                  </a:lnTo>
                  <a:lnTo>
                    <a:pt x="205740" y="123444"/>
                  </a:lnTo>
                  <a:lnTo>
                    <a:pt x="205740" y="134112"/>
                  </a:lnTo>
                  <a:lnTo>
                    <a:pt x="205740" y="172212"/>
                  </a:lnTo>
                  <a:lnTo>
                    <a:pt x="205740" y="182880"/>
                  </a:lnTo>
                  <a:lnTo>
                    <a:pt x="205740" y="222504"/>
                  </a:lnTo>
                  <a:lnTo>
                    <a:pt x="106680" y="222504"/>
                  </a:lnTo>
                  <a:lnTo>
                    <a:pt x="106680" y="182880"/>
                  </a:lnTo>
                  <a:lnTo>
                    <a:pt x="205740" y="182880"/>
                  </a:lnTo>
                  <a:lnTo>
                    <a:pt x="205740" y="172212"/>
                  </a:lnTo>
                  <a:lnTo>
                    <a:pt x="106680" y="172212"/>
                  </a:lnTo>
                  <a:lnTo>
                    <a:pt x="106680" y="134112"/>
                  </a:lnTo>
                  <a:lnTo>
                    <a:pt x="205740" y="134112"/>
                  </a:lnTo>
                  <a:lnTo>
                    <a:pt x="205740" y="123444"/>
                  </a:lnTo>
                  <a:lnTo>
                    <a:pt x="106680" y="123444"/>
                  </a:lnTo>
                  <a:lnTo>
                    <a:pt x="106680" y="106680"/>
                  </a:lnTo>
                  <a:lnTo>
                    <a:pt x="106680" y="82296"/>
                  </a:lnTo>
                  <a:lnTo>
                    <a:pt x="205740" y="82296"/>
                  </a:lnTo>
                  <a:lnTo>
                    <a:pt x="205740" y="71628"/>
                  </a:lnTo>
                  <a:lnTo>
                    <a:pt x="109728" y="71628"/>
                  </a:lnTo>
                  <a:lnTo>
                    <a:pt x="135636" y="30480"/>
                  </a:lnTo>
                  <a:lnTo>
                    <a:pt x="152400" y="24384"/>
                  </a:lnTo>
                  <a:lnTo>
                    <a:pt x="117348" y="0"/>
                  </a:lnTo>
                  <a:lnTo>
                    <a:pt x="108470" y="22860"/>
                  </a:lnTo>
                  <a:lnTo>
                    <a:pt x="97726" y="45720"/>
                  </a:lnTo>
                  <a:lnTo>
                    <a:pt x="70104" y="91440"/>
                  </a:lnTo>
                  <a:lnTo>
                    <a:pt x="36766" y="134493"/>
                  </a:lnTo>
                  <a:lnTo>
                    <a:pt x="0" y="170688"/>
                  </a:lnTo>
                  <a:lnTo>
                    <a:pt x="4572" y="175260"/>
                  </a:lnTo>
                  <a:lnTo>
                    <a:pt x="26822" y="159829"/>
                  </a:lnTo>
                  <a:lnTo>
                    <a:pt x="47625" y="143256"/>
                  </a:lnTo>
                  <a:lnTo>
                    <a:pt x="66725" y="125539"/>
                  </a:lnTo>
                  <a:lnTo>
                    <a:pt x="83820" y="106680"/>
                  </a:lnTo>
                  <a:lnTo>
                    <a:pt x="83705" y="172212"/>
                  </a:lnTo>
                  <a:lnTo>
                    <a:pt x="83629" y="189166"/>
                  </a:lnTo>
                  <a:lnTo>
                    <a:pt x="83185" y="227330"/>
                  </a:lnTo>
                  <a:lnTo>
                    <a:pt x="82296" y="263652"/>
                  </a:lnTo>
                  <a:lnTo>
                    <a:pt x="106680" y="254508"/>
                  </a:lnTo>
                  <a:lnTo>
                    <a:pt x="106680" y="233172"/>
                  </a:lnTo>
                  <a:lnTo>
                    <a:pt x="376428" y="233172"/>
                  </a:lnTo>
                  <a:lnTo>
                    <a:pt x="366293" y="222504"/>
                  </a:lnTo>
                  <a:lnTo>
                    <a:pt x="347472" y="202692"/>
                  </a:lnTo>
                  <a:lnTo>
                    <a:pt x="326136" y="222504"/>
                  </a:lnTo>
                  <a:lnTo>
                    <a:pt x="228600" y="222504"/>
                  </a:lnTo>
                  <a:lnTo>
                    <a:pt x="228600" y="182880"/>
                  </a:lnTo>
                  <a:lnTo>
                    <a:pt x="353568" y="182880"/>
                  </a:lnTo>
                  <a:lnTo>
                    <a:pt x="343471" y="172212"/>
                  </a:lnTo>
                  <a:lnTo>
                    <a:pt x="326136" y="153924"/>
                  </a:lnTo>
                  <a:lnTo>
                    <a:pt x="306324" y="172212"/>
                  </a:lnTo>
                  <a:lnTo>
                    <a:pt x="228600" y="172212"/>
                  </a:lnTo>
                  <a:lnTo>
                    <a:pt x="228600" y="134112"/>
                  </a:lnTo>
                  <a:lnTo>
                    <a:pt x="356616" y="134112"/>
                  </a:lnTo>
                  <a:lnTo>
                    <a:pt x="346519" y="123444"/>
                  </a:lnTo>
                  <a:lnTo>
                    <a:pt x="329184" y="105156"/>
                  </a:lnTo>
                  <a:lnTo>
                    <a:pt x="310896" y="123444"/>
                  </a:lnTo>
                  <a:lnTo>
                    <a:pt x="228600" y="123444"/>
                  </a:lnTo>
                  <a:lnTo>
                    <a:pt x="228600" y="82296"/>
                  </a:lnTo>
                  <a:lnTo>
                    <a:pt x="379476" y="82296"/>
                  </a:lnTo>
                  <a:close/>
                </a:path>
                <a:path w="1115695" h="413385">
                  <a:moveTo>
                    <a:pt x="411480" y="371856"/>
                  </a:moveTo>
                  <a:lnTo>
                    <a:pt x="358711" y="362902"/>
                  </a:lnTo>
                  <a:lnTo>
                    <a:pt x="313944" y="345948"/>
                  </a:lnTo>
                  <a:lnTo>
                    <a:pt x="274320" y="320992"/>
                  </a:lnTo>
                  <a:lnTo>
                    <a:pt x="239268" y="288036"/>
                  </a:lnTo>
                  <a:lnTo>
                    <a:pt x="409956" y="288036"/>
                  </a:lnTo>
                  <a:lnTo>
                    <a:pt x="379476" y="256032"/>
                  </a:lnTo>
                  <a:lnTo>
                    <a:pt x="359664" y="277368"/>
                  </a:lnTo>
                  <a:lnTo>
                    <a:pt x="219456" y="277368"/>
                  </a:lnTo>
                  <a:lnTo>
                    <a:pt x="219456" y="260604"/>
                  </a:lnTo>
                  <a:lnTo>
                    <a:pt x="233172" y="248412"/>
                  </a:lnTo>
                  <a:lnTo>
                    <a:pt x="195072" y="234696"/>
                  </a:lnTo>
                  <a:lnTo>
                    <a:pt x="195961" y="243281"/>
                  </a:lnTo>
                  <a:lnTo>
                    <a:pt x="196405" y="253174"/>
                  </a:lnTo>
                  <a:lnTo>
                    <a:pt x="196519" y="260604"/>
                  </a:lnTo>
                  <a:lnTo>
                    <a:pt x="196596" y="277368"/>
                  </a:lnTo>
                  <a:lnTo>
                    <a:pt x="3048" y="277368"/>
                  </a:lnTo>
                  <a:lnTo>
                    <a:pt x="18288" y="292608"/>
                  </a:lnTo>
                  <a:lnTo>
                    <a:pt x="27724" y="290601"/>
                  </a:lnTo>
                  <a:lnTo>
                    <a:pt x="37719" y="289179"/>
                  </a:lnTo>
                  <a:lnTo>
                    <a:pt x="48298" y="288315"/>
                  </a:lnTo>
                  <a:lnTo>
                    <a:pt x="59436" y="288036"/>
                  </a:lnTo>
                  <a:lnTo>
                    <a:pt x="167640" y="288036"/>
                  </a:lnTo>
                  <a:lnTo>
                    <a:pt x="128206" y="324675"/>
                  </a:lnTo>
                  <a:lnTo>
                    <a:pt x="85344" y="355803"/>
                  </a:lnTo>
                  <a:lnTo>
                    <a:pt x="32766" y="386562"/>
                  </a:lnTo>
                  <a:lnTo>
                    <a:pt x="3048" y="400812"/>
                  </a:lnTo>
                  <a:lnTo>
                    <a:pt x="4572" y="406908"/>
                  </a:lnTo>
                  <a:lnTo>
                    <a:pt x="64008" y="382905"/>
                  </a:lnTo>
                  <a:lnTo>
                    <a:pt x="114300" y="356616"/>
                  </a:lnTo>
                  <a:lnTo>
                    <a:pt x="157734" y="325945"/>
                  </a:lnTo>
                  <a:lnTo>
                    <a:pt x="196596" y="289560"/>
                  </a:lnTo>
                  <a:lnTo>
                    <a:pt x="196481" y="339852"/>
                  </a:lnTo>
                  <a:lnTo>
                    <a:pt x="196367" y="356616"/>
                  </a:lnTo>
                  <a:lnTo>
                    <a:pt x="195961" y="383857"/>
                  </a:lnTo>
                  <a:lnTo>
                    <a:pt x="195072" y="413004"/>
                  </a:lnTo>
                  <a:lnTo>
                    <a:pt x="220980" y="399288"/>
                  </a:lnTo>
                  <a:lnTo>
                    <a:pt x="220764" y="383857"/>
                  </a:lnTo>
                  <a:lnTo>
                    <a:pt x="220218" y="359092"/>
                  </a:lnTo>
                  <a:lnTo>
                    <a:pt x="219697" y="327482"/>
                  </a:lnTo>
                  <a:lnTo>
                    <a:pt x="219468" y="289560"/>
                  </a:lnTo>
                  <a:lnTo>
                    <a:pt x="219456" y="288036"/>
                  </a:lnTo>
                  <a:lnTo>
                    <a:pt x="230124" y="288036"/>
                  </a:lnTo>
                  <a:lnTo>
                    <a:pt x="263271" y="330327"/>
                  </a:lnTo>
                  <a:lnTo>
                    <a:pt x="298704" y="361188"/>
                  </a:lnTo>
                  <a:lnTo>
                    <a:pt x="336804" y="383857"/>
                  </a:lnTo>
                  <a:lnTo>
                    <a:pt x="379476" y="400812"/>
                  </a:lnTo>
                  <a:lnTo>
                    <a:pt x="383844" y="392518"/>
                  </a:lnTo>
                  <a:lnTo>
                    <a:pt x="390334" y="385953"/>
                  </a:lnTo>
                  <a:lnTo>
                    <a:pt x="399415" y="381088"/>
                  </a:lnTo>
                  <a:lnTo>
                    <a:pt x="411480" y="377952"/>
                  </a:lnTo>
                  <a:lnTo>
                    <a:pt x="411480" y="371856"/>
                  </a:lnTo>
                  <a:close/>
                </a:path>
                <a:path w="1115695" h="413385">
                  <a:moveTo>
                    <a:pt x="763536" y="190487"/>
                  </a:moveTo>
                  <a:lnTo>
                    <a:pt x="731532" y="156959"/>
                  </a:lnTo>
                  <a:lnTo>
                    <a:pt x="708672" y="179819"/>
                  </a:lnTo>
                  <a:lnTo>
                    <a:pt x="534936" y="179819"/>
                  </a:lnTo>
                  <a:lnTo>
                    <a:pt x="550176" y="195059"/>
                  </a:lnTo>
                  <a:lnTo>
                    <a:pt x="559549" y="193065"/>
                  </a:lnTo>
                  <a:lnTo>
                    <a:pt x="569226" y="191630"/>
                  </a:lnTo>
                  <a:lnTo>
                    <a:pt x="578891" y="190779"/>
                  </a:lnTo>
                  <a:lnTo>
                    <a:pt x="588276" y="190487"/>
                  </a:lnTo>
                  <a:lnTo>
                    <a:pt x="763536" y="190487"/>
                  </a:lnTo>
                  <a:close/>
                </a:path>
                <a:path w="1115695" h="413385">
                  <a:moveTo>
                    <a:pt x="771156" y="259067"/>
                  </a:moveTo>
                  <a:lnTo>
                    <a:pt x="765060" y="252971"/>
                  </a:lnTo>
                  <a:lnTo>
                    <a:pt x="746772" y="234683"/>
                  </a:lnTo>
                  <a:lnTo>
                    <a:pt x="733056" y="248399"/>
                  </a:lnTo>
                  <a:lnTo>
                    <a:pt x="733056" y="263639"/>
                  </a:lnTo>
                  <a:lnTo>
                    <a:pt x="733056" y="359651"/>
                  </a:lnTo>
                  <a:lnTo>
                    <a:pt x="565416" y="359651"/>
                  </a:lnTo>
                  <a:lnTo>
                    <a:pt x="565416" y="263639"/>
                  </a:lnTo>
                  <a:lnTo>
                    <a:pt x="733056" y="263639"/>
                  </a:lnTo>
                  <a:lnTo>
                    <a:pt x="733056" y="248399"/>
                  </a:lnTo>
                  <a:lnTo>
                    <a:pt x="728484" y="252971"/>
                  </a:lnTo>
                  <a:lnTo>
                    <a:pt x="565416" y="252971"/>
                  </a:lnTo>
                  <a:lnTo>
                    <a:pt x="539508" y="239255"/>
                  </a:lnTo>
                  <a:lnTo>
                    <a:pt x="540346" y="259067"/>
                  </a:lnTo>
                  <a:lnTo>
                    <a:pt x="540842" y="280212"/>
                  </a:lnTo>
                  <a:lnTo>
                    <a:pt x="541007" y="300342"/>
                  </a:lnTo>
                  <a:lnTo>
                    <a:pt x="541007" y="340626"/>
                  </a:lnTo>
                  <a:lnTo>
                    <a:pt x="540842" y="361365"/>
                  </a:lnTo>
                  <a:lnTo>
                    <a:pt x="540385" y="382397"/>
                  </a:lnTo>
                  <a:lnTo>
                    <a:pt x="539508" y="403847"/>
                  </a:lnTo>
                  <a:lnTo>
                    <a:pt x="565416" y="393179"/>
                  </a:lnTo>
                  <a:lnTo>
                    <a:pt x="565416" y="370319"/>
                  </a:lnTo>
                  <a:lnTo>
                    <a:pt x="733056" y="370319"/>
                  </a:lnTo>
                  <a:lnTo>
                    <a:pt x="733056" y="400799"/>
                  </a:lnTo>
                  <a:lnTo>
                    <a:pt x="758964" y="390131"/>
                  </a:lnTo>
                  <a:lnTo>
                    <a:pt x="757643" y="340626"/>
                  </a:lnTo>
                  <a:lnTo>
                    <a:pt x="757440" y="271259"/>
                  </a:lnTo>
                  <a:lnTo>
                    <a:pt x="766013" y="263639"/>
                  </a:lnTo>
                  <a:lnTo>
                    <a:pt x="771156" y="259067"/>
                  </a:lnTo>
                  <a:close/>
                </a:path>
                <a:path w="1115695" h="413385">
                  <a:moveTo>
                    <a:pt x="854976" y="170675"/>
                  </a:moveTo>
                  <a:lnTo>
                    <a:pt x="816991" y="160134"/>
                  </a:lnTo>
                  <a:lnTo>
                    <a:pt x="753605" y="131038"/>
                  </a:lnTo>
                  <a:lnTo>
                    <a:pt x="707072" y="93357"/>
                  </a:lnTo>
                  <a:lnTo>
                    <a:pt x="673404" y="55118"/>
                  </a:lnTo>
                  <a:lnTo>
                    <a:pt x="661428" y="36563"/>
                  </a:lnTo>
                  <a:lnTo>
                    <a:pt x="676668" y="27419"/>
                  </a:lnTo>
                  <a:lnTo>
                    <a:pt x="640092" y="4559"/>
                  </a:lnTo>
                  <a:lnTo>
                    <a:pt x="605802" y="70281"/>
                  </a:lnTo>
                  <a:lnTo>
                    <a:pt x="562368" y="123431"/>
                  </a:lnTo>
                  <a:lnTo>
                    <a:pt x="509790" y="168008"/>
                  </a:lnTo>
                  <a:lnTo>
                    <a:pt x="448068" y="205727"/>
                  </a:lnTo>
                  <a:lnTo>
                    <a:pt x="449592" y="211823"/>
                  </a:lnTo>
                  <a:lnTo>
                    <a:pt x="507885" y="186867"/>
                  </a:lnTo>
                  <a:lnTo>
                    <a:pt x="559320" y="153911"/>
                  </a:lnTo>
                  <a:lnTo>
                    <a:pt x="607136" y="108381"/>
                  </a:lnTo>
                  <a:lnTo>
                    <a:pt x="653808" y="45707"/>
                  </a:lnTo>
                  <a:lnTo>
                    <a:pt x="662089" y="60312"/>
                  </a:lnTo>
                  <a:lnTo>
                    <a:pt x="687235" y="95224"/>
                  </a:lnTo>
                  <a:lnTo>
                    <a:pt x="724954" y="137274"/>
                  </a:lnTo>
                  <a:lnTo>
                    <a:pt x="782104" y="179044"/>
                  </a:lnTo>
                  <a:lnTo>
                    <a:pt x="818400" y="199631"/>
                  </a:lnTo>
                  <a:lnTo>
                    <a:pt x="824115" y="191325"/>
                  </a:lnTo>
                  <a:lnTo>
                    <a:pt x="832116" y="184581"/>
                  </a:lnTo>
                  <a:lnTo>
                    <a:pt x="842403" y="179273"/>
                  </a:lnTo>
                  <a:lnTo>
                    <a:pt x="854976" y="175247"/>
                  </a:lnTo>
                  <a:lnTo>
                    <a:pt x="854976" y="170675"/>
                  </a:lnTo>
                  <a:close/>
                </a:path>
                <a:path w="1115695" h="413385">
                  <a:moveTo>
                    <a:pt x="1115568" y="275844"/>
                  </a:moveTo>
                  <a:lnTo>
                    <a:pt x="1106576" y="234899"/>
                  </a:lnTo>
                  <a:lnTo>
                    <a:pt x="1079754" y="205930"/>
                  </a:lnTo>
                  <a:lnTo>
                    <a:pt x="1050036" y="193548"/>
                  </a:lnTo>
                  <a:lnTo>
                    <a:pt x="1043749" y="191262"/>
                  </a:lnTo>
                  <a:lnTo>
                    <a:pt x="1036320" y="188976"/>
                  </a:lnTo>
                  <a:lnTo>
                    <a:pt x="1027747" y="186690"/>
                  </a:lnTo>
                  <a:lnTo>
                    <a:pt x="991679" y="178181"/>
                  </a:lnTo>
                  <a:lnTo>
                    <a:pt x="984504" y="176784"/>
                  </a:lnTo>
                  <a:lnTo>
                    <a:pt x="974788" y="173062"/>
                  </a:lnTo>
                  <a:lnTo>
                    <a:pt x="944308" y="144780"/>
                  </a:lnTo>
                  <a:lnTo>
                    <a:pt x="941832" y="126492"/>
                  </a:lnTo>
                  <a:lnTo>
                    <a:pt x="942975" y="115392"/>
                  </a:lnTo>
                  <a:lnTo>
                    <a:pt x="970102" y="82384"/>
                  </a:lnTo>
                  <a:lnTo>
                    <a:pt x="1008888" y="74676"/>
                  </a:lnTo>
                  <a:lnTo>
                    <a:pt x="1022324" y="75476"/>
                  </a:lnTo>
                  <a:lnTo>
                    <a:pt x="1059180" y="85344"/>
                  </a:lnTo>
                  <a:lnTo>
                    <a:pt x="1098804" y="109728"/>
                  </a:lnTo>
                  <a:lnTo>
                    <a:pt x="1101852" y="109728"/>
                  </a:lnTo>
                  <a:lnTo>
                    <a:pt x="1101852" y="57912"/>
                  </a:lnTo>
                  <a:lnTo>
                    <a:pt x="1091526" y="53594"/>
                  </a:lnTo>
                  <a:lnTo>
                    <a:pt x="1045070" y="40665"/>
                  </a:lnTo>
                  <a:lnTo>
                    <a:pt x="1005840" y="38100"/>
                  </a:lnTo>
                  <a:lnTo>
                    <a:pt x="982980" y="39789"/>
                  </a:lnTo>
                  <a:lnTo>
                    <a:pt x="944118" y="52882"/>
                  </a:lnTo>
                  <a:lnTo>
                    <a:pt x="914361" y="78333"/>
                  </a:lnTo>
                  <a:lnTo>
                    <a:pt x="897636" y="131064"/>
                  </a:lnTo>
                  <a:lnTo>
                    <a:pt x="897928" y="139915"/>
                  </a:lnTo>
                  <a:lnTo>
                    <a:pt x="909447" y="177165"/>
                  </a:lnTo>
                  <a:lnTo>
                    <a:pt x="941832" y="205740"/>
                  </a:lnTo>
                  <a:lnTo>
                    <a:pt x="948740" y="209143"/>
                  </a:lnTo>
                  <a:lnTo>
                    <a:pt x="989266" y="222313"/>
                  </a:lnTo>
                  <a:lnTo>
                    <a:pt x="1030224" y="231648"/>
                  </a:lnTo>
                  <a:lnTo>
                    <a:pt x="1039926" y="235356"/>
                  </a:lnTo>
                  <a:lnTo>
                    <a:pt x="1067562" y="264795"/>
                  </a:lnTo>
                  <a:lnTo>
                    <a:pt x="1069848" y="281940"/>
                  </a:lnTo>
                  <a:lnTo>
                    <a:pt x="1068705" y="293700"/>
                  </a:lnTo>
                  <a:lnTo>
                    <a:pt x="1041298" y="327558"/>
                  </a:lnTo>
                  <a:lnTo>
                    <a:pt x="998220" y="335280"/>
                  </a:lnTo>
                  <a:lnTo>
                    <a:pt x="985634" y="334683"/>
                  </a:lnTo>
                  <a:lnTo>
                    <a:pt x="946404" y="324612"/>
                  </a:lnTo>
                  <a:lnTo>
                    <a:pt x="908481" y="303606"/>
                  </a:lnTo>
                  <a:lnTo>
                    <a:pt x="897636" y="294132"/>
                  </a:lnTo>
                  <a:lnTo>
                    <a:pt x="894588" y="294132"/>
                  </a:lnTo>
                  <a:lnTo>
                    <a:pt x="894588" y="347472"/>
                  </a:lnTo>
                  <a:lnTo>
                    <a:pt x="906043" y="352894"/>
                  </a:lnTo>
                  <a:lnTo>
                    <a:pt x="954341" y="368871"/>
                  </a:lnTo>
                  <a:lnTo>
                    <a:pt x="1001268" y="373380"/>
                  </a:lnTo>
                  <a:lnTo>
                    <a:pt x="1015542" y="372821"/>
                  </a:lnTo>
                  <a:lnTo>
                    <a:pt x="1060018" y="361772"/>
                  </a:lnTo>
                  <a:lnTo>
                    <a:pt x="1092314" y="337273"/>
                  </a:lnTo>
                  <a:lnTo>
                    <a:pt x="1111072" y="303276"/>
                  </a:lnTo>
                  <a:lnTo>
                    <a:pt x="1115021" y="284988"/>
                  </a:lnTo>
                  <a:lnTo>
                    <a:pt x="1115568" y="275844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32" name="object 32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9700260" y="3674363"/>
              <a:ext cx="193548" cy="201167"/>
            </a:xfrm>
            <a:prstGeom prst="rect">
              <a:avLst/>
            </a:prstGeom>
          </p:spPr>
        </p:pic>
      </p:grpSp>
      <p:pic>
        <p:nvPicPr>
          <p:cNvPr id="33" name="object 33"/>
          <p:cNvPicPr/>
          <p:nvPr/>
        </p:nvPicPr>
        <p:blipFill>
          <a:blip r:embed="rId5" cstate="print"/>
          <a:stretch>
            <a:fillRect/>
          </a:stretch>
        </p:blipFill>
        <p:spPr>
          <a:xfrm>
            <a:off x="7691628" y="2471927"/>
            <a:ext cx="233172" cy="228600"/>
          </a:xfrm>
          <a:prstGeom prst="rect">
            <a:avLst/>
          </a:prstGeom>
        </p:spPr>
      </p:pic>
    </p:spTree>
  </p:cSld>
  <p:clrMapOvr>
    <a:masterClrMapping/>
  </p:clrMapOvr>
</p:sld>
</file>

<file path=ppt/slides/slide3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object 2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9560052" y="7229856"/>
            <a:ext cx="196546" cy="146304"/>
          </a:xfrm>
          <a:prstGeom prst="rect">
            <a:avLst/>
          </a:prstGeom>
        </p:spPr>
      </p:pic>
      <p:sp>
        <p:nvSpPr>
          <p:cNvPr id="3" name="object 3"/>
          <p:cNvSpPr/>
          <p:nvPr/>
        </p:nvSpPr>
        <p:spPr>
          <a:xfrm>
            <a:off x="1717548" y="1278636"/>
            <a:ext cx="562610" cy="550545"/>
          </a:xfrm>
          <a:custGeom>
            <a:avLst/>
            <a:gdLst/>
            <a:ahLst/>
            <a:cxnLst/>
            <a:rect l="l" t="t" r="r" b="b"/>
            <a:pathLst>
              <a:path w="562610" h="550544">
                <a:moveTo>
                  <a:pt x="138683" y="135635"/>
                </a:moveTo>
                <a:lnTo>
                  <a:pt x="106679" y="135635"/>
                </a:lnTo>
                <a:lnTo>
                  <a:pt x="106644" y="94487"/>
                </a:lnTo>
                <a:lnTo>
                  <a:pt x="106517" y="67508"/>
                </a:lnTo>
                <a:lnTo>
                  <a:pt x="106401" y="55221"/>
                </a:lnTo>
                <a:lnTo>
                  <a:pt x="106085" y="32599"/>
                </a:lnTo>
                <a:lnTo>
                  <a:pt x="105977" y="27170"/>
                </a:lnTo>
                <a:lnTo>
                  <a:pt x="105155" y="0"/>
                </a:lnTo>
                <a:lnTo>
                  <a:pt x="161543" y="25907"/>
                </a:lnTo>
                <a:lnTo>
                  <a:pt x="138683" y="42671"/>
                </a:lnTo>
                <a:lnTo>
                  <a:pt x="138683" y="135635"/>
                </a:lnTo>
                <a:close/>
              </a:path>
              <a:path w="562610" h="550544">
                <a:moveTo>
                  <a:pt x="198119" y="295655"/>
                </a:moveTo>
                <a:lnTo>
                  <a:pt x="190499" y="291083"/>
                </a:lnTo>
                <a:lnTo>
                  <a:pt x="211931" y="247292"/>
                </a:lnTo>
                <a:lnTo>
                  <a:pt x="230504" y="204787"/>
                </a:lnTo>
                <a:lnTo>
                  <a:pt x="246221" y="163139"/>
                </a:lnTo>
                <a:lnTo>
                  <a:pt x="259079" y="121919"/>
                </a:lnTo>
                <a:lnTo>
                  <a:pt x="269465" y="83819"/>
                </a:lnTo>
                <a:lnTo>
                  <a:pt x="283082" y="23121"/>
                </a:lnTo>
                <a:lnTo>
                  <a:pt x="286511" y="0"/>
                </a:lnTo>
                <a:lnTo>
                  <a:pt x="341376" y="27431"/>
                </a:lnTo>
                <a:lnTo>
                  <a:pt x="323088" y="39624"/>
                </a:lnTo>
                <a:lnTo>
                  <a:pt x="314229" y="61626"/>
                </a:lnTo>
                <a:lnTo>
                  <a:pt x="305942" y="81914"/>
                </a:lnTo>
                <a:lnTo>
                  <a:pt x="298187" y="100583"/>
                </a:lnTo>
                <a:lnTo>
                  <a:pt x="291083" y="117347"/>
                </a:lnTo>
                <a:lnTo>
                  <a:pt x="545592" y="117347"/>
                </a:lnTo>
                <a:lnTo>
                  <a:pt x="559308" y="131063"/>
                </a:lnTo>
                <a:lnTo>
                  <a:pt x="289559" y="131063"/>
                </a:lnTo>
                <a:lnTo>
                  <a:pt x="289559" y="198119"/>
                </a:lnTo>
                <a:lnTo>
                  <a:pt x="257555" y="198119"/>
                </a:lnTo>
                <a:lnTo>
                  <a:pt x="246983" y="218717"/>
                </a:lnTo>
                <a:lnTo>
                  <a:pt x="233552" y="241744"/>
                </a:lnTo>
                <a:lnTo>
                  <a:pt x="217265" y="267342"/>
                </a:lnTo>
                <a:lnTo>
                  <a:pt x="198119" y="295655"/>
                </a:lnTo>
                <a:close/>
              </a:path>
              <a:path w="562610" h="550544">
                <a:moveTo>
                  <a:pt x="420624" y="105155"/>
                </a:moveTo>
                <a:lnTo>
                  <a:pt x="416051" y="105155"/>
                </a:lnTo>
                <a:lnTo>
                  <a:pt x="412384" y="103751"/>
                </a:lnTo>
                <a:lnTo>
                  <a:pt x="408432" y="99631"/>
                </a:lnTo>
                <a:lnTo>
                  <a:pt x="404479" y="92940"/>
                </a:lnTo>
                <a:lnTo>
                  <a:pt x="400812" y="83819"/>
                </a:lnTo>
                <a:lnTo>
                  <a:pt x="394835" y="67508"/>
                </a:lnTo>
                <a:lnTo>
                  <a:pt x="386143" y="50482"/>
                </a:lnTo>
                <a:lnTo>
                  <a:pt x="374880" y="32599"/>
                </a:lnTo>
                <a:lnTo>
                  <a:pt x="361188" y="13715"/>
                </a:lnTo>
                <a:lnTo>
                  <a:pt x="367284" y="9143"/>
                </a:lnTo>
                <a:lnTo>
                  <a:pt x="417766" y="42481"/>
                </a:lnTo>
                <a:lnTo>
                  <a:pt x="438816" y="74128"/>
                </a:lnTo>
                <a:lnTo>
                  <a:pt x="438531" y="81724"/>
                </a:lnTo>
                <a:lnTo>
                  <a:pt x="436530" y="88463"/>
                </a:lnTo>
                <a:lnTo>
                  <a:pt x="432815" y="94487"/>
                </a:lnTo>
                <a:lnTo>
                  <a:pt x="426720" y="100583"/>
                </a:lnTo>
                <a:lnTo>
                  <a:pt x="420624" y="105155"/>
                </a:lnTo>
                <a:close/>
              </a:path>
              <a:path w="562610" h="550544">
                <a:moveTo>
                  <a:pt x="545592" y="117347"/>
                </a:moveTo>
                <a:lnTo>
                  <a:pt x="487680" y="117347"/>
                </a:lnTo>
                <a:lnTo>
                  <a:pt x="516636" y="88391"/>
                </a:lnTo>
                <a:lnTo>
                  <a:pt x="545592" y="117347"/>
                </a:lnTo>
                <a:close/>
              </a:path>
              <a:path w="562610" h="550544">
                <a:moveTo>
                  <a:pt x="22859" y="155447"/>
                </a:moveTo>
                <a:lnTo>
                  <a:pt x="4571" y="135635"/>
                </a:lnTo>
                <a:lnTo>
                  <a:pt x="172211" y="135635"/>
                </a:lnTo>
                <a:lnTo>
                  <a:pt x="198119" y="109727"/>
                </a:lnTo>
                <a:lnTo>
                  <a:pt x="239267" y="149351"/>
                </a:lnTo>
                <a:lnTo>
                  <a:pt x="50291" y="149351"/>
                </a:lnTo>
                <a:lnTo>
                  <a:pt x="22859" y="155447"/>
                </a:lnTo>
                <a:close/>
              </a:path>
              <a:path w="562610" h="550544">
                <a:moveTo>
                  <a:pt x="413004" y="233171"/>
                </a:moveTo>
                <a:lnTo>
                  <a:pt x="382524" y="233171"/>
                </a:lnTo>
                <a:lnTo>
                  <a:pt x="382524" y="131063"/>
                </a:lnTo>
                <a:lnTo>
                  <a:pt x="413004" y="131063"/>
                </a:lnTo>
                <a:lnTo>
                  <a:pt x="413004" y="233171"/>
                </a:lnTo>
                <a:close/>
              </a:path>
              <a:path w="562610" h="550544">
                <a:moveTo>
                  <a:pt x="30479" y="356615"/>
                </a:moveTo>
                <a:lnTo>
                  <a:pt x="0" y="315467"/>
                </a:lnTo>
                <a:lnTo>
                  <a:pt x="18811" y="308062"/>
                </a:lnTo>
                <a:lnTo>
                  <a:pt x="43053" y="297370"/>
                </a:lnTo>
                <a:lnTo>
                  <a:pt x="72437" y="283535"/>
                </a:lnTo>
                <a:lnTo>
                  <a:pt x="106679" y="266699"/>
                </a:lnTo>
                <a:lnTo>
                  <a:pt x="106679" y="149351"/>
                </a:lnTo>
                <a:lnTo>
                  <a:pt x="138683" y="149351"/>
                </a:lnTo>
                <a:lnTo>
                  <a:pt x="138683" y="252983"/>
                </a:lnTo>
                <a:lnTo>
                  <a:pt x="171011" y="252983"/>
                </a:lnTo>
                <a:lnTo>
                  <a:pt x="138683" y="274319"/>
                </a:lnTo>
                <a:lnTo>
                  <a:pt x="138683" y="291083"/>
                </a:lnTo>
                <a:lnTo>
                  <a:pt x="106679" y="291083"/>
                </a:lnTo>
                <a:lnTo>
                  <a:pt x="58459" y="326231"/>
                </a:lnTo>
                <a:lnTo>
                  <a:pt x="44195" y="336803"/>
                </a:lnTo>
                <a:lnTo>
                  <a:pt x="30479" y="356615"/>
                </a:lnTo>
                <a:close/>
              </a:path>
              <a:path w="562610" h="550544">
                <a:moveTo>
                  <a:pt x="256031" y="550163"/>
                </a:moveTo>
                <a:lnTo>
                  <a:pt x="256905" y="501395"/>
                </a:lnTo>
                <a:lnTo>
                  <a:pt x="257275" y="451103"/>
                </a:lnTo>
                <a:lnTo>
                  <a:pt x="257436" y="402260"/>
                </a:lnTo>
                <a:lnTo>
                  <a:pt x="257555" y="198119"/>
                </a:lnTo>
                <a:lnTo>
                  <a:pt x="289559" y="198119"/>
                </a:lnTo>
                <a:lnTo>
                  <a:pt x="289559" y="233171"/>
                </a:lnTo>
                <a:lnTo>
                  <a:pt x="522732" y="233171"/>
                </a:lnTo>
                <a:lnTo>
                  <a:pt x="537972" y="248411"/>
                </a:lnTo>
                <a:lnTo>
                  <a:pt x="289559" y="248411"/>
                </a:lnTo>
                <a:lnTo>
                  <a:pt x="289559" y="356615"/>
                </a:lnTo>
                <a:lnTo>
                  <a:pt x="533399" y="356615"/>
                </a:lnTo>
                <a:lnTo>
                  <a:pt x="547115" y="370332"/>
                </a:lnTo>
                <a:lnTo>
                  <a:pt x="289559" y="370332"/>
                </a:lnTo>
                <a:lnTo>
                  <a:pt x="289559" y="483107"/>
                </a:lnTo>
                <a:lnTo>
                  <a:pt x="548640" y="483107"/>
                </a:lnTo>
                <a:lnTo>
                  <a:pt x="562356" y="496823"/>
                </a:lnTo>
                <a:lnTo>
                  <a:pt x="289559" y="496823"/>
                </a:lnTo>
                <a:lnTo>
                  <a:pt x="289559" y="534923"/>
                </a:lnTo>
                <a:lnTo>
                  <a:pt x="256031" y="550163"/>
                </a:lnTo>
                <a:close/>
              </a:path>
              <a:path w="562610" h="550544">
                <a:moveTo>
                  <a:pt x="522732" y="233171"/>
                </a:moveTo>
                <a:lnTo>
                  <a:pt x="470915" y="233171"/>
                </a:lnTo>
                <a:lnTo>
                  <a:pt x="496824" y="207263"/>
                </a:lnTo>
                <a:lnTo>
                  <a:pt x="522732" y="233171"/>
                </a:lnTo>
                <a:close/>
              </a:path>
              <a:path w="562610" h="550544">
                <a:moveTo>
                  <a:pt x="171011" y="252983"/>
                </a:moveTo>
                <a:lnTo>
                  <a:pt x="138683" y="252983"/>
                </a:lnTo>
                <a:lnTo>
                  <a:pt x="210311" y="216407"/>
                </a:lnTo>
                <a:lnTo>
                  <a:pt x="214883" y="224027"/>
                </a:lnTo>
                <a:lnTo>
                  <a:pt x="171011" y="252983"/>
                </a:lnTo>
                <a:close/>
              </a:path>
              <a:path w="562610" h="550544">
                <a:moveTo>
                  <a:pt x="413004" y="356615"/>
                </a:moveTo>
                <a:lnTo>
                  <a:pt x="382524" y="356615"/>
                </a:lnTo>
                <a:lnTo>
                  <a:pt x="382524" y="248411"/>
                </a:lnTo>
                <a:lnTo>
                  <a:pt x="413004" y="248411"/>
                </a:lnTo>
                <a:lnTo>
                  <a:pt x="413004" y="356615"/>
                </a:lnTo>
                <a:close/>
              </a:path>
              <a:path w="562610" h="550544">
                <a:moveTo>
                  <a:pt x="136879" y="498681"/>
                </a:moveTo>
                <a:lnTo>
                  <a:pt x="85915" y="498681"/>
                </a:lnTo>
                <a:lnTo>
                  <a:pt x="94488" y="498347"/>
                </a:lnTo>
                <a:lnTo>
                  <a:pt x="100250" y="496014"/>
                </a:lnTo>
                <a:lnTo>
                  <a:pt x="104012" y="491108"/>
                </a:lnTo>
                <a:lnTo>
                  <a:pt x="106060" y="483346"/>
                </a:lnTo>
                <a:lnTo>
                  <a:pt x="106679" y="472439"/>
                </a:lnTo>
                <a:lnTo>
                  <a:pt x="106679" y="291083"/>
                </a:lnTo>
                <a:lnTo>
                  <a:pt x="138683" y="291083"/>
                </a:lnTo>
                <a:lnTo>
                  <a:pt x="138683" y="489203"/>
                </a:lnTo>
                <a:lnTo>
                  <a:pt x="136879" y="498681"/>
                </a:lnTo>
                <a:close/>
              </a:path>
              <a:path w="562610" h="550544">
                <a:moveTo>
                  <a:pt x="533399" y="356615"/>
                </a:moveTo>
                <a:lnTo>
                  <a:pt x="475488" y="356615"/>
                </a:lnTo>
                <a:lnTo>
                  <a:pt x="504444" y="327659"/>
                </a:lnTo>
                <a:lnTo>
                  <a:pt x="533399" y="356615"/>
                </a:lnTo>
                <a:close/>
              </a:path>
              <a:path w="562610" h="550544">
                <a:moveTo>
                  <a:pt x="413004" y="483107"/>
                </a:moveTo>
                <a:lnTo>
                  <a:pt x="382524" y="483107"/>
                </a:lnTo>
                <a:lnTo>
                  <a:pt x="382524" y="370332"/>
                </a:lnTo>
                <a:lnTo>
                  <a:pt x="413004" y="370332"/>
                </a:lnTo>
                <a:lnTo>
                  <a:pt x="413004" y="483107"/>
                </a:lnTo>
                <a:close/>
              </a:path>
              <a:path w="562610" h="550544">
                <a:moveTo>
                  <a:pt x="548640" y="483107"/>
                </a:moveTo>
                <a:lnTo>
                  <a:pt x="484632" y="483107"/>
                </a:lnTo>
                <a:lnTo>
                  <a:pt x="516636" y="451103"/>
                </a:lnTo>
                <a:lnTo>
                  <a:pt x="548640" y="483107"/>
                </a:lnTo>
                <a:close/>
              </a:path>
              <a:path w="562610" h="550544">
                <a:moveTo>
                  <a:pt x="89915" y="550163"/>
                </a:moveTo>
                <a:lnTo>
                  <a:pt x="86772" y="536971"/>
                </a:lnTo>
                <a:lnTo>
                  <a:pt x="75056" y="524636"/>
                </a:lnTo>
                <a:lnTo>
                  <a:pt x="54768" y="512873"/>
                </a:lnTo>
                <a:lnTo>
                  <a:pt x="25907" y="501395"/>
                </a:lnTo>
                <a:lnTo>
                  <a:pt x="25907" y="492251"/>
                </a:lnTo>
                <a:lnTo>
                  <a:pt x="71627" y="497585"/>
                </a:lnTo>
                <a:lnTo>
                  <a:pt x="85915" y="498681"/>
                </a:lnTo>
                <a:lnTo>
                  <a:pt x="136879" y="498681"/>
                </a:lnTo>
                <a:lnTo>
                  <a:pt x="134707" y="510087"/>
                </a:lnTo>
                <a:lnTo>
                  <a:pt x="125158" y="527113"/>
                </a:lnTo>
                <a:lnTo>
                  <a:pt x="110180" y="540424"/>
                </a:lnTo>
                <a:lnTo>
                  <a:pt x="89915" y="550163"/>
                </a:lnTo>
                <a:close/>
              </a:path>
            </a:pathLst>
          </a:custGeom>
          <a:solidFill>
            <a:srgbClr val="3333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" name="object 4"/>
          <p:cNvSpPr/>
          <p:nvPr/>
        </p:nvSpPr>
        <p:spPr>
          <a:xfrm>
            <a:off x="2328672" y="1272539"/>
            <a:ext cx="551815" cy="561340"/>
          </a:xfrm>
          <a:custGeom>
            <a:avLst/>
            <a:gdLst/>
            <a:ahLst/>
            <a:cxnLst/>
            <a:rect l="l" t="t" r="r" b="b"/>
            <a:pathLst>
              <a:path w="551814" h="561339">
                <a:moveTo>
                  <a:pt x="306109" y="95654"/>
                </a:moveTo>
                <a:lnTo>
                  <a:pt x="300799" y="92392"/>
                </a:lnTo>
                <a:lnTo>
                  <a:pt x="296346" y="84843"/>
                </a:lnTo>
                <a:lnTo>
                  <a:pt x="292608" y="73152"/>
                </a:lnTo>
                <a:lnTo>
                  <a:pt x="287750" y="58840"/>
                </a:lnTo>
                <a:lnTo>
                  <a:pt x="280035" y="43243"/>
                </a:lnTo>
                <a:lnTo>
                  <a:pt x="269462" y="26217"/>
                </a:lnTo>
                <a:lnTo>
                  <a:pt x="256032" y="7620"/>
                </a:lnTo>
                <a:lnTo>
                  <a:pt x="263652" y="0"/>
                </a:lnTo>
                <a:lnTo>
                  <a:pt x="303657" y="24955"/>
                </a:lnTo>
                <a:lnTo>
                  <a:pt x="330708" y="54864"/>
                </a:lnTo>
                <a:lnTo>
                  <a:pt x="330708" y="67056"/>
                </a:lnTo>
                <a:lnTo>
                  <a:pt x="312420" y="94488"/>
                </a:lnTo>
                <a:lnTo>
                  <a:pt x="306109" y="95654"/>
                </a:lnTo>
                <a:close/>
              </a:path>
              <a:path w="551814" h="561339">
                <a:moveTo>
                  <a:pt x="536448" y="100584"/>
                </a:moveTo>
                <a:lnTo>
                  <a:pt x="464820" y="100584"/>
                </a:lnTo>
                <a:lnTo>
                  <a:pt x="501396" y="65532"/>
                </a:lnTo>
                <a:lnTo>
                  <a:pt x="536448" y="100584"/>
                </a:lnTo>
                <a:close/>
              </a:path>
              <a:path w="551814" h="561339">
                <a:moveTo>
                  <a:pt x="7620" y="560832"/>
                </a:moveTo>
                <a:lnTo>
                  <a:pt x="0" y="556260"/>
                </a:lnTo>
                <a:lnTo>
                  <a:pt x="23001" y="514858"/>
                </a:lnTo>
                <a:lnTo>
                  <a:pt x="41768" y="471424"/>
                </a:lnTo>
                <a:lnTo>
                  <a:pt x="56388" y="425958"/>
                </a:lnTo>
                <a:lnTo>
                  <a:pt x="66943" y="378460"/>
                </a:lnTo>
                <a:lnTo>
                  <a:pt x="73518" y="328930"/>
                </a:lnTo>
                <a:lnTo>
                  <a:pt x="76200" y="277367"/>
                </a:lnTo>
                <a:lnTo>
                  <a:pt x="76183" y="252545"/>
                </a:lnTo>
                <a:lnTo>
                  <a:pt x="76057" y="188829"/>
                </a:lnTo>
                <a:lnTo>
                  <a:pt x="75819" y="147828"/>
                </a:lnTo>
                <a:lnTo>
                  <a:pt x="74914" y="105489"/>
                </a:lnTo>
                <a:lnTo>
                  <a:pt x="73152" y="77724"/>
                </a:lnTo>
                <a:lnTo>
                  <a:pt x="112776" y="100584"/>
                </a:lnTo>
                <a:lnTo>
                  <a:pt x="536448" y="100584"/>
                </a:lnTo>
                <a:lnTo>
                  <a:pt x="551688" y="115824"/>
                </a:lnTo>
                <a:lnTo>
                  <a:pt x="111252" y="115824"/>
                </a:lnTo>
                <a:lnTo>
                  <a:pt x="111422" y="188829"/>
                </a:lnTo>
                <a:lnTo>
                  <a:pt x="110057" y="252545"/>
                </a:lnTo>
                <a:lnTo>
                  <a:pt x="107082" y="307189"/>
                </a:lnTo>
                <a:lnTo>
                  <a:pt x="102424" y="352982"/>
                </a:lnTo>
                <a:lnTo>
                  <a:pt x="84558" y="430744"/>
                </a:lnTo>
                <a:lnTo>
                  <a:pt x="66103" y="472630"/>
                </a:lnTo>
                <a:lnTo>
                  <a:pt x="40505" y="515945"/>
                </a:lnTo>
                <a:lnTo>
                  <a:pt x="7620" y="560832"/>
                </a:lnTo>
                <a:close/>
              </a:path>
            </a:pathLst>
          </a:custGeom>
          <a:solidFill>
            <a:srgbClr val="3333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" name="object 5"/>
          <p:cNvSpPr/>
          <p:nvPr/>
        </p:nvSpPr>
        <p:spPr>
          <a:xfrm>
            <a:off x="1748027" y="2520696"/>
            <a:ext cx="135890" cy="135890"/>
          </a:xfrm>
          <a:custGeom>
            <a:avLst/>
            <a:gdLst/>
            <a:ahLst/>
            <a:cxnLst/>
            <a:rect l="l" t="t" r="r" b="b"/>
            <a:pathLst>
              <a:path w="135889" h="135889">
                <a:moveTo>
                  <a:pt x="135635" y="135635"/>
                </a:moveTo>
                <a:lnTo>
                  <a:pt x="0" y="135635"/>
                </a:lnTo>
                <a:lnTo>
                  <a:pt x="0" y="0"/>
                </a:lnTo>
                <a:lnTo>
                  <a:pt x="135635" y="0"/>
                </a:lnTo>
                <a:lnTo>
                  <a:pt x="135635" y="135635"/>
                </a:lnTo>
                <a:close/>
              </a:path>
            </a:pathLst>
          </a:custGeom>
          <a:solidFill>
            <a:srgbClr val="3333C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" name="object 6"/>
          <p:cNvSpPr/>
          <p:nvPr/>
        </p:nvSpPr>
        <p:spPr>
          <a:xfrm>
            <a:off x="2119883" y="2360676"/>
            <a:ext cx="361315" cy="350520"/>
          </a:xfrm>
          <a:custGeom>
            <a:avLst/>
            <a:gdLst/>
            <a:ahLst/>
            <a:cxnLst/>
            <a:rect l="l" t="t" r="r" b="b"/>
            <a:pathLst>
              <a:path w="361314" h="350519">
                <a:moveTo>
                  <a:pt x="295656" y="99060"/>
                </a:moveTo>
                <a:lnTo>
                  <a:pt x="274320" y="99060"/>
                </a:lnTo>
                <a:lnTo>
                  <a:pt x="274320" y="47244"/>
                </a:lnTo>
                <a:lnTo>
                  <a:pt x="274081" y="33861"/>
                </a:lnTo>
                <a:lnTo>
                  <a:pt x="273558" y="21336"/>
                </a:lnTo>
                <a:lnTo>
                  <a:pt x="273034" y="9953"/>
                </a:lnTo>
                <a:lnTo>
                  <a:pt x="272796" y="0"/>
                </a:lnTo>
                <a:lnTo>
                  <a:pt x="309372" y="18288"/>
                </a:lnTo>
                <a:lnTo>
                  <a:pt x="295656" y="30480"/>
                </a:lnTo>
                <a:lnTo>
                  <a:pt x="295656" y="99060"/>
                </a:lnTo>
                <a:close/>
              </a:path>
              <a:path w="361314" h="350519">
                <a:moveTo>
                  <a:pt x="24384" y="67056"/>
                </a:moveTo>
                <a:lnTo>
                  <a:pt x="10668" y="53340"/>
                </a:lnTo>
                <a:lnTo>
                  <a:pt x="131064" y="53340"/>
                </a:lnTo>
                <a:lnTo>
                  <a:pt x="143256" y="38100"/>
                </a:lnTo>
                <a:lnTo>
                  <a:pt x="169163" y="59436"/>
                </a:lnTo>
                <a:lnTo>
                  <a:pt x="165353" y="62484"/>
                </a:lnTo>
                <a:lnTo>
                  <a:pt x="60960" y="62484"/>
                </a:lnTo>
                <a:lnTo>
                  <a:pt x="51601" y="62769"/>
                </a:lnTo>
                <a:lnTo>
                  <a:pt x="42100" y="63627"/>
                </a:lnTo>
                <a:lnTo>
                  <a:pt x="32885" y="65055"/>
                </a:lnTo>
                <a:lnTo>
                  <a:pt x="24384" y="67056"/>
                </a:lnTo>
                <a:close/>
              </a:path>
              <a:path w="361314" h="350519">
                <a:moveTo>
                  <a:pt x="120529" y="166116"/>
                </a:moveTo>
                <a:lnTo>
                  <a:pt x="99060" y="166116"/>
                </a:lnTo>
                <a:lnTo>
                  <a:pt x="107061" y="144994"/>
                </a:lnTo>
                <a:lnTo>
                  <a:pt x="115062" y="120586"/>
                </a:lnTo>
                <a:lnTo>
                  <a:pt x="123063" y="93035"/>
                </a:lnTo>
                <a:lnTo>
                  <a:pt x="131064" y="62484"/>
                </a:lnTo>
                <a:lnTo>
                  <a:pt x="165353" y="62484"/>
                </a:lnTo>
                <a:lnTo>
                  <a:pt x="153924" y="71628"/>
                </a:lnTo>
                <a:lnTo>
                  <a:pt x="143637" y="103608"/>
                </a:lnTo>
                <a:lnTo>
                  <a:pt x="133350" y="133159"/>
                </a:lnTo>
                <a:lnTo>
                  <a:pt x="123063" y="160139"/>
                </a:lnTo>
                <a:lnTo>
                  <a:pt x="120529" y="166116"/>
                </a:lnTo>
                <a:close/>
              </a:path>
              <a:path w="361314" h="350519">
                <a:moveTo>
                  <a:pt x="164592" y="112776"/>
                </a:moveTo>
                <a:lnTo>
                  <a:pt x="150876" y="99060"/>
                </a:lnTo>
                <a:lnTo>
                  <a:pt x="312420" y="99060"/>
                </a:lnTo>
                <a:lnTo>
                  <a:pt x="332231" y="79248"/>
                </a:lnTo>
                <a:lnTo>
                  <a:pt x="361188" y="108204"/>
                </a:lnTo>
                <a:lnTo>
                  <a:pt x="202692" y="108204"/>
                </a:lnTo>
                <a:lnTo>
                  <a:pt x="192666" y="108489"/>
                </a:lnTo>
                <a:lnTo>
                  <a:pt x="183070" y="109347"/>
                </a:lnTo>
                <a:lnTo>
                  <a:pt x="173759" y="110775"/>
                </a:lnTo>
                <a:lnTo>
                  <a:pt x="164592" y="112776"/>
                </a:lnTo>
                <a:close/>
              </a:path>
              <a:path w="361314" h="350519">
                <a:moveTo>
                  <a:pt x="1524" y="320040"/>
                </a:moveTo>
                <a:lnTo>
                  <a:pt x="0" y="312420"/>
                </a:lnTo>
                <a:lnTo>
                  <a:pt x="13692" y="298370"/>
                </a:lnTo>
                <a:lnTo>
                  <a:pt x="27241" y="283464"/>
                </a:lnTo>
                <a:lnTo>
                  <a:pt x="53340" y="249935"/>
                </a:lnTo>
                <a:lnTo>
                  <a:pt x="75247" y="215455"/>
                </a:lnTo>
                <a:lnTo>
                  <a:pt x="91440" y="184404"/>
                </a:lnTo>
                <a:lnTo>
                  <a:pt x="71151" y="155590"/>
                </a:lnTo>
                <a:lnTo>
                  <a:pt x="53721" y="131064"/>
                </a:lnTo>
                <a:lnTo>
                  <a:pt x="39147" y="111109"/>
                </a:lnTo>
                <a:lnTo>
                  <a:pt x="27432" y="96012"/>
                </a:lnTo>
                <a:lnTo>
                  <a:pt x="32004" y="91440"/>
                </a:lnTo>
                <a:lnTo>
                  <a:pt x="49125" y="109751"/>
                </a:lnTo>
                <a:lnTo>
                  <a:pt x="66103" y="128206"/>
                </a:lnTo>
                <a:lnTo>
                  <a:pt x="82796" y="146946"/>
                </a:lnTo>
                <a:lnTo>
                  <a:pt x="99060" y="166116"/>
                </a:lnTo>
                <a:lnTo>
                  <a:pt x="120529" y="166116"/>
                </a:lnTo>
                <a:lnTo>
                  <a:pt x="112776" y="184404"/>
                </a:lnTo>
                <a:lnTo>
                  <a:pt x="125259" y="202692"/>
                </a:lnTo>
                <a:lnTo>
                  <a:pt x="103632" y="202692"/>
                </a:lnTo>
                <a:lnTo>
                  <a:pt x="95940" y="216646"/>
                </a:lnTo>
                <a:lnTo>
                  <a:pt x="86677" y="230886"/>
                </a:lnTo>
                <a:lnTo>
                  <a:pt x="75985" y="245125"/>
                </a:lnTo>
                <a:lnTo>
                  <a:pt x="64008" y="259080"/>
                </a:lnTo>
                <a:lnTo>
                  <a:pt x="51458" y="273962"/>
                </a:lnTo>
                <a:lnTo>
                  <a:pt x="36766" y="288988"/>
                </a:lnTo>
                <a:lnTo>
                  <a:pt x="20073" y="304299"/>
                </a:lnTo>
                <a:lnTo>
                  <a:pt x="1524" y="320040"/>
                </a:lnTo>
                <a:close/>
              </a:path>
              <a:path w="361314" h="350519">
                <a:moveTo>
                  <a:pt x="295371" y="312420"/>
                </a:moveTo>
                <a:lnTo>
                  <a:pt x="263651" y="312420"/>
                </a:lnTo>
                <a:lnTo>
                  <a:pt x="271272" y="310896"/>
                </a:lnTo>
                <a:lnTo>
                  <a:pt x="274320" y="306323"/>
                </a:lnTo>
                <a:lnTo>
                  <a:pt x="274320" y="108204"/>
                </a:lnTo>
                <a:lnTo>
                  <a:pt x="295656" y="108204"/>
                </a:lnTo>
                <a:lnTo>
                  <a:pt x="295620" y="311086"/>
                </a:lnTo>
                <a:lnTo>
                  <a:pt x="295371" y="312420"/>
                </a:lnTo>
                <a:close/>
              </a:path>
              <a:path w="361314" h="350519">
                <a:moveTo>
                  <a:pt x="210311" y="233171"/>
                </a:moveTo>
                <a:lnTo>
                  <a:pt x="205740" y="233171"/>
                </a:lnTo>
                <a:lnTo>
                  <a:pt x="202692" y="227076"/>
                </a:lnTo>
                <a:lnTo>
                  <a:pt x="202692" y="211835"/>
                </a:lnTo>
                <a:lnTo>
                  <a:pt x="199263" y="197262"/>
                </a:lnTo>
                <a:lnTo>
                  <a:pt x="193548" y="180975"/>
                </a:lnTo>
                <a:lnTo>
                  <a:pt x="185497" y="162877"/>
                </a:lnTo>
                <a:lnTo>
                  <a:pt x="175260" y="143256"/>
                </a:lnTo>
                <a:lnTo>
                  <a:pt x="179832" y="140208"/>
                </a:lnTo>
                <a:lnTo>
                  <a:pt x="214550" y="172140"/>
                </a:lnTo>
                <a:lnTo>
                  <a:pt x="227075" y="196596"/>
                </a:lnTo>
                <a:lnTo>
                  <a:pt x="227075" y="210312"/>
                </a:lnTo>
                <a:lnTo>
                  <a:pt x="224028" y="216408"/>
                </a:lnTo>
                <a:lnTo>
                  <a:pt x="219456" y="224028"/>
                </a:lnTo>
                <a:lnTo>
                  <a:pt x="210311" y="233171"/>
                </a:lnTo>
                <a:close/>
              </a:path>
              <a:path w="361314" h="350519">
                <a:moveTo>
                  <a:pt x="143256" y="304800"/>
                </a:moveTo>
                <a:lnTo>
                  <a:pt x="141732" y="304800"/>
                </a:lnTo>
                <a:lnTo>
                  <a:pt x="139207" y="303085"/>
                </a:lnTo>
                <a:lnTo>
                  <a:pt x="136398" y="297942"/>
                </a:lnTo>
                <a:lnTo>
                  <a:pt x="133588" y="289369"/>
                </a:lnTo>
                <a:lnTo>
                  <a:pt x="131064" y="277368"/>
                </a:lnTo>
                <a:lnTo>
                  <a:pt x="126777" y="261627"/>
                </a:lnTo>
                <a:lnTo>
                  <a:pt x="120777" y="244030"/>
                </a:lnTo>
                <a:lnTo>
                  <a:pt x="113061" y="224432"/>
                </a:lnTo>
                <a:lnTo>
                  <a:pt x="103632" y="202692"/>
                </a:lnTo>
                <a:lnTo>
                  <a:pt x="125259" y="202692"/>
                </a:lnTo>
                <a:lnTo>
                  <a:pt x="145351" y="236910"/>
                </a:lnTo>
                <a:lnTo>
                  <a:pt x="155448" y="280416"/>
                </a:lnTo>
                <a:lnTo>
                  <a:pt x="155448" y="289559"/>
                </a:lnTo>
                <a:lnTo>
                  <a:pt x="152400" y="295656"/>
                </a:lnTo>
                <a:lnTo>
                  <a:pt x="143256" y="304800"/>
                </a:lnTo>
                <a:close/>
              </a:path>
              <a:path w="361314" h="350519">
                <a:moveTo>
                  <a:pt x="262128" y="350520"/>
                </a:moveTo>
                <a:lnTo>
                  <a:pt x="258699" y="341376"/>
                </a:lnTo>
                <a:lnTo>
                  <a:pt x="248412" y="332232"/>
                </a:lnTo>
                <a:lnTo>
                  <a:pt x="231267" y="323088"/>
                </a:lnTo>
                <a:lnTo>
                  <a:pt x="207263" y="313944"/>
                </a:lnTo>
                <a:lnTo>
                  <a:pt x="207263" y="306323"/>
                </a:lnTo>
                <a:lnTo>
                  <a:pt x="228076" y="309205"/>
                </a:lnTo>
                <a:lnTo>
                  <a:pt x="244602" y="311086"/>
                </a:lnTo>
                <a:lnTo>
                  <a:pt x="256555" y="312110"/>
                </a:lnTo>
                <a:lnTo>
                  <a:pt x="263651" y="312420"/>
                </a:lnTo>
                <a:lnTo>
                  <a:pt x="295371" y="312420"/>
                </a:lnTo>
                <a:lnTo>
                  <a:pt x="293417" y="322873"/>
                </a:lnTo>
                <a:lnTo>
                  <a:pt x="286893" y="333565"/>
                </a:lnTo>
                <a:lnTo>
                  <a:pt x="276367" y="342828"/>
                </a:lnTo>
                <a:lnTo>
                  <a:pt x="262128" y="3505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" name="object 7"/>
          <p:cNvSpPr/>
          <p:nvPr/>
        </p:nvSpPr>
        <p:spPr>
          <a:xfrm>
            <a:off x="2528316" y="2357627"/>
            <a:ext cx="318770" cy="355600"/>
          </a:xfrm>
          <a:custGeom>
            <a:avLst/>
            <a:gdLst/>
            <a:ahLst/>
            <a:cxnLst/>
            <a:rect l="l" t="t" r="r" b="b"/>
            <a:pathLst>
              <a:path w="318769" h="355600">
                <a:moveTo>
                  <a:pt x="288417" y="13716"/>
                </a:moveTo>
                <a:lnTo>
                  <a:pt x="260604" y="13716"/>
                </a:lnTo>
                <a:lnTo>
                  <a:pt x="271272" y="0"/>
                </a:lnTo>
                <a:lnTo>
                  <a:pt x="288417" y="13716"/>
                </a:lnTo>
                <a:close/>
              </a:path>
              <a:path w="318769" h="355600">
                <a:moveTo>
                  <a:pt x="50292" y="175260"/>
                </a:moveTo>
                <a:lnTo>
                  <a:pt x="51411" y="156972"/>
                </a:lnTo>
                <a:lnTo>
                  <a:pt x="52387" y="136398"/>
                </a:lnTo>
                <a:lnTo>
                  <a:pt x="53078" y="113538"/>
                </a:lnTo>
                <a:lnTo>
                  <a:pt x="53340" y="88392"/>
                </a:lnTo>
                <a:lnTo>
                  <a:pt x="53316" y="63031"/>
                </a:lnTo>
                <a:lnTo>
                  <a:pt x="53149" y="39814"/>
                </a:lnTo>
                <a:lnTo>
                  <a:pt x="52777" y="22859"/>
                </a:lnTo>
                <a:lnTo>
                  <a:pt x="52653" y="18288"/>
                </a:lnTo>
                <a:lnTo>
                  <a:pt x="51816" y="1524"/>
                </a:lnTo>
                <a:lnTo>
                  <a:pt x="73152" y="13716"/>
                </a:lnTo>
                <a:lnTo>
                  <a:pt x="288417" y="13716"/>
                </a:lnTo>
                <a:lnTo>
                  <a:pt x="294132" y="18288"/>
                </a:lnTo>
                <a:lnTo>
                  <a:pt x="289560" y="22859"/>
                </a:lnTo>
                <a:lnTo>
                  <a:pt x="73152" y="22859"/>
                </a:lnTo>
                <a:lnTo>
                  <a:pt x="73152" y="79248"/>
                </a:lnTo>
                <a:lnTo>
                  <a:pt x="283464" y="79248"/>
                </a:lnTo>
                <a:lnTo>
                  <a:pt x="283464" y="88392"/>
                </a:lnTo>
                <a:lnTo>
                  <a:pt x="73152" y="88392"/>
                </a:lnTo>
                <a:lnTo>
                  <a:pt x="73152" y="143256"/>
                </a:lnTo>
                <a:lnTo>
                  <a:pt x="283936" y="143256"/>
                </a:lnTo>
                <a:lnTo>
                  <a:pt x="284106" y="148113"/>
                </a:lnTo>
                <a:lnTo>
                  <a:pt x="284388" y="152400"/>
                </a:lnTo>
                <a:lnTo>
                  <a:pt x="73152" y="152400"/>
                </a:lnTo>
                <a:lnTo>
                  <a:pt x="73152" y="166116"/>
                </a:lnTo>
                <a:lnTo>
                  <a:pt x="50292" y="175260"/>
                </a:lnTo>
                <a:close/>
              </a:path>
              <a:path w="318769" h="355600">
                <a:moveTo>
                  <a:pt x="175260" y="79248"/>
                </a:moveTo>
                <a:lnTo>
                  <a:pt x="155448" y="79248"/>
                </a:lnTo>
                <a:lnTo>
                  <a:pt x="155448" y="22859"/>
                </a:lnTo>
                <a:lnTo>
                  <a:pt x="175260" y="22859"/>
                </a:lnTo>
                <a:lnTo>
                  <a:pt x="175260" y="79248"/>
                </a:lnTo>
                <a:close/>
              </a:path>
              <a:path w="318769" h="355600">
                <a:moveTo>
                  <a:pt x="283464" y="79248"/>
                </a:moveTo>
                <a:lnTo>
                  <a:pt x="262128" y="79248"/>
                </a:lnTo>
                <a:lnTo>
                  <a:pt x="262128" y="22859"/>
                </a:lnTo>
                <a:lnTo>
                  <a:pt x="289560" y="22859"/>
                </a:lnTo>
                <a:lnTo>
                  <a:pt x="283464" y="28956"/>
                </a:lnTo>
                <a:lnTo>
                  <a:pt x="283464" y="79248"/>
                </a:lnTo>
                <a:close/>
              </a:path>
              <a:path w="318769" h="355600">
                <a:moveTo>
                  <a:pt x="175260" y="143256"/>
                </a:moveTo>
                <a:lnTo>
                  <a:pt x="155448" y="143256"/>
                </a:lnTo>
                <a:lnTo>
                  <a:pt x="155448" y="88392"/>
                </a:lnTo>
                <a:lnTo>
                  <a:pt x="175260" y="88392"/>
                </a:lnTo>
                <a:lnTo>
                  <a:pt x="175260" y="143256"/>
                </a:lnTo>
                <a:close/>
              </a:path>
              <a:path w="318769" h="355600">
                <a:moveTo>
                  <a:pt x="283936" y="143256"/>
                </a:moveTo>
                <a:lnTo>
                  <a:pt x="262128" y="143256"/>
                </a:lnTo>
                <a:lnTo>
                  <a:pt x="262128" y="88392"/>
                </a:lnTo>
                <a:lnTo>
                  <a:pt x="283464" y="88392"/>
                </a:lnTo>
                <a:lnTo>
                  <a:pt x="283487" y="122967"/>
                </a:lnTo>
                <a:lnTo>
                  <a:pt x="283654" y="135255"/>
                </a:lnTo>
                <a:lnTo>
                  <a:pt x="283936" y="143256"/>
                </a:lnTo>
                <a:close/>
              </a:path>
              <a:path w="318769" h="355600">
                <a:moveTo>
                  <a:pt x="262128" y="169164"/>
                </a:moveTo>
                <a:lnTo>
                  <a:pt x="262128" y="152400"/>
                </a:lnTo>
                <a:lnTo>
                  <a:pt x="284388" y="152400"/>
                </a:lnTo>
                <a:lnTo>
                  <a:pt x="284988" y="161544"/>
                </a:lnTo>
                <a:lnTo>
                  <a:pt x="262128" y="169164"/>
                </a:lnTo>
                <a:close/>
              </a:path>
              <a:path w="318769" h="355600">
                <a:moveTo>
                  <a:pt x="172212" y="207264"/>
                </a:moveTo>
                <a:lnTo>
                  <a:pt x="150876" y="207264"/>
                </a:lnTo>
                <a:lnTo>
                  <a:pt x="152638" y="191000"/>
                </a:lnTo>
                <a:lnTo>
                  <a:pt x="153543" y="176593"/>
                </a:lnTo>
                <a:lnTo>
                  <a:pt x="153824" y="166116"/>
                </a:lnTo>
                <a:lnTo>
                  <a:pt x="153924" y="153924"/>
                </a:lnTo>
                <a:lnTo>
                  <a:pt x="188976" y="172212"/>
                </a:lnTo>
                <a:lnTo>
                  <a:pt x="178308" y="179832"/>
                </a:lnTo>
                <a:lnTo>
                  <a:pt x="175831" y="192976"/>
                </a:lnTo>
                <a:lnTo>
                  <a:pt x="174236" y="200191"/>
                </a:lnTo>
                <a:lnTo>
                  <a:pt x="172212" y="207264"/>
                </a:lnTo>
                <a:close/>
              </a:path>
              <a:path w="318769" h="355600">
                <a:moveTo>
                  <a:pt x="32004" y="220980"/>
                </a:moveTo>
                <a:lnTo>
                  <a:pt x="18288" y="207264"/>
                </a:lnTo>
                <a:lnTo>
                  <a:pt x="281940" y="207264"/>
                </a:lnTo>
                <a:lnTo>
                  <a:pt x="294132" y="192024"/>
                </a:lnTo>
                <a:lnTo>
                  <a:pt x="318516" y="213360"/>
                </a:lnTo>
                <a:lnTo>
                  <a:pt x="313944" y="216408"/>
                </a:lnTo>
                <a:lnTo>
                  <a:pt x="68580" y="216408"/>
                </a:lnTo>
                <a:lnTo>
                  <a:pt x="58578" y="216693"/>
                </a:lnTo>
                <a:lnTo>
                  <a:pt x="49149" y="217551"/>
                </a:lnTo>
                <a:lnTo>
                  <a:pt x="40290" y="218979"/>
                </a:lnTo>
                <a:lnTo>
                  <a:pt x="32004" y="220980"/>
                </a:lnTo>
                <a:close/>
              </a:path>
              <a:path w="318769" h="355600">
                <a:moveTo>
                  <a:pt x="1524" y="355092"/>
                </a:moveTo>
                <a:lnTo>
                  <a:pt x="0" y="350520"/>
                </a:lnTo>
                <a:lnTo>
                  <a:pt x="30289" y="339685"/>
                </a:lnTo>
                <a:lnTo>
                  <a:pt x="57150" y="327850"/>
                </a:lnTo>
                <a:lnTo>
                  <a:pt x="100584" y="301752"/>
                </a:lnTo>
                <a:lnTo>
                  <a:pt x="130111" y="266509"/>
                </a:lnTo>
                <a:lnTo>
                  <a:pt x="149352" y="216408"/>
                </a:lnTo>
                <a:lnTo>
                  <a:pt x="170688" y="216408"/>
                </a:lnTo>
                <a:lnTo>
                  <a:pt x="150304" y="271653"/>
                </a:lnTo>
                <a:lnTo>
                  <a:pt x="117348" y="310896"/>
                </a:lnTo>
                <a:lnTo>
                  <a:pt x="68008" y="337566"/>
                </a:lnTo>
                <a:lnTo>
                  <a:pt x="36980" y="347329"/>
                </a:lnTo>
                <a:lnTo>
                  <a:pt x="1524" y="355092"/>
                </a:lnTo>
                <a:close/>
              </a:path>
              <a:path w="318769" h="355600">
                <a:moveTo>
                  <a:pt x="282484" y="317849"/>
                </a:moveTo>
                <a:lnTo>
                  <a:pt x="248316" y="317849"/>
                </a:lnTo>
                <a:lnTo>
                  <a:pt x="256032" y="316992"/>
                </a:lnTo>
                <a:lnTo>
                  <a:pt x="260342" y="313324"/>
                </a:lnTo>
                <a:lnTo>
                  <a:pt x="273819" y="275129"/>
                </a:lnTo>
                <a:lnTo>
                  <a:pt x="283464" y="216408"/>
                </a:lnTo>
                <a:lnTo>
                  <a:pt x="313944" y="216408"/>
                </a:lnTo>
                <a:lnTo>
                  <a:pt x="304800" y="222504"/>
                </a:lnTo>
                <a:lnTo>
                  <a:pt x="300251" y="249697"/>
                </a:lnTo>
                <a:lnTo>
                  <a:pt x="295846" y="272034"/>
                </a:lnTo>
                <a:lnTo>
                  <a:pt x="291726" y="289798"/>
                </a:lnTo>
                <a:lnTo>
                  <a:pt x="288036" y="303276"/>
                </a:lnTo>
                <a:lnTo>
                  <a:pt x="284345" y="313848"/>
                </a:lnTo>
                <a:lnTo>
                  <a:pt x="282484" y="317849"/>
                </a:lnTo>
                <a:close/>
              </a:path>
              <a:path w="318769" h="355600">
                <a:moveTo>
                  <a:pt x="230124" y="350520"/>
                </a:moveTo>
                <a:lnTo>
                  <a:pt x="229004" y="339613"/>
                </a:lnTo>
                <a:lnTo>
                  <a:pt x="221170" y="329565"/>
                </a:lnTo>
                <a:lnTo>
                  <a:pt x="206763" y="320087"/>
                </a:lnTo>
                <a:lnTo>
                  <a:pt x="185928" y="310896"/>
                </a:lnTo>
                <a:lnTo>
                  <a:pt x="187452" y="303276"/>
                </a:lnTo>
                <a:lnTo>
                  <a:pt x="214026" y="310991"/>
                </a:lnTo>
                <a:lnTo>
                  <a:pt x="234315" y="315849"/>
                </a:lnTo>
                <a:lnTo>
                  <a:pt x="248316" y="317849"/>
                </a:lnTo>
                <a:lnTo>
                  <a:pt x="282484" y="317849"/>
                </a:lnTo>
                <a:lnTo>
                  <a:pt x="280225" y="322707"/>
                </a:lnTo>
                <a:lnTo>
                  <a:pt x="244697" y="347710"/>
                </a:lnTo>
                <a:lnTo>
                  <a:pt x="230124" y="3505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2907779" y="2357627"/>
            <a:ext cx="744220" cy="350520"/>
          </a:xfrm>
          <a:custGeom>
            <a:avLst/>
            <a:gdLst/>
            <a:ahLst/>
            <a:cxnLst/>
            <a:rect l="l" t="t" r="r" b="b"/>
            <a:pathLst>
              <a:path w="744220" h="350519">
                <a:moveTo>
                  <a:pt x="356616" y="313944"/>
                </a:moveTo>
                <a:lnTo>
                  <a:pt x="312420" y="297751"/>
                </a:lnTo>
                <a:lnTo>
                  <a:pt x="272796" y="266700"/>
                </a:lnTo>
                <a:lnTo>
                  <a:pt x="238506" y="223266"/>
                </a:lnTo>
                <a:lnTo>
                  <a:pt x="213360" y="170688"/>
                </a:lnTo>
                <a:lnTo>
                  <a:pt x="193929" y="107823"/>
                </a:lnTo>
                <a:lnTo>
                  <a:pt x="181356" y="33528"/>
                </a:lnTo>
                <a:lnTo>
                  <a:pt x="196596" y="19812"/>
                </a:lnTo>
                <a:lnTo>
                  <a:pt x="150876" y="0"/>
                </a:lnTo>
                <a:lnTo>
                  <a:pt x="149733" y="69723"/>
                </a:lnTo>
                <a:lnTo>
                  <a:pt x="141732" y="141732"/>
                </a:lnTo>
                <a:lnTo>
                  <a:pt x="124587" y="206121"/>
                </a:lnTo>
                <a:lnTo>
                  <a:pt x="96012" y="259080"/>
                </a:lnTo>
                <a:lnTo>
                  <a:pt x="56007" y="303657"/>
                </a:lnTo>
                <a:lnTo>
                  <a:pt x="0" y="345948"/>
                </a:lnTo>
                <a:lnTo>
                  <a:pt x="3048" y="350520"/>
                </a:lnTo>
                <a:lnTo>
                  <a:pt x="60198" y="319659"/>
                </a:lnTo>
                <a:lnTo>
                  <a:pt x="103632" y="281940"/>
                </a:lnTo>
                <a:lnTo>
                  <a:pt x="134683" y="238696"/>
                </a:lnTo>
                <a:lnTo>
                  <a:pt x="155448" y="192024"/>
                </a:lnTo>
                <a:lnTo>
                  <a:pt x="168402" y="136017"/>
                </a:lnTo>
                <a:lnTo>
                  <a:pt x="176784" y="68580"/>
                </a:lnTo>
                <a:lnTo>
                  <a:pt x="181673" y="105422"/>
                </a:lnTo>
                <a:lnTo>
                  <a:pt x="193725" y="166522"/>
                </a:lnTo>
                <a:lnTo>
                  <a:pt x="210654" y="212813"/>
                </a:lnTo>
                <a:lnTo>
                  <a:pt x="232460" y="254584"/>
                </a:lnTo>
                <a:lnTo>
                  <a:pt x="259702" y="293179"/>
                </a:lnTo>
                <a:lnTo>
                  <a:pt x="292950" y="327469"/>
                </a:lnTo>
                <a:lnTo>
                  <a:pt x="312420" y="342900"/>
                </a:lnTo>
                <a:lnTo>
                  <a:pt x="320192" y="333781"/>
                </a:lnTo>
                <a:lnTo>
                  <a:pt x="329946" y="327088"/>
                </a:lnTo>
                <a:lnTo>
                  <a:pt x="341998" y="322973"/>
                </a:lnTo>
                <a:lnTo>
                  <a:pt x="356616" y="321564"/>
                </a:lnTo>
                <a:lnTo>
                  <a:pt x="356616" y="313944"/>
                </a:lnTo>
                <a:close/>
              </a:path>
              <a:path w="744220" h="350519">
                <a:moveTo>
                  <a:pt x="743724" y="41148"/>
                </a:moveTo>
                <a:lnTo>
                  <a:pt x="713244" y="10668"/>
                </a:lnTo>
                <a:lnTo>
                  <a:pt x="688860" y="32004"/>
                </a:lnTo>
                <a:lnTo>
                  <a:pt x="388632" y="32004"/>
                </a:lnTo>
                <a:lnTo>
                  <a:pt x="402348" y="45720"/>
                </a:lnTo>
                <a:lnTo>
                  <a:pt x="411505" y="43726"/>
                </a:lnTo>
                <a:lnTo>
                  <a:pt x="420827" y="42291"/>
                </a:lnTo>
                <a:lnTo>
                  <a:pt x="430415" y="41440"/>
                </a:lnTo>
                <a:lnTo>
                  <a:pt x="440448" y="41148"/>
                </a:lnTo>
                <a:lnTo>
                  <a:pt x="551700" y="41148"/>
                </a:lnTo>
                <a:lnTo>
                  <a:pt x="531888" y="111252"/>
                </a:lnTo>
                <a:lnTo>
                  <a:pt x="455688" y="111252"/>
                </a:lnTo>
                <a:lnTo>
                  <a:pt x="432828" y="97536"/>
                </a:lnTo>
                <a:lnTo>
                  <a:pt x="434111" y="166979"/>
                </a:lnTo>
                <a:lnTo>
                  <a:pt x="434352" y="202692"/>
                </a:lnTo>
                <a:lnTo>
                  <a:pt x="434111" y="240728"/>
                </a:lnTo>
                <a:lnTo>
                  <a:pt x="433057" y="312216"/>
                </a:lnTo>
                <a:lnTo>
                  <a:pt x="432828" y="345948"/>
                </a:lnTo>
                <a:lnTo>
                  <a:pt x="455688" y="330708"/>
                </a:lnTo>
                <a:lnTo>
                  <a:pt x="455688" y="120396"/>
                </a:lnTo>
                <a:lnTo>
                  <a:pt x="515124" y="120396"/>
                </a:lnTo>
                <a:lnTo>
                  <a:pt x="515124" y="329184"/>
                </a:lnTo>
                <a:lnTo>
                  <a:pt x="534936" y="320040"/>
                </a:lnTo>
                <a:lnTo>
                  <a:pt x="534936" y="120396"/>
                </a:lnTo>
                <a:lnTo>
                  <a:pt x="594372" y="120396"/>
                </a:lnTo>
                <a:lnTo>
                  <a:pt x="594372" y="326136"/>
                </a:lnTo>
                <a:lnTo>
                  <a:pt x="614184" y="318516"/>
                </a:lnTo>
                <a:lnTo>
                  <a:pt x="614184" y="120396"/>
                </a:lnTo>
                <a:lnTo>
                  <a:pt x="679716" y="120396"/>
                </a:lnTo>
                <a:lnTo>
                  <a:pt x="679716" y="307848"/>
                </a:lnTo>
                <a:lnTo>
                  <a:pt x="678192" y="312420"/>
                </a:lnTo>
                <a:lnTo>
                  <a:pt x="673620" y="315468"/>
                </a:lnTo>
                <a:lnTo>
                  <a:pt x="668782" y="316064"/>
                </a:lnTo>
                <a:lnTo>
                  <a:pt x="658952" y="315658"/>
                </a:lnTo>
                <a:lnTo>
                  <a:pt x="644258" y="314401"/>
                </a:lnTo>
                <a:lnTo>
                  <a:pt x="624852" y="312420"/>
                </a:lnTo>
                <a:lnTo>
                  <a:pt x="624852" y="318516"/>
                </a:lnTo>
                <a:lnTo>
                  <a:pt x="641400" y="324802"/>
                </a:lnTo>
                <a:lnTo>
                  <a:pt x="654380" y="332232"/>
                </a:lnTo>
                <a:lnTo>
                  <a:pt x="663638" y="340804"/>
                </a:lnTo>
                <a:lnTo>
                  <a:pt x="669048" y="350520"/>
                </a:lnTo>
                <a:lnTo>
                  <a:pt x="678446" y="345973"/>
                </a:lnTo>
                <a:lnTo>
                  <a:pt x="701052" y="307848"/>
                </a:lnTo>
                <a:lnTo>
                  <a:pt x="701052" y="129540"/>
                </a:lnTo>
                <a:lnTo>
                  <a:pt x="717816" y="118872"/>
                </a:lnTo>
                <a:lnTo>
                  <a:pt x="690384" y="96012"/>
                </a:lnTo>
                <a:lnTo>
                  <a:pt x="678192" y="111252"/>
                </a:lnTo>
                <a:lnTo>
                  <a:pt x="539508" y="111252"/>
                </a:lnTo>
                <a:lnTo>
                  <a:pt x="554342" y="86156"/>
                </a:lnTo>
                <a:lnTo>
                  <a:pt x="566750" y="65913"/>
                </a:lnTo>
                <a:lnTo>
                  <a:pt x="576580" y="50825"/>
                </a:lnTo>
                <a:lnTo>
                  <a:pt x="583704" y="41148"/>
                </a:lnTo>
                <a:lnTo>
                  <a:pt x="743724" y="4114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3703320" y="2354579"/>
            <a:ext cx="330835" cy="356870"/>
          </a:xfrm>
          <a:custGeom>
            <a:avLst/>
            <a:gdLst/>
            <a:ahLst/>
            <a:cxnLst/>
            <a:rect l="l" t="t" r="r" b="b"/>
            <a:pathLst>
              <a:path w="330835" h="356869">
                <a:moveTo>
                  <a:pt x="169164" y="62484"/>
                </a:moveTo>
                <a:lnTo>
                  <a:pt x="164592" y="62484"/>
                </a:lnTo>
                <a:lnTo>
                  <a:pt x="161544" y="57912"/>
                </a:lnTo>
                <a:lnTo>
                  <a:pt x="158496" y="47244"/>
                </a:lnTo>
                <a:lnTo>
                  <a:pt x="154233" y="36933"/>
                </a:lnTo>
                <a:lnTo>
                  <a:pt x="148399" y="26479"/>
                </a:lnTo>
                <a:lnTo>
                  <a:pt x="141136" y="15740"/>
                </a:lnTo>
                <a:lnTo>
                  <a:pt x="132588" y="4572"/>
                </a:lnTo>
                <a:lnTo>
                  <a:pt x="135636" y="0"/>
                </a:lnTo>
                <a:lnTo>
                  <a:pt x="170688" y="17907"/>
                </a:lnTo>
                <a:lnTo>
                  <a:pt x="184404" y="44196"/>
                </a:lnTo>
                <a:lnTo>
                  <a:pt x="181356" y="50292"/>
                </a:lnTo>
                <a:lnTo>
                  <a:pt x="169164" y="62484"/>
                </a:lnTo>
                <a:close/>
              </a:path>
              <a:path w="330835" h="356869">
                <a:moveTo>
                  <a:pt x="13716" y="82296"/>
                </a:moveTo>
                <a:lnTo>
                  <a:pt x="0" y="68580"/>
                </a:lnTo>
                <a:lnTo>
                  <a:pt x="278892" y="68580"/>
                </a:lnTo>
                <a:lnTo>
                  <a:pt x="300228" y="47244"/>
                </a:lnTo>
                <a:lnTo>
                  <a:pt x="330708" y="77724"/>
                </a:lnTo>
                <a:lnTo>
                  <a:pt x="42672" y="77724"/>
                </a:lnTo>
                <a:lnTo>
                  <a:pt x="34932" y="78009"/>
                </a:lnTo>
                <a:lnTo>
                  <a:pt x="27622" y="78867"/>
                </a:lnTo>
                <a:lnTo>
                  <a:pt x="20597" y="80295"/>
                </a:lnTo>
                <a:lnTo>
                  <a:pt x="13716" y="82296"/>
                </a:lnTo>
                <a:close/>
              </a:path>
              <a:path w="330835" h="356869">
                <a:moveTo>
                  <a:pt x="65532" y="135636"/>
                </a:moveTo>
                <a:lnTo>
                  <a:pt x="51816" y="121920"/>
                </a:lnTo>
                <a:lnTo>
                  <a:pt x="234696" y="121920"/>
                </a:lnTo>
                <a:lnTo>
                  <a:pt x="256032" y="100584"/>
                </a:lnTo>
                <a:lnTo>
                  <a:pt x="286512" y="131064"/>
                </a:lnTo>
                <a:lnTo>
                  <a:pt x="96012" y="131064"/>
                </a:lnTo>
                <a:lnTo>
                  <a:pt x="88249" y="131349"/>
                </a:lnTo>
                <a:lnTo>
                  <a:pt x="80772" y="132207"/>
                </a:lnTo>
                <a:lnTo>
                  <a:pt x="73294" y="133635"/>
                </a:lnTo>
                <a:lnTo>
                  <a:pt x="65532" y="135636"/>
                </a:lnTo>
                <a:close/>
              </a:path>
              <a:path w="330835" h="356869">
                <a:moveTo>
                  <a:pt x="62484" y="195072"/>
                </a:moveTo>
                <a:lnTo>
                  <a:pt x="50292" y="181356"/>
                </a:lnTo>
                <a:lnTo>
                  <a:pt x="240792" y="181356"/>
                </a:lnTo>
                <a:lnTo>
                  <a:pt x="260604" y="161543"/>
                </a:lnTo>
                <a:lnTo>
                  <a:pt x="289560" y="190500"/>
                </a:lnTo>
                <a:lnTo>
                  <a:pt x="94488" y="190500"/>
                </a:lnTo>
                <a:lnTo>
                  <a:pt x="85844" y="190785"/>
                </a:lnTo>
                <a:lnTo>
                  <a:pt x="77914" y="191643"/>
                </a:lnTo>
                <a:lnTo>
                  <a:pt x="70270" y="193071"/>
                </a:lnTo>
                <a:lnTo>
                  <a:pt x="62484" y="195072"/>
                </a:lnTo>
                <a:close/>
              </a:path>
              <a:path w="330835" h="356869">
                <a:moveTo>
                  <a:pt x="274788" y="233172"/>
                </a:moveTo>
                <a:lnTo>
                  <a:pt x="242316" y="233172"/>
                </a:lnTo>
                <a:lnTo>
                  <a:pt x="256032" y="217931"/>
                </a:lnTo>
                <a:lnTo>
                  <a:pt x="274788" y="233172"/>
                </a:lnTo>
                <a:close/>
              </a:path>
              <a:path w="330835" h="356869">
                <a:moveTo>
                  <a:pt x="62484" y="356616"/>
                </a:moveTo>
                <a:lnTo>
                  <a:pt x="63365" y="345686"/>
                </a:lnTo>
                <a:lnTo>
                  <a:pt x="63804" y="331327"/>
                </a:lnTo>
                <a:lnTo>
                  <a:pt x="63872" y="324612"/>
                </a:lnTo>
                <a:lnTo>
                  <a:pt x="63984" y="264890"/>
                </a:lnTo>
                <a:lnTo>
                  <a:pt x="63827" y="246888"/>
                </a:lnTo>
                <a:lnTo>
                  <a:pt x="63715" y="242316"/>
                </a:lnTo>
                <a:lnTo>
                  <a:pt x="63365" y="230600"/>
                </a:lnTo>
                <a:lnTo>
                  <a:pt x="62484" y="219456"/>
                </a:lnTo>
                <a:lnTo>
                  <a:pt x="88392" y="233172"/>
                </a:lnTo>
                <a:lnTo>
                  <a:pt x="274788" y="233172"/>
                </a:lnTo>
                <a:lnTo>
                  <a:pt x="280416" y="237743"/>
                </a:lnTo>
                <a:lnTo>
                  <a:pt x="273557" y="242316"/>
                </a:lnTo>
                <a:lnTo>
                  <a:pt x="88392" y="242316"/>
                </a:lnTo>
                <a:lnTo>
                  <a:pt x="88392" y="315467"/>
                </a:lnTo>
                <a:lnTo>
                  <a:pt x="267004" y="315467"/>
                </a:lnTo>
                <a:lnTo>
                  <a:pt x="267199" y="324612"/>
                </a:lnTo>
                <a:lnTo>
                  <a:pt x="88392" y="324612"/>
                </a:lnTo>
                <a:lnTo>
                  <a:pt x="88392" y="348996"/>
                </a:lnTo>
                <a:lnTo>
                  <a:pt x="62484" y="356616"/>
                </a:lnTo>
                <a:close/>
              </a:path>
              <a:path w="330835" h="356869">
                <a:moveTo>
                  <a:pt x="267004" y="315467"/>
                </a:moveTo>
                <a:lnTo>
                  <a:pt x="243840" y="315467"/>
                </a:lnTo>
                <a:lnTo>
                  <a:pt x="243840" y="242316"/>
                </a:lnTo>
                <a:lnTo>
                  <a:pt x="273557" y="242316"/>
                </a:lnTo>
                <a:lnTo>
                  <a:pt x="266700" y="246888"/>
                </a:lnTo>
                <a:lnTo>
                  <a:pt x="266759" y="288036"/>
                </a:lnTo>
                <a:lnTo>
                  <a:pt x="266890" y="310134"/>
                </a:lnTo>
                <a:lnTo>
                  <a:pt x="267004" y="315467"/>
                </a:lnTo>
                <a:close/>
              </a:path>
              <a:path w="330835" h="356869">
                <a:moveTo>
                  <a:pt x="243840" y="355092"/>
                </a:moveTo>
                <a:lnTo>
                  <a:pt x="243840" y="324612"/>
                </a:lnTo>
                <a:lnTo>
                  <a:pt x="267199" y="324612"/>
                </a:lnTo>
                <a:lnTo>
                  <a:pt x="267342" y="331327"/>
                </a:lnTo>
                <a:lnTo>
                  <a:pt x="268224" y="345948"/>
                </a:lnTo>
                <a:lnTo>
                  <a:pt x="243840" y="35509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4110228" y="2583179"/>
            <a:ext cx="60960" cy="105410"/>
          </a:xfrm>
          <a:custGeom>
            <a:avLst/>
            <a:gdLst/>
            <a:ahLst/>
            <a:cxnLst/>
            <a:rect l="l" t="t" r="r" b="b"/>
            <a:pathLst>
              <a:path w="60960" h="105410">
                <a:moveTo>
                  <a:pt x="10668" y="105156"/>
                </a:moveTo>
                <a:lnTo>
                  <a:pt x="0" y="105156"/>
                </a:lnTo>
                <a:lnTo>
                  <a:pt x="0" y="103632"/>
                </a:lnTo>
                <a:lnTo>
                  <a:pt x="1524" y="102108"/>
                </a:lnTo>
                <a:lnTo>
                  <a:pt x="4572" y="100584"/>
                </a:lnTo>
                <a:lnTo>
                  <a:pt x="22860" y="82296"/>
                </a:lnTo>
                <a:lnTo>
                  <a:pt x="26503" y="76009"/>
                </a:lnTo>
                <a:lnTo>
                  <a:pt x="30289" y="68580"/>
                </a:lnTo>
                <a:lnTo>
                  <a:pt x="33789" y="60007"/>
                </a:lnTo>
                <a:lnTo>
                  <a:pt x="36576" y="50292"/>
                </a:lnTo>
                <a:lnTo>
                  <a:pt x="27432" y="50292"/>
                </a:lnTo>
                <a:lnTo>
                  <a:pt x="21336" y="48768"/>
                </a:lnTo>
                <a:lnTo>
                  <a:pt x="16764" y="45720"/>
                </a:lnTo>
                <a:lnTo>
                  <a:pt x="10668" y="39624"/>
                </a:lnTo>
                <a:lnTo>
                  <a:pt x="9144" y="33528"/>
                </a:lnTo>
                <a:lnTo>
                  <a:pt x="7620" y="28956"/>
                </a:lnTo>
                <a:lnTo>
                  <a:pt x="7620" y="19812"/>
                </a:lnTo>
                <a:lnTo>
                  <a:pt x="9144" y="15240"/>
                </a:lnTo>
                <a:lnTo>
                  <a:pt x="12192" y="10668"/>
                </a:lnTo>
                <a:lnTo>
                  <a:pt x="24384" y="1524"/>
                </a:lnTo>
                <a:lnTo>
                  <a:pt x="32004" y="0"/>
                </a:lnTo>
                <a:lnTo>
                  <a:pt x="41148" y="1524"/>
                </a:lnTo>
                <a:lnTo>
                  <a:pt x="50292" y="4572"/>
                </a:lnTo>
                <a:lnTo>
                  <a:pt x="56388" y="7620"/>
                </a:lnTo>
                <a:lnTo>
                  <a:pt x="57912" y="13716"/>
                </a:lnTo>
                <a:lnTo>
                  <a:pt x="60960" y="18288"/>
                </a:lnTo>
                <a:lnTo>
                  <a:pt x="60960" y="35052"/>
                </a:lnTo>
                <a:lnTo>
                  <a:pt x="59436" y="44196"/>
                </a:lnTo>
                <a:lnTo>
                  <a:pt x="36576" y="85344"/>
                </a:lnTo>
                <a:lnTo>
                  <a:pt x="15787" y="103131"/>
                </a:lnTo>
                <a:lnTo>
                  <a:pt x="10668" y="10515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4468368" y="2351531"/>
            <a:ext cx="2531745" cy="363220"/>
          </a:xfrm>
          <a:custGeom>
            <a:avLst/>
            <a:gdLst/>
            <a:ahLst/>
            <a:cxnLst/>
            <a:rect l="l" t="t" r="r" b="b"/>
            <a:pathLst>
              <a:path w="2531745" h="363219">
                <a:moveTo>
                  <a:pt x="230124" y="179832"/>
                </a:moveTo>
                <a:lnTo>
                  <a:pt x="126492" y="179832"/>
                </a:lnTo>
                <a:lnTo>
                  <a:pt x="126492" y="211836"/>
                </a:lnTo>
                <a:lnTo>
                  <a:pt x="192024" y="211836"/>
                </a:lnTo>
                <a:lnTo>
                  <a:pt x="192024" y="286512"/>
                </a:lnTo>
                <a:lnTo>
                  <a:pt x="148590" y="294703"/>
                </a:lnTo>
                <a:lnTo>
                  <a:pt x="132588" y="295656"/>
                </a:lnTo>
                <a:lnTo>
                  <a:pt x="122339" y="295109"/>
                </a:lnTo>
                <a:lnTo>
                  <a:pt x="85890" y="283184"/>
                </a:lnTo>
                <a:lnTo>
                  <a:pt x="53911" y="248031"/>
                </a:lnTo>
                <a:lnTo>
                  <a:pt x="40195" y="205740"/>
                </a:lnTo>
                <a:lnTo>
                  <a:pt x="38100" y="178308"/>
                </a:lnTo>
                <a:lnTo>
                  <a:pt x="39789" y="154305"/>
                </a:lnTo>
                <a:lnTo>
                  <a:pt x="52882" y="113157"/>
                </a:lnTo>
                <a:lnTo>
                  <a:pt x="77698" y="82257"/>
                </a:lnTo>
                <a:lnTo>
                  <a:pt x="131064" y="65532"/>
                </a:lnTo>
                <a:lnTo>
                  <a:pt x="139065" y="65798"/>
                </a:lnTo>
                <a:lnTo>
                  <a:pt x="176593" y="73342"/>
                </a:lnTo>
                <a:lnTo>
                  <a:pt x="188976" y="79248"/>
                </a:lnTo>
                <a:lnTo>
                  <a:pt x="198120" y="82296"/>
                </a:lnTo>
                <a:lnTo>
                  <a:pt x="205740" y="86868"/>
                </a:lnTo>
                <a:lnTo>
                  <a:pt x="210312" y="89916"/>
                </a:lnTo>
                <a:lnTo>
                  <a:pt x="214884" y="94488"/>
                </a:lnTo>
                <a:lnTo>
                  <a:pt x="220980" y="99060"/>
                </a:lnTo>
                <a:lnTo>
                  <a:pt x="225552" y="102108"/>
                </a:lnTo>
                <a:lnTo>
                  <a:pt x="228600" y="102108"/>
                </a:lnTo>
                <a:lnTo>
                  <a:pt x="228600" y="56388"/>
                </a:lnTo>
                <a:lnTo>
                  <a:pt x="224028" y="54864"/>
                </a:lnTo>
                <a:lnTo>
                  <a:pt x="208788" y="48768"/>
                </a:lnTo>
                <a:lnTo>
                  <a:pt x="201168" y="44196"/>
                </a:lnTo>
                <a:lnTo>
                  <a:pt x="193548" y="42672"/>
                </a:lnTo>
                <a:lnTo>
                  <a:pt x="187452" y="39624"/>
                </a:lnTo>
                <a:lnTo>
                  <a:pt x="172212" y="36576"/>
                </a:lnTo>
                <a:lnTo>
                  <a:pt x="149352" y="32956"/>
                </a:lnTo>
                <a:lnTo>
                  <a:pt x="142494" y="32270"/>
                </a:lnTo>
                <a:lnTo>
                  <a:pt x="135636" y="32004"/>
                </a:lnTo>
                <a:lnTo>
                  <a:pt x="120180" y="32816"/>
                </a:lnTo>
                <a:lnTo>
                  <a:pt x="79248" y="42672"/>
                </a:lnTo>
                <a:lnTo>
                  <a:pt x="46024" y="62826"/>
                </a:lnTo>
                <a:lnTo>
                  <a:pt x="20574" y="92202"/>
                </a:lnTo>
                <a:lnTo>
                  <a:pt x="5143" y="131622"/>
                </a:lnTo>
                <a:lnTo>
                  <a:pt x="0" y="179832"/>
                </a:lnTo>
                <a:lnTo>
                  <a:pt x="571" y="197548"/>
                </a:lnTo>
                <a:lnTo>
                  <a:pt x="9144" y="243840"/>
                </a:lnTo>
                <a:lnTo>
                  <a:pt x="28003" y="281139"/>
                </a:lnTo>
                <a:lnTo>
                  <a:pt x="56197" y="307086"/>
                </a:lnTo>
                <a:lnTo>
                  <a:pt x="92100" y="322516"/>
                </a:lnTo>
                <a:lnTo>
                  <a:pt x="134112" y="327660"/>
                </a:lnTo>
                <a:lnTo>
                  <a:pt x="149542" y="327469"/>
                </a:lnTo>
                <a:lnTo>
                  <a:pt x="156184" y="327025"/>
                </a:lnTo>
                <a:lnTo>
                  <a:pt x="161544" y="326136"/>
                </a:lnTo>
                <a:lnTo>
                  <a:pt x="180606" y="321424"/>
                </a:lnTo>
                <a:lnTo>
                  <a:pt x="187452" y="320040"/>
                </a:lnTo>
                <a:lnTo>
                  <a:pt x="195072" y="316992"/>
                </a:lnTo>
                <a:lnTo>
                  <a:pt x="202692" y="315468"/>
                </a:lnTo>
                <a:lnTo>
                  <a:pt x="210312" y="310896"/>
                </a:lnTo>
                <a:lnTo>
                  <a:pt x="217932" y="307848"/>
                </a:lnTo>
                <a:lnTo>
                  <a:pt x="224028" y="304800"/>
                </a:lnTo>
                <a:lnTo>
                  <a:pt x="230124" y="303276"/>
                </a:lnTo>
                <a:lnTo>
                  <a:pt x="230124" y="179832"/>
                </a:lnTo>
                <a:close/>
              </a:path>
              <a:path w="2531745" h="363219">
                <a:moveTo>
                  <a:pt x="373380" y="179844"/>
                </a:moveTo>
                <a:lnTo>
                  <a:pt x="265163" y="179844"/>
                </a:lnTo>
                <a:lnTo>
                  <a:pt x="265163" y="214884"/>
                </a:lnTo>
                <a:lnTo>
                  <a:pt x="373380" y="214884"/>
                </a:lnTo>
                <a:lnTo>
                  <a:pt x="373380" y="179844"/>
                </a:lnTo>
                <a:close/>
              </a:path>
              <a:path w="2531745" h="363219">
                <a:moveTo>
                  <a:pt x="597408" y="240792"/>
                </a:moveTo>
                <a:lnTo>
                  <a:pt x="583692" y="196596"/>
                </a:lnTo>
                <a:lnTo>
                  <a:pt x="541020" y="169164"/>
                </a:lnTo>
                <a:lnTo>
                  <a:pt x="534771" y="167767"/>
                </a:lnTo>
                <a:lnTo>
                  <a:pt x="527685" y="165925"/>
                </a:lnTo>
                <a:lnTo>
                  <a:pt x="512064" y="161544"/>
                </a:lnTo>
                <a:lnTo>
                  <a:pt x="488480" y="155981"/>
                </a:lnTo>
                <a:lnTo>
                  <a:pt x="473011" y="151333"/>
                </a:lnTo>
                <a:lnTo>
                  <a:pt x="445579" y="118325"/>
                </a:lnTo>
                <a:lnTo>
                  <a:pt x="445008" y="109728"/>
                </a:lnTo>
                <a:lnTo>
                  <a:pt x="445884" y="100012"/>
                </a:lnTo>
                <a:lnTo>
                  <a:pt x="479869" y="68199"/>
                </a:lnTo>
                <a:lnTo>
                  <a:pt x="502920" y="65532"/>
                </a:lnTo>
                <a:lnTo>
                  <a:pt x="514985" y="66103"/>
                </a:lnTo>
                <a:lnTo>
                  <a:pt x="558609" y="79514"/>
                </a:lnTo>
                <a:lnTo>
                  <a:pt x="583692" y="96012"/>
                </a:lnTo>
                <a:lnTo>
                  <a:pt x="585216" y="96012"/>
                </a:lnTo>
                <a:lnTo>
                  <a:pt x="585216" y="50292"/>
                </a:lnTo>
                <a:lnTo>
                  <a:pt x="576046" y="46012"/>
                </a:lnTo>
                <a:lnTo>
                  <a:pt x="535686" y="34582"/>
                </a:lnTo>
                <a:lnTo>
                  <a:pt x="501396" y="32004"/>
                </a:lnTo>
                <a:lnTo>
                  <a:pt x="481457" y="33464"/>
                </a:lnTo>
                <a:lnTo>
                  <a:pt x="432816" y="56388"/>
                </a:lnTo>
                <a:lnTo>
                  <a:pt x="407098" y="97751"/>
                </a:lnTo>
                <a:lnTo>
                  <a:pt x="405384" y="114300"/>
                </a:lnTo>
                <a:lnTo>
                  <a:pt x="405663" y="122047"/>
                </a:lnTo>
                <a:lnTo>
                  <a:pt x="417576" y="158496"/>
                </a:lnTo>
                <a:lnTo>
                  <a:pt x="423672" y="164592"/>
                </a:lnTo>
                <a:lnTo>
                  <a:pt x="428498" y="169786"/>
                </a:lnTo>
                <a:lnTo>
                  <a:pt x="470916" y="190500"/>
                </a:lnTo>
                <a:lnTo>
                  <a:pt x="498348" y="196596"/>
                </a:lnTo>
                <a:lnTo>
                  <a:pt x="504075" y="198653"/>
                </a:lnTo>
                <a:lnTo>
                  <a:pt x="544372" y="214299"/>
                </a:lnTo>
                <a:lnTo>
                  <a:pt x="557784" y="246888"/>
                </a:lnTo>
                <a:lnTo>
                  <a:pt x="556653" y="257517"/>
                </a:lnTo>
                <a:lnTo>
                  <a:pt x="532130" y="287705"/>
                </a:lnTo>
                <a:lnTo>
                  <a:pt x="493776" y="294132"/>
                </a:lnTo>
                <a:lnTo>
                  <a:pt x="483196" y="293560"/>
                </a:lnTo>
                <a:lnTo>
                  <a:pt x="436664" y="279844"/>
                </a:lnTo>
                <a:lnTo>
                  <a:pt x="405384" y="257556"/>
                </a:lnTo>
                <a:lnTo>
                  <a:pt x="403860" y="257556"/>
                </a:lnTo>
                <a:lnTo>
                  <a:pt x="403860" y="304800"/>
                </a:lnTo>
                <a:lnTo>
                  <a:pt x="413258" y="309359"/>
                </a:lnTo>
                <a:lnTo>
                  <a:pt x="455244" y="324446"/>
                </a:lnTo>
                <a:lnTo>
                  <a:pt x="496824" y="327660"/>
                </a:lnTo>
                <a:lnTo>
                  <a:pt x="509054" y="327139"/>
                </a:lnTo>
                <a:lnTo>
                  <a:pt x="548347" y="317614"/>
                </a:lnTo>
                <a:lnTo>
                  <a:pt x="581787" y="289179"/>
                </a:lnTo>
                <a:lnTo>
                  <a:pt x="596849" y="249682"/>
                </a:lnTo>
                <a:lnTo>
                  <a:pt x="597408" y="240792"/>
                </a:lnTo>
                <a:close/>
              </a:path>
              <a:path w="2531745" h="363219">
                <a:moveTo>
                  <a:pt x="813803" y="56388"/>
                </a:moveTo>
                <a:lnTo>
                  <a:pt x="805675" y="47244"/>
                </a:lnTo>
                <a:lnTo>
                  <a:pt x="789419" y="28956"/>
                </a:lnTo>
                <a:lnTo>
                  <a:pt x="771131" y="47244"/>
                </a:lnTo>
                <a:lnTo>
                  <a:pt x="704075" y="47244"/>
                </a:lnTo>
                <a:lnTo>
                  <a:pt x="710171" y="38100"/>
                </a:lnTo>
                <a:lnTo>
                  <a:pt x="714743" y="30480"/>
                </a:lnTo>
                <a:lnTo>
                  <a:pt x="722363" y="22860"/>
                </a:lnTo>
                <a:lnTo>
                  <a:pt x="726935" y="19812"/>
                </a:lnTo>
                <a:lnTo>
                  <a:pt x="733031" y="16764"/>
                </a:lnTo>
                <a:lnTo>
                  <a:pt x="702551" y="0"/>
                </a:lnTo>
                <a:lnTo>
                  <a:pt x="682929" y="47815"/>
                </a:lnTo>
                <a:lnTo>
                  <a:pt x="655599" y="92760"/>
                </a:lnTo>
                <a:lnTo>
                  <a:pt x="632447" y="120396"/>
                </a:lnTo>
                <a:lnTo>
                  <a:pt x="635495" y="124968"/>
                </a:lnTo>
                <a:lnTo>
                  <a:pt x="670547" y="94488"/>
                </a:lnTo>
                <a:lnTo>
                  <a:pt x="699503" y="56388"/>
                </a:lnTo>
                <a:lnTo>
                  <a:pt x="725411" y="56388"/>
                </a:lnTo>
                <a:lnTo>
                  <a:pt x="742175" y="86868"/>
                </a:lnTo>
                <a:lnTo>
                  <a:pt x="742175" y="91440"/>
                </a:lnTo>
                <a:lnTo>
                  <a:pt x="743699" y="94488"/>
                </a:lnTo>
                <a:lnTo>
                  <a:pt x="745223" y="99060"/>
                </a:lnTo>
                <a:lnTo>
                  <a:pt x="746747" y="100584"/>
                </a:lnTo>
                <a:lnTo>
                  <a:pt x="751319" y="100584"/>
                </a:lnTo>
                <a:lnTo>
                  <a:pt x="754367" y="99060"/>
                </a:lnTo>
                <a:lnTo>
                  <a:pt x="755891" y="97536"/>
                </a:lnTo>
                <a:lnTo>
                  <a:pt x="758939" y="96012"/>
                </a:lnTo>
                <a:lnTo>
                  <a:pt x="761987" y="91440"/>
                </a:lnTo>
                <a:lnTo>
                  <a:pt x="763511" y="83820"/>
                </a:lnTo>
                <a:lnTo>
                  <a:pt x="763511" y="77825"/>
                </a:lnTo>
                <a:lnTo>
                  <a:pt x="758939" y="71247"/>
                </a:lnTo>
                <a:lnTo>
                  <a:pt x="749795" y="64109"/>
                </a:lnTo>
                <a:lnTo>
                  <a:pt x="736079" y="56388"/>
                </a:lnTo>
                <a:lnTo>
                  <a:pt x="813803" y="56388"/>
                </a:lnTo>
                <a:close/>
              </a:path>
              <a:path w="2531745" h="363219">
                <a:moveTo>
                  <a:pt x="973823" y="57912"/>
                </a:moveTo>
                <a:lnTo>
                  <a:pt x="965225" y="48768"/>
                </a:lnTo>
                <a:lnTo>
                  <a:pt x="949439" y="32004"/>
                </a:lnTo>
                <a:lnTo>
                  <a:pt x="931151" y="48768"/>
                </a:lnTo>
                <a:lnTo>
                  <a:pt x="848855" y="48768"/>
                </a:lnTo>
                <a:lnTo>
                  <a:pt x="862571" y="30480"/>
                </a:lnTo>
                <a:lnTo>
                  <a:pt x="873239" y="19812"/>
                </a:lnTo>
                <a:lnTo>
                  <a:pt x="877811" y="19812"/>
                </a:lnTo>
                <a:lnTo>
                  <a:pt x="850379" y="1524"/>
                </a:lnTo>
                <a:lnTo>
                  <a:pt x="833615" y="42672"/>
                </a:lnTo>
                <a:lnTo>
                  <a:pt x="807694" y="85534"/>
                </a:lnTo>
                <a:lnTo>
                  <a:pt x="798563" y="97536"/>
                </a:lnTo>
                <a:lnTo>
                  <a:pt x="803135" y="100584"/>
                </a:lnTo>
                <a:lnTo>
                  <a:pt x="808837" y="95758"/>
                </a:lnTo>
                <a:lnTo>
                  <a:pt x="814374" y="90487"/>
                </a:lnTo>
                <a:lnTo>
                  <a:pt x="819645" y="84950"/>
                </a:lnTo>
                <a:lnTo>
                  <a:pt x="829284" y="73558"/>
                </a:lnTo>
                <a:lnTo>
                  <a:pt x="834377" y="68008"/>
                </a:lnTo>
                <a:lnTo>
                  <a:pt x="839482" y="62750"/>
                </a:lnTo>
                <a:lnTo>
                  <a:pt x="844283" y="57912"/>
                </a:lnTo>
                <a:lnTo>
                  <a:pt x="880859" y="57912"/>
                </a:lnTo>
                <a:lnTo>
                  <a:pt x="905243" y="85344"/>
                </a:lnTo>
                <a:lnTo>
                  <a:pt x="914387" y="99060"/>
                </a:lnTo>
                <a:lnTo>
                  <a:pt x="915911" y="102108"/>
                </a:lnTo>
                <a:lnTo>
                  <a:pt x="918959" y="102108"/>
                </a:lnTo>
                <a:lnTo>
                  <a:pt x="922007" y="100584"/>
                </a:lnTo>
                <a:lnTo>
                  <a:pt x="928103" y="94488"/>
                </a:lnTo>
                <a:lnTo>
                  <a:pt x="929627" y="88392"/>
                </a:lnTo>
                <a:lnTo>
                  <a:pt x="929627" y="80772"/>
                </a:lnTo>
                <a:lnTo>
                  <a:pt x="927328" y="75057"/>
                </a:lnTo>
                <a:lnTo>
                  <a:pt x="920292" y="69342"/>
                </a:lnTo>
                <a:lnTo>
                  <a:pt x="908418" y="63627"/>
                </a:lnTo>
                <a:lnTo>
                  <a:pt x="891527" y="57912"/>
                </a:lnTo>
                <a:lnTo>
                  <a:pt x="973823" y="57912"/>
                </a:lnTo>
                <a:close/>
              </a:path>
              <a:path w="2531745" h="363219">
                <a:moveTo>
                  <a:pt x="979919" y="283464"/>
                </a:moveTo>
                <a:lnTo>
                  <a:pt x="970775" y="274320"/>
                </a:lnTo>
                <a:lnTo>
                  <a:pt x="950963" y="254508"/>
                </a:lnTo>
                <a:lnTo>
                  <a:pt x="929627" y="274320"/>
                </a:lnTo>
                <a:lnTo>
                  <a:pt x="861047" y="274320"/>
                </a:lnTo>
                <a:lnTo>
                  <a:pt x="861047" y="228600"/>
                </a:lnTo>
                <a:lnTo>
                  <a:pt x="883907" y="228600"/>
                </a:lnTo>
                <a:lnTo>
                  <a:pt x="883907" y="243840"/>
                </a:lnTo>
                <a:lnTo>
                  <a:pt x="906767" y="234696"/>
                </a:lnTo>
                <a:lnTo>
                  <a:pt x="906653" y="228600"/>
                </a:lnTo>
                <a:lnTo>
                  <a:pt x="906538" y="222084"/>
                </a:lnTo>
                <a:lnTo>
                  <a:pt x="906411" y="219456"/>
                </a:lnTo>
                <a:lnTo>
                  <a:pt x="906005" y="211455"/>
                </a:lnTo>
                <a:lnTo>
                  <a:pt x="905484" y="202552"/>
                </a:lnTo>
                <a:lnTo>
                  <a:pt x="905243" y="195072"/>
                </a:lnTo>
                <a:lnTo>
                  <a:pt x="905243" y="115824"/>
                </a:lnTo>
                <a:lnTo>
                  <a:pt x="908799" y="112776"/>
                </a:lnTo>
                <a:lnTo>
                  <a:pt x="915911" y="106680"/>
                </a:lnTo>
                <a:lnTo>
                  <a:pt x="911479" y="103632"/>
                </a:lnTo>
                <a:lnTo>
                  <a:pt x="891527" y="89916"/>
                </a:lnTo>
                <a:lnTo>
                  <a:pt x="883907" y="101346"/>
                </a:lnTo>
                <a:lnTo>
                  <a:pt x="883907" y="112776"/>
                </a:lnTo>
                <a:lnTo>
                  <a:pt x="883907" y="140208"/>
                </a:lnTo>
                <a:lnTo>
                  <a:pt x="883907" y="149352"/>
                </a:lnTo>
                <a:lnTo>
                  <a:pt x="883907" y="178308"/>
                </a:lnTo>
                <a:lnTo>
                  <a:pt x="883907" y="187452"/>
                </a:lnTo>
                <a:lnTo>
                  <a:pt x="883907" y="219456"/>
                </a:lnTo>
                <a:lnTo>
                  <a:pt x="839711" y="219456"/>
                </a:lnTo>
                <a:lnTo>
                  <a:pt x="839711" y="228600"/>
                </a:lnTo>
                <a:lnTo>
                  <a:pt x="839711" y="275844"/>
                </a:lnTo>
                <a:lnTo>
                  <a:pt x="765035" y="275844"/>
                </a:lnTo>
                <a:lnTo>
                  <a:pt x="767156" y="254508"/>
                </a:lnTo>
                <a:lnTo>
                  <a:pt x="768388" y="241769"/>
                </a:lnTo>
                <a:lnTo>
                  <a:pt x="769607" y="228600"/>
                </a:lnTo>
                <a:lnTo>
                  <a:pt x="839711" y="228600"/>
                </a:lnTo>
                <a:lnTo>
                  <a:pt x="839711" y="219456"/>
                </a:lnTo>
                <a:lnTo>
                  <a:pt x="719315" y="219456"/>
                </a:lnTo>
                <a:lnTo>
                  <a:pt x="719315" y="187452"/>
                </a:lnTo>
                <a:lnTo>
                  <a:pt x="883907" y="187452"/>
                </a:lnTo>
                <a:lnTo>
                  <a:pt x="883907" y="178308"/>
                </a:lnTo>
                <a:lnTo>
                  <a:pt x="719315" y="178308"/>
                </a:lnTo>
                <a:lnTo>
                  <a:pt x="719315" y="149352"/>
                </a:lnTo>
                <a:lnTo>
                  <a:pt x="883907" y="149352"/>
                </a:lnTo>
                <a:lnTo>
                  <a:pt x="883907" y="140208"/>
                </a:lnTo>
                <a:lnTo>
                  <a:pt x="719315" y="140208"/>
                </a:lnTo>
                <a:lnTo>
                  <a:pt x="719315" y="112776"/>
                </a:lnTo>
                <a:lnTo>
                  <a:pt x="883907" y="112776"/>
                </a:lnTo>
                <a:lnTo>
                  <a:pt x="883907" y="101346"/>
                </a:lnTo>
                <a:lnTo>
                  <a:pt x="882383" y="103632"/>
                </a:lnTo>
                <a:lnTo>
                  <a:pt x="719315" y="103632"/>
                </a:lnTo>
                <a:lnTo>
                  <a:pt x="696455" y="91440"/>
                </a:lnTo>
                <a:lnTo>
                  <a:pt x="697293" y="99060"/>
                </a:lnTo>
                <a:lnTo>
                  <a:pt x="697382" y="100584"/>
                </a:lnTo>
                <a:lnTo>
                  <a:pt x="697712" y="109728"/>
                </a:lnTo>
                <a:lnTo>
                  <a:pt x="697826" y="115824"/>
                </a:lnTo>
                <a:lnTo>
                  <a:pt x="697915" y="124968"/>
                </a:lnTo>
                <a:lnTo>
                  <a:pt x="697979" y="152400"/>
                </a:lnTo>
                <a:lnTo>
                  <a:pt x="698627" y="176618"/>
                </a:lnTo>
                <a:lnTo>
                  <a:pt x="698538" y="202552"/>
                </a:lnTo>
                <a:lnTo>
                  <a:pt x="698169" y="228600"/>
                </a:lnTo>
                <a:lnTo>
                  <a:pt x="697979" y="248412"/>
                </a:lnTo>
                <a:lnTo>
                  <a:pt x="719315" y="240792"/>
                </a:lnTo>
                <a:lnTo>
                  <a:pt x="719315" y="228600"/>
                </a:lnTo>
                <a:lnTo>
                  <a:pt x="746747" y="228600"/>
                </a:lnTo>
                <a:lnTo>
                  <a:pt x="745693" y="240792"/>
                </a:lnTo>
                <a:lnTo>
                  <a:pt x="744575" y="252793"/>
                </a:lnTo>
                <a:lnTo>
                  <a:pt x="743318" y="265252"/>
                </a:lnTo>
                <a:lnTo>
                  <a:pt x="742175" y="275844"/>
                </a:lnTo>
                <a:lnTo>
                  <a:pt x="624827" y="275844"/>
                </a:lnTo>
                <a:lnTo>
                  <a:pt x="638543" y="289560"/>
                </a:lnTo>
                <a:lnTo>
                  <a:pt x="646836" y="287566"/>
                </a:lnTo>
                <a:lnTo>
                  <a:pt x="655688" y="286131"/>
                </a:lnTo>
                <a:lnTo>
                  <a:pt x="665124" y="285280"/>
                </a:lnTo>
                <a:lnTo>
                  <a:pt x="675119" y="284988"/>
                </a:lnTo>
                <a:lnTo>
                  <a:pt x="740651" y="284988"/>
                </a:lnTo>
                <a:lnTo>
                  <a:pt x="719226" y="317563"/>
                </a:lnTo>
                <a:lnTo>
                  <a:pt x="681596" y="342138"/>
                </a:lnTo>
                <a:lnTo>
                  <a:pt x="643115" y="358140"/>
                </a:lnTo>
                <a:lnTo>
                  <a:pt x="644639" y="362712"/>
                </a:lnTo>
                <a:lnTo>
                  <a:pt x="682358" y="353377"/>
                </a:lnTo>
                <a:lnTo>
                  <a:pt x="717791" y="338328"/>
                </a:lnTo>
                <a:lnTo>
                  <a:pt x="756373" y="301256"/>
                </a:lnTo>
                <a:lnTo>
                  <a:pt x="763511" y="284988"/>
                </a:lnTo>
                <a:lnTo>
                  <a:pt x="839711" y="284988"/>
                </a:lnTo>
                <a:lnTo>
                  <a:pt x="839127" y="338328"/>
                </a:lnTo>
                <a:lnTo>
                  <a:pt x="838187" y="362712"/>
                </a:lnTo>
                <a:lnTo>
                  <a:pt x="862571" y="352044"/>
                </a:lnTo>
                <a:lnTo>
                  <a:pt x="862342" y="341757"/>
                </a:lnTo>
                <a:lnTo>
                  <a:pt x="861860" y="328066"/>
                </a:lnTo>
                <a:lnTo>
                  <a:pt x="861301" y="307848"/>
                </a:lnTo>
                <a:lnTo>
                  <a:pt x="861072" y="284988"/>
                </a:lnTo>
                <a:lnTo>
                  <a:pt x="861047" y="283464"/>
                </a:lnTo>
                <a:lnTo>
                  <a:pt x="979919" y="283464"/>
                </a:lnTo>
                <a:close/>
              </a:path>
              <a:path w="2531745" h="363219">
                <a:moveTo>
                  <a:pt x="1071359" y="147828"/>
                </a:moveTo>
                <a:lnTo>
                  <a:pt x="1067955" y="138112"/>
                </a:lnTo>
                <a:lnTo>
                  <a:pt x="1057833" y="127254"/>
                </a:lnTo>
                <a:lnTo>
                  <a:pt x="1041146" y="115252"/>
                </a:lnTo>
                <a:lnTo>
                  <a:pt x="1018019" y="102108"/>
                </a:lnTo>
                <a:lnTo>
                  <a:pt x="1014971" y="106680"/>
                </a:lnTo>
                <a:lnTo>
                  <a:pt x="1026426" y="120738"/>
                </a:lnTo>
                <a:lnTo>
                  <a:pt x="1035735" y="133350"/>
                </a:lnTo>
                <a:lnTo>
                  <a:pt x="1043051" y="144830"/>
                </a:lnTo>
                <a:lnTo>
                  <a:pt x="1048499" y="155448"/>
                </a:lnTo>
                <a:lnTo>
                  <a:pt x="1051293" y="164261"/>
                </a:lnTo>
                <a:lnTo>
                  <a:pt x="1054785" y="169926"/>
                </a:lnTo>
                <a:lnTo>
                  <a:pt x="1058583" y="172173"/>
                </a:lnTo>
                <a:lnTo>
                  <a:pt x="1062215" y="170688"/>
                </a:lnTo>
                <a:lnTo>
                  <a:pt x="1068311" y="166116"/>
                </a:lnTo>
                <a:lnTo>
                  <a:pt x="1071359" y="158496"/>
                </a:lnTo>
                <a:lnTo>
                  <a:pt x="1071359" y="147828"/>
                </a:lnTo>
                <a:close/>
              </a:path>
              <a:path w="2531745" h="363219">
                <a:moveTo>
                  <a:pt x="1103363" y="57912"/>
                </a:moveTo>
                <a:lnTo>
                  <a:pt x="1071575" y="23431"/>
                </a:lnTo>
                <a:lnTo>
                  <a:pt x="1053071" y="13716"/>
                </a:lnTo>
                <a:lnTo>
                  <a:pt x="1050023" y="18288"/>
                </a:lnTo>
                <a:lnTo>
                  <a:pt x="1060577" y="31457"/>
                </a:lnTo>
                <a:lnTo>
                  <a:pt x="1069263" y="43624"/>
                </a:lnTo>
                <a:lnTo>
                  <a:pt x="1075956" y="54940"/>
                </a:lnTo>
                <a:lnTo>
                  <a:pt x="1080503" y="65532"/>
                </a:lnTo>
                <a:lnTo>
                  <a:pt x="1083551" y="76200"/>
                </a:lnTo>
                <a:lnTo>
                  <a:pt x="1086599" y="80772"/>
                </a:lnTo>
                <a:lnTo>
                  <a:pt x="1091171" y="80772"/>
                </a:lnTo>
                <a:lnTo>
                  <a:pt x="1094219" y="79248"/>
                </a:lnTo>
                <a:lnTo>
                  <a:pt x="1097267" y="74676"/>
                </a:lnTo>
                <a:lnTo>
                  <a:pt x="1101839" y="70104"/>
                </a:lnTo>
                <a:lnTo>
                  <a:pt x="1103363" y="65532"/>
                </a:lnTo>
                <a:lnTo>
                  <a:pt x="1103363" y="57912"/>
                </a:lnTo>
                <a:close/>
              </a:path>
              <a:path w="2531745" h="363219">
                <a:moveTo>
                  <a:pt x="1142987" y="68580"/>
                </a:moveTo>
                <a:lnTo>
                  <a:pt x="1136891" y="67056"/>
                </a:lnTo>
                <a:lnTo>
                  <a:pt x="1087361" y="182308"/>
                </a:lnTo>
                <a:lnTo>
                  <a:pt x="1073048" y="214693"/>
                </a:lnTo>
                <a:lnTo>
                  <a:pt x="1065263" y="230124"/>
                </a:lnTo>
                <a:lnTo>
                  <a:pt x="1060691" y="237744"/>
                </a:lnTo>
                <a:lnTo>
                  <a:pt x="1054595" y="243840"/>
                </a:lnTo>
                <a:lnTo>
                  <a:pt x="1050023" y="243840"/>
                </a:lnTo>
                <a:lnTo>
                  <a:pt x="1045438" y="243801"/>
                </a:lnTo>
                <a:lnTo>
                  <a:pt x="1038402" y="243459"/>
                </a:lnTo>
                <a:lnTo>
                  <a:pt x="1028814" y="242557"/>
                </a:lnTo>
                <a:lnTo>
                  <a:pt x="1016495" y="240792"/>
                </a:lnTo>
                <a:lnTo>
                  <a:pt x="1016495" y="246888"/>
                </a:lnTo>
                <a:lnTo>
                  <a:pt x="1053071" y="269748"/>
                </a:lnTo>
                <a:lnTo>
                  <a:pt x="1052982" y="282511"/>
                </a:lnTo>
                <a:lnTo>
                  <a:pt x="1051547" y="291084"/>
                </a:lnTo>
                <a:lnTo>
                  <a:pt x="1048499" y="300228"/>
                </a:lnTo>
                <a:lnTo>
                  <a:pt x="1045451" y="310896"/>
                </a:lnTo>
                <a:lnTo>
                  <a:pt x="1043927" y="318516"/>
                </a:lnTo>
                <a:lnTo>
                  <a:pt x="1043927" y="330708"/>
                </a:lnTo>
                <a:lnTo>
                  <a:pt x="1046975" y="335280"/>
                </a:lnTo>
                <a:lnTo>
                  <a:pt x="1053071" y="338328"/>
                </a:lnTo>
                <a:lnTo>
                  <a:pt x="1059167" y="339852"/>
                </a:lnTo>
                <a:lnTo>
                  <a:pt x="1063739" y="341376"/>
                </a:lnTo>
                <a:lnTo>
                  <a:pt x="1072883" y="341376"/>
                </a:lnTo>
                <a:lnTo>
                  <a:pt x="1075931" y="338328"/>
                </a:lnTo>
                <a:lnTo>
                  <a:pt x="1075931" y="335280"/>
                </a:lnTo>
                <a:lnTo>
                  <a:pt x="1075029" y="328663"/>
                </a:lnTo>
                <a:lnTo>
                  <a:pt x="1074407" y="320040"/>
                </a:lnTo>
                <a:lnTo>
                  <a:pt x="1073797" y="309143"/>
                </a:lnTo>
                <a:lnTo>
                  <a:pt x="1072908" y="296024"/>
                </a:lnTo>
                <a:lnTo>
                  <a:pt x="1072984" y="291084"/>
                </a:lnTo>
                <a:lnTo>
                  <a:pt x="1077455" y="249936"/>
                </a:lnTo>
                <a:lnTo>
                  <a:pt x="1079588" y="243840"/>
                </a:lnTo>
                <a:lnTo>
                  <a:pt x="1084059" y="231038"/>
                </a:lnTo>
                <a:lnTo>
                  <a:pt x="1097076" y="194691"/>
                </a:lnTo>
                <a:lnTo>
                  <a:pt x="1116685" y="140639"/>
                </a:lnTo>
                <a:lnTo>
                  <a:pt x="1142987" y="68580"/>
                </a:lnTo>
                <a:close/>
              </a:path>
              <a:path w="2531745" h="363219">
                <a:moveTo>
                  <a:pt x="1376159" y="187452"/>
                </a:moveTo>
                <a:lnTo>
                  <a:pt x="1350251" y="160020"/>
                </a:lnTo>
                <a:lnTo>
                  <a:pt x="1330439" y="178308"/>
                </a:lnTo>
                <a:lnTo>
                  <a:pt x="1249667" y="178308"/>
                </a:lnTo>
                <a:lnTo>
                  <a:pt x="1249667" y="96012"/>
                </a:lnTo>
                <a:lnTo>
                  <a:pt x="1351775" y="96012"/>
                </a:lnTo>
                <a:lnTo>
                  <a:pt x="1325867" y="70104"/>
                </a:lnTo>
                <a:lnTo>
                  <a:pt x="1309103" y="86868"/>
                </a:lnTo>
                <a:lnTo>
                  <a:pt x="1249667" y="86868"/>
                </a:lnTo>
                <a:lnTo>
                  <a:pt x="1249667" y="33528"/>
                </a:lnTo>
                <a:lnTo>
                  <a:pt x="1264907" y="18288"/>
                </a:lnTo>
                <a:lnTo>
                  <a:pt x="1228331" y="0"/>
                </a:lnTo>
                <a:lnTo>
                  <a:pt x="1229220" y="13144"/>
                </a:lnTo>
                <a:lnTo>
                  <a:pt x="1229652" y="31457"/>
                </a:lnTo>
                <a:lnTo>
                  <a:pt x="1229766" y="45720"/>
                </a:lnTo>
                <a:lnTo>
                  <a:pt x="1229855" y="86868"/>
                </a:lnTo>
                <a:lnTo>
                  <a:pt x="1146035" y="86868"/>
                </a:lnTo>
                <a:lnTo>
                  <a:pt x="1159751" y="100584"/>
                </a:lnTo>
                <a:lnTo>
                  <a:pt x="1168044" y="98590"/>
                </a:lnTo>
                <a:lnTo>
                  <a:pt x="1176896" y="97155"/>
                </a:lnTo>
                <a:lnTo>
                  <a:pt x="1186332" y="96304"/>
                </a:lnTo>
                <a:lnTo>
                  <a:pt x="1196327" y="96012"/>
                </a:lnTo>
                <a:lnTo>
                  <a:pt x="1229855" y="96012"/>
                </a:lnTo>
                <a:lnTo>
                  <a:pt x="1229855" y="178308"/>
                </a:lnTo>
                <a:lnTo>
                  <a:pt x="1117079" y="178308"/>
                </a:lnTo>
                <a:lnTo>
                  <a:pt x="1130795" y="192024"/>
                </a:lnTo>
                <a:lnTo>
                  <a:pt x="1139088" y="190030"/>
                </a:lnTo>
                <a:lnTo>
                  <a:pt x="1147940" y="188595"/>
                </a:lnTo>
                <a:lnTo>
                  <a:pt x="1157376" y="187744"/>
                </a:lnTo>
                <a:lnTo>
                  <a:pt x="1167371" y="187452"/>
                </a:lnTo>
                <a:lnTo>
                  <a:pt x="1223759" y="187452"/>
                </a:lnTo>
                <a:lnTo>
                  <a:pt x="1206804" y="225552"/>
                </a:lnTo>
                <a:lnTo>
                  <a:pt x="1179563" y="268224"/>
                </a:lnTo>
                <a:lnTo>
                  <a:pt x="1149464" y="303276"/>
                </a:lnTo>
                <a:lnTo>
                  <a:pt x="1126223" y="315468"/>
                </a:lnTo>
                <a:lnTo>
                  <a:pt x="1141463" y="350520"/>
                </a:lnTo>
                <a:lnTo>
                  <a:pt x="1191755" y="332232"/>
                </a:lnTo>
                <a:lnTo>
                  <a:pt x="1246809" y="321564"/>
                </a:lnTo>
                <a:lnTo>
                  <a:pt x="1288122" y="315468"/>
                </a:lnTo>
                <a:lnTo>
                  <a:pt x="1321295" y="310896"/>
                </a:lnTo>
                <a:lnTo>
                  <a:pt x="1325537" y="318516"/>
                </a:lnTo>
                <a:lnTo>
                  <a:pt x="1329486" y="326136"/>
                </a:lnTo>
                <a:lnTo>
                  <a:pt x="1333093" y="333616"/>
                </a:lnTo>
                <a:lnTo>
                  <a:pt x="1336535" y="341376"/>
                </a:lnTo>
                <a:lnTo>
                  <a:pt x="1338059" y="347472"/>
                </a:lnTo>
                <a:lnTo>
                  <a:pt x="1341107" y="350520"/>
                </a:lnTo>
                <a:lnTo>
                  <a:pt x="1344155" y="350520"/>
                </a:lnTo>
                <a:lnTo>
                  <a:pt x="1347203" y="347472"/>
                </a:lnTo>
                <a:lnTo>
                  <a:pt x="1351775" y="341376"/>
                </a:lnTo>
                <a:lnTo>
                  <a:pt x="1357871" y="329184"/>
                </a:lnTo>
                <a:lnTo>
                  <a:pt x="1357871" y="316992"/>
                </a:lnTo>
                <a:lnTo>
                  <a:pt x="1354213" y="310896"/>
                </a:lnTo>
                <a:lnTo>
                  <a:pt x="1353299" y="309372"/>
                </a:lnTo>
                <a:lnTo>
                  <a:pt x="1321295" y="277368"/>
                </a:lnTo>
                <a:lnTo>
                  <a:pt x="1302054" y="263652"/>
                </a:lnTo>
                <a:lnTo>
                  <a:pt x="1290231" y="255079"/>
                </a:lnTo>
                <a:lnTo>
                  <a:pt x="1277099" y="245364"/>
                </a:lnTo>
                <a:lnTo>
                  <a:pt x="1274051" y="249936"/>
                </a:lnTo>
                <a:lnTo>
                  <a:pt x="1285646" y="263652"/>
                </a:lnTo>
                <a:lnTo>
                  <a:pt x="1296530" y="276606"/>
                </a:lnTo>
                <a:lnTo>
                  <a:pt x="1307058" y="289801"/>
                </a:lnTo>
                <a:lnTo>
                  <a:pt x="1316723" y="303276"/>
                </a:lnTo>
                <a:lnTo>
                  <a:pt x="1156703" y="315468"/>
                </a:lnTo>
                <a:lnTo>
                  <a:pt x="1181811" y="288036"/>
                </a:lnTo>
                <a:lnTo>
                  <a:pt x="1202042" y="265176"/>
                </a:lnTo>
                <a:lnTo>
                  <a:pt x="1217142" y="246888"/>
                </a:lnTo>
                <a:lnTo>
                  <a:pt x="1226807" y="233172"/>
                </a:lnTo>
                <a:lnTo>
                  <a:pt x="1234554" y="222872"/>
                </a:lnTo>
                <a:lnTo>
                  <a:pt x="1241844" y="214718"/>
                </a:lnTo>
                <a:lnTo>
                  <a:pt x="1248892" y="208534"/>
                </a:lnTo>
                <a:lnTo>
                  <a:pt x="1255763" y="204216"/>
                </a:lnTo>
                <a:lnTo>
                  <a:pt x="1231379" y="187452"/>
                </a:lnTo>
                <a:lnTo>
                  <a:pt x="1376159" y="187452"/>
                </a:lnTo>
                <a:close/>
              </a:path>
              <a:path w="2531745" h="363219">
                <a:moveTo>
                  <a:pt x="1687068" y="27432"/>
                </a:moveTo>
                <a:lnTo>
                  <a:pt x="1681429" y="22860"/>
                </a:lnTo>
                <a:lnTo>
                  <a:pt x="1662684" y="7620"/>
                </a:lnTo>
                <a:lnTo>
                  <a:pt x="1652016" y="19481"/>
                </a:lnTo>
                <a:lnTo>
                  <a:pt x="1652016" y="32004"/>
                </a:lnTo>
                <a:lnTo>
                  <a:pt x="1652016" y="76200"/>
                </a:lnTo>
                <a:lnTo>
                  <a:pt x="1652016" y="85344"/>
                </a:lnTo>
                <a:lnTo>
                  <a:pt x="1652016" y="131064"/>
                </a:lnTo>
                <a:lnTo>
                  <a:pt x="1519428" y="131064"/>
                </a:lnTo>
                <a:lnTo>
                  <a:pt x="1519428" y="85344"/>
                </a:lnTo>
                <a:lnTo>
                  <a:pt x="1652016" y="85344"/>
                </a:lnTo>
                <a:lnTo>
                  <a:pt x="1652016" y="76200"/>
                </a:lnTo>
                <a:lnTo>
                  <a:pt x="1519428" y="76200"/>
                </a:lnTo>
                <a:lnTo>
                  <a:pt x="1519428" y="32004"/>
                </a:lnTo>
                <a:lnTo>
                  <a:pt x="1652016" y="32004"/>
                </a:lnTo>
                <a:lnTo>
                  <a:pt x="1652016" y="19481"/>
                </a:lnTo>
                <a:lnTo>
                  <a:pt x="1648968" y="22860"/>
                </a:lnTo>
                <a:lnTo>
                  <a:pt x="1520952" y="22860"/>
                </a:lnTo>
                <a:lnTo>
                  <a:pt x="1496568" y="9144"/>
                </a:lnTo>
                <a:lnTo>
                  <a:pt x="1497444" y="29438"/>
                </a:lnTo>
                <a:lnTo>
                  <a:pt x="1497901" y="49149"/>
                </a:lnTo>
                <a:lnTo>
                  <a:pt x="1498066" y="68300"/>
                </a:lnTo>
                <a:lnTo>
                  <a:pt x="1498041" y="107823"/>
                </a:lnTo>
                <a:lnTo>
                  <a:pt x="1497901" y="124968"/>
                </a:lnTo>
                <a:lnTo>
                  <a:pt x="1497444" y="143878"/>
                </a:lnTo>
                <a:lnTo>
                  <a:pt x="1496568" y="163068"/>
                </a:lnTo>
                <a:lnTo>
                  <a:pt x="1519428" y="153924"/>
                </a:lnTo>
                <a:lnTo>
                  <a:pt x="1519428" y="140208"/>
                </a:lnTo>
                <a:lnTo>
                  <a:pt x="1652016" y="140208"/>
                </a:lnTo>
                <a:lnTo>
                  <a:pt x="1652016" y="160020"/>
                </a:lnTo>
                <a:lnTo>
                  <a:pt x="1674876" y="147828"/>
                </a:lnTo>
                <a:lnTo>
                  <a:pt x="1674761" y="140208"/>
                </a:lnTo>
                <a:lnTo>
                  <a:pt x="1674622" y="131064"/>
                </a:lnTo>
                <a:lnTo>
                  <a:pt x="1674114" y="107823"/>
                </a:lnTo>
                <a:lnTo>
                  <a:pt x="1673733" y="85344"/>
                </a:lnTo>
                <a:lnTo>
                  <a:pt x="1673580" y="76200"/>
                </a:lnTo>
                <a:lnTo>
                  <a:pt x="1673352" y="38100"/>
                </a:lnTo>
                <a:lnTo>
                  <a:pt x="1681187" y="32004"/>
                </a:lnTo>
                <a:lnTo>
                  <a:pt x="1687068" y="27432"/>
                </a:lnTo>
                <a:close/>
              </a:path>
              <a:path w="2531745" h="363219">
                <a:moveTo>
                  <a:pt x="1761744" y="318516"/>
                </a:moveTo>
                <a:lnTo>
                  <a:pt x="1744357" y="320281"/>
                </a:lnTo>
                <a:lnTo>
                  <a:pt x="1724406" y="321183"/>
                </a:lnTo>
                <a:lnTo>
                  <a:pt x="1702155" y="321525"/>
                </a:lnTo>
                <a:lnTo>
                  <a:pt x="1677924" y="321564"/>
                </a:lnTo>
                <a:lnTo>
                  <a:pt x="1653324" y="321017"/>
                </a:lnTo>
                <a:lnTo>
                  <a:pt x="1632013" y="319468"/>
                </a:lnTo>
                <a:lnTo>
                  <a:pt x="1613839" y="317068"/>
                </a:lnTo>
                <a:lnTo>
                  <a:pt x="1598676" y="313944"/>
                </a:lnTo>
                <a:lnTo>
                  <a:pt x="1598676" y="306324"/>
                </a:lnTo>
                <a:lnTo>
                  <a:pt x="1598676" y="249936"/>
                </a:lnTo>
                <a:lnTo>
                  <a:pt x="1728216" y="249936"/>
                </a:lnTo>
                <a:lnTo>
                  <a:pt x="1718589" y="240792"/>
                </a:lnTo>
                <a:lnTo>
                  <a:pt x="1697736" y="220980"/>
                </a:lnTo>
                <a:lnTo>
                  <a:pt x="1677924" y="240792"/>
                </a:lnTo>
                <a:lnTo>
                  <a:pt x="1598676" y="240792"/>
                </a:lnTo>
                <a:lnTo>
                  <a:pt x="1598676" y="188976"/>
                </a:lnTo>
                <a:lnTo>
                  <a:pt x="1754124" y="188976"/>
                </a:lnTo>
                <a:lnTo>
                  <a:pt x="1722120" y="156972"/>
                </a:lnTo>
                <a:lnTo>
                  <a:pt x="1697736" y="179832"/>
                </a:lnTo>
                <a:lnTo>
                  <a:pt x="1415796" y="179832"/>
                </a:lnTo>
                <a:lnTo>
                  <a:pt x="1429512" y="193548"/>
                </a:lnTo>
                <a:lnTo>
                  <a:pt x="1437792" y="191554"/>
                </a:lnTo>
                <a:lnTo>
                  <a:pt x="1446657" y="190119"/>
                </a:lnTo>
                <a:lnTo>
                  <a:pt x="1456080" y="189268"/>
                </a:lnTo>
                <a:lnTo>
                  <a:pt x="1466088" y="188976"/>
                </a:lnTo>
                <a:lnTo>
                  <a:pt x="1577340" y="188976"/>
                </a:lnTo>
                <a:lnTo>
                  <a:pt x="1577340" y="306324"/>
                </a:lnTo>
                <a:lnTo>
                  <a:pt x="1554759" y="296087"/>
                </a:lnTo>
                <a:lnTo>
                  <a:pt x="1535049" y="283845"/>
                </a:lnTo>
                <a:lnTo>
                  <a:pt x="1518183" y="269900"/>
                </a:lnTo>
                <a:lnTo>
                  <a:pt x="1511122" y="262128"/>
                </a:lnTo>
                <a:lnTo>
                  <a:pt x="1504188" y="254508"/>
                </a:lnTo>
                <a:lnTo>
                  <a:pt x="1522476" y="220980"/>
                </a:lnTo>
                <a:lnTo>
                  <a:pt x="1528572" y="216408"/>
                </a:lnTo>
                <a:lnTo>
                  <a:pt x="1495044" y="196596"/>
                </a:lnTo>
                <a:lnTo>
                  <a:pt x="1483652" y="244868"/>
                </a:lnTo>
                <a:lnTo>
                  <a:pt x="1465707" y="286702"/>
                </a:lnTo>
                <a:lnTo>
                  <a:pt x="1441462" y="321970"/>
                </a:lnTo>
                <a:lnTo>
                  <a:pt x="1411224" y="350520"/>
                </a:lnTo>
                <a:lnTo>
                  <a:pt x="1414272" y="355092"/>
                </a:lnTo>
                <a:lnTo>
                  <a:pt x="1440243" y="338861"/>
                </a:lnTo>
                <a:lnTo>
                  <a:pt x="1463230" y="317754"/>
                </a:lnTo>
                <a:lnTo>
                  <a:pt x="1483055" y="292087"/>
                </a:lnTo>
                <a:lnTo>
                  <a:pt x="1499616" y="262128"/>
                </a:lnTo>
                <a:lnTo>
                  <a:pt x="1509064" y="274154"/>
                </a:lnTo>
                <a:lnTo>
                  <a:pt x="1542288" y="304800"/>
                </a:lnTo>
                <a:lnTo>
                  <a:pt x="1584934" y="329234"/>
                </a:lnTo>
                <a:lnTo>
                  <a:pt x="1624965" y="340448"/>
                </a:lnTo>
                <a:lnTo>
                  <a:pt x="1688973" y="347929"/>
                </a:lnTo>
                <a:lnTo>
                  <a:pt x="1731264" y="350520"/>
                </a:lnTo>
                <a:lnTo>
                  <a:pt x="1734096" y="341998"/>
                </a:lnTo>
                <a:lnTo>
                  <a:pt x="1740217" y="334899"/>
                </a:lnTo>
                <a:lnTo>
                  <a:pt x="1749475" y="329526"/>
                </a:lnTo>
                <a:lnTo>
                  <a:pt x="1761744" y="326136"/>
                </a:lnTo>
                <a:lnTo>
                  <a:pt x="1761744" y="321564"/>
                </a:lnTo>
                <a:lnTo>
                  <a:pt x="1761744" y="318516"/>
                </a:lnTo>
                <a:close/>
              </a:path>
              <a:path w="2531745" h="363219">
                <a:moveTo>
                  <a:pt x="1943100" y="246888"/>
                </a:moveTo>
                <a:lnTo>
                  <a:pt x="1941576" y="240792"/>
                </a:lnTo>
                <a:lnTo>
                  <a:pt x="1879092" y="262128"/>
                </a:lnTo>
                <a:lnTo>
                  <a:pt x="1879092" y="166116"/>
                </a:lnTo>
                <a:lnTo>
                  <a:pt x="1938528" y="166116"/>
                </a:lnTo>
                <a:lnTo>
                  <a:pt x="1912620" y="138684"/>
                </a:lnTo>
                <a:lnTo>
                  <a:pt x="1894332" y="156972"/>
                </a:lnTo>
                <a:lnTo>
                  <a:pt x="1879092" y="156972"/>
                </a:lnTo>
                <a:lnTo>
                  <a:pt x="1879092" y="64008"/>
                </a:lnTo>
                <a:lnTo>
                  <a:pt x="1938528" y="64008"/>
                </a:lnTo>
                <a:lnTo>
                  <a:pt x="1912620" y="36576"/>
                </a:lnTo>
                <a:lnTo>
                  <a:pt x="1894332" y="54864"/>
                </a:lnTo>
                <a:lnTo>
                  <a:pt x="1798320" y="54864"/>
                </a:lnTo>
                <a:lnTo>
                  <a:pt x="1812036" y="68580"/>
                </a:lnTo>
                <a:lnTo>
                  <a:pt x="1820316" y="66586"/>
                </a:lnTo>
                <a:lnTo>
                  <a:pt x="1829181" y="65151"/>
                </a:lnTo>
                <a:lnTo>
                  <a:pt x="1838604" y="64300"/>
                </a:lnTo>
                <a:lnTo>
                  <a:pt x="1848612" y="64008"/>
                </a:lnTo>
                <a:lnTo>
                  <a:pt x="1859280" y="64008"/>
                </a:lnTo>
                <a:lnTo>
                  <a:pt x="1859280" y="156972"/>
                </a:lnTo>
                <a:lnTo>
                  <a:pt x="1801368" y="156972"/>
                </a:lnTo>
                <a:lnTo>
                  <a:pt x="1815084" y="170688"/>
                </a:lnTo>
                <a:lnTo>
                  <a:pt x="1823364" y="168694"/>
                </a:lnTo>
                <a:lnTo>
                  <a:pt x="1832229" y="167259"/>
                </a:lnTo>
                <a:lnTo>
                  <a:pt x="1841652" y="166408"/>
                </a:lnTo>
                <a:lnTo>
                  <a:pt x="1851660" y="166116"/>
                </a:lnTo>
                <a:lnTo>
                  <a:pt x="1859280" y="166116"/>
                </a:lnTo>
                <a:lnTo>
                  <a:pt x="1859280" y="268224"/>
                </a:lnTo>
                <a:lnTo>
                  <a:pt x="1849297" y="271945"/>
                </a:lnTo>
                <a:lnTo>
                  <a:pt x="1835467" y="276225"/>
                </a:lnTo>
                <a:lnTo>
                  <a:pt x="1817916" y="281089"/>
                </a:lnTo>
                <a:lnTo>
                  <a:pt x="1796796" y="286512"/>
                </a:lnTo>
                <a:lnTo>
                  <a:pt x="1815084" y="315468"/>
                </a:lnTo>
                <a:lnTo>
                  <a:pt x="1827276" y="301752"/>
                </a:lnTo>
                <a:lnTo>
                  <a:pt x="1911045" y="262128"/>
                </a:lnTo>
                <a:lnTo>
                  <a:pt x="1943100" y="246888"/>
                </a:lnTo>
                <a:close/>
              </a:path>
              <a:path w="2531745" h="363219">
                <a:moveTo>
                  <a:pt x="2154936" y="336804"/>
                </a:moveTo>
                <a:lnTo>
                  <a:pt x="2127504" y="306324"/>
                </a:lnTo>
                <a:lnTo>
                  <a:pt x="2107692" y="327660"/>
                </a:lnTo>
                <a:lnTo>
                  <a:pt x="2043684" y="327660"/>
                </a:lnTo>
                <a:lnTo>
                  <a:pt x="2043684" y="263652"/>
                </a:lnTo>
                <a:lnTo>
                  <a:pt x="2132076" y="263652"/>
                </a:lnTo>
                <a:lnTo>
                  <a:pt x="2106168" y="236220"/>
                </a:lnTo>
                <a:lnTo>
                  <a:pt x="2087880" y="254508"/>
                </a:lnTo>
                <a:lnTo>
                  <a:pt x="2043684" y="254508"/>
                </a:lnTo>
                <a:lnTo>
                  <a:pt x="2043684" y="188976"/>
                </a:lnTo>
                <a:lnTo>
                  <a:pt x="2098548" y="188976"/>
                </a:lnTo>
                <a:lnTo>
                  <a:pt x="2098548" y="207264"/>
                </a:lnTo>
                <a:lnTo>
                  <a:pt x="2118360" y="198120"/>
                </a:lnTo>
                <a:lnTo>
                  <a:pt x="2117826" y="188976"/>
                </a:lnTo>
                <a:lnTo>
                  <a:pt x="2117471" y="183007"/>
                </a:lnTo>
                <a:lnTo>
                  <a:pt x="2117394" y="179832"/>
                </a:lnTo>
                <a:lnTo>
                  <a:pt x="2117077" y="167259"/>
                </a:lnTo>
                <a:lnTo>
                  <a:pt x="2116950" y="156972"/>
                </a:lnTo>
                <a:lnTo>
                  <a:pt x="2116836" y="115824"/>
                </a:lnTo>
                <a:lnTo>
                  <a:pt x="2116836" y="106680"/>
                </a:lnTo>
                <a:lnTo>
                  <a:pt x="2116836" y="50292"/>
                </a:lnTo>
                <a:lnTo>
                  <a:pt x="2122932" y="45720"/>
                </a:lnTo>
                <a:lnTo>
                  <a:pt x="2129028" y="41148"/>
                </a:lnTo>
                <a:lnTo>
                  <a:pt x="2123313" y="36576"/>
                </a:lnTo>
                <a:lnTo>
                  <a:pt x="2106168" y="22860"/>
                </a:lnTo>
                <a:lnTo>
                  <a:pt x="2098548" y="32664"/>
                </a:lnTo>
                <a:lnTo>
                  <a:pt x="2098548" y="45720"/>
                </a:lnTo>
                <a:lnTo>
                  <a:pt x="2098548" y="106680"/>
                </a:lnTo>
                <a:lnTo>
                  <a:pt x="2098548" y="115824"/>
                </a:lnTo>
                <a:lnTo>
                  <a:pt x="2098548" y="179832"/>
                </a:lnTo>
                <a:lnTo>
                  <a:pt x="2043684" y="179832"/>
                </a:lnTo>
                <a:lnTo>
                  <a:pt x="2043684" y="115824"/>
                </a:lnTo>
                <a:lnTo>
                  <a:pt x="2098548" y="115824"/>
                </a:lnTo>
                <a:lnTo>
                  <a:pt x="2098548" y="106680"/>
                </a:lnTo>
                <a:lnTo>
                  <a:pt x="2043684" y="106680"/>
                </a:lnTo>
                <a:lnTo>
                  <a:pt x="2043684" y="45720"/>
                </a:lnTo>
                <a:lnTo>
                  <a:pt x="2098548" y="45720"/>
                </a:lnTo>
                <a:lnTo>
                  <a:pt x="2098548" y="32664"/>
                </a:lnTo>
                <a:lnTo>
                  <a:pt x="2095500" y="36576"/>
                </a:lnTo>
                <a:lnTo>
                  <a:pt x="2025396" y="36576"/>
                </a:lnTo>
                <a:lnTo>
                  <a:pt x="2025396" y="45720"/>
                </a:lnTo>
                <a:lnTo>
                  <a:pt x="2025396" y="106680"/>
                </a:lnTo>
                <a:lnTo>
                  <a:pt x="2025396" y="115824"/>
                </a:lnTo>
                <a:lnTo>
                  <a:pt x="2025396" y="179832"/>
                </a:lnTo>
                <a:lnTo>
                  <a:pt x="1967484" y="179832"/>
                </a:lnTo>
                <a:lnTo>
                  <a:pt x="1967484" y="115824"/>
                </a:lnTo>
                <a:lnTo>
                  <a:pt x="2025396" y="115824"/>
                </a:lnTo>
                <a:lnTo>
                  <a:pt x="2025396" y="106680"/>
                </a:lnTo>
                <a:lnTo>
                  <a:pt x="1967484" y="106680"/>
                </a:lnTo>
                <a:lnTo>
                  <a:pt x="1967484" y="45720"/>
                </a:lnTo>
                <a:lnTo>
                  <a:pt x="2025396" y="45720"/>
                </a:lnTo>
                <a:lnTo>
                  <a:pt x="2025396" y="36576"/>
                </a:lnTo>
                <a:lnTo>
                  <a:pt x="1967484" y="36576"/>
                </a:lnTo>
                <a:lnTo>
                  <a:pt x="1947672" y="22860"/>
                </a:lnTo>
                <a:lnTo>
                  <a:pt x="1948510" y="45720"/>
                </a:lnTo>
                <a:lnTo>
                  <a:pt x="1948611" y="50292"/>
                </a:lnTo>
                <a:lnTo>
                  <a:pt x="1949005" y="70675"/>
                </a:lnTo>
                <a:lnTo>
                  <a:pt x="1949170" y="94234"/>
                </a:lnTo>
                <a:lnTo>
                  <a:pt x="1949043" y="156972"/>
                </a:lnTo>
                <a:lnTo>
                  <a:pt x="1948942" y="167259"/>
                </a:lnTo>
                <a:lnTo>
                  <a:pt x="1948548" y="187858"/>
                </a:lnTo>
                <a:lnTo>
                  <a:pt x="1947672" y="211836"/>
                </a:lnTo>
                <a:lnTo>
                  <a:pt x="1967484" y="204216"/>
                </a:lnTo>
                <a:lnTo>
                  <a:pt x="1967484" y="188976"/>
                </a:lnTo>
                <a:lnTo>
                  <a:pt x="2025396" y="188976"/>
                </a:lnTo>
                <a:lnTo>
                  <a:pt x="2025396" y="254508"/>
                </a:lnTo>
                <a:lnTo>
                  <a:pt x="1940052" y="254508"/>
                </a:lnTo>
                <a:lnTo>
                  <a:pt x="1953768" y="268224"/>
                </a:lnTo>
                <a:lnTo>
                  <a:pt x="1962912" y="266230"/>
                </a:lnTo>
                <a:lnTo>
                  <a:pt x="1972056" y="264795"/>
                </a:lnTo>
                <a:lnTo>
                  <a:pt x="1981200" y="263944"/>
                </a:lnTo>
                <a:lnTo>
                  <a:pt x="1990344" y="263652"/>
                </a:lnTo>
                <a:lnTo>
                  <a:pt x="2025396" y="263652"/>
                </a:lnTo>
                <a:lnTo>
                  <a:pt x="2025396" y="327660"/>
                </a:lnTo>
                <a:lnTo>
                  <a:pt x="1895856" y="327660"/>
                </a:lnTo>
                <a:lnTo>
                  <a:pt x="1909572" y="341376"/>
                </a:lnTo>
                <a:lnTo>
                  <a:pt x="1918716" y="339382"/>
                </a:lnTo>
                <a:lnTo>
                  <a:pt x="1927860" y="337947"/>
                </a:lnTo>
                <a:lnTo>
                  <a:pt x="1937004" y="337096"/>
                </a:lnTo>
                <a:lnTo>
                  <a:pt x="1946148" y="336804"/>
                </a:lnTo>
                <a:lnTo>
                  <a:pt x="2154936" y="336804"/>
                </a:lnTo>
                <a:close/>
              </a:path>
              <a:path w="2531745" h="363219">
                <a:moveTo>
                  <a:pt x="2251456" y="271653"/>
                </a:moveTo>
                <a:lnTo>
                  <a:pt x="2250935" y="256032"/>
                </a:lnTo>
                <a:lnTo>
                  <a:pt x="2244839" y="256032"/>
                </a:lnTo>
                <a:lnTo>
                  <a:pt x="2240610" y="272897"/>
                </a:lnTo>
                <a:lnTo>
                  <a:pt x="2234933" y="286893"/>
                </a:lnTo>
                <a:lnTo>
                  <a:pt x="2228126" y="298043"/>
                </a:lnTo>
                <a:lnTo>
                  <a:pt x="2220455" y="306324"/>
                </a:lnTo>
                <a:lnTo>
                  <a:pt x="2212835" y="313944"/>
                </a:lnTo>
                <a:lnTo>
                  <a:pt x="2208263" y="320040"/>
                </a:lnTo>
                <a:lnTo>
                  <a:pt x="2208263" y="324612"/>
                </a:lnTo>
                <a:lnTo>
                  <a:pt x="2209787" y="326136"/>
                </a:lnTo>
                <a:lnTo>
                  <a:pt x="2214359" y="329184"/>
                </a:lnTo>
                <a:lnTo>
                  <a:pt x="2220455" y="332232"/>
                </a:lnTo>
                <a:lnTo>
                  <a:pt x="2229599" y="332232"/>
                </a:lnTo>
                <a:lnTo>
                  <a:pt x="2251214" y="291084"/>
                </a:lnTo>
                <a:lnTo>
                  <a:pt x="2251341" y="288607"/>
                </a:lnTo>
                <a:lnTo>
                  <a:pt x="2251456" y="271653"/>
                </a:lnTo>
                <a:close/>
              </a:path>
              <a:path w="2531745" h="363219">
                <a:moveTo>
                  <a:pt x="2353043" y="86868"/>
                </a:moveTo>
                <a:lnTo>
                  <a:pt x="2330183" y="59436"/>
                </a:lnTo>
                <a:lnTo>
                  <a:pt x="2310371" y="77724"/>
                </a:lnTo>
                <a:lnTo>
                  <a:pt x="2290559" y="77724"/>
                </a:lnTo>
                <a:lnTo>
                  <a:pt x="2290559" y="27432"/>
                </a:lnTo>
                <a:lnTo>
                  <a:pt x="2302751" y="15240"/>
                </a:lnTo>
                <a:lnTo>
                  <a:pt x="2269223" y="1524"/>
                </a:lnTo>
                <a:lnTo>
                  <a:pt x="2270112" y="13220"/>
                </a:lnTo>
                <a:lnTo>
                  <a:pt x="2270556" y="29908"/>
                </a:lnTo>
                <a:lnTo>
                  <a:pt x="2270645" y="41148"/>
                </a:lnTo>
                <a:lnTo>
                  <a:pt x="2270747" y="77724"/>
                </a:lnTo>
                <a:lnTo>
                  <a:pt x="2197595" y="77724"/>
                </a:lnTo>
                <a:lnTo>
                  <a:pt x="2209787" y="89916"/>
                </a:lnTo>
                <a:lnTo>
                  <a:pt x="2223503" y="86868"/>
                </a:lnTo>
                <a:lnTo>
                  <a:pt x="2267699" y="86868"/>
                </a:lnTo>
                <a:lnTo>
                  <a:pt x="2253411" y="121716"/>
                </a:lnTo>
                <a:lnTo>
                  <a:pt x="2235695" y="155257"/>
                </a:lnTo>
                <a:lnTo>
                  <a:pt x="2214549" y="187388"/>
                </a:lnTo>
                <a:lnTo>
                  <a:pt x="2189975" y="217932"/>
                </a:lnTo>
                <a:lnTo>
                  <a:pt x="2194547" y="220980"/>
                </a:lnTo>
                <a:lnTo>
                  <a:pt x="2215464" y="203314"/>
                </a:lnTo>
                <a:lnTo>
                  <a:pt x="2234933" y="182499"/>
                </a:lnTo>
                <a:lnTo>
                  <a:pt x="2253272" y="158838"/>
                </a:lnTo>
                <a:lnTo>
                  <a:pt x="2270747" y="132588"/>
                </a:lnTo>
                <a:lnTo>
                  <a:pt x="2270645" y="173736"/>
                </a:lnTo>
                <a:lnTo>
                  <a:pt x="2270556" y="187452"/>
                </a:lnTo>
                <a:lnTo>
                  <a:pt x="2270112" y="211251"/>
                </a:lnTo>
                <a:lnTo>
                  <a:pt x="2269223" y="233172"/>
                </a:lnTo>
                <a:lnTo>
                  <a:pt x="2292083" y="224028"/>
                </a:lnTo>
                <a:lnTo>
                  <a:pt x="2291880" y="211251"/>
                </a:lnTo>
                <a:lnTo>
                  <a:pt x="2291321" y="187452"/>
                </a:lnTo>
                <a:lnTo>
                  <a:pt x="2290864" y="160528"/>
                </a:lnTo>
                <a:lnTo>
                  <a:pt x="2290762" y="149923"/>
                </a:lnTo>
                <a:lnTo>
                  <a:pt x="2290648" y="132588"/>
                </a:lnTo>
                <a:lnTo>
                  <a:pt x="2290559" y="118872"/>
                </a:lnTo>
                <a:lnTo>
                  <a:pt x="2300897" y="129159"/>
                </a:lnTo>
                <a:lnTo>
                  <a:pt x="2309228" y="139446"/>
                </a:lnTo>
                <a:lnTo>
                  <a:pt x="2315857" y="149733"/>
                </a:lnTo>
                <a:lnTo>
                  <a:pt x="2321039" y="160020"/>
                </a:lnTo>
                <a:lnTo>
                  <a:pt x="2324087" y="169164"/>
                </a:lnTo>
                <a:lnTo>
                  <a:pt x="2327135" y="173736"/>
                </a:lnTo>
                <a:lnTo>
                  <a:pt x="2333231" y="173736"/>
                </a:lnTo>
                <a:lnTo>
                  <a:pt x="2334755" y="172212"/>
                </a:lnTo>
                <a:lnTo>
                  <a:pt x="2340851" y="163068"/>
                </a:lnTo>
                <a:lnTo>
                  <a:pt x="2342337" y="157162"/>
                </a:lnTo>
                <a:lnTo>
                  <a:pt x="2342375" y="143256"/>
                </a:lnTo>
                <a:lnTo>
                  <a:pt x="2339327" y="137160"/>
                </a:lnTo>
                <a:lnTo>
                  <a:pt x="2330183" y="131064"/>
                </a:lnTo>
                <a:lnTo>
                  <a:pt x="2323350" y="126238"/>
                </a:lnTo>
                <a:lnTo>
                  <a:pt x="2314371" y="120967"/>
                </a:lnTo>
                <a:lnTo>
                  <a:pt x="2310231" y="118872"/>
                </a:lnTo>
                <a:lnTo>
                  <a:pt x="2303399" y="115430"/>
                </a:lnTo>
                <a:lnTo>
                  <a:pt x="2290559" y="109728"/>
                </a:lnTo>
                <a:lnTo>
                  <a:pt x="2290559" y="86868"/>
                </a:lnTo>
                <a:lnTo>
                  <a:pt x="2353043" y="86868"/>
                </a:lnTo>
                <a:close/>
              </a:path>
              <a:path w="2531745" h="363219">
                <a:moveTo>
                  <a:pt x="2397226" y="263563"/>
                </a:moveTo>
                <a:lnTo>
                  <a:pt x="2361387" y="231317"/>
                </a:lnTo>
                <a:lnTo>
                  <a:pt x="2340851" y="220980"/>
                </a:lnTo>
                <a:lnTo>
                  <a:pt x="2337803" y="225552"/>
                </a:lnTo>
                <a:lnTo>
                  <a:pt x="2350363" y="239826"/>
                </a:lnTo>
                <a:lnTo>
                  <a:pt x="2360472" y="252793"/>
                </a:lnTo>
                <a:lnTo>
                  <a:pt x="2368029" y="264350"/>
                </a:lnTo>
                <a:lnTo>
                  <a:pt x="2372855" y="274320"/>
                </a:lnTo>
                <a:lnTo>
                  <a:pt x="2375903" y="283464"/>
                </a:lnTo>
                <a:lnTo>
                  <a:pt x="2380475" y="288036"/>
                </a:lnTo>
                <a:lnTo>
                  <a:pt x="2386571" y="288036"/>
                </a:lnTo>
                <a:lnTo>
                  <a:pt x="2389619" y="286512"/>
                </a:lnTo>
                <a:lnTo>
                  <a:pt x="2395715" y="277368"/>
                </a:lnTo>
                <a:lnTo>
                  <a:pt x="2397188" y="272973"/>
                </a:lnTo>
                <a:lnTo>
                  <a:pt x="2397226" y="263563"/>
                </a:lnTo>
                <a:close/>
              </a:path>
              <a:path w="2531745" h="363219">
                <a:moveTo>
                  <a:pt x="2471915" y="324612"/>
                </a:moveTo>
                <a:lnTo>
                  <a:pt x="2454579" y="288607"/>
                </a:lnTo>
                <a:lnTo>
                  <a:pt x="2453627" y="263652"/>
                </a:lnTo>
                <a:lnTo>
                  <a:pt x="2447531" y="263652"/>
                </a:lnTo>
                <a:lnTo>
                  <a:pt x="2442959" y="309372"/>
                </a:lnTo>
                <a:lnTo>
                  <a:pt x="2426195" y="327660"/>
                </a:lnTo>
                <a:lnTo>
                  <a:pt x="2333231" y="327660"/>
                </a:lnTo>
                <a:lnTo>
                  <a:pt x="2324354" y="326758"/>
                </a:lnTo>
                <a:lnTo>
                  <a:pt x="2318181" y="323850"/>
                </a:lnTo>
                <a:lnTo>
                  <a:pt x="2314587" y="318668"/>
                </a:lnTo>
                <a:lnTo>
                  <a:pt x="2313419" y="310896"/>
                </a:lnTo>
                <a:lnTo>
                  <a:pt x="2313419" y="266700"/>
                </a:lnTo>
                <a:lnTo>
                  <a:pt x="2325611" y="256032"/>
                </a:lnTo>
                <a:lnTo>
                  <a:pt x="2292083" y="239268"/>
                </a:lnTo>
                <a:lnTo>
                  <a:pt x="2293543" y="287083"/>
                </a:lnTo>
                <a:lnTo>
                  <a:pt x="2293607" y="315468"/>
                </a:lnTo>
                <a:lnTo>
                  <a:pt x="2295042" y="328358"/>
                </a:lnTo>
                <a:lnTo>
                  <a:pt x="2299322" y="337375"/>
                </a:lnTo>
                <a:lnTo>
                  <a:pt x="2306472" y="342696"/>
                </a:lnTo>
                <a:lnTo>
                  <a:pt x="2316467" y="344424"/>
                </a:lnTo>
                <a:lnTo>
                  <a:pt x="2432291" y="344424"/>
                </a:lnTo>
                <a:lnTo>
                  <a:pt x="2444280" y="343268"/>
                </a:lnTo>
                <a:lnTo>
                  <a:pt x="2454960" y="339661"/>
                </a:lnTo>
                <a:lnTo>
                  <a:pt x="2464231" y="333502"/>
                </a:lnTo>
                <a:lnTo>
                  <a:pt x="2469286" y="327660"/>
                </a:lnTo>
                <a:lnTo>
                  <a:pt x="2471915" y="324612"/>
                </a:lnTo>
                <a:close/>
              </a:path>
              <a:path w="2531745" h="363219">
                <a:moveTo>
                  <a:pt x="2519159" y="41148"/>
                </a:moveTo>
                <a:lnTo>
                  <a:pt x="2515095" y="38100"/>
                </a:lnTo>
                <a:lnTo>
                  <a:pt x="2494775" y="22860"/>
                </a:lnTo>
                <a:lnTo>
                  <a:pt x="2487155" y="33756"/>
                </a:lnTo>
                <a:lnTo>
                  <a:pt x="2487155" y="193548"/>
                </a:lnTo>
                <a:lnTo>
                  <a:pt x="2386571" y="193548"/>
                </a:lnTo>
                <a:lnTo>
                  <a:pt x="2386571" y="149352"/>
                </a:lnTo>
                <a:lnTo>
                  <a:pt x="2487155" y="149352"/>
                </a:lnTo>
                <a:lnTo>
                  <a:pt x="2487155" y="140208"/>
                </a:lnTo>
                <a:lnTo>
                  <a:pt x="2386571" y="140208"/>
                </a:lnTo>
                <a:lnTo>
                  <a:pt x="2386571" y="99060"/>
                </a:lnTo>
                <a:lnTo>
                  <a:pt x="2487155" y="99060"/>
                </a:lnTo>
                <a:lnTo>
                  <a:pt x="2487155" y="89916"/>
                </a:lnTo>
                <a:lnTo>
                  <a:pt x="2386571" y="89916"/>
                </a:lnTo>
                <a:lnTo>
                  <a:pt x="2386571" y="47244"/>
                </a:lnTo>
                <a:lnTo>
                  <a:pt x="2487155" y="47244"/>
                </a:lnTo>
                <a:lnTo>
                  <a:pt x="2487155" y="33756"/>
                </a:lnTo>
                <a:lnTo>
                  <a:pt x="2484107" y="38100"/>
                </a:lnTo>
                <a:lnTo>
                  <a:pt x="2386571" y="38100"/>
                </a:lnTo>
                <a:lnTo>
                  <a:pt x="2365235" y="24384"/>
                </a:lnTo>
                <a:lnTo>
                  <a:pt x="2366022" y="38100"/>
                </a:lnTo>
                <a:lnTo>
                  <a:pt x="2366149" y="41148"/>
                </a:lnTo>
                <a:lnTo>
                  <a:pt x="2366568" y="60579"/>
                </a:lnTo>
                <a:lnTo>
                  <a:pt x="2366683" y="77724"/>
                </a:lnTo>
                <a:lnTo>
                  <a:pt x="2366568" y="179070"/>
                </a:lnTo>
                <a:lnTo>
                  <a:pt x="2366162" y="202692"/>
                </a:lnTo>
                <a:lnTo>
                  <a:pt x="2366048" y="206654"/>
                </a:lnTo>
                <a:lnTo>
                  <a:pt x="2365235" y="227076"/>
                </a:lnTo>
                <a:lnTo>
                  <a:pt x="2386571" y="219456"/>
                </a:lnTo>
                <a:lnTo>
                  <a:pt x="2386571" y="202692"/>
                </a:lnTo>
                <a:lnTo>
                  <a:pt x="2487155" y="202692"/>
                </a:lnTo>
                <a:lnTo>
                  <a:pt x="2487155" y="224028"/>
                </a:lnTo>
                <a:lnTo>
                  <a:pt x="2508491" y="214884"/>
                </a:lnTo>
                <a:lnTo>
                  <a:pt x="2507615" y="206654"/>
                </a:lnTo>
                <a:lnTo>
                  <a:pt x="2507450" y="202692"/>
                </a:lnTo>
                <a:lnTo>
                  <a:pt x="2507157" y="195834"/>
                </a:lnTo>
                <a:lnTo>
                  <a:pt x="2507132" y="193548"/>
                </a:lnTo>
                <a:lnTo>
                  <a:pt x="2507056" y="187452"/>
                </a:lnTo>
                <a:lnTo>
                  <a:pt x="2506967" y="149352"/>
                </a:lnTo>
                <a:lnTo>
                  <a:pt x="2506967" y="140208"/>
                </a:lnTo>
                <a:lnTo>
                  <a:pt x="2506967" y="99060"/>
                </a:lnTo>
                <a:lnTo>
                  <a:pt x="2506967" y="89916"/>
                </a:lnTo>
                <a:lnTo>
                  <a:pt x="2506967" y="51816"/>
                </a:lnTo>
                <a:lnTo>
                  <a:pt x="2512199" y="47244"/>
                </a:lnTo>
                <a:lnTo>
                  <a:pt x="2519159" y="41148"/>
                </a:lnTo>
                <a:close/>
              </a:path>
              <a:path w="2531745" h="363219">
                <a:moveTo>
                  <a:pt x="2531351" y="297180"/>
                </a:moveTo>
                <a:lnTo>
                  <a:pt x="2493708" y="263563"/>
                </a:lnTo>
                <a:lnTo>
                  <a:pt x="2478011" y="252984"/>
                </a:lnTo>
                <a:lnTo>
                  <a:pt x="2473439" y="257556"/>
                </a:lnTo>
                <a:lnTo>
                  <a:pt x="2485644" y="272796"/>
                </a:lnTo>
                <a:lnTo>
                  <a:pt x="2495537" y="287083"/>
                </a:lnTo>
                <a:lnTo>
                  <a:pt x="2503017" y="299783"/>
                </a:lnTo>
                <a:lnTo>
                  <a:pt x="2508491" y="310896"/>
                </a:lnTo>
                <a:lnTo>
                  <a:pt x="2511539" y="321564"/>
                </a:lnTo>
                <a:lnTo>
                  <a:pt x="2514587" y="327660"/>
                </a:lnTo>
                <a:lnTo>
                  <a:pt x="2517635" y="327660"/>
                </a:lnTo>
                <a:lnTo>
                  <a:pt x="2520683" y="324612"/>
                </a:lnTo>
                <a:lnTo>
                  <a:pt x="2529827" y="312420"/>
                </a:lnTo>
                <a:lnTo>
                  <a:pt x="2531275" y="308114"/>
                </a:lnTo>
                <a:lnTo>
                  <a:pt x="2531351" y="29718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7075931" y="2354580"/>
            <a:ext cx="314325" cy="353695"/>
          </a:xfrm>
          <a:custGeom>
            <a:avLst/>
            <a:gdLst/>
            <a:ahLst/>
            <a:cxnLst/>
            <a:rect l="l" t="t" r="r" b="b"/>
            <a:pathLst>
              <a:path w="314325" h="353694">
                <a:moveTo>
                  <a:pt x="47244" y="79248"/>
                </a:moveTo>
                <a:lnTo>
                  <a:pt x="38100" y="79248"/>
                </a:lnTo>
                <a:lnTo>
                  <a:pt x="45219" y="54649"/>
                </a:lnTo>
                <a:lnTo>
                  <a:pt x="50482" y="33337"/>
                </a:lnTo>
                <a:lnTo>
                  <a:pt x="53744" y="15168"/>
                </a:lnTo>
                <a:lnTo>
                  <a:pt x="54864" y="0"/>
                </a:lnTo>
                <a:lnTo>
                  <a:pt x="88392" y="18288"/>
                </a:lnTo>
                <a:lnTo>
                  <a:pt x="80676" y="24598"/>
                </a:lnTo>
                <a:lnTo>
                  <a:pt x="71247" y="36766"/>
                </a:lnTo>
                <a:lnTo>
                  <a:pt x="60102" y="54935"/>
                </a:lnTo>
                <a:lnTo>
                  <a:pt x="47244" y="79248"/>
                </a:lnTo>
                <a:close/>
              </a:path>
              <a:path w="314325" h="353694">
                <a:moveTo>
                  <a:pt x="129540" y="167640"/>
                </a:moveTo>
                <a:lnTo>
                  <a:pt x="124968" y="164592"/>
                </a:lnTo>
                <a:lnTo>
                  <a:pt x="140088" y="141160"/>
                </a:lnTo>
                <a:lnTo>
                  <a:pt x="153352" y="118872"/>
                </a:lnTo>
                <a:lnTo>
                  <a:pt x="173736" y="77724"/>
                </a:lnTo>
                <a:lnTo>
                  <a:pt x="186309" y="39052"/>
                </a:lnTo>
                <a:lnTo>
                  <a:pt x="196596" y="1524"/>
                </a:lnTo>
                <a:lnTo>
                  <a:pt x="230124" y="21336"/>
                </a:lnTo>
                <a:lnTo>
                  <a:pt x="222670" y="27884"/>
                </a:lnTo>
                <a:lnTo>
                  <a:pt x="213931" y="40576"/>
                </a:lnTo>
                <a:lnTo>
                  <a:pt x="203763" y="59269"/>
                </a:lnTo>
                <a:lnTo>
                  <a:pt x="192024" y="83820"/>
                </a:lnTo>
                <a:lnTo>
                  <a:pt x="307848" y="83820"/>
                </a:lnTo>
                <a:lnTo>
                  <a:pt x="313943" y="89916"/>
                </a:lnTo>
                <a:lnTo>
                  <a:pt x="310025" y="92964"/>
                </a:lnTo>
                <a:lnTo>
                  <a:pt x="188976" y="92964"/>
                </a:lnTo>
                <a:lnTo>
                  <a:pt x="174331" y="114061"/>
                </a:lnTo>
                <a:lnTo>
                  <a:pt x="159829" y="133731"/>
                </a:lnTo>
                <a:lnTo>
                  <a:pt x="145041" y="151685"/>
                </a:lnTo>
                <a:lnTo>
                  <a:pt x="129540" y="167640"/>
                </a:lnTo>
                <a:close/>
              </a:path>
              <a:path w="314325" h="353694">
                <a:moveTo>
                  <a:pt x="128016" y="79248"/>
                </a:moveTo>
                <a:lnTo>
                  <a:pt x="97536" y="79248"/>
                </a:lnTo>
                <a:lnTo>
                  <a:pt x="112776" y="64008"/>
                </a:lnTo>
                <a:lnTo>
                  <a:pt x="128016" y="79248"/>
                </a:lnTo>
                <a:close/>
              </a:path>
              <a:path w="314325" h="353694">
                <a:moveTo>
                  <a:pt x="0" y="350520"/>
                </a:moveTo>
                <a:lnTo>
                  <a:pt x="813" y="316992"/>
                </a:lnTo>
                <a:lnTo>
                  <a:pt x="932" y="310134"/>
                </a:lnTo>
                <a:lnTo>
                  <a:pt x="1333" y="278320"/>
                </a:lnTo>
                <a:lnTo>
                  <a:pt x="1423" y="155448"/>
                </a:lnTo>
                <a:lnTo>
                  <a:pt x="1299" y="133731"/>
                </a:lnTo>
                <a:lnTo>
                  <a:pt x="881" y="100965"/>
                </a:lnTo>
                <a:lnTo>
                  <a:pt x="0" y="65532"/>
                </a:lnTo>
                <a:lnTo>
                  <a:pt x="22860" y="79248"/>
                </a:lnTo>
                <a:lnTo>
                  <a:pt x="128016" y="79248"/>
                </a:lnTo>
                <a:lnTo>
                  <a:pt x="135636" y="86868"/>
                </a:lnTo>
                <a:lnTo>
                  <a:pt x="133458" y="88392"/>
                </a:lnTo>
                <a:lnTo>
                  <a:pt x="21336" y="88392"/>
                </a:lnTo>
                <a:lnTo>
                  <a:pt x="21336" y="185928"/>
                </a:lnTo>
                <a:lnTo>
                  <a:pt x="120701" y="185928"/>
                </a:lnTo>
                <a:lnTo>
                  <a:pt x="120762" y="195072"/>
                </a:lnTo>
                <a:lnTo>
                  <a:pt x="21336" y="195072"/>
                </a:lnTo>
                <a:lnTo>
                  <a:pt x="21336" y="301752"/>
                </a:lnTo>
                <a:lnTo>
                  <a:pt x="121733" y="301752"/>
                </a:lnTo>
                <a:lnTo>
                  <a:pt x="121806" y="312420"/>
                </a:lnTo>
                <a:lnTo>
                  <a:pt x="21336" y="312420"/>
                </a:lnTo>
                <a:lnTo>
                  <a:pt x="21336" y="338328"/>
                </a:lnTo>
                <a:lnTo>
                  <a:pt x="0" y="350520"/>
                </a:lnTo>
                <a:close/>
              </a:path>
              <a:path w="314325" h="353694">
                <a:moveTo>
                  <a:pt x="307848" y="83820"/>
                </a:moveTo>
                <a:lnTo>
                  <a:pt x="274319" y="83820"/>
                </a:lnTo>
                <a:lnTo>
                  <a:pt x="291084" y="67056"/>
                </a:lnTo>
                <a:lnTo>
                  <a:pt x="307848" y="83820"/>
                </a:lnTo>
                <a:close/>
              </a:path>
              <a:path w="314325" h="353694">
                <a:moveTo>
                  <a:pt x="120701" y="185928"/>
                </a:moveTo>
                <a:lnTo>
                  <a:pt x="100584" y="185928"/>
                </a:lnTo>
                <a:lnTo>
                  <a:pt x="100584" y="88392"/>
                </a:lnTo>
                <a:lnTo>
                  <a:pt x="133458" y="88392"/>
                </a:lnTo>
                <a:lnTo>
                  <a:pt x="120396" y="97536"/>
                </a:lnTo>
                <a:lnTo>
                  <a:pt x="120500" y="141160"/>
                </a:lnTo>
                <a:lnTo>
                  <a:pt x="120607" y="171831"/>
                </a:lnTo>
                <a:lnTo>
                  <a:pt x="120701" y="185928"/>
                </a:lnTo>
                <a:close/>
              </a:path>
              <a:path w="314325" h="353694">
                <a:moveTo>
                  <a:pt x="287463" y="316992"/>
                </a:moveTo>
                <a:lnTo>
                  <a:pt x="249936" y="316992"/>
                </a:lnTo>
                <a:lnTo>
                  <a:pt x="257317" y="315277"/>
                </a:lnTo>
                <a:lnTo>
                  <a:pt x="263271" y="310134"/>
                </a:lnTo>
                <a:lnTo>
                  <a:pt x="271795" y="267843"/>
                </a:lnTo>
                <a:lnTo>
                  <a:pt x="273558" y="227838"/>
                </a:lnTo>
                <a:lnTo>
                  <a:pt x="275475" y="163734"/>
                </a:lnTo>
                <a:lnTo>
                  <a:pt x="277367" y="92964"/>
                </a:lnTo>
                <a:lnTo>
                  <a:pt x="310025" y="92964"/>
                </a:lnTo>
                <a:lnTo>
                  <a:pt x="300228" y="100584"/>
                </a:lnTo>
                <a:lnTo>
                  <a:pt x="298799" y="180260"/>
                </a:lnTo>
                <a:lnTo>
                  <a:pt x="296799" y="240792"/>
                </a:lnTo>
                <a:lnTo>
                  <a:pt x="294227" y="281892"/>
                </a:lnTo>
                <a:lnTo>
                  <a:pt x="291084" y="303275"/>
                </a:lnTo>
                <a:lnTo>
                  <a:pt x="288488" y="314086"/>
                </a:lnTo>
                <a:lnTo>
                  <a:pt x="287463" y="316992"/>
                </a:lnTo>
                <a:close/>
              </a:path>
              <a:path w="314325" h="353694">
                <a:moveTo>
                  <a:pt x="204216" y="236220"/>
                </a:moveTo>
                <a:lnTo>
                  <a:pt x="198119" y="236220"/>
                </a:lnTo>
                <a:lnTo>
                  <a:pt x="195072" y="230124"/>
                </a:lnTo>
                <a:lnTo>
                  <a:pt x="193548" y="214884"/>
                </a:lnTo>
                <a:lnTo>
                  <a:pt x="189237" y="200025"/>
                </a:lnTo>
                <a:lnTo>
                  <a:pt x="183070" y="185166"/>
                </a:lnTo>
                <a:lnTo>
                  <a:pt x="174902" y="170307"/>
                </a:lnTo>
                <a:lnTo>
                  <a:pt x="164592" y="155448"/>
                </a:lnTo>
                <a:lnTo>
                  <a:pt x="167640" y="150876"/>
                </a:lnTo>
                <a:lnTo>
                  <a:pt x="197739" y="174879"/>
                </a:lnTo>
                <a:lnTo>
                  <a:pt x="217931" y="207264"/>
                </a:lnTo>
                <a:lnTo>
                  <a:pt x="217931" y="217932"/>
                </a:lnTo>
                <a:lnTo>
                  <a:pt x="214884" y="224028"/>
                </a:lnTo>
                <a:lnTo>
                  <a:pt x="211836" y="228600"/>
                </a:lnTo>
                <a:lnTo>
                  <a:pt x="207264" y="234696"/>
                </a:lnTo>
                <a:lnTo>
                  <a:pt x="204216" y="236220"/>
                </a:lnTo>
                <a:close/>
              </a:path>
              <a:path w="314325" h="353694">
                <a:moveTo>
                  <a:pt x="121733" y="301752"/>
                </a:moveTo>
                <a:lnTo>
                  <a:pt x="100584" y="301752"/>
                </a:lnTo>
                <a:lnTo>
                  <a:pt x="100584" y="195072"/>
                </a:lnTo>
                <a:lnTo>
                  <a:pt x="120762" y="195072"/>
                </a:lnTo>
                <a:lnTo>
                  <a:pt x="120966" y="224028"/>
                </a:lnTo>
                <a:lnTo>
                  <a:pt x="121733" y="301752"/>
                </a:lnTo>
                <a:close/>
              </a:path>
              <a:path w="314325" h="353694">
                <a:moveTo>
                  <a:pt x="245364" y="353568"/>
                </a:moveTo>
                <a:lnTo>
                  <a:pt x="238791" y="341852"/>
                </a:lnTo>
                <a:lnTo>
                  <a:pt x="228219" y="331851"/>
                </a:lnTo>
                <a:lnTo>
                  <a:pt x="213645" y="323564"/>
                </a:lnTo>
                <a:lnTo>
                  <a:pt x="195072" y="316992"/>
                </a:lnTo>
                <a:lnTo>
                  <a:pt x="195072" y="307848"/>
                </a:lnTo>
                <a:lnTo>
                  <a:pt x="212217" y="311848"/>
                </a:lnTo>
                <a:lnTo>
                  <a:pt x="227075" y="314706"/>
                </a:lnTo>
                <a:lnTo>
                  <a:pt x="239649" y="316420"/>
                </a:lnTo>
                <a:lnTo>
                  <a:pt x="249936" y="316992"/>
                </a:lnTo>
                <a:lnTo>
                  <a:pt x="287463" y="316992"/>
                </a:lnTo>
                <a:lnTo>
                  <a:pt x="285178" y="323469"/>
                </a:lnTo>
                <a:lnTo>
                  <a:pt x="255055" y="349234"/>
                </a:lnTo>
                <a:lnTo>
                  <a:pt x="245364" y="353568"/>
                </a:lnTo>
                <a:close/>
              </a:path>
              <a:path w="314325" h="353694">
                <a:moveTo>
                  <a:pt x="100584" y="344424"/>
                </a:moveTo>
                <a:lnTo>
                  <a:pt x="100584" y="312420"/>
                </a:lnTo>
                <a:lnTo>
                  <a:pt x="121806" y="312420"/>
                </a:lnTo>
                <a:lnTo>
                  <a:pt x="121920" y="332232"/>
                </a:lnTo>
                <a:lnTo>
                  <a:pt x="100584" y="34442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pic>
        <p:nvPicPr>
          <p:cNvPr id="13" name="object 13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7470314" y="2590800"/>
            <a:ext cx="84153" cy="85344"/>
          </a:xfrm>
          <a:prstGeom prst="rect">
            <a:avLst/>
          </a:prstGeom>
        </p:spPr>
      </p:pic>
      <p:sp>
        <p:nvSpPr>
          <p:cNvPr id="14" name="object 14"/>
          <p:cNvSpPr/>
          <p:nvPr/>
        </p:nvSpPr>
        <p:spPr>
          <a:xfrm>
            <a:off x="1748027" y="3084576"/>
            <a:ext cx="135890" cy="135890"/>
          </a:xfrm>
          <a:custGeom>
            <a:avLst/>
            <a:gdLst/>
            <a:ahLst/>
            <a:cxnLst/>
            <a:rect l="l" t="t" r="r" b="b"/>
            <a:pathLst>
              <a:path w="135889" h="135889">
                <a:moveTo>
                  <a:pt x="135635" y="135635"/>
                </a:moveTo>
                <a:lnTo>
                  <a:pt x="0" y="135635"/>
                </a:lnTo>
                <a:lnTo>
                  <a:pt x="0" y="0"/>
                </a:lnTo>
                <a:lnTo>
                  <a:pt x="135635" y="0"/>
                </a:lnTo>
                <a:lnTo>
                  <a:pt x="135635" y="135635"/>
                </a:lnTo>
                <a:close/>
              </a:path>
            </a:pathLst>
          </a:custGeom>
          <a:solidFill>
            <a:srgbClr val="3333C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" name="object 15"/>
          <p:cNvSpPr/>
          <p:nvPr/>
        </p:nvSpPr>
        <p:spPr>
          <a:xfrm>
            <a:off x="2121408" y="2930651"/>
            <a:ext cx="349250" cy="342900"/>
          </a:xfrm>
          <a:custGeom>
            <a:avLst/>
            <a:gdLst/>
            <a:ahLst/>
            <a:cxnLst/>
            <a:rect l="l" t="t" r="r" b="b"/>
            <a:pathLst>
              <a:path w="349250" h="342900">
                <a:moveTo>
                  <a:pt x="32004" y="30480"/>
                </a:moveTo>
                <a:lnTo>
                  <a:pt x="18288" y="16764"/>
                </a:lnTo>
                <a:lnTo>
                  <a:pt x="158496" y="16764"/>
                </a:lnTo>
                <a:lnTo>
                  <a:pt x="170688" y="1524"/>
                </a:lnTo>
                <a:lnTo>
                  <a:pt x="196596" y="21336"/>
                </a:lnTo>
                <a:lnTo>
                  <a:pt x="190064" y="25908"/>
                </a:lnTo>
                <a:lnTo>
                  <a:pt x="68580" y="25908"/>
                </a:lnTo>
                <a:lnTo>
                  <a:pt x="59436" y="26193"/>
                </a:lnTo>
                <a:lnTo>
                  <a:pt x="50292" y="27051"/>
                </a:lnTo>
                <a:lnTo>
                  <a:pt x="41148" y="28479"/>
                </a:lnTo>
                <a:lnTo>
                  <a:pt x="32004" y="30480"/>
                </a:lnTo>
                <a:close/>
              </a:path>
              <a:path w="349250" h="342900">
                <a:moveTo>
                  <a:pt x="108204" y="102108"/>
                </a:moveTo>
                <a:lnTo>
                  <a:pt x="88392" y="102108"/>
                </a:lnTo>
                <a:lnTo>
                  <a:pt x="88392" y="25908"/>
                </a:lnTo>
                <a:lnTo>
                  <a:pt x="108204" y="25908"/>
                </a:lnTo>
                <a:lnTo>
                  <a:pt x="108204" y="102108"/>
                </a:lnTo>
                <a:close/>
              </a:path>
              <a:path w="349250" h="342900">
                <a:moveTo>
                  <a:pt x="36576" y="115824"/>
                </a:moveTo>
                <a:lnTo>
                  <a:pt x="22860" y="102108"/>
                </a:lnTo>
                <a:lnTo>
                  <a:pt x="161544" y="102108"/>
                </a:lnTo>
                <a:lnTo>
                  <a:pt x="161544" y="25908"/>
                </a:lnTo>
                <a:lnTo>
                  <a:pt x="190064" y="25908"/>
                </a:lnTo>
                <a:lnTo>
                  <a:pt x="181356" y="32004"/>
                </a:lnTo>
                <a:lnTo>
                  <a:pt x="181356" y="111252"/>
                </a:lnTo>
                <a:lnTo>
                  <a:pt x="73152" y="111252"/>
                </a:lnTo>
                <a:lnTo>
                  <a:pt x="64008" y="111537"/>
                </a:lnTo>
                <a:lnTo>
                  <a:pt x="54864" y="112395"/>
                </a:lnTo>
                <a:lnTo>
                  <a:pt x="45720" y="113823"/>
                </a:lnTo>
                <a:lnTo>
                  <a:pt x="36576" y="115824"/>
                </a:lnTo>
                <a:close/>
              </a:path>
              <a:path w="349250" h="342900">
                <a:moveTo>
                  <a:pt x="105156" y="179832"/>
                </a:moveTo>
                <a:lnTo>
                  <a:pt x="85344" y="179832"/>
                </a:lnTo>
                <a:lnTo>
                  <a:pt x="87106" y="163544"/>
                </a:lnTo>
                <a:lnTo>
                  <a:pt x="88011" y="146685"/>
                </a:lnTo>
                <a:lnTo>
                  <a:pt x="88344" y="129254"/>
                </a:lnTo>
                <a:lnTo>
                  <a:pt x="88392" y="111252"/>
                </a:lnTo>
                <a:lnTo>
                  <a:pt x="108204" y="111252"/>
                </a:lnTo>
                <a:lnTo>
                  <a:pt x="108139" y="129254"/>
                </a:lnTo>
                <a:lnTo>
                  <a:pt x="107823" y="145542"/>
                </a:lnTo>
                <a:lnTo>
                  <a:pt x="106918" y="162687"/>
                </a:lnTo>
                <a:lnTo>
                  <a:pt x="105156" y="179832"/>
                </a:lnTo>
                <a:close/>
              </a:path>
              <a:path w="349250" h="342900">
                <a:moveTo>
                  <a:pt x="30480" y="193548"/>
                </a:moveTo>
                <a:lnTo>
                  <a:pt x="16764" y="179832"/>
                </a:lnTo>
                <a:lnTo>
                  <a:pt x="161544" y="179832"/>
                </a:lnTo>
                <a:lnTo>
                  <a:pt x="161544" y="111252"/>
                </a:lnTo>
                <a:lnTo>
                  <a:pt x="181356" y="111252"/>
                </a:lnTo>
                <a:lnTo>
                  <a:pt x="181356" y="188976"/>
                </a:lnTo>
                <a:lnTo>
                  <a:pt x="67056" y="188976"/>
                </a:lnTo>
                <a:lnTo>
                  <a:pt x="57697" y="189261"/>
                </a:lnTo>
                <a:lnTo>
                  <a:pt x="48196" y="190119"/>
                </a:lnTo>
                <a:lnTo>
                  <a:pt x="38981" y="191547"/>
                </a:lnTo>
                <a:lnTo>
                  <a:pt x="30480" y="193548"/>
                </a:lnTo>
                <a:close/>
              </a:path>
              <a:path w="349250" h="342900">
                <a:moveTo>
                  <a:pt x="3048" y="338328"/>
                </a:moveTo>
                <a:lnTo>
                  <a:pt x="0" y="335280"/>
                </a:lnTo>
                <a:lnTo>
                  <a:pt x="32813" y="301275"/>
                </a:lnTo>
                <a:lnTo>
                  <a:pt x="57912" y="265557"/>
                </a:lnTo>
                <a:lnTo>
                  <a:pt x="75009" y="228123"/>
                </a:lnTo>
                <a:lnTo>
                  <a:pt x="83820" y="188976"/>
                </a:lnTo>
                <a:lnTo>
                  <a:pt x="103632" y="188976"/>
                </a:lnTo>
                <a:lnTo>
                  <a:pt x="92202" y="234172"/>
                </a:lnTo>
                <a:lnTo>
                  <a:pt x="71628" y="273939"/>
                </a:lnTo>
                <a:lnTo>
                  <a:pt x="41910" y="308562"/>
                </a:lnTo>
                <a:lnTo>
                  <a:pt x="3048" y="338328"/>
                </a:lnTo>
                <a:close/>
              </a:path>
              <a:path w="349250" h="342900">
                <a:moveTo>
                  <a:pt x="178007" y="284988"/>
                </a:moveTo>
                <a:lnTo>
                  <a:pt x="141732" y="284988"/>
                </a:lnTo>
                <a:lnTo>
                  <a:pt x="151471" y="282940"/>
                </a:lnTo>
                <a:lnTo>
                  <a:pt x="157924" y="276606"/>
                </a:lnTo>
                <a:lnTo>
                  <a:pt x="161234" y="265699"/>
                </a:lnTo>
                <a:lnTo>
                  <a:pt x="161544" y="249936"/>
                </a:lnTo>
                <a:lnTo>
                  <a:pt x="161544" y="188976"/>
                </a:lnTo>
                <a:lnTo>
                  <a:pt x="181356" y="188976"/>
                </a:lnTo>
                <a:lnTo>
                  <a:pt x="181356" y="266700"/>
                </a:lnTo>
                <a:lnTo>
                  <a:pt x="178007" y="284988"/>
                </a:lnTo>
                <a:close/>
              </a:path>
              <a:path w="349250" h="342900">
                <a:moveTo>
                  <a:pt x="138684" y="321564"/>
                </a:moveTo>
                <a:lnTo>
                  <a:pt x="134993" y="310753"/>
                </a:lnTo>
                <a:lnTo>
                  <a:pt x="126301" y="301371"/>
                </a:lnTo>
                <a:lnTo>
                  <a:pt x="112752" y="293703"/>
                </a:lnTo>
                <a:lnTo>
                  <a:pt x="94488" y="288035"/>
                </a:lnTo>
                <a:lnTo>
                  <a:pt x="94488" y="281940"/>
                </a:lnTo>
                <a:lnTo>
                  <a:pt x="119824" y="284035"/>
                </a:lnTo>
                <a:lnTo>
                  <a:pt x="131135" y="284726"/>
                </a:lnTo>
                <a:lnTo>
                  <a:pt x="141732" y="284988"/>
                </a:lnTo>
                <a:lnTo>
                  <a:pt x="178007" y="284988"/>
                </a:lnTo>
                <a:lnTo>
                  <a:pt x="177903" y="285559"/>
                </a:lnTo>
                <a:lnTo>
                  <a:pt x="169735" y="300990"/>
                </a:lnTo>
                <a:lnTo>
                  <a:pt x="156710" y="312991"/>
                </a:lnTo>
                <a:lnTo>
                  <a:pt x="138684" y="321564"/>
                </a:lnTo>
                <a:close/>
              </a:path>
              <a:path w="349250" h="342900">
                <a:moveTo>
                  <a:pt x="214884" y="342900"/>
                </a:moveTo>
                <a:lnTo>
                  <a:pt x="215122" y="305752"/>
                </a:lnTo>
                <a:lnTo>
                  <a:pt x="216130" y="217932"/>
                </a:lnTo>
                <a:lnTo>
                  <a:pt x="216247" y="196596"/>
                </a:lnTo>
                <a:lnTo>
                  <a:pt x="216356" y="148590"/>
                </a:lnTo>
                <a:lnTo>
                  <a:pt x="216169" y="107156"/>
                </a:lnTo>
                <a:lnTo>
                  <a:pt x="215640" y="62484"/>
                </a:lnTo>
                <a:lnTo>
                  <a:pt x="215148" y="28956"/>
                </a:lnTo>
                <a:lnTo>
                  <a:pt x="214884" y="0"/>
                </a:lnTo>
                <a:lnTo>
                  <a:pt x="236220" y="16764"/>
                </a:lnTo>
                <a:lnTo>
                  <a:pt x="336804" y="16764"/>
                </a:lnTo>
                <a:lnTo>
                  <a:pt x="345948" y="25908"/>
                </a:lnTo>
                <a:lnTo>
                  <a:pt x="236220" y="25908"/>
                </a:lnTo>
                <a:lnTo>
                  <a:pt x="236320" y="265271"/>
                </a:lnTo>
                <a:lnTo>
                  <a:pt x="236410" y="275844"/>
                </a:lnTo>
                <a:lnTo>
                  <a:pt x="236862" y="301037"/>
                </a:lnTo>
                <a:lnTo>
                  <a:pt x="237744" y="332232"/>
                </a:lnTo>
                <a:lnTo>
                  <a:pt x="214884" y="342900"/>
                </a:lnTo>
                <a:close/>
              </a:path>
              <a:path w="349250" h="342900">
                <a:moveTo>
                  <a:pt x="336804" y="16764"/>
                </a:moveTo>
                <a:lnTo>
                  <a:pt x="309372" y="16764"/>
                </a:lnTo>
                <a:lnTo>
                  <a:pt x="323088" y="3048"/>
                </a:lnTo>
                <a:lnTo>
                  <a:pt x="336804" y="16764"/>
                </a:lnTo>
                <a:close/>
              </a:path>
              <a:path w="349250" h="342900">
                <a:moveTo>
                  <a:pt x="339139" y="246888"/>
                </a:moveTo>
                <a:lnTo>
                  <a:pt x="309372" y="246888"/>
                </a:lnTo>
                <a:lnTo>
                  <a:pt x="313944" y="243840"/>
                </a:lnTo>
                <a:lnTo>
                  <a:pt x="316992" y="236220"/>
                </a:lnTo>
                <a:lnTo>
                  <a:pt x="318516" y="228600"/>
                </a:lnTo>
                <a:lnTo>
                  <a:pt x="320040" y="222504"/>
                </a:lnTo>
                <a:lnTo>
                  <a:pt x="320040" y="217932"/>
                </a:lnTo>
                <a:lnTo>
                  <a:pt x="307586" y="173235"/>
                </a:lnTo>
                <a:lnTo>
                  <a:pt x="277368" y="128016"/>
                </a:lnTo>
                <a:lnTo>
                  <a:pt x="310896" y="25908"/>
                </a:lnTo>
                <a:lnTo>
                  <a:pt x="345948" y="25908"/>
                </a:lnTo>
                <a:lnTo>
                  <a:pt x="348996" y="28956"/>
                </a:lnTo>
                <a:lnTo>
                  <a:pt x="340995" y="31194"/>
                </a:lnTo>
                <a:lnTo>
                  <a:pt x="332994" y="37719"/>
                </a:lnTo>
                <a:lnTo>
                  <a:pt x="309014" y="78509"/>
                </a:lnTo>
                <a:lnTo>
                  <a:pt x="286511" y="128016"/>
                </a:lnTo>
                <a:lnTo>
                  <a:pt x="305061" y="148590"/>
                </a:lnTo>
                <a:lnTo>
                  <a:pt x="319468" y="166878"/>
                </a:lnTo>
                <a:lnTo>
                  <a:pt x="338399" y="207168"/>
                </a:lnTo>
                <a:lnTo>
                  <a:pt x="342900" y="228600"/>
                </a:lnTo>
                <a:lnTo>
                  <a:pt x="342328" y="235696"/>
                </a:lnTo>
                <a:lnTo>
                  <a:pt x="340614" y="243078"/>
                </a:lnTo>
                <a:lnTo>
                  <a:pt x="339139" y="246888"/>
                </a:lnTo>
                <a:close/>
              </a:path>
              <a:path w="349250" h="342900">
                <a:moveTo>
                  <a:pt x="297180" y="284988"/>
                </a:moveTo>
                <a:lnTo>
                  <a:pt x="292846" y="273772"/>
                </a:lnTo>
                <a:lnTo>
                  <a:pt x="284226" y="264985"/>
                </a:lnTo>
                <a:lnTo>
                  <a:pt x="271033" y="258198"/>
                </a:lnTo>
                <a:lnTo>
                  <a:pt x="252984" y="252984"/>
                </a:lnTo>
                <a:lnTo>
                  <a:pt x="252984" y="245364"/>
                </a:lnTo>
                <a:lnTo>
                  <a:pt x="267843" y="246245"/>
                </a:lnTo>
                <a:lnTo>
                  <a:pt x="280416" y="246697"/>
                </a:lnTo>
                <a:lnTo>
                  <a:pt x="290703" y="246864"/>
                </a:lnTo>
                <a:lnTo>
                  <a:pt x="339139" y="246888"/>
                </a:lnTo>
                <a:lnTo>
                  <a:pt x="337756" y="250459"/>
                </a:lnTo>
                <a:lnTo>
                  <a:pt x="333756" y="257556"/>
                </a:lnTo>
                <a:lnTo>
                  <a:pt x="328041" y="265271"/>
                </a:lnTo>
                <a:lnTo>
                  <a:pt x="320040" y="272415"/>
                </a:lnTo>
                <a:lnTo>
                  <a:pt x="309753" y="278987"/>
                </a:lnTo>
                <a:lnTo>
                  <a:pt x="297180" y="28498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" name="object 16"/>
          <p:cNvSpPr/>
          <p:nvPr/>
        </p:nvSpPr>
        <p:spPr>
          <a:xfrm>
            <a:off x="2520695" y="2921507"/>
            <a:ext cx="317500" cy="337185"/>
          </a:xfrm>
          <a:custGeom>
            <a:avLst/>
            <a:gdLst/>
            <a:ahLst/>
            <a:cxnLst/>
            <a:rect l="l" t="t" r="r" b="b"/>
            <a:pathLst>
              <a:path w="317500" h="337185">
                <a:moveTo>
                  <a:pt x="3048" y="211836"/>
                </a:moveTo>
                <a:lnTo>
                  <a:pt x="0" y="205740"/>
                </a:lnTo>
                <a:lnTo>
                  <a:pt x="31456" y="180570"/>
                </a:lnTo>
                <a:lnTo>
                  <a:pt x="59626" y="155257"/>
                </a:lnTo>
                <a:lnTo>
                  <a:pt x="106680" y="103632"/>
                </a:lnTo>
                <a:lnTo>
                  <a:pt x="142875" y="50673"/>
                </a:lnTo>
                <a:lnTo>
                  <a:pt x="167640" y="0"/>
                </a:lnTo>
                <a:lnTo>
                  <a:pt x="201168" y="28956"/>
                </a:lnTo>
                <a:lnTo>
                  <a:pt x="181356" y="36576"/>
                </a:lnTo>
                <a:lnTo>
                  <a:pt x="150815" y="80259"/>
                </a:lnTo>
                <a:lnTo>
                  <a:pt x="117713" y="119774"/>
                </a:lnTo>
                <a:lnTo>
                  <a:pt x="82052" y="154972"/>
                </a:lnTo>
                <a:lnTo>
                  <a:pt x="43830" y="185708"/>
                </a:lnTo>
                <a:lnTo>
                  <a:pt x="3048" y="211836"/>
                </a:lnTo>
                <a:close/>
              </a:path>
              <a:path w="317500" h="337185">
                <a:moveTo>
                  <a:pt x="76200" y="326136"/>
                </a:moveTo>
                <a:lnTo>
                  <a:pt x="54864" y="289559"/>
                </a:lnTo>
                <a:lnTo>
                  <a:pt x="67198" y="285869"/>
                </a:lnTo>
                <a:lnTo>
                  <a:pt x="83820" y="274891"/>
                </a:lnTo>
                <a:lnTo>
                  <a:pt x="131064" y="231648"/>
                </a:lnTo>
                <a:lnTo>
                  <a:pt x="158210" y="201382"/>
                </a:lnTo>
                <a:lnTo>
                  <a:pt x="182499" y="167830"/>
                </a:lnTo>
                <a:lnTo>
                  <a:pt x="203930" y="131135"/>
                </a:lnTo>
                <a:lnTo>
                  <a:pt x="222504" y="91440"/>
                </a:lnTo>
                <a:lnTo>
                  <a:pt x="256032" y="117348"/>
                </a:lnTo>
                <a:lnTo>
                  <a:pt x="237744" y="124968"/>
                </a:lnTo>
                <a:lnTo>
                  <a:pt x="215169" y="156424"/>
                </a:lnTo>
                <a:lnTo>
                  <a:pt x="193167" y="184594"/>
                </a:lnTo>
                <a:lnTo>
                  <a:pt x="150876" y="231648"/>
                </a:lnTo>
                <a:lnTo>
                  <a:pt x="115633" y="266319"/>
                </a:lnTo>
                <a:lnTo>
                  <a:pt x="88392" y="289559"/>
                </a:lnTo>
                <a:lnTo>
                  <a:pt x="263735" y="289559"/>
                </a:lnTo>
                <a:lnTo>
                  <a:pt x="195357" y="297203"/>
                </a:lnTo>
                <a:lnTo>
                  <a:pt x="134493" y="306514"/>
                </a:lnTo>
                <a:lnTo>
                  <a:pt x="94773" y="316110"/>
                </a:lnTo>
                <a:lnTo>
                  <a:pt x="76200" y="326136"/>
                </a:lnTo>
                <a:close/>
              </a:path>
              <a:path w="317500" h="337185">
                <a:moveTo>
                  <a:pt x="263735" y="289559"/>
                </a:moveTo>
                <a:lnTo>
                  <a:pt x="88392" y="289559"/>
                </a:lnTo>
                <a:lnTo>
                  <a:pt x="272796" y="278892"/>
                </a:lnTo>
                <a:lnTo>
                  <a:pt x="261675" y="261461"/>
                </a:lnTo>
                <a:lnTo>
                  <a:pt x="248983" y="243459"/>
                </a:lnTo>
                <a:lnTo>
                  <a:pt x="234862" y="224885"/>
                </a:lnTo>
                <a:lnTo>
                  <a:pt x="219456" y="205740"/>
                </a:lnTo>
                <a:lnTo>
                  <a:pt x="224028" y="201168"/>
                </a:lnTo>
                <a:lnTo>
                  <a:pt x="261199" y="232267"/>
                </a:lnTo>
                <a:lnTo>
                  <a:pt x="305252" y="274462"/>
                </a:lnTo>
                <a:lnTo>
                  <a:pt x="313436" y="288036"/>
                </a:lnTo>
                <a:lnTo>
                  <a:pt x="277368" y="288036"/>
                </a:lnTo>
                <a:lnTo>
                  <a:pt x="263735" y="289559"/>
                </a:lnTo>
                <a:close/>
              </a:path>
              <a:path w="317500" h="337185">
                <a:moveTo>
                  <a:pt x="301752" y="336804"/>
                </a:moveTo>
                <a:lnTo>
                  <a:pt x="297180" y="336804"/>
                </a:lnTo>
                <a:lnTo>
                  <a:pt x="295656" y="332232"/>
                </a:lnTo>
                <a:lnTo>
                  <a:pt x="292608" y="326136"/>
                </a:lnTo>
                <a:lnTo>
                  <a:pt x="289155" y="316968"/>
                </a:lnTo>
                <a:lnTo>
                  <a:pt x="285559" y="307657"/>
                </a:lnTo>
                <a:lnTo>
                  <a:pt x="281678" y="298061"/>
                </a:lnTo>
                <a:lnTo>
                  <a:pt x="277368" y="288036"/>
                </a:lnTo>
                <a:lnTo>
                  <a:pt x="313436" y="288036"/>
                </a:lnTo>
                <a:lnTo>
                  <a:pt x="315468" y="294132"/>
                </a:lnTo>
                <a:lnTo>
                  <a:pt x="316992" y="301752"/>
                </a:lnTo>
                <a:lnTo>
                  <a:pt x="316992" y="315468"/>
                </a:lnTo>
                <a:lnTo>
                  <a:pt x="313944" y="321564"/>
                </a:lnTo>
                <a:lnTo>
                  <a:pt x="304800" y="333756"/>
                </a:lnTo>
                <a:lnTo>
                  <a:pt x="301752" y="33680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" name="object 17"/>
          <p:cNvSpPr/>
          <p:nvPr/>
        </p:nvSpPr>
        <p:spPr>
          <a:xfrm>
            <a:off x="2936748" y="3145536"/>
            <a:ext cx="60960" cy="105410"/>
          </a:xfrm>
          <a:custGeom>
            <a:avLst/>
            <a:gdLst/>
            <a:ahLst/>
            <a:cxnLst/>
            <a:rect l="l" t="t" r="r" b="b"/>
            <a:pathLst>
              <a:path w="60960" h="105410">
                <a:moveTo>
                  <a:pt x="9144" y="105156"/>
                </a:moveTo>
                <a:lnTo>
                  <a:pt x="0" y="105156"/>
                </a:lnTo>
                <a:lnTo>
                  <a:pt x="0" y="103632"/>
                </a:lnTo>
                <a:lnTo>
                  <a:pt x="1524" y="102108"/>
                </a:lnTo>
                <a:lnTo>
                  <a:pt x="4572" y="100584"/>
                </a:lnTo>
                <a:lnTo>
                  <a:pt x="16764" y="88392"/>
                </a:lnTo>
                <a:lnTo>
                  <a:pt x="36576" y="50292"/>
                </a:lnTo>
                <a:lnTo>
                  <a:pt x="27432" y="50292"/>
                </a:lnTo>
                <a:lnTo>
                  <a:pt x="19812" y="48768"/>
                </a:lnTo>
                <a:lnTo>
                  <a:pt x="16764" y="45720"/>
                </a:lnTo>
                <a:lnTo>
                  <a:pt x="12192" y="42672"/>
                </a:lnTo>
                <a:lnTo>
                  <a:pt x="9144" y="39624"/>
                </a:lnTo>
                <a:lnTo>
                  <a:pt x="7620" y="33528"/>
                </a:lnTo>
                <a:lnTo>
                  <a:pt x="6096" y="28956"/>
                </a:lnTo>
                <a:lnTo>
                  <a:pt x="6096" y="24384"/>
                </a:lnTo>
                <a:lnTo>
                  <a:pt x="7620" y="19812"/>
                </a:lnTo>
                <a:lnTo>
                  <a:pt x="7620" y="15240"/>
                </a:lnTo>
                <a:lnTo>
                  <a:pt x="12192" y="10668"/>
                </a:lnTo>
                <a:lnTo>
                  <a:pt x="24384" y="1524"/>
                </a:lnTo>
                <a:lnTo>
                  <a:pt x="32004" y="0"/>
                </a:lnTo>
                <a:lnTo>
                  <a:pt x="41148" y="1524"/>
                </a:lnTo>
                <a:lnTo>
                  <a:pt x="50292" y="4572"/>
                </a:lnTo>
                <a:lnTo>
                  <a:pt x="54864" y="7620"/>
                </a:lnTo>
                <a:lnTo>
                  <a:pt x="57912" y="13716"/>
                </a:lnTo>
                <a:lnTo>
                  <a:pt x="59436" y="19812"/>
                </a:lnTo>
                <a:lnTo>
                  <a:pt x="60960" y="24384"/>
                </a:lnTo>
                <a:lnTo>
                  <a:pt x="60960" y="35052"/>
                </a:lnTo>
                <a:lnTo>
                  <a:pt x="59436" y="44196"/>
                </a:lnTo>
                <a:lnTo>
                  <a:pt x="35052" y="85344"/>
                </a:lnTo>
                <a:lnTo>
                  <a:pt x="14906" y="103131"/>
                </a:lnTo>
                <a:lnTo>
                  <a:pt x="9144" y="10515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" name="object 18"/>
          <p:cNvSpPr/>
          <p:nvPr/>
        </p:nvSpPr>
        <p:spPr>
          <a:xfrm>
            <a:off x="3300971" y="2918459"/>
            <a:ext cx="3862070" cy="358140"/>
          </a:xfrm>
          <a:custGeom>
            <a:avLst/>
            <a:gdLst/>
            <a:ahLst/>
            <a:cxnLst/>
            <a:rect l="l" t="t" r="r" b="b"/>
            <a:pathLst>
              <a:path w="3862070" h="358139">
                <a:moveTo>
                  <a:pt x="277368" y="22860"/>
                </a:moveTo>
                <a:lnTo>
                  <a:pt x="271741" y="18288"/>
                </a:lnTo>
                <a:lnTo>
                  <a:pt x="252984" y="3048"/>
                </a:lnTo>
                <a:lnTo>
                  <a:pt x="242316" y="14909"/>
                </a:lnTo>
                <a:lnTo>
                  <a:pt x="242316" y="27432"/>
                </a:lnTo>
                <a:lnTo>
                  <a:pt x="242316" y="71628"/>
                </a:lnTo>
                <a:lnTo>
                  <a:pt x="242316" y="80772"/>
                </a:lnTo>
                <a:lnTo>
                  <a:pt x="242316" y="126492"/>
                </a:lnTo>
                <a:lnTo>
                  <a:pt x="109728" y="126492"/>
                </a:lnTo>
                <a:lnTo>
                  <a:pt x="109728" y="80772"/>
                </a:lnTo>
                <a:lnTo>
                  <a:pt x="242316" y="80772"/>
                </a:lnTo>
                <a:lnTo>
                  <a:pt x="242316" y="71628"/>
                </a:lnTo>
                <a:lnTo>
                  <a:pt x="109728" y="71628"/>
                </a:lnTo>
                <a:lnTo>
                  <a:pt x="109728" y="27432"/>
                </a:lnTo>
                <a:lnTo>
                  <a:pt x="242316" y="27432"/>
                </a:lnTo>
                <a:lnTo>
                  <a:pt x="242316" y="14909"/>
                </a:lnTo>
                <a:lnTo>
                  <a:pt x="239268" y="18288"/>
                </a:lnTo>
                <a:lnTo>
                  <a:pt x="111252" y="18288"/>
                </a:lnTo>
                <a:lnTo>
                  <a:pt x="86868" y="4572"/>
                </a:lnTo>
                <a:lnTo>
                  <a:pt x="87109" y="24866"/>
                </a:lnTo>
                <a:lnTo>
                  <a:pt x="88163" y="63728"/>
                </a:lnTo>
                <a:lnTo>
                  <a:pt x="88392" y="82296"/>
                </a:lnTo>
                <a:lnTo>
                  <a:pt x="88163" y="101498"/>
                </a:lnTo>
                <a:lnTo>
                  <a:pt x="87109" y="139306"/>
                </a:lnTo>
                <a:lnTo>
                  <a:pt x="86868" y="158496"/>
                </a:lnTo>
                <a:lnTo>
                  <a:pt x="109728" y="149352"/>
                </a:lnTo>
                <a:lnTo>
                  <a:pt x="109728" y="135636"/>
                </a:lnTo>
                <a:lnTo>
                  <a:pt x="242316" y="135636"/>
                </a:lnTo>
                <a:lnTo>
                  <a:pt x="242316" y="155448"/>
                </a:lnTo>
                <a:lnTo>
                  <a:pt x="265176" y="143256"/>
                </a:lnTo>
                <a:lnTo>
                  <a:pt x="264769" y="135636"/>
                </a:lnTo>
                <a:lnTo>
                  <a:pt x="264299" y="126974"/>
                </a:lnTo>
                <a:lnTo>
                  <a:pt x="264287" y="126492"/>
                </a:lnTo>
                <a:lnTo>
                  <a:pt x="263842" y="103251"/>
                </a:lnTo>
                <a:lnTo>
                  <a:pt x="263728" y="80772"/>
                </a:lnTo>
                <a:lnTo>
                  <a:pt x="263677" y="71628"/>
                </a:lnTo>
                <a:lnTo>
                  <a:pt x="263652" y="33528"/>
                </a:lnTo>
                <a:lnTo>
                  <a:pt x="271500" y="27432"/>
                </a:lnTo>
                <a:lnTo>
                  <a:pt x="277368" y="22860"/>
                </a:lnTo>
                <a:close/>
              </a:path>
              <a:path w="3862070" h="358139">
                <a:moveTo>
                  <a:pt x="350520" y="313944"/>
                </a:moveTo>
                <a:lnTo>
                  <a:pt x="333375" y="315709"/>
                </a:lnTo>
                <a:lnTo>
                  <a:pt x="313944" y="316611"/>
                </a:lnTo>
                <a:lnTo>
                  <a:pt x="292227" y="316953"/>
                </a:lnTo>
                <a:lnTo>
                  <a:pt x="268224" y="316992"/>
                </a:lnTo>
                <a:lnTo>
                  <a:pt x="243636" y="316445"/>
                </a:lnTo>
                <a:lnTo>
                  <a:pt x="222313" y="314896"/>
                </a:lnTo>
                <a:lnTo>
                  <a:pt x="204152" y="312496"/>
                </a:lnTo>
                <a:lnTo>
                  <a:pt x="188976" y="309372"/>
                </a:lnTo>
                <a:lnTo>
                  <a:pt x="188976" y="303276"/>
                </a:lnTo>
                <a:lnTo>
                  <a:pt x="188976" y="245364"/>
                </a:lnTo>
                <a:lnTo>
                  <a:pt x="316992" y="245364"/>
                </a:lnTo>
                <a:lnTo>
                  <a:pt x="307848" y="236220"/>
                </a:lnTo>
                <a:lnTo>
                  <a:pt x="288036" y="216408"/>
                </a:lnTo>
                <a:lnTo>
                  <a:pt x="268224" y="236220"/>
                </a:lnTo>
                <a:lnTo>
                  <a:pt x="188976" y="236220"/>
                </a:lnTo>
                <a:lnTo>
                  <a:pt x="188976" y="184404"/>
                </a:lnTo>
                <a:lnTo>
                  <a:pt x="342900" y="184404"/>
                </a:lnTo>
                <a:lnTo>
                  <a:pt x="310896" y="152400"/>
                </a:lnTo>
                <a:lnTo>
                  <a:pt x="288036" y="175260"/>
                </a:lnTo>
                <a:lnTo>
                  <a:pt x="4572" y="175260"/>
                </a:lnTo>
                <a:lnTo>
                  <a:pt x="19812" y="188976"/>
                </a:lnTo>
                <a:lnTo>
                  <a:pt x="28105" y="186982"/>
                </a:lnTo>
                <a:lnTo>
                  <a:pt x="36957" y="185547"/>
                </a:lnTo>
                <a:lnTo>
                  <a:pt x="46393" y="184696"/>
                </a:lnTo>
                <a:lnTo>
                  <a:pt x="56388" y="184404"/>
                </a:lnTo>
                <a:lnTo>
                  <a:pt x="167640" y="184404"/>
                </a:lnTo>
                <a:lnTo>
                  <a:pt x="167640" y="303276"/>
                </a:lnTo>
                <a:lnTo>
                  <a:pt x="145072" y="292163"/>
                </a:lnTo>
                <a:lnTo>
                  <a:pt x="125349" y="279463"/>
                </a:lnTo>
                <a:lnTo>
                  <a:pt x="108496" y="265353"/>
                </a:lnTo>
                <a:lnTo>
                  <a:pt x="101422" y="257556"/>
                </a:lnTo>
                <a:lnTo>
                  <a:pt x="94488" y="249936"/>
                </a:lnTo>
                <a:lnTo>
                  <a:pt x="112776" y="216408"/>
                </a:lnTo>
                <a:lnTo>
                  <a:pt x="118872" y="211836"/>
                </a:lnTo>
                <a:lnTo>
                  <a:pt x="85344" y="192024"/>
                </a:lnTo>
                <a:lnTo>
                  <a:pt x="73304" y="240296"/>
                </a:lnTo>
                <a:lnTo>
                  <a:pt x="55245" y="282130"/>
                </a:lnTo>
                <a:lnTo>
                  <a:pt x="30911" y="317398"/>
                </a:lnTo>
                <a:lnTo>
                  <a:pt x="0" y="345948"/>
                </a:lnTo>
                <a:lnTo>
                  <a:pt x="3048" y="350520"/>
                </a:lnTo>
                <a:lnTo>
                  <a:pt x="29908" y="334505"/>
                </a:lnTo>
                <a:lnTo>
                  <a:pt x="53340" y="313753"/>
                </a:lnTo>
                <a:lnTo>
                  <a:pt x="73342" y="288163"/>
                </a:lnTo>
                <a:lnTo>
                  <a:pt x="89916" y="257556"/>
                </a:lnTo>
                <a:lnTo>
                  <a:pt x="99352" y="269824"/>
                </a:lnTo>
                <a:lnTo>
                  <a:pt x="131064" y="301752"/>
                </a:lnTo>
                <a:lnTo>
                  <a:pt x="174574" y="324688"/>
                </a:lnTo>
                <a:lnTo>
                  <a:pt x="214604" y="335876"/>
                </a:lnTo>
                <a:lnTo>
                  <a:pt x="278612" y="343357"/>
                </a:lnTo>
                <a:lnTo>
                  <a:pt x="320040" y="345948"/>
                </a:lnTo>
                <a:lnTo>
                  <a:pt x="323519" y="337426"/>
                </a:lnTo>
                <a:lnTo>
                  <a:pt x="329565" y="330327"/>
                </a:lnTo>
                <a:lnTo>
                  <a:pt x="338480" y="324954"/>
                </a:lnTo>
                <a:lnTo>
                  <a:pt x="350520" y="321564"/>
                </a:lnTo>
                <a:lnTo>
                  <a:pt x="350520" y="316992"/>
                </a:lnTo>
                <a:lnTo>
                  <a:pt x="350520" y="313944"/>
                </a:lnTo>
                <a:close/>
              </a:path>
              <a:path w="3862070" h="358139">
                <a:moveTo>
                  <a:pt x="731532" y="227076"/>
                </a:moveTo>
                <a:lnTo>
                  <a:pt x="711479" y="192455"/>
                </a:lnTo>
                <a:lnTo>
                  <a:pt x="657656" y="152552"/>
                </a:lnTo>
                <a:lnTo>
                  <a:pt x="614184" y="123444"/>
                </a:lnTo>
                <a:lnTo>
                  <a:pt x="609612" y="128016"/>
                </a:lnTo>
                <a:lnTo>
                  <a:pt x="642759" y="158902"/>
                </a:lnTo>
                <a:lnTo>
                  <a:pt x="669048" y="185356"/>
                </a:lnTo>
                <a:lnTo>
                  <a:pt x="688479" y="207530"/>
                </a:lnTo>
                <a:lnTo>
                  <a:pt x="701052" y="225552"/>
                </a:lnTo>
                <a:lnTo>
                  <a:pt x="707339" y="236435"/>
                </a:lnTo>
                <a:lnTo>
                  <a:pt x="712482" y="244030"/>
                </a:lnTo>
                <a:lnTo>
                  <a:pt x="716483" y="248488"/>
                </a:lnTo>
                <a:lnTo>
                  <a:pt x="719340" y="249936"/>
                </a:lnTo>
                <a:lnTo>
                  <a:pt x="722388" y="249936"/>
                </a:lnTo>
                <a:lnTo>
                  <a:pt x="723912" y="248412"/>
                </a:lnTo>
                <a:lnTo>
                  <a:pt x="730008" y="236220"/>
                </a:lnTo>
                <a:lnTo>
                  <a:pt x="731532" y="231648"/>
                </a:lnTo>
                <a:lnTo>
                  <a:pt x="731532" y="227076"/>
                </a:lnTo>
                <a:close/>
              </a:path>
              <a:path w="3862070" h="358139">
                <a:moveTo>
                  <a:pt x="740676" y="36576"/>
                </a:moveTo>
                <a:lnTo>
                  <a:pt x="708672" y="4572"/>
                </a:lnTo>
                <a:lnTo>
                  <a:pt x="685812" y="27432"/>
                </a:lnTo>
                <a:lnTo>
                  <a:pt x="394728" y="27432"/>
                </a:lnTo>
                <a:lnTo>
                  <a:pt x="408444" y="41148"/>
                </a:lnTo>
                <a:lnTo>
                  <a:pt x="417588" y="39154"/>
                </a:lnTo>
                <a:lnTo>
                  <a:pt x="426732" y="37719"/>
                </a:lnTo>
                <a:lnTo>
                  <a:pt x="435876" y="36868"/>
                </a:lnTo>
                <a:lnTo>
                  <a:pt x="445020" y="36576"/>
                </a:lnTo>
                <a:lnTo>
                  <a:pt x="565416" y="36576"/>
                </a:lnTo>
                <a:lnTo>
                  <a:pt x="549427" y="72923"/>
                </a:lnTo>
                <a:lnTo>
                  <a:pt x="531317" y="106680"/>
                </a:lnTo>
                <a:lnTo>
                  <a:pt x="489216" y="167640"/>
                </a:lnTo>
                <a:lnTo>
                  <a:pt x="441591" y="217932"/>
                </a:lnTo>
                <a:lnTo>
                  <a:pt x="391680" y="259080"/>
                </a:lnTo>
                <a:lnTo>
                  <a:pt x="394728" y="265176"/>
                </a:lnTo>
                <a:lnTo>
                  <a:pt x="441591" y="235204"/>
                </a:lnTo>
                <a:lnTo>
                  <a:pt x="483882" y="200215"/>
                </a:lnTo>
                <a:lnTo>
                  <a:pt x="521601" y="160388"/>
                </a:lnTo>
                <a:lnTo>
                  <a:pt x="554748" y="115824"/>
                </a:lnTo>
                <a:lnTo>
                  <a:pt x="554647" y="259080"/>
                </a:lnTo>
                <a:lnTo>
                  <a:pt x="554507" y="272542"/>
                </a:lnTo>
                <a:lnTo>
                  <a:pt x="554088" y="292087"/>
                </a:lnTo>
                <a:lnTo>
                  <a:pt x="553453" y="323456"/>
                </a:lnTo>
                <a:lnTo>
                  <a:pt x="553224" y="352044"/>
                </a:lnTo>
                <a:lnTo>
                  <a:pt x="579132" y="341376"/>
                </a:lnTo>
                <a:lnTo>
                  <a:pt x="578243" y="327621"/>
                </a:lnTo>
                <a:lnTo>
                  <a:pt x="577799" y="311277"/>
                </a:lnTo>
                <a:lnTo>
                  <a:pt x="577672" y="296989"/>
                </a:lnTo>
                <a:lnTo>
                  <a:pt x="577608" y="123444"/>
                </a:lnTo>
                <a:lnTo>
                  <a:pt x="587400" y="115824"/>
                </a:lnTo>
                <a:lnTo>
                  <a:pt x="591324" y="112776"/>
                </a:lnTo>
                <a:lnTo>
                  <a:pt x="565416" y="97536"/>
                </a:lnTo>
                <a:lnTo>
                  <a:pt x="573392" y="80733"/>
                </a:lnTo>
                <a:lnTo>
                  <a:pt x="581228" y="64770"/>
                </a:lnTo>
                <a:lnTo>
                  <a:pt x="588772" y="49961"/>
                </a:lnTo>
                <a:lnTo>
                  <a:pt x="595896" y="36576"/>
                </a:lnTo>
                <a:lnTo>
                  <a:pt x="740676" y="36576"/>
                </a:lnTo>
                <a:close/>
              </a:path>
              <a:path w="3862070" h="358139">
                <a:moveTo>
                  <a:pt x="1060716" y="22860"/>
                </a:moveTo>
                <a:lnTo>
                  <a:pt x="1055077" y="18288"/>
                </a:lnTo>
                <a:lnTo>
                  <a:pt x="1036332" y="3048"/>
                </a:lnTo>
                <a:lnTo>
                  <a:pt x="1025664" y="14909"/>
                </a:lnTo>
                <a:lnTo>
                  <a:pt x="1025664" y="27432"/>
                </a:lnTo>
                <a:lnTo>
                  <a:pt x="1025664" y="71628"/>
                </a:lnTo>
                <a:lnTo>
                  <a:pt x="1025664" y="80772"/>
                </a:lnTo>
                <a:lnTo>
                  <a:pt x="1025664" y="126492"/>
                </a:lnTo>
                <a:lnTo>
                  <a:pt x="891552" y="126492"/>
                </a:lnTo>
                <a:lnTo>
                  <a:pt x="891552" y="80772"/>
                </a:lnTo>
                <a:lnTo>
                  <a:pt x="1025664" y="80772"/>
                </a:lnTo>
                <a:lnTo>
                  <a:pt x="1025664" y="71628"/>
                </a:lnTo>
                <a:lnTo>
                  <a:pt x="891552" y="71628"/>
                </a:lnTo>
                <a:lnTo>
                  <a:pt x="891552" y="27432"/>
                </a:lnTo>
                <a:lnTo>
                  <a:pt x="1025664" y="27432"/>
                </a:lnTo>
                <a:lnTo>
                  <a:pt x="1025664" y="14909"/>
                </a:lnTo>
                <a:lnTo>
                  <a:pt x="1022616" y="18288"/>
                </a:lnTo>
                <a:lnTo>
                  <a:pt x="893076" y="18288"/>
                </a:lnTo>
                <a:lnTo>
                  <a:pt x="868692" y="4572"/>
                </a:lnTo>
                <a:lnTo>
                  <a:pt x="869569" y="24866"/>
                </a:lnTo>
                <a:lnTo>
                  <a:pt x="870026" y="44577"/>
                </a:lnTo>
                <a:lnTo>
                  <a:pt x="870191" y="63728"/>
                </a:lnTo>
                <a:lnTo>
                  <a:pt x="870165" y="103251"/>
                </a:lnTo>
                <a:lnTo>
                  <a:pt x="870026" y="120396"/>
                </a:lnTo>
                <a:lnTo>
                  <a:pt x="869569" y="139306"/>
                </a:lnTo>
                <a:lnTo>
                  <a:pt x="868692" y="158496"/>
                </a:lnTo>
                <a:lnTo>
                  <a:pt x="891552" y="149352"/>
                </a:lnTo>
                <a:lnTo>
                  <a:pt x="891552" y="135636"/>
                </a:lnTo>
                <a:lnTo>
                  <a:pt x="1025664" y="135636"/>
                </a:lnTo>
                <a:lnTo>
                  <a:pt x="1025664" y="155448"/>
                </a:lnTo>
                <a:lnTo>
                  <a:pt x="1048524" y="143256"/>
                </a:lnTo>
                <a:lnTo>
                  <a:pt x="1047191" y="103251"/>
                </a:lnTo>
                <a:lnTo>
                  <a:pt x="1047000" y="33528"/>
                </a:lnTo>
                <a:lnTo>
                  <a:pt x="1054836" y="27432"/>
                </a:lnTo>
                <a:lnTo>
                  <a:pt x="1060716" y="22860"/>
                </a:lnTo>
                <a:close/>
              </a:path>
              <a:path w="3862070" h="358139">
                <a:moveTo>
                  <a:pt x="1133868" y="313944"/>
                </a:moveTo>
                <a:lnTo>
                  <a:pt x="1116698" y="315709"/>
                </a:lnTo>
                <a:lnTo>
                  <a:pt x="1097102" y="316611"/>
                </a:lnTo>
                <a:lnTo>
                  <a:pt x="1074928" y="316953"/>
                </a:lnTo>
                <a:lnTo>
                  <a:pt x="1050048" y="316992"/>
                </a:lnTo>
                <a:lnTo>
                  <a:pt x="1026325" y="316445"/>
                </a:lnTo>
                <a:lnTo>
                  <a:pt x="1005471" y="314896"/>
                </a:lnTo>
                <a:lnTo>
                  <a:pt x="987463" y="312496"/>
                </a:lnTo>
                <a:lnTo>
                  <a:pt x="972324" y="309372"/>
                </a:lnTo>
                <a:lnTo>
                  <a:pt x="972324" y="303276"/>
                </a:lnTo>
                <a:lnTo>
                  <a:pt x="972324" y="245364"/>
                </a:lnTo>
                <a:lnTo>
                  <a:pt x="1100340" y="245364"/>
                </a:lnTo>
                <a:lnTo>
                  <a:pt x="1091196" y="236220"/>
                </a:lnTo>
                <a:lnTo>
                  <a:pt x="1071384" y="216408"/>
                </a:lnTo>
                <a:lnTo>
                  <a:pt x="1051572" y="236220"/>
                </a:lnTo>
                <a:lnTo>
                  <a:pt x="972324" y="236220"/>
                </a:lnTo>
                <a:lnTo>
                  <a:pt x="972324" y="184404"/>
                </a:lnTo>
                <a:lnTo>
                  <a:pt x="1126248" y="184404"/>
                </a:lnTo>
                <a:lnTo>
                  <a:pt x="1094244" y="152400"/>
                </a:lnTo>
                <a:lnTo>
                  <a:pt x="1071384" y="175260"/>
                </a:lnTo>
                <a:lnTo>
                  <a:pt x="787920" y="175260"/>
                </a:lnTo>
                <a:lnTo>
                  <a:pt x="801636" y="188976"/>
                </a:lnTo>
                <a:lnTo>
                  <a:pt x="810780" y="186982"/>
                </a:lnTo>
                <a:lnTo>
                  <a:pt x="819924" y="185547"/>
                </a:lnTo>
                <a:lnTo>
                  <a:pt x="829068" y="184696"/>
                </a:lnTo>
                <a:lnTo>
                  <a:pt x="838212" y="184404"/>
                </a:lnTo>
                <a:lnTo>
                  <a:pt x="950988" y="184404"/>
                </a:lnTo>
                <a:lnTo>
                  <a:pt x="950988" y="303276"/>
                </a:lnTo>
                <a:lnTo>
                  <a:pt x="928382" y="292163"/>
                </a:lnTo>
                <a:lnTo>
                  <a:pt x="908507" y="279463"/>
                </a:lnTo>
                <a:lnTo>
                  <a:pt x="891184" y="265353"/>
                </a:lnTo>
                <a:lnTo>
                  <a:pt x="883666" y="257556"/>
                </a:lnTo>
                <a:lnTo>
                  <a:pt x="876312" y="249936"/>
                </a:lnTo>
                <a:lnTo>
                  <a:pt x="894600" y="216408"/>
                </a:lnTo>
                <a:lnTo>
                  <a:pt x="900696" y="211836"/>
                </a:lnTo>
                <a:lnTo>
                  <a:pt x="867168" y="192024"/>
                </a:lnTo>
                <a:lnTo>
                  <a:pt x="855992" y="240296"/>
                </a:lnTo>
                <a:lnTo>
                  <a:pt x="838403" y="282130"/>
                </a:lnTo>
                <a:lnTo>
                  <a:pt x="814222" y="317398"/>
                </a:lnTo>
                <a:lnTo>
                  <a:pt x="783348" y="345948"/>
                </a:lnTo>
                <a:lnTo>
                  <a:pt x="786396" y="350520"/>
                </a:lnTo>
                <a:lnTo>
                  <a:pt x="813231" y="334505"/>
                </a:lnTo>
                <a:lnTo>
                  <a:pt x="836498" y="313753"/>
                </a:lnTo>
                <a:lnTo>
                  <a:pt x="856043" y="288163"/>
                </a:lnTo>
                <a:lnTo>
                  <a:pt x="871740" y="257556"/>
                </a:lnTo>
                <a:lnTo>
                  <a:pt x="881405" y="269824"/>
                </a:lnTo>
                <a:lnTo>
                  <a:pt x="914412" y="301752"/>
                </a:lnTo>
                <a:lnTo>
                  <a:pt x="957694" y="324688"/>
                </a:lnTo>
                <a:lnTo>
                  <a:pt x="997724" y="335876"/>
                </a:lnTo>
                <a:lnTo>
                  <a:pt x="1061300" y="343357"/>
                </a:lnTo>
                <a:lnTo>
                  <a:pt x="1103388" y="345948"/>
                </a:lnTo>
                <a:lnTo>
                  <a:pt x="1106220" y="337426"/>
                </a:lnTo>
                <a:lnTo>
                  <a:pt x="1112342" y="330327"/>
                </a:lnTo>
                <a:lnTo>
                  <a:pt x="1121600" y="324954"/>
                </a:lnTo>
                <a:lnTo>
                  <a:pt x="1133868" y="321564"/>
                </a:lnTo>
                <a:lnTo>
                  <a:pt x="1133868" y="316992"/>
                </a:lnTo>
                <a:lnTo>
                  <a:pt x="1133868" y="313944"/>
                </a:lnTo>
                <a:close/>
              </a:path>
              <a:path w="3862070" h="358139">
                <a:moveTo>
                  <a:pt x="1336548" y="64020"/>
                </a:moveTo>
                <a:lnTo>
                  <a:pt x="1310640" y="42684"/>
                </a:lnTo>
                <a:lnTo>
                  <a:pt x="1298448" y="57924"/>
                </a:lnTo>
                <a:lnTo>
                  <a:pt x="1178052" y="57924"/>
                </a:lnTo>
                <a:lnTo>
                  <a:pt x="1191768" y="71640"/>
                </a:lnTo>
                <a:lnTo>
                  <a:pt x="1200061" y="69634"/>
                </a:lnTo>
                <a:lnTo>
                  <a:pt x="1208913" y="68211"/>
                </a:lnTo>
                <a:lnTo>
                  <a:pt x="1218349" y="67348"/>
                </a:lnTo>
                <a:lnTo>
                  <a:pt x="1228344" y="67068"/>
                </a:lnTo>
                <a:lnTo>
                  <a:pt x="1298448" y="67068"/>
                </a:lnTo>
                <a:lnTo>
                  <a:pt x="1290447" y="97612"/>
                </a:lnTo>
                <a:lnTo>
                  <a:pt x="1282446" y="125171"/>
                </a:lnTo>
                <a:lnTo>
                  <a:pt x="1274445" y="149567"/>
                </a:lnTo>
                <a:lnTo>
                  <a:pt x="1266444" y="170700"/>
                </a:lnTo>
                <a:lnTo>
                  <a:pt x="1232916" y="132791"/>
                </a:lnTo>
                <a:lnTo>
                  <a:pt x="1216304" y="114325"/>
                </a:lnTo>
                <a:lnTo>
                  <a:pt x="1199388" y="96024"/>
                </a:lnTo>
                <a:lnTo>
                  <a:pt x="1194816" y="100596"/>
                </a:lnTo>
                <a:lnTo>
                  <a:pt x="1206538" y="115684"/>
                </a:lnTo>
                <a:lnTo>
                  <a:pt x="1221105" y="135648"/>
                </a:lnTo>
                <a:lnTo>
                  <a:pt x="1238542" y="160172"/>
                </a:lnTo>
                <a:lnTo>
                  <a:pt x="1258824" y="188988"/>
                </a:lnTo>
                <a:lnTo>
                  <a:pt x="1251381" y="204152"/>
                </a:lnTo>
                <a:lnTo>
                  <a:pt x="1220724" y="254520"/>
                </a:lnTo>
                <a:lnTo>
                  <a:pt x="1194054" y="288048"/>
                </a:lnTo>
                <a:lnTo>
                  <a:pt x="1167384" y="317004"/>
                </a:lnTo>
                <a:lnTo>
                  <a:pt x="1168908" y="324624"/>
                </a:lnTo>
                <a:lnTo>
                  <a:pt x="1203579" y="293573"/>
                </a:lnTo>
                <a:lnTo>
                  <a:pt x="1231392" y="263664"/>
                </a:lnTo>
                <a:lnTo>
                  <a:pt x="1263332" y="221221"/>
                </a:lnTo>
                <a:lnTo>
                  <a:pt x="1271016" y="207276"/>
                </a:lnTo>
                <a:lnTo>
                  <a:pt x="1280452" y="229006"/>
                </a:lnTo>
                <a:lnTo>
                  <a:pt x="1288161" y="248615"/>
                </a:lnTo>
                <a:lnTo>
                  <a:pt x="1294168" y="266204"/>
                </a:lnTo>
                <a:lnTo>
                  <a:pt x="1298448" y="281952"/>
                </a:lnTo>
                <a:lnTo>
                  <a:pt x="1300975" y="293954"/>
                </a:lnTo>
                <a:lnTo>
                  <a:pt x="1303782" y="302526"/>
                </a:lnTo>
                <a:lnTo>
                  <a:pt x="1306601" y="307670"/>
                </a:lnTo>
                <a:lnTo>
                  <a:pt x="1309116" y="309384"/>
                </a:lnTo>
                <a:lnTo>
                  <a:pt x="1310640" y="309384"/>
                </a:lnTo>
                <a:lnTo>
                  <a:pt x="1312164" y="306336"/>
                </a:lnTo>
                <a:lnTo>
                  <a:pt x="1316736" y="303288"/>
                </a:lnTo>
                <a:lnTo>
                  <a:pt x="1319784" y="300240"/>
                </a:lnTo>
                <a:lnTo>
                  <a:pt x="1321308" y="294144"/>
                </a:lnTo>
                <a:lnTo>
                  <a:pt x="1322832" y="285000"/>
                </a:lnTo>
                <a:lnTo>
                  <a:pt x="1322527" y="277850"/>
                </a:lnTo>
                <a:lnTo>
                  <a:pt x="1305306" y="227279"/>
                </a:lnTo>
                <a:lnTo>
                  <a:pt x="1292644" y="207276"/>
                </a:lnTo>
                <a:lnTo>
                  <a:pt x="1280160" y="188988"/>
                </a:lnTo>
                <a:lnTo>
                  <a:pt x="1300734" y="137744"/>
                </a:lnTo>
                <a:lnTo>
                  <a:pt x="1321308" y="76212"/>
                </a:lnTo>
                <a:lnTo>
                  <a:pt x="1332738" y="67068"/>
                </a:lnTo>
                <a:lnTo>
                  <a:pt x="1336548" y="64020"/>
                </a:lnTo>
                <a:close/>
              </a:path>
              <a:path w="3862070" h="358139">
                <a:moveTo>
                  <a:pt x="1392936" y="201180"/>
                </a:moveTo>
                <a:lnTo>
                  <a:pt x="1373403" y="167551"/>
                </a:lnTo>
                <a:lnTo>
                  <a:pt x="1347216" y="144792"/>
                </a:lnTo>
                <a:lnTo>
                  <a:pt x="1342644" y="147840"/>
                </a:lnTo>
                <a:lnTo>
                  <a:pt x="1352651" y="167462"/>
                </a:lnTo>
                <a:lnTo>
                  <a:pt x="1360170" y="185559"/>
                </a:lnTo>
                <a:lnTo>
                  <a:pt x="1365364" y="201841"/>
                </a:lnTo>
                <a:lnTo>
                  <a:pt x="1368552" y="216420"/>
                </a:lnTo>
                <a:lnTo>
                  <a:pt x="1370076" y="231660"/>
                </a:lnTo>
                <a:lnTo>
                  <a:pt x="1373124" y="237756"/>
                </a:lnTo>
                <a:lnTo>
                  <a:pt x="1377696" y="237756"/>
                </a:lnTo>
                <a:lnTo>
                  <a:pt x="1380744" y="234708"/>
                </a:lnTo>
                <a:lnTo>
                  <a:pt x="1385316" y="228612"/>
                </a:lnTo>
                <a:lnTo>
                  <a:pt x="1391412" y="220992"/>
                </a:lnTo>
                <a:lnTo>
                  <a:pt x="1392936" y="214896"/>
                </a:lnTo>
                <a:lnTo>
                  <a:pt x="1392936" y="201180"/>
                </a:lnTo>
                <a:close/>
              </a:path>
              <a:path w="3862070" h="358139">
                <a:moveTo>
                  <a:pt x="1528572" y="112788"/>
                </a:moveTo>
                <a:lnTo>
                  <a:pt x="1499616" y="83832"/>
                </a:lnTo>
                <a:lnTo>
                  <a:pt x="1479804" y="103644"/>
                </a:lnTo>
                <a:lnTo>
                  <a:pt x="1463040" y="103644"/>
                </a:lnTo>
                <a:lnTo>
                  <a:pt x="1463040" y="35064"/>
                </a:lnTo>
                <a:lnTo>
                  <a:pt x="1476756" y="22872"/>
                </a:lnTo>
                <a:lnTo>
                  <a:pt x="1440180" y="4584"/>
                </a:lnTo>
                <a:lnTo>
                  <a:pt x="1440421" y="14528"/>
                </a:lnTo>
                <a:lnTo>
                  <a:pt x="1440942" y="25920"/>
                </a:lnTo>
                <a:lnTo>
                  <a:pt x="1441475" y="38442"/>
                </a:lnTo>
                <a:lnTo>
                  <a:pt x="1441704" y="51828"/>
                </a:lnTo>
                <a:lnTo>
                  <a:pt x="1441704" y="103644"/>
                </a:lnTo>
                <a:lnTo>
                  <a:pt x="1318260" y="103644"/>
                </a:lnTo>
                <a:lnTo>
                  <a:pt x="1331976" y="117360"/>
                </a:lnTo>
                <a:lnTo>
                  <a:pt x="1341120" y="115354"/>
                </a:lnTo>
                <a:lnTo>
                  <a:pt x="1350264" y="113931"/>
                </a:lnTo>
                <a:lnTo>
                  <a:pt x="1359408" y="113068"/>
                </a:lnTo>
                <a:lnTo>
                  <a:pt x="1368552" y="112788"/>
                </a:lnTo>
                <a:lnTo>
                  <a:pt x="1441704" y="112788"/>
                </a:lnTo>
                <a:lnTo>
                  <a:pt x="1441704" y="310908"/>
                </a:lnTo>
                <a:lnTo>
                  <a:pt x="1437132" y="315480"/>
                </a:lnTo>
                <a:lnTo>
                  <a:pt x="1431036" y="317004"/>
                </a:lnTo>
                <a:lnTo>
                  <a:pt x="1423924" y="316687"/>
                </a:lnTo>
                <a:lnTo>
                  <a:pt x="1411795" y="315671"/>
                </a:lnTo>
                <a:lnTo>
                  <a:pt x="1394828" y="313778"/>
                </a:lnTo>
                <a:lnTo>
                  <a:pt x="1373124" y="310908"/>
                </a:lnTo>
                <a:lnTo>
                  <a:pt x="1373124" y="318528"/>
                </a:lnTo>
                <a:lnTo>
                  <a:pt x="1398016" y="327672"/>
                </a:lnTo>
                <a:lnTo>
                  <a:pt x="1415605" y="336816"/>
                </a:lnTo>
                <a:lnTo>
                  <a:pt x="1426070" y="345960"/>
                </a:lnTo>
                <a:lnTo>
                  <a:pt x="1429512" y="355104"/>
                </a:lnTo>
                <a:lnTo>
                  <a:pt x="1443761" y="347408"/>
                </a:lnTo>
                <a:lnTo>
                  <a:pt x="1454277" y="338150"/>
                </a:lnTo>
                <a:lnTo>
                  <a:pt x="1460804" y="327456"/>
                </a:lnTo>
                <a:lnTo>
                  <a:pt x="1462760" y="317004"/>
                </a:lnTo>
                <a:lnTo>
                  <a:pt x="1463014" y="315671"/>
                </a:lnTo>
                <a:lnTo>
                  <a:pt x="1463040" y="112788"/>
                </a:lnTo>
                <a:lnTo>
                  <a:pt x="1528572" y="112788"/>
                </a:lnTo>
                <a:close/>
              </a:path>
              <a:path w="3862070" h="358139">
                <a:moveTo>
                  <a:pt x="1918728" y="120396"/>
                </a:moveTo>
                <a:lnTo>
                  <a:pt x="1885200" y="86868"/>
                </a:lnTo>
                <a:lnTo>
                  <a:pt x="1860816" y="111252"/>
                </a:lnTo>
                <a:lnTo>
                  <a:pt x="1809000" y="111252"/>
                </a:lnTo>
                <a:lnTo>
                  <a:pt x="1809000" y="120396"/>
                </a:lnTo>
                <a:lnTo>
                  <a:pt x="1798993" y="157568"/>
                </a:lnTo>
                <a:lnTo>
                  <a:pt x="1787283" y="191452"/>
                </a:lnTo>
                <a:lnTo>
                  <a:pt x="1773847" y="222199"/>
                </a:lnTo>
                <a:lnTo>
                  <a:pt x="1758708" y="249948"/>
                </a:lnTo>
                <a:lnTo>
                  <a:pt x="1725561" y="240614"/>
                </a:lnTo>
                <a:lnTo>
                  <a:pt x="1702981" y="233870"/>
                </a:lnTo>
                <a:lnTo>
                  <a:pt x="1676412" y="225552"/>
                </a:lnTo>
                <a:lnTo>
                  <a:pt x="1689265" y="192405"/>
                </a:lnTo>
                <a:lnTo>
                  <a:pt x="1700415" y="163830"/>
                </a:lnTo>
                <a:lnTo>
                  <a:pt x="1709839" y="139827"/>
                </a:lnTo>
                <a:lnTo>
                  <a:pt x="1717560" y="120396"/>
                </a:lnTo>
                <a:lnTo>
                  <a:pt x="1809000" y="120396"/>
                </a:lnTo>
                <a:lnTo>
                  <a:pt x="1809000" y="111252"/>
                </a:lnTo>
                <a:lnTo>
                  <a:pt x="1719084" y="111252"/>
                </a:lnTo>
                <a:lnTo>
                  <a:pt x="1727060" y="90678"/>
                </a:lnTo>
                <a:lnTo>
                  <a:pt x="1734896" y="70104"/>
                </a:lnTo>
                <a:lnTo>
                  <a:pt x="1742440" y="49530"/>
                </a:lnTo>
                <a:lnTo>
                  <a:pt x="1749564" y="28956"/>
                </a:lnTo>
                <a:lnTo>
                  <a:pt x="1763280" y="19812"/>
                </a:lnTo>
                <a:lnTo>
                  <a:pt x="1726704" y="0"/>
                </a:lnTo>
                <a:lnTo>
                  <a:pt x="1720430" y="28321"/>
                </a:lnTo>
                <a:lnTo>
                  <a:pt x="1713179" y="56197"/>
                </a:lnTo>
                <a:lnTo>
                  <a:pt x="1705051" y="83807"/>
                </a:lnTo>
                <a:lnTo>
                  <a:pt x="1696224" y="111252"/>
                </a:lnTo>
                <a:lnTo>
                  <a:pt x="1571256" y="111252"/>
                </a:lnTo>
                <a:lnTo>
                  <a:pt x="1584972" y="124968"/>
                </a:lnTo>
                <a:lnTo>
                  <a:pt x="1593253" y="122974"/>
                </a:lnTo>
                <a:lnTo>
                  <a:pt x="1602117" y="121539"/>
                </a:lnTo>
                <a:lnTo>
                  <a:pt x="1611541" y="120688"/>
                </a:lnTo>
                <a:lnTo>
                  <a:pt x="1621548" y="120396"/>
                </a:lnTo>
                <a:lnTo>
                  <a:pt x="1693176" y="120396"/>
                </a:lnTo>
                <a:lnTo>
                  <a:pt x="1682000" y="152742"/>
                </a:lnTo>
                <a:lnTo>
                  <a:pt x="1671269" y="181356"/>
                </a:lnTo>
                <a:lnTo>
                  <a:pt x="1660804" y="206552"/>
                </a:lnTo>
                <a:lnTo>
                  <a:pt x="1650504" y="228612"/>
                </a:lnTo>
                <a:lnTo>
                  <a:pt x="1672805" y="235800"/>
                </a:lnTo>
                <a:lnTo>
                  <a:pt x="1696415" y="243852"/>
                </a:lnTo>
                <a:lnTo>
                  <a:pt x="1721434" y="253034"/>
                </a:lnTo>
                <a:lnTo>
                  <a:pt x="1748040" y="263664"/>
                </a:lnTo>
                <a:lnTo>
                  <a:pt x="1734324" y="277088"/>
                </a:lnTo>
                <a:lnTo>
                  <a:pt x="1700034" y="302234"/>
                </a:lnTo>
                <a:lnTo>
                  <a:pt x="1656854" y="324815"/>
                </a:lnTo>
                <a:lnTo>
                  <a:pt x="1605940" y="343103"/>
                </a:lnTo>
                <a:lnTo>
                  <a:pt x="1577352" y="350532"/>
                </a:lnTo>
                <a:lnTo>
                  <a:pt x="1580400" y="358140"/>
                </a:lnTo>
                <a:lnTo>
                  <a:pt x="1644980" y="342138"/>
                </a:lnTo>
                <a:lnTo>
                  <a:pt x="1699272" y="321576"/>
                </a:lnTo>
                <a:lnTo>
                  <a:pt x="1740611" y="297764"/>
                </a:lnTo>
                <a:lnTo>
                  <a:pt x="1769376" y="272808"/>
                </a:lnTo>
                <a:lnTo>
                  <a:pt x="1797024" y="287350"/>
                </a:lnTo>
                <a:lnTo>
                  <a:pt x="1821002" y="301574"/>
                </a:lnTo>
                <a:lnTo>
                  <a:pt x="1841169" y="315455"/>
                </a:lnTo>
                <a:lnTo>
                  <a:pt x="1857768" y="329196"/>
                </a:lnTo>
                <a:lnTo>
                  <a:pt x="1866912" y="338328"/>
                </a:lnTo>
                <a:lnTo>
                  <a:pt x="1874532" y="342912"/>
                </a:lnTo>
                <a:lnTo>
                  <a:pt x="1882152" y="342912"/>
                </a:lnTo>
                <a:lnTo>
                  <a:pt x="1885200" y="336804"/>
                </a:lnTo>
                <a:lnTo>
                  <a:pt x="1885200" y="326148"/>
                </a:lnTo>
                <a:lnTo>
                  <a:pt x="1884032" y="317525"/>
                </a:lnTo>
                <a:lnTo>
                  <a:pt x="1852574" y="287401"/>
                </a:lnTo>
                <a:lnTo>
                  <a:pt x="1821141" y="272808"/>
                </a:lnTo>
                <a:lnTo>
                  <a:pt x="1810727" y="268439"/>
                </a:lnTo>
                <a:lnTo>
                  <a:pt x="1781568" y="257568"/>
                </a:lnTo>
                <a:lnTo>
                  <a:pt x="1785594" y="249948"/>
                </a:lnTo>
                <a:lnTo>
                  <a:pt x="1796999" y="228422"/>
                </a:lnTo>
                <a:lnTo>
                  <a:pt x="1811286" y="195834"/>
                </a:lnTo>
                <a:lnTo>
                  <a:pt x="1824431" y="159829"/>
                </a:lnTo>
                <a:lnTo>
                  <a:pt x="1836432" y="120396"/>
                </a:lnTo>
                <a:lnTo>
                  <a:pt x="1918728" y="120396"/>
                </a:lnTo>
                <a:close/>
              </a:path>
              <a:path w="3862070" h="358139">
                <a:moveTo>
                  <a:pt x="2310384" y="315468"/>
                </a:moveTo>
                <a:lnTo>
                  <a:pt x="2266950" y="299275"/>
                </a:lnTo>
                <a:lnTo>
                  <a:pt x="2228088" y="268224"/>
                </a:lnTo>
                <a:lnTo>
                  <a:pt x="2193798" y="224790"/>
                </a:lnTo>
                <a:lnTo>
                  <a:pt x="2168652" y="172212"/>
                </a:lnTo>
                <a:lnTo>
                  <a:pt x="2149221" y="109347"/>
                </a:lnTo>
                <a:lnTo>
                  <a:pt x="2136648" y="35052"/>
                </a:lnTo>
                <a:lnTo>
                  <a:pt x="2151888" y="21336"/>
                </a:lnTo>
                <a:lnTo>
                  <a:pt x="2106168" y="1524"/>
                </a:lnTo>
                <a:lnTo>
                  <a:pt x="2104263" y="71818"/>
                </a:lnTo>
                <a:lnTo>
                  <a:pt x="2095500" y="143256"/>
                </a:lnTo>
                <a:lnTo>
                  <a:pt x="2079117" y="208216"/>
                </a:lnTo>
                <a:lnTo>
                  <a:pt x="2051304" y="260604"/>
                </a:lnTo>
                <a:lnTo>
                  <a:pt x="2011299" y="305181"/>
                </a:lnTo>
                <a:lnTo>
                  <a:pt x="1955292" y="347472"/>
                </a:lnTo>
                <a:lnTo>
                  <a:pt x="1958340" y="352044"/>
                </a:lnTo>
                <a:lnTo>
                  <a:pt x="2015490" y="321183"/>
                </a:lnTo>
                <a:lnTo>
                  <a:pt x="2058924" y="283464"/>
                </a:lnTo>
                <a:lnTo>
                  <a:pt x="2089975" y="240220"/>
                </a:lnTo>
                <a:lnTo>
                  <a:pt x="2110740" y="193548"/>
                </a:lnTo>
                <a:lnTo>
                  <a:pt x="2123694" y="137541"/>
                </a:lnTo>
                <a:lnTo>
                  <a:pt x="2132076" y="70104"/>
                </a:lnTo>
                <a:lnTo>
                  <a:pt x="2136317" y="106946"/>
                </a:lnTo>
                <a:lnTo>
                  <a:pt x="2148802" y="168046"/>
                </a:lnTo>
                <a:lnTo>
                  <a:pt x="2165299" y="214337"/>
                </a:lnTo>
                <a:lnTo>
                  <a:pt x="2187537" y="256108"/>
                </a:lnTo>
                <a:lnTo>
                  <a:pt x="2214359" y="294703"/>
                </a:lnTo>
                <a:lnTo>
                  <a:pt x="2248027" y="328993"/>
                </a:lnTo>
                <a:lnTo>
                  <a:pt x="2267712" y="344424"/>
                </a:lnTo>
                <a:lnTo>
                  <a:pt x="2275459" y="335305"/>
                </a:lnTo>
                <a:lnTo>
                  <a:pt x="2285047" y="328612"/>
                </a:lnTo>
                <a:lnTo>
                  <a:pt x="2296655" y="324497"/>
                </a:lnTo>
                <a:lnTo>
                  <a:pt x="2310384" y="323088"/>
                </a:lnTo>
                <a:lnTo>
                  <a:pt x="2310384" y="315468"/>
                </a:lnTo>
                <a:close/>
              </a:path>
              <a:path w="3862070" h="358139">
                <a:moveTo>
                  <a:pt x="2423172" y="236220"/>
                </a:moveTo>
                <a:lnTo>
                  <a:pt x="2394216" y="217932"/>
                </a:lnTo>
                <a:lnTo>
                  <a:pt x="2391359" y="229387"/>
                </a:lnTo>
                <a:lnTo>
                  <a:pt x="2387358" y="240982"/>
                </a:lnTo>
                <a:lnTo>
                  <a:pt x="2369020" y="278663"/>
                </a:lnTo>
                <a:lnTo>
                  <a:pt x="2345448" y="318516"/>
                </a:lnTo>
                <a:lnTo>
                  <a:pt x="2350020" y="321564"/>
                </a:lnTo>
                <a:lnTo>
                  <a:pt x="2364016" y="305562"/>
                </a:lnTo>
                <a:lnTo>
                  <a:pt x="2378595" y="287274"/>
                </a:lnTo>
                <a:lnTo>
                  <a:pt x="2393734" y="266700"/>
                </a:lnTo>
                <a:lnTo>
                  <a:pt x="2409456" y="243840"/>
                </a:lnTo>
                <a:lnTo>
                  <a:pt x="2423172" y="236220"/>
                </a:lnTo>
                <a:close/>
              </a:path>
              <a:path w="3862070" h="358139">
                <a:moveTo>
                  <a:pt x="2465844" y="36576"/>
                </a:moveTo>
                <a:lnTo>
                  <a:pt x="2435047" y="6362"/>
                </a:lnTo>
                <a:lnTo>
                  <a:pt x="2426220" y="1524"/>
                </a:lnTo>
                <a:lnTo>
                  <a:pt x="2421648" y="4572"/>
                </a:lnTo>
                <a:lnTo>
                  <a:pt x="2428189" y="13982"/>
                </a:lnTo>
                <a:lnTo>
                  <a:pt x="2434031" y="23812"/>
                </a:lnTo>
                <a:lnTo>
                  <a:pt x="2438997" y="33934"/>
                </a:lnTo>
                <a:lnTo>
                  <a:pt x="2442984" y="44196"/>
                </a:lnTo>
                <a:lnTo>
                  <a:pt x="2444508" y="54864"/>
                </a:lnTo>
                <a:lnTo>
                  <a:pt x="2447556" y="60960"/>
                </a:lnTo>
                <a:lnTo>
                  <a:pt x="2452128" y="60960"/>
                </a:lnTo>
                <a:lnTo>
                  <a:pt x="2458224" y="56388"/>
                </a:lnTo>
                <a:lnTo>
                  <a:pt x="2461272" y="53340"/>
                </a:lnTo>
                <a:lnTo>
                  <a:pt x="2462796" y="48768"/>
                </a:lnTo>
                <a:lnTo>
                  <a:pt x="2465844" y="36576"/>
                </a:lnTo>
                <a:close/>
              </a:path>
              <a:path w="3862070" h="358139">
                <a:moveTo>
                  <a:pt x="2520708" y="259080"/>
                </a:moveTo>
                <a:lnTo>
                  <a:pt x="2490127" y="229082"/>
                </a:lnTo>
                <a:lnTo>
                  <a:pt x="2479560" y="222504"/>
                </a:lnTo>
                <a:lnTo>
                  <a:pt x="2476512" y="227076"/>
                </a:lnTo>
                <a:lnTo>
                  <a:pt x="2484793" y="239369"/>
                </a:lnTo>
                <a:lnTo>
                  <a:pt x="2491371" y="251079"/>
                </a:lnTo>
                <a:lnTo>
                  <a:pt x="2496223" y="262229"/>
                </a:lnTo>
                <a:lnTo>
                  <a:pt x="2499372" y="272796"/>
                </a:lnTo>
                <a:lnTo>
                  <a:pt x="2500896" y="283464"/>
                </a:lnTo>
                <a:lnTo>
                  <a:pt x="2503944" y="289560"/>
                </a:lnTo>
                <a:lnTo>
                  <a:pt x="2506992" y="289560"/>
                </a:lnTo>
                <a:lnTo>
                  <a:pt x="2514612" y="281940"/>
                </a:lnTo>
                <a:lnTo>
                  <a:pt x="2517660" y="277368"/>
                </a:lnTo>
                <a:lnTo>
                  <a:pt x="2520708" y="271272"/>
                </a:lnTo>
                <a:lnTo>
                  <a:pt x="2520708" y="259080"/>
                </a:lnTo>
                <a:close/>
              </a:path>
              <a:path w="3862070" h="358139">
                <a:moveTo>
                  <a:pt x="2520708" y="121920"/>
                </a:moveTo>
                <a:lnTo>
                  <a:pt x="2514142" y="115824"/>
                </a:lnTo>
                <a:lnTo>
                  <a:pt x="2499372" y="102108"/>
                </a:lnTo>
                <a:lnTo>
                  <a:pt x="2488704" y="114109"/>
                </a:lnTo>
                <a:lnTo>
                  <a:pt x="2488704" y="124968"/>
                </a:lnTo>
                <a:lnTo>
                  <a:pt x="2488704" y="179832"/>
                </a:lnTo>
                <a:lnTo>
                  <a:pt x="2404884" y="179832"/>
                </a:lnTo>
                <a:lnTo>
                  <a:pt x="2404884" y="124968"/>
                </a:lnTo>
                <a:lnTo>
                  <a:pt x="2488704" y="124968"/>
                </a:lnTo>
                <a:lnTo>
                  <a:pt x="2488704" y="114109"/>
                </a:lnTo>
                <a:lnTo>
                  <a:pt x="2487180" y="115824"/>
                </a:lnTo>
                <a:lnTo>
                  <a:pt x="2404884" y="115824"/>
                </a:lnTo>
                <a:lnTo>
                  <a:pt x="2382024" y="103632"/>
                </a:lnTo>
                <a:lnTo>
                  <a:pt x="2382901" y="116446"/>
                </a:lnTo>
                <a:lnTo>
                  <a:pt x="2383294" y="128016"/>
                </a:lnTo>
                <a:lnTo>
                  <a:pt x="2383371" y="131064"/>
                </a:lnTo>
                <a:lnTo>
                  <a:pt x="2383523" y="142646"/>
                </a:lnTo>
                <a:lnTo>
                  <a:pt x="2383523" y="168884"/>
                </a:lnTo>
                <a:lnTo>
                  <a:pt x="2383371" y="179832"/>
                </a:lnTo>
                <a:lnTo>
                  <a:pt x="2383282" y="183794"/>
                </a:lnTo>
                <a:lnTo>
                  <a:pt x="2382901" y="194030"/>
                </a:lnTo>
                <a:lnTo>
                  <a:pt x="2382024" y="205740"/>
                </a:lnTo>
                <a:lnTo>
                  <a:pt x="2404884" y="198120"/>
                </a:lnTo>
                <a:lnTo>
                  <a:pt x="2404884" y="188976"/>
                </a:lnTo>
                <a:lnTo>
                  <a:pt x="2441460" y="188976"/>
                </a:lnTo>
                <a:lnTo>
                  <a:pt x="2441460" y="310896"/>
                </a:lnTo>
                <a:lnTo>
                  <a:pt x="2438438" y="313918"/>
                </a:lnTo>
                <a:lnTo>
                  <a:pt x="2427782" y="313905"/>
                </a:lnTo>
                <a:lnTo>
                  <a:pt x="2418600" y="313563"/>
                </a:lnTo>
                <a:lnTo>
                  <a:pt x="2405977" y="312661"/>
                </a:lnTo>
                <a:lnTo>
                  <a:pt x="2389644" y="310896"/>
                </a:lnTo>
                <a:lnTo>
                  <a:pt x="2389644" y="316992"/>
                </a:lnTo>
                <a:lnTo>
                  <a:pt x="2406789" y="323265"/>
                </a:lnTo>
                <a:lnTo>
                  <a:pt x="2419362" y="330517"/>
                </a:lnTo>
                <a:lnTo>
                  <a:pt x="2427363" y="338645"/>
                </a:lnTo>
                <a:lnTo>
                  <a:pt x="2430792" y="347472"/>
                </a:lnTo>
                <a:lnTo>
                  <a:pt x="2439936" y="342900"/>
                </a:lnTo>
                <a:lnTo>
                  <a:pt x="2447556" y="338328"/>
                </a:lnTo>
                <a:lnTo>
                  <a:pt x="2452128" y="333756"/>
                </a:lnTo>
                <a:lnTo>
                  <a:pt x="2456700" y="327660"/>
                </a:lnTo>
                <a:lnTo>
                  <a:pt x="2459748" y="320040"/>
                </a:lnTo>
                <a:lnTo>
                  <a:pt x="2459748" y="313944"/>
                </a:lnTo>
                <a:lnTo>
                  <a:pt x="2459748" y="188976"/>
                </a:lnTo>
                <a:lnTo>
                  <a:pt x="2488704" y="188976"/>
                </a:lnTo>
                <a:lnTo>
                  <a:pt x="2488704" y="205740"/>
                </a:lnTo>
                <a:lnTo>
                  <a:pt x="2510040" y="196596"/>
                </a:lnTo>
                <a:lnTo>
                  <a:pt x="2509507" y="188976"/>
                </a:lnTo>
                <a:lnTo>
                  <a:pt x="2509151" y="183794"/>
                </a:lnTo>
                <a:lnTo>
                  <a:pt x="2509037" y="179832"/>
                </a:lnTo>
                <a:lnTo>
                  <a:pt x="2508720" y="168884"/>
                </a:lnTo>
                <a:lnTo>
                  <a:pt x="2508580" y="155448"/>
                </a:lnTo>
                <a:lnTo>
                  <a:pt x="2508516" y="131064"/>
                </a:lnTo>
                <a:lnTo>
                  <a:pt x="2516644" y="124968"/>
                </a:lnTo>
                <a:lnTo>
                  <a:pt x="2520708" y="121920"/>
                </a:lnTo>
                <a:close/>
              </a:path>
              <a:path w="3862070" h="358139">
                <a:moveTo>
                  <a:pt x="2543568" y="76200"/>
                </a:moveTo>
                <a:lnTo>
                  <a:pt x="2517660" y="50292"/>
                </a:lnTo>
                <a:lnTo>
                  <a:pt x="2500896" y="67056"/>
                </a:lnTo>
                <a:lnTo>
                  <a:pt x="2353068" y="67056"/>
                </a:lnTo>
                <a:lnTo>
                  <a:pt x="2366784" y="80772"/>
                </a:lnTo>
                <a:lnTo>
                  <a:pt x="2374227" y="78778"/>
                </a:lnTo>
                <a:lnTo>
                  <a:pt x="2382977" y="77343"/>
                </a:lnTo>
                <a:lnTo>
                  <a:pt x="2393137" y="76492"/>
                </a:lnTo>
                <a:lnTo>
                  <a:pt x="2404884" y="76200"/>
                </a:lnTo>
                <a:lnTo>
                  <a:pt x="2543568" y="76200"/>
                </a:lnTo>
                <a:close/>
              </a:path>
              <a:path w="3862070" h="358139">
                <a:moveTo>
                  <a:pt x="2662440" y="60960"/>
                </a:moveTo>
                <a:lnTo>
                  <a:pt x="2626258" y="30962"/>
                </a:lnTo>
                <a:lnTo>
                  <a:pt x="2613672" y="24384"/>
                </a:lnTo>
                <a:lnTo>
                  <a:pt x="2610624" y="28956"/>
                </a:lnTo>
                <a:lnTo>
                  <a:pt x="2619806" y="39243"/>
                </a:lnTo>
                <a:lnTo>
                  <a:pt x="2627007" y="49530"/>
                </a:lnTo>
                <a:lnTo>
                  <a:pt x="2632481" y="59817"/>
                </a:lnTo>
                <a:lnTo>
                  <a:pt x="2636532" y="70104"/>
                </a:lnTo>
                <a:lnTo>
                  <a:pt x="2639580" y="80772"/>
                </a:lnTo>
                <a:lnTo>
                  <a:pt x="2644152" y="86868"/>
                </a:lnTo>
                <a:lnTo>
                  <a:pt x="2648724" y="86868"/>
                </a:lnTo>
                <a:lnTo>
                  <a:pt x="2650248" y="85344"/>
                </a:lnTo>
                <a:lnTo>
                  <a:pt x="2653296" y="83820"/>
                </a:lnTo>
                <a:lnTo>
                  <a:pt x="2654820" y="82296"/>
                </a:lnTo>
                <a:lnTo>
                  <a:pt x="2657868" y="76200"/>
                </a:lnTo>
                <a:lnTo>
                  <a:pt x="2659392" y="68580"/>
                </a:lnTo>
                <a:lnTo>
                  <a:pt x="2662440" y="60960"/>
                </a:lnTo>
                <a:close/>
              </a:path>
              <a:path w="3862070" h="358139">
                <a:moveTo>
                  <a:pt x="2700540" y="321564"/>
                </a:moveTo>
                <a:lnTo>
                  <a:pt x="2684183" y="285940"/>
                </a:lnTo>
                <a:lnTo>
                  <a:pt x="2683014" y="276034"/>
                </a:lnTo>
                <a:lnTo>
                  <a:pt x="2680728" y="257556"/>
                </a:lnTo>
                <a:lnTo>
                  <a:pt x="2673108" y="257556"/>
                </a:lnTo>
                <a:lnTo>
                  <a:pt x="2673007" y="278663"/>
                </a:lnTo>
                <a:lnTo>
                  <a:pt x="2672918" y="285940"/>
                </a:lnTo>
                <a:lnTo>
                  <a:pt x="2672461" y="297205"/>
                </a:lnTo>
                <a:lnTo>
                  <a:pt x="2671699" y="305041"/>
                </a:lnTo>
                <a:lnTo>
                  <a:pt x="2671584" y="316992"/>
                </a:lnTo>
                <a:lnTo>
                  <a:pt x="2665488" y="323088"/>
                </a:lnTo>
                <a:lnTo>
                  <a:pt x="2641104" y="323088"/>
                </a:lnTo>
                <a:lnTo>
                  <a:pt x="2622816" y="124968"/>
                </a:lnTo>
                <a:lnTo>
                  <a:pt x="2699016" y="124968"/>
                </a:lnTo>
                <a:lnTo>
                  <a:pt x="2673108" y="97536"/>
                </a:lnTo>
                <a:lnTo>
                  <a:pt x="2654820" y="115824"/>
                </a:lnTo>
                <a:lnTo>
                  <a:pt x="2583192" y="115824"/>
                </a:lnTo>
                <a:lnTo>
                  <a:pt x="2583192" y="27432"/>
                </a:lnTo>
                <a:lnTo>
                  <a:pt x="2593860" y="16764"/>
                </a:lnTo>
                <a:lnTo>
                  <a:pt x="2561856" y="1524"/>
                </a:lnTo>
                <a:lnTo>
                  <a:pt x="2563241" y="48768"/>
                </a:lnTo>
                <a:lnTo>
                  <a:pt x="2563368" y="97536"/>
                </a:lnTo>
                <a:lnTo>
                  <a:pt x="2563380" y="115824"/>
                </a:lnTo>
                <a:lnTo>
                  <a:pt x="2520708" y="115824"/>
                </a:lnTo>
                <a:lnTo>
                  <a:pt x="2532900" y="128016"/>
                </a:lnTo>
                <a:lnTo>
                  <a:pt x="2546616" y="124968"/>
                </a:lnTo>
                <a:lnTo>
                  <a:pt x="2563380" y="124968"/>
                </a:lnTo>
                <a:lnTo>
                  <a:pt x="2563025" y="165023"/>
                </a:lnTo>
                <a:lnTo>
                  <a:pt x="2553944" y="231698"/>
                </a:lnTo>
                <a:lnTo>
                  <a:pt x="2533993" y="283895"/>
                </a:lnTo>
                <a:lnTo>
                  <a:pt x="2500934" y="330669"/>
                </a:lnTo>
                <a:lnTo>
                  <a:pt x="2479560" y="352044"/>
                </a:lnTo>
                <a:lnTo>
                  <a:pt x="2484132" y="356616"/>
                </a:lnTo>
                <a:lnTo>
                  <a:pt x="2533472" y="309753"/>
                </a:lnTo>
                <a:lnTo>
                  <a:pt x="2563380" y="260604"/>
                </a:lnTo>
                <a:lnTo>
                  <a:pt x="2579001" y="200787"/>
                </a:lnTo>
                <a:lnTo>
                  <a:pt x="2583192" y="124968"/>
                </a:lnTo>
                <a:lnTo>
                  <a:pt x="2603004" y="124968"/>
                </a:lnTo>
                <a:lnTo>
                  <a:pt x="2603055" y="312801"/>
                </a:lnTo>
                <a:lnTo>
                  <a:pt x="2633484" y="339852"/>
                </a:lnTo>
                <a:lnTo>
                  <a:pt x="2665488" y="339852"/>
                </a:lnTo>
                <a:lnTo>
                  <a:pt x="2677172" y="338709"/>
                </a:lnTo>
                <a:lnTo>
                  <a:pt x="2687015" y="335280"/>
                </a:lnTo>
                <a:lnTo>
                  <a:pt x="2694838" y="329565"/>
                </a:lnTo>
                <a:lnTo>
                  <a:pt x="2699448" y="323088"/>
                </a:lnTo>
                <a:lnTo>
                  <a:pt x="2700540" y="321564"/>
                </a:lnTo>
                <a:close/>
              </a:path>
              <a:path w="3862070" h="358139">
                <a:moveTo>
                  <a:pt x="3080016" y="227076"/>
                </a:moveTo>
                <a:lnTo>
                  <a:pt x="3059963" y="192455"/>
                </a:lnTo>
                <a:lnTo>
                  <a:pt x="3006140" y="152552"/>
                </a:lnTo>
                <a:lnTo>
                  <a:pt x="2962668" y="123444"/>
                </a:lnTo>
                <a:lnTo>
                  <a:pt x="2958096" y="128016"/>
                </a:lnTo>
                <a:lnTo>
                  <a:pt x="2991243" y="158902"/>
                </a:lnTo>
                <a:lnTo>
                  <a:pt x="3017532" y="185356"/>
                </a:lnTo>
                <a:lnTo>
                  <a:pt x="3036963" y="207530"/>
                </a:lnTo>
                <a:lnTo>
                  <a:pt x="3049536" y="225552"/>
                </a:lnTo>
                <a:lnTo>
                  <a:pt x="3054959" y="236435"/>
                </a:lnTo>
                <a:lnTo>
                  <a:pt x="3059823" y="244030"/>
                </a:lnTo>
                <a:lnTo>
                  <a:pt x="3064103" y="248488"/>
                </a:lnTo>
                <a:lnTo>
                  <a:pt x="3067824" y="249936"/>
                </a:lnTo>
                <a:lnTo>
                  <a:pt x="3069348" y="249936"/>
                </a:lnTo>
                <a:lnTo>
                  <a:pt x="3072396" y="248412"/>
                </a:lnTo>
                <a:lnTo>
                  <a:pt x="3078492" y="236220"/>
                </a:lnTo>
                <a:lnTo>
                  <a:pt x="3080016" y="231648"/>
                </a:lnTo>
                <a:lnTo>
                  <a:pt x="3080016" y="227076"/>
                </a:lnTo>
                <a:close/>
              </a:path>
              <a:path w="3862070" h="358139">
                <a:moveTo>
                  <a:pt x="3089160" y="36576"/>
                </a:moveTo>
                <a:lnTo>
                  <a:pt x="3057156" y="4572"/>
                </a:lnTo>
                <a:lnTo>
                  <a:pt x="3034296" y="27432"/>
                </a:lnTo>
                <a:lnTo>
                  <a:pt x="2743212" y="27432"/>
                </a:lnTo>
                <a:lnTo>
                  <a:pt x="2756928" y="41148"/>
                </a:lnTo>
                <a:lnTo>
                  <a:pt x="2766072" y="39154"/>
                </a:lnTo>
                <a:lnTo>
                  <a:pt x="2775216" y="37719"/>
                </a:lnTo>
                <a:lnTo>
                  <a:pt x="2784360" y="36868"/>
                </a:lnTo>
                <a:lnTo>
                  <a:pt x="2793504" y="36576"/>
                </a:lnTo>
                <a:lnTo>
                  <a:pt x="2913900" y="36576"/>
                </a:lnTo>
                <a:lnTo>
                  <a:pt x="2897911" y="72923"/>
                </a:lnTo>
                <a:lnTo>
                  <a:pt x="2879801" y="106680"/>
                </a:lnTo>
                <a:lnTo>
                  <a:pt x="2837700" y="167640"/>
                </a:lnTo>
                <a:lnTo>
                  <a:pt x="2789504" y="217932"/>
                </a:lnTo>
                <a:lnTo>
                  <a:pt x="2740164" y="259080"/>
                </a:lnTo>
                <a:lnTo>
                  <a:pt x="2743212" y="265176"/>
                </a:lnTo>
                <a:lnTo>
                  <a:pt x="2790075" y="235204"/>
                </a:lnTo>
                <a:lnTo>
                  <a:pt x="2832366" y="200215"/>
                </a:lnTo>
                <a:lnTo>
                  <a:pt x="2870085" y="160388"/>
                </a:lnTo>
                <a:lnTo>
                  <a:pt x="2903232" y="115824"/>
                </a:lnTo>
                <a:lnTo>
                  <a:pt x="2903131" y="259080"/>
                </a:lnTo>
                <a:lnTo>
                  <a:pt x="2902991" y="272542"/>
                </a:lnTo>
                <a:lnTo>
                  <a:pt x="2902572" y="292087"/>
                </a:lnTo>
                <a:lnTo>
                  <a:pt x="2901937" y="323456"/>
                </a:lnTo>
                <a:lnTo>
                  <a:pt x="2901708" y="352044"/>
                </a:lnTo>
                <a:lnTo>
                  <a:pt x="2927616" y="341376"/>
                </a:lnTo>
                <a:lnTo>
                  <a:pt x="2926727" y="327621"/>
                </a:lnTo>
                <a:lnTo>
                  <a:pt x="2926283" y="311277"/>
                </a:lnTo>
                <a:lnTo>
                  <a:pt x="2926156" y="296989"/>
                </a:lnTo>
                <a:lnTo>
                  <a:pt x="2926092" y="123444"/>
                </a:lnTo>
                <a:lnTo>
                  <a:pt x="2935884" y="115824"/>
                </a:lnTo>
                <a:lnTo>
                  <a:pt x="2939808" y="112776"/>
                </a:lnTo>
                <a:lnTo>
                  <a:pt x="2913900" y="97536"/>
                </a:lnTo>
                <a:lnTo>
                  <a:pt x="2921876" y="80733"/>
                </a:lnTo>
                <a:lnTo>
                  <a:pt x="2929712" y="64770"/>
                </a:lnTo>
                <a:lnTo>
                  <a:pt x="2937256" y="49961"/>
                </a:lnTo>
                <a:lnTo>
                  <a:pt x="2944380" y="36576"/>
                </a:lnTo>
                <a:lnTo>
                  <a:pt x="3089160" y="36576"/>
                </a:lnTo>
                <a:close/>
              </a:path>
              <a:path w="3862070" h="358139">
                <a:moveTo>
                  <a:pt x="3404628" y="22860"/>
                </a:moveTo>
                <a:lnTo>
                  <a:pt x="3398990" y="18288"/>
                </a:lnTo>
                <a:lnTo>
                  <a:pt x="3380244" y="3048"/>
                </a:lnTo>
                <a:lnTo>
                  <a:pt x="3369576" y="14909"/>
                </a:lnTo>
                <a:lnTo>
                  <a:pt x="3369576" y="27432"/>
                </a:lnTo>
                <a:lnTo>
                  <a:pt x="3369576" y="71628"/>
                </a:lnTo>
                <a:lnTo>
                  <a:pt x="3369576" y="80772"/>
                </a:lnTo>
                <a:lnTo>
                  <a:pt x="3369576" y="126492"/>
                </a:lnTo>
                <a:lnTo>
                  <a:pt x="3236988" y="126492"/>
                </a:lnTo>
                <a:lnTo>
                  <a:pt x="3236988" y="80772"/>
                </a:lnTo>
                <a:lnTo>
                  <a:pt x="3369576" y="80772"/>
                </a:lnTo>
                <a:lnTo>
                  <a:pt x="3369576" y="71628"/>
                </a:lnTo>
                <a:lnTo>
                  <a:pt x="3236988" y="71628"/>
                </a:lnTo>
                <a:lnTo>
                  <a:pt x="3236988" y="27432"/>
                </a:lnTo>
                <a:lnTo>
                  <a:pt x="3369576" y="27432"/>
                </a:lnTo>
                <a:lnTo>
                  <a:pt x="3369576" y="14909"/>
                </a:lnTo>
                <a:lnTo>
                  <a:pt x="3366528" y="18288"/>
                </a:lnTo>
                <a:lnTo>
                  <a:pt x="3238512" y="18288"/>
                </a:lnTo>
                <a:lnTo>
                  <a:pt x="3214128" y="4572"/>
                </a:lnTo>
                <a:lnTo>
                  <a:pt x="3215005" y="24866"/>
                </a:lnTo>
                <a:lnTo>
                  <a:pt x="3215462" y="44577"/>
                </a:lnTo>
                <a:lnTo>
                  <a:pt x="3215627" y="63728"/>
                </a:lnTo>
                <a:lnTo>
                  <a:pt x="3215602" y="103251"/>
                </a:lnTo>
                <a:lnTo>
                  <a:pt x="3215462" y="120396"/>
                </a:lnTo>
                <a:lnTo>
                  <a:pt x="3215005" y="139306"/>
                </a:lnTo>
                <a:lnTo>
                  <a:pt x="3214128" y="158496"/>
                </a:lnTo>
                <a:lnTo>
                  <a:pt x="3236988" y="149352"/>
                </a:lnTo>
                <a:lnTo>
                  <a:pt x="3236988" y="135636"/>
                </a:lnTo>
                <a:lnTo>
                  <a:pt x="3369576" y="135636"/>
                </a:lnTo>
                <a:lnTo>
                  <a:pt x="3369576" y="155448"/>
                </a:lnTo>
                <a:lnTo>
                  <a:pt x="3392436" y="143256"/>
                </a:lnTo>
                <a:lnTo>
                  <a:pt x="3392322" y="135636"/>
                </a:lnTo>
                <a:lnTo>
                  <a:pt x="3392182" y="126492"/>
                </a:lnTo>
                <a:lnTo>
                  <a:pt x="3391674" y="103251"/>
                </a:lnTo>
                <a:lnTo>
                  <a:pt x="3391293" y="80772"/>
                </a:lnTo>
                <a:lnTo>
                  <a:pt x="3391141" y="71628"/>
                </a:lnTo>
                <a:lnTo>
                  <a:pt x="3390912" y="33528"/>
                </a:lnTo>
                <a:lnTo>
                  <a:pt x="3398748" y="27432"/>
                </a:lnTo>
                <a:lnTo>
                  <a:pt x="3404628" y="22860"/>
                </a:lnTo>
                <a:close/>
              </a:path>
              <a:path w="3862070" h="358139">
                <a:moveTo>
                  <a:pt x="3479304" y="313944"/>
                </a:moveTo>
                <a:lnTo>
                  <a:pt x="3461918" y="315709"/>
                </a:lnTo>
                <a:lnTo>
                  <a:pt x="3441966" y="316611"/>
                </a:lnTo>
                <a:lnTo>
                  <a:pt x="3419716" y="316953"/>
                </a:lnTo>
                <a:lnTo>
                  <a:pt x="3395484" y="316992"/>
                </a:lnTo>
                <a:lnTo>
                  <a:pt x="3370884" y="316445"/>
                </a:lnTo>
                <a:lnTo>
                  <a:pt x="3349574" y="314896"/>
                </a:lnTo>
                <a:lnTo>
                  <a:pt x="3331400" y="312496"/>
                </a:lnTo>
                <a:lnTo>
                  <a:pt x="3316236" y="309372"/>
                </a:lnTo>
                <a:lnTo>
                  <a:pt x="3316236" y="303276"/>
                </a:lnTo>
                <a:lnTo>
                  <a:pt x="3316236" y="245364"/>
                </a:lnTo>
                <a:lnTo>
                  <a:pt x="3445776" y="245364"/>
                </a:lnTo>
                <a:lnTo>
                  <a:pt x="3436150" y="236220"/>
                </a:lnTo>
                <a:lnTo>
                  <a:pt x="3415296" y="216408"/>
                </a:lnTo>
                <a:lnTo>
                  <a:pt x="3395484" y="236220"/>
                </a:lnTo>
                <a:lnTo>
                  <a:pt x="3316236" y="236220"/>
                </a:lnTo>
                <a:lnTo>
                  <a:pt x="3316236" y="184404"/>
                </a:lnTo>
                <a:lnTo>
                  <a:pt x="3471684" y="184404"/>
                </a:lnTo>
                <a:lnTo>
                  <a:pt x="3439680" y="152400"/>
                </a:lnTo>
                <a:lnTo>
                  <a:pt x="3415296" y="175260"/>
                </a:lnTo>
                <a:lnTo>
                  <a:pt x="3133356" y="175260"/>
                </a:lnTo>
                <a:lnTo>
                  <a:pt x="3147072" y="188976"/>
                </a:lnTo>
                <a:lnTo>
                  <a:pt x="3155353" y="186982"/>
                </a:lnTo>
                <a:lnTo>
                  <a:pt x="3164217" y="185547"/>
                </a:lnTo>
                <a:lnTo>
                  <a:pt x="3173641" y="184696"/>
                </a:lnTo>
                <a:lnTo>
                  <a:pt x="3183648" y="184404"/>
                </a:lnTo>
                <a:lnTo>
                  <a:pt x="3294900" y="184404"/>
                </a:lnTo>
                <a:lnTo>
                  <a:pt x="3294900" y="303276"/>
                </a:lnTo>
                <a:lnTo>
                  <a:pt x="3272320" y="292163"/>
                </a:lnTo>
                <a:lnTo>
                  <a:pt x="3252609" y="279463"/>
                </a:lnTo>
                <a:lnTo>
                  <a:pt x="3235744" y="265353"/>
                </a:lnTo>
                <a:lnTo>
                  <a:pt x="3228670" y="257556"/>
                </a:lnTo>
                <a:lnTo>
                  <a:pt x="3221748" y="249936"/>
                </a:lnTo>
                <a:lnTo>
                  <a:pt x="3240036" y="216408"/>
                </a:lnTo>
                <a:lnTo>
                  <a:pt x="3246132" y="211836"/>
                </a:lnTo>
                <a:lnTo>
                  <a:pt x="3212604" y="192024"/>
                </a:lnTo>
                <a:lnTo>
                  <a:pt x="3200577" y="240296"/>
                </a:lnTo>
                <a:lnTo>
                  <a:pt x="3182696" y="282130"/>
                </a:lnTo>
                <a:lnTo>
                  <a:pt x="3158807" y="317398"/>
                </a:lnTo>
                <a:lnTo>
                  <a:pt x="3128784" y="345948"/>
                </a:lnTo>
                <a:lnTo>
                  <a:pt x="3131832" y="350520"/>
                </a:lnTo>
                <a:lnTo>
                  <a:pt x="3157804" y="334505"/>
                </a:lnTo>
                <a:lnTo>
                  <a:pt x="3180791" y="313753"/>
                </a:lnTo>
                <a:lnTo>
                  <a:pt x="3200616" y="288163"/>
                </a:lnTo>
                <a:lnTo>
                  <a:pt x="3217176" y="257556"/>
                </a:lnTo>
                <a:lnTo>
                  <a:pt x="3226625" y="269824"/>
                </a:lnTo>
                <a:lnTo>
                  <a:pt x="3259848" y="301752"/>
                </a:lnTo>
                <a:lnTo>
                  <a:pt x="3302495" y="324688"/>
                </a:lnTo>
                <a:lnTo>
                  <a:pt x="3342525" y="335876"/>
                </a:lnTo>
                <a:lnTo>
                  <a:pt x="3406533" y="343357"/>
                </a:lnTo>
                <a:lnTo>
                  <a:pt x="3448824" y="345948"/>
                </a:lnTo>
                <a:lnTo>
                  <a:pt x="3451656" y="337426"/>
                </a:lnTo>
                <a:lnTo>
                  <a:pt x="3457778" y="330327"/>
                </a:lnTo>
                <a:lnTo>
                  <a:pt x="3467036" y="324954"/>
                </a:lnTo>
                <a:lnTo>
                  <a:pt x="3479304" y="321564"/>
                </a:lnTo>
                <a:lnTo>
                  <a:pt x="3479304" y="316992"/>
                </a:lnTo>
                <a:lnTo>
                  <a:pt x="3479304" y="313944"/>
                </a:lnTo>
                <a:close/>
              </a:path>
              <a:path w="3862070" h="358139">
                <a:moveTo>
                  <a:pt x="3709428" y="33528"/>
                </a:moveTo>
                <a:lnTo>
                  <a:pt x="3685044" y="13716"/>
                </a:lnTo>
                <a:lnTo>
                  <a:pt x="3675900" y="25146"/>
                </a:lnTo>
                <a:lnTo>
                  <a:pt x="3675900" y="38100"/>
                </a:lnTo>
                <a:lnTo>
                  <a:pt x="3675900" y="114300"/>
                </a:lnTo>
                <a:lnTo>
                  <a:pt x="3675900" y="123444"/>
                </a:lnTo>
                <a:lnTo>
                  <a:pt x="3675900" y="192024"/>
                </a:lnTo>
                <a:lnTo>
                  <a:pt x="3619512" y="192024"/>
                </a:lnTo>
                <a:lnTo>
                  <a:pt x="3620566" y="175742"/>
                </a:lnTo>
                <a:lnTo>
                  <a:pt x="3621608" y="157734"/>
                </a:lnTo>
                <a:lnTo>
                  <a:pt x="3622294" y="140589"/>
                </a:lnTo>
                <a:lnTo>
                  <a:pt x="3622560" y="123444"/>
                </a:lnTo>
                <a:lnTo>
                  <a:pt x="3675900" y="123444"/>
                </a:lnTo>
                <a:lnTo>
                  <a:pt x="3675900" y="114300"/>
                </a:lnTo>
                <a:lnTo>
                  <a:pt x="3622560" y="114300"/>
                </a:lnTo>
                <a:lnTo>
                  <a:pt x="3622560" y="38100"/>
                </a:lnTo>
                <a:lnTo>
                  <a:pt x="3675900" y="38100"/>
                </a:lnTo>
                <a:lnTo>
                  <a:pt x="3675900" y="25146"/>
                </a:lnTo>
                <a:lnTo>
                  <a:pt x="3672852" y="28956"/>
                </a:lnTo>
                <a:lnTo>
                  <a:pt x="3532644" y="28956"/>
                </a:lnTo>
                <a:lnTo>
                  <a:pt x="3546360" y="42672"/>
                </a:lnTo>
                <a:lnTo>
                  <a:pt x="3554641" y="40678"/>
                </a:lnTo>
                <a:lnTo>
                  <a:pt x="3563505" y="39243"/>
                </a:lnTo>
                <a:lnTo>
                  <a:pt x="3572929" y="38392"/>
                </a:lnTo>
                <a:lnTo>
                  <a:pt x="3582936" y="38100"/>
                </a:lnTo>
                <a:lnTo>
                  <a:pt x="3602748" y="38100"/>
                </a:lnTo>
                <a:lnTo>
                  <a:pt x="3602748" y="114300"/>
                </a:lnTo>
                <a:lnTo>
                  <a:pt x="3537216" y="114300"/>
                </a:lnTo>
                <a:lnTo>
                  <a:pt x="3550932" y="128016"/>
                </a:lnTo>
                <a:lnTo>
                  <a:pt x="3559213" y="126022"/>
                </a:lnTo>
                <a:lnTo>
                  <a:pt x="3568077" y="124587"/>
                </a:lnTo>
                <a:lnTo>
                  <a:pt x="3577501" y="123736"/>
                </a:lnTo>
                <a:lnTo>
                  <a:pt x="3587508" y="123444"/>
                </a:lnTo>
                <a:lnTo>
                  <a:pt x="3602748" y="123444"/>
                </a:lnTo>
                <a:lnTo>
                  <a:pt x="3602482" y="141452"/>
                </a:lnTo>
                <a:lnTo>
                  <a:pt x="3601796" y="158877"/>
                </a:lnTo>
                <a:lnTo>
                  <a:pt x="3600869" y="174879"/>
                </a:lnTo>
                <a:lnTo>
                  <a:pt x="3599700" y="192024"/>
                </a:lnTo>
                <a:lnTo>
                  <a:pt x="3531120" y="192024"/>
                </a:lnTo>
                <a:lnTo>
                  <a:pt x="3544836" y="205740"/>
                </a:lnTo>
                <a:lnTo>
                  <a:pt x="3553117" y="203746"/>
                </a:lnTo>
                <a:lnTo>
                  <a:pt x="3561981" y="202311"/>
                </a:lnTo>
                <a:lnTo>
                  <a:pt x="3571405" y="201460"/>
                </a:lnTo>
                <a:lnTo>
                  <a:pt x="3581412" y="201168"/>
                </a:lnTo>
                <a:lnTo>
                  <a:pt x="3598176" y="201168"/>
                </a:lnTo>
                <a:lnTo>
                  <a:pt x="3588689" y="240322"/>
                </a:lnTo>
                <a:lnTo>
                  <a:pt x="3571506" y="277749"/>
                </a:lnTo>
                <a:lnTo>
                  <a:pt x="3546310" y="313474"/>
                </a:lnTo>
                <a:lnTo>
                  <a:pt x="3512832" y="347472"/>
                </a:lnTo>
                <a:lnTo>
                  <a:pt x="3515880" y="350520"/>
                </a:lnTo>
                <a:lnTo>
                  <a:pt x="3554755" y="320763"/>
                </a:lnTo>
                <a:lnTo>
                  <a:pt x="3584651" y="286131"/>
                </a:lnTo>
                <a:lnTo>
                  <a:pt x="3605669" y="246367"/>
                </a:lnTo>
                <a:lnTo>
                  <a:pt x="3617988" y="201168"/>
                </a:lnTo>
                <a:lnTo>
                  <a:pt x="3675900" y="201168"/>
                </a:lnTo>
                <a:lnTo>
                  <a:pt x="3675900" y="262128"/>
                </a:lnTo>
                <a:lnTo>
                  <a:pt x="3675367" y="277901"/>
                </a:lnTo>
                <a:lnTo>
                  <a:pt x="3671709" y="288798"/>
                </a:lnTo>
                <a:lnTo>
                  <a:pt x="3665182" y="295135"/>
                </a:lnTo>
                <a:lnTo>
                  <a:pt x="3656088" y="297180"/>
                </a:lnTo>
                <a:lnTo>
                  <a:pt x="3644633" y="296926"/>
                </a:lnTo>
                <a:lnTo>
                  <a:pt x="3633038" y="296227"/>
                </a:lnTo>
                <a:lnTo>
                  <a:pt x="3608844" y="294132"/>
                </a:lnTo>
                <a:lnTo>
                  <a:pt x="3608844" y="300228"/>
                </a:lnTo>
                <a:lnTo>
                  <a:pt x="3627107" y="305904"/>
                </a:lnTo>
                <a:lnTo>
                  <a:pt x="3640658" y="313563"/>
                </a:lnTo>
                <a:lnTo>
                  <a:pt x="3649345" y="322948"/>
                </a:lnTo>
                <a:lnTo>
                  <a:pt x="3653040" y="333756"/>
                </a:lnTo>
                <a:lnTo>
                  <a:pt x="3670414" y="325183"/>
                </a:lnTo>
                <a:lnTo>
                  <a:pt x="3683520" y="313182"/>
                </a:lnTo>
                <a:lnTo>
                  <a:pt x="3692042" y="297751"/>
                </a:lnTo>
                <a:lnTo>
                  <a:pt x="3692156" y="297180"/>
                </a:lnTo>
                <a:lnTo>
                  <a:pt x="3695712" y="278892"/>
                </a:lnTo>
                <a:lnTo>
                  <a:pt x="3695712" y="201168"/>
                </a:lnTo>
                <a:lnTo>
                  <a:pt x="3695712" y="123444"/>
                </a:lnTo>
                <a:lnTo>
                  <a:pt x="3695712" y="44196"/>
                </a:lnTo>
                <a:lnTo>
                  <a:pt x="3703548" y="38100"/>
                </a:lnTo>
                <a:lnTo>
                  <a:pt x="3709428" y="33528"/>
                </a:lnTo>
                <a:close/>
              </a:path>
              <a:path w="3862070" h="358139">
                <a:moveTo>
                  <a:pt x="3861828" y="41148"/>
                </a:moveTo>
                <a:lnTo>
                  <a:pt x="3858780" y="38100"/>
                </a:lnTo>
                <a:lnTo>
                  <a:pt x="3849636" y="28956"/>
                </a:lnTo>
                <a:lnTo>
                  <a:pt x="3835920" y="15240"/>
                </a:lnTo>
                <a:lnTo>
                  <a:pt x="3822204" y="28956"/>
                </a:lnTo>
                <a:lnTo>
                  <a:pt x="3749052" y="28956"/>
                </a:lnTo>
                <a:lnTo>
                  <a:pt x="3727716" y="12192"/>
                </a:lnTo>
                <a:lnTo>
                  <a:pt x="3728555" y="38100"/>
                </a:lnTo>
                <a:lnTo>
                  <a:pt x="3728643" y="43395"/>
                </a:lnTo>
                <a:lnTo>
                  <a:pt x="3729037" y="74676"/>
                </a:lnTo>
                <a:lnTo>
                  <a:pt x="3729164" y="106870"/>
                </a:lnTo>
                <a:lnTo>
                  <a:pt x="3729050" y="275082"/>
                </a:lnTo>
                <a:lnTo>
                  <a:pt x="3728593" y="317944"/>
                </a:lnTo>
                <a:lnTo>
                  <a:pt x="3727716" y="355092"/>
                </a:lnTo>
                <a:lnTo>
                  <a:pt x="3750576" y="344424"/>
                </a:lnTo>
                <a:lnTo>
                  <a:pt x="3749687" y="313232"/>
                </a:lnTo>
                <a:lnTo>
                  <a:pt x="3749243" y="288036"/>
                </a:lnTo>
                <a:lnTo>
                  <a:pt x="3749141" y="277469"/>
                </a:lnTo>
                <a:lnTo>
                  <a:pt x="3749052" y="38100"/>
                </a:lnTo>
                <a:lnTo>
                  <a:pt x="3823728" y="38100"/>
                </a:lnTo>
                <a:lnTo>
                  <a:pt x="3790200" y="140208"/>
                </a:lnTo>
                <a:lnTo>
                  <a:pt x="3802748" y="157378"/>
                </a:lnTo>
                <a:lnTo>
                  <a:pt x="3825252" y="196596"/>
                </a:lnTo>
                <a:lnTo>
                  <a:pt x="3832872" y="240792"/>
                </a:lnTo>
                <a:lnTo>
                  <a:pt x="3829824" y="248412"/>
                </a:lnTo>
                <a:lnTo>
                  <a:pt x="3828300" y="256032"/>
                </a:lnTo>
                <a:lnTo>
                  <a:pt x="3822217" y="259080"/>
                </a:lnTo>
                <a:lnTo>
                  <a:pt x="3804170" y="259067"/>
                </a:lnTo>
                <a:lnTo>
                  <a:pt x="3793439" y="258889"/>
                </a:lnTo>
                <a:lnTo>
                  <a:pt x="3780688" y="258445"/>
                </a:lnTo>
                <a:lnTo>
                  <a:pt x="3765816" y="257556"/>
                </a:lnTo>
                <a:lnTo>
                  <a:pt x="3765816" y="265176"/>
                </a:lnTo>
                <a:lnTo>
                  <a:pt x="3784079" y="270395"/>
                </a:lnTo>
                <a:lnTo>
                  <a:pt x="3797630" y="277177"/>
                </a:lnTo>
                <a:lnTo>
                  <a:pt x="3806317" y="285965"/>
                </a:lnTo>
                <a:lnTo>
                  <a:pt x="3810012" y="297180"/>
                </a:lnTo>
                <a:lnTo>
                  <a:pt x="3822585" y="291185"/>
                </a:lnTo>
                <a:lnTo>
                  <a:pt x="3850589" y="262661"/>
                </a:lnTo>
                <a:lnTo>
                  <a:pt x="3851960" y="259080"/>
                </a:lnTo>
                <a:lnTo>
                  <a:pt x="3853446" y="255270"/>
                </a:lnTo>
                <a:lnTo>
                  <a:pt x="3855161" y="247891"/>
                </a:lnTo>
                <a:lnTo>
                  <a:pt x="3855732" y="240792"/>
                </a:lnTo>
                <a:lnTo>
                  <a:pt x="3855415" y="235369"/>
                </a:lnTo>
                <a:lnTo>
                  <a:pt x="3843921" y="195072"/>
                </a:lnTo>
                <a:lnTo>
                  <a:pt x="3818775" y="160782"/>
                </a:lnTo>
                <a:lnTo>
                  <a:pt x="3799344" y="140208"/>
                </a:lnTo>
                <a:lnTo>
                  <a:pt x="3807320" y="123329"/>
                </a:lnTo>
                <a:lnTo>
                  <a:pt x="3815156" y="106870"/>
                </a:lnTo>
                <a:lnTo>
                  <a:pt x="3822700" y="90703"/>
                </a:lnTo>
                <a:lnTo>
                  <a:pt x="3829824" y="74676"/>
                </a:lnTo>
                <a:lnTo>
                  <a:pt x="3837825" y="60439"/>
                </a:lnTo>
                <a:lnTo>
                  <a:pt x="3845826" y="49911"/>
                </a:lnTo>
                <a:lnTo>
                  <a:pt x="3853827" y="43395"/>
                </a:lnTo>
                <a:lnTo>
                  <a:pt x="3861828" y="4114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" name="object 19"/>
          <p:cNvSpPr/>
          <p:nvPr/>
        </p:nvSpPr>
        <p:spPr>
          <a:xfrm>
            <a:off x="7213091" y="2921507"/>
            <a:ext cx="317500" cy="337185"/>
          </a:xfrm>
          <a:custGeom>
            <a:avLst/>
            <a:gdLst/>
            <a:ahLst/>
            <a:cxnLst/>
            <a:rect l="l" t="t" r="r" b="b"/>
            <a:pathLst>
              <a:path w="317500" h="337185">
                <a:moveTo>
                  <a:pt x="3048" y="211836"/>
                </a:moveTo>
                <a:lnTo>
                  <a:pt x="0" y="205740"/>
                </a:lnTo>
                <a:lnTo>
                  <a:pt x="31694" y="180570"/>
                </a:lnTo>
                <a:lnTo>
                  <a:pt x="60388" y="155257"/>
                </a:lnTo>
                <a:lnTo>
                  <a:pt x="108204" y="103632"/>
                </a:lnTo>
                <a:lnTo>
                  <a:pt x="143827" y="50673"/>
                </a:lnTo>
                <a:lnTo>
                  <a:pt x="169164" y="0"/>
                </a:lnTo>
                <a:lnTo>
                  <a:pt x="202692" y="28956"/>
                </a:lnTo>
                <a:lnTo>
                  <a:pt x="182880" y="36576"/>
                </a:lnTo>
                <a:lnTo>
                  <a:pt x="152326" y="80259"/>
                </a:lnTo>
                <a:lnTo>
                  <a:pt x="119140" y="119774"/>
                </a:lnTo>
                <a:lnTo>
                  <a:pt x="83246" y="154972"/>
                </a:lnTo>
                <a:lnTo>
                  <a:pt x="44573" y="185708"/>
                </a:lnTo>
                <a:lnTo>
                  <a:pt x="3048" y="211836"/>
                </a:lnTo>
                <a:close/>
              </a:path>
              <a:path w="317500" h="337185">
                <a:moveTo>
                  <a:pt x="77724" y="326136"/>
                </a:moveTo>
                <a:lnTo>
                  <a:pt x="54864" y="289559"/>
                </a:lnTo>
                <a:lnTo>
                  <a:pt x="67437" y="285869"/>
                </a:lnTo>
                <a:lnTo>
                  <a:pt x="84582" y="274891"/>
                </a:lnTo>
                <a:lnTo>
                  <a:pt x="132588" y="231648"/>
                </a:lnTo>
                <a:lnTo>
                  <a:pt x="158877" y="201382"/>
                </a:lnTo>
                <a:lnTo>
                  <a:pt x="182880" y="167830"/>
                </a:lnTo>
                <a:lnTo>
                  <a:pt x="204597" y="131135"/>
                </a:lnTo>
                <a:lnTo>
                  <a:pt x="224028" y="91440"/>
                </a:lnTo>
                <a:lnTo>
                  <a:pt x="256032" y="117348"/>
                </a:lnTo>
                <a:lnTo>
                  <a:pt x="239268" y="124968"/>
                </a:lnTo>
                <a:lnTo>
                  <a:pt x="215836" y="156424"/>
                </a:lnTo>
                <a:lnTo>
                  <a:pt x="193548" y="184594"/>
                </a:lnTo>
                <a:lnTo>
                  <a:pt x="152400" y="231648"/>
                </a:lnTo>
                <a:lnTo>
                  <a:pt x="116586" y="266319"/>
                </a:lnTo>
                <a:lnTo>
                  <a:pt x="89916" y="289559"/>
                </a:lnTo>
                <a:lnTo>
                  <a:pt x="263881" y="289559"/>
                </a:lnTo>
                <a:lnTo>
                  <a:pt x="196238" y="297203"/>
                </a:lnTo>
                <a:lnTo>
                  <a:pt x="135826" y="306514"/>
                </a:lnTo>
                <a:lnTo>
                  <a:pt x="96273" y="316110"/>
                </a:lnTo>
                <a:lnTo>
                  <a:pt x="77724" y="326136"/>
                </a:lnTo>
                <a:close/>
              </a:path>
              <a:path w="317500" h="337185">
                <a:moveTo>
                  <a:pt x="263881" y="289559"/>
                </a:moveTo>
                <a:lnTo>
                  <a:pt x="89916" y="289559"/>
                </a:lnTo>
                <a:lnTo>
                  <a:pt x="272796" y="278892"/>
                </a:lnTo>
                <a:lnTo>
                  <a:pt x="261913" y="261461"/>
                </a:lnTo>
                <a:lnTo>
                  <a:pt x="249745" y="243459"/>
                </a:lnTo>
                <a:lnTo>
                  <a:pt x="236148" y="224885"/>
                </a:lnTo>
                <a:lnTo>
                  <a:pt x="220980" y="205740"/>
                </a:lnTo>
                <a:lnTo>
                  <a:pt x="225552" y="201168"/>
                </a:lnTo>
                <a:lnTo>
                  <a:pt x="261842" y="232267"/>
                </a:lnTo>
                <a:lnTo>
                  <a:pt x="305276" y="274462"/>
                </a:lnTo>
                <a:lnTo>
                  <a:pt x="313436" y="288036"/>
                </a:lnTo>
                <a:lnTo>
                  <a:pt x="277368" y="288036"/>
                </a:lnTo>
                <a:lnTo>
                  <a:pt x="263881" y="289559"/>
                </a:lnTo>
                <a:close/>
              </a:path>
              <a:path w="317500" h="337185">
                <a:moveTo>
                  <a:pt x="301752" y="336804"/>
                </a:moveTo>
                <a:lnTo>
                  <a:pt x="298704" y="336804"/>
                </a:lnTo>
                <a:lnTo>
                  <a:pt x="295656" y="332232"/>
                </a:lnTo>
                <a:lnTo>
                  <a:pt x="292608" y="326136"/>
                </a:lnTo>
                <a:lnTo>
                  <a:pt x="289155" y="316968"/>
                </a:lnTo>
                <a:lnTo>
                  <a:pt x="285559" y="307657"/>
                </a:lnTo>
                <a:lnTo>
                  <a:pt x="281678" y="298061"/>
                </a:lnTo>
                <a:lnTo>
                  <a:pt x="277368" y="288036"/>
                </a:lnTo>
                <a:lnTo>
                  <a:pt x="313436" y="288036"/>
                </a:lnTo>
                <a:lnTo>
                  <a:pt x="315468" y="294132"/>
                </a:lnTo>
                <a:lnTo>
                  <a:pt x="316992" y="301752"/>
                </a:lnTo>
                <a:lnTo>
                  <a:pt x="316992" y="315468"/>
                </a:lnTo>
                <a:lnTo>
                  <a:pt x="315468" y="321564"/>
                </a:lnTo>
                <a:lnTo>
                  <a:pt x="306324" y="333756"/>
                </a:lnTo>
                <a:lnTo>
                  <a:pt x="301752" y="33680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" name="object 20"/>
          <p:cNvSpPr/>
          <p:nvPr/>
        </p:nvSpPr>
        <p:spPr>
          <a:xfrm>
            <a:off x="7595603" y="2915411"/>
            <a:ext cx="737870" cy="360045"/>
          </a:xfrm>
          <a:custGeom>
            <a:avLst/>
            <a:gdLst/>
            <a:ahLst/>
            <a:cxnLst/>
            <a:rect l="l" t="t" r="r" b="b"/>
            <a:pathLst>
              <a:path w="737870" h="360045">
                <a:moveTo>
                  <a:pt x="355092" y="71628"/>
                </a:moveTo>
                <a:lnTo>
                  <a:pt x="320040" y="36576"/>
                </a:lnTo>
                <a:lnTo>
                  <a:pt x="294132" y="62484"/>
                </a:lnTo>
                <a:lnTo>
                  <a:pt x="163068" y="62484"/>
                </a:lnTo>
                <a:lnTo>
                  <a:pt x="167640" y="55079"/>
                </a:lnTo>
                <a:lnTo>
                  <a:pt x="172212" y="46672"/>
                </a:lnTo>
                <a:lnTo>
                  <a:pt x="176784" y="37414"/>
                </a:lnTo>
                <a:lnTo>
                  <a:pt x="181356" y="27432"/>
                </a:lnTo>
                <a:lnTo>
                  <a:pt x="196596" y="21336"/>
                </a:lnTo>
                <a:lnTo>
                  <a:pt x="158496" y="0"/>
                </a:lnTo>
                <a:lnTo>
                  <a:pt x="155600" y="12560"/>
                </a:lnTo>
                <a:lnTo>
                  <a:pt x="151257" y="27241"/>
                </a:lnTo>
                <a:lnTo>
                  <a:pt x="145211" y="43942"/>
                </a:lnTo>
                <a:lnTo>
                  <a:pt x="137160" y="62484"/>
                </a:lnTo>
                <a:lnTo>
                  <a:pt x="0" y="62484"/>
                </a:lnTo>
                <a:lnTo>
                  <a:pt x="13716" y="76200"/>
                </a:lnTo>
                <a:lnTo>
                  <a:pt x="22009" y="74206"/>
                </a:lnTo>
                <a:lnTo>
                  <a:pt x="30861" y="72771"/>
                </a:lnTo>
                <a:lnTo>
                  <a:pt x="40297" y="71920"/>
                </a:lnTo>
                <a:lnTo>
                  <a:pt x="50292" y="71628"/>
                </a:lnTo>
                <a:lnTo>
                  <a:pt x="134112" y="71628"/>
                </a:lnTo>
                <a:lnTo>
                  <a:pt x="104203" y="121920"/>
                </a:lnTo>
                <a:lnTo>
                  <a:pt x="73152" y="163068"/>
                </a:lnTo>
                <a:lnTo>
                  <a:pt x="39433" y="197929"/>
                </a:lnTo>
                <a:lnTo>
                  <a:pt x="0" y="231648"/>
                </a:lnTo>
                <a:lnTo>
                  <a:pt x="4572" y="236220"/>
                </a:lnTo>
                <a:lnTo>
                  <a:pt x="29171" y="220243"/>
                </a:lnTo>
                <a:lnTo>
                  <a:pt x="52768" y="202120"/>
                </a:lnTo>
                <a:lnTo>
                  <a:pt x="75514" y="182003"/>
                </a:lnTo>
                <a:lnTo>
                  <a:pt x="97536" y="160020"/>
                </a:lnTo>
                <a:lnTo>
                  <a:pt x="97459" y="257556"/>
                </a:lnTo>
                <a:lnTo>
                  <a:pt x="97345" y="296418"/>
                </a:lnTo>
                <a:lnTo>
                  <a:pt x="96901" y="337045"/>
                </a:lnTo>
                <a:lnTo>
                  <a:pt x="96012" y="359664"/>
                </a:lnTo>
                <a:lnTo>
                  <a:pt x="118872" y="345948"/>
                </a:lnTo>
                <a:lnTo>
                  <a:pt x="118872" y="257556"/>
                </a:lnTo>
                <a:lnTo>
                  <a:pt x="259080" y="257556"/>
                </a:lnTo>
                <a:lnTo>
                  <a:pt x="259080" y="321564"/>
                </a:lnTo>
                <a:lnTo>
                  <a:pt x="254508" y="326136"/>
                </a:lnTo>
                <a:lnTo>
                  <a:pt x="205740" y="321564"/>
                </a:lnTo>
                <a:lnTo>
                  <a:pt x="205740" y="329184"/>
                </a:lnTo>
                <a:lnTo>
                  <a:pt x="224599" y="335457"/>
                </a:lnTo>
                <a:lnTo>
                  <a:pt x="237744" y="342709"/>
                </a:lnTo>
                <a:lnTo>
                  <a:pt x="245173" y="350837"/>
                </a:lnTo>
                <a:lnTo>
                  <a:pt x="246888" y="359664"/>
                </a:lnTo>
                <a:lnTo>
                  <a:pt x="262013" y="352234"/>
                </a:lnTo>
                <a:lnTo>
                  <a:pt x="272986" y="343662"/>
                </a:lnTo>
                <a:lnTo>
                  <a:pt x="279679" y="333946"/>
                </a:lnTo>
                <a:lnTo>
                  <a:pt x="281305" y="326136"/>
                </a:lnTo>
                <a:lnTo>
                  <a:pt x="281851" y="323570"/>
                </a:lnTo>
                <a:lnTo>
                  <a:pt x="281940" y="257556"/>
                </a:lnTo>
                <a:lnTo>
                  <a:pt x="281940" y="248412"/>
                </a:lnTo>
                <a:lnTo>
                  <a:pt x="281940" y="198120"/>
                </a:lnTo>
                <a:lnTo>
                  <a:pt x="281940" y="188976"/>
                </a:lnTo>
                <a:lnTo>
                  <a:pt x="281940" y="141732"/>
                </a:lnTo>
                <a:lnTo>
                  <a:pt x="289788" y="135636"/>
                </a:lnTo>
                <a:lnTo>
                  <a:pt x="295656" y="131064"/>
                </a:lnTo>
                <a:lnTo>
                  <a:pt x="289687" y="126492"/>
                </a:lnTo>
                <a:lnTo>
                  <a:pt x="269748" y="111252"/>
                </a:lnTo>
                <a:lnTo>
                  <a:pt x="259080" y="123113"/>
                </a:lnTo>
                <a:lnTo>
                  <a:pt x="259080" y="135636"/>
                </a:lnTo>
                <a:lnTo>
                  <a:pt x="259080" y="188976"/>
                </a:lnTo>
                <a:lnTo>
                  <a:pt x="259080" y="198120"/>
                </a:lnTo>
                <a:lnTo>
                  <a:pt x="259080" y="248412"/>
                </a:lnTo>
                <a:lnTo>
                  <a:pt x="118872" y="248412"/>
                </a:lnTo>
                <a:lnTo>
                  <a:pt x="118872" y="198120"/>
                </a:lnTo>
                <a:lnTo>
                  <a:pt x="259080" y="198120"/>
                </a:lnTo>
                <a:lnTo>
                  <a:pt x="259080" y="188976"/>
                </a:lnTo>
                <a:lnTo>
                  <a:pt x="118872" y="188976"/>
                </a:lnTo>
                <a:lnTo>
                  <a:pt x="118872" y="160020"/>
                </a:lnTo>
                <a:lnTo>
                  <a:pt x="118872" y="135636"/>
                </a:lnTo>
                <a:lnTo>
                  <a:pt x="259080" y="135636"/>
                </a:lnTo>
                <a:lnTo>
                  <a:pt x="259080" y="123113"/>
                </a:lnTo>
                <a:lnTo>
                  <a:pt x="256032" y="126492"/>
                </a:lnTo>
                <a:lnTo>
                  <a:pt x="124968" y="126492"/>
                </a:lnTo>
                <a:lnTo>
                  <a:pt x="134099" y="113639"/>
                </a:lnTo>
                <a:lnTo>
                  <a:pt x="143065" y="100203"/>
                </a:lnTo>
                <a:lnTo>
                  <a:pt x="151765" y="86207"/>
                </a:lnTo>
                <a:lnTo>
                  <a:pt x="160020" y="71628"/>
                </a:lnTo>
                <a:lnTo>
                  <a:pt x="355092" y="71628"/>
                </a:lnTo>
                <a:close/>
              </a:path>
              <a:path w="737870" h="360045">
                <a:moveTo>
                  <a:pt x="609600" y="126492"/>
                </a:moveTo>
                <a:lnTo>
                  <a:pt x="580644" y="97536"/>
                </a:lnTo>
                <a:lnTo>
                  <a:pt x="560832" y="117348"/>
                </a:lnTo>
                <a:lnTo>
                  <a:pt x="519684" y="117348"/>
                </a:lnTo>
                <a:lnTo>
                  <a:pt x="519684" y="42672"/>
                </a:lnTo>
                <a:lnTo>
                  <a:pt x="519684" y="39624"/>
                </a:lnTo>
                <a:lnTo>
                  <a:pt x="544817" y="35623"/>
                </a:lnTo>
                <a:lnTo>
                  <a:pt x="565213" y="32766"/>
                </a:lnTo>
                <a:lnTo>
                  <a:pt x="580771" y="31051"/>
                </a:lnTo>
                <a:lnTo>
                  <a:pt x="591312" y="30480"/>
                </a:lnTo>
                <a:lnTo>
                  <a:pt x="563880" y="1524"/>
                </a:lnTo>
                <a:lnTo>
                  <a:pt x="527024" y="20180"/>
                </a:lnTo>
                <a:lnTo>
                  <a:pt x="487565" y="30695"/>
                </a:lnTo>
                <a:lnTo>
                  <a:pt x="438937" y="40271"/>
                </a:lnTo>
                <a:lnTo>
                  <a:pt x="411480" y="44196"/>
                </a:lnTo>
                <a:lnTo>
                  <a:pt x="411480" y="50292"/>
                </a:lnTo>
                <a:lnTo>
                  <a:pt x="433197" y="48247"/>
                </a:lnTo>
                <a:lnTo>
                  <a:pt x="476631" y="44729"/>
                </a:lnTo>
                <a:lnTo>
                  <a:pt x="498348" y="42672"/>
                </a:lnTo>
                <a:lnTo>
                  <a:pt x="498348" y="117348"/>
                </a:lnTo>
                <a:lnTo>
                  <a:pt x="391668" y="117348"/>
                </a:lnTo>
                <a:lnTo>
                  <a:pt x="405384" y="131064"/>
                </a:lnTo>
                <a:lnTo>
                  <a:pt x="413677" y="129070"/>
                </a:lnTo>
                <a:lnTo>
                  <a:pt x="422529" y="127635"/>
                </a:lnTo>
                <a:lnTo>
                  <a:pt x="431965" y="126784"/>
                </a:lnTo>
                <a:lnTo>
                  <a:pt x="441960" y="126492"/>
                </a:lnTo>
                <a:lnTo>
                  <a:pt x="496824" y="126492"/>
                </a:lnTo>
                <a:lnTo>
                  <a:pt x="479971" y="165620"/>
                </a:lnTo>
                <a:lnTo>
                  <a:pt x="456819" y="205168"/>
                </a:lnTo>
                <a:lnTo>
                  <a:pt x="427393" y="245008"/>
                </a:lnTo>
                <a:lnTo>
                  <a:pt x="391668" y="284988"/>
                </a:lnTo>
                <a:lnTo>
                  <a:pt x="396240" y="289560"/>
                </a:lnTo>
                <a:lnTo>
                  <a:pt x="424205" y="267042"/>
                </a:lnTo>
                <a:lnTo>
                  <a:pt x="450723" y="240792"/>
                </a:lnTo>
                <a:lnTo>
                  <a:pt x="475538" y="211124"/>
                </a:lnTo>
                <a:lnTo>
                  <a:pt x="498348" y="178308"/>
                </a:lnTo>
                <a:lnTo>
                  <a:pt x="498271" y="295656"/>
                </a:lnTo>
                <a:lnTo>
                  <a:pt x="498157" y="307276"/>
                </a:lnTo>
                <a:lnTo>
                  <a:pt x="497713" y="329450"/>
                </a:lnTo>
                <a:lnTo>
                  <a:pt x="496824" y="356616"/>
                </a:lnTo>
                <a:lnTo>
                  <a:pt x="521208" y="345948"/>
                </a:lnTo>
                <a:lnTo>
                  <a:pt x="520331" y="335089"/>
                </a:lnTo>
                <a:lnTo>
                  <a:pt x="519874" y="323088"/>
                </a:lnTo>
                <a:lnTo>
                  <a:pt x="519709" y="309943"/>
                </a:lnTo>
                <a:lnTo>
                  <a:pt x="519684" y="178308"/>
                </a:lnTo>
                <a:lnTo>
                  <a:pt x="519684" y="170688"/>
                </a:lnTo>
                <a:lnTo>
                  <a:pt x="549211" y="196786"/>
                </a:lnTo>
                <a:lnTo>
                  <a:pt x="574548" y="230124"/>
                </a:lnTo>
                <a:lnTo>
                  <a:pt x="579120" y="234696"/>
                </a:lnTo>
                <a:lnTo>
                  <a:pt x="583692" y="234696"/>
                </a:lnTo>
                <a:lnTo>
                  <a:pt x="585216" y="233172"/>
                </a:lnTo>
                <a:lnTo>
                  <a:pt x="588264" y="228600"/>
                </a:lnTo>
                <a:lnTo>
                  <a:pt x="589788" y="225552"/>
                </a:lnTo>
                <a:lnTo>
                  <a:pt x="591312" y="220980"/>
                </a:lnTo>
                <a:lnTo>
                  <a:pt x="591312" y="211836"/>
                </a:lnTo>
                <a:lnTo>
                  <a:pt x="548830" y="175437"/>
                </a:lnTo>
                <a:lnTo>
                  <a:pt x="519684" y="163068"/>
                </a:lnTo>
                <a:lnTo>
                  <a:pt x="519684" y="126492"/>
                </a:lnTo>
                <a:lnTo>
                  <a:pt x="609600" y="126492"/>
                </a:lnTo>
                <a:close/>
              </a:path>
              <a:path w="737870" h="360045">
                <a:moveTo>
                  <a:pt x="656844" y="68580"/>
                </a:moveTo>
                <a:lnTo>
                  <a:pt x="623316" y="50292"/>
                </a:lnTo>
                <a:lnTo>
                  <a:pt x="624205" y="69392"/>
                </a:lnTo>
                <a:lnTo>
                  <a:pt x="624649" y="92202"/>
                </a:lnTo>
                <a:lnTo>
                  <a:pt x="624827" y="118452"/>
                </a:lnTo>
                <a:lnTo>
                  <a:pt x="624827" y="179031"/>
                </a:lnTo>
                <a:lnTo>
                  <a:pt x="624649" y="208788"/>
                </a:lnTo>
                <a:lnTo>
                  <a:pt x="624205" y="237413"/>
                </a:lnTo>
                <a:lnTo>
                  <a:pt x="623316" y="265176"/>
                </a:lnTo>
                <a:lnTo>
                  <a:pt x="646176" y="254508"/>
                </a:lnTo>
                <a:lnTo>
                  <a:pt x="645947" y="243039"/>
                </a:lnTo>
                <a:lnTo>
                  <a:pt x="644893" y="218935"/>
                </a:lnTo>
                <a:lnTo>
                  <a:pt x="644715" y="208788"/>
                </a:lnTo>
                <a:lnTo>
                  <a:pt x="644652" y="79248"/>
                </a:lnTo>
                <a:lnTo>
                  <a:pt x="656844" y="68580"/>
                </a:lnTo>
                <a:close/>
              </a:path>
              <a:path w="737870" h="360045">
                <a:moveTo>
                  <a:pt x="737616" y="15240"/>
                </a:moveTo>
                <a:lnTo>
                  <a:pt x="701040" y="0"/>
                </a:lnTo>
                <a:lnTo>
                  <a:pt x="701929" y="15989"/>
                </a:lnTo>
                <a:lnTo>
                  <a:pt x="702373" y="31813"/>
                </a:lnTo>
                <a:lnTo>
                  <a:pt x="702551" y="47371"/>
                </a:lnTo>
                <a:lnTo>
                  <a:pt x="702564" y="309372"/>
                </a:lnTo>
                <a:lnTo>
                  <a:pt x="697992" y="315468"/>
                </a:lnTo>
                <a:lnTo>
                  <a:pt x="687324" y="315468"/>
                </a:lnTo>
                <a:lnTo>
                  <a:pt x="677633" y="315214"/>
                </a:lnTo>
                <a:lnTo>
                  <a:pt x="629412" y="312420"/>
                </a:lnTo>
                <a:lnTo>
                  <a:pt x="629412" y="318516"/>
                </a:lnTo>
                <a:lnTo>
                  <a:pt x="655421" y="324472"/>
                </a:lnTo>
                <a:lnTo>
                  <a:pt x="673989" y="332994"/>
                </a:lnTo>
                <a:lnTo>
                  <a:pt x="685139" y="343814"/>
                </a:lnTo>
                <a:lnTo>
                  <a:pt x="688848" y="356616"/>
                </a:lnTo>
                <a:lnTo>
                  <a:pt x="705688" y="348615"/>
                </a:lnTo>
                <a:lnTo>
                  <a:pt x="717232" y="338328"/>
                </a:lnTo>
                <a:lnTo>
                  <a:pt x="723353" y="325755"/>
                </a:lnTo>
                <a:lnTo>
                  <a:pt x="723734" y="315468"/>
                </a:lnTo>
                <a:lnTo>
                  <a:pt x="723811" y="313550"/>
                </a:lnTo>
                <a:lnTo>
                  <a:pt x="723900" y="25908"/>
                </a:lnTo>
                <a:lnTo>
                  <a:pt x="737616" y="1524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" name="object 21"/>
          <p:cNvSpPr/>
          <p:nvPr/>
        </p:nvSpPr>
        <p:spPr>
          <a:xfrm>
            <a:off x="8412479" y="2926080"/>
            <a:ext cx="288290" cy="349250"/>
          </a:xfrm>
          <a:custGeom>
            <a:avLst/>
            <a:gdLst/>
            <a:ahLst/>
            <a:cxnLst/>
            <a:rect l="l" t="t" r="r" b="b"/>
            <a:pathLst>
              <a:path w="288290" h="349250">
                <a:moveTo>
                  <a:pt x="117348" y="348996"/>
                </a:moveTo>
                <a:lnTo>
                  <a:pt x="114514" y="337899"/>
                </a:lnTo>
                <a:lnTo>
                  <a:pt x="103822" y="327659"/>
                </a:lnTo>
                <a:lnTo>
                  <a:pt x="85415" y="318563"/>
                </a:lnTo>
                <a:lnTo>
                  <a:pt x="59436" y="310896"/>
                </a:lnTo>
                <a:lnTo>
                  <a:pt x="60960" y="303276"/>
                </a:lnTo>
                <a:lnTo>
                  <a:pt x="92964" y="307467"/>
                </a:lnTo>
                <a:lnTo>
                  <a:pt x="105537" y="308848"/>
                </a:lnTo>
                <a:lnTo>
                  <a:pt x="115824" y="309372"/>
                </a:lnTo>
                <a:lnTo>
                  <a:pt x="124682" y="307681"/>
                </a:lnTo>
                <a:lnTo>
                  <a:pt x="130683" y="302704"/>
                </a:lnTo>
                <a:lnTo>
                  <a:pt x="133826" y="294584"/>
                </a:lnTo>
                <a:lnTo>
                  <a:pt x="134112" y="283464"/>
                </a:lnTo>
                <a:lnTo>
                  <a:pt x="134088" y="131492"/>
                </a:lnTo>
                <a:lnTo>
                  <a:pt x="133921" y="116586"/>
                </a:lnTo>
                <a:lnTo>
                  <a:pt x="133469" y="102822"/>
                </a:lnTo>
                <a:lnTo>
                  <a:pt x="132588" y="89916"/>
                </a:lnTo>
                <a:lnTo>
                  <a:pt x="153924" y="102108"/>
                </a:lnTo>
                <a:lnTo>
                  <a:pt x="242316" y="24384"/>
                </a:lnTo>
                <a:lnTo>
                  <a:pt x="50292" y="24384"/>
                </a:lnTo>
                <a:lnTo>
                  <a:pt x="40290" y="24669"/>
                </a:lnTo>
                <a:lnTo>
                  <a:pt x="30861" y="25527"/>
                </a:lnTo>
                <a:lnTo>
                  <a:pt x="22002" y="26955"/>
                </a:lnTo>
                <a:lnTo>
                  <a:pt x="13716" y="28956"/>
                </a:lnTo>
                <a:lnTo>
                  <a:pt x="0" y="15240"/>
                </a:lnTo>
                <a:lnTo>
                  <a:pt x="243840" y="15240"/>
                </a:lnTo>
                <a:lnTo>
                  <a:pt x="260604" y="0"/>
                </a:lnTo>
                <a:lnTo>
                  <a:pt x="288036" y="33528"/>
                </a:lnTo>
                <a:lnTo>
                  <a:pt x="269533" y="37242"/>
                </a:lnTo>
                <a:lnTo>
                  <a:pt x="241744" y="50673"/>
                </a:lnTo>
                <a:lnTo>
                  <a:pt x="205097" y="73818"/>
                </a:lnTo>
                <a:lnTo>
                  <a:pt x="160020" y="106680"/>
                </a:lnTo>
                <a:lnTo>
                  <a:pt x="172212" y="115824"/>
                </a:lnTo>
                <a:lnTo>
                  <a:pt x="156972" y="121920"/>
                </a:lnTo>
                <a:lnTo>
                  <a:pt x="156972" y="304800"/>
                </a:lnTo>
                <a:lnTo>
                  <a:pt x="154424" y="318777"/>
                </a:lnTo>
                <a:lnTo>
                  <a:pt x="146875" y="330898"/>
                </a:lnTo>
                <a:lnTo>
                  <a:pt x="134469" y="341018"/>
                </a:lnTo>
                <a:lnTo>
                  <a:pt x="117348" y="34899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" name="object 22"/>
          <p:cNvSpPr/>
          <p:nvPr/>
        </p:nvSpPr>
        <p:spPr>
          <a:xfrm>
            <a:off x="8784335" y="2932175"/>
            <a:ext cx="332740" cy="341630"/>
          </a:xfrm>
          <a:custGeom>
            <a:avLst/>
            <a:gdLst/>
            <a:ahLst/>
            <a:cxnLst/>
            <a:rect l="l" t="t" r="r" b="b"/>
            <a:pathLst>
              <a:path w="332740" h="341629">
                <a:moveTo>
                  <a:pt x="68579" y="341376"/>
                </a:moveTo>
                <a:lnTo>
                  <a:pt x="64007" y="338328"/>
                </a:lnTo>
                <a:lnTo>
                  <a:pt x="81176" y="314015"/>
                </a:lnTo>
                <a:lnTo>
                  <a:pt x="96202" y="288988"/>
                </a:lnTo>
                <a:lnTo>
                  <a:pt x="120395" y="236220"/>
                </a:lnTo>
                <a:lnTo>
                  <a:pt x="134302" y="177927"/>
                </a:lnTo>
                <a:lnTo>
                  <a:pt x="140207" y="112776"/>
                </a:lnTo>
                <a:lnTo>
                  <a:pt x="140184" y="79295"/>
                </a:lnTo>
                <a:lnTo>
                  <a:pt x="140017" y="49530"/>
                </a:lnTo>
                <a:lnTo>
                  <a:pt x="139565" y="23193"/>
                </a:lnTo>
                <a:lnTo>
                  <a:pt x="138683" y="0"/>
                </a:lnTo>
                <a:lnTo>
                  <a:pt x="161543" y="15240"/>
                </a:lnTo>
                <a:lnTo>
                  <a:pt x="311403" y="15240"/>
                </a:lnTo>
                <a:lnTo>
                  <a:pt x="315467" y="18288"/>
                </a:lnTo>
                <a:lnTo>
                  <a:pt x="308355" y="24384"/>
                </a:lnTo>
                <a:lnTo>
                  <a:pt x="161543" y="24384"/>
                </a:lnTo>
                <a:lnTo>
                  <a:pt x="161543" y="85344"/>
                </a:lnTo>
                <a:lnTo>
                  <a:pt x="304814" y="85344"/>
                </a:lnTo>
                <a:lnTo>
                  <a:pt x="304823" y="88487"/>
                </a:lnTo>
                <a:lnTo>
                  <a:pt x="304963" y="94488"/>
                </a:lnTo>
                <a:lnTo>
                  <a:pt x="161543" y="94488"/>
                </a:lnTo>
                <a:lnTo>
                  <a:pt x="161282" y="128206"/>
                </a:lnTo>
                <a:lnTo>
                  <a:pt x="158305" y="160782"/>
                </a:lnTo>
                <a:lnTo>
                  <a:pt x="144779" y="222503"/>
                </a:lnTo>
                <a:lnTo>
                  <a:pt x="116395" y="281940"/>
                </a:lnTo>
                <a:lnTo>
                  <a:pt x="94845" y="311658"/>
                </a:lnTo>
                <a:lnTo>
                  <a:pt x="68579" y="341376"/>
                </a:lnTo>
                <a:close/>
              </a:path>
              <a:path w="332740" h="341629">
                <a:moveTo>
                  <a:pt x="311403" y="15240"/>
                </a:moveTo>
                <a:lnTo>
                  <a:pt x="280415" y="15240"/>
                </a:lnTo>
                <a:lnTo>
                  <a:pt x="291083" y="0"/>
                </a:lnTo>
                <a:lnTo>
                  <a:pt x="311403" y="15240"/>
                </a:lnTo>
                <a:close/>
              </a:path>
              <a:path w="332740" h="341629">
                <a:moveTo>
                  <a:pt x="0" y="256032"/>
                </a:moveTo>
                <a:lnTo>
                  <a:pt x="881" y="230862"/>
                </a:lnTo>
                <a:lnTo>
                  <a:pt x="1333" y="200977"/>
                </a:lnTo>
                <a:lnTo>
                  <a:pt x="1454" y="79295"/>
                </a:lnTo>
                <a:lnTo>
                  <a:pt x="1333" y="56769"/>
                </a:lnTo>
                <a:lnTo>
                  <a:pt x="881" y="33051"/>
                </a:lnTo>
                <a:lnTo>
                  <a:pt x="0" y="16764"/>
                </a:lnTo>
                <a:lnTo>
                  <a:pt x="22859" y="30480"/>
                </a:lnTo>
                <a:lnTo>
                  <a:pt x="104047" y="30480"/>
                </a:lnTo>
                <a:lnTo>
                  <a:pt x="108203" y="33528"/>
                </a:lnTo>
                <a:lnTo>
                  <a:pt x="102107" y="39624"/>
                </a:lnTo>
                <a:lnTo>
                  <a:pt x="22859" y="39624"/>
                </a:lnTo>
                <a:lnTo>
                  <a:pt x="22859" y="188976"/>
                </a:lnTo>
                <a:lnTo>
                  <a:pt x="98079" y="188976"/>
                </a:lnTo>
                <a:lnTo>
                  <a:pt x="98402" y="198120"/>
                </a:lnTo>
                <a:lnTo>
                  <a:pt x="22859" y="198120"/>
                </a:lnTo>
                <a:lnTo>
                  <a:pt x="22859" y="245364"/>
                </a:lnTo>
                <a:lnTo>
                  <a:pt x="0" y="256032"/>
                </a:lnTo>
                <a:close/>
              </a:path>
              <a:path w="332740" h="341629">
                <a:moveTo>
                  <a:pt x="104047" y="30480"/>
                </a:moveTo>
                <a:lnTo>
                  <a:pt x="74675" y="30480"/>
                </a:lnTo>
                <a:lnTo>
                  <a:pt x="85343" y="16764"/>
                </a:lnTo>
                <a:lnTo>
                  <a:pt x="104047" y="30480"/>
                </a:lnTo>
                <a:close/>
              </a:path>
              <a:path w="332740" h="341629">
                <a:moveTo>
                  <a:pt x="304814" y="85344"/>
                </a:moveTo>
                <a:lnTo>
                  <a:pt x="283463" y="85344"/>
                </a:lnTo>
                <a:lnTo>
                  <a:pt x="283463" y="24384"/>
                </a:lnTo>
                <a:lnTo>
                  <a:pt x="308355" y="24384"/>
                </a:lnTo>
                <a:lnTo>
                  <a:pt x="304799" y="27432"/>
                </a:lnTo>
                <a:lnTo>
                  <a:pt x="304814" y="85344"/>
                </a:lnTo>
                <a:close/>
              </a:path>
              <a:path w="332740" h="341629">
                <a:moveTo>
                  <a:pt x="98079" y="188976"/>
                </a:moveTo>
                <a:lnTo>
                  <a:pt x="76199" y="188976"/>
                </a:lnTo>
                <a:lnTo>
                  <a:pt x="76199" y="39624"/>
                </a:lnTo>
                <a:lnTo>
                  <a:pt x="102107" y="39624"/>
                </a:lnTo>
                <a:lnTo>
                  <a:pt x="97535" y="44196"/>
                </a:lnTo>
                <a:lnTo>
                  <a:pt x="97651" y="172212"/>
                </a:lnTo>
                <a:lnTo>
                  <a:pt x="97774" y="180308"/>
                </a:lnTo>
                <a:lnTo>
                  <a:pt x="98079" y="188976"/>
                </a:lnTo>
                <a:close/>
              </a:path>
              <a:path w="332740" h="341629">
                <a:moveTo>
                  <a:pt x="283463" y="117348"/>
                </a:moveTo>
                <a:lnTo>
                  <a:pt x="283463" y="94488"/>
                </a:lnTo>
                <a:lnTo>
                  <a:pt x="304963" y="94488"/>
                </a:lnTo>
                <a:lnTo>
                  <a:pt x="304990" y="95631"/>
                </a:lnTo>
                <a:lnTo>
                  <a:pt x="305442" y="102203"/>
                </a:lnTo>
                <a:lnTo>
                  <a:pt x="306323" y="108204"/>
                </a:lnTo>
                <a:lnTo>
                  <a:pt x="283463" y="117348"/>
                </a:lnTo>
                <a:close/>
              </a:path>
              <a:path w="332740" h="341629">
                <a:moveTo>
                  <a:pt x="294131" y="315467"/>
                </a:moveTo>
                <a:lnTo>
                  <a:pt x="219455" y="315467"/>
                </a:lnTo>
                <a:lnTo>
                  <a:pt x="203692" y="312943"/>
                </a:lnTo>
                <a:lnTo>
                  <a:pt x="192785" y="305562"/>
                </a:lnTo>
                <a:lnTo>
                  <a:pt x="186451" y="293608"/>
                </a:lnTo>
                <a:lnTo>
                  <a:pt x="184416" y="277463"/>
                </a:lnTo>
                <a:lnTo>
                  <a:pt x="184324" y="164592"/>
                </a:lnTo>
                <a:lnTo>
                  <a:pt x="184213" y="153924"/>
                </a:lnTo>
                <a:lnTo>
                  <a:pt x="183825" y="140208"/>
                </a:lnTo>
                <a:lnTo>
                  <a:pt x="183719" y="137160"/>
                </a:lnTo>
                <a:lnTo>
                  <a:pt x="182879" y="121920"/>
                </a:lnTo>
                <a:lnTo>
                  <a:pt x="219455" y="137160"/>
                </a:lnTo>
                <a:lnTo>
                  <a:pt x="207263" y="147828"/>
                </a:lnTo>
                <a:lnTo>
                  <a:pt x="207263" y="222503"/>
                </a:lnTo>
                <a:lnTo>
                  <a:pt x="222964" y="222503"/>
                </a:lnTo>
                <a:lnTo>
                  <a:pt x="207263" y="231648"/>
                </a:lnTo>
                <a:lnTo>
                  <a:pt x="207263" y="268224"/>
                </a:lnTo>
                <a:lnTo>
                  <a:pt x="208978" y="281106"/>
                </a:lnTo>
                <a:lnTo>
                  <a:pt x="214121" y="290131"/>
                </a:lnTo>
                <a:lnTo>
                  <a:pt x="222694" y="295441"/>
                </a:lnTo>
                <a:lnTo>
                  <a:pt x="234695" y="297179"/>
                </a:lnTo>
                <a:lnTo>
                  <a:pt x="327569" y="297179"/>
                </a:lnTo>
                <a:lnTo>
                  <a:pt x="324564" y="301109"/>
                </a:lnTo>
                <a:lnTo>
                  <a:pt x="315467" y="308419"/>
                </a:lnTo>
                <a:lnTo>
                  <a:pt x="305228" y="313158"/>
                </a:lnTo>
                <a:lnTo>
                  <a:pt x="294131" y="315467"/>
                </a:lnTo>
                <a:close/>
              </a:path>
              <a:path w="332740" h="341629">
                <a:moveTo>
                  <a:pt x="222964" y="222503"/>
                </a:moveTo>
                <a:lnTo>
                  <a:pt x="207263" y="222503"/>
                </a:lnTo>
                <a:lnTo>
                  <a:pt x="231838" y="202787"/>
                </a:lnTo>
                <a:lnTo>
                  <a:pt x="252983" y="182499"/>
                </a:lnTo>
                <a:lnTo>
                  <a:pt x="270700" y="161639"/>
                </a:lnTo>
                <a:lnTo>
                  <a:pt x="284987" y="140208"/>
                </a:lnTo>
                <a:lnTo>
                  <a:pt x="312419" y="169164"/>
                </a:lnTo>
                <a:lnTo>
                  <a:pt x="295655" y="172212"/>
                </a:lnTo>
                <a:lnTo>
                  <a:pt x="272843" y="189642"/>
                </a:lnTo>
                <a:lnTo>
                  <a:pt x="250316" y="205359"/>
                </a:lnTo>
                <a:lnTo>
                  <a:pt x="228361" y="219360"/>
                </a:lnTo>
                <a:lnTo>
                  <a:pt x="222964" y="222503"/>
                </a:lnTo>
                <a:close/>
              </a:path>
              <a:path w="332740" h="341629">
                <a:moveTo>
                  <a:pt x="76199" y="233172"/>
                </a:moveTo>
                <a:lnTo>
                  <a:pt x="76199" y="198120"/>
                </a:lnTo>
                <a:lnTo>
                  <a:pt x="98402" y="198120"/>
                </a:lnTo>
                <a:lnTo>
                  <a:pt x="98821" y="210026"/>
                </a:lnTo>
                <a:lnTo>
                  <a:pt x="99059" y="224027"/>
                </a:lnTo>
                <a:lnTo>
                  <a:pt x="76199" y="233172"/>
                </a:lnTo>
                <a:close/>
              </a:path>
              <a:path w="332740" h="341629">
                <a:moveTo>
                  <a:pt x="327569" y="297179"/>
                </a:moveTo>
                <a:lnTo>
                  <a:pt x="286511" y="297179"/>
                </a:lnTo>
                <a:lnTo>
                  <a:pt x="291655" y="293465"/>
                </a:lnTo>
                <a:lnTo>
                  <a:pt x="295655" y="286893"/>
                </a:lnTo>
                <a:lnTo>
                  <a:pt x="302323" y="242316"/>
                </a:lnTo>
                <a:lnTo>
                  <a:pt x="303275" y="224027"/>
                </a:lnTo>
                <a:lnTo>
                  <a:pt x="310895" y="224027"/>
                </a:lnTo>
                <a:lnTo>
                  <a:pt x="313943" y="269748"/>
                </a:lnTo>
                <a:lnTo>
                  <a:pt x="332232" y="291084"/>
                </a:lnTo>
                <a:lnTo>
                  <a:pt x="327569" y="29717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" name="object 23"/>
          <p:cNvSpPr/>
          <p:nvPr/>
        </p:nvSpPr>
        <p:spPr>
          <a:xfrm>
            <a:off x="9163811" y="2945891"/>
            <a:ext cx="154305" cy="291465"/>
          </a:xfrm>
          <a:custGeom>
            <a:avLst/>
            <a:gdLst/>
            <a:ahLst/>
            <a:cxnLst/>
            <a:rect l="l" t="t" r="r" b="b"/>
            <a:pathLst>
              <a:path w="154304" h="291464">
                <a:moveTo>
                  <a:pt x="3048" y="51816"/>
                </a:moveTo>
                <a:lnTo>
                  <a:pt x="0" y="51816"/>
                </a:lnTo>
                <a:lnTo>
                  <a:pt x="0" y="13716"/>
                </a:lnTo>
                <a:lnTo>
                  <a:pt x="7167" y="10572"/>
                </a:lnTo>
                <a:lnTo>
                  <a:pt x="15049" y="8001"/>
                </a:lnTo>
                <a:lnTo>
                  <a:pt x="23788" y="6000"/>
                </a:lnTo>
                <a:lnTo>
                  <a:pt x="33528" y="4572"/>
                </a:lnTo>
                <a:lnTo>
                  <a:pt x="42672" y="2571"/>
                </a:lnTo>
                <a:lnTo>
                  <a:pt x="51816" y="1143"/>
                </a:lnTo>
                <a:lnTo>
                  <a:pt x="60960" y="285"/>
                </a:lnTo>
                <a:lnTo>
                  <a:pt x="70104" y="0"/>
                </a:lnTo>
                <a:lnTo>
                  <a:pt x="88415" y="1166"/>
                </a:lnTo>
                <a:lnTo>
                  <a:pt x="131064" y="19812"/>
                </a:lnTo>
                <a:lnTo>
                  <a:pt x="141809" y="32004"/>
                </a:lnTo>
                <a:lnTo>
                  <a:pt x="65532" y="32004"/>
                </a:lnTo>
                <a:lnTo>
                  <a:pt x="56411" y="32551"/>
                </a:lnTo>
                <a:lnTo>
                  <a:pt x="47434" y="34099"/>
                </a:lnTo>
                <a:lnTo>
                  <a:pt x="38742" y="36504"/>
                </a:lnTo>
                <a:lnTo>
                  <a:pt x="30480" y="39624"/>
                </a:lnTo>
                <a:lnTo>
                  <a:pt x="21907" y="42171"/>
                </a:lnTo>
                <a:lnTo>
                  <a:pt x="14478" y="45148"/>
                </a:lnTo>
                <a:lnTo>
                  <a:pt x="8191" y="48410"/>
                </a:lnTo>
                <a:lnTo>
                  <a:pt x="3048" y="51816"/>
                </a:lnTo>
                <a:close/>
              </a:path>
              <a:path w="154304" h="291464">
                <a:moveTo>
                  <a:pt x="80772" y="213360"/>
                </a:moveTo>
                <a:lnTo>
                  <a:pt x="45720" y="213360"/>
                </a:lnTo>
                <a:lnTo>
                  <a:pt x="45720" y="155448"/>
                </a:lnTo>
                <a:lnTo>
                  <a:pt x="57531" y="148399"/>
                </a:lnTo>
                <a:lnTo>
                  <a:pt x="71628" y="140208"/>
                </a:lnTo>
                <a:lnTo>
                  <a:pt x="78176" y="135659"/>
                </a:lnTo>
                <a:lnTo>
                  <a:pt x="106251" y="107584"/>
                </a:lnTo>
                <a:lnTo>
                  <a:pt x="114300" y="76200"/>
                </a:lnTo>
                <a:lnTo>
                  <a:pt x="113680" y="65603"/>
                </a:lnTo>
                <a:lnTo>
                  <a:pt x="86106" y="35052"/>
                </a:lnTo>
                <a:lnTo>
                  <a:pt x="65532" y="32004"/>
                </a:lnTo>
                <a:lnTo>
                  <a:pt x="141809" y="32004"/>
                </a:lnTo>
                <a:lnTo>
                  <a:pt x="148209" y="43053"/>
                </a:lnTo>
                <a:lnTo>
                  <a:pt x="152495" y="57102"/>
                </a:lnTo>
                <a:lnTo>
                  <a:pt x="153924" y="73152"/>
                </a:lnTo>
                <a:lnTo>
                  <a:pt x="153614" y="82034"/>
                </a:lnTo>
                <a:lnTo>
                  <a:pt x="140589" y="120015"/>
                </a:lnTo>
                <a:lnTo>
                  <a:pt x="131064" y="131064"/>
                </a:lnTo>
                <a:lnTo>
                  <a:pt x="126206" y="136755"/>
                </a:lnTo>
                <a:lnTo>
                  <a:pt x="120777" y="142303"/>
                </a:lnTo>
                <a:lnTo>
                  <a:pt x="114776" y="147566"/>
                </a:lnTo>
                <a:lnTo>
                  <a:pt x="108204" y="152400"/>
                </a:lnTo>
                <a:lnTo>
                  <a:pt x="80772" y="170688"/>
                </a:lnTo>
                <a:lnTo>
                  <a:pt x="80772" y="213360"/>
                </a:lnTo>
                <a:close/>
              </a:path>
              <a:path w="154304" h="291464">
                <a:moveTo>
                  <a:pt x="83820" y="291083"/>
                </a:moveTo>
                <a:lnTo>
                  <a:pt x="44196" y="291083"/>
                </a:lnTo>
                <a:lnTo>
                  <a:pt x="44196" y="249935"/>
                </a:lnTo>
                <a:lnTo>
                  <a:pt x="83820" y="249935"/>
                </a:lnTo>
                <a:lnTo>
                  <a:pt x="83820" y="29108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" name="object 24"/>
          <p:cNvSpPr/>
          <p:nvPr/>
        </p:nvSpPr>
        <p:spPr>
          <a:xfrm>
            <a:off x="1748027" y="3646932"/>
            <a:ext cx="135890" cy="135890"/>
          </a:xfrm>
          <a:custGeom>
            <a:avLst/>
            <a:gdLst/>
            <a:ahLst/>
            <a:cxnLst/>
            <a:rect l="l" t="t" r="r" b="b"/>
            <a:pathLst>
              <a:path w="135889" h="135889">
                <a:moveTo>
                  <a:pt x="135635" y="135635"/>
                </a:moveTo>
                <a:lnTo>
                  <a:pt x="0" y="135635"/>
                </a:lnTo>
                <a:lnTo>
                  <a:pt x="0" y="0"/>
                </a:lnTo>
                <a:lnTo>
                  <a:pt x="135635" y="0"/>
                </a:lnTo>
                <a:lnTo>
                  <a:pt x="135635" y="135635"/>
                </a:lnTo>
                <a:close/>
              </a:path>
            </a:pathLst>
          </a:custGeom>
          <a:solidFill>
            <a:srgbClr val="3333C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" name="object 25"/>
          <p:cNvSpPr/>
          <p:nvPr/>
        </p:nvSpPr>
        <p:spPr>
          <a:xfrm>
            <a:off x="2121395" y="3479291"/>
            <a:ext cx="749935" cy="360045"/>
          </a:xfrm>
          <a:custGeom>
            <a:avLst/>
            <a:gdLst/>
            <a:ahLst/>
            <a:cxnLst/>
            <a:rect l="l" t="t" r="r" b="b"/>
            <a:pathLst>
              <a:path w="749935" h="360045">
                <a:moveTo>
                  <a:pt x="132588" y="50304"/>
                </a:moveTo>
                <a:lnTo>
                  <a:pt x="100393" y="26301"/>
                </a:lnTo>
                <a:lnTo>
                  <a:pt x="71628" y="13728"/>
                </a:lnTo>
                <a:lnTo>
                  <a:pt x="68580" y="18300"/>
                </a:lnTo>
                <a:lnTo>
                  <a:pt x="82283" y="30822"/>
                </a:lnTo>
                <a:lnTo>
                  <a:pt x="93535" y="43065"/>
                </a:lnTo>
                <a:lnTo>
                  <a:pt x="102235" y="54724"/>
                </a:lnTo>
                <a:lnTo>
                  <a:pt x="108204" y="65544"/>
                </a:lnTo>
                <a:lnTo>
                  <a:pt x="112776" y="76212"/>
                </a:lnTo>
                <a:lnTo>
                  <a:pt x="115824" y="80784"/>
                </a:lnTo>
                <a:lnTo>
                  <a:pt x="121920" y="80784"/>
                </a:lnTo>
                <a:lnTo>
                  <a:pt x="123444" y="79260"/>
                </a:lnTo>
                <a:lnTo>
                  <a:pt x="129540" y="70116"/>
                </a:lnTo>
                <a:lnTo>
                  <a:pt x="131064" y="64020"/>
                </a:lnTo>
                <a:lnTo>
                  <a:pt x="132588" y="56400"/>
                </a:lnTo>
                <a:lnTo>
                  <a:pt x="132588" y="50304"/>
                </a:lnTo>
                <a:close/>
              </a:path>
              <a:path w="749935" h="360045">
                <a:moveTo>
                  <a:pt x="356616" y="99072"/>
                </a:moveTo>
                <a:lnTo>
                  <a:pt x="329184" y="70116"/>
                </a:lnTo>
                <a:lnTo>
                  <a:pt x="307848" y="89928"/>
                </a:lnTo>
                <a:lnTo>
                  <a:pt x="231648" y="89928"/>
                </a:lnTo>
                <a:lnTo>
                  <a:pt x="266319" y="57924"/>
                </a:lnTo>
                <a:lnTo>
                  <a:pt x="306324" y="35064"/>
                </a:lnTo>
                <a:lnTo>
                  <a:pt x="275844" y="9156"/>
                </a:lnTo>
                <a:lnTo>
                  <a:pt x="265798" y="26911"/>
                </a:lnTo>
                <a:lnTo>
                  <a:pt x="253746" y="46113"/>
                </a:lnTo>
                <a:lnTo>
                  <a:pt x="239420" y="67017"/>
                </a:lnTo>
                <a:lnTo>
                  <a:pt x="222504" y="89928"/>
                </a:lnTo>
                <a:lnTo>
                  <a:pt x="193548" y="89928"/>
                </a:lnTo>
                <a:lnTo>
                  <a:pt x="193548" y="27444"/>
                </a:lnTo>
                <a:lnTo>
                  <a:pt x="210312" y="15252"/>
                </a:lnTo>
                <a:lnTo>
                  <a:pt x="170688" y="12"/>
                </a:lnTo>
                <a:lnTo>
                  <a:pt x="172212" y="9156"/>
                </a:lnTo>
                <a:lnTo>
                  <a:pt x="172212" y="89928"/>
                </a:lnTo>
                <a:lnTo>
                  <a:pt x="10668" y="89928"/>
                </a:lnTo>
                <a:lnTo>
                  <a:pt x="24384" y="103644"/>
                </a:lnTo>
                <a:lnTo>
                  <a:pt x="32677" y="101638"/>
                </a:lnTo>
                <a:lnTo>
                  <a:pt x="41529" y="100215"/>
                </a:lnTo>
                <a:lnTo>
                  <a:pt x="50965" y="99352"/>
                </a:lnTo>
                <a:lnTo>
                  <a:pt x="60960" y="99072"/>
                </a:lnTo>
                <a:lnTo>
                  <a:pt x="147828" y="99072"/>
                </a:lnTo>
                <a:lnTo>
                  <a:pt x="110540" y="140423"/>
                </a:lnTo>
                <a:lnTo>
                  <a:pt x="78562" y="164960"/>
                </a:lnTo>
                <a:lnTo>
                  <a:pt x="34505" y="189484"/>
                </a:lnTo>
                <a:lnTo>
                  <a:pt x="7620" y="201180"/>
                </a:lnTo>
                <a:lnTo>
                  <a:pt x="9144" y="205752"/>
                </a:lnTo>
                <a:lnTo>
                  <a:pt x="66294" y="185940"/>
                </a:lnTo>
                <a:lnTo>
                  <a:pt x="109728" y="161556"/>
                </a:lnTo>
                <a:lnTo>
                  <a:pt x="142684" y="133362"/>
                </a:lnTo>
                <a:lnTo>
                  <a:pt x="172212" y="100596"/>
                </a:lnTo>
                <a:lnTo>
                  <a:pt x="172110" y="140423"/>
                </a:lnTo>
                <a:lnTo>
                  <a:pt x="171996" y="152984"/>
                </a:lnTo>
                <a:lnTo>
                  <a:pt x="171577" y="169379"/>
                </a:lnTo>
                <a:lnTo>
                  <a:pt x="170688" y="181368"/>
                </a:lnTo>
                <a:lnTo>
                  <a:pt x="195072" y="172224"/>
                </a:lnTo>
                <a:lnTo>
                  <a:pt x="194843" y="165100"/>
                </a:lnTo>
                <a:lnTo>
                  <a:pt x="194284" y="151841"/>
                </a:lnTo>
                <a:lnTo>
                  <a:pt x="193789" y="136004"/>
                </a:lnTo>
                <a:lnTo>
                  <a:pt x="193548" y="114312"/>
                </a:lnTo>
                <a:lnTo>
                  <a:pt x="231863" y="131495"/>
                </a:lnTo>
                <a:lnTo>
                  <a:pt x="262318" y="146697"/>
                </a:lnTo>
                <a:lnTo>
                  <a:pt x="285064" y="160172"/>
                </a:lnTo>
                <a:lnTo>
                  <a:pt x="300228" y="172224"/>
                </a:lnTo>
                <a:lnTo>
                  <a:pt x="307682" y="180225"/>
                </a:lnTo>
                <a:lnTo>
                  <a:pt x="314134" y="185940"/>
                </a:lnTo>
                <a:lnTo>
                  <a:pt x="319735" y="189369"/>
                </a:lnTo>
                <a:lnTo>
                  <a:pt x="324612" y="190512"/>
                </a:lnTo>
                <a:lnTo>
                  <a:pt x="326136" y="188988"/>
                </a:lnTo>
                <a:lnTo>
                  <a:pt x="330708" y="179844"/>
                </a:lnTo>
                <a:lnTo>
                  <a:pt x="330708" y="172224"/>
                </a:lnTo>
                <a:lnTo>
                  <a:pt x="329298" y="169379"/>
                </a:lnTo>
                <a:lnTo>
                  <a:pt x="329184" y="163080"/>
                </a:lnTo>
                <a:lnTo>
                  <a:pt x="295351" y="138214"/>
                </a:lnTo>
                <a:lnTo>
                  <a:pt x="237578" y="119926"/>
                </a:lnTo>
                <a:lnTo>
                  <a:pt x="216458" y="114312"/>
                </a:lnTo>
                <a:lnTo>
                  <a:pt x="193548" y="108216"/>
                </a:lnTo>
                <a:lnTo>
                  <a:pt x="193548" y="100596"/>
                </a:lnTo>
                <a:lnTo>
                  <a:pt x="193548" y="99072"/>
                </a:lnTo>
                <a:lnTo>
                  <a:pt x="356616" y="99072"/>
                </a:lnTo>
                <a:close/>
              </a:path>
              <a:path w="749935" h="360045">
                <a:moveTo>
                  <a:pt x="359664" y="326148"/>
                </a:moveTo>
                <a:lnTo>
                  <a:pt x="305955" y="315480"/>
                </a:lnTo>
                <a:lnTo>
                  <a:pt x="263652" y="295668"/>
                </a:lnTo>
                <a:lnTo>
                  <a:pt x="228028" y="269379"/>
                </a:lnTo>
                <a:lnTo>
                  <a:pt x="198120" y="236232"/>
                </a:lnTo>
                <a:lnTo>
                  <a:pt x="358140" y="236232"/>
                </a:lnTo>
                <a:lnTo>
                  <a:pt x="330708" y="205752"/>
                </a:lnTo>
                <a:lnTo>
                  <a:pt x="309372" y="227088"/>
                </a:lnTo>
                <a:lnTo>
                  <a:pt x="176784" y="227088"/>
                </a:lnTo>
                <a:lnTo>
                  <a:pt x="179832" y="222516"/>
                </a:lnTo>
                <a:lnTo>
                  <a:pt x="182880" y="210324"/>
                </a:lnTo>
                <a:lnTo>
                  <a:pt x="196596" y="201180"/>
                </a:lnTo>
                <a:lnTo>
                  <a:pt x="158496" y="182892"/>
                </a:lnTo>
                <a:lnTo>
                  <a:pt x="158216" y="194297"/>
                </a:lnTo>
                <a:lnTo>
                  <a:pt x="157353" y="205562"/>
                </a:lnTo>
                <a:lnTo>
                  <a:pt x="155930" y="216535"/>
                </a:lnTo>
                <a:lnTo>
                  <a:pt x="153924" y="227088"/>
                </a:lnTo>
                <a:lnTo>
                  <a:pt x="0" y="227088"/>
                </a:lnTo>
                <a:lnTo>
                  <a:pt x="13716" y="240804"/>
                </a:lnTo>
                <a:lnTo>
                  <a:pt x="22009" y="238798"/>
                </a:lnTo>
                <a:lnTo>
                  <a:pt x="30861" y="237375"/>
                </a:lnTo>
                <a:lnTo>
                  <a:pt x="40297" y="236512"/>
                </a:lnTo>
                <a:lnTo>
                  <a:pt x="50292" y="236232"/>
                </a:lnTo>
                <a:lnTo>
                  <a:pt x="152400" y="236232"/>
                </a:lnTo>
                <a:lnTo>
                  <a:pt x="130492" y="283286"/>
                </a:lnTo>
                <a:lnTo>
                  <a:pt x="96012" y="315480"/>
                </a:lnTo>
                <a:lnTo>
                  <a:pt x="52768" y="338150"/>
                </a:lnTo>
                <a:lnTo>
                  <a:pt x="1524" y="355104"/>
                </a:lnTo>
                <a:lnTo>
                  <a:pt x="3048" y="359676"/>
                </a:lnTo>
                <a:lnTo>
                  <a:pt x="69342" y="343484"/>
                </a:lnTo>
                <a:lnTo>
                  <a:pt x="117348" y="321576"/>
                </a:lnTo>
                <a:lnTo>
                  <a:pt x="152019" y="287477"/>
                </a:lnTo>
                <a:lnTo>
                  <a:pt x="175260" y="236232"/>
                </a:lnTo>
                <a:lnTo>
                  <a:pt x="190500" y="236232"/>
                </a:lnTo>
                <a:lnTo>
                  <a:pt x="221932" y="283286"/>
                </a:lnTo>
                <a:lnTo>
                  <a:pt x="256019" y="315645"/>
                </a:lnTo>
                <a:lnTo>
                  <a:pt x="298831" y="342455"/>
                </a:lnTo>
                <a:lnTo>
                  <a:pt x="323088" y="353580"/>
                </a:lnTo>
                <a:lnTo>
                  <a:pt x="327952" y="344449"/>
                </a:lnTo>
                <a:lnTo>
                  <a:pt x="335661" y="337769"/>
                </a:lnTo>
                <a:lnTo>
                  <a:pt x="346240" y="333641"/>
                </a:lnTo>
                <a:lnTo>
                  <a:pt x="359664" y="332244"/>
                </a:lnTo>
                <a:lnTo>
                  <a:pt x="359664" y="326148"/>
                </a:lnTo>
                <a:close/>
              </a:path>
              <a:path w="749935" h="360045">
                <a:moveTo>
                  <a:pt x="509016" y="18288"/>
                </a:moveTo>
                <a:lnTo>
                  <a:pt x="475488" y="0"/>
                </a:lnTo>
                <a:lnTo>
                  <a:pt x="466344" y="28600"/>
                </a:lnTo>
                <a:lnTo>
                  <a:pt x="457200" y="55054"/>
                </a:lnTo>
                <a:lnTo>
                  <a:pt x="438912" y="102108"/>
                </a:lnTo>
                <a:lnTo>
                  <a:pt x="417385" y="145732"/>
                </a:lnTo>
                <a:lnTo>
                  <a:pt x="390144" y="190500"/>
                </a:lnTo>
                <a:lnTo>
                  <a:pt x="394716" y="193548"/>
                </a:lnTo>
                <a:lnTo>
                  <a:pt x="410413" y="176479"/>
                </a:lnTo>
                <a:lnTo>
                  <a:pt x="425386" y="157543"/>
                </a:lnTo>
                <a:lnTo>
                  <a:pt x="439508" y="137185"/>
                </a:lnTo>
                <a:lnTo>
                  <a:pt x="452628" y="115824"/>
                </a:lnTo>
                <a:lnTo>
                  <a:pt x="452615" y="303491"/>
                </a:lnTo>
                <a:lnTo>
                  <a:pt x="452437" y="317944"/>
                </a:lnTo>
                <a:lnTo>
                  <a:pt x="451993" y="336118"/>
                </a:lnTo>
                <a:lnTo>
                  <a:pt x="451104" y="358140"/>
                </a:lnTo>
                <a:lnTo>
                  <a:pt x="473964" y="347472"/>
                </a:lnTo>
                <a:lnTo>
                  <a:pt x="473964" y="124968"/>
                </a:lnTo>
                <a:lnTo>
                  <a:pt x="484416" y="115824"/>
                </a:lnTo>
                <a:lnTo>
                  <a:pt x="486156" y="114300"/>
                </a:lnTo>
                <a:lnTo>
                  <a:pt x="460248" y="99060"/>
                </a:lnTo>
                <a:lnTo>
                  <a:pt x="466204" y="86474"/>
                </a:lnTo>
                <a:lnTo>
                  <a:pt x="472440" y="73723"/>
                </a:lnTo>
                <a:lnTo>
                  <a:pt x="478688" y="60706"/>
                </a:lnTo>
                <a:lnTo>
                  <a:pt x="484632" y="47244"/>
                </a:lnTo>
                <a:lnTo>
                  <a:pt x="490588" y="35864"/>
                </a:lnTo>
                <a:lnTo>
                  <a:pt x="496824" y="27051"/>
                </a:lnTo>
                <a:lnTo>
                  <a:pt x="503072" y="21107"/>
                </a:lnTo>
                <a:lnTo>
                  <a:pt x="509016" y="18288"/>
                </a:lnTo>
                <a:close/>
              </a:path>
              <a:path w="749935" h="360045">
                <a:moveTo>
                  <a:pt x="626364" y="220980"/>
                </a:moveTo>
                <a:lnTo>
                  <a:pt x="623316" y="214884"/>
                </a:lnTo>
                <a:lnTo>
                  <a:pt x="604481" y="226555"/>
                </a:lnTo>
                <a:lnTo>
                  <a:pt x="584644" y="238506"/>
                </a:lnTo>
                <a:lnTo>
                  <a:pt x="563956" y="250469"/>
                </a:lnTo>
                <a:lnTo>
                  <a:pt x="542544" y="262128"/>
                </a:lnTo>
                <a:lnTo>
                  <a:pt x="542544" y="80772"/>
                </a:lnTo>
                <a:lnTo>
                  <a:pt x="554736" y="70104"/>
                </a:lnTo>
                <a:lnTo>
                  <a:pt x="521208" y="53340"/>
                </a:lnTo>
                <a:lnTo>
                  <a:pt x="522719" y="96469"/>
                </a:lnTo>
                <a:lnTo>
                  <a:pt x="522732" y="271272"/>
                </a:lnTo>
                <a:lnTo>
                  <a:pt x="521208" y="278892"/>
                </a:lnTo>
                <a:lnTo>
                  <a:pt x="516636" y="281940"/>
                </a:lnTo>
                <a:lnTo>
                  <a:pt x="536448" y="303276"/>
                </a:lnTo>
                <a:lnTo>
                  <a:pt x="547293" y="288925"/>
                </a:lnTo>
                <a:lnTo>
                  <a:pt x="565975" y="270700"/>
                </a:lnTo>
                <a:lnTo>
                  <a:pt x="576046" y="262128"/>
                </a:lnTo>
                <a:lnTo>
                  <a:pt x="592391" y="248208"/>
                </a:lnTo>
                <a:lnTo>
                  <a:pt x="626364" y="220980"/>
                </a:lnTo>
                <a:close/>
              </a:path>
              <a:path w="749935" h="360045">
                <a:moveTo>
                  <a:pt x="632460" y="114300"/>
                </a:moveTo>
                <a:lnTo>
                  <a:pt x="630936" y="109728"/>
                </a:lnTo>
                <a:lnTo>
                  <a:pt x="629412" y="103632"/>
                </a:lnTo>
                <a:lnTo>
                  <a:pt x="625081" y="96469"/>
                </a:lnTo>
                <a:lnTo>
                  <a:pt x="616458" y="86296"/>
                </a:lnTo>
                <a:lnTo>
                  <a:pt x="603275" y="72986"/>
                </a:lnTo>
                <a:lnTo>
                  <a:pt x="585216" y="56388"/>
                </a:lnTo>
                <a:lnTo>
                  <a:pt x="580644" y="59436"/>
                </a:lnTo>
                <a:lnTo>
                  <a:pt x="590931" y="79133"/>
                </a:lnTo>
                <a:lnTo>
                  <a:pt x="598932" y="96964"/>
                </a:lnTo>
                <a:lnTo>
                  <a:pt x="604647" y="112801"/>
                </a:lnTo>
                <a:lnTo>
                  <a:pt x="608076" y="126492"/>
                </a:lnTo>
                <a:lnTo>
                  <a:pt x="609600" y="138684"/>
                </a:lnTo>
                <a:lnTo>
                  <a:pt x="612648" y="144780"/>
                </a:lnTo>
                <a:lnTo>
                  <a:pt x="618744" y="144780"/>
                </a:lnTo>
                <a:lnTo>
                  <a:pt x="630936" y="132588"/>
                </a:lnTo>
                <a:lnTo>
                  <a:pt x="632460" y="126492"/>
                </a:lnTo>
                <a:lnTo>
                  <a:pt x="632460" y="114300"/>
                </a:lnTo>
                <a:close/>
              </a:path>
              <a:path w="749935" h="360045">
                <a:moveTo>
                  <a:pt x="749808" y="313944"/>
                </a:moveTo>
                <a:lnTo>
                  <a:pt x="729996" y="280416"/>
                </a:lnTo>
                <a:lnTo>
                  <a:pt x="695921" y="252984"/>
                </a:lnTo>
                <a:lnTo>
                  <a:pt x="682752" y="243840"/>
                </a:lnTo>
                <a:lnTo>
                  <a:pt x="689038" y="226148"/>
                </a:lnTo>
                <a:lnTo>
                  <a:pt x="698182" y="187909"/>
                </a:lnTo>
                <a:lnTo>
                  <a:pt x="703287" y="143878"/>
                </a:lnTo>
                <a:lnTo>
                  <a:pt x="706615" y="83248"/>
                </a:lnTo>
                <a:lnTo>
                  <a:pt x="707136" y="45720"/>
                </a:lnTo>
                <a:lnTo>
                  <a:pt x="722376" y="33528"/>
                </a:lnTo>
                <a:lnTo>
                  <a:pt x="682752" y="16764"/>
                </a:lnTo>
                <a:lnTo>
                  <a:pt x="683615" y="38176"/>
                </a:lnTo>
                <a:lnTo>
                  <a:pt x="683806" y="53340"/>
                </a:lnTo>
                <a:lnTo>
                  <a:pt x="682752" y="111252"/>
                </a:lnTo>
                <a:lnTo>
                  <a:pt x="677989" y="162687"/>
                </a:lnTo>
                <a:lnTo>
                  <a:pt x="667512" y="211836"/>
                </a:lnTo>
                <a:lnTo>
                  <a:pt x="649224" y="256603"/>
                </a:lnTo>
                <a:lnTo>
                  <a:pt x="617220" y="295656"/>
                </a:lnTo>
                <a:lnTo>
                  <a:pt x="571690" y="328993"/>
                </a:lnTo>
                <a:lnTo>
                  <a:pt x="513588" y="352044"/>
                </a:lnTo>
                <a:lnTo>
                  <a:pt x="516636" y="358140"/>
                </a:lnTo>
                <a:lnTo>
                  <a:pt x="568261" y="341376"/>
                </a:lnTo>
                <a:lnTo>
                  <a:pt x="614172" y="320040"/>
                </a:lnTo>
                <a:lnTo>
                  <a:pt x="651510" y="290322"/>
                </a:lnTo>
                <a:lnTo>
                  <a:pt x="679704" y="251460"/>
                </a:lnTo>
                <a:lnTo>
                  <a:pt x="686562" y="258889"/>
                </a:lnTo>
                <a:lnTo>
                  <a:pt x="713663" y="299161"/>
                </a:lnTo>
                <a:lnTo>
                  <a:pt x="728472" y="333756"/>
                </a:lnTo>
                <a:lnTo>
                  <a:pt x="731520" y="338328"/>
                </a:lnTo>
                <a:lnTo>
                  <a:pt x="736092" y="338328"/>
                </a:lnTo>
                <a:lnTo>
                  <a:pt x="739140" y="336804"/>
                </a:lnTo>
                <a:lnTo>
                  <a:pt x="745236" y="330708"/>
                </a:lnTo>
                <a:lnTo>
                  <a:pt x="748284" y="323088"/>
                </a:lnTo>
                <a:lnTo>
                  <a:pt x="749808" y="31394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" name="object 26"/>
          <p:cNvSpPr/>
          <p:nvPr/>
        </p:nvSpPr>
        <p:spPr>
          <a:xfrm>
            <a:off x="2936748" y="3479291"/>
            <a:ext cx="312420" cy="353695"/>
          </a:xfrm>
          <a:custGeom>
            <a:avLst/>
            <a:gdLst/>
            <a:ahLst/>
            <a:cxnLst/>
            <a:rect l="l" t="t" r="r" b="b"/>
            <a:pathLst>
              <a:path w="312419" h="353695">
                <a:moveTo>
                  <a:pt x="47244" y="79248"/>
                </a:moveTo>
                <a:lnTo>
                  <a:pt x="38100" y="79248"/>
                </a:lnTo>
                <a:lnTo>
                  <a:pt x="44362" y="54649"/>
                </a:lnTo>
                <a:lnTo>
                  <a:pt x="49339" y="33337"/>
                </a:lnTo>
                <a:lnTo>
                  <a:pt x="52887" y="15168"/>
                </a:lnTo>
                <a:lnTo>
                  <a:pt x="54864" y="0"/>
                </a:lnTo>
                <a:lnTo>
                  <a:pt x="88392" y="18288"/>
                </a:lnTo>
                <a:lnTo>
                  <a:pt x="79819" y="24812"/>
                </a:lnTo>
                <a:lnTo>
                  <a:pt x="70104" y="37338"/>
                </a:lnTo>
                <a:lnTo>
                  <a:pt x="59245" y="55578"/>
                </a:lnTo>
                <a:lnTo>
                  <a:pt x="47244" y="79248"/>
                </a:lnTo>
                <a:close/>
              </a:path>
              <a:path w="312419" h="353695">
                <a:moveTo>
                  <a:pt x="129540" y="167640"/>
                </a:moveTo>
                <a:lnTo>
                  <a:pt x="124968" y="164592"/>
                </a:lnTo>
                <a:lnTo>
                  <a:pt x="139850" y="141160"/>
                </a:lnTo>
                <a:lnTo>
                  <a:pt x="152590" y="118872"/>
                </a:lnTo>
                <a:lnTo>
                  <a:pt x="172212" y="77724"/>
                </a:lnTo>
                <a:lnTo>
                  <a:pt x="185928" y="39624"/>
                </a:lnTo>
                <a:lnTo>
                  <a:pt x="195072" y="1524"/>
                </a:lnTo>
                <a:lnTo>
                  <a:pt x="228600" y="21336"/>
                </a:lnTo>
                <a:lnTo>
                  <a:pt x="222003" y="27884"/>
                </a:lnTo>
                <a:lnTo>
                  <a:pt x="213550" y="40576"/>
                </a:lnTo>
                <a:lnTo>
                  <a:pt x="203096" y="59269"/>
                </a:lnTo>
                <a:lnTo>
                  <a:pt x="190500" y="83820"/>
                </a:lnTo>
                <a:lnTo>
                  <a:pt x="306324" y="83820"/>
                </a:lnTo>
                <a:lnTo>
                  <a:pt x="312419" y="89916"/>
                </a:lnTo>
                <a:lnTo>
                  <a:pt x="308501" y="92964"/>
                </a:lnTo>
                <a:lnTo>
                  <a:pt x="187452" y="92964"/>
                </a:lnTo>
                <a:lnTo>
                  <a:pt x="173474" y="114061"/>
                </a:lnTo>
                <a:lnTo>
                  <a:pt x="159067" y="133731"/>
                </a:lnTo>
                <a:lnTo>
                  <a:pt x="144375" y="151685"/>
                </a:lnTo>
                <a:lnTo>
                  <a:pt x="129540" y="167640"/>
                </a:lnTo>
                <a:close/>
              </a:path>
              <a:path w="312419" h="353695">
                <a:moveTo>
                  <a:pt x="128016" y="79248"/>
                </a:moveTo>
                <a:lnTo>
                  <a:pt x="97536" y="79248"/>
                </a:lnTo>
                <a:lnTo>
                  <a:pt x="112776" y="64008"/>
                </a:lnTo>
                <a:lnTo>
                  <a:pt x="128016" y="79248"/>
                </a:lnTo>
                <a:close/>
              </a:path>
              <a:path w="312419" h="353695">
                <a:moveTo>
                  <a:pt x="0" y="350520"/>
                </a:moveTo>
                <a:lnTo>
                  <a:pt x="176" y="323564"/>
                </a:lnTo>
                <a:lnTo>
                  <a:pt x="297" y="310134"/>
                </a:lnTo>
                <a:lnTo>
                  <a:pt x="1285" y="242720"/>
                </a:lnTo>
                <a:lnTo>
                  <a:pt x="1370" y="230124"/>
                </a:lnTo>
                <a:lnTo>
                  <a:pt x="1475" y="200025"/>
                </a:lnTo>
                <a:lnTo>
                  <a:pt x="1285" y="171831"/>
                </a:lnTo>
                <a:lnTo>
                  <a:pt x="238" y="100965"/>
                </a:lnTo>
                <a:lnTo>
                  <a:pt x="0" y="65532"/>
                </a:lnTo>
                <a:lnTo>
                  <a:pt x="22860" y="79248"/>
                </a:lnTo>
                <a:lnTo>
                  <a:pt x="128016" y="79248"/>
                </a:lnTo>
                <a:lnTo>
                  <a:pt x="135636" y="86868"/>
                </a:lnTo>
                <a:lnTo>
                  <a:pt x="133458" y="88392"/>
                </a:lnTo>
                <a:lnTo>
                  <a:pt x="21336" y="88392"/>
                </a:lnTo>
                <a:lnTo>
                  <a:pt x="21336" y="185928"/>
                </a:lnTo>
                <a:lnTo>
                  <a:pt x="120441" y="185928"/>
                </a:lnTo>
                <a:lnTo>
                  <a:pt x="120455" y="195072"/>
                </a:lnTo>
                <a:lnTo>
                  <a:pt x="21336" y="195072"/>
                </a:lnTo>
                <a:lnTo>
                  <a:pt x="21336" y="303275"/>
                </a:lnTo>
                <a:lnTo>
                  <a:pt x="121160" y="303275"/>
                </a:lnTo>
                <a:lnTo>
                  <a:pt x="121176" y="304604"/>
                </a:lnTo>
                <a:lnTo>
                  <a:pt x="121386" y="312420"/>
                </a:lnTo>
                <a:lnTo>
                  <a:pt x="21336" y="312420"/>
                </a:lnTo>
                <a:lnTo>
                  <a:pt x="21336" y="338328"/>
                </a:lnTo>
                <a:lnTo>
                  <a:pt x="0" y="350520"/>
                </a:lnTo>
                <a:close/>
              </a:path>
              <a:path w="312419" h="353695">
                <a:moveTo>
                  <a:pt x="306324" y="83820"/>
                </a:moveTo>
                <a:lnTo>
                  <a:pt x="272796" y="83820"/>
                </a:lnTo>
                <a:lnTo>
                  <a:pt x="289560" y="67056"/>
                </a:lnTo>
                <a:lnTo>
                  <a:pt x="306324" y="83820"/>
                </a:lnTo>
                <a:close/>
              </a:path>
              <a:path w="312419" h="353695">
                <a:moveTo>
                  <a:pt x="120441" y="185928"/>
                </a:moveTo>
                <a:lnTo>
                  <a:pt x="100584" y="185928"/>
                </a:lnTo>
                <a:lnTo>
                  <a:pt x="100584" y="88392"/>
                </a:lnTo>
                <a:lnTo>
                  <a:pt x="133458" y="88392"/>
                </a:lnTo>
                <a:lnTo>
                  <a:pt x="120396" y="97536"/>
                </a:lnTo>
                <a:lnTo>
                  <a:pt x="120441" y="185928"/>
                </a:lnTo>
                <a:close/>
              </a:path>
              <a:path w="312419" h="353695">
                <a:moveTo>
                  <a:pt x="286517" y="316992"/>
                </a:moveTo>
                <a:lnTo>
                  <a:pt x="248412" y="316992"/>
                </a:lnTo>
                <a:lnTo>
                  <a:pt x="256460" y="315277"/>
                </a:lnTo>
                <a:lnTo>
                  <a:pt x="262509" y="310134"/>
                </a:lnTo>
                <a:lnTo>
                  <a:pt x="271147" y="267394"/>
                </a:lnTo>
                <a:lnTo>
                  <a:pt x="272796" y="227838"/>
                </a:lnTo>
                <a:lnTo>
                  <a:pt x="274441" y="170307"/>
                </a:lnTo>
                <a:lnTo>
                  <a:pt x="275843" y="92964"/>
                </a:lnTo>
                <a:lnTo>
                  <a:pt x="308501" y="92964"/>
                </a:lnTo>
                <a:lnTo>
                  <a:pt x="298704" y="100584"/>
                </a:lnTo>
                <a:lnTo>
                  <a:pt x="297299" y="180260"/>
                </a:lnTo>
                <a:lnTo>
                  <a:pt x="295465" y="240792"/>
                </a:lnTo>
                <a:lnTo>
                  <a:pt x="293346" y="281892"/>
                </a:lnTo>
                <a:lnTo>
                  <a:pt x="291084" y="303275"/>
                </a:lnTo>
                <a:lnTo>
                  <a:pt x="287585" y="314205"/>
                </a:lnTo>
                <a:lnTo>
                  <a:pt x="286517" y="316992"/>
                </a:lnTo>
                <a:close/>
              </a:path>
              <a:path w="312419" h="353695">
                <a:moveTo>
                  <a:pt x="202692" y="236220"/>
                </a:moveTo>
                <a:lnTo>
                  <a:pt x="196596" y="236220"/>
                </a:lnTo>
                <a:lnTo>
                  <a:pt x="193548" y="230124"/>
                </a:lnTo>
                <a:lnTo>
                  <a:pt x="192024" y="214884"/>
                </a:lnTo>
                <a:lnTo>
                  <a:pt x="187737" y="200025"/>
                </a:lnTo>
                <a:lnTo>
                  <a:pt x="181737" y="185166"/>
                </a:lnTo>
                <a:lnTo>
                  <a:pt x="174021" y="170307"/>
                </a:lnTo>
                <a:lnTo>
                  <a:pt x="164592" y="155448"/>
                </a:lnTo>
                <a:lnTo>
                  <a:pt x="167640" y="150876"/>
                </a:lnTo>
                <a:lnTo>
                  <a:pt x="205144" y="184308"/>
                </a:lnTo>
                <a:lnTo>
                  <a:pt x="216408" y="207264"/>
                </a:lnTo>
                <a:lnTo>
                  <a:pt x="216408" y="217932"/>
                </a:lnTo>
                <a:lnTo>
                  <a:pt x="214884" y="224028"/>
                </a:lnTo>
                <a:lnTo>
                  <a:pt x="210312" y="228600"/>
                </a:lnTo>
                <a:lnTo>
                  <a:pt x="207264" y="234696"/>
                </a:lnTo>
                <a:lnTo>
                  <a:pt x="202692" y="236220"/>
                </a:lnTo>
                <a:close/>
              </a:path>
              <a:path w="312419" h="353695">
                <a:moveTo>
                  <a:pt x="121160" y="303275"/>
                </a:moveTo>
                <a:lnTo>
                  <a:pt x="100584" y="303275"/>
                </a:lnTo>
                <a:lnTo>
                  <a:pt x="100584" y="195072"/>
                </a:lnTo>
                <a:lnTo>
                  <a:pt x="120455" y="195072"/>
                </a:lnTo>
                <a:lnTo>
                  <a:pt x="120603" y="242720"/>
                </a:lnTo>
                <a:lnTo>
                  <a:pt x="120730" y="267843"/>
                </a:lnTo>
                <a:lnTo>
                  <a:pt x="121160" y="303275"/>
                </a:lnTo>
                <a:close/>
              </a:path>
              <a:path w="312419" h="353695">
                <a:moveTo>
                  <a:pt x="243840" y="353568"/>
                </a:moveTo>
                <a:lnTo>
                  <a:pt x="238125" y="341852"/>
                </a:lnTo>
                <a:lnTo>
                  <a:pt x="227838" y="331851"/>
                </a:lnTo>
                <a:lnTo>
                  <a:pt x="212979" y="323564"/>
                </a:lnTo>
                <a:lnTo>
                  <a:pt x="193548" y="316992"/>
                </a:lnTo>
                <a:lnTo>
                  <a:pt x="193548" y="309372"/>
                </a:lnTo>
                <a:lnTo>
                  <a:pt x="211550" y="312491"/>
                </a:lnTo>
                <a:lnTo>
                  <a:pt x="226694" y="314896"/>
                </a:lnTo>
                <a:lnTo>
                  <a:pt x="238982" y="316444"/>
                </a:lnTo>
                <a:lnTo>
                  <a:pt x="248412" y="316992"/>
                </a:lnTo>
                <a:lnTo>
                  <a:pt x="286517" y="316992"/>
                </a:lnTo>
                <a:lnTo>
                  <a:pt x="283987" y="323564"/>
                </a:lnTo>
                <a:lnTo>
                  <a:pt x="254198" y="349234"/>
                </a:lnTo>
                <a:lnTo>
                  <a:pt x="243840" y="353568"/>
                </a:lnTo>
                <a:close/>
              </a:path>
              <a:path w="312419" h="353695">
                <a:moveTo>
                  <a:pt x="100584" y="344424"/>
                </a:moveTo>
                <a:lnTo>
                  <a:pt x="100584" y="312420"/>
                </a:lnTo>
                <a:lnTo>
                  <a:pt x="121386" y="312420"/>
                </a:lnTo>
                <a:lnTo>
                  <a:pt x="121920" y="332232"/>
                </a:lnTo>
                <a:lnTo>
                  <a:pt x="100584" y="34442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" name="object 27"/>
          <p:cNvSpPr/>
          <p:nvPr/>
        </p:nvSpPr>
        <p:spPr>
          <a:xfrm>
            <a:off x="3328415" y="3707892"/>
            <a:ext cx="60960" cy="105410"/>
          </a:xfrm>
          <a:custGeom>
            <a:avLst/>
            <a:gdLst/>
            <a:ahLst/>
            <a:cxnLst/>
            <a:rect l="l" t="t" r="r" b="b"/>
            <a:pathLst>
              <a:path w="60960" h="105410">
                <a:moveTo>
                  <a:pt x="9144" y="105156"/>
                </a:moveTo>
                <a:lnTo>
                  <a:pt x="0" y="105156"/>
                </a:lnTo>
                <a:lnTo>
                  <a:pt x="0" y="103632"/>
                </a:lnTo>
                <a:lnTo>
                  <a:pt x="1524" y="102108"/>
                </a:lnTo>
                <a:lnTo>
                  <a:pt x="4572" y="100584"/>
                </a:lnTo>
                <a:lnTo>
                  <a:pt x="10668" y="94488"/>
                </a:lnTo>
                <a:lnTo>
                  <a:pt x="15240" y="88392"/>
                </a:lnTo>
                <a:lnTo>
                  <a:pt x="21336" y="82296"/>
                </a:lnTo>
                <a:lnTo>
                  <a:pt x="25646" y="76009"/>
                </a:lnTo>
                <a:lnTo>
                  <a:pt x="29527" y="68580"/>
                </a:lnTo>
                <a:lnTo>
                  <a:pt x="33123" y="60007"/>
                </a:lnTo>
                <a:lnTo>
                  <a:pt x="36576" y="50292"/>
                </a:lnTo>
                <a:lnTo>
                  <a:pt x="27432" y="50292"/>
                </a:lnTo>
                <a:lnTo>
                  <a:pt x="19812" y="48768"/>
                </a:lnTo>
                <a:lnTo>
                  <a:pt x="16764" y="45720"/>
                </a:lnTo>
                <a:lnTo>
                  <a:pt x="12192" y="42672"/>
                </a:lnTo>
                <a:lnTo>
                  <a:pt x="9144" y="39624"/>
                </a:lnTo>
                <a:lnTo>
                  <a:pt x="7620" y="33528"/>
                </a:lnTo>
                <a:lnTo>
                  <a:pt x="6096" y="28956"/>
                </a:lnTo>
                <a:lnTo>
                  <a:pt x="6096" y="24384"/>
                </a:lnTo>
                <a:lnTo>
                  <a:pt x="7620" y="19812"/>
                </a:lnTo>
                <a:lnTo>
                  <a:pt x="7620" y="15240"/>
                </a:lnTo>
                <a:lnTo>
                  <a:pt x="12192" y="10668"/>
                </a:lnTo>
                <a:lnTo>
                  <a:pt x="24384" y="1524"/>
                </a:lnTo>
                <a:lnTo>
                  <a:pt x="32004" y="0"/>
                </a:lnTo>
                <a:lnTo>
                  <a:pt x="41148" y="1524"/>
                </a:lnTo>
                <a:lnTo>
                  <a:pt x="50292" y="4572"/>
                </a:lnTo>
                <a:lnTo>
                  <a:pt x="54864" y="7620"/>
                </a:lnTo>
                <a:lnTo>
                  <a:pt x="57912" y="13716"/>
                </a:lnTo>
                <a:lnTo>
                  <a:pt x="59436" y="19812"/>
                </a:lnTo>
                <a:lnTo>
                  <a:pt x="60960" y="24384"/>
                </a:lnTo>
                <a:lnTo>
                  <a:pt x="60960" y="35052"/>
                </a:lnTo>
                <a:lnTo>
                  <a:pt x="59436" y="44196"/>
                </a:lnTo>
                <a:lnTo>
                  <a:pt x="35052" y="85344"/>
                </a:lnTo>
                <a:lnTo>
                  <a:pt x="14263" y="103131"/>
                </a:lnTo>
                <a:lnTo>
                  <a:pt x="9144" y="10515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" name="object 28"/>
          <p:cNvSpPr/>
          <p:nvPr/>
        </p:nvSpPr>
        <p:spPr>
          <a:xfrm>
            <a:off x="3692651" y="3480815"/>
            <a:ext cx="341630" cy="356870"/>
          </a:xfrm>
          <a:custGeom>
            <a:avLst/>
            <a:gdLst/>
            <a:ahLst/>
            <a:cxnLst/>
            <a:rect l="l" t="t" r="r" b="b"/>
            <a:pathLst>
              <a:path w="341629" h="356870">
                <a:moveTo>
                  <a:pt x="337565" y="80771"/>
                </a:moveTo>
                <a:lnTo>
                  <a:pt x="306324" y="80771"/>
                </a:lnTo>
                <a:lnTo>
                  <a:pt x="318516" y="65532"/>
                </a:lnTo>
                <a:lnTo>
                  <a:pt x="337565" y="80771"/>
                </a:lnTo>
                <a:close/>
              </a:path>
              <a:path w="341629" h="356870">
                <a:moveTo>
                  <a:pt x="201168" y="336804"/>
                </a:moveTo>
                <a:lnTo>
                  <a:pt x="201406" y="315682"/>
                </a:lnTo>
                <a:lnTo>
                  <a:pt x="201930" y="298132"/>
                </a:lnTo>
                <a:lnTo>
                  <a:pt x="202453" y="284297"/>
                </a:lnTo>
                <a:lnTo>
                  <a:pt x="202692" y="274320"/>
                </a:lnTo>
                <a:lnTo>
                  <a:pt x="202692" y="124968"/>
                </a:lnTo>
                <a:lnTo>
                  <a:pt x="202453" y="111228"/>
                </a:lnTo>
                <a:lnTo>
                  <a:pt x="201430" y="83820"/>
                </a:lnTo>
                <a:lnTo>
                  <a:pt x="201168" y="68580"/>
                </a:lnTo>
                <a:lnTo>
                  <a:pt x="222504" y="80771"/>
                </a:lnTo>
                <a:lnTo>
                  <a:pt x="337565" y="80771"/>
                </a:lnTo>
                <a:lnTo>
                  <a:pt x="341376" y="83820"/>
                </a:lnTo>
                <a:lnTo>
                  <a:pt x="334409" y="89916"/>
                </a:lnTo>
                <a:lnTo>
                  <a:pt x="222504" y="89916"/>
                </a:lnTo>
                <a:lnTo>
                  <a:pt x="222504" y="281940"/>
                </a:lnTo>
                <a:lnTo>
                  <a:pt x="329313" y="281940"/>
                </a:lnTo>
                <a:lnTo>
                  <a:pt x="329374" y="286512"/>
                </a:lnTo>
                <a:lnTo>
                  <a:pt x="329513" y="291084"/>
                </a:lnTo>
                <a:lnTo>
                  <a:pt x="222504" y="291084"/>
                </a:lnTo>
                <a:lnTo>
                  <a:pt x="222504" y="326136"/>
                </a:lnTo>
                <a:lnTo>
                  <a:pt x="201168" y="336804"/>
                </a:lnTo>
                <a:close/>
              </a:path>
              <a:path w="341629" h="356870">
                <a:moveTo>
                  <a:pt x="329313" y="281940"/>
                </a:moveTo>
                <a:lnTo>
                  <a:pt x="309372" y="281940"/>
                </a:lnTo>
                <a:lnTo>
                  <a:pt x="309372" y="89916"/>
                </a:lnTo>
                <a:lnTo>
                  <a:pt x="334409" y="89916"/>
                </a:lnTo>
                <a:lnTo>
                  <a:pt x="329184" y="94488"/>
                </a:lnTo>
                <a:lnTo>
                  <a:pt x="329212" y="274320"/>
                </a:lnTo>
                <a:lnTo>
                  <a:pt x="329313" y="281940"/>
                </a:lnTo>
                <a:close/>
              </a:path>
              <a:path w="341629" h="356870">
                <a:moveTo>
                  <a:pt x="309372" y="327660"/>
                </a:moveTo>
                <a:lnTo>
                  <a:pt x="309372" y="291084"/>
                </a:lnTo>
                <a:lnTo>
                  <a:pt x="329513" y="291084"/>
                </a:lnTo>
                <a:lnTo>
                  <a:pt x="329826" y="301371"/>
                </a:lnTo>
                <a:lnTo>
                  <a:pt x="330708" y="318516"/>
                </a:lnTo>
                <a:lnTo>
                  <a:pt x="309372" y="327660"/>
                </a:lnTo>
                <a:close/>
              </a:path>
              <a:path w="341629" h="356870">
                <a:moveTo>
                  <a:pt x="85344" y="94488"/>
                </a:moveTo>
                <a:lnTo>
                  <a:pt x="64008" y="94488"/>
                </a:lnTo>
                <a:lnTo>
                  <a:pt x="69151" y="67079"/>
                </a:lnTo>
                <a:lnTo>
                  <a:pt x="73152" y="42100"/>
                </a:lnTo>
                <a:lnTo>
                  <a:pt x="76009" y="19692"/>
                </a:lnTo>
                <a:lnTo>
                  <a:pt x="77724" y="0"/>
                </a:lnTo>
                <a:lnTo>
                  <a:pt x="115824" y="16764"/>
                </a:lnTo>
                <a:lnTo>
                  <a:pt x="100584" y="25908"/>
                </a:lnTo>
                <a:lnTo>
                  <a:pt x="97774" y="39624"/>
                </a:lnTo>
                <a:lnTo>
                  <a:pt x="94107" y="55626"/>
                </a:lnTo>
                <a:lnTo>
                  <a:pt x="89868" y="73914"/>
                </a:lnTo>
                <a:lnTo>
                  <a:pt x="85344" y="94488"/>
                </a:lnTo>
                <a:close/>
              </a:path>
              <a:path w="341629" h="356870">
                <a:moveTo>
                  <a:pt x="15240" y="108204"/>
                </a:moveTo>
                <a:lnTo>
                  <a:pt x="1523" y="94488"/>
                </a:lnTo>
                <a:lnTo>
                  <a:pt x="144780" y="94488"/>
                </a:lnTo>
                <a:lnTo>
                  <a:pt x="153924" y="77724"/>
                </a:lnTo>
                <a:lnTo>
                  <a:pt x="179832" y="96012"/>
                </a:lnTo>
                <a:lnTo>
                  <a:pt x="171123" y="103632"/>
                </a:lnTo>
                <a:lnTo>
                  <a:pt x="51816" y="103632"/>
                </a:lnTo>
                <a:lnTo>
                  <a:pt x="42672" y="103917"/>
                </a:lnTo>
                <a:lnTo>
                  <a:pt x="33528" y="104775"/>
                </a:lnTo>
                <a:lnTo>
                  <a:pt x="24384" y="106203"/>
                </a:lnTo>
                <a:lnTo>
                  <a:pt x="15240" y="108204"/>
                </a:lnTo>
                <a:close/>
              </a:path>
              <a:path w="341629" h="356870">
                <a:moveTo>
                  <a:pt x="3047" y="356616"/>
                </a:moveTo>
                <a:lnTo>
                  <a:pt x="0" y="352044"/>
                </a:lnTo>
                <a:lnTo>
                  <a:pt x="34885" y="334637"/>
                </a:lnTo>
                <a:lnTo>
                  <a:pt x="64198" y="314515"/>
                </a:lnTo>
                <a:lnTo>
                  <a:pt x="88082" y="291822"/>
                </a:lnTo>
                <a:lnTo>
                  <a:pt x="106680" y="266700"/>
                </a:lnTo>
                <a:lnTo>
                  <a:pt x="84939" y="258151"/>
                </a:lnTo>
                <a:lnTo>
                  <a:pt x="65341" y="250888"/>
                </a:lnTo>
                <a:lnTo>
                  <a:pt x="47744" y="245054"/>
                </a:lnTo>
                <a:lnTo>
                  <a:pt x="32004" y="240792"/>
                </a:lnTo>
                <a:lnTo>
                  <a:pt x="38909" y="215074"/>
                </a:lnTo>
                <a:lnTo>
                  <a:pt x="46101" y="183642"/>
                </a:lnTo>
                <a:lnTo>
                  <a:pt x="53863" y="146494"/>
                </a:lnTo>
                <a:lnTo>
                  <a:pt x="62484" y="103632"/>
                </a:lnTo>
                <a:lnTo>
                  <a:pt x="83820" y="103632"/>
                </a:lnTo>
                <a:lnTo>
                  <a:pt x="78414" y="129921"/>
                </a:lnTo>
                <a:lnTo>
                  <a:pt x="71437" y="160782"/>
                </a:lnTo>
                <a:lnTo>
                  <a:pt x="63031" y="196215"/>
                </a:lnTo>
                <a:lnTo>
                  <a:pt x="53340" y="236220"/>
                </a:lnTo>
                <a:lnTo>
                  <a:pt x="93416" y="246935"/>
                </a:lnTo>
                <a:lnTo>
                  <a:pt x="114300" y="252984"/>
                </a:lnTo>
                <a:lnTo>
                  <a:pt x="136147" y="252984"/>
                </a:lnTo>
                <a:lnTo>
                  <a:pt x="134112" y="259080"/>
                </a:lnTo>
                <a:lnTo>
                  <a:pt x="150423" y="266795"/>
                </a:lnTo>
                <a:lnTo>
                  <a:pt x="162877" y="273939"/>
                </a:lnTo>
                <a:lnTo>
                  <a:pt x="165410" y="275844"/>
                </a:lnTo>
                <a:lnTo>
                  <a:pt x="124968" y="275844"/>
                </a:lnTo>
                <a:lnTo>
                  <a:pt x="100345" y="303037"/>
                </a:lnTo>
                <a:lnTo>
                  <a:pt x="72009" y="325374"/>
                </a:lnTo>
                <a:lnTo>
                  <a:pt x="39671" y="343138"/>
                </a:lnTo>
                <a:lnTo>
                  <a:pt x="3047" y="356616"/>
                </a:lnTo>
                <a:close/>
              </a:path>
              <a:path w="341629" h="356870">
                <a:moveTo>
                  <a:pt x="136147" y="252984"/>
                </a:moveTo>
                <a:lnTo>
                  <a:pt x="114300" y="252984"/>
                </a:lnTo>
                <a:lnTo>
                  <a:pt x="123158" y="226647"/>
                </a:lnTo>
                <a:lnTo>
                  <a:pt x="131445" y="193167"/>
                </a:lnTo>
                <a:lnTo>
                  <a:pt x="139160" y="152257"/>
                </a:lnTo>
                <a:lnTo>
                  <a:pt x="146304" y="103632"/>
                </a:lnTo>
                <a:lnTo>
                  <a:pt x="171123" y="103632"/>
                </a:lnTo>
                <a:lnTo>
                  <a:pt x="167640" y="106680"/>
                </a:lnTo>
                <a:lnTo>
                  <a:pt x="159615" y="156424"/>
                </a:lnTo>
                <a:lnTo>
                  <a:pt x="151447" y="198310"/>
                </a:lnTo>
                <a:lnTo>
                  <a:pt x="142994" y="232481"/>
                </a:lnTo>
                <a:lnTo>
                  <a:pt x="136147" y="252984"/>
                </a:lnTo>
                <a:close/>
              </a:path>
              <a:path w="341629" h="356870">
                <a:moveTo>
                  <a:pt x="176784" y="318516"/>
                </a:moveTo>
                <a:lnTo>
                  <a:pt x="172212" y="318516"/>
                </a:lnTo>
                <a:lnTo>
                  <a:pt x="167640" y="315468"/>
                </a:lnTo>
                <a:lnTo>
                  <a:pt x="164592" y="310896"/>
                </a:lnTo>
                <a:lnTo>
                  <a:pt x="157114" y="302633"/>
                </a:lnTo>
                <a:lnTo>
                  <a:pt x="148209" y="293941"/>
                </a:lnTo>
                <a:lnTo>
                  <a:pt x="137588" y="284964"/>
                </a:lnTo>
                <a:lnTo>
                  <a:pt x="124968" y="275844"/>
                </a:lnTo>
                <a:lnTo>
                  <a:pt x="165410" y="275844"/>
                </a:lnTo>
                <a:lnTo>
                  <a:pt x="171616" y="280511"/>
                </a:lnTo>
                <a:lnTo>
                  <a:pt x="176784" y="286512"/>
                </a:lnTo>
                <a:lnTo>
                  <a:pt x="179832" y="294132"/>
                </a:lnTo>
                <a:lnTo>
                  <a:pt x="181356" y="301752"/>
                </a:lnTo>
                <a:lnTo>
                  <a:pt x="178308" y="313944"/>
                </a:lnTo>
                <a:lnTo>
                  <a:pt x="176784" y="31851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" name="object 29"/>
          <p:cNvSpPr/>
          <p:nvPr/>
        </p:nvSpPr>
        <p:spPr>
          <a:xfrm>
            <a:off x="4085844" y="3476244"/>
            <a:ext cx="2687320" cy="363220"/>
          </a:xfrm>
          <a:custGeom>
            <a:avLst/>
            <a:gdLst/>
            <a:ahLst/>
            <a:cxnLst/>
            <a:rect l="l" t="t" r="r" b="b"/>
            <a:pathLst>
              <a:path w="2687320" h="363220">
                <a:moveTo>
                  <a:pt x="345948" y="317004"/>
                </a:moveTo>
                <a:lnTo>
                  <a:pt x="301028" y="301853"/>
                </a:lnTo>
                <a:lnTo>
                  <a:pt x="259842" y="279285"/>
                </a:lnTo>
                <a:lnTo>
                  <a:pt x="222072" y="249275"/>
                </a:lnTo>
                <a:lnTo>
                  <a:pt x="193078" y="217944"/>
                </a:lnTo>
                <a:lnTo>
                  <a:pt x="187452" y="211848"/>
                </a:lnTo>
                <a:lnTo>
                  <a:pt x="344424" y="211848"/>
                </a:lnTo>
                <a:lnTo>
                  <a:pt x="312420" y="179844"/>
                </a:lnTo>
                <a:lnTo>
                  <a:pt x="289560" y="202704"/>
                </a:lnTo>
                <a:lnTo>
                  <a:pt x="184404" y="202704"/>
                </a:lnTo>
                <a:lnTo>
                  <a:pt x="184404" y="158508"/>
                </a:lnTo>
                <a:lnTo>
                  <a:pt x="266700" y="158508"/>
                </a:lnTo>
                <a:lnTo>
                  <a:pt x="266700" y="179844"/>
                </a:lnTo>
                <a:lnTo>
                  <a:pt x="289560" y="169176"/>
                </a:lnTo>
                <a:lnTo>
                  <a:pt x="288950" y="158508"/>
                </a:lnTo>
                <a:lnTo>
                  <a:pt x="288671" y="153454"/>
                </a:lnTo>
                <a:lnTo>
                  <a:pt x="288607" y="149364"/>
                </a:lnTo>
                <a:lnTo>
                  <a:pt x="288226" y="126885"/>
                </a:lnTo>
                <a:lnTo>
                  <a:pt x="288074" y="94500"/>
                </a:lnTo>
                <a:lnTo>
                  <a:pt x="288048" y="85356"/>
                </a:lnTo>
                <a:lnTo>
                  <a:pt x="288036" y="41160"/>
                </a:lnTo>
                <a:lnTo>
                  <a:pt x="299466" y="33540"/>
                </a:lnTo>
                <a:lnTo>
                  <a:pt x="301752" y="32016"/>
                </a:lnTo>
                <a:lnTo>
                  <a:pt x="293585" y="24396"/>
                </a:lnTo>
                <a:lnTo>
                  <a:pt x="278892" y="10680"/>
                </a:lnTo>
                <a:lnTo>
                  <a:pt x="266700" y="22872"/>
                </a:lnTo>
                <a:lnTo>
                  <a:pt x="266700" y="33540"/>
                </a:lnTo>
                <a:lnTo>
                  <a:pt x="266700" y="85356"/>
                </a:lnTo>
                <a:lnTo>
                  <a:pt x="266700" y="94500"/>
                </a:lnTo>
                <a:lnTo>
                  <a:pt x="266700" y="149364"/>
                </a:lnTo>
                <a:lnTo>
                  <a:pt x="184404" y="149364"/>
                </a:lnTo>
                <a:lnTo>
                  <a:pt x="184404" y="94500"/>
                </a:lnTo>
                <a:lnTo>
                  <a:pt x="266700" y="94500"/>
                </a:lnTo>
                <a:lnTo>
                  <a:pt x="266700" y="85356"/>
                </a:lnTo>
                <a:lnTo>
                  <a:pt x="184404" y="85356"/>
                </a:lnTo>
                <a:lnTo>
                  <a:pt x="184404" y="33540"/>
                </a:lnTo>
                <a:lnTo>
                  <a:pt x="266700" y="33540"/>
                </a:lnTo>
                <a:lnTo>
                  <a:pt x="266700" y="22872"/>
                </a:lnTo>
                <a:lnTo>
                  <a:pt x="265176" y="24396"/>
                </a:lnTo>
                <a:lnTo>
                  <a:pt x="161544" y="24396"/>
                </a:lnTo>
                <a:lnTo>
                  <a:pt x="161544" y="33540"/>
                </a:lnTo>
                <a:lnTo>
                  <a:pt x="161544" y="85356"/>
                </a:lnTo>
                <a:lnTo>
                  <a:pt x="161544" y="94500"/>
                </a:lnTo>
                <a:lnTo>
                  <a:pt x="161544" y="149364"/>
                </a:lnTo>
                <a:lnTo>
                  <a:pt x="82296" y="149364"/>
                </a:lnTo>
                <a:lnTo>
                  <a:pt x="82296" y="94500"/>
                </a:lnTo>
                <a:lnTo>
                  <a:pt x="161544" y="94500"/>
                </a:lnTo>
                <a:lnTo>
                  <a:pt x="161544" y="85356"/>
                </a:lnTo>
                <a:lnTo>
                  <a:pt x="82296" y="85356"/>
                </a:lnTo>
                <a:lnTo>
                  <a:pt x="82296" y="33540"/>
                </a:lnTo>
                <a:lnTo>
                  <a:pt x="161544" y="33540"/>
                </a:lnTo>
                <a:lnTo>
                  <a:pt x="161544" y="24396"/>
                </a:lnTo>
                <a:lnTo>
                  <a:pt x="82296" y="24396"/>
                </a:lnTo>
                <a:lnTo>
                  <a:pt x="59436" y="12204"/>
                </a:lnTo>
                <a:lnTo>
                  <a:pt x="60274" y="32016"/>
                </a:lnTo>
                <a:lnTo>
                  <a:pt x="60325" y="33540"/>
                </a:lnTo>
                <a:lnTo>
                  <a:pt x="60769" y="53543"/>
                </a:lnTo>
                <a:lnTo>
                  <a:pt x="60934" y="74561"/>
                </a:lnTo>
                <a:lnTo>
                  <a:pt x="60858" y="126885"/>
                </a:lnTo>
                <a:lnTo>
                  <a:pt x="60769" y="139268"/>
                </a:lnTo>
                <a:lnTo>
                  <a:pt x="60312" y="160528"/>
                </a:lnTo>
                <a:lnTo>
                  <a:pt x="59436" y="181368"/>
                </a:lnTo>
                <a:lnTo>
                  <a:pt x="82296" y="172224"/>
                </a:lnTo>
                <a:lnTo>
                  <a:pt x="82296" y="158508"/>
                </a:lnTo>
                <a:lnTo>
                  <a:pt x="161544" y="158508"/>
                </a:lnTo>
                <a:lnTo>
                  <a:pt x="161544" y="202704"/>
                </a:lnTo>
                <a:lnTo>
                  <a:pt x="6096" y="202704"/>
                </a:lnTo>
                <a:lnTo>
                  <a:pt x="19812" y="216420"/>
                </a:lnTo>
                <a:lnTo>
                  <a:pt x="28956" y="214414"/>
                </a:lnTo>
                <a:lnTo>
                  <a:pt x="38100" y="212991"/>
                </a:lnTo>
                <a:lnTo>
                  <a:pt x="47244" y="212128"/>
                </a:lnTo>
                <a:lnTo>
                  <a:pt x="56388" y="211848"/>
                </a:lnTo>
                <a:lnTo>
                  <a:pt x="141732" y="211848"/>
                </a:lnTo>
                <a:lnTo>
                  <a:pt x="114007" y="248996"/>
                </a:lnTo>
                <a:lnTo>
                  <a:pt x="81153" y="282714"/>
                </a:lnTo>
                <a:lnTo>
                  <a:pt x="43141" y="313004"/>
                </a:lnTo>
                <a:lnTo>
                  <a:pt x="0" y="339864"/>
                </a:lnTo>
                <a:lnTo>
                  <a:pt x="1524" y="345960"/>
                </a:lnTo>
                <a:lnTo>
                  <a:pt x="50952" y="321932"/>
                </a:lnTo>
                <a:lnTo>
                  <a:pt x="94107" y="293192"/>
                </a:lnTo>
                <a:lnTo>
                  <a:pt x="130962" y="259588"/>
                </a:lnTo>
                <a:lnTo>
                  <a:pt x="161544" y="220992"/>
                </a:lnTo>
                <a:lnTo>
                  <a:pt x="161429" y="279285"/>
                </a:lnTo>
                <a:lnTo>
                  <a:pt x="161353" y="296240"/>
                </a:lnTo>
                <a:lnTo>
                  <a:pt x="160896" y="330073"/>
                </a:lnTo>
                <a:lnTo>
                  <a:pt x="160020" y="361200"/>
                </a:lnTo>
                <a:lnTo>
                  <a:pt x="185928" y="349008"/>
                </a:lnTo>
                <a:lnTo>
                  <a:pt x="185699" y="333387"/>
                </a:lnTo>
                <a:lnTo>
                  <a:pt x="185166" y="304622"/>
                </a:lnTo>
                <a:lnTo>
                  <a:pt x="184632" y="266496"/>
                </a:lnTo>
                <a:lnTo>
                  <a:pt x="184416" y="220992"/>
                </a:lnTo>
                <a:lnTo>
                  <a:pt x="184404" y="217944"/>
                </a:lnTo>
                <a:lnTo>
                  <a:pt x="205232" y="253085"/>
                </a:lnTo>
                <a:lnTo>
                  <a:pt x="233362" y="285381"/>
                </a:lnTo>
                <a:lnTo>
                  <a:pt x="268617" y="314807"/>
                </a:lnTo>
                <a:lnTo>
                  <a:pt x="310896" y="341388"/>
                </a:lnTo>
                <a:lnTo>
                  <a:pt x="314871" y="333387"/>
                </a:lnTo>
                <a:lnTo>
                  <a:pt x="322135" y="327672"/>
                </a:lnTo>
                <a:lnTo>
                  <a:pt x="332536" y="324243"/>
                </a:lnTo>
                <a:lnTo>
                  <a:pt x="345948" y="323100"/>
                </a:lnTo>
                <a:lnTo>
                  <a:pt x="345948" y="317004"/>
                </a:lnTo>
                <a:close/>
              </a:path>
              <a:path w="2687320" h="363220">
                <a:moveTo>
                  <a:pt x="733044" y="62484"/>
                </a:moveTo>
                <a:lnTo>
                  <a:pt x="701040" y="30480"/>
                </a:lnTo>
                <a:lnTo>
                  <a:pt x="678180" y="53340"/>
                </a:lnTo>
                <a:lnTo>
                  <a:pt x="548640" y="53340"/>
                </a:lnTo>
                <a:lnTo>
                  <a:pt x="574548" y="19812"/>
                </a:lnTo>
                <a:lnTo>
                  <a:pt x="537972" y="1524"/>
                </a:lnTo>
                <a:lnTo>
                  <a:pt x="536232" y="13271"/>
                </a:lnTo>
                <a:lnTo>
                  <a:pt x="533209" y="25717"/>
                </a:lnTo>
                <a:lnTo>
                  <a:pt x="528751" y="39039"/>
                </a:lnTo>
                <a:lnTo>
                  <a:pt x="522732" y="53340"/>
                </a:lnTo>
                <a:lnTo>
                  <a:pt x="396240" y="53340"/>
                </a:lnTo>
                <a:lnTo>
                  <a:pt x="408432" y="65532"/>
                </a:lnTo>
                <a:lnTo>
                  <a:pt x="431292" y="62484"/>
                </a:lnTo>
                <a:lnTo>
                  <a:pt x="519684" y="62484"/>
                </a:lnTo>
                <a:lnTo>
                  <a:pt x="510514" y="82473"/>
                </a:lnTo>
                <a:lnTo>
                  <a:pt x="501205" y="101155"/>
                </a:lnTo>
                <a:lnTo>
                  <a:pt x="491604" y="118427"/>
                </a:lnTo>
                <a:lnTo>
                  <a:pt x="481584" y="134112"/>
                </a:lnTo>
                <a:lnTo>
                  <a:pt x="466344" y="126492"/>
                </a:lnTo>
                <a:lnTo>
                  <a:pt x="467233" y="133540"/>
                </a:lnTo>
                <a:lnTo>
                  <a:pt x="467677" y="140208"/>
                </a:lnTo>
                <a:lnTo>
                  <a:pt x="467779" y="144780"/>
                </a:lnTo>
                <a:lnTo>
                  <a:pt x="467868" y="153924"/>
                </a:lnTo>
                <a:lnTo>
                  <a:pt x="448741" y="180505"/>
                </a:lnTo>
                <a:lnTo>
                  <a:pt x="428053" y="205359"/>
                </a:lnTo>
                <a:lnTo>
                  <a:pt x="405930" y="228511"/>
                </a:lnTo>
                <a:lnTo>
                  <a:pt x="382524" y="249936"/>
                </a:lnTo>
                <a:lnTo>
                  <a:pt x="387096" y="254508"/>
                </a:lnTo>
                <a:lnTo>
                  <a:pt x="411708" y="237109"/>
                </a:lnTo>
                <a:lnTo>
                  <a:pt x="433197" y="219265"/>
                </a:lnTo>
                <a:lnTo>
                  <a:pt x="451815" y="201155"/>
                </a:lnTo>
                <a:lnTo>
                  <a:pt x="467868" y="182880"/>
                </a:lnTo>
                <a:lnTo>
                  <a:pt x="467804" y="254508"/>
                </a:lnTo>
                <a:lnTo>
                  <a:pt x="467677" y="296799"/>
                </a:lnTo>
                <a:lnTo>
                  <a:pt x="467283" y="330708"/>
                </a:lnTo>
                <a:lnTo>
                  <a:pt x="467182" y="336981"/>
                </a:lnTo>
                <a:lnTo>
                  <a:pt x="466344" y="362712"/>
                </a:lnTo>
                <a:lnTo>
                  <a:pt x="490728" y="347472"/>
                </a:lnTo>
                <a:lnTo>
                  <a:pt x="489839" y="320040"/>
                </a:lnTo>
                <a:lnTo>
                  <a:pt x="489394" y="278892"/>
                </a:lnTo>
                <a:lnTo>
                  <a:pt x="489318" y="254508"/>
                </a:lnTo>
                <a:lnTo>
                  <a:pt x="489204" y="182880"/>
                </a:lnTo>
                <a:lnTo>
                  <a:pt x="489204" y="155448"/>
                </a:lnTo>
                <a:lnTo>
                  <a:pt x="503809" y="134112"/>
                </a:lnTo>
                <a:lnTo>
                  <a:pt x="504863" y="132575"/>
                </a:lnTo>
                <a:lnTo>
                  <a:pt x="519684" y="109537"/>
                </a:lnTo>
                <a:lnTo>
                  <a:pt x="533349" y="86233"/>
                </a:lnTo>
                <a:lnTo>
                  <a:pt x="545592" y="62484"/>
                </a:lnTo>
                <a:lnTo>
                  <a:pt x="733044" y="62484"/>
                </a:lnTo>
                <a:close/>
              </a:path>
              <a:path w="2687320" h="363220">
                <a:moveTo>
                  <a:pt x="743712" y="231648"/>
                </a:moveTo>
                <a:lnTo>
                  <a:pt x="714756" y="202692"/>
                </a:lnTo>
                <a:lnTo>
                  <a:pt x="694944" y="222504"/>
                </a:lnTo>
                <a:lnTo>
                  <a:pt x="629412" y="222504"/>
                </a:lnTo>
                <a:lnTo>
                  <a:pt x="629412" y="188976"/>
                </a:lnTo>
                <a:lnTo>
                  <a:pt x="641604" y="179832"/>
                </a:lnTo>
                <a:lnTo>
                  <a:pt x="629412" y="172212"/>
                </a:lnTo>
                <a:lnTo>
                  <a:pt x="636041" y="167640"/>
                </a:lnTo>
                <a:lnTo>
                  <a:pt x="639673" y="165150"/>
                </a:lnTo>
                <a:lnTo>
                  <a:pt x="659625" y="151003"/>
                </a:lnTo>
                <a:lnTo>
                  <a:pt x="678459" y="138518"/>
                </a:lnTo>
                <a:lnTo>
                  <a:pt x="688467" y="133540"/>
                </a:lnTo>
                <a:lnTo>
                  <a:pt x="699033" y="129997"/>
                </a:lnTo>
                <a:lnTo>
                  <a:pt x="710184" y="128016"/>
                </a:lnTo>
                <a:lnTo>
                  <a:pt x="706081" y="123444"/>
                </a:lnTo>
                <a:lnTo>
                  <a:pt x="684276" y="99060"/>
                </a:lnTo>
                <a:lnTo>
                  <a:pt x="667512" y="114300"/>
                </a:lnTo>
                <a:lnTo>
                  <a:pt x="522732" y="114300"/>
                </a:lnTo>
                <a:lnTo>
                  <a:pt x="534924" y="126492"/>
                </a:lnTo>
                <a:lnTo>
                  <a:pt x="556260" y="123444"/>
                </a:lnTo>
                <a:lnTo>
                  <a:pt x="665988" y="123444"/>
                </a:lnTo>
                <a:lnTo>
                  <a:pt x="623316" y="167640"/>
                </a:lnTo>
                <a:lnTo>
                  <a:pt x="606552" y="158496"/>
                </a:lnTo>
                <a:lnTo>
                  <a:pt x="607428" y="171932"/>
                </a:lnTo>
                <a:lnTo>
                  <a:pt x="607885" y="187071"/>
                </a:lnTo>
                <a:lnTo>
                  <a:pt x="608012" y="201155"/>
                </a:lnTo>
                <a:lnTo>
                  <a:pt x="608076" y="222504"/>
                </a:lnTo>
                <a:lnTo>
                  <a:pt x="505968" y="222504"/>
                </a:lnTo>
                <a:lnTo>
                  <a:pt x="518160" y="234696"/>
                </a:lnTo>
                <a:lnTo>
                  <a:pt x="541020" y="231648"/>
                </a:lnTo>
                <a:lnTo>
                  <a:pt x="608076" y="231648"/>
                </a:lnTo>
                <a:lnTo>
                  <a:pt x="608076" y="320040"/>
                </a:lnTo>
                <a:lnTo>
                  <a:pt x="605028" y="326136"/>
                </a:lnTo>
                <a:lnTo>
                  <a:pt x="597408" y="326136"/>
                </a:lnTo>
                <a:lnTo>
                  <a:pt x="590524" y="325882"/>
                </a:lnTo>
                <a:lnTo>
                  <a:pt x="554736" y="323088"/>
                </a:lnTo>
                <a:lnTo>
                  <a:pt x="554736" y="330708"/>
                </a:lnTo>
                <a:lnTo>
                  <a:pt x="572973" y="336981"/>
                </a:lnTo>
                <a:lnTo>
                  <a:pt x="586359" y="344233"/>
                </a:lnTo>
                <a:lnTo>
                  <a:pt x="594588" y="352361"/>
                </a:lnTo>
                <a:lnTo>
                  <a:pt x="597408" y="361188"/>
                </a:lnTo>
                <a:lnTo>
                  <a:pt x="611403" y="353783"/>
                </a:lnTo>
                <a:lnTo>
                  <a:pt x="621411" y="345376"/>
                </a:lnTo>
                <a:lnTo>
                  <a:pt x="627405" y="336118"/>
                </a:lnTo>
                <a:lnTo>
                  <a:pt x="629412" y="326136"/>
                </a:lnTo>
                <a:lnTo>
                  <a:pt x="629412" y="231648"/>
                </a:lnTo>
                <a:lnTo>
                  <a:pt x="743712" y="231648"/>
                </a:lnTo>
                <a:close/>
              </a:path>
              <a:path w="2687320" h="363220">
                <a:moveTo>
                  <a:pt x="1120140" y="79248"/>
                </a:moveTo>
                <a:lnTo>
                  <a:pt x="1088136" y="47244"/>
                </a:lnTo>
                <a:lnTo>
                  <a:pt x="1065276" y="70104"/>
                </a:lnTo>
                <a:lnTo>
                  <a:pt x="931164" y="70104"/>
                </a:lnTo>
                <a:lnTo>
                  <a:pt x="937450" y="57251"/>
                </a:lnTo>
                <a:lnTo>
                  <a:pt x="942594" y="46101"/>
                </a:lnTo>
                <a:lnTo>
                  <a:pt x="946594" y="36677"/>
                </a:lnTo>
                <a:lnTo>
                  <a:pt x="949452" y="28956"/>
                </a:lnTo>
                <a:lnTo>
                  <a:pt x="964692" y="19812"/>
                </a:lnTo>
                <a:lnTo>
                  <a:pt x="929640" y="1524"/>
                </a:lnTo>
                <a:lnTo>
                  <a:pt x="926515" y="16103"/>
                </a:lnTo>
                <a:lnTo>
                  <a:pt x="921829" y="32385"/>
                </a:lnTo>
                <a:lnTo>
                  <a:pt x="915708" y="50393"/>
                </a:lnTo>
                <a:lnTo>
                  <a:pt x="908304" y="70104"/>
                </a:lnTo>
                <a:lnTo>
                  <a:pt x="787908" y="70104"/>
                </a:lnTo>
                <a:lnTo>
                  <a:pt x="801624" y="83820"/>
                </a:lnTo>
                <a:lnTo>
                  <a:pt x="809904" y="81826"/>
                </a:lnTo>
                <a:lnTo>
                  <a:pt x="818769" y="80391"/>
                </a:lnTo>
                <a:lnTo>
                  <a:pt x="828192" y="79540"/>
                </a:lnTo>
                <a:lnTo>
                  <a:pt x="838200" y="79248"/>
                </a:lnTo>
                <a:lnTo>
                  <a:pt x="905256" y="79248"/>
                </a:lnTo>
                <a:lnTo>
                  <a:pt x="892683" y="102133"/>
                </a:lnTo>
                <a:lnTo>
                  <a:pt x="880110" y="122872"/>
                </a:lnTo>
                <a:lnTo>
                  <a:pt x="867537" y="141617"/>
                </a:lnTo>
                <a:lnTo>
                  <a:pt x="854964" y="158496"/>
                </a:lnTo>
                <a:lnTo>
                  <a:pt x="839724" y="152400"/>
                </a:lnTo>
                <a:lnTo>
                  <a:pt x="841248" y="164592"/>
                </a:lnTo>
                <a:lnTo>
                  <a:pt x="841248" y="175260"/>
                </a:lnTo>
                <a:lnTo>
                  <a:pt x="828624" y="189814"/>
                </a:lnTo>
                <a:lnTo>
                  <a:pt x="813435" y="205930"/>
                </a:lnTo>
                <a:lnTo>
                  <a:pt x="795375" y="223481"/>
                </a:lnTo>
                <a:lnTo>
                  <a:pt x="774192" y="242316"/>
                </a:lnTo>
                <a:lnTo>
                  <a:pt x="777240" y="246888"/>
                </a:lnTo>
                <a:lnTo>
                  <a:pt x="792403" y="236893"/>
                </a:lnTo>
                <a:lnTo>
                  <a:pt x="808291" y="225171"/>
                </a:lnTo>
                <a:lnTo>
                  <a:pt x="825030" y="211747"/>
                </a:lnTo>
                <a:lnTo>
                  <a:pt x="842772" y="196596"/>
                </a:lnTo>
                <a:lnTo>
                  <a:pt x="842772" y="313944"/>
                </a:lnTo>
                <a:lnTo>
                  <a:pt x="842505" y="324142"/>
                </a:lnTo>
                <a:lnTo>
                  <a:pt x="842010" y="334327"/>
                </a:lnTo>
                <a:lnTo>
                  <a:pt x="841476" y="345884"/>
                </a:lnTo>
                <a:lnTo>
                  <a:pt x="841248" y="358140"/>
                </a:lnTo>
                <a:lnTo>
                  <a:pt x="864108" y="345948"/>
                </a:lnTo>
                <a:lnTo>
                  <a:pt x="864108" y="196596"/>
                </a:lnTo>
                <a:lnTo>
                  <a:pt x="864108" y="175260"/>
                </a:lnTo>
                <a:lnTo>
                  <a:pt x="878332" y="158496"/>
                </a:lnTo>
                <a:lnTo>
                  <a:pt x="880110" y="156400"/>
                </a:lnTo>
                <a:lnTo>
                  <a:pt x="896112" y="134112"/>
                </a:lnTo>
                <a:lnTo>
                  <a:pt x="912114" y="108394"/>
                </a:lnTo>
                <a:lnTo>
                  <a:pt x="928116" y="79248"/>
                </a:lnTo>
                <a:lnTo>
                  <a:pt x="1120140" y="79248"/>
                </a:lnTo>
                <a:close/>
              </a:path>
              <a:path w="2687320" h="363220">
                <a:moveTo>
                  <a:pt x="1129284" y="321564"/>
                </a:moveTo>
                <a:lnTo>
                  <a:pt x="1098804" y="289560"/>
                </a:lnTo>
                <a:lnTo>
                  <a:pt x="1077468" y="312420"/>
                </a:lnTo>
                <a:lnTo>
                  <a:pt x="1001268" y="312420"/>
                </a:lnTo>
                <a:lnTo>
                  <a:pt x="1001268" y="188976"/>
                </a:lnTo>
                <a:lnTo>
                  <a:pt x="1107948" y="188976"/>
                </a:lnTo>
                <a:lnTo>
                  <a:pt x="1078992" y="160020"/>
                </a:lnTo>
                <a:lnTo>
                  <a:pt x="1059180" y="179832"/>
                </a:lnTo>
                <a:lnTo>
                  <a:pt x="1001268" y="179832"/>
                </a:lnTo>
                <a:lnTo>
                  <a:pt x="1001268" y="117348"/>
                </a:lnTo>
                <a:lnTo>
                  <a:pt x="1013460" y="106680"/>
                </a:lnTo>
                <a:lnTo>
                  <a:pt x="978408" y="91440"/>
                </a:lnTo>
                <a:lnTo>
                  <a:pt x="979284" y="104038"/>
                </a:lnTo>
                <a:lnTo>
                  <a:pt x="979741" y="114490"/>
                </a:lnTo>
                <a:lnTo>
                  <a:pt x="979906" y="122948"/>
                </a:lnTo>
                <a:lnTo>
                  <a:pt x="979932" y="179832"/>
                </a:lnTo>
                <a:lnTo>
                  <a:pt x="891540" y="179832"/>
                </a:lnTo>
                <a:lnTo>
                  <a:pt x="905256" y="193548"/>
                </a:lnTo>
                <a:lnTo>
                  <a:pt x="913536" y="191554"/>
                </a:lnTo>
                <a:lnTo>
                  <a:pt x="922401" y="190119"/>
                </a:lnTo>
                <a:lnTo>
                  <a:pt x="931824" y="189268"/>
                </a:lnTo>
                <a:lnTo>
                  <a:pt x="941832" y="188976"/>
                </a:lnTo>
                <a:lnTo>
                  <a:pt x="979932" y="188976"/>
                </a:lnTo>
                <a:lnTo>
                  <a:pt x="979932" y="312420"/>
                </a:lnTo>
                <a:lnTo>
                  <a:pt x="871728" y="312420"/>
                </a:lnTo>
                <a:lnTo>
                  <a:pt x="885444" y="326136"/>
                </a:lnTo>
                <a:lnTo>
                  <a:pt x="893724" y="324142"/>
                </a:lnTo>
                <a:lnTo>
                  <a:pt x="902589" y="322707"/>
                </a:lnTo>
                <a:lnTo>
                  <a:pt x="912012" y="321856"/>
                </a:lnTo>
                <a:lnTo>
                  <a:pt x="922020" y="321564"/>
                </a:lnTo>
                <a:lnTo>
                  <a:pt x="1129284" y="321564"/>
                </a:lnTo>
                <a:close/>
              </a:path>
              <a:path w="2687320" h="363220">
                <a:moveTo>
                  <a:pt x="1520939" y="169176"/>
                </a:moveTo>
                <a:lnTo>
                  <a:pt x="1487411" y="135648"/>
                </a:lnTo>
                <a:lnTo>
                  <a:pt x="1456931" y="160032"/>
                </a:lnTo>
                <a:lnTo>
                  <a:pt x="1173467" y="160032"/>
                </a:lnTo>
                <a:lnTo>
                  <a:pt x="1187183" y="173748"/>
                </a:lnTo>
                <a:lnTo>
                  <a:pt x="1195755" y="171742"/>
                </a:lnTo>
                <a:lnTo>
                  <a:pt x="1205471" y="170319"/>
                </a:lnTo>
                <a:lnTo>
                  <a:pt x="1216329" y="169456"/>
                </a:lnTo>
                <a:lnTo>
                  <a:pt x="1228331" y="169176"/>
                </a:lnTo>
                <a:lnTo>
                  <a:pt x="1520939" y="169176"/>
                </a:lnTo>
                <a:close/>
              </a:path>
              <a:path w="2687320" h="363220">
                <a:moveTo>
                  <a:pt x="1761744" y="129540"/>
                </a:moveTo>
                <a:lnTo>
                  <a:pt x="1725168" y="109728"/>
                </a:lnTo>
                <a:lnTo>
                  <a:pt x="1725434" y="129540"/>
                </a:lnTo>
                <a:lnTo>
                  <a:pt x="1726450" y="160959"/>
                </a:lnTo>
                <a:lnTo>
                  <a:pt x="1726577" y="168402"/>
                </a:lnTo>
                <a:lnTo>
                  <a:pt x="1726450" y="290703"/>
                </a:lnTo>
                <a:lnTo>
                  <a:pt x="1725930" y="310134"/>
                </a:lnTo>
                <a:lnTo>
                  <a:pt x="1725396" y="334137"/>
                </a:lnTo>
                <a:lnTo>
                  <a:pt x="1725168" y="362712"/>
                </a:lnTo>
                <a:lnTo>
                  <a:pt x="1751076" y="347472"/>
                </a:lnTo>
                <a:lnTo>
                  <a:pt x="1750187" y="332879"/>
                </a:lnTo>
                <a:lnTo>
                  <a:pt x="1749742" y="318706"/>
                </a:lnTo>
                <a:lnTo>
                  <a:pt x="1749628" y="310134"/>
                </a:lnTo>
                <a:lnTo>
                  <a:pt x="1749552" y="138684"/>
                </a:lnTo>
                <a:lnTo>
                  <a:pt x="1761744" y="129540"/>
                </a:lnTo>
                <a:close/>
              </a:path>
              <a:path w="2687320" h="363220">
                <a:moveTo>
                  <a:pt x="1917192" y="158496"/>
                </a:moveTo>
                <a:lnTo>
                  <a:pt x="1874901" y="145923"/>
                </a:lnTo>
                <a:lnTo>
                  <a:pt x="1830324" y="121920"/>
                </a:lnTo>
                <a:lnTo>
                  <a:pt x="1787080" y="82105"/>
                </a:lnTo>
                <a:lnTo>
                  <a:pt x="1751520" y="36576"/>
                </a:lnTo>
                <a:lnTo>
                  <a:pt x="1744980" y="27432"/>
                </a:lnTo>
                <a:lnTo>
                  <a:pt x="1758696" y="18288"/>
                </a:lnTo>
                <a:lnTo>
                  <a:pt x="1726692" y="0"/>
                </a:lnTo>
                <a:lnTo>
                  <a:pt x="1716976" y="24345"/>
                </a:lnTo>
                <a:lnTo>
                  <a:pt x="1703832" y="49530"/>
                </a:lnTo>
                <a:lnTo>
                  <a:pt x="1667256" y="103632"/>
                </a:lnTo>
                <a:lnTo>
                  <a:pt x="1618107" y="154114"/>
                </a:lnTo>
                <a:lnTo>
                  <a:pt x="1557528" y="192024"/>
                </a:lnTo>
                <a:lnTo>
                  <a:pt x="1559052" y="198120"/>
                </a:lnTo>
                <a:lnTo>
                  <a:pt x="1618678" y="168402"/>
                </a:lnTo>
                <a:lnTo>
                  <a:pt x="1665732" y="134112"/>
                </a:lnTo>
                <a:lnTo>
                  <a:pt x="1703641" y="91630"/>
                </a:lnTo>
                <a:lnTo>
                  <a:pt x="1740408" y="36576"/>
                </a:lnTo>
                <a:lnTo>
                  <a:pt x="1756410" y="63487"/>
                </a:lnTo>
                <a:lnTo>
                  <a:pt x="1788414" y="108165"/>
                </a:lnTo>
                <a:lnTo>
                  <a:pt x="1821268" y="143052"/>
                </a:lnTo>
                <a:lnTo>
                  <a:pt x="1860130" y="172148"/>
                </a:lnTo>
                <a:lnTo>
                  <a:pt x="1882140" y="184416"/>
                </a:lnTo>
                <a:lnTo>
                  <a:pt x="1888464" y="176390"/>
                </a:lnTo>
                <a:lnTo>
                  <a:pt x="1896237" y="170497"/>
                </a:lnTo>
                <a:lnTo>
                  <a:pt x="1905711" y="166624"/>
                </a:lnTo>
                <a:lnTo>
                  <a:pt x="1917192" y="164604"/>
                </a:lnTo>
                <a:lnTo>
                  <a:pt x="1917192" y="158496"/>
                </a:lnTo>
                <a:close/>
              </a:path>
              <a:path w="2687320" h="363220">
                <a:moveTo>
                  <a:pt x="2101583" y="126492"/>
                </a:moveTo>
                <a:lnTo>
                  <a:pt x="2075675" y="99060"/>
                </a:lnTo>
                <a:lnTo>
                  <a:pt x="2057387" y="117348"/>
                </a:lnTo>
                <a:lnTo>
                  <a:pt x="2045195" y="117348"/>
                </a:lnTo>
                <a:lnTo>
                  <a:pt x="2045195" y="48768"/>
                </a:lnTo>
                <a:lnTo>
                  <a:pt x="2045195" y="45720"/>
                </a:lnTo>
                <a:lnTo>
                  <a:pt x="2061222" y="42583"/>
                </a:lnTo>
                <a:lnTo>
                  <a:pt x="2075103" y="40005"/>
                </a:lnTo>
                <a:lnTo>
                  <a:pt x="2086991" y="38011"/>
                </a:lnTo>
                <a:lnTo>
                  <a:pt x="2097011" y="36576"/>
                </a:lnTo>
                <a:lnTo>
                  <a:pt x="2074151" y="12192"/>
                </a:lnTo>
                <a:lnTo>
                  <a:pt x="2037727" y="31699"/>
                </a:lnTo>
                <a:lnTo>
                  <a:pt x="1991093" y="44767"/>
                </a:lnTo>
                <a:lnTo>
                  <a:pt x="1959851" y="51816"/>
                </a:lnTo>
                <a:lnTo>
                  <a:pt x="1961375" y="57912"/>
                </a:lnTo>
                <a:lnTo>
                  <a:pt x="2025383" y="48768"/>
                </a:lnTo>
                <a:lnTo>
                  <a:pt x="2025383" y="117348"/>
                </a:lnTo>
                <a:lnTo>
                  <a:pt x="1953755" y="117348"/>
                </a:lnTo>
                <a:lnTo>
                  <a:pt x="1967471" y="131064"/>
                </a:lnTo>
                <a:lnTo>
                  <a:pt x="1976615" y="129070"/>
                </a:lnTo>
                <a:lnTo>
                  <a:pt x="1985759" y="127635"/>
                </a:lnTo>
                <a:lnTo>
                  <a:pt x="1994903" y="126784"/>
                </a:lnTo>
                <a:lnTo>
                  <a:pt x="2004047" y="126492"/>
                </a:lnTo>
                <a:lnTo>
                  <a:pt x="2023859" y="126492"/>
                </a:lnTo>
                <a:lnTo>
                  <a:pt x="2012619" y="164211"/>
                </a:lnTo>
                <a:lnTo>
                  <a:pt x="1997951" y="204216"/>
                </a:lnTo>
                <a:lnTo>
                  <a:pt x="1977186" y="245364"/>
                </a:lnTo>
                <a:lnTo>
                  <a:pt x="1950707" y="286512"/>
                </a:lnTo>
                <a:lnTo>
                  <a:pt x="1955279" y="289560"/>
                </a:lnTo>
                <a:lnTo>
                  <a:pt x="1976742" y="266725"/>
                </a:lnTo>
                <a:lnTo>
                  <a:pt x="1995474" y="241744"/>
                </a:lnTo>
                <a:lnTo>
                  <a:pt x="2011654" y="214769"/>
                </a:lnTo>
                <a:lnTo>
                  <a:pt x="2025383" y="185928"/>
                </a:lnTo>
                <a:lnTo>
                  <a:pt x="2025269" y="272034"/>
                </a:lnTo>
                <a:lnTo>
                  <a:pt x="2025142" y="295656"/>
                </a:lnTo>
                <a:lnTo>
                  <a:pt x="2024748" y="331025"/>
                </a:lnTo>
                <a:lnTo>
                  <a:pt x="2023859" y="362712"/>
                </a:lnTo>
                <a:lnTo>
                  <a:pt x="2046719" y="350520"/>
                </a:lnTo>
                <a:lnTo>
                  <a:pt x="2046528" y="331025"/>
                </a:lnTo>
                <a:lnTo>
                  <a:pt x="2045957" y="288036"/>
                </a:lnTo>
                <a:lnTo>
                  <a:pt x="2045512" y="242493"/>
                </a:lnTo>
                <a:lnTo>
                  <a:pt x="2045398" y="220980"/>
                </a:lnTo>
                <a:lnTo>
                  <a:pt x="2045271" y="185928"/>
                </a:lnTo>
                <a:lnTo>
                  <a:pt x="2045195" y="166116"/>
                </a:lnTo>
                <a:lnTo>
                  <a:pt x="2053539" y="175793"/>
                </a:lnTo>
                <a:lnTo>
                  <a:pt x="2060435" y="186309"/>
                </a:lnTo>
                <a:lnTo>
                  <a:pt x="2066201" y="197408"/>
                </a:lnTo>
                <a:lnTo>
                  <a:pt x="2075675" y="219456"/>
                </a:lnTo>
                <a:lnTo>
                  <a:pt x="2078723" y="224028"/>
                </a:lnTo>
                <a:lnTo>
                  <a:pt x="2084819" y="224028"/>
                </a:lnTo>
                <a:lnTo>
                  <a:pt x="2086343" y="220980"/>
                </a:lnTo>
                <a:lnTo>
                  <a:pt x="2089391" y="216408"/>
                </a:lnTo>
                <a:lnTo>
                  <a:pt x="2092439" y="210312"/>
                </a:lnTo>
                <a:lnTo>
                  <a:pt x="2092439" y="193548"/>
                </a:lnTo>
                <a:lnTo>
                  <a:pt x="2063673" y="167068"/>
                </a:lnTo>
                <a:lnTo>
                  <a:pt x="2045195" y="156972"/>
                </a:lnTo>
                <a:lnTo>
                  <a:pt x="2045195" y="126492"/>
                </a:lnTo>
                <a:lnTo>
                  <a:pt x="2101583" y="126492"/>
                </a:lnTo>
                <a:close/>
              </a:path>
              <a:path w="2687320" h="363220">
                <a:moveTo>
                  <a:pt x="2105495" y="281940"/>
                </a:moveTo>
                <a:lnTo>
                  <a:pt x="2105367" y="277749"/>
                </a:lnTo>
                <a:lnTo>
                  <a:pt x="2104631" y="263652"/>
                </a:lnTo>
                <a:lnTo>
                  <a:pt x="2098535" y="263652"/>
                </a:lnTo>
                <a:lnTo>
                  <a:pt x="2094801" y="278511"/>
                </a:lnTo>
                <a:lnTo>
                  <a:pt x="2090343" y="291084"/>
                </a:lnTo>
                <a:lnTo>
                  <a:pt x="2085035" y="301371"/>
                </a:lnTo>
                <a:lnTo>
                  <a:pt x="2078723" y="309372"/>
                </a:lnTo>
                <a:lnTo>
                  <a:pt x="2072627" y="315468"/>
                </a:lnTo>
                <a:lnTo>
                  <a:pt x="2069579" y="320040"/>
                </a:lnTo>
                <a:lnTo>
                  <a:pt x="2069579" y="324612"/>
                </a:lnTo>
                <a:lnTo>
                  <a:pt x="2072627" y="327660"/>
                </a:lnTo>
                <a:lnTo>
                  <a:pt x="2075675" y="327660"/>
                </a:lnTo>
                <a:lnTo>
                  <a:pt x="2078723" y="329184"/>
                </a:lnTo>
                <a:lnTo>
                  <a:pt x="2084819" y="329184"/>
                </a:lnTo>
                <a:lnTo>
                  <a:pt x="2089391" y="327660"/>
                </a:lnTo>
                <a:lnTo>
                  <a:pt x="2093963" y="327660"/>
                </a:lnTo>
                <a:lnTo>
                  <a:pt x="2098535" y="326136"/>
                </a:lnTo>
                <a:lnTo>
                  <a:pt x="2101583" y="321564"/>
                </a:lnTo>
                <a:lnTo>
                  <a:pt x="2103107" y="312420"/>
                </a:lnTo>
                <a:lnTo>
                  <a:pt x="2104847" y="304165"/>
                </a:lnTo>
                <a:lnTo>
                  <a:pt x="2105418" y="295656"/>
                </a:lnTo>
                <a:lnTo>
                  <a:pt x="2105495" y="281940"/>
                </a:lnTo>
                <a:close/>
              </a:path>
              <a:path w="2687320" h="363220">
                <a:moveTo>
                  <a:pt x="2209787" y="260604"/>
                </a:moveTo>
                <a:lnTo>
                  <a:pt x="2182926" y="233464"/>
                </a:lnTo>
                <a:lnTo>
                  <a:pt x="2168639" y="224028"/>
                </a:lnTo>
                <a:lnTo>
                  <a:pt x="2165591" y="227076"/>
                </a:lnTo>
                <a:lnTo>
                  <a:pt x="2173909" y="239991"/>
                </a:lnTo>
                <a:lnTo>
                  <a:pt x="2180640" y="251460"/>
                </a:lnTo>
                <a:lnTo>
                  <a:pt x="2185962" y="261797"/>
                </a:lnTo>
                <a:lnTo>
                  <a:pt x="2189975" y="271272"/>
                </a:lnTo>
                <a:lnTo>
                  <a:pt x="2191499" y="280416"/>
                </a:lnTo>
                <a:lnTo>
                  <a:pt x="2194547" y="283464"/>
                </a:lnTo>
                <a:lnTo>
                  <a:pt x="2197595" y="283464"/>
                </a:lnTo>
                <a:lnTo>
                  <a:pt x="2200643" y="281940"/>
                </a:lnTo>
                <a:lnTo>
                  <a:pt x="2203691" y="275844"/>
                </a:lnTo>
                <a:lnTo>
                  <a:pt x="2208263" y="271272"/>
                </a:lnTo>
                <a:lnTo>
                  <a:pt x="2209787" y="266725"/>
                </a:lnTo>
                <a:lnTo>
                  <a:pt x="2209787" y="260604"/>
                </a:lnTo>
                <a:close/>
              </a:path>
              <a:path w="2687320" h="363220">
                <a:moveTo>
                  <a:pt x="2263127" y="326136"/>
                </a:moveTo>
                <a:lnTo>
                  <a:pt x="2246490" y="289560"/>
                </a:lnTo>
                <a:lnTo>
                  <a:pt x="2246363" y="274320"/>
                </a:lnTo>
                <a:lnTo>
                  <a:pt x="2240267" y="274320"/>
                </a:lnTo>
                <a:lnTo>
                  <a:pt x="2236838" y="300469"/>
                </a:lnTo>
                <a:lnTo>
                  <a:pt x="2235797" y="308610"/>
                </a:lnTo>
                <a:lnTo>
                  <a:pt x="2234171" y="320040"/>
                </a:lnTo>
                <a:lnTo>
                  <a:pt x="2229599" y="326136"/>
                </a:lnTo>
                <a:lnTo>
                  <a:pt x="2220455" y="329184"/>
                </a:lnTo>
                <a:lnTo>
                  <a:pt x="2177783" y="329184"/>
                </a:lnTo>
                <a:lnTo>
                  <a:pt x="2167788" y="328041"/>
                </a:lnTo>
                <a:lnTo>
                  <a:pt x="2160638" y="324612"/>
                </a:lnTo>
                <a:lnTo>
                  <a:pt x="2156358" y="318897"/>
                </a:lnTo>
                <a:lnTo>
                  <a:pt x="2154923" y="310896"/>
                </a:lnTo>
                <a:lnTo>
                  <a:pt x="2154923" y="272796"/>
                </a:lnTo>
                <a:lnTo>
                  <a:pt x="2165591" y="263652"/>
                </a:lnTo>
                <a:lnTo>
                  <a:pt x="2133587" y="249936"/>
                </a:lnTo>
                <a:lnTo>
                  <a:pt x="2133841" y="266725"/>
                </a:lnTo>
                <a:lnTo>
                  <a:pt x="2134857" y="300469"/>
                </a:lnTo>
                <a:lnTo>
                  <a:pt x="2135111" y="320040"/>
                </a:lnTo>
                <a:lnTo>
                  <a:pt x="2136597" y="330314"/>
                </a:lnTo>
                <a:lnTo>
                  <a:pt x="2141207" y="338137"/>
                </a:lnTo>
                <a:lnTo>
                  <a:pt x="2149259" y="343408"/>
                </a:lnTo>
                <a:lnTo>
                  <a:pt x="2161019" y="345948"/>
                </a:lnTo>
                <a:lnTo>
                  <a:pt x="2226551" y="345948"/>
                </a:lnTo>
                <a:lnTo>
                  <a:pt x="2239124" y="345643"/>
                </a:lnTo>
                <a:lnTo>
                  <a:pt x="2249411" y="342328"/>
                </a:lnTo>
                <a:lnTo>
                  <a:pt x="2257412" y="335876"/>
                </a:lnTo>
                <a:lnTo>
                  <a:pt x="2261349" y="329184"/>
                </a:lnTo>
                <a:lnTo>
                  <a:pt x="2263127" y="326136"/>
                </a:lnTo>
                <a:close/>
              </a:path>
              <a:path w="2687320" h="363220">
                <a:moveTo>
                  <a:pt x="2289035" y="118872"/>
                </a:moveTo>
                <a:lnTo>
                  <a:pt x="2264651" y="100584"/>
                </a:lnTo>
                <a:lnTo>
                  <a:pt x="2253983" y="115824"/>
                </a:lnTo>
                <a:lnTo>
                  <a:pt x="2197595" y="115824"/>
                </a:lnTo>
                <a:lnTo>
                  <a:pt x="2223312" y="82829"/>
                </a:lnTo>
                <a:lnTo>
                  <a:pt x="2253983" y="60960"/>
                </a:lnTo>
                <a:lnTo>
                  <a:pt x="2245855" y="53340"/>
                </a:lnTo>
                <a:lnTo>
                  <a:pt x="2229599" y="38100"/>
                </a:lnTo>
                <a:lnTo>
                  <a:pt x="2215883" y="53340"/>
                </a:lnTo>
                <a:lnTo>
                  <a:pt x="2156447" y="53340"/>
                </a:lnTo>
                <a:lnTo>
                  <a:pt x="2164435" y="42176"/>
                </a:lnTo>
                <a:lnTo>
                  <a:pt x="2172258" y="33718"/>
                </a:lnTo>
                <a:lnTo>
                  <a:pt x="2179815" y="27838"/>
                </a:lnTo>
                <a:lnTo>
                  <a:pt x="2186927" y="24384"/>
                </a:lnTo>
                <a:lnTo>
                  <a:pt x="2157971" y="6096"/>
                </a:lnTo>
                <a:lnTo>
                  <a:pt x="2141042" y="44462"/>
                </a:lnTo>
                <a:lnTo>
                  <a:pt x="2116061" y="84582"/>
                </a:lnTo>
                <a:lnTo>
                  <a:pt x="2098535" y="106680"/>
                </a:lnTo>
                <a:lnTo>
                  <a:pt x="2103107" y="109728"/>
                </a:lnTo>
                <a:lnTo>
                  <a:pt x="2115667" y="99136"/>
                </a:lnTo>
                <a:lnTo>
                  <a:pt x="2128062" y="87820"/>
                </a:lnTo>
                <a:lnTo>
                  <a:pt x="2140191" y="75653"/>
                </a:lnTo>
                <a:lnTo>
                  <a:pt x="2151875" y="62484"/>
                </a:lnTo>
                <a:lnTo>
                  <a:pt x="2217407" y="62484"/>
                </a:lnTo>
                <a:lnTo>
                  <a:pt x="2188451" y="115824"/>
                </a:lnTo>
                <a:lnTo>
                  <a:pt x="2103107" y="115824"/>
                </a:lnTo>
                <a:lnTo>
                  <a:pt x="2118347" y="129540"/>
                </a:lnTo>
                <a:lnTo>
                  <a:pt x="2126640" y="127546"/>
                </a:lnTo>
                <a:lnTo>
                  <a:pt x="2135492" y="126111"/>
                </a:lnTo>
                <a:lnTo>
                  <a:pt x="2144928" y="125260"/>
                </a:lnTo>
                <a:lnTo>
                  <a:pt x="2154923" y="124968"/>
                </a:lnTo>
                <a:lnTo>
                  <a:pt x="2257031" y="124968"/>
                </a:lnTo>
                <a:lnTo>
                  <a:pt x="2257031" y="161544"/>
                </a:lnTo>
                <a:lnTo>
                  <a:pt x="2119871" y="161544"/>
                </a:lnTo>
                <a:lnTo>
                  <a:pt x="2133587" y="175260"/>
                </a:lnTo>
                <a:lnTo>
                  <a:pt x="2141880" y="173266"/>
                </a:lnTo>
                <a:lnTo>
                  <a:pt x="2150732" y="171831"/>
                </a:lnTo>
                <a:lnTo>
                  <a:pt x="2160168" y="170980"/>
                </a:lnTo>
                <a:lnTo>
                  <a:pt x="2170163" y="170688"/>
                </a:lnTo>
                <a:lnTo>
                  <a:pt x="2257031" y="170688"/>
                </a:lnTo>
                <a:lnTo>
                  <a:pt x="2257031" y="205740"/>
                </a:lnTo>
                <a:lnTo>
                  <a:pt x="2103107" y="205740"/>
                </a:lnTo>
                <a:lnTo>
                  <a:pt x="2118347" y="219456"/>
                </a:lnTo>
                <a:lnTo>
                  <a:pt x="2126640" y="217462"/>
                </a:lnTo>
                <a:lnTo>
                  <a:pt x="2135492" y="216027"/>
                </a:lnTo>
                <a:lnTo>
                  <a:pt x="2144928" y="215176"/>
                </a:lnTo>
                <a:lnTo>
                  <a:pt x="2154923" y="214884"/>
                </a:lnTo>
                <a:lnTo>
                  <a:pt x="2257031" y="214884"/>
                </a:lnTo>
                <a:lnTo>
                  <a:pt x="2257031" y="234696"/>
                </a:lnTo>
                <a:lnTo>
                  <a:pt x="2278367" y="225552"/>
                </a:lnTo>
                <a:lnTo>
                  <a:pt x="2277643" y="214884"/>
                </a:lnTo>
                <a:lnTo>
                  <a:pt x="2277491" y="212699"/>
                </a:lnTo>
                <a:lnTo>
                  <a:pt x="2277059" y="193548"/>
                </a:lnTo>
                <a:lnTo>
                  <a:pt x="2277008" y="186309"/>
                </a:lnTo>
                <a:lnTo>
                  <a:pt x="2276906" y="170688"/>
                </a:lnTo>
                <a:lnTo>
                  <a:pt x="2276843" y="129540"/>
                </a:lnTo>
                <a:lnTo>
                  <a:pt x="2282075" y="124968"/>
                </a:lnTo>
                <a:lnTo>
                  <a:pt x="2289035" y="118872"/>
                </a:lnTo>
                <a:close/>
              </a:path>
              <a:path w="2687320" h="363220">
                <a:moveTo>
                  <a:pt x="2304275" y="306324"/>
                </a:moveTo>
                <a:lnTo>
                  <a:pt x="2276081" y="272034"/>
                </a:lnTo>
                <a:lnTo>
                  <a:pt x="2257031" y="260604"/>
                </a:lnTo>
                <a:lnTo>
                  <a:pt x="2253983" y="263652"/>
                </a:lnTo>
                <a:lnTo>
                  <a:pt x="2260536" y="273367"/>
                </a:lnTo>
                <a:lnTo>
                  <a:pt x="2266365" y="281940"/>
                </a:lnTo>
                <a:lnTo>
                  <a:pt x="2271344" y="289369"/>
                </a:lnTo>
                <a:lnTo>
                  <a:pt x="2287511" y="326136"/>
                </a:lnTo>
                <a:lnTo>
                  <a:pt x="2290559" y="329184"/>
                </a:lnTo>
                <a:lnTo>
                  <a:pt x="2293607" y="329184"/>
                </a:lnTo>
                <a:lnTo>
                  <a:pt x="2298179" y="320040"/>
                </a:lnTo>
                <a:lnTo>
                  <a:pt x="2302751" y="313944"/>
                </a:lnTo>
                <a:lnTo>
                  <a:pt x="2304275" y="309372"/>
                </a:lnTo>
                <a:lnTo>
                  <a:pt x="2304275" y="306324"/>
                </a:lnTo>
                <a:close/>
              </a:path>
              <a:path w="2687320" h="363220">
                <a:moveTo>
                  <a:pt x="2535936" y="39624"/>
                </a:moveTo>
                <a:lnTo>
                  <a:pt x="2505164" y="12001"/>
                </a:lnTo>
                <a:lnTo>
                  <a:pt x="2491740" y="4572"/>
                </a:lnTo>
                <a:lnTo>
                  <a:pt x="2488692" y="7620"/>
                </a:lnTo>
                <a:lnTo>
                  <a:pt x="2497848" y="19913"/>
                </a:lnTo>
                <a:lnTo>
                  <a:pt x="2504884" y="31623"/>
                </a:lnTo>
                <a:lnTo>
                  <a:pt x="2509901" y="42773"/>
                </a:lnTo>
                <a:lnTo>
                  <a:pt x="2513076" y="53340"/>
                </a:lnTo>
                <a:lnTo>
                  <a:pt x="2514600" y="62484"/>
                </a:lnTo>
                <a:lnTo>
                  <a:pt x="2516124" y="67056"/>
                </a:lnTo>
                <a:lnTo>
                  <a:pt x="2522220" y="67056"/>
                </a:lnTo>
                <a:lnTo>
                  <a:pt x="2534412" y="54864"/>
                </a:lnTo>
                <a:lnTo>
                  <a:pt x="2535936" y="48768"/>
                </a:lnTo>
                <a:lnTo>
                  <a:pt x="2535936" y="39624"/>
                </a:lnTo>
                <a:close/>
              </a:path>
              <a:path w="2687320" h="363220">
                <a:moveTo>
                  <a:pt x="2680716" y="85344"/>
                </a:moveTo>
                <a:lnTo>
                  <a:pt x="2676829" y="80772"/>
                </a:lnTo>
                <a:lnTo>
                  <a:pt x="2669057" y="71628"/>
                </a:lnTo>
                <a:lnTo>
                  <a:pt x="2654808" y="54864"/>
                </a:lnTo>
                <a:lnTo>
                  <a:pt x="2638044" y="71628"/>
                </a:lnTo>
                <a:lnTo>
                  <a:pt x="2398776" y="71628"/>
                </a:lnTo>
                <a:lnTo>
                  <a:pt x="2398776" y="51816"/>
                </a:lnTo>
                <a:lnTo>
                  <a:pt x="2392680" y="51816"/>
                </a:lnTo>
                <a:lnTo>
                  <a:pt x="2377884" y="92329"/>
                </a:lnTo>
                <a:lnTo>
                  <a:pt x="2362200" y="108204"/>
                </a:lnTo>
                <a:lnTo>
                  <a:pt x="2359152" y="112776"/>
                </a:lnTo>
                <a:lnTo>
                  <a:pt x="2359152" y="118872"/>
                </a:lnTo>
                <a:lnTo>
                  <a:pt x="2363724" y="123444"/>
                </a:lnTo>
                <a:lnTo>
                  <a:pt x="2368296" y="124968"/>
                </a:lnTo>
                <a:lnTo>
                  <a:pt x="2371344" y="126492"/>
                </a:lnTo>
                <a:lnTo>
                  <a:pt x="2378964" y="126492"/>
                </a:lnTo>
                <a:lnTo>
                  <a:pt x="2383536" y="124968"/>
                </a:lnTo>
                <a:lnTo>
                  <a:pt x="2398776" y="80772"/>
                </a:lnTo>
                <a:lnTo>
                  <a:pt x="2641092" y="80772"/>
                </a:lnTo>
                <a:lnTo>
                  <a:pt x="2621280" y="118872"/>
                </a:lnTo>
                <a:lnTo>
                  <a:pt x="2625852" y="121920"/>
                </a:lnTo>
                <a:lnTo>
                  <a:pt x="2642133" y="105918"/>
                </a:lnTo>
                <a:lnTo>
                  <a:pt x="2656713" y="94488"/>
                </a:lnTo>
                <a:lnTo>
                  <a:pt x="2669565" y="87630"/>
                </a:lnTo>
                <a:lnTo>
                  <a:pt x="2680716" y="85344"/>
                </a:lnTo>
                <a:close/>
              </a:path>
              <a:path w="2687320" h="363220">
                <a:moveTo>
                  <a:pt x="2686812" y="321564"/>
                </a:moveTo>
                <a:lnTo>
                  <a:pt x="2669997" y="322694"/>
                </a:lnTo>
                <a:lnTo>
                  <a:pt x="2651760" y="323659"/>
                </a:lnTo>
                <a:lnTo>
                  <a:pt x="2632367" y="324358"/>
                </a:lnTo>
                <a:lnTo>
                  <a:pt x="2612136" y="324612"/>
                </a:lnTo>
                <a:lnTo>
                  <a:pt x="2591536" y="324307"/>
                </a:lnTo>
                <a:lnTo>
                  <a:pt x="2570797" y="323278"/>
                </a:lnTo>
                <a:lnTo>
                  <a:pt x="2549766" y="321398"/>
                </a:lnTo>
                <a:lnTo>
                  <a:pt x="2528316" y="318516"/>
                </a:lnTo>
                <a:lnTo>
                  <a:pt x="2528316" y="312420"/>
                </a:lnTo>
                <a:lnTo>
                  <a:pt x="2528316" y="237744"/>
                </a:lnTo>
                <a:lnTo>
                  <a:pt x="2645664" y="237744"/>
                </a:lnTo>
                <a:lnTo>
                  <a:pt x="2636520" y="228600"/>
                </a:lnTo>
                <a:lnTo>
                  <a:pt x="2616708" y="208788"/>
                </a:lnTo>
                <a:lnTo>
                  <a:pt x="2596896" y="228600"/>
                </a:lnTo>
                <a:lnTo>
                  <a:pt x="2528316" y="228600"/>
                </a:lnTo>
                <a:lnTo>
                  <a:pt x="2528316" y="153924"/>
                </a:lnTo>
                <a:lnTo>
                  <a:pt x="2660904" y="153924"/>
                </a:lnTo>
                <a:lnTo>
                  <a:pt x="2630424" y="123444"/>
                </a:lnTo>
                <a:lnTo>
                  <a:pt x="2609088" y="144780"/>
                </a:lnTo>
                <a:lnTo>
                  <a:pt x="2371344" y="144780"/>
                </a:lnTo>
                <a:lnTo>
                  <a:pt x="2385060" y="158496"/>
                </a:lnTo>
                <a:lnTo>
                  <a:pt x="2393340" y="156502"/>
                </a:lnTo>
                <a:lnTo>
                  <a:pt x="2402205" y="155067"/>
                </a:lnTo>
                <a:lnTo>
                  <a:pt x="2411628" y="154216"/>
                </a:lnTo>
                <a:lnTo>
                  <a:pt x="2421636" y="153924"/>
                </a:lnTo>
                <a:lnTo>
                  <a:pt x="2506980" y="153924"/>
                </a:lnTo>
                <a:lnTo>
                  <a:pt x="2506980" y="312420"/>
                </a:lnTo>
                <a:lnTo>
                  <a:pt x="2497810" y="308419"/>
                </a:lnTo>
                <a:lnTo>
                  <a:pt x="2459113" y="280987"/>
                </a:lnTo>
                <a:lnTo>
                  <a:pt x="2433828" y="248412"/>
                </a:lnTo>
                <a:lnTo>
                  <a:pt x="2455164" y="202692"/>
                </a:lnTo>
                <a:lnTo>
                  <a:pt x="2418588" y="184404"/>
                </a:lnTo>
                <a:lnTo>
                  <a:pt x="2413863" y="228346"/>
                </a:lnTo>
                <a:lnTo>
                  <a:pt x="2403348" y="270510"/>
                </a:lnTo>
                <a:lnTo>
                  <a:pt x="2382316" y="313550"/>
                </a:lnTo>
                <a:lnTo>
                  <a:pt x="2346960" y="356616"/>
                </a:lnTo>
                <a:lnTo>
                  <a:pt x="2350008" y="361188"/>
                </a:lnTo>
                <a:lnTo>
                  <a:pt x="2390292" y="326898"/>
                </a:lnTo>
                <a:lnTo>
                  <a:pt x="2416111" y="289941"/>
                </a:lnTo>
                <a:lnTo>
                  <a:pt x="2430780" y="257556"/>
                </a:lnTo>
                <a:lnTo>
                  <a:pt x="2441079" y="273850"/>
                </a:lnTo>
                <a:lnTo>
                  <a:pt x="2473452" y="312420"/>
                </a:lnTo>
                <a:lnTo>
                  <a:pt x="2518880" y="336219"/>
                </a:lnTo>
                <a:lnTo>
                  <a:pt x="2559431" y="345401"/>
                </a:lnTo>
                <a:lnTo>
                  <a:pt x="2618244" y="350596"/>
                </a:lnTo>
                <a:lnTo>
                  <a:pt x="2654808" y="352044"/>
                </a:lnTo>
                <a:lnTo>
                  <a:pt x="2659380" y="342887"/>
                </a:lnTo>
                <a:lnTo>
                  <a:pt x="2666238" y="335851"/>
                </a:lnTo>
                <a:lnTo>
                  <a:pt x="2675382" y="330835"/>
                </a:lnTo>
                <a:lnTo>
                  <a:pt x="2686812" y="327660"/>
                </a:lnTo>
                <a:lnTo>
                  <a:pt x="2686812" y="324612"/>
                </a:lnTo>
                <a:lnTo>
                  <a:pt x="2686812" y="32156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" name="object 30"/>
          <p:cNvSpPr/>
          <p:nvPr/>
        </p:nvSpPr>
        <p:spPr>
          <a:xfrm>
            <a:off x="6835127" y="3477767"/>
            <a:ext cx="1507490" cy="361315"/>
          </a:xfrm>
          <a:custGeom>
            <a:avLst/>
            <a:gdLst/>
            <a:ahLst/>
            <a:cxnLst/>
            <a:rect l="l" t="t" r="r" b="b"/>
            <a:pathLst>
              <a:path w="1507490" h="361314">
                <a:moveTo>
                  <a:pt x="327660" y="335280"/>
                </a:moveTo>
                <a:lnTo>
                  <a:pt x="295656" y="303276"/>
                </a:lnTo>
                <a:lnTo>
                  <a:pt x="272796" y="326136"/>
                </a:lnTo>
                <a:lnTo>
                  <a:pt x="30480" y="326136"/>
                </a:lnTo>
                <a:lnTo>
                  <a:pt x="30480" y="44196"/>
                </a:lnTo>
                <a:lnTo>
                  <a:pt x="105156" y="44196"/>
                </a:lnTo>
                <a:lnTo>
                  <a:pt x="104203" y="93535"/>
                </a:lnTo>
                <a:lnTo>
                  <a:pt x="102108" y="137160"/>
                </a:lnTo>
                <a:lnTo>
                  <a:pt x="96202" y="175641"/>
                </a:lnTo>
                <a:lnTo>
                  <a:pt x="79133" y="230416"/>
                </a:lnTo>
                <a:lnTo>
                  <a:pt x="57937" y="269278"/>
                </a:lnTo>
                <a:lnTo>
                  <a:pt x="44196" y="289560"/>
                </a:lnTo>
                <a:lnTo>
                  <a:pt x="48768" y="294132"/>
                </a:lnTo>
                <a:lnTo>
                  <a:pt x="81915" y="253746"/>
                </a:lnTo>
                <a:lnTo>
                  <a:pt x="103632" y="213360"/>
                </a:lnTo>
                <a:lnTo>
                  <a:pt x="116395" y="173736"/>
                </a:lnTo>
                <a:lnTo>
                  <a:pt x="123444" y="134112"/>
                </a:lnTo>
                <a:lnTo>
                  <a:pt x="125539" y="90868"/>
                </a:lnTo>
                <a:lnTo>
                  <a:pt x="126492" y="44196"/>
                </a:lnTo>
                <a:lnTo>
                  <a:pt x="190500" y="44196"/>
                </a:lnTo>
                <a:lnTo>
                  <a:pt x="190500" y="239268"/>
                </a:lnTo>
                <a:lnTo>
                  <a:pt x="191363" y="253517"/>
                </a:lnTo>
                <a:lnTo>
                  <a:pt x="196215" y="264033"/>
                </a:lnTo>
                <a:lnTo>
                  <a:pt x="205079" y="270560"/>
                </a:lnTo>
                <a:lnTo>
                  <a:pt x="217932" y="272796"/>
                </a:lnTo>
                <a:lnTo>
                  <a:pt x="274320" y="272796"/>
                </a:lnTo>
                <a:lnTo>
                  <a:pt x="288925" y="272249"/>
                </a:lnTo>
                <a:lnTo>
                  <a:pt x="300799" y="268414"/>
                </a:lnTo>
                <a:lnTo>
                  <a:pt x="310121" y="261442"/>
                </a:lnTo>
                <a:lnTo>
                  <a:pt x="316992" y="251460"/>
                </a:lnTo>
                <a:lnTo>
                  <a:pt x="309854" y="249174"/>
                </a:lnTo>
                <a:lnTo>
                  <a:pt x="304419" y="244602"/>
                </a:lnTo>
                <a:lnTo>
                  <a:pt x="296608" y="207073"/>
                </a:lnTo>
                <a:lnTo>
                  <a:pt x="295656" y="184404"/>
                </a:lnTo>
                <a:lnTo>
                  <a:pt x="288036" y="184404"/>
                </a:lnTo>
                <a:lnTo>
                  <a:pt x="287134" y="196723"/>
                </a:lnTo>
                <a:lnTo>
                  <a:pt x="285902" y="220205"/>
                </a:lnTo>
                <a:lnTo>
                  <a:pt x="284988" y="231648"/>
                </a:lnTo>
                <a:lnTo>
                  <a:pt x="283235" y="241681"/>
                </a:lnTo>
                <a:lnTo>
                  <a:pt x="280035" y="248983"/>
                </a:lnTo>
                <a:lnTo>
                  <a:pt x="275132" y="253733"/>
                </a:lnTo>
                <a:lnTo>
                  <a:pt x="268224" y="256032"/>
                </a:lnTo>
                <a:lnTo>
                  <a:pt x="227076" y="256032"/>
                </a:lnTo>
                <a:lnTo>
                  <a:pt x="219964" y="254304"/>
                </a:lnTo>
                <a:lnTo>
                  <a:pt x="214693" y="248983"/>
                </a:lnTo>
                <a:lnTo>
                  <a:pt x="211442" y="239966"/>
                </a:lnTo>
                <a:lnTo>
                  <a:pt x="210312" y="227076"/>
                </a:lnTo>
                <a:lnTo>
                  <a:pt x="210312" y="44196"/>
                </a:lnTo>
                <a:lnTo>
                  <a:pt x="315468" y="44196"/>
                </a:lnTo>
                <a:lnTo>
                  <a:pt x="288036" y="13716"/>
                </a:lnTo>
                <a:lnTo>
                  <a:pt x="265176" y="35052"/>
                </a:lnTo>
                <a:lnTo>
                  <a:pt x="30480" y="35052"/>
                </a:lnTo>
                <a:lnTo>
                  <a:pt x="7620" y="22860"/>
                </a:lnTo>
                <a:lnTo>
                  <a:pt x="7861" y="44323"/>
                </a:lnTo>
                <a:lnTo>
                  <a:pt x="8915" y="86093"/>
                </a:lnTo>
                <a:lnTo>
                  <a:pt x="9144" y="106680"/>
                </a:lnTo>
                <a:lnTo>
                  <a:pt x="9144" y="320040"/>
                </a:lnTo>
                <a:lnTo>
                  <a:pt x="0" y="329184"/>
                </a:lnTo>
                <a:lnTo>
                  <a:pt x="21336" y="348996"/>
                </a:lnTo>
                <a:lnTo>
                  <a:pt x="32004" y="335280"/>
                </a:lnTo>
                <a:lnTo>
                  <a:pt x="327660" y="335280"/>
                </a:lnTo>
                <a:close/>
              </a:path>
              <a:path w="1507490" h="361314">
                <a:moveTo>
                  <a:pt x="568452" y="44196"/>
                </a:moveTo>
                <a:lnTo>
                  <a:pt x="544068" y="16764"/>
                </a:lnTo>
                <a:lnTo>
                  <a:pt x="525780" y="35052"/>
                </a:lnTo>
                <a:lnTo>
                  <a:pt x="481584" y="35052"/>
                </a:lnTo>
                <a:lnTo>
                  <a:pt x="481584" y="44196"/>
                </a:lnTo>
                <a:lnTo>
                  <a:pt x="481584" y="92964"/>
                </a:lnTo>
                <a:lnTo>
                  <a:pt x="458724" y="92964"/>
                </a:lnTo>
                <a:lnTo>
                  <a:pt x="458724" y="44196"/>
                </a:lnTo>
                <a:lnTo>
                  <a:pt x="481584" y="44196"/>
                </a:lnTo>
                <a:lnTo>
                  <a:pt x="481584" y="35052"/>
                </a:lnTo>
                <a:lnTo>
                  <a:pt x="370332" y="35052"/>
                </a:lnTo>
                <a:lnTo>
                  <a:pt x="384048" y="48768"/>
                </a:lnTo>
                <a:lnTo>
                  <a:pt x="393192" y="46774"/>
                </a:lnTo>
                <a:lnTo>
                  <a:pt x="402336" y="45339"/>
                </a:lnTo>
                <a:lnTo>
                  <a:pt x="411480" y="44488"/>
                </a:lnTo>
                <a:lnTo>
                  <a:pt x="420624" y="44196"/>
                </a:lnTo>
                <a:lnTo>
                  <a:pt x="440436" y="44196"/>
                </a:lnTo>
                <a:lnTo>
                  <a:pt x="440436" y="92964"/>
                </a:lnTo>
                <a:lnTo>
                  <a:pt x="440436" y="102108"/>
                </a:lnTo>
                <a:lnTo>
                  <a:pt x="438962" y="136093"/>
                </a:lnTo>
                <a:lnTo>
                  <a:pt x="434340" y="164782"/>
                </a:lnTo>
                <a:lnTo>
                  <a:pt x="426300" y="188048"/>
                </a:lnTo>
                <a:lnTo>
                  <a:pt x="414528" y="205740"/>
                </a:lnTo>
                <a:lnTo>
                  <a:pt x="414528" y="102108"/>
                </a:lnTo>
                <a:lnTo>
                  <a:pt x="440436" y="102108"/>
                </a:lnTo>
                <a:lnTo>
                  <a:pt x="440436" y="92964"/>
                </a:lnTo>
                <a:lnTo>
                  <a:pt x="414528" y="92964"/>
                </a:lnTo>
                <a:lnTo>
                  <a:pt x="393192" y="80772"/>
                </a:lnTo>
                <a:lnTo>
                  <a:pt x="394081" y="108204"/>
                </a:lnTo>
                <a:lnTo>
                  <a:pt x="394525" y="140208"/>
                </a:lnTo>
                <a:lnTo>
                  <a:pt x="394639" y="164782"/>
                </a:lnTo>
                <a:lnTo>
                  <a:pt x="394525" y="295465"/>
                </a:lnTo>
                <a:lnTo>
                  <a:pt x="394081" y="327025"/>
                </a:lnTo>
                <a:lnTo>
                  <a:pt x="393192" y="353568"/>
                </a:lnTo>
                <a:lnTo>
                  <a:pt x="414528" y="345948"/>
                </a:lnTo>
                <a:lnTo>
                  <a:pt x="414528" y="313944"/>
                </a:lnTo>
                <a:lnTo>
                  <a:pt x="525780" y="313944"/>
                </a:lnTo>
                <a:lnTo>
                  <a:pt x="525780" y="352044"/>
                </a:lnTo>
                <a:lnTo>
                  <a:pt x="547116" y="341376"/>
                </a:lnTo>
                <a:lnTo>
                  <a:pt x="546379" y="316687"/>
                </a:lnTo>
                <a:lnTo>
                  <a:pt x="546341" y="313944"/>
                </a:lnTo>
                <a:lnTo>
                  <a:pt x="546227" y="304800"/>
                </a:lnTo>
                <a:lnTo>
                  <a:pt x="545922" y="280936"/>
                </a:lnTo>
                <a:lnTo>
                  <a:pt x="545757" y="245364"/>
                </a:lnTo>
                <a:lnTo>
                  <a:pt x="545706" y="236220"/>
                </a:lnTo>
                <a:lnTo>
                  <a:pt x="545630" y="185928"/>
                </a:lnTo>
                <a:lnTo>
                  <a:pt x="545592" y="106680"/>
                </a:lnTo>
                <a:lnTo>
                  <a:pt x="550926" y="102108"/>
                </a:lnTo>
                <a:lnTo>
                  <a:pt x="556260" y="97536"/>
                </a:lnTo>
                <a:lnTo>
                  <a:pt x="550926" y="92964"/>
                </a:lnTo>
                <a:lnTo>
                  <a:pt x="534924" y="79248"/>
                </a:lnTo>
                <a:lnTo>
                  <a:pt x="525780" y="91008"/>
                </a:lnTo>
                <a:lnTo>
                  <a:pt x="525780" y="304800"/>
                </a:lnTo>
                <a:lnTo>
                  <a:pt x="414528" y="304800"/>
                </a:lnTo>
                <a:lnTo>
                  <a:pt x="414528" y="245364"/>
                </a:lnTo>
                <a:lnTo>
                  <a:pt x="525780" y="245364"/>
                </a:lnTo>
                <a:lnTo>
                  <a:pt x="525780" y="236220"/>
                </a:lnTo>
                <a:lnTo>
                  <a:pt x="414528" y="236220"/>
                </a:lnTo>
                <a:lnTo>
                  <a:pt x="414528" y="214884"/>
                </a:lnTo>
                <a:lnTo>
                  <a:pt x="424091" y="205740"/>
                </a:lnTo>
                <a:lnTo>
                  <a:pt x="434301" y="195986"/>
                </a:lnTo>
                <a:lnTo>
                  <a:pt x="448056" y="171069"/>
                </a:lnTo>
                <a:lnTo>
                  <a:pt x="456107" y="139877"/>
                </a:lnTo>
                <a:lnTo>
                  <a:pt x="458724" y="102108"/>
                </a:lnTo>
                <a:lnTo>
                  <a:pt x="481584" y="102108"/>
                </a:lnTo>
                <a:lnTo>
                  <a:pt x="481672" y="181356"/>
                </a:lnTo>
                <a:lnTo>
                  <a:pt x="504444" y="202692"/>
                </a:lnTo>
                <a:lnTo>
                  <a:pt x="525780" y="202692"/>
                </a:lnTo>
                <a:lnTo>
                  <a:pt x="525780" y="185928"/>
                </a:lnTo>
                <a:lnTo>
                  <a:pt x="502920" y="185928"/>
                </a:lnTo>
                <a:lnTo>
                  <a:pt x="499872" y="181356"/>
                </a:lnTo>
                <a:lnTo>
                  <a:pt x="499872" y="102108"/>
                </a:lnTo>
                <a:lnTo>
                  <a:pt x="525780" y="102108"/>
                </a:lnTo>
                <a:lnTo>
                  <a:pt x="525780" y="91008"/>
                </a:lnTo>
                <a:lnTo>
                  <a:pt x="524256" y="92964"/>
                </a:lnTo>
                <a:lnTo>
                  <a:pt x="499872" y="92964"/>
                </a:lnTo>
                <a:lnTo>
                  <a:pt x="499872" y="44196"/>
                </a:lnTo>
                <a:lnTo>
                  <a:pt x="568452" y="44196"/>
                </a:lnTo>
                <a:close/>
              </a:path>
              <a:path w="1507490" h="361314">
                <a:moveTo>
                  <a:pt x="729996" y="316992"/>
                </a:moveTo>
                <a:lnTo>
                  <a:pt x="711136" y="275272"/>
                </a:lnTo>
                <a:lnTo>
                  <a:pt x="710184" y="246888"/>
                </a:lnTo>
                <a:lnTo>
                  <a:pt x="702564" y="246888"/>
                </a:lnTo>
                <a:lnTo>
                  <a:pt x="699135" y="296608"/>
                </a:lnTo>
                <a:lnTo>
                  <a:pt x="690372" y="321564"/>
                </a:lnTo>
                <a:lnTo>
                  <a:pt x="621792" y="321564"/>
                </a:lnTo>
                <a:lnTo>
                  <a:pt x="610920" y="320065"/>
                </a:lnTo>
                <a:lnTo>
                  <a:pt x="603313" y="315277"/>
                </a:lnTo>
                <a:lnTo>
                  <a:pt x="598868" y="306781"/>
                </a:lnTo>
                <a:lnTo>
                  <a:pt x="597408" y="294132"/>
                </a:lnTo>
                <a:lnTo>
                  <a:pt x="597408" y="153924"/>
                </a:lnTo>
                <a:lnTo>
                  <a:pt x="679704" y="153924"/>
                </a:lnTo>
                <a:lnTo>
                  <a:pt x="679704" y="175260"/>
                </a:lnTo>
                <a:lnTo>
                  <a:pt x="701040" y="166116"/>
                </a:lnTo>
                <a:lnTo>
                  <a:pt x="700557" y="153924"/>
                </a:lnTo>
                <a:lnTo>
                  <a:pt x="700176" y="144780"/>
                </a:lnTo>
                <a:lnTo>
                  <a:pt x="699706" y="117729"/>
                </a:lnTo>
                <a:lnTo>
                  <a:pt x="699541" y="85966"/>
                </a:lnTo>
                <a:lnTo>
                  <a:pt x="699516" y="48768"/>
                </a:lnTo>
                <a:lnTo>
                  <a:pt x="704850" y="44196"/>
                </a:lnTo>
                <a:lnTo>
                  <a:pt x="710184" y="39624"/>
                </a:lnTo>
                <a:lnTo>
                  <a:pt x="687324" y="21336"/>
                </a:lnTo>
                <a:lnTo>
                  <a:pt x="676656" y="35052"/>
                </a:lnTo>
                <a:lnTo>
                  <a:pt x="569976" y="35052"/>
                </a:lnTo>
                <a:lnTo>
                  <a:pt x="583692" y="48768"/>
                </a:lnTo>
                <a:lnTo>
                  <a:pt x="591985" y="46774"/>
                </a:lnTo>
                <a:lnTo>
                  <a:pt x="600837" y="45339"/>
                </a:lnTo>
                <a:lnTo>
                  <a:pt x="610273" y="44488"/>
                </a:lnTo>
                <a:lnTo>
                  <a:pt x="620268" y="44196"/>
                </a:lnTo>
                <a:lnTo>
                  <a:pt x="679704" y="44196"/>
                </a:lnTo>
                <a:lnTo>
                  <a:pt x="679704" y="144780"/>
                </a:lnTo>
                <a:lnTo>
                  <a:pt x="597408" y="144780"/>
                </a:lnTo>
                <a:lnTo>
                  <a:pt x="576072" y="131064"/>
                </a:lnTo>
                <a:lnTo>
                  <a:pt x="576313" y="155384"/>
                </a:lnTo>
                <a:lnTo>
                  <a:pt x="576834" y="191833"/>
                </a:lnTo>
                <a:lnTo>
                  <a:pt x="577367" y="240588"/>
                </a:lnTo>
                <a:lnTo>
                  <a:pt x="577596" y="301752"/>
                </a:lnTo>
                <a:lnTo>
                  <a:pt x="579056" y="318617"/>
                </a:lnTo>
                <a:lnTo>
                  <a:pt x="585787" y="330327"/>
                </a:lnTo>
                <a:lnTo>
                  <a:pt x="597966" y="336905"/>
                </a:lnTo>
                <a:lnTo>
                  <a:pt x="615696" y="338328"/>
                </a:lnTo>
                <a:lnTo>
                  <a:pt x="694944" y="338328"/>
                </a:lnTo>
                <a:lnTo>
                  <a:pt x="706424" y="337146"/>
                </a:lnTo>
                <a:lnTo>
                  <a:pt x="715899" y="333375"/>
                </a:lnTo>
                <a:lnTo>
                  <a:pt x="723671" y="326758"/>
                </a:lnTo>
                <a:lnTo>
                  <a:pt x="727036" y="321564"/>
                </a:lnTo>
                <a:lnTo>
                  <a:pt x="729996" y="316992"/>
                </a:lnTo>
                <a:close/>
              </a:path>
              <a:path w="1507490" h="361314">
                <a:moveTo>
                  <a:pt x="1068324" y="71640"/>
                </a:moveTo>
                <a:lnTo>
                  <a:pt x="1062228" y="65544"/>
                </a:lnTo>
                <a:lnTo>
                  <a:pt x="1046988" y="50304"/>
                </a:lnTo>
                <a:lnTo>
                  <a:pt x="1031748" y="65544"/>
                </a:lnTo>
                <a:lnTo>
                  <a:pt x="864108" y="65544"/>
                </a:lnTo>
                <a:lnTo>
                  <a:pt x="875588" y="48133"/>
                </a:lnTo>
                <a:lnTo>
                  <a:pt x="885063" y="34874"/>
                </a:lnTo>
                <a:lnTo>
                  <a:pt x="892835" y="25895"/>
                </a:lnTo>
                <a:lnTo>
                  <a:pt x="899160" y="21348"/>
                </a:lnTo>
                <a:lnTo>
                  <a:pt x="868680" y="3060"/>
                </a:lnTo>
                <a:lnTo>
                  <a:pt x="850201" y="45339"/>
                </a:lnTo>
                <a:lnTo>
                  <a:pt x="826008" y="89928"/>
                </a:lnTo>
                <a:lnTo>
                  <a:pt x="795337" y="135458"/>
                </a:lnTo>
                <a:lnTo>
                  <a:pt x="758952" y="179844"/>
                </a:lnTo>
                <a:lnTo>
                  <a:pt x="763524" y="184416"/>
                </a:lnTo>
                <a:lnTo>
                  <a:pt x="789241" y="161912"/>
                </a:lnTo>
                <a:lnTo>
                  <a:pt x="813816" y="135839"/>
                </a:lnTo>
                <a:lnTo>
                  <a:pt x="837247" y="106616"/>
                </a:lnTo>
                <a:lnTo>
                  <a:pt x="859536" y="74688"/>
                </a:lnTo>
                <a:lnTo>
                  <a:pt x="1034796" y="74688"/>
                </a:lnTo>
                <a:lnTo>
                  <a:pt x="1034224" y="144094"/>
                </a:lnTo>
                <a:lnTo>
                  <a:pt x="1032510" y="194513"/>
                </a:lnTo>
                <a:lnTo>
                  <a:pt x="1025652" y="237756"/>
                </a:lnTo>
                <a:lnTo>
                  <a:pt x="1014984" y="243852"/>
                </a:lnTo>
                <a:lnTo>
                  <a:pt x="1008888" y="243852"/>
                </a:lnTo>
                <a:lnTo>
                  <a:pt x="1003173" y="243560"/>
                </a:lnTo>
                <a:lnTo>
                  <a:pt x="995172" y="242709"/>
                </a:lnTo>
                <a:lnTo>
                  <a:pt x="984885" y="241274"/>
                </a:lnTo>
                <a:lnTo>
                  <a:pt x="972312" y="239280"/>
                </a:lnTo>
                <a:lnTo>
                  <a:pt x="972312" y="245376"/>
                </a:lnTo>
                <a:lnTo>
                  <a:pt x="988364" y="250774"/>
                </a:lnTo>
                <a:lnTo>
                  <a:pt x="1000125" y="257759"/>
                </a:lnTo>
                <a:lnTo>
                  <a:pt x="1007897" y="266153"/>
                </a:lnTo>
                <a:lnTo>
                  <a:pt x="1011936" y="275856"/>
                </a:lnTo>
                <a:lnTo>
                  <a:pt x="1023366" y="270992"/>
                </a:lnTo>
                <a:lnTo>
                  <a:pt x="1050798" y="233184"/>
                </a:lnTo>
                <a:lnTo>
                  <a:pt x="1053084" y="199847"/>
                </a:lnTo>
                <a:lnTo>
                  <a:pt x="1054214" y="177647"/>
                </a:lnTo>
                <a:lnTo>
                  <a:pt x="1055179" y="150507"/>
                </a:lnTo>
                <a:lnTo>
                  <a:pt x="1055878" y="118211"/>
                </a:lnTo>
                <a:lnTo>
                  <a:pt x="1056132" y="80784"/>
                </a:lnTo>
                <a:lnTo>
                  <a:pt x="1064260" y="74688"/>
                </a:lnTo>
                <a:lnTo>
                  <a:pt x="1068324" y="71640"/>
                </a:lnTo>
                <a:close/>
              </a:path>
              <a:path w="1507490" h="361314">
                <a:moveTo>
                  <a:pt x="1117092" y="318528"/>
                </a:moveTo>
                <a:lnTo>
                  <a:pt x="1093685" y="275856"/>
                </a:lnTo>
                <a:lnTo>
                  <a:pt x="1091184" y="239280"/>
                </a:lnTo>
                <a:lnTo>
                  <a:pt x="1083564" y="239280"/>
                </a:lnTo>
                <a:lnTo>
                  <a:pt x="1083284" y="263867"/>
                </a:lnTo>
                <a:lnTo>
                  <a:pt x="1082421" y="282905"/>
                </a:lnTo>
                <a:lnTo>
                  <a:pt x="1080998" y="296494"/>
                </a:lnTo>
                <a:lnTo>
                  <a:pt x="1078992" y="304812"/>
                </a:lnTo>
                <a:lnTo>
                  <a:pt x="1077468" y="312432"/>
                </a:lnTo>
                <a:lnTo>
                  <a:pt x="1033157" y="325856"/>
                </a:lnTo>
                <a:lnTo>
                  <a:pt x="1013460" y="326148"/>
                </a:lnTo>
                <a:lnTo>
                  <a:pt x="925068" y="326148"/>
                </a:lnTo>
                <a:lnTo>
                  <a:pt x="875144" y="323570"/>
                </a:lnTo>
                <a:lnTo>
                  <a:pt x="853440" y="294144"/>
                </a:lnTo>
                <a:lnTo>
                  <a:pt x="853440" y="217944"/>
                </a:lnTo>
                <a:lnTo>
                  <a:pt x="952500" y="217944"/>
                </a:lnTo>
                <a:lnTo>
                  <a:pt x="952500" y="234708"/>
                </a:lnTo>
                <a:lnTo>
                  <a:pt x="973836" y="228612"/>
                </a:lnTo>
                <a:lnTo>
                  <a:pt x="973620" y="217944"/>
                </a:lnTo>
                <a:lnTo>
                  <a:pt x="973340" y="208800"/>
                </a:lnTo>
                <a:lnTo>
                  <a:pt x="973074" y="199847"/>
                </a:lnTo>
                <a:lnTo>
                  <a:pt x="972566" y="176072"/>
                </a:lnTo>
                <a:lnTo>
                  <a:pt x="972312" y="144792"/>
                </a:lnTo>
                <a:lnTo>
                  <a:pt x="979284" y="138696"/>
                </a:lnTo>
                <a:lnTo>
                  <a:pt x="984504" y="134124"/>
                </a:lnTo>
                <a:lnTo>
                  <a:pt x="978408" y="129552"/>
                </a:lnTo>
                <a:lnTo>
                  <a:pt x="960120" y="115836"/>
                </a:lnTo>
                <a:lnTo>
                  <a:pt x="952500" y="127266"/>
                </a:lnTo>
                <a:lnTo>
                  <a:pt x="952500" y="138696"/>
                </a:lnTo>
                <a:lnTo>
                  <a:pt x="952500" y="208800"/>
                </a:lnTo>
                <a:lnTo>
                  <a:pt x="853440" y="208800"/>
                </a:lnTo>
                <a:lnTo>
                  <a:pt x="853440" y="138696"/>
                </a:lnTo>
                <a:lnTo>
                  <a:pt x="952500" y="138696"/>
                </a:lnTo>
                <a:lnTo>
                  <a:pt x="952500" y="127266"/>
                </a:lnTo>
                <a:lnTo>
                  <a:pt x="950976" y="129552"/>
                </a:lnTo>
                <a:lnTo>
                  <a:pt x="854964" y="129552"/>
                </a:lnTo>
                <a:lnTo>
                  <a:pt x="832104" y="117360"/>
                </a:lnTo>
                <a:lnTo>
                  <a:pt x="832993" y="136169"/>
                </a:lnTo>
                <a:lnTo>
                  <a:pt x="833437" y="155841"/>
                </a:lnTo>
                <a:lnTo>
                  <a:pt x="833615" y="184416"/>
                </a:lnTo>
                <a:lnTo>
                  <a:pt x="833628" y="297192"/>
                </a:lnTo>
                <a:lnTo>
                  <a:pt x="835088" y="314350"/>
                </a:lnTo>
                <a:lnTo>
                  <a:pt x="872350" y="341858"/>
                </a:lnTo>
                <a:lnTo>
                  <a:pt x="945286" y="344665"/>
                </a:lnTo>
                <a:lnTo>
                  <a:pt x="989152" y="345719"/>
                </a:lnTo>
                <a:lnTo>
                  <a:pt x="1034224" y="345668"/>
                </a:lnTo>
                <a:lnTo>
                  <a:pt x="1080516" y="341388"/>
                </a:lnTo>
                <a:lnTo>
                  <a:pt x="1110272" y="326148"/>
                </a:lnTo>
                <a:lnTo>
                  <a:pt x="1117092" y="318528"/>
                </a:lnTo>
                <a:close/>
              </a:path>
              <a:path w="1507490" h="361314">
                <a:moveTo>
                  <a:pt x="1354836" y="120396"/>
                </a:moveTo>
                <a:lnTo>
                  <a:pt x="1352003" y="112712"/>
                </a:lnTo>
                <a:lnTo>
                  <a:pt x="1343596" y="103441"/>
                </a:lnTo>
                <a:lnTo>
                  <a:pt x="1329766" y="92760"/>
                </a:lnTo>
                <a:lnTo>
                  <a:pt x="1310640" y="80772"/>
                </a:lnTo>
                <a:lnTo>
                  <a:pt x="1306068" y="85344"/>
                </a:lnTo>
                <a:lnTo>
                  <a:pt x="1315262" y="97396"/>
                </a:lnTo>
                <a:lnTo>
                  <a:pt x="1322451" y="108585"/>
                </a:lnTo>
                <a:lnTo>
                  <a:pt x="1327937" y="119214"/>
                </a:lnTo>
                <a:lnTo>
                  <a:pt x="1331976" y="129540"/>
                </a:lnTo>
                <a:lnTo>
                  <a:pt x="1333500" y="138684"/>
                </a:lnTo>
                <a:lnTo>
                  <a:pt x="1336548" y="143256"/>
                </a:lnTo>
                <a:lnTo>
                  <a:pt x="1342644" y="143256"/>
                </a:lnTo>
                <a:lnTo>
                  <a:pt x="1345692" y="141732"/>
                </a:lnTo>
                <a:lnTo>
                  <a:pt x="1350264" y="138684"/>
                </a:lnTo>
                <a:lnTo>
                  <a:pt x="1353312" y="135636"/>
                </a:lnTo>
                <a:lnTo>
                  <a:pt x="1354836" y="129540"/>
                </a:lnTo>
                <a:lnTo>
                  <a:pt x="1354836" y="120396"/>
                </a:lnTo>
                <a:close/>
              </a:path>
              <a:path w="1507490" h="361314">
                <a:moveTo>
                  <a:pt x="1420368" y="163068"/>
                </a:moveTo>
                <a:lnTo>
                  <a:pt x="1395984" y="140208"/>
                </a:lnTo>
                <a:lnTo>
                  <a:pt x="1380744" y="155448"/>
                </a:lnTo>
                <a:lnTo>
                  <a:pt x="1226820" y="155448"/>
                </a:lnTo>
                <a:lnTo>
                  <a:pt x="1240536" y="169164"/>
                </a:lnTo>
                <a:lnTo>
                  <a:pt x="1248829" y="167170"/>
                </a:lnTo>
                <a:lnTo>
                  <a:pt x="1257681" y="165735"/>
                </a:lnTo>
                <a:lnTo>
                  <a:pt x="1267117" y="164884"/>
                </a:lnTo>
                <a:lnTo>
                  <a:pt x="1277112" y="164592"/>
                </a:lnTo>
                <a:lnTo>
                  <a:pt x="1382268" y="164592"/>
                </a:lnTo>
                <a:lnTo>
                  <a:pt x="1345692" y="222504"/>
                </a:lnTo>
                <a:lnTo>
                  <a:pt x="1365504" y="228600"/>
                </a:lnTo>
                <a:lnTo>
                  <a:pt x="1387602" y="195262"/>
                </a:lnTo>
                <a:lnTo>
                  <a:pt x="1417828" y="164592"/>
                </a:lnTo>
                <a:lnTo>
                  <a:pt x="1420368" y="163068"/>
                </a:lnTo>
                <a:close/>
              </a:path>
              <a:path w="1507490" h="361314">
                <a:moveTo>
                  <a:pt x="1435608" y="240792"/>
                </a:moveTo>
                <a:lnTo>
                  <a:pt x="1429512" y="234696"/>
                </a:lnTo>
                <a:lnTo>
                  <a:pt x="1414272" y="219456"/>
                </a:lnTo>
                <a:lnTo>
                  <a:pt x="1402080" y="231648"/>
                </a:lnTo>
                <a:lnTo>
                  <a:pt x="1402080" y="243840"/>
                </a:lnTo>
                <a:lnTo>
                  <a:pt x="1402080" y="318516"/>
                </a:lnTo>
                <a:lnTo>
                  <a:pt x="1254252" y="318516"/>
                </a:lnTo>
                <a:lnTo>
                  <a:pt x="1254252" y="243840"/>
                </a:lnTo>
                <a:lnTo>
                  <a:pt x="1402080" y="243840"/>
                </a:lnTo>
                <a:lnTo>
                  <a:pt x="1402080" y="231648"/>
                </a:lnTo>
                <a:lnTo>
                  <a:pt x="1399032" y="234696"/>
                </a:lnTo>
                <a:lnTo>
                  <a:pt x="1254252" y="234696"/>
                </a:lnTo>
                <a:lnTo>
                  <a:pt x="1231392" y="222504"/>
                </a:lnTo>
                <a:lnTo>
                  <a:pt x="1231671" y="240792"/>
                </a:lnTo>
                <a:lnTo>
                  <a:pt x="1232687" y="273939"/>
                </a:lnTo>
                <a:lnTo>
                  <a:pt x="1232916" y="291084"/>
                </a:lnTo>
                <a:lnTo>
                  <a:pt x="1232687" y="308254"/>
                </a:lnTo>
                <a:lnTo>
                  <a:pt x="1231633" y="343166"/>
                </a:lnTo>
                <a:lnTo>
                  <a:pt x="1231392" y="361188"/>
                </a:lnTo>
                <a:lnTo>
                  <a:pt x="1254252" y="352044"/>
                </a:lnTo>
                <a:lnTo>
                  <a:pt x="1254252" y="327660"/>
                </a:lnTo>
                <a:lnTo>
                  <a:pt x="1402080" y="327660"/>
                </a:lnTo>
                <a:lnTo>
                  <a:pt x="1402080" y="361188"/>
                </a:lnTo>
                <a:lnTo>
                  <a:pt x="1424940" y="350520"/>
                </a:lnTo>
                <a:lnTo>
                  <a:pt x="1424063" y="341909"/>
                </a:lnTo>
                <a:lnTo>
                  <a:pt x="1423606" y="334137"/>
                </a:lnTo>
                <a:lnTo>
                  <a:pt x="1423466" y="327660"/>
                </a:lnTo>
                <a:lnTo>
                  <a:pt x="1423416" y="318516"/>
                </a:lnTo>
                <a:lnTo>
                  <a:pt x="1423416" y="249936"/>
                </a:lnTo>
                <a:lnTo>
                  <a:pt x="1431544" y="243840"/>
                </a:lnTo>
                <a:lnTo>
                  <a:pt x="1435608" y="240792"/>
                </a:lnTo>
                <a:close/>
              </a:path>
              <a:path w="1507490" h="361314">
                <a:moveTo>
                  <a:pt x="1507236" y="114300"/>
                </a:moveTo>
                <a:lnTo>
                  <a:pt x="1467612" y="107632"/>
                </a:lnTo>
                <a:lnTo>
                  <a:pt x="1423416" y="92964"/>
                </a:lnTo>
                <a:lnTo>
                  <a:pt x="1378839" y="67818"/>
                </a:lnTo>
                <a:lnTo>
                  <a:pt x="1342567" y="35052"/>
                </a:lnTo>
                <a:lnTo>
                  <a:pt x="1336548" y="28956"/>
                </a:lnTo>
                <a:lnTo>
                  <a:pt x="1351788" y="21336"/>
                </a:lnTo>
                <a:lnTo>
                  <a:pt x="1324356" y="0"/>
                </a:lnTo>
                <a:lnTo>
                  <a:pt x="1310627" y="21704"/>
                </a:lnTo>
                <a:lnTo>
                  <a:pt x="1294447" y="43243"/>
                </a:lnTo>
                <a:lnTo>
                  <a:pt x="1254252" y="85344"/>
                </a:lnTo>
                <a:lnTo>
                  <a:pt x="1206436" y="122682"/>
                </a:lnTo>
                <a:lnTo>
                  <a:pt x="1150620" y="155448"/>
                </a:lnTo>
                <a:lnTo>
                  <a:pt x="1152144" y="161544"/>
                </a:lnTo>
                <a:lnTo>
                  <a:pt x="1188339" y="145732"/>
                </a:lnTo>
                <a:lnTo>
                  <a:pt x="1231392" y="121920"/>
                </a:lnTo>
                <a:lnTo>
                  <a:pt x="1279398" y="86487"/>
                </a:lnTo>
                <a:lnTo>
                  <a:pt x="1331976" y="35052"/>
                </a:lnTo>
                <a:lnTo>
                  <a:pt x="1343126" y="49898"/>
                </a:lnTo>
                <a:lnTo>
                  <a:pt x="1370558" y="78994"/>
                </a:lnTo>
                <a:lnTo>
                  <a:pt x="1405394" y="106349"/>
                </a:lnTo>
                <a:lnTo>
                  <a:pt x="1450492" y="130263"/>
                </a:lnTo>
                <a:lnTo>
                  <a:pt x="1476756" y="140208"/>
                </a:lnTo>
                <a:lnTo>
                  <a:pt x="1482166" y="131953"/>
                </a:lnTo>
                <a:lnTo>
                  <a:pt x="1489138" y="125539"/>
                </a:lnTo>
                <a:lnTo>
                  <a:pt x="1497545" y="121145"/>
                </a:lnTo>
                <a:lnTo>
                  <a:pt x="1507236" y="118872"/>
                </a:lnTo>
                <a:lnTo>
                  <a:pt x="1507236" y="11430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" name="object 31"/>
          <p:cNvSpPr/>
          <p:nvPr/>
        </p:nvSpPr>
        <p:spPr>
          <a:xfrm>
            <a:off x="8410955" y="3488435"/>
            <a:ext cx="289560" cy="349250"/>
          </a:xfrm>
          <a:custGeom>
            <a:avLst/>
            <a:gdLst/>
            <a:ahLst/>
            <a:cxnLst/>
            <a:rect l="l" t="t" r="r" b="b"/>
            <a:pathLst>
              <a:path w="289559" h="349250">
                <a:moveTo>
                  <a:pt x="118872" y="348996"/>
                </a:moveTo>
                <a:lnTo>
                  <a:pt x="116038" y="337899"/>
                </a:lnTo>
                <a:lnTo>
                  <a:pt x="105346" y="327659"/>
                </a:lnTo>
                <a:lnTo>
                  <a:pt x="86939" y="318563"/>
                </a:lnTo>
                <a:lnTo>
                  <a:pt x="60960" y="310896"/>
                </a:lnTo>
                <a:lnTo>
                  <a:pt x="62484" y="303276"/>
                </a:lnTo>
                <a:lnTo>
                  <a:pt x="94488" y="307467"/>
                </a:lnTo>
                <a:lnTo>
                  <a:pt x="107061" y="308848"/>
                </a:lnTo>
                <a:lnTo>
                  <a:pt x="117348" y="309372"/>
                </a:lnTo>
                <a:lnTo>
                  <a:pt x="125991" y="307657"/>
                </a:lnTo>
                <a:lnTo>
                  <a:pt x="131635" y="302513"/>
                </a:lnTo>
                <a:lnTo>
                  <a:pt x="134707" y="293941"/>
                </a:lnTo>
                <a:lnTo>
                  <a:pt x="135636" y="281939"/>
                </a:lnTo>
                <a:lnTo>
                  <a:pt x="135636" y="147828"/>
                </a:lnTo>
                <a:lnTo>
                  <a:pt x="135397" y="132135"/>
                </a:lnTo>
                <a:lnTo>
                  <a:pt x="134350" y="103036"/>
                </a:lnTo>
                <a:lnTo>
                  <a:pt x="134112" y="89916"/>
                </a:lnTo>
                <a:lnTo>
                  <a:pt x="155448" y="102108"/>
                </a:lnTo>
                <a:lnTo>
                  <a:pt x="243840" y="24384"/>
                </a:lnTo>
                <a:lnTo>
                  <a:pt x="51816" y="24384"/>
                </a:lnTo>
                <a:lnTo>
                  <a:pt x="41814" y="24669"/>
                </a:lnTo>
                <a:lnTo>
                  <a:pt x="32385" y="25527"/>
                </a:lnTo>
                <a:lnTo>
                  <a:pt x="23526" y="26955"/>
                </a:lnTo>
                <a:lnTo>
                  <a:pt x="15240" y="28956"/>
                </a:lnTo>
                <a:lnTo>
                  <a:pt x="0" y="15240"/>
                </a:lnTo>
                <a:lnTo>
                  <a:pt x="245364" y="15240"/>
                </a:lnTo>
                <a:lnTo>
                  <a:pt x="262128" y="0"/>
                </a:lnTo>
                <a:lnTo>
                  <a:pt x="289560" y="33528"/>
                </a:lnTo>
                <a:lnTo>
                  <a:pt x="270414" y="37242"/>
                </a:lnTo>
                <a:lnTo>
                  <a:pt x="242697" y="50673"/>
                </a:lnTo>
                <a:lnTo>
                  <a:pt x="206406" y="73818"/>
                </a:lnTo>
                <a:lnTo>
                  <a:pt x="161544" y="106680"/>
                </a:lnTo>
                <a:lnTo>
                  <a:pt x="173736" y="115824"/>
                </a:lnTo>
                <a:lnTo>
                  <a:pt x="158496" y="121920"/>
                </a:lnTo>
                <a:lnTo>
                  <a:pt x="158496" y="304800"/>
                </a:lnTo>
                <a:lnTo>
                  <a:pt x="155948" y="318777"/>
                </a:lnTo>
                <a:lnTo>
                  <a:pt x="148399" y="330898"/>
                </a:lnTo>
                <a:lnTo>
                  <a:pt x="135993" y="341018"/>
                </a:lnTo>
                <a:lnTo>
                  <a:pt x="118872" y="34899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" name="object 32"/>
          <p:cNvSpPr/>
          <p:nvPr/>
        </p:nvSpPr>
        <p:spPr>
          <a:xfrm>
            <a:off x="8772132" y="3500627"/>
            <a:ext cx="995680" cy="376555"/>
          </a:xfrm>
          <a:custGeom>
            <a:avLst/>
            <a:gdLst/>
            <a:ahLst/>
            <a:cxnLst/>
            <a:rect l="l" t="t" r="r" b="b"/>
            <a:pathLst>
              <a:path w="995679" h="376554">
                <a:moveTo>
                  <a:pt x="115824" y="0"/>
                </a:moveTo>
                <a:lnTo>
                  <a:pt x="71628" y="0"/>
                </a:lnTo>
                <a:lnTo>
                  <a:pt x="55587" y="20624"/>
                </a:lnTo>
                <a:lnTo>
                  <a:pt x="29197" y="63017"/>
                </a:lnTo>
                <a:lnTo>
                  <a:pt x="10287" y="108191"/>
                </a:lnTo>
                <a:lnTo>
                  <a:pt x="1143" y="160147"/>
                </a:lnTo>
                <a:lnTo>
                  <a:pt x="0" y="188976"/>
                </a:lnTo>
                <a:lnTo>
                  <a:pt x="1168" y="217817"/>
                </a:lnTo>
                <a:lnTo>
                  <a:pt x="10934" y="269773"/>
                </a:lnTo>
                <a:lnTo>
                  <a:pt x="29845" y="314921"/>
                </a:lnTo>
                <a:lnTo>
                  <a:pt x="55613" y="356692"/>
                </a:lnTo>
                <a:lnTo>
                  <a:pt x="71628" y="376428"/>
                </a:lnTo>
                <a:lnTo>
                  <a:pt x="115824" y="376428"/>
                </a:lnTo>
                <a:lnTo>
                  <a:pt x="115824" y="374904"/>
                </a:lnTo>
                <a:lnTo>
                  <a:pt x="108064" y="367766"/>
                </a:lnTo>
                <a:lnTo>
                  <a:pt x="100584" y="360045"/>
                </a:lnTo>
                <a:lnTo>
                  <a:pt x="71818" y="322135"/>
                </a:lnTo>
                <a:lnTo>
                  <a:pt x="54013" y="287642"/>
                </a:lnTo>
                <a:lnTo>
                  <a:pt x="41148" y="248412"/>
                </a:lnTo>
                <a:lnTo>
                  <a:pt x="34086" y="204698"/>
                </a:lnTo>
                <a:lnTo>
                  <a:pt x="33528" y="188976"/>
                </a:lnTo>
                <a:lnTo>
                  <a:pt x="34086" y="173266"/>
                </a:lnTo>
                <a:lnTo>
                  <a:pt x="41148" y="129540"/>
                </a:lnTo>
                <a:lnTo>
                  <a:pt x="54013" y="89471"/>
                </a:lnTo>
                <a:lnTo>
                  <a:pt x="71818" y="54673"/>
                </a:lnTo>
                <a:lnTo>
                  <a:pt x="100012" y="17907"/>
                </a:lnTo>
                <a:lnTo>
                  <a:pt x="115824" y="3048"/>
                </a:lnTo>
                <a:lnTo>
                  <a:pt x="115824" y="0"/>
                </a:lnTo>
                <a:close/>
              </a:path>
              <a:path w="995679" h="376554">
                <a:moveTo>
                  <a:pt x="434352" y="156972"/>
                </a:moveTo>
                <a:lnTo>
                  <a:pt x="427202" y="113804"/>
                </a:lnTo>
                <a:lnTo>
                  <a:pt x="397776" y="82296"/>
                </a:lnTo>
                <a:lnTo>
                  <a:pt x="371868" y="79248"/>
                </a:lnTo>
                <a:lnTo>
                  <a:pt x="362978" y="79819"/>
                </a:lnTo>
                <a:lnTo>
                  <a:pt x="322338" y="99822"/>
                </a:lnTo>
                <a:lnTo>
                  <a:pt x="306336" y="115824"/>
                </a:lnTo>
                <a:lnTo>
                  <a:pt x="302348" y="106375"/>
                </a:lnTo>
                <a:lnTo>
                  <a:pt x="268808" y="80772"/>
                </a:lnTo>
                <a:lnTo>
                  <a:pt x="251472" y="79248"/>
                </a:lnTo>
                <a:lnTo>
                  <a:pt x="242849" y="79590"/>
                </a:lnTo>
                <a:lnTo>
                  <a:pt x="235089" y="80772"/>
                </a:lnTo>
                <a:lnTo>
                  <a:pt x="227888" y="83108"/>
                </a:lnTo>
                <a:lnTo>
                  <a:pt x="220992" y="86868"/>
                </a:lnTo>
                <a:lnTo>
                  <a:pt x="213245" y="90855"/>
                </a:lnTo>
                <a:lnTo>
                  <a:pt x="205943" y="95821"/>
                </a:lnTo>
                <a:lnTo>
                  <a:pt x="198907" y="101663"/>
                </a:lnTo>
                <a:lnTo>
                  <a:pt x="192036" y="108204"/>
                </a:lnTo>
                <a:lnTo>
                  <a:pt x="192036" y="83820"/>
                </a:lnTo>
                <a:lnTo>
                  <a:pt x="156984" y="83820"/>
                </a:lnTo>
                <a:lnTo>
                  <a:pt x="156984" y="298704"/>
                </a:lnTo>
                <a:lnTo>
                  <a:pt x="192036" y="298704"/>
                </a:lnTo>
                <a:lnTo>
                  <a:pt x="192036" y="138684"/>
                </a:lnTo>
                <a:lnTo>
                  <a:pt x="198005" y="133261"/>
                </a:lnTo>
                <a:lnTo>
                  <a:pt x="235724" y="113334"/>
                </a:lnTo>
                <a:lnTo>
                  <a:pt x="242328" y="112776"/>
                </a:lnTo>
                <a:lnTo>
                  <a:pt x="249948" y="112776"/>
                </a:lnTo>
                <a:lnTo>
                  <a:pt x="256044" y="114300"/>
                </a:lnTo>
                <a:lnTo>
                  <a:pt x="260616" y="115824"/>
                </a:lnTo>
                <a:lnTo>
                  <a:pt x="269760" y="121920"/>
                </a:lnTo>
                <a:lnTo>
                  <a:pt x="271284" y="128016"/>
                </a:lnTo>
                <a:lnTo>
                  <a:pt x="274332" y="132588"/>
                </a:lnTo>
                <a:lnTo>
                  <a:pt x="275856" y="138684"/>
                </a:lnTo>
                <a:lnTo>
                  <a:pt x="275856" y="147828"/>
                </a:lnTo>
                <a:lnTo>
                  <a:pt x="276733" y="153835"/>
                </a:lnTo>
                <a:lnTo>
                  <a:pt x="277190" y="160401"/>
                </a:lnTo>
                <a:lnTo>
                  <a:pt x="277355" y="167551"/>
                </a:lnTo>
                <a:lnTo>
                  <a:pt x="277380" y="298704"/>
                </a:lnTo>
                <a:lnTo>
                  <a:pt x="313956" y="298704"/>
                </a:lnTo>
                <a:lnTo>
                  <a:pt x="313956" y="146304"/>
                </a:lnTo>
                <a:lnTo>
                  <a:pt x="312432" y="143256"/>
                </a:lnTo>
                <a:lnTo>
                  <a:pt x="312432" y="138684"/>
                </a:lnTo>
                <a:lnTo>
                  <a:pt x="347484" y="114300"/>
                </a:lnTo>
                <a:lnTo>
                  <a:pt x="355104" y="112776"/>
                </a:lnTo>
                <a:lnTo>
                  <a:pt x="370344" y="112776"/>
                </a:lnTo>
                <a:lnTo>
                  <a:pt x="397776" y="147828"/>
                </a:lnTo>
                <a:lnTo>
                  <a:pt x="398005" y="153835"/>
                </a:lnTo>
                <a:lnTo>
                  <a:pt x="399059" y="167551"/>
                </a:lnTo>
                <a:lnTo>
                  <a:pt x="399300" y="175260"/>
                </a:lnTo>
                <a:lnTo>
                  <a:pt x="399300" y="298704"/>
                </a:lnTo>
                <a:lnTo>
                  <a:pt x="434352" y="298704"/>
                </a:lnTo>
                <a:lnTo>
                  <a:pt x="434352" y="156972"/>
                </a:lnTo>
                <a:close/>
              </a:path>
              <a:path w="995679" h="376554">
                <a:moveTo>
                  <a:pt x="554748" y="243840"/>
                </a:moveTo>
                <a:lnTo>
                  <a:pt x="507492" y="243840"/>
                </a:lnTo>
                <a:lnTo>
                  <a:pt x="473964" y="368808"/>
                </a:lnTo>
                <a:lnTo>
                  <a:pt x="501396" y="368808"/>
                </a:lnTo>
                <a:lnTo>
                  <a:pt x="554748" y="243840"/>
                </a:lnTo>
                <a:close/>
              </a:path>
              <a:path w="995679" h="376554">
                <a:moveTo>
                  <a:pt x="859548" y="83820"/>
                </a:moveTo>
                <a:lnTo>
                  <a:pt x="824496" y="83820"/>
                </a:lnTo>
                <a:lnTo>
                  <a:pt x="787920" y="249936"/>
                </a:lnTo>
                <a:lnTo>
                  <a:pt x="736104" y="83820"/>
                </a:lnTo>
                <a:lnTo>
                  <a:pt x="707148" y="83820"/>
                </a:lnTo>
                <a:lnTo>
                  <a:pt x="656856" y="249936"/>
                </a:lnTo>
                <a:lnTo>
                  <a:pt x="618756" y="83820"/>
                </a:lnTo>
                <a:lnTo>
                  <a:pt x="580656" y="83820"/>
                </a:lnTo>
                <a:lnTo>
                  <a:pt x="635520" y="298704"/>
                </a:lnTo>
                <a:lnTo>
                  <a:pt x="669048" y="298704"/>
                </a:lnTo>
                <a:lnTo>
                  <a:pt x="720864" y="134112"/>
                </a:lnTo>
                <a:lnTo>
                  <a:pt x="772680" y="298704"/>
                </a:lnTo>
                <a:lnTo>
                  <a:pt x="806208" y="298704"/>
                </a:lnTo>
                <a:lnTo>
                  <a:pt x="859548" y="83820"/>
                </a:lnTo>
                <a:close/>
              </a:path>
              <a:path w="995679" h="376554">
                <a:moveTo>
                  <a:pt x="995172" y="188976"/>
                </a:moveTo>
                <a:lnTo>
                  <a:pt x="990409" y="133159"/>
                </a:lnTo>
                <a:lnTo>
                  <a:pt x="975360" y="85344"/>
                </a:lnTo>
                <a:lnTo>
                  <a:pt x="953452" y="41529"/>
                </a:lnTo>
                <a:lnTo>
                  <a:pt x="923544" y="0"/>
                </a:lnTo>
                <a:lnTo>
                  <a:pt x="879348" y="0"/>
                </a:lnTo>
                <a:lnTo>
                  <a:pt x="879348" y="3048"/>
                </a:lnTo>
                <a:lnTo>
                  <a:pt x="887120" y="9334"/>
                </a:lnTo>
                <a:lnTo>
                  <a:pt x="894588" y="16764"/>
                </a:lnTo>
                <a:lnTo>
                  <a:pt x="923353" y="54673"/>
                </a:lnTo>
                <a:lnTo>
                  <a:pt x="941171" y="89471"/>
                </a:lnTo>
                <a:lnTo>
                  <a:pt x="954024" y="129540"/>
                </a:lnTo>
                <a:lnTo>
                  <a:pt x="961097" y="173266"/>
                </a:lnTo>
                <a:lnTo>
                  <a:pt x="961644" y="188976"/>
                </a:lnTo>
                <a:lnTo>
                  <a:pt x="961097" y="204698"/>
                </a:lnTo>
                <a:lnTo>
                  <a:pt x="954024" y="248412"/>
                </a:lnTo>
                <a:lnTo>
                  <a:pt x="941171" y="287642"/>
                </a:lnTo>
                <a:lnTo>
                  <a:pt x="923353" y="322135"/>
                </a:lnTo>
                <a:lnTo>
                  <a:pt x="894588" y="360045"/>
                </a:lnTo>
                <a:lnTo>
                  <a:pt x="879348" y="374904"/>
                </a:lnTo>
                <a:lnTo>
                  <a:pt x="879348" y="376428"/>
                </a:lnTo>
                <a:lnTo>
                  <a:pt x="923544" y="376428"/>
                </a:lnTo>
                <a:lnTo>
                  <a:pt x="939571" y="356476"/>
                </a:lnTo>
                <a:lnTo>
                  <a:pt x="965339" y="314286"/>
                </a:lnTo>
                <a:lnTo>
                  <a:pt x="984250" y="269138"/>
                </a:lnTo>
                <a:lnTo>
                  <a:pt x="994016" y="217601"/>
                </a:lnTo>
                <a:lnTo>
                  <a:pt x="995172" y="18897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" name="object 33"/>
          <p:cNvSpPr/>
          <p:nvPr/>
        </p:nvSpPr>
        <p:spPr>
          <a:xfrm>
            <a:off x="2119883" y="3953255"/>
            <a:ext cx="361315" cy="350520"/>
          </a:xfrm>
          <a:custGeom>
            <a:avLst/>
            <a:gdLst/>
            <a:ahLst/>
            <a:cxnLst/>
            <a:rect l="l" t="t" r="r" b="b"/>
            <a:pathLst>
              <a:path w="361314" h="350520">
                <a:moveTo>
                  <a:pt x="295656" y="99060"/>
                </a:moveTo>
                <a:lnTo>
                  <a:pt x="274320" y="99060"/>
                </a:lnTo>
                <a:lnTo>
                  <a:pt x="274320" y="47244"/>
                </a:lnTo>
                <a:lnTo>
                  <a:pt x="274081" y="34075"/>
                </a:lnTo>
                <a:lnTo>
                  <a:pt x="273558" y="21907"/>
                </a:lnTo>
                <a:lnTo>
                  <a:pt x="273034" y="10596"/>
                </a:lnTo>
                <a:lnTo>
                  <a:pt x="272796" y="0"/>
                </a:lnTo>
                <a:lnTo>
                  <a:pt x="309372" y="18288"/>
                </a:lnTo>
                <a:lnTo>
                  <a:pt x="295656" y="30480"/>
                </a:lnTo>
                <a:lnTo>
                  <a:pt x="295656" y="99060"/>
                </a:lnTo>
                <a:close/>
              </a:path>
              <a:path w="361314" h="350520">
                <a:moveTo>
                  <a:pt x="24384" y="67056"/>
                </a:moveTo>
                <a:lnTo>
                  <a:pt x="10668" y="53340"/>
                </a:lnTo>
                <a:lnTo>
                  <a:pt x="131064" y="53340"/>
                </a:lnTo>
                <a:lnTo>
                  <a:pt x="143256" y="38100"/>
                </a:lnTo>
                <a:lnTo>
                  <a:pt x="169163" y="59436"/>
                </a:lnTo>
                <a:lnTo>
                  <a:pt x="165353" y="62484"/>
                </a:lnTo>
                <a:lnTo>
                  <a:pt x="60960" y="62484"/>
                </a:lnTo>
                <a:lnTo>
                  <a:pt x="51601" y="62769"/>
                </a:lnTo>
                <a:lnTo>
                  <a:pt x="42100" y="63627"/>
                </a:lnTo>
                <a:lnTo>
                  <a:pt x="32885" y="65055"/>
                </a:lnTo>
                <a:lnTo>
                  <a:pt x="24384" y="67056"/>
                </a:lnTo>
                <a:close/>
              </a:path>
              <a:path w="361314" h="350520">
                <a:moveTo>
                  <a:pt x="120950" y="166116"/>
                </a:moveTo>
                <a:lnTo>
                  <a:pt x="99060" y="166116"/>
                </a:lnTo>
                <a:lnTo>
                  <a:pt x="107061" y="144994"/>
                </a:lnTo>
                <a:lnTo>
                  <a:pt x="115062" y="120586"/>
                </a:lnTo>
                <a:lnTo>
                  <a:pt x="123063" y="93035"/>
                </a:lnTo>
                <a:lnTo>
                  <a:pt x="131064" y="62484"/>
                </a:lnTo>
                <a:lnTo>
                  <a:pt x="165353" y="62484"/>
                </a:lnTo>
                <a:lnTo>
                  <a:pt x="153924" y="71628"/>
                </a:lnTo>
                <a:lnTo>
                  <a:pt x="143637" y="104274"/>
                </a:lnTo>
                <a:lnTo>
                  <a:pt x="133350" y="133921"/>
                </a:lnTo>
                <a:lnTo>
                  <a:pt x="123063" y="160996"/>
                </a:lnTo>
                <a:lnTo>
                  <a:pt x="120950" y="166116"/>
                </a:lnTo>
                <a:close/>
              </a:path>
              <a:path w="361314" h="350520">
                <a:moveTo>
                  <a:pt x="164592" y="112776"/>
                </a:moveTo>
                <a:lnTo>
                  <a:pt x="150876" y="99060"/>
                </a:lnTo>
                <a:lnTo>
                  <a:pt x="312420" y="99060"/>
                </a:lnTo>
                <a:lnTo>
                  <a:pt x="332231" y="79248"/>
                </a:lnTo>
                <a:lnTo>
                  <a:pt x="361188" y="108204"/>
                </a:lnTo>
                <a:lnTo>
                  <a:pt x="202692" y="108204"/>
                </a:lnTo>
                <a:lnTo>
                  <a:pt x="192666" y="108489"/>
                </a:lnTo>
                <a:lnTo>
                  <a:pt x="183070" y="109347"/>
                </a:lnTo>
                <a:lnTo>
                  <a:pt x="173759" y="110775"/>
                </a:lnTo>
                <a:lnTo>
                  <a:pt x="164592" y="112776"/>
                </a:lnTo>
                <a:close/>
              </a:path>
              <a:path w="361314" h="350520">
                <a:moveTo>
                  <a:pt x="1524" y="320040"/>
                </a:moveTo>
                <a:lnTo>
                  <a:pt x="0" y="312420"/>
                </a:lnTo>
                <a:lnTo>
                  <a:pt x="13692" y="298370"/>
                </a:lnTo>
                <a:lnTo>
                  <a:pt x="27241" y="283464"/>
                </a:lnTo>
                <a:lnTo>
                  <a:pt x="53340" y="249935"/>
                </a:lnTo>
                <a:lnTo>
                  <a:pt x="75247" y="215646"/>
                </a:lnTo>
                <a:lnTo>
                  <a:pt x="91440" y="185928"/>
                </a:lnTo>
                <a:lnTo>
                  <a:pt x="71151" y="156448"/>
                </a:lnTo>
                <a:lnTo>
                  <a:pt x="53721" y="131826"/>
                </a:lnTo>
                <a:lnTo>
                  <a:pt x="39147" y="111775"/>
                </a:lnTo>
                <a:lnTo>
                  <a:pt x="27432" y="96012"/>
                </a:lnTo>
                <a:lnTo>
                  <a:pt x="32004" y="91440"/>
                </a:lnTo>
                <a:lnTo>
                  <a:pt x="49125" y="109966"/>
                </a:lnTo>
                <a:lnTo>
                  <a:pt x="66103" y="128778"/>
                </a:lnTo>
                <a:lnTo>
                  <a:pt x="82796" y="147589"/>
                </a:lnTo>
                <a:lnTo>
                  <a:pt x="99060" y="166116"/>
                </a:lnTo>
                <a:lnTo>
                  <a:pt x="120950" y="166116"/>
                </a:lnTo>
                <a:lnTo>
                  <a:pt x="112776" y="185928"/>
                </a:lnTo>
                <a:lnTo>
                  <a:pt x="125670" y="204216"/>
                </a:lnTo>
                <a:lnTo>
                  <a:pt x="103632" y="204216"/>
                </a:lnTo>
                <a:lnTo>
                  <a:pt x="75985" y="246006"/>
                </a:lnTo>
                <a:lnTo>
                  <a:pt x="36766" y="289179"/>
                </a:lnTo>
                <a:lnTo>
                  <a:pt x="20073" y="304323"/>
                </a:lnTo>
                <a:lnTo>
                  <a:pt x="1524" y="320040"/>
                </a:lnTo>
                <a:close/>
              </a:path>
              <a:path w="361314" h="350520">
                <a:moveTo>
                  <a:pt x="295308" y="312753"/>
                </a:moveTo>
                <a:lnTo>
                  <a:pt x="256555" y="312753"/>
                </a:lnTo>
                <a:lnTo>
                  <a:pt x="263651" y="312420"/>
                </a:lnTo>
                <a:lnTo>
                  <a:pt x="271272" y="310896"/>
                </a:lnTo>
                <a:lnTo>
                  <a:pt x="274320" y="307847"/>
                </a:lnTo>
                <a:lnTo>
                  <a:pt x="274320" y="108204"/>
                </a:lnTo>
                <a:lnTo>
                  <a:pt x="295656" y="108204"/>
                </a:lnTo>
                <a:lnTo>
                  <a:pt x="295656" y="310896"/>
                </a:lnTo>
                <a:lnTo>
                  <a:pt x="295308" y="312753"/>
                </a:lnTo>
                <a:close/>
              </a:path>
              <a:path w="361314" h="350520">
                <a:moveTo>
                  <a:pt x="210311" y="234696"/>
                </a:moveTo>
                <a:lnTo>
                  <a:pt x="205740" y="234696"/>
                </a:lnTo>
                <a:lnTo>
                  <a:pt x="202692" y="227076"/>
                </a:lnTo>
                <a:lnTo>
                  <a:pt x="202692" y="213359"/>
                </a:lnTo>
                <a:lnTo>
                  <a:pt x="199263" y="197905"/>
                </a:lnTo>
                <a:lnTo>
                  <a:pt x="193548" y="181165"/>
                </a:lnTo>
                <a:lnTo>
                  <a:pt x="185547" y="162996"/>
                </a:lnTo>
                <a:lnTo>
                  <a:pt x="175260" y="143256"/>
                </a:lnTo>
                <a:lnTo>
                  <a:pt x="179832" y="140208"/>
                </a:lnTo>
                <a:lnTo>
                  <a:pt x="214550" y="172997"/>
                </a:lnTo>
                <a:lnTo>
                  <a:pt x="227075" y="210312"/>
                </a:lnTo>
                <a:lnTo>
                  <a:pt x="224010" y="217955"/>
                </a:lnTo>
                <a:lnTo>
                  <a:pt x="219456" y="224028"/>
                </a:lnTo>
                <a:lnTo>
                  <a:pt x="213360" y="230123"/>
                </a:lnTo>
                <a:lnTo>
                  <a:pt x="210311" y="234696"/>
                </a:lnTo>
                <a:close/>
              </a:path>
              <a:path w="361314" h="350520">
                <a:moveTo>
                  <a:pt x="143256" y="304800"/>
                </a:moveTo>
                <a:lnTo>
                  <a:pt x="141732" y="304800"/>
                </a:lnTo>
                <a:lnTo>
                  <a:pt x="139207" y="303109"/>
                </a:lnTo>
                <a:lnTo>
                  <a:pt x="136398" y="298132"/>
                </a:lnTo>
                <a:lnTo>
                  <a:pt x="133588" y="290012"/>
                </a:lnTo>
                <a:lnTo>
                  <a:pt x="131064" y="278892"/>
                </a:lnTo>
                <a:lnTo>
                  <a:pt x="126777" y="262294"/>
                </a:lnTo>
                <a:lnTo>
                  <a:pt x="120777" y="244411"/>
                </a:lnTo>
                <a:lnTo>
                  <a:pt x="113061" y="225099"/>
                </a:lnTo>
                <a:lnTo>
                  <a:pt x="103632" y="204216"/>
                </a:lnTo>
                <a:lnTo>
                  <a:pt x="125670" y="204216"/>
                </a:lnTo>
                <a:lnTo>
                  <a:pt x="145351" y="237577"/>
                </a:lnTo>
                <a:lnTo>
                  <a:pt x="155372" y="278892"/>
                </a:lnTo>
                <a:lnTo>
                  <a:pt x="155448" y="289559"/>
                </a:lnTo>
                <a:lnTo>
                  <a:pt x="152400" y="295656"/>
                </a:lnTo>
                <a:lnTo>
                  <a:pt x="149352" y="298704"/>
                </a:lnTo>
                <a:lnTo>
                  <a:pt x="146304" y="303276"/>
                </a:lnTo>
                <a:lnTo>
                  <a:pt x="143256" y="304800"/>
                </a:lnTo>
                <a:close/>
              </a:path>
              <a:path w="361314" h="350520">
                <a:moveTo>
                  <a:pt x="262128" y="350520"/>
                </a:moveTo>
                <a:lnTo>
                  <a:pt x="258699" y="341376"/>
                </a:lnTo>
                <a:lnTo>
                  <a:pt x="248412" y="332232"/>
                </a:lnTo>
                <a:lnTo>
                  <a:pt x="231267" y="323088"/>
                </a:lnTo>
                <a:lnTo>
                  <a:pt x="207263" y="313944"/>
                </a:lnTo>
                <a:lnTo>
                  <a:pt x="207263" y="306323"/>
                </a:lnTo>
                <a:lnTo>
                  <a:pt x="228076" y="309419"/>
                </a:lnTo>
                <a:lnTo>
                  <a:pt x="244602" y="311658"/>
                </a:lnTo>
                <a:lnTo>
                  <a:pt x="256555" y="312753"/>
                </a:lnTo>
                <a:lnTo>
                  <a:pt x="295308" y="312753"/>
                </a:lnTo>
                <a:lnTo>
                  <a:pt x="293417" y="322873"/>
                </a:lnTo>
                <a:lnTo>
                  <a:pt x="286893" y="333565"/>
                </a:lnTo>
                <a:lnTo>
                  <a:pt x="276367" y="342828"/>
                </a:lnTo>
                <a:lnTo>
                  <a:pt x="262128" y="3505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" name="object 34"/>
          <p:cNvSpPr/>
          <p:nvPr/>
        </p:nvSpPr>
        <p:spPr>
          <a:xfrm>
            <a:off x="2545079" y="4175760"/>
            <a:ext cx="60960" cy="106680"/>
          </a:xfrm>
          <a:custGeom>
            <a:avLst/>
            <a:gdLst/>
            <a:ahLst/>
            <a:cxnLst/>
            <a:rect l="l" t="t" r="r" b="b"/>
            <a:pathLst>
              <a:path w="60960" h="106679">
                <a:moveTo>
                  <a:pt x="3048" y="106680"/>
                </a:moveTo>
                <a:lnTo>
                  <a:pt x="0" y="106680"/>
                </a:lnTo>
                <a:lnTo>
                  <a:pt x="0" y="103632"/>
                </a:lnTo>
                <a:lnTo>
                  <a:pt x="1524" y="102108"/>
                </a:lnTo>
                <a:lnTo>
                  <a:pt x="4572" y="100584"/>
                </a:lnTo>
                <a:lnTo>
                  <a:pt x="10668" y="96012"/>
                </a:lnTo>
                <a:lnTo>
                  <a:pt x="16764" y="89916"/>
                </a:lnTo>
                <a:lnTo>
                  <a:pt x="21336" y="82296"/>
                </a:lnTo>
                <a:lnTo>
                  <a:pt x="25646" y="76033"/>
                </a:lnTo>
                <a:lnTo>
                  <a:pt x="29527" y="68770"/>
                </a:lnTo>
                <a:lnTo>
                  <a:pt x="33123" y="60650"/>
                </a:lnTo>
                <a:lnTo>
                  <a:pt x="36576" y="51816"/>
                </a:lnTo>
                <a:lnTo>
                  <a:pt x="27432" y="51816"/>
                </a:lnTo>
                <a:lnTo>
                  <a:pt x="21336" y="50292"/>
                </a:lnTo>
                <a:lnTo>
                  <a:pt x="12192" y="44196"/>
                </a:lnTo>
                <a:lnTo>
                  <a:pt x="9144" y="39624"/>
                </a:lnTo>
                <a:lnTo>
                  <a:pt x="7620" y="35052"/>
                </a:lnTo>
                <a:lnTo>
                  <a:pt x="6096" y="28956"/>
                </a:lnTo>
                <a:lnTo>
                  <a:pt x="6096" y="24384"/>
                </a:lnTo>
                <a:lnTo>
                  <a:pt x="9144" y="15240"/>
                </a:lnTo>
                <a:lnTo>
                  <a:pt x="12192" y="10668"/>
                </a:lnTo>
                <a:lnTo>
                  <a:pt x="24384" y="1524"/>
                </a:lnTo>
                <a:lnTo>
                  <a:pt x="32004" y="0"/>
                </a:lnTo>
                <a:lnTo>
                  <a:pt x="41148" y="3048"/>
                </a:lnTo>
                <a:lnTo>
                  <a:pt x="50292" y="4572"/>
                </a:lnTo>
                <a:lnTo>
                  <a:pt x="56388" y="7620"/>
                </a:lnTo>
                <a:lnTo>
                  <a:pt x="59436" y="19812"/>
                </a:lnTo>
                <a:lnTo>
                  <a:pt x="60960" y="24384"/>
                </a:lnTo>
                <a:lnTo>
                  <a:pt x="60960" y="36576"/>
                </a:lnTo>
                <a:lnTo>
                  <a:pt x="59436" y="44196"/>
                </a:lnTo>
                <a:lnTo>
                  <a:pt x="36576" y="85344"/>
                </a:lnTo>
                <a:lnTo>
                  <a:pt x="9144" y="105156"/>
                </a:lnTo>
                <a:lnTo>
                  <a:pt x="3048" y="10668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" name="object 35"/>
          <p:cNvSpPr/>
          <p:nvPr/>
        </p:nvSpPr>
        <p:spPr>
          <a:xfrm>
            <a:off x="2907779" y="3948683"/>
            <a:ext cx="734695" cy="353695"/>
          </a:xfrm>
          <a:custGeom>
            <a:avLst/>
            <a:gdLst/>
            <a:ahLst/>
            <a:cxnLst/>
            <a:rect l="l" t="t" r="r" b="b"/>
            <a:pathLst>
              <a:path w="734695" h="353695">
                <a:moveTo>
                  <a:pt x="315468" y="71628"/>
                </a:moveTo>
                <a:lnTo>
                  <a:pt x="313944" y="65532"/>
                </a:lnTo>
                <a:lnTo>
                  <a:pt x="312826" y="60058"/>
                </a:lnTo>
                <a:lnTo>
                  <a:pt x="309562" y="54864"/>
                </a:lnTo>
                <a:lnTo>
                  <a:pt x="277939" y="32766"/>
                </a:lnTo>
                <a:lnTo>
                  <a:pt x="252984" y="21336"/>
                </a:lnTo>
                <a:lnTo>
                  <a:pt x="249936" y="25908"/>
                </a:lnTo>
                <a:lnTo>
                  <a:pt x="263398" y="41059"/>
                </a:lnTo>
                <a:lnTo>
                  <a:pt x="274129" y="54483"/>
                </a:lnTo>
                <a:lnTo>
                  <a:pt x="282308" y="66205"/>
                </a:lnTo>
                <a:lnTo>
                  <a:pt x="288036" y="76200"/>
                </a:lnTo>
                <a:lnTo>
                  <a:pt x="292608" y="85344"/>
                </a:lnTo>
                <a:lnTo>
                  <a:pt x="297180" y="88392"/>
                </a:lnTo>
                <a:lnTo>
                  <a:pt x="303276" y="88392"/>
                </a:lnTo>
                <a:lnTo>
                  <a:pt x="306324" y="86868"/>
                </a:lnTo>
                <a:lnTo>
                  <a:pt x="309372" y="82296"/>
                </a:lnTo>
                <a:lnTo>
                  <a:pt x="313944" y="77724"/>
                </a:lnTo>
                <a:lnTo>
                  <a:pt x="315468" y="71628"/>
                </a:lnTo>
                <a:close/>
              </a:path>
              <a:path w="734695" h="353695">
                <a:moveTo>
                  <a:pt x="358140" y="348996"/>
                </a:moveTo>
                <a:lnTo>
                  <a:pt x="356616" y="345948"/>
                </a:lnTo>
                <a:lnTo>
                  <a:pt x="355092" y="344424"/>
                </a:lnTo>
                <a:lnTo>
                  <a:pt x="348500" y="332740"/>
                </a:lnTo>
                <a:lnTo>
                  <a:pt x="346214" y="321564"/>
                </a:lnTo>
                <a:lnTo>
                  <a:pt x="344614" y="313753"/>
                </a:lnTo>
                <a:lnTo>
                  <a:pt x="343306" y="287642"/>
                </a:lnTo>
                <a:lnTo>
                  <a:pt x="344424" y="254508"/>
                </a:lnTo>
                <a:lnTo>
                  <a:pt x="338328" y="254508"/>
                </a:lnTo>
                <a:lnTo>
                  <a:pt x="326136" y="321564"/>
                </a:lnTo>
                <a:lnTo>
                  <a:pt x="301205" y="310667"/>
                </a:lnTo>
                <a:lnTo>
                  <a:pt x="278701" y="296037"/>
                </a:lnTo>
                <a:lnTo>
                  <a:pt x="258203" y="277418"/>
                </a:lnTo>
                <a:lnTo>
                  <a:pt x="250609" y="268224"/>
                </a:lnTo>
                <a:lnTo>
                  <a:pt x="239268" y="254508"/>
                </a:lnTo>
                <a:lnTo>
                  <a:pt x="274701" y="209740"/>
                </a:lnTo>
                <a:lnTo>
                  <a:pt x="298704" y="175260"/>
                </a:lnTo>
                <a:lnTo>
                  <a:pt x="315468" y="169164"/>
                </a:lnTo>
                <a:lnTo>
                  <a:pt x="289560" y="143256"/>
                </a:lnTo>
                <a:lnTo>
                  <a:pt x="278155" y="166116"/>
                </a:lnTo>
                <a:lnTo>
                  <a:pt x="264604" y="188976"/>
                </a:lnTo>
                <a:lnTo>
                  <a:pt x="249059" y="211836"/>
                </a:lnTo>
                <a:lnTo>
                  <a:pt x="231648" y="234696"/>
                </a:lnTo>
                <a:lnTo>
                  <a:pt x="227126" y="216725"/>
                </a:lnTo>
                <a:lnTo>
                  <a:pt x="222885" y="192595"/>
                </a:lnTo>
                <a:lnTo>
                  <a:pt x="219227" y="162483"/>
                </a:lnTo>
                <a:lnTo>
                  <a:pt x="216408" y="126492"/>
                </a:lnTo>
                <a:lnTo>
                  <a:pt x="347472" y="126492"/>
                </a:lnTo>
                <a:lnTo>
                  <a:pt x="315468" y="96012"/>
                </a:lnTo>
                <a:lnTo>
                  <a:pt x="294132" y="117348"/>
                </a:lnTo>
                <a:lnTo>
                  <a:pt x="214884" y="117348"/>
                </a:lnTo>
                <a:lnTo>
                  <a:pt x="214655" y="91973"/>
                </a:lnTo>
                <a:lnTo>
                  <a:pt x="213614" y="47701"/>
                </a:lnTo>
                <a:lnTo>
                  <a:pt x="213360" y="28956"/>
                </a:lnTo>
                <a:lnTo>
                  <a:pt x="228600" y="18288"/>
                </a:lnTo>
                <a:lnTo>
                  <a:pt x="188976" y="0"/>
                </a:lnTo>
                <a:lnTo>
                  <a:pt x="190119" y="19418"/>
                </a:lnTo>
                <a:lnTo>
                  <a:pt x="191211" y="44196"/>
                </a:lnTo>
                <a:lnTo>
                  <a:pt x="192341" y="76200"/>
                </a:lnTo>
                <a:lnTo>
                  <a:pt x="193548" y="117348"/>
                </a:lnTo>
                <a:lnTo>
                  <a:pt x="112776" y="117348"/>
                </a:lnTo>
                <a:lnTo>
                  <a:pt x="112776" y="47244"/>
                </a:lnTo>
                <a:lnTo>
                  <a:pt x="112776" y="44196"/>
                </a:lnTo>
                <a:lnTo>
                  <a:pt x="129349" y="41059"/>
                </a:lnTo>
                <a:lnTo>
                  <a:pt x="144780" y="38481"/>
                </a:lnTo>
                <a:lnTo>
                  <a:pt x="159067" y="36487"/>
                </a:lnTo>
                <a:lnTo>
                  <a:pt x="172212" y="35052"/>
                </a:lnTo>
                <a:lnTo>
                  <a:pt x="149352" y="7620"/>
                </a:lnTo>
                <a:lnTo>
                  <a:pt x="109918" y="29057"/>
                </a:lnTo>
                <a:lnTo>
                  <a:pt x="69037" y="40220"/>
                </a:lnTo>
                <a:lnTo>
                  <a:pt x="15240" y="50292"/>
                </a:lnTo>
                <a:lnTo>
                  <a:pt x="15240" y="56388"/>
                </a:lnTo>
                <a:lnTo>
                  <a:pt x="91440" y="47244"/>
                </a:lnTo>
                <a:lnTo>
                  <a:pt x="91440" y="117348"/>
                </a:lnTo>
                <a:lnTo>
                  <a:pt x="0" y="117348"/>
                </a:lnTo>
                <a:lnTo>
                  <a:pt x="13716" y="131064"/>
                </a:lnTo>
                <a:lnTo>
                  <a:pt x="22009" y="129070"/>
                </a:lnTo>
                <a:lnTo>
                  <a:pt x="30861" y="127635"/>
                </a:lnTo>
                <a:lnTo>
                  <a:pt x="40297" y="126784"/>
                </a:lnTo>
                <a:lnTo>
                  <a:pt x="50292" y="126492"/>
                </a:lnTo>
                <a:lnTo>
                  <a:pt x="91440" y="126492"/>
                </a:lnTo>
                <a:lnTo>
                  <a:pt x="91440" y="204216"/>
                </a:lnTo>
                <a:lnTo>
                  <a:pt x="60007" y="213385"/>
                </a:lnTo>
                <a:lnTo>
                  <a:pt x="34290" y="220408"/>
                </a:lnTo>
                <a:lnTo>
                  <a:pt x="14287" y="225437"/>
                </a:lnTo>
                <a:lnTo>
                  <a:pt x="0" y="228600"/>
                </a:lnTo>
                <a:lnTo>
                  <a:pt x="18288" y="259080"/>
                </a:lnTo>
                <a:lnTo>
                  <a:pt x="24574" y="252488"/>
                </a:lnTo>
                <a:lnTo>
                  <a:pt x="38862" y="244030"/>
                </a:lnTo>
                <a:lnTo>
                  <a:pt x="61150" y="233578"/>
                </a:lnTo>
                <a:lnTo>
                  <a:pt x="91440" y="220980"/>
                </a:lnTo>
                <a:lnTo>
                  <a:pt x="91440" y="301752"/>
                </a:lnTo>
                <a:lnTo>
                  <a:pt x="91160" y="309524"/>
                </a:lnTo>
                <a:lnTo>
                  <a:pt x="88011" y="314706"/>
                </a:lnTo>
                <a:lnTo>
                  <a:pt x="82016" y="317614"/>
                </a:lnTo>
                <a:lnTo>
                  <a:pt x="73152" y="318516"/>
                </a:lnTo>
                <a:lnTo>
                  <a:pt x="35052" y="313944"/>
                </a:lnTo>
                <a:lnTo>
                  <a:pt x="35052" y="320040"/>
                </a:lnTo>
                <a:lnTo>
                  <a:pt x="53060" y="327215"/>
                </a:lnTo>
                <a:lnTo>
                  <a:pt x="65913" y="335089"/>
                </a:lnTo>
                <a:lnTo>
                  <a:pt x="73634" y="343839"/>
                </a:lnTo>
                <a:lnTo>
                  <a:pt x="76200" y="353568"/>
                </a:lnTo>
                <a:lnTo>
                  <a:pt x="92202" y="346951"/>
                </a:lnTo>
                <a:lnTo>
                  <a:pt x="103632" y="338328"/>
                </a:lnTo>
                <a:lnTo>
                  <a:pt x="110490" y="327431"/>
                </a:lnTo>
                <a:lnTo>
                  <a:pt x="112001" y="318516"/>
                </a:lnTo>
                <a:lnTo>
                  <a:pt x="112776" y="313944"/>
                </a:lnTo>
                <a:lnTo>
                  <a:pt x="112776" y="220980"/>
                </a:lnTo>
                <a:lnTo>
                  <a:pt x="112776" y="211836"/>
                </a:lnTo>
                <a:lnTo>
                  <a:pt x="143637" y="198120"/>
                </a:lnTo>
                <a:lnTo>
                  <a:pt x="181356" y="181356"/>
                </a:lnTo>
                <a:lnTo>
                  <a:pt x="178308" y="176784"/>
                </a:lnTo>
                <a:lnTo>
                  <a:pt x="112776" y="198120"/>
                </a:lnTo>
                <a:lnTo>
                  <a:pt x="112776" y="126492"/>
                </a:lnTo>
                <a:lnTo>
                  <a:pt x="195072" y="126492"/>
                </a:lnTo>
                <a:lnTo>
                  <a:pt x="198818" y="167665"/>
                </a:lnTo>
                <a:lnTo>
                  <a:pt x="203263" y="202120"/>
                </a:lnTo>
                <a:lnTo>
                  <a:pt x="208584" y="230009"/>
                </a:lnTo>
                <a:lnTo>
                  <a:pt x="214884" y="251460"/>
                </a:lnTo>
                <a:lnTo>
                  <a:pt x="196888" y="267512"/>
                </a:lnTo>
                <a:lnTo>
                  <a:pt x="174879" y="283845"/>
                </a:lnTo>
                <a:lnTo>
                  <a:pt x="148882" y="300761"/>
                </a:lnTo>
                <a:lnTo>
                  <a:pt x="118872" y="318516"/>
                </a:lnTo>
                <a:lnTo>
                  <a:pt x="120396" y="324612"/>
                </a:lnTo>
                <a:lnTo>
                  <a:pt x="150101" y="311734"/>
                </a:lnTo>
                <a:lnTo>
                  <a:pt x="177355" y="298132"/>
                </a:lnTo>
                <a:lnTo>
                  <a:pt x="202057" y="283679"/>
                </a:lnTo>
                <a:lnTo>
                  <a:pt x="224028" y="268224"/>
                </a:lnTo>
                <a:lnTo>
                  <a:pt x="244563" y="294182"/>
                </a:lnTo>
                <a:lnTo>
                  <a:pt x="284467" y="329526"/>
                </a:lnTo>
                <a:lnTo>
                  <a:pt x="320992" y="344335"/>
                </a:lnTo>
                <a:lnTo>
                  <a:pt x="353568" y="352044"/>
                </a:lnTo>
                <a:lnTo>
                  <a:pt x="356616" y="352044"/>
                </a:lnTo>
                <a:lnTo>
                  <a:pt x="356616" y="350520"/>
                </a:lnTo>
                <a:lnTo>
                  <a:pt x="358140" y="350520"/>
                </a:lnTo>
                <a:lnTo>
                  <a:pt x="358140" y="348996"/>
                </a:lnTo>
                <a:close/>
              </a:path>
              <a:path w="734695" h="353695">
                <a:moveTo>
                  <a:pt x="505980" y="24384"/>
                </a:moveTo>
                <a:lnTo>
                  <a:pt x="472452" y="1524"/>
                </a:lnTo>
                <a:lnTo>
                  <a:pt x="461276" y="36131"/>
                </a:lnTo>
                <a:lnTo>
                  <a:pt x="450545" y="66865"/>
                </a:lnTo>
                <a:lnTo>
                  <a:pt x="429780" y="117348"/>
                </a:lnTo>
                <a:lnTo>
                  <a:pt x="409016" y="159067"/>
                </a:lnTo>
                <a:lnTo>
                  <a:pt x="387108" y="195072"/>
                </a:lnTo>
                <a:lnTo>
                  <a:pt x="390156" y="199644"/>
                </a:lnTo>
                <a:lnTo>
                  <a:pt x="405015" y="181889"/>
                </a:lnTo>
                <a:lnTo>
                  <a:pt x="419874" y="162687"/>
                </a:lnTo>
                <a:lnTo>
                  <a:pt x="434733" y="141782"/>
                </a:lnTo>
                <a:lnTo>
                  <a:pt x="449592" y="118872"/>
                </a:lnTo>
                <a:lnTo>
                  <a:pt x="449592" y="283464"/>
                </a:lnTo>
                <a:lnTo>
                  <a:pt x="449351" y="297180"/>
                </a:lnTo>
                <a:lnTo>
                  <a:pt x="448830" y="313182"/>
                </a:lnTo>
                <a:lnTo>
                  <a:pt x="448297" y="331470"/>
                </a:lnTo>
                <a:lnTo>
                  <a:pt x="448068" y="352044"/>
                </a:lnTo>
                <a:lnTo>
                  <a:pt x="472452" y="339852"/>
                </a:lnTo>
                <a:lnTo>
                  <a:pt x="471563" y="327571"/>
                </a:lnTo>
                <a:lnTo>
                  <a:pt x="471119" y="313563"/>
                </a:lnTo>
                <a:lnTo>
                  <a:pt x="470941" y="297853"/>
                </a:lnTo>
                <a:lnTo>
                  <a:pt x="470928" y="120396"/>
                </a:lnTo>
                <a:lnTo>
                  <a:pt x="472960" y="118872"/>
                </a:lnTo>
                <a:lnTo>
                  <a:pt x="483120" y="111252"/>
                </a:lnTo>
                <a:lnTo>
                  <a:pt x="458736" y="97536"/>
                </a:lnTo>
                <a:lnTo>
                  <a:pt x="464159" y="84950"/>
                </a:lnTo>
                <a:lnTo>
                  <a:pt x="471309" y="69913"/>
                </a:lnTo>
                <a:lnTo>
                  <a:pt x="480161" y="52324"/>
                </a:lnTo>
                <a:lnTo>
                  <a:pt x="490740" y="32004"/>
                </a:lnTo>
                <a:lnTo>
                  <a:pt x="505980" y="24384"/>
                </a:lnTo>
                <a:close/>
              </a:path>
              <a:path w="734695" h="353695">
                <a:moveTo>
                  <a:pt x="554748" y="88392"/>
                </a:moveTo>
                <a:lnTo>
                  <a:pt x="519696" y="70104"/>
                </a:lnTo>
                <a:lnTo>
                  <a:pt x="519925" y="84391"/>
                </a:lnTo>
                <a:lnTo>
                  <a:pt x="520458" y="97536"/>
                </a:lnTo>
                <a:lnTo>
                  <a:pt x="520979" y="109537"/>
                </a:lnTo>
                <a:lnTo>
                  <a:pt x="521220" y="120396"/>
                </a:lnTo>
                <a:lnTo>
                  <a:pt x="521220" y="284988"/>
                </a:lnTo>
                <a:lnTo>
                  <a:pt x="520979" y="297586"/>
                </a:lnTo>
                <a:lnTo>
                  <a:pt x="520458" y="312610"/>
                </a:lnTo>
                <a:lnTo>
                  <a:pt x="519925" y="330212"/>
                </a:lnTo>
                <a:lnTo>
                  <a:pt x="519696" y="350520"/>
                </a:lnTo>
                <a:lnTo>
                  <a:pt x="544080" y="338328"/>
                </a:lnTo>
                <a:lnTo>
                  <a:pt x="543191" y="324091"/>
                </a:lnTo>
                <a:lnTo>
                  <a:pt x="542747" y="308991"/>
                </a:lnTo>
                <a:lnTo>
                  <a:pt x="542620" y="297586"/>
                </a:lnTo>
                <a:lnTo>
                  <a:pt x="542556" y="100584"/>
                </a:lnTo>
                <a:lnTo>
                  <a:pt x="554748" y="88392"/>
                </a:lnTo>
                <a:close/>
              </a:path>
              <a:path w="734695" h="353695">
                <a:moveTo>
                  <a:pt x="595896" y="53340"/>
                </a:moveTo>
                <a:lnTo>
                  <a:pt x="560120" y="19913"/>
                </a:lnTo>
                <a:lnTo>
                  <a:pt x="548652" y="12192"/>
                </a:lnTo>
                <a:lnTo>
                  <a:pt x="544080" y="15240"/>
                </a:lnTo>
                <a:lnTo>
                  <a:pt x="553262" y="29527"/>
                </a:lnTo>
                <a:lnTo>
                  <a:pt x="560463" y="42672"/>
                </a:lnTo>
                <a:lnTo>
                  <a:pt x="565937" y="54673"/>
                </a:lnTo>
                <a:lnTo>
                  <a:pt x="569988" y="65532"/>
                </a:lnTo>
                <a:lnTo>
                  <a:pt x="571512" y="77724"/>
                </a:lnTo>
                <a:lnTo>
                  <a:pt x="574560" y="82296"/>
                </a:lnTo>
                <a:lnTo>
                  <a:pt x="580656" y="82296"/>
                </a:lnTo>
                <a:lnTo>
                  <a:pt x="582180" y="80772"/>
                </a:lnTo>
                <a:lnTo>
                  <a:pt x="585228" y="76200"/>
                </a:lnTo>
                <a:lnTo>
                  <a:pt x="589800" y="73152"/>
                </a:lnTo>
                <a:lnTo>
                  <a:pt x="591324" y="67056"/>
                </a:lnTo>
                <a:lnTo>
                  <a:pt x="594372" y="60960"/>
                </a:lnTo>
                <a:lnTo>
                  <a:pt x="595896" y="53340"/>
                </a:lnTo>
                <a:close/>
              </a:path>
              <a:path w="734695" h="353695">
                <a:moveTo>
                  <a:pt x="734580" y="56388"/>
                </a:moveTo>
                <a:lnTo>
                  <a:pt x="710196" y="36576"/>
                </a:lnTo>
                <a:lnTo>
                  <a:pt x="696480" y="51816"/>
                </a:lnTo>
                <a:lnTo>
                  <a:pt x="620280" y="51816"/>
                </a:lnTo>
                <a:lnTo>
                  <a:pt x="633996" y="65532"/>
                </a:lnTo>
                <a:lnTo>
                  <a:pt x="643140" y="63538"/>
                </a:lnTo>
                <a:lnTo>
                  <a:pt x="652284" y="62103"/>
                </a:lnTo>
                <a:lnTo>
                  <a:pt x="661428" y="61252"/>
                </a:lnTo>
                <a:lnTo>
                  <a:pt x="670572" y="60960"/>
                </a:lnTo>
                <a:lnTo>
                  <a:pt x="699528" y="60960"/>
                </a:lnTo>
                <a:lnTo>
                  <a:pt x="699528" y="310896"/>
                </a:lnTo>
                <a:lnTo>
                  <a:pt x="694956" y="316992"/>
                </a:lnTo>
                <a:lnTo>
                  <a:pt x="685812" y="316992"/>
                </a:lnTo>
                <a:lnTo>
                  <a:pt x="677494" y="316712"/>
                </a:lnTo>
                <a:lnTo>
                  <a:pt x="666191" y="315849"/>
                </a:lnTo>
                <a:lnTo>
                  <a:pt x="651725" y="314426"/>
                </a:lnTo>
                <a:lnTo>
                  <a:pt x="633996" y="312420"/>
                </a:lnTo>
                <a:lnTo>
                  <a:pt x="633996" y="318516"/>
                </a:lnTo>
                <a:lnTo>
                  <a:pt x="656869" y="325691"/>
                </a:lnTo>
                <a:lnTo>
                  <a:pt x="673049" y="333565"/>
                </a:lnTo>
                <a:lnTo>
                  <a:pt x="682637" y="342315"/>
                </a:lnTo>
                <a:lnTo>
                  <a:pt x="685812" y="352044"/>
                </a:lnTo>
                <a:lnTo>
                  <a:pt x="701789" y="344957"/>
                </a:lnTo>
                <a:lnTo>
                  <a:pt x="713054" y="335280"/>
                </a:lnTo>
                <a:lnTo>
                  <a:pt x="719455" y="323329"/>
                </a:lnTo>
                <a:lnTo>
                  <a:pt x="720090" y="316992"/>
                </a:lnTo>
                <a:lnTo>
                  <a:pt x="720864" y="309372"/>
                </a:lnTo>
                <a:lnTo>
                  <a:pt x="720864" y="67056"/>
                </a:lnTo>
                <a:lnTo>
                  <a:pt x="728700" y="60960"/>
                </a:lnTo>
                <a:lnTo>
                  <a:pt x="734580" y="5638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" name="object 36"/>
          <p:cNvSpPr/>
          <p:nvPr/>
        </p:nvSpPr>
        <p:spPr>
          <a:xfrm>
            <a:off x="3689604" y="3945635"/>
            <a:ext cx="748665" cy="360045"/>
          </a:xfrm>
          <a:custGeom>
            <a:avLst/>
            <a:gdLst/>
            <a:ahLst/>
            <a:cxnLst/>
            <a:rect l="l" t="t" r="r" b="b"/>
            <a:pathLst>
              <a:path w="748664" h="360045">
                <a:moveTo>
                  <a:pt x="76200" y="240792"/>
                </a:moveTo>
                <a:lnTo>
                  <a:pt x="48768" y="222504"/>
                </a:lnTo>
                <a:lnTo>
                  <a:pt x="45910" y="233108"/>
                </a:lnTo>
                <a:lnTo>
                  <a:pt x="41910" y="244411"/>
                </a:lnTo>
                <a:lnTo>
                  <a:pt x="23571" y="282346"/>
                </a:lnTo>
                <a:lnTo>
                  <a:pt x="0" y="321564"/>
                </a:lnTo>
                <a:lnTo>
                  <a:pt x="4572" y="324612"/>
                </a:lnTo>
                <a:lnTo>
                  <a:pt x="18542" y="308635"/>
                </a:lnTo>
                <a:lnTo>
                  <a:pt x="32956" y="290512"/>
                </a:lnTo>
                <a:lnTo>
                  <a:pt x="47637" y="270395"/>
                </a:lnTo>
                <a:lnTo>
                  <a:pt x="62484" y="248412"/>
                </a:lnTo>
                <a:lnTo>
                  <a:pt x="76200" y="240792"/>
                </a:lnTo>
                <a:close/>
              </a:path>
              <a:path w="748664" h="360045">
                <a:moveTo>
                  <a:pt x="120396" y="39624"/>
                </a:moveTo>
                <a:lnTo>
                  <a:pt x="88963" y="10058"/>
                </a:lnTo>
                <a:lnTo>
                  <a:pt x="79248" y="4572"/>
                </a:lnTo>
                <a:lnTo>
                  <a:pt x="74676" y="7620"/>
                </a:lnTo>
                <a:lnTo>
                  <a:pt x="82105" y="17678"/>
                </a:lnTo>
                <a:lnTo>
                  <a:pt x="88392" y="27432"/>
                </a:lnTo>
                <a:lnTo>
                  <a:pt x="93535" y="37198"/>
                </a:lnTo>
                <a:lnTo>
                  <a:pt x="97536" y="47244"/>
                </a:lnTo>
                <a:lnTo>
                  <a:pt x="99060" y="59436"/>
                </a:lnTo>
                <a:lnTo>
                  <a:pt x="102108" y="64008"/>
                </a:lnTo>
                <a:lnTo>
                  <a:pt x="106680" y="64008"/>
                </a:lnTo>
                <a:lnTo>
                  <a:pt x="112776" y="59436"/>
                </a:lnTo>
                <a:lnTo>
                  <a:pt x="115824" y="56388"/>
                </a:lnTo>
                <a:lnTo>
                  <a:pt x="117348" y="51816"/>
                </a:lnTo>
                <a:lnTo>
                  <a:pt x="120396" y="39624"/>
                </a:lnTo>
                <a:close/>
              </a:path>
              <a:path w="748664" h="360045">
                <a:moveTo>
                  <a:pt x="175260" y="262128"/>
                </a:moveTo>
                <a:lnTo>
                  <a:pt x="144678" y="233654"/>
                </a:lnTo>
                <a:lnTo>
                  <a:pt x="134112" y="227076"/>
                </a:lnTo>
                <a:lnTo>
                  <a:pt x="131064" y="231648"/>
                </a:lnTo>
                <a:lnTo>
                  <a:pt x="139344" y="243078"/>
                </a:lnTo>
                <a:lnTo>
                  <a:pt x="145923" y="254508"/>
                </a:lnTo>
                <a:lnTo>
                  <a:pt x="150774" y="265938"/>
                </a:lnTo>
                <a:lnTo>
                  <a:pt x="153924" y="277368"/>
                </a:lnTo>
                <a:lnTo>
                  <a:pt x="155448" y="286512"/>
                </a:lnTo>
                <a:lnTo>
                  <a:pt x="158496" y="292608"/>
                </a:lnTo>
                <a:lnTo>
                  <a:pt x="161544" y="292608"/>
                </a:lnTo>
                <a:lnTo>
                  <a:pt x="169164" y="284988"/>
                </a:lnTo>
                <a:lnTo>
                  <a:pt x="175260" y="275844"/>
                </a:lnTo>
                <a:lnTo>
                  <a:pt x="175260" y="262128"/>
                </a:lnTo>
                <a:close/>
              </a:path>
              <a:path w="748664" h="360045">
                <a:moveTo>
                  <a:pt x="175260" y="124968"/>
                </a:moveTo>
                <a:lnTo>
                  <a:pt x="168694" y="118872"/>
                </a:lnTo>
                <a:lnTo>
                  <a:pt x="153924" y="105156"/>
                </a:lnTo>
                <a:lnTo>
                  <a:pt x="143256" y="117157"/>
                </a:lnTo>
                <a:lnTo>
                  <a:pt x="143256" y="128016"/>
                </a:lnTo>
                <a:lnTo>
                  <a:pt x="143256" y="182880"/>
                </a:lnTo>
                <a:lnTo>
                  <a:pt x="57912" y="182880"/>
                </a:lnTo>
                <a:lnTo>
                  <a:pt x="57912" y="128016"/>
                </a:lnTo>
                <a:lnTo>
                  <a:pt x="143256" y="128016"/>
                </a:lnTo>
                <a:lnTo>
                  <a:pt x="143256" y="117157"/>
                </a:lnTo>
                <a:lnTo>
                  <a:pt x="141732" y="118872"/>
                </a:lnTo>
                <a:lnTo>
                  <a:pt x="57912" y="118872"/>
                </a:lnTo>
                <a:lnTo>
                  <a:pt x="36576" y="106680"/>
                </a:lnTo>
                <a:lnTo>
                  <a:pt x="37452" y="120142"/>
                </a:lnTo>
                <a:lnTo>
                  <a:pt x="37909" y="134112"/>
                </a:lnTo>
                <a:lnTo>
                  <a:pt x="38074" y="145910"/>
                </a:lnTo>
                <a:lnTo>
                  <a:pt x="38074" y="171958"/>
                </a:lnTo>
                <a:lnTo>
                  <a:pt x="37934" y="182880"/>
                </a:lnTo>
                <a:lnTo>
                  <a:pt x="37820" y="187477"/>
                </a:lnTo>
                <a:lnTo>
                  <a:pt x="37452" y="197726"/>
                </a:lnTo>
                <a:lnTo>
                  <a:pt x="36576" y="210312"/>
                </a:lnTo>
                <a:lnTo>
                  <a:pt x="57912" y="202692"/>
                </a:lnTo>
                <a:lnTo>
                  <a:pt x="57912" y="193548"/>
                </a:lnTo>
                <a:lnTo>
                  <a:pt x="96012" y="193548"/>
                </a:lnTo>
                <a:lnTo>
                  <a:pt x="96012" y="313944"/>
                </a:lnTo>
                <a:lnTo>
                  <a:pt x="92964" y="316992"/>
                </a:lnTo>
                <a:lnTo>
                  <a:pt x="88392" y="316992"/>
                </a:lnTo>
                <a:lnTo>
                  <a:pt x="82334" y="317588"/>
                </a:lnTo>
                <a:lnTo>
                  <a:pt x="73152" y="317182"/>
                </a:lnTo>
                <a:lnTo>
                  <a:pt x="60528" y="315925"/>
                </a:lnTo>
                <a:lnTo>
                  <a:pt x="44196" y="313944"/>
                </a:lnTo>
                <a:lnTo>
                  <a:pt x="44196" y="320040"/>
                </a:lnTo>
                <a:lnTo>
                  <a:pt x="61341" y="326313"/>
                </a:lnTo>
                <a:lnTo>
                  <a:pt x="73914" y="333565"/>
                </a:lnTo>
                <a:lnTo>
                  <a:pt x="81915" y="341693"/>
                </a:lnTo>
                <a:lnTo>
                  <a:pt x="85344" y="350520"/>
                </a:lnTo>
                <a:lnTo>
                  <a:pt x="94488" y="345948"/>
                </a:lnTo>
                <a:lnTo>
                  <a:pt x="102108" y="341376"/>
                </a:lnTo>
                <a:lnTo>
                  <a:pt x="111252" y="332232"/>
                </a:lnTo>
                <a:lnTo>
                  <a:pt x="114300" y="323088"/>
                </a:lnTo>
                <a:lnTo>
                  <a:pt x="114300" y="317588"/>
                </a:lnTo>
                <a:lnTo>
                  <a:pt x="114300" y="193548"/>
                </a:lnTo>
                <a:lnTo>
                  <a:pt x="143256" y="193548"/>
                </a:lnTo>
                <a:lnTo>
                  <a:pt x="143256" y="210312"/>
                </a:lnTo>
                <a:lnTo>
                  <a:pt x="164592" y="201168"/>
                </a:lnTo>
                <a:lnTo>
                  <a:pt x="164096" y="193548"/>
                </a:lnTo>
                <a:lnTo>
                  <a:pt x="163703" y="187477"/>
                </a:lnTo>
                <a:lnTo>
                  <a:pt x="163576" y="182880"/>
                </a:lnTo>
                <a:lnTo>
                  <a:pt x="163258" y="171958"/>
                </a:lnTo>
                <a:lnTo>
                  <a:pt x="163131" y="158496"/>
                </a:lnTo>
                <a:lnTo>
                  <a:pt x="163068" y="134112"/>
                </a:lnTo>
                <a:lnTo>
                  <a:pt x="171196" y="128016"/>
                </a:lnTo>
                <a:lnTo>
                  <a:pt x="175260" y="124968"/>
                </a:lnTo>
                <a:close/>
              </a:path>
              <a:path w="748664" h="360045">
                <a:moveTo>
                  <a:pt x="198120" y="79248"/>
                </a:moveTo>
                <a:lnTo>
                  <a:pt x="172212" y="53340"/>
                </a:lnTo>
                <a:lnTo>
                  <a:pt x="155448" y="70104"/>
                </a:lnTo>
                <a:lnTo>
                  <a:pt x="7620" y="70104"/>
                </a:lnTo>
                <a:lnTo>
                  <a:pt x="21336" y="83820"/>
                </a:lnTo>
                <a:lnTo>
                  <a:pt x="28765" y="81826"/>
                </a:lnTo>
                <a:lnTo>
                  <a:pt x="37338" y="80391"/>
                </a:lnTo>
                <a:lnTo>
                  <a:pt x="47053" y="79540"/>
                </a:lnTo>
                <a:lnTo>
                  <a:pt x="57912" y="79248"/>
                </a:lnTo>
                <a:lnTo>
                  <a:pt x="198120" y="79248"/>
                </a:lnTo>
                <a:close/>
              </a:path>
              <a:path w="748664" h="360045">
                <a:moveTo>
                  <a:pt x="315468" y="65532"/>
                </a:moveTo>
                <a:lnTo>
                  <a:pt x="313944" y="57912"/>
                </a:lnTo>
                <a:lnTo>
                  <a:pt x="306324" y="51816"/>
                </a:lnTo>
                <a:lnTo>
                  <a:pt x="299720" y="46088"/>
                </a:lnTo>
                <a:lnTo>
                  <a:pt x="291274" y="40195"/>
                </a:lnTo>
                <a:lnTo>
                  <a:pt x="280809" y="34036"/>
                </a:lnTo>
                <a:lnTo>
                  <a:pt x="268224" y="27432"/>
                </a:lnTo>
                <a:lnTo>
                  <a:pt x="265176" y="32004"/>
                </a:lnTo>
                <a:lnTo>
                  <a:pt x="274358" y="42506"/>
                </a:lnTo>
                <a:lnTo>
                  <a:pt x="281559" y="53149"/>
                </a:lnTo>
                <a:lnTo>
                  <a:pt x="287032" y="63512"/>
                </a:lnTo>
                <a:lnTo>
                  <a:pt x="291084" y="73152"/>
                </a:lnTo>
                <a:lnTo>
                  <a:pt x="294132" y="85344"/>
                </a:lnTo>
                <a:lnTo>
                  <a:pt x="297180" y="89916"/>
                </a:lnTo>
                <a:lnTo>
                  <a:pt x="304800" y="89916"/>
                </a:lnTo>
                <a:lnTo>
                  <a:pt x="309372" y="85344"/>
                </a:lnTo>
                <a:lnTo>
                  <a:pt x="312420" y="80772"/>
                </a:lnTo>
                <a:lnTo>
                  <a:pt x="315468" y="65532"/>
                </a:lnTo>
                <a:close/>
              </a:path>
              <a:path w="748664" h="360045">
                <a:moveTo>
                  <a:pt x="355092" y="324612"/>
                </a:moveTo>
                <a:lnTo>
                  <a:pt x="335280" y="262128"/>
                </a:lnTo>
                <a:lnTo>
                  <a:pt x="327660" y="262128"/>
                </a:lnTo>
                <a:lnTo>
                  <a:pt x="327012" y="300494"/>
                </a:lnTo>
                <a:lnTo>
                  <a:pt x="318516" y="326136"/>
                </a:lnTo>
                <a:lnTo>
                  <a:pt x="295656" y="326136"/>
                </a:lnTo>
                <a:lnTo>
                  <a:pt x="277368" y="128016"/>
                </a:lnTo>
                <a:lnTo>
                  <a:pt x="353568" y="128016"/>
                </a:lnTo>
                <a:lnTo>
                  <a:pt x="327660" y="100584"/>
                </a:lnTo>
                <a:lnTo>
                  <a:pt x="309372" y="118872"/>
                </a:lnTo>
                <a:lnTo>
                  <a:pt x="237744" y="118872"/>
                </a:lnTo>
                <a:lnTo>
                  <a:pt x="237744" y="30480"/>
                </a:lnTo>
                <a:lnTo>
                  <a:pt x="248412" y="19812"/>
                </a:lnTo>
                <a:lnTo>
                  <a:pt x="216408" y="4572"/>
                </a:lnTo>
                <a:lnTo>
                  <a:pt x="217766" y="47244"/>
                </a:lnTo>
                <a:lnTo>
                  <a:pt x="217932" y="118872"/>
                </a:lnTo>
                <a:lnTo>
                  <a:pt x="175260" y="118872"/>
                </a:lnTo>
                <a:lnTo>
                  <a:pt x="187452" y="131064"/>
                </a:lnTo>
                <a:lnTo>
                  <a:pt x="201168" y="128016"/>
                </a:lnTo>
                <a:lnTo>
                  <a:pt x="217932" y="128016"/>
                </a:lnTo>
                <a:lnTo>
                  <a:pt x="217639" y="167411"/>
                </a:lnTo>
                <a:lnTo>
                  <a:pt x="208495" y="234746"/>
                </a:lnTo>
                <a:lnTo>
                  <a:pt x="188544" y="287591"/>
                </a:lnTo>
                <a:lnTo>
                  <a:pt x="155486" y="333933"/>
                </a:lnTo>
                <a:lnTo>
                  <a:pt x="134112" y="355092"/>
                </a:lnTo>
                <a:lnTo>
                  <a:pt x="138684" y="359664"/>
                </a:lnTo>
                <a:lnTo>
                  <a:pt x="188023" y="313944"/>
                </a:lnTo>
                <a:lnTo>
                  <a:pt x="217932" y="263652"/>
                </a:lnTo>
                <a:lnTo>
                  <a:pt x="233553" y="204406"/>
                </a:lnTo>
                <a:lnTo>
                  <a:pt x="237744" y="128016"/>
                </a:lnTo>
                <a:lnTo>
                  <a:pt x="257556" y="128016"/>
                </a:lnTo>
                <a:lnTo>
                  <a:pt x="257619" y="315925"/>
                </a:lnTo>
                <a:lnTo>
                  <a:pt x="288036" y="342900"/>
                </a:lnTo>
                <a:lnTo>
                  <a:pt x="320040" y="342900"/>
                </a:lnTo>
                <a:lnTo>
                  <a:pt x="331724" y="341757"/>
                </a:lnTo>
                <a:lnTo>
                  <a:pt x="341566" y="338328"/>
                </a:lnTo>
                <a:lnTo>
                  <a:pt x="349389" y="332613"/>
                </a:lnTo>
                <a:lnTo>
                  <a:pt x="353999" y="326136"/>
                </a:lnTo>
                <a:lnTo>
                  <a:pt x="355092" y="324612"/>
                </a:lnTo>
                <a:close/>
              </a:path>
              <a:path w="748664" h="360045">
                <a:moveTo>
                  <a:pt x="495312" y="60490"/>
                </a:moveTo>
                <a:lnTo>
                  <a:pt x="464439" y="32575"/>
                </a:lnTo>
                <a:lnTo>
                  <a:pt x="434340" y="19812"/>
                </a:lnTo>
                <a:lnTo>
                  <a:pt x="431292" y="25908"/>
                </a:lnTo>
                <a:lnTo>
                  <a:pt x="445858" y="39052"/>
                </a:lnTo>
                <a:lnTo>
                  <a:pt x="457581" y="51054"/>
                </a:lnTo>
                <a:lnTo>
                  <a:pt x="466432" y="61912"/>
                </a:lnTo>
                <a:lnTo>
                  <a:pt x="472440" y="71628"/>
                </a:lnTo>
                <a:lnTo>
                  <a:pt x="478536" y="82296"/>
                </a:lnTo>
                <a:lnTo>
                  <a:pt x="481584" y="86868"/>
                </a:lnTo>
                <a:lnTo>
                  <a:pt x="487680" y="86868"/>
                </a:lnTo>
                <a:lnTo>
                  <a:pt x="490728" y="83820"/>
                </a:lnTo>
                <a:lnTo>
                  <a:pt x="493776" y="82296"/>
                </a:lnTo>
                <a:lnTo>
                  <a:pt x="495300" y="76200"/>
                </a:lnTo>
                <a:lnTo>
                  <a:pt x="495312" y="60490"/>
                </a:lnTo>
                <a:close/>
              </a:path>
              <a:path w="748664" h="360045">
                <a:moveTo>
                  <a:pt x="539496" y="240792"/>
                </a:moveTo>
                <a:lnTo>
                  <a:pt x="534924" y="236220"/>
                </a:lnTo>
                <a:lnTo>
                  <a:pt x="475488" y="292608"/>
                </a:lnTo>
                <a:lnTo>
                  <a:pt x="475488" y="152400"/>
                </a:lnTo>
                <a:lnTo>
                  <a:pt x="482346" y="146304"/>
                </a:lnTo>
                <a:lnTo>
                  <a:pt x="489204" y="140208"/>
                </a:lnTo>
                <a:lnTo>
                  <a:pt x="464820" y="118872"/>
                </a:lnTo>
                <a:lnTo>
                  <a:pt x="452628" y="137160"/>
                </a:lnTo>
                <a:lnTo>
                  <a:pt x="393192" y="137160"/>
                </a:lnTo>
                <a:lnTo>
                  <a:pt x="406908" y="150876"/>
                </a:lnTo>
                <a:lnTo>
                  <a:pt x="415493" y="148882"/>
                </a:lnTo>
                <a:lnTo>
                  <a:pt x="423100" y="147447"/>
                </a:lnTo>
                <a:lnTo>
                  <a:pt x="429831" y="146596"/>
                </a:lnTo>
                <a:lnTo>
                  <a:pt x="435864" y="146304"/>
                </a:lnTo>
                <a:lnTo>
                  <a:pt x="454152" y="146304"/>
                </a:lnTo>
                <a:lnTo>
                  <a:pt x="454177" y="290131"/>
                </a:lnTo>
                <a:lnTo>
                  <a:pt x="454456" y="296405"/>
                </a:lnTo>
                <a:lnTo>
                  <a:pt x="453199" y="303085"/>
                </a:lnTo>
                <a:lnTo>
                  <a:pt x="450507" y="309499"/>
                </a:lnTo>
                <a:lnTo>
                  <a:pt x="446532" y="315468"/>
                </a:lnTo>
                <a:lnTo>
                  <a:pt x="466344" y="335280"/>
                </a:lnTo>
                <a:lnTo>
                  <a:pt x="493776" y="297180"/>
                </a:lnTo>
                <a:lnTo>
                  <a:pt x="503491" y="286016"/>
                </a:lnTo>
                <a:lnTo>
                  <a:pt x="514350" y="272986"/>
                </a:lnTo>
                <a:lnTo>
                  <a:pt x="526351" y="257962"/>
                </a:lnTo>
                <a:lnTo>
                  <a:pt x="539496" y="240792"/>
                </a:lnTo>
                <a:close/>
              </a:path>
              <a:path w="748664" h="360045">
                <a:moveTo>
                  <a:pt x="603504" y="56388"/>
                </a:moveTo>
                <a:lnTo>
                  <a:pt x="574929" y="21145"/>
                </a:lnTo>
                <a:lnTo>
                  <a:pt x="557784" y="7620"/>
                </a:lnTo>
                <a:lnTo>
                  <a:pt x="553212" y="10668"/>
                </a:lnTo>
                <a:lnTo>
                  <a:pt x="561759" y="25463"/>
                </a:lnTo>
                <a:lnTo>
                  <a:pt x="569023" y="39814"/>
                </a:lnTo>
                <a:lnTo>
                  <a:pt x="574852" y="53327"/>
                </a:lnTo>
                <a:lnTo>
                  <a:pt x="579120" y="65532"/>
                </a:lnTo>
                <a:lnTo>
                  <a:pt x="580644" y="77724"/>
                </a:lnTo>
                <a:lnTo>
                  <a:pt x="583692" y="83820"/>
                </a:lnTo>
                <a:lnTo>
                  <a:pt x="588264" y="83820"/>
                </a:lnTo>
                <a:lnTo>
                  <a:pt x="591312" y="80772"/>
                </a:lnTo>
                <a:lnTo>
                  <a:pt x="597408" y="76200"/>
                </a:lnTo>
                <a:lnTo>
                  <a:pt x="601980" y="70104"/>
                </a:lnTo>
                <a:lnTo>
                  <a:pt x="603504" y="64008"/>
                </a:lnTo>
                <a:lnTo>
                  <a:pt x="603504" y="56388"/>
                </a:lnTo>
                <a:close/>
              </a:path>
              <a:path w="748664" h="360045">
                <a:moveTo>
                  <a:pt x="748284" y="321564"/>
                </a:moveTo>
                <a:lnTo>
                  <a:pt x="729373" y="269354"/>
                </a:lnTo>
                <a:lnTo>
                  <a:pt x="728472" y="259080"/>
                </a:lnTo>
                <a:lnTo>
                  <a:pt x="722376" y="259080"/>
                </a:lnTo>
                <a:lnTo>
                  <a:pt x="721461" y="275971"/>
                </a:lnTo>
                <a:lnTo>
                  <a:pt x="720877" y="289306"/>
                </a:lnTo>
                <a:lnTo>
                  <a:pt x="720229" y="301739"/>
                </a:lnTo>
                <a:lnTo>
                  <a:pt x="719328" y="310896"/>
                </a:lnTo>
                <a:lnTo>
                  <a:pt x="717804" y="321564"/>
                </a:lnTo>
                <a:lnTo>
                  <a:pt x="711708" y="326136"/>
                </a:lnTo>
                <a:lnTo>
                  <a:pt x="672084" y="326136"/>
                </a:lnTo>
                <a:lnTo>
                  <a:pt x="663194" y="325640"/>
                </a:lnTo>
                <a:lnTo>
                  <a:pt x="657034" y="322135"/>
                </a:lnTo>
                <a:lnTo>
                  <a:pt x="653427" y="316064"/>
                </a:lnTo>
                <a:lnTo>
                  <a:pt x="652272" y="307848"/>
                </a:lnTo>
                <a:lnTo>
                  <a:pt x="652272" y="198120"/>
                </a:lnTo>
                <a:lnTo>
                  <a:pt x="679704" y="198120"/>
                </a:lnTo>
                <a:lnTo>
                  <a:pt x="679704" y="216408"/>
                </a:lnTo>
                <a:lnTo>
                  <a:pt x="702564" y="205740"/>
                </a:lnTo>
                <a:lnTo>
                  <a:pt x="701103" y="152400"/>
                </a:lnTo>
                <a:lnTo>
                  <a:pt x="701040" y="109728"/>
                </a:lnTo>
                <a:lnTo>
                  <a:pt x="707898" y="105156"/>
                </a:lnTo>
                <a:lnTo>
                  <a:pt x="714756" y="100584"/>
                </a:lnTo>
                <a:lnTo>
                  <a:pt x="709193" y="96012"/>
                </a:lnTo>
                <a:lnTo>
                  <a:pt x="688848" y="79248"/>
                </a:lnTo>
                <a:lnTo>
                  <a:pt x="679704" y="91821"/>
                </a:lnTo>
                <a:lnTo>
                  <a:pt x="679704" y="105156"/>
                </a:lnTo>
                <a:lnTo>
                  <a:pt x="679704" y="188976"/>
                </a:lnTo>
                <a:lnTo>
                  <a:pt x="565404" y="188976"/>
                </a:lnTo>
                <a:lnTo>
                  <a:pt x="565404" y="105156"/>
                </a:lnTo>
                <a:lnTo>
                  <a:pt x="679704" y="105156"/>
                </a:lnTo>
                <a:lnTo>
                  <a:pt x="679704" y="91821"/>
                </a:lnTo>
                <a:lnTo>
                  <a:pt x="676656" y="96012"/>
                </a:lnTo>
                <a:lnTo>
                  <a:pt x="641604" y="96012"/>
                </a:lnTo>
                <a:lnTo>
                  <a:pt x="651268" y="79730"/>
                </a:lnTo>
                <a:lnTo>
                  <a:pt x="661797" y="62865"/>
                </a:lnTo>
                <a:lnTo>
                  <a:pt x="672884" y="45440"/>
                </a:lnTo>
                <a:lnTo>
                  <a:pt x="684276" y="27432"/>
                </a:lnTo>
                <a:lnTo>
                  <a:pt x="699516" y="21336"/>
                </a:lnTo>
                <a:lnTo>
                  <a:pt x="664464" y="0"/>
                </a:lnTo>
                <a:lnTo>
                  <a:pt x="659892" y="19075"/>
                </a:lnTo>
                <a:lnTo>
                  <a:pt x="653034" y="41719"/>
                </a:lnTo>
                <a:lnTo>
                  <a:pt x="643890" y="67513"/>
                </a:lnTo>
                <a:lnTo>
                  <a:pt x="632460" y="96012"/>
                </a:lnTo>
                <a:lnTo>
                  <a:pt x="565404" y="96012"/>
                </a:lnTo>
                <a:lnTo>
                  <a:pt x="541020" y="82296"/>
                </a:lnTo>
                <a:lnTo>
                  <a:pt x="541896" y="94043"/>
                </a:lnTo>
                <a:lnTo>
                  <a:pt x="542239" y="105156"/>
                </a:lnTo>
                <a:lnTo>
                  <a:pt x="542353" y="109728"/>
                </a:lnTo>
                <a:lnTo>
                  <a:pt x="542442" y="118872"/>
                </a:lnTo>
                <a:lnTo>
                  <a:pt x="542340" y="188976"/>
                </a:lnTo>
                <a:lnTo>
                  <a:pt x="541896" y="204838"/>
                </a:lnTo>
                <a:lnTo>
                  <a:pt x="541020" y="217932"/>
                </a:lnTo>
                <a:lnTo>
                  <a:pt x="565404" y="210312"/>
                </a:lnTo>
                <a:lnTo>
                  <a:pt x="565404" y="198120"/>
                </a:lnTo>
                <a:lnTo>
                  <a:pt x="585216" y="198120"/>
                </a:lnTo>
                <a:lnTo>
                  <a:pt x="576262" y="255079"/>
                </a:lnTo>
                <a:lnTo>
                  <a:pt x="554736" y="297180"/>
                </a:lnTo>
                <a:lnTo>
                  <a:pt x="518350" y="328993"/>
                </a:lnTo>
                <a:lnTo>
                  <a:pt x="469392" y="355092"/>
                </a:lnTo>
                <a:lnTo>
                  <a:pt x="472440" y="359664"/>
                </a:lnTo>
                <a:lnTo>
                  <a:pt x="533019" y="334899"/>
                </a:lnTo>
                <a:lnTo>
                  <a:pt x="573024" y="303276"/>
                </a:lnTo>
                <a:lnTo>
                  <a:pt x="596074" y="258699"/>
                </a:lnTo>
                <a:lnTo>
                  <a:pt x="606552" y="198120"/>
                </a:lnTo>
                <a:lnTo>
                  <a:pt x="632460" y="198120"/>
                </a:lnTo>
                <a:lnTo>
                  <a:pt x="632561" y="316801"/>
                </a:lnTo>
                <a:lnTo>
                  <a:pt x="665988" y="344424"/>
                </a:lnTo>
                <a:lnTo>
                  <a:pt x="713232" y="344424"/>
                </a:lnTo>
                <a:lnTo>
                  <a:pt x="724700" y="343001"/>
                </a:lnTo>
                <a:lnTo>
                  <a:pt x="734187" y="338709"/>
                </a:lnTo>
                <a:lnTo>
                  <a:pt x="741946" y="331571"/>
                </a:lnTo>
                <a:lnTo>
                  <a:pt x="745388" y="326136"/>
                </a:lnTo>
                <a:lnTo>
                  <a:pt x="748284" y="32156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" name="object 37"/>
          <p:cNvSpPr/>
          <p:nvPr/>
        </p:nvSpPr>
        <p:spPr>
          <a:xfrm>
            <a:off x="4485132" y="3950208"/>
            <a:ext cx="318770" cy="355600"/>
          </a:xfrm>
          <a:custGeom>
            <a:avLst/>
            <a:gdLst/>
            <a:ahLst/>
            <a:cxnLst/>
            <a:rect l="l" t="t" r="r" b="b"/>
            <a:pathLst>
              <a:path w="318770" h="355600">
                <a:moveTo>
                  <a:pt x="288417" y="13716"/>
                </a:moveTo>
                <a:lnTo>
                  <a:pt x="260604" y="13716"/>
                </a:lnTo>
                <a:lnTo>
                  <a:pt x="271272" y="0"/>
                </a:lnTo>
                <a:lnTo>
                  <a:pt x="288417" y="13716"/>
                </a:lnTo>
                <a:close/>
              </a:path>
              <a:path w="318770" h="355600">
                <a:moveTo>
                  <a:pt x="50292" y="175260"/>
                </a:moveTo>
                <a:lnTo>
                  <a:pt x="51411" y="157829"/>
                </a:lnTo>
                <a:lnTo>
                  <a:pt x="52387" y="137541"/>
                </a:lnTo>
                <a:lnTo>
                  <a:pt x="53078" y="114395"/>
                </a:lnTo>
                <a:lnTo>
                  <a:pt x="53340" y="88392"/>
                </a:lnTo>
                <a:lnTo>
                  <a:pt x="53316" y="63246"/>
                </a:lnTo>
                <a:lnTo>
                  <a:pt x="53149" y="40385"/>
                </a:lnTo>
                <a:lnTo>
                  <a:pt x="52697" y="19811"/>
                </a:lnTo>
                <a:lnTo>
                  <a:pt x="51816" y="1524"/>
                </a:lnTo>
                <a:lnTo>
                  <a:pt x="73152" y="13716"/>
                </a:lnTo>
                <a:lnTo>
                  <a:pt x="288417" y="13716"/>
                </a:lnTo>
                <a:lnTo>
                  <a:pt x="294132" y="18288"/>
                </a:lnTo>
                <a:lnTo>
                  <a:pt x="289560" y="22860"/>
                </a:lnTo>
                <a:lnTo>
                  <a:pt x="73152" y="22860"/>
                </a:lnTo>
                <a:lnTo>
                  <a:pt x="73152" y="79248"/>
                </a:lnTo>
                <a:lnTo>
                  <a:pt x="283464" y="79248"/>
                </a:lnTo>
                <a:lnTo>
                  <a:pt x="283464" y="88392"/>
                </a:lnTo>
                <a:lnTo>
                  <a:pt x="73152" y="88392"/>
                </a:lnTo>
                <a:lnTo>
                  <a:pt x="73152" y="143256"/>
                </a:lnTo>
                <a:lnTo>
                  <a:pt x="283936" y="143256"/>
                </a:lnTo>
                <a:lnTo>
                  <a:pt x="284106" y="148113"/>
                </a:lnTo>
                <a:lnTo>
                  <a:pt x="284388" y="152400"/>
                </a:lnTo>
                <a:lnTo>
                  <a:pt x="73152" y="152400"/>
                </a:lnTo>
                <a:lnTo>
                  <a:pt x="73152" y="166116"/>
                </a:lnTo>
                <a:lnTo>
                  <a:pt x="50292" y="175260"/>
                </a:lnTo>
                <a:close/>
              </a:path>
              <a:path w="318770" h="355600">
                <a:moveTo>
                  <a:pt x="175260" y="79248"/>
                </a:moveTo>
                <a:lnTo>
                  <a:pt x="155448" y="79248"/>
                </a:lnTo>
                <a:lnTo>
                  <a:pt x="155448" y="22860"/>
                </a:lnTo>
                <a:lnTo>
                  <a:pt x="175260" y="22860"/>
                </a:lnTo>
                <a:lnTo>
                  <a:pt x="175260" y="79248"/>
                </a:lnTo>
                <a:close/>
              </a:path>
              <a:path w="318770" h="355600">
                <a:moveTo>
                  <a:pt x="283464" y="79248"/>
                </a:moveTo>
                <a:lnTo>
                  <a:pt x="262128" y="79248"/>
                </a:lnTo>
                <a:lnTo>
                  <a:pt x="262128" y="22860"/>
                </a:lnTo>
                <a:lnTo>
                  <a:pt x="289560" y="22860"/>
                </a:lnTo>
                <a:lnTo>
                  <a:pt x="283464" y="28956"/>
                </a:lnTo>
                <a:lnTo>
                  <a:pt x="283464" y="79248"/>
                </a:lnTo>
                <a:close/>
              </a:path>
              <a:path w="318770" h="355600">
                <a:moveTo>
                  <a:pt x="175260" y="143256"/>
                </a:moveTo>
                <a:lnTo>
                  <a:pt x="155448" y="143256"/>
                </a:lnTo>
                <a:lnTo>
                  <a:pt x="155448" y="88392"/>
                </a:lnTo>
                <a:lnTo>
                  <a:pt x="175260" y="88392"/>
                </a:lnTo>
                <a:lnTo>
                  <a:pt x="175260" y="143256"/>
                </a:lnTo>
                <a:close/>
              </a:path>
              <a:path w="318770" h="355600">
                <a:moveTo>
                  <a:pt x="283936" y="143256"/>
                </a:moveTo>
                <a:lnTo>
                  <a:pt x="262128" y="143256"/>
                </a:lnTo>
                <a:lnTo>
                  <a:pt x="262128" y="88392"/>
                </a:lnTo>
                <a:lnTo>
                  <a:pt x="283464" y="88392"/>
                </a:lnTo>
                <a:lnTo>
                  <a:pt x="283487" y="122967"/>
                </a:lnTo>
                <a:lnTo>
                  <a:pt x="283654" y="135255"/>
                </a:lnTo>
                <a:lnTo>
                  <a:pt x="283936" y="143256"/>
                </a:lnTo>
                <a:close/>
              </a:path>
              <a:path w="318770" h="355600">
                <a:moveTo>
                  <a:pt x="262128" y="169164"/>
                </a:moveTo>
                <a:lnTo>
                  <a:pt x="262128" y="152400"/>
                </a:lnTo>
                <a:lnTo>
                  <a:pt x="284388" y="152400"/>
                </a:lnTo>
                <a:lnTo>
                  <a:pt x="284988" y="161544"/>
                </a:lnTo>
                <a:lnTo>
                  <a:pt x="262128" y="169164"/>
                </a:lnTo>
                <a:close/>
              </a:path>
              <a:path w="318770" h="355600">
                <a:moveTo>
                  <a:pt x="172212" y="208788"/>
                </a:moveTo>
                <a:lnTo>
                  <a:pt x="150876" y="208788"/>
                </a:lnTo>
                <a:lnTo>
                  <a:pt x="152638" y="191643"/>
                </a:lnTo>
                <a:lnTo>
                  <a:pt x="153543" y="176784"/>
                </a:lnTo>
                <a:lnTo>
                  <a:pt x="153825" y="166116"/>
                </a:lnTo>
                <a:lnTo>
                  <a:pt x="153924" y="153924"/>
                </a:lnTo>
                <a:lnTo>
                  <a:pt x="188976" y="172212"/>
                </a:lnTo>
                <a:lnTo>
                  <a:pt x="178308" y="179832"/>
                </a:lnTo>
                <a:lnTo>
                  <a:pt x="177141" y="186713"/>
                </a:lnTo>
                <a:lnTo>
                  <a:pt x="175831" y="193738"/>
                </a:lnTo>
                <a:lnTo>
                  <a:pt x="174236" y="201048"/>
                </a:lnTo>
                <a:lnTo>
                  <a:pt x="172212" y="208788"/>
                </a:lnTo>
                <a:close/>
              </a:path>
              <a:path w="318770" h="355600">
                <a:moveTo>
                  <a:pt x="32004" y="222504"/>
                </a:moveTo>
                <a:lnTo>
                  <a:pt x="18288" y="208788"/>
                </a:lnTo>
                <a:lnTo>
                  <a:pt x="281940" y="208788"/>
                </a:lnTo>
                <a:lnTo>
                  <a:pt x="294132" y="193548"/>
                </a:lnTo>
                <a:lnTo>
                  <a:pt x="318516" y="214884"/>
                </a:lnTo>
                <a:lnTo>
                  <a:pt x="313944" y="217932"/>
                </a:lnTo>
                <a:lnTo>
                  <a:pt x="68580" y="217932"/>
                </a:lnTo>
                <a:lnTo>
                  <a:pt x="58578" y="218217"/>
                </a:lnTo>
                <a:lnTo>
                  <a:pt x="49149" y="219075"/>
                </a:lnTo>
                <a:lnTo>
                  <a:pt x="40290" y="220503"/>
                </a:lnTo>
                <a:lnTo>
                  <a:pt x="32004" y="222504"/>
                </a:lnTo>
                <a:close/>
              </a:path>
              <a:path w="318770" h="355600">
                <a:moveTo>
                  <a:pt x="1524" y="355092"/>
                </a:moveTo>
                <a:lnTo>
                  <a:pt x="0" y="350520"/>
                </a:lnTo>
                <a:lnTo>
                  <a:pt x="30289" y="339899"/>
                </a:lnTo>
                <a:lnTo>
                  <a:pt x="57150" y="328422"/>
                </a:lnTo>
                <a:lnTo>
                  <a:pt x="100584" y="301752"/>
                </a:lnTo>
                <a:lnTo>
                  <a:pt x="130111" y="266700"/>
                </a:lnTo>
                <a:lnTo>
                  <a:pt x="149352" y="217932"/>
                </a:lnTo>
                <a:lnTo>
                  <a:pt x="170688" y="217932"/>
                </a:lnTo>
                <a:lnTo>
                  <a:pt x="150876" y="272415"/>
                </a:lnTo>
                <a:lnTo>
                  <a:pt x="117348" y="310896"/>
                </a:lnTo>
                <a:lnTo>
                  <a:pt x="68008" y="338137"/>
                </a:lnTo>
                <a:lnTo>
                  <a:pt x="36980" y="347972"/>
                </a:lnTo>
                <a:lnTo>
                  <a:pt x="1524" y="355092"/>
                </a:lnTo>
                <a:close/>
              </a:path>
              <a:path w="318770" h="355600">
                <a:moveTo>
                  <a:pt x="282850" y="317873"/>
                </a:moveTo>
                <a:lnTo>
                  <a:pt x="248531" y="317873"/>
                </a:lnTo>
                <a:lnTo>
                  <a:pt x="256032" y="316992"/>
                </a:lnTo>
                <a:lnTo>
                  <a:pt x="260342" y="313563"/>
                </a:lnTo>
                <a:lnTo>
                  <a:pt x="273819" y="276439"/>
                </a:lnTo>
                <a:lnTo>
                  <a:pt x="283464" y="217932"/>
                </a:lnTo>
                <a:lnTo>
                  <a:pt x="313944" y="217932"/>
                </a:lnTo>
                <a:lnTo>
                  <a:pt x="304800" y="224028"/>
                </a:lnTo>
                <a:lnTo>
                  <a:pt x="300251" y="250555"/>
                </a:lnTo>
                <a:lnTo>
                  <a:pt x="295846" y="272796"/>
                </a:lnTo>
                <a:lnTo>
                  <a:pt x="291726" y="290464"/>
                </a:lnTo>
                <a:lnTo>
                  <a:pt x="288036" y="303276"/>
                </a:lnTo>
                <a:lnTo>
                  <a:pt x="284559" y="313848"/>
                </a:lnTo>
                <a:lnTo>
                  <a:pt x="282850" y="317873"/>
                </a:lnTo>
                <a:close/>
              </a:path>
              <a:path w="318770" h="355600">
                <a:moveTo>
                  <a:pt x="231648" y="350520"/>
                </a:moveTo>
                <a:lnTo>
                  <a:pt x="229647" y="340256"/>
                </a:lnTo>
                <a:lnTo>
                  <a:pt x="221361" y="330136"/>
                </a:lnTo>
                <a:lnTo>
                  <a:pt x="206787" y="320301"/>
                </a:lnTo>
                <a:lnTo>
                  <a:pt x="185928" y="310896"/>
                </a:lnTo>
                <a:lnTo>
                  <a:pt x="187452" y="304800"/>
                </a:lnTo>
                <a:lnTo>
                  <a:pt x="214669" y="311634"/>
                </a:lnTo>
                <a:lnTo>
                  <a:pt x="234886" y="316039"/>
                </a:lnTo>
                <a:lnTo>
                  <a:pt x="248531" y="317873"/>
                </a:lnTo>
                <a:lnTo>
                  <a:pt x="282850" y="317873"/>
                </a:lnTo>
                <a:lnTo>
                  <a:pt x="280797" y="322707"/>
                </a:lnTo>
                <a:lnTo>
                  <a:pt x="245340" y="347924"/>
                </a:lnTo>
                <a:lnTo>
                  <a:pt x="231648" y="3505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" name="object 38"/>
          <p:cNvSpPr/>
          <p:nvPr/>
        </p:nvSpPr>
        <p:spPr>
          <a:xfrm>
            <a:off x="4864595" y="3950208"/>
            <a:ext cx="1073150" cy="350520"/>
          </a:xfrm>
          <a:custGeom>
            <a:avLst/>
            <a:gdLst/>
            <a:ahLst/>
            <a:cxnLst/>
            <a:rect l="l" t="t" r="r" b="b"/>
            <a:pathLst>
              <a:path w="1073150" h="350520">
                <a:moveTo>
                  <a:pt x="356616" y="313944"/>
                </a:moveTo>
                <a:lnTo>
                  <a:pt x="312420" y="297751"/>
                </a:lnTo>
                <a:lnTo>
                  <a:pt x="272796" y="266700"/>
                </a:lnTo>
                <a:lnTo>
                  <a:pt x="239077" y="223266"/>
                </a:lnTo>
                <a:lnTo>
                  <a:pt x="213360" y="170688"/>
                </a:lnTo>
                <a:lnTo>
                  <a:pt x="193929" y="108966"/>
                </a:lnTo>
                <a:lnTo>
                  <a:pt x="181356" y="33528"/>
                </a:lnTo>
                <a:lnTo>
                  <a:pt x="196596" y="19812"/>
                </a:lnTo>
                <a:lnTo>
                  <a:pt x="150876" y="0"/>
                </a:lnTo>
                <a:lnTo>
                  <a:pt x="149733" y="70866"/>
                </a:lnTo>
                <a:lnTo>
                  <a:pt x="141732" y="141732"/>
                </a:lnTo>
                <a:lnTo>
                  <a:pt x="124587" y="206692"/>
                </a:lnTo>
                <a:lnTo>
                  <a:pt x="96012" y="259080"/>
                </a:lnTo>
                <a:lnTo>
                  <a:pt x="56007" y="304800"/>
                </a:lnTo>
                <a:lnTo>
                  <a:pt x="0" y="345948"/>
                </a:lnTo>
                <a:lnTo>
                  <a:pt x="3048" y="350520"/>
                </a:lnTo>
                <a:lnTo>
                  <a:pt x="60198" y="319659"/>
                </a:lnTo>
                <a:lnTo>
                  <a:pt x="103632" y="281940"/>
                </a:lnTo>
                <a:lnTo>
                  <a:pt x="134683" y="239839"/>
                </a:lnTo>
                <a:lnTo>
                  <a:pt x="155448" y="192024"/>
                </a:lnTo>
                <a:lnTo>
                  <a:pt x="168973" y="136017"/>
                </a:lnTo>
                <a:lnTo>
                  <a:pt x="176784" y="68580"/>
                </a:lnTo>
                <a:lnTo>
                  <a:pt x="181673" y="105448"/>
                </a:lnTo>
                <a:lnTo>
                  <a:pt x="193725" y="167170"/>
                </a:lnTo>
                <a:lnTo>
                  <a:pt x="210654" y="213461"/>
                </a:lnTo>
                <a:lnTo>
                  <a:pt x="232460" y="254609"/>
                </a:lnTo>
                <a:lnTo>
                  <a:pt x="259727" y="293179"/>
                </a:lnTo>
                <a:lnTo>
                  <a:pt x="293585" y="327469"/>
                </a:lnTo>
                <a:lnTo>
                  <a:pt x="313944" y="342900"/>
                </a:lnTo>
                <a:lnTo>
                  <a:pt x="320827" y="333781"/>
                </a:lnTo>
                <a:lnTo>
                  <a:pt x="330136" y="327088"/>
                </a:lnTo>
                <a:lnTo>
                  <a:pt x="342023" y="322973"/>
                </a:lnTo>
                <a:lnTo>
                  <a:pt x="356616" y="321564"/>
                </a:lnTo>
                <a:lnTo>
                  <a:pt x="356616" y="313944"/>
                </a:lnTo>
                <a:close/>
              </a:path>
              <a:path w="1073150" h="350520">
                <a:moveTo>
                  <a:pt x="678192" y="176784"/>
                </a:moveTo>
                <a:lnTo>
                  <a:pt x="671042" y="132765"/>
                </a:lnTo>
                <a:lnTo>
                  <a:pt x="659904" y="115824"/>
                </a:lnTo>
                <a:lnTo>
                  <a:pt x="653808" y="108204"/>
                </a:lnTo>
                <a:lnTo>
                  <a:pt x="647712" y="103632"/>
                </a:lnTo>
                <a:lnTo>
                  <a:pt x="640092" y="102108"/>
                </a:lnTo>
                <a:lnTo>
                  <a:pt x="632472" y="99060"/>
                </a:lnTo>
                <a:lnTo>
                  <a:pt x="624852" y="97536"/>
                </a:lnTo>
                <a:lnTo>
                  <a:pt x="615708" y="97536"/>
                </a:lnTo>
                <a:lnTo>
                  <a:pt x="574179" y="111823"/>
                </a:lnTo>
                <a:lnTo>
                  <a:pt x="550176" y="134112"/>
                </a:lnTo>
                <a:lnTo>
                  <a:pt x="545528" y="124663"/>
                </a:lnTo>
                <a:lnTo>
                  <a:pt x="511695" y="99631"/>
                </a:lnTo>
                <a:lnTo>
                  <a:pt x="493788" y="97536"/>
                </a:lnTo>
                <a:lnTo>
                  <a:pt x="485800" y="97878"/>
                </a:lnTo>
                <a:lnTo>
                  <a:pt x="449592" y="114109"/>
                </a:lnTo>
                <a:lnTo>
                  <a:pt x="435876" y="126492"/>
                </a:lnTo>
                <a:lnTo>
                  <a:pt x="435876" y="103632"/>
                </a:lnTo>
                <a:lnTo>
                  <a:pt x="399300" y="103632"/>
                </a:lnTo>
                <a:lnTo>
                  <a:pt x="399300" y="316992"/>
                </a:lnTo>
                <a:lnTo>
                  <a:pt x="435876" y="316992"/>
                </a:lnTo>
                <a:lnTo>
                  <a:pt x="435876" y="156972"/>
                </a:lnTo>
                <a:lnTo>
                  <a:pt x="441820" y="151549"/>
                </a:lnTo>
                <a:lnTo>
                  <a:pt x="478904" y="131622"/>
                </a:lnTo>
                <a:lnTo>
                  <a:pt x="484644" y="131064"/>
                </a:lnTo>
                <a:lnTo>
                  <a:pt x="492264" y="131064"/>
                </a:lnTo>
                <a:lnTo>
                  <a:pt x="499884" y="132588"/>
                </a:lnTo>
                <a:lnTo>
                  <a:pt x="504456" y="135636"/>
                </a:lnTo>
                <a:lnTo>
                  <a:pt x="509028" y="137160"/>
                </a:lnTo>
                <a:lnTo>
                  <a:pt x="518172" y="150876"/>
                </a:lnTo>
                <a:lnTo>
                  <a:pt x="519696" y="156972"/>
                </a:lnTo>
                <a:lnTo>
                  <a:pt x="519696" y="166116"/>
                </a:lnTo>
                <a:lnTo>
                  <a:pt x="520573" y="172123"/>
                </a:lnTo>
                <a:lnTo>
                  <a:pt x="521030" y="178689"/>
                </a:lnTo>
                <a:lnTo>
                  <a:pt x="521195" y="185839"/>
                </a:lnTo>
                <a:lnTo>
                  <a:pt x="521220" y="316992"/>
                </a:lnTo>
                <a:lnTo>
                  <a:pt x="556272" y="316992"/>
                </a:lnTo>
                <a:lnTo>
                  <a:pt x="556272" y="158496"/>
                </a:lnTo>
                <a:lnTo>
                  <a:pt x="563105" y="152196"/>
                </a:lnTo>
                <a:lnTo>
                  <a:pt x="600824" y="131622"/>
                </a:lnTo>
                <a:lnTo>
                  <a:pt x="606564" y="131064"/>
                </a:lnTo>
                <a:lnTo>
                  <a:pt x="614184" y="131064"/>
                </a:lnTo>
                <a:lnTo>
                  <a:pt x="620280" y="132588"/>
                </a:lnTo>
                <a:lnTo>
                  <a:pt x="624852" y="135636"/>
                </a:lnTo>
                <a:lnTo>
                  <a:pt x="629424" y="137160"/>
                </a:lnTo>
                <a:lnTo>
                  <a:pt x="633996" y="141732"/>
                </a:lnTo>
                <a:lnTo>
                  <a:pt x="635520" y="146304"/>
                </a:lnTo>
                <a:lnTo>
                  <a:pt x="638568" y="150876"/>
                </a:lnTo>
                <a:lnTo>
                  <a:pt x="640092" y="156972"/>
                </a:lnTo>
                <a:lnTo>
                  <a:pt x="641616" y="166116"/>
                </a:lnTo>
                <a:lnTo>
                  <a:pt x="641616" y="316992"/>
                </a:lnTo>
                <a:lnTo>
                  <a:pt x="678192" y="316992"/>
                </a:lnTo>
                <a:lnTo>
                  <a:pt x="678192" y="176784"/>
                </a:lnTo>
                <a:close/>
              </a:path>
              <a:path w="1073150" h="350520">
                <a:moveTo>
                  <a:pt x="999756" y="21336"/>
                </a:moveTo>
                <a:lnTo>
                  <a:pt x="994117" y="16764"/>
                </a:lnTo>
                <a:lnTo>
                  <a:pt x="975372" y="1524"/>
                </a:lnTo>
                <a:lnTo>
                  <a:pt x="964704" y="13385"/>
                </a:lnTo>
                <a:lnTo>
                  <a:pt x="964704" y="25908"/>
                </a:lnTo>
                <a:lnTo>
                  <a:pt x="964704" y="70104"/>
                </a:lnTo>
                <a:lnTo>
                  <a:pt x="964704" y="79248"/>
                </a:lnTo>
                <a:lnTo>
                  <a:pt x="964704" y="124968"/>
                </a:lnTo>
                <a:lnTo>
                  <a:pt x="832116" y="124968"/>
                </a:lnTo>
                <a:lnTo>
                  <a:pt x="832116" y="79248"/>
                </a:lnTo>
                <a:lnTo>
                  <a:pt x="964704" y="79248"/>
                </a:lnTo>
                <a:lnTo>
                  <a:pt x="964704" y="70104"/>
                </a:lnTo>
                <a:lnTo>
                  <a:pt x="832116" y="70104"/>
                </a:lnTo>
                <a:lnTo>
                  <a:pt x="832116" y="25908"/>
                </a:lnTo>
                <a:lnTo>
                  <a:pt x="964704" y="25908"/>
                </a:lnTo>
                <a:lnTo>
                  <a:pt x="964704" y="13385"/>
                </a:lnTo>
                <a:lnTo>
                  <a:pt x="961656" y="16764"/>
                </a:lnTo>
                <a:lnTo>
                  <a:pt x="833640" y="16764"/>
                </a:lnTo>
                <a:lnTo>
                  <a:pt x="809256" y="3048"/>
                </a:lnTo>
                <a:lnTo>
                  <a:pt x="809485" y="23368"/>
                </a:lnTo>
                <a:lnTo>
                  <a:pt x="810539" y="62852"/>
                </a:lnTo>
                <a:lnTo>
                  <a:pt x="810780" y="82296"/>
                </a:lnTo>
                <a:lnTo>
                  <a:pt x="810539" y="100825"/>
                </a:lnTo>
                <a:lnTo>
                  <a:pt x="809485" y="138455"/>
                </a:lnTo>
                <a:lnTo>
                  <a:pt x="809256" y="156972"/>
                </a:lnTo>
                <a:lnTo>
                  <a:pt x="832116" y="147828"/>
                </a:lnTo>
                <a:lnTo>
                  <a:pt x="832116" y="134112"/>
                </a:lnTo>
                <a:lnTo>
                  <a:pt x="964704" y="134112"/>
                </a:lnTo>
                <a:lnTo>
                  <a:pt x="964704" y="153924"/>
                </a:lnTo>
                <a:lnTo>
                  <a:pt x="987564" y="141732"/>
                </a:lnTo>
                <a:lnTo>
                  <a:pt x="987120" y="134112"/>
                </a:lnTo>
                <a:lnTo>
                  <a:pt x="986675" y="126301"/>
                </a:lnTo>
                <a:lnTo>
                  <a:pt x="986650" y="124968"/>
                </a:lnTo>
                <a:lnTo>
                  <a:pt x="986231" y="102870"/>
                </a:lnTo>
                <a:lnTo>
                  <a:pt x="986104" y="79248"/>
                </a:lnTo>
                <a:lnTo>
                  <a:pt x="986053" y="70104"/>
                </a:lnTo>
                <a:lnTo>
                  <a:pt x="986040" y="32004"/>
                </a:lnTo>
                <a:lnTo>
                  <a:pt x="993876" y="25908"/>
                </a:lnTo>
                <a:lnTo>
                  <a:pt x="999756" y="21336"/>
                </a:lnTo>
                <a:close/>
              </a:path>
              <a:path w="1073150" h="350520">
                <a:moveTo>
                  <a:pt x="1072908" y="312432"/>
                </a:moveTo>
                <a:lnTo>
                  <a:pt x="1055763" y="314401"/>
                </a:lnTo>
                <a:lnTo>
                  <a:pt x="1036332" y="315658"/>
                </a:lnTo>
                <a:lnTo>
                  <a:pt x="1014615" y="316064"/>
                </a:lnTo>
                <a:lnTo>
                  <a:pt x="966012" y="314921"/>
                </a:lnTo>
                <a:lnTo>
                  <a:pt x="944702" y="313372"/>
                </a:lnTo>
                <a:lnTo>
                  <a:pt x="926528" y="310972"/>
                </a:lnTo>
                <a:lnTo>
                  <a:pt x="911364" y="307860"/>
                </a:lnTo>
                <a:lnTo>
                  <a:pt x="911364" y="301764"/>
                </a:lnTo>
                <a:lnTo>
                  <a:pt x="911364" y="245376"/>
                </a:lnTo>
                <a:lnTo>
                  <a:pt x="1039380" y="245376"/>
                </a:lnTo>
                <a:lnTo>
                  <a:pt x="1030236" y="236232"/>
                </a:lnTo>
                <a:lnTo>
                  <a:pt x="1010424" y="216420"/>
                </a:lnTo>
                <a:lnTo>
                  <a:pt x="990612" y="236232"/>
                </a:lnTo>
                <a:lnTo>
                  <a:pt x="911364" y="236232"/>
                </a:lnTo>
                <a:lnTo>
                  <a:pt x="911364" y="184404"/>
                </a:lnTo>
                <a:lnTo>
                  <a:pt x="1065288" y="184404"/>
                </a:lnTo>
                <a:lnTo>
                  <a:pt x="1033284" y="150876"/>
                </a:lnTo>
                <a:lnTo>
                  <a:pt x="1010424" y="173736"/>
                </a:lnTo>
                <a:lnTo>
                  <a:pt x="726960" y="173736"/>
                </a:lnTo>
                <a:lnTo>
                  <a:pt x="740676" y="188988"/>
                </a:lnTo>
                <a:lnTo>
                  <a:pt x="749820" y="186982"/>
                </a:lnTo>
                <a:lnTo>
                  <a:pt x="758964" y="185547"/>
                </a:lnTo>
                <a:lnTo>
                  <a:pt x="768108" y="184696"/>
                </a:lnTo>
                <a:lnTo>
                  <a:pt x="777252" y="184404"/>
                </a:lnTo>
                <a:lnTo>
                  <a:pt x="890028" y="184404"/>
                </a:lnTo>
                <a:lnTo>
                  <a:pt x="890028" y="301764"/>
                </a:lnTo>
                <a:lnTo>
                  <a:pt x="867448" y="290880"/>
                </a:lnTo>
                <a:lnTo>
                  <a:pt x="847737" y="278714"/>
                </a:lnTo>
                <a:lnTo>
                  <a:pt x="830872" y="265112"/>
                </a:lnTo>
                <a:lnTo>
                  <a:pt x="823899" y="257556"/>
                </a:lnTo>
                <a:lnTo>
                  <a:pt x="816876" y="249948"/>
                </a:lnTo>
                <a:lnTo>
                  <a:pt x="819391" y="241630"/>
                </a:lnTo>
                <a:lnTo>
                  <a:pt x="822210" y="234886"/>
                </a:lnTo>
                <a:lnTo>
                  <a:pt x="825017" y="229577"/>
                </a:lnTo>
                <a:lnTo>
                  <a:pt x="827544" y="225564"/>
                </a:lnTo>
                <a:lnTo>
                  <a:pt x="830592" y="219468"/>
                </a:lnTo>
                <a:lnTo>
                  <a:pt x="835164" y="214896"/>
                </a:lnTo>
                <a:lnTo>
                  <a:pt x="841260" y="211848"/>
                </a:lnTo>
                <a:lnTo>
                  <a:pt x="807732" y="192036"/>
                </a:lnTo>
                <a:lnTo>
                  <a:pt x="795680" y="239420"/>
                </a:lnTo>
                <a:lnTo>
                  <a:pt x="777633" y="280797"/>
                </a:lnTo>
                <a:lnTo>
                  <a:pt x="753287" y="315899"/>
                </a:lnTo>
                <a:lnTo>
                  <a:pt x="722388" y="344436"/>
                </a:lnTo>
                <a:lnTo>
                  <a:pt x="725436" y="349008"/>
                </a:lnTo>
                <a:lnTo>
                  <a:pt x="752297" y="333006"/>
                </a:lnTo>
                <a:lnTo>
                  <a:pt x="775728" y="312432"/>
                </a:lnTo>
                <a:lnTo>
                  <a:pt x="795731" y="287286"/>
                </a:lnTo>
                <a:lnTo>
                  <a:pt x="812304" y="257556"/>
                </a:lnTo>
                <a:lnTo>
                  <a:pt x="821728" y="268947"/>
                </a:lnTo>
                <a:lnTo>
                  <a:pt x="853452" y="300240"/>
                </a:lnTo>
                <a:lnTo>
                  <a:pt x="896950" y="323164"/>
                </a:lnTo>
                <a:lnTo>
                  <a:pt x="936980" y="334568"/>
                </a:lnTo>
                <a:lnTo>
                  <a:pt x="1000988" y="342480"/>
                </a:lnTo>
                <a:lnTo>
                  <a:pt x="1042428" y="344436"/>
                </a:lnTo>
                <a:lnTo>
                  <a:pt x="1045895" y="336118"/>
                </a:lnTo>
                <a:lnTo>
                  <a:pt x="1051953" y="329387"/>
                </a:lnTo>
                <a:lnTo>
                  <a:pt x="1060856" y="324065"/>
                </a:lnTo>
                <a:lnTo>
                  <a:pt x="1072908" y="320052"/>
                </a:lnTo>
                <a:lnTo>
                  <a:pt x="1072908" y="316064"/>
                </a:lnTo>
                <a:lnTo>
                  <a:pt x="1072908" y="31243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" name="object 39"/>
          <p:cNvSpPr/>
          <p:nvPr/>
        </p:nvSpPr>
        <p:spPr>
          <a:xfrm>
            <a:off x="5983211" y="3948696"/>
            <a:ext cx="1039494" cy="358140"/>
          </a:xfrm>
          <a:custGeom>
            <a:avLst/>
            <a:gdLst/>
            <a:ahLst/>
            <a:cxnLst/>
            <a:rect l="l" t="t" r="r" b="b"/>
            <a:pathLst>
              <a:path w="1039495" h="358139">
                <a:moveTo>
                  <a:pt x="347472" y="120396"/>
                </a:moveTo>
                <a:lnTo>
                  <a:pt x="313944" y="86868"/>
                </a:lnTo>
                <a:lnTo>
                  <a:pt x="289560" y="111252"/>
                </a:lnTo>
                <a:lnTo>
                  <a:pt x="239268" y="111252"/>
                </a:lnTo>
                <a:lnTo>
                  <a:pt x="239268" y="120396"/>
                </a:lnTo>
                <a:lnTo>
                  <a:pt x="228409" y="157581"/>
                </a:lnTo>
                <a:lnTo>
                  <a:pt x="216408" y="191643"/>
                </a:lnTo>
                <a:lnTo>
                  <a:pt x="203263" y="222834"/>
                </a:lnTo>
                <a:lnTo>
                  <a:pt x="188976" y="251460"/>
                </a:lnTo>
                <a:lnTo>
                  <a:pt x="173545" y="246570"/>
                </a:lnTo>
                <a:lnTo>
                  <a:pt x="106680" y="227076"/>
                </a:lnTo>
                <a:lnTo>
                  <a:pt x="119545" y="193040"/>
                </a:lnTo>
                <a:lnTo>
                  <a:pt x="130683" y="164020"/>
                </a:lnTo>
                <a:lnTo>
                  <a:pt x="140119" y="139839"/>
                </a:lnTo>
                <a:lnTo>
                  <a:pt x="147828" y="120396"/>
                </a:lnTo>
                <a:lnTo>
                  <a:pt x="239268" y="120396"/>
                </a:lnTo>
                <a:lnTo>
                  <a:pt x="239268" y="111252"/>
                </a:lnTo>
                <a:lnTo>
                  <a:pt x="149352" y="111252"/>
                </a:lnTo>
                <a:lnTo>
                  <a:pt x="156476" y="90678"/>
                </a:lnTo>
                <a:lnTo>
                  <a:pt x="164020" y="70104"/>
                </a:lnTo>
                <a:lnTo>
                  <a:pt x="171856" y="49530"/>
                </a:lnTo>
                <a:lnTo>
                  <a:pt x="179832" y="28956"/>
                </a:lnTo>
                <a:lnTo>
                  <a:pt x="193548" y="19812"/>
                </a:lnTo>
                <a:lnTo>
                  <a:pt x="156972" y="0"/>
                </a:lnTo>
                <a:lnTo>
                  <a:pt x="150075" y="28308"/>
                </a:lnTo>
                <a:lnTo>
                  <a:pt x="142875" y="56197"/>
                </a:lnTo>
                <a:lnTo>
                  <a:pt x="135115" y="83794"/>
                </a:lnTo>
                <a:lnTo>
                  <a:pt x="126492" y="111252"/>
                </a:lnTo>
                <a:lnTo>
                  <a:pt x="0" y="111252"/>
                </a:lnTo>
                <a:lnTo>
                  <a:pt x="13716" y="124968"/>
                </a:lnTo>
                <a:lnTo>
                  <a:pt x="22860" y="122961"/>
                </a:lnTo>
                <a:lnTo>
                  <a:pt x="32004" y="121539"/>
                </a:lnTo>
                <a:lnTo>
                  <a:pt x="41148" y="120675"/>
                </a:lnTo>
                <a:lnTo>
                  <a:pt x="50292" y="120396"/>
                </a:lnTo>
                <a:lnTo>
                  <a:pt x="123444" y="120396"/>
                </a:lnTo>
                <a:lnTo>
                  <a:pt x="112064" y="152971"/>
                </a:lnTo>
                <a:lnTo>
                  <a:pt x="100965" y="182118"/>
                </a:lnTo>
                <a:lnTo>
                  <a:pt x="90449" y="207835"/>
                </a:lnTo>
                <a:lnTo>
                  <a:pt x="80772" y="230124"/>
                </a:lnTo>
                <a:lnTo>
                  <a:pt x="102450" y="236664"/>
                </a:lnTo>
                <a:lnTo>
                  <a:pt x="126111" y="244792"/>
                </a:lnTo>
                <a:lnTo>
                  <a:pt x="151498" y="254330"/>
                </a:lnTo>
                <a:lnTo>
                  <a:pt x="178308" y="265176"/>
                </a:lnTo>
                <a:lnTo>
                  <a:pt x="163741" y="278574"/>
                </a:lnTo>
                <a:lnTo>
                  <a:pt x="129451" y="303098"/>
                </a:lnTo>
                <a:lnTo>
                  <a:pt x="86893" y="324802"/>
                </a:lnTo>
                <a:lnTo>
                  <a:pt x="34937" y="343090"/>
                </a:lnTo>
                <a:lnTo>
                  <a:pt x="6096" y="350520"/>
                </a:lnTo>
                <a:lnTo>
                  <a:pt x="9144" y="358140"/>
                </a:lnTo>
                <a:lnTo>
                  <a:pt x="74295" y="342138"/>
                </a:lnTo>
                <a:lnTo>
                  <a:pt x="128016" y="321564"/>
                </a:lnTo>
                <a:lnTo>
                  <a:pt x="170116" y="297942"/>
                </a:lnTo>
                <a:lnTo>
                  <a:pt x="199644" y="274320"/>
                </a:lnTo>
                <a:lnTo>
                  <a:pt x="226504" y="288036"/>
                </a:lnTo>
                <a:lnTo>
                  <a:pt x="249936" y="301752"/>
                </a:lnTo>
                <a:lnTo>
                  <a:pt x="269938" y="315468"/>
                </a:lnTo>
                <a:lnTo>
                  <a:pt x="286512" y="329184"/>
                </a:lnTo>
                <a:lnTo>
                  <a:pt x="297180" y="338328"/>
                </a:lnTo>
                <a:lnTo>
                  <a:pt x="304800" y="342900"/>
                </a:lnTo>
                <a:lnTo>
                  <a:pt x="312420" y="342900"/>
                </a:lnTo>
                <a:lnTo>
                  <a:pt x="313944" y="336804"/>
                </a:lnTo>
                <a:lnTo>
                  <a:pt x="315468" y="326136"/>
                </a:lnTo>
                <a:lnTo>
                  <a:pt x="314312" y="317512"/>
                </a:lnTo>
                <a:lnTo>
                  <a:pt x="282562" y="288226"/>
                </a:lnTo>
                <a:lnTo>
                  <a:pt x="251040" y="274320"/>
                </a:lnTo>
                <a:lnTo>
                  <a:pt x="240372" y="269938"/>
                </a:lnTo>
                <a:lnTo>
                  <a:pt x="211836" y="259080"/>
                </a:lnTo>
                <a:lnTo>
                  <a:pt x="215760" y="251460"/>
                </a:lnTo>
                <a:lnTo>
                  <a:pt x="227266" y="229044"/>
                </a:lnTo>
                <a:lnTo>
                  <a:pt x="241554" y="196024"/>
                </a:lnTo>
                <a:lnTo>
                  <a:pt x="254698" y="159842"/>
                </a:lnTo>
                <a:lnTo>
                  <a:pt x="266700" y="120396"/>
                </a:lnTo>
                <a:lnTo>
                  <a:pt x="347472" y="120396"/>
                </a:lnTo>
                <a:close/>
              </a:path>
              <a:path w="1039495" h="358139">
                <a:moveTo>
                  <a:pt x="740664" y="315455"/>
                </a:moveTo>
                <a:lnTo>
                  <a:pt x="697230" y="299262"/>
                </a:lnTo>
                <a:lnTo>
                  <a:pt x="658368" y="268211"/>
                </a:lnTo>
                <a:lnTo>
                  <a:pt x="623887" y="224777"/>
                </a:lnTo>
                <a:lnTo>
                  <a:pt x="597408" y="172199"/>
                </a:lnTo>
                <a:lnTo>
                  <a:pt x="579310" y="110477"/>
                </a:lnTo>
                <a:lnTo>
                  <a:pt x="566928" y="35039"/>
                </a:lnTo>
                <a:lnTo>
                  <a:pt x="582168" y="21323"/>
                </a:lnTo>
                <a:lnTo>
                  <a:pt x="536448" y="1511"/>
                </a:lnTo>
                <a:lnTo>
                  <a:pt x="533971" y="72377"/>
                </a:lnTo>
                <a:lnTo>
                  <a:pt x="525780" y="143243"/>
                </a:lnTo>
                <a:lnTo>
                  <a:pt x="508825" y="208203"/>
                </a:lnTo>
                <a:lnTo>
                  <a:pt x="481584" y="260591"/>
                </a:lnTo>
                <a:lnTo>
                  <a:pt x="440817" y="306311"/>
                </a:lnTo>
                <a:lnTo>
                  <a:pt x="384048" y="347459"/>
                </a:lnTo>
                <a:lnTo>
                  <a:pt x="387096" y="352031"/>
                </a:lnTo>
                <a:lnTo>
                  <a:pt x="445008" y="321170"/>
                </a:lnTo>
                <a:lnTo>
                  <a:pt x="489204" y="283451"/>
                </a:lnTo>
                <a:lnTo>
                  <a:pt x="520255" y="241350"/>
                </a:lnTo>
                <a:lnTo>
                  <a:pt x="541020" y="193535"/>
                </a:lnTo>
                <a:lnTo>
                  <a:pt x="553402" y="137528"/>
                </a:lnTo>
                <a:lnTo>
                  <a:pt x="562356" y="70091"/>
                </a:lnTo>
                <a:lnTo>
                  <a:pt x="566597" y="106959"/>
                </a:lnTo>
                <a:lnTo>
                  <a:pt x="579081" y="168681"/>
                </a:lnTo>
                <a:lnTo>
                  <a:pt x="595579" y="214972"/>
                </a:lnTo>
                <a:lnTo>
                  <a:pt x="617816" y="256120"/>
                </a:lnTo>
                <a:lnTo>
                  <a:pt x="644639" y="294690"/>
                </a:lnTo>
                <a:lnTo>
                  <a:pt x="678307" y="328980"/>
                </a:lnTo>
                <a:lnTo>
                  <a:pt x="697992" y="344411"/>
                </a:lnTo>
                <a:lnTo>
                  <a:pt x="705739" y="335292"/>
                </a:lnTo>
                <a:lnTo>
                  <a:pt x="715327" y="328599"/>
                </a:lnTo>
                <a:lnTo>
                  <a:pt x="726935" y="324485"/>
                </a:lnTo>
                <a:lnTo>
                  <a:pt x="740664" y="323075"/>
                </a:lnTo>
                <a:lnTo>
                  <a:pt x="740664" y="315455"/>
                </a:lnTo>
                <a:close/>
              </a:path>
              <a:path w="1039495" h="358139">
                <a:moveTo>
                  <a:pt x="1039380" y="105143"/>
                </a:moveTo>
                <a:lnTo>
                  <a:pt x="1002804" y="105143"/>
                </a:lnTo>
                <a:lnTo>
                  <a:pt x="967752" y="269735"/>
                </a:lnTo>
                <a:lnTo>
                  <a:pt x="914412" y="105143"/>
                </a:lnTo>
                <a:lnTo>
                  <a:pt x="885456" y="105143"/>
                </a:lnTo>
                <a:lnTo>
                  <a:pt x="835164" y="269735"/>
                </a:lnTo>
                <a:lnTo>
                  <a:pt x="797064" y="105143"/>
                </a:lnTo>
                <a:lnTo>
                  <a:pt x="758964" y="105143"/>
                </a:lnTo>
                <a:lnTo>
                  <a:pt x="813828" y="318503"/>
                </a:lnTo>
                <a:lnTo>
                  <a:pt x="847356" y="318503"/>
                </a:lnTo>
                <a:lnTo>
                  <a:pt x="899172" y="153911"/>
                </a:lnTo>
                <a:lnTo>
                  <a:pt x="950988" y="318503"/>
                </a:lnTo>
                <a:lnTo>
                  <a:pt x="984516" y="318503"/>
                </a:lnTo>
                <a:lnTo>
                  <a:pt x="1039380" y="10514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40" name="object 40"/>
          <p:cNvGrpSpPr/>
          <p:nvPr/>
        </p:nvGrpSpPr>
        <p:grpSpPr>
          <a:xfrm>
            <a:off x="7075931" y="3945635"/>
            <a:ext cx="1871980" cy="361315"/>
            <a:chOff x="7075931" y="3945635"/>
            <a:chExt cx="1871980" cy="361315"/>
          </a:xfrm>
        </p:grpSpPr>
        <p:sp>
          <p:nvSpPr>
            <p:cNvPr id="41" name="object 41"/>
            <p:cNvSpPr/>
            <p:nvPr/>
          </p:nvSpPr>
          <p:spPr>
            <a:xfrm>
              <a:off x="7075931" y="3947159"/>
              <a:ext cx="314325" cy="353695"/>
            </a:xfrm>
            <a:custGeom>
              <a:avLst/>
              <a:gdLst/>
              <a:ahLst/>
              <a:cxnLst/>
              <a:rect l="l" t="t" r="r" b="b"/>
              <a:pathLst>
                <a:path w="314325" h="353695">
                  <a:moveTo>
                    <a:pt x="47244" y="79248"/>
                  </a:moveTo>
                  <a:lnTo>
                    <a:pt x="38100" y="79248"/>
                  </a:lnTo>
                  <a:lnTo>
                    <a:pt x="45005" y="54649"/>
                  </a:lnTo>
                  <a:lnTo>
                    <a:pt x="49911" y="33337"/>
                  </a:lnTo>
                  <a:lnTo>
                    <a:pt x="53101" y="15168"/>
                  </a:lnTo>
                  <a:lnTo>
                    <a:pt x="54864" y="0"/>
                  </a:lnTo>
                  <a:lnTo>
                    <a:pt x="88392" y="18288"/>
                  </a:lnTo>
                  <a:lnTo>
                    <a:pt x="80676" y="24812"/>
                  </a:lnTo>
                  <a:lnTo>
                    <a:pt x="71247" y="37338"/>
                  </a:lnTo>
                  <a:lnTo>
                    <a:pt x="60102" y="55578"/>
                  </a:lnTo>
                  <a:lnTo>
                    <a:pt x="47244" y="79248"/>
                  </a:lnTo>
                  <a:close/>
                </a:path>
                <a:path w="314325" h="353695">
                  <a:moveTo>
                    <a:pt x="129540" y="167640"/>
                  </a:moveTo>
                  <a:lnTo>
                    <a:pt x="124968" y="164592"/>
                  </a:lnTo>
                  <a:lnTo>
                    <a:pt x="140065" y="141160"/>
                  </a:lnTo>
                  <a:lnTo>
                    <a:pt x="153162" y="118872"/>
                  </a:lnTo>
                  <a:lnTo>
                    <a:pt x="172212" y="77724"/>
                  </a:lnTo>
                  <a:lnTo>
                    <a:pt x="186118" y="40195"/>
                  </a:lnTo>
                  <a:lnTo>
                    <a:pt x="196596" y="1524"/>
                  </a:lnTo>
                  <a:lnTo>
                    <a:pt x="230124" y="21336"/>
                  </a:lnTo>
                  <a:lnTo>
                    <a:pt x="222670" y="27884"/>
                  </a:lnTo>
                  <a:lnTo>
                    <a:pt x="213931" y="40576"/>
                  </a:lnTo>
                  <a:lnTo>
                    <a:pt x="203763" y="59269"/>
                  </a:lnTo>
                  <a:lnTo>
                    <a:pt x="192024" y="83820"/>
                  </a:lnTo>
                  <a:lnTo>
                    <a:pt x="307848" y="83820"/>
                  </a:lnTo>
                  <a:lnTo>
                    <a:pt x="313943" y="89916"/>
                  </a:lnTo>
                  <a:lnTo>
                    <a:pt x="310025" y="92964"/>
                  </a:lnTo>
                  <a:lnTo>
                    <a:pt x="188976" y="92964"/>
                  </a:lnTo>
                  <a:lnTo>
                    <a:pt x="174331" y="114704"/>
                  </a:lnTo>
                  <a:lnTo>
                    <a:pt x="159829" y="134302"/>
                  </a:lnTo>
                  <a:lnTo>
                    <a:pt x="145041" y="151899"/>
                  </a:lnTo>
                  <a:lnTo>
                    <a:pt x="129540" y="167640"/>
                  </a:lnTo>
                  <a:close/>
                </a:path>
                <a:path w="314325" h="353695">
                  <a:moveTo>
                    <a:pt x="128016" y="79248"/>
                  </a:moveTo>
                  <a:lnTo>
                    <a:pt x="97536" y="79248"/>
                  </a:lnTo>
                  <a:lnTo>
                    <a:pt x="112776" y="64008"/>
                  </a:lnTo>
                  <a:lnTo>
                    <a:pt x="128016" y="79248"/>
                  </a:lnTo>
                  <a:close/>
                </a:path>
                <a:path w="314325" h="353695">
                  <a:moveTo>
                    <a:pt x="0" y="350520"/>
                  </a:moveTo>
                  <a:lnTo>
                    <a:pt x="813" y="316992"/>
                  </a:lnTo>
                  <a:lnTo>
                    <a:pt x="929" y="310324"/>
                  </a:lnTo>
                  <a:lnTo>
                    <a:pt x="1333" y="278320"/>
                  </a:lnTo>
                  <a:lnTo>
                    <a:pt x="1423" y="155448"/>
                  </a:lnTo>
                  <a:lnTo>
                    <a:pt x="1306" y="134302"/>
                  </a:lnTo>
                  <a:lnTo>
                    <a:pt x="881" y="100965"/>
                  </a:lnTo>
                  <a:lnTo>
                    <a:pt x="0" y="65532"/>
                  </a:lnTo>
                  <a:lnTo>
                    <a:pt x="22860" y="79248"/>
                  </a:lnTo>
                  <a:lnTo>
                    <a:pt x="128016" y="79248"/>
                  </a:lnTo>
                  <a:lnTo>
                    <a:pt x="135636" y="86868"/>
                  </a:lnTo>
                  <a:lnTo>
                    <a:pt x="133458" y="88392"/>
                  </a:lnTo>
                  <a:lnTo>
                    <a:pt x="21336" y="88392"/>
                  </a:lnTo>
                  <a:lnTo>
                    <a:pt x="21336" y="187452"/>
                  </a:lnTo>
                  <a:lnTo>
                    <a:pt x="120705" y="187452"/>
                  </a:lnTo>
                  <a:lnTo>
                    <a:pt x="120766" y="196596"/>
                  </a:lnTo>
                  <a:lnTo>
                    <a:pt x="21336" y="196596"/>
                  </a:lnTo>
                  <a:lnTo>
                    <a:pt x="21336" y="303275"/>
                  </a:lnTo>
                  <a:lnTo>
                    <a:pt x="121740" y="303275"/>
                  </a:lnTo>
                  <a:lnTo>
                    <a:pt x="121803" y="312420"/>
                  </a:lnTo>
                  <a:lnTo>
                    <a:pt x="21336" y="312420"/>
                  </a:lnTo>
                  <a:lnTo>
                    <a:pt x="21336" y="338328"/>
                  </a:lnTo>
                  <a:lnTo>
                    <a:pt x="0" y="350520"/>
                  </a:lnTo>
                  <a:close/>
                </a:path>
                <a:path w="314325" h="353695">
                  <a:moveTo>
                    <a:pt x="307848" y="83820"/>
                  </a:moveTo>
                  <a:lnTo>
                    <a:pt x="274319" y="83820"/>
                  </a:lnTo>
                  <a:lnTo>
                    <a:pt x="291084" y="67056"/>
                  </a:lnTo>
                  <a:lnTo>
                    <a:pt x="307848" y="83820"/>
                  </a:lnTo>
                  <a:close/>
                </a:path>
                <a:path w="314325" h="353695">
                  <a:moveTo>
                    <a:pt x="120705" y="187452"/>
                  </a:moveTo>
                  <a:lnTo>
                    <a:pt x="100584" y="187452"/>
                  </a:lnTo>
                  <a:lnTo>
                    <a:pt x="100584" y="88392"/>
                  </a:lnTo>
                  <a:lnTo>
                    <a:pt x="133458" y="88392"/>
                  </a:lnTo>
                  <a:lnTo>
                    <a:pt x="120396" y="97536"/>
                  </a:lnTo>
                  <a:lnTo>
                    <a:pt x="120521" y="150876"/>
                  </a:lnTo>
                  <a:lnTo>
                    <a:pt x="120622" y="174879"/>
                  </a:lnTo>
                  <a:lnTo>
                    <a:pt x="120705" y="187452"/>
                  </a:lnTo>
                  <a:close/>
                </a:path>
                <a:path w="314325" h="353695">
                  <a:moveTo>
                    <a:pt x="287684" y="316992"/>
                  </a:moveTo>
                  <a:lnTo>
                    <a:pt x="249936" y="316992"/>
                  </a:lnTo>
                  <a:lnTo>
                    <a:pt x="257317" y="315301"/>
                  </a:lnTo>
                  <a:lnTo>
                    <a:pt x="263271" y="310324"/>
                  </a:lnTo>
                  <a:lnTo>
                    <a:pt x="271795" y="268485"/>
                  </a:lnTo>
                  <a:lnTo>
                    <a:pt x="273558" y="228028"/>
                  </a:lnTo>
                  <a:lnTo>
                    <a:pt x="275476" y="163734"/>
                  </a:lnTo>
                  <a:lnTo>
                    <a:pt x="277367" y="92964"/>
                  </a:lnTo>
                  <a:lnTo>
                    <a:pt x="310025" y="92964"/>
                  </a:lnTo>
                  <a:lnTo>
                    <a:pt x="300228" y="100584"/>
                  </a:lnTo>
                  <a:lnTo>
                    <a:pt x="298799" y="180903"/>
                  </a:lnTo>
                  <a:lnTo>
                    <a:pt x="296799" y="241363"/>
                  </a:lnTo>
                  <a:lnTo>
                    <a:pt x="294227" y="282106"/>
                  </a:lnTo>
                  <a:lnTo>
                    <a:pt x="291084" y="303275"/>
                  </a:lnTo>
                  <a:lnTo>
                    <a:pt x="288488" y="314729"/>
                  </a:lnTo>
                  <a:lnTo>
                    <a:pt x="287684" y="316992"/>
                  </a:lnTo>
                  <a:close/>
                </a:path>
                <a:path w="314325" h="353695">
                  <a:moveTo>
                    <a:pt x="204216" y="237744"/>
                  </a:moveTo>
                  <a:lnTo>
                    <a:pt x="198119" y="237744"/>
                  </a:lnTo>
                  <a:lnTo>
                    <a:pt x="195072" y="230124"/>
                  </a:lnTo>
                  <a:lnTo>
                    <a:pt x="193548" y="216408"/>
                  </a:lnTo>
                  <a:lnTo>
                    <a:pt x="189237" y="200667"/>
                  </a:lnTo>
                  <a:lnTo>
                    <a:pt x="183070" y="185356"/>
                  </a:lnTo>
                  <a:lnTo>
                    <a:pt x="174902" y="170330"/>
                  </a:lnTo>
                  <a:lnTo>
                    <a:pt x="164592" y="155448"/>
                  </a:lnTo>
                  <a:lnTo>
                    <a:pt x="167640" y="150876"/>
                  </a:lnTo>
                  <a:lnTo>
                    <a:pt x="197739" y="174879"/>
                  </a:lnTo>
                  <a:lnTo>
                    <a:pt x="214884" y="201168"/>
                  </a:lnTo>
                  <a:lnTo>
                    <a:pt x="217931" y="207264"/>
                  </a:lnTo>
                  <a:lnTo>
                    <a:pt x="217931" y="217932"/>
                  </a:lnTo>
                  <a:lnTo>
                    <a:pt x="211836" y="230124"/>
                  </a:lnTo>
                  <a:lnTo>
                    <a:pt x="204216" y="237744"/>
                  </a:lnTo>
                  <a:close/>
                </a:path>
                <a:path w="314325" h="353695">
                  <a:moveTo>
                    <a:pt x="121740" y="303275"/>
                  </a:moveTo>
                  <a:lnTo>
                    <a:pt x="100584" y="303275"/>
                  </a:lnTo>
                  <a:lnTo>
                    <a:pt x="100584" y="196596"/>
                  </a:lnTo>
                  <a:lnTo>
                    <a:pt x="120766" y="196596"/>
                  </a:lnTo>
                  <a:lnTo>
                    <a:pt x="120932" y="221626"/>
                  </a:lnTo>
                  <a:lnTo>
                    <a:pt x="121740" y="303275"/>
                  </a:lnTo>
                  <a:close/>
                </a:path>
                <a:path w="314325" h="353695">
                  <a:moveTo>
                    <a:pt x="245364" y="353568"/>
                  </a:moveTo>
                  <a:lnTo>
                    <a:pt x="238791" y="341852"/>
                  </a:lnTo>
                  <a:lnTo>
                    <a:pt x="228219" y="331851"/>
                  </a:lnTo>
                  <a:lnTo>
                    <a:pt x="213645" y="323564"/>
                  </a:lnTo>
                  <a:lnTo>
                    <a:pt x="195072" y="316992"/>
                  </a:lnTo>
                  <a:lnTo>
                    <a:pt x="195072" y="309372"/>
                  </a:lnTo>
                  <a:lnTo>
                    <a:pt x="212217" y="312491"/>
                  </a:lnTo>
                  <a:lnTo>
                    <a:pt x="227075" y="314896"/>
                  </a:lnTo>
                  <a:lnTo>
                    <a:pt x="239649" y="316444"/>
                  </a:lnTo>
                  <a:lnTo>
                    <a:pt x="249936" y="316992"/>
                  </a:lnTo>
                  <a:lnTo>
                    <a:pt x="287684" y="316992"/>
                  </a:lnTo>
                  <a:lnTo>
                    <a:pt x="285178" y="324040"/>
                  </a:lnTo>
                  <a:lnTo>
                    <a:pt x="255055" y="349877"/>
                  </a:lnTo>
                  <a:lnTo>
                    <a:pt x="245364" y="353568"/>
                  </a:lnTo>
                  <a:close/>
                </a:path>
                <a:path w="314325" h="353695">
                  <a:moveTo>
                    <a:pt x="100584" y="344424"/>
                  </a:moveTo>
                  <a:lnTo>
                    <a:pt x="100584" y="312420"/>
                  </a:lnTo>
                  <a:lnTo>
                    <a:pt x="121803" y="312420"/>
                  </a:lnTo>
                  <a:lnTo>
                    <a:pt x="121920" y="332232"/>
                  </a:lnTo>
                  <a:lnTo>
                    <a:pt x="100584" y="344424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" name="object 42"/>
            <p:cNvSpPr/>
            <p:nvPr/>
          </p:nvSpPr>
          <p:spPr>
            <a:xfrm>
              <a:off x="7434072" y="3945635"/>
              <a:ext cx="1513840" cy="361315"/>
            </a:xfrm>
            <a:custGeom>
              <a:avLst/>
              <a:gdLst/>
              <a:ahLst/>
              <a:cxnLst/>
              <a:rect l="l" t="t" r="r" b="b"/>
              <a:pathLst>
                <a:path w="1513840" h="361314">
                  <a:moveTo>
                    <a:pt x="355092" y="71640"/>
                  </a:moveTo>
                  <a:lnTo>
                    <a:pt x="318516" y="36588"/>
                  </a:lnTo>
                  <a:lnTo>
                    <a:pt x="292608" y="62496"/>
                  </a:lnTo>
                  <a:lnTo>
                    <a:pt x="163068" y="62496"/>
                  </a:lnTo>
                  <a:lnTo>
                    <a:pt x="181356" y="27444"/>
                  </a:lnTo>
                  <a:lnTo>
                    <a:pt x="196596" y="21348"/>
                  </a:lnTo>
                  <a:lnTo>
                    <a:pt x="158496" y="12"/>
                  </a:lnTo>
                  <a:lnTo>
                    <a:pt x="155371" y="13195"/>
                  </a:lnTo>
                  <a:lnTo>
                    <a:pt x="150685" y="27825"/>
                  </a:lnTo>
                  <a:lnTo>
                    <a:pt x="144564" y="44157"/>
                  </a:lnTo>
                  <a:lnTo>
                    <a:pt x="137160" y="62496"/>
                  </a:lnTo>
                  <a:lnTo>
                    <a:pt x="0" y="62496"/>
                  </a:lnTo>
                  <a:lnTo>
                    <a:pt x="13716" y="76212"/>
                  </a:lnTo>
                  <a:lnTo>
                    <a:pt x="21996" y="74206"/>
                  </a:lnTo>
                  <a:lnTo>
                    <a:pt x="30861" y="72783"/>
                  </a:lnTo>
                  <a:lnTo>
                    <a:pt x="40284" y="71920"/>
                  </a:lnTo>
                  <a:lnTo>
                    <a:pt x="50292" y="71640"/>
                  </a:lnTo>
                  <a:lnTo>
                    <a:pt x="134112" y="71640"/>
                  </a:lnTo>
                  <a:lnTo>
                    <a:pt x="104203" y="121932"/>
                  </a:lnTo>
                  <a:lnTo>
                    <a:pt x="73152" y="163080"/>
                  </a:lnTo>
                  <a:lnTo>
                    <a:pt x="39433" y="198704"/>
                  </a:lnTo>
                  <a:lnTo>
                    <a:pt x="0" y="233184"/>
                  </a:lnTo>
                  <a:lnTo>
                    <a:pt x="4572" y="237756"/>
                  </a:lnTo>
                  <a:lnTo>
                    <a:pt x="29159" y="221107"/>
                  </a:lnTo>
                  <a:lnTo>
                    <a:pt x="52768" y="202895"/>
                  </a:lnTo>
                  <a:lnTo>
                    <a:pt x="75501" y="182676"/>
                  </a:lnTo>
                  <a:lnTo>
                    <a:pt x="97536" y="160032"/>
                  </a:lnTo>
                  <a:lnTo>
                    <a:pt x="97294" y="237756"/>
                  </a:lnTo>
                  <a:lnTo>
                    <a:pt x="96774" y="297002"/>
                  </a:lnTo>
                  <a:lnTo>
                    <a:pt x="96456" y="321576"/>
                  </a:lnTo>
                  <a:lnTo>
                    <a:pt x="96012" y="359676"/>
                  </a:lnTo>
                  <a:lnTo>
                    <a:pt x="118872" y="345960"/>
                  </a:lnTo>
                  <a:lnTo>
                    <a:pt x="118872" y="259092"/>
                  </a:lnTo>
                  <a:lnTo>
                    <a:pt x="259080" y="259092"/>
                  </a:lnTo>
                  <a:lnTo>
                    <a:pt x="259080" y="321576"/>
                  </a:lnTo>
                  <a:lnTo>
                    <a:pt x="254508" y="326148"/>
                  </a:lnTo>
                  <a:lnTo>
                    <a:pt x="245364" y="326148"/>
                  </a:lnTo>
                  <a:lnTo>
                    <a:pt x="237667" y="325856"/>
                  </a:lnTo>
                  <a:lnTo>
                    <a:pt x="228409" y="325005"/>
                  </a:lnTo>
                  <a:lnTo>
                    <a:pt x="217716" y="323570"/>
                  </a:lnTo>
                  <a:lnTo>
                    <a:pt x="205740" y="321576"/>
                  </a:lnTo>
                  <a:lnTo>
                    <a:pt x="205740" y="329196"/>
                  </a:lnTo>
                  <a:lnTo>
                    <a:pt x="224599" y="335457"/>
                  </a:lnTo>
                  <a:lnTo>
                    <a:pt x="237744" y="342722"/>
                  </a:lnTo>
                  <a:lnTo>
                    <a:pt x="245173" y="350837"/>
                  </a:lnTo>
                  <a:lnTo>
                    <a:pt x="246888" y="359676"/>
                  </a:lnTo>
                  <a:lnTo>
                    <a:pt x="261759" y="353098"/>
                  </a:lnTo>
                  <a:lnTo>
                    <a:pt x="280416" y="259092"/>
                  </a:lnTo>
                  <a:lnTo>
                    <a:pt x="280416" y="249948"/>
                  </a:lnTo>
                  <a:lnTo>
                    <a:pt x="280416" y="199656"/>
                  </a:lnTo>
                  <a:lnTo>
                    <a:pt x="280416" y="190512"/>
                  </a:lnTo>
                  <a:lnTo>
                    <a:pt x="280416" y="141744"/>
                  </a:lnTo>
                  <a:lnTo>
                    <a:pt x="288251" y="135648"/>
                  </a:lnTo>
                  <a:lnTo>
                    <a:pt x="294132" y="131076"/>
                  </a:lnTo>
                  <a:lnTo>
                    <a:pt x="288150" y="126504"/>
                  </a:lnTo>
                  <a:lnTo>
                    <a:pt x="268224" y="111264"/>
                  </a:lnTo>
                  <a:lnTo>
                    <a:pt x="259080" y="122694"/>
                  </a:lnTo>
                  <a:lnTo>
                    <a:pt x="259080" y="135648"/>
                  </a:lnTo>
                  <a:lnTo>
                    <a:pt x="259080" y="190512"/>
                  </a:lnTo>
                  <a:lnTo>
                    <a:pt x="259080" y="199656"/>
                  </a:lnTo>
                  <a:lnTo>
                    <a:pt x="259080" y="249948"/>
                  </a:lnTo>
                  <a:lnTo>
                    <a:pt x="118872" y="249948"/>
                  </a:lnTo>
                  <a:lnTo>
                    <a:pt x="118872" y="199656"/>
                  </a:lnTo>
                  <a:lnTo>
                    <a:pt x="259080" y="199656"/>
                  </a:lnTo>
                  <a:lnTo>
                    <a:pt x="259080" y="190512"/>
                  </a:lnTo>
                  <a:lnTo>
                    <a:pt x="118872" y="190512"/>
                  </a:lnTo>
                  <a:lnTo>
                    <a:pt x="118872" y="160032"/>
                  </a:lnTo>
                  <a:lnTo>
                    <a:pt x="118872" y="135648"/>
                  </a:lnTo>
                  <a:lnTo>
                    <a:pt x="259080" y="135648"/>
                  </a:lnTo>
                  <a:lnTo>
                    <a:pt x="259080" y="122694"/>
                  </a:lnTo>
                  <a:lnTo>
                    <a:pt x="256032" y="126504"/>
                  </a:lnTo>
                  <a:lnTo>
                    <a:pt x="124968" y="126504"/>
                  </a:lnTo>
                  <a:lnTo>
                    <a:pt x="134086" y="114503"/>
                  </a:lnTo>
                  <a:lnTo>
                    <a:pt x="143065" y="101358"/>
                  </a:lnTo>
                  <a:lnTo>
                    <a:pt x="151752" y="87071"/>
                  </a:lnTo>
                  <a:lnTo>
                    <a:pt x="160020" y="71640"/>
                  </a:lnTo>
                  <a:lnTo>
                    <a:pt x="355092" y="71640"/>
                  </a:lnTo>
                  <a:close/>
                </a:path>
                <a:path w="1513840" h="361314">
                  <a:moveTo>
                    <a:pt x="490728" y="115824"/>
                  </a:moveTo>
                  <a:lnTo>
                    <a:pt x="461772" y="96012"/>
                  </a:lnTo>
                  <a:lnTo>
                    <a:pt x="449427" y="125145"/>
                  </a:lnTo>
                  <a:lnTo>
                    <a:pt x="435102" y="152971"/>
                  </a:lnTo>
                  <a:lnTo>
                    <a:pt x="418477" y="179387"/>
                  </a:lnTo>
                  <a:lnTo>
                    <a:pt x="399288" y="204216"/>
                  </a:lnTo>
                  <a:lnTo>
                    <a:pt x="403860" y="207264"/>
                  </a:lnTo>
                  <a:lnTo>
                    <a:pt x="418630" y="193573"/>
                  </a:lnTo>
                  <a:lnTo>
                    <a:pt x="435864" y="174879"/>
                  </a:lnTo>
                  <a:lnTo>
                    <a:pt x="455295" y="151117"/>
                  </a:lnTo>
                  <a:lnTo>
                    <a:pt x="477012" y="121920"/>
                  </a:lnTo>
                  <a:lnTo>
                    <a:pt x="490728" y="115824"/>
                  </a:lnTo>
                  <a:close/>
                </a:path>
                <a:path w="1513840" h="361314">
                  <a:moveTo>
                    <a:pt x="559308" y="292608"/>
                  </a:moveTo>
                  <a:lnTo>
                    <a:pt x="536067" y="253746"/>
                  </a:lnTo>
                  <a:lnTo>
                    <a:pt x="532091" y="249936"/>
                  </a:lnTo>
                  <a:lnTo>
                    <a:pt x="526580" y="244652"/>
                  </a:lnTo>
                  <a:lnTo>
                    <a:pt x="515112" y="234696"/>
                  </a:lnTo>
                  <a:lnTo>
                    <a:pt x="521589" y="222504"/>
                  </a:lnTo>
                  <a:lnTo>
                    <a:pt x="526821" y="212648"/>
                  </a:lnTo>
                  <a:lnTo>
                    <a:pt x="536829" y="196596"/>
                  </a:lnTo>
                  <a:lnTo>
                    <a:pt x="545109" y="186270"/>
                  </a:lnTo>
                  <a:lnTo>
                    <a:pt x="551688" y="181356"/>
                  </a:lnTo>
                  <a:lnTo>
                    <a:pt x="524256" y="158496"/>
                  </a:lnTo>
                  <a:lnTo>
                    <a:pt x="521106" y="171932"/>
                  </a:lnTo>
                  <a:lnTo>
                    <a:pt x="516255" y="187071"/>
                  </a:lnTo>
                  <a:lnTo>
                    <a:pt x="509676" y="203936"/>
                  </a:lnTo>
                  <a:lnTo>
                    <a:pt x="501396" y="222504"/>
                  </a:lnTo>
                  <a:lnTo>
                    <a:pt x="488823" y="212483"/>
                  </a:lnTo>
                  <a:lnTo>
                    <a:pt x="476250" y="202882"/>
                  </a:lnTo>
                  <a:lnTo>
                    <a:pt x="463677" y="193573"/>
                  </a:lnTo>
                  <a:lnTo>
                    <a:pt x="451104" y="184404"/>
                  </a:lnTo>
                  <a:lnTo>
                    <a:pt x="448056" y="190500"/>
                  </a:lnTo>
                  <a:lnTo>
                    <a:pt x="457974" y="200215"/>
                  </a:lnTo>
                  <a:lnTo>
                    <a:pt x="469201" y="211074"/>
                  </a:lnTo>
                  <a:lnTo>
                    <a:pt x="481266" y="223075"/>
                  </a:lnTo>
                  <a:lnTo>
                    <a:pt x="472605" y="267944"/>
                  </a:lnTo>
                  <a:lnTo>
                    <a:pt x="426262" y="322808"/>
                  </a:lnTo>
                  <a:lnTo>
                    <a:pt x="400812" y="345948"/>
                  </a:lnTo>
                  <a:lnTo>
                    <a:pt x="403860" y="350520"/>
                  </a:lnTo>
                  <a:lnTo>
                    <a:pt x="431812" y="330517"/>
                  </a:lnTo>
                  <a:lnTo>
                    <a:pt x="458343" y="307086"/>
                  </a:lnTo>
                  <a:lnTo>
                    <a:pt x="483146" y="280225"/>
                  </a:lnTo>
                  <a:lnTo>
                    <a:pt x="505968" y="249936"/>
                  </a:lnTo>
                  <a:lnTo>
                    <a:pt x="516559" y="263372"/>
                  </a:lnTo>
                  <a:lnTo>
                    <a:pt x="525589" y="276225"/>
                  </a:lnTo>
                  <a:lnTo>
                    <a:pt x="533184" y="288518"/>
                  </a:lnTo>
                  <a:lnTo>
                    <a:pt x="539457" y="300189"/>
                  </a:lnTo>
                  <a:lnTo>
                    <a:pt x="544068" y="310896"/>
                  </a:lnTo>
                  <a:lnTo>
                    <a:pt x="547116" y="315468"/>
                  </a:lnTo>
                  <a:lnTo>
                    <a:pt x="551688" y="315468"/>
                  </a:lnTo>
                  <a:lnTo>
                    <a:pt x="556260" y="306324"/>
                  </a:lnTo>
                  <a:lnTo>
                    <a:pt x="557784" y="301752"/>
                  </a:lnTo>
                  <a:lnTo>
                    <a:pt x="559308" y="295656"/>
                  </a:lnTo>
                  <a:lnTo>
                    <a:pt x="559308" y="292608"/>
                  </a:lnTo>
                  <a:close/>
                </a:path>
                <a:path w="1513840" h="361314">
                  <a:moveTo>
                    <a:pt x="573024" y="134112"/>
                  </a:moveTo>
                  <a:lnTo>
                    <a:pt x="533628" y="104990"/>
                  </a:lnTo>
                  <a:lnTo>
                    <a:pt x="518160" y="97536"/>
                  </a:lnTo>
                  <a:lnTo>
                    <a:pt x="515112" y="102108"/>
                  </a:lnTo>
                  <a:lnTo>
                    <a:pt x="526821" y="115303"/>
                  </a:lnTo>
                  <a:lnTo>
                    <a:pt x="536829" y="127635"/>
                  </a:lnTo>
                  <a:lnTo>
                    <a:pt x="545109" y="139407"/>
                  </a:lnTo>
                  <a:lnTo>
                    <a:pt x="551688" y="150876"/>
                  </a:lnTo>
                  <a:lnTo>
                    <a:pt x="556260" y="160020"/>
                  </a:lnTo>
                  <a:lnTo>
                    <a:pt x="559308" y="164592"/>
                  </a:lnTo>
                  <a:lnTo>
                    <a:pt x="563880" y="164592"/>
                  </a:lnTo>
                  <a:lnTo>
                    <a:pt x="566928" y="161544"/>
                  </a:lnTo>
                  <a:lnTo>
                    <a:pt x="569976" y="155448"/>
                  </a:lnTo>
                  <a:lnTo>
                    <a:pt x="571500" y="149352"/>
                  </a:lnTo>
                  <a:lnTo>
                    <a:pt x="573024" y="144780"/>
                  </a:lnTo>
                  <a:lnTo>
                    <a:pt x="573024" y="134112"/>
                  </a:lnTo>
                  <a:close/>
                </a:path>
                <a:path w="1513840" h="361314">
                  <a:moveTo>
                    <a:pt x="594360" y="83820"/>
                  </a:moveTo>
                  <a:lnTo>
                    <a:pt x="566928" y="56388"/>
                  </a:lnTo>
                  <a:lnTo>
                    <a:pt x="548640" y="74676"/>
                  </a:lnTo>
                  <a:lnTo>
                    <a:pt x="509016" y="74676"/>
                  </a:lnTo>
                  <a:lnTo>
                    <a:pt x="515112" y="67056"/>
                  </a:lnTo>
                  <a:lnTo>
                    <a:pt x="518160" y="60960"/>
                  </a:lnTo>
                  <a:lnTo>
                    <a:pt x="518160" y="48768"/>
                  </a:lnTo>
                  <a:lnTo>
                    <a:pt x="480695" y="14058"/>
                  </a:lnTo>
                  <a:lnTo>
                    <a:pt x="467868" y="6096"/>
                  </a:lnTo>
                  <a:lnTo>
                    <a:pt x="463296" y="9144"/>
                  </a:lnTo>
                  <a:lnTo>
                    <a:pt x="470725" y="19151"/>
                  </a:lnTo>
                  <a:lnTo>
                    <a:pt x="477012" y="28575"/>
                  </a:lnTo>
                  <a:lnTo>
                    <a:pt x="493864" y="67805"/>
                  </a:lnTo>
                  <a:lnTo>
                    <a:pt x="495300" y="74676"/>
                  </a:lnTo>
                  <a:lnTo>
                    <a:pt x="409956" y="74676"/>
                  </a:lnTo>
                  <a:lnTo>
                    <a:pt x="423672" y="88392"/>
                  </a:lnTo>
                  <a:lnTo>
                    <a:pt x="431952" y="86398"/>
                  </a:lnTo>
                  <a:lnTo>
                    <a:pt x="440817" y="84963"/>
                  </a:lnTo>
                  <a:lnTo>
                    <a:pt x="450240" y="84112"/>
                  </a:lnTo>
                  <a:lnTo>
                    <a:pt x="460248" y="83820"/>
                  </a:lnTo>
                  <a:lnTo>
                    <a:pt x="594360" y="83820"/>
                  </a:lnTo>
                  <a:close/>
                </a:path>
                <a:path w="1513840" h="361314">
                  <a:moveTo>
                    <a:pt x="749808" y="106680"/>
                  </a:moveTo>
                  <a:lnTo>
                    <a:pt x="740156" y="97536"/>
                  </a:lnTo>
                  <a:lnTo>
                    <a:pt x="720852" y="79248"/>
                  </a:lnTo>
                  <a:lnTo>
                    <a:pt x="702564" y="97536"/>
                  </a:lnTo>
                  <a:lnTo>
                    <a:pt x="687324" y="97536"/>
                  </a:lnTo>
                  <a:lnTo>
                    <a:pt x="687324" y="106680"/>
                  </a:lnTo>
                  <a:lnTo>
                    <a:pt x="681609" y="147828"/>
                  </a:lnTo>
                  <a:lnTo>
                    <a:pt x="673608" y="184404"/>
                  </a:lnTo>
                  <a:lnTo>
                    <a:pt x="663321" y="216408"/>
                  </a:lnTo>
                  <a:lnTo>
                    <a:pt x="650748" y="243840"/>
                  </a:lnTo>
                  <a:lnTo>
                    <a:pt x="640118" y="218147"/>
                  </a:lnTo>
                  <a:lnTo>
                    <a:pt x="630936" y="189166"/>
                  </a:lnTo>
                  <a:lnTo>
                    <a:pt x="622884" y="157048"/>
                  </a:lnTo>
                  <a:lnTo>
                    <a:pt x="618185" y="134112"/>
                  </a:lnTo>
                  <a:lnTo>
                    <a:pt x="615696" y="121920"/>
                  </a:lnTo>
                  <a:lnTo>
                    <a:pt x="621792" y="106680"/>
                  </a:lnTo>
                  <a:lnTo>
                    <a:pt x="687324" y="106680"/>
                  </a:lnTo>
                  <a:lnTo>
                    <a:pt x="687324" y="97536"/>
                  </a:lnTo>
                  <a:lnTo>
                    <a:pt x="624840" y="97536"/>
                  </a:lnTo>
                  <a:lnTo>
                    <a:pt x="634885" y="72085"/>
                  </a:lnTo>
                  <a:lnTo>
                    <a:pt x="642366" y="52768"/>
                  </a:lnTo>
                  <a:lnTo>
                    <a:pt x="665988" y="18288"/>
                  </a:lnTo>
                  <a:lnTo>
                    <a:pt x="629412" y="0"/>
                  </a:lnTo>
                  <a:lnTo>
                    <a:pt x="617715" y="56007"/>
                  </a:lnTo>
                  <a:lnTo>
                    <a:pt x="603313" y="107442"/>
                  </a:lnTo>
                  <a:lnTo>
                    <a:pt x="586333" y="154305"/>
                  </a:lnTo>
                  <a:lnTo>
                    <a:pt x="566928" y="196596"/>
                  </a:lnTo>
                  <a:lnTo>
                    <a:pt x="571500" y="199644"/>
                  </a:lnTo>
                  <a:lnTo>
                    <a:pt x="581469" y="186270"/>
                  </a:lnTo>
                  <a:lnTo>
                    <a:pt x="591121" y="170878"/>
                  </a:lnTo>
                  <a:lnTo>
                    <a:pt x="600430" y="153568"/>
                  </a:lnTo>
                  <a:lnTo>
                    <a:pt x="609600" y="134112"/>
                  </a:lnTo>
                  <a:lnTo>
                    <a:pt x="613257" y="165887"/>
                  </a:lnTo>
                  <a:lnTo>
                    <a:pt x="619506" y="197358"/>
                  </a:lnTo>
                  <a:lnTo>
                    <a:pt x="628027" y="228841"/>
                  </a:lnTo>
                  <a:lnTo>
                    <a:pt x="638556" y="260604"/>
                  </a:lnTo>
                  <a:lnTo>
                    <a:pt x="615708" y="286308"/>
                  </a:lnTo>
                  <a:lnTo>
                    <a:pt x="588454" y="310705"/>
                  </a:lnTo>
                  <a:lnTo>
                    <a:pt x="556895" y="333692"/>
                  </a:lnTo>
                  <a:lnTo>
                    <a:pt x="521208" y="355092"/>
                  </a:lnTo>
                  <a:lnTo>
                    <a:pt x="524256" y="359664"/>
                  </a:lnTo>
                  <a:lnTo>
                    <a:pt x="559396" y="343166"/>
                  </a:lnTo>
                  <a:lnTo>
                    <a:pt x="591693" y="323659"/>
                  </a:lnTo>
                  <a:lnTo>
                    <a:pt x="621118" y="301586"/>
                  </a:lnTo>
                  <a:lnTo>
                    <a:pt x="647700" y="277368"/>
                  </a:lnTo>
                  <a:lnTo>
                    <a:pt x="663714" y="300189"/>
                  </a:lnTo>
                  <a:lnTo>
                    <a:pt x="679894" y="320421"/>
                  </a:lnTo>
                  <a:lnTo>
                    <a:pt x="696341" y="337807"/>
                  </a:lnTo>
                  <a:lnTo>
                    <a:pt x="713232" y="352044"/>
                  </a:lnTo>
                  <a:lnTo>
                    <a:pt x="718058" y="345147"/>
                  </a:lnTo>
                  <a:lnTo>
                    <a:pt x="725614" y="340233"/>
                  </a:lnTo>
                  <a:lnTo>
                    <a:pt x="735723" y="337045"/>
                  </a:lnTo>
                  <a:lnTo>
                    <a:pt x="748284" y="335280"/>
                  </a:lnTo>
                  <a:lnTo>
                    <a:pt x="748284" y="329184"/>
                  </a:lnTo>
                  <a:lnTo>
                    <a:pt x="703135" y="308419"/>
                  </a:lnTo>
                  <a:lnTo>
                    <a:pt x="672528" y="277368"/>
                  </a:lnTo>
                  <a:lnTo>
                    <a:pt x="661416" y="263652"/>
                  </a:lnTo>
                  <a:lnTo>
                    <a:pt x="671156" y="243840"/>
                  </a:lnTo>
                  <a:lnTo>
                    <a:pt x="678002" y="229920"/>
                  </a:lnTo>
                  <a:lnTo>
                    <a:pt x="691324" y="192595"/>
                  </a:lnTo>
                  <a:lnTo>
                    <a:pt x="701484" y="151574"/>
                  </a:lnTo>
                  <a:lnTo>
                    <a:pt x="708660" y="106680"/>
                  </a:lnTo>
                  <a:lnTo>
                    <a:pt x="749808" y="106680"/>
                  </a:lnTo>
                  <a:close/>
                </a:path>
                <a:path w="1513840" h="361314">
                  <a:moveTo>
                    <a:pt x="912876" y="22860"/>
                  </a:moveTo>
                  <a:lnTo>
                    <a:pt x="882396" y="1524"/>
                  </a:lnTo>
                  <a:lnTo>
                    <a:pt x="876655" y="20129"/>
                  </a:lnTo>
                  <a:lnTo>
                    <a:pt x="868489" y="41719"/>
                  </a:lnTo>
                  <a:lnTo>
                    <a:pt x="844296" y="94488"/>
                  </a:lnTo>
                  <a:lnTo>
                    <a:pt x="815721" y="149542"/>
                  </a:lnTo>
                  <a:lnTo>
                    <a:pt x="784860" y="196596"/>
                  </a:lnTo>
                  <a:lnTo>
                    <a:pt x="789432" y="201168"/>
                  </a:lnTo>
                  <a:lnTo>
                    <a:pt x="801446" y="188290"/>
                  </a:lnTo>
                  <a:lnTo>
                    <a:pt x="814768" y="172402"/>
                  </a:lnTo>
                  <a:lnTo>
                    <a:pt x="829500" y="153377"/>
                  </a:lnTo>
                  <a:lnTo>
                    <a:pt x="845820" y="131064"/>
                  </a:lnTo>
                  <a:lnTo>
                    <a:pt x="845820" y="289560"/>
                  </a:lnTo>
                  <a:lnTo>
                    <a:pt x="845566" y="302285"/>
                  </a:lnTo>
                  <a:lnTo>
                    <a:pt x="845058" y="317944"/>
                  </a:lnTo>
                  <a:lnTo>
                    <a:pt x="844524" y="337781"/>
                  </a:lnTo>
                  <a:lnTo>
                    <a:pt x="844296" y="361188"/>
                  </a:lnTo>
                  <a:lnTo>
                    <a:pt x="868680" y="348996"/>
                  </a:lnTo>
                  <a:lnTo>
                    <a:pt x="867791" y="329565"/>
                  </a:lnTo>
                  <a:lnTo>
                    <a:pt x="867346" y="312420"/>
                  </a:lnTo>
                  <a:lnTo>
                    <a:pt x="867232" y="302285"/>
                  </a:lnTo>
                  <a:lnTo>
                    <a:pt x="867156" y="131064"/>
                  </a:lnTo>
                  <a:lnTo>
                    <a:pt x="867156" y="129540"/>
                  </a:lnTo>
                  <a:lnTo>
                    <a:pt x="879348" y="117348"/>
                  </a:lnTo>
                  <a:lnTo>
                    <a:pt x="859536" y="108204"/>
                  </a:lnTo>
                  <a:lnTo>
                    <a:pt x="876490" y="76390"/>
                  </a:lnTo>
                  <a:lnTo>
                    <a:pt x="883742" y="62560"/>
                  </a:lnTo>
                  <a:lnTo>
                    <a:pt x="890016" y="50292"/>
                  </a:lnTo>
                  <a:lnTo>
                    <a:pt x="895731" y="40005"/>
                  </a:lnTo>
                  <a:lnTo>
                    <a:pt x="901446" y="32004"/>
                  </a:lnTo>
                  <a:lnTo>
                    <a:pt x="907161" y="26289"/>
                  </a:lnTo>
                  <a:lnTo>
                    <a:pt x="912876" y="22860"/>
                  </a:lnTo>
                  <a:close/>
                </a:path>
                <a:path w="1513840" h="361314">
                  <a:moveTo>
                    <a:pt x="963168" y="94488"/>
                  </a:moveTo>
                  <a:lnTo>
                    <a:pt x="928535" y="59372"/>
                  </a:lnTo>
                  <a:lnTo>
                    <a:pt x="912876" y="48768"/>
                  </a:lnTo>
                  <a:lnTo>
                    <a:pt x="908304" y="53340"/>
                  </a:lnTo>
                  <a:lnTo>
                    <a:pt x="919734" y="69608"/>
                  </a:lnTo>
                  <a:lnTo>
                    <a:pt x="928878" y="84010"/>
                  </a:lnTo>
                  <a:lnTo>
                    <a:pt x="935736" y="96418"/>
                  </a:lnTo>
                  <a:lnTo>
                    <a:pt x="940308" y="106680"/>
                  </a:lnTo>
                  <a:lnTo>
                    <a:pt x="941832" y="115824"/>
                  </a:lnTo>
                  <a:lnTo>
                    <a:pt x="944880" y="118872"/>
                  </a:lnTo>
                  <a:lnTo>
                    <a:pt x="950976" y="118872"/>
                  </a:lnTo>
                  <a:lnTo>
                    <a:pt x="954024" y="117348"/>
                  </a:lnTo>
                  <a:lnTo>
                    <a:pt x="958596" y="111252"/>
                  </a:lnTo>
                  <a:lnTo>
                    <a:pt x="961644" y="106680"/>
                  </a:lnTo>
                  <a:lnTo>
                    <a:pt x="963168" y="102108"/>
                  </a:lnTo>
                  <a:lnTo>
                    <a:pt x="963168" y="94488"/>
                  </a:lnTo>
                  <a:close/>
                </a:path>
                <a:path w="1513840" h="361314">
                  <a:moveTo>
                    <a:pt x="1100328" y="68580"/>
                  </a:moveTo>
                  <a:lnTo>
                    <a:pt x="1071372" y="44196"/>
                  </a:lnTo>
                  <a:lnTo>
                    <a:pt x="1066241" y="58204"/>
                  </a:lnTo>
                  <a:lnTo>
                    <a:pt x="1057846" y="75057"/>
                  </a:lnTo>
                  <a:lnTo>
                    <a:pt x="1046289" y="94780"/>
                  </a:lnTo>
                  <a:lnTo>
                    <a:pt x="1031748" y="117348"/>
                  </a:lnTo>
                  <a:lnTo>
                    <a:pt x="1036320" y="120396"/>
                  </a:lnTo>
                  <a:lnTo>
                    <a:pt x="1044333" y="113258"/>
                  </a:lnTo>
                  <a:lnTo>
                    <a:pt x="1052512" y="105537"/>
                  </a:lnTo>
                  <a:lnTo>
                    <a:pt x="1060958" y="97256"/>
                  </a:lnTo>
                  <a:lnTo>
                    <a:pt x="1069848" y="88392"/>
                  </a:lnTo>
                  <a:lnTo>
                    <a:pt x="1078458" y="81229"/>
                  </a:lnTo>
                  <a:lnTo>
                    <a:pt x="1086231" y="75628"/>
                  </a:lnTo>
                  <a:lnTo>
                    <a:pt x="1093419" y="71462"/>
                  </a:lnTo>
                  <a:lnTo>
                    <a:pt x="1100328" y="68580"/>
                  </a:lnTo>
                  <a:close/>
                </a:path>
                <a:path w="1513840" h="361314">
                  <a:moveTo>
                    <a:pt x="1139952" y="234696"/>
                  </a:moveTo>
                  <a:lnTo>
                    <a:pt x="1110996" y="205740"/>
                  </a:lnTo>
                  <a:lnTo>
                    <a:pt x="1089660" y="225552"/>
                  </a:lnTo>
                  <a:lnTo>
                    <a:pt x="1010412" y="225552"/>
                  </a:lnTo>
                  <a:lnTo>
                    <a:pt x="1010412" y="152400"/>
                  </a:lnTo>
                  <a:lnTo>
                    <a:pt x="1115568" y="152400"/>
                  </a:lnTo>
                  <a:lnTo>
                    <a:pt x="1086612" y="124968"/>
                  </a:lnTo>
                  <a:lnTo>
                    <a:pt x="1068324" y="143256"/>
                  </a:lnTo>
                  <a:lnTo>
                    <a:pt x="1010412" y="143256"/>
                  </a:lnTo>
                  <a:lnTo>
                    <a:pt x="1010412" y="32004"/>
                  </a:lnTo>
                  <a:lnTo>
                    <a:pt x="1024128" y="19812"/>
                  </a:lnTo>
                  <a:lnTo>
                    <a:pt x="987552" y="1524"/>
                  </a:lnTo>
                  <a:lnTo>
                    <a:pt x="988428" y="17767"/>
                  </a:lnTo>
                  <a:lnTo>
                    <a:pt x="988885" y="32004"/>
                  </a:lnTo>
                  <a:lnTo>
                    <a:pt x="988987" y="40005"/>
                  </a:lnTo>
                  <a:lnTo>
                    <a:pt x="989076" y="143256"/>
                  </a:lnTo>
                  <a:lnTo>
                    <a:pt x="896112" y="143256"/>
                  </a:lnTo>
                  <a:lnTo>
                    <a:pt x="909828" y="156972"/>
                  </a:lnTo>
                  <a:lnTo>
                    <a:pt x="918108" y="154978"/>
                  </a:lnTo>
                  <a:lnTo>
                    <a:pt x="926973" y="153543"/>
                  </a:lnTo>
                  <a:lnTo>
                    <a:pt x="936396" y="152692"/>
                  </a:lnTo>
                  <a:lnTo>
                    <a:pt x="946404" y="152400"/>
                  </a:lnTo>
                  <a:lnTo>
                    <a:pt x="989076" y="152400"/>
                  </a:lnTo>
                  <a:lnTo>
                    <a:pt x="989076" y="225552"/>
                  </a:lnTo>
                  <a:lnTo>
                    <a:pt x="876300" y="225552"/>
                  </a:lnTo>
                  <a:lnTo>
                    <a:pt x="890016" y="239268"/>
                  </a:lnTo>
                  <a:lnTo>
                    <a:pt x="898296" y="237274"/>
                  </a:lnTo>
                  <a:lnTo>
                    <a:pt x="907161" y="235839"/>
                  </a:lnTo>
                  <a:lnTo>
                    <a:pt x="916584" y="234988"/>
                  </a:lnTo>
                  <a:lnTo>
                    <a:pt x="926592" y="234696"/>
                  </a:lnTo>
                  <a:lnTo>
                    <a:pt x="989076" y="234696"/>
                  </a:lnTo>
                  <a:lnTo>
                    <a:pt x="988961" y="317944"/>
                  </a:lnTo>
                  <a:lnTo>
                    <a:pt x="988885" y="324612"/>
                  </a:lnTo>
                  <a:lnTo>
                    <a:pt x="988428" y="341147"/>
                  </a:lnTo>
                  <a:lnTo>
                    <a:pt x="987552" y="359664"/>
                  </a:lnTo>
                  <a:lnTo>
                    <a:pt x="1011936" y="348996"/>
                  </a:lnTo>
                  <a:lnTo>
                    <a:pt x="1011694" y="333044"/>
                  </a:lnTo>
                  <a:lnTo>
                    <a:pt x="1010640" y="302285"/>
                  </a:lnTo>
                  <a:lnTo>
                    <a:pt x="1010437" y="289560"/>
                  </a:lnTo>
                  <a:lnTo>
                    <a:pt x="1010412" y="234696"/>
                  </a:lnTo>
                  <a:lnTo>
                    <a:pt x="1139952" y="234696"/>
                  </a:lnTo>
                  <a:close/>
                </a:path>
                <a:path w="1513840" h="361314">
                  <a:moveTo>
                    <a:pt x="1290815" y="21336"/>
                  </a:moveTo>
                  <a:lnTo>
                    <a:pt x="1257287" y="0"/>
                  </a:lnTo>
                  <a:lnTo>
                    <a:pt x="1253007" y="16573"/>
                  </a:lnTo>
                  <a:lnTo>
                    <a:pt x="1247000" y="36576"/>
                  </a:lnTo>
                  <a:lnTo>
                    <a:pt x="1229855" y="86868"/>
                  </a:lnTo>
                  <a:lnTo>
                    <a:pt x="1203756" y="141732"/>
                  </a:lnTo>
                  <a:lnTo>
                    <a:pt x="1171943" y="196596"/>
                  </a:lnTo>
                  <a:lnTo>
                    <a:pt x="1176515" y="199644"/>
                  </a:lnTo>
                  <a:lnTo>
                    <a:pt x="1191145" y="182765"/>
                  </a:lnTo>
                  <a:lnTo>
                    <a:pt x="1205471" y="164020"/>
                  </a:lnTo>
                  <a:lnTo>
                    <a:pt x="1219809" y="143281"/>
                  </a:lnTo>
                  <a:lnTo>
                    <a:pt x="1234427" y="120396"/>
                  </a:lnTo>
                  <a:lnTo>
                    <a:pt x="1234363" y="295998"/>
                  </a:lnTo>
                  <a:lnTo>
                    <a:pt x="1234236" y="308419"/>
                  </a:lnTo>
                  <a:lnTo>
                    <a:pt x="1233792" y="331406"/>
                  </a:lnTo>
                  <a:lnTo>
                    <a:pt x="1232903" y="359664"/>
                  </a:lnTo>
                  <a:lnTo>
                    <a:pt x="1255763" y="344424"/>
                  </a:lnTo>
                  <a:lnTo>
                    <a:pt x="1254887" y="326948"/>
                  </a:lnTo>
                  <a:lnTo>
                    <a:pt x="1254429" y="310896"/>
                  </a:lnTo>
                  <a:lnTo>
                    <a:pt x="1254264" y="295998"/>
                  </a:lnTo>
                  <a:lnTo>
                    <a:pt x="1254239" y="120396"/>
                  </a:lnTo>
                  <a:lnTo>
                    <a:pt x="1254239" y="117348"/>
                  </a:lnTo>
                  <a:lnTo>
                    <a:pt x="1269479" y="106680"/>
                  </a:lnTo>
                  <a:lnTo>
                    <a:pt x="1246619" y="94488"/>
                  </a:lnTo>
                  <a:lnTo>
                    <a:pt x="1251153" y="84493"/>
                  </a:lnTo>
                  <a:lnTo>
                    <a:pt x="1257668" y="70485"/>
                  </a:lnTo>
                  <a:lnTo>
                    <a:pt x="1265910" y="52489"/>
                  </a:lnTo>
                  <a:lnTo>
                    <a:pt x="1275575" y="30480"/>
                  </a:lnTo>
                  <a:lnTo>
                    <a:pt x="1290815" y="21336"/>
                  </a:lnTo>
                  <a:close/>
                </a:path>
                <a:path w="1513840" h="361314">
                  <a:moveTo>
                    <a:pt x="1490459" y="38100"/>
                  </a:moveTo>
                  <a:lnTo>
                    <a:pt x="1486649" y="35052"/>
                  </a:lnTo>
                  <a:lnTo>
                    <a:pt x="1467599" y="19812"/>
                  </a:lnTo>
                  <a:lnTo>
                    <a:pt x="1458455" y="32880"/>
                  </a:lnTo>
                  <a:lnTo>
                    <a:pt x="1458455" y="44196"/>
                  </a:lnTo>
                  <a:lnTo>
                    <a:pt x="1458455" y="128016"/>
                  </a:lnTo>
                  <a:lnTo>
                    <a:pt x="1351775" y="128016"/>
                  </a:lnTo>
                  <a:lnTo>
                    <a:pt x="1351775" y="44196"/>
                  </a:lnTo>
                  <a:lnTo>
                    <a:pt x="1458455" y="44196"/>
                  </a:lnTo>
                  <a:lnTo>
                    <a:pt x="1458455" y="32880"/>
                  </a:lnTo>
                  <a:lnTo>
                    <a:pt x="1456931" y="35052"/>
                  </a:lnTo>
                  <a:lnTo>
                    <a:pt x="1351775" y="35052"/>
                  </a:lnTo>
                  <a:lnTo>
                    <a:pt x="1330439" y="21336"/>
                  </a:lnTo>
                  <a:lnTo>
                    <a:pt x="1331328" y="38722"/>
                  </a:lnTo>
                  <a:lnTo>
                    <a:pt x="1331772" y="56388"/>
                  </a:lnTo>
                  <a:lnTo>
                    <a:pt x="1331950" y="74066"/>
                  </a:lnTo>
                  <a:lnTo>
                    <a:pt x="1331861" y="117017"/>
                  </a:lnTo>
                  <a:lnTo>
                    <a:pt x="1331772" y="125920"/>
                  </a:lnTo>
                  <a:lnTo>
                    <a:pt x="1331328" y="143522"/>
                  </a:lnTo>
                  <a:lnTo>
                    <a:pt x="1330439" y="161544"/>
                  </a:lnTo>
                  <a:lnTo>
                    <a:pt x="1351775" y="153924"/>
                  </a:lnTo>
                  <a:lnTo>
                    <a:pt x="1351775" y="137160"/>
                  </a:lnTo>
                  <a:lnTo>
                    <a:pt x="1458455" y="137160"/>
                  </a:lnTo>
                  <a:lnTo>
                    <a:pt x="1458455" y="158496"/>
                  </a:lnTo>
                  <a:lnTo>
                    <a:pt x="1479791" y="150876"/>
                  </a:lnTo>
                  <a:lnTo>
                    <a:pt x="1478915" y="141122"/>
                  </a:lnTo>
                  <a:lnTo>
                    <a:pt x="1478762" y="137160"/>
                  </a:lnTo>
                  <a:lnTo>
                    <a:pt x="1478457" y="129921"/>
                  </a:lnTo>
                  <a:lnTo>
                    <a:pt x="1478445" y="128016"/>
                  </a:lnTo>
                  <a:lnTo>
                    <a:pt x="1478292" y="117017"/>
                  </a:lnTo>
                  <a:lnTo>
                    <a:pt x="1478267" y="48768"/>
                  </a:lnTo>
                  <a:lnTo>
                    <a:pt x="1483499" y="44196"/>
                  </a:lnTo>
                  <a:lnTo>
                    <a:pt x="1490459" y="38100"/>
                  </a:lnTo>
                  <a:close/>
                </a:path>
                <a:path w="1513840" h="361314">
                  <a:moveTo>
                    <a:pt x="1513319" y="202692"/>
                  </a:moveTo>
                  <a:lnTo>
                    <a:pt x="1509623" y="199644"/>
                  </a:lnTo>
                  <a:lnTo>
                    <a:pt x="1487411" y="181356"/>
                  </a:lnTo>
                  <a:lnTo>
                    <a:pt x="1479791" y="194424"/>
                  </a:lnTo>
                  <a:lnTo>
                    <a:pt x="1479791" y="208788"/>
                  </a:lnTo>
                  <a:lnTo>
                    <a:pt x="1479791" y="303276"/>
                  </a:lnTo>
                  <a:lnTo>
                    <a:pt x="1328915" y="303276"/>
                  </a:lnTo>
                  <a:lnTo>
                    <a:pt x="1328915" y="208788"/>
                  </a:lnTo>
                  <a:lnTo>
                    <a:pt x="1479791" y="208788"/>
                  </a:lnTo>
                  <a:lnTo>
                    <a:pt x="1479791" y="194424"/>
                  </a:lnTo>
                  <a:lnTo>
                    <a:pt x="1476743" y="199644"/>
                  </a:lnTo>
                  <a:lnTo>
                    <a:pt x="1328915" y="199644"/>
                  </a:lnTo>
                  <a:lnTo>
                    <a:pt x="1306055" y="182880"/>
                  </a:lnTo>
                  <a:lnTo>
                    <a:pt x="1306944" y="196646"/>
                  </a:lnTo>
                  <a:lnTo>
                    <a:pt x="1307388" y="208407"/>
                  </a:lnTo>
                  <a:lnTo>
                    <a:pt x="1307477" y="213360"/>
                  </a:lnTo>
                  <a:lnTo>
                    <a:pt x="1307388" y="329565"/>
                  </a:lnTo>
                  <a:lnTo>
                    <a:pt x="1306944" y="340715"/>
                  </a:lnTo>
                  <a:lnTo>
                    <a:pt x="1306055" y="353568"/>
                  </a:lnTo>
                  <a:lnTo>
                    <a:pt x="1328915" y="342900"/>
                  </a:lnTo>
                  <a:lnTo>
                    <a:pt x="1328915" y="312420"/>
                  </a:lnTo>
                  <a:lnTo>
                    <a:pt x="1479791" y="312420"/>
                  </a:lnTo>
                  <a:lnTo>
                    <a:pt x="1479791" y="347472"/>
                  </a:lnTo>
                  <a:lnTo>
                    <a:pt x="1502651" y="338328"/>
                  </a:lnTo>
                  <a:lnTo>
                    <a:pt x="1501775" y="321500"/>
                  </a:lnTo>
                  <a:lnTo>
                    <a:pt x="1501521" y="312420"/>
                  </a:lnTo>
                  <a:lnTo>
                    <a:pt x="1501317" y="305371"/>
                  </a:lnTo>
                  <a:lnTo>
                    <a:pt x="1501305" y="303276"/>
                  </a:lnTo>
                  <a:lnTo>
                    <a:pt x="1501152" y="290118"/>
                  </a:lnTo>
                  <a:lnTo>
                    <a:pt x="1501127" y="213360"/>
                  </a:lnTo>
                  <a:lnTo>
                    <a:pt x="1506359" y="208788"/>
                  </a:lnTo>
                  <a:lnTo>
                    <a:pt x="1513319" y="202692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pic>
        <p:nvPicPr>
          <p:cNvPr id="43" name="object 43"/>
          <p:cNvPicPr/>
          <p:nvPr/>
        </p:nvPicPr>
        <p:blipFill>
          <a:blip r:embed="rId4" cstate="print"/>
          <a:stretch>
            <a:fillRect/>
          </a:stretch>
        </p:blipFill>
        <p:spPr>
          <a:xfrm>
            <a:off x="9033938" y="4184903"/>
            <a:ext cx="84153" cy="83820"/>
          </a:xfrm>
          <a:prstGeom prst="rect">
            <a:avLst/>
          </a:prstGeom>
        </p:spPr>
      </p:pic>
      <p:sp>
        <p:nvSpPr>
          <p:cNvPr id="44" name="object 44"/>
          <p:cNvSpPr/>
          <p:nvPr/>
        </p:nvSpPr>
        <p:spPr>
          <a:xfrm>
            <a:off x="9392411" y="3948683"/>
            <a:ext cx="341630" cy="356870"/>
          </a:xfrm>
          <a:custGeom>
            <a:avLst/>
            <a:gdLst/>
            <a:ahLst/>
            <a:cxnLst/>
            <a:rect l="l" t="t" r="r" b="b"/>
            <a:pathLst>
              <a:path w="341629" h="356870">
                <a:moveTo>
                  <a:pt x="337566" y="80771"/>
                </a:moveTo>
                <a:lnTo>
                  <a:pt x="306324" y="80771"/>
                </a:lnTo>
                <a:lnTo>
                  <a:pt x="318516" y="65532"/>
                </a:lnTo>
                <a:lnTo>
                  <a:pt x="337566" y="80771"/>
                </a:lnTo>
                <a:close/>
              </a:path>
              <a:path w="341629" h="356870">
                <a:moveTo>
                  <a:pt x="199644" y="336804"/>
                </a:moveTo>
                <a:lnTo>
                  <a:pt x="200525" y="315706"/>
                </a:lnTo>
                <a:lnTo>
                  <a:pt x="200977" y="298323"/>
                </a:lnTo>
                <a:lnTo>
                  <a:pt x="201048" y="292608"/>
                </a:lnTo>
                <a:lnTo>
                  <a:pt x="201144" y="111228"/>
                </a:lnTo>
                <a:lnTo>
                  <a:pt x="200977" y="97345"/>
                </a:lnTo>
                <a:lnTo>
                  <a:pt x="200525" y="83177"/>
                </a:lnTo>
                <a:lnTo>
                  <a:pt x="199644" y="68580"/>
                </a:lnTo>
                <a:lnTo>
                  <a:pt x="222504" y="80771"/>
                </a:lnTo>
                <a:lnTo>
                  <a:pt x="337566" y="80771"/>
                </a:lnTo>
                <a:lnTo>
                  <a:pt x="341376" y="83819"/>
                </a:lnTo>
                <a:lnTo>
                  <a:pt x="334409" y="89916"/>
                </a:lnTo>
                <a:lnTo>
                  <a:pt x="222504" y="89916"/>
                </a:lnTo>
                <a:lnTo>
                  <a:pt x="222504" y="283464"/>
                </a:lnTo>
                <a:lnTo>
                  <a:pt x="329321" y="283464"/>
                </a:lnTo>
                <a:lnTo>
                  <a:pt x="329374" y="287274"/>
                </a:lnTo>
                <a:lnTo>
                  <a:pt x="329542" y="292608"/>
                </a:lnTo>
                <a:lnTo>
                  <a:pt x="222504" y="292608"/>
                </a:lnTo>
                <a:lnTo>
                  <a:pt x="222504" y="326136"/>
                </a:lnTo>
                <a:lnTo>
                  <a:pt x="199644" y="336804"/>
                </a:lnTo>
                <a:close/>
              </a:path>
              <a:path w="341629" h="356870">
                <a:moveTo>
                  <a:pt x="329321" y="283464"/>
                </a:moveTo>
                <a:lnTo>
                  <a:pt x="309372" y="283464"/>
                </a:lnTo>
                <a:lnTo>
                  <a:pt x="309372" y="89916"/>
                </a:lnTo>
                <a:lnTo>
                  <a:pt x="334409" y="89916"/>
                </a:lnTo>
                <a:lnTo>
                  <a:pt x="329184" y="94488"/>
                </a:lnTo>
                <a:lnTo>
                  <a:pt x="329216" y="275844"/>
                </a:lnTo>
                <a:lnTo>
                  <a:pt x="329321" y="283464"/>
                </a:lnTo>
                <a:close/>
              </a:path>
              <a:path w="341629" h="356870">
                <a:moveTo>
                  <a:pt x="309372" y="327660"/>
                </a:moveTo>
                <a:lnTo>
                  <a:pt x="309372" y="292608"/>
                </a:lnTo>
                <a:lnTo>
                  <a:pt x="329542" y="292608"/>
                </a:lnTo>
                <a:lnTo>
                  <a:pt x="329826" y="301609"/>
                </a:lnTo>
                <a:lnTo>
                  <a:pt x="330708" y="318516"/>
                </a:lnTo>
                <a:lnTo>
                  <a:pt x="309372" y="327660"/>
                </a:lnTo>
                <a:close/>
              </a:path>
              <a:path w="341629" h="356870">
                <a:moveTo>
                  <a:pt x="85344" y="94488"/>
                </a:moveTo>
                <a:lnTo>
                  <a:pt x="64008" y="94488"/>
                </a:lnTo>
                <a:lnTo>
                  <a:pt x="69151" y="67079"/>
                </a:lnTo>
                <a:lnTo>
                  <a:pt x="73152" y="42100"/>
                </a:lnTo>
                <a:lnTo>
                  <a:pt x="76009" y="19692"/>
                </a:lnTo>
                <a:lnTo>
                  <a:pt x="77724" y="0"/>
                </a:lnTo>
                <a:lnTo>
                  <a:pt x="114300" y="16764"/>
                </a:lnTo>
                <a:lnTo>
                  <a:pt x="100584" y="25907"/>
                </a:lnTo>
                <a:lnTo>
                  <a:pt x="97774" y="39623"/>
                </a:lnTo>
                <a:lnTo>
                  <a:pt x="94107" y="55626"/>
                </a:lnTo>
                <a:lnTo>
                  <a:pt x="89868" y="73914"/>
                </a:lnTo>
                <a:lnTo>
                  <a:pt x="85344" y="94488"/>
                </a:lnTo>
                <a:close/>
              </a:path>
              <a:path w="341629" h="356870">
                <a:moveTo>
                  <a:pt x="15240" y="108204"/>
                </a:moveTo>
                <a:lnTo>
                  <a:pt x="1523" y="94488"/>
                </a:lnTo>
                <a:lnTo>
                  <a:pt x="143256" y="94488"/>
                </a:lnTo>
                <a:lnTo>
                  <a:pt x="152400" y="77724"/>
                </a:lnTo>
                <a:lnTo>
                  <a:pt x="178308" y="96012"/>
                </a:lnTo>
                <a:lnTo>
                  <a:pt x="169599" y="103632"/>
                </a:lnTo>
                <a:lnTo>
                  <a:pt x="51816" y="103632"/>
                </a:lnTo>
                <a:lnTo>
                  <a:pt x="41814" y="103917"/>
                </a:lnTo>
                <a:lnTo>
                  <a:pt x="32385" y="104775"/>
                </a:lnTo>
                <a:lnTo>
                  <a:pt x="23526" y="106203"/>
                </a:lnTo>
                <a:lnTo>
                  <a:pt x="15240" y="108204"/>
                </a:lnTo>
                <a:close/>
              </a:path>
              <a:path w="341629" h="356870">
                <a:moveTo>
                  <a:pt x="3047" y="356616"/>
                </a:moveTo>
                <a:lnTo>
                  <a:pt x="0" y="352044"/>
                </a:lnTo>
                <a:lnTo>
                  <a:pt x="34885" y="334875"/>
                </a:lnTo>
                <a:lnTo>
                  <a:pt x="64198" y="315277"/>
                </a:lnTo>
                <a:lnTo>
                  <a:pt x="88082" y="293108"/>
                </a:lnTo>
                <a:lnTo>
                  <a:pt x="106680" y="268224"/>
                </a:lnTo>
                <a:lnTo>
                  <a:pt x="84939" y="258818"/>
                </a:lnTo>
                <a:lnTo>
                  <a:pt x="65341" y="251269"/>
                </a:lnTo>
                <a:lnTo>
                  <a:pt x="47744" y="245721"/>
                </a:lnTo>
                <a:lnTo>
                  <a:pt x="32004" y="242316"/>
                </a:lnTo>
                <a:lnTo>
                  <a:pt x="38266" y="215717"/>
                </a:lnTo>
                <a:lnTo>
                  <a:pt x="45529" y="183832"/>
                </a:lnTo>
                <a:lnTo>
                  <a:pt x="53649" y="146518"/>
                </a:lnTo>
                <a:lnTo>
                  <a:pt x="62484" y="103632"/>
                </a:lnTo>
                <a:lnTo>
                  <a:pt x="83820" y="103632"/>
                </a:lnTo>
                <a:lnTo>
                  <a:pt x="78414" y="129944"/>
                </a:lnTo>
                <a:lnTo>
                  <a:pt x="71437" y="160972"/>
                </a:lnTo>
                <a:lnTo>
                  <a:pt x="63031" y="196857"/>
                </a:lnTo>
                <a:lnTo>
                  <a:pt x="53340" y="237744"/>
                </a:lnTo>
                <a:lnTo>
                  <a:pt x="63055" y="239720"/>
                </a:lnTo>
                <a:lnTo>
                  <a:pt x="76200" y="243268"/>
                </a:lnTo>
                <a:lnTo>
                  <a:pt x="92773" y="248245"/>
                </a:lnTo>
                <a:lnTo>
                  <a:pt x="112776" y="254508"/>
                </a:lnTo>
                <a:lnTo>
                  <a:pt x="134654" y="254508"/>
                </a:lnTo>
                <a:lnTo>
                  <a:pt x="132588" y="260604"/>
                </a:lnTo>
                <a:lnTo>
                  <a:pt x="149113" y="267438"/>
                </a:lnTo>
                <a:lnTo>
                  <a:pt x="161925" y="274129"/>
                </a:lnTo>
                <a:lnTo>
                  <a:pt x="166379" y="277368"/>
                </a:lnTo>
                <a:lnTo>
                  <a:pt x="123444" y="277368"/>
                </a:lnTo>
                <a:lnTo>
                  <a:pt x="99488" y="303895"/>
                </a:lnTo>
                <a:lnTo>
                  <a:pt x="71247" y="326136"/>
                </a:lnTo>
                <a:lnTo>
                  <a:pt x="39004" y="343804"/>
                </a:lnTo>
                <a:lnTo>
                  <a:pt x="3047" y="356616"/>
                </a:lnTo>
                <a:close/>
              </a:path>
              <a:path w="341629" h="356870">
                <a:moveTo>
                  <a:pt x="134654" y="254508"/>
                </a:moveTo>
                <a:lnTo>
                  <a:pt x="112776" y="254508"/>
                </a:lnTo>
                <a:lnTo>
                  <a:pt x="121634" y="227933"/>
                </a:lnTo>
                <a:lnTo>
                  <a:pt x="129921" y="193929"/>
                </a:lnTo>
                <a:lnTo>
                  <a:pt x="137636" y="152495"/>
                </a:lnTo>
                <a:lnTo>
                  <a:pt x="144780" y="103632"/>
                </a:lnTo>
                <a:lnTo>
                  <a:pt x="169599" y="103632"/>
                </a:lnTo>
                <a:lnTo>
                  <a:pt x="166116" y="106680"/>
                </a:lnTo>
                <a:lnTo>
                  <a:pt x="158734" y="156662"/>
                </a:lnTo>
                <a:lnTo>
                  <a:pt x="150495" y="199072"/>
                </a:lnTo>
                <a:lnTo>
                  <a:pt x="141684" y="233767"/>
                </a:lnTo>
                <a:lnTo>
                  <a:pt x="134654" y="254508"/>
                </a:lnTo>
                <a:close/>
              </a:path>
              <a:path w="341629" h="356870">
                <a:moveTo>
                  <a:pt x="176784" y="318516"/>
                </a:moveTo>
                <a:lnTo>
                  <a:pt x="170688" y="318516"/>
                </a:lnTo>
                <a:lnTo>
                  <a:pt x="163068" y="310896"/>
                </a:lnTo>
                <a:lnTo>
                  <a:pt x="156233" y="302871"/>
                </a:lnTo>
                <a:lnTo>
                  <a:pt x="147256" y="294703"/>
                </a:lnTo>
                <a:lnTo>
                  <a:pt x="136278" y="286250"/>
                </a:lnTo>
                <a:lnTo>
                  <a:pt x="123444" y="277368"/>
                </a:lnTo>
                <a:lnTo>
                  <a:pt x="166379" y="277368"/>
                </a:lnTo>
                <a:lnTo>
                  <a:pt x="170735" y="280535"/>
                </a:lnTo>
                <a:lnTo>
                  <a:pt x="175260" y="286512"/>
                </a:lnTo>
                <a:lnTo>
                  <a:pt x="179832" y="294132"/>
                </a:lnTo>
                <a:lnTo>
                  <a:pt x="181356" y="301752"/>
                </a:lnTo>
                <a:lnTo>
                  <a:pt x="179832" y="307848"/>
                </a:lnTo>
                <a:lnTo>
                  <a:pt x="178308" y="315468"/>
                </a:lnTo>
                <a:lnTo>
                  <a:pt x="176784" y="31851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" name="object 45"/>
          <p:cNvSpPr/>
          <p:nvPr/>
        </p:nvSpPr>
        <p:spPr>
          <a:xfrm>
            <a:off x="2129028" y="4421123"/>
            <a:ext cx="1031875" cy="352425"/>
          </a:xfrm>
          <a:custGeom>
            <a:avLst/>
            <a:gdLst/>
            <a:ahLst/>
            <a:cxnLst/>
            <a:rect l="l" t="t" r="r" b="b"/>
            <a:pathLst>
              <a:path w="1031875" h="352425">
                <a:moveTo>
                  <a:pt x="345948" y="307848"/>
                </a:moveTo>
                <a:lnTo>
                  <a:pt x="300812" y="293585"/>
                </a:lnTo>
                <a:lnTo>
                  <a:pt x="259270" y="271462"/>
                </a:lnTo>
                <a:lnTo>
                  <a:pt x="221424" y="241630"/>
                </a:lnTo>
                <a:lnTo>
                  <a:pt x="192989" y="210312"/>
                </a:lnTo>
                <a:lnTo>
                  <a:pt x="187452" y="204216"/>
                </a:lnTo>
                <a:lnTo>
                  <a:pt x="344424" y="204216"/>
                </a:lnTo>
                <a:lnTo>
                  <a:pt x="312420" y="172212"/>
                </a:lnTo>
                <a:lnTo>
                  <a:pt x="289560" y="195072"/>
                </a:lnTo>
                <a:lnTo>
                  <a:pt x="184404" y="195072"/>
                </a:lnTo>
                <a:lnTo>
                  <a:pt x="184404" y="150876"/>
                </a:lnTo>
                <a:lnTo>
                  <a:pt x="266700" y="150876"/>
                </a:lnTo>
                <a:lnTo>
                  <a:pt x="266700" y="172212"/>
                </a:lnTo>
                <a:lnTo>
                  <a:pt x="289560" y="161544"/>
                </a:lnTo>
                <a:lnTo>
                  <a:pt x="288950" y="150876"/>
                </a:lnTo>
                <a:lnTo>
                  <a:pt x="288671" y="145834"/>
                </a:lnTo>
                <a:lnTo>
                  <a:pt x="288607" y="141732"/>
                </a:lnTo>
                <a:lnTo>
                  <a:pt x="288226" y="119253"/>
                </a:lnTo>
                <a:lnTo>
                  <a:pt x="288074" y="86868"/>
                </a:lnTo>
                <a:lnTo>
                  <a:pt x="288048" y="77724"/>
                </a:lnTo>
                <a:lnTo>
                  <a:pt x="288036" y="33528"/>
                </a:lnTo>
                <a:lnTo>
                  <a:pt x="299466" y="25908"/>
                </a:lnTo>
                <a:lnTo>
                  <a:pt x="301752" y="24384"/>
                </a:lnTo>
                <a:lnTo>
                  <a:pt x="293585" y="16764"/>
                </a:lnTo>
                <a:lnTo>
                  <a:pt x="278892" y="3048"/>
                </a:lnTo>
                <a:lnTo>
                  <a:pt x="266700" y="15240"/>
                </a:lnTo>
                <a:lnTo>
                  <a:pt x="266700" y="25908"/>
                </a:lnTo>
                <a:lnTo>
                  <a:pt x="266700" y="77724"/>
                </a:lnTo>
                <a:lnTo>
                  <a:pt x="266700" y="86868"/>
                </a:lnTo>
                <a:lnTo>
                  <a:pt x="266700" y="141732"/>
                </a:lnTo>
                <a:lnTo>
                  <a:pt x="184404" y="141732"/>
                </a:lnTo>
                <a:lnTo>
                  <a:pt x="184404" y="86868"/>
                </a:lnTo>
                <a:lnTo>
                  <a:pt x="266700" y="86868"/>
                </a:lnTo>
                <a:lnTo>
                  <a:pt x="266700" y="77724"/>
                </a:lnTo>
                <a:lnTo>
                  <a:pt x="184404" y="77724"/>
                </a:lnTo>
                <a:lnTo>
                  <a:pt x="184404" y="25908"/>
                </a:lnTo>
                <a:lnTo>
                  <a:pt x="266700" y="25908"/>
                </a:lnTo>
                <a:lnTo>
                  <a:pt x="266700" y="15240"/>
                </a:lnTo>
                <a:lnTo>
                  <a:pt x="265176" y="16764"/>
                </a:lnTo>
                <a:lnTo>
                  <a:pt x="161544" y="16764"/>
                </a:lnTo>
                <a:lnTo>
                  <a:pt x="161544" y="25908"/>
                </a:lnTo>
                <a:lnTo>
                  <a:pt x="161544" y="77724"/>
                </a:lnTo>
                <a:lnTo>
                  <a:pt x="161544" y="86868"/>
                </a:lnTo>
                <a:lnTo>
                  <a:pt x="161544" y="141732"/>
                </a:lnTo>
                <a:lnTo>
                  <a:pt x="82296" y="141732"/>
                </a:lnTo>
                <a:lnTo>
                  <a:pt x="82296" y="86868"/>
                </a:lnTo>
                <a:lnTo>
                  <a:pt x="161544" y="86868"/>
                </a:lnTo>
                <a:lnTo>
                  <a:pt x="161544" y="77724"/>
                </a:lnTo>
                <a:lnTo>
                  <a:pt x="82296" y="77724"/>
                </a:lnTo>
                <a:lnTo>
                  <a:pt x="82296" y="25908"/>
                </a:lnTo>
                <a:lnTo>
                  <a:pt x="161544" y="25908"/>
                </a:lnTo>
                <a:lnTo>
                  <a:pt x="161544" y="16764"/>
                </a:lnTo>
                <a:lnTo>
                  <a:pt x="82296" y="16764"/>
                </a:lnTo>
                <a:lnTo>
                  <a:pt x="59436" y="4572"/>
                </a:lnTo>
                <a:lnTo>
                  <a:pt x="60274" y="24384"/>
                </a:lnTo>
                <a:lnTo>
                  <a:pt x="60325" y="25908"/>
                </a:lnTo>
                <a:lnTo>
                  <a:pt x="60769" y="45910"/>
                </a:lnTo>
                <a:lnTo>
                  <a:pt x="60934" y="66941"/>
                </a:lnTo>
                <a:lnTo>
                  <a:pt x="60858" y="119253"/>
                </a:lnTo>
                <a:lnTo>
                  <a:pt x="60769" y="131064"/>
                </a:lnTo>
                <a:lnTo>
                  <a:pt x="60312" y="152260"/>
                </a:lnTo>
                <a:lnTo>
                  <a:pt x="59436" y="173736"/>
                </a:lnTo>
                <a:lnTo>
                  <a:pt x="82296" y="164592"/>
                </a:lnTo>
                <a:lnTo>
                  <a:pt x="82296" y="150876"/>
                </a:lnTo>
                <a:lnTo>
                  <a:pt x="161544" y="150876"/>
                </a:lnTo>
                <a:lnTo>
                  <a:pt x="161544" y="195072"/>
                </a:lnTo>
                <a:lnTo>
                  <a:pt x="6096" y="195072"/>
                </a:lnTo>
                <a:lnTo>
                  <a:pt x="19812" y="208788"/>
                </a:lnTo>
                <a:lnTo>
                  <a:pt x="28092" y="206794"/>
                </a:lnTo>
                <a:lnTo>
                  <a:pt x="36957" y="205359"/>
                </a:lnTo>
                <a:lnTo>
                  <a:pt x="46380" y="204508"/>
                </a:lnTo>
                <a:lnTo>
                  <a:pt x="56388" y="204216"/>
                </a:lnTo>
                <a:lnTo>
                  <a:pt x="141732" y="204216"/>
                </a:lnTo>
                <a:lnTo>
                  <a:pt x="113792" y="241134"/>
                </a:lnTo>
                <a:lnTo>
                  <a:pt x="80581" y="274320"/>
                </a:lnTo>
                <a:lnTo>
                  <a:pt x="42494" y="304088"/>
                </a:lnTo>
                <a:lnTo>
                  <a:pt x="0" y="330708"/>
                </a:lnTo>
                <a:lnTo>
                  <a:pt x="1524" y="336804"/>
                </a:lnTo>
                <a:lnTo>
                  <a:pt x="50952" y="313664"/>
                </a:lnTo>
                <a:lnTo>
                  <a:pt x="94107" y="285369"/>
                </a:lnTo>
                <a:lnTo>
                  <a:pt x="130937" y="251968"/>
                </a:lnTo>
                <a:lnTo>
                  <a:pt x="161544" y="213360"/>
                </a:lnTo>
                <a:lnTo>
                  <a:pt x="161417" y="271462"/>
                </a:lnTo>
                <a:lnTo>
                  <a:pt x="161353" y="287845"/>
                </a:lnTo>
                <a:lnTo>
                  <a:pt x="160896" y="321170"/>
                </a:lnTo>
                <a:lnTo>
                  <a:pt x="160020" y="352044"/>
                </a:lnTo>
                <a:lnTo>
                  <a:pt x="185928" y="339852"/>
                </a:lnTo>
                <a:lnTo>
                  <a:pt x="185712" y="325094"/>
                </a:lnTo>
                <a:lnTo>
                  <a:pt x="185166" y="296227"/>
                </a:lnTo>
                <a:lnTo>
                  <a:pt x="184632" y="258635"/>
                </a:lnTo>
                <a:lnTo>
                  <a:pt x="184416" y="213360"/>
                </a:lnTo>
                <a:lnTo>
                  <a:pt x="184404" y="210312"/>
                </a:lnTo>
                <a:lnTo>
                  <a:pt x="205232" y="245224"/>
                </a:lnTo>
                <a:lnTo>
                  <a:pt x="233362" y="276987"/>
                </a:lnTo>
                <a:lnTo>
                  <a:pt x="268617" y="305904"/>
                </a:lnTo>
                <a:lnTo>
                  <a:pt x="310896" y="332232"/>
                </a:lnTo>
                <a:lnTo>
                  <a:pt x="314871" y="325094"/>
                </a:lnTo>
                <a:lnTo>
                  <a:pt x="322135" y="319659"/>
                </a:lnTo>
                <a:lnTo>
                  <a:pt x="332536" y="315950"/>
                </a:lnTo>
                <a:lnTo>
                  <a:pt x="345948" y="313944"/>
                </a:lnTo>
                <a:lnTo>
                  <a:pt x="345948" y="307848"/>
                </a:lnTo>
                <a:close/>
              </a:path>
              <a:path w="1031875" h="352425">
                <a:moveTo>
                  <a:pt x="653796" y="100584"/>
                </a:moveTo>
                <a:lnTo>
                  <a:pt x="617220" y="100584"/>
                </a:lnTo>
                <a:lnTo>
                  <a:pt x="582168" y="266700"/>
                </a:lnTo>
                <a:lnTo>
                  <a:pt x="528828" y="100584"/>
                </a:lnTo>
                <a:lnTo>
                  <a:pt x="499872" y="100584"/>
                </a:lnTo>
                <a:lnTo>
                  <a:pt x="449580" y="266700"/>
                </a:lnTo>
                <a:lnTo>
                  <a:pt x="411480" y="100584"/>
                </a:lnTo>
                <a:lnTo>
                  <a:pt x="374904" y="100584"/>
                </a:lnTo>
                <a:lnTo>
                  <a:pt x="428244" y="313944"/>
                </a:lnTo>
                <a:lnTo>
                  <a:pt x="461772" y="313944"/>
                </a:lnTo>
                <a:lnTo>
                  <a:pt x="513588" y="149352"/>
                </a:lnTo>
                <a:lnTo>
                  <a:pt x="565404" y="313944"/>
                </a:lnTo>
                <a:lnTo>
                  <a:pt x="598932" y="313944"/>
                </a:lnTo>
                <a:lnTo>
                  <a:pt x="653796" y="100584"/>
                </a:lnTo>
                <a:close/>
              </a:path>
              <a:path w="1031875" h="352425">
                <a:moveTo>
                  <a:pt x="958583" y="19812"/>
                </a:moveTo>
                <a:lnTo>
                  <a:pt x="952957" y="15240"/>
                </a:lnTo>
                <a:lnTo>
                  <a:pt x="934199" y="0"/>
                </a:lnTo>
                <a:lnTo>
                  <a:pt x="922007" y="12192"/>
                </a:lnTo>
                <a:lnTo>
                  <a:pt x="922007" y="24384"/>
                </a:lnTo>
                <a:lnTo>
                  <a:pt x="922007" y="68580"/>
                </a:lnTo>
                <a:lnTo>
                  <a:pt x="922007" y="77724"/>
                </a:lnTo>
                <a:lnTo>
                  <a:pt x="922007" y="123444"/>
                </a:lnTo>
                <a:lnTo>
                  <a:pt x="789419" y="123444"/>
                </a:lnTo>
                <a:lnTo>
                  <a:pt x="789419" y="77724"/>
                </a:lnTo>
                <a:lnTo>
                  <a:pt x="922007" y="77724"/>
                </a:lnTo>
                <a:lnTo>
                  <a:pt x="922007" y="68580"/>
                </a:lnTo>
                <a:lnTo>
                  <a:pt x="789419" y="68580"/>
                </a:lnTo>
                <a:lnTo>
                  <a:pt x="789419" y="24384"/>
                </a:lnTo>
                <a:lnTo>
                  <a:pt x="922007" y="24384"/>
                </a:lnTo>
                <a:lnTo>
                  <a:pt x="922007" y="12192"/>
                </a:lnTo>
                <a:lnTo>
                  <a:pt x="918959" y="15240"/>
                </a:lnTo>
                <a:lnTo>
                  <a:pt x="790943" y="15240"/>
                </a:lnTo>
                <a:lnTo>
                  <a:pt x="766559" y="1524"/>
                </a:lnTo>
                <a:lnTo>
                  <a:pt x="767448" y="21818"/>
                </a:lnTo>
                <a:lnTo>
                  <a:pt x="767892" y="41529"/>
                </a:lnTo>
                <a:lnTo>
                  <a:pt x="768070" y="60680"/>
                </a:lnTo>
                <a:lnTo>
                  <a:pt x="768045" y="100203"/>
                </a:lnTo>
                <a:lnTo>
                  <a:pt x="767892" y="117348"/>
                </a:lnTo>
                <a:lnTo>
                  <a:pt x="767448" y="136258"/>
                </a:lnTo>
                <a:lnTo>
                  <a:pt x="766559" y="155448"/>
                </a:lnTo>
                <a:lnTo>
                  <a:pt x="789419" y="146304"/>
                </a:lnTo>
                <a:lnTo>
                  <a:pt x="789419" y="132588"/>
                </a:lnTo>
                <a:lnTo>
                  <a:pt x="922007" y="132588"/>
                </a:lnTo>
                <a:lnTo>
                  <a:pt x="922007" y="152400"/>
                </a:lnTo>
                <a:lnTo>
                  <a:pt x="946391" y="140208"/>
                </a:lnTo>
                <a:lnTo>
                  <a:pt x="945984" y="132588"/>
                </a:lnTo>
                <a:lnTo>
                  <a:pt x="945515" y="123926"/>
                </a:lnTo>
                <a:lnTo>
                  <a:pt x="945502" y="123444"/>
                </a:lnTo>
                <a:lnTo>
                  <a:pt x="945057" y="100203"/>
                </a:lnTo>
                <a:lnTo>
                  <a:pt x="944943" y="77724"/>
                </a:lnTo>
                <a:lnTo>
                  <a:pt x="944892" y="68580"/>
                </a:lnTo>
                <a:lnTo>
                  <a:pt x="944867" y="30480"/>
                </a:lnTo>
                <a:lnTo>
                  <a:pt x="952715" y="24384"/>
                </a:lnTo>
                <a:lnTo>
                  <a:pt x="958583" y="19812"/>
                </a:lnTo>
                <a:close/>
              </a:path>
              <a:path w="1031875" h="352425">
                <a:moveTo>
                  <a:pt x="1031735" y="309372"/>
                </a:moveTo>
                <a:lnTo>
                  <a:pt x="1014361" y="311378"/>
                </a:lnTo>
                <a:lnTo>
                  <a:pt x="994397" y="312801"/>
                </a:lnTo>
                <a:lnTo>
                  <a:pt x="972159" y="313664"/>
                </a:lnTo>
                <a:lnTo>
                  <a:pt x="947915" y="313944"/>
                </a:lnTo>
                <a:lnTo>
                  <a:pt x="923963" y="312737"/>
                </a:lnTo>
                <a:lnTo>
                  <a:pt x="902576" y="311086"/>
                </a:lnTo>
                <a:lnTo>
                  <a:pt x="884059" y="308597"/>
                </a:lnTo>
                <a:lnTo>
                  <a:pt x="868667" y="304800"/>
                </a:lnTo>
                <a:lnTo>
                  <a:pt x="868667" y="298704"/>
                </a:lnTo>
                <a:lnTo>
                  <a:pt x="868667" y="242316"/>
                </a:lnTo>
                <a:lnTo>
                  <a:pt x="998207" y="242316"/>
                </a:lnTo>
                <a:lnTo>
                  <a:pt x="989063" y="233172"/>
                </a:lnTo>
                <a:lnTo>
                  <a:pt x="969251" y="213360"/>
                </a:lnTo>
                <a:lnTo>
                  <a:pt x="949439" y="233172"/>
                </a:lnTo>
                <a:lnTo>
                  <a:pt x="868667" y="233172"/>
                </a:lnTo>
                <a:lnTo>
                  <a:pt x="868667" y="181356"/>
                </a:lnTo>
                <a:lnTo>
                  <a:pt x="1024115" y="181356"/>
                </a:lnTo>
                <a:lnTo>
                  <a:pt x="992111" y="149352"/>
                </a:lnTo>
                <a:lnTo>
                  <a:pt x="969251" y="172212"/>
                </a:lnTo>
                <a:lnTo>
                  <a:pt x="685787" y="172212"/>
                </a:lnTo>
                <a:lnTo>
                  <a:pt x="699503" y="185928"/>
                </a:lnTo>
                <a:lnTo>
                  <a:pt x="707796" y="183934"/>
                </a:lnTo>
                <a:lnTo>
                  <a:pt x="716648" y="182499"/>
                </a:lnTo>
                <a:lnTo>
                  <a:pt x="726084" y="181648"/>
                </a:lnTo>
                <a:lnTo>
                  <a:pt x="736079" y="181356"/>
                </a:lnTo>
                <a:lnTo>
                  <a:pt x="847331" y="181356"/>
                </a:lnTo>
                <a:lnTo>
                  <a:pt x="847331" y="298704"/>
                </a:lnTo>
                <a:lnTo>
                  <a:pt x="825614" y="288467"/>
                </a:lnTo>
                <a:lnTo>
                  <a:pt x="806183" y="276225"/>
                </a:lnTo>
                <a:lnTo>
                  <a:pt x="789038" y="262280"/>
                </a:lnTo>
                <a:lnTo>
                  <a:pt x="781545" y="254508"/>
                </a:lnTo>
                <a:lnTo>
                  <a:pt x="774179" y="246888"/>
                </a:lnTo>
                <a:lnTo>
                  <a:pt x="777354" y="239229"/>
                </a:lnTo>
                <a:lnTo>
                  <a:pt x="780084" y="232410"/>
                </a:lnTo>
                <a:lnTo>
                  <a:pt x="782548" y="226745"/>
                </a:lnTo>
                <a:lnTo>
                  <a:pt x="784847" y="222504"/>
                </a:lnTo>
                <a:lnTo>
                  <a:pt x="787895" y="217932"/>
                </a:lnTo>
                <a:lnTo>
                  <a:pt x="792467" y="213360"/>
                </a:lnTo>
                <a:lnTo>
                  <a:pt x="798563" y="208788"/>
                </a:lnTo>
                <a:lnTo>
                  <a:pt x="765035" y="188976"/>
                </a:lnTo>
                <a:lnTo>
                  <a:pt x="753656" y="237007"/>
                </a:lnTo>
                <a:lnTo>
                  <a:pt x="735698" y="278320"/>
                </a:lnTo>
                <a:lnTo>
                  <a:pt x="711466" y="313067"/>
                </a:lnTo>
                <a:lnTo>
                  <a:pt x="681215" y="341376"/>
                </a:lnTo>
                <a:lnTo>
                  <a:pt x="684263" y="345948"/>
                </a:lnTo>
                <a:lnTo>
                  <a:pt x="710895" y="329946"/>
                </a:lnTo>
                <a:lnTo>
                  <a:pt x="733793" y="309372"/>
                </a:lnTo>
                <a:lnTo>
                  <a:pt x="753275" y="284226"/>
                </a:lnTo>
                <a:lnTo>
                  <a:pt x="769607" y="254508"/>
                </a:lnTo>
                <a:lnTo>
                  <a:pt x="779068" y="266534"/>
                </a:lnTo>
                <a:lnTo>
                  <a:pt x="812279" y="297180"/>
                </a:lnTo>
                <a:lnTo>
                  <a:pt x="855573" y="321398"/>
                </a:lnTo>
                <a:lnTo>
                  <a:pt x="894956" y="332803"/>
                </a:lnTo>
                <a:lnTo>
                  <a:pt x="958964" y="339661"/>
                </a:lnTo>
                <a:lnTo>
                  <a:pt x="1001255" y="341376"/>
                </a:lnTo>
                <a:lnTo>
                  <a:pt x="1004100" y="333070"/>
                </a:lnTo>
                <a:lnTo>
                  <a:pt x="1010208" y="326326"/>
                </a:lnTo>
                <a:lnTo>
                  <a:pt x="1019479" y="321017"/>
                </a:lnTo>
                <a:lnTo>
                  <a:pt x="1031735" y="316992"/>
                </a:lnTo>
                <a:lnTo>
                  <a:pt x="1031735" y="313944"/>
                </a:lnTo>
                <a:lnTo>
                  <a:pt x="1031735" y="30937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" name="object 46"/>
          <p:cNvSpPr/>
          <p:nvPr/>
        </p:nvSpPr>
        <p:spPr>
          <a:xfrm>
            <a:off x="3206495" y="4515611"/>
            <a:ext cx="277495" cy="219710"/>
          </a:xfrm>
          <a:custGeom>
            <a:avLst/>
            <a:gdLst/>
            <a:ahLst/>
            <a:cxnLst/>
            <a:rect l="l" t="t" r="r" b="b"/>
            <a:pathLst>
              <a:path w="277495" h="219710">
                <a:moveTo>
                  <a:pt x="277368" y="219456"/>
                </a:moveTo>
                <a:lnTo>
                  <a:pt x="242316" y="219456"/>
                </a:lnTo>
                <a:lnTo>
                  <a:pt x="242292" y="89154"/>
                </a:lnTo>
                <a:lnTo>
                  <a:pt x="242125" y="82296"/>
                </a:lnTo>
                <a:lnTo>
                  <a:pt x="241673" y="75438"/>
                </a:lnTo>
                <a:lnTo>
                  <a:pt x="240792" y="68580"/>
                </a:lnTo>
                <a:lnTo>
                  <a:pt x="240792" y="60960"/>
                </a:lnTo>
                <a:lnTo>
                  <a:pt x="239268" y="54864"/>
                </a:lnTo>
                <a:lnTo>
                  <a:pt x="236220" y="50292"/>
                </a:lnTo>
                <a:lnTo>
                  <a:pt x="233172" y="44196"/>
                </a:lnTo>
                <a:lnTo>
                  <a:pt x="230124" y="41148"/>
                </a:lnTo>
                <a:lnTo>
                  <a:pt x="225552" y="38100"/>
                </a:lnTo>
                <a:lnTo>
                  <a:pt x="220980" y="36575"/>
                </a:lnTo>
                <a:lnTo>
                  <a:pt x="213360" y="35051"/>
                </a:lnTo>
                <a:lnTo>
                  <a:pt x="198120" y="35051"/>
                </a:lnTo>
                <a:lnTo>
                  <a:pt x="162306" y="55292"/>
                </a:lnTo>
                <a:lnTo>
                  <a:pt x="155448" y="60960"/>
                </a:lnTo>
                <a:lnTo>
                  <a:pt x="155448" y="64008"/>
                </a:lnTo>
                <a:lnTo>
                  <a:pt x="156972" y="65532"/>
                </a:lnTo>
                <a:lnTo>
                  <a:pt x="156972" y="219456"/>
                </a:lnTo>
                <a:lnTo>
                  <a:pt x="120396" y="219456"/>
                </a:lnTo>
                <a:lnTo>
                  <a:pt x="120396" y="68580"/>
                </a:lnTo>
                <a:lnTo>
                  <a:pt x="118872" y="60960"/>
                </a:lnTo>
                <a:lnTo>
                  <a:pt x="117348" y="54864"/>
                </a:lnTo>
                <a:lnTo>
                  <a:pt x="114300" y="50292"/>
                </a:lnTo>
                <a:lnTo>
                  <a:pt x="112776" y="44196"/>
                </a:lnTo>
                <a:lnTo>
                  <a:pt x="103632" y="38100"/>
                </a:lnTo>
                <a:lnTo>
                  <a:pt x="99060" y="36575"/>
                </a:lnTo>
                <a:lnTo>
                  <a:pt x="92964" y="35051"/>
                </a:lnTo>
                <a:lnTo>
                  <a:pt x="85344" y="35051"/>
                </a:lnTo>
                <a:lnTo>
                  <a:pt x="79390" y="35385"/>
                </a:lnTo>
                <a:lnTo>
                  <a:pt x="73152" y="36576"/>
                </a:lnTo>
                <a:lnTo>
                  <a:pt x="66913" y="38909"/>
                </a:lnTo>
                <a:lnTo>
                  <a:pt x="60960" y="42672"/>
                </a:lnTo>
                <a:lnTo>
                  <a:pt x="54340" y="46386"/>
                </a:lnTo>
                <a:lnTo>
                  <a:pt x="48006" y="50673"/>
                </a:lnTo>
                <a:lnTo>
                  <a:pt x="41671" y="55530"/>
                </a:lnTo>
                <a:lnTo>
                  <a:pt x="35052" y="60960"/>
                </a:lnTo>
                <a:lnTo>
                  <a:pt x="35052" y="219456"/>
                </a:lnTo>
                <a:lnTo>
                  <a:pt x="0" y="219456"/>
                </a:lnTo>
                <a:lnTo>
                  <a:pt x="0" y="6096"/>
                </a:lnTo>
                <a:lnTo>
                  <a:pt x="35052" y="6096"/>
                </a:lnTo>
                <a:lnTo>
                  <a:pt x="35052" y="30480"/>
                </a:lnTo>
                <a:lnTo>
                  <a:pt x="50101" y="17907"/>
                </a:lnTo>
                <a:lnTo>
                  <a:pt x="85867" y="547"/>
                </a:lnTo>
                <a:lnTo>
                  <a:pt x="94488" y="0"/>
                </a:lnTo>
                <a:lnTo>
                  <a:pt x="103370" y="571"/>
                </a:lnTo>
                <a:lnTo>
                  <a:pt x="140398" y="20764"/>
                </a:lnTo>
                <a:lnTo>
                  <a:pt x="149352" y="38100"/>
                </a:lnTo>
                <a:lnTo>
                  <a:pt x="157353" y="29527"/>
                </a:lnTo>
                <a:lnTo>
                  <a:pt x="189380" y="5786"/>
                </a:lnTo>
                <a:lnTo>
                  <a:pt x="214884" y="0"/>
                </a:lnTo>
                <a:lnTo>
                  <a:pt x="221718" y="285"/>
                </a:lnTo>
                <a:lnTo>
                  <a:pt x="260604" y="18288"/>
                </a:lnTo>
                <a:lnTo>
                  <a:pt x="276225" y="59817"/>
                </a:lnTo>
                <a:lnTo>
                  <a:pt x="277368" y="79248"/>
                </a:lnTo>
                <a:lnTo>
                  <a:pt x="277368" y="21945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" name="object 47"/>
          <p:cNvSpPr/>
          <p:nvPr/>
        </p:nvSpPr>
        <p:spPr>
          <a:xfrm>
            <a:off x="3555491" y="4416551"/>
            <a:ext cx="314325" cy="352425"/>
          </a:xfrm>
          <a:custGeom>
            <a:avLst/>
            <a:gdLst/>
            <a:ahLst/>
            <a:cxnLst/>
            <a:rect l="l" t="t" r="r" b="b"/>
            <a:pathLst>
              <a:path w="314325" h="352425">
                <a:moveTo>
                  <a:pt x="47244" y="79248"/>
                </a:moveTo>
                <a:lnTo>
                  <a:pt x="38100" y="79248"/>
                </a:lnTo>
                <a:lnTo>
                  <a:pt x="45005" y="54649"/>
                </a:lnTo>
                <a:lnTo>
                  <a:pt x="49911" y="33337"/>
                </a:lnTo>
                <a:lnTo>
                  <a:pt x="53101" y="15168"/>
                </a:lnTo>
                <a:lnTo>
                  <a:pt x="54864" y="0"/>
                </a:lnTo>
                <a:lnTo>
                  <a:pt x="88392" y="18288"/>
                </a:lnTo>
                <a:lnTo>
                  <a:pt x="79819" y="24598"/>
                </a:lnTo>
                <a:lnTo>
                  <a:pt x="70104" y="36766"/>
                </a:lnTo>
                <a:lnTo>
                  <a:pt x="59245" y="54935"/>
                </a:lnTo>
                <a:lnTo>
                  <a:pt x="47244" y="79248"/>
                </a:lnTo>
                <a:close/>
              </a:path>
              <a:path w="314325" h="352425">
                <a:moveTo>
                  <a:pt x="129540" y="167640"/>
                </a:moveTo>
                <a:lnTo>
                  <a:pt x="124968" y="164592"/>
                </a:lnTo>
                <a:lnTo>
                  <a:pt x="140065" y="141160"/>
                </a:lnTo>
                <a:lnTo>
                  <a:pt x="153162" y="118872"/>
                </a:lnTo>
                <a:lnTo>
                  <a:pt x="172212" y="77724"/>
                </a:lnTo>
                <a:lnTo>
                  <a:pt x="185928" y="39052"/>
                </a:lnTo>
                <a:lnTo>
                  <a:pt x="195072" y="1524"/>
                </a:lnTo>
                <a:lnTo>
                  <a:pt x="228600" y="21336"/>
                </a:lnTo>
                <a:lnTo>
                  <a:pt x="222003" y="27884"/>
                </a:lnTo>
                <a:lnTo>
                  <a:pt x="213550" y="40576"/>
                </a:lnTo>
                <a:lnTo>
                  <a:pt x="203096" y="59269"/>
                </a:lnTo>
                <a:lnTo>
                  <a:pt x="190500" y="83820"/>
                </a:lnTo>
                <a:lnTo>
                  <a:pt x="307848" y="83820"/>
                </a:lnTo>
                <a:lnTo>
                  <a:pt x="313943" y="89916"/>
                </a:lnTo>
                <a:lnTo>
                  <a:pt x="310025" y="92964"/>
                </a:lnTo>
                <a:lnTo>
                  <a:pt x="187452" y="92964"/>
                </a:lnTo>
                <a:lnTo>
                  <a:pt x="173688" y="114061"/>
                </a:lnTo>
                <a:lnTo>
                  <a:pt x="159639" y="133731"/>
                </a:lnTo>
                <a:lnTo>
                  <a:pt x="145018" y="151685"/>
                </a:lnTo>
                <a:lnTo>
                  <a:pt x="129540" y="167640"/>
                </a:lnTo>
                <a:close/>
              </a:path>
              <a:path w="314325" h="352425">
                <a:moveTo>
                  <a:pt x="128016" y="79248"/>
                </a:moveTo>
                <a:lnTo>
                  <a:pt x="97536" y="79248"/>
                </a:lnTo>
                <a:lnTo>
                  <a:pt x="112776" y="64008"/>
                </a:lnTo>
                <a:lnTo>
                  <a:pt x="128016" y="79248"/>
                </a:lnTo>
                <a:close/>
              </a:path>
              <a:path w="314325" h="352425">
                <a:moveTo>
                  <a:pt x="0" y="348996"/>
                </a:moveTo>
                <a:lnTo>
                  <a:pt x="833" y="315468"/>
                </a:lnTo>
                <a:lnTo>
                  <a:pt x="915" y="310896"/>
                </a:lnTo>
                <a:lnTo>
                  <a:pt x="1333" y="278130"/>
                </a:lnTo>
                <a:lnTo>
                  <a:pt x="1423" y="155448"/>
                </a:lnTo>
                <a:lnTo>
                  <a:pt x="1299" y="133731"/>
                </a:lnTo>
                <a:lnTo>
                  <a:pt x="881" y="100965"/>
                </a:lnTo>
                <a:lnTo>
                  <a:pt x="0" y="65532"/>
                </a:lnTo>
                <a:lnTo>
                  <a:pt x="22860" y="79248"/>
                </a:lnTo>
                <a:lnTo>
                  <a:pt x="128016" y="79248"/>
                </a:lnTo>
                <a:lnTo>
                  <a:pt x="135636" y="86868"/>
                </a:lnTo>
                <a:lnTo>
                  <a:pt x="133458" y="88392"/>
                </a:lnTo>
                <a:lnTo>
                  <a:pt x="21336" y="88392"/>
                </a:lnTo>
                <a:lnTo>
                  <a:pt x="21336" y="185928"/>
                </a:lnTo>
                <a:lnTo>
                  <a:pt x="120701" y="185928"/>
                </a:lnTo>
                <a:lnTo>
                  <a:pt x="120762" y="195072"/>
                </a:lnTo>
                <a:lnTo>
                  <a:pt x="21336" y="195072"/>
                </a:lnTo>
                <a:lnTo>
                  <a:pt x="21336" y="301752"/>
                </a:lnTo>
                <a:lnTo>
                  <a:pt x="121740" y="301752"/>
                </a:lnTo>
                <a:lnTo>
                  <a:pt x="121803" y="310896"/>
                </a:lnTo>
                <a:lnTo>
                  <a:pt x="21336" y="310896"/>
                </a:lnTo>
                <a:lnTo>
                  <a:pt x="21336" y="336804"/>
                </a:lnTo>
                <a:lnTo>
                  <a:pt x="0" y="348996"/>
                </a:lnTo>
                <a:close/>
              </a:path>
              <a:path w="314325" h="352425">
                <a:moveTo>
                  <a:pt x="307848" y="83820"/>
                </a:moveTo>
                <a:lnTo>
                  <a:pt x="274319" y="83820"/>
                </a:lnTo>
                <a:lnTo>
                  <a:pt x="291084" y="67056"/>
                </a:lnTo>
                <a:lnTo>
                  <a:pt x="307848" y="83820"/>
                </a:lnTo>
                <a:close/>
              </a:path>
              <a:path w="314325" h="352425">
                <a:moveTo>
                  <a:pt x="120701" y="185928"/>
                </a:moveTo>
                <a:lnTo>
                  <a:pt x="100584" y="185928"/>
                </a:lnTo>
                <a:lnTo>
                  <a:pt x="100584" y="88392"/>
                </a:lnTo>
                <a:lnTo>
                  <a:pt x="133458" y="88392"/>
                </a:lnTo>
                <a:lnTo>
                  <a:pt x="120396" y="97536"/>
                </a:lnTo>
                <a:lnTo>
                  <a:pt x="120500" y="141160"/>
                </a:lnTo>
                <a:lnTo>
                  <a:pt x="120607" y="171831"/>
                </a:lnTo>
                <a:lnTo>
                  <a:pt x="120701" y="185928"/>
                </a:lnTo>
                <a:close/>
              </a:path>
              <a:path w="314325" h="352425">
                <a:moveTo>
                  <a:pt x="287603" y="315468"/>
                </a:moveTo>
                <a:lnTo>
                  <a:pt x="248412" y="315468"/>
                </a:lnTo>
                <a:lnTo>
                  <a:pt x="256460" y="313991"/>
                </a:lnTo>
                <a:lnTo>
                  <a:pt x="262509" y="309372"/>
                </a:lnTo>
                <a:lnTo>
                  <a:pt x="271795" y="267843"/>
                </a:lnTo>
                <a:lnTo>
                  <a:pt x="273558" y="227838"/>
                </a:lnTo>
                <a:lnTo>
                  <a:pt x="275475" y="163734"/>
                </a:lnTo>
                <a:lnTo>
                  <a:pt x="277367" y="92964"/>
                </a:lnTo>
                <a:lnTo>
                  <a:pt x="310025" y="92964"/>
                </a:lnTo>
                <a:lnTo>
                  <a:pt x="300228" y="100584"/>
                </a:lnTo>
                <a:lnTo>
                  <a:pt x="297942" y="180046"/>
                </a:lnTo>
                <a:lnTo>
                  <a:pt x="295656" y="240220"/>
                </a:lnTo>
                <a:lnTo>
                  <a:pt x="293370" y="281249"/>
                </a:lnTo>
                <a:lnTo>
                  <a:pt x="291084" y="303275"/>
                </a:lnTo>
                <a:lnTo>
                  <a:pt x="288350" y="313563"/>
                </a:lnTo>
                <a:lnTo>
                  <a:pt x="288214" y="313991"/>
                </a:lnTo>
                <a:lnTo>
                  <a:pt x="287603" y="315468"/>
                </a:lnTo>
                <a:close/>
              </a:path>
              <a:path w="314325" h="352425">
                <a:moveTo>
                  <a:pt x="204216" y="236220"/>
                </a:moveTo>
                <a:lnTo>
                  <a:pt x="198119" y="236220"/>
                </a:lnTo>
                <a:lnTo>
                  <a:pt x="195072" y="230124"/>
                </a:lnTo>
                <a:lnTo>
                  <a:pt x="192024" y="214884"/>
                </a:lnTo>
                <a:lnTo>
                  <a:pt x="188595" y="200025"/>
                </a:lnTo>
                <a:lnTo>
                  <a:pt x="182880" y="185166"/>
                </a:lnTo>
                <a:lnTo>
                  <a:pt x="174879" y="170307"/>
                </a:lnTo>
                <a:lnTo>
                  <a:pt x="164592" y="155448"/>
                </a:lnTo>
                <a:lnTo>
                  <a:pt x="167640" y="150876"/>
                </a:lnTo>
                <a:lnTo>
                  <a:pt x="184165" y="163734"/>
                </a:lnTo>
                <a:lnTo>
                  <a:pt x="196977" y="174879"/>
                </a:lnTo>
                <a:lnTo>
                  <a:pt x="205787" y="184308"/>
                </a:lnTo>
                <a:lnTo>
                  <a:pt x="210312" y="192024"/>
                </a:lnTo>
                <a:lnTo>
                  <a:pt x="214884" y="199644"/>
                </a:lnTo>
                <a:lnTo>
                  <a:pt x="216408" y="205740"/>
                </a:lnTo>
                <a:lnTo>
                  <a:pt x="216408" y="217932"/>
                </a:lnTo>
                <a:lnTo>
                  <a:pt x="214884" y="224028"/>
                </a:lnTo>
                <a:lnTo>
                  <a:pt x="210312" y="228600"/>
                </a:lnTo>
                <a:lnTo>
                  <a:pt x="207264" y="233172"/>
                </a:lnTo>
                <a:lnTo>
                  <a:pt x="204216" y="236220"/>
                </a:lnTo>
                <a:close/>
              </a:path>
              <a:path w="314325" h="352425">
                <a:moveTo>
                  <a:pt x="121740" y="301752"/>
                </a:moveTo>
                <a:lnTo>
                  <a:pt x="100584" y="301752"/>
                </a:lnTo>
                <a:lnTo>
                  <a:pt x="100584" y="195072"/>
                </a:lnTo>
                <a:lnTo>
                  <a:pt x="120762" y="195072"/>
                </a:lnTo>
                <a:lnTo>
                  <a:pt x="120968" y="224028"/>
                </a:lnTo>
                <a:lnTo>
                  <a:pt x="121740" y="301752"/>
                </a:lnTo>
                <a:close/>
              </a:path>
              <a:path w="314325" h="352425">
                <a:moveTo>
                  <a:pt x="243840" y="352044"/>
                </a:moveTo>
                <a:lnTo>
                  <a:pt x="238125" y="341185"/>
                </a:lnTo>
                <a:lnTo>
                  <a:pt x="227838" y="331470"/>
                </a:lnTo>
                <a:lnTo>
                  <a:pt x="212979" y="322897"/>
                </a:lnTo>
                <a:lnTo>
                  <a:pt x="193548" y="315468"/>
                </a:lnTo>
                <a:lnTo>
                  <a:pt x="193548" y="307848"/>
                </a:lnTo>
                <a:lnTo>
                  <a:pt x="211550" y="311610"/>
                </a:lnTo>
                <a:lnTo>
                  <a:pt x="226694" y="313944"/>
                </a:lnTo>
                <a:lnTo>
                  <a:pt x="238982" y="315134"/>
                </a:lnTo>
                <a:lnTo>
                  <a:pt x="248412" y="315468"/>
                </a:lnTo>
                <a:lnTo>
                  <a:pt x="287603" y="315468"/>
                </a:lnTo>
                <a:lnTo>
                  <a:pt x="284607" y="322707"/>
                </a:lnTo>
                <a:lnTo>
                  <a:pt x="254412" y="348353"/>
                </a:lnTo>
                <a:lnTo>
                  <a:pt x="243840" y="352044"/>
                </a:lnTo>
                <a:close/>
              </a:path>
              <a:path w="314325" h="352425">
                <a:moveTo>
                  <a:pt x="100584" y="342900"/>
                </a:moveTo>
                <a:lnTo>
                  <a:pt x="100584" y="310896"/>
                </a:lnTo>
                <a:lnTo>
                  <a:pt x="121803" y="310896"/>
                </a:lnTo>
                <a:lnTo>
                  <a:pt x="121920" y="330708"/>
                </a:lnTo>
                <a:lnTo>
                  <a:pt x="100584" y="34290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" name="object 48"/>
          <p:cNvSpPr/>
          <p:nvPr/>
        </p:nvSpPr>
        <p:spPr>
          <a:xfrm>
            <a:off x="3916679" y="4415028"/>
            <a:ext cx="353695" cy="358140"/>
          </a:xfrm>
          <a:custGeom>
            <a:avLst/>
            <a:gdLst/>
            <a:ahLst/>
            <a:cxnLst/>
            <a:rect l="l" t="t" r="r" b="b"/>
            <a:pathLst>
              <a:path w="353695" h="358139">
                <a:moveTo>
                  <a:pt x="163068" y="62484"/>
                </a:moveTo>
                <a:lnTo>
                  <a:pt x="137160" y="62484"/>
                </a:lnTo>
                <a:lnTo>
                  <a:pt x="144565" y="43934"/>
                </a:lnTo>
                <a:lnTo>
                  <a:pt x="150685" y="27241"/>
                </a:lnTo>
                <a:lnTo>
                  <a:pt x="155376" y="12549"/>
                </a:lnTo>
                <a:lnTo>
                  <a:pt x="158496" y="0"/>
                </a:lnTo>
                <a:lnTo>
                  <a:pt x="196596" y="21336"/>
                </a:lnTo>
                <a:lnTo>
                  <a:pt x="181356" y="27432"/>
                </a:lnTo>
                <a:lnTo>
                  <a:pt x="175926" y="37409"/>
                </a:lnTo>
                <a:lnTo>
                  <a:pt x="171069" y="46672"/>
                </a:lnTo>
                <a:lnTo>
                  <a:pt x="166782" y="55078"/>
                </a:lnTo>
                <a:lnTo>
                  <a:pt x="163068" y="62484"/>
                </a:lnTo>
                <a:close/>
              </a:path>
              <a:path w="353695" h="358139">
                <a:moveTo>
                  <a:pt x="13716" y="76200"/>
                </a:moveTo>
                <a:lnTo>
                  <a:pt x="0" y="62484"/>
                </a:lnTo>
                <a:lnTo>
                  <a:pt x="292608" y="62484"/>
                </a:lnTo>
                <a:lnTo>
                  <a:pt x="318515" y="36576"/>
                </a:lnTo>
                <a:lnTo>
                  <a:pt x="353568" y="71628"/>
                </a:lnTo>
                <a:lnTo>
                  <a:pt x="50292" y="71628"/>
                </a:lnTo>
                <a:lnTo>
                  <a:pt x="40290" y="71913"/>
                </a:lnTo>
                <a:lnTo>
                  <a:pt x="30861" y="72771"/>
                </a:lnTo>
                <a:lnTo>
                  <a:pt x="22002" y="74199"/>
                </a:lnTo>
                <a:lnTo>
                  <a:pt x="13716" y="76200"/>
                </a:lnTo>
                <a:close/>
              </a:path>
              <a:path w="353695" h="358139">
                <a:moveTo>
                  <a:pt x="4572" y="236220"/>
                </a:moveTo>
                <a:lnTo>
                  <a:pt x="0" y="231648"/>
                </a:lnTo>
                <a:lnTo>
                  <a:pt x="20216" y="214503"/>
                </a:lnTo>
                <a:lnTo>
                  <a:pt x="39433" y="197358"/>
                </a:lnTo>
                <a:lnTo>
                  <a:pt x="73152" y="163068"/>
                </a:lnTo>
                <a:lnTo>
                  <a:pt x="104203" y="121920"/>
                </a:lnTo>
                <a:lnTo>
                  <a:pt x="134112" y="71628"/>
                </a:lnTo>
                <a:lnTo>
                  <a:pt x="160020" y="71628"/>
                </a:lnTo>
                <a:lnTo>
                  <a:pt x="151757" y="86201"/>
                </a:lnTo>
                <a:lnTo>
                  <a:pt x="143065" y="100203"/>
                </a:lnTo>
                <a:lnTo>
                  <a:pt x="134088" y="113633"/>
                </a:lnTo>
                <a:lnTo>
                  <a:pt x="124968" y="126492"/>
                </a:lnTo>
                <a:lnTo>
                  <a:pt x="288153" y="126492"/>
                </a:lnTo>
                <a:lnTo>
                  <a:pt x="294132" y="131064"/>
                </a:lnTo>
                <a:lnTo>
                  <a:pt x="288253" y="135636"/>
                </a:lnTo>
                <a:lnTo>
                  <a:pt x="118872" y="135636"/>
                </a:lnTo>
                <a:lnTo>
                  <a:pt x="118872" y="160020"/>
                </a:lnTo>
                <a:lnTo>
                  <a:pt x="97536" y="160020"/>
                </a:lnTo>
                <a:lnTo>
                  <a:pt x="75509" y="181998"/>
                </a:lnTo>
                <a:lnTo>
                  <a:pt x="52768" y="202120"/>
                </a:lnTo>
                <a:lnTo>
                  <a:pt x="29170" y="220241"/>
                </a:lnTo>
                <a:lnTo>
                  <a:pt x="4572" y="236220"/>
                </a:lnTo>
                <a:close/>
              </a:path>
              <a:path w="353695" h="358139">
                <a:moveTo>
                  <a:pt x="288153" y="126492"/>
                </a:moveTo>
                <a:lnTo>
                  <a:pt x="256032" y="126492"/>
                </a:lnTo>
                <a:lnTo>
                  <a:pt x="268224" y="111252"/>
                </a:lnTo>
                <a:lnTo>
                  <a:pt x="288153" y="126492"/>
                </a:lnTo>
                <a:close/>
              </a:path>
              <a:path w="353695" h="358139">
                <a:moveTo>
                  <a:pt x="280415" y="188976"/>
                </a:moveTo>
                <a:lnTo>
                  <a:pt x="259080" y="188976"/>
                </a:lnTo>
                <a:lnTo>
                  <a:pt x="259080" y="135636"/>
                </a:lnTo>
                <a:lnTo>
                  <a:pt x="288253" y="135636"/>
                </a:lnTo>
                <a:lnTo>
                  <a:pt x="280415" y="141732"/>
                </a:lnTo>
                <a:lnTo>
                  <a:pt x="280415" y="188976"/>
                </a:lnTo>
                <a:close/>
              </a:path>
              <a:path w="353695" h="358139">
                <a:moveTo>
                  <a:pt x="96012" y="358140"/>
                </a:moveTo>
                <a:lnTo>
                  <a:pt x="96893" y="336399"/>
                </a:lnTo>
                <a:lnTo>
                  <a:pt x="97345" y="296227"/>
                </a:lnTo>
                <a:lnTo>
                  <a:pt x="97455" y="257556"/>
                </a:lnTo>
                <a:lnTo>
                  <a:pt x="97536" y="160020"/>
                </a:lnTo>
                <a:lnTo>
                  <a:pt x="118872" y="160020"/>
                </a:lnTo>
                <a:lnTo>
                  <a:pt x="118872" y="188976"/>
                </a:lnTo>
                <a:lnTo>
                  <a:pt x="280415" y="188976"/>
                </a:lnTo>
                <a:lnTo>
                  <a:pt x="280415" y="198120"/>
                </a:lnTo>
                <a:lnTo>
                  <a:pt x="118872" y="198120"/>
                </a:lnTo>
                <a:lnTo>
                  <a:pt x="118872" y="248412"/>
                </a:lnTo>
                <a:lnTo>
                  <a:pt x="280415" y="248412"/>
                </a:lnTo>
                <a:lnTo>
                  <a:pt x="280415" y="257556"/>
                </a:lnTo>
                <a:lnTo>
                  <a:pt x="118872" y="257556"/>
                </a:lnTo>
                <a:lnTo>
                  <a:pt x="118872" y="344424"/>
                </a:lnTo>
                <a:lnTo>
                  <a:pt x="96012" y="358140"/>
                </a:lnTo>
                <a:close/>
              </a:path>
              <a:path w="353695" h="358139">
                <a:moveTo>
                  <a:pt x="280415" y="248412"/>
                </a:moveTo>
                <a:lnTo>
                  <a:pt x="259080" y="248412"/>
                </a:lnTo>
                <a:lnTo>
                  <a:pt x="259080" y="198120"/>
                </a:lnTo>
                <a:lnTo>
                  <a:pt x="280415" y="198120"/>
                </a:lnTo>
                <a:lnTo>
                  <a:pt x="280415" y="248412"/>
                </a:lnTo>
                <a:close/>
              </a:path>
              <a:path w="353695" h="358139">
                <a:moveTo>
                  <a:pt x="279889" y="324612"/>
                </a:moveTo>
                <a:lnTo>
                  <a:pt x="254508" y="324612"/>
                </a:lnTo>
                <a:lnTo>
                  <a:pt x="259080" y="320040"/>
                </a:lnTo>
                <a:lnTo>
                  <a:pt x="259080" y="257556"/>
                </a:lnTo>
                <a:lnTo>
                  <a:pt x="280415" y="257556"/>
                </a:lnTo>
                <a:lnTo>
                  <a:pt x="280333" y="322040"/>
                </a:lnTo>
                <a:lnTo>
                  <a:pt x="279889" y="324612"/>
                </a:lnTo>
                <a:close/>
              </a:path>
              <a:path w="353695" h="358139">
                <a:moveTo>
                  <a:pt x="246888" y="358140"/>
                </a:moveTo>
                <a:lnTo>
                  <a:pt x="245173" y="349519"/>
                </a:lnTo>
                <a:lnTo>
                  <a:pt x="237744" y="341757"/>
                </a:lnTo>
                <a:lnTo>
                  <a:pt x="224599" y="334565"/>
                </a:lnTo>
                <a:lnTo>
                  <a:pt x="205740" y="327660"/>
                </a:lnTo>
                <a:lnTo>
                  <a:pt x="205740" y="320040"/>
                </a:lnTo>
                <a:lnTo>
                  <a:pt x="217717" y="322040"/>
                </a:lnTo>
                <a:lnTo>
                  <a:pt x="228409" y="323469"/>
                </a:lnTo>
                <a:lnTo>
                  <a:pt x="237672" y="324326"/>
                </a:lnTo>
                <a:lnTo>
                  <a:pt x="245364" y="324612"/>
                </a:lnTo>
                <a:lnTo>
                  <a:pt x="279889" y="324612"/>
                </a:lnTo>
                <a:lnTo>
                  <a:pt x="278391" y="333279"/>
                </a:lnTo>
                <a:lnTo>
                  <a:pt x="272224" y="343281"/>
                </a:lnTo>
                <a:lnTo>
                  <a:pt x="261770" y="351567"/>
                </a:lnTo>
                <a:lnTo>
                  <a:pt x="246888" y="35814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" name="object 49"/>
          <p:cNvSpPr/>
          <p:nvPr/>
        </p:nvSpPr>
        <p:spPr>
          <a:xfrm>
            <a:off x="4315955" y="4415027"/>
            <a:ext cx="1117600" cy="360045"/>
          </a:xfrm>
          <a:custGeom>
            <a:avLst/>
            <a:gdLst/>
            <a:ahLst/>
            <a:cxnLst/>
            <a:rect l="l" t="t" r="r" b="b"/>
            <a:pathLst>
              <a:path w="1117600" h="360045">
                <a:moveTo>
                  <a:pt x="91440" y="115824"/>
                </a:moveTo>
                <a:lnTo>
                  <a:pt x="62484" y="96012"/>
                </a:lnTo>
                <a:lnTo>
                  <a:pt x="50152" y="124904"/>
                </a:lnTo>
                <a:lnTo>
                  <a:pt x="35814" y="152209"/>
                </a:lnTo>
                <a:lnTo>
                  <a:pt x="19202" y="178104"/>
                </a:lnTo>
                <a:lnTo>
                  <a:pt x="0" y="202692"/>
                </a:lnTo>
                <a:lnTo>
                  <a:pt x="4572" y="205740"/>
                </a:lnTo>
                <a:lnTo>
                  <a:pt x="19380" y="192697"/>
                </a:lnTo>
                <a:lnTo>
                  <a:pt x="36576" y="174117"/>
                </a:lnTo>
                <a:lnTo>
                  <a:pt x="56007" y="150456"/>
                </a:lnTo>
                <a:lnTo>
                  <a:pt x="77724" y="121920"/>
                </a:lnTo>
                <a:lnTo>
                  <a:pt x="91440" y="115824"/>
                </a:lnTo>
                <a:close/>
              </a:path>
              <a:path w="1117600" h="360045">
                <a:moveTo>
                  <a:pt x="160020" y="284988"/>
                </a:moveTo>
                <a:lnTo>
                  <a:pt x="156972" y="275844"/>
                </a:lnTo>
                <a:lnTo>
                  <a:pt x="149352" y="268224"/>
                </a:lnTo>
                <a:lnTo>
                  <a:pt x="143687" y="261035"/>
                </a:lnTo>
                <a:lnTo>
                  <a:pt x="136017" y="252984"/>
                </a:lnTo>
                <a:lnTo>
                  <a:pt x="131368" y="248412"/>
                </a:lnTo>
                <a:lnTo>
                  <a:pt x="115824" y="233172"/>
                </a:lnTo>
                <a:lnTo>
                  <a:pt x="122504" y="220980"/>
                </a:lnTo>
                <a:lnTo>
                  <a:pt x="127546" y="211797"/>
                </a:lnTo>
                <a:lnTo>
                  <a:pt x="137541" y="195834"/>
                </a:lnTo>
                <a:lnTo>
                  <a:pt x="145834" y="185597"/>
                </a:lnTo>
                <a:lnTo>
                  <a:pt x="152400" y="181356"/>
                </a:lnTo>
                <a:lnTo>
                  <a:pt x="124968" y="158496"/>
                </a:lnTo>
                <a:lnTo>
                  <a:pt x="121831" y="171691"/>
                </a:lnTo>
                <a:lnTo>
                  <a:pt x="116967" y="186309"/>
                </a:lnTo>
                <a:lnTo>
                  <a:pt x="110401" y="202653"/>
                </a:lnTo>
                <a:lnTo>
                  <a:pt x="102108" y="220980"/>
                </a:lnTo>
                <a:lnTo>
                  <a:pt x="89535" y="210985"/>
                </a:lnTo>
                <a:lnTo>
                  <a:pt x="76962" y="201549"/>
                </a:lnTo>
                <a:lnTo>
                  <a:pt x="64389" y="192697"/>
                </a:lnTo>
                <a:lnTo>
                  <a:pt x="51816" y="184404"/>
                </a:lnTo>
                <a:lnTo>
                  <a:pt x="48768" y="188976"/>
                </a:lnTo>
                <a:lnTo>
                  <a:pt x="94488" y="234696"/>
                </a:lnTo>
                <a:lnTo>
                  <a:pt x="73329" y="267271"/>
                </a:lnTo>
                <a:lnTo>
                  <a:pt x="50863" y="296418"/>
                </a:lnTo>
                <a:lnTo>
                  <a:pt x="26987" y="322135"/>
                </a:lnTo>
                <a:lnTo>
                  <a:pt x="1524" y="344424"/>
                </a:lnTo>
                <a:lnTo>
                  <a:pt x="4572" y="348996"/>
                </a:lnTo>
                <a:lnTo>
                  <a:pt x="32321" y="329857"/>
                </a:lnTo>
                <a:lnTo>
                  <a:pt x="58483" y="306705"/>
                </a:lnTo>
                <a:lnTo>
                  <a:pt x="83235" y="279565"/>
                </a:lnTo>
                <a:lnTo>
                  <a:pt x="106680" y="248412"/>
                </a:lnTo>
                <a:lnTo>
                  <a:pt x="117284" y="262699"/>
                </a:lnTo>
                <a:lnTo>
                  <a:pt x="126301" y="275844"/>
                </a:lnTo>
                <a:lnTo>
                  <a:pt x="133908" y="287845"/>
                </a:lnTo>
                <a:lnTo>
                  <a:pt x="140208" y="298704"/>
                </a:lnTo>
                <a:lnTo>
                  <a:pt x="144780" y="309372"/>
                </a:lnTo>
                <a:lnTo>
                  <a:pt x="147828" y="313944"/>
                </a:lnTo>
                <a:lnTo>
                  <a:pt x="152400" y="313944"/>
                </a:lnTo>
                <a:lnTo>
                  <a:pt x="153924" y="310896"/>
                </a:lnTo>
                <a:lnTo>
                  <a:pt x="155448" y="306324"/>
                </a:lnTo>
                <a:lnTo>
                  <a:pt x="158496" y="300228"/>
                </a:lnTo>
                <a:lnTo>
                  <a:pt x="160020" y="295656"/>
                </a:lnTo>
                <a:lnTo>
                  <a:pt x="160020" y="284988"/>
                </a:lnTo>
                <a:close/>
              </a:path>
              <a:path w="1117600" h="360045">
                <a:moveTo>
                  <a:pt x="173736" y="134112"/>
                </a:moveTo>
                <a:lnTo>
                  <a:pt x="133718" y="104990"/>
                </a:lnTo>
                <a:lnTo>
                  <a:pt x="118872" y="97536"/>
                </a:lnTo>
                <a:lnTo>
                  <a:pt x="115824" y="102108"/>
                </a:lnTo>
                <a:lnTo>
                  <a:pt x="127546" y="114668"/>
                </a:lnTo>
                <a:lnTo>
                  <a:pt x="137541" y="127063"/>
                </a:lnTo>
                <a:lnTo>
                  <a:pt x="145834" y="139192"/>
                </a:lnTo>
                <a:lnTo>
                  <a:pt x="152400" y="150876"/>
                </a:lnTo>
                <a:lnTo>
                  <a:pt x="156972" y="160020"/>
                </a:lnTo>
                <a:lnTo>
                  <a:pt x="160020" y="164592"/>
                </a:lnTo>
                <a:lnTo>
                  <a:pt x="164592" y="164592"/>
                </a:lnTo>
                <a:lnTo>
                  <a:pt x="167640" y="161544"/>
                </a:lnTo>
                <a:lnTo>
                  <a:pt x="169164" y="155448"/>
                </a:lnTo>
                <a:lnTo>
                  <a:pt x="172212" y="149352"/>
                </a:lnTo>
                <a:lnTo>
                  <a:pt x="173736" y="144780"/>
                </a:lnTo>
                <a:lnTo>
                  <a:pt x="173736" y="134112"/>
                </a:lnTo>
                <a:close/>
              </a:path>
              <a:path w="1117600" h="360045">
                <a:moveTo>
                  <a:pt x="195072" y="83820"/>
                </a:moveTo>
                <a:lnTo>
                  <a:pt x="167640" y="56388"/>
                </a:lnTo>
                <a:lnTo>
                  <a:pt x="149352" y="74676"/>
                </a:lnTo>
                <a:lnTo>
                  <a:pt x="109728" y="74676"/>
                </a:lnTo>
                <a:lnTo>
                  <a:pt x="115824" y="67056"/>
                </a:lnTo>
                <a:lnTo>
                  <a:pt x="118872" y="60960"/>
                </a:lnTo>
                <a:lnTo>
                  <a:pt x="118872" y="48768"/>
                </a:lnTo>
                <a:lnTo>
                  <a:pt x="92392" y="20955"/>
                </a:lnTo>
                <a:lnTo>
                  <a:pt x="68580" y="6096"/>
                </a:lnTo>
                <a:lnTo>
                  <a:pt x="64008" y="9144"/>
                </a:lnTo>
                <a:lnTo>
                  <a:pt x="71437" y="19151"/>
                </a:lnTo>
                <a:lnTo>
                  <a:pt x="77724" y="28575"/>
                </a:lnTo>
                <a:lnTo>
                  <a:pt x="94589" y="67589"/>
                </a:lnTo>
                <a:lnTo>
                  <a:pt x="96012" y="74676"/>
                </a:lnTo>
                <a:lnTo>
                  <a:pt x="10668" y="74676"/>
                </a:lnTo>
                <a:lnTo>
                  <a:pt x="24384" y="88392"/>
                </a:lnTo>
                <a:lnTo>
                  <a:pt x="32677" y="86398"/>
                </a:lnTo>
                <a:lnTo>
                  <a:pt x="41529" y="84963"/>
                </a:lnTo>
                <a:lnTo>
                  <a:pt x="50965" y="84112"/>
                </a:lnTo>
                <a:lnTo>
                  <a:pt x="60960" y="83820"/>
                </a:lnTo>
                <a:lnTo>
                  <a:pt x="195072" y="83820"/>
                </a:lnTo>
                <a:close/>
              </a:path>
              <a:path w="1117600" h="360045">
                <a:moveTo>
                  <a:pt x="348996" y="106680"/>
                </a:moveTo>
                <a:lnTo>
                  <a:pt x="339852" y="97536"/>
                </a:lnTo>
                <a:lnTo>
                  <a:pt x="321564" y="79248"/>
                </a:lnTo>
                <a:lnTo>
                  <a:pt x="303276" y="97536"/>
                </a:lnTo>
                <a:lnTo>
                  <a:pt x="288036" y="97536"/>
                </a:lnTo>
                <a:lnTo>
                  <a:pt x="288036" y="106680"/>
                </a:lnTo>
                <a:lnTo>
                  <a:pt x="281470" y="146951"/>
                </a:lnTo>
                <a:lnTo>
                  <a:pt x="273177" y="183070"/>
                </a:lnTo>
                <a:lnTo>
                  <a:pt x="263182" y="214909"/>
                </a:lnTo>
                <a:lnTo>
                  <a:pt x="251460" y="242316"/>
                </a:lnTo>
                <a:lnTo>
                  <a:pt x="240626" y="216865"/>
                </a:lnTo>
                <a:lnTo>
                  <a:pt x="231076" y="188404"/>
                </a:lnTo>
                <a:lnTo>
                  <a:pt x="222961" y="156806"/>
                </a:lnTo>
                <a:lnTo>
                  <a:pt x="218706" y="134112"/>
                </a:lnTo>
                <a:lnTo>
                  <a:pt x="216408" y="121920"/>
                </a:lnTo>
                <a:lnTo>
                  <a:pt x="222504" y="106680"/>
                </a:lnTo>
                <a:lnTo>
                  <a:pt x="288036" y="106680"/>
                </a:lnTo>
                <a:lnTo>
                  <a:pt x="288036" y="97536"/>
                </a:lnTo>
                <a:lnTo>
                  <a:pt x="225552" y="97536"/>
                </a:lnTo>
                <a:lnTo>
                  <a:pt x="234962" y="72085"/>
                </a:lnTo>
                <a:lnTo>
                  <a:pt x="251460" y="32004"/>
                </a:lnTo>
                <a:lnTo>
                  <a:pt x="266700" y="18288"/>
                </a:lnTo>
                <a:lnTo>
                  <a:pt x="230124" y="0"/>
                </a:lnTo>
                <a:lnTo>
                  <a:pt x="218440" y="55778"/>
                </a:lnTo>
                <a:lnTo>
                  <a:pt x="204025" y="106680"/>
                </a:lnTo>
                <a:lnTo>
                  <a:pt x="187058" y="153022"/>
                </a:lnTo>
                <a:lnTo>
                  <a:pt x="167640" y="195072"/>
                </a:lnTo>
                <a:lnTo>
                  <a:pt x="172212" y="198120"/>
                </a:lnTo>
                <a:lnTo>
                  <a:pt x="182245" y="184696"/>
                </a:lnTo>
                <a:lnTo>
                  <a:pt x="191833" y="169545"/>
                </a:lnTo>
                <a:lnTo>
                  <a:pt x="201155" y="152692"/>
                </a:lnTo>
                <a:lnTo>
                  <a:pt x="210312" y="134112"/>
                </a:lnTo>
                <a:lnTo>
                  <a:pt x="213766" y="165214"/>
                </a:lnTo>
                <a:lnTo>
                  <a:pt x="219646" y="196596"/>
                </a:lnTo>
                <a:lnTo>
                  <a:pt x="228104" y="227990"/>
                </a:lnTo>
                <a:lnTo>
                  <a:pt x="239268" y="259080"/>
                </a:lnTo>
                <a:lnTo>
                  <a:pt x="216433" y="285419"/>
                </a:lnTo>
                <a:lnTo>
                  <a:pt x="189166" y="309753"/>
                </a:lnTo>
                <a:lnTo>
                  <a:pt x="157619" y="332384"/>
                </a:lnTo>
                <a:lnTo>
                  <a:pt x="121920" y="353568"/>
                </a:lnTo>
                <a:lnTo>
                  <a:pt x="124968" y="358140"/>
                </a:lnTo>
                <a:lnTo>
                  <a:pt x="160121" y="341858"/>
                </a:lnTo>
                <a:lnTo>
                  <a:pt x="192405" y="322707"/>
                </a:lnTo>
                <a:lnTo>
                  <a:pt x="221843" y="300710"/>
                </a:lnTo>
                <a:lnTo>
                  <a:pt x="248412" y="275844"/>
                </a:lnTo>
                <a:lnTo>
                  <a:pt x="263804" y="299300"/>
                </a:lnTo>
                <a:lnTo>
                  <a:pt x="280035" y="319468"/>
                </a:lnTo>
                <a:lnTo>
                  <a:pt x="296849" y="336499"/>
                </a:lnTo>
                <a:lnTo>
                  <a:pt x="313944" y="350520"/>
                </a:lnTo>
                <a:lnTo>
                  <a:pt x="318541" y="344258"/>
                </a:lnTo>
                <a:lnTo>
                  <a:pt x="325564" y="339280"/>
                </a:lnTo>
                <a:lnTo>
                  <a:pt x="335165" y="335737"/>
                </a:lnTo>
                <a:lnTo>
                  <a:pt x="347472" y="333756"/>
                </a:lnTo>
                <a:lnTo>
                  <a:pt x="347472" y="327660"/>
                </a:lnTo>
                <a:lnTo>
                  <a:pt x="324929" y="321068"/>
                </a:lnTo>
                <a:lnTo>
                  <a:pt x="303085" y="308038"/>
                </a:lnTo>
                <a:lnTo>
                  <a:pt x="282117" y="288442"/>
                </a:lnTo>
                <a:lnTo>
                  <a:pt x="272554" y="275844"/>
                </a:lnTo>
                <a:lnTo>
                  <a:pt x="262128" y="262128"/>
                </a:lnTo>
                <a:lnTo>
                  <a:pt x="272135" y="242316"/>
                </a:lnTo>
                <a:lnTo>
                  <a:pt x="278726" y="229273"/>
                </a:lnTo>
                <a:lnTo>
                  <a:pt x="292036" y="192405"/>
                </a:lnTo>
                <a:lnTo>
                  <a:pt x="302209" y="151549"/>
                </a:lnTo>
                <a:lnTo>
                  <a:pt x="309372" y="106680"/>
                </a:lnTo>
                <a:lnTo>
                  <a:pt x="348996" y="106680"/>
                </a:lnTo>
                <a:close/>
              </a:path>
              <a:path w="1117600" h="360045">
                <a:moveTo>
                  <a:pt x="513588" y="22860"/>
                </a:moveTo>
                <a:lnTo>
                  <a:pt x="483108" y="1524"/>
                </a:lnTo>
                <a:lnTo>
                  <a:pt x="477164" y="19456"/>
                </a:lnTo>
                <a:lnTo>
                  <a:pt x="468630" y="40957"/>
                </a:lnTo>
                <a:lnTo>
                  <a:pt x="445008" y="92964"/>
                </a:lnTo>
                <a:lnTo>
                  <a:pt x="415671" y="148018"/>
                </a:lnTo>
                <a:lnTo>
                  <a:pt x="384048" y="195072"/>
                </a:lnTo>
                <a:lnTo>
                  <a:pt x="388620" y="199644"/>
                </a:lnTo>
                <a:lnTo>
                  <a:pt x="400862" y="187642"/>
                </a:lnTo>
                <a:lnTo>
                  <a:pt x="414528" y="172212"/>
                </a:lnTo>
                <a:lnTo>
                  <a:pt x="429348" y="153352"/>
                </a:lnTo>
                <a:lnTo>
                  <a:pt x="445008" y="131064"/>
                </a:lnTo>
                <a:lnTo>
                  <a:pt x="444906" y="309499"/>
                </a:lnTo>
                <a:lnTo>
                  <a:pt x="444817" y="316992"/>
                </a:lnTo>
                <a:lnTo>
                  <a:pt x="444373" y="336473"/>
                </a:lnTo>
                <a:lnTo>
                  <a:pt x="443484" y="359664"/>
                </a:lnTo>
                <a:lnTo>
                  <a:pt x="469392" y="347472"/>
                </a:lnTo>
                <a:lnTo>
                  <a:pt x="468515" y="328041"/>
                </a:lnTo>
                <a:lnTo>
                  <a:pt x="468058" y="310896"/>
                </a:lnTo>
                <a:lnTo>
                  <a:pt x="467956" y="301396"/>
                </a:lnTo>
                <a:lnTo>
                  <a:pt x="467868" y="131064"/>
                </a:lnTo>
                <a:lnTo>
                  <a:pt x="467868" y="129540"/>
                </a:lnTo>
                <a:lnTo>
                  <a:pt x="480060" y="117348"/>
                </a:lnTo>
                <a:lnTo>
                  <a:pt x="458724" y="108204"/>
                </a:lnTo>
                <a:lnTo>
                  <a:pt x="468236" y="91020"/>
                </a:lnTo>
                <a:lnTo>
                  <a:pt x="476440" y="75819"/>
                </a:lnTo>
                <a:lnTo>
                  <a:pt x="483806" y="62344"/>
                </a:lnTo>
                <a:lnTo>
                  <a:pt x="490728" y="50292"/>
                </a:lnTo>
                <a:lnTo>
                  <a:pt x="496443" y="40005"/>
                </a:lnTo>
                <a:lnTo>
                  <a:pt x="502158" y="32004"/>
                </a:lnTo>
                <a:lnTo>
                  <a:pt x="507873" y="26289"/>
                </a:lnTo>
                <a:lnTo>
                  <a:pt x="513588" y="22860"/>
                </a:lnTo>
                <a:close/>
              </a:path>
              <a:path w="1117600" h="360045">
                <a:moveTo>
                  <a:pt x="563880" y="92964"/>
                </a:moveTo>
                <a:lnTo>
                  <a:pt x="560832" y="88392"/>
                </a:lnTo>
                <a:lnTo>
                  <a:pt x="556260" y="80772"/>
                </a:lnTo>
                <a:lnTo>
                  <a:pt x="550240" y="75349"/>
                </a:lnTo>
                <a:lnTo>
                  <a:pt x="541210" y="68199"/>
                </a:lnTo>
                <a:lnTo>
                  <a:pt x="529043" y="59347"/>
                </a:lnTo>
                <a:lnTo>
                  <a:pt x="513588" y="48768"/>
                </a:lnTo>
                <a:lnTo>
                  <a:pt x="509016" y="53340"/>
                </a:lnTo>
                <a:lnTo>
                  <a:pt x="520446" y="69392"/>
                </a:lnTo>
                <a:lnTo>
                  <a:pt x="529590" y="83439"/>
                </a:lnTo>
                <a:lnTo>
                  <a:pt x="536448" y="95783"/>
                </a:lnTo>
                <a:lnTo>
                  <a:pt x="541020" y="106680"/>
                </a:lnTo>
                <a:lnTo>
                  <a:pt x="542544" y="114300"/>
                </a:lnTo>
                <a:lnTo>
                  <a:pt x="545592" y="118872"/>
                </a:lnTo>
                <a:lnTo>
                  <a:pt x="551688" y="118872"/>
                </a:lnTo>
                <a:lnTo>
                  <a:pt x="554736" y="115824"/>
                </a:lnTo>
                <a:lnTo>
                  <a:pt x="557784" y="111252"/>
                </a:lnTo>
                <a:lnTo>
                  <a:pt x="562356" y="106680"/>
                </a:lnTo>
                <a:lnTo>
                  <a:pt x="563880" y="102108"/>
                </a:lnTo>
                <a:lnTo>
                  <a:pt x="563880" y="92964"/>
                </a:lnTo>
                <a:close/>
              </a:path>
              <a:path w="1117600" h="360045">
                <a:moveTo>
                  <a:pt x="701040" y="68580"/>
                </a:moveTo>
                <a:lnTo>
                  <a:pt x="672084" y="44196"/>
                </a:lnTo>
                <a:lnTo>
                  <a:pt x="666965" y="57556"/>
                </a:lnTo>
                <a:lnTo>
                  <a:pt x="658558" y="74485"/>
                </a:lnTo>
                <a:lnTo>
                  <a:pt x="647014" y="94564"/>
                </a:lnTo>
                <a:lnTo>
                  <a:pt x="632460" y="117348"/>
                </a:lnTo>
                <a:lnTo>
                  <a:pt x="637032" y="120396"/>
                </a:lnTo>
                <a:lnTo>
                  <a:pt x="645058" y="113258"/>
                </a:lnTo>
                <a:lnTo>
                  <a:pt x="653224" y="105537"/>
                </a:lnTo>
                <a:lnTo>
                  <a:pt x="661682" y="97256"/>
                </a:lnTo>
                <a:lnTo>
                  <a:pt x="678548" y="80378"/>
                </a:lnTo>
                <a:lnTo>
                  <a:pt x="686371" y="74485"/>
                </a:lnTo>
                <a:lnTo>
                  <a:pt x="693928" y="70612"/>
                </a:lnTo>
                <a:lnTo>
                  <a:pt x="701040" y="68580"/>
                </a:lnTo>
                <a:close/>
              </a:path>
              <a:path w="1117600" h="360045">
                <a:moveTo>
                  <a:pt x="739140" y="233172"/>
                </a:moveTo>
                <a:lnTo>
                  <a:pt x="710184" y="204216"/>
                </a:lnTo>
                <a:lnTo>
                  <a:pt x="690372" y="224028"/>
                </a:lnTo>
                <a:lnTo>
                  <a:pt x="611124" y="224028"/>
                </a:lnTo>
                <a:lnTo>
                  <a:pt x="611124" y="152400"/>
                </a:lnTo>
                <a:lnTo>
                  <a:pt x="714756" y="152400"/>
                </a:lnTo>
                <a:lnTo>
                  <a:pt x="687324" y="124968"/>
                </a:lnTo>
                <a:lnTo>
                  <a:pt x="669036" y="143256"/>
                </a:lnTo>
                <a:lnTo>
                  <a:pt x="611124" y="143256"/>
                </a:lnTo>
                <a:lnTo>
                  <a:pt x="611124" y="32004"/>
                </a:lnTo>
                <a:lnTo>
                  <a:pt x="624840" y="19812"/>
                </a:lnTo>
                <a:lnTo>
                  <a:pt x="588264" y="1524"/>
                </a:lnTo>
                <a:lnTo>
                  <a:pt x="588505" y="17551"/>
                </a:lnTo>
                <a:lnTo>
                  <a:pt x="589026" y="31432"/>
                </a:lnTo>
                <a:lnTo>
                  <a:pt x="589572" y="44196"/>
                </a:lnTo>
                <a:lnTo>
                  <a:pt x="589686" y="48768"/>
                </a:lnTo>
                <a:lnTo>
                  <a:pt x="589788" y="143256"/>
                </a:lnTo>
                <a:lnTo>
                  <a:pt x="496824" y="143256"/>
                </a:lnTo>
                <a:lnTo>
                  <a:pt x="510540" y="156972"/>
                </a:lnTo>
                <a:lnTo>
                  <a:pt x="518833" y="154978"/>
                </a:lnTo>
                <a:lnTo>
                  <a:pt x="527685" y="153543"/>
                </a:lnTo>
                <a:lnTo>
                  <a:pt x="537121" y="152692"/>
                </a:lnTo>
                <a:lnTo>
                  <a:pt x="547116" y="152400"/>
                </a:lnTo>
                <a:lnTo>
                  <a:pt x="589788" y="152400"/>
                </a:lnTo>
                <a:lnTo>
                  <a:pt x="589788" y="224028"/>
                </a:lnTo>
                <a:lnTo>
                  <a:pt x="477012" y="224028"/>
                </a:lnTo>
                <a:lnTo>
                  <a:pt x="490728" y="237744"/>
                </a:lnTo>
                <a:lnTo>
                  <a:pt x="499021" y="235750"/>
                </a:lnTo>
                <a:lnTo>
                  <a:pt x="507873" y="234315"/>
                </a:lnTo>
                <a:lnTo>
                  <a:pt x="517309" y="233464"/>
                </a:lnTo>
                <a:lnTo>
                  <a:pt x="527304" y="233172"/>
                </a:lnTo>
                <a:lnTo>
                  <a:pt x="589788" y="233172"/>
                </a:lnTo>
                <a:lnTo>
                  <a:pt x="589711" y="301396"/>
                </a:lnTo>
                <a:lnTo>
                  <a:pt x="589559" y="309499"/>
                </a:lnTo>
                <a:lnTo>
                  <a:pt x="589026" y="323659"/>
                </a:lnTo>
                <a:lnTo>
                  <a:pt x="588505" y="339839"/>
                </a:lnTo>
                <a:lnTo>
                  <a:pt x="588264" y="358140"/>
                </a:lnTo>
                <a:lnTo>
                  <a:pt x="612648" y="347472"/>
                </a:lnTo>
                <a:lnTo>
                  <a:pt x="611771" y="331736"/>
                </a:lnTo>
                <a:lnTo>
                  <a:pt x="611339" y="316992"/>
                </a:lnTo>
                <a:lnTo>
                  <a:pt x="611238" y="309499"/>
                </a:lnTo>
                <a:lnTo>
                  <a:pt x="611124" y="233172"/>
                </a:lnTo>
                <a:lnTo>
                  <a:pt x="739140" y="233172"/>
                </a:lnTo>
                <a:close/>
              </a:path>
              <a:path w="1117600" h="360045">
                <a:moveTo>
                  <a:pt x="896112" y="21336"/>
                </a:moveTo>
                <a:lnTo>
                  <a:pt x="862584" y="0"/>
                </a:lnTo>
                <a:lnTo>
                  <a:pt x="858278" y="16560"/>
                </a:lnTo>
                <a:lnTo>
                  <a:pt x="852106" y="36385"/>
                </a:lnTo>
                <a:lnTo>
                  <a:pt x="833628" y="85344"/>
                </a:lnTo>
                <a:lnTo>
                  <a:pt x="808863" y="141351"/>
                </a:lnTo>
                <a:lnTo>
                  <a:pt x="777240" y="195072"/>
                </a:lnTo>
                <a:lnTo>
                  <a:pt x="781812" y="198120"/>
                </a:lnTo>
                <a:lnTo>
                  <a:pt x="795794" y="182118"/>
                </a:lnTo>
                <a:lnTo>
                  <a:pt x="810196" y="163830"/>
                </a:lnTo>
                <a:lnTo>
                  <a:pt x="824890" y="143256"/>
                </a:lnTo>
                <a:lnTo>
                  <a:pt x="839724" y="120396"/>
                </a:lnTo>
                <a:lnTo>
                  <a:pt x="839673" y="280416"/>
                </a:lnTo>
                <a:lnTo>
                  <a:pt x="839495" y="290207"/>
                </a:lnTo>
                <a:lnTo>
                  <a:pt x="838962" y="308038"/>
                </a:lnTo>
                <a:lnTo>
                  <a:pt x="838441" y="330733"/>
                </a:lnTo>
                <a:lnTo>
                  <a:pt x="838200" y="358140"/>
                </a:lnTo>
                <a:lnTo>
                  <a:pt x="861060" y="342900"/>
                </a:lnTo>
                <a:lnTo>
                  <a:pt x="860183" y="326072"/>
                </a:lnTo>
                <a:lnTo>
                  <a:pt x="859726" y="309943"/>
                </a:lnTo>
                <a:lnTo>
                  <a:pt x="859561" y="294690"/>
                </a:lnTo>
                <a:lnTo>
                  <a:pt x="859536" y="120396"/>
                </a:lnTo>
                <a:lnTo>
                  <a:pt x="859536" y="117348"/>
                </a:lnTo>
                <a:lnTo>
                  <a:pt x="874776" y="106680"/>
                </a:lnTo>
                <a:lnTo>
                  <a:pt x="851916" y="94488"/>
                </a:lnTo>
                <a:lnTo>
                  <a:pt x="856449" y="83629"/>
                </a:lnTo>
                <a:lnTo>
                  <a:pt x="862965" y="69342"/>
                </a:lnTo>
                <a:lnTo>
                  <a:pt x="871207" y="51625"/>
                </a:lnTo>
                <a:lnTo>
                  <a:pt x="880872" y="30480"/>
                </a:lnTo>
                <a:lnTo>
                  <a:pt x="896112" y="21336"/>
                </a:lnTo>
                <a:close/>
              </a:path>
              <a:path w="1117600" h="360045">
                <a:moveTo>
                  <a:pt x="1094232" y="38100"/>
                </a:moveTo>
                <a:lnTo>
                  <a:pt x="1090422" y="35052"/>
                </a:lnTo>
                <a:lnTo>
                  <a:pt x="1071372" y="19812"/>
                </a:lnTo>
                <a:lnTo>
                  <a:pt x="1062228" y="32880"/>
                </a:lnTo>
                <a:lnTo>
                  <a:pt x="1062228" y="44196"/>
                </a:lnTo>
                <a:lnTo>
                  <a:pt x="1062228" y="128016"/>
                </a:lnTo>
                <a:lnTo>
                  <a:pt x="957072" y="128016"/>
                </a:lnTo>
                <a:lnTo>
                  <a:pt x="957072" y="44196"/>
                </a:lnTo>
                <a:lnTo>
                  <a:pt x="1062228" y="44196"/>
                </a:lnTo>
                <a:lnTo>
                  <a:pt x="1062228" y="32880"/>
                </a:lnTo>
                <a:lnTo>
                  <a:pt x="1060704" y="35052"/>
                </a:lnTo>
                <a:lnTo>
                  <a:pt x="957072" y="35052"/>
                </a:lnTo>
                <a:lnTo>
                  <a:pt x="935736" y="21336"/>
                </a:lnTo>
                <a:lnTo>
                  <a:pt x="936599" y="38100"/>
                </a:lnTo>
                <a:lnTo>
                  <a:pt x="937069" y="55626"/>
                </a:lnTo>
                <a:lnTo>
                  <a:pt x="937247" y="72771"/>
                </a:lnTo>
                <a:lnTo>
                  <a:pt x="937158" y="116382"/>
                </a:lnTo>
                <a:lnTo>
                  <a:pt x="937069" y="125158"/>
                </a:lnTo>
                <a:lnTo>
                  <a:pt x="936625" y="143281"/>
                </a:lnTo>
                <a:lnTo>
                  <a:pt x="935736" y="161544"/>
                </a:lnTo>
                <a:lnTo>
                  <a:pt x="957072" y="153924"/>
                </a:lnTo>
                <a:lnTo>
                  <a:pt x="957072" y="137160"/>
                </a:lnTo>
                <a:lnTo>
                  <a:pt x="1062228" y="137160"/>
                </a:lnTo>
                <a:lnTo>
                  <a:pt x="1062228" y="158496"/>
                </a:lnTo>
                <a:lnTo>
                  <a:pt x="1083564" y="150876"/>
                </a:lnTo>
                <a:lnTo>
                  <a:pt x="1083335" y="140906"/>
                </a:lnTo>
                <a:lnTo>
                  <a:pt x="1083157" y="137160"/>
                </a:lnTo>
                <a:lnTo>
                  <a:pt x="1082751" y="128016"/>
                </a:lnTo>
                <a:lnTo>
                  <a:pt x="1082281" y="116382"/>
                </a:lnTo>
                <a:lnTo>
                  <a:pt x="1082128" y="107327"/>
                </a:lnTo>
                <a:lnTo>
                  <a:pt x="1082040" y="48768"/>
                </a:lnTo>
                <a:lnTo>
                  <a:pt x="1087272" y="44196"/>
                </a:lnTo>
                <a:lnTo>
                  <a:pt x="1094232" y="38100"/>
                </a:lnTo>
                <a:close/>
              </a:path>
              <a:path w="1117600" h="360045">
                <a:moveTo>
                  <a:pt x="1117092" y="201168"/>
                </a:moveTo>
                <a:lnTo>
                  <a:pt x="1113116" y="198120"/>
                </a:lnTo>
                <a:lnTo>
                  <a:pt x="1091184" y="181356"/>
                </a:lnTo>
                <a:lnTo>
                  <a:pt x="1083564" y="193332"/>
                </a:lnTo>
                <a:lnTo>
                  <a:pt x="1083564" y="207264"/>
                </a:lnTo>
                <a:lnTo>
                  <a:pt x="1083564" y="301752"/>
                </a:lnTo>
                <a:lnTo>
                  <a:pt x="934212" y="301752"/>
                </a:lnTo>
                <a:lnTo>
                  <a:pt x="934212" y="207264"/>
                </a:lnTo>
                <a:lnTo>
                  <a:pt x="1083564" y="207264"/>
                </a:lnTo>
                <a:lnTo>
                  <a:pt x="1083564" y="193332"/>
                </a:lnTo>
                <a:lnTo>
                  <a:pt x="1080516" y="198120"/>
                </a:lnTo>
                <a:lnTo>
                  <a:pt x="934212" y="198120"/>
                </a:lnTo>
                <a:lnTo>
                  <a:pt x="911352" y="182880"/>
                </a:lnTo>
                <a:lnTo>
                  <a:pt x="912241" y="195986"/>
                </a:lnTo>
                <a:lnTo>
                  <a:pt x="912672" y="207264"/>
                </a:lnTo>
                <a:lnTo>
                  <a:pt x="912761" y="211836"/>
                </a:lnTo>
                <a:lnTo>
                  <a:pt x="912685" y="328041"/>
                </a:lnTo>
                <a:lnTo>
                  <a:pt x="912241" y="339191"/>
                </a:lnTo>
                <a:lnTo>
                  <a:pt x="911352" y="352044"/>
                </a:lnTo>
                <a:lnTo>
                  <a:pt x="934212" y="341376"/>
                </a:lnTo>
                <a:lnTo>
                  <a:pt x="934212" y="310896"/>
                </a:lnTo>
                <a:lnTo>
                  <a:pt x="1083564" y="310896"/>
                </a:lnTo>
                <a:lnTo>
                  <a:pt x="1083564" y="345948"/>
                </a:lnTo>
                <a:lnTo>
                  <a:pt x="1106424" y="336804"/>
                </a:lnTo>
                <a:lnTo>
                  <a:pt x="1106195" y="320827"/>
                </a:lnTo>
                <a:lnTo>
                  <a:pt x="1105865" y="310896"/>
                </a:lnTo>
                <a:lnTo>
                  <a:pt x="1105560" y="301752"/>
                </a:lnTo>
                <a:lnTo>
                  <a:pt x="1105141" y="289445"/>
                </a:lnTo>
                <a:lnTo>
                  <a:pt x="1104900" y="274320"/>
                </a:lnTo>
                <a:lnTo>
                  <a:pt x="1104900" y="211836"/>
                </a:lnTo>
                <a:lnTo>
                  <a:pt x="1110132" y="207264"/>
                </a:lnTo>
                <a:lnTo>
                  <a:pt x="1117092" y="20116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" name="object 50"/>
          <p:cNvSpPr/>
          <p:nvPr/>
        </p:nvSpPr>
        <p:spPr>
          <a:xfrm>
            <a:off x="5513832" y="4645152"/>
            <a:ext cx="60960" cy="105410"/>
          </a:xfrm>
          <a:custGeom>
            <a:avLst/>
            <a:gdLst/>
            <a:ahLst/>
            <a:cxnLst/>
            <a:rect l="l" t="t" r="r" b="b"/>
            <a:pathLst>
              <a:path w="60960" h="105410">
                <a:moveTo>
                  <a:pt x="3048" y="105156"/>
                </a:moveTo>
                <a:lnTo>
                  <a:pt x="0" y="105156"/>
                </a:lnTo>
                <a:lnTo>
                  <a:pt x="0" y="103632"/>
                </a:lnTo>
                <a:lnTo>
                  <a:pt x="4572" y="99060"/>
                </a:lnTo>
                <a:lnTo>
                  <a:pt x="10668" y="94488"/>
                </a:lnTo>
                <a:lnTo>
                  <a:pt x="15240" y="88392"/>
                </a:lnTo>
                <a:lnTo>
                  <a:pt x="25646" y="75366"/>
                </a:lnTo>
                <a:lnTo>
                  <a:pt x="29527" y="68389"/>
                </a:lnTo>
                <a:lnTo>
                  <a:pt x="33123" y="59983"/>
                </a:lnTo>
                <a:lnTo>
                  <a:pt x="36576" y="50292"/>
                </a:lnTo>
                <a:lnTo>
                  <a:pt x="27432" y="50292"/>
                </a:lnTo>
                <a:lnTo>
                  <a:pt x="19812" y="48768"/>
                </a:lnTo>
                <a:lnTo>
                  <a:pt x="16764" y="45720"/>
                </a:lnTo>
                <a:lnTo>
                  <a:pt x="12192" y="42672"/>
                </a:lnTo>
                <a:lnTo>
                  <a:pt x="9144" y="39624"/>
                </a:lnTo>
                <a:lnTo>
                  <a:pt x="7620" y="33528"/>
                </a:lnTo>
                <a:lnTo>
                  <a:pt x="6096" y="28956"/>
                </a:lnTo>
                <a:lnTo>
                  <a:pt x="6096" y="24384"/>
                </a:lnTo>
                <a:lnTo>
                  <a:pt x="7620" y="19812"/>
                </a:lnTo>
                <a:lnTo>
                  <a:pt x="7620" y="15240"/>
                </a:lnTo>
                <a:lnTo>
                  <a:pt x="12192" y="10668"/>
                </a:lnTo>
                <a:lnTo>
                  <a:pt x="24384" y="1524"/>
                </a:lnTo>
                <a:lnTo>
                  <a:pt x="32004" y="0"/>
                </a:lnTo>
                <a:lnTo>
                  <a:pt x="50292" y="3048"/>
                </a:lnTo>
                <a:lnTo>
                  <a:pt x="54864" y="7620"/>
                </a:lnTo>
                <a:lnTo>
                  <a:pt x="57912" y="13716"/>
                </a:lnTo>
                <a:lnTo>
                  <a:pt x="59436" y="18288"/>
                </a:lnTo>
                <a:lnTo>
                  <a:pt x="60960" y="24384"/>
                </a:lnTo>
                <a:lnTo>
                  <a:pt x="60960" y="35052"/>
                </a:lnTo>
                <a:lnTo>
                  <a:pt x="42457" y="76485"/>
                </a:lnTo>
                <a:lnTo>
                  <a:pt x="14263" y="102274"/>
                </a:lnTo>
                <a:lnTo>
                  <a:pt x="9144" y="103632"/>
                </a:lnTo>
                <a:lnTo>
                  <a:pt x="3048" y="10515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" name="object 51"/>
          <p:cNvSpPr/>
          <p:nvPr/>
        </p:nvSpPr>
        <p:spPr>
          <a:xfrm>
            <a:off x="5871972" y="4415040"/>
            <a:ext cx="1516380" cy="358140"/>
          </a:xfrm>
          <a:custGeom>
            <a:avLst/>
            <a:gdLst/>
            <a:ahLst/>
            <a:cxnLst/>
            <a:rect l="l" t="t" r="r" b="b"/>
            <a:pathLst>
              <a:path w="1516379" h="358139">
                <a:moveTo>
                  <a:pt x="358140" y="333743"/>
                </a:moveTo>
                <a:lnTo>
                  <a:pt x="323088" y="298691"/>
                </a:lnTo>
                <a:lnTo>
                  <a:pt x="297180" y="324599"/>
                </a:lnTo>
                <a:lnTo>
                  <a:pt x="274320" y="324599"/>
                </a:lnTo>
                <a:lnTo>
                  <a:pt x="274320" y="44183"/>
                </a:lnTo>
                <a:lnTo>
                  <a:pt x="279539" y="39611"/>
                </a:lnTo>
                <a:lnTo>
                  <a:pt x="286512" y="33515"/>
                </a:lnTo>
                <a:lnTo>
                  <a:pt x="282282" y="30467"/>
                </a:lnTo>
                <a:lnTo>
                  <a:pt x="259080" y="13703"/>
                </a:lnTo>
                <a:lnTo>
                  <a:pt x="251460" y="25679"/>
                </a:lnTo>
                <a:lnTo>
                  <a:pt x="251460" y="39611"/>
                </a:lnTo>
                <a:lnTo>
                  <a:pt x="251460" y="126479"/>
                </a:lnTo>
                <a:lnTo>
                  <a:pt x="251460" y="135623"/>
                </a:lnTo>
                <a:lnTo>
                  <a:pt x="251460" y="222491"/>
                </a:lnTo>
                <a:lnTo>
                  <a:pt x="251460" y="231635"/>
                </a:lnTo>
                <a:lnTo>
                  <a:pt x="251460" y="324599"/>
                </a:lnTo>
                <a:lnTo>
                  <a:pt x="114300" y="324599"/>
                </a:lnTo>
                <a:lnTo>
                  <a:pt x="114300" y="231635"/>
                </a:lnTo>
                <a:lnTo>
                  <a:pt x="251460" y="231635"/>
                </a:lnTo>
                <a:lnTo>
                  <a:pt x="251460" y="222491"/>
                </a:lnTo>
                <a:lnTo>
                  <a:pt x="114300" y="222491"/>
                </a:lnTo>
                <a:lnTo>
                  <a:pt x="114300" y="135623"/>
                </a:lnTo>
                <a:lnTo>
                  <a:pt x="251460" y="135623"/>
                </a:lnTo>
                <a:lnTo>
                  <a:pt x="251460" y="126479"/>
                </a:lnTo>
                <a:lnTo>
                  <a:pt x="114300" y="126479"/>
                </a:lnTo>
                <a:lnTo>
                  <a:pt x="114300" y="39611"/>
                </a:lnTo>
                <a:lnTo>
                  <a:pt x="251460" y="39611"/>
                </a:lnTo>
                <a:lnTo>
                  <a:pt x="251460" y="25679"/>
                </a:lnTo>
                <a:lnTo>
                  <a:pt x="248412" y="30467"/>
                </a:lnTo>
                <a:lnTo>
                  <a:pt x="114300" y="30467"/>
                </a:lnTo>
                <a:lnTo>
                  <a:pt x="88392" y="15227"/>
                </a:lnTo>
                <a:lnTo>
                  <a:pt x="89268" y="32423"/>
                </a:lnTo>
                <a:lnTo>
                  <a:pt x="89725" y="47612"/>
                </a:lnTo>
                <a:lnTo>
                  <a:pt x="89890" y="61099"/>
                </a:lnTo>
                <a:lnTo>
                  <a:pt x="89916" y="324599"/>
                </a:lnTo>
                <a:lnTo>
                  <a:pt x="0" y="324599"/>
                </a:lnTo>
                <a:lnTo>
                  <a:pt x="13716" y="338315"/>
                </a:lnTo>
                <a:lnTo>
                  <a:pt x="22860" y="336321"/>
                </a:lnTo>
                <a:lnTo>
                  <a:pt x="32004" y="334886"/>
                </a:lnTo>
                <a:lnTo>
                  <a:pt x="41148" y="334035"/>
                </a:lnTo>
                <a:lnTo>
                  <a:pt x="50292" y="333743"/>
                </a:lnTo>
                <a:lnTo>
                  <a:pt x="358140" y="333743"/>
                </a:lnTo>
                <a:close/>
              </a:path>
              <a:path w="1516379" h="358139">
                <a:moveTo>
                  <a:pt x="452615" y="146304"/>
                </a:moveTo>
                <a:lnTo>
                  <a:pt x="421525" y="108407"/>
                </a:lnTo>
                <a:lnTo>
                  <a:pt x="399275" y="97536"/>
                </a:lnTo>
                <a:lnTo>
                  <a:pt x="396227" y="102108"/>
                </a:lnTo>
                <a:lnTo>
                  <a:pt x="406806" y="115265"/>
                </a:lnTo>
                <a:lnTo>
                  <a:pt x="415582" y="127317"/>
                </a:lnTo>
                <a:lnTo>
                  <a:pt x="422795" y="138722"/>
                </a:lnTo>
                <a:lnTo>
                  <a:pt x="428231" y="149352"/>
                </a:lnTo>
                <a:lnTo>
                  <a:pt x="431279" y="160020"/>
                </a:lnTo>
                <a:lnTo>
                  <a:pt x="435851" y="164592"/>
                </a:lnTo>
                <a:lnTo>
                  <a:pt x="438899" y="164592"/>
                </a:lnTo>
                <a:lnTo>
                  <a:pt x="441947" y="163068"/>
                </a:lnTo>
                <a:lnTo>
                  <a:pt x="446519" y="158496"/>
                </a:lnTo>
                <a:lnTo>
                  <a:pt x="449567" y="153924"/>
                </a:lnTo>
                <a:lnTo>
                  <a:pt x="452615" y="146304"/>
                </a:lnTo>
                <a:close/>
              </a:path>
              <a:path w="1516379" h="358139">
                <a:moveTo>
                  <a:pt x="487667" y="51816"/>
                </a:moveTo>
                <a:lnTo>
                  <a:pt x="457187" y="23812"/>
                </a:lnTo>
                <a:lnTo>
                  <a:pt x="438899" y="15240"/>
                </a:lnTo>
                <a:lnTo>
                  <a:pt x="435851" y="19812"/>
                </a:lnTo>
                <a:lnTo>
                  <a:pt x="446189" y="33210"/>
                </a:lnTo>
                <a:lnTo>
                  <a:pt x="454520" y="45910"/>
                </a:lnTo>
                <a:lnTo>
                  <a:pt x="461149" y="57734"/>
                </a:lnTo>
                <a:lnTo>
                  <a:pt x="466331" y="68580"/>
                </a:lnTo>
                <a:lnTo>
                  <a:pt x="467855" y="76200"/>
                </a:lnTo>
                <a:lnTo>
                  <a:pt x="470903" y="80772"/>
                </a:lnTo>
                <a:lnTo>
                  <a:pt x="475475" y="80772"/>
                </a:lnTo>
                <a:lnTo>
                  <a:pt x="478523" y="77724"/>
                </a:lnTo>
                <a:lnTo>
                  <a:pt x="481571" y="71628"/>
                </a:lnTo>
                <a:lnTo>
                  <a:pt x="486143" y="65532"/>
                </a:lnTo>
                <a:lnTo>
                  <a:pt x="487667" y="59436"/>
                </a:lnTo>
                <a:lnTo>
                  <a:pt x="487667" y="51816"/>
                </a:lnTo>
                <a:close/>
              </a:path>
              <a:path w="1516379" h="358139">
                <a:moveTo>
                  <a:pt x="521195" y="70104"/>
                </a:moveTo>
                <a:lnTo>
                  <a:pt x="515099" y="68580"/>
                </a:lnTo>
                <a:lnTo>
                  <a:pt x="490524" y="134556"/>
                </a:lnTo>
                <a:lnTo>
                  <a:pt x="471665" y="183832"/>
                </a:lnTo>
                <a:lnTo>
                  <a:pt x="451091" y="231648"/>
                </a:lnTo>
                <a:lnTo>
                  <a:pt x="435927" y="245325"/>
                </a:lnTo>
                <a:lnTo>
                  <a:pt x="431025" y="245313"/>
                </a:lnTo>
                <a:lnTo>
                  <a:pt x="423468" y="244983"/>
                </a:lnTo>
                <a:lnTo>
                  <a:pt x="413359" y="244068"/>
                </a:lnTo>
                <a:lnTo>
                  <a:pt x="400799" y="242316"/>
                </a:lnTo>
                <a:lnTo>
                  <a:pt x="400799" y="248412"/>
                </a:lnTo>
                <a:lnTo>
                  <a:pt x="437375" y="271272"/>
                </a:lnTo>
                <a:lnTo>
                  <a:pt x="437375" y="283464"/>
                </a:lnTo>
                <a:lnTo>
                  <a:pt x="435851" y="291084"/>
                </a:lnTo>
                <a:lnTo>
                  <a:pt x="432803" y="300228"/>
                </a:lnTo>
                <a:lnTo>
                  <a:pt x="429755" y="306324"/>
                </a:lnTo>
                <a:lnTo>
                  <a:pt x="429755" y="329184"/>
                </a:lnTo>
                <a:lnTo>
                  <a:pt x="432803" y="335280"/>
                </a:lnTo>
                <a:lnTo>
                  <a:pt x="440423" y="338328"/>
                </a:lnTo>
                <a:lnTo>
                  <a:pt x="446519" y="341376"/>
                </a:lnTo>
                <a:lnTo>
                  <a:pt x="452615" y="342900"/>
                </a:lnTo>
                <a:lnTo>
                  <a:pt x="458711" y="342900"/>
                </a:lnTo>
                <a:lnTo>
                  <a:pt x="460235" y="341376"/>
                </a:lnTo>
                <a:lnTo>
                  <a:pt x="460235" y="297180"/>
                </a:lnTo>
                <a:lnTo>
                  <a:pt x="461149" y="284289"/>
                </a:lnTo>
                <a:lnTo>
                  <a:pt x="461759" y="272986"/>
                </a:lnTo>
                <a:lnTo>
                  <a:pt x="462381" y="263093"/>
                </a:lnTo>
                <a:lnTo>
                  <a:pt x="463283" y="254508"/>
                </a:lnTo>
                <a:lnTo>
                  <a:pt x="465645" y="245364"/>
                </a:lnTo>
                <a:lnTo>
                  <a:pt x="467842" y="236829"/>
                </a:lnTo>
                <a:lnTo>
                  <a:pt x="479094" y="200025"/>
                </a:lnTo>
                <a:lnTo>
                  <a:pt x="496316" y="146304"/>
                </a:lnTo>
                <a:lnTo>
                  <a:pt x="521195" y="70104"/>
                </a:lnTo>
                <a:close/>
              </a:path>
              <a:path w="1516379" h="358139">
                <a:moveTo>
                  <a:pt x="740651" y="131064"/>
                </a:moveTo>
                <a:lnTo>
                  <a:pt x="739127" y="128016"/>
                </a:lnTo>
                <a:lnTo>
                  <a:pt x="734555" y="123444"/>
                </a:lnTo>
                <a:lnTo>
                  <a:pt x="731507" y="120396"/>
                </a:lnTo>
                <a:lnTo>
                  <a:pt x="726935" y="118872"/>
                </a:lnTo>
                <a:lnTo>
                  <a:pt x="720839" y="118872"/>
                </a:lnTo>
                <a:lnTo>
                  <a:pt x="716267" y="120396"/>
                </a:lnTo>
                <a:lnTo>
                  <a:pt x="710171" y="123444"/>
                </a:lnTo>
                <a:lnTo>
                  <a:pt x="673595" y="123444"/>
                </a:lnTo>
                <a:lnTo>
                  <a:pt x="669023" y="118872"/>
                </a:lnTo>
                <a:lnTo>
                  <a:pt x="667499" y="111252"/>
                </a:lnTo>
                <a:lnTo>
                  <a:pt x="667499" y="44196"/>
                </a:lnTo>
                <a:lnTo>
                  <a:pt x="673595" y="39624"/>
                </a:lnTo>
                <a:lnTo>
                  <a:pt x="679691" y="35052"/>
                </a:lnTo>
                <a:lnTo>
                  <a:pt x="674357" y="30480"/>
                </a:lnTo>
                <a:lnTo>
                  <a:pt x="658355" y="16764"/>
                </a:lnTo>
                <a:lnTo>
                  <a:pt x="646163" y="30480"/>
                </a:lnTo>
                <a:lnTo>
                  <a:pt x="579107" y="30480"/>
                </a:lnTo>
                <a:lnTo>
                  <a:pt x="556247" y="16764"/>
                </a:lnTo>
                <a:lnTo>
                  <a:pt x="557110" y="27279"/>
                </a:lnTo>
                <a:lnTo>
                  <a:pt x="557276" y="35052"/>
                </a:lnTo>
                <a:lnTo>
                  <a:pt x="557187" y="51816"/>
                </a:lnTo>
                <a:lnTo>
                  <a:pt x="557110" y="55765"/>
                </a:lnTo>
                <a:lnTo>
                  <a:pt x="550532" y="107632"/>
                </a:lnTo>
                <a:lnTo>
                  <a:pt x="529386" y="146113"/>
                </a:lnTo>
                <a:lnTo>
                  <a:pt x="496811" y="175260"/>
                </a:lnTo>
                <a:lnTo>
                  <a:pt x="499859" y="179832"/>
                </a:lnTo>
                <a:lnTo>
                  <a:pt x="535863" y="158178"/>
                </a:lnTo>
                <a:lnTo>
                  <a:pt x="567232" y="118910"/>
                </a:lnTo>
                <a:lnTo>
                  <a:pt x="578154" y="77152"/>
                </a:lnTo>
                <a:lnTo>
                  <a:pt x="579412" y="59436"/>
                </a:lnTo>
                <a:lnTo>
                  <a:pt x="579107" y="39624"/>
                </a:lnTo>
                <a:lnTo>
                  <a:pt x="647687" y="39624"/>
                </a:lnTo>
                <a:lnTo>
                  <a:pt x="647801" y="115265"/>
                </a:lnTo>
                <a:lnTo>
                  <a:pt x="681215" y="141732"/>
                </a:lnTo>
                <a:lnTo>
                  <a:pt x="707224" y="142062"/>
                </a:lnTo>
                <a:lnTo>
                  <a:pt x="725792" y="140970"/>
                </a:lnTo>
                <a:lnTo>
                  <a:pt x="736942" y="138722"/>
                </a:lnTo>
                <a:lnTo>
                  <a:pt x="740651" y="135636"/>
                </a:lnTo>
                <a:lnTo>
                  <a:pt x="740651" y="131064"/>
                </a:lnTo>
                <a:close/>
              </a:path>
              <a:path w="1516379" h="358139">
                <a:moveTo>
                  <a:pt x="746747" y="327660"/>
                </a:moveTo>
                <a:lnTo>
                  <a:pt x="694461" y="318655"/>
                </a:lnTo>
                <a:lnTo>
                  <a:pt x="650925" y="298323"/>
                </a:lnTo>
                <a:lnTo>
                  <a:pt x="644702" y="294132"/>
                </a:lnTo>
                <a:lnTo>
                  <a:pt x="639381" y="290550"/>
                </a:lnTo>
                <a:lnTo>
                  <a:pt x="629399" y="281940"/>
                </a:lnTo>
                <a:lnTo>
                  <a:pt x="639597" y="268224"/>
                </a:lnTo>
                <a:lnTo>
                  <a:pt x="644131" y="262128"/>
                </a:lnTo>
                <a:lnTo>
                  <a:pt x="658736" y="239077"/>
                </a:lnTo>
                <a:lnTo>
                  <a:pt x="672693" y="213563"/>
                </a:lnTo>
                <a:lnTo>
                  <a:pt x="685787" y="185928"/>
                </a:lnTo>
                <a:lnTo>
                  <a:pt x="701027" y="179832"/>
                </a:lnTo>
                <a:lnTo>
                  <a:pt x="699604" y="178308"/>
                </a:lnTo>
                <a:lnTo>
                  <a:pt x="676643" y="153924"/>
                </a:lnTo>
                <a:lnTo>
                  <a:pt x="664451" y="166116"/>
                </a:lnTo>
                <a:lnTo>
                  <a:pt x="664451" y="178308"/>
                </a:lnTo>
                <a:lnTo>
                  <a:pt x="653592" y="203708"/>
                </a:lnTo>
                <a:lnTo>
                  <a:pt x="641591" y="227266"/>
                </a:lnTo>
                <a:lnTo>
                  <a:pt x="628446" y="248805"/>
                </a:lnTo>
                <a:lnTo>
                  <a:pt x="614159" y="268224"/>
                </a:lnTo>
                <a:lnTo>
                  <a:pt x="600113" y="251383"/>
                </a:lnTo>
                <a:lnTo>
                  <a:pt x="587489" y="230695"/>
                </a:lnTo>
                <a:lnTo>
                  <a:pt x="576021" y="206286"/>
                </a:lnTo>
                <a:lnTo>
                  <a:pt x="565391" y="178308"/>
                </a:lnTo>
                <a:lnTo>
                  <a:pt x="664451" y="178308"/>
                </a:lnTo>
                <a:lnTo>
                  <a:pt x="664451" y="166116"/>
                </a:lnTo>
                <a:lnTo>
                  <a:pt x="661403" y="169164"/>
                </a:lnTo>
                <a:lnTo>
                  <a:pt x="528815" y="169164"/>
                </a:lnTo>
                <a:lnTo>
                  <a:pt x="542531" y="182880"/>
                </a:lnTo>
                <a:lnTo>
                  <a:pt x="557771" y="178308"/>
                </a:lnTo>
                <a:lnTo>
                  <a:pt x="566394" y="207759"/>
                </a:lnTo>
                <a:lnTo>
                  <a:pt x="576440" y="234505"/>
                </a:lnTo>
                <a:lnTo>
                  <a:pt x="588213" y="258673"/>
                </a:lnTo>
                <a:lnTo>
                  <a:pt x="601967" y="280416"/>
                </a:lnTo>
                <a:lnTo>
                  <a:pt x="586854" y="294411"/>
                </a:lnTo>
                <a:lnTo>
                  <a:pt x="555472" y="317271"/>
                </a:lnTo>
                <a:lnTo>
                  <a:pt x="505193" y="340995"/>
                </a:lnTo>
                <a:lnTo>
                  <a:pt x="466331" y="353568"/>
                </a:lnTo>
                <a:lnTo>
                  <a:pt x="467855" y="358140"/>
                </a:lnTo>
                <a:lnTo>
                  <a:pt x="508431" y="350329"/>
                </a:lnTo>
                <a:lnTo>
                  <a:pt x="545579" y="336804"/>
                </a:lnTo>
                <a:lnTo>
                  <a:pt x="580631" y="318897"/>
                </a:lnTo>
                <a:lnTo>
                  <a:pt x="615683" y="294132"/>
                </a:lnTo>
                <a:lnTo>
                  <a:pt x="641426" y="316725"/>
                </a:lnTo>
                <a:lnTo>
                  <a:pt x="666165" y="334327"/>
                </a:lnTo>
                <a:lnTo>
                  <a:pt x="690054" y="347065"/>
                </a:lnTo>
                <a:lnTo>
                  <a:pt x="713219" y="355092"/>
                </a:lnTo>
                <a:lnTo>
                  <a:pt x="717181" y="347675"/>
                </a:lnTo>
                <a:lnTo>
                  <a:pt x="724268" y="341566"/>
                </a:lnTo>
                <a:lnTo>
                  <a:pt x="734225" y="336867"/>
                </a:lnTo>
                <a:lnTo>
                  <a:pt x="746747" y="333756"/>
                </a:lnTo>
                <a:lnTo>
                  <a:pt x="746747" y="327660"/>
                </a:lnTo>
                <a:close/>
              </a:path>
              <a:path w="1516379" h="358139">
                <a:moveTo>
                  <a:pt x="1136904" y="71628"/>
                </a:moveTo>
                <a:lnTo>
                  <a:pt x="1101852" y="36576"/>
                </a:lnTo>
                <a:lnTo>
                  <a:pt x="1075944" y="62484"/>
                </a:lnTo>
                <a:lnTo>
                  <a:pt x="946404" y="62484"/>
                </a:lnTo>
                <a:lnTo>
                  <a:pt x="964692" y="27432"/>
                </a:lnTo>
                <a:lnTo>
                  <a:pt x="979932" y="21336"/>
                </a:lnTo>
                <a:lnTo>
                  <a:pt x="941832" y="0"/>
                </a:lnTo>
                <a:lnTo>
                  <a:pt x="938707" y="12547"/>
                </a:lnTo>
                <a:lnTo>
                  <a:pt x="934021" y="27241"/>
                </a:lnTo>
                <a:lnTo>
                  <a:pt x="927900" y="43929"/>
                </a:lnTo>
                <a:lnTo>
                  <a:pt x="920496" y="62484"/>
                </a:lnTo>
                <a:lnTo>
                  <a:pt x="781812" y="62484"/>
                </a:lnTo>
                <a:lnTo>
                  <a:pt x="795528" y="76200"/>
                </a:lnTo>
                <a:lnTo>
                  <a:pt x="804672" y="74193"/>
                </a:lnTo>
                <a:lnTo>
                  <a:pt x="813816" y="72771"/>
                </a:lnTo>
                <a:lnTo>
                  <a:pt x="822960" y="71907"/>
                </a:lnTo>
                <a:lnTo>
                  <a:pt x="832104" y="71628"/>
                </a:lnTo>
                <a:lnTo>
                  <a:pt x="917448" y="71628"/>
                </a:lnTo>
                <a:lnTo>
                  <a:pt x="887539" y="121920"/>
                </a:lnTo>
                <a:lnTo>
                  <a:pt x="856488" y="163068"/>
                </a:lnTo>
                <a:lnTo>
                  <a:pt x="822007" y="197358"/>
                </a:lnTo>
                <a:lnTo>
                  <a:pt x="781812" y="231648"/>
                </a:lnTo>
                <a:lnTo>
                  <a:pt x="786384" y="236220"/>
                </a:lnTo>
                <a:lnTo>
                  <a:pt x="811212" y="220230"/>
                </a:lnTo>
                <a:lnTo>
                  <a:pt x="835342" y="202120"/>
                </a:lnTo>
                <a:lnTo>
                  <a:pt x="858596" y="181991"/>
                </a:lnTo>
                <a:lnTo>
                  <a:pt x="880872" y="160020"/>
                </a:lnTo>
                <a:lnTo>
                  <a:pt x="880630" y="237477"/>
                </a:lnTo>
                <a:lnTo>
                  <a:pt x="880110" y="296227"/>
                </a:lnTo>
                <a:lnTo>
                  <a:pt x="879576" y="336397"/>
                </a:lnTo>
                <a:lnTo>
                  <a:pt x="879348" y="358140"/>
                </a:lnTo>
                <a:lnTo>
                  <a:pt x="902208" y="344424"/>
                </a:lnTo>
                <a:lnTo>
                  <a:pt x="902208" y="257556"/>
                </a:lnTo>
                <a:lnTo>
                  <a:pt x="1042416" y="257556"/>
                </a:lnTo>
                <a:lnTo>
                  <a:pt x="1042416" y="320040"/>
                </a:lnTo>
                <a:lnTo>
                  <a:pt x="1037844" y="324612"/>
                </a:lnTo>
                <a:lnTo>
                  <a:pt x="1028700" y="324612"/>
                </a:lnTo>
                <a:lnTo>
                  <a:pt x="1021003" y="324319"/>
                </a:lnTo>
                <a:lnTo>
                  <a:pt x="1011745" y="323469"/>
                </a:lnTo>
                <a:lnTo>
                  <a:pt x="1001052" y="322033"/>
                </a:lnTo>
                <a:lnTo>
                  <a:pt x="989076" y="320040"/>
                </a:lnTo>
                <a:lnTo>
                  <a:pt x="989076" y="327660"/>
                </a:lnTo>
                <a:lnTo>
                  <a:pt x="1007935" y="334556"/>
                </a:lnTo>
                <a:lnTo>
                  <a:pt x="1021080" y="341757"/>
                </a:lnTo>
                <a:lnTo>
                  <a:pt x="1028509" y="349516"/>
                </a:lnTo>
                <a:lnTo>
                  <a:pt x="1030224" y="358140"/>
                </a:lnTo>
                <a:lnTo>
                  <a:pt x="1045095" y="351561"/>
                </a:lnTo>
                <a:lnTo>
                  <a:pt x="1063752" y="257556"/>
                </a:lnTo>
                <a:lnTo>
                  <a:pt x="1063752" y="248412"/>
                </a:lnTo>
                <a:lnTo>
                  <a:pt x="1063752" y="198120"/>
                </a:lnTo>
                <a:lnTo>
                  <a:pt x="1063752" y="188976"/>
                </a:lnTo>
                <a:lnTo>
                  <a:pt x="1063752" y="141732"/>
                </a:lnTo>
                <a:lnTo>
                  <a:pt x="1071587" y="135636"/>
                </a:lnTo>
                <a:lnTo>
                  <a:pt x="1077468" y="131064"/>
                </a:lnTo>
                <a:lnTo>
                  <a:pt x="1071486" y="126492"/>
                </a:lnTo>
                <a:lnTo>
                  <a:pt x="1051560" y="111252"/>
                </a:lnTo>
                <a:lnTo>
                  <a:pt x="1042416" y="122682"/>
                </a:lnTo>
                <a:lnTo>
                  <a:pt x="1042416" y="135636"/>
                </a:lnTo>
                <a:lnTo>
                  <a:pt x="1042416" y="188976"/>
                </a:lnTo>
                <a:lnTo>
                  <a:pt x="1042416" y="198120"/>
                </a:lnTo>
                <a:lnTo>
                  <a:pt x="1042416" y="248412"/>
                </a:lnTo>
                <a:lnTo>
                  <a:pt x="902208" y="248412"/>
                </a:lnTo>
                <a:lnTo>
                  <a:pt x="902208" y="198120"/>
                </a:lnTo>
                <a:lnTo>
                  <a:pt x="1042416" y="198120"/>
                </a:lnTo>
                <a:lnTo>
                  <a:pt x="1042416" y="188976"/>
                </a:lnTo>
                <a:lnTo>
                  <a:pt x="902208" y="188976"/>
                </a:lnTo>
                <a:lnTo>
                  <a:pt x="902208" y="160020"/>
                </a:lnTo>
                <a:lnTo>
                  <a:pt x="902208" y="135636"/>
                </a:lnTo>
                <a:lnTo>
                  <a:pt x="1042416" y="135636"/>
                </a:lnTo>
                <a:lnTo>
                  <a:pt x="1042416" y="122682"/>
                </a:lnTo>
                <a:lnTo>
                  <a:pt x="1039368" y="126492"/>
                </a:lnTo>
                <a:lnTo>
                  <a:pt x="908304" y="126492"/>
                </a:lnTo>
                <a:lnTo>
                  <a:pt x="917206" y="113626"/>
                </a:lnTo>
                <a:lnTo>
                  <a:pt x="925830" y="100203"/>
                </a:lnTo>
                <a:lnTo>
                  <a:pt x="934440" y="86194"/>
                </a:lnTo>
                <a:lnTo>
                  <a:pt x="943356" y="71628"/>
                </a:lnTo>
                <a:lnTo>
                  <a:pt x="1136904" y="71628"/>
                </a:lnTo>
                <a:close/>
              </a:path>
              <a:path w="1516379" h="358139">
                <a:moveTo>
                  <a:pt x="1370063" y="33515"/>
                </a:moveTo>
                <a:lnTo>
                  <a:pt x="1364437" y="28943"/>
                </a:lnTo>
                <a:lnTo>
                  <a:pt x="1345679" y="13703"/>
                </a:lnTo>
                <a:lnTo>
                  <a:pt x="1336535" y="25133"/>
                </a:lnTo>
                <a:lnTo>
                  <a:pt x="1336535" y="38087"/>
                </a:lnTo>
                <a:lnTo>
                  <a:pt x="1336535" y="112763"/>
                </a:lnTo>
                <a:lnTo>
                  <a:pt x="1240523" y="112763"/>
                </a:lnTo>
                <a:lnTo>
                  <a:pt x="1240523" y="38087"/>
                </a:lnTo>
                <a:lnTo>
                  <a:pt x="1336535" y="38087"/>
                </a:lnTo>
                <a:lnTo>
                  <a:pt x="1336535" y="25133"/>
                </a:lnTo>
                <a:lnTo>
                  <a:pt x="1333487" y="28943"/>
                </a:lnTo>
                <a:lnTo>
                  <a:pt x="1243571" y="28943"/>
                </a:lnTo>
                <a:lnTo>
                  <a:pt x="1217663" y="16751"/>
                </a:lnTo>
                <a:lnTo>
                  <a:pt x="1218552" y="32969"/>
                </a:lnTo>
                <a:lnTo>
                  <a:pt x="1218996" y="49326"/>
                </a:lnTo>
                <a:lnTo>
                  <a:pt x="1219174" y="65405"/>
                </a:lnTo>
                <a:lnTo>
                  <a:pt x="1219073" y="106006"/>
                </a:lnTo>
                <a:lnTo>
                  <a:pt x="1218996" y="112763"/>
                </a:lnTo>
                <a:lnTo>
                  <a:pt x="1218552" y="128765"/>
                </a:lnTo>
                <a:lnTo>
                  <a:pt x="1217663" y="144767"/>
                </a:lnTo>
                <a:lnTo>
                  <a:pt x="1240523" y="137147"/>
                </a:lnTo>
                <a:lnTo>
                  <a:pt x="1240523" y="121907"/>
                </a:lnTo>
                <a:lnTo>
                  <a:pt x="1336535" y="121907"/>
                </a:lnTo>
                <a:lnTo>
                  <a:pt x="1336535" y="140195"/>
                </a:lnTo>
                <a:lnTo>
                  <a:pt x="1357871" y="132575"/>
                </a:lnTo>
                <a:lnTo>
                  <a:pt x="1356995" y="124294"/>
                </a:lnTo>
                <a:lnTo>
                  <a:pt x="1356880" y="121907"/>
                </a:lnTo>
                <a:lnTo>
                  <a:pt x="1356537" y="115430"/>
                </a:lnTo>
                <a:lnTo>
                  <a:pt x="1356499" y="112763"/>
                </a:lnTo>
                <a:lnTo>
                  <a:pt x="1356372" y="106006"/>
                </a:lnTo>
                <a:lnTo>
                  <a:pt x="1356347" y="44183"/>
                </a:lnTo>
                <a:lnTo>
                  <a:pt x="1364195" y="38087"/>
                </a:lnTo>
                <a:lnTo>
                  <a:pt x="1370063" y="33515"/>
                </a:lnTo>
                <a:close/>
              </a:path>
              <a:path w="1516379" h="358139">
                <a:moveTo>
                  <a:pt x="1385303" y="198107"/>
                </a:moveTo>
                <a:lnTo>
                  <a:pt x="1362443" y="178295"/>
                </a:lnTo>
                <a:lnTo>
                  <a:pt x="1348727" y="193535"/>
                </a:lnTo>
                <a:lnTo>
                  <a:pt x="1286243" y="193535"/>
                </a:lnTo>
                <a:lnTo>
                  <a:pt x="1287373" y="183248"/>
                </a:lnTo>
                <a:lnTo>
                  <a:pt x="1288338" y="172961"/>
                </a:lnTo>
                <a:lnTo>
                  <a:pt x="1289037" y="162674"/>
                </a:lnTo>
                <a:lnTo>
                  <a:pt x="1289291" y="152387"/>
                </a:lnTo>
                <a:lnTo>
                  <a:pt x="1299959" y="143243"/>
                </a:lnTo>
                <a:lnTo>
                  <a:pt x="1264907" y="128003"/>
                </a:lnTo>
                <a:lnTo>
                  <a:pt x="1265770" y="145745"/>
                </a:lnTo>
                <a:lnTo>
                  <a:pt x="1266050" y="162483"/>
                </a:lnTo>
                <a:lnTo>
                  <a:pt x="1265770" y="178371"/>
                </a:lnTo>
                <a:lnTo>
                  <a:pt x="1264907" y="193535"/>
                </a:lnTo>
                <a:lnTo>
                  <a:pt x="1182611" y="193535"/>
                </a:lnTo>
                <a:lnTo>
                  <a:pt x="1194803" y="205727"/>
                </a:lnTo>
                <a:lnTo>
                  <a:pt x="1211567" y="202679"/>
                </a:lnTo>
                <a:lnTo>
                  <a:pt x="1264907" y="202679"/>
                </a:lnTo>
                <a:lnTo>
                  <a:pt x="1256715" y="244017"/>
                </a:lnTo>
                <a:lnTo>
                  <a:pt x="1240523" y="281927"/>
                </a:lnTo>
                <a:lnTo>
                  <a:pt x="1215377" y="317169"/>
                </a:lnTo>
                <a:lnTo>
                  <a:pt x="1176515" y="348983"/>
                </a:lnTo>
                <a:lnTo>
                  <a:pt x="1179563" y="353555"/>
                </a:lnTo>
                <a:lnTo>
                  <a:pt x="1226426" y="324027"/>
                </a:lnTo>
                <a:lnTo>
                  <a:pt x="1257287" y="291071"/>
                </a:lnTo>
                <a:lnTo>
                  <a:pt x="1276337" y="250875"/>
                </a:lnTo>
                <a:lnTo>
                  <a:pt x="1286243" y="202679"/>
                </a:lnTo>
                <a:lnTo>
                  <a:pt x="1350251" y="202679"/>
                </a:lnTo>
                <a:lnTo>
                  <a:pt x="1345730" y="248996"/>
                </a:lnTo>
                <a:lnTo>
                  <a:pt x="1337830" y="304482"/>
                </a:lnTo>
                <a:lnTo>
                  <a:pt x="1325867" y="321551"/>
                </a:lnTo>
                <a:lnTo>
                  <a:pt x="1321295" y="321551"/>
                </a:lnTo>
                <a:lnTo>
                  <a:pt x="1315567" y="321246"/>
                </a:lnTo>
                <a:lnTo>
                  <a:pt x="1307388" y="320217"/>
                </a:lnTo>
                <a:lnTo>
                  <a:pt x="1296657" y="318338"/>
                </a:lnTo>
                <a:lnTo>
                  <a:pt x="1283195" y="315455"/>
                </a:lnTo>
                <a:lnTo>
                  <a:pt x="1281671" y="321551"/>
                </a:lnTo>
                <a:lnTo>
                  <a:pt x="1297089" y="328701"/>
                </a:lnTo>
                <a:lnTo>
                  <a:pt x="1308912" y="336410"/>
                </a:lnTo>
                <a:lnTo>
                  <a:pt x="1317040" y="344703"/>
                </a:lnTo>
                <a:lnTo>
                  <a:pt x="1321295" y="353555"/>
                </a:lnTo>
                <a:lnTo>
                  <a:pt x="1331874" y="349542"/>
                </a:lnTo>
                <a:lnTo>
                  <a:pt x="1357871" y="314871"/>
                </a:lnTo>
                <a:lnTo>
                  <a:pt x="1367015" y="254812"/>
                </a:lnTo>
                <a:lnTo>
                  <a:pt x="1371587" y="208775"/>
                </a:lnTo>
                <a:lnTo>
                  <a:pt x="1379435" y="202679"/>
                </a:lnTo>
                <a:lnTo>
                  <a:pt x="1385303" y="198107"/>
                </a:lnTo>
                <a:close/>
              </a:path>
              <a:path w="1516379" h="358139">
                <a:moveTo>
                  <a:pt x="1438643" y="77711"/>
                </a:moveTo>
                <a:lnTo>
                  <a:pt x="1405115" y="62471"/>
                </a:lnTo>
                <a:lnTo>
                  <a:pt x="1405356" y="85077"/>
                </a:lnTo>
                <a:lnTo>
                  <a:pt x="1405877" y="109524"/>
                </a:lnTo>
                <a:lnTo>
                  <a:pt x="1406410" y="135991"/>
                </a:lnTo>
                <a:lnTo>
                  <a:pt x="1406639" y="164579"/>
                </a:lnTo>
                <a:lnTo>
                  <a:pt x="1406410" y="193116"/>
                </a:lnTo>
                <a:lnTo>
                  <a:pt x="1405356" y="249021"/>
                </a:lnTo>
                <a:lnTo>
                  <a:pt x="1405115" y="275831"/>
                </a:lnTo>
                <a:lnTo>
                  <a:pt x="1429499" y="262115"/>
                </a:lnTo>
                <a:lnTo>
                  <a:pt x="1428623" y="249859"/>
                </a:lnTo>
                <a:lnTo>
                  <a:pt x="1428165" y="238302"/>
                </a:lnTo>
                <a:lnTo>
                  <a:pt x="1428000" y="227622"/>
                </a:lnTo>
                <a:lnTo>
                  <a:pt x="1427975" y="88379"/>
                </a:lnTo>
                <a:lnTo>
                  <a:pt x="1438643" y="77711"/>
                </a:lnTo>
                <a:close/>
              </a:path>
              <a:path w="1516379" h="358139">
                <a:moveTo>
                  <a:pt x="1516367" y="21323"/>
                </a:moveTo>
                <a:lnTo>
                  <a:pt x="1481315" y="6083"/>
                </a:lnTo>
                <a:lnTo>
                  <a:pt x="1482204" y="20967"/>
                </a:lnTo>
                <a:lnTo>
                  <a:pt x="1482648" y="33515"/>
                </a:lnTo>
                <a:lnTo>
                  <a:pt x="1482826" y="44450"/>
                </a:lnTo>
                <a:lnTo>
                  <a:pt x="1482839" y="315455"/>
                </a:lnTo>
                <a:lnTo>
                  <a:pt x="1481315" y="318503"/>
                </a:lnTo>
                <a:lnTo>
                  <a:pt x="1479791" y="320027"/>
                </a:lnTo>
                <a:lnTo>
                  <a:pt x="1476743" y="321551"/>
                </a:lnTo>
                <a:lnTo>
                  <a:pt x="1469123" y="321551"/>
                </a:lnTo>
                <a:lnTo>
                  <a:pt x="1459369" y="321271"/>
                </a:lnTo>
                <a:lnTo>
                  <a:pt x="1448168" y="320408"/>
                </a:lnTo>
                <a:lnTo>
                  <a:pt x="1435265" y="318985"/>
                </a:lnTo>
                <a:lnTo>
                  <a:pt x="1420355" y="316979"/>
                </a:lnTo>
                <a:lnTo>
                  <a:pt x="1420355" y="324599"/>
                </a:lnTo>
                <a:lnTo>
                  <a:pt x="1437220" y="330276"/>
                </a:lnTo>
                <a:lnTo>
                  <a:pt x="1451216" y="337934"/>
                </a:lnTo>
                <a:lnTo>
                  <a:pt x="1462366" y="347319"/>
                </a:lnTo>
                <a:lnTo>
                  <a:pt x="1470647" y="358127"/>
                </a:lnTo>
                <a:lnTo>
                  <a:pt x="1486395" y="350088"/>
                </a:lnTo>
                <a:lnTo>
                  <a:pt x="1497126" y="339458"/>
                </a:lnTo>
                <a:lnTo>
                  <a:pt x="1503019" y="325983"/>
                </a:lnTo>
                <a:lnTo>
                  <a:pt x="1503324" y="321551"/>
                </a:lnTo>
                <a:lnTo>
                  <a:pt x="1504175" y="309359"/>
                </a:lnTo>
                <a:lnTo>
                  <a:pt x="1504175" y="33515"/>
                </a:lnTo>
                <a:lnTo>
                  <a:pt x="1516367" y="2132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" name="object 52"/>
          <p:cNvSpPr/>
          <p:nvPr/>
        </p:nvSpPr>
        <p:spPr>
          <a:xfrm>
            <a:off x="7466076" y="4415027"/>
            <a:ext cx="1754505" cy="355600"/>
          </a:xfrm>
          <a:custGeom>
            <a:avLst/>
            <a:gdLst/>
            <a:ahLst/>
            <a:cxnLst/>
            <a:rect l="l" t="t" r="r" b="b"/>
            <a:pathLst>
              <a:path w="1754504" h="355600">
                <a:moveTo>
                  <a:pt x="135636" y="88392"/>
                </a:moveTo>
                <a:lnTo>
                  <a:pt x="128016" y="80772"/>
                </a:lnTo>
                <a:lnTo>
                  <a:pt x="112776" y="65532"/>
                </a:lnTo>
                <a:lnTo>
                  <a:pt x="100584" y="77724"/>
                </a:lnTo>
                <a:lnTo>
                  <a:pt x="100584" y="89916"/>
                </a:lnTo>
                <a:lnTo>
                  <a:pt x="100584" y="187452"/>
                </a:lnTo>
                <a:lnTo>
                  <a:pt x="100584" y="196596"/>
                </a:lnTo>
                <a:lnTo>
                  <a:pt x="100584" y="303276"/>
                </a:lnTo>
                <a:lnTo>
                  <a:pt x="21336" y="303276"/>
                </a:lnTo>
                <a:lnTo>
                  <a:pt x="21336" y="196596"/>
                </a:lnTo>
                <a:lnTo>
                  <a:pt x="100584" y="196596"/>
                </a:lnTo>
                <a:lnTo>
                  <a:pt x="100584" y="187452"/>
                </a:lnTo>
                <a:lnTo>
                  <a:pt x="21336" y="187452"/>
                </a:lnTo>
                <a:lnTo>
                  <a:pt x="21336" y="89916"/>
                </a:lnTo>
                <a:lnTo>
                  <a:pt x="100584" y="89916"/>
                </a:lnTo>
                <a:lnTo>
                  <a:pt x="100584" y="77724"/>
                </a:lnTo>
                <a:lnTo>
                  <a:pt x="97536" y="80772"/>
                </a:lnTo>
                <a:lnTo>
                  <a:pt x="47244" y="80772"/>
                </a:lnTo>
                <a:lnTo>
                  <a:pt x="59245" y="56464"/>
                </a:lnTo>
                <a:lnTo>
                  <a:pt x="70104" y="38290"/>
                </a:lnTo>
                <a:lnTo>
                  <a:pt x="79819" y="26123"/>
                </a:lnTo>
                <a:lnTo>
                  <a:pt x="88392" y="19812"/>
                </a:lnTo>
                <a:lnTo>
                  <a:pt x="54864" y="1524"/>
                </a:lnTo>
                <a:lnTo>
                  <a:pt x="52882" y="16700"/>
                </a:lnTo>
                <a:lnTo>
                  <a:pt x="49339" y="34861"/>
                </a:lnTo>
                <a:lnTo>
                  <a:pt x="44361" y="56184"/>
                </a:lnTo>
                <a:lnTo>
                  <a:pt x="38100" y="80772"/>
                </a:lnTo>
                <a:lnTo>
                  <a:pt x="22860" y="80772"/>
                </a:lnTo>
                <a:lnTo>
                  <a:pt x="0" y="67056"/>
                </a:lnTo>
                <a:lnTo>
                  <a:pt x="228" y="102489"/>
                </a:lnTo>
                <a:lnTo>
                  <a:pt x="1282" y="173355"/>
                </a:lnTo>
                <a:lnTo>
                  <a:pt x="1473" y="201549"/>
                </a:lnTo>
                <a:lnTo>
                  <a:pt x="1358" y="231648"/>
                </a:lnTo>
                <a:lnTo>
                  <a:pt x="1282" y="244221"/>
                </a:lnTo>
                <a:lnTo>
                  <a:pt x="292" y="310896"/>
                </a:lnTo>
                <a:lnTo>
                  <a:pt x="165" y="324421"/>
                </a:lnTo>
                <a:lnTo>
                  <a:pt x="0" y="350520"/>
                </a:lnTo>
                <a:lnTo>
                  <a:pt x="21336" y="338328"/>
                </a:lnTo>
                <a:lnTo>
                  <a:pt x="21336" y="312420"/>
                </a:lnTo>
                <a:lnTo>
                  <a:pt x="100584" y="312420"/>
                </a:lnTo>
                <a:lnTo>
                  <a:pt x="100584" y="344424"/>
                </a:lnTo>
                <a:lnTo>
                  <a:pt x="121920" y="332232"/>
                </a:lnTo>
                <a:lnTo>
                  <a:pt x="121361" y="312420"/>
                </a:lnTo>
                <a:lnTo>
                  <a:pt x="121170" y="305358"/>
                </a:lnTo>
                <a:lnTo>
                  <a:pt x="121145" y="303276"/>
                </a:lnTo>
                <a:lnTo>
                  <a:pt x="120726" y="269367"/>
                </a:lnTo>
                <a:lnTo>
                  <a:pt x="120599" y="244221"/>
                </a:lnTo>
                <a:lnTo>
                  <a:pt x="120446" y="196596"/>
                </a:lnTo>
                <a:lnTo>
                  <a:pt x="120434" y="187452"/>
                </a:lnTo>
                <a:lnTo>
                  <a:pt x="120396" y="99060"/>
                </a:lnTo>
                <a:lnTo>
                  <a:pt x="133451" y="89916"/>
                </a:lnTo>
                <a:lnTo>
                  <a:pt x="135636" y="88392"/>
                </a:lnTo>
                <a:close/>
              </a:path>
              <a:path w="1754504" h="355600">
                <a:moveTo>
                  <a:pt x="216408" y="207264"/>
                </a:moveTo>
                <a:lnTo>
                  <a:pt x="183946" y="165265"/>
                </a:lnTo>
                <a:lnTo>
                  <a:pt x="167640" y="152400"/>
                </a:lnTo>
                <a:lnTo>
                  <a:pt x="164592" y="156972"/>
                </a:lnTo>
                <a:lnTo>
                  <a:pt x="174015" y="171831"/>
                </a:lnTo>
                <a:lnTo>
                  <a:pt x="181737" y="186690"/>
                </a:lnTo>
                <a:lnTo>
                  <a:pt x="187731" y="201549"/>
                </a:lnTo>
                <a:lnTo>
                  <a:pt x="192024" y="216408"/>
                </a:lnTo>
                <a:lnTo>
                  <a:pt x="193548" y="231648"/>
                </a:lnTo>
                <a:lnTo>
                  <a:pt x="196596" y="237744"/>
                </a:lnTo>
                <a:lnTo>
                  <a:pt x="202692" y="237744"/>
                </a:lnTo>
                <a:lnTo>
                  <a:pt x="214884" y="225552"/>
                </a:lnTo>
                <a:lnTo>
                  <a:pt x="216408" y="219456"/>
                </a:lnTo>
                <a:lnTo>
                  <a:pt x="216408" y="207264"/>
                </a:lnTo>
                <a:close/>
              </a:path>
              <a:path w="1754504" h="355600">
                <a:moveTo>
                  <a:pt x="312420" y="91440"/>
                </a:moveTo>
                <a:lnTo>
                  <a:pt x="306324" y="85344"/>
                </a:lnTo>
                <a:lnTo>
                  <a:pt x="289560" y="68580"/>
                </a:lnTo>
                <a:lnTo>
                  <a:pt x="272796" y="85344"/>
                </a:lnTo>
                <a:lnTo>
                  <a:pt x="190500" y="85344"/>
                </a:lnTo>
                <a:lnTo>
                  <a:pt x="202450" y="60794"/>
                </a:lnTo>
                <a:lnTo>
                  <a:pt x="212979" y="42100"/>
                </a:lnTo>
                <a:lnTo>
                  <a:pt x="221780" y="29413"/>
                </a:lnTo>
                <a:lnTo>
                  <a:pt x="228600" y="22860"/>
                </a:lnTo>
                <a:lnTo>
                  <a:pt x="195072" y="3048"/>
                </a:lnTo>
                <a:lnTo>
                  <a:pt x="185928" y="40576"/>
                </a:lnTo>
                <a:lnTo>
                  <a:pt x="172212" y="79248"/>
                </a:lnTo>
                <a:lnTo>
                  <a:pt x="152590" y="120396"/>
                </a:lnTo>
                <a:lnTo>
                  <a:pt x="124968" y="166116"/>
                </a:lnTo>
                <a:lnTo>
                  <a:pt x="129540" y="169164"/>
                </a:lnTo>
                <a:lnTo>
                  <a:pt x="144373" y="153212"/>
                </a:lnTo>
                <a:lnTo>
                  <a:pt x="159067" y="135255"/>
                </a:lnTo>
                <a:lnTo>
                  <a:pt x="173469" y="115595"/>
                </a:lnTo>
                <a:lnTo>
                  <a:pt x="187452" y="94488"/>
                </a:lnTo>
                <a:lnTo>
                  <a:pt x="275844" y="94488"/>
                </a:lnTo>
                <a:lnTo>
                  <a:pt x="274434" y="171831"/>
                </a:lnTo>
                <a:lnTo>
                  <a:pt x="272796" y="229362"/>
                </a:lnTo>
                <a:lnTo>
                  <a:pt x="271119" y="269367"/>
                </a:lnTo>
                <a:lnTo>
                  <a:pt x="261937" y="310896"/>
                </a:lnTo>
                <a:lnTo>
                  <a:pt x="248412" y="316992"/>
                </a:lnTo>
                <a:lnTo>
                  <a:pt x="238975" y="316661"/>
                </a:lnTo>
                <a:lnTo>
                  <a:pt x="226695" y="315468"/>
                </a:lnTo>
                <a:lnTo>
                  <a:pt x="211543" y="313143"/>
                </a:lnTo>
                <a:lnTo>
                  <a:pt x="193548" y="309372"/>
                </a:lnTo>
                <a:lnTo>
                  <a:pt x="193548" y="316992"/>
                </a:lnTo>
                <a:lnTo>
                  <a:pt x="212979" y="324421"/>
                </a:lnTo>
                <a:lnTo>
                  <a:pt x="227838" y="332994"/>
                </a:lnTo>
                <a:lnTo>
                  <a:pt x="238125" y="342709"/>
                </a:lnTo>
                <a:lnTo>
                  <a:pt x="243840" y="353568"/>
                </a:lnTo>
                <a:lnTo>
                  <a:pt x="253555" y="349885"/>
                </a:lnTo>
                <a:lnTo>
                  <a:pt x="284035" y="324231"/>
                </a:lnTo>
                <a:lnTo>
                  <a:pt x="293344" y="282778"/>
                </a:lnTo>
                <a:lnTo>
                  <a:pt x="295465" y="241744"/>
                </a:lnTo>
                <a:lnTo>
                  <a:pt x="297294" y="181571"/>
                </a:lnTo>
                <a:lnTo>
                  <a:pt x="298704" y="102108"/>
                </a:lnTo>
                <a:lnTo>
                  <a:pt x="308495" y="94488"/>
                </a:lnTo>
                <a:lnTo>
                  <a:pt x="312420" y="91440"/>
                </a:lnTo>
                <a:close/>
              </a:path>
              <a:path w="1754504" h="355600">
                <a:moveTo>
                  <a:pt x="704088" y="77736"/>
                </a:moveTo>
                <a:lnTo>
                  <a:pt x="672084" y="45732"/>
                </a:lnTo>
                <a:lnTo>
                  <a:pt x="649224" y="68592"/>
                </a:lnTo>
                <a:lnTo>
                  <a:pt x="515112" y="68592"/>
                </a:lnTo>
                <a:lnTo>
                  <a:pt x="521398" y="55727"/>
                </a:lnTo>
                <a:lnTo>
                  <a:pt x="526542" y="44589"/>
                </a:lnTo>
                <a:lnTo>
                  <a:pt x="530542" y="35153"/>
                </a:lnTo>
                <a:lnTo>
                  <a:pt x="533400" y="27444"/>
                </a:lnTo>
                <a:lnTo>
                  <a:pt x="548640" y="18300"/>
                </a:lnTo>
                <a:lnTo>
                  <a:pt x="513588" y="12"/>
                </a:lnTo>
                <a:lnTo>
                  <a:pt x="510463" y="14579"/>
                </a:lnTo>
                <a:lnTo>
                  <a:pt x="505777" y="30873"/>
                </a:lnTo>
                <a:lnTo>
                  <a:pt x="499656" y="48869"/>
                </a:lnTo>
                <a:lnTo>
                  <a:pt x="492252" y="68592"/>
                </a:lnTo>
                <a:lnTo>
                  <a:pt x="370332" y="68592"/>
                </a:lnTo>
                <a:lnTo>
                  <a:pt x="384048" y="82308"/>
                </a:lnTo>
                <a:lnTo>
                  <a:pt x="393192" y="80302"/>
                </a:lnTo>
                <a:lnTo>
                  <a:pt x="402336" y="78879"/>
                </a:lnTo>
                <a:lnTo>
                  <a:pt x="411480" y="78016"/>
                </a:lnTo>
                <a:lnTo>
                  <a:pt x="420624" y="77736"/>
                </a:lnTo>
                <a:lnTo>
                  <a:pt x="489204" y="77736"/>
                </a:lnTo>
                <a:lnTo>
                  <a:pt x="476605" y="100609"/>
                </a:lnTo>
                <a:lnTo>
                  <a:pt x="463867" y="121361"/>
                </a:lnTo>
                <a:lnTo>
                  <a:pt x="450837" y="140093"/>
                </a:lnTo>
                <a:lnTo>
                  <a:pt x="437388" y="156984"/>
                </a:lnTo>
                <a:lnTo>
                  <a:pt x="422148" y="150888"/>
                </a:lnTo>
                <a:lnTo>
                  <a:pt x="423672" y="163080"/>
                </a:lnTo>
                <a:lnTo>
                  <a:pt x="423672" y="173748"/>
                </a:lnTo>
                <a:lnTo>
                  <a:pt x="411683" y="188290"/>
                </a:lnTo>
                <a:lnTo>
                  <a:pt x="396430" y="204419"/>
                </a:lnTo>
                <a:lnTo>
                  <a:pt x="378015" y="221957"/>
                </a:lnTo>
                <a:lnTo>
                  <a:pt x="356616" y="240804"/>
                </a:lnTo>
                <a:lnTo>
                  <a:pt x="359664" y="245376"/>
                </a:lnTo>
                <a:lnTo>
                  <a:pt x="375678" y="235369"/>
                </a:lnTo>
                <a:lnTo>
                  <a:pt x="391858" y="223659"/>
                </a:lnTo>
                <a:lnTo>
                  <a:pt x="408305" y="210223"/>
                </a:lnTo>
                <a:lnTo>
                  <a:pt x="425196" y="195084"/>
                </a:lnTo>
                <a:lnTo>
                  <a:pt x="425145" y="323100"/>
                </a:lnTo>
                <a:lnTo>
                  <a:pt x="425005" y="332435"/>
                </a:lnTo>
                <a:lnTo>
                  <a:pt x="424548" y="343687"/>
                </a:lnTo>
                <a:lnTo>
                  <a:pt x="423672" y="355104"/>
                </a:lnTo>
                <a:lnTo>
                  <a:pt x="446532" y="342912"/>
                </a:lnTo>
                <a:lnTo>
                  <a:pt x="446532" y="195084"/>
                </a:lnTo>
                <a:lnTo>
                  <a:pt x="446532" y="173748"/>
                </a:lnTo>
                <a:lnTo>
                  <a:pt x="461530" y="156984"/>
                </a:lnTo>
                <a:lnTo>
                  <a:pt x="463410" y="154889"/>
                </a:lnTo>
                <a:lnTo>
                  <a:pt x="479869" y="132600"/>
                </a:lnTo>
                <a:lnTo>
                  <a:pt x="496036" y="106883"/>
                </a:lnTo>
                <a:lnTo>
                  <a:pt x="512064" y="77736"/>
                </a:lnTo>
                <a:lnTo>
                  <a:pt x="704088" y="77736"/>
                </a:lnTo>
                <a:close/>
              </a:path>
              <a:path w="1754504" h="355600">
                <a:moveTo>
                  <a:pt x="713232" y="318528"/>
                </a:moveTo>
                <a:lnTo>
                  <a:pt x="682752" y="288048"/>
                </a:lnTo>
                <a:lnTo>
                  <a:pt x="661416" y="309384"/>
                </a:lnTo>
                <a:lnTo>
                  <a:pt x="585216" y="309384"/>
                </a:lnTo>
                <a:lnTo>
                  <a:pt x="585216" y="187464"/>
                </a:lnTo>
                <a:lnTo>
                  <a:pt x="691896" y="187464"/>
                </a:lnTo>
                <a:lnTo>
                  <a:pt x="662940" y="158508"/>
                </a:lnTo>
                <a:lnTo>
                  <a:pt x="643128" y="178320"/>
                </a:lnTo>
                <a:lnTo>
                  <a:pt x="585216" y="178320"/>
                </a:lnTo>
                <a:lnTo>
                  <a:pt x="585216" y="115836"/>
                </a:lnTo>
                <a:lnTo>
                  <a:pt x="597408" y="105168"/>
                </a:lnTo>
                <a:lnTo>
                  <a:pt x="562356" y="89928"/>
                </a:lnTo>
                <a:lnTo>
                  <a:pt x="562584" y="102514"/>
                </a:lnTo>
                <a:lnTo>
                  <a:pt x="563118" y="112979"/>
                </a:lnTo>
                <a:lnTo>
                  <a:pt x="563626" y="121361"/>
                </a:lnTo>
                <a:lnTo>
                  <a:pt x="563880" y="128028"/>
                </a:lnTo>
                <a:lnTo>
                  <a:pt x="563880" y="178320"/>
                </a:lnTo>
                <a:lnTo>
                  <a:pt x="475488" y="178320"/>
                </a:lnTo>
                <a:lnTo>
                  <a:pt x="489204" y="192036"/>
                </a:lnTo>
                <a:lnTo>
                  <a:pt x="497484" y="190030"/>
                </a:lnTo>
                <a:lnTo>
                  <a:pt x="506349" y="188607"/>
                </a:lnTo>
                <a:lnTo>
                  <a:pt x="515772" y="187744"/>
                </a:lnTo>
                <a:lnTo>
                  <a:pt x="525780" y="187464"/>
                </a:lnTo>
                <a:lnTo>
                  <a:pt x="563880" y="187464"/>
                </a:lnTo>
                <a:lnTo>
                  <a:pt x="563880" y="309384"/>
                </a:lnTo>
                <a:lnTo>
                  <a:pt x="454152" y="309384"/>
                </a:lnTo>
                <a:lnTo>
                  <a:pt x="469392" y="323100"/>
                </a:lnTo>
                <a:lnTo>
                  <a:pt x="477672" y="321094"/>
                </a:lnTo>
                <a:lnTo>
                  <a:pt x="486537" y="319671"/>
                </a:lnTo>
                <a:lnTo>
                  <a:pt x="495960" y="318808"/>
                </a:lnTo>
                <a:lnTo>
                  <a:pt x="505968" y="318528"/>
                </a:lnTo>
                <a:lnTo>
                  <a:pt x="713232" y="318528"/>
                </a:lnTo>
                <a:close/>
              </a:path>
              <a:path w="1754504" h="355600">
                <a:moveTo>
                  <a:pt x="1018019" y="106680"/>
                </a:moveTo>
                <a:lnTo>
                  <a:pt x="981443" y="106680"/>
                </a:lnTo>
                <a:lnTo>
                  <a:pt x="946391" y="272796"/>
                </a:lnTo>
                <a:lnTo>
                  <a:pt x="894575" y="106680"/>
                </a:lnTo>
                <a:lnTo>
                  <a:pt x="865619" y="106680"/>
                </a:lnTo>
                <a:lnTo>
                  <a:pt x="813803" y="272796"/>
                </a:lnTo>
                <a:lnTo>
                  <a:pt x="777227" y="106680"/>
                </a:lnTo>
                <a:lnTo>
                  <a:pt x="739127" y="106680"/>
                </a:lnTo>
                <a:lnTo>
                  <a:pt x="793991" y="320040"/>
                </a:lnTo>
                <a:lnTo>
                  <a:pt x="827519" y="320040"/>
                </a:lnTo>
                <a:lnTo>
                  <a:pt x="879335" y="155448"/>
                </a:lnTo>
                <a:lnTo>
                  <a:pt x="931151" y="320040"/>
                </a:lnTo>
                <a:lnTo>
                  <a:pt x="964679" y="320040"/>
                </a:lnTo>
                <a:lnTo>
                  <a:pt x="1018019" y="106680"/>
                </a:lnTo>
                <a:close/>
              </a:path>
              <a:path w="1754504" h="355600">
                <a:moveTo>
                  <a:pt x="1173480" y="100584"/>
                </a:moveTo>
                <a:lnTo>
                  <a:pt x="1149096" y="76200"/>
                </a:lnTo>
                <a:lnTo>
                  <a:pt x="1133856" y="91440"/>
                </a:lnTo>
                <a:lnTo>
                  <a:pt x="1121664" y="91440"/>
                </a:lnTo>
                <a:lnTo>
                  <a:pt x="1121664" y="25908"/>
                </a:lnTo>
                <a:lnTo>
                  <a:pt x="1135380" y="16764"/>
                </a:lnTo>
                <a:lnTo>
                  <a:pt x="1100328" y="0"/>
                </a:lnTo>
                <a:lnTo>
                  <a:pt x="1101775" y="54470"/>
                </a:lnTo>
                <a:lnTo>
                  <a:pt x="1101852" y="91440"/>
                </a:lnTo>
                <a:lnTo>
                  <a:pt x="1037844" y="91440"/>
                </a:lnTo>
                <a:lnTo>
                  <a:pt x="1050036" y="103632"/>
                </a:lnTo>
                <a:lnTo>
                  <a:pt x="1065276" y="100584"/>
                </a:lnTo>
                <a:lnTo>
                  <a:pt x="1101852" y="100584"/>
                </a:lnTo>
                <a:lnTo>
                  <a:pt x="1101852" y="170688"/>
                </a:lnTo>
                <a:lnTo>
                  <a:pt x="1079601" y="180073"/>
                </a:lnTo>
                <a:lnTo>
                  <a:pt x="1061085" y="187452"/>
                </a:lnTo>
                <a:lnTo>
                  <a:pt x="1046556" y="192557"/>
                </a:lnTo>
                <a:lnTo>
                  <a:pt x="1036320" y="195072"/>
                </a:lnTo>
                <a:lnTo>
                  <a:pt x="1054608" y="224028"/>
                </a:lnTo>
                <a:lnTo>
                  <a:pt x="1060907" y="217487"/>
                </a:lnTo>
                <a:lnTo>
                  <a:pt x="1070800" y="209359"/>
                </a:lnTo>
                <a:lnTo>
                  <a:pt x="1084389" y="199821"/>
                </a:lnTo>
                <a:lnTo>
                  <a:pt x="1101852" y="188976"/>
                </a:lnTo>
                <a:lnTo>
                  <a:pt x="1101852" y="313944"/>
                </a:lnTo>
                <a:lnTo>
                  <a:pt x="1098804" y="320040"/>
                </a:lnTo>
                <a:lnTo>
                  <a:pt x="1091184" y="320040"/>
                </a:lnTo>
                <a:lnTo>
                  <a:pt x="1084326" y="319760"/>
                </a:lnTo>
                <a:lnTo>
                  <a:pt x="1075182" y="318897"/>
                </a:lnTo>
                <a:lnTo>
                  <a:pt x="1063752" y="317474"/>
                </a:lnTo>
                <a:lnTo>
                  <a:pt x="1050036" y="315468"/>
                </a:lnTo>
                <a:lnTo>
                  <a:pt x="1050036" y="321564"/>
                </a:lnTo>
                <a:lnTo>
                  <a:pt x="1068006" y="329565"/>
                </a:lnTo>
                <a:lnTo>
                  <a:pt x="1080706" y="337566"/>
                </a:lnTo>
                <a:lnTo>
                  <a:pt x="1087958" y="345567"/>
                </a:lnTo>
                <a:lnTo>
                  <a:pt x="1089660" y="353568"/>
                </a:lnTo>
                <a:lnTo>
                  <a:pt x="1104519" y="345567"/>
                </a:lnTo>
                <a:lnTo>
                  <a:pt x="1114806" y="335280"/>
                </a:lnTo>
                <a:lnTo>
                  <a:pt x="1120521" y="322707"/>
                </a:lnTo>
                <a:lnTo>
                  <a:pt x="1120724" y="320040"/>
                </a:lnTo>
                <a:lnTo>
                  <a:pt x="1121613" y="308419"/>
                </a:lnTo>
                <a:lnTo>
                  <a:pt x="1121664" y="188976"/>
                </a:lnTo>
                <a:lnTo>
                  <a:pt x="1121664" y="178308"/>
                </a:lnTo>
                <a:lnTo>
                  <a:pt x="1145603" y="163068"/>
                </a:lnTo>
                <a:lnTo>
                  <a:pt x="1171956" y="146304"/>
                </a:lnTo>
                <a:lnTo>
                  <a:pt x="1168908" y="141732"/>
                </a:lnTo>
                <a:lnTo>
                  <a:pt x="1121664" y="163068"/>
                </a:lnTo>
                <a:lnTo>
                  <a:pt x="1121664" y="100584"/>
                </a:lnTo>
                <a:lnTo>
                  <a:pt x="1173480" y="100584"/>
                </a:lnTo>
                <a:close/>
              </a:path>
              <a:path w="1754504" h="355600">
                <a:moveTo>
                  <a:pt x="1264920" y="19812"/>
                </a:moveTo>
                <a:lnTo>
                  <a:pt x="1229868" y="1524"/>
                </a:lnTo>
                <a:lnTo>
                  <a:pt x="1230096" y="14986"/>
                </a:lnTo>
                <a:lnTo>
                  <a:pt x="1230566" y="30480"/>
                </a:lnTo>
                <a:lnTo>
                  <a:pt x="1231150" y="54470"/>
                </a:lnTo>
                <a:lnTo>
                  <a:pt x="1231392" y="80772"/>
                </a:lnTo>
                <a:lnTo>
                  <a:pt x="1162812" y="80772"/>
                </a:lnTo>
                <a:lnTo>
                  <a:pt x="1175004" y="92964"/>
                </a:lnTo>
                <a:lnTo>
                  <a:pt x="1190244" y="89916"/>
                </a:lnTo>
                <a:lnTo>
                  <a:pt x="1231392" y="89916"/>
                </a:lnTo>
                <a:lnTo>
                  <a:pt x="1231392" y="158496"/>
                </a:lnTo>
                <a:lnTo>
                  <a:pt x="1171956" y="158496"/>
                </a:lnTo>
                <a:lnTo>
                  <a:pt x="1184148" y="170688"/>
                </a:lnTo>
                <a:lnTo>
                  <a:pt x="1197864" y="167640"/>
                </a:lnTo>
                <a:lnTo>
                  <a:pt x="1231392" y="167640"/>
                </a:lnTo>
                <a:lnTo>
                  <a:pt x="1231392" y="237744"/>
                </a:lnTo>
                <a:lnTo>
                  <a:pt x="1147572" y="237744"/>
                </a:lnTo>
                <a:lnTo>
                  <a:pt x="1159764" y="249936"/>
                </a:lnTo>
                <a:lnTo>
                  <a:pt x="1173480" y="246888"/>
                </a:lnTo>
                <a:lnTo>
                  <a:pt x="1231392" y="246888"/>
                </a:lnTo>
                <a:lnTo>
                  <a:pt x="1231150" y="279450"/>
                </a:lnTo>
                <a:lnTo>
                  <a:pt x="1230630" y="307848"/>
                </a:lnTo>
                <a:lnTo>
                  <a:pt x="1230083" y="335280"/>
                </a:lnTo>
                <a:lnTo>
                  <a:pt x="1229868" y="355092"/>
                </a:lnTo>
                <a:lnTo>
                  <a:pt x="1251204" y="344424"/>
                </a:lnTo>
                <a:lnTo>
                  <a:pt x="1251204" y="246888"/>
                </a:lnTo>
                <a:lnTo>
                  <a:pt x="1251204" y="167640"/>
                </a:lnTo>
                <a:lnTo>
                  <a:pt x="1251204" y="89916"/>
                </a:lnTo>
                <a:lnTo>
                  <a:pt x="1251204" y="30480"/>
                </a:lnTo>
                <a:lnTo>
                  <a:pt x="1264920" y="19812"/>
                </a:lnTo>
                <a:close/>
              </a:path>
              <a:path w="1754504" h="355600">
                <a:moveTo>
                  <a:pt x="1397508" y="248412"/>
                </a:moveTo>
                <a:lnTo>
                  <a:pt x="1388364" y="239268"/>
                </a:lnTo>
                <a:lnTo>
                  <a:pt x="1371600" y="222504"/>
                </a:lnTo>
                <a:lnTo>
                  <a:pt x="1354836" y="239268"/>
                </a:lnTo>
                <a:lnTo>
                  <a:pt x="1310640" y="239268"/>
                </a:lnTo>
                <a:lnTo>
                  <a:pt x="1310640" y="169164"/>
                </a:lnTo>
                <a:lnTo>
                  <a:pt x="1389888" y="169164"/>
                </a:lnTo>
                <a:lnTo>
                  <a:pt x="1380744" y="160020"/>
                </a:lnTo>
                <a:lnTo>
                  <a:pt x="1365504" y="144780"/>
                </a:lnTo>
                <a:lnTo>
                  <a:pt x="1350264" y="160020"/>
                </a:lnTo>
                <a:lnTo>
                  <a:pt x="1310640" y="160020"/>
                </a:lnTo>
                <a:lnTo>
                  <a:pt x="1310640" y="91440"/>
                </a:lnTo>
                <a:lnTo>
                  <a:pt x="1394460" y="91440"/>
                </a:lnTo>
                <a:lnTo>
                  <a:pt x="1385316" y="82296"/>
                </a:lnTo>
                <a:lnTo>
                  <a:pt x="1370076" y="67056"/>
                </a:lnTo>
                <a:lnTo>
                  <a:pt x="1354836" y="82296"/>
                </a:lnTo>
                <a:lnTo>
                  <a:pt x="1310640" y="82296"/>
                </a:lnTo>
                <a:lnTo>
                  <a:pt x="1310640" y="30480"/>
                </a:lnTo>
                <a:lnTo>
                  <a:pt x="1325880" y="19812"/>
                </a:lnTo>
                <a:lnTo>
                  <a:pt x="1289304" y="3048"/>
                </a:lnTo>
                <a:lnTo>
                  <a:pt x="1289532" y="17653"/>
                </a:lnTo>
                <a:lnTo>
                  <a:pt x="1289939" y="30480"/>
                </a:lnTo>
                <a:lnTo>
                  <a:pt x="1290586" y="52565"/>
                </a:lnTo>
                <a:lnTo>
                  <a:pt x="1290751" y="67056"/>
                </a:lnTo>
                <a:lnTo>
                  <a:pt x="1290828" y="355092"/>
                </a:lnTo>
                <a:lnTo>
                  <a:pt x="1312164" y="344424"/>
                </a:lnTo>
                <a:lnTo>
                  <a:pt x="1311275" y="324713"/>
                </a:lnTo>
                <a:lnTo>
                  <a:pt x="1310830" y="302133"/>
                </a:lnTo>
                <a:lnTo>
                  <a:pt x="1310652" y="276707"/>
                </a:lnTo>
                <a:lnTo>
                  <a:pt x="1310640" y="248412"/>
                </a:lnTo>
                <a:lnTo>
                  <a:pt x="1397508" y="248412"/>
                </a:lnTo>
                <a:close/>
              </a:path>
              <a:path w="1754504" h="355600">
                <a:moveTo>
                  <a:pt x="1754111" y="219456"/>
                </a:moveTo>
                <a:lnTo>
                  <a:pt x="1748485" y="214884"/>
                </a:lnTo>
                <a:lnTo>
                  <a:pt x="1729727" y="199644"/>
                </a:lnTo>
                <a:lnTo>
                  <a:pt x="1720583" y="211074"/>
                </a:lnTo>
                <a:lnTo>
                  <a:pt x="1720583" y="224028"/>
                </a:lnTo>
                <a:lnTo>
                  <a:pt x="1720583" y="315468"/>
                </a:lnTo>
                <a:lnTo>
                  <a:pt x="1566659" y="315468"/>
                </a:lnTo>
                <a:lnTo>
                  <a:pt x="1566659" y="234696"/>
                </a:lnTo>
                <a:lnTo>
                  <a:pt x="1566659" y="224028"/>
                </a:lnTo>
                <a:lnTo>
                  <a:pt x="1720583" y="224028"/>
                </a:lnTo>
                <a:lnTo>
                  <a:pt x="1720583" y="211074"/>
                </a:lnTo>
                <a:lnTo>
                  <a:pt x="1717535" y="214884"/>
                </a:lnTo>
                <a:lnTo>
                  <a:pt x="1580375" y="214884"/>
                </a:lnTo>
                <a:lnTo>
                  <a:pt x="1616951" y="189738"/>
                </a:lnTo>
                <a:lnTo>
                  <a:pt x="1653527" y="160020"/>
                </a:lnTo>
                <a:lnTo>
                  <a:pt x="1690103" y="122110"/>
                </a:lnTo>
                <a:lnTo>
                  <a:pt x="1726679" y="76200"/>
                </a:lnTo>
                <a:lnTo>
                  <a:pt x="1737855" y="70104"/>
                </a:lnTo>
                <a:lnTo>
                  <a:pt x="1743443" y="67056"/>
                </a:lnTo>
                <a:lnTo>
                  <a:pt x="1735721" y="60960"/>
                </a:lnTo>
                <a:lnTo>
                  <a:pt x="1714487" y="44196"/>
                </a:lnTo>
                <a:lnTo>
                  <a:pt x="1700771" y="60960"/>
                </a:lnTo>
                <a:lnTo>
                  <a:pt x="1571231" y="60960"/>
                </a:lnTo>
                <a:lnTo>
                  <a:pt x="1575828" y="54940"/>
                </a:lnTo>
                <a:lnTo>
                  <a:pt x="1580565" y="48196"/>
                </a:lnTo>
                <a:lnTo>
                  <a:pt x="1585595" y="40601"/>
                </a:lnTo>
                <a:lnTo>
                  <a:pt x="1591043" y="32004"/>
                </a:lnTo>
                <a:lnTo>
                  <a:pt x="1607807" y="25908"/>
                </a:lnTo>
                <a:lnTo>
                  <a:pt x="1574279" y="1524"/>
                </a:lnTo>
                <a:lnTo>
                  <a:pt x="1566049" y="24384"/>
                </a:lnTo>
                <a:lnTo>
                  <a:pt x="1555229" y="47244"/>
                </a:lnTo>
                <a:lnTo>
                  <a:pt x="1527035" y="92964"/>
                </a:lnTo>
                <a:lnTo>
                  <a:pt x="1492745" y="132588"/>
                </a:lnTo>
                <a:lnTo>
                  <a:pt x="1458455" y="163068"/>
                </a:lnTo>
                <a:lnTo>
                  <a:pt x="1463027" y="167640"/>
                </a:lnTo>
                <a:lnTo>
                  <a:pt x="1490154" y="149618"/>
                </a:lnTo>
                <a:lnTo>
                  <a:pt x="1516557" y="127444"/>
                </a:lnTo>
                <a:lnTo>
                  <a:pt x="1531912" y="111556"/>
                </a:lnTo>
                <a:lnTo>
                  <a:pt x="1544396" y="123977"/>
                </a:lnTo>
                <a:lnTo>
                  <a:pt x="1555419" y="136779"/>
                </a:lnTo>
                <a:lnTo>
                  <a:pt x="1563268" y="147828"/>
                </a:lnTo>
                <a:lnTo>
                  <a:pt x="1568183" y="156972"/>
                </a:lnTo>
                <a:lnTo>
                  <a:pt x="1571231" y="164592"/>
                </a:lnTo>
                <a:lnTo>
                  <a:pt x="1572755" y="167640"/>
                </a:lnTo>
                <a:lnTo>
                  <a:pt x="1578851" y="167640"/>
                </a:lnTo>
                <a:lnTo>
                  <a:pt x="1586471" y="160020"/>
                </a:lnTo>
                <a:lnTo>
                  <a:pt x="1589519" y="155448"/>
                </a:lnTo>
                <a:lnTo>
                  <a:pt x="1591043" y="147828"/>
                </a:lnTo>
                <a:lnTo>
                  <a:pt x="1587995" y="138684"/>
                </a:lnTo>
                <a:lnTo>
                  <a:pt x="1583740" y="132168"/>
                </a:lnTo>
                <a:lnTo>
                  <a:pt x="1573326" y="124206"/>
                </a:lnTo>
                <a:lnTo>
                  <a:pt x="1556931" y="115112"/>
                </a:lnTo>
                <a:lnTo>
                  <a:pt x="1537055" y="106235"/>
                </a:lnTo>
                <a:lnTo>
                  <a:pt x="1538084" y="105156"/>
                </a:lnTo>
                <a:lnTo>
                  <a:pt x="1542110" y="100990"/>
                </a:lnTo>
                <a:lnTo>
                  <a:pt x="1566659" y="70104"/>
                </a:lnTo>
                <a:lnTo>
                  <a:pt x="1700771" y="70104"/>
                </a:lnTo>
                <a:lnTo>
                  <a:pt x="1686471" y="89496"/>
                </a:lnTo>
                <a:lnTo>
                  <a:pt x="1670862" y="108585"/>
                </a:lnTo>
                <a:lnTo>
                  <a:pt x="1653844" y="127114"/>
                </a:lnTo>
                <a:lnTo>
                  <a:pt x="1632051" y="147828"/>
                </a:lnTo>
                <a:lnTo>
                  <a:pt x="1616951" y="162242"/>
                </a:lnTo>
                <a:lnTo>
                  <a:pt x="1598663" y="178117"/>
                </a:lnTo>
                <a:lnTo>
                  <a:pt x="1580375" y="192582"/>
                </a:lnTo>
                <a:lnTo>
                  <a:pt x="1562087" y="205740"/>
                </a:lnTo>
                <a:lnTo>
                  <a:pt x="1545323" y="199644"/>
                </a:lnTo>
                <a:lnTo>
                  <a:pt x="1545323" y="214884"/>
                </a:lnTo>
                <a:lnTo>
                  <a:pt x="1520418" y="231444"/>
                </a:lnTo>
                <a:lnTo>
                  <a:pt x="1493507" y="246697"/>
                </a:lnTo>
                <a:lnTo>
                  <a:pt x="1464322" y="260540"/>
                </a:lnTo>
                <a:lnTo>
                  <a:pt x="1432547" y="272796"/>
                </a:lnTo>
                <a:lnTo>
                  <a:pt x="1434071" y="277368"/>
                </a:lnTo>
                <a:lnTo>
                  <a:pt x="1462608" y="269633"/>
                </a:lnTo>
                <a:lnTo>
                  <a:pt x="1490840" y="260032"/>
                </a:lnTo>
                <a:lnTo>
                  <a:pt x="1518513" y="248437"/>
                </a:lnTo>
                <a:lnTo>
                  <a:pt x="1545323" y="234696"/>
                </a:lnTo>
                <a:lnTo>
                  <a:pt x="1545247" y="298208"/>
                </a:lnTo>
                <a:lnTo>
                  <a:pt x="1545132" y="308419"/>
                </a:lnTo>
                <a:lnTo>
                  <a:pt x="1544688" y="328028"/>
                </a:lnTo>
                <a:lnTo>
                  <a:pt x="1543799" y="352044"/>
                </a:lnTo>
                <a:lnTo>
                  <a:pt x="1566659" y="342900"/>
                </a:lnTo>
                <a:lnTo>
                  <a:pt x="1566659" y="324612"/>
                </a:lnTo>
                <a:lnTo>
                  <a:pt x="1720583" y="324612"/>
                </a:lnTo>
                <a:lnTo>
                  <a:pt x="1720583" y="347472"/>
                </a:lnTo>
                <a:lnTo>
                  <a:pt x="1743443" y="335280"/>
                </a:lnTo>
                <a:lnTo>
                  <a:pt x="1742706" y="324612"/>
                </a:lnTo>
                <a:lnTo>
                  <a:pt x="1742567" y="322732"/>
                </a:lnTo>
                <a:lnTo>
                  <a:pt x="1742300" y="315468"/>
                </a:lnTo>
                <a:lnTo>
                  <a:pt x="1742109" y="310324"/>
                </a:lnTo>
                <a:lnTo>
                  <a:pt x="1741944" y="298208"/>
                </a:lnTo>
                <a:lnTo>
                  <a:pt x="1741919" y="228600"/>
                </a:lnTo>
                <a:lnTo>
                  <a:pt x="1748015" y="224028"/>
                </a:lnTo>
                <a:lnTo>
                  <a:pt x="1754111" y="21945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" name="object 53"/>
          <p:cNvSpPr/>
          <p:nvPr/>
        </p:nvSpPr>
        <p:spPr>
          <a:xfrm>
            <a:off x="9322307" y="4415028"/>
            <a:ext cx="295910" cy="358140"/>
          </a:xfrm>
          <a:custGeom>
            <a:avLst/>
            <a:gdLst/>
            <a:ahLst/>
            <a:cxnLst/>
            <a:rect l="l" t="t" r="r" b="b"/>
            <a:pathLst>
              <a:path w="295909" h="358139">
                <a:moveTo>
                  <a:pt x="150876" y="89916"/>
                </a:moveTo>
                <a:lnTo>
                  <a:pt x="128016" y="89916"/>
                </a:lnTo>
                <a:lnTo>
                  <a:pt x="127992" y="61936"/>
                </a:lnTo>
                <a:lnTo>
                  <a:pt x="127825" y="37528"/>
                </a:lnTo>
                <a:lnTo>
                  <a:pt x="127369" y="16764"/>
                </a:lnTo>
                <a:lnTo>
                  <a:pt x="126492" y="0"/>
                </a:lnTo>
                <a:lnTo>
                  <a:pt x="163068" y="16764"/>
                </a:lnTo>
                <a:lnTo>
                  <a:pt x="150876" y="28956"/>
                </a:lnTo>
                <a:lnTo>
                  <a:pt x="150876" y="89916"/>
                </a:lnTo>
                <a:close/>
              </a:path>
              <a:path w="295909" h="358139">
                <a:moveTo>
                  <a:pt x="293663" y="89916"/>
                </a:moveTo>
                <a:lnTo>
                  <a:pt x="257556" y="89916"/>
                </a:lnTo>
                <a:lnTo>
                  <a:pt x="269748" y="71628"/>
                </a:lnTo>
                <a:lnTo>
                  <a:pt x="293663" y="89916"/>
                </a:lnTo>
                <a:close/>
              </a:path>
              <a:path w="295909" h="358139">
                <a:moveTo>
                  <a:pt x="0" y="239268"/>
                </a:moveTo>
                <a:lnTo>
                  <a:pt x="238" y="224099"/>
                </a:lnTo>
                <a:lnTo>
                  <a:pt x="762" y="205930"/>
                </a:lnTo>
                <a:lnTo>
                  <a:pt x="1285" y="184618"/>
                </a:lnTo>
                <a:lnTo>
                  <a:pt x="1524" y="160020"/>
                </a:lnTo>
                <a:lnTo>
                  <a:pt x="1500" y="135135"/>
                </a:lnTo>
                <a:lnTo>
                  <a:pt x="1333" y="112966"/>
                </a:lnTo>
                <a:lnTo>
                  <a:pt x="881" y="93368"/>
                </a:lnTo>
                <a:lnTo>
                  <a:pt x="0" y="76200"/>
                </a:lnTo>
                <a:lnTo>
                  <a:pt x="22860" y="89916"/>
                </a:lnTo>
                <a:lnTo>
                  <a:pt x="293663" y="89916"/>
                </a:lnTo>
                <a:lnTo>
                  <a:pt x="295656" y="91440"/>
                </a:lnTo>
                <a:lnTo>
                  <a:pt x="287083" y="99060"/>
                </a:lnTo>
                <a:lnTo>
                  <a:pt x="22860" y="99060"/>
                </a:lnTo>
                <a:lnTo>
                  <a:pt x="22860" y="199644"/>
                </a:lnTo>
                <a:lnTo>
                  <a:pt x="282159" y="199644"/>
                </a:lnTo>
                <a:lnTo>
                  <a:pt x="282178" y="200286"/>
                </a:lnTo>
                <a:lnTo>
                  <a:pt x="282682" y="208788"/>
                </a:lnTo>
                <a:lnTo>
                  <a:pt x="22860" y="208788"/>
                </a:lnTo>
                <a:lnTo>
                  <a:pt x="22860" y="227076"/>
                </a:lnTo>
                <a:lnTo>
                  <a:pt x="0" y="239268"/>
                </a:lnTo>
                <a:close/>
              </a:path>
              <a:path w="295909" h="358139">
                <a:moveTo>
                  <a:pt x="150876" y="199644"/>
                </a:moveTo>
                <a:lnTo>
                  <a:pt x="128016" y="199644"/>
                </a:lnTo>
                <a:lnTo>
                  <a:pt x="128016" y="99060"/>
                </a:lnTo>
                <a:lnTo>
                  <a:pt x="150876" y="99060"/>
                </a:lnTo>
                <a:lnTo>
                  <a:pt x="150876" y="199644"/>
                </a:lnTo>
                <a:close/>
              </a:path>
              <a:path w="295909" h="358139">
                <a:moveTo>
                  <a:pt x="282159" y="199644"/>
                </a:moveTo>
                <a:lnTo>
                  <a:pt x="260604" y="199644"/>
                </a:lnTo>
                <a:lnTo>
                  <a:pt x="260604" y="99060"/>
                </a:lnTo>
                <a:lnTo>
                  <a:pt x="287083" y="99060"/>
                </a:lnTo>
                <a:lnTo>
                  <a:pt x="281940" y="103632"/>
                </a:lnTo>
                <a:lnTo>
                  <a:pt x="281940" y="192024"/>
                </a:lnTo>
                <a:lnTo>
                  <a:pt x="282159" y="199644"/>
                </a:lnTo>
                <a:close/>
              </a:path>
              <a:path w="295909" h="358139">
                <a:moveTo>
                  <a:pt x="126492" y="358140"/>
                </a:moveTo>
                <a:lnTo>
                  <a:pt x="127373" y="335875"/>
                </a:lnTo>
                <a:lnTo>
                  <a:pt x="127825" y="303466"/>
                </a:lnTo>
                <a:lnTo>
                  <a:pt x="127992" y="261056"/>
                </a:lnTo>
                <a:lnTo>
                  <a:pt x="128016" y="208788"/>
                </a:lnTo>
                <a:lnTo>
                  <a:pt x="150876" y="208788"/>
                </a:lnTo>
                <a:lnTo>
                  <a:pt x="150899" y="261056"/>
                </a:lnTo>
                <a:lnTo>
                  <a:pt x="151066" y="301180"/>
                </a:lnTo>
                <a:lnTo>
                  <a:pt x="151518" y="329017"/>
                </a:lnTo>
                <a:lnTo>
                  <a:pt x="152400" y="344424"/>
                </a:lnTo>
                <a:lnTo>
                  <a:pt x="126492" y="358140"/>
                </a:lnTo>
                <a:close/>
              </a:path>
              <a:path w="295909" h="358139">
                <a:moveTo>
                  <a:pt x="260604" y="236220"/>
                </a:moveTo>
                <a:lnTo>
                  <a:pt x="260604" y="208788"/>
                </a:lnTo>
                <a:lnTo>
                  <a:pt x="282682" y="208788"/>
                </a:lnTo>
                <a:lnTo>
                  <a:pt x="283225" y="217955"/>
                </a:lnTo>
                <a:lnTo>
                  <a:pt x="283464" y="227076"/>
                </a:lnTo>
                <a:lnTo>
                  <a:pt x="260604" y="2362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" name="object 54"/>
          <p:cNvSpPr/>
          <p:nvPr/>
        </p:nvSpPr>
        <p:spPr>
          <a:xfrm>
            <a:off x="9717023" y="4422647"/>
            <a:ext cx="309880" cy="327660"/>
          </a:xfrm>
          <a:custGeom>
            <a:avLst/>
            <a:gdLst/>
            <a:ahLst/>
            <a:cxnLst/>
            <a:rect l="l" t="t" r="r" b="b"/>
            <a:pathLst>
              <a:path w="309879" h="327660">
                <a:moveTo>
                  <a:pt x="18288" y="327660"/>
                </a:moveTo>
                <a:lnTo>
                  <a:pt x="0" y="301751"/>
                </a:lnTo>
                <a:lnTo>
                  <a:pt x="4572" y="298704"/>
                </a:lnTo>
                <a:lnTo>
                  <a:pt x="6096" y="291084"/>
                </a:lnTo>
                <a:lnTo>
                  <a:pt x="6072" y="72913"/>
                </a:lnTo>
                <a:lnTo>
                  <a:pt x="5905" y="44958"/>
                </a:lnTo>
                <a:lnTo>
                  <a:pt x="5453" y="21574"/>
                </a:lnTo>
                <a:lnTo>
                  <a:pt x="4572" y="3048"/>
                </a:lnTo>
                <a:lnTo>
                  <a:pt x="41148" y="19812"/>
                </a:lnTo>
                <a:lnTo>
                  <a:pt x="27432" y="32004"/>
                </a:lnTo>
                <a:lnTo>
                  <a:pt x="27432" y="134112"/>
                </a:lnTo>
                <a:lnTo>
                  <a:pt x="124968" y="134112"/>
                </a:lnTo>
                <a:lnTo>
                  <a:pt x="134112" y="143256"/>
                </a:lnTo>
                <a:lnTo>
                  <a:pt x="27432" y="143256"/>
                </a:lnTo>
                <a:lnTo>
                  <a:pt x="27432" y="291084"/>
                </a:lnTo>
                <a:lnTo>
                  <a:pt x="73477" y="291084"/>
                </a:lnTo>
                <a:lnTo>
                  <a:pt x="58102" y="299466"/>
                </a:lnTo>
                <a:lnTo>
                  <a:pt x="33980" y="314848"/>
                </a:lnTo>
                <a:lnTo>
                  <a:pt x="18288" y="327660"/>
                </a:lnTo>
                <a:close/>
              </a:path>
              <a:path w="309879" h="327660">
                <a:moveTo>
                  <a:pt x="124968" y="134112"/>
                </a:moveTo>
                <a:lnTo>
                  <a:pt x="88392" y="134112"/>
                </a:lnTo>
                <a:lnTo>
                  <a:pt x="106680" y="115824"/>
                </a:lnTo>
                <a:lnTo>
                  <a:pt x="124968" y="134112"/>
                </a:lnTo>
                <a:close/>
              </a:path>
              <a:path w="309879" h="327660">
                <a:moveTo>
                  <a:pt x="73477" y="291084"/>
                </a:moveTo>
                <a:lnTo>
                  <a:pt x="27432" y="291084"/>
                </a:lnTo>
                <a:lnTo>
                  <a:pt x="128016" y="256032"/>
                </a:lnTo>
                <a:lnTo>
                  <a:pt x="131064" y="262128"/>
                </a:lnTo>
                <a:lnTo>
                  <a:pt x="90511" y="281797"/>
                </a:lnTo>
                <a:lnTo>
                  <a:pt x="73477" y="291084"/>
                </a:lnTo>
                <a:close/>
              </a:path>
              <a:path w="309879" h="327660">
                <a:moveTo>
                  <a:pt x="265176" y="324612"/>
                </a:moveTo>
                <a:lnTo>
                  <a:pt x="185927" y="324612"/>
                </a:lnTo>
                <a:lnTo>
                  <a:pt x="170807" y="322873"/>
                </a:lnTo>
                <a:lnTo>
                  <a:pt x="159829" y="317563"/>
                </a:lnTo>
                <a:lnTo>
                  <a:pt x="153138" y="308538"/>
                </a:lnTo>
                <a:lnTo>
                  <a:pt x="150876" y="295656"/>
                </a:lnTo>
                <a:lnTo>
                  <a:pt x="150852" y="57007"/>
                </a:lnTo>
                <a:lnTo>
                  <a:pt x="150685" y="36195"/>
                </a:lnTo>
                <a:lnTo>
                  <a:pt x="150233" y="17097"/>
                </a:lnTo>
                <a:lnTo>
                  <a:pt x="149352" y="0"/>
                </a:lnTo>
                <a:lnTo>
                  <a:pt x="188976" y="18288"/>
                </a:lnTo>
                <a:lnTo>
                  <a:pt x="173736" y="30480"/>
                </a:lnTo>
                <a:lnTo>
                  <a:pt x="173736" y="158496"/>
                </a:lnTo>
                <a:lnTo>
                  <a:pt x="187755" y="158496"/>
                </a:lnTo>
                <a:lnTo>
                  <a:pt x="173736" y="167640"/>
                </a:lnTo>
                <a:lnTo>
                  <a:pt x="173833" y="287178"/>
                </a:lnTo>
                <a:lnTo>
                  <a:pt x="193548" y="304799"/>
                </a:lnTo>
                <a:lnTo>
                  <a:pt x="307184" y="304799"/>
                </a:lnTo>
                <a:lnTo>
                  <a:pt x="305014" y="307824"/>
                </a:lnTo>
                <a:lnTo>
                  <a:pt x="272867" y="324326"/>
                </a:lnTo>
                <a:lnTo>
                  <a:pt x="265176" y="324612"/>
                </a:lnTo>
                <a:close/>
              </a:path>
              <a:path w="309879" h="327660">
                <a:moveTo>
                  <a:pt x="187755" y="158496"/>
                </a:moveTo>
                <a:lnTo>
                  <a:pt x="173736" y="158496"/>
                </a:lnTo>
                <a:lnTo>
                  <a:pt x="189190" y="145875"/>
                </a:lnTo>
                <a:lnTo>
                  <a:pt x="203644" y="132969"/>
                </a:lnTo>
                <a:lnTo>
                  <a:pt x="230124" y="105156"/>
                </a:lnTo>
                <a:lnTo>
                  <a:pt x="259484" y="67651"/>
                </a:lnTo>
                <a:lnTo>
                  <a:pt x="265176" y="57912"/>
                </a:lnTo>
                <a:lnTo>
                  <a:pt x="295656" y="86868"/>
                </a:lnTo>
                <a:lnTo>
                  <a:pt x="285940" y="89439"/>
                </a:lnTo>
                <a:lnTo>
                  <a:pt x="275082" y="94869"/>
                </a:lnTo>
                <a:lnTo>
                  <a:pt x="263080" y="103155"/>
                </a:lnTo>
                <a:lnTo>
                  <a:pt x="249936" y="114300"/>
                </a:lnTo>
                <a:lnTo>
                  <a:pt x="233957" y="126920"/>
                </a:lnTo>
                <a:lnTo>
                  <a:pt x="215836" y="139827"/>
                </a:lnTo>
                <a:lnTo>
                  <a:pt x="195714" y="153304"/>
                </a:lnTo>
                <a:lnTo>
                  <a:pt x="187755" y="158496"/>
                </a:lnTo>
                <a:close/>
              </a:path>
              <a:path w="309879" h="327660">
                <a:moveTo>
                  <a:pt x="307184" y="304799"/>
                </a:moveTo>
                <a:lnTo>
                  <a:pt x="263652" y="304799"/>
                </a:lnTo>
                <a:lnTo>
                  <a:pt x="269748" y="300228"/>
                </a:lnTo>
                <a:lnTo>
                  <a:pt x="272796" y="291084"/>
                </a:lnTo>
                <a:lnTo>
                  <a:pt x="274820" y="281916"/>
                </a:lnTo>
                <a:lnTo>
                  <a:pt x="276415" y="268033"/>
                </a:lnTo>
                <a:lnTo>
                  <a:pt x="277725" y="249293"/>
                </a:lnTo>
                <a:lnTo>
                  <a:pt x="278891" y="225552"/>
                </a:lnTo>
                <a:lnTo>
                  <a:pt x="286512" y="225552"/>
                </a:lnTo>
                <a:lnTo>
                  <a:pt x="289083" y="269486"/>
                </a:lnTo>
                <a:lnTo>
                  <a:pt x="309372" y="301751"/>
                </a:lnTo>
                <a:lnTo>
                  <a:pt x="307184" y="30479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" name="object 55"/>
          <p:cNvSpPr/>
          <p:nvPr/>
        </p:nvSpPr>
        <p:spPr>
          <a:xfrm>
            <a:off x="2132063" y="4882896"/>
            <a:ext cx="1059815" cy="358140"/>
          </a:xfrm>
          <a:custGeom>
            <a:avLst/>
            <a:gdLst/>
            <a:ahLst/>
            <a:cxnLst/>
            <a:rect l="l" t="t" r="r" b="b"/>
            <a:pathLst>
              <a:path w="1059814" h="358139">
                <a:moveTo>
                  <a:pt x="278892" y="181368"/>
                </a:moveTo>
                <a:lnTo>
                  <a:pt x="271106" y="137337"/>
                </a:lnTo>
                <a:lnTo>
                  <a:pt x="240792" y="106692"/>
                </a:lnTo>
                <a:lnTo>
                  <a:pt x="214884" y="102120"/>
                </a:lnTo>
                <a:lnTo>
                  <a:pt x="206654" y="102692"/>
                </a:lnTo>
                <a:lnTo>
                  <a:pt x="166687" y="122694"/>
                </a:lnTo>
                <a:lnTo>
                  <a:pt x="150876" y="138696"/>
                </a:lnTo>
                <a:lnTo>
                  <a:pt x="146024" y="129908"/>
                </a:lnTo>
                <a:lnTo>
                  <a:pt x="112395" y="104406"/>
                </a:lnTo>
                <a:lnTo>
                  <a:pt x="94488" y="102120"/>
                </a:lnTo>
                <a:lnTo>
                  <a:pt x="86512" y="102666"/>
                </a:lnTo>
                <a:lnTo>
                  <a:pt x="50292" y="118694"/>
                </a:lnTo>
                <a:lnTo>
                  <a:pt x="36576" y="131076"/>
                </a:lnTo>
                <a:lnTo>
                  <a:pt x="36576" y="108216"/>
                </a:lnTo>
                <a:lnTo>
                  <a:pt x="0" y="108216"/>
                </a:lnTo>
                <a:lnTo>
                  <a:pt x="0" y="321576"/>
                </a:lnTo>
                <a:lnTo>
                  <a:pt x="36576" y="321576"/>
                </a:lnTo>
                <a:lnTo>
                  <a:pt x="36576" y="161556"/>
                </a:lnTo>
                <a:lnTo>
                  <a:pt x="42316" y="156121"/>
                </a:lnTo>
                <a:lnTo>
                  <a:pt x="79616" y="136194"/>
                </a:lnTo>
                <a:lnTo>
                  <a:pt x="85344" y="135648"/>
                </a:lnTo>
                <a:lnTo>
                  <a:pt x="92964" y="135648"/>
                </a:lnTo>
                <a:lnTo>
                  <a:pt x="99060" y="137172"/>
                </a:lnTo>
                <a:lnTo>
                  <a:pt x="103632" y="140220"/>
                </a:lnTo>
                <a:lnTo>
                  <a:pt x="109728" y="141744"/>
                </a:lnTo>
                <a:lnTo>
                  <a:pt x="115824" y="150888"/>
                </a:lnTo>
                <a:lnTo>
                  <a:pt x="117348" y="155460"/>
                </a:lnTo>
                <a:lnTo>
                  <a:pt x="120396" y="170700"/>
                </a:lnTo>
                <a:lnTo>
                  <a:pt x="120637" y="177558"/>
                </a:lnTo>
                <a:lnTo>
                  <a:pt x="121691" y="191274"/>
                </a:lnTo>
                <a:lnTo>
                  <a:pt x="121920" y="198132"/>
                </a:lnTo>
                <a:lnTo>
                  <a:pt x="121920" y="321576"/>
                </a:lnTo>
                <a:lnTo>
                  <a:pt x="156972" y="321576"/>
                </a:lnTo>
                <a:lnTo>
                  <a:pt x="156972" y="163080"/>
                </a:lnTo>
                <a:lnTo>
                  <a:pt x="163601" y="156768"/>
                </a:lnTo>
                <a:lnTo>
                  <a:pt x="169926" y="151460"/>
                </a:lnTo>
                <a:lnTo>
                  <a:pt x="176263" y="147002"/>
                </a:lnTo>
                <a:lnTo>
                  <a:pt x="182880" y="143268"/>
                </a:lnTo>
                <a:lnTo>
                  <a:pt x="190500" y="138696"/>
                </a:lnTo>
                <a:lnTo>
                  <a:pt x="199644" y="135648"/>
                </a:lnTo>
                <a:lnTo>
                  <a:pt x="214884" y="135648"/>
                </a:lnTo>
                <a:lnTo>
                  <a:pt x="220980" y="137172"/>
                </a:lnTo>
                <a:lnTo>
                  <a:pt x="225552" y="140220"/>
                </a:lnTo>
                <a:lnTo>
                  <a:pt x="230124" y="141744"/>
                </a:lnTo>
                <a:lnTo>
                  <a:pt x="234696" y="146316"/>
                </a:lnTo>
                <a:lnTo>
                  <a:pt x="236220" y="150888"/>
                </a:lnTo>
                <a:lnTo>
                  <a:pt x="239268" y="155460"/>
                </a:lnTo>
                <a:lnTo>
                  <a:pt x="240792" y="163080"/>
                </a:lnTo>
                <a:lnTo>
                  <a:pt x="240792" y="170700"/>
                </a:lnTo>
                <a:lnTo>
                  <a:pt x="241681" y="177558"/>
                </a:lnTo>
                <a:lnTo>
                  <a:pt x="242125" y="184416"/>
                </a:lnTo>
                <a:lnTo>
                  <a:pt x="242303" y="191274"/>
                </a:lnTo>
                <a:lnTo>
                  <a:pt x="242316" y="321576"/>
                </a:lnTo>
                <a:lnTo>
                  <a:pt x="278892" y="321576"/>
                </a:lnTo>
                <a:lnTo>
                  <a:pt x="278892" y="181368"/>
                </a:lnTo>
                <a:close/>
              </a:path>
              <a:path w="1059814" h="358139">
                <a:moveTo>
                  <a:pt x="675132" y="321564"/>
                </a:moveTo>
                <a:lnTo>
                  <a:pt x="645414" y="323659"/>
                </a:lnTo>
                <a:lnTo>
                  <a:pt x="632269" y="324358"/>
                </a:lnTo>
                <a:lnTo>
                  <a:pt x="620268" y="324612"/>
                </a:lnTo>
                <a:lnTo>
                  <a:pt x="605104" y="324307"/>
                </a:lnTo>
                <a:lnTo>
                  <a:pt x="554736" y="318516"/>
                </a:lnTo>
                <a:lnTo>
                  <a:pt x="501510" y="301752"/>
                </a:lnTo>
                <a:lnTo>
                  <a:pt x="499237" y="300736"/>
                </a:lnTo>
                <a:lnTo>
                  <a:pt x="480060" y="289560"/>
                </a:lnTo>
                <a:lnTo>
                  <a:pt x="487540" y="277368"/>
                </a:lnTo>
                <a:lnTo>
                  <a:pt x="489496" y="274180"/>
                </a:lnTo>
                <a:lnTo>
                  <a:pt x="497205" y="255651"/>
                </a:lnTo>
                <a:lnTo>
                  <a:pt x="503212" y="234276"/>
                </a:lnTo>
                <a:lnTo>
                  <a:pt x="507492" y="210312"/>
                </a:lnTo>
                <a:lnTo>
                  <a:pt x="594360" y="210312"/>
                </a:lnTo>
                <a:lnTo>
                  <a:pt x="594360" y="227076"/>
                </a:lnTo>
                <a:lnTo>
                  <a:pt x="617220" y="216408"/>
                </a:lnTo>
                <a:lnTo>
                  <a:pt x="616927" y="210312"/>
                </a:lnTo>
                <a:lnTo>
                  <a:pt x="616470" y="201168"/>
                </a:lnTo>
                <a:lnTo>
                  <a:pt x="616343" y="198716"/>
                </a:lnTo>
                <a:lnTo>
                  <a:pt x="615899" y="173736"/>
                </a:lnTo>
                <a:lnTo>
                  <a:pt x="615784" y="150876"/>
                </a:lnTo>
                <a:lnTo>
                  <a:pt x="615734" y="141732"/>
                </a:lnTo>
                <a:lnTo>
                  <a:pt x="615696" y="99060"/>
                </a:lnTo>
                <a:lnTo>
                  <a:pt x="624840" y="92964"/>
                </a:lnTo>
                <a:lnTo>
                  <a:pt x="629412" y="89916"/>
                </a:lnTo>
                <a:lnTo>
                  <a:pt x="622884" y="83820"/>
                </a:lnTo>
                <a:lnTo>
                  <a:pt x="606552" y="68580"/>
                </a:lnTo>
                <a:lnTo>
                  <a:pt x="594360" y="80772"/>
                </a:lnTo>
                <a:lnTo>
                  <a:pt x="594360" y="92964"/>
                </a:lnTo>
                <a:lnTo>
                  <a:pt x="594360" y="141732"/>
                </a:lnTo>
                <a:lnTo>
                  <a:pt x="594360" y="150876"/>
                </a:lnTo>
                <a:lnTo>
                  <a:pt x="594360" y="201168"/>
                </a:lnTo>
                <a:lnTo>
                  <a:pt x="509016" y="201168"/>
                </a:lnTo>
                <a:lnTo>
                  <a:pt x="509257" y="186880"/>
                </a:lnTo>
                <a:lnTo>
                  <a:pt x="509778" y="173736"/>
                </a:lnTo>
                <a:lnTo>
                  <a:pt x="510311" y="161734"/>
                </a:lnTo>
                <a:lnTo>
                  <a:pt x="510540" y="150876"/>
                </a:lnTo>
                <a:lnTo>
                  <a:pt x="594360" y="150876"/>
                </a:lnTo>
                <a:lnTo>
                  <a:pt x="594360" y="141732"/>
                </a:lnTo>
                <a:lnTo>
                  <a:pt x="510540" y="141732"/>
                </a:lnTo>
                <a:lnTo>
                  <a:pt x="510540" y="92964"/>
                </a:lnTo>
                <a:lnTo>
                  <a:pt x="594360" y="92964"/>
                </a:lnTo>
                <a:lnTo>
                  <a:pt x="594360" y="80772"/>
                </a:lnTo>
                <a:lnTo>
                  <a:pt x="591312" y="83820"/>
                </a:lnTo>
                <a:lnTo>
                  <a:pt x="510540" y="83820"/>
                </a:lnTo>
                <a:lnTo>
                  <a:pt x="510540" y="39624"/>
                </a:lnTo>
                <a:lnTo>
                  <a:pt x="665988" y="39624"/>
                </a:lnTo>
                <a:lnTo>
                  <a:pt x="635508" y="9144"/>
                </a:lnTo>
                <a:lnTo>
                  <a:pt x="614172" y="30480"/>
                </a:lnTo>
                <a:lnTo>
                  <a:pt x="327660" y="30480"/>
                </a:lnTo>
                <a:lnTo>
                  <a:pt x="341376" y="44196"/>
                </a:lnTo>
                <a:lnTo>
                  <a:pt x="350520" y="42202"/>
                </a:lnTo>
                <a:lnTo>
                  <a:pt x="359664" y="40767"/>
                </a:lnTo>
                <a:lnTo>
                  <a:pt x="368808" y="39916"/>
                </a:lnTo>
                <a:lnTo>
                  <a:pt x="377952" y="39624"/>
                </a:lnTo>
                <a:lnTo>
                  <a:pt x="487680" y="39624"/>
                </a:lnTo>
                <a:lnTo>
                  <a:pt x="487680" y="83820"/>
                </a:lnTo>
                <a:lnTo>
                  <a:pt x="487680" y="92964"/>
                </a:lnTo>
                <a:lnTo>
                  <a:pt x="487680" y="141732"/>
                </a:lnTo>
                <a:lnTo>
                  <a:pt x="487680" y="150876"/>
                </a:lnTo>
                <a:lnTo>
                  <a:pt x="487641" y="161734"/>
                </a:lnTo>
                <a:lnTo>
                  <a:pt x="487489" y="171450"/>
                </a:lnTo>
                <a:lnTo>
                  <a:pt x="487045" y="185166"/>
                </a:lnTo>
                <a:lnTo>
                  <a:pt x="486156" y="201168"/>
                </a:lnTo>
                <a:lnTo>
                  <a:pt x="399288" y="201168"/>
                </a:lnTo>
                <a:lnTo>
                  <a:pt x="399288" y="150876"/>
                </a:lnTo>
                <a:lnTo>
                  <a:pt x="487680" y="150876"/>
                </a:lnTo>
                <a:lnTo>
                  <a:pt x="487680" y="141732"/>
                </a:lnTo>
                <a:lnTo>
                  <a:pt x="399288" y="141732"/>
                </a:lnTo>
                <a:lnTo>
                  <a:pt x="399288" y="92964"/>
                </a:lnTo>
                <a:lnTo>
                  <a:pt x="487680" y="92964"/>
                </a:lnTo>
                <a:lnTo>
                  <a:pt x="487680" y="83820"/>
                </a:lnTo>
                <a:lnTo>
                  <a:pt x="400812" y="83820"/>
                </a:lnTo>
                <a:lnTo>
                  <a:pt x="376428" y="70104"/>
                </a:lnTo>
                <a:lnTo>
                  <a:pt x="377317" y="89827"/>
                </a:lnTo>
                <a:lnTo>
                  <a:pt x="377761" y="110109"/>
                </a:lnTo>
                <a:lnTo>
                  <a:pt x="377939" y="130975"/>
                </a:lnTo>
                <a:lnTo>
                  <a:pt x="377825" y="186880"/>
                </a:lnTo>
                <a:lnTo>
                  <a:pt x="377761" y="193548"/>
                </a:lnTo>
                <a:lnTo>
                  <a:pt x="377317" y="212407"/>
                </a:lnTo>
                <a:lnTo>
                  <a:pt x="376428" y="230124"/>
                </a:lnTo>
                <a:lnTo>
                  <a:pt x="399288" y="220980"/>
                </a:lnTo>
                <a:lnTo>
                  <a:pt x="399288" y="210312"/>
                </a:lnTo>
                <a:lnTo>
                  <a:pt x="484632" y="210312"/>
                </a:lnTo>
                <a:lnTo>
                  <a:pt x="477012" y="248412"/>
                </a:lnTo>
                <a:lnTo>
                  <a:pt x="464820" y="277368"/>
                </a:lnTo>
                <a:lnTo>
                  <a:pt x="454875" y="268249"/>
                </a:lnTo>
                <a:lnTo>
                  <a:pt x="443484" y="256984"/>
                </a:lnTo>
                <a:lnTo>
                  <a:pt x="430961" y="243725"/>
                </a:lnTo>
                <a:lnTo>
                  <a:pt x="417576" y="228600"/>
                </a:lnTo>
                <a:lnTo>
                  <a:pt x="413004" y="231648"/>
                </a:lnTo>
                <a:lnTo>
                  <a:pt x="425030" y="250774"/>
                </a:lnTo>
                <a:lnTo>
                  <a:pt x="436054" y="266890"/>
                </a:lnTo>
                <a:lnTo>
                  <a:pt x="446227" y="279869"/>
                </a:lnTo>
                <a:lnTo>
                  <a:pt x="455676" y="289560"/>
                </a:lnTo>
                <a:lnTo>
                  <a:pt x="447662" y="297802"/>
                </a:lnTo>
                <a:lnTo>
                  <a:pt x="408432" y="323088"/>
                </a:lnTo>
                <a:lnTo>
                  <a:pt x="370713" y="338709"/>
                </a:lnTo>
                <a:lnTo>
                  <a:pt x="321564" y="352044"/>
                </a:lnTo>
                <a:lnTo>
                  <a:pt x="323088" y="358140"/>
                </a:lnTo>
                <a:lnTo>
                  <a:pt x="370141" y="349186"/>
                </a:lnTo>
                <a:lnTo>
                  <a:pt x="411480" y="336804"/>
                </a:lnTo>
                <a:lnTo>
                  <a:pt x="457987" y="311734"/>
                </a:lnTo>
                <a:lnTo>
                  <a:pt x="469392" y="301752"/>
                </a:lnTo>
                <a:lnTo>
                  <a:pt x="487095" y="314325"/>
                </a:lnTo>
                <a:lnTo>
                  <a:pt x="525335" y="332613"/>
                </a:lnTo>
                <a:lnTo>
                  <a:pt x="567334" y="343242"/>
                </a:lnTo>
                <a:lnTo>
                  <a:pt x="618248" y="349046"/>
                </a:lnTo>
                <a:lnTo>
                  <a:pt x="647700" y="350520"/>
                </a:lnTo>
                <a:lnTo>
                  <a:pt x="649630" y="342861"/>
                </a:lnTo>
                <a:lnTo>
                  <a:pt x="655129" y="336042"/>
                </a:lnTo>
                <a:lnTo>
                  <a:pt x="663778" y="330377"/>
                </a:lnTo>
                <a:lnTo>
                  <a:pt x="675132" y="326136"/>
                </a:lnTo>
                <a:lnTo>
                  <a:pt x="675132" y="324612"/>
                </a:lnTo>
                <a:lnTo>
                  <a:pt x="675132" y="321564"/>
                </a:lnTo>
                <a:close/>
              </a:path>
              <a:path w="1059814" h="358139">
                <a:moveTo>
                  <a:pt x="826020" y="21336"/>
                </a:moveTo>
                <a:lnTo>
                  <a:pt x="795540" y="0"/>
                </a:lnTo>
                <a:lnTo>
                  <a:pt x="792111" y="12319"/>
                </a:lnTo>
                <a:lnTo>
                  <a:pt x="786396" y="28765"/>
                </a:lnTo>
                <a:lnTo>
                  <a:pt x="768108" y="74676"/>
                </a:lnTo>
                <a:lnTo>
                  <a:pt x="741629" y="130873"/>
                </a:lnTo>
                <a:lnTo>
                  <a:pt x="707148" y="185928"/>
                </a:lnTo>
                <a:lnTo>
                  <a:pt x="711720" y="190500"/>
                </a:lnTo>
                <a:lnTo>
                  <a:pt x="727125" y="173380"/>
                </a:lnTo>
                <a:lnTo>
                  <a:pt x="741248" y="156400"/>
                </a:lnTo>
                <a:lnTo>
                  <a:pt x="753935" y="139712"/>
                </a:lnTo>
                <a:lnTo>
                  <a:pt x="765060" y="123444"/>
                </a:lnTo>
                <a:lnTo>
                  <a:pt x="765035" y="294284"/>
                </a:lnTo>
                <a:lnTo>
                  <a:pt x="764870" y="310515"/>
                </a:lnTo>
                <a:lnTo>
                  <a:pt x="764413" y="331901"/>
                </a:lnTo>
                <a:lnTo>
                  <a:pt x="763536" y="358140"/>
                </a:lnTo>
                <a:lnTo>
                  <a:pt x="786396" y="347472"/>
                </a:lnTo>
                <a:lnTo>
                  <a:pt x="786155" y="332041"/>
                </a:lnTo>
                <a:lnTo>
                  <a:pt x="785634" y="317754"/>
                </a:lnTo>
                <a:lnTo>
                  <a:pt x="785101" y="304609"/>
                </a:lnTo>
                <a:lnTo>
                  <a:pt x="784898" y="294284"/>
                </a:lnTo>
                <a:lnTo>
                  <a:pt x="784872" y="123444"/>
                </a:lnTo>
                <a:lnTo>
                  <a:pt x="784872" y="115824"/>
                </a:lnTo>
                <a:lnTo>
                  <a:pt x="794016" y="106680"/>
                </a:lnTo>
                <a:lnTo>
                  <a:pt x="778776" y="97536"/>
                </a:lnTo>
                <a:lnTo>
                  <a:pt x="785583" y="83248"/>
                </a:lnTo>
                <a:lnTo>
                  <a:pt x="798055" y="58102"/>
                </a:lnTo>
                <a:lnTo>
                  <a:pt x="803160" y="47244"/>
                </a:lnTo>
                <a:lnTo>
                  <a:pt x="808875" y="38696"/>
                </a:lnTo>
                <a:lnTo>
                  <a:pt x="814590" y="31432"/>
                </a:lnTo>
                <a:lnTo>
                  <a:pt x="820305" y="25603"/>
                </a:lnTo>
                <a:lnTo>
                  <a:pt x="826020" y="21336"/>
                </a:lnTo>
                <a:close/>
              </a:path>
              <a:path w="1059814" h="358139">
                <a:moveTo>
                  <a:pt x="946416" y="330708"/>
                </a:moveTo>
                <a:lnTo>
                  <a:pt x="911339" y="303733"/>
                </a:lnTo>
                <a:lnTo>
                  <a:pt x="897648" y="297180"/>
                </a:lnTo>
                <a:lnTo>
                  <a:pt x="894600" y="301752"/>
                </a:lnTo>
                <a:lnTo>
                  <a:pt x="906043" y="314896"/>
                </a:lnTo>
                <a:lnTo>
                  <a:pt x="915365" y="326898"/>
                </a:lnTo>
                <a:lnTo>
                  <a:pt x="922667" y="337756"/>
                </a:lnTo>
                <a:lnTo>
                  <a:pt x="928128" y="347472"/>
                </a:lnTo>
                <a:lnTo>
                  <a:pt x="931176" y="355092"/>
                </a:lnTo>
                <a:lnTo>
                  <a:pt x="932700" y="358140"/>
                </a:lnTo>
                <a:lnTo>
                  <a:pt x="937272" y="358140"/>
                </a:lnTo>
                <a:lnTo>
                  <a:pt x="940320" y="355092"/>
                </a:lnTo>
                <a:lnTo>
                  <a:pt x="941844" y="350520"/>
                </a:lnTo>
                <a:lnTo>
                  <a:pt x="944892" y="344424"/>
                </a:lnTo>
                <a:lnTo>
                  <a:pt x="946416" y="339852"/>
                </a:lnTo>
                <a:lnTo>
                  <a:pt x="946416" y="330708"/>
                </a:lnTo>
                <a:close/>
              </a:path>
              <a:path w="1059814" h="358139">
                <a:moveTo>
                  <a:pt x="1059192" y="345948"/>
                </a:moveTo>
                <a:lnTo>
                  <a:pt x="1051801" y="313944"/>
                </a:lnTo>
                <a:lnTo>
                  <a:pt x="1051572" y="312420"/>
                </a:lnTo>
                <a:lnTo>
                  <a:pt x="1051877" y="302996"/>
                </a:lnTo>
                <a:lnTo>
                  <a:pt x="1052906" y="290703"/>
                </a:lnTo>
                <a:lnTo>
                  <a:pt x="1054747" y="275844"/>
                </a:lnTo>
                <a:lnTo>
                  <a:pt x="1057668" y="257556"/>
                </a:lnTo>
                <a:lnTo>
                  <a:pt x="1050048" y="254508"/>
                </a:lnTo>
                <a:lnTo>
                  <a:pt x="1033284" y="313944"/>
                </a:lnTo>
                <a:lnTo>
                  <a:pt x="1020940" y="306514"/>
                </a:lnTo>
                <a:lnTo>
                  <a:pt x="1008900" y="295656"/>
                </a:lnTo>
                <a:lnTo>
                  <a:pt x="984516" y="263652"/>
                </a:lnTo>
                <a:lnTo>
                  <a:pt x="965466" y="221551"/>
                </a:lnTo>
                <a:lnTo>
                  <a:pt x="955560" y="169164"/>
                </a:lnTo>
                <a:lnTo>
                  <a:pt x="1056144" y="169164"/>
                </a:lnTo>
                <a:lnTo>
                  <a:pt x="1047000" y="160020"/>
                </a:lnTo>
                <a:lnTo>
                  <a:pt x="1028712" y="141732"/>
                </a:lnTo>
                <a:lnTo>
                  <a:pt x="1010424" y="160020"/>
                </a:lnTo>
                <a:lnTo>
                  <a:pt x="954036" y="160020"/>
                </a:lnTo>
                <a:lnTo>
                  <a:pt x="952271" y="132283"/>
                </a:lnTo>
                <a:lnTo>
                  <a:pt x="951369" y="106108"/>
                </a:lnTo>
                <a:lnTo>
                  <a:pt x="951090" y="85877"/>
                </a:lnTo>
                <a:lnTo>
                  <a:pt x="950988" y="62484"/>
                </a:lnTo>
                <a:lnTo>
                  <a:pt x="950988" y="57912"/>
                </a:lnTo>
                <a:lnTo>
                  <a:pt x="980516" y="52006"/>
                </a:lnTo>
                <a:lnTo>
                  <a:pt x="991489" y="49555"/>
                </a:lnTo>
                <a:lnTo>
                  <a:pt x="999756" y="47244"/>
                </a:lnTo>
                <a:lnTo>
                  <a:pt x="1014044" y="45148"/>
                </a:lnTo>
                <a:lnTo>
                  <a:pt x="1020533" y="44462"/>
                </a:lnTo>
                <a:lnTo>
                  <a:pt x="1027188" y="44196"/>
                </a:lnTo>
                <a:lnTo>
                  <a:pt x="1002804" y="15240"/>
                </a:lnTo>
                <a:lnTo>
                  <a:pt x="959510" y="38823"/>
                </a:lnTo>
                <a:lnTo>
                  <a:pt x="934224" y="47663"/>
                </a:lnTo>
                <a:lnTo>
                  <a:pt x="934224" y="160020"/>
                </a:lnTo>
                <a:lnTo>
                  <a:pt x="859548" y="160020"/>
                </a:lnTo>
                <a:lnTo>
                  <a:pt x="859548" y="74676"/>
                </a:lnTo>
                <a:lnTo>
                  <a:pt x="913371" y="65532"/>
                </a:lnTo>
                <a:lnTo>
                  <a:pt x="917625" y="64820"/>
                </a:lnTo>
                <a:lnTo>
                  <a:pt x="929652" y="62484"/>
                </a:lnTo>
                <a:lnTo>
                  <a:pt x="929932" y="85877"/>
                </a:lnTo>
                <a:lnTo>
                  <a:pt x="930795" y="110109"/>
                </a:lnTo>
                <a:lnTo>
                  <a:pt x="932218" y="134924"/>
                </a:lnTo>
                <a:lnTo>
                  <a:pt x="934224" y="160020"/>
                </a:lnTo>
                <a:lnTo>
                  <a:pt x="934224" y="47663"/>
                </a:lnTo>
                <a:lnTo>
                  <a:pt x="919759" y="52247"/>
                </a:lnTo>
                <a:lnTo>
                  <a:pt x="899363" y="57912"/>
                </a:lnTo>
                <a:lnTo>
                  <a:pt x="879233" y="62445"/>
                </a:lnTo>
                <a:lnTo>
                  <a:pt x="859548" y="65532"/>
                </a:lnTo>
                <a:lnTo>
                  <a:pt x="838212" y="53340"/>
                </a:lnTo>
                <a:lnTo>
                  <a:pt x="839089" y="73367"/>
                </a:lnTo>
                <a:lnTo>
                  <a:pt x="839546" y="92392"/>
                </a:lnTo>
                <a:lnTo>
                  <a:pt x="839660" y="106108"/>
                </a:lnTo>
                <a:lnTo>
                  <a:pt x="839736" y="300228"/>
                </a:lnTo>
                <a:lnTo>
                  <a:pt x="838212" y="309372"/>
                </a:lnTo>
                <a:lnTo>
                  <a:pt x="835164" y="313944"/>
                </a:lnTo>
                <a:lnTo>
                  <a:pt x="851928" y="335280"/>
                </a:lnTo>
                <a:lnTo>
                  <a:pt x="882789" y="305562"/>
                </a:lnTo>
                <a:lnTo>
                  <a:pt x="934224" y="266700"/>
                </a:lnTo>
                <a:lnTo>
                  <a:pt x="931176" y="262128"/>
                </a:lnTo>
                <a:lnTo>
                  <a:pt x="859548" y="298704"/>
                </a:lnTo>
                <a:lnTo>
                  <a:pt x="859548" y="169164"/>
                </a:lnTo>
                <a:lnTo>
                  <a:pt x="935748" y="169164"/>
                </a:lnTo>
                <a:lnTo>
                  <a:pt x="939406" y="198907"/>
                </a:lnTo>
                <a:lnTo>
                  <a:pt x="945654" y="226504"/>
                </a:lnTo>
                <a:lnTo>
                  <a:pt x="964704" y="275844"/>
                </a:lnTo>
                <a:lnTo>
                  <a:pt x="990041" y="312229"/>
                </a:lnTo>
                <a:lnTo>
                  <a:pt x="1029944" y="339763"/>
                </a:lnTo>
                <a:lnTo>
                  <a:pt x="1053096" y="347472"/>
                </a:lnTo>
                <a:lnTo>
                  <a:pt x="1057668" y="347472"/>
                </a:lnTo>
                <a:lnTo>
                  <a:pt x="1059192" y="34594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" name="object 56"/>
          <p:cNvSpPr/>
          <p:nvPr/>
        </p:nvSpPr>
        <p:spPr>
          <a:xfrm>
            <a:off x="3264407" y="4884420"/>
            <a:ext cx="314325" cy="353695"/>
          </a:xfrm>
          <a:custGeom>
            <a:avLst/>
            <a:gdLst/>
            <a:ahLst/>
            <a:cxnLst/>
            <a:rect l="l" t="t" r="r" b="b"/>
            <a:pathLst>
              <a:path w="314325" h="353695">
                <a:moveTo>
                  <a:pt x="47244" y="79248"/>
                </a:moveTo>
                <a:lnTo>
                  <a:pt x="38100" y="79248"/>
                </a:lnTo>
                <a:lnTo>
                  <a:pt x="45219" y="55292"/>
                </a:lnTo>
                <a:lnTo>
                  <a:pt x="50482" y="33909"/>
                </a:lnTo>
                <a:lnTo>
                  <a:pt x="53744" y="15382"/>
                </a:lnTo>
                <a:lnTo>
                  <a:pt x="54864" y="0"/>
                </a:lnTo>
                <a:lnTo>
                  <a:pt x="88392" y="18288"/>
                </a:lnTo>
                <a:lnTo>
                  <a:pt x="80676" y="25455"/>
                </a:lnTo>
                <a:lnTo>
                  <a:pt x="71247" y="37909"/>
                </a:lnTo>
                <a:lnTo>
                  <a:pt x="60102" y="55792"/>
                </a:lnTo>
                <a:lnTo>
                  <a:pt x="47244" y="79248"/>
                </a:lnTo>
                <a:close/>
              </a:path>
              <a:path w="314325" h="353695">
                <a:moveTo>
                  <a:pt x="131064" y="169164"/>
                </a:moveTo>
                <a:lnTo>
                  <a:pt x="126492" y="166116"/>
                </a:lnTo>
                <a:lnTo>
                  <a:pt x="141374" y="141803"/>
                </a:lnTo>
                <a:lnTo>
                  <a:pt x="154114" y="119062"/>
                </a:lnTo>
                <a:lnTo>
                  <a:pt x="173736" y="77724"/>
                </a:lnTo>
                <a:lnTo>
                  <a:pt x="186309" y="40195"/>
                </a:lnTo>
                <a:lnTo>
                  <a:pt x="196596" y="1524"/>
                </a:lnTo>
                <a:lnTo>
                  <a:pt x="230124" y="21336"/>
                </a:lnTo>
                <a:lnTo>
                  <a:pt x="222670" y="28527"/>
                </a:lnTo>
                <a:lnTo>
                  <a:pt x="213931" y="41148"/>
                </a:lnTo>
                <a:lnTo>
                  <a:pt x="203763" y="59483"/>
                </a:lnTo>
                <a:lnTo>
                  <a:pt x="192024" y="83820"/>
                </a:lnTo>
                <a:lnTo>
                  <a:pt x="307848" y="83820"/>
                </a:lnTo>
                <a:lnTo>
                  <a:pt x="313943" y="89916"/>
                </a:lnTo>
                <a:lnTo>
                  <a:pt x="310025" y="92964"/>
                </a:lnTo>
                <a:lnTo>
                  <a:pt x="188976" y="92964"/>
                </a:lnTo>
                <a:lnTo>
                  <a:pt x="174998" y="114728"/>
                </a:lnTo>
                <a:lnTo>
                  <a:pt x="160591" y="134493"/>
                </a:lnTo>
                <a:lnTo>
                  <a:pt x="145899" y="152542"/>
                </a:lnTo>
                <a:lnTo>
                  <a:pt x="131064" y="169164"/>
                </a:lnTo>
                <a:close/>
              </a:path>
              <a:path w="314325" h="353695">
                <a:moveTo>
                  <a:pt x="129032" y="79248"/>
                </a:moveTo>
                <a:lnTo>
                  <a:pt x="97536" y="79248"/>
                </a:lnTo>
                <a:lnTo>
                  <a:pt x="112776" y="64008"/>
                </a:lnTo>
                <a:lnTo>
                  <a:pt x="129032" y="79248"/>
                </a:lnTo>
                <a:close/>
              </a:path>
              <a:path w="314325" h="353695">
                <a:moveTo>
                  <a:pt x="0" y="350520"/>
                </a:moveTo>
                <a:lnTo>
                  <a:pt x="828" y="316992"/>
                </a:lnTo>
                <a:lnTo>
                  <a:pt x="937" y="310324"/>
                </a:lnTo>
                <a:lnTo>
                  <a:pt x="1333" y="278892"/>
                </a:lnTo>
                <a:lnTo>
                  <a:pt x="1430" y="156972"/>
                </a:lnTo>
                <a:lnTo>
                  <a:pt x="1309" y="134493"/>
                </a:lnTo>
                <a:lnTo>
                  <a:pt x="881" y="100965"/>
                </a:lnTo>
                <a:lnTo>
                  <a:pt x="0" y="65532"/>
                </a:lnTo>
                <a:lnTo>
                  <a:pt x="22860" y="79248"/>
                </a:lnTo>
                <a:lnTo>
                  <a:pt x="129032" y="79248"/>
                </a:lnTo>
                <a:lnTo>
                  <a:pt x="137160" y="86868"/>
                </a:lnTo>
                <a:lnTo>
                  <a:pt x="134982" y="88392"/>
                </a:lnTo>
                <a:lnTo>
                  <a:pt x="21336" y="88392"/>
                </a:lnTo>
                <a:lnTo>
                  <a:pt x="21336" y="187452"/>
                </a:lnTo>
                <a:lnTo>
                  <a:pt x="121966" y="187452"/>
                </a:lnTo>
                <a:lnTo>
                  <a:pt x="121980" y="196596"/>
                </a:lnTo>
                <a:lnTo>
                  <a:pt x="21336" y="196596"/>
                </a:lnTo>
                <a:lnTo>
                  <a:pt x="21336" y="303275"/>
                </a:lnTo>
                <a:lnTo>
                  <a:pt x="122675" y="303275"/>
                </a:lnTo>
                <a:lnTo>
                  <a:pt x="122700" y="305336"/>
                </a:lnTo>
                <a:lnTo>
                  <a:pt x="122896" y="312420"/>
                </a:lnTo>
                <a:lnTo>
                  <a:pt x="21336" y="312420"/>
                </a:lnTo>
                <a:lnTo>
                  <a:pt x="21336" y="338328"/>
                </a:lnTo>
                <a:lnTo>
                  <a:pt x="0" y="350520"/>
                </a:lnTo>
                <a:close/>
              </a:path>
              <a:path w="314325" h="353695">
                <a:moveTo>
                  <a:pt x="307848" y="83820"/>
                </a:moveTo>
                <a:lnTo>
                  <a:pt x="274319" y="83820"/>
                </a:lnTo>
                <a:lnTo>
                  <a:pt x="291084" y="67056"/>
                </a:lnTo>
                <a:lnTo>
                  <a:pt x="307848" y="83820"/>
                </a:lnTo>
                <a:close/>
              </a:path>
              <a:path w="314325" h="353695">
                <a:moveTo>
                  <a:pt x="121966" y="187452"/>
                </a:moveTo>
                <a:lnTo>
                  <a:pt x="100584" y="187452"/>
                </a:lnTo>
                <a:lnTo>
                  <a:pt x="100584" y="88392"/>
                </a:lnTo>
                <a:lnTo>
                  <a:pt x="134982" y="88392"/>
                </a:lnTo>
                <a:lnTo>
                  <a:pt x="121920" y="97536"/>
                </a:lnTo>
                <a:lnTo>
                  <a:pt x="121966" y="187452"/>
                </a:lnTo>
                <a:close/>
              </a:path>
              <a:path w="314325" h="353695">
                <a:moveTo>
                  <a:pt x="287684" y="316992"/>
                </a:moveTo>
                <a:lnTo>
                  <a:pt x="249936" y="316992"/>
                </a:lnTo>
                <a:lnTo>
                  <a:pt x="257317" y="315301"/>
                </a:lnTo>
                <a:lnTo>
                  <a:pt x="263271" y="310324"/>
                </a:lnTo>
                <a:lnTo>
                  <a:pt x="271795" y="269128"/>
                </a:lnTo>
                <a:lnTo>
                  <a:pt x="273558" y="228600"/>
                </a:lnTo>
                <a:lnTo>
                  <a:pt x="275336" y="169164"/>
                </a:lnTo>
                <a:lnTo>
                  <a:pt x="277367" y="92964"/>
                </a:lnTo>
                <a:lnTo>
                  <a:pt x="310025" y="92964"/>
                </a:lnTo>
                <a:lnTo>
                  <a:pt x="300228" y="100584"/>
                </a:lnTo>
                <a:lnTo>
                  <a:pt x="298799" y="180903"/>
                </a:lnTo>
                <a:lnTo>
                  <a:pt x="296799" y="241363"/>
                </a:lnTo>
                <a:lnTo>
                  <a:pt x="294227" y="282106"/>
                </a:lnTo>
                <a:lnTo>
                  <a:pt x="291084" y="303275"/>
                </a:lnTo>
                <a:lnTo>
                  <a:pt x="288488" y="314729"/>
                </a:lnTo>
                <a:lnTo>
                  <a:pt x="287684" y="316992"/>
                </a:lnTo>
                <a:close/>
              </a:path>
              <a:path w="314325" h="353695">
                <a:moveTo>
                  <a:pt x="204216" y="237744"/>
                </a:moveTo>
                <a:lnTo>
                  <a:pt x="198119" y="237744"/>
                </a:lnTo>
                <a:lnTo>
                  <a:pt x="195072" y="230124"/>
                </a:lnTo>
                <a:lnTo>
                  <a:pt x="193548" y="216408"/>
                </a:lnTo>
                <a:lnTo>
                  <a:pt x="189261" y="200691"/>
                </a:lnTo>
                <a:lnTo>
                  <a:pt x="183261" y="185547"/>
                </a:lnTo>
                <a:lnTo>
                  <a:pt x="175545" y="170973"/>
                </a:lnTo>
                <a:lnTo>
                  <a:pt x="166116" y="156972"/>
                </a:lnTo>
                <a:lnTo>
                  <a:pt x="169164" y="152400"/>
                </a:lnTo>
                <a:lnTo>
                  <a:pt x="206668" y="184546"/>
                </a:lnTo>
                <a:lnTo>
                  <a:pt x="214884" y="201168"/>
                </a:lnTo>
                <a:lnTo>
                  <a:pt x="217931" y="207264"/>
                </a:lnTo>
                <a:lnTo>
                  <a:pt x="217931" y="217932"/>
                </a:lnTo>
                <a:lnTo>
                  <a:pt x="211836" y="230124"/>
                </a:lnTo>
                <a:lnTo>
                  <a:pt x="204216" y="237744"/>
                </a:lnTo>
                <a:close/>
              </a:path>
              <a:path w="314325" h="353695">
                <a:moveTo>
                  <a:pt x="122675" y="303275"/>
                </a:moveTo>
                <a:lnTo>
                  <a:pt x="100584" y="303275"/>
                </a:lnTo>
                <a:lnTo>
                  <a:pt x="100584" y="196596"/>
                </a:lnTo>
                <a:lnTo>
                  <a:pt x="121980" y="196596"/>
                </a:lnTo>
                <a:lnTo>
                  <a:pt x="122122" y="242935"/>
                </a:lnTo>
                <a:lnTo>
                  <a:pt x="122256" y="269128"/>
                </a:lnTo>
                <a:lnTo>
                  <a:pt x="122675" y="303275"/>
                </a:lnTo>
                <a:close/>
              </a:path>
              <a:path w="314325" h="353695">
                <a:moveTo>
                  <a:pt x="245364" y="353568"/>
                </a:moveTo>
                <a:lnTo>
                  <a:pt x="238791" y="341852"/>
                </a:lnTo>
                <a:lnTo>
                  <a:pt x="228219" y="331851"/>
                </a:lnTo>
                <a:lnTo>
                  <a:pt x="213645" y="323564"/>
                </a:lnTo>
                <a:lnTo>
                  <a:pt x="195072" y="316992"/>
                </a:lnTo>
                <a:lnTo>
                  <a:pt x="195072" y="309372"/>
                </a:lnTo>
                <a:lnTo>
                  <a:pt x="212217" y="312491"/>
                </a:lnTo>
                <a:lnTo>
                  <a:pt x="227075" y="314896"/>
                </a:lnTo>
                <a:lnTo>
                  <a:pt x="239649" y="316444"/>
                </a:lnTo>
                <a:lnTo>
                  <a:pt x="249936" y="316992"/>
                </a:lnTo>
                <a:lnTo>
                  <a:pt x="287684" y="316992"/>
                </a:lnTo>
                <a:lnTo>
                  <a:pt x="285178" y="324040"/>
                </a:lnTo>
                <a:lnTo>
                  <a:pt x="255055" y="349877"/>
                </a:lnTo>
                <a:lnTo>
                  <a:pt x="245364" y="353568"/>
                </a:lnTo>
                <a:close/>
              </a:path>
              <a:path w="314325" h="353695">
                <a:moveTo>
                  <a:pt x="100584" y="344424"/>
                </a:moveTo>
                <a:lnTo>
                  <a:pt x="100584" y="312420"/>
                </a:lnTo>
                <a:lnTo>
                  <a:pt x="122896" y="312420"/>
                </a:lnTo>
                <a:lnTo>
                  <a:pt x="123444" y="332232"/>
                </a:lnTo>
                <a:lnTo>
                  <a:pt x="100584" y="34442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" name="object 57"/>
          <p:cNvSpPr/>
          <p:nvPr/>
        </p:nvSpPr>
        <p:spPr>
          <a:xfrm>
            <a:off x="3639311" y="4887467"/>
            <a:ext cx="318770" cy="355600"/>
          </a:xfrm>
          <a:custGeom>
            <a:avLst/>
            <a:gdLst/>
            <a:ahLst/>
            <a:cxnLst/>
            <a:rect l="l" t="t" r="r" b="b"/>
            <a:pathLst>
              <a:path w="318770" h="355600">
                <a:moveTo>
                  <a:pt x="288417" y="13716"/>
                </a:moveTo>
                <a:lnTo>
                  <a:pt x="260604" y="13716"/>
                </a:lnTo>
                <a:lnTo>
                  <a:pt x="271272" y="0"/>
                </a:lnTo>
                <a:lnTo>
                  <a:pt x="288417" y="13716"/>
                </a:lnTo>
                <a:close/>
              </a:path>
              <a:path w="318770" h="355600">
                <a:moveTo>
                  <a:pt x="50292" y="176784"/>
                </a:moveTo>
                <a:lnTo>
                  <a:pt x="52054" y="158472"/>
                </a:lnTo>
                <a:lnTo>
                  <a:pt x="52959" y="137731"/>
                </a:lnTo>
                <a:lnTo>
                  <a:pt x="53292" y="114419"/>
                </a:lnTo>
                <a:lnTo>
                  <a:pt x="53316" y="63246"/>
                </a:lnTo>
                <a:lnTo>
                  <a:pt x="53149" y="40385"/>
                </a:lnTo>
                <a:lnTo>
                  <a:pt x="52697" y="19811"/>
                </a:lnTo>
                <a:lnTo>
                  <a:pt x="51816" y="1524"/>
                </a:lnTo>
                <a:lnTo>
                  <a:pt x="73152" y="13716"/>
                </a:lnTo>
                <a:lnTo>
                  <a:pt x="288417" y="13716"/>
                </a:lnTo>
                <a:lnTo>
                  <a:pt x="294132" y="18288"/>
                </a:lnTo>
                <a:lnTo>
                  <a:pt x="289560" y="22860"/>
                </a:lnTo>
                <a:lnTo>
                  <a:pt x="73152" y="22860"/>
                </a:lnTo>
                <a:lnTo>
                  <a:pt x="73152" y="79248"/>
                </a:lnTo>
                <a:lnTo>
                  <a:pt x="283464" y="79248"/>
                </a:lnTo>
                <a:lnTo>
                  <a:pt x="283464" y="88392"/>
                </a:lnTo>
                <a:lnTo>
                  <a:pt x="73152" y="88392"/>
                </a:lnTo>
                <a:lnTo>
                  <a:pt x="73152" y="144780"/>
                </a:lnTo>
                <a:lnTo>
                  <a:pt x="283936" y="144780"/>
                </a:lnTo>
                <a:lnTo>
                  <a:pt x="284106" y="149637"/>
                </a:lnTo>
                <a:lnTo>
                  <a:pt x="284388" y="153924"/>
                </a:lnTo>
                <a:lnTo>
                  <a:pt x="73152" y="153924"/>
                </a:lnTo>
                <a:lnTo>
                  <a:pt x="73152" y="167640"/>
                </a:lnTo>
                <a:lnTo>
                  <a:pt x="50292" y="176784"/>
                </a:lnTo>
                <a:close/>
              </a:path>
              <a:path w="318770" h="355600">
                <a:moveTo>
                  <a:pt x="176784" y="79248"/>
                </a:moveTo>
                <a:lnTo>
                  <a:pt x="156972" y="79248"/>
                </a:lnTo>
                <a:lnTo>
                  <a:pt x="156972" y="22860"/>
                </a:lnTo>
                <a:lnTo>
                  <a:pt x="176784" y="22860"/>
                </a:lnTo>
                <a:lnTo>
                  <a:pt x="176784" y="79248"/>
                </a:lnTo>
                <a:close/>
              </a:path>
              <a:path w="318770" h="355600">
                <a:moveTo>
                  <a:pt x="283464" y="79248"/>
                </a:moveTo>
                <a:lnTo>
                  <a:pt x="262128" y="79248"/>
                </a:lnTo>
                <a:lnTo>
                  <a:pt x="262128" y="22860"/>
                </a:lnTo>
                <a:lnTo>
                  <a:pt x="289560" y="22860"/>
                </a:lnTo>
                <a:lnTo>
                  <a:pt x="283464" y="28956"/>
                </a:lnTo>
                <a:lnTo>
                  <a:pt x="283464" y="79248"/>
                </a:lnTo>
                <a:close/>
              </a:path>
              <a:path w="318770" h="355600">
                <a:moveTo>
                  <a:pt x="176784" y="144780"/>
                </a:moveTo>
                <a:lnTo>
                  <a:pt x="156972" y="144780"/>
                </a:lnTo>
                <a:lnTo>
                  <a:pt x="156972" y="88392"/>
                </a:lnTo>
                <a:lnTo>
                  <a:pt x="176784" y="88392"/>
                </a:lnTo>
                <a:lnTo>
                  <a:pt x="176784" y="144780"/>
                </a:lnTo>
                <a:close/>
              </a:path>
              <a:path w="318770" h="355600">
                <a:moveTo>
                  <a:pt x="283936" y="144780"/>
                </a:moveTo>
                <a:lnTo>
                  <a:pt x="262128" y="144780"/>
                </a:lnTo>
                <a:lnTo>
                  <a:pt x="262128" y="88392"/>
                </a:lnTo>
                <a:lnTo>
                  <a:pt x="283464" y="88392"/>
                </a:lnTo>
                <a:lnTo>
                  <a:pt x="283487" y="124491"/>
                </a:lnTo>
                <a:lnTo>
                  <a:pt x="283654" y="136779"/>
                </a:lnTo>
                <a:lnTo>
                  <a:pt x="283936" y="144780"/>
                </a:lnTo>
                <a:close/>
              </a:path>
              <a:path w="318770" h="355600">
                <a:moveTo>
                  <a:pt x="262128" y="170688"/>
                </a:moveTo>
                <a:lnTo>
                  <a:pt x="262128" y="153924"/>
                </a:lnTo>
                <a:lnTo>
                  <a:pt x="284388" y="153924"/>
                </a:lnTo>
                <a:lnTo>
                  <a:pt x="284988" y="163068"/>
                </a:lnTo>
                <a:lnTo>
                  <a:pt x="262128" y="170688"/>
                </a:lnTo>
                <a:close/>
              </a:path>
              <a:path w="318770" h="355600">
                <a:moveTo>
                  <a:pt x="173736" y="208788"/>
                </a:moveTo>
                <a:lnTo>
                  <a:pt x="152400" y="208788"/>
                </a:lnTo>
                <a:lnTo>
                  <a:pt x="154539" y="176784"/>
                </a:lnTo>
                <a:lnTo>
                  <a:pt x="155186" y="165496"/>
                </a:lnTo>
                <a:lnTo>
                  <a:pt x="155448" y="155448"/>
                </a:lnTo>
                <a:lnTo>
                  <a:pt x="190500" y="173736"/>
                </a:lnTo>
                <a:lnTo>
                  <a:pt x="179832" y="181356"/>
                </a:lnTo>
                <a:lnTo>
                  <a:pt x="177807" y="187356"/>
                </a:lnTo>
                <a:lnTo>
                  <a:pt x="176212" y="193929"/>
                </a:lnTo>
                <a:lnTo>
                  <a:pt x="174902" y="201072"/>
                </a:lnTo>
                <a:lnTo>
                  <a:pt x="173736" y="208788"/>
                </a:lnTo>
                <a:close/>
              </a:path>
              <a:path w="318770" h="355600">
                <a:moveTo>
                  <a:pt x="32004" y="222504"/>
                </a:moveTo>
                <a:lnTo>
                  <a:pt x="18288" y="208788"/>
                </a:lnTo>
                <a:lnTo>
                  <a:pt x="281940" y="208788"/>
                </a:lnTo>
                <a:lnTo>
                  <a:pt x="294132" y="193548"/>
                </a:lnTo>
                <a:lnTo>
                  <a:pt x="318516" y="214884"/>
                </a:lnTo>
                <a:lnTo>
                  <a:pt x="313944" y="217932"/>
                </a:lnTo>
                <a:lnTo>
                  <a:pt x="68580" y="217932"/>
                </a:lnTo>
                <a:lnTo>
                  <a:pt x="59436" y="218217"/>
                </a:lnTo>
                <a:lnTo>
                  <a:pt x="50292" y="219075"/>
                </a:lnTo>
                <a:lnTo>
                  <a:pt x="41148" y="220503"/>
                </a:lnTo>
                <a:lnTo>
                  <a:pt x="32004" y="222504"/>
                </a:lnTo>
                <a:close/>
              </a:path>
              <a:path w="318770" h="355600">
                <a:moveTo>
                  <a:pt x="1524" y="355092"/>
                </a:moveTo>
                <a:lnTo>
                  <a:pt x="0" y="350520"/>
                </a:lnTo>
                <a:lnTo>
                  <a:pt x="30289" y="339899"/>
                </a:lnTo>
                <a:lnTo>
                  <a:pt x="57150" y="328422"/>
                </a:lnTo>
                <a:lnTo>
                  <a:pt x="100584" y="301752"/>
                </a:lnTo>
                <a:lnTo>
                  <a:pt x="131445" y="267271"/>
                </a:lnTo>
                <a:lnTo>
                  <a:pt x="150876" y="217932"/>
                </a:lnTo>
                <a:lnTo>
                  <a:pt x="172212" y="217932"/>
                </a:lnTo>
                <a:lnTo>
                  <a:pt x="151638" y="272415"/>
                </a:lnTo>
                <a:lnTo>
                  <a:pt x="117348" y="310896"/>
                </a:lnTo>
                <a:lnTo>
                  <a:pt x="68008" y="338137"/>
                </a:lnTo>
                <a:lnTo>
                  <a:pt x="36980" y="347972"/>
                </a:lnTo>
                <a:lnTo>
                  <a:pt x="1524" y="355092"/>
                </a:lnTo>
                <a:close/>
              </a:path>
              <a:path w="318770" h="355600">
                <a:moveTo>
                  <a:pt x="282850" y="317873"/>
                </a:moveTo>
                <a:lnTo>
                  <a:pt x="249197" y="317873"/>
                </a:lnTo>
                <a:lnTo>
                  <a:pt x="256032" y="316992"/>
                </a:lnTo>
                <a:lnTo>
                  <a:pt x="260342" y="313563"/>
                </a:lnTo>
                <a:lnTo>
                  <a:pt x="273819" y="276439"/>
                </a:lnTo>
                <a:lnTo>
                  <a:pt x="283464" y="217932"/>
                </a:lnTo>
                <a:lnTo>
                  <a:pt x="313944" y="217932"/>
                </a:lnTo>
                <a:lnTo>
                  <a:pt x="304800" y="224028"/>
                </a:lnTo>
                <a:lnTo>
                  <a:pt x="300251" y="250555"/>
                </a:lnTo>
                <a:lnTo>
                  <a:pt x="295846" y="272796"/>
                </a:lnTo>
                <a:lnTo>
                  <a:pt x="291726" y="290464"/>
                </a:lnTo>
                <a:lnTo>
                  <a:pt x="288036" y="303276"/>
                </a:lnTo>
                <a:lnTo>
                  <a:pt x="284559" y="313848"/>
                </a:lnTo>
                <a:lnTo>
                  <a:pt x="282850" y="317873"/>
                </a:lnTo>
                <a:close/>
              </a:path>
              <a:path w="318770" h="355600">
                <a:moveTo>
                  <a:pt x="231648" y="350520"/>
                </a:moveTo>
                <a:lnTo>
                  <a:pt x="229671" y="340256"/>
                </a:lnTo>
                <a:lnTo>
                  <a:pt x="221551" y="330136"/>
                </a:lnTo>
                <a:lnTo>
                  <a:pt x="207430" y="320301"/>
                </a:lnTo>
                <a:lnTo>
                  <a:pt x="187452" y="310896"/>
                </a:lnTo>
                <a:lnTo>
                  <a:pt x="188976" y="304800"/>
                </a:lnTo>
                <a:lnTo>
                  <a:pt x="215526" y="311634"/>
                </a:lnTo>
                <a:lnTo>
                  <a:pt x="235648" y="316039"/>
                </a:lnTo>
                <a:lnTo>
                  <a:pt x="249197" y="317873"/>
                </a:lnTo>
                <a:lnTo>
                  <a:pt x="282850" y="317873"/>
                </a:lnTo>
                <a:lnTo>
                  <a:pt x="280797" y="322707"/>
                </a:lnTo>
                <a:lnTo>
                  <a:pt x="245340" y="347924"/>
                </a:lnTo>
                <a:lnTo>
                  <a:pt x="231648" y="3505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" name="object 58"/>
          <p:cNvSpPr/>
          <p:nvPr/>
        </p:nvSpPr>
        <p:spPr>
          <a:xfrm>
            <a:off x="4018788" y="4882908"/>
            <a:ext cx="1138555" cy="356870"/>
          </a:xfrm>
          <a:custGeom>
            <a:avLst/>
            <a:gdLst/>
            <a:ahLst/>
            <a:cxnLst/>
            <a:rect l="l" t="t" r="r" b="b"/>
            <a:pathLst>
              <a:path w="1138554" h="356870">
                <a:moveTo>
                  <a:pt x="356616" y="318503"/>
                </a:moveTo>
                <a:lnTo>
                  <a:pt x="312991" y="302882"/>
                </a:lnTo>
                <a:lnTo>
                  <a:pt x="272796" y="271259"/>
                </a:lnTo>
                <a:lnTo>
                  <a:pt x="239649" y="228015"/>
                </a:lnTo>
                <a:lnTo>
                  <a:pt x="213360" y="176771"/>
                </a:lnTo>
                <a:lnTo>
                  <a:pt x="194691" y="113715"/>
                </a:lnTo>
                <a:lnTo>
                  <a:pt x="182880" y="38087"/>
                </a:lnTo>
                <a:lnTo>
                  <a:pt x="198120" y="24371"/>
                </a:lnTo>
                <a:lnTo>
                  <a:pt x="152400" y="4559"/>
                </a:lnTo>
                <a:lnTo>
                  <a:pt x="149923" y="75425"/>
                </a:lnTo>
                <a:lnTo>
                  <a:pt x="141732" y="146291"/>
                </a:lnTo>
                <a:lnTo>
                  <a:pt x="124777" y="211251"/>
                </a:lnTo>
                <a:lnTo>
                  <a:pt x="97536" y="263639"/>
                </a:lnTo>
                <a:lnTo>
                  <a:pt x="56769" y="309359"/>
                </a:lnTo>
                <a:lnTo>
                  <a:pt x="0" y="350507"/>
                </a:lnTo>
                <a:lnTo>
                  <a:pt x="3048" y="355079"/>
                </a:lnTo>
                <a:lnTo>
                  <a:pt x="60198" y="324218"/>
                </a:lnTo>
                <a:lnTo>
                  <a:pt x="103632" y="286499"/>
                </a:lnTo>
                <a:lnTo>
                  <a:pt x="136017" y="244398"/>
                </a:lnTo>
                <a:lnTo>
                  <a:pt x="156972" y="196583"/>
                </a:lnTo>
                <a:lnTo>
                  <a:pt x="169354" y="141147"/>
                </a:lnTo>
                <a:lnTo>
                  <a:pt x="178308" y="73139"/>
                </a:lnTo>
                <a:lnTo>
                  <a:pt x="182321" y="110655"/>
                </a:lnTo>
                <a:lnTo>
                  <a:pt x="194373" y="171945"/>
                </a:lnTo>
                <a:lnTo>
                  <a:pt x="211493" y="218020"/>
                </a:lnTo>
                <a:lnTo>
                  <a:pt x="233121" y="259168"/>
                </a:lnTo>
                <a:lnTo>
                  <a:pt x="259930" y="297738"/>
                </a:lnTo>
                <a:lnTo>
                  <a:pt x="294220" y="332028"/>
                </a:lnTo>
                <a:lnTo>
                  <a:pt x="313944" y="347459"/>
                </a:lnTo>
                <a:lnTo>
                  <a:pt x="321030" y="338556"/>
                </a:lnTo>
                <a:lnTo>
                  <a:pt x="330708" y="332219"/>
                </a:lnTo>
                <a:lnTo>
                  <a:pt x="342658" y="328180"/>
                </a:lnTo>
                <a:lnTo>
                  <a:pt x="356616" y="326123"/>
                </a:lnTo>
                <a:lnTo>
                  <a:pt x="356616" y="318503"/>
                </a:lnTo>
                <a:close/>
              </a:path>
              <a:path w="1138554" h="356870">
                <a:moveTo>
                  <a:pt x="672084" y="25895"/>
                </a:moveTo>
                <a:lnTo>
                  <a:pt x="666445" y="21323"/>
                </a:lnTo>
                <a:lnTo>
                  <a:pt x="647700" y="6083"/>
                </a:lnTo>
                <a:lnTo>
                  <a:pt x="637032" y="17945"/>
                </a:lnTo>
                <a:lnTo>
                  <a:pt x="637032" y="30467"/>
                </a:lnTo>
                <a:lnTo>
                  <a:pt x="637032" y="74663"/>
                </a:lnTo>
                <a:lnTo>
                  <a:pt x="637032" y="83807"/>
                </a:lnTo>
                <a:lnTo>
                  <a:pt x="637032" y="131051"/>
                </a:lnTo>
                <a:lnTo>
                  <a:pt x="504444" y="131051"/>
                </a:lnTo>
                <a:lnTo>
                  <a:pt x="504444" y="83807"/>
                </a:lnTo>
                <a:lnTo>
                  <a:pt x="637032" y="83807"/>
                </a:lnTo>
                <a:lnTo>
                  <a:pt x="637032" y="74663"/>
                </a:lnTo>
                <a:lnTo>
                  <a:pt x="504444" y="74663"/>
                </a:lnTo>
                <a:lnTo>
                  <a:pt x="504444" y="30467"/>
                </a:lnTo>
                <a:lnTo>
                  <a:pt x="637032" y="30467"/>
                </a:lnTo>
                <a:lnTo>
                  <a:pt x="637032" y="17945"/>
                </a:lnTo>
                <a:lnTo>
                  <a:pt x="633984" y="21323"/>
                </a:lnTo>
                <a:lnTo>
                  <a:pt x="505968" y="21323"/>
                </a:lnTo>
                <a:lnTo>
                  <a:pt x="480060" y="7607"/>
                </a:lnTo>
                <a:lnTo>
                  <a:pt x="480936" y="28143"/>
                </a:lnTo>
                <a:lnTo>
                  <a:pt x="481393" y="48374"/>
                </a:lnTo>
                <a:lnTo>
                  <a:pt x="481558" y="68046"/>
                </a:lnTo>
                <a:lnTo>
                  <a:pt x="481533" y="107619"/>
                </a:lnTo>
                <a:lnTo>
                  <a:pt x="481393" y="124383"/>
                </a:lnTo>
                <a:lnTo>
                  <a:pt x="480936" y="143649"/>
                </a:lnTo>
                <a:lnTo>
                  <a:pt x="480060" y="163055"/>
                </a:lnTo>
                <a:lnTo>
                  <a:pt x="504444" y="153911"/>
                </a:lnTo>
                <a:lnTo>
                  <a:pt x="504444" y="140195"/>
                </a:lnTo>
                <a:lnTo>
                  <a:pt x="637032" y="140195"/>
                </a:lnTo>
                <a:lnTo>
                  <a:pt x="637032" y="160007"/>
                </a:lnTo>
                <a:lnTo>
                  <a:pt x="659892" y="147815"/>
                </a:lnTo>
                <a:lnTo>
                  <a:pt x="658558" y="107619"/>
                </a:lnTo>
                <a:lnTo>
                  <a:pt x="658431" y="83807"/>
                </a:lnTo>
                <a:lnTo>
                  <a:pt x="658380" y="74663"/>
                </a:lnTo>
                <a:lnTo>
                  <a:pt x="658368" y="36563"/>
                </a:lnTo>
                <a:lnTo>
                  <a:pt x="666203" y="30467"/>
                </a:lnTo>
                <a:lnTo>
                  <a:pt x="672084" y="25895"/>
                </a:lnTo>
                <a:close/>
              </a:path>
              <a:path w="1138554" h="356870">
                <a:moveTo>
                  <a:pt x="745236" y="316979"/>
                </a:moveTo>
                <a:lnTo>
                  <a:pt x="728065" y="318960"/>
                </a:lnTo>
                <a:lnTo>
                  <a:pt x="708469" y="320217"/>
                </a:lnTo>
                <a:lnTo>
                  <a:pt x="686295" y="320624"/>
                </a:lnTo>
                <a:lnTo>
                  <a:pt x="637692" y="319481"/>
                </a:lnTo>
                <a:lnTo>
                  <a:pt x="616839" y="317931"/>
                </a:lnTo>
                <a:lnTo>
                  <a:pt x="598830" y="315531"/>
                </a:lnTo>
                <a:lnTo>
                  <a:pt x="583692" y="312407"/>
                </a:lnTo>
                <a:lnTo>
                  <a:pt x="583692" y="306311"/>
                </a:lnTo>
                <a:lnTo>
                  <a:pt x="583692" y="249923"/>
                </a:lnTo>
                <a:lnTo>
                  <a:pt x="711708" y="249923"/>
                </a:lnTo>
                <a:lnTo>
                  <a:pt x="702564" y="240779"/>
                </a:lnTo>
                <a:lnTo>
                  <a:pt x="682752" y="220967"/>
                </a:lnTo>
                <a:lnTo>
                  <a:pt x="662940" y="240779"/>
                </a:lnTo>
                <a:lnTo>
                  <a:pt x="583692" y="240779"/>
                </a:lnTo>
                <a:lnTo>
                  <a:pt x="583692" y="188963"/>
                </a:lnTo>
                <a:lnTo>
                  <a:pt x="737616" y="188963"/>
                </a:lnTo>
                <a:lnTo>
                  <a:pt x="705612" y="156959"/>
                </a:lnTo>
                <a:lnTo>
                  <a:pt x="682752" y="179819"/>
                </a:lnTo>
                <a:lnTo>
                  <a:pt x="399288" y="179819"/>
                </a:lnTo>
                <a:lnTo>
                  <a:pt x="413004" y="193535"/>
                </a:lnTo>
                <a:lnTo>
                  <a:pt x="422148" y="191541"/>
                </a:lnTo>
                <a:lnTo>
                  <a:pt x="431292" y="190106"/>
                </a:lnTo>
                <a:lnTo>
                  <a:pt x="440436" y="189255"/>
                </a:lnTo>
                <a:lnTo>
                  <a:pt x="449580" y="188963"/>
                </a:lnTo>
                <a:lnTo>
                  <a:pt x="562356" y="188963"/>
                </a:lnTo>
                <a:lnTo>
                  <a:pt x="562356" y="306311"/>
                </a:lnTo>
                <a:lnTo>
                  <a:pt x="539750" y="295440"/>
                </a:lnTo>
                <a:lnTo>
                  <a:pt x="519874" y="283260"/>
                </a:lnTo>
                <a:lnTo>
                  <a:pt x="502551" y="269671"/>
                </a:lnTo>
                <a:lnTo>
                  <a:pt x="495147" y="262115"/>
                </a:lnTo>
                <a:lnTo>
                  <a:pt x="487680" y="254495"/>
                </a:lnTo>
                <a:lnTo>
                  <a:pt x="491083" y="246189"/>
                </a:lnTo>
                <a:lnTo>
                  <a:pt x="494347" y="239445"/>
                </a:lnTo>
                <a:lnTo>
                  <a:pt x="497319" y="234137"/>
                </a:lnTo>
                <a:lnTo>
                  <a:pt x="499872" y="230111"/>
                </a:lnTo>
                <a:lnTo>
                  <a:pt x="502920" y="224015"/>
                </a:lnTo>
                <a:lnTo>
                  <a:pt x="507492" y="219443"/>
                </a:lnTo>
                <a:lnTo>
                  <a:pt x="513588" y="216395"/>
                </a:lnTo>
                <a:lnTo>
                  <a:pt x="478536" y="196583"/>
                </a:lnTo>
                <a:lnTo>
                  <a:pt x="467360" y="244614"/>
                </a:lnTo>
                <a:lnTo>
                  <a:pt x="449770" y="285927"/>
                </a:lnTo>
                <a:lnTo>
                  <a:pt x="425589" y="320675"/>
                </a:lnTo>
                <a:lnTo>
                  <a:pt x="394716" y="348983"/>
                </a:lnTo>
                <a:lnTo>
                  <a:pt x="397764" y="353555"/>
                </a:lnTo>
                <a:lnTo>
                  <a:pt x="424599" y="337553"/>
                </a:lnTo>
                <a:lnTo>
                  <a:pt x="447865" y="316979"/>
                </a:lnTo>
                <a:lnTo>
                  <a:pt x="467410" y="291833"/>
                </a:lnTo>
                <a:lnTo>
                  <a:pt x="483108" y="262115"/>
                </a:lnTo>
                <a:lnTo>
                  <a:pt x="493407" y="274142"/>
                </a:lnTo>
                <a:lnTo>
                  <a:pt x="525780" y="304787"/>
                </a:lnTo>
                <a:lnTo>
                  <a:pt x="569061" y="327723"/>
                </a:lnTo>
                <a:lnTo>
                  <a:pt x="609307" y="339128"/>
                </a:lnTo>
                <a:lnTo>
                  <a:pt x="673315" y="347040"/>
                </a:lnTo>
                <a:lnTo>
                  <a:pt x="714756" y="348983"/>
                </a:lnTo>
                <a:lnTo>
                  <a:pt x="717588" y="340677"/>
                </a:lnTo>
                <a:lnTo>
                  <a:pt x="723709" y="333933"/>
                </a:lnTo>
                <a:lnTo>
                  <a:pt x="732967" y="328625"/>
                </a:lnTo>
                <a:lnTo>
                  <a:pt x="745236" y="324599"/>
                </a:lnTo>
                <a:lnTo>
                  <a:pt x="745236" y="320624"/>
                </a:lnTo>
                <a:lnTo>
                  <a:pt x="745236" y="316979"/>
                </a:lnTo>
                <a:close/>
              </a:path>
              <a:path w="1138554" h="356870">
                <a:moveTo>
                  <a:pt x="929640" y="295656"/>
                </a:moveTo>
                <a:lnTo>
                  <a:pt x="926592" y="288036"/>
                </a:lnTo>
                <a:lnTo>
                  <a:pt x="920496" y="281940"/>
                </a:lnTo>
                <a:lnTo>
                  <a:pt x="914793" y="277977"/>
                </a:lnTo>
                <a:lnTo>
                  <a:pt x="913790" y="277368"/>
                </a:lnTo>
                <a:lnTo>
                  <a:pt x="906970" y="273177"/>
                </a:lnTo>
                <a:lnTo>
                  <a:pt x="897128" y="267792"/>
                </a:lnTo>
                <a:lnTo>
                  <a:pt x="885444" y="262128"/>
                </a:lnTo>
                <a:lnTo>
                  <a:pt x="887730" y="254508"/>
                </a:lnTo>
                <a:lnTo>
                  <a:pt x="893445" y="235572"/>
                </a:lnTo>
                <a:lnTo>
                  <a:pt x="901446" y="201739"/>
                </a:lnTo>
                <a:lnTo>
                  <a:pt x="909447" y="160756"/>
                </a:lnTo>
                <a:lnTo>
                  <a:pt x="917448" y="112776"/>
                </a:lnTo>
                <a:lnTo>
                  <a:pt x="922020" y="108204"/>
                </a:lnTo>
                <a:lnTo>
                  <a:pt x="928116" y="102108"/>
                </a:lnTo>
                <a:lnTo>
                  <a:pt x="905256" y="83820"/>
                </a:lnTo>
                <a:lnTo>
                  <a:pt x="897636" y="96520"/>
                </a:lnTo>
                <a:lnTo>
                  <a:pt x="897636" y="108204"/>
                </a:lnTo>
                <a:lnTo>
                  <a:pt x="895934" y="120243"/>
                </a:lnTo>
                <a:lnTo>
                  <a:pt x="893254" y="136017"/>
                </a:lnTo>
                <a:lnTo>
                  <a:pt x="889698" y="155778"/>
                </a:lnTo>
                <a:lnTo>
                  <a:pt x="885444" y="179832"/>
                </a:lnTo>
                <a:lnTo>
                  <a:pt x="880846" y="204139"/>
                </a:lnTo>
                <a:lnTo>
                  <a:pt x="876109" y="224599"/>
                </a:lnTo>
                <a:lnTo>
                  <a:pt x="871080" y="241338"/>
                </a:lnTo>
                <a:lnTo>
                  <a:pt x="865632" y="254508"/>
                </a:lnTo>
                <a:lnTo>
                  <a:pt x="854722" y="250215"/>
                </a:lnTo>
                <a:lnTo>
                  <a:pt x="844677" y="246507"/>
                </a:lnTo>
                <a:lnTo>
                  <a:pt x="835190" y="243357"/>
                </a:lnTo>
                <a:lnTo>
                  <a:pt x="826008" y="240792"/>
                </a:lnTo>
                <a:lnTo>
                  <a:pt x="832827" y="211188"/>
                </a:lnTo>
                <a:lnTo>
                  <a:pt x="839724" y="179070"/>
                </a:lnTo>
                <a:lnTo>
                  <a:pt x="846582" y="144780"/>
                </a:lnTo>
                <a:lnTo>
                  <a:pt x="853440" y="108204"/>
                </a:lnTo>
                <a:lnTo>
                  <a:pt x="897636" y="108204"/>
                </a:lnTo>
                <a:lnTo>
                  <a:pt x="897636" y="96520"/>
                </a:lnTo>
                <a:lnTo>
                  <a:pt x="896112" y="99060"/>
                </a:lnTo>
                <a:lnTo>
                  <a:pt x="854964" y="99060"/>
                </a:lnTo>
                <a:lnTo>
                  <a:pt x="858367" y="81076"/>
                </a:lnTo>
                <a:lnTo>
                  <a:pt x="865251" y="45478"/>
                </a:lnTo>
                <a:lnTo>
                  <a:pt x="868680" y="27432"/>
                </a:lnTo>
                <a:lnTo>
                  <a:pt x="880872" y="16764"/>
                </a:lnTo>
                <a:lnTo>
                  <a:pt x="845820" y="0"/>
                </a:lnTo>
                <a:lnTo>
                  <a:pt x="845007" y="17399"/>
                </a:lnTo>
                <a:lnTo>
                  <a:pt x="842772" y="39814"/>
                </a:lnTo>
                <a:lnTo>
                  <a:pt x="839381" y="67056"/>
                </a:lnTo>
                <a:lnTo>
                  <a:pt x="835152" y="99060"/>
                </a:lnTo>
                <a:lnTo>
                  <a:pt x="781812" y="99060"/>
                </a:lnTo>
                <a:lnTo>
                  <a:pt x="795528" y="114300"/>
                </a:lnTo>
                <a:lnTo>
                  <a:pt x="804672" y="111417"/>
                </a:lnTo>
                <a:lnTo>
                  <a:pt x="813816" y="109537"/>
                </a:lnTo>
                <a:lnTo>
                  <a:pt x="822960" y="108508"/>
                </a:lnTo>
                <a:lnTo>
                  <a:pt x="832104" y="108204"/>
                </a:lnTo>
                <a:lnTo>
                  <a:pt x="833628" y="108204"/>
                </a:lnTo>
                <a:lnTo>
                  <a:pt x="826770" y="149987"/>
                </a:lnTo>
                <a:lnTo>
                  <a:pt x="819962" y="186182"/>
                </a:lnTo>
                <a:lnTo>
                  <a:pt x="813092" y="217932"/>
                </a:lnTo>
                <a:lnTo>
                  <a:pt x="806196" y="245364"/>
                </a:lnTo>
                <a:lnTo>
                  <a:pt x="816457" y="248742"/>
                </a:lnTo>
                <a:lnTo>
                  <a:pt x="828865" y="254127"/>
                </a:lnTo>
                <a:lnTo>
                  <a:pt x="843267" y="261213"/>
                </a:lnTo>
                <a:lnTo>
                  <a:pt x="859536" y="269748"/>
                </a:lnTo>
                <a:lnTo>
                  <a:pt x="846074" y="291172"/>
                </a:lnTo>
                <a:lnTo>
                  <a:pt x="828484" y="312039"/>
                </a:lnTo>
                <a:lnTo>
                  <a:pt x="806589" y="332320"/>
                </a:lnTo>
                <a:lnTo>
                  <a:pt x="780288" y="352044"/>
                </a:lnTo>
                <a:lnTo>
                  <a:pt x="784860" y="356616"/>
                </a:lnTo>
                <a:lnTo>
                  <a:pt x="812876" y="340588"/>
                </a:lnTo>
                <a:lnTo>
                  <a:pt x="837628" y="322135"/>
                </a:lnTo>
                <a:lnTo>
                  <a:pt x="859218" y="301104"/>
                </a:lnTo>
                <a:lnTo>
                  <a:pt x="877824" y="277368"/>
                </a:lnTo>
                <a:lnTo>
                  <a:pt x="887793" y="285597"/>
                </a:lnTo>
                <a:lnTo>
                  <a:pt x="897064" y="294132"/>
                </a:lnTo>
                <a:lnTo>
                  <a:pt x="905459" y="302653"/>
                </a:lnTo>
                <a:lnTo>
                  <a:pt x="912876" y="310896"/>
                </a:lnTo>
                <a:lnTo>
                  <a:pt x="917448" y="318516"/>
                </a:lnTo>
                <a:lnTo>
                  <a:pt x="920496" y="321564"/>
                </a:lnTo>
                <a:lnTo>
                  <a:pt x="925068" y="321564"/>
                </a:lnTo>
                <a:lnTo>
                  <a:pt x="926592" y="318516"/>
                </a:lnTo>
                <a:lnTo>
                  <a:pt x="928027" y="314172"/>
                </a:lnTo>
                <a:lnTo>
                  <a:pt x="928116" y="309372"/>
                </a:lnTo>
                <a:lnTo>
                  <a:pt x="929640" y="306324"/>
                </a:lnTo>
                <a:lnTo>
                  <a:pt x="929640" y="295656"/>
                </a:lnTo>
                <a:close/>
              </a:path>
              <a:path w="1138554" h="356870">
                <a:moveTo>
                  <a:pt x="1138428" y="316992"/>
                </a:moveTo>
                <a:lnTo>
                  <a:pt x="1118044" y="266128"/>
                </a:lnTo>
                <a:lnTo>
                  <a:pt x="1117092" y="249936"/>
                </a:lnTo>
                <a:lnTo>
                  <a:pt x="1109472" y="249936"/>
                </a:lnTo>
                <a:lnTo>
                  <a:pt x="1106424" y="295656"/>
                </a:lnTo>
                <a:lnTo>
                  <a:pt x="1089660" y="323088"/>
                </a:lnTo>
                <a:lnTo>
                  <a:pt x="996696" y="323088"/>
                </a:lnTo>
                <a:lnTo>
                  <a:pt x="972312" y="143256"/>
                </a:lnTo>
                <a:lnTo>
                  <a:pt x="972312" y="140208"/>
                </a:lnTo>
                <a:lnTo>
                  <a:pt x="1010412" y="131064"/>
                </a:lnTo>
                <a:lnTo>
                  <a:pt x="1010158" y="186499"/>
                </a:lnTo>
                <a:lnTo>
                  <a:pt x="1009675" y="228028"/>
                </a:lnTo>
                <a:lnTo>
                  <a:pt x="1009091" y="266128"/>
                </a:lnTo>
                <a:lnTo>
                  <a:pt x="1008888" y="284988"/>
                </a:lnTo>
                <a:lnTo>
                  <a:pt x="1033272" y="274320"/>
                </a:lnTo>
                <a:lnTo>
                  <a:pt x="1031506" y="256362"/>
                </a:lnTo>
                <a:lnTo>
                  <a:pt x="1030668" y="228028"/>
                </a:lnTo>
                <a:lnTo>
                  <a:pt x="1030541" y="218884"/>
                </a:lnTo>
                <a:lnTo>
                  <a:pt x="1030325" y="190119"/>
                </a:lnTo>
                <a:lnTo>
                  <a:pt x="1030224" y="126492"/>
                </a:lnTo>
                <a:lnTo>
                  <a:pt x="1067943" y="117348"/>
                </a:lnTo>
                <a:lnTo>
                  <a:pt x="1080516" y="114300"/>
                </a:lnTo>
                <a:lnTo>
                  <a:pt x="1080198" y="158343"/>
                </a:lnTo>
                <a:lnTo>
                  <a:pt x="1077290" y="209880"/>
                </a:lnTo>
                <a:lnTo>
                  <a:pt x="1062799" y="218884"/>
                </a:lnTo>
                <a:lnTo>
                  <a:pt x="1053198" y="218135"/>
                </a:lnTo>
                <a:lnTo>
                  <a:pt x="1040892" y="216408"/>
                </a:lnTo>
                <a:lnTo>
                  <a:pt x="1040892" y="224028"/>
                </a:lnTo>
                <a:lnTo>
                  <a:pt x="1053769" y="228028"/>
                </a:lnTo>
                <a:lnTo>
                  <a:pt x="1062799" y="233172"/>
                </a:lnTo>
                <a:lnTo>
                  <a:pt x="1068108" y="239458"/>
                </a:lnTo>
                <a:lnTo>
                  <a:pt x="1069848" y="246888"/>
                </a:lnTo>
                <a:lnTo>
                  <a:pt x="1079246" y="242023"/>
                </a:lnTo>
                <a:lnTo>
                  <a:pt x="1086802" y="236601"/>
                </a:lnTo>
                <a:lnTo>
                  <a:pt x="1092339" y="230593"/>
                </a:lnTo>
                <a:lnTo>
                  <a:pt x="1095756" y="224028"/>
                </a:lnTo>
                <a:lnTo>
                  <a:pt x="1096899" y="218884"/>
                </a:lnTo>
                <a:lnTo>
                  <a:pt x="1098626" y="211188"/>
                </a:lnTo>
                <a:lnTo>
                  <a:pt x="1100518" y="188785"/>
                </a:lnTo>
                <a:lnTo>
                  <a:pt x="1101496" y="158343"/>
                </a:lnTo>
                <a:lnTo>
                  <a:pt x="1101610" y="146304"/>
                </a:lnTo>
                <a:lnTo>
                  <a:pt x="1101852" y="115824"/>
                </a:lnTo>
                <a:lnTo>
                  <a:pt x="1103185" y="114300"/>
                </a:lnTo>
                <a:lnTo>
                  <a:pt x="1112520" y="103632"/>
                </a:lnTo>
                <a:lnTo>
                  <a:pt x="1086612" y="88392"/>
                </a:lnTo>
                <a:lnTo>
                  <a:pt x="1077468" y="103632"/>
                </a:lnTo>
                <a:lnTo>
                  <a:pt x="1030224" y="117348"/>
                </a:lnTo>
                <a:lnTo>
                  <a:pt x="1030224" y="32004"/>
                </a:lnTo>
                <a:lnTo>
                  <a:pt x="1042416" y="21336"/>
                </a:lnTo>
                <a:lnTo>
                  <a:pt x="1008888" y="4572"/>
                </a:lnTo>
                <a:lnTo>
                  <a:pt x="1009116" y="22263"/>
                </a:lnTo>
                <a:lnTo>
                  <a:pt x="1009599" y="45478"/>
                </a:lnTo>
                <a:lnTo>
                  <a:pt x="1010119" y="77724"/>
                </a:lnTo>
                <a:lnTo>
                  <a:pt x="1010208" y="89154"/>
                </a:lnTo>
                <a:lnTo>
                  <a:pt x="1010412" y="121920"/>
                </a:lnTo>
                <a:lnTo>
                  <a:pt x="972312" y="131064"/>
                </a:lnTo>
                <a:lnTo>
                  <a:pt x="972312" y="77724"/>
                </a:lnTo>
                <a:lnTo>
                  <a:pt x="984504" y="67056"/>
                </a:lnTo>
                <a:lnTo>
                  <a:pt x="950976" y="53340"/>
                </a:lnTo>
                <a:lnTo>
                  <a:pt x="951204" y="70243"/>
                </a:lnTo>
                <a:lnTo>
                  <a:pt x="952207" y="108508"/>
                </a:lnTo>
                <a:lnTo>
                  <a:pt x="952322" y="117348"/>
                </a:lnTo>
                <a:lnTo>
                  <a:pt x="952500" y="134112"/>
                </a:lnTo>
                <a:lnTo>
                  <a:pt x="917448" y="141732"/>
                </a:lnTo>
                <a:lnTo>
                  <a:pt x="932688" y="152400"/>
                </a:lnTo>
                <a:lnTo>
                  <a:pt x="941832" y="146304"/>
                </a:lnTo>
                <a:lnTo>
                  <a:pt x="952500" y="143256"/>
                </a:lnTo>
                <a:lnTo>
                  <a:pt x="952500" y="312420"/>
                </a:lnTo>
                <a:lnTo>
                  <a:pt x="954493" y="325272"/>
                </a:lnTo>
                <a:lnTo>
                  <a:pt x="960501" y="334137"/>
                </a:lnTo>
                <a:lnTo>
                  <a:pt x="970495" y="338988"/>
                </a:lnTo>
                <a:lnTo>
                  <a:pt x="984504" y="339852"/>
                </a:lnTo>
                <a:lnTo>
                  <a:pt x="1097280" y="339852"/>
                </a:lnTo>
                <a:lnTo>
                  <a:pt x="1111846" y="337566"/>
                </a:lnTo>
                <a:lnTo>
                  <a:pt x="1123569" y="332994"/>
                </a:lnTo>
                <a:lnTo>
                  <a:pt x="1132420" y="326136"/>
                </a:lnTo>
                <a:lnTo>
                  <a:pt x="1134427" y="323088"/>
                </a:lnTo>
                <a:lnTo>
                  <a:pt x="1138428" y="31699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" name="object 59"/>
          <p:cNvSpPr/>
          <p:nvPr/>
        </p:nvSpPr>
        <p:spPr>
          <a:xfrm>
            <a:off x="5222747" y="4884420"/>
            <a:ext cx="314325" cy="353695"/>
          </a:xfrm>
          <a:custGeom>
            <a:avLst/>
            <a:gdLst/>
            <a:ahLst/>
            <a:cxnLst/>
            <a:rect l="l" t="t" r="r" b="b"/>
            <a:pathLst>
              <a:path w="314325" h="353695">
                <a:moveTo>
                  <a:pt x="48768" y="79248"/>
                </a:moveTo>
                <a:lnTo>
                  <a:pt x="39624" y="79248"/>
                </a:lnTo>
                <a:lnTo>
                  <a:pt x="45886" y="55292"/>
                </a:lnTo>
                <a:lnTo>
                  <a:pt x="50863" y="33909"/>
                </a:lnTo>
                <a:lnTo>
                  <a:pt x="54411" y="15382"/>
                </a:lnTo>
                <a:lnTo>
                  <a:pt x="56388" y="0"/>
                </a:lnTo>
                <a:lnTo>
                  <a:pt x="89916" y="18288"/>
                </a:lnTo>
                <a:lnTo>
                  <a:pt x="81343" y="25455"/>
                </a:lnTo>
                <a:lnTo>
                  <a:pt x="71628" y="37909"/>
                </a:lnTo>
                <a:lnTo>
                  <a:pt x="60769" y="55792"/>
                </a:lnTo>
                <a:lnTo>
                  <a:pt x="48768" y="79248"/>
                </a:lnTo>
                <a:close/>
              </a:path>
              <a:path w="314325" h="353695">
                <a:moveTo>
                  <a:pt x="131064" y="169164"/>
                </a:moveTo>
                <a:lnTo>
                  <a:pt x="126492" y="166116"/>
                </a:lnTo>
                <a:lnTo>
                  <a:pt x="141374" y="141803"/>
                </a:lnTo>
                <a:lnTo>
                  <a:pt x="154114" y="119062"/>
                </a:lnTo>
                <a:lnTo>
                  <a:pt x="173736" y="77724"/>
                </a:lnTo>
                <a:lnTo>
                  <a:pt x="186309" y="40195"/>
                </a:lnTo>
                <a:lnTo>
                  <a:pt x="196596" y="1524"/>
                </a:lnTo>
                <a:lnTo>
                  <a:pt x="230124" y="21336"/>
                </a:lnTo>
                <a:lnTo>
                  <a:pt x="223313" y="28527"/>
                </a:lnTo>
                <a:lnTo>
                  <a:pt x="214503" y="41148"/>
                </a:lnTo>
                <a:lnTo>
                  <a:pt x="203977" y="59483"/>
                </a:lnTo>
                <a:lnTo>
                  <a:pt x="192024" y="83820"/>
                </a:lnTo>
                <a:lnTo>
                  <a:pt x="307848" y="83820"/>
                </a:lnTo>
                <a:lnTo>
                  <a:pt x="313943" y="89916"/>
                </a:lnTo>
                <a:lnTo>
                  <a:pt x="310025" y="92964"/>
                </a:lnTo>
                <a:lnTo>
                  <a:pt x="188976" y="92964"/>
                </a:lnTo>
                <a:lnTo>
                  <a:pt x="174998" y="114728"/>
                </a:lnTo>
                <a:lnTo>
                  <a:pt x="160591" y="134493"/>
                </a:lnTo>
                <a:lnTo>
                  <a:pt x="145899" y="152542"/>
                </a:lnTo>
                <a:lnTo>
                  <a:pt x="131064" y="169164"/>
                </a:lnTo>
                <a:close/>
              </a:path>
              <a:path w="314325" h="353695">
                <a:moveTo>
                  <a:pt x="129540" y="79248"/>
                </a:moveTo>
                <a:lnTo>
                  <a:pt x="99060" y="79248"/>
                </a:lnTo>
                <a:lnTo>
                  <a:pt x="114300" y="64008"/>
                </a:lnTo>
                <a:lnTo>
                  <a:pt x="129540" y="79248"/>
                </a:lnTo>
                <a:close/>
              </a:path>
              <a:path w="314325" h="353695">
                <a:moveTo>
                  <a:pt x="0" y="350520"/>
                </a:moveTo>
                <a:lnTo>
                  <a:pt x="828" y="316992"/>
                </a:lnTo>
                <a:lnTo>
                  <a:pt x="937" y="310324"/>
                </a:lnTo>
                <a:lnTo>
                  <a:pt x="1333" y="278892"/>
                </a:lnTo>
                <a:lnTo>
                  <a:pt x="1430" y="156972"/>
                </a:lnTo>
                <a:lnTo>
                  <a:pt x="1309" y="134493"/>
                </a:lnTo>
                <a:lnTo>
                  <a:pt x="881" y="100965"/>
                </a:lnTo>
                <a:lnTo>
                  <a:pt x="0" y="65532"/>
                </a:lnTo>
                <a:lnTo>
                  <a:pt x="22860" y="79248"/>
                </a:lnTo>
                <a:lnTo>
                  <a:pt x="129540" y="79248"/>
                </a:lnTo>
                <a:lnTo>
                  <a:pt x="137160" y="86868"/>
                </a:lnTo>
                <a:lnTo>
                  <a:pt x="134982" y="88392"/>
                </a:lnTo>
                <a:lnTo>
                  <a:pt x="21336" y="88392"/>
                </a:lnTo>
                <a:lnTo>
                  <a:pt x="21336" y="187452"/>
                </a:lnTo>
                <a:lnTo>
                  <a:pt x="121966" y="187452"/>
                </a:lnTo>
                <a:lnTo>
                  <a:pt x="121980" y="196596"/>
                </a:lnTo>
                <a:lnTo>
                  <a:pt x="21336" y="196596"/>
                </a:lnTo>
                <a:lnTo>
                  <a:pt x="21336" y="303275"/>
                </a:lnTo>
                <a:lnTo>
                  <a:pt x="122675" y="303275"/>
                </a:lnTo>
                <a:lnTo>
                  <a:pt x="122700" y="305336"/>
                </a:lnTo>
                <a:lnTo>
                  <a:pt x="122896" y="312420"/>
                </a:lnTo>
                <a:lnTo>
                  <a:pt x="21336" y="312420"/>
                </a:lnTo>
                <a:lnTo>
                  <a:pt x="21336" y="338328"/>
                </a:lnTo>
                <a:lnTo>
                  <a:pt x="0" y="350520"/>
                </a:lnTo>
                <a:close/>
              </a:path>
              <a:path w="314325" h="353695">
                <a:moveTo>
                  <a:pt x="307848" y="83820"/>
                </a:moveTo>
                <a:lnTo>
                  <a:pt x="274319" y="83820"/>
                </a:lnTo>
                <a:lnTo>
                  <a:pt x="291084" y="67056"/>
                </a:lnTo>
                <a:lnTo>
                  <a:pt x="307848" y="83820"/>
                </a:lnTo>
                <a:close/>
              </a:path>
              <a:path w="314325" h="353695">
                <a:moveTo>
                  <a:pt x="121966" y="187452"/>
                </a:moveTo>
                <a:lnTo>
                  <a:pt x="102108" y="187452"/>
                </a:lnTo>
                <a:lnTo>
                  <a:pt x="102108" y="88392"/>
                </a:lnTo>
                <a:lnTo>
                  <a:pt x="134982" y="88392"/>
                </a:lnTo>
                <a:lnTo>
                  <a:pt x="121920" y="97536"/>
                </a:lnTo>
                <a:lnTo>
                  <a:pt x="121966" y="187452"/>
                </a:lnTo>
                <a:close/>
              </a:path>
              <a:path w="314325" h="353695">
                <a:moveTo>
                  <a:pt x="288217" y="316992"/>
                </a:moveTo>
                <a:lnTo>
                  <a:pt x="249936" y="316992"/>
                </a:lnTo>
                <a:lnTo>
                  <a:pt x="257317" y="315301"/>
                </a:lnTo>
                <a:lnTo>
                  <a:pt x="263271" y="310324"/>
                </a:lnTo>
                <a:lnTo>
                  <a:pt x="272010" y="269128"/>
                </a:lnTo>
                <a:lnTo>
                  <a:pt x="274129" y="228600"/>
                </a:lnTo>
                <a:lnTo>
                  <a:pt x="275963" y="169783"/>
                </a:lnTo>
                <a:lnTo>
                  <a:pt x="277367" y="92964"/>
                </a:lnTo>
                <a:lnTo>
                  <a:pt x="310025" y="92964"/>
                </a:lnTo>
                <a:lnTo>
                  <a:pt x="300228" y="100584"/>
                </a:lnTo>
                <a:lnTo>
                  <a:pt x="298823" y="180903"/>
                </a:lnTo>
                <a:lnTo>
                  <a:pt x="296989" y="241363"/>
                </a:lnTo>
                <a:lnTo>
                  <a:pt x="294870" y="282106"/>
                </a:lnTo>
                <a:lnTo>
                  <a:pt x="292608" y="303275"/>
                </a:lnTo>
                <a:lnTo>
                  <a:pt x="289131" y="314729"/>
                </a:lnTo>
                <a:lnTo>
                  <a:pt x="288217" y="316992"/>
                </a:lnTo>
                <a:close/>
              </a:path>
              <a:path w="314325" h="353695">
                <a:moveTo>
                  <a:pt x="204216" y="237744"/>
                </a:moveTo>
                <a:lnTo>
                  <a:pt x="198119" y="237744"/>
                </a:lnTo>
                <a:lnTo>
                  <a:pt x="195072" y="230124"/>
                </a:lnTo>
                <a:lnTo>
                  <a:pt x="193548" y="216408"/>
                </a:lnTo>
                <a:lnTo>
                  <a:pt x="189261" y="200691"/>
                </a:lnTo>
                <a:lnTo>
                  <a:pt x="183261" y="185547"/>
                </a:lnTo>
                <a:lnTo>
                  <a:pt x="175545" y="170973"/>
                </a:lnTo>
                <a:lnTo>
                  <a:pt x="166116" y="156972"/>
                </a:lnTo>
                <a:lnTo>
                  <a:pt x="169164" y="152400"/>
                </a:lnTo>
                <a:lnTo>
                  <a:pt x="206668" y="184546"/>
                </a:lnTo>
                <a:lnTo>
                  <a:pt x="214884" y="201168"/>
                </a:lnTo>
                <a:lnTo>
                  <a:pt x="217931" y="207264"/>
                </a:lnTo>
                <a:lnTo>
                  <a:pt x="217931" y="217932"/>
                </a:lnTo>
                <a:lnTo>
                  <a:pt x="216408" y="224028"/>
                </a:lnTo>
                <a:lnTo>
                  <a:pt x="211836" y="230124"/>
                </a:lnTo>
                <a:lnTo>
                  <a:pt x="204216" y="237744"/>
                </a:lnTo>
                <a:close/>
              </a:path>
              <a:path w="314325" h="353695">
                <a:moveTo>
                  <a:pt x="122675" y="303275"/>
                </a:moveTo>
                <a:lnTo>
                  <a:pt x="102108" y="303275"/>
                </a:lnTo>
                <a:lnTo>
                  <a:pt x="102108" y="196596"/>
                </a:lnTo>
                <a:lnTo>
                  <a:pt x="121980" y="196596"/>
                </a:lnTo>
                <a:lnTo>
                  <a:pt x="122122" y="242935"/>
                </a:lnTo>
                <a:lnTo>
                  <a:pt x="122256" y="269128"/>
                </a:lnTo>
                <a:lnTo>
                  <a:pt x="122675" y="303275"/>
                </a:lnTo>
                <a:close/>
              </a:path>
              <a:path w="314325" h="353695">
                <a:moveTo>
                  <a:pt x="245364" y="353568"/>
                </a:moveTo>
                <a:lnTo>
                  <a:pt x="239649" y="341852"/>
                </a:lnTo>
                <a:lnTo>
                  <a:pt x="229362" y="331851"/>
                </a:lnTo>
                <a:lnTo>
                  <a:pt x="214503" y="323564"/>
                </a:lnTo>
                <a:lnTo>
                  <a:pt x="195072" y="316992"/>
                </a:lnTo>
                <a:lnTo>
                  <a:pt x="195072" y="309372"/>
                </a:lnTo>
                <a:lnTo>
                  <a:pt x="213074" y="312491"/>
                </a:lnTo>
                <a:lnTo>
                  <a:pt x="228218" y="314896"/>
                </a:lnTo>
                <a:lnTo>
                  <a:pt x="240506" y="316444"/>
                </a:lnTo>
                <a:lnTo>
                  <a:pt x="249936" y="316992"/>
                </a:lnTo>
                <a:lnTo>
                  <a:pt x="288217" y="316992"/>
                </a:lnTo>
                <a:lnTo>
                  <a:pt x="285369" y="324040"/>
                </a:lnTo>
                <a:lnTo>
                  <a:pt x="255055" y="349877"/>
                </a:lnTo>
                <a:lnTo>
                  <a:pt x="245364" y="353568"/>
                </a:lnTo>
                <a:close/>
              </a:path>
              <a:path w="314325" h="353695">
                <a:moveTo>
                  <a:pt x="102108" y="344424"/>
                </a:moveTo>
                <a:lnTo>
                  <a:pt x="102108" y="312420"/>
                </a:lnTo>
                <a:lnTo>
                  <a:pt x="122896" y="312420"/>
                </a:lnTo>
                <a:lnTo>
                  <a:pt x="123444" y="332232"/>
                </a:lnTo>
                <a:lnTo>
                  <a:pt x="102108" y="34442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" name="object 60"/>
          <p:cNvSpPr/>
          <p:nvPr/>
        </p:nvSpPr>
        <p:spPr>
          <a:xfrm>
            <a:off x="5583936" y="4882896"/>
            <a:ext cx="1515110" cy="361315"/>
          </a:xfrm>
          <a:custGeom>
            <a:avLst/>
            <a:gdLst/>
            <a:ahLst/>
            <a:cxnLst/>
            <a:rect l="l" t="t" r="r" b="b"/>
            <a:pathLst>
              <a:path w="1515109" h="361314">
                <a:moveTo>
                  <a:pt x="355092" y="71628"/>
                </a:moveTo>
                <a:lnTo>
                  <a:pt x="320040" y="36576"/>
                </a:lnTo>
                <a:lnTo>
                  <a:pt x="294132" y="62484"/>
                </a:lnTo>
                <a:lnTo>
                  <a:pt x="164592" y="62484"/>
                </a:lnTo>
                <a:lnTo>
                  <a:pt x="168300" y="55295"/>
                </a:lnTo>
                <a:lnTo>
                  <a:pt x="172593" y="47244"/>
                </a:lnTo>
                <a:lnTo>
                  <a:pt x="177444" y="38061"/>
                </a:lnTo>
                <a:lnTo>
                  <a:pt x="182880" y="27432"/>
                </a:lnTo>
                <a:lnTo>
                  <a:pt x="198120" y="21336"/>
                </a:lnTo>
                <a:lnTo>
                  <a:pt x="160020" y="0"/>
                </a:lnTo>
                <a:lnTo>
                  <a:pt x="156895" y="13411"/>
                </a:lnTo>
                <a:lnTo>
                  <a:pt x="152209" y="28384"/>
                </a:lnTo>
                <a:lnTo>
                  <a:pt x="146088" y="44792"/>
                </a:lnTo>
                <a:lnTo>
                  <a:pt x="138684" y="62484"/>
                </a:lnTo>
                <a:lnTo>
                  <a:pt x="0" y="62484"/>
                </a:lnTo>
                <a:lnTo>
                  <a:pt x="13716" y="76200"/>
                </a:lnTo>
                <a:lnTo>
                  <a:pt x="22860" y="74206"/>
                </a:lnTo>
                <a:lnTo>
                  <a:pt x="32004" y="72771"/>
                </a:lnTo>
                <a:lnTo>
                  <a:pt x="41148" y="71920"/>
                </a:lnTo>
                <a:lnTo>
                  <a:pt x="50292" y="71628"/>
                </a:lnTo>
                <a:lnTo>
                  <a:pt x="135636" y="71628"/>
                </a:lnTo>
                <a:lnTo>
                  <a:pt x="105727" y="121920"/>
                </a:lnTo>
                <a:lnTo>
                  <a:pt x="74676" y="163068"/>
                </a:lnTo>
                <a:lnTo>
                  <a:pt x="40195" y="198691"/>
                </a:lnTo>
                <a:lnTo>
                  <a:pt x="0" y="233172"/>
                </a:lnTo>
                <a:lnTo>
                  <a:pt x="4572" y="237744"/>
                </a:lnTo>
                <a:lnTo>
                  <a:pt x="29400" y="221132"/>
                </a:lnTo>
                <a:lnTo>
                  <a:pt x="53530" y="203073"/>
                </a:lnTo>
                <a:lnTo>
                  <a:pt x="76784" y="183311"/>
                </a:lnTo>
                <a:lnTo>
                  <a:pt x="99060" y="161544"/>
                </a:lnTo>
                <a:lnTo>
                  <a:pt x="98818" y="238366"/>
                </a:lnTo>
                <a:lnTo>
                  <a:pt x="98298" y="297180"/>
                </a:lnTo>
                <a:lnTo>
                  <a:pt x="97764" y="337718"/>
                </a:lnTo>
                <a:lnTo>
                  <a:pt x="97536" y="359664"/>
                </a:lnTo>
                <a:lnTo>
                  <a:pt x="120396" y="345948"/>
                </a:lnTo>
                <a:lnTo>
                  <a:pt x="120396" y="259080"/>
                </a:lnTo>
                <a:lnTo>
                  <a:pt x="260604" y="259080"/>
                </a:lnTo>
                <a:lnTo>
                  <a:pt x="260604" y="321564"/>
                </a:lnTo>
                <a:lnTo>
                  <a:pt x="256032" y="326136"/>
                </a:lnTo>
                <a:lnTo>
                  <a:pt x="246888" y="326136"/>
                </a:lnTo>
                <a:lnTo>
                  <a:pt x="239191" y="325856"/>
                </a:lnTo>
                <a:lnTo>
                  <a:pt x="229933" y="324993"/>
                </a:lnTo>
                <a:lnTo>
                  <a:pt x="219240" y="323570"/>
                </a:lnTo>
                <a:lnTo>
                  <a:pt x="207264" y="321564"/>
                </a:lnTo>
                <a:lnTo>
                  <a:pt x="207264" y="329184"/>
                </a:lnTo>
                <a:lnTo>
                  <a:pt x="226123" y="335457"/>
                </a:lnTo>
                <a:lnTo>
                  <a:pt x="239268" y="342709"/>
                </a:lnTo>
                <a:lnTo>
                  <a:pt x="246697" y="350837"/>
                </a:lnTo>
                <a:lnTo>
                  <a:pt x="248412" y="359664"/>
                </a:lnTo>
                <a:lnTo>
                  <a:pt x="263283" y="353098"/>
                </a:lnTo>
                <a:lnTo>
                  <a:pt x="273748" y="344805"/>
                </a:lnTo>
                <a:lnTo>
                  <a:pt x="279908" y="334810"/>
                </a:lnTo>
                <a:lnTo>
                  <a:pt x="281406" y="326136"/>
                </a:lnTo>
                <a:lnTo>
                  <a:pt x="281851" y="323570"/>
                </a:lnTo>
                <a:lnTo>
                  <a:pt x="281940" y="259080"/>
                </a:lnTo>
                <a:lnTo>
                  <a:pt x="281940" y="249936"/>
                </a:lnTo>
                <a:lnTo>
                  <a:pt x="281940" y="199644"/>
                </a:lnTo>
                <a:lnTo>
                  <a:pt x="281940" y="190500"/>
                </a:lnTo>
                <a:lnTo>
                  <a:pt x="281940" y="143256"/>
                </a:lnTo>
                <a:lnTo>
                  <a:pt x="289775" y="137160"/>
                </a:lnTo>
                <a:lnTo>
                  <a:pt x="295656" y="132588"/>
                </a:lnTo>
                <a:lnTo>
                  <a:pt x="289674" y="128016"/>
                </a:lnTo>
                <a:lnTo>
                  <a:pt x="269748" y="112776"/>
                </a:lnTo>
                <a:lnTo>
                  <a:pt x="260604" y="124206"/>
                </a:lnTo>
                <a:lnTo>
                  <a:pt x="260604" y="137160"/>
                </a:lnTo>
                <a:lnTo>
                  <a:pt x="260604" y="190500"/>
                </a:lnTo>
                <a:lnTo>
                  <a:pt x="260604" y="199644"/>
                </a:lnTo>
                <a:lnTo>
                  <a:pt x="260604" y="249936"/>
                </a:lnTo>
                <a:lnTo>
                  <a:pt x="120396" y="249936"/>
                </a:lnTo>
                <a:lnTo>
                  <a:pt x="120396" y="199644"/>
                </a:lnTo>
                <a:lnTo>
                  <a:pt x="260604" y="199644"/>
                </a:lnTo>
                <a:lnTo>
                  <a:pt x="260604" y="190500"/>
                </a:lnTo>
                <a:lnTo>
                  <a:pt x="120396" y="190500"/>
                </a:lnTo>
                <a:lnTo>
                  <a:pt x="120396" y="161544"/>
                </a:lnTo>
                <a:lnTo>
                  <a:pt x="120396" y="137160"/>
                </a:lnTo>
                <a:lnTo>
                  <a:pt x="260604" y="137160"/>
                </a:lnTo>
                <a:lnTo>
                  <a:pt x="260604" y="124206"/>
                </a:lnTo>
                <a:lnTo>
                  <a:pt x="257556" y="128016"/>
                </a:lnTo>
                <a:lnTo>
                  <a:pt x="126492" y="128016"/>
                </a:lnTo>
                <a:lnTo>
                  <a:pt x="135394" y="115138"/>
                </a:lnTo>
                <a:lnTo>
                  <a:pt x="144018" y="101536"/>
                </a:lnTo>
                <a:lnTo>
                  <a:pt x="152628" y="87083"/>
                </a:lnTo>
                <a:lnTo>
                  <a:pt x="161544" y="71628"/>
                </a:lnTo>
                <a:lnTo>
                  <a:pt x="355092" y="71628"/>
                </a:lnTo>
                <a:close/>
              </a:path>
              <a:path w="1515109" h="361314">
                <a:moveTo>
                  <a:pt x="492252" y="117348"/>
                </a:moveTo>
                <a:lnTo>
                  <a:pt x="463296" y="96012"/>
                </a:lnTo>
                <a:lnTo>
                  <a:pt x="450723" y="125780"/>
                </a:lnTo>
                <a:lnTo>
                  <a:pt x="435864" y="153543"/>
                </a:lnTo>
                <a:lnTo>
                  <a:pt x="418719" y="179603"/>
                </a:lnTo>
                <a:lnTo>
                  <a:pt x="399288" y="204216"/>
                </a:lnTo>
                <a:lnTo>
                  <a:pt x="403860" y="207264"/>
                </a:lnTo>
                <a:lnTo>
                  <a:pt x="419595" y="193535"/>
                </a:lnTo>
                <a:lnTo>
                  <a:pt x="437197" y="175069"/>
                </a:lnTo>
                <a:lnTo>
                  <a:pt x="456793" y="151765"/>
                </a:lnTo>
                <a:lnTo>
                  <a:pt x="478536" y="123444"/>
                </a:lnTo>
                <a:lnTo>
                  <a:pt x="492252" y="117348"/>
                </a:lnTo>
                <a:close/>
              </a:path>
              <a:path w="1515109" h="361314">
                <a:moveTo>
                  <a:pt x="560832" y="292608"/>
                </a:moveTo>
                <a:lnTo>
                  <a:pt x="536829" y="253746"/>
                </a:lnTo>
                <a:lnTo>
                  <a:pt x="532892" y="249936"/>
                </a:lnTo>
                <a:lnTo>
                  <a:pt x="527443" y="244652"/>
                </a:lnTo>
                <a:lnTo>
                  <a:pt x="516636" y="234696"/>
                </a:lnTo>
                <a:lnTo>
                  <a:pt x="523113" y="222504"/>
                </a:lnTo>
                <a:lnTo>
                  <a:pt x="528345" y="212674"/>
                </a:lnTo>
                <a:lnTo>
                  <a:pt x="538353" y="196786"/>
                </a:lnTo>
                <a:lnTo>
                  <a:pt x="546633" y="186905"/>
                </a:lnTo>
                <a:lnTo>
                  <a:pt x="553212" y="182880"/>
                </a:lnTo>
                <a:lnTo>
                  <a:pt x="525780" y="160020"/>
                </a:lnTo>
                <a:lnTo>
                  <a:pt x="522630" y="172580"/>
                </a:lnTo>
                <a:lnTo>
                  <a:pt x="517779" y="187261"/>
                </a:lnTo>
                <a:lnTo>
                  <a:pt x="511200" y="203962"/>
                </a:lnTo>
                <a:lnTo>
                  <a:pt x="502920" y="222504"/>
                </a:lnTo>
                <a:lnTo>
                  <a:pt x="490347" y="212509"/>
                </a:lnTo>
                <a:lnTo>
                  <a:pt x="477774" y="203073"/>
                </a:lnTo>
                <a:lnTo>
                  <a:pt x="465201" y="194221"/>
                </a:lnTo>
                <a:lnTo>
                  <a:pt x="452628" y="185928"/>
                </a:lnTo>
                <a:lnTo>
                  <a:pt x="449580" y="190500"/>
                </a:lnTo>
                <a:lnTo>
                  <a:pt x="495300" y="236220"/>
                </a:lnTo>
                <a:lnTo>
                  <a:pt x="474103" y="267944"/>
                </a:lnTo>
                <a:lnTo>
                  <a:pt x="451485" y="296799"/>
                </a:lnTo>
                <a:lnTo>
                  <a:pt x="427139" y="322808"/>
                </a:lnTo>
                <a:lnTo>
                  <a:pt x="400812" y="345948"/>
                </a:lnTo>
                <a:lnTo>
                  <a:pt x="403860" y="350520"/>
                </a:lnTo>
                <a:lnTo>
                  <a:pt x="432473" y="331381"/>
                </a:lnTo>
                <a:lnTo>
                  <a:pt x="459105" y="308229"/>
                </a:lnTo>
                <a:lnTo>
                  <a:pt x="484009" y="281089"/>
                </a:lnTo>
                <a:lnTo>
                  <a:pt x="507492" y="249936"/>
                </a:lnTo>
                <a:lnTo>
                  <a:pt x="518083" y="264223"/>
                </a:lnTo>
                <a:lnTo>
                  <a:pt x="527113" y="277368"/>
                </a:lnTo>
                <a:lnTo>
                  <a:pt x="534670" y="289331"/>
                </a:lnTo>
                <a:lnTo>
                  <a:pt x="541020" y="300228"/>
                </a:lnTo>
                <a:lnTo>
                  <a:pt x="544068" y="310896"/>
                </a:lnTo>
                <a:lnTo>
                  <a:pt x="548640" y="315468"/>
                </a:lnTo>
                <a:lnTo>
                  <a:pt x="551688" y="315468"/>
                </a:lnTo>
                <a:lnTo>
                  <a:pt x="554736" y="312420"/>
                </a:lnTo>
                <a:lnTo>
                  <a:pt x="556260" y="306324"/>
                </a:lnTo>
                <a:lnTo>
                  <a:pt x="559308" y="301752"/>
                </a:lnTo>
                <a:lnTo>
                  <a:pt x="560832" y="297180"/>
                </a:lnTo>
                <a:lnTo>
                  <a:pt x="560832" y="292608"/>
                </a:lnTo>
                <a:close/>
              </a:path>
              <a:path w="1515109" h="361314">
                <a:moveTo>
                  <a:pt x="574548" y="135636"/>
                </a:moveTo>
                <a:lnTo>
                  <a:pt x="534517" y="105232"/>
                </a:lnTo>
                <a:lnTo>
                  <a:pt x="519684" y="97536"/>
                </a:lnTo>
                <a:lnTo>
                  <a:pt x="516636" y="102108"/>
                </a:lnTo>
                <a:lnTo>
                  <a:pt x="528345" y="115544"/>
                </a:lnTo>
                <a:lnTo>
                  <a:pt x="538353" y="128397"/>
                </a:lnTo>
                <a:lnTo>
                  <a:pt x="546633" y="140690"/>
                </a:lnTo>
                <a:lnTo>
                  <a:pt x="553212" y="152400"/>
                </a:lnTo>
                <a:lnTo>
                  <a:pt x="556260" y="161544"/>
                </a:lnTo>
                <a:lnTo>
                  <a:pt x="560832" y="166116"/>
                </a:lnTo>
                <a:lnTo>
                  <a:pt x="565404" y="166116"/>
                </a:lnTo>
                <a:lnTo>
                  <a:pt x="568452" y="163068"/>
                </a:lnTo>
                <a:lnTo>
                  <a:pt x="569976" y="156972"/>
                </a:lnTo>
                <a:lnTo>
                  <a:pt x="573024" y="150876"/>
                </a:lnTo>
                <a:lnTo>
                  <a:pt x="574548" y="144780"/>
                </a:lnTo>
                <a:lnTo>
                  <a:pt x="574548" y="135636"/>
                </a:lnTo>
                <a:close/>
              </a:path>
              <a:path w="1515109" h="361314">
                <a:moveTo>
                  <a:pt x="595884" y="83820"/>
                </a:moveTo>
                <a:lnTo>
                  <a:pt x="568452" y="56388"/>
                </a:lnTo>
                <a:lnTo>
                  <a:pt x="550164" y="74676"/>
                </a:lnTo>
                <a:lnTo>
                  <a:pt x="510540" y="74676"/>
                </a:lnTo>
                <a:lnTo>
                  <a:pt x="516636" y="68580"/>
                </a:lnTo>
                <a:lnTo>
                  <a:pt x="519684" y="60960"/>
                </a:lnTo>
                <a:lnTo>
                  <a:pt x="519684" y="48768"/>
                </a:lnTo>
                <a:lnTo>
                  <a:pt x="482219" y="14693"/>
                </a:lnTo>
                <a:lnTo>
                  <a:pt x="469392" y="6096"/>
                </a:lnTo>
                <a:lnTo>
                  <a:pt x="464820" y="9144"/>
                </a:lnTo>
                <a:lnTo>
                  <a:pt x="472249" y="20002"/>
                </a:lnTo>
                <a:lnTo>
                  <a:pt x="478536" y="29718"/>
                </a:lnTo>
                <a:lnTo>
                  <a:pt x="495388" y="67805"/>
                </a:lnTo>
                <a:lnTo>
                  <a:pt x="496824" y="74676"/>
                </a:lnTo>
                <a:lnTo>
                  <a:pt x="409956" y="74676"/>
                </a:lnTo>
                <a:lnTo>
                  <a:pt x="423672" y="88392"/>
                </a:lnTo>
                <a:lnTo>
                  <a:pt x="432828" y="86398"/>
                </a:lnTo>
                <a:lnTo>
                  <a:pt x="442150" y="84963"/>
                </a:lnTo>
                <a:lnTo>
                  <a:pt x="451739" y="84112"/>
                </a:lnTo>
                <a:lnTo>
                  <a:pt x="461772" y="83820"/>
                </a:lnTo>
                <a:lnTo>
                  <a:pt x="595884" y="83820"/>
                </a:lnTo>
                <a:close/>
              </a:path>
              <a:path w="1515109" h="361314">
                <a:moveTo>
                  <a:pt x="749808" y="106680"/>
                </a:moveTo>
                <a:lnTo>
                  <a:pt x="740664" y="97536"/>
                </a:lnTo>
                <a:lnTo>
                  <a:pt x="722376" y="79248"/>
                </a:lnTo>
                <a:lnTo>
                  <a:pt x="704088" y="97536"/>
                </a:lnTo>
                <a:lnTo>
                  <a:pt x="688848" y="97536"/>
                </a:lnTo>
                <a:lnTo>
                  <a:pt x="688848" y="106680"/>
                </a:lnTo>
                <a:lnTo>
                  <a:pt x="682269" y="147828"/>
                </a:lnTo>
                <a:lnTo>
                  <a:pt x="673989" y="184404"/>
                </a:lnTo>
                <a:lnTo>
                  <a:pt x="663981" y="216408"/>
                </a:lnTo>
                <a:lnTo>
                  <a:pt x="652272" y="243840"/>
                </a:lnTo>
                <a:lnTo>
                  <a:pt x="641426" y="218389"/>
                </a:lnTo>
                <a:lnTo>
                  <a:pt x="631888" y="189928"/>
                </a:lnTo>
                <a:lnTo>
                  <a:pt x="623760" y="158330"/>
                </a:lnTo>
                <a:lnTo>
                  <a:pt x="619506" y="135636"/>
                </a:lnTo>
                <a:lnTo>
                  <a:pt x="617220" y="123444"/>
                </a:lnTo>
                <a:lnTo>
                  <a:pt x="623316" y="106680"/>
                </a:lnTo>
                <a:lnTo>
                  <a:pt x="688848" y="106680"/>
                </a:lnTo>
                <a:lnTo>
                  <a:pt x="688848" y="97536"/>
                </a:lnTo>
                <a:lnTo>
                  <a:pt x="626364" y="97536"/>
                </a:lnTo>
                <a:lnTo>
                  <a:pt x="635762" y="72732"/>
                </a:lnTo>
                <a:lnTo>
                  <a:pt x="652272" y="32004"/>
                </a:lnTo>
                <a:lnTo>
                  <a:pt x="667512" y="18288"/>
                </a:lnTo>
                <a:lnTo>
                  <a:pt x="630936" y="0"/>
                </a:lnTo>
                <a:lnTo>
                  <a:pt x="619239" y="56007"/>
                </a:lnTo>
                <a:lnTo>
                  <a:pt x="604837" y="107442"/>
                </a:lnTo>
                <a:lnTo>
                  <a:pt x="587883" y="154216"/>
                </a:lnTo>
                <a:lnTo>
                  <a:pt x="568452" y="196596"/>
                </a:lnTo>
                <a:lnTo>
                  <a:pt x="573024" y="199644"/>
                </a:lnTo>
                <a:lnTo>
                  <a:pt x="583044" y="186220"/>
                </a:lnTo>
                <a:lnTo>
                  <a:pt x="592645" y="171069"/>
                </a:lnTo>
                <a:lnTo>
                  <a:pt x="601903" y="154305"/>
                </a:lnTo>
                <a:lnTo>
                  <a:pt x="611124" y="135636"/>
                </a:lnTo>
                <a:lnTo>
                  <a:pt x="614565" y="166522"/>
                </a:lnTo>
                <a:lnTo>
                  <a:pt x="620458" y="197548"/>
                </a:lnTo>
                <a:lnTo>
                  <a:pt x="628904" y="228866"/>
                </a:lnTo>
                <a:lnTo>
                  <a:pt x="640080" y="260604"/>
                </a:lnTo>
                <a:lnTo>
                  <a:pt x="617232" y="286308"/>
                </a:lnTo>
                <a:lnTo>
                  <a:pt x="589978" y="310705"/>
                </a:lnTo>
                <a:lnTo>
                  <a:pt x="558419" y="333692"/>
                </a:lnTo>
                <a:lnTo>
                  <a:pt x="522732" y="355092"/>
                </a:lnTo>
                <a:lnTo>
                  <a:pt x="525780" y="359664"/>
                </a:lnTo>
                <a:lnTo>
                  <a:pt x="560920" y="343382"/>
                </a:lnTo>
                <a:lnTo>
                  <a:pt x="593217" y="324231"/>
                </a:lnTo>
                <a:lnTo>
                  <a:pt x="622642" y="302234"/>
                </a:lnTo>
                <a:lnTo>
                  <a:pt x="649224" y="277368"/>
                </a:lnTo>
                <a:lnTo>
                  <a:pt x="664603" y="300189"/>
                </a:lnTo>
                <a:lnTo>
                  <a:pt x="680847" y="320421"/>
                </a:lnTo>
                <a:lnTo>
                  <a:pt x="697649" y="337807"/>
                </a:lnTo>
                <a:lnTo>
                  <a:pt x="714756" y="352044"/>
                </a:lnTo>
                <a:lnTo>
                  <a:pt x="719340" y="345147"/>
                </a:lnTo>
                <a:lnTo>
                  <a:pt x="726376" y="340233"/>
                </a:lnTo>
                <a:lnTo>
                  <a:pt x="735965" y="337045"/>
                </a:lnTo>
                <a:lnTo>
                  <a:pt x="748284" y="335280"/>
                </a:lnTo>
                <a:lnTo>
                  <a:pt x="748284" y="329184"/>
                </a:lnTo>
                <a:lnTo>
                  <a:pt x="703897" y="308991"/>
                </a:lnTo>
                <a:lnTo>
                  <a:pt x="673608" y="277368"/>
                </a:lnTo>
                <a:lnTo>
                  <a:pt x="662940" y="263652"/>
                </a:lnTo>
                <a:lnTo>
                  <a:pt x="672299" y="243840"/>
                </a:lnTo>
                <a:lnTo>
                  <a:pt x="678891" y="229920"/>
                </a:lnTo>
                <a:lnTo>
                  <a:pt x="692277" y="192595"/>
                </a:lnTo>
                <a:lnTo>
                  <a:pt x="702792" y="151574"/>
                </a:lnTo>
                <a:lnTo>
                  <a:pt x="710184" y="106680"/>
                </a:lnTo>
                <a:lnTo>
                  <a:pt x="749808" y="106680"/>
                </a:lnTo>
                <a:close/>
              </a:path>
              <a:path w="1515109" h="361314">
                <a:moveTo>
                  <a:pt x="914400" y="22860"/>
                </a:moveTo>
                <a:lnTo>
                  <a:pt x="883920" y="1524"/>
                </a:lnTo>
                <a:lnTo>
                  <a:pt x="877963" y="20129"/>
                </a:lnTo>
                <a:lnTo>
                  <a:pt x="869442" y="41719"/>
                </a:lnTo>
                <a:lnTo>
                  <a:pt x="845820" y="94488"/>
                </a:lnTo>
                <a:lnTo>
                  <a:pt x="817054" y="149542"/>
                </a:lnTo>
                <a:lnTo>
                  <a:pt x="784860" y="196596"/>
                </a:lnTo>
                <a:lnTo>
                  <a:pt x="789432" y="201168"/>
                </a:lnTo>
                <a:lnTo>
                  <a:pt x="802335" y="188315"/>
                </a:lnTo>
                <a:lnTo>
                  <a:pt x="816102" y="172593"/>
                </a:lnTo>
                <a:lnTo>
                  <a:pt x="830999" y="154025"/>
                </a:lnTo>
                <a:lnTo>
                  <a:pt x="847344" y="132588"/>
                </a:lnTo>
                <a:lnTo>
                  <a:pt x="847344" y="289560"/>
                </a:lnTo>
                <a:lnTo>
                  <a:pt x="847064" y="302920"/>
                </a:lnTo>
                <a:lnTo>
                  <a:pt x="846582" y="317944"/>
                </a:lnTo>
                <a:lnTo>
                  <a:pt x="846048" y="337781"/>
                </a:lnTo>
                <a:lnTo>
                  <a:pt x="845820" y="361188"/>
                </a:lnTo>
                <a:lnTo>
                  <a:pt x="870204" y="348996"/>
                </a:lnTo>
                <a:lnTo>
                  <a:pt x="869315" y="329565"/>
                </a:lnTo>
                <a:lnTo>
                  <a:pt x="868870" y="312420"/>
                </a:lnTo>
                <a:lnTo>
                  <a:pt x="868756" y="302920"/>
                </a:lnTo>
                <a:lnTo>
                  <a:pt x="868680" y="132588"/>
                </a:lnTo>
                <a:lnTo>
                  <a:pt x="868680" y="131064"/>
                </a:lnTo>
                <a:lnTo>
                  <a:pt x="880872" y="118872"/>
                </a:lnTo>
                <a:lnTo>
                  <a:pt x="861060" y="108204"/>
                </a:lnTo>
                <a:lnTo>
                  <a:pt x="869670" y="91655"/>
                </a:lnTo>
                <a:lnTo>
                  <a:pt x="877316" y="76631"/>
                </a:lnTo>
                <a:lnTo>
                  <a:pt x="884631" y="62560"/>
                </a:lnTo>
                <a:lnTo>
                  <a:pt x="891540" y="50292"/>
                </a:lnTo>
                <a:lnTo>
                  <a:pt x="897255" y="40005"/>
                </a:lnTo>
                <a:lnTo>
                  <a:pt x="902970" y="32004"/>
                </a:lnTo>
                <a:lnTo>
                  <a:pt x="908685" y="26289"/>
                </a:lnTo>
                <a:lnTo>
                  <a:pt x="914400" y="22860"/>
                </a:lnTo>
                <a:close/>
              </a:path>
              <a:path w="1515109" h="361314">
                <a:moveTo>
                  <a:pt x="964692" y="94488"/>
                </a:moveTo>
                <a:lnTo>
                  <a:pt x="929843" y="59588"/>
                </a:lnTo>
                <a:lnTo>
                  <a:pt x="914400" y="48768"/>
                </a:lnTo>
                <a:lnTo>
                  <a:pt x="909828" y="53340"/>
                </a:lnTo>
                <a:lnTo>
                  <a:pt x="921258" y="69608"/>
                </a:lnTo>
                <a:lnTo>
                  <a:pt x="930402" y="84010"/>
                </a:lnTo>
                <a:lnTo>
                  <a:pt x="937260" y="96418"/>
                </a:lnTo>
                <a:lnTo>
                  <a:pt x="941832" y="106680"/>
                </a:lnTo>
                <a:lnTo>
                  <a:pt x="943356" y="115824"/>
                </a:lnTo>
                <a:lnTo>
                  <a:pt x="946404" y="120396"/>
                </a:lnTo>
                <a:lnTo>
                  <a:pt x="952500" y="120396"/>
                </a:lnTo>
                <a:lnTo>
                  <a:pt x="955548" y="117348"/>
                </a:lnTo>
                <a:lnTo>
                  <a:pt x="958596" y="112776"/>
                </a:lnTo>
                <a:lnTo>
                  <a:pt x="963168" y="106680"/>
                </a:lnTo>
                <a:lnTo>
                  <a:pt x="964692" y="102108"/>
                </a:lnTo>
                <a:lnTo>
                  <a:pt x="964692" y="94488"/>
                </a:lnTo>
                <a:close/>
              </a:path>
              <a:path w="1515109" h="361314">
                <a:moveTo>
                  <a:pt x="1101852" y="68580"/>
                </a:moveTo>
                <a:lnTo>
                  <a:pt x="1072896" y="44196"/>
                </a:lnTo>
                <a:lnTo>
                  <a:pt x="1067765" y="58229"/>
                </a:lnTo>
                <a:lnTo>
                  <a:pt x="1059370" y="75247"/>
                </a:lnTo>
                <a:lnTo>
                  <a:pt x="1047813" y="95427"/>
                </a:lnTo>
                <a:lnTo>
                  <a:pt x="1033272" y="118872"/>
                </a:lnTo>
                <a:lnTo>
                  <a:pt x="1037844" y="121920"/>
                </a:lnTo>
                <a:lnTo>
                  <a:pt x="1045857" y="114541"/>
                </a:lnTo>
                <a:lnTo>
                  <a:pt x="1054036" y="106299"/>
                </a:lnTo>
                <a:lnTo>
                  <a:pt x="1062482" y="97497"/>
                </a:lnTo>
                <a:lnTo>
                  <a:pt x="1071372" y="88392"/>
                </a:lnTo>
                <a:lnTo>
                  <a:pt x="1079347" y="81229"/>
                </a:lnTo>
                <a:lnTo>
                  <a:pt x="1087183" y="75628"/>
                </a:lnTo>
                <a:lnTo>
                  <a:pt x="1094727" y="71462"/>
                </a:lnTo>
                <a:lnTo>
                  <a:pt x="1101852" y="68580"/>
                </a:lnTo>
                <a:close/>
              </a:path>
              <a:path w="1515109" h="361314">
                <a:moveTo>
                  <a:pt x="1139952" y="234696"/>
                </a:moveTo>
                <a:lnTo>
                  <a:pt x="1110996" y="205740"/>
                </a:lnTo>
                <a:lnTo>
                  <a:pt x="1091184" y="225552"/>
                </a:lnTo>
                <a:lnTo>
                  <a:pt x="1011936" y="225552"/>
                </a:lnTo>
                <a:lnTo>
                  <a:pt x="1011936" y="153924"/>
                </a:lnTo>
                <a:lnTo>
                  <a:pt x="1115568" y="153924"/>
                </a:lnTo>
                <a:lnTo>
                  <a:pt x="1088136" y="126492"/>
                </a:lnTo>
                <a:lnTo>
                  <a:pt x="1069848" y="144780"/>
                </a:lnTo>
                <a:lnTo>
                  <a:pt x="1011936" y="144780"/>
                </a:lnTo>
                <a:lnTo>
                  <a:pt x="1011936" y="32004"/>
                </a:lnTo>
                <a:lnTo>
                  <a:pt x="1025652" y="19812"/>
                </a:lnTo>
                <a:lnTo>
                  <a:pt x="989076" y="1524"/>
                </a:lnTo>
                <a:lnTo>
                  <a:pt x="989952" y="18415"/>
                </a:lnTo>
                <a:lnTo>
                  <a:pt x="990384" y="32004"/>
                </a:lnTo>
                <a:lnTo>
                  <a:pt x="990511" y="40005"/>
                </a:lnTo>
                <a:lnTo>
                  <a:pt x="990600" y="144780"/>
                </a:lnTo>
                <a:lnTo>
                  <a:pt x="897636" y="144780"/>
                </a:lnTo>
                <a:lnTo>
                  <a:pt x="911352" y="158496"/>
                </a:lnTo>
                <a:lnTo>
                  <a:pt x="919632" y="156502"/>
                </a:lnTo>
                <a:lnTo>
                  <a:pt x="928497" y="155067"/>
                </a:lnTo>
                <a:lnTo>
                  <a:pt x="937920" y="154216"/>
                </a:lnTo>
                <a:lnTo>
                  <a:pt x="947928" y="153924"/>
                </a:lnTo>
                <a:lnTo>
                  <a:pt x="990600" y="153924"/>
                </a:lnTo>
                <a:lnTo>
                  <a:pt x="990600" y="225552"/>
                </a:lnTo>
                <a:lnTo>
                  <a:pt x="877824" y="225552"/>
                </a:lnTo>
                <a:lnTo>
                  <a:pt x="891540" y="239268"/>
                </a:lnTo>
                <a:lnTo>
                  <a:pt x="899820" y="237274"/>
                </a:lnTo>
                <a:lnTo>
                  <a:pt x="908685" y="235839"/>
                </a:lnTo>
                <a:lnTo>
                  <a:pt x="918108" y="234988"/>
                </a:lnTo>
                <a:lnTo>
                  <a:pt x="928116" y="234696"/>
                </a:lnTo>
                <a:lnTo>
                  <a:pt x="990600" y="234696"/>
                </a:lnTo>
                <a:lnTo>
                  <a:pt x="990485" y="317944"/>
                </a:lnTo>
                <a:lnTo>
                  <a:pt x="990409" y="324612"/>
                </a:lnTo>
                <a:lnTo>
                  <a:pt x="989952" y="341147"/>
                </a:lnTo>
                <a:lnTo>
                  <a:pt x="989076" y="359664"/>
                </a:lnTo>
                <a:lnTo>
                  <a:pt x="1013460" y="348996"/>
                </a:lnTo>
                <a:lnTo>
                  <a:pt x="1012571" y="333260"/>
                </a:lnTo>
                <a:lnTo>
                  <a:pt x="1012126" y="317944"/>
                </a:lnTo>
                <a:lnTo>
                  <a:pt x="1012037" y="310375"/>
                </a:lnTo>
                <a:lnTo>
                  <a:pt x="1011936" y="234696"/>
                </a:lnTo>
                <a:lnTo>
                  <a:pt x="1139952" y="234696"/>
                </a:lnTo>
                <a:close/>
              </a:path>
              <a:path w="1515109" h="361314">
                <a:moveTo>
                  <a:pt x="1292352" y="21336"/>
                </a:moveTo>
                <a:lnTo>
                  <a:pt x="1258824" y="0"/>
                </a:lnTo>
                <a:lnTo>
                  <a:pt x="1255179" y="17437"/>
                </a:lnTo>
                <a:lnTo>
                  <a:pt x="1249108" y="37719"/>
                </a:lnTo>
                <a:lnTo>
                  <a:pt x="1231392" y="86868"/>
                </a:lnTo>
                <a:lnTo>
                  <a:pt x="1205865" y="141732"/>
                </a:lnTo>
                <a:lnTo>
                  <a:pt x="1173480" y="196596"/>
                </a:lnTo>
                <a:lnTo>
                  <a:pt x="1178052" y="199644"/>
                </a:lnTo>
                <a:lnTo>
                  <a:pt x="1192885" y="182791"/>
                </a:lnTo>
                <a:lnTo>
                  <a:pt x="1207579" y="164211"/>
                </a:lnTo>
                <a:lnTo>
                  <a:pt x="1221981" y="143929"/>
                </a:lnTo>
                <a:lnTo>
                  <a:pt x="1235964" y="121920"/>
                </a:lnTo>
                <a:lnTo>
                  <a:pt x="1235887" y="296214"/>
                </a:lnTo>
                <a:lnTo>
                  <a:pt x="1235773" y="308991"/>
                </a:lnTo>
                <a:lnTo>
                  <a:pt x="1235316" y="331622"/>
                </a:lnTo>
                <a:lnTo>
                  <a:pt x="1234440" y="359664"/>
                </a:lnTo>
                <a:lnTo>
                  <a:pt x="1257300" y="344424"/>
                </a:lnTo>
                <a:lnTo>
                  <a:pt x="1257058" y="327596"/>
                </a:lnTo>
                <a:lnTo>
                  <a:pt x="1256538" y="311467"/>
                </a:lnTo>
                <a:lnTo>
                  <a:pt x="1256004" y="296214"/>
                </a:lnTo>
                <a:lnTo>
                  <a:pt x="1255776" y="281940"/>
                </a:lnTo>
                <a:lnTo>
                  <a:pt x="1255776" y="121920"/>
                </a:lnTo>
                <a:lnTo>
                  <a:pt x="1255776" y="118872"/>
                </a:lnTo>
                <a:lnTo>
                  <a:pt x="1271016" y="106680"/>
                </a:lnTo>
                <a:lnTo>
                  <a:pt x="1248156" y="94488"/>
                </a:lnTo>
                <a:lnTo>
                  <a:pt x="1253312" y="84493"/>
                </a:lnTo>
                <a:lnTo>
                  <a:pt x="1259776" y="70485"/>
                </a:lnTo>
                <a:lnTo>
                  <a:pt x="1267650" y="52489"/>
                </a:lnTo>
                <a:lnTo>
                  <a:pt x="1277112" y="30480"/>
                </a:lnTo>
                <a:lnTo>
                  <a:pt x="1292352" y="21336"/>
                </a:lnTo>
                <a:close/>
              </a:path>
              <a:path w="1515109" h="361314">
                <a:moveTo>
                  <a:pt x="1491996" y="38100"/>
                </a:moveTo>
                <a:lnTo>
                  <a:pt x="1488186" y="35052"/>
                </a:lnTo>
                <a:lnTo>
                  <a:pt x="1469136" y="19812"/>
                </a:lnTo>
                <a:lnTo>
                  <a:pt x="1459992" y="32880"/>
                </a:lnTo>
                <a:lnTo>
                  <a:pt x="1459992" y="44196"/>
                </a:lnTo>
                <a:lnTo>
                  <a:pt x="1459992" y="129540"/>
                </a:lnTo>
                <a:lnTo>
                  <a:pt x="1354836" y="129540"/>
                </a:lnTo>
                <a:lnTo>
                  <a:pt x="1354836" y="44196"/>
                </a:lnTo>
                <a:lnTo>
                  <a:pt x="1459992" y="44196"/>
                </a:lnTo>
                <a:lnTo>
                  <a:pt x="1459992" y="32880"/>
                </a:lnTo>
                <a:lnTo>
                  <a:pt x="1458468" y="35052"/>
                </a:lnTo>
                <a:lnTo>
                  <a:pt x="1354836" y="35052"/>
                </a:lnTo>
                <a:lnTo>
                  <a:pt x="1333500" y="21336"/>
                </a:lnTo>
                <a:lnTo>
                  <a:pt x="1333728" y="39370"/>
                </a:lnTo>
                <a:lnTo>
                  <a:pt x="1334782" y="74282"/>
                </a:lnTo>
                <a:lnTo>
                  <a:pt x="1335024" y="91440"/>
                </a:lnTo>
                <a:lnTo>
                  <a:pt x="1334782" y="108851"/>
                </a:lnTo>
                <a:lnTo>
                  <a:pt x="1333728" y="144805"/>
                </a:lnTo>
                <a:lnTo>
                  <a:pt x="1333500" y="163068"/>
                </a:lnTo>
                <a:lnTo>
                  <a:pt x="1354836" y="155448"/>
                </a:lnTo>
                <a:lnTo>
                  <a:pt x="1354836" y="138684"/>
                </a:lnTo>
                <a:lnTo>
                  <a:pt x="1459992" y="138684"/>
                </a:lnTo>
                <a:lnTo>
                  <a:pt x="1459992" y="160020"/>
                </a:lnTo>
                <a:lnTo>
                  <a:pt x="1481328" y="152400"/>
                </a:lnTo>
                <a:lnTo>
                  <a:pt x="1480439" y="142405"/>
                </a:lnTo>
                <a:lnTo>
                  <a:pt x="1480299" y="138684"/>
                </a:lnTo>
                <a:lnTo>
                  <a:pt x="1479994" y="130683"/>
                </a:lnTo>
                <a:lnTo>
                  <a:pt x="1479969" y="129540"/>
                </a:lnTo>
                <a:lnTo>
                  <a:pt x="1479816" y="117259"/>
                </a:lnTo>
                <a:lnTo>
                  <a:pt x="1479804" y="48768"/>
                </a:lnTo>
                <a:lnTo>
                  <a:pt x="1485023" y="44196"/>
                </a:lnTo>
                <a:lnTo>
                  <a:pt x="1491996" y="38100"/>
                </a:lnTo>
                <a:close/>
              </a:path>
              <a:path w="1515109" h="361314">
                <a:moveTo>
                  <a:pt x="1514856" y="202692"/>
                </a:moveTo>
                <a:lnTo>
                  <a:pt x="1510868" y="199644"/>
                </a:lnTo>
                <a:lnTo>
                  <a:pt x="1488948" y="182880"/>
                </a:lnTo>
                <a:lnTo>
                  <a:pt x="1481328" y="194856"/>
                </a:lnTo>
                <a:lnTo>
                  <a:pt x="1481328" y="208788"/>
                </a:lnTo>
                <a:lnTo>
                  <a:pt x="1481328" y="303276"/>
                </a:lnTo>
                <a:lnTo>
                  <a:pt x="1331976" y="303276"/>
                </a:lnTo>
                <a:lnTo>
                  <a:pt x="1331976" y="208788"/>
                </a:lnTo>
                <a:lnTo>
                  <a:pt x="1481328" y="208788"/>
                </a:lnTo>
                <a:lnTo>
                  <a:pt x="1481328" y="194856"/>
                </a:lnTo>
                <a:lnTo>
                  <a:pt x="1478280" y="199644"/>
                </a:lnTo>
                <a:lnTo>
                  <a:pt x="1331976" y="199644"/>
                </a:lnTo>
                <a:lnTo>
                  <a:pt x="1307592" y="184404"/>
                </a:lnTo>
                <a:lnTo>
                  <a:pt x="1308468" y="197294"/>
                </a:lnTo>
                <a:lnTo>
                  <a:pt x="1308925" y="208597"/>
                </a:lnTo>
                <a:lnTo>
                  <a:pt x="1309001" y="213360"/>
                </a:lnTo>
                <a:lnTo>
                  <a:pt x="1308925" y="329565"/>
                </a:lnTo>
                <a:lnTo>
                  <a:pt x="1308468" y="340715"/>
                </a:lnTo>
                <a:lnTo>
                  <a:pt x="1307592" y="353568"/>
                </a:lnTo>
                <a:lnTo>
                  <a:pt x="1331976" y="342900"/>
                </a:lnTo>
                <a:lnTo>
                  <a:pt x="1331976" y="312420"/>
                </a:lnTo>
                <a:lnTo>
                  <a:pt x="1481328" y="312420"/>
                </a:lnTo>
                <a:lnTo>
                  <a:pt x="1481328" y="347472"/>
                </a:lnTo>
                <a:lnTo>
                  <a:pt x="1504188" y="338328"/>
                </a:lnTo>
                <a:lnTo>
                  <a:pt x="1502676" y="290753"/>
                </a:lnTo>
                <a:lnTo>
                  <a:pt x="1502664" y="213360"/>
                </a:lnTo>
                <a:lnTo>
                  <a:pt x="1507883" y="208788"/>
                </a:lnTo>
                <a:lnTo>
                  <a:pt x="1514856" y="20269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" name="object 61"/>
          <p:cNvSpPr/>
          <p:nvPr/>
        </p:nvSpPr>
        <p:spPr>
          <a:xfrm>
            <a:off x="7178040" y="5113020"/>
            <a:ext cx="60960" cy="106680"/>
          </a:xfrm>
          <a:custGeom>
            <a:avLst/>
            <a:gdLst/>
            <a:ahLst/>
            <a:cxnLst/>
            <a:rect l="l" t="t" r="r" b="b"/>
            <a:pathLst>
              <a:path w="60959" h="106679">
                <a:moveTo>
                  <a:pt x="3047" y="106679"/>
                </a:moveTo>
                <a:lnTo>
                  <a:pt x="0" y="106679"/>
                </a:lnTo>
                <a:lnTo>
                  <a:pt x="0" y="103631"/>
                </a:lnTo>
                <a:lnTo>
                  <a:pt x="1523" y="102107"/>
                </a:lnTo>
                <a:lnTo>
                  <a:pt x="4571" y="100583"/>
                </a:lnTo>
                <a:lnTo>
                  <a:pt x="9143" y="96869"/>
                </a:lnTo>
                <a:lnTo>
                  <a:pt x="33789" y="61293"/>
                </a:lnTo>
                <a:lnTo>
                  <a:pt x="36575" y="51815"/>
                </a:lnTo>
                <a:lnTo>
                  <a:pt x="27431" y="51815"/>
                </a:lnTo>
                <a:lnTo>
                  <a:pt x="21335" y="50291"/>
                </a:lnTo>
                <a:lnTo>
                  <a:pt x="16763" y="47243"/>
                </a:lnTo>
                <a:lnTo>
                  <a:pt x="13715" y="44195"/>
                </a:lnTo>
                <a:lnTo>
                  <a:pt x="10667" y="39623"/>
                </a:lnTo>
                <a:lnTo>
                  <a:pt x="7619" y="30479"/>
                </a:lnTo>
                <a:lnTo>
                  <a:pt x="7619" y="19811"/>
                </a:lnTo>
                <a:lnTo>
                  <a:pt x="9143" y="15239"/>
                </a:lnTo>
                <a:lnTo>
                  <a:pt x="12191" y="10667"/>
                </a:lnTo>
                <a:lnTo>
                  <a:pt x="24383" y="1523"/>
                </a:lnTo>
                <a:lnTo>
                  <a:pt x="32003" y="0"/>
                </a:lnTo>
                <a:lnTo>
                  <a:pt x="41147" y="3047"/>
                </a:lnTo>
                <a:lnTo>
                  <a:pt x="50291" y="4571"/>
                </a:lnTo>
                <a:lnTo>
                  <a:pt x="56387" y="9143"/>
                </a:lnTo>
                <a:lnTo>
                  <a:pt x="57911" y="13715"/>
                </a:lnTo>
                <a:lnTo>
                  <a:pt x="60959" y="19811"/>
                </a:lnTo>
                <a:lnTo>
                  <a:pt x="60959" y="36575"/>
                </a:lnTo>
                <a:lnTo>
                  <a:pt x="59435" y="44195"/>
                </a:lnTo>
                <a:lnTo>
                  <a:pt x="36575" y="85343"/>
                </a:lnTo>
                <a:lnTo>
                  <a:pt x="10667" y="105155"/>
                </a:lnTo>
                <a:lnTo>
                  <a:pt x="3047" y="10667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" name="object 62"/>
          <p:cNvSpPr/>
          <p:nvPr/>
        </p:nvSpPr>
        <p:spPr>
          <a:xfrm>
            <a:off x="7537703" y="4898136"/>
            <a:ext cx="349250" cy="342900"/>
          </a:xfrm>
          <a:custGeom>
            <a:avLst/>
            <a:gdLst/>
            <a:ahLst/>
            <a:cxnLst/>
            <a:rect l="l" t="t" r="r" b="b"/>
            <a:pathLst>
              <a:path w="349250" h="342900">
                <a:moveTo>
                  <a:pt x="32004" y="30480"/>
                </a:moveTo>
                <a:lnTo>
                  <a:pt x="18288" y="16764"/>
                </a:lnTo>
                <a:lnTo>
                  <a:pt x="160020" y="16764"/>
                </a:lnTo>
                <a:lnTo>
                  <a:pt x="172212" y="1524"/>
                </a:lnTo>
                <a:lnTo>
                  <a:pt x="196596" y="21336"/>
                </a:lnTo>
                <a:lnTo>
                  <a:pt x="190717" y="25908"/>
                </a:lnTo>
                <a:lnTo>
                  <a:pt x="68580" y="25908"/>
                </a:lnTo>
                <a:lnTo>
                  <a:pt x="59436" y="26193"/>
                </a:lnTo>
                <a:lnTo>
                  <a:pt x="50292" y="27051"/>
                </a:lnTo>
                <a:lnTo>
                  <a:pt x="41148" y="28479"/>
                </a:lnTo>
                <a:lnTo>
                  <a:pt x="32004" y="30480"/>
                </a:lnTo>
                <a:close/>
              </a:path>
              <a:path w="349250" h="342900">
                <a:moveTo>
                  <a:pt x="108204" y="103632"/>
                </a:moveTo>
                <a:lnTo>
                  <a:pt x="88392" y="103632"/>
                </a:lnTo>
                <a:lnTo>
                  <a:pt x="88392" y="25908"/>
                </a:lnTo>
                <a:lnTo>
                  <a:pt x="108204" y="25908"/>
                </a:lnTo>
                <a:lnTo>
                  <a:pt x="108204" y="103632"/>
                </a:lnTo>
                <a:close/>
              </a:path>
              <a:path w="349250" h="342900">
                <a:moveTo>
                  <a:pt x="36576" y="117348"/>
                </a:moveTo>
                <a:lnTo>
                  <a:pt x="22860" y="103632"/>
                </a:lnTo>
                <a:lnTo>
                  <a:pt x="163068" y="103632"/>
                </a:lnTo>
                <a:lnTo>
                  <a:pt x="163068" y="25908"/>
                </a:lnTo>
                <a:lnTo>
                  <a:pt x="190717" y="25908"/>
                </a:lnTo>
                <a:lnTo>
                  <a:pt x="182880" y="32004"/>
                </a:lnTo>
                <a:lnTo>
                  <a:pt x="182880" y="112776"/>
                </a:lnTo>
                <a:lnTo>
                  <a:pt x="73152" y="112776"/>
                </a:lnTo>
                <a:lnTo>
                  <a:pt x="64008" y="113061"/>
                </a:lnTo>
                <a:lnTo>
                  <a:pt x="54864" y="113919"/>
                </a:lnTo>
                <a:lnTo>
                  <a:pt x="45720" y="115347"/>
                </a:lnTo>
                <a:lnTo>
                  <a:pt x="36576" y="117348"/>
                </a:lnTo>
                <a:close/>
              </a:path>
              <a:path w="349250" h="342900">
                <a:moveTo>
                  <a:pt x="105156" y="181356"/>
                </a:moveTo>
                <a:lnTo>
                  <a:pt x="85344" y="181356"/>
                </a:lnTo>
                <a:lnTo>
                  <a:pt x="87106" y="165068"/>
                </a:lnTo>
                <a:lnTo>
                  <a:pt x="88011" y="148209"/>
                </a:lnTo>
                <a:lnTo>
                  <a:pt x="88344" y="130778"/>
                </a:lnTo>
                <a:lnTo>
                  <a:pt x="88392" y="112776"/>
                </a:lnTo>
                <a:lnTo>
                  <a:pt x="108204" y="112776"/>
                </a:lnTo>
                <a:lnTo>
                  <a:pt x="108122" y="130778"/>
                </a:lnTo>
                <a:lnTo>
                  <a:pt x="107823" y="145923"/>
                </a:lnTo>
                <a:lnTo>
                  <a:pt x="106918" y="163353"/>
                </a:lnTo>
                <a:lnTo>
                  <a:pt x="105156" y="181356"/>
                </a:lnTo>
                <a:close/>
              </a:path>
              <a:path w="349250" h="342900">
                <a:moveTo>
                  <a:pt x="30480" y="195072"/>
                </a:moveTo>
                <a:lnTo>
                  <a:pt x="16764" y="181356"/>
                </a:lnTo>
                <a:lnTo>
                  <a:pt x="163068" y="181356"/>
                </a:lnTo>
                <a:lnTo>
                  <a:pt x="163068" y="112776"/>
                </a:lnTo>
                <a:lnTo>
                  <a:pt x="182880" y="112776"/>
                </a:lnTo>
                <a:lnTo>
                  <a:pt x="182880" y="190500"/>
                </a:lnTo>
                <a:lnTo>
                  <a:pt x="67056" y="190500"/>
                </a:lnTo>
                <a:lnTo>
                  <a:pt x="57912" y="190785"/>
                </a:lnTo>
                <a:lnTo>
                  <a:pt x="48768" y="191643"/>
                </a:lnTo>
                <a:lnTo>
                  <a:pt x="39624" y="193071"/>
                </a:lnTo>
                <a:lnTo>
                  <a:pt x="30480" y="195072"/>
                </a:lnTo>
                <a:close/>
              </a:path>
              <a:path w="349250" h="342900">
                <a:moveTo>
                  <a:pt x="3048" y="338328"/>
                </a:moveTo>
                <a:lnTo>
                  <a:pt x="0" y="335280"/>
                </a:lnTo>
                <a:lnTo>
                  <a:pt x="32813" y="301299"/>
                </a:lnTo>
                <a:lnTo>
                  <a:pt x="57912" y="265747"/>
                </a:lnTo>
                <a:lnTo>
                  <a:pt x="75009" y="228766"/>
                </a:lnTo>
                <a:lnTo>
                  <a:pt x="83820" y="190500"/>
                </a:lnTo>
                <a:lnTo>
                  <a:pt x="103632" y="190500"/>
                </a:lnTo>
                <a:lnTo>
                  <a:pt x="92202" y="235029"/>
                </a:lnTo>
                <a:lnTo>
                  <a:pt x="71628" y="274701"/>
                </a:lnTo>
                <a:lnTo>
                  <a:pt x="41910" y="309229"/>
                </a:lnTo>
                <a:lnTo>
                  <a:pt x="3048" y="338328"/>
                </a:lnTo>
                <a:close/>
              </a:path>
              <a:path w="349250" h="342900">
                <a:moveTo>
                  <a:pt x="178861" y="284988"/>
                </a:moveTo>
                <a:lnTo>
                  <a:pt x="143256" y="284988"/>
                </a:lnTo>
                <a:lnTo>
                  <a:pt x="152138" y="283606"/>
                </a:lnTo>
                <a:lnTo>
                  <a:pt x="158305" y="277368"/>
                </a:lnTo>
                <a:lnTo>
                  <a:pt x="161901" y="266557"/>
                </a:lnTo>
                <a:lnTo>
                  <a:pt x="163068" y="251460"/>
                </a:lnTo>
                <a:lnTo>
                  <a:pt x="163068" y="190500"/>
                </a:lnTo>
                <a:lnTo>
                  <a:pt x="182880" y="190500"/>
                </a:lnTo>
                <a:lnTo>
                  <a:pt x="182880" y="268224"/>
                </a:lnTo>
                <a:lnTo>
                  <a:pt x="178861" y="284988"/>
                </a:lnTo>
                <a:close/>
              </a:path>
              <a:path w="349250" h="342900">
                <a:moveTo>
                  <a:pt x="140208" y="321564"/>
                </a:moveTo>
                <a:lnTo>
                  <a:pt x="135850" y="310967"/>
                </a:lnTo>
                <a:lnTo>
                  <a:pt x="127063" y="301942"/>
                </a:lnTo>
                <a:lnTo>
                  <a:pt x="113418" y="294346"/>
                </a:lnTo>
                <a:lnTo>
                  <a:pt x="94488" y="288036"/>
                </a:lnTo>
                <a:lnTo>
                  <a:pt x="94488" y="281940"/>
                </a:lnTo>
                <a:lnTo>
                  <a:pt x="120015" y="284035"/>
                </a:lnTo>
                <a:lnTo>
                  <a:pt x="131778" y="284726"/>
                </a:lnTo>
                <a:lnTo>
                  <a:pt x="143256" y="284988"/>
                </a:lnTo>
                <a:lnTo>
                  <a:pt x="178861" y="284988"/>
                </a:lnTo>
                <a:lnTo>
                  <a:pt x="178569" y="286202"/>
                </a:lnTo>
                <a:lnTo>
                  <a:pt x="170116" y="301180"/>
                </a:lnTo>
                <a:lnTo>
                  <a:pt x="157376" y="313015"/>
                </a:lnTo>
                <a:lnTo>
                  <a:pt x="140208" y="321564"/>
                </a:lnTo>
                <a:close/>
              </a:path>
              <a:path w="349250" h="342900">
                <a:moveTo>
                  <a:pt x="214884" y="342900"/>
                </a:moveTo>
                <a:lnTo>
                  <a:pt x="215122" y="305752"/>
                </a:lnTo>
                <a:lnTo>
                  <a:pt x="216137" y="217360"/>
                </a:lnTo>
                <a:lnTo>
                  <a:pt x="216247" y="196596"/>
                </a:lnTo>
                <a:lnTo>
                  <a:pt x="216363" y="150090"/>
                </a:lnTo>
                <a:lnTo>
                  <a:pt x="216169" y="107156"/>
                </a:lnTo>
                <a:lnTo>
                  <a:pt x="215640" y="62484"/>
                </a:lnTo>
                <a:lnTo>
                  <a:pt x="215148" y="28956"/>
                </a:lnTo>
                <a:lnTo>
                  <a:pt x="214884" y="0"/>
                </a:lnTo>
                <a:lnTo>
                  <a:pt x="236220" y="16764"/>
                </a:lnTo>
                <a:lnTo>
                  <a:pt x="336804" y="16764"/>
                </a:lnTo>
                <a:lnTo>
                  <a:pt x="345948" y="25908"/>
                </a:lnTo>
                <a:lnTo>
                  <a:pt x="236220" y="25908"/>
                </a:lnTo>
                <a:lnTo>
                  <a:pt x="236318" y="265914"/>
                </a:lnTo>
                <a:lnTo>
                  <a:pt x="236410" y="276606"/>
                </a:lnTo>
                <a:lnTo>
                  <a:pt x="236862" y="301704"/>
                </a:lnTo>
                <a:lnTo>
                  <a:pt x="237744" y="332232"/>
                </a:lnTo>
                <a:lnTo>
                  <a:pt x="214884" y="342900"/>
                </a:lnTo>
                <a:close/>
              </a:path>
              <a:path w="349250" h="342900">
                <a:moveTo>
                  <a:pt x="336804" y="16764"/>
                </a:moveTo>
                <a:lnTo>
                  <a:pt x="309372" y="16764"/>
                </a:lnTo>
                <a:lnTo>
                  <a:pt x="323088" y="3048"/>
                </a:lnTo>
                <a:lnTo>
                  <a:pt x="336804" y="16764"/>
                </a:lnTo>
                <a:close/>
              </a:path>
              <a:path w="349250" h="342900">
                <a:moveTo>
                  <a:pt x="338901" y="248412"/>
                </a:moveTo>
                <a:lnTo>
                  <a:pt x="309372" y="248412"/>
                </a:lnTo>
                <a:lnTo>
                  <a:pt x="315468" y="243840"/>
                </a:lnTo>
                <a:lnTo>
                  <a:pt x="318516" y="228600"/>
                </a:lnTo>
                <a:lnTo>
                  <a:pt x="320040" y="222504"/>
                </a:lnTo>
                <a:lnTo>
                  <a:pt x="320040" y="219456"/>
                </a:lnTo>
                <a:lnTo>
                  <a:pt x="307586" y="173259"/>
                </a:lnTo>
                <a:lnTo>
                  <a:pt x="277368" y="129540"/>
                </a:lnTo>
                <a:lnTo>
                  <a:pt x="310896" y="25908"/>
                </a:lnTo>
                <a:lnTo>
                  <a:pt x="345948" y="25908"/>
                </a:lnTo>
                <a:lnTo>
                  <a:pt x="348996" y="28956"/>
                </a:lnTo>
                <a:lnTo>
                  <a:pt x="340995" y="31837"/>
                </a:lnTo>
                <a:lnTo>
                  <a:pt x="332994" y="38290"/>
                </a:lnTo>
                <a:lnTo>
                  <a:pt x="309229" y="78747"/>
                </a:lnTo>
                <a:lnTo>
                  <a:pt x="294274" y="112418"/>
                </a:lnTo>
                <a:lnTo>
                  <a:pt x="286511" y="129540"/>
                </a:lnTo>
                <a:lnTo>
                  <a:pt x="320040" y="168211"/>
                </a:lnTo>
                <a:lnTo>
                  <a:pt x="338399" y="208049"/>
                </a:lnTo>
                <a:lnTo>
                  <a:pt x="342900" y="230124"/>
                </a:lnTo>
                <a:lnTo>
                  <a:pt x="342328" y="237005"/>
                </a:lnTo>
                <a:lnTo>
                  <a:pt x="340614" y="244030"/>
                </a:lnTo>
                <a:lnTo>
                  <a:pt x="338901" y="248412"/>
                </a:lnTo>
                <a:close/>
              </a:path>
              <a:path w="349250" h="342900">
                <a:moveTo>
                  <a:pt x="297180" y="284988"/>
                </a:moveTo>
                <a:lnTo>
                  <a:pt x="293489" y="274439"/>
                </a:lnTo>
                <a:lnTo>
                  <a:pt x="284797" y="265747"/>
                </a:lnTo>
                <a:lnTo>
                  <a:pt x="271248" y="259056"/>
                </a:lnTo>
                <a:lnTo>
                  <a:pt x="252984" y="254508"/>
                </a:lnTo>
                <a:lnTo>
                  <a:pt x="252984" y="246888"/>
                </a:lnTo>
                <a:lnTo>
                  <a:pt x="267843" y="247126"/>
                </a:lnTo>
                <a:lnTo>
                  <a:pt x="290703" y="248173"/>
                </a:lnTo>
                <a:lnTo>
                  <a:pt x="298704" y="248412"/>
                </a:lnTo>
                <a:lnTo>
                  <a:pt x="338901" y="248412"/>
                </a:lnTo>
                <a:lnTo>
                  <a:pt x="337756" y="251340"/>
                </a:lnTo>
                <a:lnTo>
                  <a:pt x="333756" y="259080"/>
                </a:lnTo>
                <a:lnTo>
                  <a:pt x="328041" y="265914"/>
                </a:lnTo>
                <a:lnTo>
                  <a:pt x="320040" y="272605"/>
                </a:lnTo>
                <a:lnTo>
                  <a:pt x="309753" y="279011"/>
                </a:lnTo>
                <a:lnTo>
                  <a:pt x="297180" y="28498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" name="object 63"/>
          <p:cNvSpPr/>
          <p:nvPr/>
        </p:nvSpPr>
        <p:spPr>
          <a:xfrm>
            <a:off x="7933943" y="4888991"/>
            <a:ext cx="317500" cy="337185"/>
          </a:xfrm>
          <a:custGeom>
            <a:avLst/>
            <a:gdLst/>
            <a:ahLst/>
            <a:cxnLst/>
            <a:rect l="l" t="t" r="r" b="b"/>
            <a:pathLst>
              <a:path w="317500" h="337185">
                <a:moveTo>
                  <a:pt x="3048" y="213359"/>
                </a:moveTo>
                <a:lnTo>
                  <a:pt x="0" y="207264"/>
                </a:lnTo>
                <a:lnTo>
                  <a:pt x="31456" y="181856"/>
                </a:lnTo>
                <a:lnTo>
                  <a:pt x="59626" y="156019"/>
                </a:lnTo>
                <a:lnTo>
                  <a:pt x="106680" y="103632"/>
                </a:lnTo>
                <a:lnTo>
                  <a:pt x="142875" y="51244"/>
                </a:lnTo>
                <a:lnTo>
                  <a:pt x="167640" y="0"/>
                </a:lnTo>
                <a:lnTo>
                  <a:pt x="201168" y="28956"/>
                </a:lnTo>
                <a:lnTo>
                  <a:pt x="181356" y="36576"/>
                </a:lnTo>
                <a:lnTo>
                  <a:pt x="150815" y="80857"/>
                </a:lnTo>
                <a:lnTo>
                  <a:pt x="117713" y="120530"/>
                </a:lnTo>
                <a:lnTo>
                  <a:pt x="82052" y="155740"/>
                </a:lnTo>
                <a:lnTo>
                  <a:pt x="43830" y="186635"/>
                </a:lnTo>
                <a:lnTo>
                  <a:pt x="3048" y="213359"/>
                </a:lnTo>
                <a:close/>
              </a:path>
              <a:path w="317500" h="337185">
                <a:moveTo>
                  <a:pt x="76200" y="326136"/>
                </a:moveTo>
                <a:lnTo>
                  <a:pt x="54864" y="289559"/>
                </a:lnTo>
                <a:lnTo>
                  <a:pt x="67198" y="285869"/>
                </a:lnTo>
                <a:lnTo>
                  <a:pt x="83820" y="274891"/>
                </a:lnTo>
                <a:lnTo>
                  <a:pt x="131064" y="231648"/>
                </a:lnTo>
                <a:lnTo>
                  <a:pt x="158210" y="201596"/>
                </a:lnTo>
                <a:lnTo>
                  <a:pt x="182499" y="168402"/>
                </a:lnTo>
                <a:lnTo>
                  <a:pt x="203930" y="131778"/>
                </a:lnTo>
                <a:lnTo>
                  <a:pt x="222504" y="91440"/>
                </a:lnTo>
                <a:lnTo>
                  <a:pt x="256032" y="118872"/>
                </a:lnTo>
                <a:lnTo>
                  <a:pt x="237744" y="126492"/>
                </a:lnTo>
                <a:lnTo>
                  <a:pt x="215169" y="157281"/>
                </a:lnTo>
                <a:lnTo>
                  <a:pt x="193167" y="185356"/>
                </a:lnTo>
                <a:lnTo>
                  <a:pt x="132326" y="250555"/>
                </a:lnTo>
                <a:lnTo>
                  <a:pt x="100941" y="279225"/>
                </a:lnTo>
                <a:lnTo>
                  <a:pt x="88392" y="289559"/>
                </a:lnTo>
                <a:lnTo>
                  <a:pt x="263770" y="289559"/>
                </a:lnTo>
                <a:lnTo>
                  <a:pt x="195572" y="297203"/>
                </a:lnTo>
                <a:lnTo>
                  <a:pt x="135064" y="306514"/>
                </a:lnTo>
                <a:lnTo>
                  <a:pt x="95416" y="316110"/>
                </a:lnTo>
                <a:lnTo>
                  <a:pt x="76200" y="326136"/>
                </a:lnTo>
                <a:close/>
              </a:path>
              <a:path w="317500" h="337185">
                <a:moveTo>
                  <a:pt x="263770" y="289559"/>
                </a:moveTo>
                <a:lnTo>
                  <a:pt x="88392" y="289559"/>
                </a:lnTo>
                <a:lnTo>
                  <a:pt x="272796" y="280416"/>
                </a:lnTo>
                <a:lnTo>
                  <a:pt x="261675" y="262770"/>
                </a:lnTo>
                <a:lnTo>
                  <a:pt x="248983" y="244411"/>
                </a:lnTo>
                <a:lnTo>
                  <a:pt x="234862" y="225766"/>
                </a:lnTo>
                <a:lnTo>
                  <a:pt x="219456" y="207264"/>
                </a:lnTo>
                <a:lnTo>
                  <a:pt x="224028" y="202692"/>
                </a:lnTo>
                <a:lnTo>
                  <a:pt x="261199" y="233553"/>
                </a:lnTo>
                <a:lnTo>
                  <a:pt x="305252" y="274701"/>
                </a:lnTo>
                <a:lnTo>
                  <a:pt x="313290" y="288036"/>
                </a:lnTo>
                <a:lnTo>
                  <a:pt x="277368" y="288036"/>
                </a:lnTo>
                <a:lnTo>
                  <a:pt x="263770" y="289559"/>
                </a:lnTo>
                <a:close/>
              </a:path>
              <a:path w="317500" h="337185">
                <a:moveTo>
                  <a:pt x="301752" y="336804"/>
                </a:moveTo>
                <a:lnTo>
                  <a:pt x="297180" y="336804"/>
                </a:lnTo>
                <a:lnTo>
                  <a:pt x="295656" y="333756"/>
                </a:lnTo>
                <a:lnTo>
                  <a:pt x="292608" y="326136"/>
                </a:lnTo>
                <a:lnTo>
                  <a:pt x="289155" y="317611"/>
                </a:lnTo>
                <a:lnTo>
                  <a:pt x="285559" y="308229"/>
                </a:lnTo>
                <a:lnTo>
                  <a:pt x="281678" y="298275"/>
                </a:lnTo>
                <a:lnTo>
                  <a:pt x="277368" y="288036"/>
                </a:lnTo>
                <a:lnTo>
                  <a:pt x="313290" y="288036"/>
                </a:lnTo>
                <a:lnTo>
                  <a:pt x="315468" y="295656"/>
                </a:lnTo>
                <a:lnTo>
                  <a:pt x="316992" y="303276"/>
                </a:lnTo>
                <a:lnTo>
                  <a:pt x="316992" y="315468"/>
                </a:lnTo>
                <a:lnTo>
                  <a:pt x="313944" y="323088"/>
                </a:lnTo>
                <a:lnTo>
                  <a:pt x="309372" y="327660"/>
                </a:lnTo>
                <a:lnTo>
                  <a:pt x="304800" y="333756"/>
                </a:lnTo>
                <a:lnTo>
                  <a:pt x="301752" y="33680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" name="object 64"/>
          <p:cNvSpPr/>
          <p:nvPr/>
        </p:nvSpPr>
        <p:spPr>
          <a:xfrm>
            <a:off x="8325612" y="4887467"/>
            <a:ext cx="1367155" cy="355600"/>
          </a:xfrm>
          <a:custGeom>
            <a:avLst/>
            <a:gdLst/>
            <a:ahLst/>
            <a:cxnLst/>
            <a:rect l="l" t="t" r="r" b="b"/>
            <a:pathLst>
              <a:path w="1367154" h="355600">
                <a:moveTo>
                  <a:pt x="278892" y="176796"/>
                </a:moveTo>
                <a:lnTo>
                  <a:pt x="271741" y="132765"/>
                </a:lnTo>
                <a:lnTo>
                  <a:pt x="233172" y="99072"/>
                </a:lnTo>
                <a:lnTo>
                  <a:pt x="225552" y="97548"/>
                </a:lnTo>
                <a:lnTo>
                  <a:pt x="216408" y="97548"/>
                </a:lnTo>
                <a:lnTo>
                  <a:pt x="174879" y="111836"/>
                </a:lnTo>
                <a:lnTo>
                  <a:pt x="150876" y="134124"/>
                </a:lnTo>
                <a:lnTo>
                  <a:pt x="146227" y="125336"/>
                </a:lnTo>
                <a:lnTo>
                  <a:pt x="112395" y="99834"/>
                </a:lnTo>
                <a:lnTo>
                  <a:pt x="94488" y="97548"/>
                </a:lnTo>
                <a:lnTo>
                  <a:pt x="86499" y="98094"/>
                </a:lnTo>
                <a:lnTo>
                  <a:pt x="50292" y="114122"/>
                </a:lnTo>
                <a:lnTo>
                  <a:pt x="36576" y="126504"/>
                </a:lnTo>
                <a:lnTo>
                  <a:pt x="36576" y="103644"/>
                </a:lnTo>
                <a:lnTo>
                  <a:pt x="0" y="103644"/>
                </a:lnTo>
                <a:lnTo>
                  <a:pt x="0" y="317004"/>
                </a:lnTo>
                <a:lnTo>
                  <a:pt x="36576" y="317004"/>
                </a:lnTo>
                <a:lnTo>
                  <a:pt x="36576" y="156984"/>
                </a:lnTo>
                <a:lnTo>
                  <a:pt x="42519" y="151549"/>
                </a:lnTo>
                <a:lnTo>
                  <a:pt x="79603" y="131622"/>
                </a:lnTo>
                <a:lnTo>
                  <a:pt x="85344" y="131076"/>
                </a:lnTo>
                <a:lnTo>
                  <a:pt x="92964" y="131076"/>
                </a:lnTo>
                <a:lnTo>
                  <a:pt x="100584" y="132600"/>
                </a:lnTo>
                <a:lnTo>
                  <a:pt x="105156" y="135648"/>
                </a:lnTo>
                <a:lnTo>
                  <a:pt x="109728" y="137172"/>
                </a:lnTo>
                <a:lnTo>
                  <a:pt x="121729" y="179844"/>
                </a:lnTo>
                <a:lnTo>
                  <a:pt x="121920" y="317004"/>
                </a:lnTo>
                <a:lnTo>
                  <a:pt x="156972" y="317004"/>
                </a:lnTo>
                <a:lnTo>
                  <a:pt x="156972" y="158508"/>
                </a:lnTo>
                <a:lnTo>
                  <a:pt x="163804" y="152196"/>
                </a:lnTo>
                <a:lnTo>
                  <a:pt x="201523" y="131622"/>
                </a:lnTo>
                <a:lnTo>
                  <a:pt x="207264" y="131076"/>
                </a:lnTo>
                <a:lnTo>
                  <a:pt x="214884" y="131076"/>
                </a:lnTo>
                <a:lnTo>
                  <a:pt x="220980" y="132600"/>
                </a:lnTo>
                <a:lnTo>
                  <a:pt x="225552" y="135648"/>
                </a:lnTo>
                <a:lnTo>
                  <a:pt x="230124" y="137172"/>
                </a:lnTo>
                <a:lnTo>
                  <a:pt x="234696" y="141744"/>
                </a:lnTo>
                <a:lnTo>
                  <a:pt x="236220" y="146316"/>
                </a:lnTo>
                <a:lnTo>
                  <a:pt x="239268" y="150888"/>
                </a:lnTo>
                <a:lnTo>
                  <a:pt x="242316" y="166128"/>
                </a:lnTo>
                <a:lnTo>
                  <a:pt x="242316" y="317004"/>
                </a:lnTo>
                <a:lnTo>
                  <a:pt x="278892" y="317004"/>
                </a:lnTo>
                <a:lnTo>
                  <a:pt x="278892" y="176796"/>
                </a:lnTo>
                <a:close/>
              </a:path>
              <a:path w="1367154" h="355600">
                <a:moveTo>
                  <a:pt x="397764" y="236220"/>
                </a:moveTo>
                <a:lnTo>
                  <a:pt x="368808" y="217932"/>
                </a:lnTo>
                <a:lnTo>
                  <a:pt x="365950" y="228536"/>
                </a:lnTo>
                <a:lnTo>
                  <a:pt x="361950" y="239839"/>
                </a:lnTo>
                <a:lnTo>
                  <a:pt x="343611" y="277990"/>
                </a:lnTo>
                <a:lnTo>
                  <a:pt x="320040" y="316992"/>
                </a:lnTo>
                <a:lnTo>
                  <a:pt x="324612" y="320040"/>
                </a:lnTo>
                <a:lnTo>
                  <a:pt x="338480" y="304190"/>
                </a:lnTo>
                <a:lnTo>
                  <a:pt x="352996" y="285940"/>
                </a:lnTo>
                <a:lnTo>
                  <a:pt x="367677" y="265823"/>
                </a:lnTo>
                <a:lnTo>
                  <a:pt x="382524" y="243840"/>
                </a:lnTo>
                <a:lnTo>
                  <a:pt x="397764" y="236220"/>
                </a:lnTo>
                <a:close/>
              </a:path>
              <a:path w="1367154" h="355600">
                <a:moveTo>
                  <a:pt x="440436" y="35052"/>
                </a:moveTo>
                <a:lnTo>
                  <a:pt x="409638" y="5702"/>
                </a:lnTo>
                <a:lnTo>
                  <a:pt x="400812" y="0"/>
                </a:lnTo>
                <a:lnTo>
                  <a:pt x="396240" y="3048"/>
                </a:lnTo>
                <a:lnTo>
                  <a:pt x="402691" y="13169"/>
                </a:lnTo>
                <a:lnTo>
                  <a:pt x="408622" y="23431"/>
                </a:lnTo>
                <a:lnTo>
                  <a:pt x="413588" y="33274"/>
                </a:lnTo>
                <a:lnTo>
                  <a:pt x="417576" y="42672"/>
                </a:lnTo>
                <a:lnTo>
                  <a:pt x="419100" y="54864"/>
                </a:lnTo>
                <a:lnTo>
                  <a:pt x="422148" y="59436"/>
                </a:lnTo>
                <a:lnTo>
                  <a:pt x="426720" y="59436"/>
                </a:lnTo>
                <a:lnTo>
                  <a:pt x="432816" y="54864"/>
                </a:lnTo>
                <a:lnTo>
                  <a:pt x="435864" y="51816"/>
                </a:lnTo>
                <a:lnTo>
                  <a:pt x="437388" y="47244"/>
                </a:lnTo>
                <a:lnTo>
                  <a:pt x="440436" y="35052"/>
                </a:lnTo>
                <a:close/>
              </a:path>
              <a:path w="1367154" h="355600">
                <a:moveTo>
                  <a:pt x="495300" y="257556"/>
                </a:moveTo>
                <a:lnTo>
                  <a:pt x="464718" y="229082"/>
                </a:lnTo>
                <a:lnTo>
                  <a:pt x="454152" y="222504"/>
                </a:lnTo>
                <a:lnTo>
                  <a:pt x="451104" y="227076"/>
                </a:lnTo>
                <a:lnTo>
                  <a:pt x="459384" y="238721"/>
                </a:lnTo>
                <a:lnTo>
                  <a:pt x="465963" y="250507"/>
                </a:lnTo>
                <a:lnTo>
                  <a:pt x="470814" y="262013"/>
                </a:lnTo>
                <a:lnTo>
                  <a:pt x="473964" y="272796"/>
                </a:lnTo>
                <a:lnTo>
                  <a:pt x="475488" y="283464"/>
                </a:lnTo>
                <a:lnTo>
                  <a:pt x="478536" y="288036"/>
                </a:lnTo>
                <a:lnTo>
                  <a:pt x="481584" y="288036"/>
                </a:lnTo>
                <a:lnTo>
                  <a:pt x="489204" y="280416"/>
                </a:lnTo>
                <a:lnTo>
                  <a:pt x="495300" y="271272"/>
                </a:lnTo>
                <a:lnTo>
                  <a:pt x="495300" y="257556"/>
                </a:lnTo>
                <a:close/>
              </a:path>
              <a:path w="1367154" h="355600">
                <a:moveTo>
                  <a:pt x="495300" y="121920"/>
                </a:moveTo>
                <a:lnTo>
                  <a:pt x="489204" y="115824"/>
                </a:lnTo>
                <a:lnTo>
                  <a:pt x="473964" y="100584"/>
                </a:lnTo>
                <a:lnTo>
                  <a:pt x="463296" y="113919"/>
                </a:lnTo>
                <a:lnTo>
                  <a:pt x="463296" y="124968"/>
                </a:lnTo>
                <a:lnTo>
                  <a:pt x="463296" y="179832"/>
                </a:lnTo>
                <a:lnTo>
                  <a:pt x="377952" y="179832"/>
                </a:lnTo>
                <a:lnTo>
                  <a:pt x="377952" y="124968"/>
                </a:lnTo>
                <a:lnTo>
                  <a:pt x="463296" y="124968"/>
                </a:lnTo>
                <a:lnTo>
                  <a:pt x="463296" y="113919"/>
                </a:lnTo>
                <a:lnTo>
                  <a:pt x="461772" y="115824"/>
                </a:lnTo>
                <a:lnTo>
                  <a:pt x="377952" y="115824"/>
                </a:lnTo>
                <a:lnTo>
                  <a:pt x="356616" y="102108"/>
                </a:lnTo>
                <a:lnTo>
                  <a:pt x="357492" y="115595"/>
                </a:lnTo>
                <a:lnTo>
                  <a:pt x="357911" y="128016"/>
                </a:lnTo>
                <a:lnTo>
                  <a:pt x="357974" y="131064"/>
                </a:lnTo>
                <a:lnTo>
                  <a:pt x="358114" y="141973"/>
                </a:lnTo>
                <a:lnTo>
                  <a:pt x="358114" y="168021"/>
                </a:lnTo>
                <a:lnTo>
                  <a:pt x="357949" y="179832"/>
                </a:lnTo>
                <a:lnTo>
                  <a:pt x="357847" y="183146"/>
                </a:lnTo>
                <a:lnTo>
                  <a:pt x="357492" y="193167"/>
                </a:lnTo>
                <a:lnTo>
                  <a:pt x="356616" y="205740"/>
                </a:lnTo>
                <a:lnTo>
                  <a:pt x="377952" y="198120"/>
                </a:lnTo>
                <a:lnTo>
                  <a:pt x="377952" y="188976"/>
                </a:lnTo>
                <a:lnTo>
                  <a:pt x="416052" y="188976"/>
                </a:lnTo>
                <a:lnTo>
                  <a:pt x="416052" y="309372"/>
                </a:lnTo>
                <a:lnTo>
                  <a:pt x="413004" y="312420"/>
                </a:lnTo>
                <a:lnTo>
                  <a:pt x="408432" y="312420"/>
                </a:lnTo>
                <a:lnTo>
                  <a:pt x="402374" y="313016"/>
                </a:lnTo>
                <a:lnTo>
                  <a:pt x="393192" y="312610"/>
                </a:lnTo>
                <a:lnTo>
                  <a:pt x="380568" y="311353"/>
                </a:lnTo>
                <a:lnTo>
                  <a:pt x="364236" y="309372"/>
                </a:lnTo>
                <a:lnTo>
                  <a:pt x="364236" y="315468"/>
                </a:lnTo>
                <a:lnTo>
                  <a:pt x="381381" y="321741"/>
                </a:lnTo>
                <a:lnTo>
                  <a:pt x="393954" y="328993"/>
                </a:lnTo>
                <a:lnTo>
                  <a:pt x="401955" y="337121"/>
                </a:lnTo>
                <a:lnTo>
                  <a:pt x="405384" y="345948"/>
                </a:lnTo>
                <a:lnTo>
                  <a:pt x="414528" y="341376"/>
                </a:lnTo>
                <a:lnTo>
                  <a:pt x="422148" y="336804"/>
                </a:lnTo>
                <a:lnTo>
                  <a:pt x="431292" y="327660"/>
                </a:lnTo>
                <a:lnTo>
                  <a:pt x="434340" y="320040"/>
                </a:lnTo>
                <a:lnTo>
                  <a:pt x="434340" y="313016"/>
                </a:lnTo>
                <a:lnTo>
                  <a:pt x="434340" y="188976"/>
                </a:lnTo>
                <a:lnTo>
                  <a:pt x="463296" y="188976"/>
                </a:lnTo>
                <a:lnTo>
                  <a:pt x="463296" y="205740"/>
                </a:lnTo>
                <a:lnTo>
                  <a:pt x="484632" y="196596"/>
                </a:lnTo>
                <a:lnTo>
                  <a:pt x="483171" y="155448"/>
                </a:lnTo>
                <a:lnTo>
                  <a:pt x="483108" y="131064"/>
                </a:lnTo>
                <a:lnTo>
                  <a:pt x="491236" y="124968"/>
                </a:lnTo>
                <a:lnTo>
                  <a:pt x="495300" y="121920"/>
                </a:lnTo>
                <a:close/>
              </a:path>
              <a:path w="1367154" h="355600">
                <a:moveTo>
                  <a:pt x="518160" y="74676"/>
                </a:moveTo>
                <a:lnTo>
                  <a:pt x="492252" y="48768"/>
                </a:lnTo>
                <a:lnTo>
                  <a:pt x="475488" y="65532"/>
                </a:lnTo>
                <a:lnTo>
                  <a:pt x="327660" y="65532"/>
                </a:lnTo>
                <a:lnTo>
                  <a:pt x="341376" y="79248"/>
                </a:lnTo>
                <a:lnTo>
                  <a:pt x="348805" y="77254"/>
                </a:lnTo>
                <a:lnTo>
                  <a:pt x="357378" y="75819"/>
                </a:lnTo>
                <a:lnTo>
                  <a:pt x="367093" y="74968"/>
                </a:lnTo>
                <a:lnTo>
                  <a:pt x="377952" y="74676"/>
                </a:lnTo>
                <a:lnTo>
                  <a:pt x="518160" y="74676"/>
                </a:lnTo>
                <a:close/>
              </a:path>
              <a:path w="1367154" h="355600">
                <a:moveTo>
                  <a:pt x="635508" y="60960"/>
                </a:moveTo>
                <a:lnTo>
                  <a:pt x="633984" y="53340"/>
                </a:lnTo>
                <a:lnTo>
                  <a:pt x="626364" y="47244"/>
                </a:lnTo>
                <a:lnTo>
                  <a:pt x="619760" y="41516"/>
                </a:lnTo>
                <a:lnTo>
                  <a:pt x="611314" y="35623"/>
                </a:lnTo>
                <a:lnTo>
                  <a:pt x="600849" y="29464"/>
                </a:lnTo>
                <a:lnTo>
                  <a:pt x="588264" y="22860"/>
                </a:lnTo>
                <a:lnTo>
                  <a:pt x="585216" y="27432"/>
                </a:lnTo>
                <a:lnTo>
                  <a:pt x="594398" y="38582"/>
                </a:lnTo>
                <a:lnTo>
                  <a:pt x="601599" y="49149"/>
                </a:lnTo>
                <a:lnTo>
                  <a:pt x="607072" y="59156"/>
                </a:lnTo>
                <a:lnTo>
                  <a:pt x="611124" y="68580"/>
                </a:lnTo>
                <a:lnTo>
                  <a:pt x="614172" y="80772"/>
                </a:lnTo>
                <a:lnTo>
                  <a:pt x="617220" y="85344"/>
                </a:lnTo>
                <a:lnTo>
                  <a:pt x="624840" y="85344"/>
                </a:lnTo>
                <a:lnTo>
                  <a:pt x="626364" y="82296"/>
                </a:lnTo>
                <a:lnTo>
                  <a:pt x="629412" y="80772"/>
                </a:lnTo>
                <a:lnTo>
                  <a:pt x="632460" y="76200"/>
                </a:lnTo>
                <a:lnTo>
                  <a:pt x="635508" y="60960"/>
                </a:lnTo>
                <a:close/>
              </a:path>
              <a:path w="1367154" h="355600">
                <a:moveTo>
                  <a:pt x="675132" y="320040"/>
                </a:moveTo>
                <a:lnTo>
                  <a:pt x="655320" y="257556"/>
                </a:lnTo>
                <a:lnTo>
                  <a:pt x="647700" y="257556"/>
                </a:lnTo>
                <a:lnTo>
                  <a:pt x="647052" y="295922"/>
                </a:lnTo>
                <a:lnTo>
                  <a:pt x="638556" y="321564"/>
                </a:lnTo>
                <a:lnTo>
                  <a:pt x="615696" y="321564"/>
                </a:lnTo>
                <a:lnTo>
                  <a:pt x="597408" y="124968"/>
                </a:lnTo>
                <a:lnTo>
                  <a:pt x="673608" y="124968"/>
                </a:lnTo>
                <a:lnTo>
                  <a:pt x="647700" y="96012"/>
                </a:lnTo>
                <a:lnTo>
                  <a:pt x="629412" y="115824"/>
                </a:lnTo>
                <a:lnTo>
                  <a:pt x="557784" y="115824"/>
                </a:lnTo>
                <a:lnTo>
                  <a:pt x="557784" y="25908"/>
                </a:lnTo>
                <a:lnTo>
                  <a:pt x="568452" y="15240"/>
                </a:lnTo>
                <a:lnTo>
                  <a:pt x="536448" y="0"/>
                </a:lnTo>
                <a:lnTo>
                  <a:pt x="536651" y="11239"/>
                </a:lnTo>
                <a:lnTo>
                  <a:pt x="537171" y="35052"/>
                </a:lnTo>
                <a:lnTo>
                  <a:pt x="537692" y="68580"/>
                </a:lnTo>
                <a:lnTo>
                  <a:pt x="537806" y="85344"/>
                </a:lnTo>
                <a:lnTo>
                  <a:pt x="537972" y="115824"/>
                </a:lnTo>
                <a:lnTo>
                  <a:pt x="495300" y="115824"/>
                </a:lnTo>
                <a:lnTo>
                  <a:pt x="507492" y="128016"/>
                </a:lnTo>
                <a:lnTo>
                  <a:pt x="521208" y="124968"/>
                </a:lnTo>
                <a:lnTo>
                  <a:pt x="537972" y="124968"/>
                </a:lnTo>
                <a:lnTo>
                  <a:pt x="537032" y="164122"/>
                </a:lnTo>
                <a:lnTo>
                  <a:pt x="528320" y="230416"/>
                </a:lnTo>
                <a:lnTo>
                  <a:pt x="508584" y="283019"/>
                </a:lnTo>
                <a:lnTo>
                  <a:pt x="475526" y="329361"/>
                </a:lnTo>
                <a:lnTo>
                  <a:pt x="454152" y="350520"/>
                </a:lnTo>
                <a:lnTo>
                  <a:pt x="458724" y="355092"/>
                </a:lnTo>
                <a:lnTo>
                  <a:pt x="508063" y="309372"/>
                </a:lnTo>
                <a:lnTo>
                  <a:pt x="537972" y="259080"/>
                </a:lnTo>
                <a:lnTo>
                  <a:pt x="553021" y="200025"/>
                </a:lnTo>
                <a:lnTo>
                  <a:pt x="557784" y="124968"/>
                </a:lnTo>
                <a:lnTo>
                  <a:pt x="577596" y="124968"/>
                </a:lnTo>
                <a:lnTo>
                  <a:pt x="577659" y="311353"/>
                </a:lnTo>
                <a:lnTo>
                  <a:pt x="608076" y="338328"/>
                </a:lnTo>
                <a:lnTo>
                  <a:pt x="640080" y="338328"/>
                </a:lnTo>
                <a:lnTo>
                  <a:pt x="651548" y="337185"/>
                </a:lnTo>
                <a:lnTo>
                  <a:pt x="661035" y="333756"/>
                </a:lnTo>
                <a:lnTo>
                  <a:pt x="668794" y="328041"/>
                </a:lnTo>
                <a:lnTo>
                  <a:pt x="673925" y="321564"/>
                </a:lnTo>
                <a:lnTo>
                  <a:pt x="675132" y="320040"/>
                </a:lnTo>
                <a:close/>
              </a:path>
              <a:path w="1367154" h="355600">
                <a:moveTo>
                  <a:pt x="992124" y="21336"/>
                </a:moveTo>
                <a:lnTo>
                  <a:pt x="986485" y="16764"/>
                </a:lnTo>
                <a:lnTo>
                  <a:pt x="967740" y="1524"/>
                </a:lnTo>
                <a:lnTo>
                  <a:pt x="957072" y="13385"/>
                </a:lnTo>
                <a:lnTo>
                  <a:pt x="957072" y="25908"/>
                </a:lnTo>
                <a:lnTo>
                  <a:pt x="957072" y="70104"/>
                </a:lnTo>
                <a:lnTo>
                  <a:pt x="957072" y="79248"/>
                </a:lnTo>
                <a:lnTo>
                  <a:pt x="957072" y="126492"/>
                </a:lnTo>
                <a:lnTo>
                  <a:pt x="824484" y="126492"/>
                </a:lnTo>
                <a:lnTo>
                  <a:pt x="824484" y="79248"/>
                </a:lnTo>
                <a:lnTo>
                  <a:pt x="957072" y="79248"/>
                </a:lnTo>
                <a:lnTo>
                  <a:pt x="957072" y="70104"/>
                </a:lnTo>
                <a:lnTo>
                  <a:pt x="824484" y="70104"/>
                </a:lnTo>
                <a:lnTo>
                  <a:pt x="824484" y="25908"/>
                </a:lnTo>
                <a:lnTo>
                  <a:pt x="957072" y="25908"/>
                </a:lnTo>
                <a:lnTo>
                  <a:pt x="957072" y="13385"/>
                </a:lnTo>
                <a:lnTo>
                  <a:pt x="954024" y="16764"/>
                </a:lnTo>
                <a:lnTo>
                  <a:pt x="826008" y="16764"/>
                </a:lnTo>
                <a:lnTo>
                  <a:pt x="801624" y="3048"/>
                </a:lnTo>
                <a:lnTo>
                  <a:pt x="801852" y="23583"/>
                </a:lnTo>
                <a:lnTo>
                  <a:pt x="802906" y="63487"/>
                </a:lnTo>
                <a:lnTo>
                  <a:pt x="803148" y="82296"/>
                </a:lnTo>
                <a:lnTo>
                  <a:pt x="802906" y="100850"/>
                </a:lnTo>
                <a:lnTo>
                  <a:pt x="801852" y="139090"/>
                </a:lnTo>
                <a:lnTo>
                  <a:pt x="801624" y="158496"/>
                </a:lnTo>
                <a:lnTo>
                  <a:pt x="824484" y="149352"/>
                </a:lnTo>
                <a:lnTo>
                  <a:pt x="824484" y="135636"/>
                </a:lnTo>
                <a:lnTo>
                  <a:pt x="957072" y="135636"/>
                </a:lnTo>
                <a:lnTo>
                  <a:pt x="957072" y="155448"/>
                </a:lnTo>
                <a:lnTo>
                  <a:pt x="979932" y="143256"/>
                </a:lnTo>
                <a:lnTo>
                  <a:pt x="979512" y="135636"/>
                </a:lnTo>
                <a:lnTo>
                  <a:pt x="979043" y="126949"/>
                </a:lnTo>
                <a:lnTo>
                  <a:pt x="979030" y="126492"/>
                </a:lnTo>
                <a:lnTo>
                  <a:pt x="978598" y="103060"/>
                </a:lnTo>
                <a:lnTo>
                  <a:pt x="978471" y="79248"/>
                </a:lnTo>
                <a:lnTo>
                  <a:pt x="978420" y="70104"/>
                </a:lnTo>
                <a:lnTo>
                  <a:pt x="978408" y="32004"/>
                </a:lnTo>
                <a:lnTo>
                  <a:pt x="986243" y="25908"/>
                </a:lnTo>
                <a:lnTo>
                  <a:pt x="992124" y="21336"/>
                </a:lnTo>
                <a:close/>
              </a:path>
              <a:path w="1367154" h="355600">
                <a:moveTo>
                  <a:pt x="1065276" y="312420"/>
                </a:moveTo>
                <a:lnTo>
                  <a:pt x="1048105" y="314401"/>
                </a:lnTo>
                <a:lnTo>
                  <a:pt x="1028509" y="315658"/>
                </a:lnTo>
                <a:lnTo>
                  <a:pt x="1006335" y="316064"/>
                </a:lnTo>
                <a:lnTo>
                  <a:pt x="957732" y="314921"/>
                </a:lnTo>
                <a:lnTo>
                  <a:pt x="936879" y="313372"/>
                </a:lnTo>
                <a:lnTo>
                  <a:pt x="918870" y="310972"/>
                </a:lnTo>
                <a:lnTo>
                  <a:pt x="903732" y="307848"/>
                </a:lnTo>
                <a:lnTo>
                  <a:pt x="903732" y="301752"/>
                </a:lnTo>
                <a:lnTo>
                  <a:pt x="903732" y="245364"/>
                </a:lnTo>
                <a:lnTo>
                  <a:pt x="1031748" y="245364"/>
                </a:lnTo>
                <a:lnTo>
                  <a:pt x="1022604" y="236220"/>
                </a:lnTo>
                <a:lnTo>
                  <a:pt x="1002792" y="216408"/>
                </a:lnTo>
                <a:lnTo>
                  <a:pt x="982980" y="236220"/>
                </a:lnTo>
                <a:lnTo>
                  <a:pt x="903732" y="236220"/>
                </a:lnTo>
                <a:lnTo>
                  <a:pt x="903732" y="184404"/>
                </a:lnTo>
                <a:lnTo>
                  <a:pt x="1057656" y="184404"/>
                </a:lnTo>
                <a:lnTo>
                  <a:pt x="1025652" y="152400"/>
                </a:lnTo>
                <a:lnTo>
                  <a:pt x="1002792" y="175260"/>
                </a:lnTo>
                <a:lnTo>
                  <a:pt x="719328" y="175260"/>
                </a:lnTo>
                <a:lnTo>
                  <a:pt x="733044" y="188976"/>
                </a:lnTo>
                <a:lnTo>
                  <a:pt x="742200" y="186982"/>
                </a:lnTo>
                <a:lnTo>
                  <a:pt x="751522" y="185547"/>
                </a:lnTo>
                <a:lnTo>
                  <a:pt x="761111" y="184696"/>
                </a:lnTo>
                <a:lnTo>
                  <a:pt x="771144" y="184404"/>
                </a:lnTo>
                <a:lnTo>
                  <a:pt x="882396" y="184404"/>
                </a:lnTo>
                <a:lnTo>
                  <a:pt x="882396" y="301752"/>
                </a:lnTo>
                <a:lnTo>
                  <a:pt x="859815" y="290880"/>
                </a:lnTo>
                <a:lnTo>
                  <a:pt x="823239" y="265112"/>
                </a:lnTo>
                <a:lnTo>
                  <a:pt x="819912" y="225552"/>
                </a:lnTo>
                <a:lnTo>
                  <a:pt x="822960" y="219456"/>
                </a:lnTo>
                <a:lnTo>
                  <a:pt x="827532" y="214884"/>
                </a:lnTo>
                <a:lnTo>
                  <a:pt x="833628" y="211836"/>
                </a:lnTo>
                <a:lnTo>
                  <a:pt x="800100" y="192024"/>
                </a:lnTo>
                <a:lnTo>
                  <a:pt x="788047" y="240055"/>
                </a:lnTo>
                <a:lnTo>
                  <a:pt x="770001" y="281368"/>
                </a:lnTo>
                <a:lnTo>
                  <a:pt x="745693" y="316064"/>
                </a:lnTo>
                <a:lnTo>
                  <a:pt x="714756" y="344424"/>
                </a:lnTo>
                <a:lnTo>
                  <a:pt x="717804" y="348996"/>
                </a:lnTo>
                <a:lnTo>
                  <a:pt x="744664" y="332994"/>
                </a:lnTo>
                <a:lnTo>
                  <a:pt x="768096" y="312420"/>
                </a:lnTo>
                <a:lnTo>
                  <a:pt x="788098" y="287274"/>
                </a:lnTo>
                <a:lnTo>
                  <a:pt x="804672" y="257556"/>
                </a:lnTo>
                <a:lnTo>
                  <a:pt x="814095" y="269582"/>
                </a:lnTo>
                <a:lnTo>
                  <a:pt x="845820" y="300228"/>
                </a:lnTo>
                <a:lnTo>
                  <a:pt x="889317" y="323164"/>
                </a:lnTo>
                <a:lnTo>
                  <a:pt x="929347" y="334568"/>
                </a:lnTo>
                <a:lnTo>
                  <a:pt x="993355" y="342480"/>
                </a:lnTo>
                <a:lnTo>
                  <a:pt x="1034796" y="344424"/>
                </a:lnTo>
                <a:lnTo>
                  <a:pt x="1037628" y="336118"/>
                </a:lnTo>
                <a:lnTo>
                  <a:pt x="1043749" y="329374"/>
                </a:lnTo>
                <a:lnTo>
                  <a:pt x="1053007" y="324065"/>
                </a:lnTo>
                <a:lnTo>
                  <a:pt x="1065276" y="320040"/>
                </a:lnTo>
                <a:lnTo>
                  <a:pt x="1065276" y="316064"/>
                </a:lnTo>
                <a:lnTo>
                  <a:pt x="1065276" y="312420"/>
                </a:lnTo>
                <a:close/>
              </a:path>
              <a:path w="1367154" h="355600">
                <a:moveTo>
                  <a:pt x="1367015" y="103632"/>
                </a:moveTo>
                <a:lnTo>
                  <a:pt x="1330439" y="103632"/>
                </a:lnTo>
                <a:lnTo>
                  <a:pt x="1295387" y="268224"/>
                </a:lnTo>
                <a:lnTo>
                  <a:pt x="1243571" y="103632"/>
                </a:lnTo>
                <a:lnTo>
                  <a:pt x="1213091" y="103632"/>
                </a:lnTo>
                <a:lnTo>
                  <a:pt x="1162799" y="268224"/>
                </a:lnTo>
                <a:lnTo>
                  <a:pt x="1124699" y="103632"/>
                </a:lnTo>
                <a:lnTo>
                  <a:pt x="1088123" y="103632"/>
                </a:lnTo>
                <a:lnTo>
                  <a:pt x="1142987" y="316992"/>
                </a:lnTo>
                <a:lnTo>
                  <a:pt x="1174991" y="316992"/>
                </a:lnTo>
                <a:lnTo>
                  <a:pt x="1226807" y="152400"/>
                </a:lnTo>
                <a:lnTo>
                  <a:pt x="1280147" y="316992"/>
                </a:lnTo>
                <a:lnTo>
                  <a:pt x="1312151" y="316992"/>
                </a:lnTo>
                <a:lnTo>
                  <a:pt x="1367015" y="10363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" name="object 65"/>
          <p:cNvSpPr/>
          <p:nvPr/>
        </p:nvSpPr>
        <p:spPr>
          <a:xfrm>
            <a:off x="2153412" y="5352288"/>
            <a:ext cx="314325" cy="353695"/>
          </a:xfrm>
          <a:custGeom>
            <a:avLst/>
            <a:gdLst/>
            <a:ahLst/>
            <a:cxnLst/>
            <a:rect l="l" t="t" r="r" b="b"/>
            <a:pathLst>
              <a:path w="314325" h="353695">
                <a:moveTo>
                  <a:pt x="47244" y="80772"/>
                </a:moveTo>
                <a:lnTo>
                  <a:pt x="38100" y="80772"/>
                </a:lnTo>
                <a:lnTo>
                  <a:pt x="45219" y="55935"/>
                </a:lnTo>
                <a:lnTo>
                  <a:pt x="50482" y="34099"/>
                </a:lnTo>
                <a:lnTo>
                  <a:pt x="53744" y="15406"/>
                </a:lnTo>
                <a:lnTo>
                  <a:pt x="54864" y="0"/>
                </a:lnTo>
                <a:lnTo>
                  <a:pt x="88392" y="18288"/>
                </a:lnTo>
                <a:lnTo>
                  <a:pt x="80676" y="25479"/>
                </a:lnTo>
                <a:lnTo>
                  <a:pt x="71247" y="38100"/>
                </a:lnTo>
                <a:lnTo>
                  <a:pt x="60102" y="56435"/>
                </a:lnTo>
                <a:lnTo>
                  <a:pt x="47244" y="80772"/>
                </a:lnTo>
                <a:close/>
              </a:path>
              <a:path w="314325" h="353695">
                <a:moveTo>
                  <a:pt x="129540" y="169164"/>
                </a:moveTo>
                <a:lnTo>
                  <a:pt x="124968" y="166116"/>
                </a:lnTo>
                <a:lnTo>
                  <a:pt x="140088" y="141827"/>
                </a:lnTo>
                <a:lnTo>
                  <a:pt x="153352" y="119253"/>
                </a:lnTo>
                <a:lnTo>
                  <a:pt x="173736" y="79248"/>
                </a:lnTo>
                <a:lnTo>
                  <a:pt x="186309" y="40386"/>
                </a:lnTo>
                <a:lnTo>
                  <a:pt x="196596" y="1524"/>
                </a:lnTo>
                <a:lnTo>
                  <a:pt x="230124" y="21336"/>
                </a:lnTo>
                <a:lnTo>
                  <a:pt x="222670" y="28765"/>
                </a:lnTo>
                <a:lnTo>
                  <a:pt x="213931" y="41910"/>
                </a:lnTo>
                <a:lnTo>
                  <a:pt x="203763" y="60769"/>
                </a:lnTo>
                <a:lnTo>
                  <a:pt x="192024" y="85344"/>
                </a:lnTo>
                <a:lnTo>
                  <a:pt x="307848" y="85344"/>
                </a:lnTo>
                <a:lnTo>
                  <a:pt x="313943" y="91440"/>
                </a:lnTo>
                <a:lnTo>
                  <a:pt x="310025" y="94488"/>
                </a:lnTo>
                <a:lnTo>
                  <a:pt x="188976" y="94488"/>
                </a:lnTo>
                <a:lnTo>
                  <a:pt x="174974" y="115371"/>
                </a:lnTo>
                <a:lnTo>
                  <a:pt x="160401" y="134683"/>
                </a:lnTo>
                <a:lnTo>
                  <a:pt x="145256" y="152566"/>
                </a:lnTo>
                <a:lnTo>
                  <a:pt x="129540" y="169164"/>
                </a:lnTo>
                <a:close/>
              </a:path>
              <a:path w="314325" h="353695">
                <a:moveTo>
                  <a:pt x="128016" y="80772"/>
                </a:moveTo>
                <a:lnTo>
                  <a:pt x="97536" y="80772"/>
                </a:lnTo>
                <a:lnTo>
                  <a:pt x="112776" y="65532"/>
                </a:lnTo>
                <a:lnTo>
                  <a:pt x="128016" y="80772"/>
                </a:lnTo>
                <a:close/>
              </a:path>
              <a:path w="314325" h="353695">
                <a:moveTo>
                  <a:pt x="0" y="350520"/>
                </a:moveTo>
                <a:lnTo>
                  <a:pt x="833" y="316992"/>
                </a:lnTo>
                <a:lnTo>
                  <a:pt x="914" y="312420"/>
                </a:lnTo>
                <a:lnTo>
                  <a:pt x="1333" y="279463"/>
                </a:lnTo>
                <a:lnTo>
                  <a:pt x="1429" y="156972"/>
                </a:lnTo>
                <a:lnTo>
                  <a:pt x="1308" y="134683"/>
                </a:lnTo>
                <a:lnTo>
                  <a:pt x="887" y="102108"/>
                </a:lnTo>
                <a:lnTo>
                  <a:pt x="0" y="67056"/>
                </a:lnTo>
                <a:lnTo>
                  <a:pt x="22860" y="80772"/>
                </a:lnTo>
                <a:lnTo>
                  <a:pt x="128016" y="80772"/>
                </a:lnTo>
                <a:lnTo>
                  <a:pt x="135636" y="88392"/>
                </a:lnTo>
                <a:lnTo>
                  <a:pt x="133458" y="89916"/>
                </a:lnTo>
                <a:lnTo>
                  <a:pt x="21336" y="89916"/>
                </a:lnTo>
                <a:lnTo>
                  <a:pt x="21336" y="187452"/>
                </a:lnTo>
                <a:lnTo>
                  <a:pt x="120701" y="187452"/>
                </a:lnTo>
                <a:lnTo>
                  <a:pt x="120762" y="196596"/>
                </a:lnTo>
                <a:lnTo>
                  <a:pt x="21336" y="196596"/>
                </a:lnTo>
                <a:lnTo>
                  <a:pt x="21336" y="303276"/>
                </a:lnTo>
                <a:lnTo>
                  <a:pt x="121740" y="303276"/>
                </a:lnTo>
                <a:lnTo>
                  <a:pt x="121803" y="312420"/>
                </a:lnTo>
                <a:lnTo>
                  <a:pt x="21336" y="312420"/>
                </a:lnTo>
                <a:lnTo>
                  <a:pt x="21336" y="338328"/>
                </a:lnTo>
                <a:lnTo>
                  <a:pt x="0" y="350520"/>
                </a:lnTo>
                <a:close/>
              </a:path>
              <a:path w="314325" h="353695">
                <a:moveTo>
                  <a:pt x="307848" y="85344"/>
                </a:moveTo>
                <a:lnTo>
                  <a:pt x="274319" y="85344"/>
                </a:lnTo>
                <a:lnTo>
                  <a:pt x="291084" y="68580"/>
                </a:lnTo>
                <a:lnTo>
                  <a:pt x="307848" y="85344"/>
                </a:lnTo>
                <a:close/>
              </a:path>
              <a:path w="314325" h="353695">
                <a:moveTo>
                  <a:pt x="120701" y="187452"/>
                </a:moveTo>
                <a:lnTo>
                  <a:pt x="100584" y="187452"/>
                </a:lnTo>
                <a:lnTo>
                  <a:pt x="100584" y="89916"/>
                </a:lnTo>
                <a:lnTo>
                  <a:pt x="133458" y="89916"/>
                </a:lnTo>
                <a:lnTo>
                  <a:pt x="120396" y="99060"/>
                </a:lnTo>
                <a:lnTo>
                  <a:pt x="120498" y="141827"/>
                </a:lnTo>
                <a:lnTo>
                  <a:pt x="120597" y="171854"/>
                </a:lnTo>
                <a:lnTo>
                  <a:pt x="120701" y="187452"/>
                </a:lnTo>
                <a:close/>
              </a:path>
              <a:path w="314325" h="353695">
                <a:moveTo>
                  <a:pt x="287883" y="316992"/>
                </a:moveTo>
                <a:lnTo>
                  <a:pt x="249936" y="316992"/>
                </a:lnTo>
                <a:lnTo>
                  <a:pt x="257317" y="315515"/>
                </a:lnTo>
                <a:lnTo>
                  <a:pt x="263271" y="310896"/>
                </a:lnTo>
                <a:lnTo>
                  <a:pt x="271795" y="269367"/>
                </a:lnTo>
                <a:lnTo>
                  <a:pt x="273558" y="229362"/>
                </a:lnTo>
                <a:lnTo>
                  <a:pt x="275476" y="165234"/>
                </a:lnTo>
                <a:lnTo>
                  <a:pt x="277367" y="94488"/>
                </a:lnTo>
                <a:lnTo>
                  <a:pt x="310025" y="94488"/>
                </a:lnTo>
                <a:lnTo>
                  <a:pt x="300228" y="102108"/>
                </a:lnTo>
                <a:lnTo>
                  <a:pt x="298799" y="181570"/>
                </a:lnTo>
                <a:lnTo>
                  <a:pt x="296799" y="241744"/>
                </a:lnTo>
                <a:lnTo>
                  <a:pt x="294227" y="282773"/>
                </a:lnTo>
                <a:lnTo>
                  <a:pt x="291084" y="304799"/>
                </a:lnTo>
                <a:lnTo>
                  <a:pt x="288435" y="315515"/>
                </a:lnTo>
                <a:lnTo>
                  <a:pt x="287883" y="316992"/>
                </a:lnTo>
                <a:close/>
              </a:path>
              <a:path w="314325" h="353695">
                <a:moveTo>
                  <a:pt x="204216" y="237744"/>
                </a:moveTo>
                <a:lnTo>
                  <a:pt x="198119" y="237744"/>
                </a:lnTo>
                <a:lnTo>
                  <a:pt x="195072" y="230124"/>
                </a:lnTo>
                <a:lnTo>
                  <a:pt x="193548" y="216408"/>
                </a:lnTo>
                <a:lnTo>
                  <a:pt x="189261" y="201549"/>
                </a:lnTo>
                <a:lnTo>
                  <a:pt x="183261" y="186690"/>
                </a:lnTo>
                <a:lnTo>
                  <a:pt x="175545" y="171831"/>
                </a:lnTo>
                <a:lnTo>
                  <a:pt x="166116" y="156972"/>
                </a:lnTo>
                <a:lnTo>
                  <a:pt x="169164" y="152400"/>
                </a:lnTo>
                <a:lnTo>
                  <a:pt x="206668" y="185189"/>
                </a:lnTo>
                <a:lnTo>
                  <a:pt x="214884" y="201168"/>
                </a:lnTo>
                <a:lnTo>
                  <a:pt x="217931" y="207264"/>
                </a:lnTo>
                <a:lnTo>
                  <a:pt x="217931" y="219456"/>
                </a:lnTo>
                <a:lnTo>
                  <a:pt x="214884" y="225552"/>
                </a:lnTo>
                <a:lnTo>
                  <a:pt x="211836" y="230124"/>
                </a:lnTo>
                <a:lnTo>
                  <a:pt x="204216" y="237744"/>
                </a:lnTo>
                <a:close/>
              </a:path>
              <a:path w="314325" h="353695">
                <a:moveTo>
                  <a:pt x="121740" y="303276"/>
                </a:moveTo>
                <a:lnTo>
                  <a:pt x="100584" y="303276"/>
                </a:lnTo>
                <a:lnTo>
                  <a:pt x="100584" y="196596"/>
                </a:lnTo>
                <a:lnTo>
                  <a:pt x="120762" y="196596"/>
                </a:lnTo>
                <a:lnTo>
                  <a:pt x="120932" y="221955"/>
                </a:lnTo>
                <a:lnTo>
                  <a:pt x="121740" y="303276"/>
                </a:lnTo>
                <a:close/>
              </a:path>
              <a:path w="314325" h="353695">
                <a:moveTo>
                  <a:pt x="245364" y="353568"/>
                </a:moveTo>
                <a:lnTo>
                  <a:pt x="238791" y="342709"/>
                </a:lnTo>
                <a:lnTo>
                  <a:pt x="228219" y="332994"/>
                </a:lnTo>
                <a:lnTo>
                  <a:pt x="213645" y="324421"/>
                </a:lnTo>
                <a:lnTo>
                  <a:pt x="195072" y="316992"/>
                </a:lnTo>
                <a:lnTo>
                  <a:pt x="195072" y="309372"/>
                </a:lnTo>
                <a:lnTo>
                  <a:pt x="212217" y="313134"/>
                </a:lnTo>
                <a:lnTo>
                  <a:pt x="227075" y="315468"/>
                </a:lnTo>
                <a:lnTo>
                  <a:pt x="239649" y="316658"/>
                </a:lnTo>
                <a:lnTo>
                  <a:pt x="249936" y="316992"/>
                </a:lnTo>
                <a:lnTo>
                  <a:pt x="287883" y="316992"/>
                </a:lnTo>
                <a:lnTo>
                  <a:pt x="285178" y="324231"/>
                </a:lnTo>
                <a:lnTo>
                  <a:pt x="255055" y="349877"/>
                </a:lnTo>
                <a:lnTo>
                  <a:pt x="245364" y="353568"/>
                </a:lnTo>
                <a:close/>
              </a:path>
              <a:path w="314325" h="353695">
                <a:moveTo>
                  <a:pt x="100584" y="344424"/>
                </a:moveTo>
                <a:lnTo>
                  <a:pt x="100584" y="312420"/>
                </a:lnTo>
                <a:lnTo>
                  <a:pt x="121803" y="312420"/>
                </a:lnTo>
                <a:lnTo>
                  <a:pt x="121920" y="332232"/>
                </a:lnTo>
                <a:lnTo>
                  <a:pt x="100584" y="34442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" name="object 66"/>
          <p:cNvSpPr/>
          <p:nvPr/>
        </p:nvSpPr>
        <p:spPr>
          <a:xfrm>
            <a:off x="2517648" y="5350764"/>
            <a:ext cx="2298700" cy="361315"/>
          </a:xfrm>
          <a:custGeom>
            <a:avLst/>
            <a:gdLst/>
            <a:ahLst/>
            <a:cxnLst/>
            <a:rect l="l" t="t" r="r" b="b"/>
            <a:pathLst>
              <a:path w="2298700" h="361314">
                <a:moveTo>
                  <a:pt x="295656" y="19824"/>
                </a:moveTo>
                <a:lnTo>
                  <a:pt x="293497" y="18300"/>
                </a:lnTo>
                <a:lnTo>
                  <a:pt x="269748" y="1536"/>
                </a:lnTo>
                <a:lnTo>
                  <a:pt x="262128" y="13512"/>
                </a:lnTo>
                <a:lnTo>
                  <a:pt x="262128" y="27444"/>
                </a:lnTo>
                <a:lnTo>
                  <a:pt x="262128" y="62496"/>
                </a:lnTo>
                <a:lnTo>
                  <a:pt x="262128" y="71640"/>
                </a:lnTo>
                <a:lnTo>
                  <a:pt x="262128" y="105168"/>
                </a:lnTo>
                <a:lnTo>
                  <a:pt x="96012" y="105168"/>
                </a:lnTo>
                <a:lnTo>
                  <a:pt x="96012" y="71640"/>
                </a:lnTo>
                <a:lnTo>
                  <a:pt x="262128" y="71640"/>
                </a:lnTo>
                <a:lnTo>
                  <a:pt x="262128" y="62496"/>
                </a:lnTo>
                <a:lnTo>
                  <a:pt x="96012" y="62496"/>
                </a:lnTo>
                <a:lnTo>
                  <a:pt x="96012" y="27444"/>
                </a:lnTo>
                <a:lnTo>
                  <a:pt x="262128" y="27444"/>
                </a:lnTo>
                <a:lnTo>
                  <a:pt x="262128" y="13512"/>
                </a:lnTo>
                <a:lnTo>
                  <a:pt x="259080" y="18300"/>
                </a:lnTo>
                <a:lnTo>
                  <a:pt x="96012" y="18300"/>
                </a:lnTo>
                <a:lnTo>
                  <a:pt x="73152" y="6108"/>
                </a:lnTo>
                <a:lnTo>
                  <a:pt x="74028" y="21247"/>
                </a:lnTo>
                <a:lnTo>
                  <a:pt x="74485" y="36969"/>
                </a:lnTo>
                <a:lnTo>
                  <a:pt x="74650" y="53251"/>
                </a:lnTo>
                <a:lnTo>
                  <a:pt x="74599" y="91071"/>
                </a:lnTo>
                <a:lnTo>
                  <a:pt x="74485" y="103263"/>
                </a:lnTo>
                <a:lnTo>
                  <a:pt x="74028" y="118973"/>
                </a:lnTo>
                <a:lnTo>
                  <a:pt x="73152" y="134124"/>
                </a:lnTo>
                <a:lnTo>
                  <a:pt x="96012" y="126504"/>
                </a:lnTo>
                <a:lnTo>
                  <a:pt x="96012" y="114312"/>
                </a:lnTo>
                <a:lnTo>
                  <a:pt x="262128" y="114312"/>
                </a:lnTo>
                <a:lnTo>
                  <a:pt x="262128" y="132600"/>
                </a:lnTo>
                <a:lnTo>
                  <a:pt x="284988" y="121932"/>
                </a:lnTo>
                <a:lnTo>
                  <a:pt x="284403" y="114312"/>
                </a:lnTo>
                <a:lnTo>
                  <a:pt x="284099" y="110210"/>
                </a:lnTo>
                <a:lnTo>
                  <a:pt x="283984" y="105168"/>
                </a:lnTo>
                <a:lnTo>
                  <a:pt x="283654" y="91071"/>
                </a:lnTo>
                <a:lnTo>
                  <a:pt x="283527" y="71640"/>
                </a:lnTo>
                <a:lnTo>
                  <a:pt x="283476" y="62496"/>
                </a:lnTo>
                <a:lnTo>
                  <a:pt x="283464" y="30492"/>
                </a:lnTo>
                <a:lnTo>
                  <a:pt x="286943" y="27444"/>
                </a:lnTo>
                <a:lnTo>
                  <a:pt x="295656" y="19824"/>
                </a:lnTo>
                <a:close/>
              </a:path>
              <a:path w="2298700" h="361314">
                <a:moveTo>
                  <a:pt x="350520" y="155460"/>
                </a:moveTo>
                <a:lnTo>
                  <a:pt x="316992" y="121932"/>
                </a:lnTo>
                <a:lnTo>
                  <a:pt x="292608" y="146316"/>
                </a:lnTo>
                <a:lnTo>
                  <a:pt x="146304" y="146316"/>
                </a:lnTo>
                <a:lnTo>
                  <a:pt x="146304" y="277380"/>
                </a:lnTo>
                <a:lnTo>
                  <a:pt x="74676" y="289572"/>
                </a:lnTo>
                <a:lnTo>
                  <a:pt x="74676" y="240804"/>
                </a:lnTo>
                <a:lnTo>
                  <a:pt x="146304" y="240804"/>
                </a:lnTo>
                <a:lnTo>
                  <a:pt x="146304" y="231660"/>
                </a:lnTo>
                <a:lnTo>
                  <a:pt x="74676" y="231660"/>
                </a:lnTo>
                <a:lnTo>
                  <a:pt x="74676" y="196608"/>
                </a:lnTo>
                <a:lnTo>
                  <a:pt x="146304" y="196608"/>
                </a:lnTo>
                <a:lnTo>
                  <a:pt x="146304" y="187464"/>
                </a:lnTo>
                <a:lnTo>
                  <a:pt x="74676" y="187464"/>
                </a:lnTo>
                <a:lnTo>
                  <a:pt x="74676" y="155460"/>
                </a:lnTo>
                <a:lnTo>
                  <a:pt x="146304" y="155460"/>
                </a:lnTo>
                <a:lnTo>
                  <a:pt x="146304" y="146316"/>
                </a:lnTo>
                <a:lnTo>
                  <a:pt x="0" y="146316"/>
                </a:lnTo>
                <a:lnTo>
                  <a:pt x="12192" y="158508"/>
                </a:lnTo>
                <a:lnTo>
                  <a:pt x="32004" y="155460"/>
                </a:lnTo>
                <a:lnTo>
                  <a:pt x="53340" y="155460"/>
                </a:lnTo>
                <a:lnTo>
                  <a:pt x="53340" y="294144"/>
                </a:lnTo>
                <a:lnTo>
                  <a:pt x="13906" y="300355"/>
                </a:lnTo>
                <a:lnTo>
                  <a:pt x="3048" y="301764"/>
                </a:lnTo>
                <a:lnTo>
                  <a:pt x="21336" y="330720"/>
                </a:lnTo>
                <a:lnTo>
                  <a:pt x="56070" y="314210"/>
                </a:lnTo>
                <a:lnTo>
                  <a:pt x="146304" y="289572"/>
                </a:lnTo>
                <a:lnTo>
                  <a:pt x="146304" y="361200"/>
                </a:lnTo>
                <a:lnTo>
                  <a:pt x="166116" y="349008"/>
                </a:lnTo>
                <a:lnTo>
                  <a:pt x="166116" y="283476"/>
                </a:lnTo>
                <a:lnTo>
                  <a:pt x="201676" y="272808"/>
                </a:lnTo>
                <a:lnTo>
                  <a:pt x="211836" y="269760"/>
                </a:lnTo>
                <a:lnTo>
                  <a:pt x="210312" y="263664"/>
                </a:lnTo>
                <a:lnTo>
                  <a:pt x="166116" y="272808"/>
                </a:lnTo>
                <a:lnTo>
                  <a:pt x="166116" y="240804"/>
                </a:lnTo>
                <a:lnTo>
                  <a:pt x="166116" y="231660"/>
                </a:lnTo>
                <a:lnTo>
                  <a:pt x="166116" y="196608"/>
                </a:lnTo>
                <a:lnTo>
                  <a:pt x="166116" y="187464"/>
                </a:lnTo>
                <a:lnTo>
                  <a:pt x="166116" y="155460"/>
                </a:lnTo>
                <a:lnTo>
                  <a:pt x="350520" y="155460"/>
                </a:lnTo>
                <a:close/>
              </a:path>
              <a:path w="2298700" h="361314">
                <a:moveTo>
                  <a:pt x="352044" y="326148"/>
                </a:moveTo>
                <a:lnTo>
                  <a:pt x="307848" y="315480"/>
                </a:lnTo>
                <a:lnTo>
                  <a:pt x="265176" y="283476"/>
                </a:lnTo>
                <a:lnTo>
                  <a:pt x="274586" y="269760"/>
                </a:lnTo>
                <a:lnTo>
                  <a:pt x="277723" y="265188"/>
                </a:lnTo>
                <a:lnTo>
                  <a:pt x="290080" y="244678"/>
                </a:lnTo>
                <a:lnTo>
                  <a:pt x="302247" y="221754"/>
                </a:lnTo>
                <a:lnTo>
                  <a:pt x="313944" y="196608"/>
                </a:lnTo>
                <a:lnTo>
                  <a:pt x="322173" y="192036"/>
                </a:lnTo>
                <a:lnTo>
                  <a:pt x="327660" y="188988"/>
                </a:lnTo>
                <a:lnTo>
                  <a:pt x="303276" y="167652"/>
                </a:lnTo>
                <a:lnTo>
                  <a:pt x="292608" y="180987"/>
                </a:lnTo>
                <a:lnTo>
                  <a:pt x="292608" y="192036"/>
                </a:lnTo>
                <a:lnTo>
                  <a:pt x="288036" y="202082"/>
                </a:lnTo>
                <a:lnTo>
                  <a:pt x="278892" y="221602"/>
                </a:lnTo>
                <a:lnTo>
                  <a:pt x="274320" y="231660"/>
                </a:lnTo>
                <a:lnTo>
                  <a:pt x="269481" y="241681"/>
                </a:lnTo>
                <a:lnTo>
                  <a:pt x="264223" y="251282"/>
                </a:lnTo>
                <a:lnTo>
                  <a:pt x="258673" y="260591"/>
                </a:lnTo>
                <a:lnTo>
                  <a:pt x="252984" y="269760"/>
                </a:lnTo>
                <a:lnTo>
                  <a:pt x="246380" y="262343"/>
                </a:lnTo>
                <a:lnTo>
                  <a:pt x="224040" y="224180"/>
                </a:lnTo>
                <a:lnTo>
                  <a:pt x="211836" y="192036"/>
                </a:lnTo>
                <a:lnTo>
                  <a:pt x="292608" y="192036"/>
                </a:lnTo>
                <a:lnTo>
                  <a:pt x="292608" y="180987"/>
                </a:lnTo>
                <a:lnTo>
                  <a:pt x="291084" y="182892"/>
                </a:lnTo>
                <a:lnTo>
                  <a:pt x="172212" y="182892"/>
                </a:lnTo>
                <a:lnTo>
                  <a:pt x="184404" y="195084"/>
                </a:lnTo>
                <a:lnTo>
                  <a:pt x="204216" y="192036"/>
                </a:lnTo>
                <a:lnTo>
                  <a:pt x="207657" y="205460"/>
                </a:lnTo>
                <a:lnTo>
                  <a:pt x="211264" y="218325"/>
                </a:lnTo>
                <a:lnTo>
                  <a:pt x="228981" y="263664"/>
                </a:lnTo>
                <a:lnTo>
                  <a:pt x="240792" y="285000"/>
                </a:lnTo>
                <a:lnTo>
                  <a:pt x="225107" y="302907"/>
                </a:lnTo>
                <a:lnTo>
                  <a:pt x="207454" y="320243"/>
                </a:lnTo>
                <a:lnTo>
                  <a:pt x="187845" y="336638"/>
                </a:lnTo>
                <a:lnTo>
                  <a:pt x="166116" y="352056"/>
                </a:lnTo>
                <a:lnTo>
                  <a:pt x="170688" y="356628"/>
                </a:lnTo>
                <a:lnTo>
                  <a:pt x="194691" y="342620"/>
                </a:lnTo>
                <a:lnTo>
                  <a:pt x="216408" y="328053"/>
                </a:lnTo>
                <a:lnTo>
                  <a:pt x="235839" y="312902"/>
                </a:lnTo>
                <a:lnTo>
                  <a:pt x="252984" y="297192"/>
                </a:lnTo>
                <a:lnTo>
                  <a:pt x="261886" y="306920"/>
                </a:lnTo>
                <a:lnTo>
                  <a:pt x="296049" y="336384"/>
                </a:lnTo>
                <a:lnTo>
                  <a:pt x="321564" y="350532"/>
                </a:lnTo>
                <a:lnTo>
                  <a:pt x="325247" y="344246"/>
                </a:lnTo>
                <a:lnTo>
                  <a:pt x="331660" y="339102"/>
                </a:lnTo>
                <a:lnTo>
                  <a:pt x="340626" y="335102"/>
                </a:lnTo>
                <a:lnTo>
                  <a:pt x="352044" y="332244"/>
                </a:lnTo>
                <a:lnTo>
                  <a:pt x="352044" y="326148"/>
                </a:lnTo>
                <a:close/>
              </a:path>
              <a:path w="2298700" h="361314">
                <a:moveTo>
                  <a:pt x="524256" y="41148"/>
                </a:moveTo>
                <a:lnTo>
                  <a:pt x="490080" y="12026"/>
                </a:lnTo>
                <a:lnTo>
                  <a:pt x="472440" y="4572"/>
                </a:lnTo>
                <a:lnTo>
                  <a:pt x="469392" y="9144"/>
                </a:lnTo>
                <a:lnTo>
                  <a:pt x="481723" y="21437"/>
                </a:lnTo>
                <a:lnTo>
                  <a:pt x="491490" y="33147"/>
                </a:lnTo>
                <a:lnTo>
                  <a:pt x="498957" y="44297"/>
                </a:lnTo>
                <a:lnTo>
                  <a:pt x="504444" y="54864"/>
                </a:lnTo>
                <a:lnTo>
                  <a:pt x="507492" y="62484"/>
                </a:lnTo>
                <a:lnTo>
                  <a:pt x="510540" y="67056"/>
                </a:lnTo>
                <a:lnTo>
                  <a:pt x="516636" y="67056"/>
                </a:lnTo>
                <a:lnTo>
                  <a:pt x="518160" y="64008"/>
                </a:lnTo>
                <a:lnTo>
                  <a:pt x="521208" y="59436"/>
                </a:lnTo>
                <a:lnTo>
                  <a:pt x="524256" y="50292"/>
                </a:lnTo>
                <a:lnTo>
                  <a:pt x="524256" y="41148"/>
                </a:lnTo>
                <a:close/>
              </a:path>
              <a:path w="2298700" h="361314">
                <a:moveTo>
                  <a:pt x="740664" y="192024"/>
                </a:moveTo>
                <a:lnTo>
                  <a:pt x="707136" y="158496"/>
                </a:lnTo>
                <a:lnTo>
                  <a:pt x="682752" y="182880"/>
                </a:lnTo>
                <a:lnTo>
                  <a:pt x="537972" y="182880"/>
                </a:lnTo>
                <a:lnTo>
                  <a:pt x="543369" y="170599"/>
                </a:lnTo>
                <a:lnTo>
                  <a:pt x="548068" y="158877"/>
                </a:lnTo>
                <a:lnTo>
                  <a:pt x="551891" y="147739"/>
                </a:lnTo>
                <a:lnTo>
                  <a:pt x="554736" y="137160"/>
                </a:lnTo>
                <a:lnTo>
                  <a:pt x="705612" y="137160"/>
                </a:lnTo>
                <a:lnTo>
                  <a:pt x="676656" y="108204"/>
                </a:lnTo>
                <a:lnTo>
                  <a:pt x="656844" y="128016"/>
                </a:lnTo>
                <a:lnTo>
                  <a:pt x="556260" y="128016"/>
                </a:lnTo>
                <a:lnTo>
                  <a:pt x="561594" y="107442"/>
                </a:lnTo>
                <a:lnTo>
                  <a:pt x="564400" y="95440"/>
                </a:lnTo>
                <a:lnTo>
                  <a:pt x="566928" y="82296"/>
                </a:lnTo>
                <a:lnTo>
                  <a:pt x="736092" y="82296"/>
                </a:lnTo>
                <a:lnTo>
                  <a:pt x="704088" y="50292"/>
                </a:lnTo>
                <a:lnTo>
                  <a:pt x="681228" y="73152"/>
                </a:lnTo>
                <a:lnTo>
                  <a:pt x="609600" y="73152"/>
                </a:lnTo>
                <a:lnTo>
                  <a:pt x="628472" y="50888"/>
                </a:lnTo>
                <a:lnTo>
                  <a:pt x="644080" y="34480"/>
                </a:lnTo>
                <a:lnTo>
                  <a:pt x="656526" y="24079"/>
                </a:lnTo>
                <a:lnTo>
                  <a:pt x="665988" y="19812"/>
                </a:lnTo>
                <a:lnTo>
                  <a:pt x="632460" y="0"/>
                </a:lnTo>
                <a:lnTo>
                  <a:pt x="628738" y="12293"/>
                </a:lnTo>
                <a:lnTo>
                  <a:pt x="622173" y="28575"/>
                </a:lnTo>
                <a:lnTo>
                  <a:pt x="612736" y="48869"/>
                </a:lnTo>
                <a:lnTo>
                  <a:pt x="600456" y="73152"/>
                </a:lnTo>
                <a:lnTo>
                  <a:pt x="414528" y="73152"/>
                </a:lnTo>
                <a:lnTo>
                  <a:pt x="426720" y="85344"/>
                </a:lnTo>
                <a:lnTo>
                  <a:pt x="448056" y="82296"/>
                </a:lnTo>
                <a:lnTo>
                  <a:pt x="544068" y="82296"/>
                </a:lnTo>
                <a:lnTo>
                  <a:pt x="542632" y="92875"/>
                </a:lnTo>
                <a:lnTo>
                  <a:pt x="540639" y="104013"/>
                </a:lnTo>
                <a:lnTo>
                  <a:pt x="538060" y="115735"/>
                </a:lnTo>
                <a:lnTo>
                  <a:pt x="534924" y="128016"/>
                </a:lnTo>
                <a:lnTo>
                  <a:pt x="434340" y="128016"/>
                </a:lnTo>
                <a:lnTo>
                  <a:pt x="446532" y="140208"/>
                </a:lnTo>
                <a:lnTo>
                  <a:pt x="466344" y="137160"/>
                </a:lnTo>
                <a:lnTo>
                  <a:pt x="533400" y="137160"/>
                </a:lnTo>
                <a:lnTo>
                  <a:pt x="529704" y="148590"/>
                </a:lnTo>
                <a:lnTo>
                  <a:pt x="525589" y="160020"/>
                </a:lnTo>
                <a:lnTo>
                  <a:pt x="521182" y="171450"/>
                </a:lnTo>
                <a:lnTo>
                  <a:pt x="516636" y="182880"/>
                </a:lnTo>
                <a:lnTo>
                  <a:pt x="396240" y="182880"/>
                </a:lnTo>
                <a:lnTo>
                  <a:pt x="408432" y="195072"/>
                </a:lnTo>
                <a:lnTo>
                  <a:pt x="429768" y="192024"/>
                </a:lnTo>
                <a:lnTo>
                  <a:pt x="513588" y="192024"/>
                </a:lnTo>
                <a:lnTo>
                  <a:pt x="490461" y="230581"/>
                </a:lnTo>
                <a:lnTo>
                  <a:pt x="462343" y="266128"/>
                </a:lnTo>
                <a:lnTo>
                  <a:pt x="429361" y="298538"/>
                </a:lnTo>
                <a:lnTo>
                  <a:pt x="391668" y="327660"/>
                </a:lnTo>
                <a:lnTo>
                  <a:pt x="393192" y="333756"/>
                </a:lnTo>
                <a:lnTo>
                  <a:pt x="437400" y="305181"/>
                </a:lnTo>
                <a:lnTo>
                  <a:pt x="476059" y="272034"/>
                </a:lnTo>
                <a:lnTo>
                  <a:pt x="508698" y="234315"/>
                </a:lnTo>
                <a:lnTo>
                  <a:pt x="534924" y="192024"/>
                </a:lnTo>
                <a:lnTo>
                  <a:pt x="740664" y="192024"/>
                </a:lnTo>
                <a:close/>
              </a:path>
              <a:path w="2298700" h="361314">
                <a:moveTo>
                  <a:pt x="742188" y="341376"/>
                </a:moveTo>
                <a:lnTo>
                  <a:pt x="711708" y="310896"/>
                </a:lnTo>
                <a:lnTo>
                  <a:pt x="690372" y="332232"/>
                </a:lnTo>
                <a:lnTo>
                  <a:pt x="606552" y="332232"/>
                </a:lnTo>
                <a:lnTo>
                  <a:pt x="606552" y="252984"/>
                </a:lnTo>
                <a:lnTo>
                  <a:pt x="702564" y="252984"/>
                </a:lnTo>
                <a:lnTo>
                  <a:pt x="675132" y="225552"/>
                </a:lnTo>
                <a:lnTo>
                  <a:pt x="656844" y="243840"/>
                </a:lnTo>
                <a:lnTo>
                  <a:pt x="502920" y="243840"/>
                </a:lnTo>
                <a:lnTo>
                  <a:pt x="515112" y="256032"/>
                </a:lnTo>
                <a:lnTo>
                  <a:pt x="531876" y="252984"/>
                </a:lnTo>
                <a:lnTo>
                  <a:pt x="585216" y="252984"/>
                </a:lnTo>
                <a:lnTo>
                  <a:pt x="585216" y="332232"/>
                </a:lnTo>
                <a:lnTo>
                  <a:pt x="446532" y="332232"/>
                </a:lnTo>
                <a:lnTo>
                  <a:pt x="460248" y="345948"/>
                </a:lnTo>
                <a:lnTo>
                  <a:pt x="468528" y="343954"/>
                </a:lnTo>
                <a:lnTo>
                  <a:pt x="477393" y="342519"/>
                </a:lnTo>
                <a:lnTo>
                  <a:pt x="486816" y="341668"/>
                </a:lnTo>
                <a:lnTo>
                  <a:pt x="496824" y="341376"/>
                </a:lnTo>
                <a:lnTo>
                  <a:pt x="742188" y="341376"/>
                </a:lnTo>
                <a:close/>
              </a:path>
              <a:path w="2298700" h="361314">
                <a:moveTo>
                  <a:pt x="1135380" y="73152"/>
                </a:moveTo>
                <a:lnTo>
                  <a:pt x="1100328" y="38100"/>
                </a:lnTo>
                <a:lnTo>
                  <a:pt x="1074420" y="64008"/>
                </a:lnTo>
                <a:lnTo>
                  <a:pt x="943356" y="64008"/>
                </a:lnTo>
                <a:lnTo>
                  <a:pt x="947928" y="56578"/>
                </a:lnTo>
                <a:lnTo>
                  <a:pt x="952500" y="48006"/>
                </a:lnTo>
                <a:lnTo>
                  <a:pt x="957072" y="38290"/>
                </a:lnTo>
                <a:lnTo>
                  <a:pt x="961644" y="27432"/>
                </a:lnTo>
                <a:lnTo>
                  <a:pt x="976884" y="21336"/>
                </a:lnTo>
                <a:lnTo>
                  <a:pt x="938784" y="0"/>
                </a:lnTo>
                <a:lnTo>
                  <a:pt x="935875" y="13436"/>
                </a:lnTo>
                <a:lnTo>
                  <a:pt x="931545" y="28575"/>
                </a:lnTo>
                <a:lnTo>
                  <a:pt x="925487" y="45440"/>
                </a:lnTo>
                <a:lnTo>
                  <a:pt x="917448" y="64008"/>
                </a:lnTo>
                <a:lnTo>
                  <a:pt x="780288" y="64008"/>
                </a:lnTo>
                <a:lnTo>
                  <a:pt x="794004" y="77724"/>
                </a:lnTo>
                <a:lnTo>
                  <a:pt x="802284" y="75730"/>
                </a:lnTo>
                <a:lnTo>
                  <a:pt x="811149" y="74295"/>
                </a:lnTo>
                <a:lnTo>
                  <a:pt x="820572" y="73444"/>
                </a:lnTo>
                <a:lnTo>
                  <a:pt x="830580" y="73152"/>
                </a:lnTo>
                <a:lnTo>
                  <a:pt x="914400" y="73152"/>
                </a:lnTo>
                <a:lnTo>
                  <a:pt x="885253" y="123253"/>
                </a:lnTo>
                <a:lnTo>
                  <a:pt x="854964" y="163068"/>
                </a:lnTo>
                <a:lnTo>
                  <a:pt x="820483" y="198691"/>
                </a:lnTo>
                <a:lnTo>
                  <a:pt x="780288" y="233172"/>
                </a:lnTo>
                <a:lnTo>
                  <a:pt x="784860" y="237744"/>
                </a:lnTo>
                <a:lnTo>
                  <a:pt x="809447" y="221767"/>
                </a:lnTo>
                <a:lnTo>
                  <a:pt x="833056" y="203644"/>
                </a:lnTo>
                <a:lnTo>
                  <a:pt x="855789" y="183527"/>
                </a:lnTo>
                <a:lnTo>
                  <a:pt x="877824" y="161544"/>
                </a:lnTo>
                <a:lnTo>
                  <a:pt x="877735" y="259080"/>
                </a:lnTo>
                <a:lnTo>
                  <a:pt x="877633" y="297751"/>
                </a:lnTo>
                <a:lnTo>
                  <a:pt x="877176" y="337934"/>
                </a:lnTo>
                <a:lnTo>
                  <a:pt x="876300" y="359664"/>
                </a:lnTo>
                <a:lnTo>
                  <a:pt x="899160" y="345948"/>
                </a:lnTo>
                <a:lnTo>
                  <a:pt x="899160" y="259080"/>
                </a:lnTo>
                <a:lnTo>
                  <a:pt x="1040892" y="259080"/>
                </a:lnTo>
                <a:lnTo>
                  <a:pt x="1040892" y="321564"/>
                </a:lnTo>
                <a:lnTo>
                  <a:pt x="1036320" y="326136"/>
                </a:lnTo>
                <a:lnTo>
                  <a:pt x="986028" y="321564"/>
                </a:lnTo>
                <a:lnTo>
                  <a:pt x="986028" y="329184"/>
                </a:lnTo>
                <a:lnTo>
                  <a:pt x="1004900" y="336092"/>
                </a:lnTo>
                <a:lnTo>
                  <a:pt x="1018222" y="343281"/>
                </a:lnTo>
                <a:lnTo>
                  <a:pt x="1026096" y="351053"/>
                </a:lnTo>
                <a:lnTo>
                  <a:pt x="1028700" y="359664"/>
                </a:lnTo>
                <a:lnTo>
                  <a:pt x="1042936" y="353098"/>
                </a:lnTo>
                <a:lnTo>
                  <a:pt x="1062228" y="259080"/>
                </a:lnTo>
                <a:lnTo>
                  <a:pt x="1062228" y="249936"/>
                </a:lnTo>
                <a:lnTo>
                  <a:pt x="1062228" y="199644"/>
                </a:lnTo>
                <a:lnTo>
                  <a:pt x="1062228" y="190500"/>
                </a:lnTo>
                <a:lnTo>
                  <a:pt x="1062228" y="143256"/>
                </a:lnTo>
                <a:lnTo>
                  <a:pt x="1070063" y="137160"/>
                </a:lnTo>
                <a:lnTo>
                  <a:pt x="1075944" y="132588"/>
                </a:lnTo>
                <a:lnTo>
                  <a:pt x="1069962" y="128016"/>
                </a:lnTo>
                <a:lnTo>
                  <a:pt x="1050036" y="112776"/>
                </a:lnTo>
                <a:lnTo>
                  <a:pt x="1040892" y="124206"/>
                </a:lnTo>
                <a:lnTo>
                  <a:pt x="1040892" y="137160"/>
                </a:lnTo>
                <a:lnTo>
                  <a:pt x="1040892" y="190500"/>
                </a:lnTo>
                <a:lnTo>
                  <a:pt x="1040892" y="199644"/>
                </a:lnTo>
                <a:lnTo>
                  <a:pt x="1040892" y="249936"/>
                </a:lnTo>
                <a:lnTo>
                  <a:pt x="899160" y="249936"/>
                </a:lnTo>
                <a:lnTo>
                  <a:pt x="899160" y="199644"/>
                </a:lnTo>
                <a:lnTo>
                  <a:pt x="1040892" y="199644"/>
                </a:lnTo>
                <a:lnTo>
                  <a:pt x="1040892" y="190500"/>
                </a:lnTo>
                <a:lnTo>
                  <a:pt x="899160" y="190500"/>
                </a:lnTo>
                <a:lnTo>
                  <a:pt x="899160" y="161544"/>
                </a:lnTo>
                <a:lnTo>
                  <a:pt x="899160" y="137160"/>
                </a:lnTo>
                <a:lnTo>
                  <a:pt x="1040892" y="137160"/>
                </a:lnTo>
                <a:lnTo>
                  <a:pt x="1040892" y="124206"/>
                </a:lnTo>
                <a:lnTo>
                  <a:pt x="1037844" y="128016"/>
                </a:lnTo>
                <a:lnTo>
                  <a:pt x="905256" y="128016"/>
                </a:lnTo>
                <a:lnTo>
                  <a:pt x="914374" y="115163"/>
                </a:lnTo>
                <a:lnTo>
                  <a:pt x="923353" y="101727"/>
                </a:lnTo>
                <a:lnTo>
                  <a:pt x="932040" y="87731"/>
                </a:lnTo>
                <a:lnTo>
                  <a:pt x="940308" y="73152"/>
                </a:lnTo>
                <a:lnTo>
                  <a:pt x="1135380" y="73152"/>
                </a:lnTo>
                <a:close/>
              </a:path>
              <a:path w="2298700" h="361314">
                <a:moveTo>
                  <a:pt x="1271003" y="117360"/>
                </a:moveTo>
                <a:lnTo>
                  <a:pt x="1242047" y="97548"/>
                </a:lnTo>
                <a:lnTo>
                  <a:pt x="1230363" y="126428"/>
                </a:lnTo>
                <a:lnTo>
                  <a:pt x="1215948" y="153746"/>
                </a:lnTo>
                <a:lnTo>
                  <a:pt x="1198981" y="179628"/>
                </a:lnTo>
                <a:lnTo>
                  <a:pt x="1179563" y="204228"/>
                </a:lnTo>
                <a:lnTo>
                  <a:pt x="1184135" y="207276"/>
                </a:lnTo>
                <a:lnTo>
                  <a:pt x="1199794" y="194221"/>
                </a:lnTo>
                <a:lnTo>
                  <a:pt x="1217282" y="175653"/>
                </a:lnTo>
                <a:lnTo>
                  <a:pt x="1236433" y="151980"/>
                </a:lnTo>
                <a:lnTo>
                  <a:pt x="1257287" y="123456"/>
                </a:lnTo>
                <a:lnTo>
                  <a:pt x="1271003" y="117360"/>
                </a:lnTo>
                <a:close/>
              </a:path>
              <a:path w="2298700" h="361314">
                <a:moveTo>
                  <a:pt x="1339583" y="285000"/>
                </a:moveTo>
                <a:lnTo>
                  <a:pt x="1316342" y="253949"/>
                </a:lnTo>
                <a:lnTo>
                  <a:pt x="1312252" y="249948"/>
                </a:lnTo>
                <a:lnTo>
                  <a:pt x="1306868" y="244678"/>
                </a:lnTo>
                <a:lnTo>
                  <a:pt x="1295387" y="234708"/>
                </a:lnTo>
                <a:lnTo>
                  <a:pt x="1302562" y="222516"/>
                </a:lnTo>
                <a:lnTo>
                  <a:pt x="1307960" y="213321"/>
                </a:lnTo>
                <a:lnTo>
                  <a:pt x="1318247" y="197370"/>
                </a:lnTo>
                <a:lnTo>
                  <a:pt x="1326248" y="187121"/>
                </a:lnTo>
                <a:lnTo>
                  <a:pt x="1331963" y="182892"/>
                </a:lnTo>
                <a:lnTo>
                  <a:pt x="1304531" y="160032"/>
                </a:lnTo>
                <a:lnTo>
                  <a:pt x="1301394" y="173215"/>
                </a:lnTo>
                <a:lnTo>
                  <a:pt x="1296530" y="187845"/>
                </a:lnTo>
                <a:lnTo>
                  <a:pt x="1289964" y="204177"/>
                </a:lnTo>
                <a:lnTo>
                  <a:pt x="1281671" y="222516"/>
                </a:lnTo>
                <a:lnTo>
                  <a:pt x="1269098" y="212509"/>
                </a:lnTo>
                <a:lnTo>
                  <a:pt x="1256525" y="203085"/>
                </a:lnTo>
                <a:lnTo>
                  <a:pt x="1243952" y="194221"/>
                </a:lnTo>
                <a:lnTo>
                  <a:pt x="1231379" y="185940"/>
                </a:lnTo>
                <a:lnTo>
                  <a:pt x="1228331" y="190512"/>
                </a:lnTo>
                <a:lnTo>
                  <a:pt x="1238910" y="200228"/>
                </a:lnTo>
                <a:lnTo>
                  <a:pt x="1250048" y="211086"/>
                </a:lnTo>
                <a:lnTo>
                  <a:pt x="1261770" y="223088"/>
                </a:lnTo>
                <a:lnTo>
                  <a:pt x="1274051" y="236232"/>
                </a:lnTo>
                <a:lnTo>
                  <a:pt x="1253528" y="268808"/>
                </a:lnTo>
                <a:lnTo>
                  <a:pt x="1230998" y="297954"/>
                </a:lnTo>
                <a:lnTo>
                  <a:pt x="1206766" y="323672"/>
                </a:lnTo>
                <a:lnTo>
                  <a:pt x="1181087" y="345960"/>
                </a:lnTo>
                <a:lnTo>
                  <a:pt x="1184135" y="350532"/>
                </a:lnTo>
                <a:lnTo>
                  <a:pt x="1212100" y="331381"/>
                </a:lnTo>
                <a:lnTo>
                  <a:pt x="1238618" y="308241"/>
                </a:lnTo>
                <a:lnTo>
                  <a:pt x="1263434" y="281089"/>
                </a:lnTo>
                <a:lnTo>
                  <a:pt x="1286243" y="249948"/>
                </a:lnTo>
                <a:lnTo>
                  <a:pt x="1297063" y="264236"/>
                </a:lnTo>
                <a:lnTo>
                  <a:pt x="1306436" y="277380"/>
                </a:lnTo>
                <a:lnTo>
                  <a:pt x="1314107" y="289382"/>
                </a:lnTo>
                <a:lnTo>
                  <a:pt x="1319771" y="300240"/>
                </a:lnTo>
                <a:lnTo>
                  <a:pt x="1324343" y="310908"/>
                </a:lnTo>
                <a:lnTo>
                  <a:pt x="1327391" y="315480"/>
                </a:lnTo>
                <a:lnTo>
                  <a:pt x="1331963" y="315480"/>
                </a:lnTo>
                <a:lnTo>
                  <a:pt x="1333487" y="312432"/>
                </a:lnTo>
                <a:lnTo>
                  <a:pt x="1336535" y="307860"/>
                </a:lnTo>
                <a:lnTo>
                  <a:pt x="1339583" y="301764"/>
                </a:lnTo>
                <a:lnTo>
                  <a:pt x="1339583" y="285000"/>
                </a:lnTo>
                <a:close/>
              </a:path>
              <a:path w="2298700" h="361314">
                <a:moveTo>
                  <a:pt x="1353312" y="135648"/>
                </a:moveTo>
                <a:lnTo>
                  <a:pt x="1350251" y="129552"/>
                </a:lnTo>
                <a:lnTo>
                  <a:pt x="1342631" y="123456"/>
                </a:lnTo>
                <a:lnTo>
                  <a:pt x="1336370" y="118351"/>
                </a:lnTo>
                <a:lnTo>
                  <a:pt x="1326819" y="112407"/>
                </a:lnTo>
                <a:lnTo>
                  <a:pt x="1314132" y="105879"/>
                </a:lnTo>
                <a:lnTo>
                  <a:pt x="1298435" y="99072"/>
                </a:lnTo>
                <a:lnTo>
                  <a:pt x="1295387" y="103644"/>
                </a:lnTo>
                <a:lnTo>
                  <a:pt x="1307960" y="116192"/>
                </a:lnTo>
                <a:lnTo>
                  <a:pt x="1318247" y="128600"/>
                </a:lnTo>
                <a:lnTo>
                  <a:pt x="1326248" y="140716"/>
                </a:lnTo>
                <a:lnTo>
                  <a:pt x="1331963" y="152412"/>
                </a:lnTo>
                <a:lnTo>
                  <a:pt x="1336535" y="161556"/>
                </a:lnTo>
                <a:lnTo>
                  <a:pt x="1339583" y="166128"/>
                </a:lnTo>
                <a:lnTo>
                  <a:pt x="1345679" y="166128"/>
                </a:lnTo>
                <a:lnTo>
                  <a:pt x="1353312" y="150888"/>
                </a:lnTo>
                <a:lnTo>
                  <a:pt x="1353312" y="135648"/>
                </a:lnTo>
                <a:close/>
              </a:path>
              <a:path w="2298700" h="361314">
                <a:moveTo>
                  <a:pt x="1374648" y="85356"/>
                </a:moveTo>
                <a:lnTo>
                  <a:pt x="1347203" y="57924"/>
                </a:lnTo>
                <a:lnTo>
                  <a:pt x="1328915" y="76212"/>
                </a:lnTo>
                <a:lnTo>
                  <a:pt x="1289291" y="76212"/>
                </a:lnTo>
                <a:lnTo>
                  <a:pt x="1295387" y="68592"/>
                </a:lnTo>
                <a:lnTo>
                  <a:pt x="1298435" y="62496"/>
                </a:lnTo>
                <a:lnTo>
                  <a:pt x="1298435" y="50304"/>
                </a:lnTo>
                <a:lnTo>
                  <a:pt x="1261846" y="14693"/>
                </a:lnTo>
                <a:lnTo>
                  <a:pt x="1248143" y="6108"/>
                </a:lnTo>
                <a:lnTo>
                  <a:pt x="1243571" y="9156"/>
                </a:lnTo>
                <a:lnTo>
                  <a:pt x="1251889" y="20027"/>
                </a:lnTo>
                <a:lnTo>
                  <a:pt x="1258620" y="29921"/>
                </a:lnTo>
                <a:lnTo>
                  <a:pt x="1275029" y="69113"/>
                </a:lnTo>
                <a:lnTo>
                  <a:pt x="1275575" y="76212"/>
                </a:lnTo>
                <a:lnTo>
                  <a:pt x="1190231" y="76212"/>
                </a:lnTo>
                <a:lnTo>
                  <a:pt x="1203947" y="89928"/>
                </a:lnTo>
                <a:lnTo>
                  <a:pt x="1212240" y="87922"/>
                </a:lnTo>
                <a:lnTo>
                  <a:pt x="1221092" y="86499"/>
                </a:lnTo>
                <a:lnTo>
                  <a:pt x="1230528" y="85636"/>
                </a:lnTo>
                <a:lnTo>
                  <a:pt x="1240523" y="85356"/>
                </a:lnTo>
                <a:lnTo>
                  <a:pt x="1374648" y="85356"/>
                </a:lnTo>
                <a:close/>
              </a:path>
              <a:path w="2298700" h="361314">
                <a:moveTo>
                  <a:pt x="1530096" y="108216"/>
                </a:moveTo>
                <a:lnTo>
                  <a:pt x="1520939" y="99072"/>
                </a:lnTo>
                <a:lnTo>
                  <a:pt x="1502651" y="80784"/>
                </a:lnTo>
                <a:lnTo>
                  <a:pt x="1484363" y="99072"/>
                </a:lnTo>
                <a:lnTo>
                  <a:pt x="1469136" y="99072"/>
                </a:lnTo>
                <a:lnTo>
                  <a:pt x="1469136" y="108216"/>
                </a:lnTo>
                <a:lnTo>
                  <a:pt x="1462557" y="148475"/>
                </a:lnTo>
                <a:lnTo>
                  <a:pt x="1454277" y="184607"/>
                </a:lnTo>
                <a:lnTo>
                  <a:pt x="1444269" y="216433"/>
                </a:lnTo>
                <a:lnTo>
                  <a:pt x="1432560" y="243852"/>
                </a:lnTo>
                <a:lnTo>
                  <a:pt x="1421714" y="218389"/>
                </a:lnTo>
                <a:lnTo>
                  <a:pt x="1412163" y="189941"/>
                </a:lnTo>
                <a:lnTo>
                  <a:pt x="1404048" y="158330"/>
                </a:lnTo>
                <a:lnTo>
                  <a:pt x="1399794" y="135648"/>
                </a:lnTo>
                <a:lnTo>
                  <a:pt x="1397495" y="123456"/>
                </a:lnTo>
                <a:lnTo>
                  <a:pt x="1403591" y="108216"/>
                </a:lnTo>
                <a:lnTo>
                  <a:pt x="1469136" y="108216"/>
                </a:lnTo>
                <a:lnTo>
                  <a:pt x="1469136" y="99072"/>
                </a:lnTo>
                <a:lnTo>
                  <a:pt x="1406639" y="99072"/>
                </a:lnTo>
                <a:lnTo>
                  <a:pt x="1416050" y="73583"/>
                </a:lnTo>
                <a:lnTo>
                  <a:pt x="1432560" y="32016"/>
                </a:lnTo>
                <a:lnTo>
                  <a:pt x="1447800" y="18300"/>
                </a:lnTo>
                <a:lnTo>
                  <a:pt x="1411224" y="12"/>
                </a:lnTo>
                <a:lnTo>
                  <a:pt x="1398651" y="56019"/>
                </a:lnTo>
                <a:lnTo>
                  <a:pt x="1383792" y="107454"/>
                </a:lnTo>
                <a:lnTo>
                  <a:pt x="1366672" y="154216"/>
                </a:lnTo>
                <a:lnTo>
                  <a:pt x="1347203" y="196608"/>
                </a:lnTo>
                <a:lnTo>
                  <a:pt x="1351775" y="199656"/>
                </a:lnTo>
                <a:lnTo>
                  <a:pt x="1361833" y="186220"/>
                </a:lnTo>
                <a:lnTo>
                  <a:pt x="1371587" y="171081"/>
                </a:lnTo>
                <a:lnTo>
                  <a:pt x="1381302" y="154317"/>
                </a:lnTo>
                <a:lnTo>
                  <a:pt x="1391412" y="135648"/>
                </a:lnTo>
                <a:lnTo>
                  <a:pt x="1394853" y="166738"/>
                </a:lnTo>
                <a:lnTo>
                  <a:pt x="1400746" y="198132"/>
                </a:lnTo>
                <a:lnTo>
                  <a:pt x="1409192" y="229514"/>
                </a:lnTo>
                <a:lnTo>
                  <a:pt x="1420355" y="260616"/>
                </a:lnTo>
                <a:lnTo>
                  <a:pt x="1397508" y="286943"/>
                </a:lnTo>
                <a:lnTo>
                  <a:pt x="1370076" y="311289"/>
                </a:lnTo>
                <a:lnTo>
                  <a:pt x="1338072" y="333908"/>
                </a:lnTo>
                <a:lnTo>
                  <a:pt x="1301483" y="355104"/>
                </a:lnTo>
                <a:lnTo>
                  <a:pt x="1304531" y="359676"/>
                </a:lnTo>
                <a:lnTo>
                  <a:pt x="1339926" y="343382"/>
                </a:lnTo>
                <a:lnTo>
                  <a:pt x="1372743" y="324243"/>
                </a:lnTo>
                <a:lnTo>
                  <a:pt x="1402689" y="302234"/>
                </a:lnTo>
                <a:lnTo>
                  <a:pt x="1429512" y="277380"/>
                </a:lnTo>
                <a:lnTo>
                  <a:pt x="1444675" y="300824"/>
                </a:lnTo>
                <a:lnTo>
                  <a:pt x="1460563" y="321005"/>
                </a:lnTo>
                <a:lnTo>
                  <a:pt x="1477302" y="338023"/>
                </a:lnTo>
                <a:lnTo>
                  <a:pt x="1495031" y="352056"/>
                </a:lnTo>
                <a:lnTo>
                  <a:pt x="1498993" y="345782"/>
                </a:lnTo>
                <a:lnTo>
                  <a:pt x="1506080" y="340817"/>
                </a:lnTo>
                <a:lnTo>
                  <a:pt x="1516037" y="337261"/>
                </a:lnTo>
                <a:lnTo>
                  <a:pt x="1528572" y="335292"/>
                </a:lnTo>
                <a:lnTo>
                  <a:pt x="1528572" y="329196"/>
                </a:lnTo>
                <a:lnTo>
                  <a:pt x="1506016" y="322592"/>
                </a:lnTo>
                <a:lnTo>
                  <a:pt x="1484185" y="309575"/>
                </a:lnTo>
                <a:lnTo>
                  <a:pt x="1463205" y="289966"/>
                </a:lnTo>
                <a:lnTo>
                  <a:pt x="1453642" y="277380"/>
                </a:lnTo>
                <a:lnTo>
                  <a:pt x="1443215" y="263664"/>
                </a:lnTo>
                <a:lnTo>
                  <a:pt x="1471980" y="193370"/>
                </a:lnTo>
                <a:lnTo>
                  <a:pt x="1482445" y="152425"/>
                </a:lnTo>
                <a:lnTo>
                  <a:pt x="1490459" y="108216"/>
                </a:lnTo>
                <a:lnTo>
                  <a:pt x="1530096" y="108216"/>
                </a:lnTo>
                <a:close/>
              </a:path>
              <a:path w="2298700" h="361314">
                <a:moveTo>
                  <a:pt x="1693164" y="22872"/>
                </a:moveTo>
                <a:lnTo>
                  <a:pt x="1662684" y="1536"/>
                </a:lnTo>
                <a:lnTo>
                  <a:pt x="1656969" y="20129"/>
                </a:lnTo>
                <a:lnTo>
                  <a:pt x="1648968" y="41732"/>
                </a:lnTo>
                <a:lnTo>
                  <a:pt x="1626108" y="94500"/>
                </a:lnTo>
                <a:lnTo>
                  <a:pt x="1596199" y="149555"/>
                </a:lnTo>
                <a:lnTo>
                  <a:pt x="1565148" y="196608"/>
                </a:lnTo>
                <a:lnTo>
                  <a:pt x="1569720" y="201180"/>
                </a:lnTo>
                <a:lnTo>
                  <a:pt x="1581734" y="188963"/>
                </a:lnTo>
                <a:lnTo>
                  <a:pt x="1595056" y="173177"/>
                </a:lnTo>
                <a:lnTo>
                  <a:pt x="1609788" y="154241"/>
                </a:lnTo>
                <a:lnTo>
                  <a:pt x="1626108" y="132600"/>
                </a:lnTo>
                <a:lnTo>
                  <a:pt x="1625993" y="311023"/>
                </a:lnTo>
                <a:lnTo>
                  <a:pt x="1625917" y="318528"/>
                </a:lnTo>
                <a:lnTo>
                  <a:pt x="1625460" y="337997"/>
                </a:lnTo>
                <a:lnTo>
                  <a:pt x="1624584" y="361200"/>
                </a:lnTo>
                <a:lnTo>
                  <a:pt x="1648968" y="349008"/>
                </a:lnTo>
                <a:lnTo>
                  <a:pt x="1648726" y="329577"/>
                </a:lnTo>
                <a:lnTo>
                  <a:pt x="1648206" y="312432"/>
                </a:lnTo>
                <a:lnTo>
                  <a:pt x="1647672" y="297573"/>
                </a:lnTo>
                <a:lnTo>
                  <a:pt x="1647520" y="289572"/>
                </a:lnTo>
                <a:lnTo>
                  <a:pt x="1647444" y="132600"/>
                </a:lnTo>
                <a:lnTo>
                  <a:pt x="1647444" y="131076"/>
                </a:lnTo>
                <a:lnTo>
                  <a:pt x="1659636" y="118884"/>
                </a:lnTo>
                <a:lnTo>
                  <a:pt x="1639824" y="109740"/>
                </a:lnTo>
                <a:lnTo>
                  <a:pt x="1648650" y="92544"/>
                </a:lnTo>
                <a:lnTo>
                  <a:pt x="1656778" y="77355"/>
                </a:lnTo>
                <a:lnTo>
                  <a:pt x="1664030" y="63868"/>
                </a:lnTo>
                <a:lnTo>
                  <a:pt x="1670304" y="51828"/>
                </a:lnTo>
                <a:lnTo>
                  <a:pt x="1676869" y="40652"/>
                </a:lnTo>
                <a:lnTo>
                  <a:pt x="1682877" y="32207"/>
                </a:lnTo>
                <a:lnTo>
                  <a:pt x="1688299" y="26314"/>
                </a:lnTo>
                <a:lnTo>
                  <a:pt x="1693164" y="22872"/>
                </a:lnTo>
                <a:close/>
              </a:path>
              <a:path w="2298700" h="361314">
                <a:moveTo>
                  <a:pt x="1743456" y="94500"/>
                </a:moveTo>
                <a:lnTo>
                  <a:pt x="1741932" y="88404"/>
                </a:lnTo>
                <a:lnTo>
                  <a:pt x="1735836" y="82308"/>
                </a:lnTo>
                <a:lnTo>
                  <a:pt x="1730667" y="76873"/>
                </a:lnTo>
                <a:lnTo>
                  <a:pt x="1721929" y="69735"/>
                </a:lnTo>
                <a:lnTo>
                  <a:pt x="1709470" y="60871"/>
                </a:lnTo>
                <a:lnTo>
                  <a:pt x="1693164" y="50304"/>
                </a:lnTo>
                <a:lnTo>
                  <a:pt x="1688592" y="54876"/>
                </a:lnTo>
                <a:lnTo>
                  <a:pt x="1700872" y="70281"/>
                </a:lnTo>
                <a:lnTo>
                  <a:pt x="1710309" y="84404"/>
                </a:lnTo>
                <a:lnTo>
                  <a:pt x="1716874" y="97091"/>
                </a:lnTo>
                <a:lnTo>
                  <a:pt x="1720596" y="108216"/>
                </a:lnTo>
                <a:lnTo>
                  <a:pt x="1723644" y="115836"/>
                </a:lnTo>
                <a:lnTo>
                  <a:pt x="1726692" y="120408"/>
                </a:lnTo>
                <a:lnTo>
                  <a:pt x="1732788" y="120408"/>
                </a:lnTo>
                <a:lnTo>
                  <a:pt x="1735836" y="117360"/>
                </a:lnTo>
                <a:lnTo>
                  <a:pt x="1738884" y="112788"/>
                </a:lnTo>
                <a:lnTo>
                  <a:pt x="1741932" y="106692"/>
                </a:lnTo>
                <a:lnTo>
                  <a:pt x="1743456" y="102120"/>
                </a:lnTo>
                <a:lnTo>
                  <a:pt x="1743456" y="94500"/>
                </a:lnTo>
                <a:close/>
              </a:path>
              <a:path w="2298700" h="361314">
                <a:moveTo>
                  <a:pt x="1882140" y="70116"/>
                </a:moveTo>
                <a:lnTo>
                  <a:pt x="1853184" y="45732"/>
                </a:lnTo>
                <a:lnTo>
                  <a:pt x="1847418" y="58877"/>
                </a:lnTo>
                <a:lnTo>
                  <a:pt x="1839087" y="75450"/>
                </a:lnTo>
                <a:lnTo>
                  <a:pt x="1827885" y="95453"/>
                </a:lnTo>
                <a:lnTo>
                  <a:pt x="1813560" y="118884"/>
                </a:lnTo>
                <a:lnTo>
                  <a:pt x="1818132" y="121932"/>
                </a:lnTo>
                <a:lnTo>
                  <a:pt x="1825510" y="114782"/>
                </a:lnTo>
                <a:lnTo>
                  <a:pt x="1842554" y="98780"/>
                </a:lnTo>
                <a:lnTo>
                  <a:pt x="1851660" y="89928"/>
                </a:lnTo>
                <a:lnTo>
                  <a:pt x="1859635" y="81902"/>
                </a:lnTo>
                <a:lnTo>
                  <a:pt x="1867471" y="76022"/>
                </a:lnTo>
                <a:lnTo>
                  <a:pt x="1875015" y="72136"/>
                </a:lnTo>
                <a:lnTo>
                  <a:pt x="1882140" y="70116"/>
                </a:lnTo>
                <a:close/>
              </a:path>
              <a:path w="2298700" h="361314">
                <a:moveTo>
                  <a:pt x="1920240" y="234708"/>
                </a:moveTo>
                <a:lnTo>
                  <a:pt x="1891284" y="205752"/>
                </a:lnTo>
                <a:lnTo>
                  <a:pt x="1871472" y="225564"/>
                </a:lnTo>
                <a:lnTo>
                  <a:pt x="1792224" y="225564"/>
                </a:lnTo>
                <a:lnTo>
                  <a:pt x="1792224" y="153936"/>
                </a:lnTo>
                <a:lnTo>
                  <a:pt x="1895856" y="153936"/>
                </a:lnTo>
                <a:lnTo>
                  <a:pt x="1868424" y="126504"/>
                </a:lnTo>
                <a:lnTo>
                  <a:pt x="1850136" y="144792"/>
                </a:lnTo>
                <a:lnTo>
                  <a:pt x="1792224" y="144792"/>
                </a:lnTo>
                <a:lnTo>
                  <a:pt x="1792224" y="32016"/>
                </a:lnTo>
                <a:lnTo>
                  <a:pt x="1805940" y="19824"/>
                </a:lnTo>
                <a:lnTo>
                  <a:pt x="1769364" y="1536"/>
                </a:lnTo>
                <a:lnTo>
                  <a:pt x="1769592" y="18440"/>
                </a:lnTo>
                <a:lnTo>
                  <a:pt x="1770087" y="32016"/>
                </a:lnTo>
                <a:lnTo>
                  <a:pt x="1770646" y="44818"/>
                </a:lnTo>
                <a:lnTo>
                  <a:pt x="1770773" y="50304"/>
                </a:lnTo>
                <a:lnTo>
                  <a:pt x="1770888" y="144792"/>
                </a:lnTo>
                <a:lnTo>
                  <a:pt x="1676400" y="144792"/>
                </a:lnTo>
                <a:lnTo>
                  <a:pt x="1690116" y="158508"/>
                </a:lnTo>
                <a:lnTo>
                  <a:pt x="1699260" y="156502"/>
                </a:lnTo>
                <a:lnTo>
                  <a:pt x="1708404" y="155079"/>
                </a:lnTo>
                <a:lnTo>
                  <a:pt x="1717548" y="154216"/>
                </a:lnTo>
                <a:lnTo>
                  <a:pt x="1726692" y="153936"/>
                </a:lnTo>
                <a:lnTo>
                  <a:pt x="1770888" y="153936"/>
                </a:lnTo>
                <a:lnTo>
                  <a:pt x="1770888" y="225564"/>
                </a:lnTo>
                <a:lnTo>
                  <a:pt x="1656588" y="225564"/>
                </a:lnTo>
                <a:lnTo>
                  <a:pt x="1670304" y="239280"/>
                </a:lnTo>
                <a:lnTo>
                  <a:pt x="1679448" y="237274"/>
                </a:lnTo>
                <a:lnTo>
                  <a:pt x="1688592" y="235851"/>
                </a:lnTo>
                <a:lnTo>
                  <a:pt x="1697736" y="234988"/>
                </a:lnTo>
                <a:lnTo>
                  <a:pt x="1706880" y="234708"/>
                </a:lnTo>
                <a:lnTo>
                  <a:pt x="1770888" y="234708"/>
                </a:lnTo>
                <a:lnTo>
                  <a:pt x="1770799" y="302920"/>
                </a:lnTo>
                <a:lnTo>
                  <a:pt x="1770646" y="311023"/>
                </a:lnTo>
                <a:lnTo>
                  <a:pt x="1770126" y="325196"/>
                </a:lnTo>
                <a:lnTo>
                  <a:pt x="1769592" y="341363"/>
                </a:lnTo>
                <a:lnTo>
                  <a:pt x="1769364" y="359676"/>
                </a:lnTo>
                <a:lnTo>
                  <a:pt x="1793748" y="349008"/>
                </a:lnTo>
                <a:lnTo>
                  <a:pt x="1792859" y="333260"/>
                </a:lnTo>
                <a:lnTo>
                  <a:pt x="1792427" y="318528"/>
                </a:lnTo>
                <a:lnTo>
                  <a:pt x="1792325" y="311023"/>
                </a:lnTo>
                <a:lnTo>
                  <a:pt x="1792224" y="234708"/>
                </a:lnTo>
                <a:lnTo>
                  <a:pt x="1920240" y="234708"/>
                </a:lnTo>
                <a:close/>
              </a:path>
              <a:path w="2298700" h="361314">
                <a:moveTo>
                  <a:pt x="2075675" y="21336"/>
                </a:moveTo>
                <a:lnTo>
                  <a:pt x="2042147" y="0"/>
                </a:lnTo>
                <a:lnTo>
                  <a:pt x="2038515" y="17437"/>
                </a:lnTo>
                <a:lnTo>
                  <a:pt x="2032431" y="37719"/>
                </a:lnTo>
                <a:lnTo>
                  <a:pt x="2014715" y="86868"/>
                </a:lnTo>
                <a:lnTo>
                  <a:pt x="1988616" y="142875"/>
                </a:lnTo>
                <a:lnTo>
                  <a:pt x="1956803" y="196596"/>
                </a:lnTo>
                <a:lnTo>
                  <a:pt x="1961375" y="199644"/>
                </a:lnTo>
                <a:lnTo>
                  <a:pt x="1976005" y="183438"/>
                </a:lnTo>
                <a:lnTo>
                  <a:pt x="1990331" y="164782"/>
                </a:lnTo>
                <a:lnTo>
                  <a:pt x="2004669" y="144145"/>
                </a:lnTo>
                <a:lnTo>
                  <a:pt x="2019287" y="121920"/>
                </a:lnTo>
                <a:lnTo>
                  <a:pt x="2019223" y="296214"/>
                </a:lnTo>
                <a:lnTo>
                  <a:pt x="2019096" y="309562"/>
                </a:lnTo>
                <a:lnTo>
                  <a:pt x="2018652" y="332257"/>
                </a:lnTo>
                <a:lnTo>
                  <a:pt x="2017763" y="359664"/>
                </a:lnTo>
                <a:lnTo>
                  <a:pt x="2040623" y="344424"/>
                </a:lnTo>
                <a:lnTo>
                  <a:pt x="2040394" y="327596"/>
                </a:lnTo>
                <a:lnTo>
                  <a:pt x="2039861" y="311467"/>
                </a:lnTo>
                <a:lnTo>
                  <a:pt x="2039340" y="296214"/>
                </a:lnTo>
                <a:lnTo>
                  <a:pt x="2039099" y="281940"/>
                </a:lnTo>
                <a:lnTo>
                  <a:pt x="2039099" y="121920"/>
                </a:lnTo>
                <a:lnTo>
                  <a:pt x="2039099" y="118872"/>
                </a:lnTo>
                <a:lnTo>
                  <a:pt x="2054339" y="108204"/>
                </a:lnTo>
                <a:lnTo>
                  <a:pt x="2031479" y="96012"/>
                </a:lnTo>
                <a:lnTo>
                  <a:pt x="2036648" y="85140"/>
                </a:lnTo>
                <a:lnTo>
                  <a:pt x="2043099" y="70675"/>
                </a:lnTo>
                <a:lnTo>
                  <a:pt x="2050986" y="52514"/>
                </a:lnTo>
                <a:lnTo>
                  <a:pt x="2060435" y="30480"/>
                </a:lnTo>
                <a:lnTo>
                  <a:pt x="2075675" y="21336"/>
                </a:lnTo>
                <a:close/>
              </a:path>
              <a:path w="2298700" h="361314">
                <a:moveTo>
                  <a:pt x="2275319" y="39624"/>
                </a:moveTo>
                <a:lnTo>
                  <a:pt x="2270048" y="35052"/>
                </a:lnTo>
                <a:lnTo>
                  <a:pt x="2252459" y="19812"/>
                </a:lnTo>
                <a:lnTo>
                  <a:pt x="2243315" y="32880"/>
                </a:lnTo>
                <a:lnTo>
                  <a:pt x="2243315" y="45720"/>
                </a:lnTo>
                <a:lnTo>
                  <a:pt x="2243315" y="129540"/>
                </a:lnTo>
                <a:lnTo>
                  <a:pt x="2136635" y="129540"/>
                </a:lnTo>
                <a:lnTo>
                  <a:pt x="2136635" y="45720"/>
                </a:lnTo>
                <a:lnTo>
                  <a:pt x="2243315" y="45720"/>
                </a:lnTo>
                <a:lnTo>
                  <a:pt x="2243315" y="32880"/>
                </a:lnTo>
                <a:lnTo>
                  <a:pt x="2241791" y="35052"/>
                </a:lnTo>
                <a:lnTo>
                  <a:pt x="2136635" y="35052"/>
                </a:lnTo>
                <a:lnTo>
                  <a:pt x="2115299" y="21336"/>
                </a:lnTo>
                <a:lnTo>
                  <a:pt x="2116188" y="39370"/>
                </a:lnTo>
                <a:lnTo>
                  <a:pt x="2116632" y="56959"/>
                </a:lnTo>
                <a:lnTo>
                  <a:pt x="2116810" y="74282"/>
                </a:lnTo>
                <a:lnTo>
                  <a:pt x="2116721" y="117906"/>
                </a:lnTo>
                <a:lnTo>
                  <a:pt x="2116632" y="126682"/>
                </a:lnTo>
                <a:lnTo>
                  <a:pt x="2116188" y="144805"/>
                </a:lnTo>
                <a:lnTo>
                  <a:pt x="2115299" y="163068"/>
                </a:lnTo>
                <a:lnTo>
                  <a:pt x="2136635" y="155448"/>
                </a:lnTo>
                <a:lnTo>
                  <a:pt x="2136635" y="138684"/>
                </a:lnTo>
                <a:lnTo>
                  <a:pt x="2243315" y="138684"/>
                </a:lnTo>
                <a:lnTo>
                  <a:pt x="2243315" y="160020"/>
                </a:lnTo>
                <a:lnTo>
                  <a:pt x="2264651" y="152400"/>
                </a:lnTo>
                <a:lnTo>
                  <a:pt x="2263775" y="142430"/>
                </a:lnTo>
                <a:lnTo>
                  <a:pt x="2263635" y="138684"/>
                </a:lnTo>
                <a:lnTo>
                  <a:pt x="2263317" y="130873"/>
                </a:lnTo>
                <a:lnTo>
                  <a:pt x="2263305" y="129540"/>
                </a:lnTo>
                <a:lnTo>
                  <a:pt x="2263152" y="117906"/>
                </a:lnTo>
                <a:lnTo>
                  <a:pt x="2263127" y="50292"/>
                </a:lnTo>
                <a:lnTo>
                  <a:pt x="2268359" y="45720"/>
                </a:lnTo>
                <a:lnTo>
                  <a:pt x="2275319" y="39624"/>
                </a:lnTo>
                <a:close/>
              </a:path>
              <a:path w="2298700" h="361314">
                <a:moveTo>
                  <a:pt x="2298179" y="202692"/>
                </a:moveTo>
                <a:lnTo>
                  <a:pt x="2294204" y="199644"/>
                </a:lnTo>
                <a:lnTo>
                  <a:pt x="2272271" y="182880"/>
                </a:lnTo>
                <a:lnTo>
                  <a:pt x="2264651" y="194856"/>
                </a:lnTo>
                <a:lnTo>
                  <a:pt x="2264651" y="208788"/>
                </a:lnTo>
                <a:lnTo>
                  <a:pt x="2264651" y="303276"/>
                </a:lnTo>
                <a:lnTo>
                  <a:pt x="2113775" y="303276"/>
                </a:lnTo>
                <a:lnTo>
                  <a:pt x="2113775" y="208788"/>
                </a:lnTo>
                <a:lnTo>
                  <a:pt x="2264651" y="208788"/>
                </a:lnTo>
                <a:lnTo>
                  <a:pt x="2264651" y="194856"/>
                </a:lnTo>
                <a:lnTo>
                  <a:pt x="2261603" y="199644"/>
                </a:lnTo>
                <a:lnTo>
                  <a:pt x="2113775" y="199644"/>
                </a:lnTo>
                <a:lnTo>
                  <a:pt x="2090915" y="184404"/>
                </a:lnTo>
                <a:lnTo>
                  <a:pt x="2091804" y="197294"/>
                </a:lnTo>
                <a:lnTo>
                  <a:pt x="2092248" y="208597"/>
                </a:lnTo>
                <a:lnTo>
                  <a:pt x="2092337" y="213360"/>
                </a:lnTo>
                <a:lnTo>
                  <a:pt x="2092248" y="329565"/>
                </a:lnTo>
                <a:lnTo>
                  <a:pt x="2091804" y="340715"/>
                </a:lnTo>
                <a:lnTo>
                  <a:pt x="2090915" y="353568"/>
                </a:lnTo>
                <a:lnTo>
                  <a:pt x="2113775" y="342900"/>
                </a:lnTo>
                <a:lnTo>
                  <a:pt x="2113775" y="312420"/>
                </a:lnTo>
                <a:lnTo>
                  <a:pt x="2264651" y="312420"/>
                </a:lnTo>
                <a:lnTo>
                  <a:pt x="2264651" y="347472"/>
                </a:lnTo>
                <a:lnTo>
                  <a:pt x="2287511" y="338328"/>
                </a:lnTo>
                <a:lnTo>
                  <a:pt x="2286635" y="322351"/>
                </a:lnTo>
                <a:lnTo>
                  <a:pt x="2286355" y="312420"/>
                </a:lnTo>
                <a:lnTo>
                  <a:pt x="2286177" y="306514"/>
                </a:lnTo>
                <a:lnTo>
                  <a:pt x="2286152" y="303276"/>
                </a:lnTo>
                <a:lnTo>
                  <a:pt x="2286012" y="290969"/>
                </a:lnTo>
                <a:lnTo>
                  <a:pt x="2285987" y="213360"/>
                </a:lnTo>
                <a:lnTo>
                  <a:pt x="2291219" y="208788"/>
                </a:lnTo>
                <a:lnTo>
                  <a:pt x="2298179" y="202692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" name="object 67"/>
          <p:cNvSpPr/>
          <p:nvPr/>
        </p:nvSpPr>
        <p:spPr>
          <a:xfrm>
            <a:off x="4893563" y="5583364"/>
            <a:ext cx="62865" cy="104775"/>
          </a:xfrm>
          <a:custGeom>
            <a:avLst/>
            <a:gdLst/>
            <a:ahLst/>
            <a:cxnLst/>
            <a:rect l="l" t="t" r="r" b="b"/>
            <a:pathLst>
              <a:path w="62864" h="104775">
                <a:moveTo>
                  <a:pt x="4572" y="104203"/>
                </a:moveTo>
                <a:lnTo>
                  <a:pt x="0" y="104203"/>
                </a:lnTo>
                <a:lnTo>
                  <a:pt x="0" y="102679"/>
                </a:lnTo>
                <a:lnTo>
                  <a:pt x="4572" y="98107"/>
                </a:lnTo>
                <a:lnTo>
                  <a:pt x="9144" y="94392"/>
                </a:lnTo>
                <a:lnTo>
                  <a:pt x="13716" y="90106"/>
                </a:lnTo>
                <a:lnTo>
                  <a:pt x="38100" y="49339"/>
                </a:lnTo>
                <a:lnTo>
                  <a:pt x="28956" y="49339"/>
                </a:lnTo>
                <a:lnTo>
                  <a:pt x="21336" y="47815"/>
                </a:lnTo>
                <a:lnTo>
                  <a:pt x="16764" y="44767"/>
                </a:lnTo>
                <a:lnTo>
                  <a:pt x="13716" y="41719"/>
                </a:lnTo>
                <a:lnTo>
                  <a:pt x="10668" y="37147"/>
                </a:lnTo>
                <a:lnTo>
                  <a:pt x="7620" y="28003"/>
                </a:lnTo>
                <a:lnTo>
                  <a:pt x="7620" y="18859"/>
                </a:lnTo>
                <a:lnTo>
                  <a:pt x="36075" y="0"/>
                </a:lnTo>
                <a:lnTo>
                  <a:pt x="42672" y="571"/>
                </a:lnTo>
                <a:lnTo>
                  <a:pt x="62484" y="23431"/>
                </a:lnTo>
                <a:lnTo>
                  <a:pt x="62484" y="34099"/>
                </a:lnTo>
                <a:lnTo>
                  <a:pt x="43981" y="75533"/>
                </a:lnTo>
                <a:lnTo>
                  <a:pt x="15787" y="101322"/>
                </a:lnTo>
                <a:lnTo>
                  <a:pt x="10668" y="102679"/>
                </a:lnTo>
                <a:lnTo>
                  <a:pt x="4572" y="10420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68" name="object 68"/>
          <p:cNvGrpSpPr/>
          <p:nvPr/>
        </p:nvGrpSpPr>
        <p:grpSpPr>
          <a:xfrm>
            <a:off x="5251703" y="5350763"/>
            <a:ext cx="2283460" cy="401320"/>
            <a:chOff x="5251703" y="5350763"/>
            <a:chExt cx="2283460" cy="401320"/>
          </a:xfrm>
        </p:grpSpPr>
        <p:sp>
          <p:nvSpPr>
            <p:cNvPr id="69" name="object 69"/>
            <p:cNvSpPr/>
            <p:nvPr/>
          </p:nvSpPr>
          <p:spPr>
            <a:xfrm>
              <a:off x="5251691" y="5350763"/>
              <a:ext cx="1054735" cy="358140"/>
            </a:xfrm>
            <a:custGeom>
              <a:avLst/>
              <a:gdLst/>
              <a:ahLst/>
              <a:cxnLst/>
              <a:rect l="l" t="t" r="r" b="b"/>
              <a:pathLst>
                <a:path w="1054735" h="358139">
                  <a:moveTo>
                    <a:pt x="106680" y="68580"/>
                  </a:moveTo>
                  <a:lnTo>
                    <a:pt x="89916" y="32004"/>
                  </a:lnTo>
                  <a:lnTo>
                    <a:pt x="51816" y="10668"/>
                  </a:lnTo>
                  <a:lnTo>
                    <a:pt x="48768" y="15240"/>
                  </a:lnTo>
                  <a:lnTo>
                    <a:pt x="60198" y="28435"/>
                  </a:lnTo>
                  <a:lnTo>
                    <a:pt x="69342" y="40767"/>
                  </a:lnTo>
                  <a:lnTo>
                    <a:pt x="76200" y="52539"/>
                  </a:lnTo>
                  <a:lnTo>
                    <a:pt x="80772" y="64008"/>
                  </a:lnTo>
                  <a:lnTo>
                    <a:pt x="84226" y="72605"/>
                  </a:lnTo>
                  <a:lnTo>
                    <a:pt x="87820" y="77914"/>
                  </a:lnTo>
                  <a:lnTo>
                    <a:pt x="91706" y="80086"/>
                  </a:lnTo>
                  <a:lnTo>
                    <a:pt x="96012" y="79248"/>
                  </a:lnTo>
                  <a:lnTo>
                    <a:pt x="102108" y="74676"/>
                  </a:lnTo>
                  <a:lnTo>
                    <a:pt x="106680" y="68580"/>
                  </a:lnTo>
                  <a:close/>
                </a:path>
                <a:path w="1054735" h="358139">
                  <a:moveTo>
                    <a:pt x="149352" y="251460"/>
                  </a:moveTo>
                  <a:lnTo>
                    <a:pt x="144780" y="246888"/>
                  </a:lnTo>
                  <a:lnTo>
                    <a:pt x="89916" y="297180"/>
                  </a:lnTo>
                  <a:lnTo>
                    <a:pt x="89916" y="155448"/>
                  </a:lnTo>
                  <a:lnTo>
                    <a:pt x="99720" y="147828"/>
                  </a:lnTo>
                  <a:lnTo>
                    <a:pt x="103632" y="144780"/>
                  </a:lnTo>
                  <a:lnTo>
                    <a:pt x="82296" y="123444"/>
                  </a:lnTo>
                  <a:lnTo>
                    <a:pt x="67056" y="138684"/>
                  </a:lnTo>
                  <a:lnTo>
                    <a:pt x="0" y="138684"/>
                  </a:lnTo>
                  <a:lnTo>
                    <a:pt x="13716" y="152400"/>
                  </a:lnTo>
                  <a:lnTo>
                    <a:pt x="22860" y="150406"/>
                  </a:lnTo>
                  <a:lnTo>
                    <a:pt x="32004" y="148971"/>
                  </a:lnTo>
                  <a:lnTo>
                    <a:pt x="41148" y="148120"/>
                  </a:lnTo>
                  <a:lnTo>
                    <a:pt x="50292" y="147828"/>
                  </a:lnTo>
                  <a:lnTo>
                    <a:pt x="68580" y="147828"/>
                  </a:lnTo>
                  <a:lnTo>
                    <a:pt x="68580" y="289560"/>
                  </a:lnTo>
                  <a:lnTo>
                    <a:pt x="68275" y="298132"/>
                  </a:lnTo>
                  <a:lnTo>
                    <a:pt x="67246" y="305562"/>
                  </a:lnTo>
                  <a:lnTo>
                    <a:pt x="65366" y="311848"/>
                  </a:lnTo>
                  <a:lnTo>
                    <a:pt x="62484" y="316992"/>
                  </a:lnTo>
                  <a:lnTo>
                    <a:pt x="82296" y="341376"/>
                  </a:lnTo>
                  <a:lnTo>
                    <a:pt x="91706" y="327329"/>
                  </a:lnTo>
                  <a:lnTo>
                    <a:pt x="106108" y="307848"/>
                  </a:lnTo>
                  <a:lnTo>
                    <a:pt x="114274" y="297180"/>
                  </a:lnTo>
                  <a:lnTo>
                    <a:pt x="136842" y="267754"/>
                  </a:lnTo>
                  <a:lnTo>
                    <a:pt x="149352" y="251460"/>
                  </a:lnTo>
                  <a:close/>
                </a:path>
                <a:path w="1054735" h="358139">
                  <a:moveTo>
                    <a:pt x="359664" y="318516"/>
                  </a:moveTo>
                  <a:lnTo>
                    <a:pt x="338734" y="278396"/>
                  </a:lnTo>
                  <a:lnTo>
                    <a:pt x="336804" y="246888"/>
                  </a:lnTo>
                  <a:lnTo>
                    <a:pt x="329184" y="246888"/>
                  </a:lnTo>
                  <a:lnTo>
                    <a:pt x="325780" y="297180"/>
                  </a:lnTo>
                  <a:lnTo>
                    <a:pt x="316992" y="321564"/>
                  </a:lnTo>
                  <a:lnTo>
                    <a:pt x="210312" y="321564"/>
                  </a:lnTo>
                  <a:lnTo>
                    <a:pt x="200317" y="319849"/>
                  </a:lnTo>
                  <a:lnTo>
                    <a:pt x="193167" y="314706"/>
                  </a:lnTo>
                  <a:lnTo>
                    <a:pt x="188887" y="306133"/>
                  </a:lnTo>
                  <a:lnTo>
                    <a:pt x="187452" y="294132"/>
                  </a:lnTo>
                  <a:lnTo>
                    <a:pt x="187452" y="169164"/>
                  </a:lnTo>
                  <a:lnTo>
                    <a:pt x="294132" y="169164"/>
                  </a:lnTo>
                  <a:lnTo>
                    <a:pt x="294132" y="190500"/>
                  </a:lnTo>
                  <a:lnTo>
                    <a:pt x="316992" y="179832"/>
                  </a:lnTo>
                  <a:lnTo>
                    <a:pt x="316420" y="169164"/>
                  </a:lnTo>
                  <a:lnTo>
                    <a:pt x="316115" y="163601"/>
                  </a:lnTo>
                  <a:lnTo>
                    <a:pt x="316052" y="160020"/>
                  </a:lnTo>
                  <a:lnTo>
                    <a:pt x="315683" y="138684"/>
                  </a:lnTo>
                  <a:lnTo>
                    <a:pt x="315595" y="123444"/>
                  </a:lnTo>
                  <a:lnTo>
                    <a:pt x="315468" y="59436"/>
                  </a:lnTo>
                  <a:lnTo>
                    <a:pt x="324612" y="53340"/>
                  </a:lnTo>
                  <a:lnTo>
                    <a:pt x="329184" y="50292"/>
                  </a:lnTo>
                  <a:lnTo>
                    <a:pt x="307848" y="27432"/>
                  </a:lnTo>
                  <a:lnTo>
                    <a:pt x="292608" y="44196"/>
                  </a:lnTo>
                  <a:lnTo>
                    <a:pt x="147828" y="44196"/>
                  </a:lnTo>
                  <a:lnTo>
                    <a:pt x="161544" y="57912"/>
                  </a:lnTo>
                  <a:lnTo>
                    <a:pt x="169291" y="55918"/>
                  </a:lnTo>
                  <a:lnTo>
                    <a:pt x="176593" y="54483"/>
                  </a:lnTo>
                  <a:lnTo>
                    <a:pt x="183629" y="53632"/>
                  </a:lnTo>
                  <a:lnTo>
                    <a:pt x="190500" y="53340"/>
                  </a:lnTo>
                  <a:lnTo>
                    <a:pt x="294132" y="53340"/>
                  </a:lnTo>
                  <a:lnTo>
                    <a:pt x="294132" y="160020"/>
                  </a:lnTo>
                  <a:lnTo>
                    <a:pt x="188976" y="160020"/>
                  </a:lnTo>
                  <a:lnTo>
                    <a:pt x="164592" y="144780"/>
                  </a:lnTo>
                  <a:lnTo>
                    <a:pt x="164782" y="155448"/>
                  </a:lnTo>
                  <a:lnTo>
                    <a:pt x="164909" y="160020"/>
                  </a:lnTo>
                  <a:lnTo>
                    <a:pt x="165887" y="184010"/>
                  </a:lnTo>
                  <a:lnTo>
                    <a:pt x="166001" y="190500"/>
                  </a:lnTo>
                  <a:lnTo>
                    <a:pt x="166116" y="301752"/>
                  </a:lnTo>
                  <a:lnTo>
                    <a:pt x="187337" y="337553"/>
                  </a:lnTo>
                  <a:lnTo>
                    <a:pt x="204216" y="339852"/>
                  </a:lnTo>
                  <a:lnTo>
                    <a:pt x="321564" y="339852"/>
                  </a:lnTo>
                  <a:lnTo>
                    <a:pt x="334162" y="338670"/>
                  </a:lnTo>
                  <a:lnTo>
                    <a:pt x="344614" y="334899"/>
                  </a:lnTo>
                  <a:lnTo>
                    <a:pt x="353072" y="328282"/>
                  </a:lnTo>
                  <a:lnTo>
                    <a:pt x="357606" y="321564"/>
                  </a:lnTo>
                  <a:lnTo>
                    <a:pt x="359664" y="318516"/>
                  </a:lnTo>
                  <a:close/>
                </a:path>
                <a:path w="1054735" h="358139">
                  <a:moveTo>
                    <a:pt x="513588" y="79248"/>
                  </a:moveTo>
                  <a:lnTo>
                    <a:pt x="478180" y="38608"/>
                  </a:lnTo>
                  <a:lnTo>
                    <a:pt x="454152" y="22860"/>
                  </a:lnTo>
                  <a:lnTo>
                    <a:pt x="449580" y="27432"/>
                  </a:lnTo>
                  <a:lnTo>
                    <a:pt x="463042" y="43992"/>
                  </a:lnTo>
                  <a:lnTo>
                    <a:pt x="473773" y="59245"/>
                  </a:lnTo>
                  <a:lnTo>
                    <a:pt x="481952" y="73088"/>
                  </a:lnTo>
                  <a:lnTo>
                    <a:pt x="487680" y="85344"/>
                  </a:lnTo>
                  <a:lnTo>
                    <a:pt x="490728" y="94488"/>
                  </a:lnTo>
                  <a:lnTo>
                    <a:pt x="495300" y="100584"/>
                  </a:lnTo>
                  <a:lnTo>
                    <a:pt x="501396" y="100584"/>
                  </a:lnTo>
                  <a:lnTo>
                    <a:pt x="504444" y="97536"/>
                  </a:lnTo>
                  <a:lnTo>
                    <a:pt x="507492" y="92964"/>
                  </a:lnTo>
                  <a:lnTo>
                    <a:pt x="512064" y="86868"/>
                  </a:lnTo>
                  <a:lnTo>
                    <a:pt x="513588" y="79248"/>
                  </a:lnTo>
                  <a:close/>
                </a:path>
                <a:path w="1054735" h="358139">
                  <a:moveTo>
                    <a:pt x="669036" y="233172"/>
                  </a:moveTo>
                  <a:lnTo>
                    <a:pt x="637222" y="201739"/>
                  </a:lnTo>
                  <a:lnTo>
                    <a:pt x="582168" y="175260"/>
                  </a:lnTo>
                  <a:lnTo>
                    <a:pt x="579120" y="181356"/>
                  </a:lnTo>
                  <a:lnTo>
                    <a:pt x="602005" y="199936"/>
                  </a:lnTo>
                  <a:lnTo>
                    <a:pt x="620458" y="216789"/>
                  </a:lnTo>
                  <a:lnTo>
                    <a:pt x="634631" y="231940"/>
                  </a:lnTo>
                  <a:lnTo>
                    <a:pt x="644652" y="245364"/>
                  </a:lnTo>
                  <a:lnTo>
                    <a:pt x="650748" y="256032"/>
                  </a:lnTo>
                  <a:lnTo>
                    <a:pt x="656844" y="262128"/>
                  </a:lnTo>
                  <a:lnTo>
                    <a:pt x="661416" y="262128"/>
                  </a:lnTo>
                  <a:lnTo>
                    <a:pt x="662940" y="259080"/>
                  </a:lnTo>
                  <a:lnTo>
                    <a:pt x="665988" y="254508"/>
                  </a:lnTo>
                  <a:lnTo>
                    <a:pt x="667512" y="249936"/>
                  </a:lnTo>
                  <a:lnTo>
                    <a:pt x="669036" y="243840"/>
                  </a:lnTo>
                  <a:lnTo>
                    <a:pt x="669036" y="233172"/>
                  </a:lnTo>
                  <a:close/>
                </a:path>
                <a:path w="1054735" h="358139">
                  <a:moveTo>
                    <a:pt x="749808" y="121920"/>
                  </a:moveTo>
                  <a:lnTo>
                    <a:pt x="722376" y="100584"/>
                  </a:lnTo>
                  <a:lnTo>
                    <a:pt x="710184" y="120396"/>
                  </a:lnTo>
                  <a:lnTo>
                    <a:pt x="579120" y="120396"/>
                  </a:lnTo>
                  <a:lnTo>
                    <a:pt x="582320" y="97777"/>
                  </a:lnTo>
                  <a:lnTo>
                    <a:pt x="588124" y="53111"/>
                  </a:lnTo>
                  <a:lnTo>
                    <a:pt x="591312" y="30480"/>
                  </a:lnTo>
                  <a:lnTo>
                    <a:pt x="606552" y="19812"/>
                  </a:lnTo>
                  <a:lnTo>
                    <a:pt x="563880" y="0"/>
                  </a:lnTo>
                  <a:lnTo>
                    <a:pt x="563308" y="32321"/>
                  </a:lnTo>
                  <a:lnTo>
                    <a:pt x="561594" y="63055"/>
                  </a:lnTo>
                  <a:lnTo>
                    <a:pt x="558736" y="92379"/>
                  </a:lnTo>
                  <a:lnTo>
                    <a:pt x="554736" y="120396"/>
                  </a:lnTo>
                  <a:lnTo>
                    <a:pt x="413004" y="120396"/>
                  </a:lnTo>
                  <a:lnTo>
                    <a:pt x="426720" y="134112"/>
                  </a:lnTo>
                  <a:lnTo>
                    <a:pt x="435229" y="132118"/>
                  </a:lnTo>
                  <a:lnTo>
                    <a:pt x="444436" y="130683"/>
                  </a:lnTo>
                  <a:lnTo>
                    <a:pt x="453948" y="129832"/>
                  </a:lnTo>
                  <a:lnTo>
                    <a:pt x="463296" y="129540"/>
                  </a:lnTo>
                  <a:lnTo>
                    <a:pt x="553212" y="129540"/>
                  </a:lnTo>
                  <a:lnTo>
                    <a:pt x="532447" y="198501"/>
                  </a:lnTo>
                  <a:lnTo>
                    <a:pt x="496824" y="260604"/>
                  </a:lnTo>
                  <a:lnTo>
                    <a:pt x="450723" y="312229"/>
                  </a:lnTo>
                  <a:lnTo>
                    <a:pt x="397764" y="353568"/>
                  </a:lnTo>
                  <a:lnTo>
                    <a:pt x="400812" y="358140"/>
                  </a:lnTo>
                  <a:lnTo>
                    <a:pt x="453961" y="327279"/>
                  </a:lnTo>
                  <a:lnTo>
                    <a:pt x="505968" y="280416"/>
                  </a:lnTo>
                  <a:lnTo>
                    <a:pt x="530237" y="250418"/>
                  </a:lnTo>
                  <a:lnTo>
                    <a:pt x="550354" y="215265"/>
                  </a:lnTo>
                  <a:lnTo>
                    <a:pt x="566191" y="174980"/>
                  </a:lnTo>
                  <a:lnTo>
                    <a:pt x="577596" y="129540"/>
                  </a:lnTo>
                  <a:lnTo>
                    <a:pt x="713232" y="129540"/>
                  </a:lnTo>
                  <a:lnTo>
                    <a:pt x="706755" y="199936"/>
                  </a:lnTo>
                  <a:lnTo>
                    <a:pt x="700849" y="253746"/>
                  </a:lnTo>
                  <a:lnTo>
                    <a:pt x="691896" y="304800"/>
                  </a:lnTo>
                  <a:lnTo>
                    <a:pt x="667512" y="321564"/>
                  </a:lnTo>
                  <a:lnTo>
                    <a:pt x="656374" y="321233"/>
                  </a:lnTo>
                  <a:lnTo>
                    <a:pt x="641223" y="320040"/>
                  </a:lnTo>
                  <a:lnTo>
                    <a:pt x="622084" y="317715"/>
                  </a:lnTo>
                  <a:lnTo>
                    <a:pt x="598932" y="313944"/>
                  </a:lnTo>
                  <a:lnTo>
                    <a:pt x="598932" y="321564"/>
                  </a:lnTo>
                  <a:lnTo>
                    <a:pt x="622630" y="328142"/>
                  </a:lnTo>
                  <a:lnTo>
                    <a:pt x="641032" y="336423"/>
                  </a:lnTo>
                  <a:lnTo>
                    <a:pt x="654011" y="346430"/>
                  </a:lnTo>
                  <a:lnTo>
                    <a:pt x="661416" y="358140"/>
                  </a:lnTo>
                  <a:lnTo>
                    <a:pt x="672299" y="355053"/>
                  </a:lnTo>
                  <a:lnTo>
                    <a:pt x="706691" y="330644"/>
                  </a:lnTo>
                  <a:lnTo>
                    <a:pt x="722807" y="278130"/>
                  </a:lnTo>
                  <a:lnTo>
                    <a:pt x="730910" y="195834"/>
                  </a:lnTo>
                  <a:lnTo>
                    <a:pt x="736092" y="134112"/>
                  </a:lnTo>
                  <a:lnTo>
                    <a:pt x="741235" y="129540"/>
                  </a:lnTo>
                  <a:lnTo>
                    <a:pt x="749808" y="121920"/>
                  </a:lnTo>
                  <a:close/>
                </a:path>
                <a:path w="1054735" h="358139">
                  <a:moveTo>
                    <a:pt x="1054620" y="108204"/>
                  </a:moveTo>
                  <a:lnTo>
                    <a:pt x="1018044" y="108204"/>
                  </a:lnTo>
                  <a:lnTo>
                    <a:pt x="982992" y="274320"/>
                  </a:lnTo>
                  <a:lnTo>
                    <a:pt x="931176" y="108204"/>
                  </a:lnTo>
                  <a:lnTo>
                    <a:pt x="900696" y="108204"/>
                  </a:lnTo>
                  <a:lnTo>
                    <a:pt x="850404" y="274320"/>
                  </a:lnTo>
                  <a:lnTo>
                    <a:pt x="812304" y="108204"/>
                  </a:lnTo>
                  <a:lnTo>
                    <a:pt x="775728" y="108204"/>
                  </a:lnTo>
                  <a:lnTo>
                    <a:pt x="830592" y="321564"/>
                  </a:lnTo>
                  <a:lnTo>
                    <a:pt x="862596" y="321564"/>
                  </a:lnTo>
                  <a:lnTo>
                    <a:pt x="914412" y="156972"/>
                  </a:lnTo>
                  <a:lnTo>
                    <a:pt x="967752" y="321564"/>
                  </a:lnTo>
                  <a:lnTo>
                    <a:pt x="999756" y="321564"/>
                  </a:lnTo>
                  <a:lnTo>
                    <a:pt x="1054620" y="108204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70" name="object 70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6320028" y="5452872"/>
              <a:ext cx="190500" cy="225552"/>
            </a:xfrm>
            <a:prstGeom prst="rect">
              <a:avLst/>
            </a:prstGeom>
          </p:spPr>
        </p:pic>
        <p:pic>
          <p:nvPicPr>
            <p:cNvPr id="71" name="object 71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6548627" y="5454395"/>
              <a:ext cx="281940" cy="224027"/>
            </a:xfrm>
            <a:prstGeom prst="rect">
              <a:avLst/>
            </a:prstGeom>
          </p:spPr>
        </p:pic>
        <p:sp>
          <p:nvSpPr>
            <p:cNvPr id="72" name="object 72"/>
            <p:cNvSpPr/>
            <p:nvPr/>
          </p:nvSpPr>
          <p:spPr>
            <a:xfrm>
              <a:off x="6841223" y="5375147"/>
              <a:ext cx="693420" cy="376555"/>
            </a:xfrm>
            <a:custGeom>
              <a:avLst/>
              <a:gdLst/>
              <a:ahLst/>
              <a:cxnLst/>
              <a:rect l="l" t="t" r="r" b="b"/>
              <a:pathLst>
                <a:path w="693420" h="376554">
                  <a:moveTo>
                    <a:pt x="126492" y="83820"/>
                  </a:moveTo>
                  <a:lnTo>
                    <a:pt x="60960" y="83820"/>
                  </a:lnTo>
                  <a:lnTo>
                    <a:pt x="60960" y="22860"/>
                  </a:lnTo>
                  <a:lnTo>
                    <a:pt x="24384" y="22860"/>
                  </a:lnTo>
                  <a:lnTo>
                    <a:pt x="24384" y="83820"/>
                  </a:lnTo>
                  <a:lnTo>
                    <a:pt x="0" y="83820"/>
                  </a:lnTo>
                  <a:lnTo>
                    <a:pt x="0" y="114300"/>
                  </a:lnTo>
                  <a:lnTo>
                    <a:pt x="24384" y="114300"/>
                  </a:lnTo>
                  <a:lnTo>
                    <a:pt x="24384" y="231648"/>
                  </a:lnTo>
                  <a:lnTo>
                    <a:pt x="25514" y="248780"/>
                  </a:lnTo>
                  <a:lnTo>
                    <a:pt x="41148" y="284988"/>
                  </a:lnTo>
                  <a:lnTo>
                    <a:pt x="86868" y="301752"/>
                  </a:lnTo>
                  <a:lnTo>
                    <a:pt x="99060" y="301752"/>
                  </a:lnTo>
                  <a:lnTo>
                    <a:pt x="105156" y="300228"/>
                  </a:lnTo>
                  <a:lnTo>
                    <a:pt x="120396" y="297180"/>
                  </a:lnTo>
                  <a:lnTo>
                    <a:pt x="126492" y="295656"/>
                  </a:lnTo>
                  <a:lnTo>
                    <a:pt x="126492" y="263652"/>
                  </a:lnTo>
                  <a:lnTo>
                    <a:pt x="124968" y="263652"/>
                  </a:lnTo>
                  <a:lnTo>
                    <a:pt x="121920" y="265176"/>
                  </a:lnTo>
                  <a:lnTo>
                    <a:pt x="117348" y="265176"/>
                  </a:lnTo>
                  <a:lnTo>
                    <a:pt x="112776" y="268224"/>
                  </a:lnTo>
                  <a:lnTo>
                    <a:pt x="106680" y="269748"/>
                  </a:lnTo>
                  <a:lnTo>
                    <a:pt x="80772" y="269748"/>
                  </a:lnTo>
                  <a:lnTo>
                    <a:pt x="76200" y="266700"/>
                  </a:lnTo>
                  <a:lnTo>
                    <a:pt x="70104" y="265176"/>
                  </a:lnTo>
                  <a:lnTo>
                    <a:pt x="67056" y="260604"/>
                  </a:lnTo>
                  <a:lnTo>
                    <a:pt x="62484" y="251460"/>
                  </a:lnTo>
                  <a:lnTo>
                    <a:pt x="60960" y="246888"/>
                  </a:lnTo>
                  <a:lnTo>
                    <a:pt x="60960" y="114300"/>
                  </a:lnTo>
                  <a:lnTo>
                    <a:pt x="126492" y="114300"/>
                  </a:lnTo>
                  <a:lnTo>
                    <a:pt x="126492" y="83820"/>
                  </a:lnTo>
                  <a:close/>
                </a:path>
                <a:path w="693420" h="376554">
                  <a:moveTo>
                    <a:pt x="262140" y="12"/>
                  </a:moveTo>
                  <a:lnTo>
                    <a:pt x="219468" y="12"/>
                  </a:lnTo>
                  <a:lnTo>
                    <a:pt x="203200" y="19964"/>
                  </a:lnTo>
                  <a:lnTo>
                    <a:pt x="176390" y="62153"/>
                  </a:lnTo>
                  <a:lnTo>
                    <a:pt x="158127" y="107518"/>
                  </a:lnTo>
                  <a:lnTo>
                    <a:pt x="148983" y="159473"/>
                  </a:lnTo>
                  <a:lnTo>
                    <a:pt x="147840" y="187464"/>
                  </a:lnTo>
                  <a:lnTo>
                    <a:pt x="148983" y="217182"/>
                  </a:lnTo>
                  <a:lnTo>
                    <a:pt x="158127" y="269760"/>
                  </a:lnTo>
                  <a:lnTo>
                    <a:pt x="177025" y="314286"/>
                  </a:lnTo>
                  <a:lnTo>
                    <a:pt x="203415" y="356476"/>
                  </a:lnTo>
                  <a:lnTo>
                    <a:pt x="219468" y="376440"/>
                  </a:lnTo>
                  <a:lnTo>
                    <a:pt x="262140" y="376440"/>
                  </a:lnTo>
                  <a:lnTo>
                    <a:pt x="262140" y="374916"/>
                  </a:lnTo>
                  <a:lnTo>
                    <a:pt x="255041" y="367766"/>
                  </a:lnTo>
                  <a:lnTo>
                    <a:pt x="247662" y="360057"/>
                  </a:lnTo>
                  <a:lnTo>
                    <a:pt x="219659" y="322148"/>
                  </a:lnTo>
                  <a:lnTo>
                    <a:pt x="201599" y="287642"/>
                  </a:lnTo>
                  <a:lnTo>
                    <a:pt x="187464" y="248424"/>
                  </a:lnTo>
                  <a:lnTo>
                    <a:pt x="181673" y="204050"/>
                  </a:lnTo>
                  <a:lnTo>
                    <a:pt x="181368" y="187464"/>
                  </a:lnTo>
                  <a:lnTo>
                    <a:pt x="181698" y="172605"/>
                  </a:lnTo>
                  <a:lnTo>
                    <a:pt x="188988" y="128028"/>
                  </a:lnTo>
                  <a:lnTo>
                    <a:pt x="201841" y="88798"/>
                  </a:lnTo>
                  <a:lnTo>
                    <a:pt x="219659" y="53733"/>
                  </a:lnTo>
                  <a:lnTo>
                    <a:pt x="247662" y="16395"/>
                  </a:lnTo>
                  <a:lnTo>
                    <a:pt x="262140" y="1536"/>
                  </a:lnTo>
                  <a:lnTo>
                    <a:pt x="262140" y="12"/>
                  </a:lnTo>
                  <a:close/>
                </a:path>
                <a:path w="693420" h="376554">
                  <a:moveTo>
                    <a:pt x="562368" y="83820"/>
                  </a:moveTo>
                  <a:lnTo>
                    <a:pt x="525792" y="83820"/>
                  </a:lnTo>
                  <a:lnTo>
                    <a:pt x="490740" y="249936"/>
                  </a:lnTo>
                  <a:lnTo>
                    <a:pt x="437400" y="83820"/>
                  </a:lnTo>
                  <a:lnTo>
                    <a:pt x="408444" y="83820"/>
                  </a:lnTo>
                  <a:lnTo>
                    <a:pt x="358152" y="249936"/>
                  </a:lnTo>
                  <a:lnTo>
                    <a:pt x="320052" y="83820"/>
                  </a:lnTo>
                  <a:lnTo>
                    <a:pt x="281952" y="83820"/>
                  </a:lnTo>
                  <a:lnTo>
                    <a:pt x="336816" y="297180"/>
                  </a:lnTo>
                  <a:lnTo>
                    <a:pt x="370344" y="297180"/>
                  </a:lnTo>
                  <a:lnTo>
                    <a:pt x="422160" y="132588"/>
                  </a:lnTo>
                  <a:lnTo>
                    <a:pt x="473976" y="297180"/>
                  </a:lnTo>
                  <a:lnTo>
                    <a:pt x="507504" y="297180"/>
                  </a:lnTo>
                  <a:lnTo>
                    <a:pt x="562368" y="83820"/>
                  </a:lnTo>
                  <a:close/>
                </a:path>
                <a:path w="693420" h="376554">
                  <a:moveTo>
                    <a:pt x="693420" y="187452"/>
                  </a:moveTo>
                  <a:lnTo>
                    <a:pt x="688848" y="132207"/>
                  </a:lnTo>
                  <a:lnTo>
                    <a:pt x="675132" y="83820"/>
                  </a:lnTo>
                  <a:lnTo>
                    <a:pt x="652653" y="40767"/>
                  </a:lnTo>
                  <a:lnTo>
                    <a:pt x="623316" y="0"/>
                  </a:lnTo>
                  <a:lnTo>
                    <a:pt x="579120" y="0"/>
                  </a:lnTo>
                  <a:lnTo>
                    <a:pt x="579120" y="1524"/>
                  </a:lnTo>
                  <a:lnTo>
                    <a:pt x="586219" y="8674"/>
                  </a:lnTo>
                  <a:lnTo>
                    <a:pt x="593598" y="16383"/>
                  </a:lnTo>
                  <a:lnTo>
                    <a:pt x="622173" y="54292"/>
                  </a:lnTo>
                  <a:lnTo>
                    <a:pt x="640295" y="88798"/>
                  </a:lnTo>
                  <a:lnTo>
                    <a:pt x="653796" y="128016"/>
                  </a:lnTo>
                  <a:lnTo>
                    <a:pt x="659587" y="172593"/>
                  </a:lnTo>
                  <a:lnTo>
                    <a:pt x="659892" y="187452"/>
                  </a:lnTo>
                  <a:lnTo>
                    <a:pt x="659587" y="203174"/>
                  </a:lnTo>
                  <a:lnTo>
                    <a:pt x="653796" y="246888"/>
                  </a:lnTo>
                  <a:lnTo>
                    <a:pt x="640295" y="287401"/>
                  </a:lnTo>
                  <a:lnTo>
                    <a:pt x="622173" y="321945"/>
                  </a:lnTo>
                  <a:lnTo>
                    <a:pt x="608076" y="341376"/>
                  </a:lnTo>
                  <a:lnTo>
                    <a:pt x="600989" y="351116"/>
                  </a:lnTo>
                  <a:lnTo>
                    <a:pt x="593598" y="359854"/>
                  </a:lnTo>
                  <a:lnTo>
                    <a:pt x="586219" y="367741"/>
                  </a:lnTo>
                  <a:lnTo>
                    <a:pt x="579120" y="374904"/>
                  </a:lnTo>
                  <a:lnTo>
                    <a:pt x="579120" y="376428"/>
                  </a:lnTo>
                  <a:lnTo>
                    <a:pt x="623316" y="376428"/>
                  </a:lnTo>
                  <a:lnTo>
                    <a:pt x="638708" y="356476"/>
                  </a:lnTo>
                  <a:lnTo>
                    <a:pt x="664895" y="314286"/>
                  </a:lnTo>
                  <a:lnTo>
                    <a:pt x="683133" y="268897"/>
                  </a:lnTo>
                  <a:lnTo>
                    <a:pt x="692277" y="216319"/>
                  </a:lnTo>
                  <a:lnTo>
                    <a:pt x="693420" y="187452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pic>
        <p:nvPicPr>
          <p:cNvPr id="73" name="object 73"/>
          <p:cNvPicPr/>
          <p:nvPr/>
        </p:nvPicPr>
        <p:blipFill>
          <a:blip r:embed="rId7" cstate="print"/>
          <a:stretch>
            <a:fillRect/>
          </a:stretch>
        </p:blipFill>
        <p:spPr>
          <a:xfrm>
            <a:off x="7610856" y="5590032"/>
            <a:ext cx="85344" cy="83820"/>
          </a:xfrm>
          <a:prstGeom prst="rect">
            <a:avLst/>
          </a:prstGeom>
        </p:spPr>
      </p:pic>
    </p:spTree>
  </p:cSld>
  <p:clrMapOvr>
    <a:masterClrMapping/>
  </p:clrMapOvr>
</p:sld>
</file>

<file path=ppt/slides/slide3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object 2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9555480" y="7229855"/>
            <a:ext cx="201167" cy="146304"/>
          </a:xfrm>
          <a:prstGeom prst="rect">
            <a:avLst/>
          </a:prstGeom>
        </p:spPr>
      </p:pic>
      <p:sp>
        <p:nvSpPr>
          <p:cNvPr id="3" name="object 3"/>
          <p:cNvSpPr/>
          <p:nvPr/>
        </p:nvSpPr>
        <p:spPr>
          <a:xfrm>
            <a:off x="1717548" y="1278636"/>
            <a:ext cx="562610" cy="550545"/>
          </a:xfrm>
          <a:custGeom>
            <a:avLst/>
            <a:gdLst/>
            <a:ahLst/>
            <a:cxnLst/>
            <a:rect l="l" t="t" r="r" b="b"/>
            <a:pathLst>
              <a:path w="562610" h="550544">
                <a:moveTo>
                  <a:pt x="138683" y="135635"/>
                </a:moveTo>
                <a:lnTo>
                  <a:pt x="106679" y="135635"/>
                </a:lnTo>
                <a:lnTo>
                  <a:pt x="106644" y="94487"/>
                </a:lnTo>
                <a:lnTo>
                  <a:pt x="106517" y="67508"/>
                </a:lnTo>
                <a:lnTo>
                  <a:pt x="106401" y="55221"/>
                </a:lnTo>
                <a:lnTo>
                  <a:pt x="106085" y="32599"/>
                </a:lnTo>
                <a:lnTo>
                  <a:pt x="105977" y="27170"/>
                </a:lnTo>
                <a:lnTo>
                  <a:pt x="105155" y="0"/>
                </a:lnTo>
                <a:lnTo>
                  <a:pt x="161543" y="25907"/>
                </a:lnTo>
                <a:lnTo>
                  <a:pt x="138683" y="42671"/>
                </a:lnTo>
                <a:lnTo>
                  <a:pt x="138683" y="135635"/>
                </a:lnTo>
                <a:close/>
              </a:path>
              <a:path w="562610" h="550544">
                <a:moveTo>
                  <a:pt x="198119" y="295655"/>
                </a:moveTo>
                <a:lnTo>
                  <a:pt x="190499" y="291083"/>
                </a:lnTo>
                <a:lnTo>
                  <a:pt x="211931" y="247292"/>
                </a:lnTo>
                <a:lnTo>
                  <a:pt x="230504" y="204787"/>
                </a:lnTo>
                <a:lnTo>
                  <a:pt x="246221" y="163139"/>
                </a:lnTo>
                <a:lnTo>
                  <a:pt x="259079" y="121919"/>
                </a:lnTo>
                <a:lnTo>
                  <a:pt x="269465" y="83819"/>
                </a:lnTo>
                <a:lnTo>
                  <a:pt x="283082" y="23121"/>
                </a:lnTo>
                <a:lnTo>
                  <a:pt x="286511" y="0"/>
                </a:lnTo>
                <a:lnTo>
                  <a:pt x="341376" y="27431"/>
                </a:lnTo>
                <a:lnTo>
                  <a:pt x="323088" y="39624"/>
                </a:lnTo>
                <a:lnTo>
                  <a:pt x="314229" y="61626"/>
                </a:lnTo>
                <a:lnTo>
                  <a:pt x="305942" y="81914"/>
                </a:lnTo>
                <a:lnTo>
                  <a:pt x="298187" y="100583"/>
                </a:lnTo>
                <a:lnTo>
                  <a:pt x="291083" y="117347"/>
                </a:lnTo>
                <a:lnTo>
                  <a:pt x="545592" y="117347"/>
                </a:lnTo>
                <a:lnTo>
                  <a:pt x="559308" y="131063"/>
                </a:lnTo>
                <a:lnTo>
                  <a:pt x="289559" y="131063"/>
                </a:lnTo>
                <a:lnTo>
                  <a:pt x="289559" y="198119"/>
                </a:lnTo>
                <a:lnTo>
                  <a:pt x="257555" y="198119"/>
                </a:lnTo>
                <a:lnTo>
                  <a:pt x="246983" y="218717"/>
                </a:lnTo>
                <a:lnTo>
                  <a:pt x="233552" y="241744"/>
                </a:lnTo>
                <a:lnTo>
                  <a:pt x="217265" y="267342"/>
                </a:lnTo>
                <a:lnTo>
                  <a:pt x="198119" y="295655"/>
                </a:lnTo>
                <a:close/>
              </a:path>
              <a:path w="562610" h="550544">
                <a:moveTo>
                  <a:pt x="420624" y="105155"/>
                </a:moveTo>
                <a:lnTo>
                  <a:pt x="416051" y="105155"/>
                </a:lnTo>
                <a:lnTo>
                  <a:pt x="412384" y="103751"/>
                </a:lnTo>
                <a:lnTo>
                  <a:pt x="408432" y="99631"/>
                </a:lnTo>
                <a:lnTo>
                  <a:pt x="404479" y="92940"/>
                </a:lnTo>
                <a:lnTo>
                  <a:pt x="400812" y="83819"/>
                </a:lnTo>
                <a:lnTo>
                  <a:pt x="394835" y="67508"/>
                </a:lnTo>
                <a:lnTo>
                  <a:pt x="386143" y="50482"/>
                </a:lnTo>
                <a:lnTo>
                  <a:pt x="374880" y="32599"/>
                </a:lnTo>
                <a:lnTo>
                  <a:pt x="361188" y="13715"/>
                </a:lnTo>
                <a:lnTo>
                  <a:pt x="367284" y="9143"/>
                </a:lnTo>
                <a:lnTo>
                  <a:pt x="417766" y="42481"/>
                </a:lnTo>
                <a:lnTo>
                  <a:pt x="438816" y="74128"/>
                </a:lnTo>
                <a:lnTo>
                  <a:pt x="438531" y="81724"/>
                </a:lnTo>
                <a:lnTo>
                  <a:pt x="436530" y="88463"/>
                </a:lnTo>
                <a:lnTo>
                  <a:pt x="432815" y="94487"/>
                </a:lnTo>
                <a:lnTo>
                  <a:pt x="426720" y="100583"/>
                </a:lnTo>
                <a:lnTo>
                  <a:pt x="420624" y="105155"/>
                </a:lnTo>
                <a:close/>
              </a:path>
              <a:path w="562610" h="550544">
                <a:moveTo>
                  <a:pt x="545592" y="117347"/>
                </a:moveTo>
                <a:lnTo>
                  <a:pt x="487680" y="117347"/>
                </a:lnTo>
                <a:lnTo>
                  <a:pt x="516636" y="88391"/>
                </a:lnTo>
                <a:lnTo>
                  <a:pt x="545592" y="117347"/>
                </a:lnTo>
                <a:close/>
              </a:path>
              <a:path w="562610" h="550544">
                <a:moveTo>
                  <a:pt x="22859" y="155447"/>
                </a:moveTo>
                <a:lnTo>
                  <a:pt x="4571" y="135635"/>
                </a:lnTo>
                <a:lnTo>
                  <a:pt x="172211" y="135635"/>
                </a:lnTo>
                <a:lnTo>
                  <a:pt x="198119" y="109727"/>
                </a:lnTo>
                <a:lnTo>
                  <a:pt x="239267" y="149351"/>
                </a:lnTo>
                <a:lnTo>
                  <a:pt x="50291" y="149351"/>
                </a:lnTo>
                <a:lnTo>
                  <a:pt x="22859" y="155447"/>
                </a:lnTo>
                <a:close/>
              </a:path>
              <a:path w="562610" h="550544">
                <a:moveTo>
                  <a:pt x="413004" y="233171"/>
                </a:moveTo>
                <a:lnTo>
                  <a:pt x="382524" y="233171"/>
                </a:lnTo>
                <a:lnTo>
                  <a:pt x="382524" y="131063"/>
                </a:lnTo>
                <a:lnTo>
                  <a:pt x="413004" y="131063"/>
                </a:lnTo>
                <a:lnTo>
                  <a:pt x="413004" y="233171"/>
                </a:lnTo>
                <a:close/>
              </a:path>
              <a:path w="562610" h="550544">
                <a:moveTo>
                  <a:pt x="30479" y="356615"/>
                </a:moveTo>
                <a:lnTo>
                  <a:pt x="0" y="315467"/>
                </a:lnTo>
                <a:lnTo>
                  <a:pt x="18811" y="308062"/>
                </a:lnTo>
                <a:lnTo>
                  <a:pt x="43053" y="297370"/>
                </a:lnTo>
                <a:lnTo>
                  <a:pt x="72437" y="283535"/>
                </a:lnTo>
                <a:lnTo>
                  <a:pt x="106679" y="266699"/>
                </a:lnTo>
                <a:lnTo>
                  <a:pt x="106679" y="149351"/>
                </a:lnTo>
                <a:lnTo>
                  <a:pt x="138683" y="149351"/>
                </a:lnTo>
                <a:lnTo>
                  <a:pt x="138683" y="252983"/>
                </a:lnTo>
                <a:lnTo>
                  <a:pt x="171011" y="252983"/>
                </a:lnTo>
                <a:lnTo>
                  <a:pt x="138683" y="274319"/>
                </a:lnTo>
                <a:lnTo>
                  <a:pt x="138683" y="291083"/>
                </a:lnTo>
                <a:lnTo>
                  <a:pt x="106679" y="291083"/>
                </a:lnTo>
                <a:lnTo>
                  <a:pt x="58459" y="326231"/>
                </a:lnTo>
                <a:lnTo>
                  <a:pt x="44195" y="336803"/>
                </a:lnTo>
                <a:lnTo>
                  <a:pt x="30479" y="356615"/>
                </a:lnTo>
                <a:close/>
              </a:path>
              <a:path w="562610" h="550544">
                <a:moveTo>
                  <a:pt x="256031" y="550163"/>
                </a:moveTo>
                <a:lnTo>
                  <a:pt x="256905" y="501395"/>
                </a:lnTo>
                <a:lnTo>
                  <a:pt x="257275" y="451103"/>
                </a:lnTo>
                <a:lnTo>
                  <a:pt x="257436" y="402260"/>
                </a:lnTo>
                <a:lnTo>
                  <a:pt x="257555" y="198119"/>
                </a:lnTo>
                <a:lnTo>
                  <a:pt x="289559" y="198119"/>
                </a:lnTo>
                <a:lnTo>
                  <a:pt x="289559" y="233171"/>
                </a:lnTo>
                <a:lnTo>
                  <a:pt x="522732" y="233171"/>
                </a:lnTo>
                <a:lnTo>
                  <a:pt x="537972" y="248411"/>
                </a:lnTo>
                <a:lnTo>
                  <a:pt x="289559" y="248411"/>
                </a:lnTo>
                <a:lnTo>
                  <a:pt x="289559" y="356615"/>
                </a:lnTo>
                <a:lnTo>
                  <a:pt x="533399" y="356615"/>
                </a:lnTo>
                <a:lnTo>
                  <a:pt x="547115" y="370332"/>
                </a:lnTo>
                <a:lnTo>
                  <a:pt x="289559" y="370332"/>
                </a:lnTo>
                <a:lnTo>
                  <a:pt x="289559" y="483107"/>
                </a:lnTo>
                <a:lnTo>
                  <a:pt x="548640" y="483107"/>
                </a:lnTo>
                <a:lnTo>
                  <a:pt x="562356" y="496823"/>
                </a:lnTo>
                <a:lnTo>
                  <a:pt x="289559" y="496823"/>
                </a:lnTo>
                <a:lnTo>
                  <a:pt x="289559" y="534923"/>
                </a:lnTo>
                <a:lnTo>
                  <a:pt x="256031" y="550163"/>
                </a:lnTo>
                <a:close/>
              </a:path>
              <a:path w="562610" h="550544">
                <a:moveTo>
                  <a:pt x="522732" y="233171"/>
                </a:moveTo>
                <a:lnTo>
                  <a:pt x="470915" y="233171"/>
                </a:lnTo>
                <a:lnTo>
                  <a:pt x="496824" y="207263"/>
                </a:lnTo>
                <a:lnTo>
                  <a:pt x="522732" y="233171"/>
                </a:lnTo>
                <a:close/>
              </a:path>
              <a:path w="562610" h="550544">
                <a:moveTo>
                  <a:pt x="171011" y="252983"/>
                </a:moveTo>
                <a:lnTo>
                  <a:pt x="138683" y="252983"/>
                </a:lnTo>
                <a:lnTo>
                  <a:pt x="210311" y="216407"/>
                </a:lnTo>
                <a:lnTo>
                  <a:pt x="214883" y="224027"/>
                </a:lnTo>
                <a:lnTo>
                  <a:pt x="171011" y="252983"/>
                </a:lnTo>
                <a:close/>
              </a:path>
              <a:path w="562610" h="550544">
                <a:moveTo>
                  <a:pt x="413004" y="356615"/>
                </a:moveTo>
                <a:lnTo>
                  <a:pt x="382524" y="356615"/>
                </a:lnTo>
                <a:lnTo>
                  <a:pt x="382524" y="248411"/>
                </a:lnTo>
                <a:lnTo>
                  <a:pt x="413004" y="248411"/>
                </a:lnTo>
                <a:lnTo>
                  <a:pt x="413004" y="356615"/>
                </a:lnTo>
                <a:close/>
              </a:path>
              <a:path w="562610" h="550544">
                <a:moveTo>
                  <a:pt x="136879" y="498681"/>
                </a:moveTo>
                <a:lnTo>
                  <a:pt x="85915" y="498681"/>
                </a:lnTo>
                <a:lnTo>
                  <a:pt x="94488" y="498347"/>
                </a:lnTo>
                <a:lnTo>
                  <a:pt x="100250" y="496014"/>
                </a:lnTo>
                <a:lnTo>
                  <a:pt x="104012" y="491108"/>
                </a:lnTo>
                <a:lnTo>
                  <a:pt x="106060" y="483346"/>
                </a:lnTo>
                <a:lnTo>
                  <a:pt x="106679" y="472439"/>
                </a:lnTo>
                <a:lnTo>
                  <a:pt x="106679" y="291083"/>
                </a:lnTo>
                <a:lnTo>
                  <a:pt x="138683" y="291083"/>
                </a:lnTo>
                <a:lnTo>
                  <a:pt x="138683" y="489203"/>
                </a:lnTo>
                <a:lnTo>
                  <a:pt x="136879" y="498681"/>
                </a:lnTo>
                <a:close/>
              </a:path>
              <a:path w="562610" h="550544">
                <a:moveTo>
                  <a:pt x="533399" y="356615"/>
                </a:moveTo>
                <a:lnTo>
                  <a:pt x="475488" y="356615"/>
                </a:lnTo>
                <a:lnTo>
                  <a:pt x="504444" y="327659"/>
                </a:lnTo>
                <a:lnTo>
                  <a:pt x="533399" y="356615"/>
                </a:lnTo>
                <a:close/>
              </a:path>
              <a:path w="562610" h="550544">
                <a:moveTo>
                  <a:pt x="413004" y="483107"/>
                </a:moveTo>
                <a:lnTo>
                  <a:pt x="382524" y="483107"/>
                </a:lnTo>
                <a:lnTo>
                  <a:pt x="382524" y="370332"/>
                </a:lnTo>
                <a:lnTo>
                  <a:pt x="413004" y="370332"/>
                </a:lnTo>
                <a:lnTo>
                  <a:pt x="413004" y="483107"/>
                </a:lnTo>
                <a:close/>
              </a:path>
              <a:path w="562610" h="550544">
                <a:moveTo>
                  <a:pt x="548640" y="483107"/>
                </a:moveTo>
                <a:lnTo>
                  <a:pt x="484632" y="483107"/>
                </a:lnTo>
                <a:lnTo>
                  <a:pt x="516636" y="451103"/>
                </a:lnTo>
                <a:lnTo>
                  <a:pt x="548640" y="483107"/>
                </a:lnTo>
                <a:close/>
              </a:path>
              <a:path w="562610" h="550544">
                <a:moveTo>
                  <a:pt x="89915" y="550163"/>
                </a:moveTo>
                <a:lnTo>
                  <a:pt x="86772" y="536971"/>
                </a:lnTo>
                <a:lnTo>
                  <a:pt x="75056" y="524636"/>
                </a:lnTo>
                <a:lnTo>
                  <a:pt x="54768" y="512873"/>
                </a:lnTo>
                <a:lnTo>
                  <a:pt x="25907" y="501395"/>
                </a:lnTo>
                <a:lnTo>
                  <a:pt x="25907" y="492251"/>
                </a:lnTo>
                <a:lnTo>
                  <a:pt x="71627" y="497585"/>
                </a:lnTo>
                <a:lnTo>
                  <a:pt x="85915" y="498681"/>
                </a:lnTo>
                <a:lnTo>
                  <a:pt x="136879" y="498681"/>
                </a:lnTo>
                <a:lnTo>
                  <a:pt x="134707" y="510087"/>
                </a:lnTo>
                <a:lnTo>
                  <a:pt x="125158" y="527113"/>
                </a:lnTo>
                <a:lnTo>
                  <a:pt x="110180" y="540424"/>
                </a:lnTo>
                <a:lnTo>
                  <a:pt x="89915" y="550163"/>
                </a:lnTo>
                <a:close/>
              </a:path>
            </a:pathLst>
          </a:custGeom>
          <a:solidFill>
            <a:srgbClr val="3333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" name="object 4"/>
          <p:cNvSpPr/>
          <p:nvPr/>
        </p:nvSpPr>
        <p:spPr>
          <a:xfrm>
            <a:off x="2328672" y="1272539"/>
            <a:ext cx="551815" cy="561340"/>
          </a:xfrm>
          <a:custGeom>
            <a:avLst/>
            <a:gdLst/>
            <a:ahLst/>
            <a:cxnLst/>
            <a:rect l="l" t="t" r="r" b="b"/>
            <a:pathLst>
              <a:path w="551814" h="561339">
                <a:moveTo>
                  <a:pt x="306109" y="95654"/>
                </a:moveTo>
                <a:lnTo>
                  <a:pt x="300799" y="92392"/>
                </a:lnTo>
                <a:lnTo>
                  <a:pt x="296346" y="84843"/>
                </a:lnTo>
                <a:lnTo>
                  <a:pt x="292608" y="73152"/>
                </a:lnTo>
                <a:lnTo>
                  <a:pt x="287750" y="58840"/>
                </a:lnTo>
                <a:lnTo>
                  <a:pt x="280035" y="43243"/>
                </a:lnTo>
                <a:lnTo>
                  <a:pt x="269462" y="26217"/>
                </a:lnTo>
                <a:lnTo>
                  <a:pt x="256032" y="7620"/>
                </a:lnTo>
                <a:lnTo>
                  <a:pt x="263652" y="0"/>
                </a:lnTo>
                <a:lnTo>
                  <a:pt x="303657" y="24955"/>
                </a:lnTo>
                <a:lnTo>
                  <a:pt x="330708" y="54864"/>
                </a:lnTo>
                <a:lnTo>
                  <a:pt x="330708" y="67056"/>
                </a:lnTo>
                <a:lnTo>
                  <a:pt x="312420" y="94488"/>
                </a:lnTo>
                <a:lnTo>
                  <a:pt x="306109" y="95654"/>
                </a:lnTo>
                <a:close/>
              </a:path>
              <a:path w="551814" h="561339">
                <a:moveTo>
                  <a:pt x="536448" y="100584"/>
                </a:moveTo>
                <a:lnTo>
                  <a:pt x="464820" y="100584"/>
                </a:lnTo>
                <a:lnTo>
                  <a:pt x="501396" y="65532"/>
                </a:lnTo>
                <a:lnTo>
                  <a:pt x="536448" y="100584"/>
                </a:lnTo>
                <a:close/>
              </a:path>
              <a:path w="551814" h="561339">
                <a:moveTo>
                  <a:pt x="7620" y="560832"/>
                </a:moveTo>
                <a:lnTo>
                  <a:pt x="0" y="556260"/>
                </a:lnTo>
                <a:lnTo>
                  <a:pt x="23001" y="514858"/>
                </a:lnTo>
                <a:lnTo>
                  <a:pt x="41768" y="471424"/>
                </a:lnTo>
                <a:lnTo>
                  <a:pt x="56388" y="425958"/>
                </a:lnTo>
                <a:lnTo>
                  <a:pt x="66943" y="378460"/>
                </a:lnTo>
                <a:lnTo>
                  <a:pt x="73518" y="328930"/>
                </a:lnTo>
                <a:lnTo>
                  <a:pt x="76200" y="277367"/>
                </a:lnTo>
                <a:lnTo>
                  <a:pt x="76183" y="252545"/>
                </a:lnTo>
                <a:lnTo>
                  <a:pt x="76057" y="188829"/>
                </a:lnTo>
                <a:lnTo>
                  <a:pt x="75819" y="147828"/>
                </a:lnTo>
                <a:lnTo>
                  <a:pt x="74914" y="105489"/>
                </a:lnTo>
                <a:lnTo>
                  <a:pt x="73152" y="77724"/>
                </a:lnTo>
                <a:lnTo>
                  <a:pt x="112776" y="100584"/>
                </a:lnTo>
                <a:lnTo>
                  <a:pt x="536448" y="100584"/>
                </a:lnTo>
                <a:lnTo>
                  <a:pt x="551688" y="115824"/>
                </a:lnTo>
                <a:lnTo>
                  <a:pt x="111252" y="115824"/>
                </a:lnTo>
                <a:lnTo>
                  <a:pt x="111422" y="188829"/>
                </a:lnTo>
                <a:lnTo>
                  <a:pt x="110057" y="252545"/>
                </a:lnTo>
                <a:lnTo>
                  <a:pt x="107082" y="307189"/>
                </a:lnTo>
                <a:lnTo>
                  <a:pt x="102424" y="352982"/>
                </a:lnTo>
                <a:lnTo>
                  <a:pt x="84558" y="430744"/>
                </a:lnTo>
                <a:lnTo>
                  <a:pt x="66103" y="472630"/>
                </a:lnTo>
                <a:lnTo>
                  <a:pt x="40505" y="515945"/>
                </a:lnTo>
                <a:lnTo>
                  <a:pt x="7620" y="560832"/>
                </a:lnTo>
                <a:close/>
              </a:path>
            </a:pathLst>
          </a:custGeom>
          <a:solidFill>
            <a:srgbClr val="3333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" name="object 5"/>
          <p:cNvSpPr/>
          <p:nvPr/>
        </p:nvSpPr>
        <p:spPr>
          <a:xfrm>
            <a:off x="1751075" y="2499360"/>
            <a:ext cx="155575" cy="155575"/>
          </a:xfrm>
          <a:custGeom>
            <a:avLst/>
            <a:gdLst/>
            <a:ahLst/>
            <a:cxnLst/>
            <a:rect l="l" t="t" r="r" b="b"/>
            <a:pathLst>
              <a:path w="155575" h="155575">
                <a:moveTo>
                  <a:pt x="155448" y="155448"/>
                </a:moveTo>
                <a:lnTo>
                  <a:pt x="0" y="155448"/>
                </a:lnTo>
                <a:lnTo>
                  <a:pt x="0" y="0"/>
                </a:lnTo>
                <a:lnTo>
                  <a:pt x="155448" y="0"/>
                </a:lnTo>
                <a:lnTo>
                  <a:pt x="155448" y="155448"/>
                </a:lnTo>
                <a:close/>
              </a:path>
            </a:pathLst>
          </a:custGeom>
          <a:solidFill>
            <a:srgbClr val="3333C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" name="object 6"/>
          <p:cNvSpPr/>
          <p:nvPr/>
        </p:nvSpPr>
        <p:spPr>
          <a:xfrm>
            <a:off x="2121408" y="2307348"/>
            <a:ext cx="1102360" cy="410209"/>
          </a:xfrm>
          <a:custGeom>
            <a:avLst/>
            <a:gdLst/>
            <a:ahLst/>
            <a:cxnLst/>
            <a:rect l="l" t="t" r="r" b="b"/>
            <a:pathLst>
              <a:path w="1102360" h="410210">
                <a:moveTo>
                  <a:pt x="185928" y="213360"/>
                </a:moveTo>
                <a:lnTo>
                  <a:pt x="180365" y="208788"/>
                </a:lnTo>
                <a:lnTo>
                  <a:pt x="160020" y="192024"/>
                </a:lnTo>
                <a:lnTo>
                  <a:pt x="152400" y="202501"/>
                </a:lnTo>
                <a:lnTo>
                  <a:pt x="152400" y="219456"/>
                </a:lnTo>
                <a:lnTo>
                  <a:pt x="152400" y="326136"/>
                </a:lnTo>
                <a:lnTo>
                  <a:pt x="85344" y="326136"/>
                </a:lnTo>
                <a:lnTo>
                  <a:pt x="85344" y="219456"/>
                </a:lnTo>
                <a:lnTo>
                  <a:pt x="152400" y="219456"/>
                </a:lnTo>
                <a:lnTo>
                  <a:pt x="152400" y="202501"/>
                </a:lnTo>
                <a:lnTo>
                  <a:pt x="147828" y="208788"/>
                </a:lnTo>
                <a:lnTo>
                  <a:pt x="85344" y="208788"/>
                </a:lnTo>
                <a:lnTo>
                  <a:pt x="60960" y="192024"/>
                </a:lnTo>
                <a:lnTo>
                  <a:pt x="61836" y="218592"/>
                </a:lnTo>
                <a:lnTo>
                  <a:pt x="62293" y="243459"/>
                </a:lnTo>
                <a:lnTo>
                  <a:pt x="62420" y="261835"/>
                </a:lnTo>
                <a:lnTo>
                  <a:pt x="62306" y="330708"/>
                </a:lnTo>
                <a:lnTo>
                  <a:pt x="62179" y="338556"/>
                </a:lnTo>
                <a:lnTo>
                  <a:pt x="61836" y="357466"/>
                </a:lnTo>
                <a:lnTo>
                  <a:pt x="60960" y="384048"/>
                </a:lnTo>
                <a:lnTo>
                  <a:pt x="85344" y="373380"/>
                </a:lnTo>
                <a:lnTo>
                  <a:pt x="85344" y="336804"/>
                </a:lnTo>
                <a:lnTo>
                  <a:pt x="152400" y="336804"/>
                </a:lnTo>
                <a:lnTo>
                  <a:pt x="152400" y="367284"/>
                </a:lnTo>
                <a:lnTo>
                  <a:pt x="176784" y="356616"/>
                </a:lnTo>
                <a:lnTo>
                  <a:pt x="175641" y="336804"/>
                </a:lnTo>
                <a:lnTo>
                  <a:pt x="175272" y="326136"/>
                </a:lnTo>
                <a:lnTo>
                  <a:pt x="174688" y="309460"/>
                </a:lnTo>
                <a:lnTo>
                  <a:pt x="173990" y="271526"/>
                </a:lnTo>
                <a:lnTo>
                  <a:pt x="173736" y="224028"/>
                </a:lnTo>
                <a:lnTo>
                  <a:pt x="178955" y="219456"/>
                </a:lnTo>
                <a:lnTo>
                  <a:pt x="185928" y="213360"/>
                </a:lnTo>
                <a:close/>
              </a:path>
              <a:path w="1102360" h="410210">
                <a:moveTo>
                  <a:pt x="291084" y="158496"/>
                </a:moveTo>
                <a:lnTo>
                  <a:pt x="259080" y="126492"/>
                </a:lnTo>
                <a:lnTo>
                  <a:pt x="239268" y="147828"/>
                </a:lnTo>
                <a:lnTo>
                  <a:pt x="108204" y="147828"/>
                </a:lnTo>
                <a:lnTo>
                  <a:pt x="123444" y="163068"/>
                </a:lnTo>
                <a:lnTo>
                  <a:pt x="131965" y="161061"/>
                </a:lnTo>
                <a:lnTo>
                  <a:pt x="141351" y="159639"/>
                </a:lnTo>
                <a:lnTo>
                  <a:pt x="151295" y="158775"/>
                </a:lnTo>
                <a:lnTo>
                  <a:pt x="161544" y="158496"/>
                </a:lnTo>
                <a:lnTo>
                  <a:pt x="291084" y="158496"/>
                </a:lnTo>
                <a:close/>
              </a:path>
              <a:path w="1102360" h="410210">
                <a:moveTo>
                  <a:pt x="359664" y="208788"/>
                </a:moveTo>
                <a:lnTo>
                  <a:pt x="353783" y="204216"/>
                </a:lnTo>
                <a:lnTo>
                  <a:pt x="332232" y="187452"/>
                </a:lnTo>
                <a:lnTo>
                  <a:pt x="320040" y="204216"/>
                </a:lnTo>
                <a:lnTo>
                  <a:pt x="246888" y="204216"/>
                </a:lnTo>
                <a:lnTo>
                  <a:pt x="222504" y="188976"/>
                </a:lnTo>
                <a:lnTo>
                  <a:pt x="223354" y="208788"/>
                </a:lnTo>
                <a:lnTo>
                  <a:pt x="223837" y="233553"/>
                </a:lnTo>
                <a:lnTo>
                  <a:pt x="223888" y="243459"/>
                </a:lnTo>
                <a:lnTo>
                  <a:pt x="224002" y="271526"/>
                </a:lnTo>
                <a:lnTo>
                  <a:pt x="223901" y="344678"/>
                </a:lnTo>
                <a:lnTo>
                  <a:pt x="223812" y="357949"/>
                </a:lnTo>
                <a:lnTo>
                  <a:pt x="223393" y="384048"/>
                </a:lnTo>
                <a:lnTo>
                  <a:pt x="222504" y="409956"/>
                </a:lnTo>
                <a:lnTo>
                  <a:pt x="246888" y="397764"/>
                </a:lnTo>
                <a:lnTo>
                  <a:pt x="246888" y="214884"/>
                </a:lnTo>
                <a:lnTo>
                  <a:pt x="324612" y="214884"/>
                </a:lnTo>
                <a:lnTo>
                  <a:pt x="324612" y="332232"/>
                </a:lnTo>
                <a:lnTo>
                  <a:pt x="320052" y="339826"/>
                </a:lnTo>
                <a:lnTo>
                  <a:pt x="305244" y="339801"/>
                </a:lnTo>
                <a:lnTo>
                  <a:pt x="295084" y="339471"/>
                </a:lnTo>
                <a:lnTo>
                  <a:pt x="281762" y="338556"/>
                </a:lnTo>
                <a:lnTo>
                  <a:pt x="265176" y="336804"/>
                </a:lnTo>
                <a:lnTo>
                  <a:pt x="265176" y="344424"/>
                </a:lnTo>
                <a:lnTo>
                  <a:pt x="285407" y="350685"/>
                </a:lnTo>
                <a:lnTo>
                  <a:pt x="300228" y="357949"/>
                </a:lnTo>
                <a:lnTo>
                  <a:pt x="309321" y="366064"/>
                </a:lnTo>
                <a:lnTo>
                  <a:pt x="312420" y="374904"/>
                </a:lnTo>
                <a:lnTo>
                  <a:pt x="327507" y="366915"/>
                </a:lnTo>
                <a:lnTo>
                  <a:pt x="338328" y="356806"/>
                </a:lnTo>
                <a:lnTo>
                  <a:pt x="344563" y="344678"/>
                </a:lnTo>
                <a:lnTo>
                  <a:pt x="345033" y="339852"/>
                </a:lnTo>
                <a:lnTo>
                  <a:pt x="345948" y="330708"/>
                </a:lnTo>
                <a:lnTo>
                  <a:pt x="345948" y="220980"/>
                </a:lnTo>
                <a:lnTo>
                  <a:pt x="352806" y="214884"/>
                </a:lnTo>
                <a:lnTo>
                  <a:pt x="359664" y="208788"/>
                </a:lnTo>
                <a:close/>
              </a:path>
              <a:path w="1102360" h="410210">
                <a:moveTo>
                  <a:pt x="411480" y="152400"/>
                </a:moveTo>
                <a:lnTo>
                  <a:pt x="347662" y="137922"/>
                </a:lnTo>
                <a:lnTo>
                  <a:pt x="294132" y="114300"/>
                </a:lnTo>
                <a:lnTo>
                  <a:pt x="249364" y="81343"/>
                </a:lnTo>
                <a:lnTo>
                  <a:pt x="214083" y="42672"/>
                </a:lnTo>
                <a:lnTo>
                  <a:pt x="210312" y="38100"/>
                </a:lnTo>
                <a:lnTo>
                  <a:pt x="227076" y="25908"/>
                </a:lnTo>
                <a:lnTo>
                  <a:pt x="192024" y="0"/>
                </a:lnTo>
                <a:lnTo>
                  <a:pt x="163830" y="52578"/>
                </a:lnTo>
                <a:lnTo>
                  <a:pt x="121920" y="105156"/>
                </a:lnTo>
                <a:lnTo>
                  <a:pt x="66103" y="154114"/>
                </a:lnTo>
                <a:lnTo>
                  <a:pt x="0" y="190500"/>
                </a:lnTo>
                <a:lnTo>
                  <a:pt x="4572" y="198120"/>
                </a:lnTo>
                <a:lnTo>
                  <a:pt x="69532" y="167640"/>
                </a:lnTo>
                <a:lnTo>
                  <a:pt x="121920" y="132588"/>
                </a:lnTo>
                <a:lnTo>
                  <a:pt x="164211" y="91630"/>
                </a:lnTo>
                <a:lnTo>
                  <a:pt x="204216" y="42672"/>
                </a:lnTo>
                <a:lnTo>
                  <a:pt x="219405" y="66433"/>
                </a:lnTo>
                <a:lnTo>
                  <a:pt x="252641" y="106527"/>
                </a:lnTo>
                <a:lnTo>
                  <a:pt x="291249" y="138531"/>
                </a:lnTo>
                <a:lnTo>
                  <a:pt x="340918" y="169303"/>
                </a:lnTo>
                <a:lnTo>
                  <a:pt x="370332" y="184404"/>
                </a:lnTo>
                <a:lnTo>
                  <a:pt x="377190" y="174155"/>
                </a:lnTo>
                <a:lnTo>
                  <a:pt x="386334" y="166497"/>
                </a:lnTo>
                <a:lnTo>
                  <a:pt x="397764" y="161683"/>
                </a:lnTo>
                <a:lnTo>
                  <a:pt x="411480" y="160020"/>
                </a:lnTo>
                <a:lnTo>
                  <a:pt x="411480" y="152400"/>
                </a:lnTo>
                <a:close/>
              </a:path>
              <a:path w="1102360" h="410210">
                <a:moveTo>
                  <a:pt x="640080" y="36563"/>
                </a:moveTo>
                <a:lnTo>
                  <a:pt x="634517" y="31991"/>
                </a:lnTo>
                <a:lnTo>
                  <a:pt x="614172" y="15227"/>
                </a:lnTo>
                <a:lnTo>
                  <a:pt x="605028" y="27800"/>
                </a:lnTo>
                <a:lnTo>
                  <a:pt x="605028" y="42659"/>
                </a:lnTo>
                <a:lnTo>
                  <a:pt x="605028" y="92951"/>
                </a:lnTo>
                <a:lnTo>
                  <a:pt x="605028" y="103619"/>
                </a:lnTo>
                <a:lnTo>
                  <a:pt x="605028" y="152387"/>
                </a:lnTo>
                <a:lnTo>
                  <a:pt x="524256" y="152387"/>
                </a:lnTo>
                <a:lnTo>
                  <a:pt x="524256" y="103619"/>
                </a:lnTo>
                <a:lnTo>
                  <a:pt x="605028" y="103619"/>
                </a:lnTo>
                <a:lnTo>
                  <a:pt x="605028" y="92951"/>
                </a:lnTo>
                <a:lnTo>
                  <a:pt x="524256" y="92951"/>
                </a:lnTo>
                <a:lnTo>
                  <a:pt x="524256" y="42659"/>
                </a:lnTo>
                <a:lnTo>
                  <a:pt x="605028" y="42659"/>
                </a:lnTo>
                <a:lnTo>
                  <a:pt x="605028" y="27800"/>
                </a:lnTo>
                <a:lnTo>
                  <a:pt x="601980" y="31991"/>
                </a:lnTo>
                <a:lnTo>
                  <a:pt x="524256" y="31991"/>
                </a:lnTo>
                <a:lnTo>
                  <a:pt x="499872" y="18275"/>
                </a:lnTo>
                <a:lnTo>
                  <a:pt x="500100" y="37122"/>
                </a:lnTo>
                <a:lnTo>
                  <a:pt x="501129" y="76758"/>
                </a:lnTo>
                <a:lnTo>
                  <a:pt x="501345" y="94475"/>
                </a:lnTo>
                <a:lnTo>
                  <a:pt x="501269" y="109715"/>
                </a:lnTo>
                <a:lnTo>
                  <a:pt x="501154" y="120510"/>
                </a:lnTo>
                <a:lnTo>
                  <a:pt x="500100" y="162280"/>
                </a:lnTo>
                <a:lnTo>
                  <a:pt x="499872" y="182867"/>
                </a:lnTo>
                <a:lnTo>
                  <a:pt x="524256" y="173723"/>
                </a:lnTo>
                <a:lnTo>
                  <a:pt x="524256" y="163055"/>
                </a:lnTo>
                <a:lnTo>
                  <a:pt x="605028" y="163055"/>
                </a:lnTo>
                <a:lnTo>
                  <a:pt x="605028" y="178295"/>
                </a:lnTo>
                <a:lnTo>
                  <a:pt x="629412" y="166103"/>
                </a:lnTo>
                <a:lnTo>
                  <a:pt x="629285" y="163055"/>
                </a:lnTo>
                <a:lnTo>
                  <a:pt x="628865" y="152387"/>
                </a:lnTo>
                <a:lnTo>
                  <a:pt x="628002" y="103619"/>
                </a:lnTo>
                <a:lnTo>
                  <a:pt x="627888" y="47231"/>
                </a:lnTo>
                <a:lnTo>
                  <a:pt x="633107" y="42659"/>
                </a:lnTo>
                <a:lnTo>
                  <a:pt x="640080" y="36563"/>
                </a:lnTo>
                <a:close/>
              </a:path>
              <a:path w="1102360" h="410210">
                <a:moveTo>
                  <a:pt x="768096" y="150863"/>
                </a:moveTo>
                <a:lnTo>
                  <a:pt x="729996" y="131051"/>
                </a:lnTo>
                <a:lnTo>
                  <a:pt x="730846" y="156540"/>
                </a:lnTo>
                <a:lnTo>
                  <a:pt x="731050" y="173723"/>
                </a:lnTo>
                <a:lnTo>
                  <a:pt x="729996" y="225539"/>
                </a:lnTo>
                <a:lnTo>
                  <a:pt x="723138" y="264210"/>
                </a:lnTo>
                <a:lnTo>
                  <a:pt x="694867" y="311797"/>
                </a:lnTo>
                <a:lnTo>
                  <a:pt x="658914" y="340461"/>
                </a:lnTo>
                <a:lnTo>
                  <a:pt x="635508" y="355079"/>
                </a:lnTo>
                <a:lnTo>
                  <a:pt x="638556" y="359651"/>
                </a:lnTo>
                <a:lnTo>
                  <a:pt x="680847" y="340220"/>
                </a:lnTo>
                <a:lnTo>
                  <a:pt x="723392" y="305676"/>
                </a:lnTo>
                <a:lnTo>
                  <a:pt x="746760" y="265163"/>
                </a:lnTo>
                <a:lnTo>
                  <a:pt x="752284" y="224967"/>
                </a:lnTo>
                <a:lnTo>
                  <a:pt x="754380" y="163055"/>
                </a:lnTo>
                <a:lnTo>
                  <a:pt x="768096" y="150863"/>
                </a:lnTo>
                <a:close/>
              </a:path>
              <a:path w="1102360" h="410210">
                <a:moveTo>
                  <a:pt x="835152" y="316979"/>
                </a:moveTo>
                <a:lnTo>
                  <a:pt x="832104" y="310883"/>
                </a:lnTo>
                <a:lnTo>
                  <a:pt x="829056" y="303263"/>
                </a:lnTo>
                <a:lnTo>
                  <a:pt x="821880" y="297268"/>
                </a:lnTo>
                <a:lnTo>
                  <a:pt x="807148" y="288404"/>
                </a:lnTo>
                <a:lnTo>
                  <a:pt x="784682" y="276694"/>
                </a:lnTo>
                <a:lnTo>
                  <a:pt x="754380" y="262115"/>
                </a:lnTo>
                <a:lnTo>
                  <a:pt x="751332" y="266687"/>
                </a:lnTo>
                <a:lnTo>
                  <a:pt x="773061" y="285267"/>
                </a:lnTo>
                <a:lnTo>
                  <a:pt x="790384" y="302120"/>
                </a:lnTo>
                <a:lnTo>
                  <a:pt x="803402" y="317271"/>
                </a:lnTo>
                <a:lnTo>
                  <a:pt x="812292" y="330695"/>
                </a:lnTo>
                <a:lnTo>
                  <a:pt x="818311" y="341249"/>
                </a:lnTo>
                <a:lnTo>
                  <a:pt x="821436" y="347459"/>
                </a:lnTo>
                <a:lnTo>
                  <a:pt x="827532" y="347459"/>
                </a:lnTo>
                <a:lnTo>
                  <a:pt x="832104" y="338315"/>
                </a:lnTo>
                <a:lnTo>
                  <a:pt x="833628" y="330695"/>
                </a:lnTo>
                <a:lnTo>
                  <a:pt x="835152" y="326123"/>
                </a:lnTo>
                <a:lnTo>
                  <a:pt x="835152" y="316979"/>
                </a:lnTo>
                <a:close/>
              </a:path>
              <a:path w="1102360" h="410210">
                <a:moveTo>
                  <a:pt x="848868" y="44183"/>
                </a:moveTo>
                <a:lnTo>
                  <a:pt x="821436" y="13703"/>
                </a:lnTo>
                <a:lnTo>
                  <a:pt x="800100" y="35039"/>
                </a:lnTo>
                <a:lnTo>
                  <a:pt x="649224" y="35039"/>
                </a:lnTo>
                <a:lnTo>
                  <a:pt x="664464" y="50279"/>
                </a:lnTo>
                <a:lnTo>
                  <a:pt x="674103" y="48044"/>
                </a:lnTo>
                <a:lnTo>
                  <a:pt x="684466" y="46088"/>
                </a:lnTo>
                <a:lnTo>
                  <a:pt x="695109" y="44716"/>
                </a:lnTo>
                <a:lnTo>
                  <a:pt x="705612" y="44183"/>
                </a:lnTo>
                <a:lnTo>
                  <a:pt x="726948" y="44183"/>
                </a:lnTo>
                <a:lnTo>
                  <a:pt x="725512" y="56756"/>
                </a:lnTo>
                <a:lnTo>
                  <a:pt x="723519" y="69329"/>
                </a:lnTo>
                <a:lnTo>
                  <a:pt x="720940" y="81902"/>
                </a:lnTo>
                <a:lnTo>
                  <a:pt x="717804" y="94475"/>
                </a:lnTo>
                <a:lnTo>
                  <a:pt x="696468" y="94475"/>
                </a:lnTo>
                <a:lnTo>
                  <a:pt x="672084" y="80759"/>
                </a:lnTo>
                <a:lnTo>
                  <a:pt x="672350" y="103619"/>
                </a:lnTo>
                <a:lnTo>
                  <a:pt x="673265" y="143891"/>
                </a:lnTo>
                <a:lnTo>
                  <a:pt x="673392" y="150863"/>
                </a:lnTo>
                <a:lnTo>
                  <a:pt x="673506" y="163055"/>
                </a:lnTo>
                <a:lnTo>
                  <a:pt x="673392" y="196799"/>
                </a:lnTo>
                <a:lnTo>
                  <a:pt x="673277" y="203492"/>
                </a:lnTo>
                <a:lnTo>
                  <a:pt x="672312" y="244449"/>
                </a:lnTo>
                <a:lnTo>
                  <a:pt x="672084" y="263639"/>
                </a:lnTo>
                <a:lnTo>
                  <a:pt x="696468" y="249923"/>
                </a:lnTo>
                <a:lnTo>
                  <a:pt x="696468" y="105143"/>
                </a:lnTo>
                <a:lnTo>
                  <a:pt x="797052" y="105143"/>
                </a:lnTo>
                <a:lnTo>
                  <a:pt x="797052" y="259067"/>
                </a:lnTo>
                <a:lnTo>
                  <a:pt x="821436" y="246875"/>
                </a:lnTo>
                <a:lnTo>
                  <a:pt x="820572" y="228587"/>
                </a:lnTo>
                <a:lnTo>
                  <a:pt x="820102" y="212585"/>
                </a:lnTo>
                <a:lnTo>
                  <a:pt x="819975" y="203492"/>
                </a:lnTo>
                <a:lnTo>
                  <a:pt x="819912" y="109715"/>
                </a:lnTo>
                <a:lnTo>
                  <a:pt x="825131" y="105143"/>
                </a:lnTo>
                <a:lnTo>
                  <a:pt x="832104" y="99047"/>
                </a:lnTo>
                <a:lnTo>
                  <a:pt x="825766" y="94475"/>
                </a:lnTo>
                <a:lnTo>
                  <a:pt x="804672" y="79235"/>
                </a:lnTo>
                <a:lnTo>
                  <a:pt x="792480" y="94475"/>
                </a:lnTo>
                <a:lnTo>
                  <a:pt x="726948" y="94475"/>
                </a:lnTo>
                <a:lnTo>
                  <a:pt x="737247" y="76758"/>
                </a:lnTo>
                <a:lnTo>
                  <a:pt x="745426" y="62471"/>
                </a:lnTo>
                <a:lnTo>
                  <a:pt x="751586" y="51612"/>
                </a:lnTo>
                <a:lnTo>
                  <a:pt x="755904" y="44183"/>
                </a:lnTo>
                <a:lnTo>
                  <a:pt x="848868" y="44183"/>
                </a:lnTo>
                <a:close/>
              </a:path>
              <a:path w="1102360" h="410210">
                <a:moveTo>
                  <a:pt x="851916" y="359651"/>
                </a:moveTo>
                <a:lnTo>
                  <a:pt x="815619" y="363423"/>
                </a:lnTo>
                <a:lnTo>
                  <a:pt x="777621" y="365747"/>
                </a:lnTo>
                <a:lnTo>
                  <a:pt x="737895" y="366941"/>
                </a:lnTo>
                <a:lnTo>
                  <a:pt x="696468" y="367271"/>
                </a:lnTo>
                <a:lnTo>
                  <a:pt x="657313" y="366153"/>
                </a:lnTo>
                <a:lnTo>
                  <a:pt x="624459" y="362889"/>
                </a:lnTo>
                <a:lnTo>
                  <a:pt x="597877" y="357632"/>
                </a:lnTo>
                <a:lnTo>
                  <a:pt x="577596" y="350507"/>
                </a:lnTo>
                <a:lnTo>
                  <a:pt x="577596" y="344411"/>
                </a:lnTo>
                <a:lnTo>
                  <a:pt x="577596" y="283451"/>
                </a:lnTo>
                <a:lnTo>
                  <a:pt x="655320" y="283451"/>
                </a:lnTo>
                <a:lnTo>
                  <a:pt x="646252" y="272783"/>
                </a:lnTo>
                <a:lnTo>
                  <a:pt x="629412" y="252971"/>
                </a:lnTo>
                <a:lnTo>
                  <a:pt x="611124" y="272783"/>
                </a:lnTo>
                <a:lnTo>
                  <a:pt x="577596" y="272783"/>
                </a:lnTo>
                <a:lnTo>
                  <a:pt x="577596" y="211823"/>
                </a:lnTo>
                <a:lnTo>
                  <a:pt x="662940" y="211823"/>
                </a:lnTo>
                <a:lnTo>
                  <a:pt x="635508" y="179819"/>
                </a:lnTo>
                <a:lnTo>
                  <a:pt x="614172" y="201155"/>
                </a:lnTo>
                <a:lnTo>
                  <a:pt x="460248" y="201155"/>
                </a:lnTo>
                <a:lnTo>
                  <a:pt x="477012" y="216395"/>
                </a:lnTo>
                <a:lnTo>
                  <a:pt x="486435" y="214401"/>
                </a:lnTo>
                <a:lnTo>
                  <a:pt x="496443" y="212966"/>
                </a:lnTo>
                <a:lnTo>
                  <a:pt x="507009" y="212115"/>
                </a:lnTo>
                <a:lnTo>
                  <a:pt x="518160" y="211823"/>
                </a:lnTo>
                <a:lnTo>
                  <a:pt x="554736" y="211823"/>
                </a:lnTo>
                <a:lnTo>
                  <a:pt x="554736" y="344411"/>
                </a:lnTo>
                <a:lnTo>
                  <a:pt x="540461" y="334086"/>
                </a:lnTo>
                <a:lnTo>
                  <a:pt x="527494" y="323456"/>
                </a:lnTo>
                <a:lnTo>
                  <a:pt x="515937" y="312267"/>
                </a:lnTo>
                <a:lnTo>
                  <a:pt x="514794" y="310883"/>
                </a:lnTo>
                <a:lnTo>
                  <a:pt x="505968" y="300215"/>
                </a:lnTo>
                <a:lnTo>
                  <a:pt x="509930" y="278866"/>
                </a:lnTo>
                <a:lnTo>
                  <a:pt x="514921" y="262686"/>
                </a:lnTo>
                <a:lnTo>
                  <a:pt x="520750" y="252006"/>
                </a:lnTo>
                <a:lnTo>
                  <a:pt x="527304" y="246875"/>
                </a:lnTo>
                <a:lnTo>
                  <a:pt x="492252" y="228587"/>
                </a:lnTo>
                <a:lnTo>
                  <a:pt x="487680" y="269925"/>
                </a:lnTo>
                <a:lnTo>
                  <a:pt x="478536" y="316979"/>
                </a:lnTo>
                <a:lnTo>
                  <a:pt x="464820" y="363651"/>
                </a:lnTo>
                <a:lnTo>
                  <a:pt x="446532" y="402323"/>
                </a:lnTo>
                <a:lnTo>
                  <a:pt x="452628" y="406895"/>
                </a:lnTo>
                <a:lnTo>
                  <a:pt x="466915" y="388035"/>
                </a:lnTo>
                <a:lnTo>
                  <a:pt x="480060" y="365747"/>
                </a:lnTo>
                <a:lnTo>
                  <a:pt x="492061" y="340029"/>
                </a:lnTo>
                <a:lnTo>
                  <a:pt x="502920" y="310883"/>
                </a:lnTo>
                <a:lnTo>
                  <a:pt x="516610" y="328650"/>
                </a:lnTo>
                <a:lnTo>
                  <a:pt x="556260" y="364223"/>
                </a:lnTo>
                <a:lnTo>
                  <a:pt x="605764" y="382231"/>
                </a:lnTo>
                <a:lnTo>
                  <a:pt x="655523" y="391071"/>
                </a:lnTo>
                <a:lnTo>
                  <a:pt x="697420" y="393750"/>
                </a:lnTo>
                <a:lnTo>
                  <a:pt x="752157" y="395020"/>
                </a:lnTo>
                <a:lnTo>
                  <a:pt x="819912" y="394703"/>
                </a:lnTo>
                <a:lnTo>
                  <a:pt x="821905" y="386994"/>
                </a:lnTo>
                <a:lnTo>
                  <a:pt x="827913" y="379844"/>
                </a:lnTo>
                <a:lnTo>
                  <a:pt x="837907" y="373278"/>
                </a:lnTo>
                <a:lnTo>
                  <a:pt x="851916" y="367271"/>
                </a:lnTo>
                <a:lnTo>
                  <a:pt x="851916" y="359651"/>
                </a:lnTo>
                <a:close/>
              </a:path>
              <a:path w="1102360" h="410210">
                <a:moveTo>
                  <a:pt x="1101839" y="275831"/>
                </a:moveTo>
                <a:lnTo>
                  <a:pt x="1093482" y="237693"/>
                </a:lnTo>
                <a:lnTo>
                  <a:pt x="1060678" y="204203"/>
                </a:lnTo>
                <a:lnTo>
                  <a:pt x="1057643" y="202196"/>
                </a:lnTo>
                <a:lnTo>
                  <a:pt x="1057643" y="280403"/>
                </a:lnTo>
                <a:lnTo>
                  <a:pt x="1056525" y="293535"/>
                </a:lnTo>
                <a:lnTo>
                  <a:pt x="1032052" y="332371"/>
                </a:lnTo>
                <a:lnTo>
                  <a:pt x="996683" y="341363"/>
                </a:lnTo>
                <a:lnTo>
                  <a:pt x="983780" y="340220"/>
                </a:lnTo>
                <a:lnTo>
                  <a:pt x="944486" y="312458"/>
                </a:lnTo>
                <a:lnTo>
                  <a:pt x="934199" y="274307"/>
                </a:lnTo>
                <a:lnTo>
                  <a:pt x="934796" y="263194"/>
                </a:lnTo>
                <a:lnTo>
                  <a:pt x="950010" y="225856"/>
                </a:lnTo>
                <a:lnTo>
                  <a:pt x="972299" y="204203"/>
                </a:lnTo>
                <a:lnTo>
                  <a:pt x="979157" y="207619"/>
                </a:lnTo>
                <a:lnTo>
                  <a:pt x="986015" y="210870"/>
                </a:lnTo>
                <a:lnTo>
                  <a:pt x="992873" y="213855"/>
                </a:lnTo>
                <a:lnTo>
                  <a:pt x="999731" y="216395"/>
                </a:lnTo>
                <a:lnTo>
                  <a:pt x="1014971" y="222491"/>
                </a:lnTo>
                <a:lnTo>
                  <a:pt x="1019543" y="225539"/>
                </a:lnTo>
                <a:lnTo>
                  <a:pt x="1029881" y="231254"/>
                </a:lnTo>
                <a:lnTo>
                  <a:pt x="1038212" y="236969"/>
                </a:lnTo>
                <a:lnTo>
                  <a:pt x="1057097" y="270687"/>
                </a:lnTo>
                <a:lnTo>
                  <a:pt x="1057643" y="280403"/>
                </a:lnTo>
                <a:lnTo>
                  <a:pt x="1057643" y="202196"/>
                </a:lnTo>
                <a:lnTo>
                  <a:pt x="1043927" y="195059"/>
                </a:lnTo>
                <a:lnTo>
                  <a:pt x="1043927" y="193535"/>
                </a:lnTo>
                <a:lnTo>
                  <a:pt x="1055649" y="187248"/>
                </a:lnTo>
                <a:lnTo>
                  <a:pt x="1061542" y="182867"/>
                </a:lnTo>
                <a:lnTo>
                  <a:pt x="1086510" y="150342"/>
                </a:lnTo>
                <a:lnTo>
                  <a:pt x="1094219" y="117335"/>
                </a:lnTo>
                <a:lnTo>
                  <a:pt x="1092504" y="100126"/>
                </a:lnTo>
                <a:lnTo>
                  <a:pt x="1066787" y="57899"/>
                </a:lnTo>
                <a:lnTo>
                  <a:pt x="1051458" y="47307"/>
                </a:lnTo>
                <a:lnTo>
                  <a:pt x="1051458" y="120383"/>
                </a:lnTo>
                <a:lnTo>
                  <a:pt x="1051001" y="127990"/>
                </a:lnTo>
                <a:lnTo>
                  <a:pt x="1034402" y="168389"/>
                </a:lnTo>
                <a:lnTo>
                  <a:pt x="1018019" y="182867"/>
                </a:lnTo>
                <a:lnTo>
                  <a:pt x="1012291" y="181229"/>
                </a:lnTo>
                <a:lnTo>
                  <a:pt x="1006398" y="178866"/>
                </a:lnTo>
                <a:lnTo>
                  <a:pt x="1000239" y="176225"/>
                </a:lnTo>
                <a:lnTo>
                  <a:pt x="993635" y="173723"/>
                </a:lnTo>
                <a:lnTo>
                  <a:pt x="984491" y="169151"/>
                </a:lnTo>
                <a:lnTo>
                  <a:pt x="976871" y="164579"/>
                </a:lnTo>
                <a:lnTo>
                  <a:pt x="973823" y="163055"/>
                </a:lnTo>
                <a:lnTo>
                  <a:pt x="943914" y="130670"/>
                </a:lnTo>
                <a:lnTo>
                  <a:pt x="941819" y="115811"/>
                </a:lnTo>
                <a:lnTo>
                  <a:pt x="942924" y="104978"/>
                </a:lnTo>
                <a:lnTo>
                  <a:pt x="974585" y="70472"/>
                </a:lnTo>
                <a:lnTo>
                  <a:pt x="996683" y="67043"/>
                </a:lnTo>
                <a:lnTo>
                  <a:pt x="1008672" y="67932"/>
                </a:lnTo>
                <a:lnTo>
                  <a:pt x="1043190" y="89712"/>
                </a:lnTo>
                <a:lnTo>
                  <a:pt x="1051458" y="120383"/>
                </a:lnTo>
                <a:lnTo>
                  <a:pt x="1051458" y="47307"/>
                </a:lnTo>
                <a:lnTo>
                  <a:pt x="1036307" y="40754"/>
                </a:lnTo>
                <a:lnTo>
                  <a:pt x="1017498" y="36474"/>
                </a:lnTo>
                <a:lnTo>
                  <a:pt x="996683" y="35039"/>
                </a:lnTo>
                <a:lnTo>
                  <a:pt x="976096" y="36715"/>
                </a:lnTo>
                <a:lnTo>
                  <a:pt x="926579" y="59423"/>
                </a:lnTo>
                <a:lnTo>
                  <a:pt x="900861" y="102933"/>
                </a:lnTo>
                <a:lnTo>
                  <a:pt x="899147" y="120383"/>
                </a:lnTo>
                <a:lnTo>
                  <a:pt x="899744" y="132384"/>
                </a:lnTo>
                <a:lnTo>
                  <a:pt x="916393" y="170154"/>
                </a:lnTo>
                <a:lnTo>
                  <a:pt x="946391" y="192011"/>
                </a:lnTo>
                <a:lnTo>
                  <a:pt x="946391" y="193535"/>
                </a:lnTo>
                <a:lnTo>
                  <a:pt x="912964" y="218617"/>
                </a:lnTo>
                <a:lnTo>
                  <a:pt x="892390" y="264172"/>
                </a:lnTo>
                <a:lnTo>
                  <a:pt x="891628" y="275831"/>
                </a:lnTo>
                <a:lnTo>
                  <a:pt x="891628" y="280403"/>
                </a:lnTo>
                <a:lnTo>
                  <a:pt x="901611" y="324078"/>
                </a:lnTo>
                <a:lnTo>
                  <a:pt x="934008" y="358317"/>
                </a:lnTo>
                <a:lnTo>
                  <a:pt x="973442" y="372033"/>
                </a:lnTo>
                <a:lnTo>
                  <a:pt x="996683" y="373367"/>
                </a:lnTo>
                <a:lnTo>
                  <a:pt x="1018425" y="371652"/>
                </a:lnTo>
                <a:lnTo>
                  <a:pt x="1038021" y="366509"/>
                </a:lnTo>
                <a:lnTo>
                  <a:pt x="1055624" y="357936"/>
                </a:lnTo>
                <a:lnTo>
                  <a:pt x="1071359" y="345935"/>
                </a:lnTo>
                <a:lnTo>
                  <a:pt x="1075410" y="341363"/>
                </a:lnTo>
                <a:lnTo>
                  <a:pt x="1084491" y="331127"/>
                </a:lnTo>
                <a:lnTo>
                  <a:pt x="1094028" y="314312"/>
                </a:lnTo>
                <a:lnTo>
                  <a:pt x="1099870" y="295795"/>
                </a:lnTo>
                <a:lnTo>
                  <a:pt x="1101839" y="27583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" name="object 7"/>
          <p:cNvSpPr/>
          <p:nvPr/>
        </p:nvSpPr>
        <p:spPr>
          <a:xfrm>
            <a:off x="3396996" y="2308872"/>
            <a:ext cx="850900" cy="410209"/>
          </a:xfrm>
          <a:custGeom>
            <a:avLst/>
            <a:gdLst/>
            <a:ahLst/>
            <a:cxnLst/>
            <a:rect l="l" t="t" r="r" b="b"/>
            <a:pathLst>
              <a:path w="850900" h="410210">
                <a:moveTo>
                  <a:pt x="394716" y="88392"/>
                </a:moveTo>
                <a:lnTo>
                  <a:pt x="358140" y="51816"/>
                </a:lnTo>
                <a:lnTo>
                  <a:pt x="332232" y="77724"/>
                </a:lnTo>
                <a:lnTo>
                  <a:pt x="178308" y="77724"/>
                </a:lnTo>
                <a:lnTo>
                  <a:pt x="185712" y="63474"/>
                </a:lnTo>
                <a:lnTo>
                  <a:pt x="191833" y="50673"/>
                </a:lnTo>
                <a:lnTo>
                  <a:pt x="196519" y="39573"/>
                </a:lnTo>
                <a:lnTo>
                  <a:pt x="199644" y="30480"/>
                </a:lnTo>
                <a:lnTo>
                  <a:pt x="216408" y="21336"/>
                </a:lnTo>
                <a:lnTo>
                  <a:pt x="176784" y="0"/>
                </a:lnTo>
                <a:lnTo>
                  <a:pt x="173393" y="16852"/>
                </a:lnTo>
                <a:lnTo>
                  <a:pt x="168021" y="35433"/>
                </a:lnTo>
                <a:lnTo>
                  <a:pt x="160921" y="55714"/>
                </a:lnTo>
                <a:lnTo>
                  <a:pt x="152400" y="77724"/>
                </a:lnTo>
                <a:lnTo>
                  <a:pt x="15240" y="77724"/>
                </a:lnTo>
                <a:lnTo>
                  <a:pt x="30480" y="92964"/>
                </a:lnTo>
                <a:lnTo>
                  <a:pt x="40779" y="90957"/>
                </a:lnTo>
                <a:lnTo>
                  <a:pt x="51244" y="89535"/>
                </a:lnTo>
                <a:lnTo>
                  <a:pt x="61976" y="88671"/>
                </a:lnTo>
                <a:lnTo>
                  <a:pt x="73152" y="88392"/>
                </a:lnTo>
                <a:lnTo>
                  <a:pt x="149352" y="88392"/>
                </a:lnTo>
                <a:lnTo>
                  <a:pt x="135369" y="114439"/>
                </a:lnTo>
                <a:lnTo>
                  <a:pt x="120967" y="137922"/>
                </a:lnTo>
                <a:lnTo>
                  <a:pt x="106273" y="159105"/>
                </a:lnTo>
                <a:lnTo>
                  <a:pt x="91440" y="178308"/>
                </a:lnTo>
                <a:lnTo>
                  <a:pt x="74676" y="172212"/>
                </a:lnTo>
                <a:lnTo>
                  <a:pt x="75526" y="181356"/>
                </a:lnTo>
                <a:lnTo>
                  <a:pt x="76009" y="189166"/>
                </a:lnTo>
                <a:lnTo>
                  <a:pt x="76174" y="194703"/>
                </a:lnTo>
                <a:lnTo>
                  <a:pt x="76200" y="198120"/>
                </a:lnTo>
                <a:lnTo>
                  <a:pt x="62179" y="214693"/>
                </a:lnTo>
                <a:lnTo>
                  <a:pt x="44958" y="232791"/>
                </a:lnTo>
                <a:lnTo>
                  <a:pt x="24333" y="252552"/>
                </a:lnTo>
                <a:lnTo>
                  <a:pt x="0" y="274320"/>
                </a:lnTo>
                <a:lnTo>
                  <a:pt x="3048" y="280416"/>
                </a:lnTo>
                <a:lnTo>
                  <a:pt x="20713" y="268363"/>
                </a:lnTo>
                <a:lnTo>
                  <a:pt x="39243" y="254889"/>
                </a:lnTo>
                <a:lnTo>
                  <a:pt x="58331" y="239687"/>
                </a:lnTo>
                <a:lnTo>
                  <a:pt x="77724" y="222504"/>
                </a:lnTo>
                <a:lnTo>
                  <a:pt x="77660" y="368808"/>
                </a:lnTo>
                <a:lnTo>
                  <a:pt x="77533" y="379095"/>
                </a:lnTo>
                <a:lnTo>
                  <a:pt x="77089" y="391668"/>
                </a:lnTo>
                <a:lnTo>
                  <a:pt x="76200" y="405384"/>
                </a:lnTo>
                <a:lnTo>
                  <a:pt x="102108" y="391668"/>
                </a:lnTo>
                <a:lnTo>
                  <a:pt x="102108" y="222504"/>
                </a:lnTo>
                <a:lnTo>
                  <a:pt x="102108" y="198120"/>
                </a:lnTo>
                <a:lnTo>
                  <a:pt x="119011" y="178308"/>
                </a:lnTo>
                <a:lnTo>
                  <a:pt x="120396" y="176682"/>
                </a:lnTo>
                <a:lnTo>
                  <a:pt x="138684" y="151257"/>
                </a:lnTo>
                <a:lnTo>
                  <a:pt x="156972" y="121818"/>
                </a:lnTo>
                <a:lnTo>
                  <a:pt x="175260" y="88392"/>
                </a:lnTo>
                <a:lnTo>
                  <a:pt x="394716" y="88392"/>
                </a:lnTo>
                <a:close/>
              </a:path>
              <a:path w="850900" h="410210">
                <a:moveTo>
                  <a:pt x="405384" y="362712"/>
                </a:moveTo>
                <a:lnTo>
                  <a:pt x="370332" y="329184"/>
                </a:lnTo>
                <a:lnTo>
                  <a:pt x="345948" y="353568"/>
                </a:lnTo>
                <a:lnTo>
                  <a:pt x="259080" y="353568"/>
                </a:lnTo>
                <a:lnTo>
                  <a:pt x="259080" y="213360"/>
                </a:lnTo>
                <a:lnTo>
                  <a:pt x="381000" y="213360"/>
                </a:lnTo>
                <a:lnTo>
                  <a:pt x="347472" y="181356"/>
                </a:lnTo>
                <a:lnTo>
                  <a:pt x="324612" y="202692"/>
                </a:lnTo>
                <a:lnTo>
                  <a:pt x="259080" y="202692"/>
                </a:lnTo>
                <a:lnTo>
                  <a:pt x="259080" y="132588"/>
                </a:lnTo>
                <a:lnTo>
                  <a:pt x="272796" y="120396"/>
                </a:lnTo>
                <a:lnTo>
                  <a:pt x="233172" y="102108"/>
                </a:lnTo>
                <a:lnTo>
                  <a:pt x="233400" y="116725"/>
                </a:lnTo>
                <a:lnTo>
                  <a:pt x="233934" y="128778"/>
                </a:lnTo>
                <a:lnTo>
                  <a:pt x="234454" y="138531"/>
                </a:lnTo>
                <a:lnTo>
                  <a:pt x="234696" y="146304"/>
                </a:lnTo>
                <a:lnTo>
                  <a:pt x="234696" y="202692"/>
                </a:lnTo>
                <a:lnTo>
                  <a:pt x="134112" y="202692"/>
                </a:lnTo>
                <a:lnTo>
                  <a:pt x="149352" y="219456"/>
                </a:lnTo>
                <a:lnTo>
                  <a:pt x="158775" y="216573"/>
                </a:lnTo>
                <a:lnTo>
                  <a:pt x="168783" y="214693"/>
                </a:lnTo>
                <a:lnTo>
                  <a:pt x="179349" y="213664"/>
                </a:lnTo>
                <a:lnTo>
                  <a:pt x="190500" y="213360"/>
                </a:lnTo>
                <a:lnTo>
                  <a:pt x="234696" y="213360"/>
                </a:lnTo>
                <a:lnTo>
                  <a:pt x="234696" y="353568"/>
                </a:lnTo>
                <a:lnTo>
                  <a:pt x="111252" y="353568"/>
                </a:lnTo>
                <a:lnTo>
                  <a:pt x="126492" y="368808"/>
                </a:lnTo>
                <a:lnTo>
                  <a:pt x="136131" y="366560"/>
                </a:lnTo>
                <a:lnTo>
                  <a:pt x="146494" y="364617"/>
                </a:lnTo>
                <a:lnTo>
                  <a:pt x="157137" y="363232"/>
                </a:lnTo>
                <a:lnTo>
                  <a:pt x="167640" y="362712"/>
                </a:lnTo>
                <a:lnTo>
                  <a:pt x="405384" y="362712"/>
                </a:lnTo>
                <a:close/>
              </a:path>
              <a:path w="850900" h="410210">
                <a:moveTo>
                  <a:pt x="620255" y="141719"/>
                </a:moveTo>
                <a:lnTo>
                  <a:pt x="591299" y="111239"/>
                </a:lnTo>
                <a:lnTo>
                  <a:pt x="569963" y="132575"/>
                </a:lnTo>
                <a:lnTo>
                  <a:pt x="556247" y="132575"/>
                </a:lnTo>
                <a:lnTo>
                  <a:pt x="556247" y="53327"/>
                </a:lnTo>
                <a:lnTo>
                  <a:pt x="556247" y="50279"/>
                </a:lnTo>
                <a:lnTo>
                  <a:pt x="574535" y="46266"/>
                </a:lnTo>
                <a:lnTo>
                  <a:pt x="590537" y="43230"/>
                </a:lnTo>
                <a:lnTo>
                  <a:pt x="604253" y="41071"/>
                </a:lnTo>
                <a:lnTo>
                  <a:pt x="615683" y="39611"/>
                </a:lnTo>
                <a:lnTo>
                  <a:pt x="589775" y="12179"/>
                </a:lnTo>
                <a:lnTo>
                  <a:pt x="547776" y="34264"/>
                </a:lnTo>
                <a:lnTo>
                  <a:pt x="493953" y="49898"/>
                </a:lnTo>
                <a:lnTo>
                  <a:pt x="458711" y="57899"/>
                </a:lnTo>
                <a:lnTo>
                  <a:pt x="460235" y="63995"/>
                </a:lnTo>
                <a:lnTo>
                  <a:pt x="495668" y="59232"/>
                </a:lnTo>
                <a:lnTo>
                  <a:pt x="514248" y="56502"/>
                </a:lnTo>
                <a:lnTo>
                  <a:pt x="533387" y="53327"/>
                </a:lnTo>
                <a:lnTo>
                  <a:pt x="533387" y="132575"/>
                </a:lnTo>
                <a:lnTo>
                  <a:pt x="451091" y="132575"/>
                </a:lnTo>
                <a:lnTo>
                  <a:pt x="467855" y="147815"/>
                </a:lnTo>
                <a:lnTo>
                  <a:pt x="477291" y="145580"/>
                </a:lnTo>
                <a:lnTo>
                  <a:pt x="487286" y="143624"/>
                </a:lnTo>
                <a:lnTo>
                  <a:pt x="497865" y="142252"/>
                </a:lnTo>
                <a:lnTo>
                  <a:pt x="509003" y="141719"/>
                </a:lnTo>
                <a:lnTo>
                  <a:pt x="531863" y="141719"/>
                </a:lnTo>
                <a:lnTo>
                  <a:pt x="518909" y="185534"/>
                </a:lnTo>
                <a:lnTo>
                  <a:pt x="501383" y="231635"/>
                </a:lnTo>
                <a:lnTo>
                  <a:pt x="478142" y="278117"/>
                </a:lnTo>
                <a:lnTo>
                  <a:pt x="448043" y="324599"/>
                </a:lnTo>
                <a:lnTo>
                  <a:pt x="454139" y="329171"/>
                </a:lnTo>
                <a:lnTo>
                  <a:pt x="477888" y="302247"/>
                </a:lnTo>
                <a:lnTo>
                  <a:pt x="498906" y="273735"/>
                </a:lnTo>
                <a:lnTo>
                  <a:pt x="517372" y="243243"/>
                </a:lnTo>
                <a:lnTo>
                  <a:pt x="533387" y="210299"/>
                </a:lnTo>
                <a:lnTo>
                  <a:pt x="533273" y="307835"/>
                </a:lnTo>
                <a:lnTo>
                  <a:pt x="533158" y="333552"/>
                </a:lnTo>
                <a:lnTo>
                  <a:pt x="532752" y="374256"/>
                </a:lnTo>
                <a:lnTo>
                  <a:pt x="531863" y="409943"/>
                </a:lnTo>
                <a:lnTo>
                  <a:pt x="557771" y="396227"/>
                </a:lnTo>
                <a:lnTo>
                  <a:pt x="556501" y="331647"/>
                </a:lnTo>
                <a:lnTo>
                  <a:pt x="556260" y="210299"/>
                </a:lnTo>
                <a:lnTo>
                  <a:pt x="556247" y="187439"/>
                </a:lnTo>
                <a:lnTo>
                  <a:pt x="565061" y="198285"/>
                </a:lnTo>
                <a:lnTo>
                  <a:pt x="573011" y="210108"/>
                </a:lnTo>
                <a:lnTo>
                  <a:pt x="579831" y="222808"/>
                </a:lnTo>
                <a:lnTo>
                  <a:pt x="585203" y="236207"/>
                </a:lnTo>
                <a:lnTo>
                  <a:pt x="589775" y="248399"/>
                </a:lnTo>
                <a:lnTo>
                  <a:pt x="594347" y="252971"/>
                </a:lnTo>
                <a:lnTo>
                  <a:pt x="600443" y="252971"/>
                </a:lnTo>
                <a:lnTo>
                  <a:pt x="603491" y="249923"/>
                </a:lnTo>
                <a:lnTo>
                  <a:pt x="605015" y="243827"/>
                </a:lnTo>
                <a:lnTo>
                  <a:pt x="608063" y="237731"/>
                </a:lnTo>
                <a:lnTo>
                  <a:pt x="609587" y="231635"/>
                </a:lnTo>
                <a:lnTo>
                  <a:pt x="609587" y="225539"/>
                </a:lnTo>
                <a:lnTo>
                  <a:pt x="586041" y="194564"/>
                </a:lnTo>
                <a:lnTo>
                  <a:pt x="556247" y="176771"/>
                </a:lnTo>
                <a:lnTo>
                  <a:pt x="556247" y="141719"/>
                </a:lnTo>
                <a:lnTo>
                  <a:pt x="620255" y="141719"/>
                </a:lnTo>
                <a:close/>
              </a:path>
              <a:path w="850900" h="410210">
                <a:moveTo>
                  <a:pt x="624141" y="316979"/>
                </a:moveTo>
                <a:lnTo>
                  <a:pt x="623303" y="298691"/>
                </a:lnTo>
                <a:lnTo>
                  <a:pt x="617207" y="298691"/>
                </a:lnTo>
                <a:lnTo>
                  <a:pt x="612355" y="315556"/>
                </a:lnTo>
                <a:lnTo>
                  <a:pt x="606920" y="329552"/>
                </a:lnTo>
                <a:lnTo>
                  <a:pt x="600938" y="340677"/>
                </a:lnTo>
                <a:lnTo>
                  <a:pt x="594347" y="348983"/>
                </a:lnTo>
                <a:lnTo>
                  <a:pt x="586727" y="356603"/>
                </a:lnTo>
                <a:lnTo>
                  <a:pt x="583679" y="361175"/>
                </a:lnTo>
                <a:lnTo>
                  <a:pt x="583679" y="367271"/>
                </a:lnTo>
                <a:lnTo>
                  <a:pt x="586727" y="370319"/>
                </a:lnTo>
                <a:lnTo>
                  <a:pt x="589775" y="371843"/>
                </a:lnTo>
                <a:lnTo>
                  <a:pt x="605015" y="371843"/>
                </a:lnTo>
                <a:lnTo>
                  <a:pt x="611111" y="370319"/>
                </a:lnTo>
                <a:lnTo>
                  <a:pt x="615683" y="368795"/>
                </a:lnTo>
                <a:lnTo>
                  <a:pt x="620255" y="362699"/>
                </a:lnTo>
                <a:lnTo>
                  <a:pt x="621779" y="353555"/>
                </a:lnTo>
                <a:lnTo>
                  <a:pt x="623519" y="344131"/>
                </a:lnTo>
                <a:lnTo>
                  <a:pt x="624052" y="335267"/>
                </a:lnTo>
                <a:lnTo>
                  <a:pt x="624141" y="316979"/>
                </a:lnTo>
                <a:close/>
              </a:path>
              <a:path w="850900" h="410210">
                <a:moveTo>
                  <a:pt x="742175" y="294119"/>
                </a:moveTo>
                <a:lnTo>
                  <a:pt x="711250" y="263550"/>
                </a:lnTo>
                <a:lnTo>
                  <a:pt x="694931" y="252971"/>
                </a:lnTo>
                <a:lnTo>
                  <a:pt x="691883" y="257543"/>
                </a:lnTo>
                <a:lnTo>
                  <a:pt x="701319" y="271830"/>
                </a:lnTo>
                <a:lnTo>
                  <a:pt x="709028" y="284975"/>
                </a:lnTo>
                <a:lnTo>
                  <a:pt x="715035" y="296976"/>
                </a:lnTo>
                <a:lnTo>
                  <a:pt x="719315" y="307835"/>
                </a:lnTo>
                <a:lnTo>
                  <a:pt x="722363" y="316979"/>
                </a:lnTo>
                <a:lnTo>
                  <a:pt x="725411" y="321551"/>
                </a:lnTo>
                <a:lnTo>
                  <a:pt x="729983" y="321551"/>
                </a:lnTo>
                <a:lnTo>
                  <a:pt x="731507" y="318503"/>
                </a:lnTo>
                <a:lnTo>
                  <a:pt x="740651" y="306311"/>
                </a:lnTo>
                <a:lnTo>
                  <a:pt x="742175" y="301739"/>
                </a:lnTo>
                <a:lnTo>
                  <a:pt x="742175" y="294119"/>
                </a:lnTo>
                <a:close/>
              </a:path>
              <a:path w="850900" h="410210">
                <a:moveTo>
                  <a:pt x="803135" y="368795"/>
                </a:moveTo>
                <a:lnTo>
                  <a:pt x="784301" y="331838"/>
                </a:lnTo>
                <a:lnTo>
                  <a:pt x="783323" y="310883"/>
                </a:lnTo>
                <a:lnTo>
                  <a:pt x="777227" y="310883"/>
                </a:lnTo>
                <a:lnTo>
                  <a:pt x="772655" y="348983"/>
                </a:lnTo>
                <a:lnTo>
                  <a:pt x="754367" y="371843"/>
                </a:lnTo>
                <a:lnTo>
                  <a:pt x="705599" y="371843"/>
                </a:lnTo>
                <a:lnTo>
                  <a:pt x="694486" y="371297"/>
                </a:lnTo>
                <a:lnTo>
                  <a:pt x="686358" y="367461"/>
                </a:lnTo>
                <a:lnTo>
                  <a:pt x="681393" y="360489"/>
                </a:lnTo>
                <a:lnTo>
                  <a:pt x="679691" y="350507"/>
                </a:lnTo>
                <a:lnTo>
                  <a:pt x="679691" y="309359"/>
                </a:lnTo>
                <a:lnTo>
                  <a:pt x="691883" y="298691"/>
                </a:lnTo>
                <a:lnTo>
                  <a:pt x="655307" y="283451"/>
                </a:lnTo>
                <a:lnTo>
                  <a:pt x="656196" y="301167"/>
                </a:lnTo>
                <a:lnTo>
                  <a:pt x="656666" y="321767"/>
                </a:lnTo>
                <a:lnTo>
                  <a:pt x="656767" y="335267"/>
                </a:lnTo>
                <a:lnTo>
                  <a:pt x="656831" y="361175"/>
                </a:lnTo>
                <a:lnTo>
                  <a:pt x="658812" y="373443"/>
                </a:lnTo>
                <a:lnTo>
                  <a:pt x="664641" y="382701"/>
                </a:lnTo>
                <a:lnTo>
                  <a:pt x="674192" y="388823"/>
                </a:lnTo>
                <a:lnTo>
                  <a:pt x="687311" y="391655"/>
                </a:lnTo>
                <a:lnTo>
                  <a:pt x="761987" y="391655"/>
                </a:lnTo>
                <a:lnTo>
                  <a:pt x="775703" y="391083"/>
                </a:lnTo>
                <a:lnTo>
                  <a:pt x="787133" y="387083"/>
                </a:lnTo>
                <a:lnTo>
                  <a:pt x="796277" y="379653"/>
                </a:lnTo>
                <a:lnTo>
                  <a:pt x="801217" y="371843"/>
                </a:lnTo>
                <a:lnTo>
                  <a:pt x="803135" y="368795"/>
                </a:lnTo>
                <a:close/>
              </a:path>
              <a:path w="850900" h="410210">
                <a:moveTo>
                  <a:pt x="832091" y="134099"/>
                </a:moveTo>
                <a:lnTo>
                  <a:pt x="804659" y="112763"/>
                </a:lnTo>
                <a:lnTo>
                  <a:pt x="792467" y="129527"/>
                </a:lnTo>
                <a:lnTo>
                  <a:pt x="728459" y="129527"/>
                </a:lnTo>
                <a:lnTo>
                  <a:pt x="758469" y="92456"/>
                </a:lnTo>
                <a:lnTo>
                  <a:pt x="792467" y="67043"/>
                </a:lnTo>
                <a:lnTo>
                  <a:pt x="784402" y="59423"/>
                </a:lnTo>
                <a:lnTo>
                  <a:pt x="765035" y="41135"/>
                </a:lnTo>
                <a:lnTo>
                  <a:pt x="749795" y="59423"/>
                </a:lnTo>
                <a:lnTo>
                  <a:pt x="681215" y="59423"/>
                </a:lnTo>
                <a:lnTo>
                  <a:pt x="690346" y="46266"/>
                </a:lnTo>
                <a:lnTo>
                  <a:pt x="699312" y="36372"/>
                </a:lnTo>
                <a:lnTo>
                  <a:pt x="708012" y="29641"/>
                </a:lnTo>
                <a:lnTo>
                  <a:pt x="716267" y="25895"/>
                </a:lnTo>
                <a:lnTo>
                  <a:pt x="682739" y="4559"/>
                </a:lnTo>
                <a:lnTo>
                  <a:pt x="663879" y="49568"/>
                </a:lnTo>
                <a:lnTo>
                  <a:pt x="636257" y="95237"/>
                </a:lnTo>
                <a:lnTo>
                  <a:pt x="617207" y="120383"/>
                </a:lnTo>
                <a:lnTo>
                  <a:pt x="621779" y="123431"/>
                </a:lnTo>
                <a:lnTo>
                  <a:pt x="635495" y="111455"/>
                </a:lnTo>
                <a:lnTo>
                  <a:pt x="649211" y="98475"/>
                </a:lnTo>
                <a:lnTo>
                  <a:pt x="662927" y="84645"/>
                </a:lnTo>
                <a:lnTo>
                  <a:pt x="676643" y="70091"/>
                </a:lnTo>
                <a:lnTo>
                  <a:pt x="751319" y="70091"/>
                </a:lnTo>
                <a:lnTo>
                  <a:pt x="717791" y="129527"/>
                </a:lnTo>
                <a:lnTo>
                  <a:pt x="621779" y="129527"/>
                </a:lnTo>
                <a:lnTo>
                  <a:pt x="638543" y="146291"/>
                </a:lnTo>
                <a:lnTo>
                  <a:pt x="647979" y="143421"/>
                </a:lnTo>
                <a:lnTo>
                  <a:pt x="657974" y="141528"/>
                </a:lnTo>
                <a:lnTo>
                  <a:pt x="668553" y="140512"/>
                </a:lnTo>
                <a:lnTo>
                  <a:pt x="679691" y="140195"/>
                </a:lnTo>
                <a:lnTo>
                  <a:pt x="795515" y="140195"/>
                </a:lnTo>
                <a:lnTo>
                  <a:pt x="795515" y="182867"/>
                </a:lnTo>
                <a:lnTo>
                  <a:pt x="640067" y="182867"/>
                </a:lnTo>
                <a:lnTo>
                  <a:pt x="655307" y="198107"/>
                </a:lnTo>
                <a:lnTo>
                  <a:pt x="664959" y="196113"/>
                </a:lnTo>
                <a:lnTo>
                  <a:pt x="675309" y="194678"/>
                </a:lnTo>
                <a:lnTo>
                  <a:pt x="685965" y="193827"/>
                </a:lnTo>
                <a:lnTo>
                  <a:pt x="696455" y="193535"/>
                </a:lnTo>
                <a:lnTo>
                  <a:pt x="795515" y="193535"/>
                </a:lnTo>
                <a:lnTo>
                  <a:pt x="795515" y="233159"/>
                </a:lnTo>
                <a:lnTo>
                  <a:pt x="621779" y="233159"/>
                </a:lnTo>
                <a:lnTo>
                  <a:pt x="638543" y="248399"/>
                </a:lnTo>
                <a:lnTo>
                  <a:pt x="647979" y="246405"/>
                </a:lnTo>
                <a:lnTo>
                  <a:pt x="657974" y="244970"/>
                </a:lnTo>
                <a:lnTo>
                  <a:pt x="668553" y="244119"/>
                </a:lnTo>
                <a:lnTo>
                  <a:pt x="679691" y="243827"/>
                </a:lnTo>
                <a:lnTo>
                  <a:pt x="795515" y="243827"/>
                </a:lnTo>
                <a:lnTo>
                  <a:pt x="795515" y="265163"/>
                </a:lnTo>
                <a:lnTo>
                  <a:pt x="819899" y="256019"/>
                </a:lnTo>
                <a:lnTo>
                  <a:pt x="819708" y="243827"/>
                </a:lnTo>
                <a:lnTo>
                  <a:pt x="819670" y="240804"/>
                </a:lnTo>
                <a:lnTo>
                  <a:pt x="819188" y="219595"/>
                </a:lnTo>
                <a:lnTo>
                  <a:pt x="818743" y="193535"/>
                </a:lnTo>
                <a:lnTo>
                  <a:pt x="818654" y="188391"/>
                </a:lnTo>
                <a:lnTo>
                  <a:pt x="818603" y="182867"/>
                </a:lnTo>
                <a:lnTo>
                  <a:pt x="818375" y="146291"/>
                </a:lnTo>
                <a:lnTo>
                  <a:pt x="825233" y="140195"/>
                </a:lnTo>
                <a:lnTo>
                  <a:pt x="832091" y="134099"/>
                </a:lnTo>
                <a:close/>
              </a:path>
              <a:path w="850900" h="410210">
                <a:moveTo>
                  <a:pt x="850379" y="345935"/>
                </a:moveTo>
                <a:lnTo>
                  <a:pt x="827455" y="314083"/>
                </a:lnTo>
                <a:lnTo>
                  <a:pt x="795515" y="295643"/>
                </a:lnTo>
                <a:lnTo>
                  <a:pt x="792467" y="298691"/>
                </a:lnTo>
                <a:lnTo>
                  <a:pt x="800785" y="309549"/>
                </a:lnTo>
                <a:lnTo>
                  <a:pt x="807516" y="319265"/>
                </a:lnTo>
                <a:lnTo>
                  <a:pt x="826503" y="355841"/>
                </a:lnTo>
                <a:lnTo>
                  <a:pt x="829043" y="362699"/>
                </a:lnTo>
                <a:lnTo>
                  <a:pt x="833615" y="371843"/>
                </a:lnTo>
                <a:lnTo>
                  <a:pt x="836663" y="371843"/>
                </a:lnTo>
                <a:lnTo>
                  <a:pt x="839711" y="368795"/>
                </a:lnTo>
                <a:lnTo>
                  <a:pt x="844283" y="362699"/>
                </a:lnTo>
                <a:lnTo>
                  <a:pt x="850379" y="350507"/>
                </a:lnTo>
                <a:lnTo>
                  <a:pt x="850379" y="34593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4299203" y="2311907"/>
            <a:ext cx="388620" cy="405765"/>
          </a:xfrm>
          <a:custGeom>
            <a:avLst/>
            <a:gdLst/>
            <a:ahLst/>
            <a:cxnLst/>
            <a:rect l="l" t="t" r="r" b="b"/>
            <a:pathLst>
              <a:path w="388620" h="405764">
                <a:moveTo>
                  <a:pt x="199644" y="71627"/>
                </a:moveTo>
                <a:lnTo>
                  <a:pt x="193548" y="71627"/>
                </a:lnTo>
                <a:lnTo>
                  <a:pt x="190500" y="67055"/>
                </a:lnTo>
                <a:lnTo>
                  <a:pt x="188976" y="56387"/>
                </a:lnTo>
                <a:lnTo>
                  <a:pt x="185547" y="44410"/>
                </a:lnTo>
                <a:lnTo>
                  <a:pt x="179832" y="31432"/>
                </a:lnTo>
                <a:lnTo>
                  <a:pt x="171831" y="17597"/>
                </a:lnTo>
                <a:lnTo>
                  <a:pt x="161544" y="3048"/>
                </a:lnTo>
                <a:lnTo>
                  <a:pt x="164592" y="0"/>
                </a:lnTo>
                <a:lnTo>
                  <a:pt x="201239" y="22288"/>
                </a:lnTo>
                <a:lnTo>
                  <a:pt x="216408" y="39624"/>
                </a:lnTo>
                <a:lnTo>
                  <a:pt x="216408" y="51815"/>
                </a:lnTo>
                <a:lnTo>
                  <a:pt x="213360" y="56387"/>
                </a:lnTo>
                <a:lnTo>
                  <a:pt x="207264" y="62483"/>
                </a:lnTo>
                <a:lnTo>
                  <a:pt x="202692" y="68579"/>
                </a:lnTo>
                <a:lnTo>
                  <a:pt x="199644" y="71627"/>
                </a:lnTo>
                <a:close/>
              </a:path>
              <a:path w="388620" h="405764">
                <a:moveTo>
                  <a:pt x="36576" y="138683"/>
                </a:moveTo>
                <a:lnTo>
                  <a:pt x="24384" y="138683"/>
                </a:lnTo>
                <a:lnTo>
                  <a:pt x="19812" y="135635"/>
                </a:lnTo>
                <a:lnTo>
                  <a:pt x="13716" y="129539"/>
                </a:lnTo>
                <a:lnTo>
                  <a:pt x="13716" y="124967"/>
                </a:lnTo>
                <a:lnTo>
                  <a:pt x="18288" y="117347"/>
                </a:lnTo>
                <a:lnTo>
                  <a:pt x="27432" y="109727"/>
                </a:lnTo>
                <a:lnTo>
                  <a:pt x="35742" y="100298"/>
                </a:lnTo>
                <a:lnTo>
                  <a:pt x="42481" y="88010"/>
                </a:lnTo>
                <a:lnTo>
                  <a:pt x="47791" y="72866"/>
                </a:lnTo>
                <a:lnTo>
                  <a:pt x="51816" y="54863"/>
                </a:lnTo>
                <a:lnTo>
                  <a:pt x="59436" y="54863"/>
                </a:lnTo>
                <a:lnTo>
                  <a:pt x="59436" y="76200"/>
                </a:lnTo>
                <a:lnTo>
                  <a:pt x="367151" y="76200"/>
                </a:lnTo>
                <a:lnTo>
                  <a:pt x="375964" y="86867"/>
                </a:lnTo>
                <a:lnTo>
                  <a:pt x="59436" y="86867"/>
                </a:lnTo>
                <a:lnTo>
                  <a:pt x="59721" y="105155"/>
                </a:lnTo>
                <a:lnTo>
                  <a:pt x="58293" y="118871"/>
                </a:lnTo>
                <a:lnTo>
                  <a:pt x="55149" y="128015"/>
                </a:lnTo>
                <a:lnTo>
                  <a:pt x="50292" y="132587"/>
                </a:lnTo>
                <a:lnTo>
                  <a:pt x="42672" y="137159"/>
                </a:lnTo>
                <a:lnTo>
                  <a:pt x="36576" y="138683"/>
                </a:lnTo>
                <a:close/>
              </a:path>
              <a:path w="388620" h="405764">
                <a:moveTo>
                  <a:pt x="367151" y="76200"/>
                </a:moveTo>
                <a:lnTo>
                  <a:pt x="332232" y="76200"/>
                </a:lnTo>
                <a:lnTo>
                  <a:pt x="352044" y="57912"/>
                </a:lnTo>
                <a:lnTo>
                  <a:pt x="367151" y="76200"/>
                </a:lnTo>
                <a:close/>
              </a:path>
              <a:path w="388620" h="405764">
                <a:moveTo>
                  <a:pt x="318516" y="134111"/>
                </a:moveTo>
                <a:lnTo>
                  <a:pt x="312420" y="131063"/>
                </a:lnTo>
                <a:lnTo>
                  <a:pt x="335280" y="86867"/>
                </a:lnTo>
                <a:lnTo>
                  <a:pt x="375964" y="86867"/>
                </a:lnTo>
                <a:lnTo>
                  <a:pt x="381000" y="92963"/>
                </a:lnTo>
                <a:lnTo>
                  <a:pt x="367807" y="95535"/>
                </a:lnTo>
                <a:lnTo>
                  <a:pt x="353187" y="103250"/>
                </a:lnTo>
                <a:lnTo>
                  <a:pt x="336851" y="116109"/>
                </a:lnTo>
                <a:lnTo>
                  <a:pt x="318516" y="134111"/>
                </a:lnTo>
                <a:close/>
              </a:path>
              <a:path w="388620" h="405764">
                <a:moveTo>
                  <a:pt x="44196" y="175259"/>
                </a:moveTo>
                <a:lnTo>
                  <a:pt x="27432" y="160019"/>
                </a:lnTo>
                <a:lnTo>
                  <a:pt x="298704" y="160019"/>
                </a:lnTo>
                <a:lnTo>
                  <a:pt x="323088" y="135635"/>
                </a:lnTo>
                <a:lnTo>
                  <a:pt x="358140" y="170687"/>
                </a:lnTo>
                <a:lnTo>
                  <a:pt x="85344" y="170687"/>
                </a:lnTo>
                <a:lnTo>
                  <a:pt x="74199" y="170973"/>
                </a:lnTo>
                <a:lnTo>
                  <a:pt x="63627" y="171830"/>
                </a:lnTo>
                <a:lnTo>
                  <a:pt x="53625" y="173259"/>
                </a:lnTo>
                <a:lnTo>
                  <a:pt x="44196" y="175259"/>
                </a:lnTo>
                <a:close/>
              </a:path>
              <a:path w="388620" h="405764">
                <a:moveTo>
                  <a:pt x="207264" y="350520"/>
                </a:moveTo>
                <a:lnTo>
                  <a:pt x="182880" y="350520"/>
                </a:lnTo>
                <a:lnTo>
                  <a:pt x="182880" y="170687"/>
                </a:lnTo>
                <a:lnTo>
                  <a:pt x="207264" y="170687"/>
                </a:lnTo>
                <a:lnTo>
                  <a:pt x="207264" y="256031"/>
                </a:lnTo>
                <a:lnTo>
                  <a:pt x="330708" y="256031"/>
                </a:lnTo>
                <a:lnTo>
                  <a:pt x="341376" y="266699"/>
                </a:lnTo>
                <a:lnTo>
                  <a:pt x="207264" y="266699"/>
                </a:lnTo>
                <a:lnTo>
                  <a:pt x="207264" y="350520"/>
                </a:lnTo>
                <a:close/>
              </a:path>
              <a:path w="388620" h="405764">
                <a:moveTo>
                  <a:pt x="3048" y="405384"/>
                </a:moveTo>
                <a:lnTo>
                  <a:pt x="0" y="400812"/>
                </a:lnTo>
                <a:lnTo>
                  <a:pt x="15144" y="384786"/>
                </a:lnTo>
                <a:lnTo>
                  <a:pt x="28575" y="368617"/>
                </a:lnTo>
                <a:lnTo>
                  <a:pt x="50292" y="335280"/>
                </a:lnTo>
                <a:lnTo>
                  <a:pt x="70651" y="287273"/>
                </a:lnTo>
                <a:lnTo>
                  <a:pt x="79142" y="237743"/>
                </a:lnTo>
                <a:lnTo>
                  <a:pt x="82296" y="205739"/>
                </a:lnTo>
                <a:lnTo>
                  <a:pt x="123444" y="227075"/>
                </a:lnTo>
                <a:lnTo>
                  <a:pt x="109728" y="237743"/>
                </a:lnTo>
                <a:lnTo>
                  <a:pt x="106560" y="248888"/>
                </a:lnTo>
                <a:lnTo>
                  <a:pt x="103822" y="259460"/>
                </a:lnTo>
                <a:lnTo>
                  <a:pt x="99060" y="278891"/>
                </a:lnTo>
                <a:lnTo>
                  <a:pt x="106519" y="289559"/>
                </a:lnTo>
                <a:lnTo>
                  <a:pt x="96012" y="289559"/>
                </a:lnTo>
                <a:lnTo>
                  <a:pt x="79057" y="324993"/>
                </a:lnTo>
                <a:lnTo>
                  <a:pt x="50411" y="366379"/>
                </a:lnTo>
                <a:lnTo>
                  <a:pt x="21312" y="392572"/>
                </a:lnTo>
                <a:lnTo>
                  <a:pt x="3048" y="405384"/>
                </a:lnTo>
                <a:close/>
              </a:path>
              <a:path w="388620" h="405764">
                <a:moveTo>
                  <a:pt x="330708" y="256031"/>
                </a:moveTo>
                <a:lnTo>
                  <a:pt x="284988" y="256031"/>
                </a:lnTo>
                <a:lnTo>
                  <a:pt x="307847" y="233171"/>
                </a:lnTo>
                <a:lnTo>
                  <a:pt x="330708" y="256031"/>
                </a:lnTo>
                <a:close/>
              </a:path>
              <a:path w="388620" h="405764">
                <a:moveTo>
                  <a:pt x="352044" y="394716"/>
                </a:moveTo>
                <a:lnTo>
                  <a:pt x="309419" y="393263"/>
                </a:lnTo>
                <a:lnTo>
                  <a:pt x="241887" y="388072"/>
                </a:lnTo>
                <a:lnTo>
                  <a:pt x="195572" y="378380"/>
                </a:lnTo>
                <a:lnTo>
                  <a:pt x="159615" y="361330"/>
                </a:lnTo>
                <a:lnTo>
                  <a:pt x="119824" y="323469"/>
                </a:lnTo>
                <a:lnTo>
                  <a:pt x="96012" y="289559"/>
                </a:lnTo>
                <a:lnTo>
                  <a:pt x="106519" y="289559"/>
                </a:lnTo>
                <a:lnTo>
                  <a:pt x="108251" y="292036"/>
                </a:lnTo>
                <a:lnTo>
                  <a:pt x="117729" y="304037"/>
                </a:lnTo>
                <a:lnTo>
                  <a:pt x="150090" y="332946"/>
                </a:lnTo>
                <a:lnTo>
                  <a:pt x="182880" y="350520"/>
                </a:lnTo>
                <a:lnTo>
                  <a:pt x="207264" y="350520"/>
                </a:lnTo>
                <a:lnTo>
                  <a:pt x="207264" y="356616"/>
                </a:lnTo>
                <a:lnTo>
                  <a:pt x="231267" y="360592"/>
                </a:lnTo>
                <a:lnTo>
                  <a:pt x="255270" y="363283"/>
                </a:lnTo>
                <a:lnTo>
                  <a:pt x="279273" y="364545"/>
                </a:lnTo>
                <a:lnTo>
                  <a:pt x="388620" y="364545"/>
                </a:lnTo>
                <a:lnTo>
                  <a:pt x="388620" y="367284"/>
                </a:lnTo>
                <a:lnTo>
                  <a:pt x="375189" y="370713"/>
                </a:lnTo>
                <a:lnTo>
                  <a:pt x="364617" y="376428"/>
                </a:lnTo>
                <a:lnTo>
                  <a:pt x="356901" y="384429"/>
                </a:lnTo>
                <a:lnTo>
                  <a:pt x="352044" y="394716"/>
                </a:lnTo>
                <a:close/>
              </a:path>
              <a:path w="388620" h="405764">
                <a:moveTo>
                  <a:pt x="388620" y="364545"/>
                </a:moveTo>
                <a:lnTo>
                  <a:pt x="279273" y="364545"/>
                </a:lnTo>
                <a:lnTo>
                  <a:pt x="325826" y="363950"/>
                </a:lnTo>
                <a:lnTo>
                  <a:pt x="347662" y="363093"/>
                </a:lnTo>
                <a:lnTo>
                  <a:pt x="368641" y="361664"/>
                </a:lnTo>
                <a:lnTo>
                  <a:pt x="388620" y="359664"/>
                </a:lnTo>
                <a:lnTo>
                  <a:pt x="388620" y="36454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4756404" y="2324100"/>
            <a:ext cx="375285" cy="381000"/>
          </a:xfrm>
          <a:custGeom>
            <a:avLst/>
            <a:gdLst/>
            <a:ahLst/>
            <a:cxnLst/>
            <a:rect l="l" t="t" r="r" b="b"/>
            <a:pathLst>
              <a:path w="375285" h="381000">
                <a:moveTo>
                  <a:pt x="24383" y="380999"/>
                </a:moveTo>
                <a:lnTo>
                  <a:pt x="0" y="358139"/>
                </a:lnTo>
                <a:lnTo>
                  <a:pt x="10667" y="347472"/>
                </a:lnTo>
                <a:lnTo>
                  <a:pt x="10667" y="106679"/>
                </a:lnTo>
                <a:lnTo>
                  <a:pt x="10477" y="58673"/>
                </a:lnTo>
                <a:lnTo>
                  <a:pt x="10025" y="34670"/>
                </a:lnTo>
                <a:lnTo>
                  <a:pt x="9143" y="10667"/>
                </a:lnTo>
                <a:lnTo>
                  <a:pt x="35051" y="24383"/>
                </a:lnTo>
                <a:lnTo>
                  <a:pt x="303275" y="24383"/>
                </a:lnTo>
                <a:lnTo>
                  <a:pt x="329183" y="0"/>
                </a:lnTo>
                <a:lnTo>
                  <a:pt x="359663" y="35051"/>
                </a:lnTo>
                <a:lnTo>
                  <a:pt x="240791" y="35051"/>
                </a:lnTo>
                <a:lnTo>
                  <a:pt x="240791" y="243839"/>
                </a:lnTo>
                <a:lnTo>
                  <a:pt x="241934" y="258079"/>
                </a:lnTo>
                <a:lnTo>
                  <a:pt x="245363" y="268604"/>
                </a:lnTo>
                <a:lnTo>
                  <a:pt x="251078" y="275129"/>
                </a:lnTo>
                <a:lnTo>
                  <a:pt x="259079" y="277367"/>
                </a:lnTo>
                <a:lnTo>
                  <a:pt x="306324" y="277367"/>
                </a:lnTo>
                <a:lnTo>
                  <a:pt x="326397" y="235577"/>
                </a:lnTo>
                <a:lnTo>
                  <a:pt x="327088" y="222313"/>
                </a:lnTo>
                <a:lnTo>
                  <a:pt x="329183" y="195071"/>
                </a:lnTo>
                <a:lnTo>
                  <a:pt x="338328" y="195071"/>
                </a:lnTo>
                <a:lnTo>
                  <a:pt x="338518" y="220027"/>
                </a:lnTo>
                <a:lnTo>
                  <a:pt x="338970" y="232148"/>
                </a:lnTo>
                <a:lnTo>
                  <a:pt x="353567" y="268700"/>
                </a:lnTo>
                <a:lnTo>
                  <a:pt x="362711" y="271272"/>
                </a:lnTo>
                <a:lnTo>
                  <a:pt x="353806" y="283011"/>
                </a:lnTo>
                <a:lnTo>
                  <a:pt x="342900" y="290893"/>
                </a:lnTo>
                <a:lnTo>
                  <a:pt x="329707" y="295060"/>
                </a:lnTo>
                <a:lnTo>
                  <a:pt x="313943" y="295655"/>
                </a:lnTo>
                <a:lnTo>
                  <a:pt x="248411" y="295655"/>
                </a:lnTo>
                <a:lnTo>
                  <a:pt x="234434" y="292488"/>
                </a:lnTo>
                <a:lnTo>
                  <a:pt x="224599" y="285178"/>
                </a:lnTo>
                <a:lnTo>
                  <a:pt x="219051" y="273581"/>
                </a:lnTo>
                <a:lnTo>
                  <a:pt x="217931" y="257555"/>
                </a:lnTo>
                <a:lnTo>
                  <a:pt x="217931" y="35051"/>
                </a:lnTo>
                <a:lnTo>
                  <a:pt x="144779" y="35051"/>
                </a:lnTo>
                <a:lnTo>
                  <a:pt x="143827" y="88391"/>
                </a:lnTo>
                <a:lnTo>
                  <a:pt x="141731" y="137159"/>
                </a:lnTo>
                <a:lnTo>
                  <a:pt x="133730" y="182879"/>
                </a:lnTo>
                <a:lnTo>
                  <a:pt x="118871" y="228599"/>
                </a:lnTo>
                <a:lnTo>
                  <a:pt x="94487" y="273748"/>
                </a:lnTo>
                <a:lnTo>
                  <a:pt x="56387" y="320039"/>
                </a:lnTo>
                <a:lnTo>
                  <a:pt x="50291" y="315467"/>
                </a:lnTo>
                <a:lnTo>
                  <a:pt x="66270" y="291131"/>
                </a:lnTo>
                <a:lnTo>
                  <a:pt x="79819" y="268223"/>
                </a:lnTo>
                <a:lnTo>
                  <a:pt x="99059" y="225551"/>
                </a:lnTo>
                <a:lnTo>
                  <a:pt x="110489" y="184594"/>
                </a:lnTo>
                <a:lnTo>
                  <a:pt x="117347" y="140207"/>
                </a:lnTo>
                <a:lnTo>
                  <a:pt x="119443" y="91058"/>
                </a:lnTo>
                <a:lnTo>
                  <a:pt x="120395" y="35051"/>
                </a:lnTo>
                <a:lnTo>
                  <a:pt x="35051" y="35051"/>
                </a:lnTo>
                <a:lnTo>
                  <a:pt x="35051" y="355091"/>
                </a:lnTo>
                <a:lnTo>
                  <a:pt x="310895" y="355091"/>
                </a:lnTo>
                <a:lnTo>
                  <a:pt x="338328" y="329184"/>
                </a:lnTo>
                <a:lnTo>
                  <a:pt x="374904" y="365760"/>
                </a:lnTo>
                <a:lnTo>
                  <a:pt x="36575" y="365760"/>
                </a:lnTo>
                <a:lnTo>
                  <a:pt x="24383" y="38099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0" name="object 10"/>
          <p:cNvGrpSpPr/>
          <p:nvPr/>
        </p:nvGrpSpPr>
        <p:grpSpPr>
          <a:xfrm>
            <a:off x="5178551" y="2327148"/>
            <a:ext cx="894715" cy="382905"/>
            <a:chOff x="5178551" y="2327148"/>
            <a:chExt cx="894715" cy="382905"/>
          </a:xfrm>
        </p:grpSpPr>
        <p:sp>
          <p:nvSpPr>
            <p:cNvPr id="11" name="object 11"/>
            <p:cNvSpPr/>
            <p:nvPr/>
          </p:nvSpPr>
          <p:spPr>
            <a:xfrm>
              <a:off x="5178539" y="2327147"/>
              <a:ext cx="664845" cy="382905"/>
            </a:xfrm>
            <a:custGeom>
              <a:avLst/>
              <a:gdLst/>
              <a:ahLst/>
              <a:cxnLst/>
              <a:rect l="l" t="t" r="r" b="b"/>
              <a:pathLst>
                <a:path w="664845" h="382905">
                  <a:moveTo>
                    <a:pt x="225552" y="32004"/>
                  </a:moveTo>
                  <a:lnTo>
                    <a:pt x="196596" y="0"/>
                  </a:lnTo>
                  <a:lnTo>
                    <a:pt x="176784" y="21336"/>
                  </a:lnTo>
                  <a:lnTo>
                    <a:pt x="126492" y="21336"/>
                  </a:lnTo>
                  <a:lnTo>
                    <a:pt x="126492" y="32004"/>
                  </a:lnTo>
                  <a:lnTo>
                    <a:pt x="126492" y="86868"/>
                  </a:lnTo>
                  <a:lnTo>
                    <a:pt x="102108" y="86868"/>
                  </a:lnTo>
                  <a:lnTo>
                    <a:pt x="102108" y="32004"/>
                  </a:lnTo>
                  <a:lnTo>
                    <a:pt x="126492" y="32004"/>
                  </a:lnTo>
                  <a:lnTo>
                    <a:pt x="126492" y="21336"/>
                  </a:lnTo>
                  <a:lnTo>
                    <a:pt x="0" y="21336"/>
                  </a:lnTo>
                  <a:lnTo>
                    <a:pt x="16764" y="36576"/>
                  </a:lnTo>
                  <a:lnTo>
                    <a:pt x="26200" y="34582"/>
                  </a:lnTo>
                  <a:lnTo>
                    <a:pt x="36195" y="33147"/>
                  </a:lnTo>
                  <a:lnTo>
                    <a:pt x="46774" y="32296"/>
                  </a:lnTo>
                  <a:lnTo>
                    <a:pt x="57912" y="32004"/>
                  </a:lnTo>
                  <a:lnTo>
                    <a:pt x="80772" y="32004"/>
                  </a:lnTo>
                  <a:lnTo>
                    <a:pt x="80772" y="86868"/>
                  </a:lnTo>
                  <a:lnTo>
                    <a:pt x="80772" y="97536"/>
                  </a:lnTo>
                  <a:lnTo>
                    <a:pt x="78828" y="136690"/>
                  </a:lnTo>
                  <a:lnTo>
                    <a:pt x="73152" y="169545"/>
                  </a:lnTo>
                  <a:lnTo>
                    <a:pt x="64058" y="196126"/>
                  </a:lnTo>
                  <a:lnTo>
                    <a:pt x="51816" y="216408"/>
                  </a:lnTo>
                  <a:lnTo>
                    <a:pt x="51816" y="97536"/>
                  </a:lnTo>
                  <a:lnTo>
                    <a:pt x="80772" y="97536"/>
                  </a:lnTo>
                  <a:lnTo>
                    <a:pt x="80772" y="86868"/>
                  </a:lnTo>
                  <a:lnTo>
                    <a:pt x="51816" y="86868"/>
                  </a:lnTo>
                  <a:lnTo>
                    <a:pt x="27432" y="73152"/>
                  </a:lnTo>
                  <a:lnTo>
                    <a:pt x="27673" y="104546"/>
                  </a:lnTo>
                  <a:lnTo>
                    <a:pt x="28130" y="136690"/>
                  </a:lnTo>
                  <a:lnTo>
                    <a:pt x="28638" y="176593"/>
                  </a:lnTo>
                  <a:lnTo>
                    <a:pt x="28752" y="188976"/>
                  </a:lnTo>
                  <a:lnTo>
                    <a:pt x="28879" y="213360"/>
                  </a:lnTo>
                  <a:lnTo>
                    <a:pt x="28803" y="262128"/>
                  </a:lnTo>
                  <a:lnTo>
                    <a:pt x="28727" y="276656"/>
                  </a:lnTo>
                  <a:lnTo>
                    <a:pt x="28194" y="317754"/>
                  </a:lnTo>
                  <a:lnTo>
                    <a:pt x="27673" y="353148"/>
                  </a:lnTo>
                  <a:lnTo>
                    <a:pt x="27432" y="382524"/>
                  </a:lnTo>
                  <a:lnTo>
                    <a:pt x="51816" y="374904"/>
                  </a:lnTo>
                  <a:lnTo>
                    <a:pt x="51816" y="338328"/>
                  </a:lnTo>
                  <a:lnTo>
                    <a:pt x="176784" y="338328"/>
                  </a:lnTo>
                  <a:lnTo>
                    <a:pt x="176784" y="381000"/>
                  </a:lnTo>
                  <a:lnTo>
                    <a:pt x="201168" y="368808"/>
                  </a:lnTo>
                  <a:lnTo>
                    <a:pt x="200431" y="341376"/>
                  </a:lnTo>
                  <a:lnTo>
                    <a:pt x="200393" y="338328"/>
                  </a:lnTo>
                  <a:lnTo>
                    <a:pt x="200279" y="327660"/>
                  </a:lnTo>
                  <a:lnTo>
                    <a:pt x="199974" y="301142"/>
                  </a:lnTo>
                  <a:lnTo>
                    <a:pt x="199809" y="262128"/>
                  </a:lnTo>
                  <a:lnTo>
                    <a:pt x="199758" y="251460"/>
                  </a:lnTo>
                  <a:lnTo>
                    <a:pt x="199682" y="193548"/>
                  </a:lnTo>
                  <a:lnTo>
                    <a:pt x="199644" y="103632"/>
                  </a:lnTo>
                  <a:lnTo>
                    <a:pt x="206616" y="97536"/>
                  </a:lnTo>
                  <a:lnTo>
                    <a:pt x="211836" y="92964"/>
                  </a:lnTo>
                  <a:lnTo>
                    <a:pt x="204876" y="86868"/>
                  </a:lnTo>
                  <a:lnTo>
                    <a:pt x="187452" y="71628"/>
                  </a:lnTo>
                  <a:lnTo>
                    <a:pt x="176784" y="84963"/>
                  </a:lnTo>
                  <a:lnTo>
                    <a:pt x="176784" y="97536"/>
                  </a:lnTo>
                  <a:lnTo>
                    <a:pt x="176784" y="193548"/>
                  </a:lnTo>
                  <a:lnTo>
                    <a:pt x="176784" y="213360"/>
                  </a:lnTo>
                  <a:lnTo>
                    <a:pt x="176784" y="251460"/>
                  </a:lnTo>
                  <a:lnTo>
                    <a:pt x="176784" y="262128"/>
                  </a:lnTo>
                  <a:lnTo>
                    <a:pt x="176784" y="327660"/>
                  </a:lnTo>
                  <a:lnTo>
                    <a:pt x="51816" y="327660"/>
                  </a:lnTo>
                  <a:lnTo>
                    <a:pt x="51816" y="262128"/>
                  </a:lnTo>
                  <a:lnTo>
                    <a:pt x="176784" y="262128"/>
                  </a:lnTo>
                  <a:lnTo>
                    <a:pt x="176784" y="251460"/>
                  </a:lnTo>
                  <a:lnTo>
                    <a:pt x="51816" y="251460"/>
                  </a:lnTo>
                  <a:lnTo>
                    <a:pt x="51816" y="227076"/>
                  </a:lnTo>
                  <a:lnTo>
                    <a:pt x="62623" y="216408"/>
                  </a:lnTo>
                  <a:lnTo>
                    <a:pt x="73825" y="205346"/>
                  </a:lnTo>
                  <a:lnTo>
                    <a:pt x="89535" y="176593"/>
                  </a:lnTo>
                  <a:lnTo>
                    <a:pt x="98971" y="140716"/>
                  </a:lnTo>
                  <a:lnTo>
                    <a:pt x="102108" y="97536"/>
                  </a:lnTo>
                  <a:lnTo>
                    <a:pt x="126492" y="97536"/>
                  </a:lnTo>
                  <a:lnTo>
                    <a:pt x="126606" y="188976"/>
                  </a:lnTo>
                  <a:lnTo>
                    <a:pt x="152400" y="213360"/>
                  </a:lnTo>
                  <a:lnTo>
                    <a:pt x="176784" y="213360"/>
                  </a:lnTo>
                  <a:lnTo>
                    <a:pt x="176784" y="193548"/>
                  </a:lnTo>
                  <a:lnTo>
                    <a:pt x="150876" y="193548"/>
                  </a:lnTo>
                  <a:lnTo>
                    <a:pt x="146304" y="188976"/>
                  </a:lnTo>
                  <a:lnTo>
                    <a:pt x="146304" y="97536"/>
                  </a:lnTo>
                  <a:lnTo>
                    <a:pt x="176784" y="97536"/>
                  </a:lnTo>
                  <a:lnTo>
                    <a:pt x="176784" y="84963"/>
                  </a:lnTo>
                  <a:lnTo>
                    <a:pt x="175260" y="86868"/>
                  </a:lnTo>
                  <a:lnTo>
                    <a:pt x="146304" y="86868"/>
                  </a:lnTo>
                  <a:lnTo>
                    <a:pt x="146304" y="32004"/>
                  </a:lnTo>
                  <a:lnTo>
                    <a:pt x="225552" y="32004"/>
                  </a:lnTo>
                  <a:close/>
                </a:path>
                <a:path w="664845" h="382905">
                  <a:moveTo>
                    <a:pt x="409956" y="341376"/>
                  </a:moveTo>
                  <a:lnTo>
                    <a:pt x="389026" y="308229"/>
                  </a:lnTo>
                  <a:lnTo>
                    <a:pt x="387096" y="263652"/>
                  </a:lnTo>
                  <a:lnTo>
                    <a:pt x="377952" y="263652"/>
                  </a:lnTo>
                  <a:lnTo>
                    <a:pt x="375666" y="304419"/>
                  </a:lnTo>
                  <a:lnTo>
                    <a:pt x="366522" y="342900"/>
                  </a:lnTo>
                  <a:lnTo>
                    <a:pt x="355092" y="347472"/>
                  </a:lnTo>
                  <a:lnTo>
                    <a:pt x="286512" y="347472"/>
                  </a:lnTo>
                  <a:lnTo>
                    <a:pt x="273634" y="345719"/>
                  </a:lnTo>
                  <a:lnTo>
                    <a:pt x="264604" y="340233"/>
                  </a:lnTo>
                  <a:lnTo>
                    <a:pt x="259295" y="330758"/>
                  </a:lnTo>
                  <a:lnTo>
                    <a:pt x="257556" y="316992"/>
                  </a:lnTo>
                  <a:lnTo>
                    <a:pt x="257556" y="156972"/>
                  </a:lnTo>
                  <a:lnTo>
                    <a:pt x="352044" y="156972"/>
                  </a:lnTo>
                  <a:lnTo>
                    <a:pt x="352044" y="181356"/>
                  </a:lnTo>
                  <a:lnTo>
                    <a:pt x="376428" y="170688"/>
                  </a:lnTo>
                  <a:lnTo>
                    <a:pt x="375945" y="156972"/>
                  </a:lnTo>
                  <a:lnTo>
                    <a:pt x="375564" y="146304"/>
                  </a:lnTo>
                  <a:lnTo>
                    <a:pt x="375094" y="115633"/>
                  </a:lnTo>
                  <a:lnTo>
                    <a:pt x="374929" y="79184"/>
                  </a:lnTo>
                  <a:lnTo>
                    <a:pt x="374904" y="36576"/>
                  </a:lnTo>
                  <a:lnTo>
                    <a:pt x="381000" y="32004"/>
                  </a:lnTo>
                  <a:lnTo>
                    <a:pt x="387096" y="27432"/>
                  </a:lnTo>
                  <a:lnTo>
                    <a:pt x="361188" y="6096"/>
                  </a:lnTo>
                  <a:lnTo>
                    <a:pt x="348996" y="21336"/>
                  </a:lnTo>
                  <a:lnTo>
                    <a:pt x="227076" y="21336"/>
                  </a:lnTo>
                  <a:lnTo>
                    <a:pt x="242316" y="36576"/>
                  </a:lnTo>
                  <a:lnTo>
                    <a:pt x="252603" y="34582"/>
                  </a:lnTo>
                  <a:lnTo>
                    <a:pt x="262890" y="33147"/>
                  </a:lnTo>
                  <a:lnTo>
                    <a:pt x="273177" y="32296"/>
                  </a:lnTo>
                  <a:lnTo>
                    <a:pt x="283464" y="32004"/>
                  </a:lnTo>
                  <a:lnTo>
                    <a:pt x="352044" y="32004"/>
                  </a:lnTo>
                  <a:lnTo>
                    <a:pt x="352044" y="146304"/>
                  </a:lnTo>
                  <a:lnTo>
                    <a:pt x="257556" y="146304"/>
                  </a:lnTo>
                  <a:lnTo>
                    <a:pt x="233172" y="131064"/>
                  </a:lnTo>
                  <a:lnTo>
                    <a:pt x="234302" y="158521"/>
                  </a:lnTo>
                  <a:lnTo>
                    <a:pt x="235267" y="199834"/>
                  </a:lnTo>
                  <a:lnTo>
                    <a:pt x="235966" y="255155"/>
                  </a:lnTo>
                  <a:lnTo>
                    <a:pt x="236220" y="324612"/>
                  </a:lnTo>
                  <a:lnTo>
                    <a:pt x="237959" y="344335"/>
                  </a:lnTo>
                  <a:lnTo>
                    <a:pt x="245554" y="357759"/>
                  </a:lnTo>
                  <a:lnTo>
                    <a:pt x="259156" y="364909"/>
                  </a:lnTo>
                  <a:lnTo>
                    <a:pt x="278892" y="365760"/>
                  </a:lnTo>
                  <a:lnTo>
                    <a:pt x="368808" y="365760"/>
                  </a:lnTo>
                  <a:lnTo>
                    <a:pt x="382320" y="365175"/>
                  </a:lnTo>
                  <a:lnTo>
                    <a:pt x="393382" y="360997"/>
                  </a:lnTo>
                  <a:lnTo>
                    <a:pt x="402463" y="353123"/>
                  </a:lnTo>
                  <a:lnTo>
                    <a:pt x="406069" y="347472"/>
                  </a:lnTo>
                  <a:lnTo>
                    <a:pt x="409956" y="341376"/>
                  </a:lnTo>
                  <a:close/>
                </a:path>
                <a:path w="664845" h="382905">
                  <a:moveTo>
                    <a:pt x="664476" y="254508"/>
                  </a:moveTo>
                  <a:lnTo>
                    <a:pt x="656107" y="215074"/>
                  </a:lnTo>
                  <a:lnTo>
                    <a:pt x="628853" y="185928"/>
                  </a:lnTo>
                  <a:lnTo>
                    <a:pt x="593293" y="170815"/>
                  </a:lnTo>
                  <a:lnTo>
                    <a:pt x="557834" y="162306"/>
                  </a:lnTo>
                  <a:lnTo>
                    <a:pt x="515315" y="148780"/>
                  </a:lnTo>
                  <a:lnTo>
                    <a:pt x="492848" y="114896"/>
                  </a:lnTo>
                  <a:lnTo>
                    <a:pt x="492264" y="105156"/>
                  </a:lnTo>
                  <a:lnTo>
                    <a:pt x="493407" y="94297"/>
                  </a:lnTo>
                  <a:lnTo>
                    <a:pt x="520280" y="62585"/>
                  </a:lnTo>
                  <a:lnTo>
                    <a:pt x="557796" y="54864"/>
                  </a:lnTo>
                  <a:lnTo>
                    <a:pt x="571246" y="55460"/>
                  </a:lnTo>
                  <a:lnTo>
                    <a:pt x="609612" y="65532"/>
                  </a:lnTo>
                  <a:lnTo>
                    <a:pt x="649236" y="89916"/>
                  </a:lnTo>
                  <a:lnTo>
                    <a:pt x="652284" y="89916"/>
                  </a:lnTo>
                  <a:lnTo>
                    <a:pt x="652284" y="38100"/>
                  </a:lnTo>
                  <a:lnTo>
                    <a:pt x="641705" y="33578"/>
                  </a:lnTo>
                  <a:lnTo>
                    <a:pt x="594626" y="19989"/>
                  </a:lnTo>
                  <a:lnTo>
                    <a:pt x="556272" y="16764"/>
                  </a:lnTo>
                  <a:lnTo>
                    <a:pt x="533387" y="18478"/>
                  </a:lnTo>
                  <a:lnTo>
                    <a:pt x="493903" y="32194"/>
                  </a:lnTo>
                  <a:lnTo>
                    <a:pt x="463892" y="57873"/>
                  </a:lnTo>
                  <a:lnTo>
                    <a:pt x="446544" y="109728"/>
                  </a:lnTo>
                  <a:lnTo>
                    <a:pt x="446849" y="118833"/>
                  </a:lnTo>
                  <a:lnTo>
                    <a:pt x="459117" y="156591"/>
                  </a:lnTo>
                  <a:lnTo>
                    <a:pt x="490740" y="185928"/>
                  </a:lnTo>
                  <a:lnTo>
                    <a:pt x="538175" y="200977"/>
                  </a:lnTo>
                  <a:lnTo>
                    <a:pt x="551700" y="204216"/>
                  </a:lnTo>
                  <a:lnTo>
                    <a:pt x="558558" y="206273"/>
                  </a:lnTo>
                  <a:lnTo>
                    <a:pt x="597801" y="219265"/>
                  </a:lnTo>
                  <a:lnTo>
                    <a:pt x="619683" y="251777"/>
                  </a:lnTo>
                  <a:lnTo>
                    <a:pt x="620280" y="260604"/>
                  </a:lnTo>
                  <a:lnTo>
                    <a:pt x="619137" y="272592"/>
                  </a:lnTo>
                  <a:lnTo>
                    <a:pt x="591705" y="307111"/>
                  </a:lnTo>
                  <a:lnTo>
                    <a:pt x="547128" y="315468"/>
                  </a:lnTo>
                  <a:lnTo>
                    <a:pt x="534530" y="314883"/>
                  </a:lnTo>
                  <a:lnTo>
                    <a:pt x="495312" y="304800"/>
                  </a:lnTo>
                  <a:lnTo>
                    <a:pt x="458660" y="282511"/>
                  </a:lnTo>
                  <a:lnTo>
                    <a:pt x="448068" y="272796"/>
                  </a:lnTo>
                  <a:lnTo>
                    <a:pt x="445020" y="272796"/>
                  </a:lnTo>
                  <a:lnTo>
                    <a:pt x="445020" y="327660"/>
                  </a:lnTo>
                  <a:lnTo>
                    <a:pt x="455587" y="332879"/>
                  </a:lnTo>
                  <a:lnTo>
                    <a:pt x="503885" y="348830"/>
                  </a:lnTo>
                  <a:lnTo>
                    <a:pt x="550176" y="352044"/>
                  </a:lnTo>
                  <a:lnTo>
                    <a:pt x="564464" y="351713"/>
                  </a:lnTo>
                  <a:lnTo>
                    <a:pt x="609587" y="340448"/>
                  </a:lnTo>
                  <a:lnTo>
                    <a:pt x="642061" y="316191"/>
                  </a:lnTo>
                  <a:lnTo>
                    <a:pt x="662381" y="272986"/>
                  </a:lnTo>
                  <a:lnTo>
                    <a:pt x="663917" y="263677"/>
                  </a:lnTo>
                  <a:lnTo>
                    <a:pt x="664476" y="254508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2" name="object 12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5878067" y="2336292"/>
              <a:ext cx="195072" cy="201167"/>
            </a:xfrm>
            <a:prstGeom prst="rect">
              <a:avLst/>
            </a:prstGeom>
          </p:spPr>
        </p:pic>
      </p:grpSp>
      <p:sp>
        <p:nvSpPr>
          <p:cNvPr id="13" name="object 13"/>
          <p:cNvSpPr/>
          <p:nvPr/>
        </p:nvSpPr>
        <p:spPr>
          <a:xfrm>
            <a:off x="6156959" y="2308860"/>
            <a:ext cx="338455" cy="408940"/>
          </a:xfrm>
          <a:custGeom>
            <a:avLst/>
            <a:gdLst/>
            <a:ahLst/>
            <a:cxnLst/>
            <a:rect l="l" t="t" r="r" b="b"/>
            <a:pathLst>
              <a:path w="338454" h="408939">
                <a:moveTo>
                  <a:pt x="172212" y="102108"/>
                </a:moveTo>
                <a:lnTo>
                  <a:pt x="146304" y="102108"/>
                </a:lnTo>
                <a:lnTo>
                  <a:pt x="146280" y="70723"/>
                </a:lnTo>
                <a:lnTo>
                  <a:pt x="146113" y="43053"/>
                </a:lnTo>
                <a:lnTo>
                  <a:pt x="145661" y="19383"/>
                </a:lnTo>
                <a:lnTo>
                  <a:pt x="144780" y="0"/>
                </a:lnTo>
                <a:lnTo>
                  <a:pt x="185928" y="18288"/>
                </a:lnTo>
                <a:lnTo>
                  <a:pt x="172212" y="33528"/>
                </a:lnTo>
                <a:lnTo>
                  <a:pt x="172212" y="102108"/>
                </a:lnTo>
                <a:close/>
              </a:path>
              <a:path w="338454" h="408939">
                <a:moveTo>
                  <a:pt x="336296" y="102108"/>
                </a:moveTo>
                <a:lnTo>
                  <a:pt x="294132" y="102108"/>
                </a:lnTo>
                <a:lnTo>
                  <a:pt x="307848" y="80772"/>
                </a:lnTo>
                <a:lnTo>
                  <a:pt x="336296" y="102108"/>
                </a:lnTo>
                <a:close/>
              </a:path>
              <a:path w="338454" h="408939">
                <a:moveTo>
                  <a:pt x="0" y="272795"/>
                </a:moveTo>
                <a:lnTo>
                  <a:pt x="881" y="255317"/>
                </a:lnTo>
                <a:lnTo>
                  <a:pt x="1266" y="237744"/>
                </a:lnTo>
                <a:lnTo>
                  <a:pt x="1373" y="228861"/>
                </a:lnTo>
                <a:lnTo>
                  <a:pt x="1500" y="154590"/>
                </a:lnTo>
                <a:lnTo>
                  <a:pt x="1333" y="129159"/>
                </a:lnTo>
                <a:lnTo>
                  <a:pt x="881" y="106584"/>
                </a:lnTo>
                <a:lnTo>
                  <a:pt x="0" y="86868"/>
                </a:lnTo>
                <a:lnTo>
                  <a:pt x="25908" y="102108"/>
                </a:lnTo>
                <a:lnTo>
                  <a:pt x="336296" y="102108"/>
                </a:lnTo>
                <a:lnTo>
                  <a:pt x="338328" y="103632"/>
                </a:lnTo>
                <a:lnTo>
                  <a:pt x="327152" y="112776"/>
                </a:lnTo>
                <a:lnTo>
                  <a:pt x="25908" y="112776"/>
                </a:lnTo>
                <a:lnTo>
                  <a:pt x="25908" y="227076"/>
                </a:lnTo>
                <a:lnTo>
                  <a:pt x="321756" y="227076"/>
                </a:lnTo>
                <a:lnTo>
                  <a:pt x="321802" y="228861"/>
                </a:lnTo>
                <a:lnTo>
                  <a:pt x="322268" y="237744"/>
                </a:lnTo>
                <a:lnTo>
                  <a:pt x="25908" y="237744"/>
                </a:lnTo>
                <a:lnTo>
                  <a:pt x="25908" y="259080"/>
                </a:lnTo>
                <a:lnTo>
                  <a:pt x="0" y="272795"/>
                </a:lnTo>
                <a:close/>
              </a:path>
              <a:path w="338454" h="408939">
                <a:moveTo>
                  <a:pt x="172212" y="227076"/>
                </a:moveTo>
                <a:lnTo>
                  <a:pt x="146304" y="227076"/>
                </a:lnTo>
                <a:lnTo>
                  <a:pt x="146304" y="112776"/>
                </a:lnTo>
                <a:lnTo>
                  <a:pt x="172212" y="112776"/>
                </a:lnTo>
                <a:lnTo>
                  <a:pt x="172212" y="227076"/>
                </a:lnTo>
                <a:close/>
              </a:path>
              <a:path w="338454" h="408939">
                <a:moveTo>
                  <a:pt x="321756" y="227076"/>
                </a:moveTo>
                <a:lnTo>
                  <a:pt x="297180" y="227076"/>
                </a:lnTo>
                <a:lnTo>
                  <a:pt x="297180" y="112776"/>
                </a:lnTo>
                <a:lnTo>
                  <a:pt x="327152" y="112776"/>
                </a:lnTo>
                <a:lnTo>
                  <a:pt x="321564" y="117348"/>
                </a:lnTo>
                <a:lnTo>
                  <a:pt x="321564" y="219456"/>
                </a:lnTo>
                <a:lnTo>
                  <a:pt x="321756" y="227076"/>
                </a:lnTo>
                <a:close/>
              </a:path>
              <a:path w="338454" h="408939">
                <a:moveTo>
                  <a:pt x="144780" y="408432"/>
                </a:moveTo>
                <a:lnTo>
                  <a:pt x="145661" y="383047"/>
                </a:lnTo>
                <a:lnTo>
                  <a:pt x="146113" y="345948"/>
                </a:lnTo>
                <a:lnTo>
                  <a:pt x="146280" y="297418"/>
                </a:lnTo>
                <a:lnTo>
                  <a:pt x="146304" y="237744"/>
                </a:lnTo>
                <a:lnTo>
                  <a:pt x="172212" y="237744"/>
                </a:lnTo>
                <a:lnTo>
                  <a:pt x="172452" y="297418"/>
                </a:lnTo>
                <a:lnTo>
                  <a:pt x="172974" y="342900"/>
                </a:lnTo>
                <a:lnTo>
                  <a:pt x="173497" y="374904"/>
                </a:lnTo>
                <a:lnTo>
                  <a:pt x="173736" y="393192"/>
                </a:lnTo>
                <a:lnTo>
                  <a:pt x="144780" y="408432"/>
                </a:lnTo>
                <a:close/>
              </a:path>
              <a:path w="338454" h="408939">
                <a:moveTo>
                  <a:pt x="297180" y="269748"/>
                </a:moveTo>
                <a:lnTo>
                  <a:pt x="297180" y="237744"/>
                </a:lnTo>
                <a:lnTo>
                  <a:pt x="322268" y="237744"/>
                </a:lnTo>
                <a:lnTo>
                  <a:pt x="322849" y="248816"/>
                </a:lnTo>
                <a:lnTo>
                  <a:pt x="323088" y="259080"/>
                </a:lnTo>
                <a:lnTo>
                  <a:pt x="297180" y="26974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6560820" y="2307335"/>
            <a:ext cx="853440" cy="411480"/>
          </a:xfrm>
          <a:custGeom>
            <a:avLst/>
            <a:gdLst/>
            <a:ahLst/>
            <a:cxnLst/>
            <a:rect l="l" t="t" r="r" b="b"/>
            <a:pathLst>
              <a:path w="853440" h="411480">
                <a:moveTo>
                  <a:pt x="228600" y="274320"/>
                </a:moveTo>
                <a:lnTo>
                  <a:pt x="187083" y="240245"/>
                </a:lnTo>
                <a:lnTo>
                  <a:pt x="167640" y="231648"/>
                </a:lnTo>
                <a:lnTo>
                  <a:pt x="164592" y="236220"/>
                </a:lnTo>
                <a:lnTo>
                  <a:pt x="178257" y="251701"/>
                </a:lnTo>
                <a:lnTo>
                  <a:pt x="189357" y="266319"/>
                </a:lnTo>
                <a:lnTo>
                  <a:pt x="197586" y="280377"/>
                </a:lnTo>
                <a:lnTo>
                  <a:pt x="202692" y="294132"/>
                </a:lnTo>
                <a:lnTo>
                  <a:pt x="207264" y="304800"/>
                </a:lnTo>
                <a:lnTo>
                  <a:pt x="210312" y="310896"/>
                </a:lnTo>
                <a:lnTo>
                  <a:pt x="216408" y="310896"/>
                </a:lnTo>
                <a:lnTo>
                  <a:pt x="219456" y="307848"/>
                </a:lnTo>
                <a:lnTo>
                  <a:pt x="222504" y="300228"/>
                </a:lnTo>
                <a:lnTo>
                  <a:pt x="227076" y="294132"/>
                </a:lnTo>
                <a:lnTo>
                  <a:pt x="228600" y="286512"/>
                </a:lnTo>
                <a:lnTo>
                  <a:pt x="228600" y="274320"/>
                </a:lnTo>
                <a:close/>
              </a:path>
              <a:path w="853440" h="411480">
                <a:moveTo>
                  <a:pt x="233172" y="169164"/>
                </a:moveTo>
                <a:lnTo>
                  <a:pt x="200977" y="146494"/>
                </a:lnTo>
                <a:lnTo>
                  <a:pt x="172212" y="134112"/>
                </a:lnTo>
                <a:lnTo>
                  <a:pt x="167640" y="138684"/>
                </a:lnTo>
                <a:lnTo>
                  <a:pt x="181356" y="152361"/>
                </a:lnTo>
                <a:lnTo>
                  <a:pt x="192786" y="165735"/>
                </a:lnTo>
                <a:lnTo>
                  <a:pt x="201930" y="178549"/>
                </a:lnTo>
                <a:lnTo>
                  <a:pt x="208788" y="190500"/>
                </a:lnTo>
                <a:lnTo>
                  <a:pt x="213360" y="201168"/>
                </a:lnTo>
                <a:lnTo>
                  <a:pt x="216408" y="207264"/>
                </a:lnTo>
                <a:lnTo>
                  <a:pt x="220980" y="207264"/>
                </a:lnTo>
                <a:lnTo>
                  <a:pt x="224028" y="202692"/>
                </a:lnTo>
                <a:lnTo>
                  <a:pt x="227076" y="196596"/>
                </a:lnTo>
                <a:lnTo>
                  <a:pt x="231648" y="188976"/>
                </a:lnTo>
                <a:lnTo>
                  <a:pt x="233172" y="182880"/>
                </a:lnTo>
                <a:lnTo>
                  <a:pt x="233172" y="169164"/>
                </a:lnTo>
                <a:close/>
              </a:path>
              <a:path w="853440" h="411480">
                <a:moveTo>
                  <a:pt x="384048" y="65532"/>
                </a:moveTo>
                <a:lnTo>
                  <a:pt x="373380" y="54864"/>
                </a:lnTo>
                <a:lnTo>
                  <a:pt x="347472" y="28956"/>
                </a:lnTo>
                <a:lnTo>
                  <a:pt x="321564" y="54864"/>
                </a:lnTo>
                <a:lnTo>
                  <a:pt x="114300" y="54864"/>
                </a:lnTo>
                <a:lnTo>
                  <a:pt x="118884" y="48895"/>
                </a:lnTo>
                <a:lnTo>
                  <a:pt x="123634" y="42481"/>
                </a:lnTo>
                <a:lnTo>
                  <a:pt x="128651" y="35801"/>
                </a:lnTo>
                <a:lnTo>
                  <a:pt x="134112" y="28956"/>
                </a:lnTo>
                <a:lnTo>
                  <a:pt x="147828" y="22860"/>
                </a:lnTo>
                <a:lnTo>
                  <a:pt x="109728" y="0"/>
                </a:lnTo>
                <a:lnTo>
                  <a:pt x="92202" y="40957"/>
                </a:lnTo>
                <a:lnTo>
                  <a:pt x="65532" y="85344"/>
                </a:lnTo>
                <a:lnTo>
                  <a:pt x="33528" y="127254"/>
                </a:lnTo>
                <a:lnTo>
                  <a:pt x="1524" y="160020"/>
                </a:lnTo>
                <a:lnTo>
                  <a:pt x="4572" y="164592"/>
                </a:lnTo>
                <a:lnTo>
                  <a:pt x="37719" y="141732"/>
                </a:lnTo>
                <a:lnTo>
                  <a:pt x="75438" y="106895"/>
                </a:lnTo>
                <a:lnTo>
                  <a:pt x="109728" y="65532"/>
                </a:lnTo>
                <a:lnTo>
                  <a:pt x="384048" y="65532"/>
                </a:lnTo>
                <a:close/>
              </a:path>
              <a:path w="853440" h="411480">
                <a:moveTo>
                  <a:pt x="408432" y="222504"/>
                </a:moveTo>
                <a:lnTo>
                  <a:pt x="373380" y="187452"/>
                </a:lnTo>
                <a:lnTo>
                  <a:pt x="348996" y="211836"/>
                </a:lnTo>
                <a:lnTo>
                  <a:pt x="326136" y="211836"/>
                </a:lnTo>
                <a:lnTo>
                  <a:pt x="330708" y="131064"/>
                </a:lnTo>
                <a:lnTo>
                  <a:pt x="336423" y="126492"/>
                </a:lnTo>
                <a:lnTo>
                  <a:pt x="345948" y="118872"/>
                </a:lnTo>
                <a:lnTo>
                  <a:pt x="341591" y="115824"/>
                </a:lnTo>
                <a:lnTo>
                  <a:pt x="315468" y="97536"/>
                </a:lnTo>
                <a:lnTo>
                  <a:pt x="306324" y="109728"/>
                </a:lnTo>
                <a:lnTo>
                  <a:pt x="306324" y="126492"/>
                </a:lnTo>
                <a:lnTo>
                  <a:pt x="301752" y="211836"/>
                </a:lnTo>
                <a:lnTo>
                  <a:pt x="300228" y="211836"/>
                </a:lnTo>
                <a:lnTo>
                  <a:pt x="300228" y="222504"/>
                </a:lnTo>
                <a:lnTo>
                  <a:pt x="295656" y="320040"/>
                </a:lnTo>
                <a:lnTo>
                  <a:pt x="97536" y="320040"/>
                </a:lnTo>
                <a:lnTo>
                  <a:pt x="109728" y="222504"/>
                </a:lnTo>
                <a:lnTo>
                  <a:pt x="300228" y="222504"/>
                </a:lnTo>
                <a:lnTo>
                  <a:pt x="300228" y="211836"/>
                </a:lnTo>
                <a:lnTo>
                  <a:pt x="111252" y="211836"/>
                </a:lnTo>
                <a:lnTo>
                  <a:pt x="120396" y="126492"/>
                </a:lnTo>
                <a:lnTo>
                  <a:pt x="306324" y="126492"/>
                </a:lnTo>
                <a:lnTo>
                  <a:pt x="306324" y="109728"/>
                </a:lnTo>
                <a:lnTo>
                  <a:pt x="301752" y="115824"/>
                </a:lnTo>
                <a:lnTo>
                  <a:pt x="121920" y="115824"/>
                </a:lnTo>
                <a:lnTo>
                  <a:pt x="97536" y="100584"/>
                </a:lnTo>
                <a:lnTo>
                  <a:pt x="86868" y="211836"/>
                </a:lnTo>
                <a:lnTo>
                  <a:pt x="0" y="211836"/>
                </a:lnTo>
                <a:lnTo>
                  <a:pt x="13716" y="225552"/>
                </a:lnTo>
                <a:lnTo>
                  <a:pt x="39624" y="222504"/>
                </a:lnTo>
                <a:lnTo>
                  <a:pt x="85344" y="222504"/>
                </a:lnTo>
                <a:lnTo>
                  <a:pt x="73152" y="312420"/>
                </a:lnTo>
                <a:lnTo>
                  <a:pt x="59436" y="323088"/>
                </a:lnTo>
                <a:lnTo>
                  <a:pt x="83820" y="345948"/>
                </a:lnTo>
                <a:lnTo>
                  <a:pt x="97536" y="330708"/>
                </a:lnTo>
                <a:lnTo>
                  <a:pt x="294132" y="330708"/>
                </a:lnTo>
                <a:lnTo>
                  <a:pt x="291503" y="349834"/>
                </a:lnTo>
                <a:lnTo>
                  <a:pt x="288036" y="363664"/>
                </a:lnTo>
                <a:lnTo>
                  <a:pt x="283413" y="372071"/>
                </a:lnTo>
                <a:lnTo>
                  <a:pt x="277368" y="374904"/>
                </a:lnTo>
                <a:lnTo>
                  <a:pt x="268770" y="374319"/>
                </a:lnTo>
                <a:lnTo>
                  <a:pt x="256603" y="372427"/>
                </a:lnTo>
                <a:lnTo>
                  <a:pt x="240715" y="369125"/>
                </a:lnTo>
                <a:lnTo>
                  <a:pt x="220980" y="364236"/>
                </a:lnTo>
                <a:lnTo>
                  <a:pt x="220980" y="373380"/>
                </a:lnTo>
                <a:lnTo>
                  <a:pt x="240957" y="382549"/>
                </a:lnTo>
                <a:lnTo>
                  <a:pt x="255079" y="391858"/>
                </a:lnTo>
                <a:lnTo>
                  <a:pt x="263194" y="401459"/>
                </a:lnTo>
                <a:lnTo>
                  <a:pt x="265176" y="411480"/>
                </a:lnTo>
                <a:lnTo>
                  <a:pt x="280619" y="407466"/>
                </a:lnTo>
                <a:lnTo>
                  <a:pt x="311886" y="377431"/>
                </a:lnTo>
                <a:lnTo>
                  <a:pt x="320040" y="330708"/>
                </a:lnTo>
                <a:lnTo>
                  <a:pt x="399288" y="330708"/>
                </a:lnTo>
                <a:lnTo>
                  <a:pt x="388620" y="320040"/>
                </a:lnTo>
                <a:lnTo>
                  <a:pt x="364236" y="295656"/>
                </a:lnTo>
                <a:lnTo>
                  <a:pt x="339852" y="320040"/>
                </a:lnTo>
                <a:lnTo>
                  <a:pt x="321564" y="320040"/>
                </a:lnTo>
                <a:lnTo>
                  <a:pt x="326136" y="222504"/>
                </a:lnTo>
                <a:lnTo>
                  <a:pt x="408432" y="222504"/>
                </a:lnTo>
                <a:close/>
              </a:path>
              <a:path w="853440" h="411480">
                <a:moveTo>
                  <a:pt x="675119" y="147828"/>
                </a:moveTo>
                <a:lnTo>
                  <a:pt x="633971" y="124968"/>
                </a:lnTo>
                <a:lnTo>
                  <a:pt x="634860" y="145859"/>
                </a:lnTo>
                <a:lnTo>
                  <a:pt x="635317" y="165925"/>
                </a:lnTo>
                <a:lnTo>
                  <a:pt x="635406" y="175260"/>
                </a:lnTo>
                <a:lnTo>
                  <a:pt x="635304" y="352425"/>
                </a:lnTo>
                <a:lnTo>
                  <a:pt x="634860" y="379526"/>
                </a:lnTo>
                <a:lnTo>
                  <a:pt x="633971" y="411480"/>
                </a:lnTo>
                <a:lnTo>
                  <a:pt x="664451" y="394716"/>
                </a:lnTo>
                <a:lnTo>
                  <a:pt x="663435" y="379526"/>
                </a:lnTo>
                <a:lnTo>
                  <a:pt x="662355" y="362331"/>
                </a:lnTo>
                <a:lnTo>
                  <a:pt x="661670" y="347141"/>
                </a:lnTo>
                <a:lnTo>
                  <a:pt x="661403" y="332232"/>
                </a:lnTo>
                <a:lnTo>
                  <a:pt x="661403" y="158496"/>
                </a:lnTo>
                <a:lnTo>
                  <a:pt x="675119" y="147828"/>
                </a:lnTo>
                <a:close/>
              </a:path>
              <a:path w="853440" h="411480">
                <a:moveTo>
                  <a:pt x="853427" y="179832"/>
                </a:moveTo>
                <a:lnTo>
                  <a:pt x="805040" y="165925"/>
                </a:lnTo>
                <a:lnTo>
                  <a:pt x="754367" y="137160"/>
                </a:lnTo>
                <a:lnTo>
                  <a:pt x="704456" y="92964"/>
                </a:lnTo>
                <a:lnTo>
                  <a:pt x="664311" y="41148"/>
                </a:lnTo>
                <a:lnTo>
                  <a:pt x="656831" y="30480"/>
                </a:lnTo>
                <a:lnTo>
                  <a:pt x="672071" y="19812"/>
                </a:lnTo>
                <a:lnTo>
                  <a:pt x="635495" y="0"/>
                </a:lnTo>
                <a:lnTo>
                  <a:pt x="625233" y="27127"/>
                </a:lnTo>
                <a:lnTo>
                  <a:pt x="610539" y="55816"/>
                </a:lnTo>
                <a:lnTo>
                  <a:pt x="568439" y="117348"/>
                </a:lnTo>
                <a:lnTo>
                  <a:pt x="542556" y="147828"/>
                </a:lnTo>
                <a:lnTo>
                  <a:pt x="513003" y="175260"/>
                </a:lnTo>
                <a:lnTo>
                  <a:pt x="480364" y="199224"/>
                </a:lnTo>
                <a:lnTo>
                  <a:pt x="444995" y="219456"/>
                </a:lnTo>
                <a:lnTo>
                  <a:pt x="446519" y="225552"/>
                </a:lnTo>
                <a:lnTo>
                  <a:pt x="482269" y="208978"/>
                </a:lnTo>
                <a:lnTo>
                  <a:pt x="542328" y="172402"/>
                </a:lnTo>
                <a:lnTo>
                  <a:pt x="588619" y="129882"/>
                </a:lnTo>
                <a:lnTo>
                  <a:pt x="631431" y="73964"/>
                </a:lnTo>
                <a:lnTo>
                  <a:pt x="652259" y="41148"/>
                </a:lnTo>
                <a:lnTo>
                  <a:pt x="669671" y="71678"/>
                </a:lnTo>
                <a:lnTo>
                  <a:pt x="705624" y="123024"/>
                </a:lnTo>
                <a:lnTo>
                  <a:pt x="743305" y="162102"/>
                </a:lnTo>
                <a:lnTo>
                  <a:pt x="788403" y="195770"/>
                </a:lnTo>
                <a:lnTo>
                  <a:pt x="813803" y="210312"/>
                </a:lnTo>
                <a:lnTo>
                  <a:pt x="820648" y="201168"/>
                </a:lnTo>
                <a:lnTo>
                  <a:pt x="829614" y="194310"/>
                </a:lnTo>
                <a:lnTo>
                  <a:pt x="840600" y="189738"/>
                </a:lnTo>
                <a:lnTo>
                  <a:pt x="853427" y="187452"/>
                </a:lnTo>
                <a:lnTo>
                  <a:pt x="853427" y="17983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" name="object 15"/>
          <p:cNvSpPr/>
          <p:nvPr/>
        </p:nvSpPr>
        <p:spPr>
          <a:xfrm>
            <a:off x="7463028" y="2311907"/>
            <a:ext cx="1268095" cy="407034"/>
          </a:xfrm>
          <a:custGeom>
            <a:avLst/>
            <a:gdLst/>
            <a:ahLst/>
            <a:cxnLst/>
            <a:rect l="l" t="t" r="r" b="b"/>
            <a:pathLst>
              <a:path w="1268095" h="407035">
                <a:moveTo>
                  <a:pt x="394716" y="137160"/>
                </a:moveTo>
                <a:lnTo>
                  <a:pt x="356616" y="99060"/>
                </a:lnTo>
                <a:lnTo>
                  <a:pt x="327660" y="126492"/>
                </a:lnTo>
                <a:lnTo>
                  <a:pt x="271272" y="126492"/>
                </a:lnTo>
                <a:lnTo>
                  <a:pt x="271272" y="137160"/>
                </a:lnTo>
                <a:lnTo>
                  <a:pt x="259003" y="179120"/>
                </a:lnTo>
                <a:lnTo>
                  <a:pt x="245173" y="217932"/>
                </a:lnTo>
                <a:lnTo>
                  <a:pt x="229908" y="253326"/>
                </a:lnTo>
                <a:lnTo>
                  <a:pt x="213360" y="284988"/>
                </a:lnTo>
                <a:lnTo>
                  <a:pt x="196227" y="279844"/>
                </a:lnTo>
                <a:lnTo>
                  <a:pt x="118872" y="257556"/>
                </a:lnTo>
                <a:lnTo>
                  <a:pt x="146494" y="186499"/>
                </a:lnTo>
                <a:lnTo>
                  <a:pt x="157226" y="159194"/>
                </a:lnTo>
                <a:lnTo>
                  <a:pt x="166116" y="137160"/>
                </a:lnTo>
                <a:lnTo>
                  <a:pt x="271272" y="137160"/>
                </a:lnTo>
                <a:lnTo>
                  <a:pt x="271272" y="126492"/>
                </a:lnTo>
                <a:lnTo>
                  <a:pt x="167640" y="126492"/>
                </a:lnTo>
                <a:lnTo>
                  <a:pt x="176758" y="103403"/>
                </a:lnTo>
                <a:lnTo>
                  <a:pt x="185737" y="80010"/>
                </a:lnTo>
                <a:lnTo>
                  <a:pt x="194424" y="56629"/>
                </a:lnTo>
                <a:lnTo>
                  <a:pt x="202692" y="33528"/>
                </a:lnTo>
                <a:lnTo>
                  <a:pt x="217932" y="22860"/>
                </a:lnTo>
                <a:lnTo>
                  <a:pt x="176784" y="0"/>
                </a:lnTo>
                <a:lnTo>
                  <a:pt x="169367" y="31991"/>
                </a:lnTo>
                <a:lnTo>
                  <a:pt x="160972" y="63817"/>
                </a:lnTo>
                <a:lnTo>
                  <a:pt x="151701" y="95377"/>
                </a:lnTo>
                <a:lnTo>
                  <a:pt x="141732" y="126492"/>
                </a:lnTo>
                <a:lnTo>
                  <a:pt x="0" y="126492"/>
                </a:lnTo>
                <a:lnTo>
                  <a:pt x="15240" y="143256"/>
                </a:lnTo>
                <a:lnTo>
                  <a:pt x="24663" y="140385"/>
                </a:lnTo>
                <a:lnTo>
                  <a:pt x="34671" y="138493"/>
                </a:lnTo>
                <a:lnTo>
                  <a:pt x="45237" y="137477"/>
                </a:lnTo>
                <a:lnTo>
                  <a:pt x="56388" y="137160"/>
                </a:lnTo>
                <a:lnTo>
                  <a:pt x="138684" y="137160"/>
                </a:lnTo>
                <a:lnTo>
                  <a:pt x="126123" y="174028"/>
                </a:lnTo>
                <a:lnTo>
                  <a:pt x="113728" y="206883"/>
                </a:lnTo>
                <a:lnTo>
                  <a:pt x="101600" y="235750"/>
                </a:lnTo>
                <a:lnTo>
                  <a:pt x="89916" y="260604"/>
                </a:lnTo>
                <a:lnTo>
                  <a:pt x="115011" y="268325"/>
                </a:lnTo>
                <a:lnTo>
                  <a:pt x="142113" y="277749"/>
                </a:lnTo>
                <a:lnTo>
                  <a:pt x="170916" y="288899"/>
                </a:lnTo>
                <a:lnTo>
                  <a:pt x="201168" y="301752"/>
                </a:lnTo>
                <a:lnTo>
                  <a:pt x="185166" y="316572"/>
                </a:lnTo>
                <a:lnTo>
                  <a:pt x="146304" y="345046"/>
                </a:lnTo>
                <a:lnTo>
                  <a:pt x="97383" y="370128"/>
                </a:lnTo>
                <a:lnTo>
                  <a:pt x="39001" y="390080"/>
                </a:lnTo>
                <a:lnTo>
                  <a:pt x="6096" y="397764"/>
                </a:lnTo>
                <a:lnTo>
                  <a:pt x="9144" y="406908"/>
                </a:lnTo>
                <a:lnTo>
                  <a:pt x="48336" y="398335"/>
                </a:lnTo>
                <a:lnTo>
                  <a:pt x="115862" y="377761"/>
                </a:lnTo>
                <a:lnTo>
                  <a:pt x="170472" y="352259"/>
                </a:lnTo>
                <a:lnTo>
                  <a:pt x="210997" y="325259"/>
                </a:lnTo>
                <a:lnTo>
                  <a:pt x="225552" y="310896"/>
                </a:lnTo>
                <a:lnTo>
                  <a:pt x="256667" y="326898"/>
                </a:lnTo>
                <a:lnTo>
                  <a:pt x="283654" y="342900"/>
                </a:lnTo>
                <a:lnTo>
                  <a:pt x="306336" y="358902"/>
                </a:lnTo>
                <a:lnTo>
                  <a:pt x="324612" y="374904"/>
                </a:lnTo>
                <a:lnTo>
                  <a:pt x="332917" y="381152"/>
                </a:lnTo>
                <a:lnTo>
                  <a:pt x="339661" y="385953"/>
                </a:lnTo>
                <a:lnTo>
                  <a:pt x="344970" y="389051"/>
                </a:lnTo>
                <a:lnTo>
                  <a:pt x="348996" y="390144"/>
                </a:lnTo>
                <a:lnTo>
                  <a:pt x="353568" y="390144"/>
                </a:lnTo>
                <a:lnTo>
                  <a:pt x="356616" y="384048"/>
                </a:lnTo>
                <a:lnTo>
                  <a:pt x="356590" y="370128"/>
                </a:lnTo>
                <a:lnTo>
                  <a:pt x="333756" y="335280"/>
                </a:lnTo>
                <a:lnTo>
                  <a:pt x="298513" y="317563"/>
                </a:lnTo>
                <a:lnTo>
                  <a:pt x="282638" y="310896"/>
                </a:lnTo>
                <a:lnTo>
                  <a:pt x="271818" y="306349"/>
                </a:lnTo>
                <a:lnTo>
                  <a:pt x="239268" y="294132"/>
                </a:lnTo>
                <a:lnTo>
                  <a:pt x="244055" y="284988"/>
                </a:lnTo>
                <a:lnTo>
                  <a:pt x="256959" y="260400"/>
                </a:lnTo>
                <a:lnTo>
                  <a:pt x="273367" y="223075"/>
                </a:lnTo>
                <a:lnTo>
                  <a:pt x="288340" y="182054"/>
                </a:lnTo>
                <a:lnTo>
                  <a:pt x="301752" y="137160"/>
                </a:lnTo>
                <a:lnTo>
                  <a:pt x="394716" y="137160"/>
                </a:lnTo>
                <a:close/>
              </a:path>
              <a:path w="1268095" h="407035">
                <a:moveTo>
                  <a:pt x="841235" y="358140"/>
                </a:moveTo>
                <a:lnTo>
                  <a:pt x="791133" y="340614"/>
                </a:lnTo>
                <a:lnTo>
                  <a:pt x="746747" y="304800"/>
                </a:lnTo>
                <a:lnTo>
                  <a:pt x="707885" y="255841"/>
                </a:lnTo>
                <a:lnTo>
                  <a:pt x="678167" y="196596"/>
                </a:lnTo>
                <a:lnTo>
                  <a:pt x="656640" y="125539"/>
                </a:lnTo>
                <a:lnTo>
                  <a:pt x="648817" y="84518"/>
                </a:lnTo>
                <a:lnTo>
                  <a:pt x="643115" y="39624"/>
                </a:lnTo>
                <a:lnTo>
                  <a:pt x="659879" y="24384"/>
                </a:lnTo>
                <a:lnTo>
                  <a:pt x="608063" y="1524"/>
                </a:lnTo>
                <a:lnTo>
                  <a:pt x="608088" y="41554"/>
                </a:lnTo>
                <a:lnTo>
                  <a:pt x="605967" y="81724"/>
                </a:lnTo>
                <a:lnTo>
                  <a:pt x="601853" y="122186"/>
                </a:lnTo>
                <a:lnTo>
                  <a:pt x="595871" y="163068"/>
                </a:lnTo>
                <a:lnTo>
                  <a:pt x="588441" y="201599"/>
                </a:lnTo>
                <a:lnTo>
                  <a:pt x="563295" y="268947"/>
                </a:lnTo>
                <a:lnTo>
                  <a:pt x="525005" y="322922"/>
                </a:lnTo>
                <a:lnTo>
                  <a:pt x="470141" y="371551"/>
                </a:lnTo>
                <a:lnTo>
                  <a:pt x="435851" y="394716"/>
                </a:lnTo>
                <a:lnTo>
                  <a:pt x="438899" y="400812"/>
                </a:lnTo>
                <a:lnTo>
                  <a:pt x="473481" y="383959"/>
                </a:lnTo>
                <a:lnTo>
                  <a:pt x="530631" y="345097"/>
                </a:lnTo>
                <a:lnTo>
                  <a:pt x="573201" y="299427"/>
                </a:lnTo>
                <a:lnTo>
                  <a:pt x="602919" y="248081"/>
                </a:lnTo>
                <a:lnTo>
                  <a:pt x="620953" y="190715"/>
                </a:lnTo>
                <a:lnTo>
                  <a:pt x="633006" y="120472"/>
                </a:lnTo>
                <a:lnTo>
                  <a:pt x="637019" y="80772"/>
                </a:lnTo>
                <a:lnTo>
                  <a:pt x="642188" y="122161"/>
                </a:lnTo>
                <a:lnTo>
                  <a:pt x="656526" y="191795"/>
                </a:lnTo>
                <a:lnTo>
                  <a:pt x="675957" y="244297"/>
                </a:lnTo>
                <a:lnTo>
                  <a:pt x="700481" y="291680"/>
                </a:lnTo>
                <a:lnTo>
                  <a:pt x="730745" y="335953"/>
                </a:lnTo>
                <a:lnTo>
                  <a:pt x="769607" y="374815"/>
                </a:lnTo>
                <a:lnTo>
                  <a:pt x="792467" y="391668"/>
                </a:lnTo>
                <a:lnTo>
                  <a:pt x="800735" y="381647"/>
                </a:lnTo>
                <a:lnTo>
                  <a:pt x="811707" y="374332"/>
                </a:lnTo>
                <a:lnTo>
                  <a:pt x="825258" y="369595"/>
                </a:lnTo>
                <a:lnTo>
                  <a:pt x="841235" y="367284"/>
                </a:lnTo>
                <a:lnTo>
                  <a:pt x="841235" y="358140"/>
                </a:lnTo>
                <a:close/>
              </a:path>
              <a:path w="1268095" h="407035">
                <a:moveTo>
                  <a:pt x="1176515" y="284988"/>
                </a:moveTo>
                <a:lnTo>
                  <a:pt x="1142987" y="252984"/>
                </a:lnTo>
                <a:lnTo>
                  <a:pt x="1120127" y="274320"/>
                </a:lnTo>
                <a:lnTo>
                  <a:pt x="885431" y="274320"/>
                </a:lnTo>
                <a:lnTo>
                  <a:pt x="900671" y="291084"/>
                </a:lnTo>
                <a:lnTo>
                  <a:pt x="910958" y="288213"/>
                </a:lnTo>
                <a:lnTo>
                  <a:pt x="921245" y="286321"/>
                </a:lnTo>
                <a:lnTo>
                  <a:pt x="931532" y="285305"/>
                </a:lnTo>
                <a:lnTo>
                  <a:pt x="941819" y="284988"/>
                </a:lnTo>
                <a:lnTo>
                  <a:pt x="1176515" y="284988"/>
                </a:lnTo>
                <a:close/>
              </a:path>
              <a:path w="1268095" h="407035">
                <a:moveTo>
                  <a:pt x="1267955" y="105156"/>
                </a:moveTo>
                <a:lnTo>
                  <a:pt x="1257782" y="94488"/>
                </a:lnTo>
                <a:lnTo>
                  <a:pt x="1235951" y="71628"/>
                </a:lnTo>
                <a:lnTo>
                  <a:pt x="1213091" y="94488"/>
                </a:lnTo>
                <a:lnTo>
                  <a:pt x="1008875" y="94488"/>
                </a:lnTo>
                <a:lnTo>
                  <a:pt x="1013447" y="30480"/>
                </a:lnTo>
                <a:lnTo>
                  <a:pt x="1027163" y="19812"/>
                </a:lnTo>
                <a:lnTo>
                  <a:pt x="986015" y="0"/>
                </a:lnTo>
                <a:lnTo>
                  <a:pt x="986015" y="51816"/>
                </a:lnTo>
                <a:lnTo>
                  <a:pt x="984834" y="68414"/>
                </a:lnTo>
                <a:lnTo>
                  <a:pt x="981303" y="133045"/>
                </a:lnTo>
                <a:lnTo>
                  <a:pt x="978395" y="181356"/>
                </a:lnTo>
                <a:lnTo>
                  <a:pt x="964679" y="193548"/>
                </a:lnTo>
                <a:lnTo>
                  <a:pt x="992111" y="214884"/>
                </a:lnTo>
                <a:lnTo>
                  <a:pt x="1005827" y="196596"/>
                </a:lnTo>
                <a:lnTo>
                  <a:pt x="1213091" y="196596"/>
                </a:lnTo>
                <a:lnTo>
                  <a:pt x="1209471" y="256032"/>
                </a:lnTo>
                <a:lnTo>
                  <a:pt x="1202423" y="310896"/>
                </a:lnTo>
                <a:lnTo>
                  <a:pt x="1188707" y="349377"/>
                </a:lnTo>
                <a:lnTo>
                  <a:pt x="1165847" y="362712"/>
                </a:lnTo>
                <a:lnTo>
                  <a:pt x="1151331" y="362140"/>
                </a:lnTo>
                <a:lnTo>
                  <a:pt x="1135367" y="360426"/>
                </a:lnTo>
                <a:lnTo>
                  <a:pt x="1118273" y="357568"/>
                </a:lnTo>
                <a:lnTo>
                  <a:pt x="1100315" y="353568"/>
                </a:lnTo>
                <a:lnTo>
                  <a:pt x="1097267" y="362712"/>
                </a:lnTo>
                <a:lnTo>
                  <a:pt x="1123251" y="371271"/>
                </a:lnTo>
                <a:lnTo>
                  <a:pt x="1141653" y="380809"/>
                </a:lnTo>
                <a:lnTo>
                  <a:pt x="1152347" y="391223"/>
                </a:lnTo>
                <a:lnTo>
                  <a:pt x="1155179" y="402336"/>
                </a:lnTo>
                <a:lnTo>
                  <a:pt x="1169428" y="398322"/>
                </a:lnTo>
                <a:lnTo>
                  <a:pt x="1202423" y="377952"/>
                </a:lnTo>
                <a:lnTo>
                  <a:pt x="1224076" y="335953"/>
                </a:lnTo>
                <a:lnTo>
                  <a:pt x="1231506" y="289064"/>
                </a:lnTo>
                <a:lnTo>
                  <a:pt x="1236700" y="233578"/>
                </a:lnTo>
                <a:lnTo>
                  <a:pt x="1238999" y="202692"/>
                </a:lnTo>
                <a:lnTo>
                  <a:pt x="1245095" y="196596"/>
                </a:lnTo>
                <a:lnTo>
                  <a:pt x="1254239" y="187452"/>
                </a:lnTo>
                <a:lnTo>
                  <a:pt x="1252067" y="185928"/>
                </a:lnTo>
                <a:lnTo>
                  <a:pt x="1223759" y="166116"/>
                </a:lnTo>
                <a:lnTo>
                  <a:pt x="1208519" y="185928"/>
                </a:lnTo>
                <a:lnTo>
                  <a:pt x="1004303" y="185928"/>
                </a:lnTo>
                <a:lnTo>
                  <a:pt x="1008875" y="105156"/>
                </a:lnTo>
                <a:lnTo>
                  <a:pt x="1267955" y="10515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" name="object 16"/>
          <p:cNvSpPr/>
          <p:nvPr/>
        </p:nvSpPr>
        <p:spPr>
          <a:xfrm>
            <a:off x="8784323" y="2308859"/>
            <a:ext cx="850900" cy="410209"/>
          </a:xfrm>
          <a:custGeom>
            <a:avLst/>
            <a:gdLst/>
            <a:ahLst/>
            <a:cxnLst/>
            <a:rect l="l" t="t" r="r" b="b"/>
            <a:pathLst>
              <a:path w="850900" h="410210">
                <a:moveTo>
                  <a:pt x="169164" y="352044"/>
                </a:moveTo>
                <a:lnTo>
                  <a:pt x="152527" y="315188"/>
                </a:lnTo>
                <a:lnTo>
                  <a:pt x="118872" y="297180"/>
                </a:lnTo>
                <a:lnTo>
                  <a:pt x="121640" y="288036"/>
                </a:lnTo>
                <a:lnTo>
                  <a:pt x="128016" y="266877"/>
                </a:lnTo>
                <a:lnTo>
                  <a:pt x="137160" y="228409"/>
                </a:lnTo>
                <a:lnTo>
                  <a:pt x="146304" y="181673"/>
                </a:lnTo>
                <a:lnTo>
                  <a:pt x="155448" y="126492"/>
                </a:lnTo>
                <a:lnTo>
                  <a:pt x="158940" y="123444"/>
                </a:lnTo>
                <a:lnTo>
                  <a:pt x="167640" y="115824"/>
                </a:lnTo>
                <a:lnTo>
                  <a:pt x="141732" y="96012"/>
                </a:lnTo>
                <a:lnTo>
                  <a:pt x="132588" y="110388"/>
                </a:lnTo>
                <a:lnTo>
                  <a:pt x="132588" y="123444"/>
                </a:lnTo>
                <a:lnTo>
                  <a:pt x="131114" y="136283"/>
                </a:lnTo>
                <a:lnTo>
                  <a:pt x="125310" y="176809"/>
                </a:lnTo>
                <a:lnTo>
                  <a:pt x="114681" y="231889"/>
                </a:lnTo>
                <a:lnTo>
                  <a:pt x="103251" y="274091"/>
                </a:lnTo>
                <a:lnTo>
                  <a:pt x="97536" y="288036"/>
                </a:lnTo>
                <a:lnTo>
                  <a:pt x="85280" y="283730"/>
                </a:lnTo>
                <a:lnTo>
                  <a:pt x="63042" y="276250"/>
                </a:lnTo>
                <a:lnTo>
                  <a:pt x="53340" y="272796"/>
                </a:lnTo>
                <a:lnTo>
                  <a:pt x="61112" y="239395"/>
                </a:lnTo>
                <a:lnTo>
                  <a:pt x="68580" y="203263"/>
                </a:lnTo>
                <a:lnTo>
                  <a:pt x="76060" y="164592"/>
                </a:lnTo>
                <a:lnTo>
                  <a:pt x="83832" y="123444"/>
                </a:lnTo>
                <a:lnTo>
                  <a:pt x="132588" y="123444"/>
                </a:lnTo>
                <a:lnTo>
                  <a:pt x="132588" y="110388"/>
                </a:lnTo>
                <a:lnTo>
                  <a:pt x="131064" y="112776"/>
                </a:lnTo>
                <a:lnTo>
                  <a:pt x="85356" y="112776"/>
                </a:lnTo>
                <a:lnTo>
                  <a:pt x="89014" y="92202"/>
                </a:lnTo>
                <a:lnTo>
                  <a:pt x="96926" y="51054"/>
                </a:lnTo>
                <a:lnTo>
                  <a:pt x="100584" y="30480"/>
                </a:lnTo>
                <a:lnTo>
                  <a:pt x="114300" y="18288"/>
                </a:lnTo>
                <a:lnTo>
                  <a:pt x="76200" y="0"/>
                </a:lnTo>
                <a:lnTo>
                  <a:pt x="74510" y="19126"/>
                </a:lnTo>
                <a:lnTo>
                  <a:pt x="71818" y="44386"/>
                </a:lnTo>
                <a:lnTo>
                  <a:pt x="68275" y="75653"/>
                </a:lnTo>
                <a:lnTo>
                  <a:pt x="64008" y="112776"/>
                </a:lnTo>
                <a:lnTo>
                  <a:pt x="3048" y="112776"/>
                </a:lnTo>
                <a:lnTo>
                  <a:pt x="18288" y="128016"/>
                </a:lnTo>
                <a:lnTo>
                  <a:pt x="27724" y="126022"/>
                </a:lnTo>
                <a:lnTo>
                  <a:pt x="37719" y="124587"/>
                </a:lnTo>
                <a:lnTo>
                  <a:pt x="48298" y="123736"/>
                </a:lnTo>
                <a:lnTo>
                  <a:pt x="59436" y="123444"/>
                </a:lnTo>
                <a:lnTo>
                  <a:pt x="60960" y="123444"/>
                </a:lnTo>
                <a:lnTo>
                  <a:pt x="53848" y="170002"/>
                </a:lnTo>
                <a:lnTo>
                  <a:pt x="46342" y="211010"/>
                </a:lnTo>
                <a:lnTo>
                  <a:pt x="38506" y="246888"/>
                </a:lnTo>
                <a:lnTo>
                  <a:pt x="30492" y="277368"/>
                </a:lnTo>
                <a:lnTo>
                  <a:pt x="41935" y="282536"/>
                </a:lnTo>
                <a:lnTo>
                  <a:pt x="55816" y="288988"/>
                </a:lnTo>
                <a:lnTo>
                  <a:pt x="72275" y="296875"/>
                </a:lnTo>
                <a:lnTo>
                  <a:pt x="91440" y="306324"/>
                </a:lnTo>
                <a:lnTo>
                  <a:pt x="75653" y="330923"/>
                </a:lnTo>
                <a:lnTo>
                  <a:pt x="55435" y="354520"/>
                </a:lnTo>
                <a:lnTo>
                  <a:pt x="30365" y="377266"/>
                </a:lnTo>
                <a:lnTo>
                  <a:pt x="0" y="399288"/>
                </a:lnTo>
                <a:lnTo>
                  <a:pt x="6096" y="405384"/>
                </a:lnTo>
                <a:lnTo>
                  <a:pt x="37515" y="387032"/>
                </a:lnTo>
                <a:lnTo>
                  <a:pt x="65341" y="365950"/>
                </a:lnTo>
                <a:lnTo>
                  <a:pt x="89471" y="341744"/>
                </a:lnTo>
                <a:lnTo>
                  <a:pt x="109728" y="313944"/>
                </a:lnTo>
                <a:lnTo>
                  <a:pt x="121704" y="323977"/>
                </a:lnTo>
                <a:lnTo>
                  <a:pt x="132588" y="333756"/>
                </a:lnTo>
                <a:lnTo>
                  <a:pt x="142303" y="343522"/>
                </a:lnTo>
                <a:lnTo>
                  <a:pt x="150876" y="353568"/>
                </a:lnTo>
                <a:lnTo>
                  <a:pt x="155448" y="361188"/>
                </a:lnTo>
                <a:lnTo>
                  <a:pt x="160020" y="365760"/>
                </a:lnTo>
                <a:lnTo>
                  <a:pt x="164592" y="365760"/>
                </a:lnTo>
                <a:lnTo>
                  <a:pt x="166116" y="362712"/>
                </a:lnTo>
                <a:lnTo>
                  <a:pt x="167640" y="356616"/>
                </a:lnTo>
                <a:lnTo>
                  <a:pt x="169164" y="352044"/>
                </a:lnTo>
                <a:close/>
              </a:path>
              <a:path w="850900" h="410210">
                <a:moveTo>
                  <a:pt x="406920" y="359664"/>
                </a:moveTo>
                <a:lnTo>
                  <a:pt x="385584" y="327660"/>
                </a:lnTo>
                <a:lnTo>
                  <a:pt x="384060" y="283464"/>
                </a:lnTo>
                <a:lnTo>
                  <a:pt x="374916" y="283464"/>
                </a:lnTo>
                <a:lnTo>
                  <a:pt x="373049" y="323088"/>
                </a:lnTo>
                <a:lnTo>
                  <a:pt x="359219" y="362953"/>
                </a:lnTo>
                <a:lnTo>
                  <a:pt x="352056" y="367284"/>
                </a:lnTo>
                <a:lnTo>
                  <a:pt x="245364" y="367284"/>
                </a:lnTo>
                <a:lnTo>
                  <a:pt x="218008" y="337832"/>
                </a:lnTo>
                <a:lnTo>
                  <a:pt x="217932" y="161544"/>
                </a:lnTo>
                <a:lnTo>
                  <a:pt x="217932" y="158496"/>
                </a:lnTo>
                <a:lnTo>
                  <a:pt x="262128" y="147828"/>
                </a:lnTo>
                <a:lnTo>
                  <a:pt x="261886" y="206311"/>
                </a:lnTo>
                <a:lnTo>
                  <a:pt x="261810" y="215455"/>
                </a:lnTo>
                <a:lnTo>
                  <a:pt x="261175" y="261556"/>
                </a:lnTo>
                <a:lnTo>
                  <a:pt x="260210" y="298500"/>
                </a:lnTo>
                <a:lnTo>
                  <a:pt x="259080" y="323088"/>
                </a:lnTo>
                <a:lnTo>
                  <a:pt x="288048" y="310896"/>
                </a:lnTo>
                <a:lnTo>
                  <a:pt x="286042" y="290893"/>
                </a:lnTo>
                <a:lnTo>
                  <a:pt x="284619" y="256032"/>
                </a:lnTo>
                <a:lnTo>
                  <a:pt x="283756" y="206311"/>
                </a:lnTo>
                <a:lnTo>
                  <a:pt x="283476" y="141732"/>
                </a:lnTo>
                <a:lnTo>
                  <a:pt x="322084" y="132588"/>
                </a:lnTo>
                <a:lnTo>
                  <a:pt x="341388" y="128016"/>
                </a:lnTo>
                <a:lnTo>
                  <a:pt x="341071" y="178955"/>
                </a:lnTo>
                <a:lnTo>
                  <a:pt x="338162" y="237959"/>
                </a:lnTo>
                <a:lnTo>
                  <a:pt x="321195" y="247840"/>
                </a:lnTo>
                <a:lnTo>
                  <a:pt x="309994" y="247103"/>
                </a:lnTo>
                <a:lnTo>
                  <a:pt x="295668" y="245364"/>
                </a:lnTo>
                <a:lnTo>
                  <a:pt x="295668" y="252984"/>
                </a:lnTo>
                <a:lnTo>
                  <a:pt x="310540" y="258127"/>
                </a:lnTo>
                <a:lnTo>
                  <a:pt x="321005" y="264414"/>
                </a:lnTo>
                <a:lnTo>
                  <a:pt x="327164" y="271843"/>
                </a:lnTo>
                <a:lnTo>
                  <a:pt x="329196" y="280416"/>
                </a:lnTo>
                <a:lnTo>
                  <a:pt x="340385" y="275272"/>
                </a:lnTo>
                <a:lnTo>
                  <a:pt x="362521" y="239395"/>
                </a:lnTo>
                <a:lnTo>
                  <a:pt x="365417" y="178955"/>
                </a:lnTo>
                <a:lnTo>
                  <a:pt x="365772" y="129540"/>
                </a:lnTo>
                <a:lnTo>
                  <a:pt x="367296" y="128016"/>
                </a:lnTo>
                <a:lnTo>
                  <a:pt x="377964" y="117348"/>
                </a:lnTo>
                <a:lnTo>
                  <a:pt x="349008" y="100584"/>
                </a:lnTo>
                <a:lnTo>
                  <a:pt x="338340" y="117348"/>
                </a:lnTo>
                <a:lnTo>
                  <a:pt x="283476" y="132588"/>
                </a:lnTo>
                <a:lnTo>
                  <a:pt x="283476" y="36576"/>
                </a:lnTo>
                <a:lnTo>
                  <a:pt x="298716" y="24384"/>
                </a:lnTo>
                <a:lnTo>
                  <a:pt x="259080" y="4572"/>
                </a:lnTo>
                <a:lnTo>
                  <a:pt x="261175" y="53721"/>
                </a:lnTo>
                <a:lnTo>
                  <a:pt x="261924" y="100774"/>
                </a:lnTo>
                <a:lnTo>
                  <a:pt x="262128" y="137160"/>
                </a:lnTo>
                <a:lnTo>
                  <a:pt x="217932" y="147828"/>
                </a:lnTo>
                <a:lnTo>
                  <a:pt x="217932" y="88392"/>
                </a:lnTo>
                <a:lnTo>
                  <a:pt x="231648" y="76200"/>
                </a:lnTo>
                <a:lnTo>
                  <a:pt x="193548" y="60960"/>
                </a:lnTo>
                <a:lnTo>
                  <a:pt x="194437" y="79514"/>
                </a:lnTo>
                <a:lnTo>
                  <a:pt x="194881" y="100774"/>
                </a:lnTo>
                <a:lnTo>
                  <a:pt x="195008" y="117348"/>
                </a:lnTo>
                <a:lnTo>
                  <a:pt x="195072" y="150876"/>
                </a:lnTo>
                <a:lnTo>
                  <a:pt x="155448" y="160020"/>
                </a:lnTo>
                <a:lnTo>
                  <a:pt x="172212" y="172212"/>
                </a:lnTo>
                <a:lnTo>
                  <a:pt x="182880" y="164592"/>
                </a:lnTo>
                <a:lnTo>
                  <a:pt x="195072" y="161544"/>
                </a:lnTo>
                <a:lnTo>
                  <a:pt x="195072" y="355092"/>
                </a:lnTo>
                <a:lnTo>
                  <a:pt x="197358" y="369074"/>
                </a:lnTo>
                <a:lnTo>
                  <a:pt x="204216" y="378904"/>
                </a:lnTo>
                <a:lnTo>
                  <a:pt x="215646" y="384454"/>
                </a:lnTo>
                <a:lnTo>
                  <a:pt x="231648" y="385572"/>
                </a:lnTo>
                <a:lnTo>
                  <a:pt x="361200" y="385572"/>
                </a:lnTo>
                <a:lnTo>
                  <a:pt x="377774" y="383247"/>
                </a:lnTo>
                <a:lnTo>
                  <a:pt x="390918" y="378333"/>
                </a:lnTo>
                <a:lnTo>
                  <a:pt x="400634" y="370573"/>
                </a:lnTo>
                <a:lnTo>
                  <a:pt x="402526" y="367284"/>
                </a:lnTo>
                <a:lnTo>
                  <a:pt x="406920" y="359664"/>
                </a:lnTo>
                <a:close/>
              </a:path>
              <a:path w="850900" h="410210">
                <a:moveTo>
                  <a:pt x="786384" y="22860"/>
                </a:moveTo>
                <a:lnTo>
                  <a:pt x="784326" y="21336"/>
                </a:lnTo>
                <a:lnTo>
                  <a:pt x="757428" y="1524"/>
                </a:lnTo>
                <a:lnTo>
                  <a:pt x="748284" y="16383"/>
                </a:lnTo>
                <a:lnTo>
                  <a:pt x="748284" y="30480"/>
                </a:lnTo>
                <a:lnTo>
                  <a:pt x="748284" y="70104"/>
                </a:lnTo>
                <a:lnTo>
                  <a:pt x="748284" y="79248"/>
                </a:lnTo>
                <a:lnTo>
                  <a:pt x="748284" y="117348"/>
                </a:lnTo>
                <a:lnTo>
                  <a:pt x="560832" y="117348"/>
                </a:lnTo>
                <a:lnTo>
                  <a:pt x="560832" y="79248"/>
                </a:lnTo>
                <a:lnTo>
                  <a:pt x="748284" y="79248"/>
                </a:lnTo>
                <a:lnTo>
                  <a:pt x="748284" y="70104"/>
                </a:lnTo>
                <a:lnTo>
                  <a:pt x="560832" y="70104"/>
                </a:lnTo>
                <a:lnTo>
                  <a:pt x="560832" y="30480"/>
                </a:lnTo>
                <a:lnTo>
                  <a:pt x="748284" y="30480"/>
                </a:lnTo>
                <a:lnTo>
                  <a:pt x="748284" y="16383"/>
                </a:lnTo>
                <a:lnTo>
                  <a:pt x="745236" y="21336"/>
                </a:lnTo>
                <a:lnTo>
                  <a:pt x="560832" y="21336"/>
                </a:lnTo>
                <a:lnTo>
                  <a:pt x="534924" y="6096"/>
                </a:lnTo>
                <a:lnTo>
                  <a:pt x="535165" y="23533"/>
                </a:lnTo>
                <a:lnTo>
                  <a:pt x="536219" y="60109"/>
                </a:lnTo>
                <a:lnTo>
                  <a:pt x="536346" y="70104"/>
                </a:lnTo>
                <a:lnTo>
                  <a:pt x="536219" y="98374"/>
                </a:lnTo>
                <a:lnTo>
                  <a:pt x="535165" y="134327"/>
                </a:lnTo>
                <a:lnTo>
                  <a:pt x="534924" y="150876"/>
                </a:lnTo>
                <a:lnTo>
                  <a:pt x="560832" y="141732"/>
                </a:lnTo>
                <a:lnTo>
                  <a:pt x="560832" y="128016"/>
                </a:lnTo>
                <a:lnTo>
                  <a:pt x="748284" y="128016"/>
                </a:lnTo>
                <a:lnTo>
                  <a:pt x="748284" y="149352"/>
                </a:lnTo>
                <a:lnTo>
                  <a:pt x="774192" y="137160"/>
                </a:lnTo>
                <a:lnTo>
                  <a:pt x="773582" y="128016"/>
                </a:lnTo>
                <a:lnTo>
                  <a:pt x="773315" y="124002"/>
                </a:lnTo>
                <a:lnTo>
                  <a:pt x="773176" y="117348"/>
                </a:lnTo>
                <a:lnTo>
                  <a:pt x="772858" y="102679"/>
                </a:lnTo>
                <a:lnTo>
                  <a:pt x="772731" y="79248"/>
                </a:lnTo>
                <a:lnTo>
                  <a:pt x="772693" y="70104"/>
                </a:lnTo>
                <a:lnTo>
                  <a:pt x="772668" y="35052"/>
                </a:lnTo>
                <a:lnTo>
                  <a:pt x="777811" y="30480"/>
                </a:lnTo>
                <a:lnTo>
                  <a:pt x="786384" y="22860"/>
                </a:lnTo>
                <a:close/>
              </a:path>
              <a:path w="850900" h="410210">
                <a:moveTo>
                  <a:pt x="848868" y="175260"/>
                </a:moveTo>
                <a:lnTo>
                  <a:pt x="810768" y="137160"/>
                </a:lnTo>
                <a:lnTo>
                  <a:pt x="783336" y="164592"/>
                </a:lnTo>
                <a:lnTo>
                  <a:pt x="617220" y="164592"/>
                </a:lnTo>
                <a:lnTo>
                  <a:pt x="617220" y="313944"/>
                </a:lnTo>
                <a:lnTo>
                  <a:pt x="536448" y="329184"/>
                </a:lnTo>
                <a:lnTo>
                  <a:pt x="536448" y="272796"/>
                </a:lnTo>
                <a:lnTo>
                  <a:pt x="617220" y="272796"/>
                </a:lnTo>
                <a:lnTo>
                  <a:pt x="617220" y="262128"/>
                </a:lnTo>
                <a:lnTo>
                  <a:pt x="536448" y="262128"/>
                </a:lnTo>
                <a:lnTo>
                  <a:pt x="536448" y="222504"/>
                </a:lnTo>
                <a:lnTo>
                  <a:pt x="617220" y="222504"/>
                </a:lnTo>
                <a:lnTo>
                  <a:pt x="617220" y="211836"/>
                </a:lnTo>
                <a:lnTo>
                  <a:pt x="536448" y="211836"/>
                </a:lnTo>
                <a:lnTo>
                  <a:pt x="536448" y="175260"/>
                </a:lnTo>
                <a:lnTo>
                  <a:pt x="617220" y="175260"/>
                </a:lnTo>
                <a:lnTo>
                  <a:pt x="617220" y="164592"/>
                </a:lnTo>
                <a:lnTo>
                  <a:pt x="451104" y="164592"/>
                </a:lnTo>
                <a:lnTo>
                  <a:pt x="464820" y="178308"/>
                </a:lnTo>
                <a:lnTo>
                  <a:pt x="487680" y="175260"/>
                </a:lnTo>
                <a:lnTo>
                  <a:pt x="512064" y="175260"/>
                </a:lnTo>
                <a:lnTo>
                  <a:pt x="512064" y="333756"/>
                </a:lnTo>
                <a:lnTo>
                  <a:pt x="495731" y="336042"/>
                </a:lnTo>
                <a:lnTo>
                  <a:pt x="480822" y="338328"/>
                </a:lnTo>
                <a:lnTo>
                  <a:pt x="467067" y="340614"/>
                </a:lnTo>
                <a:lnTo>
                  <a:pt x="454152" y="342900"/>
                </a:lnTo>
                <a:lnTo>
                  <a:pt x="475488" y="374904"/>
                </a:lnTo>
                <a:lnTo>
                  <a:pt x="478015" y="371475"/>
                </a:lnTo>
                <a:lnTo>
                  <a:pt x="483108" y="368046"/>
                </a:lnTo>
                <a:lnTo>
                  <a:pt x="539686" y="348615"/>
                </a:lnTo>
                <a:lnTo>
                  <a:pt x="617220" y="329184"/>
                </a:lnTo>
                <a:lnTo>
                  <a:pt x="617220" y="409956"/>
                </a:lnTo>
                <a:lnTo>
                  <a:pt x="640080" y="396240"/>
                </a:lnTo>
                <a:lnTo>
                  <a:pt x="640080" y="321564"/>
                </a:lnTo>
                <a:lnTo>
                  <a:pt x="681532" y="309372"/>
                </a:lnTo>
                <a:lnTo>
                  <a:pt x="691896" y="306324"/>
                </a:lnTo>
                <a:lnTo>
                  <a:pt x="690372" y="298704"/>
                </a:lnTo>
                <a:lnTo>
                  <a:pt x="640080" y="309372"/>
                </a:lnTo>
                <a:lnTo>
                  <a:pt x="640080" y="272796"/>
                </a:lnTo>
                <a:lnTo>
                  <a:pt x="640080" y="262128"/>
                </a:lnTo>
                <a:lnTo>
                  <a:pt x="640080" y="222504"/>
                </a:lnTo>
                <a:lnTo>
                  <a:pt x="640080" y="211836"/>
                </a:lnTo>
                <a:lnTo>
                  <a:pt x="640080" y="175260"/>
                </a:lnTo>
                <a:lnTo>
                  <a:pt x="848868" y="175260"/>
                </a:lnTo>
                <a:close/>
              </a:path>
              <a:path w="850900" h="410210">
                <a:moveTo>
                  <a:pt x="850392" y="370332"/>
                </a:moveTo>
                <a:lnTo>
                  <a:pt x="810958" y="363054"/>
                </a:lnTo>
                <a:lnTo>
                  <a:pt x="777544" y="343357"/>
                </a:lnTo>
                <a:lnTo>
                  <a:pt x="751332" y="321564"/>
                </a:lnTo>
                <a:lnTo>
                  <a:pt x="761695" y="306324"/>
                </a:lnTo>
                <a:lnTo>
                  <a:pt x="765937" y="300088"/>
                </a:lnTo>
                <a:lnTo>
                  <a:pt x="780097" y="276606"/>
                </a:lnTo>
                <a:lnTo>
                  <a:pt x="793991" y="250850"/>
                </a:lnTo>
                <a:lnTo>
                  <a:pt x="807720" y="222504"/>
                </a:lnTo>
                <a:lnTo>
                  <a:pt x="815340" y="217932"/>
                </a:lnTo>
                <a:lnTo>
                  <a:pt x="822960" y="213360"/>
                </a:lnTo>
                <a:lnTo>
                  <a:pt x="795528" y="188976"/>
                </a:lnTo>
                <a:lnTo>
                  <a:pt x="783336" y="205232"/>
                </a:lnTo>
                <a:lnTo>
                  <a:pt x="783336" y="217932"/>
                </a:lnTo>
                <a:lnTo>
                  <a:pt x="778751" y="228485"/>
                </a:lnTo>
                <a:lnTo>
                  <a:pt x="757555" y="273545"/>
                </a:lnTo>
                <a:lnTo>
                  <a:pt x="737616" y="306324"/>
                </a:lnTo>
                <a:lnTo>
                  <a:pt x="730783" y="297751"/>
                </a:lnTo>
                <a:lnTo>
                  <a:pt x="706043" y="253517"/>
                </a:lnTo>
                <a:lnTo>
                  <a:pt x="691896" y="217932"/>
                </a:lnTo>
                <a:lnTo>
                  <a:pt x="783336" y="217932"/>
                </a:lnTo>
                <a:lnTo>
                  <a:pt x="783336" y="205232"/>
                </a:lnTo>
                <a:lnTo>
                  <a:pt x="781812" y="207264"/>
                </a:lnTo>
                <a:lnTo>
                  <a:pt x="647700" y="207264"/>
                </a:lnTo>
                <a:lnTo>
                  <a:pt x="661416" y="220980"/>
                </a:lnTo>
                <a:lnTo>
                  <a:pt x="684276" y="217932"/>
                </a:lnTo>
                <a:lnTo>
                  <a:pt x="687755" y="232752"/>
                </a:lnTo>
                <a:lnTo>
                  <a:pt x="691515" y="247269"/>
                </a:lnTo>
                <a:lnTo>
                  <a:pt x="695858" y="261226"/>
                </a:lnTo>
                <a:lnTo>
                  <a:pt x="701040" y="274320"/>
                </a:lnTo>
                <a:lnTo>
                  <a:pt x="705929" y="286880"/>
                </a:lnTo>
                <a:lnTo>
                  <a:pt x="711517" y="299275"/>
                </a:lnTo>
                <a:lnTo>
                  <a:pt x="717981" y="311404"/>
                </a:lnTo>
                <a:lnTo>
                  <a:pt x="725424" y="323088"/>
                </a:lnTo>
                <a:lnTo>
                  <a:pt x="707224" y="343281"/>
                </a:lnTo>
                <a:lnTo>
                  <a:pt x="686752" y="362902"/>
                </a:lnTo>
                <a:lnTo>
                  <a:pt x="664349" y="381596"/>
                </a:lnTo>
                <a:lnTo>
                  <a:pt x="640080" y="399288"/>
                </a:lnTo>
                <a:lnTo>
                  <a:pt x="646176" y="405384"/>
                </a:lnTo>
                <a:lnTo>
                  <a:pt x="673328" y="388239"/>
                </a:lnTo>
                <a:lnTo>
                  <a:pt x="697611" y="371094"/>
                </a:lnTo>
                <a:lnTo>
                  <a:pt x="719048" y="353949"/>
                </a:lnTo>
                <a:lnTo>
                  <a:pt x="737616" y="336804"/>
                </a:lnTo>
                <a:lnTo>
                  <a:pt x="747890" y="347687"/>
                </a:lnTo>
                <a:lnTo>
                  <a:pt x="777240" y="374904"/>
                </a:lnTo>
                <a:lnTo>
                  <a:pt x="815340" y="397764"/>
                </a:lnTo>
                <a:lnTo>
                  <a:pt x="820826" y="390385"/>
                </a:lnTo>
                <a:lnTo>
                  <a:pt x="828294" y="384429"/>
                </a:lnTo>
                <a:lnTo>
                  <a:pt x="838060" y="380199"/>
                </a:lnTo>
                <a:lnTo>
                  <a:pt x="850392" y="377952"/>
                </a:lnTo>
                <a:lnTo>
                  <a:pt x="850392" y="37033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" name="object 17"/>
          <p:cNvSpPr/>
          <p:nvPr/>
        </p:nvSpPr>
        <p:spPr>
          <a:xfrm>
            <a:off x="2129027" y="2790443"/>
            <a:ext cx="398145" cy="393700"/>
          </a:xfrm>
          <a:custGeom>
            <a:avLst/>
            <a:gdLst/>
            <a:ahLst/>
            <a:cxnLst/>
            <a:rect l="l" t="t" r="r" b="b"/>
            <a:pathLst>
              <a:path w="398144" h="393700">
                <a:moveTo>
                  <a:pt x="248411" y="82296"/>
                </a:moveTo>
                <a:lnTo>
                  <a:pt x="237744" y="82296"/>
                </a:lnTo>
                <a:lnTo>
                  <a:pt x="251793" y="54864"/>
                </a:lnTo>
                <a:lnTo>
                  <a:pt x="262128" y="32004"/>
                </a:lnTo>
                <a:lnTo>
                  <a:pt x="269033" y="13716"/>
                </a:lnTo>
                <a:lnTo>
                  <a:pt x="272796" y="0"/>
                </a:lnTo>
                <a:lnTo>
                  <a:pt x="310896" y="22860"/>
                </a:lnTo>
                <a:lnTo>
                  <a:pt x="300275" y="27432"/>
                </a:lnTo>
                <a:lnTo>
                  <a:pt x="286512" y="38862"/>
                </a:lnTo>
                <a:lnTo>
                  <a:pt x="269319" y="57150"/>
                </a:lnTo>
                <a:lnTo>
                  <a:pt x="248411" y="82296"/>
                </a:lnTo>
                <a:close/>
              </a:path>
              <a:path w="398144" h="393700">
                <a:moveTo>
                  <a:pt x="141732" y="74676"/>
                </a:moveTo>
                <a:lnTo>
                  <a:pt x="135636" y="74676"/>
                </a:lnTo>
                <a:lnTo>
                  <a:pt x="131064" y="70104"/>
                </a:lnTo>
                <a:lnTo>
                  <a:pt x="128016" y="60960"/>
                </a:lnTo>
                <a:lnTo>
                  <a:pt x="122039" y="49244"/>
                </a:lnTo>
                <a:lnTo>
                  <a:pt x="113347" y="36957"/>
                </a:lnTo>
                <a:lnTo>
                  <a:pt x="102084" y="24098"/>
                </a:lnTo>
                <a:lnTo>
                  <a:pt x="88392" y="10668"/>
                </a:lnTo>
                <a:lnTo>
                  <a:pt x="91440" y="6096"/>
                </a:lnTo>
                <a:lnTo>
                  <a:pt x="127063" y="21526"/>
                </a:lnTo>
                <a:lnTo>
                  <a:pt x="147828" y="41148"/>
                </a:lnTo>
                <a:lnTo>
                  <a:pt x="150876" y="45720"/>
                </a:lnTo>
                <a:lnTo>
                  <a:pt x="150876" y="56388"/>
                </a:lnTo>
                <a:lnTo>
                  <a:pt x="149352" y="62484"/>
                </a:lnTo>
                <a:lnTo>
                  <a:pt x="146304" y="67056"/>
                </a:lnTo>
                <a:lnTo>
                  <a:pt x="143256" y="73152"/>
                </a:lnTo>
                <a:lnTo>
                  <a:pt x="141732" y="74676"/>
                </a:lnTo>
                <a:close/>
              </a:path>
              <a:path w="398144" h="393700">
                <a:moveTo>
                  <a:pt x="39624" y="96012"/>
                </a:moveTo>
                <a:lnTo>
                  <a:pt x="25908" y="82296"/>
                </a:lnTo>
                <a:lnTo>
                  <a:pt x="327660" y="82296"/>
                </a:lnTo>
                <a:lnTo>
                  <a:pt x="353568" y="56388"/>
                </a:lnTo>
                <a:lnTo>
                  <a:pt x="390144" y="92964"/>
                </a:lnTo>
                <a:lnTo>
                  <a:pt x="64008" y="92964"/>
                </a:lnTo>
                <a:lnTo>
                  <a:pt x="39624" y="96012"/>
                </a:lnTo>
                <a:close/>
              </a:path>
              <a:path w="398144" h="393700">
                <a:moveTo>
                  <a:pt x="187452" y="144780"/>
                </a:moveTo>
                <a:lnTo>
                  <a:pt x="163068" y="144780"/>
                </a:lnTo>
                <a:lnTo>
                  <a:pt x="166235" y="131325"/>
                </a:lnTo>
                <a:lnTo>
                  <a:pt x="168973" y="118300"/>
                </a:lnTo>
                <a:lnTo>
                  <a:pt x="171426" y="105560"/>
                </a:lnTo>
                <a:lnTo>
                  <a:pt x="173736" y="92964"/>
                </a:lnTo>
                <a:lnTo>
                  <a:pt x="199644" y="92964"/>
                </a:lnTo>
                <a:lnTo>
                  <a:pt x="196238" y="108346"/>
                </a:lnTo>
                <a:lnTo>
                  <a:pt x="192976" y="122301"/>
                </a:lnTo>
                <a:lnTo>
                  <a:pt x="189999" y="134540"/>
                </a:lnTo>
                <a:lnTo>
                  <a:pt x="187452" y="144780"/>
                </a:lnTo>
                <a:close/>
              </a:path>
              <a:path w="398144" h="393700">
                <a:moveTo>
                  <a:pt x="62484" y="158496"/>
                </a:moveTo>
                <a:lnTo>
                  <a:pt x="48768" y="144780"/>
                </a:lnTo>
                <a:lnTo>
                  <a:pt x="300228" y="144780"/>
                </a:lnTo>
                <a:lnTo>
                  <a:pt x="323088" y="121920"/>
                </a:lnTo>
                <a:lnTo>
                  <a:pt x="356616" y="155448"/>
                </a:lnTo>
                <a:lnTo>
                  <a:pt x="85344" y="155448"/>
                </a:lnTo>
                <a:lnTo>
                  <a:pt x="62484" y="158496"/>
                </a:lnTo>
                <a:close/>
              </a:path>
              <a:path w="398144" h="393700">
                <a:moveTo>
                  <a:pt x="166116" y="207263"/>
                </a:moveTo>
                <a:lnTo>
                  <a:pt x="141732" y="207263"/>
                </a:lnTo>
                <a:lnTo>
                  <a:pt x="147185" y="194452"/>
                </a:lnTo>
                <a:lnTo>
                  <a:pt x="152209" y="181355"/>
                </a:lnTo>
                <a:lnTo>
                  <a:pt x="157025" y="168044"/>
                </a:lnTo>
                <a:lnTo>
                  <a:pt x="161544" y="155448"/>
                </a:lnTo>
                <a:lnTo>
                  <a:pt x="185928" y="155448"/>
                </a:lnTo>
                <a:lnTo>
                  <a:pt x="182114" y="168259"/>
                </a:lnTo>
                <a:lnTo>
                  <a:pt x="177736" y="180784"/>
                </a:lnTo>
                <a:lnTo>
                  <a:pt x="172426" y="193809"/>
                </a:lnTo>
                <a:lnTo>
                  <a:pt x="166116" y="207263"/>
                </a:lnTo>
                <a:close/>
              </a:path>
              <a:path w="398144" h="393700">
                <a:moveTo>
                  <a:pt x="18288" y="220980"/>
                </a:moveTo>
                <a:lnTo>
                  <a:pt x="4572" y="207263"/>
                </a:lnTo>
                <a:lnTo>
                  <a:pt x="329184" y="207263"/>
                </a:lnTo>
                <a:lnTo>
                  <a:pt x="358140" y="179832"/>
                </a:lnTo>
                <a:lnTo>
                  <a:pt x="396240" y="217932"/>
                </a:lnTo>
                <a:lnTo>
                  <a:pt x="42672" y="217932"/>
                </a:lnTo>
                <a:lnTo>
                  <a:pt x="18288" y="220980"/>
                </a:lnTo>
                <a:close/>
              </a:path>
              <a:path w="398144" h="393700">
                <a:moveTo>
                  <a:pt x="1524" y="379476"/>
                </a:moveTo>
                <a:lnTo>
                  <a:pt x="0" y="371855"/>
                </a:lnTo>
                <a:lnTo>
                  <a:pt x="42886" y="338375"/>
                </a:lnTo>
                <a:lnTo>
                  <a:pt x="80200" y="301752"/>
                </a:lnTo>
                <a:lnTo>
                  <a:pt x="112085" y="261699"/>
                </a:lnTo>
                <a:lnTo>
                  <a:pt x="138684" y="217932"/>
                </a:lnTo>
                <a:lnTo>
                  <a:pt x="163068" y="217932"/>
                </a:lnTo>
                <a:lnTo>
                  <a:pt x="139098" y="256531"/>
                </a:lnTo>
                <a:lnTo>
                  <a:pt x="111032" y="291913"/>
                </a:lnTo>
                <a:lnTo>
                  <a:pt x="78796" y="324148"/>
                </a:lnTo>
                <a:lnTo>
                  <a:pt x="42318" y="353311"/>
                </a:lnTo>
                <a:lnTo>
                  <a:pt x="1524" y="379476"/>
                </a:lnTo>
                <a:close/>
              </a:path>
              <a:path w="398144" h="393700">
                <a:moveTo>
                  <a:pt x="140208" y="291084"/>
                </a:moveTo>
                <a:lnTo>
                  <a:pt x="126492" y="277368"/>
                </a:lnTo>
                <a:lnTo>
                  <a:pt x="300228" y="277368"/>
                </a:lnTo>
                <a:lnTo>
                  <a:pt x="321564" y="256032"/>
                </a:lnTo>
                <a:lnTo>
                  <a:pt x="352044" y="288036"/>
                </a:lnTo>
                <a:lnTo>
                  <a:pt x="160020" y="288036"/>
                </a:lnTo>
                <a:lnTo>
                  <a:pt x="140208" y="291084"/>
                </a:lnTo>
                <a:close/>
              </a:path>
              <a:path w="398144" h="393700">
                <a:moveTo>
                  <a:pt x="245364" y="377952"/>
                </a:moveTo>
                <a:lnTo>
                  <a:pt x="220980" y="377952"/>
                </a:lnTo>
                <a:lnTo>
                  <a:pt x="220980" y="288036"/>
                </a:lnTo>
                <a:lnTo>
                  <a:pt x="245364" y="288036"/>
                </a:lnTo>
                <a:lnTo>
                  <a:pt x="245364" y="377952"/>
                </a:lnTo>
                <a:close/>
              </a:path>
              <a:path w="398144" h="393700">
                <a:moveTo>
                  <a:pt x="77724" y="393192"/>
                </a:moveTo>
                <a:lnTo>
                  <a:pt x="62484" y="377952"/>
                </a:lnTo>
                <a:lnTo>
                  <a:pt x="338328" y="377952"/>
                </a:lnTo>
                <a:lnTo>
                  <a:pt x="362712" y="353568"/>
                </a:lnTo>
                <a:lnTo>
                  <a:pt x="397764" y="388620"/>
                </a:lnTo>
                <a:lnTo>
                  <a:pt x="118872" y="388620"/>
                </a:lnTo>
                <a:lnTo>
                  <a:pt x="108585" y="388905"/>
                </a:lnTo>
                <a:lnTo>
                  <a:pt x="98298" y="389763"/>
                </a:lnTo>
                <a:lnTo>
                  <a:pt x="88011" y="391191"/>
                </a:lnTo>
                <a:lnTo>
                  <a:pt x="77724" y="39319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" name="object 18"/>
          <p:cNvSpPr/>
          <p:nvPr/>
        </p:nvSpPr>
        <p:spPr>
          <a:xfrm>
            <a:off x="2604516" y="2793491"/>
            <a:ext cx="356870" cy="401320"/>
          </a:xfrm>
          <a:custGeom>
            <a:avLst/>
            <a:gdLst/>
            <a:ahLst/>
            <a:cxnLst/>
            <a:rect l="l" t="t" r="r" b="b"/>
            <a:pathLst>
              <a:path w="356869" h="401319">
                <a:moveTo>
                  <a:pt x="54864" y="89916"/>
                </a:moveTo>
                <a:lnTo>
                  <a:pt x="44196" y="89916"/>
                </a:lnTo>
                <a:lnTo>
                  <a:pt x="51554" y="61936"/>
                </a:lnTo>
                <a:lnTo>
                  <a:pt x="57340" y="37528"/>
                </a:lnTo>
                <a:lnTo>
                  <a:pt x="61126" y="16835"/>
                </a:lnTo>
                <a:lnTo>
                  <a:pt x="62484" y="0"/>
                </a:lnTo>
                <a:lnTo>
                  <a:pt x="100584" y="19812"/>
                </a:lnTo>
                <a:lnTo>
                  <a:pt x="91725" y="27551"/>
                </a:lnTo>
                <a:lnTo>
                  <a:pt x="81153" y="41719"/>
                </a:lnTo>
                <a:lnTo>
                  <a:pt x="68865" y="62460"/>
                </a:lnTo>
                <a:lnTo>
                  <a:pt x="54864" y="89916"/>
                </a:lnTo>
                <a:close/>
              </a:path>
              <a:path w="356869" h="401319">
                <a:moveTo>
                  <a:pt x="147828" y="190500"/>
                </a:moveTo>
                <a:lnTo>
                  <a:pt x="143256" y="187452"/>
                </a:lnTo>
                <a:lnTo>
                  <a:pt x="160162" y="159972"/>
                </a:lnTo>
                <a:lnTo>
                  <a:pt x="174498" y="134493"/>
                </a:lnTo>
                <a:lnTo>
                  <a:pt x="196596" y="88392"/>
                </a:lnTo>
                <a:lnTo>
                  <a:pt x="211836" y="44958"/>
                </a:lnTo>
                <a:lnTo>
                  <a:pt x="222503" y="1524"/>
                </a:lnTo>
                <a:lnTo>
                  <a:pt x="260603" y="24384"/>
                </a:lnTo>
                <a:lnTo>
                  <a:pt x="252864" y="31480"/>
                </a:lnTo>
                <a:lnTo>
                  <a:pt x="243268" y="45720"/>
                </a:lnTo>
                <a:lnTo>
                  <a:pt x="231671" y="66817"/>
                </a:lnTo>
                <a:lnTo>
                  <a:pt x="217932" y="94488"/>
                </a:lnTo>
                <a:lnTo>
                  <a:pt x="348996" y="94488"/>
                </a:lnTo>
                <a:lnTo>
                  <a:pt x="356616" y="102108"/>
                </a:lnTo>
                <a:lnTo>
                  <a:pt x="352806" y="105156"/>
                </a:lnTo>
                <a:lnTo>
                  <a:pt x="214884" y="105156"/>
                </a:lnTo>
                <a:lnTo>
                  <a:pt x="198620" y="129420"/>
                </a:lnTo>
                <a:lnTo>
                  <a:pt x="181927" y="151828"/>
                </a:lnTo>
                <a:lnTo>
                  <a:pt x="164949" y="172235"/>
                </a:lnTo>
                <a:lnTo>
                  <a:pt x="147828" y="190500"/>
                </a:lnTo>
                <a:close/>
              </a:path>
              <a:path w="356869" h="401319">
                <a:moveTo>
                  <a:pt x="146812" y="89916"/>
                </a:moveTo>
                <a:lnTo>
                  <a:pt x="111252" y="89916"/>
                </a:lnTo>
                <a:lnTo>
                  <a:pt x="129540" y="71628"/>
                </a:lnTo>
                <a:lnTo>
                  <a:pt x="146812" y="89916"/>
                </a:lnTo>
                <a:close/>
              </a:path>
              <a:path w="356869" h="401319">
                <a:moveTo>
                  <a:pt x="0" y="397764"/>
                </a:moveTo>
                <a:lnTo>
                  <a:pt x="816" y="359664"/>
                </a:lnTo>
                <a:lnTo>
                  <a:pt x="914" y="353568"/>
                </a:lnTo>
                <a:lnTo>
                  <a:pt x="1333" y="315658"/>
                </a:lnTo>
                <a:lnTo>
                  <a:pt x="1425" y="176784"/>
                </a:lnTo>
                <a:lnTo>
                  <a:pt x="1301" y="151828"/>
                </a:lnTo>
                <a:lnTo>
                  <a:pt x="881" y="114681"/>
                </a:lnTo>
                <a:lnTo>
                  <a:pt x="0" y="74676"/>
                </a:lnTo>
                <a:lnTo>
                  <a:pt x="25908" y="89916"/>
                </a:lnTo>
                <a:lnTo>
                  <a:pt x="146812" y="89916"/>
                </a:lnTo>
                <a:lnTo>
                  <a:pt x="155448" y="99060"/>
                </a:lnTo>
                <a:lnTo>
                  <a:pt x="153162" y="100584"/>
                </a:lnTo>
                <a:lnTo>
                  <a:pt x="24384" y="100584"/>
                </a:lnTo>
                <a:lnTo>
                  <a:pt x="24384" y="211836"/>
                </a:lnTo>
                <a:lnTo>
                  <a:pt x="137468" y="211836"/>
                </a:lnTo>
                <a:lnTo>
                  <a:pt x="137530" y="222504"/>
                </a:lnTo>
                <a:lnTo>
                  <a:pt x="24384" y="222504"/>
                </a:lnTo>
                <a:lnTo>
                  <a:pt x="24384" y="342900"/>
                </a:lnTo>
                <a:lnTo>
                  <a:pt x="138499" y="342900"/>
                </a:lnTo>
                <a:lnTo>
                  <a:pt x="138565" y="353568"/>
                </a:lnTo>
                <a:lnTo>
                  <a:pt x="24384" y="353568"/>
                </a:lnTo>
                <a:lnTo>
                  <a:pt x="24384" y="384048"/>
                </a:lnTo>
                <a:lnTo>
                  <a:pt x="0" y="397764"/>
                </a:lnTo>
                <a:close/>
              </a:path>
              <a:path w="356869" h="401319">
                <a:moveTo>
                  <a:pt x="348996" y="94488"/>
                </a:moveTo>
                <a:lnTo>
                  <a:pt x="310896" y="94488"/>
                </a:lnTo>
                <a:lnTo>
                  <a:pt x="330708" y="76200"/>
                </a:lnTo>
                <a:lnTo>
                  <a:pt x="348996" y="94488"/>
                </a:lnTo>
                <a:close/>
              </a:path>
              <a:path w="356869" h="401319">
                <a:moveTo>
                  <a:pt x="137468" y="211836"/>
                </a:moveTo>
                <a:lnTo>
                  <a:pt x="115824" y="211836"/>
                </a:lnTo>
                <a:lnTo>
                  <a:pt x="115824" y="100584"/>
                </a:lnTo>
                <a:lnTo>
                  <a:pt x="153162" y="100584"/>
                </a:lnTo>
                <a:lnTo>
                  <a:pt x="137160" y="111252"/>
                </a:lnTo>
                <a:lnTo>
                  <a:pt x="137285" y="170688"/>
                </a:lnTo>
                <a:lnTo>
                  <a:pt x="137388" y="198310"/>
                </a:lnTo>
                <a:lnTo>
                  <a:pt x="137468" y="211836"/>
                </a:lnTo>
                <a:close/>
              </a:path>
              <a:path w="356869" h="401319">
                <a:moveTo>
                  <a:pt x="326880" y="359664"/>
                </a:moveTo>
                <a:lnTo>
                  <a:pt x="283464" y="359664"/>
                </a:lnTo>
                <a:lnTo>
                  <a:pt x="291988" y="357687"/>
                </a:lnTo>
                <a:lnTo>
                  <a:pt x="299085" y="351853"/>
                </a:lnTo>
                <a:lnTo>
                  <a:pt x="309252" y="304038"/>
                </a:lnTo>
                <a:lnTo>
                  <a:pt x="311086" y="258318"/>
                </a:lnTo>
                <a:lnTo>
                  <a:pt x="313173" y="193047"/>
                </a:lnTo>
                <a:lnTo>
                  <a:pt x="315467" y="105156"/>
                </a:lnTo>
                <a:lnTo>
                  <a:pt x="352806" y="105156"/>
                </a:lnTo>
                <a:lnTo>
                  <a:pt x="341376" y="114300"/>
                </a:lnTo>
                <a:lnTo>
                  <a:pt x="339535" y="188561"/>
                </a:lnTo>
                <a:lnTo>
                  <a:pt x="337620" y="248631"/>
                </a:lnTo>
                <a:lnTo>
                  <a:pt x="335560" y="294583"/>
                </a:lnTo>
                <a:lnTo>
                  <a:pt x="333280" y="326489"/>
                </a:lnTo>
                <a:lnTo>
                  <a:pt x="330708" y="344424"/>
                </a:lnTo>
                <a:lnTo>
                  <a:pt x="327874" y="356997"/>
                </a:lnTo>
                <a:lnTo>
                  <a:pt x="326880" y="359664"/>
                </a:lnTo>
                <a:close/>
              </a:path>
              <a:path w="356869" h="401319">
                <a:moveTo>
                  <a:pt x="231648" y="268224"/>
                </a:moveTo>
                <a:lnTo>
                  <a:pt x="230124" y="268224"/>
                </a:lnTo>
                <a:lnTo>
                  <a:pt x="226956" y="266771"/>
                </a:lnTo>
                <a:lnTo>
                  <a:pt x="224218" y="262318"/>
                </a:lnTo>
                <a:lnTo>
                  <a:pt x="221765" y="254722"/>
                </a:lnTo>
                <a:lnTo>
                  <a:pt x="219456" y="243840"/>
                </a:lnTo>
                <a:lnTo>
                  <a:pt x="214884" y="226718"/>
                </a:lnTo>
                <a:lnTo>
                  <a:pt x="208026" y="209740"/>
                </a:lnTo>
                <a:lnTo>
                  <a:pt x="198882" y="193047"/>
                </a:lnTo>
                <a:lnTo>
                  <a:pt x="187452" y="176784"/>
                </a:lnTo>
                <a:lnTo>
                  <a:pt x="192024" y="170688"/>
                </a:lnTo>
                <a:lnTo>
                  <a:pt x="224980" y="198310"/>
                </a:lnTo>
                <a:lnTo>
                  <a:pt x="246888" y="234696"/>
                </a:lnTo>
                <a:lnTo>
                  <a:pt x="246888" y="246888"/>
                </a:lnTo>
                <a:lnTo>
                  <a:pt x="245364" y="254508"/>
                </a:lnTo>
                <a:lnTo>
                  <a:pt x="240791" y="260603"/>
                </a:lnTo>
                <a:lnTo>
                  <a:pt x="236220" y="265176"/>
                </a:lnTo>
                <a:lnTo>
                  <a:pt x="231648" y="268224"/>
                </a:lnTo>
                <a:close/>
              </a:path>
              <a:path w="356869" h="401319">
                <a:moveTo>
                  <a:pt x="138499" y="342900"/>
                </a:moveTo>
                <a:lnTo>
                  <a:pt x="115824" y="342900"/>
                </a:lnTo>
                <a:lnTo>
                  <a:pt x="115824" y="222504"/>
                </a:lnTo>
                <a:lnTo>
                  <a:pt x="137530" y="222504"/>
                </a:lnTo>
                <a:lnTo>
                  <a:pt x="137656" y="243840"/>
                </a:lnTo>
                <a:lnTo>
                  <a:pt x="138499" y="342900"/>
                </a:lnTo>
                <a:close/>
              </a:path>
              <a:path w="356869" h="401319">
                <a:moveTo>
                  <a:pt x="278891" y="400812"/>
                </a:moveTo>
                <a:lnTo>
                  <a:pt x="271772" y="387953"/>
                </a:lnTo>
                <a:lnTo>
                  <a:pt x="259651" y="376809"/>
                </a:lnTo>
                <a:lnTo>
                  <a:pt x="242673" y="367379"/>
                </a:lnTo>
                <a:lnTo>
                  <a:pt x="220979" y="359664"/>
                </a:lnTo>
                <a:lnTo>
                  <a:pt x="220979" y="350520"/>
                </a:lnTo>
                <a:lnTo>
                  <a:pt x="241244" y="354520"/>
                </a:lnTo>
                <a:lnTo>
                  <a:pt x="258508" y="357378"/>
                </a:lnTo>
                <a:lnTo>
                  <a:pt x="272629" y="359092"/>
                </a:lnTo>
                <a:lnTo>
                  <a:pt x="283464" y="359664"/>
                </a:lnTo>
                <a:lnTo>
                  <a:pt x="326880" y="359664"/>
                </a:lnTo>
                <a:lnTo>
                  <a:pt x="324040" y="367284"/>
                </a:lnTo>
                <a:lnTo>
                  <a:pt x="289726" y="396216"/>
                </a:lnTo>
                <a:lnTo>
                  <a:pt x="278891" y="400812"/>
                </a:lnTo>
                <a:close/>
              </a:path>
              <a:path w="356869" h="401319">
                <a:moveTo>
                  <a:pt x="115824" y="390144"/>
                </a:moveTo>
                <a:lnTo>
                  <a:pt x="115824" y="353568"/>
                </a:lnTo>
                <a:lnTo>
                  <a:pt x="138565" y="353568"/>
                </a:lnTo>
                <a:lnTo>
                  <a:pt x="138684" y="376428"/>
                </a:lnTo>
                <a:lnTo>
                  <a:pt x="115824" y="39014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" name="object 19"/>
          <p:cNvSpPr/>
          <p:nvPr/>
        </p:nvSpPr>
        <p:spPr>
          <a:xfrm>
            <a:off x="3014472" y="2790444"/>
            <a:ext cx="403860" cy="408940"/>
          </a:xfrm>
          <a:custGeom>
            <a:avLst/>
            <a:gdLst/>
            <a:ahLst/>
            <a:cxnLst/>
            <a:rect l="l" t="t" r="r" b="b"/>
            <a:pathLst>
              <a:path w="403860" h="408939">
                <a:moveTo>
                  <a:pt x="185928" y="71628"/>
                </a:moveTo>
                <a:lnTo>
                  <a:pt x="156972" y="71628"/>
                </a:lnTo>
                <a:lnTo>
                  <a:pt x="165496" y="51006"/>
                </a:lnTo>
                <a:lnTo>
                  <a:pt x="172593" y="32385"/>
                </a:lnTo>
                <a:lnTo>
                  <a:pt x="177974" y="15478"/>
                </a:lnTo>
                <a:lnTo>
                  <a:pt x="181356" y="0"/>
                </a:lnTo>
                <a:lnTo>
                  <a:pt x="224028" y="24384"/>
                </a:lnTo>
                <a:lnTo>
                  <a:pt x="207264" y="32004"/>
                </a:lnTo>
                <a:lnTo>
                  <a:pt x="201572" y="43767"/>
                </a:lnTo>
                <a:lnTo>
                  <a:pt x="196024" y="54102"/>
                </a:lnTo>
                <a:lnTo>
                  <a:pt x="190761" y="63293"/>
                </a:lnTo>
                <a:lnTo>
                  <a:pt x="185928" y="71628"/>
                </a:lnTo>
                <a:close/>
              </a:path>
              <a:path w="403860" h="408939">
                <a:moveTo>
                  <a:pt x="16764" y="86868"/>
                </a:moveTo>
                <a:lnTo>
                  <a:pt x="0" y="71628"/>
                </a:lnTo>
                <a:lnTo>
                  <a:pt x="333756" y="71628"/>
                </a:lnTo>
                <a:lnTo>
                  <a:pt x="364236" y="42672"/>
                </a:lnTo>
                <a:lnTo>
                  <a:pt x="403860" y="82296"/>
                </a:lnTo>
                <a:lnTo>
                  <a:pt x="57912" y="82296"/>
                </a:lnTo>
                <a:lnTo>
                  <a:pt x="46767" y="82581"/>
                </a:lnTo>
                <a:lnTo>
                  <a:pt x="36195" y="83439"/>
                </a:lnTo>
                <a:lnTo>
                  <a:pt x="26193" y="84867"/>
                </a:lnTo>
                <a:lnTo>
                  <a:pt x="16764" y="86868"/>
                </a:lnTo>
                <a:close/>
              </a:path>
              <a:path w="403860" h="408939">
                <a:moveTo>
                  <a:pt x="6096" y="269748"/>
                </a:moveTo>
                <a:lnTo>
                  <a:pt x="0" y="265176"/>
                </a:lnTo>
                <a:lnTo>
                  <a:pt x="24050" y="245721"/>
                </a:lnTo>
                <a:lnTo>
                  <a:pt x="46101" y="226123"/>
                </a:lnTo>
                <a:lnTo>
                  <a:pt x="85344" y="185928"/>
                </a:lnTo>
                <a:lnTo>
                  <a:pt x="119634" y="139255"/>
                </a:lnTo>
                <a:lnTo>
                  <a:pt x="153924" y="82296"/>
                </a:lnTo>
                <a:lnTo>
                  <a:pt x="182880" y="82296"/>
                </a:lnTo>
                <a:lnTo>
                  <a:pt x="173474" y="99131"/>
                </a:lnTo>
                <a:lnTo>
                  <a:pt x="163639" y="115252"/>
                </a:lnTo>
                <a:lnTo>
                  <a:pt x="153519" y="130516"/>
                </a:lnTo>
                <a:lnTo>
                  <a:pt x="143256" y="144780"/>
                </a:lnTo>
                <a:lnTo>
                  <a:pt x="329075" y="144780"/>
                </a:lnTo>
                <a:lnTo>
                  <a:pt x="335280" y="149352"/>
                </a:lnTo>
                <a:lnTo>
                  <a:pt x="327660" y="155448"/>
                </a:lnTo>
                <a:lnTo>
                  <a:pt x="135636" y="155448"/>
                </a:lnTo>
                <a:lnTo>
                  <a:pt x="135636" y="182880"/>
                </a:lnTo>
                <a:lnTo>
                  <a:pt x="111252" y="182880"/>
                </a:lnTo>
                <a:lnTo>
                  <a:pt x="86677" y="208026"/>
                </a:lnTo>
                <a:lnTo>
                  <a:pt x="60960" y="230886"/>
                </a:lnTo>
                <a:lnTo>
                  <a:pt x="34099" y="251460"/>
                </a:lnTo>
                <a:lnTo>
                  <a:pt x="6096" y="269748"/>
                </a:lnTo>
                <a:close/>
              </a:path>
              <a:path w="403860" h="408939">
                <a:moveTo>
                  <a:pt x="329075" y="144780"/>
                </a:moveTo>
                <a:lnTo>
                  <a:pt x="292608" y="144780"/>
                </a:lnTo>
                <a:lnTo>
                  <a:pt x="306324" y="128016"/>
                </a:lnTo>
                <a:lnTo>
                  <a:pt x="329075" y="144780"/>
                </a:lnTo>
                <a:close/>
              </a:path>
              <a:path w="403860" h="408939">
                <a:moveTo>
                  <a:pt x="320040" y="216408"/>
                </a:moveTo>
                <a:lnTo>
                  <a:pt x="295655" y="216408"/>
                </a:lnTo>
                <a:lnTo>
                  <a:pt x="295655" y="155448"/>
                </a:lnTo>
                <a:lnTo>
                  <a:pt x="327660" y="155448"/>
                </a:lnTo>
                <a:lnTo>
                  <a:pt x="320040" y="161544"/>
                </a:lnTo>
                <a:lnTo>
                  <a:pt x="320040" y="216408"/>
                </a:lnTo>
                <a:close/>
              </a:path>
              <a:path w="403860" h="408939">
                <a:moveTo>
                  <a:pt x="109728" y="408432"/>
                </a:moveTo>
                <a:lnTo>
                  <a:pt x="110609" y="383905"/>
                </a:lnTo>
                <a:lnTo>
                  <a:pt x="111061" y="337947"/>
                </a:lnTo>
                <a:lnTo>
                  <a:pt x="111170" y="294132"/>
                </a:lnTo>
                <a:lnTo>
                  <a:pt x="111252" y="182880"/>
                </a:lnTo>
                <a:lnTo>
                  <a:pt x="135636" y="182880"/>
                </a:lnTo>
                <a:lnTo>
                  <a:pt x="135636" y="216408"/>
                </a:lnTo>
                <a:lnTo>
                  <a:pt x="320040" y="216408"/>
                </a:lnTo>
                <a:lnTo>
                  <a:pt x="320040" y="227076"/>
                </a:lnTo>
                <a:lnTo>
                  <a:pt x="135636" y="227076"/>
                </a:lnTo>
                <a:lnTo>
                  <a:pt x="135636" y="283464"/>
                </a:lnTo>
                <a:lnTo>
                  <a:pt x="320040" y="283464"/>
                </a:lnTo>
                <a:lnTo>
                  <a:pt x="320040" y="294132"/>
                </a:lnTo>
                <a:lnTo>
                  <a:pt x="135636" y="294132"/>
                </a:lnTo>
                <a:lnTo>
                  <a:pt x="135636" y="393192"/>
                </a:lnTo>
                <a:lnTo>
                  <a:pt x="109728" y="408432"/>
                </a:lnTo>
                <a:close/>
              </a:path>
              <a:path w="403860" h="408939">
                <a:moveTo>
                  <a:pt x="320040" y="283464"/>
                </a:moveTo>
                <a:lnTo>
                  <a:pt x="295655" y="283464"/>
                </a:lnTo>
                <a:lnTo>
                  <a:pt x="295655" y="227076"/>
                </a:lnTo>
                <a:lnTo>
                  <a:pt x="320040" y="227076"/>
                </a:lnTo>
                <a:lnTo>
                  <a:pt x="320040" y="283464"/>
                </a:lnTo>
                <a:close/>
              </a:path>
              <a:path w="403860" h="408939">
                <a:moveTo>
                  <a:pt x="319492" y="370332"/>
                </a:moveTo>
                <a:lnTo>
                  <a:pt x="291084" y="370332"/>
                </a:lnTo>
                <a:lnTo>
                  <a:pt x="295655" y="365760"/>
                </a:lnTo>
                <a:lnTo>
                  <a:pt x="295655" y="294132"/>
                </a:lnTo>
                <a:lnTo>
                  <a:pt x="320040" y="294132"/>
                </a:lnTo>
                <a:lnTo>
                  <a:pt x="319954" y="367760"/>
                </a:lnTo>
                <a:lnTo>
                  <a:pt x="319492" y="370332"/>
                </a:lnTo>
                <a:close/>
              </a:path>
              <a:path w="403860" h="408939">
                <a:moveTo>
                  <a:pt x="281940" y="408432"/>
                </a:moveTo>
                <a:lnTo>
                  <a:pt x="279915" y="398692"/>
                </a:lnTo>
                <a:lnTo>
                  <a:pt x="271462" y="389953"/>
                </a:lnTo>
                <a:lnTo>
                  <a:pt x="256436" y="382071"/>
                </a:lnTo>
                <a:lnTo>
                  <a:pt x="234696" y="374904"/>
                </a:lnTo>
                <a:lnTo>
                  <a:pt x="234696" y="365760"/>
                </a:lnTo>
                <a:lnTo>
                  <a:pt x="248697" y="367760"/>
                </a:lnTo>
                <a:lnTo>
                  <a:pt x="260985" y="369189"/>
                </a:lnTo>
                <a:lnTo>
                  <a:pt x="271557" y="370046"/>
                </a:lnTo>
                <a:lnTo>
                  <a:pt x="280416" y="370332"/>
                </a:lnTo>
                <a:lnTo>
                  <a:pt x="319492" y="370332"/>
                </a:lnTo>
                <a:lnTo>
                  <a:pt x="317730" y="380142"/>
                </a:lnTo>
                <a:lnTo>
                  <a:pt x="310705" y="391287"/>
                </a:lnTo>
                <a:lnTo>
                  <a:pt x="298823" y="400716"/>
                </a:lnTo>
                <a:lnTo>
                  <a:pt x="281940" y="40843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" name="object 20"/>
          <p:cNvSpPr/>
          <p:nvPr/>
        </p:nvSpPr>
        <p:spPr>
          <a:xfrm>
            <a:off x="3468624" y="2790443"/>
            <a:ext cx="1271270" cy="411480"/>
          </a:xfrm>
          <a:custGeom>
            <a:avLst/>
            <a:gdLst/>
            <a:ahLst/>
            <a:cxnLst/>
            <a:rect l="l" t="t" r="r" b="b"/>
            <a:pathLst>
              <a:path w="1271270" h="411480">
                <a:moveTo>
                  <a:pt x="103632" y="132600"/>
                </a:moveTo>
                <a:lnTo>
                  <a:pt x="71628" y="109740"/>
                </a:lnTo>
                <a:lnTo>
                  <a:pt x="57861" y="143141"/>
                </a:lnTo>
                <a:lnTo>
                  <a:pt x="41529" y="174701"/>
                </a:lnTo>
                <a:lnTo>
                  <a:pt x="22326" y="204241"/>
                </a:lnTo>
                <a:lnTo>
                  <a:pt x="0" y="231660"/>
                </a:lnTo>
                <a:lnTo>
                  <a:pt x="4572" y="234708"/>
                </a:lnTo>
                <a:lnTo>
                  <a:pt x="22593" y="220154"/>
                </a:lnTo>
                <a:lnTo>
                  <a:pt x="42481" y="199466"/>
                </a:lnTo>
                <a:lnTo>
                  <a:pt x="64363" y="172770"/>
                </a:lnTo>
                <a:lnTo>
                  <a:pt x="88392" y="140220"/>
                </a:lnTo>
                <a:lnTo>
                  <a:pt x="103632" y="132600"/>
                </a:lnTo>
                <a:close/>
              </a:path>
              <a:path w="1271270" h="411480">
                <a:moveTo>
                  <a:pt x="182880" y="332244"/>
                </a:moveTo>
                <a:lnTo>
                  <a:pt x="164084" y="297992"/>
                </a:lnTo>
                <a:lnTo>
                  <a:pt x="132588" y="266712"/>
                </a:lnTo>
                <a:lnTo>
                  <a:pt x="140322" y="252996"/>
                </a:lnTo>
                <a:lnTo>
                  <a:pt x="146304" y="242417"/>
                </a:lnTo>
                <a:lnTo>
                  <a:pt x="157734" y="224421"/>
                </a:lnTo>
                <a:lnTo>
                  <a:pt x="166878" y="212699"/>
                </a:lnTo>
                <a:lnTo>
                  <a:pt x="173736" y="207276"/>
                </a:lnTo>
                <a:lnTo>
                  <a:pt x="143256" y="181368"/>
                </a:lnTo>
                <a:lnTo>
                  <a:pt x="139179" y="196202"/>
                </a:lnTo>
                <a:lnTo>
                  <a:pt x="133540" y="213182"/>
                </a:lnTo>
                <a:lnTo>
                  <a:pt x="125895" y="232156"/>
                </a:lnTo>
                <a:lnTo>
                  <a:pt x="115824" y="252996"/>
                </a:lnTo>
                <a:lnTo>
                  <a:pt x="102082" y="241820"/>
                </a:lnTo>
                <a:lnTo>
                  <a:pt x="88201" y="231089"/>
                </a:lnTo>
                <a:lnTo>
                  <a:pt x="74028" y="220624"/>
                </a:lnTo>
                <a:lnTo>
                  <a:pt x="59436" y="210324"/>
                </a:lnTo>
                <a:lnTo>
                  <a:pt x="56388" y="216420"/>
                </a:lnTo>
                <a:lnTo>
                  <a:pt x="80010" y="239471"/>
                </a:lnTo>
                <a:lnTo>
                  <a:pt x="93599" y="252996"/>
                </a:lnTo>
                <a:lnTo>
                  <a:pt x="84455" y="305117"/>
                </a:lnTo>
                <a:lnTo>
                  <a:pt x="58864" y="338150"/>
                </a:lnTo>
                <a:lnTo>
                  <a:pt x="31254" y="367461"/>
                </a:lnTo>
                <a:lnTo>
                  <a:pt x="1524" y="393204"/>
                </a:lnTo>
                <a:lnTo>
                  <a:pt x="4572" y="399300"/>
                </a:lnTo>
                <a:lnTo>
                  <a:pt x="36830" y="376694"/>
                </a:lnTo>
                <a:lnTo>
                  <a:pt x="67246" y="349961"/>
                </a:lnTo>
                <a:lnTo>
                  <a:pt x="95643" y="318922"/>
                </a:lnTo>
                <a:lnTo>
                  <a:pt x="121920" y="283476"/>
                </a:lnTo>
                <a:lnTo>
                  <a:pt x="133870" y="299808"/>
                </a:lnTo>
                <a:lnTo>
                  <a:pt x="144399" y="314718"/>
                </a:lnTo>
                <a:lnTo>
                  <a:pt x="153200" y="328472"/>
                </a:lnTo>
                <a:lnTo>
                  <a:pt x="160020" y="341388"/>
                </a:lnTo>
                <a:lnTo>
                  <a:pt x="164592" y="353580"/>
                </a:lnTo>
                <a:lnTo>
                  <a:pt x="169164" y="358152"/>
                </a:lnTo>
                <a:lnTo>
                  <a:pt x="173736" y="358152"/>
                </a:lnTo>
                <a:lnTo>
                  <a:pt x="181356" y="342912"/>
                </a:lnTo>
                <a:lnTo>
                  <a:pt x="182880" y="336816"/>
                </a:lnTo>
                <a:lnTo>
                  <a:pt x="182880" y="332244"/>
                </a:lnTo>
                <a:close/>
              </a:path>
              <a:path w="1271270" h="411480">
                <a:moveTo>
                  <a:pt x="198120" y="153936"/>
                </a:moveTo>
                <a:lnTo>
                  <a:pt x="193548" y="146316"/>
                </a:lnTo>
                <a:lnTo>
                  <a:pt x="185928" y="140220"/>
                </a:lnTo>
                <a:lnTo>
                  <a:pt x="178498" y="134188"/>
                </a:lnTo>
                <a:lnTo>
                  <a:pt x="167640" y="127457"/>
                </a:lnTo>
                <a:lnTo>
                  <a:pt x="153352" y="119849"/>
                </a:lnTo>
                <a:lnTo>
                  <a:pt x="135636" y="111264"/>
                </a:lnTo>
                <a:lnTo>
                  <a:pt x="132588" y="117360"/>
                </a:lnTo>
                <a:lnTo>
                  <a:pt x="146304" y="131927"/>
                </a:lnTo>
                <a:lnTo>
                  <a:pt x="157734" y="145935"/>
                </a:lnTo>
                <a:lnTo>
                  <a:pt x="166878" y="159359"/>
                </a:lnTo>
                <a:lnTo>
                  <a:pt x="173736" y="172224"/>
                </a:lnTo>
                <a:lnTo>
                  <a:pt x="178308" y="182892"/>
                </a:lnTo>
                <a:lnTo>
                  <a:pt x="182880" y="188988"/>
                </a:lnTo>
                <a:lnTo>
                  <a:pt x="188976" y="188988"/>
                </a:lnTo>
                <a:lnTo>
                  <a:pt x="190500" y="184416"/>
                </a:lnTo>
                <a:lnTo>
                  <a:pt x="193548" y="178320"/>
                </a:lnTo>
                <a:lnTo>
                  <a:pt x="196596" y="170700"/>
                </a:lnTo>
                <a:lnTo>
                  <a:pt x="198120" y="164604"/>
                </a:lnTo>
                <a:lnTo>
                  <a:pt x="198120" y="153936"/>
                </a:lnTo>
                <a:close/>
              </a:path>
              <a:path w="1271270" h="411480">
                <a:moveTo>
                  <a:pt x="222504" y="96024"/>
                </a:moveTo>
                <a:lnTo>
                  <a:pt x="190500" y="65544"/>
                </a:lnTo>
                <a:lnTo>
                  <a:pt x="170688" y="85356"/>
                </a:lnTo>
                <a:lnTo>
                  <a:pt x="124968" y="85356"/>
                </a:lnTo>
                <a:lnTo>
                  <a:pt x="132588" y="77736"/>
                </a:lnTo>
                <a:lnTo>
                  <a:pt x="135636" y="70116"/>
                </a:lnTo>
                <a:lnTo>
                  <a:pt x="135636" y="62496"/>
                </a:lnTo>
                <a:lnTo>
                  <a:pt x="106299" y="24777"/>
                </a:lnTo>
                <a:lnTo>
                  <a:pt x="77724" y="7632"/>
                </a:lnTo>
                <a:lnTo>
                  <a:pt x="73152" y="10680"/>
                </a:lnTo>
                <a:lnTo>
                  <a:pt x="81724" y="22694"/>
                </a:lnTo>
                <a:lnTo>
                  <a:pt x="89154" y="33731"/>
                </a:lnTo>
                <a:lnTo>
                  <a:pt x="106299" y="69354"/>
                </a:lnTo>
                <a:lnTo>
                  <a:pt x="109728" y="85356"/>
                </a:lnTo>
                <a:lnTo>
                  <a:pt x="12192" y="85356"/>
                </a:lnTo>
                <a:lnTo>
                  <a:pt x="27432" y="102120"/>
                </a:lnTo>
                <a:lnTo>
                  <a:pt x="37731" y="99237"/>
                </a:lnTo>
                <a:lnTo>
                  <a:pt x="48196" y="97358"/>
                </a:lnTo>
                <a:lnTo>
                  <a:pt x="58928" y="96329"/>
                </a:lnTo>
                <a:lnTo>
                  <a:pt x="70104" y="96024"/>
                </a:lnTo>
                <a:lnTo>
                  <a:pt x="222504" y="96024"/>
                </a:lnTo>
                <a:close/>
              </a:path>
              <a:path w="1271270" h="411480">
                <a:moveTo>
                  <a:pt x="397764" y="121932"/>
                </a:moveTo>
                <a:lnTo>
                  <a:pt x="387096" y="111264"/>
                </a:lnTo>
                <a:lnTo>
                  <a:pt x="367284" y="91452"/>
                </a:lnTo>
                <a:lnTo>
                  <a:pt x="345948" y="111264"/>
                </a:lnTo>
                <a:lnTo>
                  <a:pt x="329184" y="111264"/>
                </a:lnTo>
                <a:lnTo>
                  <a:pt x="329184" y="121932"/>
                </a:lnTo>
                <a:lnTo>
                  <a:pt x="321437" y="168503"/>
                </a:lnTo>
                <a:lnTo>
                  <a:pt x="311848" y="209943"/>
                </a:lnTo>
                <a:lnTo>
                  <a:pt x="300240" y="246227"/>
                </a:lnTo>
                <a:lnTo>
                  <a:pt x="286512" y="277380"/>
                </a:lnTo>
                <a:lnTo>
                  <a:pt x="274523" y="248234"/>
                </a:lnTo>
                <a:lnTo>
                  <a:pt x="263842" y="215658"/>
                </a:lnTo>
                <a:lnTo>
                  <a:pt x="254571" y="179654"/>
                </a:lnTo>
                <a:lnTo>
                  <a:pt x="249555" y="153936"/>
                </a:lnTo>
                <a:lnTo>
                  <a:pt x="246888" y="140220"/>
                </a:lnTo>
                <a:lnTo>
                  <a:pt x="254508" y="121932"/>
                </a:lnTo>
                <a:lnTo>
                  <a:pt x="329184" y="121932"/>
                </a:lnTo>
                <a:lnTo>
                  <a:pt x="329184" y="111264"/>
                </a:lnTo>
                <a:lnTo>
                  <a:pt x="257556" y="111264"/>
                </a:lnTo>
                <a:lnTo>
                  <a:pt x="268071" y="82664"/>
                </a:lnTo>
                <a:lnTo>
                  <a:pt x="282841" y="45466"/>
                </a:lnTo>
                <a:lnTo>
                  <a:pt x="304800" y="21348"/>
                </a:lnTo>
                <a:lnTo>
                  <a:pt x="262128" y="12"/>
                </a:lnTo>
                <a:lnTo>
                  <a:pt x="251891" y="51384"/>
                </a:lnTo>
                <a:lnTo>
                  <a:pt x="239585" y="99237"/>
                </a:lnTo>
                <a:lnTo>
                  <a:pt x="225145" y="143967"/>
                </a:lnTo>
                <a:lnTo>
                  <a:pt x="208775" y="185026"/>
                </a:lnTo>
                <a:lnTo>
                  <a:pt x="190500" y="222516"/>
                </a:lnTo>
                <a:lnTo>
                  <a:pt x="196596" y="227088"/>
                </a:lnTo>
                <a:lnTo>
                  <a:pt x="207759" y="211582"/>
                </a:lnTo>
                <a:lnTo>
                  <a:pt x="218503" y="194513"/>
                </a:lnTo>
                <a:lnTo>
                  <a:pt x="228955" y="175437"/>
                </a:lnTo>
                <a:lnTo>
                  <a:pt x="239268" y="153936"/>
                </a:lnTo>
                <a:lnTo>
                  <a:pt x="243852" y="189369"/>
                </a:lnTo>
                <a:lnTo>
                  <a:pt x="250888" y="224802"/>
                </a:lnTo>
                <a:lnTo>
                  <a:pt x="260477" y="260235"/>
                </a:lnTo>
                <a:lnTo>
                  <a:pt x="272796" y="295668"/>
                </a:lnTo>
                <a:lnTo>
                  <a:pt x="247116" y="325424"/>
                </a:lnTo>
                <a:lnTo>
                  <a:pt x="216027" y="353199"/>
                </a:lnTo>
                <a:lnTo>
                  <a:pt x="179781" y="379247"/>
                </a:lnTo>
                <a:lnTo>
                  <a:pt x="138684" y="403872"/>
                </a:lnTo>
                <a:lnTo>
                  <a:pt x="143256" y="408444"/>
                </a:lnTo>
                <a:lnTo>
                  <a:pt x="182943" y="389839"/>
                </a:lnTo>
                <a:lnTo>
                  <a:pt x="219646" y="368249"/>
                </a:lnTo>
                <a:lnTo>
                  <a:pt x="253187" y="343496"/>
                </a:lnTo>
                <a:lnTo>
                  <a:pt x="283464" y="315480"/>
                </a:lnTo>
                <a:lnTo>
                  <a:pt x="300863" y="341388"/>
                </a:lnTo>
                <a:lnTo>
                  <a:pt x="319087" y="364439"/>
                </a:lnTo>
                <a:lnTo>
                  <a:pt x="338112" y="384263"/>
                </a:lnTo>
                <a:lnTo>
                  <a:pt x="358140" y="400824"/>
                </a:lnTo>
                <a:lnTo>
                  <a:pt x="363016" y="392798"/>
                </a:lnTo>
                <a:lnTo>
                  <a:pt x="370903" y="386918"/>
                </a:lnTo>
                <a:lnTo>
                  <a:pt x="381927" y="383032"/>
                </a:lnTo>
                <a:lnTo>
                  <a:pt x="396240" y="381012"/>
                </a:lnTo>
                <a:lnTo>
                  <a:pt x="396240" y="374916"/>
                </a:lnTo>
                <a:lnTo>
                  <a:pt x="345757" y="351294"/>
                </a:lnTo>
                <a:lnTo>
                  <a:pt x="310946" y="315480"/>
                </a:lnTo>
                <a:lnTo>
                  <a:pt x="298704" y="300240"/>
                </a:lnTo>
                <a:lnTo>
                  <a:pt x="309803" y="277380"/>
                </a:lnTo>
                <a:lnTo>
                  <a:pt x="317347" y="261874"/>
                </a:lnTo>
                <a:lnTo>
                  <a:pt x="332422" y="219659"/>
                </a:lnTo>
                <a:lnTo>
                  <a:pt x="344347" y="173151"/>
                </a:lnTo>
                <a:lnTo>
                  <a:pt x="353568" y="121932"/>
                </a:lnTo>
                <a:lnTo>
                  <a:pt x="397764" y="121932"/>
                </a:lnTo>
                <a:close/>
              </a:path>
              <a:path w="1271270" h="411480">
                <a:moveTo>
                  <a:pt x="583679" y="27432"/>
                </a:moveTo>
                <a:lnTo>
                  <a:pt x="548627" y="3048"/>
                </a:lnTo>
                <a:lnTo>
                  <a:pt x="542391" y="23342"/>
                </a:lnTo>
                <a:lnTo>
                  <a:pt x="533006" y="47625"/>
                </a:lnTo>
                <a:lnTo>
                  <a:pt x="505955" y="108204"/>
                </a:lnTo>
                <a:lnTo>
                  <a:pt x="472808" y="169926"/>
                </a:lnTo>
                <a:lnTo>
                  <a:pt x="437375" y="222504"/>
                </a:lnTo>
                <a:lnTo>
                  <a:pt x="443471" y="228600"/>
                </a:lnTo>
                <a:lnTo>
                  <a:pt x="456907" y="214299"/>
                </a:lnTo>
                <a:lnTo>
                  <a:pt x="472046" y="196405"/>
                </a:lnTo>
                <a:lnTo>
                  <a:pt x="488911" y="174815"/>
                </a:lnTo>
                <a:lnTo>
                  <a:pt x="507479" y="149352"/>
                </a:lnTo>
                <a:lnTo>
                  <a:pt x="507377" y="352933"/>
                </a:lnTo>
                <a:lnTo>
                  <a:pt x="507288" y="361759"/>
                </a:lnTo>
                <a:lnTo>
                  <a:pt x="506844" y="384263"/>
                </a:lnTo>
                <a:lnTo>
                  <a:pt x="505955" y="411480"/>
                </a:lnTo>
                <a:lnTo>
                  <a:pt x="533387" y="396240"/>
                </a:lnTo>
                <a:lnTo>
                  <a:pt x="532511" y="374548"/>
                </a:lnTo>
                <a:lnTo>
                  <a:pt x="532053" y="355282"/>
                </a:lnTo>
                <a:lnTo>
                  <a:pt x="531952" y="343954"/>
                </a:lnTo>
                <a:lnTo>
                  <a:pt x="531863" y="149352"/>
                </a:lnTo>
                <a:lnTo>
                  <a:pt x="531863" y="147828"/>
                </a:lnTo>
                <a:lnTo>
                  <a:pt x="545579" y="134112"/>
                </a:lnTo>
                <a:lnTo>
                  <a:pt x="522719" y="123444"/>
                </a:lnTo>
                <a:lnTo>
                  <a:pt x="541959" y="87249"/>
                </a:lnTo>
                <a:lnTo>
                  <a:pt x="564616" y="46507"/>
                </a:lnTo>
                <a:lnTo>
                  <a:pt x="577710" y="31127"/>
                </a:lnTo>
                <a:lnTo>
                  <a:pt x="583679" y="27432"/>
                </a:lnTo>
                <a:close/>
              </a:path>
              <a:path w="1271270" h="411480">
                <a:moveTo>
                  <a:pt x="641591" y="106680"/>
                </a:moveTo>
                <a:lnTo>
                  <a:pt x="616064" y="78105"/>
                </a:lnTo>
                <a:lnTo>
                  <a:pt x="583679" y="56388"/>
                </a:lnTo>
                <a:lnTo>
                  <a:pt x="579107" y="60960"/>
                </a:lnTo>
                <a:lnTo>
                  <a:pt x="592531" y="79248"/>
                </a:lnTo>
                <a:lnTo>
                  <a:pt x="603110" y="95440"/>
                </a:lnTo>
                <a:lnTo>
                  <a:pt x="610831" y="109613"/>
                </a:lnTo>
                <a:lnTo>
                  <a:pt x="615683" y="121920"/>
                </a:lnTo>
                <a:lnTo>
                  <a:pt x="617207" y="131064"/>
                </a:lnTo>
                <a:lnTo>
                  <a:pt x="621779" y="135636"/>
                </a:lnTo>
                <a:lnTo>
                  <a:pt x="627875" y="135636"/>
                </a:lnTo>
                <a:lnTo>
                  <a:pt x="635495" y="128016"/>
                </a:lnTo>
                <a:lnTo>
                  <a:pt x="640067" y="121920"/>
                </a:lnTo>
                <a:lnTo>
                  <a:pt x="641591" y="115824"/>
                </a:lnTo>
                <a:lnTo>
                  <a:pt x="641591" y="106680"/>
                </a:lnTo>
                <a:close/>
              </a:path>
              <a:path w="1271270" h="411480">
                <a:moveTo>
                  <a:pt x="797039" y="79248"/>
                </a:moveTo>
                <a:lnTo>
                  <a:pt x="765035" y="50292"/>
                </a:lnTo>
                <a:lnTo>
                  <a:pt x="758748" y="66611"/>
                </a:lnTo>
                <a:lnTo>
                  <a:pt x="749033" y="85915"/>
                </a:lnTo>
                <a:lnTo>
                  <a:pt x="735990" y="108204"/>
                </a:lnTo>
                <a:lnTo>
                  <a:pt x="719315" y="134112"/>
                </a:lnTo>
                <a:lnTo>
                  <a:pt x="725411" y="138684"/>
                </a:lnTo>
                <a:lnTo>
                  <a:pt x="733945" y="130403"/>
                </a:lnTo>
                <a:lnTo>
                  <a:pt x="753275" y="112115"/>
                </a:lnTo>
                <a:lnTo>
                  <a:pt x="763511" y="102108"/>
                </a:lnTo>
                <a:lnTo>
                  <a:pt x="772617" y="92964"/>
                </a:lnTo>
                <a:lnTo>
                  <a:pt x="781418" y="86106"/>
                </a:lnTo>
                <a:lnTo>
                  <a:pt x="789660" y="81534"/>
                </a:lnTo>
                <a:lnTo>
                  <a:pt x="797039" y="79248"/>
                </a:lnTo>
                <a:close/>
              </a:path>
              <a:path w="1271270" h="411480">
                <a:moveTo>
                  <a:pt x="841235" y="266700"/>
                </a:moveTo>
                <a:lnTo>
                  <a:pt x="807707" y="233172"/>
                </a:lnTo>
                <a:lnTo>
                  <a:pt x="784847" y="256032"/>
                </a:lnTo>
                <a:lnTo>
                  <a:pt x="694931" y="256032"/>
                </a:lnTo>
                <a:lnTo>
                  <a:pt x="694931" y="173736"/>
                </a:lnTo>
                <a:lnTo>
                  <a:pt x="813803" y="173736"/>
                </a:lnTo>
                <a:lnTo>
                  <a:pt x="781799" y="143256"/>
                </a:lnTo>
                <a:lnTo>
                  <a:pt x="761987" y="164592"/>
                </a:lnTo>
                <a:lnTo>
                  <a:pt x="694931" y="164592"/>
                </a:lnTo>
                <a:lnTo>
                  <a:pt x="694931" y="36576"/>
                </a:lnTo>
                <a:lnTo>
                  <a:pt x="710171" y="22860"/>
                </a:lnTo>
                <a:lnTo>
                  <a:pt x="669023" y="3048"/>
                </a:lnTo>
                <a:lnTo>
                  <a:pt x="669912" y="21323"/>
                </a:lnTo>
                <a:lnTo>
                  <a:pt x="670344" y="36576"/>
                </a:lnTo>
                <a:lnTo>
                  <a:pt x="670496" y="47625"/>
                </a:lnTo>
                <a:lnTo>
                  <a:pt x="670547" y="164592"/>
                </a:lnTo>
                <a:lnTo>
                  <a:pt x="565391" y="164592"/>
                </a:lnTo>
                <a:lnTo>
                  <a:pt x="580631" y="179832"/>
                </a:lnTo>
                <a:lnTo>
                  <a:pt x="590067" y="177596"/>
                </a:lnTo>
                <a:lnTo>
                  <a:pt x="600062" y="175641"/>
                </a:lnTo>
                <a:lnTo>
                  <a:pt x="610641" y="174269"/>
                </a:lnTo>
                <a:lnTo>
                  <a:pt x="621779" y="173736"/>
                </a:lnTo>
                <a:lnTo>
                  <a:pt x="670547" y="173736"/>
                </a:lnTo>
                <a:lnTo>
                  <a:pt x="670547" y="256032"/>
                </a:lnTo>
                <a:lnTo>
                  <a:pt x="542531" y="256032"/>
                </a:lnTo>
                <a:lnTo>
                  <a:pt x="557771" y="271272"/>
                </a:lnTo>
                <a:lnTo>
                  <a:pt x="567423" y="269278"/>
                </a:lnTo>
                <a:lnTo>
                  <a:pt x="577773" y="267843"/>
                </a:lnTo>
                <a:lnTo>
                  <a:pt x="588429" y="266992"/>
                </a:lnTo>
                <a:lnTo>
                  <a:pt x="598919" y="266700"/>
                </a:lnTo>
                <a:lnTo>
                  <a:pt x="670547" y="266700"/>
                </a:lnTo>
                <a:lnTo>
                  <a:pt x="670433" y="361759"/>
                </a:lnTo>
                <a:lnTo>
                  <a:pt x="670356" y="368998"/>
                </a:lnTo>
                <a:lnTo>
                  <a:pt x="669912" y="387654"/>
                </a:lnTo>
                <a:lnTo>
                  <a:pt x="669023" y="408432"/>
                </a:lnTo>
                <a:lnTo>
                  <a:pt x="696455" y="396240"/>
                </a:lnTo>
                <a:lnTo>
                  <a:pt x="696226" y="378244"/>
                </a:lnTo>
                <a:lnTo>
                  <a:pt x="695172" y="343954"/>
                </a:lnTo>
                <a:lnTo>
                  <a:pt x="694956" y="329184"/>
                </a:lnTo>
                <a:lnTo>
                  <a:pt x="694931" y="266700"/>
                </a:lnTo>
                <a:lnTo>
                  <a:pt x="841235" y="266700"/>
                </a:lnTo>
                <a:close/>
              </a:path>
              <a:path w="1271270" h="411480">
                <a:moveTo>
                  <a:pt x="1018032" y="24384"/>
                </a:moveTo>
                <a:lnTo>
                  <a:pt x="979932" y="0"/>
                </a:lnTo>
                <a:lnTo>
                  <a:pt x="975360" y="19773"/>
                </a:lnTo>
                <a:lnTo>
                  <a:pt x="968502" y="42672"/>
                </a:lnTo>
                <a:lnTo>
                  <a:pt x="947928" y="99060"/>
                </a:lnTo>
                <a:lnTo>
                  <a:pt x="919162" y="161925"/>
                </a:lnTo>
                <a:lnTo>
                  <a:pt x="882396" y="222504"/>
                </a:lnTo>
                <a:lnTo>
                  <a:pt x="888492" y="227076"/>
                </a:lnTo>
                <a:lnTo>
                  <a:pt x="904722" y="207911"/>
                </a:lnTo>
                <a:lnTo>
                  <a:pt x="921258" y="186880"/>
                </a:lnTo>
                <a:lnTo>
                  <a:pt x="937780" y="163855"/>
                </a:lnTo>
                <a:lnTo>
                  <a:pt x="954024" y="138684"/>
                </a:lnTo>
                <a:lnTo>
                  <a:pt x="953947" y="336384"/>
                </a:lnTo>
                <a:lnTo>
                  <a:pt x="953833" y="351282"/>
                </a:lnTo>
                <a:lnTo>
                  <a:pt x="953376" y="376999"/>
                </a:lnTo>
                <a:lnTo>
                  <a:pt x="952500" y="408432"/>
                </a:lnTo>
                <a:lnTo>
                  <a:pt x="978408" y="391668"/>
                </a:lnTo>
                <a:lnTo>
                  <a:pt x="977519" y="371906"/>
                </a:lnTo>
                <a:lnTo>
                  <a:pt x="977074" y="353568"/>
                </a:lnTo>
                <a:lnTo>
                  <a:pt x="976896" y="336384"/>
                </a:lnTo>
                <a:lnTo>
                  <a:pt x="976884" y="138684"/>
                </a:lnTo>
                <a:lnTo>
                  <a:pt x="976884" y="134112"/>
                </a:lnTo>
                <a:lnTo>
                  <a:pt x="993648" y="121920"/>
                </a:lnTo>
                <a:lnTo>
                  <a:pt x="967740" y="108204"/>
                </a:lnTo>
                <a:lnTo>
                  <a:pt x="973188" y="96774"/>
                </a:lnTo>
                <a:lnTo>
                  <a:pt x="980503" y="80772"/>
                </a:lnTo>
                <a:lnTo>
                  <a:pt x="989812" y="60198"/>
                </a:lnTo>
                <a:lnTo>
                  <a:pt x="1001268" y="35052"/>
                </a:lnTo>
                <a:lnTo>
                  <a:pt x="1018032" y="24384"/>
                </a:lnTo>
                <a:close/>
              </a:path>
              <a:path w="1271270" h="411480">
                <a:moveTo>
                  <a:pt x="1245108" y="44196"/>
                </a:moveTo>
                <a:lnTo>
                  <a:pt x="1241183" y="41148"/>
                </a:lnTo>
                <a:lnTo>
                  <a:pt x="1217676" y="22860"/>
                </a:lnTo>
                <a:lnTo>
                  <a:pt x="1208532" y="36576"/>
                </a:lnTo>
                <a:lnTo>
                  <a:pt x="1208532" y="50292"/>
                </a:lnTo>
                <a:lnTo>
                  <a:pt x="1208532" y="146304"/>
                </a:lnTo>
                <a:lnTo>
                  <a:pt x="1088136" y="146304"/>
                </a:lnTo>
                <a:lnTo>
                  <a:pt x="1088136" y="50292"/>
                </a:lnTo>
                <a:lnTo>
                  <a:pt x="1208532" y="50292"/>
                </a:lnTo>
                <a:lnTo>
                  <a:pt x="1208532" y="36576"/>
                </a:lnTo>
                <a:lnTo>
                  <a:pt x="1205484" y="41148"/>
                </a:lnTo>
                <a:lnTo>
                  <a:pt x="1088136" y="41148"/>
                </a:lnTo>
                <a:lnTo>
                  <a:pt x="1063752" y="24384"/>
                </a:lnTo>
                <a:lnTo>
                  <a:pt x="1064602" y="44196"/>
                </a:lnTo>
                <a:lnTo>
                  <a:pt x="1065085" y="64579"/>
                </a:lnTo>
                <a:lnTo>
                  <a:pt x="1065250" y="84188"/>
                </a:lnTo>
                <a:lnTo>
                  <a:pt x="1065161" y="133642"/>
                </a:lnTo>
                <a:lnTo>
                  <a:pt x="1065085" y="143446"/>
                </a:lnTo>
                <a:lnTo>
                  <a:pt x="1064628" y="163855"/>
                </a:lnTo>
                <a:lnTo>
                  <a:pt x="1063752" y="184404"/>
                </a:lnTo>
                <a:lnTo>
                  <a:pt x="1088136" y="176784"/>
                </a:lnTo>
                <a:lnTo>
                  <a:pt x="1088136" y="156972"/>
                </a:lnTo>
                <a:lnTo>
                  <a:pt x="1208532" y="156972"/>
                </a:lnTo>
                <a:lnTo>
                  <a:pt x="1208532" y="181356"/>
                </a:lnTo>
                <a:lnTo>
                  <a:pt x="1232916" y="172212"/>
                </a:lnTo>
                <a:lnTo>
                  <a:pt x="1231785" y="161074"/>
                </a:lnTo>
                <a:lnTo>
                  <a:pt x="1231480" y="156972"/>
                </a:lnTo>
                <a:lnTo>
                  <a:pt x="1230820" y="148209"/>
                </a:lnTo>
                <a:lnTo>
                  <a:pt x="1230718" y="146304"/>
                </a:lnTo>
                <a:lnTo>
                  <a:pt x="1230122" y="133642"/>
                </a:lnTo>
                <a:lnTo>
                  <a:pt x="1229956" y="123329"/>
                </a:lnTo>
                <a:lnTo>
                  <a:pt x="1229868" y="56388"/>
                </a:lnTo>
                <a:lnTo>
                  <a:pt x="1237488" y="50292"/>
                </a:lnTo>
                <a:lnTo>
                  <a:pt x="1245108" y="44196"/>
                </a:lnTo>
                <a:close/>
              </a:path>
              <a:path w="1271270" h="411480">
                <a:moveTo>
                  <a:pt x="1271016" y="230124"/>
                </a:moveTo>
                <a:lnTo>
                  <a:pt x="1266952" y="227076"/>
                </a:lnTo>
                <a:lnTo>
                  <a:pt x="1240536" y="207264"/>
                </a:lnTo>
                <a:lnTo>
                  <a:pt x="1232916" y="219646"/>
                </a:lnTo>
                <a:lnTo>
                  <a:pt x="1232916" y="237744"/>
                </a:lnTo>
                <a:lnTo>
                  <a:pt x="1232916" y="344424"/>
                </a:lnTo>
                <a:lnTo>
                  <a:pt x="1062228" y="344424"/>
                </a:lnTo>
                <a:lnTo>
                  <a:pt x="1062228" y="237744"/>
                </a:lnTo>
                <a:lnTo>
                  <a:pt x="1232916" y="237744"/>
                </a:lnTo>
                <a:lnTo>
                  <a:pt x="1232916" y="219646"/>
                </a:lnTo>
                <a:lnTo>
                  <a:pt x="1228344" y="227076"/>
                </a:lnTo>
                <a:lnTo>
                  <a:pt x="1062228" y="227076"/>
                </a:lnTo>
                <a:lnTo>
                  <a:pt x="1036320" y="208788"/>
                </a:lnTo>
                <a:lnTo>
                  <a:pt x="1036548" y="223913"/>
                </a:lnTo>
                <a:lnTo>
                  <a:pt x="1037082" y="237172"/>
                </a:lnTo>
                <a:lnTo>
                  <a:pt x="1037602" y="248437"/>
                </a:lnTo>
                <a:lnTo>
                  <a:pt x="1037844" y="257556"/>
                </a:lnTo>
                <a:lnTo>
                  <a:pt x="1037844" y="355092"/>
                </a:lnTo>
                <a:lnTo>
                  <a:pt x="1037602" y="363982"/>
                </a:lnTo>
                <a:lnTo>
                  <a:pt x="1037082" y="374713"/>
                </a:lnTo>
                <a:lnTo>
                  <a:pt x="1036548" y="387464"/>
                </a:lnTo>
                <a:lnTo>
                  <a:pt x="1036320" y="402336"/>
                </a:lnTo>
                <a:lnTo>
                  <a:pt x="1062228" y="390144"/>
                </a:lnTo>
                <a:lnTo>
                  <a:pt x="1062228" y="355092"/>
                </a:lnTo>
                <a:lnTo>
                  <a:pt x="1232916" y="355092"/>
                </a:lnTo>
                <a:lnTo>
                  <a:pt x="1232916" y="394716"/>
                </a:lnTo>
                <a:lnTo>
                  <a:pt x="1258824" y="384048"/>
                </a:lnTo>
                <a:lnTo>
                  <a:pt x="1257935" y="365810"/>
                </a:lnTo>
                <a:lnTo>
                  <a:pt x="1257668" y="355092"/>
                </a:lnTo>
                <a:lnTo>
                  <a:pt x="1257490" y="347853"/>
                </a:lnTo>
                <a:lnTo>
                  <a:pt x="1257452" y="344424"/>
                </a:lnTo>
                <a:lnTo>
                  <a:pt x="1257312" y="330479"/>
                </a:lnTo>
                <a:lnTo>
                  <a:pt x="1257300" y="242316"/>
                </a:lnTo>
                <a:lnTo>
                  <a:pt x="1262443" y="237744"/>
                </a:lnTo>
                <a:lnTo>
                  <a:pt x="1271016" y="23012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" name="object 21"/>
          <p:cNvSpPr/>
          <p:nvPr/>
        </p:nvSpPr>
        <p:spPr>
          <a:xfrm>
            <a:off x="4792980" y="2799587"/>
            <a:ext cx="853440" cy="398145"/>
          </a:xfrm>
          <a:custGeom>
            <a:avLst/>
            <a:gdLst/>
            <a:ahLst/>
            <a:cxnLst/>
            <a:rect l="l" t="t" r="r" b="b"/>
            <a:pathLst>
              <a:path w="853439" h="398144">
                <a:moveTo>
                  <a:pt x="224028" y="41148"/>
                </a:moveTo>
                <a:lnTo>
                  <a:pt x="196596" y="10668"/>
                </a:lnTo>
                <a:lnTo>
                  <a:pt x="175260" y="32004"/>
                </a:lnTo>
                <a:lnTo>
                  <a:pt x="124968" y="32004"/>
                </a:lnTo>
                <a:lnTo>
                  <a:pt x="124968" y="41148"/>
                </a:lnTo>
                <a:lnTo>
                  <a:pt x="124968" y="97536"/>
                </a:lnTo>
                <a:lnTo>
                  <a:pt x="100584" y="97536"/>
                </a:lnTo>
                <a:lnTo>
                  <a:pt x="100584" y="41148"/>
                </a:lnTo>
                <a:lnTo>
                  <a:pt x="124968" y="41148"/>
                </a:lnTo>
                <a:lnTo>
                  <a:pt x="124968" y="32004"/>
                </a:lnTo>
                <a:lnTo>
                  <a:pt x="0" y="32004"/>
                </a:lnTo>
                <a:lnTo>
                  <a:pt x="15240" y="47244"/>
                </a:lnTo>
                <a:lnTo>
                  <a:pt x="25539" y="45008"/>
                </a:lnTo>
                <a:lnTo>
                  <a:pt x="36004" y="43053"/>
                </a:lnTo>
                <a:lnTo>
                  <a:pt x="46736" y="41681"/>
                </a:lnTo>
                <a:lnTo>
                  <a:pt x="57912" y="41148"/>
                </a:lnTo>
                <a:lnTo>
                  <a:pt x="79248" y="41148"/>
                </a:lnTo>
                <a:lnTo>
                  <a:pt x="79248" y="97536"/>
                </a:lnTo>
                <a:lnTo>
                  <a:pt x="79248" y="108204"/>
                </a:lnTo>
                <a:lnTo>
                  <a:pt x="77508" y="146481"/>
                </a:lnTo>
                <a:lnTo>
                  <a:pt x="72199" y="178879"/>
                </a:lnTo>
                <a:lnTo>
                  <a:pt x="63169" y="205295"/>
                </a:lnTo>
                <a:lnTo>
                  <a:pt x="50292" y="225552"/>
                </a:lnTo>
                <a:lnTo>
                  <a:pt x="50292" y="108204"/>
                </a:lnTo>
                <a:lnTo>
                  <a:pt x="79248" y="108204"/>
                </a:lnTo>
                <a:lnTo>
                  <a:pt x="79248" y="97536"/>
                </a:lnTo>
                <a:lnTo>
                  <a:pt x="50292" y="97536"/>
                </a:lnTo>
                <a:lnTo>
                  <a:pt x="25908" y="83820"/>
                </a:lnTo>
                <a:lnTo>
                  <a:pt x="26784" y="114973"/>
                </a:lnTo>
                <a:lnTo>
                  <a:pt x="27241" y="151257"/>
                </a:lnTo>
                <a:lnTo>
                  <a:pt x="27343" y="178879"/>
                </a:lnTo>
                <a:lnTo>
                  <a:pt x="27241" y="327660"/>
                </a:lnTo>
                <a:lnTo>
                  <a:pt x="26784" y="363143"/>
                </a:lnTo>
                <a:lnTo>
                  <a:pt x="25908" y="393192"/>
                </a:lnTo>
                <a:lnTo>
                  <a:pt x="50292" y="384048"/>
                </a:lnTo>
                <a:lnTo>
                  <a:pt x="50292" y="347472"/>
                </a:lnTo>
                <a:lnTo>
                  <a:pt x="175260" y="347472"/>
                </a:lnTo>
                <a:lnTo>
                  <a:pt x="175260" y="391668"/>
                </a:lnTo>
                <a:lnTo>
                  <a:pt x="199644" y="379476"/>
                </a:lnTo>
                <a:lnTo>
                  <a:pt x="198894" y="351307"/>
                </a:lnTo>
                <a:lnTo>
                  <a:pt x="198856" y="347472"/>
                </a:lnTo>
                <a:lnTo>
                  <a:pt x="198729" y="336804"/>
                </a:lnTo>
                <a:lnTo>
                  <a:pt x="198437" y="310616"/>
                </a:lnTo>
                <a:lnTo>
                  <a:pt x="198272" y="271272"/>
                </a:lnTo>
                <a:lnTo>
                  <a:pt x="198221" y="260604"/>
                </a:lnTo>
                <a:lnTo>
                  <a:pt x="198145" y="204216"/>
                </a:lnTo>
                <a:lnTo>
                  <a:pt x="198120" y="112776"/>
                </a:lnTo>
                <a:lnTo>
                  <a:pt x="203339" y="108204"/>
                </a:lnTo>
                <a:lnTo>
                  <a:pt x="210312" y="102108"/>
                </a:lnTo>
                <a:lnTo>
                  <a:pt x="204673" y="97536"/>
                </a:lnTo>
                <a:lnTo>
                  <a:pt x="185928" y="82296"/>
                </a:lnTo>
                <a:lnTo>
                  <a:pt x="175260" y="95631"/>
                </a:lnTo>
                <a:lnTo>
                  <a:pt x="175260" y="108204"/>
                </a:lnTo>
                <a:lnTo>
                  <a:pt x="175260" y="204216"/>
                </a:lnTo>
                <a:lnTo>
                  <a:pt x="175260" y="222504"/>
                </a:lnTo>
                <a:lnTo>
                  <a:pt x="175260" y="260604"/>
                </a:lnTo>
                <a:lnTo>
                  <a:pt x="175260" y="271272"/>
                </a:lnTo>
                <a:lnTo>
                  <a:pt x="175260" y="336804"/>
                </a:lnTo>
                <a:lnTo>
                  <a:pt x="50292" y="336804"/>
                </a:lnTo>
                <a:lnTo>
                  <a:pt x="50292" y="271272"/>
                </a:lnTo>
                <a:lnTo>
                  <a:pt x="175260" y="271272"/>
                </a:lnTo>
                <a:lnTo>
                  <a:pt x="175260" y="260604"/>
                </a:lnTo>
                <a:lnTo>
                  <a:pt x="50292" y="260604"/>
                </a:lnTo>
                <a:lnTo>
                  <a:pt x="50292" y="236220"/>
                </a:lnTo>
                <a:lnTo>
                  <a:pt x="61099" y="225552"/>
                </a:lnTo>
                <a:lnTo>
                  <a:pt x="72288" y="214503"/>
                </a:lnTo>
                <a:lnTo>
                  <a:pt x="88011" y="185928"/>
                </a:lnTo>
                <a:lnTo>
                  <a:pt x="97434" y="150495"/>
                </a:lnTo>
                <a:lnTo>
                  <a:pt x="100584" y="108204"/>
                </a:lnTo>
                <a:lnTo>
                  <a:pt x="124968" y="108204"/>
                </a:lnTo>
                <a:lnTo>
                  <a:pt x="125082" y="198120"/>
                </a:lnTo>
                <a:lnTo>
                  <a:pt x="150876" y="222504"/>
                </a:lnTo>
                <a:lnTo>
                  <a:pt x="175260" y="222504"/>
                </a:lnTo>
                <a:lnTo>
                  <a:pt x="175260" y="204216"/>
                </a:lnTo>
                <a:lnTo>
                  <a:pt x="149352" y="204216"/>
                </a:lnTo>
                <a:lnTo>
                  <a:pt x="146304" y="198120"/>
                </a:lnTo>
                <a:lnTo>
                  <a:pt x="146304" y="108204"/>
                </a:lnTo>
                <a:lnTo>
                  <a:pt x="175260" y="108204"/>
                </a:lnTo>
                <a:lnTo>
                  <a:pt x="175260" y="95631"/>
                </a:lnTo>
                <a:lnTo>
                  <a:pt x="173736" y="97536"/>
                </a:lnTo>
                <a:lnTo>
                  <a:pt x="146304" y="97536"/>
                </a:lnTo>
                <a:lnTo>
                  <a:pt x="146304" y="41148"/>
                </a:lnTo>
                <a:lnTo>
                  <a:pt x="224028" y="41148"/>
                </a:lnTo>
                <a:close/>
              </a:path>
              <a:path w="853439" h="398144">
                <a:moveTo>
                  <a:pt x="408432" y="350520"/>
                </a:moveTo>
                <a:lnTo>
                  <a:pt x="387489" y="318020"/>
                </a:lnTo>
                <a:lnTo>
                  <a:pt x="385572" y="272796"/>
                </a:lnTo>
                <a:lnTo>
                  <a:pt x="376428" y="272796"/>
                </a:lnTo>
                <a:lnTo>
                  <a:pt x="375285" y="313563"/>
                </a:lnTo>
                <a:lnTo>
                  <a:pt x="364236" y="356616"/>
                </a:lnTo>
                <a:lnTo>
                  <a:pt x="284988" y="356616"/>
                </a:lnTo>
                <a:lnTo>
                  <a:pt x="257606" y="328091"/>
                </a:lnTo>
                <a:lnTo>
                  <a:pt x="257556" y="167640"/>
                </a:lnTo>
                <a:lnTo>
                  <a:pt x="350520" y="167640"/>
                </a:lnTo>
                <a:lnTo>
                  <a:pt x="350520" y="192024"/>
                </a:lnTo>
                <a:lnTo>
                  <a:pt x="374904" y="181356"/>
                </a:lnTo>
                <a:lnTo>
                  <a:pt x="374764" y="167640"/>
                </a:lnTo>
                <a:lnTo>
                  <a:pt x="374662" y="156972"/>
                </a:lnTo>
                <a:lnTo>
                  <a:pt x="374142" y="125730"/>
                </a:lnTo>
                <a:lnTo>
                  <a:pt x="373608" y="89204"/>
                </a:lnTo>
                <a:lnTo>
                  <a:pt x="373380" y="47244"/>
                </a:lnTo>
                <a:lnTo>
                  <a:pt x="380339" y="41148"/>
                </a:lnTo>
                <a:lnTo>
                  <a:pt x="385572" y="36576"/>
                </a:lnTo>
                <a:lnTo>
                  <a:pt x="359664" y="15240"/>
                </a:lnTo>
                <a:lnTo>
                  <a:pt x="347472" y="32004"/>
                </a:lnTo>
                <a:lnTo>
                  <a:pt x="225552" y="32004"/>
                </a:lnTo>
                <a:lnTo>
                  <a:pt x="240792" y="47244"/>
                </a:lnTo>
                <a:lnTo>
                  <a:pt x="251091" y="45008"/>
                </a:lnTo>
                <a:lnTo>
                  <a:pt x="261556" y="43053"/>
                </a:lnTo>
                <a:lnTo>
                  <a:pt x="272288" y="41681"/>
                </a:lnTo>
                <a:lnTo>
                  <a:pt x="283464" y="41148"/>
                </a:lnTo>
                <a:lnTo>
                  <a:pt x="350520" y="41148"/>
                </a:lnTo>
                <a:lnTo>
                  <a:pt x="350520" y="156972"/>
                </a:lnTo>
                <a:lnTo>
                  <a:pt x="257556" y="156972"/>
                </a:lnTo>
                <a:lnTo>
                  <a:pt x="233172" y="140208"/>
                </a:lnTo>
                <a:lnTo>
                  <a:pt x="234048" y="167640"/>
                </a:lnTo>
                <a:lnTo>
                  <a:pt x="234505" y="208978"/>
                </a:lnTo>
                <a:lnTo>
                  <a:pt x="234670" y="264299"/>
                </a:lnTo>
                <a:lnTo>
                  <a:pt x="234696" y="333756"/>
                </a:lnTo>
                <a:lnTo>
                  <a:pt x="236639" y="353479"/>
                </a:lnTo>
                <a:lnTo>
                  <a:pt x="244602" y="366903"/>
                </a:lnTo>
                <a:lnTo>
                  <a:pt x="258267" y="374053"/>
                </a:lnTo>
                <a:lnTo>
                  <a:pt x="277368" y="374904"/>
                </a:lnTo>
                <a:lnTo>
                  <a:pt x="368808" y="374904"/>
                </a:lnTo>
                <a:lnTo>
                  <a:pt x="381635" y="374319"/>
                </a:lnTo>
                <a:lnTo>
                  <a:pt x="392620" y="370141"/>
                </a:lnTo>
                <a:lnTo>
                  <a:pt x="401586" y="362267"/>
                </a:lnTo>
                <a:lnTo>
                  <a:pt x="404876" y="356616"/>
                </a:lnTo>
                <a:lnTo>
                  <a:pt x="408432" y="350520"/>
                </a:lnTo>
                <a:close/>
              </a:path>
              <a:path w="853439" h="398144">
                <a:moveTo>
                  <a:pt x="635495" y="68580"/>
                </a:moveTo>
                <a:lnTo>
                  <a:pt x="606539" y="44196"/>
                </a:lnTo>
                <a:lnTo>
                  <a:pt x="592823" y="60960"/>
                </a:lnTo>
                <a:lnTo>
                  <a:pt x="455663" y="60960"/>
                </a:lnTo>
                <a:lnTo>
                  <a:pt x="470903" y="76200"/>
                </a:lnTo>
                <a:lnTo>
                  <a:pt x="480555" y="74206"/>
                </a:lnTo>
                <a:lnTo>
                  <a:pt x="490905" y="72771"/>
                </a:lnTo>
                <a:lnTo>
                  <a:pt x="501561" y="71920"/>
                </a:lnTo>
                <a:lnTo>
                  <a:pt x="512051" y="71628"/>
                </a:lnTo>
                <a:lnTo>
                  <a:pt x="592823" y="71628"/>
                </a:lnTo>
                <a:lnTo>
                  <a:pt x="582828" y="106476"/>
                </a:lnTo>
                <a:lnTo>
                  <a:pt x="573392" y="137731"/>
                </a:lnTo>
                <a:lnTo>
                  <a:pt x="564540" y="165290"/>
                </a:lnTo>
                <a:lnTo>
                  <a:pt x="556247" y="188976"/>
                </a:lnTo>
                <a:lnTo>
                  <a:pt x="536841" y="167525"/>
                </a:lnTo>
                <a:lnTo>
                  <a:pt x="498602" y="125755"/>
                </a:lnTo>
                <a:lnTo>
                  <a:pt x="480047" y="105156"/>
                </a:lnTo>
                <a:lnTo>
                  <a:pt x="473951" y="109728"/>
                </a:lnTo>
                <a:lnTo>
                  <a:pt x="487095" y="127165"/>
                </a:lnTo>
                <a:lnTo>
                  <a:pt x="503669" y="149733"/>
                </a:lnTo>
                <a:lnTo>
                  <a:pt x="523671" y="177457"/>
                </a:lnTo>
                <a:lnTo>
                  <a:pt x="547103" y="210312"/>
                </a:lnTo>
                <a:lnTo>
                  <a:pt x="538492" y="227774"/>
                </a:lnTo>
                <a:lnTo>
                  <a:pt x="516674" y="264972"/>
                </a:lnTo>
                <a:lnTo>
                  <a:pt x="488696" y="304088"/>
                </a:lnTo>
                <a:lnTo>
                  <a:pt x="458546" y="339432"/>
                </a:lnTo>
                <a:lnTo>
                  <a:pt x="443471" y="355092"/>
                </a:lnTo>
                <a:lnTo>
                  <a:pt x="444995" y="362712"/>
                </a:lnTo>
                <a:lnTo>
                  <a:pt x="484809" y="328612"/>
                </a:lnTo>
                <a:lnTo>
                  <a:pt x="516623" y="295656"/>
                </a:lnTo>
                <a:lnTo>
                  <a:pt x="541578" y="263080"/>
                </a:lnTo>
                <a:lnTo>
                  <a:pt x="560819" y="231648"/>
                </a:lnTo>
                <a:lnTo>
                  <a:pt x="571398" y="255701"/>
                </a:lnTo>
                <a:lnTo>
                  <a:pt x="580250" y="277749"/>
                </a:lnTo>
                <a:lnTo>
                  <a:pt x="587400" y="298094"/>
                </a:lnTo>
                <a:lnTo>
                  <a:pt x="592823" y="316992"/>
                </a:lnTo>
                <a:lnTo>
                  <a:pt x="595376" y="329882"/>
                </a:lnTo>
                <a:lnTo>
                  <a:pt x="598347" y="338899"/>
                </a:lnTo>
                <a:lnTo>
                  <a:pt x="601611" y="344220"/>
                </a:lnTo>
                <a:lnTo>
                  <a:pt x="605015" y="345948"/>
                </a:lnTo>
                <a:lnTo>
                  <a:pt x="606539" y="345948"/>
                </a:lnTo>
                <a:lnTo>
                  <a:pt x="617207" y="335280"/>
                </a:lnTo>
                <a:lnTo>
                  <a:pt x="618731" y="329184"/>
                </a:lnTo>
                <a:lnTo>
                  <a:pt x="620255" y="318516"/>
                </a:lnTo>
                <a:lnTo>
                  <a:pt x="619950" y="311086"/>
                </a:lnTo>
                <a:lnTo>
                  <a:pt x="608139" y="269684"/>
                </a:lnTo>
                <a:lnTo>
                  <a:pt x="586943" y="233730"/>
                </a:lnTo>
                <a:lnTo>
                  <a:pt x="571487" y="210312"/>
                </a:lnTo>
                <a:lnTo>
                  <a:pt x="580313" y="188976"/>
                </a:lnTo>
                <a:lnTo>
                  <a:pt x="582942" y="182600"/>
                </a:lnTo>
                <a:lnTo>
                  <a:pt x="594537" y="152019"/>
                </a:lnTo>
                <a:lnTo>
                  <a:pt x="606425" y="118592"/>
                </a:lnTo>
                <a:lnTo>
                  <a:pt x="618731" y="82296"/>
                </a:lnTo>
                <a:lnTo>
                  <a:pt x="631774" y="71628"/>
                </a:lnTo>
                <a:lnTo>
                  <a:pt x="635495" y="68580"/>
                </a:lnTo>
                <a:close/>
              </a:path>
              <a:path w="853439" h="398144">
                <a:moveTo>
                  <a:pt x="701027" y="231648"/>
                </a:moveTo>
                <a:lnTo>
                  <a:pt x="677214" y="186309"/>
                </a:lnTo>
                <a:lnTo>
                  <a:pt x="647687" y="160020"/>
                </a:lnTo>
                <a:lnTo>
                  <a:pt x="643115" y="163068"/>
                </a:lnTo>
                <a:lnTo>
                  <a:pt x="654291" y="185102"/>
                </a:lnTo>
                <a:lnTo>
                  <a:pt x="662736" y="205549"/>
                </a:lnTo>
                <a:lnTo>
                  <a:pt x="668629" y="224586"/>
                </a:lnTo>
                <a:lnTo>
                  <a:pt x="672071" y="242316"/>
                </a:lnTo>
                <a:lnTo>
                  <a:pt x="673506" y="252564"/>
                </a:lnTo>
                <a:lnTo>
                  <a:pt x="675500" y="260223"/>
                </a:lnTo>
                <a:lnTo>
                  <a:pt x="678078" y="265036"/>
                </a:lnTo>
                <a:lnTo>
                  <a:pt x="681215" y="266700"/>
                </a:lnTo>
                <a:lnTo>
                  <a:pt x="682739" y="266700"/>
                </a:lnTo>
                <a:lnTo>
                  <a:pt x="685787" y="262128"/>
                </a:lnTo>
                <a:lnTo>
                  <a:pt x="697979" y="246888"/>
                </a:lnTo>
                <a:lnTo>
                  <a:pt x="701027" y="239268"/>
                </a:lnTo>
                <a:lnTo>
                  <a:pt x="701027" y="231648"/>
                </a:lnTo>
                <a:close/>
              </a:path>
              <a:path w="853439" h="398144">
                <a:moveTo>
                  <a:pt x="853427" y="123444"/>
                </a:moveTo>
                <a:lnTo>
                  <a:pt x="819899" y="89916"/>
                </a:lnTo>
                <a:lnTo>
                  <a:pt x="797039" y="112776"/>
                </a:lnTo>
                <a:lnTo>
                  <a:pt x="778751" y="112776"/>
                </a:lnTo>
                <a:lnTo>
                  <a:pt x="778751" y="35052"/>
                </a:lnTo>
                <a:lnTo>
                  <a:pt x="793991" y="21336"/>
                </a:lnTo>
                <a:lnTo>
                  <a:pt x="752843" y="0"/>
                </a:lnTo>
                <a:lnTo>
                  <a:pt x="753732" y="11988"/>
                </a:lnTo>
                <a:lnTo>
                  <a:pt x="754176" y="24955"/>
                </a:lnTo>
                <a:lnTo>
                  <a:pt x="754303" y="35052"/>
                </a:lnTo>
                <a:lnTo>
                  <a:pt x="754367" y="112776"/>
                </a:lnTo>
                <a:lnTo>
                  <a:pt x="615683" y="112776"/>
                </a:lnTo>
                <a:lnTo>
                  <a:pt x="630923" y="129540"/>
                </a:lnTo>
                <a:lnTo>
                  <a:pt x="640359" y="126669"/>
                </a:lnTo>
                <a:lnTo>
                  <a:pt x="650354" y="124777"/>
                </a:lnTo>
                <a:lnTo>
                  <a:pt x="660933" y="123761"/>
                </a:lnTo>
                <a:lnTo>
                  <a:pt x="672071" y="123444"/>
                </a:lnTo>
                <a:lnTo>
                  <a:pt x="754367" y="123444"/>
                </a:lnTo>
                <a:lnTo>
                  <a:pt x="754367" y="348996"/>
                </a:lnTo>
                <a:lnTo>
                  <a:pt x="749795" y="353568"/>
                </a:lnTo>
                <a:lnTo>
                  <a:pt x="742175" y="355092"/>
                </a:lnTo>
                <a:lnTo>
                  <a:pt x="734542" y="355409"/>
                </a:lnTo>
                <a:lnTo>
                  <a:pt x="721029" y="354139"/>
                </a:lnTo>
                <a:lnTo>
                  <a:pt x="702106" y="351459"/>
                </a:lnTo>
                <a:lnTo>
                  <a:pt x="678167" y="347472"/>
                </a:lnTo>
                <a:lnTo>
                  <a:pt x="678167" y="356616"/>
                </a:lnTo>
                <a:lnTo>
                  <a:pt x="705294" y="366903"/>
                </a:lnTo>
                <a:lnTo>
                  <a:pt x="724839" y="377190"/>
                </a:lnTo>
                <a:lnTo>
                  <a:pt x="736676" y="387477"/>
                </a:lnTo>
                <a:lnTo>
                  <a:pt x="740651" y="397764"/>
                </a:lnTo>
                <a:lnTo>
                  <a:pt x="757542" y="389153"/>
                </a:lnTo>
                <a:lnTo>
                  <a:pt x="769416" y="379095"/>
                </a:lnTo>
                <a:lnTo>
                  <a:pt x="776452" y="367334"/>
                </a:lnTo>
                <a:lnTo>
                  <a:pt x="778446" y="355409"/>
                </a:lnTo>
                <a:lnTo>
                  <a:pt x="778662" y="354139"/>
                </a:lnTo>
                <a:lnTo>
                  <a:pt x="778751" y="123444"/>
                </a:lnTo>
                <a:lnTo>
                  <a:pt x="853427" y="12344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pic>
        <p:nvPicPr>
          <p:cNvPr id="22" name="object 22"/>
          <p:cNvPicPr/>
          <p:nvPr/>
        </p:nvPicPr>
        <p:blipFill>
          <a:blip r:embed="rId4" cstate="print"/>
          <a:stretch>
            <a:fillRect/>
          </a:stretch>
        </p:blipFill>
        <p:spPr>
          <a:xfrm>
            <a:off x="5727191" y="3061715"/>
            <a:ext cx="96012" cy="96012"/>
          </a:xfrm>
          <a:prstGeom prst="rect">
            <a:avLst/>
          </a:prstGeom>
        </p:spPr>
      </p:pic>
      <p:sp>
        <p:nvSpPr>
          <p:cNvPr id="23" name="object 23"/>
          <p:cNvSpPr/>
          <p:nvPr/>
        </p:nvSpPr>
        <p:spPr>
          <a:xfrm>
            <a:off x="1751075" y="4158996"/>
            <a:ext cx="155575" cy="155575"/>
          </a:xfrm>
          <a:custGeom>
            <a:avLst/>
            <a:gdLst/>
            <a:ahLst/>
            <a:cxnLst/>
            <a:rect l="l" t="t" r="r" b="b"/>
            <a:pathLst>
              <a:path w="155575" h="155575">
                <a:moveTo>
                  <a:pt x="155448" y="155447"/>
                </a:moveTo>
                <a:lnTo>
                  <a:pt x="0" y="155447"/>
                </a:lnTo>
                <a:lnTo>
                  <a:pt x="0" y="0"/>
                </a:lnTo>
                <a:lnTo>
                  <a:pt x="155448" y="0"/>
                </a:lnTo>
                <a:lnTo>
                  <a:pt x="155448" y="155447"/>
                </a:lnTo>
                <a:close/>
              </a:path>
            </a:pathLst>
          </a:custGeom>
          <a:solidFill>
            <a:srgbClr val="3333C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" name="object 24"/>
          <p:cNvSpPr/>
          <p:nvPr/>
        </p:nvSpPr>
        <p:spPr>
          <a:xfrm>
            <a:off x="2142731" y="3966971"/>
            <a:ext cx="835660" cy="408940"/>
          </a:xfrm>
          <a:custGeom>
            <a:avLst/>
            <a:gdLst/>
            <a:ahLst/>
            <a:cxnLst/>
            <a:rect l="l" t="t" r="r" b="b"/>
            <a:pathLst>
              <a:path w="835660" h="408939">
                <a:moveTo>
                  <a:pt x="124968" y="65532"/>
                </a:moveTo>
                <a:lnTo>
                  <a:pt x="118465" y="59436"/>
                </a:lnTo>
                <a:lnTo>
                  <a:pt x="100584" y="42672"/>
                </a:lnTo>
                <a:lnTo>
                  <a:pt x="88392" y="57581"/>
                </a:lnTo>
                <a:lnTo>
                  <a:pt x="88392" y="70104"/>
                </a:lnTo>
                <a:lnTo>
                  <a:pt x="88392" y="176784"/>
                </a:lnTo>
                <a:lnTo>
                  <a:pt x="88392" y="187452"/>
                </a:lnTo>
                <a:lnTo>
                  <a:pt x="88392" y="303276"/>
                </a:lnTo>
                <a:lnTo>
                  <a:pt x="24384" y="303276"/>
                </a:lnTo>
                <a:lnTo>
                  <a:pt x="24384" y="187452"/>
                </a:lnTo>
                <a:lnTo>
                  <a:pt x="88392" y="187452"/>
                </a:lnTo>
                <a:lnTo>
                  <a:pt x="88392" y="176784"/>
                </a:lnTo>
                <a:lnTo>
                  <a:pt x="24384" y="176784"/>
                </a:lnTo>
                <a:lnTo>
                  <a:pt x="24384" y="70104"/>
                </a:lnTo>
                <a:lnTo>
                  <a:pt x="88392" y="70104"/>
                </a:lnTo>
                <a:lnTo>
                  <a:pt x="88392" y="57581"/>
                </a:lnTo>
                <a:lnTo>
                  <a:pt x="86868" y="59436"/>
                </a:lnTo>
                <a:lnTo>
                  <a:pt x="27432" y="59436"/>
                </a:lnTo>
                <a:lnTo>
                  <a:pt x="0" y="42672"/>
                </a:lnTo>
                <a:lnTo>
                  <a:pt x="889" y="83616"/>
                </a:lnTo>
                <a:lnTo>
                  <a:pt x="1308" y="121158"/>
                </a:lnTo>
                <a:lnTo>
                  <a:pt x="1422" y="144780"/>
                </a:lnTo>
                <a:lnTo>
                  <a:pt x="1295" y="290728"/>
                </a:lnTo>
                <a:lnTo>
                  <a:pt x="889" y="323850"/>
                </a:lnTo>
                <a:lnTo>
                  <a:pt x="0" y="358140"/>
                </a:lnTo>
                <a:lnTo>
                  <a:pt x="24384" y="342900"/>
                </a:lnTo>
                <a:lnTo>
                  <a:pt x="24384" y="312420"/>
                </a:lnTo>
                <a:lnTo>
                  <a:pt x="88392" y="312420"/>
                </a:lnTo>
                <a:lnTo>
                  <a:pt x="88392" y="345948"/>
                </a:lnTo>
                <a:lnTo>
                  <a:pt x="112776" y="332232"/>
                </a:lnTo>
                <a:lnTo>
                  <a:pt x="112255" y="312420"/>
                </a:lnTo>
                <a:lnTo>
                  <a:pt x="112039" y="304444"/>
                </a:lnTo>
                <a:lnTo>
                  <a:pt x="112026" y="303276"/>
                </a:lnTo>
                <a:lnTo>
                  <a:pt x="111582" y="264934"/>
                </a:lnTo>
                <a:lnTo>
                  <a:pt x="111315" y="187452"/>
                </a:lnTo>
                <a:lnTo>
                  <a:pt x="111252" y="76200"/>
                </a:lnTo>
                <a:lnTo>
                  <a:pt x="119100" y="70104"/>
                </a:lnTo>
                <a:lnTo>
                  <a:pt x="124968" y="65532"/>
                </a:lnTo>
                <a:close/>
              </a:path>
              <a:path w="835660" h="408939">
                <a:moveTo>
                  <a:pt x="224028" y="134112"/>
                </a:moveTo>
                <a:lnTo>
                  <a:pt x="193954" y="99441"/>
                </a:lnTo>
                <a:lnTo>
                  <a:pt x="176784" y="86868"/>
                </a:lnTo>
                <a:lnTo>
                  <a:pt x="172212" y="89916"/>
                </a:lnTo>
                <a:lnTo>
                  <a:pt x="182499" y="106260"/>
                </a:lnTo>
                <a:lnTo>
                  <a:pt x="190500" y="121158"/>
                </a:lnTo>
                <a:lnTo>
                  <a:pt x="196215" y="134924"/>
                </a:lnTo>
                <a:lnTo>
                  <a:pt x="199644" y="147828"/>
                </a:lnTo>
                <a:lnTo>
                  <a:pt x="201168" y="158496"/>
                </a:lnTo>
                <a:lnTo>
                  <a:pt x="202692" y="163068"/>
                </a:lnTo>
                <a:lnTo>
                  <a:pt x="208788" y="163068"/>
                </a:lnTo>
                <a:lnTo>
                  <a:pt x="213360" y="161544"/>
                </a:lnTo>
                <a:lnTo>
                  <a:pt x="217932" y="155448"/>
                </a:lnTo>
                <a:lnTo>
                  <a:pt x="222504" y="150876"/>
                </a:lnTo>
                <a:lnTo>
                  <a:pt x="224028" y="144780"/>
                </a:lnTo>
                <a:lnTo>
                  <a:pt x="224028" y="134112"/>
                </a:lnTo>
                <a:close/>
              </a:path>
              <a:path w="835660" h="408939">
                <a:moveTo>
                  <a:pt x="348996" y="234696"/>
                </a:moveTo>
                <a:lnTo>
                  <a:pt x="340868" y="227076"/>
                </a:lnTo>
                <a:lnTo>
                  <a:pt x="324612" y="211836"/>
                </a:lnTo>
                <a:lnTo>
                  <a:pt x="310896" y="225552"/>
                </a:lnTo>
                <a:lnTo>
                  <a:pt x="310896" y="237744"/>
                </a:lnTo>
                <a:lnTo>
                  <a:pt x="310896" y="292608"/>
                </a:lnTo>
                <a:lnTo>
                  <a:pt x="310896" y="303276"/>
                </a:lnTo>
                <a:lnTo>
                  <a:pt x="310896" y="359664"/>
                </a:lnTo>
                <a:lnTo>
                  <a:pt x="185928" y="359664"/>
                </a:lnTo>
                <a:lnTo>
                  <a:pt x="185928" y="303276"/>
                </a:lnTo>
                <a:lnTo>
                  <a:pt x="310896" y="303276"/>
                </a:lnTo>
                <a:lnTo>
                  <a:pt x="310896" y="292608"/>
                </a:lnTo>
                <a:lnTo>
                  <a:pt x="185928" y="292608"/>
                </a:lnTo>
                <a:lnTo>
                  <a:pt x="185928" y="237744"/>
                </a:lnTo>
                <a:lnTo>
                  <a:pt x="310896" y="237744"/>
                </a:lnTo>
                <a:lnTo>
                  <a:pt x="310896" y="225552"/>
                </a:lnTo>
                <a:lnTo>
                  <a:pt x="309372" y="227076"/>
                </a:lnTo>
                <a:lnTo>
                  <a:pt x="188976" y="227076"/>
                </a:lnTo>
                <a:lnTo>
                  <a:pt x="161544" y="213360"/>
                </a:lnTo>
                <a:lnTo>
                  <a:pt x="162433" y="238772"/>
                </a:lnTo>
                <a:lnTo>
                  <a:pt x="162877" y="264604"/>
                </a:lnTo>
                <a:lnTo>
                  <a:pt x="163029" y="287274"/>
                </a:lnTo>
                <a:lnTo>
                  <a:pt x="162915" y="359664"/>
                </a:lnTo>
                <a:lnTo>
                  <a:pt x="162877" y="364807"/>
                </a:lnTo>
                <a:lnTo>
                  <a:pt x="162433" y="386651"/>
                </a:lnTo>
                <a:lnTo>
                  <a:pt x="161544" y="406908"/>
                </a:lnTo>
                <a:lnTo>
                  <a:pt x="185928" y="394716"/>
                </a:lnTo>
                <a:lnTo>
                  <a:pt x="185928" y="370332"/>
                </a:lnTo>
                <a:lnTo>
                  <a:pt x="310896" y="370332"/>
                </a:lnTo>
                <a:lnTo>
                  <a:pt x="310896" y="402336"/>
                </a:lnTo>
                <a:lnTo>
                  <a:pt x="336804" y="391668"/>
                </a:lnTo>
                <a:lnTo>
                  <a:pt x="335724" y="370332"/>
                </a:lnTo>
                <a:lnTo>
                  <a:pt x="335381" y="359664"/>
                </a:lnTo>
                <a:lnTo>
                  <a:pt x="334708" y="337947"/>
                </a:lnTo>
                <a:lnTo>
                  <a:pt x="334137" y="303276"/>
                </a:lnTo>
                <a:lnTo>
                  <a:pt x="334022" y="296519"/>
                </a:lnTo>
                <a:lnTo>
                  <a:pt x="334010" y="292608"/>
                </a:lnTo>
                <a:lnTo>
                  <a:pt x="333756" y="245364"/>
                </a:lnTo>
                <a:lnTo>
                  <a:pt x="344652" y="237744"/>
                </a:lnTo>
                <a:lnTo>
                  <a:pt x="348996" y="234696"/>
                </a:lnTo>
                <a:close/>
              </a:path>
              <a:path w="835660" h="408939">
                <a:moveTo>
                  <a:pt x="362712" y="71628"/>
                </a:moveTo>
                <a:lnTo>
                  <a:pt x="333756" y="41148"/>
                </a:lnTo>
                <a:lnTo>
                  <a:pt x="313944" y="60960"/>
                </a:lnTo>
                <a:lnTo>
                  <a:pt x="254508" y="60960"/>
                </a:lnTo>
                <a:lnTo>
                  <a:pt x="262128" y="53340"/>
                </a:lnTo>
                <a:lnTo>
                  <a:pt x="266700" y="47244"/>
                </a:lnTo>
                <a:lnTo>
                  <a:pt x="266700" y="36576"/>
                </a:lnTo>
                <a:lnTo>
                  <a:pt x="262128" y="30480"/>
                </a:lnTo>
                <a:lnTo>
                  <a:pt x="254508" y="24384"/>
                </a:lnTo>
                <a:lnTo>
                  <a:pt x="247891" y="18656"/>
                </a:lnTo>
                <a:lnTo>
                  <a:pt x="239268" y="12763"/>
                </a:lnTo>
                <a:lnTo>
                  <a:pt x="228371" y="6604"/>
                </a:lnTo>
                <a:lnTo>
                  <a:pt x="214884" y="0"/>
                </a:lnTo>
                <a:lnTo>
                  <a:pt x="211836" y="3048"/>
                </a:lnTo>
                <a:lnTo>
                  <a:pt x="224980" y="19608"/>
                </a:lnTo>
                <a:lnTo>
                  <a:pt x="234696" y="34861"/>
                </a:lnTo>
                <a:lnTo>
                  <a:pt x="240982" y="48704"/>
                </a:lnTo>
                <a:lnTo>
                  <a:pt x="243840" y="60960"/>
                </a:lnTo>
                <a:lnTo>
                  <a:pt x="140208" y="60960"/>
                </a:lnTo>
                <a:lnTo>
                  <a:pt x="156972" y="76200"/>
                </a:lnTo>
                <a:lnTo>
                  <a:pt x="166408" y="74206"/>
                </a:lnTo>
                <a:lnTo>
                  <a:pt x="176403" y="72771"/>
                </a:lnTo>
                <a:lnTo>
                  <a:pt x="186982" y="71920"/>
                </a:lnTo>
                <a:lnTo>
                  <a:pt x="198120" y="71628"/>
                </a:lnTo>
                <a:lnTo>
                  <a:pt x="362712" y="71628"/>
                </a:lnTo>
                <a:close/>
              </a:path>
              <a:path w="835660" h="408939">
                <a:moveTo>
                  <a:pt x="385572" y="182880"/>
                </a:moveTo>
                <a:lnTo>
                  <a:pt x="355092" y="150876"/>
                </a:lnTo>
                <a:lnTo>
                  <a:pt x="333756" y="172212"/>
                </a:lnTo>
                <a:lnTo>
                  <a:pt x="272796" y="172212"/>
                </a:lnTo>
                <a:lnTo>
                  <a:pt x="282232" y="159639"/>
                </a:lnTo>
                <a:lnTo>
                  <a:pt x="292227" y="144780"/>
                </a:lnTo>
                <a:lnTo>
                  <a:pt x="302806" y="127635"/>
                </a:lnTo>
                <a:lnTo>
                  <a:pt x="313944" y="108204"/>
                </a:lnTo>
                <a:lnTo>
                  <a:pt x="330708" y="100584"/>
                </a:lnTo>
                <a:lnTo>
                  <a:pt x="294132" y="79248"/>
                </a:lnTo>
                <a:lnTo>
                  <a:pt x="288709" y="101498"/>
                </a:lnTo>
                <a:lnTo>
                  <a:pt x="281622" y="124396"/>
                </a:lnTo>
                <a:lnTo>
                  <a:pt x="272707" y="148259"/>
                </a:lnTo>
                <a:lnTo>
                  <a:pt x="262128" y="172212"/>
                </a:lnTo>
                <a:lnTo>
                  <a:pt x="121920" y="172212"/>
                </a:lnTo>
                <a:lnTo>
                  <a:pt x="137160" y="187452"/>
                </a:lnTo>
                <a:lnTo>
                  <a:pt x="147447" y="185458"/>
                </a:lnTo>
                <a:lnTo>
                  <a:pt x="157734" y="184023"/>
                </a:lnTo>
                <a:lnTo>
                  <a:pt x="168021" y="183172"/>
                </a:lnTo>
                <a:lnTo>
                  <a:pt x="178308" y="182880"/>
                </a:lnTo>
                <a:lnTo>
                  <a:pt x="385572" y="182880"/>
                </a:lnTo>
                <a:close/>
              </a:path>
              <a:path w="835660" h="408939">
                <a:moveTo>
                  <a:pt x="577596" y="225552"/>
                </a:moveTo>
                <a:lnTo>
                  <a:pt x="537972" y="199644"/>
                </a:lnTo>
                <a:lnTo>
                  <a:pt x="517169" y="244843"/>
                </a:lnTo>
                <a:lnTo>
                  <a:pt x="491490" y="286893"/>
                </a:lnTo>
                <a:lnTo>
                  <a:pt x="461251" y="326097"/>
                </a:lnTo>
                <a:lnTo>
                  <a:pt x="426720" y="362712"/>
                </a:lnTo>
                <a:lnTo>
                  <a:pt x="432816" y="368808"/>
                </a:lnTo>
                <a:lnTo>
                  <a:pt x="467372" y="341401"/>
                </a:lnTo>
                <a:lnTo>
                  <a:pt x="500062" y="309562"/>
                </a:lnTo>
                <a:lnTo>
                  <a:pt x="530758" y="273443"/>
                </a:lnTo>
                <a:lnTo>
                  <a:pt x="559308" y="233172"/>
                </a:lnTo>
                <a:lnTo>
                  <a:pt x="577596" y="225552"/>
                </a:lnTo>
                <a:close/>
              </a:path>
              <a:path w="835660" h="408939">
                <a:moveTo>
                  <a:pt x="789432" y="51816"/>
                </a:moveTo>
                <a:lnTo>
                  <a:pt x="754380" y="15240"/>
                </a:lnTo>
                <a:lnTo>
                  <a:pt x="728472" y="41148"/>
                </a:lnTo>
                <a:lnTo>
                  <a:pt x="483108" y="41148"/>
                </a:lnTo>
                <a:lnTo>
                  <a:pt x="498348" y="57912"/>
                </a:lnTo>
                <a:lnTo>
                  <a:pt x="508660" y="55041"/>
                </a:lnTo>
                <a:lnTo>
                  <a:pt x="519112" y="53149"/>
                </a:lnTo>
                <a:lnTo>
                  <a:pt x="529856" y="52133"/>
                </a:lnTo>
                <a:lnTo>
                  <a:pt x="541020" y="51816"/>
                </a:lnTo>
                <a:lnTo>
                  <a:pt x="789432" y="51816"/>
                </a:lnTo>
                <a:close/>
              </a:path>
              <a:path w="835660" h="408939">
                <a:moveTo>
                  <a:pt x="809244" y="321564"/>
                </a:moveTo>
                <a:lnTo>
                  <a:pt x="783336" y="283464"/>
                </a:lnTo>
                <a:lnTo>
                  <a:pt x="747903" y="252603"/>
                </a:lnTo>
                <a:lnTo>
                  <a:pt x="691896" y="210312"/>
                </a:lnTo>
                <a:lnTo>
                  <a:pt x="687324" y="214884"/>
                </a:lnTo>
                <a:lnTo>
                  <a:pt x="704977" y="233768"/>
                </a:lnTo>
                <a:lnTo>
                  <a:pt x="721042" y="251650"/>
                </a:lnTo>
                <a:lnTo>
                  <a:pt x="746760" y="284988"/>
                </a:lnTo>
                <a:lnTo>
                  <a:pt x="775271" y="328498"/>
                </a:lnTo>
                <a:lnTo>
                  <a:pt x="786384" y="350520"/>
                </a:lnTo>
                <a:lnTo>
                  <a:pt x="790956" y="356616"/>
                </a:lnTo>
                <a:lnTo>
                  <a:pt x="797052" y="356616"/>
                </a:lnTo>
                <a:lnTo>
                  <a:pt x="800100" y="353568"/>
                </a:lnTo>
                <a:lnTo>
                  <a:pt x="804672" y="345948"/>
                </a:lnTo>
                <a:lnTo>
                  <a:pt x="807720" y="338328"/>
                </a:lnTo>
                <a:lnTo>
                  <a:pt x="809244" y="330708"/>
                </a:lnTo>
                <a:lnTo>
                  <a:pt x="809244" y="321564"/>
                </a:lnTo>
                <a:close/>
              </a:path>
              <a:path w="835660" h="408939">
                <a:moveTo>
                  <a:pt x="835152" y="164592"/>
                </a:moveTo>
                <a:lnTo>
                  <a:pt x="800100" y="128016"/>
                </a:lnTo>
                <a:lnTo>
                  <a:pt x="774192" y="155448"/>
                </a:lnTo>
                <a:lnTo>
                  <a:pt x="429768" y="155448"/>
                </a:lnTo>
                <a:lnTo>
                  <a:pt x="445008" y="170688"/>
                </a:lnTo>
                <a:lnTo>
                  <a:pt x="454444" y="168452"/>
                </a:lnTo>
                <a:lnTo>
                  <a:pt x="464439" y="166497"/>
                </a:lnTo>
                <a:lnTo>
                  <a:pt x="475018" y="165125"/>
                </a:lnTo>
                <a:lnTo>
                  <a:pt x="486156" y="164592"/>
                </a:lnTo>
                <a:lnTo>
                  <a:pt x="618744" y="164592"/>
                </a:lnTo>
                <a:lnTo>
                  <a:pt x="618744" y="338328"/>
                </a:lnTo>
                <a:lnTo>
                  <a:pt x="617867" y="348119"/>
                </a:lnTo>
                <a:lnTo>
                  <a:pt x="615124" y="354901"/>
                </a:lnTo>
                <a:lnTo>
                  <a:pt x="610387" y="359117"/>
                </a:lnTo>
                <a:lnTo>
                  <a:pt x="603504" y="361188"/>
                </a:lnTo>
                <a:lnTo>
                  <a:pt x="594347" y="360908"/>
                </a:lnTo>
                <a:lnTo>
                  <a:pt x="580453" y="360045"/>
                </a:lnTo>
                <a:lnTo>
                  <a:pt x="537972" y="356616"/>
                </a:lnTo>
                <a:lnTo>
                  <a:pt x="537972" y="362712"/>
                </a:lnTo>
                <a:lnTo>
                  <a:pt x="564007" y="371576"/>
                </a:lnTo>
                <a:lnTo>
                  <a:pt x="582739" y="382143"/>
                </a:lnTo>
                <a:lnTo>
                  <a:pt x="594347" y="394436"/>
                </a:lnTo>
                <a:lnTo>
                  <a:pt x="598932" y="408432"/>
                </a:lnTo>
                <a:lnTo>
                  <a:pt x="619798" y="400126"/>
                </a:lnTo>
                <a:lnTo>
                  <a:pt x="634365" y="388810"/>
                </a:lnTo>
                <a:lnTo>
                  <a:pt x="642658" y="374357"/>
                </a:lnTo>
                <a:lnTo>
                  <a:pt x="644144" y="361188"/>
                </a:lnTo>
                <a:lnTo>
                  <a:pt x="644652" y="356616"/>
                </a:lnTo>
                <a:lnTo>
                  <a:pt x="644652" y="164592"/>
                </a:lnTo>
                <a:lnTo>
                  <a:pt x="835152" y="16459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" name="object 25"/>
          <p:cNvSpPr/>
          <p:nvPr/>
        </p:nvSpPr>
        <p:spPr>
          <a:xfrm>
            <a:off x="3054096" y="3980688"/>
            <a:ext cx="327660" cy="396240"/>
          </a:xfrm>
          <a:custGeom>
            <a:avLst/>
            <a:gdLst/>
            <a:ahLst/>
            <a:cxnLst/>
            <a:rect l="l" t="t" r="r" b="b"/>
            <a:pathLst>
              <a:path w="327660" h="396239">
                <a:moveTo>
                  <a:pt x="132588" y="396240"/>
                </a:moveTo>
                <a:lnTo>
                  <a:pt x="130063" y="384000"/>
                </a:lnTo>
                <a:lnTo>
                  <a:pt x="118110" y="372618"/>
                </a:lnTo>
                <a:lnTo>
                  <a:pt x="97012" y="362378"/>
                </a:lnTo>
                <a:lnTo>
                  <a:pt x="67056" y="353567"/>
                </a:lnTo>
                <a:lnTo>
                  <a:pt x="68580" y="344424"/>
                </a:lnTo>
                <a:lnTo>
                  <a:pt x="88011" y="347543"/>
                </a:lnTo>
                <a:lnTo>
                  <a:pt x="105156" y="349948"/>
                </a:lnTo>
                <a:lnTo>
                  <a:pt x="120015" y="351496"/>
                </a:lnTo>
                <a:lnTo>
                  <a:pt x="132588" y="352043"/>
                </a:lnTo>
                <a:lnTo>
                  <a:pt x="141684" y="350067"/>
                </a:lnTo>
                <a:lnTo>
                  <a:pt x="148209" y="344233"/>
                </a:lnTo>
                <a:lnTo>
                  <a:pt x="151876" y="334684"/>
                </a:lnTo>
                <a:lnTo>
                  <a:pt x="152400" y="321564"/>
                </a:lnTo>
                <a:lnTo>
                  <a:pt x="152376" y="150542"/>
                </a:lnTo>
                <a:lnTo>
                  <a:pt x="152209" y="133350"/>
                </a:lnTo>
                <a:lnTo>
                  <a:pt x="151757" y="117300"/>
                </a:lnTo>
                <a:lnTo>
                  <a:pt x="150876" y="102108"/>
                </a:lnTo>
                <a:lnTo>
                  <a:pt x="175260" y="117348"/>
                </a:lnTo>
                <a:lnTo>
                  <a:pt x="275844" y="27432"/>
                </a:lnTo>
                <a:lnTo>
                  <a:pt x="56388" y="27432"/>
                </a:lnTo>
                <a:lnTo>
                  <a:pt x="45243" y="27741"/>
                </a:lnTo>
                <a:lnTo>
                  <a:pt x="34671" y="28765"/>
                </a:lnTo>
                <a:lnTo>
                  <a:pt x="24669" y="30646"/>
                </a:lnTo>
                <a:lnTo>
                  <a:pt x="15240" y="33528"/>
                </a:lnTo>
                <a:lnTo>
                  <a:pt x="0" y="16764"/>
                </a:lnTo>
                <a:lnTo>
                  <a:pt x="277368" y="16764"/>
                </a:lnTo>
                <a:lnTo>
                  <a:pt x="297180" y="0"/>
                </a:lnTo>
                <a:lnTo>
                  <a:pt x="327660" y="38100"/>
                </a:lnTo>
                <a:lnTo>
                  <a:pt x="306514" y="42410"/>
                </a:lnTo>
                <a:lnTo>
                  <a:pt x="275082" y="57721"/>
                </a:lnTo>
                <a:lnTo>
                  <a:pt x="233362" y="84177"/>
                </a:lnTo>
                <a:lnTo>
                  <a:pt x="181356" y="121920"/>
                </a:lnTo>
                <a:lnTo>
                  <a:pt x="195072" y="132588"/>
                </a:lnTo>
                <a:lnTo>
                  <a:pt x="178308" y="138684"/>
                </a:lnTo>
                <a:lnTo>
                  <a:pt x="178308" y="345948"/>
                </a:lnTo>
                <a:lnTo>
                  <a:pt x="175450" y="361950"/>
                </a:lnTo>
                <a:lnTo>
                  <a:pt x="166878" y="375666"/>
                </a:lnTo>
                <a:lnTo>
                  <a:pt x="152590" y="387096"/>
                </a:lnTo>
                <a:lnTo>
                  <a:pt x="132588" y="39624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" name="object 26"/>
          <p:cNvSpPr/>
          <p:nvPr/>
        </p:nvSpPr>
        <p:spPr>
          <a:xfrm>
            <a:off x="3465563" y="3970020"/>
            <a:ext cx="832485" cy="407034"/>
          </a:xfrm>
          <a:custGeom>
            <a:avLst/>
            <a:gdLst/>
            <a:ahLst/>
            <a:cxnLst/>
            <a:rect l="l" t="t" r="r" b="b"/>
            <a:pathLst>
              <a:path w="832485" h="407035">
                <a:moveTo>
                  <a:pt x="396240" y="190500"/>
                </a:moveTo>
                <a:lnTo>
                  <a:pt x="358140" y="152400"/>
                </a:lnTo>
                <a:lnTo>
                  <a:pt x="323088" y="179832"/>
                </a:lnTo>
                <a:lnTo>
                  <a:pt x="0" y="179832"/>
                </a:lnTo>
                <a:lnTo>
                  <a:pt x="15240" y="195072"/>
                </a:lnTo>
                <a:lnTo>
                  <a:pt x="25196" y="193078"/>
                </a:lnTo>
                <a:lnTo>
                  <a:pt x="36576" y="191643"/>
                </a:lnTo>
                <a:lnTo>
                  <a:pt x="49110" y="190792"/>
                </a:lnTo>
                <a:lnTo>
                  <a:pt x="62484" y="190500"/>
                </a:lnTo>
                <a:lnTo>
                  <a:pt x="396240" y="190500"/>
                </a:lnTo>
                <a:close/>
              </a:path>
              <a:path w="832485" h="407035">
                <a:moveTo>
                  <a:pt x="623316" y="140208"/>
                </a:moveTo>
                <a:lnTo>
                  <a:pt x="594360" y="108204"/>
                </a:lnTo>
                <a:lnTo>
                  <a:pt x="573024" y="129540"/>
                </a:lnTo>
                <a:lnTo>
                  <a:pt x="551688" y="129540"/>
                </a:lnTo>
                <a:lnTo>
                  <a:pt x="551688" y="54864"/>
                </a:lnTo>
                <a:lnTo>
                  <a:pt x="551688" y="50292"/>
                </a:lnTo>
                <a:lnTo>
                  <a:pt x="585216" y="45910"/>
                </a:lnTo>
                <a:lnTo>
                  <a:pt x="601840" y="44081"/>
                </a:lnTo>
                <a:lnTo>
                  <a:pt x="618744" y="42672"/>
                </a:lnTo>
                <a:lnTo>
                  <a:pt x="592836" y="12192"/>
                </a:lnTo>
                <a:lnTo>
                  <a:pt x="549770" y="33629"/>
                </a:lnTo>
                <a:lnTo>
                  <a:pt x="509422" y="44818"/>
                </a:lnTo>
                <a:lnTo>
                  <a:pt x="470992" y="52920"/>
                </a:lnTo>
                <a:lnTo>
                  <a:pt x="452628" y="56388"/>
                </a:lnTo>
                <a:lnTo>
                  <a:pt x="452628" y="62484"/>
                </a:lnTo>
                <a:lnTo>
                  <a:pt x="472922" y="61087"/>
                </a:lnTo>
                <a:lnTo>
                  <a:pt x="492633" y="59245"/>
                </a:lnTo>
                <a:lnTo>
                  <a:pt x="511784" y="57137"/>
                </a:lnTo>
                <a:lnTo>
                  <a:pt x="530352" y="54864"/>
                </a:lnTo>
                <a:lnTo>
                  <a:pt x="530352" y="129540"/>
                </a:lnTo>
                <a:lnTo>
                  <a:pt x="440436" y="129540"/>
                </a:lnTo>
                <a:lnTo>
                  <a:pt x="457200" y="144780"/>
                </a:lnTo>
                <a:lnTo>
                  <a:pt x="466636" y="142786"/>
                </a:lnTo>
                <a:lnTo>
                  <a:pt x="476631" y="141351"/>
                </a:lnTo>
                <a:lnTo>
                  <a:pt x="487210" y="140500"/>
                </a:lnTo>
                <a:lnTo>
                  <a:pt x="498348" y="140208"/>
                </a:lnTo>
                <a:lnTo>
                  <a:pt x="530352" y="140208"/>
                </a:lnTo>
                <a:lnTo>
                  <a:pt x="516255" y="181165"/>
                </a:lnTo>
                <a:lnTo>
                  <a:pt x="495300" y="225552"/>
                </a:lnTo>
                <a:lnTo>
                  <a:pt x="469201" y="271081"/>
                </a:lnTo>
                <a:lnTo>
                  <a:pt x="437388" y="315468"/>
                </a:lnTo>
                <a:lnTo>
                  <a:pt x="440436" y="320040"/>
                </a:lnTo>
                <a:lnTo>
                  <a:pt x="466496" y="295757"/>
                </a:lnTo>
                <a:lnTo>
                  <a:pt x="489966" y="268605"/>
                </a:lnTo>
                <a:lnTo>
                  <a:pt x="511162" y="238607"/>
                </a:lnTo>
                <a:lnTo>
                  <a:pt x="530352" y="205740"/>
                </a:lnTo>
                <a:lnTo>
                  <a:pt x="530161" y="248412"/>
                </a:lnTo>
                <a:lnTo>
                  <a:pt x="530034" y="268058"/>
                </a:lnTo>
                <a:lnTo>
                  <a:pt x="529424" y="315468"/>
                </a:lnTo>
                <a:lnTo>
                  <a:pt x="528434" y="364337"/>
                </a:lnTo>
                <a:lnTo>
                  <a:pt x="527304" y="406908"/>
                </a:lnTo>
                <a:lnTo>
                  <a:pt x="554736" y="394716"/>
                </a:lnTo>
                <a:lnTo>
                  <a:pt x="552640" y="329374"/>
                </a:lnTo>
                <a:lnTo>
                  <a:pt x="551992" y="271081"/>
                </a:lnTo>
                <a:lnTo>
                  <a:pt x="551751" y="205740"/>
                </a:lnTo>
                <a:lnTo>
                  <a:pt x="551688" y="187452"/>
                </a:lnTo>
                <a:lnTo>
                  <a:pt x="583844" y="221742"/>
                </a:lnTo>
                <a:lnTo>
                  <a:pt x="595884" y="243840"/>
                </a:lnTo>
                <a:lnTo>
                  <a:pt x="598932" y="248412"/>
                </a:lnTo>
                <a:lnTo>
                  <a:pt x="603504" y="248412"/>
                </a:lnTo>
                <a:lnTo>
                  <a:pt x="606552" y="245364"/>
                </a:lnTo>
                <a:lnTo>
                  <a:pt x="609600" y="239268"/>
                </a:lnTo>
                <a:lnTo>
                  <a:pt x="611124" y="231648"/>
                </a:lnTo>
                <a:lnTo>
                  <a:pt x="612648" y="225552"/>
                </a:lnTo>
                <a:lnTo>
                  <a:pt x="612648" y="214884"/>
                </a:lnTo>
                <a:lnTo>
                  <a:pt x="609600" y="207264"/>
                </a:lnTo>
                <a:lnTo>
                  <a:pt x="573773" y="187452"/>
                </a:lnTo>
                <a:lnTo>
                  <a:pt x="551688" y="179832"/>
                </a:lnTo>
                <a:lnTo>
                  <a:pt x="551688" y="140208"/>
                </a:lnTo>
                <a:lnTo>
                  <a:pt x="623316" y="140208"/>
                </a:lnTo>
                <a:close/>
              </a:path>
              <a:path w="832485" h="407035">
                <a:moveTo>
                  <a:pt x="832104" y="112776"/>
                </a:moveTo>
                <a:lnTo>
                  <a:pt x="829995" y="111252"/>
                </a:lnTo>
                <a:lnTo>
                  <a:pt x="804672" y="92964"/>
                </a:lnTo>
                <a:lnTo>
                  <a:pt x="795528" y="106680"/>
                </a:lnTo>
                <a:lnTo>
                  <a:pt x="795528" y="121920"/>
                </a:lnTo>
                <a:lnTo>
                  <a:pt x="795528" y="231648"/>
                </a:lnTo>
                <a:lnTo>
                  <a:pt x="734568" y="231648"/>
                </a:lnTo>
                <a:lnTo>
                  <a:pt x="734568" y="121920"/>
                </a:lnTo>
                <a:lnTo>
                  <a:pt x="795528" y="121920"/>
                </a:lnTo>
                <a:lnTo>
                  <a:pt x="795528" y="106680"/>
                </a:lnTo>
                <a:lnTo>
                  <a:pt x="792480" y="111252"/>
                </a:lnTo>
                <a:lnTo>
                  <a:pt x="734568" y="111252"/>
                </a:lnTo>
                <a:lnTo>
                  <a:pt x="734568" y="32004"/>
                </a:lnTo>
                <a:lnTo>
                  <a:pt x="751332" y="19812"/>
                </a:lnTo>
                <a:lnTo>
                  <a:pt x="710184" y="0"/>
                </a:lnTo>
                <a:lnTo>
                  <a:pt x="711073" y="17386"/>
                </a:lnTo>
                <a:lnTo>
                  <a:pt x="711517" y="41910"/>
                </a:lnTo>
                <a:lnTo>
                  <a:pt x="711695" y="73304"/>
                </a:lnTo>
                <a:lnTo>
                  <a:pt x="711708" y="111252"/>
                </a:lnTo>
                <a:lnTo>
                  <a:pt x="711708" y="121920"/>
                </a:lnTo>
                <a:lnTo>
                  <a:pt x="711708" y="231648"/>
                </a:lnTo>
                <a:lnTo>
                  <a:pt x="656844" y="231648"/>
                </a:lnTo>
                <a:lnTo>
                  <a:pt x="656844" y="121920"/>
                </a:lnTo>
                <a:lnTo>
                  <a:pt x="711708" y="121920"/>
                </a:lnTo>
                <a:lnTo>
                  <a:pt x="711708" y="111252"/>
                </a:lnTo>
                <a:lnTo>
                  <a:pt x="656844" y="111252"/>
                </a:lnTo>
                <a:lnTo>
                  <a:pt x="632460" y="97536"/>
                </a:lnTo>
                <a:lnTo>
                  <a:pt x="633349" y="112991"/>
                </a:lnTo>
                <a:lnTo>
                  <a:pt x="633793" y="132016"/>
                </a:lnTo>
                <a:lnTo>
                  <a:pt x="633971" y="154762"/>
                </a:lnTo>
                <a:lnTo>
                  <a:pt x="633844" y="227253"/>
                </a:lnTo>
                <a:lnTo>
                  <a:pt x="633793" y="233743"/>
                </a:lnTo>
                <a:lnTo>
                  <a:pt x="633349" y="256159"/>
                </a:lnTo>
                <a:lnTo>
                  <a:pt x="632460" y="275844"/>
                </a:lnTo>
                <a:lnTo>
                  <a:pt x="656844" y="265176"/>
                </a:lnTo>
                <a:lnTo>
                  <a:pt x="656844" y="242316"/>
                </a:lnTo>
                <a:lnTo>
                  <a:pt x="711708" y="242316"/>
                </a:lnTo>
                <a:lnTo>
                  <a:pt x="711644" y="299999"/>
                </a:lnTo>
                <a:lnTo>
                  <a:pt x="711517" y="332422"/>
                </a:lnTo>
                <a:lnTo>
                  <a:pt x="711073" y="371119"/>
                </a:lnTo>
                <a:lnTo>
                  <a:pt x="710184" y="405384"/>
                </a:lnTo>
                <a:lnTo>
                  <a:pt x="736092" y="394716"/>
                </a:lnTo>
                <a:lnTo>
                  <a:pt x="735863" y="376478"/>
                </a:lnTo>
                <a:lnTo>
                  <a:pt x="735330" y="344805"/>
                </a:lnTo>
                <a:lnTo>
                  <a:pt x="734809" y="299999"/>
                </a:lnTo>
                <a:lnTo>
                  <a:pt x="734568" y="242316"/>
                </a:lnTo>
                <a:lnTo>
                  <a:pt x="795528" y="242316"/>
                </a:lnTo>
                <a:lnTo>
                  <a:pt x="795528" y="266700"/>
                </a:lnTo>
                <a:lnTo>
                  <a:pt x="819912" y="257556"/>
                </a:lnTo>
                <a:lnTo>
                  <a:pt x="819480" y="242316"/>
                </a:lnTo>
                <a:lnTo>
                  <a:pt x="819162" y="231648"/>
                </a:lnTo>
                <a:lnTo>
                  <a:pt x="819035" y="227253"/>
                </a:lnTo>
                <a:lnTo>
                  <a:pt x="818578" y="195643"/>
                </a:lnTo>
                <a:lnTo>
                  <a:pt x="818515" y="181356"/>
                </a:lnTo>
                <a:lnTo>
                  <a:pt x="818388" y="128016"/>
                </a:lnTo>
                <a:lnTo>
                  <a:pt x="823874" y="121920"/>
                </a:lnTo>
                <a:lnTo>
                  <a:pt x="832104" y="11277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" name="object 27"/>
          <p:cNvSpPr/>
          <p:nvPr/>
        </p:nvSpPr>
        <p:spPr>
          <a:xfrm>
            <a:off x="4351020" y="3986784"/>
            <a:ext cx="407034" cy="390525"/>
          </a:xfrm>
          <a:custGeom>
            <a:avLst/>
            <a:gdLst/>
            <a:ahLst/>
            <a:cxnLst/>
            <a:rect l="l" t="t" r="r" b="b"/>
            <a:pathLst>
              <a:path w="407035" h="390525">
                <a:moveTo>
                  <a:pt x="361774" y="16764"/>
                </a:moveTo>
                <a:lnTo>
                  <a:pt x="327660" y="16764"/>
                </a:lnTo>
                <a:lnTo>
                  <a:pt x="339852" y="0"/>
                </a:lnTo>
                <a:lnTo>
                  <a:pt x="361774" y="16764"/>
                </a:lnTo>
                <a:close/>
              </a:path>
              <a:path w="407035" h="390525">
                <a:moveTo>
                  <a:pt x="173736" y="259080"/>
                </a:moveTo>
                <a:lnTo>
                  <a:pt x="174855" y="239077"/>
                </a:lnTo>
                <a:lnTo>
                  <a:pt x="175831" y="211074"/>
                </a:lnTo>
                <a:lnTo>
                  <a:pt x="176522" y="175069"/>
                </a:lnTo>
                <a:lnTo>
                  <a:pt x="176784" y="131064"/>
                </a:lnTo>
                <a:lnTo>
                  <a:pt x="176522" y="86177"/>
                </a:lnTo>
                <a:lnTo>
                  <a:pt x="175831" y="49720"/>
                </a:lnTo>
                <a:lnTo>
                  <a:pt x="174855" y="21550"/>
                </a:lnTo>
                <a:lnTo>
                  <a:pt x="173736" y="1524"/>
                </a:lnTo>
                <a:lnTo>
                  <a:pt x="198120" y="16764"/>
                </a:lnTo>
                <a:lnTo>
                  <a:pt x="361774" y="16764"/>
                </a:lnTo>
                <a:lnTo>
                  <a:pt x="365760" y="19812"/>
                </a:lnTo>
                <a:lnTo>
                  <a:pt x="357051" y="27432"/>
                </a:lnTo>
                <a:lnTo>
                  <a:pt x="198120" y="27432"/>
                </a:lnTo>
                <a:lnTo>
                  <a:pt x="198120" y="248412"/>
                </a:lnTo>
                <a:lnTo>
                  <a:pt x="173736" y="259080"/>
                </a:lnTo>
                <a:close/>
              </a:path>
              <a:path w="407035" h="390525">
                <a:moveTo>
                  <a:pt x="16764" y="45720"/>
                </a:moveTo>
                <a:lnTo>
                  <a:pt x="0" y="30480"/>
                </a:lnTo>
                <a:lnTo>
                  <a:pt x="108204" y="30480"/>
                </a:lnTo>
                <a:lnTo>
                  <a:pt x="131064" y="9144"/>
                </a:lnTo>
                <a:lnTo>
                  <a:pt x="158496" y="41148"/>
                </a:lnTo>
                <a:lnTo>
                  <a:pt x="57912" y="41148"/>
                </a:lnTo>
                <a:lnTo>
                  <a:pt x="46767" y="41433"/>
                </a:lnTo>
                <a:lnTo>
                  <a:pt x="36195" y="42291"/>
                </a:lnTo>
                <a:lnTo>
                  <a:pt x="26193" y="43719"/>
                </a:lnTo>
                <a:lnTo>
                  <a:pt x="16764" y="45720"/>
                </a:lnTo>
                <a:close/>
              </a:path>
              <a:path w="407035" h="390525">
                <a:moveTo>
                  <a:pt x="330708" y="242316"/>
                </a:moveTo>
                <a:lnTo>
                  <a:pt x="330708" y="27432"/>
                </a:lnTo>
                <a:lnTo>
                  <a:pt x="357051" y="27432"/>
                </a:lnTo>
                <a:lnTo>
                  <a:pt x="353568" y="30480"/>
                </a:lnTo>
                <a:lnTo>
                  <a:pt x="353690" y="142374"/>
                </a:lnTo>
                <a:lnTo>
                  <a:pt x="353783" y="168592"/>
                </a:lnTo>
                <a:lnTo>
                  <a:pt x="354210" y="207287"/>
                </a:lnTo>
                <a:lnTo>
                  <a:pt x="355092" y="230124"/>
                </a:lnTo>
                <a:lnTo>
                  <a:pt x="330708" y="242316"/>
                </a:lnTo>
                <a:close/>
              </a:path>
              <a:path w="407035" h="390525">
                <a:moveTo>
                  <a:pt x="86868" y="150876"/>
                </a:moveTo>
                <a:lnTo>
                  <a:pt x="65532" y="150876"/>
                </a:lnTo>
                <a:lnTo>
                  <a:pt x="65532" y="41148"/>
                </a:lnTo>
                <a:lnTo>
                  <a:pt x="86868" y="41148"/>
                </a:lnTo>
                <a:lnTo>
                  <a:pt x="86868" y="150876"/>
                </a:lnTo>
                <a:close/>
              </a:path>
              <a:path w="407035" h="390525">
                <a:moveTo>
                  <a:pt x="97536" y="390144"/>
                </a:moveTo>
                <a:lnTo>
                  <a:pt x="94488" y="385572"/>
                </a:lnTo>
                <a:lnTo>
                  <a:pt x="137374" y="359902"/>
                </a:lnTo>
                <a:lnTo>
                  <a:pt x="172402" y="333375"/>
                </a:lnTo>
                <a:lnTo>
                  <a:pt x="199715" y="306276"/>
                </a:lnTo>
                <a:lnTo>
                  <a:pt x="232314" y="244625"/>
                </a:lnTo>
                <a:lnTo>
                  <a:pt x="241173" y="199072"/>
                </a:lnTo>
                <a:lnTo>
                  <a:pt x="246030" y="142374"/>
                </a:lnTo>
                <a:lnTo>
                  <a:pt x="246888" y="74676"/>
                </a:lnTo>
                <a:lnTo>
                  <a:pt x="289560" y="91440"/>
                </a:lnTo>
                <a:lnTo>
                  <a:pt x="274320" y="105156"/>
                </a:lnTo>
                <a:lnTo>
                  <a:pt x="270914" y="168592"/>
                </a:lnTo>
                <a:lnTo>
                  <a:pt x="263080" y="221742"/>
                </a:lnTo>
                <a:lnTo>
                  <a:pt x="250959" y="264604"/>
                </a:lnTo>
                <a:lnTo>
                  <a:pt x="212407" y="322849"/>
                </a:lnTo>
                <a:lnTo>
                  <a:pt x="182118" y="347091"/>
                </a:lnTo>
                <a:lnTo>
                  <a:pt x="143827" y="369617"/>
                </a:lnTo>
                <a:lnTo>
                  <a:pt x="97536" y="390144"/>
                </a:lnTo>
                <a:close/>
              </a:path>
              <a:path w="407035" h="390525">
                <a:moveTo>
                  <a:pt x="22860" y="166116"/>
                </a:moveTo>
                <a:lnTo>
                  <a:pt x="7619" y="150876"/>
                </a:lnTo>
                <a:lnTo>
                  <a:pt x="108204" y="150876"/>
                </a:lnTo>
                <a:lnTo>
                  <a:pt x="128016" y="131064"/>
                </a:lnTo>
                <a:lnTo>
                  <a:pt x="155448" y="161544"/>
                </a:lnTo>
                <a:lnTo>
                  <a:pt x="65532" y="161544"/>
                </a:lnTo>
                <a:lnTo>
                  <a:pt x="54363" y="161829"/>
                </a:lnTo>
                <a:lnTo>
                  <a:pt x="43624" y="162687"/>
                </a:lnTo>
                <a:lnTo>
                  <a:pt x="33170" y="164115"/>
                </a:lnTo>
                <a:lnTo>
                  <a:pt x="22860" y="166116"/>
                </a:lnTo>
                <a:close/>
              </a:path>
              <a:path w="407035" h="390525">
                <a:moveTo>
                  <a:pt x="21336" y="338328"/>
                </a:moveTo>
                <a:lnTo>
                  <a:pt x="0" y="304800"/>
                </a:lnTo>
                <a:lnTo>
                  <a:pt x="18597" y="299989"/>
                </a:lnTo>
                <a:lnTo>
                  <a:pt x="35623" y="294894"/>
                </a:lnTo>
                <a:lnTo>
                  <a:pt x="65532" y="284988"/>
                </a:lnTo>
                <a:lnTo>
                  <a:pt x="65532" y="161544"/>
                </a:lnTo>
                <a:lnTo>
                  <a:pt x="86868" y="161544"/>
                </a:lnTo>
                <a:lnTo>
                  <a:pt x="86868" y="277368"/>
                </a:lnTo>
                <a:lnTo>
                  <a:pt x="120393" y="277368"/>
                </a:lnTo>
                <a:lnTo>
                  <a:pt x="104060" y="285178"/>
                </a:lnTo>
                <a:lnTo>
                  <a:pt x="64389" y="306324"/>
                </a:lnTo>
                <a:lnTo>
                  <a:pt x="36718" y="324040"/>
                </a:lnTo>
                <a:lnTo>
                  <a:pt x="21336" y="338328"/>
                </a:lnTo>
                <a:close/>
              </a:path>
              <a:path w="407035" h="390525">
                <a:moveTo>
                  <a:pt x="370332" y="376428"/>
                </a:moveTo>
                <a:lnTo>
                  <a:pt x="306324" y="376428"/>
                </a:lnTo>
                <a:lnTo>
                  <a:pt x="294298" y="374403"/>
                </a:lnTo>
                <a:lnTo>
                  <a:pt x="285559" y="368236"/>
                </a:lnTo>
                <a:lnTo>
                  <a:pt x="279963" y="357782"/>
                </a:lnTo>
                <a:lnTo>
                  <a:pt x="277368" y="342900"/>
                </a:lnTo>
                <a:lnTo>
                  <a:pt x="277368" y="204216"/>
                </a:lnTo>
                <a:lnTo>
                  <a:pt x="312420" y="222504"/>
                </a:lnTo>
                <a:lnTo>
                  <a:pt x="300228" y="234696"/>
                </a:lnTo>
                <a:lnTo>
                  <a:pt x="300228" y="335280"/>
                </a:lnTo>
                <a:lnTo>
                  <a:pt x="301371" y="345019"/>
                </a:lnTo>
                <a:lnTo>
                  <a:pt x="304800" y="351472"/>
                </a:lnTo>
                <a:lnTo>
                  <a:pt x="310515" y="354782"/>
                </a:lnTo>
                <a:lnTo>
                  <a:pt x="318516" y="355092"/>
                </a:lnTo>
                <a:lnTo>
                  <a:pt x="405865" y="355092"/>
                </a:lnTo>
                <a:lnTo>
                  <a:pt x="399478" y="364426"/>
                </a:lnTo>
                <a:lnTo>
                  <a:pt x="390906" y="371856"/>
                </a:lnTo>
                <a:lnTo>
                  <a:pt x="381190" y="375856"/>
                </a:lnTo>
                <a:lnTo>
                  <a:pt x="370332" y="376428"/>
                </a:lnTo>
                <a:close/>
              </a:path>
              <a:path w="407035" h="390525">
                <a:moveTo>
                  <a:pt x="120393" y="277368"/>
                </a:moveTo>
                <a:lnTo>
                  <a:pt x="86868" y="277368"/>
                </a:lnTo>
                <a:lnTo>
                  <a:pt x="153924" y="252984"/>
                </a:lnTo>
                <a:lnTo>
                  <a:pt x="155448" y="260604"/>
                </a:lnTo>
                <a:lnTo>
                  <a:pt x="120393" y="277368"/>
                </a:lnTo>
                <a:close/>
              </a:path>
              <a:path w="407035" h="390525">
                <a:moveTo>
                  <a:pt x="405865" y="355092"/>
                </a:moveTo>
                <a:lnTo>
                  <a:pt x="358140" y="355092"/>
                </a:lnTo>
                <a:lnTo>
                  <a:pt x="363307" y="353663"/>
                </a:lnTo>
                <a:lnTo>
                  <a:pt x="367474" y="349377"/>
                </a:lnTo>
                <a:lnTo>
                  <a:pt x="370784" y="342233"/>
                </a:lnTo>
                <a:lnTo>
                  <a:pt x="373380" y="332232"/>
                </a:lnTo>
                <a:lnTo>
                  <a:pt x="374761" y="319659"/>
                </a:lnTo>
                <a:lnTo>
                  <a:pt x="376428" y="304800"/>
                </a:lnTo>
                <a:lnTo>
                  <a:pt x="378094" y="287655"/>
                </a:lnTo>
                <a:lnTo>
                  <a:pt x="379476" y="268224"/>
                </a:lnTo>
                <a:lnTo>
                  <a:pt x="387096" y="268224"/>
                </a:lnTo>
                <a:lnTo>
                  <a:pt x="387738" y="307014"/>
                </a:lnTo>
                <a:lnTo>
                  <a:pt x="399764" y="350710"/>
                </a:lnTo>
                <a:lnTo>
                  <a:pt x="406908" y="353568"/>
                </a:lnTo>
                <a:lnTo>
                  <a:pt x="405865" y="35509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" name="object 28"/>
          <p:cNvSpPr/>
          <p:nvPr/>
        </p:nvSpPr>
        <p:spPr>
          <a:xfrm>
            <a:off x="4808219" y="3966971"/>
            <a:ext cx="393700" cy="411480"/>
          </a:xfrm>
          <a:custGeom>
            <a:avLst/>
            <a:gdLst/>
            <a:ahLst/>
            <a:cxnLst/>
            <a:rect l="l" t="t" r="r" b="b"/>
            <a:pathLst>
              <a:path w="393700" h="411479">
                <a:moveTo>
                  <a:pt x="4571" y="137160"/>
                </a:moveTo>
                <a:lnTo>
                  <a:pt x="0" y="132588"/>
                </a:lnTo>
                <a:lnTo>
                  <a:pt x="20312" y="118276"/>
                </a:lnTo>
                <a:lnTo>
                  <a:pt x="40195" y="102679"/>
                </a:lnTo>
                <a:lnTo>
                  <a:pt x="79247" y="67056"/>
                </a:lnTo>
                <a:lnTo>
                  <a:pt x="112204" y="30670"/>
                </a:lnTo>
                <a:lnTo>
                  <a:pt x="132587" y="0"/>
                </a:lnTo>
                <a:lnTo>
                  <a:pt x="166115" y="24383"/>
                </a:lnTo>
                <a:lnTo>
                  <a:pt x="158972" y="26646"/>
                </a:lnTo>
                <a:lnTo>
                  <a:pt x="151256" y="31051"/>
                </a:lnTo>
                <a:lnTo>
                  <a:pt x="142970" y="37457"/>
                </a:lnTo>
                <a:lnTo>
                  <a:pt x="134111" y="45719"/>
                </a:lnTo>
                <a:lnTo>
                  <a:pt x="268528" y="45719"/>
                </a:lnTo>
                <a:lnTo>
                  <a:pt x="278587" y="54864"/>
                </a:lnTo>
                <a:lnTo>
                  <a:pt x="124967" y="54864"/>
                </a:lnTo>
                <a:lnTo>
                  <a:pt x="113537" y="64912"/>
                </a:lnTo>
                <a:lnTo>
                  <a:pt x="90677" y="84439"/>
                </a:lnTo>
                <a:lnTo>
                  <a:pt x="79247" y="94488"/>
                </a:lnTo>
                <a:lnTo>
                  <a:pt x="86867" y="102108"/>
                </a:lnTo>
                <a:lnTo>
                  <a:pt x="334060" y="102108"/>
                </a:lnTo>
                <a:lnTo>
                  <a:pt x="339547" y="106680"/>
                </a:lnTo>
                <a:lnTo>
                  <a:pt x="60959" y="106680"/>
                </a:lnTo>
                <a:lnTo>
                  <a:pt x="48720" y="113799"/>
                </a:lnTo>
                <a:lnTo>
                  <a:pt x="35051" y="121348"/>
                </a:lnTo>
                <a:lnTo>
                  <a:pt x="20240" y="129182"/>
                </a:lnTo>
                <a:lnTo>
                  <a:pt x="4571" y="137160"/>
                </a:lnTo>
                <a:close/>
              </a:path>
              <a:path w="393700" h="411479">
                <a:moveTo>
                  <a:pt x="268528" y="45719"/>
                </a:moveTo>
                <a:lnTo>
                  <a:pt x="233171" y="45719"/>
                </a:lnTo>
                <a:lnTo>
                  <a:pt x="248411" y="27431"/>
                </a:lnTo>
                <a:lnTo>
                  <a:pt x="268528" y="45719"/>
                </a:lnTo>
                <a:close/>
              </a:path>
              <a:path w="393700" h="411479">
                <a:moveTo>
                  <a:pt x="207263" y="102108"/>
                </a:moveTo>
                <a:lnTo>
                  <a:pt x="195071" y="102108"/>
                </a:lnTo>
                <a:lnTo>
                  <a:pt x="233171" y="54864"/>
                </a:lnTo>
                <a:lnTo>
                  <a:pt x="278587" y="54864"/>
                </a:lnTo>
                <a:lnTo>
                  <a:pt x="281337" y="57364"/>
                </a:lnTo>
                <a:lnTo>
                  <a:pt x="276820" y="57364"/>
                </a:lnTo>
                <a:lnTo>
                  <a:pt x="270700" y="58102"/>
                </a:lnTo>
                <a:lnTo>
                  <a:pt x="236219" y="77914"/>
                </a:lnTo>
                <a:lnTo>
                  <a:pt x="223027" y="88653"/>
                </a:lnTo>
                <a:lnTo>
                  <a:pt x="207263" y="102108"/>
                </a:lnTo>
                <a:close/>
              </a:path>
              <a:path w="393700" h="411479">
                <a:moveTo>
                  <a:pt x="281939" y="57912"/>
                </a:moveTo>
                <a:lnTo>
                  <a:pt x="276820" y="57364"/>
                </a:lnTo>
                <a:lnTo>
                  <a:pt x="281337" y="57364"/>
                </a:lnTo>
                <a:lnTo>
                  <a:pt x="281939" y="57912"/>
                </a:lnTo>
                <a:close/>
              </a:path>
              <a:path w="393700" h="411479">
                <a:moveTo>
                  <a:pt x="334060" y="102108"/>
                </a:moveTo>
                <a:lnTo>
                  <a:pt x="300227" y="102108"/>
                </a:lnTo>
                <a:lnTo>
                  <a:pt x="313943" y="85344"/>
                </a:lnTo>
                <a:lnTo>
                  <a:pt x="334060" y="102108"/>
                </a:lnTo>
                <a:close/>
              </a:path>
              <a:path w="393700" h="411479">
                <a:moveTo>
                  <a:pt x="59435" y="199644"/>
                </a:moveTo>
                <a:lnTo>
                  <a:pt x="60317" y="176760"/>
                </a:lnTo>
                <a:lnTo>
                  <a:pt x="60769" y="153733"/>
                </a:lnTo>
                <a:lnTo>
                  <a:pt x="60870" y="139636"/>
                </a:lnTo>
                <a:lnTo>
                  <a:pt x="60959" y="106680"/>
                </a:lnTo>
                <a:lnTo>
                  <a:pt x="339547" y="106680"/>
                </a:lnTo>
                <a:lnTo>
                  <a:pt x="341376" y="108204"/>
                </a:lnTo>
                <a:lnTo>
                  <a:pt x="335497" y="112776"/>
                </a:lnTo>
                <a:lnTo>
                  <a:pt x="83819" y="112776"/>
                </a:lnTo>
                <a:lnTo>
                  <a:pt x="83819" y="167640"/>
                </a:lnTo>
                <a:lnTo>
                  <a:pt x="328368" y="167640"/>
                </a:lnTo>
                <a:lnTo>
                  <a:pt x="328980" y="176784"/>
                </a:lnTo>
                <a:lnTo>
                  <a:pt x="83819" y="176784"/>
                </a:lnTo>
                <a:lnTo>
                  <a:pt x="83819" y="190500"/>
                </a:lnTo>
                <a:lnTo>
                  <a:pt x="59435" y="199644"/>
                </a:lnTo>
                <a:close/>
              </a:path>
              <a:path w="393700" h="411479">
                <a:moveTo>
                  <a:pt x="193547" y="167640"/>
                </a:moveTo>
                <a:lnTo>
                  <a:pt x="166115" y="167640"/>
                </a:lnTo>
                <a:lnTo>
                  <a:pt x="170640" y="153281"/>
                </a:lnTo>
                <a:lnTo>
                  <a:pt x="174878" y="139636"/>
                </a:lnTo>
                <a:lnTo>
                  <a:pt x="178546" y="126277"/>
                </a:lnTo>
                <a:lnTo>
                  <a:pt x="181355" y="112776"/>
                </a:lnTo>
                <a:lnTo>
                  <a:pt x="207263" y="112776"/>
                </a:lnTo>
                <a:lnTo>
                  <a:pt x="204692" y="124777"/>
                </a:lnTo>
                <a:lnTo>
                  <a:pt x="201548" y="137922"/>
                </a:lnTo>
                <a:lnTo>
                  <a:pt x="197834" y="152209"/>
                </a:lnTo>
                <a:lnTo>
                  <a:pt x="193547" y="167640"/>
                </a:lnTo>
                <a:close/>
              </a:path>
              <a:path w="393700" h="411479">
                <a:moveTo>
                  <a:pt x="328368" y="167640"/>
                </a:moveTo>
                <a:lnTo>
                  <a:pt x="303275" y="167640"/>
                </a:lnTo>
                <a:lnTo>
                  <a:pt x="303275" y="112776"/>
                </a:lnTo>
                <a:lnTo>
                  <a:pt x="335497" y="112776"/>
                </a:lnTo>
                <a:lnTo>
                  <a:pt x="327660" y="118872"/>
                </a:lnTo>
                <a:lnTo>
                  <a:pt x="327718" y="139636"/>
                </a:lnTo>
                <a:lnTo>
                  <a:pt x="327850" y="152209"/>
                </a:lnTo>
                <a:lnTo>
                  <a:pt x="328302" y="166663"/>
                </a:lnTo>
                <a:lnTo>
                  <a:pt x="328368" y="167640"/>
                </a:lnTo>
                <a:close/>
              </a:path>
              <a:path w="393700" h="411479">
                <a:moveTo>
                  <a:pt x="30479" y="275844"/>
                </a:moveTo>
                <a:lnTo>
                  <a:pt x="28955" y="271272"/>
                </a:lnTo>
                <a:lnTo>
                  <a:pt x="75795" y="246435"/>
                </a:lnTo>
                <a:lnTo>
                  <a:pt x="113347" y="222313"/>
                </a:lnTo>
                <a:lnTo>
                  <a:pt x="141470" y="199048"/>
                </a:lnTo>
                <a:lnTo>
                  <a:pt x="160019" y="176784"/>
                </a:lnTo>
                <a:lnTo>
                  <a:pt x="190499" y="176784"/>
                </a:lnTo>
                <a:lnTo>
                  <a:pt x="185927" y="182880"/>
                </a:lnTo>
                <a:lnTo>
                  <a:pt x="181355" y="187452"/>
                </a:lnTo>
                <a:lnTo>
                  <a:pt x="179831" y="190500"/>
                </a:lnTo>
                <a:lnTo>
                  <a:pt x="186087" y="198120"/>
                </a:lnTo>
                <a:lnTo>
                  <a:pt x="170687" y="198120"/>
                </a:lnTo>
                <a:lnTo>
                  <a:pt x="146423" y="220122"/>
                </a:lnTo>
                <a:lnTo>
                  <a:pt x="114871" y="240411"/>
                </a:lnTo>
                <a:lnTo>
                  <a:pt x="76176" y="258984"/>
                </a:lnTo>
                <a:lnTo>
                  <a:pt x="30479" y="275844"/>
                </a:lnTo>
                <a:close/>
              </a:path>
              <a:path w="393700" h="411479">
                <a:moveTo>
                  <a:pt x="303275" y="187452"/>
                </a:moveTo>
                <a:lnTo>
                  <a:pt x="303275" y="176784"/>
                </a:lnTo>
                <a:lnTo>
                  <a:pt x="328980" y="176784"/>
                </a:lnTo>
                <a:lnTo>
                  <a:pt x="329184" y="179832"/>
                </a:lnTo>
                <a:lnTo>
                  <a:pt x="303275" y="187452"/>
                </a:lnTo>
                <a:close/>
              </a:path>
              <a:path w="393700" h="411479">
                <a:moveTo>
                  <a:pt x="248872" y="248412"/>
                </a:moveTo>
                <a:lnTo>
                  <a:pt x="222503" y="248412"/>
                </a:lnTo>
                <a:lnTo>
                  <a:pt x="239077" y="240172"/>
                </a:lnTo>
                <a:lnTo>
                  <a:pt x="254507" y="231648"/>
                </a:lnTo>
                <a:lnTo>
                  <a:pt x="293393" y="207168"/>
                </a:lnTo>
                <a:lnTo>
                  <a:pt x="315467" y="187452"/>
                </a:lnTo>
                <a:lnTo>
                  <a:pt x="339852" y="217932"/>
                </a:lnTo>
                <a:lnTo>
                  <a:pt x="327231" y="219408"/>
                </a:lnTo>
                <a:lnTo>
                  <a:pt x="309752" y="224028"/>
                </a:lnTo>
                <a:lnTo>
                  <a:pt x="287131" y="232076"/>
                </a:lnTo>
                <a:lnTo>
                  <a:pt x="259079" y="243840"/>
                </a:lnTo>
                <a:lnTo>
                  <a:pt x="260766" y="246888"/>
                </a:lnTo>
                <a:lnTo>
                  <a:pt x="252983" y="246888"/>
                </a:lnTo>
                <a:lnTo>
                  <a:pt x="248872" y="248412"/>
                </a:lnTo>
                <a:close/>
              </a:path>
              <a:path w="393700" h="411479">
                <a:moveTo>
                  <a:pt x="21335" y="330708"/>
                </a:moveTo>
                <a:lnTo>
                  <a:pt x="19811" y="324612"/>
                </a:lnTo>
                <a:lnTo>
                  <a:pt x="68889" y="303490"/>
                </a:lnTo>
                <a:lnTo>
                  <a:pt x="112966" y="279082"/>
                </a:lnTo>
                <a:lnTo>
                  <a:pt x="151614" y="251531"/>
                </a:lnTo>
                <a:lnTo>
                  <a:pt x="184403" y="220980"/>
                </a:lnTo>
                <a:lnTo>
                  <a:pt x="181832" y="215265"/>
                </a:lnTo>
                <a:lnTo>
                  <a:pt x="178688" y="209550"/>
                </a:lnTo>
                <a:lnTo>
                  <a:pt x="174974" y="203835"/>
                </a:lnTo>
                <a:lnTo>
                  <a:pt x="170687" y="198120"/>
                </a:lnTo>
                <a:lnTo>
                  <a:pt x="186087" y="198120"/>
                </a:lnTo>
                <a:lnTo>
                  <a:pt x="192714" y="206192"/>
                </a:lnTo>
                <a:lnTo>
                  <a:pt x="204025" y="221170"/>
                </a:lnTo>
                <a:lnTo>
                  <a:pt x="213907" y="235291"/>
                </a:lnTo>
                <a:lnTo>
                  <a:pt x="216513" y="239268"/>
                </a:lnTo>
                <a:lnTo>
                  <a:pt x="195071" y="239268"/>
                </a:lnTo>
                <a:lnTo>
                  <a:pt x="155924" y="271557"/>
                </a:lnTo>
                <a:lnTo>
                  <a:pt x="113918" y="297561"/>
                </a:lnTo>
                <a:lnTo>
                  <a:pt x="69056" y="317277"/>
                </a:lnTo>
                <a:lnTo>
                  <a:pt x="21335" y="330708"/>
                </a:lnTo>
                <a:close/>
              </a:path>
              <a:path w="393700" h="411479">
                <a:moveTo>
                  <a:pt x="1523" y="394716"/>
                </a:moveTo>
                <a:lnTo>
                  <a:pt x="1523" y="387096"/>
                </a:lnTo>
                <a:lnTo>
                  <a:pt x="52181" y="369746"/>
                </a:lnTo>
                <a:lnTo>
                  <a:pt x="98084" y="348886"/>
                </a:lnTo>
                <a:lnTo>
                  <a:pt x="139297" y="324612"/>
                </a:lnTo>
                <a:lnTo>
                  <a:pt x="175625" y="297216"/>
                </a:lnTo>
                <a:lnTo>
                  <a:pt x="207263" y="266700"/>
                </a:lnTo>
                <a:lnTo>
                  <a:pt x="203858" y="257484"/>
                </a:lnTo>
                <a:lnTo>
                  <a:pt x="200596" y="250126"/>
                </a:lnTo>
                <a:lnTo>
                  <a:pt x="197619" y="244197"/>
                </a:lnTo>
                <a:lnTo>
                  <a:pt x="195071" y="239268"/>
                </a:lnTo>
                <a:lnTo>
                  <a:pt x="216513" y="239268"/>
                </a:lnTo>
                <a:lnTo>
                  <a:pt x="222503" y="248412"/>
                </a:lnTo>
                <a:lnTo>
                  <a:pt x="248872" y="248412"/>
                </a:lnTo>
                <a:lnTo>
                  <a:pt x="246173" y="249412"/>
                </a:lnTo>
                <a:lnTo>
                  <a:pt x="239648" y="252222"/>
                </a:lnTo>
                <a:lnTo>
                  <a:pt x="233695" y="255031"/>
                </a:lnTo>
                <a:lnTo>
                  <a:pt x="228599" y="257556"/>
                </a:lnTo>
                <a:lnTo>
                  <a:pt x="235457" y="279558"/>
                </a:lnTo>
                <a:lnTo>
                  <a:pt x="237368" y="288036"/>
                </a:lnTo>
                <a:lnTo>
                  <a:pt x="214883" y="288036"/>
                </a:lnTo>
                <a:lnTo>
                  <a:pt x="177771" y="319320"/>
                </a:lnTo>
                <a:lnTo>
                  <a:pt x="137806" y="345557"/>
                </a:lnTo>
                <a:lnTo>
                  <a:pt x="95061" y="366820"/>
                </a:lnTo>
                <a:lnTo>
                  <a:pt x="49609" y="383182"/>
                </a:lnTo>
                <a:lnTo>
                  <a:pt x="1523" y="394716"/>
                </a:lnTo>
                <a:close/>
              </a:path>
              <a:path w="393700" h="411479">
                <a:moveTo>
                  <a:pt x="358140" y="377952"/>
                </a:moveTo>
                <a:lnTo>
                  <a:pt x="317372" y="349377"/>
                </a:lnTo>
                <a:lnTo>
                  <a:pt x="287972" y="318420"/>
                </a:lnTo>
                <a:lnTo>
                  <a:pt x="267652" y="284988"/>
                </a:lnTo>
                <a:lnTo>
                  <a:pt x="252983" y="246888"/>
                </a:lnTo>
                <a:lnTo>
                  <a:pt x="260766" y="246888"/>
                </a:lnTo>
                <a:lnTo>
                  <a:pt x="270462" y="264414"/>
                </a:lnTo>
                <a:lnTo>
                  <a:pt x="283844" y="282702"/>
                </a:lnTo>
                <a:lnTo>
                  <a:pt x="315467" y="312420"/>
                </a:lnTo>
                <a:lnTo>
                  <a:pt x="352044" y="335280"/>
                </a:lnTo>
                <a:lnTo>
                  <a:pt x="393192" y="348996"/>
                </a:lnTo>
                <a:lnTo>
                  <a:pt x="393192" y="355092"/>
                </a:lnTo>
                <a:lnTo>
                  <a:pt x="380642" y="357378"/>
                </a:lnTo>
                <a:lnTo>
                  <a:pt x="370522" y="361950"/>
                </a:lnTo>
                <a:lnTo>
                  <a:pt x="362973" y="368808"/>
                </a:lnTo>
                <a:lnTo>
                  <a:pt x="358140" y="377952"/>
                </a:lnTo>
                <a:close/>
              </a:path>
              <a:path w="393700" h="411479">
                <a:moveTo>
                  <a:pt x="232596" y="371784"/>
                </a:moveTo>
                <a:lnTo>
                  <a:pt x="188666" y="371784"/>
                </a:lnTo>
                <a:lnTo>
                  <a:pt x="196595" y="370332"/>
                </a:lnTo>
                <a:lnTo>
                  <a:pt x="204215" y="368808"/>
                </a:lnTo>
                <a:lnTo>
                  <a:pt x="216122" y="330422"/>
                </a:lnTo>
                <a:lnTo>
                  <a:pt x="216303" y="317277"/>
                </a:lnTo>
                <a:lnTo>
                  <a:pt x="216169" y="311824"/>
                </a:lnTo>
                <a:lnTo>
                  <a:pt x="215122" y="295203"/>
                </a:lnTo>
                <a:lnTo>
                  <a:pt x="214883" y="288036"/>
                </a:lnTo>
                <a:lnTo>
                  <a:pt x="237368" y="288036"/>
                </a:lnTo>
                <a:lnTo>
                  <a:pt x="240029" y="299847"/>
                </a:lnTo>
                <a:lnTo>
                  <a:pt x="242315" y="318420"/>
                </a:lnTo>
                <a:lnTo>
                  <a:pt x="242315" y="335280"/>
                </a:lnTo>
                <a:lnTo>
                  <a:pt x="239672" y="350424"/>
                </a:lnTo>
                <a:lnTo>
                  <a:pt x="236029" y="363855"/>
                </a:lnTo>
                <a:lnTo>
                  <a:pt x="232596" y="371784"/>
                </a:lnTo>
                <a:close/>
              </a:path>
              <a:path w="393700" h="411479">
                <a:moveTo>
                  <a:pt x="179831" y="411480"/>
                </a:moveTo>
                <a:lnTo>
                  <a:pt x="174950" y="399740"/>
                </a:lnTo>
                <a:lnTo>
                  <a:pt x="164782" y="389572"/>
                </a:lnTo>
                <a:lnTo>
                  <a:pt x="149185" y="380833"/>
                </a:lnTo>
                <a:lnTo>
                  <a:pt x="128015" y="373380"/>
                </a:lnTo>
                <a:lnTo>
                  <a:pt x="128015" y="367284"/>
                </a:lnTo>
                <a:lnTo>
                  <a:pt x="153947" y="370117"/>
                </a:lnTo>
                <a:lnTo>
                  <a:pt x="174307" y="371665"/>
                </a:lnTo>
                <a:lnTo>
                  <a:pt x="232596" y="371784"/>
                </a:lnTo>
                <a:lnTo>
                  <a:pt x="230957" y="375570"/>
                </a:lnTo>
                <a:lnTo>
                  <a:pt x="224027" y="385572"/>
                </a:lnTo>
                <a:lnTo>
                  <a:pt x="216265" y="394120"/>
                </a:lnTo>
                <a:lnTo>
                  <a:pt x="206501" y="401383"/>
                </a:lnTo>
                <a:lnTo>
                  <a:pt x="194452" y="407217"/>
                </a:lnTo>
                <a:lnTo>
                  <a:pt x="179831" y="41148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" name="object 29"/>
          <p:cNvSpPr/>
          <p:nvPr/>
        </p:nvSpPr>
        <p:spPr>
          <a:xfrm>
            <a:off x="5277325" y="4175759"/>
            <a:ext cx="62865" cy="165100"/>
          </a:xfrm>
          <a:custGeom>
            <a:avLst/>
            <a:gdLst/>
            <a:ahLst/>
            <a:cxnLst/>
            <a:rect l="l" t="t" r="r" b="b"/>
            <a:pathLst>
              <a:path w="62864" h="165100">
                <a:moveTo>
                  <a:pt x="33813" y="164592"/>
                </a:moveTo>
                <a:lnTo>
                  <a:pt x="26193" y="164592"/>
                </a:lnTo>
                <a:lnTo>
                  <a:pt x="21621" y="163068"/>
                </a:lnTo>
                <a:lnTo>
                  <a:pt x="0" y="125801"/>
                </a:lnTo>
                <a:lnTo>
                  <a:pt x="1428" y="119062"/>
                </a:lnTo>
                <a:lnTo>
                  <a:pt x="4572" y="113752"/>
                </a:lnTo>
                <a:lnTo>
                  <a:pt x="9429" y="109728"/>
                </a:lnTo>
                <a:lnTo>
                  <a:pt x="24669" y="103632"/>
                </a:lnTo>
                <a:lnTo>
                  <a:pt x="36861" y="103632"/>
                </a:lnTo>
                <a:lnTo>
                  <a:pt x="44481" y="106680"/>
                </a:lnTo>
                <a:lnTo>
                  <a:pt x="50577" y="111252"/>
                </a:lnTo>
                <a:lnTo>
                  <a:pt x="58197" y="115824"/>
                </a:lnTo>
                <a:lnTo>
                  <a:pt x="61245" y="123444"/>
                </a:lnTo>
                <a:lnTo>
                  <a:pt x="61245" y="134112"/>
                </a:lnTo>
                <a:lnTo>
                  <a:pt x="39909" y="163068"/>
                </a:lnTo>
                <a:lnTo>
                  <a:pt x="33813" y="164592"/>
                </a:lnTo>
                <a:close/>
              </a:path>
              <a:path w="62864" h="165100">
                <a:moveTo>
                  <a:pt x="33813" y="60960"/>
                </a:moveTo>
                <a:lnTo>
                  <a:pt x="24669" y="60960"/>
                </a:lnTo>
                <a:lnTo>
                  <a:pt x="17049" y="57912"/>
                </a:lnTo>
                <a:lnTo>
                  <a:pt x="9429" y="53340"/>
                </a:lnTo>
                <a:lnTo>
                  <a:pt x="5214" y="48458"/>
                </a:lnTo>
                <a:lnTo>
                  <a:pt x="2000" y="42862"/>
                </a:lnTo>
                <a:lnTo>
                  <a:pt x="214" y="36409"/>
                </a:lnTo>
                <a:lnTo>
                  <a:pt x="285" y="28956"/>
                </a:lnTo>
                <a:lnTo>
                  <a:pt x="27717" y="0"/>
                </a:lnTo>
                <a:lnTo>
                  <a:pt x="36861" y="0"/>
                </a:lnTo>
                <a:lnTo>
                  <a:pt x="62769" y="30480"/>
                </a:lnTo>
                <a:lnTo>
                  <a:pt x="61912" y="38790"/>
                </a:lnTo>
                <a:lnTo>
                  <a:pt x="59340" y="45529"/>
                </a:lnTo>
                <a:lnTo>
                  <a:pt x="55054" y="50839"/>
                </a:lnTo>
                <a:lnTo>
                  <a:pt x="49053" y="54864"/>
                </a:lnTo>
                <a:lnTo>
                  <a:pt x="39909" y="57912"/>
                </a:lnTo>
                <a:lnTo>
                  <a:pt x="33813" y="6096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" name="object 30"/>
          <p:cNvSpPr/>
          <p:nvPr/>
        </p:nvSpPr>
        <p:spPr>
          <a:xfrm>
            <a:off x="2020824" y="4555235"/>
            <a:ext cx="2635250" cy="413384"/>
          </a:xfrm>
          <a:custGeom>
            <a:avLst/>
            <a:gdLst/>
            <a:ahLst/>
            <a:cxnLst/>
            <a:rect l="l" t="t" r="r" b="b"/>
            <a:pathLst>
              <a:path w="2635250" h="413385">
                <a:moveTo>
                  <a:pt x="193548" y="79260"/>
                </a:moveTo>
                <a:lnTo>
                  <a:pt x="164592" y="54876"/>
                </a:lnTo>
                <a:lnTo>
                  <a:pt x="150876" y="71640"/>
                </a:lnTo>
                <a:lnTo>
                  <a:pt x="12192" y="71640"/>
                </a:lnTo>
                <a:lnTo>
                  <a:pt x="28956" y="88404"/>
                </a:lnTo>
                <a:lnTo>
                  <a:pt x="38379" y="85521"/>
                </a:lnTo>
                <a:lnTo>
                  <a:pt x="48387" y="83642"/>
                </a:lnTo>
                <a:lnTo>
                  <a:pt x="58953" y="82613"/>
                </a:lnTo>
                <a:lnTo>
                  <a:pt x="70104" y="82308"/>
                </a:lnTo>
                <a:lnTo>
                  <a:pt x="150876" y="82308"/>
                </a:lnTo>
                <a:lnTo>
                  <a:pt x="140868" y="117170"/>
                </a:lnTo>
                <a:lnTo>
                  <a:pt x="131445" y="148602"/>
                </a:lnTo>
                <a:lnTo>
                  <a:pt x="122580" y="176606"/>
                </a:lnTo>
                <a:lnTo>
                  <a:pt x="114300" y="201180"/>
                </a:lnTo>
                <a:lnTo>
                  <a:pt x="75438" y="157937"/>
                </a:lnTo>
                <a:lnTo>
                  <a:pt x="56007" y="136664"/>
                </a:lnTo>
                <a:lnTo>
                  <a:pt x="36576" y="115836"/>
                </a:lnTo>
                <a:lnTo>
                  <a:pt x="32004" y="120408"/>
                </a:lnTo>
                <a:lnTo>
                  <a:pt x="45148" y="137833"/>
                </a:lnTo>
                <a:lnTo>
                  <a:pt x="61722" y="160413"/>
                </a:lnTo>
                <a:lnTo>
                  <a:pt x="81724" y="188125"/>
                </a:lnTo>
                <a:lnTo>
                  <a:pt x="105156" y="220992"/>
                </a:lnTo>
                <a:lnTo>
                  <a:pt x="96316" y="238442"/>
                </a:lnTo>
                <a:lnTo>
                  <a:pt x="74079" y="275640"/>
                </a:lnTo>
                <a:lnTo>
                  <a:pt x="46075" y="315404"/>
                </a:lnTo>
                <a:lnTo>
                  <a:pt x="15735" y="350316"/>
                </a:lnTo>
                <a:lnTo>
                  <a:pt x="0" y="365772"/>
                </a:lnTo>
                <a:lnTo>
                  <a:pt x="3048" y="374916"/>
                </a:lnTo>
                <a:lnTo>
                  <a:pt x="23634" y="357771"/>
                </a:lnTo>
                <a:lnTo>
                  <a:pt x="42100" y="340626"/>
                </a:lnTo>
                <a:lnTo>
                  <a:pt x="58547" y="323481"/>
                </a:lnTo>
                <a:lnTo>
                  <a:pt x="73152" y="306336"/>
                </a:lnTo>
                <a:lnTo>
                  <a:pt x="86931" y="290334"/>
                </a:lnTo>
                <a:lnTo>
                  <a:pt x="98869" y="274332"/>
                </a:lnTo>
                <a:lnTo>
                  <a:pt x="109359" y="258330"/>
                </a:lnTo>
                <a:lnTo>
                  <a:pt x="118872" y="242328"/>
                </a:lnTo>
                <a:lnTo>
                  <a:pt x="129438" y="266585"/>
                </a:lnTo>
                <a:lnTo>
                  <a:pt x="138303" y="289001"/>
                </a:lnTo>
                <a:lnTo>
                  <a:pt x="145440" y="309397"/>
                </a:lnTo>
                <a:lnTo>
                  <a:pt x="150876" y="327672"/>
                </a:lnTo>
                <a:lnTo>
                  <a:pt x="153416" y="340550"/>
                </a:lnTo>
                <a:lnTo>
                  <a:pt x="156400" y="349580"/>
                </a:lnTo>
                <a:lnTo>
                  <a:pt x="159651" y="354888"/>
                </a:lnTo>
                <a:lnTo>
                  <a:pt x="163068" y="356628"/>
                </a:lnTo>
                <a:lnTo>
                  <a:pt x="166116" y="355104"/>
                </a:lnTo>
                <a:lnTo>
                  <a:pt x="173736" y="347484"/>
                </a:lnTo>
                <a:lnTo>
                  <a:pt x="176784" y="339864"/>
                </a:lnTo>
                <a:lnTo>
                  <a:pt x="176898" y="327672"/>
                </a:lnTo>
                <a:lnTo>
                  <a:pt x="177114" y="322427"/>
                </a:lnTo>
                <a:lnTo>
                  <a:pt x="165544" y="281000"/>
                </a:lnTo>
                <a:lnTo>
                  <a:pt x="144970" y="244424"/>
                </a:lnTo>
                <a:lnTo>
                  <a:pt x="143586" y="242328"/>
                </a:lnTo>
                <a:lnTo>
                  <a:pt x="129540" y="220992"/>
                </a:lnTo>
                <a:lnTo>
                  <a:pt x="137909" y="201180"/>
                </a:lnTo>
                <a:lnTo>
                  <a:pt x="140982" y="193916"/>
                </a:lnTo>
                <a:lnTo>
                  <a:pt x="152590" y="163271"/>
                </a:lnTo>
                <a:lnTo>
                  <a:pt x="164465" y="129476"/>
                </a:lnTo>
                <a:lnTo>
                  <a:pt x="176784" y="92976"/>
                </a:lnTo>
                <a:lnTo>
                  <a:pt x="189814" y="82308"/>
                </a:lnTo>
                <a:lnTo>
                  <a:pt x="193548" y="79260"/>
                </a:lnTo>
                <a:close/>
              </a:path>
              <a:path w="2635250" h="413385">
                <a:moveTo>
                  <a:pt x="257556" y="242328"/>
                </a:moveTo>
                <a:lnTo>
                  <a:pt x="235267" y="196989"/>
                </a:lnTo>
                <a:lnTo>
                  <a:pt x="205740" y="170700"/>
                </a:lnTo>
                <a:lnTo>
                  <a:pt x="201168" y="175272"/>
                </a:lnTo>
                <a:lnTo>
                  <a:pt x="211683" y="196621"/>
                </a:lnTo>
                <a:lnTo>
                  <a:pt x="220218" y="216992"/>
                </a:lnTo>
                <a:lnTo>
                  <a:pt x="226453" y="235915"/>
                </a:lnTo>
                <a:lnTo>
                  <a:pt x="230124" y="252996"/>
                </a:lnTo>
                <a:lnTo>
                  <a:pt x="231546" y="263867"/>
                </a:lnTo>
                <a:lnTo>
                  <a:pt x="233553" y="271475"/>
                </a:lnTo>
                <a:lnTo>
                  <a:pt x="236118" y="275920"/>
                </a:lnTo>
                <a:lnTo>
                  <a:pt x="239268" y="277380"/>
                </a:lnTo>
                <a:lnTo>
                  <a:pt x="240792" y="277380"/>
                </a:lnTo>
                <a:lnTo>
                  <a:pt x="243840" y="272808"/>
                </a:lnTo>
                <a:lnTo>
                  <a:pt x="249936" y="266712"/>
                </a:lnTo>
                <a:lnTo>
                  <a:pt x="253047" y="260756"/>
                </a:lnTo>
                <a:lnTo>
                  <a:pt x="255460" y="254520"/>
                </a:lnTo>
                <a:lnTo>
                  <a:pt x="256997" y="248272"/>
                </a:lnTo>
                <a:lnTo>
                  <a:pt x="257556" y="242328"/>
                </a:lnTo>
                <a:close/>
              </a:path>
              <a:path w="2635250" h="413385">
                <a:moveTo>
                  <a:pt x="411480" y="134124"/>
                </a:moveTo>
                <a:lnTo>
                  <a:pt x="377952" y="102120"/>
                </a:lnTo>
                <a:lnTo>
                  <a:pt x="355092" y="124980"/>
                </a:lnTo>
                <a:lnTo>
                  <a:pt x="336804" y="124980"/>
                </a:lnTo>
                <a:lnTo>
                  <a:pt x="336804" y="45732"/>
                </a:lnTo>
                <a:lnTo>
                  <a:pt x="352044" y="32016"/>
                </a:lnTo>
                <a:lnTo>
                  <a:pt x="310896" y="10680"/>
                </a:lnTo>
                <a:lnTo>
                  <a:pt x="311124" y="22682"/>
                </a:lnTo>
                <a:lnTo>
                  <a:pt x="311658" y="35826"/>
                </a:lnTo>
                <a:lnTo>
                  <a:pt x="312178" y="50114"/>
                </a:lnTo>
                <a:lnTo>
                  <a:pt x="312420" y="65544"/>
                </a:lnTo>
                <a:lnTo>
                  <a:pt x="312420" y="124980"/>
                </a:lnTo>
                <a:lnTo>
                  <a:pt x="172212" y="124980"/>
                </a:lnTo>
                <a:lnTo>
                  <a:pt x="188976" y="140220"/>
                </a:lnTo>
                <a:lnTo>
                  <a:pt x="198399" y="137337"/>
                </a:lnTo>
                <a:lnTo>
                  <a:pt x="208407" y="135458"/>
                </a:lnTo>
                <a:lnTo>
                  <a:pt x="218973" y="134429"/>
                </a:lnTo>
                <a:lnTo>
                  <a:pt x="230124" y="134124"/>
                </a:lnTo>
                <a:lnTo>
                  <a:pt x="312420" y="134124"/>
                </a:lnTo>
                <a:lnTo>
                  <a:pt x="312420" y="359676"/>
                </a:lnTo>
                <a:lnTo>
                  <a:pt x="307848" y="364248"/>
                </a:lnTo>
                <a:lnTo>
                  <a:pt x="300228" y="365772"/>
                </a:lnTo>
                <a:lnTo>
                  <a:pt x="291909" y="366102"/>
                </a:lnTo>
                <a:lnTo>
                  <a:pt x="278320" y="365010"/>
                </a:lnTo>
                <a:lnTo>
                  <a:pt x="234696" y="359676"/>
                </a:lnTo>
                <a:lnTo>
                  <a:pt x="234696" y="367296"/>
                </a:lnTo>
                <a:lnTo>
                  <a:pt x="262699" y="377812"/>
                </a:lnTo>
                <a:lnTo>
                  <a:pt x="282702" y="388632"/>
                </a:lnTo>
                <a:lnTo>
                  <a:pt x="294703" y="399440"/>
                </a:lnTo>
                <a:lnTo>
                  <a:pt x="298704" y="409968"/>
                </a:lnTo>
                <a:lnTo>
                  <a:pt x="314934" y="401104"/>
                </a:lnTo>
                <a:lnTo>
                  <a:pt x="326898" y="390537"/>
                </a:lnTo>
                <a:lnTo>
                  <a:pt x="334276" y="378244"/>
                </a:lnTo>
                <a:lnTo>
                  <a:pt x="336461" y="366102"/>
                </a:lnTo>
                <a:lnTo>
                  <a:pt x="336804" y="364248"/>
                </a:lnTo>
                <a:lnTo>
                  <a:pt x="336804" y="134124"/>
                </a:lnTo>
                <a:lnTo>
                  <a:pt x="411480" y="134124"/>
                </a:lnTo>
                <a:close/>
              </a:path>
              <a:path w="2635250" h="413385">
                <a:moveTo>
                  <a:pt x="848855" y="184404"/>
                </a:moveTo>
                <a:lnTo>
                  <a:pt x="810755" y="146304"/>
                </a:lnTo>
                <a:lnTo>
                  <a:pt x="783323" y="175260"/>
                </a:lnTo>
                <a:lnTo>
                  <a:pt x="664451" y="175260"/>
                </a:lnTo>
                <a:lnTo>
                  <a:pt x="664451" y="53340"/>
                </a:lnTo>
                <a:lnTo>
                  <a:pt x="800087" y="53340"/>
                </a:lnTo>
                <a:lnTo>
                  <a:pt x="765035" y="18288"/>
                </a:lnTo>
                <a:lnTo>
                  <a:pt x="740651" y="42672"/>
                </a:lnTo>
                <a:lnTo>
                  <a:pt x="507479" y="42672"/>
                </a:lnTo>
                <a:lnTo>
                  <a:pt x="524243" y="57912"/>
                </a:lnTo>
                <a:lnTo>
                  <a:pt x="533679" y="55918"/>
                </a:lnTo>
                <a:lnTo>
                  <a:pt x="543674" y="54483"/>
                </a:lnTo>
                <a:lnTo>
                  <a:pt x="554253" y="53632"/>
                </a:lnTo>
                <a:lnTo>
                  <a:pt x="565391" y="53340"/>
                </a:lnTo>
                <a:lnTo>
                  <a:pt x="638543" y="53340"/>
                </a:lnTo>
                <a:lnTo>
                  <a:pt x="638543" y="175260"/>
                </a:lnTo>
                <a:lnTo>
                  <a:pt x="454139" y="175260"/>
                </a:lnTo>
                <a:lnTo>
                  <a:pt x="469379" y="190500"/>
                </a:lnTo>
                <a:lnTo>
                  <a:pt x="479691" y="188264"/>
                </a:lnTo>
                <a:lnTo>
                  <a:pt x="490143" y="186309"/>
                </a:lnTo>
                <a:lnTo>
                  <a:pt x="500888" y="184937"/>
                </a:lnTo>
                <a:lnTo>
                  <a:pt x="512051" y="184404"/>
                </a:lnTo>
                <a:lnTo>
                  <a:pt x="638543" y="184404"/>
                </a:lnTo>
                <a:lnTo>
                  <a:pt x="638543" y="338328"/>
                </a:lnTo>
                <a:lnTo>
                  <a:pt x="637425" y="348335"/>
                </a:lnTo>
                <a:lnTo>
                  <a:pt x="634161" y="355473"/>
                </a:lnTo>
                <a:lnTo>
                  <a:pt x="628904" y="359765"/>
                </a:lnTo>
                <a:lnTo>
                  <a:pt x="621779" y="361188"/>
                </a:lnTo>
                <a:lnTo>
                  <a:pt x="611238" y="360641"/>
                </a:lnTo>
                <a:lnTo>
                  <a:pt x="597966" y="359092"/>
                </a:lnTo>
                <a:lnTo>
                  <a:pt x="582142" y="356692"/>
                </a:lnTo>
                <a:lnTo>
                  <a:pt x="563867" y="353568"/>
                </a:lnTo>
                <a:lnTo>
                  <a:pt x="563867" y="362712"/>
                </a:lnTo>
                <a:lnTo>
                  <a:pt x="589876" y="371284"/>
                </a:lnTo>
                <a:lnTo>
                  <a:pt x="608444" y="381000"/>
                </a:lnTo>
                <a:lnTo>
                  <a:pt x="619594" y="391858"/>
                </a:lnTo>
                <a:lnTo>
                  <a:pt x="623303" y="403860"/>
                </a:lnTo>
                <a:lnTo>
                  <a:pt x="642162" y="395554"/>
                </a:lnTo>
                <a:lnTo>
                  <a:pt x="655307" y="384238"/>
                </a:lnTo>
                <a:lnTo>
                  <a:pt x="662736" y="369785"/>
                </a:lnTo>
                <a:lnTo>
                  <a:pt x="664451" y="352044"/>
                </a:lnTo>
                <a:lnTo>
                  <a:pt x="664451" y="184404"/>
                </a:lnTo>
                <a:lnTo>
                  <a:pt x="848855" y="184404"/>
                </a:lnTo>
                <a:close/>
              </a:path>
              <a:path w="2635250" h="413385">
                <a:moveTo>
                  <a:pt x="1045451" y="27432"/>
                </a:moveTo>
                <a:lnTo>
                  <a:pt x="1007351" y="3048"/>
                </a:lnTo>
                <a:lnTo>
                  <a:pt x="999617" y="29108"/>
                </a:lnTo>
                <a:lnTo>
                  <a:pt x="990015" y="57150"/>
                </a:lnTo>
                <a:lnTo>
                  <a:pt x="964679" y="120396"/>
                </a:lnTo>
                <a:lnTo>
                  <a:pt x="930236" y="184365"/>
                </a:lnTo>
                <a:lnTo>
                  <a:pt x="890003" y="243840"/>
                </a:lnTo>
                <a:lnTo>
                  <a:pt x="894575" y="249936"/>
                </a:lnTo>
                <a:lnTo>
                  <a:pt x="912037" y="231317"/>
                </a:lnTo>
                <a:lnTo>
                  <a:pt x="930198" y="209550"/>
                </a:lnTo>
                <a:lnTo>
                  <a:pt x="949198" y="184404"/>
                </a:lnTo>
                <a:lnTo>
                  <a:pt x="969251" y="155448"/>
                </a:lnTo>
                <a:lnTo>
                  <a:pt x="969251" y="316992"/>
                </a:lnTo>
                <a:lnTo>
                  <a:pt x="968997" y="335000"/>
                </a:lnTo>
                <a:lnTo>
                  <a:pt x="968298" y="356997"/>
                </a:lnTo>
                <a:lnTo>
                  <a:pt x="966203" y="413004"/>
                </a:lnTo>
                <a:lnTo>
                  <a:pt x="995159" y="397764"/>
                </a:lnTo>
                <a:lnTo>
                  <a:pt x="994283" y="383146"/>
                </a:lnTo>
                <a:lnTo>
                  <a:pt x="993825" y="366522"/>
                </a:lnTo>
                <a:lnTo>
                  <a:pt x="993749" y="356997"/>
                </a:lnTo>
                <a:lnTo>
                  <a:pt x="993635" y="155448"/>
                </a:lnTo>
                <a:lnTo>
                  <a:pt x="1007351" y="143256"/>
                </a:lnTo>
                <a:lnTo>
                  <a:pt x="984491" y="129540"/>
                </a:lnTo>
                <a:lnTo>
                  <a:pt x="993381" y="112395"/>
                </a:lnTo>
                <a:lnTo>
                  <a:pt x="1001826" y="95250"/>
                </a:lnTo>
                <a:lnTo>
                  <a:pt x="1010005" y="78105"/>
                </a:lnTo>
                <a:lnTo>
                  <a:pt x="1018019" y="60960"/>
                </a:lnTo>
                <a:lnTo>
                  <a:pt x="1025093" y="47586"/>
                </a:lnTo>
                <a:lnTo>
                  <a:pt x="1032306" y="37338"/>
                </a:lnTo>
                <a:lnTo>
                  <a:pt x="1039241" y="30530"/>
                </a:lnTo>
                <a:lnTo>
                  <a:pt x="1045451" y="27432"/>
                </a:lnTo>
                <a:close/>
              </a:path>
              <a:path w="2635250" h="413385">
                <a:moveTo>
                  <a:pt x="1301483" y="385572"/>
                </a:moveTo>
                <a:lnTo>
                  <a:pt x="1267955" y="352044"/>
                </a:lnTo>
                <a:lnTo>
                  <a:pt x="1245095" y="374904"/>
                </a:lnTo>
                <a:lnTo>
                  <a:pt x="1167371" y="374904"/>
                </a:lnTo>
                <a:lnTo>
                  <a:pt x="1167371" y="217932"/>
                </a:lnTo>
                <a:lnTo>
                  <a:pt x="1295387" y="217932"/>
                </a:lnTo>
                <a:lnTo>
                  <a:pt x="1261859" y="184404"/>
                </a:lnTo>
                <a:lnTo>
                  <a:pt x="1240523" y="207264"/>
                </a:lnTo>
                <a:lnTo>
                  <a:pt x="1167371" y="207264"/>
                </a:lnTo>
                <a:lnTo>
                  <a:pt x="1167371" y="80772"/>
                </a:lnTo>
                <a:lnTo>
                  <a:pt x="1167371" y="77724"/>
                </a:lnTo>
                <a:lnTo>
                  <a:pt x="1203934" y="71970"/>
                </a:lnTo>
                <a:lnTo>
                  <a:pt x="1233474" y="68199"/>
                </a:lnTo>
                <a:lnTo>
                  <a:pt x="1255890" y="66154"/>
                </a:lnTo>
                <a:lnTo>
                  <a:pt x="1271003" y="65532"/>
                </a:lnTo>
                <a:lnTo>
                  <a:pt x="1243571" y="32004"/>
                </a:lnTo>
                <a:lnTo>
                  <a:pt x="1192136" y="52578"/>
                </a:lnTo>
                <a:lnTo>
                  <a:pt x="1135773" y="65989"/>
                </a:lnTo>
                <a:lnTo>
                  <a:pt x="1072197" y="76796"/>
                </a:lnTo>
                <a:lnTo>
                  <a:pt x="1037831" y="80772"/>
                </a:lnTo>
                <a:lnTo>
                  <a:pt x="1037831" y="88392"/>
                </a:lnTo>
                <a:lnTo>
                  <a:pt x="1117561" y="82181"/>
                </a:lnTo>
                <a:lnTo>
                  <a:pt x="1142987" y="80772"/>
                </a:lnTo>
                <a:lnTo>
                  <a:pt x="1142987" y="207264"/>
                </a:lnTo>
                <a:lnTo>
                  <a:pt x="1018019" y="207264"/>
                </a:lnTo>
                <a:lnTo>
                  <a:pt x="1033259" y="224028"/>
                </a:lnTo>
                <a:lnTo>
                  <a:pt x="1042695" y="221157"/>
                </a:lnTo>
                <a:lnTo>
                  <a:pt x="1052690" y="219265"/>
                </a:lnTo>
                <a:lnTo>
                  <a:pt x="1063269" y="218249"/>
                </a:lnTo>
                <a:lnTo>
                  <a:pt x="1074407" y="217932"/>
                </a:lnTo>
                <a:lnTo>
                  <a:pt x="1142987" y="217932"/>
                </a:lnTo>
                <a:lnTo>
                  <a:pt x="1142987" y="374904"/>
                </a:lnTo>
                <a:lnTo>
                  <a:pt x="1014971" y="374904"/>
                </a:lnTo>
                <a:lnTo>
                  <a:pt x="1031735" y="390144"/>
                </a:lnTo>
                <a:lnTo>
                  <a:pt x="1041171" y="388150"/>
                </a:lnTo>
                <a:lnTo>
                  <a:pt x="1051166" y="386715"/>
                </a:lnTo>
                <a:lnTo>
                  <a:pt x="1061745" y="385864"/>
                </a:lnTo>
                <a:lnTo>
                  <a:pt x="1072883" y="385572"/>
                </a:lnTo>
                <a:lnTo>
                  <a:pt x="1301483" y="385572"/>
                </a:lnTo>
                <a:close/>
              </a:path>
              <a:path w="2635250" h="413385">
                <a:moveTo>
                  <a:pt x="1479791" y="30492"/>
                </a:moveTo>
                <a:lnTo>
                  <a:pt x="1443215" y="6108"/>
                </a:lnTo>
                <a:lnTo>
                  <a:pt x="1438694" y="22720"/>
                </a:lnTo>
                <a:lnTo>
                  <a:pt x="1432166" y="43065"/>
                </a:lnTo>
                <a:lnTo>
                  <a:pt x="1414259" y="96024"/>
                </a:lnTo>
                <a:lnTo>
                  <a:pt x="1384922" y="156603"/>
                </a:lnTo>
                <a:lnTo>
                  <a:pt x="1344155" y="219468"/>
                </a:lnTo>
                <a:lnTo>
                  <a:pt x="1347203" y="225564"/>
                </a:lnTo>
                <a:lnTo>
                  <a:pt x="1366380" y="206413"/>
                </a:lnTo>
                <a:lnTo>
                  <a:pt x="1382826" y="187845"/>
                </a:lnTo>
                <a:lnTo>
                  <a:pt x="1396720" y="169837"/>
                </a:lnTo>
                <a:lnTo>
                  <a:pt x="1408163" y="152412"/>
                </a:lnTo>
                <a:lnTo>
                  <a:pt x="1408061" y="326148"/>
                </a:lnTo>
                <a:lnTo>
                  <a:pt x="1407972" y="338721"/>
                </a:lnTo>
                <a:lnTo>
                  <a:pt x="1407528" y="372198"/>
                </a:lnTo>
                <a:lnTo>
                  <a:pt x="1406639" y="411492"/>
                </a:lnTo>
                <a:lnTo>
                  <a:pt x="1432547" y="397776"/>
                </a:lnTo>
                <a:lnTo>
                  <a:pt x="1431048" y="345046"/>
                </a:lnTo>
                <a:lnTo>
                  <a:pt x="1431023" y="152412"/>
                </a:lnTo>
                <a:lnTo>
                  <a:pt x="1431023" y="143268"/>
                </a:lnTo>
                <a:lnTo>
                  <a:pt x="1444739" y="132600"/>
                </a:lnTo>
                <a:lnTo>
                  <a:pt x="1426451" y="120408"/>
                </a:lnTo>
                <a:lnTo>
                  <a:pt x="1434122" y="102450"/>
                </a:lnTo>
                <a:lnTo>
                  <a:pt x="1443215" y="83070"/>
                </a:lnTo>
                <a:lnTo>
                  <a:pt x="1453464" y="62534"/>
                </a:lnTo>
                <a:lnTo>
                  <a:pt x="1464551" y="41160"/>
                </a:lnTo>
                <a:lnTo>
                  <a:pt x="1479791" y="30492"/>
                </a:lnTo>
                <a:close/>
              </a:path>
              <a:path w="2635250" h="413385">
                <a:moveTo>
                  <a:pt x="1624571" y="147840"/>
                </a:moveTo>
                <a:lnTo>
                  <a:pt x="1617891" y="143268"/>
                </a:lnTo>
                <a:lnTo>
                  <a:pt x="1595615" y="128028"/>
                </a:lnTo>
                <a:lnTo>
                  <a:pt x="1586471" y="139458"/>
                </a:lnTo>
                <a:lnTo>
                  <a:pt x="1586471" y="153936"/>
                </a:lnTo>
                <a:lnTo>
                  <a:pt x="1586471" y="254520"/>
                </a:lnTo>
                <a:lnTo>
                  <a:pt x="1510271" y="254520"/>
                </a:lnTo>
                <a:lnTo>
                  <a:pt x="1510271" y="153936"/>
                </a:lnTo>
                <a:lnTo>
                  <a:pt x="1586471" y="153936"/>
                </a:lnTo>
                <a:lnTo>
                  <a:pt x="1586471" y="139458"/>
                </a:lnTo>
                <a:lnTo>
                  <a:pt x="1583423" y="143268"/>
                </a:lnTo>
                <a:lnTo>
                  <a:pt x="1510271" y="143268"/>
                </a:lnTo>
                <a:lnTo>
                  <a:pt x="1485887" y="129552"/>
                </a:lnTo>
                <a:lnTo>
                  <a:pt x="1487017" y="151282"/>
                </a:lnTo>
                <a:lnTo>
                  <a:pt x="1487982" y="173177"/>
                </a:lnTo>
                <a:lnTo>
                  <a:pt x="1488681" y="195338"/>
                </a:lnTo>
                <a:lnTo>
                  <a:pt x="1488935" y="217944"/>
                </a:lnTo>
                <a:lnTo>
                  <a:pt x="1488681" y="239661"/>
                </a:lnTo>
                <a:lnTo>
                  <a:pt x="1487982" y="261378"/>
                </a:lnTo>
                <a:lnTo>
                  <a:pt x="1487017" y="283095"/>
                </a:lnTo>
                <a:lnTo>
                  <a:pt x="1485887" y="304812"/>
                </a:lnTo>
                <a:lnTo>
                  <a:pt x="1510271" y="294144"/>
                </a:lnTo>
                <a:lnTo>
                  <a:pt x="1510271" y="265188"/>
                </a:lnTo>
                <a:lnTo>
                  <a:pt x="1586471" y="265188"/>
                </a:lnTo>
                <a:lnTo>
                  <a:pt x="1586471" y="291096"/>
                </a:lnTo>
                <a:lnTo>
                  <a:pt x="1612379" y="278904"/>
                </a:lnTo>
                <a:lnTo>
                  <a:pt x="1611503" y="266090"/>
                </a:lnTo>
                <a:lnTo>
                  <a:pt x="1611477" y="265188"/>
                </a:lnTo>
                <a:lnTo>
                  <a:pt x="1611109" y="254520"/>
                </a:lnTo>
                <a:lnTo>
                  <a:pt x="1611045" y="252996"/>
                </a:lnTo>
                <a:lnTo>
                  <a:pt x="1610880" y="239890"/>
                </a:lnTo>
                <a:lnTo>
                  <a:pt x="1610855" y="158508"/>
                </a:lnTo>
                <a:lnTo>
                  <a:pt x="1616735" y="153936"/>
                </a:lnTo>
                <a:lnTo>
                  <a:pt x="1624571" y="147840"/>
                </a:lnTo>
                <a:close/>
              </a:path>
              <a:path w="2635250" h="413385">
                <a:moveTo>
                  <a:pt x="1748015" y="70116"/>
                </a:moveTo>
                <a:lnTo>
                  <a:pt x="1716011" y="39636"/>
                </a:lnTo>
                <a:lnTo>
                  <a:pt x="1694675" y="59448"/>
                </a:lnTo>
                <a:lnTo>
                  <a:pt x="1470647" y="59448"/>
                </a:lnTo>
                <a:lnTo>
                  <a:pt x="1485887" y="76212"/>
                </a:lnTo>
                <a:lnTo>
                  <a:pt x="1496199" y="73329"/>
                </a:lnTo>
                <a:lnTo>
                  <a:pt x="1506651" y="71450"/>
                </a:lnTo>
                <a:lnTo>
                  <a:pt x="1517396" y="70421"/>
                </a:lnTo>
                <a:lnTo>
                  <a:pt x="1528559" y="70116"/>
                </a:lnTo>
                <a:lnTo>
                  <a:pt x="1664195" y="70116"/>
                </a:lnTo>
                <a:lnTo>
                  <a:pt x="1664195" y="365772"/>
                </a:lnTo>
                <a:lnTo>
                  <a:pt x="1658099" y="371868"/>
                </a:lnTo>
                <a:lnTo>
                  <a:pt x="1648955" y="371868"/>
                </a:lnTo>
                <a:lnTo>
                  <a:pt x="1639531" y="372198"/>
                </a:lnTo>
                <a:lnTo>
                  <a:pt x="1627238" y="371106"/>
                </a:lnTo>
                <a:lnTo>
                  <a:pt x="1612099" y="368858"/>
                </a:lnTo>
                <a:lnTo>
                  <a:pt x="1594091" y="365772"/>
                </a:lnTo>
                <a:lnTo>
                  <a:pt x="1592567" y="373392"/>
                </a:lnTo>
                <a:lnTo>
                  <a:pt x="1616862" y="381914"/>
                </a:lnTo>
                <a:lnTo>
                  <a:pt x="1634858" y="391299"/>
                </a:lnTo>
                <a:lnTo>
                  <a:pt x="1646580" y="401243"/>
                </a:lnTo>
                <a:lnTo>
                  <a:pt x="1652003" y="411492"/>
                </a:lnTo>
                <a:lnTo>
                  <a:pt x="1668627" y="402628"/>
                </a:lnTo>
                <a:lnTo>
                  <a:pt x="1679816" y="392061"/>
                </a:lnTo>
                <a:lnTo>
                  <a:pt x="1685874" y="379768"/>
                </a:lnTo>
                <a:lnTo>
                  <a:pt x="1686509" y="372198"/>
                </a:lnTo>
                <a:lnTo>
                  <a:pt x="1687055" y="365772"/>
                </a:lnTo>
                <a:lnTo>
                  <a:pt x="1687055" y="70116"/>
                </a:lnTo>
                <a:lnTo>
                  <a:pt x="1748015" y="70116"/>
                </a:lnTo>
                <a:close/>
              </a:path>
              <a:path w="2635250" h="413385">
                <a:moveTo>
                  <a:pt x="1952244" y="92964"/>
                </a:moveTo>
                <a:lnTo>
                  <a:pt x="1926336" y="64008"/>
                </a:lnTo>
                <a:lnTo>
                  <a:pt x="1905000" y="82296"/>
                </a:lnTo>
                <a:lnTo>
                  <a:pt x="1856232" y="82296"/>
                </a:lnTo>
                <a:lnTo>
                  <a:pt x="1861413" y="67487"/>
                </a:lnTo>
                <a:lnTo>
                  <a:pt x="1865757" y="55245"/>
                </a:lnTo>
                <a:lnTo>
                  <a:pt x="1869516" y="45872"/>
                </a:lnTo>
                <a:lnTo>
                  <a:pt x="1872996" y="39624"/>
                </a:lnTo>
                <a:lnTo>
                  <a:pt x="1876044" y="33528"/>
                </a:lnTo>
                <a:lnTo>
                  <a:pt x="1880616" y="28956"/>
                </a:lnTo>
                <a:lnTo>
                  <a:pt x="1886712" y="24384"/>
                </a:lnTo>
                <a:lnTo>
                  <a:pt x="1853184" y="6096"/>
                </a:lnTo>
                <a:lnTo>
                  <a:pt x="1848612" y="23799"/>
                </a:lnTo>
                <a:lnTo>
                  <a:pt x="1844040" y="42481"/>
                </a:lnTo>
                <a:lnTo>
                  <a:pt x="1839468" y="62039"/>
                </a:lnTo>
                <a:lnTo>
                  <a:pt x="1834896" y="82296"/>
                </a:lnTo>
                <a:lnTo>
                  <a:pt x="1780032" y="82296"/>
                </a:lnTo>
                <a:lnTo>
                  <a:pt x="1795272" y="97536"/>
                </a:lnTo>
                <a:lnTo>
                  <a:pt x="1804987" y="95542"/>
                </a:lnTo>
                <a:lnTo>
                  <a:pt x="1813560" y="94107"/>
                </a:lnTo>
                <a:lnTo>
                  <a:pt x="1820989" y="93256"/>
                </a:lnTo>
                <a:lnTo>
                  <a:pt x="1827276" y="92964"/>
                </a:lnTo>
                <a:lnTo>
                  <a:pt x="1830324" y="92964"/>
                </a:lnTo>
                <a:lnTo>
                  <a:pt x="1823720" y="112636"/>
                </a:lnTo>
                <a:lnTo>
                  <a:pt x="1817560" y="130302"/>
                </a:lnTo>
                <a:lnTo>
                  <a:pt x="1811667" y="145694"/>
                </a:lnTo>
                <a:lnTo>
                  <a:pt x="1805940" y="158496"/>
                </a:lnTo>
                <a:lnTo>
                  <a:pt x="1801075" y="169672"/>
                </a:lnTo>
                <a:lnTo>
                  <a:pt x="1795653" y="178117"/>
                </a:lnTo>
                <a:lnTo>
                  <a:pt x="1789645" y="184010"/>
                </a:lnTo>
                <a:lnTo>
                  <a:pt x="1783067" y="187452"/>
                </a:lnTo>
                <a:lnTo>
                  <a:pt x="1802879" y="214884"/>
                </a:lnTo>
                <a:lnTo>
                  <a:pt x="1816608" y="202692"/>
                </a:lnTo>
                <a:lnTo>
                  <a:pt x="1866900" y="202692"/>
                </a:lnTo>
                <a:lnTo>
                  <a:pt x="1866900" y="280416"/>
                </a:lnTo>
                <a:lnTo>
                  <a:pt x="1844344" y="284708"/>
                </a:lnTo>
                <a:lnTo>
                  <a:pt x="1822513" y="288417"/>
                </a:lnTo>
                <a:lnTo>
                  <a:pt x="1801533" y="291566"/>
                </a:lnTo>
                <a:lnTo>
                  <a:pt x="1781556" y="294132"/>
                </a:lnTo>
                <a:lnTo>
                  <a:pt x="1798320" y="324612"/>
                </a:lnTo>
                <a:lnTo>
                  <a:pt x="1804314" y="317715"/>
                </a:lnTo>
                <a:lnTo>
                  <a:pt x="1817751" y="310515"/>
                </a:lnTo>
                <a:lnTo>
                  <a:pt x="1838604" y="302755"/>
                </a:lnTo>
                <a:lnTo>
                  <a:pt x="1866900" y="294132"/>
                </a:lnTo>
                <a:lnTo>
                  <a:pt x="1866785" y="332232"/>
                </a:lnTo>
                <a:lnTo>
                  <a:pt x="1866709" y="346710"/>
                </a:lnTo>
                <a:lnTo>
                  <a:pt x="1866303" y="374142"/>
                </a:lnTo>
                <a:lnTo>
                  <a:pt x="1866188" y="380809"/>
                </a:lnTo>
                <a:lnTo>
                  <a:pt x="1865376" y="413004"/>
                </a:lnTo>
                <a:lnTo>
                  <a:pt x="1891284" y="402336"/>
                </a:lnTo>
                <a:lnTo>
                  <a:pt x="1890395" y="383197"/>
                </a:lnTo>
                <a:lnTo>
                  <a:pt x="1889950" y="357759"/>
                </a:lnTo>
                <a:lnTo>
                  <a:pt x="1889861" y="342900"/>
                </a:lnTo>
                <a:lnTo>
                  <a:pt x="1889760" y="294132"/>
                </a:lnTo>
                <a:lnTo>
                  <a:pt x="1889760" y="288036"/>
                </a:lnTo>
                <a:lnTo>
                  <a:pt x="1933105" y="275844"/>
                </a:lnTo>
                <a:lnTo>
                  <a:pt x="1938528" y="274320"/>
                </a:lnTo>
                <a:lnTo>
                  <a:pt x="1937004" y="266700"/>
                </a:lnTo>
                <a:lnTo>
                  <a:pt x="1889760" y="275844"/>
                </a:lnTo>
                <a:lnTo>
                  <a:pt x="1889760" y="202692"/>
                </a:lnTo>
                <a:lnTo>
                  <a:pt x="1940052" y="202692"/>
                </a:lnTo>
                <a:lnTo>
                  <a:pt x="1930006" y="192024"/>
                </a:lnTo>
                <a:lnTo>
                  <a:pt x="1915668" y="176784"/>
                </a:lnTo>
                <a:lnTo>
                  <a:pt x="1898904" y="192024"/>
                </a:lnTo>
                <a:lnTo>
                  <a:pt x="1889760" y="192024"/>
                </a:lnTo>
                <a:lnTo>
                  <a:pt x="1889760" y="152400"/>
                </a:lnTo>
                <a:lnTo>
                  <a:pt x="1901952" y="140208"/>
                </a:lnTo>
                <a:lnTo>
                  <a:pt x="1865376" y="121920"/>
                </a:lnTo>
                <a:lnTo>
                  <a:pt x="1866887" y="187452"/>
                </a:lnTo>
                <a:lnTo>
                  <a:pt x="1866900" y="192024"/>
                </a:lnTo>
                <a:lnTo>
                  <a:pt x="1816608" y="192024"/>
                </a:lnTo>
                <a:lnTo>
                  <a:pt x="1853184" y="92964"/>
                </a:lnTo>
                <a:lnTo>
                  <a:pt x="1952244" y="92964"/>
                </a:lnTo>
                <a:close/>
              </a:path>
              <a:path w="2635250" h="413385">
                <a:moveTo>
                  <a:pt x="2054352" y="184404"/>
                </a:moveTo>
                <a:lnTo>
                  <a:pt x="2050288" y="181356"/>
                </a:lnTo>
                <a:lnTo>
                  <a:pt x="2029968" y="166116"/>
                </a:lnTo>
                <a:lnTo>
                  <a:pt x="2022348" y="175641"/>
                </a:lnTo>
                <a:lnTo>
                  <a:pt x="2022348" y="192024"/>
                </a:lnTo>
                <a:lnTo>
                  <a:pt x="2022348" y="237744"/>
                </a:lnTo>
                <a:lnTo>
                  <a:pt x="2022348" y="248412"/>
                </a:lnTo>
                <a:lnTo>
                  <a:pt x="2022348" y="294132"/>
                </a:lnTo>
                <a:lnTo>
                  <a:pt x="1967484" y="294132"/>
                </a:lnTo>
                <a:lnTo>
                  <a:pt x="1967484" y="248412"/>
                </a:lnTo>
                <a:lnTo>
                  <a:pt x="2022348" y="248412"/>
                </a:lnTo>
                <a:lnTo>
                  <a:pt x="2022348" y="237744"/>
                </a:lnTo>
                <a:lnTo>
                  <a:pt x="1967484" y="237744"/>
                </a:lnTo>
                <a:lnTo>
                  <a:pt x="1967484" y="192024"/>
                </a:lnTo>
                <a:lnTo>
                  <a:pt x="2022348" y="192024"/>
                </a:lnTo>
                <a:lnTo>
                  <a:pt x="2022348" y="175641"/>
                </a:lnTo>
                <a:lnTo>
                  <a:pt x="2017776" y="181356"/>
                </a:lnTo>
                <a:lnTo>
                  <a:pt x="1970532" y="181356"/>
                </a:lnTo>
                <a:lnTo>
                  <a:pt x="1946148" y="169164"/>
                </a:lnTo>
                <a:lnTo>
                  <a:pt x="1946351" y="187452"/>
                </a:lnTo>
                <a:lnTo>
                  <a:pt x="1946465" y="195072"/>
                </a:lnTo>
                <a:lnTo>
                  <a:pt x="1946833" y="214884"/>
                </a:lnTo>
                <a:lnTo>
                  <a:pt x="1947430" y="252323"/>
                </a:lnTo>
                <a:lnTo>
                  <a:pt x="1947633" y="288036"/>
                </a:lnTo>
                <a:lnTo>
                  <a:pt x="1947519" y="317715"/>
                </a:lnTo>
                <a:lnTo>
                  <a:pt x="1947418" y="332232"/>
                </a:lnTo>
                <a:lnTo>
                  <a:pt x="1946910" y="365379"/>
                </a:lnTo>
                <a:lnTo>
                  <a:pt x="1946376" y="392480"/>
                </a:lnTo>
                <a:lnTo>
                  <a:pt x="1946148" y="413004"/>
                </a:lnTo>
                <a:lnTo>
                  <a:pt x="1967484" y="400812"/>
                </a:lnTo>
                <a:lnTo>
                  <a:pt x="1967484" y="304800"/>
                </a:lnTo>
                <a:lnTo>
                  <a:pt x="2022348" y="304800"/>
                </a:lnTo>
                <a:lnTo>
                  <a:pt x="2022348" y="376428"/>
                </a:lnTo>
                <a:lnTo>
                  <a:pt x="2017776" y="381000"/>
                </a:lnTo>
                <a:lnTo>
                  <a:pt x="2005672" y="380987"/>
                </a:lnTo>
                <a:lnTo>
                  <a:pt x="1999107" y="380809"/>
                </a:lnTo>
                <a:lnTo>
                  <a:pt x="1991956" y="380365"/>
                </a:lnTo>
                <a:lnTo>
                  <a:pt x="1984248" y="379476"/>
                </a:lnTo>
                <a:lnTo>
                  <a:pt x="1984248" y="387096"/>
                </a:lnTo>
                <a:lnTo>
                  <a:pt x="1996528" y="390512"/>
                </a:lnTo>
                <a:lnTo>
                  <a:pt x="2005965" y="396049"/>
                </a:lnTo>
                <a:lnTo>
                  <a:pt x="2012530" y="403606"/>
                </a:lnTo>
                <a:lnTo>
                  <a:pt x="2016252" y="413004"/>
                </a:lnTo>
                <a:lnTo>
                  <a:pt x="2028012" y="407530"/>
                </a:lnTo>
                <a:lnTo>
                  <a:pt x="2042160" y="304800"/>
                </a:lnTo>
                <a:lnTo>
                  <a:pt x="2042160" y="294132"/>
                </a:lnTo>
                <a:lnTo>
                  <a:pt x="2042160" y="248412"/>
                </a:lnTo>
                <a:lnTo>
                  <a:pt x="2042160" y="237744"/>
                </a:lnTo>
                <a:lnTo>
                  <a:pt x="2042160" y="195072"/>
                </a:lnTo>
                <a:lnTo>
                  <a:pt x="2045639" y="192024"/>
                </a:lnTo>
                <a:lnTo>
                  <a:pt x="2054352" y="184404"/>
                </a:lnTo>
                <a:close/>
              </a:path>
              <a:path w="2635250" h="413385">
                <a:moveTo>
                  <a:pt x="2110740" y="202692"/>
                </a:moveTo>
                <a:lnTo>
                  <a:pt x="2077212" y="184404"/>
                </a:lnTo>
                <a:lnTo>
                  <a:pt x="2078088" y="199605"/>
                </a:lnTo>
                <a:lnTo>
                  <a:pt x="2078545" y="219456"/>
                </a:lnTo>
                <a:lnTo>
                  <a:pt x="2078685" y="237744"/>
                </a:lnTo>
                <a:lnTo>
                  <a:pt x="2078596" y="304800"/>
                </a:lnTo>
                <a:lnTo>
                  <a:pt x="2078545" y="312039"/>
                </a:lnTo>
                <a:lnTo>
                  <a:pt x="2078088" y="329476"/>
                </a:lnTo>
                <a:lnTo>
                  <a:pt x="2077212" y="342900"/>
                </a:lnTo>
                <a:lnTo>
                  <a:pt x="2100072" y="332232"/>
                </a:lnTo>
                <a:lnTo>
                  <a:pt x="2100072" y="211836"/>
                </a:lnTo>
                <a:lnTo>
                  <a:pt x="2110740" y="202692"/>
                </a:lnTo>
                <a:close/>
              </a:path>
              <a:path w="2635250" h="413385">
                <a:moveTo>
                  <a:pt x="2115312" y="138684"/>
                </a:moveTo>
                <a:lnTo>
                  <a:pt x="2089404" y="109728"/>
                </a:lnTo>
                <a:lnTo>
                  <a:pt x="2072640" y="128016"/>
                </a:lnTo>
                <a:lnTo>
                  <a:pt x="1984248" y="128016"/>
                </a:lnTo>
                <a:lnTo>
                  <a:pt x="1987296" y="131064"/>
                </a:lnTo>
                <a:lnTo>
                  <a:pt x="2033016" y="138684"/>
                </a:lnTo>
                <a:lnTo>
                  <a:pt x="2115312" y="138684"/>
                </a:lnTo>
                <a:close/>
              </a:path>
              <a:path w="2635250" h="413385">
                <a:moveTo>
                  <a:pt x="2170176" y="182880"/>
                </a:moveTo>
                <a:lnTo>
                  <a:pt x="2135124" y="167640"/>
                </a:lnTo>
                <a:lnTo>
                  <a:pt x="2136000" y="183667"/>
                </a:lnTo>
                <a:lnTo>
                  <a:pt x="2136368" y="195072"/>
                </a:lnTo>
                <a:lnTo>
                  <a:pt x="2136483" y="199605"/>
                </a:lnTo>
                <a:lnTo>
                  <a:pt x="2136521" y="202692"/>
                </a:lnTo>
                <a:lnTo>
                  <a:pt x="2136648" y="370332"/>
                </a:lnTo>
                <a:lnTo>
                  <a:pt x="2132076" y="374904"/>
                </a:lnTo>
                <a:lnTo>
                  <a:pt x="2124456" y="374904"/>
                </a:lnTo>
                <a:lnTo>
                  <a:pt x="2117306" y="374675"/>
                </a:lnTo>
                <a:lnTo>
                  <a:pt x="2107311" y="374142"/>
                </a:lnTo>
                <a:lnTo>
                  <a:pt x="2094445" y="373621"/>
                </a:lnTo>
                <a:lnTo>
                  <a:pt x="2078736" y="373380"/>
                </a:lnTo>
                <a:lnTo>
                  <a:pt x="2078736" y="379476"/>
                </a:lnTo>
                <a:lnTo>
                  <a:pt x="2097874" y="384911"/>
                </a:lnTo>
                <a:lnTo>
                  <a:pt x="2111883" y="392049"/>
                </a:lnTo>
                <a:lnTo>
                  <a:pt x="2120735" y="400913"/>
                </a:lnTo>
                <a:lnTo>
                  <a:pt x="2124456" y="411480"/>
                </a:lnTo>
                <a:lnTo>
                  <a:pt x="2139327" y="404888"/>
                </a:lnTo>
                <a:lnTo>
                  <a:pt x="2149792" y="396430"/>
                </a:lnTo>
                <a:lnTo>
                  <a:pt x="2155952" y="385978"/>
                </a:lnTo>
                <a:lnTo>
                  <a:pt x="2157730" y="374904"/>
                </a:lnTo>
                <a:lnTo>
                  <a:pt x="2157857" y="374142"/>
                </a:lnTo>
                <a:lnTo>
                  <a:pt x="2157984" y="195072"/>
                </a:lnTo>
                <a:lnTo>
                  <a:pt x="2170176" y="182880"/>
                </a:lnTo>
                <a:close/>
              </a:path>
              <a:path w="2635250" h="413385">
                <a:moveTo>
                  <a:pt x="2193036" y="131064"/>
                </a:moveTo>
                <a:lnTo>
                  <a:pt x="2152764" y="118783"/>
                </a:lnTo>
                <a:lnTo>
                  <a:pt x="2116645" y="97917"/>
                </a:lnTo>
                <a:lnTo>
                  <a:pt x="2084806" y="68491"/>
                </a:lnTo>
                <a:lnTo>
                  <a:pt x="2061794" y="36576"/>
                </a:lnTo>
                <a:lnTo>
                  <a:pt x="2057400" y="30480"/>
                </a:lnTo>
                <a:lnTo>
                  <a:pt x="2071116" y="21336"/>
                </a:lnTo>
                <a:lnTo>
                  <a:pt x="2036064" y="0"/>
                </a:lnTo>
                <a:lnTo>
                  <a:pt x="2016633" y="44767"/>
                </a:lnTo>
                <a:lnTo>
                  <a:pt x="1990344" y="88392"/>
                </a:lnTo>
                <a:lnTo>
                  <a:pt x="1954530" y="129540"/>
                </a:lnTo>
                <a:lnTo>
                  <a:pt x="1909572" y="166116"/>
                </a:lnTo>
                <a:lnTo>
                  <a:pt x="1912620" y="170688"/>
                </a:lnTo>
                <a:lnTo>
                  <a:pt x="1952053" y="148450"/>
                </a:lnTo>
                <a:lnTo>
                  <a:pt x="1988058" y="118491"/>
                </a:lnTo>
                <a:lnTo>
                  <a:pt x="2020633" y="81114"/>
                </a:lnTo>
                <a:lnTo>
                  <a:pt x="2049780" y="36576"/>
                </a:lnTo>
                <a:lnTo>
                  <a:pt x="2072944" y="75755"/>
                </a:lnTo>
                <a:lnTo>
                  <a:pt x="2099119" y="108775"/>
                </a:lnTo>
                <a:lnTo>
                  <a:pt x="2128431" y="135813"/>
                </a:lnTo>
                <a:lnTo>
                  <a:pt x="2161032" y="156972"/>
                </a:lnTo>
                <a:lnTo>
                  <a:pt x="2164740" y="149618"/>
                </a:lnTo>
                <a:lnTo>
                  <a:pt x="2171319" y="143827"/>
                </a:lnTo>
                <a:lnTo>
                  <a:pt x="2180742" y="140042"/>
                </a:lnTo>
                <a:lnTo>
                  <a:pt x="2193036" y="138684"/>
                </a:lnTo>
                <a:lnTo>
                  <a:pt x="2193036" y="131064"/>
                </a:lnTo>
                <a:close/>
              </a:path>
              <a:path w="2635250" h="413385">
                <a:moveTo>
                  <a:pt x="2634996" y="352056"/>
                </a:moveTo>
                <a:lnTo>
                  <a:pt x="2576893" y="322719"/>
                </a:lnTo>
                <a:lnTo>
                  <a:pt x="2526792" y="272808"/>
                </a:lnTo>
                <a:lnTo>
                  <a:pt x="2487930" y="212229"/>
                </a:lnTo>
                <a:lnTo>
                  <a:pt x="2462784" y="153936"/>
                </a:lnTo>
                <a:lnTo>
                  <a:pt x="2453919" y="127114"/>
                </a:lnTo>
                <a:lnTo>
                  <a:pt x="2445639" y="104025"/>
                </a:lnTo>
                <a:lnTo>
                  <a:pt x="2420531" y="56680"/>
                </a:lnTo>
                <a:lnTo>
                  <a:pt x="2380627" y="31534"/>
                </a:lnTo>
                <a:lnTo>
                  <a:pt x="2351532" y="19824"/>
                </a:lnTo>
                <a:lnTo>
                  <a:pt x="2336292" y="35064"/>
                </a:lnTo>
                <a:lnTo>
                  <a:pt x="2355481" y="41935"/>
                </a:lnTo>
                <a:lnTo>
                  <a:pt x="2372106" y="48971"/>
                </a:lnTo>
                <a:lnTo>
                  <a:pt x="2407577" y="71450"/>
                </a:lnTo>
                <a:lnTo>
                  <a:pt x="2415489" y="89738"/>
                </a:lnTo>
                <a:lnTo>
                  <a:pt x="2414016" y="100596"/>
                </a:lnTo>
                <a:lnTo>
                  <a:pt x="2403157" y="143141"/>
                </a:lnTo>
                <a:lnTo>
                  <a:pt x="2388870" y="183845"/>
                </a:lnTo>
                <a:lnTo>
                  <a:pt x="2371153" y="222529"/>
                </a:lnTo>
                <a:lnTo>
                  <a:pt x="2350008" y="259092"/>
                </a:lnTo>
                <a:lnTo>
                  <a:pt x="2324265" y="293928"/>
                </a:lnTo>
                <a:lnTo>
                  <a:pt x="2294953" y="327482"/>
                </a:lnTo>
                <a:lnTo>
                  <a:pt x="2261920" y="359600"/>
                </a:lnTo>
                <a:lnTo>
                  <a:pt x="2225040" y="390156"/>
                </a:lnTo>
                <a:lnTo>
                  <a:pt x="2228088" y="397776"/>
                </a:lnTo>
                <a:lnTo>
                  <a:pt x="2271826" y="367766"/>
                </a:lnTo>
                <a:lnTo>
                  <a:pt x="2309431" y="337197"/>
                </a:lnTo>
                <a:lnTo>
                  <a:pt x="2341029" y="306044"/>
                </a:lnTo>
                <a:lnTo>
                  <a:pt x="2366772" y="274332"/>
                </a:lnTo>
                <a:lnTo>
                  <a:pt x="2387549" y="241439"/>
                </a:lnTo>
                <a:lnTo>
                  <a:pt x="2406205" y="206705"/>
                </a:lnTo>
                <a:lnTo>
                  <a:pt x="2422271" y="169951"/>
                </a:lnTo>
                <a:lnTo>
                  <a:pt x="2435352" y="131076"/>
                </a:lnTo>
                <a:lnTo>
                  <a:pt x="2443365" y="159626"/>
                </a:lnTo>
                <a:lnTo>
                  <a:pt x="2459990" y="209296"/>
                </a:lnTo>
                <a:lnTo>
                  <a:pt x="2478849" y="250444"/>
                </a:lnTo>
                <a:lnTo>
                  <a:pt x="2503373" y="289928"/>
                </a:lnTo>
                <a:lnTo>
                  <a:pt x="2533358" y="328498"/>
                </a:lnTo>
                <a:lnTo>
                  <a:pt x="2569934" y="364451"/>
                </a:lnTo>
                <a:lnTo>
                  <a:pt x="2590800" y="381012"/>
                </a:lnTo>
                <a:lnTo>
                  <a:pt x="2599410" y="371246"/>
                </a:lnTo>
                <a:lnTo>
                  <a:pt x="2609469" y="364629"/>
                </a:lnTo>
                <a:lnTo>
                  <a:pt x="2621229" y="360857"/>
                </a:lnTo>
                <a:lnTo>
                  <a:pt x="2634996" y="359676"/>
                </a:lnTo>
                <a:lnTo>
                  <a:pt x="2634996" y="35205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pic>
        <p:nvPicPr>
          <p:cNvPr id="31" name="object 31"/>
          <p:cNvPicPr/>
          <p:nvPr/>
        </p:nvPicPr>
        <p:blipFill>
          <a:blip r:embed="rId5" cstate="print"/>
          <a:stretch>
            <a:fillRect/>
          </a:stretch>
        </p:blipFill>
        <p:spPr>
          <a:xfrm>
            <a:off x="4728972" y="4821364"/>
            <a:ext cx="70104" cy="117919"/>
          </a:xfrm>
          <a:prstGeom prst="rect">
            <a:avLst/>
          </a:prstGeom>
        </p:spPr>
      </p:pic>
      <p:sp>
        <p:nvSpPr>
          <p:cNvPr id="32" name="object 32"/>
          <p:cNvSpPr/>
          <p:nvPr/>
        </p:nvSpPr>
        <p:spPr>
          <a:xfrm>
            <a:off x="5135867" y="4555235"/>
            <a:ext cx="1562100" cy="413384"/>
          </a:xfrm>
          <a:custGeom>
            <a:avLst/>
            <a:gdLst/>
            <a:ahLst/>
            <a:cxnLst/>
            <a:rect l="l" t="t" r="r" b="b"/>
            <a:pathLst>
              <a:path w="1562100" h="413385">
                <a:moveTo>
                  <a:pt x="260604" y="204216"/>
                </a:moveTo>
                <a:lnTo>
                  <a:pt x="143256" y="204216"/>
                </a:lnTo>
                <a:lnTo>
                  <a:pt x="143256" y="242316"/>
                </a:lnTo>
                <a:lnTo>
                  <a:pt x="217932" y="242316"/>
                </a:lnTo>
                <a:lnTo>
                  <a:pt x="217932" y="326136"/>
                </a:lnTo>
                <a:lnTo>
                  <a:pt x="169926" y="335851"/>
                </a:lnTo>
                <a:lnTo>
                  <a:pt x="152400" y="336804"/>
                </a:lnTo>
                <a:lnTo>
                  <a:pt x="140144" y="336232"/>
                </a:lnTo>
                <a:lnTo>
                  <a:pt x="98475" y="322757"/>
                </a:lnTo>
                <a:lnTo>
                  <a:pt x="67246" y="293179"/>
                </a:lnTo>
                <a:lnTo>
                  <a:pt x="48704" y="248373"/>
                </a:lnTo>
                <a:lnTo>
                  <a:pt x="44196" y="204216"/>
                </a:lnTo>
                <a:lnTo>
                  <a:pt x="45935" y="176199"/>
                </a:lnTo>
                <a:lnTo>
                  <a:pt x="60274" y="129857"/>
                </a:lnTo>
                <a:lnTo>
                  <a:pt x="88925" y="95250"/>
                </a:lnTo>
                <a:lnTo>
                  <a:pt x="126733" y="76962"/>
                </a:lnTo>
                <a:lnTo>
                  <a:pt x="149352" y="74676"/>
                </a:lnTo>
                <a:lnTo>
                  <a:pt x="158496" y="74968"/>
                </a:lnTo>
                <a:lnTo>
                  <a:pt x="201549" y="84582"/>
                </a:lnTo>
                <a:lnTo>
                  <a:pt x="228790" y="97917"/>
                </a:lnTo>
                <a:lnTo>
                  <a:pt x="239268" y="103632"/>
                </a:lnTo>
                <a:lnTo>
                  <a:pt x="251460" y="112776"/>
                </a:lnTo>
                <a:lnTo>
                  <a:pt x="256032" y="117348"/>
                </a:lnTo>
                <a:lnTo>
                  <a:pt x="259080" y="117348"/>
                </a:lnTo>
                <a:lnTo>
                  <a:pt x="259080" y="65532"/>
                </a:lnTo>
                <a:lnTo>
                  <a:pt x="254508" y="62484"/>
                </a:lnTo>
                <a:lnTo>
                  <a:pt x="246888" y="59436"/>
                </a:lnTo>
                <a:lnTo>
                  <a:pt x="237744" y="56388"/>
                </a:lnTo>
                <a:lnTo>
                  <a:pt x="231152" y="53251"/>
                </a:lnTo>
                <a:lnTo>
                  <a:pt x="224980" y="50673"/>
                </a:lnTo>
                <a:lnTo>
                  <a:pt x="219100" y="48679"/>
                </a:lnTo>
                <a:lnTo>
                  <a:pt x="213360" y="47244"/>
                </a:lnTo>
                <a:lnTo>
                  <a:pt x="206502" y="45224"/>
                </a:lnTo>
                <a:lnTo>
                  <a:pt x="161925" y="38366"/>
                </a:lnTo>
                <a:lnTo>
                  <a:pt x="153924" y="38100"/>
                </a:lnTo>
                <a:lnTo>
                  <a:pt x="137071" y="38938"/>
                </a:lnTo>
                <a:lnTo>
                  <a:pt x="89916" y="50292"/>
                </a:lnTo>
                <a:lnTo>
                  <a:pt x="52628" y="72580"/>
                </a:lnTo>
                <a:lnTo>
                  <a:pt x="24384" y="106680"/>
                </a:lnTo>
                <a:lnTo>
                  <a:pt x="5791" y="151307"/>
                </a:lnTo>
                <a:lnTo>
                  <a:pt x="0" y="205740"/>
                </a:lnTo>
                <a:lnTo>
                  <a:pt x="596" y="225742"/>
                </a:lnTo>
                <a:lnTo>
                  <a:pt x="10668" y="278892"/>
                </a:lnTo>
                <a:lnTo>
                  <a:pt x="31673" y="320471"/>
                </a:lnTo>
                <a:lnTo>
                  <a:pt x="63817" y="350520"/>
                </a:lnTo>
                <a:lnTo>
                  <a:pt x="105067" y="368236"/>
                </a:lnTo>
                <a:lnTo>
                  <a:pt x="153924" y="373380"/>
                </a:lnTo>
                <a:lnTo>
                  <a:pt x="170878" y="373189"/>
                </a:lnTo>
                <a:lnTo>
                  <a:pt x="213360" y="364236"/>
                </a:lnTo>
                <a:lnTo>
                  <a:pt x="219341" y="362813"/>
                </a:lnTo>
                <a:lnTo>
                  <a:pt x="225742" y="360807"/>
                </a:lnTo>
                <a:lnTo>
                  <a:pt x="232435" y="358241"/>
                </a:lnTo>
                <a:lnTo>
                  <a:pt x="239268" y="355092"/>
                </a:lnTo>
                <a:lnTo>
                  <a:pt x="248412" y="352044"/>
                </a:lnTo>
                <a:lnTo>
                  <a:pt x="256032" y="348996"/>
                </a:lnTo>
                <a:lnTo>
                  <a:pt x="260604" y="345948"/>
                </a:lnTo>
                <a:lnTo>
                  <a:pt x="260604" y="204216"/>
                </a:lnTo>
                <a:close/>
              </a:path>
              <a:path w="1562100" h="413385">
                <a:moveTo>
                  <a:pt x="425208" y="205740"/>
                </a:moveTo>
                <a:lnTo>
                  <a:pt x="301764" y="205740"/>
                </a:lnTo>
                <a:lnTo>
                  <a:pt x="301764" y="245364"/>
                </a:lnTo>
                <a:lnTo>
                  <a:pt x="425208" y="245364"/>
                </a:lnTo>
                <a:lnTo>
                  <a:pt x="425208" y="205740"/>
                </a:lnTo>
                <a:close/>
              </a:path>
              <a:path w="1562100" h="413385">
                <a:moveTo>
                  <a:pt x="676668" y="275844"/>
                </a:moveTo>
                <a:lnTo>
                  <a:pt x="668299" y="235127"/>
                </a:lnTo>
                <a:lnTo>
                  <a:pt x="641616" y="206502"/>
                </a:lnTo>
                <a:lnTo>
                  <a:pt x="605510" y="191503"/>
                </a:lnTo>
                <a:lnTo>
                  <a:pt x="580656" y="185928"/>
                </a:lnTo>
                <a:lnTo>
                  <a:pt x="570915" y="183007"/>
                </a:lnTo>
                <a:lnTo>
                  <a:pt x="528840" y="169926"/>
                </a:lnTo>
                <a:lnTo>
                  <a:pt x="505040" y="136207"/>
                </a:lnTo>
                <a:lnTo>
                  <a:pt x="504456" y="126492"/>
                </a:lnTo>
                <a:lnTo>
                  <a:pt x="505599" y="115633"/>
                </a:lnTo>
                <a:lnTo>
                  <a:pt x="532714" y="83045"/>
                </a:lnTo>
                <a:lnTo>
                  <a:pt x="571512" y="74676"/>
                </a:lnTo>
                <a:lnTo>
                  <a:pt x="584085" y="75488"/>
                </a:lnTo>
                <a:lnTo>
                  <a:pt x="621804" y="85344"/>
                </a:lnTo>
                <a:lnTo>
                  <a:pt x="661428" y="111252"/>
                </a:lnTo>
                <a:lnTo>
                  <a:pt x="664476" y="111252"/>
                </a:lnTo>
                <a:lnTo>
                  <a:pt x="664476" y="59436"/>
                </a:lnTo>
                <a:lnTo>
                  <a:pt x="653923" y="54279"/>
                </a:lnTo>
                <a:lnTo>
                  <a:pt x="607682" y="41325"/>
                </a:lnTo>
                <a:lnTo>
                  <a:pt x="568464" y="38100"/>
                </a:lnTo>
                <a:lnTo>
                  <a:pt x="545579" y="39801"/>
                </a:lnTo>
                <a:lnTo>
                  <a:pt x="506095" y="52895"/>
                </a:lnTo>
                <a:lnTo>
                  <a:pt x="476084" y="78562"/>
                </a:lnTo>
                <a:lnTo>
                  <a:pt x="458736" y="131064"/>
                </a:lnTo>
                <a:lnTo>
                  <a:pt x="459257" y="139954"/>
                </a:lnTo>
                <a:lnTo>
                  <a:pt x="471309" y="177927"/>
                </a:lnTo>
                <a:lnTo>
                  <a:pt x="504456" y="207264"/>
                </a:lnTo>
                <a:lnTo>
                  <a:pt x="558482" y="224155"/>
                </a:lnTo>
                <a:lnTo>
                  <a:pt x="565416" y="225552"/>
                </a:lnTo>
                <a:lnTo>
                  <a:pt x="571411" y="226961"/>
                </a:lnTo>
                <a:lnTo>
                  <a:pt x="610946" y="240030"/>
                </a:lnTo>
                <a:lnTo>
                  <a:pt x="631901" y="273113"/>
                </a:lnTo>
                <a:lnTo>
                  <a:pt x="632472" y="281940"/>
                </a:lnTo>
                <a:lnTo>
                  <a:pt x="631329" y="293712"/>
                </a:lnTo>
                <a:lnTo>
                  <a:pt x="603910" y="328447"/>
                </a:lnTo>
                <a:lnTo>
                  <a:pt x="560844" y="336804"/>
                </a:lnTo>
                <a:lnTo>
                  <a:pt x="548005" y="336003"/>
                </a:lnTo>
                <a:lnTo>
                  <a:pt x="507504" y="326136"/>
                </a:lnTo>
                <a:lnTo>
                  <a:pt x="471068" y="303847"/>
                </a:lnTo>
                <a:lnTo>
                  <a:pt x="460260" y="294132"/>
                </a:lnTo>
                <a:lnTo>
                  <a:pt x="457212" y="294132"/>
                </a:lnTo>
                <a:lnTo>
                  <a:pt x="457212" y="348996"/>
                </a:lnTo>
                <a:lnTo>
                  <a:pt x="467779" y="353555"/>
                </a:lnTo>
                <a:lnTo>
                  <a:pt x="516089" y="369531"/>
                </a:lnTo>
                <a:lnTo>
                  <a:pt x="563892" y="373380"/>
                </a:lnTo>
                <a:lnTo>
                  <a:pt x="577938" y="372833"/>
                </a:lnTo>
                <a:lnTo>
                  <a:pt x="622414" y="361784"/>
                </a:lnTo>
                <a:lnTo>
                  <a:pt x="654253" y="337286"/>
                </a:lnTo>
                <a:lnTo>
                  <a:pt x="672807" y="303276"/>
                </a:lnTo>
                <a:lnTo>
                  <a:pt x="676325" y="284988"/>
                </a:lnTo>
                <a:lnTo>
                  <a:pt x="676668" y="275844"/>
                </a:lnTo>
                <a:close/>
              </a:path>
              <a:path w="1562100" h="413385">
                <a:moveTo>
                  <a:pt x="925068" y="65544"/>
                </a:moveTo>
                <a:lnTo>
                  <a:pt x="915416" y="54876"/>
                </a:lnTo>
                <a:lnTo>
                  <a:pt x="896112" y="33528"/>
                </a:lnTo>
                <a:lnTo>
                  <a:pt x="876300" y="54876"/>
                </a:lnTo>
                <a:lnTo>
                  <a:pt x="798576" y="54876"/>
                </a:lnTo>
                <a:lnTo>
                  <a:pt x="803986" y="47447"/>
                </a:lnTo>
                <a:lnTo>
                  <a:pt x="812507" y="36017"/>
                </a:lnTo>
                <a:lnTo>
                  <a:pt x="815340" y="32004"/>
                </a:lnTo>
                <a:lnTo>
                  <a:pt x="819912" y="27444"/>
                </a:lnTo>
                <a:lnTo>
                  <a:pt x="826008" y="22860"/>
                </a:lnTo>
                <a:lnTo>
                  <a:pt x="832104" y="19812"/>
                </a:lnTo>
                <a:lnTo>
                  <a:pt x="797052" y="0"/>
                </a:lnTo>
                <a:lnTo>
                  <a:pt x="775233" y="54876"/>
                </a:lnTo>
                <a:lnTo>
                  <a:pt x="754380" y="92976"/>
                </a:lnTo>
                <a:lnTo>
                  <a:pt x="726097" y="129832"/>
                </a:lnTo>
                <a:lnTo>
                  <a:pt x="717804" y="138696"/>
                </a:lnTo>
                <a:lnTo>
                  <a:pt x="720852" y="143268"/>
                </a:lnTo>
                <a:lnTo>
                  <a:pt x="732840" y="134353"/>
                </a:lnTo>
                <a:lnTo>
                  <a:pt x="743521" y="125742"/>
                </a:lnTo>
                <a:lnTo>
                  <a:pt x="752792" y="117119"/>
                </a:lnTo>
                <a:lnTo>
                  <a:pt x="760476" y="108216"/>
                </a:lnTo>
                <a:lnTo>
                  <a:pt x="768502" y="99402"/>
                </a:lnTo>
                <a:lnTo>
                  <a:pt x="776668" y="89166"/>
                </a:lnTo>
                <a:lnTo>
                  <a:pt x="785126" y="77774"/>
                </a:lnTo>
                <a:lnTo>
                  <a:pt x="794004" y="65544"/>
                </a:lnTo>
                <a:lnTo>
                  <a:pt x="822960" y="65544"/>
                </a:lnTo>
                <a:lnTo>
                  <a:pt x="842708" y="98729"/>
                </a:lnTo>
                <a:lnTo>
                  <a:pt x="842772" y="105168"/>
                </a:lnTo>
                <a:lnTo>
                  <a:pt x="845820" y="114312"/>
                </a:lnTo>
                <a:lnTo>
                  <a:pt x="847344" y="115836"/>
                </a:lnTo>
                <a:lnTo>
                  <a:pt x="853440" y="115836"/>
                </a:lnTo>
                <a:lnTo>
                  <a:pt x="862584" y="111264"/>
                </a:lnTo>
                <a:lnTo>
                  <a:pt x="865632" y="106692"/>
                </a:lnTo>
                <a:lnTo>
                  <a:pt x="868680" y="97536"/>
                </a:lnTo>
                <a:lnTo>
                  <a:pt x="867524" y="90398"/>
                </a:lnTo>
                <a:lnTo>
                  <a:pt x="861631" y="82677"/>
                </a:lnTo>
                <a:lnTo>
                  <a:pt x="850900" y="74396"/>
                </a:lnTo>
                <a:lnTo>
                  <a:pt x="835152" y="65544"/>
                </a:lnTo>
                <a:lnTo>
                  <a:pt x="925068" y="65544"/>
                </a:lnTo>
                <a:close/>
              </a:path>
              <a:path w="1562100" h="413385">
                <a:moveTo>
                  <a:pt x="1104900" y="67068"/>
                </a:moveTo>
                <a:lnTo>
                  <a:pt x="1095832" y="56400"/>
                </a:lnTo>
                <a:lnTo>
                  <a:pt x="1078992" y="36576"/>
                </a:lnTo>
                <a:lnTo>
                  <a:pt x="1059180" y="56400"/>
                </a:lnTo>
                <a:lnTo>
                  <a:pt x="964692" y="56400"/>
                </a:lnTo>
                <a:lnTo>
                  <a:pt x="968146" y="50914"/>
                </a:lnTo>
                <a:lnTo>
                  <a:pt x="998220" y="22860"/>
                </a:lnTo>
                <a:lnTo>
                  <a:pt x="966216" y="3048"/>
                </a:lnTo>
                <a:lnTo>
                  <a:pt x="946404" y="50304"/>
                </a:lnTo>
                <a:lnTo>
                  <a:pt x="927163" y="83832"/>
                </a:lnTo>
                <a:lnTo>
                  <a:pt x="906780" y="112788"/>
                </a:lnTo>
                <a:lnTo>
                  <a:pt x="912876" y="115836"/>
                </a:lnTo>
                <a:lnTo>
                  <a:pt x="937260" y="91452"/>
                </a:lnTo>
                <a:lnTo>
                  <a:pt x="942098" y="84848"/>
                </a:lnTo>
                <a:lnTo>
                  <a:pt x="947356" y="78689"/>
                </a:lnTo>
                <a:lnTo>
                  <a:pt x="952906" y="72796"/>
                </a:lnTo>
                <a:lnTo>
                  <a:pt x="958596" y="67068"/>
                </a:lnTo>
                <a:lnTo>
                  <a:pt x="1001268" y="67068"/>
                </a:lnTo>
                <a:lnTo>
                  <a:pt x="1028700" y="99060"/>
                </a:lnTo>
                <a:lnTo>
                  <a:pt x="1031748" y="103644"/>
                </a:lnTo>
                <a:lnTo>
                  <a:pt x="1034796" y="109740"/>
                </a:lnTo>
                <a:lnTo>
                  <a:pt x="1037844" y="114312"/>
                </a:lnTo>
                <a:lnTo>
                  <a:pt x="1040892" y="117360"/>
                </a:lnTo>
                <a:lnTo>
                  <a:pt x="1043940" y="117360"/>
                </a:lnTo>
                <a:lnTo>
                  <a:pt x="1046988" y="115836"/>
                </a:lnTo>
                <a:lnTo>
                  <a:pt x="1054608" y="108216"/>
                </a:lnTo>
                <a:lnTo>
                  <a:pt x="1056132" y="102120"/>
                </a:lnTo>
                <a:lnTo>
                  <a:pt x="1056132" y="94500"/>
                </a:lnTo>
                <a:lnTo>
                  <a:pt x="1053541" y="87642"/>
                </a:lnTo>
                <a:lnTo>
                  <a:pt x="1045654" y="80784"/>
                </a:lnTo>
                <a:lnTo>
                  <a:pt x="1032344" y="73926"/>
                </a:lnTo>
                <a:lnTo>
                  <a:pt x="1013460" y="67068"/>
                </a:lnTo>
                <a:lnTo>
                  <a:pt x="1104900" y="67068"/>
                </a:lnTo>
                <a:close/>
              </a:path>
              <a:path w="1562100" h="413385">
                <a:moveTo>
                  <a:pt x="1112520" y="324624"/>
                </a:moveTo>
                <a:lnTo>
                  <a:pt x="1102347" y="313956"/>
                </a:lnTo>
                <a:lnTo>
                  <a:pt x="1080516" y="291096"/>
                </a:lnTo>
                <a:lnTo>
                  <a:pt x="1056132" y="313956"/>
                </a:lnTo>
                <a:lnTo>
                  <a:pt x="978408" y="313956"/>
                </a:lnTo>
                <a:lnTo>
                  <a:pt x="978408" y="262140"/>
                </a:lnTo>
                <a:lnTo>
                  <a:pt x="1004316" y="262140"/>
                </a:lnTo>
                <a:lnTo>
                  <a:pt x="1004316" y="278904"/>
                </a:lnTo>
                <a:lnTo>
                  <a:pt x="1030224" y="268236"/>
                </a:lnTo>
                <a:lnTo>
                  <a:pt x="1029843" y="262140"/>
                </a:lnTo>
                <a:lnTo>
                  <a:pt x="1029347" y="254254"/>
                </a:lnTo>
                <a:lnTo>
                  <a:pt x="1029246" y="251472"/>
                </a:lnTo>
                <a:lnTo>
                  <a:pt x="1028890" y="242138"/>
                </a:lnTo>
                <a:lnTo>
                  <a:pt x="1028725" y="232016"/>
                </a:lnTo>
                <a:lnTo>
                  <a:pt x="1028700" y="214896"/>
                </a:lnTo>
                <a:lnTo>
                  <a:pt x="1028700" y="204228"/>
                </a:lnTo>
                <a:lnTo>
                  <a:pt x="1028700" y="170700"/>
                </a:lnTo>
                <a:lnTo>
                  <a:pt x="1028700" y="160032"/>
                </a:lnTo>
                <a:lnTo>
                  <a:pt x="1028700" y="132600"/>
                </a:lnTo>
                <a:lnTo>
                  <a:pt x="1032192" y="129552"/>
                </a:lnTo>
                <a:lnTo>
                  <a:pt x="1040892" y="121932"/>
                </a:lnTo>
                <a:lnTo>
                  <a:pt x="1036320" y="118884"/>
                </a:lnTo>
                <a:lnTo>
                  <a:pt x="1013460" y="103644"/>
                </a:lnTo>
                <a:lnTo>
                  <a:pt x="1004316" y="116713"/>
                </a:lnTo>
                <a:lnTo>
                  <a:pt x="1004316" y="129552"/>
                </a:lnTo>
                <a:lnTo>
                  <a:pt x="1004316" y="160032"/>
                </a:lnTo>
                <a:lnTo>
                  <a:pt x="1004316" y="170700"/>
                </a:lnTo>
                <a:lnTo>
                  <a:pt x="1004316" y="204228"/>
                </a:lnTo>
                <a:lnTo>
                  <a:pt x="1004316" y="214896"/>
                </a:lnTo>
                <a:lnTo>
                  <a:pt x="1004316" y="251472"/>
                </a:lnTo>
                <a:lnTo>
                  <a:pt x="954024" y="251472"/>
                </a:lnTo>
                <a:lnTo>
                  <a:pt x="954024" y="262140"/>
                </a:lnTo>
                <a:lnTo>
                  <a:pt x="954024" y="315480"/>
                </a:lnTo>
                <a:lnTo>
                  <a:pt x="868680" y="315480"/>
                </a:lnTo>
                <a:lnTo>
                  <a:pt x="870673" y="302856"/>
                </a:lnTo>
                <a:lnTo>
                  <a:pt x="872299" y="289382"/>
                </a:lnTo>
                <a:lnTo>
                  <a:pt x="873556" y="276466"/>
                </a:lnTo>
                <a:lnTo>
                  <a:pt x="874776" y="262140"/>
                </a:lnTo>
                <a:lnTo>
                  <a:pt x="954024" y="262140"/>
                </a:lnTo>
                <a:lnTo>
                  <a:pt x="954024" y="251472"/>
                </a:lnTo>
                <a:lnTo>
                  <a:pt x="816864" y="251472"/>
                </a:lnTo>
                <a:lnTo>
                  <a:pt x="816864" y="214896"/>
                </a:lnTo>
                <a:lnTo>
                  <a:pt x="1004316" y="214896"/>
                </a:lnTo>
                <a:lnTo>
                  <a:pt x="1004316" y="204228"/>
                </a:lnTo>
                <a:lnTo>
                  <a:pt x="816864" y="204228"/>
                </a:lnTo>
                <a:lnTo>
                  <a:pt x="816864" y="170700"/>
                </a:lnTo>
                <a:lnTo>
                  <a:pt x="1004316" y="170700"/>
                </a:lnTo>
                <a:lnTo>
                  <a:pt x="1004316" y="160032"/>
                </a:lnTo>
                <a:lnTo>
                  <a:pt x="816864" y="160032"/>
                </a:lnTo>
                <a:lnTo>
                  <a:pt x="816864" y="129552"/>
                </a:lnTo>
                <a:lnTo>
                  <a:pt x="1004316" y="129552"/>
                </a:lnTo>
                <a:lnTo>
                  <a:pt x="1004316" y="116713"/>
                </a:lnTo>
                <a:lnTo>
                  <a:pt x="1002792" y="118884"/>
                </a:lnTo>
                <a:lnTo>
                  <a:pt x="816864" y="118884"/>
                </a:lnTo>
                <a:lnTo>
                  <a:pt x="790956" y="105168"/>
                </a:lnTo>
                <a:lnTo>
                  <a:pt x="791743" y="112788"/>
                </a:lnTo>
                <a:lnTo>
                  <a:pt x="791857" y="114312"/>
                </a:lnTo>
                <a:lnTo>
                  <a:pt x="792226" y="125742"/>
                </a:lnTo>
                <a:lnTo>
                  <a:pt x="792353" y="134353"/>
                </a:lnTo>
                <a:lnTo>
                  <a:pt x="792467" y="160032"/>
                </a:lnTo>
                <a:lnTo>
                  <a:pt x="792480" y="173748"/>
                </a:lnTo>
                <a:lnTo>
                  <a:pt x="793343" y="202057"/>
                </a:lnTo>
                <a:lnTo>
                  <a:pt x="793572" y="224040"/>
                </a:lnTo>
                <a:lnTo>
                  <a:pt x="793508" y="242138"/>
                </a:lnTo>
                <a:lnTo>
                  <a:pt x="793343" y="257543"/>
                </a:lnTo>
                <a:lnTo>
                  <a:pt x="792480" y="285000"/>
                </a:lnTo>
                <a:lnTo>
                  <a:pt x="816864" y="275856"/>
                </a:lnTo>
                <a:lnTo>
                  <a:pt x="816864" y="262140"/>
                </a:lnTo>
                <a:lnTo>
                  <a:pt x="847344" y="262140"/>
                </a:lnTo>
                <a:lnTo>
                  <a:pt x="847064" y="276466"/>
                </a:lnTo>
                <a:lnTo>
                  <a:pt x="846201" y="289953"/>
                </a:lnTo>
                <a:lnTo>
                  <a:pt x="844804" y="302641"/>
                </a:lnTo>
                <a:lnTo>
                  <a:pt x="842772" y="315480"/>
                </a:lnTo>
                <a:lnTo>
                  <a:pt x="708660" y="315480"/>
                </a:lnTo>
                <a:lnTo>
                  <a:pt x="723900" y="330720"/>
                </a:lnTo>
                <a:lnTo>
                  <a:pt x="734212" y="328714"/>
                </a:lnTo>
                <a:lnTo>
                  <a:pt x="744664" y="327291"/>
                </a:lnTo>
                <a:lnTo>
                  <a:pt x="755408" y="326428"/>
                </a:lnTo>
                <a:lnTo>
                  <a:pt x="766572" y="326148"/>
                </a:lnTo>
                <a:lnTo>
                  <a:pt x="841248" y="326148"/>
                </a:lnTo>
                <a:lnTo>
                  <a:pt x="816394" y="362153"/>
                </a:lnTo>
                <a:lnTo>
                  <a:pt x="773620" y="390156"/>
                </a:lnTo>
                <a:lnTo>
                  <a:pt x="729996" y="408444"/>
                </a:lnTo>
                <a:lnTo>
                  <a:pt x="731520" y="413016"/>
                </a:lnTo>
                <a:lnTo>
                  <a:pt x="775144" y="402729"/>
                </a:lnTo>
                <a:lnTo>
                  <a:pt x="815340" y="385584"/>
                </a:lnTo>
                <a:lnTo>
                  <a:pt x="848106" y="360438"/>
                </a:lnTo>
                <a:lnTo>
                  <a:pt x="867156" y="326148"/>
                </a:lnTo>
                <a:lnTo>
                  <a:pt x="954024" y="326148"/>
                </a:lnTo>
                <a:lnTo>
                  <a:pt x="953833" y="365010"/>
                </a:lnTo>
                <a:lnTo>
                  <a:pt x="952500" y="413016"/>
                </a:lnTo>
                <a:lnTo>
                  <a:pt x="979932" y="400824"/>
                </a:lnTo>
                <a:lnTo>
                  <a:pt x="979055" y="389343"/>
                </a:lnTo>
                <a:lnTo>
                  <a:pt x="978636" y="374154"/>
                </a:lnTo>
                <a:lnTo>
                  <a:pt x="978522" y="362153"/>
                </a:lnTo>
                <a:lnTo>
                  <a:pt x="978420" y="326148"/>
                </a:lnTo>
                <a:lnTo>
                  <a:pt x="978408" y="324624"/>
                </a:lnTo>
                <a:lnTo>
                  <a:pt x="1112520" y="324624"/>
                </a:lnTo>
                <a:close/>
              </a:path>
              <a:path w="1562100" h="413385">
                <a:moveTo>
                  <a:pt x="1216152" y="169164"/>
                </a:moveTo>
                <a:lnTo>
                  <a:pt x="1212418" y="158292"/>
                </a:lnTo>
                <a:lnTo>
                  <a:pt x="1201102" y="146113"/>
                </a:lnTo>
                <a:lnTo>
                  <a:pt x="1182077" y="132524"/>
                </a:lnTo>
                <a:lnTo>
                  <a:pt x="1155192" y="117348"/>
                </a:lnTo>
                <a:lnTo>
                  <a:pt x="1152144" y="121920"/>
                </a:lnTo>
                <a:lnTo>
                  <a:pt x="1165606" y="138239"/>
                </a:lnTo>
                <a:lnTo>
                  <a:pt x="1176337" y="152971"/>
                </a:lnTo>
                <a:lnTo>
                  <a:pt x="1184516" y="166293"/>
                </a:lnTo>
                <a:lnTo>
                  <a:pt x="1190244" y="178308"/>
                </a:lnTo>
                <a:lnTo>
                  <a:pt x="1193939" y="188645"/>
                </a:lnTo>
                <a:lnTo>
                  <a:pt x="1198054" y="194691"/>
                </a:lnTo>
                <a:lnTo>
                  <a:pt x="1202461" y="196748"/>
                </a:lnTo>
                <a:lnTo>
                  <a:pt x="1207008" y="195072"/>
                </a:lnTo>
                <a:lnTo>
                  <a:pt x="1211008" y="190817"/>
                </a:lnTo>
                <a:lnTo>
                  <a:pt x="1213866" y="184975"/>
                </a:lnTo>
                <a:lnTo>
                  <a:pt x="1215580" y="177723"/>
                </a:lnTo>
                <a:lnTo>
                  <a:pt x="1216152" y="169164"/>
                </a:lnTo>
                <a:close/>
              </a:path>
              <a:path w="1562100" h="413385">
                <a:moveTo>
                  <a:pt x="1252728" y="67056"/>
                </a:moveTo>
                <a:lnTo>
                  <a:pt x="1217726" y="27622"/>
                </a:lnTo>
                <a:lnTo>
                  <a:pt x="1196340" y="16764"/>
                </a:lnTo>
                <a:lnTo>
                  <a:pt x="1191768" y="21336"/>
                </a:lnTo>
                <a:lnTo>
                  <a:pt x="1204112" y="36766"/>
                </a:lnTo>
                <a:lnTo>
                  <a:pt x="1213866" y="51054"/>
                </a:lnTo>
                <a:lnTo>
                  <a:pt x="1221346" y="64198"/>
                </a:lnTo>
                <a:lnTo>
                  <a:pt x="1226820" y="76200"/>
                </a:lnTo>
                <a:lnTo>
                  <a:pt x="1231392" y="86868"/>
                </a:lnTo>
                <a:lnTo>
                  <a:pt x="1234440" y="92964"/>
                </a:lnTo>
                <a:lnTo>
                  <a:pt x="1240536" y="92964"/>
                </a:lnTo>
                <a:lnTo>
                  <a:pt x="1243584" y="89916"/>
                </a:lnTo>
                <a:lnTo>
                  <a:pt x="1246632" y="85344"/>
                </a:lnTo>
                <a:lnTo>
                  <a:pt x="1251204" y="80772"/>
                </a:lnTo>
                <a:lnTo>
                  <a:pt x="1252728" y="76200"/>
                </a:lnTo>
                <a:lnTo>
                  <a:pt x="1252728" y="67056"/>
                </a:lnTo>
                <a:close/>
              </a:path>
              <a:path w="1562100" h="413385">
                <a:moveTo>
                  <a:pt x="1298448" y="79248"/>
                </a:moveTo>
                <a:lnTo>
                  <a:pt x="1290828" y="77724"/>
                </a:lnTo>
                <a:lnTo>
                  <a:pt x="1259357" y="152831"/>
                </a:lnTo>
                <a:lnTo>
                  <a:pt x="1235583" y="208788"/>
                </a:lnTo>
                <a:lnTo>
                  <a:pt x="1219250" y="245325"/>
                </a:lnTo>
                <a:lnTo>
                  <a:pt x="1197864" y="277368"/>
                </a:lnTo>
                <a:lnTo>
                  <a:pt x="1193292" y="278892"/>
                </a:lnTo>
                <a:lnTo>
                  <a:pt x="1188173" y="278638"/>
                </a:lnTo>
                <a:lnTo>
                  <a:pt x="1153668" y="275844"/>
                </a:lnTo>
                <a:lnTo>
                  <a:pt x="1153668" y="281940"/>
                </a:lnTo>
                <a:lnTo>
                  <a:pt x="1193292" y="301752"/>
                </a:lnTo>
                <a:lnTo>
                  <a:pt x="1196340" y="307848"/>
                </a:lnTo>
                <a:lnTo>
                  <a:pt x="1196263" y="316992"/>
                </a:lnTo>
                <a:lnTo>
                  <a:pt x="1196035" y="321475"/>
                </a:lnTo>
                <a:lnTo>
                  <a:pt x="1195006" y="328041"/>
                </a:lnTo>
                <a:lnTo>
                  <a:pt x="1193126" y="335191"/>
                </a:lnTo>
                <a:lnTo>
                  <a:pt x="1190244" y="342900"/>
                </a:lnTo>
                <a:lnTo>
                  <a:pt x="1188250" y="351459"/>
                </a:lnTo>
                <a:lnTo>
                  <a:pt x="1186815" y="358711"/>
                </a:lnTo>
                <a:lnTo>
                  <a:pt x="1185964" y="364553"/>
                </a:lnTo>
                <a:lnTo>
                  <a:pt x="1185786" y="367284"/>
                </a:lnTo>
                <a:lnTo>
                  <a:pt x="1185672" y="377952"/>
                </a:lnTo>
                <a:lnTo>
                  <a:pt x="1188720" y="382524"/>
                </a:lnTo>
                <a:lnTo>
                  <a:pt x="1196340" y="385572"/>
                </a:lnTo>
                <a:lnTo>
                  <a:pt x="1208532" y="388620"/>
                </a:lnTo>
                <a:lnTo>
                  <a:pt x="1219200" y="388620"/>
                </a:lnTo>
                <a:lnTo>
                  <a:pt x="1222248" y="385572"/>
                </a:lnTo>
                <a:lnTo>
                  <a:pt x="1222248" y="381000"/>
                </a:lnTo>
                <a:lnTo>
                  <a:pt x="1221130" y="374129"/>
                </a:lnTo>
                <a:lnTo>
                  <a:pt x="1220152" y="364807"/>
                </a:lnTo>
                <a:lnTo>
                  <a:pt x="1219466" y="352933"/>
                </a:lnTo>
                <a:lnTo>
                  <a:pt x="1219365" y="347472"/>
                </a:lnTo>
                <a:lnTo>
                  <a:pt x="1219276" y="335191"/>
                </a:lnTo>
                <a:lnTo>
                  <a:pt x="1219517" y="323138"/>
                </a:lnTo>
                <a:lnTo>
                  <a:pt x="1220533" y="309372"/>
                </a:lnTo>
                <a:lnTo>
                  <a:pt x="1222425" y="296760"/>
                </a:lnTo>
                <a:lnTo>
                  <a:pt x="1225296" y="284988"/>
                </a:lnTo>
                <a:lnTo>
                  <a:pt x="1227150" y="278892"/>
                </a:lnTo>
                <a:lnTo>
                  <a:pt x="1231582" y="264210"/>
                </a:lnTo>
                <a:lnTo>
                  <a:pt x="1245870" y="222694"/>
                </a:lnTo>
                <a:lnTo>
                  <a:pt x="1268158" y="160909"/>
                </a:lnTo>
                <a:lnTo>
                  <a:pt x="1298448" y="79248"/>
                </a:lnTo>
                <a:close/>
              </a:path>
              <a:path w="1562100" h="413385">
                <a:moveTo>
                  <a:pt x="1562100" y="214884"/>
                </a:moveTo>
                <a:lnTo>
                  <a:pt x="1533144" y="182880"/>
                </a:lnTo>
                <a:lnTo>
                  <a:pt x="1511808" y="204216"/>
                </a:lnTo>
                <a:lnTo>
                  <a:pt x="1420368" y="204216"/>
                </a:lnTo>
                <a:lnTo>
                  <a:pt x="1420368" y="109728"/>
                </a:lnTo>
                <a:lnTo>
                  <a:pt x="1534668" y="109728"/>
                </a:lnTo>
                <a:lnTo>
                  <a:pt x="1507236" y="80772"/>
                </a:lnTo>
                <a:lnTo>
                  <a:pt x="1487424" y="100584"/>
                </a:lnTo>
                <a:lnTo>
                  <a:pt x="1420368" y="100584"/>
                </a:lnTo>
                <a:lnTo>
                  <a:pt x="1420368" y="39624"/>
                </a:lnTo>
                <a:lnTo>
                  <a:pt x="1437132" y="21336"/>
                </a:lnTo>
                <a:lnTo>
                  <a:pt x="1395984" y="0"/>
                </a:lnTo>
                <a:lnTo>
                  <a:pt x="1396873" y="15722"/>
                </a:lnTo>
                <a:lnTo>
                  <a:pt x="1397304" y="36766"/>
                </a:lnTo>
                <a:lnTo>
                  <a:pt x="1397419" y="53340"/>
                </a:lnTo>
                <a:lnTo>
                  <a:pt x="1397508" y="100584"/>
                </a:lnTo>
                <a:lnTo>
                  <a:pt x="1301496" y="100584"/>
                </a:lnTo>
                <a:lnTo>
                  <a:pt x="1318260" y="115824"/>
                </a:lnTo>
                <a:lnTo>
                  <a:pt x="1327696" y="113588"/>
                </a:lnTo>
                <a:lnTo>
                  <a:pt x="1337691" y="111633"/>
                </a:lnTo>
                <a:lnTo>
                  <a:pt x="1348270" y="110261"/>
                </a:lnTo>
                <a:lnTo>
                  <a:pt x="1359408" y="109728"/>
                </a:lnTo>
                <a:lnTo>
                  <a:pt x="1397508" y="109728"/>
                </a:lnTo>
                <a:lnTo>
                  <a:pt x="1397508" y="204216"/>
                </a:lnTo>
                <a:lnTo>
                  <a:pt x="1269492" y="204216"/>
                </a:lnTo>
                <a:lnTo>
                  <a:pt x="1284732" y="219456"/>
                </a:lnTo>
                <a:lnTo>
                  <a:pt x="1294168" y="217462"/>
                </a:lnTo>
                <a:lnTo>
                  <a:pt x="1304163" y="216027"/>
                </a:lnTo>
                <a:lnTo>
                  <a:pt x="1314742" y="215176"/>
                </a:lnTo>
                <a:lnTo>
                  <a:pt x="1325880" y="214884"/>
                </a:lnTo>
                <a:lnTo>
                  <a:pt x="1389888" y="214884"/>
                </a:lnTo>
                <a:lnTo>
                  <a:pt x="1370457" y="257746"/>
                </a:lnTo>
                <a:lnTo>
                  <a:pt x="1339596" y="306324"/>
                </a:lnTo>
                <a:lnTo>
                  <a:pt x="1305115" y="346138"/>
                </a:lnTo>
                <a:lnTo>
                  <a:pt x="1278636" y="359664"/>
                </a:lnTo>
                <a:lnTo>
                  <a:pt x="1296924" y="399288"/>
                </a:lnTo>
                <a:lnTo>
                  <a:pt x="1354836" y="377952"/>
                </a:lnTo>
                <a:lnTo>
                  <a:pt x="1416748" y="366522"/>
                </a:lnTo>
                <a:lnTo>
                  <a:pt x="1456639" y="360807"/>
                </a:lnTo>
                <a:lnTo>
                  <a:pt x="1465846" y="359664"/>
                </a:lnTo>
                <a:lnTo>
                  <a:pt x="1502664" y="355092"/>
                </a:lnTo>
                <a:lnTo>
                  <a:pt x="1506334" y="363118"/>
                </a:lnTo>
                <a:lnTo>
                  <a:pt x="1510284" y="371284"/>
                </a:lnTo>
                <a:lnTo>
                  <a:pt x="1514246" y="379742"/>
                </a:lnTo>
                <a:lnTo>
                  <a:pt x="1517904" y="388620"/>
                </a:lnTo>
                <a:lnTo>
                  <a:pt x="1519428" y="396240"/>
                </a:lnTo>
                <a:lnTo>
                  <a:pt x="1522476" y="399288"/>
                </a:lnTo>
                <a:lnTo>
                  <a:pt x="1527048" y="399288"/>
                </a:lnTo>
                <a:lnTo>
                  <a:pt x="1530096" y="396240"/>
                </a:lnTo>
                <a:lnTo>
                  <a:pt x="1539240" y="381000"/>
                </a:lnTo>
                <a:lnTo>
                  <a:pt x="1542288" y="374904"/>
                </a:lnTo>
                <a:lnTo>
                  <a:pt x="1542288" y="367284"/>
                </a:lnTo>
                <a:lnTo>
                  <a:pt x="1517332" y="330708"/>
                </a:lnTo>
                <a:lnTo>
                  <a:pt x="1479423" y="300990"/>
                </a:lnTo>
                <a:lnTo>
                  <a:pt x="1450848" y="280416"/>
                </a:lnTo>
                <a:lnTo>
                  <a:pt x="1447800" y="286512"/>
                </a:lnTo>
                <a:lnTo>
                  <a:pt x="1460995" y="301396"/>
                </a:lnTo>
                <a:lnTo>
                  <a:pt x="1473327" y="316420"/>
                </a:lnTo>
                <a:lnTo>
                  <a:pt x="1485099" y="331736"/>
                </a:lnTo>
                <a:lnTo>
                  <a:pt x="1496568" y="347472"/>
                </a:lnTo>
                <a:lnTo>
                  <a:pt x="1313688" y="359664"/>
                </a:lnTo>
                <a:lnTo>
                  <a:pt x="1342605" y="329069"/>
                </a:lnTo>
                <a:lnTo>
                  <a:pt x="1365504" y="303466"/>
                </a:lnTo>
                <a:lnTo>
                  <a:pt x="1382699" y="282727"/>
                </a:lnTo>
                <a:lnTo>
                  <a:pt x="1394460" y="266700"/>
                </a:lnTo>
                <a:lnTo>
                  <a:pt x="1402676" y="255041"/>
                </a:lnTo>
                <a:lnTo>
                  <a:pt x="1411033" y="245364"/>
                </a:lnTo>
                <a:lnTo>
                  <a:pt x="1419110" y="237985"/>
                </a:lnTo>
                <a:lnTo>
                  <a:pt x="1426464" y="233172"/>
                </a:lnTo>
                <a:lnTo>
                  <a:pt x="1399032" y="214884"/>
                </a:lnTo>
                <a:lnTo>
                  <a:pt x="1562100" y="21488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" name="object 33"/>
          <p:cNvSpPr/>
          <p:nvPr/>
        </p:nvSpPr>
        <p:spPr>
          <a:xfrm>
            <a:off x="6774180" y="4558283"/>
            <a:ext cx="337185" cy="408940"/>
          </a:xfrm>
          <a:custGeom>
            <a:avLst/>
            <a:gdLst/>
            <a:ahLst/>
            <a:cxnLst/>
            <a:rect l="l" t="t" r="r" b="b"/>
            <a:pathLst>
              <a:path w="337184" h="408939">
                <a:moveTo>
                  <a:pt x="172212" y="102108"/>
                </a:moveTo>
                <a:lnTo>
                  <a:pt x="144780" y="102108"/>
                </a:lnTo>
                <a:lnTo>
                  <a:pt x="144756" y="70080"/>
                </a:lnTo>
                <a:lnTo>
                  <a:pt x="144589" y="42481"/>
                </a:lnTo>
                <a:lnTo>
                  <a:pt x="144137" y="19169"/>
                </a:lnTo>
                <a:lnTo>
                  <a:pt x="143256" y="0"/>
                </a:lnTo>
                <a:lnTo>
                  <a:pt x="185928" y="18288"/>
                </a:lnTo>
                <a:lnTo>
                  <a:pt x="172212" y="32004"/>
                </a:lnTo>
                <a:lnTo>
                  <a:pt x="172212" y="102108"/>
                </a:lnTo>
                <a:close/>
              </a:path>
              <a:path w="337184" h="408939">
                <a:moveTo>
                  <a:pt x="334873" y="102108"/>
                </a:moveTo>
                <a:lnTo>
                  <a:pt x="292608" y="102108"/>
                </a:lnTo>
                <a:lnTo>
                  <a:pt x="307848" y="80772"/>
                </a:lnTo>
                <a:lnTo>
                  <a:pt x="334873" y="102108"/>
                </a:lnTo>
                <a:close/>
              </a:path>
              <a:path w="337184" h="408939">
                <a:moveTo>
                  <a:pt x="0" y="272795"/>
                </a:moveTo>
                <a:lnTo>
                  <a:pt x="238" y="255079"/>
                </a:lnTo>
                <a:lnTo>
                  <a:pt x="762" y="233934"/>
                </a:lnTo>
                <a:lnTo>
                  <a:pt x="1285" y="209359"/>
                </a:lnTo>
                <a:lnTo>
                  <a:pt x="1524" y="181356"/>
                </a:lnTo>
                <a:lnTo>
                  <a:pt x="1285" y="153947"/>
                </a:lnTo>
                <a:lnTo>
                  <a:pt x="762" y="128968"/>
                </a:lnTo>
                <a:lnTo>
                  <a:pt x="238" y="106560"/>
                </a:lnTo>
                <a:lnTo>
                  <a:pt x="0" y="86868"/>
                </a:lnTo>
                <a:lnTo>
                  <a:pt x="25908" y="102108"/>
                </a:lnTo>
                <a:lnTo>
                  <a:pt x="334873" y="102108"/>
                </a:lnTo>
                <a:lnTo>
                  <a:pt x="336804" y="103632"/>
                </a:lnTo>
                <a:lnTo>
                  <a:pt x="326644" y="112776"/>
                </a:lnTo>
                <a:lnTo>
                  <a:pt x="25908" y="112776"/>
                </a:lnTo>
                <a:lnTo>
                  <a:pt x="25908" y="227076"/>
                </a:lnTo>
                <a:lnTo>
                  <a:pt x="321585" y="227076"/>
                </a:lnTo>
                <a:lnTo>
                  <a:pt x="321742" y="237744"/>
                </a:lnTo>
                <a:lnTo>
                  <a:pt x="25908" y="237744"/>
                </a:lnTo>
                <a:lnTo>
                  <a:pt x="25908" y="259080"/>
                </a:lnTo>
                <a:lnTo>
                  <a:pt x="0" y="272795"/>
                </a:lnTo>
                <a:close/>
              </a:path>
              <a:path w="337184" h="408939">
                <a:moveTo>
                  <a:pt x="172212" y="227076"/>
                </a:moveTo>
                <a:lnTo>
                  <a:pt x="144780" y="227076"/>
                </a:lnTo>
                <a:lnTo>
                  <a:pt x="144780" y="112776"/>
                </a:lnTo>
                <a:lnTo>
                  <a:pt x="172212" y="112776"/>
                </a:lnTo>
                <a:lnTo>
                  <a:pt x="172212" y="227076"/>
                </a:lnTo>
                <a:close/>
              </a:path>
              <a:path w="337184" h="408939">
                <a:moveTo>
                  <a:pt x="321585" y="227076"/>
                </a:moveTo>
                <a:lnTo>
                  <a:pt x="297180" y="227076"/>
                </a:lnTo>
                <a:lnTo>
                  <a:pt x="297180" y="112776"/>
                </a:lnTo>
                <a:lnTo>
                  <a:pt x="326644" y="112776"/>
                </a:lnTo>
                <a:lnTo>
                  <a:pt x="321564" y="117348"/>
                </a:lnTo>
                <a:lnTo>
                  <a:pt x="321585" y="227076"/>
                </a:lnTo>
                <a:close/>
              </a:path>
              <a:path w="337184" h="408939">
                <a:moveTo>
                  <a:pt x="143256" y="408432"/>
                </a:moveTo>
                <a:lnTo>
                  <a:pt x="144137" y="382404"/>
                </a:lnTo>
                <a:lnTo>
                  <a:pt x="144589" y="345376"/>
                </a:lnTo>
                <a:lnTo>
                  <a:pt x="144756" y="297203"/>
                </a:lnTo>
                <a:lnTo>
                  <a:pt x="144780" y="237744"/>
                </a:lnTo>
                <a:lnTo>
                  <a:pt x="172212" y="237744"/>
                </a:lnTo>
                <a:lnTo>
                  <a:pt x="172235" y="297203"/>
                </a:lnTo>
                <a:lnTo>
                  <a:pt x="172402" y="342900"/>
                </a:lnTo>
                <a:lnTo>
                  <a:pt x="172854" y="374904"/>
                </a:lnTo>
                <a:lnTo>
                  <a:pt x="173736" y="393192"/>
                </a:lnTo>
                <a:lnTo>
                  <a:pt x="143256" y="408432"/>
                </a:lnTo>
                <a:close/>
              </a:path>
              <a:path w="337184" h="408939">
                <a:moveTo>
                  <a:pt x="297180" y="269748"/>
                </a:moveTo>
                <a:lnTo>
                  <a:pt x="297180" y="237744"/>
                </a:lnTo>
                <a:lnTo>
                  <a:pt x="321742" y="237744"/>
                </a:lnTo>
                <a:lnTo>
                  <a:pt x="321754" y="238506"/>
                </a:lnTo>
                <a:lnTo>
                  <a:pt x="322206" y="248793"/>
                </a:lnTo>
                <a:lnTo>
                  <a:pt x="323088" y="259080"/>
                </a:lnTo>
                <a:lnTo>
                  <a:pt x="297180" y="26974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" name="object 34"/>
          <p:cNvSpPr/>
          <p:nvPr/>
        </p:nvSpPr>
        <p:spPr>
          <a:xfrm>
            <a:off x="7184135" y="4558284"/>
            <a:ext cx="402590" cy="408940"/>
          </a:xfrm>
          <a:custGeom>
            <a:avLst/>
            <a:gdLst/>
            <a:ahLst/>
            <a:cxnLst/>
            <a:rect l="l" t="t" r="r" b="b"/>
            <a:pathLst>
              <a:path w="402590" h="408939">
                <a:moveTo>
                  <a:pt x="163068" y="114300"/>
                </a:moveTo>
                <a:lnTo>
                  <a:pt x="138684" y="114300"/>
                </a:lnTo>
                <a:lnTo>
                  <a:pt x="141184" y="100322"/>
                </a:lnTo>
                <a:lnTo>
                  <a:pt x="143827" y="85915"/>
                </a:lnTo>
                <a:lnTo>
                  <a:pt x="146184" y="71223"/>
                </a:lnTo>
                <a:lnTo>
                  <a:pt x="147828" y="56388"/>
                </a:lnTo>
                <a:lnTo>
                  <a:pt x="150066" y="40933"/>
                </a:lnTo>
                <a:lnTo>
                  <a:pt x="152019" y="26479"/>
                </a:lnTo>
                <a:lnTo>
                  <a:pt x="153400" y="12882"/>
                </a:lnTo>
                <a:lnTo>
                  <a:pt x="153924" y="0"/>
                </a:lnTo>
                <a:lnTo>
                  <a:pt x="190500" y="15240"/>
                </a:lnTo>
                <a:lnTo>
                  <a:pt x="178308" y="27432"/>
                </a:lnTo>
                <a:lnTo>
                  <a:pt x="173140" y="58578"/>
                </a:lnTo>
                <a:lnTo>
                  <a:pt x="168973" y="83439"/>
                </a:lnTo>
                <a:lnTo>
                  <a:pt x="165663" y="102012"/>
                </a:lnTo>
                <a:lnTo>
                  <a:pt x="163068" y="114300"/>
                </a:lnTo>
                <a:close/>
              </a:path>
              <a:path w="402590" h="408939">
                <a:moveTo>
                  <a:pt x="315467" y="92964"/>
                </a:moveTo>
                <a:lnTo>
                  <a:pt x="309372" y="92964"/>
                </a:lnTo>
                <a:lnTo>
                  <a:pt x="304800" y="88392"/>
                </a:lnTo>
                <a:lnTo>
                  <a:pt x="298703" y="77724"/>
                </a:lnTo>
                <a:lnTo>
                  <a:pt x="288988" y="64293"/>
                </a:lnTo>
                <a:lnTo>
                  <a:pt x="275844" y="49149"/>
                </a:lnTo>
                <a:lnTo>
                  <a:pt x="259270" y="32289"/>
                </a:lnTo>
                <a:lnTo>
                  <a:pt x="239268" y="13716"/>
                </a:lnTo>
                <a:lnTo>
                  <a:pt x="243840" y="7620"/>
                </a:lnTo>
                <a:lnTo>
                  <a:pt x="285178" y="26860"/>
                </a:lnTo>
                <a:lnTo>
                  <a:pt x="320992" y="54864"/>
                </a:lnTo>
                <a:lnTo>
                  <a:pt x="324612" y="67056"/>
                </a:lnTo>
                <a:lnTo>
                  <a:pt x="324612" y="70104"/>
                </a:lnTo>
                <a:lnTo>
                  <a:pt x="323088" y="76200"/>
                </a:lnTo>
                <a:lnTo>
                  <a:pt x="320040" y="82296"/>
                </a:lnTo>
                <a:lnTo>
                  <a:pt x="318515" y="89916"/>
                </a:lnTo>
                <a:lnTo>
                  <a:pt x="315467" y="92964"/>
                </a:lnTo>
                <a:close/>
              </a:path>
              <a:path w="402590" h="408939">
                <a:moveTo>
                  <a:pt x="42672" y="140208"/>
                </a:moveTo>
                <a:lnTo>
                  <a:pt x="21336" y="115824"/>
                </a:lnTo>
                <a:lnTo>
                  <a:pt x="35052" y="106680"/>
                </a:lnTo>
                <a:lnTo>
                  <a:pt x="45577" y="80700"/>
                </a:lnTo>
                <a:lnTo>
                  <a:pt x="54102" y="57721"/>
                </a:lnTo>
                <a:lnTo>
                  <a:pt x="60340" y="37885"/>
                </a:lnTo>
                <a:lnTo>
                  <a:pt x="64008" y="21336"/>
                </a:lnTo>
                <a:lnTo>
                  <a:pt x="99060" y="41148"/>
                </a:lnTo>
                <a:lnTo>
                  <a:pt x="85344" y="51816"/>
                </a:lnTo>
                <a:lnTo>
                  <a:pt x="77009" y="72080"/>
                </a:lnTo>
                <a:lnTo>
                  <a:pt x="70104" y="89344"/>
                </a:lnTo>
                <a:lnTo>
                  <a:pt x="64341" y="103465"/>
                </a:lnTo>
                <a:lnTo>
                  <a:pt x="59436" y="114300"/>
                </a:lnTo>
                <a:lnTo>
                  <a:pt x="384511" y="114300"/>
                </a:lnTo>
                <a:lnTo>
                  <a:pt x="394716" y="124968"/>
                </a:lnTo>
                <a:lnTo>
                  <a:pt x="57912" y="124968"/>
                </a:lnTo>
                <a:lnTo>
                  <a:pt x="42672" y="140208"/>
                </a:lnTo>
                <a:close/>
              </a:path>
              <a:path w="402590" h="408939">
                <a:moveTo>
                  <a:pt x="384511" y="114300"/>
                </a:moveTo>
                <a:lnTo>
                  <a:pt x="336804" y="114300"/>
                </a:lnTo>
                <a:lnTo>
                  <a:pt x="361188" y="89916"/>
                </a:lnTo>
                <a:lnTo>
                  <a:pt x="384511" y="114300"/>
                </a:lnTo>
                <a:close/>
              </a:path>
              <a:path w="402590" h="408939">
                <a:moveTo>
                  <a:pt x="3048" y="396240"/>
                </a:moveTo>
                <a:lnTo>
                  <a:pt x="0" y="390144"/>
                </a:lnTo>
                <a:lnTo>
                  <a:pt x="13716" y="377618"/>
                </a:lnTo>
                <a:lnTo>
                  <a:pt x="27432" y="363093"/>
                </a:lnTo>
                <a:lnTo>
                  <a:pt x="54864" y="329184"/>
                </a:lnTo>
                <a:lnTo>
                  <a:pt x="80200" y="290322"/>
                </a:lnTo>
                <a:lnTo>
                  <a:pt x="102108" y="246888"/>
                </a:lnTo>
                <a:lnTo>
                  <a:pt x="120205" y="193357"/>
                </a:lnTo>
                <a:lnTo>
                  <a:pt x="137160" y="124968"/>
                </a:lnTo>
                <a:lnTo>
                  <a:pt x="161544" y="124968"/>
                </a:lnTo>
                <a:lnTo>
                  <a:pt x="158972" y="140970"/>
                </a:lnTo>
                <a:lnTo>
                  <a:pt x="155829" y="156972"/>
                </a:lnTo>
                <a:lnTo>
                  <a:pt x="152114" y="172974"/>
                </a:lnTo>
                <a:lnTo>
                  <a:pt x="147828" y="188976"/>
                </a:lnTo>
                <a:lnTo>
                  <a:pt x="330284" y="188976"/>
                </a:lnTo>
                <a:lnTo>
                  <a:pt x="338328" y="196596"/>
                </a:lnTo>
                <a:lnTo>
                  <a:pt x="334518" y="199644"/>
                </a:lnTo>
                <a:lnTo>
                  <a:pt x="146304" y="199644"/>
                </a:lnTo>
                <a:lnTo>
                  <a:pt x="135397" y="227909"/>
                </a:lnTo>
                <a:lnTo>
                  <a:pt x="109013" y="282154"/>
                </a:lnTo>
                <a:lnTo>
                  <a:pt x="74628" y="333017"/>
                </a:lnTo>
                <a:lnTo>
                  <a:pt x="29956" y="377070"/>
                </a:lnTo>
                <a:lnTo>
                  <a:pt x="3048" y="396240"/>
                </a:lnTo>
                <a:close/>
              </a:path>
              <a:path w="402590" h="408939">
                <a:moveTo>
                  <a:pt x="330284" y="188976"/>
                </a:moveTo>
                <a:lnTo>
                  <a:pt x="297179" y="188976"/>
                </a:lnTo>
                <a:lnTo>
                  <a:pt x="309372" y="169164"/>
                </a:lnTo>
                <a:lnTo>
                  <a:pt x="330284" y="188976"/>
                </a:lnTo>
                <a:close/>
              </a:path>
              <a:path w="402590" h="408939">
                <a:moveTo>
                  <a:pt x="65532" y="408432"/>
                </a:moveTo>
                <a:lnTo>
                  <a:pt x="64008" y="402336"/>
                </a:lnTo>
                <a:lnTo>
                  <a:pt x="114276" y="382905"/>
                </a:lnTo>
                <a:lnTo>
                  <a:pt x="157543" y="361188"/>
                </a:lnTo>
                <a:lnTo>
                  <a:pt x="193667" y="337185"/>
                </a:lnTo>
                <a:lnTo>
                  <a:pt x="222504" y="310895"/>
                </a:lnTo>
                <a:lnTo>
                  <a:pt x="204192" y="285154"/>
                </a:lnTo>
                <a:lnTo>
                  <a:pt x="188023" y="258127"/>
                </a:lnTo>
                <a:lnTo>
                  <a:pt x="173855" y="229671"/>
                </a:lnTo>
                <a:lnTo>
                  <a:pt x="161544" y="199644"/>
                </a:lnTo>
                <a:lnTo>
                  <a:pt x="170688" y="199644"/>
                </a:lnTo>
                <a:lnTo>
                  <a:pt x="184999" y="226218"/>
                </a:lnTo>
                <a:lnTo>
                  <a:pt x="200596" y="251079"/>
                </a:lnTo>
                <a:lnTo>
                  <a:pt x="217622" y="274224"/>
                </a:lnTo>
                <a:lnTo>
                  <a:pt x="236220" y="295656"/>
                </a:lnTo>
                <a:lnTo>
                  <a:pt x="264301" y="295656"/>
                </a:lnTo>
                <a:lnTo>
                  <a:pt x="251460" y="310895"/>
                </a:lnTo>
                <a:lnTo>
                  <a:pt x="275926" y="327660"/>
                </a:lnTo>
                <a:lnTo>
                  <a:pt x="237744" y="327660"/>
                </a:lnTo>
                <a:lnTo>
                  <a:pt x="202049" y="354210"/>
                </a:lnTo>
                <a:lnTo>
                  <a:pt x="161353" y="376618"/>
                </a:lnTo>
                <a:lnTo>
                  <a:pt x="115800" y="394739"/>
                </a:lnTo>
                <a:lnTo>
                  <a:pt x="65532" y="408432"/>
                </a:lnTo>
                <a:close/>
              </a:path>
              <a:path w="402590" h="408939">
                <a:moveTo>
                  <a:pt x="264301" y="295656"/>
                </a:moveTo>
                <a:lnTo>
                  <a:pt x="236220" y="295656"/>
                </a:lnTo>
                <a:lnTo>
                  <a:pt x="252174" y="275082"/>
                </a:lnTo>
                <a:lnTo>
                  <a:pt x="267843" y="252222"/>
                </a:lnTo>
                <a:lnTo>
                  <a:pt x="282940" y="227076"/>
                </a:lnTo>
                <a:lnTo>
                  <a:pt x="297179" y="199644"/>
                </a:lnTo>
                <a:lnTo>
                  <a:pt x="334518" y="199644"/>
                </a:lnTo>
                <a:lnTo>
                  <a:pt x="323088" y="208788"/>
                </a:lnTo>
                <a:lnTo>
                  <a:pt x="306752" y="236529"/>
                </a:lnTo>
                <a:lnTo>
                  <a:pt x="289560" y="262699"/>
                </a:lnTo>
                <a:lnTo>
                  <a:pt x="271224" y="287440"/>
                </a:lnTo>
                <a:lnTo>
                  <a:pt x="264301" y="295656"/>
                </a:lnTo>
                <a:close/>
              </a:path>
              <a:path w="402590" h="408939">
                <a:moveTo>
                  <a:pt x="368808" y="405384"/>
                </a:moveTo>
                <a:lnTo>
                  <a:pt x="329898" y="389382"/>
                </a:lnTo>
                <a:lnTo>
                  <a:pt x="295275" y="371094"/>
                </a:lnTo>
                <a:lnTo>
                  <a:pt x="264652" y="350520"/>
                </a:lnTo>
                <a:lnTo>
                  <a:pt x="237744" y="327660"/>
                </a:lnTo>
                <a:lnTo>
                  <a:pt x="275926" y="327660"/>
                </a:lnTo>
                <a:lnTo>
                  <a:pt x="282321" y="332041"/>
                </a:lnTo>
                <a:lnTo>
                  <a:pt x="317754" y="349758"/>
                </a:lnTo>
                <a:lnTo>
                  <a:pt x="357759" y="364045"/>
                </a:lnTo>
                <a:lnTo>
                  <a:pt x="402336" y="374904"/>
                </a:lnTo>
                <a:lnTo>
                  <a:pt x="402336" y="381000"/>
                </a:lnTo>
                <a:lnTo>
                  <a:pt x="390024" y="384167"/>
                </a:lnTo>
                <a:lnTo>
                  <a:pt x="380428" y="389191"/>
                </a:lnTo>
                <a:lnTo>
                  <a:pt x="373391" y="396240"/>
                </a:lnTo>
                <a:lnTo>
                  <a:pt x="368808" y="40538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" name="object 35"/>
          <p:cNvSpPr/>
          <p:nvPr/>
        </p:nvSpPr>
        <p:spPr>
          <a:xfrm>
            <a:off x="7659623" y="4565903"/>
            <a:ext cx="335280" cy="393700"/>
          </a:xfrm>
          <a:custGeom>
            <a:avLst/>
            <a:gdLst/>
            <a:ahLst/>
            <a:cxnLst/>
            <a:rect l="l" t="t" r="r" b="b"/>
            <a:pathLst>
              <a:path w="335279" h="393700">
                <a:moveTo>
                  <a:pt x="297179" y="393191"/>
                </a:moveTo>
                <a:lnTo>
                  <a:pt x="297179" y="365760"/>
                </a:lnTo>
                <a:lnTo>
                  <a:pt x="36575" y="365760"/>
                </a:lnTo>
                <a:lnTo>
                  <a:pt x="24383" y="377952"/>
                </a:lnTo>
                <a:lnTo>
                  <a:pt x="0" y="358140"/>
                </a:lnTo>
                <a:lnTo>
                  <a:pt x="12192" y="345948"/>
                </a:lnTo>
                <a:lnTo>
                  <a:pt x="12192" y="278891"/>
                </a:lnTo>
                <a:lnTo>
                  <a:pt x="11953" y="265771"/>
                </a:lnTo>
                <a:lnTo>
                  <a:pt x="10906" y="236672"/>
                </a:lnTo>
                <a:lnTo>
                  <a:pt x="10668" y="220980"/>
                </a:lnTo>
                <a:lnTo>
                  <a:pt x="50292" y="242315"/>
                </a:lnTo>
                <a:lnTo>
                  <a:pt x="36575" y="254508"/>
                </a:lnTo>
                <a:lnTo>
                  <a:pt x="36575" y="355091"/>
                </a:lnTo>
                <a:lnTo>
                  <a:pt x="152399" y="355091"/>
                </a:lnTo>
                <a:lnTo>
                  <a:pt x="152399" y="185928"/>
                </a:lnTo>
                <a:lnTo>
                  <a:pt x="51815" y="185928"/>
                </a:lnTo>
                <a:lnTo>
                  <a:pt x="38099" y="198120"/>
                </a:lnTo>
                <a:lnTo>
                  <a:pt x="13715" y="179832"/>
                </a:lnTo>
                <a:lnTo>
                  <a:pt x="25907" y="169164"/>
                </a:lnTo>
                <a:lnTo>
                  <a:pt x="25907" y="97536"/>
                </a:lnTo>
                <a:lnTo>
                  <a:pt x="25669" y="86987"/>
                </a:lnTo>
                <a:lnTo>
                  <a:pt x="24622" y="64746"/>
                </a:lnTo>
                <a:lnTo>
                  <a:pt x="24383" y="53340"/>
                </a:lnTo>
                <a:lnTo>
                  <a:pt x="65532" y="73152"/>
                </a:lnTo>
                <a:lnTo>
                  <a:pt x="50292" y="83820"/>
                </a:lnTo>
                <a:lnTo>
                  <a:pt x="50292" y="176784"/>
                </a:lnTo>
                <a:lnTo>
                  <a:pt x="152399" y="176784"/>
                </a:lnTo>
                <a:lnTo>
                  <a:pt x="152376" y="45862"/>
                </a:lnTo>
                <a:lnTo>
                  <a:pt x="152209" y="30480"/>
                </a:lnTo>
                <a:lnTo>
                  <a:pt x="151757" y="15097"/>
                </a:lnTo>
                <a:lnTo>
                  <a:pt x="150875" y="0"/>
                </a:lnTo>
                <a:lnTo>
                  <a:pt x="190499" y="19812"/>
                </a:lnTo>
                <a:lnTo>
                  <a:pt x="176783" y="35052"/>
                </a:lnTo>
                <a:lnTo>
                  <a:pt x="176783" y="176784"/>
                </a:lnTo>
                <a:lnTo>
                  <a:pt x="278891" y="176784"/>
                </a:lnTo>
                <a:lnTo>
                  <a:pt x="278868" y="86701"/>
                </a:lnTo>
                <a:lnTo>
                  <a:pt x="278701" y="74866"/>
                </a:lnTo>
                <a:lnTo>
                  <a:pt x="278249" y="62174"/>
                </a:lnTo>
                <a:lnTo>
                  <a:pt x="277367" y="48768"/>
                </a:lnTo>
                <a:lnTo>
                  <a:pt x="318515" y="68580"/>
                </a:lnTo>
                <a:lnTo>
                  <a:pt x="303275" y="80772"/>
                </a:lnTo>
                <a:lnTo>
                  <a:pt x="303275" y="147828"/>
                </a:lnTo>
                <a:lnTo>
                  <a:pt x="303561" y="157805"/>
                </a:lnTo>
                <a:lnTo>
                  <a:pt x="304418" y="169354"/>
                </a:lnTo>
                <a:lnTo>
                  <a:pt x="305847" y="182332"/>
                </a:lnTo>
                <a:lnTo>
                  <a:pt x="307847" y="196596"/>
                </a:lnTo>
                <a:lnTo>
                  <a:pt x="278891" y="207264"/>
                </a:lnTo>
                <a:lnTo>
                  <a:pt x="278891" y="185928"/>
                </a:lnTo>
                <a:lnTo>
                  <a:pt x="176783" y="185928"/>
                </a:lnTo>
                <a:lnTo>
                  <a:pt x="176783" y="355091"/>
                </a:lnTo>
                <a:lnTo>
                  <a:pt x="297179" y="355091"/>
                </a:lnTo>
                <a:lnTo>
                  <a:pt x="297179" y="278891"/>
                </a:lnTo>
                <a:lnTo>
                  <a:pt x="296941" y="266271"/>
                </a:lnTo>
                <a:lnTo>
                  <a:pt x="295894" y="239887"/>
                </a:lnTo>
                <a:lnTo>
                  <a:pt x="295655" y="225552"/>
                </a:lnTo>
                <a:lnTo>
                  <a:pt x="335279" y="246888"/>
                </a:lnTo>
                <a:lnTo>
                  <a:pt x="321563" y="257555"/>
                </a:lnTo>
                <a:lnTo>
                  <a:pt x="321587" y="337566"/>
                </a:lnTo>
                <a:lnTo>
                  <a:pt x="321754" y="353568"/>
                </a:lnTo>
                <a:lnTo>
                  <a:pt x="322206" y="369570"/>
                </a:lnTo>
                <a:lnTo>
                  <a:pt x="323087" y="385572"/>
                </a:lnTo>
                <a:lnTo>
                  <a:pt x="297179" y="39319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" name="object 36"/>
          <p:cNvSpPr/>
          <p:nvPr/>
        </p:nvSpPr>
        <p:spPr>
          <a:xfrm>
            <a:off x="8061947" y="4558296"/>
            <a:ext cx="858519" cy="408940"/>
          </a:xfrm>
          <a:custGeom>
            <a:avLst/>
            <a:gdLst/>
            <a:ahLst/>
            <a:cxnLst/>
            <a:rect l="l" t="t" r="r" b="b"/>
            <a:pathLst>
              <a:path w="858520" h="408939">
                <a:moveTo>
                  <a:pt x="96012" y="71615"/>
                </a:moveTo>
                <a:lnTo>
                  <a:pt x="94297" y="65265"/>
                </a:lnTo>
                <a:lnTo>
                  <a:pt x="91440" y="60185"/>
                </a:lnTo>
                <a:lnTo>
                  <a:pt x="87439" y="53835"/>
                </a:lnTo>
                <a:lnTo>
                  <a:pt x="82296" y="48755"/>
                </a:lnTo>
                <a:lnTo>
                  <a:pt x="75463" y="41135"/>
                </a:lnTo>
                <a:lnTo>
                  <a:pt x="66484" y="34785"/>
                </a:lnTo>
                <a:lnTo>
                  <a:pt x="55511" y="27165"/>
                </a:lnTo>
                <a:lnTo>
                  <a:pt x="42672" y="19545"/>
                </a:lnTo>
                <a:lnTo>
                  <a:pt x="36576" y="23355"/>
                </a:lnTo>
                <a:lnTo>
                  <a:pt x="47993" y="39865"/>
                </a:lnTo>
                <a:lnTo>
                  <a:pt x="56959" y="53835"/>
                </a:lnTo>
                <a:lnTo>
                  <a:pt x="63373" y="67805"/>
                </a:lnTo>
                <a:lnTo>
                  <a:pt x="67056" y="80505"/>
                </a:lnTo>
                <a:lnTo>
                  <a:pt x="68580" y="91935"/>
                </a:lnTo>
                <a:lnTo>
                  <a:pt x="71628" y="98285"/>
                </a:lnTo>
                <a:lnTo>
                  <a:pt x="77724" y="98285"/>
                </a:lnTo>
                <a:lnTo>
                  <a:pt x="82296" y="95745"/>
                </a:lnTo>
                <a:lnTo>
                  <a:pt x="88392" y="90665"/>
                </a:lnTo>
                <a:lnTo>
                  <a:pt x="92964" y="84315"/>
                </a:lnTo>
                <a:lnTo>
                  <a:pt x="96012" y="79235"/>
                </a:lnTo>
                <a:lnTo>
                  <a:pt x="96012" y="71615"/>
                </a:lnTo>
                <a:close/>
              </a:path>
              <a:path w="858520" h="408939">
                <a:moveTo>
                  <a:pt x="263652" y="57645"/>
                </a:moveTo>
                <a:lnTo>
                  <a:pt x="259080" y="53835"/>
                </a:lnTo>
                <a:lnTo>
                  <a:pt x="240792" y="38595"/>
                </a:lnTo>
                <a:lnTo>
                  <a:pt x="230124" y="51930"/>
                </a:lnTo>
                <a:lnTo>
                  <a:pt x="230124" y="65265"/>
                </a:lnTo>
                <a:lnTo>
                  <a:pt x="230124" y="98285"/>
                </a:lnTo>
                <a:lnTo>
                  <a:pt x="230124" y="108445"/>
                </a:lnTo>
                <a:lnTo>
                  <a:pt x="230124" y="144005"/>
                </a:lnTo>
                <a:lnTo>
                  <a:pt x="155448" y="144005"/>
                </a:lnTo>
                <a:lnTo>
                  <a:pt x="155448" y="108445"/>
                </a:lnTo>
                <a:lnTo>
                  <a:pt x="230124" y="108445"/>
                </a:lnTo>
                <a:lnTo>
                  <a:pt x="230124" y="98285"/>
                </a:lnTo>
                <a:lnTo>
                  <a:pt x="155448" y="98285"/>
                </a:lnTo>
                <a:lnTo>
                  <a:pt x="155448" y="65265"/>
                </a:lnTo>
                <a:lnTo>
                  <a:pt x="230124" y="65265"/>
                </a:lnTo>
                <a:lnTo>
                  <a:pt x="230124" y="51930"/>
                </a:lnTo>
                <a:lnTo>
                  <a:pt x="228600" y="53835"/>
                </a:lnTo>
                <a:lnTo>
                  <a:pt x="182880" y="53835"/>
                </a:lnTo>
                <a:lnTo>
                  <a:pt x="188074" y="46215"/>
                </a:lnTo>
                <a:lnTo>
                  <a:pt x="192405" y="41135"/>
                </a:lnTo>
                <a:lnTo>
                  <a:pt x="196176" y="34785"/>
                </a:lnTo>
                <a:lnTo>
                  <a:pt x="199644" y="30975"/>
                </a:lnTo>
                <a:lnTo>
                  <a:pt x="208788" y="22085"/>
                </a:lnTo>
                <a:lnTo>
                  <a:pt x="214884" y="18275"/>
                </a:lnTo>
                <a:lnTo>
                  <a:pt x="188976" y="4305"/>
                </a:lnTo>
                <a:lnTo>
                  <a:pt x="186410" y="14465"/>
                </a:lnTo>
                <a:lnTo>
                  <a:pt x="183261" y="27165"/>
                </a:lnTo>
                <a:lnTo>
                  <a:pt x="179552" y="39865"/>
                </a:lnTo>
                <a:lnTo>
                  <a:pt x="175260" y="53835"/>
                </a:lnTo>
                <a:lnTo>
                  <a:pt x="155448" y="53835"/>
                </a:lnTo>
                <a:lnTo>
                  <a:pt x="132588" y="41135"/>
                </a:lnTo>
                <a:lnTo>
                  <a:pt x="133477" y="60185"/>
                </a:lnTo>
                <a:lnTo>
                  <a:pt x="133921" y="77965"/>
                </a:lnTo>
                <a:lnTo>
                  <a:pt x="134023" y="86855"/>
                </a:lnTo>
                <a:lnTo>
                  <a:pt x="133921" y="137655"/>
                </a:lnTo>
                <a:lnTo>
                  <a:pt x="133477" y="154165"/>
                </a:lnTo>
                <a:lnTo>
                  <a:pt x="132588" y="173215"/>
                </a:lnTo>
                <a:lnTo>
                  <a:pt x="155448" y="165595"/>
                </a:lnTo>
                <a:lnTo>
                  <a:pt x="155448" y="155435"/>
                </a:lnTo>
                <a:lnTo>
                  <a:pt x="230124" y="155435"/>
                </a:lnTo>
                <a:lnTo>
                  <a:pt x="230124" y="168135"/>
                </a:lnTo>
                <a:lnTo>
                  <a:pt x="252984" y="159245"/>
                </a:lnTo>
                <a:lnTo>
                  <a:pt x="252730" y="155435"/>
                </a:lnTo>
                <a:lnTo>
                  <a:pt x="252107" y="146545"/>
                </a:lnTo>
                <a:lnTo>
                  <a:pt x="252056" y="144005"/>
                </a:lnTo>
                <a:lnTo>
                  <a:pt x="251650" y="126225"/>
                </a:lnTo>
                <a:lnTo>
                  <a:pt x="251536" y="108445"/>
                </a:lnTo>
                <a:lnTo>
                  <a:pt x="251485" y="98285"/>
                </a:lnTo>
                <a:lnTo>
                  <a:pt x="251460" y="67805"/>
                </a:lnTo>
                <a:lnTo>
                  <a:pt x="254508" y="65265"/>
                </a:lnTo>
                <a:lnTo>
                  <a:pt x="263652" y="57645"/>
                </a:lnTo>
                <a:close/>
              </a:path>
              <a:path w="858520" h="408939">
                <a:moveTo>
                  <a:pt x="286512" y="212585"/>
                </a:moveTo>
                <a:lnTo>
                  <a:pt x="262128" y="185915"/>
                </a:lnTo>
                <a:lnTo>
                  <a:pt x="242316" y="202425"/>
                </a:lnTo>
                <a:lnTo>
                  <a:pt x="204216" y="202425"/>
                </a:lnTo>
                <a:lnTo>
                  <a:pt x="211836" y="196075"/>
                </a:lnTo>
                <a:lnTo>
                  <a:pt x="214884" y="188455"/>
                </a:lnTo>
                <a:lnTo>
                  <a:pt x="211836" y="180835"/>
                </a:lnTo>
                <a:lnTo>
                  <a:pt x="206984" y="175755"/>
                </a:lnTo>
                <a:lnTo>
                  <a:pt x="199263" y="170675"/>
                </a:lnTo>
                <a:lnTo>
                  <a:pt x="188696" y="165595"/>
                </a:lnTo>
                <a:lnTo>
                  <a:pt x="175260" y="160515"/>
                </a:lnTo>
                <a:lnTo>
                  <a:pt x="170688" y="164325"/>
                </a:lnTo>
                <a:lnTo>
                  <a:pt x="179603" y="173215"/>
                </a:lnTo>
                <a:lnTo>
                  <a:pt x="185928" y="183375"/>
                </a:lnTo>
                <a:lnTo>
                  <a:pt x="189979" y="192265"/>
                </a:lnTo>
                <a:lnTo>
                  <a:pt x="192024" y="202425"/>
                </a:lnTo>
                <a:lnTo>
                  <a:pt x="109728" y="202425"/>
                </a:lnTo>
                <a:lnTo>
                  <a:pt x="126492" y="217665"/>
                </a:lnTo>
                <a:lnTo>
                  <a:pt x="135661" y="215125"/>
                </a:lnTo>
                <a:lnTo>
                  <a:pt x="154571" y="212585"/>
                </a:lnTo>
                <a:lnTo>
                  <a:pt x="164592" y="212585"/>
                </a:lnTo>
                <a:lnTo>
                  <a:pt x="162077" y="239255"/>
                </a:lnTo>
                <a:lnTo>
                  <a:pt x="152400" y="267195"/>
                </a:lnTo>
                <a:lnTo>
                  <a:pt x="135877" y="296405"/>
                </a:lnTo>
                <a:lnTo>
                  <a:pt x="112776" y="326885"/>
                </a:lnTo>
                <a:lnTo>
                  <a:pt x="115824" y="331965"/>
                </a:lnTo>
                <a:lnTo>
                  <a:pt x="139547" y="312915"/>
                </a:lnTo>
                <a:lnTo>
                  <a:pt x="158115" y="292595"/>
                </a:lnTo>
                <a:lnTo>
                  <a:pt x="171551" y="272275"/>
                </a:lnTo>
                <a:lnTo>
                  <a:pt x="179832" y="250685"/>
                </a:lnTo>
                <a:lnTo>
                  <a:pt x="225552" y="250685"/>
                </a:lnTo>
                <a:lnTo>
                  <a:pt x="219456" y="292595"/>
                </a:lnTo>
                <a:lnTo>
                  <a:pt x="205740" y="311645"/>
                </a:lnTo>
                <a:lnTo>
                  <a:pt x="194246" y="311645"/>
                </a:lnTo>
                <a:lnTo>
                  <a:pt x="186880" y="310375"/>
                </a:lnTo>
                <a:lnTo>
                  <a:pt x="178676" y="309105"/>
                </a:lnTo>
                <a:lnTo>
                  <a:pt x="169164" y="307835"/>
                </a:lnTo>
                <a:lnTo>
                  <a:pt x="167640" y="311645"/>
                </a:lnTo>
                <a:lnTo>
                  <a:pt x="183642" y="319265"/>
                </a:lnTo>
                <a:lnTo>
                  <a:pt x="195072" y="325615"/>
                </a:lnTo>
                <a:lnTo>
                  <a:pt x="201930" y="333235"/>
                </a:lnTo>
                <a:lnTo>
                  <a:pt x="204216" y="340855"/>
                </a:lnTo>
                <a:lnTo>
                  <a:pt x="214528" y="338315"/>
                </a:lnTo>
                <a:lnTo>
                  <a:pt x="222694" y="333235"/>
                </a:lnTo>
                <a:lnTo>
                  <a:pt x="228866" y="328155"/>
                </a:lnTo>
                <a:lnTo>
                  <a:pt x="233172" y="320535"/>
                </a:lnTo>
                <a:lnTo>
                  <a:pt x="235966" y="311645"/>
                </a:lnTo>
                <a:lnTo>
                  <a:pt x="236372" y="310375"/>
                </a:lnTo>
                <a:lnTo>
                  <a:pt x="239268" y="296405"/>
                </a:lnTo>
                <a:lnTo>
                  <a:pt x="242176" y="277355"/>
                </a:lnTo>
                <a:lnTo>
                  <a:pt x="245364" y="253225"/>
                </a:lnTo>
                <a:lnTo>
                  <a:pt x="251460" y="250685"/>
                </a:lnTo>
                <a:lnTo>
                  <a:pt x="260604" y="246875"/>
                </a:lnTo>
                <a:lnTo>
                  <a:pt x="252984" y="240525"/>
                </a:lnTo>
                <a:lnTo>
                  <a:pt x="236220" y="226555"/>
                </a:lnTo>
                <a:lnTo>
                  <a:pt x="224028" y="240525"/>
                </a:lnTo>
                <a:lnTo>
                  <a:pt x="181356" y="240525"/>
                </a:lnTo>
                <a:lnTo>
                  <a:pt x="183121" y="232905"/>
                </a:lnTo>
                <a:lnTo>
                  <a:pt x="184023" y="225285"/>
                </a:lnTo>
                <a:lnTo>
                  <a:pt x="184365" y="218935"/>
                </a:lnTo>
                <a:lnTo>
                  <a:pt x="184404" y="212585"/>
                </a:lnTo>
                <a:lnTo>
                  <a:pt x="286512" y="212585"/>
                </a:lnTo>
                <a:close/>
              </a:path>
              <a:path w="858520" h="408939">
                <a:moveTo>
                  <a:pt x="413004" y="361175"/>
                </a:moveTo>
                <a:lnTo>
                  <a:pt x="329946" y="366255"/>
                </a:lnTo>
                <a:lnTo>
                  <a:pt x="265176" y="368795"/>
                </a:lnTo>
                <a:lnTo>
                  <a:pt x="250888" y="367525"/>
                </a:lnTo>
                <a:lnTo>
                  <a:pt x="235458" y="367525"/>
                </a:lnTo>
                <a:lnTo>
                  <a:pt x="218884" y="364985"/>
                </a:lnTo>
                <a:lnTo>
                  <a:pt x="201168" y="363715"/>
                </a:lnTo>
                <a:lnTo>
                  <a:pt x="184340" y="361175"/>
                </a:lnTo>
                <a:lnTo>
                  <a:pt x="138684" y="345935"/>
                </a:lnTo>
                <a:lnTo>
                  <a:pt x="105981" y="324345"/>
                </a:lnTo>
                <a:lnTo>
                  <a:pt x="103111" y="321805"/>
                </a:lnTo>
                <a:lnTo>
                  <a:pt x="94488" y="312915"/>
                </a:lnTo>
                <a:lnTo>
                  <a:pt x="94488" y="166865"/>
                </a:lnTo>
                <a:lnTo>
                  <a:pt x="97917" y="164325"/>
                </a:lnTo>
                <a:lnTo>
                  <a:pt x="108204" y="156705"/>
                </a:lnTo>
                <a:lnTo>
                  <a:pt x="82296" y="135115"/>
                </a:lnTo>
                <a:lnTo>
                  <a:pt x="68580" y="152895"/>
                </a:lnTo>
                <a:lnTo>
                  <a:pt x="0" y="152895"/>
                </a:lnTo>
                <a:lnTo>
                  <a:pt x="16764" y="168135"/>
                </a:lnTo>
                <a:lnTo>
                  <a:pt x="26200" y="166865"/>
                </a:lnTo>
                <a:lnTo>
                  <a:pt x="46774" y="164325"/>
                </a:lnTo>
                <a:lnTo>
                  <a:pt x="71628" y="164325"/>
                </a:lnTo>
                <a:lnTo>
                  <a:pt x="71628" y="312915"/>
                </a:lnTo>
                <a:lnTo>
                  <a:pt x="32766" y="331965"/>
                </a:lnTo>
                <a:lnTo>
                  <a:pt x="16764" y="340855"/>
                </a:lnTo>
                <a:lnTo>
                  <a:pt x="3048" y="349745"/>
                </a:lnTo>
                <a:lnTo>
                  <a:pt x="27432" y="373875"/>
                </a:lnTo>
                <a:lnTo>
                  <a:pt x="33464" y="366255"/>
                </a:lnTo>
                <a:lnTo>
                  <a:pt x="40195" y="358635"/>
                </a:lnTo>
                <a:lnTo>
                  <a:pt x="71628" y="328155"/>
                </a:lnTo>
                <a:lnTo>
                  <a:pt x="82296" y="324345"/>
                </a:lnTo>
                <a:lnTo>
                  <a:pt x="87439" y="325615"/>
                </a:lnTo>
                <a:lnTo>
                  <a:pt x="93726" y="329425"/>
                </a:lnTo>
                <a:lnTo>
                  <a:pt x="101155" y="335775"/>
                </a:lnTo>
                <a:lnTo>
                  <a:pt x="109728" y="345935"/>
                </a:lnTo>
                <a:lnTo>
                  <a:pt x="121475" y="354825"/>
                </a:lnTo>
                <a:lnTo>
                  <a:pt x="175260" y="380225"/>
                </a:lnTo>
                <a:lnTo>
                  <a:pt x="248221" y="391655"/>
                </a:lnTo>
                <a:lnTo>
                  <a:pt x="306641" y="394195"/>
                </a:lnTo>
                <a:lnTo>
                  <a:pt x="379476" y="395465"/>
                </a:lnTo>
                <a:lnTo>
                  <a:pt x="381723" y="386575"/>
                </a:lnTo>
                <a:lnTo>
                  <a:pt x="388239" y="378955"/>
                </a:lnTo>
                <a:lnTo>
                  <a:pt x="398767" y="373875"/>
                </a:lnTo>
                <a:lnTo>
                  <a:pt x="413004" y="368795"/>
                </a:lnTo>
                <a:lnTo>
                  <a:pt x="413004" y="361175"/>
                </a:lnTo>
                <a:close/>
              </a:path>
              <a:path w="858520" h="408939">
                <a:moveTo>
                  <a:pt x="414528" y="112255"/>
                </a:moveTo>
                <a:lnTo>
                  <a:pt x="406527" y="103365"/>
                </a:lnTo>
                <a:lnTo>
                  <a:pt x="387096" y="81775"/>
                </a:lnTo>
                <a:lnTo>
                  <a:pt x="367284" y="103365"/>
                </a:lnTo>
                <a:lnTo>
                  <a:pt x="304800" y="103365"/>
                </a:lnTo>
                <a:lnTo>
                  <a:pt x="310565" y="86855"/>
                </a:lnTo>
                <a:lnTo>
                  <a:pt x="316611" y="69075"/>
                </a:lnTo>
                <a:lnTo>
                  <a:pt x="330708" y="28435"/>
                </a:lnTo>
                <a:lnTo>
                  <a:pt x="344424" y="20815"/>
                </a:lnTo>
                <a:lnTo>
                  <a:pt x="307848" y="3035"/>
                </a:lnTo>
                <a:lnTo>
                  <a:pt x="299847" y="50025"/>
                </a:lnTo>
                <a:lnTo>
                  <a:pt x="289560" y="94475"/>
                </a:lnTo>
                <a:lnTo>
                  <a:pt x="276225" y="136385"/>
                </a:lnTo>
                <a:lnTo>
                  <a:pt x="260604" y="175755"/>
                </a:lnTo>
                <a:lnTo>
                  <a:pt x="265176" y="179565"/>
                </a:lnTo>
                <a:lnTo>
                  <a:pt x="274320" y="166865"/>
                </a:lnTo>
                <a:lnTo>
                  <a:pt x="283464" y="151625"/>
                </a:lnTo>
                <a:lnTo>
                  <a:pt x="292608" y="133845"/>
                </a:lnTo>
                <a:lnTo>
                  <a:pt x="301752" y="113525"/>
                </a:lnTo>
                <a:lnTo>
                  <a:pt x="353568" y="113525"/>
                </a:lnTo>
                <a:lnTo>
                  <a:pt x="350710" y="140195"/>
                </a:lnTo>
                <a:lnTo>
                  <a:pt x="346710" y="166865"/>
                </a:lnTo>
                <a:lnTo>
                  <a:pt x="341566" y="192265"/>
                </a:lnTo>
                <a:lnTo>
                  <a:pt x="335280" y="215125"/>
                </a:lnTo>
                <a:lnTo>
                  <a:pt x="325551" y="203695"/>
                </a:lnTo>
                <a:lnTo>
                  <a:pt x="314515" y="190995"/>
                </a:lnTo>
                <a:lnTo>
                  <a:pt x="302069" y="177025"/>
                </a:lnTo>
                <a:lnTo>
                  <a:pt x="288036" y="163055"/>
                </a:lnTo>
                <a:lnTo>
                  <a:pt x="281940" y="165595"/>
                </a:lnTo>
                <a:lnTo>
                  <a:pt x="292760" y="179565"/>
                </a:lnTo>
                <a:lnTo>
                  <a:pt x="304419" y="196075"/>
                </a:lnTo>
                <a:lnTo>
                  <a:pt x="316661" y="213855"/>
                </a:lnTo>
                <a:lnTo>
                  <a:pt x="329184" y="234175"/>
                </a:lnTo>
                <a:lnTo>
                  <a:pt x="311188" y="265925"/>
                </a:lnTo>
                <a:lnTo>
                  <a:pt x="289179" y="297675"/>
                </a:lnTo>
                <a:lnTo>
                  <a:pt x="263182" y="326885"/>
                </a:lnTo>
                <a:lnTo>
                  <a:pt x="233172" y="353555"/>
                </a:lnTo>
                <a:lnTo>
                  <a:pt x="237744" y="358635"/>
                </a:lnTo>
                <a:lnTo>
                  <a:pt x="269392" y="337045"/>
                </a:lnTo>
                <a:lnTo>
                  <a:pt x="297751" y="311645"/>
                </a:lnTo>
                <a:lnTo>
                  <a:pt x="322402" y="283705"/>
                </a:lnTo>
                <a:lnTo>
                  <a:pt x="342900" y="251955"/>
                </a:lnTo>
                <a:lnTo>
                  <a:pt x="352602" y="269735"/>
                </a:lnTo>
                <a:lnTo>
                  <a:pt x="360997" y="286245"/>
                </a:lnTo>
                <a:lnTo>
                  <a:pt x="367982" y="301485"/>
                </a:lnTo>
                <a:lnTo>
                  <a:pt x="373380" y="316725"/>
                </a:lnTo>
                <a:lnTo>
                  <a:pt x="376428" y="331965"/>
                </a:lnTo>
                <a:lnTo>
                  <a:pt x="379476" y="339585"/>
                </a:lnTo>
                <a:lnTo>
                  <a:pt x="384048" y="339585"/>
                </a:lnTo>
                <a:lnTo>
                  <a:pt x="387096" y="337045"/>
                </a:lnTo>
                <a:lnTo>
                  <a:pt x="393192" y="328155"/>
                </a:lnTo>
                <a:lnTo>
                  <a:pt x="396240" y="320535"/>
                </a:lnTo>
                <a:lnTo>
                  <a:pt x="396240" y="309105"/>
                </a:lnTo>
                <a:lnTo>
                  <a:pt x="380428" y="272275"/>
                </a:lnTo>
                <a:lnTo>
                  <a:pt x="352044" y="234175"/>
                </a:lnTo>
                <a:lnTo>
                  <a:pt x="357466" y="215125"/>
                </a:lnTo>
                <a:lnTo>
                  <a:pt x="367093" y="174485"/>
                </a:lnTo>
                <a:lnTo>
                  <a:pt x="376275" y="113525"/>
                </a:lnTo>
                <a:lnTo>
                  <a:pt x="376428" y="112255"/>
                </a:lnTo>
                <a:lnTo>
                  <a:pt x="414528" y="112255"/>
                </a:lnTo>
                <a:close/>
              </a:path>
              <a:path w="858520" h="408939">
                <a:moveTo>
                  <a:pt x="546785" y="66522"/>
                </a:moveTo>
                <a:lnTo>
                  <a:pt x="524637" y="32194"/>
                </a:lnTo>
                <a:lnTo>
                  <a:pt x="498348" y="13716"/>
                </a:lnTo>
                <a:lnTo>
                  <a:pt x="493776" y="16764"/>
                </a:lnTo>
                <a:lnTo>
                  <a:pt x="502945" y="33337"/>
                </a:lnTo>
                <a:lnTo>
                  <a:pt x="509968" y="48768"/>
                </a:lnTo>
                <a:lnTo>
                  <a:pt x="514997" y="63055"/>
                </a:lnTo>
                <a:lnTo>
                  <a:pt x="518160" y="76200"/>
                </a:lnTo>
                <a:lnTo>
                  <a:pt x="519684" y="88392"/>
                </a:lnTo>
                <a:lnTo>
                  <a:pt x="521208" y="94488"/>
                </a:lnTo>
                <a:lnTo>
                  <a:pt x="525780" y="94488"/>
                </a:lnTo>
                <a:lnTo>
                  <a:pt x="534924" y="89916"/>
                </a:lnTo>
                <a:lnTo>
                  <a:pt x="539496" y="86868"/>
                </a:lnTo>
                <a:lnTo>
                  <a:pt x="542544" y="80772"/>
                </a:lnTo>
                <a:lnTo>
                  <a:pt x="545592" y="73152"/>
                </a:lnTo>
                <a:lnTo>
                  <a:pt x="546785" y="66522"/>
                </a:lnTo>
                <a:close/>
              </a:path>
              <a:path w="858520" h="408939">
                <a:moveTo>
                  <a:pt x="606552" y="271272"/>
                </a:moveTo>
                <a:lnTo>
                  <a:pt x="601980" y="265176"/>
                </a:lnTo>
                <a:lnTo>
                  <a:pt x="537972" y="323088"/>
                </a:lnTo>
                <a:lnTo>
                  <a:pt x="537972" y="167640"/>
                </a:lnTo>
                <a:lnTo>
                  <a:pt x="546354" y="161544"/>
                </a:lnTo>
                <a:lnTo>
                  <a:pt x="554736" y="155448"/>
                </a:lnTo>
                <a:lnTo>
                  <a:pt x="524256" y="132588"/>
                </a:lnTo>
                <a:lnTo>
                  <a:pt x="510540" y="150876"/>
                </a:lnTo>
                <a:lnTo>
                  <a:pt x="448056" y="150876"/>
                </a:lnTo>
                <a:lnTo>
                  <a:pt x="463296" y="166116"/>
                </a:lnTo>
                <a:lnTo>
                  <a:pt x="473036" y="164109"/>
                </a:lnTo>
                <a:lnTo>
                  <a:pt x="481774" y="162687"/>
                </a:lnTo>
                <a:lnTo>
                  <a:pt x="489661" y="161823"/>
                </a:lnTo>
                <a:lnTo>
                  <a:pt x="496824" y="161544"/>
                </a:lnTo>
                <a:lnTo>
                  <a:pt x="513588" y="161544"/>
                </a:lnTo>
                <a:lnTo>
                  <a:pt x="513588" y="332232"/>
                </a:lnTo>
                <a:lnTo>
                  <a:pt x="512064" y="339852"/>
                </a:lnTo>
                <a:lnTo>
                  <a:pt x="507492" y="347472"/>
                </a:lnTo>
                <a:lnTo>
                  <a:pt x="531876" y="374904"/>
                </a:lnTo>
                <a:lnTo>
                  <a:pt x="546125" y="351205"/>
                </a:lnTo>
                <a:lnTo>
                  <a:pt x="563499" y="325945"/>
                </a:lnTo>
                <a:lnTo>
                  <a:pt x="565670" y="323088"/>
                </a:lnTo>
                <a:lnTo>
                  <a:pt x="583742" y="299250"/>
                </a:lnTo>
                <a:lnTo>
                  <a:pt x="606552" y="271272"/>
                </a:lnTo>
                <a:close/>
              </a:path>
              <a:path w="858520" h="408939">
                <a:moveTo>
                  <a:pt x="815340" y="210312"/>
                </a:moveTo>
                <a:lnTo>
                  <a:pt x="807504" y="204216"/>
                </a:lnTo>
                <a:lnTo>
                  <a:pt x="787908" y="188976"/>
                </a:lnTo>
                <a:lnTo>
                  <a:pt x="780288" y="199872"/>
                </a:lnTo>
                <a:lnTo>
                  <a:pt x="780288" y="214884"/>
                </a:lnTo>
                <a:lnTo>
                  <a:pt x="780288" y="249936"/>
                </a:lnTo>
                <a:lnTo>
                  <a:pt x="780288" y="260604"/>
                </a:lnTo>
                <a:lnTo>
                  <a:pt x="780288" y="300228"/>
                </a:lnTo>
                <a:lnTo>
                  <a:pt x="647700" y="300228"/>
                </a:lnTo>
                <a:lnTo>
                  <a:pt x="647700" y="260604"/>
                </a:lnTo>
                <a:lnTo>
                  <a:pt x="780288" y="260604"/>
                </a:lnTo>
                <a:lnTo>
                  <a:pt x="780288" y="249936"/>
                </a:lnTo>
                <a:lnTo>
                  <a:pt x="647700" y="249936"/>
                </a:lnTo>
                <a:lnTo>
                  <a:pt x="647700" y="214884"/>
                </a:lnTo>
                <a:lnTo>
                  <a:pt x="780288" y="214884"/>
                </a:lnTo>
                <a:lnTo>
                  <a:pt x="780288" y="199872"/>
                </a:lnTo>
                <a:lnTo>
                  <a:pt x="777240" y="204216"/>
                </a:lnTo>
                <a:lnTo>
                  <a:pt x="646176" y="204216"/>
                </a:lnTo>
                <a:lnTo>
                  <a:pt x="623316" y="190500"/>
                </a:lnTo>
                <a:lnTo>
                  <a:pt x="624205" y="213360"/>
                </a:lnTo>
                <a:lnTo>
                  <a:pt x="624649" y="238506"/>
                </a:lnTo>
                <a:lnTo>
                  <a:pt x="624725" y="249936"/>
                </a:lnTo>
                <a:lnTo>
                  <a:pt x="624649" y="353758"/>
                </a:lnTo>
                <a:lnTo>
                  <a:pt x="624205" y="381584"/>
                </a:lnTo>
                <a:lnTo>
                  <a:pt x="623316" y="408432"/>
                </a:lnTo>
                <a:lnTo>
                  <a:pt x="647700" y="396240"/>
                </a:lnTo>
                <a:lnTo>
                  <a:pt x="647700" y="310896"/>
                </a:lnTo>
                <a:lnTo>
                  <a:pt x="780288" y="310896"/>
                </a:lnTo>
                <a:lnTo>
                  <a:pt x="780288" y="352044"/>
                </a:lnTo>
                <a:lnTo>
                  <a:pt x="781812" y="364236"/>
                </a:lnTo>
                <a:lnTo>
                  <a:pt x="775716" y="368808"/>
                </a:lnTo>
                <a:lnTo>
                  <a:pt x="765048" y="368808"/>
                </a:lnTo>
                <a:lnTo>
                  <a:pt x="755319" y="368541"/>
                </a:lnTo>
                <a:lnTo>
                  <a:pt x="744283" y="367855"/>
                </a:lnTo>
                <a:lnTo>
                  <a:pt x="717804" y="365760"/>
                </a:lnTo>
                <a:lnTo>
                  <a:pt x="717804" y="373380"/>
                </a:lnTo>
                <a:lnTo>
                  <a:pt x="738695" y="379679"/>
                </a:lnTo>
                <a:lnTo>
                  <a:pt x="753427" y="387286"/>
                </a:lnTo>
                <a:lnTo>
                  <a:pt x="762177" y="396303"/>
                </a:lnTo>
                <a:lnTo>
                  <a:pt x="765048" y="406908"/>
                </a:lnTo>
                <a:lnTo>
                  <a:pt x="782154" y="398907"/>
                </a:lnTo>
                <a:lnTo>
                  <a:pt x="794385" y="388620"/>
                </a:lnTo>
                <a:lnTo>
                  <a:pt x="801484" y="376047"/>
                </a:lnTo>
                <a:lnTo>
                  <a:pt x="802297" y="368808"/>
                </a:lnTo>
                <a:lnTo>
                  <a:pt x="803148" y="361188"/>
                </a:lnTo>
                <a:lnTo>
                  <a:pt x="803148" y="310896"/>
                </a:lnTo>
                <a:lnTo>
                  <a:pt x="803148" y="300228"/>
                </a:lnTo>
                <a:lnTo>
                  <a:pt x="803148" y="260604"/>
                </a:lnTo>
                <a:lnTo>
                  <a:pt x="803148" y="249936"/>
                </a:lnTo>
                <a:lnTo>
                  <a:pt x="803148" y="220980"/>
                </a:lnTo>
                <a:lnTo>
                  <a:pt x="810120" y="214884"/>
                </a:lnTo>
                <a:lnTo>
                  <a:pt x="815340" y="210312"/>
                </a:lnTo>
                <a:close/>
              </a:path>
              <a:path w="858520" h="408939">
                <a:moveTo>
                  <a:pt x="858012" y="169164"/>
                </a:moveTo>
                <a:lnTo>
                  <a:pt x="829056" y="137160"/>
                </a:lnTo>
                <a:lnTo>
                  <a:pt x="804672" y="160020"/>
                </a:lnTo>
                <a:lnTo>
                  <a:pt x="722376" y="160020"/>
                </a:lnTo>
                <a:lnTo>
                  <a:pt x="722376" y="115824"/>
                </a:lnTo>
                <a:lnTo>
                  <a:pt x="824484" y="115824"/>
                </a:lnTo>
                <a:lnTo>
                  <a:pt x="795528" y="85344"/>
                </a:lnTo>
                <a:lnTo>
                  <a:pt x="772668" y="105156"/>
                </a:lnTo>
                <a:lnTo>
                  <a:pt x="722376" y="105156"/>
                </a:lnTo>
                <a:lnTo>
                  <a:pt x="722376" y="68580"/>
                </a:lnTo>
                <a:lnTo>
                  <a:pt x="848868" y="68580"/>
                </a:lnTo>
                <a:lnTo>
                  <a:pt x="818388" y="36576"/>
                </a:lnTo>
                <a:lnTo>
                  <a:pt x="794004" y="57912"/>
                </a:lnTo>
                <a:lnTo>
                  <a:pt x="722376" y="57912"/>
                </a:lnTo>
                <a:lnTo>
                  <a:pt x="722376" y="28956"/>
                </a:lnTo>
                <a:lnTo>
                  <a:pt x="737616" y="16764"/>
                </a:lnTo>
                <a:lnTo>
                  <a:pt x="696468" y="0"/>
                </a:lnTo>
                <a:lnTo>
                  <a:pt x="697966" y="40068"/>
                </a:lnTo>
                <a:lnTo>
                  <a:pt x="697992" y="57912"/>
                </a:lnTo>
                <a:lnTo>
                  <a:pt x="583692" y="57912"/>
                </a:lnTo>
                <a:lnTo>
                  <a:pt x="598932" y="74676"/>
                </a:lnTo>
                <a:lnTo>
                  <a:pt x="608672" y="71793"/>
                </a:lnTo>
                <a:lnTo>
                  <a:pt x="617410" y="69913"/>
                </a:lnTo>
                <a:lnTo>
                  <a:pt x="625297" y="68884"/>
                </a:lnTo>
                <a:lnTo>
                  <a:pt x="632460" y="68580"/>
                </a:lnTo>
                <a:lnTo>
                  <a:pt x="697992" y="68580"/>
                </a:lnTo>
                <a:lnTo>
                  <a:pt x="697992" y="105156"/>
                </a:lnTo>
                <a:lnTo>
                  <a:pt x="609600" y="105156"/>
                </a:lnTo>
                <a:lnTo>
                  <a:pt x="624840" y="121920"/>
                </a:lnTo>
                <a:lnTo>
                  <a:pt x="634580" y="119037"/>
                </a:lnTo>
                <a:lnTo>
                  <a:pt x="643318" y="117157"/>
                </a:lnTo>
                <a:lnTo>
                  <a:pt x="651205" y="116128"/>
                </a:lnTo>
                <a:lnTo>
                  <a:pt x="658368" y="115824"/>
                </a:lnTo>
                <a:lnTo>
                  <a:pt x="697992" y="115824"/>
                </a:lnTo>
                <a:lnTo>
                  <a:pt x="697992" y="160020"/>
                </a:lnTo>
                <a:lnTo>
                  <a:pt x="569976" y="160020"/>
                </a:lnTo>
                <a:lnTo>
                  <a:pt x="585216" y="175260"/>
                </a:lnTo>
                <a:lnTo>
                  <a:pt x="603694" y="171069"/>
                </a:lnTo>
                <a:lnTo>
                  <a:pt x="611581" y="169684"/>
                </a:lnTo>
                <a:lnTo>
                  <a:pt x="618744" y="169164"/>
                </a:lnTo>
                <a:lnTo>
                  <a:pt x="858012" y="16916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" name="object 37"/>
          <p:cNvSpPr/>
          <p:nvPr/>
        </p:nvSpPr>
        <p:spPr>
          <a:xfrm>
            <a:off x="8994647" y="4559808"/>
            <a:ext cx="356870" cy="401320"/>
          </a:xfrm>
          <a:custGeom>
            <a:avLst/>
            <a:gdLst/>
            <a:ahLst/>
            <a:cxnLst/>
            <a:rect l="l" t="t" r="r" b="b"/>
            <a:pathLst>
              <a:path w="356870" h="401320">
                <a:moveTo>
                  <a:pt x="54864" y="89916"/>
                </a:moveTo>
                <a:lnTo>
                  <a:pt x="44196" y="89916"/>
                </a:lnTo>
                <a:lnTo>
                  <a:pt x="52220" y="61936"/>
                </a:lnTo>
                <a:lnTo>
                  <a:pt x="58102" y="37528"/>
                </a:lnTo>
                <a:lnTo>
                  <a:pt x="61983" y="16835"/>
                </a:lnTo>
                <a:lnTo>
                  <a:pt x="64008" y="0"/>
                </a:lnTo>
                <a:lnTo>
                  <a:pt x="102108" y="19812"/>
                </a:lnTo>
                <a:lnTo>
                  <a:pt x="92368" y="27551"/>
                </a:lnTo>
                <a:lnTo>
                  <a:pt x="81343" y="41719"/>
                </a:lnTo>
                <a:lnTo>
                  <a:pt x="68889" y="62460"/>
                </a:lnTo>
                <a:lnTo>
                  <a:pt x="54864" y="89916"/>
                </a:lnTo>
                <a:close/>
              </a:path>
              <a:path w="356870" h="401320">
                <a:moveTo>
                  <a:pt x="147828" y="190500"/>
                </a:moveTo>
                <a:lnTo>
                  <a:pt x="143256" y="187452"/>
                </a:lnTo>
                <a:lnTo>
                  <a:pt x="160377" y="160615"/>
                </a:lnTo>
                <a:lnTo>
                  <a:pt x="175069" y="135064"/>
                </a:lnTo>
                <a:lnTo>
                  <a:pt x="196596" y="88392"/>
                </a:lnTo>
                <a:lnTo>
                  <a:pt x="212598" y="44958"/>
                </a:lnTo>
                <a:lnTo>
                  <a:pt x="224027" y="1524"/>
                </a:lnTo>
                <a:lnTo>
                  <a:pt x="262127" y="24384"/>
                </a:lnTo>
                <a:lnTo>
                  <a:pt x="254150" y="32146"/>
                </a:lnTo>
                <a:lnTo>
                  <a:pt x="244030" y="46482"/>
                </a:lnTo>
                <a:lnTo>
                  <a:pt x="231909" y="67675"/>
                </a:lnTo>
                <a:lnTo>
                  <a:pt x="217932" y="96012"/>
                </a:lnTo>
                <a:lnTo>
                  <a:pt x="350520" y="96012"/>
                </a:lnTo>
                <a:lnTo>
                  <a:pt x="356616" y="102108"/>
                </a:lnTo>
                <a:lnTo>
                  <a:pt x="352806" y="105156"/>
                </a:lnTo>
                <a:lnTo>
                  <a:pt x="214884" y="105156"/>
                </a:lnTo>
                <a:lnTo>
                  <a:pt x="198834" y="129420"/>
                </a:lnTo>
                <a:lnTo>
                  <a:pt x="182499" y="151828"/>
                </a:lnTo>
                <a:lnTo>
                  <a:pt x="165592" y="172235"/>
                </a:lnTo>
                <a:lnTo>
                  <a:pt x="147828" y="190500"/>
                </a:lnTo>
                <a:close/>
              </a:path>
              <a:path w="356870" h="401320">
                <a:moveTo>
                  <a:pt x="146304" y="89916"/>
                </a:moveTo>
                <a:lnTo>
                  <a:pt x="112776" y="89916"/>
                </a:lnTo>
                <a:lnTo>
                  <a:pt x="129540" y="73152"/>
                </a:lnTo>
                <a:lnTo>
                  <a:pt x="146304" y="89916"/>
                </a:lnTo>
                <a:close/>
              </a:path>
              <a:path w="356870" h="401320">
                <a:moveTo>
                  <a:pt x="0" y="397764"/>
                </a:moveTo>
                <a:lnTo>
                  <a:pt x="1161" y="355092"/>
                </a:lnTo>
                <a:lnTo>
                  <a:pt x="2095" y="316230"/>
                </a:lnTo>
                <a:lnTo>
                  <a:pt x="2786" y="275605"/>
                </a:lnTo>
                <a:lnTo>
                  <a:pt x="3001" y="227576"/>
                </a:lnTo>
                <a:lnTo>
                  <a:pt x="2755" y="192905"/>
                </a:lnTo>
                <a:lnTo>
                  <a:pt x="2095" y="154686"/>
                </a:lnTo>
                <a:lnTo>
                  <a:pt x="1014" y="110942"/>
                </a:lnTo>
                <a:lnTo>
                  <a:pt x="0" y="74676"/>
                </a:lnTo>
                <a:lnTo>
                  <a:pt x="27432" y="89916"/>
                </a:lnTo>
                <a:lnTo>
                  <a:pt x="146304" y="89916"/>
                </a:lnTo>
                <a:lnTo>
                  <a:pt x="155448" y="99060"/>
                </a:lnTo>
                <a:lnTo>
                  <a:pt x="153352" y="100584"/>
                </a:lnTo>
                <a:lnTo>
                  <a:pt x="24384" y="100584"/>
                </a:lnTo>
                <a:lnTo>
                  <a:pt x="24384" y="211836"/>
                </a:lnTo>
                <a:lnTo>
                  <a:pt x="138729" y="211836"/>
                </a:lnTo>
                <a:lnTo>
                  <a:pt x="138743" y="222504"/>
                </a:lnTo>
                <a:lnTo>
                  <a:pt x="24384" y="222504"/>
                </a:lnTo>
                <a:lnTo>
                  <a:pt x="24384" y="344424"/>
                </a:lnTo>
                <a:lnTo>
                  <a:pt x="139446" y="344424"/>
                </a:lnTo>
                <a:lnTo>
                  <a:pt x="139685" y="355092"/>
                </a:lnTo>
                <a:lnTo>
                  <a:pt x="24384" y="355092"/>
                </a:lnTo>
                <a:lnTo>
                  <a:pt x="24384" y="384048"/>
                </a:lnTo>
                <a:lnTo>
                  <a:pt x="0" y="397764"/>
                </a:lnTo>
                <a:close/>
              </a:path>
              <a:path w="356870" h="401320">
                <a:moveTo>
                  <a:pt x="350520" y="96012"/>
                </a:moveTo>
                <a:lnTo>
                  <a:pt x="312420" y="96012"/>
                </a:lnTo>
                <a:lnTo>
                  <a:pt x="330708" y="76200"/>
                </a:lnTo>
                <a:lnTo>
                  <a:pt x="350520" y="96012"/>
                </a:lnTo>
                <a:close/>
              </a:path>
              <a:path w="356870" h="401320">
                <a:moveTo>
                  <a:pt x="138729" y="211836"/>
                </a:moveTo>
                <a:lnTo>
                  <a:pt x="115824" y="211836"/>
                </a:lnTo>
                <a:lnTo>
                  <a:pt x="115824" y="100584"/>
                </a:lnTo>
                <a:lnTo>
                  <a:pt x="153352" y="100584"/>
                </a:lnTo>
                <a:lnTo>
                  <a:pt x="138684" y="111252"/>
                </a:lnTo>
                <a:lnTo>
                  <a:pt x="138729" y="211836"/>
                </a:lnTo>
                <a:close/>
              </a:path>
              <a:path w="356870" h="401320">
                <a:moveTo>
                  <a:pt x="327433" y="359664"/>
                </a:moveTo>
                <a:lnTo>
                  <a:pt x="284988" y="359664"/>
                </a:lnTo>
                <a:lnTo>
                  <a:pt x="293274" y="357925"/>
                </a:lnTo>
                <a:lnTo>
                  <a:pt x="299847" y="352615"/>
                </a:lnTo>
                <a:lnTo>
                  <a:pt x="309895" y="305538"/>
                </a:lnTo>
                <a:lnTo>
                  <a:pt x="311658" y="259651"/>
                </a:lnTo>
                <a:lnTo>
                  <a:pt x="313576" y="186213"/>
                </a:lnTo>
                <a:lnTo>
                  <a:pt x="315467" y="105156"/>
                </a:lnTo>
                <a:lnTo>
                  <a:pt x="352806" y="105156"/>
                </a:lnTo>
                <a:lnTo>
                  <a:pt x="341376" y="114300"/>
                </a:lnTo>
                <a:lnTo>
                  <a:pt x="340313" y="186213"/>
                </a:lnTo>
                <a:lnTo>
                  <a:pt x="338815" y="248631"/>
                </a:lnTo>
                <a:lnTo>
                  <a:pt x="336986" y="294583"/>
                </a:lnTo>
                <a:lnTo>
                  <a:pt x="334792" y="326489"/>
                </a:lnTo>
                <a:lnTo>
                  <a:pt x="332232" y="344424"/>
                </a:lnTo>
                <a:lnTo>
                  <a:pt x="328517" y="357020"/>
                </a:lnTo>
                <a:lnTo>
                  <a:pt x="327433" y="359664"/>
                </a:lnTo>
                <a:close/>
              </a:path>
              <a:path w="356870" h="401320">
                <a:moveTo>
                  <a:pt x="233172" y="269748"/>
                </a:moveTo>
                <a:lnTo>
                  <a:pt x="230124" y="269748"/>
                </a:lnTo>
                <a:lnTo>
                  <a:pt x="226956" y="268081"/>
                </a:lnTo>
                <a:lnTo>
                  <a:pt x="224218" y="263271"/>
                </a:lnTo>
                <a:lnTo>
                  <a:pt x="221765" y="255603"/>
                </a:lnTo>
                <a:lnTo>
                  <a:pt x="219456" y="245364"/>
                </a:lnTo>
                <a:lnTo>
                  <a:pt x="214907" y="227576"/>
                </a:lnTo>
                <a:lnTo>
                  <a:pt x="208216" y="210502"/>
                </a:lnTo>
                <a:lnTo>
                  <a:pt x="199524" y="193714"/>
                </a:lnTo>
                <a:lnTo>
                  <a:pt x="188976" y="176784"/>
                </a:lnTo>
                <a:lnTo>
                  <a:pt x="192024" y="172212"/>
                </a:lnTo>
                <a:lnTo>
                  <a:pt x="224980" y="198501"/>
                </a:lnTo>
                <a:lnTo>
                  <a:pt x="248412" y="234696"/>
                </a:lnTo>
                <a:lnTo>
                  <a:pt x="248302" y="248631"/>
                </a:lnTo>
                <a:lnTo>
                  <a:pt x="245364" y="254508"/>
                </a:lnTo>
                <a:lnTo>
                  <a:pt x="236220" y="266700"/>
                </a:lnTo>
                <a:lnTo>
                  <a:pt x="233172" y="269748"/>
                </a:lnTo>
                <a:close/>
              </a:path>
              <a:path w="356870" h="401320">
                <a:moveTo>
                  <a:pt x="139446" y="344424"/>
                </a:moveTo>
                <a:lnTo>
                  <a:pt x="115824" y="344424"/>
                </a:lnTo>
                <a:lnTo>
                  <a:pt x="115824" y="222504"/>
                </a:lnTo>
                <a:lnTo>
                  <a:pt x="138743" y="222504"/>
                </a:lnTo>
                <a:lnTo>
                  <a:pt x="138861" y="269748"/>
                </a:lnTo>
                <a:lnTo>
                  <a:pt x="139025" y="305538"/>
                </a:lnTo>
                <a:lnTo>
                  <a:pt x="139446" y="344424"/>
                </a:lnTo>
                <a:close/>
              </a:path>
              <a:path w="356870" h="401320">
                <a:moveTo>
                  <a:pt x="278891" y="400812"/>
                </a:moveTo>
                <a:lnTo>
                  <a:pt x="271986" y="387953"/>
                </a:lnTo>
                <a:lnTo>
                  <a:pt x="260223" y="376809"/>
                </a:lnTo>
                <a:lnTo>
                  <a:pt x="243316" y="367379"/>
                </a:lnTo>
                <a:lnTo>
                  <a:pt x="220979" y="359664"/>
                </a:lnTo>
                <a:lnTo>
                  <a:pt x="220979" y="350520"/>
                </a:lnTo>
                <a:lnTo>
                  <a:pt x="241268" y="354520"/>
                </a:lnTo>
                <a:lnTo>
                  <a:pt x="258699" y="357378"/>
                </a:lnTo>
                <a:lnTo>
                  <a:pt x="273272" y="359092"/>
                </a:lnTo>
                <a:lnTo>
                  <a:pt x="284988" y="359664"/>
                </a:lnTo>
                <a:lnTo>
                  <a:pt x="327433" y="359664"/>
                </a:lnTo>
                <a:lnTo>
                  <a:pt x="324231" y="367474"/>
                </a:lnTo>
                <a:lnTo>
                  <a:pt x="290583" y="396882"/>
                </a:lnTo>
                <a:lnTo>
                  <a:pt x="278891" y="400812"/>
                </a:lnTo>
                <a:close/>
              </a:path>
              <a:path w="356870" h="401320">
                <a:moveTo>
                  <a:pt x="115824" y="391668"/>
                </a:moveTo>
                <a:lnTo>
                  <a:pt x="115824" y="355092"/>
                </a:lnTo>
                <a:lnTo>
                  <a:pt x="139685" y="355092"/>
                </a:lnTo>
                <a:lnTo>
                  <a:pt x="140208" y="376428"/>
                </a:lnTo>
                <a:lnTo>
                  <a:pt x="115824" y="39166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" name="object 38"/>
          <p:cNvSpPr/>
          <p:nvPr/>
        </p:nvSpPr>
        <p:spPr>
          <a:xfrm>
            <a:off x="9410700" y="4710684"/>
            <a:ext cx="396240" cy="44450"/>
          </a:xfrm>
          <a:custGeom>
            <a:avLst/>
            <a:gdLst/>
            <a:ahLst/>
            <a:cxnLst/>
            <a:rect l="l" t="t" r="r" b="b"/>
            <a:pathLst>
              <a:path w="396240" h="44450">
                <a:moveTo>
                  <a:pt x="16764" y="44195"/>
                </a:moveTo>
                <a:lnTo>
                  <a:pt x="0" y="27431"/>
                </a:lnTo>
                <a:lnTo>
                  <a:pt x="324612" y="27431"/>
                </a:lnTo>
                <a:lnTo>
                  <a:pt x="358139" y="0"/>
                </a:lnTo>
                <a:lnTo>
                  <a:pt x="396239" y="38099"/>
                </a:lnTo>
                <a:lnTo>
                  <a:pt x="62484" y="38099"/>
                </a:lnTo>
                <a:lnTo>
                  <a:pt x="49339" y="38409"/>
                </a:lnTo>
                <a:lnTo>
                  <a:pt x="37338" y="39433"/>
                </a:lnTo>
                <a:lnTo>
                  <a:pt x="26479" y="41314"/>
                </a:lnTo>
                <a:lnTo>
                  <a:pt x="16764" y="4419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" name="object 39"/>
          <p:cNvSpPr/>
          <p:nvPr/>
        </p:nvSpPr>
        <p:spPr>
          <a:xfrm>
            <a:off x="2125967" y="5038356"/>
            <a:ext cx="2342515" cy="455930"/>
          </a:xfrm>
          <a:custGeom>
            <a:avLst/>
            <a:gdLst/>
            <a:ahLst/>
            <a:cxnLst/>
            <a:rect l="l" t="t" r="r" b="b"/>
            <a:pathLst>
              <a:path w="2342515" h="455929">
                <a:moveTo>
                  <a:pt x="227076" y="53327"/>
                </a:moveTo>
                <a:lnTo>
                  <a:pt x="186461" y="17094"/>
                </a:lnTo>
                <a:lnTo>
                  <a:pt x="166116" y="9131"/>
                </a:lnTo>
                <a:lnTo>
                  <a:pt x="163068" y="13703"/>
                </a:lnTo>
                <a:lnTo>
                  <a:pt x="173913" y="26276"/>
                </a:lnTo>
                <a:lnTo>
                  <a:pt x="183451" y="38849"/>
                </a:lnTo>
                <a:lnTo>
                  <a:pt x="191579" y="51422"/>
                </a:lnTo>
                <a:lnTo>
                  <a:pt x="198120" y="63995"/>
                </a:lnTo>
                <a:lnTo>
                  <a:pt x="202692" y="77711"/>
                </a:lnTo>
                <a:lnTo>
                  <a:pt x="207264" y="83807"/>
                </a:lnTo>
                <a:lnTo>
                  <a:pt x="211836" y="83807"/>
                </a:lnTo>
                <a:lnTo>
                  <a:pt x="214884" y="80759"/>
                </a:lnTo>
                <a:lnTo>
                  <a:pt x="219456" y="73139"/>
                </a:lnTo>
                <a:lnTo>
                  <a:pt x="224028" y="67043"/>
                </a:lnTo>
                <a:lnTo>
                  <a:pt x="227076" y="62471"/>
                </a:lnTo>
                <a:lnTo>
                  <a:pt x="227076" y="53327"/>
                </a:lnTo>
                <a:close/>
              </a:path>
              <a:path w="2342515" h="455929">
                <a:moveTo>
                  <a:pt x="408432" y="103619"/>
                </a:moveTo>
                <a:lnTo>
                  <a:pt x="371856" y="67043"/>
                </a:lnTo>
                <a:lnTo>
                  <a:pt x="344424" y="94475"/>
                </a:lnTo>
                <a:lnTo>
                  <a:pt x="0" y="94475"/>
                </a:lnTo>
                <a:lnTo>
                  <a:pt x="15240" y="109715"/>
                </a:lnTo>
                <a:lnTo>
                  <a:pt x="24676" y="107480"/>
                </a:lnTo>
                <a:lnTo>
                  <a:pt x="34671" y="105524"/>
                </a:lnTo>
                <a:lnTo>
                  <a:pt x="45250" y="104152"/>
                </a:lnTo>
                <a:lnTo>
                  <a:pt x="56388" y="103619"/>
                </a:lnTo>
                <a:lnTo>
                  <a:pt x="166116" y="103619"/>
                </a:lnTo>
                <a:lnTo>
                  <a:pt x="162941" y="160629"/>
                </a:lnTo>
                <a:lnTo>
                  <a:pt x="153403" y="212763"/>
                </a:lnTo>
                <a:lnTo>
                  <a:pt x="137452" y="259981"/>
                </a:lnTo>
                <a:lnTo>
                  <a:pt x="115074" y="302272"/>
                </a:lnTo>
                <a:lnTo>
                  <a:pt x="86258" y="339598"/>
                </a:lnTo>
                <a:lnTo>
                  <a:pt x="50952" y="371944"/>
                </a:lnTo>
                <a:lnTo>
                  <a:pt x="9144" y="399275"/>
                </a:lnTo>
                <a:lnTo>
                  <a:pt x="13716" y="406895"/>
                </a:lnTo>
                <a:lnTo>
                  <a:pt x="57150" y="383146"/>
                </a:lnTo>
                <a:lnTo>
                  <a:pt x="94488" y="354520"/>
                </a:lnTo>
                <a:lnTo>
                  <a:pt x="125730" y="320979"/>
                </a:lnTo>
                <a:lnTo>
                  <a:pt x="150876" y="282498"/>
                </a:lnTo>
                <a:lnTo>
                  <a:pt x="169926" y="239014"/>
                </a:lnTo>
                <a:lnTo>
                  <a:pt x="182880" y="190487"/>
                </a:lnTo>
                <a:lnTo>
                  <a:pt x="300228" y="190487"/>
                </a:lnTo>
                <a:lnTo>
                  <a:pt x="294805" y="231902"/>
                </a:lnTo>
                <a:lnTo>
                  <a:pt x="285661" y="295287"/>
                </a:lnTo>
                <a:lnTo>
                  <a:pt x="278511" y="334175"/>
                </a:lnTo>
                <a:lnTo>
                  <a:pt x="254508" y="368795"/>
                </a:lnTo>
                <a:lnTo>
                  <a:pt x="245364" y="367271"/>
                </a:lnTo>
                <a:lnTo>
                  <a:pt x="235610" y="366420"/>
                </a:lnTo>
                <a:lnTo>
                  <a:pt x="222123" y="363842"/>
                </a:lnTo>
                <a:lnTo>
                  <a:pt x="204647" y="359562"/>
                </a:lnTo>
                <a:lnTo>
                  <a:pt x="182880" y="353555"/>
                </a:lnTo>
                <a:lnTo>
                  <a:pt x="181356" y="359651"/>
                </a:lnTo>
                <a:lnTo>
                  <a:pt x="203911" y="370497"/>
                </a:lnTo>
                <a:lnTo>
                  <a:pt x="221170" y="382320"/>
                </a:lnTo>
                <a:lnTo>
                  <a:pt x="233006" y="395020"/>
                </a:lnTo>
                <a:lnTo>
                  <a:pt x="239268" y="408419"/>
                </a:lnTo>
                <a:lnTo>
                  <a:pt x="251269" y="404736"/>
                </a:lnTo>
                <a:lnTo>
                  <a:pt x="286969" y="386207"/>
                </a:lnTo>
                <a:lnTo>
                  <a:pt x="305777" y="338937"/>
                </a:lnTo>
                <a:lnTo>
                  <a:pt x="317830" y="259981"/>
                </a:lnTo>
                <a:lnTo>
                  <a:pt x="326148" y="199631"/>
                </a:lnTo>
                <a:lnTo>
                  <a:pt x="340512" y="190487"/>
                </a:lnTo>
                <a:lnTo>
                  <a:pt x="342900" y="188963"/>
                </a:lnTo>
                <a:lnTo>
                  <a:pt x="334835" y="181343"/>
                </a:lnTo>
                <a:lnTo>
                  <a:pt x="315468" y="163055"/>
                </a:lnTo>
                <a:lnTo>
                  <a:pt x="298704" y="181343"/>
                </a:lnTo>
                <a:lnTo>
                  <a:pt x="185928" y="181343"/>
                </a:lnTo>
                <a:lnTo>
                  <a:pt x="188988" y="160629"/>
                </a:lnTo>
                <a:lnTo>
                  <a:pt x="191452" y="140195"/>
                </a:lnTo>
                <a:lnTo>
                  <a:pt x="193001" y="121335"/>
                </a:lnTo>
                <a:lnTo>
                  <a:pt x="193548" y="103619"/>
                </a:lnTo>
                <a:lnTo>
                  <a:pt x="408432" y="103619"/>
                </a:lnTo>
                <a:close/>
              </a:path>
              <a:path w="2342515" h="455929">
                <a:moveTo>
                  <a:pt x="579132" y="28943"/>
                </a:moveTo>
                <a:lnTo>
                  <a:pt x="528840" y="28943"/>
                </a:lnTo>
                <a:lnTo>
                  <a:pt x="511403" y="52095"/>
                </a:lnTo>
                <a:lnTo>
                  <a:pt x="481685" y="100101"/>
                </a:lnTo>
                <a:lnTo>
                  <a:pt x="460273" y="151231"/>
                </a:lnTo>
                <a:lnTo>
                  <a:pt x="449465" y="210045"/>
                </a:lnTo>
                <a:lnTo>
                  <a:pt x="448068" y="242303"/>
                </a:lnTo>
                <a:lnTo>
                  <a:pt x="449465" y="275450"/>
                </a:lnTo>
                <a:lnTo>
                  <a:pt x="460273" y="334886"/>
                </a:lnTo>
                <a:lnTo>
                  <a:pt x="481685" y="386016"/>
                </a:lnTo>
                <a:lnTo>
                  <a:pt x="511403" y="433400"/>
                </a:lnTo>
                <a:lnTo>
                  <a:pt x="528840" y="455663"/>
                </a:lnTo>
                <a:lnTo>
                  <a:pt x="579132" y="455663"/>
                </a:lnTo>
                <a:lnTo>
                  <a:pt x="579132" y="454139"/>
                </a:lnTo>
                <a:lnTo>
                  <a:pt x="570890" y="445858"/>
                </a:lnTo>
                <a:lnTo>
                  <a:pt x="562368" y="436994"/>
                </a:lnTo>
                <a:lnTo>
                  <a:pt x="537641" y="406095"/>
                </a:lnTo>
                <a:lnTo>
                  <a:pt x="510095" y="354825"/>
                </a:lnTo>
                <a:lnTo>
                  <a:pt x="495312" y="310883"/>
                </a:lnTo>
                <a:lnTo>
                  <a:pt x="486740" y="260311"/>
                </a:lnTo>
                <a:lnTo>
                  <a:pt x="486168" y="242303"/>
                </a:lnTo>
                <a:lnTo>
                  <a:pt x="486740" y="225183"/>
                </a:lnTo>
                <a:lnTo>
                  <a:pt x="499287" y="159537"/>
                </a:lnTo>
                <a:lnTo>
                  <a:pt x="516648" y="115811"/>
                </a:lnTo>
                <a:lnTo>
                  <a:pt x="537857" y="77889"/>
                </a:lnTo>
                <a:lnTo>
                  <a:pt x="561797" y="47612"/>
                </a:lnTo>
                <a:lnTo>
                  <a:pt x="579132" y="30467"/>
                </a:lnTo>
                <a:lnTo>
                  <a:pt x="579132" y="28943"/>
                </a:lnTo>
                <a:close/>
              </a:path>
              <a:path w="2342515" h="455929">
                <a:moveTo>
                  <a:pt x="786384" y="120383"/>
                </a:moveTo>
                <a:lnTo>
                  <a:pt x="758952" y="91427"/>
                </a:lnTo>
                <a:lnTo>
                  <a:pt x="742188" y="109715"/>
                </a:lnTo>
                <a:lnTo>
                  <a:pt x="714756" y="109715"/>
                </a:lnTo>
                <a:lnTo>
                  <a:pt x="714756" y="36563"/>
                </a:lnTo>
                <a:lnTo>
                  <a:pt x="729996" y="24371"/>
                </a:lnTo>
                <a:lnTo>
                  <a:pt x="687324" y="4559"/>
                </a:lnTo>
                <a:lnTo>
                  <a:pt x="688454" y="33210"/>
                </a:lnTo>
                <a:lnTo>
                  <a:pt x="689419" y="59994"/>
                </a:lnTo>
                <a:lnTo>
                  <a:pt x="690118" y="85356"/>
                </a:lnTo>
                <a:lnTo>
                  <a:pt x="690372" y="109715"/>
                </a:lnTo>
                <a:lnTo>
                  <a:pt x="612648" y="109715"/>
                </a:lnTo>
                <a:lnTo>
                  <a:pt x="627888" y="123431"/>
                </a:lnTo>
                <a:lnTo>
                  <a:pt x="643128" y="120383"/>
                </a:lnTo>
                <a:lnTo>
                  <a:pt x="690372" y="120383"/>
                </a:lnTo>
                <a:lnTo>
                  <a:pt x="676376" y="173253"/>
                </a:lnTo>
                <a:lnTo>
                  <a:pt x="659511" y="222110"/>
                </a:lnTo>
                <a:lnTo>
                  <a:pt x="639800" y="266979"/>
                </a:lnTo>
                <a:lnTo>
                  <a:pt x="617220" y="307835"/>
                </a:lnTo>
                <a:lnTo>
                  <a:pt x="621792" y="310883"/>
                </a:lnTo>
                <a:lnTo>
                  <a:pt x="641299" y="286880"/>
                </a:lnTo>
                <a:lnTo>
                  <a:pt x="658939" y="260591"/>
                </a:lnTo>
                <a:lnTo>
                  <a:pt x="675157" y="232016"/>
                </a:lnTo>
                <a:lnTo>
                  <a:pt x="690372" y="201155"/>
                </a:lnTo>
                <a:lnTo>
                  <a:pt x="690118" y="254571"/>
                </a:lnTo>
                <a:lnTo>
                  <a:pt x="689419" y="307263"/>
                </a:lnTo>
                <a:lnTo>
                  <a:pt x="688454" y="359105"/>
                </a:lnTo>
                <a:lnTo>
                  <a:pt x="687324" y="409943"/>
                </a:lnTo>
                <a:lnTo>
                  <a:pt x="716280" y="399275"/>
                </a:lnTo>
                <a:lnTo>
                  <a:pt x="715403" y="371589"/>
                </a:lnTo>
                <a:lnTo>
                  <a:pt x="714946" y="348030"/>
                </a:lnTo>
                <a:lnTo>
                  <a:pt x="714781" y="328777"/>
                </a:lnTo>
                <a:lnTo>
                  <a:pt x="714756" y="201155"/>
                </a:lnTo>
                <a:lnTo>
                  <a:pt x="714756" y="172199"/>
                </a:lnTo>
                <a:lnTo>
                  <a:pt x="738974" y="207568"/>
                </a:lnTo>
                <a:lnTo>
                  <a:pt x="749808" y="234683"/>
                </a:lnTo>
                <a:lnTo>
                  <a:pt x="754380" y="242303"/>
                </a:lnTo>
                <a:lnTo>
                  <a:pt x="760476" y="242303"/>
                </a:lnTo>
                <a:lnTo>
                  <a:pt x="763524" y="239255"/>
                </a:lnTo>
                <a:lnTo>
                  <a:pt x="766572" y="233159"/>
                </a:lnTo>
                <a:lnTo>
                  <a:pt x="769620" y="228587"/>
                </a:lnTo>
                <a:lnTo>
                  <a:pt x="771144" y="224015"/>
                </a:lnTo>
                <a:lnTo>
                  <a:pt x="771144" y="219443"/>
                </a:lnTo>
                <a:lnTo>
                  <a:pt x="744474" y="180200"/>
                </a:lnTo>
                <a:lnTo>
                  <a:pt x="714756" y="163055"/>
                </a:lnTo>
                <a:lnTo>
                  <a:pt x="714756" y="120383"/>
                </a:lnTo>
                <a:lnTo>
                  <a:pt x="786384" y="120383"/>
                </a:lnTo>
                <a:close/>
              </a:path>
              <a:path w="2342515" h="455929">
                <a:moveTo>
                  <a:pt x="1024128" y="376415"/>
                </a:moveTo>
                <a:lnTo>
                  <a:pt x="986155" y="363270"/>
                </a:lnTo>
                <a:lnTo>
                  <a:pt x="952309" y="344411"/>
                </a:lnTo>
                <a:lnTo>
                  <a:pt x="922769" y="319836"/>
                </a:lnTo>
                <a:lnTo>
                  <a:pt x="897636" y="289547"/>
                </a:lnTo>
                <a:lnTo>
                  <a:pt x="909891" y="283451"/>
                </a:lnTo>
                <a:lnTo>
                  <a:pt x="919353" y="278739"/>
                </a:lnTo>
                <a:lnTo>
                  <a:pt x="941070" y="267068"/>
                </a:lnTo>
                <a:lnTo>
                  <a:pt x="962787" y="254838"/>
                </a:lnTo>
                <a:lnTo>
                  <a:pt x="984504" y="242303"/>
                </a:lnTo>
                <a:lnTo>
                  <a:pt x="1001268" y="237731"/>
                </a:lnTo>
                <a:lnTo>
                  <a:pt x="975360" y="207251"/>
                </a:lnTo>
                <a:lnTo>
                  <a:pt x="964247" y="221526"/>
                </a:lnTo>
                <a:lnTo>
                  <a:pt x="946975" y="239064"/>
                </a:lnTo>
                <a:lnTo>
                  <a:pt x="923721" y="259765"/>
                </a:lnTo>
                <a:lnTo>
                  <a:pt x="894588" y="283451"/>
                </a:lnTo>
                <a:lnTo>
                  <a:pt x="884872" y="266293"/>
                </a:lnTo>
                <a:lnTo>
                  <a:pt x="876300" y="246684"/>
                </a:lnTo>
                <a:lnTo>
                  <a:pt x="868870" y="224523"/>
                </a:lnTo>
                <a:lnTo>
                  <a:pt x="862584" y="199631"/>
                </a:lnTo>
                <a:lnTo>
                  <a:pt x="943356" y="199631"/>
                </a:lnTo>
                <a:lnTo>
                  <a:pt x="943356" y="214871"/>
                </a:lnTo>
                <a:lnTo>
                  <a:pt x="969264" y="201155"/>
                </a:lnTo>
                <a:lnTo>
                  <a:pt x="969238" y="199631"/>
                </a:lnTo>
                <a:lnTo>
                  <a:pt x="969022" y="188963"/>
                </a:lnTo>
                <a:lnTo>
                  <a:pt x="968387" y="158318"/>
                </a:lnTo>
                <a:lnTo>
                  <a:pt x="967981" y="123431"/>
                </a:lnTo>
                <a:lnTo>
                  <a:pt x="967905" y="112763"/>
                </a:lnTo>
                <a:lnTo>
                  <a:pt x="967867" y="103606"/>
                </a:lnTo>
                <a:lnTo>
                  <a:pt x="967740" y="51803"/>
                </a:lnTo>
                <a:lnTo>
                  <a:pt x="976122" y="45707"/>
                </a:lnTo>
                <a:lnTo>
                  <a:pt x="984504" y="39611"/>
                </a:lnTo>
                <a:lnTo>
                  <a:pt x="979322" y="35039"/>
                </a:lnTo>
                <a:lnTo>
                  <a:pt x="958596" y="16751"/>
                </a:lnTo>
                <a:lnTo>
                  <a:pt x="943356" y="33388"/>
                </a:lnTo>
                <a:lnTo>
                  <a:pt x="943356" y="45707"/>
                </a:lnTo>
                <a:lnTo>
                  <a:pt x="943356" y="112763"/>
                </a:lnTo>
                <a:lnTo>
                  <a:pt x="943356" y="123431"/>
                </a:lnTo>
                <a:lnTo>
                  <a:pt x="943356" y="188963"/>
                </a:lnTo>
                <a:lnTo>
                  <a:pt x="818388" y="188963"/>
                </a:lnTo>
                <a:lnTo>
                  <a:pt x="818388" y="123431"/>
                </a:lnTo>
                <a:lnTo>
                  <a:pt x="943356" y="123431"/>
                </a:lnTo>
                <a:lnTo>
                  <a:pt x="943356" y="112763"/>
                </a:lnTo>
                <a:lnTo>
                  <a:pt x="818388" y="112763"/>
                </a:lnTo>
                <a:lnTo>
                  <a:pt x="818388" y="45707"/>
                </a:lnTo>
                <a:lnTo>
                  <a:pt x="943356" y="45707"/>
                </a:lnTo>
                <a:lnTo>
                  <a:pt x="943356" y="33388"/>
                </a:lnTo>
                <a:lnTo>
                  <a:pt x="941832" y="35039"/>
                </a:lnTo>
                <a:lnTo>
                  <a:pt x="818388" y="35039"/>
                </a:lnTo>
                <a:lnTo>
                  <a:pt x="792480" y="19799"/>
                </a:lnTo>
                <a:lnTo>
                  <a:pt x="793369" y="48120"/>
                </a:lnTo>
                <a:lnTo>
                  <a:pt x="793813" y="75996"/>
                </a:lnTo>
                <a:lnTo>
                  <a:pt x="793991" y="103606"/>
                </a:lnTo>
                <a:lnTo>
                  <a:pt x="794004" y="348983"/>
                </a:lnTo>
                <a:lnTo>
                  <a:pt x="793724" y="358965"/>
                </a:lnTo>
                <a:lnTo>
                  <a:pt x="792861" y="368223"/>
                </a:lnTo>
                <a:lnTo>
                  <a:pt x="791438" y="376631"/>
                </a:lnTo>
                <a:lnTo>
                  <a:pt x="789432" y="384035"/>
                </a:lnTo>
                <a:lnTo>
                  <a:pt x="806196" y="409943"/>
                </a:lnTo>
                <a:lnTo>
                  <a:pt x="839533" y="380034"/>
                </a:lnTo>
                <a:lnTo>
                  <a:pt x="890016" y="344411"/>
                </a:lnTo>
                <a:lnTo>
                  <a:pt x="885444" y="336791"/>
                </a:lnTo>
                <a:lnTo>
                  <a:pt x="818388" y="368795"/>
                </a:lnTo>
                <a:lnTo>
                  <a:pt x="818388" y="199631"/>
                </a:lnTo>
                <a:lnTo>
                  <a:pt x="851916" y="199631"/>
                </a:lnTo>
                <a:lnTo>
                  <a:pt x="864717" y="256133"/>
                </a:lnTo>
                <a:lnTo>
                  <a:pt x="884745" y="304876"/>
                </a:lnTo>
                <a:lnTo>
                  <a:pt x="911948" y="345795"/>
                </a:lnTo>
                <a:lnTo>
                  <a:pt x="946238" y="378815"/>
                </a:lnTo>
                <a:lnTo>
                  <a:pt x="987552" y="403847"/>
                </a:lnTo>
                <a:lnTo>
                  <a:pt x="991552" y="395833"/>
                </a:lnTo>
                <a:lnTo>
                  <a:pt x="998982" y="389940"/>
                </a:lnTo>
                <a:lnTo>
                  <a:pt x="1009840" y="386067"/>
                </a:lnTo>
                <a:lnTo>
                  <a:pt x="1024128" y="384035"/>
                </a:lnTo>
                <a:lnTo>
                  <a:pt x="1024128" y="376415"/>
                </a:lnTo>
                <a:close/>
              </a:path>
              <a:path w="2342515" h="455929">
                <a:moveTo>
                  <a:pt x="1225296" y="118859"/>
                </a:moveTo>
                <a:lnTo>
                  <a:pt x="1199388" y="88379"/>
                </a:lnTo>
                <a:lnTo>
                  <a:pt x="1176528" y="108191"/>
                </a:lnTo>
                <a:lnTo>
                  <a:pt x="1156716" y="108191"/>
                </a:lnTo>
                <a:lnTo>
                  <a:pt x="1156716" y="39611"/>
                </a:lnTo>
                <a:lnTo>
                  <a:pt x="1170432" y="27419"/>
                </a:lnTo>
                <a:lnTo>
                  <a:pt x="1130808" y="7607"/>
                </a:lnTo>
                <a:lnTo>
                  <a:pt x="1131697" y="25044"/>
                </a:lnTo>
                <a:lnTo>
                  <a:pt x="1132141" y="47612"/>
                </a:lnTo>
                <a:lnTo>
                  <a:pt x="1132243" y="64185"/>
                </a:lnTo>
                <a:lnTo>
                  <a:pt x="1132332" y="108191"/>
                </a:lnTo>
                <a:lnTo>
                  <a:pt x="1057656" y="108191"/>
                </a:lnTo>
                <a:lnTo>
                  <a:pt x="1071372" y="121907"/>
                </a:lnTo>
                <a:lnTo>
                  <a:pt x="1092708" y="118859"/>
                </a:lnTo>
                <a:lnTo>
                  <a:pt x="1132332" y="118859"/>
                </a:lnTo>
                <a:lnTo>
                  <a:pt x="1132332" y="207251"/>
                </a:lnTo>
                <a:lnTo>
                  <a:pt x="1080516" y="232206"/>
                </a:lnTo>
                <a:lnTo>
                  <a:pt x="1065047" y="239191"/>
                </a:lnTo>
                <a:lnTo>
                  <a:pt x="1056132" y="242303"/>
                </a:lnTo>
                <a:lnTo>
                  <a:pt x="1082040" y="272783"/>
                </a:lnTo>
                <a:lnTo>
                  <a:pt x="1086040" y="266496"/>
                </a:lnTo>
                <a:lnTo>
                  <a:pt x="1095756" y="256781"/>
                </a:lnTo>
                <a:lnTo>
                  <a:pt x="1111186" y="243636"/>
                </a:lnTo>
                <a:lnTo>
                  <a:pt x="1132332" y="227063"/>
                </a:lnTo>
                <a:lnTo>
                  <a:pt x="1132332" y="359651"/>
                </a:lnTo>
                <a:lnTo>
                  <a:pt x="1129284" y="364223"/>
                </a:lnTo>
                <a:lnTo>
                  <a:pt x="1123188" y="364223"/>
                </a:lnTo>
                <a:lnTo>
                  <a:pt x="1116672" y="363918"/>
                </a:lnTo>
                <a:lnTo>
                  <a:pt x="1106424" y="362889"/>
                </a:lnTo>
                <a:lnTo>
                  <a:pt x="1092758" y="361010"/>
                </a:lnTo>
                <a:lnTo>
                  <a:pt x="1075944" y="358127"/>
                </a:lnTo>
                <a:lnTo>
                  <a:pt x="1075944" y="365747"/>
                </a:lnTo>
                <a:lnTo>
                  <a:pt x="1095908" y="374878"/>
                </a:lnTo>
                <a:lnTo>
                  <a:pt x="1109853" y="383844"/>
                </a:lnTo>
                <a:lnTo>
                  <a:pt x="1117523" y="392544"/>
                </a:lnTo>
                <a:lnTo>
                  <a:pt x="1118616" y="400799"/>
                </a:lnTo>
                <a:lnTo>
                  <a:pt x="1134859" y="392823"/>
                </a:lnTo>
                <a:lnTo>
                  <a:pt x="1146810" y="382701"/>
                </a:lnTo>
                <a:lnTo>
                  <a:pt x="1154201" y="370586"/>
                </a:lnTo>
                <a:lnTo>
                  <a:pt x="1155344" y="364223"/>
                </a:lnTo>
                <a:lnTo>
                  <a:pt x="1156716" y="356603"/>
                </a:lnTo>
                <a:lnTo>
                  <a:pt x="1156716" y="227063"/>
                </a:lnTo>
                <a:lnTo>
                  <a:pt x="1156716" y="214871"/>
                </a:lnTo>
                <a:lnTo>
                  <a:pt x="1181950" y="196583"/>
                </a:lnTo>
                <a:lnTo>
                  <a:pt x="1217676" y="170675"/>
                </a:lnTo>
                <a:lnTo>
                  <a:pt x="1214628" y="163055"/>
                </a:lnTo>
                <a:lnTo>
                  <a:pt x="1156716" y="196583"/>
                </a:lnTo>
                <a:lnTo>
                  <a:pt x="1156716" y="118859"/>
                </a:lnTo>
                <a:lnTo>
                  <a:pt x="1225296" y="118859"/>
                </a:lnTo>
                <a:close/>
              </a:path>
              <a:path w="2342515" h="455929">
                <a:moveTo>
                  <a:pt x="1459992" y="199631"/>
                </a:moveTo>
                <a:lnTo>
                  <a:pt x="1448765" y="188963"/>
                </a:lnTo>
                <a:lnTo>
                  <a:pt x="1429512" y="170675"/>
                </a:lnTo>
                <a:lnTo>
                  <a:pt x="1411224" y="188963"/>
                </a:lnTo>
                <a:lnTo>
                  <a:pt x="1353312" y="188963"/>
                </a:lnTo>
                <a:lnTo>
                  <a:pt x="1353312" y="152387"/>
                </a:lnTo>
                <a:lnTo>
                  <a:pt x="1367028" y="143243"/>
                </a:lnTo>
                <a:lnTo>
                  <a:pt x="1328928" y="124955"/>
                </a:lnTo>
                <a:lnTo>
                  <a:pt x="1329817" y="140957"/>
                </a:lnTo>
                <a:lnTo>
                  <a:pt x="1330261" y="156959"/>
                </a:lnTo>
                <a:lnTo>
                  <a:pt x="1330388" y="168948"/>
                </a:lnTo>
                <a:lnTo>
                  <a:pt x="1330452" y="188963"/>
                </a:lnTo>
                <a:lnTo>
                  <a:pt x="1251204" y="188963"/>
                </a:lnTo>
                <a:lnTo>
                  <a:pt x="1252969" y="168948"/>
                </a:lnTo>
                <a:lnTo>
                  <a:pt x="1253871" y="149910"/>
                </a:lnTo>
                <a:lnTo>
                  <a:pt x="1254137" y="135623"/>
                </a:lnTo>
                <a:lnTo>
                  <a:pt x="1254252" y="114287"/>
                </a:lnTo>
                <a:lnTo>
                  <a:pt x="1400556" y="114287"/>
                </a:lnTo>
                <a:lnTo>
                  <a:pt x="1400556" y="135623"/>
                </a:lnTo>
                <a:lnTo>
                  <a:pt x="1424940" y="124955"/>
                </a:lnTo>
                <a:lnTo>
                  <a:pt x="1424279" y="114287"/>
                </a:lnTo>
                <a:lnTo>
                  <a:pt x="1424063" y="110909"/>
                </a:lnTo>
                <a:lnTo>
                  <a:pt x="1423873" y="103619"/>
                </a:lnTo>
                <a:lnTo>
                  <a:pt x="1423606" y="93713"/>
                </a:lnTo>
                <a:lnTo>
                  <a:pt x="1423466" y="75336"/>
                </a:lnTo>
                <a:lnTo>
                  <a:pt x="1423416" y="48755"/>
                </a:lnTo>
                <a:lnTo>
                  <a:pt x="1434846" y="41135"/>
                </a:lnTo>
                <a:lnTo>
                  <a:pt x="1437132" y="39611"/>
                </a:lnTo>
                <a:lnTo>
                  <a:pt x="1429004" y="31991"/>
                </a:lnTo>
                <a:lnTo>
                  <a:pt x="1412748" y="16751"/>
                </a:lnTo>
                <a:lnTo>
                  <a:pt x="1400556" y="30302"/>
                </a:lnTo>
                <a:lnTo>
                  <a:pt x="1400556" y="41135"/>
                </a:lnTo>
                <a:lnTo>
                  <a:pt x="1400556" y="103619"/>
                </a:lnTo>
                <a:lnTo>
                  <a:pt x="1254252" y="103619"/>
                </a:lnTo>
                <a:lnTo>
                  <a:pt x="1254252" y="41135"/>
                </a:lnTo>
                <a:lnTo>
                  <a:pt x="1400556" y="41135"/>
                </a:lnTo>
                <a:lnTo>
                  <a:pt x="1400556" y="30302"/>
                </a:lnTo>
                <a:lnTo>
                  <a:pt x="1399032" y="31991"/>
                </a:lnTo>
                <a:lnTo>
                  <a:pt x="1255776" y="31991"/>
                </a:lnTo>
                <a:lnTo>
                  <a:pt x="1229868" y="15227"/>
                </a:lnTo>
                <a:lnTo>
                  <a:pt x="1230757" y="36639"/>
                </a:lnTo>
                <a:lnTo>
                  <a:pt x="1231201" y="64185"/>
                </a:lnTo>
                <a:lnTo>
                  <a:pt x="1231328" y="88379"/>
                </a:lnTo>
                <a:lnTo>
                  <a:pt x="1231201" y="140957"/>
                </a:lnTo>
                <a:lnTo>
                  <a:pt x="1225296" y="215442"/>
                </a:lnTo>
                <a:lnTo>
                  <a:pt x="1210056" y="283451"/>
                </a:lnTo>
                <a:lnTo>
                  <a:pt x="1185672" y="344030"/>
                </a:lnTo>
                <a:lnTo>
                  <a:pt x="1152144" y="397751"/>
                </a:lnTo>
                <a:lnTo>
                  <a:pt x="1156716" y="403847"/>
                </a:lnTo>
                <a:lnTo>
                  <a:pt x="1186141" y="370027"/>
                </a:lnTo>
                <a:lnTo>
                  <a:pt x="1210297" y="332625"/>
                </a:lnTo>
                <a:lnTo>
                  <a:pt x="1229029" y="291706"/>
                </a:lnTo>
                <a:lnTo>
                  <a:pt x="1242212" y="247357"/>
                </a:lnTo>
                <a:lnTo>
                  <a:pt x="1249680" y="199631"/>
                </a:lnTo>
                <a:lnTo>
                  <a:pt x="1330452" y="199631"/>
                </a:lnTo>
                <a:lnTo>
                  <a:pt x="1330452" y="269735"/>
                </a:lnTo>
                <a:lnTo>
                  <a:pt x="1281684" y="269735"/>
                </a:lnTo>
                <a:lnTo>
                  <a:pt x="1258824" y="256019"/>
                </a:lnTo>
                <a:lnTo>
                  <a:pt x="1259065" y="272834"/>
                </a:lnTo>
                <a:lnTo>
                  <a:pt x="1260119" y="310464"/>
                </a:lnTo>
                <a:lnTo>
                  <a:pt x="1260348" y="330695"/>
                </a:lnTo>
                <a:lnTo>
                  <a:pt x="1260119" y="352107"/>
                </a:lnTo>
                <a:lnTo>
                  <a:pt x="1259065" y="392544"/>
                </a:lnTo>
                <a:lnTo>
                  <a:pt x="1258824" y="411467"/>
                </a:lnTo>
                <a:lnTo>
                  <a:pt x="1281684" y="400799"/>
                </a:lnTo>
                <a:lnTo>
                  <a:pt x="1281684" y="371843"/>
                </a:lnTo>
                <a:lnTo>
                  <a:pt x="1400556" y="371843"/>
                </a:lnTo>
                <a:lnTo>
                  <a:pt x="1400556" y="408419"/>
                </a:lnTo>
                <a:lnTo>
                  <a:pt x="1424940" y="394703"/>
                </a:lnTo>
                <a:lnTo>
                  <a:pt x="1424127" y="374878"/>
                </a:lnTo>
                <a:lnTo>
                  <a:pt x="1424038" y="371843"/>
                </a:lnTo>
                <a:lnTo>
                  <a:pt x="1423835" y="361175"/>
                </a:lnTo>
                <a:lnTo>
                  <a:pt x="1423606" y="348602"/>
                </a:lnTo>
                <a:lnTo>
                  <a:pt x="1423517" y="332625"/>
                </a:lnTo>
                <a:lnTo>
                  <a:pt x="1423416" y="286499"/>
                </a:lnTo>
                <a:lnTo>
                  <a:pt x="1431264" y="280403"/>
                </a:lnTo>
                <a:lnTo>
                  <a:pt x="1437132" y="275831"/>
                </a:lnTo>
                <a:lnTo>
                  <a:pt x="1430172" y="269735"/>
                </a:lnTo>
                <a:lnTo>
                  <a:pt x="1412748" y="254495"/>
                </a:lnTo>
                <a:lnTo>
                  <a:pt x="1400556" y="268046"/>
                </a:lnTo>
                <a:lnTo>
                  <a:pt x="1400556" y="280403"/>
                </a:lnTo>
                <a:lnTo>
                  <a:pt x="1400556" y="361175"/>
                </a:lnTo>
                <a:lnTo>
                  <a:pt x="1281684" y="361175"/>
                </a:lnTo>
                <a:lnTo>
                  <a:pt x="1281684" y="280403"/>
                </a:lnTo>
                <a:lnTo>
                  <a:pt x="1400556" y="280403"/>
                </a:lnTo>
                <a:lnTo>
                  <a:pt x="1400556" y="268046"/>
                </a:lnTo>
                <a:lnTo>
                  <a:pt x="1399032" y="269735"/>
                </a:lnTo>
                <a:lnTo>
                  <a:pt x="1353312" y="269735"/>
                </a:lnTo>
                <a:lnTo>
                  <a:pt x="1353312" y="199631"/>
                </a:lnTo>
                <a:lnTo>
                  <a:pt x="1459992" y="199631"/>
                </a:lnTo>
                <a:close/>
              </a:path>
              <a:path w="2342515" h="455929">
                <a:moveTo>
                  <a:pt x="1644408" y="21336"/>
                </a:moveTo>
                <a:lnTo>
                  <a:pt x="1603260" y="0"/>
                </a:lnTo>
                <a:lnTo>
                  <a:pt x="1598447" y="22288"/>
                </a:lnTo>
                <a:lnTo>
                  <a:pt x="1591068" y="48006"/>
                </a:lnTo>
                <a:lnTo>
                  <a:pt x="1569732" y="109728"/>
                </a:lnTo>
                <a:lnTo>
                  <a:pt x="1539633" y="177355"/>
                </a:lnTo>
                <a:lnTo>
                  <a:pt x="1502676" y="243840"/>
                </a:lnTo>
                <a:lnTo>
                  <a:pt x="1508772" y="246888"/>
                </a:lnTo>
                <a:lnTo>
                  <a:pt x="1523339" y="229425"/>
                </a:lnTo>
                <a:lnTo>
                  <a:pt x="1539633" y="206692"/>
                </a:lnTo>
                <a:lnTo>
                  <a:pt x="1557629" y="178511"/>
                </a:lnTo>
                <a:lnTo>
                  <a:pt x="1577352" y="144780"/>
                </a:lnTo>
                <a:lnTo>
                  <a:pt x="1577225" y="356895"/>
                </a:lnTo>
                <a:lnTo>
                  <a:pt x="1577124" y="365633"/>
                </a:lnTo>
                <a:lnTo>
                  <a:pt x="1576705" y="385356"/>
                </a:lnTo>
                <a:lnTo>
                  <a:pt x="1575828" y="409956"/>
                </a:lnTo>
                <a:lnTo>
                  <a:pt x="1601736" y="397764"/>
                </a:lnTo>
                <a:lnTo>
                  <a:pt x="1601736" y="150876"/>
                </a:lnTo>
                <a:lnTo>
                  <a:pt x="1609572" y="144780"/>
                </a:lnTo>
                <a:lnTo>
                  <a:pt x="1615452" y="140208"/>
                </a:lnTo>
                <a:lnTo>
                  <a:pt x="1586496" y="124968"/>
                </a:lnTo>
                <a:lnTo>
                  <a:pt x="1594231" y="106984"/>
                </a:lnTo>
                <a:lnTo>
                  <a:pt x="1601546" y="89725"/>
                </a:lnTo>
                <a:lnTo>
                  <a:pt x="1608569" y="73317"/>
                </a:lnTo>
                <a:lnTo>
                  <a:pt x="1615452" y="57912"/>
                </a:lnTo>
                <a:lnTo>
                  <a:pt x="1623187" y="44475"/>
                </a:lnTo>
                <a:lnTo>
                  <a:pt x="1630502" y="33909"/>
                </a:lnTo>
                <a:lnTo>
                  <a:pt x="1637525" y="26187"/>
                </a:lnTo>
                <a:lnTo>
                  <a:pt x="1644408" y="21336"/>
                </a:lnTo>
                <a:close/>
              </a:path>
              <a:path w="2342515" h="455929">
                <a:moveTo>
                  <a:pt x="1912632" y="368808"/>
                </a:moveTo>
                <a:lnTo>
                  <a:pt x="1889290" y="334441"/>
                </a:lnTo>
                <a:lnTo>
                  <a:pt x="1886724" y="295656"/>
                </a:lnTo>
                <a:lnTo>
                  <a:pt x="1879104" y="295656"/>
                </a:lnTo>
                <a:lnTo>
                  <a:pt x="1877174" y="335724"/>
                </a:lnTo>
                <a:lnTo>
                  <a:pt x="1860816" y="374904"/>
                </a:lnTo>
                <a:lnTo>
                  <a:pt x="1708416" y="374904"/>
                </a:lnTo>
                <a:lnTo>
                  <a:pt x="1699526" y="373735"/>
                </a:lnTo>
                <a:lnTo>
                  <a:pt x="1693367" y="370141"/>
                </a:lnTo>
                <a:lnTo>
                  <a:pt x="1689760" y="363969"/>
                </a:lnTo>
                <a:lnTo>
                  <a:pt x="1688604" y="355092"/>
                </a:lnTo>
                <a:lnTo>
                  <a:pt x="1688604" y="172212"/>
                </a:lnTo>
                <a:lnTo>
                  <a:pt x="1688604" y="167640"/>
                </a:lnTo>
                <a:lnTo>
                  <a:pt x="1726425" y="156972"/>
                </a:lnTo>
                <a:lnTo>
                  <a:pt x="1748040" y="150876"/>
                </a:lnTo>
                <a:lnTo>
                  <a:pt x="1748040" y="330708"/>
                </a:lnTo>
                <a:lnTo>
                  <a:pt x="1770900" y="316992"/>
                </a:lnTo>
                <a:lnTo>
                  <a:pt x="1770900" y="150876"/>
                </a:lnTo>
                <a:lnTo>
                  <a:pt x="1770900" y="144780"/>
                </a:lnTo>
                <a:lnTo>
                  <a:pt x="1812683" y="134112"/>
                </a:lnTo>
                <a:lnTo>
                  <a:pt x="1842528" y="126492"/>
                </a:lnTo>
                <a:lnTo>
                  <a:pt x="1841385" y="165417"/>
                </a:lnTo>
                <a:lnTo>
                  <a:pt x="1840242" y="195643"/>
                </a:lnTo>
                <a:lnTo>
                  <a:pt x="1839099" y="217563"/>
                </a:lnTo>
                <a:lnTo>
                  <a:pt x="1837956" y="231648"/>
                </a:lnTo>
                <a:lnTo>
                  <a:pt x="1837956" y="243840"/>
                </a:lnTo>
                <a:lnTo>
                  <a:pt x="1834908" y="251460"/>
                </a:lnTo>
                <a:lnTo>
                  <a:pt x="1830336" y="251460"/>
                </a:lnTo>
                <a:lnTo>
                  <a:pt x="1827288" y="252984"/>
                </a:lnTo>
                <a:lnTo>
                  <a:pt x="1821192" y="254508"/>
                </a:lnTo>
                <a:lnTo>
                  <a:pt x="1816620" y="254508"/>
                </a:lnTo>
                <a:lnTo>
                  <a:pt x="1809737" y="254241"/>
                </a:lnTo>
                <a:lnTo>
                  <a:pt x="1802714" y="253555"/>
                </a:lnTo>
                <a:lnTo>
                  <a:pt x="1795399" y="252577"/>
                </a:lnTo>
                <a:lnTo>
                  <a:pt x="1787664" y="251460"/>
                </a:lnTo>
                <a:lnTo>
                  <a:pt x="1787664" y="259080"/>
                </a:lnTo>
                <a:lnTo>
                  <a:pt x="1806257" y="265099"/>
                </a:lnTo>
                <a:lnTo>
                  <a:pt x="1818716" y="271843"/>
                </a:lnTo>
                <a:lnTo>
                  <a:pt x="1825167" y="279438"/>
                </a:lnTo>
                <a:lnTo>
                  <a:pt x="1825764" y="288036"/>
                </a:lnTo>
                <a:lnTo>
                  <a:pt x="1836331" y="284035"/>
                </a:lnTo>
                <a:lnTo>
                  <a:pt x="1845195" y="278892"/>
                </a:lnTo>
                <a:lnTo>
                  <a:pt x="1852333" y="272605"/>
                </a:lnTo>
                <a:lnTo>
                  <a:pt x="1857768" y="265176"/>
                </a:lnTo>
                <a:lnTo>
                  <a:pt x="1860511" y="254508"/>
                </a:lnTo>
                <a:lnTo>
                  <a:pt x="1861527" y="250596"/>
                </a:lnTo>
                <a:lnTo>
                  <a:pt x="1863864" y="222885"/>
                </a:lnTo>
                <a:lnTo>
                  <a:pt x="1865045" y="182016"/>
                </a:lnTo>
                <a:lnTo>
                  <a:pt x="1865388" y="128016"/>
                </a:lnTo>
                <a:lnTo>
                  <a:pt x="1866722" y="126492"/>
                </a:lnTo>
                <a:lnTo>
                  <a:pt x="1876056" y="115824"/>
                </a:lnTo>
                <a:lnTo>
                  <a:pt x="1847100" y="97536"/>
                </a:lnTo>
                <a:lnTo>
                  <a:pt x="1836432" y="115824"/>
                </a:lnTo>
                <a:lnTo>
                  <a:pt x="1770900" y="134112"/>
                </a:lnTo>
                <a:lnTo>
                  <a:pt x="1770900" y="33528"/>
                </a:lnTo>
                <a:lnTo>
                  <a:pt x="1786140" y="21336"/>
                </a:lnTo>
                <a:lnTo>
                  <a:pt x="1746516" y="3048"/>
                </a:lnTo>
                <a:lnTo>
                  <a:pt x="1747380" y="33528"/>
                </a:lnTo>
                <a:lnTo>
                  <a:pt x="1747850" y="67056"/>
                </a:lnTo>
                <a:lnTo>
                  <a:pt x="1747951" y="89725"/>
                </a:lnTo>
                <a:lnTo>
                  <a:pt x="1748040" y="140208"/>
                </a:lnTo>
                <a:lnTo>
                  <a:pt x="1688604" y="156972"/>
                </a:lnTo>
                <a:lnTo>
                  <a:pt x="1688604" y="114300"/>
                </a:lnTo>
                <a:lnTo>
                  <a:pt x="1706892" y="102108"/>
                </a:lnTo>
                <a:lnTo>
                  <a:pt x="1664220" y="85344"/>
                </a:lnTo>
                <a:lnTo>
                  <a:pt x="1666316" y="123444"/>
                </a:lnTo>
                <a:lnTo>
                  <a:pt x="1667268" y="161544"/>
                </a:lnTo>
                <a:lnTo>
                  <a:pt x="1613928" y="173736"/>
                </a:lnTo>
                <a:lnTo>
                  <a:pt x="1632216" y="185928"/>
                </a:lnTo>
                <a:lnTo>
                  <a:pt x="1642884" y="178308"/>
                </a:lnTo>
                <a:lnTo>
                  <a:pt x="1667268" y="172212"/>
                </a:lnTo>
                <a:lnTo>
                  <a:pt x="1667268" y="361188"/>
                </a:lnTo>
                <a:lnTo>
                  <a:pt x="1668983" y="376275"/>
                </a:lnTo>
                <a:lnTo>
                  <a:pt x="1676412" y="387096"/>
                </a:lnTo>
                <a:lnTo>
                  <a:pt x="1689557" y="393331"/>
                </a:lnTo>
                <a:lnTo>
                  <a:pt x="1708416" y="394716"/>
                </a:lnTo>
                <a:lnTo>
                  <a:pt x="1856244" y="394716"/>
                </a:lnTo>
                <a:lnTo>
                  <a:pt x="1876831" y="393014"/>
                </a:lnTo>
                <a:lnTo>
                  <a:pt x="1893011" y="388048"/>
                </a:lnTo>
                <a:lnTo>
                  <a:pt x="1904885" y="379920"/>
                </a:lnTo>
                <a:lnTo>
                  <a:pt x="1908378" y="374904"/>
                </a:lnTo>
                <a:lnTo>
                  <a:pt x="1912632" y="368808"/>
                </a:lnTo>
                <a:close/>
              </a:path>
              <a:path w="2342515" h="455929">
                <a:moveTo>
                  <a:pt x="2081796" y="33515"/>
                </a:moveTo>
                <a:lnTo>
                  <a:pt x="2043696" y="7607"/>
                </a:lnTo>
                <a:lnTo>
                  <a:pt x="2031377" y="45885"/>
                </a:lnTo>
                <a:lnTo>
                  <a:pt x="2019503" y="80568"/>
                </a:lnTo>
                <a:lnTo>
                  <a:pt x="1996452" y="138671"/>
                </a:lnTo>
                <a:lnTo>
                  <a:pt x="1972068" y="185534"/>
                </a:lnTo>
                <a:lnTo>
                  <a:pt x="1947684" y="225539"/>
                </a:lnTo>
                <a:lnTo>
                  <a:pt x="1952256" y="231635"/>
                </a:lnTo>
                <a:lnTo>
                  <a:pt x="1968271" y="212204"/>
                </a:lnTo>
                <a:lnTo>
                  <a:pt x="1984451" y="190487"/>
                </a:lnTo>
                <a:lnTo>
                  <a:pt x="2000897" y="166484"/>
                </a:lnTo>
                <a:lnTo>
                  <a:pt x="2017788" y="140195"/>
                </a:lnTo>
                <a:lnTo>
                  <a:pt x="2017788" y="326123"/>
                </a:lnTo>
                <a:lnTo>
                  <a:pt x="2017547" y="342366"/>
                </a:lnTo>
                <a:lnTo>
                  <a:pt x="2017026" y="360794"/>
                </a:lnTo>
                <a:lnTo>
                  <a:pt x="2016493" y="382282"/>
                </a:lnTo>
                <a:lnTo>
                  <a:pt x="2016264" y="405371"/>
                </a:lnTo>
                <a:lnTo>
                  <a:pt x="2043696" y="391655"/>
                </a:lnTo>
                <a:lnTo>
                  <a:pt x="2042807" y="377088"/>
                </a:lnTo>
                <a:lnTo>
                  <a:pt x="2042363" y="361175"/>
                </a:lnTo>
                <a:lnTo>
                  <a:pt x="2042185" y="342798"/>
                </a:lnTo>
                <a:lnTo>
                  <a:pt x="2042172" y="143243"/>
                </a:lnTo>
                <a:lnTo>
                  <a:pt x="2046084" y="140195"/>
                </a:lnTo>
                <a:lnTo>
                  <a:pt x="2055888" y="132575"/>
                </a:lnTo>
                <a:lnTo>
                  <a:pt x="2028456" y="115811"/>
                </a:lnTo>
                <a:lnTo>
                  <a:pt x="2035022" y="101790"/>
                </a:lnTo>
                <a:lnTo>
                  <a:pt x="2043315" y="84759"/>
                </a:lnTo>
                <a:lnTo>
                  <a:pt x="2053310" y="64592"/>
                </a:lnTo>
                <a:lnTo>
                  <a:pt x="2065032" y="41135"/>
                </a:lnTo>
                <a:lnTo>
                  <a:pt x="2081796" y="33515"/>
                </a:lnTo>
                <a:close/>
              </a:path>
              <a:path w="2342515" h="455929">
                <a:moveTo>
                  <a:pt x="2138184" y="106667"/>
                </a:moveTo>
                <a:lnTo>
                  <a:pt x="2097036" y="85331"/>
                </a:lnTo>
                <a:lnTo>
                  <a:pt x="2097913" y="101028"/>
                </a:lnTo>
                <a:lnTo>
                  <a:pt x="2098370" y="116001"/>
                </a:lnTo>
                <a:lnTo>
                  <a:pt x="2098535" y="130124"/>
                </a:lnTo>
                <a:lnTo>
                  <a:pt x="2098535" y="343204"/>
                </a:lnTo>
                <a:lnTo>
                  <a:pt x="2098370" y="360222"/>
                </a:lnTo>
                <a:lnTo>
                  <a:pt x="2097913" y="380403"/>
                </a:lnTo>
                <a:lnTo>
                  <a:pt x="2097036" y="403847"/>
                </a:lnTo>
                <a:lnTo>
                  <a:pt x="2125992" y="388607"/>
                </a:lnTo>
                <a:lnTo>
                  <a:pt x="2123198" y="338886"/>
                </a:lnTo>
                <a:lnTo>
                  <a:pt x="2122944" y="120383"/>
                </a:lnTo>
                <a:lnTo>
                  <a:pt x="2138184" y="106667"/>
                </a:lnTo>
                <a:close/>
              </a:path>
              <a:path w="2342515" h="455929">
                <a:moveTo>
                  <a:pt x="2182418" y="68072"/>
                </a:moveTo>
                <a:lnTo>
                  <a:pt x="2154567" y="35610"/>
                </a:lnTo>
                <a:lnTo>
                  <a:pt x="2130564" y="19799"/>
                </a:lnTo>
                <a:lnTo>
                  <a:pt x="2125992" y="22847"/>
                </a:lnTo>
                <a:lnTo>
                  <a:pt x="2135657" y="38519"/>
                </a:lnTo>
                <a:lnTo>
                  <a:pt x="2143899" y="53327"/>
                </a:lnTo>
                <a:lnTo>
                  <a:pt x="2150414" y="67005"/>
                </a:lnTo>
                <a:lnTo>
                  <a:pt x="2154948" y="79235"/>
                </a:lnTo>
                <a:lnTo>
                  <a:pt x="2157996" y="92951"/>
                </a:lnTo>
                <a:lnTo>
                  <a:pt x="2161044" y="99047"/>
                </a:lnTo>
                <a:lnTo>
                  <a:pt x="2167140" y="99047"/>
                </a:lnTo>
                <a:lnTo>
                  <a:pt x="2168664" y="95999"/>
                </a:lnTo>
                <a:lnTo>
                  <a:pt x="2177808" y="86855"/>
                </a:lnTo>
                <a:lnTo>
                  <a:pt x="2179332" y="80759"/>
                </a:lnTo>
                <a:lnTo>
                  <a:pt x="2182380" y="73139"/>
                </a:lnTo>
                <a:lnTo>
                  <a:pt x="2182418" y="68072"/>
                </a:lnTo>
                <a:close/>
              </a:path>
              <a:path w="2342515" h="455929">
                <a:moveTo>
                  <a:pt x="2342400" y="70091"/>
                </a:moveTo>
                <a:lnTo>
                  <a:pt x="2314968" y="47231"/>
                </a:lnTo>
                <a:lnTo>
                  <a:pt x="2299728" y="63995"/>
                </a:lnTo>
                <a:lnTo>
                  <a:pt x="2212860" y="63995"/>
                </a:lnTo>
                <a:lnTo>
                  <a:pt x="2228100" y="79235"/>
                </a:lnTo>
                <a:lnTo>
                  <a:pt x="2237524" y="77241"/>
                </a:lnTo>
                <a:lnTo>
                  <a:pt x="2247531" y="75806"/>
                </a:lnTo>
                <a:lnTo>
                  <a:pt x="2258098" y="74955"/>
                </a:lnTo>
                <a:lnTo>
                  <a:pt x="2269248" y="74663"/>
                </a:lnTo>
                <a:lnTo>
                  <a:pt x="2302776" y="74663"/>
                </a:lnTo>
                <a:lnTo>
                  <a:pt x="2302776" y="342887"/>
                </a:lnTo>
                <a:lnTo>
                  <a:pt x="2301671" y="352894"/>
                </a:lnTo>
                <a:lnTo>
                  <a:pt x="2298585" y="360032"/>
                </a:lnTo>
                <a:lnTo>
                  <a:pt x="2293772" y="364324"/>
                </a:lnTo>
                <a:lnTo>
                  <a:pt x="2287536" y="365747"/>
                </a:lnTo>
                <a:lnTo>
                  <a:pt x="2277821" y="365226"/>
                </a:lnTo>
                <a:lnTo>
                  <a:pt x="2228100" y="359651"/>
                </a:lnTo>
                <a:lnTo>
                  <a:pt x="2228100" y="367271"/>
                </a:lnTo>
                <a:lnTo>
                  <a:pt x="2254097" y="374942"/>
                </a:lnTo>
                <a:lnTo>
                  <a:pt x="2272677" y="384035"/>
                </a:lnTo>
                <a:lnTo>
                  <a:pt x="2283815" y="394284"/>
                </a:lnTo>
                <a:lnTo>
                  <a:pt x="2287536" y="405371"/>
                </a:lnTo>
                <a:lnTo>
                  <a:pt x="2305507" y="397116"/>
                </a:lnTo>
                <a:lnTo>
                  <a:pt x="2318207" y="386130"/>
                </a:lnTo>
                <a:lnTo>
                  <a:pt x="2325459" y="372592"/>
                </a:lnTo>
                <a:lnTo>
                  <a:pt x="2326182" y="365747"/>
                </a:lnTo>
                <a:lnTo>
                  <a:pt x="2327160" y="356603"/>
                </a:lnTo>
                <a:lnTo>
                  <a:pt x="2327160" y="82283"/>
                </a:lnTo>
                <a:lnTo>
                  <a:pt x="2336685" y="74663"/>
                </a:lnTo>
                <a:lnTo>
                  <a:pt x="2342400" y="7009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" name="object 40"/>
          <p:cNvSpPr/>
          <p:nvPr/>
        </p:nvSpPr>
        <p:spPr>
          <a:xfrm>
            <a:off x="4555235" y="5041392"/>
            <a:ext cx="356870" cy="402590"/>
          </a:xfrm>
          <a:custGeom>
            <a:avLst/>
            <a:gdLst/>
            <a:ahLst/>
            <a:cxnLst/>
            <a:rect l="l" t="t" r="r" b="b"/>
            <a:pathLst>
              <a:path w="356870" h="402589">
                <a:moveTo>
                  <a:pt x="53340" y="91440"/>
                </a:moveTo>
                <a:lnTo>
                  <a:pt x="44196" y="91440"/>
                </a:lnTo>
                <a:lnTo>
                  <a:pt x="51339" y="63436"/>
                </a:lnTo>
                <a:lnTo>
                  <a:pt x="56769" y="38862"/>
                </a:lnTo>
                <a:lnTo>
                  <a:pt x="60483" y="17716"/>
                </a:lnTo>
                <a:lnTo>
                  <a:pt x="62484" y="0"/>
                </a:lnTo>
                <a:lnTo>
                  <a:pt x="100584" y="21336"/>
                </a:lnTo>
                <a:lnTo>
                  <a:pt x="91487" y="29075"/>
                </a:lnTo>
                <a:lnTo>
                  <a:pt x="80391" y="43243"/>
                </a:lnTo>
                <a:lnTo>
                  <a:pt x="67579" y="63984"/>
                </a:lnTo>
                <a:lnTo>
                  <a:pt x="53340" y="91440"/>
                </a:lnTo>
                <a:close/>
              </a:path>
              <a:path w="356870" h="402589">
                <a:moveTo>
                  <a:pt x="147828" y="192024"/>
                </a:moveTo>
                <a:lnTo>
                  <a:pt x="143256" y="187452"/>
                </a:lnTo>
                <a:lnTo>
                  <a:pt x="160162" y="160615"/>
                </a:lnTo>
                <a:lnTo>
                  <a:pt x="174498" y="135064"/>
                </a:lnTo>
                <a:lnTo>
                  <a:pt x="196596" y="88392"/>
                </a:lnTo>
                <a:lnTo>
                  <a:pt x="211836" y="45529"/>
                </a:lnTo>
                <a:lnTo>
                  <a:pt x="222503" y="1524"/>
                </a:lnTo>
                <a:lnTo>
                  <a:pt x="260603" y="24384"/>
                </a:lnTo>
                <a:lnTo>
                  <a:pt x="252864" y="32361"/>
                </a:lnTo>
                <a:lnTo>
                  <a:pt x="243268" y="47053"/>
                </a:lnTo>
                <a:lnTo>
                  <a:pt x="231671" y="68318"/>
                </a:lnTo>
                <a:lnTo>
                  <a:pt x="217932" y="96012"/>
                </a:lnTo>
                <a:lnTo>
                  <a:pt x="349419" y="96012"/>
                </a:lnTo>
                <a:lnTo>
                  <a:pt x="356616" y="103632"/>
                </a:lnTo>
                <a:lnTo>
                  <a:pt x="352806" y="106680"/>
                </a:lnTo>
                <a:lnTo>
                  <a:pt x="213360" y="106680"/>
                </a:lnTo>
                <a:lnTo>
                  <a:pt x="197977" y="130730"/>
                </a:lnTo>
                <a:lnTo>
                  <a:pt x="181737" y="152781"/>
                </a:lnTo>
                <a:lnTo>
                  <a:pt x="164925" y="173116"/>
                </a:lnTo>
                <a:lnTo>
                  <a:pt x="147828" y="192024"/>
                </a:lnTo>
                <a:close/>
              </a:path>
              <a:path w="356870" h="402589">
                <a:moveTo>
                  <a:pt x="147828" y="91440"/>
                </a:moveTo>
                <a:lnTo>
                  <a:pt x="111252" y="91440"/>
                </a:lnTo>
                <a:lnTo>
                  <a:pt x="129540" y="73152"/>
                </a:lnTo>
                <a:lnTo>
                  <a:pt x="147828" y="91440"/>
                </a:lnTo>
                <a:close/>
              </a:path>
              <a:path w="356870" h="402589">
                <a:moveTo>
                  <a:pt x="0" y="397764"/>
                </a:moveTo>
                <a:lnTo>
                  <a:pt x="834" y="359664"/>
                </a:lnTo>
                <a:lnTo>
                  <a:pt x="935" y="352615"/>
                </a:lnTo>
                <a:lnTo>
                  <a:pt x="1333" y="316992"/>
                </a:lnTo>
                <a:lnTo>
                  <a:pt x="1430" y="178308"/>
                </a:lnTo>
                <a:lnTo>
                  <a:pt x="1309" y="152781"/>
                </a:lnTo>
                <a:lnTo>
                  <a:pt x="893" y="115824"/>
                </a:lnTo>
                <a:lnTo>
                  <a:pt x="0" y="74676"/>
                </a:lnTo>
                <a:lnTo>
                  <a:pt x="25908" y="91440"/>
                </a:lnTo>
                <a:lnTo>
                  <a:pt x="147828" y="91440"/>
                </a:lnTo>
                <a:lnTo>
                  <a:pt x="155448" y="99060"/>
                </a:lnTo>
                <a:lnTo>
                  <a:pt x="153162" y="100584"/>
                </a:lnTo>
                <a:lnTo>
                  <a:pt x="24384" y="100584"/>
                </a:lnTo>
                <a:lnTo>
                  <a:pt x="24384" y="211836"/>
                </a:lnTo>
                <a:lnTo>
                  <a:pt x="137464" y="211836"/>
                </a:lnTo>
                <a:lnTo>
                  <a:pt x="137526" y="222504"/>
                </a:lnTo>
                <a:lnTo>
                  <a:pt x="24384" y="222504"/>
                </a:lnTo>
                <a:lnTo>
                  <a:pt x="24384" y="344424"/>
                </a:lnTo>
                <a:lnTo>
                  <a:pt x="138504" y="344424"/>
                </a:lnTo>
                <a:lnTo>
                  <a:pt x="138567" y="355092"/>
                </a:lnTo>
                <a:lnTo>
                  <a:pt x="24384" y="355092"/>
                </a:lnTo>
                <a:lnTo>
                  <a:pt x="24384" y="384048"/>
                </a:lnTo>
                <a:lnTo>
                  <a:pt x="0" y="397764"/>
                </a:lnTo>
                <a:close/>
              </a:path>
              <a:path w="356870" h="402589">
                <a:moveTo>
                  <a:pt x="349419" y="96012"/>
                </a:moveTo>
                <a:lnTo>
                  <a:pt x="310896" y="96012"/>
                </a:lnTo>
                <a:lnTo>
                  <a:pt x="330708" y="76200"/>
                </a:lnTo>
                <a:lnTo>
                  <a:pt x="349419" y="96012"/>
                </a:lnTo>
                <a:close/>
              </a:path>
              <a:path w="356870" h="402589">
                <a:moveTo>
                  <a:pt x="137464" y="211836"/>
                </a:moveTo>
                <a:lnTo>
                  <a:pt x="114300" y="211836"/>
                </a:lnTo>
                <a:lnTo>
                  <a:pt x="114300" y="100584"/>
                </a:lnTo>
                <a:lnTo>
                  <a:pt x="153162" y="100584"/>
                </a:lnTo>
                <a:lnTo>
                  <a:pt x="137160" y="111252"/>
                </a:lnTo>
                <a:lnTo>
                  <a:pt x="137263" y="160615"/>
                </a:lnTo>
                <a:lnTo>
                  <a:pt x="137367" y="195333"/>
                </a:lnTo>
                <a:lnTo>
                  <a:pt x="137464" y="211836"/>
                </a:lnTo>
                <a:close/>
              </a:path>
              <a:path w="356870" h="402589">
                <a:moveTo>
                  <a:pt x="327213" y="359664"/>
                </a:moveTo>
                <a:lnTo>
                  <a:pt x="283464" y="359664"/>
                </a:lnTo>
                <a:lnTo>
                  <a:pt x="291750" y="357925"/>
                </a:lnTo>
                <a:lnTo>
                  <a:pt x="298323" y="352615"/>
                </a:lnTo>
                <a:lnTo>
                  <a:pt x="308610" y="305562"/>
                </a:lnTo>
                <a:lnTo>
                  <a:pt x="310896" y="259842"/>
                </a:lnTo>
                <a:lnTo>
                  <a:pt x="313146" y="194571"/>
                </a:lnTo>
                <a:lnTo>
                  <a:pt x="315467" y="106680"/>
                </a:lnTo>
                <a:lnTo>
                  <a:pt x="352806" y="106680"/>
                </a:lnTo>
                <a:lnTo>
                  <a:pt x="341376" y="115824"/>
                </a:lnTo>
                <a:lnTo>
                  <a:pt x="339535" y="190085"/>
                </a:lnTo>
                <a:lnTo>
                  <a:pt x="337676" y="248412"/>
                </a:lnTo>
                <a:lnTo>
                  <a:pt x="335560" y="296107"/>
                </a:lnTo>
                <a:lnTo>
                  <a:pt x="330708" y="345948"/>
                </a:lnTo>
                <a:lnTo>
                  <a:pt x="327856" y="357925"/>
                </a:lnTo>
                <a:lnTo>
                  <a:pt x="327213" y="359664"/>
                </a:lnTo>
                <a:close/>
              </a:path>
              <a:path w="356870" h="402589">
                <a:moveTo>
                  <a:pt x="231648" y="269748"/>
                </a:moveTo>
                <a:lnTo>
                  <a:pt x="230124" y="269748"/>
                </a:lnTo>
                <a:lnTo>
                  <a:pt x="226742" y="268295"/>
                </a:lnTo>
                <a:lnTo>
                  <a:pt x="223647" y="263842"/>
                </a:lnTo>
                <a:lnTo>
                  <a:pt x="221122" y="256246"/>
                </a:lnTo>
                <a:lnTo>
                  <a:pt x="219456" y="245364"/>
                </a:lnTo>
                <a:lnTo>
                  <a:pt x="214884" y="228242"/>
                </a:lnTo>
                <a:lnTo>
                  <a:pt x="208026" y="211264"/>
                </a:lnTo>
                <a:lnTo>
                  <a:pt x="198882" y="194571"/>
                </a:lnTo>
                <a:lnTo>
                  <a:pt x="187452" y="178308"/>
                </a:lnTo>
                <a:lnTo>
                  <a:pt x="192024" y="172212"/>
                </a:lnTo>
                <a:lnTo>
                  <a:pt x="224218" y="199644"/>
                </a:lnTo>
                <a:lnTo>
                  <a:pt x="246888" y="236220"/>
                </a:lnTo>
                <a:lnTo>
                  <a:pt x="246888" y="248412"/>
                </a:lnTo>
                <a:lnTo>
                  <a:pt x="245364" y="256032"/>
                </a:lnTo>
                <a:lnTo>
                  <a:pt x="239267" y="260603"/>
                </a:lnTo>
                <a:lnTo>
                  <a:pt x="236220" y="266700"/>
                </a:lnTo>
                <a:lnTo>
                  <a:pt x="231648" y="269748"/>
                </a:lnTo>
                <a:close/>
              </a:path>
              <a:path w="356870" h="402589">
                <a:moveTo>
                  <a:pt x="138504" y="344424"/>
                </a:moveTo>
                <a:lnTo>
                  <a:pt x="114300" y="344424"/>
                </a:lnTo>
                <a:lnTo>
                  <a:pt x="114300" y="222504"/>
                </a:lnTo>
                <a:lnTo>
                  <a:pt x="137526" y="222504"/>
                </a:lnTo>
                <a:lnTo>
                  <a:pt x="137696" y="251435"/>
                </a:lnTo>
                <a:lnTo>
                  <a:pt x="138504" y="344424"/>
                </a:lnTo>
                <a:close/>
              </a:path>
              <a:path w="356870" h="402589">
                <a:moveTo>
                  <a:pt x="278891" y="402336"/>
                </a:moveTo>
                <a:lnTo>
                  <a:pt x="271772" y="389453"/>
                </a:lnTo>
                <a:lnTo>
                  <a:pt x="259651" y="378142"/>
                </a:lnTo>
                <a:lnTo>
                  <a:pt x="242613" y="368236"/>
                </a:lnTo>
                <a:lnTo>
                  <a:pt x="220979" y="359664"/>
                </a:lnTo>
                <a:lnTo>
                  <a:pt x="220979" y="352044"/>
                </a:lnTo>
                <a:lnTo>
                  <a:pt x="241244" y="355163"/>
                </a:lnTo>
                <a:lnTo>
                  <a:pt x="258508" y="357568"/>
                </a:lnTo>
                <a:lnTo>
                  <a:pt x="272629" y="359116"/>
                </a:lnTo>
                <a:lnTo>
                  <a:pt x="283464" y="359664"/>
                </a:lnTo>
                <a:lnTo>
                  <a:pt x="327213" y="359664"/>
                </a:lnTo>
                <a:lnTo>
                  <a:pt x="324027" y="368260"/>
                </a:lnTo>
                <a:lnTo>
                  <a:pt x="289670" y="397764"/>
                </a:lnTo>
                <a:lnTo>
                  <a:pt x="278891" y="402336"/>
                </a:lnTo>
                <a:close/>
              </a:path>
              <a:path w="356870" h="402589">
                <a:moveTo>
                  <a:pt x="114300" y="391668"/>
                </a:moveTo>
                <a:lnTo>
                  <a:pt x="114300" y="355092"/>
                </a:lnTo>
                <a:lnTo>
                  <a:pt x="138567" y="355092"/>
                </a:lnTo>
                <a:lnTo>
                  <a:pt x="138684" y="377952"/>
                </a:lnTo>
                <a:lnTo>
                  <a:pt x="114300" y="39166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" name="object 41"/>
          <p:cNvSpPr/>
          <p:nvPr/>
        </p:nvSpPr>
        <p:spPr>
          <a:xfrm>
            <a:off x="4962144" y="5041392"/>
            <a:ext cx="410209" cy="408940"/>
          </a:xfrm>
          <a:custGeom>
            <a:avLst/>
            <a:gdLst/>
            <a:ahLst/>
            <a:cxnLst/>
            <a:rect l="l" t="t" r="r" b="b"/>
            <a:pathLst>
              <a:path w="410210" h="408939">
                <a:moveTo>
                  <a:pt x="4572" y="222504"/>
                </a:moveTo>
                <a:lnTo>
                  <a:pt x="0" y="217932"/>
                </a:lnTo>
                <a:lnTo>
                  <a:pt x="14859" y="196191"/>
                </a:lnTo>
                <a:lnTo>
                  <a:pt x="29718" y="172021"/>
                </a:lnTo>
                <a:lnTo>
                  <a:pt x="59436" y="115824"/>
                </a:lnTo>
                <a:lnTo>
                  <a:pt x="87058" y="56197"/>
                </a:lnTo>
                <a:lnTo>
                  <a:pt x="106680" y="0"/>
                </a:lnTo>
                <a:lnTo>
                  <a:pt x="141732" y="22860"/>
                </a:lnTo>
                <a:lnTo>
                  <a:pt x="131183" y="33123"/>
                </a:lnTo>
                <a:lnTo>
                  <a:pt x="117919" y="52387"/>
                </a:lnTo>
                <a:lnTo>
                  <a:pt x="102084" y="80510"/>
                </a:lnTo>
                <a:lnTo>
                  <a:pt x="83820" y="117348"/>
                </a:lnTo>
                <a:lnTo>
                  <a:pt x="112776" y="132588"/>
                </a:lnTo>
                <a:lnTo>
                  <a:pt x="109728" y="135636"/>
                </a:lnTo>
                <a:lnTo>
                  <a:pt x="74676" y="135636"/>
                </a:lnTo>
                <a:lnTo>
                  <a:pt x="55578" y="162496"/>
                </a:lnTo>
                <a:lnTo>
                  <a:pt x="37338" y="185928"/>
                </a:lnTo>
                <a:lnTo>
                  <a:pt x="20240" y="205930"/>
                </a:lnTo>
                <a:lnTo>
                  <a:pt x="4572" y="222504"/>
                </a:lnTo>
                <a:close/>
              </a:path>
              <a:path w="410210" h="408939">
                <a:moveTo>
                  <a:pt x="236220" y="132588"/>
                </a:moveTo>
                <a:lnTo>
                  <a:pt x="211836" y="132588"/>
                </a:lnTo>
                <a:lnTo>
                  <a:pt x="211717" y="45267"/>
                </a:lnTo>
                <a:lnTo>
                  <a:pt x="211645" y="37719"/>
                </a:lnTo>
                <a:lnTo>
                  <a:pt x="211193" y="20859"/>
                </a:lnTo>
                <a:lnTo>
                  <a:pt x="210312" y="4571"/>
                </a:lnTo>
                <a:lnTo>
                  <a:pt x="251459" y="22860"/>
                </a:lnTo>
                <a:lnTo>
                  <a:pt x="236220" y="36576"/>
                </a:lnTo>
                <a:lnTo>
                  <a:pt x="236220" y="132588"/>
                </a:lnTo>
                <a:close/>
              </a:path>
              <a:path w="410210" h="408939">
                <a:moveTo>
                  <a:pt x="345948" y="100584"/>
                </a:moveTo>
                <a:lnTo>
                  <a:pt x="339852" y="100584"/>
                </a:lnTo>
                <a:lnTo>
                  <a:pt x="335280" y="96012"/>
                </a:lnTo>
                <a:lnTo>
                  <a:pt x="330708" y="85344"/>
                </a:lnTo>
                <a:lnTo>
                  <a:pt x="322159" y="73128"/>
                </a:lnTo>
                <a:lnTo>
                  <a:pt x="310324" y="59626"/>
                </a:lnTo>
                <a:lnTo>
                  <a:pt x="295346" y="45267"/>
                </a:lnTo>
                <a:lnTo>
                  <a:pt x="277368" y="30480"/>
                </a:lnTo>
                <a:lnTo>
                  <a:pt x="281940" y="24384"/>
                </a:lnTo>
                <a:lnTo>
                  <a:pt x="332422" y="44005"/>
                </a:lnTo>
                <a:lnTo>
                  <a:pt x="356616" y="70104"/>
                </a:lnTo>
                <a:lnTo>
                  <a:pt x="356616" y="80771"/>
                </a:lnTo>
                <a:lnTo>
                  <a:pt x="355092" y="86868"/>
                </a:lnTo>
                <a:lnTo>
                  <a:pt x="348996" y="99060"/>
                </a:lnTo>
                <a:lnTo>
                  <a:pt x="345948" y="100584"/>
                </a:lnTo>
                <a:close/>
              </a:path>
              <a:path w="410210" h="408939">
                <a:moveTo>
                  <a:pt x="132588" y="147828"/>
                </a:moveTo>
                <a:lnTo>
                  <a:pt x="115824" y="132588"/>
                </a:lnTo>
                <a:lnTo>
                  <a:pt x="333756" y="132588"/>
                </a:lnTo>
                <a:lnTo>
                  <a:pt x="356616" y="109728"/>
                </a:lnTo>
                <a:lnTo>
                  <a:pt x="388620" y="143256"/>
                </a:lnTo>
                <a:lnTo>
                  <a:pt x="173736" y="143256"/>
                </a:lnTo>
                <a:lnTo>
                  <a:pt x="162591" y="143541"/>
                </a:lnTo>
                <a:lnTo>
                  <a:pt x="152019" y="144399"/>
                </a:lnTo>
                <a:lnTo>
                  <a:pt x="142017" y="145827"/>
                </a:lnTo>
                <a:lnTo>
                  <a:pt x="132588" y="147828"/>
                </a:lnTo>
                <a:close/>
              </a:path>
              <a:path w="410210" h="408939">
                <a:moveTo>
                  <a:pt x="73152" y="405384"/>
                </a:moveTo>
                <a:lnTo>
                  <a:pt x="74004" y="382143"/>
                </a:lnTo>
                <a:lnTo>
                  <a:pt x="74446" y="361378"/>
                </a:lnTo>
                <a:lnTo>
                  <a:pt x="74563" y="350139"/>
                </a:lnTo>
                <a:lnTo>
                  <a:pt x="74676" y="135636"/>
                </a:lnTo>
                <a:lnTo>
                  <a:pt x="109728" y="135636"/>
                </a:lnTo>
                <a:lnTo>
                  <a:pt x="99060" y="146304"/>
                </a:lnTo>
                <a:lnTo>
                  <a:pt x="99154" y="347091"/>
                </a:lnTo>
                <a:lnTo>
                  <a:pt x="99255" y="355092"/>
                </a:lnTo>
                <a:lnTo>
                  <a:pt x="99702" y="371641"/>
                </a:lnTo>
                <a:lnTo>
                  <a:pt x="100584" y="391668"/>
                </a:lnTo>
                <a:lnTo>
                  <a:pt x="73152" y="405384"/>
                </a:lnTo>
                <a:close/>
              </a:path>
              <a:path w="410210" h="408939">
                <a:moveTo>
                  <a:pt x="106680" y="408432"/>
                </a:moveTo>
                <a:lnTo>
                  <a:pt x="100584" y="403860"/>
                </a:lnTo>
                <a:lnTo>
                  <a:pt x="118038" y="388453"/>
                </a:lnTo>
                <a:lnTo>
                  <a:pt x="133921" y="372046"/>
                </a:lnTo>
                <a:lnTo>
                  <a:pt x="161544" y="336804"/>
                </a:lnTo>
                <a:lnTo>
                  <a:pt x="183261" y="296989"/>
                </a:lnTo>
                <a:lnTo>
                  <a:pt x="198120" y="251460"/>
                </a:lnTo>
                <a:lnTo>
                  <a:pt x="207264" y="199644"/>
                </a:lnTo>
                <a:lnTo>
                  <a:pt x="211836" y="143256"/>
                </a:lnTo>
                <a:lnTo>
                  <a:pt x="236220" y="143256"/>
                </a:lnTo>
                <a:lnTo>
                  <a:pt x="231648" y="201549"/>
                </a:lnTo>
                <a:lnTo>
                  <a:pt x="222504" y="252984"/>
                </a:lnTo>
                <a:lnTo>
                  <a:pt x="206692" y="298513"/>
                </a:lnTo>
                <a:lnTo>
                  <a:pt x="182880" y="338328"/>
                </a:lnTo>
                <a:lnTo>
                  <a:pt x="149923" y="374523"/>
                </a:lnTo>
                <a:lnTo>
                  <a:pt x="129516" y="391906"/>
                </a:lnTo>
                <a:lnTo>
                  <a:pt x="106680" y="408432"/>
                </a:lnTo>
                <a:close/>
              </a:path>
              <a:path w="410210" h="408939">
                <a:moveTo>
                  <a:pt x="371856" y="388620"/>
                </a:moveTo>
                <a:lnTo>
                  <a:pt x="301752" y="388620"/>
                </a:lnTo>
                <a:lnTo>
                  <a:pt x="284630" y="386595"/>
                </a:lnTo>
                <a:lnTo>
                  <a:pt x="272224" y="380428"/>
                </a:lnTo>
                <a:lnTo>
                  <a:pt x="264675" y="369974"/>
                </a:lnTo>
                <a:lnTo>
                  <a:pt x="262128" y="355092"/>
                </a:lnTo>
                <a:lnTo>
                  <a:pt x="262128" y="143256"/>
                </a:lnTo>
                <a:lnTo>
                  <a:pt x="284988" y="143256"/>
                </a:lnTo>
                <a:lnTo>
                  <a:pt x="284988" y="342900"/>
                </a:lnTo>
                <a:lnTo>
                  <a:pt x="286440" y="353782"/>
                </a:lnTo>
                <a:lnTo>
                  <a:pt x="290893" y="361378"/>
                </a:lnTo>
                <a:lnTo>
                  <a:pt x="298489" y="365831"/>
                </a:lnTo>
                <a:lnTo>
                  <a:pt x="309371" y="367284"/>
                </a:lnTo>
                <a:lnTo>
                  <a:pt x="407737" y="367284"/>
                </a:lnTo>
                <a:lnTo>
                  <a:pt x="402502" y="374475"/>
                </a:lnTo>
                <a:lnTo>
                  <a:pt x="393763" y="382143"/>
                </a:lnTo>
                <a:lnTo>
                  <a:pt x="383595" y="386953"/>
                </a:lnTo>
                <a:lnTo>
                  <a:pt x="371856" y="388620"/>
                </a:lnTo>
                <a:close/>
              </a:path>
              <a:path w="410210" h="408939">
                <a:moveTo>
                  <a:pt x="407737" y="367284"/>
                </a:moveTo>
                <a:lnTo>
                  <a:pt x="361188" y="367284"/>
                </a:lnTo>
                <a:lnTo>
                  <a:pt x="366569" y="363855"/>
                </a:lnTo>
                <a:lnTo>
                  <a:pt x="371094" y="358140"/>
                </a:lnTo>
                <a:lnTo>
                  <a:pt x="379857" y="314325"/>
                </a:lnTo>
                <a:lnTo>
                  <a:pt x="381000" y="286512"/>
                </a:lnTo>
                <a:lnTo>
                  <a:pt x="388620" y="286512"/>
                </a:lnTo>
                <a:lnTo>
                  <a:pt x="390548" y="325088"/>
                </a:lnTo>
                <a:lnTo>
                  <a:pt x="409956" y="364236"/>
                </a:lnTo>
                <a:lnTo>
                  <a:pt x="407737" y="36728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" name="object 42"/>
          <p:cNvSpPr/>
          <p:nvPr/>
        </p:nvSpPr>
        <p:spPr>
          <a:xfrm>
            <a:off x="5417807" y="5041391"/>
            <a:ext cx="1012190" cy="452755"/>
          </a:xfrm>
          <a:custGeom>
            <a:avLst/>
            <a:gdLst/>
            <a:ahLst/>
            <a:cxnLst/>
            <a:rect l="l" t="t" r="r" b="b"/>
            <a:pathLst>
              <a:path w="1012189" h="452754">
                <a:moveTo>
                  <a:pt x="394716" y="364248"/>
                </a:moveTo>
                <a:lnTo>
                  <a:pt x="370979" y="323570"/>
                </a:lnTo>
                <a:lnTo>
                  <a:pt x="370332" y="285000"/>
                </a:lnTo>
                <a:lnTo>
                  <a:pt x="361188" y="285000"/>
                </a:lnTo>
                <a:lnTo>
                  <a:pt x="356616" y="349008"/>
                </a:lnTo>
                <a:lnTo>
                  <a:pt x="341376" y="370344"/>
                </a:lnTo>
                <a:lnTo>
                  <a:pt x="280416" y="370344"/>
                </a:lnTo>
                <a:lnTo>
                  <a:pt x="264464" y="368884"/>
                </a:lnTo>
                <a:lnTo>
                  <a:pt x="253365" y="362153"/>
                </a:lnTo>
                <a:lnTo>
                  <a:pt x="247421" y="349973"/>
                </a:lnTo>
                <a:lnTo>
                  <a:pt x="246888" y="332244"/>
                </a:lnTo>
                <a:lnTo>
                  <a:pt x="246888" y="214896"/>
                </a:lnTo>
                <a:lnTo>
                  <a:pt x="388620" y="214896"/>
                </a:lnTo>
                <a:lnTo>
                  <a:pt x="353568" y="179844"/>
                </a:lnTo>
                <a:lnTo>
                  <a:pt x="329184" y="204228"/>
                </a:lnTo>
                <a:lnTo>
                  <a:pt x="208788" y="204228"/>
                </a:lnTo>
                <a:lnTo>
                  <a:pt x="208788" y="109740"/>
                </a:lnTo>
                <a:lnTo>
                  <a:pt x="347472" y="109740"/>
                </a:lnTo>
                <a:lnTo>
                  <a:pt x="312420" y="74688"/>
                </a:lnTo>
                <a:lnTo>
                  <a:pt x="288036" y="99072"/>
                </a:lnTo>
                <a:lnTo>
                  <a:pt x="208788" y="99072"/>
                </a:lnTo>
                <a:lnTo>
                  <a:pt x="208788" y="32016"/>
                </a:lnTo>
                <a:lnTo>
                  <a:pt x="222504" y="18300"/>
                </a:lnTo>
                <a:lnTo>
                  <a:pt x="181356" y="12"/>
                </a:lnTo>
                <a:lnTo>
                  <a:pt x="182486" y="16586"/>
                </a:lnTo>
                <a:lnTo>
                  <a:pt x="183451" y="38874"/>
                </a:lnTo>
                <a:lnTo>
                  <a:pt x="184150" y="66878"/>
                </a:lnTo>
                <a:lnTo>
                  <a:pt x="184404" y="100596"/>
                </a:lnTo>
                <a:lnTo>
                  <a:pt x="92964" y="100596"/>
                </a:lnTo>
                <a:lnTo>
                  <a:pt x="98425" y="90538"/>
                </a:lnTo>
                <a:lnTo>
                  <a:pt x="103441" y="80784"/>
                </a:lnTo>
                <a:lnTo>
                  <a:pt x="108191" y="71018"/>
                </a:lnTo>
                <a:lnTo>
                  <a:pt x="112776" y="60972"/>
                </a:lnTo>
                <a:lnTo>
                  <a:pt x="126492" y="54876"/>
                </a:lnTo>
                <a:lnTo>
                  <a:pt x="88392" y="32016"/>
                </a:lnTo>
                <a:lnTo>
                  <a:pt x="77774" y="73164"/>
                </a:lnTo>
                <a:lnTo>
                  <a:pt x="64008" y="112026"/>
                </a:lnTo>
                <a:lnTo>
                  <a:pt x="46824" y="148602"/>
                </a:lnTo>
                <a:lnTo>
                  <a:pt x="25908" y="182892"/>
                </a:lnTo>
                <a:lnTo>
                  <a:pt x="30480" y="185940"/>
                </a:lnTo>
                <a:lnTo>
                  <a:pt x="47053" y="169341"/>
                </a:lnTo>
                <a:lnTo>
                  <a:pt x="62484" y="151460"/>
                </a:lnTo>
                <a:lnTo>
                  <a:pt x="76771" y="132143"/>
                </a:lnTo>
                <a:lnTo>
                  <a:pt x="89916" y="111264"/>
                </a:lnTo>
                <a:lnTo>
                  <a:pt x="184404" y="111264"/>
                </a:lnTo>
                <a:lnTo>
                  <a:pt x="184404" y="204228"/>
                </a:lnTo>
                <a:lnTo>
                  <a:pt x="0" y="204228"/>
                </a:lnTo>
                <a:lnTo>
                  <a:pt x="15240" y="219468"/>
                </a:lnTo>
                <a:lnTo>
                  <a:pt x="24892" y="217462"/>
                </a:lnTo>
                <a:lnTo>
                  <a:pt x="35242" y="216039"/>
                </a:lnTo>
                <a:lnTo>
                  <a:pt x="45897" y="215176"/>
                </a:lnTo>
                <a:lnTo>
                  <a:pt x="56388" y="214896"/>
                </a:lnTo>
                <a:lnTo>
                  <a:pt x="134112" y="214896"/>
                </a:lnTo>
                <a:lnTo>
                  <a:pt x="123634" y="273189"/>
                </a:lnTo>
                <a:lnTo>
                  <a:pt x="105156" y="320052"/>
                </a:lnTo>
                <a:lnTo>
                  <a:pt x="67437" y="361962"/>
                </a:lnTo>
                <a:lnTo>
                  <a:pt x="0" y="403872"/>
                </a:lnTo>
                <a:lnTo>
                  <a:pt x="1524" y="408444"/>
                </a:lnTo>
                <a:lnTo>
                  <a:pt x="43510" y="392696"/>
                </a:lnTo>
                <a:lnTo>
                  <a:pt x="77914" y="375107"/>
                </a:lnTo>
                <a:lnTo>
                  <a:pt x="123444" y="333768"/>
                </a:lnTo>
                <a:lnTo>
                  <a:pt x="148018" y="281190"/>
                </a:lnTo>
                <a:lnTo>
                  <a:pt x="160020" y="214896"/>
                </a:lnTo>
                <a:lnTo>
                  <a:pt x="222504" y="214896"/>
                </a:lnTo>
                <a:lnTo>
                  <a:pt x="222504" y="345960"/>
                </a:lnTo>
                <a:lnTo>
                  <a:pt x="224205" y="365099"/>
                </a:lnTo>
                <a:lnTo>
                  <a:pt x="231457" y="379107"/>
                </a:lnTo>
                <a:lnTo>
                  <a:pt x="244157" y="387959"/>
                </a:lnTo>
                <a:lnTo>
                  <a:pt x="262128" y="391680"/>
                </a:lnTo>
                <a:lnTo>
                  <a:pt x="345948" y="391680"/>
                </a:lnTo>
                <a:lnTo>
                  <a:pt x="362788" y="389966"/>
                </a:lnTo>
                <a:lnTo>
                  <a:pt x="376618" y="384822"/>
                </a:lnTo>
                <a:lnTo>
                  <a:pt x="387311" y="376250"/>
                </a:lnTo>
                <a:lnTo>
                  <a:pt x="394716" y="364248"/>
                </a:lnTo>
                <a:close/>
              </a:path>
              <a:path w="1012189" h="452754">
                <a:moveTo>
                  <a:pt x="842784" y="355092"/>
                </a:moveTo>
                <a:lnTo>
                  <a:pt x="794778" y="347091"/>
                </a:lnTo>
                <a:lnTo>
                  <a:pt x="755916" y="332232"/>
                </a:lnTo>
                <a:lnTo>
                  <a:pt x="722960" y="309753"/>
                </a:lnTo>
                <a:lnTo>
                  <a:pt x="693432" y="280416"/>
                </a:lnTo>
                <a:lnTo>
                  <a:pt x="711161" y="268706"/>
                </a:lnTo>
                <a:lnTo>
                  <a:pt x="730199" y="256413"/>
                </a:lnTo>
                <a:lnTo>
                  <a:pt x="750646" y="243560"/>
                </a:lnTo>
                <a:lnTo>
                  <a:pt x="772680" y="230124"/>
                </a:lnTo>
                <a:lnTo>
                  <a:pt x="790968" y="228600"/>
                </a:lnTo>
                <a:lnTo>
                  <a:pt x="760488" y="198120"/>
                </a:lnTo>
                <a:lnTo>
                  <a:pt x="747344" y="216433"/>
                </a:lnTo>
                <a:lnTo>
                  <a:pt x="730770" y="234886"/>
                </a:lnTo>
                <a:lnTo>
                  <a:pt x="710768" y="253631"/>
                </a:lnTo>
                <a:lnTo>
                  <a:pt x="687336" y="272796"/>
                </a:lnTo>
                <a:lnTo>
                  <a:pt x="675093" y="253733"/>
                </a:lnTo>
                <a:lnTo>
                  <a:pt x="663714" y="233362"/>
                </a:lnTo>
                <a:lnTo>
                  <a:pt x="653465" y="212153"/>
                </a:lnTo>
                <a:lnTo>
                  <a:pt x="644664" y="190500"/>
                </a:lnTo>
                <a:lnTo>
                  <a:pt x="836688" y="190500"/>
                </a:lnTo>
                <a:lnTo>
                  <a:pt x="803160" y="153924"/>
                </a:lnTo>
                <a:lnTo>
                  <a:pt x="775728" y="179832"/>
                </a:lnTo>
                <a:lnTo>
                  <a:pt x="646188" y="179832"/>
                </a:lnTo>
                <a:lnTo>
                  <a:pt x="646188" y="129540"/>
                </a:lnTo>
                <a:lnTo>
                  <a:pt x="787920" y="129540"/>
                </a:lnTo>
                <a:lnTo>
                  <a:pt x="757440" y="96012"/>
                </a:lnTo>
                <a:lnTo>
                  <a:pt x="734580" y="118872"/>
                </a:lnTo>
                <a:lnTo>
                  <a:pt x="646188" y="118872"/>
                </a:lnTo>
                <a:lnTo>
                  <a:pt x="646188" y="71628"/>
                </a:lnTo>
                <a:lnTo>
                  <a:pt x="816876" y="71628"/>
                </a:lnTo>
                <a:lnTo>
                  <a:pt x="783348" y="36576"/>
                </a:lnTo>
                <a:lnTo>
                  <a:pt x="758964" y="60960"/>
                </a:lnTo>
                <a:lnTo>
                  <a:pt x="646188" y="60960"/>
                </a:lnTo>
                <a:lnTo>
                  <a:pt x="646188" y="30480"/>
                </a:lnTo>
                <a:lnTo>
                  <a:pt x="659904" y="18288"/>
                </a:lnTo>
                <a:lnTo>
                  <a:pt x="620280" y="0"/>
                </a:lnTo>
                <a:lnTo>
                  <a:pt x="621157" y="14249"/>
                </a:lnTo>
                <a:lnTo>
                  <a:pt x="621614" y="29337"/>
                </a:lnTo>
                <a:lnTo>
                  <a:pt x="621804" y="60960"/>
                </a:lnTo>
                <a:lnTo>
                  <a:pt x="467880" y="60960"/>
                </a:lnTo>
                <a:lnTo>
                  <a:pt x="483120" y="76200"/>
                </a:lnTo>
                <a:lnTo>
                  <a:pt x="492544" y="74206"/>
                </a:lnTo>
                <a:lnTo>
                  <a:pt x="502551" y="72771"/>
                </a:lnTo>
                <a:lnTo>
                  <a:pt x="513118" y="71920"/>
                </a:lnTo>
                <a:lnTo>
                  <a:pt x="524268" y="71628"/>
                </a:lnTo>
                <a:lnTo>
                  <a:pt x="621804" y="71628"/>
                </a:lnTo>
                <a:lnTo>
                  <a:pt x="621804" y="118872"/>
                </a:lnTo>
                <a:lnTo>
                  <a:pt x="496836" y="118872"/>
                </a:lnTo>
                <a:lnTo>
                  <a:pt x="512076" y="134112"/>
                </a:lnTo>
                <a:lnTo>
                  <a:pt x="522376" y="132118"/>
                </a:lnTo>
                <a:lnTo>
                  <a:pt x="532841" y="130683"/>
                </a:lnTo>
                <a:lnTo>
                  <a:pt x="543572" y="129832"/>
                </a:lnTo>
                <a:lnTo>
                  <a:pt x="554748" y="129540"/>
                </a:lnTo>
                <a:lnTo>
                  <a:pt x="621804" y="129540"/>
                </a:lnTo>
                <a:lnTo>
                  <a:pt x="621804" y="179832"/>
                </a:lnTo>
                <a:lnTo>
                  <a:pt x="440448" y="179832"/>
                </a:lnTo>
                <a:lnTo>
                  <a:pt x="457212" y="195072"/>
                </a:lnTo>
                <a:lnTo>
                  <a:pt x="466636" y="193078"/>
                </a:lnTo>
                <a:lnTo>
                  <a:pt x="476643" y="191643"/>
                </a:lnTo>
                <a:lnTo>
                  <a:pt x="487210" y="190792"/>
                </a:lnTo>
                <a:lnTo>
                  <a:pt x="498360" y="190500"/>
                </a:lnTo>
                <a:lnTo>
                  <a:pt x="611136" y="190500"/>
                </a:lnTo>
                <a:lnTo>
                  <a:pt x="577418" y="231648"/>
                </a:lnTo>
                <a:lnTo>
                  <a:pt x="537984" y="268224"/>
                </a:lnTo>
                <a:lnTo>
                  <a:pt x="491312" y="301180"/>
                </a:lnTo>
                <a:lnTo>
                  <a:pt x="434352" y="330708"/>
                </a:lnTo>
                <a:lnTo>
                  <a:pt x="435876" y="338328"/>
                </a:lnTo>
                <a:lnTo>
                  <a:pt x="468757" y="326313"/>
                </a:lnTo>
                <a:lnTo>
                  <a:pt x="498932" y="312991"/>
                </a:lnTo>
                <a:lnTo>
                  <a:pt x="526529" y="298259"/>
                </a:lnTo>
                <a:lnTo>
                  <a:pt x="551700" y="281940"/>
                </a:lnTo>
                <a:lnTo>
                  <a:pt x="551700" y="350520"/>
                </a:lnTo>
                <a:lnTo>
                  <a:pt x="551141" y="359956"/>
                </a:lnTo>
                <a:lnTo>
                  <a:pt x="549605" y="367665"/>
                </a:lnTo>
                <a:lnTo>
                  <a:pt x="547192" y="373672"/>
                </a:lnTo>
                <a:lnTo>
                  <a:pt x="544080" y="377952"/>
                </a:lnTo>
                <a:lnTo>
                  <a:pt x="563892" y="405384"/>
                </a:lnTo>
                <a:lnTo>
                  <a:pt x="582726" y="391414"/>
                </a:lnTo>
                <a:lnTo>
                  <a:pt x="607136" y="374713"/>
                </a:lnTo>
                <a:lnTo>
                  <a:pt x="636968" y="355460"/>
                </a:lnTo>
                <a:lnTo>
                  <a:pt x="672096" y="333756"/>
                </a:lnTo>
                <a:lnTo>
                  <a:pt x="669048" y="327660"/>
                </a:lnTo>
                <a:lnTo>
                  <a:pt x="577608" y="365760"/>
                </a:lnTo>
                <a:lnTo>
                  <a:pt x="577608" y="263652"/>
                </a:lnTo>
                <a:lnTo>
                  <a:pt x="594156" y="247637"/>
                </a:lnTo>
                <a:lnTo>
                  <a:pt x="609422" y="231457"/>
                </a:lnTo>
                <a:lnTo>
                  <a:pt x="623252" y="215011"/>
                </a:lnTo>
                <a:lnTo>
                  <a:pt x="635520" y="198120"/>
                </a:lnTo>
                <a:lnTo>
                  <a:pt x="650354" y="238493"/>
                </a:lnTo>
                <a:lnTo>
                  <a:pt x="667334" y="272986"/>
                </a:lnTo>
                <a:lnTo>
                  <a:pt x="707148" y="326136"/>
                </a:lnTo>
                <a:lnTo>
                  <a:pt x="754011" y="361569"/>
                </a:lnTo>
                <a:lnTo>
                  <a:pt x="803160" y="385572"/>
                </a:lnTo>
                <a:lnTo>
                  <a:pt x="809993" y="376428"/>
                </a:lnTo>
                <a:lnTo>
                  <a:pt x="818972" y="369570"/>
                </a:lnTo>
                <a:lnTo>
                  <a:pt x="829945" y="364998"/>
                </a:lnTo>
                <a:lnTo>
                  <a:pt x="842784" y="362712"/>
                </a:lnTo>
                <a:lnTo>
                  <a:pt x="842784" y="355092"/>
                </a:lnTo>
                <a:close/>
              </a:path>
              <a:path w="1012189" h="452754">
                <a:moveTo>
                  <a:pt x="1011936" y="239280"/>
                </a:moveTo>
                <a:lnTo>
                  <a:pt x="1006221" y="176606"/>
                </a:lnTo>
                <a:lnTo>
                  <a:pt x="989076" y="121932"/>
                </a:lnTo>
                <a:lnTo>
                  <a:pt x="963930" y="72212"/>
                </a:lnTo>
                <a:lnTo>
                  <a:pt x="929640" y="25920"/>
                </a:lnTo>
                <a:lnTo>
                  <a:pt x="880872" y="25920"/>
                </a:lnTo>
                <a:lnTo>
                  <a:pt x="880872" y="27444"/>
                </a:lnTo>
                <a:lnTo>
                  <a:pt x="888898" y="35725"/>
                </a:lnTo>
                <a:lnTo>
                  <a:pt x="897064" y="44589"/>
                </a:lnTo>
                <a:lnTo>
                  <a:pt x="922147" y="75488"/>
                </a:lnTo>
                <a:lnTo>
                  <a:pt x="943356" y="112788"/>
                </a:lnTo>
                <a:lnTo>
                  <a:pt x="960716" y="156502"/>
                </a:lnTo>
                <a:lnTo>
                  <a:pt x="970788" y="204609"/>
                </a:lnTo>
                <a:lnTo>
                  <a:pt x="972312" y="239280"/>
                </a:lnTo>
                <a:lnTo>
                  <a:pt x="971981" y="257251"/>
                </a:lnTo>
                <a:lnTo>
                  <a:pt x="960716" y="322046"/>
                </a:lnTo>
                <a:lnTo>
                  <a:pt x="937120" y="378955"/>
                </a:lnTo>
                <a:lnTo>
                  <a:pt x="914400" y="414540"/>
                </a:lnTo>
                <a:lnTo>
                  <a:pt x="880872" y="451116"/>
                </a:lnTo>
                <a:lnTo>
                  <a:pt x="880872" y="452640"/>
                </a:lnTo>
                <a:lnTo>
                  <a:pt x="929640" y="452640"/>
                </a:lnTo>
                <a:lnTo>
                  <a:pt x="947928" y="430364"/>
                </a:lnTo>
                <a:lnTo>
                  <a:pt x="977646" y="382981"/>
                </a:lnTo>
                <a:lnTo>
                  <a:pt x="999083" y="331000"/>
                </a:lnTo>
                <a:lnTo>
                  <a:pt x="1010513" y="271564"/>
                </a:lnTo>
                <a:lnTo>
                  <a:pt x="1011936" y="23928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" name="object 43"/>
          <p:cNvSpPr/>
          <p:nvPr/>
        </p:nvSpPr>
        <p:spPr>
          <a:xfrm>
            <a:off x="6521195" y="5050536"/>
            <a:ext cx="337185" cy="393700"/>
          </a:xfrm>
          <a:custGeom>
            <a:avLst/>
            <a:gdLst/>
            <a:ahLst/>
            <a:cxnLst/>
            <a:rect l="l" t="t" r="r" b="b"/>
            <a:pathLst>
              <a:path w="337184" h="393700">
                <a:moveTo>
                  <a:pt x="25908" y="393192"/>
                </a:moveTo>
                <a:lnTo>
                  <a:pt x="21336" y="385572"/>
                </a:lnTo>
                <a:lnTo>
                  <a:pt x="45672" y="380428"/>
                </a:lnTo>
                <a:lnTo>
                  <a:pt x="68580" y="374142"/>
                </a:lnTo>
                <a:lnTo>
                  <a:pt x="111252" y="358140"/>
                </a:lnTo>
                <a:lnTo>
                  <a:pt x="149161" y="337375"/>
                </a:lnTo>
                <a:lnTo>
                  <a:pt x="185928" y="310896"/>
                </a:lnTo>
                <a:lnTo>
                  <a:pt x="215646" y="274129"/>
                </a:lnTo>
                <a:lnTo>
                  <a:pt x="236220" y="227076"/>
                </a:lnTo>
                <a:lnTo>
                  <a:pt x="246095" y="166457"/>
                </a:lnTo>
                <a:lnTo>
                  <a:pt x="248838" y="120969"/>
                </a:lnTo>
                <a:lnTo>
                  <a:pt x="250086" y="66841"/>
                </a:lnTo>
                <a:lnTo>
                  <a:pt x="250046" y="39623"/>
                </a:lnTo>
                <a:lnTo>
                  <a:pt x="249935" y="0"/>
                </a:lnTo>
                <a:lnTo>
                  <a:pt x="292608" y="19812"/>
                </a:lnTo>
                <a:lnTo>
                  <a:pt x="278892" y="32004"/>
                </a:lnTo>
                <a:lnTo>
                  <a:pt x="277745" y="77176"/>
                </a:lnTo>
                <a:lnTo>
                  <a:pt x="276415" y="117538"/>
                </a:lnTo>
                <a:lnTo>
                  <a:pt x="272796" y="176784"/>
                </a:lnTo>
                <a:lnTo>
                  <a:pt x="265938" y="220218"/>
                </a:lnTo>
                <a:lnTo>
                  <a:pt x="254508" y="259080"/>
                </a:lnTo>
                <a:lnTo>
                  <a:pt x="267843" y="268224"/>
                </a:lnTo>
                <a:lnTo>
                  <a:pt x="251459" y="268224"/>
                </a:lnTo>
                <a:lnTo>
                  <a:pt x="233743" y="293965"/>
                </a:lnTo>
                <a:lnTo>
                  <a:pt x="212598" y="316420"/>
                </a:lnTo>
                <a:lnTo>
                  <a:pt x="160020" y="352044"/>
                </a:lnTo>
                <a:lnTo>
                  <a:pt x="97536" y="376047"/>
                </a:lnTo>
                <a:lnTo>
                  <a:pt x="62722" y="385476"/>
                </a:lnTo>
                <a:lnTo>
                  <a:pt x="25908" y="393192"/>
                </a:lnTo>
                <a:close/>
              </a:path>
              <a:path w="337184" h="393700">
                <a:moveTo>
                  <a:pt x="25908" y="335280"/>
                </a:moveTo>
                <a:lnTo>
                  <a:pt x="0" y="304800"/>
                </a:lnTo>
                <a:lnTo>
                  <a:pt x="3119" y="298751"/>
                </a:lnTo>
                <a:lnTo>
                  <a:pt x="5524" y="291846"/>
                </a:lnTo>
                <a:lnTo>
                  <a:pt x="7072" y="283797"/>
                </a:lnTo>
                <a:lnTo>
                  <a:pt x="7481" y="276725"/>
                </a:lnTo>
                <a:lnTo>
                  <a:pt x="7519" y="66841"/>
                </a:lnTo>
                <a:lnTo>
                  <a:pt x="7429" y="54673"/>
                </a:lnTo>
                <a:lnTo>
                  <a:pt x="6977" y="34170"/>
                </a:lnTo>
                <a:lnTo>
                  <a:pt x="6096" y="15240"/>
                </a:lnTo>
                <a:lnTo>
                  <a:pt x="50292" y="36576"/>
                </a:lnTo>
                <a:lnTo>
                  <a:pt x="33528" y="50292"/>
                </a:lnTo>
                <a:lnTo>
                  <a:pt x="33528" y="281940"/>
                </a:lnTo>
                <a:lnTo>
                  <a:pt x="76202" y="281940"/>
                </a:lnTo>
                <a:lnTo>
                  <a:pt x="67056" y="289560"/>
                </a:lnTo>
                <a:lnTo>
                  <a:pt x="55054" y="300990"/>
                </a:lnTo>
                <a:lnTo>
                  <a:pt x="44196" y="312420"/>
                </a:lnTo>
                <a:lnTo>
                  <a:pt x="34480" y="323850"/>
                </a:lnTo>
                <a:lnTo>
                  <a:pt x="25908" y="335280"/>
                </a:lnTo>
                <a:close/>
              </a:path>
              <a:path w="337184" h="393700">
                <a:moveTo>
                  <a:pt x="153924" y="144780"/>
                </a:moveTo>
                <a:lnTo>
                  <a:pt x="152400" y="144780"/>
                </a:lnTo>
                <a:lnTo>
                  <a:pt x="148994" y="143351"/>
                </a:lnTo>
                <a:lnTo>
                  <a:pt x="145732" y="139065"/>
                </a:lnTo>
                <a:lnTo>
                  <a:pt x="142755" y="131921"/>
                </a:lnTo>
                <a:lnTo>
                  <a:pt x="140208" y="121920"/>
                </a:lnTo>
                <a:lnTo>
                  <a:pt x="134207" y="105084"/>
                </a:lnTo>
                <a:lnTo>
                  <a:pt x="125349" y="86677"/>
                </a:lnTo>
                <a:lnTo>
                  <a:pt x="113633" y="66841"/>
                </a:lnTo>
                <a:lnTo>
                  <a:pt x="99060" y="45720"/>
                </a:lnTo>
                <a:lnTo>
                  <a:pt x="103632" y="39623"/>
                </a:lnTo>
                <a:lnTo>
                  <a:pt x="133397" y="61674"/>
                </a:lnTo>
                <a:lnTo>
                  <a:pt x="154305" y="80010"/>
                </a:lnTo>
                <a:lnTo>
                  <a:pt x="166639" y="94916"/>
                </a:lnTo>
                <a:lnTo>
                  <a:pt x="170688" y="106680"/>
                </a:lnTo>
                <a:lnTo>
                  <a:pt x="170354" y="116133"/>
                </a:lnTo>
                <a:lnTo>
                  <a:pt x="169164" y="124015"/>
                </a:lnTo>
                <a:lnTo>
                  <a:pt x="166830" y="130468"/>
                </a:lnTo>
                <a:lnTo>
                  <a:pt x="163068" y="135636"/>
                </a:lnTo>
                <a:lnTo>
                  <a:pt x="158496" y="141732"/>
                </a:lnTo>
                <a:lnTo>
                  <a:pt x="153924" y="144780"/>
                </a:lnTo>
                <a:close/>
              </a:path>
              <a:path w="337184" h="393700">
                <a:moveTo>
                  <a:pt x="76202" y="281940"/>
                </a:moveTo>
                <a:lnTo>
                  <a:pt x="33528" y="281940"/>
                </a:lnTo>
                <a:lnTo>
                  <a:pt x="54721" y="270200"/>
                </a:lnTo>
                <a:lnTo>
                  <a:pt x="81915" y="253174"/>
                </a:lnTo>
                <a:lnTo>
                  <a:pt x="115395" y="230719"/>
                </a:lnTo>
                <a:lnTo>
                  <a:pt x="155448" y="202692"/>
                </a:lnTo>
                <a:lnTo>
                  <a:pt x="161544" y="208788"/>
                </a:lnTo>
                <a:lnTo>
                  <a:pt x="103441" y="258889"/>
                </a:lnTo>
                <a:lnTo>
                  <a:pt x="82462" y="276725"/>
                </a:lnTo>
                <a:lnTo>
                  <a:pt x="76202" y="281940"/>
                </a:lnTo>
                <a:close/>
              </a:path>
              <a:path w="337184" h="393700">
                <a:moveTo>
                  <a:pt x="323088" y="371856"/>
                </a:moveTo>
                <a:lnTo>
                  <a:pt x="319397" y="370403"/>
                </a:lnTo>
                <a:lnTo>
                  <a:pt x="315277" y="365950"/>
                </a:lnTo>
                <a:lnTo>
                  <a:pt x="310872" y="358354"/>
                </a:lnTo>
                <a:lnTo>
                  <a:pt x="306323" y="347472"/>
                </a:lnTo>
                <a:lnTo>
                  <a:pt x="298608" y="331446"/>
                </a:lnTo>
                <a:lnTo>
                  <a:pt x="286893" y="312991"/>
                </a:lnTo>
                <a:lnTo>
                  <a:pt x="271077" y="291846"/>
                </a:lnTo>
                <a:lnTo>
                  <a:pt x="251459" y="268224"/>
                </a:lnTo>
                <a:lnTo>
                  <a:pt x="267843" y="268224"/>
                </a:lnTo>
                <a:lnTo>
                  <a:pt x="304014" y="295084"/>
                </a:lnTo>
                <a:lnTo>
                  <a:pt x="331279" y="321754"/>
                </a:lnTo>
                <a:lnTo>
                  <a:pt x="336804" y="339852"/>
                </a:lnTo>
                <a:lnTo>
                  <a:pt x="336804" y="352044"/>
                </a:lnTo>
                <a:lnTo>
                  <a:pt x="335280" y="359664"/>
                </a:lnTo>
                <a:lnTo>
                  <a:pt x="323088" y="37185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44" name="object 44"/>
          <p:cNvGrpSpPr/>
          <p:nvPr/>
        </p:nvGrpSpPr>
        <p:grpSpPr>
          <a:xfrm>
            <a:off x="6914388" y="5035295"/>
            <a:ext cx="1312545" cy="422275"/>
            <a:chOff x="6914388" y="5035295"/>
            <a:chExt cx="1312545" cy="422275"/>
          </a:xfrm>
        </p:grpSpPr>
        <p:sp>
          <p:nvSpPr>
            <p:cNvPr id="45" name="object 45"/>
            <p:cNvSpPr/>
            <p:nvPr/>
          </p:nvSpPr>
          <p:spPr>
            <a:xfrm>
              <a:off x="6920484" y="5041392"/>
              <a:ext cx="399415" cy="408940"/>
            </a:xfrm>
            <a:custGeom>
              <a:avLst/>
              <a:gdLst/>
              <a:ahLst/>
              <a:cxnLst/>
              <a:rect l="l" t="t" r="r" b="b"/>
              <a:pathLst>
                <a:path w="399415" h="408939">
                  <a:moveTo>
                    <a:pt x="333211" y="19812"/>
                  </a:moveTo>
                  <a:lnTo>
                    <a:pt x="294132" y="19812"/>
                  </a:lnTo>
                  <a:lnTo>
                    <a:pt x="306324" y="0"/>
                  </a:lnTo>
                  <a:lnTo>
                    <a:pt x="333211" y="19812"/>
                  </a:lnTo>
                  <a:close/>
                </a:path>
                <a:path w="399415" h="408939">
                  <a:moveTo>
                    <a:pt x="83820" y="149352"/>
                  </a:moveTo>
                  <a:lnTo>
                    <a:pt x="84701" y="132802"/>
                  </a:lnTo>
                  <a:lnTo>
                    <a:pt x="85153" y="115252"/>
                  </a:lnTo>
                  <a:lnTo>
                    <a:pt x="85275" y="101727"/>
                  </a:lnTo>
                  <a:lnTo>
                    <a:pt x="85320" y="58602"/>
                  </a:lnTo>
                  <a:lnTo>
                    <a:pt x="85153" y="40195"/>
                  </a:lnTo>
                  <a:lnTo>
                    <a:pt x="84701" y="22645"/>
                  </a:lnTo>
                  <a:lnTo>
                    <a:pt x="83820" y="6096"/>
                  </a:lnTo>
                  <a:lnTo>
                    <a:pt x="109728" y="19812"/>
                  </a:lnTo>
                  <a:lnTo>
                    <a:pt x="333211" y="19812"/>
                  </a:lnTo>
                  <a:lnTo>
                    <a:pt x="335280" y="21336"/>
                  </a:lnTo>
                  <a:lnTo>
                    <a:pt x="324993" y="30480"/>
                  </a:lnTo>
                  <a:lnTo>
                    <a:pt x="109728" y="30480"/>
                  </a:lnTo>
                  <a:lnTo>
                    <a:pt x="109728" y="68580"/>
                  </a:lnTo>
                  <a:lnTo>
                    <a:pt x="321585" y="68580"/>
                  </a:lnTo>
                  <a:lnTo>
                    <a:pt x="321629" y="79248"/>
                  </a:lnTo>
                  <a:lnTo>
                    <a:pt x="109728" y="79248"/>
                  </a:lnTo>
                  <a:lnTo>
                    <a:pt x="109728" y="117348"/>
                  </a:lnTo>
                  <a:lnTo>
                    <a:pt x="322085" y="117348"/>
                  </a:lnTo>
                  <a:lnTo>
                    <a:pt x="322206" y="123110"/>
                  </a:lnTo>
                  <a:lnTo>
                    <a:pt x="322551" y="128016"/>
                  </a:lnTo>
                  <a:lnTo>
                    <a:pt x="109728" y="128016"/>
                  </a:lnTo>
                  <a:lnTo>
                    <a:pt x="109728" y="141732"/>
                  </a:lnTo>
                  <a:lnTo>
                    <a:pt x="83820" y="149352"/>
                  </a:lnTo>
                  <a:close/>
                </a:path>
                <a:path w="399415" h="408939">
                  <a:moveTo>
                    <a:pt x="321585" y="68580"/>
                  </a:moveTo>
                  <a:lnTo>
                    <a:pt x="297180" y="68580"/>
                  </a:lnTo>
                  <a:lnTo>
                    <a:pt x="297180" y="30480"/>
                  </a:lnTo>
                  <a:lnTo>
                    <a:pt x="324993" y="30480"/>
                  </a:lnTo>
                  <a:lnTo>
                    <a:pt x="321564" y="33528"/>
                  </a:lnTo>
                  <a:lnTo>
                    <a:pt x="321585" y="68580"/>
                  </a:lnTo>
                  <a:close/>
                </a:path>
                <a:path w="399415" h="408939">
                  <a:moveTo>
                    <a:pt x="322085" y="117348"/>
                  </a:moveTo>
                  <a:lnTo>
                    <a:pt x="297180" y="117348"/>
                  </a:lnTo>
                  <a:lnTo>
                    <a:pt x="297180" y="79248"/>
                  </a:lnTo>
                  <a:lnTo>
                    <a:pt x="321629" y="79248"/>
                  </a:lnTo>
                  <a:lnTo>
                    <a:pt x="321754" y="101727"/>
                  </a:lnTo>
                  <a:lnTo>
                    <a:pt x="322085" y="117348"/>
                  </a:lnTo>
                  <a:close/>
                </a:path>
                <a:path w="399415" h="408939">
                  <a:moveTo>
                    <a:pt x="297180" y="147828"/>
                  </a:moveTo>
                  <a:lnTo>
                    <a:pt x="297180" y="128016"/>
                  </a:lnTo>
                  <a:lnTo>
                    <a:pt x="322551" y="128016"/>
                  </a:lnTo>
                  <a:lnTo>
                    <a:pt x="323088" y="135636"/>
                  </a:lnTo>
                  <a:lnTo>
                    <a:pt x="297180" y="147828"/>
                  </a:lnTo>
                  <a:close/>
                </a:path>
                <a:path w="399415" h="408939">
                  <a:moveTo>
                    <a:pt x="13716" y="178308"/>
                  </a:moveTo>
                  <a:lnTo>
                    <a:pt x="0" y="164592"/>
                  </a:lnTo>
                  <a:lnTo>
                    <a:pt x="332232" y="164592"/>
                  </a:lnTo>
                  <a:lnTo>
                    <a:pt x="359664" y="135636"/>
                  </a:lnTo>
                  <a:lnTo>
                    <a:pt x="397764" y="173736"/>
                  </a:lnTo>
                  <a:lnTo>
                    <a:pt x="36576" y="173736"/>
                  </a:lnTo>
                  <a:lnTo>
                    <a:pt x="13716" y="178308"/>
                  </a:lnTo>
                  <a:close/>
                </a:path>
                <a:path w="399415" h="408939">
                  <a:moveTo>
                    <a:pt x="24384" y="373380"/>
                  </a:moveTo>
                  <a:lnTo>
                    <a:pt x="3048" y="341376"/>
                  </a:lnTo>
                  <a:lnTo>
                    <a:pt x="16168" y="339090"/>
                  </a:lnTo>
                  <a:lnTo>
                    <a:pt x="30289" y="336804"/>
                  </a:lnTo>
                  <a:lnTo>
                    <a:pt x="60960" y="332232"/>
                  </a:lnTo>
                  <a:lnTo>
                    <a:pt x="60960" y="173736"/>
                  </a:lnTo>
                  <a:lnTo>
                    <a:pt x="85344" y="173736"/>
                  </a:lnTo>
                  <a:lnTo>
                    <a:pt x="85344" y="210312"/>
                  </a:lnTo>
                  <a:lnTo>
                    <a:pt x="188976" y="210312"/>
                  </a:lnTo>
                  <a:lnTo>
                    <a:pt x="188976" y="220980"/>
                  </a:lnTo>
                  <a:lnTo>
                    <a:pt x="85344" y="220980"/>
                  </a:lnTo>
                  <a:lnTo>
                    <a:pt x="85344" y="260604"/>
                  </a:lnTo>
                  <a:lnTo>
                    <a:pt x="188976" y="260604"/>
                  </a:lnTo>
                  <a:lnTo>
                    <a:pt x="188976" y="271272"/>
                  </a:lnTo>
                  <a:lnTo>
                    <a:pt x="85344" y="271272"/>
                  </a:lnTo>
                  <a:lnTo>
                    <a:pt x="85344" y="327660"/>
                  </a:lnTo>
                  <a:lnTo>
                    <a:pt x="167640" y="327660"/>
                  </a:lnTo>
                  <a:lnTo>
                    <a:pt x="123348" y="338232"/>
                  </a:lnTo>
                  <a:lnTo>
                    <a:pt x="88773" y="347091"/>
                  </a:lnTo>
                  <a:lnTo>
                    <a:pt x="48768" y="359664"/>
                  </a:lnTo>
                  <a:lnTo>
                    <a:pt x="27551" y="369951"/>
                  </a:lnTo>
                  <a:lnTo>
                    <a:pt x="24384" y="373380"/>
                  </a:lnTo>
                  <a:close/>
                </a:path>
                <a:path w="399415" h="408939">
                  <a:moveTo>
                    <a:pt x="188976" y="210312"/>
                  </a:moveTo>
                  <a:lnTo>
                    <a:pt x="167640" y="210312"/>
                  </a:lnTo>
                  <a:lnTo>
                    <a:pt x="167640" y="173736"/>
                  </a:lnTo>
                  <a:lnTo>
                    <a:pt x="188976" y="173736"/>
                  </a:lnTo>
                  <a:lnTo>
                    <a:pt x="188976" y="210312"/>
                  </a:lnTo>
                  <a:close/>
                </a:path>
                <a:path w="399415" h="408939">
                  <a:moveTo>
                    <a:pt x="210312" y="219456"/>
                  </a:moveTo>
                  <a:lnTo>
                    <a:pt x="196596" y="205740"/>
                  </a:lnTo>
                  <a:lnTo>
                    <a:pt x="330708" y="205740"/>
                  </a:lnTo>
                  <a:lnTo>
                    <a:pt x="344424" y="187452"/>
                  </a:lnTo>
                  <a:lnTo>
                    <a:pt x="371856" y="211836"/>
                  </a:lnTo>
                  <a:lnTo>
                    <a:pt x="364236" y="216408"/>
                  </a:lnTo>
                  <a:lnTo>
                    <a:pt x="233172" y="216408"/>
                  </a:lnTo>
                  <a:lnTo>
                    <a:pt x="210312" y="219456"/>
                  </a:lnTo>
                  <a:close/>
                </a:path>
                <a:path w="399415" h="408939">
                  <a:moveTo>
                    <a:pt x="195072" y="403860"/>
                  </a:moveTo>
                  <a:lnTo>
                    <a:pt x="188976" y="397764"/>
                  </a:lnTo>
                  <a:lnTo>
                    <a:pt x="213240" y="380285"/>
                  </a:lnTo>
                  <a:lnTo>
                    <a:pt x="235648" y="361950"/>
                  </a:lnTo>
                  <a:lnTo>
                    <a:pt x="256055" y="342471"/>
                  </a:lnTo>
                  <a:lnTo>
                    <a:pt x="274320" y="321564"/>
                  </a:lnTo>
                  <a:lnTo>
                    <a:pt x="266866" y="309872"/>
                  </a:lnTo>
                  <a:lnTo>
                    <a:pt x="260413" y="297751"/>
                  </a:lnTo>
                  <a:lnTo>
                    <a:pt x="245387" y="259699"/>
                  </a:lnTo>
                  <a:lnTo>
                    <a:pt x="233172" y="216408"/>
                  </a:lnTo>
                  <a:lnTo>
                    <a:pt x="242316" y="216408"/>
                  </a:lnTo>
                  <a:lnTo>
                    <a:pt x="246030" y="228099"/>
                  </a:lnTo>
                  <a:lnTo>
                    <a:pt x="250317" y="240220"/>
                  </a:lnTo>
                  <a:lnTo>
                    <a:pt x="266580" y="276296"/>
                  </a:lnTo>
                  <a:lnTo>
                    <a:pt x="286512" y="304800"/>
                  </a:lnTo>
                  <a:lnTo>
                    <a:pt x="311061" y="304800"/>
                  </a:lnTo>
                  <a:lnTo>
                    <a:pt x="300227" y="320040"/>
                  </a:lnTo>
                  <a:lnTo>
                    <a:pt x="314277" y="332613"/>
                  </a:lnTo>
                  <a:lnTo>
                    <a:pt x="317549" y="335280"/>
                  </a:lnTo>
                  <a:lnTo>
                    <a:pt x="286512" y="335280"/>
                  </a:lnTo>
                  <a:lnTo>
                    <a:pt x="267938" y="353067"/>
                  </a:lnTo>
                  <a:lnTo>
                    <a:pt x="246507" y="370141"/>
                  </a:lnTo>
                  <a:lnTo>
                    <a:pt x="222218" y="386929"/>
                  </a:lnTo>
                  <a:lnTo>
                    <a:pt x="195072" y="403860"/>
                  </a:lnTo>
                  <a:close/>
                </a:path>
                <a:path w="399415" h="408939">
                  <a:moveTo>
                    <a:pt x="311061" y="304800"/>
                  </a:moveTo>
                  <a:lnTo>
                    <a:pt x="286512" y="304800"/>
                  </a:lnTo>
                  <a:lnTo>
                    <a:pt x="293346" y="294251"/>
                  </a:lnTo>
                  <a:lnTo>
                    <a:pt x="300037" y="283273"/>
                  </a:lnTo>
                  <a:lnTo>
                    <a:pt x="322897" y="239077"/>
                  </a:lnTo>
                  <a:lnTo>
                    <a:pt x="332232" y="216408"/>
                  </a:lnTo>
                  <a:lnTo>
                    <a:pt x="364236" y="216408"/>
                  </a:lnTo>
                  <a:lnTo>
                    <a:pt x="356616" y="220980"/>
                  </a:lnTo>
                  <a:lnTo>
                    <a:pt x="343519" y="249531"/>
                  </a:lnTo>
                  <a:lnTo>
                    <a:pt x="329565" y="275653"/>
                  </a:lnTo>
                  <a:lnTo>
                    <a:pt x="315039" y="299204"/>
                  </a:lnTo>
                  <a:lnTo>
                    <a:pt x="311061" y="304800"/>
                  </a:lnTo>
                  <a:close/>
                </a:path>
                <a:path w="399415" h="408939">
                  <a:moveTo>
                    <a:pt x="188976" y="260604"/>
                  </a:moveTo>
                  <a:lnTo>
                    <a:pt x="167640" y="260604"/>
                  </a:lnTo>
                  <a:lnTo>
                    <a:pt x="167640" y="220980"/>
                  </a:lnTo>
                  <a:lnTo>
                    <a:pt x="188976" y="220980"/>
                  </a:lnTo>
                  <a:lnTo>
                    <a:pt x="188976" y="260604"/>
                  </a:lnTo>
                  <a:close/>
                </a:path>
                <a:path w="399415" h="408939">
                  <a:moveTo>
                    <a:pt x="167640" y="408432"/>
                  </a:moveTo>
                  <a:lnTo>
                    <a:pt x="167640" y="327660"/>
                  </a:lnTo>
                  <a:lnTo>
                    <a:pt x="85344" y="327660"/>
                  </a:lnTo>
                  <a:lnTo>
                    <a:pt x="167640" y="313944"/>
                  </a:lnTo>
                  <a:lnTo>
                    <a:pt x="167640" y="271272"/>
                  </a:lnTo>
                  <a:lnTo>
                    <a:pt x="188976" y="271272"/>
                  </a:lnTo>
                  <a:lnTo>
                    <a:pt x="188976" y="307848"/>
                  </a:lnTo>
                  <a:lnTo>
                    <a:pt x="231648" y="307848"/>
                  </a:lnTo>
                  <a:lnTo>
                    <a:pt x="188976" y="320040"/>
                  </a:lnTo>
                  <a:lnTo>
                    <a:pt x="188976" y="394716"/>
                  </a:lnTo>
                  <a:lnTo>
                    <a:pt x="167640" y="408432"/>
                  </a:lnTo>
                  <a:close/>
                </a:path>
                <a:path w="399415" h="408939">
                  <a:moveTo>
                    <a:pt x="231648" y="307848"/>
                  </a:moveTo>
                  <a:lnTo>
                    <a:pt x="188976" y="307848"/>
                  </a:lnTo>
                  <a:lnTo>
                    <a:pt x="240792" y="297180"/>
                  </a:lnTo>
                  <a:lnTo>
                    <a:pt x="242316" y="304800"/>
                  </a:lnTo>
                  <a:lnTo>
                    <a:pt x="231648" y="307848"/>
                  </a:lnTo>
                  <a:close/>
                </a:path>
                <a:path w="399415" h="408939">
                  <a:moveTo>
                    <a:pt x="365760" y="396240"/>
                  </a:moveTo>
                  <a:lnTo>
                    <a:pt x="317373" y="365712"/>
                  </a:lnTo>
                  <a:lnTo>
                    <a:pt x="286512" y="335280"/>
                  </a:lnTo>
                  <a:lnTo>
                    <a:pt x="317549" y="335280"/>
                  </a:lnTo>
                  <a:lnTo>
                    <a:pt x="326898" y="342900"/>
                  </a:lnTo>
                  <a:lnTo>
                    <a:pt x="338375" y="350901"/>
                  </a:lnTo>
                  <a:lnTo>
                    <a:pt x="385000" y="367331"/>
                  </a:lnTo>
                  <a:lnTo>
                    <a:pt x="399288" y="368808"/>
                  </a:lnTo>
                  <a:lnTo>
                    <a:pt x="399288" y="376428"/>
                  </a:lnTo>
                  <a:lnTo>
                    <a:pt x="386976" y="378666"/>
                  </a:lnTo>
                  <a:lnTo>
                    <a:pt x="377380" y="382905"/>
                  </a:lnTo>
                  <a:lnTo>
                    <a:pt x="370355" y="388858"/>
                  </a:lnTo>
                  <a:lnTo>
                    <a:pt x="365760" y="39624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46" name="object 46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6999732" y="5209032"/>
              <a:ext cx="94487" cy="166115"/>
            </a:xfrm>
            <a:prstGeom prst="rect">
              <a:avLst/>
            </a:prstGeom>
          </p:spPr>
        </p:pic>
        <p:pic>
          <p:nvPicPr>
            <p:cNvPr id="47" name="object 47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7156704" y="5251703"/>
              <a:ext cx="102108" cy="100583"/>
            </a:xfrm>
            <a:prstGeom prst="rect">
              <a:avLst/>
            </a:prstGeom>
          </p:spPr>
        </p:pic>
        <p:sp>
          <p:nvSpPr>
            <p:cNvPr id="48" name="object 48"/>
            <p:cNvSpPr/>
            <p:nvPr/>
          </p:nvSpPr>
          <p:spPr>
            <a:xfrm>
              <a:off x="6920484" y="5177027"/>
              <a:ext cx="398145" cy="273050"/>
            </a:xfrm>
            <a:custGeom>
              <a:avLst/>
              <a:gdLst/>
              <a:ahLst/>
              <a:cxnLst/>
              <a:rect l="l" t="t" r="r" b="b"/>
              <a:pathLst>
                <a:path w="398145" h="273050">
                  <a:moveTo>
                    <a:pt x="0" y="28956"/>
                  </a:moveTo>
                  <a:lnTo>
                    <a:pt x="332232" y="28956"/>
                  </a:lnTo>
                  <a:lnTo>
                    <a:pt x="359663" y="0"/>
                  </a:lnTo>
                  <a:lnTo>
                    <a:pt x="397763" y="38100"/>
                  </a:lnTo>
                  <a:lnTo>
                    <a:pt x="188976" y="38100"/>
                  </a:lnTo>
                  <a:lnTo>
                    <a:pt x="188976" y="172212"/>
                  </a:lnTo>
                  <a:lnTo>
                    <a:pt x="240792" y="161544"/>
                  </a:lnTo>
                  <a:lnTo>
                    <a:pt x="242316" y="169164"/>
                  </a:lnTo>
                  <a:lnTo>
                    <a:pt x="188976" y="184404"/>
                  </a:lnTo>
                  <a:lnTo>
                    <a:pt x="188976" y="259080"/>
                  </a:lnTo>
                  <a:lnTo>
                    <a:pt x="167640" y="272796"/>
                  </a:lnTo>
                  <a:lnTo>
                    <a:pt x="167640" y="192024"/>
                  </a:lnTo>
                  <a:lnTo>
                    <a:pt x="123348" y="202596"/>
                  </a:lnTo>
                  <a:lnTo>
                    <a:pt x="63912" y="218598"/>
                  </a:lnTo>
                  <a:lnTo>
                    <a:pt x="27551" y="234315"/>
                  </a:lnTo>
                  <a:lnTo>
                    <a:pt x="24384" y="237744"/>
                  </a:lnTo>
                  <a:lnTo>
                    <a:pt x="3048" y="205739"/>
                  </a:lnTo>
                  <a:lnTo>
                    <a:pt x="16168" y="203453"/>
                  </a:lnTo>
                  <a:lnTo>
                    <a:pt x="30289" y="201167"/>
                  </a:lnTo>
                  <a:lnTo>
                    <a:pt x="45267" y="198881"/>
                  </a:lnTo>
                  <a:lnTo>
                    <a:pt x="60960" y="196596"/>
                  </a:lnTo>
                  <a:lnTo>
                    <a:pt x="60960" y="38100"/>
                  </a:lnTo>
                  <a:lnTo>
                    <a:pt x="36576" y="38100"/>
                  </a:lnTo>
                  <a:lnTo>
                    <a:pt x="13716" y="42672"/>
                  </a:lnTo>
                  <a:lnTo>
                    <a:pt x="0" y="28956"/>
                  </a:lnTo>
                  <a:close/>
                </a:path>
              </a:pathLst>
            </a:custGeom>
            <a:ln w="1219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49" name="object 49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7103364" y="5222747"/>
              <a:ext cx="222504" cy="228599"/>
            </a:xfrm>
            <a:prstGeom prst="rect">
              <a:avLst/>
            </a:prstGeom>
          </p:spPr>
        </p:pic>
        <p:sp>
          <p:nvSpPr>
            <p:cNvPr id="50" name="object 50"/>
            <p:cNvSpPr/>
            <p:nvPr/>
          </p:nvSpPr>
          <p:spPr>
            <a:xfrm>
              <a:off x="7030212" y="5071871"/>
              <a:ext cx="187960" cy="86995"/>
            </a:xfrm>
            <a:custGeom>
              <a:avLst/>
              <a:gdLst/>
              <a:ahLst/>
              <a:cxnLst/>
              <a:rect l="l" t="t" r="r" b="b"/>
              <a:pathLst>
                <a:path w="187959" h="86995">
                  <a:moveTo>
                    <a:pt x="0" y="0"/>
                  </a:moveTo>
                  <a:lnTo>
                    <a:pt x="0" y="38100"/>
                  </a:lnTo>
                  <a:lnTo>
                    <a:pt x="187451" y="38100"/>
                  </a:lnTo>
                  <a:lnTo>
                    <a:pt x="187451" y="0"/>
                  </a:lnTo>
                  <a:lnTo>
                    <a:pt x="0" y="0"/>
                  </a:lnTo>
                  <a:close/>
                </a:path>
                <a:path w="187959" h="86995">
                  <a:moveTo>
                    <a:pt x="0" y="48767"/>
                  </a:moveTo>
                  <a:lnTo>
                    <a:pt x="0" y="86867"/>
                  </a:lnTo>
                  <a:lnTo>
                    <a:pt x="187451" y="86867"/>
                  </a:lnTo>
                  <a:lnTo>
                    <a:pt x="187451" y="48767"/>
                  </a:lnTo>
                  <a:lnTo>
                    <a:pt x="0" y="48767"/>
                  </a:lnTo>
                  <a:close/>
                </a:path>
              </a:pathLst>
            </a:custGeom>
            <a:ln w="1219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" name="object 51"/>
            <p:cNvSpPr/>
            <p:nvPr/>
          </p:nvSpPr>
          <p:spPr>
            <a:xfrm>
              <a:off x="7004303" y="5041391"/>
              <a:ext cx="251460" cy="149860"/>
            </a:xfrm>
            <a:custGeom>
              <a:avLst/>
              <a:gdLst/>
              <a:ahLst/>
              <a:cxnLst/>
              <a:rect l="l" t="t" r="r" b="b"/>
              <a:pathLst>
                <a:path w="251459" h="149860">
                  <a:moveTo>
                    <a:pt x="0" y="6095"/>
                  </a:moveTo>
                  <a:lnTo>
                    <a:pt x="25908" y="19811"/>
                  </a:lnTo>
                  <a:lnTo>
                    <a:pt x="210311" y="19811"/>
                  </a:lnTo>
                  <a:lnTo>
                    <a:pt x="222504" y="0"/>
                  </a:lnTo>
                  <a:lnTo>
                    <a:pt x="251459" y="21335"/>
                  </a:lnTo>
                  <a:lnTo>
                    <a:pt x="237743" y="33527"/>
                  </a:lnTo>
                  <a:lnTo>
                    <a:pt x="237767" y="71770"/>
                  </a:lnTo>
                  <a:lnTo>
                    <a:pt x="237934" y="101726"/>
                  </a:lnTo>
                  <a:lnTo>
                    <a:pt x="238386" y="123110"/>
                  </a:lnTo>
                  <a:lnTo>
                    <a:pt x="239268" y="135635"/>
                  </a:lnTo>
                  <a:lnTo>
                    <a:pt x="213359" y="147827"/>
                  </a:lnTo>
                  <a:lnTo>
                    <a:pt x="213359" y="128015"/>
                  </a:lnTo>
                  <a:lnTo>
                    <a:pt x="25908" y="128015"/>
                  </a:lnTo>
                  <a:lnTo>
                    <a:pt x="25908" y="141731"/>
                  </a:lnTo>
                  <a:lnTo>
                    <a:pt x="0" y="149351"/>
                  </a:lnTo>
                  <a:lnTo>
                    <a:pt x="881" y="132802"/>
                  </a:lnTo>
                  <a:lnTo>
                    <a:pt x="1333" y="115252"/>
                  </a:lnTo>
                  <a:lnTo>
                    <a:pt x="1500" y="96845"/>
                  </a:lnTo>
                  <a:lnTo>
                    <a:pt x="1524" y="77723"/>
                  </a:lnTo>
                  <a:lnTo>
                    <a:pt x="1500" y="58602"/>
                  </a:lnTo>
                  <a:lnTo>
                    <a:pt x="1333" y="40195"/>
                  </a:lnTo>
                  <a:lnTo>
                    <a:pt x="881" y="22645"/>
                  </a:lnTo>
                  <a:lnTo>
                    <a:pt x="0" y="6095"/>
                  </a:lnTo>
                  <a:close/>
                </a:path>
              </a:pathLst>
            </a:custGeom>
            <a:ln w="1219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" name="object 52"/>
            <p:cNvSpPr/>
            <p:nvPr/>
          </p:nvSpPr>
          <p:spPr>
            <a:xfrm>
              <a:off x="7365492" y="5042915"/>
              <a:ext cx="408940" cy="408940"/>
            </a:xfrm>
            <a:custGeom>
              <a:avLst/>
              <a:gdLst/>
              <a:ahLst/>
              <a:cxnLst/>
              <a:rect l="l" t="t" r="r" b="b"/>
              <a:pathLst>
                <a:path w="408940" h="408939">
                  <a:moveTo>
                    <a:pt x="271272" y="89916"/>
                  </a:moveTo>
                  <a:lnTo>
                    <a:pt x="246888" y="89916"/>
                  </a:lnTo>
                  <a:lnTo>
                    <a:pt x="246859" y="60579"/>
                  </a:lnTo>
                  <a:lnTo>
                    <a:pt x="246697" y="36957"/>
                  </a:lnTo>
                  <a:lnTo>
                    <a:pt x="246245" y="16621"/>
                  </a:lnTo>
                  <a:lnTo>
                    <a:pt x="245364" y="0"/>
                  </a:lnTo>
                  <a:lnTo>
                    <a:pt x="286512" y="19812"/>
                  </a:lnTo>
                  <a:lnTo>
                    <a:pt x="271272" y="32004"/>
                  </a:lnTo>
                  <a:lnTo>
                    <a:pt x="271272" y="89916"/>
                  </a:lnTo>
                  <a:close/>
                </a:path>
                <a:path w="408940" h="408939">
                  <a:moveTo>
                    <a:pt x="4571" y="227076"/>
                  </a:moveTo>
                  <a:lnTo>
                    <a:pt x="0" y="220980"/>
                  </a:lnTo>
                  <a:lnTo>
                    <a:pt x="18597" y="198143"/>
                  </a:lnTo>
                  <a:lnTo>
                    <a:pt x="35623" y="173164"/>
                  </a:lnTo>
                  <a:lnTo>
                    <a:pt x="65531" y="117348"/>
                  </a:lnTo>
                  <a:lnTo>
                    <a:pt x="89534" y="60579"/>
                  </a:lnTo>
                  <a:lnTo>
                    <a:pt x="106680" y="6096"/>
                  </a:lnTo>
                  <a:lnTo>
                    <a:pt x="144780" y="27432"/>
                  </a:lnTo>
                  <a:lnTo>
                    <a:pt x="126492" y="36576"/>
                  </a:lnTo>
                  <a:lnTo>
                    <a:pt x="116205" y="60864"/>
                  </a:lnTo>
                  <a:lnTo>
                    <a:pt x="105918" y="83439"/>
                  </a:lnTo>
                  <a:lnTo>
                    <a:pt x="95631" y="104298"/>
                  </a:lnTo>
                  <a:lnTo>
                    <a:pt x="85344" y="123444"/>
                  </a:lnTo>
                  <a:lnTo>
                    <a:pt x="111252" y="135636"/>
                  </a:lnTo>
                  <a:lnTo>
                    <a:pt x="102543" y="143256"/>
                  </a:lnTo>
                  <a:lnTo>
                    <a:pt x="74676" y="143256"/>
                  </a:lnTo>
                  <a:lnTo>
                    <a:pt x="57507" y="167282"/>
                  </a:lnTo>
                  <a:lnTo>
                    <a:pt x="40195" y="189166"/>
                  </a:lnTo>
                  <a:lnTo>
                    <a:pt x="22598" y="209049"/>
                  </a:lnTo>
                  <a:lnTo>
                    <a:pt x="4571" y="227076"/>
                  </a:lnTo>
                  <a:close/>
                </a:path>
                <a:path w="408940" h="408939">
                  <a:moveTo>
                    <a:pt x="158496" y="105156"/>
                  </a:moveTo>
                  <a:lnTo>
                    <a:pt x="141732" y="89916"/>
                  </a:lnTo>
                  <a:lnTo>
                    <a:pt x="324612" y="89916"/>
                  </a:lnTo>
                  <a:lnTo>
                    <a:pt x="347472" y="67056"/>
                  </a:lnTo>
                  <a:lnTo>
                    <a:pt x="381000" y="99060"/>
                  </a:lnTo>
                  <a:lnTo>
                    <a:pt x="199644" y="99060"/>
                  </a:lnTo>
                  <a:lnTo>
                    <a:pt x="188499" y="99583"/>
                  </a:lnTo>
                  <a:lnTo>
                    <a:pt x="177927" y="100965"/>
                  </a:lnTo>
                  <a:lnTo>
                    <a:pt x="167925" y="102917"/>
                  </a:lnTo>
                  <a:lnTo>
                    <a:pt x="158496" y="105156"/>
                  </a:lnTo>
                  <a:close/>
                </a:path>
                <a:path w="408940" h="408939">
                  <a:moveTo>
                    <a:pt x="271272" y="176784"/>
                  </a:moveTo>
                  <a:lnTo>
                    <a:pt x="246888" y="176784"/>
                  </a:lnTo>
                  <a:lnTo>
                    <a:pt x="246888" y="99060"/>
                  </a:lnTo>
                  <a:lnTo>
                    <a:pt x="271272" y="99060"/>
                  </a:lnTo>
                  <a:lnTo>
                    <a:pt x="271272" y="176784"/>
                  </a:lnTo>
                  <a:close/>
                </a:path>
                <a:path w="408940" h="408939">
                  <a:moveTo>
                    <a:pt x="73152" y="408432"/>
                  </a:moveTo>
                  <a:lnTo>
                    <a:pt x="74033" y="374737"/>
                  </a:lnTo>
                  <a:lnTo>
                    <a:pt x="74485" y="346900"/>
                  </a:lnTo>
                  <a:lnTo>
                    <a:pt x="74556" y="337566"/>
                  </a:lnTo>
                  <a:lnTo>
                    <a:pt x="74676" y="143256"/>
                  </a:lnTo>
                  <a:lnTo>
                    <a:pt x="102543" y="143256"/>
                  </a:lnTo>
                  <a:lnTo>
                    <a:pt x="99060" y="146304"/>
                  </a:lnTo>
                  <a:lnTo>
                    <a:pt x="99142" y="325064"/>
                  </a:lnTo>
                  <a:lnTo>
                    <a:pt x="99250" y="337566"/>
                  </a:lnTo>
                  <a:lnTo>
                    <a:pt x="99702" y="362664"/>
                  </a:lnTo>
                  <a:lnTo>
                    <a:pt x="100584" y="393192"/>
                  </a:lnTo>
                  <a:lnTo>
                    <a:pt x="73152" y="408432"/>
                  </a:lnTo>
                  <a:close/>
                </a:path>
                <a:path w="408940" h="408939">
                  <a:moveTo>
                    <a:pt x="131064" y="192024"/>
                  </a:moveTo>
                  <a:lnTo>
                    <a:pt x="114300" y="176784"/>
                  </a:lnTo>
                  <a:lnTo>
                    <a:pt x="348996" y="176784"/>
                  </a:lnTo>
                  <a:lnTo>
                    <a:pt x="371856" y="153924"/>
                  </a:lnTo>
                  <a:lnTo>
                    <a:pt x="405384" y="185928"/>
                  </a:lnTo>
                  <a:lnTo>
                    <a:pt x="172212" y="185928"/>
                  </a:lnTo>
                  <a:lnTo>
                    <a:pt x="161067" y="186451"/>
                  </a:lnTo>
                  <a:lnTo>
                    <a:pt x="150495" y="187833"/>
                  </a:lnTo>
                  <a:lnTo>
                    <a:pt x="140493" y="189785"/>
                  </a:lnTo>
                  <a:lnTo>
                    <a:pt x="131064" y="192024"/>
                  </a:lnTo>
                  <a:close/>
                </a:path>
                <a:path w="408940" h="408939">
                  <a:moveTo>
                    <a:pt x="271272" y="268223"/>
                  </a:moveTo>
                  <a:lnTo>
                    <a:pt x="246888" y="268223"/>
                  </a:lnTo>
                  <a:lnTo>
                    <a:pt x="246864" y="245387"/>
                  </a:lnTo>
                  <a:lnTo>
                    <a:pt x="246714" y="227076"/>
                  </a:lnTo>
                  <a:lnTo>
                    <a:pt x="246596" y="220980"/>
                  </a:lnTo>
                  <a:lnTo>
                    <a:pt x="246245" y="207144"/>
                  </a:lnTo>
                  <a:lnTo>
                    <a:pt x="245364" y="192024"/>
                  </a:lnTo>
                  <a:lnTo>
                    <a:pt x="286512" y="210312"/>
                  </a:lnTo>
                  <a:lnTo>
                    <a:pt x="271272" y="222504"/>
                  </a:lnTo>
                  <a:lnTo>
                    <a:pt x="271272" y="268223"/>
                  </a:lnTo>
                  <a:close/>
                </a:path>
                <a:path w="408940" h="408939">
                  <a:moveTo>
                    <a:pt x="161544" y="283464"/>
                  </a:moveTo>
                  <a:lnTo>
                    <a:pt x="146304" y="268223"/>
                  </a:lnTo>
                  <a:lnTo>
                    <a:pt x="330708" y="268223"/>
                  </a:lnTo>
                  <a:lnTo>
                    <a:pt x="348996" y="249935"/>
                  </a:lnTo>
                  <a:lnTo>
                    <a:pt x="379476" y="278892"/>
                  </a:lnTo>
                  <a:lnTo>
                    <a:pt x="202692" y="278892"/>
                  </a:lnTo>
                  <a:lnTo>
                    <a:pt x="192190" y="279177"/>
                  </a:lnTo>
                  <a:lnTo>
                    <a:pt x="181546" y="280035"/>
                  </a:lnTo>
                  <a:lnTo>
                    <a:pt x="171188" y="281463"/>
                  </a:lnTo>
                  <a:lnTo>
                    <a:pt x="161544" y="283464"/>
                  </a:lnTo>
                  <a:close/>
                </a:path>
                <a:path w="408940" h="408939">
                  <a:moveTo>
                    <a:pt x="271272" y="371856"/>
                  </a:moveTo>
                  <a:lnTo>
                    <a:pt x="246888" y="371856"/>
                  </a:lnTo>
                  <a:lnTo>
                    <a:pt x="246888" y="278892"/>
                  </a:lnTo>
                  <a:lnTo>
                    <a:pt x="271272" y="278892"/>
                  </a:lnTo>
                  <a:lnTo>
                    <a:pt x="271272" y="371856"/>
                  </a:lnTo>
                  <a:close/>
                </a:path>
                <a:path w="408940" h="408939">
                  <a:moveTo>
                    <a:pt x="128016" y="388620"/>
                  </a:moveTo>
                  <a:lnTo>
                    <a:pt x="112776" y="371856"/>
                  </a:lnTo>
                  <a:lnTo>
                    <a:pt x="352044" y="371856"/>
                  </a:lnTo>
                  <a:lnTo>
                    <a:pt x="374904" y="350520"/>
                  </a:lnTo>
                  <a:lnTo>
                    <a:pt x="408432" y="382524"/>
                  </a:lnTo>
                  <a:lnTo>
                    <a:pt x="170688" y="382524"/>
                  </a:lnTo>
                  <a:lnTo>
                    <a:pt x="159519" y="382833"/>
                  </a:lnTo>
                  <a:lnTo>
                    <a:pt x="148780" y="383857"/>
                  </a:lnTo>
                  <a:lnTo>
                    <a:pt x="138326" y="385738"/>
                  </a:lnTo>
                  <a:lnTo>
                    <a:pt x="128016" y="38862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" name="object 53"/>
            <p:cNvSpPr/>
            <p:nvPr/>
          </p:nvSpPr>
          <p:spPr>
            <a:xfrm>
              <a:off x="7479792" y="5042915"/>
              <a:ext cx="291465" cy="192405"/>
            </a:xfrm>
            <a:custGeom>
              <a:avLst/>
              <a:gdLst/>
              <a:ahLst/>
              <a:cxnLst/>
              <a:rect l="l" t="t" r="r" b="b"/>
              <a:pathLst>
                <a:path w="291465" h="192404">
                  <a:moveTo>
                    <a:pt x="132588" y="89916"/>
                  </a:moveTo>
                  <a:lnTo>
                    <a:pt x="132564" y="61293"/>
                  </a:lnTo>
                  <a:lnTo>
                    <a:pt x="132397" y="36957"/>
                  </a:lnTo>
                  <a:lnTo>
                    <a:pt x="131945" y="16621"/>
                  </a:lnTo>
                  <a:lnTo>
                    <a:pt x="131064" y="0"/>
                  </a:lnTo>
                  <a:lnTo>
                    <a:pt x="172212" y="19812"/>
                  </a:lnTo>
                  <a:lnTo>
                    <a:pt x="156972" y="32004"/>
                  </a:lnTo>
                  <a:lnTo>
                    <a:pt x="156972" y="89916"/>
                  </a:lnTo>
                  <a:lnTo>
                    <a:pt x="210312" y="89916"/>
                  </a:lnTo>
                  <a:lnTo>
                    <a:pt x="233172" y="67056"/>
                  </a:lnTo>
                  <a:lnTo>
                    <a:pt x="266700" y="99060"/>
                  </a:lnTo>
                  <a:lnTo>
                    <a:pt x="156972" y="99060"/>
                  </a:lnTo>
                  <a:lnTo>
                    <a:pt x="156972" y="176784"/>
                  </a:lnTo>
                  <a:lnTo>
                    <a:pt x="234696" y="176784"/>
                  </a:lnTo>
                  <a:lnTo>
                    <a:pt x="257556" y="153924"/>
                  </a:lnTo>
                  <a:lnTo>
                    <a:pt x="291083" y="185928"/>
                  </a:lnTo>
                  <a:lnTo>
                    <a:pt x="57912" y="185928"/>
                  </a:lnTo>
                  <a:lnTo>
                    <a:pt x="46767" y="186451"/>
                  </a:lnTo>
                  <a:lnTo>
                    <a:pt x="36195" y="187833"/>
                  </a:lnTo>
                  <a:lnTo>
                    <a:pt x="26193" y="189785"/>
                  </a:lnTo>
                  <a:lnTo>
                    <a:pt x="16764" y="192024"/>
                  </a:lnTo>
                  <a:lnTo>
                    <a:pt x="0" y="176784"/>
                  </a:lnTo>
                  <a:lnTo>
                    <a:pt x="132588" y="176784"/>
                  </a:lnTo>
                  <a:lnTo>
                    <a:pt x="132588" y="99060"/>
                  </a:lnTo>
                  <a:lnTo>
                    <a:pt x="85344" y="99060"/>
                  </a:lnTo>
                  <a:lnTo>
                    <a:pt x="74199" y="99583"/>
                  </a:lnTo>
                  <a:lnTo>
                    <a:pt x="63627" y="100965"/>
                  </a:lnTo>
                  <a:lnTo>
                    <a:pt x="53625" y="102917"/>
                  </a:lnTo>
                  <a:lnTo>
                    <a:pt x="44196" y="105156"/>
                  </a:lnTo>
                  <a:lnTo>
                    <a:pt x="27432" y="89916"/>
                  </a:lnTo>
                  <a:lnTo>
                    <a:pt x="132588" y="89916"/>
                  </a:lnTo>
                  <a:close/>
                </a:path>
              </a:pathLst>
            </a:custGeom>
            <a:ln w="1219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4" name="object 54"/>
            <p:cNvSpPr/>
            <p:nvPr/>
          </p:nvSpPr>
          <p:spPr>
            <a:xfrm>
              <a:off x="7478268" y="5234939"/>
              <a:ext cx="295910" cy="196850"/>
            </a:xfrm>
            <a:custGeom>
              <a:avLst/>
              <a:gdLst/>
              <a:ahLst/>
              <a:cxnLst/>
              <a:rect l="l" t="t" r="r" b="b"/>
              <a:pathLst>
                <a:path w="295909" h="196850">
                  <a:moveTo>
                    <a:pt x="134111" y="76200"/>
                  </a:moveTo>
                  <a:lnTo>
                    <a:pt x="134088" y="53363"/>
                  </a:lnTo>
                  <a:lnTo>
                    <a:pt x="133921" y="32956"/>
                  </a:lnTo>
                  <a:lnTo>
                    <a:pt x="133469" y="15120"/>
                  </a:lnTo>
                  <a:lnTo>
                    <a:pt x="132587" y="0"/>
                  </a:lnTo>
                  <a:lnTo>
                    <a:pt x="173735" y="18287"/>
                  </a:lnTo>
                  <a:lnTo>
                    <a:pt x="158495" y="30480"/>
                  </a:lnTo>
                  <a:lnTo>
                    <a:pt x="158495" y="76200"/>
                  </a:lnTo>
                  <a:lnTo>
                    <a:pt x="217931" y="76200"/>
                  </a:lnTo>
                  <a:lnTo>
                    <a:pt x="236219" y="57912"/>
                  </a:lnTo>
                  <a:lnTo>
                    <a:pt x="266699" y="86868"/>
                  </a:lnTo>
                  <a:lnTo>
                    <a:pt x="158495" y="86868"/>
                  </a:lnTo>
                  <a:lnTo>
                    <a:pt x="158495" y="179832"/>
                  </a:lnTo>
                  <a:lnTo>
                    <a:pt x="239267" y="179832"/>
                  </a:lnTo>
                  <a:lnTo>
                    <a:pt x="262127" y="158496"/>
                  </a:lnTo>
                  <a:lnTo>
                    <a:pt x="295655" y="190500"/>
                  </a:lnTo>
                  <a:lnTo>
                    <a:pt x="57911" y="190500"/>
                  </a:lnTo>
                  <a:lnTo>
                    <a:pt x="46743" y="190809"/>
                  </a:lnTo>
                  <a:lnTo>
                    <a:pt x="36004" y="191833"/>
                  </a:lnTo>
                  <a:lnTo>
                    <a:pt x="25550" y="193714"/>
                  </a:lnTo>
                  <a:lnTo>
                    <a:pt x="15239" y="196596"/>
                  </a:lnTo>
                  <a:lnTo>
                    <a:pt x="0" y="179832"/>
                  </a:lnTo>
                  <a:lnTo>
                    <a:pt x="134111" y="179832"/>
                  </a:lnTo>
                  <a:lnTo>
                    <a:pt x="134111" y="86868"/>
                  </a:lnTo>
                  <a:lnTo>
                    <a:pt x="89915" y="86868"/>
                  </a:lnTo>
                  <a:lnTo>
                    <a:pt x="79414" y="87153"/>
                  </a:lnTo>
                  <a:lnTo>
                    <a:pt x="68770" y="88011"/>
                  </a:lnTo>
                  <a:lnTo>
                    <a:pt x="58412" y="89439"/>
                  </a:lnTo>
                  <a:lnTo>
                    <a:pt x="48767" y="91440"/>
                  </a:lnTo>
                  <a:lnTo>
                    <a:pt x="33527" y="76200"/>
                  </a:lnTo>
                  <a:lnTo>
                    <a:pt x="134111" y="76200"/>
                  </a:lnTo>
                  <a:close/>
                </a:path>
              </a:pathLst>
            </a:custGeom>
            <a:ln w="1219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5" name="object 55"/>
            <p:cNvSpPr/>
            <p:nvPr/>
          </p:nvSpPr>
          <p:spPr>
            <a:xfrm>
              <a:off x="7365491" y="5049011"/>
              <a:ext cx="144780" cy="402590"/>
            </a:xfrm>
            <a:custGeom>
              <a:avLst/>
              <a:gdLst/>
              <a:ahLst/>
              <a:cxnLst/>
              <a:rect l="l" t="t" r="r" b="b"/>
              <a:pathLst>
                <a:path w="144779" h="402589">
                  <a:moveTo>
                    <a:pt x="99059" y="298704"/>
                  </a:moveTo>
                  <a:lnTo>
                    <a:pt x="99083" y="312086"/>
                  </a:lnTo>
                  <a:lnTo>
                    <a:pt x="99250" y="331470"/>
                  </a:lnTo>
                  <a:lnTo>
                    <a:pt x="99702" y="356568"/>
                  </a:lnTo>
                  <a:lnTo>
                    <a:pt x="100583" y="387096"/>
                  </a:lnTo>
                  <a:lnTo>
                    <a:pt x="73151" y="402336"/>
                  </a:lnTo>
                  <a:lnTo>
                    <a:pt x="74033" y="368641"/>
                  </a:lnTo>
                  <a:lnTo>
                    <a:pt x="74485" y="340804"/>
                  </a:lnTo>
                  <a:lnTo>
                    <a:pt x="74652" y="318968"/>
                  </a:lnTo>
                  <a:lnTo>
                    <a:pt x="74675" y="303276"/>
                  </a:lnTo>
                  <a:lnTo>
                    <a:pt x="74675" y="137160"/>
                  </a:lnTo>
                  <a:lnTo>
                    <a:pt x="57507" y="161186"/>
                  </a:lnTo>
                  <a:lnTo>
                    <a:pt x="40195" y="183070"/>
                  </a:lnTo>
                  <a:lnTo>
                    <a:pt x="22598" y="202953"/>
                  </a:lnTo>
                  <a:lnTo>
                    <a:pt x="4571" y="220980"/>
                  </a:lnTo>
                  <a:lnTo>
                    <a:pt x="0" y="214884"/>
                  </a:lnTo>
                  <a:lnTo>
                    <a:pt x="18597" y="192047"/>
                  </a:lnTo>
                  <a:lnTo>
                    <a:pt x="35623" y="167068"/>
                  </a:lnTo>
                  <a:lnTo>
                    <a:pt x="65531" y="111252"/>
                  </a:lnTo>
                  <a:lnTo>
                    <a:pt x="89534" y="54483"/>
                  </a:lnTo>
                  <a:lnTo>
                    <a:pt x="106679" y="0"/>
                  </a:lnTo>
                  <a:lnTo>
                    <a:pt x="144779" y="21336"/>
                  </a:lnTo>
                  <a:lnTo>
                    <a:pt x="126491" y="30480"/>
                  </a:lnTo>
                  <a:lnTo>
                    <a:pt x="116204" y="54768"/>
                  </a:lnTo>
                  <a:lnTo>
                    <a:pt x="105917" y="77343"/>
                  </a:lnTo>
                  <a:lnTo>
                    <a:pt x="95630" y="98202"/>
                  </a:lnTo>
                  <a:lnTo>
                    <a:pt x="85343" y="117348"/>
                  </a:lnTo>
                  <a:lnTo>
                    <a:pt x="111251" y="129540"/>
                  </a:lnTo>
                  <a:lnTo>
                    <a:pt x="99059" y="140208"/>
                  </a:lnTo>
                  <a:lnTo>
                    <a:pt x="99059" y="298704"/>
                  </a:lnTo>
                  <a:close/>
                </a:path>
              </a:pathLst>
            </a:custGeom>
            <a:ln w="1219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6" name="object 56"/>
            <p:cNvSpPr/>
            <p:nvPr/>
          </p:nvSpPr>
          <p:spPr>
            <a:xfrm>
              <a:off x="7815071" y="5061204"/>
              <a:ext cx="405765" cy="381000"/>
            </a:xfrm>
            <a:custGeom>
              <a:avLst/>
              <a:gdLst/>
              <a:ahLst/>
              <a:cxnLst/>
              <a:rect l="l" t="t" r="r" b="b"/>
              <a:pathLst>
                <a:path w="405765" h="381000">
                  <a:moveTo>
                    <a:pt x="16764" y="41148"/>
                  </a:moveTo>
                  <a:lnTo>
                    <a:pt x="0" y="25908"/>
                  </a:lnTo>
                  <a:lnTo>
                    <a:pt x="342900" y="25908"/>
                  </a:lnTo>
                  <a:lnTo>
                    <a:pt x="368808" y="0"/>
                  </a:lnTo>
                  <a:lnTo>
                    <a:pt x="405384" y="36576"/>
                  </a:lnTo>
                  <a:lnTo>
                    <a:pt x="57912" y="36576"/>
                  </a:lnTo>
                  <a:lnTo>
                    <a:pt x="46767" y="36861"/>
                  </a:lnTo>
                  <a:lnTo>
                    <a:pt x="36195" y="37719"/>
                  </a:lnTo>
                  <a:lnTo>
                    <a:pt x="26193" y="39147"/>
                  </a:lnTo>
                  <a:lnTo>
                    <a:pt x="16764" y="41148"/>
                  </a:lnTo>
                  <a:close/>
                </a:path>
                <a:path w="405765" h="381000">
                  <a:moveTo>
                    <a:pt x="320360" y="336804"/>
                  </a:moveTo>
                  <a:lnTo>
                    <a:pt x="275843" y="336804"/>
                  </a:lnTo>
                  <a:lnTo>
                    <a:pt x="286678" y="336208"/>
                  </a:lnTo>
                  <a:lnTo>
                    <a:pt x="293941" y="332041"/>
                  </a:lnTo>
                  <a:lnTo>
                    <a:pt x="297489" y="324159"/>
                  </a:lnTo>
                  <a:lnTo>
                    <a:pt x="297180" y="312420"/>
                  </a:lnTo>
                  <a:lnTo>
                    <a:pt x="297180" y="36576"/>
                  </a:lnTo>
                  <a:lnTo>
                    <a:pt x="321563" y="36576"/>
                  </a:lnTo>
                  <a:lnTo>
                    <a:pt x="321563" y="320040"/>
                  </a:lnTo>
                  <a:lnTo>
                    <a:pt x="320360" y="336804"/>
                  </a:lnTo>
                  <a:close/>
                </a:path>
                <a:path w="405765" h="381000">
                  <a:moveTo>
                    <a:pt x="220980" y="108204"/>
                  </a:moveTo>
                  <a:lnTo>
                    <a:pt x="185928" y="108204"/>
                  </a:lnTo>
                  <a:lnTo>
                    <a:pt x="196595" y="89916"/>
                  </a:lnTo>
                  <a:lnTo>
                    <a:pt x="220980" y="108204"/>
                  </a:lnTo>
                  <a:close/>
                </a:path>
                <a:path w="405765" h="381000">
                  <a:moveTo>
                    <a:pt x="62484" y="297180"/>
                  </a:moveTo>
                  <a:lnTo>
                    <a:pt x="63365" y="267438"/>
                  </a:lnTo>
                  <a:lnTo>
                    <a:pt x="63817" y="239839"/>
                  </a:lnTo>
                  <a:lnTo>
                    <a:pt x="63869" y="231838"/>
                  </a:lnTo>
                  <a:lnTo>
                    <a:pt x="63984" y="167330"/>
                  </a:lnTo>
                  <a:lnTo>
                    <a:pt x="63817" y="143446"/>
                  </a:lnTo>
                  <a:lnTo>
                    <a:pt x="63365" y="118705"/>
                  </a:lnTo>
                  <a:lnTo>
                    <a:pt x="62484" y="92964"/>
                  </a:lnTo>
                  <a:lnTo>
                    <a:pt x="91440" y="108204"/>
                  </a:lnTo>
                  <a:lnTo>
                    <a:pt x="220980" y="108204"/>
                  </a:lnTo>
                  <a:lnTo>
                    <a:pt x="227076" y="112776"/>
                  </a:lnTo>
                  <a:lnTo>
                    <a:pt x="221361" y="117348"/>
                  </a:lnTo>
                  <a:lnTo>
                    <a:pt x="88392" y="117348"/>
                  </a:lnTo>
                  <a:lnTo>
                    <a:pt x="88392" y="237744"/>
                  </a:lnTo>
                  <a:lnTo>
                    <a:pt x="213105" y="237744"/>
                  </a:lnTo>
                  <a:lnTo>
                    <a:pt x="213679" y="248412"/>
                  </a:lnTo>
                  <a:lnTo>
                    <a:pt x="88392" y="248412"/>
                  </a:lnTo>
                  <a:lnTo>
                    <a:pt x="88392" y="288036"/>
                  </a:lnTo>
                  <a:lnTo>
                    <a:pt x="62484" y="297180"/>
                  </a:lnTo>
                  <a:close/>
                </a:path>
                <a:path w="405765" h="381000">
                  <a:moveTo>
                    <a:pt x="213105" y="237744"/>
                  </a:moveTo>
                  <a:lnTo>
                    <a:pt x="187452" y="237744"/>
                  </a:lnTo>
                  <a:lnTo>
                    <a:pt x="187452" y="117348"/>
                  </a:lnTo>
                  <a:lnTo>
                    <a:pt x="221361" y="117348"/>
                  </a:lnTo>
                  <a:lnTo>
                    <a:pt x="211836" y="124968"/>
                  </a:lnTo>
                  <a:lnTo>
                    <a:pt x="211836" y="199644"/>
                  </a:lnTo>
                  <a:lnTo>
                    <a:pt x="212097" y="215098"/>
                  </a:lnTo>
                  <a:lnTo>
                    <a:pt x="212788" y="231838"/>
                  </a:lnTo>
                  <a:lnTo>
                    <a:pt x="213105" y="237744"/>
                  </a:lnTo>
                  <a:close/>
                </a:path>
                <a:path w="405765" h="381000">
                  <a:moveTo>
                    <a:pt x="187452" y="278891"/>
                  </a:moveTo>
                  <a:lnTo>
                    <a:pt x="187452" y="248412"/>
                  </a:lnTo>
                  <a:lnTo>
                    <a:pt x="213679" y="248412"/>
                  </a:lnTo>
                  <a:lnTo>
                    <a:pt x="214883" y="269748"/>
                  </a:lnTo>
                  <a:lnTo>
                    <a:pt x="187452" y="278891"/>
                  </a:lnTo>
                  <a:close/>
                </a:path>
                <a:path w="405765" h="381000">
                  <a:moveTo>
                    <a:pt x="283464" y="381000"/>
                  </a:moveTo>
                  <a:lnTo>
                    <a:pt x="278892" y="368998"/>
                  </a:lnTo>
                  <a:lnTo>
                    <a:pt x="267462" y="358140"/>
                  </a:lnTo>
                  <a:lnTo>
                    <a:pt x="249174" y="348424"/>
                  </a:lnTo>
                  <a:lnTo>
                    <a:pt x="224028" y="339852"/>
                  </a:lnTo>
                  <a:lnTo>
                    <a:pt x="224028" y="332232"/>
                  </a:lnTo>
                  <a:lnTo>
                    <a:pt x="275843" y="336804"/>
                  </a:lnTo>
                  <a:lnTo>
                    <a:pt x="320360" y="336804"/>
                  </a:lnTo>
                  <a:lnTo>
                    <a:pt x="320111" y="340280"/>
                  </a:lnTo>
                  <a:lnTo>
                    <a:pt x="313372" y="357378"/>
                  </a:lnTo>
                  <a:lnTo>
                    <a:pt x="301204" y="371046"/>
                  </a:lnTo>
                  <a:lnTo>
                    <a:pt x="283464" y="38100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7" name="object 57"/>
            <p:cNvSpPr/>
            <p:nvPr/>
          </p:nvSpPr>
          <p:spPr>
            <a:xfrm>
              <a:off x="7815071" y="5061204"/>
              <a:ext cx="405765" cy="381000"/>
            </a:xfrm>
            <a:custGeom>
              <a:avLst/>
              <a:gdLst/>
              <a:ahLst/>
              <a:cxnLst/>
              <a:rect l="l" t="t" r="r" b="b"/>
              <a:pathLst>
                <a:path w="405765" h="381000">
                  <a:moveTo>
                    <a:pt x="0" y="25908"/>
                  </a:moveTo>
                  <a:lnTo>
                    <a:pt x="342900" y="25908"/>
                  </a:lnTo>
                  <a:lnTo>
                    <a:pt x="368808" y="0"/>
                  </a:lnTo>
                  <a:lnTo>
                    <a:pt x="405384" y="36576"/>
                  </a:lnTo>
                  <a:lnTo>
                    <a:pt x="321563" y="36576"/>
                  </a:lnTo>
                  <a:lnTo>
                    <a:pt x="321563" y="320039"/>
                  </a:lnTo>
                  <a:lnTo>
                    <a:pt x="320111" y="340280"/>
                  </a:lnTo>
                  <a:lnTo>
                    <a:pt x="313372" y="357377"/>
                  </a:lnTo>
                  <a:lnTo>
                    <a:pt x="301204" y="371046"/>
                  </a:lnTo>
                  <a:lnTo>
                    <a:pt x="283464" y="380999"/>
                  </a:lnTo>
                  <a:lnTo>
                    <a:pt x="278892" y="368998"/>
                  </a:lnTo>
                  <a:lnTo>
                    <a:pt x="267462" y="358140"/>
                  </a:lnTo>
                  <a:lnTo>
                    <a:pt x="249174" y="348424"/>
                  </a:lnTo>
                  <a:lnTo>
                    <a:pt x="224028" y="339851"/>
                  </a:lnTo>
                  <a:lnTo>
                    <a:pt x="224028" y="332232"/>
                  </a:lnTo>
                  <a:lnTo>
                    <a:pt x="237482" y="333374"/>
                  </a:lnTo>
                  <a:lnTo>
                    <a:pt x="250507" y="334517"/>
                  </a:lnTo>
                  <a:lnTo>
                    <a:pt x="263247" y="335660"/>
                  </a:lnTo>
                  <a:lnTo>
                    <a:pt x="275843" y="336803"/>
                  </a:lnTo>
                  <a:lnTo>
                    <a:pt x="286678" y="336208"/>
                  </a:lnTo>
                  <a:lnTo>
                    <a:pt x="293941" y="332041"/>
                  </a:lnTo>
                  <a:lnTo>
                    <a:pt x="297489" y="324159"/>
                  </a:lnTo>
                  <a:lnTo>
                    <a:pt x="297180" y="312420"/>
                  </a:lnTo>
                  <a:lnTo>
                    <a:pt x="297180" y="36576"/>
                  </a:lnTo>
                  <a:lnTo>
                    <a:pt x="57912" y="36576"/>
                  </a:lnTo>
                  <a:lnTo>
                    <a:pt x="46767" y="36861"/>
                  </a:lnTo>
                  <a:lnTo>
                    <a:pt x="36195" y="37719"/>
                  </a:lnTo>
                  <a:lnTo>
                    <a:pt x="26193" y="39147"/>
                  </a:lnTo>
                  <a:lnTo>
                    <a:pt x="16764" y="41148"/>
                  </a:lnTo>
                  <a:lnTo>
                    <a:pt x="0" y="25908"/>
                  </a:lnTo>
                  <a:close/>
                </a:path>
              </a:pathLst>
            </a:custGeom>
            <a:ln w="1219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8" name="object 58"/>
            <p:cNvSpPr/>
            <p:nvPr/>
          </p:nvSpPr>
          <p:spPr>
            <a:xfrm>
              <a:off x="7877555" y="5151119"/>
              <a:ext cx="165100" cy="207645"/>
            </a:xfrm>
            <a:custGeom>
              <a:avLst/>
              <a:gdLst/>
              <a:ahLst/>
              <a:cxnLst/>
              <a:rect l="l" t="t" r="r" b="b"/>
              <a:pathLst>
                <a:path w="165100" h="207645">
                  <a:moveTo>
                    <a:pt x="0" y="207263"/>
                  </a:moveTo>
                  <a:lnTo>
                    <a:pt x="881" y="177522"/>
                  </a:lnTo>
                  <a:lnTo>
                    <a:pt x="1333" y="149923"/>
                  </a:lnTo>
                  <a:lnTo>
                    <a:pt x="1500" y="124325"/>
                  </a:lnTo>
                  <a:lnTo>
                    <a:pt x="1524" y="100583"/>
                  </a:lnTo>
                  <a:lnTo>
                    <a:pt x="1500" y="77414"/>
                  </a:lnTo>
                  <a:lnTo>
                    <a:pt x="1333" y="53530"/>
                  </a:lnTo>
                  <a:lnTo>
                    <a:pt x="881" y="28789"/>
                  </a:lnTo>
                  <a:lnTo>
                    <a:pt x="0" y="3047"/>
                  </a:lnTo>
                  <a:lnTo>
                    <a:pt x="28956" y="18287"/>
                  </a:lnTo>
                  <a:lnTo>
                    <a:pt x="123444" y="18287"/>
                  </a:lnTo>
                  <a:lnTo>
                    <a:pt x="134112" y="0"/>
                  </a:lnTo>
                  <a:lnTo>
                    <a:pt x="164592" y="22859"/>
                  </a:lnTo>
                  <a:lnTo>
                    <a:pt x="149352" y="35051"/>
                  </a:lnTo>
                  <a:lnTo>
                    <a:pt x="149352" y="109727"/>
                  </a:lnTo>
                  <a:lnTo>
                    <a:pt x="149613" y="125182"/>
                  </a:lnTo>
                  <a:lnTo>
                    <a:pt x="150304" y="141922"/>
                  </a:lnTo>
                  <a:lnTo>
                    <a:pt x="151280" y="160091"/>
                  </a:lnTo>
                  <a:lnTo>
                    <a:pt x="152400" y="179831"/>
                  </a:lnTo>
                  <a:lnTo>
                    <a:pt x="124968" y="188975"/>
                  </a:lnTo>
                  <a:lnTo>
                    <a:pt x="124968" y="158495"/>
                  </a:lnTo>
                  <a:lnTo>
                    <a:pt x="25908" y="158495"/>
                  </a:lnTo>
                  <a:lnTo>
                    <a:pt x="25908" y="198119"/>
                  </a:lnTo>
                  <a:lnTo>
                    <a:pt x="0" y="207263"/>
                  </a:lnTo>
                  <a:close/>
                </a:path>
              </a:pathLst>
            </a:custGeom>
            <a:ln w="1219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9" name="object 59"/>
            <p:cNvSpPr/>
            <p:nvPr/>
          </p:nvSpPr>
          <p:spPr>
            <a:xfrm>
              <a:off x="7903464" y="5178551"/>
              <a:ext cx="99060" cy="120650"/>
            </a:xfrm>
            <a:custGeom>
              <a:avLst/>
              <a:gdLst/>
              <a:ahLst/>
              <a:cxnLst/>
              <a:rect l="l" t="t" r="r" b="b"/>
              <a:pathLst>
                <a:path w="99059" h="120650">
                  <a:moveTo>
                    <a:pt x="0" y="0"/>
                  </a:moveTo>
                  <a:lnTo>
                    <a:pt x="0" y="120396"/>
                  </a:lnTo>
                  <a:lnTo>
                    <a:pt x="99059" y="120396"/>
                  </a:lnTo>
                  <a:lnTo>
                    <a:pt x="99059" y="0"/>
                  </a:lnTo>
                  <a:lnTo>
                    <a:pt x="0" y="0"/>
                  </a:lnTo>
                  <a:close/>
                </a:path>
              </a:pathLst>
            </a:custGeom>
            <a:ln w="1219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60" name="object 60"/>
          <p:cNvGrpSpPr/>
          <p:nvPr/>
        </p:nvGrpSpPr>
        <p:grpSpPr>
          <a:xfrm>
            <a:off x="8272272" y="5033771"/>
            <a:ext cx="399415" cy="419100"/>
            <a:chOff x="8272272" y="5033771"/>
            <a:chExt cx="399415" cy="419100"/>
          </a:xfrm>
        </p:grpSpPr>
        <p:sp>
          <p:nvSpPr>
            <p:cNvPr id="61" name="object 61"/>
            <p:cNvSpPr/>
            <p:nvPr/>
          </p:nvSpPr>
          <p:spPr>
            <a:xfrm>
              <a:off x="8278368" y="5039867"/>
              <a:ext cx="387350" cy="407034"/>
            </a:xfrm>
            <a:custGeom>
              <a:avLst/>
              <a:gdLst/>
              <a:ahLst/>
              <a:cxnLst/>
              <a:rect l="l" t="t" r="r" b="b"/>
              <a:pathLst>
                <a:path w="387350" h="407035">
                  <a:moveTo>
                    <a:pt x="16764" y="137160"/>
                  </a:moveTo>
                  <a:lnTo>
                    <a:pt x="0" y="105156"/>
                  </a:lnTo>
                  <a:lnTo>
                    <a:pt x="8858" y="102870"/>
                  </a:lnTo>
                  <a:lnTo>
                    <a:pt x="19431" y="96012"/>
                  </a:lnTo>
                  <a:lnTo>
                    <a:pt x="59459" y="50577"/>
                  </a:lnTo>
                  <a:lnTo>
                    <a:pt x="80652" y="16287"/>
                  </a:lnTo>
                  <a:lnTo>
                    <a:pt x="88392" y="0"/>
                  </a:lnTo>
                  <a:lnTo>
                    <a:pt x="118872" y="25908"/>
                  </a:lnTo>
                  <a:lnTo>
                    <a:pt x="85653" y="47767"/>
                  </a:lnTo>
                  <a:lnTo>
                    <a:pt x="58507" y="75842"/>
                  </a:lnTo>
                  <a:lnTo>
                    <a:pt x="46672" y="88582"/>
                  </a:lnTo>
                  <a:lnTo>
                    <a:pt x="36266" y="99321"/>
                  </a:lnTo>
                  <a:lnTo>
                    <a:pt x="27432" y="108204"/>
                  </a:lnTo>
                  <a:lnTo>
                    <a:pt x="192764" y="108204"/>
                  </a:lnTo>
                  <a:lnTo>
                    <a:pt x="193156" y="111252"/>
                  </a:lnTo>
                  <a:lnTo>
                    <a:pt x="163068" y="111252"/>
                  </a:lnTo>
                  <a:lnTo>
                    <a:pt x="146804" y="113538"/>
                  </a:lnTo>
                  <a:lnTo>
                    <a:pt x="127825" y="115824"/>
                  </a:lnTo>
                  <a:lnTo>
                    <a:pt x="106275" y="118110"/>
                  </a:lnTo>
                  <a:lnTo>
                    <a:pt x="82296" y="120396"/>
                  </a:lnTo>
                  <a:lnTo>
                    <a:pt x="59412" y="123229"/>
                  </a:lnTo>
                  <a:lnTo>
                    <a:pt x="40957" y="127063"/>
                  </a:lnTo>
                  <a:lnTo>
                    <a:pt x="26789" y="131754"/>
                  </a:lnTo>
                  <a:lnTo>
                    <a:pt x="16764" y="137160"/>
                  </a:lnTo>
                  <a:close/>
                </a:path>
                <a:path w="387350" h="407035">
                  <a:moveTo>
                    <a:pt x="192764" y="108204"/>
                  </a:moveTo>
                  <a:lnTo>
                    <a:pt x="27432" y="108204"/>
                  </a:lnTo>
                  <a:lnTo>
                    <a:pt x="158496" y="105156"/>
                  </a:lnTo>
                  <a:lnTo>
                    <a:pt x="151399" y="91154"/>
                  </a:lnTo>
                  <a:lnTo>
                    <a:pt x="144018" y="78867"/>
                  </a:lnTo>
                  <a:lnTo>
                    <a:pt x="136636" y="68294"/>
                  </a:lnTo>
                  <a:lnTo>
                    <a:pt x="129540" y="59436"/>
                  </a:lnTo>
                  <a:lnTo>
                    <a:pt x="132588" y="54864"/>
                  </a:lnTo>
                  <a:lnTo>
                    <a:pt x="169449" y="78867"/>
                  </a:lnTo>
                  <a:lnTo>
                    <a:pt x="192666" y="107442"/>
                  </a:lnTo>
                  <a:lnTo>
                    <a:pt x="192764" y="108204"/>
                  </a:lnTo>
                  <a:close/>
                </a:path>
                <a:path w="387350" h="407035">
                  <a:moveTo>
                    <a:pt x="176784" y="138684"/>
                  </a:moveTo>
                  <a:lnTo>
                    <a:pt x="172212" y="138684"/>
                  </a:lnTo>
                  <a:lnTo>
                    <a:pt x="170688" y="137160"/>
                  </a:lnTo>
                  <a:lnTo>
                    <a:pt x="170688" y="134112"/>
                  </a:lnTo>
                  <a:lnTo>
                    <a:pt x="169164" y="128016"/>
                  </a:lnTo>
                  <a:lnTo>
                    <a:pt x="166116" y="120396"/>
                  </a:lnTo>
                  <a:lnTo>
                    <a:pt x="163068" y="111252"/>
                  </a:lnTo>
                  <a:lnTo>
                    <a:pt x="193156" y="111252"/>
                  </a:lnTo>
                  <a:lnTo>
                    <a:pt x="193548" y="114300"/>
                  </a:lnTo>
                  <a:lnTo>
                    <a:pt x="192024" y="123444"/>
                  </a:lnTo>
                  <a:lnTo>
                    <a:pt x="190500" y="129540"/>
                  </a:lnTo>
                  <a:lnTo>
                    <a:pt x="185928" y="132588"/>
                  </a:lnTo>
                  <a:lnTo>
                    <a:pt x="181356" y="137160"/>
                  </a:lnTo>
                  <a:lnTo>
                    <a:pt x="176784" y="138684"/>
                  </a:lnTo>
                  <a:close/>
                </a:path>
                <a:path w="387350" h="407035">
                  <a:moveTo>
                    <a:pt x="169875" y="163068"/>
                  </a:moveTo>
                  <a:lnTo>
                    <a:pt x="137160" y="163068"/>
                  </a:lnTo>
                  <a:lnTo>
                    <a:pt x="150876" y="146304"/>
                  </a:lnTo>
                  <a:lnTo>
                    <a:pt x="169875" y="163068"/>
                  </a:lnTo>
                  <a:close/>
                </a:path>
                <a:path w="387350" h="407035">
                  <a:moveTo>
                    <a:pt x="21336" y="406908"/>
                  </a:moveTo>
                  <a:lnTo>
                    <a:pt x="22217" y="384881"/>
                  </a:lnTo>
                  <a:lnTo>
                    <a:pt x="22669" y="355282"/>
                  </a:lnTo>
                  <a:lnTo>
                    <a:pt x="22783" y="217931"/>
                  </a:lnTo>
                  <a:lnTo>
                    <a:pt x="22669" y="193929"/>
                  </a:lnTo>
                  <a:lnTo>
                    <a:pt x="22217" y="167354"/>
                  </a:lnTo>
                  <a:lnTo>
                    <a:pt x="21336" y="149352"/>
                  </a:lnTo>
                  <a:lnTo>
                    <a:pt x="47244" y="163068"/>
                  </a:lnTo>
                  <a:lnTo>
                    <a:pt x="169875" y="163068"/>
                  </a:lnTo>
                  <a:lnTo>
                    <a:pt x="176784" y="169164"/>
                  </a:lnTo>
                  <a:lnTo>
                    <a:pt x="171640" y="173736"/>
                  </a:lnTo>
                  <a:lnTo>
                    <a:pt x="47244" y="173736"/>
                  </a:lnTo>
                  <a:lnTo>
                    <a:pt x="47244" y="217931"/>
                  </a:lnTo>
                  <a:lnTo>
                    <a:pt x="163068" y="217931"/>
                  </a:lnTo>
                  <a:lnTo>
                    <a:pt x="163068" y="228600"/>
                  </a:lnTo>
                  <a:lnTo>
                    <a:pt x="47244" y="228600"/>
                  </a:lnTo>
                  <a:lnTo>
                    <a:pt x="47244" y="278892"/>
                  </a:lnTo>
                  <a:lnTo>
                    <a:pt x="163068" y="278892"/>
                  </a:lnTo>
                  <a:lnTo>
                    <a:pt x="163068" y="288036"/>
                  </a:lnTo>
                  <a:lnTo>
                    <a:pt x="47244" y="288036"/>
                  </a:lnTo>
                  <a:lnTo>
                    <a:pt x="47244" y="393192"/>
                  </a:lnTo>
                  <a:lnTo>
                    <a:pt x="21336" y="406908"/>
                  </a:lnTo>
                  <a:close/>
                </a:path>
                <a:path w="387350" h="407035">
                  <a:moveTo>
                    <a:pt x="163068" y="217931"/>
                  </a:moveTo>
                  <a:lnTo>
                    <a:pt x="140208" y="217931"/>
                  </a:lnTo>
                  <a:lnTo>
                    <a:pt x="140208" y="173736"/>
                  </a:lnTo>
                  <a:lnTo>
                    <a:pt x="171640" y="173736"/>
                  </a:lnTo>
                  <a:lnTo>
                    <a:pt x="163068" y="181356"/>
                  </a:lnTo>
                  <a:lnTo>
                    <a:pt x="163068" y="217931"/>
                  </a:lnTo>
                  <a:close/>
                </a:path>
                <a:path w="387350" h="407035">
                  <a:moveTo>
                    <a:pt x="163068" y="278892"/>
                  </a:moveTo>
                  <a:lnTo>
                    <a:pt x="140208" y="278892"/>
                  </a:lnTo>
                  <a:lnTo>
                    <a:pt x="140208" y="228600"/>
                  </a:lnTo>
                  <a:lnTo>
                    <a:pt x="163068" y="228600"/>
                  </a:lnTo>
                  <a:lnTo>
                    <a:pt x="163068" y="278892"/>
                  </a:lnTo>
                  <a:close/>
                </a:path>
                <a:path w="387350" h="407035">
                  <a:moveTo>
                    <a:pt x="162228" y="368808"/>
                  </a:moveTo>
                  <a:lnTo>
                    <a:pt x="135636" y="368808"/>
                  </a:lnTo>
                  <a:lnTo>
                    <a:pt x="140208" y="362712"/>
                  </a:lnTo>
                  <a:lnTo>
                    <a:pt x="140208" y="288036"/>
                  </a:lnTo>
                  <a:lnTo>
                    <a:pt x="163068" y="288036"/>
                  </a:lnTo>
                  <a:lnTo>
                    <a:pt x="163068" y="358139"/>
                  </a:lnTo>
                  <a:lnTo>
                    <a:pt x="162228" y="368808"/>
                  </a:lnTo>
                  <a:close/>
                </a:path>
                <a:path w="387350" h="407035">
                  <a:moveTo>
                    <a:pt x="128016" y="406908"/>
                  </a:moveTo>
                  <a:lnTo>
                    <a:pt x="124301" y="396287"/>
                  </a:lnTo>
                  <a:lnTo>
                    <a:pt x="115443" y="387096"/>
                  </a:lnTo>
                  <a:lnTo>
                    <a:pt x="101441" y="379047"/>
                  </a:lnTo>
                  <a:lnTo>
                    <a:pt x="82296" y="371856"/>
                  </a:lnTo>
                  <a:lnTo>
                    <a:pt x="82296" y="365760"/>
                  </a:lnTo>
                  <a:lnTo>
                    <a:pt x="120872" y="368546"/>
                  </a:lnTo>
                  <a:lnTo>
                    <a:pt x="128016" y="368808"/>
                  </a:lnTo>
                  <a:lnTo>
                    <a:pt x="162228" y="368808"/>
                  </a:lnTo>
                  <a:lnTo>
                    <a:pt x="161877" y="373260"/>
                  </a:lnTo>
                  <a:lnTo>
                    <a:pt x="155829" y="386524"/>
                  </a:lnTo>
                  <a:lnTo>
                    <a:pt x="144637" y="397787"/>
                  </a:lnTo>
                  <a:lnTo>
                    <a:pt x="128016" y="406908"/>
                  </a:lnTo>
                  <a:close/>
                </a:path>
                <a:path w="387350" h="407035">
                  <a:moveTo>
                    <a:pt x="330708" y="182880"/>
                  </a:moveTo>
                  <a:lnTo>
                    <a:pt x="257556" y="182880"/>
                  </a:lnTo>
                  <a:lnTo>
                    <a:pt x="241554" y="181737"/>
                  </a:lnTo>
                  <a:lnTo>
                    <a:pt x="230124" y="176022"/>
                  </a:lnTo>
                  <a:lnTo>
                    <a:pt x="223266" y="165735"/>
                  </a:lnTo>
                  <a:lnTo>
                    <a:pt x="220980" y="150876"/>
                  </a:lnTo>
                  <a:lnTo>
                    <a:pt x="220904" y="83605"/>
                  </a:lnTo>
                  <a:lnTo>
                    <a:pt x="220789" y="55054"/>
                  </a:lnTo>
                  <a:lnTo>
                    <a:pt x="220337" y="26360"/>
                  </a:lnTo>
                  <a:lnTo>
                    <a:pt x="219456" y="10668"/>
                  </a:lnTo>
                  <a:lnTo>
                    <a:pt x="260604" y="27432"/>
                  </a:lnTo>
                  <a:lnTo>
                    <a:pt x="243840" y="42672"/>
                  </a:lnTo>
                  <a:lnTo>
                    <a:pt x="243840" y="102108"/>
                  </a:lnTo>
                  <a:lnTo>
                    <a:pt x="268480" y="102108"/>
                  </a:lnTo>
                  <a:lnTo>
                    <a:pt x="264985" y="103560"/>
                  </a:lnTo>
                  <a:lnTo>
                    <a:pt x="243840" y="111252"/>
                  </a:lnTo>
                  <a:lnTo>
                    <a:pt x="243840" y="144780"/>
                  </a:lnTo>
                  <a:lnTo>
                    <a:pt x="245530" y="152781"/>
                  </a:lnTo>
                  <a:lnTo>
                    <a:pt x="250507" y="158496"/>
                  </a:lnTo>
                  <a:lnTo>
                    <a:pt x="258627" y="161925"/>
                  </a:lnTo>
                  <a:lnTo>
                    <a:pt x="269748" y="163068"/>
                  </a:lnTo>
                  <a:lnTo>
                    <a:pt x="378997" y="163068"/>
                  </a:lnTo>
                  <a:lnTo>
                    <a:pt x="374427" y="170021"/>
                  </a:lnTo>
                  <a:lnTo>
                    <a:pt x="363855" y="177165"/>
                  </a:lnTo>
                  <a:lnTo>
                    <a:pt x="349281" y="181451"/>
                  </a:lnTo>
                  <a:lnTo>
                    <a:pt x="330708" y="182880"/>
                  </a:lnTo>
                  <a:close/>
                </a:path>
                <a:path w="387350" h="407035">
                  <a:moveTo>
                    <a:pt x="268480" y="102108"/>
                  </a:moveTo>
                  <a:lnTo>
                    <a:pt x="243840" y="102108"/>
                  </a:lnTo>
                  <a:lnTo>
                    <a:pt x="269319" y="88058"/>
                  </a:lnTo>
                  <a:lnTo>
                    <a:pt x="291084" y="73152"/>
                  </a:lnTo>
                  <a:lnTo>
                    <a:pt x="309419" y="57102"/>
                  </a:lnTo>
                  <a:lnTo>
                    <a:pt x="324612" y="39624"/>
                  </a:lnTo>
                  <a:lnTo>
                    <a:pt x="350520" y="70104"/>
                  </a:lnTo>
                  <a:lnTo>
                    <a:pt x="335280" y="71628"/>
                  </a:lnTo>
                  <a:lnTo>
                    <a:pt x="310705" y="83605"/>
                  </a:lnTo>
                  <a:lnTo>
                    <a:pt x="287274" y="94297"/>
                  </a:lnTo>
                  <a:lnTo>
                    <a:pt x="268480" y="102108"/>
                  </a:lnTo>
                  <a:close/>
                </a:path>
                <a:path w="387350" h="407035">
                  <a:moveTo>
                    <a:pt x="378997" y="163068"/>
                  </a:moveTo>
                  <a:lnTo>
                    <a:pt x="329184" y="163068"/>
                  </a:lnTo>
                  <a:lnTo>
                    <a:pt x="337208" y="161925"/>
                  </a:lnTo>
                  <a:lnTo>
                    <a:pt x="343090" y="158496"/>
                  </a:lnTo>
                  <a:lnTo>
                    <a:pt x="346971" y="152781"/>
                  </a:lnTo>
                  <a:lnTo>
                    <a:pt x="348996" y="144780"/>
                  </a:lnTo>
                  <a:lnTo>
                    <a:pt x="349234" y="135945"/>
                  </a:lnTo>
                  <a:lnTo>
                    <a:pt x="349758" y="125539"/>
                  </a:lnTo>
                  <a:lnTo>
                    <a:pt x="350281" y="113704"/>
                  </a:lnTo>
                  <a:lnTo>
                    <a:pt x="350520" y="100584"/>
                  </a:lnTo>
                  <a:lnTo>
                    <a:pt x="356616" y="100584"/>
                  </a:lnTo>
                  <a:lnTo>
                    <a:pt x="362712" y="138684"/>
                  </a:lnTo>
                  <a:lnTo>
                    <a:pt x="381000" y="160019"/>
                  </a:lnTo>
                  <a:lnTo>
                    <a:pt x="378997" y="163068"/>
                  </a:lnTo>
                  <a:close/>
                </a:path>
                <a:path w="387350" h="407035">
                  <a:moveTo>
                    <a:pt x="335280" y="393192"/>
                  </a:moveTo>
                  <a:lnTo>
                    <a:pt x="254508" y="393192"/>
                  </a:lnTo>
                  <a:lnTo>
                    <a:pt x="238482" y="391191"/>
                  </a:lnTo>
                  <a:lnTo>
                    <a:pt x="226885" y="385191"/>
                  </a:lnTo>
                  <a:lnTo>
                    <a:pt x="219575" y="375189"/>
                  </a:lnTo>
                  <a:lnTo>
                    <a:pt x="216408" y="361187"/>
                  </a:lnTo>
                  <a:lnTo>
                    <a:pt x="216354" y="292607"/>
                  </a:lnTo>
                  <a:lnTo>
                    <a:pt x="216254" y="265128"/>
                  </a:lnTo>
                  <a:lnTo>
                    <a:pt x="216146" y="249936"/>
                  </a:lnTo>
                  <a:lnTo>
                    <a:pt x="215765" y="223170"/>
                  </a:lnTo>
                  <a:lnTo>
                    <a:pt x="214884" y="205740"/>
                  </a:lnTo>
                  <a:lnTo>
                    <a:pt x="254508" y="224028"/>
                  </a:lnTo>
                  <a:lnTo>
                    <a:pt x="239268" y="236219"/>
                  </a:lnTo>
                  <a:lnTo>
                    <a:pt x="239268" y="292607"/>
                  </a:lnTo>
                  <a:lnTo>
                    <a:pt x="260539" y="292607"/>
                  </a:lnTo>
                  <a:lnTo>
                    <a:pt x="239268" y="303276"/>
                  </a:lnTo>
                  <a:lnTo>
                    <a:pt x="239268" y="345948"/>
                  </a:lnTo>
                  <a:lnTo>
                    <a:pt x="240958" y="357925"/>
                  </a:lnTo>
                  <a:lnTo>
                    <a:pt x="245935" y="366331"/>
                  </a:lnTo>
                  <a:lnTo>
                    <a:pt x="254055" y="371022"/>
                  </a:lnTo>
                  <a:lnTo>
                    <a:pt x="265175" y="371856"/>
                  </a:lnTo>
                  <a:lnTo>
                    <a:pt x="384157" y="371856"/>
                  </a:lnTo>
                  <a:lnTo>
                    <a:pt x="380499" y="377547"/>
                  </a:lnTo>
                  <a:lnTo>
                    <a:pt x="369760" y="385381"/>
                  </a:lnTo>
                  <a:lnTo>
                    <a:pt x="354734" y="390644"/>
                  </a:lnTo>
                  <a:lnTo>
                    <a:pt x="335280" y="393192"/>
                  </a:lnTo>
                  <a:close/>
                </a:path>
                <a:path w="387350" h="407035">
                  <a:moveTo>
                    <a:pt x="260539" y="292607"/>
                  </a:moveTo>
                  <a:lnTo>
                    <a:pt x="239268" y="292607"/>
                  </a:lnTo>
                  <a:lnTo>
                    <a:pt x="267247" y="275153"/>
                  </a:lnTo>
                  <a:lnTo>
                    <a:pt x="291655" y="256984"/>
                  </a:lnTo>
                  <a:lnTo>
                    <a:pt x="312348" y="237958"/>
                  </a:lnTo>
                  <a:lnTo>
                    <a:pt x="329184" y="217931"/>
                  </a:lnTo>
                  <a:lnTo>
                    <a:pt x="356616" y="249936"/>
                  </a:lnTo>
                  <a:lnTo>
                    <a:pt x="341376" y="249936"/>
                  </a:lnTo>
                  <a:lnTo>
                    <a:pt x="313634" y="265128"/>
                  </a:lnTo>
                  <a:lnTo>
                    <a:pt x="287464" y="278892"/>
                  </a:lnTo>
                  <a:lnTo>
                    <a:pt x="260539" y="292607"/>
                  </a:lnTo>
                  <a:close/>
                </a:path>
                <a:path w="387350" h="407035">
                  <a:moveTo>
                    <a:pt x="384157" y="371856"/>
                  </a:moveTo>
                  <a:lnTo>
                    <a:pt x="332232" y="371856"/>
                  </a:lnTo>
                  <a:lnTo>
                    <a:pt x="341137" y="370189"/>
                  </a:lnTo>
                  <a:lnTo>
                    <a:pt x="347472" y="365379"/>
                  </a:lnTo>
                  <a:lnTo>
                    <a:pt x="351520" y="357711"/>
                  </a:lnTo>
                  <a:lnTo>
                    <a:pt x="353568" y="347472"/>
                  </a:lnTo>
                  <a:lnTo>
                    <a:pt x="353591" y="336875"/>
                  </a:lnTo>
                  <a:lnTo>
                    <a:pt x="353758" y="325564"/>
                  </a:lnTo>
                  <a:lnTo>
                    <a:pt x="354210" y="313396"/>
                  </a:lnTo>
                  <a:lnTo>
                    <a:pt x="355092" y="300228"/>
                  </a:lnTo>
                  <a:lnTo>
                    <a:pt x="362712" y="300228"/>
                  </a:lnTo>
                  <a:lnTo>
                    <a:pt x="363878" y="314253"/>
                  </a:lnTo>
                  <a:lnTo>
                    <a:pt x="365188" y="326707"/>
                  </a:lnTo>
                  <a:lnTo>
                    <a:pt x="380809" y="364402"/>
                  </a:lnTo>
                  <a:lnTo>
                    <a:pt x="387096" y="367284"/>
                  </a:lnTo>
                  <a:lnTo>
                    <a:pt x="384157" y="371856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62" name="object 62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8272272" y="5033771"/>
              <a:ext cx="205740" cy="150875"/>
            </a:xfrm>
            <a:prstGeom prst="rect">
              <a:avLst/>
            </a:prstGeom>
          </p:spPr>
        </p:pic>
        <p:sp>
          <p:nvSpPr>
            <p:cNvPr id="63" name="object 63"/>
            <p:cNvSpPr/>
            <p:nvPr/>
          </p:nvSpPr>
          <p:spPr>
            <a:xfrm>
              <a:off x="8299704" y="5186172"/>
              <a:ext cx="155575" cy="260985"/>
            </a:xfrm>
            <a:custGeom>
              <a:avLst/>
              <a:gdLst/>
              <a:ahLst/>
              <a:cxnLst/>
              <a:rect l="l" t="t" r="r" b="b"/>
              <a:pathLst>
                <a:path w="155575" h="260985">
                  <a:moveTo>
                    <a:pt x="0" y="260604"/>
                  </a:moveTo>
                  <a:lnTo>
                    <a:pt x="881" y="238577"/>
                  </a:lnTo>
                  <a:lnTo>
                    <a:pt x="1333" y="208978"/>
                  </a:lnTo>
                  <a:lnTo>
                    <a:pt x="1500" y="171664"/>
                  </a:lnTo>
                  <a:lnTo>
                    <a:pt x="1524" y="126492"/>
                  </a:lnTo>
                  <a:lnTo>
                    <a:pt x="1500" y="82772"/>
                  </a:lnTo>
                  <a:lnTo>
                    <a:pt x="1333" y="47625"/>
                  </a:lnTo>
                  <a:lnTo>
                    <a:pt x="881" y="21050"/>
                  </a:lnTo>
                  <a:lnTo>
                    <a:pt x="0" y="3048"/>
                  </a:lnTo>
                  <a:lnTo>
                    <a:pt x="25908" y="16764"/>
                  </a:lnTo>
                  <a:lnTo>
                    <a:pt x="115824" y="16764"/>
                  </a:lnTo>
                  <a:lnTo>
                    <a:pt x="129539" y="0"/>
                  </a:lnTo>
                  <a:lnTo>
                    <a:pt x="155448" y="22860"/>
                  </a:lnTo>
                  <a:lnTo>
                    <a:pt x="141732" y="35052"/>
                  </a:lnTo>
                  <a:lnTo>
                    <a:pt x="141732" y="211836"/>
                  </a:lnTo>
                  <a:lnTo>
                    <a:pt x="140541" y="226956"/>
                  </a:lnTo>
                  <a:lnTo>
                    <a:pt x="134493" y="240220"/>
                  </a:lnTo>
                  <a:lnTo>
                    <a:pt x="123301" y="251483"/>
                  </a:lnTo>
                  <a:lnTo>
                    <a:pt x="106679" y="260604"/>
                  </a:lnTo>
                  <a:lnTo>
                    <a:pt x="102965" y="249983"/>
                  </a:lnTo>
                  <a:lnTo>
                    <a:pt x="94107" y="240792"/>
                  </a:lnTo>
                  <a:lnTo>
                    <a:pt x="80105" y="232743"/>
                  </a:lnTo>
                  <a:lnTo>
                    <a:pt x="60960" y="225552"/>
                  </a:lnTo>
                  <a:lnTo>
                    <a:pt x="60960" y="219456"/>
                  </a:lnTo>
                  <a:lnTo>
                    <a:pt x="76676" y="220575"/>
                  </a:lnTo>
                  <a:lnTo>
                    <a:pt x="89535" y="221551"/>
                  </a:lnTo>
                  <a:lnTo>
                    <a:pt x="99536" y="222242"/>
                  </a:lnTo>
                  <a:lnTo>
                    <a:pt x="106679" y="222504"/>
                  </a:lnTo>
                  <a:lnTo>
                    <a:pt x="114300" y="222504"/>
                  </a:lnTo>
                  <a:lnTo>
                    <a:pt x="118872" y="216408"/>
                  </a:lnTo>
                  <a:lnTo>
                    <a:pt x="118872" y="202692"/>
                  </a:lnTo>
                  <a:lnTo>
                    <a:pt x="118872" y="141732"/>
                  </a:lnTo>
                  <a:lnTo>
                    <a:pt x="25908" y="141732"/>
                  </a:lnTo>
                  <a:lnTo>
                    <a:pt x="25908" y="246888"/>
                  </a:lnTo>
                  <a:lnTo>
                    <a:pt x="0" y="260604"/>
                  </a:lnTo>
                  <a:close/>
                </a:path>
              </a:pathLst>
            </a:custGeom>
            <a:ln w="1219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4" name="object 64"/>
            <p:cNvSpPr/>
            <p:nvPr/>
          </p:nvSpPr>
          <p:spPr>
            <a:xfrm>
              <a:off x="8325612" y="5213603"/>
              <a:ext cx="93345" cy="105410"/>
            </a:xfrm>
            <a:custGeom>
              <a:avLst/>
              <a:gdLst/>
              <a:ahLst/>
              <a:cxnLst/>
              <a:rect l="l" t="t" r="r" b="b"/>
              <a:pathLst>
                <a:path w="93345" h="105410">
                  <a:moveTo>
                    <a:pt x="0" y="0"/>
                  </a:moveTo>
                  <a:lnTo>
                    <a:pt x="0" y="44196"/>
                  </a:lnTo>
                  <a:lnTo>
                    <a:pt x="92964" y="44196"/>
                  </a:lnTo>
                  <a:lnTo>
                    <a:pt x="92964" y="0"/>
                  </a:lnTo>
                  <a:lnTo>
                    <a:pt x="0" y="0"/>
                  </a:lnTo>
                  <a:close/>
                </a:path>
                <a:path w="93345" h="105410">
                  <a:moveTo>
                    <a:pt x="0" y="54864"/>
                  </a:moveTo>
                  <a:lnTo>
                    <a:pt x="0" y="105156"/>
                  </a:lnTo>
                  <a:lnTo>
                    <a:pt x="92964" y="105156"/>
                  </a:lnTo>
                  <a:lnTo>
                    <a:pt x="92964" y="54864"/>
                  </a:lnTo>
                  <a:lnTo>
                    <a:pt x="0" y="54864"/>
                  </a:lnTo>
                  <a:close/>
                </a:path>
              </a:pathLst>
            </a:custGeom>
            <a:ln w="1219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65" name="object 65"/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8487156" y="5044440"/>
              <a:ext cx="184404" cy="394715"/>
            </a:xfrm>
            <a:prstGeom prst="rect">
              <a:avLst/>
            </a:prstGeom>
          </p:spPr>
        </p:pic>
      </p:grpSp>
      <p:sp>
        <p:nvSpPr>
          <p:cNvPr id="66" name="object 66"/>
          <p:cNvSpPr/>
          <p:nvPr/>
        </p:nvSpPr>
        <p:spPr>
          <a:xfrm>
            <a:off x="8744711" y="5041392"/>
            <a:ext cx="356870" cy="402590"/>
          </a:xfrm>
          <a:custGeom>
            <a:avLst/>
            <a:gdLst/>
            <a:ahLst/>
            <a:cxnLst/>
            <a:rect l="l" t="t" r="r" b="b"/>
            <a:pathLst>
              <a:path w="356870" h="402589">
                <a:moveTo>
                  <a:pt x="54864" y="91440"/>
                </a:moveTo>
                <a:lnTo>
                  <a:pt x="44196" y="91440"/>
                </a:lnTo>
                <a:lnTo>
                  <a:pt x="51554" y="63436"/>
                </a:lnTo>
                <a:lnTo>
                  <a:pt x="57340" y="38862"/>
                </a:lnTo>
                <a:lnTo>
                  <a:pt x="61126" y="17716"/>
                </a:lnTo>
                <a:lnTo>
                  <a:pt x="62484" y="0"/>
                </a:lnTo>
                <a:lnTo>
                  <a:pt x="102108" y="21336"/>
                </a:lnTo>
                <a:lnTo>
                  <a:pt x="92368" y="29075"/>
                </a:lnTo>
                <a:lnTo>
                  <a:pt x="81343" y="43243"/>
                </a:lnTo>
                <a:lnTo>
                  <a:pt x="68889" y="63984"/>
                </a:lnTo>
                <a:lnTo>
                  <a:pt x="54864" y="91440"/>
                </a:lnTo>
                <a:close/>
              </a:path>
              <a:path w="356870" h="402589">
                <a:moveTo>
                  <a:pt x="147828" y="192024"/>
                </a:moveTo>
                <a:lnTo>
                  <a:pt x="143256" y="187452"/>
                </a:lnTo>
                <a:lnTo>
                  <a:pt x="160377" y="160615"/>
                </a:lnTo>
                <a:lnTo>
                  <a:pt x="175069" y="135064"/>
                </a:lnTo>
                <a:lnTo>
                  <a:pt x="196596" y="88392"/>
                </a:lnTo>
                <a:lnTo>
                  <a:pt x="211836" y="45529"/>
                </a:lnTo>
                <a:lnTo>
                  <a:pt x="222503" y="1524"/>
                </a:lnTo>
                <a:lnTo>
                  <a:pt x="260603" y="24384"/>
                </a:lnTo>
                <a:lnTo>
                  <a:pt x="252864" y="32361"/>
                </a:lnTo>
                <a:lnTo>
                  <a:pt x="243268" y="47053"/>
                </a:lnTo>
                <a:lnTo>
                  <a:pt x="231671" y="68318"/>
                </a:lnTo>
                <a:lnTo>
                  <a:pt x="217932" y="96012"/>
                </a:lnTo>
                <a:lnTo>
                  <a:pt x="349419" y="96012"/>
                </a:lnTo>
                <a:lnTo>
                  <a:pt x="356616" y="103632"/>
                </a:lnTo>
                <a:lnTo>
                  <a:pt x="352806" y="106680"/>
                </a:lnTo>
                <a:lnTo>
                  <a:pt x="214884" y="106680"/>
                </a:lnTo>
                <a:lnTo>
                  <a:pt x="198834" y="130730"/>
                </a:lnTo>
                <a:lnTo>
                  <a:pt x="182499" y="152781"/>
                </a:lnTo>
                <a:lnTo>
                  <a:pt x="165592" y="173116"/>
                </a:lnTo>
                <a:lnTo>
                  <a:pt x="147828" y="192024"/>
                </a:lnTo>
                <a:close/>
              </a:path>
              <a:path w="356870" h="402589">
                <a:moveTo>
                  <a:pt x="147828" y="91440"/>
                </a:moveTo>
                <a:lnTo>
                  <a:pt x="111252" y="91440"/>
                </a:lnTo>
                <a:lnTo>
                  <a:pt x="129540" y="73152"/>
                </a:lnTo>
                <a:lnTo>
                  <a:pt x="147828" y="91440"/>
                </a:lnTo>
                <a:close/>
              </a:path>
              <a:path w="356870" h="402589">
                <a:moveTo>
                  <a:pt x="0" y="397764"/>
                </a:moveTo>
                <a:lnTo>
                  <a:pt x="1251" y="352044"/>
                </a:lnTo>
                <a:lnTo>
                  <a:pt x="2786" y="276463"/>
                </a:lnTo>
                <a:lnTo>
                  <a:pt x="2999" y="228600"/>
                </a:lnTo>
                <a:lnTo>
                  <a:pt x="2755" y="193548"/>
                </a:lnTo>
                <a:lnTo>
                  <a:pt x="2095" y="154876"/>
                </a:lnTo>
                <a:lnTo>
                  <a:pt x="1013" y="110942"/>
                </a:lnTo>
                <a:lnTo>
                  <a:pt x="0" y="74676"/>
                </a:lnTo>
                <a:lnTo>
                  <a:pt x="25908" y="91440"/>
                </a:lnTo>
                <a:lnTo>
                  <a:pt x="147828" y="91440"/>
                </a:lnTo>
                <a:lnTo>
                  <a:pt x="155448" y="99060"/>
                </a:lnTo>
                <a:lnTo>
                  <a:pt x="153162" y="100584"/>
                </a:lnTo>
                <a:lnTo>
                  <a:pt x="24384" y="100584"/>
                </a:lnTo>
                <a:lnTo>
                  <a:pt x="24384" y="211836"/>
                </a:lnTo>
                <a:lnTo>
                  <a:pt x="137509" y="211836"/>
                </a:lnTo>
                <a:lnTo>
                  <a:pt x="137586" y="222504"/>
                </a:lnTo>
                <a:lnTo>
                  <a:pt x="24384" y="222504"/>
                </a:lnTo>
                <a:lnTo>
                  <a:pt x="24384" y="344424"/>
                </a:lnTo>
                <a:lnTo>
                  <a:pt x="139258" y="344424"/>
                </a:lnTo>
                <a:lnTo>
                  <a:pt x="139305" y="346850"/>
                </a:lnTo>
                <a:lnTo>
                  <a:pt x="139544" y="355092"/>
                </a:lnTo>
                <a:lnTo>
                  <a:pt x="24384" y="355092"/>
                </a:lnTo>
                <a:lnTo>
                  <a:pt x="24384" y="384048"/>
                </a:lnTo>
                <a:lnTo>
                  <a:pt x="0" y="397764"/>
                </a:lnTo>
                <a:close/>
              </a:path>
              <a:path w="356870" h="402589">
                <a:moveTo>
                  <a:pt x="349419" y="96012"/>
                </a:moveTo>
                <a:lnTo>
                  <a:pt x="310896" y="96012"/>
                </a:lnTo>
                <a:lnTo>
                  <a:pt x="330708" y="76200"/>
                </a:lnTo>
                <a:lnTo>
                  <a:pt x="349419" y="96012"/>
                </a:lnTo>
                <a:close/>
              </a:path>
              <a:path w="356870" h="402589">
                <a:moveTo>
                  <a:pt x="137509" y="211836"/>
                </a:moveTo>
                <a:lnTo>
                  <a:pt x="115824" y="211836"/>
                </a:lnTo>
                <a:lnTo>
                  <a:pt x="115824" y="100584"/>
                </a:lnTo>
                <a:lnTo>
                  <a:pt x="153162" y="100584"/>
                </a:lnTo>
                <a:lnTo>
                  <a:pt x="137160" y="111252"/>
                </a:lnTo>
                <a:lnTo>
                  <a:pt x="137271" y="160615"/>
                </a:lnTo>
                <a:lnTo>
                  <a:pt x="137390" y="195333"/>
                </a:lnTo>
                <a:lnTo>
                  <a:pt x="137509" y="211836"/>
                </a:lnTo>
                <a:close/>
              </a:path>
              <a:path w="356870" h="402589">
                <a:moveTo>
                  <a:pt x="327778" y="359664"/>
                </a:moveTo>
                <a:lnTo>
                  <a:pt x="283464" y="359664"/>
                </a:lnTo>
                <a:lnTo>
                  <a:pt x="292631" y="357925"/>
                </a:lnTo>
                <a:lnTo>
                  <a:pt x="299656" y="352615"/>
                </a:lnTo>
                <a:lnTo>
                  <a:pt x="309252" y="305562"/>
                </a:lnTo>
                <a:lnTo>
                  <a:pt x="311086" y="259842"/>
                </a:lnTo>
                <a:lnTo>
                  <a:pt x="313173" y="194571"/>
                </a:lnTo>
                <a:lnTo>
                  <a:pt x="315467" y="106680"/>
                </a:lnTo>
                <a:lnTo>
                  <a:pt x="352806" y="106680"/>
                </a:lnTo>
                <a:lnTo>
                  <a:pt x="341376" y="115824"/>
                </a:lnTo>
                <a:lnTo>
                  <a:pt x="339547" y="190085"/>
                </a:lnTo>
                <a:lnTo>
                  <a:pt x="337667" y="251435"/>
                </a:lnTo>
                <a:lnTo>
                  <a:pt x="335889" y="296107"/>
                </a:lnTo>
                <a:lnTo>
                  <a:pt x="334060" y="328013"/>
                </a:lnTo>
                <a:lnTo>
                  <a:pt x="332232" y="345948"/>
                </a:lnTo>
                <a:lnTo>
                  <a:pt x="328497" y="357925"/>
                </a:lnTo>
                <a:lnTo>
                  <a:pt x="327778" y="359664"/>
                </a:lnTo>
                <a:close/>
              </a:path>
              <a:path w="356870" h="402589">
                <a:moveTo>
                  <a:pt x="231648" y="269748"/>
                </a:moveTo>
                <a:lnTo>
                  <a:pt x="230124" y="269748"/>
                </a:lnTo>
                <a:lnTo>
                  <a:pt x="226956" y="268295"/>
                </a:lnTo>
                <a:lnTo>
                  <a:pt x="224218" y="263842"/>
                </a:lnTo>
                <a:lnTo>
                  <a:pt x="221765" y="256246"/>
                </a:lnTo>
                <a:lnTo>
                  <a:pt x="219456" y="245364"/>
                </a:lnTo>
                <a:lnTo>
                  <a:pt x="214907" y="228242"/>
                </a:lnTo>
                <a:lnTo>
                  <a:pt x="208216" y="211264"/>
                </a:lnTo>
                <a:lnTo>
                  <a:pt x="199524" y="194571"/>
                </a:lnTo>
                <a:lnTo>
                  <a:pt x="188976" y="178308"/>
                </a:lnTo>
                <a:lnTo>
                  <a:pt x="192024" y="172212"/>
                </a:lnTo>
                <a:lnTo>
                  <a:pt x="224980" y="199644"/>
                </a:lnTo>
                <a:lnTo>
                  <a:pt x="246888" y="236220"/>
                </a:lnTo>
                <a:lnTo>
                  <a:pt x="246888" y="248412"/>
                </a:lnTo>
                <a:lnTo>
                  <a:pt x="245364" y="256032"/>
                </a:lnTo>
                <a:lnTo>
                  <a:pt x="240791" y="260603"/>
                </a:lnTo>
                <a:lnTo>
                  <a:pt x="236220" y="266700"/>
                </a:lnTo>
                <a:lnTo>
                  <a:pt x="231648" y="269748"/>
                </a:lnTo>
                <a:close/>
              </a:path>
              <a:path w="356870" h="402589">
                <a:moveTo>
                  <a:pt x="139258" y="344424"/>
                </a:moveTo>
                <a:lnTo>
                  <a:pt x="115824" y="344424"/>
                </a:lnTo>
                <a:lnTo>
                  <a:pt x="115824" y="222504"/>
                </a:lnTo>
                <a:lnTo>
                  <a:pt x="137586" y="222504"/>
                </a:lnTo>
                <a:lnTo>
                  <a:pt x="137793" y="251435"/>
                </a:lnTo>
                <a:lnTo>
                  <a:pt x="138493" y="305562"/>
                </a:lnTo>
                <a:lnTo>
                  <a:pt x="139258" y="344424"/>
                </a:lnTo>
                <a:close/>
              </a:path>
              <a:path w="356870" h="402589">
                <a:moveTo>
                  <a:pt x="278891" y="402336"/>
                </a:moveTo>
                <a:lnTo>
                  <a:pt x="271986" y="389453"/>
                </a:lnTo>
                <a:lnTo>
                  <a:pt x="260223" y="378142"/>
                </a:lnTo>
                <a:lnTo>
                  <a:pt x="243254" y="368236"/>
                </a:lnTo>
                <a:lnTo>
                  <a:pt x="220979" y="359664"/>
                </a:lnTo>
                <a:lnTo>
                  <a:pt x="220979" y="352044"/>
                </a:lnTo>
                <a:lnTo>
                  <a:pt x="241244" y="355163"/>
                </a:lnTo>
                <a:lnTo>
                  <a:pt x="258508" y="357568"/>
                </a:lnTo>
                <a:lnTo>
                  <a:pt x="272629" y="359116"/>
                </a:lnTo>
                <a:lnTo>
                  <a:pt x="283464" y="359664"/>
                </a:lnTo>
                <a:lnTo>
                  <a:pt x="327778" y="359664"/>
                </a:lnTo>
                <a:lnTo>
                  <a:pt x="324217" y="368260"/>
                </a:lnTo>
                <a:lnTo>
                  <a:pt x="290310" y="397764"/>
                </a:lnTo>
                <a:lnTo>
                  <a:pt x="278891" y="402336"/>
                </a:lnTo>
                <a:close/>
              </a:path>
              <a:path w="356870" h="402589">
                <a:moveTo>
                  <a:pt x="115824" y="391668"/>
                </a:moveTo>
                <a:lnTo>
                  <a:pt x="115824" y="355092"/>
                </a:lnTo>
                <a:lnTo>
                  <a:pt x="139544" y="355092"/>
                </a:lnTo>
                <a:lnTo>
                  <a:pt x="140208" y="377952"/>
                </a:lnTo>
                <a:lnTo>
                  <a:pt x="115824" y="39166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" name="object 67"/>
          <p:cNvSpPr/>
          <p:nvPr/>
        </p:nvSpPr>
        <p:spPr>
          <a:xfrm>
            <a:off x="9156192" y="5045964"/>
            <a:ext cx="401320" cy="403860"/>
          </a:xfrm>
          <a:custGeom>
            <a:avLst/>
            <a:gdLst/>
            <a:ahLst/>
            <a:cxnLst/>
            <a:rect l="l" t="t" r="r" b="b"/>
            <a:pathLst>
              <a:path w="401320" h="403860">
                <a:moveTo>
                  <a:pt x="173736" y="117348"/>
                </a:moveTo>
                <a:lnTo>
                  <a:pt x="167640" y="114300"/>
                </a:lnTo>
                <a:lnTo>
                  <a:pt x="177665" y="102298"/>
                </a:lnTo>
                <a:lnTo>
                  <a:pt x="187261" y="89154"/>
                </a:lnTo>
                <a:lnTo>
                  <a:pt x="196572" y="74866"/>
                </a:lnTo>
                <a:lnTo>
                  <a:pt x="205740" y="59436"/>
                </a:lnTo>
                <a:lnTo>
                  <a:pt x="215193" y="43719"/>
                </a:lnTo>
                <a:lnTo>
                  <a:pt x="223075" y="28575"/>
                </a:lnTo>
                <a:lnTo>
                  <a:pt x="229528" y="14001"/>
                </a:lnTo>
                <a:lnTo>
                  <a:pt x="234696" y="0"/>
                </a:lnTo>
                <a:lnTo>
                  <a:pt x="266699" y="19812"/>
                </a:lnTo>
                <a:lnTo>
                  <a:pt x="258675" y="24407"/>
                </a:lnTo>
                <a:lnTo>
                  <a:pt x="250507" y="31432"/>
                </a:lnTo>
                <a:lnTo>
                  <a:pt x="242054" y="41028"/>
                </a:lnTo>
                <a:lnTo>
                  <a:pt x="233172" y="53340"/>
                </a:lnTo>
                <a:lnTo>
                  <a:pt x="334204" y="53340"/>
                </a:lnTo>
                <a:lnTo>
                  <a:pt x="344424" y="62484"/>
                </a:lnTo>
                <a:lnTo>
                  <a:pt x="340261" y="64008"/>
                </a:lnTo>
                <a:lnTo>
                  <a:pt x="227075" y="64008"/>
                </a:lnTo>
                <a:lnTo>
                  <a:pt x="214241" y="78557"/>
                </a:lnTo>
                <a:lnTo>
                  <a:pt x="200977" y="92392"/>
                </a:lnTo>
                <a:lnTo>
                  <a:pt x="187428" y="105370"/>
                </a:lnTo>
                <a:lnTo>
                  <a:pt x="173736" y="117348"/>
                </a:lnTo>
                <a:close/>
              </a:path>
              <a:path w="401320" h="403860">
                <a:moveTo>
                  <a:pt x="12192" y="57912"/>
                </a:moveTo>
                <a:lnTo>
                  <a:pt x="10668" y="51816"/>
                </a:lnTo>
                <a:lnTo>
                  <a:pt x="27836" y="48101"/>
                </a:lnTo>
                <a:lnTo>
                  <a:pt x="45148" y="43815"/>
                </a:lnTo>
                <a:lnTo>
                  <a:pt x="98202" y="28384"/>
                </a:lnTo>
                <a:lnTo>
                  <a:pt x="140208" y="6096"/>
                </a:lnTo>
                <a:lnTo>
                  <a:pt x="166116" y="33528"/>
                </a:lnTo>
                <a:lnTo>
                  <a:pt x="154686" y="34980"/>
                </a:lnTo>
                <a:lnTo>
                  <a:pt x="140970" y="37147"/>
                </a:lnTo>
                <a:lnTo>
                  <a:pt x="124968" y="40171"/>
                </a:lnTo>
                <a:lnTo>
                  <a:pt x="106680" y="44196"/>
                </a:lnTo>
                <a:lnTo>
                  <a:pt x="106680" y="48768"/>
                </a:lnTo>
                <a:lnTo>
                  <a:pt x="85344" y="48768"/>
                </a:lnTo>
                <a:lnTo>
                  <a:pt x="12192" y="57912"/>
                </a:lnTo>
                <a:close/>
              </a:path>
              <a:path w="401320" h="403860">
                <a:moveTo>
                  <a:pt x="334204" y="53340"/>
                </a:moveTo>
                <a:lnTo>
                  <a:pt x="300228" y="53340"/>
                </a:lnTo>
                <a:lnTo>
                  <a:pt x="315468" y="36576"/>
                </a:lnTo>
                <a:lnTo>
                  <a:pt x="334204" y="53340"/>
                </a:lnTo>
                <a:close/>
              </a:path>
              <a:path w="401320" h="403860">
                <a:moveTo>
                  <a:pt x="106680" y="126492"/>
                </a:moveTo>
                <a:lnTo>
                  <a:pt x="85344" y="126492"/>
                </a:lnTo>
                <a:lnTo>
                  <a:pt x="85344" y="48768"/>
                </a:lnTo>
                <a:lnTo>
                  <a:pt x="106680" y="48768"/>
                </a:lnTo>
                <a:lnTo>
                  <a:pt x="106680" y="126492"/>
                </a:lnTo>
                <a:close/>
              </a:path>
              <a:path w="401320" h="403860">
                <a:moveTo>
                  <a:pt x="278892" y="124968"/>
                </a:moveTo>
                <a:lnTo>
                  <a:pt x="268224" y="124968"/>
                </a:lnTo>
                <a:lnTo>
                  <a:pt x="301751" y="64008"/>
                </a:lnTo>
                <a:lnTo>
                  <a:pt x="340261" y="64008"/>
                </a:lnTo>
                <a:lnTo>
                  <a:pt x="336684" y="65317"/>
                </a:lnTo>
                <a:lnTo>
                  <a:pt x="329374" y="69151"/>
                </a:lnTo>
                <a:lnTo>
                  <a:pt x="300609" y="96393"/>
                </a:lnTo>
                <a:lnTo>
                  <a:pt x="290607" y="109251"/>
                </a:lnTo>
                <a:lnTo>
                  <a:pt x="278892" y="124968"/>
                </a:lnTo>
                <a:close/>
              </a:path>
              <a:path w="401320" h="403860">
                <a:moveTo>
                  <a:pt x="18288" y="141732"/>
                </a:moveTo>
                <a:lnTo>
                  <a:pt x="3048" y="126492"/>
                </a:lnTo>
                <a:lnTo>
                  <a:pt x="121920" y="126492"/>
                </a:lnTo>
                <a:lnTo>
                  <a:pt x="141732" y="105156"/>
                </a:lnTo>
                <a:lnTo>
                  <a:pt x="172211" y="137160"/>
                </a:lnTo>
                <a:lnTo>
                  <a:pt x="60960" y="137160"/>
                </a:lnTo>
                <a:lnTo>
                  <a:pt x="49791" y="137445"/>
                </a:lnTo>
                <a:lnTo>
                  <a:pt x="39052" y="138303"/>
                </a:lnTo>
                <a:lnTo>
                  <a:pt x="28598" y="139731"/>
                </a:lnTo>
                <a:lnTo>
                  <a:pt x="18288" y="141732"/>
                </a:lnTo>
                <a:close/>
              </a:path>
              <a:path w="401320" h="403860">
                <a:moveTo>
                  <a:pt x="188975" y="140208"/>
                </a:moveTo>
                <a:lnTo>
                  <a:pt x="173736" y="124968"/>
                </a:lnTo>
                <a:lnTo>
                  <a:pt x="344424" y="124968"/>
                </a:lnTo>
                <a:lnTo>
                  <a:pt x="355092" y="106680"/>
                </a:lnTo>
                <a:lnTo>
                  <a:pt x="384048" y="128016"/>
                </a:lnTo>
                <a:lnTo>
                  <a:pt x="375475" y="135636"/>
                </a:lnTo>
                <a:lnTo>
                  <a:pt x="230124" y="135636"/>
                </a:lnTo>
                <a:lnTo>
                  <a:pt x="219622" y="135921"/>
                </a:lnTo>
                <a:lnTo>
                  <a:pt x="208978" y="136779"/>
                </a:lnTo>
                <a:lnTo>
                  <a:pt x="198620" y="138207"/>
                </a:lnTo>
                <a:lnTo>
                  <a:pt x="188975" y="140208"/>
                </a:lnTo>
                <a:close/>
              </a:path>
              <a:path w="401320" h="403860">
                <a:moveTo>
                  <a:pt x="205740" y="192024"/>
                </a:moveTo>
                <a:lnTo>
                  <a:pt x="190499" y="176784"/>
                </a:lnTo>
                <a:lnTo>
                  <a:pt x="347472" y="176784"/>
                </a:lnTo>
                <a:lnTo>
                  <a:pt x="347472" y="135636"/>
                </a:lnTo>
                <a:lnTo>
                  <a:pt x="375475" y="135636"/>
                </a:lnTo>
                <a:lnTo>
                  <a:pt x="370331" y="140208"/>
                </a:lnTo>
                <a:lnTo>
                  <a:pt x="370392" y="187452"/>
                </a:lnTo>
                <a:lnTo>
                  <a:pt x="248411" y="187452"/>
                </a:lnTo>
                <a:lnTo>
                  <a:pt x="237243" y="187737"/>
                </a:lnTo>
                <a:lnTo>
                  <a:pt x="226504" y="188595"/>
                </a:lnTo>
                <a:lnTo>
                  <a:pt x="216050" y="190023"/>
                </a:lnTo>
                <a:lnTo>
                  <a:pt x="205740" y="192024"/>
                </a:lnTo>
                <a:close/>
              </a:path>
              <a:path w="401320" h="403860">
                <a:moveTo>
                  <a:pt x="4572" y="323088"/>
                </a:moveTo>
                <a:lnTo>
                  <a:pt x="0" y="318516"/>
                </a:lnTo>
                <a:lnTo>
                  <a:pt x="15382" y="295417"/>
                </a:lnTo>
                <a:lnTo>
                  <a:pt x="29337" y="272034"/>
                </a:lnTo>
                <a:lnTo>
                  <a:pt x="51816" y="225552"/>
                </a:lnTo>
                <a:lnTo>
                  <a:pt x="69913" y="179641"/>
                </a:lnTo>
                <a:lnTo>
                  <a:pt x="82296" y="137160"/>
                </a:lnTo>
                <a:lnTo>
                  <a:pt x="106680" y="137160"/>
                </a:lnTo>
                <a:lnTo>
                  <a:pt x="106680" y="170688"/>
                </a:lnTo>
                <a:lnTo>
                  <a:pt x="117800" y="176426"/>
                </a:lnTo>
                <a:lnTo>
                  <a:pt x="126521" y="181356"/>
                </a:lnTo>
                <a:lnTo>
                  <a:pt x="106680" y="181356"/>
                </a:lnTo>
                <a:lnTo>
                  <a:pt x="106756" y="204216"/>
                </a:lnTo>
                <a:lnTo>
                  <a:pt x="85344" y="204216"/>
                </a:lnTo>
                <a:lnTo>
                  <a:pt x="69080" y="237363"/>
                </a:lnTo>
                <a:lnTo>
                  <a:pt x="50101" y="268224"/>
                </a:lnTo>
                <a:lnTo>
                  <a:pt x="28551" y="296799"/>
                </a:lnTo>
                <a:lnTo>
                  <a:pt x="4572" y="323088"/>
                </a:lnTo>
                <a:close/>
              </a:path>
              <a:path w="401320" h="403860">
                <a:moveTo>
                  <a:pt x="150876" y="248411"/>
                </a:moveTo>
                <a:lnTo>
                  <a:pt x="146304" y="248411"/>
                </a:lnTo>
                <a:lnTo>
                  <a:pt x="141732" y="242316"/>
                </a:lnTo>
                <a:lnTo>
                  <a:pt x="137160" y="230123"/>
                </a:lnTo>
                <a:lnTo>
                  <a:pt x="131111" y="216717"/>
                </a:lnTo>
                <a:lnTo>
                  <a:pt x="124206" y="204025"/>
                </a:lnTo>
                <a:lnTo>
                  <a:pt x="116157" y="192190"/>
                </a:lnTo>
                <a:lnTo>
                  <a:pt x="106680" y="181356"/>
                </a:lnTo>
                <a:lnTo>
                  <a:pt x="126521" y="181356"/>
                </a:lnTo>
                <a:lnTo>
                  <a:pt x="157353" y="207835"/>
                </a:lnTo>
                <a:lnTo>
                  <a:pt x="161544" y="219456"/>
                </a:lnTo>
                <a:lnTo>
                  <a:pt x="161544" y="225552"/>
                </a:lnTo>
                <a:lnTo>
                  <a:pt x="160020" y="231647"/>
                </a:lnTo>
                <a:lnTo>
                  <a:pt x="156972" y="237744"/>
                </a:lnTo>
                <a:lnTo>
                  <a:pt x="153924" y="245364"/>
                </a:lnTo>
                <a:lnTo>
                  <a:pt x="150876" y="248411"/>
                </a:lnTo>
                <a:close/>
              </a:path>
              <a:path w="401320" h="403860">
                <a:moveTo>
                  <a:pt x="188975" y="242316"/>
                </a:moveTo>
                <a:lnTo>
                  <a:pt x="173736" y="227076"/>
                </a:lnTo>
                <a:lnTo>
                  <a:pt x="347472" y="227076"/>
                </a:lnTo>
                <a:lnTo>
                  <a:pt x="347472" y="187452"/>
                </a:lnTo>
                <a:lnTo>
                  <a:pt x="370392" y="187452"/>
                </a:lnTo>
                <a:lnTo>
                  <a:pt x="370499" y="207835"/>
                </a:lnTo>
                <a:lnTo>
                  <a:pt x="370610" y="216717"/>
                </a:lnTo>
                <a:lnTo>
                  <a:pt x="370974" y="235362"/>
                </a:lnTo>
                <a:lnTo>
                  <a:pt x="371118" y="237744"/>
                </a:lnTo>
                <a:lnTo>
                  <a:pt x="230124" y="237744"/>
                </a:lnTo>
                <a:lnTo>
                  <a:pt x="219622" y="238029"/>
                </a:lnTo>
                <a:lnTo>
                  <a:pt x="208978" y="238887"/>
                </a:lnTo>
                <a:lnTo>
                  <a:pt x="198620" y="240315"/>
                </a:lnTo>
                <a:lnTo>
                  <a:pt x="188975" y="242316"/>
                </a:lnTo>
                <a:close/>
              </a:path>
              <a:path w="401320" h="403860">
                <a:moveTo>
                  <a:pt x="82296" y="403860"/>
                </a:moveTo>
                <a:lnTo>
                  <a:pt x="84321" y="326136"/>
                </a:lnTo>
                <a:lnTo>
                  <a:pt x="85012" y="273700"/>
                </a:lnTo>
                <a:lnTo>
                  <a:pt x="85344" y="204216"/>
                </a:lnTo>
                <a:lnTo>
                  <a:pt x="106756" y="204216"/>
                </a:lnTo>
                <a:lnTo>
                  <a:pt x="106955" y="260604"/>
                </a:lnTo>
                <a:lnTo>
                  <a:pt x="107585" y="315896"/>
                </a:lnTo>
                <a:lnTo>
                  <a:pt x="108564" y="361569"/>
                </a:lnTo>
                <a:lnTo>
                  <a:pt x="109728" y="390144"/>
                </a:lnTo>
                <a:lnTo>
                  <a:pt x="82296" y="403860"/>
                </a:lnTo>
                <a:close/>
              </a:path>
              <a:path w="401320" h="403860">
                <a:moveTo>
                  <a:pt x="347472" y="260604"/>
                </a:moveTo>
                <a:lnTo>
                  <a:pt x="347472" y="237744"/>
                </a:lnTo>
                <a:lnTo>
                  <a:pt x="371118" y="237744"/>
                </a:lnTo>
                <a:lnTo>
                  <a:pt x="371855" y="249935"/>
                </a:lnTo>
                <a:lnTo>
                  <a:pt x="347472" y="260604"/>
                </a:lnTo>
                <a:close/>
              </a:path>
              <a:path w="401320" h="403860">
                <a:moveTo>
                  <a:pt x="280416" y="315468"/>
                </a:moveTo>
                <a:lnTo>
                  <a:pt x="275844" y="315468"/>
                </a:lnTo>
                <a:lnTo>
                  <a:pt x="272796" y="310896"/>
                </a:lnTo>
                <a:lnTo>
                  <a:pt x="271272" y="301752"/>
                </a:lnTo>
                <a:lnTo>
                  <a:pt x="266747" y="290893"/>
                </a:lnTo>
                <a:lnTo>
                  <a:pt x="260223" y="278892"/>
                </a:lnTo>
                <a:lnTo>
                  <a:pt x="251983" y="265747"/>
                </a:lnTo>
                <a:lnTo>
                  <a:pt x="242316" y="251459"/>
                </a:lnTo>
                <a:lnTo>
                  <a:pt x="246887" y="248411"/>
                </a:lnTo>
                <a:lnTo>
                  <a:pt x="283749" y="273700"/>
                </a:lnTo>
                <a:lnTo>
                  <a:pt x="292608" y="289559"/>
                </a:lnTo>
                <a:lnTo>
                  <a:pt x="292608" y="295656"/>
                </a:lnTo>
                <a:lnTo>
                  <a:pt x="291084" y="301752"/>
                </a:lnTo>
                <a:lnTo>
                  <a:pt x="286511" y="306323"/>
                </a:lnTo>
                <a:lnTo>
                  <a:pt x="283463" y="312420"/>
                </a:lnTo>
                <a:lnTo>
                  <a:pt x="280416" y="315468"/>
                </a:lnTo>
                <a:close/>
              </a:path>
              <a:path w="401320" h="403860">
                <a:moveTo>
                  <a:pt x="312420" y="385572"/>
                </a:moveTo>
                <a:lnTo>
                  <a:pt x="237744" y="385572"/>
                </a:lnTo>
                <a:lnTo>
                  <a:pt x="224861" y="382952"/>
                </a:lnTo>
                <a:lnTo>
                  <a:pt x="215836" y="377190"/>
                </a:lnTo>
                <a:lnTo>
                  <a:pt x="210526" y="367998"/>
                </a:lnTo>
                <a:lnTo>
                  <a:pt x="208787" y="355092"/>
                </a:lnTo>
                <a:lnTo>
                  <a:pt x="208518" y="333732"/>
                </a:lnTo>
                <a:lnTo>
                  <a:pt x="207796" y="313182"/>
                </a:lnTo>
                <a:lnTo>
                  <a:pt x="206859" y="295084"/>
                </a:lnTo>
                <a:lnTo>
                  <a:pt x="205740" y="277368"/>
                </a:lnTo>
                <a:lnTo>
                  <a:pt x="242316" y="292608"/>
                </a:lnTo>
                <a:lnTo>
                  <a:pt x="230124" y="303276"/>
                </a:lnTo>
                <a:lnTo>
                  <a:pt x="230124" y="345948"/>
                </a:lnTo>
                <a:lnTo>
                  <a:pt x="231814" y="355044"/>
                </a:lnTo>
                <a:lnTo>
                  <a:pt x="236791" y="361569"/>
                </a:lnTo>
                <a:lnTo>
                  <a:pt x="244911" y="365236"/>
                </a:lnTo>
                <a:lnTo>
                  <a:pt x="256032" y="365760"/>
                </a:lnTo>
                <a:lnTo>
                  <a:pt x="351883" y="365760"/>
                </a:lnTo>
                <a:lnTo>
                  <a:pt x="347567" y="373570"/>
                </a:lnTo>
                <a:lnTo>
                  <a:pt x="338709" y="381000"/>
                </a:lnTo>
                <a:lnTo>
                  <a:pt x="326993" y="385000"/>
                </a:lnTo>
                <a:lnTo>
                  <a:pt x="312420" y="385572"/>
                </a:lnTo>
                <a:close/>
              </a:path>
              <a:path w="401320" h="403860">
                <a:moveTo>
                  <a:pt x="388620" y="365760"/>
                </a:moveTo>
                <a:lnTo>
                  <a:pt x="385572" y="365760"/>
                </a:lnTo>
                <a:lnTo>
                  <a:pt x="382524" y="362712"/>
                </a:lnTo>
                <a:lnTo>
                  <a:pt x="379476" y="358140"/>
                </a:lnTo>
                <a:lnTo>
                  <a:pt x="377142" y="350400"/>
                </a:lnTo>
                <a:lnTo>
                  <a:pt x="374523" y="343090"/>
                </a:lnTo>
                <a:lnTo>
                  <a:pt x="371332" y="336065"/>
                </a:lnTo>
                <a:lnTo>
                  <a:pt x="367284" y="329184"/>
                </a:lnTo>
                <a:lnTo>
                  <a:pt x="363283" y="321754"/>
                </a:lnTo>
                <a:lnTo>
                  <a:pt x="358140" y="313182"/>
                </a:lnTo>
                <a:lnTo>
                  <a:pt x="351853" y="303466"/>
                </a:lnTo>
                <a:lnTo>
                  <a:pt x="344424" y="292608"/>
                </a:lnTo>
                <a:lnTo>
                  <a:pt x="347472" y="289559"/>
                </a:lnTo>
                <a:lnTo>
                  <a:pt x="358568" y="295536"/>
                </a:lnTo>
                <a:lnTo>
                  <a:pt x="368808" y="301942"/>
                </a:lnTo>
                <a:lnTo>
                  <a:pt x="377904" y="308633"/>
                </a:lnTo>
                <a:lnTo>
                  <a:pt x="385572" y="315468"/>
                </a:lnTo>
                <a:lnTo>
                  <a:pt x="392453" y="321421"/>
                </a:lnTo>
                <a:lnTo>
                  <a:pt x="397192" y="327660"/>
                </a:lnTo>
                <a:lnTo>
                  <a:pt x="399937" y="333946"/>
                </a:lnTo>
                <a:lnTo>
                  <a:pt x="400812" y="339852"/>
                </a:lnTo>
                <a:lnTo>
                  <a:pt x="400812" y="344424"/>
                </a:lnTo>
                <a:lnTo>
                  <a:pt x="399288" y="350520"/>
                </a:lnTo>
                <a:lnTo>
                  <a:pt x="394716" y="356616"/>
                </a:lnTo>
                <a:lnTo>
                  <a:pt x="391668" y="362712"/>
                </a:lnTo>
                <a:lnTo>
                  <a:pt x="388620" y="365760"/>
                </a:lnTo>
                <a:close/>
              </a:path>
              <a:path w="401320" h="403860">
                <a:moveTo>
                  <a:pt x="156972" y="365760"/>
                </a:moveTo>
                <a:lnTo>
                  <a:pt x="141732" y="365760"/>
                </a:lnTo>
                <a:lnTo>
                  <a:pt x="135636" y="362712"/>
                </a:lnTo>
                <a:lnTo>
                  <a:pt x="135667" y="355044"/>
                </a:lnTo>
                <a:lnTo>
                  <a:pt x="138684" y="350520"/>
                </a:lnTo>
                <a:lnTo>
                  <a:pt x="146304" y="342900"/>
                </a:lnTo>
                <a:lnTo>
                  <a:pt x="152638" y="334613"/>
                </a:lnTo>
                <a:lnTo>
                  <a:pt x="158115" y="323469"/>
                </a:lnTo>
                <a:lnTo>
                  <a:pt x="163020" y="309467"/>
                </a:lnTo>
                <a:lnTo>
                  <a:pt x="167640" y="292608"/>
                </a:lnTo>
                <a:lnTo>
                  <a:pt x="175260" y="292608"/>
                </a:lnTo>
                <a:lnTo>
                  <a:pt x="175839" y="309467"/>
                </a:lnTo>
                <a:lnTo>
                  <a:pt x="175730" y="320040"/>
                </a:lnTo>
                <a:lnTo>
                  <a:pt x="175615" y="326136"/>
                </a:lnTo>
                <a:lnTo>
                  <a:pt x="161544" y="364236"/>
                </a:lnTo>
                <a:lnTo>
                  <a:pt x="156972" y="365760"/>
                </a:lnTo>
                <a:close/>
              </a:path>
              <a:path w="401320" h="403860">
                <a:moveTo>
                  <a:pt x="351883" y="365760"/>
                </a:moveTo>
                <a:lnTo>
                  <a:pt x="304799" y="365760"/>
                </a:lnTo>
                <a:lnTo>
                  <a:pt x="311943" y="363474"/>
                </a:lnTo>
                <a:lnTo>
                  <a:pt x="317373" y="358902"/>
                </a:lnTo>
                <a:lnTo>
                  <a:pt x="327304" y="308633"/>
                </a:lnTo>
                <a:lnTo>
                  <a:pt x="327660" y="304799"/>
                </a:lnTo>
                <a:lnTo>
                  <a:pt x="335280" y="304799"/>
                </a:lnTo>
                <a:lnTo>
                  <a:pt x="335327" y="315896"/>
                </a:lnTo>
                <a:lnTo>
                  <a:pt x="335661" y="326136"/>
                </a:lnTo>
                <a:lnTo>
                  <a:pt x="336565" y="335232"/>
                </a:lnTo>
                <a:lnTo>
                  <a:pt x="338328" y="342900"/>
                </a:lnTo>
                <a:lnTo>
                  <a:pt x="339852" y="353568"/>
                </a:lnTo>
                <a:lnTo>
                  <a:pt x="344424" y="359664"/>
                </a:lnTo>
                <a:lnTo>
                  <a:pt x="353568" y="362712"/>
                </a:lnTo>
                <a:lnTo>
                  <a:pt x="351883" y="36576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" name="object 68"/>
          <p:cNvSpPr/>
          <p:nvPr/>
        </p:nvSpPr>
        <p:spPr>
          <a:xfrm>
            <a:off x="9610344" y="5042915"/>
            <a:ext cx="387350" cy="405765"/>
          </a:xfrm>
          <a:custGeom>
            <a:avLst/>
            <a:gdLst/>
            <a:ahLst/>
            <a:cxnLst/>
            <a:rect l="l" t="t" r="r" b="b"/>
            <a:pathLst>
              <a:path w="387350" h="405764">
                <a:moveTo>
                  <a:pt x="198120" y="71628"/>
                </a:moveTo>
                <a:lnTo>
                  <a:pt x="193548" y="71628"/>
                </a:lnTo>
                <a:lnTo>
                  <a:pt x="190500" y="67056"/>
                </a:lnTo>
                <a:lnTo>
                  <a:pt x="188976" y="56388"/>
                </a:lnTo>
                <a:lnTo>
                  <a:pt x="185547" y="44648"/>
                </a:lnTo>
                <a:lnTo>
                  <a:pt x="179832" y="32194"/>
                </a:lnTo>
                <a:lnTo>
                  <a:pt x="171831" y="18883"/>
                </a:lnTo>
                <a:lnTo>
                  <a:pt x="161544" y="4572"/>
                </a:lnTo>
                <a:lnTo>
                  <a:pt x="164592" y="0"/>
                </a:lnTo>
                <a:lnTo>
                  <a:pt x="199739" y="22288"/>
                </a:lnTo>
                <a:lnTo>
                  <a:pt x="214884" y="39624"/>
                </a:lnTo>
                <a:lnTo>
                  <a:pt x="214884" y="51816"/>
                </a:lnTo>
                <a:lnTo>
                  <a:pt x="211836" y="57912"/>
                </a:lnTo>
                <a:lnTo>
                  <a:pt x="198120" y="71628"/>
                </a:lnTo>
                <a:close/>
              </a:path>
              <a:path w="387350" h="405764">
                <a:moveTo>
                  <a:pt x="36576" y="140208"/>
                </a:moveTo>
                <a:lnTo>
                  <a:pt x="27432" y="140208"/>
                </a:lnTo>
                <a:lnTo>
                  <a:pt x="22860" y="138684"/>
                </a:lnTo>
                <a:lnTo>
                  <a:pt x="19812" y="135636"/>
                </a:lnTo>
                <a:lnTo>
                  <a:pt x="15240" y="132588"/>
                </a:lnTo>
                <a:lnTo>
                  <a:pt x="13716" y="131064"/>
                </a:lnTo>
                <a:lnTo>
                  <a:pt x="13716" y="124968"/>
                </a:lnTo>
                <a:lnTo>
                  <a:pt x="18288" y="118872"/>
                </a:lnTo>
                <a:lnTo>
                  <a:pt x="27432" y="109728"/>
                </a:lnTo>
                <a:lnTo>
                  <a:pt x="35099" y="100298"/>
                </a:lnTo>
                <a:lnTo>
                  <a:pt x="41910" y="88011"/>
                </a:lnTo>
                <a:lnTo>
                  <a:pt x="47577" y="72866"/>
                </a:lnTo>
                <a:lnTo>
                  <a:pt x="51816" y="54864"/>
                </a:lnTo>
                <a:lnTo>
                  <a:pt x="57912" y="54864"/>
                </a:lnTo>
                <a:lnTo>
                  <a:pt x="57912" y="77724"/>
                </a:lnTo>
                <a:lnTo>
                  <a:pt x="366886" y="77724"/>
                </a:lnTo>
                <a:lnTo>
                  <a:pt x="374440" y="86868"/>
                </a:lnTo>
                <a:lnTo>
                  <a:pt x="57912" y="86868"/>
                </a:lnTo>
                <a:lnTo>
                  <a:pt x="58197" y="105179"/>
                </a:lnTo>
                <a:lnTo>
                  <a:pt x="56769" y="119062"/>
                </a:lnTo>
                <a:lnTo>
                  <a:pt x="53625" y="128658"/>
                </a:lnTo>
                <a:lnTo>
                  <a:pt x="48768" y="134112"/>
                </a:lnTo>
                <a:lnTo>
                  <a:pt x="41148" y="137160"/>
                </a:lnTo>
                <a:lnTo>
                  <a:pt x="36576" y="140208"/>
                </a:lnTo>
                <a:close/>
              </a:path>
              <a:path w="387350" h="405764">
                <a:moveTo>
                  <a:pt x="366886" y="77724"/>
                </a:moveTo>
                <a:lnTo>
                  <a:pt x="330708" y="77724"/>
                </a:lnTo>
                <a:lnTo>
                  <a:pt x="350520" y="57912"/>
                </a:lnTo>
                <a:lnTo>
                  <a:pt x="366886" y="77724"/>
                </a:lnTo>
                <a:close/>
              </a:path>
              <a:path w="387350" h="405764">
                <a:moveTo>
                  <a:pt x="316992" y="134112"/>
                </a:moveTo>
                <a:lnTo>
                  <a:pt x="312420" y="131064"/>
                </a:lnTo>
                <a:lnTo>
                  <a:pt x="335280" y="86868"/>
                </a:lnTo>
                <a:lnTo>
                  <a:pt x="374440" y="86868"/>
                </a:lnTo>
                <a:lnTo>
                  <a:pt x="379476" y="92964"/>
                </a:lnTo>
                <a:lnTo>
                  <a:pt x="366926" y="95535"/>
                </a:lnTo>
                <a:lnTo>
                  <a:pt x="352234" y="103251"/>
                </a:lnTo>
                <a:lnTo>
                  <a:pt x="335541" y="116109"/>
                </a:lnTo>
                <a:lnTo>
                  <a:pt x="316992" y="134112"/>
                </a:lnTo>
                <a:close/>
              </a:path>
              <a:path w="387350" h="405764">
                <a:moveTo>
                  <a:pt x="42672" y="176784"/>
                </a:moveTo>
                <a:lnTo>
                  <a:pt x="27432" y="160020"/>
                </a:lnTo>
                <a:lnTo>
                  <a:pt x="298704" y="160020"/>
                </a:lnTo>
                <a:lnTo>
                  <a:pt x="323088" y="135636"/>
                </a:lnTo>
                <a:lnTo>
                  <a:pt x="356616" y="170688"/>
                </a:lnTo>
                <a:lnTo>
                  <a:pt x="83820" y="170688"/>
                </a:lnTo>
                <a:lnTo>
                  <a:pt x="73318" y="170997"/>
                </a:lnTo>
                <a:lnTo>
                  <a:pt x="62674" y="172021"/>
                </a:lnTo>
                <a:lnTo>
                  <a:pt x="52316" y="173902"/>
                </a:lnTo>
                <a:lnTo>
                  <a:pt x="42672" y="176784"/>
                </a:lnTo>
                <a:close/>
              </a:path>
              <a:path w="387350" h="405764">
                <a:moveTo>
                  <a:pt x="205740" y="350520"/>
                </a:moveTo>
                <a:lnTo>
                  <a:pt x="181356" y="350520"/>
                </a:lnTo>
                <a:lnTo>
                  <a:pt x="181356" y="170688"/>
                </a:lnTo>
                <a:lnTo>
                  <a:pt x="205740" y="170688"/>
                </a:lnTo>
                <a:lnTo>
                  <a:pt x="205740" y="256032"/>
                </a:lnTo>
                <a:lnTo>
                  <a:pt x="329184" y="256032"/>
                </a:lnTo>
                <a:lnTo>
                  <a:pt x="339852" y="266700"/>
                </a:lnTo>
                <a:lnTo>
                  <a:pt x="205740" y="266700"/>
                </a:lnTo>
                <a:lnTo>
                  <a:pt x="205740" y="350520"/>
                </a:lnTo>
                <a:close/>
              </a:path>
              <a:path w="387350" h="405764">
                <a:moveTo>
                  <a:pt x="3048" y="405384"/>
                </a:moveTo>
                <a:lnTo>
                  <a:pt x="0" y="400812"/>
                </a:lnTo>
                <a:lnTo>
                  <a:pt x="15144" y="384810"/>
                </a:lnTo>
                <a:lnTo>
                  <a:pt x="28575" y="368808"/>
                </a:lnTo>
                <a:lnTo>
                  <a:pt x="50292" y="336804"/>
                </a:lnTo>
                <a:lnTo>
                  <a:pt x="69151" y="287297"/>
                </a:lnTo>
                <a:lnTo>
                  <a:pt x="78105" y="238506"/>
                </a:lnTo>
                <a:lnTo>
                  <a:pt x="80772" y="205740"/>
                </a:lnTo>
                <a:lnTo>
                  <a:pt x="123444" y="227076"/>
                </a:lnTo>
                <a:lnTo>
                  <a:pt x="102489" y="260223"/>
                </a:lnTo>
                <a:lnTo>
                  <a:pt x="99060" y="278892"/>
                </a:lnTo>
                <a:lnTo>
                  <a:pt x="105998" y="289560"/>
                </a:lnTo>
                <a:lnTo>
                  <a:pt x="94488" y="289560"/>
                </a:lnTo>
                <a:lnTo>
                  <a:pt x="78105" y="325183"/>
                </a:lnTo>
                <a:lnTo>
                  <a:pt x="49125" y="367022"/>
                </a:lnTo>
                <a:lnTo>
                  <a:pt x="21074" y="392596"/>
                </a:lnTo>
                <a:lnTo>
                  <a:pt x="3048" y="405384"/>
                </a:lnTo>
                <a:close/>
              </a:path>
              <a:path w="387350" h="405764">
                <a:moveTo>
                  <a:pt x="329184" y="256032"/>
                </a:moveTo>
                <a:lnTo>
                  <a:pt x="284987" y="256032"/>
                </a:lnTo>
                <a:lnTo>
                  <a:pt x="306323" y="233172"/>
                </a:lnTo>
                <a:lnTo>
                  <a:pt x="329184" y="256032"/>
                </a:lnTo>
                <a:close/>
              </a:path>
              <a:path w="387350" h="405764">
                <a:moveTo>
                  <a:pt x="350520" y="394716"/>
                </a:moveTo>
                <a:lnTo>
                  <a:pt x="307919" y="393906"/>
                </a:lnTo>
                <a:lnTo>
                  <a:pt x="241006" y="388286"/>
                </a:lnTo>
                <a:lnTo>
                  <a:pt x="194929" y="378594"/>
                </a:lnTo>
                <a:lnTo>
                  <a:pt x="159400" y="361973"/>
                </a:lnTo>
                <a:lnTo>
                  <a:pt x="118491" y="324040"/>
                </a:lnTo>
                <a:lnTo>
                  <a:pt x="94488" y="289560"/>
                </a:lnTo>
                <a:lnTo>
                  <a:pt x="105998" y="289560"/>
                </a:lnTo>
                <a:lnTo>
                  <a:pt x="107608" y="292036"/>
                </a:lnTo>
                <a:lnTo>
                  <a:pt x="117157" y="304038"/>
                </a:lnTo>
                <a:lnTo>
                  <a:pt x="149852" y="333160"/>
                </a:lnTo>
                <a:lnTo>
                  <a:pt x="181356" y="350520"/>
                </a:lnTo>
                <a:lnTo>
                  <a:pt x="205740" y="350520"/>
                </a:lnTo>
                <a:lnTo>
                  <a:pt x="205740" y="356616"/>
                </a:lnTo>
                <a:lnTo>
                  <a:pt x="230385" y="360592"/>
                </a:lnTo>
                <a:lnTo>
                  <a:pt x="254317" y="363283"/>
                </a:lnTo>
                <a:lnTo>
                  <a:pt x="277963" y="364545"/>
                </a:lnTo>
                <a:lnTo>
                  <a:pt x="387096" y="364545"/>
                </a:lnTo>
                <a:lnTo>
                  <a:pt x="387096" y="367284"/>
                </a:lnTo>
                <a:lnTo>
                  <a:pt x="373665" y="370713"/>
                </a:lnTo>
                <a:lnTo>
                  <a:pt x="363093" y="376428"/>
                </a:lnTo>
                <a:lnTo>
                  <a:pt x="355377" y="384429"/>
                </a:lnTo>
                <a:lnTo>
                  <a:pt x="350520" y="394716"/>
                </a:lnTo>
                <a:close/>
              </a:path>
              <a:path w="387350" h="405764">
                <a:moveTo>
                  <a:pt x="387096" y="364545"/>
                </a:moveTo>
                <a:lnTo>
                  <a:pt x="277963" y="364545"/>
                </a:lnTo>
                <a:lnTo>
                  <a:pt x="324945" y="363974"/>
                </a:lnTo>
                <a:lnTo>
                  <a:pt x="346710" y="363283"/>
                </a:lnTo>
                <a:lnTo>
                  <a:pt x="387096" y="361188"/>
                </a:lnTo>
                <a:lnTo>
                  <a:pt x="387096" y="36454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" name="object 69"/>
          <p:cNvSpPr/>
          <p:nvPr/>
        </p:nvSpPr>
        <p:spPr>
          <a:xfrm>
            <a:off x="2145791" y="5554979"/>
            <a:ext cx="373380" cy="379730"/>
          </a:xfrm>
          <a:custGeom>
            <a:avLst/>
            <a:gdLst/>
            <a:ahLst/>
            <a:cxnLst/>
            <a:rect l="l" t="t" r="r" b="b"/>
            <a:pathLst>
              <a:path w="373380" h="379729">
                <a:moveTo>
                  <a:pt x="24384" y="379475"/>
                </a:moveTo>
                <a:lnTo>
                  <a:pt x="0" y="358139"/>
                </a:lnTo>
                <a:lnTo>
                  <a:pt x="10668" y="347472"/>
                </a:lnTo>
                <a:lnTo>
                  <a:pt x="10668" y="105155"/>
                </a:lnTo>
                <a:lnTo>
                  <a:pt x="10477" y="58483"/>
                </a:lnTo>
                <a:lnTo>
                  <a:pt x="10025" y="34647"/>
                </a:lnTo>
                <a:lnTo>
                  <a:pt x="9144" y="10667"/>
                </a:lnTo>
                <a:lnTo>
                  <a:pt x="35052" y="24383"/>
                </a:lnTo>
                <a:lnTo>
                  <a:pt x="303275" y="24383"/>
                </a:lnTo>
                <a:lnTo>
                  <a:pt x="329183" y="0"/>
                </a:lnTo>
                <a:lnTo>
                  <a:pt x="359663" y="33527"/>
                </a:lnTo>
                <a:lnTo>
                  <a:pt x="240792" y="33527"/>
                </a:lnTo>
                <a:lnTo>
                  <a:pt x="240792" y="242315"/>
                </a:lnTo>
                <a:lnTo>
                  <a:pt x="241934" y="257198"/>
                </a:lnTo>
                <a:lnTo>
                  <a:pt x="245363" y="267652"/>
                </a:lnTo>
                <a:lnTo>
                  <a:pt x="251078" y="273819"/>
                </a:lnTo>
                <a:lnTo>
                  <a:pt x="259080" y="275843"/>
                </a:lnTo>
                <a:lnTo>
                  <a:pt x="306324" y="275843"/>
                </a:lnTo>
                <a:lnTo>
                  <a:pt x="329183" y="193547"/>
                </a:lnTo>
                <a:lnTo>
                  <a:pt x="336804" y="193547"/>
                </a:lnTo>
                <a:lnTo>
                  <a:pt x="338732" y="232124"/>
                </a:lnTo>
                <a:lnTo>
                  <a:pt x="352925" y="267843"/>
                </a:lnTo>
                <a:lnTo>
                  <a:pt x="361187" y="271272"/>
                </a:lnTo>
                <a:lnTo>
                  <a:pt x="353139" y="282154"/>
                </a:lnTo>
                <a:lnTo>
                  <a:pt x="342519" y="289750"/>
                </a:lnTo>
                <a:lnTo>
                  <a:pt x="329041" y="294203"/>
                </a:lnTo>
                <a:lnTo>
                  <a:pt x="312420" y="295655"/>
                </a:lnTo>
                <a:lnTo>
                  <a:pt x="248411" y="295655"/>
                </a:lnTo>
                <a:lnTo>
                  <a:pt x="234434" y="292250"/>
                </a:lnTo>
                <a:lnTo>
                  <a:pt x="224599" y="284416"/>
                </a:lnTo>
                <a:lnTo>
                  <a:pt x="219051" y="272295"/>
                </a:lnTo>
                <a:lnTo>
                  <a:pt x="217932" y="256031"/>
                </a:lnTo>
                <a:lnTo>
                  <a:pt x="217932" y="33527"/>
                </a:lnTo>
                <a:lnTo>
                  <a:pt x="144780" y="33527"/>
                </a:lnTo>
                <a:lnTo>
                  <a:pt x="143827" y="87439"/>
                </a:lnTo>
                <a:lnTo>
                  <a:pt x="141732" y="135635"/>
                </a:lnTo>
                <a:lnTo>
                  <a:pt x="133731" y="181355"/>
                </a:lnTo>
                <a:lnTo>
                  <a:pt x="118872" y="227075"/>
                </a:lnTo>
                <a:lnTo>
                  <a:pt x="94488" y="272986"/>
                </a:lnTo>
                <a:lnTo>
                  <a:pt x="56388" y="320039"/>
                </a:lnTo>
                <a:lnTo>
                  <a:pt x="50292" y="313943"/>
                </a:lnTo>
                <a:lnTo>
                  <a:pt x="66270" y="290274"/>
                </a:lnTo>
                <a:lnTo>
                  <a:pt x="79819" y="267461"/>
                </a:lnTo>
                <a:lnTo>
                  <a:pt x="99060" y="225551"/>
                </a:lnTo>
                <a:lnTo>
                  <a:pt x="110490" y="183832"/>
                </a:lnTo>
                <a:lnTo>
                  <a:pt x="117348" y="138683"/>
                </a:lnTo>
                <a:lnTo>
                  <a:pt x="119443" y="89534"/>
                </a:lnTo>
                <a:lnTo>
                  <a:pt x="120396" y="33527"/>
                </a:lnTo>
                <a:lnTo>
                  <a:pt x="35052" y="33527"/>
                </a:lnTo>
                <a:lnTo>
                  <a:pt x="35052" y="353567"/>
                </a:lnTo>
                <a:lnTo>
                  <a:pt x="310896" y="353567"/>
                </a:lnTo>
                <a:lnTo>
                  <a:pt x="336804" y="327660"/>
                </a:lnTo>
                <a:lnTo>
                  <a:pt x="373380" y="364236"/>
                </a:lnTo>
                <a:lnTo>
                  <a:pt x="36576" y="364236"/>
                </a:lnTo>
                <a:lnTo>
                  <a:pt x="24384" y="37947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" name="object 70"/>
          <p:cNvSpPr/>
          <p:nvPr/>
        </p:nvSpPr>
        <p:spPr>
          <a:xfrm>
            <a:off x="2567939" y="5558027"/>
            <a:ext cx="408940" cy="382905"/>
          </a:xfrm>
          <a:custGeom>
            <a:avLst/>
            <a:gdLst/>
            <a:ahLst/>
            <a:cxnLst/>
            <a:rect l="l" t="t" r="r" b="b"/>
            <a:pathLst>
              <a:path w="408939" h="382904">
                <a:moveTo>
                  <a:pt x="242316" y="36576"/>
                </a:moveTo>
                <a:lnTo>
                  <a:pt x="227076" y="21336"/>
                </a:lnTo>
                <a:lnTo>
                  <a:pt x="347472" y="21336"/>
                </a:lnTo>
                <a:lnTo>
                  <a:pt x="359664" y="4572"/>
                </a:lnTo>
                <a:lnTo>
                  <a:pt x="385572" y="25908"/>
                </a:lnTo>
                <a:lnTo>
                  <a:pt x="380346" y="30480"/>
                </a:lnTo>
                <a:lnTo>
                  <a:pt x="283464" y="30480"/>
                </a:lnTo>
                <a:lnTo>
                  <a:pt x="272319" y="31003"/>
                </a:lnTo>
                <a:lnTo>
                  <a:pt x="261747" y="32385"/>
                </a:lnTo>
                <a:lnTo>
                  <a:pt x="251745" y="34337"/>
                </a:lnTo>
                <a:lnTo>
                  <a:pt x="242316" y="36576"/>
                </a:lnTo>
                <a:close/>
              </a:path>
              <a:path w="408939" h="382904">
                <a:moveTo>
                  <a:pt x="375328" y="146304"/>
                </a:moveTo>
                <a:lnTo>
                  <a:pt x="352044" y="146304"/>
                </a:lnTo>
                <a:lnTo>
                  <a:pt x="352044" y="30480"/>
                </a:lnTo>
                <a:lnTo>
                  <a:pt x="380346" y="30480"/>
                </a:lnTo>
                <a:lnTo>
                  <a:pt x="373380" y="36576"/>
                </a:lnTo>
                <a:lnTo>
                  <a:pt x="373641" y="78533"/>
                </a:lnTo>
                <a:lnTo>
                  <a:pt x="374332" y="115062"/>
                </a:lnTo>
                <a:lnTo>
                  <a:pt x="375328" y="146304"/>
                </a:lnTo>
                <a:close/>
              </a:path>
              <a:path w="408939" h="382904">
                <a:moveTo>
                  <a:pt x="368808" y="364236"/>
                </a:moveTo>
                <a:lnTo>
                  <a:pt x="278892" y="364236"/>
                </a:lnTo>
                <a:lnTo>
                  <a:pt x="258913" y="363378"/>
                </a:lnTo>
                <a:lnTo>
                  <a:pt x="244792" y="356235"/>
                </a:lnTo>
                <a:lnTo>
                  <a:pt x="236672" y="342804"/>
                </a:lnTo>
                <a:lnTo>
                  <a:pt x="234696" y="323088"/>
                </a:lnTo>
                <a:lnTo>
                  <a:pt x="234672" y="253626"/>
                </a:lnTo>
                <a:lnTo>
                  <a:pt x="234505" y="198310"/>
                </a:lnTo>
                <a:lnTo>
                  <a:pt x="234052" y="156972"/>
                </a:lnTo>
                <a:lnTo>
                  <a:pt x="233172" y="129540"/>
                </a:lnTo>
                <a:lnTo>
                  <a:pt x="257556" y="146304"/>
                </a:lnTo>
                <a:lnTo>
                  <a:pt x="375328" y="146304"/>
                </a:lnTo>
                <a:lnTo>
                  <a:pt x="375809" y="156972"/>
                </a:lnTo>
                <a:lnTo>
                  <a:pt x="257556" y="156972"/>
                </a:lnTo>
                <a:lnTo>
                  <a:pt x="257556" y="316992"/>
                </a:lnTo>
                <a:lnTo>
                  <a:pt x="259270" y="330088"/>
                </a:lnTo>
                <a:lnTo>
                  <a:pt x="264414" y="339471"/>
                </a:lnTo>
                <a:lnTo>
                  <a:pt x="272986" y="344852"/>
                </a:lnTo>
                <a:lnTo>
                  <a:pt x="284988" y="345948"/>
                </a:lnTo>
                <a:lnTo>
                  <a:pt x="404883" y="345948"/>
                </a:lnTo>
                <a:lnTo>
                  <a:pt x="401597" y="351591"/>
                </a:lnTo>
                <a:lnTo>
                  <a:pt x="392620" y="359473"/>
                </a:lnTo>
                <a:lnTo>
                  <a:pt x="381642" y="363640"/>
                </a:lnTo>
                <a:lnTo>
                  <a:pt x="368808" y="364236"/>
                </a:lnTo>
                <a:close/>
              </a:path>
              <a:path w="408939" h="382904">
                <a:moveTo>
                  <a:pt x="352044" y="181356"/>
                </a:moveTo>
                <a:lnTo>
                  <a:pt x="352044" y="156972"/>
                </a:lnTo>
                <a:lnTo>
                  <a:pt x="375809" y="156972"/>
                </a:lnTo>
                <a:lnTo>
                  <a:pt x="376428" y="170688"/>
                </a:lnTo>
                <a:lnTo>
                  <a:pt x="352044" y="181356"/>
                </a:lnTo>
                <a:close/>
              </a:path>
              <a:path w="408939" h="382904">
                <a:moveTo>
                  <a:pt x="404883" y="345948"/>
                </a:moveTo>
                <a:lnTo>
                  <a:pt x="364236" y="345948"/>
                </a:lnTo>
                <a:lnTo>
                  <a:pt x="370332" y="339852"/>
                </a:lnTo>
                <a:lnTo>
                  <a:pt x="371856" y="329184"/>
                </a:lnTo>
                <a:lnTo>
                  <a:pt x="373880" y="318063"/>
                </a:lnTo>
                <a:lnTo>
                  <a:pt x="375475" y="303085"/>
                </a:lnTo>
                <a:lnTo>
                  <a:pt x="376785" y="284392"/>
                </a:lnTo>
                <a:lnTo>
                  <a:pt x="377952" y="262128"/>
                </a:lnTo>
                <a:lnTo>
                  <a:pt x="385572" y="262128"/>
                </a:lnTo>
                <a:lnTo>
                  <a:pt x="388143" y="307347"/>
                </a:lnTo>
                <a:lnTo>
                  <a:pt x="408432" y="339852"/>
                </a:lnTo>
                <a:lnTo>
                  <a:pt x="404883" y="345948"/>
                </a:lnTo>
                <a:close/>
              </a:path>
              <a:path w="408939" h="382904">
                <a:moveTo>
                  <a:pt x="16764" y="36576"/>
                </a:moveTo>
                <a:lnTo>
                  <a:pt x="0" y="21336"/>
                </a:lnTo>
                <a:lnTo>
                  <a:pt x="175260" y="21336"/>
                </a:lnTo>
                <a:lnTo>
                  <a:pt x="196596" y="0"/>
                </a:lnTo>
                <a:lnTo>
                  <a:pt x="224028" y="30480"/>
                </a:lnTo>
                <a:lnTo>
                  <a:pt x="57912" y="30480"/>
                </a:lnTo>
                <a:lnTo>
                  <a:pt x="46767" y="31003"/>
                </a:lnTo>
                <a:lnTo>
                  <a:pt x="36195" y="32385"/>
                </a:lnTo>
                <a:lnTo>
                  <a:pt x="26193" y="34337"/>
                </a:lnTo>
                <a:lnTo>
                  <a:pt x="16764" y="36576"/>
                </a:lnTo>
                <a:close/>
              </a:path>
              <a:path w="408939" h="382904">
                <a:moveTo>
                  <a:pt x="100584" y="86868"/>
                </a:moveTo>
                <a:lnTo>
                  <a:pt x="80772" y="86868"/>
                </a:lnTo>
                <a:lnTo>
                  <a:pt x="80772" y="30480"/>
                </a:lnTo>
                <a:lnTo>
                  <a:pt x="100584" y="30480"/>
                </a:lnTo>
                <a:lnTo>
                  <a:pt x="100584" y="86868"/>
                </a:lnTo>
                <a:close/>
              </a:path>
              <a:path w="408939" h="382904">
                <a:moveTo>
                  <a:pt x="146304" y="86868"/>
                </a:moveTo>
                <a:lnTo>
                  <a:pt x="124968" y="86868"/>
                </a:lnTo>
                <a:lnTo>
                  <a:pt x="124968" y="30480"/>
                </a:lnTo>
                <a:lnTo>
                  <a:pt x="146304" y="30480"/>
                </a:lnTo>
                <a:lnTo>
                  <a:pt x="146304" y="86868"/>
                </a:lnTo>
                <a:close/>
              </a:path>
              <a:path w="408939" h="382904">
                <a:moveTo>
                  <a:pt x="204684" y="86868"/>
                </a:moveTo>
                <a:lnTo>
                  <a:pt x="173736" y="86868"/>
                </a:lnTo>
                <a:lnTo>
                  <a:pt x="185928" y="71628"/>
                </a:lnTo>
                <a:lnTo>
                  <a:pt x="204684" y="86868"/>
                </a:lnTo>
                <a:close/>
              </a:path>
              <a:path w="408939" h="382904">
                <a:moveTo>
                  <a:pt x="25908" y="382524"/>
                </a:moveTo>
                <a:lnTo>
                  <a:pt x="28003" y="316992"/>
                </a:lnTo>
                <a:lnTo>
                  <a:pt x="28694" y="275796"/>
                </a:lnTo>
                <a:lnTo>
                  <a:pt x="28938" y="225552"/>
                </a:lnTo>
                <a:lnTo>
                  <a:pt x="28694" y="182022"/>
                </a:lnTo>
                <a:lnTo>
                  <a:pt x="27983" y="139827"/>
                </a:lnTo>
                <a:lnTo>
                  <a:pt x="27027" y="104298"/>
                </a:lnTo>
                <a:lnTo>
                  <a:pt x="25908" y="73152"/>
                </a:lnTo>
                <a:lnTo>
                  <a:pt x="50292" y="86868"/>
                </a:lnTo>
                <a:lnTo>
                  <a:pt x="204684" y="86868"/>
                </a:lnTo>
                <a:lnTo>
                  <a:pt x="210312" y="91440"/>
                </a:lnTo>
                <a:lnTo>
                  <a:pt x="203345" y="97536"/>
                </a:lnTo>
                <a:lnTo>
                  <a:pt x="50292" y="97536"/>
                </a:lnTo>
                <a:lnTo>
                  <a:pt x="50292" y="214883"/>
                </a:lnTo>
                <a:lnTo>
                  <a:pt x="61100" y="214883"/>
                </a:lnTo>
                <a:lnTo>
                  <a:pt x="50292" y="225552"/>
                </a:lnTo>
                <a:lnTo>
                  <a:pt x="50292" y="249936"/>
                </a:lnTo>
                <a:lnTo>
                  <a:pt x="198684" y="249936"/>
                </a:lnTo>
                <a:lnTo>
                  <a:pt x="198774" y="260604"/>
                </a:lnTo>
                <a:lnTo>
                  <a:pt x="50292" y="260604"/>
                </a:lnTo>
                <a:lnTo>
                  <a:pt x="50292" y="326136"/>
                </a:lnTo>
                <a:lnTo>
                  <a:pt x="199350" y="326136"/>
                </a:lnTo>
                <a:lnTo>
                  <a:pt x="199449" y="336804"/>
                </a:lnTo>
                <a:lnTo>
                  <a:pt x="50292" y="336804"/>
                </a:lnTo>
                <a:lnTo>
                  <a:pt x="50292" y="373380"/>
                </a:lnTo>
                <a:lnTo>
                  <a:pt x="25908" y="382524"/>
                </a:lnTo>
                <a:close/>
              </a:path>
              <a:path w="408939" h="382904">
                <a:moveTo>
                  <a:pt x="61100" y="214883"/>
                </a:moveTo>
                <a:lnTo>
                  <a:pt x="50292" y="214883"/>
                </a:lnTo>
                <a:lnTo>
                  <a:pt x="63412" y="194619"/>
                </a:lnTo>
                <a:lnTo>
                  <a:pt x="72961" y="168211"/>
                </a:lnTo>
                <a:lnTo>
                  <a:pt x="78795" y="135802"/>
                </a:lnTo>
                <a:lnTo>
                  <a:pt x="80772" y="97536"/>
                </a:lnTo>
                <a:lnTo>
                  <a:pt x="100584" y="97536"/>
                </a:lnTo>
                <a:lnTo>
                  <a:pt x="97440" y="139827"/>
                </a:lnTo>
                <a:lnTo>
                  <a:pt x="88011" y="175260"/>
                </a:lnTo>
                <a:lnTo>
                  <a:pt x="72294" y="203835"/>
                </a:lnTo>
                <a:lnTo>
                  <a:pt x="61100" y="214883"/>
                </a:lnTo>
                <a:close/>
              </a:path>
              <a:path w="408939" h="382904">
                <a:moveTo>
                  <a:pt x="198684" y="249936"/>
                </a:moveTo>
                <a:lnTo>
                  <a:pt x="175260" y="249936"/>
                </a:lnTo>
                <a:lnTo>
                  <a:pt x="175260" y="211836"/>
                </a:lnTo>
                <a:lnTo>
                  <a:pt x="152400" y="211836"/>
                </a:lnTo>
                <a:lnTo>
                  <a:pt x="139755" y="210145"/>
                </a:lnTo>
                <a:lnTo>
                  <a:pt x="131254" y="205168"/>
                </a:lnTo>
                <a:lnTo>
                  <a:pt x="126468" y="197048"/>
                </a:lnTo>
                <a:lnTo>
                  <a:pt x="124968" y="185928"/>
                </a:lnTo>
                <a:lnTo>
                  <a:pt x="124968" y="97536"/>
                </a:lnTo>
                <a:lnTo>
                  <a:pt x="146304" y="97536"/>
                </a:lnTo>
                <a:lnTo>
                  <a:pt x="146304" y="187452"/>
                </a:lnTo>
                <a:lnTo>
                  <a:pt x="150876" y="193548"/>
                </a:lnTo>
                <a:lnTo>
                  <a:pt x="198351" y="193548"/>
                </a:lnTo>
                <a:lnTo>
                  <a:pt x="198684" y="249936"/>
                </a:lnTo>
                <a:close/>
              </a:path>
              <a:path w="408939" h="382904">
                <a:moveTo>
                  <a:pt x="198351" y="193548"/>
                </a:moveTo>
                <a:lnTo>
                  <a:pt x="175260" y="193548"/>
                </a:lnTo>
                <a:lnTo>
                  <a:pt x="175260" y="97536"/>
                </a:lnTo>
                <a:lnTo>
                  <a:pt x="203345" y="97536"/>
                </a:lnTo>
                <a:lnTo>
                  <a:pt x="198120" y="102108"/>
                </a:lnTo>
                <a:lnTo>
                  <a:pt x="198316" y="187452"/>
                </a:lnTo>
                <a:lnTo>
                  <a:pt x="198351" y="193548"/>
                </a:lnTo>
                <a:close/>
              </a:path>
              <a:path w="408939" h="382904">
                <a:moveTo>
                  <a:pt x="199350" y="326136"/>
                </a:moveTo>
                <a:lnTo>
                  <a:pt x="175260" y="326136"/>
                </a:lnTo>
                <a:lnTo>
                  <a:pt x="175260" y="260604"/>
                </a:lnTo>
                <a:lnTo>
                  <a:pt x="198774" y="260604"/>
                </a:lnTo>
                <a:lnTo>
                  <a:pt x="199350" y="326136"/>
                </a:lnTo>
                <a:close/>
              </a:path>
              <a:path w="408939" h="382904">
                <a:moveTo>
                  <a:pt x="175260" y="381000"/>
                </a:moveTo>
                <a:lnTo>
                  <a:pt x="175260" y="336804"/>
                </a:lnTo>
                <a:lnTo>
                  <a:pt x="199449" y="336804"/>
                </a:lnTo>
                <a:lnTo>
                  <a:pt x="199644" y="368808"/>
                </a:lnTo>
                <a:lnTo>
                  <a:pt x="175260" y="38100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" name="object 71"/>
          <p:cNvSpPr/>
          <p:nvPr/>
        </p:nvSpPr>
        <p:spPr>
          <a:xfrm>
            <a:off x="3023616" y="5536691"/>
            <a:ext cx="840105" cy="413384"/>
          </a:xfrm>
          <a:custGeom>
            <a:avLst/>
            <a:gdLst/>
            <a:ahLst/>
            <a:cxnLst/>
            <a:rect l="l" t="t" r="r" b="b"/>
            <a:pathLst>
              <a:path w="840104" h="413385">
                <a:moveTo>
                  <a:pt x="161544" y="121920"/>
                </a:moveTo>
                <a:lnTo>
                  <a:pt x="131064" y="99060"/>
                </a:lnTo>
                <a:lnTo>
                  <a:pt x="123888" y="113309"/>
                </a:lnTo>
                <a:lnTo>
                  <a:pt x="116014" y="128397"/>
                </a:lnTo>
                <a:lnTo>
                  <a:pt x="107264" y="144068"/>
                </a:lnTo>
                <a:lnTo>
                  <a:pt x="97536" y="160020"/>
                </a:lnTo>
                <a:lnTo>
                  <a:pt x="27432" y="161544"/>
                </a:lnTo>
                <a:lnTo>
                  <a:pt x="45478" y="134112"/>
                </a:lnTo>
                <a:lnTo>
                  <a:pt x="63246" y="104394"/>
                </a:lnTo>
                <a:lnTo>
                  <a:pt x="81000" y="72390"/>
                </a:lnTo>
                <a:lnTo>
                  <a:pt x="99060" y="38100"/>
                </a:lnTo>
                <a:lnTo>
                  <a:pt x="114300" y="30480"/>
                </a:lnTo>
                <a:lnTo>
                  <a:pt x="77724" y="10668"/>
                </a:lnTo>
                <a:lnTo>
                  <a:pt x="70319" y="36576"/>
                </a:lnTo>
                <a:lnTo>
                  <a:pt x="61722" y="62293"/>
                </a:lnTo>
                <a:lnTo>
                  <a:pt x="41148" y="112776"/>
                </a:lnTo>
                <a:lnTo>
                  <a:pt x="19431" y="149733"/>
                </a:lnTo>
                <a:lnTo>
                  <a:pt x="0" y="161544"/>
                </a:lnTo>
                <a:lnTo>
                  <a:pt x="15240" y="193548"/>
                </a:lnTo>
                <a:lnTo>
                  <a:pt x="51816" y="178308"/>
                </a:lnTo>
                <a:lnTo>
                  <a:pt x="82029" y="172745"/>
                </a:lnTo>
                <a:lnTo>
                  <a:pt x="92964" y="170688"/>
                </a:lnTo>
                <a:lnTo>
                  <a:pt x="55435" y="220599"/>
                </a:lnTo>
                <a:lnTo>
                  <a:pt x="29070" y="250774"/>
                </a:lnTo>
                <a:lnTo>
                  <a:pt x="9144" y="262128"/>
                </a:lnTo>
                <a:lnTo>
                  <a:pt x="27432" y="294132"/>
                </a:lnTo>
                <a:lnTo>
                  <a:pt x="73075" y="272059"/>
                </a:lnTo>
                <a:lnTo>
                  <a:pt x="114388" y="259080"/>
                </a:lnTo>
                <a:lnTo>
                  <a:pt x="160020" y="246888"/>
                </a:lnTo>
                <a:lnTo>
                  <a:pt x="160020" y="240792"/>
                </a:lnTo>
                <a:lnTo>
                  <a:pt x="39624" y="259080"/>
                </a:lnTo>
                <a:lnTo>
                  <a:pt x="67856" y="227076"/>
                </a:lnTo>
                <a:lnTo>
                  <a:pt x="95250" y="195072"/>
                </a:lnTo>
                <a:lnTo>
                  <a:pt x="115239" y="170688"/>
                </a:lnTo>
                <a:lnTo>
                  <a:pt x="121488" y="163068"/>
                </a:lnTo>
                <a:lnTo>
                  <a:pt x="122669" y="161544"/>
                </a:lnTo>
                <a:lnTo>
                  <a:pt x="146304" y="131064"/>
                </a:lnTo>
                <a:lnTo>
                  <a:pt x="161544" y="121920"/>
                </a:lnTo>
                <a:close/>
              </a:path>
              <a:path w="840104" h="413385">
                <a:moveTo>
                  <a:pt x="164592" y="318516"/>
                </a:moveTo>
                <a:lnTo>
                  <a:pt x="163068" y="310896"/>
                </a:lnTo>
                <a:lnTo>
                  <a:pt x="129921" y="321208"/>
                </a:lnTo>
                <a:lnTo>
                  <a:pt x="101346" y="329374"/>
                </a:lnTo>
                <a:lnTo>
                  <a:pt x="77343" y="335546"/>
                </a:lnTo>
                <a:lnTo>
                  <a:pt x="57912" y="339852"/>
                </a:lnTo>
                <a:lnTo>
                  <a:pt x="41567" y="343903"/>
                </a:lnTo>
                <a:lnTo>
                  <a:pt x="26670" y="347091"/>
                </a:lnTo>
                <a:lnTo>
                  <a:pt x="0" y="352044"/>
                </a:lnTo>
                <a:lnTo>
                  <a:pt x="16764" y="384048"/>
                </a:lnTo>
                <a:lnTo>
                  <a:pt x="33642" y="374027"/>
                </a:lnTo>
                <a:lnTo>
                  <a:pt x="63817" y="359854"/>
                </a:lnTo>
                <a:lnTo>
                  <a:pt x="107416" y="341401"/>
                </a:lnTo>
                <a:lnTo>
                  <a:pt x="164592" y="318516"/>
                </a:lnTo>
                <a:close/>
              </a:path>
              <a:path w="840104" h="413385">
                <a:moveTo>
                  <a:pt x="368808" y="257556"/>
                </a:moveTo>
                <a:lnTo>
                  <a:pt x="359664" y="248412"/>
                </a:lnTo>
                <a:lnTo>
                  <a:pt x="344424" y="233172"/>
                </a:lnTo>
                <a:lnTo>
                  <a:pt x="330708" y="246888"/>
                </a:lnTo>
                <a:lnTo>
                  <a:pt x="330708" y="259080"/>
                </a:lnTo>
                <a:lnTo>
                  <a:pt x="330708" y="358140"/>
                </a:lnTo>
                <a:lnTo>
                  <a:pt x="207264" y="358140"/>
                </a:lnTo>
                <a:lnTo>
                  <a:pt x="207264" y="259080"/>
                </a:lnTo>
                <a:lnTo>
                  <a:pt x="330708" y="259080"/>
                </a:lnTo>
                <a:lnTo>
                  <a:pt x="330708" y="246888"/>
                </a:lnTo>
                <a:lnTo>
                  <a:pt x="329184" y="248412"/>
                </a:lnTo>
                <a:lnTo>
                  <a:pt x="210312" y="248412"/>
                </a:lnTo>
                <a:lnTo>
                  <a:pt x="182880" y="233172"/>
                </a:lnTo>
                <a:lnTo>
                  <a:pt x="183680" y="250774"/>
                </a:lnTo>
                <a:lnTo>
                  <a:pt x="183781" y="253746"/>
                </a:lnTo>
                <a:lnTo>
                  <a:pt x="184213" y="273177"/>
                </a:lnTo>
                <a:lnTo>
                  <a:pt x="184302" y="286397"/>
                </a:lnTo>
                <a:lnTo>
                  <a:pt x="184188" y="368808"/>
                </a:lnTo>
                <a:lnTo>
                  <a:pt x="183756" y="389051"/>
                </a:lnTo>
                <a:lnTo>
                  <a:pt x="182880" y="408432"/>
                </a:lnTo>
                <a:lnTo>
                  <a:pt x="207264" y="396240"/>
                </a:lnTo>
                <a:lnTo>
                  <a:pt x="207264" y="368808"/>
                </a:lnTo>
                <a:lnTo>
                  <a:pt x="330708" y="368808"/>
                </a:lnTo>
                <a:lnTo>
                  <a:pt x="330708" y="403860"/>
                </a:lnTo>
                <a:lnTo>
                  <a:pt x="355092" y="393192"/>
                </a:lnTo>
                <a:lnTo>
                  <a:pt x="353568" y="268224"/>
                </a:lnTo>
                <a:lnTo>
                  <a:pt x="366623" y="259080"/>
                </a:lnTo>
                <a:lnTo>
                  <a:pt x="368808" y="257556"/>
                </a:lnTo>
                <a:close/>
              </a:path>
              <a:path w="840104" h="413385">
                <a:moveTo>
                  <a:pt x="391668" y="106680"/>
                </a:moveTo>
                <a:lnTo>
                  <a:pt x="361188" y="74676"/>
                </a:lnTo>
                <a:lnTo>
                  <a:pt x="341376" y="96012"/>
                </a:lnTo>
                <a:lnTo>
                  <a:pt x="275844" y="96012"/>
                </a:lnTo>
                <a:lnTo>
                  <a:pt x="275844" y="36576"/>
                </a:lnTo>
                <a:lnTo>
                  <a:pt x="294132" y="24384"/>
                </a:lnTo>
                <a:lnTo>
                  <a:pt x="251460" y="1524"/>
                </a:lnTo>
                <a:lnTo>
                  <a:pt x="254215" y="62293"/>
                </a:lnTo>
                <a:lnTo>
                  <a:pt x="254508" y="96012"/>
                </a:lnTo>
                <a:lnTo>
                  <a:pt x="152400" y="96012"/>
                </a:lnTo>
                <a:lnTo>
                  <a:pt x="169164" y="111252"/>
                </a:lnTo>
                <a:lnTo>
                  <a:pt x="178587" y="109258"/>
                </a:lnTo>
                <a:lnTo>
                  <a:pt x="188595" y="107823"/>
                </a:lnTo>
                <a:lnTo>
                  <a:pt x="199161" y="106972"/>
                </a:lnTo>
                <a:lnTo>
                  <a:pt x="210312" y="106680"/>
                </a:lnTo>
                <a:lnTo>
                  <a:pt x="254508" y="106680"/>
                </a:lnTo>
                <a:lnTo>
                  <a:pt x="254508" y="184404"/>
                </a:lnTo>
                <a:lnTo>
                  <a:pt x="169164" y="184404"/>
                </a:lnTo>
                <a:lnTo>
                  <a:pt x="184404" y="199644"/>
                </a:lnTo>
                <a:lnTo>
                  <a:pt x="193827" y="197650"/>
                </a:lnTo>
                <a:lnTo>
                  <a:pt x="203835" y="196215"/>
                </a:lnTo>
                <a:lnTo>
                  <a:pt x="214401" y="195364"/>
                </a:lnTo>
                <a:lnTo>
                  <a:pt x="225539" y="195072"/>
                </a:lnTo>
                <a:lnTo>
                  <a:pt x="373380" y="195072"/>
                </a:lnTo>
                <a:lnTo>
                  <a:pt x="344424" y="163068"/>
                </a:lnTo>
                <a:lnTo>
                  <a:pt x="323088" y="184404"/>
                </a:lnTo>
                <a:lnTo>
                  <a:pt x="275844" y="184404"/>
                </a:lnTo>
                <a:lnTo>
                  <a:pt x="275844" y="106680"/>
                </a:lnTo>
                <a:lnTo>
                  <a:pt x="391668" y="106680"/>
                </a:lnTo>
                <a:close/>
              </a:path>
              <a:path w="840104" h="413385">
                <a:moveTo>
                  <a:pt x="839724" y="74676"/>
                </a:moveTo>
                <a:lnTo>
                  <a:pt x="804672" y="41148"/>
                </a:lnTo>
                <a:lnTo>
                  <a:pt x="780288" y="64008"/>
                </a:lnTo>
                <a:lnTo>
                  <a:pt x="650748" y="64008"/>
                </a:lnTo>
                <a:lnTo>
                  <a:pt x="650748" y="33528"/>
                </a:lnTo>
                <a:lnTo>
                  <a:pt x="667512" y="19812"/>
                </a:lnTo>
                <a:lnTo>
                  <a:pt x="621792" y="0"/>
                </a:lnTo>
                <a:lnTo>
                  <a:pt x="622668" y="16002"/>
                </a:lnTo>
                <a:lnTo>
                  <a:pt x="623125" y="32004"/>
                </a:lnTo>
                <a:lnTo>
                  <a:pt x="623214" y="41148"/>
                </a:lnTo>
                <a:lnTo>
                  <a:pt x="623316" y="64008"/>
                </a:lnTo>
                <a:lnTo>
                  <a:pt x="443484" y="64008"/>
                </a:lnTo>
                <a:lnTo>
                  <a:pt x="458724" y="80772"/>
                </a:lnTo>
                <a:lnTo>
                  <a:pt x="469023" y="77901"/>
                </a:lnTo>
                <a:lnTo>
                  <a:pt x="479488" y="76009"/>
                </a:lnTo>
                <a:lnTo>
                  <a:pt x="490220" y="74993"/>
                </a:lnTo>
                <a:lnTo>
                  <a:pt x="501396" y="74676"/>
                </a:lnTo>
                <a:lnTo>
                  <a:pt x="623316" y="74676"/>
                </a:lnTo>
                <a:lnTo>
                  <a:pt x="623316" y="131064"/>
                </a:lnTo>
                <a:lnTo>
                  <a:pt x="623316" y="141732"/>
                </a:lnTo>
                <a:lnTo>
                  <a:pt x="623316" y="222504"/>
                </a:lnTo>
                <a:lnTo>
                  <a:pt x="528828" y="222504"/>
                </a:lnTo>
                <a:lnTo>
                  <a:pt x="528828" y="141732"/>
                </a:lnTo>
                <a:lnTo>
                  <a:pt x="623316" y="141732"/>
                </a:lnTo>
                <a:lnTo>
                  <a:pt x="623316" y="131064"/>
                </a:lnTo>
                <a:lnTo>
                  <a:pt x="530352" y="131064"/>
                </a:lnTo>
                <a:lnTo>
                  <a:pt x="501396" y="115824"/>
                </a:lnTo>
                <a:lnTo>
                  <a:pt x="501624" y="134620"/>
                </a:lnTo>
                <a:lnTo>
                  <a:pt x="502678" y="173913"/>
                </a:lnTo>
                <a:lnTo>
                  <a:pt x="502920" y="193548"/>
                </a:lnTo>
                <a:lnTo>
                  <a:pt x="502678" y="213817"/>
                </a:lnTo>
                <a:lnTo>
                  <a:pt x="501624" y="252056"/>
                </a:lnTo>
                <a:lnTo>
                  <a:pt x="501396" y="269748"/>
                </a:lnTo>
                <a:lnTo>
                  <a:pt x="528828" y="257556"/>
                </a:lnTo>
                <a:lnTo>
                  <a:pt x="528828" y="233172"/>
                </a:lnTo>
                <a:lnTo>
                  <a:pt x="600456" y="233172"/>
                </a:lnTo>
                <a:lnTo>
                  <a:pt x="577037" y="269735"/>
                </a:lnTo>
                <a:lnTo>
                  <a:pt x="548881" y="304304"/>
                </a:lnTo>
                <a:lnTo>
                  <a:pt x="515962" y="336765"/>
                </a:lnTo>
                <a:lnTo>
                  <a:pt x="478282" y="366953"/>
                </a:lnTo>
                <a:lnTo>
                  <a:pt x="435864" y="394716"/>
                </a:lnTo>
                <a:lnTo>
                  <a:pt x="440436" y="400812"/>
                </a:lnTo>
                <a:lnTo>
                  <a:pt x="485203" y="377926"/>
                </a:lnTo>
                <a:lnTo>
                  <a:pt x="526084" y="351142"/>
                </a:lnTo>
                <a:lnTo>
                  <a:pt x="562889" y="320281"/>
                </a:lnTo>
                <a:lnTo>
                  <a:pt x="595363" y="285089"/>
                </a:lnTo>
                <a:lnTo>
                  <a:pt x="623316" y="245364"/>
                </a:lnTo>
                <a:lnTo>
                  <a:pt x="623201" y="314325"/>
                </a:lnTo>
                <a:lnTo>
                  <a:pt x="623074" y="340334"/>
                </a:lnTo>
                <a:lnTo>
                  <a:pt x="622655" y="377190"/>
                </a:lnTo>
                <a:lnTo>
                  <a:pt x="621792" y="413004"/>
                </a:lnTo>
                <a:lnTo>
                  <a:pt x="652272" y="397764"/>
                </a:lnTo>
                <a:lnTo>
                  <a:pt x="650938" y="342900"/>
                </a:lnTo>
                <a:lnTo>
                  <a:pt x="650748" y="245364"/>
                </a:lnTo>
                <a:lnTo>
                  <a:pt x="650748" y="233172"/>
                </a:lnTo>
                <a:lnTo>
                  <a:pt x="658368" y="233172"/>
                </a:lnTo>
                <a:lnTo>
                  <a:pt x="680694" y="278892"/>
                </a:lnTo>
                <a:lnTo>
                  <a:pt x="711327" y="320040"/>
                </a:lnTo>
                <a:lnTo>
                  <a:pt x="750519" y="356616"/>
                </a:lnTo>
                <a:lnTo>
                  <a:pt x="798576" y="388620"/>
                </a:lnTo>
                <a:lnTo>
                  <a:pt x="802589" y="379463"/>
                </a:lnTo>
                <a:lnTo>
                  <a:pt x="810196" y="372427"/>
                </a:lnTo>
                <a:lnTo>
                  <a:pt x="821499" y="367411"/>
                </a:lnTo>
                <a:lnTo>
                  <a:pt x="836676" y="364236"/>
                </a:lnTo>
                <a:lnTo>
                  <a:pt x="836676" y="356616"/>
                </a:lnTo>
                <a:lnTo>
                  <a:pt x="783234" y="340334"/>
                </a:lnTo>
                <a:lnTo>
                  <a:pt x="737235" y="314325"/>
                </a:lnTo>
                <a:lnTo>
                  <a:pt x="698652" y="278612"/>
                </a:lnTo>
                <a:lnTo>
                  <a:pt x="667512" y="233172"/>
                </a:lnTo>
                <a:lnTo>
                  <a:pt x="746760" y="233172"/>
                </a:lnTo>
                <a:lnTo>
                  <a:pt x="746760" y="257556"/>
                </a:lnTo>
                <a:lnTo>
                  <a:pt x="775716" y="245364"/>
                </a:lnTo>
                <a:lnTo>
                  <a:pt x="774382" y="206502"/>
                </a:lnTo>
                <a:lnTo>
                  <a:pt x="774192" y="144780"/>
                </a:lnTo>
                <a:lnTo>
                  <a:pt x="778103" y="141732"/>
                </a:lnTo>
                <a:lnTo>
                  <a:pt x="787908" y="134112"/>
                </a:lnTo>
                <a:lnTo>
                  <a:pt x="783844" y="131064"/>
                </a:lnTo>
                <a:lnTo>
                  <a:pt x="757428" y="111252"/>
                </a:lnTo>
                <a:lnTo>
                  <a:pt x="746760" y="126669"/>
                </a:lnTo>
                <a:lnTo>
                  <a:pt x="746760" y="141732"/>
                </a:lnTo>
                <a:lnTo>
                  <a:pt x="746760" y="222504"/>
                </a:lnTo>
                <a:lnTo>
                  <a:pt x="650748" y="222504"/>
                </a:lnTo>
                <a:lnTo>
                  <a:pt x="650748" y="141732"/>
                </a:lnTo>
                <a:lnTo>
                  <a:pt x="746760" y="141732"/>
                </a:lnTo>
                <a:lnTo>
                  <a:pt x="746760" y="126669"/>
                </a:lnTo>
                <a:lnTo>
                  <a:pt x="743712" y="131064"/>
                </a:lnTo>
                <a:lnTo>
                  <a:pt x="650748" y="131064"/>
                </a:lnTo>
                <a:lnTo>
                  <a:pt x="650748" y="74676"/>
                </a:lnTo>
                <a:lnTo>
                  <a:pt x="839724" y="7467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" name="object 72"/>
          <p:cNvSpPr/>
          <p:nvPr/>
        </p:nvSpPr>
        <p:spPr>
          <a:xfrm>
            <a:off x="3942588" y="5747004"/>
            <a:ext cx="60960" cy="196850"/>
          </a:xfrm>
          <a:custGeom>
            <a:avLst/>
            <a:gdLst/>
            <a:ahLst/>
            <a:cxnLst/>
            <a:rect l="l" t="t" r="r" b="b"/>
            <a:pathLst>
              <a:path w="60960" h="196850">
                <a:moveTo>
                  <a:pt x="10668" y="196596"/>
                </a:moveTo>
                <a:lnTo>
                  <a:pt x="7620" y="196596"/>
                </a:lnTo>
                <a:lnTo>
                  <a:pt x="7620" y="193548"/>
                </a:lnTo>
                <a:lnTo>
                  <a:pt x="9144" y="192024"/>
                </a:lnTo>
                <a:lnTo>
                  <a:pt x="12192" y="192024"/>
                </a:lnTo>
                <a:lnTo>
                  <a:pt x="18288" y="187452"/>
                </a:lnTo>
                <a:lnTo>
                  <a:pt x="22860" y="181356"/>
                </a:lnTo>
                <a:lnTo>
                  <a:pt x="32004" y="172212"/>
                </a:lnTo>
                <a:lnTo>
                  <a:pt x="35052" y="163068"/>
                </a:lnTo>
                <a:lnTo>
                  <a:pt x="36576" y="153924"/>
                </a:lnTo>
                <a:lnTo>
                  <a:pt x="28956" y="153924"/>
                </a:lnTo>
                <a:lnTo>
                  <a:pt x="16764" y="150876"/>
                </a:lnTo>
                <a:lnTo>
                  <a:pt x="12192" y="149352"/>
                </a:lnTo>
                <a:lnTo>
                  <a:pt x="7620" y="146304"/>
                </a:lnTo>
                <a:lnTo>
                  <a:pt x="6096" y="141732"/>
                </a:lnTo>
                <a:lnTo>
                  <a:pt x="3048" y="137160"/>
                </a:lnTo>
                <a:lnTo>
                  <a:pt x="3048" y="121920"/>
                </a:lnTo>
                <a:lnTo>
                  <a:pt x="6096" y="117348"/>
                </a:lnTo>
                <a:lnTo>
                  <a:pt x="7620" y="112776"/>
                </a:lnTo>
                <a:lnTo>
                  <a:pt x="10668" y="109728"/>
                </a:lnTo>
                <a:lnTo>
                  <a:pt x="15240" y="106680"/>
                </a:lnTo>
                <a:lnTo>
                  <a:pt x="18288" y="105156"/>
                </a:lnTo>
                <a:lnTo>
                  <a:pt x="22860" y="103632"/>
                </a:lnTo>
                <a:lnTo>
                  <a:pt x="36576" y="103632"/>
                </a:lnTo>
                <a:lnTo>
                  <a:pt x="41148" y="105156"/>
                </a:lnTo>
                <a:lnTo>
                  <a:pt x="47244" y="106680"/>
                </a:lnTo>
                <a:lnTo>
                  <a:pt x="50292" y="111252"/>
                </a:lnTo>
                <a:lnTo>
                  <a:pt x="54864" y="117348"/>
                </a:lnTo>
                <a:lnTo>
                  <a:pt x="57912" y="123444"/>
                </a:lnTo>
                <a:lnTo>
                  <a:pt x="59436" y="129540"/>
                </a:lnTo>
                <a:lnTo>
                  <a:pt x="59436" y="141732"/>
                </a:lnTo>
                <a:lnTo>
                  <a:pt x="44148" y="178665"/>
                </a:lnTo>
                <a:lnTo>
                  <a:pt x="22860" y="193548"/>
                </a:lnTo>
                <a:lnTo>
                  <a:pt x="10668" y="196596"/>
                </a:lnTo>
                <a:close/>
              </a:path>
              <a:path w="60960" h="196850">
                <a:moveTo>
                  <a:pt x="35052" y="59436"/>
                </a:moveTo>
                <a:lnTo>
                  <a:pt x="25908" y="59436"/>
                </a:lnTo>
                <a:lnTo>
                  <a:pt x="19812" y="57912"/>
                </a:lnTo>
                <a:lnTo>
                  <a:pt x="0" y="18288"/>
                </a:lnTo>
                <a:lnTo>
                  <a:pt x="4572" y="10668"/>
                </a:lnTo>
                <a:lnTo>
                  <a:pt x="10668" y="6096"/>
                </a:lnTo>
                <a:lnTo>
                  <a:pt x="18288" y="3048"/>
                </a:lnTo>
                <a:lnTo>
                  <a:pt x="24384" y="0"/>
                </a:lnTo>
                <a:lnTo>
                  <a:pt x="35052" y="0"/>
                </a:lnTo>
                <a:lnTo>
                  <a:pt x="41148" y="1524"/>
                </a:lnTo>
                <a:lnTo>
                  <a:pt x="60960" y="27432"/>
                </a:lnTo>
                <a:lnTo>
                  <a:pt x="60340" y="36623"/>
                </a:lnTo>
                <a:lnTo>
                  <a:pt x="58293" y="43815"/>
                </a:lnTo>
                <a:lnTo>
                  <a:pt x="54530" y="49291"/>
                </a:lnTo>
                <a:lnTo>
                  <a:pt x="48768" y="53340"/>
                </a:lnTo>
                <a:lnTo>
                  <a:pt x="41148" y="57912"/>
                </a:lnTo>
                <a:lnTo>
                  <a:pt x="35052" y="5943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" name="object 73"/>
          <p:cNvSpPr/>
          <p:nvPr/>
        </p:nvSpPr>
        <p:spPr>
          <a:xfrm>
            <a:off x="4349495" y="5556504"/>
            <a:ext cx="403860" cy="386080"/>
          </a:xfrm>
          <a:custGeom>
            <a:avLst/>
            <a:gdLst/>
            <a:ahLst/>
            <a:cxnLst/>
            <a:rect l="l" t="t" r="r" b="b"/>
            <a:pathLst>
              <a:path w="403860" h="386079">
                <a:moveTo>
                  <a:pt x="318516" y="385571"/>
                </a:moveTo>
                <a:lnTo>
                  <a:pt x="311943" y="374713"/>
                </a:lnTo>
                <a:lnTo>
                  <a:pt x="301371" y="364997"/>
                </a:lnTo>
                <a:lnTo>
                  <a:pt x="286797" y="356425"/>
                </a:lnTo>
                <a:lnTo>
                  <a:pt x="268224" y="348995"/>
                </a:lnTo>
                <a:lnTo>
                  <a:pt x="268224" y="341375"/>
                </a:lnTo>
                <a:lnTo>
                  <a:pt x="317087" y="346519"/>
                </a:lnTo>
                <a:lnTo>
                  <a:pt x="330708" y="336803"/>
                </a:lnTo>
                <a:lnTo>
                  <a:pt x="330708" y="124968"/>
                </a:lnTo>
                <a:lnTo>
                  <a:pt x="256032" y="124968"/>
                </a:lnTo>
                <a:lnTo>
                  <a:pt x="256032" y="348995"/>
                </a:lnTo>
                <a:lnTo>
                  <a:pt x="233172" y="358139"/>
                </a:lnTo>
                <a:lnTo>
                  <a:pt x="233172" y="124968"/>
                </a:lnTo>
                <a:lnTo>
                  <a:pt x="166116" y="124968"/>
                </a:lnTo>
                <a:lnTo>
                  <a:pt x="166116" y="350519"/>
                </a:lnTo>
                <a:lnTo>
                  <a:pt x="143256" y="361187"/>
                </a:lnTo>
                <a:lnTo>
                  <a:pt x="143256" y="124968"/>
                </a:lnTo>
                <a:lnTo>
                  <a:pt x="74676" y="124968"/>
                </a:lnTo>
                <a:lnTo>
                  <a:pt x="74676" y="362711"/>
                </a:lnTo>
                <a:lnTo>
                  <a:pt x="48767" y="380999"/>
                </a:lnTo>
                <a:lnTo>
                  <a:pt x="49649" y="343328"/>
                </a:lnTo>
                <a:lnTo>
                  <a:pt x="50101" y="303656"/>
                </a:lnTo>
                <a:lnTo>
                  <a:pt x="50268" y="178569"/>
                </a:lnTo>
                <a:lnTo>
                  <a:pt x="50101" y="144970"/>
                </a:lnTo>
                <a:lnTo>
                  <a:pt x="49649" y="118514"/>
                </a:lnTo>
                <a:lnTo>
                  <a:pt x="48767" y="99059"/>
                </a:lnTo>
                <a:lnTo>
                  <a:pt x="74676" y="114299"/>
                </a:lnTo>
                <a:lnTo>
                  <a:pt x="161544" y="114299"/>
                </a:lnTo>
                <a:lnTo>
                  <a:pt x="184404" y="35051"/>
                </a:lnTo>
                <a:lnTo>
                  <a:pt x="57912" y="35051"/>
                </a:lnTo>
                <a:lnTo>
                  <a:pt x="46743" y="35337"/>
                </a:lnTo>
                <a:lnTo>
                  <a:pt x="36004" y="36194"/>
                </a:lnTo>
                <a:lnTo>
                  <a:pt x="25550" y="37623"/>
                </a:lnTo>
                <a:lnTo>
                  <a:pt x="15240" y="39623"/>
                </a:lnTo>
                <a:lnTo>
                  <a:pt x="0" y="24384"/>
                </a:lnTo>
                <a:lnTo>
                  <a:pt x="341376" y="24384"/>
                </a:lnTo>
                <a:lnTo>
                  <a:pt x="368808" y="0"/>
                </a:lnTo>
                <a:lnTo>
                  <a:pt x="403860" y="35051"/>
                </a:lnTo>
                <a:lnTo>
                  <a:pt x="220980" y="35051"/>
                </a:lnTo>
                <a:lnTo>
                  <a:pt x="212693" y="46148"/>
                </a:lnTo>
                <a:lnTo>
                  <a:pt x="201549" y="63245"/>
                </a:lnTo>
                <a:lnTo>
                  <a:pt x="187547" y="86058"/>
                </a:lnTo>
                <a:lnTo>
                  <a:pt x="170688" y="114299"/>
                </a:lnTo>
                <a:lnTo>
                  <a:pt x="329184" y="114299"/>
                </a:lnTo>
                <a:lnTo>
                  <a:pt x="342900" y="97535"/>
                </a:lnTo>
                <a:lnTo>
                  <a:pt x="373380" y="123444"/>
                </a:lnTo>
                <a:lnTo>
                  <a:pt x="355092" y="135635"/>
                </a:lnTo>
                <a:lnTo>
                  <a:pt x="355092" y="336803"/>
                </a:lnTo>
                <a:lnTo>
                  <a:pt x="354544" y="346471"/>
                </a:lnTo>
                <a:lnTo>
                  <a:pt x="328826" y="380118"/>
                </a:lnTo>
                <a:lnTo>
                  <a:pt x="318516" y="38557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4" name="object 74"/>
          <p:cNvSpPr/>
          <p:nvPr/>
        </p:nvSpPr>
        <p:spPr>
          <a:xfrm>
            <a:off x="4803647" y="5545835"/>
            <a:ext cx="363220" cy="399415"/>
          </a:xfrm>
          <a:custGeom>
            <a:avLst/>
            <a:gdLst/>
            <a:ahLst/>
            <a:cxnLst/>
            <a:rect l="l" t="t" r="r" b="b"/>
            <a:pathLst>
              <a:path w="363220" h="399414">
                <a:moveTo>
                  <a:pt x="326440" y="16764"/>
                </a:moveTo>
                <a:lnTo>
                  <a:pt x="291084" y="16764"/>
                </a:lnTo>
                <a:lnTo>
                  <a:pt x="306324" y="0"/>
                </a:lnTo>
                <a:lnTo>
                  <a:pt x="326440" y="16764"/>
                </a:lnTo>
                <a:close/>
              </a:path>
              <a:path w="363220" h="399414">
                <a:moveTo>
                  <a:pt x="80772" y="169164"/>
                </a:moveTo>
                <a:lnTo>
                  <a:pt x="81891" y="146851"/>
                </a:lnTo>
                <a:lnTo>
                  <a:pt x="82867" y="125539"/>
                </a:lnTo>
                <a:lnTo>
                  <a:pt x="83558" y="105084"/>
                </a:lnTo>
                <a:lnTo>
                  <a:pt x="83820" y="85344"/>
                </a:lnTo>
                <a:lnTo>
                  <a:pt x="83558" y="65627"/>
                </a:lnTo>
                <a:lnTo>
                  <a:pt x="82867" y="45339"/>
                </a:lnTo>
                <a:lnTo>
                  <a:pt x="81806" y="22860"/>
                </a:lnTo>
                <a:lnTo>
                  <a:pt x="80772" y="3047"/>
                </a:lnTo>
                <a:lnTo>
                  <a:pt x="108204" y="16764"/>
                </a:lnTo>
                <a:lnTo>
                  <a:pt x="326440" y="16764"/>
                </a:lnTo>
                <a:lnTo>
                  <a:pt x="333756" y="22860"/>
                </a:lnTo>
                <a:lnTo>
                  <a:pt x="328612" y="27432"/>
                </a:lnTo>
                <a:lnTo>
                  <a:pt x="108204" y="27432"/>
                </a:lnTo>
                <a:lnTo>
                  <a:pt x="108204" y="128016"/>
                </a:lnTo>
                <a:lnTo>
                  <a:pt x="320606" y="128016"/>
                </a:lnTo>
                <a:lnTo>
                  <a:pt x="320682" y="132349"/>
                </a:lnTo>
                <a:lnTo>
                  <a:pt x="320984" y="138684"/>
                </a:lnTo>
                <a:lnTo>
                  <a:pt x="108204" y="138684"/>
                </a:lnTo>
                <a:lnTo>
                  <a:pt x="108204" y="158496"/>
                </a:lnTo>
                <a:lnTo>
                  <a:pt x="80772" y="169164"/>
                </a:lnTo>
                <a:close/>
              </a:path>
              <a:path w="363220" h="399414">
                <a:moveTo>
                  <a:pt x="320606" y="128016"/>
                </a:moveTo>
                <a:lnTo>
                  <a:pt x="295655" y="128016"/>
                </a:lnTo>
                <a:lnTo>
                  <a:pt x="295655" y="27432"/>
                </a:lnTo>
                <a:lnTo>
                  <a:pt x="328612" y="27432"/>
                </a:lnTo>
                <a:lnTo>
                  <a:pt x="320040" y="35052"/>
                </a:lnTo>
                <a:lnTo>
                  <a:pt x="320121" y="85344"/>
                </a:lnTo>
                <a:lnTo>
                  <a:pt x="320230" y="106680"/>
                </a:lnTo>
                <a:lnTo>
                  <a:pt x="320606" y="128016"/>
                </a:lnTo>
                <a:close/>
              </a:path>
              <a:path w="363220" h="399414">
                <a:moveTo>
                  <a:pt x="295655" y="161544"/>
                </a:moveTo>
                <a:lnTo>
                  <a:pt x="295655" y="138684"/>
                </a:lnTo>
                <a:lnTo>
                  <a:pt x="320984" y="138684"/>
                </a:lnTo>
                <a:lnTo>
                  <a:pt x="321564" y="150876"/>
                </a:lnTo>
                <a:lnTo>
                  <a:pt x="295655" y="161544"/>
                </a:lnTo>
                <a:close/>
              </a:path>
              <a:path w="363220" h="399414">
                <a:moveTo>
                  <a:pt x="190500" y="202692"/>
                </a:moveTo>
                <a:lnTo>
                  <a:pt x="164592" y="202692"/>
                </a:lnTo>
                <a:lnTo>
                  <a:pt x="165473" y="183284"/>
                </a:lnTo>
                <a:lnTo>
                  <a:pt x="165925" y="166306"/>
                </a:lnTo>
                <a:lnTo>
                  <a:pt x="166015" y="158496"/>
                </a:lnTo>
                <a:lnTo>
                  <a:pt x="166116" y="140208"/>
                </a:lnTo>
                <a:lnTo>
                  <a:pt x="210312" y="161544"/>
                </a:lnTo>
                <a:lnTo>
                  <a:pt x="195072" y="172212"/>
                </a:lnTo>
                <a:lnTo>
                  <a:pt x="193929" y="178474"/>
                </a:lnTo>
                <a:lnTo>
                  <a:pt x="192786" y="185737"/>
                </a:lnTo>
                <a:lnTo>
                  <a:pt x="191643" y="193857"/>
                </a:lnTo>
                <a:lnTo>
                  <a:pt x="190500" y="202692"/>
                </a:lnTo>
                <a:close/>
              </a:path>
              <a:path w="363220" h="399414">
                <a:moveTo>
                  <a:pt x="41148" y="219456"/>
                </a:moveTo>
                <a:lnTo>
                  <a:pt x="25908" y="202692"/>
                </a:lnTo>
                <a:lnTo>
                  <a:pt x="320040" y="202692"/>
                </a:lnTo>
                <a:lnTo>
                  <a:pt x="332232" y="184404"/>
                </a:lnTo>
                <a:lnTo>
                  <a:pt x="362712" y="208788"/>
                </a:lnTo>
                <a:lnTo>
                  <a:pt x="356997" y="213360"/>
                </a:lnTo>
                <a:lnTo>
                  <a:pt x="88392" y="213360"/>
                </a:lnTo>
                <a:lnTo>
                  <a:pt x="75223" y="213669"/>
                </a:lnTo>
                <a:lnTo>
                  <a:pt x="63055" y="214693"/>
                </a:lnTo>
                <a:lnTo>
                  <a:pt x="51744" y="216574"/>
                </a:lnTo>
                <a:lnTo>
                  <a:pt x="41148" y="219456"/>
                </a:lnTo>
                <a:close/>
              </a:path>
              <a:path w="363220" h="399414">
                <a:moveTo>
                  <a:pt x="1524" y="399288"/>
                </a:moveTo>
                <a:lnTo>
                  <a:pt x="0" y="394716"/>
                </a:lnTo>
                <a:lnTo>
                  <a:pt x="35671" y="379571"/>
                </a:lnTo>
                <a:lnTo>
                  <a:pt x="67056" y="363855"/>
                </a:lnTo>
                <a:lnTo>
                  <a:pt x="115824" y="330708"/>
                </a:lnTo>
                <a:lnTo>
                  <a:pt x="146875" y="283464"/>
                </a:lnTo>
                <a:lnTo>
                  <a:pt x="163068" y="213360"/>
                </a:lnTo>
                <a:lnTo>
                  <a:pt x="188976" y="213360"/>
                </a:lnTo>
                <a:lnTo>
                  <a:pt x="180998" y="255651"/>
                </a:lnTo>
                <a:lnTo>
                  <a:pt x="151899" y="319659"/>
                </a:lnTo>
                <a:lnTo>
                  <a:pt x="106537" y="357925"/>
                </a:lnTo>
                <a:lnTo>
                  <a:pt x="41481" y="387024"/>
                </a:lnTo>
                <a:lnTo>
                  <a:pt x="1524" y="399288"/>
                </a:lnTo>
                <a:close/>
              </a:path>
              <a:path w="363220" h="399414">
                <a:moveTo>
                  <a:pt x="336763" y="356925"/>
                </a:moveTo>
                <a:lnTo>
                  <a:pt x="287178" y="356925"/>
                </a:lnTo>
                <a:lnTo>
                  <a:pt x="297179" y="356616"/>
                </a:lnTo>
                <a:lnTo>
                  <a:pt x="304323" y="354901"/>
                </a:lnTo>
                <a:lnTo>
                  <a:pt x="317515" y="311729"/>
                </a:lnTo>
                <a:lnTo>
                  <a:pt x="321040" y="253960"/>
                </a:lnTo>
                <a:lnTo>
                  <a:pt x="323088" y="213360"/>
                </a:lnTo>
                <a:lnTo>
                  <a:pt x="356997" y="213360"/>
                </a:lnTo>
                <a:lnTo>
                  <a:pt x="347472" y="220980"/>
                </a:lnTo>
                <a:lnTo>
                  <a:pt x="345757" y="276415"/>
                </a:lnTo>
                <a:lnTo>
                  <a:pt x="342900" y="319278"/>
                </a:lnTo>
                <a:lnTo>
                  <a:pt x="338899" y="349567"/>
                </a:lnTo>
                <a:lnTo>
                  <a:pt x="336763" y="356925"/>
                </a:lnTo>
                <a:close/>
              </a:path>
              <a:path w="363220" h="399414">
                <a:moveTo>
                  <a:pt x="289560" y="397764"/>
                </a:moveTo>
                <a:lnTo>
                  <a:pt x="283273" y="385762"/>
                </a:lnTo>
                <a:lnTo>
                  <a:pt x="271272" y="374904"/>
                </a:lnTo>
                <a:lnTo>
                  <a:pt x="253555" y="365188"/>
                </a:lnTo>
                <a:lnTo>
                  <a:pt x="230124" y="356616"/>
                </a:lnTo>
                <a:lnTo>
                  <a:pt x="233172" y="348996"/>
                </a:lnTo>
                <a:lnTo>
                  <a:pt x="255174" y="352972"/>
                </a:lnTo>
                <a:lnTo>
                  <a:pt x="273177" y="355663"/>
                </a:lnTo>
                <a:lnTo>
                  <a:pt x="287178" y="356925"/>
                </a:lnTo>
                <a:lnTo>
                  <a:pt x="336763" y="356925"/>
                </a:lnTo>
                <a:lnTo>
                  <a:pt x="333756" y="367284"/>
                </a:lnTo>
                <a:lnTo>
                  <a:pt x="326636" y="376975"/>
                </a:lnTo>
                <a:lnTo>
                  <a:pt x="316801" y="385381"/>
                </a:lnTo>
                <a:lnTo>
                  <a:pt x="304395" y="392358"/>
                </a:lnTo>
                <a:lnTo>
                  <a:pt x="289560" y="39776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5" name="object 75"/>
          <p:cNvSpPr/>
          <p:nvPr/>
        </p:nvSpPr>
        <p:spPr>
          <a:xfrm>
            <a:off x="5247131" y="5544311"/>
            <a:ext cx="386715" cy="402590"/>
          </a:xfrm>
          <a:custGeom>
            <a:avLst/>
            <a:gdLst/>
            <a:ahLst/>
            <a:cxnLst/>
            <a:rect l="l" t="t" r="r" b="b"/>
            <a:pathLst>
              <a:path w="386714" h="402589">
                <a:moveTo>
                  <a:pt x="252984" y="402336"/>
                </a:moveTo>
                <a:lnTo>
                  <a:pt x="253865" y="385500"/>
                </a:lnTo>
                <a:lnTo>
                  <a:pt x="254317" y="367093"/>
                </a:lnTo>
                <a:lnTo>
                  <a:pt x="254381" y="359473"/>
                </a:lnTo>
                <a:lnTo>
                  <a:pt x="254484" y="49934"/>
                </a:lnTo>
                <a:lnTo>
                  <a:pt x="254317" y="30289"/>
                </a:lnTo>
                <a:lnTo>
                  <a:pt x="253865" y="13787"/>
                </a:lnTo>
                <a:lnTo>
                  <a:pt x="252984" y="0"/>
                </a:lnTo>
                <a:lnTo>
                  <a:pt x="297180" y="18288"/>
                </a:lnTo>
                <a:lnTo>
                  <a:pt x="278892" y="33528"/>
                </a:lnTo>
                <a:lnTo>
                  <a:pt x="278892" y="153924"/>
                </a:lnTo>
                <a:lnTo>
                  <a:pt x="305801" y="163068"/>
                </a:lnTo>
                <a:lnTo>
                  <a:pt x="278892" y="163068"/>
                </a:lnTo>
                <a:lnTo>
                  <a:pt x="278975" y="326136"/>
                </a:lnTo>
                <a:lnTo>
                  <a:pt x="279130" y="340209"/>
                </a:lnTo>
                <a:lnTo>
                  <a:pt x="279654" y="359473"/>
                </a:lnTo>
                <a:lnTo>
                  <a:pt x="280177" y="376166"/>
                </a:lnTo>
                <a:lnTo>
                  <a:pt x="280416" y="390144"/>
                </a:lnTo>
                <a:lnTo>
                  <a:pt x="252984" y="402336"/>
                </a:lnTo>
                <a:close/>
              </a:path>
              <a:path w="386714" h="402589">
                <a:moveTo>
                  <a:pt x="379476" y="246888"/>
                </a:moveTo>
                <a:lnTo>
                  <a:pt x="373380" y="246888"/>
                </a:lnTo>
                <a:lnTo>
                  <a:pt x="367284" y="240792"/>
                </a:lnTo>
                <a:lnTo>
                  <a:pt x="359664" y="228600"/>
                </a:lnTo>
                <a:lnTo>
                  <a:pt x="346829" y="213431"/>
                </a:lnTo>
                <a:lnTo>
                  <a:pt x="328993" y="197548"/>
                </a:lnTo>
                <a:lnTo>
                  <a:pt x="306300" y="180808"/>
                </a:lnTo>
                <a:lnTo>
                  <a:pt x="278892" y="163068"/>
                </a:lnTo>
                <a:lnTo>
                  <a:pt x="305801" y="163068"/>
                </a:lnTo>
                <a:lnTo>
                  <a:pt x="351758" y="182213"/>
                </a:lnTo>
                <a:lnTo>
                  <a:pt x="383095" y="206311"/>
                </a:lnTo>
                <a:lnTo>
                  <a:pt x="386119" y="215574"/>
                </a:lnTo>
                <a:lnTo>
                  <a:pt x="385572" y="225552"/>
                </a:lnTo>
                <a:lnTo>
                  <a:pt x="384048" y="239268"/>
                </a:lnTo>
                <a:lnTo>
                  <a:pt x="379476" y="246888"/>
                </a:lnTo>
                <a:close/>
              </a:path>
              <a:path w="386714" h="402589">
                <a:moveTo>
                  <a:pt x="6096" y="248412"/>
                </a:moveTo>
                <a:lnTo>
                  <a:pt x="1524" y="242316"/>
                </a:lnTo>
                <a:lnTo>
                  <a:pt x="18359" y="218598"/>
                </a:lnTo>
                <a:lnTo>
                  <a:pt x="34480" y="190881"/>
                </a:lnTo>
                <a:lnTo>
                  <a:pt x="64008" y="123444"/>
                </a:lnTo>
                <a:lnTo>
                  <a:pt x="88011" y="56007"/>
                </a:lnTo>
                <a:lnTo>
                  <a:pt x="100584" y="0"/>
                </a:lnTo>
                <a:lnTo>
                  <a:pt x="141732" y="22860"/>
                </a:lnTo>
                <a:lnTo>
                  <a:pt x="114300" y="64960"/>
                </a:lnTo>
                <a:lnTo>
                  <a:pt x="100584" y="100584"/>
                </a:lnTo>
                <a:lnTo>
                  <a:pt x="211759" y="100584"/>
                </a:lnTo>
                <a:lnTo>
                  <a:pt x="224028" y="111252"/>
                </a:lnTo>
                <a:lnTo>
                  <a:pt x="96012" y="111252"/>
                </a:lnTo>
                <a:lnTo>
                  <a:pt x="89154" y="126920"/>
                </a:lnTo>
                <a:lnTo>
                  <a:pt x="82296" y="141732"/>
                </a:lnTo>
                <a:lnTo>
                  <a:pt x="75438" y="155400"/>
                </a:lnTo>
                <a:lnTo>
                  <a:pt x="68580" y="167640"/>
                </a:lnTo>
                <a:lnTo>
                  <a:pt x="88038" y="175260"/>
                </a:lnTo>
                <a:lnTo>
                  <a:pt x="65532" y="175260"/>
                </a:lnTo>
                <a:lnTo>
                  <a:pt x="49815" y="197834"/>
                </a:lnTo>
                <a:lnTo>
                  <a:pt x="34671" y="217551"/>
                </a:lnTo>
                <a:lnTo>
                  <a:pt x="20097" y="234410"/>
                </a:lnTo>
                <a:lnTo>
                  <a:pt x="6096" y="248412"/>
                </a:lnTo>
                <a:close/>
              </a:path>
              <a:path w="386714" h="402589">
                <a:moveTo>
                  <a:pt x="211759" y="100584"/>
                </a:moveTo>
                <a:lnTo>
                  <a:pt x="175260" y="100584"/>
                </a:lnTo>
                <a:lnTo>
                  <a:pt x="188976" y="80772"/>
                </a:lnTo>
                <a:lnTo>
                  <a:pt x="211759" y="100584"/>
                </a:lnTo>
                <a:close/>
              </a:path>
              <a:path w="386714" h="402589">
                <a:moveTo>
                  <a:pt x="3048" y="390144"/>
                </a:moveTo>
                <a:lnTo>
                  <a:pt x="0" y="385572"/>
                </a:lnTo>
                <a:lnTo>
                  <a:pt x="37195" y="359306"/>
                </a:lnTo>
                <a:lnTo>
                  <a:pt x="68961" y="330898"/>
                </a:lnTo>
                <a:lnTo>
                  <a:pt x="95583" y="300489"/>
                </a:lnTo>
                <a:lnTo>
                  <a:pt x="117348" y="268224"/>
                </a:lnTo>
                <a:lnTo>
                  <a:pt x="135636" y="233410"/>
                </a:lnTo>
                <a:lnTo>
                  <a:pt x="151638" y="195453"/>
                </a:lnTo>
                <a:lnTo>
                  <a:pt x="165354" y="154638"/>
                </a:lnTo>
                <a:lnTo>
                  <a:pt x="176784" y="111252"/>
                </a:lnTo>
                <a:lnTo>
                  <a:pt x="224028" y="111252"/>
                </a:lnTo>
                <a:lnTo>
                  <a:pt x="214574" y="114990"/>
                </a:lnTo>
                <a:lnTo>
                  <a:pt x="204406" y="128587"/>
                </a:lnTo>
                <a:lnTo>
                  <a:pt x="193381" y="152185"/>
                </a:lnTo>
                <a:lnTo>
                  <a:pt x="181356" y="185928"/>
                </a:lnTo>
                <a:lnTo>
                  <a:pt x="167401" y="222194"/>
                </a:lnTo>
                <a:lnTo>
                  <a:pt x="132064" y="285583"/>
                </a:lnTo>
                <a:lnTo>
                  <a:pt x="87272" y="336137"/>
                </a:lnTo>
                <a:lnTo>
                  <a:pt x="33027" y="374999"/>
                </a:lnTo>
                <a:lnTo>
                  <a:pt x="3048" y="390144"/>
                </a:lnTo>
                <a:close/>
              </a:path>
              <a:path w="386714" h="402589">
                <a:moveTo>
                  <a:pt x="120396" y="236220"/>
                </a:moveTo>
                <a:lnTo>
                  <a:pt x="114300" y="236220"/>
                </a:lnTo>
                <a:lnTo>
                  <a:pt x="111252" y="231648"/>
                </a:lnTo>
                <a:lnTo>
                  <a:pt x="100679" y="214050"/>
                </a:lnTo>
                <a:lnTo>
                  <a:pt x="91821" y="202501"/>
                </a:lnTo>
                <a:lnTo>
                  <a:pt x="80105" y="189523"/>
                </a:lnTo>
                <a:lnTo>
                  <a:pt x="65532" y="175260"/>
                </a:lnTo>
                <a:lnTo>
                  <a:pt x="88038" y="175260"/>
                </a:lnTo>
                <a:lnTo>
                  <a:pt x="122801" y="194643"/>
                </a:lnTo>
                <a:lnTo>
                  <a:pt x="129540" y="215455"/>
                </a:lnTo>
                <a:lnTo>
                  <a:pt x="128444" y="221337"/>
                </a:lnTo>
                <a:lnTo>
                  <a:pt x="126492" y="227076"/>
                </a:lnTo>
                <a:lnTo>
                  <a:pt x="123444" y="233172"/>
                </a:lnTo>
                <a:lnTo>
                  <a:pt x="120396" y="2362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6" name="object 76"/>
          <p:cNvSpPr/>
          <p:nvPr/>
        </p:nvSpPr>
        <p:spPr>
          <a:xfrm>
            <a:off x="5689092" y="5542800"/>
            <a:ext cx="1268095" cy="402590"/>
          </a:xfrm>
          <a:custGeom>
            <a:avLst/>
            <a:gdLst/>
            <a:ahLst/>
            <a:cxnLst/>
            <a:rect l="l" t="t" r="r" b="b"/>
            <a:pathLst>
              <a:path w="1268095" h="402589">
                <a:moveTo>
                  <a:pt x="396240" y="187439"/>
                </a:moveTo>
                <a:lnTo>
                  <a:pt x="358140" y="149339"/>
                </a:lnTo>
                <a:lnTo>
                  <a:pt x="324612" y="176771"/>
                </a:lnTo>
                <a:lnTo>
                  <a:pt x="0" y="176771"/>
                </a:lnTo>
                <a:lnTo>
                  <a:pt x="16764" y="192011"/>
                </a:lnTo>
                <a:lnTo>
                  <a:pt x="26479" y="190017"/>
                </a:lnTo>
                <a:lnTo>
                  <a:pt x="37338" y="188582"/>
                </a:lnTo>
                <a:lnTo>
                  <a:pt x="49339" y="187731"/>
                </a:lnTo>
                <a:lnTo>
                  <a:pt x="62484" y="187439"/>
                </a:lnTo>
                <a:lnTo>
                  <a:pt x="396240" y="187439"/>
                </a:lnTo>
                <a:close/>
              </a:path>
              <a:path w="1268095" h="402589">
                <a:moveTo>
                  <a:pt x="667512" y="47244"/>
                </a:moveTo>
                <a:lnTo>
                  <a:pt x="627100" y="11633"/>
                </a:lnTo>
                <a:lnTo>
                  <a:pt x="606552" y="3048"/>
                </a:lnTo>
                <a:lnTo>
                  <a:pt x="603504" y="7620"/>
                </a:lnTo>
                <a:lnTo>
                  <a:pt x="614972" y="20193"/>
                </a:lnTo>
                <a:lnTo>
                  <a:pt x="624459" y="32766"/>
                </a:lnTo>
                <a:lnTo>
                  <a:pt x="632218" y="45339"/>
                </a:lnTo>
                <a:lnTo>
                  <a:pt x="638556" y="57912"/>
                </a:lnTo>
                <a:lnTo>
                  <a:pt x="643128" y="71628"/>
                </a:lnTo>
                <a:lnTo>
                  <a:pt x="647700" y="77724"/>
                </a:lnTo>
                <a:lnTo>
                  <a:pt x="653796" y="77724"/>
                </a:lnTo>
                <a:lnTo>
                  <a:pt x="656844" y="74676"/>
                </a:lnTo>
                <a:lnTo>
                  <a:pt x="665988" y="62484"/>
                </a:lnTo>
                <a:lnTo>
                  <a:pt x="667512" y="56388"/>
                </a:lnTo>
                <a:lnTo>
                  <a:pt x="667512" y="47244"/>
                </a:lnTo>
                <a:close/>
              </a:path>
              <a:path w="1268095" h="402589">
                <a:moveTo>
                  <a:pt x="848868" y="99060"/>
                </a:moveTo>
                <a:lnTo>
                  <a:pt x="812292" y="62484"/>
                </a:lnTo>
                <a:lnTo>
                  <a:pt x="786384" y="88392"/>
                </a:lnTo>
                <a:lnTo>
                  <a:pt x="440436" y="88392"/>
                </a:lnTo>
                <a:lnTo>
                  <a:pt x="455676" y="103632"/>
                </a:lnTo>
                <a:lnTo>
                  <a:pt x="465975" y="101625"/>
                </a:lnTo>
                <a:lnTo>
                  <a:pt x="476440" y="100203"/>
                </a:lnTo>
                <a:lnTo>
                  <a:pt x="487172" y="99339"/>
                </a:lnTo>
                <a:lnTo>
                  <a:pt x="498348" y="99060"/>
                </a:lnTo>
                <a:lnTo>
                  <a:pt x="606552" y="99060"/>
                </a:lnTo>
                <a:lnTo>
                  <a:pt x="603377" y="155498"/>
                </a:lnTo>
                <a:lnTo>
                  <a:pt x="593852" y="207251"/>
                </a:lnTo>
                <a:lnTo>
                  <a:pt x="577989" y="254292"/>
                </a:lnTo>
                <a:lnTo>
                  <a:pt x="555790" y="296583"/>
                </a:lnTo>
                <a:lnTo>
                  <a:pt x="527240" y="334098"/>
                </a:lnTo>
                <a:lnTo>
                  <a:pt x="492340" y="366814"/>
                </a:lnTo>
                <a:lnTo>
                  <a:pt x="451104" y="394716"/>
                </a:lnTo>
                <a:lnTo>
                  <a:pt x="454152" y="400812"/>
                </a:lnTo>
                <a:lnTo>
                  <a:pt x="498221" y="377063"/>
                </a:lnTo>
                <a:lnTo>
                  <a:pt x="535990" y="348488"/>
                </a:lnTo>
                <a:lnTo>
                  <a:pt x="567499" y="315087"/>
                </a:lnTo>
                <a:lnTo>
                  <a:pt x="592772" y="276860"/>
                </a:lnTo>
                <a:lnTo>
                  <a:pt x="611873" y="233807"/>
                </a:lnTo>
                <a:lnTo>
                  <a:pt x="624840" y="185928"/>
                </a:lnTo>
                <a:lnTo>
                  <a:pt x="740664" y="185928"/>
                </a:lnTo>
                <a:lnTo>
                  <a:pt x="736104" y="226453"/>
                </a:lnTo>
                <a:lnTo>
                  <a:pt x="727583" y="289217"/>
                </a:lnTo>
                <a:lnTo>
                  <a:pt x="720445" y="328079"/>
                </a:lnTo>
                <a:lnTo>
                  <a:pt x="708660" y="355092"/>
                </a:lnTo>
                <a:lnTo>
                  <a:pt x="704088" y="361188"/>
                </a:lnTo>
                <a:lnTo>
                  <a:pt x="696468" y="362712"/>
                </a:lnTo>
                <a:lnTo>
                  <a:pt x="685800" y="361188"/>
                </a:lnTo>
                <a:lnTo>
                  <a:pt x="676694" y="360324"/>
                </a:lnTo>
                <a:lnTo>
                  <a:pt x="663321" y="357759"/>
                </a:lnTo>
                <a:lnTo>
                  <a:pt x="645934" y="353466"/>
                </a:lnTo>
                <a:lnTo>
                  <a:pt x="624840" y="347472"/>
                </a:lnTo>
                <a:lnTo>
                  <a:pt x="623316" y="353568"/>
                </a:lnTo>
                <a:lnTo>
                  <a:pt x="645617" y="364401"/>
                </a:lnTo>
                <a:lnTo>
                  <a:pt x="662368" y="376237"/>
                </a:lnTo>
                <a:lnTo>
                  <a:pt x="673671" y="388924"/>
                </a:lnTo>
                <a:lnTo>
                  <a:pt x="679704" y="402336"/>
                </a:lnTo>
                <a:lnTo>
                  <a:pt x="692556" y="398856"/>
                </a:lnTo>
                <a:lnTo>
                  <a:pt x="728040" y="380111"/>
                </a:lnTo>
                <a:lnTo>
                  <a:pt x="746417" y="333489"/>
                </a:lnTo>
                <a:lnTo>
                  <a:pt x="758875" y="254292"/>
                </a:lnTo>
                <a:lnTo>
                  <a:pt x="766572" y="193548"/>
                </a:lnTo>
                <a:lnTo>
                  <a:pt x="781812" y="185928"/>
                </a:lnTo>
                <a:lnTo>
                  <a:pt x="784860" y="184404"/>
                </a:lnTo>
                <a:lnTo>
                  <a:pt x="775208" y="175260"/>
                </a:lnTo>
                <a:lnTo>
                  <a:pt x="755904" y="156972"/>
                </a:lnTo>
                <a:lnTo>
                  <a:pt x="739140" y="175260"/>
                </a:lnTo>
                <a:lnTo>
                  <a:pt x="626364" y="175260"/>
                </a:lnTo>
                <a:lnTo>
                  <a:pt x="629500" y="154127"/>
                </a:lnTo>
                <a:lnTo>
                  <a:pt x="632079" y="134302"/>
                </a:lnTo>
                <a:lnTo>
                  <a:pt x="634072" y="115887"/>
                </a:lnTo>
                <a:lnTo>
                  <a:pt x="635508" y="99060"/>
                </a:lnTo>
                <a:lnTo>
                  <a:pt x="848868" y="99060"/>
                </a:lnTo>
                <a:close/>
              </a:path>
              <a:path w="1268095" h="402589">
                <a:moveTo>
                  <a:pt x="1121651" y="190500"/>
                </a:moveTo>
                <a:lnTo>
                  <a:pt x="1089647" y="160020"/>
                </a:lnTo>
                <a:lnTo>
                  <a:pt x="1069835" y="179832"/>
                </a:lnTo>
                <a:lnTo>
                  <a:pt x="1021067" y="179832"/>
                </a:lnTo>
                <a:lnTo>
                  <a:pt x="1021067" y="102108"/>
                </a:lnTo>
                <a:lnTo>
                  <a:pt x="1098791" y="102108"/>
                </a:lnTo>
                <a:lnTo>
                  <a:pt x="1069835" y="73152"/>
                </a:lnTo>
                <a:lnTo>
                  <a:pt x="1050023" y="91440"/>
                </a:lnTo>
                <a:lnTo>
                  <a:pt x="1021067" y="91440"/>
                </a:lnTo>
                <a:lnTo>
                  <a:pt x="1021067" y="32004"/>
                </a:lnTo>
                <a:lnTo>
                  <a:pt x="1036307" y="18288"/>
                </a:lnTo>
                <a:lnTo>
                  <a:pt x="995159" y="0"/>
                </a:lnTo>
                <a:lnTo>
                  <a:pt x="995400" y="21996"/>
                </a:lnTo>
                <a:lnTo>
                  <a:pt x="996454" y="67716"/>
                </a:lnTo>
                <a:lnTo>
                  <a:pt x="996683" y="91440"/>
                </a:lnTo>
                <a:lnTo>
                  <a:pt x="914387" y="91440"/>
                </a:lnTo>
                <a:lnTo>
                  <a:pt x="931151" y="106680"/>
                </a:lnTo>
                <a:lnTo>
                  <a:pt x="940587" y="104673"/>
                </a:lnTo>
                <a:lnTo>
                  <a:pt x="950582" y="103251"/>
                </a:lnTo>
                <a:lnTo>
                  <a:pt x="961161" y="102387"/>
                </a:lnTo>
                <a:lnTo>
                  <a:pt x="972299" y="102108"/>
                </a:lnTo>
                <a:lnTo>
                  <a:pt x="996683" y="102108"/>
                </a:lnTo>
                <a:lnTo>
                  <a:pt x="996683" y="179832"/>
                </a:lnTo>
                <a:lnTo>
                  <a:pt x="891527" y="179832"/>
                </a:lnTo>
                <a:lnTo>
                  <a:pt x="908291" y="196596"/>
                </a:lnTo>
                <a:lnTo>
                  <a:pt x="917727" y="193713"/>
                </a:lnTo>
                <a:lnTo>
                  <a:pt x="927722" y="191833"/>
                </a:lnTo>
                <a:lnTo>
                  <a:pt x="938301" y="190804"/>
                </a:lnTo>
                <a:lnTo>
                  <a:pt x="949439" y="190500"/>
                </a:lnTo>
                <a:lnTo>
                  <a:pt x="993635" y="190500"/>
                </a:lnTo>
                <a:lnTo>
                  <a:pt x="973061" y="240639"/>
                </a:lnTo>
                <a:lnTo>
                  <a:pt x="949617" y="283032"/>
                </a:lnTo>
                <a:lnTo>
                  <a:pt x="918959" y="310896"/>
                </a:lnTo>
                <a:lnTo>
                  <a:pt x="938771" y="345948"/>
                </a:lnTo>
                <a:lnTo>
                  <a:pt x="952207" y="336816"/>
                </a:lnTo>
                <a:lnTo>
                  <a:pt x="978776" y="327850"/>
                </a:lnTo>
                <a:lnTo>
                  <a:pt x="1018501" y="319151"/>
                </a:lnTo>
                <a:lnTo>
                  <a:pt x="1061618" y="312420"/>
                </a:lnTo>
                <a:lnTo>
                  <a:pt x="1071359" y="310896"/>
                </a:lnTo>
                <a:lnTo>
                  <a:pt x="1075893" y="320586"/>
                </a:lnTo>
                <a:lnTo>
                  <a:pt x="1080122" y="328993"/>
                </a:lnTo>
                <a:lnTo>
                  <a:pt x="1083792" y="335965"/>
                </a:lnTo>
                <a:lnTo>
                  <a:pt x="1086599" y="341376"/>
                </a:lnTo>
                <a:lnTo>
                  <a:pt x="1088123" y="345948"/>
                </a:lnTo>
                <a:lnTo>
                  <a:pt x="1089647" y="348996"/>
                </a:lnTo>
                <a:lnTo>
                  <a:pt x="1092695" y="348996"/>
                </a:lnTo>
                <a:lnTo>
                  <a:pt x="1100315" y="341376"/>
                </a:lnTo>
                <a:lnTo>
                  <a:pt x="1104887" y="335280"/>
                </a:lnTo>
                <a:lnTo>
                  <a:pt x="1107935" y="329184"/>
                </a:lnTo>
                <a:lnTo>
                  <a:pt x="1107935" y="320040"/>
                </a:lnTo>
                <a:lnTo>
                  <a:pt x="1106411" y="312420"/>
                </a:lnTo>
                <a:lnTo>
                  <a:pt x="1105903" y="310896"/>
                </a:lnTo>
                <a:lnTo>
                  <a:pt x="1103363" y="303276"/>
                </a:lnTo>
                <a:lnTo>
                  <a:pt x="1097394" y="294716"/>
                </a:lnTo>
                <a:lnTo>
                  <a:pt x="1084122" y="282892"/>
                </a:lnTo>
                <a:lnTo>
                  <a:pt x="1063726" y="267906"/>
                </a:lnTo>
                <a:lnTo>
                  <a:pt x="1036307" y="249936"/>
                </a:lnTo>
                <a:lnTo>
                  <a:pt x="1031735" y="254508"/>
                </a:lnTo>
                <a:lnTo>
                  <a:pt x="1039164" y="262763"/>
                </a:lnTo>
                <a:lnTo>
                  <a:pt x="1047737" y="273748"/>
                </a:lnTo>
                <a:lnTo>
                  <a:pt x="1057452" y="287286"/>
                </a:lnTo>
                <a:lnTo>
                  <a:pt x="1068311" y="303276"/>
                </a:lnTo>
                <a:lnTo>
                  <a:pt x="1030592" y="306197"/>
                </a:lnTo>
                <a:lnTo>
                  <a:pt x="968870" y="310337"/>
                </a:lnTo>
                <a:lnTo>
                  <a:pt x="944867" y="312420"/>
                </a:lnTo>
                <a:lnTo>
                  <a:pt x="974204" y="273939"/>
                </a:lnTo>
                <a:lnTo>
                  <a:pt x="996683" y="242316"/>
                </a:lnTo>
                <a:lnTo>
                  <a:pt x="1004671" y="230047"/>
                </a:lnTo>
                <a:lnTo>
                  <a:pt x="1012494" y="220789"/>
                </a:lnTo>
                <a:lnTo>
                  <a:pt x="1020051" y="214668"/>
                </a:lnTo>
                <a:lnTo>
                  <a:pt x="1027163" y="211836"/>
                </a:lnTo>
                <a:lnTo>
                  <a:pt x="998207" y="190500"/>
                </a:lnTo>
                <a:lnTo>
                  <a:pt x="1121651" y="190500"/>
                </a:lnTo>
                <a:close/>
              </a:path>
              <a:path w="1268095" h="402589">
                <a:moveTo>
                  <a:pt x="1267955" y="54864"/>
                </a:moveTo>
                <a:lnTo>
                  <a:pt x="1263383" y="51816"/>
                </a:lnTo>
                <a:lnTo>
                  <a:pt x="1240523" y="36576"/>
                </a:lnTo>
                <a:lnTo>
                  <a:pt x="1229855" y="51816"/>
                </a:lnTo>
                <a:lnTo>
                  <a:pt x="1159751" y="51816"/>
                </a:lnTo>
                <a:lnTo>
                  <a:pt x="1135367" y="36576"/>
                </a:lnTo>
                <a:lnTo>
                  <a:pt x="1136256" y="50330"/>
                </a:lnTo>
                <a:lnTo>
                  <a:pt x="1136700" y="62103"/>
                </a:lnTo>
                <a:lnTo>
                  <a:pt x="1136878" y="72148"/>
                </a:lnTo>
                <a:lnTo>
                  <a:pt x="1136878" y="354520"/>
                </a:lnTo>
                <a:lnTo>
                  <a:pt x="1136700" y="368808"/>
                </a:lnTo>
                <a:lnTo>
                  <a:pt x="1136256" y="384238"/>
                </a:lnTo>
                <a:lnTo>
                  <a:pt x="1135367" y="400812"/>
                </a:lnTo>
                <a:lnTo>
                  <a:pt x="1159751" y="390144"/>
                </a:lnTo>
                <a:lnTo>
                  <a:pt x="1159751" y="62484"/>
                </a:lnTo>
                <a:lnTo>
                  <a:pt x="1232903" y="62484"/>
                </a:lnTo>
                <a:lnTo>
                  <a:pt x="1232903" y="294132"/>
                </a:lnTo>
                <a:lnTo>
                  <a:pt x="1226807" y="298704"/>
                </a:lnTo>
                <a:lnTo>
                  <a:pt x="1214615" y="297180"/>
                </a:lnTo>
                <a:lnTo>
                  <a:pt x="1205191" y="296887"/>
                </a:lnTo>
                <a:lnTo>
                  <a:pt x="1195184" y="296037"/>
                </a:lnTo>
                <a:lnTo>
                  <a:pt x="1184617" y="294601"/>
                </a:lnTo>
                <a:lnTo>
                  <a:pt x="1173467" y="292608"/>
                </a:lnTo>
                <a:lnTo>
                  <a:pt x="1173467" y="301752"/>
                </a:lnTo>
                <a:lnTo>
                  <a:pt x="1193469" y="308038"/>
                </a:lnTo>
                <a:lnTo>
                  <a:pt x="1207757" y="315468"/>
                </a:lnTo>
                <a:lnTo>
                  <a:pt x="1216329" y="324040"/>
                </a:lnTo>
                <a:lnTo>
                  <a:pt x="1219187" y="333756"/>
                </a:lnTo>
                <a:lnTo>
                  <a:pt x="1236052" y="325462"/>
                </a:lnTo>
                <a:lnTo>
                  <a:pt x="1247762" y="314325"/>
                </a:lnTo>
                <a:lnTo>
                  <a:pt x="1254340" y="300316"/>
                </a:lnTo>
                <a:lnTo>
                  <a:pt x="1254480" y="298704"/>
                </a:lnTo>
                <a:lnTo>
                  <a:pt x="1255763" y="283464"/>
                </a:lnTo>
                <a:lnTo>
                  <a:pt x="1255763" y="65532"/>
                </a:lnTo>
                <a:lnTo>
                  <a:pt x="1259255" y="62484"/>
                </a:lnTo>
                <a:lnTo>
                  <a:pt x="1267955" y="5486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7" name="object 77"/>
          <p:cNvSpPr/>
          <p:nvPr/>
        </p:nvSpPr>
        <p:spPr>
          <a:xfrm>
            <a:off x="7068311" y="5548883"/>
            <a:ext cx="337185" cy="393700"/>
          </a:xfrm>
          <a:custGeom>
            <a:avLst/>
            <a:gdLst/>
            <a:ahLst/>
            <a:cxnLst/>
            <a:rect l="l" t="t" r="r" b="b"/>
            <a:pathLst>
              <a:path w="337184" h="393700">
                <a:moveTo>
                  <a:pt x="25908" y="393192"/>
                </a:moveTo>
                <a:lnTo>
                  <a:pt x="22860" y="385572"/>
                </a:lnTo>
                <a:lnTo>
                  <a:pt x="46315" y="380428"/>
                </a:lnTo>
                <a:lnTo>
                  <a:pt x="68770" y="374142"/>
                </a:lnTo>
                <a:lnTo>
                  <a:pt x="111252" y="358140"/>
                </a:lnTo>
                <a:lnTo>
                  <a:pt x="149161" y="337947"/>
                </a:lnTo>
                <a:lnTo>
                  <a:pt x="185928" y="310896"/>
                </a:lnTo>
                <a:lnTo>
                  <a:pt x="215646" y="274891"/>
                </a:lnTo>
                <a:lnTo>
                  <a:pt x="236220" y="228600"/>
                </a:lnTo>
                <a:lnTo>
                  <a:pt x="247192" y="166786"/>
                </a:lnTo>
                <a:lnTo>
                  <a:pt x="249936" y="121066"/>
                </a:lnTo>
                <a:lnTo>
                  <a:pt x="250817" y="67484"/>
                </a:lnTo>
                <a:lnTo>
                  <a:pt x="250800" y="61888"/>
                </a:lnTo>
                <a:lnTo>
                  <a:pt x="249935" y="0"/>
                </a:lnTo>
                <a:lnTo>
                  <a:pt x="292608" y="19812"/>
                </a:lnTo>
                <a:lnTo>
                  <a:pt x="278892" y="32004"/>
                </a:lnTo>
                <a:lnTo>
                  <a:pt x="278368" y="77985"/>
                </a:lnTo>
                <a:lnTo>
                  <a:pt x="276987" y="117538"/>
                </a:lnTo>
                <a:lnTo>
                  <a:pt x="272795" y="176784"/>
                </a:lnTo>
                <a:lnTo>
                  <a:pt x="265938" y="220218"/>
                </a:lnTo>
                <a:lnTo>
                  <a:pt x="254508" y="259080"/>
                </a:lnTo>
                <a:lnTo>
                  <a:pt x="267843" y="268224"/>
                </a:lnTo>
                <a:lnTo>
                  <a:pt x="251459" y="268224"/>
                </a:lnTo>
                <a:lnTo>
                  <a:pt x="233743" y="294179"/>
                </a:lnTo>
                <a:lnTo>
                  <a:pt x="212598" y="316992"/>
                </a:lnTo>
                <a:lnTo>
                  <a:pt x="160020" y="352044"/>
                </a:lnTo>
                <a:lnTo>
                  <a:pt x="97536" y="377190"/>
                </a:lnTo>
                <a:lnTo>
                  <a:pt x="62722" y="386334"/>
                </a:lnTo>
                <a:lnTo>
                  <a:pt x="25908" y="393192"/>
                </a:lnTo>
                <a:close/>
              </a:path>
              <a:path w="337184" h="393700">
                <a:moveTo>
                  <a:pt x="25908" y="335280"/>
                </a:moveTo>
                <a:lnTo>
                  <a:pt x="0" y="304800"/>
                </a:lnTo>
                <a:lnTo>
                  <a:pt x="3762" y="298751"/>
                </a:lnTo>
                <a:lnTo>
                  <a:pt x="6096" y="291846"/>
                </a:lnTo>
                <a:lnTo>
                  <a:pt x="7286" y="283797"/>
                </a:lnTo>
                <a:lnTo>
                  <a:pt x="7512" y="277368"/>
                </a:lnTo>
                <a:lnTo>
                  <a:pt x="7515" y="67484"/>
                </a:lnTo>
                <a:lnTo>
                  <a:pt x="7429" y="55625"/>
                </a:lnTo>
                <a:lnTo>
                  <a:pt x="6977" y="35051"/>
                </a:lnTo>
                <a:lnTo>
                  <a:pt x="6096" y="16764"/>
                </a:lnTo>
                <a:lnTo>
                  <a:pt x="50292" y="36576"/>
                </a:lnTo>
                <a:lnTo>
                  <a:pt x="35052" y="50292"/>
                </a:lnTo>
                <a:lnTo>
                  <a:pt x="35052" y="281940"/>
                </a:lnTo>
                <a:lnTo>
                  <a:pt x="77755" y="281940"/>
                </a:lnTo>
                <a:lnTo>
                  <a:pt x="67056" y="291084"/>
                </a:lnTo>
                <a:lnTo>
                  <a:pt x="55054" y="302275"/>
                </a:lnTo>
                <a:lnTo>
                  <a:pt x="44196" y="313182"/>
                </a:lnTo>
                <a:lnTo>
                  <a:pt x="34480" y="324088"/>
                </a:lnTo>
                <a:lnTo>
                  <a:pt x="25908" y="335280"/>
                </a:lnTo>
                <a:close/>
              </a:path>
              <a:path w="337184" h="393700">
                <a:moveTo>
                  <a:pt x="155448" y="144780"/>
                </a:moveTo>
                <a:lnTo>
                  <a:pt x="152400" y="144780"/>
                </a:lnTo>
                <a:lnTo>
                  <a:pt x="148994" y="143351"/>
                </a:lnTo>
                <a:lnTo>
                  <a:pt x="145732" y="139065"/>
                </a:lnTo>
                <a:lnTo>
                  <a:pt x="142755" y="131921"/>
                </a:lnTo>
                <a:lnTo>
                  <a:pt x="140208" y="121920"/>
                </a:lnTo>
                <a:lnTo>
                  <a:pt x="134207" y="105298"/>
                </a:lnTo>
                <a:lnTo>
                  <a:pt x="125349" y="87249"/>
                </a:lnTo>
                <a:lnTo>
                  <a:pt x="113633" y="67484"/>
                </a:lnTo>
                <a:lnTo>
                  <a:pt x="99060" y="45720"/>
                </a:lnTo>
                <a:lnTo>
                  <a:pt x="103632" y="39623"/>
                </a:lnTo>
                <a:lnTo>
                  <a:pt x="133635" y="61888"/>
                </a:lnTo>
                <a:lnTo>
                  <a:pt x="155067" y="80581"/>
                </a:lnTo>
                <a:lnTo>
                  <a:pt x="167925" y="95559"/>
                </a:lnTo>
                <a:lnTo>
                  <a:pt x="172212" y="106680"/>
                </a:lnTo>
                <a:lnTo>
                  <a:pt x="171640" y="116133"/>
                </a:lnTo>
                <a:lnTo>
                  <a:pt x="169926" y="124015"/>
                </a:lnTo>
                <a:lnTo>
                  <a:pt x="167068" y="130468"/>
                </a:lnTo>
                <a:lnTo>
                  <a:pt x="163068" y="135636"/>
                </a:lnTo>
                <a:lnTo>
                  <a:pt x="158496" y="141732"/>
                </a:lnTo>
                <a:lnTo>
                  <a:pt x="155448" y="144780"/>
                </a:lnTo>
                <a:close/>
              </a:path>
              <a:path w="337184" h="393700">
                <a:moveTo>
                  <a:pt x="77755" y="281940"/>
                </a:moveTo>
                <a:lnTo>
                  <a:pt x="35052" y="281940"/>
                </a:lnTo>
                <a:lnTo>
                  <a:pt x="55364" y="270224"/>
                </a:lnTo>
                <a:lnTo>
                  <a:pt x="82105" y="253365"/>
                </a:lnTo>
                <a:lnTo>
                  <a:pt x="115419" y="231362"/>
                </a:lnTo>
                <a:lnTo>
                  <a:pt x="155448" y="204216"/>
                </a:lnTo>
                <a:lnTo>
                  <a:pt x="161544" y="208788"/>
                </a:lnTo>
                <a:lnTo>
                  <a:pt x="83105" y="277368"/>
                </a:lnTo>
                <a:lnTo>
                  <a:pt x="77755" y="281940"/>
                </a:lnTo>
                <a:close/>
              </a:path>
              <a:path w="337184" h="393700">
                <a:moveTo>
                  <a:pt x="324612" y="371856"/>
                </a:moveTo>
                <a:lnTo>
                  <a:pt x="323088" y="371856"/>
                </a:lnTo>
                <a:lnTo>
                  <a:pt x="319420" y="370403"/>
                </a:lnTo>
                <a:lnTo>
                  <a:pt x="315468" y="365950"/>
                </a:lnTo>
                <a:lnTo>
                  <a:pt x="311515" y="358354"/>
                </a:lnTo>
                <a:lnTo>
                  <a:pt x="307847" y="347472"/>
                </a:lnTo>
                <a:lnTo>
                  <a:pt x="299251" y="331446"/>
                </a:lnTo>
                <a:lnTo>
                  <a:pt x="287083" y="312991"/>
                </a:lnTo>
                <a:lnTo>
                  <a:pt x="271101" y="291846"/>
                </a:lnTo>
                <a:lnTo>
                  <a:pt x="251459" y="268224"/>
                </a:lnTo>
                <a:lnTo>
                  <a:pt x="267843" y="268224"/>
                </a:lnTo>
                <a:lnTo>
                  <a:pt x="304014" y="295084"/>
                </a:lnTo>
                <a:lnTo>
                  <a:pt x="331279" y="321754"/>
                </a:lnTo>
                <a:lnTo>
                  <a:pt x="336804" y="339852"/>
                </a:lnTo>
                <a:lnTo>
                  <a:pt x="336528" y="347472"/>
                </a:lnTo>
                <a:lnTo>
                  <a:pt x="336403" y="349043"/>
                </a:lnTo>
                <a:lnTo>
                  <a:pt x="335470" y="355663"/>
                </a:lnTo>
                <a:lnTo>
                  <a:pt x="333589" y="361497"/>
                </a:lnTo>
                <a:lnTo>
                  <a:pt x="330708" y="365760"/>
                </a:lnTo>
                <a:lnTo>
                  <a:pt x="324612" y="37185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78" name="object 78"/>
          <p:cNvGrpSpPr/>
          <p:nvPr/>
        </p:nvGrpSpPr>
        <p:grpSpPr>
          <a:xfrm>
            <a:off x="7463027" y="5532120"/>
            <a:ext cx="1312545" cy="424180"/>
            <a:chOff x="7463027" y="5532120"/>
            <a:chExt cx="1312545" cy="424180"/>
          </a:xfrm>
        </p:grpSpPr>
        <p:sp>
          <p:nvSpPr>
            <p:cNvPr id="79" name="object 79"/>
            <p:cNvSpPr/>
            <p:nvPr/>
          </p:nvSpPr>
          <p:spPr>
            <a:xfrm>
              <a:off x="7469123" y="5541263"/>
              <a:ext cx="399415" cy="408940"/>
            </a:xfrm>
            <a:custGeom>
              <a:avLst/>
              <a:gdLst/>
              <a:ahLst/>
              <a:cxnLst/>
              <a:rect l="l" t="t" r="r" b="b"/>
              <a:pathLst>
                <a:path w="399415" h="408939">
                  <a:moveTo>
                    <a:pt x="333052" y="18288"/>
                  </a:moveTo>
                  <a:lnTo>
                    <a:pt x="294132" y="18288"/>
                  </a:lnTo>
                  <a:lnTo>
                    <a:pt x="306324" y="0"/>
                  </a:lnTo>
                  <a:lnTo>
                    <a:pt x="333052" y="18288"/>
                  </a:lnTo>
                  <a:close/>
                </a:path>
                <a:path w="399415" h="408939">
                  <a:moveTo>
                    <a:pt x="83820" y="149352"/>
                  </a:moveTo>
                  <a:lnTo>
                    <a:pt x="84701" y="131921"/>
                  </a:lnTo>
                  <a:lnTo>
                    <a:pt x="85153" y="113919"/>
                  </a:lnTo>
                  <a:lnTo>
                    <a:pt x="85274" y="100393"/>
                  </a:lnTo>
                  <a:lnTo>
                    <a:pt x="85320" y="57078"/>
                  </a:lnTo>
                  <a:lnTo>
                    <a:pt x="85153" y="38671"/>
                  </a:lnTo>
                  <a:lnTo>
                    <a:pt x="84701" y="21121"/>
                  </a:lnTo>
                  <a:lnTo>
                    <a:pt x="83820" y="4572"/>
                  </a:lnTo>
                  <a:lnTo>
                    <a:pt x="109728" y="18288"/>
                  </a:lnTo>
                  <a:lnTo>
                    <a:pt x="333052" y="18288"/>
                  </a:lnTo>
                  <a:lnTo>
                    <a:pt x="335280" y="19812"/>
                  </a:lnTo>
                  <a:lnTo>
                    <a:pt x="324993" y="28956"/>
                  </a:lnTo>
                  <a:lnTo>
                    <a:pt x="109728" y="28956"/>
                  </a:lnTo>
                  <a:lnTo>
                    <a:pt x="109728" y="67056"/>
                  </a:lnTo>
                  <a:lnTo>
                    <a:pt x="321585" y="67056"/>
                  </a:lnTo>
                  <a:lnTo>
                    <a:pt x="321629" y="77724"/>
                  </a:lnTo>
                  <a:lnTo>
                    <a:pt x="109728" y="77724"/>
                  </a:lnTo>
                  <a:lnTo>
                    <a:pt x="109728" y="115824"/>
                  </a:lnTo>
                  <a:lnTo>
                    <a:pt x="322074" y="115824"/>
                  </a:lnTo>
                  <a:lnTo>
                    <a:pt x="322206" y="122229"/>
                  </a:lnTo>
                  <a:lnTo>
                    <a:pt x="322487" y="126492"/>
                  </a:lnTo>
                  <a:lnTo>
                    <a:pt x="109728" y="126492"/>
                  </a:lnTo>
                  <a:lnTo>
                    <a:pt x="109728" y="140208"/>
                  </a:lnTo>
                  <a:lnTo>
                    <a:pt x="83820" y="149352"/>
                  </a:lnTo>
                  <a:close/>
                </a:path>
                <a:path w="399415" h="408939">
                  <a:moveTo>
                    <a:pt x="321585" y="67056"/>
                  </a:moveTo>
                  <a:lnTo>
                    <a:pt x="297180" y="67056"/>
                  </a:lnTo>
                  <a:lnTo>
                    <a:pt x="297180" y="28956"/>
                  </a:lnTo>
                  <a:lnTo>
                    <a:pt x="324993" y="28956"/>
                  </a:lnTo>
                  <a:lnTo>
                    <a:pt x="321564" y="32004"/>
                  </a:lnTo>
                  <a:lnTo>
                    <a:pt x="321585" y="67056"/>
                  </a:lnTo>
                  <a:close/>
                </a:path>
                <a:path w="399415" h="408939">
                  <a:moveTo>
                    <a:pt x="322074" y="115824"/>
                  </a:moveTo>
                  <a:lnTo>
                    <a:pt x="297180" y="115824"/>
                  </a:lnTo>
                  <a:lnTo>
                    <a:pt x="297180" y="77724"/>
                  </a:lnTo>
                  <a:lnTo>
                    <a:pt x="321629" y="77724"/>
                  </a:lnTo>
                  <a:lnTo>
                    <a:pt x="321754" y="100393"/>
                  </a:lnTo>
                  <a:lnTo>
                    <a:pt x="322074" y="115824"/>
                  </a:lnTo>
                  <a:close/>
                </a:path>
                <a:path w="399415" h="408939">
                  <a:moveTo>
                    <a:pt x="297180" y="146304"/>
                  </a:moveTo>
                  <a:lnTo>
                    <a:pt x="297180" y="126492"/>
                  </a:lnTo>
                  <a:lnTo>
                    <a:pt x="322487" y="126492"/>
                  </a:lnTo>
                  <a:lnTo>
                    <a:pt x="323088" y="135636"/>
                  </a:lnTo>
                  <a:lnTo>
                    <a:pt x="297180" y="146304"/>
                  </a:lnTo>
                  <a:close/>
                </a:path>
                <a:path w="399415" h="408939">
                  <a:moveTo>
                    <a:pt x="13716" y="176784"/>
                  </a:moveTo>
                  <a:lnTo>
                    <a:pt x="0" y="163068"/>
                  </a:lnTo>
                  <a:lnTo>
                    <a:pt x="332232" y="163068"/>
                  </a:lnTo>
                  <a:lnTo>
                    <a:pt x="359664" y="135636"/>
                  </a:lnTo>
                  <a:lnTo>
                    <a:pt x="397764" y="173736"/>
                  </a:lnTo>
                  <a:lnTo>
                    <a:pt x="36576" y="173736"/>
                  </a:lnTo>
                  <a:lnTo>
                    <a:pt x="13716" y="176784"/>
                  </a:lnTo>
                  <a:close/>
                </a:path>
                <a:path w="399415" h="408939">
                  <a:moveTo>
                    <a:pt x="24384" y="373380"/>
                  </a:moveTo>
                  <a:lnTo>
                    <a:pt x="3048" y="339852"/>
                  </a:lnTo>
                  <a:lnTo>
                    <a:pt x="16168" y="338423"/>
                  </a:lnTo>
                  <a:lnTo>
                    <a:pt x="30289" y="336423"/>
                  </a:lnTo>
                  <a:lnTo>
                    <a:pt x="45267" y="333851"/>
                  </a:lnTo>
                  <a:lnTo>
                    <a:pt x="60960" y="330708"/>
                  </a:lnTo>
                  <a:lnTo>
                    <a:pt x="60960" y="173736"/>
                  </a:lnTo>
                  <a:lnTo>
                    <a:pt x="85344" y="173736"/>
                  </a:lnTo>
                  <a:lnTo>
                    <a:pt x="85344" y="210312"/>
                  </a:lnTo>
                  <a:lnTo>
                    <a:pt x="188976" y="210312"/>
                  </a:lnTo>
                  <a:lnTo>
                    <a:pt x="188976" y="219456"/>
                  </a:lnTo>
                  <a:lnTo>
                    <a:pt x="85344" y="219456"/>
                  </a:lnTo>
                  <a:lnTo>
                    <a:pt x="85344" y="260604"/>
                  </a:lnTo>
                  <a:lnTo>
                    <a:pt x="188976" y="260604"/>
                  </a:lnTo>
                  <a:lnTo>
                    <a:pt x="188976" y="269748"/>
                  </a:lnTo>
                  <a:lnTo>
                    <a:pt x="85344" y="269748"/>
                  </a:lnTo>
                  <a:lnTo>
                    <a:pt x="85344" y="326136"/>
                  </a:lnTo>
                  <a:lnTo>
                    <a:pt x="167640" y="326136"/>
                  </a:lnTo>
                  <a:lnTo>
                    <a:pt x="88773" y="346710"/>
                  </a:lnTo>
                  <a:lnTo>
                    <a:pt x="48768" y="358140"/>
                  </a:lnTo>
                  <a:lnTo>
                    <a:pt x="27551" y="369712"/>
                  </a:lnTo>
                  <a:lnTo>
                    <a:pt x="24384" y="373380"/>
                  </a:lnTo>
                  <a:close/>
                </a:path>
                <a:path w="399415" h="408939">
                  <a:moveTo>
                    <a:pt x="188976" y="210312"/>
                  </a:moveTo>
                  <a:lnTo>
                    <a:pt x="167640" y="210312"/>
                  </a:lnTo>
                  <a:lnTo>
                    <a:pt x="167640" y="173736"/>
                  </a:lnTo>
                  <a:lnTo>
                    <a:pt x="188976" y="173736"/>
                  </a:lnTo>
                  <a:lnTo>
                    <a:pt x="188976" y="210312"/>
                  </a:lnTo>
                  <a:close/>
                </a:path>
                <a:path w="399415" h="408939">
                  <a:moveTo>
                    <a:pt x="210312" y="217932"/>
                  </a:moveTo>
                  <a:lnTo>
                    <a:pt x="196596" y="204216"/>
                  </a:lnTo>
                  <a:lnTo>
                    <a:pt x="330708" y="204216"/>
                  </a:lnTo>
                  <a:lnTo>
                    <a:pt x="344424" y="187452"/>
                  </a:lnTo>
                  <a:lnTo>
                    <a:pt x="371856" y="211836"/>
                  </a:lnTo>
                  <a:lnTo>
                    <a:pt x="365760" y="214884"/>
                  </a:lnTo>
                  <a:lnTo>
                    <a:pt x="233172" y="214884"/>
                  </a:lnTo>
                  <a:lnTo>
                    <a:pt x="210312" y="217932"/>
                  </a:lnTo>
                  <a:close/>
                </a:path>
                <a:path w="399415" h="408939">
                  <a:moveTo>
                    <a:pt x="195072" y="402336"/>
                  </a:moveTo>
                  <a:lnTo>
                    <a:pt x="188976" y="397764"/>
                  </a:lnTo>
                  <a:lnTo>
                    <a:pt x="213240" y="380071"/>
                  </a:lnTo>
                  <a:lnTo>
                    <a:pt x="235648" y="361378"/>
                  </a:lnTo>
                  <a:lnTo>
                    <a:pt x="256055" y="341828"/>
                  </a:lnTo>
                  <a:lnTo>
                    <a:pt x="274320" y="321564"/>
                  </a:lnTo>
                  <a:lnTo>
                    <a:pt x="266866" y="308991"/>
                  </a:lnTo>
                  <a:lnTo>
                    <a:pt x="260413" y="296418"/>
                  </a:lnTo>
                  <a:lnTo>
                    <a:pt x="245387" y="258389"/>
                  </a:lnTo>
                  <a:lnTo>
                    <a:pt x="233172" y="214884"/>
                  </a:lnTo>
                  <a:lnTo>
                    <a:pt x="242316" y="214884"/>
                  </a:lnTo>
                  <a:lnTo>
                    <a:pt x="246030" y="227218"/>
                  </a:lnTo>
                  <a:lnTo>
                    <a:pt x="250317" y="239268"/>
                  </a:lnTo>
                  <a:lnTo>
                    <a:pt x="266580" y="275415"/>
                  </a:lnTo>
                  <a:lnTo>
                    <a:pt x="286512" y="303276"/>
                  </a:lnTo>
                  <a:lnTo>
                    <a:pt x="310904" y="303276"/>
                  </a:lnTo>
                  <a:lnTo>
                    <a:pt x="300227" y="318516"/>
                  </a:lnTo>
                  <a:lnTo>
                    <a:pt x="314277" y="331089"/>
                  </a:lnTo>
                  <a:lnTo>
                    <a:pt x="319419" y="335280"/>
                  </a:lnTo>
                  <a:lnTo>
                    <a:pt x="286512" y="335280"/>
                  </a:lnTo>
                  <a:lnTo>
                    <a:pt x="267938" y="352401"/>
                  </a:lnTo>
                  <a:lnTo>
                    <a:pt x="246507" y="369379"/>
                  </a:lnTo>
                  <a:lnTo>
                    <a:pt x="222218" y="386072"/>
                  </a:lnTo>
                  <a:lnTo>
                    <a:pt x="195072" y="402336"/>
                  </a:lnTo>
                  <a:close/>
                </a:path>
                <a:path w="399415" h="408939">
                  <a:moveTo>
                    <a:pt x="310904" y="303276"/>
                  </a:moveTo>
                  <a:lnTo>
                    <a:pt x="286512" y="303276"/>
                  </a:lnTo>
                  <a:lnTo>
                    <a:pt x="293346" y="292965"/>
                  </a:lnTo>
                  <a:lnTo>
                    <a:pt x="300037" y="282511"/>
                  </a:lnTo>
                  <a:lnTo>
                    <a:pt x="322897" y="237744"/>
                  </a:lnTo>
                  <a:lnTo>
                    <a:pt x="332232" y="214884"/>
                  </a:lnTo>
                  <a:lnTo>
                    <a:pt x="365760" y="214884"/>
                  </a:lnTo>
                  <a:lnTo>
                    <a:pt x="356616" y="219456"/>
                  </a:lnTo>
                  <a:lnTo>
                    <a:pt x="342876" y="248007"/>
                  </a:lnTo>
                  <a:lnTo>
                    <a:pt x="328993" y="274129"/>
                  </a:lnTo>
                  <a:lnTo>
                    <a:pt x="314825" y="297680"/>
                  </a:lnTo>
                  <a:lnTo>
                    <a:pt x="310904" y="303276"/>
                  </a:lnTo>
                  <a:close/>
                </a:path>
                <a:path w="399415" h="408939">
                  <a:moveTo>
                    <a:pt x="188976" y="260604"/>
                  </a:moveTo>
                  <a:lnTo>
                    <a:pt x="167640" y="260604"/>
                  </a:lnTo>
                  <a:lnTo>
                    <a:pt x="167640" y="219456"/>
                  </a:lnTo>
                  <a:lnTo>
                    <a:pt x="188976" y="219456"/>
                  </a:lnTo>
                  <a:lnTo>
                    <a:pt x="188976" y="260604"/>
                  </a:lnTo>
                  <a:close/>
                </a:path>
                <a:path w="399415" h="408939">
                  <a:moveTo>
                    <a:pt x="167640" y="408432"/>
                  </a:moveTo>
                  <a:lnTo>
                    <a:pt x="167640" y="326136"/>
                  </a:lnTo>
                  <a:lnTo>
                    <a:pt x="85344" y="326136"/>
                  </a:lnTo>
                  <a:lnTo>
                    <a:pt x="167640" y="312420"/>
                  </a:lnTo>
                  <a:lnTo>
                    <a:pt x="167640" y="269748"/>
                  </a:lnTo>
                  <a:lnTo>
                    <a:pt x="188976" y="269748"/>
                  </a:lnTo>
                  <a:lnTo>
                    <a:pt x="188976" y="306324"/>
                  </a:lnTo>
                  <a:lnTo>
                    <a:pt x="231648" y="306324"/>
                  </a:lnTo>
                  <a:lnTo>
                    <a:pt x="188976" y="318516"/>
                  </a:lnTo>
                  <a:lnTo>
                    <a:pt x="188976" y="393192"/>
                  </a:lnTo>
                  <a:lnTo>
                    <a:pt x="167640" y="408432"/>
                  </a:lnTo>
                  <a:close/>
                </a:path>
                <a:path w="399415" h="408939">
                  <a:moveTo>
                    <a:pt x="231648" y="306324"/>
                  </a:moveTo>
                  <a:lnTo>
                    <a:pt x="188976" y="306324"/>
                  </a:lnTo>
                  <a:lnTo>
                    <a:pt x="239268" y="297180"/>
                  </a:lnTo>
                  <a:lnTo>
                    <a:pt x="242316" y="303276"/>
                  </a:lnTo>
                  <a:lnTo>
                    <a:pt x="231648" y="306324"/>
                  </a:lnTo>
                  <a:close/>
                </a:path>
                <a:path w="399415" h="408939">
                  <a:moveTo>
                    <a:pt x="365760" y="396240"/>
                  </a:moveTo>
                  <a:lnTo>
                    <a:pt x="355734" y="391358"/>
                  </a:lnTo>
                  <a:lnTo>
                    <a:pt x="346138" y="385762"/>
                  </a:lnTo>
                  <a:lnTo>
                    <a:pt x="336827" y="379309"/>
                  </a:lnTo>
                  <a:lnTo>
                    <a:pt x="327660" y="371856"/>
                  </a:lnTo>
                  <a:lnTo>
                    <a:pt x="317373" y="364426"/>
                  </a:lnTo>
                  <a:lnTo>
                    <a:pt x="307086" y="355854"/>
                  </a:lnTo>
                  <a:lnTo>
                    <a:pt x="296799" y="346138"/>
                  </a:lnTo>
                  <a:lnTo>
                    <a:pt x="286512" y="335280"/>
                  </a:lnTo>
                  <a:lnTo>
                    <a:pt x="319419" y="335280"/>
                  </a:lnTo>
                  <a:lnTo>
                    <a:pt x="326898" y="341376"/>
                  </a:lnTo>
                  <a:lnTo>
                    <a:pt x="338375" y="349377"/>
                  </a:lnTo>
                  <a:lnTo>
                    <a:pt x="385000" y="366450"/>
                  </a:lnTo>
                  <a:lnTo>
                    <a:pt x="399288" y="367284"/>
                  </a:lnTo>
                  <a:lnTo>
                    <a:pt x="399288" y="374904"/>
                  </a:lnTo>
                  <a:lnTo>
                    <a:pt x="386976" y="377166"/>
                  </a:lnTo>
                  <a:lnTo>
                    <a:pt x="377380" y="381571"/>
                  </a:lnTo>
                  <a:lnTo>
                    <a:pt x="370355" y="387977"/>
                  </a:lnTo>
                  <a:lnTo>
                    <a:pt x="365760" y="39624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80" name="object 80"/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7548371" y="5708903"/>
              <a:ext cx="94488" cy="164591"/>
            </a:xfrm>
            <a:prstGeom prst="rect">
              <a:avLst/>
            </a:prstGeom>
          </p:spPr>
        </p:pic>
        <p:pic>
          <p:nvPicPr>
            <p:cNvPr id="81" name="object 81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7705343" y="5750052"/>
              <a:ext cx="102108" cy="100583"/>
            </a:xfrm>
            <a:prstGeom prst="rect">
              <a:avLst/>
            </a:prstGeom>
          </p:spPr>
        </p:pic>
        <p:sp>
          <p:nvSpPr>
            <p:cNvPr id="82" name="object 82"/>
            <p:cNvSpPr/>
            <p:nvPr/>
          </p:nvSpPr>
          <p:spPr>
            <a:xfrm>
              <a:off x="7469123" y="5676900"/>
              <a:ext cx="398145" cy="273050"/>
            </a:xfrm>
            <a:custGeom>
              <a:avLst/>
              <a:gdLst/>
              <a:ahLst/>
              <a:cxnLst/>
              <a:rect l="l" t="t" r="r" b="b"/>
              <a:pathLst>
                <a:path w="398145" h="273050">
                  <a:moveTo>
                    <a:pt x="0" y="27431"/>
                  </a:moveTo>
                  <a:lnTo>
                    <a:pt x="332232" y="27431"/>
                  </a:lnTo>
                  <a:lnTo>
                    <a:pt x="359663" y="0"/>
                  </a:lnTo>
                  <a:lnTo>
                    <a:pt x="397763" y="38099"/>
                  </a:lnTo>
                  <a:lnTo>
                    <a:pt x="188976" y="38099"/>
                  </a:lnTo>
                  <a:lnTo>
                    <a:pt x="188976" y="170687"/>
                  </a:lnTo>
                  <a:lnTo>
                    <a:pt x="239268" y="161543"/>
                  </a:lnTo>
                  <a:lnTo>
                    <a:pt x="242316" y="167639"/>
                  </a:lnTo>
                  <a:lnTo>
                    <a:pt x="188976" y="182879"/>
                  </a:lnTo>
                  <a:lnTo>
                    <a:pt x="188976" y="257555"/>
                  </a:lnTo>
                  <a:lnTo>
                    <a:pt x="167640" y="272795"/>
                  </a:lnTo>
                  <a:lnTo>
                    <a:pt x="167640" y="190500"/>
                  </a:lnTo>
                  <a:lnTo>
                    <a:pt x="123348" y="201929"/>
                  </a:lnTo>
                  <a:lnTo>
                    <a:pt x="63912" y="217931"/>
                  </a:lnTo>
                  <a:lnTo>
                    <a:pt x="27551" y="234076"/>
                  </a:lnTo>
                  <a:lnTo>
                    <a:pt x="24384" y="237743"/>
                  </a:lnTo>
                  <a:lnTo>
                    <a:pt x="3048" y="204215"/>
                  </a:lnTo>
                  <a:lnTo>
                    <a:pt x="16168" y="202787"/>
                  </a:lnTo>
                  <a:lnTo>
                    <a:pt x="30289" y="200786"/>
                  </a:lnTo>
                  <a:lnTo>
                    <a:pt x="45267" y="198215"/>
                  </a:lnTo>
                  <a:lnTo>
                    <a:pt x="60960" y="195071"/>
                  </a:lnTo>
                  <a:lnTo>
                    <a:pt x="60960" y="38099"/>
                  </a:lnTo>
                  <a:lnTo>
                    <a:pt x="36576" y="38099"/>
                  </a:lnTo>
                  <a:lnTo>
                    <a:pt x="13716" y="41147"/>
                  </a:lnTo>
                  <a:lnTo>
                    <a:pt x="0" y="27431"/>
                  </a:lnTo>
                  <a:close/>
                </a:path>
              </a:pathLst>
            </a:custGeom>
            <a:ln w="1219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83" name="object 83"/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7652003" y="5722620"/>
              <a:ext cx="222504" cy="227075"/>
            </a:xfrm>
            <a:prstGeom prst="rect">
              <a:avLst/>
            </a:prstGeom>
          </p:spPr>
        </p:pic>
        <p:sp>
          <p:nvSpPr>
            <p:cNvPr id="84" name="object 84"/>
            <p:cNvSpPr/>
            <p:nvPr/>
          </p:nvSpPr>
          <p:spPr>
            <a:xfrm>
              <a:off x="7578851" y="5570219"/>
              <a:ext cx="187960" cy="86995"/>
            </a:xfrm>
            <a:custGeom>
              <a:avLst/>
              <a:gdLst/>
              <a:ahLst/>
              <a:cxnLst/>
              <a:rect l="l" t="t" r="r" b="b"/>
              <a:pathLst>
                <a:path w="187959" h="86995">
                  <a:moveTo>
                    <a:pt x="0" y="0"/>
                  </a:moveTo>
                  <a:lnTo>
                    <a:pt x="0" y="38100"/>
                  </a:lnTo>
                  <a:lnTo>
                    <a:pt x="187451" y="38100"/>
                  </a:lnTo>
                  <a:lnTo>
                    <a:pt x="187451" y="0"/>
                  </a:lnTo>
                  <a:lnTo>
                    <a:pt x="0" y="0"/>
                  </a:lnTo>
                  <a:close/>
                </a:path>
                <a:path w="187959" h="86995">
                  <a:moveTo>
                    <a:pt x="0" y="48767"/>
                  </a:moveTo>
                  <a:lnTo>
                    <a:pt x="0" y="86867"/>
                  </a:lnTo>
                  <a:lnTo>
                    <a:pt x="187451" y="86867"/>
                  </a:lnTo>
                  <a:lnTo>
                    <a:pt x="187451" y="48767"/>
                  </a:lnTo>
                  <a:lnTo>
                    <a:pt x="0" y="48767"/>
                  </a:lnTo>
                  <a:close/>
                </a:path>
              </a:pathLst>
            </a:custGeom>
            <a:ln w="1219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5" name="object 85"/>
            <p:cNvSpPr/>
            <p:nvPr/>
          </p:nvSpPr>
          <p:spPr>
            <a:xfrm>
              <a:off x="7552943" y="5541263"/>
              <a:ext cx="251460" cy="149860"/>
            </a:xfrm>
            <a:custGeom>
              <a:avLst/>
              <a:gdLst/>
              <a:ahLst/>
              <a:cxnLst/>
              <a:rect l="l" t="t" r="r" b="b"/>
              <a:pathLst>
                <a:path w="251459" h="149860">
                  <a:moveTo>
                    <a:pt x="0" y="4572"/>
                  </a:moveTo>
                  <a:lnTo>
                    <a:pt x="25908" y="18288"/>
                  </a:lnTo>
                  <a:lnTo>
                    <a:pt x="210311" y="18288"/>
                  </a:lnTo>
                  <a:lnTo>
                    <a:pt x="222504" y="0"/>
                  </a:lnTo>
                  <a:lnTo>
                    <a:pt x="251459" y="19812"/>
                  </a:lnTo>
                  <a:lnTo>
                    <a:pt x="237743" y="32004"/>
                  </a:lnTo>
                  <a:lnTo>
                    <a:pt x="237767" y="70270"/>
                  </a:lnTo>
                  <a:lnTo>
                    <a:pt x="237934" y="100393"/>
                  </a:lnTo>
                  <a:lnTo>
                    <a:pt x="238386" y="122229"/>
                  </a:lnTo>
                  <a:lnTo>
                    <a:pt x="239268" y="135636"/>
                  </a:lnTo>
                  <a:lnTo>
                    <a:pt x="213359" y="146304"/>
                  </a:lnTo>
                  <a:lnTo>
                    <a:pt x="213359" y="126492"/>
                  </a:lnTo>
                  <a:lnTo>
                    <a:pt x="25908" y="126492"/>
                  </a:lnTo>
                  <a:lnTo>
                    <a:pt x="25908" y="140208"/>
                  </a:lnTo>
                  <a:lnTo>
                    <a:pt x="0" y="149352"/>
                  </a:lnTo>
                  <a:lnTo>
                    <a:pt x="881" y="131921"/>
                  </a:lnTo>
                  <a:lnTo>
                    <a:pt x="1333" y="113919"/>
                  </a:lnTo>
                  <a:lnTo>
                    <a:pt x="1500" y="95345"/>
                  </a:lnTo>
                  <a:lnTo>
                    <a:pt x="1524" y="76200"/>
                  </a:lnTo>
                  <a:lnTo>
                    <a:pt x="1500" y="57078"/>
                  </a:lnTo>
                  <a:lnTo>
                    <a:pt x="1333" y="38671"/>
                  </a:lnTo>
                  <a:lnTo>
                    <a:pt x="881" y="21121"/>
                  </a:lnTo>
                  <a:lnTo>
                    <a:pt x="0" y="4572"/>
                  </a:lnTo>
                  <a:close/>
                </a:path>
              </a:pathLst>
            </a:custGeom>
            <a:ln w="1219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6" name="object 86"/>
            <p:cNvSpPr/>
            <p:nvPr/>
          </p:nvSpPr>
          <p:spPr>
            <a:xfrm>
              <a:off x="7917179" y="5538215"/>
              <a:ext cx="399415" cy="393700"/>
            </a:xfrm>
            <a:custGeom>
              <a:avLst/>
              <a:gdLst/>
              <a:ahLst/>
              <a:cxnLst/>
              <a:rect l="l" t="t" r="r" b="b"/>
              <a:pathLst>
                <a:path w="399415" h="393700">
                  <a:moveTo>
                    <a:pt x="249935" y="82296"/>
                  </a:moveTo>
                  <a:lnTo>
                    <a:pt x="239268" y="82296"/>
                  </a:lnTo>
                  <a:lnTo>
                    <a:pt x="252674" y="54864"/>
                  </a:lnTo>
                  <a:lnTo>
                    <a:pt x="263080" y="32004"/>
                  </a:lnTo>
                  <a:lnTo>
                    <a:pt x="270343" y="13716"/>
                  </a:lnTo>
                  <a:lnTo>
                    <a:pt x="274320" y="0"/>
                  </a:lnTo>
                  <a:lnTo>
                    <a:pt x="312420" y="22860"/>
                  </a:lnTo>
                  <a:lnTo>
                    <a:pt x="301585" y="27432"/>
                  </a:lnTo>
                  <a:lnTo>
                    <a:pt x="287464" y="38862"/>
                  </a:lnTo>
                  <a:lnTo>
                    <a:pt x="270200" y="57150"/>
                  </a:lnTo>
                  <a:lnTo>
                    <a:pt x="249935" y="82296"/>
                  </a:lnTo>
                  <a:close/>
                </a:path>
                <a:path w="399415" h="393700">
                  <a:moveTo>
                    <a:pt x="141732" y="74676"/>
                  </a:moveTo>
                  <a:lnTo>
                    <a:pt x="135636" y="74676"/>
                  </a:lnTo>
                  <a:lnTo>
                    <a:pt x="132588" y="70104"/>
                  </a:lnTo>
                  <a:lnTo>
                    <a:pt x="129540" y="60960"/>
                  </a:lnTo>
                  <a:lnTo>
                    <a:pt x="122920" y="49244"/>
                  </a:lnTo>
                  <a:lnTo>
                    <a:pt x="114300" y="36957"/>
                  </a:lnTo>
                  <a:lnTo>
                    <a:pt x="103393" y="24098"/>
                  </a:lnTo>
                  <a:lnTo>
                    <a:pt x="89916" y="10668"/>
                  </a:lnTo>
                  <a:lnTo>
                    <a:pt x="92964" y="6096"/>
                  </a:lnTo>
                  <a:lnTo>
                    <a:pt x="128587" y="21526"/>
                  </a:lnTo>
                  <a:lnTo>
                    <a:pt x="149352" y="41148"/>
                  </a:lnTo>
                  <a:lnTo>
                    <a:pt x="152400" y="45720"/>
                  </a:lnTo>
                  <a:lnTo>
                    <a:pt x="152400" y="56388"/>
                  </a:lnTo>
                  <a:lnTo>
                    <a:pt x="150876" y="62484"/>
                  </a:lnTo>
                  <a:lnTo>
                    <a:pt x="147828" y="67056"/>
                  </a:lnTo>
                  <a:lnTo>
                    <a:pt x="144780" y="73152"/>
                  </a:lnTo>
                  <a:lnTo>
                    <a:pt x="141732" y="74676"/>
                  </a:lnTo>
                  <a:close/>
                </a:path>
                <a:path w="399415" h="393700">
                  <a:moveTo>
                    <a:pt x="41148" y="96012"/>
                  </a:moveTo>
                  <a:lnTo>
                    <a:pt x="27432" y="82296"/>
                  </a:lnTo>
                  <a:lnTo>
                    <a:pt x="329184" y="82296"/>
                  </a:lnTo>
                  <a:lnTo>
                    <a:pt x="355092" y="56388"/>
                  </a:lnTo>
                  <a:lnTo>
                    <a:pt x="391668" y="92964"/>
                  </a:lnTo>
                  <a:lnTo>
                    <a:pt x="65532" y="92964"/>
                  </a:lnTo>
                  <a:lnTo>
                    <a:pt x="41148" y="96012"/>
                  </a:lnTo>
                  <a:close/>
                </a:path>
                <a:path w="399415" h="393700">
                  <a:moveTo>
                    <a:pt x="188976" y="144780"/>
                  </a:moveTo>
                  <a:lnTo>
                    <a:pt x="164592" y="144780"/>
                  </a:lnTo>
                  <a:lnTo>
                    <a:pt x="167735" y="131325"/>
                  </a:lnTo>
                  <a:lnTo>
                    <a:pt x="170307" y="118300"/>
                  </a:lnTo>
                  <a:lnTo>
                    <a:pt x="172307" y="105560"/>
                  </a:lnTo>
                  <a:lnTo>
                    <a:pt x="173736" y="92964"/>
                  </a:lnTo>
                  <a:lnTo>
                    <a:pt x="201168" y="92964"/>
                  </a:lnTo>
                  <a:lnTo>
                    <a:pt x="197762" y="108346"/>
                  </a:lnTo>
                  <a:lnTo>
                    <a:pt x="194500" y="122301"/>
                  </a:lnTo>
                  <a:lnTo>
                    <a:pt x="191523" y="134540"/>
                  </a:lnTo>
                  <a:lnTo>
                    <a:pt x="188976" y="144780"/>
                  </a:lnTo>
                  <a:close/>
                </a:path>
                <a:path w="399415" h="393700">
                  <a:moveTo>
                    <a:pt x="64008" y="158496"/>
                  </a:moveTo>
                  <a:lnTo>
                    <a:pt x="48768" y="144780"/>
                  </a:lnTo>
                  <a:lnTo>
                    <a:pt x="301752" y="144780"/>
                  </a:lnTo>
                  <a:lnTo>
                    <a:pt x="324612" y="121920"/>
                  </a:lnTo>
                  <a:lnTo>
                    <a:pt x="356616" y="155448"/>
                  </a:lnTo>
                  <a:lnTo>
                    <a:pt x="85344" y="155448"/>
                  </a:lnTo>
                  <a:lnTo>
                    <a:pt x="64008" y="158496"/>
                  </a:lnTo>
                  <a:close/>
                </a:path>
                <a:path w="399415" h="393700">
                  <a:moveTo>
                    <a:pt x="167640" y="207263"/>
                  </a:moveTo>
                  <a:lnTo>
                    <a:pt x="143256" y="207263"/>
                  </a:lnTo>
                  <a:lnTo>
                    <a:pt x="148709" y="194452"/>
                  </a:lnTo>
                  <a:lnTo>
                    <a:pt x="153733" y="181355"/>
                  </a:lnTo>
                  <a:lnTo>
                    <a:pt x="158549" y="168044"/>
                  </a:lnTo>
                  <a:lnTo>
                    <a:pt x="163068" y="155448"/>
                  </a:lnTo>
                  <a:lnTo>
                    <a:pt x="185928" y="155448"/>
                  </a:lnTo>
                  <a:lnTo>
                    <a:pt x="182141" y="168259"/>
                  </a:lnTo>
                  <a:lnTo>
                    <a:pt x="177927" y="180784"/>
                  </a:lnTo>
                  <a:lnTo>
                    <a:pt x="173069" y="193809"/>
                  </a:lnTo>
                  <a:lnTo>
                    <a:pt x="167640" y="207263"/>
                  </a:lnTo>
                  <a:close/>
                </a:path>
                <a:path w="399415" h="393700">
                  <a:moveTo>
                    <a:pt x="19812" y="220980"/>
                  </a:moveTo>
                  <a:lnTo>
                    <a:pt x="6096" y="207263"/>
                  </a:lnTo>
                  <a:lnTo>
                    <a:pt x="330708" y="207263"/>
                  </a:lnTo>
                  <a:lnTo>
                    <a:pt x="358140" y="179832"/>
                  </a:lnTo>
                  <a:lnTo>
                    <a:pt x="396240" y="217932"/>
                  </a:lnTo>
                  <a:lnTo>
                    <a:pt x="44196" y="217932"/>
                  </a:lnTo>
                  <a:lnTo>
                    <a:pt x="19812" y="220980"/>
                  </a:lnTo>
                  <a:close/>
                </a:path>
                <a:path w="399415" h="393700">
                  <a:moveTo>
                    <a:pt x="3048" y="379476"/>
                  </a:moveTo>
                  <a:lnTo>
                    <a:pt x="0" y="371855"/>
                  </a:lnTo>
                  <a:lnTo>
                    <a:pt x="43767" y="338375"/>
                  </a:lnTo>
                  <a:lnTo>
                    <a:pt x="81534" y="301752"/>
                  </a:lnTo>
                  <a:lnTo>
                    <a:pt x="113585" y="261699"/>
                  </a:lnTo>
                  <a:lnTo>
                    <a:pt x="140208" y="217932"/>
                  </a:lnTo>
                  <a:lnTo>
                    <a:pt x="164592" y="217932"/>
                  </a:lnTo>
                  <a:lnTo>
                    <a:pt x="140622" y="256531"/>
                  </a:lnTo>
                  <a:lnTo>
                    <a:pt x="112556" y="291913"/>
                  </a:lnTo>
                  <a:lnTo>
                    <a:pt x="80320" y="324148"/>
                  </a:lnTo>
                  <a:lnTo>
                    <a:pt x="43842" y="353311"/>
                  </a:lnTo>
                  <a:lnTo>
                    <a:pt x="3048" y="379476"/>
                  </a:lnTo>
                  <a:close/>
                </a:path>
                <a:path w="399415" h="393700">
                  <a:moveTo>
                    <a:pt x="141732" y="291084"/>
                  </a:moveTo>
                  <a:lnTo>
                    <a:pt x="128016" y="277368"/>
                  </a:lnTo>
                  <a:lnTo>
                    <a:pt x="301752" y="277368"/>
                  </a:lnTo>
                  <a:lnTo>
                    <a:pt x="321564" y="256032"/>
                  </a:lnTo>
                  <a:lnTo>
                    <a:pt x="353568" y="288036"/>
                  </a:lnTo>
                  <a:lnTo>
                    <a:pt x="160020" y="288036"/>
                  </a:lnTo>
                  <a:lnTo>
                    <a:pt x="141732" y="291084"/>
                  </a:lnTo>
                  <a:close/>
                </a:path>
                <a:path w="399415" h="393700">
                  <a:moveTo>
                    <a:pt x="245364" y="377952"/>
                  </a:moveTo>
                  <a:lnTo>
                    <a:pt x="220980" y="377952"/>
                  </a:lnTo>
                  <a:lnTo>
                    <a:pt x="220980" y="288036"/>
                  </a:lnTo>
                  <a:lnTo>
                    <a:pt x="245364" y="288036"/>
                  </a:lnTo>
                  <a:lnTo>
                    <a:pt x="245364" y="377952"/>
                  </a:lnTo>
                  <a:close/>
                </a:path>
                <a:path w="399415" h="393700">
                  <a:moveTo>
                    <a:pt x="79248" y="393192"/>
                  </a:moveTo>
                  <a:lnTo>
                    <a:pt x="64008" y="377952"/>
                  </a:lnTo>
                  <a:lnTo>
                    <a:pt x="339852" y="377952"/>
                  </a:lnTo>
                  <a:lnTo>
                    <a:pt x="364236" y="353568"/>
                  </a:lnTo>
                  <a:lnTo>
                    <a:pt x="399288" y="388620"/>
                  </a:lnTo>
                  <a:lnTo>
                    <a:pt x="120396" y="388620"/>
                  </a:lnTo>
                  <a:lnTo>
                    <a:pt x="109251" y="388905"/>
                  </a:lnTo>
                  <a:lnTo>
                    <a:pt x="98679" y="389763"/>
                  </a:lnTo>
                  <a:lnTo>
                    <a:pt x="88677" y="391191"/>
                  </a:lnTo>
                  <a:lnTo>
                    <a:pt x="79248" y="393192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87" name="object 87"/>
            <p:cNvPicPr/>
            <p:nvPr/>
          </p:nvPicPr>
          <p:blipFill>
            <a:blip r:embed="rId14" cstate="print"/>
            <a:stretch>
              <a:fillRect/>
            </a:stretch>
          </p:blipFill>
          <p:spPr>
            <a:xfrm>
              <a:off x="8000999" y="5538215"/>
              <a:ext cx="74675" cy="80771"/>
            </a:xfrm>
            <a:prstGeom prst="rect">
              <a:avLst/>
            </a:prstGeom>
          </p:spPr>
        </p:pic>
        <p:sp>
          <p:nvSpPr>
            <p:cNvPr id="88" name="object 88"/>
            <p:cNvSpPr/>
            <p:nvPr/>
          </p:nvSpPr>
          <p:spPr>
            <a:xfrm>
              <a:off x="7917179" y="5538216"/>
              <a:ext cx="396240" cy="379730"/>
            </a:xfrm>
            <a:custGeom>
              <a:avLst/>
              <a:gdLst/>
              <a:ahLst/>
              <a:cxnLst/>
              <a:rect l="l" t="t" r="r" b="b"/>
              <a:pathLst>
                <a:path w="396240" h="379729">
                  <a:moveTo>
                    <a:pt x="201168" y="92963"/>
                  </a:moveTo>
                  <a:lnTo>
                    <a:pt x="197762" y="108346"/>
                  </a:lnTo>
                  <a:lnTo>
                    <a:pt x="194500" y="122300"/>
                  </a:lnTo>
                  <a:lnTo>
                    <a:pt x="191523" y="134540"/>
                  </a:lnTo>
                  <a:lnTo>
                    <a:pt x="188976" y="144779"/>
                  </a:lnTo>
                  <a:lnTo>
                    <a:pt x="301752" y="144779"/>
                  </a:lnTo>
                  <a:lnTo>
                    <a:pt x="324612" y="121919"/>
                  </a:lnTo>
                  <a:lnTo>
                    <a:pt x="356616" y="155447"/>
                  </a:lnTo>
                  <a:lnTo>
                    <a:pt x="185928" y="155447"/>
                  </a:lnTo>
                  <a:lnTo>
                    <a:pt x="182213" y="168044"/>
                  </a:lnTo>
                  <a:lnTo>
                    <a:pt x="177927" y="180784"/>
                  </a:lnTo>
                  <a:lnTo>
                    <a:pt x="173069" y="193809"/>
                  </a:lnTo>
                  <a:lnTo>
                    <a:pt x="167640" y="207263"/>
                  </a:lnTo>
                  <a:lnTo>
                    <a:pt x="330708" y="207263"/>
                  </a:lnTo>
                  <a:lnTo>
                    <a:pt x="358140" y="179831"/>
                  </a:lnTo>
                  <a:lnTo>
                    <a:pt x="396240" y="217931"/>
                  </a:lnTo>
                  <a:lnTo>
                    <a:pt x="164592" y="217931"/>
                  </a:lnTo>
                  <a:lnTo>
                    <a:pt x="140622" y="256531"/>
                  </a:lnTo>
                  <a:lnTo>
                    <a:pt x="112556" y="291913"/>
                  </a:lnTo>
                  <a:lnTo>
                    <a:pt x="80320" y="324148"/>
                  </a:lnTo>
                  <a:lnTo>
                    <a:pt x="43842" y="353311"/>
                  </a:lnTo>
                  <a:lnTo>
                    <a:pt x="3048" y="379475"/>
                  </a:lnTo>
                  <a:lnTo>
                    <a:pt x="0" y="371856"/>
                  </a:lnTo>
                  <a:lnTo>
                    <a:pt x="43767" y="338375"/>
                  </a:lnTo>
                  <a:lnTo>
                    <a:pt x="81534" y="301751"/>
                  </a:lnTo>
                  <a:lnTo>
                    <a:pt x="113585" y="261699"/>
                  </a:lnTo>
                  <a:lnTo>
                    <a:pt x="140208" y="217931"/>
                  </a:lnTo>
                  <a:lnTo>
                    <a:pt x="44196" y="217931"/>
                  </a:lnTo>
                  <a:lnTo>
                    <a:pt x="19811" y="220979"/>
                  </a:lnTo>
                  <a:lnTo>
                    <a:pt x="6096" y="207263"/>
                  </a:lnTo>
                  <a:lnTo>
                    <a:pt x="143256" y="207263"/>
                  </a:lnTo>
                  <a:lnTo>
                    <a:pt x="148709" y="194452"/>
                  </a:lnTo>
                  <a:lnTo>
                    <a:pt x="153733" y="181355"/>
                  </a:lnTo>
                  <a:lnTo>
                    <a:pt x="158472" y="168259"/>
                  </a:lnTo>
                  <a:lnTo>
                    <a:pt x="163068" y="155447"/>
                  </a:lnTo>
                  <a:lnTo>
                    <a:pt x="85344" y="155447"/>
                  </a:lnTo>
                  <a:lnTo>
                    <a:pt x="64008" y="158495"/>
                  </a:lnTo>
                  <a:lnTo>
                    <a:pt x="48768" y="144779"/>
                  </a:lnTo>
                  <a:lnTo>
                    <a:pt x="164592" y="144779"/>
                  </a:lnTo>
                  <a:lnTo>
                    <a:pt x="167735" y="131325"/>
                  </a:lnTo>
                  <a:lnTo>
                    <a:pt x="170307" y="118300"/>
                  </a:lnTo>
                  <a:lnTo>
                    <a:pt x="172307" y="105560"/>
                  </a:lnTo>
                  <a:lnTo>
                    <a:pt x="173736" y="92963"/>
                  </a:lnTo>
                  <a:lnTo>
                    <a:pt x="65532" y="92963"/>
                  </a:lnTo>
                  <a:lnTo>
                    <a:pt x="41148" y="96011"/>
                  </a:lnTo>
                  <a:lnTo>
                    <a:pt x="27432" y="82295"/>
                  </a:lnTo>
                  <a:lnTo>
                    <a:pt x="239268" y="82295"/>
                  </a:lnTo>
                  <a:lnTo>
                    <a:pt x="252674" y="54863"/>
                  </a:lnTo>
                  <a:lnTo>
                    <a:pt x="263080" y="32003"/>
                  </a:lnTo>
                  <a:lnTo>
                    <a:pt x="270343" y="13715"/>
                  </a:lnTo>
                  <a:lnTo>
                    <a:pt x="274320" y="0"/>
                  </a:lnTo>
                  <a:lnTo>
                    <a:pt x="312420" y="22859"/>
                  </a:lnTo>
                  <a:lnTo>
                    <a:pt x="301585" y="27431"/>
                  </a:lnTo>
                  <a:lnTo>
                    <a:pt x="287464" y="38861"/>
                  </a:lnTo>
                  <a:lnTo>
                    <a:pt x="270200" y="57149"/>
                  </a:lnTo>
                  <a:lnTo>
                    <a:pt x="249936" y="82295"/>
                  </a:lnTo>
                  <a:lnTo>
                    <a:pt x="329184" y="82295"/>
                  </a:lnTo>
                  <a:lnTo>
                    <a:pt x="355092" y="56387"/>
                  </a:lnTo>
                  <a:lnTo>
                    <a:pt x="391668" y="92963"/>
                  </a:lnTo>
                  <a:lnTo>
                    <a:pt x="201168" y="92963"/>
                  </a:lnTo>
                  <a:close/>
                </a:path>
              </a:pathLst>
            </a:custGeom>
            <a:ln w="1219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9" name="object 89"/>
            <p:cNvSpPr/>
            <p:nvPr/>
          </p:nvSpPr>
          <p:spPr>
            <a:xfrm>
              <a:off x="7981187" y="5794247"/>
              <a:ext cx="335280" cy="137160"/>
            </a:xfrm>
            <a:custGeom>
              <a:avLst/>
              <a:gdLst/>
              <a:ahLst/>
              <a:cxnLst/>
              <a:rect l="l" t="t" r="r" b="b"/>
              <a:pathLst>
                <a:path w="335279" h="137160">
                  <a:moveTo>
                    <a:pt x="64007" y="21336"/>
                  </a:moveTo>
                  <a:lnTo>
                    <a:pt x="237743" y="21336"/>
                  </a:lnTo>
                  <a:lnTo>
                    <a:pt x="257555" y="0"/>
                  </a:lnTo>
                  <a:lnTo>
                    <a:pt x="289559" y="32004"/>
                  </a:lnTo>
                  <a:lnTo>
                    <a:pt x="181355" y="32004"/>
                  </a:lnTo>
                  <a:lnTo>
                    <a:pt x="181355" y="121920"/>
                  </a:lnTo>
                  <a:lnTo>
                    <a:pt x="275843" y="121920"/>
                  </a:lnTo>
                  <a:lnTo>
                    <a:pt x="300227" y="97536"/>
                  </a:lnTo>
                  <a:lnTo>
                    <a:pt x="335279" y="132588"/>
                  </a:lnTo>
                  <a:lnTo>
                    <a:pt x="56387" y="132588"/>
                  </a:lnTo>
                  <a:lnTo>
                    <a:pt x="45243" y="132873"/>
                  </a:lnTo>
                  <a:lnTo>
                    <a:pt x="34670" y="133731"/>
                  </a:lnTo>
                  <a:lnTo>
                    <a:pt x="24669" y="135159"/>
                  </a:lnTo>
                  <a:lnTo>
                    <a:pt x="15239" y="137160"/>
                  </a:lnTo>
                  <a:lnTo>
                    <a:pt x="0" y="121920"/>
                  </a:lnTo>
                  <a:lnTo>
                    <a:pt x="156971" y="121920"/>
                  </a:lnTo>
                  <a:lnTo>
                    <a:pt x="156971" y="32004"/>
                  </a:lnTo>
                  <a:lnTo>
                    <a:pt x="96011" y="32004"/>
                  </a:lnTo>
                  <a:lnTo>
                    <a:pt x="77723" y="35052"/>
                  </a:lnTo>
                  <a:lnTo>
                    <a:pt x="64007" y="21336"/>
                  </a:lnTo>
                  <a:close/>
                </a:path>
              </a:pathLst>
            </a:custGeom>
            <a:ln w="1219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0" name="object 90"/>
            <p:cNvSpPr/>
            <p:nvPr/>
          </p:nvSpPr>
          <p:spPr>
            <a:xfrm>
              <a:off x="8365235" y="5559552"/>
              <a:ext cx="403860" cy="381000"/>
            </a:xfrm>
            <a:custGeom>
              <a:avLst/>
              <a:gdLst/>
              <a:ahLst/>
              <a:cxnLst/>
              <a:rect l="l" t="t" r="r" b="b"/>
              <a:pathLst>
                <a:path w="403859" h="381000">
                  <a:moveTo>
                    <a:pt x="15240" y="41148"/>
                  </a:moveTo>
                  <a:lnTo>
                    <a:pt x="0" y="25908"/>
                  </a:lnTo>
                  <a:lnTo>
                    <a:pt x="341376" y="25908"/>
                  </a:lnTo>
                  <a:lnTo>
                    <a:pt x="367284" y="0"/>
                  </a:lnTo>
                  <a:lnTo>
                    <a:pt x="403860" y="36576"/>
                  </a:lnTo>
                  <a:lnTo>
                    <a:pt x="56388" y="36576"/>
                  </a:lnTo>
                  <a:lnTo>
                    <a:pt x="45243" y="36861"/>
                  </a:lnTo>
                  <a:lnTo>
                    <a:pt x="34671" y="37719"/>
                  </a:lnTo>
                  <a:lnTo>
                    <a:pt x="24669" y="39147"/>
                  </a:lnTo>
                  <a:lnTo>
                    <a:pt x="15240" y="41148"/>
                  </a:lnTo>
                  <a:close/>
                </a:path>
                <a:path w="403859" h="381000">
                  <a:moveTo>
                    <a:pt x="319709" y="336804"/>
                  </a:moveTo>
                  <a:lnTo>
                    <a:pt x="274319" y="336804"/>
                  </a:lnTo>
                  <a:lnTo>
                    <a:pt x="285178" y="336208"/>
                  </a:lnTo>
                  <a:lnTo>
                    <a:pt x="292608" y="332041"/>
                  </a:lnTo>
                  <a:lnTo>
                    <a:pt x="296608" y="324159"/>
                  </a:lnTo>
                  <a:lnTo>
                    <a:pt x="297180" y="312420"/>
                  </a:lnTo>
                  <a:lnTo>
                    <a:pt x="297180" y="36576"/>
                  </a:lnTo>
                  <a:lnTo>
                    <a:pt x="321563" y="36576"/>
                  </a:lnTo>
                  <a:lnTo>
                    <a:pt x="321563" y="320040"/>
                  </a:lnTo>
                  <a:lnTo>
                    <a:pt x="319709" y="336804"/>
                  </a:lnTo>
                  <a:close/>
                </a:path>
                <a:path w="403859" h="381000">
                  <a:moveTo>
                    <a:pt x="219760" y="108204"/>
                  </a:moveTo>
                  <a:lnTo>
                    <a:pt x="185928" y="108204"/>
                  </a:lnTo>
                  <a:lnTo>
                    <a:pt x="196595" y="89916"/>
                  </a:lnTo>
                  <a:lnTo>
                    <a:pt x="219760" y="108204"/>
                  </a:lnTo>
                  <a:close/>
                </a:path>
                <a:path w="403859" h="381000">
                  <a:moveTo>
                    <a:pt x="62484" y="297180"/>
                  </a:moveTo>
                  <a:lnTo>
                    <a:pt x="62722" y="268081"/>
                  </a:lnTo>
                  <a:lnTo>
                    <a:pt x="63769" y="214455"/>
                  </a:lnTo>
                  <a:lnTo>
                    <a:pt x="63917" y="199644"/>
                  </a:lnTo>
                  <a:lnTo>
                    <a:pt x="63984" y="167354"/>
                  </a:lnTo>
                  <a:lnTo>
                    <a:pt x="63817" y="143637"/>
                  </a:lnTo>
                  <a:lnTo>
                    <a:pt x="63348" y="118872"/>
                  </a:lnTo>
                  <a:lnTo>
                    <a:pt x="62484" y="94488"/>
                  </a:lnTo>
                  <a:lnTo>
                    <a:pt x="89916" y="108204"/>
                  </a:lnTo>
                  <a:lnTo>
                    <a:pt x="219760" y="108204"/>
                  </a:lnTo>
                  <a:lnTo>
                    <a:pt x="225552" y="112776"/>
                  </a:lnTo>
                  <a:lnTo>
                    <a:pt x="218694" y="118872"/>
                  </a:lnTo>
                  <a:lnTo>
                    <a:pt x="88392" y="118872"/>
                  </a:lnTo>
                  <a:lnTo>
                    <a:pt x="88392" y="237744"/>
                  </a:lnTo>
                  <a:lnTo>
                    <a:pt x="212173" y="237744"/>
                  </a:lnTo>
                  <a:lnTo>
                    <a:pt x="212439" y="248412"/>
                  </a:lnTo>
                  <a:lnTo>
                    <a:pt x="88392" y="248412"/>
                  </a:lnTo>
                  <a:lnTo>
                    <a:pt x="88392" y="288036"/>
                  </a:lnTo>
                  <a:lnTo>
                    <a:pt x="62484" y="297180"/>
                  </a:lnTo>
                  <a:close/>
                </a:path>
                <a:path w="403859" h="381000">
                  <a:moveTo>
                    <a:pt x="212173" y="237744"/>
                  </a:moveTo>
                  <a:lnTo>
                    <a:pt x="187452" y="237744"/>
                  </a:lnTo>
                  <a:lnTo>
                    <a:pt x="187452" y="118872"/>
                  </a:lnTo>
                  <a:lnTo>
                    <a:pt x="218694" y="118872"/>
                  </a:lnTo>
                  <a:lnTo>
                    <a:pt x="211836" y="124968"/>
                  </a:lnTo>
                  <a:lnTo>
                    <a:pt x="211859" y="215098"/>
                  </a:lnTo>
                  <a:lnTo>
                    <a:pt x="212026" y="231838"/>
                  </a:lnTo>
                  <a:lnTo>
                    <a:pt x="212173" y="237744"/>
                  </a:lnTo>
                  <a:close/>
                </a:path>
                <a:path w="403859" h="381000">
                  <a:moveTo>
                    <a:pt x="187452" y="280415"/>
                  </a:moveTo>
                  <a:lnTo>
                    <a:pt x="187452" y="248412"/>
                  </a:lnTo>
                  <a:lnTo>
                    <a:pt x="212439" y="248412"/>
                  </a:lnTo>
                  <a:lnTo>
                    <a:pt x="212478" y="250007"/>
                  </a:lnTo>
                  <a:lnTo>
                    <a:pt x="213360" y="269748"/>
                  </a:lnTo>
                  <a:lnTo>
                    <a:pt x="187452" y="280415"/>
                  </a:lnTo>
                  <a:close/>
                </a:path>
                <a:path w="403859" h="381000">
                  <a:moveTo>
                    <a:pt x="283464" y="381000"/>
                  </a:moveTo>
                  <a:lnTo>
                    <a:pt x="278034" y="369022"/>
                  </a:lnTo>
                  <a:lnTo>
                    <a:pt x="266319" y="358330"/>
                  </a:lnTo>
                  <a:lnTo>
                    <a:pt x="248316" y="349067"/>
                  </a:lnTo>
                  <a:lnTo>
                    <a:pt x="224028" y="341376"/>
                  </a:lnTo>
                  <a:lnTo>
                    <a:pt x="224028" y="332232"/>
                  </a:lnTo>
                  <a:lnTo>
                    <a:pt x="236601" y="333589"/>
                  </a:lnTo>
                  <a:lnTo>
                    <a:pt x="249174" y="335089"/>
                  </a:lnTo>
                  <a:lnTo>
                    <a:pt x="261747" y="336303"/>
                  </a:lnTo>
                  <a:lnTo>
                    <a:pt x="274319" y="336804"/>
                  </a:lnTo>
                  <a:lnTo>
                    <a:pt x="319709" y="336804"/>
                  </a:lnTo>
                  <a:lnTo>
                    <a:pt x="319254" y="340923"/>
                  </a:lnTo>
                  <a:lnTo>
                    <a:pt x="312229" y="357949"/>
                  </a:lnTo>
                  <a:lnTo>
                    <a:pt x="300347" y="371260"/>
                  </a:lnTo>
                  <a:lnTo>
                    <a:pt x="283464" y="38100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1" name="object 91"/>
            <p:cNvSpPr/>
            <p:nvPr/>
          </p:nvSpPr>
          <p:spPr>
            <a:xfrm>
              <a:off x="8365235" y="5559552"/>
              <a:ext cx="403860" cy="381000"/>
            </a:xfrm>
            <a:custGeom>
              <a:avLst/>
              <a:gdLst/>
              <a:ahLst/>
              <a:cxnLst/>
              <a:rect l="l" t="t" r="r" b="b"/>
              <a:pathLst>
                <a:path w="403859" h="381000">
                  <a:moveTo>
                    <a:pt x="0" y="25907"/>
                  </a:moveTo>
                  <a:lnTo>
                    <a:pt x="341376" y="25907"/>
                  </a:lnTo>
                  <a:lnTo>
                    <a:pt x="367284" y="0"/>
                  </a:lnTo>
                  <a:lnTo>
                    <a:pt x="403860" y="36575"/>
                  </a:lnTo>
                  <a:lnTo>
                    <a:pt x="321563" y="36575"/>
                  </a:lnTo>
                  <a:lnTo>
                    <a:pt x="321563" y="320039"/>
                  </a:lnTo>
                  <a:lnTo>
                    <a:pt x="319254" y="340923"/>
                  </a:lnTo>
                  <a:lnTo>
                    <a:pt x="312229" y="357949"/>
                  </a:lnTo>
                  <a:lnTo>
                    <a:pt x="300347" y="371260"/>
                  </a:lnTo>
                  <a:lnTo>
                    <a:pt x="283464" y="380999"/>
                  </a:lnTo>
                  <a:lnTo>
                    <a:pt x="278034" y="369022"/>
                  </a:lnTo>
                  <a:lnTo>
                    <a:pt x="266319" y="358330"/>
                  </a:lnTo>
                  <a:lnTo>
                    <a:pt x="248316" y="349067"/>
                  </a:lnTo>
                  <a:lnTo>
                    <a:pt x="224028" y="341375"/>
                  </a:lnTo>
                  <a:lnTo>
                    <a:pt x="224028" y="332231"/>
                  </a:lnTo>
                  <a:lnTo>
                    <a:pt x="236601" y="333589"/>
                  </a:lnTo>
                  <a:lnTo>
                    <a:pt x="249174" y="335089"/>
                  </a:lnTo>
                  <a:lnTo>
                    <a:pt x="261747" y="336303"/>
                  </a:lnTo>
                  <a:lnTo>
                    <a:pt x="297180" y="312419"/>
                  </a:lnTo>
                  <a:lnTo>
                    <a:pt x="297180" y="36575"/>
                  </a:lnTo>
                  <a:lnTo>
                    <a:pt x="56387" y="36575"/>
                  </a:lnTo>
                  <a:lnTo>
                    <a:pt x="45243" y="36861"/>
                  </a:lnTo>
                  <a:lnTo>
                    <a:pt x="34671" y="37718"/>
                  </a:lnTo>
                  <a:lnTo>
                    <a:pt x="24669" y="39147"/>
                  </a:lnTo>
                  <a:lnTo>
                    <a:pt x="15240" y="41147"/>
                  </a:lnTo>
                  <a:lnTo>
                    <a:pt x="0" y="25907"/>
                  </a:lnTo>
                  <a:close/>
                </a:path>
              </a:pathLst>
            </a:custGeom>
            <a:ln w="1219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2" name="object 92"/>
            <p:cNvSpPr/>
            <p:nvPr/>
          </p:nvSpPr>
          <p:spPr>
            <a:xfrm>
              <a:off x="8427719" y="5649468"/>
              <a:ext cx="163195" cy="207645"/>
            </a:xfrm>
            <a:custGeom>
              <a:avLst/>
              <a:gdLst/>
              <a:ahLst/>
              <a:cxnLst/>
              <a:rect l="l" t="t" r="r" b="b"/>
              <a:pathLst>
                <a:path w="163195" h="207645">
                  <a:moveTo>
                    <a:pt x="0" y="207263"/>
                  </a:moveTo>
                  <a:lnTo>
                    <a:pt x="238" y="178165"/>
                  </a:lnTo>
                  <a:lnTo>
                    <a:pt x="762" y="150494"/>
                  </a:lnTo>
                  <a:lnTo>
                    <a:pt x="1285" y="124539"/>
                  </a:lnTo>
                  <a:lnTo>
                    <a:pt x="1524" y="100583"/>
                  </a:lnTo>
                  <a:lnTo>
                    <a:pt x="1500" y="77438"/>
                  </a:lnTo>
                  <a:lnTo>
                    <a:pt x="1333" y="53720"/>
                  </a:lnTo>
                  <a:lnTo>
                    <a:pt x="881" y="29432"/>
                  </a:lnTo>
                  <a:lnTo>
                    <a:pt x="0" y="4571"/>
                  </a:lnTo>
                  <a:lnTo>
                    <a:pt x="27432" y="18287"/>
                  </a:lnTo>
                  <a:lnTo>
                    <a:pt x="123444" y="18287"/>
                  </a:lnTo>
                  <a:lnTo>
                    <a:pt x="134112" y="0"/>
                  </a:lnTo>
                  <a:lnTo>
                    <a:pt x="163068" y="22859"/>
                  </a:lnTo>
                  <a:lnTo>
                    <a:pt x="149352" y="35051"/>
                  </a:lnTo>
                  <a:lnTo>
                    <a:pt x="149352" y="109727"/>
                  </a:lnTo>
                  <a:lnTo>
                    <a:pt x="149375" y="125182"/>
                  </a:lnTo>
                  <a:lnTo>
                    <a:pt x="149542" y="141922"/>
                  </a:lnTo>
                  <a:lnTo>
                    <a:pt x="149994" y="160091"/>
                  </a:lnTo>
                  <a:lnTo>
                    <a:pt x="150876" y="179831"/>
                  </a:lnTo>
                  <a:lnTo>
                    <a:pt x="124968" y="190499"/>
                  </a:lnTo>
                  <a:lnTo>
                    <a:pt x="124968" y="158495"/>
                  </a:lnTo>
                  <a:lnTo>
                    <a:pt x="25908" y="158495"/>
                  </a:lnTo>
                  <a:lnTo>
                    <a:pt x="25908" y="198119"/>
                  </a:lnTo>
                  <a:lnTo>
                    <a:pt x="0" y="207263"/>
                  </a:lnTo>
                  <a:close/>
                </a:path>
              </a:pathLst>
            </a:custGeom>
            <a:ln w="1219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3" name="object 93"/>
            <p:cNvSpPr/>
            <p:nvPr/>
          </p:nvSpPr>
          <p:spPr>
            <a:xfrm>
              <a:off x="8453627" y="5678423"/>
              <a:ext cx="99060" cy="119380"/>
            </a:xfrm>
            <a:custGeom>
              <a:avLst/>
              <a:gdLst/>
              <a:ahLst/>
              <a:cxnLst/>
              <a:rect l="l" t="t" r="r" b="b"/>
              <a:pathLst>
                <a:path w="99059" h="119379">
                  <a:moveTo>
                    <a:pt x="0" y="0"/>
                  </a:moveTo>
                  <a:lnTo>
                    <a:pt x="0" y="118872"/>
                  </a:lnTo>
                  <a:lnTo>
                    <a:pt x="99059" y="118872"/>
                  </a:lnTo>
                  <a:lnTo>
                    <a:pt x="99059" y="0"/>
                  </a:lnTo>
                  <a:lnTo>
                    <a:pt x="0" y="0"/>
                  </a:lnTo>
                  <a:close/>
                </a:path>
              </a:pathLst>
            </a:custGeom>
            <a:ln w="1219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94" name="object 94"/>
          <p:cNvGrpSpPr/>
          <p:nvPr/>
        </p:nvGrpSpPr>
        <p:grpSpPr>
          <a:xfrm>
            <a:off x="8820911" y="5532120"/>
            <a:ext cx="399415" cy="419100"/>
            <a:chOff x="8820911" y="5532120"/>
            <a:chExt cx="399415" cy="419100"/>
          </a:xfrm>
        </p:grpSpPr>
        <p:sp>
          <p:nvSpPr>
            <p:cNvPr id="95" name="object 95"/>
            <p:cNvSpPr/>
            <p:nvPr/>
          </p:nvSpPr>
          <p:spPr>
            <a:xfrm>
              <a:off x="8827007" y="5538216"/>
              <a:ext cx="387350" cy="407034"/>
            </a:xfrm>
            <a:custGeom>
              <a:avLst/>
              <a:gdLst/>
              <a:ahLst/>
              <a:cxnLst/>
              <a:rect l="l" t="t" r="r" b="b"/>
              <a:pathLst>
                <a:path w="387350" h="407035">
                  <a:moveTo>
                    <a:pt x="18288" y="138684"/>
                  </a:moveTo>
                  <a:lnTo>
                    <a:pt x="0" y="105156"/>
                  </a:lnTo>
                  <a:lnTo>
                    <a:pt x="9739" y="102870"/>
                  </a:lnTo>
                  <a:lnTo>
                    <a:pt x="20764" y="96012"/>
                  </a:lnTo>
                  <a:lnTo>
                    <a:pt x="47244" y="68580"/>
                  </a:lnTo>
                  <a:lnTo>
                    <a:pt x="72390" y="33147"/>
                  </a:lnTo>
                  <a:lnTo>
                    <a:pt x="88392" y="0"/>
                  </a:lnTo>
                  <a:lnTo>
                    <a:pt x="120396" y="27432"/>
                  </a:lnTo>
                  <a:lnTo>
                    <a:pt x="86320" y="47791"/>
                  </a:lnTo>
                  <a:lnTo>
                    <a:pt x="60007" y="75842"/>
                  </a:lnTo>
                  <a:lnTo>
                    <a:pt x="48006" y="88582"/>
                  </a:lnTo>
                  <a:lnTo>
                    <a:pt x="37147" y="99321"/>
                  </a:lnTo>
                  <a:lnTo>
                    <a:pt x="27432" y="108204"/>
                  </a:lnTo>
                  <a:lnTo>
                    <a:pt x="193357" y="108204"/>
                  </a:lnTo>
                  <a:lnTo>
                    <a:pt x="193452" y="111252"/>
                  </a:lnTo>
                  <a:lnTo>
                    <a:pt x="163068" y="111252"/>
                  </a:lnTo>
                  <a:lnTo>
                    <a:pt x="147042" y="113538"/>
                  </a:lnTo>
                  <a:lnTo>
                    <a:pt x="128587" y="115824"/>
                  </a:lnTo>
                  <a:lnTo>
                    <a:pt x="107561" y="118110"/>
                  </a:lnTo>
                  <a:lnTo>
                    <a:pt x="83820" y="120396"/>
                  </a:lnTo>
                  <a:lnTo>
                    <a:pt x="60721" y="123253"/>
                  </a:lnTo>
                  <a:lnTo>
                    <a:pt x="41910" y="127254"/>
                  </a:lnTo>
                  <a:lnTo>
                    <a:pt x="27670" y="132397"/>
                  </a:lnTo>
                  <a:lnTo>
                    <a:pt x="18288" y="138684"/>
                  </a:lnTo>
                  <a:close/>
                </a:path>
                <a:path w="387350" h="407035">
                  <a:moveTo>
                    <a:pt x="193357" y="108204"/>
                  </a:moveTo>
                  <a:lnTo>
                    <a:pt x="27432" y="108204"/>
                  </a:lnTo>
                  <a:lnTo>
                    <a:pt x="160020" y="105156"/>
                  </a:lnTo>
                  <a:lnTo>
                    <a:pt x="152280" y="91154"/>
                  </a:lnTo>
                  <a:lnTo>
                    <a:pt x="144970" y="78867"/>
                  </a:lnTo>
                  <a:lnTo>
                    <a:pt x="137945" y="68294"/>
                  </a:lnTo>
                  <a:lnTo>
                    <a:pt x="131064" y="59436"/>
                  </a:lnTo>
                  <a:lnTo>
                    <a:pt x="134112" y="54864"/>
                  </a:lnTo>
                  <a:lnTo>
                    <a:pt x="170973" y="78867"/>
                  </a:lnTo>
                  <a:lnTo>
                    <a:pt x="193333" y="107442"/>
                  </a:lnTo>
                  <a:lnTo>
                    <a:pt x="193357" y="108204"/>
                  </a:lnTo>
                  <a:close/>
                </a:path>
                <a:path w="387350" h="407035">
                  <a:moveTo>
                    <a:pt x="178308" y="140208"/>
                  </a:moveTo>
                  <a:lnTo>
                    <a:pt x="173736" y="140208"/>
                  </a:lnTo>
                  <a:lnTo>
                    <a:pt x="172212" y="138684"/>
                  </a:lnTo>
                  <a:lnTo>
                    <a:pt x="172212" y="134112"/>
                  </a:lnTo>
                  <a:lnTo>
                    <a:pt x="170688" y="128016"/>
                  </a:lnTo>
                  <a:lnTo>
                    <a:pt x="167640" y="121920"/>
                  </a:lnTo>
                  <a:lnTo>
                    <a:pt x="163068" y="111252"/>
                  </a:lnTo>
                  <a:lnTo>
                    <a:pt x="193452" y="111252"/>
                  </a:lnTo>
                  <a:lnTo>
                    <a:pt x="193548" y="123444"/>
                  </a:lnTo>
                  <a:lnTo>
                    <a:pt x="190500" y="129540"/>
                  </a:lnTo>
                  <a:lnTo>
                    <a:pt x="185928" y="134112"/>
                  </a:lnTo>
                  <a:lnTo>
                    <a:pt x="181356" y="137160"/>
                  </a:lnTo>
                  <a:lnTo>
                    <a:pt x="178308" y="140208"/>
                  </a:lnTo>
                  <a:close/>
                </a:path>
                <a:path w="387350" h="407035">
                  <a:moveTo>
                    <a:pt x="171602" y="164592"/>
                  </a:moveTo>
                  <a:lnTo>
                    <a:pt x="137160" y="164592"/>
                  </a:lnTo>
                  <a:lnTo>
                    <a:pt x="150876" y="146304"/>
                  </a:lnTo>
                  <a:lnTo>
                    <a:pt x="171602" y="164592"/>
                  </a:lnTo>
                  <a:close/>
                </a:path>
                <a:path w="387350" h="407035">
                  <a:moveTo>
                    <a:pt x="22860" y="406908"/>
                  </a:moveTo>
                  <a:lnTo>
                    <a:pt x="23741" y="384881"/>
                  </a:lnTo>
                  <a:lnTo>
                    <a:pt x="24193" y="355282"/>
                  </a:lnTo>
                  <a:lnTo>
                    <a:pt x="24307" y="217931"/>
                  </a:lnTo>
                  <a:lnTo>
                    <a:pt x="24193" y="193929"/>
                  </a:lnTo>
                  <a:lnTo>
                    <a:pt x="23741" y="167354"/>
                  </a:lnTo>
                  <a:lnTo>
                    <a:pt x="22860" y="149352"/>
                  </a:lnTo>
                  <a:lnTo>
                    <a:pt x="48768" y="164592"/>
                  </a:lnTo>
                  <a:lnTo>
                    <a:pt x="171602" y="164592"/>
                  </a:lnTo>
                  <a:lnTo>
                    <a:pt x="176784" y="169164"/>
                  </a:lnTo>
                  <a:lnTo>
                    <a:pt x="171640" y="173736"/>
                  </a:lnTo>
                  <a:lnTo>
                    <a:pt x="48768" y="173736"/>
                  </a:lnTo>
                  <a:lnTo>
                    <a:pt x="48768" y="217931"/>
                  </a:lnTo>
                  <a:lnTo>
                    <a:pt x="163068" y="217931"/>
                  </a:lnTo>
                  <a:lnTo>
                    <a:pt x="163068" y="228600"/>
                  </a:lnTo>
                  <a:lnTo>
                    <a:pt x="48768" y="228600"/>
                  </a:lnTo>
                  <a:lnTo>
                    <a:pt x="48768" y="278892"/>
                  </a:lnTo>
                  <a:lnTo>
                    <a:pt x="163068" y="278892"/>
                  </a:lnTo>
                  <a:lnTo>
                    <a:pt x="163068" y="289560"/>
                  </a:lnTo>
                  <a:lnTo>
                    <a:pt x="48768" y="289560"/>
                  </a:lnTo>
                  <a:lnTo>
                    <a:pt x="48768" y="393192"/>
                  </a:lnTo>
                  <a:lnTo>
                    <a:pt x="22860" y="406908"/>
                  </a:lnTo>
                  <a:close/>
                </a:path>
                <a:path w="387350" h="407035">
                  <a:moveTo>
                    <a:pt x="163068" y="217931"/>
                  </a:moveTo>
                  <a:lnTo>
                    <a:pt x="141732" y="217931"/>
                  </a:lnTo>
                  <a:lnTo>
                    <a:pt x="141732" y="173736"/>
                  </a:lnTo>
                  <a:lnTo>
                    <a:pt x="171640" y="173736"/>
                  </a:lnTo>
                  <a:lnTo>
                    <a:pt x="163068" y="181356"/>
                  </a:lnTo>
                  <a:lnTo>
                    <a:pt x="163068" y="217931"/>
                  </a:lnTo>
                  <a:close/>
                </a:path>
                <a:path w="387350" h="407035">
                  <a:moveTo>
                    <a:pt x="163068" y="278892"/>
                  </a:moveTo>
                  <a:lnTo>
                    <a:pt x="141732" y="278892"/>
                  </a:lnTo>
                  <a:lnTo>
                    <a:pt x="141732" y="228600"/>
                  </a:lnTo>
                  <a:lnTo>
                    <a:pt x="163068" y="228600"/>
                  </a:lnTo>
                  <a:lnTo>
                    <a:pt x="163068" y="278892"/>
                  </a:lnTo>
                  <a:close/>
                </a:path>
                <a:path w="387350" h="407035">
                  <a:moveTo>
                    <a:pt x="162713" y="368808"/>
                  </a:moveTo>
                  <a:lnTo>
                    <a:pt x="137160" y="368808"/>
                  </a:lnTo>
                  <a:lnTo>
                    <a:pt x="141732" y="362712"/>
                  </a:lnTo>
                  <a:lnTo>
                    <a:pt x="141732" y="289560"/>
                  </a:lnTo>
                  <a:lnTo>
                    <a:pt x="163068" y="289560"/>
                  </a:lnTo>
                  <a:lnTo>
                    <a:pt x="163068" y="358139"/>
                  </a:lnTo>
                  <a:lnTo>
                    <a:pt x="162713" y="368808"/>
                  </a:lnTo>
                  <a:close/>
                </a:path>
                <a:path w="387350" h="407035">
                  <a:moveTo>
                    <a:pt x="129540" y="406908"/>
                  </a:moveTo>
                  <a:lnTo>
                    <a:pt x="125825" y="396287"/>
                  </a:lnTo>
                  <a:lnTo>
                    <a:pt x="116966" y="387096"/>
                  </a:lnTo>
                  <a:lnTo>
                    <a:pt x="102965" y="379047"/>
                  </a:lnTo>
                  <a:lnTo>
                    <a:pt x="83820" y="371856"/>
                  </a:lnTo>
                  <a:lnTo>
                    <a:pt x="83820" y="365760"/>
                  </a:lnTo>
                  <a:lnTo>
                    <a:pt x="121539" y="368546"/>
                  </a:lnTo>
                  <a:lnTo>
                    <a:pt x="129540" y="368808"/>
                  </a:lnTo>
                  <a:lnTo>
                    <a:pt x="162713" y="368808"/>
                  </a:lnTo>
                  <a:lnTo>
                    <a:pt x="162544" y="373903"/>
                  </a:lnTo>
                  <a:lnTo>
                    <a:pt x="156590" y="387096"/>
                  </a:lnTo>
                  <a:lnTo>
                    <a:pt x="145494" y="398002"/>
                  </a:lnTo>
                  <a:lnTo>
                    <a:pt x="129540" y="406908"/>
                  </a:lnTo>
                  <a:close/>
                </a:path>
                <a:path w="387350" h="407035">
                  <a:moveTo>
                    <a:pt x="332232" y="182880"/>
                  </a:moveTo>
                  <a:lnTo>
                    <a:pt x="259080" y="182880"/>
                  </a:lnTo>
                  <a:lnTo>
                    <a:pt x="243078" y="181760"/>
                  </a:lnTo>
                  <a:lnTo>
                    <a:pt x="231648" y="176212"/>
                  </a:lnTo>
                  <a:lnTo>
                    <a:pt x="224790" y="166377"/>
                  </a:lnTo>
                  <a:lnTo>
                    <a:pt x="222504" y="152400"/>
                  </a:lnTo>
                  <a:lnTo>
                    <a:pt x="222427" y="84248"/>
                  </a:lnTo>
                  <a:lnTo>
                    <a:pt x="222313" y="55816"/>
                  </a:lnTo>
                  <a:lnTo>
                    <a:pt x="221861" y="27027"/>
                  </a:lnTo>
                  <a:lnTo>
                    <a:pt x="220980" y="10668"/>
                  </a:lnTo>
                  <a:lnTo>
                    <a:pt x="260604" y="28956"/>
                  </a:lnTo>
                  <a:lnTo>
                    <a:pt x="245364" y="42672"/>
                  </a:lnTo>
                  <a:lnTo>
                    <a:pt x="245364" y="103632"/>
                  </a:lnTo>
                  <a:lnTo>
                    <a:pt x="265978" y="103632"/>
                  </a:lnTo>
                  <a:lnTo>
                    <a:pt x="245364" y="111252"/>
                  </a:lnTo>
                  <a:lnTo>
                    <a:pt x="245364" y="144780"/>
                  </a:lnTo>
                  <a:lnTo>
                    <a:pt x="247054" y="153019"/>
                  </a:lnTo>
                  <a:lnTo>
                    <a:pt x="252031" y="159258"/>
                  </a:lnTo>
                  <a:lnTo>
                    <a:pt x="260151" y="163210"/>
                  </a:lnTo>
                  <a:lnTo>
                    <a:pt x="271272" y="164592"/>
                  </a:lnTo>
                  <a:lnTo>
                    <a:pt x="379127" y="164592"/>
                  </a:lnTo>
                  <a:lnTo>
                    <a:pt x="375094" y="170021"/>
                  </a:lnTo>
                  <a:lnTo>
                    <a:pt x="364236" y="177165"/>
                  </a:lnTo>
                  <a:lnTo>
                    <a:pt x="349948" y="181451"/>
                  </a:lnTo>
                  <a:lnTo>
                    <a:pt x="332232" y="182880"/>
                  </a:lnTo>
                  <a:close/>
                </a:path>
                <a:path w="387350" h="407035">
                  <a:moveTo>
                    <a:pt x="265978" y="103632"/>
                  </a:moveTo>
                  <a:lnTo>
                    <a:pt x="245364" y="103632"/>
                  </a:lnTo>
                  <a:lnTo>
                    <a:pt x="270176" y="89368"/>
                  </a:lnTo>
                  <a:lnTo>
                    <a:pt x="291846" y="74104"/>
                  </a:lnTo>
                  <a:lnTo>
                    <a:pt x="310086" y="57983"/>
                  </a:lnTo>
                  <a:lnTo>
                    <a:pt x="324612" y="41148"/>
                  </a:lnTo>
                  <a:lnTo>
                    <a:pt x="350520" y="70104"/>
                  </a:lnTo>
                  <a:lnTo>
                    <a:pt x="335280" y="71628"/>
                  </a:lnTo>
                  <a:lnTo>
                    <a:pt x="310729" y="84248"/>
                  </a:lnTo>
                  <a:lnTo>
                    <a:pt x="287464" y="94869"/>
                  </a:lnTo>
                  <a:lnTo>
                    <a:pt x="265978" y="103632"/>
                  </a:lnTo>
                  <a:close/>
                </a:path>
                <a:path w="387350" h="407035">
                  <a:moveTo>
                    <a:pt x="379127" y="164592"/>
                  </a:moveTo>
                  <a:lnTo>
                    <a:pt x="330708" y="164592"/>
                  </a:lnTo>
                  <a:lnTo>
                    <a:pt x="338066" y="162591"/>
                  </a:lnTo>
                  <a:lnTo>
                    <a:pt x="343852" y="158877"/>
                  </a:lnTo>
                  <a:lnTo>
                    <a:pt x="350520" y="102108"/>
                  </a:lnTo>
                  <a:lnTo>
                    <a:pt x="358140" y="102108"/>
                  </a:lnTo>
                  <a:lnTo>
                    <a:pt x="365593" y="146089"/>
                  </a:lnTo>
                  <a:lnTo>
                    <a:pt x="382524" y="160019"/>
                  </a:lnTo>
                  <a:lnTo>
                    <a:pt x="379127" y="164592"/>
                  </a:lnTo>
                  <a:close/>
                </a:path>
                <a:path w="387350" h="407035">
                  <a:moveTo>
                    <a:pt x="335280" y="393192"/>
                  </a:moveTo>
                  <a:lnTo>
                    <a:pt x="256032" y="393192"/>
                  </a:lnTo>
                  <a:lnTo>
                    <a:pt x="239791" y="391215"/>
                  </a:lnTo>
                  <a:lnTo>
                    <a:pt x="227838" y="385381"/>
                  </a:lnTo>
                  <a:lnTo>
                    <a:pt x="220456" y="375832"/>
                  </a:lnTo>
                  <a:lnTo>
                    <a:pt x="217932" y="362712"/>
                  </a:lnTo>
                  <a:lnTo>
                    <a:pt x="217700" y="303276"/>
                  </a:lnTo>
                  <a:lnTo>
                    <a:pt x="217197" y="257556"/>
                  </a:lnTo>
                  <a:lnTo>
                    <a:pt x="216574" y="217931"/>
                  </a:lnTo>
                  <a:lnTo>
                    <a:pt x="216408" y="205740"/>
                  </a:lnTo>
                  <a:lnTo>
                    <a:pt x="256032" y="225552"/>
                  </a:lnTo>
                  <a:lnTo>
                    <a:pt x="240792" y="237743"/>
                  </a:lnTo>
                  <a:lnTo>
                    <a:pt x="240792" y="292607"/>
                  </a:lnTo>
                  <a:lnTo>
                    <a:pt x="262723" y="292607"/>
                  </a:lnTo>
                  <a:lnTo>
                    <a:pt x="240792" y="303276"/>
                  </a:lnTo>
                  <a:lnTo>
                    <a:pt x="240792" y="345948"/>
                  </a:lnTo>
                  <a:lnTo>
                    <a:pt x="242268" y="357925"/>
                  </a:lnTo>
                  <a:lnTo>
                    <a:pt x="246888" y="366331"/>
                  </a:lnTo>
                  <a:lnTo>
                    <a:pt x="254936" y="371022"/>
                  </a:lnTo>
                  <a:lnTo>
                    <a:pt x="266699" y="371856"/>
                  </a:lnTo>
                  <a:lnTo>
                    <a:pt x="384600" y="371856"/>
                  </a:lnTo>
                  <a:lnTo>
                    <a:pt x="381142" y="378190"/>
                  </a:lnTo>
                  <a:lnTo>
                    <a:pt x="370332" y="385953"/>
                  </a:lnTo>
                  <a:lnTo>
                    <a:pt x="354949" y="390858"/>
                  </a:lnTo>
                  <a:lnTo>
                    <a:pt x="335280" y="393192"/>
                  </a:lnTo>
                  <a:close/>
                </a:path>
                <a:path w="387350" h="407035">
                  <a:moveTo>
                    <a:pt x="262723" y="292607"/>
                  </a:moveTo>
                  <a:lnTo>
                    <a:pt x="240792" y="292607"/>
                  </a:lnTo>
                  <a:lnTo>
                    <a:pt x="268771" y="275796"/>
                  </a:lnTo>
                  <a:lnTo>
                    <a:pt x="293179" y="257556"/>
                  </a:lnTo>
                  <a:lnTo>
                    <a:pt x="313872" y="238172"/>
                  </a:lnTo>
                  <a:lnTo>
                    <a:pt x="330708" y="217931"/>
                  </a:lnTo>
                  <a:lnTo>
                    <a:pt x="358140" y="251460"/>
                  </a:lnTo>
                  <a:lnTo>
                    <a:pt x="342900" y="251460"/>
                  </a:lnTo>
                  <a:lnTo>
                    <a:pt x="288417" y="279654"/>
                  </a:lnTo>
                  <a:lnTo>
                    <a:pt x="263604" y="292179"/>
                  </a:lnTo>
                  <a:lnTo>
                    <a:pt x="262723" y="292607"/>
                  </a:lnTo>
                  <a:close/>
                </a:path>
                <a:path w="387350" h="407035">
                  <a:moveTo>
                    <a:pt x="384600" y="371856"/>
                  </a:moveTo>
                  <a:lnTo>
                    <a:pt x="333756" y="371856"/>
                  </a:lnTo>
                  <a:lnTo>
                    <a:pt x="342018" y="370212"/>
                  </a:lnTo>
                  <a:lnTo>
                    <a:pt x="348424" y="365569"/>
                  </a:lnTo>
                  <a:lnTo>
                    <a:pt x="352829" y="358354"/>
                  </a:lnTo>
                  <a:lnTo>
                    <a:pt x="355092" y="348996"/>
                  </a:lnTo>
                  <a:lnTo>
                    <a:pt x="355115" y="337542"/>
                  </a:lnTo>
                  <a:lnTo>
                    <a:pt x="355282" y="325945"/>
                  </a:lnTo>
                  <a:lnTo>
                    <a:pt x="355734" y="314063"/>
                  </a:lnTo>
                  <a:lnTo>
                    <a:pt x="356616" y="301752"/>
                  </a:lnTo>
                  <a:lnTo>
                    <a:pt x="362712" y="301752"/>
                  </a:lnTo>
                  <a:lnTo>
                    <a:pt x="364093" y="315753"/>
                  </a:lnTo>
                  <a:lnTo>
                    <a:pt x="365760" y="328041"/>
                  </a:lnTo>
                  <a:lnTo>
                    <a:pt x="380809" y="364402"/>
                  </a:lnTo>
                  <a:lnTo>
                    <a:pt x="387096" y="367284"/>
                  </a:lnTo>
                  <a:lnTo>
                    <a:pt x="384600" y="371856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96" name="object 96"/>
            <p:cNvPicPr/>
            <p:nvPr/>
          </p:nvPicPr>
          <p:blipFill>
            <a:blip r:embed="rId15" cstate="print"/>
            <a:stretch>
              <a:fillRect/>
            </a:stretch>
          </p:blipFill>
          <p:spPr>
            <a:xfrm>
              <a:off x="8820911" y="5532120"/>
              <a:ext cx="205740" cy="152399"/>
            </a:xfrm>
            <a:prstGeom prst="rect">
              <a:avLst/>
            </a:prstGeom>
          </p:spPr>
        </p:pic>
        <p:sp>
          <p:nvSpPr>
            <p:cNvPr id="97" name="object 97"/>
            <p:cNvSpPr/>
            <p:nvPr/>
          </p:nvSpPr>
          <p:spPr>
            <a:xfrm>
              <a:off x="8849867" y="5684519"/>
              <a:ext cx="154305" cy="260985"/>
            </a:xfrm>
            <a:custGeom>
              <a:avLst/>
              <a:gdLst/>
              <a:ahLst/>
              <a:cxnLst/>
              <a:rect l="l" t="t" r="r" b="b"/>
              <a:pathLst>
                <a:path w="154304" h="260985">
                  <a:moveTo>
                    <a:pt x="0" y="260604"/>
                  </a:moveTo>
                  <a:lnTo>
                    <a:pt x="881" y="238577"/>
                  </a:lnTo>
                  <a:lnTo>
                    <a:pt x="1333" y="208978"/>
                  </a:lnTo>
                  <a:lnTo>
                    <a:pt x="1500" y="171664"/>
                  </a:lnTo>
                  <a:lnTo>
                    <a:pt x="1524" y="126492"/>
                  </a:lnTo>
                  <a:lnTo>
                    <a:pt x="1500" y="82772"/>
                  </a:lnTo>
                  <a:lnTo>
                    <a:pt x="1333" y="47625"/>
                  </a:lnTo>
                  <a:lnTo>
                    <a:pt x="881" y="21050"/>
                  </a:lnTo>
                  <a:lnTo>
                    <a:pt x="0" y="3048"/>
                  </a:lnTo>
                  <a:lnTo>
                    <a:pt x="25908" y="18288"/>
                  </a:lnTo>
                  <a:lnTo>
                    <a:pt x="114300" y="18288"/>
                  </a:lnTo>
                  <a:lnTo>
                    <a:pt x="128016" y="0"/>
                  </a:lnTo>
                  <a:lnTo>
                    <a:pt x="153924" y="22860"/>
                  </a:lnTo>
                  <a:lnTo>
                    <a:pt x="140208" y="35052"/>
                  </a:lnTo>
                  <a:lnTo>
                    <a:pt x="140208" y="211836"/>
                  </a:lnTo>
                  <a:lnTo>
                    <a:pt x="139684" y="227599"/>
                  </a:lnTo>
                  <a:lnTo>
                    <a:pt x="133731" y="240792"/>
                  </a:lnTo>
                  <a:lnTo>
                    <a:pt x="122634" y="251698"/>
                  </a:lnTo>
                  <a:lnTo>
                    <a:pt x="106679" y="260604"/>
                  </a:lnTo>
                  <a:lnTo>
                    <a:pt x="102965" y="249983"/>
                  </a:lnTo>
                  <a:lnTo>
                    <a:pt x="94107" y="240792"/>
                  </a:lnTo>
                  <a:lnTo>
                    <a:pt x="80105" y="232743"/>
                  </a:lnTo>
                  <a:lnTo>
                    <a:pt x="60960" y="225552"/>
                  </a:lnTo>
                  <a:lnTo>
                    <a:pt x="60960" y="219456"/>
                  </a:lnTo>
                  <a:lnTo>
                    <a:pt x="75819" y="220575"/>
                  </a:lnTo>
                  <a:lnTo>
                    <a:pt x="88391" y="221551"/>
                  </a:lnTo>
                  <a:lnTo>
                    <a:pt x="98679" y="222242"/>
                  </a:lnTo>
                  <a:lnTo>
                    <a:pt x="106679" y="222504"/>
                  </a:lnTo>
                  <a:lnTo>
                    <a:pt x="114300" y="222504"/>
                  </a:lnTo>
                  <a:lnTo>
                    <a:pt x="118872" y="216408"/>
                  </a:lnTo>
                  <a:lnTo>
                    <a:pt x="118872" y="204216"/>
                  </a:lnTo>
                  <a:lnTo>
                    <a:pt x="118872" y="143256"/>
                  </a:lnTo>
                  <a:lnTo>
                    <a:pt x="25908" y="143256"/>
                  </a:lnTo>
                  <a:lnTo>
                    <a:pt x="25908" y="246888"/>
                  </a:lnTo>
                  <a:lnTo>
                    <a:pt x="0" y="260604"/>
                  </a:lnTo>
                  <a:close/>
                </a:path>
              </a:pathLst>
            </a:custGeom>
            <a:ln w="1219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8" name="object 98"/>
            <p:cNvSpPr/>
            <p:nvPr/>
          </p:nvSpPr>
          <p:spPr>
            <a:xfrm>
              <a:off x="8875776" y="5711951"/>
              <a:ext cx="93345" cy="105410"/>
            </a:xfrm>
            <a:custGeom>
              <a:avLst/>
              <a:gdLst/>
              <a:ahLst/>
              <a:cxnLst/>
              <a:rect l="l" t="t" r="r" b="b"/>
              <a:pathLst>
                <a:path w="93345" h="105410">
                  <a:moveTo>
                    <a:pt x="0" y="0"/>
                  </a:moveTo>
                  <a:lnTo>
                    <a:pt x="0" y="44196"/>
                  </a:lnTo>
                  <a:lnTo>
                    <a:pt x="92963" y="44196"/>
                  </a:lnTo>
                  <a:lnTo>
                    <a:pt x="92963" y="0"/>
                  </a:lnTo>
                  <a:lnTo>
                    <a:pt x="0" y="0"/>
                  </a:lnTo>
                  <a:close/>
                </a:path>
                <a:path w="93345" h="105410">
                  <a:moveTo>
                    <a:pt x="0" y="54864"/>
                  </a:moveTo>
                  <a:lnTo>
                    <a:pt x="0" y="105155"/>
                  </a:lnTo>
                  <a:lnTo>
                    <a:pt x="92963" y="105155"/>
                  </a:lnTo>
                  <a:lnTo>
                    <a:pt x="92963" y="54864"/>
                  </a:lnTo>
                  <a:lnTo>
                    <a:pt x="0" y="54864"/>
                  </a:lnTo>
                  <a:close/>
                </a:path>
              </a:pathLst>
            </a:custGeom>
            <a:ln w="1219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99" name="object 99"/>
            <p:cNvPicPr/>
            <p:nvPr/>
          </p:nvPicPr>
          <p:blipFill>
            <a:blip r:embed="rId16" cstate="print"/>
            <a:stretch>
              <a:fillRect/>
            </a:stretch>
          </p:blipFill>
          <p:spPr>
            <a:xfrm>
              <a:off x="9037319" y="5542788"/>
              <a:ext cx="182880" cy="394716"/>
            </a:xfrm>
            <a:prstGeom prst="rect">
              <a:avLst/>
            </a:prstGeom>
          </p:spPr>
        </p:pic>
      </p:grpSp>
      <p:sp>
        <p:nvSpPr>
          <p:cNvPr id="100" name="object 100"/>
          <p:cNvSpPr/>
          <p:nvPr/>
        </p:nvSpPr>
        <p:spPr>
          <a:xfrm>
            <a:off x="9294876" y="5541264"/>
            <a:ext cx="355600" cy="401320"/>
          </a:xfrm>
          <a:custGeom>
            <a:avLst/>
            <a:gdLst/>
            <a:ahLst/>
            <a:cxnLst/>
            <a:rect l="l" t="t" r="r" b="b"/>
            <a:pathLst>
              <a:path w="355600" h="401320">
                <a:moveTo>
                  <a:pt x="53340" y="89916"/>
                </a:moveTo>
                <a:lnTo>
                  <a:pt x="42672" y="89916"/>
                </a:lnTo>
                <a:lnTo>
                  <a:pt x="50696" y="61936"/>
                </a:lnTo>
                <a:lnTo>
                  <a:pt x="56578" y="37528"/>
                </a:lnTo>
                <a:lnTo>
                  <a:pt x="60459" y="16835"/>
                </a:lnTo>
                <a:lnTo>
                  <a:pt x="62484" y="0"/>
                </a:lnTo>
                <a:lnTo>
                  <a:pt x="100584" y="19812"/>
                </a:lnTo>
                <a:lnTo>
                  <a:pt x="90844" y="27551"/>
                </a:lnTo>
                <a:lnTo>
                  <a:pt x="79819" y="41719"/>
                </a:lnTo>
                <a:lnTo>
                  <a:pt x="67365" y="62460"/>
                </a:lnTo>
                <a:lnTo>
                  <a:pt x="53340" y="89916"/>
                </a:lnTo>
                <a:close/>
              </a:path>
              <a:path w="355600" h="401320">
                <a:moveTo>
                  <a:pt x="147828" y="190500"/>
                </a:moveTo>
                <a:lnTo>
                  <a:pt x="141732" y="187452"/>
                </a:lnTo>
                <a:lnTo>
                  <a:pt x="158853" y="159972"/>
                </a:lnTo>
                <a:lnTo>
                  <a:pt x="173545" y="134493"/>
                </a:lnTo>
                <a:lnTo>
                  <a:pt x="195072" y="88392"/>
                </a:lnTo>
                <a:lnTo>
                  <a:pt x="211074" y="44958"/>
                </a:lnTo>
                <a:lnTo>
                  <a:pt x="222503" y="1524"/>
                </a:lnTo>
                <a:lnTo>
                  <a:pt x="260603" y="24384"/>
                </a:lnTo>
                <a:lnTo>
                  <a:pt x="252626" y="31480"/>
                </a:lnTo>
                <a:lnTo>
                  <a:pt x="242506" y="45720"/>
                </a:lnTo>
                <a:lnTo>
                  <a:pt x="230385" y="66817"/>
                </a:lnTo>
                <a:lnTo>
                  <a:pt x="216408" y="94488"/>
                </a:lnTo>
                <a:lnTo>
                  <a:pt x="347472" y="94488"/>
                </a:lnTo>
                <a:lnTo>
                  <a:pt x="355092" y="102108"/>
                </a:lnTo>
                <a:lnTo>
                  <a:pt x="351282" y="105156"/>
                </a:lnTo>
                <a:lnTo>
                  <a:pt x="213360" y="105156"/>
                </a:lnTo>
                <a:lnTo>
                  <a:pt x="197334" y="129420"/>
                </a:lnTo>
                <a:lnTo>
                  <a:pt x="181165" y="151828"/>
                </a:lnTo>
                <a:lnTo>
                  <a:pt x="164711" y="172235"/>
                </a:lnTo>
                <a:lnTo>
                  <a:pt x="147828" y="190500"/>
                </a:lnTo>
                <a:close/>
              </a:path>
              <a:path w="355600" h="401320">
                <a:moveTo>
                  <a:pt x="145288" y="89916"/>
                </a:moveTo>
                <a:lnTo>
                  <a:pt x="111252" y="89916"/>
                </a:lnTo>
                <a:lnTo>
                  <a:pt x="128016" y="71628"/>
                </a:lnTo>
                <a:lnTo>
                  <a:pt x="145288" y="89916"/>
                </a:lnTo>
                <a:close/>
              </a:path>
              <a:path w="355600" h="401320">
                <a:moveTo>
                  <a:pt x="0" y="397764"/>
                </a:moveTo>
                <a:lnTo>
                  <a:pt x="175" y="367379"/>
                </a:lnTo>
                <a:lnTo>
                  <a:pt x="299" y="351853"/>
                </a:lnTo>
                <a:lnTo>
                  <a:pt x="1285" y="274962"/>
                </a:lnTo>
                <a:lnTo>
                  <a:pt x="1360" y="262318"/>
                </a:lnTo>
                <a:lnTo>
                  <a:pt x="1478" y="227076"/>
                </a:lnTo>
                <a:lnTo>
                  <a:pt x="1285" y="194691"/>
                </a:lnTo>
                <a:lnTo>
                  <a:pt x="238" y="114681"/>
                </a:lnTo>
                <a:lnTo>
                  <a:pt x="0" y="74676"/>
                </a:lnTo>
                <a:lnTo>
                  <a:pt x="25908" y="89916"/>
                </a:lnTo>
                <a:lnTo>
                  <a:pt x="145288" y="89916"/>
                </a:lnTo>
                <a:lnTo>
                  <a:pt x="153924" y="99060"/>
                </a:lnTo>
                <a:lnTo>
                  <a:pt x="151828" y="100584"/>
                </a:lnTo>
                <a:lnTo>
                  <a:pt x="24384" y="100584"/>
                </a:lnTo>
                <a:lnTo>
                  <a:pt x="24384" y="211836"/>
                </a:lnTo>
                <a:lnTo>
                  <a:pt x="137205" y="211836"/>
                </a:lnTo>
                <a:lnTo>
                  <a:pt x="137220" y="222504"/>
                </a:lnTo>
                <a:lnTo>
                  <a:pt x="24384" y="222504"/>
                </a:lnTo>
                <a:lnTo>
                  <a:pt x="24384" y="342900"/>
                </a:lnTo>
                <a:lnTo>
                  <a:pt x="137907" y="342900"/>
                </a:lnTo>
                <a:lnTo>
                  <a:pt x="137940" y="345923"/>
                </a:lnTo>
                <a:lnTo>
                  <a:pt x="138126" y="353568"/>
                </a:lnTo>
                <a:lnTo>
                  <a:pt x="24384" y="353568"/>
                </a:lnTo>
                <a:lnTo>
                  <a:pt x="24384" y="384048"/>
                </a:lnTo>
                <a:lnTo>
                  <a:pt x="0" y="397764"/>
                </a:lnTo>
                <a:close/>
              </a:path>
              <a:path w="355600" h="401320">
                <a:moveTo>
                  <a:pt x="347472" y="94488"/>
                </a:moveTo>
                <a:lnTo>
                  <a:pt x="310896" y="94488"/>
                </a:lnTo>
                <a:lnTo>
                  <a:pt x="329184" y="76200"/>
                </a:lnTo>
                <a:lnTo>
                  <a:pt x="347472" y="94488"/>
                </a:lnTo>
                <a:close/>
              </a:path>
              <a:path w="355600" h="401320">
                <a:moveTo>
                  <a:pt x="137205" y="211836"/>
                </a:moveTo>
                <a:lnTo>
                  <a:pt x="114300" y="211836"/>
                </a:lnTo>
                <a:lnTo>
                  <a:pt x="114300" y="100584"/>
                </a:lnTo>
                <a:lnTo>
                  <a:pt x="151828" y="100584"/>
                </a:lnTo>
                <a:lnTo>
                  <a:pt x="137160" y="111252"/>
                </a:lnTo>
                <a:lnTo>
                  <a:pt x="137205" y="211836"/>
                </a:lnTo>
                <a:close/>
              </a:path>
              <a:path w="355600" h="401320">
                <a:moveTo>
                  <a:pt x="325882" y="359664"/>
                </a:moveTo>
                <a:lnTo>
                  <a:pt x="281940" y="359664"/>
                </a:lnTo>
                <a:lnTo>
                  <a:pt x="291107" y="357687"/>
                </a:lnTo>
                <a:lnTo>
                  <a:pt x="298132" y="351853"/>
                </a:lnTo>
                <a:lnTo>
                  <a:pt x="308375" y="303934"/>
                </a:lnTo>
                <a:lnTo>
                  <a:pt x="310134" y="258318"/>
                </a:lnTo>
                <a:lnTo>
                  <a:pt x="311932" y="190500"/>
                </a:lnTo>
                <a:lnTo>
                  <a:pt x="313944" y="105156"/>
                </a:lnTo>
                <a:lnTo>
                  <a:pt x="351282" y="105156"/>
                </a:lnTo>
                <a:lnTo>
                  <a:pt x="339852" y="114300"/>
                </a:lnTo>
                <a:lnTo>
                  <a:pt x="338798" y="185570"/>
                </a:lnTo>
                <a:lnTo>
                  <a:pt x="338707" y="190500"/>
                </a:lnTo>
                <a:lnTo>
                  <a:pt x="337291" y="248631"/>
                </a:lnTo>
                <a:lnTo>
                  <a:pt x="335462" y="294583"/>
                </a:lnTo>
                <a:lnTo>
                  <a:pt x="330708" y="344424"/>
                </a:lnTo>
                <a:lnTo>
                  <a:pt x="326993" y="356997"/>
                </a:lnTo>
                <a:lnTo>
                  <a:pt x="325882" y="359664"/>
                </a:lnTo>
                <a:close/>
              </a:path>
              <a:path w="355600" h="401320">
                <a:moveTo>
                  <a:pt x="231648" y="268224"/>
                </a:moveTo>
                <a:lnTo>
                  <a:pt x="228600" y="268224"/>
                </a:lnTo>
                <a:lnTo>
                  <a:pt x="225432" y="266771"/>
                </a:lnTo>
                <a:lnTo>
                  <a:pt x="222694" y="262318"/>
                </a:lnTo>
                <a:lnTo>
                  <a:pt x="220241" y="254722"/>
                </a:lnTo>
                <a:lnTo>
                  <a:pt x="217932" y="243840"/>
                </a:lnTo>
                <a:lnTo>
                  <a:pt x="213383" y="226718"/>
                </a:lnTo>
                <a:lnTo>
                  <a:pt x="206692" y="209740"/>
                </a:lnTo>
                <a:lnTo>
                  <a:pt x="198000" y="193047"/>
                </a:lnTo>
                <a:lnTo>
                  <a:pt x="187452" y="176784"/>
                </a:lnTo>
                <a:lnTo>
                  <a:pt x="190500" y="170688"/>
                </a:lnTo>
                <a:lnTo>
                  <a:pt x="223456" y="198310"/>
                </a:lnTo>
                <a:lnTo>
                  <a:pt x="246888" y="234696"/>
                </a:lnTo>
                <a:lnTo>
                  <a:pt x="246888" y="246888"/>
                </a:lnTo>
                <a:lnTo>
                  <a:pt x="243840" y="254508"/>
                </a:lnTo>
                <a:lnTo>
                  <a:pt x="239267" y="260603"/>
                </a:lnTo>
                <a:lnTo>
                  <a:pt x="231648" y="268224"/>
                </a:lnTo>
                <a:close/>
              </a:path>
              <a:path w="355600" h="401320">
                <a:moveTo>
                  <a:pt x="137907" y="342900"/>
                </a:moveTo>
                <a:lnTo>
                  <a:pt x="114300" y="342900"/>
                </a:lnTo>
                <a:lnTo>
                  <a:pt x="114300" y="222504"/>
                </a:lnTo>
                <a:lnTo>
                  <a:pt x="137220" y="222504"/>
                </a:lnTo>
                <a:lnTo>
                  <a:pt x="137333" y="268224"/>
                </a:lnTo>
                <a:lnTo>
                  <a:pt x="137490" y="304038"/>
                </a:lnTo>
                <a:lnTo>
                  <a:pt x="137907" y="342900"/>
                </a:lnTo>
                <a:close/>
              </a:path>
              <a:path w="355600" h="401320">
                <a:moveTo>
                  <a:pt x="277367" y="400812"/>
                </a:moveTo>
                <a:lnTo>
                  <a:pt x="270462" y="387953"/>
                </a:lnTo>
                <a:lnTo>
                  <a:pt x="258699" y="376809"/>
                </a:lnTo>
                <a:lnTo>
                  <a:pt x="241792" y="367379"/>
                </a:lnTo>
                <a:lnTo>
                  <a:pt x="219456" y="359664"/>
                </a:lnTo>
                <a:lnTo>
                  <a:pt x="219456" y="350520"/>
                </a:lnTo>
                <a:lnTo>
                  <a:pt x="239720" y="354520"/>
                </a:lnTo>
                <a:lnTo>
                  <a:pt x="256984" y="357378"/>
                </a:lnTo>
                <a:lnTo>
                  <a:pt x="271105" y="359092"/>
                </a:lnTo>
                <a:lnTo>
                  <a:pt x="281940" y="359664"/>
                </a:lnTo>
                <a:lnTo>
                  <a:pt x="325882" y="359664"/>
                </a:lnTo>
                <a:lnTo>
                  <a:pt x="322707" y="367284"/>
                </a:lnTo>
                <a:lnTo>
                  <a:pt x="289059" y="396216"/>
                </a:lnTo>
                <a:lnTo>
                  <a:pt x="277367" y="400812"/>
                </a:lnTo>
                <a:close/>
              </a:path>
              <a:path w="355600" h="401320">
                <a:moveTo>
                  <a:pt x="114300" y="390144"/>
                </a:moveTo>
                <a:lnTo>
                  <a:pt x="114300" y="353568"/>
                </a:lnTo>
                <a:lnTo>
                  <a:pt x="138126" y="353568"/>
                </a:lnTo>
                <a:lnTo>
                  <a:pt x="138684" y="376428"/>
                </a:lnTo>
                <a:lnTo>
                  <a:pt x="114300" y="39014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1" name="object 101"/>
          <p:cNvSpPr/>
          <p:nvPr/>
        </p:nvSpPr>
        <p:spPr>
          <a:xfrm>
            <a:off x="2125980" y="6009132"/>
            <a:ext cx="401320" cy="405765"/>
          </a:xfrm>
          <a:custGeom>
            <a:avLst/>
            <a:gdLst/>
            <a:ahLst/>
            <a:cxnLst/>
            <a:rect l="l" t="t" r="r" b="b"/>
            <a:pathLst>
              <a:path w="401319" h="405764">
                <a:moveTo>
                  <a:pt x="173736" y="117348"/>
                </a:moveTo>
                <a:lnTo>
                  <a:pt x="167639" y="114300"/>
                </a:lnTo>
                <a:lnTo>
                  <a:pt x="177665" y="102298"/>
                </a:lnTo>
                <a:lnTo>
                  <a:pt x="187261" y="89154"/>
                </a:lnTo>
                <a:lnTo>
                  <a:pt x="196572" y="74866"/>
                </a:lnTo>
                <a:lnTo>
                  <a:pt x="205739" y="59436"/>
                </a:lnTo>
                <a:lnTo>
                  <a:pt x="215193" y="43719"/>
                </a:lnTo>
                <a:lnTo>
                  <a:pt x="223075" y="28575"/>
                </a:lnTo>
                <a:lnTo>
                  <a:pt x="229528" y="14001"/>
                </a:lnTo>
                <a:lnTo>
                  <a:pt x="234696" y="0"/>
                </a:lnTo>
                <a:lnTo>
                  <a:pt x="266700" y="19812"/>
                </a:lnTo>
                <a:lnTo>
                  <a:pt x="258651" y="24407"/>
                </a:lnTo>
                <a:lnTo>
                  <a:pt x="250317" y="31432"/>
                </a:lnTo>
                <a:lnTo>
                  <a:pt x="241411" y="41028"/>
                </a:lnTo>
                <a:lnTo>
                  <a:pt x="231648" y="53340"/>
                </a:lnTo>
                <a:lnTo>
                  <a:pt x="333218" y="53340"/>
                </a:lnTo>
                <a:lnTo>
                  <a:pt x="342900" y="62484"/>
                </a:lnTo>
                <a:lnTo>
                  <a:pt x="339211" y="64008"/>
                </a:lnTo>
                <a:lnTo>
                  <a:pt x="227075" y="64008"/>
                </a:lnTo>
                <a:lnTo>
                  <a:pt x="214195" y="79248"/>
                </a:lnTo>
                <a:lnTo>
                  <a:pt x="200977" y="92964"/>
                </a:lnTo>
                <a:lnTo>
                  <a:pt x="187428" y="105584"/>
                </a:lnTo>
                <a:lnTo>
                  <a:pt x="173736" y="117348"/>
                </a:lnTo>
                <a:close/>
              </a:path>
              <a:path w="401319" h="405764">
                <a:moveTo>
                  <a:pt x="12192" y="59436"/>
                </a:moveTo>
                <a:lnTo>
                  <a:pt x="9144" y="51816"/>
                </a:lnTo>
                <a:lnTo>
                  <a:pt x="27193" y="48125"/>
                </a:lnTo>
                <a:lnTo>
                  <a:pt x="44958" y="44005"/>
                </a:lnTo>
                <a:lnTo>
                  <a:pt x="98202" y="29027"/>
                </a:lnTo>
                <a:lnTo>
                  <a:pt x="140208" y="6096"/>
                </a:lnTo>
                <a:lnTo>
                  <a:pt x="166116" y="35052"/>
                </a:lnTo>
                <a:lnTo>
                  <a:pt x="154686" y="35837"/>
                </a:lnTo>
                <a:lnTo>
                  <a:pt x="140970" y="37909"/>
                </a:lnTo>
                <a:lnTo>
                  <a:pt x="106680" y="44196"/>
                </a:lnTo>
                <a:lnTo>
                  <a:pt x="106680" y="48768"/>
                </a:lnTo>
                <a:lnTo>
                  <a:pt x="83820" y="48768"/>
                </a:lnTo>
                <a:lnTo>
                  <a:pt x="47434" y="53530"/>
                </a:lnTo>
                <a:lnTo>
                  <a:pt x="29598" y="56268"/>
                </a:lnTo>
                <a:lnTo>
                  <a:pt x="12192" y="59436"/>
                </a:lnTo>
                <a:close/>
              </a:path>
              <a:path w="401319" h="405764">
                <a:moveTo>
                  <a:pt x="333218" y="53340"/>
                </a:moveTo>
                <a:lnTo>
                  <a:pt x="300227" y="53340"/>
                </a:lnTo>
                <a:lnTo>
                  <a:pt x="315468" y="36576"/>
                </a:lnTo>
                <a:lnTo>
                  <a:pt x="333218" y="53340"/>
                </a:lnTo>
                <a:close/>
              </a:path>
              <a:path w="401319" h="405764">
                <a:moveTo>
                  <a:pt x="106680" y="126492"/>
                </a:moveTo>
                <a:lnTo>
                  <a:pt x="83820" y="126492"/>
                </a:lnTo>
                <a:lnTo>
                  <a:pt x="83820" y="48768"/>
                </a:lnTo>
                <a:lnTo>
                  <a:pt x="106680" y="48768"/>
                </a:lnTo>
                <a:lnTo>
                  <a:pt x="106680" y="126492"/>
                </a:lnTo>
                <a:close/>
              </a:path>
              <a:path w="401319" h="405764">
                <a:moveTo>
                  <a:pt x="278892" y="124968"/>
                </a:moveTo>
                <a:lnTo>
                  <a:pt x="268224" y="124968"/>
                </a:lnTo>
                <a:lnTo>
                  <a:pt x="301751" y="64008"/>
                </a:lnTo>
                <a:lnTo>
                  <a:pt x="339211" y="64008"/>
                </a:lnTo>
                <a:lnTo>
                  <a:pt x="336042" y="65317"/>
                </a:lnTo>
                <a:lnTo>
                  <a:pt x="329184" y="69151"/>
                </a:lnTo>
                <a:lnTo>
                  <a:pt x="300609" y="96964"/>
                </a:lnTo>
                <a:lnTo>
                  <a:pt x="290607" y="109466"/>
                </a:lnTo>
                <a:lnTo>
                  <a:pt x="278892" y="124968"/>
                </a:lnTo>
                <a:close/>
              </a:path>
              <a:path w="401319" h="405764">
                <a:moveTo>
                  <a:pt x="18288" y="141732"/>
                </a:moveTo>
                <a:lnTo>
                  <a:pt x="3048" y="126492"/>
                </a:lnTo>
                <a:lnTo>
                  <a:pt x="120396" y="126492"/>
                </a:lnTo>
                <a:lnTo>
                  <a:pt x="141732" y="105156"/>
                </a:lnTo>
                <a:lnTo>
                  <a:pt x="172212" y="137160"/>
                </a:lnTo>
                <a:lnTo>
                  <a:pt x="59436" y="137160"/>
                </a:lnTo>
                <a:lnTo>
                  <a:pt x="48934" y="137445"/>
                </a:lnTo>
                <a:lnTo>
                  <a:pt x="38290" y="138303"/>
                </a:lnTo>
                <a:lnTo>
                  <a:pt x="27932" y="139731"/>
                </a:lnTo>
                <a:lnTo>
                  <a:pt x="18288" y="141732"/>
                </a:lnTo>
                <a:close/>
              </a:path>
              <a:path w="401319" h="405764">
                <a:moveTo>
                  <a:pt x="188975" y="140208"/>
                </a:moveTo>
                <a:lnTo>
                  <a:pt x="173736" y="124968"/>
                </a:lnTo>
                <a:lnTo>
                  <a:pt x="342900" y="124968"/>
                </a:lnTo>
                <a:lnTo>
                  <a:pt x="355092" y="108204"/>
                </a:lnTo>
                <a:lnTo>
                  <a:pt x="384048" y="128016"/>
                </a:lnTo>
                <a:lnTo>
                  <a:pt x="375475" y="135636"/>
                </a:lnTo>
                <a:lnTo>
                  <a:pt x="230124" y="135636"/>
                </a:lnTo>
                <a:lnTo>
                  <a:pt x="218979" y="135921"/>
                </a:lnTo>
                <a:lnTo>
                  <a:pt x="208407" y="136779"/>
                </a:lnTo>
                <a:lnTo>
                  <a:pt x="198405" y="138207"/>
                </a:lnTo>
                <a:lnTo>
                  <a:pt x="188975" y="140208"/>
                </a:lnTo>
                <a:close/>
              </a:path>
              <a:path w="401319" h="405764">
                <a:moveTo>
                  <a:pt x="205739" y="192024"/>
                </a:moveTo>
                <a:lnTo>
                  <a:pt x="190500" y="176784"/>
                </a:lnTo>
                <a:lnTo>
                  <a:pt x="347472" y="176784"/>
                </a:lnTo>
                <a:lnTo>
                  <a:pt x="347472" y="135636"/>
                </a:lnTo>
                <a:lnTo>
                  <a:pt x="375475" y="135636"/>
                </a:lnTo>
                <a:lnTo>
                  <a:pt x="370331" y="140208"/>
                </a:lnTo>
                <a:lnTo>
                  <a:pt x="370392" y="187452"/>
                </a:lnTo>
                <a:lnTo>
                  <a:pt x="248412" y="187452"/>
                </a:lnTo>
                <a:lnTo>
                  <a:pt x="237243" y="187737"/>
                </a:lnTo>
                <a:lnTo>
                  <a:pt x="226504" y="188595"/>
                </a:lnTo>
                <a:lnTo>
                  <a:pt x="216050" y="190023"/>
                </a:lnTo>
                <a:lnTo>
                  <a:pt x="205739" y="192024"/>
                </a:lnTo>
                <a:close/>
              </a:path>
              <a:path w="401319" h="405764">
                <a:moveTo>
                  <a:pt x="4572" y="323088"/>
                </a:moveTo>
                <a:lnTo>
                  <a:pt x="0" y="320040"/>
                </a:lnTo>
                <a:lnTo>
                  <a:pt x="15439" y="296179"/>
                </a:lnTo>
                <a:lnTo>
                  <a:pt x="29337" y="272796"/>
                </a:lnTo>
                <a:lnTo>
                  <a:pt x="51816" y="225552"/>
                </a:lnTo>
                <a:lnTo>
                  <a:pt x="69913" y="180213"/>
                </a:lnTo>
                <a:lnTo>
                  <a:pt x="82296" y="137160"/>
                </a:lnTo>
                <a:lnTo>
                  <a:pt x="106680" y="137160"/>
                </a:lnTo>
                <a:lnTo>
                  <a:pt x="106680" y="172212"/>
                </a:lnTo>
                <a:lnTo>
                  <a:pt x="117776" y="177069"/>
                </a:lnTo>
                <a:lnTo>
                  <a:pt x="128016" y="182499"/>
                </a:lnTo>
                <a:lnTo>
                  <a:pt x="128593" y="182880"/>
                </a:lnTo>
                <a:lnTo>
                  <a:pt x="106680" y="182880"/>
                </a:lnTo>
                <a:lnTo>
                  <a:pt x="106745" y="204216"/>
                </a:lnTo>
                <a:lnTo>
                  <a:pt x="83820" y="204216"/>
                </a:lnTo>
                <a:lnTo>
                  <a:pt x="68437" y="237363"/>
                </a:lnTo>
                <a:lnTo>
                  <a:pt x="49911" y="268224"/>
                </a:lnTo>
                <a:lnTo>
                  <a:pt x="28527" y="296799"/>
                </a:lnTo>
                <a:lnTo>
                  <a:pt x="4572" y="323088"/>
                </a:lnTo>
                <a:close/>
              </a:path>
              <a:path w="401319" h="405764">
                <a:moveTo>
                  <a:pt x="150876" y="248411"/>
                </a:moveTo>
                <a:lnTo>
                  <a:pt x="144780" y="248411"/>
                </a:lnTo>
                <a:lnTo>
                  <a:pt x="141732" y="242316"/>
                </a:lnTo>
                <a:lnTo>
                  <a:pt x="131111" y="217598"/>
                </a:lnTo>
                <a:lnTo>
                  <a:pt x="124206" y="204978"/>
                </a:lnTo>
                <a:lnTo>
                  <a:pt x="116157" y="193500"/>
                </a:lnTo>
                <a:lnTo>
                  <a:pt x="106680" y="182880"/>
                </a:lnTo>
                <a:lnTo>
                  <a:pt x="128593" y="182880"/>
                </a:lnTo>
                <a:lnTo>
                  <a:pt x="160424" y="214360"/>
                </a:lnTo>
                <a:lnTo>
                  <a:pt x="161544" y="220980"/>
                </a:lnTo>
                <a:lnTo>
                  <a:pt x="161544" y="227076"/>
                </a:lnTo>
                <a:lnTo>
                  <a:pt x="160020" y="233172"/>
                </a:lnTo>
                <a:lnTo>
                  <a:pt x="153924" y="245364"/>
                </a:lnTo>
                <a:lnTo>
                  <a:pt x="150876" y="248411"/>
                </a:lnTo>
                <a:close/>
              </a:path>
              <a:path w="401319" h="405764">
                <a:moveTo>
                  <a:pt x="188975" y="243840"/>
                </a:moveTo>
                <a:lnTo>
                  <a:pt x="173736" y="227076"/>
                </a:lnTo>
                <a:lnTo>
                  <a:pt x="347472" y="227076"/>
                </a:lnTo>
                <a:lnTo>
                  <a:pt x="347472" y="187452"/>
                </a:lnTo>
                <a:lnTo>
                  <a:pt x="370392" y="187452"/>
                </a:lnTo>
                <a:lnTo>
                  <a:pt x="370500" y="208026"/>
                </a:lnTo>
                <a:lnTo>
                  <a:pt x="370564" y="214360"/>
                </a:lnTo>
                <a:lnTo>
                  <a:pt x="370974" y="235362"/>
                </a:lnTo>
                <a:lnTo>
                  <a:pt x="371118" y="237744"/>
                </a:lnTo>
                <a:lnTo>
                  <a:pt x="230124" y="237744"/>
                </a:lnTo>
                <a:lnTo>
                  <a:pt x="218979" y="238053"/>
                </a:lnTo>
                <a:lnTo>
                  <a:pt x="208407" y="239077"/>
                </a:lnTo>
                <a:lnTo>
                  <a:pt x="198405" y="240958"/>
                </a:lnTo>
                <a:lnTo>
                  <a:pt x="188975" y="243840"/>
                </a:lnTo>
                <a:close/>
              </a:path>
              <a:path w="401319" h="405764">
                <a:moveTo>
                  <a:pt x="82296" y="405384"/>
                </a:moveTo>
                <a:lnTo>
                  <a:pt x="83177" y="369022"/>
                </a:lnTo>
                <a:lnTo>
                  <a:pt x="83583" y="328231"/>
                </a:lnTo>
                <a:lnTo>
                  <a:pt x="83693" y="302514"/>
                </a:lnTo>
                <a:lnTo>
                  <a:pt x="83820" y="204216"/>
                </a:lnTo>
                <a:lnTo>
                  <a:pt x="106745" y="204216"/>
                </a:lnTo>
                <a:lnTo>
                  <a:pt x="106872" y="245364"/>
                </a:lnTo>
                <a:lnTo>
                  <a:pt x="106992" y="268866"/>
                </a:lnTo>
                <a:lnTo>
                  <a:pt x="107454" y="322064"/>
                </a:lnTo>
                <a:lnTo>
                  <a:pt x="107987" y="367284"/>
                </a:lnTo>
                <a:lnTo>
                  <a:pt x="108204" y="391668"/>
                </a:lnTo>
                <a:lnTo>
                  <a:pt x="82296" y="405384"/>
                </a:lnTo>
                <a:close/>
              </a:path>
              <a:path w="401319" h="405764">
                <a:moveTo>
                  <a:pt x="347472" y="260604"/>
                </a:moveTo>
                <a:lnTo>
                  <a:pt x="347472" y="237744"/>
                </a:lnTo>
                <a:lnTo>
                  <a:pt x="371118" y="237744"/>
                </a:lnTo>
                <a:lnTo>
                  <a:pt x="371856" y="249935"/>
                </a:lnTo>
                <a:lnTo>
                  <a:pt x="347472" y="260604"/>
                </a:lnTo>
                <a:close/>
              </a:path>
              <a:path w="401319" h="405764">
                <a:moveTo>
                  <a:pt x="280416" y="316992"/>
                </a:moveTo>
                <a:lnTo>
                  <a:pt x="275844" y="316992"/>
                </a:lnTo>
                <a:lnTo>
                  <a:pt x="272796" y="312420"/>
                </a:lnTo>
                <a:lnTo>
                  <a:pt x="271272" y="301752"/>
                </a:lnTo>
                <a:lnTo>
                  <a:pt x="266747" y="290893"/>
                </a:lnTo>
                <a:lnTo>
                  <a:pt x="260223" y="278892"/>
                </a:lnTo>
                <a:lnTo>
                  <a:pt x="251983" y="265747"/>
                </a:lnTo>
                <a:lnTo>
                  <a:pt x="242316" y="251459"/>
                </a:lnTo>
                <a:lnTo>
                  <a:pt x="246887" y="248411"/>
                </a:lnTo>
                <a:lnTo>
                  <a:pt x="283749" y="274986"/>
                </a:lnTo>
                <a:lnTo>
                  <a:pt x="292608" y="289559"/>
                </a:lnTo>
                <a:lnTo>
                  <a:pt x="292608" y="297180"/>
                </a:lnTo>
                <a:lnTo>
                  <a:pt x="291084" y="301752"/>
                </a:lnTo>
                <a:lnTo>
                  <a:pt x="286512" y="307847"/>
                </a:lnTo>
                <a:lnTo>
                  <a:pt x="283463" y="313944"/>
                </a:lnTo>
                <a:lnTo>
                  <a:pt x="280416" y="316992"/>
                </a:lnTo>
                <a:close/>
              </a:path>
              <a:path w="401319" h="405764">
                <a:moveTo>
                  <a:pt x="326993" y="385857"/>
                </a:moveTo>
                <a:lnTo>
                  <a:pt x="312420" y="385572"/>
                </a:lnTo>
                <a:lnTo>
                  <a:pt x="237744" y="385572"/>
                </a:lnTo>
                <a:lnTo>
                  <a:pt x="224623" y="382976"/>
                </a:lnTo>
                <a:lnTo>
                  <a:pt x="215074" y="377380"/>
                </a:lnTo>
                <a:lnTo>
                  <a:pt x="209240" y="368641"/>
                </a:lnTo>
                <a:lnTo>
                  <a:pt x="207263" y="356616"/>
                </a:lnTo>
                <a:lnTo>
                  <a:pt x="207253" y="347472"/>
                </a:lnTo>
                <a:lnTo>
                  <a:pt x="207129" y="322064"/>
                </a:lnTo>
                <a:lnTo>
                  <a:pt x="207006" y="312420"/>
                </a:lnTo>
                <a:lnTo>
                  <a:pt x="206649" y="297180"/>
                </a:lnTo>
                <a:lnTo>
                  <a:pt x="206534" y="294132"/>
                </a:lnTo>
                <a:lnTo>
                  <a:pt x="205739" y="277368"/>
                </a:lnTo>
                <a:lnTo>
                  <a:pt x="242316" y="294132"/>
                </a:lnTo>
                <a:lnTo>
                  <a:pt x="230124" y="304799"/>
                </a:lnTo>
                <a:lnTo>
                  <a:pt x="230124" y="345948"/>
                </a:lnTo>
                <a:lnTo>
                  <a:pt x="231814" y="355711"/>
                </a:lnTo>
                <a:lnTo>
                  <a:pt x="236791" y="362331"/>
                </a:lnTo>
                <a:lnTo>
                  <a:pt x="244911" y="366093"/>
                </a:lnTo>
                <a:lnTo>
                  <a:pt x="256032" y="367284"/>
                </a:lnTo>
                <a:lnTo>
                  <a:pt x="351226" y="367284"/>
                </a:lnTo>
                <a:lnTo>
                  <a:pt x="347567" y="374427"/>
                </a:lnTo>
                <a:lnTo>
                  <a:pt x="338709" y="382143"/>
                </a:lnTo>
                <a:lnTo>
                  <a:pt x="326993" y="385857"/>
                </a:lnTo>
                <a:close/>
              </a:path>
              <a:path w="401319" h="405764">
                <a:moveTo>
                  <a:pt x="388620" y="367284"/>
                </a:moveTo>
                <a:lnTo>
                  <a:pt x="385572" y="367284"/>
                </a:lnTo>
                <a:lnTo>
                  <a:pt x="382524" y="364236"/>
                </a:lnTo>
                <a:lnTo>
                  <a:pt x="379476" y="358140"/>
                </a:lnTo>
                <a:lnTo>
                  <a:pt x="377142" y="351282"/>
                </a:lnTo>
                <a:lnTo>
                  <a:pt x="374523" y="344424"/>
                </a:lnTo>
                <a:lnTo>
                  <a:pt x="371332" y="337566"/>
                </a:lnTo>
                <a:lnTo>
                  <a:pt x="367283" y="330708"/>
                </a:lnTo>
                <a:lnTo>
                  <a:pt x="363141" y="323088"/>
                </a:lnTo>
                <a:lnTo>
                  <a:pt x="357949" y="314706"/>
                </a:lnTo>
                <a:lnTo>
                  <a:pt x="351210" y="304990"/>
                </a:lnTo>
                <a:lnTo>
                  <a:pt x="342900" y="294132"/>
                </a:lnTo>
                <a:lnTo>
                  <a:pt x="347472" y="289559"/>
                </a:lnTo>
                <a:lnTo>
                  <a:pt x="385596" y="315491"/>
                </a:lnTo>
                <a:lnTo>
                  <a:pt x="400812" y="339852"/>
                </a:lnTo>
                <a:lnTo>
                  <a:pt x="400811" y="344424"/>
                </a:lnTo>
                <a:lnTo>
                  <a:pt x="399288" y="350520"/>
                </a:lnTo>
                <a:lnTo>
                  <a:pt x="394716" y="356616"/>
                </a:lnTo>
                <a:lnTo>
                  <a:pt x="391668" y="362712"/>
                </a:lnTo>
                <a:lnTo>
                  <a:pt x="388620" y="367284"/>
                </a:lnTo>
                <a:close/>
              </a:path>
              <a:path w="401319" h="405764">
                <a:moveTo>
                  <a:pt x="167639" y="364236"/>
                </a:moveTo>
                <a:lnTo>
                  <a:pt x="135636" y="364236"/>
                </a:lnTo>
                <a:lnTo>
                  <a:pt x="135636" y="356616"/>
                </a:lnTo>
                <a:lnTo>
                  <a:pt x="138684" y="350520"/>
                </a:lnTo>
                <a:lnTo>
                  <a:pt x="144780" y="344424"/>
                </a:lnTo>
                <a:lnTo>
                  <a:pt x="151365" y="336113"/>
                </a:lnTo>
                <a:lnTo>
                  <a:pt x="157353" y="324993"/>
                </a:lnTo>
                <a:lnTo>
                  <a:pt x="162782" y="310991"/>
                </a:lnTo>
                <a:lnTo>
                  <a:pt x="167639" y="294132"/>
                </a:lnTo>
                <a:lnTo>
                  <a:pt x="175260" y="294132"/>
                </a:lnTo>
                <a:lnTo>
                  <a:pt x="175755" y="307847"/>
                </a:lnTo>
                <a:lnTo>
                  <a:pt x="175641" y="325945"/>
                </a:lnTo>
                <a:lnTo>
                  <a:pt x="174831" y="338066"/>
                </a:lnTo>
                <a:lnTo>
                  <a:pt x="173736" y="347472"/>
                </a:lnTo>
                <a:lnTo>
                  <a:pt x="170687" y="358140"/>
                </a:lnTo>
                <a:lnTo>
                  <a:pt x="167639" y="364236"/>
                </a:lnTo>
                <a:close/>
              </a:path>
              <a:path w="401319" h="405764">
                <a:moveTo>
                  <a:pt x="351226" y="367284"/>
                </a:moveTo>
                <a:lnTo>
                  <a:pt x="304800" y="367284"/>
                </a:lnTo>
                <a:lnTo>
                  <a:pt x="311943" y="364140"/>
                </a:lnTo>
                <a:lnTo>
                  <a:pt x="317373" y="359283"/>
                </a:lnTo>
                <a:lnTo>
                  <a:pt x="326888" y="313944"/>
                </a:lnTo>
                <a:lnTo>
                  <a:pt x="327660" y="306323"/>
                </a:lnTo>
                <a:lnTo>
                  <a:pt x="335280" y="306323"/>
                </a:lnTo>
                <a:lnTo>
                  <a:pt x="335406" y="323278"/>
                </a:lnTo>
                <a:lnTo>
                  <a:pt x="335527" y="328231"/>
                </a:lnTo>
                <a:lnTo>
                  <a:pt x="353568" y="362712"/>
                </a:lnTo>
                <a:lnTo>
                  <a:pt x="351226" y="367284"/>
                </a:lnTo>
                <a:close/>
              </a:path>
              <a:path w="401319" h="405764">
                <a:moveTo>
                  <a:pt x="152400" y="367284"/>
                </a:moveTo>
                <a:lnTo>
                  <a:pt x="144780" y="367284"/>
                </a:lnTo>
                <a:lnTo>
                  <a:pt x="140208" y="365760"/>
                </a:lnTo>
                <a:lnTo>
                  <a:pt x="138684" y="364236"/>
                </a:lnTo>
                <a:lnTo>
                  <a:pt x="161544" y="364236"/>
                </a:lnTo>
                <a:lnTo>
                  <a:pt x="152400" y="36728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2" name="object 102"/>
          <p:cNvSpPr/>
          <p:nvPr/>
        </p:nvSpPr>
        <p:spPr>
          <a:xfrm>
            <a:off x="2578607" y="6007608"/>
            <a:ext cx="388620" cy="405765"/>
          </a:xfrm>
          <a:custGeom>
            <a:avLst/>
            <a:gdLst/>
            <a:ahLst/>
            <a:cxnLst/>
            <a:rect l="l" t="t" r="r" b="b"/>
            <a:pathLst>
              <a:path w="388619" h="405764">
                <a:moveTo>
                  <a:pt x="199644" y="70103"/>
                </a:moveTo>
                <a:lnTo>
                  <a:pt x="193548" y="70103"/>
                </a:lnTo>
                <a:lnTo>
                  <a:pt x="190500" y="65531"/>
                </a:lnTo>
                <a:lnTo>
                  <a:pt x="190500" y="54863"/>
                </a:lnTo>
                <a:lnTo>
                  <a:pt x="186189" y="43124"/>
                </a:lnTo>
                <a:lnTo>
                  <a:pt x="180022" y="30670"/>
                </a:lnTo>
                <a:lnTo>
                  <a:pt x="171854" y="17359"/>
                </a:lnTo>
                <a:lnTo>
                  <a:pt x="161544" y="3048"/>
                </a:lnTo>
                <a:lnTo>
                  <a:pt x="166116" y="0"/>
                </a:lnTo>
                <a:lnTo>
                  <a:pt x="201263" y="20788"/>
                </a:lnTo>
                <a:lnTo>
                  <a:pt x="216408" y="38100"/>
                </a:lnTo>
                <a:lnTo>
                  <a:pt x="216408" y="50291"/>
                </a:lnTo>
                <a:lnTo>
                  <a:pt x="213360" y="56387"/>
                </a:lnTo>
                <a:lnTo>
                  <a:pt x="208788" y="62483"/>
                </a:lnTo>
                <a:lnTo>
                  <a:pt x="202692" y="68579"/>
                </a:lnTo>
                <a:lnTo>
                  <a:pt x="199644" y="70103"/>
                </a:lnTo>
                <a:close/>
              </a:path>
              <a:path w="388619" h="405764">
                <a:moveTo>
                  <a:pt x="36576" y="138683"/>
                </a:moveTo>
                <a:lnTo>
                  <a:pt x="28956" y="138683"/>
                </a:lnTo>
                <a:lnTo>
                  <a:pt x="24384" y="137159"/>
                </a:lnTo>
                <a:lnTo>
                  <a:pt x="19812" y="134111"/>
                </a:lnTo>
                <a:lnTo>
                  <a:pt x="16764" y="131063"/>
                </a:lnTo>
                <a:lnTo>
                  <a:pt x="13716" y="129539"/>
                </a:lnTo>
                <a:lnTo>
                  <a:pt x="13716" y="123443"/>
                </a:lnTo>
                <a:lnTo>
                  <a:pt x="18288" y="117347"/>
                </a:lnTo>
                <a:lnTo>
                  <a:pt x="27432" y="109727"/>
                </a:lnTo>
                <a:lnTo>
                  <a:pt x="35742" y="100274"/>
                </a:lnTo>
                <a:lnTo>
                  <a:pt x="42481" y="87820"/>
                </a:lnTo>
                <a:lnTo>
                  <a:pt x="47791" y="72223"/>
                </a:lnTo>
                <a:lnTo>
                  <a:pt x="51816" y="53339"/>
                </a:lnTo>
                <a:lnTo>
                  <a:pt x="59436" y="53339"/>
                </a:lnTo>
                <a:lnTo>
                  <a:pt x="59436" y="76200"/>
                </a:lnTo>
                <a:lnTo>
                  <a:pt x="368410" y="76200"/>
                </a:lnTo>
                <a:lnTo>
                  <a:pt x="377223" y="86867"/>
                </a:lnTo>
                <a:lnTo>
                  <a:pt x="59436" y="86867"/>
                </a:lnTo>
                <a:lnTo>
                  <a:pt x="59721" y="104298"/>
                </a:lnTo>
                <a:lnTo>
                  <a:pt x="58293" y="117728"/>
                </a:lnTo>
                <a:lnTo>
                  <a:pt x="55149" y="127158"/>
                </a:lnTo>
                <a:lnTo>
                  <a:pt x="50292" y="132587"/>
                </a:lnTo>
                <a:lnTo>
                  <a:pt x="42672" y="137159"/>
                </a:lnTo>
                <a:lnTo>
                  <a:pt x="36576" y="138683"/>
                </a:lnTo>
                <a:close/>
              </a:path>
              <a:path w="388619" h="405764">
                <a:moveTo>
                  <a:pt x="368410" y="76200"/>
                </a:moveTo>
                <a:lnTo>
                  <a:pt x="332232" y="76200"/>
                </a:lnTo>
                <a:lnTo>
                  <a:pt x="352044" y="56387"/>
                </a:lnTo>
                <a:lnTo>
                  <a:pt x="368410" y="76200"/>
                </a:lnTo>
                <a:close/>
              </a:path>
              <a:path w="388619" h="405764">
                <a:moveTo>
                  <a:pt x="318516" y="134111"/>
                </a:moveTo>
                <a:lnTo>
                  <a:pt x="313944" y="129539"/>
                </a:lnTo>
                <a:lnTo>
                  <a:pt x="335280" y="86867"/>
                </a:lnTo>
                <a:lnTo>
                  <a:pt x="377223" y="86867"/>
                </a:lnTo>
                <a:lnTo>
                  <a:pt x="381000" y="91439"/>
                </a:lnTo>
                <a:lnTo>
                  <a:pt x="367807" y="94035"/>
                </a:lnTo>
                <a:lnTo>
                  <a:pt x="353187" y="101917"/>
                </a:lnTo>
                <a:lnTo>
                  <a:pt x="336851" y="115228"/>
                </a:lnTo>
                <a:lnTo>
                  <a:pt x="318516" y="134111"/>
                </a:lnTo>
                <a:close/>
              </a:path>
              <a:path w="388619" h="405764">
                <a:moveTo>
                  <a:pt x="44196" y="175259"/>
                </a:moveTo>
                <a:lnTo>
                  <a:pt x="27432" y="160019"/>
                </a:lnTo>
                <a:lnTo>
                  <a:pt x="298704" y="160019"/>
                </a:lnTo>
                <a:lnTo>
                  <a:pt x="323088" y="135635"/>
                </a:lnTo>
                <a:lnTo>
                  <a:pt x="358140" y="170687"/>
                </a:lnTo>
                <a:lnTo>
                  <a:pt x="85344" y="170687"/>
                </a:lnTo>
                <a:lnTo>
                  <a:pt x="74199" y="170973"/>
                </a:lnTo>
                <a:lnTo>
                  <a:pt x="63627" y="171830"/>
                </a:lnTo>
                <a:lnTo>
                  <a:pt x="53625" y="173259"/>
                </a:lnTo>
                <a:lnTo>
                  <a:pt x="44196" y="175259"/>
                </a:lnTo>
                <a:close/>
              </a:path>
              <a:path w="388619" h="405764">
                <a:moveTo>
                  <a:pt x="207264" y="348996"/>
                </a:moveTo>
                <a:lnTo>
                  <a:pt x="182880" y="348996"/>
                </a:lnTo>
                <a:lnTo>
                  <a:pt x="182880" y="170687"/>
                </a:lnTo>
                <a:lnTo>
                  <a:pt x="207264" y="170687"/>
                </a:lnTo>
                <a:lnTo>
                  <a:pt x="207264" y="254507"/>
                </a:lnTo>
                <a:lnTo>
                  <a:pt x="330200" y="254507"/>
                </a:lnTo>
                <a:lnTo>
                  <a:pt x="341376" y="265175"/>
                </a:lnTo>
                <a:lnTo>
                  <a:pt x="207264" y="265175"/>
                </a:lnTo>
                <a:lnTo>
                  <a:pt x="207264" y="348996"/>
                </a:lnTo>
                <a:close/>
              </a:path>
              <a:path w="388619" h="405764">
                <a:moveTo>
                  <a:pt x="3048" y="405384"/>
                </a:moveTo>
                <a:lnTo>
                  <a:pt x="0" y="399287"/>
                </a:lnTo>
                <a:lnTo>
                  <a:pt x="16002" y="383285"/>
                </a:lnTo>
                <a:lnTo>
                  <a:pt x="29718" y="367284"/>
                </a:lnTo>
                <a:lnTo>
                  <a:pt x="58602" y="319039"/>
                </a:lnTo>
                <a:lnTo>
                  <a:pt x="74676" y="269747"/>
                </a:lnTo>
                <a:lnTo>
                  <a:pt x="80891" y="221099"/>
                </a:lnTo>
                <a:lnTo>
                  <a:pt x="82296" y="204215"/>
                </a:lnTo>
                <a:lnTo>
                  <a:pt x="123444" y="225551"/>
                </a:lnTo>
                <a:lnTo>
                  <a:pt x="109728" y="237743"/>
                </a:lnTo>
                <a:lnTo>
                  <a:pt x="106560" y="248864"/>
                </a:lnTo>
                <a:lnTo>
                  <a:pt x="103822" y="259270"/>
                </a:lnTo>
                <a:lnTo>
                  <a:pt x="101369" y="268819"/>
                </a:lnTo>
                <a:lnTo>
                  <a:pt x="99060" y="277367"/>
                </a:lnTo>
                <a:lnTo>
                  <a:pt x="106557" y="288035"/>
                </a:lnTo>
                <a:lnTo>
                  <a:pt x="96012" y="288035"/>
                </a:lnTo>
                <a:lnTo>
                  <a:pt x="87963" y="307490"/>
                </a:lnTo>
                <a:lnTo>
                  <a:pt x="60960" y="353568"/>
                </a:lnTo>
                <a:lnTo>
                  <a:pt x="21312" y="391929"/>
                </a:lnTo>
                <a:lnTo>
                  <a:pt x="3048" y="405384"/>
                </a:lnTo>
                <a:close/>
              </a:path>
              <a:path w="388619" h="405764">
                <a:moveTo>
                  <a:pt x="330200" y="254507"/>
                </a:moveTo>
                <a:lnTo>
                  <a:pt x="284988" y="254507"/>
                </a:lnTo>
                <a:lnTo>
                  <a:pt x="307847" y="233171"/>
                </a:lnTo>
                <a:lnTo>
                  <a:pt x="330200" y="254507"/>
                </a:lnTo>
                <a:close/>
              </a:path>
              <a:path w="388619" h="405764">
                <a:moveTo>
                  <a:pt x="352044" y="394716"/>
                </a:moveTo>
                <a:lnTo>
                  <a:pt x="309419" y="393239"/>
                </a:lnTo>
                <a:lnTo>
                  <a:pt x="241887" y="387429"/>
                </a:lnTo>
                <a:lnTo>
                  <a:pt x="195572" y="377094"/>
                </a:lnTo>
                <a:lnTo>
                  <a:pt x="159615" y="361092"/>
                </a:lnTo>
                <a:lnTo>
                  <a:pt x="119824" y="322707"/>
                </a:lnTo>
                <a:lnTo>
                  <a:pt x="96012" y="288035"/>
                </a:lnTo>
                <a:lnTo>
                  <a:pt x="106557" y="288035"/>
                </a:lnTo>
                <a:lnTo>
                  <a:pt x="108465" y="290750"/>
                </a:lnTo>
                <a:lnTo>
                  <a:pt x="118300" y="303275"/>
                </a:lnTo>
                <a:lnTo>
                  <a:pt x="150090" y="332279"/>
                </a:lnTo>
                <a:lnTo>
                  <a:pt x="182880" y="348996"/>
                </a:lnTo>
                <a:lnTo>
                  <a:pt x="207264" y="348996"/>
                </a:lnTo>
                <a:lnTo>
                  <a:pt x="207264" y="356616"/>
                </a:lnTo>
                <a:lnTo>
                  <a:pt x="231267" y="359735"/>
                </a:lnTo>
                <a:lnTo>
                  <a:pt x="255270" y="362140"/>
                </a:lnTo>
                <a:lnTo>
                  <a:pt x="279273" y="363688"/>
                </a:lnTo>
                <a:lnTo>
                  <a:pt x="303276" y="364236"/>
                </a:lnTo>
                <a:lnTo>
                  <a:pt x="388620" y="364236"/>
                </a:lnTo>
                <a:lnTo>
                  <a:pt x="388620" y="365760"/>
                </a:lnTo>
                <a:lnTo>
                  <a:pt x="375189" y="370070"/>
                </a:lnTo>
                <a:lnTo>
                  <a:pt x="364617" y="376237"/>
                </a:lnTo>
                <a:lnTo>
                  <a:pt x="356901" y="384405"/>
                </a:lnTo>
                <a:lnTo>
                  <a:pt x="352044" y="394716"/>
                </a:lnTo>
                <a:close/>
              </a:path>
              <a:path w="388619" h="405764">
                <a:moveTo>
                  <a:pt x="388620" y="364236"/>
                </a:moveTo>
                <a:lnTo>
                  <a:pt x="303276" y="364236"/>
                </a:lnTo>
                <a:lnTo>
                  <a:pt x="388620" y="359664"/>
                </a:lnTo>
                <a:lnTo>
                  <a:pt x="388620" y="36423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3" name="object 103"/>
          <p:cNvSpPr/>
          <p:nvPr/>
        </p:nvSpPr>
        <p:spPr>
          <a:xfrm>
            <a:off x="3035807" y="6019799"/>
            <a:ext cx="373380" cy="381000"/>
          </a:xfrm>
          <a:custGeom>
            <a:avLst/>
            <a:gdLst/>
            <a:ahLst/>
            <a:cxnLst/>
            <a:rect l="l" t="t" r="r" b="b"/>
            <a:pathLst>
              <a:path w="373379" h="381000">
                <a:moveTo>
                  <a:pt x="24384" y="380999"/>
                </a:moveTo>
                <a:lnTo>
                  <a:pt x="0" y="358139"/>
                </a:lnTo>
                <a:lnTo>
                  <a:pt x="10668" y="347472"/>
                </a:lnTo>
                <a:lnTo>
                  <a:pt x="10668" y="105156"/>
                </a:lnTo>
                <a:lnTo>
                  <a:pt x="10477" y="58293"/>
                </a:lnTo>
                <a:lnTo>
                  <a:pt x="10025" y="34004"/>
                </a:lnTo>
                <a:lnTo>
                  <a:pt x="9144" y="9144"/>
                </a:lnTo>
                <a:lnTo>
                  <a:pt x="35052" y="24384"/>
                </a:lnTo>
                <a:lnTo>
                  <a:pt x="303275" y="24384"/>
                </a:lnTo>
                <a:lnTo>
                  <a:pt x="329183" y="0"/>
                </a:lnTo>
                <a:lnTo>
                  <a:pt x="359663" y="33528"/>
                </a:lnTo>
                <a:lnTo>
                  <a:pt x="240792" y="33528"/>
                </a:lnTo>
                <a:lnTo>
                  <a:pt x="240792" y="242316"/>
                </a:lnTo>
                <a:lnTo>
                  <a:pt x="241934" y="257198"/>
                </a:lnTo>
                <a:lnTo>
                  <a:pt x="245363" y="267652"/>
                </a:lnTo>
                <a:lnTo>
                  <a:pt x="251078" y="273819"/>
                </a:lnTo>
                <a:lnTo>
                  <a:pt x="259080" y="275844"/>
                </a:lnTo>
                <a:lnTo>
                  <a:pt x="306324" y="275844"/>
                </a:lnTo>
                <a:lnTo>
                  <a:pt x="328040" y="207883"/>
                </a:lnTo>
                <a:lnTo>
                  <a:pt x="329183" y="193548"/>
                </a:lnTo>
                <a:lnTo>
                  <a:pt x="336804" y="193548"/>
                </a:lnTo>
                <a:lnTo>
                  <a:pt x="338732" y="232124"/>
                </a:lnTo>
                <a:lnTo>
                  <a:pt x="352925" y="267843"/>
                </a:lnTo>
                <a:lnTo>
                  <a:pt x="361187" y="271272"/>
                </a:lnTo>
                <a:lnTo>
                  <a:pt x="353163" y="282154"/>
                </a:lnTo>
                <a:lnTo>
                  <a:pt x="342709" y="289750"/>
                </a:lnTo>
                <a:lnTo>
                  <a:pt x="329684" y="294203"/>
                </a:lnTo>
                <a:lnTo>
                  <a:pt x="313944" y="295656"/>
                </a:lnTo>
                <a:lnTo>
                  <a:pt x="248411" y="295656"/>
                </a:lnTo>
                <a:lnTo>
                  <a:pt x="234434" y="292488"/>
                </a:lnTo>
                <a:lnTo>
                  <a:pt x="224599" y="285178"/>
                </a:lnTo>
                <a:lnTo>
                  <a:pt x="219051" y="273581"/>
                </a:lnTo>
                <a:lnTo>
                  <a:pt x="217932" y="257556"/>
                </a:lnTo>
                <a:lnTo>
                  <a:pt x="217932" y="33528"/>
                </a:lnTo>
                <a:lnTo>
                  <a:pt x="144780" y="33528"/>
                </a:lnTo>
                <a:lnTo>
                  <a:pt x="143827" y="87439"/>
                </a:lnTo>
                <a:lnTo>
                  <a:pt x="141732" y="135636"/>
                </a:lnTo>
                <a:lnTo>
                  <a:pt x="133731" y="181356"/>
                </a:lnTo>
                <a:lnTo>
                  <a:pt x="118872" y="227076"/>
                </a:lnTo>
                <a:lnTo>
                  <a:pt x="93916" y="272986"/>
                </a:lnTo>
                <a:lnTo>
                  <a:pt x="56388" y="320039"/>
                </a:lnTo>
                <a:lnTo>
                  <a:pt x="50292" y="313944"/>
                </a:lnTo>
                <a:lnTo>
                  <a:pt x="66270" y="290488"/>
                </a:lnTo>
                <a:lnTo>
                  <a:pt x="79819" y="268033"/>
                </a:lnTo>
                <a:lnTo>
                  <a:pt x="99060" y="225552"/>
                </a:lnTo>
                <a:lnTo>
                  <a:pt x="110490" y="184594"/>
                </a:lnTo>
                <a:lnTo>
                  <a:pt x="117348" y="140208"/>
                </a:lnTo>
                <a:lnTo>
                  <a:pt x="119443" y="89725"/>
                </a:lnTo>
                <a:lnTo>
                  <a:pt x="120396" y="33528"/>
                </a:lnTo>
                <a:lnTo>
                  <a:pt x="35052" y="33528"/>
                </a:lnTo>
                <a:lnTo>
                  <a:pt x="35052" y="353568"/>
                </a:lnTo>
                <a:lnTo>
                  <a:pt x="310896" y="353568"/>
                </a:lnTo>
                <a:lnTo>
                  <a:pt x="336804" y="327660"/>
                </a:lnTo>
                <a:lnTo>
                  <a:pt x="373380" y="364236"/>
                </a:lnTo>
                <a:lnTo>
                  <a:pt x="36576" y="364236"/>
                </a:lnTo>
                <a:lnTo>
                  <a:pt x="24384" y="38099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4" name="object 104"/>
          <p:cNvSpPr/>
          <p:nvPr/>
        </p:nvSpPr>
        <p:spPr>
          <a:xfrm>
            <a:off x="3457955" y="6022847"/>
            <a:ext cx="408940" cy="382905"/>
          </a:xfrm>
          <a:custGeom>
            <a:avLst/>
            <a:gdLst/>
            <a:ahLst/>
            <a:cxnLst/>
            <a:rect l="l" t="t" r="r" b="b"/>
            <a:pathLst>
              <a:path w="408939" h="382904">
                <a:moveTo>
                  <a:pt x="242316" y="36576"/>
                </a:moveTo>
                <a:lnTo>
                  <a:pt x="227076" y="21336"/>
                </a:lnTo>
                <a:lnTo>
                  <a:pt x="347472" y="21336"/>
                </a:lnTo>
                <a:lnTo>
                  <a:pt x="359664" y="4572"/>
                </a:lnTo>
                <a:lnTo>
                  <a:pt x="387096" y="25908"/>
                </a:lnTo>
                <a:lnTo>
                  <a:pt x="381870" y="30480"/>
                </a:lnTo>
                <a:lnTo>
                  <a:pt x="283464" y="30480"/>
                </a:lnTo>
                <a:lnTo>
                  <a:pt x="272319" y="31003"/>
                </a:lnTo>
                <a:lnTo>
                  <a:pt x="261747" y="32385"/>
                </a:lnTo>
                <a:lnTo>
                  <a:pt x="251745" y="34337"/>
                </a:lnTo>
                <a:lnTo>
                  <a:pt x="242316" y="36576"/>
                </a:lnTo>
                <a:close/>
              </a:path>
              <a:path w="408939" h="382904">
                <a:moveTo>
                  <a:pt x="375562" y="146304"/>
                </a:moveTo>
                <a:lnTo>
                  <a:pt x="352044" y="146304"/>
                </a:lnTo>
                <a:lnTo>
                  <a:pt x="352044" y="30480"/>
                </a:lnTo>
                <a:lnTo>
                  <a:pt x="381870" y="30480"/>
                </a:lnTo>
                <a:lnTo>
                  <a:pt x="374904" y="36576"/>
                </a:lnTo>
                <a:lnTo>
                  <a:pt x="374927" y="78533"/>
                </a:lnTo>
                <a:lnTo>
                  <a:pt x="375094" y="115062"/>
                </a:lnTo>
                <a:lnTo>
                  <a:pt x="375562" y="146304"/>
                </a:lnTo>
                <a:close/>
              </a:path>
              <a:path w="408939" h="382904">
                <a:moveTo>
                  <a:pt x="368808" y="365760"/>
                </a:moveTo>
                <a:lnTo>
                  <a:pt x="278892" y="365760"/>
                </a:lnTo>
                <a:lnTo>
                  <a:pt x="258913" y="364021"/>
                </a:lnTo>
                <a:lnTo>
                  <a:pt x="244792" y="356425"/>
                </a:lnTo>
                <a:lnTo>
                  <a:pt x="236672" y="342828"/>
                </a:lnTo>
                <a:lnTo>
                  <a:pt x="234696" y="323088"/>
                </a:lnTo>
                <a:lnTo>
                  <a:pt x="234672" y="253650"/>
                </a:lnTo>
                <a:lnTo>
                  <a:pt x="234505" y="198501"/>
                </a:lnTo>
                <a:lnTo>
                  <a:pt x="234053" y="157638"/>
                </a:lnTo>
                <a:lnTo>
                  <a:pt x="233172" y="131064"/>
                </a:lnTo>
                <a:lnTo>
                  <a:pt x="257556" y="146304"/>
                </a:lnTo>
                <a:lnTo>
                  <a:pt x="375562" y="146304"/>
                </a:lnTo>
                <a:lnTo>
                  <a:pt x="375940" y="156972"/>
                </a:lnTo>
                <a:lnTo>
                  <a:pt x="257556" y="156972"/>
                </a:lnTo>
                <a:lnTo>
                  <a:pt x="257556" y="316992"/>
                </a:lnTo>
                <a:lnTo>
                  <a:pt x="259270" y="330088"/>
                </a:lnTo>
                <a:lnTo>
                  <a:pt x="264414" y="339471"/>
                </a:lnTo>
                <a:lnTo>
                  <a:pt x="272986" y="344852"/>
                </a:lnTo>
                <a:lnTo>
                  <a:pt x="284988" y="345948"/>
                </a:lnTo>
                <a:lnTo>
                  <a:pt x="405560" y="345948"/>
                </a:lnTo>
                <a:lnTo>
                  <a:pt x="401597" y="352258"/>
                </a:lnTo>
                <a:lnTo>
                  <a:pt x="392620" y="359854"/>
                </a:lnTo>
                <a:lnTo>
                  <a:pt x="381642" y="364307"/>
                </a:lnTo>
                <a:lnTo>
                  <a:pt x="368808" y="365760"/>
                </a:lnTo>
                <a:close/>
              </a:path>
              <a:path w="408939" h="382904">
                <a:moveTo>
                  <a:pt x="352044" y="181356"/>
                </a:moveTo>
                <a:lnTo>
                  <a:pt x="352044" y="156972"/>
                </a:lnTo>
                <a:lnTo>
                  <a:pt x="375940" y="156972"/>
                </a:lnTo>
                <a:lnTo>
                  <a:pt x="376428" y="170688"/>
                </a:lnTo>
                <a:lnTo>
                  <a:pt x="352044" y="181356"/>
                </a:lnTo>
                <a:close/>
              </a:path>
              <a:path w="408939" h="382904">
                <a:moveTo>
                  <a:pt x="405560" y="345948"/>
                </a:moveTo>
                <a:lnTo>
                  <a:pt x="364236" y="345948"/>
                </a:lnTo>
                <a:lnTo>
                  <a:pt x="370332" y="339852"/>
                </a:lnTo>
                <a:lnTo>
                  <a:pt x="371856" y="329184"/>
                </a:lnTo>
                <a:lnTo>
                  <a:pt x="373880" y="318277"/>
                </a:lnTo>
                <a:lnTo>
                  <a:pt x="375475" y="303657"/>
                </a:lnTo>
                <a:lnTo>
                  <a:pt x="376785" y="285035"/>
                </a:lnTo>
                <a:lnTo>
                  <a:pt x="377952" y="262128"/>
                </a:lnTo>
                <a:lnTo>
                  <a:pt x="387096" y="262128"/>
                </a:lnTo>
                <a:lnTo>
                  <a:pt x="388381" y="307347"/>
                </a:lnTo>
                <a:lnTo>
                  <a:pt x="408432" y="341376"/>
                </a:lnTo>
                <a:lnTo>
                  <a:pt x="405560" y="345948"/>
                </a:lnTo>
                <a:close/>
              </a:path>
              <a:path w="408939" h="382904">
                <a:moveTo>
                  <a:pt x="15240" y="36576"/>
                </a:moveTo>
                <a:lnTo>
                  <a:pt x="0" y="21336"/>
                </a:lnTo>
                <a:lnTo>
                  <a:pt x="175260" y="21336"/>
                </a:lnTo>
                <a:lnTo>
                  <a:pt x="196596" y="0"/>
                </a:lnTo>
                <a:lnTo>
                  <a:pt x="224028" y="30480"/>
                </a:lnTo>
                <a:lnTo>
                  <a:pt x="57912" y="30480"/>
                </a:lnTo>
                <a:lnTo>
                  <a:pt x="46743" y="31003"/>
                </a:lnTo>
                <a:lnTo>
                  <a:pt x="36004" y="32385"/>
                </a:lnTo>
                <a:lnTo>
                  <a:pt x="25550" y="34337"/>
                </a:lnTo>
                <a:lnTo>
                  <a:pt x="15240" y="36576"/>
                </a:lnTo>
                <a:close/>
              </a:path>
              <a:path w="408939" h="382904">
                <a:moveTo>
                  <a:pt x="100584" y="86868"/>
                </a:moveTo>
                <a:lnTo>
                  <a:pt x="80772" y="86868"/>
                </a:lnTo>
                <a:lnTo>
                  <a:pt x="80772" y="30480"/>
                </a:lnTo>
                <a:lnTo>
                  <a:pt x="100584" y="30480"/>
                </a:lnTo>
                <a:lnTo>
                  <a:pt x="100584" y="86868"/>
                </a:lnTo>
                <a:close/>
              </a:path>
              <a:path w="408939" h="382904">
                <a:moveTo>
                  <a:pt x="146304" y="86868"/>
                </a:moveTo>
                <a:lnTo>
                  <a:pt x="124968" y="86868"/>
                </a:lnTo>
                <a:lnTo>
                  <a:pt x="124968" y="30480"/>
                </a:lnTo>
                <a:lnTo>
                  <a:pt x="146304" y="30480"/>
                </a:lnTo>
                <a:lnTo>
                  <a:pt x="146304" y="86868"/>
                </a:lnTo>
                <a:close/>
              </a:path>
              <a:path w="408939" h="382904">
                <a:moveTo>
                  <a:pt x="204684" y="86868"/>
                </a:moveTo>
                <a:lnTo>
                  <a:pt x="173736" y="86868"/>
                </a:lnTo>
                <a:lnTo>
                  <a:pt x="185928" y="71628"/>
                </a:lnTo>
                <a:lnTo>
                  <a:pt x="204684" y="86868"/>
                </a:lnTo>
                <a:close/>
              </a:path>
              <a:path w="408939" h="382904">
                <a:moveTo>
                  <a:pt x="25908" y="382524"/>
                </a:moveTo>
                <a:lnTo>
                  <a:pt x="26789" y="352496"/>
                </a:lnTo>
                <a:lnTo>
                  <a:pt x="27241" y="317182"/>
                </a:lnTo>
                <a:lnTo>
                  <a:pt x="27350" y="168211"/>
                </a:lnTo>
                <a:lnTo>
                  <a:pt x="27241" y="140779"/>
                </a:lnTo>
                <a:lnTo>
                  <a:pt x="26789" y="104322"/>
                </a:lnTo>
                <a:lnTo>
                  <a:pt x="25908" y="73152"/>
                </a:lnTo>
                <a:lnTo>
                  <a:pt x="50291" y="86868"/>
                </a:lnTo>
                <a:lnTo>
                  <a:pt x="204684" y="86868"/>
                </a:lnTo>
                <a:lnTo>
                  <a:pt x="210312" y="91440"/>
                </a:lnTo>
                <a:lnTo>
                  <a:pt x="203345" y="97536"/>
                </a:lnTo>
                <a:lnTo>
                  <a:pt x="50291" y="97536"/>
                </a:lnTo>
                <a:lnTo>
                  <a:pt x="50291" y="214883"/>
                </a:lnTo>
                <a:lnTo>
                  <a:pt x="61100" y="214883"/>
                </a:lnTo>
                <a:lnTo>
                  <a:pt x="50291" y="225552"/>
                </a:lnTo>
                <a:lnTo>
                  <a:pt x="50291" y="249936"/>
                </a:lnTo>
                <a:lnTo>
                  <a:pt x="198684" y="249936"/>
                </a:lnTo>
                <a:lnTo>
                  <a:pt x="198774" y="260604"/>
                </a:lnTo>
                <a:lnTo>
                  <a:pt x="50291" y="260604"/>
                </a:lnTo>
                <a:lnTo>
                  <a:pt x="50291" y="326136"/>
                </a:lnTo>
                <a:lnTo>
                  <a:pt x="199350" y="326136"/>
                </a:lnTo>
                <a:lnTo>
                  <a:pt x="199449" y="336804"/>
                </a:lnTo>
                <a:lnTo>
                  <a:pt x="50291" y="336804"/>
                </a:lnTo>
                <a:lnTo>
                  <a:pt x="50291" y="373380"/>
                </a:lnTo>
                <a:lnTo>
                  <a:pt x="25908" y="382524"/>
                </a:lnTo>
                <a:close/>
              </a:path>
              <a:path w="408939" h="382904">
                <a:moveTo>
                  <a:pt x="61100" y="214883"/>
                </a:moveTo>
                <a:lnTo>
                  <a:pt x="50291" y="214883"/>
                </a:lnTo>
                <a:lnTo>
                  <a:pt x="63412" y="194619"/>
                </a:lnTo>
                <a:lnTo>
                  <a:pt x="72961" y="168211"/>
                </a:lnTo>
                <a:lnTo>
                  <a:pt x="78795" y="135802"/>
                </a:lnTo>
                <a:lnTo>
                  <a:pt x="80772" y="97536"/>
                </a:lnTo>
                <a:lnTo>
                  <a:pt x="100584" y="97536"/>
                </a:lnTo>
                <a:lnTo>
                  <a:pt x="97440" y="139827"/>
                </a:lnTo>
                <a:lnTo>
                  <a:pt x="88011" y="175260"/>
                </a:lnTo>
                <a:lnTo>
                  <a:pt x="72294" y="203835"/>
                </a:lnTo>
                <a:lnTo>
                  <a:pt x="61100" y="214883"/>
                </a:lnTo>
                <a:close/>
              </a:path>
              <a:path w="408939" h="382904">
                <a:moveTo>
                  <a:pt x="198684" y="249936"/>
                </a:moveTo>
                <a:lnTo>
                  <a:pt x="175260" y="249936"/>
                </a:lnTo>
                <a:lnTo>
                  <a:pt x="175260" y="211836"/>
                </a:lnTo>
                <a:lnTo>
                  <a:pt x="150876" y="211836"/>
                </a:lnTo>
                <a:lnTo>
                  <a:pt x="139112" y="210145"/>
                </a:lnTo>
                <a:lnTo>
                  <a:pt x="131064" y="205168"/>
                </a:lnTo>
                <a:lnTo>
                  <a:pt x="126444" y="197048"/>
                </a:lnTo>
                <a:lnTo>
                  <a:pt x="124968" y="185928"/>
                </a:lnTo>
                <a:lnTo>
                  <a:pt x="124968" y="97536"/>
                </a:lnTo>
                <a:lnTo>
                  <a:pt x="146304" y="97536"/>
                </a:lnTo>
                <a:lnTo>
                  <a:pt x="146304" y="187452"/>
                </a:lnTo>
                <a:lnTo>
                  <a:pt x="150876" y="193548"/>
                </a:lnTo>
                <a:lnTo>
                  <a:pt x="198351" y="193548"/>
                </a:lnTo>
                <a:lnTo>
                  <a:pt x="198684" y="249936"/>
                </a:lnTo>
                <a:close/>
              </a:path>
              <a:path w="408939" h="382904">
                <a:moveTo>
                  <a:pt x="198351" y="193548"/>
                </a:moveTo>
                <a:lnTo>
                  <a:pt x="175260" y="193548"/>
                </a:lnTo>
                <a:lnTo>
                  <a:pt x="175260" y="97536"/>
                </a:lnTo>
                <a:lnTo>
                  <a:pt x="203345" y="97536"/>
                </a:lnTo>
                <a:lnTo>
                  <a:pt x="198120" y="102108"/>
                </a:lnTo>
                <a:lnTo>
                  <a:pt x="198316" y="187452"/>
                </a:lnTo>
                <a:lnTo>
                  <a:pt x="198351" y="193548"/>
                </a:lnTo>
                <a:close/>
              </a:path>
              <a:path w="408939" h="382904">
                <a:moveTo>
                  <a:pt x="199350" y="326136"/>
                </a:moveTo>
                <a:lnTo>
                  <a:pt x="175260" y="326136"/>
                </a:lnTo>
                <a:lnTo>
                  <a:pt x="175260" y="260604"/>
                </a:lnTo>
                <a:lnTo>
                  <a:pt x="198774" y="260604"/>
                </a:lnTo>
                <a:lnTo>
                  <a:pt x="199350" y="326136"/>
                </a:lnTo>
                <a:close/>
              </a:path>
              <a:path w="408939" h="382904">
                <a:moveTo>
                  <a:pt x="175260" y="381000"/>
                </a:moveTo>
                <a:lnTo>
                  <a:pt x="175260" y="336804"/>
                </a:lnTo>
                <a:lnTo>
                  <a:pt x="199449" y="336804"/>
                </a:lnTo>
                <a:lnTo>
                  <a:pt x="199644" y="368808"/>
                </a:lnTo>
                <a:lnTo>
                  <a:pt x="175260" y="38100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5" name="object 105"/>
          <p:cNvSpPr/>
          <p:nvPr/>
        </p:nvSpPr>
        <p:spPr>
          <a:xfrm>
            <a:off x="3913632" y="6001524"/>
            <a:ext cx="840105" cy="413384"/>
          </a:xfrm>
          <a:custGeom>
            <a:avLst/>
            <a:gdLst/>
            <a:ahLst/>
            <a:cxnLst/>
            <a:rect l="l" t="t" r="r" b="b"/>
            <a:pathLst>
              <a:path w="840104" h="413385">
                <a:moveTo>
                  <a:pt x="161544" y="121907"/>
                </a:moveTo>
                <a:lnTo>
                  <a:pt x="131064" y="99047"/>
                </a:lnTo>
                <a:lnTo>
                  <a:pt x="123888" y="113296"/>
                </a:lnTo>
                <a:lnTo>
                  <a:pt x="116014" y="128384"/>
                </a:lnTo>
                <a:lnTo>
                  <a:pt x="107264" y="144056"/>
                </a:lnTo>
                <a:lnTo>
                  <a:pt x="97536" y="160007"/>
                </a:lnTo>
                <a:lnTo>
                  <a:pt x="27432" y="161531"/>
                </a:lnTo>
                <a:lnTo>
                  <a:pt x="44831" y="134099"/>
                </a:lnTo>
                <a:lnTo>
                  <a:pt x="62674" y="104381"/>
                </a:lnTo>
                <a:lnTo>
                  <a:pt x="80784" y="72377"/>
                </a:lnTo>
                <a:lnTo>
                  <a:pt x="99060" y="38087"/>
                </a:lnTo>
                <a:lnTo>
                  <a:pt x="114300" y="30467"/>
                </a:lnTo>
                <a:lnTo>
                  <a:pt x="77724" y="10655"/>
                </a:lnTo>
                <a:lnTo>
                  <a:pt x="70319" y="36563"/>
                </a:lnTo>
                <a:lnTo>
                  <a:pt x="61722" y="62280"/>
                </a:lnTo>
                <a:lnTo>
                  <a:pt x="41148" y="112763"/>
                </a:lnTo>
                <a:lnTo>
                  <a:pt x="19431" y="149720"/>
                </a:lnTo>
                <a:lnTo>
                  <a:pt x="0" y="161531"/>
                </a:lnTo>
                <a:lnTo>
                  <a:pt x="15240" y="193535"/>
                </a:lnTo>
                <a:lnTo>
                  <a:pt x="51816" y="178295"/>
                </a:lnTo>
                <a:lnTo>
                  <a:pt x="81381" y="172732"/>
                </a:lnTo>
                <a:lnTo>
                  <a:pt x="91440" y="170675"/>
                </a:lnTo>
                <a:lnTo>
                  <a:pt x="55245" y="220586"/>
                </a:lnTo>
                <a:lnTo>
                  <a:pt x="28422" y="251434"/>
                </a:lnTo>
                <a:lnTo>
                  <a:pt x="9144" y="263639"/>
                </a:lnTo>
                <a:lnTo>
                  <a:pt x="27432" y="294119"/>
                </a:lnTo>
                <a:lnTo>
                  <a:pt x="73075" y="272046"/>
                </a:lnTo>
                <a:lnTo>
                  <a:pt x="117475" y="259067"/>
                </a:lnTo>
                <a:lnTo>
                  <a:pt x="132969" y="254876"/>
                </a:lnTo>
                <a:lnTo>
                  <a:pt x="148056" y="250596"/>
                </a:lnTo>
                <a:lnTo>
                  <a:pt x="160020" y="246875"/>
                </a:lnTo>
                <a:lnTo>
                  <a:pt x="160020" y="240779"/>
                </a:lnTo>
                <a:lnTo>
                  <a:pt x="39624" y="259067"/>
                </a:lnTo>
                <a:lnTo>
                  <a:pt x="67856" y="227063"/>
                </a:lnTo>
                <a:lnTo>
                  <a:pt x="95250" y="195059"/>
                </a:lnTo>
                <a:lnTo>
                  <a:pt x="115239" y="170675"/>
                </a:lnTo>
                <a:lnTo>
                  <a:pt x="121488" y="163055"/>
                </a:lnTo>
                <a:lnTo>
                  <a:pt x="122669" y="161531"/>
                </a:lnTo>
                <a:lnTo>
                  <a:pt x="146304" y="131051"/>
                </a:lnTo>
                <a:lnTo>
                  <a:pt x="161544" y="121907"/>
                </a:lnTo>
                <a:close/>
              </a:path>
              <a:path w="840104" h="413385">
                <a:moveTo>
                  <a:pt x="164592" y="318503"/>
                </a:moveTo>
                <a:lnTo>
                  <a:pt x="163068" y="312407"/>
                </a:lnTo>
                <a:lnTo>
                  <a:pt x="129921" y="321843"/>
                </a:lnTo>
                <a:lnTo>
                  <a:pt x="101346" y="329552"/>
                </a:lnTo>
                <a:lnTo>
                  <a:pt x="77343" y="335559"/>
                </a:lnTo>
                <a:lnTo>
                  <a:pt x="57912" y="339839"/>
                </a:lnTo>
                <a:lnTo>
                  <a:pt x="41567" y="343890"/>
                </a:lnTo>
                <a:lnTo>
                  <a:pt x="26670" y="347078"/>
                </a:lnTo>
                <a:lnTo>
                  <a:pt x="0" y="352031"/>
                </a:lnTo>
                <a:lnTo>
                  <a:pt x="16764" y="384035"/>
                </a:lnTo>
                <a:lnTo>
                  <a:pt x="33642" y="374662"/>
                </a:lnTo>
                <a:lnTo>
                  <a:pt x="63817" y="360413"/>
                </a:lnTo>
                <a:lnTo>
                  <a:pt x="107416" y="341604"/>
                </a:lnTo>
                <a:lnTo>
                  <a:pt x="164592" y="318503"/>
                </a:lnTo>
                <a:close/>
              </a:path>
              <a:path w="840104" h="413385">
                <a:moveTo>
                  <a:pt x="368808" y="257543"/>
                </a:moveTo>
                <a:lnTo>
                  <a:pt x="359664" y="248399"/>
                </a:lnTo>
                <a:lnTo>
                  <a:pt x="344424" y="233159"/>
                </a:lnTo>
                <a:lnTo>
                  <a:pt x="330708" y="246875"/>
                </a:lnTo>
                <a:lnTo>
                  <a:pt x="330708" y="259067"/>
                </a:lnTo>
                <a:lnTo>
                  <a:pt x="330708" y="358127"/>
                </a:lnTo>
                <a:lnTo>
                  <a:pt x="207264" y="358127"/>
                </a:lnTo>
                <a:lnTo>
                  <a:pt x="207264" y="259067"/>
                </a:lnTo>
                <a:lnTo>
                  <a:pt x="330708" y="259067"/>
                </a:lnTo>
                <a:lnTo>
                  <a:pt x="330708" y="246875"/>
                </a:lnTo>
                <a:lnTo>
                  <a:pt x="329184" y="248399"/>
                </a:lnTo>
                <a:lnTo>
                  <a:pt x="210312" y="248399"/>
                </a:lnTo>
                <a:lnTo>
                  <a:pt x="182880" y="233159"/>
                </a:lnTo>
                <a:lnTo>
                  <a:pt x="183756" y="252310"/>
                </a:lnTo>
                <a:lnTo>
                  <a:pt x="184213" y="273164"/>
                </a:lnTo>
                <a:lnTo>
                  <a:pt x="184302" y="286385"/>
                </a:lnTo>
                <a:lnTo>
                  <a:pt x="184188" y="368795"/>
                </a:lnTo>
                <a:lnTo>
                  <a:pt x="183756" y="389039"/>
                </a:lnTo>
                <a:lnTo>
                  <a:pt x="182880" y="408419"/>
                </a:lnTo>
                <a:lnTo>
                  <a:pt x="207264" y="396227"/>
                </a:lnTo>
                <a:lnTo>
                  <a:pt x="207264" y="368795"/>
                </a:lnTo>
                <a:lnTo>
                  <a:pt x="330708" y="368795"/>
                </a:lnTo>
                <a:lnTo>
                  <a:pt x="330708" y="403847"/>
                </a:lnTo>
                <a:lnTo>
                  <a:pt x="355092" y="393179"/>
                </a:lnTo>
                <a:lnTo>
                  <a:pt x="353568" y="268211"/>
                </a:lnTo>
                <a:lnTo>
                  <a:pt x="366623" y="259067"/>
                </a:lnTo>
                <a:lnTo>
                  <a:pt x="368808" y="257543"/>
                </a:lnTo>
                <a:close/>
              </a:path>
              <a:path w="840104" h="413385">
                <a:moveTo>
                  <a:pt x="391668" y="106667"/>
                </a:moveTo>
                <a:lnTo>
                  <a:pt x="361188" y="74663"/>
                </a:lnTo>
                <a:lnTo>
                  <a:pt x="341376" y="95999"/>
                </a:lnTo>
                <a:lnTo>
                  <a:pt x="275844" y="95999"/>
                </a:lnTo>
                <a:lnTo>
                  <a:pt x="275844" y="36563"/>
                </a:lnTo>
                <a:lnTo>
                  <a:pt x="294132" y="24371"/>
                </a:lnTo>
                <a:lnTo>
                  <a:pt x="251460" y="1511"/>
                </a:lnTo>
                <a:lnTo>
                  <a:pt x="254215" y="62280"/>
                </a:lnTo>
                <a:lnTo>
                  <a:pt x="254508" y="95999"/>
                </a:lnTo>
                <a:lnTo>
                  <a:pt x="152400" y="95999"/>
                </a:lnTo>
                <a:lnTo>
                  <a:pt x="169164" y="111239"/>
                </a:lnTo>
                <a:lnTo>
                  <a:pt x="178587" y="109245"/>
                </a:lnTo>
                <a:lnTo>
                  <a:pt x="188595" y="107810"/>
                </a:lnTo>
                <a:lnTo>
                  <a:pt x="199161" y="106959"/>
                </a:lnTo>
                <a:lnTo>
                  <a:pt x="210312" y="106667"/>
                </a:lnTo>
                <a:lnTo>
                  <a:pt x="254508" y="106667"/>
                </a:lnTo>
                <a:lnTo>
                  <a:pt x="254508" y="184391"/>
                </a:lnTo>
                <a:lnTo>
                  <a:pt x="169164" y="184391"/>
                </a:lnTo>
                <a:lnTo>
                  <a:pt x="184404" y="199631"/>
                </a:lnTo>
                <a:lnTo>
                  <a:pt x="193827" y="197637"/>
                </a:lnTo>
                <a:lnTo>
                  <a:pt x="203835" y="196202"/>
                </a:lnTo>
                <a:lnTo>
                  <a:pt x="214401" y="195351"/>
                </a:lnTo>
                <a:lnTo>
                  <a:pt x="225552" y="195059"/>
                </a:lnTo>
                <a:lnTo>
                  <a:pt x="373380" y="195059"/>
                </a:lnTo>
                <a:lnTo>
                  <a:pt x="344424" y="164579"/>
                </a:lnTo>
                <a:lnTo>
                  <a:pt x="323088" y="184391"/>
                </a:lnTo>
                <a:lnTo>
                  <a:pt x="275844" y="184391"/>
                </a:lnTo>
                <a:lnTo>
                  <a:pt x="275844" y="106667"/>
                </a:lnTo>
                <a:lnTo>
                  <a:pt x="391668" y="106667"/>
                </a:lnTo>
                <a:close/>
              </a:path>
              <a:path w="840104" h="413385">
                <a:moveTo>
                  <a:pt x="839724" y="74676"/>
                </a:moveTo>
                <a:lnTo>
                  <a:pt x="804672" y="39624"/>
                </a:lnTo>
                <a:lnTo>
                  <a:pt x="780288" y="64008"/>
                </a:lnTo>
                <a:lnTo>
                  <a:pt x="650748" y="64008"/>
                </a:lnTo>
                <a:lnTo>
                  <a:pt x="650748" y="33528"/>
                </a:lnTo>
                <a:lnTo>
                  <a:pt x="667512" y="19812"/>
                </a:lnTo>
                <a:lnTo>
                  <a:pt x="621792" y="0"/>
                </a:lnTo>
                <a:lnTo>
                  <a:pt x="622668" y="16002"/>
                </a:lnTo>
                <a:lnTo>
                  <a:pt x="623125" y="32004"/>
                </a:lnTo>
                <a:lnTo>
                  <a:pt x="623201" y="39624"/>
                </a:lnTo>
                <a:lnTo>
                  <a:pt x="623316" y="64008"/>
                </a:lnTo>
                <a:lnTo>
                  <a:pt x="443484" y="64008"/>
                </a:lnTo>
                <a:lnTo>
                  <a:pt x="458724" y="80772"/>
                </a:lnTo>
                <a:lnTo>
                  <a:pt x="468363" y="77889"/>
                </a:lnTo>
                <a:lnTo>
                  <a:pt x="478726" y="76009"/>
                </a:lnTo>
                <a:lnTo>
                  <a:pt x="489369" y="74980"/>
                </a:lnTo>
                <a:lnTo>
                  <a:pt x="499872" y="74676"/>
                </a:lnTo>
                <a:lnTo>
                  <a:pt x="623316" y="74676"/>
                </a:lnTo>
                <a:lnTo>
                  <a:pt x="623316" y="131064"/>
                </a:lnTo>
                <a:lnTo>
                  <a:pt x="623316" y="141732"/>
                </a:lnTo>
                <a:lnTo>
                  <a:pt x="623316" y="222504"/>
                </a:lnTo>
                <a:lnTo>
                  <a:pt x="528828" y="222504"/>
                </a:lnTo>
                <a:lnTo>
                  <a:pt x="528828" y="141732"/>
                </a:lnTo>
                <a:lnTo>
                  <a:pt x="623316" y="141732"/>
                </a:lnTo>
                <a:lnTo>
                  <a:pt x="623316" y="131064"/>
                </a:lnTo>
                <a:lnTo>
                  <a:pt x="530352" y="131064"/>
                </a:lnTo>
                <a:lnTo>
                  <a:pt x="499872" y="115824"/>
                </a:lnTo>
                <a:lnTo>
                  <a:pt x="500951" y="134112"/>
                </a:lnTo>
                <a:lnTo>
                  <a:pt x="501967" y="154114"/>
                </a:lnTo>
                <a:lnTo>
                  <a:pt x="502653" y="173901"/>
                </a:lnTo>
                <a:lnTo>
                  <a:pt x="502920" y="193548"/>
                </a:lnTo>
                <a:lnTo>
                  <a:pt x="502653" y="213804"/>
                </a:lnTo>
                <a:lnTo>
                  <a:pt x="501967" y="233172"/>
                </a:lnTo>
                <a:lnTo>
                  <a:pt x="500989" y="252044"/>
                </a:lnTo>
                <a:lnTo>
                  <a:pt x="499872" y="269748"/>
                </a:lnTo>
                <a:lnTo>
                  <a:pt x="528828" y="257556"/>
                </a:lnTo>
                <a:lnTo>
                  <a:pt x="528828" y="233172"/>
                </a:lnTo>
                <a:lnTo>
                  <a:pt x="598932" y="233172"/>
                </a:lnTo>
                <a:lnTo>
                  <a:pt x="576262" y="269722"/>
                </a:lnTo>
                <a:lnTo>
                  <a:pt x="548551" y="304292"/>
                </a:lnTo>
                <a:lnTo>
                  <a:pt x="515861" y="336753"/>
                </a:lnTo>
                <a:lnTo>
                  <a:pt x="478269" y="366941"/>
                </a:lnTo>
                <a:lnTo>
                  <a:pt x="435864" y="394716"/>
                </a:lnTo>
                <a:lnTo>
                  <a:pt x="438912" y="400812"/>
                </a:lnTo>
                <a:lnTo>
                  <a:pt x="484416" y="378498"/>
                </a:lnTo>
                <a:lnTo>
                  <a:pt x="525767" y="351790"/>
                </a:lnTo>
                <a:lnTo>
                  <a:pt x="562787" y="320700"/>
                </a:lnTo>
                <a:lnTo>
                  <a:pt x="595350" y="285229"/>
                </a:lnTo>
                <a:lnTo>
                  <a:pt x="623316" y="245364"/>
                </a:lnTo>
                <a:lnTo>
                  <a:pt x="623189" y="320040"/>
                </a:lnTo>
                <a:lnTo>
                  <a:pt x="623087" y="340321"/>
                </a:lnTo>
                <a:lnTo>
                  <a:pt x="622668" y="376948"/>
                </a:lnTo>
                <a:lnTo>
                  <a:pt x="621792" y="413004"/>
                </a:lnTo>
                <a:lnTo>
                  <a:pt x="652272" y="399288"/>
                </a:lnTo>
                <a:lnTo>
                  <a:pt x="650938" y="343090"/>
                </a:lnTo>
                <a:lnTo>
                  <a:pt x="650748" y="245364"/>
                </a:lnTo>
                <a:lnTo>
                  <a:pt x="650748" y="233172"/>
                </a:lnTo>
                <a:lnTo>
                  <a:pt x="658368" y="233172"/>
                </a:lnTo>
                <a:lnTo>
                  <a:pt x="680694" y="278892"/>
                </a:lnTo>
                <a:lnTo>
                  <a:pt x="711327" y="320040"/>
                </a:lnTo>
                <a:lnTo>
                  <a:pt x="750519" y="356616"/>
                </a:lnTo>
                <a:lnTo>
                  <a:pt x="798576" y="388620"/>
                </a:lnTo>
                <a:lnTo>
                  <a:pt x="802589" y="379450"/>
                </a:lnTo>
                <a:lnTo>
                  <a:pt x="810196" y="372427"/>
                </a:lnTo>
                <a:lnTo>
                  <a:pt x="821499" y="367398"/>
                </a:lnTo>
                <a:lnTo>
                  <a:pt x="836676" y="364236"/>
                </a:lnTo>
                <a:lnTo>
                  <a:pt x="836676" y="356616"/>
                </a:lnTo>
                <a:lnTo>
                  <a:pt x="783234" y="340321"/>
                </a:lnTo>
                <a:lnTo>
                  <a:pt x="737235" y="314325"/>
                </a:lnTo>
                <a:lnTo>
                  <a:pt x="698652" y="278599"/>
                </a:lnTo>
                <a:lnTo>
                  <a:pt x="667512" y="233172"/>
                </a:lnTo>
                <a:lnTo>
                  <a:pt x="746760" y="233172"/>
                </a:lnTo>
                <a:lnTo>
                  <a:pt x="746760" y="257556"/>
                </a:lnTo>
                <a:lnTo>
                  <a:pt x="775716" y="245364"/>
                </a:lnTo>
                <a:lnTo>
                  <a:pt x="774382" y="206502"/>
                </a:lnTo>
                <a:lnTo>
                  <a:pt x="774192" y="144780"/>
                </a:lnTo>
                <a:lnTo>
                  <a:pt x="778103" y="141732"/>
                </a:lnTo>
                <a:lnTo>
                  <a:pt x="787908" y="134112"/>
                </a:lnTo>
                <a:lnTo>
                  <a:pt x="783844" y="131064"/>
                </a:lnTo>
                <a:lnTo>
                  <a:pt x="757428" y="111252"/>
                </a:lnTo>
                <a:lnTo>
                  <a:pt x="746760" y="126669"/>
                </a:lnTo>
                <a:lnTo>
                  <a:pt x="746760" y="141732"/>
                </a:lnTo>
                <a:lnTo>
                  <a:pt x="746760" y="222504"/>
                </a:lnTo>
                <a:lnTo>
                  <a:pt x="650748" y="222504"/>
                </a:lnTo>
                <a:lnTo>
                  <a:pt x="650748" y="141732"/>
                </a:lnTo>
                <a:lnTo>
                  <a:pt x="746760" y="141732"/>
                </a:lnTo>
                <a:lnTo>
                  <a:pt x="746760" y="126669"/>
                </a:lnTo>
                <a:lnTo>
                  <a:pt x="743712" y="131064"/>
                </a:lnTo>
                <a:lnTo>
                  <a:pt x="650748" y="131064"/>
                </a:lnTo>
                <a:lnTo>
                  <a:pt x="650748" y="74676"/>
                </a:lnTo>
                <a:lnTo>
                  <a:pt x="839724" y="7467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pic>
        <p:nvPicPr>
          <p:cNvPr id="106" name="object 106"/>
          <p:cNvPicPr/>
          <p:nvPr/>
        </p:nvPicPr>
        <p:blipFill>
          <a:blip r:embed="rId17" cstate="print"/>
          <a:stretch>
            <a:fillRect/>
          </a:stretch>
        </p:blipFill>
        <p:spPr>
          <a:xfrm>
            <a:off x="4837175" y="6274307"/>
            <a:ext cx="96012" cy="96012"/>
          </a:xfrm>
          <a:prstGeom prst="rect">
            <a:avLst/>
          </a:prstGeom>
        </p:spPr>
      </p:pic>
    </p:spTree>
  </p:cSld>
  <p:clrMapOvr>
    <a:masterClrMapping/>
  </p:clrMapOvr>
</p:sld>
</file>

<file path=ppt/slides/slide4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9555480" y="7231380"/>
            <a:ext cx="193675" cy="142240"/>
            <a:chOff x="9555480" y="7231380"/>
            <a:chExt cx="193675" cy="142240"/>
          </a:xfrm>
        </p:grpSpPr>
        <p:pic>
          <p:nvPicPr>
            <p:cNvPr id="3" name="object 3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9555480" y="7231380"/>
              <a:ext cx="97536" cy="141732"/>
            </a:xfrm>
            <a:prstGeom prst="rect">
              <a:avLst/>
            </a:prstGeom>
          </p:spPr>
        </p:pic>
        <p:pic>
          <p:nvPicPr>
            <p:cNvPr id="4" name="object 4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9680448" y="7231380"/>
              <a:ext cx="68579" cy="141732"/>
            </a:xfrm>
            <a:prstGeom prst="rect">
              <a:avLst/>
            </a:prstGeom>
          </p:spPr>
        </p:pic>
      </p:grpSp>
      <p:sp>
        <p:nvSpPr>
          <p:cNvPr id="5" name="object 5"/>
          <p:cNvSpPr/>
          <p:nvPr/>
        </p:nvSpPr>
        <p:spPr>
          <a:xfrm>
            <a:off x="1717548" y="1278636"/>
            <a:ext cx="562610" cy="550545"/>
          </a:xfrm>
          <a:custGeom>
            <a:avLst/>
            <a:gdLst/>
            <a:ahLst/>
            <a:cxnLst/>
            <a:rect l="l" t="t" r="r" b="b"/>
            <a:pathLst>
              <a:path w="562610" h="550544">
                <a:moveTo>
                  <a:pt x="138683" y="135635"/>
                </a:moveTo>
                <a:lnTo>
                  <a:pt x="106679" y="135635"/>
                </a:lnTo>
                <a:lnTo>
                  <a:pt x="106644" y="94487"/>
                </a:lnTo>
                <a:lnTo>
                  <a:pt x="106517" y="67508"/>
                </a:lnTo>
                <a:lnTo>
                  <a:pt x="106401" y="55221"/>
                </a:lnTo>
                <a:lnTo>
                  <a:pt x="106085" y="32599"/>
                </a:lnTo>
                <a:lnTo>
                  <a:pt x="105977" y="27170"/>
                </a:lnTo>
                <a:lnTo>
                  <a:pt x="105155" y="0"/>
                </a:lnTo>
                <a:lnTo>
                  <a:pt x="161543" y="25907"/>
                </a:lnTo>
                <a:lnTo>
                  <a:pt x="138683" y="42671"/>
                </a:lnTo>
                <a:lnTo>
                  <a:pt x="138683" y="135635"/>
                </a:lnTo>
                <a:close/>
              </a:path>
              <a:path w="562610" h="550544">
                <a:moveTo>
                  <a:pt x="198119" y="295655"/>
                </a:moveTo>
                <a:lnTo>
                  <a:pt x="190499" y="291083"/>
                </a:lnTo>
                <a:lnTo>
                  <a:pt x="211931" y="247292"/>
                </a:lnTo>
                <a:lnTo>
                  <a:pt x="230504" y="204787"/>
                </a:lnTo>
                <a:lnTo>
                  <a:pt x="246221" y="163139"/>
                </a:lnTo>
                <a:lnTo>
                  <a:pt x="259079" y="121919"/>
                </a:lnTo>
                <a:lnTo>
                  <a:pt x="269465" y="83819"/>
                </a:lnTo>
                <a:lnTo>
                  <a:pt x="283082" y="23121"/>
                </a:lnTo>
                <a:lnTo>
                  <a:pt x="286511" y="0"/>
                </a:lnTo>
                <a:lnTo>
                  <a:pt x="341376" y="27431"/>
                </a:lnTo>
                <a:lnTo>
                  <a:pt x="323088" y="39624"/>
                </a:lnTo>
                <a:lnTo>
                  <a:pt x="314229" y="61626"/>
                </a:lnTo>
                <a:lnTo>
                  <a:pt x="305942" y="81914"/>
                </a:lnTo>
                <a:lnTo>
                  <a:pt x="298187" y="100583"/>
                </a:lnTo>
                <a:lnTo>
                  <a:pt x="291083" y="117347"/>
                </a:lnTo>
                <a:lnTo>
                  <a:pt x="545592" y="117347"/>
                </a:lnTo>
                <a:lnTo>
                  <a:pt x="559308" y="131063"/>
                </a:lnTo>
                <a:lnTo>
                  <a:pt x="289559" y="131063"/>
                </a:lnTo>
                <a:lnTo>
                  <a:pt x="289559" y="198119"/>
                </a:lnTo>
                <a:lnTo>
                  <a:pt x="257555" y="198119"/>
                </a:lnTo>
                <a:lnTo>
                  <a:pt x="246983" y="218717"/>
                </a:lnTo>
                <a:lnTo>
                  <a:pt x="233552" y="241744"/>
                </a:lnTo>
                <a:lnTo>
                  <a:pt x="217265" y="267342"/>
                </a:lnTo>
                <a:lnTo>
                  <a:pt x="198119" y="295655"/>
                </a:lnTo>
                <a:close/>
              </a:path>
              <a:path w="562610" h="550544">
                <a:moveTo>
                  <a:pt x="420624" y="105155"/>
                </a:moveTo>
                <a:lnTo>
                  <a:pt x="416051" y="105155"/>
                </a:lnTo>
                <a:lnTo>
                  <a:pt x="412384" y="103751"/>
                </a:lnTo>
                <a:lnTo>
                  <a:pt x="408432" y="99631"/>
                </a:lnTo>
                <a:lnTo>
                  <a:pt x="404479" y="92940"/>
                </a:lnTo>
                <a:lnTo>
                  <a:pt x="400812" y="83819"/>
                </a:lnTo>
                <a:lnTo>
                  <a:pt x="394835" y="67508"/>
                </a:lnTo>
                <a:lnTo>
                  <a:pt x="386143" y="50482"/>
                </a:lnTo>
                <a:lnTo>
                  <a:pt x="374880" y="32599"/>
                </a:lnTo>
                <a:lnTo>
                  <a:pt x="361188" y="13715"/>
                </a:lnTo>
                <a:lnTo>
                  <a:pt x="367284" y="9143"/>
                </a:lnTo>
                <a:lnTo>
                  <a:pt x="417766" y="42481"/>
                </a:lnTo>
                <a:lnTo>
                  <a:pt x="438816" y="74128"/>
                </a:lnTo>
                <a:lnTo>
                  <a:pt x="438531" y="81724"/>
                </a:lnTo>
                <a:lnTo>
                  <a:pt x="436530" y="88463"/>
                </a:lnTo>
                <a:lnTo>
                  <a:pt x="432815" y="94487"/>
                </a:lnTo>
                <a:lnTo>
                  <a:pt x="426720" y="100583"/>
                </a:lnTo>
                <a:lnTo>
                  <a:pt x="420624" y="105155"/>
                </a:lnTo>
                <a:close/>
              </a:path>
              <a:path w="562610" h="550544">
                <a:moveTo>
                  <a:pt x="545592" y="117347"/>
                </a:moveTo>
                <a:lnTo>
                  <a:pt x="487680" y="117347"/>
                </a:lnTo>
                <a:lnTo>
                  <a:pt x="516636" y="88391"/>
                </a:lnTo>
                <a:lnTo>
                  <a:pt x="545592" y="117347"/>
                </a:lnTo>
                <a:close/>
              </a:path>
              <a:path w="562610" h="550544">
                <a:moveTo>
                  <a:pt x="22859" y="155447"/>
                </a:moveTo>
                <a:lnTo>
                  <a:pt x="4571" y="135635"/>
                </a:lnTo>
                <a:lnTo>
                  <a:pt x="172211" y="135635"/>
                </a:lnTo>
                <a:lnTo>
                  <a:pt x="198119" y="109727"/>
                </a:lnTo>
                <a:lnTo>
                  <a:pt x="239267" y="149351"/>
                </a:lnTo>
                <a:lnTo>
                  <a:pt x="50291" y="149351"/>
                </a:lnTo>
                <a:lnTo>
                  <a:pt x="22859" y="155447"/>
                </a:lnTo>
                <a:close/>
              </a:path>
              <a:path w="562610" h="550544">
                <a:moveTo>
                  <a:pt x="413004" y="233171"/>
                </a:moveTo>
                <a:lnTo>
                  <a:pt x="382524" y="233171"/>
                </a:lnTo>
                <a:lnTo>
                  <a:pt x="382524" y="131063"/>
                </a:lnTo>
                <a:lnTo>
                  <a:pt x="413004" y="131063"/>
                </a:lnTo>
                <a:lnTo>
                  <a:pt x="413004" y="233171"/>
                </a:lnTo>
                <a:close/>
              </a:path>
              <a:path w="562610" h="550544">
                <a:moveTo>
                  <a:pt x="30479" y="356615"/>
                </a:moveTo>
                <a:lnTo>
                  <a:pt x="0" y="315467"/>
                </a:lnTo>
                <a:lnTo>
                  <a:pt x="18811" y="308062"/>
                </a:lnTo>
                <a:lnTo>
                  <a:pt x="43053" y="297370"/>
                </a:lnTo>
                <a:lnTo>
                  <a:pt x="72437" y="283535"/>
                </a:lnTo>
                <a:lnTo>
                  <a:pt x="106679" y="266699"/>
                </a:lnTo>
                <a:lnTo>
                  <a:pt x="106679" y="149351"/>
                </a:lnTo>
                <a:lnTo>
                  <a:pt x="138683" y="149351"/>
                </a:lnTo>
                <a:lnTo>
                  <a:pt x="138683" y="252983"/>
                </a:lnTo>
                <a:lnTo>
                  <a:pt x="171011" y="252983"/>
                </a:lnTo>
                <a:lnTo>
                  <a:pt x="138683" y="274319"/>
                </a:lnTo>
                <a:lnTo>
                  <a:pt x="138683" y="291083"/>
                </a:lnTo>
                <a:lnTo>
                  <a:pt x="106679" y="291083"/>
                </a:lnTo>
                <a:lnTo>
                  <a:pt x="58459" y="326231"/>
                </a:lnTo>
                <a:lnTo>
                  <a:pt x="44195" y="336803"/>
                </a:lnTo>
                <a:lnTo>
                  <a:pt x="30479" y="356615"/>
                </a:lnTo>
                <a:close/>
              </a:path>
              <a:path w="562610" h="550544">
                <a:moveTo>
                  <a:pt x="256031" y="550163"/>
                </a:moveTo>
                <a:lnTo>
                  <a:pt x="256905" y="501395"/>
                </a:lnTo>
                <a:lnTo>
                  <a:pt x="257275" y="451103"/>
                </a:lnTo>
                <a:lnTo>
                  <a:pt x="257436" y="402260"/>
                </a:lnTo>
                <a:lnTo>
                  <a:pt x="257555" y="198119"/>
                </a:lnTo>
                <a:lnTo>
                  <a:pt x="289559" y="198119"/>
                </a:lnTo>
                <a:lnTo>
                  <a:pt x="289559" y="233171"/>
                </a:lnTo>
                <a:lnTo>
                  <a:pt x="522732" y="233171"/>
                </a:lnTo>
                <a:lnTo>
                  <a:pt x="537972" y="248411"/>
                </a:lnTo>
                <a:lnTo>
                  <a:pt x="289559" y="248411"/>
                </a:lnTo>
                <a:lnTo>
                  <a:pt x="289559" y="356615"/>
                </a:lnTo>
                <a:lnTo>
                  <a:pt x="533399" y="356615"/>
                </a:lnTo>
                <a:lnTo>
                  <a:pt x="547115" y="370332"/>
                </a:lnTo>
                <a:lnTo>
                  <a:pt x="289559" y="370332"/>
                </a:lnTo>
                <a:lnTo>
                  <a:pt x="289559" y="483107"/>
                </a:lnTo>
                <a:lnTo>
                  <a:pt x="548640" y="483107"/>
                </a:lnTo>
                <a:lnTo>
                  <a:pt x="562356" y="496823"/>
                </a:lnTo>
                <a:lnTo>
                  <a:pt x="289559" y="496823"/>
                </a:lnTo>
                <a:lnTo>
                  <a:pt x="289559" y="534923"/>
                </a:lnTo>
                <a:lnTo>
                  <a:pt x="256031" y="550163"/>
                </a:lnTo>
                <a:close/>
              </a:path>
              <a:path w="562610" h="550544">
                <a:moveTo>
                  <a:pt x="522732" y="233171"/>
                </a:moveTo>
                <a:lnTo>
                  <a:pt x="470915" y="233171"/>
                </a:lnTo>
                <a:lnTo>
                  <a:pt x="496824" y="207263"/>
                </a:lnTo>
                <a:lnTo>
                  <a:pt x="522732" y="233171"/>
                </a:lnTo>
                <a:close/>
              </a:path>
              <a:path w="562610" h="550544">
                <a:moveTo>
                  <a:pt x="171011" y="252983"/>
                </a:moveTo>
                <a:lnTo>
                  <a:pt x="138683" y="252983"/>
                </a:lnTo>
                <a:lnTo>
                  <a:pt x="210311" y="216407"/>
                </a:lnTo>
                <a:lnTo>
                  <a:pt x="214883" y="224027"/>
                </a:lnTo>
                <a:lnTo>
                  <a:pt x="171011" y="252983"/>
                </a:lnTo>
                <a:close/>
              </a:path>
              <a:path w="562610" h="550544">
                <a:moveTo>
                  <a:pt x="413004" y="356615"/>
                </a:moveTo>
                <a:lnTo>
                  <a:pt x="382524" y="356615"/>
                </a:lnTo>
                <a:lnTo>
                  <a:pt x="382524" y="248411"/>
                </a:lnTo>
                <a:lnTo>
                  <a:pt x="413004" y="248411"/>
                </a:lnTo>
                <a:lnTo>
                  <a:pt x="413004" y="356615"/>
                </a:lnTo>
                <a:close/>
              </a:path>
              <a:path w="562610" h="550544">
                <a:moveTo>
                  <a:pt x="136879" y="498681"/>
                </a:moveTo>
                <a:lnTo>
                  <a:pt x="85915" y="498681"/>
                </a:lnTo>
                <a:lnTo>
                  <a:pt x="94488" y="498347"/>
                </a:lnTo>
                <a:lnTo>
                  <a:pt x="100250" y="496014"/>
                </a:lnTo>
                <a:lnTo>
                  <a:pt x="104012" y="491108"/>
                </a:lnTo>
                <a:lnTo>
                  <a:pt x="106060" y="483346"/>
                </a:lnTo>
                <a:lnTo>
                  <a:pt x="106679" y="472439"/>
                </a:lnTo>
                <a:lnTo>
                  <a:pt x="106679" y="291083"/>
                </a:lnTo>
                <a:lnTo>
                  <a:pt x="138683" y="291083"/>
                </a:lnTo>
                <a:lnTo>
                  <a:pt x="138683" y="489203"/>
                </a:lnTo>
                <a:lnTo>
                  <a:pt x="136879" y="498681"/>
                </a:lnTo>
                <a:close/>
              </a:path>
              <a:path w="562610" h="550544">
                <a:moveTo>
                  <a:pt x="533399" y="356615"/>
                </a:moveTo>
                <a:lnTo>
                  <a:pt x="475488" y="356615"/>
                </a:lnTo>
                <a:lnTo>
                  <a:pt x="504444" y="327659"/>
                </a:lnTo>
                <a:lnTo>
                  <a:pt x="533399" y="356615"/>
                </a:lnTo>
                <a:close/>
              </a:path>
              <a:path w="562610" h="550544">
                <a:moveTo>
                  <a:pt x="413004" y="483107"/>
                </a:moveTo>
                <a:lnTo>
                  <a:pt x="382524" y="483107"/>
                </a:lnTo>
                <a:lnTo>
                  <a:pt x="382524" y="370332"/>
                </a:lnTo>
                <a:lnTo>
                  <a:pt x="413004" y="370332"/>
                </a:lnTo>
                <a:lnTo>
                  <a:pt x="413004" y="483107"/>
                </a:lnTo>
                <a:close/>
              </a:path>
              <a:path w="562610" h="550544">
                <a:moveTo>
                  <a:pt x="548640" y="483107"/>
                </a:moveTo>
                <a:lnTo>
                  <a:pt x="484632" y="483107"/>
                </a:lnTo>
                <a:lnTo>
                  <a:pt x="516636" y="451103"/>
                </a:lnTo>
                <a:lnTo>
                  <a:pt x="548640" y="483107"/>
                </a:lnTo>
                <a:close/>
              </a:path>
              <a:path w="562610" h="550544">
                <a:moveTo>
                  <a:pt x="89915" y="550163"/>
                </a:moveTo>
                <a:lnTo>
                  <a:pt x="86772" y="536971"/>
                </a:lnTo>
                <a:lnTo>
                  <a:pt x="75056" y="524636"/>
                </a:lnTo>
                <a:lnTo>
                  <a:pt x="54768" y="512873"/>
                </a:lnTo>
                <a:lnTo>
                  <a:pt x="25907" y="501395"/>
                </a:lnTo>
                <a:lnTo>
                  <a:pt x="25907" y="492251"/>
                </a:lnTo>
                <a:lnTo>
                  <a:pt x="71627" y="497585"/>
                </a:lnTo>
                <a:lnTo>
                  <a:pt x="85915" y="498681"/>
                </a:lnTo>
                <a:lnTo>
                  <a:pt x="136879" y="498681"/>
                </a:lnTo>
                <a:lnTo>
                  <a:pt x="134707" y="510087"/>
                </a:lnTo>
                <a:lnTo>
                  <a:pt x="125158" y="527113"/>
                </a:lnTo>
                <a:lnTo>
                  <a:pt x="110180" y="540424"/>
                </a:lnTo>
                <a:lnTo>
                  <a:pt x="89915" y="550163"/>
                </a:lnTo>
                <a:close/>
              </a:path>
            </a:pathLst>
          </a:custGeom>
          <a:solidFill>
            <a:srgbClr val="3333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" name="object 6"/>
          <p:cNvSpPr/>
          <p:nvPr/>
        </p:nvSpPr>
        <p:spPr>
          <a:xfrm>
            <a:off x="2328672" y="1272539"/>
            <a:ext cx="551815" cy="561340"/>
          </a:xfrm>
          <a:custGeom>
            <a:avLst/>
            <a:gdLst/>
            <a:ahLst/>
            <a:cxnLst/>
            <a:rect l="l" t="t" r="r" b="b"/>
            <a:pathLst>
              <a:path w="551814" h="561339">
                <a:moveTo>
                  <a:pt x="306109" y="95654"/>
                </a:moveTo>
                <a:lnTo>
                  <a:pt x="300799" y="92392"/>
                </a:lnTo>
                <a:lnTo>
                  <a:pt x="296346" y="84843"/>
                </a:lnTo>
                <a:lnTo>
                  <a:pt x="292608" y="73152"/>
                </a:lnTo>
                <a:lnTo>
                  <a:pt x="287750" y="58840"/>
                </a:lnTo>
                <a:lnTo>
                  <a:pt x="280035" y="43243"/>
                </a:lnTo>
                <a:lnTo>
                  <a:pt x="269462" y="26217"/>
                </a:lnTo>
                <a:lnTo>
                  <a:pt x="256032" y="7620"/>
                </a:lnTo>
                <a:lnTo>
                  <a:pt x="263652" y="0"/>
                </a:lnTo>
                <a:lnTo>
                  <a:pt x="303657" y="24955"/>
                </a:lnTo>
                <a:lnTo>
                  <a:pt x="330708" y="54864"/>
                </a:lnTo>
                <a:lnTo>
                  <a:pt x="330708" y="67056"/>
                </a:lnTo>
                <a:lnTo>
                  <a:pt x="312420" y="94488"/>
                </a:lnTo>
                <a:lnTo>
                  <a:pt x="306109" y="95654"/>
                </a:lnTo>
                <a:close/>
              </a:path>
              <a:path w="551814" h="561339">
                <a:moveTo>
                  <a:pt x="536448" y="100584"/>
                </a:moveTo>
                <a:lnTo>
                  <a:pt x="464820" y="100584"/>
                </a:lnTo>
                <a:lnTo>
                  <a:pt x="501396" y="65532"/>
                </a:lnTo>
                <a:lnTo>
                  <a:pt x="536448" y="100584"/>
                </a:lnTo>
                <a:close/>
              </a:path>
              <a:path w="551814" h="561339">
                <a:moveTo>
                  <a:pt x="7620" y="560832"/>
                </a:moveTo>
                <a:lnTo>
                  <a:pt x="0" y="556260"/>
                </a:lnTo>
                <a:lnTo>
                  <a:pt x="23001" y="514858"/>
                </a:lnTo>
                <a:lnTo>
                  <a:pt x="41768" y="471424"/>
                </a:lnTo>
                <a:lnTo>
                  <a:pt x="56388" y="425958"/>
                </a:lnTo>
                <a:lnTo>
                  <a:pt x="66943" y="378460"/>
                </a:lnTo>
                <a:lnTo>
                  <a:pt x="73518" y="328930"/>
                </a:lnTo>
                <a:lnTo>
                  <a:pt x="76200" y="277367"/>
                </a:lnTo>
                <a:lnTo>
                  <a:pt x="76183" y="252545"/>
                </a:lnTo>
                <a:lnTo>
                  <a:pt x="76057" y="188829"/>
                </a:lnTo>
                <a:lnTo>
                  <a:pt x="75819" y="147828"/>
                </a:lnTo>
                <a:lnTo>
                  <a:pt x="74914" y="105489"/>
                </a:lnTo>
                <a:lnTo>
                  <a:pt x="73152" y="77724"/>
                </a:lnTo>
                <a:lnTo>
                  <a:pt x="112776" y="100584"/>
                </a:lnTo>
                <a:lnTo>
                  <a:pt x="536448" y="100584"/>
                </a:lnTo>
                <a:lnTo>
                  <a:pt x="551688" y="115824"/>
                </a:lnTo>
                <a:lnTo>
                  <a:pt x="111252" y="115824"/>
                </a:lnTo>
                <a:lnTo>
                  <a:pt x="111422" y="188829"/>
                </a:lnTo>
                <a:lnTo>
                  <a:pt x="110057" y="252545"/>
                </a:lnTo>
                <a:lnTo>
                  <a:pt x="107082" y="307189"/>
                </a:lnTo>
                <a:lnTo>
                  <a:pt x="102424" y="352982"/>
                </a:lnTo>
                <a:lnTo>
                  <a:pt x="84558" y="430744"/>
                </a:lnTo>
                <a:lnTo>
                  <a:pt x="66103" y="472630"/>
                </a:lnTo>
                <a:lnTo>
                  <a:pt x="40505" y="515945"/>
                </a:lnTo>
                <a:lnTo>
                  <a:pt x="7620" y="560832"/>
                </a:lnTo>
                <a:close/>
              </a:path>
            </a:pathLst>
          </a:custGeom>
          <a:solidFill>
            <a:srgbClr val="3333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" name="object 7"/>
          <p:cNvSpPr/>
          <p:nvPr/>
        </p:nvSpPr>
        <p:spPr>
          <a:xfrm>
            <a:off x="1751075" y="2552700"/>
            <a:ext cx="155575" cy="155575"/>
          </a:xfrm>
          <a:custGeom>
            <a:avLst/>
            <a:gdLst/>
            <a:ahLst/>
            <a:cxnLst/>
            <a:rect l="l" t="t" r="r" b="b"/>
            <a:pathLst>
              <a:path w="155575" h="155575">
                <a:moveTo>
                  <a:pt x="155448" y="155448"/>
                </a:moveTo>
                <a:lnTo>
                  <a:pt x="0" y="155448"/>
                </a:lnTo>
                <a:lnTo>
                  <a:pt x="0" y="0"/>
                </a:lnTo>
                <a:lnTo>
                  <a:pt x="155448" y="0"/>
                </a:lnTo>
                <a:lnTo>
                  <a:pt x="155448" y="155448"/>
                </a:lnTo>
                <a:close/>
              </a:path>
            </a:pathLst>
          </a:custGeom>
          <a:solidFill>
            <a:srgbClr val="3333C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2119871" y="2369819"/>
            <a:ext cx="853440" cy="401320"/>
          </a:xfrm>
          <a:custGeom>
            <a:avLst/>
            <a:gdLst/>
            <a:ahLst/>
            <a:cxnLst/>
            <a:rect l="l" t="t" r="r" b="b"/>
            <a:pathLst>
              <a:path w="853439" h="401319">
                <a:moveTo>
                  <a:pt x="138684" y="25908"/>
                </a:moveTo>
                <a:lnTo>
                  <a:pt x="105156" y="1524"/>
                </a:lnTo>
                <a:lnTo>
                  <a:pt x="99466" y="18605"/>
                </a:lnTo>
                <a:lnTo>
                  <a:pt x="91630" y="39814"/>
                </a:lnTo>
                <a:lnTo>
                  <a:pt x="70104" y="92964"/>
                </a:lnTo>
                <a:lnTo>
                  <a:pt x="39052" y="154686"/>
                </a:lnTo>
                <a:lnTo>
                  <a:pt x="0" y="216408"/>
                </a:lnTo>
                <a:lnTo>
                  <a:pt x="6096" y="222504"/>
                </a:lnTo>
                <a:lnTo>
                  <a:pt x="22656" y="203339"/>
                </a:lnTo>
                <a:lnTo>
                  <a:pt x="37909" y="184594"/>
                </a:lnTo>
                <a:lnTo>
                  <a:pt x="51752" y="166141"/>
                </a:lnTo>
                <a:lnTo>
                  <a:pt x="64008" y="147828"/>
                </a:lnTo>
                <a:lnTo>
                  <a:pt x="63906" y="339852"/>
                </a:lnTo>
                <a:lnTo>
                  <a:pt x="63817" y="350520"/>
                </a:lnTo>
                <a:lnTo>
                  <a:pt x="63373" y="374523"/>
                </a:lnTo>
                <a:lnTo>
                  <a:pt x="62484" y="400812"/>
                </a:lnTo>
                <a:lnTo>
                  <a:pt x="89916" y="388620"/>
                </a:lnTo>
                <a:lnTo>
                  <a:pt x="89687" y="370078"/>
                </a:lnTo>
                <a:lnTo>
                  <a:pt x="89154" y="353377"/>
                </a:lnTo>
                <a:lnTo>
                  <a:pt x="88633" y="338696"/>
                </a:lnTo>
                <a:lnTo>
                  <a:pt x="88442" y="328803"/>
                </a:lnTo>
                <a:lnTo>
                  <a:pt x="88392" y="147828"/>
                </a:lnTo>
                <a:lnTo>
                  <a:pt x="88392" y="140208"/>
                </a:lnTo>
                <a:lnTo>
                  <a:pt x="100584" y="131064"/>
                </a:lnTo>
                <a:lnTo>
                  <a:pt x="83820" y="118872"/>
                </a:lnTo>
                <a:lnTo>
                  <a:pt x="92443" y="102044"/>
                </a:lnTo>
                <a:lnTo>
                  <a:pt x="100203" y="85915"/>
                </a:lnTo>
                <a:lnTo>
                  <a:pt x="107403" y="70662"/>
                </a:lnTo>
                <a:lnTo>
                  <a:pt x="114300" y="56388"/>
                </a:lnTo>
                <a:lnTo>
                  <a:pt x="120904" y="44983"/>
                </a:lnTo>
                <a:lnTo>
                  <a:pt x="127063" y="36004"/>
                </a:lnTo>
                <a:lnTo>
                  <a:pt x="132956" y="29603"/>
                </a:lnTo>
                <a:lnTo>
                  <a:pt x="138684" y="25908"/>
                </a:lnTo>
                <a:close/>
              </a:path>
              <a:path w="853439" h="401319">
                <a:moveTo>
                  <a:pt x="376428" y="51816"/>
                </a:moveTo>
                <a:lnTo>
                  <a:pt x="369112" y="45720"/>
                </a:lnTo>
                <a:lnTo>
                  <a:pt x="348996" y="28956"/>
                </a:lnTo>
                <a:lnTo>
                  <a:pt x="335280" y="42672"/>
                </a:lnTo>
                <a:lnTo>
                  <a:pt x="335280" y="56388"/>
                </a:lnTo>
                <a:lnTo>
                  <a:pt x="335280" y="161544"/>
                </a:lnTo>
                <a:lnTo>
                  <a:pt x="335280" y="172212"/>
                </a:lnTo>
                <a:lnTo>
                  <a:pt x="335280" y="265176"/>
                </a:lnTo>
                <a:lnTo>
                  <a:pt x="187452" y="265176"/>
                </a:lnTo>
                <a:lnTo>
                  <a:pt x="187452" y="172212"/>
                </a:lnTo>
                <a:lnTo>
                  <a:pt x="335280" y="172212"/>
                </a:lnTo>
                <a:lnTo>
                  <a:pt x="335280" y="161544"/>
                </a:lnTo>
                <a:lnTo>
                  <a:pt x="187452" y="161544"/>
                </a:lnTo>
                <a:lnTo>
                  <a:pt x="187452" y="56388"/>
                </a:lnTo>
                <a:lnTo>
                  <a:pt x="335280" y="56388"/>
                </a:lnTo>
                <a:lnTo>
                  <a:pt x="335280" y="42672"/>
                </a:lnTo>
                <a:lnTo>
                  <a:pt x="332232" y="45720"/>
                </a:lnTo>
                <a:lnTo>
                  <a:pt x="187452" y="45720"/>
                </a:lnTo>
                <a:lnTo>
                  <a:pt x="161544" y="30480"/>
                </a:lnTo>
                <a:lnTo>
                  <a:pt x="162433" y="51054"/>
                </a:lnTo>
                <a:lnTo>
                  <a:pt x="162877" y="69342"/>
                </a:lnTo>
                <a:lnTo>
                  <a:pt x="163055" y="85344"/>
                </a:lnTo>
                <a:lnTo>
                  <a:pt x="163017" y="265176"/>
                </a:lnTo>
                <a:lnTo>
                  <a:pt x="162877" y="279273"/>
                </a:lnTo>
                <a:lnTo>
                  <a:pt x="162433" y="297853"/>
                </a:lnTo>
                <a:lnTo>
                  <a:pt x="161544" y="316992"/>
                </a:lnTo>
                <a:lnTo>
                  <a:pt x="187452" y="307848"/>
                </a:lnTo>
                <a:lnTo>
                  <a:pt x="187452" y="275844"/>
                </a:lnTo>
                <a:lnTo>
                  <a:pt x="335280" y="275844"/>
                </a:lnTo>
                <a:lnTo>
                  <a:pt x="335280" y="309372"/>
                </a:lnTo>
                <a:lnTo>
                  <a:pt x="361188" y="298704"/>
                </a:lnTo>
                <a:lnTo>
                  <a:pt x="360946" y="275844"/>
                </a:lnTo>
                <a:lnTo>
                  <a:pt x="360667" y="265176"/>
                </a:lnTo>
                <a:lnTo>
                  <a:pt x="360426" y="256603"/>
                </a:lnTo>
                <a:lnTo>
                  <a:pt x="359905" y="240207"/>
                </a:lnTo>
                <a:lnTo>
                  <a:pt x="359664" y="227076"/>
                </a:lnTo>
                <a:lnTo>
                  <a:pt x="359664" y="172212"/>
                </a:lnTo>
                <a:lnTo>
                  <a:pt x="359664" y="161544"/>
                </a:lnTo>
                <a:lnTo>
                  <a:pt x="359664" y="64008"/>
                </a:lnTo>
                <a:lnTo>
                  <a:pt x="370141" y="56388"/>
                </a:lnTo>
                <a:lnTo>
                  <a:pt x="376428" y="51816"/>
                </a:lnTo>
                <a:close/>
              </a:path>
              <a:path w="853439" h="401319">
                <a:moveTo>
                  <a:pt x="413004" y="373380"/>
                </a:moveTo>
                <a:lnTo>
                  <a:pt x="379476" y="339852"/>
                </a:lnTo>
                <a:lnTo>
                  <a:pt x="356616" y="362712"/>
                </a:lnTo>
                <a:lnTo>
                  <a:pt x="106680" y="362712"/>
                </a:lnTo>
                <a:lnTo>
                  <a:pt x="121920" y="377952"/>
                </a:lnTo>
                <a:lnTo>
                  <a:pt x="131572" y="375958"/>
                </a:lnTo>
                <a:lnTo>
                  <a:pt x="141922" y="374523"/>
                </a:lnTo>
                <a:lnTo>
                  <a:pt x="152577" y="373672"/>
                </a:lnTo>
                <a:lnTo>
                  <a:pt x="163068" y="373380"/>
                </a:lnTo>
                <a:lnTo>
                  <a:pt x="413004" y="373380"/>
                </a:lnTo>
                <a:close/>
              </a:path>
              <a:path w="853439" h="401319">
                <a:moveTo>
                  <a:pt x="769620" y="21336"/>
                </a:moveTo>
                <a:lnTo>
                  <a:pt x="763752" y="16764"/>
                </a:lnTo>
                <a:lnTo>
                  <a:pt x="742188" y="0"/>
                </a:lnTo>
                <a:lnTo>
                  <a:pt x="729996" y="13411"/>
                </a:lnTo>
                <a:lnTo>
                  <a:pt x="729996" y="27432"/>
                </a:lnTo>
                <a:lnTo>
                  <a:pt x="729996" y="77724"/>
                </a:lnTo>
                <a:lnTo>
                  <a:pt x="729996" y="88392"/>
                </a:lnTo>
                <a:lnTo>
                  <a:pt x="729996" y="140208"/>
                </a:lnTo>
                <a:lnTo>
                  <a:pt x="579120" y="140208"/>
                </a:lnTo>
                <a:lnTo>
                  <a:pt x="579120" y="88392"/>
                </a:lnTo>
                <a:lnTo>
                  <a:pt x="729996" y="88392"/>
                </a:lnTo>
                <a:lnTo>
                  <a:pt x="729996" y="77724"/>
                </a:lnTo>
                <a:lnTo>
                  <a:pt x="579120" y="77724"/>
                </a:lnTo>
                <a:lnTo>
                  <a:pt x="579120" y="27432"/>
                </a:lnTo>
                <a:lnTo>
                  <a:pt x="729996" y="27432"/>
                </a:lnTo>
                <a:lnTo>
                  <a:pt x="729996" y="13411"/>
                </a:lnTo>
                <a:lnTo>
                  <a:pt x="726948" y="16764"/>
                </a:lnTo>
                <a:lnTo>
                  <a:pt x="580644" y="16764"/>
                </a:lnTo>
                <a:lnTo>
                  <a:pt x="553212" y="1524"/>
                </a:lnTo>
                <a:lnTo>
                  <a:pt x="554101" y="24345"/>
                </a:lnTo>
                <a:lnTo>
                  <a:pt x="554545" y="46863"/>
                </a:lnTo>
                <a:lnTo>
                  <a:pt x="554723" y="68821"/>
                </a:lnTo>
                <a:lnTo>
                  <a:pt x="554697" y="113919"/>
                </a:lnTo>
                <a:lnTo>
                  <a:pt x="554545" y="133350"/>
                </a:lnTo>
                <a:lnTo>
                  <a:pt x="554101" y="155067"/>
                </a:lnTo>
                <a:lnTo>
                  <a:pt x="553212" y="176784"/>
                </a:lnTo>
                <a:lnTo>
                  <a:pt x="579120" y="166116"/>
                </a:lnTo>
                <a:lnTo>
                  <a:pt x="579120" y="150876"/>
                </a:lnTo>
                <a:lnTo>
                  <a:pt x="729996" y="150876"/>
                </a:lnTo>
                <a:lnTo>
                  <a:pt x="729996" y="173736"/>
                </a:lnTo>
                <a:lnTo>
                  <a:pt x="755904" y="160020"/>
                </a:lnTo>
                <a:lnTo>
                  <a:pt x="755789" y="150876"/>
                </a:lnTo>
                <a:lnTo>
                  <a:pt x="755650" y="140208"/>
                </a:lnTo>
                <a:lnTo>
                  <a:pt x="755142" y="113919"/>
                </a:lnTo>
                <a:lnTo>
                  <a:pt x="754773" y="88392"/>
                </a:lnTo>
                <a:lnTo>
                  <a:pt x="754621" y="77724"/>
                </a:lnTo>
                <a:lnTo>
                  <a:pt x="754380" y="33528"/>
                </a:lnTo>
                <a:lnTo>
                  <a:pt x="762000" y="27432"/>
                </a:lnTo>
                <a:lnTo>
                  <a:pt x="769620" y="21336"/>
                </a:lnTo>
                <a:close/>
              </a:path>
              <a:path w="853439" h="401319">
                <a:moveTo>
                  <a:pt x="853440" y="352044"/>
                </a:moveTo>
                <a:lnTo>
                  <a:pt x="833755" y="354698"/>
                </a:lnTo>
                <a:lnTo>
                  <a:pt x="811339" y="356044"/>
                </a:lnTo>
                <a:lnTo>
                  <a:pt x="786371" y="356552"/>
                </a:lnTo>
                <a:lnTo>
                  <a:pt x="758952" y="356616"/>
                </a:lnTo>
                <a:lnTo>
                  <a:pt x="731189" y="356044"/>
                </a:lnTo>
                <a:lnTo>
                  <a:pt x="707136" y="354330"/>
                </a:lnTo>
                <a:lnTo>
                  <a:pt x="686523" y="351472"/>
                </a:lnTo>
                <a:lnTo>
                  <a:pt x="669036" y="347472"/>
                </a:lnTo>
                <a:lnTo>
                  <a:pt x="669036" y="339852"/>
                </a:lnTo>
                <a:lnTo>
                  <a:pt x="669036" y="275844"/>
                </a:lnTo>
                <a:lnTo>
                  <a:pt x="815340" y="275844"/>
                </a:lnTo>
                <a:lnTo>
                  <a:pt x="804672" y="265176"/>
                </a:lnTo>
                <a:lnTo>
                  <a:pt x="781812" y="242316"/>
                </a:lnTo>
                <a:lnTo>
                  <a:pt x="760476" y="265176"/>
                </a:lnTo>
                <a:lnTo>
                  <a:pt x="669036" y="265176"/>
                </a:lnTo>
                <a:lnTo>
                  <a:pt x="669036" y="205740"/>
                </a:lnTo>
                <a:lnTo>
                  <a:pt x="845820" y="205740"/>
                </a:lnTo>
                <a:lnTo>
                  <a:pt x="809244" y="169164"/>
                </a:lnTo>
                <a:lnTo>
                  <a:pt x="781812" y="196596"/>
                </a:lnTo>
                <a:lnTo>
                  <a:pt x="460248" y="196596"/>
                </a:lnTo>
                <a:lnTo>
                  <a:pt x="477012" y="211836"/>
                </a:lnTo>
                <a:lnTo>
                  <a:pt x="486448" y="208965"/>
                </a:lnTo>
                <a:lnTo>
                  <a:pt x="496443" y="207073"/>
                </a:lnTo>
                <a:lnTo>
                  <a:pt x="507022" y="206057"/>
                </a:lnTo>
                <a:lnTo>
                  <a:pt x="518160" y="205740"/>
                </a:lnTo>
                <a:lnTo>
                  <a:pt x="644652" y="205740"/>
                </a:lnTo>
                <a:lnTo>
                  <a:pt x="644652" y="339852"/>
                </a:lnTo>
                <a:lnTo>
                  <a:pt x="619556" y="327571"/>
                </a:lnTo>
                <a:lnTo>
                  <a:pt x="597027" y="313563"/>
                </a:lnTo>
                <a:lnTo>
                  <a:pt x="577367" y="297853"/>
                </a:lnTo>
                <a:lnTo>
                  <a:pt x="569506" y="289560"/>
                </a:lnTo>
                <a:lnTo>
                  <a:pt x="560832" y="280416"/>
                </a:lnTo>
                <a:lnTo>
                  <a:pt x="564883" y="271843"/>
                </a:lnTo>
                <a:lnTo>
                  <a:pt x="568071" y="264414"/>
                </a:lnTo>
                <a:lnTo>
                  <a:pt x="570699" y="258127"/>
                </a:lnTo>
                <a:lnTo>
                  <a:pt x="573024" y="252984"/>
                </a:lnTo>
                <a:lnTo>
                  <a:pt x="577596" y="246888"/>
                </a:lnTo>
                <a:lnTo>
                  <a:pt x="582168" y="242316"/>
                </a:lnTo>
                <a:lnTo>
                  <a:pt x="589788" y="237744"/>
                </a:lnTo>
                <a:lnTo>
                  <a:pt x="551688" y="214884"/>
                </a:lnTo>
                <a:lnTo>
                  <a:pt x="537972" y="269468"/>
                </a:lnTo>
                <a:lnTo>
                  <a:pt x="517398" y="316611"/>
                </a:lnTo>
                <a:lnTo>
                  <a:pt x="489966" y="356336"/>
                </a:lnTo>
                <a:lnTo>
                  <a:pt x="455676" y="388620"/>
                </a:lnTo>
                <a:lnTo>
                  <a:pt x="458724" y="394716"/>
                </a:lnTo>
                <a:lnTo>
                  <a:pt x="488975" y="376148"/>
                </a:lnTo>
                <a:lnTo>
                  <a:pt x="515493" y="352425"/>
                </a:lnTo>
                <a:lnTo>
                  <a:pt x="538022" y="323570"/>
                </a:lnTo>
                <a:lnTo>
                  <a:pt x="556260" y="289560"/>
                </a:lnTo>
                <a:lnTo>
                  <a:pt x="567080" y="302971"/>
                </a:lnTo>
                <a:lnTo>
                  <a:pt x="603504" y="338328"/>
                </a:lnTo>
                <a:lnTo>
                  <a:pt x="653021" y="365340"/>
                </a:lnTo>
                <a:lnTo>
                  <a:pt x="699020" y="378129"/>
                </a:lnTo>
                <a:lnTo>
                  <a:pt x="771550" y="386651"/>
                </a:lnTo>
                <a:lnTo>
                  <a:pt x="818388" y="388620"/>
                </a:lnTo>
                <a:lnTo>
                  <a:pt x="822375" y="379196"/>
                </a:lnTo>
                <a:lnTo>
                  <a:pt x="829627" y="371475"/>
                </a:lnTo>
                <a:lnTo>
                  <a:pt x="840041" y="365480"/>
                </a:lnTo>
                <a:lnTo>
                  <a:pt x="853440" y="361188"/>
                </a:lnTo>
                <a:lnTo>
                  <a:pt x="853440" y="356616"/>
                </a:lnTo>
                <a:lnTo>
                  <a:pt x="853440" y="35204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3020568" y="2371343"/>
            <a:ext cx="843280" cy="394970"/>
          </a:xfrm>
          <a:custGeom>
            <a:avLst/>
            <a:gdLst/>
            <a:ahLst/>
            <a:cxnLst/>
            <a:rect l="l" t="t" r="r" b="b"/>
            <a:pathLst>
              <a:path w="843279" h="394969">
                <a:moveTo>
                  <a:pt x="385572" y="252996"/>
                </a:moveTo>
                <a:lnTo>
                  <a:pt x="362902" y="213220"/>
                </a:lnTo>
                <a:lnTo>
                  <a:pt x="301180" y="168554"/>
                </a:lnTo>
                <a:lnTo>
                  <a:pt x="251460" y="135648"/>
                </a:lnTo>
                <a:lnTo>
                  <a:pt x="246888" y="140220"/>
                </a:lnTo>
                <a:lnTo>
                  <a:pt x="284289" y="175387"/>
                </a:lnTo>
                <a:lnTo>
                  <a:pt x="314134" y="205562"/>
                </a:lnTo>
                <a:lnTo>
                  <a:pt x="336245" y="230873"/>
                </a:lnTo>
                <a:lnTo>
                  <a:pt x="350520" y="251472"/>
                </a:lnTo>
                <a:lnTo>
                  <a:pt x="357060" y="263474"/>
                </a:lnTo>
                <a:lnTo>
                  <a:pt x="362902" y="272046"/>
                </a:lnTo>
                <a:lnTo>
                  <a:pt x="367868" y="277190"/>
                </a:lnTo>
                <a:lnTo>
                  <a:pt x="371856" y="278904"/>
                </a:lnTo>
                <a:lnTo>
                  <a:pt x="374904" y="278904"/>
                </a:lnTo>
                <a:lnTo>
                  <a:pt x="376428" y="275856"/>
                </a:lnTo>
                <a:lnTo>
                  <a:pt x="380974" y="269773"/>
                </a:lnTo>
                <a:lnTo>
                  <a:pt x="384048" y="263664"/>
                </a:lnTo>
                <a:lnTo>
                  <a:pt x="385572" y="257568"/>
                </a:lnTo>
                <a:lnTo>
                  <a:pt x="385572" y="252996"/>
                </a:lnTo>
                <a:close/>
              </a:path>
              <a:path w="843279" h="394969">
                <a:moveTo>
                  <a:pt x="396240" y="36588"/>
                </a:moveTo>
                <a:lnTo>
                  <a:pt x="359664" y="12"/>
                </a:lnTo>
                <a:lnTo>
                  <a:pt x="333756" y="25920"/>
                </a:lnTo>
                <a:lnTo>
                  <a:pt x="3048" y="25920"/>
                </a:lnTo>
                <a:lnTo>
                  <a:pt x="18288" y="41160"/>
                </a:lnTo>
                <a:lnTo>
                  <a:pt x="28587" y="39154"/>
                </a:lnTo>
                <a:lnTo>
                  <a:pt x="39052" y="37731"/>
                </a:lnTo>
                <a:lnTo>
                  <a:pt x="49784" y="36868"/>
                </a:lnTo>
                <a:lnTo>
                  <a:pt x="60960" y="36588"/>
                </a:lnTo>
                <a:lnTo>
                  <a:pt x="196596" y="36588"/>
                </a:lnTo>
                <a:lnTo>
                  <a:pt x="178308" y="77470"/>
                </a:lnTo>
                <a:lnTo>
                  <a:pt x="157734" y="115646"/>
                </a:lnTo>
                <a:lnTo>
                  <a:pt x="134874" y="151244"/>
                </a:lnTo>
                <a:lnTo>
                  <a:pt x="109728" y="184416"/>
                </a:lnTo>
                <a:lnTo>
                  <a:pt x="83146" y="214985"/>
                </a:lnTo>
                <a:lnTo>
                  <a:pt x="56007" y="242709"/>
                </a:lnTo>
                <a:lnTo>
                  <a:pt x="0" y="289572"/>
                </a:lnTo>
                <a:lnTo>
                  <a:pt x="3048" y="297192"/>
                </a:lnTo>
                <a:lnTo>
                  <a:pt x="46037" y="269773"/>
                </a:lnTo>
                <a:lnTo>
                  <a:pt x="85534" y="238861"/>
                </a:lnTo>
                <a:lnTo>
                  <a:pt x="121653" y="204571"/>
                </a:lnTo>
                <a:lnTo>
                  <a:pt x="154559" y="167068"/>
                </a:lnTo>
                <a:lnTo>
                  <a:pt x="184404" y="126504"/>
                </a:lnTo>
                <a:lnTo>
                  <a:pt x="184302" y="289572"/>
                </a:lnTo>
                <a:lnTo>
                  <a:pt x="184162" y="304927"/>
                </a:lnTo>
                <a:lnTo>
                  <a:pt x="183756" y="326593"/>
                </a:lnTo>
                <a:lnTo>
                  <a:pt x="183108" y="362699"/>
                </a:lnTo>
                <a:lnTo>
                  <a:pt x="182880" y="394728"/>
                </a:lnTo>
                <a:lnTo>
                  <a:pt x="211836" y="382536"/>
                </a:lnTo>
                <a:lnTo>
                  <a:pt x="210947" y="367118"/>
                </a:lnTo>
                <a:lnTo>
                  <a:pt x="210502" y="348437"/>
                </a:lnTo>
                <a:lnTo>
                  <a:pt x="210375" y="332816"/>
                </a:lnTo>
                <a:lnTo>
                  <a:pt x="210312" y="135648"/>
                </a:lnTo>
                <a:lnTo>
                  <a:pt x="221742" y="126504"/>
                </a:lnTo>
                <a:lnTo>
                  <a:pt x="225552" y="123456"/>
                </a:lnTo>
                <a:lnTo>
                  <a:pt x="196596" y="105168"/>
                </a:lnTo>
                <a:lnTo>
                  <a:pt x="205714" y="86309"/>
                </a:lnTo>
                <a:lnTo>
                  <a:pt x="214693" y="68592"/>
                </a:lnTo>
                <a:lnTo>
                  <a:pt x="223380" y="52019"/>
                </a:lnTo>
                <a:lnTo>
                  <a:pt x="231648" y="36588"/>
                </a:lnTo>
                <a:lnTo>
                  <a:pt x="396240" y="36588"/>
                </a:lnTo>
                <a:close/>
              </a:path>
              <a:path w="843279" h="394969">
                <a:moveTo>
                  <a:pt x="832091" y="36576"/>
                </a:moveTo>
                <a:lnTo>
                  <a:pt x="797039" y="0"/>
                </a:lnTo>
                <a:lnTo>
                  <a:pt x="769607" y="25908"/>
                </a:lnTo>
                <a:lnTo>
                  <a:pt x="676643" y="25908"/>
                </a:lnTo>
                <a:lnTo>
                  <a:pt x="676643" y="36576"/>
                </a:lnTo>
                <a:lnTo>
                  <a:pt x="676643" y="88392"/>
                </a:lnTo>
                <a:lnTo>
                  <a:pt x="676643" y="99060"/>
                </a:lnTo>
                <a:lnTo>
                  <a:pt x="676643" y="163068"/>
                </a:lnTo>
                <a:lnTo>
                  <a:pt x="606539" y="163068"/>
                </a:lnTo>
                <a:lnTo>
                  <a:pt x="606539" y="99060"/>
                </a:lnTo>
                <a:lnTo>
                  <a:pt x="676643" y="99060"/>
                </a:lnTo>
                <a:lnTo>
                  <a:pt x="676643" y="88392"/>
                </a:lnTo>
                <a:lnTo>
                  <a:pt x="606539" y="88392"/>
                </a:lnTo>
                <a:lnTo>
                  <a:pt x="606539" y="36576"/>
                </a:lnTo>
                <a:lnTo>
                  <a:pt x="676643" y="36576"/>
                </a:lnTo>
                <a:lnTo>
                  <a:pt x="676643" y="25908"/>
                </a:lnTo>
                <a:lnTo>
                  <a:pt x="457187" y="25908"/>
                </a:lnTo>
                <a:lnTo>
                  <a:pt x="472427" y="41148"/>
                </a:lnTo>
                <a:lnTo>
                  <a:pt x="481571" y="39154"/>
                </a:lnTo>
                <a:lnTo>
                  <a:pt x="490715" y="37719"/>
                </a:lnTo>
                <a:lnTo>
                  <a:pt x="499859" y="36868"/>
                </a:lnTo>
                <a:lnTo>
                  <a:pt x="509003" y="36576"/>
                </a:lnTo>
                <a:lnTo>
                  <a:pt x="583679" y="36576"/>
                </a:lnTo>
                <a:lnTo>
                  <a:pt x="583679" y="88392"/>
                </a:lnTo>
                <a:lnTo>
                  <a:pt x="583679" y="99060"/>
                </a:lnTo>
                <a:lnTo>
                  <a:pt x="583679" y="163068"/>
                </a:lnTo>
                <a:lnTo>
                  <a:pt x="522719" y="163068"/>
                </a:lnTo>
                <a:lnTo>
                  <a:pt x="522719" y="99060"/>
                </a:lnTo>
                <a:lnTo>
                  <a:pt x="583679" y="99060"/>
                </a:lnTo>
                <a:lnTo>
                  <a:pt x="583679" y="88392"/>
                </a:lnTo>
                <a:lnTo>
                  <a:pt x="525767" y="88392"/>
                </a:lnTo>
                <a:lnTo>
                  <a:pt x="498335" y="74676"/>
                </a:lnTo>
                <a:lnTo>
                  <a:pt x="499237" y="89916"/>
                </a:lnTo>
                <a:lnTo>
                  <a:pt x="499668" y="104394"/>
                </a:lnTo>
                <a:lnTo>
                  <a:pt x="499846" y="119253"/>
                </a:lnTo>
                <a:lnTo>
                  <a:pt x="499846" y="149263"/>
                </a:lnTo>
                <a:lnTo>
                  <a:pt x="499694" y="163068"/>
                </a:lnTo>
                <a:lnTo>
                  <a:pt x="499630" y="166408"/>
                </a:lnTo>
                <a:lnTo>
                  <a:pt x="499224" y="181267"/>
                </a:lnTo>
                <a:lnTo>
                  <a:pt x="498335" y="198120"/>
                </a:lnTo>
                <a:lnTo>
                  <a:pt x="522719" y="187452"/>
                </a:lnTo>
                <a:lnTo>
                  <a:pt x="522719" y="173736"/>
                </a:lnTo>
                <a:lnTo>
                  <a:pt x="758939" y="173736"/>
                </a:lnTo>
                <a:lnTo>
                  <a:pt x="758939" y="192024"/>
                </a:lnTo>
                <a:lnTo>
                  <a:pt x="783323" y="179832"/>
                </a:lnTo>
                <a:lnTo>
                  <a:pt x="783221" y="173736"/>
                </a:lnTo>
                <a:lnTo>
                  <a:pt x="783094" y="166408"/>
                </a:lnTo>
                <a:lnTo>
                  <a:pt x="782993" y="163068"/>
                </a:lnTo>
                <a:lnTo>
                  <a:pt x="782574" y="149263"/>
                </a:lnTo>
                <a:lnTo>
                  <a:pt x="782040" y="127546"/>
                </a:lnTo>
                <a:lnTo>
                  <a:pt x="781799" y="102108"/>
                </a:lnTo>
                <a:lnTo>
                  <a:pt x="785228" y="99060"/>
                </a:lnTo>
                <a:lnTo>
                  <a:pt x="795515" y="89916"/>
                </a:lnTo>
                <a:lnTo>
                  <a:pt x="793559" y="88392"/>
                </a:lnTo>
                <a:lnTo>
                  <a:pt x="768083" y="68580"/>
                </a:lnTo>
                <a:lnTo>
                  <a:pt x="758939" y="83439"/>
                </a:lnTo>
                <a:lnTo>
                  <a:pt x="758939" y="99060"/>
                </a:lnTo>
                <a:lnTo>
                  <a:pt x="758939" y="163068"/>
                </a:lnTo>
                <a:lnTo>
                  <a:pt x="697979" y="163068"/>
                </a:lnTo>
                <a:lnTo>
                  <a:pt x="697979" y="99060"/>
                </a:lnTo>
                <a:lnTo>
                  <a:pt x="758939" y="99060"/>
                </a:lnTo>
                <a:lnTo>
                  <a:pt x="758939" y="83439"/>
                </a:lnTo>
                <a:lnTo>
                  <a:pt x="755891" y="88392"/>
                </a:lnTo>
                <a:lnTo>
                  <a:pt x="697979" y="88392"/>
                </a:lnTo>
                <a:lnTo>
                  <a:pt x="697979" y="36576"/>
                </a:lnTo>
                <a:lnTo>
                  <a:pt x="832091" y="36576"/>
                </a:lnTo>
                <a:close/>
              </a:path>
              <a:path w="843279" h="394969">
                <a:moveTo>
                  <a:pt x="842759" y="242316"/>
                </a:moveTo>
                <a:lnTo>
                  <a:pt x="806183" y="205740"/>
                </a:lnTo>
                <a:lnTo>
                  <a:pt x="777227" y="233172"/>
                </a:lnTo>
                <a:lnTo>
                  <a:pt x="704075" y="233172"/>
                </a:lnTo>
                <a:lnTo>
                  <a:pt x="704075" y="242316"/>
                </a:lnTo>
                <a:lnTo>
                  <a:pt x="693750" y="261772"/>
                </a:lnTo>
                <a:lnTo>
                  <a:pt x="683120" y="279082"/>
                </a:lnTo>
                <a:lnTo>
                  <a:pt x="671931" y="294398"/>
                </a:lnTo>
                <a:lnTo>
                  <a:pt x="659879" y="307848"/>
                </a:lnTo>
                <a:lnTo>
                  <a:pt x="631329" y="303568"/>
                </a:lnTo>
                <a:lnTo>
                  <a:pt x="581660" y="296710"/>
                </a:lnTo>
                <a:lnTo>
                  <a:pt x="560819" y="294132"/>
                </a:lnTo>
                <a:lnTo>
                  <a:pt x="571665" y="278117"/>
                </a:lnTo>
                <a:lnTo>
                  <a:pt x="589330" y="252349"/>
                </a:lnTo>
                <a:lnTo>
                  <a:pt x="595871" y="242316"/>
                </a:lnTo>
                <a:lnTo>
                  <a:pt x="704075" y="242316"/>
                </a:lnTo>
                <a:lnTo>
                  <a:pt x="704075" y="233172"/>
                </a:lnTo>
                <a:lnTo>
                  <a:pt x="598919" y="233172"/>
                </a:lnTo>
                <a:lnTo>
                  <a:pt x="604380" y="225437"/>
                </a:lnTo>
                <a:lnTo>
                  <a:pt x="609396" y="218122"/>
                </a:lnTo>
                <a:lnTo>
                  <a:pt x="614146" y="211099"/>
                </a:lnTo>
                <a:lnTo>
                  <a:pt x="618731" y="204216"/>
                </a:lnTo>
                <a:lnTo>
                  <a:pt x="632447" y="198120"/>
                </a:lnTo>
                <a:lnTo>
                  <a:pt x="595871" y="176784"/>
                </a:lnTo>
                <a:lnTo>
                  <a:pt x="591870" y="190525"/>
                </a:lnTo>
                <a:lnTo>
                  <a:pt x="586803" y="204216"/>
                </a:lnTo>
                <a:lnTo>
                  <a:pt x="580440" y="218579"/>
                </a:lnTo>
                <a:lnTo>
                  <a:pt x="573011" y="233172"/>
                </a:lnTo>
                <a:lnTo>
                  <a:pt x="438899" y="233172"/>
                </a:lnTo>
                <a:lnTo>
                  <a:pt x="455663" y="248412"/>
                </a:lnTo>
                <a:lnTo>
                  <a:pt x="464527" y="246176"/>
                </a:lnTo>
                <a:lnTo>
                  <a:pt x="472808" y="244221"/>
                </a:lnTo>
                <a:lnTo>
                  <a:pt x="480529" y="242849"/>
                </a:lnTo>
                <a:lnTo>
                  <a:pt x="487667" y="242316"/>
                </a:lnTo>
                <a:lnTo>
                  <a:pt x="568439" y="242316"/>
                </a:lnTo>
                <a:lnTo>
                  <a:pt x="555853" y="262940"/>
                </a:lnTo>
                <a:lnTo>
                  <a:pt x="545515" y="279082"/>
                </a:lnTo>
                <a:lnTo>
                  <a:pt x="536943" y="291617"/>
                </a:lnTo>
                <a:lnTo>
                  <a:pt x="530339" y="300228"/>
                </a:lnTo>
                <a:lnTo>
                  <a:pt x="557441" y="304215"/>
                </a:lnTo>
                <a:lnTo>
                  <a:pt x="585965" y="309181"/>
                </a:lnTo>
                <a:lnTo>
                  <a:pt x="615645" y="315023"/>
                </a:lnTo>
                <a:lnTo>
                  <a:pt x="646163" y="321564"/>
                </a:lnTo>
                <a:lnTo>
                  <a:pt x="611301" y="341884"/>
                </a:lnTo>
                <a:lnTo>
                  <a:pt x="566153" y="359473"/>
                </a:lnTo>
                <a:lnTo>
                  <a:pt x="510717" y="374510"/>
                </a:lnTo>
                <a:lnTo>
                  <a:pt x="444995" y="387096"/>
                </a:lnTo>
                <a:lnTo>
                  <a:pt x="446519" y="394716"/>
                </a:lnTo>
                <a:lnTo>
                  <a:pt x="492531" y="388721"/>
                </a:lnTo>
                <a:lnTo>
                  <a:pt x="532244" y="382143"/>
                </a:lnTo>
                <a:lnTo>
                  <a:pt x="592823" y="367284"/>
                </a:lnTo>
                <a:lnTo>
                  <a:pt x="637019" y="350139"/>
                </a:lnTo>
                <a:lnTo>
                  <a:pt x="672071" y="330708"/>
                </a:lnTo>
                <a:lnTo>
                  <a:pt x="710653" y="343877"/>
                </a:lnTo>
                <a:lnTo>
                  <a:pt x="741794" y="356044"/>
                </a:lnTo>
                <a:lnTo>
                  <a:pt x="765517" y="367360"/>
                </a:lnTo>
                <a:lnTo>
                  <a:pt x="781799" y="377952"/>
                </a:lnTo>
                <a:lnTo>
                  <a:pt x="790943" y="385572"/>
                </a:lnTo>
                <a:lnTo>
                  <a:pt x="795515" y="388620"/>
                </a:lnTo>
                <a:lnTo>
                  <a:pt x="804659" y="388620"/>
                </a:lnTo>
                <a:lnTo>
                  <a:pt x="806183" y="382524"/>
                </a:lnTo>
                <a:lnTo>
                  <a:pt x="806183" y="371856"/>
                </a:lnTo>
                <a:lnTo>
                  <a:pt x="803617" y="363270"/>
                </a:lnTo>
                <a:lnTo>
                  <a:pt x="763587" y="336029"/>
                </a:lnTo>
                <a:lnTo>
                  <a:pt x="717245" y="321691"/>
                </a:lnTo>
                <a:lnTo>
                  <a:pt x="685787" y="313944"/>
                </a:lnTo>
                <a:lnTo>
                  <a:pt x="690956" y="307848"/>
                </a:lnTo>
                <a:lnTo>
                  <a:pt x="699820" y="297395"/>
                </a:lnTo>
                <a:lnTo>
                  <a:pt x="712266" y="279844"/>
                </a:lnTo>
                <a:lnTo>
                  <a:pt x="723303" y="261442"/>
                </a:lnTo>
                <a:lnTo>
                  <a:pt x="733031" y="242316"/>
                </a:lnTo>
                <a:lnTo>
                  <a:pt x="842759" y="24231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3910583" y="2363723"/>
            <a:ext cx="394970" cy="384175"/>
          </a:xfrm>
          <a:custGeom>
            <a:avLst/>
            <a:gdLst/>
            <a:ahLst/>
            <a:cxnLst/>
            <a:rect l="l" t="t" r="r" b="b"/>
            <a:pathLst>
              <a:path w="394970" h="384175">
                <a:moveTo>
                  <a:pt x="211835" y="73152"/>
                </a:moveTo>
                <a:lnTo>
                  <a:pt x="195071" y="73152"/>
                </a:lnTo>
                <a:lnTo>
                  <a:pt x="191095" y="56888"/>
                </a:lnTo>
                <a:lnTo>
                  <a:pt x="183832" y="40195"/>
                </a:lnTo>
                <a:lnTo>
                  <a:pt x="173426" y="23217"/>
                </a:lnTo>
                <a:lnTo>
                  <a:pt x="160019" y="6096"/>
                </a:lnTo>
                <a:lnTo>
                  <a:pt x="163067" y="0"/>
                </a:lnTo>
                <a:lnTo>
                  <a:pt x="204430" y="23574"/>
                </a:lnTo>
                <a:lnTo>
                  <a:pt x="224027" y="44196"/>
                </a:lnTo>
                <a:lnTo>
                  <a:pt x="224027" y="50292"/>
                </a:lnTo>
                <a:lnTo>
                  <a:pt x="223194" y="55149"/>
                </a:lnTo>
                <a:lnTo>
                  <a:pt x="220789" y="60579"/>
                </a:lnTo>
                <a:lnTo>
                  <a:pt x="216955" y="66579"/>
                </a:lnTo>
                <a:lnTo>
                  <a:pt x="211835" y="73152"/>
                </a:lnTo>
                <a:close/>
              </a:path>
              <a:path w="394970" h="384175">
                <a:moveTo>
                  <a:pt x="15239" y="88392"/>
                </a:moveTo>
                <a:lnTo>
                  <a:pt x="0" y="73152"/>
                </a:lnTo>
                <a:lnTo>
                  <a:pt x="327660" y="73152"/>
                </a:lnTo>
                <a:lnTo>
                  <a:pt x="356615" y="45720"/>
                </a:lnTo>
                <a:lnTo>
                  <a:pt x="394715" y="83820"/>
                </a:lnTo>
                <a:lnTo>
                  <a:pt x="56387" y="83820"/>
                </a:lnTo>
                <a:lnTo>
                  <a:pt x="45886" y="84105"/>
                </a:lnTo>
                <a:lnTo>
                  <a:pt x="35242" y="84963"/>
                </a:lnTo>
                <a:lnTo>
                  <a:pt x="24884" y="86391"/>
                </a:lnTo>
                <a:lnTo>
                  <a:pt x="15239" y="88392"/>
                </a:lnTo>
                <a:close/>
              </a:path>
              <a:path w="394970" h="384175">
                <a:moveTo>
                  <a:pt x="111251" y="224027"/>
                </a:moveTo>
                <a:lnTo>
                  <a:pt x="85343" y="204215"/>
                </a:lnTo>
                <a:lnTo>
                  <a:pt x="99059" y="190500"/>
                </a:lnTo>
                <a:lnTo>
                  <a:pt x="99059" y="83820"/>
                </a:lnTo>
                <a:lnTo>
                  <a:pt x="123443" y="83820"/>
                </a:lnTo>
                <a:lnTo>
                  <a:pt x="123443" y="196596"/>
                </a:lnTo>
                <a:lnTo>
                  <a:pt x="354031" y="196596"/>
                </a:lnTo>
                <a:lnTo>
                  <a:pt x="364236" y="207264"/>
                </a:lnTo>
                <a:lnTo>
                  <a:pt x="126491" y="207264"/>
                </a:lnTo>
                <a:lnTo>
                  <a:pt x="111251" y="224027"/>
                </a:lnTo>
                <a:close/>
              </a:path>
              <a:path w="394970" h="384175">
                <a:moveTo>
                  <a:pt x="354031" y="196596"/>
                </a:moveTo>
                <a:lnTo>
                  <a:pt x="306323" y="196596"/>
                </a:lnTo>
                <a:lnTo>
                  <a:pt x="330708" y="172212"/>
                </a:lnTo>
                <a:lnTo>
                  <a:pt x="354031" y="196596"/>
                </a:lnTo>
                <a:close/>
              </a:path>
              <a:path w="394970" h="384175">
                <a:moveTo>
                  <a:pt x="225551" y="298703"/>
                </a:moveTo>
                <a:lnTo>
                  <a:pt x="217931" y="298703"/>
                </a:lnTo>
                <a:lnTo>
                  <a:pt x="213359" y="294132"/>
                </a:lnTo>
                <a:lnTo>
                  <a:pt x="210311" y="281939"/>
                </a:lnTo>
                <a:lnTo>
                  <a:pt x="204335" y="269628"/>
                </a:lnTo>
                <a:lnTo>
                  <a:pt x="195643" y="255460"/>
                </a:lnTo>
                <a:lnTo>
                  <a:pt x="184380" y="239291"/>
                </a:lnTo>
                <a:lnTo>
                  <a:pt x="170687" y="220979"/>
                </a:lnTo>
                <a:lnTo>
                  <a:pt x="173735" y="216408"/>
                </a:lnTo>
                <a:lnTo>
                  <a:pt x="207835" y="235267"/>
                </a:lnTo>
                <a:lnTo>
                  <a:pt x="237743" y="262127"/>
                </a:lnTo>
                <a:lnTo>
                  <a:pt x="237743" y="272796"/>
                </a:lnTo>
                <a:lnTo>
                  <a:pt x="236219" y="275844"/>
                </a:lnTo>
                <a:lnTo>
                  <a:pt x="234695" y="283464"/>
                </a:lnTo>
                <a:lnTo>
                  <a:pt x="233171" y="289560"/>
                </a:lnTo>
                <a:lnTo>
                  <a:pt x="231647" y="294132"/>
                </a:lnTo>
                <a:lnTo>
                  <a:pt x="228599" y="295656"/>
                </a:lnTo>
                <a:lnTo>
                  <a:pt x="225551" y="298703"/>
                </a:lnTo>
                <a:close/>
              </a:path>
              <a:path w="394970" h="384175">
                <a:moveTo>
                  <a:pt x="275843" y="384048"/>
                </a:moveTo>
                <a:lnTo>
                  <a:pt x="147827" y="384048"/>
                </a:lnTo>
                <a:lnTo>
                  <a:pt x="130992" y="382071"/>
                </a:lnTo>
                <a:lnTo>
                  <a:pt x="119443" y="373951"/>
                </a:lnTo>
                <a:lnTo>
                  <a:pt x="113323" y="359830"/>
                </a:lnTo>
                <a:lnTo>
                  <a:pt x="112775" y="339852"/>
                </a:lnTo>
                <a:lnTo>
                  <a:pt x="112702" y="302252"/>
                </a:lnTo>
                <a:lnTo>
                  <a:pt x="112586" y="284416"/>
                </a:lnTo>
                <a:lnTo>
                  <a:pt x="112176" y="265176"/>
                </a:lnTo>
                <a:lnTo>
                  <a:pt x="112078" y="262127"/>
                </a:lnTo>
                <a:lnTo>
                  <a:pt x="111251" y="246888"/>
                </a:lnTo>
                <a:lnTo>
                  <a:pt x="152399" y="266700"/>
                </a:lnTo>
                <a:lnTo>
                  <a:pt x="137159" y="278891"/>
                </a:lnTo>
                <a:lnTo>
                  <a:pt x="137280" y="336804"/>
                </a:lnTo>
                <a:lnTo>
                  <a:pt x="137421" y="345805"/>
                </a:lnTo>
                <a:lnTo>
                  <a:pt x="142684" y="356996"/>
                </a:lnTo>
                <a:lnTo>
                  <a:pt x="152804" y="363045"/>
                </a:lnTo>
                <a:lnTo>
                  <a:pt x="167639" y="364235"/>
                </a:lnTo>
                <a:lnTo>
                  <a:pt x="322354" y="364235"/>
                </a:lnTo>
                <a:lnTo>
                  <a:pt x="318706" y="370117"/>
                </a:lnTo>
                <a:lnTo>
                  <a:pt x="307847" y="378523"/>
                </a:lnTo>
                <a:lnTo>
                  <a:pt x="293560" y="383214"/>
                </a:lnTo>
                <a:lnTo>
                  <a:pt x="275843" y="384048"/>
                </a:lnTo>
                <a:close/>
              </a:path>
              <a:path w="394970" h="384175">
                <a:moveTo>
                  <a:pt x="368831" y="356258"/>
                </a:moveTo>
                <a:lnTo>
                  <a:pt x="364426" y="352996"/>
                </a:lnTo>
                <a:lnTo>
                  <a:pt x="360306" y="345447"/>
                </a:lnTo>
                <a:lnTo>
                  <a:pt x="356615" y="333756"/>
                </a:lnTo>
                <a:lnTo>
                  <a:pt x="350353" y="320325"/>
                </a:lnTo>
                <a:lnTo>
                  <a:pt x="340804" y="305181"/>
                </a:lnTo>
                <a:lnTo>
                  <a:pt x="328112" y="288321"/>
                </a:lnTo>
                <a:lnTo>
                  <a:pt x="312419" y="269748"/>
                </a:lnTo>
                <a:lnTo>
                  <a:pt x="315467" y="265176"/>
                </a:lnTo>
                <a:lnTo>
                  <a:pt x="351091" y="284416"/>
                </a:lnTo>
                <a:lnTo>
                  <a:pt x="383476" y="313182"/>
                </a:lnTo>
                <a:lnTo>
                  <a:pt x="387067" y="325921"/>
                </a:lnTo>
                <a:lnTo>
                  <a:pt x="386988" y="332446"/>
                </a:lnTo>
                <a:lnTo>
                  <a:pt x="384048" y="338328"/>
                </a:lnTo>
                <a:lnTo>
                  <a:pt x="382524" y="344424"/>
                </a:lnTo>
                <a:lnTo>
                  <a:pt x="379476" y="350520"/>
                </a:lnTo>
                <a:lnTo>
                  <a:pt x="373380" y="355092"/>
                </a:lnTo>
                <a:lnTo>
                  <a:pt x="368831" y="356258"/>
                </a:lnTo>
                <a:close/>
              </a:path>
              <a:path w="394970" h="384175">
                <a:moveTo>
                  <a:pt x="39623" y="362712"/>
                </a:moveTo>
                <a:lnTo>
                  <a:pt x="28955" y="362712"/>
                </a:lnTo>
                <a:lnTo>
                  <a:pt x="15239" y="358140"/>
                </a:lnTo>
                <a:lnTo>
                  <a:pt x="13715" y="356616"/>
                </a:lnTo>
                <a:lnTo>
                  <a:pt x="13715" y="350520"/>
                </a:lnTo>
                <a:lnTo>
                  <a:pt x="18287" y="344424"/>
                </a:lnTo>
                <a:lnTo>
                  <a:pt x="27431" y="335280"/>
                </a:lnTo>
                <a:lnTo>
                  <a:pt x="36314" y="325040"/>
                </a:lnTo>
                <a:lnTo>
                  <a:pt x="44767" y="310515"/>
                </a:lnTo>
                <a:lnTo>
                  <a:pt x="52935" y="291988"/>
                </a:lnTo>
                <a:lnTo>
                  <a:pt x="60959" y="269748"/>
                </a:lnTo>
                <a:lnTo>
                  <a:pt x="67055" y="271272"/>
                </a:lnTo>
                <a:lnTo>
                  <a:pt x="65912" y="311467"/>
                </a:lnTo>
                <a:lnTo>
                  <a:pt x="56387" y="356616"/>
                </a:lnTo>
                <a:lnTo>
                  <a:pt x="50291" y="358140"/>
                </a:lnTo>
                <a:lnTo>
                  <a:pt x="45719" y="361188"/>
                </a:lnTo>
                <a:lnTo>
                  <a:pt x="39623" y="362712"/>
                </a:lnTo>
                <a:close/>
              </a:path>
              <a:path w="394970" h="384175">
                <a:moveTo>
                  <a:pt x="322354" y="364235"/>
                </a:moveTo>
                <a:lnTo>
                  <a:pt x="263651" y="364235"/>
                </a:lnTo>
                <a:lnTo>
                  <a:pt x="273915" y="363069"/>
                </a:lnTo>
                <a:lnTo>
                  <a:pt x="281749" y="359473"/>
                </a:lnTo>
                <a:lnTo>
                  <a:pt x="293179" y="319468"/>
                </a:lnTo>
                <a:lnTo>
                  <a:pt x="295655" y="291084"/>
                </a:lnTo>
                <a:lnTo>
                  <a:pt x="301751" y="291084"/>
                </a:lnTo>
                <a:lnTo>
                  <a:pt x="306323" y="333756"/>
                </a:lnTo>
                <a:lnTo>
                  <a:pt x="326136" y="358140"/>
                </a:lnTo>
                <a:lnTo>
                  <a:pt x="322354" y="36423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4387596" y="2374392"/>
            <a:ext cx="329565" cy="396240"/>
          </a:xfrm>
          <a:custGeom>
            <a:avLst/>
            <a:gdLst/>
            <a:ahLst/>
            <a:cxnLst/>
            <a:rect l="l" t="t" r="r" b="b"/>
            <a:pathLst>
              <a:path w="329564" h="396239">
                <a:moveTo>
                  <a:pt x="134111" y="396240"/>
                </a:moveTo>
                <a:lnTo>
                  <a:pt x="131587" y="384000"/>
                </a:lnTo>
                <a:lnTo>
                  <a:pt x="119633" y="372618"/>
                </a:lnTo>
                <a:lnTo>
                  <a:pt x="98536" y="362378"/>
                </a:lnTo>
                <a:lnTo>
                  <a:pt x="68579" y="353567"/>
                </a:lnTo>
                <a:lnTo>
                  <a:pt x="70103" y="344424"/>
                </a:lnTo>
                <a:lnTo>
                  <a:pt x="89534" y="347543"/>
                </a:lnTo>
                <a:lnTo>
                  <a:pt x="106679" y="349948"/>
                </a:lnTo>
                <a:lnTo>
                  <a:pt x="121538" y="351496"/>
                </a:lnTo>
                <a:lnTo>
                  <a:pt x="134111" y="352043"/>
                </a:lnTo>
                <a:lnTo>
                  <a:pt x="143208" y="350067"/>
                </a:lnTo>
                <a:lnTo>
                  <a:pt x="149732" y="344233"/>
                </a:lnTo>
                <a:lnTo>
                  <a:pt x="153400" y="334684"/>
                </a:lnTo>
                <a:lnTo>
                  <a:pt x="153923" y="321564"/>
                </a:lnTo>
                <a:lnTo>
                  <a:pt x="153923" y="169164"/>
                </a:lnTo>
                <a:lnTo>
                  <a:pt x="153685" y="150542"/>
                </a:lnTo>
                <a:lnTo>
                  <a:pt x="152638" y="117300"/>
                </a:lnTo>
                <a:lnTo>
                  <a:pt x="152399" y="102108"/>
                </a:lnTo>
                <a:lnTo>
                  <a:pt x="176783" y="115824"/>
                </a:lnTo>
                <a:lnTo>
                  <a:pt x="277367" y="27432"/>
                </a:lnTo>
                <a:lnTo>
                  <a:pt x="57911" y="27432"/>
                </a:lnTo>
                <a:lnTo>
                  <a:pt x="46767" y="27741"/>
                </a:lnTo>
                <a:lnTo>
                  <a:pt x="36194" y="28765"/>
                </a:lnTo>
                <a:lnTo>
                  <a:pt x="26193" y="30646"/>
                </a:lnTo>
                <a:lnTo>
                  <a:pt x="16763" y="33528"/>
                </a:lnTo>
                <a:lnTo>
                  <a:pt x="0" y="16764"/>
                </a:lnTo>
                <a:lnTo>
                  <a:pt x="278891" y="16764"/>
                </a:lnTo>
                <a:lnTo>
                  <a:pt x="297179" y="0"/>
                </a:lnTo>
                <a:lnTo>
                  <a:pt x="329183" y="38100"/>
                </a:lnTo>
                <a:lnTo>
                  <a:pt x="308038" y="42410"/>
                </a:lnTo>
                <a:lnTo>
                  <a:pt x="276605" y="57721"/>
                </a:lnTo>
                <a:lnTo>
                  <a:pt x="234886" y="84177"/>
                </a:lnTo>
                <a:lnTo>
                  <a:pt x="182879" y="121920"/>
                </a:lnTo>
                <a:lnTo>
                  <a:pt x="196595" y="132588"/>
                </a:lnTo>
                <a:lnTo>
                  <a:pt x="179831" y="138684"/>
                </a:lnTo>
                <a:lnTo>
                  <a:pt x="179831" y="345948"/>
                </a:lnTo>
                <a:lnTo>
                  <a:pt x="176974" y="361949"/>
                </a:lnTo>
                <a:lnTo>
                  <a:pt x="168401" y="375665"/>
                </a:lnTo>
                <a:lnTo>
                  <a:pt x="154114" y="387096"/>
                </a:lnTo>
                <a:lnTo>
                  <a:pt x="134111" y="39624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4800600" y="2363723"/>
            <a:ext cx="832485" cy="407034"/>
          </a:xfrm>
          <a:custGeom>
            <a:avLst/>
            <a:gdLst/>
            <a:ahLst/>
            <a:cxnLst/>
            <a:rect l="l" t="t" r="r" b="b"/>
            <a:pathLst>
              <a:path w="832485" h="407035">
                <a:moveTo>
                  <a:pt x="396227" y="190500"/>
                </a:moveTo>
                <a:lnTo>
                  <a:pt x="358127" y="150876"/>
                </a:lnTo>
                <a:lnTo>
                  <a:pt x="323075" y="179832"/>
                </a:lnTo>
                <a:lnTo>
                  <a:pt x="0" y="179832"/>
                </a:lnTo>
                <a:lnTo>
                  <a:pt x="15240" y="195072"/>
                </a:lnTo>
                <a:lnTo>
                  <a:pt x="25184" y="193078"/>
                </a:lnTo>
                <a:lnTo>
                  <a:pt x="36576" y="191643"/>
                </a:lnTo>
                <a:lnTo>
                  <a:pt x="49098" y="190792"/>
                </a:lnTo>
                <a:lnTo>
                  <a:pt x="62484" y="190500"/>
                </a:lnTo>
                <a:lnTo>
                  <a:pt x="396227" y="190500"/>
                </a:lnTo>
                <a:close/>
              </a:path>
              <a:path w="832485" h="407035">
                <a:moveTo>
                  <a:pt x="623316" y="138684"/>
                </a:moveTo>
                <a:lnTo>
                  <a:pt x="594360" y="108204"/>
                </a:lnTo>
                <a:lnTo>
                  <a:pt x="573024" y="129540"/>
                </a:lnTo>
                <a:lnTo>
                  <a:pt x="551688" y="129540"/>
                </a:lnTo>
                <a:lnTo>
                  <a:pt x="551688" y="54864"/>
                </a:lnTo>
                <a:lnTo>
                  <a:pt x="551688" y="50292"/>
                </a:lnTo>
                <a:lnTo>
                  <a:pt x="585216" y="45910"/>
                </a:lnTo>
                <a:lnTo>
                  <a:pt x="601827" y="44081"/>
                </a:lnTo>
                <a:lnTo>
                  <a:pt x="618744" y="42672"/>
                </a:lnTo>
                <a:lnTo>
                  <a:pt x="591312" y="12192"/>
                </a:lnTo>
                <a:lnTo>
                  <a:pt x="548868" y="33629"/>
                </a:lnTo>
                <a:lnTo>
                  <a:pt x="508558" y="44818"/>
                </a:lnTo>
                <a:lnTo>
                  <a:pt x="452628" y="56388"/>
                </a:lnTo>
                <a:lnTo>
                  <a:pt x="452628" y="62484"/>
                </a:lnTo>
                <a:lnTo>
                  <a:pt x="472668" y="61087"/>
                </a:lnTo>
                <a:lnTo>
                  <a:pt x="491871" y="59245"/>
                </a:lnTo>
                <a:lnTo>
                  <a:pt x="528828" y="54864"/>
                </a:lnTo>
                <a:lnTo>
                  <a:pt x="528828" y="129540"/>
                </a:lnTo>
                <a:lnTo>
                  <a:pt x="440436" y="129540"/>
                </a:lnTo>
                <a:lnTo>
                  <a:pt x="455676" y="144780"/>
                </a:lnTo>
                <a:lnTo>
                  <a:pt x="465975" y="142544"/>
                </a:lnTo>
                <a:lnTo>
                  <a:pt x="476440" y="140589"/>
                </a:lnTo>
                <a:lnTo>
                  <a:pt x="487172" y="139217"/>
                </a:lnTo>
                <a:lnTo>
                  <a:pt x="498348" y="138684"/>
                </a:lnTo>
                <a:lnTo>
                  <a:pt x="528828" y="138684"/>
                </a:lnTo>
                <a:lnTo>
                  <a:pt x="515493" y="180975"/>
                </a:lnTo>
                <a:lnTo>
                  <a:pt x="495300" y="225552"/>
                </a:lnTo>
                <a:lnTo>
                  <a:pt x="469201" y="271081"/>
                </a:lnTo>
                <a:lnTo>
                  <a:pt x="437388" y="315468"/>
                </a:lnTo>
                <a:lnTo>
                  <a:pt x="440436" y="320040"/>
                </a:lnTo>
                <a:lnTo>
                  <a:pt x="466458" y="295757"/>
                </a:lnTo>
                <a:lnTo>
                  <a:pt x="489775" y="268605"/>
                </a:lnTo>
                <a:lnTo>
                  <a:pt x="510514" y="238607"/>
                </a:lnTo>
                <a:lnTo>
                  <a:pt x="528828" y="205740"/>
                </a:lnTo>
                <a:lnTo>
                  <a:pt x="528701" y="295757"/>
                </a:lnTo>
                <a:lnTo>
                  <a:pt x="528599" y="320040"/>
                </a:lnTo>
                <a:lnTo>
                  <a:pt x="528180" y="364337"/>
                </a:lnTo>
                <a:lnTo>
                  <a:pt x="527304" y="406908"/>
                </a:lnTo>
                <a:lnTo>
                  <a:pt x="553212" y="394716"/>
                </a:lnTo>
                <a:lnTo>
                  <a:pt x="552970" y="371551"/>
                </a:lnTo>
                <a:lnTo>
                  <a:pt x="552450" y="329374"/>
                </a:lnTo>
                <a:lnTo>
                  <a:pt x="551942" y="271081"/>
                </a:lnTo>
                <a:lnTo>
                  <a:pt x="551738" y="205740"/>
                </a:lnTo>
                <a:lnTo>
                  <a:pt x="551688" y="187452"/>
                </a:lnTo>
                <a:lnTo>
                  <a:pt x="564273" y="198882"/>
                </a:lnTo>
                <a:lnTo>
                  <a:pt x="574738" y="210312"/>
                </a:lnTo>
                <a:lnTo>
                  <a:pt x="583184" y="221742"/>
                </a:lnTo>
                <a:lnTo>
                  <a:pt x="589788" y="233172"/>
                </a:lnTo>
                <a:lnTo>
                  <a:pt x="594360" y="243840"/>
                </a:lnTo>
                <a:lnTo>
                  <a:pt x="598932" y="248412"/>
                </a:lnTo>
                <a:lnTo>
                  <a:pt x="603504" y="248412"/>
                </a:lnTo>
                <a:lnTo>
                  <a:pt x="605028" y="245364"/>
                </a:lnTo>
                <a:lnTo>
                  <a:pt x="608076" y="237744"/>
                </a:lnTo>
                <a:lnTo>
                  <a:pt x="611124" y="231648"/>
                </a:lnTo>
                <a:lnTo>
                  <a:pt x="612648" y="225552"/>
                </a:lnTo>
                <a:lnTo>
                  <a:pt x="612648" y="213360"/>
                </a:lnTo>
                <a:lnTo>
                  <a:pt x="573760" y="187452"/>
                </a:lnTo>
                <a:lnTo>
                  <a:pt x="551688" y="179832"/>
                </a:lnTo>
                <a:lnTo>
                  <a:pt x="551688" y="138684"/>
                </a:lnTo>
                <a:lnTo>
                  <a:pt x="623316" y="138684"/>
                </a:lnTo>
                <a:close/>
              </a:path>
              <a:path w="832485" h="407035">
                <a:moveTo>
                  <a:pt x="832104" y="112776"/>
                </a:moveTo>
                <a:lnTo>
                  <a:pt x="829983" y="111252"/>
                </a:lnTo>
                <a:lnTo>
                  <a:pt x="804672" y="92964"/>
                </a:lnTo>
                <a:lnTo>
                  <a:pt x="795528" y="106680"/>
                </a:lnTo>
                <a:lnTo>
                  <a:pt x="795528" y="121920"/>
                </a:lnTo>
                <a:lnTo>
                  <a:pt x="795528" y="231648"/>
                </a:lnTo>
                <a:lnTo>
                  <a:pt x="734568" y="231648"/>
                </a:lnTo>
                <a:lnTo>
                  <a:pt x="734568" y="121920"/>
                </a:lnTo>
                <a:lnTo>
                  <a:pt x="795528" y="121920"/>
                </a:lnTo>
                <a:lnTo>
                  <a:pt x="795528" y="106680"/>
                </a:lnTo>
                <a:lnTo>
                  <a:pt x="792480" y="111252"/>
                </a:lnTo>
                <a:lnTo>
                  <a:pt x="734568" y="111252"/>
                </a:lnTo>
                <a:lnTo>
                  <a:pt x="734568" y="32004"/>
                </a:lnTo>
                <a:lnTo>
                  <a:pt x="749808" y="19812"/>
                </a:lnTo>
                <a:lnTo>
                  <a:pt x="710184" y="0"/>
                </a:lnTo>
                <a:lnTo>
                  <a:pt x="711060" y="17386"/>
                </a:lnTo>
                <a:lnTo>
                  <a:pt x="711517" y="41910"/>
                </a:lnTo>
                <a:lnTo>
                  <a:pt x="711682" y="73304"/>
                </a:lnTo>
                <a:lnTo>
                  <a:pt x="711708" y="111252"/>
                </a:lnTo>
                <a:lnTo>
                  <a:pt x="711708" y="121920"/>
                </a:lnTo>
                <a:lnTo>
                  <a:pt x="711708" y="231648"/>
                </a:lnTo>
                <a:lnTo>
                  <a:pt x="656844" y="231648"/>
                </a:lnTo>
                <a:lnTo>
                  <a:pt x="656844" y="121920"/>
                </a:lnTo>
                <a:lnTo>
                  <a:pt x="711708" y="121920"/>
                </a:lnTo>
                <a:lnTo>
                  <a:pt x="711708" y="111252"/>
                </a:lnTo>
                <a:lnTo>
                  <a:pt x="656844" y="111252"/>
                </a:lnTo>
                <a:lnTo>
                  <a:pt x="632460" y="97536"/>
                </a:lnTo>
                <a:lnTo>
                  <a:pt x="633272" y="111252"/>
                </a:lnTo>
                <a:lnTo>
                  <a:pt x="633349" y="112776"/>
                </a:lnTo>
                <a:lnTo>
                  <a:pt x="633793" y="131445"/>
                </a:lnTo>
                <a:lnTo>
                  <a:pt x="633958" y="154546"/>
                </a:lnTo>
                <a:lnTo>
                  <a:pt x="633857" y="195453"/>
                </a:lnTo>
                <a:lnTo>
                  <a:pt x="633742" y="208534"/>
                </a:lnTo>
                <a:lnTo>
                  <a:pt x="633336" y="227228"/>
                </a:lnTo>
                <a:lnTo>
                  <a:pt x="632688" y="254876"/>
                </a:lnTo>
                <a:lnTo>
                  <a:pt x="632460" y="274320"/>
                </a:lnTo>
                <a:lnTo>
                  <a:pt x="656844" y="265176"/>
                </a:lnTo>
                <a:lnTo>
                  <a:pt x="656844" y="242316"/>
                </a:lnTo>
                <a:lnTo>
                  <a:pt x="711708" y="242316"/>
                </a:lnTo>
                <a:lnTo>
                  <a:pt x="711631" y="299783"/>
                </a:lnTo>
                <a:lnTo>
                  <a:pt x="711517" y="332422"/>
                </a:lnTo>
                <a:lnTo>
                  <a:pt x="711060" y="371119"/>
                </a:lnTo>
                <a:lnTo>
                  <a:pt x="710184" y="405384"/>
                </a:lnTo>
                <a:lnTo>
                  <a:pt x="736092" y="394716"/>
                </a:lnTo>
                <a:lnTo>
                  <a:pt x="735203" y="375843"/>
                </a:lnTo>
                <a:lnTo>
                  <a:pt x="734758" y="344233"/>
                </a:lnTo>
                <a:lnTo>
                  <a:pt x="734580" y="299783"/>
                </a:lnTo>
                <a:lnTo>
                  <a:pt x="734568" y="242316"/>
                </a:lnTo>
                <a:lnTo>
                  <a:pt x="795528" y="242316"/>
                </a:lnTo>
                <a:lnTo>
                  <a:pt x="795528" y="266700"/>
                </a:lnTo>
                <a:lnTo>
                  <a:pt x="819912" y="257556"/>
                </a:lnTo>
                <a:lnTo>
                  <a:pt x="819467" y="242316"/>
                </a:lnTo>
                <a:lnTo>
                  <a:pt x="819150" y="231648"/>
                </a:lnTo>
                <a:lnTo>
                  <a:pt x="819023" y="227228"/>
                </a:lnTo>
                <a:lnTo>
                  <a:pt x="818578" y="195453"/>
                </a:lnTo>
                <a:lnTo>
                  <a:pt x="818502" y="181356"/>
                </a:lnTo>
                <a:lnTo>
                  <a:pt x="818388" y="126492"/>
                </a:lnTo>
                <a:lnTo>
                  <a:pt x="822960" y="121920"/>
                </a:lnTo>
                <a:lnTo>
                  <a:pt x="832104" y="11277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5681472" y="2363723"/>
            <a:ext cx="855344" cy="407034"/>
          </a:xfrm>
          <a:custGeom>
            <a:avLst/>
            <a:gdLst/>
            <a:ahLst/>
            <a:cxnLst/>
            <a:rect l="l" t="t" r="r" b="b"/>
            <a:pathLst>
              <a:path w="855345" h="407035">
                <a:moveTo>
                  <a:pt x="141732" y="144780"/>
                </a:moveTo>
                <a:lnTo>
                  <a:pt x="114681" y="102298"/>
                </a:lnTo>
                <a:lnTo>
                  <a:pt x="74676" y="71628"/>
                </a:lnTo>
                <a:lnTo>
                  <a:pt x="68580" y="74676"/>
                </a:lnTo>
                <a:lnTo>
                  <a:pt x="83146" y="95542"/>
                </a:lnTo>
                <a:lnTo>
                  <a:pt x="94869" y="114681"/>
                </a:lnTo>
                <a:lnTo>
                  <a:pt x="103720" y="132118"/>
                </a:lnTo>
                <a:lnTo>
                  <a:pt x="109728" y="147828"/>
                </a:lnTo>
                <a:lnTo>
                  <a:pt x="113436" y="161290"/>
                </a:lnTo>
                <a:lnTo>
                  <a:pt x="117729" y="169735"/>
                </a:lnTo>
                <a:lnTo>
                  <a:pt x="122580" y="173342"/>
                </a:lnTo>
                <a:lnTo>
                  <a:pt x="128016" y="172212"/>
                </a:lnTo>
                <a:lnTo>
                  <a:pt x="134112" y="167640"/>
                </a:lnTo>
                <a:lnTo>
                  <a:pt x="137160" y="163068"/>
                </a:lnTo>
                <a:lnTo>
                  <a:pt x="140208" y="156972"/>
                </a:lnTo>
                <a:lnTo>
                  <a:pt x="141605" y="152781"/>
                </a:lnTo>
                <a:lnTo>
                  <a:pt x="141732" y="144780"/>
                </a:lnTo>
                <a:close/>
              </a:path>
              <a:path w="855345" h="407035">
                <a:moveTo>
                  <a:pt x="350520" y="89916"/>
                </a:moveTo>
                <a:lnTo>
                  <a:pt x="313944" y="62484"/>
                </a:lnTo>
                <a:lnTo>
                  <a:pt x="303961" y="90233"/>
                </a:lnTo>
                <a:lnTo>
                  <a:pt x="290131" y="118681"/>
                </a:lnTo>
                <a:lnTo>
                  <a:pt x="272580" y="148005"/>
                </a:lnTo>
                <a:lnTo>
                  <a:pt x="251460" y="178308"/>
                </a:lnTo>
                <a:lnTo>
                  <a:pt x="257556" y="181356"/>
                </a:lnTo>
                <a:lnTo>
                  <a:pt x="272122" y="167360"/>
                </a:lnTo>
                <a:lnTo>
                  <a:pt x="286131" y="152781"/>
                </a:lnTo>
                <a:lnTo>
                  <a:pt x="299554" y="137642"/>
                </a:lnTo>
                <a:lnTo>
                  <a:pt x="312420" y="121920"/>
                </a:lnTo>
                <a:lnTo>
                  <a:pt x="324154" y="107924"/>
                </a:lnTo>
                <a:lnTo>
                  <a:pt x="334327" y="97917"/>
                </a:lnTo>
                <a:lnTo>
                  <a:pt x="343065" y="91922"/>
                </a:lnTo>
                <a:lnTo>
                  <a:pt x="350520" y="89916"/>
                </a:lnTo>
                <a:close/>
              </a:path>
              <a:path w="855345" h="407035">
                <a:moveTo>
                  <a:pt x="408432" y="202692"/>
                </a:moveTo>
                <a:lnTo>
                  <a:pt x="371856" y="166116"/>
                </a:lnTo>
                <a:lnTo>
                  <a:pt x="345948" y="192024"/>
                </a:lnTo>
                <a:lnTo>
                  <a:pt x="219456" y="192024"/>
                </a:lnTo>
                <a:lnTo>
                  <a:pt x="219456" y="45720"/>
                </a:lnTo>
                <a:lnTo>
                  <a:pt x="381000" y="45720"/>
                </a:lnTo>
                <a:lnTo>
                  <a:pt x="345948" y="10668"/>
                </a:lnTo>
                <a:lnTo>
                  <a:pt x="321564" y="35052"/>
                </a:lnTo>
                <a:lnTo>
                  <a:pt x="38100" y="35052"/>
                </a:lnTo>
                <a:lnTo>
                  <a:pt x="53340" y="50292"/>
                </a:lnTo>
                <a:lnTo>
                  <a:pt x="63627" y="48298"/>
                </a:lnTo>
                <a:lnTo>
                  <a:pt x="73914" y="46863"/>
                </a:lnTo>
                <a:lnTo>
                  <a:pt x="84201" y="46012"/>
                </a:lnTo>
                <a:lnTo>
                  <a:pt x="94488" y="45720"/>
                </a:lnTo>
                <a:lnTo>
                  <a:pt x="192024" y="45720"/>
                </a:lnTo>
                <a:lnTo>
                  <a:pt x="192024" y="192024"/>
                </a:lnTo>
                <a:lnTo>
                  <a:pt x="0" y="192024"/>
                </a:lnTo>
                <a:lnTo>
                  <a:pt x="15240" y="207264"/>
                </a:lnTo>
                <a:lnTo>
                  <a:pt x="24879" y="205270"/>
                </a:lnTo>
                <a:lnTo>
                  <a:pt x="35242" y="203835"/>
                </a:lnTo>
                <a:lnTo>
                  <a:pt x="45885" y="202984"/>
                </a:lnTo>
                <a:lnTo>
                  <a:pt x="56388" y="202692"/>
                </a:lnTo>
                <a:lnTo>
                  <a:pt x="192024" y="202692"/>
                </a:lnTo>
                <a:lnTo>
                  <a:pt x="191960" y="330327"/>
                </a:lnTo>
                <a:lnTo>
                  <a:pt x="191833" y="349186"/>
                </a:lnTo>
                <a:lnTo>
                  <a:pt x="191376" y="374218"/>
                </a:lnTo>
                <a:lnTo>
                  <a:pt x="190500" y="400812"/>
                </a:lnTo>
                <a:lnTo>
                  <a:pt x="220980" y="388620"/>
                </a:lnTo>
                <a:lnTo>
                  <a:pt x="220091" y="369189"/>
                </a:lnTo>
                <a:lnTo>
                  <a:pt x="219646" y="349758"/>
                </a:lnTo>
                <a:lnTo>
                  <a:pt x="219468" y="330327"/>
                </a:lnTo>
                <a:lnTo>
                  <a:pt x="219456" y="202692"/>
                </a:lnTo>
                <a:lnTo>
                  <a:pt x="408432" y="202692"/>
                </a:lnTo>
                <a:close/>
              </a:path>
              <a:path w="855345" h="407035">
                <a:moveTo>
                  <a:pt x="556247" y="35052"/>
                </a:moveTo>
                <a:lnTo>
                  <a:pt x="522719" y="10668"/>
                </a:lnTo>
                <a:lnTo>
                  <a:pt x="519823" y="21793"/>
                </a:lnTo>
                <a:lnTo>
                  <a:pt x="515480" y="34480"/>
                </a:lnTo>
                <a:lnTo>
                  <a:pt x="491147" y="80035"/>
                </a:lnTo>
                <a:lnTo>
                  <a:pt x="464959" y="112661"/>
                </a:lnTo>
                <a:lnTo>
                  <a:pt x="449567" y="129540"/>
                </a:lnTo>
                <a:lnTo>
                  <a:pt x="452615" y="134112"/>
                </a:lnTo>
                <a:lnTo>
                  <a:pt x="475462" y="116192"/>
                </a:lnTo>
                <a:lnTo>
                  <a:pt x="498144" y="94678"/>
                </a:lnTo>
                <a:lnTo>
                  <a:pt x="520496" y="70104"/>
                </a:lnTo>
                <a:lnTo>
                  <a:pt x="542531" y="42672"/>
                </a:lnTo>
                <a:lnTo>
                  <a:pt x="556247" y="35052"/>
                </a:lnTo>
                <a:close/>
              </a:path>
              <a:path w="855345" h="407035">
                <a:moveTo>
                  <a:pt x="562343" y="141732"/>
                </a:moveTo>
                <a:lnTo>
                  <a:pt x="533387" y="118872"/>
                </a:lnTo>
                <a:lnTo>
                  <a:pt x="527989" y="132308"/>
                </a:lnTo>
                <a:lnTo>
                  <a:pt x="521004" y="147447"/>
                </a:lnTo>
                <a:lnTo>
                  <a:pt x="502907" y="182880"/>
                </a:lnTo>
                <a:lnTo>
                  <a:pt x="477570" y="220599"/>
                </a:lnTo>
                <a:lnTo>
                  <a:pt x="446519" y="256032"/>
                </a:lnTo>
                <a:lnTo>
                  <a:pt x="449567" y="260604"/>
                </a:lnTo>
                <a:lnTo>
                  <a:pt x="464985" y="248894"/>
                </a:lnTo>
                <a:lnTo>
                  <a:pt x="479094" y="236601"/>
                </a:lnTo>
                <a:lnTo>
                  <a:pt x="491794" y="223748"/>
                </a:lnTo>
                <a:lnTo>
                  <a:pt x="502907" y="210312"/>
                </a:lnTo>
                <a:lnTo>
                  <a:pt x="502805" y="309372"/>
                </a:lnTo>
                <a:lnTo>
                  <a:pt x="502716" y="335089"/>
                </a:lnTo>
                <a:lnTo>
                  <a:pt x="502259" y="377952"/>
                </a:lnTo>
                <a:lnTo>
                  <a:pt x="501383" y="406908"/>
                </a:lnTo>
                <a:lnTo>
                  <a:pt x="525767" y="391668"/>
                </a:lnTo>
                <a:lnTo>
                  <a:pt x="525475" y="363080"/>
                </a:lnTo>
                <a:lnTo>
                  <a:pt x="525018" y="329565"/>
                </a:lnTo>
                <a:lnTo>
                  <a:pt x="524484" y="277228"/>
                </a:lnTo>
                <a:lnTo>
                  <a:pt x="524243" y="211836"/>
                </a:lnTo>
                <a:lnTo>
                  <a:pt x="526681" y="210312"/>
                </a:lnTo>
                <a:lnTo>
                  <a:pt x="536435" y="204216"/>
                </a:lnTo>
                <a:lnTo>
                  <a:pt x="519671" y="193548"/>
                </a:lnTo>
                <a:lnTo>
                  <a:pt x="527418" y="182118"/>
                </a:lnTo>
                <a:lnTo>
                  <a:pt x="534720" y="170688"/>
                </a:lnTo>
                <a:lnTo>
                  <a:pt x="541756" y="159258"/>
                </a:lnTo>
                <a:lnTo>
                  <a:pt x="548627" y="147828"/>
                </a:lnTo>
                <a:lnTo>
                  <a:pt x="562343" y="141732"/>
                </a:lnTo>
                <a:close/>
              </a:path>
              <a:path w="855345" h="407035">
                <a:moveTo>
                  <a:pt x="745223" y="295656"/>
                </a:moveTo>
                <a:lnTo>
                  <a:pt x="717791" y="266700"/>
                </a:lnTo>
                <a:lnTo>
                  <a:pt x="697979" y="284988"/>
                </a:lnTo>
                <a:lnTo>
                  <a:pt x="649211" y="284988"/>
                </a:lnTo>
                <a:lnTo>
                  <a:pt x="649211" y="280416"/>
                </a:lnTo>
                <a:lnTo>
                  <a:pt x="650735" y="274320"/>
                </a:lnTo>
                <a:lnTo>
                  <a:pt x="650735" y="265176"/>
                </a:lnTo>
                <a:lnTo>
                  <a:pt x="662927" y="256032"/>
                </a:lnTo>
                <a:lnTo>
                  <a:pt x="637019" y="242316"/>
                </a:lnTo>
                <a:lnTo>
                  <a:pt x="693407" y="242316"/>
                </a:lnTo>
                <a:lnTo>
                  <a:pt x="693407" y="256032"/>
                </a:lnTo>
                <a:lnTo>
                  <a:pt x="716267" y="245364"/>
                </a:lnTo>
                <a:lnTo>
                  <a:pt x="716114" y="242316"/>
                </a:lnTo>
                <a:lnTo>
                  <a:pt x="715568" y="231648"/>
                </a:lnTo>
                <a:lnTo>
                  <a:pt x="715391" y="228206"/>
                </a:lnTo>
                <a:lnTo>
                  <a:pt x="714946" y="204216"/>
                </a:lnTo>
                <a:lnTo>
                  <a:pt x="714832" y="184404"/>
                </a:lnTo>
                <a:lnTo>
                  <a:pt x="714781" y="173736"/>
                </a:lnTo>
                <a:lnTo>
                  <a:pt x="714743" y="134112"/>
                </a:lnTo>
                <a:lnTo>
                  <a:pt x="718807" y="131064"/>
                </a:lnTo>
                <a:lnTo>
                  <a:pt x="726935" y="124968"/>
                </a:lnTo>
                <a:lnTo>
                  <a:pt x="722020" y="120396"/>
                </a:lnTo>
                <a:lnTo>
                  <a:pt x="705599" y="105156"/>
                </a:lnTo>
                <a:lnTo>
                  <a:pt x="693407" y="117348"/>
                </a:lnTo>
                <a:lnTo>
                  <a:pt x="693407" y="131064"/>
                </a:lnTo>
                <a:lnTo>
                  <a:pt x="693407" y="173736"/>
                </a:lnTo>
                <a:lnTo>
                  <a:pt x="693407" y="184404"/>
                </a:lnTo>
                <a:lnTo>
                  <a:pt x="693407" y="231648"/>
                </a:lnTo>
                <a:lnTo>
                  <a:pt x="655307" y="231648"/>
                </a:lnTo>
                <a:lnTo>
                  <a:pt x="655307" y="184404"/>
                </a:lnTo>
                <a:lnTo>
                  <a:pt x="693407" y="184404"/>
                </a:lnTo>
                <a:lnTo>
                  <a:pt x="693407" y="173736"/>
                </a:lnTo>
                <a:lnTo>
                  <a:pt x="655307" y="173736"/>
                </a:lnTo>
                <a:lnTo>
                  <a:pt x="655307" y="131064"/>
                </a:lnTo>
                <a:lnTo>
                  <a:pt x="693407" y="131064"/>
                </a:lnTo>
                <a:lnTo>
                  <a:pt x="693407" y="117348"/>
                </a:lnTo>
                <a:lnTo>
                  <a:pt x="690359" y="120396"/>
                </a:lnTo>
                <a:lnTo>
                  <a:pt x="653783" y="120396"/>
                </a:lnTo>
                <a:lnTo>
                  <a:pt x="682294" y="83756"/>
                </a:lnTo>
                <a:lnTo>
                  <a:pt x="696455" y="73152"/>
                </a:lnTo>
                <a:lnTo>
                  <a:pt x="700519" y="70104"/>
                </a:lnTo>
                <a:lnTo>
                  <a:pt x="702551" y="68580"/>
                </a:lnTo>
                <a:lnTo>
                  <a:pt x="708647" y="68580"/>
                </a:lnTo>
                <a:lnTo>
                  <a:pt x="699503" y="59436"/>
                </a:lnTo>
                <a:lnTo>
                  <a:pt x="682739" y="42672"/>
                </a:lnTo>
                <a:lnTo>
                  <a:pt x="669023" y="57759"/>
                </a:lnTo>
                <a:lnTo>
                  <a:pt x="669023" y="70104"/>
                </a:lnTo>
                <a:lnTo>
                  <a:pt x="643115" y="120396"/>
                </a:lnTo>
                <a:lnTo>
                  <a:pt x="635495" y="120396"/>
                </a:lnTo>
                <a:lnTo>
                  <a:pt x="635495" y="131064"/>
                </a:lnTo>
                <a:lnTo>
                  <a:pt x="635495" y="173736"/>
                </a:lnTo>
                <a:lnTo>
                  <a:pt x="635495" y="184404"/>
                </a:lnTo>
                <a:lnTo>
                  <a:pt x="635495" y="231648"/>
                </a:lnTo>
                <a:lnTo>
                  <a:pt x="597395" y="231648"/>
                </a:lnTo>
                <a:lnTo>
                  <a:pt x="597395" y="184404"/>
                </a:lnTo>
                <a:lnTo>
                  <a:pt x="635495" y="184404"/>
                </a:lnTo>
                <a:lnTo>
                  <a:pt x="635495" y="173736"/>
                </a:lnTo>
                <a:lnTo>
                  <a:pt x="597395" y="173736"/>
                </a:lnTo>
                <a:lnTo>
                  <a:pt x="597395" y="131064"/>
                </a:lnTo>
                <a:lnTo>
                  <a:pt x="635495" y="131064"/>
                </a:lnTo>
                <a:lnTo>
                  <a:pt x="635495" y="120396"/>
                </a:lnTo>
                <a:lnTo>
                  <a:pt x="595871" y="120396"/>
                </a:lnTo>
                <a:lnTo>
                  <a:pt x="586079" y="112776"/>
                </a:lnTo>
                <a:lnTo>
                  <a:pt x="582155" y="109728"/>
                </a:lnTo>
                <a:lnTo>
                  <a:pt x="590994" y="98615"/>
                </a:lnTo>
                <a:lnTo>
                  <a:pt x="599109" y="88201"/>
                </a:lnTo>
                <a:lnTo>
                  <a:pt x="606374" y="78663"/>
                </a:lnTo>
                <a:lnTo>
                  <a:pt x="612635" y="70104"/>
                </a:lnTo>
                <a:lnTo>
                  <a:pt x="669023" y="70104"/>
                </a:lnTo>
                <a:lnTo>
                  <a:pt x="669023" y="57759"/>
                </a:lnTo>
                <a:lnTo>
                  <a:pt x="667499" y="59436"/>
                </a:lnTo>
                <a:lnTo>
                  <a:pt x="617207" y="59436"/>
                </a:lnTo>
                <a:lnTo>
                  <a:pt x="621144" y="51435"/>
                </a:lnTo>
                <a:lnTo>
                  <a:pt x="625779" y="43434"/>
                </a:lnTo>
                <a:lnTo>
                  <a:pt x="630720" y="35433"/>
                </a:lnTo>
                <a:lnTo>
                  <a:pt x="635495" y="27432"/>
                </a:lnTo>
                <a:lnTo>
                  <a:pt x="647687" y="21336"/>
                </a:lnTo>
                <a:lnTo>
                  <a:pt x="614159" y="0"/>
                </a:lnTo>
                <a:lnTo>
                  <a:pt x="611047" y="14287"/>
                </a:lnTo>
                <a:lnTo>
                  <a:pt x="606348" y="29718"/>
                </a:lnTo>
                <a:lnTo>
                  <a:pt x="584301" y="80848"/>
                </a:lnTo>
                <a:lnTo>
                  <a:pt x="554723" y="126492"/>
                </a:lnTo>
                <a:lnTo>
                  <a:pt x="559295" y="131064"/>
                </a:lnTo>
                <a:lnTo>
                  <a:pt x="566915" y="124968"/>
                </a:lnTo>
                <a:lnTo>
                  <a:pt x="576059" y="112776"/>
                </a:lnTo>
                <a:lnTo>
                  <a:pt x="575970" y="184404"/>
                </a:lnTo>
                <a:lnTo>
                  <a:pt x="575868" y="206883"/>
                </a:lnTo>
                <a:lnTo>
                  <a:pt x="575424" y="239229"/>
                </a:lnTo>
                <a:lnTo>
                  <a:pt x="574535" y="262128"/>
                </a:lnTo>
                <a:lnTo>
                  <a:pt x="597395" y="248412"/>
                </a:lnTo>
                <a:lnTo>
                  <a:pt x="597395" y="242316"/>
                </a:lnTo>
                <a:lnTo>
                  <a:pt x="629399" y="242316"/>
                </a:lnTo>
                <a:lnTo>
                  <a:pt x="629145" y="251129"/>
                </a:lnTo>
                <a:lnTo>
                  <a:pt x="628510" y="260604"/>
                </a:lnTo>
                <a:lnTo>
                  <a:pt x="627481" y="272757"/>
                </a:lnTo>
                <a:lnTo>
                  <a:pt x="626351" y="284988"/>
                </a:lnTo>
                <a:lnTo>
                  <a:pt x="545579" y="284988"/>
                </a:lnTo>
                <a:lnTo>
                  <a:pt x="560819" y="301752"/>
                </a:lnTo>
                <a:lnTo>
                  <a:pt x="571131" y="298881"/>
                </a:lnTo>
                <a:lnTo>
                  <a:pt x="581583" y="296989"/>
                </a:lnTo>
                <a:lnTo>
                  <a:pt x="592328" y="295973"/>
                </a:lnTo>
                <a:lnTo>
                  <a:pt x="603491" y="295656"/>
                </a:lnTo>
                <a:lnTo>
                  <a:pt x="624827" y="295656"/>
                </a:lnTo>
                <a:lnTo>
                  <a:pt x="613397" y="332232"/>
                </a:lnTo>
                <a:lnTo>
                  <a:pt x="579678" y="371665"/>
                </a:lnTo>
                <a:lnTo>
                  <a:pt x="533387" y="400812"/>
                </a:lnTo>
                <a:lnTo>
                  <a:pt x="536435" y="405384"/>
                </a:lnTo>
                <a:lnTo>
                  <a:pt x="573392" y="390525"/>
                </a:lnTo>
                <a:lnTo>
                  <a:pt x="615480" y="363080"/>
                </a:lnTo>
                <a:lnTo>
                  <a:pt x="643115" y="316992"/>
                </a:lnTo>
                <a:lnTo>
                  <a:pt x="655980" y="329565"/>
                </a:lnTo>
                <a:lnTo>
                  <a:pt x="667118" y="342138"/>
                </a:lnTo>
                <a:lnTo>
                  <a:pt x="676554" y="354711"/>
                </a:lnTo>
                <a:lnTo>
                  <a:pt x="684263" y="367284"/>
                </a:lnTo>
                <a:lnTo>
                  <a:pt x="688835" y="377952"/>
                </a:lnTo>
                <a:lnTo>
                  <a:pt x="693407" y="382524"/>
                </a:lnTo>
                <a:lnTo>
                  <a:pt x="699503" y="382524"/>
                </a:lnTo>
                <a:lnTo>
                  <a:pt x="701027" y="379476"/>
                </a:lnTo>
                <a:lnTo>
                  <a:pt x="707123" y="370332"/>
                </a:lnTo>
                <a:lnTo>
                  <a:pt x="708647" y="365760"/>
                </a:lnTo>
                <a:lnTo>
                  <a:pt x="708647" y="355092"/>
                </a:lnTo>
                <a:lnTo>
                  <a:pt x="704075" y="347472"/>
                </a:lnTo>
                <a:lnTo>
                  <a:pt x="696455" y="341376"/>
                </a:lnTo>
                <a:lnTo>
                  <a:pt x="688797" y="335089"/>
                </a:lnTo>
                <a:lnTo>
                  <a:pt x="677405" y="327660"/>
                </a:lnTo>
                <a:lnTo>
                  <a:pt x="662597" y="319087"/>
                </a:lnTo>
                <a:lnTo>
                  <a:pt x="658723" y="316992"/>
                </a:lnTo>
                <a:lnTo>
                  <a:pt x="644639" y="309372"/>
                </a:lnTo>
                <a:lnTo>
                  <a:pt x="646163" y="304800"/>
                </a:lnTo>
                <a:lnTo>
                  <a:pt x="646163" y="300228"/>
                </a:lnTo>
                <a:lnTo>
                  <a:pt x="647687" y="295656"/>
                </a:lnTo>
                <a:lnTo>
                  <a:pt x="745223" y="295656"/>
                </a:lnTo>
                <a:close/>
              </a:path>
              <a:path w="855345" h="407035">
                <a:moveTo>
                  <a:pt x="847331" y="62484"/>
                </a:moveTo>
                <a:lnTo>
                  <a:pt x="821423" y="35052"/>
                </a:lnTo>
                <a:lnTo>
                  <a:pt x="804659" y="51816"/>
                </a:lnTo>
                <a:lnTo>
                  <a:pt x="723887" y="51816"/>
                </a:lnTo>
                <a:lnTo>
                  <a:pt x="740651" y="68580"/>
                </a:lnTo>
                <a:lnTo>
                  <a:pt x="749515" y="65709"/>
                </a:lnTo>
                <a:lnTo>
                  <a:pt x="757796" y="63817"/>
                </a:lnTo>
                <a:lnTo>
                  <a:pt x="765517" y="62801"/>
                </a:lnTo>
                <a:lnTo>
                  <a:pt x="772655" y="62484"/>
                </a:lnTo>
                <a:lnTo>
                  <a:pt x="847331" y="62484"/>
                </a:lnTo>
                <a:close/>
              </a:path>
              <a:path w="855345" h="407035">
                <a:moveTo>
                  <a:pt x="854951" y="150876"/>
                </a:moveTo>
                <a:lnTo>
                  <a:pt x="827519" y="121920"/>
                </a:lnTo>
                <a:lnTo>
                  <a:pt x="807707" y="141732"/>
                </a:lnTo>
                <a:lnTo>
                  <a:pt x="719315" y="141732"/>
                </a:lnTo>
                <a:lnTo>
                  <a:pt x="734555" y="156972"/>
                </a:lnTo>
                <a:lnTo>
                  <a:pt x="745159" y="154736"/>
                </a:lnTo>
                <a:lnTo>
                  <a:pt x="756462" y="152781"/>
                </a:lnTo>
                <a:lnTo>
                  <a:pt x="768642" y="151409"/>
                </a:lnTo>
                <a:lnTo>
                  <a:pt x="781799" y="150876"/>
                </a:lnTo>
                <a:lnTo>
                  <a:pt x="781710" y="367436"/>
                </a:lnTo>
                <a:lnTo>
                  <a:pt x="778751" y="371856"/>
                </a:lnTo>
                <a:lnTo>
                  <a:pt x="771131" y="371856"/>
                </a:lnTo>
                <a:lnTo>
                  <a:pt x="763727" y="370700"/>
                </a:lnTo>
                <a:lnTo>
                  <a:pt x="722363" y="365760"/>
                </a:lnTo>
                <a:lnTo>
                  <a:pt x="722363" y="373380"/>
                </a:lnTo>
                <a:lnTo>
                  <a:pt x="741514" y="381177"/>
                </a:lnTo>
                <a:lnTo>
                  <a:pt x="755510" y="388810"/>
                </a:lnTo>
                <a:lnTo>
                  <a:pt x="764374" y="396748"/>
                </a:lnTo>
                <a:lnTo>
                  <a:pt x="768083" y="405384"/>
                </a:lnTo>
                <a:lnTo>
                  <a:pt x="776655" y="401942"/>
                </a:lnTo>
                <a:lnTo>
                  <a:pt x="803135" y="377952"/>
                </a:lnTo>
                <a:lnTo>
                  <a:pt x="803135" y="371856"/>
                </a:lnTo>
                <a:lnTo>
                  <a:pt x="803135" y="150876"/>
                </a:lnTo>
                <a:lnTo>
                  <a:pt x="854951" y="15087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pic>
        <p:nvPicPr>
          <p:cNvPr id="14" name="object 14"/>
          <p:cNvPicPr/>
          <p:nvPr/>
        </p:nvPicPr>
        <p:blipFill>
          <a:blip r:embed="rId4" cstate="print"/>
          <a:stretch>
            <a:fillRect/>
          </a:stretch>
        </p:blipFill>
        <p:spPr>
          <a:xfrm>
            <a:off x="6611111" y="2569464"/>
            <a:ext cx="64008" cy="164592"/>
          </a:xfrm>
          <a:prstGeom prst="rect">
            <a:avLst/>
          </a:prstGeom>
        </p:spPr>
      </p:pic>
      <p:pic>
        <p:nvPicPr>
          <p:cNvPr id="15" name="object 15"/>
          <p:cNvPicPr/>
          <p:nvPr/>
        </p:nvPicPr>
        <p:blipFill>
          <a:blip r:embed="rId5" cstate="print"/>
          <a:stretch>
            <a:fillRect/>
          </a:stretch>
        </p:blipFill>
        <p:spPr>
          <a:xfrm>
            <a:off x="1748027" y="3165348"/>
            <a:ext cx="181355" cy="172212"/>
          </a:xfrm>
          <a:prstGeom prst="rect">
            <a:avLst/>
          </a:prstGeom>
        </p:spPr>
      </p:pic>
      <p:sp>
        <p:nvSpPr>
          <p:cNvPr id="16" name="object 16"/>
          <p:cNvSpPr/>
          <p:nvPr/>
        </p:nvSpPr>
        <p:spPr>
          <a:xfrm>
            <a:off x="2252472" y="3005327"/>
            <a:ext cx="1629410" cy="408940"/>
          </a:xfrm>
          <a:custGeom>
            <a:avLst/>
            <a:gdLst/>
            <a:ahLst/>
            <a:cxnLst/>
            <a:rect l="l" t="t" r="r" b="b"/>
            <a:pathLst>
              <a:path w="1629410" h="408939">
                <a:moveTo>
                  <a:pt x="318516" y="121920"/>
                </a:moveTo>
                <a:lnTo>
                  <a:pt x="277368" y="121920"/>
                </a:lnTo>
                <a:lnTo>
                  <a:pt x="236220" y="309372"/>
                </a:lnTo>
                <a:lnTo>
                  <a:pt x="176784" y="121920"/>
                </a:lnTo>
                <a:lnTo>
                  <a:pt x="143256" y="121920"/>
                </a:lnTo>
                <a:lnTo>
                  <a:pt x="86868" y="309372"/>
                </a:lnTo>
                <a:lnTo>
                  <a:pt x="42672" y="121920"/>
                </a:lnTo>
                <a:lnTo>
                  <a:pt x="0" y="121920"/>
                </a:lnTo>
                <a:lnTo>
                  <a:pt x="62484" y="364236"/>
                </a:lnTo>
                <a:lnTo>
                  <a:pt x="100584" y="364236"/>
                </a:lnTo>
                <a:lnTo>
                  <a:pt x="160020" y="178308"/>
                </a:lnTo>
                <a:lnTo>
                  <a:pt x="219456" y="364236"/>
                </a:lnTo>
                <a:lnTo>
                  <a:pt x="256032" y="364236"/>
                </a:lnTo>
                <a:lnTo>
                  <a:pt x="318516" y="121920"/>
                </a:lnTo>
                <a:close/>
              </a:path>
              <a:path w="1629410" h="408939">
                <a:moveTo>
                  <a:pt x="748284" y="80772"/>
                </a:moveTo>
                <a:lnTo>
                  <a:pt x="708660" y="41148"/>
                </a:lnTo>
                <a:lnTo>
                  <a:pt x="678180" y="71628"/>
                </a:lnTo>
                <a:lnTo>
                  <a:pt x="530352" y="71628"/>
                </a:lnTo>
                <a:lnTo>
                  <a:pt x="535178" y="63055"/>
                </a:lnTo>
                <a:lnTo>
                  <a:pt x="540448" y="53340"/>
                </a:lnTo>
                <a:lnTo>
                  <a:pt x="545985" y="42481"/>
                </a:lnTo>
                <a:lnTo>
                  <a:pt x="551688" y="30480"/>
                </a:lnTo>
                <a:lnTo>
                  <a:pt x="568452" y="24384"/>
                </a:lnTo>
                <a:lnTo>
                  <a:pt x="525780" y="0"/>
                </a:lnTo>
                <a:lnTo>
                  <a:pt x="521754" y="14846"/>
                </a:lnTo>
                <a:lnTo>
                  <a:pt x="516445" y="31813"/>
                </a:lnTo>
                <a:lnTo>
                  <a:pt x="509701" y="50800"/>
                </a:lnTo>
                <a:lnTo>
                  <a:pt x="501396" y="71628"/>
                </a:lnTo>
                <a:lnTo>
                  <a:pt x="344424" y="71628"/>
                </a:lnTo>
                <a:lnTo>
                  <a:pt x="359664" y="86868"/>
                </a:lnTo>
                <a:lnTo>
                  <a:pt x="369963" y="83997"/>
                </a:lnTo>
                <a:lnTo>
                  <a:pt x="380428" y="82105"/>
                </a:lnTo>
                <a:lnTo>
                  <a:pt x="391160" y="81089"/>
                </a:lnTo>
                <a:lnTo>
                  <a:pt x="402336" y="80772"/>
                </a:lnTo>
                <a:lnTo>
                  <a:pt x="496824" y="80772"/>
                </a:lnTo>
                <a:lnTo>
                  <a:pt x="463677" y="138303"/>
                </a:lnTo>
                <a:lnTo>
                  <a:pt x="428244" y="184404"/>
                </a:lnTo>
                <a:lnTo>
                  <a:pt x="389763" y="224599"/>
                </a:lnTo>
                <a:lnTo>
                  <a:pt x="344424" y="263652"/>
                </a:lnTo>
                <a:lnTo>
                  <a:pt x="348996" y="269748"/>
                </a:lnTo>
                <a:lnTo>
                  <a:pt x="377875" y="250609"/>
                </a:lnTo>
                <a:lnTo>
                  <a:pt x="405193" y="229743"/>
                </a:lnTo>
                <a:lnTo>
                  <a:pt x="431076" y="207175"/>
                </a:lnTo>
                <a:lnTo>
                  <a:pt x="455676" y="182880"/>
                </a:lnTo>
                <a:lnTo>
                  <a:pt x="455587" y="294132"/>
                </a:lnTo>
                <a:lnTo>
                  <a:pt x="455485" y="337375"/>
                </a:lnTo>
                <a:lnTo>
                  <a:pt x="455028" y="383273"/>
                </a:lnTo>
                <a:lnTo>
                  <a:pt x="454152" y="408432"/>
                </a:lnTo>
                <a:lnTo>
                  <a:pt x="480060" y="393192"/>
                </a:lnTo>
                <a:lnTo>
                  <a:pt x="480060" y="294132"/>
                </a:lnTo>
                <a:lnTo>
                  <a:pt x="640080" y="294132"/>
                </a:lnTo>
                <a:lnTo>
                  <a:pt x="640080" y="364236"/>
                </a:lnTo>
                <a:lnTo>
                  <a:pt x="635508" y="370332"/>
                </a:lnTo>
                <a:lnTo>
                  <a:pt x="593115" y="367118"/>
                </a:lnTo>
                <a:lnTo>
                  <a:pt x="579120" y="364236"/>
                </a:lnTo>
                <a:lnTo>
                  <a:pt x="579120" y="373380"/>
                </a:lnTo>
                <a:lnTo>
                  <a:pt x="600214" y="380796"/>
                </a:lnTo>
                <a:lnTo>
                  <a:pt x="615315" y="389191"/>
                </a:lnTo>
                <a:lnTo>
                  <a:pt x="624116" y="398462"/>
                </a:lnTo>
                <a:lnTo>
                  <a:pt x="626364" y="408432"/>
                </a:lnTo>
                <a:lnTo>
                  <a:pt x="643242" y="400723"/>
                </a:lnTo>
                <a:lnTo>
                  <a:pt x="655129" y="391287"/>
                </a:lnTo>
                <a:lnTo>
                  <a:pt x="662152" y="380149"/>
                </a:lnTo>
                <a:lnTo>
                  <a:pt x="663905" y="370332"/>
                </a:lnTo>
                <a:lnTo>
                  <a:pt x="664464" y="367284"/>
                </a:lnTo>
                <a:lnTo>
                  <a:pt x="664464" y="161544"/>
                </a:lnTo>
                <a:lnTo>
                  <a:pt x="673989" y="153924"/>
                </a:lnTo>
                <a:lnTo>
                  <a:pt x="679704" y="149352"/>
                </a:lnTo>
                <a:lnTo>
                  <a:pt x="671982" y="143256"/>
                </a:lnTo>
                <a:lnTo>
                  <a:pt x="650748" y="126492"/>
                </a:lnTo>
                <a:lnTo>
                  <a:pt x="640080" y="139534"/>
                </a:lnTo>
                <a:lnTo>
                  <a:pt x="640080" y="153924"/>
                </a:lnTo>
                <a:lnTo>
                  <a:pt x="640080" y="214884"/>
                </a:lnTo>
                <a:lnTo>
                  <a:pt x="640080" y="225552"/>
                </a:lnTo>
                <a:lnTo>
                  <a:pt x="640080" y="283464"/>
                </a:lnTo>
                <a:lnTo>
                  <a:pt x="480060" y="283464"/>
                </a:lnTo>
                <a:lnTo>
                  <a:pt x="480060" y="225552"/>
                </a:lnTo>
                <a:lnTo>
                  <a:pt x="640080" y="225552"/>
                </a:lnTo>
                <a:lnTo>
                  <a:pt x="640080" y="214884"/>
                </a:lnTo>
                <a:lnTo>
                  <a:pt x="480060" y="214884"/>
                </a:lnTo>
                <a:lnTo>
                  <a:pt x="480060" y="182880"/>
                </a:lnTo>
                <a:lnTo>
                  <a:pt x="480060" y="153924"/>
                </a:lnTo>
                <a:lnTo>
                  <a:pt x="640080" y="153924"/>
                </a:lnTo>
                <a:lnTo>
                  <a:pt x="640080" y="139534"/>
                </a:lnTo>
                <a:lnTo>
                  <a:pt x="637032" y="143256"/>
                </a:lnTo>
                <a:lnTo>
                  <a:pt x="487680" y="143256"/>
                </a:lnTo>
                <a:lnTo>
                  <a:pt x="497941" y="129209"/>
                </a:lnTo>
                <a:lnTo>
                  <a:pt x="508063" y="114300"/>
                </a:lnTo>
                <a:lnTo>
                  <a:pt x="517893" y="98259"/>
                </a:lnTo>
                <a:lnTo>
                  <a:pt x="527304" y="80772"/>
                </a:lnTo>
                <a:lnTo>
                  <a:pt x="748284" y="80772"/>
                </a:lnTo>
                <a:close/>
              </a:path>
              <a:path w="1629410" h="408939">
                <a:moveTo>
                  <a:pt x="1018032" y="73164"/>
                </a:moveTo>
                <a:lnTo>
                  <a:pt x="993025" y="39827"/>
                </a:lnTo>
                <a:lnTo>
                  <a:pt x="940308" y="10680"/>
                </a:lnTo>
                <a:lnTo>
                  <a:pt x="937260" y="15252"/>
                </a:lnTo>
                <a:lnTo>
                  <a:pt x="955586" y="35839"/>
                </a:lnTo>
                <a:lnTo>
                  <a:pt x="969645" y="54305"/>
                </a:lnTo>
                <a:lnTo>
                  <a:pt x="979690" y="70751"/>
                </a:lnTo>
                <a:lnTo>
                  <a:pt x="986028" y="85356"/>
                </a:lnTo>
                <a:lnTo>
                  <a:pt x="989076" y="96024"/>
                </a:lnTo>
                <a:lnTo>
                  <a:pt x="993648" y="102120"/>
                </a:lnTo>
                <a:lnTo>
                  <a:pt x="1001268" y="102120"/>
                </a:lnTo>
                <a:lnTo>
                  <a:pt x="1004316" y="99072"/>
                </a:lnTo>
                <a:lnTo>
                  <a:pt x="1010412" y="91452"/>
                </a:lnTo>
                <a:lnTo>
                  <a:pt x="1014984" y="85356"/>
                </a:lnTo>
                <a:lnTo>
                  <a:pt x="1018032" y="77736"/>
                </a:lnTo>
                <a:lnTo>
                  <a:pt x="1018032" y="73164"/>
                </a:lnTo>
                <a:close/>
              </a:path>
              <a:path w="1629410" h="408939">
                <a:moveTo>
                  <a:pt x="1191768" y="382536"/>
                </a:moveTo>
                <a:lnTo>
                  <a:pt x="1153668" y="344436"/>
                </a:lnTo>
                <a:lnTo>
                  <a:pt x="1124712" y="371868"/>
                </a:lnTo>
                <a:lnTo>
                  <a:pt x="1005840" y="371868"/>
                </a:lnTo>
                <a:lnTo>
                  <a:pt x="1005840" y="245376"/>
                </a:lnTo>
                <a:lnTo>
                  <a:pt x="1005840" y="242328"/>
                </a:lnTo>
                <a:lnTo>
                  <a:pt x="1144524" y="242328"/>
                </a:lnTo>
                <a:lnTo>
                  <a:pt x="1134960" y="233184"/>
                </a:lnTo>
                <a:lnTo>
                  <a:pt x="1109472" y="208800"/>
                </a:lnTo>
                <a:lnTo>
                  <a:pt x="1085088" y="233184"/>
                </a:lnTo>
                <a:lnTo>
                  <a:pt x="1005840" y="233184"/>
                </a:lnTo>
                <a:lnTo>
                  <a:pt x="1005840" y="118884"/>
                </a:lnTo>
                <a:lnTo>
                  <a:pt x="1173480" y="118884"/>
                </a:lnTo>
                <a:lnTo>
                  <a:pt x="1136904" y="82308"/>
                </a:lnTo>
                <a:lnTo>
                  <a:pt x="1110996" y="109740"/>
                </a:lnTo>
                <a:lnTo>
                  <a:pt x="816864" y="109740"/>
                </a:lnTo>
                <a:lnTo>
                  <a:pt x="833628" y="124980"/>
                </a:lnTo>
                <a:lnTo>
                  <a:pt x="843051" y="122732"/>
                </a:lnTo>
                <a:lnTo>
                  <a:pt x="853059" y="120789"/>
                </a:lnTo>
                <a:lnTo>
                  <a:pt x="863625" y="119405"/>
                </a:lnTo>
                <a:lnTo>
                  <a:pt x="874776" y="118884"/>
                </a:lnTo>
                <a:lnTo>
                  <a:pt x="979932" y="118884"/>
                </a:lnTo>
                <a:lnTo>
                  <a:pt x="979932" y="234708"/>
                </a:lnTo>
                <a:lnTo>
                  <a:pt x="845820" y="234708"/>
                </a:lnTo>
                <a:lnTo>
                  <a:pt x="861060" y="249948"/>
                </a:lnTo>
                <a:lnTo>
                  <a:pt x="870699" y="247942"/>
                </a:lnTo>
                <a:lnTo>
                  <a:pt x="881062" y="246519"/>
                </a:lnTo>
                <a:lnTo>
                  <a:pt x="891705" y="245656"/>
                </a:lnTo>
                <a:lnTo>
                  <a:pt x="902208" y="245376"/>
                </a:lnTo>
                <a:lnTo>
                  <a:pt x="979932" y="245376"/>
                </a:lnTo>
                <a:lnTo>
                  <a:pt x="979932" y="371868"/>
                </a:lnTo>
                <a:lnTo>
                  <a:pt x="790956" y="371868"/>
                </a:lnTo>
                <a:lnTo>
                  <a:pt x="807720" y="387108"/>
                </a:lnTo>
                <a:lnTo>
                  <a:pt x="817143" y="385102"/>
                </a:lnTo>
                <a:lnTo>
                  <a:pt x="827151" y="383679"/>
                </a:lnTo>
                <a:lnTo>
                  <a:pt x="837717" y="382816"/>
                </a:lnTo>
                <a:lnTo>
                  <a:pt x="848868" y="382536"/>
                </a:lnTo>
                <a:lnTo>
                  <a:pt x="1191768" y="382536"/>
                </a:lnTo>
                <a:close/>
              </a:path>
              <a:path w="1629410" h="408939">
                <a:moveTo>
                  <a:pt x="1426451" y="74676"/>
                </a:moveTo>
                <a:lnTo>
                  <a:pt x="1394447" y="42672"/>
                </a:lnTo>
                <a:lnTo>
                  <a:pt x="1374635" y="64008"/>
                </a:lnTo>
                <a:lnTo>
                  <a:pt x="1248143" y="64008"/>
                </a:lnTo>
                <a:lnTo>
                  <a:pt x="1264907" y="79248"/>
                </a:lnTo>
                <a:lnTo>
                  <a:pt x="1272959" y="77254"/>
                </a:lnTo>
                <a:lnTo>
                  <a:pt x="1281290" y="75819"/>
                </a:lnTo>
                <a:lnTo>
                  <a:pt x="1290205" y="74968"/>
                </a:lnTo>
                <a:lnTo>
                  <a:pt x="1299959" y="74676"/>
                </a:lnTo>
                <a:lnTo>
                  <a:pt x="1426451" y="74676"/>
                </a:lnTo>
                <a:close/>
              </a:path>
              <a:path w="1629410" h="408939">
                <a:moveTo>
                  <a:pt x="1450835" y="163068"/>
                </a:moveTo>
                <a:lnTo>
                  <a:pt x="1418831" y="131064"/>
                </a:lnTo>
                <a:lnTo>
                  <a:pt x="1399019" y="152400"/>
                </a:lnTo>
                <a:lnTo>
                  <a:pt x="1234427" y="152400"/>
                </a:lnTo>
                <a:lnTo>
                  <a:pt x="1248143" y="166116"/>
                </a:lnTo>
                <a:lnTo>
                  <a:pt x="1267955" y="163068"/>
                </a:lnTo>
                <a:lnTo>
                  <a:pt x="1324343" y="163068"/>
                </a:lnTo>
                <a:lnTo>
                  <a:pt x="1310627" y="199834"/>
                </a:lnTo>
                <a:lnTo>
                  <a:pt x="1287767" y="246888"/>
                </a:lnTo>
                <a:lnTo>
                  <a:pt x="1260525" y="288607"/>
                </a:lnTo>
                <a:lnTo>
                  <a:pt x="1238999" y="306324"/>
                </a:lnTo>
                <a:lnTo>
                  <a:pt x="1257287" y="339852"/>
                </a:lnTo>
                <a:lnTo>
                  <a:pt x="1304150" y="319087"/>
                </a:lnTo>
                <a:lnTo>
                  <a:pt x="1347304" y="308356"/>
                </a:lnTo>
                <a:lnTo>
                  <a:pt x="1403591" y="297180"/>
                </a:lnTo>
                <a:lnTo>
                  <a:pt x="1405877" y="304025"/>
                </a:lnTo>
                <a:lnTo>
                  <a:pt x="1408163" y="310705"/>
                </a:lnTo>
                <a:lnTo>
                  <a:pt x="1410449" y="317119"/>
                </a:lnTo>
                <a:lnTo>
                  <a:pt x="1412735" y="323088"/>
                </a:lnTo>
                <a:lnTo>
                  <a:pt x="1414259" y="329184"/>
                </a:lnTo>
                <a:lnTo>
                  <a:pt x="1415783" y="332232"/>
                </a:lnTo>
                <a:lnTo>
                  <a:pt x="1420355" y="332232"/>
                </a:lnTo>
                <a:lnTo>
                  <a:pt x="1423403" y="329184"/>
                </a:lnTo>
                <a:lnTo>
                  <a:pt x="1429499" y="324612"/>
                </a:lnTo>
                <a:lnTo>
                  <a:pt x="1432344" y="319455"/>
                </a:lnTo>
                <a:lnTo>
                  <a:pt x="1433880" y="312991"/>
                </a:lnTo>
                <a:lnTo>
                  <a:pt x="1434007" y="305117"/>
                </a:lnTo>
                <a:lnTo>
                  <a:pt x="1432788" y="297180"/>
                </a:lnTo>
                <a:lnTo>
                  <a:pt x="1395691" y="246367"/>
                </a:lnTo>
                <a:lnTo>
                  <a:pt x="1368539" y="220980"/>
                </a:lnTo>
                <a:lnTo>
                  <a:pt x="1363967" y="224028"/>
                </a:lnTo>
                <a:lnTo>
                  <a:pt x="1373111" y="239179"/>
                </a:lnTo>
                <a:lnTo>
                  <a:pt x="1382255" y="254889"/>
                </a:lnTo>
                <a:lnTo>
                  <a:pt x="1391285" y="270967"/>
                </a:lnTo>
                <a:lnTo>
                  <a:pt x="1400543" y="288036"/>
                </a:lnTo>
                <a:lnTo>
                  <a:pt x="1263383" y="303276"/>
                </a:lnTo>
                <a:lnTo>
                  <a:pt x="1275372" y="289560"/>
                </a:lnTo>
                <a:lnTo>
                  <a:pt x="1288338" y="273558"/>
                </a:lnTo>
                <a:lnTo>
                  <a:pt x="1302181" y="255270"/>
                </a:lnTo>
                <a:lnTo>
                  <a:pt x="1316723" y="234696"/>
                </a:lnTo>
                <a:lnTo>
                  <a:pt x="1329867" y="215265"/>
                </a:lnTo>
                <a:lnTo>
                  <a:pt x="1341869" y="200406"/>
                </a:lnTo>
                <a:lnTo>
                  <a:pt x="1352727" y="190119"/>
                </a:lnTo>
                <a:lnTo>
                  <a:pt x="1362443" y="184404"/>
                </a:lnTo>
                <a:lnTo>
                  <a:pt x="1333487" y="163068"/>
                </a:lnTo>
                <a:lnTo>
                  <a:pt x="1450835" y="163068"/>
                </a:lnTo>
                <a:close/>
              </a:path>
              <a:path w="1629410" h="408939">
                <a:moveTo>
                  <a:pt x="1629143" y="121920"/>
                </a:moveTo>
                <a:lnTo>
                  <a:pt x="1603235" y="100584"/>
                </a:lnTo>
                <a:lnTo>
                  <a:pt x="1589519" y="115824"/>
                </a:lnTo>
                <a:lnTo>
                  <a:pt x="1519415" y="115824"/>
                </a:lnTo>
                <a:lnTo>
                  <a:pt x="1519415" y="35052"/>
                </a:lnTo>
                <a:lnTo>
                  <a:pt x="1531607" y="22860"/>
                </a:lnTo>
                <a:lnTo>
                  <a:pt x="1496555" y="4572"/>
                </a:lnTo>
                <a:lnTo>
                  <a:pt x="1496796" y="26035"/>
                </a:lnTo>
                <a:lnTo>
                  <a:pt x="1497317" y="51625"/>
                </a:lnTo>
                <a:lnTo>
                  <a:pt x="1497850" y="81521"/>
                </a:lnTo>
                <a:lnTo>
                  <a:pt x="1498079" y="115824"/>
                </a:lnTo>
                <a:lnTo>
                  <a:pt x="1431023" y="115824"/>
                </a:lnTo>
                <a:lnTo>
                  <a:pt x="1444739" y="129540"/>
                </a:lnTo>
                <a:lnTo>
                  <a:pt x="1466075" y="126492"/>
                </a:lnTo>
                <a:lnTo>
                  <a:pt x="1498079" y="126492"/>
                </a:lnTo>
                <a:lnTo>
                  <a:pt x="1493507" y="185547"/>
                </a:lnTo>
                <a:lnTo>
                  <a:pt x="1484363" y="237744"/>
                </a:lnTo>
                <a:lnTo>
                  <a:pt x="1469313" y="284226"/>
                </a:lnTo>
                <a:lnTo>
                  <a:pt x="1446263" y="326136"/>
                </a:lnTo>
                <a:lnTo>
                  <a:pt x="1411973" y="364807"/>
                </a:lnTo>
                <a:lnTo>
                  <a:pt x="1363967" y="402336"/>
                </a:lnTo>
                <a:lnTo>
                  <a:pt x="1368539" y="408432"/>
                </a:lnTo>
                <a:lnTo>
                  <a:pt x="1419212" y="374904"/>
                </a:lnTo>
                <a:lnTo>
                  <a:pt x="1458455" y="336804"/>
                </a:lnTo>
                <a:lnTo>
                  <a:pt x="1487220" y="293941"/>
                </a:lnTo>
                <a:lnTo>
                  <a:pt x="1505699" y="245364"/>
                </a:lnTo>
                <a:lnTo>
                  <a:pt x="1515414" y="189357"/>
                </a:lnTo>
                <a:lnTo>
                  <a:pt x="1519415" y="126492"/>
                </a:lnTo>
                <a:lnTo>
                  <a:pt x="1592567" y="126492"/>
                </a:lnTo>
                <a:lnTo>
                  <a:pt x="1591170" y="193078"/>
                </a:lnTo>
                <a:lnTo>
                  <a:pt x="1589316" y="246888"/>
                </a:lnTo>
                <a:lnTo>
                  <a:pt x="1587220" y="286804"/>
                </a:lnTo>
                <a:lnTo>
                  <a:pt x="1582648" y="332219"/>
                </a:lnTo>
                <a:lnTo>
                  <a:pt x="1565135" y="362712"/>
                </a:lnTo>
                <a:lnTo>
                  <a:pt x="1559039" y="362712"/>
                </a:lnTo>
                <a:lnTo>
                  <a:pt x="1546999" y="362165"/>
                </a:lnTo>
                <a:lnTo>
                  <a:pt x="1533512" y="360616"/>
                </a:lnTo>
                <a:lnTo>
                  <a:pt x="1518323" y="358216"/>
                </a:lnTo>
                <a:lnTo>
                  <a:pt x="1501127" y="355092"/>
                </a:lnTo>
                <a:lnTo>
                  <a:pt x="1499603" y="362712"/>
                </a:lnTo>
                <a:lnTo>
                  <a:pt x="1522514" y="373888"/>
                </a:lnTo>
                <a:lnTo>
                  <a:pt x="1538846" y="384619"/>
                </a:lnTo>
                <a:lnTo>
                  <a:pt x="1548904" y="395084"/>
                </a:lnTo>
                <a:lnTo>
                  <a:pt x="1552943" y="405384"/>
                </a:lnTo>
                <a:lnTo>
                  <a:pt x="1571764" y="397103"/>
                </a:lnTo>
                <a:lnTo>
                  <a:pt x="1601685" y="362712"/>
                </a:lnTo>
                <a:lnTo>
                  <a:pt x="1612379" y="281178"/>
                </a:lnTo>
                <a:lnTo>
                  <a:pt x="1614563" y="218224"/>
                </a:lnTo>
                <a:lnTo>
                  <a:pt x="1615427" y="134112"/>
                </a:lnTo>
                <a:lnTo>
                  <a:pt x="1623999" y="126492"/>
                </a:lnTo>
                <a:lnTo>
                  <a:pt x="1629143" y="1219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" name="object 17"/>
          <p:cNvSpPr/>
          <p:nvPr/>
        </p:nvSpPr>
        <p:spPr>
          <a:xfrm>
            <a:off x="3928859" y="3006864"/>
            <a:ext cx="856615" cy="405765"/>
          </a:xfrm>
          <a:custGeom>
            <a:avLst/>
            <a:gdLst/>
            <a:ahLst/>
            <a:cxnLst/>
            <a:rect l="l" t="t" r="r" b="b"/>
            <a:pathLst>
              <a:path w="856614" h="405764">
                <a:moveTo>
                  <a:pt x="100901" y="75031"/>
                </a:moveTo>
                <a:lnTo>
                  <a:pt x="77914" y="41516"/>
                </a:lnTo>
                <a:lnTo>
                  <a:pt x="54864" y="24371"/>
                </a:lnTo>
                <a:lnTo>
                  <a:pt x="48768" y="25895"/>
                </a:lnTo>
                <a:lnTo>
                  <a:pt x="58178" y="44208"/>
                </a:lnTo>
                <a:lnTo>
                  <a:pt x="65722" y="60375"/>
                </a:lnTo>
                <a:lnTo>
                  <a:pt x="71272" y="74549"/>
                </a:lnTo>
                <a:lnTo>
                  <a:pt x="74676" y="86855"/>
                </a:lnTo>
                <a:lnTo>
                  <a:pt x="77724" y="99047"/>
                </a:lnTo>
                <a:lnTo>
                  <a:pt x="80772" y="103619"/>
                </a:lnTo>
                <a:lnTo>
                  <a:pt x="85344" y="103619"/>
                </a:lnTo>
                <a:lnTo>
                  <a:pt x="88392" y="102095"/>
                </a:lnTo>
                <a:lnTo>
                  <a:pt x="97536" y="95999"/>
                </a:lnTo>
                <a:lnTo>
                  <a:pt x="100584" y="89903"/>
                </a:lnTo>
                <a:lnTo>
                  <a:pt x="100584" y="80759"/>
                </a:lnTo>
                <a:lnTo>
                  <a:pt x="100901" y="75031"/>
                </a:lnTo>
                <a:close/>
              </a:path>
              <a:path w="856614" h="405764">
                <a:moveTo>
                  <a:pt x="399288" y="310883"/>
                </a:moveTo>
                <a:lnTo>
                  <a:pt x="378333" y="272402"/>
                </a:lnTo>
                <a:lnTo>
                  <a:pt x="377952" y="245351"/>
                </a:lnTo>
                <a:lnTo>
                  <a:pt x="370332" y="245351"/>
                </a:lnTo>
                <a:lnTo>
                  <a:pt x="365620" y="292290"/>
                </a:lnTo>
                <a:lnTo>
                  <a:pt x="355092" y="315455"/>
                </a:lnTo>
                <a:lnTo>
                  <a:pt x="344424" y="313931"/>
                </a:lnTo>
                <a:lnTo>
                  <a:pt x="316992" y="313931"/>
                </a:lnTo>
                <a:lnTo>
                  <a:pt x="306133" y="313385"/>
                </a:lnTo>
                <a:lnTo>
                  <a:pt x="298704" y="309549"/>
                </a:lnTo>
                <a:lnTo>
                  <a:pt x="294703" y="302577"/>
                </a:lnTo>
                <a:lnTo>
                  <a:pt x="294132" y="292595"/>
                </a:lnTo>
                <a:lnTo>
                  <a:pt x="294132" y="184391"/>
                </a:lnTo>
                <a:lnTo>
                  <a:pt x="391668" y="184391"/>
                </a:lnTo>
                <a:lnTo>
                  <a:pt x="359664" y="150863"/>
                </a:lnTo>
                <a:lnTo>
                  <a:pt x="338328" y="173723"/>
                </a:lnTo>
                <a:lnTo>
                  <a:pt x="265176" y="173723"/>
                </a:lnTo>
                <a:lnTo>
                  <a:pt x="265176" y="102095"/>
                </a:lnTo>
                <a:lnTo>
                  <a:pt x="364236" y="102095"/>
                </a:lnTo>
                <a:lnTo>
                  <a:pt x="354076" y="91427"/>
                </a:lnTo>
                <a:lnTo>
                  <a:pt x="333756" y="70091"/>
                </a:lnTo>
                <a:lnTo>
                  <a:pt x="310896" y="91427"/>
                </a:lnTo>
                <a:lnTo>
                  <a:pt x="265176" y="91427"/>
                </a:lnTo>
                <a:lnTo>
                  <a:pt x="265176" y="33515"/>
                </a:lnTo>
                <a:lnTo>
                  <a:pt x="280416" y="18275"/>
                </a:lnTo>
                <a:lnTo>
                  <a:pt x="240792" y="1511"/>
                </a:lnTo>
                <a:lnTo>
                  <a:pt x="241033" y="18275"/>
                </a:lnTo>
                <a:lnTo>
                  <a:pt x="241541" y="38328"/>
                </a:lnTo>
                <a:lnTo>
                  <a:pt x="242023" y="60375"/>
                </a:lnTo>
                <a:lnTo>
                  <a:pt x="242138" y="70091"/>
                </a:lnTo>
                <a:lnTo>
                  <a:pt x="242316" y="91427"/>
                </a:lnTo>
                <a:lnTo>
                  <a:pt x="184404" y="91427"/>
                </a:lnTo>
                <a:lnTo>
                  <a:pt x="188722" y="83197"/>
                </a:lnTo>
                <a:lnTo>
                  <a:pt x="192595" y="74663"/>
                </a:lnTo>
                <a:lnTo>
                  <a:pt x="199644" y="57899"/>
                </a:lnTo>
                <a:lnTo>
                  <a:pt x="214884" y="50279"/>
                </a:lnTo>
                <a:lnTo>
                  <a:pt x="179832" y="28943"/>
                </a:lnTo>
                <a:lnTo>
                  <a:pt x="167640" y="80759"/>
                </a:lnTo>
                <a:lnTo>
                  <a:pt x="155067" y="118287"/>
                </a:lnTo>
                <a:lnTo>
                  <a:pt x="135636" y="156959"/>
                </a:lnTo>
                <a:lnTo>
                  <a:pt x="141732" y="160007"/>
                </a:lnTo>
                <a:lnTo>
                  <a:pt x="152857" y="146253"/>
                </a:lnTo>
                <a:lnTo>
                  <a:pt x="163258" y="132194"/>
                </a:lnTo>
                <a:lnTo>
                  <a:pt x="172808" y="117576"/>
                </a:lnTo>
                <a:lnTo>
                  <a:pt x="181356" y="102095"/>
                </a:lnTo>
                <a:lnTo>
                  <a:pt x="242316" y="102095"/>
                </a:lnTo>
                <a:lnTo>
                  <a:pt x="242316" y="173723"/>
                </a:lnTo>
                <a:lnTo>
                  <a:pt x="118872" y="173723"/>
                </a:lnTo>
                <a:lnTo>
                  <a:pt x="134112" y="188963"/>
                </a:lnTo>
                <a:lnTo>
                  <a:pt x="143217" y="186969"/>
                </a:lnTo>
                <a:lnTo>
                  <a:pt x="152019" y="185534"/>
                </a:lnTo>
                <a:lnTo>
                  <a:pt x="160261" y="184683"/>
                </a:lnTo>
                <a:lnTo>
                  <a:pt x="167640" y="184391"/>
                </a:lnTo>
                <a:lnTo>
                  <a:pt x="205740" y="184391"/>
                </a:lnTo>
                <a:lnTo>
                  <a:pt x="198882" y="232613"/>
                </a:lnTo>
                <a:lnTo>
                  <a:pt x="182880" y="274116"/>
                </a:lnTo>
                <a:lnTo>
                  <a:pt x="157734" y="308483"/>
                </a:lnTo>
                <a:lnTo>
                  <a:pt x="123444" y="335267"/>
                </a:lnTo>
                <a:lnTo>
                  <a:pt x="128016" y="341363"/>
                </a:lnTo>
                <a:lnTo>
                  <a:pt x="170548" y="317055"/>
                </a:lnTo>
                <a:lnTo>
                  <a:pt x="201930" y="282879"/>
                </a:lnTo>
                <a:lnTo>
                  <a:pt x="221894" y="238709"/>
                </a:lnTo>
                <a:lnTo>
                  <a:pt x="230124" y="184391"/>
                </a:lnTo>
                <a:lnTo>
                  <a:pt x="271272" y="184391"/>
                </a:lnTo>
                <a:lnTo>
                  <a:pt x="271399" y="301739"/>
                </a:lnTo>
                <a:lnTo>
                  <a:pt x="303276" y="333743"/>
                </a:lnTo>
                <a:lnTo>
                  <a:pt x="356616" y="333743"/>
                </a:lnTo>
                <a:lnTo>
                  <a:pt x="372071" y="333171"/>
                </a:lnTo>
                <a:lnTo>
                  <a:pt x="384238" y="329171"/>
                </a:lnTo>
                <a:lnTo>
                  <a:pt x="393268" y="321741"/>
                </a:lnTo>
                <a:lnTo>
                  <a:pt x="396760" y="315455"/>
                </a:lnTo>
                <a:lnTo>
                  <a:pt x="399288" y="310883"/>
                </a:lnTo>
                <a:close/>
              </a:path>
              <a:path w="856614" h="405764">
                <a:moveTo>
                  <a:pt x="413004" y="359651"/>
                </a:moveTo>
                <a:lnTo>
                  <a:pt x="367055" y="364274"/>
                </a:lnTo>
                <a:lnTo>
                  <a:pt x="323088" y="366890"/>
                </a:lnTo>
                <a:lnTo>
                  <a:pt x="281419" y="367804"/>
                </a:lnTo>
                <a:lnTo>
                  <a:pt x="242316" y="367271"/>
                </a:lnTo>
                <a:lnTo>
                  <a:pt x="177165" y="361556"/>
                </a:lnTo>
                <a:lnTo>
                  <a:pt x="137160" y="348983"/>
                </a:lnTo>
                <a:lnTo>
                  <a:pt x="104089" y="324599"/>
                </a:lnTo>
                <a:lnTo>
                  <a:pt x="103085" y="323697"/>
                </a:lnTo>
                <a:lnTo>
                  <a:pt x="94488" y="313931"/>
                </a:lnTo>
                <a:lnTo>
                  <a:pt x="94488" y="176771"/>
                </a:lnTo>
                <a:lnTo>
                  <a:pt x="100203" y="172199"/>
                </a:lnTo>
                <a:lnTo>
                  <a:pt x="109728" y="164579"/>
                </a:lnTo>
                <a:lnTo>
                  <a:pt x="82296" y="144767"/>
                </a:lnTo>
                <a:lnTo>
                  <a:pt x="70104" y="161531"/>
                </a:lnTo>
                <a:lnTo>
                  <a:pt x="3048" y="161531"/>
                </a:lnTo>
                <a:lnTo>
                  <a:pt x="19812" y="176771"/>
                </a:lnTo>
                <a:lnTo>
                  <a:pt x="28625" y="174777"/>
                </a:lnTo>
                <a:lnTo>
                  <a:pt x="36576" y="173342"/>
                </a:lnTo>
                <a:lnTo>
                  <a:pt x="43395" y="172491"/>
                </a:lnTo>
                <a:lnTo>
                  <a:pt x="48768" y="172199"/>
                </a:lnTo>
                <a:lnTo>
                  <a:pt x="71628" y="172199"/>
                </a:lnTo>
                <a:lnTo>
                  <a:pt x="71628" y="310883"/>
                </a:lnTo>
                <a:lnTo>
                  <a:pt x="51866" y="320598"/>
                </a:lnTo>
                <a:lnTo>
                  <a:pt x="33528" y="331457"/>
                </a:lnTo>
                <a:lnTo>
                  <a:pt x="16344" y="343458"/>
                </a:lnTo>
                <a:lnTo>
                  <a:pt x="0" y="356603"/>
                </a:lnTo>
                <a:lnTo>
                  <a:pt x="25908" y="379463"/>
                </a:lnTo>
                <a:lnTo>
                  <a:pt x="30226" y="371182"/>
                </a:lnTo>
                <a:lnTo>
                  <a:pt x="36385" y="362318"/>
                </a:lnTo>
                <a:lnTo>
                  <a:pt x="64300" y="334035"/>
                </a:lnTo>
                <a:lnTo>
                  <a:pt x="82296" y="324599"/>
                </a:lnTo>
                <a:lnTo>
                  <a:pt x="87464" y="327748"/>
                </a:lnTo>
                <a:lnTo>
                  <a:pt x="93916" y="332600"/>
                </a:lnTo>
                <a:lnTo>
                  <a:pt x="101803" y="339178"/>
                </a:lnTo>
                <a:lnTo>
                  <a:pt x="122351" y="357174"/>
                </a:lnTo>
                <a:lnTo>
                  <a:pt x="134874" y="365747"/>
                </a:lnTo>
                <a:lnTo>
                  <a:pt x="180213" y="384606"/>
                </a:lnTo>
                <a:lnTo>
                  <a:pt x="221361" y="391464"/>
                </a:lnTo>
                <a:lnTo>
                  <a:pt x="272491" y="394093"/>
                </a:lnTo>
                <a:lnTo>
                  <a:pt x="376428" y="396227"/>
                </a:lnTo>
                <a:lnTo>
                  <a:pt x="378714" y="387426"/>
                </a:lnTo>
                <a:lnTo>
                  <a:pt x="385572" y="379463"/>
                </a:lnTo>
                <a:lnTo>
                  <a:pt x="397002" y="372656"/>
                </a:lnTo>
                <a:lnTo>
                  <a:pt x="411454" y="367804"/>
                </a:lnTo>
                <a:lnTo>
                  <a:pt x="413004" y="367271"/>
                </a:lnTo>
                <a:lnTo>
                  <a:pt x="413004" y="359651"/>
                </a:lnTo>
                <a:close/>
              </a:path>
              <a:path w="856614" h="405764">
                <a:moveTo>
                  <a:pt x="638568" y="109728"/>
                </a:moveTo>
                <a:lnTo>
                  <a:pt x="609612" y="79248"/>
                </a:lnTo>
                <a:lnTo>
                  <a:pt x="589800" y="99060"/>
                </a:lnTo>
                <a:lnTo>
                  <a:pt x="562368" y="99060"/>
                </a:lnTo>
                <a:lnTo>
                  <a:pt x="562368" y="30480"/>
                </a:lnTo>
                <a:lnTo>
                  <a:pt x="577608" y="18288"/>
                </a:lnTo>
                <a:lnTo>
                  <a:pt x="536460" y="0"/>
                </a:lnTo>
                <a:lnTo>
                  <a:pt x="536702" y="18288"/>
                </a:lnTo>
                <a:lnTo>
                  <a:pt x="537222" y="40386"/>
                </a:lnTo>
                <a:lnTo>
                  <a:pt x="537743" y="67284"/>
                </a:lnTo>
                <a:lnTo>
                  <a:pt x="537984" y="99060"/>
                </a:lnTo>
                <a:lnTo>
                  <a:pt x="454164" y="99060"/>
                </a:lnTo>
                <a:lnTo>
                  <a:pt x="469404" y="114300"/>
                </a:lnTo>
                <a:lnTo>
                  <a:pt x="479704" y="112293"/>
                </a:lnTo>
                <a:lnTo>
                  <a:pt x="490169" y="110871"/>
                </a:lnTo>
                <a:lnTo>
                  <a:pt x="500900" y="110007"/>
                </a:lnTo>
                <a:lnTo>
                  <a:pt x="512076" y="109728"/>
                </a:lnTo>
                <a:lnTo>
                  <a:pt x="537984" y="109728"/>
                </a:lnTo>
                <a:lnTo>
                  <a:pt x="537984" y="193548"/>
                </a:lnTo>
                <a:lnTo>
                  <a:pt x="508546" y="206705"/>
                </a:lnTo>
                <a:lnTo>
                  <a:pt x="484263" y="216598"/>
                </a:lnTo>
                <a:lnTo>
                  <a:pt x="465112" y="223329"/>
                </a:lnTo>
                <a:lnTo>
                  <a:pt x="451116" y="227076"/>
                </a:lnTo>
                <a:lnTo>
                  <a:pt x="475500" y="257556"/>
                </a:lnTo>
                <a:lnTo>
                  <a:pt x="482688" y="249555"/>
                </a:lnTo>
                <a:lnTo>
                  <a:pt x="495312" y="239268"/>
                </a:lnTo>
                <a:lnTo>
                  <a:pt x="513638" y="226695"/>
                </a:lnTo>
                <a:lnTo>
                  <a:pt x="537984" y="211836"/>
                </a:lnTo>
                <a:lnTo>
                  <a:pt x="537984" y="341376"/>
                </a:lnTo>
                <a:lnTo>
                  <a:pt x="536600" y="350469"/>
                </a:lnTo>
                <a:lnTo>
                  <a:pt x="532650" y="356997"/>
                </a:lnTo>
                <a:lnTo>
                  <a:pt x="526402" y="360654"/>
                </a:lnTo>
                <a:lnTo>
                  <a:pt x="518172" y="361188"/>
                </a:lnTo>
                <a:lnTo>
                  <a:pt x="496265" y="358711"/>
                </a:lnTo>
                <a:lnTo>
                  <a:pt x="484085" y="357111"/>
                </a:lnTo>
                <a:lnTo>
                  <a:pt x="470928" y="355092"/>
                </a:lnTo>
                <a:lnTo>
                  <a:pt x="470928" y="362712"/>
                </a:lnTo>
                <a:lnTo>
                  <a:pt x="493801" y="372135"/>
                </a:lnTo>
                <a:lnTo>
                  <a:pt x="509981" y="382143"/>
                </a:lnTo>
                <a:lnTo>
                  <a:pt x="519569" y="392709"/>
                </a:lnTo>
                <a:lnTo>
                  <a:pt x="522744" y="403860"/>
                </a:lnTo>
                <a:lnTo>
                  <a:pt x="539000" y="394728"/>
                </a:lnTo>
                <a:lnTo>
                  <a:pt x="551129" y="383476"/>
                </a:lnTo>
                <a:lnTo>
                  <a:pt x="558952" y="370205"/>
                </a:lnTo>
                <a:lnTo>
                  <a:pt x="560984" y="361188"/>
                </a:lnTo>
                <a:lnTo>
                  <a:pt x="562279" y="355473"/>
                </a:lnTo>
                <a:lnTo>
                  <a:pt x="562368" y="211836"/>
                </a:lnTo>
                <a:lnTo>
                  <a:pt x="562368" y="199644"/>
                </a:lnTo>
                <a:lnTo>
                  <a:pt x="588441" y="182880"/>
                </a:lnTo>
                <a:lnTo>
                  <a:pt x="626376" y="158496"/>
                </a:lnTo>
                <a:lnTo>
                  <a:pt x="623328" y="152400"/>
                </a:lnTo>
                <a:lnTo>
                  <a:pt x="562368" y="182880"/>
                </a:lnTo>
                <a:lnTo>
                  <a:pt x="562368" y="109728"/>
                </a:lnTo>
                <a:lnTo>
                  <a:pt x="638568" y="109728"/>
                </a:lnTo>
                <a:close/>
              </a:path>
              <a:path w="856614" h="405764">
                <a:moveTo>
                  <a:pt x="851928" y="163068"/>
                </a:moveTo>
                <a:lnTo>
                  <a:pt x="807135" y="159842"/>
                </a:lnTo>
                <a:lnTo>
                  <a:pt x="766584" y="147256"/>
                </a:lnTo>
                <a:lnTo>
                  <a:pt x="734580" y="129540"/>
                </a:lnTo>
                <a:lnTo>
                  <a:pt x="748347" y="115824"/>
                </a:lnTo>
                <a:lnTo>
                  <a:pt x="752627" y="111556"/>
                </a:lnTo>
                <a:lnTo>
                  <a:pt x="770394" y="92011"/>
                </a:lnTo>
                <a:lnTo>
                  <a:pt x="788149" y="71031"/>
                </a:lnTo>
                <a:lnTo>
                  <a:pt x="806208" y="48768"/>
                </a:lnTo>
                <a:lnTo>
                  <a:pt x="818400" y="42672"/>
                </a:lnTo>
                <a:lnTo>
                  <a:pt x="821448" y="41148"/>
                </a:lnTo>
                <a:lnTo>
                  <a:pt x="790968" y="15240"/>
                </a:lnTo>
                <a:lnTo>
                  <a:pt x="777252" y="31699"/>
                </a:lnTo>
                <a:lnTo>
                  <a:pt x="777252" y="42672"/>
                </a:lnTo>
                <a:lnTo>
                  <a:pt x="764933" y="60960"/>
                </a:lnTo>
                <a:lnTo>
                  <a:pt x="750773" y="79248"/>
                </a:lnTo>
                <a:lnTo>
                  <a:pt x="734593" y="97536"/>
                </a:lnTo>
                <a:lnTo>
                  <a:pt x="716292" y="115824"/>
                </a:lnTo>
                <a:lnTo>
                  <a:pt x="700862" y="102679"/>
                </a:lnTo>
                <a:lnTo>
                  <a:pt x="686574" y="86106"/>
                </a:lnTo>
                <a:lnTo>
                  <a:pt x="673430" y="66103"/>
                </a:lnTo>
                <a:lnTo>
                  <a:pt x="661428" y="42672"/>
                </a:lnTo>
                <a:lnTo>
                  <a:pt x="777252" y="42672"/>
                </a:lnTo>
                <a:lnTo>
                  <a:pt x="777252" y="31699"/>
                </a:lnTo>
                <a:lnTo>
                  <a:pt x="775728" y="33528"/>
                </a:lnTo>
                <a:lnTo>
                  <a:pt x="609612" y="33528"/>
                </a:lnTo>
                <a:lnTo>
                  <a:pt x="623328" y="47244"/>
                </a:lnTo>
                <a:lnTo>
                  <a:pt x="641616" y="42672"/>
                </a:lnTo>
                <a:lnTo>
                  <a:pt x="652284" y="42672"/>
                </a:lnTo>
                <a:lnTo>
                  <a:pt x="661403" y="65239"/>
                </a:lnTo>
                <a:lnTo>
                  <a:pt x="672668" y="87249"/>
                </a:lnTo>
                <a:lnTo>
                  <a:pt x="685927" y="108673"/>
                </a:lnTo>
                <a:lnTo>
                  <a:pt x="701052" y="129540"/>
                </a:lnTo>
                <a:lnTo>
                  <a:pt x="676236" y="150393"/>
                </a:lnTo>
                <a:lnTo>
                  <a:pt x="647712" y="169545"/>
                </a:lnTo>
                <a:lnTo>
                  <a:pt x="615746" y="186969"/>
                </a:lnTo>
                <a:lnTo>
                  <a:pt x="580656" y="202692"/>
                </a:lnTo>
                <a:lnTo>
                  <a:pt x="583704" y="210312"/>
                </a:lnTo>
                <a:lnTo>
                  <a:pt x="617702" y="198348"/>
                </a:lnTo>
                <a:lnTo>
                  <a:pt x="651141" y="183261"/>
                </a:lnTo>
                <a:lnTo>
                  <a:pt x="683996" y="165303"/>
                </a:lnTo>
                <a:lnTo>
                  <a:pt x="716292" y="144780"/>
                </a:lnTo>
                <a:lnTo>
                  <a:pt x="740867" y="160782"/>
                </a:lnTo>
                <a:lnTo>
                  <a:pt x="766584" y="174498"/>
                </a:lnTo>
                <a:lnTo>
                  <a:pt x="793381" y="185902"/>
                </a:lnTo>
                <a:lnTo>
                  <a:pt x="821448" y="195072"/>
                </a:lnTo>
                <a:lnTo>
                  <a:pt x="824052" y="185928"/>
                </a:lnTo>
                <a:lnTo>
                  <a:pt x="829830" y="178879"/>
                </a:lnTo>
                <a:lnTo>
                  <a:pt x="839012" y="173850"/>
                </a:lnTo>
                <a:lnTo>
                  <a:pt x="851928" y="170688"/>
                </a:lnTo>
                <a:lnTo>
                  <a:pt x="851928" y="163068"/>
                </a:lnTo>
                <a:close/>
              </a:path>
              <a:path w="856614" h="405764">
                <a:moveTo>
                  <a:pt x="856500" y="307848"/>
                </a:moveTo>
                <a:lnTo>
                  <a:pt x="822972" y="274320"/>
                </a:lnTo>
                <a:lnTo>
                  <a:pt x="800112" y="297180"/>
                </a:lnTo>
                <a:lnTo>
                  <a:pt x="728484" y="297180"/>
                </a:lnTo>
                <a:lnTo>
                  <a:pt x="728484" y="236220"/>
                </a:lnTo>
                <a:lnTo>
                  <a:pt x="832116" y="236220"/>
                </a:lnTo>
                <a:lnTo>
                  <a:pt x="800112" y="205740"/>
                </a:lnTo>
                <a:lnTo>
                  <a:pt x="778776" y="225552"/>
                </a:lnTo>
                <a:lnTo>
                  <a:pt x="728484" y="225552"/>
                </a:lnTo>
                <a:lnTo>
                  <a:pt x="728484" y="193548"/>
                </a:lnTo>
                <a:lnTo>
                  <a:pt x="746772" y="182880"/>
                </a:lnTo>
                <a:lnTo>
                  <a:pt x="702576" y="161544"/>
                </a:lnTo>
                <a:lnTo>
                  <a:pt x="703453" y="177749"/>
                </a:lnTo>
                <a:lnTo>
                  <a:pt x="703884" y="193548"/>
                </a:lnTo>
                <a:lnTo>
                  <a:pt x="703999" y="202692"/>
                </a:lnTo>
                <a:lnTo>
                  <a:pt x="704100" y="225552"/>
                </a:lnTo>
                <a:lnTo>
                  <a:pt x="609612" y="225552"/>
                </a:lnTo>
                <a:lnTo>
                  <a:pt x="624852" y="240792"/>
                </a:lnTo>
                <a:lnTo>
                  <a:pt x="634276" y="238785"/>
                </a:lnTo>
                <a:lnTo>
                  <a:pt x="644283" y="237363"/>
                </a:lnTo>
                <a:lnTo>
                  <a:pt x="654850" y="236499"/>
                </a:lnTo>
                <a:lnTo>
                  <a:pt x="666000" y="236220"/>
                </a:lnTo>
                <a:lnTo>
                  <a:pt x="704100" y="236220"/>
                </a:lnTo>
                <a:lnTo>
                  <a:pt x="704100" y="297180"/>
                </a:lnTo>
                <a:lnTo>
                  <a:pt x="586752" y="297180"/>
                </a:lnTo>
                <a:lnTo>
                  <a:pt x="601992" y="312420"/>
                </a:lnTo>
                <a:lnTo>
                  <a:pt x="611632" y="310413"/>
                </a:lnTo>
                <a:lnTo>
                  <a:pt x="621995" y="308991"/>
                </a:lnTo>
                <a:lnTo>
                  <a:pt x="632637" y="308127"/>
                </a:lnTo>
                <a:lnTo>
                  <a:pt x="643140" y="307848"/>
                </a:lnTo>
                <a:lnTo>
                  <a:pt x="704100" y="307848"/>
                </a:lnTo>
                <a:lnTo>
                  <a:pt x="703872" y="357111"/>
                </a:lnTo>
                <a:lnTo>
                  <a:pt x="702576" y="405384"/>
                </a:lnTo>
                <a:lnTo>
                  <a:pt x="731532" y="394716"/>
                </a:lnTo>
                <a:lnTo>
                  <a:pt x="730402" y="378142"/>
                </a:lnTo>
                <a:lnTo>
                  <a:pt x="729462" y="358711"/>
                </a:lnTo>
                <a:lnTo>
                  <a:pt x="728738" y="334708"/>
                </a:lnTo>
                <a:lnTo>
                  <a:pt x="728484" y="307848"/>
                </a:lnTo>
                <a:lnTo>
                  <a:pt x="856500" y="30784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" name="object 18"/>
          <p:cNvSpPr/>
          <p:nvPr/>
        </p:nvSpPr>
        <p:spPr>
          <a:xfrm>
            <a:off x="4858511" y="3006851"/>
            <a:ext cx="356870" cy="401320"/>
          </a:xfrm>
          <a:custGeom>
            <a:avLst/>
            <a:gdLst/>
            <a:ahLst/>
            <a:cxnLst/>
            <a:rect l="l" t="t" r="r" b="b"/>
            <a:pathLst>
              <a:path w="356870" h="401320">
                <a:moveTo>
                  <a:pt x="53340" y="89916"/>
                </a:moveTo>
                <a:lnTo>
                  <a:pt x="42672" y="89916"/>
                </a:lnTo>
                <a:lnTo>
                  <a:pt x="50696" y="62150"/>
                </a:lnTo>
                <a:lnTo>
                  <a:pt x="56578" y="38100"/>
                </a:lnTo>
                <a:lnTo>
                  <a:pt x="60459" y="17478"/>
                </a:lnTo>
                <a:lnTo>
                  <a:pt x="62484" y="0"/>
                </a:lnTo>
                <a:lnTo>
                  <a:pt x="100584" y="21336"/>
                </a:lnTo>
                <a:lnTo>
                  <a:pt x="90844" y="28408"/>
                </a:lnTo>
                <a:lnTo>
                  <a:pt x="79819" y="42481"/>
                </a:lnTo>
                <a:lnTo>
                  <a:pt x="67365" y="63126"/>
                </a:lnTo>
                <a:lnTo>
                  <a:pt x="53340" y="89916"/>
                </a:lnTo>
                <a:close/>
              </a:path>
              <a:path w="356870" h="401320">
                <a:moveTo>
                  <a:pt x="147828" y="190500"/>
                </a:moveTo>
                <a:lnTo>
                  <a:pt x="141732" y="187452"/>
                </a:lnTo>
                <a:lnTo>
                  <a:pt x="158877" y="160615"/>
                </a:lnTo>
                <a:lnTo>
                  <a:pt x="173736" y="135064"/>
                </a:lnTo>
                <a:lnTo>
                  <a:pt x="196596" y="88392"/>
                </a:lnTo>
                <a:lnTo>
                  <a:pt x="211264" y="44958"/>
                </a:lnTo>
                <a:lnTo>
                  <a:pt x="222503" y="1524"/>
                </a:lnTo>
                <a:lnTo>
                  <a:pt x="260603" y="24384"/>
                </a:lnTo>
                <a:lnTo>
                  <a:pt x="252626" y="32146"/>
                </a:lnTo>
                <a:lnTo>
                  <a:pt x="242506" y="46482"/>
                </a:lnTo>
                <a:lnTo>
                  <a:pt x="230385" y="67675"/>
                </a:lnTo>
                <a:lnTo>
                  <a:pt x="216408" y="96012"/>
                </a:lnTo>
                <a:lnTo>
                  <a:pt x="350161" y="96012"/>
                </a:lnTo>
                <a:lnTo>
                  <a:pt x="356616" y="102108"/>
                </a:lnTo>
                <a:lnTo>
                  <a:pt x="352425" y="105156"/>
                </a:lnTo>
                <a:lnTo>
                  <a:pt x="213360" y="105156"/>
                </a:lnTo>
                <a:lnTo>
                  <a:pt x="197334" y="130063"/>
                </a:lnTo>
                <a:lnTo>
                  <a:pt x="181165" y="152400"/>
                </a:lnTo>
                <a:lnTo>
                  <a:pt x="164711" y="172450"/>
                </a:lnTo>
                <a:lnTo>
                  <a:pt x="147828" y="190500"/>
                </a:lnTo>
                <a:close/>
              </a:path>
              <a:path w="356870" h="401320">
                <a:moveTo>
                  <a:pt x="144780" y="89916"/>
                </a:moveTo>
                <a:lnTo>
                  <a:pt x="111252" y="89916"/>
                </a:lnTo>
                <a:lnTo>
                  <a:pt x="128016" y="73152"/>
                </a:lnTo>
                <a:lnTo>
                  <a:pt x="144780" y="89916"/>
                </a:lnTo>
                <a:close/>
              </a:path>
              <a:path w="356870" h="401320">
                <a:moveTo>
                  <a:pt x="0" y="397764"/>
                </a:moveTo>
                <a:lnTo>
                  <a:pt x="176" y="367474"/>
                </a:lnTo>
                <a:lnTo>
                  <a:pt x="293" y="352615"/>
                </a:lnTo>
                <a:lnTo>
                  <a:pt x="1285" y="276248"/>
                </a:lnTo>
                <a:lnTo>
                  <a:pt x="1363" y="263271"/>
                </a:lnTo>
                <a:lnTo>
                  <a:pt x="1479" y="228600"/>
                </a:lnTo>
                <a:lnTo>
                  <a:pt x="1285" y="195333"/>
                </a:lnTo>
                <a:lnTo>
                  <a:pt x="238" y="114704"/>
                </a:lnTo>
                <a:lnTo>
                  <a:pt x="0" y="74676"/>
                </a:lnTo>
                <a:lnTo>
                  <a:pt x="25908" y="89916"/>
                </a:lnTo>
                <a:lnTo>
                  <a:pt x="144780" y="89916"/>
                </a:lnTo>
                <a:lnTo>
                  <a:pt x="153924" y="99060"/>
                </a:lnTo>
                <a:lnTo>
                  <a:pt x="151828" y="100584"/>
                </a:lnTo>
                <a:lnTo>
                  <a:pt x="24384" y="100584"/>
                </a:lnTo>
                <a:lnTo>
                  <a:pt x="24384" y="211836"/>
                </a:lnTo>
                <a:lnTo>
                  <a:pt x="137205" y="211836"/>
                </a:lnTo>
                <a:lnTo>
                  <a:pt x="137219" y="222504"/>
                </a:lnTo>
                <a:lnTo>
                  <a:pt x="24384" y="222504"/>
                </a:lnTo>
                <a:lnTo>
                  <a:pt x="24384" y="344424"/>
                </a:lnTo>
                <a:lnTo>
                  <a:pt x="137914" y="344424"/>
                </a:lnTo>
                <a:lnTo>
                  <a:pt x="138028" y="350520"/>
                </a:lnTo>
                <a:lnTo>
                  <a:pt x="138137" y="355092"/>
                </a:lnTo>
                <a:lnTo>
                  <a:pt x="24384" y="355092"/>
                </a:lnTo>
                <a:lnTo>
                  <a:pt x="24384" y="384048"/>
                </a:lnTo>
                <a:lnTo>
                  <a:pt x="0" y="397764"/>
                </a:lnTo>
                <a:close/>
              </a:path>
              <a:path w="356870" h="401320">
                <a:moveTo>
                  <a:pt x="350161" y="96012"/>
                </a:moveTo>
                <a:lnTo>
                  <a:pt x="310896" y="96012"/>
                </a:lnTo>
                <a:lnTo>
                  <a:pt x="329184" y="76200"/>
                </a:lnTo>
                <a:lnTo>
                  <a:pt x="350161" y="96012"/>
                </a:lnTo>
                <a:close/>
              </a:path>
              <a:path w="356870" h="401320">
                <a:moveTo>
                  <a:pt x="137205" y="211836"/>
                </a:moveTo>
                <a:lnTo>
                  <a:pt x="114300" y="211836"/>
                </a:lnTo>
                <a:lnTo>
                  <a:pt x="114300" y="100584"/>
                </a:lnTo>
                <a:lnTo>
                  <a:pt x="151828" y="100584"/>
                </a:lnTo>
                <a:lnTo>
                  <a:pt x="137160" y="111252"/>
                </a:lnTo>
                <a:lnTo>
                  <a:pt x="137205" y="211836"/>
                </a:lnTo>
                <a:close/>
              </a:path>
              <a:path w="356870" h="401320">
                <a:moveTo>
                  <a:pt x="326280" y="359664"/>
                </a:moveTo>
                <a:lnTo>
                  <a:pt x="283464" y="359664"/>
                </a:lnTo>
                <a:lnTo>
                  <a:pt x="291750" y="357925"/>
                </a:lnTo>
                <a:lnTo>
                  <a:pt x="298323" y="352615"/>
                </a:lnTo>
                <a:lnTo>
                  <a:pt x="308586" y="305538"/>
                </a:lnTo>
                <a:lnTo>
                  <a:pt x="310705" y="259651"/>
                </a:lnTo>
                <a:lnTo>
                  <a:pt x="312510" y="193929"/>
                </a:lnTo>
                <a:lnTo>
                  <a:pt x="313944" y="105156"/>
                </a:lnTo>
                <a:lnTo>
                  <a:pt x="352425" y="105156"/>
                </a:lnTo>
                <a:lnTo>
                  <a:pt x="339852" y="114300"/>
                </a:lnTo>
                <a:lnTo>
                  <a:pt x="338780" y="186976"/>
                </a:lnTo>
                <a:lnTo>
                  <a:pt x="337291" y="249070"/>
                </a:lnTo>
                <a:lnTo>
                  <a:pt x="335462" y="295241"/>
                </a:lnTo>
                <a:lnTo>
                  <a:pt x="333268" y="327074"/>
                </a:lnTo>
                <a:lnTo>
                  <a:pt x="330708" y="344424"/>
                </a:lnTo>
                <a:lnTo>
                  <a:pt x="327231" y="357020"/>
                </a:lnTo>
                <a:lnTo>
                  <a:pt x="326280" y="359664"/>
                </a:lnTo>
                <a:close/>
              </a:path>
              <a:path w="356870" h="401320">
                <a:moveTo>
                  <a:pt x="231648" y="269748"/>
                </a:moveTo>
                <a:lnTo>
                  <a:pt x="228600" y="269748"/>
                </a:lnTo>
                <a:lnTo>
                  <a:pt x="225432" y="268081"/>
                </a:lnTo>
                <a:lnTo>
                  <a:pt x="222694" y="263271"/>
                </a:lnTo>
                <a:lnTo>
                  <a:pt x="220241" y="255603"/>
                </a:lnTo>
                <a:lnTo>
                  <a:pt x="217932" y="245364"/>
                </a:lnTo>
                <a:lnTo>
                  <a:pt x="213598" y="228219"/>
                </a:lnTo>
                <a:lnTo>
                  <a:pt x="207264" y="211074"/>
                </a:lnTo>
                <a:lnTo>
                  <a:pt x="198643" y="193929"/>
                </a:lnTo>
                <a:lnTo>
                  <a:pt x="187452" y="176784"/>
                </a:lnTo>
                <a:lnTo>
                  <a:pt x="190500" y="172212"/>
                </a:lnTo>
                <a:lnTo>
                  <a:pt x="223456" y="199644"/>
                </a:lnTo>
                <a:lnTo>
                  <a:pt x="243840" y="228600"/>
                </a:lnTo>
                <a:lnTo>
                  <a:pt x="246888" y="234696"/>
                </a:lnTo>
                <a:lnTo>
                  <a:pt x="246888" y="248412"/>
                </a:lnTo>
                <a:lnTo>
                  <a:pt x="243840" y="254508"/>
                </a:lnTo>
                <a:lnTo>
                  <a:pt x="234696" y="266700"/>
                </a:lnTo>
                <a:lnTo>
                  <a:pt x="231648" y="269748"/>
                </a:lnTo>
                <a:close/>
              </a:path>
              <a:path w="356870" h="401320">
                <a:moveTo>
                  <a:pt x="137914" y="344424"/>
                </a:moveTo>
                <a:lnTo>
                  <a:pt x="114300" y="344424"/>
                </a:lnTo>
                <a:lnTo>
                  <a:pt x="114300" y="222504"/>
                </a:lnTo>
                <a:lnTo>
                  <a:pt x="137219" y="222504"/>
                </a:lnTo>
                <a:lnTo>
                  <a:pt x="137337" y="269748"/>
                </a:lnTo>
                <a:lnTo>
                  <a:pt x="137498" y="305538"/>
                </a:lnTo>
                <a:lnTo>
                  <a:pt x="137914" y="344424"/>
                </a:lnTo>
                <a:close/>
              </a:path>
              <a:path w="356870" h="401320">
                <a:moveTo>
                  <a:pt x="277367" y="400812"/>
                </a:moveTo>
                <a:lnTo>
                  <a:pt x="270486" y="387953"/>
                </a:lnTo>
                <a:lnTo>
                  <a:pt x="258889" y="376809"/>
                </a:lnTo>
                <a:lnTo>
                  <a:pt x="242435" y="367379"/>
                </a:lnTo>
                <a:lnTo>
                  <a:pt x="220979" y="359664"/>
                </a:lnTo>
                <a:lnTo>
                  <a:pt x="220979" y="350520"/>
                </a:lnTo>
                <a:lnTo>
                  <a:pt x="241030" y="354520"/>
                </a:lnTo>
                <a:lnTo>
                  <a:pt x="257937" y="357378"/>
                </a:lnTo>
                <a:lnTo>
                  <a:pt x="271986" y="359092"/>
                </a:lnTo>
                <a:lnTo>
                  <a:pt x="283464" y="359664"/>
                </a:lnTo>
                <a:lnTo>
                  <a:pt x="326280" y="359664"/>
                </a:lnTo>
                <a:lnTo>
                  <a:pt x="323469" y="367474"/>
                </a:lnTo>
                <a:lnTo>
                  <a:pt x="289083" y="397097"/>
                </a:lnTo>
                <a:lnTo>
                  <a:pt x="277367" y="400812"/>
                </a:lnTo>
                <a:close/>
              </a:path>
              <a:path w="356870" h="401320">
                <a:moveTo>
                  <a:pt x="114300" y="391668"/>
                </a:moveTo>
                <a:lnTo>
                  <a:pt x="114300" y="355092"/>
                </a:lnTo>
                <a:lnTo>
                  <a:pt x="138137" y="355092"/>
                </a:lnTo>
                <a:lnTo>
                  <a:pt x="138684" y="377952"/>
                </a:lnTo>
                <a:lnTo>
                  <a:pt x="114300" y="39166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" name="object 19"/>
          <p:cNvSpPr/>
          <p:nvPr/>
        </p:nvSpPr>
        <p:spPr>
          <a:xfrm>
            <a:off x="5265420" y="3005327"/>
            <a:ext cx="841375" cy="410209"/>
          </a:xfrm>
          <a:custGeom>
            <a:avLst/>
            <a:gdLst/>
            <a:ahLst/>
            <a:cxnLst/>
            <a:rect l="l" t="t" r="r" b="b"/>
            <a:pathLst>
              <a:path w="841375" h="410210">
                <a:moveTo>
                  <a:pt x="190500" y="117348"/>
                </a:moveTo>
                <a:lnTo>
                  <a:pt x="160020" y="86868"/>
                </a:lnTo>
                <a:lnTo>
                  <a:pt x="138684" y="106680"/>
                </a:lnTo>
                <a:lnTo>
                  <a:pt x="111252" y="106680"/>
                </a:lnTo>
                <a:lnTo>
                  <a:pt x="111252" y="32004"/>
                </a:lnTo>
                <a:lnTo>
                  <a:pt x="126492" y="18288"/>
                </a:lnTo>
                <a:lnTo>
                  <a:pt x="85344" y="1524"/>
                </a:lnTo>
                <a:lnTo>
                  <a:pt x="85572" y="27813"/>
                </a:lnTo>
                <a:lnTo>
                  <a:pt x="86626" y="80391"/>
                </a:lnTo>
                <a:lnTo>
                  <a:pt x="86868" y="106680"/>
                </a:lnTo>
                <a:lnTo>
                  <a:pt x="0" y="106680"/>
                </a:lnTo>
                <a:lnTo>
                  <a:pt x="13716" y="121920"/>
                </a:lnTo>
                <a:lnTo>
                  <a:pt x="28956" y="117348"/>
                </a:lnTo>
                <a:lnTo>
                  <a:pt x="85344" y="117348"/>
                </a:lnTo>
                <a:lnTo>
                  <a:pt x="69888" y="174523"/>
                </a:lnTo>
                <a:lnTo>
                  <a:pt x="50863" y="227266"/>
                </a:lnTo>
                <a:lnTo>
                  <a:pt x="28117" y="275729"/>
                </a:lnTo>
                <a:lnTo>
                  <a:pt x="1524" y="320040"/>
                </a:lnTo>
                <a:lnTo>
                  <a:pt x="4572" y="324612"/>
                </a:lnTo>
                <a:lnTo>
                  <a:pt x="29425" y="296037"/>
                </a:lnTo>
                <a:lnTo>
                  <a:pt x="51435" y="265176"/>
                </a:lnTo>
                <a:lnTo>
                  <a:pt x="70573" y="232029"/>
                </a:lnTo>
                <a:lnTo>
                  <a:pt x="86868" y="196596"/>
                </a:lnTo>
                <a:lnTo>
                  <a:pt x="86626" y="259537"/>
                </a:lnTo>
                <a:lnTo>
                  <a:pt x="85623" y="361950"/>
                </a:lnTo>
                <a:lnTo>
                  <a:pt x="85344" y="409956"/>
                </a:lnTo>
                <a:lnTo>
                  <a:pt x="112776" y="397764"/>
                </a:lnTo>
                <a:lnTo>
                  <a:pt x="111887" y="370928"/>
                </a:lnTo>
                <a:lnTo>
                  <a:pt x="111467" y="327456"/>
                </a:lnTo>
                <a:lnTo>
                  <a:pt x="111379" y="300228"/>
                </a:lnTo>
                <a:lnTo>
                  <a:pt x="111252" y="196596"/>
                </a:lnTo>
                <a:lnTo>
                  <a:pt x="111252" y="175260"/>
                </a:lnTo>
                <a:lnTo>
                  <a:pt x="147459" y="217055"/>
                </a:lnTo>
                <a:lnTo>
                  <a:pt x="161544" y="243840"/>
                </a:lnTo>
                <a:lnTo>
                  <a:pt x="166116" y="249936"/>
                </a:lnTo>
                <a:lnTo>
                  <a:pt x="172212" y="249936"/>
                </a:lnTo>
                <a:lnTo>
                  <a:pt x="175260" y="246888"/>
                </a:lnTo>
                <a:lnTo>
                  <a:pt x="181356" y="231648"/>
                </a:lnTo>
                <a:lnTo>
                  <a:pt x="181356" y="220980"/>
                </a:lnTo>
                <a:lnTo>
                  <a:pt x="147637" y="181737"/>
                </a:lnTo>
                <a:lnTo>
                  <a:pt x="111252" y="164592"/>
                </a:lnTo>
                <a:lnTo>
                  <a:pt x="111252" y="117348"/>
                </a:lnTo>
                <a:lnTo>
                  <a:pt x="190500" y="117348"/>
                </a:lnTo>
                <a:close/>
              </a:path>
              <a:path w="841375" h="410210">
                <a:moveTo>
                  <a:pt x="411480" y="367284"/>
                </a:moveTo>
                <a:lnTo>
                  <a:pt x="379488" y="356997"/>
                </a:lnTo>
                <a:lnTo>
                  <a:pt x="347662" y="339852"/>
                </a:lnTo>
                <a:lnTo>
                  <a:pt x="316103" y="315849"/>
                </a:lnTo>
                <a:lnTo>
                  <a:pt x="300355" y="300228"/>
                </a:lnTo>
                <a:lnTo>
                  <a:pt x="284988" y="284988"/>
                </a:lnTo>
                <a:lnTo>
                  <a:pt x="298284" y="260604"/>
                </a:lnTo>
                <a:lnTo>
                  <a:pt x="307581" y="243586"/>
                </a:lnTo>
                <a:lnTo>
                  <a:pt x="327469" y="194881"/>
                </a:lnTo>
                <a:lnTo>
                  <a:pt x="344779" y="139052"/>
                </a:lnTo>
                <a:lnTo>
                  <a:pt x="359664" y="76200"/>
                </a:lnTo>
                <a:lnTo>
                  <a:pt x="369189" y="68580"/>
                </a:lnTo>
                <a:lnTo>
                  <a:pt x="374904" y="64008"/>
                </a:lnTo>
                <a:lnTo>
                  <a:pt x="344424" y="39624"/>
                </a:lnTo>
                <a:lnTo>
                  <a:pt x="333756" y="56959"/>
                </a:lnTo>
                <a:lnTo>
                  <a:pt x="333756" y="68580"/>
                </a:lnTo>
                <a:lnTo>
                  <a:pt x="322059" y="126022"/>
                </a:lnTo>
                <a:lnTo>
                  <a:pt x="307657" y="177165"/>
                </a:lnTo>
                <a:lnTo>
                  <a:pt x="290677" y="222034"/>
                </a:lnTo>
                <a:lnTo>
                  <a:pt x="271272" y="260604"/>
                </a:lnTo>
                <a:lnTo>
                  <a:pt x="251282" y="222885"/>
                </a:lnTo>
                <a:lnTo>
                  <a:pt x="234886" y="178308"/>
                </a:lnTo>
                <a:lnTo>
                  <a:pt x="222186" y="126873"/>
                </a:lnTo>
                <a:lnTo>
                  <a:pt x="213360" y="68580"/>
                </a:lnTo>
                <a:lnTo>
                  <a:pt x="333756" y="68580"/>
                </a:lnTo>
                <a:lnTo>
                  <a:pt x="333756" y="56959"/>
                </a:lnTo>
                <a:lnTo>
                  <a:pt x="332232" y="59436"/>
                </a:lnTo>
                <a:lnTo>
                  <a:pt x="167640" y="59436"/>
                </a:lnTo>
                <a:lnTo>
                  <a:pt x="184404" y="74676"/>
                </a:lnTo>
                <a:lnTo>
                  <a:pt x="204216" y="68580"/>
                </a:lnTo>
                <a:lnTo>
                  <a:pt x="211645" y="130810"/>
                </a:lnTo>
                <a:lnTo>
                  <a:pt x="222504" y="186880"/>
                </a:lnTo>
                <a:lnTo>
                  <a:pt x="236791" y="236397"/>
                </a:lnTo>
                <a:lnTo>
                  <a:pt x="254508" y="278892"/>
                </a:lnTo>
                <a:lnTo>
                  <a:pt x="227304" y="312928"/>
                </a:lnTo>
                <a:lnTo>
                  <a:pt x="195834" y="344233"/>
                </a:lnTo>
                <a:lnTo>
                  <a:pt x="159778" y="372986"/>
                </a:lnTo>
                <a:lnTo>
                  <a:pt x="118872" y="399288"/>
                </a:lnTo>
                <a:lnTo>
                  <a:pt x="123444" y="405384"/>
                </a:lnTo>
                <a:lnTo>
                  <a:pt x="161734" y="385953"/>
                </a:lnTo>
                <a:lnTo>
                  <a:pt x="198882" y="361950"/>
                </a:lnTo>
                <a:lnTo>
                  <a:pt x="234886" y="333375"/>
                </a:lnTo>
                <a:lnTo>
                  <a:pt x="269748" y="300228"/>
                </a:lnTo>
                <a:lnTo>
                  <a:pt x="290004" y="327456"/>
                </a:lnTo>
                <a:lnTo>
                  <a:pt x="314134" y="352234"/>
                </a:lnTo>
                <a:lnTo>
                  <a:pt x="341960" y="375031"/>
                </a:lnTo>
                <a:lnTo>
                  <a:pt x="373380" y="396240"/>
                </a:lnTo>
                <a:lnTo>
                  <a:pt x="378256" y="387959"/>
                </a:lnTo>
                <a:lnTo>
                  <a:pt x="386143" y="381381"/>
                </a:lnTo>
                <a:lnTo>
                  <a:pt x="397167" y="376529"/>
                </a:lnTo>
                <a:lnTo>
                  <a:pt x="411480" y="373380"/>
                </a:lnTo>
                <a:lnTo>
                  <a:pt x="411480" y="367284"/>
                </a:lnTo>
                <a:close/>
              </a:path>
              <a:path w="841375" h="410210">
                <a:moveTo>
                  <a:pt x="696455" y="143256"/>
                </a:moveTo>
                <a:lnTo>
                  <a:pt x="664451" y="111252"/>
                </a:lnTo>
                <a:lnTo>
                  <a:pt x="641591" y="134112"/>
                </a:lnTo>
                <a:lnTo>
                  <a:pt x="594347" y="134112"/>
                </a:lnTo>
                <a:lnTo>
                  <a:pt x="594347" y="48768"/>
                </a:lnTo>
                <a:lnTo>
                  <a:pt x="594347" y="44196"/>
                </a:lnTo>
                <a:lnTo>
                  <a:pt x="622642" y="40195"/>
                </a:lnTo>
                <a:lnTo>
                  <a:pt x="645782" y="37338"/>
                </a:lnTo>
                <a:lnTo>
                  <a:pt x="663790" y="35623"/>
                </a:lnTo>
                <a:lnTo>
                  <a:pt x="676643" y="35052"/>
                </a:lnTo>
                <a:lnTo>
                  <a:pt x="644639" y="1524"/>
                </a:lnTo>
                <a:lnTo>
                  <a:pt x="603072" y="22961"/>
                </a:lnTo>
                <a:lnTo>
                  <a:pt x="558139" y="34658"/>
                </a:lnTo>
                <a:lnTo>
                  <a:pt x="502653" y="45466"/>
                </a:lnTo>
                <a:lnTo>
                  <a:pt x="470903" y="50292"/>
                </a:lnTo>
                <a:lnTo>
                  <a:pt x="470903" y="56388"/>
                </a:lnTo>
                <a:lnTo>
                  <a:pt x="496036" y="54991"/>
                </a:lnTo>
                <a:lnTo>
                  <a:pt x="521004" y="53149"/>
                </a:lnTo>
                <a:lnTo>
                  <a:pt x="569963" y="48768"/>
                </a:lnTo>
                <a:lnTo>
                  <a:pt x="569963" y="134112"/>
                </a:lnTo>
                <a:lnTo>
                  <a:pt x="448043" y="134112"/>
                </a:lnTo>
                <a:lnTo>
                  <a:pt x="463283" y="149352"/>
                </a:lnTo>
                <a:lnTo>
                  <a:pt x="473595" y="147116"/>
                </a:lnTo>
                <a:lnTo>
                  <a:pt x="484047" y="145161"/>
                </a:lnTo>
                <a:lnTo>
                  <a:pt x="494792" y="143789"/>
                </a:lnTo>
                <a:lnTo>
                  <a:pt x="505955" y="143256"/>
                </a:lnTo>
                <a:lnTo>
                  <a:pt x="568439" y="143256"/>
                </a:lnTo>
                <a:lnTo>
                  <a:pt x="549846" y="188099"/>
                </a:lnTo>
                <a:lnTo>
                  <a:pt x="523671" y="233362"/>
                </a:lnTo>
                <a:lnTo>
                  <a:pt x="489788" y="278917"/>
                </a:lnTo>
                <a:lnTo>
                  <a:pt x="448043" y="324612"/>
                </a:lnTo>
                <a:lnTo>
                  <a:pt x="454139" y="330708"/>
                </a:lnTo>
                <a:lnTo>
                  <a:pt x="485533" y="303847"/>
                </a:lnTo>
                <a:lnTo>
                  <a:pt x="515480" y="273558"/>
                </a:lnTo>
                <a:lnTo>
                  <a:pt x="543725" y="239839"/>
                </a:lnTo>
                <a:lnTo>
                  <a:pt x="569963" y="202692"/>
                </a:lnTo>
                <a:lnTo>
                  <a:pt x="569899" y="335280"/>
                </a:lnTo>
                <a:lnTo>
                  <a:pt x="569772" y="349567"/>
                </a:lnTo>
                <a:lnTo>
                  <a:pt x="569328" y="374840"/>
                </a:lnTo>
                <a:lnTo>
                  <a:pt x="568439" y="405384"/>
                </a:lnTo>
                <a:lnTo>
                  <a:pt x="595871" y="393192"/>
                </a:lnTo>
                <a:lnTo>
                  <a:pt x="594995" y="380936"/>
                </a:lnTo>
                <a:lnTo>
                  <a:pt x="594537" y="367093"/>
                </a:lnTo>
                <a:lnTo>
                  <a:pt x="594372" y="351840"/>
                </a:lnTo>
                <a:lnTo>
                  <a:pt x="594347" y="202692"/>
                </a:lnTo>
                <a:lnTo>
                  <a:pt x="594347" y="195072"/>
                </a:lnTo>
                <a:lnTo>
                  <a:pt x="628637" y="223647"/>
                </a:lnTo>
                <a:lnTo>
                  <a:pt x="656831" y="262128"/>
                </a:lnTo>
                <a:lnTo>
                  <a:pt x="661403" y="266700"/>
                </a:lnTo>
                <a:lnTo>
                  <a:pt x="667499" y="266700"/>
                </a:lnTo>
                <a:lnTo>
                  <a:pt x="669023" y="265176"/>
                </a:lnTo>
                <a:lnTo>
                  <a:pt x="675119" y="256032"/>
                </a:lnTo>
                <a:lnTo>
                  <a:pt x="676643" y="249936"/>
                </a:lnTo>
                <a:lnTo>
                  <a:pt x="676643" y="240792"/>
                </a:lnTo>
                <a:lnTo>
                  <a:pt x="651497" y="211074"/>
                </a:lnTo>
                <a:lnTo>
                  <a:pt x="616445" y="195072"/>
                </a:lnTo>
                <a:lnTo>
                  <a:pt x="594347" y="185928"/>
                </a:lnTo>
                <a:lnTo>
                  <a:pt x="594347" y="143256"/>
                </a:lnTo>
                <a:lnTo>
                  <a:pt x="696455" y="143256"/>
                </a:lnTo>
                <a:close/>
              </a:path>
              <a:path w="841375" h="410210">
                <a:moveTo>
                  <a:pt x="751319" y="77724"/>
                </a:moveTo>
                <a:lnTo>
                  <a:pt x="713219" y="56388"/>
                </a:lnTo>
                <a:lnTo>
                  <a:pt x="713460" y="78701"/>
                </a:lnTo>
                <a:lnTo>
                  <a:pt x="713981" y="104584"/>
                </a:lnTo>
                <a:lnTo>
                  <a:pt x="714514" y="134188"/>
                </a:lnTo>
                <a:lnTo>
                  <a:pt x="714743" y="167640"/>
                </a:lnTo>
                <a:lnTo>
                  <a:pt x="714514" y="203390"/>
                </a:lnTo>
                <a:lnTo>
                  <a:pt x="713460" y="270306"/>
                </a:lnTo>
                <a:lnTo>
                  <a:pt x="713219" y="301752"/>
                </a:lnTo>
                <a:lnTo>
                  <a:pt x="739127" y="289560"/>
                </a:lnTo>
                <a:lnTo>
                  <a:pt x="738251" y="276707"/>
                </a:lnTo>
                <a:lnTo>
                  <a:pt x="737793" y="263271"/>
                </a:lnTo>
                <a:lnTo>
                  <a:pt x="737628" y="249275"/>
                </a:lnTo>
                <a:lnTo>
                  <a:pt x="737603" y="89916"/>
                </a:lnTo>
                <a:lnTo>
                  <a:pt x="751319" y="77724"/>
                </a:lnTo>
                <a:close/>
              </a:path>
              <a:path w="841375" h="410210">
                <a:moveTo>
                  <a:pt x="841235" y="16764"/>
                </a:moveTo>
                <a:lnTo>
                  <a:pt x="801611" y="0"/>
                </a:lnTo>
                <a:lnTo>
                  <a:pt x="802500" y="18059"/>
                </a:lnTo>
                <a:lnTo>
                  <a:pt x="802944" y="35814"/>
                </a:lnTo>
                <a:lnTo>
                  <a:pt x="803122" y="53581"/>
                </a:lnTo>
                <a:lnTo>
                  <a:pt x="803135" y="335280"/>
                </a:lnTo>
                <a:lnTo>
                  <a:pt x="801992" y="346138"/>
                </a:lnTo>
                <a:lnTo>
                  <a:pt x="798563" y="353568"/>
                </a:lnTo>
                <a:lnTo>
                  <a:pt x="792848" y="357568"/>
                </a:lnTo>
                <a:lnTo>
                  <a:pt x="784847" y="358140"/>
                </a:lnTo>
                <a:lnTo>
                  <a:pt x="773976" y="357886"/>
                </a:lnTo>
                <a:lnTo>
                  <a:pt x="719315" y="355092"/>
                </a:lnTo>
                <a:lnTo>
                  <a:pt x="719315" y="361188"/>
                </a:lnTo>
                <a:lnTo>
                  <a:pt x="749325" y="368312"/>
                </a:lnTo>
                <a:lnTo>
                  <a:pt x="770750" y="378142"/>
                </a:lnTo>
                <a:lnTo>
                  <a:pt x="783615" y="390550"/>
                </a:lnTo>
                <a:lnTo>
                  <a:pt x="787895" y="405384"/>
                </a:lnTo>
                <a:lnTo>
                  <a:pt x="806526" y="396836"/>
                </a:lnTo>
                <a:lnTo>
                  <a:pt x="819137" y="385000"/>
                </a:lnTo>
                <a:lnTo>
                  <a:pt x="826046" y="370027"/>
                </a:lnTo>
                <a:lnTo>
                  <a:pt x="827024" y="358140"/>
                </a:lnTo>
                <a:lnTo>
                  <a:pt x="827405" y="353568"/>
                </a:lnTo>
                <a:lnTo>
                  <a:pt x="827519" y="28956"/>
                </a:lnTo>
                <a:lnTo>
                  <a:pt x="841235" y="1676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pic>
        <p:nvPicPr>
          <p:cNvPr id="20" name="object 20"/>
          <p:cNvPicPr/>
          <p:nvPr/>
        </p:nvPicPr>
        <p:blipFill>
          <a:blip r:embed="rId6" cstate="print"/>
          <a:stretch>
            <a:fillRect/>
          </a:stretch>
        </p:blipFill>
        <p:spPr>
          <a:xfrm>
            <a:off x="1748027" y="3808476"/>
            <a:ext cx="181355" cy="172212"/>
          </a:xfrm>
          <a:prstGeom prst="rect">
            <a:avLst/>
          </a:prstGeom>
        </p:spPr>
      </p:pic>
      <p:sp>
        <p:nvSpPr>
          <p:cNvPr id="21" name="object 21"/>
          <p:cNvSpPr/>
          <p:nvPr/>
        </p:nvSpPr>
        <p:spPr>
          <a:xfrm>
            <a:off x="2121408" y="3645407"/>
            <a:ext cx="852169" cy="411480"/>
          </a:xfrm>
          <a:custGeom>
            <a:avLst/>
            <a:gdLst/>
            <a:ahLst/>
            <a:cxnLst/>
            <a:rect l="l" t="t" r="r" b="b"/>
            <a:pathLst>
              <a:path w="852169" h="411479">
                <a:moveTo>
                  <a:pt x="185928" y="214884"/>
                </a:moveTo>
                <a:lnTo>
                  <a:pt x="178523" y="208788"/>
                </a:lnTo>
                <a:lnTo>
                  <a:pt x="160020" y="193548"/>
                </a:lnTo>
                <a:lnTo>
                  <a:pt x="152400" y="203073"/>
                </a:lnTo>
                <a:lnTo>
                  <a:pt x="152400" y="219456"/>
                </a:lnTo>
                <a:lnTo>
                  <a:pt x="152400" y="327660"/>
                </a:lnTo>
                <a:lnTo>
                  <a:pt x="85344" y="327660"/>
                </a:lnTo>
                <a:lnTo>
                  <a:pt x="85344" y="219456"/>
                </a:lnTo>
                <a:lnTo>
                  <a:pt x="152400" y="219456"/>
                </a:lnTo>
                <a:lnTo>
                  <a:pt x="152400" y="203073"/>
                </a:lnTo>
                <a:lnTo>
                  <a:pt x="147828" y="208788"/>
                </a:lnTo>
                <a:lnTo>
                  <a:pt x="85344" y="208788"/>
                </a:lnTo>
                <a:lnTo>
                  <a:pt x="60960" y="193548"/>
                </a:lnTo>
                <a:lnTo>
                  <a:pt x="61836" y="219913"/>
                </a:lnTo>
                <a:lnTo>
                  <a:pt x="62293" y="244411"/>
                </a:lnTo>
                <a:lnTo>
                  <a:pt x="62420" y="262089"/>
                </a:lnTo>
                <a:lnTo>
                  <a:pt x="62306" y="330708"/>
                </a:lnTo>
                <a:lnTo>
                  <a:pt x="62179" y="339458"/>
                </a:lnTo>
                <a:lnTo>
                  <a:pt x="61836" y="358140"/>
                </a:lnTo>
                <a:lnTo>
                  <a:pt x="60960" y="384048"/>
                </a:lnTo>
                <a:lnTo>
                  <a:pt x="85344" y="374904"/>
                </a:lnTo>
                <a:lnTo>
                  <a:pt x="85344" y="338328"/>
                </a:lnTo>
                <a:lnTo>
                  <a:pt x="152400" y="338328"/>
                </a:lnTo>
                <a:lnTo>
                  <a:pt x="152400" y="367284"/>
                </a:lnTo>
                <a:lnTo>
                  <a:pt x="176784" y="356616"/>
                </a:lnTo>
                <a:lnTo>
                  <a:pt x="174688" y="309753"/>
                </a:lnTo>
                <a:lnTo>
                  <a:pt x="173736" y="224028"/>
                </a:lnTo>
                <a:lnTo>
                  <a:pt x="179832" y="219456"/>
                </a:lnTo>
                <a:lnTo>
                  <a:pt x="185928" y="214884"/>
                </a:lnTo>
                <a:close/>
              </a:path>
              <a:path w="852169" h="411479">
                <a:moveTo>
                  <a:pt x="291084" y="158496"/>
                </a:moveTo>
                <a:lnTo>
                  <a:pt x="259080" y="128016"/>
                </a:lnTo>
                <a:lnTo>
                  <a:pt x="239268" y="147828"/>
                </a:lnTo>
                <a:lnTo>
                  <a:pt x="108204" y="147828"/>
                </a:lnTo>
                <a:lnTo>
                  <a:pt x="123444" y="163068"/>
                </a:lnTo>
                <a:lnTo>
                  <a:pt x="131965" y="161074"/>
                </a:lnTo>
                <a:lnTo>
                  <a:pt x="141351" y="159639"/>
                </a:lnTo>
                <a:lnTo>
                  <a:pt x="151295" y="158788"/>
                </a:lnTo>
                <a:lnTo>
                  <a:pt x="161544" y="158496"/>
                </a:lnTo>
                <a:lnTo>
                  <a:pt x="291084" y="158496"/>
                </a:lnTo>
                <a:close/>
              </a:path>
              <a:path w="852169" h="411479">
                <a:moveTo>
                  <a:pt x="359664" y="208788"/>
                </a:moveTo>
                <a:lnTo>
                  <a:pt x="355739" y="205740"/>
                </a:lnTo>
                <a:lnTo>
                  <a:pt x="332232" y="187452"/>
                </a:lnTo>
                <a:lnTo>
                  <a:pt x="320040" y="205740"/>
                </a:lnTo>
                <a:lnTo>
                  <a:pt x="246888" y="205740"/>
                </a:lnTo>
                <a:lnTo>
                  <a:pt x="222504" y="190500"/>
                </a:lnTo>
                <a:lnTo>
                  <a:pt x="223380" y="210553"/>
                </a:lnTo>
                <a:lnTo>
                  <a:pt x="223837" y="234315"/>
                </a:lnTo>
                <a:lnTo>
                  <a:pt x="223888" y="244411"/>
                </a:lnTo>
                <a:lnTo>
                  <a:pt x="224015" y="289560"/>
                </a:lnTo>
                <a:lnTo>
                  <a:pt x="223901" y="345567"/>
                </a:lnTo>
                <a:lnTo>
                  <a:pt x="223812" y="358711"/>
                </a:lnTo>
                <a:lnTo>
                  <a:pt x="223380" y="385432"/>
                </a:lnTo>
                <a:lnTo>
                  <a:pt x="222504" y="411480"/>
                </a:lnTo>
                <a:lnTo>
                  <a:pt x="246888" y="399288"/>
                </a:lnTo>
                <a:lnTo>
                  <a:pt x="246888" y="216408"/>
                </a:lnTo>
                <a:lnTo>
                  <a:pt x="324612" y="216408"/>
                </a:lnTo>
                <a:lnTo>
                  <a:pt x="324612" y="318516"/>
                </a:lnTo>
                <a:lnTo>
                  <a:pt x="323773" y="328523"/>
                </a:lnTo>
                <a:lnTo>
                  <a:pt x="265176" y="338328"/>
                </a:lnTo>
                <a:lnTo>
                  <a:pt x="265176" y="344424"/>
                </a:lnTo>
                <a:lnTo>
                  <a:pt x="285407" y="351358"/>
                </a:lnTo>
                <a:lnTo>
                  <a:pt x="300228" y="358711"/>
                </a:lnTo>
                <a:lnTo>
                  <a:pt x="309321" y="366928"/>
                </a:lnTo>
                <a:lnTo>
                  <a:pt x="312420" y="376428"/>
                </a:lnTo>
                <a:lnTo>
                  <a:pt x="327507" y="368427"/>
                </a:lnTo>
                <a:lnTo>
                  <a:pt x="338328" y="358140"/>
                </a:lnTo>
                <a:lnTo>
                  <a:pt x="344563" y="345567"/>
                </a:lnTo>
                <a:lnTo>
                  <a:pt x="344944" y="341376"/>
                </a:lnTo>
                <a:lnTo>
                  <a:pt x="345948" y="330708"/>
                </a:lnTo>
                <a:lnTo>
                  <a:pt x="345948" y="220980"/>
                </a:lnTo>
                <a:lnTo>
                  <a:pt x="351091" y="216408"/>
                </a:lnTo>
                <a:lnTo>
                  <a:pt x="359664" y="208788"/>
                </a:lnTo>
                <a:close/>
              </a:path>
              <a:path w="852169" h="411479">
                <a:moveTo>
                  <a:pt x="411480" y="153924"/>
                </a:moveTo>
                <a:lnTo>
                  <a:pt x="347662" y="138874"/>
                </a:lnTo>
                <a:lnTo>
                  <a:pt x="294132" y="115824"/>
                </a:lnTo>
                <a:lnTo>
                  <a:pt x="249364" y="82105"/>
                </a:lnTo>
                <a:lnTo>
                  <a:pt x="215201" y="44196"/>
                </a:lnTo>
                <a:lnTo>
                  <a:pt x="210312" y="38100"/>
                </a:lnTo>
                <a:lnTo>
                  <a:pt x="227076" y="25908"/>
                </a:lnTo>
                <a:lnTo>
                  <a:pt x="192024" y="0"/>
                </a:lnTo>
                <a:lnTo>
                  <a:pt x="163830" y="52768"/>
                </a:lnTo>
                <a:lnTo>
                  <a:pt x="121920" y="106680"/>
                </a:lnTo>
                <a:lnTo>
                  <a:pt x="66103" y="154495"/>
                </a:lnTo>
                <a:lnTo>
                  <a:pt x="0" y="192024"/>
                </a:lnTo>
                <a:lnTo>
                  <a:pt x="4572" y="198120"/>
                </a:lnTo>
                <a:lnTo>
                  <a:pt x="69532" y="168402"/>
                </a:lnTo>
                <a:lnTo>
                  <a:pt x="121920" y="134112"/>
                </a:lnTo>
                <a:lnTo>
                  <a:pt x="164211" y="92583"/>
                </a:lnTo>
                <a:lnTo>
                  <a:pt x="204216" y="44196"/>
                </a:lnTo>
                <a:lnTo>
                  <a:pt x="219405" y="67297"/>
                </a:lnTo>
                <a:lnTo>
                  <a:pt x="252641" y="107213"/>
                </a:lnTo>
                <a:lnTo>
                  <a:pt x="291249" y="139192"/>
                </a:lnTo>
                <a:lnTo>
                  <a:pt x="340918" y="169532"/>
                </a:lnTo>
                <a:lnTo>
                  <a:pt x="370332" y="184404"/>
                </a:lnTo>
                <a:lnTo>
                  <a:pt x="377190" y="174383"/>
                </a:lnTo>
                <a:lnTo>
                  <a:pt x="386334" y="167068"/>
                </a:lnTo>
                <a:lnTo>
                  <a:pt x="397764" y="162331"/>
                </a:lnTo>
                <a:lnTo>
                  <a:pt x="411480" y="160020"/>
                </a:lnTo>
                <a:lnTo>
                  <a:pt x="411480" y="153924"/>
                </a:lnTo>
                <a:close/>
              </a:path>
              <a:path w="852169" h="411479">
                <a:moveTo>
                  <a:pt x="640080" y="36576"/>
                </a:moveTo>
                <a:lnTo>
                  <a:pt x="636371" y="33528"/>
                </a:lnTo>
                <a:lnTo>
                  <a:pt x="614172" y="15240"/>
                </a:lnTo>
                <a:lnTo>
                  <a:pt x="605028" y="28956"/>
                </a:lnTo>
                <a:lnTo>
                  <a:pt x="605028" y="44196"/>
                </a:lnTo>
                <a:lnTo>
                  <a:pt x="605028" y="94488"/>
                </a:lnTo>
                <a:lnTo>
                  <a:pt x="605028" y="105156"/>
                </a:lnTo>
                <a:lnTo>
                  <a:pt x="605028" y="153924"/>
                </a:lnTo>
                <a:lnTo>
                  <a:pt x="524256" y="153924"/>
                </a:lnTo>
                <a:lnTo>
                  <a:pt x="524256" y="105156"/>
                </a:lnTo>
                <a:lnTo>
                  <a:pt x="605028" y="105156"/>
                </a:lnTo>
                <a:lnTo>
                  <a:pt x="605028" y="94488"/>
                </a:lnTo>
                <a:lnTo>
                  <a:pt x="524256" y="94488"/>
                </a:lnTo>
                <a:lnTo>
                  <a:pt x="524256" y="44196"/>
                </a:lnTo>
                <a:lnTo>
                  <a:pt x="605028" y="44196"/>
                </a:lnTo>
                <a:lnTo>
                  <a:pt x="605028" y="28956"/>
                </a:lnTo>
                <a:lnTo>
                  <a:pt x="601980" y="33528"/>
                </a:lnTo>
                <a:lnTo>
                  <a:pt x="524256" y="33528"/>
                </a:lnTo>
                <a:lnTo>
                  <a:pt x="499872" y="19812"/>
                </a:lnTo>
                <a:lnTo>
                  <a:pt x="500100" y="38417"/>
                </a:lnTo>
                <a:lnTo>
                  <a:pt x="501142" y="77444"/>
                </a:lnTo>
                <a:lnTo>
                  <a:pt x="501332" y="94488"/>
                </a:lnTo>
                <a:lnTo>
                  <a:pt x="501269" y="109728"/>
                </a:lnTo>
                <a:lnTo>
                  <a:pt x="501154" y="120738"/>
                </a:lnTo>
                <a:lnTo>
                  <a:pt x="500100" y="162928"/>
                </a:lnTo>
                <a:lnTo>
                  <a:pt x="499872" y="182880"/>
                </a:lnTo>
                <a:lnTo>
                  <a:pt x="524256" y="173736"/>
                </a:lnTo>
                <a:lnTo>
                  <a:pt x="524256" y="163068"/>
                </a:lnTo>
                <a:lnTo>
                  <a:pt x="605028" y="163068"/>
                </a:lnTo>
                <a:lnTo>
                  <a:pt x="605028" y="179832"/>
                </a:lnTo>
                <a:lnTo>
                  <a:pt x="629412" y="167640"/>
                </a:lnTo>
                <a:lnTo>
                  <a:pt x="629234" y="163068"/>
                </a:lnTo>
                <a:lnTo>
                  <a:pt x="628878" y="153924"/>
                </a:lnTo>
                <a:lnTo>
                  <a:pt x="628015" y="105156"/>
                </a:lnTo>
                <a:lnTo>
                  <a:pt x="627888" y="47244"/>
                </a:lnTo>
                <a:lnTo>
                  <a:pt x="631367" y="44196"/>
                </a:lnTo>
                <a:lnTo>
                  <a:pt x="640080" y="36576"/>
                </a:lnTo>
                <a:close/>
              </a:path>
              <a:path w="852169" h="411479">
                <a:moveTo>
                  <a:pt x="768096" y="152400"/>
                </a:moveTo>
                <a:lnTo>
                  <a:pt x="729996" y="132588"/>
                </a:lnTo>
                <a:lnTo>
                  <a:pt x="730846" y="157187"/>
                </a:lnTo>
                <a:lnTo>
                  <a:pt x="731062" y="175260"/>
                </a:lnTo>
                <a:lnTo>
                  <a:pt x="729996" y="225552"/>
                </a:lnTo>
                <a:lnTo>
                  <a:pt x="723138" y="264795"/>
                </a:lnTo>
                <a:lnTo>
                  <a:pt x="694867" y="312026"/>
                </a:lnTo>
                <a:lnTo>
                  <a:pt x="658914" y="341122"/>
                </a:lnTo>
                <a:lnTo>
                  <a:pt x="635508" y="355092"/>
                </a:lnTo>
                <a:lnTo>
                  <a:pt x="638556" y="359664"/>
                </a:lnTo>
                <a:lnTo>
                  <a:pt x="680847" y="341376"/>
                </a:lnTo>
                <a:lnTo>
                  <a:pt x="711708" y="318516"/>
                </a:lnTo>
                <a:lnTo>
                  <a:pt x="741057" y="279514"/>
                </a:lnTo>
                <a:lnTo>
                  <a:pt x="752284" y="225552"/>
                </a:lnTo>
                <a:lnTo>
                  <a:pt x="754380" y="163068"/>
                </a:lnTo>
                <a:lnTo>
                  <a:pt x="768096" y="152400"/>
                </a:lnTo>
                <a:close/>
              </a:path>
              <a:path w="852169" h="411479">
                <a:moveTo>
                  <a:pt x="835152" y="316992"/>
                </a:moveTo>
                <a:lnTo>
                  <a:pt x="832104" y="312420"/>
                </a:lnTo>
                <a:lnTo>
                  <a:pt x="829056" y="304800"/>
                </a:lnTo>
                <a:lnTo>
                  <a:pt x="821880" y="297942"/>
                </a:lnTo>
                <a:lnTo>
                  <a:pt x="807148" y="288798"/>
                </a:lnTo>
                <a:lnTo>
                  <a:pt x="784682" y="277368"/>
                </a:lnTo>
                <a:lnTo>
                  <a:pt x="754380" y="263652"/>
                </a:lnTo>
                <a:lnTo>
                  <a:pt x="751332" y="268224"/>
                </a:lnTo>
                <a:lnTo>
                  <a:pt x="773061" y="286562"/>
                </a:lnTo>
                <a:lnTo>
                  <a:pt x="790384" y="302895"/>
                </a:lnTo>
                <a:lnTo>
                  <a:pt x="803402" y="317525"/>
                </a:lnTo>
                <a:lnTo>
                  <a:pt x="812292" y="330708"/>
                </a:lnTo>
                <a:lnTo>
                  <a:pt x="818388" y="342900"/>
                </a:lnTo>
                <a:lnTo>
                  <a:pt x="821436" y="347472"/>
                </a:lnTo>
                <a:lnTo>
                  <a:pt x="827532" y="347472"/>
                </a:lnTo>
                <a:lnTo>
                  <a:pt x="832104" y="338328"/>
                </a:lnTo>
                <a:lnTo>
                  <a:pt x="835152" y="326136"/>
                </a:lnTo>
                <a:lnTo>
                  <a:pt x="835152" y="316992"/>
                </a:lnTo>
                <a:close/>
              </a:path>
              <a:path w="852169" h="411479">
                <a:moveTo>
                  <a:pt x="848868" y="45720"/>
                </a:moveTo>
                <a:lnTo>
                  <a:pt x="821436" y="13716"/>
                </a:lnTo>
                <a:lnTo>
                  <a:pt x="800100" y="35052"/>
                </a:lnTo>
                <a:lnTo>
                  <a:pt x="649224" y="35052"/>
                </a:lnTo>
                <a:lnTo>
                  <a:pt x="664464" y="50292"/>
                </a:lnTo>
                <a:lnTo>
                  <a:pt x="674103" y="48298"/>
                </a:lnTo>
                <a:lnTo>
                  <a:pt x="684466" y="46863"/>
                </a:lnTo>
                <a:lnTo>
                  <a:pt x="695109" y="46012"/>
                </a:lnTo>
                <a:lnTo>
                  <a:pt x="705612" y="45720"/>
                </a:lnTo>
                <a:lnTo>
                  <a:pt x="726948" y="45720"/>
                </a:lnTo>
                <a:lnTo>
                  <a:pt x="725512" y="58293"/>
                </a:lnTo>
                <a:lnTo>
                  <a:pt x="723519" y="70866"/>
                </a:lnTo>
                <a:lnTo>
                  <a:pt x="720940" y="83439"/>
                </a:lnTo>
                <a:lnTo>
                  <a:pt x="717804" y="96012"/>
                </a:lnTo>
                <a:lnTo>
                  <a:pt x="696468" y="96012"/>
                </a:lnTo>
                <a:lnTo>
                  <a:pt x="672084" y="82296"/>
                </a:lnTo>
                <a:lnTo>
                  <a:pt x="672312" y="102831"/>
                </a:lnTo>
                <a:lnTo>
                  <a:pt x="673366" y="149593"/>
                </a:lnTo>
                <a:lnTo>
                  <a:pt x="673493" y="163068"/>
                </a:lnTo>
                <a:lnTo>
                  <a:pt x="673366" y="200672"/>
                </a:lnTo>
                <a:lnTo>
                  <a:pt x="672312" y="245770"/>
                </a:lnTo>
                <a:lnTo>
                  <a:pt x="672084" y="265176"/>
                </a:lnTo>
                <a:lnTo>
                  <a:pt x="696468" y="251460"/>
                </a:lnTo>
                <a:lnTo>
                  <a:pt x="696468" y="106680"/>
                </a:lnTo>
                <a:lnTo>
                  <a:pt x="797052" y="106680"/>
                </a:lnTo>
                <a:lnTo>
                  <a:pt x="797052" y="259080"/>
                </a:lnTo>
                <a:lnTo>
                  <a:pt x="821436" y="246888"/>
                </a:lnTo>
                <a:lnTo>
                  <a:pt x="820547" y="228917"/>
                </a:lnTo>
                <a:lnTo>
                  <a:pt x="820216" y="217932"/>
                </a:lnTo>
                <a:lnTo>
                  <a:pt x="820077" y="212369"/>
                </a:lnTo>
                <a:lnTo>
                  <a:pt x="819950" y="203530"/>
                </a:lnTo>
                <a:lnTo>
                  <a:pt x="819912" y="109728"/>
                </a:lnTo>
                <a:lnTo>
                  <a:pt x="823391" y="106680"/>
                </a:lnTo>
                <a:lnTo>
                  <a:pt x="832104" y="99060"/>
                </a:lnTo>
                <a:lnTo>
                  <a:pt x="827532" y="96012"/>
                </a:lnTo>
                <a:lnTo>
                  <a:pt x="804672" y="80772"/>
                </a:lnTo>
                <a:lnTo>
                  <a:pt x="792480" y="96012"/>
                </a:lnTo>
                <a:lnTo>
                  <a:pt x="726948" y="96012"/>
                </a:lnTo>
                <a:lnTo>
                  <a:pt x="737247" y="77444"/>
                </a:lnTo>
                <a:lnTo>
                  <a:pt x="745426" y="62865"/>
                </a:lnTo>
                <a:lnTo>
                  <a:pt x="751586" y="52298"/>
                </a:lnTo>
                <a:lnTo>
                  <a:pt x="755904" y="45720"/>
                </a:lnTo>
                <a:lnTo>
                  <a:pt x="848868" y="45720"/>
                </a:lnTo>
                <a:close/>
              </a:path>
              <a:path w="852169" h="411479">
                <a:moveTo>
                  <a:pt x="851916" y="359664"/>
                </a:moveTo>
                <a:lnTo>
                  <a:pt x="815619" y="363664"/>
                </a:lnTo>
                <a:lnTo>
                  <a:pt x="777621" y="366522"/>
                </a:lnTo>
                <a:lnTo>
                  <a:pt x="737895" y="368236"/>
                </a:lnTo>
                <a:lnTo>
                  <a:pt x="696468" y="368808"/>
                </a:lnTo>
                <a:lnTo>
                  <a:pt x="657313" y="367055"/>
                </a:lnTo>
                <a:lnTo>
                  <a:pt x="624459" y="363855"/>
                </a:lnTo>
                <a:lnTo>
                  <a:pt x="597877" y="358952"/>
                </a:lnTo>
                <a:lnTo>
                  <a:pt x="577596" y="352044"/>
                </a:lnTo>
                <a:lnTo>
                  <a:pt x="577596" y="344424"/>
                </a:lnTo>
                <a:lnTo>
                  <a:pt x="577596" y="283464"/>
                </a:lnTo>
                <a:lnTo>
                  <a:pt x="655320" y="283464"/>
                </a:lnTo>
                <a:lnTo>
                  <a:pt x="645769" y="272796"/>
                </a:lnTo>
                <a:lnTo>
                  <a:pt x="629412" y="254508"/>
                </a:lnTo>
                <a:lnTo>
                  <a:pt x="611124" y="272796"/>
                </a:lnTo>
                <a:lnTo>
                  <a:pt x="577596" y="272796"/>
                </a:lnTo>
                <a:lnTo>
                  <a:pt x="577596" y="211836"/>
                </a:lnTo>
                <a:lnTo>
                  <a:pt x="662940" y="211836"/>
                </a:lnTo>
                <a:lnTo>
                  <a:pt x="635508" y="181356"/>
                </a:lnTo>
                <a:lnTo>
                  <a:pt x="614172" y="202692"/>
                </a:lnTo>
                <a:lnTo>
                  <a:pt x="460248" y="202692"/>
                </a:lnTo>
                <a:lnTo>
                  <a:pt x="477012" y="217932"/>
                </a:lnTo>
                <a:lnTo>
                  <a:pt x="486435" y="215696"/>
                </a:lnTo>
                <a:lnTo>
                  <a:pt x="496443" y="213741"/>
                </a:lnTo>
                <a:lnTo>
                  <a:pt x="507009" y="212369"/>
                </a:lnTo>
                <a:lnTo>
                  <a:pt x="518160" y="211836"/>
                </a:lnTo>
                <a:lnTo>
                  <a:pt x="554736" y="211836"/>
                </a:lnTo>
                <a:lnTo>
                  <a:pt x="554736" y="344424"/>
                </a:lnTo>
                <a:lnTo>
                  <a:pt x="540461" y="334759"/>
                </a:lnTo>
                <a:lnTo>
                  <a:pt x="527494" y="324231"/>
                </a:lnTo>
                <a:lnTo>
                  <a:pt x="515937" y="313143"/>
                </a:lnTo>
                <a:lnTo>
                  <a:pt x="515315" y="312420"/>
                </a:lnTo>
                <a:lnTo>
                  <a:pt x="505968" y="301752"/>
                </a:lnTo>
                <a:lnTo>
                  <a:pt x="509943" y="279679"/>
                </a:lnTo>
                <a:lnTo>
                  <a:pt x="514921" y="263461"/>
                </a:lnTo>
                <a:lnTo>
                  <a:pt x="520750" y="252679"/>
                </a:lnTo>
                <a:lnTo>
                  <a:pt x="527304" y="246888"/>
                </a:lnTo>
                <a:lnTo>
                  <a:pt x="492252" y="230124"/>
                </a:lnTo>
                <a:lnTo>
                  <a:pt x="487680" y="271462"/>
                </a:lnTo>
                <a:lnTo>
                  <a:pt x="478536" y="318516"/>
                </a:lnTo>
                <a:lnTo>
                  <a:pt x="464820" y="364045"/>
                </a:lnTo>
                <a:lnTo>
                  <a:pt x="446532" y="403860"/>
                </a:lnTo>
                <a:lnTo>
                  <a:pt x="452628" y="406908"/>
                </a:lnTo>
                <a:lnTo>
                  <a:pt x="466915" y="388937"/>
                </a:lnTo>
                <a:lnTo>
                  <a:pt x="480060" y="367093"/>
                </a:lnTo>
                <a:lnTo>
                  <a:pt x="492061" y="341553"/>
                </a:lnTo>
                <a:lnTo>
                  <a:pt x="502920" y="312420"/>
                </a:lnTo>
                <a:lnTo>
                  <a:pt x="516610" y="329526"/>
                </a:lnTo>
                <a:lnTo>
                  <a:pt x="556260" y="364236"/>
                </a:lnTo>
                <a:lnTo>
                  <a:pt x="605764" y="383743"/>
                </a:lnTo>
                <a:lnTo>
                  <a:pt x="655523" y="392366"/>
                </a:lnTo>
                <a:lnTo>
                  <a:pt x="697420" y="394525"/>
                </a:lnTo>
                <a:lnTo>
                  <a:pt x="752157" y="395274"/>
                </a:lnTo>
                <a:lnTo>
                  <a:pt x="819912" y="394716"/>
                </a:lnTo>
                <a:lnTo>
                  <a:pt x="821905" y="387007"/>
                </a:lnTo>
                <a:lnTo>
                  <a:pt x="827913" y="379857"/>
                </a:lnTo>
                <a:lnTo>
                  <a:pt x="837907" y="373291"/>
                </a:lnTo>
                <a:lnTo>
                  <a:pt x="848360" y="368808"/>
                </a:lnTo>
                <a:lnTo>
                  <a:pt x="851916" y="367284"/>
                </a:lnTo>
                <a:lnTo>
                  <a:pt x="851916" y="35966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" name="object 22"/>
          <p:cNvSpPr/>
          <p:nvPr/>
        </p:nvSpPr>
        <p:spPr>
          <a:xfrm>
            <a:off x="3020567" y="3800855"/>
            <a:ext cx="396240" cy="43180"/>
          </a:xfrm>
          <a:custGeom>
            <a:avLst/>
            <a:gdLst/>
            <a:ahLst/>
            <a:cxnLst/>
            <a:rect l="l" t="t" r="r" b="b"/>
            <a:pathLst>
              <a:path w="396239" h="43179">
                <a:moveTo>
                  <a:pt x="15240" y="42672"/>
                </a:moveTo>
                <a:lnTo>
                  <a:pt x="0" y="27432"/>
                </a:lnTo>
                <a:lnTo>
                  <a:pt x="323087" y="27432"/>
                </a:lnTo>
                <a:lnTo>
                  <a:pt x="358139" y="0"/>
                </a:lnTo>
                <a:lnTo>
                  <a:pt x="396239" y="38100"/>
                </a:lnTo>
                <a:lnTo>
                  <a:pt x="62484" y="38100"/>
                </a:lnTo>
                <a:lnTo>
                  <a:pt x="49315" y="38385"/>
                </a:lnTo>
                <a:lnTo>
                  <a:pt x="37147" y="39243"/>
                </a:lnTo>
                <a:lnTo>
                  <a:pt x="25836" y="40671"/>
                </a:lnTo>
                <a:lnTo>
                  <a:pt x="15240" y="4267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pic>
        <p:nvPicPr>
          <p:cNvPr id="23" name="object 23"/>
          <p:cNvPicPr/>
          <p:nvPr/>
        </p:nvPicPr>
        <p:blipFill>
          <a:blip r:embed="rId7" cstate="print"/>
          <a:stretch>
            <a:fillRect/>
          </a:stretch>
        </p:blipFill>
        <p:spPr>
          <a:xfrm>
            <a:off x="3497532" y="3854196"/>
            <a:ext cx="64055" cy="166116"/>
          </a:xfrm>
          <a:prstGeom prst="rect">
            <a:avLst/>
          </a:prstGeom>
        </p:spPr>
      </p:pic>
      <p:sp>
        <p:nvSpPr>
          <p:cNvPr id="24" name="object 24"/>
          <p:cNvSpPr/>
          <p:nvPr/>
        </p:nvSpPr>
        <p:spPr>
          <a:xfrm>
            <a:off x="3892283" y="3645407"/>
            <a:ext cx="2087880" cy="413384"/>
          </a:xfrm>
          <a:custGeom>
            <a:avLst/>
            <a:gdLst/>
            <a:ahLst/>
            <a:cxnLst/>
            <a:rect l="l" t="t" r="r" b="b"/>
            <a:pathLst>
              <a:path w="2087879" h="413385">
                <a:moveTo>
                  <a:pt x="318516" y="124968"/>
                </a:moveTo>
                <a:lnTo>
                  <a:pt x="277368" y="124968"/>
                </a:lnTo>
                <a:lnTo>
                  <a:pt x="236220" y="312420"/>
                </a:lnTo>
                <a:lnTo>
                  <a:pt x="176784" y="124968"/>
                </a:lnTo>
                <a:lnTo>
                  <a:pt x="143256" y="124968"/>
                </a:lnTo>
                <a:lnTo>
                  <a:pt x="86868" y="312420"/>
                </a:lnTo>
                <a:lnTo>
                  <a:pt x="42672" y="124968"/>
                </a:lnTo>
                <a:lnTo>
                  <a:pt x="0" y="124968"/>
                </a:lnTo>
                <a:lnTo>
                  <a:pt x="62484" y="367284"/>
                </a:lnTo>
                <a:lnTo>
                  <a:pt x="100584" y="367284"/>
                </a:lnTo>
                <a:lnTo>
                  <a:pt x="160020" y="179832"/>
                </a:lnTo>
                <a:lnTo>
                  <a:pt x="219456" y="367284"/>
                </a:lnTo>
                <a:lnTo>
                  <a:pt x="256032" y="367284"/>
                </a:lnTo>
                <a:lnTo>
                  <a:pt x="318516" y="124968"/>
                </a:lnTo>
                <a:close/>
              </a:path>
              <a:path w="2087879" h="413385">
                <a:moveTo>
                  <a:pt x="711708" y="59436"/>
                </a:moveTo>
                <a:lnTo>
                  <a:pt x="678370" y="34658"/>
                </a:lnTo>
                <a:lnTo>
                  <a:pt x="662940" y="27432"/>
                </a:lnTo>
                <a:lnTo>
                  <a:pt x="659892" y="32004"/>
                </a:lnTo>
                <a:lnTo>
                  <a:pt x="670420" y="46037"/>
                </a:lnTo>
                <a:lnTo>
                  <a:pt x="678942" y="58483"/>
                </a:lnTo>
                <a:lnTo>
                  <a:pt x="685190" y="69519"/>
                </a:lnTo>
                <a:lnTo>
                  <a:pt x="688848" y="79248"/>
                </a:lnTo>
                <a:lnTo>
                  <a:pt x="691896" y="86868"/>
                </a:lnTo>
                <a:lnTo>
                  <a:pt x="693420" y="91440"/>
                </a:lnTo>
                <a:lnTo>
                  <a:pt x="697992" y="91440"/>
                </a:lnTo>
                <a:lnTo>
                  <a:pt x="701040" y="86868"/>
                </a:lnTo>
                <a:lnTo>
                  <a:pt x="710184" y="74676"/>
                </a:lnTo>
                <a:lnTo>
                  <a:pt x="711708" y="68580"/>
                </a:lnTo>
                <a:lnTo>
                  <a:pt x="711708" y="59436"/>
                </a:lnTo>
                <a:close/>
              </a:path>
              <a:path w="2087879" h="413385">
                <a:moveTo>
                  <a:pt x="743712" y="348996"/>
                </a:moveTo>
                <a:lnTo>
                  <a:pt x="742188" y="347472"/>
                </a:lnTo>
                <a:lnTo>
                  <a:pt x="740664" y="347472"/>
                </a:lnTo>
                <a:lnTo>
                  <a:pt x="740664" y="350520"/>
                </a:lnTo>
                <a:lnTo>
                  <a:pt x="742188" y="352044"/>
                </a:lnTo>
                <a:lnTo>
                  <a:pt x="742188" y="350520"/>
                </a:lnTo>
                <a:lnTo>
                  <a:pt x="743712" y="348996"/>
                </a:lnTo>
                <a:close/>
              </a:path>
              <a:path w="2087879" h="413385">
                <a:moveTo>
                  <a:pt x="746760" y="115824"/>
                </a:moveTo>
                <a:lnTo>
                  <a:pt x="737552" y="105156"/>
                </a:lnTo>
                <a:lnTo>
                  <a:pt x="717804" y="82296"/>
                </a:lnTo>
                <a:lnTo>
                  <a:pt x="696468" y="105156"/>
                </a:lnTo>
                <a:lnTo>
                  <a:pt x="640080" y="105156"/>
                </a:lnTo>
                <a:lnTo>
                  <a:pt x="640080" y="36576"/>
                </a:lnTo>
                <a:lnTo>
                  <a:pt x="653796" y="24384"/>
                </a:lnTo>
                <a:lnTo>
                  <a:pt x="615696" y="7620"/>
                </a:lnTo>
                <a:lnTo>
                  <a:pt x="617029" y="52387"/>
                </a:lnTo>
                <a:lnTo>
                  <a:pt x="617220" y="105156"/>
                </a:lnTo>
                <a:lnTo>
                  <a:pt x="576072" y="105156"/>
                </a:lnTo>
                <a:lnTo>
                  <a:pt x="551688" y="91440"/>
                </a:lnTo>
                <a:lnTo>
                  <a:pt x="552564" y="115824"/>
                </a:lnTo>
                <a:lnTo>
                  <a:pt x="552996" y="150075"/>
                </a:lnTo>
                <a:lnTo>
                  <a:pt x="553123" y="179641"/>
                </a:lnTo>
                <a:lnTo>
                  <a:pt x="553212" y="263652"/>
                </a:lnTo>
                <a:lnTo>
                  <a:pt x="551688" y="271272"/>
                </a:lnTo>
                <a:lnTo>
                  <a:pt x="548640" y="277368"/>
                </a:lnTo>
                <a:lnTo>
                  <a:pt x="544068" y="280416"/>
                </a:lnTo>
                <a:lnTo>
                  <a:pt x="565404" y="306324"/>
                </a:lnTo>
                <a:lnTo>
                  <a:pt x="595083" y="266700"/>
                </a:lnTo>
                <a:lnTo>
                  <a:pt x="618744" y="239268"/>
                </a:lnTo>
                <a:lnTo>
                  <a:pt x="615696" y="234696"/>
                </a:lnTo>
                <a:lnTo>
                  <a:pt x="576072" y="266700"/>
                </a:lnTo>
                <a:lnTo>
                  <a:pt x="576072" y="115824"/>
                </a:lnTo>
                <a:lnTo>
                  <a:pt x="617220" y="115824"/>
                </a:lnTo>
                <a:lnTo>
                  <a:pt x="620636" y="160959"/>
                </a:lnTo>
                <a:lnTo>
                  <a:pt x="626173" y="200215"/>
                </a:lnTo>
                <a:lnTo>
                  <a:pt x="633730" y="233489"/>
                </a:lnTo>
                <a:lnTo>
                  <a:pt x="643128" y="260604"/>
                </a:lnTo>
                <a:lnTo>
                  <a:pt x="623150" y="287159"/>
                </a:lnTo>
                <a:lnTo>
                  <a:pt x="599884" y="311848"/>
                </a:lnTo>
                <a:lnTo>
                  <a:pt x="573481" y="334543"/>
                </a:lnTo>
                <a:lnTo>
                  <a:pt x="544068" y="355092"/>
                </a:lnTo>
                <a:lnTo>
                  <a:pt x="545592" y="359664"/>
                </a:lnTo>
                <a:lnTo>
                  <a:pt x="577316" y="343408"/>
                </a:lnTo>
                <a:lnTo>
                  <a:pt x="606171" y="324421"/>
                </a:lnTo>
                <a:lnTo>
                  <a:pt x="632180" y="302882"/>
                </a:lnTo>
                <a:lnTo>
                  <a:pt x="655320" y="278892"/>
                </a:lnTo>
                <a:lnTo>
                  <a:pt x="671614" y="299732"/>
                </a:lnTo>
                <a:lnTo>
                  <a:pt x="699046" y="328828"/>
                </a:lnTo>
                <a:lnTo>
                  <a:pt x="734187" y="346887"/>
                </a:lnTo>
                <a:lnTo>
                  <a:pt x="737616" y="347472"/>
                </a:lnTo>
                <a:lnTo>
                  <a:pt x="740664" y="347472"/>
                </a:lnTo>
                <a:lnTo>
                  <a:pt x="740664" y="338328"/>
                </a:lnTo>
                <a:lnTo>
                  <a:pt x="739140" y="335280"/>
                </a:lnTo>
                <a:lnTo>
                  <a:pt x="737146" y="330479"/>
                </a:lnTo>
                <a:lnTo>
                  <a:pt x="735711" y="323088"/>
                </a:lnTo>
                <a:lnTo>
                  <a:pt x="734860" y="313423"/>
                </a:lnTo>
                <a:lnTo>
                  <a:pt x="734682" y="306324"/>
                </a:lnTo>
                <a:lnTo>
                  <a:pt x="734695" y="296379"/>
                </a:lnTo>
                <a:lnTo>
                  <a:pt x="734860" y="289204"/>
                </a:lnTo>
                <a:lnTo>
                  <a:pt x="735711" y="274510"/>
                </a:lnTo>
                <a:lnTo>
                  <a:pt x="737146" y="257822"/>
                </a:lnTo>
                <a:lnTo>
                  <a:pt x="739140" y="239268"/>
                </a:lnTo>
                <a:lnTo>
                  <a:pt x="733044" y="236220"/>
                </a:lnTo>
                <a:lnTo>
                  <a:pt x="713232" y="306324"/>
                </a:lnTo>
                <a:lnTo>
                  <a:pt x="700112" y="296379"/>
                </a:lnTo>
                <a:lnTo>
                  <a:pt x="688276" y="284988"/>
                </a:lnTo>
                <a:lnTo>
                  <a:pt x="683221" y="278892"/>
                </a:lnTo>
                <a:lnTo>
                  <a:pt x="677875" y="272465"/>
                </a:lnTo>
                <a:lnTo>
                  <a:pt x="669036" y="259080"/>
                </a:lnTo>
                <a:lnTo>
                  <a:pt x="678776" y="243128"/>
                </a:lnTo>
                <a:lnTo>
                  <a:pt x="682637" y="236220"/>
                </a:lnTo>
                <a:lnTo>
                  <a:pt x="687514" y="227457"/>
                </a:lnTo>
                <a:lnTo>
                  <a:pt x="695401" y="212369"/>
                </a:lnTo>
                <a:lnTo>
                  <a:pt x="702564" y="198120"/>
                </a:lnTo>
                <a:lnTo>
                  <a:pt x="708520" y="185572"/>
                </a:lnTo>
                <a:lnTo>
                  <a:pt x="714756" y="175450"/>
                </a:lnTo>
                <a:lnTo>
                  <a:pt x="721004" y="167906"/>
                </a:lnTo>
                <a:lnTo>
                  <a:pt x="726948" y="163068"/>
                </a:lnTo>
                <a:lnTo>
                  <a:pt x="696468" y="140208"/>
                </a:lnTo>
                <a:lnTo>
                  <a:pt x="692467" y="157568"/>
                </a:lnTo>
                <a:lnTo>
                  <a:pt x="685038" y="179641"/>
                </a:lnTo>
                <a:lnTo>
                  <a:pt x="674179" y="206006"/>
                </a:lnTo>
                <a:lnTo>
                  <a:pt x="659892" y="236220"/>
                </a:lnTo>
                <a:lnTo>
                  <a:pt x="651878" y="210553"/>
                </a:lnTo>
                <a:lnTo>
                  <a:pt x="645985" y="181737"/>
                </a:lnTo>
                <a:lnTo>
                  <a:pt x="642112" y="150075"/>
                </a:lnTo>
                <a:lnTo>
                  <a:pt x="640080" y="115824"/>
                </a:lnTo>
                <a:lnTo>
                  <a:pt x="746760" y="115824"/>
                </a:lnTo>
                <a:close/>
              </a:path>
              <a:path w="2087879" h="413385">
                <a:moveTo>
                  <a:pt x="751332" y="365760"/>
                </a:moveTo>
                <a:lnTo>
                  <a:pt x="719048" y="368642"/>
                </a:lnTo>
                <a:lnTo>
                  <a:pt x="683895" y="370522"/>
                </a:lnTo>
                <a:lnTo>
                  <a:pt x="645896" y="371551"/>
                </a:lnTo>
                <a:lnTo>
                  <a:pt x="605028" y="371856"/>
                </a:lnTo>
                <a:lnTo>
                  <a:pt x="565340" y="369265"/>
                </a:lnTo>
                <a:lnTo>
                  <a:pt x="528637" y="363664"/>
                </a:lnTo>
                <a:lnTo>
                  <a:pt x="495096" y="354926"/>
                </a:lnTo>
                <a:lnTo>
                  <a:pt x="464820" y="342900"/>
                </a:lnTo>
                <a:lnTo>
                  <a:pt x="464820" y="330708"/>
                </a:lnTo>
                <a:lnTo>
                  <a:pt x="464820" y="256032"/>
                </a:lnTo>
                <a:lnTo>
                  <a:pt x="545592" y="256032"/>
                </a:lnTo>
                <a:lnTo>
                  <a:pt x="535495" y="245364"/>
                </a:lnTo>
                <a:lnTo>
                  <a:pt x="518160" y="227076"/>
                </a:lnTo>
                <a:lnTo>
                  <a:pt x="499872" y="245364"/>
                </a:lnTo>
                <a:lnTo>
                  <a:pt x="464820" y="245364"/>
                </a:lnTo>
                <a:lnTo>
                  <a:pt x="464820" y="192024"/>
                </a:lnTo>
                <a:lnTo>
                  <a:pt x="475488" y="181356"/>
                </a:lnTo>
                <a:lnTo>
                  <a:pt x="445008" y="170688"/>
                </a:lnTo>
                <a:lnTo>
                  <a:pt x="548640" y="170688"/>
                </a:lnTo>
                <a:lnTo>
                  <a:pt x="519684" y="140208"/>
                </a:lnTo>
                <a:lnTo>
                  <a:pt x="501396" y="160020"/>
                </a:lnTo>
                <a:lnTo>
                  <a:pt x="457200" y="160020"/>
                </a:lnTo>
                <a:lnTo>
                  <a:pt x="457200" y="91440"/>
                </a:lnTo>
                <a:lnTo>
                  <a:pt x="537972" y="91440"/>
                </a:lnTo>
                <a:lnTo>
                  <a:pt x="509016" y="59436"/>
                </a:lnTo>
                <a:lnTo>
                  <a:pt x="489204" y="80772"/>
                </a:lnTo>
                <a:lnTo>
                  <a:pt x="457200" y="80772"/>
                </a:lnTo>
                <a:lnTo>
                  <a:pt x="457200" y="35052"/>
                </a:lnTo>
                <a:lnTo>
                  <a:pt x="470916" y="24384"/>
                </a:lnTo>
                <a:lnTo>
                  <a:pt x="432816" y="7620"/>
                </a:lnTo>
                <a:lnTo>
                  <a:pt x="434187" y="46037"/>
                </a:lnTo>
                <a:lnTo>
                  <a:pt x="434340" y="80772"/>
                </a:lnTo>
                <a:lnTo>
                  <a:pt x="356616" y="80772"/>
                </a:lnTo>
                <a:lnTo>
                  <a:pt x="371856" y="96012"/>
                </a:lnTo>
                <a:lnTo>
                  <a:pt x="381596" y="94018"/>
                </a:lnTo>
                <a:lnTo>
                  <a:pt x="390334" y="92583"/>
                </a:lnTo>
                <a:lnTo>
                  <a:pt x="398221" y="91732"/>
                </a:lnTo>
                <a:lnTo>
                  <a:pt x="405384" y="91440"/>
                </a:lnTo>
                <a:lnTo>
                  <a:pt x="434340" y="91440"/>
                </a:lnTo>
                <a:lnTo>
                  <a:pt x="434340" y="160020"/>
                </a:lnTo>
                <a:lnTo>
                  <a:pt x="341376" y="160020"/>
                </a:lnTo>
                <a:lnTo>
                  <a:pt x="356616" y="175260"/>
                </a:lnTo>
                <a:lnTo>
                  <a:pt x="365721" y="173266"/>
                </a:lnTo>
                <a:lnTo>
                  <a:pt x="374523" y="171831"/>
                </a:lnTo>
                <a:lnTo>
                  <a:pt x="382765" y="170980"/>
                </a:lnTo>
                <a:lnTo>
                  <a:pt x="390144" y="170688"/>
                </a:lnTo>
                <a:lnTo>
                  <a:pt x="441960" y="170688"/>
                </a:lnTo>
                <a:lnTo>
                  <a:pt x="441960" y="330708"/>
                </a:lnTo>
                <a:lnTo>
                  <a:pt x="432396" y="324421"/>
                </a:lnTo>
                <a:lnTo>
                  <a:pt x="421957" y="316611"/>
                </a:lnTo>
                <a:lnTo>
                  <a:pt x="411314" y="307136"/>
                </a:lnTo>
                <a:lnTo>
                  <a:pt x="410578" y="306324"/>
                </a:lnTo>
                <a:lnTo>
                  <a:pt x="400812" y="295656"/>
                </a:lnTo>
                <a:lnTo>
                  <a:pt x="403885" y="277939"/>
                </a:lnTo>
                <a:lnTo>
                  <a:pt x="406298" y="262826"/>
                </a:lnTo>
                <a:lnTo>
                  <a:pt x="407885" y="250228"/>
                </a:lnTo>
                <a:lnTo>
                  <a:pt x="408432" y="240792"/>
                </a:lnTo>
                <a:lnTo>
                  <a:pt x="410133" y="233108"/>
                </a:lnTo>
                <a:lnTo>
                  <a:pt x="412813" y="226123"/>
                </a:lnTo>
                <a:lnTo>
                  <a:pt x="416369" y="220014"/>
                </a:lnTo>
                <a:lnTo>
                  <a:pt x="420624" y="214884"/>
                </a:lnTo>
                <a:lnTo>
                  <a:pt x="385572" y="196596"/>
                </a:lnTo>
                <a:lnTo>
                  <a:pt x="383476" y="237553"/>
                </a:lnTo>
                <a:lnTo>
                  <a:pt x="377952" y="291084"/>
                </a:lnTo>
                <a:lnTo>
                  <a:pt x="364236" y="349377"/>
                </a:lnTo>
                <a:lnTo>
                  <a:pt x="341376" y="405384"/>
                </a:lnTo>
                <a:lnTo>
                  <a:pt x="345948" y="408432"/>
                </a:lnTo>
                <a:lnTo>
                  <a:pt x="359384" y="389915"/>
                </a:lnTo>
                <a:lnTo>
                  <a:pt x="372237" y="366522"/>
                </a:lnTo>
                <a:lnTo>
                  <a:pt x="384530" y="338569"/>
                </a:lnTo>
                <a:lnTo>
                  <a:pt x="396240" y="306324"/>
                </a:lnTo>
                <a:lnTo>
                  <a:pt x="413372" y="325755"/>
                </a:lnTo>
                <a:lnTo>
                  <a:pt x="453898" y="357759"/>
                </a:lnTo>
                <a:lnTo>
                  <a:pt x="503351" y="380606"/>
                </a:lnTo>
                <a:lnTo>
                  <a:pt x="564032" y="393700"/>
                </a:lnTo>
                <a:lnTo>
                  <a:pt x="632993" y="398246"/>
                </a:lnTo>
                <a:lnTo>
                  <a:pt x="693661" y="400532"/>
                </a:lnTo>
                <a:lnTo>
                  <a:pt x="720852" y="400812"/>
                </a:lnTo>
                <a:lnTo>
                  <a:pt x="722833" y="391363"/>
                </a:lnTo>
                <a:lnTo>
                  <a:pt x="728662" y="383476"/>
                </a:lnTo>
                <a:lnTo>
                  <a:pt x="738212" y="377024"/>
                </a:lnTo>
                <a:lnTo>
                  <a:pt x="751332" y="371856"/>
                </a:lnTo>
                <a:lnTo>
                  <a:pt x="751332" y="365760"/>
                </a:lnTo>
                <a:close/>
              </a:path>
              <a:path w="2087879" h="413385">
                <a:moveTo>
                  <a:pt x="934224" y="152400"/>
                </a:moveTo>
                <a:lnTo>
                  <a:pt x="906602" y="125539"/>
                </a:lnTo>
                <a:lnTo>
                  <a:pt x="868692" y="105156"/>
                </a:lnTo>
                <a:lnTo>
                  <a:pt x="864120" y="109728"/>
                </a:lnTo>
                <a:lnTo>
                  <a:pt x="877811" y="126326"/>
                </a:lnTo>
                <a:lnTo>
                  <a:pt x="889076" y="141922"/>
                </a:lnTo>
                <a:lnTo>
                  <a:pt x="897763" y="156667"/>
                </a:lnTo>
                <a:lnTo>
                  <a:pt x="903744" y="170688"/>
                </a:lnTo>
                <a:lnTo>
                  <a:pt x="908316" y="182880"/>
                </a:lnTo>
                <a:lnTo>
                  <a:pt x="912888" y="190500"/>
                </a:lnTo>
                <a:lnTo>
                  <a:pt x="918984" y="190500"/>
                </a:lnTo>
                <a:lnTo>
                  <a:pt x="922032" y="185928"/>
                </a:lnTo>
                <a:lnTo>
                  <a:pt x="926604" y="178308"/>
                </a:lnTo>
                <a:lnTo>
                  <a:pt x="934224" y="163068"/>
                </a:lnTo>
                <a:lnTo>
                  <a:pt x="934224" y="152400"/>
                </a:lnTo>
                <a:close/>
              </a:path>
              <a:path w="2087879" h="413385">
                <a:moveTo>
                  <a:pt x="1196352" y="350520"/>
                </a:moveTo>
                <a:lnTo>
                  <a:pt x="1152817" y="335343"/>
                </a:lnTo>
                <a:lnTo>
                  <a:pt x="1113688" y="313588"/>
                </a:lnTo>
                <a:lnTo>
                  <a:pt x="1078941" y="285242"/>
                </a:lnTo>
                <a:lnTo>
                  <a:pt x="1048575" y="250304"/>
                </a:lnTo>
                <a:lnTo>
                  <a:pt x="1022616" y="208788"/>
                </a:lnTo>
                <a:lnTo>
                  <a:pt x="1194828" y="208788"/>
                </a:lnTo>
                <a:lnTo>
                  <a:pt x="1158252" y="172212"/>
                </a:lnTo>
                <a:lnTo>
                  <a:pt x="1132344" y="198120"/>
                </a:lnTo>
                <a:lnTo>
                  <a:pt x="1047000" y="198120"/>
                </a:lnTo>
                <a:lnTo>
                  <a:pt x="1063256" y="184429"/>
                </a:lnTo>
                <a:lnTo>
                  <a:pt x="1079957" y="168592"/>
                </a:lnTo>
                <a:lnTo>
                  <a:pt x="1096924" y="150761"/>
                </a:lnTo>
                <a:lnTo>
                  <a:pt x="1114056" y="131064"/>
                </a:lnTo>
                <a:lnTo>
                  <a:pt x="1132344" y="124968"/>
                </a:lnTo>
                <a:lnTo>
                  <a:pt x="1095768" y="97536"/>
                </a:lnTo>
                <a:lnTo>
                  <a:pt x="1084338" y="122682"/>
                </a:lnTo>
                <a:lnTo>
                  <a:pt x="1070622" y="147828"/>
                </a:lnTo>
                <a:lnTo>
                  <a:pt x="1054620" y="172974"/>
                </a:lnTo>
                <a:lnTo>
                  <a:pt x="1036332" y="198120"/>
                </a:lnTo>
                <a:lnTo>
                  <a:pt x="1004328" y="198120"/>
                </a:lnTo>
                <a:lnTo>
                  <a:pt x="1004328" y="91440"/>
                </a:lnTo>
                <a:lnTo>
                  <a:pt x="1170444" y="91440"/>
                </a:lnTo>
                <a:lnTo>
                  <a:pt x="1135392" y="56388"/>
                </a:lnTo>
                <a:lnTo>
                  <a:pt x="1111008" y="80772"/>
                </a:lnTo>
                <a:lnTo>
                  <a:pt x="1004328" y="80772"/>
                </a:lnTo>
                <a:lnTo>
                  <a:pt x="1004328" y="33528"/>
                </a:lnTo>
                <a:lnTo>
                  <a:pt x="1022616" y="21336"/>
                </a:lnTo>
                <a:lnTo>
                  <a:pt x="976896" y="0"/>
                </a:lnTo>
                <a:lnTo>
                  <a:pt x="977773" y="20561"/>
                </a:lnTo>
                <a:lnTo>
                  <a:pt x="978230" y="40957"/>
                </a:lnTo>
                <a:lnTo>
                  <a:pt x="978357" y="56388"/>
                </a:lnTo>
                <a:lnTo>
                  <a:pt x="978420" y="80772"/>
                </a:lnTo>
                <a:lnTo>
                  <a:pt x="822972" y="80772"/>
                </a:lnTo>
                <a:lnTo>
                  <a:pt x="838212" y="96012"/>
                </a:lnTo>
                <a:lnTo>
                  <a:pt x="847636" y="94018"/>
                </a:lnTo>
                <a:lnTo>
                  <a:pt x="857643" y="92583"/>
                </a:lnTo>
                <a:lnTo>
                  <a:pt x="868210" y="91732"/>
                </a:lnTo>
                <a:lnTo>
                  <a:pt x="879360" y="91440"/>
                </a:lnTo>
                <a:lnTo>
                  <a:pt x="978420" y="91440"/>
                </a:lnTo>
                <a:lnTo>
                  <a:pt x="978420" y="198120"/>
                </a:lnTo>
                <a:lnTo>
                  <a:pt x="789444" y="198120"/>
                </a:lnTo>
                <a:lnTo>
                  <a:pt x="804684" y="214884"/>
                </a:lnTo>
                <a:lnTo>
                  <a:pt x="814984" y="212013"/>
                </a:lnTo>
                <a:lnTo>
                  <a:pt x="825449" y="210121"/>
                </a:lnTo>
                <a:lnTo>
                  <a:pt x="836180" y="209105"/>
                </a:lnTo>
                <a:lnTo>
                  <a:pt x="847356" y="208788"/>
                </a:lnTo>
                <a:lnTo>
                  <a:pt x="960132" y="208788"/>
                </a:lnTo>
                <a:lnTo>
                  <a:pt x="933767" y="253974"/>
                </a:lnTo>
                <a:lnTo>
                  <a:pt x="903973" y="294474"/>
                </a:lnTo>
                <a:lnTo>
                  <a:pt x="870585" y="330377"/>
                </a:lnTo>
                <a:lnTo>
                  <a:pt x="833475" y="361734"/>
                </a:lnTo>
                <a:lnTo>
                  <a:pt x="792492" y="388620"/>
                </a:lnTo>
                <a:lnTo>
                  <a:pt x="794016" y="394716"/>
                </a:lnTo>
                <a:lnTo>
                  <a:pt x="838644" y="373507"/>
                </a:lnTo>
                <a:lnTo>
                  <a:pt x="879335" y="346443"/>
                </a:lnTo>
                <a:lnTo>
                  <a:pt x="916063" y="313588"/>
                </a:lnTo>
                <a:lnTo>
                  <a:pt x="949147" y="274751"/>
                </a:lnTo>
                <a:lnTo>
                  <a:pt x="978420" y="230124"/>
                </a:lnTo>
                <a:lnTo>
                  <a:pt x="978357" y="294474"/>
                </a:lnTo>
                <a:lnTo>
                  <a:pt x="978230" y="330377"/>
                </a:lnTo>
                <a:lnTo>
                  <a:pt x="977773" y="375005"/>
                </a:lnTo>
                <a:lnTo>
                  <a:pt x="976896" y="413004"/>
                </a:lnTo>
                <a:lnTo>
                  <a:pt x="1007376" y="399288"/>
                </a:lnTo>
                <a:lnTo>
                  <a:pt x="1005281" y="335343"/>
                </a:lnTo>
                <a:lnTo>
                  <a:pt x="1004582" y="279704"/>
                </a:lnTo>
                <a:lnTo>
                  <a:pt x="1004404" y="230124"/>
                </a:lnTo>
                <a:lnTo>
                  <a:pt x="1004328" y="208788"/>
                </a:lnTo>
                <a:lnTo>
                  <a:pt x="1013472" y="208788"/>
                </a:lnTo>
                <a:lnTo>
                  <a:pt x="1033208" y="252133"/>
                </a:lnTo>
                <a:lnTo>
                  <a:pt x="1057630" y="290728"/>
                </a:lnTo>
                <a:lnTo>
                  <a:pt x="1086650" y="324561"/>
                </a:lnTo>
                <a:lnTo>
                  <a:pt x="1120216" y="353631"/>
                </a:lnTo>
                <a:lnTo>
                  <a:pt x="1158252" y="377952"/>
                </a:lnTo>
                <a:lnTo>
                  <a:pt x="1163129" y="368833"/>
                </a:lnTo>
                <a:lnTo>
                  <a:pt x="1171016" y="362140"/>
                </a:lnTo>
                <a:lnTo>
                  <a:pt x="1182039" y="358025"/>
                </a:lnTo>
                <a:lnTo>
                  <a:pt x="1196352" y="356616"/>
                </a:lnTo>
                <a:lnTo>
                  <a:pt x="1196352" y="350520"/>
                </a:lnTo>
                <a:close/>
              </a:path>
              <a:path w="2087879" h="413385">
                <a:moveTo>
                  <a:pt x="1601736" y="59436"/>
                </a:moveTo>
                <a:lnTo>
                  <a:pt x="1568399" y="34658"/>
                </a:lnTo>
                <a:lnTo>
                  <a:pt x="1552968" y="27432"/>
                </a:lnTo>
                <a:lnTo>
                  <a:pt x="1548396" y="32004"/>
                </a:lnTo>
                <a:lnTo>
                  <a:pt x="1559801" y="46037"/>
                </a:lnTo>
                <a:lnTo>
                  <a:pt x="1568780" y="58483"/>
                </a:lnTo>
                <a:lnTo>
                  <a:pt x="1575181" y="69519"/>
                </a:lnTo>
                <a:lnTo>
                  <a:pt x="1578876" y="79248"/>
                </a:lnTo>
                <a:lnTo>
                  <a:pt x="1580400" y="86868"/>
                </a:lnTo>
                <a:lnTo>
                  <a:pt x="1583448" y="91440"/>
                </a:lnTo>
                <a:lnTo>
                  <a:pt x="1588020" y="91440"/>
                </a:lnTo>
                <a:lnTo>
                  <a:pt x="1591068" y="86868"/>
                </a:lnTo>
                <a:lnTo>
                  <a:pt x="1595640" y="80772"/>
                </a:lnTo>
                <a:lnTo>
                  <a:pt x="1601736" y="68580"/>
                </a:lnTo>
                <a:lnTo>
                  <a:pt x="1601736" y="59436"/>
                </a:lnTo>
                <a:close/>
              </a:path>
              <a:path w="2087879" h="413385">
                <a:moveTo>
                  <a:pt x="1633740" y="348996"/>
                </a:moveTo>
                <a:lnTo>
                  <a:pt x="1632216" y="347472"/>
                </a:lnTo>
                <a:lnTo>
                  <a:pt x="1630692" y="347472"/>
                </a:lnTo>
                <a:lnTo>
                  <a:pt x="1630692" y="352044"/>
                </a:lnTo>
                <a:lnTo>
                  <a:pt x="1633740" y="348996"/>
                </a:lnTo>
                <a:close/>
              </a:path>
              <a:path w="2087879" h="413385">
                <a:moveTo>
                  <a:pt x="1636788" y="115824"/>
                </a:moveTo>
                <a:lnTo>
                  <a:pt x="1627568" y="105156"/>
                </a:lnTo>
                <a:lnTo>
                  <a:pt x="1607832" y="82296"/>
                </a:lnTo>
                <a:lnTo>
                  <a:pt x="1584972" y="105156"/>
                </a:lnTo>
                <a:lnTo>
                  <a:pt x="1530108" y="105156"/>
                </a:lnTo>
                <a:lnTo>
                  <a:pt x="1530108" y="36576"/>
                </a:lnTo>
                <a:lnTo>
                  <a:pt x="1543824" y="24384"/>
                </a:lnTo>
                <a:lnTo>
                  <a:pt x="1505724" y="7620"/>
                </a:lnTo>
                <a:lnTo>
                  <a:pt x="1507058" y="52387"/>
                </a:lnTo>
                <a:lnTo>
                  <a:pt x="1507248" y="105156"/>
                </a:lnTo>
                <a:lnTo>
                  <a:pt x="1466100" y="105156"/>
                </a:lnTo>
                <a:lnTo>
                  <a:pt x="1441716" y="91440"/>
                </a:lnTo>
                <a:lnTo>
                  <a:pt x="1441945" y="116001"/>
                </a:lnTo>
                <a:lnTo>
                  <a:pt x="1442427" y="150075"/>
                </a:lnTo>
                <a:lnTo>
                  <a:pt x="1442554" y="160959"/>
                </a:lnTo>
                <a:lnTo>
                  <a:pt x="1443012" y="206006"/>
                </a:lnTo>
                <a:lnTo>
                  <a:pt x="1443240" y="263652"/>
                </a:lnTo>
                <a:lnTo>
                  <a:pt x="1441716" y="271272"/>
                </a:lnTo>
                <a:lnTo>
                  <a:pt x="1438668" y="277368"/>
                </a:lnTo>
                <a:lnTo>
                  <a:pt x="1434096" y="280416"/>
                </a:lnTo>
                <a:lnTo>
                  <a:pt x="1455432" y="306324"/>
                </a:lnTo>
                <a:lnTo>
                  <a:pt x="1485099" y="266700"/>
                </a:lnTo>
                <a:lnTo>
                  <a:pt x="1508772" y="239268"/>
                </a:lnTo>
                <a:lnTo>
                  <a:pt x="1505724" y="234696"/>
                </a:lnTo>
                <a:lnTo>
                  <a:pt x="1466100" y="266700"/>
                </a:lnTo>
                <a:lnTo>
                  <a:pt x="1466100" y="115824"/>
                </a:lnTo>
                <a:lnTo>
                  <a:pt x="1507248" y="115824"/>
                </a:lnTo>
                <a:lnTo>
                  <a:pt x="1510652" y="160959"/>
                </a:lnTo>
                <a:lnTo>
                  <a:pt x="1516202" y="200215"/>
                </a:lnTo>
                <a:lnTo>
                  <a:pt x="1523746" y="233489"/>
                </a:lnTo>
                <a:lnTo>
                  <a:pt x="1533156" y="260604"/>
                </a:lnTo>
                <a:lnTo>
                  <a:pt x="1512531" y="287159"/>
                </a:lnTo>
                <a:lnTo>
                  <a:pt x="1489341" y="311848"/>
                </a:lnTo>
                <a:lnTo>
                  <a:pt x="1463281" y="334543"/>
                </a:lnTo>
                <a:lnTo>
                  <a:pt x="1434096" y="355092"/>
                </a:lnTo>
                <a:lnTo>
                  <a:pt x="1435620" y="359664"/>
                </a:lnTo>
                <a:lnTo>
                  <a:pt x="1467332" y="343408"/>
                </a:lnTo>
                <a:lnTo>
                  <a:pt x="1496199" y="324421"/>
                </a:lnTo>
                <a:lnTo>
                  <a:pt x="1522196" y="302882"/>
                </a:lnTo>
                <a:lnTo>
                  <a:pt x="1545348" y="278892"/>
                </a:lnTo>
                <a:lnTo>
                  <a:pt x="1561630" y="299732"/>
                </a:lnTo>
                <a:lnTo>
                  <a:pt x="1589062" y="328828"/>
                </a:lnTo>
                <a:lnTo>
                  <a:pt x="1624215" y="346887"/>
                </a:lnTo>
                <a:lnTo>
                  <a:pt x="1627644" y="347472"/>
                </a:lnTo>
                <a:lnTo>
                  <a:pt x="1630692" y="347472"/>
                </a:lnTo>
                <a:lnTo>
                  <a:pt x="1630692" y="338328"/>
                </a:lnTo>
                <a:lnTo>
                  <a:pt x="1629168" y="335280"/>
                </a:lnTo>
                <a:lnTo>
                  <a:pt x="1627162" y="330479"/>
                </a:lnTo>
                <a:lnTo>
                  <a:pt x="1625739" y="323088"/>
                </a:lnTo>
                <a:lnTo>
                  <a:pt x="1624876" y="313423"/>
                </a:lnTo>
                <a:lnTo>
                  <a:pt x="1624698" y="306324"/>
                </a:lnTo>
                <a:lnTo>
                  <a:pt x="1624711" y="296379"/>
                </a:lnTo>
                <a:lnTo>
                  <a:pt x="1624876" y="289204"/>
                </a:lnTo>
                <a:lnTo>
                  <a:pt x="1625739" y="274510"/>
                </a:lnTo>
                <a:lnTo>
                  <a:pt x="1627162" y="257822"/>
                </a:lnTo>
                <a:lnTo>
                  <a:pt x="1629168" y="239268"/>
                </a:lnTo>
                <a:lnTo>
                  <a:pt x="1621548" y="236220"/>
                </a:lnTo>
                <a:lnTo>
                  <a:pt x="1603260" y="306324"/>
                </a:lnTo>
                <a:lnTo>
                  <a:pt x="1590128" y="296379"/>
                </a:lnTo>
                <a:lnTo>
                  <a:pt x="1578305" y="284988"/>
                </a:lnTo>
                <a:lnTo>
                  <a:pt x="1573237" y="278892"/>
                </a:lnTo>
                <a:lnTo>
                  <a:pt x="1567891" y="272465"/>
                </a:lnTo>
                <a:lnTo>
                  <a:pt x="1559064" y="259080"/>
                </a:lnTo>
                <a:lnTo>
                  <a:pt x="1568792" y="243128"/>
                </a:lnTo>
                <a:lnTo>
                  <a:pt x="1572653" y="236220"/>
                </a:lnTo>
                <a:lnTo>
                  <a:pt x="1577543" y="227457"/>
                </a:lnTo>
                <a:lnTo>
                  <a:pt x="1585417" y="212369"/>
                </a:lnTo>
                <a:lnTo>
                  <a:pt x="1592592" y="198120"/>
                </a:lnTo>
                <a:lnTo>
                  <a:pt x="1598536" y="185572"/>
                </a:lnTo>
                <a:lnTo>
                  <a:pt x="1604784" y="175450"/>
                </a:lnTo>
                <a:lnTo>
                  <a:pt x="1611020" y="167906"/>
                </a:lnTo>
                <a:lnTo>
                  <a:pt x="1616976" y="163068"/>
                </a:lnTo>
                <a:lnTo>
                  <a:pt x="1584972" y="140208"/>
                </a:lnTo>
                <a:lnTo>
                  <a:pt x="1581823" y="157568"/>
                </a:lnTo>
                <a:lnTo>
                  <a:pt x="1574685" y="179641"/>
                </a:lnTo>
                <a:lnTo>
                  <a:pt x="1563535" y="206006"/>
                </a:lnTo>
                <a:lnTo>
                  <a:pt x="1548396" y="236220"/>
                </a:lnTo>
                <a:lnTo>
                  <a:pt x="1541246" y="210553"/>
                </a:lnTo>
                <a:lnTo>
                  <a:pt x="1535823" y="181737"/>
                </a:lnTo>
                <a:lnTo>
                  <a:pt x="1532102" y="150075"/>
                </a:lnTo>
                <a:lnTo>
                  <a:pt x="1530108" y="115824"/>
                </a:lnTo>
                <a:lnTo>
                  <a:pt x="1636788" y="115824"/>
                </a:lnTo>
                <a:close/>
              </a:path>
              <a:path w="2087879" h="413385">
                <a:moveTo>
                  <a:pt x="1641360" y="365760"/>
                </a:moveTo>
                <a:lnTo>
                  <a:pt x="1609064" y="368642"/>
                </a:lnTo>
                <a:lnTo>
                  <a:pt x="1573923" y="370522"/>
                </a:lnTo>
                <a:lnTo>
                  <a:pt x="1535912" y="371551"/>
                </a:lnTo>
                <a:lnTo>
                  <a:pt x="1495056" y="371856"/>
                </a:lnTo>
                <a:lnTo>
                  <a:pt x="1455356" y="369265"/>
                </a:lnTo>
                <a:lnTo>
                  <a:pt x="1418666" y="363664"/>
                </a:lnTo>
                <a:lnTo>
                  <a:pt x="1385112" y="354926"/>
                </a:lnTo>
                <a:lnTo>
                  <a:pt x="1354848" y="342900"/>
                </a:lnTo>
                <a:lnTo>
                  <a:pt x="1354848" y="330708"/>
                </a:lnTo>
                <a:lnTo>
                  <a:pt x="1354848" y="256032"/>
                </a:lnTo>
                <a:lnTo>
                  <a:pt x="1435620" y="256032"/>
                </a:lnTo>
                <a:lnTo>
                  <a:pt x="1425511" y="245364"/>
                </a:lnTo>
                <a:lnTo>
                  <a:pt x="1408188" y="227076"/>
                </a:lnTo>
                <a:lnTo>
                  <a:pt x="1388376" y="245364"/>
                </a:lnTo>
                <a:lnTo>
                  <a:pt x="1354848" y="245364"/>
                </a:lnTo>
                <a:lnTo>
                  <a:pt x="1354848" y="192024"/>
                </a:lnTo>
                <a:lnTo>
                  <a:pt x="1363992" y="181356"/>
                </a:lnTo>
                <a:lnTo>
                  <a:pt x="1335036" y="170688"/>
                </a:lnTo>
                <a:lnTo>
                  <a:pt x="1437144" y="170688"/>
                </a:lnTo>
                <a:lnTo>
                  <a:pt x="1409712" y="140208"/>
                </a:lnTo>
                <a:lnTo>
                  <a:pt x="1391424" y="160020"/>
                </a:lnTo>
                <a:lnTo>
                  <a:pt x="1347228" y="160020"/>
                </a:lnTo>
                <a:lnTo>
                  <a:pt x="1347228" y="91440"/>
                </a:lnTo>
                <a:lnTo>
                  <a:pt x="1428000" y="91440"/>
                </a:lnTo>
                <a:lnTo>
                  <a:pt x="1399044" y="59436"/>
                </a:lnTo>
                <a:lnTo>
                  <a:pt x="1379232" y="80772"/>
                </a:lnTo>
                <a:lnTo>
                  <a:pt x="1347228" y="80772"/>
                </a:lnTo>
                <a:lnTo>
                  <a:pt x="1347228" y="35052"/>
                </a:lnTo>
                <a:lnTo>
                  <a:pt x="1360944" y="24384"/>
                </a:lnTo>
                <a:lnTo>
                  <a:pt x="1322844" y="7620"/>
                </a:lnTo>
                <a:lnTo>
                  <a:pt x="1324203" y="46037"/>
                </a:lnTo>
                <a:lnTo>
                  <a:pt x="1324368" y="80772"/>
                </a:lnTo>
                <a:lnTo>
                  <a:pt x="1246644" y="80772"/>
                </a:lnTo>
                <a:lnTo>
                  <a:pt x="1261884" y="96012"/>
                </a:lnTo>
                <a:lnTo>
                  <a:pt x="1271612" y="94018"/>
                </a:lnTo>
                <a:lnTo>
                  <a:pt x="1280363" y="92583"/>
                </a:lnTo>
                <a:lnTo>
                  <a:pt x="1288237" y="91732"/>
                </a:lnTo>
                <a:lnTo>
                  <a:pt x="1295412" y="91440"/>
                </a:lnTo>
                <a:lnTo>
                  <a:pt x="1324368" y="91440"/>
                </a:lnTo>
                <a:lnTo>
                  <a:pt x="1324368" y="160020"/>
                </a:lnTo>
                <a:lnTo>
                  <a:pt x="1231404" y="160020"/>
                </a:lnTo>
                <a:lnTo>
                  <a:pt x="1246644" y="175260"/>
                </a:lnTo>
                <a:lnTo>
                  <a:pt x="1255737" y="173266"/>
                </a:lnTo>
                <a:lnTo>
                  <a:pt x="1264551" y="171831"/>
                </a:lnTo>
                <a:lnTo>
                  <a:pt x="1272781" y="170980"/>
                </a:lnTo>
                <a:lnTo>
                  <a:pt x="1280172" y="170688"/>
                </a:lnTo>
                <a:lnTo>
                  <a:pt x="1331988" y="170688"/>
                </a:lnTo>
                <a:lnTo>
                  <a:pt x="1331988" y="330708"/>
                </a:lnTo>
                <a:lnTo>
                  <a:pt x="1321752" y="324421"/>
                </a:lnTo>
                <a:lnTo>
                  <a:pt x="1311224" y="316611"/>
                </a:lnTo>
                <a:lnTo>
                  <a:pt x="1300480" y="307136"/>
                </a:lnTo>
                <a:lnTo>
                  <a:pt x="1299692" y="306324"/>
                </a:lnTo>
                <a:lnTo>
                  <a:pt x="1289316" y="295656"/>
                </a:lnTo>
                <a:lnTo>
                  <a:pt x="1292402" y="277939"/>
                </a:lnTo>
                <a:lnTo>
                  <a:pt x="1294968" y="262826"/>
                </a:lnTo>
                <a:lnTo>
                  <a:pt x="1297025" y="250228"/>
                </a:lnTo>
                <a:lnTo>
                  <a:pt x="1298460" y="240792"/>
                </a:lnTo>
                <a:lnTo>
                  <a:pt x="1300149" y="233108"/>
                </a:lnTo>
                <a:lnTo>
                  <a:pt x="1302842" y="226123"/>
                </a:lnTo>
                <a:lnTo>
                  <a:pt x="1306385" y="220014"/>
                </a:lnTo>
                <a:lnTo>
                  <a:pt x="1310652" y="214884"/>
                </a:lnTo>
                <a:lnTo>
                  <a:pt x="1275600" y="196596"/>
                </a:lnTo>
                <a:lnTo>
                  <a:pt x="1273505" y="237553"/>
                </a:lnTo>
                <a:lnTo>
                  <a:pt x="1267980" y="291084"/>
                </a:lnTo>
                <a:lnTo>
                  <a:pt x="1254264" y="349377"/>
                </a:lnTo>
                <a:lnTo>
                  <a:pt x="1231404" y="405384"/>
                </a:lnTo>
                <a:lnTo>
                  <a:pt x="1235976" y="408432"/>
                </a:lnTo>
                <a:lnTo>
                  <a:pt x="1249400" y="389915"/>
                </a:lnTo>
                <a:lnTo>
                  <a:pt x="1262265" y="366522"/>
                </a:lnTo>
                <a:lnTo>
                  <a:pt x="1274546" y="338569"/>
                </a:lnTo>
                <a:lnTo>
                  <a:pt x="1286268" y="306324"/>
                </a:lnTo>
                <a:lnTo>
                  <a:pt x="1303388" y="325755"/>
                </a:lnTo>
                <a:lnTo>
                  <a:pt x="1343914" y="357759"/>
                </a:lnTo>
                <a:lnTo>
                  <a:pt x="1393367" y="380606"/>
                </a:lnTo>
                <a:lnTo>
                  <a:pt x="1454048" y="393700"/>
                </a:lnTo>
                <a:lnTo>
                  <a:pt x="1522984" y="398246"/>
                </a:lnTo>
                <a:lnTo>
                  <a:pt x="1583042" y="400532"/>
                </a:lnTo>
                <a:lnTo>
                  <a:pt x="1609356" y="400812"/>
                </a:lnTo>
                <a:lnTo>
                  <a:pt x="1612214" y="391363"/>
                </a:lnTo>
                <a:lnTo>
                  <a:pt x="1618500" y="383476"/>
                </a:lnTo>
                <a:lnTo>
                  <a:pt x="1628216" y="377024"/>
                </a:lnTo>
                <a:lnTo>
                  <a:pt x="1641360" y="371856"/>
                </a:lnTo>
                <a:lnTo>
                  <a:pt x="1641360" y="365760"/>
                </a:lnTo>
                <a:close/>
              </a:path>
              <a:path w="2087879" h="413385">
                <a:moveTo>
                  <a:pt x="1862645" y="342404"/>
                </a:moveTo>
                <a:lnTo>
                  <a:pt x="1836420" y="312039"/>
                </a:lnTo>
                <a:lnTo>
                  <a:pt x="1804416" y="297180"/>
                </a:lnTo>
                <a:lnTo>
                  <a:pt x="1807184" y="289560"/>
                </a:lnTo>
                <a:lnTo>
                  <a:pt x="1816633" y="263461"/>
                </a:lnTo>
                <a:lnTo>
                  <a:pt x="1827847" y="224028"/>
                </a:lnTo>
                <a:lnTo>
                  <a:pt x="1837639" y="178879"/>
                </a:lnTo>
                <a:lnTo>
                  <a:pt x="1845564" y="128016"/>
                </a:lnTo>
                <a:lnTo>
                  <a:pt x="1856460" y="120396"/>
                </a:lnTo>
                <a:lnTo>
                  <a:pt x="1860804" y="117348"/>
                </a:lnTo>
                <a:lnTo>
                  <a:pt x="1833372" y="94488"/>
                </a:lnTo>
                <a:lnTo>
                  <a:pt x="1824228" y="105918"/>
                </a:lnTo>
                <a:lnTo>
                  <a:pt x="1824228" y="120396"/>
                </a:lnTo>
                <a:lnTo>
                  <a:pt x="1815655" y="170408"/>
                </a:lnTo>
                <a:lnTo>
                  <a:pt x="1805940" y="215265"/>
                </a:lnTo>
                <a:lnTo>
                  <a:pt x="1795081" y="254990"/>
                </a:lnTo>
                <a:lnTo>
                  <a:pt x="1783080" y="289560"/>
                </a:lnTo>
                <a:lnTo>
                  <a:pt x="1766824" y="284378"/>
                </a:lnTo>
                <a:lnTo>
                  <a:pt x="1740014" y="276275"/>
                </a:lnTo>
                <a:lnTo>
                  <a:pt x="1729740" y="272796"/>
                </a:lnTo>
                <a:lnTo>
                  <a:pt x="1739150" y="238277"/>
                </a:lnTo>
                <a:lnTo>
                  <a:pt x="1748980" y="201168"/>
                </a:lnTo>
                <a:lnTo>
                  <a:pt x="1759038" y="162077"/>
                </a:lnTo>
                <a:lnTo>
                  <a:pt x="1769364" y="120396"/>
                </a:lnTo>
                <a:lnTo>
                  <a:pt x="1824228" y="120396"/>
                </a:lnTo>
                <a:lnTo>
                  <a:pt x="1824228" y="105918"/>
                </a:lnTo>
                <a:lnTo>
                  <a:pt x="1821180" y="109728"/>
                </a:lnTo>
                <a:lnTo>
                  <a:pt x="1770888" y="109728"/>
                </a:lnTo>
                <a:lnTo>
                  <a:pt x="1775447" y="88874"/>
                </a:lnTo>
                <a:lnTo>
                  <a:pt x="1779841" y="69723"/>
                </a:lnTo>
                <a:lnTo>
                  <a:pt x="1787652" y="36576"/>
                </a:lnTo>
                <a:lnTo>
                  <a:pt x="1801368" y="25908"/>
                </a:lnTo>
                <a:lnTo>
                  <a:pt x="1763268" y="7620"/>
                </a:lnTo>
                <a:lnTo>
                  <a:pt x="1760651" y="27647"/>
                </a:lnTo>
                <a:lnTo>
                  <a:pt x="1757172" y="51244"/>
                </a:lnTo>
                <a:lnTo>
                  <a:pt x="1752561" y="78562"/>
                </a:lnTo>
                <a:lnTo>
                  <a:pt x="1746504" y="109728"/>
                </a:lnTo>
                <a:lnTo>
                  <a:pt x="1679448" y="109728"/>
                </a:lnTo>
                <a:lnTo>
                  <a:pt x="1693164" y="123444"/>
                </a:lnTo>
                <a:lnTo>
                  <a:pt x="1709928" y="120396"/>
                </a:lnTo>
                <a:lnTo>
                  <a:pt x="1744980" y="120396"/>
                </a:lnTo>
                <a:lnTo>
                  <a:pt x="1736737" y="161785"/>
                </a:lnTo>
                <a:lnTo>
                  <a:pt x="1727644" y="202311"/>
                </a:lnTo>
                <a:lnTo>
                  <a:pt x="1717763" y="240842"/>
                </a:lnTo>
                <a:lnTo>
                  <a:pt x="1706880" y="277368"/>
                </a:lnTo>
                <a:lnTo>
                  <a:pt x="1719770" y="281660"/>
                </a:lnTo>
                <a:lnTo>
                  <a:pt x="1735645" y="287655"/>
                </a:lnTo>
                <a:lnTo>
                  <a:pt x="1754682" y="295376"/>
                </a:lnTo>
                <a:lnTo>
                  <a:pt x="1776984" y="304800"/>
                </a:lnTo>
                <a:lnTo>
                  <a:pt x="1759585" y="330517"/>
                </a:lnTo>
                <a:lnTo>
                  <a:pt x="1737169" y="355092"/>
                </a:lnTo>
                <a:lnTo>
                  <a:pt x="1709915" y="378523"/>
                </a:lnTo>
                <a:lnTo>
                  <a:pt x="1677924" y="400812"/>
                </a:lnTo>
                <a:lnTo>
                  <a:pt x="1682496" y="405384"/>
                </a:lnTo>
                <a:lnTo>
                  <a:pt x="1718767" y="385343"/>
                </a:lnTo>
                <a:lnTo>
                  <a:pt x="1749742" y="363855"/>
                </a:lnTo>
                <a:lnTo>
                  <a:pt x="1775294" y="340664"/>
                </a:lnTo>
                <a:lnTo>
                  <a:pt x="1795272" y="315468"/>
                </a:lnTo>
                <a:lnTo>
                  <a:pt x="1807298" y="323761"/>
                </a:lnTo>
                <a:lnTo>
                  <a:pt x="1818322" y="332613"/>
                </a:lnTo>
                <a:lnTo>
                  <a:pt x="1828495" y="342049"/>
                </a:lnTo>
                <a:lnTo>
                  <a:pt x="1837944" y="352044"/>
                </a:lnTo>
                <a:lnTo>
                  <a:pt x="1848612" y="362712"/>
                </a:lnTo>
                <a:lnTo>
                  <a:pt x="1856232" y="362712"/>
                </a:lnTo>
                <a:lnTo>
                  <a:pt x="1859280" y="358140"/>
                </a:lnTo>
                <a:lnTo>
                  <a:pt x="1862328" y="348996"/>
                </a:lnTo>
                <a:lnTo>
                  <a:pt x="1862645" y="342404"/>
                </a:lnTo>
                <a:close/>
              </a:path>
              <a:path w="2087879" h="413385">
                <a:moveTo>
                  <a:pt x="2087880" y="216408"/>
                </a:moveTo>
                <a:lnTo>
                  <a:pt x="2054352" y="182880"/>
                </a:lnTo>
                <a:lnTo>
                  <a:pt x="2033016" y="205740"/>
                </a:lnTo>
                <a:lnTo>
                  <a:pt x="1975104" y="205740"/>
                </a:lnTo>
                <a:lnTo>
                  <a:pt x="1975104" y="152400"/>
                </a:lnTo>
                <a:lnTo>
                  <a:pt x="1988820" y="140208"/>
                </a:lnTo>
                <a:lnTo>
                  <a:pt x="1976628" y="132588"/>
                </a:lnTo>
                <a:lnTo>
                  <a:pt x="1979142" y="129540"/>
                </a:lnTo>
                <a:lnTo>
                  <a:pt x="1986915" y="120091"/>
                </a:lnTo>
                <a:lnTo>
                  <a:pt x="1997202" y="108013"/>
                </a:lnTo>
                <a:lnTo>
                  <a:pt x="2028952" y="77711"/>
                </a:lnTo>
                <a:lnTo>
                  <a:pt x="2060448" y="62484"/>
                </a:lnTo>
                <a:lnTo>
                  <a:pt x="2057095" y="59436"/>
                </a:lnTo>
                <a:lnTo>
                  <a:pt x="2026920" y="32004"/>
                </a:lnTo>
                <a:lnTo>
                  <a:pt x="2011680" y="48768"/>
                </a:lnTo>
                <a:lnTo>
                  <a:pt x="1863852" y="48768"/>
                </a:lnTo>
                <a:lnTo>
                  <a:pt x="1879092" y="64008"/>
                </a:lnTo>
                <a:lnTo>
                  <a:pt x="1901952" y="59436"/>
                </a:lnTo>
                <a:lnTo>
                  <a:pt x="2011680" y="59436"/>
                </a:lnTo>
                <a:lnTo>
                  <a:pt x="1969008" y="129540"/>
                </a:lnTo>
                <a:lnTo>
                  <a:pt x="1949196" y="117348"/>
                </a:lnTo>
                <a:lnTo>
                  <a:pt x="1950085" y="137591"/>
                </a:lnTo>
                <a:lnTo>
                  <a:pt x="1950529" y="159258"/>
                </a:lnTo>
                <a:lnTo>
                  <a:pt x="1950618" y="170408"/>
                </a:lnTo>
                <a:lnTo>
                  <a:pt x="1950720" y="205740"/>
                </a:lnTo>
                <a:lnTo>
                  <a:pt x="1840992" y="205740"/>
                </a:lnTo>
                <a:lnTo>
                  <a:pt x="1854708" y="219456"/>
                </a:lnTo>
                <a:lnTo>
                  <a:pt x="1869948" y="216408"/>
                </a:lnTo>
                <a:lnTo>
                  <a:pt x="1950720" y="216408"/>
                </a:lnTo>
                <a:lnTo>
                  <a:pt x="1950720" y="353568"/>
                </a:lnTo>
                <a:lnTo>
                  <a:pt x="1949196" y="364236"/>
                </a:lnTo>
                <a:lnTo>
                  <a:pt x="1944624" y="370332"/>
                </a:lnTo>
                <a:lnTo>
                  <a:pt x="1938528" y="371856"/>
                </a:lnTo>
                <a:lnTo>
                  <a:pt x="1930527" y="372414"/>
                </a:lnTo>
                <a:lnTo>
                  <a:pt x="1917954" y="371665"/>
                </a:lnTo>
                <a:lnTo>
                  <a:pt x="1900809" y="369506"/>
                </a:lnTo>
                <a:lnTo>
                  <a:pt x="1879092" y="365760"/>
                </a:lnTo>
                <a:lnTo>
                  <a:pt x="1879092" y="374904"/>
                </a:lnTo>
                <a:lnTo>
                  <a:pt x="1904225" y="383438"/>
                </a:lnTo>
                <a:lnTo>
                  <a:pt x="1922335" y="392811"/>
                </a:lnTo>
                <a:lnTo>
                  <a:pt x="1933321" y="402767"/>
                </a:lnTo>
                <a:lnTo>
                  <a:pt x="1937004" y="413004"/>
                </a:lnTo>
                <a:lnTo>
                  <a:pt x="1954110" y="402958"/>
                </a:lnTo>
                <a:lnTo>
                  <a:pt x="1966341" y="390906"/>
                </a:lnTo>
                <a:lnTo>
                  <a:pt x="1973440" y="376580"/>
                </a:lnTo>
                <a:lnTo>
                  <a:pt x="1973859" y="372414"/>
                </a:lnTo>
                <a:lnTo>
                  <a:pt x="1975104" y="359664"/>
                </a:lnTo>
                <a:lnTo>
                  <a:pt x="1975104" y="216408"/>
                </a:lnTo>
                <a:lnTo>
                  <a:pt x="2087880" y="21640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pic>
        <p:nvPicPr>
          <p:cNvPr id="25" name="object 25"/>
          <p:cNvPicPr/>
          <p:nvPr/>
        </p:nvPicPr>
        <p:blipFill>
          <a:blip r:embed="rId8" cstate="print"/>
          <a:stretch>
            <a:fillRect/>
          </a:stretch>
        </p:blipFill>
        <p:spPr>
          <a:xfrm>
            <a:off x="1748027" y="4450080"/>
            <a:ext cx="181355" cy="172212"/>
          </a:xfrm>
          <a:prstGeom prst="rect">
            <a:avLst/>
          </a:prstGeom>
        </p:spPr>
      </p:pic>
      <p:sp>
        <p:nvSpPr>
          <p:cNvPr id="26" name="object 26"/>
          <p:cNvSpPr/>
          <p:nvPr/>
        </p:nvSpPr>
        <p:spPr>
          <a:xfrm>
            <a:off x="2121408" y="4288548"/>
            <a:ext cx="852169" cy="410209"/>
          </a:xfrm>
          <a:custGeom>
            <a:avLst/>
            <a:gdLst/>
            <a:ahLst/>
            <a:cxnLst/>
            <a:rect l="l" t="t" r="r" b="b"/>
            <a:pathLst>
              <a:path w="852169" h="410210">
                <a:moveTo>
                  <a:pt x="185928" y="213360"/>
                </a:moveTo>
                <a:lnTo>
                  <a:pt x="179946" y="208788"/>
                </a:lnTo>
                <a:lnTo>
                  <a:pt x="160020" y="193548"/>
                </a:lnTo>
                <a:lnTo>
                  <a:pt x="150876" y="204978"/>
                </a:lnTo>
                <a:lnTo>
                  <a:pt x="150876" y="219456"/>
                </a:lnTo>
                <a:lnTo>
                  <a:pt x="150876" y="326136"/>
                </a:lnTo>
                <a:lnTo>
                  <a:pt x="85344" y="326136"/>
                </a:lnTo>
                <a:lnTo>
                  <a:pt x="85344" y="219456"/>
                </a:lnTo>
                <a:lnTo>
                  <a:pt x="150876" y="219456"/>
                </a:lnTo>
                <a:lnTo>
                  <a:pt x="150876" y="204978"/>
                </a:lnTo>
                <a:lnTo>
                  <a:pt x="147828" y="208788"/>
                </a:lnTo>
                <a:lnTo>
                  <a:pt x="85344" y="208788"/>
                </a:lnTo>
                <a:lnTo>
                  <a:pt x="60960" y="193548"/>
                </a:lnTo>
                <a:lnTo>
                  <a:pt x="61836" y="219240"/>
                </a:lnTo>
                <a:lnTo>
                  <a:pt x="62293" y="243649"/>
                </a:lnTo>
                <a:lnTo>
                  <a:pt x="62420" y="261835"/>
                </a:lnTo>
                <a:lnTo>
                  <a:pt x="62306" y="330708"/>
                </a:lnTo>
                <a:lnTo>
                  <a:pt x="62191" y="338797"/>
                </a:lnTo>
                <a:lnTo>
                  <a:pt x="61836" y="358330"/>
                </a:lnTo>
                <a:lnTo>
                  <a:pt x="60960" y="384048"/>
                </a:lnTo>
                <a:lnTo>
                  <a:pt x="85344" y="373380"/>
                </a:lnTo>
                <a:lnTo>
                  <a:pt x="85344" y="336804"/>
                </a:lnTo>
                <a:lnTo>
                  <a:pt x="150876" y="336804"/>
                </a:lnTo>
                <a:lnTo>
                  <a:pt x="150876" y="367284"/>
                </a:lnTo>
                <a:lnTo>
                  <a:pt x="175260" y="356616"/>
                </a:lnTo>
                <a:lnTo>
                  <a:pt x="174993" y="336804"/>
                </a:lnTo>
                <a:lnTo>
                  <a:pt x="174790" y="326136"/>
                </a:lnTo>
                <a:lnTo>
                  <a:pt x="174498" y="310324"/>
                </a:lnTo>
                <a:lnTo>
                  <a:pt x="173964" y="271741"/>
                </a:lnTo>
                <a:lnTo>
                  <a:pt x="173736" y="224028"/>
                </a:lnTo>
                <a:lnTo>
                  <a:pt x="178955" y="219456"/>
                </a:lnTo>
                <a:lnTo>
                  <a:pt x="185928" y="213360"/>
                </a:lnTo>
                <a:close/>
              </a:path>
              <a:path w="852169" h="410210">
                <a:moveTo>
                  <a:pt x="291084" y="158496"/>
                </a:moveTo>
                <a:lnTo>
                  <a:pt x="259080" y="126492"/>
                </a:lnTo>
                <a:lnTo>
                  <a:pt x="237744" y="147828"/>
                </a:lnTo>
                <a:lnTo>
                  <a:pt x="108204" y="147828"/>
                </a:lnTo>
                <a:lnTo>
                  <a:pt x="123444" y="163068"/>
                </a:lnTo>
                <a:lnTo>
                  <a:pt x="131749" y="161061"/>
                </a:lnTo>
                <a:lnTo>
                  <a:pt x="140779" y="159639"/>
                </a:lnTo>
                <a:lnTo>
                  <a:pt x="150660" y="158775"/>
                </a:lnTo>
                <a:lnTo>
                  <a:pt x="161544" y="158496"/>
                </a:lnTo>
                <a:lnTo>
                  <a:pt x="291084" y="158496"/>
                </a:lnTo>
                <a:close/>
              </a:path>
              <a:path w="852169" h="410210">
                <a:moveTo>
                  <a:pt x="359664" y="208788"/>
                </a:moveTo>
                <a:lnTo>
                  <a:pt x="355739" y="205740"/>
                </a:lnTo>
                <a:lnTo>
                  <a:pt x="332232" y="187452"/>
                </a:lnTo>
                <a:lnTo>
                  <a:pt x="320040" y="205740"/>
                </a:lnTo>
                <a:lnTo>
                  <a:pt x="246888" y="205740"/>
                </a:lnTo>
                <a:lnTo>
                  <a:pt x="222504" y="188976"/>
                </a:lnTo>
                <a:lnTo>
                  <a:pt x="223354" y="208788"/>
                </a:lnTo>
                <a:lnTo>
                  <a:pt x="223837" y="233553"/>
                </a:lnTo>
                <a:lnTo>
                  <a:pt x="223888" y="243649"/>
                </a:lnTo>
                <a:lnTo>
                  <a:pt x="224015" y="288036"/>
                </a:lnTo>
                <a:lnTo>
                  <a:pt x="223901" y="344678"/>
                </a:lnTo>
                <a:lnTo>
                  <a:pt x="223799" y="358330"/>
                </a:lnTo>
                <a:lnTo>
                  <a:pt x="223393" y="384048"/>
                </a:lnTo>
                <a:lnTo>
                  <a:pt x="222504" y="409956"/>
                </a:lnTo>
                <a:lnTo>
                  <a:pt x="246888" y="397764"/>
                </a:lnTo>
                <a:lnTo>
                  <a:pt x="246888" y="214884"/>
                </a:lnTo>
                <a:lnTo>
                  <a:pt x="323088" y="214884"/>
                </a:lnTo>
                <a:lnTo>
                  <a:pt x="323088" y="333756"/>
                </a:lnTo>
                <a:lnTo>
                  <a:pt x="320040" y="341376"/>
                </a:lnTo>
                <a:lnTo>
                  <a:pt x="281762" y="338797"/>
                </a:lnTo>
                <a:lnTo>
                  <a:pt x="265176" y="336804"/>
                </a:lnTo>
                <a:lnTo>
                  <a:pt x="265176" y="344424"/>
                </a:lnTo>
                <a:lnTo>
                  <a:pt x="285178" y="350685"/>
                </a:lnTo>
                <a:lnTo>
                  <a:pt x="299466" y="357949"/>
                </a:lnTo>
                <a:lnTo>
                  <a:pt x="308038" y="366064"/>
                </a:lnTo>
                <a:lnTo>
                  <a:pt x="310896" y="374904"/>
                </a:lnTo>
                <a:lnTo>
                  <a:pt x="326872" y="366915"/>
                </a:lnTo>
                <a:lnTo>
                  <a:pt x="338137" y="356806"/>
                </a:lnTo>
                <a:lnTo>
                  <a:pt x="344538" y="344678"/>
                </a:lnTo>
                <a:lnTo>
                  <a:pt x="344868" y="341376"/>
                </a:lnTo>
                <a:lnTo>
                  <a:pt x="345948" y="330708"/>
                </a:lnTo>
                <a:lnTo>
                  <a:pt x="345948" y="220980"/>
                </a:lnTo>
                <a:lnTo>
                  <a:pt x="352806" y="214884"/>
                </a:lnTo>
                <a:lnTo>
                  <a:pt x="359664" y="208788"/>
                </a:lnTo>
                <a:close/>
              </a:path>
              <a:path w="852169" h="410210">
                <a:moveTo>
                  <a:pt x="409956" y="152400"/>
                </a:moveTo>
                <a:lnTo>
                  <a:pt x="347472" y="137922"/>
                </a:lnTo>
                <a:lnTo>
                  <a:pt x="294132" y="114300"/>
                </a:lnTo>
                <a:lnTo>
                  <a:pt x="248793" y="81343"/>
                </a:lnTo>
                <a:lnTo>
                  <a:pt x="215176" y="44196"/>
                </a:lnTo>
                <a:lnTo>
                  <a:pt x="210312" y="38100"/>
                </a:lnTo>
                <a:lnTo>
                  <a:pt x="225552" y="25908"/>
                </a:lnTo>
                <a:lnTo>
                  <a:pt x="192024" y="0"/>
                </a:lnTo>
                <a:lnTo>
                  <a:pt x="163639" y="52768"/>
                </a:lnTo>
                <a:lnTo>
                  <a:pt x="120396" y="106680"/>
                </a:lnTo>
                <a:lnTo>
                  <a:pt x="65913" y="154305"/>
                </a:lnTo>
                <a:lnTo>
                  <a:pt x="0" y="190500"/>
                </a:lnTo>
                <a:lnTo>
                  <a:pt x="4572" y="198120"/>
                </a:lnTo>
                <a:lnTo>
                  <a:pt x="69342" y="168211"/>
                </a:lnTo>
                <a:lnTo>
                  <a:pt x="120396" y="132588"/>
                </a:lnTo>
                <a:lnTo>
                  <a:pt x="164020" y="91821"/>
                </a:lnTo>
                <a:lnTo>
                  <a:pt x="204216" y="44196"/>
                </a:lnTo>
                <a:lnTo>
                  <a:pt x="219405" y="67068"/>
                </a:lnTo>
                <a:lnTo>
                  <a:pt x="252641" y="106553"/>
                </a:lnTo>
                <a:lnTo>
                  <a:pt x="291249" y="139179"/>
                </a:lnTo>
                <a:lnTo>
                  <a:pt x="340918" y="169519"/>
                </a:lnTo>
                <a:lnTo>
                  <a:pt x="370332" y="184404"/>
                </a:lnTo>
                <a:lnTo>
                  <a:pt x="376948" y="174371"/>
                </a:lnTo>
                <a:lnTo>
                  <a:pt x="385572" y="167068"/>
                </a:lnTo>
                <a:lnTo>
                  <a:pt x="396468" y="162318"/>
                </a:lnTo>
                <a:lnTo>
                  <a:pt x="409956" y="160020"/>
                </a:lnTo>
                <a:lnTo>
                  <a:pt x="409956" y="152400"/>
                </a:lnTo>
                <a:close/>
              </a:path>
              <a:path w="852169" h="410210">
                <a:moveTo>
                  <a:pt x="640080" y="36563"/>
                </a:moveTo>
                <a:lnTo>
                  <a:pt x="636371" y="33515"/>
                </a:lnTo>
                <a:lnTo>
                  <a:pt x="614172" y="15227"/>
                </a:lnTo>
                <a:lnTo>
                  <a:pt x="605028" y="28943"/>
                </a:lnTo>
                <a:lnTo>
                  <a:pt x="605028" y="44183"/>
                </a:lnTo>
                <a:lnTo>
                  <a:pt x="605028" y="94475"/>
                </a:lnTo>
                <a:lnTo>
                  <a:pt x="605028" y="103619"/>
                </a:lnTo>
                <a:lnTo>
                  <a:pt x="605028" y="152387"/>
                </a:lnTo>
                <a:lnTo>
                  <a:pt x="522732" y="152387"/>
                </a:lnTo>
                <a:lnTo>
                  <a:pt x="522732" y="103619"/>
                </a:lnTo>
                <a:lnTo>
                  <a:pt x="605028" y="103619"/>
                </a:lnTo>
                <a:lnTo>
                  <a:pt x="605028" y="94475"/>
                </a:lnTo>
                <a:lnTo>
                  <a:pt x="522732" y="94475"/>
                </a:lnTo>
                <a:lnTo>
                  <a:pt x="522732" y="44183"/>
                </a:lnTo>
                <a:lnTo>
                  <a:pt x="605028" y="44183"/>
                </a:lnTo>
                <a:lnTo>
                  <a:pt x="605028" y="28943"/>
                </a:lnTo>
                <a:lnTo>
                  <a:pt x="601980" y="33515"/>
                </a:lnTo>
                <a:lnTo>
                  <a:pt x="522732" y="33515"/>
                </a:lnTo>
                <a:lnTo>
                  <a:pt x="499872" y="19799"/>
                </a:lnTo>
                <a:lnTo>
                  <a:pt x="500100" y="38404"/>
                </a:lnTo>
                <a:lnTo>
                  <a:pt x="501142" y="77431"/>
                </a:lnTo>
                <a:lnTo>
                  <a:pt x="501332" y="94475"/>
                </a:lnTo>
                <a:lnTo>
                  <a:pt x="501269" y="109715"/>
                </a:lnTo>
                <a:lnTo>
                  <a:pt x="501154" y="120510"/>
                </a:lnTo>
                <a:lnTo>
                  <a:pt x="500100" y="162280"/>
                </a:lnTo>
                <a:lnTo>
                  <a:pt x="499872" y="182867"/>
                </a:lnTo>
                <a:lnTo>
                  <a:pt x="522732" y="173723"/>
                </a:lnTo>
                <a:lnTo>
                  <a:pt x="522732" y="163055"/>
                </a:lnTo>
                <a:lnTo>
                  <a:pt x="605028" y="163055"/>
                </a:lnTo>
                <a:lnTo>
                  <a:pt x="605028" y="179819"/>
                </a:lnTo>
                <a:lnTo>
                  <a:pt x="629412" y="167627"/>
                </a:lnTo>
                <a:lnTo>
                  <a:pt x="629234" y="163055"/>
                </a:lnTo>
                <a:lnTo>
                  <a:pt x="628815" y="152387"/>
                </a:lnTo>
                <a:lnTo>
                  <a:pt x="628523" y="144754"/>
                </a:lnTo>
                <a:lnTo>
                  <a:pt x="628129" y="120510"/>
                </a:lnTo>
                <a:lnTo>
                  <a:pt x="628002" y="103619"/>
                </a:lnTo>
                <a:lnTo>
                  <a:pt x="627951" y="94475"/>
                </a:lnTo>
                <a:lnTo>
                  <a:pt x="627888" y="47231"/>
                </a:lnTo>
                <a:lnTo>
                  <a:pt x="631367" y="44183"/>
                </a:lnTo>
                <a:lnTo>
                  <a:pt x="640080" y="36563"/>
                </a:lnTo>
                <a:close/>
              </a:path>
              <a:path w="852169" h="410210">
                <a:moveTo>
                  <a:pt x="768096" y="150863"/>
                </a:moveTo>
                <a:lnTo>
                  <a:pt x="729996" y="132575"/>
                </a:lnTo>
                <a:lnTo>
                  <a:pt x="730846" y="157175"/>
                </a:lnTo>
                <a:lnTo>
                  <a:pt x="731062" y="175247"/>
                </a:lnTo>
                <a:lnTo>
                  <a:pt x="729996" y="225539"/>
                </a:lnTo>
                <a:lnTo>
                  <a:pt x="721995" y="264210"/>
                </a:lnTo>
                <a:lnTo>
                  <a:pt x="694842" y="312013"/>
                </a:lnTo>
                <a:lnTo>
                  <a:pt x="658266" y="341109"/>
                </a:lnTo>
                <a:lnTo>
                  <a:pt x="633984" y="355079"/>
                </a:lnTo>
                <a:lnTo>
                  <a:pt x="638556" y="359651"/>
                </a:lnTo>
                <a:lnTo>
                  <a:pt x="680847" y="340220"/>
                </a:lnTo>
                <a:lnTo>
                  <a:pt x="723366" y="305892"/>
                </a:lnTo>
                <a:lnTo>
                  <a:pt x="745236" y="265163"/>
                </a:lnTo>
                <a:lnTo>
                  <a:pt x="752094" y="224967"/>
                </a:lnTo>
                <a:lnTo>
                  <a:pt x="754380" y="163055"/>
                </a:lnTo>
                <a:lnTo>
                  <a:pt x="768096" y="150863"/>
                </a:lnTo>
                <a:close/>
              </a:path>
              <a:path w="852169" h="410210">
                <a:moveTo>
                  <a:pt x="835152" y="316979"/>
                </a:moveTo>
                <a:lnTo>
                  <a:pt x="807148" y="288594"/>
                </a:lnTo>
                <a:lnTo>
                  <a:pt x="754380" y="262115"/>
                </a:lnTo>
                <a:lnTo>
                  <a:pt x="751332" y="268211"/>
                </a:lnTo>
                <a:lnTo>
                  <a:pt x="772426" y="285915"/>
                </a:lnTo>
                <a:lnTo>
                  <a:pt x="789813" y="302310"/>
                </a:lnTo>
                <a:lnTo>
                  <a:pt x="803186" y="317296"/>
                </a:lnTo>
                <a:lnTo>
                  <a:pt x="812292" y="330695"/>
                </a:lnTo>
                <a:lnTo>
                  <a:pt x="818235" y="341109"/>
                </a:lnTo>
                <a:lnTo>
                  <a:pt x="821436" y="347459"/>
                </a:lnTo>
                <a:lnTo>
                  <a:pt x="826008" y="347459"/>
                </a:lnTo>
                <a:lnTo>
                  <a:pt x="829056" y="344411"/>
                </a:lnTo>
                <a:lnTo>
                  <a:pt x="830580" y="338315"/>
                </a:lnTo>
                <a:lnTo>
                  <a:pt x="833628" y="332219"/>
                </a:lnTo>
                <a:lnTo>
                  <a:pt x="835152" y="326123"/>
                </a:lnTo>
                <a:lnTo>
                  <a:pt x="835152" y="316979"/>
                </a:lnTo>
                <a:close/>
              </a:path>
              <a:path w="852169" h="410210">
                <a:moveTo>
                  <a:pt x="848868" y="45707"/>
                </a:moveTo>
                <a:lnTo>
                  <a:pt x="819912" y="13703"/>
                </a:lnTo>
                <a:lnTo>
                  <a:pt x="800100" y="35039"/>
                </a:lnTo>
                <a:lnTo>
                  <a:pt x="649224" y="35039"/>
                </a:lnTo>
                <a:lnTo>
                  <a:pt x="664464" y="50279"/>
                </a:lnTo>
                <a:lnTo>
                  <a:pt x="673887" y="48285"/>
                </a:lnTo>
                <a:lnTo>
                  <a:pt x="683895" y="46850"/>
                </a:lnTo>
                <a:lnTo>
                  <a:pt x="694461" y="45999"/>
                </a:lnTo>
                <a:lnTo>
                  <a:pt x="705612" y="45707"/>
                </a:lnTo>
                <a:lnTo>
                  <a:pt x="726948" y="45707"/>
                </a:lnTo>
                <a:lnTo>
                  <a:pt x="725512" y="57429"/>
                </a:lnTo>
                <a:lnTo>
                  <a:pt x="723519" y="69710"/>
                </a:lnTo>
                <a:lnTo>
                  <a:pt x="721004" y="82283"/>
                </a:lnTo>
                <a:lnTo>
                  <a:pt x="717804" y="95999"/>
                </a:lnTo>
                <a:lnTo>
                  <a:pt x="694944" y="95999"/>
                </a:lnTo>
                <a:lnTo>
                  <a:pt x="670560" y="82283"/>
                </a:lnTo>
                <a:lnTo>
                  <a:pt x="671677" y="102603"/>
                </a:lnTo>
                <a:lnTo>
                  <a:pt x="672655" y="124764"/>
                </a:lnTo>
                <a:lnTo>
                  <a:pt x="673341" y="148945"/>
                </a:lnTo>
                <a:lnTo>
                  <a:pt x="673531" y="167627"/>
                </a:lnTo>
                <a:lnTo>
                  <a:pt x="673417" y="193535"/>
                </a:lnTo>
                <a:lnTo>
                  <a:pt x="673290" y="201879"/>
                </a:lnTo>
                <a:lnTo>
                  <a:pt x="672655" y="223443"/>
                </a:lnTo>
                <a:lnTo>
                  <a:pt x="671677" y="244475"/>
                </a:lnTo>
                <a:lnTo>
                  <a:pt x="670560" y="263639"/>
                </a:lnTo>
                <a:lnTo>
                  <a:pt x="694944" y="249923"/>
                </a:lnTo>
                <a:lnTo>
                  <a:pt x="694944" y="106667"/>
                </a:lnTo>
                <a:lnTo>
                  <a:pt x="797052" y="106667"/>
                </a:lnTo>
                <a:lnTo>
                  <a:pt x="797052" y="259067"/>
                </a:lnTo>
                <a:lnTo>
                  <a:pt x="819912" y="246875"/>
                </a:lnTo>
                <a:lnTo>
                  <a:pt x="819696" y="230111"/>
                </a:lnTo>
                <a:lnTo>
                  <a:pt x="819569" y="225539"/>
                </a:lnTo>
                <a:lnTo>
                  <a:pt x="819150" y="213347"/>
                </a:lnTo>
                <a:lnTo>
                  <a:pt x="818603" y="201155"/>
                </a:lnTo>
                <a:lnTo>
                  <a:pt x="818476" y="196799"/>
                </a:lnTo>
                <a:lnTo>
                  <a:pt x="818388" y="109715"/>
                </a:lnTo>
                <a:lnTo>
                  <a:pt x="821867" y="106667"/>
                </a:lnTo>
                <a:lnTo>
                  <a:pt x="830580" y="99047"/>
                </a:lnTo>
                <a:lnTo>
                  <a:pt x="826262" y="95999"/>
                </a:lnTo>
                <a:lnTo>
                  <a:pt x="804672" y="80759"/>
                </a:lnTo>
                <a:lnTo>
                  <a:pt x="792480" y="95999"/>
                </a:lnTo>
                <a:lnTo>
                  <a:pt x="726948" y="95999"/>
                </a:lnTo>
                <a:lnTo>
                  <a:pt x="737247" y="77431"/>
                </a:lnTo>
                <a:lnTo>
                  <a:pt x="745426" y="62852"/>
                </a:lnTo>
                <a:lnTo>
                  <a:pt x="751586" y="52285"/>
                </a:lnTo>
                <a:lnTo>
                  <a:pt x="755904" y="45707"/>
                </a:lnTo>
                <a:lnTo>
                  <a:pt x="848868" y="45707"/>
                </a:lnTo>
                <a:close/>
              </a:path>
              <a:path w="852169" h="410210">
                <a:moveTo>
                  <a:pt x="851916" y="359651"/>
                </a:moveTo>
                <a:lnTo>
                  <a:pt x="815619" y="363639"/>
                </a:lnTo>
                <a:lnTo>
                  <a:pt x="777621" y="366318"/>
                </a:lnTo>
                <a:lnTo>
                  <a:pt x="744728" y="367372"/>
                </a:lnTo>
                <a:lnTo>
                  <a:pt x="696468" y="367271"/>
                </a:lnTo>
                <a:lnTo>
                  <a:pt x="657313" y="366153"/>
                </a:lnTo>
                <a:lnTo>
                  <a:pt x="624459" y="362889"/>
                </a:lnTo>
                <a:lnTo>
                  <a:pt x="597877" y="357632"/>
                </a:lnTo>
                <a:lnTo>
                  <a:pt x="577596" y="350507"/>
                </a:lnTo>
                <a:lnTo>
                  <a:pt x="577596" y="344411"/>
                </a:lnTo>
                <a:lnTo>
                  <a:pt x="577596" y="283451"/>
                </a:lnTo>
                <a:lnTo>
                  <a:pt x="655320" y="283451"/>
                </a:lnTo>
                <a:lnTo>
                  <a:pt x="645769" y="272783"/>
                </a:lnTo>
                <a:lnTo>
                  <a:pt x="629412" y="254495"/>
                </a:lnTo>
                <a:lnTo>
                  <a:pt x="611124" y="272783"/>
                </a:lnTo>
                <a:lnTo>
                  <a:pt x="577596" y="272783"/>
                </a:lnTo>
                <a:lnTo>
                  <a:pt x="577596" y="211823"/>
                </a:lnTo>
                <a:lnTo>
                  <a:pt x="662940" y="211823"/>
                </a:lnTo>
                <a:lnTo>
                  <a:pt x="633984" y="181343"/>
                </a:lnTo>
                <a:lnTo>
                  <a:pt x="614172" y="201155"/>
                </a:lnTo>
                <a:lnTo>
                  <a:pt x="460248" y="201155"/>
                </a:lnTo>
                <a:lnTo>
                  <a:pt x="477012" y="217919"/>
                </a:lnTo>
                <a:lnTo>
                  <a:pt x="486435" y="215049"/>
                </a:lnTo>
                <a:lnTo>
                  <a:pt x="496443" y="213156"/>
                </a:lnTo>
                <a:lnTo>
                  <a:pt x="507009" y="212140"/>
                </a:lnTo>
                <a:lnTo>
                  <a:pt x="518160" y="211823"/>
                </a:lnTo>
                <a:lnTo>
                  <a:pt x="554736" y="211823"/>
                </a:lnTo>
                <a:lnTo>
                  <a:pt x="554736" y="344411"/>
                </a:lnTo>
                <a:lnTo>
                  <a:pt x="540461" y="334086"/>
                </a:lnTo>
                <a:lnTo>
                  <a:pt x="527494" y="323456"/>
                </a:lnTo>
                <a:lnTo>
                  <a:pt x="515937" y="312267"/>
                </a:lnTo>
                <a:lnTo>
                  <a:pt x="514794" y="310883"/>
                </a:lnTo>
                <a:lnTo>
                  <a:pt x="505968" y="300215"/>
                </a:lnTo>
                <a:lnTo>
                  <a:pt x="509943" y="278815"/>
                </a:lnTo>
                <a:lnTo>
                  <a:pt x="514921" y="262686"/>
                </a:lnTo>
                <a:lnTo>
                  <a:pt x="520750" y="252006"/>
                </a:lnTo>
                <a:lnTo>
                  <a:pt x="527304" y="246875"/>
                </a:lnTo>
                <a:lnTo>
                  <a:pt x="492252" y="230111"/>
                </a:lnTo>
                <a:lnTo>
                  <a:pt x="487680" y="270687"/>
                </a:lnTo>
                <a:lnTo>
                  <a:pt x="478536" y="316979"/>
                </a:lnTo>
                <a:lnTo>
                  <a:pt x="464820" y="363842"/>
                </a:lnTo>
                <a:lnTo>
                  <a:pt x="446532" y="403847"/>
                </a:lnTo>
                <a:lnTo>
                  <a:pt x="452628" y="406895"/>
                </a:lnTo>
                <a:lnTo>
                  <a:pt x="466915" y="388251"/>
                </a:lnTo>
                <a:lnTo>
                  <a:pt x="480060" y="366318"/>
                </a:lnTo>
                <a:lnTo>
                  <a:pt x="492061" y="340677"/>
                </a:lnTo>
                <a:lnTo>
                  <a:pt x="502920" y="310883"/>
                </a:lnTo>
                <a:lnTo>
                  <a:pt x="516610" y="328866"/>
                </a:lnTo>
                <a:lnTo>
                  <a:pt x="556260" y="364223"/>
                </a:lnTo>
                <a:lnTo>
                  <a:pt x="605764" y="382879"/>
                </a:lnTo>
                <a:lnTo>
                  <a:pt x="655510" y="391071"/>
                </a:lnTo>
                <a:lnTo>
                  <a:pt x="697230" y="393750"/>
                </a:lnTo>
                <a:lnTo>
                  <a:pt x="751522" y="395020"/>
                </a:lnTo>
                <a:lnTo>
                  <a:pt x="818388" y="394703"/>
                </a:lnTo>
                <a:lnTo>
                  <a:pt x="820623" y="386994"/>
                </a:lnTo>
                <a:lnTo>
                  <a:pt x="827151" y="379844"/>
                </a:lnTo>
                <a:lnTo>
                  <a:pt x="837666" y="373278"/>
                </a:lnTo>
                <a:lnTo>
                  <a:pt x="851179" y="367588"/>
                </a:lnTo>
                <a:lnTo>
                  <a:pt x="851916" y="367271"/>
                </a:lnTo>
                <a:lnTo>
                  <a:pt x="851916" y="35965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" name="object 27"/>
          <p:cNvSpPr/>
          <p:nvPr/>
        </p:nvSpPr>
        <p:spPr>
          <a:xfrm>
            <a:off x="3020568" y="4360164"/>
            <a:ext cx="396240" cy="281940"/>
          </a:xfrm>
          <a:custGeom>
            <a:avLst/>
            <a:gdLst/>
            <a:ahLst/>
            <a:cxnLst/>
            <a:rect l="l" t="t" r="r" b="b"/>
            <a:pathLst>
              <a:path w="396239" h="281939">
                <a:moveTo>
                  <a:pt x="59436" y="39624"/>
                </a:moveTo>
                <a:lnTo>
                  <a:pt x="42672" y="24384"/>
                </a:lnTo>
                <a:lnTo>
                  <a:pt x="298703" y="24384"/>
                </a:lnTo>
                <a:lnTo>
                  <a:pt x="323088" y="0"/>
                </a:lnTo>
                <a:lnTo>
                  <a:pt x="358140" y="35052"/>
                </a:lnTo>
                <a:lnTo>
                  <a:pt x="99060" y="35052"/>
                </a:lnTo>
                <a:lnTo>
                  <a:pt x="88796" y="35337"/>
                </a:lnTo>
                <a:lnTo>
                  <a:pt x="78676" y="36195"/>
                </a:lnTo>
                <a:lnTo>
                  <a:pt x="68841" y="37623"/>
                </a:lnTo>
                <a:lnTo>
                  <a:pt x="59436" y="39624"/>
                </a:lnTo>
                <a:close/>
              </a:path>
              <a:path w="396239" h="281939">
                <a:moveTo>
                  <a:pt x="15240" y="281940"/>
                </a:moveTo>
                <a:lnTo>
                  <a:pt x="0" y="265176"/>
                </a:lnTo>
                <a:lnTo>
                  <a:pt x="323088" y="265176"/>
                </a:lnTo>
                <a:lnTo>
                  <a:pt x="353568" y="234696"/>
                </a:lnTo>
                <a:lnTo>
                  <a:pt x="396240" y="275844"/>
                </a:lnTo>
                <a:lnTo>
                  <a:pt x="59436" y="275844"/>
                </a:lnTo>
                <a:lnTo>
                  <a:pt x="47172" y="276153"/>
                </a:lnTo>
                <a:lnTo>
                  <a:pt x="35623" y="277177"/>
                </a:lnTo>
                <a:lnTo>
                  <a:pt x="24931" y="279058"/>
                </a:lnTo>
                <a:lnTo>
                  <a:pt x="15240" y="28194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" name="object 28"/>
          <p:cNvSpPr/>
          <p:nvPr/>
        </p:nvSpPr>
        <p:spPr>
          <a:xfrm>
            <a:off x="3497532" y="4497323"/>
            <a:ext cx="62865" cy="165100"/>
          </a:xfrm>
          <a:custGeom>
            <a:avLst/>
            <a:gdLst/>
            <a:ahLst/>
            <a:cxnLst/>
            <a:rect l="l" t="t" r="r" b="b"/>
            <a:pathLst>
              <a:path w="62864" h="165100">
                <a:moveTo>
                  <a:pt x="33575" y="164592"/>
                </a:moveTo>
                <a:lnTo>
                  <a:pt x="27479" y="164592"/>
                </a:lnTo>
                <a:lnTo>
                  <a:pt x="21383" y="163068"/>
                </a:lnTo>
                <a:lnTo>
                  <a:pt x="0" y="125801"/>
                </a:lnTo>
                <a:lnTo>
                  <a:pt x="1952" y="119062"/>
                </a:lnTo>
                <a:lnTo>
                  <a:pt x="5619" y="113752"/>
                </a:lnTo>
                <a:lnTo>
                  <a:pt x="10715" y="109728"/>
                </a:lnTo>
                <a:lnTo>
                  <a:pt x="18335" y="106680"/>
                </a:lnTo>
                <a:lnTo>
                  <a:pt x="24431" y="103632"/>
                </a:lnTo>
                <a:lnTo>
                  <a:pt x="36623" y="103632"/>
                </a:lnTo>
                <a:lnTo>
                  <a:pt x="44243" y="106680"/>
                </a:lnTo>
                <a:lnTo>
                  <a:pt x="50339" y="111252"/>
                </a:lnTo>
                <a:lnTo>
                  <a:pt x="57959" y="115824"/>
                </a:lnTo>
                <a:lnTo>
                  <a:pt x="61007" y="123444"/>
                </a:lnTo>
                <a:lnTo>
                  <a:pt x="61007" y="134112"/>
                </a:lnTo>
                <a:lnTo>
                  <a:pt x="39671" y="163068"/>
                </a:lnTo>
                <a:lnTo>
                  <a:pt x="33575" y="164592"/>
                </a:lnTo>
                <a:close/>
              </a:path>
              <a:path w="62864" h="165100">
                <a:moveTo>
                  <a:pt x="33575" y="60960"/>
                </a:moveTo>
                <a:lnTo>
                  <a:pt x="24431" y="60960"/>
                </a:lnTo>
                <a:lnTo>
                  <a:pt x="18335" y="57912"/>
                </a:lnTo>
                <a:lnTo>
                  <a:pt x="10715" y="53340"/>
                </a:lnTo>
                <a:lnTo>
                  <a:pt x="5619" y="48458"/>
                </a:lnTo>
                <a:lnTo>
                  <a:pt x="1952" y="42862"/>
                </a:lnTo>
                <a:lnTo>
                  <a:pt x="0" y="36409"/>
                </a:lnTo>
                <a:lnTo>
                  <a:pt x="47" y="28956"/>
                </a:lnTo>
                <a:lnTo>
                  <a:pt x="27479" y="0"/>
                </a:lnTo>
                <a:lnTo>
                  <a:pt x="36623" y="0"/>
                </a:lnTo>
                <a:lnTo>
                  <a:pt x="62531" y="30480"/>
                </a:lnTo>
                <a:lnTo>
                  <a:pt x="61674" y="38790"/>
                </a:lnTo>
                <a:lnTo>
                  <a:pt x="59102" y="45529"/>
                </a:lnTo>
                <a:lnTo>
                  <a:pt x="54816" y="50839"/>
                </a:lnTo>
                <a:lnTo>
                  <a:pt x="48815" y="54864"/>
                </a:lnTo>
                <a:lnTo>
                  <a:pt x="39671" y="57912"/>
                </a:lnTo>
                <a:lnTo>
                  <a:pt x="33575" y="6096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" name="object 29"/>
          <p:cNvSpPr/>
          <p:nvPr/>
        </p:nvSpPr>
        <p:spPr>
          <a:xfrm>
            <a:off x="3916680" y="4288535"/>
            <a:ext cx="2100580" cy="411480"/>
          </a:xfrm>
          <a:custGeom>
            <a:avLst/>
            <a:gdLst/>
            <a:ahLst/>
            <a:cxnLst/>
            <a:rect l="l" t="t" r="r" b="b"/>
            <a:pathLst>
              <a:path w="2100579" h="411479">
                <a:moveTo>
                  <a:pt x="315468" y="207264"/>
                </a:moveTo>
                <a:lnTo>
                  <a:pt x="310896" y="166116"/>
                </a:lnTo>
                <a:lnTo>
                  <a:pt x="290144" y="133286"/>
                </a:lnTo>
                <a:lnTo>
                  <a:pt x="251574" y="117640"/>
                </a:lnTo>
                <a:lnTo>
                  <a:pt x="243840" y="117348"/>
                </a:lnTo>
                <a:lnTo>
                  <a:pt x="233807" y="117944"/>
                </a:lnTo>
                <a:lnTo>
                  <a:pt x="197472" y="134302"/>
                </a:lnTo>
                <a:lnTo>
                  <a:pt x="170688" y="160020"/>
                </a:lnTo>
                <a:lnTo>
                  <a:pt x="165557" y="149428"/>
                </a:lnTo>
                <a:lnTo>
                  <a:pt x="136245" y="122491"/>
                </a:lnTo>
                <a:lnTo>
                  <a:pt x="106680" y="117348"/>
                </a:lnTo>
                <a:lnTo>
                  <a:pt x="97548" y="117919"/>
                </a:lnTo>
                <a:lnTo>
                  <a:pt x="55626" y="136969"/>
                </a:lnTo>
                <a:lnTo>
                  <a:pt x="39624" y="150876"/>
                </a:lnTo>
                <a:lnTo>
                  <a:pt x="39624" y="123444"/>
                </a:lnTo>
                <a:lnTo>
                  <a:pt x="0" y="123444"/>
                </a:lnTo>
                <a:lnTo>
                  <a:pt x="0" y="367284"/>
                </a:lnTo>
                <a:lnTo>
                  <a:pt x="39624" y="367284"/>
                </a:lnTo>
                <a:lnTo>
                  <a:pt x="39624" y="185928"/>
                </a:lnTo>
                <a:lnTo>
                  <a:pt x="46710" y="179603"/>
                </a:lnTo>
                <a:lnTo>
                  <a:pt x="82296" y="158496"/>
                </a:lnTo>
                <a:lnTo>
                  <a:pt x="96012" y="156972"/>
                </a:lnTo>
                <a:lnTo>
                  <a:pt x="112776" y="156972"/>
                </a:lnTo>
                <a:lnTo>
                  <a:pt x="117348" y="160020"/>
                </a:lnTo>
                <a:lnTo>
                  <a:pt x="123444" y="163068"/>
                </a:lnTo>
                <a:lnTo>
                  <a:pt x="128016" y="167640"/>
                </a:lnTo>
                <a:lnTo>
                  <a:pt x="131064" y="173736"/>
                </a:lnTo>
                <a:lnTo>
                  <a:pt x="132588" y="178308"/>
                </a:lnTo>
                <a:lnTo>
                  <a:pt x="135636" y="185928"/>
                </a:lnTo>
                <a:lnTo>
                  <a:pt x="135636" y="195072"/>
                </a:lnTo>
                <a:lnTo>
                  <a:pt x="136512" y="202869"/>
                </a:lnTo>
                <a:lnTo>
                  <a:pt x="136969" y="210502"/>
                </a:lnTo>
                <a:lnTo>
                  <a:pt x="137134" y="218440"/>
                </a:lnTo>
                <a:lnTo>
                  <a:pt x="137160" y="367284"/>
                </a:lnTo>
                <a:lnTo>
                  <a:pt x="178308" y="367284"/>
                </a:lnTo>
                <a:lnTo>
                  <a:pt x="178308" y="195072"/>
                </a:lnTo>
                <a:lnTo>
                  <a:pt x="176784" y="192024"/>
                </a:lnTo>
                <a:lnTo>
                  <a:pt x="176784" y="185928"/>
                </a:lnTo>
                <a:lnTo>
                  <a:pt x="184543" y="179387"/>
                </a:lnTo>
                <a:lnTo>
                  <a:pt x="192024" y="173545"/>
                </a:lnTo>
                <a:lnTo>
                  <a:pt x="199491" y="168579"/>
                </a:lnTo>
                <a:lnTo>
                  <a:pt x="207264" y="164592"/>
                </a:lnTo>
                <a:lnTo>
                  <a:pt x="214122" y="160832"/>
                </a:lnTo>
                <a:lnTo>
                  <a:pt x="220980" y="158496"/>
                </a:lnTo>
                <a:lnTo>
                  <a:pt x="227838" y="157314"/>
                </a:lnTo>
                <a:lnTo>
                  <a:pt x="234696" y="156972"/>
                </a:lnTo>
                <a:lnTo>
                  <a:pt x="249936" y="156972"/>
                </a:lnTo>
                <a:lnTo>
                  <a:pt x="256032" y="160020"/>
                </a:lnTo>
                <a:lnTo>
                  <a:pt x="260604" y="163068"/>
                </a:lnTo>
                <a:lnTo>
                  <a:pt x="265176" y="167640"/>
                </a:lnTo>
                <a:lnTo>
                  <a:pt x="268224" y="173736"/>
                </a:lnTo>
                <a:lnTo>
                  <a:pt x="271272" y="178308"/>
                </a:lnTo>
                <a:lnTo>
                  <a:pt x="272796" y="185928"/>
                </a:lnTo>
                <a:lnTo>
                  <a:pt x="272796" y="195072"/>
                </a:lnTo>
                <a:lnTo>
                  <a:pt x="273672" y="202869"/>
                </a:lnTo>
                <a:lnTo>
                  <a:pt x="274129" y="210502"/>
                </a:lnTo>
                <a:lnTo>
                  <a:pt x="274294" y="218440"/>
                </a:lnTo>
                <a:lnTo>
                  <a:pt x="274320" y="367284"/>
                </a:lnTo>
                <a:lnTo>
                  <a:pt x="315468" y="367284"/>
                </a:lnTo>
                <a:lnTo>
                  <a:pt x="315468" y="207264"/>
                </a:lnTo>
                <a:close/>
              </a:path>
              <a:path w="2100579" h="411479">
                <a:moveTo>
                  <a:pt x="729983" y="59436"/>
                </a:moveTo>
                <a:lnTo>
                  <a:pt x="696887" y="34010"/>
                </a:lnTo>
                <a:lnTo>
                  <a:pt x="681215" y="27432"/>
                </a:lnTo>
                <a:lnTo>
                  <a:pt x="678167" y="32004"/>
                </a:lnTo>
                <a:lnTo>
                  <a:pt x="689343" y="46012"/>
                </a:lnTo>
                <a:lnTo>
                  <a:pt x="697788" y="58293"/>
                </a:lnTo>
                <a:lnTo>
                  <a:pt x="703681" y="68872"/>
                </a:lnTo>
                <a:lnTo>
                  <a:pt x="707123" y="77724"/>
                </a:lnTo>
                <a:lnTo>
                  <a:pt x="710171" y="86868"/>
                </a:lnTo>
                <a:lnTo>
                  <a:pt x="711695" y="89916"/>
                </a:lnTo>
                <a:lnTo>
                  <a:pt x="716267" y="89916"/>
                </a:lnTo>
                <a:lnTo>
                  <a:pt x="720839" y="86868"/>
                </a:lnTo>
                <a:lnTo>
                  <a:pt x="723887" y="80772"/>
                </a:lnTo>
                <a:lnTo>
                  <a:pt x="728459" y="74676"/>
                </a:lnTo>
                <a:lnTo>
                  <a:pt x="729919" y="68872"/>
                </a:lnTo>
                <a:lnTo>
                  <a:pt x="729983" y="59436"/>
                </a:lnTo>
                <a:close/>
              </a:path>
              <a:path w="2100579" h="411479">
                <a:moveTo>
                  <a:pt x="762000" y="348996"/>
                </a:moveTo>
                <a:lnTo>
                  <a:pt x="760476" y="347472"/>
                </a:lnTo>
                <a:lnTo>
                  <a:pt x="760476" y="352044"/>
                </a:lnTo>
                <a:lnTo>
                  <a:pt x="762000" y="350520"/>
                </a:lnTo>
                <a:lnTo>
                  <a:pt x="762000" y="348996"/>
                </a:lnTo>
                <a:close/>
              </a:path>
              <a:path w="2100579" h="411479">
                <a:moveTo>
                  <a:pt x="765048" y="114300"/>
                </a:moveTo>
                <a:lnTo>
                  <a:pt x="755891" y="103632"/>
                </a:lnTo>
                <a:lnTo>
                  <a:pt x="737616" y="82296"/>
                </a:lnTo>
                <a:lnTo>
                  <a:pt x="714743" y="103632"/>
                </a:lnTo>
                <a:lnTo>
                  <a:pt x="658355" y="103632"/>
                </a:lnTo>
                <a:lnTo>
                  <a:pt x="658355" y="36576"/>
                </a:lnTo>
                <a:lnTo>
                  <a:pt x="673595" y="24384"/>
                </a:lnTo>
                <a:lnTo>
                  <a:pt x="633971" y="7620"/>
                </a:lnTo>
                <a:lnTo>
                  <a:pt x="636066" y="52197"/>
                </a:lnTo>
                <a:lnTo>
                  <a:pt x="637019" y="103632"/>
                </a:lnTo>
                <a:lnTo>
                  <a:pt x="594347" y="103632"/>
                </a:lnTo>
                <a:lnTo>
                  <a:pt x="569976" y="89916"/>
                </a:lnTo>
                <a:lnTo>
                  <a:pt x="570852" y="115328"/>
                </a:lnTo>
                <a:lnTo>
                  <a:pt x="571258" y="149428"/>
                </a:lnTo>
                <a:lnTo>
                  <a:pt x="571385" y="175450"/>
                </a:lnTo>
                <a:lnTo>
                  <a:pt x="571500" y="271272"/>
                </a:lnTo>
                <a:lnTo>
                  <a:pt x="568439" y="275844"/>
                </a:lnTo>
                <a:lnTo>
                  <a:pt x="563867" y="280416"/>
                </a:lnTo>
                <a:lnTo>
                  <a:pt x="583679" y="306324"/>
                </a:lnTo>
                <a:lnTo>
                  <a:pt x="592899" y="293471"/>
                </a:lnTo>
                <a:lnTo>
                  <a:pt x="604824" y="277749"/>
                </a:lnTo>
                <a:lnTo>
                  <a:pt x="613803" y="266700"/>
                </a:lnTo>
                <a:lnTo>
                  <a:pt x="619899" y="259181"/>
                </a:lnTo>
                <a:lnTo>
                  <a:pt x="638543" y="237744"/>
                </a:lnTo>
                <a:lnTo>
                  <a:pt x="633971" y="234696"/>
                </a:lnTo>
                <a:lnTo>
                  <a:pt x="594347" y="266700"/>
                </a:lnTo>
                <a:lnTo>
                  <a:pt x="594347" y="114300"/>
                </a:lnTo>
                <a:lnTo>
                  <a:pt x="637019" y="114300"/>
                </a:lnTo>
                <a:lnTo>
                  <a:pt x="640435" y="160312"/>
                </a:lnTo>
                <a:lnTo>
                  <a:pt x="645972" y="200025"/>
                </a:lnTo>
                <a:lnTo>
                  <a:pt x="653529" y="233464"/>
                </a:lnTo>
                <a:lnTo>
                  <a:pt x="662927" y="260604"/>
                </a:lnTo>
                <a:lnTo>
                  <a:pt x="642099" y="286943"/>
                </a:lnTo>
                <a:lnTo>
                  <a:pt x="618540" y="311277"/>
                </a:lnTo>
                <a:lnTo>
                  <a:pt x="592429" y="333908"/>
                </a:lnTo>
                <a:lnTo>
                  <a:pt x="563867" y="355092"/>
                </a:lnTo>
                <a:lnTo>
                  <a:pt x="565391" y="359664"/>
                </a:lnTo>
                <a:lnTo>
                  <a:pt x="597115" y="342760"/>
                </a:lnTo>
                <a:lnTo>
                  <a:pt x="625970" y="323850"/>
                </a:lnTo>
                <a:lnTo>
                  <a:pt x="651979" y="302666"/>
                </a:lnTo>
                <a:lnTo>
                  <a:pt x="675119" y="278892"/>
                </a:lnTo>
                <a:lnTo>
                  <a:pt x="690549" y="299732"/>
                </a:lnTo>
                <a:lnTo>
                  <a:pt x="717981" y="328828"/>
                </a:lnTo>
                <a:lnTo>
                  <a:pt x="752487" y="346887"/>
                </a:lnTo>
                <a:lnTo>
                  <a:pt x="755904" y="347472"/>
                </a:lnTo>
                <a:lnTo>
                  <a:pt x="760476" y="347472"/>
                </a:lnTo>
                <a:lnTo>
                  <a:pt x="760476" y="339852"/>
                </a:lnTo>
                <a:lnTo>
                  <a:pt x="758952" y="338328"/>
                </a:lnTo>
                <a:lnTo>
                  <a:pt x="757428" y="335280"/>
                </a:lnTo>
                <a:lnTo>
                  <a:pt x="752957" y="295732"/>
                </a:lnTo>
                <a:lnTo>
                  <a:pt x="753097" y="289560"/>
                </a:lnTo>
                <a:lnTo>
                  <a:pt x="753186" y="286943"/>
                </a:lnTo>
                <a:lnTo>
                  <a:pt x="753999" y="273558"/>
                </a:lnTo>
                <a:lnTo>
                  <a:pt x="755421" y="256946"/>
                </a:lnTo>
                <a:lnTo>
                  <a:pt x="757428" y="237744"/>
                </a:lnTo>
                <a:lnTo>
                  <a:pt x="751332" y="236220"/>
                </a:lnTo>
                <a:lnTo>
                  <a:pt x="731520" y="306324"/>
                </a:lnTo>
                <a:lnTo>
                  <a:pt x="718629" y="295732"/>
                </a:lnTo>
                <a:lnTo>
                  <a:pt x="707313" y="284416"/>
                </a:lnTo>
                <a:lnTo>
                  <a:pt x="702830" y="278892"/>
                </a:lnTo>
                <a:lnTo>
                  <a:pt x="697433" y="272249"/>
                </a:lnTo>
                <a:lnTo>
                  <a:pt x="688835" y="259080"/>
                </a:lnTo>
                <a:lnTo>
                  <a:pt x="701027" y="236220"/>
                </a:lnTo>
                <a:lnTo>
                  <a:pt x="705980" y="226885"/>
                </a:lnTo>
                <a:lnTo>
                  <a:pt x="713701" y="212153"/>
                </a:lnTo>
                <a:lnTo>
                  <a:pt x="720839" y="198120"/>
                </a:lnTo>
                <a:lnTo>
                  <a:pt x="727443" y="185572"/>
                </a:lnTo>
                <a:lnTo>
                  <a:pt x="733615" y="175450"/>
                </a:lnTo>
                <a:lnTo>
                  <a:pt x="739495" y="167906"/>
                </a:lnTo>
                <a:lnTo>
                  <a:pt x="745236" y="163068"/>
                </a:lnTo>
                <a:lnTo>
                  <a:pt x="714743" y="138684"/>
                </a:lnTo>
                <a:lnTo>
                  <a:pt x="710742" y="156718"/>
                </a:lnTo>
                <a:lnTo>
                  <a:pt x="703313" y="178879"/>
                </a:lnTo>
                <a:lnTo>
                  <a:pt x="692454" y="205346"/>
                </a:lnTo>
                <a:lnTo>
                  <a:pt x="678167" y="236220"/>
                </a:lnTo>
                <a:lnTo>
                  <a:pt x="670153" y="210527"/>
                </a:lnTo>
                <a:lnTo>
                  <a:pt x="664260" y="181546"/>
                </a:lnTo>
                <a:lnTo>
                  <a:pt x="660387" y="149428"/>
                </a:lnTo>
                <a:lnTo>
                  <a:pt x="658355" y="114300"/>
                </a:lnTo>
                <a:lnTo>
                  <a:pt x="765048" y="114300"/>
                </a:lnTo>
                <a:close/>
              </a:path>
              <a:path w="2100579" h="411479">
                <a:moveTo>
                  <a:pt x="769620" y="365760"/>
                </a:moveTo>
                <a:lnTo>
                  <a:pt x="737349" y="368642"/>
                </a:lnTo>
                <a:lnTo>
                  <a:pt x="702360" y="370522"/>
                </a:lnTo>
                <a:lnTo>
                  <a:pt x="664819" y="371551"/>
                </a:lnTo>
                <a:lnTo>
                  <a:pt x="624827" y="371856"/>
                </a:lnTo>
                <a:lnTo>
                  <a:pt x="584250" y="369265"/>
                </a:lnTo>
                <a:lnTo>
                  <a:pt x="547103" y="363664"/>
                </a:lnTo>
                <a:lnTo>
                  <a:pt x="513384" y="354926"/>
                </a:lnTo>
                <a:lnTo>
                  <a:pt x="483095" y="342900"/>
                </a:lnTo>
                <a:lnTo>
                  <a:pt x="483095" y="330708"/>
                </a:lnTo>
                <a:lnTo>
                  <a:pt x="483095" y="256032"/>
                </a:lnTo>
                <a:lnTo>
                  <a:pt x="565391" y="256032"/>
                </a:lnTo>
                <a:lnTo>
                  <a:pt x="555790" y="245364"/>
                </a:lnTo>
                <a:lnTo>
                  <a:pt x="537959" y="225552"/>
                </a:lnTo>
                <a:lnTo>
                  <a:pt x="518147" y="245364"/>
                </a:lnTo>
                <a:lnTo>
                  <a:pt x="483095" y="245364"/>
                </a:lnTo>
                <a:lnTo>
                  <a:pt x="483095" y="190500"/>
                </a:lnTo>
                <a:lnTo>
                  <a:pt x="493776" y="181356"/>
                </a:lnTo>
                <a:lnTo>
                  <a:pt x="464807" y="170688"/>
                </a:lnTo>
                <a:lnTo>
                  <a:pt x="566915" y="170688"/>
                </a:lnTo>
                <a:lnTo>
                  <a:pt x="539483" y="138684"/>
                </a:lnTo>
                <a:lnTo>
                  <a:pt x="519671" y="160020"/>
                </a:lnTo>
                <a:lnTo>
                  <a:pt x="477012" y="160020"/>
                </a:lnTo>
                <a:lnTo>
                  <a:pt x="477012" y="89916"/>
                </a:lnTo>
                <a:lnTo>
                  <a:pt x="556247" y="89916"/>
                </a:lnTo>
                <a:lnTo>
                  <a:pt x="528815" y="59436"/>
                </a:lnTo>
                <a:lnTo>
                  <a:pt x="507479" y="80772"/>
                </a:lnTo>
                <a:lnTo>
                  <a:pt x="477012" y="80772"/>
                </a:lnTo>
                <a:lnTo>
                  <a:pt x="477012" y="35052"/>
                </a:lnTo>
                <a:lnTo>
                  <a:pt x="490715" y="24384"/>
                </a:lnTo>
                <a:lnTo>
                  <a:pt x="452615" y="7620"/>
                </a:lnTo>
                <a:lnTo>
                  <a:pt x="452856" y="24384"/>
                </a:lnTo>
                <a:lnTo>
                  <a:pt x="453910" y="61633"/>
                </a:lnTo>
                <a:lnTo>
                  <a:pt x="454139" y="80772"/>
                </a:lnTo>
                <a:lnTo>
                  <a:pt x="376415" y="80772"/>
                </a:lnTo>
                <a:lnTo>
                  <a:pt x="391655" y="96012"/>
                </a:lnTo>
                <a:lnTo>
                  <a:pt x="400519" y="93141"/>
                </a:lnTo>
                <a:lnTo>
                  <a:pt x="408800" y="91249"/>
                </a:lnTo>
                <a:lnTo>
                  <a:pt x="416521" y="90233"/>
                </a:lnTo>
                <a:lnTo>
                  <a:pt x="423659" y="89916"/>
                </a:lnTo>
                <a:lnTo>
                  <a:pt x="454139" y="89916"/>
                </a:lnTo>
                <a:lnTo>
                  <a:pt x="454139" y="160020"/>
                </a:lnTo>
                <a:lnTo>
                  <a:pt x="359651" y="160020"/>
                </a:lnTo>
                <a:lnTo>
                  <a:pt x="376415" y="175260"/>
                </a:lnTo>
                <a:lnTo>
                  <a:pt x="385279" y="173266"/>
                </a:lnTo>
                <a:lnTo>
                  <a:pt x="393560" y="171831"/>
                </a:lnTo>
                <a:lnTo>
                  <a:pt x="401281" y="170980"/>
                </a:lnTo>
                <a:lnTo>
                  <a:pt x="408432" y="170688"/>
                </a:lnTo>
                <a:lnTo>
                  <a:pt x="460235" y="170688"/>
                </a:lnTo>
                <a:lnTo>
                  <a:pt x="460235" y="330708"/>
                </a:lnTo>
                <a:lnTo>
                  <a:pt x="450811" y="324383"/>
                </a:lnTo>
                <a:lnTo>
                  <a:pt x="440804" y="316611"/>
                </a:lnTo>
                <a:lnTo>
                  <a:pt x="430237" y="307136"/>
                </a:lnTo>
                <a:lnTo>
                  <a:pt x="429450" y="306324"/>
                </a:lnTo>
                <a:lnTo>
                  <a:pt x="419100" y="295656"/>
                </a:lnTo>
                <a:lnTo>
                  <a:pt x="422211" y="277749"/>
                </a:lnTo>
                <a:lnTo>
                  <a:pt x="424802" y="262318"/>
                </a:lnTo>
                <a:lnTo>
                  <a:pt x="426808" y="249580"/>
                </a:lnTo>
                <a:lnTo>
                  <a:pt x="428231" y="239268"/>
                </a:lnTo>
                <a:lnTo>
                  <a:pt x="429717" y="232435"/>
                </a:lnTo>
                <a:lnTo>
                  <a:pt x="432041" y="225742"/>
                </a:lnTo>
                <a:lnTo>
                  <a:pt x="435521" y="219341"/>
                </a:lnTo>
                <a:lnTo>
                  <a:pt x="440436" y="213360"/>
                </a:lnTo>
                <a:lnTo>
                  <a:pt x="405371" y="196596"/>
                </a:lnTo>
                <a:lnTo>
                  <a:pt x="403085" y="237363"/>
                </a:lnTo>
                <a:lnTo>
                  <a:pt x="396227" y="289560"/>
                </a:lnTo>
                <a:lnTo>
                  <a:pt x="382511" y="348043"/>
                </a:lnTo>
                <a:lnTo>
                  <a:pt x="359651" y="405384"/>
                </a:lnTo>
                <a:lnTo>
                  <a:pt x="365747" y="408432"/>
                </a:lnTo>
                <a:lnTo>
                  <a:pt x="379183" y="389915"/>
                </a:lnTo>
                <a:lnTo>
                  <a:pt x="392036" y="366522"/>
                </a:lnTo>
                <a:lnTo>
                  <a:pt x="404329" y="338569"/>
                </a:lnTo>
                <a:lnTo>
                  <a:pt x="416052" y="306324"/>
                </a:lnTo>
                <a:lnTo>
                  <a:pt x="432308" y="325755"/>
                </a:lnTo>
                <a:lnTo>
                  <a:pt x="472833" y="357759"/>
                </a:lnTo>
                <a:lnTo>
                  <a:pt x="522490" y="380606"/>
                </a:lnTo>
                <a:lnTo>
                  <a:pt x="582968" y="393700"/>
                </a:lnTo>
                <a:lnTo>
                  <a:pt x="651484" y="398005"/>
                </a:lnTo>
                <a:lnTo>
                  <a:pt x="739140" y="399288"/>
                </a:lnTo>
                <a:lnTo>
                  <a:pt x="741756" y="390715"/>
                </a:lnTo>
                <a:lnTo>
                  <a:pt x="747522" y="383286"/>
                </a:lnTo>
                <a:lnTo>
                  <a:pt x="756704" y="376999"/>
                </a:lnTo>
                <a:lnTo>
                  <a:pt x="769620" y="371856"/>
                </a:lnTo>
                <a:lnTo>
                  <a:pt x="769620" y="365760"/>
                </a:lnTo>
                <a:close/>
              </a:path>
              <a:path w="2100579" h="411479">
                <a:moveTo>
                  <a:pt x="952500" y="152400"/>
                </a:moveTo>
                <a:lnTo>
                  <a:pt x="925639" y="125158"/>
                </a:lnTo>
                <a:lnTo>
                  <a:pt x="888492" y="103632"/>
                </a:lnTo>
                <a:lnTo>
                  <a:pt x="883920" y="109728"/>
                </a:lnTo>
                <a:lnTo>
                  <a:pt x="896747" y="125691"/>
                </a:lnTo>
                <a:lnTo>
                  <a:pt x="907732" y="141351"/>
                </a:lnTo>
                <a:lnTo>
                  <a:pt x="916698" y="156451"/>
                </a:lnTo>
                <a:lnTo>
                  <a:pt x="923544" y="170688"/>
                </a:lnTo>
                <a:lnTo>
                  <a:pt x="928116" y="182880"/>
                </a:lnTo>
                <a:lnTo>
                  <a:pt x="931164" y="188976"/>
                </a:lnTo>
                <a:lnTo>
                  <a:pt x="937260" y="188976"/>
                </a:lnTo>
                <a:lnTo>
                  <a:pt x="941832" y="185928"/>
                </a:lnTo>
                <a:lnTo>
                  <a:pt x="946404" y="176784"/>
                </a:lnTo>
                <a:lnTo>
                  <a:pt x="950976" y="169164"/>
                </a:lnTo>
                <a:lnTo>
                  <a:pt x="952500" y="163068"/>
                </a:lnTo>
                <a:lnTo>
                  <a:pt x="952500" y="152400"/>
                </a:lnTo>
                <a:close/>
              </a:path>
              <a:path w="2100579" h="411479">
                <a:moveTo>
                  <a:pt x="1214628" y="348996"/>
                </a:moveTo>
                <a:lnTo>
                  <a:pt x="1171092" y="333984"/>
                </a:lnTo>
                <a:lnTo>
                  <a:pt x="1131963" y="312597"/>
                </a:lnTo>
                <a:lnTo>
                  <a:pt x="1097216" y="284695"/>
                </a:lnTo>
                <a:lnTo>
                  <a:pt x="1066850" y="250151"/>
                </a:lnTo>
                <a:lnTo>
                  <a:pt x="1040892" y="208788"/>
                </a:lnTo>
                <a:lnTo>
                  <a:pt x="1213104" y="208788"/>
                </a:lnTo>
                <a:lnTo>
                  <a:pt x="1176528" y="172212"/>
                </a:lnTo>
                <a:lnTo>
                  <a:pt x="1150620" y="198120"/>
                </a:lnTo>
                <a:lnTo>
                  <a:pt x="1065276" y="198120"/>
                </a:lnTo>
                <a:lnTo>
                  <a:pt x="1082421" y="184429"/>
                </a:lnTo>
                <a:lnTo>
                  <a:pt x="1099566" y="168592"/>
                </a:lnTo>
                <a:lnTo>
                  <a:pt x="1116711" y="150761"/>
                </a:lnTo>
                <a:lnTo>
                  <a:pt x="1133856" y="131064"/>
                </a:lnTo>
                <a:lnTo>
                  <a:pt x="1150620" y="124968"/>
                </a:lnTo>
                <a:lnTo>
                  <a:pt x="1114044" y="97536"/>
                </a:lnTo>
                <a:lnTo>
                  <a:pt x="1103464" y="122682"/>
                </a:lnTo>
                <a:lnTo>
                  <a:pt x="1090041" y="147828"/>
                </a:lnTo>
                <a:lnTo>
                  <a:pt x="1073746" y="172974"/>
                </a:lnTo>
                <a:lnTo>
                  <a:pt x="1054608" y="198120"/>
                </a:lnTo>
                <a:lnTo>
                  <a:pt x="1024128" y="198120"/>
                </a:lnTo>
                <a:lnTo>
                  <a:pt x="1024128" y="89916"/>
                </a:lnTo>
                <a:lnTo>
                  <a:pt x="1188720" y="89916"/>
                </a:lnTo>
                <a:lnTo>
                  <a:pt x="1153668" y="56388"/>
                </a:lnTo>
                <a:lnTo>
                  <a:pt x="1129284" y="80772"/>
                </a:lnTo>
                <a:lnTo>
                  <a:pt x="1024128" y="80772"/>
                </a:lnTo>
                <a:lnTo>
                  <a:pt x="1024128" y="33528"/>
                </a:lnTo>
                <a:lnTo>
                  <a:pt x="1040892" y="21336"/>
                </a:lnTo>
                <a:lnTo>
                  <a:pt x="996696" y="0"/>
                </a:lnTo>
                <a:lnTo>
                  <a:pt x="996924" y="20561"/>
                </a:lnTo>
                <a:lnTo>
                  <a:pt x="997978" y="61087"/>
                </a:lnTo>
                <a:lnTo>
                  <a:pt x="998220" y="80772"/>
                </a:lnTo>
                <a:lnTo>
                  <a:pt x="841248" y="80772"/>
                </a:lnTo>
                <a:lnTo>
                  <a:pt x="856488" y="96012"/>
                </a:lnTo>
                <a:lnTo>
                  <a:pt x="866787" y="93141"/>
                </a:lnTo>
                <a:lnTo>
                  <a:pt x="877252" y="91249"/>
                </a:lnTo>
                <a:lnTo>
                  <a:pt x="887984" y="90233"/>
                </a:lnTo>
                <a:lnTo>
                  <a:pt x="899160" y="89916"/>
                </a:lnTo>
                <a:lnTo>
                  <a:pt x="998220" y="89916"/>
                </a:lnTo>
                <a:lnTo>
                  <a:pt x="998220" y="198120"/>
                </a:lnTo>
                <a:lnTo>
                  <a:pt x="807720" y="198120"/>
                </a:lnTo>
                <a:lnTo>
                  <a:pt x="824484" y="213360"/>
                </a:lnTo>
                <a:lnTo>
                  <a:pt x="833907" y="211366"/>
                </a:lnTo>
                <a:lnTo>
                  <a:pt x="843915" y="209931"/>
                </a:lnTo>
                <a:lnTo>
                  <a:pt x="854481" y="209080"/>
                </a:lnTo>
                <a:lnTo>
                  <a:pt x="865632" y="208788"/>
                </a:lnTo>
                <a:lnTo>
                  <a:pt x="978408" y="208788"/>
                </a:lnTo>
                <a:lnTo>
                  <a:pt x="952639" y="253961"/>
                </a:lnTo>
                <a:lnTo>
                  <a:pt x="922997" y="294386"/>
                </a:lnTo>
                <a:lnTo>
                  <a:pt x="889635" y="330047"/>
                </a:lnTo>
                <a:lnTo>
                  <a:pt x="852678" y="360946"/>
                </a:lnTo>
                <a:lnTo>
                  <a:pt x="812292" y="387096"/>
                </a:lnTo>
                <a:lnTo>
                  <a:pt x="813816" y="394716"/>
                </a:lnTo>
                <a:lnTo>
                  <a:pt x="857707" y="372770"/>
                </a:lnTo>
                <a:lnTo>
                  <a:pt x="898029" y="345338"/>
                </a:lnTo>
                <a:lnTo>
                  <a:pt x="934834" y="312420"/>
                </a:lnTo>
                <a:lnTo>
                  <a:pt x="968209" y="274015"/>
                </a:lnTo>
                <a:lnTo>
                  <a:pt x="998220" y="230124"/>
                </a:lnTo>
                <a:lnTo>
                  <a:pt x="997991" y="279044"/>
                </a:lnTo>
                <a:lnTo>
                  <a:pt x="997902" y="290728"/>
                </a:lnTo>
                <a:lnTo>
                  <a:pt x="996899" y="377952"/>
                </a:lnTo>
                <a:lnTo>
                  <a:pt x="996696" y="411480"/>
                </a:lnTo>
                <a:lnTo>
                  <a:pt x="1025652" y="397764"/>
                </a:lnTo>
                <a:lnTo>
                  <a:pt x="1024788" y="374357"/>
                </a:lnTo>
                <a:lnTo>
                  <a:pt x="1024318" y="334137"/>
                </a:lnTo>
                <a:lnTo>
                  <a:pt x="1024242" y="312597"/>
                </a:lnTo>
                <a:lnTo>
                  <a:pt x="1024128" y="230124"/>
                </a:lnTo>
                <a:lnTo>
                  <a:pt x="1024128" y="208788"/>
                </a:lnTo>
                <a:lnTo>
                  <a:pt x="1033272" y="208788"/>
                </a:lnTo>
                <a:lnTo>
                  <a:pt x="1052842" y="252133"/>
                </a:lnTo>
                <a:lnTo>
                  <a:pt x="1076883" y="290728"/>
                </a:lnTo>
                <a:lnTo>
                  <a:pt x="1105471" y="324561"/>
                </a:lnTo>
                <a:lnTo>
                  <a:pt x="1138656" y="353631"/>
                </a:lnTo>
                <a:lnTo>
                  <a:pt x="1176528" y="377952"/>
                </a:lnTo>
                <a:lnTo>
                  <a:pt x="1181620" y="368198"/>
                </a:lnTo>
                <a:lnTo>
                  <a:pt x="1189863" y="361569"/>
                </a:lnTo>
                <a:lnTo>
                  <a:pt x="1200950" y="357809"/>
                </a:lnTo>
                <a:lnTo>
                  <a:pt x="1214628" y="356616"/>
                </a:lnTo>
                <a:lnTo>
                  <a:pt x="1214628" y="348996"/>
                </a:lnTo>
                <a:close/>
              </a:path>
              <a:path w="2100579" h="411479">
                <a:moveTo>
                  <a:pt x="1620012" y="59436"/>
                </a:moveTo>
                <a:lnTo>
                  <a:pt x="1586674" y="34010"/>
                </a:lnTo>
                <a:lnTo>
                  <a:pt x="1571244" y="27432"/>
                </a:lnTo>
                <a:lnTo>
                  <a:pt x="1568196" y="32004"/>
                </a:lnTo>
                <a:lnTo>
                  <a:pt x="1579359" y="46012"/>
                </a:lnTo>
                <a:lnTo>
                  <a:pt x="1587817" y="58293"/>
                </a:lnTo>
                <a:lnTo>
                  <a:pt x="1593697" y="68872"/>
                </a:lnTo>
                <a:lnTo>
                  <a:pt x="1597152" y="77724"/>
                </a:lnTo>
                <a:lnTo>
                  <a:pt x="1600200" y="86868"/>
                </a:lnTo>
                <a:lnTo>
                  <a:pt x="1601724" y="89916"/>
                </a:lnTo>
                <a:lnTo>
                  <a:pt x="1606296" y="89916"/>
                </a:lnTo>
                <a:lnTo>
                  <a:pt x="1609344" y="86868"/>
                </a:lnTo>
                <a:lnTo>
                  <a:pt x="1618488" y="74676"/>
                </a:lnTo>
                <a:lnTo>
                  <a:pt x="1619935" y="68872"/>
                </a:lnTo>
                <a:lnTo>
                  <a:pt x="1620012" y="59436"/>
                </a:lnTo>
                <a:close/>
              </a:path>
              <a:path w="2100579" h="411479">
                <a:moveTo>
                  <a:pt x="1652016" y="348996"/>
                </a:moveTo>
                <a:lnTo>
                  <a:pt x="1650492" y="347472"/>
                </a:lnTo>
                <a:lnTo>
                  <a:pt x="1648968" y="347472"/>
                </a:lnTo>
                <a:lnTo>
                  <a:pt x="1648968" y="348996"/>
                </a:lnTo>
                <a:lnTo>
                  <a:pt x="1650492" y="352044"/>
                </a:lnTo>
                <a:lnTo>
                  <a:pt x="1652016" y="350520"/>
                </a:lnTo>
                <a:lnTo>
                  <a:pt x="1652016" y="348996"/>
                </a:lnTo>
                <a:close/>
              </a:path>
              <a:path w="2100579" h="411479">
                <a:moveTo>
                  <a:pt x="1655064" y="114300"/>
                </a:moveTo>
                <a:lnTo>
                  <a:pt x="1645920" y="103632"/>
                </a:lnTo>
                <a:lnTo>
                  <a:pt x="1627632" y="82296"/>
                </a:lnTo>
                <a:lnTo>
                  <a:pt x="1604772" y="103632"/>
                </a:lnTo>
                <a:lnTo>
                  <a:pt x="1548384" y="103632"/>
                </a:lnTo>
                <a:lnTo>
                  <a:pt x="1548384" y="36576"/>
                </a:lnTo>
                <a:lnTo>
                  <a:pt x="1562100" y="24384"/>
                </a:lnTo>
                <a:lnTo>
                  <a:pt x="1524000" y="7620"/>
                </a:lnTo>
                <a:lnTo>
                  <a:pt x="1525333" y="52197"/>
                </a:lnTo>
                <a:lnTo>
                  <a:pt x="1525524" y="103632"/>
                </a:lnTo>
                <a:lnTo>
                  <a:pt x="1484376" y="103632"/>
                </a:lnTo>
                <a:lnTo>
                  <a:pt x="1459992" y="89916"/>
                </a:lnTo>
                <a:lnTo>
                  <a:pt x="1460868" y="115328"/>
                </a:lnTo>
                <a:lnTo>
                  <a:pt x="1461274" y="149428"/>
                </a:lnTo>
                <a:lnTo>
                  <a:pt x="1461401" y="175450"/>
                </a:lnTo>
                <a:lnTo>
                  <a:pt x="1461477" y="262318"/>
                </a:lnTo>
                <a:lnTo>
                  <a:pt x="1459992" y="271272"/>
                </a:lnTo>
                <a:lnTo>
                  <a:pt x="1458468" y="275844"/>
                </a:lnTo>
                <a:lnTo>
                  <a:pt x="1453896" y="280416"/>
                </a:lnTo>
                <a:lnTo>
                  <a:pt x="1473708" y="306324"/>
                </a:lnTo>
                <a:lnTo>
                  <a:pt x="1503451" y="266700"/>
                </a:lnTo>
                <a:lnTo>
                  <a:pt x="1528572" y="237744"/>
                </a:lnTo>
                <a:lnTo>
                  <a:pt x="1524000" y="234696"/>
                </a:lnTo>
                <a:lnTo>
                  <a:pt x="1484376" y="266700"/>
                </a:lnTo>
                <a:lnTo>
                  <a:pt x="1484376" y="114300"/>
                </a:lnTo>
                <a:lnTo>
                  <a:pt x="1525524" y="114300"/>
                </a:lnTo>
                <a:lnTo>
                  <a:pt x="1529588" y="160312"/>
                </a:lnTo>
                <a:lnTo>
                  <a:pt x="1535239" y="200025"/>
                </a:lnTo>
                <a:lnTo>
                  <a:pt x="1542872" y="233464"/>
                </a:lnTo>
                <a:lnTo>
                  <a:pt x="1552956" y="260604"/>
                </a:lnTo>
                <a:lnTo>
                  <a:pt x="1532115" y="286943"/>
                </a:lnTo>
                <a:lnTo>
                  <a:pt x="1508569" y="311277"/>
                </a:lnTo>
                <a:lnTo>
                  <a:pt x="1482445" y="333908"/>
                </a:lnTo>
                <a:lnTo>
                  <a:pt x="1453896" y="355092"/>
                </a:lnTo>
                <a:lnTo>
                  <a:pt x="1455420" y="359664"/>
                </a:lnTo>
                <a:lnTo>
                  <a:pt x="1487131" y="342760"/>
                </a:lnTo>
                <a:lnTo>
                  <a:pt x="1515999" y="323850"/>
                </a:lnTo>
                <a:lnTo>
                  <a:pt x="1541995" y="302666"/>
                </a:lnTo>
                <a:lnTo>
                  <a:pt x="1565148" y="278892"/>
                </a:lnTo>
                <a:lnTo>
                  <a:pt x="1580553" y="299732"/>
                </a:lnTo>
                <a:lnTo>
                  <a:pt x="1607362" y="328828"/>
                </a:lnTo>
                <a:lnTo>
                  <a:pt x="1642491" y="346887"/>
                </a:lnTo>
                <a:lnTo>
                  <a:pt x="1645920" y="347472"/>
                </a:lnTo>
                <a:lnTo>
                  <a:pt x="1648968" y="347472"/>
                </a:lnTo>
                <a:lnTo>
                  <a:pt x="1648968" y="338328"/>
                </a:lnTo>
                <a:lnTo>
                  <a:pt x="1647444" y="335280"/>
                </a:lnTo>
                <a:lnTo>
                  <a:pt x="1645437" y="329806"/>
                </a:lnTo>
                <a:lnTo>
                  <a:pt x="1644015" y="322326"/>
                </a:lnTo>
                <a:lnTo>
                  <a:pt x="1643151" y="312572"/>
                </a:lnTo>
                <a:lnTo>
                  <a:pt x="1643011" y="306324"/>
                </a:lnTo>
                <a:lnTo>
                  <a:pt x="1642973" y="295732"/>
                </a:lnTo>
                <a:lnTo>
                  <a:pt x="1643113" y="289560"/>
                </a:lnTo>
                <a:lnTo>
                  <a:pt x="1643202" y="286943"/>
                </a:lnTo>
                <a:lnTo>
                  <a:pt x="1644015" y="273558"/>
                </a:lnTo>
                <a:lnTo>
                  <a:pt x="1645437" y="256946"/>
                </a:lnTo>
                <a:lnTo>
                  <a:pt x="1647444" y="237744"/>
                </a:lnTo>
                <a:lnTo>
                  <a:pt x="1641348" y="236220"/>
                </a:lnTo>
                <a:lnTo>
                  <a:pt x="1621536" y="306324"/>
                </a:lnTo>
                <a:lnTo>
                  <a:pt x="1608645" y="295732"/>
                </a:lnTo>
                <a:lnTo>
                  <a:pt x="1597342" y="284416"/>
                </a:lnTo>
                <a:lnTo>
                  <a:pt x="1592846" y="278892"/>
                </a:lnTo>
                <a:lnTo>
                  <a:pt x="1587449" y="272249"/>
                </a:lnTo>
                <a:lnTo>
                  <a:pt x="1578864" y="259080"/>
                </a:lnTo>
                <a:lnTo>
                  <a:pt x="1591043" y="236220"/>
                </a:lnTo>
                <a:lnTo>
                  <a:pt x="1596009" y="226885"/>
                </a:lnTo>
                <a:lnTo>
                  <a:pt x="1603717" y="212153"/>
                </a:lnTo>
                <a:lnTo>
                  <a:pt x="1610868" y="198120"/>
                </a:lnTo>
                <a:lnTo>
                  <a:pt x="1617459" y="185572"/>
                </a:lnTo>
                <a:lnTo>
                  <a:pt x="1623631" y="175450"/>
                </a:lnTo>
                <a:lnTo>
                  <a:pt x="1629511" y="167906"/>
                </a:lnTo>
                <a:lnTo>
                  <a:pt x="1635252" y="163068"/>
                </a:lnTo>
                <a:lnTo>
                  <a:pt x="1604772" y="138684"/>
                </a:lnTo>
                <a:lnTo>
                  <a:pt x="1600771" y="156718"/>
                </a:lnTo>
                <a:lnTo>
                  <a:pt x="1593342" y="178879"/>
                </a:lnTo>
                <a:lnTo>
                  <a:pt x="1582483" y="205346"/>
                </a:lnTo>
                <a:lnTo>
                  <a:pt x="1568196" y="236220"/>
                </a:lnTo>
                <a:lnTo>
                  <a:pt x="1560169" y="210527"/>
                </a:lnTo>
                <a:lnTo>
                  <a:pt x="1554289" y="181546"/>
                </a:lnTo>
                <a:lnTo>
                  <a:pt x="1550403" y="149428"/>
                </a:lnTo>
                <a:lnTo>
                  <a:pt x="1548384" y="114300"/>
                </a:lnTo>
                <a:lnTo>
                  <a:pt x="1655064" y="114300"/>
                </a:lnTo>
                <a:close/>
              </a:path>
              <a:path w="2100579" h="411479">
                <a:moveTo>
                  <a:pt x="1659636" y="365760"/>
                </a:moveTo>
                <a:lnTo>
                  <a:pt x="1627339" y="368642"/>
                </a:lnTo>
                <a:lnTo>
                  <a:pt x="1592199" y="370522"/>
                </a:lnTo>
                <a:lnTo>
                  <a:pt x="1554187" y="371551"/>
                </a:lnTo>
                <a:lnTo>
                  <a:pt x="1513332" y="371856"/>
                </a:lnTo>
                <a:lnTo>
                  <a:pt x="1473631" y="369265"/>
                </a:lnTo>
                <a:lnTo>
                  <a:pt x="1436941" y="363664"/>
                </a:lnTo>
                <a:lnTo>
                  <a:pt x="1403388" y="354926"/>
                </a:lnTo>
                <a:lnTo>
                  <a:pt x="1373124" y="342900"/>
                </a:lnTo>
                <a:lnTo>
                  <a:pt x="1373124" y="330708"/>
                </a:lnTo>
                <a:lnTo>
                  <a:pt x="1373124" y="256032"/>
                </a:lnTo>
                <a:lnTo>
                  <a:pt x="1455420" y="256032"/>
                </a:lnTo>
                <a:lnTo>
                  <a:pt x="1445285" y="245364"/>
                </a:lnTo>
                <a:lnTo>
                  <a:pt x="1426464" y="225552"/>
                </a:lnTo>
                <a:lnTo>
                  <a:pt x="1408176" y="245364"/>
                </a:lnTo>
                <a:lnTo>
                  <a:pt x="1373124" y="245364"/>
                </a:lnTo>
                <a:lnTo>
                  <a:pt x="1373124" y="190500"/>
                </a:lnTo>
                <a:lnTo>
                  <a:pt x="1383792" y="181356"/>
                </a:lnTo>
                <a:lnTo>
                  <a:pt x="1354836" y="170688"/>
                </a:lnTo>
                <a:lnTo>
                  <a:pt x="1456944" y="170688"/>
                </a:lnTo>
                <a:lnTo>
                  <a:pt x="1429512" y="138684"/>
                </a:lnTo>
                <a:lnTo>
                  <a:pt x="1409700" y="160020"/>
                </a:lnTo>
                <a:lnTo>
                  <a:pt x="1367028" y="160020"/>
                </a:lnTo>
                <a:lnTo>
                  <a:pt x="1367028" y="89916"/>
                </a:lnTo>
                <a:lnTo>
                  <a:pt x="1446276" y="89916"/>
                </a:lnTo>
                <a:lnTo>
                  <a:pt x="1418844" y="59436"/>
                </a:lnTo>
                <a:lnTo>
                  <a:pt x="1397508" y="80772"/>
                </a:lnTo>
                <a:lnTo>
                  <a:pt x="1367028" y="80772"/>
                </a:lnTo>
                <a:lnTo>
                  <a:pt x="1367028" y="35052"/>
                </a:lnTo>
                <a:lnTo>
                  <a:pt x="1380744" y="24384"/>
                </a:lnTo>
                <a:lnTo>
                  <a:pt x="1342644" y="7620"/>
                </a:lnTo>
                <a:lnTo>
                  <a:pt x="1342872" y="24384"/>
                </a:lnTo>
                <a:lnTo>
                  <a:pt x="1343926" y="61633"/>
                </a:lnTo>
                <a:lnTo>
                  <a:pt x="1344168" y="80772"/>
                </a:lnTo>
                <a:lnTo>
                  <a:pt x="1264920" y="80772"/>
                </a:lnTo>
                <a:lnTo>
                  <a:pt x="1281684" y="96012"/>
                </a:lnTo>
                <a:lnTo>
                  <a:pt x="1290535" y="93141"/>
                </a:lnTo>
                <a:lnTo>
                  <a:pt x="1298829" y="91249"/>
                </a:lnTo>
                <a:lnTo>
                  <a:pt x="1306537" y="90233"/>
                </a:lnTo>
                <a:lnTo>
                  <a:pt x="1313688" y="89916"/>
                </a:lnTo>
                <a:lnTo>
                  <a:pt x="1344168" y="89916"/>
                </a:lnTo>
                <a:lnTo>
                  <a:pt x="1344168" y="160020"/>
                </a:lnTo>
                <a:lnTo>
                  <a:pt x="1249667" y="160020"/>
                </a:lnTo>
                <a:lnTo>
                  <a:pt x="1264920" y="175260"/>
                </a:lnTo>
                <a:lnTo>
                  <a:pt x="1274648" y="173266"/>
                </a:lnTo>
                <a:lnTo>
                  <a:pt x="1283398" y="171831"/>
                </a:lnTo>
                <a:lnTo>
                  <a:pt x="1291272" y="170980"/>
                </a:lnTo>
                <a:lnTo>
                  <a:pt x="1298448" y="170688"/>
                </a:lnTo>
                <a:lnTo>
                  <a:pt x="1350264" y="170688"/>
                </a:lnTo>
                <a:lnTo>
                  <a:pt x="1350264" y="330708"/>
                </a:lnTo>
                <a:lnTo>
                  <a:pt x="1340827" y="324383"/>
                </a:lnTo>
                <a:lnTo>
                  <a:pt x="1330833" y="316611"/>
                </a:lnTo>
                <a:lnTo>
                  <a:pt x="1320253" y="307136"/>
                </a:lnTo>
                <a:lnTo>
                  <a:pt x="1319466" y="306324"/>
                </a:lnTo>
                <a:lnTo>
                  <a:pt x="1309116" y="295656"/>
                </a:lnTo>
                <a:lnTo>
                  <a:pt x="1316824" y="249580"/>
                </a:lnTo>
                <a:lnTo>
                  <a:pt x="1319085" y="232435"/>
                </a:lnTo>
                <a:lnTo>
                  <a:pt x="1321498" y="225742"/>
                </a:lnTo>
                <a:lnTo>
                  <a:pt x="1325321" y="219341"/>
                </a:lnTo>
                <a:lnTo>
                  <a:pt x="1330452" y="213360"/>
                </a:lnTo>
                <a:lnTo>
                  <a:pt x="1295387" y="196596"/>
                </a:lnTo>
                <a:lnTo>
                  <a:pt x="1293101" y="237363"/>
                </a:lnTo>
                <a:lnTo>
                  <a:pt x="1286243" y="289560"/>
                </a:lnTo>
                <a:lnTo>
                  <a:pt x="1272540" y="348043"/>
                </a:lnTo>
                <a:lnTo>
                  <a:pt x="1249667" y="405384"/>
                </a:lnTo>
                <a:lnTo>
                  <a:pt x="1255763" y="408432"/>
                </a:lnTo>
                <a:lnTo>
                  <a:pt x="1269199" y="389915"/>
                </a:lnTo>
                <a:lnTo>
                  <a:pt x="1282065" y="366522"/>
                </a:lnTo>
                <a:lnTo>
                  <a:pt x="1294345" y="338569"/>
                </a:lnTo>
                <a:lnTo>
                  <a:pt x="1306068" y="306324"/>
                </a:lnTo>
                <a:lnTo>
                  <a:pt x="1322324" y="325755"/>
                </a:lnTo>
                <a:lnTo>
                  <a:pt x="1362849" y="357759"/>
                </a:lnTo>
                <a:lnTo>
                  <a:pt x="1412506" y="380606"/>
                </a:lnTo>
                <a:lnTo>
                  <a:pt x="1472984" y="393700"/>
                </a:lnTo>
                <a:lnTo>
                  <a:pt x="1541500" y="398005"/>
                </a:lnTo>
                <a:lnTo>
                  <a:pt x="1629156" y="399288"/>
                </a:lnTo>
                <a:lnTo>
                  <a:pt x="1631772" y="390715"/>
                </a:lnTo>
                <a:lnTo>
                  <a:pt x="1637538" y="383286"/>
                </a:lnTo>
                <a:lnTo>
                  <a:pt x="1646720" y="376999"/>
                </a:lnTo>
                <a:lnTo>
                  <a:pt x="1659636" y="371856"/>
                </a:lnTo>
                <a:lnTo>
                  <a:pt x="1659636" y="365760"/>
                </a:lnTo>
                <a:close/>
              </a:path>
              <a:path w="2100579" h="411479">
                <a:moveTo>
                  <a:pt x="1853184" y="47244"/>
                </a:moveTo>
                <a:lnTo>
                  <a:pt x="1814055" y="15341"/>
                </a:lnTo>
                <a:lnTo>
                  <a:pt x="1793748" y="7620"/>
                </a:lnTo>
                <a:lnTo>
                  <a:pt x="1790700" y="12192"/>
                </a:lnTo>
                <a:lnTo>
                  <a:pt x="1804174" y="25628"/>
                </a:lnTo>
                <a:lnTo>
                  <a:pt x="1815084" y="38481"/>
                </a:lnTo>
                <a:lnTo>
                  <a:pt x="1823694" y="50774"/>
                </a:lnTo>
                <a:lnTo>
                  <a:pt x="1830324" y="62484"/>
                </a:lnTo>
                <a:lnTo>
                  <a:pt x="1833372" y="71628"/>
                </a:lnTo>
                <a:lnTo>
                  <a:pt x="1837944" y="76200"/>
                </a:lnTo>
                <a:lnTo>
                  <a:pt x="1842516" y="76200"/>
                </a:lnTo>
                <a:lnTo>
                  <a:pt x="1845564" y="74676"/>
                </a:lnTo>
                <a:lnTo>
                  <a:pt x="1848612" y="68580"/>
                </a:lnTo>
                <a:lnTo>
                  <a:pt x="1851660" y="64008"/>
                </a:lnTo>
                <a:lnTo>
                  <a:pt x="1853184" y="57912"/>
                </a:lnTo>
                <a:lnTo>
                  <a:pt x="1853184" y="47244"/>
                </a:lnTo>
                <a:close/>
              </a:path>
              <a:path w="2100579" h="411479">
                <a:moveTo>
                  <a:pt x="2098548" y="219456"/>
                </a:moveTo>
                <a:lnTo>
                  <a:pt x="2060448" y="181356"/>
                </a:lnTo>
                <a:lnTo>
                  <a:pt x="2031492" y="208788"/>
                </a:lnTo>
                <a:lnTo>
                  <a:pt x="1868424" y="208788"/>
                </a:lnTo>
                <a:lnTo>
                  <a:pt x="1873999" y="195338"/>
                </a:lnTo>
                <a:lnTo>
                  <a:pt x="1879473" y="181737"/>
                </a:lnTo>
                <a:lnTo>
                  <a:pt x="1884273" y="168935"/>
                </a:lnTo>
                <a:lnTo>
                  <a:pt x="1888236" y="156972"/>
                </a:lnTo>
                <a:lnTo>
                  <a:pt x="2057400" y="156972"/>
                </a:lnTo>
                <a:lnTo>
                  <a:pt x="2025396" y="123444"/>
                </a:lnTo>
                <a:lnTo>
                  <a:pt x="2002536" y="146304"/>
                </a:lnTo>
                <a:lnTo>
                  <a:pt x="1889760" y="146304"/>
                </a:lnTo>
                <a:lnTo>
                  <a:pt x="1892300" y="135432"/>
                </a:lnTo>
                <a:lnTo>
                  <a:pt x="1895233" y="123444"/>
                </a:lnTo>
                <a:lnTo>
                  <a:pt x="1898535" y="109664"/>
                </a:lnTo>
                <a:lnTo>
                  <a:pt x="1901952" y="94488"/>
                </a:lnTo>
                <a:lnTo>
                  <a:pt x="2092452" y="94488"/>
                </a:lnTo>
                <a:lnTo>
                  <a:pt x="2055876" y="57912"/>
                </a:lnTo>
                <a:lnTo>
                  <a:pt x="2029968" y="83820"/>
                </a:lnTo>
                <a:lnTo>
                  <a:pt x="1950720" y="83820"/>
                </a:lnTo>
                <a:lnTo>
                  <a:pt x="1971624" y="58674"/>
                </a:lnTo>
                <a:lnTo>
                  <a:pt x="1988820" y="40386"/>
                </a:lnTo>
                <a:lnTo>
                  <a:pt x="2002574" y="28956"/>
                </a:lnTo>
                <a:lnTo>
                  <a:pt x="2013204" y="24384"/>
                </a:lnTo>
                <a:lnTo>
                  <a:pt x="1975104" y="1524"/>
                </a:lnTo>
                <a:lnTo>
                  <a:pt x="1971332" y="15240"/>
                </a:lnTo>
                <a:lnTo>
                  <a:pt x="1964436" y="33528"/>
                </a:lnTo>
                <a:lnTo>
                  <a:pt x="1954098" y="56388"/>
                </a:lnTo>
                <a:lnTo>
                  <a:pt x="1940052" y="83820"/>
                </a:lnTo>
                <a:lnTo>
                  <a:pt x="1728216" y="83820"/>
                </a:lnTo>
                <a:lnTo>
                  <a:pt x="1741932" y="97536"/>
                </a:lnTo>
                <a:lnTo>
                  <a:pt x="1766316" y="94488"/>
                </a:lnTo>
                <a:lnTo>
                  <a:pt x="1876044" y="94488"/>
                </a:lnTo>
                <a:lnTo>
                  <a:pt x="1871281" y="119253"/>
                </a:lnTo>
                <a:lnTo>
                  <a:pt x="1868538" y="132638"/>
                </a:lnTo>
                <a:lnTo>
                  <a:pt x="1865376" y="146304"/>
                </a:lnTo>
                <a:lnTo>
                  <a:pt x="1751076" y="146304"/>
                </a:lnTo>
                <a:lnTo>
                  <a:pt x="1764792" y="160020"/>
                </a:lnTo>
                <a:lnTo>
                  <a:pt x="1787652" y="156972"/>
                </a:lnTo>
                <a:lnTo>
                  <a:pt x="1863852" y="156972"/>
                </a:lnTo>
                <a:lnTo>
                  <a:pt x="1859254" y="169570"/>
                </a:lnTo>
                <a:lnTo>
                  <a:pt x="1854517" y="182308"/>
                </a:lnTo>
                <a:lnTo>
                  <a:pt x="1849564" y="195122"/>
                </a:lnTo>
                <a:lnTo>
                  <a:pt x="1844040" y="208788"/>
                </a:lnTo>
                <a:lnTo>
                  <a:pt x="1706880" y="208788"/>
                </a:lnTo>
                <a:lnTo>
                  <a:pt x="1720596" y="222504"/>
                </a:lnTo>
                <a:lnTo>
                  <a:pt x="1744980" y="219456"/>
                </a:lnTo>
                <a:lnTo>
                  <a:pt x="1840992" y="219456"/>
                </a:lnTo>
                <a:lnTo>
                  <a:pt x="1814385" y="262585"/>
                </a:lnTo>
                <a:lnTo>
                  <a:pt x="1782508" y="302704"/>
                </a:lnTo>
                <a:lnTo>
                  <a:pt x="1745183" y="339686"/>
                </a:lnTo>
                <a:lnTo>
                  <a:pt x="1702308" y="373380"/>
                </a:lnTo>
                <a:lnTo>
                  <a:pt x="1703832" y="381000"/>
                </a:lnTo>
                <a:lnTo>
                  <a:pt x="1744624" y="354838"/>
                </a:lnTo>
                <a:lnTo>
                  <a:pt x="1781098" y="325678"/>
                </a:lnTo>
                <a:lnTo>
                  <a:pt x="1813331" y="293446"/>
                </a:lnTo>
                <a:lnTo>
                  <a:pt x="1841398" y="258064"/>
                </a:lnTo>
                <a:lnTo>
                  <a:pt x="1865376" y="219456"/>
                </a:lnTo>
                <a:lnTo>
                  <a:pt x="2098548" y="219456"/>
                </a:lnTo>
                <a:close/>
              </a:path>
              <a:path w="2100579" h="411479">
                <a:moveTo>
                  <a:pt x="2100072" y="388620"/>
                </a:moveTo>
                <a:lnTo>
                  <a:pt x="2065020" y="355092"/>
                </a:lnTo>
                <a:lnTo>
                  <a:pt x="2040636" y="379476"/>
                </a:lnTo>
                <a:lnTo>
                  <a:pt x="1946148" y="379476"/>
                </a:lnTo>
                <a:lnTo>
                  <a:pt x="1946148" y="288036"/>
                </a:lnTo>
                <a:lnTo>
                  <a:pt x="2054352" y="288036"/>
                </a:lnTo>
                <a:lnTo>
                  <a:pt x="2023872" y="257556"/>
                </a:lnTo>
                <a:lnTo>
                  <a:pt x="2002536" y="278892"/>
                </a:lnTo>
                <a:lnTo>
                  <a:pt x="1828800" y="278892"/>
                </a:lnTo>
                <a:lnTo>
                  <a:pt x="1842516" y="292608"/>
                </a:lnTo>
                <a:lnTo>
                  <a:pt x="1862328" y="288036"/>
                </a:lnTo>
                <a:lnTo>
                  <a:pt x="1921764" y="288036"/>
                </a:lnTo>
                <a:lnTo>
                  <a:pt x="1921764" y="379476"/>
                </a:lnTo>
                <a:lnTo>
                  <a:pt x="1764792" y="379476"/>
                </a:lnTo>
                <a:lnTo>
                  <a:pt x="1780032" y="394716"/>
                </a:lnTo>
                <a:lnTo>
                  <a:pt x="1789455" y="392480"/>
                </a:lnTo>
                <a:lnTo>
                  <a:pt x="1799463" y="390525"/>
                </a:lnTo>
                <a:lnTo>
                  <a:pt x="1810029" y="389153"/>
                </a:lnTo>
                <a:lnTo>
                  <a:pt x="1821180" y="388620"/>
                </a:lnTo>
                <a:lnTo>
                  <a:pt x="2100072" y="3886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</p:spTree>
  </p:cSld>
  <p:clrMapOvr>
    <a:masterClrMapping/>
  </p:clrMapOvr>
</p:sld>
</file>

<file path=ppt/slides/slide4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object 2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9555480" y="7229856"/>
            <a:ext cx="201167" cy="143256"/>
          </a:xfrm>
          <a:prstGeom prst="rect">
            <a:avLst/>
          </a:prstGeom>
        </p:spPr>
      </p:pic>
      <p:sp>
        <p:nvSpPr>
          <p:cNvPr id="3" name="object 3"/>
          <p:cNvSpPr/>
          <p:nvPr/>
        </p:nvSpPr>
        <p:spPr>
          <a:xfrm>
            <a:off x="1708404" y="1269492"/>
            <a:ext cx="559435" cy="558165"/>
          </a:xfrm>
          <a:custGeom>
            <a:avLst/>
            <a:gdLst/>
            <a:ahLst/>
            <a:cxnLst/>
            <a:rect l="l" t="t" r="r" b="b"/>
            <a:pathLst>
              <a:path w="559435" h="558164">
                <a:moveTo>
                  <a:pt x="147827" y="138684"/>
                </a:moveTo>
                <a:lnTo>
                  <a:pt x="114300" y="138684"/>
                </a:lnTo>
                <a:lnTo>
                  <a:pt x="114221" y="88392"/>
                </a:lnTo>
                <a:lnTo>
                  <a:pt x="114109" y="64198"/>
                </a:lnTo>
                <a:lnTo>
                  <a:pt x="113657" y="30884"/>
                </a:lnTo>
                <a:lnTo>
                  <a:pt x="112775" y="0"/>
                </a:lnTo>
                <a:lnTo>
                  <a:pt x="169163" y="25908"/>
                </a:lnTo>
                <a:lnTo>
                  <a:pt x="147827" y="42672"/>
                </a:lnTo>
                <a:lnTo>
                  <a:pt x="147827" y="138684"/>
                </a:lnTo>
                <a:close/>
              </a:path>
              <a:path w="559435" h="558164">
                <a:moveTo>
                  <a:pt x="414528" y="108204"/>
                </a:moveTo>
                <a:lnTo>
                  <a:pt x="411480" y="108204"/>
                </a:lnTo>
                <a:lnTo>
                  <a:pt x="406931" y="106775"/>
                </a:lnTo>
                <a:lnTo>
                  <a:pt x="402526" y="102489"/>
                </a:lnTo>
                <a:lnTo>
                  <a:pt x="398406" y="95345"/>
                </a:lnTo>
                <a:lnTo>
                  <a:pt x="394716" y="85344"/>
                </a:lnTo>
                <a:lnTo>
                  <a:pt x="387286" y="70770"/>
                </a:lnTo>
                <a:lnTo>
                  <a:pt x="376428" y="54483"/>
                </a:lnTo>
                <a:lnTo>
                  <a:pt x="362140" y="36480"/>
                </a:lnTo>
                <a:lnTo>
                  <a:pt x="344424" y="16764"/>
                </a:lnTo>
                <a:lnTo>
                  <a:pt x="352044" y="9144"/>
                </a:lnTo>
                <a:lnTo>
                  <a:pt x="397954" y="34290"/>
                </a:lnTo>
                <a:lnTo>
                  <a:pt x="431673" y="62865"/>
                </a:lnTo>
                <a:lnTo>
                  <a:pt x="434340" y="77724"/>
                </a:lnTo>
                <a:lnTo>
                  <a:pt x="432816" y="88392"/>
                </a:lnTo>
                <a:lnTo>
                  <a:pt x="429768" y="96012"/>
                </a:lnTo>
                <a:lnTo>
                  <a:pt x="425196" y="100584"/>
                </a:lnTo>
                <a:lnTo>
                  <a:pt x="419100" y="105156"/>
                </a:lnTo>
                <a:lnTo>
                  <a:pt x="414528" y="108204"/>
                </a:lnTo>
                <a:close/>
              </a:path>
              <a:path w="559435" h="558164">
                <a:moveTo>
                  <a:pt x="544068" y="118872"/>
                </a:moveTo>
                <a:lnTo>
                  <a:pt x="483108" y="118872"/>
                </a:lnTo>
                <a:lnTo>
                  <a:pt x="513587" y="88392"/>
                </a:lnTo>
                <a:lnTo>
                  <a:pt x="544068" y="118872"/>
                </a:lnTo>
                <a:close/>
              </a:path>
              <a:path w="559435" h="558164">
                <a:moveTo>
                  <a:pt x="167639" y="557783"/>
                </a:moveTo>
                <a:lnTo>
                  <a:pt x="160019" y="550164"/>
                </a:lnTo>
                <a:lnTo>
                  <a:pt x="191381" y="515326"/>
                </a:lnTo>
                <a:lnTo>
                  <a:pt x="216598" y="477202"/>
                </a:lnTo>
                <a:lnTo>
                  <a:pt x="235243" y="435935"/>
                </a:lnTo>
                <a:lnTo>
                  <a:pt x="246887" y="391668"/>
                </a:lnTo>
                <a:lnTo>
                  <a:pt x="256427" y="319136"/>
                </a:lnTo>
                <a:lnTo>
                  <a:pt x="259079" y="273177"/>
                </a:lnTo>
                <a:lnTo>
                  <a:pt x="260208" y="220867"/>
                </a:lnTo>
                <a:lnTo>
                  <a:pt x="259729" y="162291"/>
                </a:lnTo>
                <a:lnTo>
                  <a:pt x="257555" y="97536"/>
                </a:lnTo>
                <a:lnTo>
                  <a:pt x="294131" y="118872"/>
                </a:lnTo>
                <a:lnTo>
                  <a:pt x="544068" y="118872"/>
                </a:lnTo>
                <a:lnTo>
                  <a:pt x="559308" y="134112"/>
                </a:lnTo>
                <a:lnTo>
                  <a:pt x="294131" y="134112"/>
                </a:lnTo>
                <a:lnTo>
                  <a:pt x="294314" y="196852"/>
                </a:lnTo>
                <a:lnTo>
                  <a:pt x="293034" y="253447"/>
                </a:lnTo>
                <a:lnTo>
                  <a:pt x="290291" y="303970"/>
                </a:lnTo>
                <a:lnTo>
                  <a:pt x="286085" y="348496"/>
                </a:lnTo>
                <a:lnTo>
                  <a:pt x="280415" y="387096"/>
                </a:lnTo>
                <a:lnTo>
                  <a:pt x="266652" y="431125"/>
                </a:lnTo>
                <a:lnTo>
                  <a:pt x="243458" y="474154"/>
                </a:lnTo>
                <a:lnTo>
                  <a:pt x="210550" y="516326"/>
                </a:lnTo>
                <a:lnTo>
                  <a:pt x="167639" y="557783"/>
                </a:lnTo>
                <a:close/>
              </a:path>
              <a:path w="559435" h="558164">
                <a:moveTo>
                  <a:pt x="21335" y="158496"/>
                </a:moveTo>
                <a:lnTo>
                  <a:pt x="1524" y="138684"/>
                </a:lnTo>
                <a:lnTo>
                  <a:pt x="176783" y="138684"/>
                </a:lnTo>
                <a:lnTo>
                  <a:pt x="205739" y="109728"/>
                </a:lnTo>
                <a:lnTo>
                  <a:pt x="248411" y="152400"/>
                </a:lnTo>
                <a:lnTo>
                  <a:pt x="50291" y="152400"/>
                </a:lnTo>
                <a:lnTo>
                  <a:pt x="21335" y="158496"/>
                </a:lnTo>
                <a:close/>
              </a:path>
              <a:path w="559435" h="558164">
                <a:moveTo>
                  <a:pt x="30480" y="353568"/>
                </a:moveTo>
                <a:lnTo>
                  <a:pt x="0" y="307848"/>
                </a:lnTo>
                <a:lnTo>
                  <a:pt x="20859" y="303014"/>
                </a:lnTo>
                <a:lnTo>
                  <a:pt x="46862" y="295465"/>
                </a:lnTo>
                <a:lnTo>
                  <a:pt x="78009" y="285345"/>
                </a:lnTo>
                <a:lnTo>
                  <a:pt x="114300" y="272796"/>
                </a:lnTo>
                <a:lnTo>
                  <a:pt x="114300" y="152400"/>
                </a:lnTo>
                <a:lnTo>
                  <a:pt x="147827" y="152400"/>
                </a:lnTo>
                <a:lnTo>
                  <a:pt x="147827" y="263651"/>
                </a:lnTo>
                <a:lnTo>
                  <a:pt x="191211" y="263651"/>
                </a:lnTo>
                <a:lnTo>
                  <a:pt x="147827" y="284987"/>
                </a:lnTo>
                <a:lnTo>
                  <a:pt x="147827" y="298704"/>
                </a:lnTo>
                <a:lnTo>
                  <a:pt x="114300" y="298704"/>
                </a:lnTo>
                <a:lnTo>
                  <a:pt x="78914" y="316706"/>
                </a:lnTo>
                <a:lnTo>
                  <a:pt x="52959" y="331851"/>
                </a:lnTo>
                <a:lnTo>
                  <a:pt x="36718" y="344138"/>
                </a:lnTo>
                <a:lnTo>
                  <a:pt x="30480" y="353568"/>
                </a:lnTo>
                <a:close/>
              </a:path>
              <a:path w="559435" h="558164">
                <a:moveTo>
                  <a:pt x="191211" y="263651"/>
                </a:moveTo>
                <a:lnTo>
                  <a:pt x="147827" y="263651"/>
                </a:lnTo>
                <a:lnTo>
                  <a:pt x="236219" y="230124"/>
                </a:lnTo>
                <a:lnTo>
                  <a:pt x="240791" y="239268"/>
                </a:lnTo>
                <a:lnTo>
                  <a:pt x="191211" y="263651"/>
                </a:lnTo>
                <a:close/>
              </a:path>
              <a:path w="559435" h="558164">
                <a:moveTo>
                  <a:pt x="146823" y="496824"/>
                </a:moveTo>
                <a:lnTo>
                  <a:pt x="99060" y="496824"/>
                </a:lnTo>
                <a:lnTo>
                  <a:pt x="105941" y="494252"/>
                </a:lnTo>
                <a:lnTo>
                  <a:pt x="110680" y="488823"/>
                </a:lnTo>
                <a:lnTo>
                  <a:pt x="113418" y="480536"/>
                </a:lnTo>
                <a:lnTo>
                  <a:pt x="114300" y="469392"/>
                </a:lnTo>
                <a:lnTo>
                  <a:pt x="114300" y="298704"/>
                </a:lnTo>
                <a:lnTo>
                  <a:pt x="147827" y="298704"/>
                </a:lnTo>
                <a:lnTo>
                  <a:pt x="147827" y="492252"/>
                </a:lnTo>
                <a:lnTo>
                  <a:pt x="146823" y="496824"/>
                </a:lnTo>
                <a:close/>
              </a:path>
              <a:path w="559435" h="558164">
                <a:moveTo>
                  <a:pt x="96012" y="553212"/>
                </a:moveTo>
                <a:lnTo>
                  <a:pt x="93178" y="538614"/>
                </a:lnTo>
                <a:lnTo>
                  <a:pt x="80200" y="524446"/>
                </a:lnTo>
                <a:lnTo>
                  <a:pt x="57221" y="510563"/>
                </a:lnTo>
                <a:lnTo>
                  <a:pt x="24383" y="496824"/>
                </a:lnTo>
                <a:lnTo>
                  <a:pt x="24383" y="487680"/>
                </a:lnTo>
                <a:lnTo>
                  <a:pt x="51268" y="491680"/>
                </a:lnTo>
                <a:lnTo>
                  <a:pt x="72580" y="494538"/>
                </a:lnTo>
                <a:lnTo>
                  <a:pt x="88463" y="496252"/>
                </a:lnTo>
                <a:lnTo>
                  <a:pt x="99060" y="496824"/>
                </a:lnTo>
                <a:lnTo>
                  <a:pt x="146823" y="496824"/>
                </a:lnTo>
                <a:lnTo>
                  <a:pt x="143803" y="510563"/>
                </a:lnTo>
                <a:lnTo>
                  <a:pt x="133921" y="526732"/>
                </a:lnTo>
                <a:lnTo>
                  <a:pt x="118038" y="540900"/>
                </a:lnTo>
                <a:lnTo>
                  <a:pt x="96012" y="553212"/>
                </a:lnTo>
                <a:close/>
              </a:path>
            </a:pathLst>
          </a:custGeom>
          <a:solidFill>
            <a:srgbClr val="3333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" name="object 4"/>
          <p:cNvSpPr/>
          <p:nvPr/>
        </p:nvSpPr>
        <p:spPr>
          <a:xfrm>
            <a:off x="2325623" y="1278636"/>
            <a:ext cx="550545" cy="544195"/>
          </a:xfrm>
          <a:custGeom>
            <a:avLst/>
            <a:gdLst/>
            <a:ahLst/>
            <a:cxnLst/>
            <a:rect l="l" t="t" r="r" b="b"/>
            <a:pathLst>
              <a:path w="550544" h="544194">
                <a:moveTo>
                  <a:pt x="496663" y="24384"/>
                </a:moveTo>
                <a:lnTo>
                  <a:pt x="445008" y="24384"/>
                </a:lnTo>
                <a:lnTo>
                  <a:pt x="463296" y="0"/>
                </a:lnTo>
                <a:lnTo>
                  <a:pt x="496663" y="24384"/>
                </a:lnTo>
                <a:close/>
              </a:path>
              <a:path w="550544" h="544194">
                <a:moveTo>
                  <a:pt x="7620" y="544068"/>
                </a:moveTo>
                <a:lnTo>
                  <a:pt x="0" y="537972"/>
                </a:lnTo>
                <a:lnTo>
                  <a:pt x="18907" y="504825"/>
                </a:lnTo>
                <a:lnTo>
                  <a:pt x="34671" y="471678"/>
                </a:lnTo>
                <a:lnTo>
                  <a:pt x="57912" y="405384"/>
                </a:lnTo>
                <a:lnTo>
                  <a:pt x="70485" y="335661"/>
                </a:lnTo>
                <a:lnTo>
                  <a:pt x="76200" y="263652"/>
                </a:lnTo>
                <a:lnTo>
                  <a:pt x="78295" y="191643"/>
                </a:lnTo>
                <a:lnTo>
                  <a:pt x="79075" y="144637"/>
                </a:lnTo>
                <a:lnTo>
                  <a:pt x="79173" y="112776"/>
                </a:lnTo>
                <a:lnTo>
                  <a:pt x="78986" y="89654"/>
                </a:lnTo>
                <a:lnTo>
                  <a:pt x="78295" y="59245"/>
                </a:lnTo>
                <a:lnTo>
                  <a:pt x="77319" y="30837"/>
                </a:lnTo>
                <a:lnTo>
                  <a:pt x="76200" y="4572"/>
                </a:lnTo>
                <a:lnTo>
                  <a:pt x="112776" y="24384"/>
                </a:lnTo>
                <a:lnTo>
                  <a:pt x="496663" y="24384"/>
                </a:lnTo>
                <a:lnTo>
                  <a:pt x="502920" y="28956"/>
                </a:lnTo>
                <a:lnTo>
                  <a:pt x="492113" y="38100"/>
                </a:lnTo>
                <a:lnTo>
                  <a:pt x="112776" y="38100"/>
                </a:lnTo>
                <a:lnTo>
                  <a:pt x="112776" y="112776"/>
                </a:lnTo>
                <a:lnTo>
                  <a:pt x="484459" y="112776"/>
                </a:lnTo>
                <a:lnTo>
                  <a:pt x="485036" y="125444"/>
                </a:lnTo>
                <a:lnTo>
                  <a:pt x="485108" y="126492"/>
                </a:lnTo>
                <a:lnTo>
                  <a:pt x="112776" y="126492"/>
                </a:lnTo>
                <a:lnTo>
                  <a:pt x="112490" y="176450"/>
                </a:lnTo>
                <a:lnTo>
                  <a:pt x="111691" y="217931"/>
                </a:lnTo>
                <a:lnTo>
                  <a:pt x="109728" y="217931"/>
                </a:lnTo>
                <a:lnTo>
                  <a:pt x="109728" y="231648"/>
                </a:lnTo>
                <a:lnTo>
                  <a:pt x="111240" y="231648"/>
                </a:lnTo>
                <a:lnTo>
                  <a:pt x="110204" y="259794"/>
                </a:lnTo>
                <a:lnTo>
                  <a:pt x="108204" y="292607"/>
                </a:lnTo>
                <a:lnTo>
                  <a:pt x="105749" y="310895"/>
                </a:lnTo>
                <a:lnTo>
                  <a:pt x="105156" y="310895"/>
                </a:lnTo>
                <a:lnTo>
                  <a:pt x="102108" y="326136"/>
                </a:lnTo>
                <a:lnTo>
                  <a:pt x="103560" y="326136"/>
                </a:lnTo>
                <a:lnTo>
                  <a:pt x="98869" y="352996"/>
                </a:lnTo>
                <a:lnTo>
                  <a:pt x="83820" y="414528"/>
                </a:lnTo>
                <a:lnTo>
                  <a:pt x="55435" y="477583"/>
                </a:lnTo>
                <a:lnTo>
                  <a:pt x="33885" y="510325"/>
                </a:lnTo>
                <a:lnTo>
                  <a:pt x="7620" y="544068"/>
                </a:lnTo>
                <a:close/>
              </a:path>
              <a:path w="550544" h="544194">
                <a:moveTo>
                  <a:pt x="484459" y="112776"/>
                </a:moveTo>
                <a:lnTo>
                  <a:pt x="449580" y="112776"/>
                </a:lnTo>
                <a:lnTo>
                  <a:pt x="449580" y="38100"/>
                </a:lnTo>
                <a:lnTo>
                  <a:pt x="492113" y="38100"/>
                </a:lnTo>
                <a:lnTo>
                  <a:pt x="483108" y="45720"/>
                </a:lnTo>
                <a:lnTo>
                  <a:pt x="483369" y="77438"/>
                </a:lnTo>
                <a:lnTo>
                  <a:pt x="484060" y="104013"/>
                </a:lnTo>
                <a:lnTo>
                  <a:pt x="484459" y="112776"/>
                </a:lnTo>
                <a:close/>
              </a:path>
              <a:path w="550544" h="544194">
                <a:moveTo>
                  <a:pt x="449580" y="153924"/>
                </a:moveTo>
                <a:lnTo>
                  <a:pt x="449580" y="126492"/>
                </a:lnTo>
                <a:lnTo>
                  <a:pt x="485108" y="126492"/>
                </a:lnTo>
                <a:lnTo>
                  <a:pt x="486156" y="141732"/>
                </a:lnTo>
                <a:lnTo>
                  <a:pt x="449580" y="153924"/>
                </a:lnTo>
                <a:close/>
              </a:path>
              <a:path w="550544" h="544194">
                <a:moveTo>
                  <a:pt x="251460" y="217931"/>
                </a:moveTo>
                <a:lnTo>
                  <a:pt x="219456" y="217931"/>
                </a:lnTo>
                <a:lnTo>
                  <a:pt x="219436" y="193095"/>
                </a:lnTo>
                <a:lnTo>
                  <a:pt x="219326" y="171259"/>
                </a:lnTo>
                <a:lnTo>
                  <a:pt x="219206" y="160020"/>
                </a:lnTo>
                <a:lnTo>
                  <a:pt x="218813" y="144637"/>
                </a:lnTo>
                <a:lnTo>
                  <a:pt x="217932" y="134112"/>
                </a:lnTo>
                <a:lnTo>
                  <a:pt x="272795" y="158496"/>
                </a:lnTo>
                <a:lnTo>
                  <a:pt x="251460" y="175260"/>
                </a:lnTo>
                <a:lnTo>
                  <a:pt x="251460" y="217931"/>
                </a:lnTo>
                <a:close/>
              </a:path>
              <a:path w="550544" h="544194">
                <a:moveTo>
                  <a:pt x="382524" y="217931"/>
                </a:moveTo>
                <a:lnTo>
                  <a:pt x="352044" y="217931"/>
                </a:lnTo>
                <a:lnTo>
                  <a:pt x="351782" y="193095"/>
                </a:lnTo>
                <a:lnTo>
                  <a:pt x="351091" y="171259"/>
                </a:lnTo>
                <a:lnTo>
                  <a:pt x="350115" y="152566"/>
                </a:lnTo>
                <a:lnTo>
                  <a:pt x="348996" y="137160"/>
                </a:lnTo>
                <a:lnTo>
                  <a:pt x="403860" y="160020"/>
                </a:lnTo>
                <a:lnTo>
                  <a:pt x="382524" y="175260"/>
                </a:lnTo>
                <a:lnTo>
                  <a:pt x="382524" y="217931"/>
                </a:lnTo>
                <a:close/>
              </a:path>
              <a:path w="550544" h="544194">
                <a:moveTo>
                  <a:pt x="499872" y="231648"/>
                </a:moveTo>
                <a:lnTo>
                  <a:pt x="111240" y="231648"/>
                </a:lnTo>
                <a:lnTo>
                  <a:pt x="111633" y="220979"/>
                </a:lnTo>
                <a:lnTo>
                  <a:pt x="111691" y="217931"/>
                </a:lnTo>
                <a:lnTo>
                  <a:pt x="428244" y="217931"/>
                </a:lnTo>
                <a:lnTo>
                  <a:pt x="457200" y="188976"/>
                </a:lnTo>
                <a:lnTo>
                  <a:pt x="499872" y="231648"/>
                </a:lnTo>
                <a:close/>
              </a:path>
              <a:path w="550544" h="544194">
                <a:moveTo>
                  <a:pt x="111240" y="231648"/>
                </a:moveTo>
                <a:lnTo>
                  <a:pt x="109728" y="231648"/>
                </a:lnTo>
                <a:lnTo>
                  <a:pt x="109728" y="217931"/>
                </a:lnTo>
                <a:lnTo>
                  <a:pt x="111691" y="217931"/>
                </a:lnTo>
                <a:lnTo>
                  <a:pt x="111633" y="220979"/>
                </a:lnTo>
                <a:lnTo>
                  <a:pt x="111240" y="231648"/>
                </a:lnTo>
                <a:close/>
              </a:path>
              <a:path w="550544" h="544194">
                <a:moveTo>
                  <a:pt x="251460" y="310895"/>
                </a:moveTo>
                <a:lnTo>
                  <a:pt x="219456" y="310895"/>
                </a:lnTo>
                <a:lnTo>
                  <a:pt x="219456" y="231648"/>
                </a:lnTo>
                <a:lnTo>
                  <a:pt x="251460" y="231648"/>
                </a:lnTo>
                <a:lnTo>
                  <a:pt x="251460" y="310895"/>
                </a:lnTo>
                <a:close/>
              </a:path>
              <a:path w="550544" h="544194">
                <a:moveTo>
                  <a:pt x="382524" y="310895"/>
                </a:moveTo>
                <a:lnTo>
                  <a:pt x="352044" y="310895"/>
                </a:lnTo>
                <a:lnTo>
                  <a:pt x="352044" y="231648"/>
                </a:lnTo>
                <a:lnTo>
                  <a:pt x="382524" y="231648"/>
                </a:lnTo>
                <a:lnTo>
                  <a:pt x="382524" y="310895"/>
                </a:lnTo>
                <a:close/>
              </a:path>
              <a:path w="550544" h="544194">
                <a:moveTo>
                  <a:pt x="541020" y="326136"/>
                </a:moveTo>
                <a:lnTo>
                  <a:pt x="103560" y="326136"/>
                </a:lnTo>
                <a:lnTo>
                  <a:pt x="104179" y="322587"/>
                </a:lnTo>
                <a:lnTo>
                  <a:pt x="105749" y="310895"/>
                </a:lnTo>
                <a:lnTo>
                  <a:pt x="458724" y="310895"/>
                </a:lnTo>
                <a:lnTo>
                  <a:pt x="492252" y="277368"/>
                </a:lnTo>
                <a:lnTo>
                  <a:pt x="541020" y="326136"/>
                </a:lnTo>
                <a:close/>
              </a:path>
              <a:path w="550544" h="544194">
                <a:moveTo>
                  <a:pt x="103560" y="326136"/>
                </a:moveTo>
                <a:lnTo>
                  <a:pt x="102108" y="326136"/>
                </a:lnTo>
                <a:lnTo>
                  <a:pt x="105156" y="310895"/>
                </a:lnTo>
                <a:lnTo>
                  <a:pt x="105749" y="310895"/>
                </a:lnTo>
                <a:lnTo>
                  <a:pt x="104179" y="322587"/>
                </a:lnTo>
                <a:lnTo>
                  <a:pt x="103560" y="326136"/>
                </a:lnTo>
                <a:close/>
              </a:path>
              <a:path w="550544" h="544194">
                <a:moveTo>
                  <a:pt x="202692" y="541020"/>
                </a:moveTo>
                <a:lnTo>
                  <a:pt x="175260" y="504444"/>
                </a:lnTo>
                <a:lnTo>
                  <a:pt x="180117" y="498133"/>
                </a:lnTo>
                <a:lnTo>
                  <a:pt x="183261" y="490537"/>
                </a:lnTo>
                <a:lnTo>
                  <a:pt x="184527" y="482536"/>
                </a:lnTo>
                <a:lnTo>
                  <a:pt x="184583" y="477583"/>
                </a:lnTo>
                <a:lnTo>
                  <a:pt x="184424" y="471678"/>
                </a:lnTo>
                <a:lnTo>
                  <a:pt x="184404" y="326136"/>
                </a:lnTo>
                <a:lnTo>
                  <a:pt x="214884" y="326136"/>
                </a:lnTo>
                <a:lnTo>
                  <a:pt x="214884" y="486156"/>
                </a:lnTo>
                <a:lnTo>
                  <a:pt x="266030" y="486156"/>
                </a:lnTo>
                <a:lnTo>
                  <a:pt x="245173" y="500824"/>
                </a:lnTo>
                <a:lnTo>
                  <a:pt x="220146" y="521850"/>
                </a:lnTo>
                <a:lnTo>
                  <a:pt x="202692" y="541020"/>
                </a:lnTo>
                <a:close/>
              </a:path>
              <a:path w="550544" h="544194">
                <a:moveTo>
                  <a:pt x="499872" y="531876"/>
                </a:moveTo>
                <a:lnTo>
                  <a:pt x="435864" y="510540"/>
                </a:lnTo>
                <a:lnTo>
                  <a:pt x="371856" y="470916"/>
                </a:lnTo>
                <a:lnTo>
                  <a:pt x="342138" y="443150"/>
                </a:lnTo>
                <a:lnTo>
                  <a:pt x="316992" y="409956"/>
                </a:lnTo>
                <a:lnTo>
                  <a:pt x="296418" y="371046"/>
                </a:lnTo>
                <a:lnTo>
                  <a:pt x="280416" y="326136"/>
                </a:lnTo>
                <a:lnTo>
                  <a:pt x="291083" y="326136"/>
                </a:lnTo>
                <a:lnTo>
                  <a:pt x="304252" y="351543"/>
                </a:lnTo>
                <a:lnTo>
                  <a:pt x="318706" y="375094"/>
                </a:lnTo>
                <a:lnTo>
                  <a:pt x="334589" y="396644"/>
                </a:lnTo>
                <a:lnTo>
                  <a:pt x="352044" y="416052"/>
                </a:lnTo>
                <a:lnTo>
                  <a:pt x="379799" y="416052"/>
                </a:lnTo>
                <a:lnTo>
                  <a:pt x="361188" y="426720"/>
                </a:lnTo>
                <a:lnTo>
                  <a:pt x="400431" y="452818"/>
                </a:lnTo>
                <a:lnTo>
                  <a:pt x="446532" y="470916"/>
                </a:lnTo>
                <a:lnTo>
                  <a:pt x="496633" y="482536"/>
                </a:lnTo>
                <a:lnTo>
                  <a:pt x="550163" y="486156"/>
                </a:lnTo>
                <a:lnTo>
                  <a:pt x="550163" y="495300"/>
                </a:lnTo>
                <a:lnTo>
                  <a:pt x="530733" y="501015"/>
                </a:lnTo>
                <a:lnTo>
                  <a:pt x="515874" y="509016"/>
                </a:lnTo>
                <a:lnTo>
                  <a:pt x="505587" y="519303"/>
                </a:lnTo>
                <a:lnTo>
                  <a:pt x="499872" y="531876"/>
                </a:lnTo>
                <a:close/>
              </a:path>
              <a:path w="550544" h="544194">
                <a:moveTo>
                  <a:pt x="379799" y="416052"/>
                </a:moveTo>
                <a:lnTo>
                  <a:pt x="352044" y="416052"/>
                </a:lnTo>
                <a:lnTo>
                  <a:pt x="378928" y="396359"/>
                </a:lnTo>
                <a:lnTo>
                  <a:pt x="402526" y="376237"/>
                </a:lnTo>
                <a:lnTo>
                  <a:pt x="422981" y="355830"/>
                </a:lnTo>
                <a:lnTo>
                  <a:pt x="440436" y="335280"/>
                </a:lnTo>
                <a:lnTo>
                  <a:pt x="473963" y="373380"/>
                </a:lnTo>
                <a:lnTo>
                  <a:pt x="457628" y="376785"/>
                </a:lnTo>
                <a:lnTo>
                  <a:pt x="433578" y="386905"/>
                </a:lnTo>
                <a:lnTo>
                  <a:pt x="401526" y="403598"/>
                </a:lnTo>
                <a:lnTo>
                  <a:pt x="379799" y="416052"/>
                </a:lnTo>
                <a:close/>
              </a:path>
              <a:path w="550544" h="544194">
                <a:moveTo>
                  <a:pt x="266030" y="486156"/>
                </a:moveTo>
                <a:lnTo>
                  <a:pt x="214884" y="486156"/>
                </a:lnTo>
                <a:lnTo>
                  <a:pt x="313944" y="445008"/>
                </a:lnTo>
                <a:lnTo>
                  <a:pt x="318516" y="452628"/>
                </a:lnTo>
                <a:lnTo>
                  <a:pt x="277915" y="477797"/>
                </a:lnTo>
                <a:lnTo>
                  <a:pt x="266030" y="486156"/>
                </a:lnTo>
                <a:close/>
              </a:path>
            </a:pathLst>
          </a:custGeom>
          <a:solidFill>
            <a:srgbClr val="3333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" name="object 5"/>
          <p:cNvSpPr/>
          <p:nvPr/>
        </p:nvSpPr>
        <p:spPr>
          <a:xfrm>
            <a:off x="1751075" y="2552700"/>
            <a:ext cx="155575" cy="155575"/>
          </a:xfrm>
          <a:custGeom>
            <a:avLst/>
            <a:gdLst/>
            <a:ahLst/>
            <a:cxnLst/>
            <a:rect l="l" t="t" r="r" b="b"/>
            <a:pathLst>
              <a:path w="155575" h="155575">
                <a:moveTo>
                  <a:pt x="155448" y="155448"/>
                </a:moveTo>
                <a:lnTo>
                  <a:pt x="0" y="155448"/>
                </a:lnTo>
                <a:lnTo>
                  <a:pt x="0" y="0"/>
                </a:lnTo>
                <a:lnTo>
                  <a:pt x="155448" y="0"/>
                </a:lnTo>
                <a:lnTo>
                  <a:pt x="155448" y="155448"/>
                </a:lnTo>
                <a:close/>
              </a:path>
            </a:pathLst>
          </a:custGeom>
          <a:solidFill>
            <a:srgbClr val="3333C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" name="object 6"/>
          <p:cNvSpPr/>
          <p:nvPr/>
        </p:nvSpPr>
        <p:spPr>
          <a:xfrm>
            <a:off x="2121395" y="2371343"/>
            <a:ext cx="848994" cy="398145"/>
          </a:xfrm>
          <a:custGeom>
            <a:avLst/>
            <a:gdLst/>
            <a:ahLst/>
            <a:cxnLst/>
            <a:rect l="l" t="t" r="r" b="b"/>
            <a:pathLst>
              <a:path w="848994" h="398144">
                <a:moveTo>
                  <a:pt x="193560" y="67056"/>
                </a:moveTo>
                <a:lnTo>
                  <a:pt x="164604" y="42672"/>
                </a:lnTo>
                <a:lnTo>
                  <a:pt x="149364" y="60960"/>
                </a:lnTo>
                <a:lnTo>
                  <a:pt x="12204" y="60960"/>
                </a:lnTo>
                <a:lnTo>
                  <a:pt x="28968" y="76200"/>
                </a:lnTo>
                <a:lnTo>
                  <a:pt x="38392" y="73964"/>
                </a:lnTo>
                <a:lnTo>
                  <a:pt x="48399" y="72009"/>
                </a:lnTo>
                <a:lnTo>
                  <a:pt x="58966" y="70637"/>
                </a:lnTo>
                <a:lnTo>
                  <a:pt x="70116" y="70104"/>
                </a:lnTo>
                <a:lnTo>
                  <a:pt x="149364" y="70104"/>
                </a:lnTo>
                <a:lnTo>
                  <a:pt x="140220" y="104965"/>
                </a:lnTo>
                <a:lnTo>
                  <a:pt x="131076" y="136398"/>
                </a:lnTo>
                <a:lnTo>
                  <a:pt x="121932" y="164401"/>
                </a:lnTo>
                <a:lnTo>
                  <a:pt x="112788" y="188976"/>
                </a:lnTo>
                <a:lnTo>
                  <a:pt x="94234" y="167284"/>
                </a:lnTo>
                <a:lnTo>
                  <a:pt x="75260" y="145732"/>
                </a:lnTo>
                <a:lnTo>
                  <a:pt x="56095" y="124587"/>
                </a:lnTo>
                <a:lnTo>
                  <a:pt x="36588" y="103632"/>
                </a:lnTo>
                <a:lnTo>
                  <a:pt x="32016" y="109728"/>
                </a:lnTo>
                <a:lnTo>
                  <a:pt x="45161" y="127165"/>
                </a:lnTo>
                <a:lnTo>
                  <a:pt x="61734" y="149733"/>
                </a:lnTo>
                <a:lnTo>
                  <a:pt x="81737" y="177457"/>
                </a:lnTo>
                <a:lnTo>
                  <a:pt x="105168" y="210312"/>
                </a:lnTo>
                <a:lnTo>
                  <a:pt x="96329" y="226885"/>
                </a:lnTo>
                <a:lnTo>
                  <a:pt x="74091" y="263461"/>
                </a:lnTo>
                <a:lnTo>
                  <a:pt x="46088" y="303453"/>
                </a:lnTo>
                <a:lnTo>
                  <a:pt x="15748" y="339407"/>
                </a:lnTo>
                <a:lnTo>
                  <a:pt x="0" y="355092"/>
                </a:lnTo>
                <a:lnTo>
                  <a:pt x="1524" y="362712"/>
                </a:lnTo>
                <a:lnTo>
                  <a:pt x="41351" y="328612"/>
                </a:lnTo>
                <a:lnTo>
                  <a:pt x="73164" y="295656"/>
                </a:lnTo>
                <a:lnTo>
                  <a:pt x="98310" y="262318"/>
                </a:lnTo>
                <a:lnTo>
                  <a:pt x="118884" y="230124"/>
                </a:lnTo>
                <a:lnTo>
                  <a:pt x="129425" y="255041"/>
                </a:lnTo>
                <a:lnTo>
                  <a:pt x="138125" y="277368"/>
                </a:lnTo>
                <a:lnTo>
                  <a:pt x="144805" y="297421"/>
                </a:lnTo>
                <a:lnTo>
                  <a:pt x="149364" y="315468"/>
                </a:lnTo>
                <a:lnTo>
                  <a:pt x="152552" y="328599"/>
                </a:lnTo>
                <a:lnTo>
                  <a:pt x="155460" y="338137"/>
                </a:lnTo>
                <a:lnTo>
                  <a:pt x="158356" y="343979"/>
                </a:lnTo>
                <a:lnTo>
                  <a:pt x="161556" y="345948"/>
                </a:lnTo>
                <a:lnTo>
                  <a:pt x="163080" y="345948"/>
                </a:lnTo>
                <a:lnTo>
                  <a:pt x="166128" y="342900"/>
                </a:lnTo>
                <a:lnTo>
                  <a:pt x="170688" y="339852"/>
                </a:lnTo>
                <a:lnTo>
                  <a:pt x="173736" y="335280"/>
                </a:lnTo>
                <a:lnTo>
                  <a:pt x="176796" y="329184"/>
                </a:lnTo>
                <a:lnTo>
                  <a:pt x="176796" y="318516"/>
                </a:lnTo>
                <a:lnTo>
                  <a:pt x="177126" y="311086"/>
                </a:lnTo>
                <a:lnTo>
                  <a:pt x="165557" y="269684"/>
                </a:lnTo>
                <a:lnTo>
                  <a:pt x="144983" y="233730"/>
                </a:lnTo>
                <a:lnTo>
                  <a:pt x="129552" y="210312"/>
                </a:lnTo>
                <a:lnTo>
                  <a:pt x="138353" y="188976"/>
                </a:lnTo>
                <a:lnTo>
                  <a:pt x="140995" y="182575"/>
                </a:lnTo>
                <a:lnTo>
                  <a:pt x="152603" y="151828"/>
                </a:lnTo>
                <a:lnTo>
                  <a:pt x="164477" y="117944"/>
                </a:lnTo>
                <a:lnTo>
                  <a:pt x="176796" y="80772"/>
                </a:lnTo>
                <a:lnTo>
                  <a:pt x="189826" y="70104"/>
                </a:lnTo>
                <a:lnTo>
                  <a:pt x="193560" y="67056"/>
                </a:lnTo>
                <a:close/>
              </a:path>
              <a:path w="848994" h="398144">
                <a:moveTo>
                  <a:pt x="257568" y="230124"/>
                </a:moveTo>
                <a:lnTo>
                  <a:pt x="235280" y="186118"/>
                </a:lnTo>
                <a:lnTo>
                  <a:pt x="205752" y="160020"/>
                </a:lnTo>
                <a:lnTo>
                  <a:pt x="199656" y="163068"/>
                </a:lnTo>
                <a:lnTo>
                  <a:pt x="211061" y="185077"/>
                </a:lnTo>
                <a:lnTo>
                  <a:pt x="220040" y="205359"/>
                </a:lnTo>
                <a:lnTo>
                  <a:pt x="226441" y="223939"/>
                </a:lnTo>
                <a:lnTo>
                  <a:pt x="230124" y="240792"/>
                </a:lnTo>
                <a:lnTo>
                  <a:pt x="231559" y="251675"/>
                </a:lnTo>
                <a:lnTo>
                  <a:pt x="233565" y="259270"/>
                </a:lnTo>
                <a:lnTo>
                  <a:pt x="236131" y="263728"/>
                </a:lnTo>
                <a:lnTo>
                  <a:pt x="239280" y="265176"/>
                </a:lnTo>
                <a:lnTo>
                  <a:pt x="243852" y="262128"/>
                </a:lnTo>
                <a:lnTo>
                  <a:pt x="248412" y="254508"/>
                </a:lnTo>
                <a:lnTo>
                  <a:pt x="252425" y="248780"/>
                </a:lnTo>
                <a:lnTo>
                  <a:pt x="255282" y="242887"/>
                </a:lnTo>
                <a:lnTo>
                  <a:pt x="256997" y="236728"/>
                </a:lnTo>
                <a:lnTo>
                  <a:pt x="257568" y="230124"/>
                </a:lnTo>
                <a:close/>
              </a:path>
              <a:path w="848994" h="398144">
                <a:moveTo>
                  <a:pt x="411480" y="123444"/>
                </a:moveTo>
                <a:lnTo>
                  <a:pt x="377964" y="89916"/>
                </a:lnTo>
                <a:lnTo>
                  <a:pt x="355104" y="112776"/>
                </a:lnTo>
                <a:lnTo>
                  <a:pt x="335280" y="112776"/>
                </a:lnTo>
                <a:lnTo>
                  <a:pt x="335280" y="35052"/>
                </a:lnTo>
                <a:lnTo>
                  <a:pt x="352056" y="19812"/>
                </a:lnTo>
                <a:lnTo>
                  <a:pt x="309384" y="0"/>
                </a:lnTo>
                <a:lnTo>
                  <a:pt x="310502" y="11772"/>
                </a:lnTo>
                <a:lnTo>
                  <a:pt x="311480" y="24384"/>
                </a:lnTo>
                <a:lnTo>
                  <a:pt x="312166" y="38150"/>
                </a:lnTo>
                <a:lnTo>
                  <a:pt x="312432" y="53340"/>
                </a:lnTo>
                <a:lnTo>
                  <a:pt x="312432" y="112776"/>
                </a:lnTo>
                <a:lnTo>
                  <a:pt x="172212" y="112776"/>
                </a:lnTo>
                <a:lnTo>
                  <a:pt x="187464" y="128016"/>
                </a:lnTo>
                <a:lnTo>
                  <a:pt x="197764" y="126022"/>
                </a:lnTo>
                <a:lnTo>
                  <a:pt x="208229" y="124587"/>
                </a:lnTo>
                <a:lnTo>
                  <a:pt x="218960" y="123736"/>
                </a:lnTo>
                <a:lnTo>
                  <a:pt x="230124" y="123444"/>
                </a:lnTo>
                <a:lnTo>
                  <a:pt x="312432" y="123444"/>
                </a:lnTo>
                <a:lnTo>
                  <a:pt x="312432" y="348996"/>
                </a:lnTo>
                <a:lnTo>
                  <a:pt x="307860" y="353568"/>
                </a:lnTo>
                <a:lnTo>
                  <a:pt x="300240" y="355092"/>
                </a:lnTo>
                <a:lnTo>
                  <a:pt x="291922" y="354761"/>
                </a:lnTo>
                <a:lnTo>
                  <a:pt x="278333" y="353568"/>
                </a:lnTo>
                <a:lnTo>
                  <a:pt x="259295" y="351243"/>
                </a:lnTo>
                <a:lnTo>
                  <a:pt x="234708" y="347472"/>
                </a:lnTo>
                <a:lnTo>
                  <a:pt x="234708" y="356616"/>
                </a:lnTo>
                <a:lnTo>
                  <a:pt x="262470" y="366903"/>
                </a:lnTo>
                <a:lnTo>
                  <a:pt x="281952" y="377190"/>
                </a:lnTo>
                <a:lnTo>
                  <a:pt x="293420" y="387477"/>
                </a:lnTo>
                <a:lnTo>
                  <a:pt x="297192" y="397764"/>
                </a:lnTo>
                <a:lnTo>
                  <a:pt x="314071" y="388912"/>
                </a:lnTo>
                <a:lnTo>
                  <a:pt x="325945" y="378333"/>
                </a:lnTo>
                <a:lnTo>
                  <a:pt x="332981" y="366052"/>
                </a:lnTo>
                <a:lnTo>
                  <a:pt x="334784" y="355092"/>
                </a:lnTo>
                <a:lnTo>
                  <a:pt x="335280" y="352044"/>
                </a:lnTo>
                <a:lnTo>
                  <a:pt x="335280" y="123444"/>
                </a:lnTo>
                <a:lnTo>
                  <a:pt x="411480" y="123444"/>
                </a:lnTo>
                <a:close/>
              </a:path>
              <a:path w="848994" h="398144">
                <a:moveTo>
                  <a:pt x="848880" y="173736"/>
                </a:moveTo>
                <a:lnTo>
                  <a:pt x="810780" y="135636"/>
                </a:lnTo>
                <a:lnTo>
                  <a:pt x="783348" y="163068"/>
                </a:lnTo>
                <a:lnTo>
                  <a:pt x="664476" y="163068"/>
                </a:lnTo>
                <a:lnTo>
                  <a:pt x="664476" y="41148"/>
                </a:lnTo>
                <a:lnTo>
                  <a:pt x="800112" y="41148"/>
                </a:lnTo>
                <a:lnTo>
                  <a:pt x="765060" y="6096"/>
                </a:lnTo>
                <a:lnTo>
                  <a:pt x="740676" y="30480"/>
                </a:lnTo>
                <a:lnTo>
                  <a:pt x="507504" y="30480"/>
                </a:lnTo>
                <a:lnTo>
                  <a:pt x="524268" y="47244"/>
                </a:lnTo>
                <a:lnTo>
                  <a:pt x="533692" y="44373"/>
                </a:lnTo>
                <a:lnTo>
                  <a:pt x="543699" y="42481"/>
                </a:lnTo>
                <a:lnTo>
                  <a:pt x="554266" y="41465"/>
                </a:lnTo>
                <a:lnTo>
                  <a:pt x="565416" y="41148"/>
                </a:lnTo>
                <a:lnTo>
                  <a:pt x="638568" y="41148"/>
                </a:lnTo>
                <a:lnTo>
                  <a:pt x="638568" y="163068"/>
                </a:lnTo>
                <a:lnTo>
                  <a:pt x="454164" y="163068"/>
                </a:lnTo>
                <a:lnTo>
                  <a:pt x="469404" y="178308"/>
                </a:lnTo>
                <a:lnTo>
                  <a:pt x="479704" y="176314"/>
                </a:lnTo>
                <a:lnTo>
                  <a:pt x="490169" y="174879"/>
                </a:lnTo>
                <a:lnTo>
                  <a:pt x="500900" y="174028"/>
                </a:lnTo>
                <a:lnTo>
                  <a:pt x="512076" y="173736"/>
                </a:lnTo>
                <a:lnTo>
                  <a:pt x="638568" y="173736"/>
                </a:lnTo>
                <a:lnTo>
                  <a:pt x="638568" y="326136"/>
                </a:lnTo>
                <a:lnTo>
                  <a:pt x="637438" y="336143"/>
                </a:lnTo>
                <a:lnTo>
                  <a:pt x="634187" y="343281"/>
                </a:lnTo>
                <a:lnTo>
                  <a:pt x="628916" y="347573"/>
                </a:lnTo>
                <a:lnTo>
                  <a:pt x="621804" y="348996"/>
                </a:lnTo>
                <a:lnTo>
                  <a:pt x="611251" y="348691"/>
                </a:lnTo>
                <a:lnTo>
                  <a:pt x="597992" y="347662"/>
                </a:lnTo>
                <a:lnTo>
                  <a:pt x="582155" y="345782"/>
                </a:lnTo>
                <a:lnTo>
                  <a:pt x="563892" y="342900"/>
                </a:lnTo>
                <a:lnTo>
                  <a:pt x="563892" y="350520"/>
                </a:lnTo>
                <a:lnTo>
                  <a:pt x="589889" y="359117"/>
                </a:lnTo>
                <a:lnTo>
                  <a:pt x="608469" y="368998"/>
                </a:lnTo>
                <a:lnTo>
                  <a:pt x="619607" y="380314"/>
                </a:lnTo>
                <a:lnTo>
                  <a:pt x="623328" y="393192"/>
                </a:lnTo>
                <a:lnTo>
                  <a:pt x="642188" y="384009"/>
                </a:lnTo>
                <a:lnTo>
                  <a:pt x="655332" y="372237"/>
                </a:lnTo>
                <a:lnTo>
                  <a:pt x="662762" y="357619"/>
                </a:lnTo>
                <a:lnTo>
                  <a:pt x="664476" y="339852"/>
                </a:lnTo>
                <a:lnTo>
                  <a:pt x="664476" y="173736"/>
                </a:lnTo>
                <a:lnTo>
                  <a:pt x="848880" y="17373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" name="object 7"/>
          <p:cNvSpPr/>
          <p:nvPr/>
        </p:nvSpPr>
        <p:spPr>
          <a:xfrm>
            <a:off x="3020555" y="2360675"/>
            <a:ext cx="1737360" cy="410209"/>
          </a:xfrm>
          <a:custGeom>
            <a:avLst/>
            <a:gdLst/>
            <a:ahLst/>
            <a:cxnLst/>
            <a:rect l="l" t="t" r="r" b="b"/>
            <a:pathLst>
              <a:path w="1737360" h="410210">
                <a:moveTo>
                  <a:pt x="396240" y="193548"/>
                </a:moveTo>
                <a:lnTo>
                  <a:pt x="358140" y="153924"/>
                </a:lnTo>
                <a:lnTo>
                  <a:pt x="324612" y="182880"/>
                </a:lnTo>
                <a:lnTo>
                  <a:pt x="0" y="182880"/>
                </a:lnTo>
                <a:lnTo>
                  <a:pt x="16764" y="198120"/>
                </a:lnTo>
                <a:lnTo>
                  <a:pt x="26479" y="196126"/>
                </a:lnTo>
                <a:lnTo>
                  <a:pt x="37338" y="194691"/>
                </a:lnTo>
                <a:lnTo>
                  <a:pt x="49339" y="193840"/>
                </a:lnTo>
                <a:lnTo>
                  <a:pt x="62484" y="193548"/>
                </a:lnTo>
                <a:lnTo>
                  <a:pt x="396240" y="193548"/>
                </a:lnTo>
                <a:close/>
              </a:path>
              <a:path w="1737360" h="410210">
                <a:moveTo>
                  <a:pt x="568464" y="135636"/>
                </a:moveTo>
                <a:lnTo>
                  <a:pt x="540905" y="106095"/>
                </a:lnTo>
                <a:lnTo>
                  <a:pt x="530364" y="97536"/>
                </a:lnTo>
                <a:lnTo>
                  <a:pt x="525792" y="100584"/>
                </a:lnTo>
                <a:lnTo>
                  <a:pt x="532930" y="113969"/>
                </a:lnTo>
                <a:lnTo>
                  <a:pt x="538365" y="126492"/>
                </a:lnTo>
                <a:lnTo>
                  <a:pt x="542074" y="137883"/>
                </a:lnTo>
                <a:lnTo>
                  <a:pt x="544080" y="147828"/>
                </a:lnTo>
                <a:lnTo>
                  <a:pt x="547128" y="161544"/>
                </a:lnTo>
                <a:lnTo>
                  <a:pt x="551700" y="166116"/>
                </a:lnTo>
                <a:lnTo>
                  <a:pt x="563892" y="160020"/>
                </a:lnTo>
                <a:lnTo>
                  <a:pt x="568464" y="153924"/>
                </a:lnTo>
                <a:lnTo>
                  <a:pt x="568464" y="135636"/>
                </a:lnTo>
                <a:close/>
              </a:path>
              <a:path w="1737360" h="410210">
                <a:moveTo>
                  <a:pt x="569988" y="278892"/>
                </a:moveTo>
                <a:lnTo>
                  <a:pt x="541388" y="238366"/>
                </a:lnTo>
                <a:lnTo>
                  <a:pt x="528840" y="225552"/>
                </a:lnTo>
                <a:lnTo>
                  <a:pt x="524268" y="228600"/>
                </a:lnTo>
                <a:lnTo>
                  <a:pt x="531647" y="245745"/>
                </a:lnTo>
                <a:lnTo>
                  <a:pt x="537603" y="260604"/>
                </a:lnTo>
                <a:lnTo>
                  <a:pt x="541832" y="273177"/>
                </a:lnTo>
                <a:lnTo>
                  <a:pt x="544042" y="283349"/>
                </a:lnTo>
                <a:lnTo>
                  <a:pt x="545604" y="294132"/>
                </a:lnTo>
                <a:lnTo>
                  <a:pt x="550176" y="300228"/>
                </a:lnTo>
                <a:lnTo>
                  <a:pt x="554748" y="298704"/>
                </a:lnTo>
                <a:lnTo>
                  <a:pt x="560844" y="297180"/>
                </a:lnTo>
                <a:lnTo>
                  <a:pt x="565416" y="294132"/>
                </a:lnTo>
                <a:lnTo>
                  <a:pt x="566940" y="286512"/>
                </a:lnTo>
                <a:lnTo>
                  <a:pt x="569988" y="278892"/>
                </a:lnTo>
                <a:close/>
              </a:path>
              <a:path w="1737360" h="410210">
                <a:moveTo>
                  <a:pt x="627900" y="71628"/>
                </a:moveTo>
                <a:lnTo>
                  <a:pt x="618756" y="62484"/>
                </a:lnTo>
                <a:lnTo>
                  <a:pt x="601992" y="45720"/>
                </a:lnTo>
                <a:lnTo>
                  <a:pt x="589800" y="62484"/>
                </a:lnTo>
                <a:lnTo>
                  <a:pt x="589800" y="73152"/>
                </a:lnTo>
                <a:lnTo>
                  <a:pt x="589800" y="196596"/>
                </a:lnTo>
                <a:lnTo>
                  <a:pt x="512076" y="196596"/>
                </a:lnTo>
                <a:lnTo>
                  <a:pt x="512076" y="73152"/>
                </a:lnTo>
                <a:lnTo>
                  <a:pt x="589800" y="73152"/>
                </a:lnTo>
                <a:lnTo>
                  <a:pt x="589800" y="62484"/>
                </a:lnTo>
                <a:lnTo>
                  <a:pt x="530364" y="62484"/>
                </a:lnTo>
                <a:lnTo>
                  <a:pt x="535813" y="55626"/>
                </a:lnTo>
                <a:lnTo>
                  <a:pt x="540842" y="48768"/>
                </a:lnTo>
                <a:lnTo>
                  <a:pt x="545579" y="41910"/>
                </a:lnTo>
                <a:lnTo>
                  <a:pt x="550176" y="35052"/>
                </a:lnTo>
                <a:lnTo>
                  <a:pt x="554151" y="28981"/>
                </a:lnTo>
                <a:lnTo>
                  <a:pt x="559130" y="24193"/>
                </a:lnTo>
                <a:lnTo>
                  <a:pt x="564959" y="20269"/>
                </a:lnTo>
                <a:lnTo>
                  <a:pt x="571512" y="16764"/>
                </a:lnTo>
                <a:lnTo>
                  <a:pt x="536460" y="0"/>
                </a:lnTo>
                <a:lnTo>
                  <a:pt x="533882" y="14274"/>
                </a:lnTo>
                <a:lnTo>
                  <a:pt x="530847" y="28981"/>
                </a:lnTo>
                <a:lnTo>
                  <a:pt x="527024" y="45656"/>
                </a:lnTo>
                <a:lnTo>
                  <a:pt x="522744" y="62484"/>
                </a:lnTo>
                <a:lnTo>
                  <a:pt x="512076" y="62484"/>
                </a:lnTo>
                <a:lnTo>
                  <a:pt x="487692" y="48768"/>
                </a:lnTo>
                <a:lnTo>
                  <a:pt x="488569" y="63627"/>
                </a:lnTo>
                <a:lnTo>
                  <a:pt x="489026" y="79248"/>
                </a:lnTo>
                <a:lnTo>
                  <a:pt x="489127" y="87782"/>
                </a:lnTo>
                <a:lnTo>
                  <a:pt x="489216" y="196596"/>
                </a:lnTo>
                <a:lnTo>
                  <a:pt x="445020" y="196596"/>
                </a:lnTo>
                <a:lnTo>
                  <a:pt x="460260" y="211836"/>
                </a:lnTo>
                <a:lnTo>
                  <a:pt x="467347" y="209842"/>
                </a:lnTo>
                <a:lnTo>
                  <a:pt x="474738" y="208407"/>
                </a:lnTo>
                <a:lnTo>
                  <a:pt x="482117" y="207556"/>
                </a:lnTo>
                <a:lnTo>
                  <a:pt x="489216" y="207264"/>
                </a:lnTo>
                <a:lnTo>
                  <a:pt x="488645" y="232625"/>
                </a:lnTo>
                <a:lnTo>
                  <a:pt x="484073" y="283349"/>
                </a:lnTo>
                <a:lnTo>
                  <a:pt x="473189" y="332092"/>
                </a:lnTo>
                <a:lnTo>
                  <a:pt x="451993" y="381152"/>
                </a:lnTo>
                <a:lnTo>
                  <a:pt x="437400" y="405384"/>
                </a:lnTo>
                <a:lnTo>
                  <a:pt x="440448" y="408432"/>
                </a:lnTo>
                <a:lnTo>
                  <a:pt x="479310" y="356425"/>
                </a:lnTo>
                <a:lnTo>
                  <a:pt x="499884" y="307848"/>
                </a:lnTo>
                <a:lnTo>
                  <a:pt x="508838" y="259842"/>
                </a:lnTo>
                <a:lnTo>
                  <a:pt x="512076" y="207264"/>
                </a:lnTo>
                <a:lnTo>
                  <a:pt x="589800" y="207264"/>
                </a:lnTo>
                <a:lnTo>
                  <a:pt x="589800" y="352044"/>
                </a:lnTo>
                <a:lnTo>
                  <a:pt x="586752" y="359664"/>
                </a:lnTo>
                <a:lnTo>
                  <a:pt x="579132" y="359664"/>
                </a:lnTo>
                <a:lnTo>
                  <a:pt x="571957" y="359410"/>
                </a:lnTo>
                <a:lnTo>
                  <a:pt x="531888" y="356616"/>
                </a:lnTo>
                <a:lnTo>
                  <a:pt x="531888" y="362712"/>
                </a:lnTo>
                <a:lnTo>
                  <a:pt x="549287" y="369265"/>
                </a:lnTo>
                <a:lnTo>
                  <a:pt x="562559" y="377380"/>
                </a:lnTo>
                <a:lnTo>
                  <a:pt x="571525" y="386930"/>
                </a:lnTo>
                <a:lnTo>
                  <a:pt x="576084" y="397764"/>
                </a:lnTo>
                <a:lnTo>
                  <a:pt x="585508" y="392938"/>
                </a:lnTo>
                <a:lnTo>
                  <a:pt x="609231" y="363093"/>
                </a:lnTo>
                <a:lnTo>
                  <a:pt x="609955" y="359664"/>
                </a:lnTo>
                <a:lnTo>
                  <a:pt x="611225" y="353720"/>
                </a:lnTo>
                <a:lnTo>
                  <a:pt x="612660" y="342900"/>
                </a:lnTo>
                <a:lnTo>
                  <a:pt x="612660" y="207264"/>
                </a:lnTo>
                <a:lnTo>
                  <a:pt x="612660" y="79248"/>
                </a:lnTo>
                <a:lnTo>
                  <a:pt x="624852" y="73152"/>
                </a:lnTo>
                <a:lnTo>
                  <a:pt x="627900" y="71628"/>
                </a:lnTo>
                <a:close/>
              </a:path>
              <a:path w="1737360" h="410210">
                <a:moveTo>
                  <a:pt x="847356" y="373380"/>
                </a:moveTo>
                <a:lnTo>
                  <a:pt x="798271" y="355815"/>
                </a:lnTo>
                <a:lnTo>
                  <a:pt x="760107" y="332613"/>
                </a:lnTo>
                <a:lnTo>
                  <a:pt x="737628" y="313944"/>
                </a:lnTo>
                <a:lnTo>
                  <a:pt x="749388" y="297180"/>
                </a:lnTo>
                <a:lnTo>
                  <a:pt x="753643" y="291109"/>
                </a:lnTo>
                <a:lnTo>
                  <a:pt x="767537" y="266128"/>
                </a:lnTo>
                <a:lnTo>
                  <a:pt x="779411" y="239153"/>
                </a:lnTo>
                <a:lnTo>
                  <a:pt x="789444" y="210312"/>
                </a:lnTo>
                <a:lnTo>
                  <a:pt x="807732" y="199644"/>
                </a:lnTo>
                <a:lnTo>
                  <a:pt x="777252" y="172212"/>
                </a:lnTo>
                <a:lnTo>
                  <a:pt x="768108" y="183388"/>
                </a:lnTo>
                <a:lnTo>
                  <a:pt x="768108" y="199644"/>
                </a:lnTo>
                <a:lnTo>
                  <a:pt x="759460" y="226250"/>
                </a:lnTo>
                <a:lnTo>
                  <a:pt x="749249" y="251269"/>
                </a:lnTo>
                <a:lnTo>
                  <a:pt x="737031" y="274878"/>
                </a:lnTo>
                <a:lnTo>
                  <a:pt x="722388" y="297180"/>
                </a:lnTo>
                <a:lnTo>
                  <a:pt x="706424" y="275729"/>
                </a:lnTo>
                <a:lnTo>
                  <a:pt x="693051" y="252412"/>
                </a:lnTo>
                <a:lnTo>
                  <a:pt x="682523" y="227101"/>
                </a:lnTo>
                <a:lnTo>
                  <a:pt x="675144" y="199644"/>
                </a:lnTo>
                <a:lnTo>
                  <a:pt x="768108" y="199644"/>
                </a:lnTo>
                <a:lnTo>
                  <a:pt x="768108" y="183388"/>
                </a:lnTo>
                <a:lnTo>
                  <a:pt x="763536" y="188976"/>
                </a:lnTo>
                <a:lnTo>
                  <a:pt x="640092" y="188976"/>
                </a:lnTo>
                <a:lnTo>
                  <a:pt x="653808" y="202692"/>
                </a:lnTo>
                <a:lnTo>
                  <a:pt x="666000" y="199644"/>
                </a:lnTo>
                <a:lnTo>
                  <a:pt x="672896" y="230797"/>
                </a:lnTo>
                <a:lnTo>
                  <a:pt x="682383" y="260223"/>
                </a:lnTo>
                <a:lnTo>
                  <a:pt x="694715" y="287947"/>
                </a:lnTo>
                <a:lnTo>
                  <a:pt x="710196" y="313944"/>
                </a:lnTo>
                <a:lnTo>
                  <a:pt x="696480" y="328231"/>
                </a:lnTo>
                <a:lnTo>
                  <a:pt x="655332" y="364236"/>
                </a:lnTo>
                <a:lnTo>
                  <a:pt x="591324" y="403860"/>
                </a:lnTo>
                <a:lnTo>
                  <a:pt x="592848" y="408432"/>
                </a:lnTo>
                <a:lnTo>
                  <a:pt x="645134" y="386791"/>
                </a:lnTo>
                <a:lnTo>
                  <a:pt x="692670" y="357187"/>
                </a:lnTo>
                <a:lnTo>
                  <a:pt x="723912" y="330708"/>
                </a:lnTo>
                <a:lnTo>
                  <a:pt x="744816" y="350710"/>
                </a:lnTo>
                <a:lnTo>
                  <a:pt x="766584" y="369570"/>
                </a:lnTo>
                <a:lnTo>
                  <a:pt x="789482" y="387286"/>
                </a:lnTo>
                <a:lnTo>
                  <a:pt x="813828" y="403860"/>
                </a:lnTo>
                <a:lnTo>
                  <a:pt x="819277" y="393623"/>
                </a:lnTo>
                <a:lnTo>
                  <a:pt x="826592" y="385953"/>
                </a:lnTo>
                <a:lnTo>
                  <a:pt x="835901" y="381152"/>
                </a:lnTo>
                <a:lnTo>
                  <a:pt x="847356" y="379476"/>
                </a:lnTo>
                <a:lnTo>
                  <a:pt x="847356" y="373380"/>
                </a:lnTo>
                <a:close/>
              </a:path>
              <a:path w="1737360" h="410210">
                <a:moveTo>
                  <a:pt x="847356" y="134112"/>
                </a:moveTo>
                <a:lnTo>
                  <a:pt x="845832" y="131064"/>
                </a:lnTo>
                <a:lnTo>
                  <a:pt x="844308" y="129540"/>
                </a:lnTo>
                <a:lnTo>
                  <a:pt x="838212" y="123444"/>
                </a:lnTo>
                <a:lnTo>
                  <a:pt x="833640" y="121920"/>
                </a:lnTo>
                <a:lnTo>
                  <a:pt x="824496" y="121920"/>
                </a:lnTo>
                <a:lnTo>
                  <a:pt x="819924" y="123444"/>
                </a:lnTo>
                <a:lnTo>
                  <a:pt x="818400" y="124968"/>
                </a:lnTo>
                <a:lnTo>
                  <a:pt x="814984" y="126974"/>
                </a:lnTo>
                <a:lnTo>
                  <a:pt x="809447" y="128397"/>
                </a:lnTo>
                <a:lnTo>
                  <a:pt x="801890" y="129260"/>
                </a:lnTo>
                <a:lnTo>
                  <a:pt x="792492" y="129540"/>
                </a:lnTo>
                <a:lnTo>
                  <a:pt x="783602" y="128638"/>
                </a:lnTo>
                <a:lnTo>
                  <a:pt x="777443" y="125730"/>
                </a:lnTo>
                <a:lnTo>
                  <a:pt x="773836" y="120548"/>
                </a:lnTo>
                <a:lnTo>
                  <a:pt x="772756" y="113347"/>
                </a:lnTo>
                <a:lnTo>
                  <a:pt x="772680" y="53340"/>
                </a:lnTo>
                <a:lnTo>
                  <a:pt x="778548" y="48768"/>
                </a:lnTo>
                <a:lnTo>
                  <a:pt x="786396" y="42672"/>
                </a:lnTo>
                <a:lnTo>
                  <a:pt x="781469" y="38100"/>
                </a:lnTo>
                <a:lnTo>
                  <a:pt x="765060" y="22860"/>
                </a:lnTo>
                <a:lnTo>
                  <a:pt x="749820" y="38100"/>
                </a:lnTo>
                <a:lnTo>
                  <a:pt x="687336" y="38100"/>
                </a:lnTo>
                <a:lnTo>
                  <a:pt x="661428" y="21336"/>
                </a:lnTo>
                <a:lnTo>
                  <a:pt x="662228" y="38100"/>
                </a:lnTo>
                <a:lnTo>
                  <a:pt x="662343" y="42672"/>
                </a:lnTo>
                <a:lnTo>
                  <a:pt x="662444" y="48768"/>
                </a:lnTo>
                <a:lnTo>
                  <a:pt x="662419" y="63627"/>
                </a:lnTo>
                <a:lnTo>
                  <a:pt x="662279" y="71628"/>
                </a:lnTo>
                <a:lnTo>
                  <a:pt x="657999" y="114490"/>
                </a:lnTo>
                <a:lnTo>
                  <a:pt x="639711" y="162306"/>
                </a:lnTo>
                <a:lnTo>
                  <a:pt x="615708" y="190500"/>
                </a:lnTo>
                <a:lnTo>
                  <a:pt x="620280" y="196596"/>
                </a:lnTo>
                <a:lnTo>
                  <a:pt x="652284" y="168021"/>
                </a:lnTo>
                <a:lnTo>
                  <a:pt x="674827" y="135737"/>
                </a:lnTo>
                <a:lnTo>
                  <a:pt x="683882" y="87782"/>
                </a:lnTo>
                <a:lnTo>
                  <a:pt x="685812" y="48768"/>
                </a:lnTo>
                <a:lnTo>
                  <a:pt x="749820" y="48768"/>
                </a:lnTo>
                <a:lnTo>
                  <a:pt x="749820" y="124968"/>
                </a:lnTo>
                <a:lnTo>
                  <a:pt x="751789" y="136093"/>
                </a:lnTo>
                <a:lnTo>
                  <a:pt x="757631" y="144208"/>
                </a:lnTo>
                <a:lnTo>
                  <a:pt x="767168" y="149186"/>
                </a:lnTo>
                <a:lnTo>
                  <a:pt x="780300" y="150876"/>
                </a:lnTo>
                <a:lnTo>
                  <a:pt x="827544" y="150876"/>
                </a:lnTo>
                <a:lnTo>
                  <a:pt x="832116" y="147828"/>
                </a:lnTo>
                <a:lnTo>
                  <a:pt x="838212" y="146304"/>
                </a:lnTo>
                <a:lnTo>
                  <a:pt x="841260" y="144780"/>
                </a:lnTo>
                <a:lnTo>
                  <a:pt x="844308" y="141732"/>
                </a:lnTo>
                <a:lnTo>
                  <a:pt x="845832" y="138684"/>
                </a:lnTo>
                <a:lnTo>
                  <a:pt x="847356" y="137160"/>
                </a:lnTo>
                <a:lnTo>
                  <a:pt x="847356" y="134112"/>
                </a:lnTo>
                <a:close/>
              </a:path>
              <a:path w="1737360" h="410210">
                <a:moveTo>
                  <a:pt x="927163" y="141922"/>
                </a:moveTo>
                <a:lnTo>
                  <a:pt x="926147" y="123469"/>
                </a:lnTo>
                <a:lnTo>
                  <a:pt x="923544" y="100584"/>
                </a:lnTo>
                <a:lnTo>
                  <a:pt x="917448" y="100584"/>
                </a:lnTo>
                <a:lnTo>
                  <a:pt x="913472" y="121716"/>
                </a:lnTo>
                <a:lnTo>
                  <a:pt x="908494" y="139255"/>
                </a:lnTo>
                <a:lnTo>
                  <a:pt x="902665" y="153098"/>
                </a:lnTo>
                <a:lnTo>
                  <a:pt x="896112" y="163068"/>
                </a:lnTo>
                <a:lnTo>
                  <a:pt x="890016" y="170688"/>
                </a:lnTo>
                <a:lnTo>
                  <a:pt x="886968" y="176784"/>
                </a:lnTo>
                <a:lnTo>
                  <a:pt x="886968" y="181356"/>
                </a:lnTo>
                <a:lnTo>
                  <a:pt x="888492" y="182880"/>
                </a:lnTo>
                <a:lnTo>
                  <a:pt x="891540" y="184404"/>
                </a:lnTo>
                <a:lnTo>
                  <a:pt x="894588" y="187452"/>
                </a:lnTo>
                <a:lnTo>
                  <a:pt x="908304" y="187452"/>
                </a:lnTo>
                <a:lnTo>
                  <a:pt x="912876" y="185928"/>
                </a:lnTo>
                <a:lnTo>
                  <a:pt x="915924" y="184404"/>
                </a:lnTo>
                <a:lnTo>
                  <a:pt x="920496" y="181356"/>
                </a:lnTo>
                <a:lnTo>
                  <a:pt x="923544" y="175260"/>
                </a:lnTo>
                <a:lnTo>
                  <a:pt x="926769" y="156095"/>
                </a:lnTo>
                <a:lnTo>
                  <a:pt x="927163" y="141922"/>
                </a:lnTo>
                <a:close/>
              </a:path>
              <a:path w="1737360" h="410210">
                <a:moveTo>
                  <a:pt x="1024128" y="117348"/>
                </a:moveTo>
                <a:lnTo>
                  <a:pt x="993787" y="89916"/>
                </a:lnTo>
                <a:lnTo>
                  <a:pt x="990396" y="88226"/>
                </a:lnTo>
                <a:lnTo>
                  <a:pt x="973836" y="80772"/>
                </a:lnTo>
                <a:lnTo>
                  <a:pt x="973836" y="35052"/>
                </a:lnTo>
                <a:lnTo>
                  <a:pt x="990600" y="22860"/>
                </a:lnTo>
                <a:lnTo>
                  <a:pt x="947928" y="3048"/>
                </a:lnTo>
                <a:lnTo>
                  <a:pt x="948817" y="20434"/>
                </a:lnTo>
                <a:lnTo>
                  <a:pt x="949261" y="38100"/>
                </a:lnTo>
                <a:lnTo>
                  <a:pt x="949375" y="48895"/>
                </a:lnTo>
                <a:lnTo>
                  <a:pt x="949261" y="367474"/>
                </a:lnTo>
                <a:lnTo>
                  <a:pt x="948817" y="387908"/>
                </a:lnTo>
                <a:lnTo>
                  <a:pt x="947928" y="409956"/>
                </a:lnTo>
                <a:lnTo>
                  <a:pt x="976884" y="397764"/>
                </a:lnTo>
                <a:lnTo>
                  <a:pt x="976172" y="387908"/>
                </a:lnTo>
                <a:lnTo>
                  <a:pt x="974788" y="367474"/>
                </a:lnTo>
                <a:lnTo>
                  <a:pt x="974102" y="352983"/>
                </a:lnTo>
                <a:lnTo>
                  <a:pt x="973836" y="338328"/>
                </a:lnTo>
                <a:lnTo>
                  <a:pt x="973836" y="89916"/>
                </a:lnTo>
                <a:lnTo>
                  <a:pt x="982395" y="99949"/>
                </a:lnTo>
                <a:lnTo>
                  <a:pt x="989647" y="109537"/>
                </a:lnTo>
                <a:lnTo>
                  <a:pt x="995489" y="118859"/>
                </a:lnTo>
                <a:lnTo>
                  <a:pt x="999667" y="127825"/>
                </a:lnTo>
                <a:lnTo>
                  <a:pt x="1004316" y="137160"/>
                </a:lnTo>
                <a:lnTo>
                  <a:pt x="1007364" y="141732"/>
                </a:lnTo>
                <a:lnTo>
                  <a:pt x="1013460" y="141732"/>
                </a:lnTo>
                <a:lnTo>
                  <a:pt x="1016508" y="140208"/>
                </a:lnTo>
                <a:lnTo>
                  <a:pt x="1018032" y="137160"/>
                </a:lnTo>
                <a:lnTo>
                  <a:pt x="1021080" y="134112"/>
                </a:lnTo>
                <a:lnTo>
                  <a:pt x="1024026" y="129717"/>
                </a:lnTo>
                <a:lnTo>
                  <a:pt x="1024128" y="117348"/>
                </a:lnTo>
                <a:close/>
              </a:path>
              <a:path w="1737360" h="410210">
                <a:moveTo>
                  <a:pt x="1248156" y="216408"/>
                </a:moveTo>
                <a:lnTo>
                  <a:pt x="1243711" y="213360"/>
                </a:lnTo>
                <a:lnTo>
                  <a:pt x="1219200" y="196596"/>
                </a:lnTo>
                <a:lnTo>
                  <a:pt x="1211580" y="207073"/>
                </a:lnTo>
                <a:lnTo>
                  <a:pt x="1211580" y="224028"/>
                </a:lnTo>
                <a:lnTo>
                  <a:pt x="1211580" y="259080"/>
                </a:lnTo>
                <a:lnTo>
                  <a:pt x="1211580" y="269748"/>
                </a:lnTo>
                <a:lnTo>
                  <a:pt x="1211580" y="309372"/>
                </a:lnTo>
                <a:lnTo>
                  <a:pt x="1075944" y="309372"/>
                </a:lnTo>
                <a:lnTo>
                  <a:pt x="1075944" y="269748"/>
                </a:lnTo>
                <a:lnTo>
                  <a:pt x="1211580" y="269748"/>
                </a:lnTo>
                <a:lnTo>
                  <a:pt x="1211580" y="259080"/>
                </a:lnTo>
                <a:lnTo>
                  <a:pt x="1075944" y="259080"/>
                </a:lnTo>
                <a:lnTo>
                  <a:pt x="1075944" y="224028"/>
                </a:lnTo>
                <a:lnTo>
                  <a:pt x="1211580" y="224028"/>
                </a:lnTo>
                <a:lnTo>
                  <a:pt x="1211580" y="207073"/>
                </a:lnTo>
                <a:lnTo>
                  <a:pt x="1207008" y="213360"/>
                </a:lnTo>
                <a:lnTo>
                  <a:pt x="1075944" y="213360"/>
                </a:lnTo>
                <a:lnTo>
                  <a:pt x="1051560" y="198120"/>
                </a:lnTo>
                <a:lnTo>
                  <a:pt x="1051801" y="218109"/>
                </a:lnTo>
                <a:lnTo>
                  <a:pt x="1052322" y="241363"/>
                </a:lnTo>
                <a:lnTo>
                  <a:pt x="1052855" y="267779"/>
                </a:lnTo>
                <a:lnTo>
                  <a:pt x="1053084" y="297180"/>
                </a:lnTo>
                <a:lnTo>
                  <a:pt x="1052817" y="329184"/>
                </a:lnTo>
                <a:lnTo>
                  <a:pt x="1051890" y="379526"/>
                </a:lnTo>
                <a:lnTo>
                  <a:pt x="1051763" y="387908"/>
                </a:lnTo>
                <a:lnTo>
                  <a:pt x="1051560" y="409956"/>
                </a:lnTo>
                <a:lnTo>
                  <a:pt x="1075944" y="397764"/>
                </a:lnTo>
                <a:lnTo>
                  <a:pt x="1075944" y="320040"/>
                </a:lnTo>
                <a:lnTo>
                  <a:pt x="1211580" y="320040"/>
                </a:lnTo>
                <a:lnTo>
                  <a:pt x="1211580" y="367284"/>
                </a:lnTo>
                <a:lnTo>
                  <a:pt x="1207008" y="373380"/>
                </a:lnTo>
                <a:lnTo>
                  <a:pt x="1196340" y="374904"/>
                </a:lnTo>
                <a:lnTo>
                  <a:pt x="1188415" y="374624"/>
                </a:lnTo>
                <a:lnTo>
                  <a:pt x="1178623" y="373761"/>
                </a:lnTo>
                <a:lnTo>
                  <a:pt x="1167409" y="372338"/>
                </a:lnTo>
                <a:lnTo>
                  <a:pt x="1155192" y="370332"/>
                </a:lnTo>
                <a:lnTo>
                  <a:pt x="1155192" y="379476"/>
                </a:lnTo>
                <a:lnTo>
                  <a:pt x="1174965" y="386600"/>
                </a:lnTo>
                <a:lnTo>
                  <a:pt x="1188720" y="394144"/>
                </a:lnTo>
                <a:lnTo>
                  <a:pt x="1196771" y="401980"/>
                </a:lnTo>
                <a:lnTo>
                  <a:pt x="1199388" y="409956"/>
                </a:lnTo>
                <a:lnTo>
                  <a:pt x="1215390" y="403440"/>
                </a:lnTo>
                <a:lnTo>
                  <a:pt x="1226820" y="393192"/>
                </a:lnTo>
                <a:lnTo>
                  <a:pt x="1233678" y="379526"/>
                </a:lnTo>
                <a:lnTo>
                  <a:pt x="1234313" y="374904"/>
                </a:lnTo>
                <a:lnTo>
                  <a:pt x="1235964" y="362712"/>
                </a:lnTo>
                <a:lnTo>
                  <a:pt x="1235964" y="320040"/>
                </a:lnTo>
                <a:lnTo>
                  <a:pt x="1235964" y="309372"/>
                </a:lnTo>
                <a:lnTo>
                  <a:pt x="1235964" y="269748"/>
                </a:lnTo>
                <a:lnTo>
                  <a:pt x="1235964" y="259080"/>
                </a:lnTo>
                <a:lnTo>
                  <a:pt x="1235964" y="227076"/>
                </a:lnTo>
                <a:lnTo>
                  <a:pt x="1239456" y="224028"/>
                </a:lnTo>
                <a:lnTo>
                  <a:pt x="1248156" y="216408"/>
                </a:lnTo>
                <a:close/>
              </a:path>
              <a:path w="1737360" h="410210">
                <a:moveTo>
                  <a:pt x="1292352" y="181356"/>
                </a:moveTo>
                <a:lnTo>
                  <a:pt x="1261872" y="149352"/>
                </a:lnTo>
                <a:lnTo>
                  <a:pt x="1240536" y="170688"/>
                </a:lnTo>
                <a:lnTo>
                  <a:pt x="1153668" y="170688"/>
                </a:lnTo>
                <a:lnTo>
                  <a:pt x="1153668" y="126492"/>
                </a:lnTo>
                <a:lnTo>
                  <a:pt x="1254252" y="126492"/>
                </a:lnTo>
                <a:lnTo>
                  <a:pt x="1225296" y="97536"/>
                </a:lnTo>
                <a:lnTo>
                  <a:pt x="1205484" y="115824"/>
                </a:lnTo>
                <a:lnTo>
                  <a:pt x="1153668" y="115824"/>
                </a:lnTo>
                <a:lnTo>
                  <a:pt x="1153668" y="74676"/>
                </a:lnTo>
                <a:lnTo>
                  <a:pt x="1274064" y="74676"/>
                </a:lnTo>
                <a:lnTo>
                  <a:pt x="1242060" y="42672"/>
                </a:lnTo>
                <a:lnTo>
                  <a:pt x="1220724" y="64008"/>
                </a:lnTo>
                <a:lnTo>
                  <a:pt x="1153668" y="64008"/>
                </a:lnTo>
                <a:lnTo>
                  <a:pt x="1153668" y="33528"/>
                </a:lnTo>
                <a:lnTo>
                  <a:pt x="1168908" y="22860"/>
                </a:lnTo>
                <a:lnTo>
                  <a:pt x="1127760" y="1524"/>
                </a:lnTo>
                <a:lnTo>
                  <a:pt x="1128649" y="17513"/>
                </a:lnTo>
                <a:lnTo>
                  <a:pt x="1129093" y="33337"/>
                </a:lnTo>
                <a:lnTo>
                  <a:pt x="1129195" y="42672"/>
                </a:lnTo>
                <a:lnTo>
                  <a:pt x="1129284" y="64008"/>
                </a:lnTo>
                <a:lnTo>
                  <a:pt x="1021080" y="64008"/>
                </a:lnTo>
                <a:lnTo>
                  <a:pt x="1036320" y="79248"/>
                </a:lnTo>
                <a:lnTo>
                  <a:pt x="1046632" y="77254"/>
                </a:lnTo>
                <a:lnTo>
                  <a:pt x="1057084" y="75819"/>
                </a:lnTo>
                <a:lnTo>
                  <a:pt x="1067828" y="74968"/>
                </a:lnTo>
                <a:lnTo>
                  <a:pt x="1078992" y="74676"/>
                </a:lnTo>
                <a:lnTo>
                  <a:pt x="1129284" y="74676"/>
                </a:lnTo>
                <a:lnTo>
                  <a:pt x="1129284" y="115824"/>
                </a:lnTo>
                <a:lnTo>
                  <a:pt x="1045464" y="115824"/>
                </a:lnTo>
                <a:lnTo>
                  <a:pt x="1060704" y="132588"/>
                </a:lnTo>
                <a:lnTo>
                  <a:pt x="1071016" y="129717"/>
                </a:lnTo>
                <a:lnTo>
                  <a:pt x="1081468" y="127825"/>
                </a:lnTo>
                <a:lnTo>
                  <a:pt x="1092212" y="126809"/>
                </a:lnTo>
                <a:lnTo>
                  <a:pt x="1103376" y="126492"/>
                </a:lnTo>
                <a:lnTo>
                  <a:pt x="1129284" y="126492"/>
                </a:lnTo>
                <a:lnTo>
                  <a:pt x="1129284" y="170688"/>
                </a:lnTo>
                <a:lnTo>
                  <a:pt x="1002792" y="170688"/>
                </a:lnTo>
                <a:lnTo>
                  <a:pt x="1018032" y="185928"/>
                </a:lnTo>
                <a:lnTo>
                  <a:pt x="1027468" y="183934"/>
                </a:lnTo>
                <a:lnTo>
                  <a:pt x="1037463" y="182499"/>
                </a:lnTo>
                <a:lnTo>
                  <a:pt x="1048042" y="181648"/>
                </a:lnTo>
                <a:lnTo>
                  <a:pt x="1059180" y="181356"/>
                </a:lnTo>
                <a:lnTo>
                  <a:pt x="1292352" y="181356"/>
                </a:lnTo>
                <a:close/>
              </a:path>
              <a:path w="1737360" h="410210">
                <a:moveTo>
                  <a:pt x="1598676" y="182880"/>
                </a:moveTo>
                <a:lnTo>
                  <a:pt x="1565148" y="149352"/>
                </a:lnTo>
                <a:lnTo>
                  <a:pt x="1543812" y="172212"/>
                </a:lnTo>
                <a:lnTo>
                  <a:pt x="1525524" y="172212"/>
                </a:lnTo>
                <a:lnTo>
                  <a:pt x="1525524" y="53340"/>
                </a:lnTo>
                <a:lnTo>
                  <a:pt x="1594104" y="53340"/>
                </a:lnTo>
                <a:lnTo>
                  <a:pt x="1560576" y="21336"/>
                </a:lnTo>
                <a:lnTo>
                  <a:pt x="1537716" y="42672"/>
                </a:lnTo>
                <a:lnTo>
                  <a:pt x="1502664" y="42672"/>
                </a:lnTo>
                <a:lnTo>
                  <a:pt x="1502664" y="53340"/>
                </a:lnTo>
                <a:lnTo>
                  <a:pt x="1502664" y="172212"/>
                </a:lnTo>
                <a:lnTo>
                  <a:pt x="1438656" y="172212"/>
                </a:lnTo>
                <a:lnTo>
                  <a:pt x="1438656" y="53340"/>
                </a:lnTo>
                <a:lnTo>
                  <a:pt x="1502664" y="53340"/>
                </a:lnTo>
                <a:lnTo>
                  <a:pt x="1502664" y="42672"/>
                </a:lnTo>
                <a:lnTo>
                  <a:pt x="1350264" y="42672"/>
                </a:lnTo>
                <a:lnTo>
                  <a:pt x="1363980" y="57912"/>
                </a:lnTo>
                <a:lnTo>
                  <a:pt x="1385316" y="53340"/>
                </a:lnTo>
                <a:lnTo>
                  <a:pt x="1414272" y="53340"/>
                </a:lnTo>
                <a:lnTo>
                  <a:pt x="1414272" y="172212"/>
                </a:lnTo>
                <a:lnTo>
                  <a:pt x="1338072" y="172212"/>
                </a:lnTo>
                <a:lnTo>
                  <a:pt x="1351788" y="185928"/>
                </a:lnTo>
                <a:lnTo>
                  <a:pt x="1373124" y="182880"/>
                </a:lnTo>
                <a:lnTo>
                  <a:pt x="1414272" y="182880"/>
                </a:lnTo>
                <a:lnTo>
                  <a:pt x="1409700" y="235369"/>
                </a:lnTo>
                <a:lnTo>
                  <a:pt x="1399641" y="283108"/>
                </a:lnTo>
                <a:lnTo>
                  <a:pt x="1384096" y="326085"/>
                </a:lnTo>
                <a:lnTo>
                  <a:pt x="1363065" y="364299"/>
                </a:lnTo>
                <a:lnTo>
                  <a:pt x="1336548" y="397764"/>
                </a:lnTo>
                <a:lnTo>
                  <a:pt x="1339596" y="403860"/>
                </a:lnTo>
                <a:lnTo>
                  <a:pt x="1374343" y="371525"/>
                </a:lnTo>
                <a:lnTo>
                  <a:pt x="1401686" y="333108"/>
                </a:lnTo>
                <a:lnTo>
                  <a:pt x="1421574" y="288759"/>
                </a:lnTo>
                <a:lnTo>
                  <a:pt x="1433918" y="238645"/>
                </a:lnTo>
                <a:lnTo>
                  <a:pt x="1438656" y="182880"/>
                </a:lnTo>
                <a:lnTo>
                  <a:pt x="1502664" y="182880"/>
                </a:lnTo>
                <a:lnTo>
                  <a:pt x="1502549" y="286131"/>
                </a:lnTo>
                <a:lnTo>
                  <a:pt x="1502448" y="312420"/>
                </a:lnTo>
                <a:lnTo>
                  <a:pt x="1502029" y="355193"/>
                </a:lnTo>
                <a:lnTo>
                  <a:pt x="1501140" y="388620"/>
                </a:lnTo>
                <a:lnTo>
                  <a:pt x="1527048" y="373380"/>
                </a:lnTo>
                <a:lnTo>
                  <a:pt x="1526171" y="349402"/>
                </a:lnTo>
                <a:lnTo>
                  <a:pt x="1525752" y="312420"/>
                </a:lnTo>
                <a:lnTo>
                  <a:pt x="1525651" y="286131"/>
                </a:lnTo>
                <a:lnTo>
                  <a:pt x="1525524" y="182880"/>
                </a:lnTo>
                <a:lnTo>
                  <a:pt x="1598676" y="182880"/>
                </a:lnTo>
                <a:close/>
              </a:path>
              <a:path w="1737360" h="410210">
                <a:moveTo>
                  <a:pt x="1706880" y="41148"/>
                </a:moveTo>
                <a:lnTo>
                  <a:pt x="1673352" y="16764"/>
                </a:lnTo>
                <a:lnTo>
                  <a:pt x="1664500" y="34798"/>
                </a:lnTo>
                <a:lnTo>
                  <a:pt x="1653921" y="52387"/>
                </a:lnTo>
                <a:lnTo>
                  <a:pt x="1641640" y="69710"/>
                </a:lnTo>
                <a:lnTo>
                  <a:pt x="1627632" y="86868"/>
                </a:lnTo>
                <a:lnTo>
                  <a:pt x="1614182" y="104063"/>
                </a:lnTo>
                <a:lnTo>
                  <a:pt x="1601152" y="119253"/>
                </a:lnTo>
                <a:lnTo>
                  <a:pt x="1588414" y="132740"/>
                </a:lnTo>
                <a:lnTo>
                  <a:pt x="1575816" y="144780"/>
                </a:lnTo>
                <a:lnTo>
                  <a:pt x="1580388" y="149352"/>
                </a:lnTo>
                <a:lnTo>
                  <a:pt x="1601533" y="133070"/>
                </a:lnTo>
                <a:lnTo>
                  <a:pt x="1621536" y="116205"/>
                </a:lnTo>
                <a:lnTo>
                  <a:pt x="1640395" y="98780"/>
                </a:lnTo>
                <a:lnTo>
                  <a:pt x="1658112" y="80772"/>
                </a:lnTo>
                <a:lnTo>
                  <a:pt x="1673237" y="65582"/>
                </a:lnTo>
                <a:lnTo>
                  <a:pt x="1686496" y="54102"/>
                </a:lnTo>
                <a:lnTo>
                  <a:pt x="1697761" y="46062"/>
                </a:lnTo>
                <a:lnTo>
                  <a:pt x="1706880" y="41148"/>
                </a:lnTo>
                <a:close/>
              </a:path>
              <a:path w="1737360" h="410210">
                <a:moveTo>
                  <a:pt x="1720596" y="161544"/>
                </a:moveTo>
                <a:lnTo>
                  <a:pt x="1691640" y="134112"/>
                </a:lnTo>
                <a:lnTo>
                  <a:pt x="1682737" y="146405"/>
                </a:lnTo>
                <a:lnTo>
                  <a:pt x="1671828" y="160401"/>
                </a:lnTo>
                <a:lnTo>
                  <a:pt x="1642872" y="193548"/>
                </a:lnTo>
                <a:lnTo>
                  <a:pt x="1604962" y="230886"/>
                </a:lnTo>
                <a:lnTo>
                  <a:pt x="1559052" y="268224"/>
                </a:lnTo>
                <a:lnTo>
                  <a:pt x="1562100" y="272796"/>
                </a:lnTo>
                <a:lnTo>
                  <a:pt x="1615059" y="242125"/>
                </a:lnTo>
                <a:lnTo>
                  <a:pt x="1661160" y="205740"/>
                </a:lnTo>
                <a:lnTo>
                  <a:pt x="1681162" y="188341"/>
                </a:lnTo>
                <a:lnTo>
                  <a:pt x="1697736" y="175069"/>
                </a:lnTo>
                <a:lnTo>
                  <a:pt x="1710880" y="166103"/>
                </a:lnTo>
                <a:lnTo>
                  <a:pt x="1720596" y="161544"/>
                </a:lnTo>
                <a:close/>
              </a:path>
              <a:path w="1737360" h="410210">
                <a:moveTo>
                  <a:pt x="1737360" y="280416"/>
                </a:moveTo>
                <a:lnTo>
                  <a:pt x="1706880" y="248412"/>
                </a:lnTo>
                <a:lnTo>
                  <a:pt x="1698866" y="258699"/>
                </a:lnTo>
                <a:lnTo>
                  <a:pt x="1688401" y="271272"/>
                </a:lnTo>
                <a:lnTo>
                  <a:pt x="1659636" y="303276"/>
                </a:lnTo>
                <a:lnTo>
                  <a:pt x="1624203" y="336804"/>
                </a:lnTo>
                <a:lnTo>
                  <a:pt x="1586484" y="365760"/>
                </a:lnTo>
                <a:lnTo>
                  <a:pt x="1551813" y="388429"/>
                </a:lnTo>
                <a:lnTo>
                  <a:pt x="1528572" y="400812"/>
                </a:lnTo>
                <a:lnTo>
                  <a:pt x="1533144" y="406908"/>
                </a:lnTo>
                <a:lnTo>
                  <a:pt x="1586090" y="382701"/>
                </a:lnTo>
                <a:lnTo>
                  <a:pt x="1627466" y="358076"/>
                </a:lnTo>
                <a:lnTo>
                  <a:pt x="1666951" y="328790"/>
                </a:lnTo>
                <a:lnTo>
                  <a:pt x="1685544" y="312420"/>
                </a:lnTo>
                <a:lnTo>
                  <a:pt x="1701787" y="299072"/>
                </a:lnTo>
                <a:lnTo>
                  <a:pt x="1716024" y="288988"/>
                </a:lnTo>
                <a:lnTo>
                  <a:pt x="1727987" y="282638"/>
                </a:lnTo>
                <a:lnTo>
                  <a:pt x="1737360" y="28041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pic>
        <p:nvPicPr>
          <p:cNvPr id="8" name="object 8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4832603" y="2625280"/>
            <a:ext cx="70104" cy="119443"/>
          </a:xfrm>
          <a:prstGeom prst="rect">
            <a:avLst/>
          </a:prstGeom>
        </p:spPr>
      </p:pic>
      <p:sp>
        <p:nvSpPr>
          <p:cNvPr id="9" name="object 9"/>
          <p:cNvSpPr/>
          <p:nvPr/>
        </p:nvSpPr>
        <p:spPr>
          <a:xfrm>
            <a:off x="5245608" y="2366772"/>
            <a:ext cx="402590" cy="405765"/>
          </a:xfrm>
          <a:custGeom>
            <a:avLst/>
            <a:gdLst/>
            <a:ahLst/>
            <a:cxnLst/>
            <a:rect l="l" t="t" r="r" b="b"/>
            <a:pathLst>
              <a:path w="402589" h="405764">
                <a:moveTo>
                  <a:pt x="173736" y="118872"/>
                </a:moveTo>
                <a:lnTo>
                  <a:pt x="169163" y="115824"/>
                </a:lnTo>
                <a:lnTo>
                  <a:pt x="178331" y="103822"/>
                </a:lnTo>
                <a:lnTo>
                  <a:pt x="187642" y="90678"/>
                </a:lnTo>
                <a:lnTo>
                  <a:pt x="215836" y="45219"/>
                </a:lnTo>
                <a:lnTo>
                  <a:pt x="234696" y="0"/>
                </a:lnTo>
                <a:lnTo>
                  <a:pt x="268224" y="21336"/>
                </a:lnTo>
                <a:lnTo>
                  <a:pt x="259961" y="25288"/>
                </a:lnTo>
                <a:lnTo>
                  <a:pt x="251269" y="32385"/>
                </a:lnTo>
                <a:lnTo>
                  <a:pt x="242292" y="42338"/>
                </a:lnTo>
                <a:lnTo>
                  <a:pt x="233172" y="54864"/>
                </a:lnTo>
                <a:lnTo>
                  <a:pt x="336355" y="54864"/>
                </a:lnTo>
                <a:lnTo>
                  <a:pt x="344424" y="62484"/>
                </a:lnTo>
                <a:lnTo>
                  <a:pt x="338093" y="65532"/>
                </a:lnTo>
                <a:lnTo>
                  <a:pt x="227075" y="65532"/>
                </a:lnTo>
                <a:lnTo>
                  <a:pt x="214241" y="80081"/>
                </a:lnTo>
                <a:lnTo>
                  <a:pt x="200977" y="93916"/>
                </a:lnTo>
                <a:lnTo>
                  <a:pt x="187428" y="106894"/>
                </a:lnTo>
                <a:lnTo>
                  <a:pt x="173736" y="118872"/>
                </a:lnTo>
                <a:close/>
              </a:path>
              <a:path w="402589" h="405764">
                <a:moveTo>
                  <a:pt x="12192" y="59436"/>
                </a:moveTo>
                <a:lnTo>
                  <a:pt x="10668" y="53340"/>
                </a:lnTo>
                <a:lnTo>
                  <a:pt x="28074" y="49625"/>
                </a:lnTo>
                <a:lnTo>
                  <a:pt x="45910" y="45339"/>
                </a:lnTo>
                <a:lnTo>
                  <a:pt x="99488" y="29908"/>
                </a:lnTo>
                <a:lnTo>
                  <a:pt x="140208" y="7620"/>
                </a:lnTo>
                <a:lnTo>
                  <a:pt x="167640" y="35052"/>
                </a:lnTo>
                <a:lnTo>
                  <a:pt x="155352" y="36504"/>
                </a:lnTo>
                <a:lnTo>
                  <a:pt x="141351" y="38671"/>
                </a:lnTo>
                <a:lnTo>
                  <a:pt x="125634" y="41695"/>
                </a:lnTo>
                <a:lnTo>
                  <a:pt x="108204" y="45720"/>
                </a:lnTo>
                <a:lnTo>
                  <a:pt x="108204" y="48768"/>
                </a:lnTo>
                <a:lnTo>
                  <a:pt x="85344" y="48768"/>
                </a:lnTo>
                <a:lnTo>
                  <a:pt x="66198" y="51935"/>
                </a:lnTo>
                <a:lnTo>
                  <a:pt x="47625" y="54673"/>
                </a:lnTo>
                <a:lnTo>
                  <a:pt x="12192" y="59436"/>
                </a:lnTo>
                <a:close/>
              </a:path>
              <a:path w="402589" h="405764">
                <a:moveTo>
                  <a:pt x="336355" y="54864"/>
                </a:moveTo>
                <a:lnTo>
                  <a:pt x="300228" y="54864"/>
                </a:lnTo>
                <a:lnTo>
                  <a:pt x="316992" y="36576"/>
                </a:lnTo>
                <a:lnTo>
                  <a:pt x="336355" y="54864"/>
                </a:lnTo>
                <a:close/>
              </a:path>
              <a:path w="402589" h="405764">
                <a:moveTo>
                  <a:pt x="108204" y="128016"/>
                </a:moveTo>
                <a:lnTo>
                  <a:pt x="85344" y="128016"/>
                </a:lnTo>
                <a:lnTo>
                  <a:pt x="85344" y="48768"/>
                </a:lnTo>
                <a:lnTo>
                  <a:pt x="108204" y="48768"/>
                </a:lnTo>
                <a:lnTo>
                  <a:pt x="108204" y="128016"/>
                </a:lnTo>
                <a:close/>
              </a:path>
              <a:path w="402589" h="405764">
                <a:moveTo>
                  <a:pt x="280416" y="126492"/>
                </a:moveTo>
                <a:lnTo>
                  <a:pt x="269748" y="126492"/>
                </a:lnTo>
                <a:lnTo>
                  <a:pt x="303275" y="65532"/>
                </a:lnTo>
                <a:lnTo>
                  <a:pt x="338093" y="65532"/>
                </a:lnTo>
                <a:lnTo>
                  <a:pt x="336708" y="66198"/>
                </a:lnTo>
                <a:lnTo>
                  <a:pt x="329565" y="70485"/>
                </a:lnTo>
                <a:lnTo>
                  <a:pt x="300990" y="97917"/>
                </a:lnTo>
                <a:lnTo>
                  <a:pt x="291274" y="110775"/>
                </a:lnTo>
                <a:lnTo>
                  <a:pt x="280416" y="126492"/>
                </a:lnTo>
                <a:close/>
              </a:path>
              <a:path w="402589" h="405764">
                <a:moveTo>
                  <a:pt x="18288" y="143256"/>
                </a:moveTo>
                <a:lnTo>
                  <a:pt x="3048" y="128016"/>
                </a:lnTo>
                <a:lnTo>
                  <a:pt x="121920" y="128016"/>
                </a:lnTo>
                <a:lnTo>
                  <a:pt x="143256" y="106680"/>
                </a:lnTo>
                <a:lnTo>
                  <a:pt x="172211" y="138684"/>
                </a:lnTo>
                <a:lnTo>
                  <a:pt x="60960" y="138684"/>
                </a:lnTo>
                <a:lnTo>
                  <a:pt x="49791" y="138969"/>
                </a:lnTo>
                <a:lnTo>
                  <a:pt x="39052" y="139827"/>
                </a:lnTo>
                <a:lnTo>
                  <a:pt x="28598" y="141255"/>
                </a:lnTo>
                <a:lnTo>
                  <a:pt x="18288" y="143256"/>
                </a:lnTo>
                <a:close/>
              </a:path>
              <a:path w="402589" h="405764">
                <a:moveTo>
                  <a:pt x="188975" y="141732"/>
                </a:moveTo>
                <a:lnTo>
                  <a:pt x="173736" y="126492"/>
                </a:lnTo>
                <a:lnTo>
                  <a:pt x="344424" y="126492"/>
                </a:lnTo>
                <a:lnTo>
                  <a:pt x="356616" y="108204"/>
                </a:lnTo>
                <a:lnTo>
                  <a:pt x="384048" y="129540"/>
                </a:lnTo>
                <a:lnTo>
                  <a:pt x="377190" y="135636"/>
                </a:lnTo>
                <a:lnTo>
                  <a:pt x="231648" y="135636"/>
                </a:lnTo>
                <a:lnTo>
                  <a:pt x="220479" y="136159"/>
                </a:lnTo>
                <a:lnTo>
                  <a:pt x="209740" y="137541"/>
                </a:lnTo>
                <a:lnTo>
                  <a:pt x="199286" y="139493"/>
                </a:lnTo>
                <a:lnTo>
                  <a:pt x="188975" y="141732"/>
                </a:lnTo>
                <a:close/>
              </a:path>
              <a:path w="402589" h="405764">
                <a:moveTo>
                  <a:pt x="207263" y="193548"/>
                </a:moveTo>
                <a:lnTo>
                  <a:pt x="190499" y="178308"/>
                </a:lnTo>
                <a:lnTo>
                  <a:pt x="347472" y="178308"/>
                </a:lnTo>
                <a:lnTo>
                  <a:pt x="347472" y="135636"/>
                </a:lnTo>
                <a:lnTo>
                  <a:pt x="377190" y="135636"/>
                </a:lnTo>
                <a:lnTo>
                  <a:pt x="370331" y="141732"/>
                </a:lnTo>
                <a:lnTo>
                  <a:pt x="370392" y="188976"/>
                </a:lnTo>
                <a:lnTo>
                  <a:pt x="248411" y="188976"/>
                </a:lnTo>
                <a:lnTo>
                  <a:pt x="237267" y="189261"/>
                </a:lnTo>
                <a:lnTo>
                  <a:pt x="226695" y="190119"/>
                </a:lnTo>
                <a:lnTo>
                  <a:pt x="216693" y="191547"/>
                </a:lnTo>
                <a:lnTo>
                  <a:pt x="207263" y="193548"/>
                </a:lnTo>
                <a:close/>
              </a:path>
              <a:path w="402589" h="405764">
                <a:moveTo>
                  <a:pt x="4572" y="324612"/>
                </a:moveTo>
                <a:lnTo>
                  <a:pt x="0" y="320040"/>
                </a:lnTo>
                <a:lnTo>
                  <a:pt x="15406" y="296941"/>
                </a:lnTo>
                <a:lnTo>
                  <a:pt x="29527" y="273558"/>
                </a:lnTo>
                <a:lnTo>
                  <a:pt x="53340" y="227076"/>
                </a:lnTo>
                <a:lnTo>
                  <a:pt x="70294" y="181165"/>
                </a:lnTo>
                <a:lnTo>
                  <a:pt x="83820" y="138684"/>
                </a:lnTo>
                <a:lnTo>
                  <a:pt x="108204" y="138684"/>
                </a:lnTo>
                <a:lnTo>
                  <a:pt x="108204" y="172212"/>
                </a:lnTo>
                <a:lnTo>
                  <a:pt x="119086" y="177950"/>
                </a:lnTo>
                <a:lnTo>
                  <a:pt x="127368" y="182880"/>
                </a:lnTo>
                <a:lnTo>
                  <a:pt x="108204" y="182880"/>
                </a:lnTo>
                <a:lnTo>
                  <a:pt x="108210" y="205740"/>
                </a:lnTo>
                <a:lnTo>
                  <a:pt x="85344" y="205740"/>
                </a:lnTo>
                <a:lnTo>
                  <a:pt x="69080" y="238887"/>
                </a:lnTo>
                <a:lnTo>
                  <a:pt x="50101" y="269748"/>
                </a:lnTo>
                <a:lnTo>
                  <a:pt x="28551" y="298323"/>
                </a:lnTo>
                <a:lnTo>
                  <a:pt x="4572" y="324612"/>
                </a:lnTo>
                <a:close/>
              </a:path>
              <a:path w="402589" h="405764">
                <a:moveTo>
                  <a:pt x="152400" y="249935"/>
                </a:moveTo>
                <a:lnTo>
                  <a:pt x="146304" y="249935"/>
                </a:lnTo>
                <a:lnTo>
                  <a:pt x="141732" y="243840"/>
                </a:lnTo>
                <a:lnTo>
                  <a:pt x="137160" y="231647"/>
                </a:lnTo>
                <a:lnTo>
                  <a:pt x="131778" y="218241"/>
                </a:lnTo>
                <a:lnTo>
                  <a:pt x="124968" y="205549"/>
                </a:lnTo>
                <a:lnTo>
                  <a:pt x="117014" y="193714"/>
                </a:lnTo>
                <a:lnTo>
                  <a:pt x="108204" y="182880"/>
                </a:lnTo>
                <a:lnTo>
                  <a:pt x="127368" y="182880"/>
                </a:lnTo>
                <a:lnTo>
                  <a:pt x="157924" y="209359"/>
                </a:lnTo>
                <a:lnTo>
                  <a:pt x="161544" y="220980"/>
                </a:lnTo>
                <a:lnTo>
                  <a:pt x="161544" y="227076"/>
                </a:lnTo>
                <a:lnTo>
                  <a:pt x="160020" y="233171"/>
                </a:lnTo>
                <a:lnTo>
                  <a:pt x="153924" y="245364"/>
                </a:lnTo>
                <a:lnTo>
                  <a:pt x="152400" y="249935"/>
                </a:lnTo>
                <a:close/>
              </a:path>
              <a:path w="402589" h="405764">
                <a:moveTo>
                  <a:pt x="188975" y="243840"/>
                </a:moveTo>
                <a:lnTo>
                  <a:pt x="173736" y="228600"/>
                </a:lnTo>
                <a:lnTo>
                  <a:pt x="347472" y="228600"/>
                </a:lnTo>
                <a:lnTo>
                  <a:pt x="347472" y="188976"/>
                </a:lnTo>
                <a:lnTo>
                  <a:pt x="370392" y="188976"/>
                </a:lnTo>
                <a:lnTo>
                  <a:pt x="370499" y="209359"/>
                </a:lnTo>
                <a:lnTo>
                  <a:pt x="370610" y="218241"/>
                </a:lnTo>
                <a:lnTo>
                  <a:pt x="370974" y="236886"/>
                </a:lnTo>
                <a:lnTo>
                  <a:pt x="371118" y="239268"/>
                </a:lnTo>
                <a:lnTo>
                  <a:pt x="231648" y="239268"/>
                </a:lnTo>
                <a:lnTo>
                  <a:pt x="220479" y="239553"/>
                </a:lnTo>
                <a:lnTo>
                  <a:pt x="209740" y="240411"/>
                </a:lnTo>
                <a:lnTo>
                  <a:pt x="199286" y="241839"/>
                </a:lnTo>
                <a:lnTo>
                  <a:pt x="188975" y="243840"/>
                </a:lnTo>
                <a:close/>
              </a:path>
              <a:path w="402589" h="405764">
                <a:moveTo>
                  <a:pt x="83820" y="405384"/>
                </a:moveTo>
                <a:lnTo>
                  <a:pt x="84058" y="369689"/>
                </a:lnTo>
                <a:lnTo>
                  <a:pt x="84649" y="317420"/>
                </a:lnTo>
                <a:lnTo>
                  <a:pt x="85105" y="269748"/>
                </a:lnTo>
                <a:lnTo>
                  <a:pt x="85344" y="205740"/>
                </a:lnTo>
                <a:lnTo>
                  <a:pt x="108210" y="205740"/>
                </a:lnTo>
                <a:lnTo>
                  <a:pt x="108330" y="298323"/>
                </a:lnTo>
                <a:lnTo>
                  <a:pt x="108453" y="327279"/>
                </a:lnTo>
                <a:lnTo>
                  <a:pt x="108798" y="360426"/>
                </a:lnTo>
                <a:lnTo>
                  <a:pt x="108921" y="367284"/>
                </a:lnTo>
                <a:lnTo>
                  <a:pt x="109728" y="391668"/>
                </a:lnTo>
                <a:lnTo>
                  <a:pt x="83820" y="405384"/>
                </a:lnTo>
                <a:close/>
              </a:path>
              <a:path w="402589" h="405764">
                <a:moveTo>
                  <a:pt x="347472" y="262128"/>
                </a:moveTo>
                <a:lnTo>
                  <a:pt x="347472" y="239268"/>
                </a:lnTo>
                <a:lnTo>
                  <a:pt x="371118" y="239268"/>
                </a:lnTo>
                <a:lnTo>
                  <a:pt x="371855" y="251459"/>
                </a:lnTo>
                <a:lnTo>
                  <a:pt x="347472" y="262128"/>
                </a:lnTo>
                <a:close/>
              </a:path>
              <a:path w="402589" h="405764">
                <a:moveTo>
                  <a:pt x="280416" y="316992"/>
                </a:moveTo>
                <a:lnTo>
                  <a:pt x="275844" y="316992"/>
                </a:lnTo>
                <a:lnTo>
                  <a:pt x="271272" y="303276"/>
                </a:lnTo>
                <a:lnTo>
                  <a:pt x="266985" y="292417"/>
                </a:lnTo>
                <a:lnTo>
                  <a:pt x="260985" y="280416"/>
                </a:lnTo>
                <a:lnTo>
                  <a:pt x="253269" y="267271"/>
                </a:lnTo>
                <a:lnTo>
                  <a:pt x="243840" y="252983"/>
                </a:lnTo>
                <a:lnTo>
                  <a:pt x="246887" y="249935"/>
                </a:lnTo>
                <a:lnTo>
                  <a:pt x="283749" y="275010"/>
                </a:lnTo>
                <a:lnTo>
                  <a:pt x="294132" y="291083"/>
                </a:lnTo>
                <a:lnTo>
                  <a:pt x="294132" y="297180"/>
                </a:lnTo>
                <a:lnTo>
                  <a:pt x="292608" y="303276"/>
                </a:lnTo>
                <a:lnTo>
                  <a:pt x="288036" y="307847"/>
                </a:lnTo>
                <a:lnTo>
                  <a:pt x="283463" y="313944"/>
                </a:lnTo>
                <a:lnTo>
                  <a:pt x="280416" y="316992"/>
                </a:lnTo>
                <a:close/>
              </a:path>
              <a:path w="402589" h="405764">
                <a:moveTo>
                  <a:pt x="312420" y="387096"/>
                </a:moveTo>
                <a:lnTo>
                  <a:pt x="237744" y="387096"/>
                </a:lnTo>
                <a:lnTo>
                  <a:pt x="224861" y="384476"/>
                </a:lnTo>
                <a:lnTo>
                  <a:pt x="215836" y="378714"/>
                </a:lnTo>
                <a:lnTo>
                  <a:pt x="210526" y="369522"/>
                </a:lnTo>
                <a:lnTo>
                  <a:pt x="208787" y="356616"/>
                </a:lnTo>
                <a:lnTo>
                  <a:pt x="208724" y="330708"/>
                </a:lnTo>
                <a:lnTo>
                  <a:pt x="208635" y="320040"/>
                </a:lnTo>
                <a:lnTo>
                  <a:pt x="208517" y="312134"/>
                </a:lnTo>
                <a:lnTo>
                  <a:pt x="208145" y="296608"/>
                </a:lnTo>
                <a:lnTo>
                  <a:pt x="207263" y="278892"/>
                </a:lnTo>
                <a:lnTo>
                  <a:pt x="243840" y="294132"/>
                </a:lnTo>
                <a:lnTo>
                  <a:pt x="231648" y="304800"/>
                </a:lnTo>
                <a:lnTo>
                  <a:pt x="231648" y="347472"/>
                </a:lnTo>
                <a:lnTo>
                  <a:pt x="233124" y="356568"/>
                </a:lnTo>
                <a:lnTo>
                  <a:pt x="237744" y="363093"/>
                </a:lnTo>
                <a:lnTo>
                  <a:pt x="245792" y="366760"/>
                </a:lnTo>
                <a:lnTo>
                  <a:pt x="257556" y="367284"/>
                </a:lnTo>
                <a:lnTo>
                  <a:pt x="353160" y="367284"/>
                </a:lnTo>
                <a:lnTo>
                  <a:pt x="348210" y="375094"/>
                </a:lnTo>
                <a:lnTo>
                  <a:pt x="338899" y="382524"/>
                </a:lnTo>
                <a:lnTo>
                  <a:pt x="327017" y="386524"/>
                </a:lnTo>
                <a:lnTo>
                  <a:pt x="312420" y="387096"/>
                </a:lnTo>
                <a:close/>
              </a:path>
              <a:path w="402589" h="405764">
                <a:moveTo>
                  <a:pt x="388620" y="367284"/>
                </a:moveTo>
                <a:lnTo>
                  <a:pt x="385572" y="367284"/>
                </a:lnTo>
                <a:lnTo>
                  <a:pt x="382524" y="364236"/>
                </a:lnTo>
                <a:lnTo>
                  <a:pt x="378452" y="351924"/>
                </a:lnTo>
                <a:lnTo>
                  <a:pt x="375387" y="344424"/>
                </a:lnTo>
                <a:lnTo>
                  <a:pt x="352734" y="304990"/>
                </a:lnTo>
                <a:lnTo>
                  <a:pt x="344424" y="294132"/>
                </a:lnTo>
                <a:lnTo>
                  <a:pt x="347472" y="291083"/>
                </a:lnTo>
                <a:lnTo>
                  <a:pt x="387096" y="316992"/>
                </a:lnTo>
                <a:lnTo>
                  <a:pt x="402336" y="341376"/>
                </a:lnTo>
                <a:lnTo>
                  <a:pt x="402336" y="345948"/>
                </a:lnTo>
                <a:lnTo>
                  <a:pt x="396240" y="358140"/>
                </a:lnTo>
                <a:lnTo>
                  <a:pt x="391668" y="364236"/>
                </a:lnTo>
                <a:lnTo>
                  <a:pt x="388620" y="367284"/>
                </a:lnTo>
                <a:close/>
              </a:path>
              <a:path w="402589" h="405764">
                <a:moveTo>
                  <a:pt x="156972" y="367284"/>
                </a:moveTo>
                <a:lnTo>
                  <a:pt x="141732" y="367284"/>
                </a:lnTo>
                <a:lnTo>
                  <a:pt x="138684" y="365760"/>
                </a:lnTo>
                <a:lnTo>
                  <a:pt x="135636" y="362712"/>
                </a:lnTo>
                <a:lnTo>
                  <a:pt x="135667" y="356568"/>
                </a:lnTo>
                <a:lnTo>
                  <a:pt x="138684" y="352044"/>
                </a:lnTo>
                <a:lnTo>
                  <a:pt x="146304" y="344424"/>
                </a:lnTo>
                <a:lnTo>
                  <a:pt x="152876" y="336137"/>
                </a:lnTo>
                <a:lnTo>
                  <a:pt x="158877" y="324993"/>
                </a:lnTo>
                <a:lnTo>
                  <a:pt x="164306" y="310991"/>
                </a:lnTo>
                <a:lnTo>
                  <a:pt x="169163" y="294132"/>
                </a:lnTo>
                <a:lnTo>
                  <a:pt x="175260" y="294132"/>
                </a:lnTo>
                <a:lnTo>
                  <a:pt x="176001" y="310157"/>
                </a:lnTo>
                <a:lnTo>
                  <a:pt x="176126" y="316349"/>
                </a:lnTo>
                <a:lnTo>
                  <a:pt x="176006" y="330708"/>
                </a:lnTo>
                <a:lnTo>
                  <a:pt x="175474" y="339566"/>
                </a:lnTo>
                <a:lnTo>
                  <a:pt x="173736" y="348996"/>
                </a:lnTo>
                <a:lnTo>
                  <a:pt x="172211" y="359664"/>
                </a:lnTo>
                <a:lnTo>
                  <a:pt x="167640" y="364236"/>
                </a:lnTo>
                <a:lnTo>
                  <a:pt x="163068" y="365760"/>
                </a:lnTo>
                <a:lnTo>
                  <a:pt x="156972" y="367284"/>
                </a:lnTo>
                <a:close/>
              </a:path>
              <a:path w="402589" h="405764">
                <a:moveTo>
                  <a:pt x="353160" y="367284"/>
                </a:moveTo>
                <a:lnTo>
                  <a:pt x="306324" y="367284"/>
                </a:lnTo>
                <a:lnTo>
                  <a:pt x="313467" y="364998"/>
                </a:lnTo>
                <a:lnTo>
                  <a:pt x="318897" y="360426"/>
                </a:lnTo>
                <a:lnTo>
                  <a:pt x="322611" y="353568"/>
                </a:lnTo>
                <a:lnTo>
                  <a:pt x="324612" y="344424"/>
                </a:lnTo>
                <a:lnTo>
                  <a:pt x="327255" y="322945"/>
                </a:lnTo>
                <a:lnTo>
                  <a:pt x="329184" y="306323"/>
                </a:lnTo>
                <a:lnTo>
                  <a:pt x="335280" y="306323"/>
                </a:lnTo>
                <a:lnTo>
                  <a:pt x="338328" y="344424"/>
                </a:lnTo>
                <a:lnTo>
                  <a:pt x="355092" y="364236"/>
                </a:lnTo>
                <a:lnTo>
                  <a:pt x="353160" y="36728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5699759" y="2365248"/>
            <a:ext cx="387350" cy="405765"/>
          </a:xfrm>
          <a:custGeom>
            <a:avLst/>
            <a:gdLst/>
            <a:ahLst/>
            <a:cxnLst/>
            <a:rect l="l" t="t" r="r" b="b"/>
            <a:pathLst>
              <a:path w="387350" h="405764">
                <a:moveTo>
                  <a:pt x="199644" y="71628"/>
                </a:moveTo>
                <a:lnTo>
                  <a:pt x="193548" y="71628"/>
                </a:lnTo>
                <a:lnTo>
                  <a:pt x="190500" y="67056"/>
                </a:lnTo>
                <a:lnTo>
                  <a:pt x="188976" y="56388"/>
                </a:lnTo>
                <a:lnTo>
                  <a:pt x="185547" y="44648"/>
                </a:lnTo>
                <a:lnTo>
                  <a:pt x="179832" y="32194"/>
                </a:lnTo>
                <a:lnTo>
                  <a:pt x="171831" y="18883"/>
                </a:lnTo>
                <a:lnTo>
                  <a:pt x="161544" y="4572"/>
                </a:lnTo>
                <a:lnTo>
                  <a:pt x="164592" y="0"/>
                </a:lnTo>
                <a:lnTo>
                  <a:pt x="201239" y="22288"/>
                </a:lnTo>
                <a:lnTo>
                  <a:pt x="214884" y="39624"/>
                </a:lnTo>
                <a:lnTo>
                  <a:pt x="214884" y="51816"/>
                </a:lnTo>
                <a:lnTo>
                  <a:pt x="213360" y="56388"/>
                </a:lnTo>
                <a:lnTo>
                  <a:pt x="207264" y="62484"/>
                </a:lnTo>
                <a:lnTo>
                  <a:pt x="202692" y="68580"/>
                </a:lnTo>
                <a:lnTo>
                  <a:pt x="199644" y="71628"/>
                </a:lnTo>
                <a:close/>
              </a:path>
              <a:path w="387350" h="405764">
                <a:moveTo>
                  <a:pt x="36576" y="140208"/>
                </a:moveTo>
                <a:lnTo>
                  <a:pt x="27432" y="140208"/>
                </a:lnTo>
                <a:lnTo>
                  <a:pt x="24384" y="138684"/>
                </a:lnTo>
                <a:lnTo>
                  <a:pt x="15240" y="132588"/>
                </a:lnTo>
                <a:lnTo>
                  <a:pt x="13716" y="131064"/>
                </a:lnTo>
                <a:lnTo>
                  <a:pt x="13716" y="124968"/>
                </a:lnTo>
                <a:lnTo>
                  <a:pt x="18288" y="118872"/>
                </a:lnTo>
                <a:lnTo>
                  <a:pt x="27432" y="109728"/>
                </a:lnTo>
                <a:lnTo>
                  <a:pt x="35742" y="100298"/>
                </a:lnTo>
                <a:lnTo>
                  <a:pt x="42481" y="88011"/>
                </a:lnTo>
                <a:lnTo>
                  <a:pt x="47791" y="72866"/>
                </a:lnTo>
                <a:lnTo>
                  <a:pt x="51816" y="54864"/>
                </a:lnTo>
                <a:lnTo>
                  <a:pt x="59436" y="54864"/>
                </a:lnTo>
                <a:lnTo>
                  <a:pt x="59436" y="76200"/>
                </a:lnTo>
                <a:lnTo>
                  <a:pt x="366422" y="76200"/>
                </a:lnTo>
                <a:lnTo>
                  <a:pt x="375699" y="86868"/>
                </a:lnTo>
                <a:lnTo>
                  <a:pt x="59436" y="86868"/>
                </a:lnTo>
                <a:lnTo>
                  <a:pt x="58840" y="105179"/>
                </a:lnTo>
                <a:lnTo>
                  <a:pt x="56959" y="119062"/>
                </a:lnTo>
                <a:lnTo>
                  <a:pt x="53649" y="128658"/>
                </a:lnTo>
                <a:lnTo>
                  <a:pt x="48768" y="134112"/>
                </a:lnTo>
                <a:lnTo>
                  <a:pt x="41148" y="137160"/>
                </a:lnTo>
                <a:lnTo>
                  <a:pt x="36576" y="140208"/>
                </a:lnTo>
                <a:close/>
              </a:path>
              <a:path w="387350" h="405764">
                <a:moveTo>
                  <a:pt x="366422" y="76200"/>
                </a:moveTo>
                <a:lnTo>
                  <a:pt x="332232" y="76200"/>
                </a:lnTo>
                <a:lnTo>
                  <a:pt x="350520" y="57912"/>
                </a:lnTo>
                <a:lnTo>
                  <a:pt x="366422" y="76200"/>
                </a:lnTo>
                <a:close/>
              </a:path>
              <a:path w="387350" h="405764">
                <a:moveTo>
                  <a:pt x="318516" y="134112"/>
                </a:moveTo>
                <a:lnTo>
                  <a:pt x="312420" y="131064"/>
                </a:lnTo>
                <a:lnTo>
                  <a:pt x="335280" y="86868"/>
                </a:lnTo>
                <a:lnTo>
                  <a:pt x="375699" y="86868"/>
                </a:lnTo>
                <a:lnTo>
                  <a:pt x="381000" y="92964"/>
                </a:lnTo>
                <a:lnTo>
                  <a:pt x="367593" y="95535"/>
                </a:lnTo>
                <a:lnTo>
                  <a:pt x="352615" y="103251"/>
                </a:lnTo>
                <a:lnTo>
                  <a:pt x="336208" y="116109"/>
                </a:lnTo>
                <a:lnTo>
                  <a:pt x="318516" y="134112"/>
                </a:lnTo>
                <a:close/>
              </a:path>
              <a:path w="387350" h="405764">
                <a:moveTo>
                  <a:pt x="42672" y="176784"/>
                </a:moveTo>
                <a:lnTo>
                  <a:pt x="27432" y="160020"/>
                </a:lnTo>
                <a:lnTo>
                  <a:pt x="298704" y="160020"/>
                </a:lnTo>
                <a:lnTo>
                  <a:pt x="323088" y="135636"/>
                </a:lnTo>
                <a:lnTo>
                  <a:pt x="358140" y="170688"/>
                </a:lnTo>
                <a:lnTo>
                  <a:pt x="85344" y="170688"/>
                </a:lnTo>
                <a:lnTo>
                  <a:pt x="74175" y="170997"/>
                </a:lnTo>
                <a:lnTo>
                  <a:pt x="63436" y="172021"/>
                </a:lnTo>
                <a:lnTo>
                  <a:pt x="52982" y="173902"/>
                </a:lnTo>
                <a:lnTo>
                  <a:pt x="42672" y="176784"/>
                </a:lnTo>
                <a:close/>
              </a:path>
              <a:path w="387350" h="405764">
                <a:moveTo>
                  <a:pt x="207264" y="350520"/>
                </a:moveTo>
                <a:lnTo>
                  <a:pt x="182880" y="350520"/>
                </a:lnTo>
                <a:lnTo>
                  <a:pt x="182880" y="170688"/>
                </a:lnTo>
                <a:lnTo>
                  <a:pt x="207264" y="170688"/>
                </a:lnTo>
                <a:lnTo>
                  <a:pt x="207264" y="256032"/>
                </a:lnTo>
                <a:lnTo>
                  <a:pt x="329668" y="256032"/>
                </a:lnTo>
                <a:lnTo>
                  <a:pt x="339852" y="266700"/>
                </a:lnTo>
                <a:lnTo>
                  <a:pt x="207264" y="266700"/>
                </a:lnTo>
                <a:lnTo>
                  <a:pt x="207264" y="350520"/>
                </a:lnTo>
                <a:close/>
              </a:path>
              <a:path w="387350" h="405764">
                <a:moveTo>
                  <a:pt x="3048" y="405384"/>
                </a:moveTo>
                <a:lnTo>
                  <a:pt x="0" y="400812"/>
                </a:lnTo>
                <a:lnTo>
                  <a:pt x="15144" y="384810"/>
                </a:lnTo>
                <a:lnTo>
                  <a:pt x="28575" y="368808"/>
                </a:lnTo>
                <a:lnTo>
                  <a:pt x="50292" y="336804"/>
                </a:lnTo>
                <a:lnTo>
                  <a:pt x="69794" y="287297"/>
                </a:lnTo>
                <a:lnTo>
                  <a:pt x="78676" y="238506"/>
                </a:lnTo>
                <a:lnTo>
                  <a:pt x="80772" y="205740"/>
                </a:lnTo>
                <a:lnTo>
                  <a:pt x="123444" y="227076"/>
                </a:lnTo>
                <a:lnTo>
                  <a:pt x="103251" y="259651"/>
                </a:lnTo>
                <a:lnTo>
                  <a:pt x="99060" y="278892"/>
                </a:lnTo>
                <a:lnTo>
                  <a:pt x="105998" y="289560"/>
                </a:lnTo>
                <a:lnTo>
                  <a:pt x="96012" y="289560"/>
                </a:lnTo>
                <a:lnTo>
                  <a:pt x="79057" y="325183"/>
                </a:lnTo>
                <a:lnTo>
                  <a:pt x="49768" y="367022"/>
                </a:lnTo>
                <a:lnTo>
                  <a:pt x="21097" y="392596"/>
                </a:lnTo>
                <a:lnTo>
                  <a:pt x="3048" y="405384"/>
                </a:lnTo>
                <a:close/>
              </a:path>
              <a:path w="387350" h="405764">
                <a:moveTo>
                  <a:pt x="329668" y="256032"/>
                </a:moveTo>
                <a:lnTo>
                  <a:pt x="284988" y="256032"/>
                </a:lnTo>
                <a:lnTo>
                  <a:pt x="307847" y="233172"/>
                </a:lnTo>
                <a:lnTo>
                  <a:pt x="329668" y="256032"/>
                </a:lnTo>
                <a:close/>
              </a:path>
              <a:path w="387350" h="405764">
                <a:moveTo>
                  <a:pt x="350520" y="394716"/>
                </a:moveTo>
                <a:lnTo>
                  <a:pt x="308562" y="393906"/>
                </a:lnTo>
                <a:lnTo>
                  <a:pt x="241220" y="388286"/>
                </a:lnTo>
                <a:lnTo>
                  <a:pt x="194929" y="378594"/>
                </a:lnTo>
                <a:lnTo>
                  <a:pt x="159400" y="361973"/>
                </a:lnTo>
                <a:lnTo>
                  <a:pt x="118681" y="323469"/>
                </a:lnTo>
                <a:lnTo>
                  <a:pt x="96012" y="289560"/>
                </a:lnTo>
                <a:lnTo>
                  <a:pt x="105998" y="289560"/>
                </a:lnTo>
                <a:lnTo>
                  <a:pt x="107608" y="292036"/>
                </a:lnTo>
                <a:lnTo>
                  <a:pt x="117157" y="304038"/>
                </a:lnTo>
                <a:lnTo>
                  <a:pt x="150090" y="333160"/>
                </a:lnTo>
                <a:lnTo>
                  <a:pt x="182880" y="350520"/>
                </a:lnTo>
                <a:lnTo>
                  <a:pt x="207264" y="350520"/>
                </a:lnTo>
                <a:lnTo>
                  <a:pt x="207264" y="356616"/>
                </a:lnTo>
                <a:lnTo>
                  <a:pt x="231243" y="360592"/>
                </a:lnTo>
                <a:lnTo>
                  <a:pt x="255079" y="363283"/>
                </a:lnTo>
                <a:lnTo>
                  <a:pt x="278630" y="364545"/>
                </a:lnTo>
                <a:lnTo>
                  <a:pt x="387096" y="364545"/>
                </a:lnTo>
                <a:lnTo>
                  <a:pt x="387096" y="367284"/>
                </a:lnTo>
                <a:lnTo>
                  <a:pt x="373665" y="370713"/>
                </a:lnTo>
                <a:lnTo>
                  <a:pt x="363093" y="376428"/>
                </a:lnTo>
                <a:lnTo>
                  <a:pt x="355377" y="384429"/>
                </a:lnTo>
                <a:lnTo>
                  <a:pt x="350520" y="394716"/>
                </a:lnTo>
                <a:close/>
              </a:path>
              <a:path w="387350" h="405764">
                <a:moveTo>
                  <a:pt x="387096" y="364545"/>
                </a:moveTo>
                <a:lnTo>
                  <a:pt x="278630" y="364545"/>
                </a:lnTo>
                <a:lnTo>
                  <a:pt x="325159" y="363974"/>
                </a:lnTo>
                <a:lnTo>
                  <a:pt x="347281" y="363283"/>
                </a:lnTo>
                <a:lnTo>
                  <a:pt x="367974" y="362307"/>
                </a:lnTo>
                <a:lnTo>
                  <a:pt x="387096" y="361188"/>
                </a:lnTo>
                <a:lnTo>
                  <a:pt x="387096" y="36454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6156960" y="2377439"/>
            <a:ext cx="373380" cy="381000"/>
          </a:xfrm>
          <a:custGeom>
            <a:avLst/>
            <a:gdLst/>
            <a:ahLst/>
            <a:cxnLst/>
            <a:rect l="l" t="t" r="r" b="b"/>
            <a:pathLst>
              <a:path w="373379" h="381000">
                <a:moveTo>
                  <a:pt x="24383" y="380999"/>
                </a:moveTo>
                <a:lnTo>
                  <a:pt x="0" y="358139"/>
                </a:lnTo>
                <a:lnTo>
                  <a:pt x="10667" y="348996"/>
                </a:lnTo>
                <a:lnTo>
                  <a:pt x="10667" y="106679"/>
                </a:lnTo>
                <a:lnTo>
                  <a:pt x="10429" y="82676"/>
                </a:lnTo>
                <a:lnTo>
                  <a:pt x="9382" y="34670"/>
                </a:lnTo>
                <a:lnTo>
                  <a:pt x="9143" y="10667"/>
                </a:lnTo>
                <a:lnTo>
                  <a:pt x="35051" y="24383"/>
                </a:lnTo>
                <a:lnTo>
                  <a:pt x="303275" y="24383"/>
                </a:lnTo>
                <a:lnTo>
                  <a:pt x="329183" y="0"/>
                </a:lnTo>
                <a:lnTo>
                  <a:pt x="359663" y="35051"/>
                </a:lnTo>
                <a:lnTo>
                  <a:pt x="239267" y="35051"/>
                </a:lnTo>
                <a:lnTo>
                  <a:pt x="239267" y="243839"/>
                </a:lnTo>
                <a:lnTo>
                  <a:pt x="240649" y="258079"/>
                </a:lnTo>
                <a:lnTo>
                  <a:pt x="244601" y="268604"/>
                </a:lnTo>
                <a:lnTo>
                  <a:pt x="250840" y="275129"/>
                </a:lnTo>
                <a:lnTo>
                  <a:pt x="259079" y="277367"/>
                </a:lnTo>
                <a:lnTo>
                  <a:pt x="306324" y="277367"/>
                </a:lnTo>
                <a:lnTo>
                  <a:pt x="329183" y="195071"/>
                </a:lnTo>
                <a:lnTo>
                  <a:pt x="336804" y="195071"/>
                </a:lnTo>
                <a:lnTo>
                  <a:pt x="339852" y="245363"/>
                </a:lnTo>
                <a:lnTo>
                  <a:pt x="361187" y="271272"/>
                </a:lnTo>
                <a:lnTo>
                  <a:pt x="353139" y="283011"/>
                </a:lnTo>
                <a:lnTo>
                  <a:pt x="342519" y="290893"/>
                </a:lnTo>
                <a:lnTo>
                  <a:pt x="329041" y="295060"/>
                </a:lnTo>
                <a:lnTo>
                  <a:pt x="312419" y="295655"/>
                </a:lnTo>
                <a:lnTo>
                  <a:pt x="248411" y="295655"/>
                </a:lnTo>
                <a:lnTo>
                  <a:pt x="234434" y="293131"/>
                </a:lnTo>
                <a:lnTo>
                  <a:pt x="224599" y="285749"/>
                </a:lnTo>
                <a:lnTo>
                  <a:pt x="219051" y="273796"/>
                </a:lnTo>
                <a:lnTo>
                  <a:pt x="217931" y="257555"/>
                </a:lnTo>
                <a:lnTo>
                  <a:pt x="217931" y="35051"/>
                </a:lnTo>
                <a:lnTo>
                  <a:pt x="144779" y="35051"/>
                </a:lnTo>
                <a:lnTo>
                  <a:pt x="143636" y="88391"/>
                </a:lnTo>
                <a:lnTo>
                  <a:pt x="140207" y="137159"/>
                </a:lnTo>
                <a:lnTo>
                  <a:pt x="133540" y="182879"/>
                </a:lnTo>
                <a:lnTo>
                  <a:pt x="118871" y="228599"/>
                </a:lnTo>
                <a:lnTo>
                  <a:pt x="93725" y="274320"/>
                </a:lnTo>
                <a:lnTo>
                  <a:pt x="54863" y="320039"/>
                </a:lnTo>
                <a:lnTo>
                  <a:pt x="50291" y="315467"/>
                </a:lnTo>
                <a:lnTo>
                  <a:pt x="66270" y="291798"/>
                </a:lnTo>
                <a:lnTo>
                  <a:pt x="79819" y="268985"/>
                </a:lnTo>
                <a:lnTo>
                  <a:pt x="99059" y="227075"/>
                </a:lnTo>
                <a:lnTo>
                  <a:pt x="110299" y="184784"/>
                </a:lnTo>
                <a:lnTo>
                  <a:pt x="117824" y="116490"/>
                </a:lnTo>
                <a:lnTo>
                  <a:pt x="120110" y="63912"/>
                </a:lnTo>
                <a:lnTo>
                  <a:pt x="120395" y="35051"/>
                </a:lnTo>
                <a:lnTo>
                  <a:pt x="35051" y="35051"/>
                </a:lnTo>
                <a:lnTo>
                  <a:pt x="35051" y="355091"/>
                </a:lnTo>
                <a:lnTo>
                  <a:pt x="310895" y="355091"/>
                </a:lnTo>
                <a:lnTo>
                  <a:pt x="336804" y="329184"/>
                </a:lnTo>
                <a:lnTo>
                  <a:pt x="373380" y="365760"/>
                </a:lnTo>
                <a:lnTo>
                  <a:pt x="36575" y="365760"/>
                </a:lnTo>
                <a:lnTo>
                  <a:pt x="24383" y="38099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6579108" y="2382011"/>
            <a:ext cx="408940" cy="382905"/>
          </a:xfrm>
          <a:custGeom>
            <a:avLst/>
            <a:gdLst/>
            <a:ahLst/>
            <a:cxnLst/>
            <a:rect l="l" t="t" r="r" b="b"/>
            <a:pathLst>
              <a:path w="408940" h="382905">
                <a:moveTo>
                  <a:pt x="242316" y="36576"/>
                </a:moveTo>
                <a:lnTo>
                  <a:pt x="227076" y="19812"/>
                </a:lnTo>
                <a:lnTo>
                  <a:pt x="348996" y="19812"/>
                </a:lnTo>
                <a:lnTo>
                  <a:pt x="359664" y="4572"/>
                </a:lnTo>
                <a:lnTo>
                  <a:pt x="387096" y="25908"/>
                </a:lnTo>
                <a:lnTo>
                  <a:pt x="381870" y="30480"/>
                </a:lnTo>
                <a:lnTo>
                  <a:pt x="283464" y="30480"/>
                </a:lnTo>
                <a:lnTo>
                  <a:pt x="272319" y="30789"/>
                </a:lnTo>
                <a:lnTo>
                  <a:pt x="261747" y="31813"/>
                </a:lnTo>
                <a:lnTo>
                  <a:pt x="251745" y="33694"/>
                </a:lnTo>
                <a:lnTo>
                  <a:pt x="242316" y="36576"/>
                </a:lnTo>
                <a:close/>
              </a:path>
              <a:path w="408940" h="382905">
                <a:moveTo>
                  <a:pt x="375553" y="144780"/>
                </a:moveTo>
                <a:lnTo>
                  <a:pt x="352044" y="144780"/>
                </a:lnTo>
                <a:lnTo>
                  <a:pt x="352044" y="30480"/>
                </a:lnTo>
                <a:lnTo>
                  <a:pt x="381870" y="30480"/>
                </a:lnTo>
                <a:lnTo>
                  <a:pt x="374904" y="36576"/>
                </a:lnTo>
                <a:lnTo>
                  <a:pt x="374927" y="78295"/>
                </a:lnTo>
                <a:lnTo>
                  <a:pt x="375094" y="114300"/>
                </a:lnTo>
                <a:lnTo>
                  <a:pt x="375553" y="144780"/>
                </a:lnTo>
                <a:close/>
              </a:path>
              <a:path w="408940" h="382905">
                <a:moveTo>
                  <a:pt x="368808" y="364236"/>
                </a:moveTo>
                <a:lnTo>
                  <a:pt x="278892" y="364236"/>
                </a:lnTo>
                <a:lnTo>
                  <a:pt x="259127" y="363378"/>
                </a:lnTo>
                <a:lnTo>
                  <a:pt x="245364" y="356235"/>
                </a:lnTo>
                <a:lnTo>
                  <a:pt x="237315" y="342804"/>
                </a:lnTo>
                <a:lnTo>
                  <a:pt x="234696" y="323088"/>
                </a:lnTo>
                <a:lnTo>
                  <a:pt x="234672" y="253626"/>
                </a:lnTo>
                <a:lnTo>
                  <a:pt x="234505" y="198310"/>
                </a:lnTo>
                <a:lnTo>
                  <a:pt x="234053" y="156995"/>
                </a:lnTo>
                <a:lnTo>
                  <a:pt x="233172" y="129540"/>
                </a:lnTo>
                <a:lnTo>
                  <a:pt x="257556" y="144780"/>
                </a:lnTo>
                <a:lnTo>
                  <a:pt x="375553" y="144780"/>
                </a:lnTo>
                <a:lnTo>
                  <a:pt x="375936" y="155448"/>
                </a:lnTo>
                <a:lnTo>
                  <a:pt x="257556" y="155448"/>
                </a:lnTo>
                <a:lnTo>
                  <a:pt x="257556" y="315468"/>
                </a:lnTo>
                <a:lnTo>
                  <a:pt x="259270" y="329231"/>
                </a:lnTo>
                <a:lnTo>
                  <a:pt x="264414" y="338709"/>
                </a:lnTo>
                <a:lnTo>
                  <a:pt x="272986" y="344185"/>
                </a:lnTo>
                <a:lnTo>
                  <a:pt x="284988" y="345948"/>
                </a:lnTo>
                <a:lnTo>
                  <a:pt x="404883" y="345948"/>
                </a:lnTo>
                <a:lnTo>
                  <a:pt x="401597" y="351591"/>
                </a:lnTo>
                <a:lnTo>
                  <a:pt x="392620" y="359473"/>
                </a:lnTo>
                <a:lnTo>
                  <a:pt x="381642" y="363640"/>
                </a:lnTo>
                <a:lnTo>
                  <a:pt x="368808" y="364236"/>
                </a:lnTo>
                <a:close/>
              </a:path>
              <a:path w="408940" h="382905">
                <a:moveTo>
                  <a:pt x="352044" y="179832"/>
                </a:moveTo>
                <a:lnTo>
                  <a:pt x="352044" y="155448"/>
                </a:lnTo>
                <a:lnTo>
                  <a:pt x="375936" y="155448"/>
                </a:lnTo>
                <a:lnTo>
                  <a:pt x="376428" y="169164"/>
                </a:lnTo>
                <a:lnTo>
                  <a:pt x="352044" y="179832"/>
                </a:lnTo>
                <a:close/>
              </a:path>
              <a:path w="408940" h="382905">
                <a:moveTo>
                  <a:pt x="404883" y="345948"/>
                </a:moveTo>
                <a:lnTo>
                  <a:pt x="364236" y="345948"/>
                </a:lnTo>
                <a:lnTo>
                  <a:pt x="370332" y="339852"/>
                </a:lnTo>
                <a:lnTo>
                  <a:pt x="371856" y="327660"/>
                </a:lnTo>
                <a:lnTo>
                  <a:pt x="373880" y="317420"/>
                </a:lnTo>
                <a:lnTo>
                  <a:pt x="375475" y="302895"/>
                </a:lnTo>
                <a:lnTo>
                  <a:pt x="376785" y="284368"/>
                </a:lnTo>
                <a:lnTo>
                  <a:pt x="377952" y="262128"/>
                </a:lnTo>
                <a:lnTo>
                  <a:pt x="387096" y="262128"/>
                </a:lnTo>
                <a:lnTo>
                  <a:pt x="388381" y="306705"/>
                </a:lnTo>
                <a:lnTo>
                  <a:pt x="408432" y="339852"/>
                </a:lnTo>
                <a:lnTo>
                  <a:pt x="404883" y="345948"/>
                </a:lnTo>
                <a:close/>
              </a:path>
              <a:path w="408940" h="382905">
                <a:moveTo>
                  <a:pt x="16764" y="36576"/>
                </a:moveTo>
                <a:lnTo>
                  <a:pt x="0" y="19812"/>
                </a:lnTo>
                <a:lnTo>
                  <a:pt x="176784" y="19812"/>
                </a:lnTo>
                <a:lnTo>
                  <a:pt x="196596" y="0"/>
                </a:lnTo>
                <a:lnTo>
                  <a:pt x="224028" y="30480"/>
                </a:lnTo>
                <a:lnTo>
                  <a:pt x="57912" y="30480"/>
                </a:lnTo>
                <a:lnTo>
                  <a:pt x="46767" y="30789"/>
                </a:lnTo>
                <a:lnTo>
                  <a:pt x="36195" y="31813"/>
                </a:lnTo>
                <a:lnTo>
                  <a:pt x="26193" y="33694"/>
                </a:lnTo>
                <a:lnTo>
                  <a:pt x="16764" y="36576"/>
                </a:lnTo>
                <a:close/>
              </a:path>
              <a:path w="408940" h="382905">
                <a:moveTo>
                  <a:pt x="100584" y="86868"/>
                </a:moveTo>
                <a:lnTo>
                  <a:pt x="80772" y="86868"/>
                </a:lnTo>
                <a:lnTo>
                  <a:pt x="80772" y="30480"/>
                </a:lnTo>
                <a:lnTo>
                  <a:pt x="100584" y="30480"/>
                </a:lnTo>
                <a:lnTo>
                  <a:pt x="100584" y="86868"/>
                </a:lnTo>
                <a:close/>
              </a:path>
              <a:path w="408940" h="382905">
                <a:moveTo>
                  <a:pt x="146304" y="86868"/>
                </a:moveTo>
                <a:lnTo>
                  <a:pt x="124968" y="86868"/>
                </a:lnTo>
                <a:lnTo>
                  <a:pt x="124968" y="30480"/>
                </a:lnTo>
                <a:lnTo>
                  <a:pt x="146304" y="30480"/>
                </a:lnTo>
                <a:lnTo>
                  <a:pt x="146304" y="86868"/>
                </a:lnTo>
                <a:close/>
              </a:path>
              <a:path w="408940" h="382905">
                <a:moveTo>
                  <a:pt x="205086" y="86868"/>
                </a:moveTo>
                <a:lnTo>
                  <a:pt x="173736" y="86868"/>
                </a:lnTo>
                <a:lnTo>
                  <a:pt x="185928" y="70104"/>
                </a:lnTo>
                <a:lnTo>
                  <a:pt x="205086" y="86868"/>
                </a:lnTo>
                <a:close/>
              </a:path>
              <a:path w="408940" h="382905">
                <a:moveTo>
                  <a:pt x="25908" y="382524"/>
                </a:moveTo>
                <a:lnTo>
                  <a:pt x="28003" y="316992"/>
                </a:lnTo>
                <a:lnTo>
                  <a:pt x="28694" y="275796"/>
                </a:lnTo>
                <a:lnTo>
                  <a:pt x="28938" y="225552"/>
                </a:lnTo>
                <a:lnTo>
                  <a:pt x="28694" y="181998"/>
                </a:lnTo>
                <a:lnTo>
                  <a:pt x="27971" y="139184"/>
                </a:lnTo>
                <a:lnTo>
                  <a:pt x="26973" y="102108"/>
                </a:lnTo>
                <a:lnTo>
                  <a:pt x="25908" y="71628"/>
                </a:lnTo>
                <a:lnTo>
                  <a:pt x="50291" y="86868"/>
                </a:lnTo>
                <a:lnTo>
                  <a:pt x="205086" y="86868"/>
                </a:lnTo>
                <a:lnTo>
                  <a:pt x="210312" y="91440"/>
                </a:lnTo>
                <a:lnTo>
                  <a:pt x="205086" y="96012"/>
                </a:lnTo>
                <a:lnTo>
                  <a:pt x="50291" y="96012"/>
                </a:lnTo>
                <a:lnTo>
                  <a:pt x="50291" y="214883"/>
                </a:lnTo>
                <a:lnTo>
                  <a:pt x="61088" y="214883"/>
                </a:lnTo>
                <a:lnTo>
                  <a:pt x="50291" y="225552"/>
                </a:lnTo>
                <a:lnTo>
                  <a:pt x="50291" y="249936"/>
                </a:lnTo>
                <a:lnTo>
                  <a:pt x="198797" y="249936"/>
                </a:lnTo>
                <a:lnTo>
                  <a:pt x="198934" y="260604"/>
                </a:lnTo>
                <a:lnTo>
                  <a:pt x="50291" y="260604"/>
                </a:lnTo>
                <a:lnTo>
                  <a:pt x="50291" y="326136"/>
                </a:lnTo>
                <a:lnTo>
                  <a:pt x="199983" y="326136"/>
                </a:lnTo>
                <a:lnTo>
                  <a:pt x="200203" y="336804"/>
                </a:lnTo>
                <a:lnTo>
                  <a:pt x="50291" y="336804"/>
                </a:lnTo>
                <a:lnTo>
                  <a:pt x="50291" y="373380"/>
                </a:lnTo>
                <a:lnTo>
                  <a:pt x="25908" y="382524"/>
                </a:lnTo>
                <a:close/>
              </a:path>
              <a:path w="408940" h="382905">
                <a:moveTo>
                  <a:pt x="61088" y="214883"/>
                </a:moveTo>
                <a:lnTo>
                  <a:pt x="50291" y="214883"/>
                </a:lnTo>
                <a:lnTo>
                  <a:pt x="63412" y="194595"/>
                </a:lnTo>
                <a:lnTo>
                  <a:pt x="72961" y="168021"/>
                </a:lnTo>
                <a:lnTo>
                  <a:pt x="78795" y="135159"/>
                </a:lnTo>
                <a:lnTo>
                  <a:pt x="80772" y="96012"/>
                </a:lnTo>
                <a:lnTo>
                  <a:pt x="100584" y="96012"/>
                </a:lnTo>
                <a:lnTo>
                  <a:pt x="97440" y="139184"/>
                </a:lnTo>
                <a:lnTo>
                  <a:pt x="88011" y="175069"/>
                </a:lnTo>
                <a:lnTo>
                  <a:pt x="72294" y="203811"/>
                </a:lnTo>
                <a:lnTo>
                  <a:pt x="61088" y="214883"/>
                </a:lnTo>
                <a:close/>
              </a:path>
              <a:path w="408940" h="382905">
                <a:moveTo>
                  <a:pt x="198797" y="249936"/>
                </a:moveTo>
                <a:lnTo>
                  <a:pt x="176784" y="249936"/>
                </a:lnTo>
                <a:lnTo>
                  <a:pt x="176784" y="211836"/>
                </a:lnTo>
                <a:lnTo>
                  <a:pt x="152400" y="211836"/>
                </a:lnTo>
                <a:lnTo>
                  <a:pt x="139755" y="210145"/>
                </a:lnTo>
                <a:lnTo>
                  <a:pt x="131254" y="205168"/>
                </a:lnTo>
                <a:lnTo>
                  <a:pt x="126468" y="197048"/>
                </a:lnTo>
                <a:lnTo>
                  <a:pt x="124968" y="185928"/>
                </a:lnTo>
                <a:lnTo>
                  <a:pt x="124968" y="96012"/>
                </a:lnTo>
                <a:lnTo>
                  <a:pt x="146304" y="96012"/>
                </a:lnTo>
                <a:lnTo>
                  <a:pt x="146304" y="187452"/>
                </a:lnTo>
                <a:lnTo>
                  <a:pt x="150876" y="192024"/>
                </a:lnTo>
                <a:lnTo>
                  <a:pt x="198370" y="192024"/>
                </a:lnTo>
                <a:lnTo>
                  <a:pt x="198754" y="246583"/>
                </a:lnTo>
                <a:lnTo>
                  <a:pt x="198797" y="249936"/>
                </a:lnTo>
                <a:close/>
              </a:path>
              <a:path w="408940" h="382905">
                <a:moveTo>
                  <a:pt x="198370" y="192024"/>
                </a:moveTo>
                <a:lnTo>
                  <a:pt x="176784" y="192024"/>
                </a:lnTo>
                <a:lnTo>
                  <a:pt x="176784" y="96012"/>
                </a:lnTo>
                <a:lnTo>
                  <a:pt x="205086" y="96012"/>
                </a:lnTo>
                <a:lnTo>
                  <a:pt x="198120" y="102108"/>
                </a:lnTo>
                <a:lnTo>
                  <a:pt x="198327" y="185928"/>
                </a:lnTo>
                <a:lnTo>
                  <a:pt x="198370" y="192024"/>
                </a:lnTo>
                <a:close/>
              </a:path>
              <a:path w="408940" h="382905">
                <a:moveTo>
                  <a:pt x="199983" y="326136"/>
                </a:moveTo>
                <a:lnTo>
                  <a:pt x="176784" y="326136"/>
                </a:lnTo>
                <a:lnTo>
                  <a:pt x="176784" y="260604"/>
                </a:lnTo>
                <a:lnTo>
                  <a:pt x="198934" y="260604"/>
                </a:lnTo>
                <a:lnTo>
                  <a:pt x="199436" y="299618"/>
                </a:lnTo>
                <a:lnTo>
                  <a:pt x="199983" y="326136"/>
                </a:lnTo>
                <a:close/>
              </a:path>
              <a:path w="408940" h="382905">
                <a:moveTo>
                  <a:pt x="176784" y="379476"/>
                </a:moveTo>
                <a:lnTo>
                  <a:pt x="176784" y="336804"/>
                </a:lnTo>
                <a:lnTo>
                  <a:pt x="200203" y="336804"/>
                </a:lnTo>
                <a:lnTo>
                  <a:pt x="200265" y="339852"/>
                </a:lnTo>
                <a:lnTo>
                  <a:pt x="201168" y="367284"/>
                </a:lnTo>
                <a:lnTo>
                  <a:pt x="176784" y="37947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7033259" y="2369819"/>
            <a:ext cx="398145" cy="394970"/>
          </a:xfrm>
          <a:custGeom>
            <a:avLst/>
            <a:gdLst/>
            <a:ahLst/>
            <a:cxnLst/>
            <a:rect l="l" t="t" r="r" b="b"/>
            <a:pathLst>
              <a:path w="398145" h="394969">
                <a:moveTo>
                  <a:pt x="309263" y="16764"/>
                </a:moveTo>
                <a:lnTo>
                  <a:pt x="271272" y="16764"/>
                </a:lnTo>
                <a:lnTo>
                  <a:pt x="286512" y="0"/>
                </a:lnTo>
                <a:lnTo>
                  <a:pt x="309263" y="16764"/>
                </a:lnTo>
                <a:close/>
              </a:path>
              <a:path w="398145" h="394969">
                <a:moveTo>
                  <a:pt x="97536" y="176784"/>
                </a:moveTo>
                <a:lnTo>
                  <a:pt x="98417" y="155067"/>
                </a:lnTo>
                <a:lnTo>
                  <a:pt x="98869" y="133350"/>
                </a:lnTo>
                <a:lnTo>
                  <a:pt x="99018" y="113919"/>
                </a:lnTo>
                <a:lnTo>
                  <a:pt x="99036" y="68818"/>
                </a:lnTo>
                <a:lnTo>
                  <a:pt x="98869" y="46863"/>
                </a:lnTo>
                <a:lnTo>
                  <a:pt x="98417" y="24336"/>
                </a:lnTo>
                <a:lnTo>
                  <a:pt x="97536" y="1524"/>
                </a:lnTo>
                <a:lnTo>
                  <a:pt x="124968" y="16764"/>
                </a:lnTo>
                <a:lnTo>
                  <a:pt x="309263" y="16764"/>
                </a:lnTo>
                <a:lnTo>
                  <a:pt x="315468" y="21336"/>
                </a:lnTo>
                <a:lnTo>
                  <a:pt x="307086" y="27432"/>
                </a:lnTo>
                <a:lnTo>
                  <a:pt x="123444" y="27432"/>
                </a:lnTo>
                <a:lnTo>
                  <a:pt x="123444" y="77724"/>
                </a:lnTo>
                <a:lnTo>
                  <a:pt x="298963" y="77724"/>
                </a:lnTo>
                <a:lnTo>
                  <a:pt x="299163" y="88392"/>
                </a:lnTo>
                <a:lnTo>
                  <a:pt x="123444" y="88392"/>
                </a:lnTo>
                <a:lnTo>
                  <a:pt x="123444" y="140208"/>
                </a:lnTo>
                <a:lnTo>
                  <a:pt x="300600" y="140208"/>
                </a:lnTo>
                <a:lnTo>
                  <a:pt x="300632" y="141112"/>
                </a:lnTo>
                <a:lnTo>
                  <a:pt x="301210" y="150876"/>
                </a:lnTo>
                <a:lnTo>
                  <a:pt x="123444" y="150876"/>
                </a:lnTo>
                <a:lnTo>
                  <a:pt x="123444" y="166116"/>
                </a:lnTo>
                <a:lnTo>
                  <a:pt x="97536" y="176784"/>
                </a:lnTo>
                <a:close/>
              </a:path>
              <a:path w="398145" h="394969">
                <a:moveTo>
                  <a:pt x="298963" y="77724"/>
                </a:moveTo>
                <a:lnTo>
                  <a:pt x="274320" y="77724"/>
                </a:lnTo>
                <a:lnTo>
                  <a:pt x="274320" y="27432"/>
                </a:lnTo>
                <a:lnTo>
                  <a:pt x="307086" y="27432"/>
                </a:lnTo>
                <a:lnTo>
                  <a:pt x="298704" y="33528"/>
                </a:lnTo>
                <a:lnTo>
                  <a:pt x="298963" y="77724"/>
                </a:lnTo>
                <a:close/>
              </a:path>
              <a:path w="398145" h="394969">
                <a:moveTo>
                  <a:pt x="300600" y="140208"/>
                </a:moveTo>
                <a:lnTo>
                  <a:pt x="274320" y="140208"/>
                </a:lnTo>
                <a:lnTo>
                  <a:pt x="274320" y="88392"/>
                </a:lnTo>
                <a:lnTo>
                  <a:pt x="299163" y="88392"/>
                </a:lnTo>
                <a:lnTo>
                  <a:pt x="299656" y="113919"/>
                </a:lnTo>
                <a:lnTo>
                  <a:pt x="300600" y="140208"/>
                </a:lnTo>
                <a:close/>
              </a:path>
              <a:path w="398145" h="394969">
                <a:moveTo>
                  <a:pt x="274320" y="173736"/>
                </a:moveTo>
                <a:lnTo>
                  <a:pt x="274320" y="150876"/>
                </a:lnTo>
                <a:lnTo>
                  <a:pt x="301210" y="150876"/>
                </a:lnTo>
                <a:lnTo>
                  <a:pt x="301751" y="160020"/>
                </a:lnTo>
                <a:lnTo>
                  <a:pt x="274320" y="173736"/>
                </a:lnTo>
                <a:close/>
              </a:path>
              <a:path w="398145" h="394969">
                <a:moveTo>
                  <a:pt x="21336" y="211836"/>
                </a:moveTo>
                <a:lnTo>
                  <a:pt x="6096" y="196596"/>
                </a:lnTo>
                <a:lnTo>
                  <a:pt x="327660" y="196596"/>
                </a:lnTo>
                <a:lnTo>
                  <a:pt x="353568" y="169164"/>
                </a:lnTo>
                <a:lnTo>
                  <a:pt x="390144" y="205740"/>
                </a:lnTo>
                <a:lnTo>
                  <a:pt x="62484" y="205740"/>
                </a:lnTo>
                <a:lnTo>
                  <a:pt x="51339" y="206049"/>
                </a:lnTo>
                <a:lnTo>
                  <a:pt x="40767" y="207073"/>
                </a:lnTo>
                <a:lnTo>
                  <a:pt x="30765" y="208954"/>
                </a:lnTo>
                <a:lnTo>
                  <a:pt x="21336" y="211836"/>
                </a:lnTo>
                <a:close/>
              </a:path>
              <a:path w="398145" h="394969">
                <a:moveTo>
                  <a:pt x="214884" y="339852"/>
                </a:moveTo>
                <a:lnTo>
                  <a:pt x="190500" y="339852"/>
                </a:lnTo>
                <a:lnTo>
                  <a:pt x="190500" y="205740"/>
                </a:lnTo>
                <a:lnTo>
                  <a:pt x="214884" y="205740"/>
                </a:lnTo>
                <a:lnTo>
                  <a:pt x="214884" y="265175"/>
                </a:lnTo>
                <a:lnTo>
                  <a:pt x="349480" y="265175"/>
                </a:lnTo>
                <a:lnTo>
                  <a:pt x="359664" y="275844"/>
                </a:lnTo>
                <a:lnTo>
                  <a:pt x="214884" y="275844"/>
                </a:lnTo>
                <a:lnTo>
                  <a:pt x="214884" y="339852"/>
                </a:lnTo>
                <a:close/>
              </a:path>
              <a:path w="398145" h="394969">
                <a:moveTo>
                  <a:pt x="3048" y="394716"/>
                </a:moveTo>
                <a:lnTo>
                  <a:pt x="0" y="388620"/>
                </a:lnTo>
                <a:lnTo>
                  <a:pt x="35147" y="356330"/>
                </a:lnTo>
                <a:lnTo>
                  <a:pt x="62865" y="316611"/>
                </a:lnTo>
                <a:lnTo>
                  <a:pt x="83153" y="269462"/>
                </a:lnTo>
                <a:lnTo>
                  <a:pt x="96012" y="214884"/>
                </a:lnTo>
                <a:lnTo>
                  <a:pt x="134112" y="237744"/>
                </a:lnTo>
                <a:lnTo>
                  <a:pt x="126492" y="242316"/>
                </a:lnTo>
                <a:lnTo>
                  <a:pt x="121920" y="246887"/>
                </a:lnTo>
                <a:lnTo>
                  <a:pt x="118872" y="252984"/>
                </a:lnTo>
                <a:lnTo>
                  <a:pt x="115681" y="258127"/>
                </a:lnTo>
                <a:lnTo>
                  <a:pt x="112776" y="264414"/>
                </a:lnTo>
                <a:lnTo>
                  <a:pt x="109870" y="271843"/>
                </a:lnTo>
                <a:lnTo>
                  <a:pt x="106680" y="280416"/>
                </a:lnTo>
                <a:lnTo>
                  <a:pt x="115236" y="289560"/>
                </a:lnTo>
                <a:lnTo>
                  <a:pt x="100584" y="289560"/>
                </a:lnTo>
                <a:lnTo>
                  <a:pt x="82557" y="323564"/>
                </a:lnTo>
                <a:lnTo>
                  <a:pt x="60388" y="352425"/>
                </a:lnTo>
                <a:lnTo>
                  <a:pt x="33932" y="376142"/>
                </a:lnTo>
                <a:lnTo>
                  <a:pt x="3048" y="394716"/>
                </a:lnTo>
                <a:close/>
              </a:path>
              <a:path w="398145" h="394969">
                <a:moveTo>
                  <a:pt x="349480" y="265175"/>
                </a:moveTo>
                <a:lnTo>
                  <a:pt x="304800" y="265175"/>
                </a:lnTo>
                <a:lnTo>
                  <a:pt x="327660" y="242316"/>
                </a:lnTo>
                <a:lnTo>
                  <a:pt x="349480" y="265175"/>
                </a:lnTo>
                <a:close/>
              </a:path>
              <a:path w="398145" h="394969">
                <a:moveTo>
                  <a:pt x="364236" y="388620"/>
                </a:moveTo>
                <a:lnTo>
                  <a:pt x="316515" y="386643"/>
                </a:lnTo>
                <a:lnTo>
                  <a:pt x="276225" y="383095"/>
                </a:lnTo>
                <a:lnTo>
                  <a:pt x="217932" y="371856"/>
                </a:lnTo>
                <a:lnTo>
                  <a:pt x="180213" y="357378"/>
                </a:lnTo>
                <a:lnTo>
                  <a:pt x="135945" y="327493"/>
                </a:lnTo>
                <a:lnTo>
                  <a:pt x="100584" y="289560"/>
                </a:lnTo>
                <a:lnTo>
                  <a:pt x="115236" y="289560"/>
                </a:lnTo>
                <a:lnTo>
                  <a:pt x="122991" y="297846"/>
                </a:lnTo>
                <a:lnTo>
                  <a:pt x="142303" y="313563"/>
                </a:lnTo>
                <a:lnTo>
                  <a:pt x="164758" y="327564"/>
                </a:lnTo>
                <a:lnTo>
                  <a:pt x="190500" y="339852"/>
                </a:lnTo>
                <a:lnTo>
                  <a:pt x="214884" y="339852"/>
                </a:lnTo>
                <a:lnTo>
                  <a:pt x="214884" y="347472"/>
                </a:lnTo>
                <a:lnTo>
                  <a:pt x="231695" y="351472"/>
                </a:lnTo>
                <a:lnTo>
                  <a:pt x="252222" y="354330"/>
                </a:lnTo>
                <a:lnTo>
                  <a:pt x="276177" y="356044"/>
                </a:lnTo>
                <a:lnTo>
                  <a:pt x="303275" y="356616"/>
                </a:lnTo>
                <a:lnTo>
                  <a:pt x="397764" y="356616"/>
                </a:lnTo>
                <a:lnTo>
                  <a:pt x="397764" y="361188"/>
                </a:lnTo>
                <a:lnTo>
                  <a:pt x="384381" y="365474"/>
                </a:lnTo>
                <a:lnTo>
                  <a:pt x="374142" y="371475"/>
                </a:lnTo>
                <a:lnTo>
                  <a:pt x="367331" y="379190"/>
                </a:lnTo>
                <a:lnTo>
                  <a:pt x="364236" y="388620"/>
                </a:lnTo>
                <a:close/>
              </a:path>
              <a:path w="398145" h="394969">
                <a:moveTo>
                  <a:pt x="397764" y="356616"/>
                </a:moveTo>
                <a:lnTo>
                  <a:pt x="303275" y="356616"/>
                </a:lnTo>
                <a:lnTo>
                  <a:pt x="331541" y="356544"/>
                </a:lnTo>
                <a:lnTo>
                  <a:pt x="356806" y="356044"/>
                </a:lnTo>
                <a:lnTo>
                  <a:pt x="378928" y="354687"/>
                </a:lnTo>
                <a:lnTo>
                  <a:pt x="397764" y="352044"/>
                </a:lnTo>
                <a:lnTo>
                  <a:pt x="397764" y="35661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7485888" y="2371343"/>
            <a:ext cx="379730" cy="399415"/>
          </a:xfrm>
          <a:custGeom>
            <a:avLst/>
            <a:gdLst/>
            <a:ahLst/>
            <a:cxnLst/>
            <a:rect l="l" t="t" r="r" b="b"/>
            <a:pathLst>
              <a:path w="379729" h="399414">
                <a:moveTo>
                  <a:pt x="27432" y="41148"/>
                </a:moveTo>
                <a:lnTo>
                  <a:pt x="12192" y="25908"/>
                </a:lnTo>
                <a:lnTo>
                  <a:pt x="316992" y="25908"/>
                </a:lnTo>
                <a:lnTo>
                  <a:pt x="342900" y="0"/>
                </a:lnTo>
                <a:lnTo>
                  <a:pt x="379476" y="36576"/>
                </a:lnTo>
                <a:lnTo>
                  <a:pt x="64008" y="36576"/>
                </a:lnTo>
                <a:lnTo>
                  <a:pt x="55721" y="36861"/>
                </a:lnTo>
                <a:lnTo>
                  <a:pt x="46862" y="37719"/>
                </a:lnTo>
                <a:lnTo>
                  <a:pt x="37433" y="39147"/>
                </a:lnTo>
                <a:lnTo>
                  <a:pt x="27432" y="41148"/>
                </a:lnTo>
                <a:close/>
              </a:path>
              <a:path w="379729" h="399414">
                <a:moveTo>
                  <a:pt x="1523" y="201168"/>
                </a:moveTo>
                <a:lnTo>
                  <a:pt x="0" y="195072"/>
                </a:lnTo>
                <a:lnTo>
                  <a:pt x="25741" y="179879"/>
                </a:lnTo>
                <a:lnTo>
                  <a:pt x="50482" y="163830"/>
                </a:lnTo>
                <a:lnTo>
                  <a:pt x="97536" y="128016"/>
                </a:lnTo>
                <a:lnTo>
                  <a:pt x="140208" y="85725"/>
                </a:lnTo>
                <a:lnTo>
                  <a:pt x="178308" y="36576"/>
                </a:lnTo>
                <a:lnTo>
                  <a:pt x="213360" y="36576"/>
                </a:lnTo>
                <a:lnTo>
                  <a:pt x="205930" y="44267"/>
                </a:lnTo>
                <a:lnTo>
                  <a:pt x="199644" y="51244"/>
                </a:lnTo>
                <a:lnTo>
                  <a:pt x="194500" y="57364"/>
                </a:lnTo>
                <a:lnTo>
                  <a:pt x="190500" y="62484"/>
                </a:lnTo>
                <a:lnTo>
                  <a:pt x="212445" y="74676"/>
                </a:lnTo>
                <a:lnTo>
                  <a:pt x="181356" y="74676"/>
                </a:lnTo>
                <a:lnTo>
                  <a:pt x="140017" y="118110"/>
                </a:lnTo>
                <a:lnTo>
                  <a:pt x="97536" y="152400"/>
                </a:lnTo>
                <a:lnTo>
                  <a:pt x="51816" y="179641"/>
                </a:lnTo>
                <a:lnTo>
                  <a:pt x="27241" y="191190"/>
                </a:lnTo>
                <a:lnTo>
                  <a:pt x="1523" y="201168"/>
                </a:lnTo>
                <a:close/>
              </a:path>
              <a:path w="379729" h="399414">
                <a:moveTo>
                  <a:pt x="176784" y="210312"/>
                </a:moveTo>
                <a:lnTo>
                  <a:pt x="180213" y="161925"/>
                </a:lnTo>
                <a:lnTo>
                  <a:pt x="181356" y="74676"/>
                </a:lnTo>
                <a:lnTo>
                  <a:pt x="212445" y="74676"/>
                </a:lnTo>
                <a:lnTo>
                  <a:pt x="217932" y="77724"/>
                </a:lnTo>
                <a:lnTo>
                  <a:pt x="205740" y="88392"/>
                </a:lnTo>
                <a:lnTo>
                  <a:pt x="205831" y="172974"/>
                </a:lnTo>
                <a:lnTo>
                  <a:pt x="205966" y="179879"/>
                </a:lnTo>
                <a:lnTo>
                  <a:pt x="206382" y="189357"/>
                </a:lnTo>
                <a:lnTo>
                  <a:pt x="207264" y="199644"/>
                </a:lnTo>
                <a:lnTo>
                  <a:pt x="176784" y="210312"/>
                </a:lnTo>
                <a:close/>
              </a:path>
              <a:path w="379729" h="399414">
                <a:moveTo>
                  <a:pt x="371856" y="196596"/>
                </a:moveTo>
                <a:lnTo>
                  <a:pt x="365760" y="196596"/>
                </a:lnTo>
                <a:lnTo>
                  <a:pt x="361188" y="193548"/>
                </a:lnTo>
                <a:lnTo>
                  <a:pt x="356616" y="187452"/>
                </a:lnTo>
                <a:lnTo>
                  <a:pt x="347733" y="178260"/>
                </a:lnTo>
                <a:lnTo>
                  <a:pt x="309372" y="147828"/>
                </a:lnTo>
                <a:lnTo>
                  <a:pt x="272796" y="124015"/>
                </a:lnTo>
                <a:lnTo>
                  <a:pt x="227076" y="99060"/>
                </a:lnTo>
                <a:lnTo>
                  <a:pt x="230124" y="91440"/>
                </a:lnTo>
                <a:lnTo>
                  <a:pt x="285202" y="112585"/>
                </a:lnTo>
                <a:lnTo>
                  <a:pt x="326707" y="130302"/>
                </a:lnTo>
                <a:lnTo>
                  <a:pt x="367284" y="155448"/>
                </a:lnTo>
                <a:lnTo>
                  <a:pt x="378213" y="179879"/>
                </a:lnTo>
                <a:lnTo>
                  <a:pt x="377952" y="185928"/>
                </a:lnTo>
                <a:lnTo>
                  <a:pt x="374904" y="192024"/>
                </a:lnTo>
                <a:lnTo>
                  <a:pt x="371856" y="196596"/>
                </a:lnTo>
                <a:close/>
              </a:path>
              <a:path w="379729" h="399414">
                <a:moveTo>
                  <a:pt x="324135" y="227076"/>
                </a:moveTo>
                <a:lnTo>
                  <a:pt x="286512" y="227076"/>
                </a:lnTo>
                <a:lnTo>
                  <a:pt x="306324" y="210312"/>
                </a:lnTo>
                <a:lnTo>
                  <a:pt x="324135" y="227076"/>
                </a:lnTo>
                <a:close/>
              </a:path>
              <a:path w="379729" h="399414">
                <a:moveTo>
                  <a:pt x="77724" y="399288"/>
                </a:moveTo>
                <a:lnTo>
                  <a:pt x="78605" y="376189"/>
                </a:lnTo>
                <a:lnTo>
                  <a:pt x="79013" y="355092"/>
                </a:lnTo>
                <a:lnTo>
                  <a:pt x="79117" y="344424"/>
                </a:lnTo>
                <a:lnTo>
                  <a:pt x="79224" y="282344"/>
                </a:lnTo>
                <a:lnTo>
                  <a:pt x="79057" y="258508"/>
                </a:lnTo>
                <a:lnTo>
                  <a:pt x="78595" y="234696"/>
                </a:lnTo>
                <a:lnTo>
                  <a:pt x="77724" y="211836"/>
                </a:lnTo>
                <a:lnTo>
                  <a:pt x="105156" y="227076"/>
                </a:lnTo>
                <a:lnTo>
                  <a:pt x="324135" y="227076"/>
                </a:lnTo>
                <a:lnTo>
                  <a:pt x="332232" y="234696"/>
                </a:lnTo>
                <a:lnTo>
                  <a:pt x="328313" y="237744"/>
                </a:lnTo>
                <a:lnTo>
                  <a:pt x="105156" y="237744"/>
                </a:lnTo>
                <a:lnTo>
                  <a:pt x="105156" y="344424"/>
                </a:lnTo>
                <a:lnTo>
                  <a:pt x="318635" y="344424"/>
                </a:lnTo>
                <a:lnTo>
                  <a:pt x="318706" y="350520"/>
                </a:lnTo>
                <a:lnTo>
                  <a:pt x="318840" y="355092"/>
                </a:lnTo>
                <a:lnTo>
                  <a:pt x="105156" y="355092"/>
                </a:lnTo>
                <a:lnTo>
                  <a:pt x="105156" y="387096"/>
                </a:lnTo>
                <a:lnTo>
                  <a:pt x="77724" y="399288"/>
                </a:lnTo>
                <a:close/>
              </a:path>
              <a:path w="379729" h="399414">
                <a:moveTo>
                  <a:pt x="318635" y="344424"/>
                </a:moveTo>
                <a:lnTo>
                  <a:pt x="292608" y="344424"/>
                </a:lnTo>
                <a:lnTo>
                  <a:pt x="292608" y="237744"/>
                </a:lnTo>
                <a:lnTo>
                  <a:pt x="328313" y="237744"/>
                </a:lnTo>
                <a:lnTo>
                  <a:pt x="318516" y="245364"/>
                </a:lnTo>
                <a:lnTo>
                  <a:pt x="318635" y="344424"/>
                </a:lnTo>
                <a:close/>
              </a:path>
              <a:path w="379729" h="399414">
                <a:moveTo>
                  <a:pt x="292608" y="394716"/>
                </a:moveTo>
                <a:lnTo>
                  <a:pt x="292608" y="355092"/>
                </a:lnTo>
                <a:lnTo>
                  <a:pt x="318840" y="355092"/>
                </a:lnTo>
                <a:lnTo>
                  <a:pt x="319158" y="365950"/>
                </a:lnTo>
                <a:lnTo>
                  <a:pt x="320040" y="382524"/>
                </a:lnTo>
                <a:lnTo>
                  <a:pt x="292608" y="39471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" name="object 15"/>
          <p:cNvSpPr/>
          <p:nvPr/>
        </p:nvSpPr>
        <p:spPr>
          <a:xfrm>
            <a:off x="7923276" y="2514600"/>
            <a:ext cx="398145" cy="44450"/>
          </a:xfrm>
          <a:custGeom>
            <a:avLst/>
            <a:gdLst/>
            <a:ahLst/>
            <a:cxnLst/>
            <a:rect l="l" t="t" r="r" b="b"/>
            <a:pathLst>
              <a:path w="398145" h="44450">
                <a:moveTo>
                  <a:pt x="16764" y="44195"/>
                </a:moveTo>
                <a:lnTo>
                  <a:pt x="0" y="28955"/>
                </a:lnTo>
                <a:lnTo>
                  <a:pt x="324612" y="28955"/>
                </a:lnTo>
                <a:lnTo>
                  <a:pt x="359663" y="0"/>
                </a:lnTo>
                <a:lnTo>
                  <a:pt x="397763" y="39623"/>
                </a:lnTo>
                <a:lnTo>
                  <a:pt x="64008" y="39623"/>
                </a:lnTo>
                <a:lnTo>
                  <a:pt x="49982" y="39909"/>
                </a:lnTo>
                <a:lnTo>
                  <a:pt x="37528" y="40766"/>
                </a:lnTo>
                <a:lnTo>
                  <a:pt x="26503" y="42195"/>
                </a:lnTo>
                <a:lnTo>
                  <a:pt x="16764" y="4419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" name="object 16"/>
          <p:cNvSpPr/>
          <p:nvPr/>
        </p:nvSpPr>
        <p:spPr>
          <a:xfrm>
            <a:off x="8374367" y="2362199"/>
            <a:ext cx="1283335" cy="410209"/>
          </a:xfrm>
          <a:custGeom>
            <a:avLst/>
            <a:gdLst/>
            <a:ahLst/>
            <a:cxnLst/>
            <a:rect l="l" t="t" r="r" b="b"/>
            <a:pathLst>
              <a:path w="1283334" h="410210">
                <a:moveTo>
                  <a:pt x="216408" y="42672"/>
                </a:moveTo>
                <a:lnTo>
                  <a:pt x="180047" y="11620"/>
                </a:lnTo>
                <a:lnTo>
                  <a:pt x="164592" y="3048"/>
                </a:lnTo>
                <a:lnTo>
                  <a:pt x="161544" y="7620"/>
                </a:lnTo>
                <a:lnTo>
                  <a:pt x="171831" y="21932"/>
                </a:lnTo>
                <a:lnTo>
                  <a:pt x="179832" y="35242"/>
                </a:lnTo>
                <a:lnTo>
                  <a:pt x="185547" y="47701"/>
                </a:lnTo>
                <a:lnTo>
                  <a:pt x="188976" y="59436"/>
                </a:lnTo>
                <a:lnTo>
                  <a:pt x="190500" y="70104"/>
                </a:lnTo>
                <a:lnTo>
                  <a:pt x="193548" y="74676"/>
                </a:lnTo>
                <a:lnTo>
                  <a:pt x="199644" y="74676"/>
                </a:lnTo>
                <a:lnTo>
                  <a:pt x="202692" y="71628"/>
                </a:lnTo>
                <a:lnTo>
                  <a:pt x="207264" y="65532"/>
                </a:lnTo>
                <a:lnTo>
                  <a:pt x="213360" y="59436"/>
                </a:lnTo>
                <a:lnTo>
                  <a:pt x="216408" y="54864"/>
                </a:lnTo>
                <a:lnTo>
                  <a:pt x="216408" y="42672"/>
                </a:lnTo>
                <a:close/>
              </a:path>
              <a:path w="1283334" h="410210">
                <a:moveTo>
                  <a:pt x="381000" y="96012"/>
                </a:moveTo>
                <a:lnTo>
                  <a:pt x="375970" y="89916"/>
                </a:lnTo>
                <a:lnTo>
                  <a:pt x="367157" y="79248"/>
                </a:lnTo>
                <a:lnTo>
                  <a:pt x="352044" y="60960"/>
                </a:lnTo>
                <a:lnTo>
                  <a:pt x="332232" y="79248"/>
                </a:lnTo>
                <a:lnTo>
                  <a:pt x="59436" y="79248"/>
                </a:lnTo>
                <a:lnTo>
                  <a:pt x="59436" y="57912"/>
                </a:lnTo>
                <a:lnTo>
                  <a:pt x="51816" y="57912"/>
                </a:lnTo>
                <a:lnTo>
                  <a:pt x="47802" y="75920"/>
                </a:lnTo>
                <a:lnTo>
                  <a:pt x="42481" y="91059"/>
                </a:lnTo>
                <a:lnTo>
                  <a:pt x="35750" y="103352"/>
                </a:lnTo>
                <a:lnTo>
                  <a:pt x="27432" y="112776"/>
                </a:lnTo>
                <a:lnTo>
                  <a:pt x="18288" y="121920"/>
                </a:lnTo>
                <a:lnTo>
                  <a:pt x="13716" y="128016"/>
                </a:lnTo>
                <a:lnTo>
                  <a:pt x="13716" y="134112"/>
                </a:lnTo>
                <a:lnTo>
                  <a:pt x="16764" y="135636"/>
                </a:lnTo>
                <a:lnTo>
                  <a:pt x="19812" y="138684"/>
                </a:lnTo>
                <a:lnTo>
                  <a:pt x="24384" y="141732"/>
                </a:lnTo>
                <a:lnTo>
                  <a:pt x="28956" y="143256"/>
                </a:lnTo>
                <a:lnTo>
                  <a:pt x="36576" y="143256"/>
                </a:lnTo>
                <a:lnTo>
                  <a:pt x="42672" y="140208"/>
                </a:lnTo>
                <a:lnTo>
                  <a:pt x="50292" y="137160"/>
                </a:lnTo>
                <a:lnTo>
                  <a:pt x="55156" y="131711"/>
                </a:lnTo>
                <a:lnTo>
                  <a:pt x="58293" y="122110"/>
                </a:lnTo>
                <a:lnTo>
                  <a:pt x="59728" y="108229"/>
                </a:lnTo>
                <a:lnTo>
                  <a:pt x="59436" y="89916"/>
                </a:lnTo>
                <a:lnTo>
                  <a:pt x="335280" y="89916"/>
                </a:lnTo>
                <a:lnTo>
                  <a:pt x="312420" y="134112"/>
                </a:lnTo>
                <a:lnTo>
                  <a:pt x="318516" y="137160"/>
                </a:lnTo>
                <a:lnTo>
                  <a:pt x="336854" y="119164"/>
                </a:lnTo>
                <a:lnTo>
                  <a:pt x="353187" y="106299"/>
                </a:lnTo>
                <a:lnTo>
                  <a:pt x="367817" y="98590"/>
                </a:lnTo>
                <a:lnTo>
                  <a:pt x="381000" y="96012"/>
                </a:lnTo>
                <a:close/>
              </a:path>
              <a:path w="1283334" h="410210">
                <a:moveTo>
                  <a:pt x="388620" y="364236"/>
                </a:moveTo>
                <a:lnTo>
                  <a:pt x="347662" y="366331"/>
                </a:lnTo>
                <a:lnTo>
                  <a:pt x="325831" y="367030"/>
                </a:lnTo>
                <a:lnTo>
                  <a:pt x="279273" y="367601"/>
                </a:lnTo>
                <a:lnTo>
                  <a:pt x="255270" y="366331"/>
                </a:lnTo>
                <a:lnTo>
                  <a:pt x="231267" y="363651"/>
                </a:lnTo>
                <a:lnTo>
                  <a:pt x="207264" y="359664"/>
                </a:lnTo>
                <a:lnTo>
                  <a:pt x="207264" y="353568"/>
                </a:lnTo>
                <a:lnTo>
                  <a:pt x="207264" y="269748"/>
                </a:lnTo>
                <a:lnTo>
                  <a:pt x="341376" y="269748"/>
                </a:lnTo>
                <a:lnTo>
                  <a:pt x="330708" y="259080"/>
                </a:lnTo>
                <a:lnTo>
                  <a:pt x="307848" y="236220"/>
                </a:lnTo>
                <a:lnTo>
                  <a:pt x="284988" y="259080"/>
                </a:lnTo>
                <a:lnTo>
                  <a:pt x="207264" y="259080"/>
                </a:lnTo>
                <a:lnTo>
                  <a:pt x="207264" y="173736"/>
                </a:lnTo>
                <a:lnTo>
                  <a:pt x="358140" y="173736"/>
                </a:lnTo>
                <a:lnTo>
                  <a:pt x="323088" y="138684"/>
                </a:lnTo>
                <a:lnTo>
                  <a:pt x="298704" y="163068"/>
                </a:lnTo>
                <a:lnTo>
                  <a:pt x="27432" y="163068"/>
                </a:lnTo>
                <a:lnTo>
                  <a:pt x="44196" y="179832"/>
                </a:lnTo>
                <a:lnTo>
                  <a:pt x="53632" y="176961"/>
                </a:lnTo>
                <a:lnTo>
                  <a:pt x="63627" y="175069"/>
                </a:lnTo>
                <a:lnTo>
                  <a:pt x="74206" y="174053"/>
                </a:lnTo>
                <a:lnTo>
                  <a:pt x="85344" y="173736"/>
                </a:lnTo>
                <a:lnTo>
                  <a:pt x="182880" y="173736"/>
                </a:lnTo>
                <a:lnTo>
                  <a:pt x="182880" y="353568"/>
                </a:lnTo>
                <a:lnTo>
                  <a:pt x="172339" y="349313"/>
                </a:lnTo>
                <a:lnTo>
                  <a:pt x="138684" y="327660"/>
                </a:lnTo>
                <a:lnTo>
                  <a:pt x="108254" y="295084"/>
                </a:lnTo>
                <a:lnTo>
                  <a:pt x="106527" y="292608"/>
                </a:lnTo>
                <a:lnTo>
                  <a:pt x="99060" y="281940"/>
                </a:lnTo>
                <a:lnTo>
                  <a:pt x="109728" y="242316"/>
                </a:lnTo>
                <a:lnTo>
                  <a:pt x="123444" y="230124"/>
                </a:lnTo>
                <a:lnTo>
                  <a:pt x="82296" y="208788"/>
                </a:lnTo>
                <a:lnTo>
                  <a:pt x="76949" y="258089"/>
                </a:lnTo>
                <a:lnTo>
                  <a:pt x="65341" y="306514"/>
                </a:lnTo>
                <a:lnTo>
                  <a:pt x="40944" y="355854"/>
                </a:lnTo>
                <a:lnTo>
                  <a:pt x="15367" y="387858"/>
                </a:lnTo>
                <a:lnTo>
                  <a:pt x="0" y="403860"/>
                </a:lnTo>
                <a:lnTo>
                  <a:pt x="3048" y="408432"/>
                </a:lnTo>
                <a:lnTo>
                  <a:pt x="37147" y="382714"/>
                </a:lnTo>
                <a:lnTo>
                  <a:pt x="70091" y="343839"/>
                </a:lnTo>
                <a:lnTo>
                  <a:pt x="96012" y="292608"/>
                </a:lnTo>
                <a:lnTo>
                  <a:pt x="107708" y="310286"/>
                </a:lnTo>
                <a:lnTo>
                  <a:pt x="132232" y="341045"/>
                </a:lnTo>
                <a:lnTo>
                  <a:pt x="176593" y="374332"/>
                </a:lnTo>
                <a:lnTo>
                  <a:pt x="216408" y="387096"/>
                </a:lnTo>
                <a:lnTo>
                  <a:pt x="272796" y="394716"/>
                </a:lnTo>
                <a:lnTo>
                  <a:pt x="352044" y="397764"/>
                </a:lnTo>
                <a:lnTo>
                  <a:pt x="356908" y="387477"/>
                </a:lnTo>
                <a:lnTo>
                  <a:pt x="364617" y="379476"/>
                </a:lnTo>
                <a:lnTo>
                  <a:pt x="375196" y="373761"/>
                </a:lnTo>
                <a:lnTo>
                  <a:pt x="388620" y="370332"/>
                </a:lnTo>
                <a:lnTo>
                  <a:pt x="388620" y="367601"/>
                </a:lnTo>
                <a:lnTo>
                  <a:pt x="388620" y="364236"/>
                </a:lnTo>
                <a:close/>
              </a:path>
              <a:path w="1283334" h="410210">
                <a:moveTo>
                  <a:pt x="832116" y="70104"/>
                </a:moveTo>
                <a:lnTo>
                  <a:pt x="795540" y="33528"/>
                </a:lnTo>
                <a:lnTo>
                  <a:pt x="768108" y="59436"/>
                </a:lnTo>
                <a:lnTo>
                  <a:pt x="623328" y="59436"/>
                </a:lnTo>
                <a:lnTo>
                  <a:pt x="645972" y="24815"/>
                </a:lnTo>
                <a:lnTo>
                  <a:pt x="652284" y="21336"/>
                </a:lnTo>
                <a:lnTo>
                  <a:pt x="611136" y="0"/>
                </a:lnTo>
                <a:lnTo>
                  <a:pt x="608279" y="13144"/>
                </a:lnTo>
                <a:lnTo>
                  <a:pt x="604278" y="27432"/>
                </a:lnTo>
                <a:lnTo>
                  <a:pt x="599135" y="42862"/>
                </a:lnTo>
                <a:lnTo>
                  <a:pt x="592848" y="59436"/>
                </a:lnTo>
                <a:lnTo>
                  <a:pt x="449592" y="59436"/>
                </a:lnTo>
                <a:lnTo>
                  <a:pt x="463308" y="73152"/>
                </a:lnTo>
                <a:lnTo>
                  <a:pt x="489216" y="70104"/>
                </a:lnTo>
                <a:lnTo>
                  <a:pt x="589800" y="70104"/>
                </a:lnTo>
                <a:lnTo>
                  <a:pt x="579247" y="92379"/>
                </a:lnTo>
                <a:lnTo>
                  <a:pt x="568274" y="113347"/>
                </a:lnTo>
                <a:lnTo>
                  <a:pt x="557009" y="132905"/>
                </a:lnTo>
                <a:lnTo>
                  <a:pt x="545604" y="150876"/>
                </a:lnTo>
                <a:lnTo>
                  <a:pt x="528840" y="143256"/>
                </a:lnTo>
                <a:lnTo>
                  <a:pt x="529717" y="150380"/>
                </a:lnTo>
                <a:lnTo>
                  <a:pt x="530174" y="157924"/>
                </a:lnTo>
                <a:lnTo>
                  <a:pt x="530275" y="163068"/>
                </a:lnTo>
                <a:lnTo>
                  <a:pt x="530364" y="173736"/>
                </a:lnTo>
                <a:lnTo>
                  <a:pt x="508901" y="203746"/>
                </a:lnTo>
                <a:lnTo>
                  <a:pt x="485597" y="232029"/>
                </a:lnTo>
                <a:lnTo>
                  <a:pt x="460273" y="258610"/>
                </a:lnTo>
                <a:lnTo>
                  <a:pt x="432828" y="283464"/>
                </a:lnTo>
                <a:lnTo>
                  <a:pt x="438924" y="288036"/>
                </a:lnTo>
                <a:lnTo>
                  <a:pt x="466928" y="268351"/>
                </a:lnTo>
                <a:lnTo>
                  <a:pt x="491502" y="248221"/>
                </a:lnTo>
                <a:lnTo>
                  <a:pt x="512648" y="227825"/>
                </a:lnTo>
                <a:lnTo>
                  <a:pt x="530364" y="207264"/>
                </a:lnTo>
                <a:lnTo>
                  <a:pt x="530301" y="288036"/>
                </a:lnTo>
                <a:lnTo>
                  <a:pt x="530174" y="336042"/>
                </a:lnTo>
                <a:lnTo>
                  <a:pt x="529691" y="380796"/>
                </a:lnTo>
                <a:lnTo>
                  <a:pt x="528840" y="409956"/>
                </a:lnTo>
                <a:lnTo>
                  <a:pt x="556272" y="393192"/>
                </a:lnTo>
                <a:lnTo>
                  <a:pt x="554939" y="316230"/>
                </a:lnTo>
                <a:lnTo>
                  <a:pt x="554748" y="207264"/>
                </a:lnTo>
                <a:lnTo>
                  <a:pt x="554748" y="175260"/>
                </a:lnTo>
                <a:lnTo>
                  <a:pt x="571169" y="150876"/>
                </a:lnTo>
                <a:lnTo>
                  <a:pt x="572465" y="148971"/>
                </a:lnTo>
                <a:lnTo>
                  <a:pt x="589038" y="122682"/>
                </a:lnTo>
                <a:lnTo>
                  <a:pt x="604469" y="96393"/>
                </a:lnTo>
                <a:lnTo>
                  <a:pt x="618756" y="70104"/>
                </a:lnTo>
                <a:lnTo>
                  <a:pt x="832116" y="70104"/>
                </a:lnTo>
                <a:close/>
              </a:path>
              <a:path w="1283334" h="410210">
                <a:moveTo>
                  <a:pt x="844308" y="262128"/>
                </a:moveTo>
                <a:lnTo>
                  <a:pt x="810780" y="230124"/>
                </a:lnTo>
                <a:lnTo>
                  <a:pt x="787920" y="251460"/>
                </a:lnTo>
                <a:lnTo>
                  <a:pt x="714768" y="251460"/>
                </a:lnTo>
                <a:lnTo>
                  <a:pt x="714768" y="213360"/>
                </a:lnTo>
                <a:lnTo>
                  <a:pt x="728484" y="204216"/>
                </a:lnTo>
                <a:lnTo>
                  <a:pt x="714768" y="195072"/>
                </a:lnTo>
                <a:lnTo>
                  <a:pt x="748411" y="170218"/>
                </a:lnTo>
                <a:lnTo>
                  <a:pt x="781824" y="150495"/>
                </a:lnTo>
                <a:lnTo>
                  <a:pt x="804684" y="144780"/>
                </a:lnTo>
                <a:lnTo>
                  <a:pt x="799414" y="138684"/>
                </a:lnTo>
                <a:lnTo>
                  <a:pt x="775728" y="111252"/>
                </a:lnTo>
                <a:lnTo>
                  <a:pt x="758964" y="128016"/>
                </a:lnTo>
                <a:lnTo>
                  <a:pt x="592848" y="128016"/>
                </a:lnTo>
                <a:lnTo>
                  <a:pt x="606564" y="143256"/>
                </a:lnTo>
                <a:lnTo>
                  <a:pt x="630948" y="138684"/>
                </a:lnTo>
                <a:lnTo>
                  <a:pt x="757440" y="138684"/>
                </a:lnTo>
                <a:lnTo>
                  <a:pt x="708672" y="188976"/>
                </a:lnTo>
                <a:lnTo>
                  <a:pt x="688860" y="179832"/>
                </a:lnTo>
                <a:lnTo>
                  <a:pt x="689737" y="194678"/>
                </a:lnTo>
                <a:lnTo>
                  <a:pt x="690194" y="211645"/>
                </a:lnTo>
                <a:lnTo>
                  <a:pt x="690333" y="227825"/>
                </a:lnTo>
                <a:lnTo>
                  <a:pt x="690384" y="251460"/>
                </a:lnTo>
                <a:lnTo>
                  <a:pt x="574560" y="251460"/>
                </a:lnTo>
                <a:lnTo>
                  <a:pt x="588276" y="266700"/>
                </a:lnTo>
                <a:lnTo>
                  <a:pt x="614184" y="262128"/>
                </a:lnTo>
                <a:lnTo>
                  <a:pt x="690384" y="262128"/>
                </a:lnTo>
                <a:lnTo>
                  <a:pt x="690384" y="361188"/>
                </a:lnTo>
                <a:lnTo>
                  <a:pt x="685812" y="368808"/>
                </a:lnTo>
                <a:lnTo>
                  <a:pt x="678192" y="368808"/>
                </a:lnTo>
                <a:lnTo>
                  <a:pt x="669925" y="368554"/>
                </a:lnTo>
                <a:lnTo>
                  <a:pt x="629424" y="365760"/>
                </a:lnTo>
                <a:lnTo>
                  <a:pt x="629424" y="373380"/>
                </a:lnTo>
                <a:lnTo>
                  <a:pt x="650328" y="380796"/>
                </a:lnTo>
                <a:lnTo>
                  <a:pt x="665238" y="389191"/>
                </a:lnTo>
                <a:lnTo>
                  <a:pt x="674420" y="398462"/>
                </a:lnTo>
                <a:lnTo>
                  <a:pt x="678192" y="408432"/>
                </a:lnTo>
                <a:lnTo>
                  <a:pt x="694194" y="400100"/>
                </a:lnTo>
                <a:lnTo>
                  <a:pt x="705624" y="390906"/>
                </a:lnTo>
                <a:lnTo>
                  <a:pt x="712482" y="380580"/>
                </a:lnTo>
                <a:lnTo>
                  <a:pt x="714768" y="368808"/>
                </a:lnTo>
                <a:lnTo>
                  <a:pt x="714768" y="262128"/>
                </a:lnTo>
                <a:lnTo>
                  <a:pt x="844308" y="262128"/>
                </a:lnTo>
                <a:close/>
              </a:path>
              <a:path w="1283334" h="410210">
                <a:moveTo>
                  <a:pt x="1272552" y="88392"/>
                </a:moveTo>
                <a:lnTo>
                  <a:pt x="1235976" y="51816"/>
                </a:lnTo>
                <a:lnTo>
                  <a:pt x="1210068" y="77724"/>
                </a:lnTo>
                <a:lnTo>
                  <a:pt x="1057668" y="77724"/>
                </a:lnTo>
                <a:lnTo>
                  <a:pt x="1064856" y="63512"/>
                </a:lnTo>
                <a:lnTo>
                  <a:pt x="1070622" y="50863"/>
                </a:lnTo>
                <a:lnTo>
                  <a:pt x="1075232" y="40220"/>
                </a:lnTo>
                <a:lnTo>
                  <a:pt x="1079004" y="32004"/>
                </a:lnTo>
                <a:lnTo>
                  <a:pt x="1095768" y="21336"/>
                </a:lnTo>
                <a:lnTo>
                  <a:pt x="1056144" y="0"/>
                </a:lnTo>
                <a:lnTo>
                  <a:pt x="1052753" y="16865"/>
                </a:lnTo>
                <a:lnTo>
                  <a:pt x="1047381" y="35433"/>
                </a:lnTo>
                <a:lnTo>
                  <a:pt x="1040282" y="55727"/>
                </a:lnTo>
                <a:lnTo>
                  <a:pt x="1031760" y="77724"/>
                </a:lnTo>
                <a:lnTo>
                  <a:pt x="894600" y="77724"/>
                </a:lnTo>
                <a:lnTo>
                  <a:pt x="909840" y="94488"/>
                </a:lnTo>
                <a:lnTo>
                  <a:pt x="919264" y="91617"/>
                </a:lnTo>
                <a:lnTo>
                  <a:pt x="929271" y="89725"/>
                </a:lnTo>
                <a:lnTo>
                  <a:pt x="939838" y="88709"/>
                </a:lnTo>
                <a:lnTo>
                  <a:pt x="950988" y="88392"/>
                </a:lnTo>
                <a:lnTo>
                  <a:pt x="1028712" y="88392"/>
                </a:lnTo>
                <a:lnTo>
                  <a:pt x="1014082" y="114681"/>
                </a:lnTo>
                <a:lnTo>
                  <a:pt x="999756" y="138684"/>
                </a:lnTo>
                <a:lnTo>
                  <a:pt x="985418" y="160401"/>
                </a:lnTo>
                <a:lnTo>
                  <a:pt x="970800" y="179832"/>
                </a:lnTo>
                <a:lnTo>
                  <a:pt x="952512" y="172212"/>
                </a:lnTo>
                <a:lnTo>
                  <a:pt x="953592" y="181356"/>
                </a:lnTo>
                <a:lnTo>
                  <a:pt x="954608" y="189166"/>
                </a:lnTo>
                <a:lnTo>
                  <a:pt x="955294" y="194716"/>
                </a:lnTo>
                <a:lnTo>
                  <a:pt x="955560" y="198120"/>
                </a:lnTo>
                <a:lnTo>
                  <a:pt x="941273" y="214960"/>
                </a:lnTo>
                <a:lnTo>
                  <a:pt x="923556" y="233362"/>
                </a:lnTo>
                <a:lnTo>
                  <a:pt x="902411" y="253199"/>
                </a:lnTo>
                <a:lnTo>
                  <a:pt x="877836" y="274320"/>
                </a:lnTo>
                <a:lnTo>
                  <a:pt x="882408" y="280416"/>
                </a:lnTo>
                <a:lnTo>
                  <a:pt x="899858" y="269011"/>
                </a:lnTo>
                <a:lnTo>
                  <a:pt x="918032" y="255460"/>
                </a:lnTo>
                <a:lnTo>
                  <a:pt x="937056" y="239915"/>
                </a:lnTo>
                <a:lnTo>
                  <a:pt x="957084" y="222504"/>
                </a:lnTo>
                <a:lnTo>
                  <a:pt x="957084" y="355092"/>
                </a:lnTo>
                <a:lnTo>
                  <a:pt x="956843" y="366814"/>
                </a:lnTo>
                <a:lnTo>
                  <a:pt x="955802" y="391668"/>
                </a:lnTo>
                <a:lnTo>
                  <a:pt x="955560" y="405384"/>
                </a:lnTo>
                <a:lnTo>
                  <a:pt x="981468" y="391668"/>
                </a:lnTo>
                <a:lnTo>
                  <a:pt x="981468" y="222504"/>
                </a:lnTo>
                <a:lnTo>
                  <a:pt x="981468" y="198120"/>
                </a:lnTo>
                <a:lnTo>
                  <a:pt x="997064" y="179832"/>
                </a:lnTo>
                <a:lnTo>
                  <a:pt x="999756" y="176695"/>
                </a:lnTo>
                <a:lnTo>
                  <a:pt x="1018044" y="151257"/>
                </a:lnTo>
                <a:lnTo>
                  <a:pt x="1036332" y="121831"/>
                </a:lnTo>
                <a:lnTo>
                  <a:pt x="1054620" y="88392"/>
                </a:lnTo>
                <a:lnTo>
                  <a:pt x="1272552" y="88392"/>
                </a:lnTo>
                <a:close/>
              </a:path>
              <a:path w="1283334" h="410210">
                <a:moveTo>
                  <a:pt x="1283220" y="364236"/>
                </a:moveTo>
                <a:lnTo>
                  <a:pt x="1248168" y="329184"/>
                </a:lnTo>
                <a:lnTo>
                  <a:pt x="1223784" y="353568"/>
                </a:lnTo>
                <a:lnTo>
                  <a:pt x="1136916" y="353568"/>
                </a:lnTo>
                <a:lnTo>
                  <a:pt x="1136916" y="213360"/>
                </a:lnTo>
                <a:lnTo>
                  <a:pt x="1258836" y="213360"/>
                </a:lnTo>
                <a:lnTo>
                  <a:pt x="1226832" y="181356"/>
                </a:lnTo>
                <a:lnTo>
                  <a:pt x="1203972" y="204216"/>
                </a:lnTo>
                <a:lnTo>
                  <a:pt x="1136916" y="204216"/>
                </a:lnTo>
                <a:lnTo>
                  <a:pt x="1136916" y="132588"/>
                </a:lnTo>
                <a:lnTo>
                  <a:pt x="1152156" y="120396"/>
                </a:lnTo>
                <a:lnTo>
                  <a:pt x="1111008" y="102108"/>
                </a:lnTo>
                <a:lnTo>
                  <a:pt x="1111885" y="116954"/>
                </a:lnTo>
                <a:lnTo>
                  <a:pt x="1112342" y="129349"/>
                </a:lnTo>
                <a:lnTo>
                  <a:pt x="1112507" y="139192"/>
                </a:lnTo>
                <a:lnTo>
                  <a:pt x="1112532" y="204216"/>
                </a:lnTo>
                <a:lnTo>
                  <a:pt x="1011948" y="204216"/>
                </a:lnTo>
                <a:lnTo>
                  <a:pt x="1028712" y="219456"/>
                </a:lnTo>
                <a:lnTo>
                  <a:pt x="1038136" y="216585"/>
                </a:lnTo>
                <a:lnTo>
                  <a:pt x="1048143" y="214693"/>
                </a:lnTo>
                <a:lnTo>
                  <a:pt x="1058710" y="213677"/>
                </a:lnTo>
                <a:lnTo>
                  <a:pt x="1069860" y="213360"/>
                </a:lnTo>
                <a:lnTo>
                  <a:pt x="1112532" y="213360"/>
                </a:lnTo>
                <a:lnTo>
                  <a:pt x="1112532" y="353568"/>
                </a:lnTo>
                <a:lnTo>
                  <a:pt x="989088" y="353568"/>
                </a:lnTo>
                <a:lnTo>
                  <a:pt x="1005852" y="368808"/>
                </a:lnTo>
                <a:lnTo>
                  <a:pt x="1015276" y="366814"/>
                </a:lnTo>
                <a:lnTo>
                  <a:pt x="1025283" y="365379"/>
                </a:lnTo>
                <a:lnTo>
                  <a:pt x="1035850" y="364528"/>
                </a:lnTo>
                <a:lnTo>
                  <a:pt x="1047000" y="364236"/>
                </a:lnTo>
                <a:lnTo>
                  <a:pt x="1283220" y="36423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" name="object 17"/>
          <p:cNvSpPr/>
          <p:nvPr/>
        </p:nvSpPr>
        <p:spPr>
          <a:xfrm>
            <a:off x="9744456" y="2407729"/>
            <a:ext cx="148590" cy="294640"/>
          </a:xfrm>
          <a:custGeom>
            <a:avLst/>
            <a:gdLst/>
            <a:ahLst/>
            <a:cxnLst/>
            <a:rect l="l" t="t" r="r" b="b"/>
            <a:pathLst>
              <a:path w="148590" h="294639">
                <a:moveTo>
                  <a:pt x="25908" y="88582"/>
                </a:moveTo>
                <a:lnTo>
                  <a:pt x="13716" y="88582"/>
                </a:lnTo>
                <a:lnTo>
                  <a:pt x="9144" y="85534"/>
                </a:lnTo>
                <a:lnTo>
                  <a:pt x="4572" y="80962"/>
                </a:lnTo>
                <a:lnTo>
                  <a:pt x="1524" y="74866"/>
                </a:lnTo>
                <a:lnTo>
                  <a:pt x="0" y="67246"/>
                </a:lnTo>
                <a:lnTo>
                  <a:pt x="1524" y="56578"/>
                </a:lnTo>
                <a:lnTo>
                  <a:pt x="19812" y="23050"/>
                </a:lnTo>
                <a:lnTo>
                  <a:pt x="56388" y="1714"/>
                </a:lnTo>
                <a:lnTo>
                  <a:pt x="76771" y="0"/>
                </a:lnTo>
                <a:lnTo>
                  <a:pt x="86606" y="214"/>
                </a:lnTo>
                <a:lnTo>
                  <a:pt x="96012" y="1714"/>
                </a:lnTo>
                <a:lnTo>
                  <a:pt x="105156" y="3976"/>
                </a:lnTo>
                <a:lnTo>
                  <a:pt x="114300" y="8382"/>
                </a:lnTo>
                <a:lnTo>
                  <a:pt x="117835" y="10858"/>
                </a:lnTo>
                <a:lnTo>
                  <a:pt x="73152" y="10858"/>
                </a:lnTo>
                <a:lnTo>
                  <a:pt x="63388" y="11715"/>
                </a:lnTo>
                <a:lnTo>
                  <a:pt x="28956" y="32194"/>
                </a:lnTo>
                <a:lnTo>
                  <a:pt x="22860" y="44386"/>
                </a:lnTo>
                <a:lnTo>
                  <a:pt x="21336" y="48958"/>
                </a:lnTo>
                <a:lnTo>
                  <a:pt x="24384" y="53530"/>
                </a:lnTo>
                <a:lnTo>
                  <a:pt x="30480" y="55054"/>
                </a:lnTo>
                <a:lnTo>
                  <a:pt x="35052" y="58102"/>
                </a:lnTo>
                <a:lnTo>
                  <a:pt x="36576" y="62674"/>
                </a:lnTo>
                <a:lnTo>
                  <a:pt x="36576" y="74866"/>
                </a:lnTo>
                <a:lnTo>
                  <a:pt x="35052" y="79438"/>
                </a:lnTo>
                <a:lnTo>
                  <a:pt x="32004" y="82486"/>
                </a:lnTo>
                <a:lnTo>
                  <a:pt x="30480" y="87058"/>
                </a:lnTo>
                <a:lnTo>
                  <a:pt x="25908" y="88582"/>
                </a:lnTo>
                <a:close/>
              </a:path>
              <a:path w="148590" h="294639">
                <a:moveTo>
                  <a:pt x="74676" y="210502"/>
                </a:moveTo>
                <a:lnTo>
                  <a:pt x="69556" y="206763"/>
                </a:lnTo>
                <a:lnTo>
                  <a:pt x="65722" y="200025"/>
                </a:lnTo>
                <a:lnTo>
                  <a:pt x="63317" y="190142"/>
                </a:lnTo>
                <a:lnTo>
                  <a:pt x="62484" y="176974"/>
                </a:lnTo>
                <a:lnTo>
                  <a:pt x="64198" y="162115"/>
                </a:lnTo>
                <a:lnTo>
                  <a:pt x="69342" y="147256"/>
                </a:lnTo>
                <a:lnTo>
                  <a:pt x="77914" y="132397"/>
                </a:lnTo>
                <a:lnTo>
                  <a:pt x="89916" y="117538"/>
                </a:lnTo>
                <a:lnTo>
                  <a:pt x="100203" y="103489"/>
                </a:lnTo>
                <a:lnTo>
                  <a:pt x="108204" y="90868"/>
                </a:lnTo>
                <a:lnTo>
                  <a:pt x="113919" y="79390"/>
                </a:lnTo>
                <a:lnTo>
                  <a:pt x="117348" y="68770"/>
                </a:lnTo>
                <a:lnTo>
                  <a:pt x="117609" y="59388"/>
                </a:lnTo>
                <a:lnTo>
                  <a:pt x="116014" y="49720"/>
                </a:lnTo>
                <a:lnTo>
                  <a:pt x="91059" y="15621"/>
                </a:lnTo>
                <a:lnTo>
                  <a:pt x="73152" y="10858"/>
                </a:lnTo>
                <a:lnTo>
                  <a:pt x="117835" y="10858"/>
                </a:lnTo>
                <a:lnTo>
                  <a:pt x="145923" y="43624"/>
                </a:lnTo>
                <a:lnTo>
                  <a:pt x="148326" y="55054"/>
                </a:lnTo>
                <a:lnTo>
                  <a:pt x="148269" y="59388"/>
                </a:lnTo>
                <a:lnTo>
                  <a:pt x="137731" y="96964"/>
                </a:lnTo>
                <a:lnTo>
                  <a:pt x="112776" y="125158"/>
                </a:lnTo>
                <a:lnTo>
                  <a:pt x="98464" y="141493"/>
                </a:lnTo>
                <a:lnTo>
                  <a:pt x="87439" y="160972"/>
                </a:lnTo>
                <a:lnTo>
                  <a:pt x="79557" y="183880"/>
                </a:lnTo>
                <a:lnTo>
                  <a:pt x="74676" y="210502"/>
                </a:lnTo>
                <a:close/>
              </a:path>
              <a:path w="148590" h="294639">
                <a:moveTo>
                  <a:pt x="76200" y="294322"/>
                </a:moveTo>
                <a:lnTo>
                  <a:pt x="67056" y="294322"/>
                </a:lnTo>
                <a:lnTo>
                  <a:pt x="54864" y="288226"/>
                </a:lnTo>
                <a:lnTo>
                  <a:pt x="42410" y="256817"/>
                </a:lnTo>
                <a:lnTo>
                  <a:pt x="44005" y="249555"/>
                </a:lnTo>
                <a:lnTo>
                  <a:pt x="47601" y="243720"/>
                </a:lnTo>
                <a:lnTo>
                  <a:pt x="53340" y="239458"/>
                </a:lnTo>
                <a:lnTo>
                  <a:pt x="60960" y="234886"/>
                </a:lnTo>
                <a:lnTo>
                  <a:pt x="67056" y="233362"/>
                </a:lnTo>
                <a:lnTo>
                  <a:pt x="76200" y="233362"/>
                </a:lnTo>
                <a:lnTo>
                  <a:pt x="102108" y="262318"/>
                </a:lnTo>
                <a:lnTo>
                  <a:pt x="101512" y="270629"/>
                </a:lnTo>
                <a:lnTo>
                  <a:pt x="99631" y="277368"/>
                </a:lnTo>
                <a:lnTo>
                  <a:pt x="96321" y="282678"/>
                </a:lnTo>
                <a:lnTo>
                  <a:pt x="91440" y="286702"/>
                </a:lnTo>
                <a:lnTo>
                  <a:pt x="76200" y="29432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" name="object 18"/>
          <p:cNvSpPr/>
          <p:nvPr/>
        </p:nvSpPr>
        <p:spPr>
          <a:xfrm>
            <a:off x="1751075" y="3838955"/>
            <a:ext cx="155575" cy="155575"/>
          </a:xfrm>
          <a:custGeom>
            <a:avLst/>
            <a:gdLst/>
            <a:ahLst/>
            <a:cxnLst/>
            <a:rect l="l" t="t" r="r" b="b"/>
            <a:pathLst>
              <a:path w="155575" h="155575">
                <a:moveTo>
                  <a:pt x="155448" y="155447"/>
                </a:moveTo>
                <a:lnTo>
                  <a:pt x="0" y="155447"/>
                </a:lnTo>
                <a:lnTo>
                  <a:pt x="0" y="0"/>
                </a:lnTo>
                <a:lnTo>
                  <a:pt x="155448" y="0"/>
                </a:lnTo>
                <a:lnTo>
                  <a:pt x="155448" y="155447"/>
                </a:lnTo>
                <a:close/>
              </a:path>
            </a:pathLst>
          </a:custGeom>
          <a:solidFill>
            <a:srgbClr val="3333C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" name="object 19"/>
          <p:cNvSpPr/>
          <p:nvPr/>
        </p:nvSpPr>
        <p:spPr>
          <a:xfrm>
            <a:off x="2130551" y="3654551"/>
            <a:ext cx="398145" cy="394970"/>
          </a:xfrm>
          <a:custGeom>
            <a:avLst/>
            <a:gdLst/>
            <a:ahLst/>
            <a:cxnLst/>
            <a:rect l="l" t="t" r="r" b="b"/>
            <a:pathLst>
              <a:path w="398144" h="394970">
                <a:moveTo>
                  <a:pt x="307746" y="16764"/>
                </a:moveTo>
                <a:lnTo>
                  <a:pt x="271272" y="16764"/>
                </a:lnTo>
                <a:lnTo>
                  <a:pt x="286512" y="0"/>
                </a:lnTo>
                <a:lnTo>
                  <a:pt x="307746" y="16764"/>
                </a:lnTo>
                <a:close/>
              </a:path>
              <a:path w="398144" h="394970">
                <a:moveTo>
                  <a:pt x="97536" y="176784"/>
                </a:moveTo>
                <a:lnTo>
                  <a:pt x="98417" y="155305"/>
                </a:lnTo>
                <a:lnTo>
                  <a:pt x="98869" y="134112"/>
                </a:lnTo>
                <a:lnTo>
                  <a:pt x="99022" y="114681"/>
                </a:lnTo>
                <a:lnTo>
                  <a:pt x="99036" y="69675"/>
                </a:lnTo>
                <a:lnTo>
                  <a:pt x="98869" y="47625"/>
                </a:lnTo>
                <a:lnTo>
                  <a:pt x="98417" y="25003"/>
                </a:lnTo>
                <a:lnTo>
                  <a:pt x="97536" y="1524"/>
                </a:lnTo>
                <a:lnTo>
                  <a:pt x="124968" y="16764"/>
                </a:lnTo>
                <a:lnTo>
                  <a:pt x="307746" y="16764"/>
                </a:lnTo>
                <a:lnTo>
                  <a:pt x="315468" y="22860"/>
                </a:lnTo>
                <a:lnTo>
                  <a:pt x="309181" y="27432"/>
                </a:lnTo>
                <a:lnTo>
                  <a:pt x="123444" y="27432"/>
                </a:lnTo>
                <a:lnTo>
                  <a:pt x="123444" y="77724"/>
                </a:lnTo>
                <a:lnTo>
                  <a:pt x="298935" y="77724"/>
                </a:lnTo>
                <a:lnTo>
                  <a:pt x="299079" y="88392"/>
                </a:lnTo>
                <a:lnTo>
                  <a:pt x="123444" y="88392"/>
                </a:lnTo>
                <a:lnTo>
                  <a:pt x="123444" y="140208"/>
                </a:lnTo>
                <a:lnTo>
                  <a:pt x="299959" y="140208"/>
                </a:lnTo>
                <a:lnTo>
                  <a:pt x="300108" y="150876"/>
                </a:lnTo>
                <a:lnTo>
                  <a:pt x="123444" y="150876"/>
                </a:lnTo>
                <a:lnTo>
                  <a:pt x="123444" y="166116"/>
                </a:lnTo>
                <a:lnTo>
                  <a:pt x="97536" y="176784"/>
                </a:lnTo>
                <a:close/>
              </a:path>
              <a:path w="398144" h="394970">
                <a:moveTo>
                  <a:pt x="298935" y="77724"/>
                </a:moveTo>
                <a:lnTo>
                  <a:pt x="274320" y="77724"/>
                </a:lnTo>
                <a:lnTo>
                  <a:pt x="274320" y="27432"/>
                </a:lnTo>
                <a:lnTo>
                  <a:pt x="309181" y="27432"/>
                </a:lnTo>
                <a:lnTo>
                  <a:pt x="298704" y="35052"/>
                </a:lnTo>
                <a:lnTo>
                  <a:pt x="298935" y="77724"/>
                </a:lnTo>
                <a:close/>
              </a:path>
              <a:path w="398144" h="394970">
                <a:moveTo>
                  <a:pt x="299959" y="140208"/>
                </a:moveTo>
                <a:lnTo>
                  <a:pt x="274320" y="140208"/>
                </a:lnTo>
                <a:lnTo>
                  <a:pt x="274320" y="88392"/>
                </a:lnTo>
                <a:lnTo>
                  <a:pt x="299079" y="88392"/>
                </a:lnTo>
                <a:lnTo>
                  <a:pt x="299466" y="114681"/>
                </a:lnTo>
                <a:lnTo>
                  <a:pt x="299959" y="140208"/>
                </a:lnTo>
                <a:close/>
              </a:path>
              <a:path w="398144" h="394970">
                <a:moveTo>
                  <a:pt x="274320" y="173736"/>
                </a:moveTo>
                <a:lnTo>
                  <a:pt x="274320" y="150876"/>
                </a:lnTo>
                <a:lnTo>
                  <a:pt x="300108" y="150876"/>
                </a:lnTo>
                <a:lnTo>
                  <a:pt x="300227" y="160020"/>
                </a:lnTo>
                <a:lnTo>
                  <a:pt x="274320" y="173736"/>
                </a:lnTo>
                <a:close/>
              </a:path>
              <a:path w="398144" h="394970">
                <a:moveTo>
                  <a:pt x="21336" y="211836"/>
                </a:moveTo>
                <a:lnTo>
                  <a:pt x="4572" y="196596"/>
                </a:lnTo>
                <a:lnTo>
                  <a:pt x="326136" y="196596"/>
                </a:lnTo>
                <a:lnTo>
                  <a:pt x="353568" y="170688"/>
                </a:lnTo>
                <a:lnTo>
                  <a:pt x="390144" y="207264"/>
                </a:lnTo>
                <a:lnTo>
                  <a:pt x="62484" y="207264"/>
                </a:lnTo>
                <a:lnTo>
                  <a:pt x="51339" y="207549"/>
                </a:lnTo>
                <a:lnTo>
                  <a:pt x="40767" y="208407"/>
                </a:lnTo>
                <a:lnTo>
                  <a:pt x="30765" y="209835"/>
                </a:lnTo>
                <a:lnTo>
                  <a:pt x="21336" y="211836"/>
                </a:lnTo>
                <a:close/>
              </a:path>
              <a:path w="398144" h="394970">
                <a:moveTo>
                  <a:pt x="213360" y="341376"/>
                </a:moveTo>
                <a:lnTo>
                  <a:pt x="188976" y="341376"/>
                </a:lnTo>
                <a:lnTo>
                  <a:pt x="188976" y="207264"/>
                </a:lnTo>
                <a:lnTo>
                  <a:pt x="213360" y="207264"/>
                </a:lnTo>
                <a:lnTo>
                  <a:pt x="213360" y="266699"/>
                </a:lnTo>
                <a:lnTo>
                  <a:pt x="350084" y="266699"/>
                </a:lnTo>
                <a:lnTo>
                  <a:pt x="359664" y="275844"/>
                </a:lnTo>
                <a:lnTo>
                  <a:pt x="213360" y="275844"/>
                </a:lnTo>
                <a:lnTo>
                  <a:pt x="213360" y="341376"/>
                </a:lnTo>
                <a:close/>
              </a:path>
              <a:path w="398144" h="394970">
                <a:moveTo>
                  <a:pt x="3048" y="394716"/>
                </a:moveTo>
                <a:lnTo>
                  <a:pt x="0" y="390144"/>
                </a:lnTo>
                <a:lnTo>
                  <a:pt x="34290" y="356973"/>
                </a:lnTo>
                <a:lnTo>
                  <a:pt x="61722" y="316801"/>
                </a:lnTo>
                <a:lnTo>
                  <a:pt x="82296" y="269486"/>
                </a:lnTo>
                <a:lnTo>
                  <a:pt x="96012" y="214884"/>
                </a:lnTo>
                <a:lnTo>
                  <a:pt x="134112" y="237744"/>
                </a:lnTo>
                <a:lnTo>
                  <a:pt x="126492" y="242316"/>
                </a:lnTo>
                <a:lnTo>
                  <a:pt x="121920" y="248411"/>
                </a:lnTo>
                <a:lnTo>
                  <a:pt x="118872" y="254508"/>
                </a:lnTo>
                <a:lnTo>
                  <a:pt x="115681" y="258794"/>
                </a:lnTo>
                <a:lnTo>
                  <a:pt x="112776" y="264795"/>
                </a:lnTo>
                <a:lnTo>
                  <a:pt x="109870" y="272510"/>
                </a:lnTo>
                <a:lnTo>
                  <a:pt x="106680" y="281940"/>
                </a:lnTo>
                <a:lnTo>
                  <a:pt x="114887" y="291084"/>
                </a:lnTo>
                <a:lnTo>
                  <a:pt x="100584" y="291084"/>
                </a:lnTo>
                <a:lnTo>
                  <a:pt x="82343" y="324207"/>
                </a:lnTo>
                <a:lnTo>
                  <a:pt x="59817" y="352615"/>
                </a:lnTo>
                <a:lnTo>
                  <a:pt x="33289" y="376166"/>
                </a:lnTo>
                <a:lnTo>
                  <a:pt x="3048" y="394716"/>
                </a:lnTo>
                <a:close/>
              </a:path>
              <a:path w="398144" h="394970">
                <a:moveTo>
                  <a:pt x="350084" y="266699"/>
                </a:moveTo>
                <a:lnTo>
                  <a:pt x="304800" y="266699"/>
                </a:lnTo>
                <a:lnTo>
                  <a:pt x="326136" y="243840"/>
                </a:lnTo>
                <a:lnTo>
                  <a:pt x="350084" y="266699"/>
                </a:lnTo>
                <a:close/>
              </a:path>
              <a:path w="398144" h="394970">
                <a:moveTo>
                  <a:pt x="362712" y="390144"/>
                </a:moveTo>
                <a:lnTo>
                  <a:pt x="315872" y="387310"/>
                </a:lnTo>
                <a:lnTo>
                  <a:pt x="276034" y="383476"/>
                </a:lnTo>
                <a:lnTo>
                  <a:pt x="217932" y="373380"/>
                </a:lnTo>
                <a:lnTo>
                  <a:pt x="179641" y="358140"/>
                </a:lnTo>
                <a:lnTo>
                  <a:pt x="135945" y="327731"/>
                </a:lnTo>
                <a:lnTo>
                  <a:pt x="100584" y="291084"/>
                </a:lnTo>
                <a:lnTo>
                  <a:pt x="114887" y="291084"/>
                </a:lnTo>
                <a:lnTo>
                  <a:pt x="122324" y="299370"/>
                </a:lnTo>
                <a:lnTo>
                  <a:pt x="141541" y="315087"/>
                </a:lnTo>
                <a:lnTo>
                  <a:pt x="163901" y="329088"/>
                </a:lnTo>
                <a:lnTo>
                  <a:pt x="188976" y="341376"/>
                </a:lnTo>
                <a:lnTo>
                  <a:pt x="213360" y="341376"/>
                </a:lnTo>
                <a:lnTo>
                  <a:pt x="213360" y="347472"/>
                </a:lnTo>
                <a:lnTo>
                  <a:pt x="231052" y="351472"/>
                </a:lnTo>
                <a:lnTo>
                  <a:pt x="252031" y="354330"/>
                </a:lnTo>
                <a:lnTo>
                  <a:pt x="276153" y="356044"/>
                </a:lnTo>
                <a:lnTo>
                  <a:pt x="331327" y="357211"/>
                </a:lnTo>
                <a:lnTo>
                  <a:pt x="397764" y="357211"/>
                </a:lnTo>
                <a:lnTo>
                  <a:pt x="397764" y="361188"/>
                </a:lnTo>
                <a:lnTo>
                  <a:pt x="384357" y="365498"/>
                </a:lnTo>
                <a:lnTo>
                  <a:pt x="373951" y="371665"/>
                </a:lnTo>
                <a:lnTo>
                  <a:pt x="366688" y="379833"/>
                </a:lnTo>
                <a:lnTo>
                  <a:pt x="362712" y="390144"/>
                </a:lnTo>
                <a:close/>
              </a:path>
              <a:path w="398144" h="394970">
                <a:moveTo>
                  <a:pt x="397764" y="357211"/>
                </a:moveTo>
                <a:lnTo>
                  <a:pt x="331327" y="357211"/>
                </a:lnTo>
                <a:lnTo>
                  <a:pt x="356235" y="356806"/>
                </a:lnTo>
                <a:lnTo>
                  <a:pt x="378285" y="355544"/>
                </a:lnTo>
                <a:lnTo>
                  <a:pt x="397764" y="353568"/>
                </a:lnTo>
                <a:lnTo>
                  <a:pt x="397764" y="35721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" name="object 20"/>
          <p:cNvSpPr/>
          <p:nvPr/>
        </p:nvSpPr>
        <p:spPr>
          <a:xfrm>
            <a:off x="2581656" y="3656076"/>
            <a:ext cx="379730" cy="401320"/>
          </a:xfrm>
          <a:custGeom>
            <a:avLst/>
            <a:gdLst/>
            <a:ahLst/>
            <a:cxnLst/>
            <a:rect l="l" t="t" r="r" b="b"/>
            <a:pathLst>
              <a:path w="379730" h="401320">
                <a:moveTo>
                  <a:pt x="28956" y="41148"/>
                </a:moveTo>
                <a:lnTo>
                  <a:pt x="12192" y="25908"/>
                </a:lnTo>
                <a:lnTo>
                  <a:pt x="316992" y="25908"/>
                </a:lnTo>
                <a:lnTo>
                  <a:pt x="342900" y="0"/>
                </a:lnTo>
                <a:lnTo>
                  <a:pt x="379476" y="36576"/>
                </a:lnTo>
                <a:lnTo>
                  <a:pt x="65532" y="36576"/>
                </a:lnTo>
                <a:lnTo>
                  <a:pt x="56388" y="36861"/>
                </a:lnTo>
                <a:lnTo>
                  <a:pt x="47243" y="37719"/>
                </a:lnTo>
                <a:lnTo>
                  <a:pt x="38100" y="39147"/>
                </a:lnTo>
                <a:lnTo>
                  <a:pt x="28956" y="41148"/>
                </a:lnTo>
                <a:close/>
              </a:path>
              <a:path w="379730" h="401320">
                <a:moveTo>
                  <a:pt x="3047" y="201168"/>
                </a:moveTo>
                <a:lnTo>
                  <a:pt x="0" y="195072"/>
                </a:lnTo>
                <a:lnTo>
                  <a:pt x="25955" y="180546"/>
                </a:lnTo>
                <a:lnTo>
                  <a:pt x="51054" y="164592"/>
                </a:lnTo>
                <a:lnTo>
                  <a:pt x="97536" y="129540"/>
                </a:lnTo>
                <a:lnTo>
                  <a:pt x="140970" y="87058"/>
                </a:lnTo>
                <a:lnTo>
                  <a:pt x="179832" y="36576"/>
                </a:lnTo>
                <a:lnTo>
                  <a:pt x="214884" y="36576"/>
                </a:lnTo>
                <a:lnTo>
                  <a:pt x="206597" y="44910"/>
                </a:lnTo>
                <a:lnTo>
                  <a:pt x="200025" y="51816"/>
                </a:lnTo>
                <a:lnTo>
                  <a:pt x="195167" y="57578"/>
                </a:lnTo>
                <a:lnTo>
                  <a:pt x="192024" y="62484"/>
                </a:lnTo>
                <a:lnTo>
                  <a:pt x="212750" y="74676"/>
                </a:lnTo>
                <a:lnTo>
                  <a:pt x="181356" y="74676"/>
                </a:lnTo>
                <a:lnTo>
                  <a:pt x="140589" y="118681"/>
                </a:lnTo>
                <a:lnTo>
                  <a:pt x="97536" y="152400"/>
                </a:lnTo>
                <a:lnTo>
                  <a:pt x="52006" y="179641"/>
                </a:lnTo>
                <a:lnTo>
                  <a:pt x="27884" y="191190"/>
                </a:lnTo>
                <a:lnTo>
                  <a:pt x="3047" y="201168"/>
                </a:lnTo>
                <a:close/>
              </a:path>
              <a:path w="379730" h="401320">
                <a:moveTo>
                  <a:pt x="178308" y="210312"/>
                </a:moveTo>
                <a:lnTo>
                  <a:pt x="180403" y="162687"/>
                </a:lnTo>
                <a:lnTo>
                  <a:pt x="181094" y="144732"/>
                </a:lnTo>
                <a:lnTo>
                  <a:pt x="181241" y="137040"/>
                </a:lnTo>
                <a:lnTo>
                  <a:pt x="181356" y="74676"/>
                </a:lnTo>
                <a:lnTo>
                  <a:pt x="212750" y="74676"/>
                </a:lnTo>
                <a:lnTo>
                  <a:pt x="217932" y="77724"/>
                </a:lnTo>
                <a:lnTo>
                  <a:pt x="205740" y="88392"/>
                </a:lnTo>
                <a:lnTo>
                  <a:pt x="205844" y="173736"/>
                </a:lnTo>
                <a:lnTo>
                  <a:pt x="205955" y="179641"/>
                </a:lnTo>
                <a:lnTo>
                  <a:pt x="206382" y="189357"/>
                </a:lnTo>
                <a:lnTo>
                  <a:pt x="207264" y="199644"/>
                </a:lnTo>
                <a:lnTo>
                  <a:pt x="178308" y="210312"/>
                </a:lnTo>
                <a:close/>
              </a:path>
              <a:path w="379730" h="401320">
                <a:moveTo>
                  <a:pt x="373380" y="196596"/>
                </a:moveTo>
                <a:lnTo>
                  <a:pt x="365760" y="196596"/>
                </a:lnTo>
                <a:lnTo>
                  <a:pt x="361188" y="193548"/>
                </a:lnTo>
                <a:lnTo>
                  <a:pt x="356616" y="187452"/>
                </a:lnTo>
                <a:lnTo>
                  <a:pt x="348400" y="178903"/>
                </a:lnTo>
                <a:lnTo>
                  <a:pt x="310896" y="147828"/>
                </a:lnTo>
                <a:lnTo>
                  <a:pt x="274320" y="124587"/>
                </a:lnTo>
                <a:lnTo>
                  <a:pt x="228600" y="99060"/>
                </a:lnTo>
                <a:lnTo>
                  <a:pt x="230124" y="92964"/>
                </a:lnTo>
                <a:lnTo>
                  <a:pt x="285869" y="113252"/>
                </a:lnTo>
                <a:lnTo>
                  <a:pt x="327469" y="130683"/>
                </a:lnTo>
                <a:lnTo>
                  <a:pt x="368808" y="156972"/>
                </a:lnTo>
                <a:lnTo>
                  <a:pt x="379095" y="180546"/>
                </a:lnTo>
                <a:lnTo>
                  <a:pt x="377952" y="185928"/>
                </a:lnTo>
                <a:lnTo>
                  <a:pt x="376428" y="193548"/>
                </a:lnTo>
                <a:lnTo>
                  <a:pt x="373380" y="196596"/>
                </a:lnTo>
                <a:close/>
              </a:path>
              <a:path w="379730" h="401320">
                <a:moveTo>
                  <a:pt x="325755" y="228600"/>
                </a:moveTo>
                <a:lnTo>
                  <a:pt x="288036" y="228600"/>
                </a:lnTo>
                <a:lnTo>
                  <a:pt x="306324" y="210312"/>
                </a:lnTo>
                <a:lnTo>
                  <a:pt x="325755" y="228600"/>
                </a:lnTo>
                <a:close/>
              </a:path>
              <a:path w="379730" h="401320">
                <a:moveTo>
                  <a:pt x="79248" y="400812"/>
                </a:moveTo>
                <a:lnTo>
                  <a:pt x="80129" y="376832"/>
                </a:lnTo>
                <a:lnTo>
                  <a:pt x="80541" y="355092"/>
                </a:lnTo>
                <a:lnTo>
                  <a:pt x="80642" y="344424"/>
                </a:lnTo>
                <a:lnTo>
                  <a:pt x="80748" y="282559"/>
                </a:lnTo>
                <a:lnTo>
                  <a:pt x="80581" y="259080"/>
                </a:lnTo>
                <a:lnTo>
                  <a:pt x="80170" y="237744"/>
                </a:lnTo>
                <a:lnTo>
                  <a:pt x="80095" y="234696"/>
                </a:lnTo>
                <a:lnTo>
                  <a:pt x="79248" y="211836"/>
                </a:lnTo>
                <a:lnTo>
                  <a:pt x="106680" y="228600"/>
                </a:lnTo>
                <a:lnTo>
                  <a:pt x="325755" y="228600"/>
                </a:lnTo>
                <a:lnTo>
                  <a:pt x="332232" y="234696"/>
                </a:lnTo>
                <a:lnTo>
                  <a:pt x="328313" y="237744"/>
                </a:lnTo>
                <a:lnTo>
                  <a:pt x="106680" y="237744"/>
                </a:lnTo>
                <a:lnTo>
                  <a:pt x="106680" y="344424"/>
                </a:lnTo>
                <a:lnTo>
                  <a:pt x="319012" y="344424"/>
                </a:lnTo>
                <a:lnTo>
                  <a:pt x="319388" y="355092"/>
                </a:lnTo>
                <a:lnTo>
                  <a:pt x="106680" y="355092"/>
                </a:lnTo>
                <a:lnTo>
                  <a:pt x="106680" y="388620"/>
                </a:lnTo>
                <a:lnTo>
                  <a:pt x="79248" y="400812"/>
                </a:lnTo>
                <a:close/>
              </a:path>
              <a:path w="379730" h="401320">
                <a:moveTo>
                  <a:pt x="319012" y="344424"/>
                </a:moveTo>
                <a:lnTo>
                  <a:pt x="292608" y="344424"/>
                </a:lnTo>
                <a:lnTo>
                  <a:pt x="292608" y="237744"/>
                </a:lnTo>
                <a:lnTo>
                  <a:pt x="328313" y="237744"/>
                </a:lnTo>
                <a:lnTo>
                  <a:pt x="318516" y="245364"/>
                </a:lnTo>
                <a:lnTo>
                  <a:pt x="318624" y="329445"/>
                </a:lnTo>
                <a:lnTo>
                  <a:pt x="318754" y="337089"/>
                </a:lnTo>
                <a:lnTo>
                  <a:pt x="319012" y="344424"/>
                </a:lnTo>
                <a:close/>
              </a:path>
              <a:path w="379730" h="401320">
                <a:moveTo>
                  <a:pt x="292608" y="394716"/>
                </a:moveTo>
                <a:lnTo>
                  <a:pt x="292608" y="355092"/>
                </a:lnTo>
                <a:lnTo>
                  <a:pt x="319388" y="355092"/>
                </a:lnTo>
                <a:lnTo>
                  <a:pt x="319801" y="366807"/>
                </a:lnTo>
                <a:lnTo>
                  <a:pt x="320040" y="382524"/>
                </a:lnTo>
                <a:lnTo>
                  <a:pt x="292608" y="39471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" name="object 21"/>
          <p:cNvSpPr/>
          <p:nvPr/>
        </p:nvSpPr>
        <p:spPr>
          <a:xfrm>
            <a:off x="3032760" y="3651504"/>
            <a:ext cx="386080" cy="398145"/>
          </a:xfrm>
          <a:custGeom>
            <a:avLst/>
            <a:gdLst/>
            <a:ahLst/>
            <a:cxnLst/>
            <a:rect l="l" t="t" r="r" b="b"/>
            <a:pathLst>
              <a:path w="386079" h="398145">
                <a:moveTo>
                  <a:pt x="277368" y="80772"/>
                </a:moveTo>
                <a:lnTo>
                  <a:pt x="271272" y="80772"/>
                </a:lnTo>
                <a:lnTo>
                  <a:pt x="268224" y="76200"/>
                </a:lnTo>
                <a:lnTo>
                  <a:pt x="268224" y="64008"/>
                </a:lnTo>
                <a:lnTo>
                  <a:pt x="263913" y="50839"/>
                </a:lnTo>
                <a:lnTo>
                  <a:pt x="257746" y="36385"/>
                </a:lnTo>
                <a:lnTo>
                  <a:pt x="249578" y="20502"/>
                </a:lnTo>
                <a:lnTo>
                  <a:pt x="239268" y="3048"/>
                </a:lnTo>
                <a:lnTo>
                  <a:pt x="245364" y="0"/>
                </a:lnTo>
                <a:lnTo>
                  <a:pt x="267985" y="16025"/>
                </a:lnTo>
                <a:lnTo>
                  <a:pt x="283464" y="29908"/>
                </a:lnTo>
                <a:lnTo>
                  <a:pt x="292084" y="41790"/>
                </a:lnTo>
                <a:lnTo>
                  <a:pt x="294131" y="51816"/>
                </a:lnTo>
                <a:lnTo>
                  <a:pt x="292607" y="62484"/>
                </a:lnTo>
                <a:lnTo>
                  <a:pt x="289560" y="71628"/>
                </a:lnTo>
                <a:lnTo>
                  <a:pt x="284988" y="74676"/>
                </a:lnTo>
                <a:lnTo>
                  <a:pt x="280416" y="79248"/>
                </a:lnTo>
                <a:lnTo>
                  <a:pt x="277368" y="80772"/>
                </a:lnTo>
                <a:close/>
              </a:path>
              <a:path w="386079" h="398145">
                <a:moveTo>
                  <a:pt x="115824" y="188976"/>
                </a:moveTo>
                <a:lnTo>
                  <a:pt x="111252" y="185928"/>
                </a:lnTo>
                <a:lnTo>
                  <a:pt x="121562" y="167378"/>
                </a:lnTo>
                <a:lnTo>
                  <a:pt x="132016" y="146113"/>
                </a:lnTo>
                <a:lnTo>
                  <a:pt x="153924" y="96012"/>
                </a:lnTo>
                <a:lnTo>
                  <a:pt x="172021" y="45910"/>
                </a:lnTo>
                <a:lnTo>
                  <a:pt x="184404" y="6096"/>
                </a:lnTo>
                <a:lnTo>
                  <a:pt x="222504" y="28956"/>
                </a:lnTo>
                <a:lnTo>
                  <a:pt x="207264" y="33528"/>
                </a:lnTo>
                <a:lnTo>
                  <a:pt x="200620" y="45505"/>
                </a:lnTo>
                <a:lnTo>
                  <a:pt x="194119" y="58483"/>
                </a:lnTo>
                <a:lnTo>
                  <a:pt x="187332" y="72318"/>
                </a:lnTo>
                <a:lnTo>
                  <a:pt x="179831" y="86868"/>
                </a:lnTo>
                <a:lnTo>
                  <a:pt x="373380" y="86868"/>
                </a:lnTo>
                <a:lnTo>
                  <a:pt x="384048" y="97536"/>
                </a:lnTo>
                <a:lnTo>
                  <a:pt x="184404" y="97536"/>
                </a:lnTo>
                <a:lnTo>
                  <a:pt x="184404" y="124968"/>
                </a:lnTo>
                <a:lnTo>
                  <a:pt x="160019" y="124968"/>
                </a:lnTo>
                <a:lnTo>
                  <a:pt x="149471" y="142684"/>
                </a:lnTo>
                <a:lnTo>
                  <a:pt x="138493" y="159258"/>
                </a:lnTo>
                <a:lnTo>
                  <a:pt x="127230" y="174688"/>
                </a:lnTo>
                <a:lnTo>
                  <a:pt x="115824" y="188976"/>
                </a:lnTo>
                <a:close/>
              </a:path>
              <a:path w="386079" h="398145">
                <a:moveTo>
                  <a:pt x="117934" y="65532"/>
                </a:moveTo>
                <a:lnTo>
                  <a:pt x="83820" y="65532"/>
                </a:lnTo>
                <a:lnTo>
                  <a:pt x="96012" y="48768"/>
                </a:lnTo>
                <a:lnTo>
                  <a:pt x="117934" y="65532"/>
                </a:lnTo>
                <a:close/>
              </a:path>
              <a:path w="386079" h="398145">
                <a:moveTo>
                  <a:pt x="0" y="316992"/>
                </a:moveTo>
                <a:lnTo>
                  <a:pt x="881" y="289321"/>
                </a:lnTo>
                <a:lnTo>
                  <a:pt x="1333" y="256794"/>
                </a:lnTo>
                <a:lnTo>
                  <a:pt x="1439" y="124968"/>
                </a:lnTo>
                <a:lnTo>
                  <a:pt x="1333" y="102870"/>
                </a:lnTo>
                <a:lnTo>
                  <a:pt x="919" y="76200"/>
                </a:lnTo>
                <a:lnTo>
                  <a:pt x="802" y="71628"/>
                </a:lnTo>
                <a:lnTo>
                  <a:pt x="0" y="50292"/>
                </a:lnTo>
                <a:lnTo>
                  <a:pt x="25908" y="65532"/>
                </a:lnTo>
                <a:lnTo>
                  <a:pt x="117934" y="65532"/>
                </a:lnTo>
                <a:lnTo>
                  <a:pt x="121920" y="68580"/>
                </a:lnTo>
                <a:lnTo>
                  <a:pt x="114300" y="76200"/>
                </a:lnTo>
                <a:lnTo>
                  <a:pt x="25908" y="76200"/>
                </a:lnTo>
                <a:lnTo>
                  <a:pt x="25908" y="239268"/>
                </a:lnTo>
                <a:lnTo>
                  <a:pt x="109808" y="239268"/>
                </a:lnTo>
                <a:lnTo>
                  <a:pt x="109925" y="248411"/>
                </a:lnTo>
                <a:lnTo>
                  <a:pt x="109976" y="249935"/>
                </a:lnTo>
                <a:lnTo>
                  <a:pt x="25908" y="249935"/>
                </a:lnTo>
                <a:lnTo>
                  <a:pt x="25908" y="306323"/>
                </a:lnTo>
                <a:lnTo>
                  <a:pt x="0" y="316992"/>
                </a:lnTo>
                <a:close/>
              </a:path>
              <a:path w="386079" h="398145">
                <a:moveTo>
                  <a:pt x="373380" y="86868"/>
                </a:moveTo>
                <a:lnTo>
                  <a:pt x="327660" y="86868"/>
                </a:lnTo>
                <a:lnTo>
                  <a:pt x="350520" y="64008"/>
                </a:lnTo>
                <a:lnTo>
                  <a:pt x="373380" y="86868"/>
                </a:lnTo>
                <a:close/>
              </a:path>
              <a:path w="386079" h="398145">
                <a:moveTo>
                  <a:pt x="109808" y="239268"/>
                </a:moveTo>
                <a:lnTo>
                  <a:pt x="85344" y="239268"/>
                </a:lnTo>
                <a:lnTo>
                  <a:pt x="85344" y="76200"/>
                </a:lnTo>
                <a:lnTo>
                  <a:pt x="114300" y="76200"/>
                </a:lnTo>
                <a:lnTo>
                  <a:pt x="109728" y="80772"/>
                </a:lnTo>
                <a:lnTo>
                  <a:pt x="109808" y="239268"/>
                </a:lnTo>
                <a:close/>
              </a:path>
              <a:path w="386079" h="398145">
                <a:moveTo>
                  <a:pt x="275843" y="164592"/>
                </a:moveTo>
                <a:lnTo>
                  <a:pt x="251460" y="164592"/>
                </a:lnTo>
                <a:lnTo>
                  <a:pt x="251460" y="97536"/>
                </a:lnTo>
                <a:lnTo>
                  <a:pt x="275843" y="97536"/>
                </a:lnTo>
                <a:lnTo>
                  <a:pt x="275843" y="164592"/>
                </a:lnTo>
                <a:close/>
              </a:path>
              <a:path w="386079" h="398145">
                <a:moveTo>
                  <a:pt x="158495" y="397764"/>
                </a:moveTo>
                <a:lnTo>
                  <a:pt x="158734" y="367784"/>
                </a:lnTo>
                <a:lnTo>
                  <a:pt x="159271" y="341376"/>
                </a:lnTo>
                <a:lnTo>
                  <a:pt x="159781" y="320397"/>
                </a:lnTo>
                <a:lnTo>
                  <a:pt x="159977" y="306323"/>
                </a:lnTo>
                <a:lnTo>
                  <a:pt x="160019" y="124968"/>
                </a:lnTo>
                <a:lnTo>
                  <a:pt x="184404" y="124968"/>
                </a:lnTo>
                <a:lnTo>
                  <a:pt x="184404" y="164592"/>
                </a:lnTo>
                <a:lnTo>
                  <a:pt x="359102" y="164592"/>
                </a:lnTo>
                <a:lnTo>
                  <a:pt x="370332" y="175260"/>
                </a:lnTo>
                <a:lnTo>
                  <a:pt x="184404" y="175260"/>
                </a:lnTo>
                <a:lnTo>
                  <a:pt x="184404" y="248411"/>
                </a:lnTo>
                <a:lnTo>
                  <a:pt x="361721" y="248411"/>
                </a:lnTo>
                <a:lnTo>
                  <a:pt x="371856" y="259080"/>
                </a:lnTo>
                <a:lnTo>
                  <a:pt x="184404" y="259080"/>
                </a:lnTo>
                <a:lnTo>
                  <a:pt x="184404" y="341376"/>
                </a:lnTo>
                <a:lnTo>
                  <a:pt x="374903" y="341376"/>
                </a:lnTo>
                <a:lnTo>
                  <a:pt x="385572" y="352044"/>
                </a:lnTo>
                <a:lnTo>
                  <a:pt x="184404" y="352044"/>
                </a:lnTo>
                <a:lnTo>
                  <a:pt x="184404" y="385572"/>
                </a:lnTo>
                <a:lnTo>
                  <a:pt x="158495" y="397764"/>
                </a:lnTo>
                <a:close/>
              </a:path>
              <a:path w="386079" h="398145">
                <a:moveTo>
                  <a:pt x="359102" y="164592"/>
                </a:moveTo>
                <a:lnTo>
                  <a:pt x="321563" y="164592"/>
                </a:lnTo>
                <a:lnTo>
                  <a:pt x="339852" y="146304"/>
                </a:lnTo>
                <a:lnTo>
                  <a:pt x="359102" y="164592"/>
                </a:lnTo>
                <a:close/>
              </a:path>
              <a:path w="386079" h="398145">
                <a:moveTo>
                  <a:pt x="275843" y="248411"/>
                </a:moveTo>
                <a:lnTo>
                  <a:pt x="251460" y="248411"/>
                </a:lnTo>
                <a:lnTo>
                  <a:pt x="251460" y="175260"/>
                </a:lnTo>
                <a:lnTo>
                  <a:pt x="275843" y="175260"/>
                </a:lnTo>
                <a:lnTo>
                  <a:pt x="275843" y="248411"/>
                </a:lnTo>
                <a:close/>
              </a:path>
              <a:path w="386079" h="398145">
                <a:moveTo>
                  <a:pt x="361721" y="248411"/>
                </a:moveTo>
                <a:lnTo>
                  <a:pt x="323087" y="248411"/>
                </a:lnTo>
                <a:lnTo>
                  <a:pt x="342900" y="228599"/>
                </a:lnTo>
                <a:lnTo>
                  <a:pt x="361721" y="248411"/>
                </a:lnTo>
                <a:close/>
              </a:path>
              <a:path w="386079" h="398145">
                <a:moveTo>
                  <a:pt x="85344" y="286511"/>
                </a:moveTo>
                <a:lnTo>
                  <a:pt x="85344" y="249935"/>
                </a:lnTo>
                <a:lnTo>
                  <a:pt x="109976" y="249935"/>
                </a:lnTo>
                <a:lnTo>
                  <a:pt x="110370" y="261485"/>
                </a:lnTo>
                <a:lnTo>
                  <a:pt x="111252" y="274320"/>
                </a:lnTo>
                <a:lnTo>
                  <a:pt x="85344" y="286511"/>
                </a:lnTo>
                <a:close/>
              </a:path>
              <a:path w="386079" h="398145">
                <a:moveTo>
                  <a:pt x="275843" y="341376"/>
                </a:moveTo>
                <a:lnTo>
                  <a:pt x="251460" y="341376"/>
                </a:lnTo>
                <a:lnTo>
                  <a:pt x="251460" y="259080"/>
                </a:lnTo>
                <a:lnTo>
                  <a:pt x="275843" y="259080"/>
                </a:lnTo>
                <a:lnTo>
                  <a:pt x="275843" y="341376"/>
                </a:lnTo>
                <a:close/>
              </a:path>
              <a:path w="386079" h="398145">
                <a:moveTo>
                  <a:pt x="374903" y="341376"/>
                </a:moveTo>
                <a:lnTo>
                  <a:pt x="326136" y="341376"/>
                </a:lnTo>
                <a:lnTo>
                  <a:pt x="350520" y="316992"/>
                </a:lnTo>
                <a:lnTo>
                  <a:pt x="374903" y="34137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" name="object 22"/>
          <p:cNvSpPr/>
          <p:nvPr/>
        </p:nvSpPr>
        <p:spPr>
          <a:xfrm>
            <a:off x="3465576" y="3800855"/>
            <a:ext cx="396240" cy="43180"/>
          </a:xfrm>
          <a:custGeom>
            <a:avLst/>
            <a:gdLst/>
            <a:ahLst/>
            <a:cxnLst/>
            <a:rect l="l" t="t" r="r" b="b"/>
            <a:pathLst>
              <a:path w="396239" h="43179">
                <a:moveTo>
                  <a:pt x="15240" y="42672"/>
                </a:moveTo>
                <a:lnTo>
                  <a:pt x="0" y="27432"/>
                </a:lnTo>
                <a:lnTo>
                  <a:pt x="323087" y="27432"/>
                </a:lnTo>
                <a:lnTo>
                  <a:pt x="358139" y="0"/>
                </a:lnTo>
                <a:lnTo>
                  <a:pt x="396239" y="38100"/>
                </a:lnTo>
                <a:lnTo>
                  <a:pt x="62484" y="38100"/>
                </a:lnTo>
                <a:lnTo>
                  <a:pt x="49101" y="38385"/>
                </a:lnTo>
                <a:lnTo>
                  <a:pt x="36576" y="39243"/>
                </a:lnTo>
                <a:lnTo>
                  <a:pt x="25193" y="40671"/>
                </a:lnTo>
                <a:lnTo>
                  <a:pt x="15240" y="4267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" name="object 23"/>
          <p:cNvSpPr/>
          <p:nvPr/>
        </p:nvSpPr>
        <p:spPr>
          <a:xfrm>
            <a:off x="3948115" y="3693223"/>
            <a:ext cx="148590" cy="294005"/>
          </a:xfrm>
          <a:custGeom>
            <a:avLst/>
            <a:gdLst/>
            <a:ahLst/>
            <a:cxnLst/>
            <a:rect l="l" t="t" r="r" b="b"/>
            <a:pathLst>
              <a:path w="148589" h="294004">
                <a:moveTo>
                  <a:pt x="24951" y="87820"/>
                </a:moveTo>
                <a:lnTo>
                  <a:pt x="14283" y="87820"/>
                </a:lnTo>
                <a:lnTo>
                  <a:pt x="8187" y="86296"/>
                </a:lnTo>
                <a:lnTo>
                  <a:pt x="5139" y="80200"/>
                </a:lnTo>
                <a:lnTo>
                  <a:pt x="2282" y="75961"/>
                </a:lnTo>
                <a:lnTo>
                  <a:pt x="567" y="70294"/>
                </a:lnTo>
                <a:lnTo>
                  <a:pt x="0" y="63436"/>
                </a:lnTo>
                <a:lnTo>
                  <a:pt x="567" y="55816"/>
                </a:lnTo>
                <a:lnTo>
                  <a:pt x="20379" y="22288"/>
                </a:lnTo>
                <a:lnTo>
                  <a:pt x="56955" y="2476"/>
                </a:lnTo>
                <a:lnTo>
                  <a:pt x="76577" y="0"/>
                </a:lnTo>
                <a:lnTo>
                  <a:pt x="85888" y="119"/>
                </a:lnTo>
                <a:lnTo>
                  <a:pt x="95055" y="952"/>
                </a:lnTo>
                <a:lnTo>
                  <a:pt x="104223" y="3857"/>
                </a:lnTo>
                <a:lnTo>
                  <a:pt x="113534" y="8191"/>
                </a:lnTo>
                <a:lnTo>
                  <a:pt x="116556" y="10096"/>
                </a:lnTo>
                <a:lnTo>
                  <a:pt x="72195" y="10096"/>
                </a:lnTo>
                <a:lnTo>
                  <a:pt x="62456" y="11811"/>
                </a:lnTo>
                <a:lnTo>
                  <a:pt x="29523" y="31432"/>
                </a:lnTo>
                <a:lnTo>
                  <a:pt x="23427" y="39052"/>
                </a:lnTo>
                <a:lnTo>
                  <a:pt x="23427" y="43624"/>
                </a:lnTo>
                <a:lnTo>
                  <a:pt x="21903" y="49720"/>
                </a:lnTo>
                <a:lnTo>
                  <a:pt x="23427" y="52768"/>
                </a:lnTo>
                <a:lnTo>
                  <a:pt x="29523" y="55816"/>
                </a:lnTo>
                <a:lnTo>
                  <a:pt x="34095" y="58864"/>
                </a:lnTo>
                <a:lnTo>
                  <a:pt x="37143" y="63436"/>
                </a:lnTo>
                <a:lnTo>
                  <a:pt x="37143" y="74104"/>
                </a:lnTo>
                <a:lnTo>
                  <a:pt x="35619" y="80200"/>
                </a:lnTo>
                <a:lnTo>
                  <a:pt x="29523" y="86296"/>
                </a:lnTo>
                <a:lnTo>
                  <a:pt x="24951" y="87820"/>
                </a:lnTo>
                <a:close/>
              </a:path>
              <a:path w="148589" h="294004">
                <a:moveTo>
                  <a:pt x="75243" y="209740"/>
                </a:moveTo>
                <a:lnTo>
                  <a:pt x="70124" y="206644"/>
                </a:lnTo>
                <a:lnTo>
                  <a:pt x="66290" y="199834"/>
                </a:lnTo>
                <a:lnTo>
                  <a:pt x="63885" y="189595"/>
                </a:lnTo>
                <a:lnTo>
                  <a:pt x="63051" y="176212"/>
                </a:lnTo>
                <a:lnTo>
                  <a:pt x="64742" y="162234"/>
                </a:lnTo>
                <a:lnTo>
                  <a:pt x="69719" y="147828"/>
                </a:lnTo>
                <a:lnTo>
                  <a:pt x="77839" y="133135"/>
                </a:lnTo>
                <a:lnTo>
                  <a:pt x="88959" y="118300"/>
                </a:lnTo>
                <a:lnTo>
                  <a:pt x="100104" y="104036"/>
                </a:lnTo>
                <a:lnTo>
                  <a:pt x="108390" y="91059"/>
                </a:lnTo>
                <a:lnTo>
                  <a:pt x="113820" y="79509"/>
                </a:lnTo>
                <a:lnTo>
                  <a:pt x="116391" y="69532"/>
                </a:lnTo>
                <a:lnTo>
                  <a:pt x="117511" y="59483"/>
                </a:lnTo>
                <a:lnTo>
                  <a:pt x="116201" y="49720"/>
                </a:lnTo>
                <a:lnTo>
                  <a:pt x="90674" y="14859"/>
                </a:lnTo>
                <a:lnTo>
                  <a:pt x="72195" y="10096"/>
                </a:lnTo>
                <a:lnTo>
                  <a:pt x="116556" y="10096"/>
                </a:lnTo>
                <a:lnTo>
                  <a:pt x="145919" y="43053"/>
                </a:lnTo>
                <a:lnTo>
                  <a:pt x="148395" y="69532"/>
                </a:lnTo>
                <a:lnTo>
                  <a:pt x="144609" y="83272"/>
                </a:lnTo>
                <a:lnTo>
                  <a:pt x="137537" y="97155"/>
                </a:lnTo>
                <a:lnTo>
                  <a:pt x="126750" y="111323"/>
                </a:lnTo>
                <a:lnTo>
                  <a:pt x="111819" y="125920"/>
                </a:lnTo>
                <a:lnTo>
                  <a:pt x="97532" y="141589"/>
                </a:lnTo>
                <a:lnTo>
                  <a:pt x="86673" y="160972"/>
                </a:lnTo>
                <a:lnTo>
                  <a:pt x="79244" y="183784"/>
                </a:lnTo>
                <a:lnTo>
                  <a:pt x="75243" y="209740"/>
                </a:lnTo>
                <a:close/>
              </a:path>
              <a:path w="148589" h="294004">
                <a:moveTo>
                  <a:pt x="75243" y="293560"/>
                </a:moveTo>
                <a:lnTo>
                  <a:pt x="66099" y="293560"/>
                </a:lnTo>
                <a:lnTo>
                  <a:pt x="61527" y="292036"/>
                </a:lnTo>
                <a:lnTo>
                  <a:pt x="41668" y="256293"/>
                </a:lnTo>
                <a:lnTo>
                  <a:pt x="43620" y="249555"/>
                </a:lnTo>
                <a:lnTo>
                  <a:pt x="47288" y="244244"/>
                </a:lnTo>
                <a:lnTo>
                  <a:pt x="52383" y="240220"/>
                </a:lnTo>
                <a:lnTo>
                  <a:pt x="60003" y="235648"/>
                </a:lnTo>
                <a:lnTo>
                  <a:pt x="67623" y="232600"/>
                </a:lnTo>
                <a:lnTo>
                  <a:pt x="76767" y="232600"/>
                </a:lnTo>
                <a:lnTo>
                  <a:pt x="102675" y="261556"/>
                </a:lnTo>
                <a:lnTo>
                  <a:pt x="101842" y="269867"/>
                </a:lnTo>
                <a:lnTo>
                  <a:pt x="75243" y="29356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" name="object 24"/>
          <p:cNvSpPr/>
          <p:nvPr/>
        </p:nvSpPr>
        <p:spPr>
          <a:xfrm>
            <a:off x="1751075" y="5123688"/>
            <a:ext cx="155575" cy="155575"/>
          </a:xfrm>
          <a:custGeom>
            <a:avLst/>
            <a:gdLst/>
            <a:ahLst/>
            <a:cxnLst/>
            <a:rect l="l" t="t" r="r" b="b"/>
            <a:pathLst>
              <a:path w="155575" h="155575">
                <a:moveTo>
                  <a:pt x="155448" y="155448"/>
                </a:moveTo>
                <a:lnTo>
                  <a:pt x="0" y="155448"/>
                </a:lnTo>
                <a:lnTo>
                  <a:pt x="0" y="0"/>
                </a:lnTo>
                <a:lnTo>
                  <a:pt x="155448" y="0"/>
                </a:lnTo>
                <a:lnTo>
                  <a:pt x="155448" y="155448"/>
                </a:lnTo>
                <a:close/>
              </a:path>
            </a:pathLst>
          </a:custGeom>
          <a:solidFill>
            <a:srgbClr val="3333C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" name="object 25"/>
          <p:cNvSpPr/>
          <p:nvPr/>
        </p:nvSpPr>
        <p:spPr>
          <a:xfrm>
            <a:off x="2130551" y="4936235"/>
            <a:ext cx="387350" cy="405765"/>
          </a:xfrm>
          <a:custGeom>
            <a:avLst/>
            <a:gdLst/>
            <a:ahLst/>
            <a:cxnLst/>
            <a:rect l="l" t="t" r="r" b="b"/>
            <a:pathLst>
              <a:path w="387350" h="405764">
                <a:moveTo>
                  <a:pt x="383394" y="92964"/>
                </a:moveTo>
                <a:lnTo>
                  <a:pt x="347472" y="92964"/>
                </a:lnTo>
                <a:lnTo>
                  <a:pt x="361188" y="74676"/>
                </a:lnTo>
                <a:lnTo>
                  <a:pt x="383394" y="92964"/>
                </a:lnTo>
                <a:close/>
              </a:path>
              <a:path w="387350" h="405764">
                <a:moveTo>
                  <a:pt x="227076" y="382524"/>
                </a:moveTo>
                <a:lnTo>
                  <a:pt x="227957" y="358497"/>
                </a:lnTo>
                <a:lnTo>
                  <a:pt x="228409" y="338899"/>
                </a:lnTo>
                <a:lnTo>
                  <a:pt x="228482" y="332232"/>
                </a:lnTo>
                <a:lnTo>
                  <a:pt x="228576" y="127254"/>
                </a:lnTo>
                <a:lnTo>
                  <a:pt x="228409" y="111252"/>
                </a:lnTo>
                <a:lnTo>
                  <a:pt x="227957" y="95250"/>
                </a:lnTo>
                <a:lnTo>
                  <a:pt x="227076" y="79247"/>
                </a:lnTo>
                <a:lnTo>
                  <a:pt x="251460" y="92964"/>
                </a:lnTo>
                <a:lnTo>
                  <a:pt x="383394" y="92964"/>
                </a:lnTo>
                <a:lnTo>
                  <a:pt x="387096" y="96011"/>
                </a:lnTo>
                <a:lnTo>
                  <a:pt x="380238" y="102108"/>
                </a:lnTo>
                <a:lnTo>
                  <a:pt x="251460" y="102108"/>
                </a:lnTo>
                <a:lnTo>
                  <a:pt x="251460" y="321564"/>
                </a:lnTo>
                <a:lnTo>
                  <a:pt x="373510" y="321564"/>
                </a:lnTo>
                <a:lnTo>
                  <a:pt x="373570" y="326707"/>
                </a:lnTo>
                <a:lnTo>
                  <a:pt x="373725" y="332232"/>
                </a:lnTo>
                <a:lnTo>
                  <a:pt x="251460" y="332232"/>
                </a:lnTo>
                <a:lnTo>
                  <a:pt x="251460" y="370332"/>
                </a:lnTo>
                <a:lnTo>
                  <a:pt x="227076" y="382524"/>
                </a:lnTo>
                <a:close/>
              </a:path>
              <a:path w="387350" h="405764">
                <a:moveTo>
                  <a:pt x="373510" y="321564"/>
                </a:moveTo>
                <a:lnTo>
                  <a:pt x="350520" y="321564"/>
                </a:lnTo>
                <a:lnTo>
                  <a:pt x="350520" y="102108"/>
                </a:lnTo>
                <a:lnTo>
                  <a:pt x="380238" y="102108"/>
                </a:lnTo>
                <a:lnTo>
                  <a:pt x="373380" y="108204"/>
                </a:lnTo>
                <a:lnTo>
                  <a:pt x="373403" y="312539"/>
                </a:lnTo>
                <a:lnTo>
                  <a:pt x="373510" y="321564"/>
                </a:lnTo>
                <a:close/>
              </a:path>
              <a:path w="387350" h="405764">
                <a:moveTo>
                  <a:pt x="350520" y="371856"/>
                </a:moveTo>
                <a:lnTo>
                  <a:pt x="350520" y="332232"/>
                </a:lnTo>
                <a:lnTo>
                  <a:pt x="373725" y="332232"/>
                </a:lnTo>
                <a:lnTo>
                  <a:pt x="374022" y="342876"/>
                </a:lnTo>
                <a:lnTo>
                  <a:pt x="374904" y="361188"/>
                </a:lnTo>
                <a:lnTo>
                  <a:pt x="350520" y="371856"/>
                </a:lnTo>
                <a:close/>
              </a:path>
              <a:path w="387350" h="405764">
                <a:moveTo>
                  <a:pt x="97536" y="108204"/>
                </a:moveTo>
                <a:lnTo>
                  <a:pt x="73152" y="108204"/>
                </a:lnTo>
                <a:lnTo>
                  <a:pt x="78533" y="76509"/>
                </a:lnTo>
                <a:lnTo>
                  <a:pt x="83058" y="47815"/>
                </a:lnTo>
                <a:lnTo>
                  <a:pt x="86439" y="22264"/>
                </a:lnTo>
                <a:lnTo>
                  <a:pt x="88392" y="0"/>
                </a:lnTo>
                <a:lnTo>
                  <a:pt x="129540" y="19811"/>
                </a:lnTo>
                <a:lnTo>
                  <a:pt x="114300" y="30480"/>
                </a:lnTo>
                <a:lnTo>
                  <a:pt x="110609" y="45624"/>
                </a:lnTo>
                <a:lnTo>
                  <a:pt x="106489" y="63627"/>
                </a:lnTo>
                <a:lnTo>
                  <a:pt x="102084" y="84486"/>
                </a:lnTo>
                <a:lnTo>
                  <a:pt x="97536" y="108204"/>
                </a:lnTo>
                <a:close/>
              </a:path>
              <a:path w="387350" h="405764">
                <a:moveTo>
                  <a:pt x="16764" y="123444"/>
                </a:moveTo>
                <a:lnTo>
                  <a:pt x="1524" y="108204"/>
                </a:lnTo>
                <a:lnTo>
                  <a:pt x="163068" y="108204"/>
                </a:lnTo>
                <a:lnTo>
                  <a:pt x="173736" y="88392"/>
                </a:lnTo>
                <a:lnTo>
                  <a:pt x="202692" y="109728"/>
                </a:lnTo>
                <a:lnTo>
                  <a:pt x="192405" y="118871"/>
                </a:lnTo>
                <a:lnTo>
                  <a:pt x="59436" y="118871"/>
                </a:lnTo>
                <a:lnTo>
                  <a:pt x="48267" y="119157"/>
                </a:lnTo>
                <a:lnTo>
                  <a:pt x="37528" y="120015"/>
                </a:lnTo>
                <a:lnTo>
                  <a:pt x="27074" y="121443"/>
                </a:lnTo>
                <a:lnTo>
                  <a:pt x="16764" y="123444"/>
                </a:lnTo>
                <a:close/>
              </a:path>
              <a:path w="387350" h="405764">
                <a:moveTo>
                  <a:pt x="3048" y="405384"/>
                </a:moveTo>
                <a:lnTo>
                  <a:pt x="0" y="399288"/>
                </a:lnTo>
                <a:lnTo>
                  <a:pt x="39409" y="380452"/>
                </a:lnTo>
                <a:lnTo>
                  <a:pt x="72961" y="358330"/>
                </a:lnTo>
                <a:lnTo>
                  <a:pt x="100512" y="333065"/>
                </a:lnTo>
                <a:lnTo>
                  <a:pt x="121920" y="304800"/>
                </a:lnTo>
                <a:lnTo>
                  <a:pt x="96797" y="294251"/>
                </a:lnTo>
                <a:lnTo>
                  <a:pt x="74104" y="285559"/>
                </a:lnTo>
                <a:lnTo>
                  <a:pt x="53982" y="278868"/>
                </a:lnTo>
                <a:lnTo>
                  <a:pt x="36576" y="274320"/>
                </a:lnTo>
                <a:lnTo>
                  <a:pt x="43981" y="244887"/>
                </a:lnTo>
                <a:lnTo>
                  <a:pt x="52387" y="209169"/>
                </a:lnTo>
                <a:lnTo>
                  <a:pt x="61650" y="167163"/>
                </a:lnTo>
                <a:lnTo>
                  <a:pt x="71628" y="118871"/>
                </a:lnTo>
                <a:lnTo>
                  <a:pt x="96012" y="118871"/>
                </a:lnTo>
                <a:lnTo>
                  <a:pt x="88820" y="148018"/>
                </a:lnTo>
                <a:lnTo>
                  <a:pt x="80772" y="182880"/>
                </a:lnTo>
                <a:lnTo>
                  <a:pt x="71580" y="223456"/>
                </a:lnTo>
                <a:lnTo>
                  <a:pt x="60960" y="269748"/>
                </a:lnTo>
                <a:lnTo>
                  <a:pt x="71223" y="271986"/>
                </a:lnTo>
                <a:lnTo>
                  <a:pt x="85915" y="276225"/>
                </a:lnTo>
                <a:lnTo>
                  <a:pt x="128016" y="289560"/>
                </a:lnTo>
                <a:lnTo>
                  <a:pt x="152917" y="289560"/>
                </a:lnTo>
                <a:lnTo>
                  <a:pt x="150876" y="295656"/>
                </a:lnTo>
                <a:lnTo>
                  <a:pt x="169425" y="304276"/>
                </a:lnTo>
                <a:lnTo>
                  <a:pt x="183832" y="312039"/>
                </a:lnTo>
                <a:lnTo>
                  <a:pt x="188658" y="315468"/>
                </a:lnTo>
                <a:lnTo>
                  <a:pt x="140208" y="315468"/>
                </a:lnTo>
                <a:lnTo>
                  <a:pt x="112776" y="345162"/>
                </a:lnTo>
                <a:lnTo>
                  <a:pt x="80772" y="370141"/>
                </a:lnTo>
                <a:lnTo>
                  <a:pt x="44196" y="390263"/>
                </a:lnTo>
                <a:lnTo>
                  <a:pt x="3048" y="405384"/>
                </a:lnTo>
                <a:close/>
              </a:path>
              <a:path w="387350" h="405764">
                <a:moveTo>
                  <a:pt x="152917" y="289560"/>
                </a:moveTo>
                <a:lnTo>
                  <a:pt x="128016" y="289560"/>
                </a:lnTo>
                <a:lnTo>
                  <a:pt x="138017" y="259032"/>
                </a:lnTo>
                <a:lnTo>
                  <a:pt x="147447" y="220218"/>
                </a:lnTo>
                <a:lnTo>
                  <a:pt x="156305" y="173402"/>
                </a:lnTo>
                <a:lnTo>
                  <a:pt x="164592" y="118871"/>
                </a:lnTo>
                <a:lnTo>
                  <a:pt x="192405" y="118871"/>
                </a:lnTo>
                <a:lnTo>
                  <a:pt x="188976" y="121920"/>
                </a:lnTo>
                <a:lnTo>
                  <a:pt x="180451" y="178212"/>
                </a:lnTo>
                <a:lnTo>
                  <a:pt x="171069" y="225933"/>
                </a:lnTo>
                <a:lnTo>
                  <a:pt x="161115" y="265080"/>
                </a:lnTo>
                <a:lnTo>
                  <a:pt x="152917" y="289560"/>
                </a:lnTo>
                <a:close/>
              </a:path>
              <a:path w="387350" h="405764">
                <a:moveTo>
                  <a:pt x="201168" y="361188"/>
                </a:moveTo>
                <a:lnTo>
                  <a:pt x="195072" y="361188"/>
                </a:lnTo>
                <a:lnTo>
                  <a:pt x="190500" y="359664"/>
                </a:lnTo>
                <a:lnTo>
                  <a:pt x="185928" y="353568"/>
                </a:lnTo>
                <a:lnTo>
                  <a:pt x="177927" y="344400"/>
                </a:lnTo>
                <a:lnTo>
                  <a:pt x="167640" y="335089"/>
                </a:lnTo>
                <a:lnTo>
                  <a:pt x="155067" y="325493"/>
                </a:lnTo>
                <a:lnTo>
                  <a:pt x="140208" y="315468"/>
                </a:lnTo>
                <a:lnTo>
                  <a:pt x="188658" y="315468"/>
                </a:lnTo>
                <a:lnTo>
                  <a:pt x="204750" y="344400"/>
                </a:lnTo>
                <a:lnTo>
                  <a:pt x="204749" y="345162"/>
                </a:lnTo>
                <a:lnTo>
                  <a:pt x="204216" y="350520"/>
                </a:lnTo>
                <a:lnTo>
                  <a:pt x="202692" y="358140"/>
                </a:lnTo>
                <a:lnTo>
                  <a:pt x="201168" y="36118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" name="object 26"/>
          <p:cNvSpPr/>
          <p:nvPr/>
        </p:nvSpPr>
        <p:spPr>
          <a:xfrm>
            <a:off x="2575560" y="4933200"/>
            <a:ext cx="1731645" cy="410209"/>
          </a:xfrm>
          <a:custGeom>
            <a:avLst/>
            <a:gdLst/>
            <a:ahLst/>
            <a:cxnLst/>
            <a:rect l="l" t="t" r="r" b="b"/>
            <a:pathLst>
              <a:path w="1731645" h="410210">
                <a:moveTo>
                  <a:pt x="135636" y="27419"/>
                </a:moveTo>
                <a:lnTo>
                  <a:pt x="99060" y="3035"/>
                </a:lnTo>
                <a:lnTo>
                  <a:pt x="94500" y="19875"/>
                </a:lnTo>
                <a:lnTo>
                  <a:pt x="87820" y="40563"/>
                </a:lnTo>
                <a:lnTo>
                  <a:pt x="68580" y="92951"/>
                </a:lnTo>
                <a:lnTo>
                  <a:pt x="40576" y="153530"/>
                </a:lnTo>
                <a:lnTo>
                  <a:pt x="0" y="216395"/>
                </a:lnTo>
                <a:lnTo>
                  <a:pt x="3048" y="222491"/>
                </a:lnTo>
                <a:lnTo>
                  <a:pt x="22212" y="203352"/>
                </a:lnTo>
                <a:lnTo>
                  <a:pt x="38671" y="184772"/>
                </a:lnTo>
                <a:lnTo>
                  <a:pt x="52552" y="166776"/>
                </a:lnTo>
                <a:lnTo>
                  <a:pt x="64008" y="149339"/>
                </a:lnTo>
                <a:lnTo>
                  <a:pt x="63893" y="323075"/>
                </a:lnTo>
                <a:lnTo>
                  <a:pt x="63817" y="335648"/>
                </a:lnTo>
                <a:lnTo>
                  <a:pt x="63360" y="369138"/>
                </a:lnTo>
                <a:lnTo>
                  <a:pt x="62484" y="408419"/>
                </a:lnTo>
                <a:lnTo>
                  <a:pt x="88392" y="394703"/>
                </a:lnTo>
                <a:lnTo>
                  <a:pt x="86880" y="341985"/>
                </a:lnTo>
                <a:lnTo>
                  <a:pt x="86868" y="149339"/>
                </a:lnTo>
                <a:lnTo>
                  <a:pt x="86868" y="140195"/>
                </a:lnTo>
                <a:lnTo>
                  <a:pt x="100584" y="129527"/>
                </a:lnTo>
                <a:lnTo>
                  <a:pt x="80772" y="117335"/>
                </a:lnTo>
                <a:lnTo>
                  <a:pt x="89319" y="99606"/>
                </a:lnTo>
                <a:lnTo>
                  <a:pt x="98869" y="80568"/>
                </a:lnTo>
                <a:lnTo>
                  <a:pt x="109270" y="60121"/>
                </a:lnTo>
                <a:lnTo>
                  <a:pt x="120396" y="38087"/>
                </a:lnTo>
                <a:lnTo>
                  <a:pt x="135636" y="27419"/>
                </a:lnTo>
                <a:close/>
              </a:path>
              <a:path w="1731645" h="410210">
                <a:moveTo>
                  <a:pt x="278892" y="146291"/>
                </a:moveTo>
                <a:lnTo>
                  <a:pt x="271043" y="140195"/>
                </a:lnTo>
                <a:lnTo>
                  <a:pt x="251460" y="124955"/>
                </a:lnTo>
                <a:lnTo>
                  <a:pt x="240792" y="138290"/>
                </a:lnTo>
                <a:lnTo>
                  <a:pt x="240792" y="150863"/>
                </a:lnTo>
                <a:lnTo>
                  <a:pt x="240792" y="251447"/>
                </a:lnTo>
                <a:lnTo>
                  <a:pt x="166116" y="251447"/>
                </a:lnTo>
                <a:lnTo>
                  <a:pt x="166116" y="150863"/>
                </a:lnTo>
                <a:lnTo>
                  <a:pt x="240792" y="150863"/>
                </a:lnTo>
                <a:lnTo>
                  <a:pt x="240792" y="138290"/>
                </a:lnTo>
                <a:lnTo>
                  <a:pt x="239268" y="140195"/>
                </a:lnTo>
                <a:lnTo>
                  <a:pt x="166116" y="140195"/>
                </a:lnTo>
                <a:lnTo>
                  <a:pt x="141732" y="126479"/>
                </a:lnTo>
                <a:lnTo>
                  <a:pt x="142748" y="146291"/>
                </a:lnTo>
                <a:lnTo>
                  <a:pt x="143827" y="170103"/>
                </a:lnTo>
                <a:lnTo>
                  <a:pt x="144513" y="192278"/>
                </a:lnTo>
                <a:lnTo>
                  <a:pt x="144780" y="214871"/>
                </a:lnTo>
                <a:lnTo>
                  <a:pt x="144513" y="236588"/>
                </a:lnTo>
                <a:lnTo>
                  <a:pt x="143827" y="258305"/>
                </a:lnTo>
                <a:lnTo>
                  <a:pt x="142849" y="280022"/>
                </a:lnTo>
                <a:lnTo>
                  <a:pt x="141732" y="301739"/>
                </a:lnTo>
                <a:lnTo>
                  <a:pt x="166116" y="292595"/>
                </a:lnTo>
                <a:lnTo>
                  <a:pt x="166116" y="262115"/>
                </a:lnTo>
                <a:lnTo>
                  <a:pt x="240792" y="262115"/>
                </a:lnTo>
                <a:lnTo>
                  <a:pt x="240792" y="288023"/>
                </a:lnTo>
                <a:lnTo>
                  <a:pt x="266700" y="275831"/>
                </a:lnTo>
                <a:lnTo>
                  <a:pt x="266458" y="263029"/>
                </a:lnTo>
                <a:lnTo>
                  <a:pt x="266420" y="262115"/>
                </a:lnTo>
                <a:lnTo>
                  <a:pt x="265988" y="251447"/>
                </a:lnTo>
                <a:lnTo>
                  <a:pt x="265404" y="236829"/>
                </a:lnTo>
                <a:lnTo>
                  <a:pt x="265176" y="224015"/>
                </a:lnTo>
                <a:lnTo>
                  <a:pt x="265176" y="156959"/>
                </a:lnTo>
                <a:lnTo>
                  <a:pt x="273011" y="150863"/>
                </a:lnTo>
                <a:lnTo>
                  <a:pt x="278892" y="146291"/>
                </a:lnTo>
                <a:close/>
              </a:path>
              <a:path w="1731645" h="410210">
                <a:moveTo>
                  <a:pt x="402336" y="67043"/>
                </a:moveTo>
                <a:lnTo>
                  <a:pt x="371856" y="36563"/>
                </a:lnTo>
                <a:lnTo>
                  <a:pt x="350520" y="57899"/>
                </a:lnTo>
                <a:lnTo>
                  <a:pt x="126492" y="57899"/>
                </a:lnTo>
                <a:lnTo>
                  <a:pt x="141732" y="73139"/>
                </a:lnTo>
                <a:lnTo>
                  <a:pt x="152031" y="70904"/>
                </a:lnTo>
                <a:lnTo>
                  <a:pt x="162496" y="68948"/>
                </a:lnTo>
                <a:lnTo>
                  <a:pt x="173228" y="67576"/>
                </a:lnTo>
                <a:lnTo>
                  <a:pt x="184404" y="67043"/>
                </a:lnTo>
                <a:lnTo>
                  <a:pt x="320040" y="67043"/>
                </a:lnTo>
                <a:lnTo>
                  <a:pt x="320040" y="362699"/>
                </a:lnTo>
                <a:lnTo>
                  <a:pt x="313944" y="368795"/>
                </a:lnTo>
                <a:lnTo>
                  <a:pt x="303276" y="368795"/>
                </a:lnTo>
                <a:lnTo>
                  <a:pt x="294716" y="369138"/>
                </a:lnTo>
                <a:lnTo>
                  <a:pt x="282892" y="368033"/>
                </a:lnTo>
                <a:lnTo>
                  <a:pt x="267906" y="365798"/>
                </a:lnTo>
                <a:lnTo>
                  <a:pt x="249936" y="362699"/>
                </a:lnTo>
                <a:lnTo>
                  <a:pt x="248412" y="370319"/>
                </a:lnTo>
                <a:lnTo>
                  <a:pt x="272694" y="378853"/>
                </a:lnTo>
                <a:lnTo>
                  <a:pt x="290703" y="388226"/>
                </a:lnTo>
                <a:lnTo>
                  <a:pt x="302412" y="398183"/>
                </a:lnTo>
                <a:lnTo>
                  <a:pt x="307848" y="408419"/>
                </a:lnTo>
                <a:lnTo>
                  <a:pt x="323824" y="399567"/>
                </a:lnTo>
                <a:lnTo>
                  <a:pt x="335089" y="388988"/>
                </a:lnTo>
                <a:lnTo>
                  <a:pt x="341490" y="376707"/>
                </a:lnTo>
                <a:lnTo>
                  <a:pt x="342252" y="369138"/>
                </a:lnTo>
                <a:lnTo>
                  <a:pt x="342900" y="362699"/>
                </a:lnTo>
                <a:lnTo>
                  <a:pt x="342900" y="67043"/>
                </a:lnTo>
                <a:lnTo>
                  <a:pt x="402336" y="67043"/>
                </a:lnTo>
                <a:close/>
              </a:path>
              <a:path w="1731645" h="410210">
                <a:moveTo>
                  <a:pt x="844283" y="381000"/>
                </a:moveTo>
                <a:lnTo>
                  <a:pt x="809231" y="342900"/>
                </a:lnTo>
                <a:lnTo>
                  <a:pt x="781799" y="370332"/>
                </a:lnTo>
                <a:lnTo>
                  <a:pt x="656831" y="370332"/>
                </a:lnTo>
                <a:lnTo>
                  <a:pt x="656831" y="245364"/>
                </a:lnTo>
                <a:lnTo>
                  <a:pt x="793991" y="245364"/>
                </a:lnTo>
                <a:lnTo>
                  <a:pt x="761987" y="208788"/>
                </a:lnTo>
                <a:lnTo>
                  <a:pt x="734555" y="234696"/>
                </a:lnTo>
                <a:lnTo>
                  <a:pt x="656831" y="234696"/>
                </a:lnTo>
                <a:lnTo>
                  <a:pt x="656831" y="126492"/>
                </a:lnTo>
                <a:lnTo>
                  <a:pt x="815327" y="126492"/>
                </a:lnTo>
                <a:lnTo>
                  <a:pt x="781799" y="89916"/>
                </a:lnTo>
                <a:lnTo>
                  <a:pt x="755891" y="115824"/>
                </a:lnTo>
                <a:lnTo>
                  <a:pt x="656831" y="115824"/>
                </a:lnTo>
                <a:lnTo>
                  <a:pt x="656831" y="28956"/>
                </a:lnTo>
                <a:lnTo>
                  <a:pt x="670547" y="16764"/>
                </a:lnTo>
                <a:lnTo>
                  <a:pt x="629399" y="0"/>
                </a:lnTo>
                <a:lnTo>
                  <a:pt x="629640" y="20878"/>
                </a:lnTo>
                <a:lnTo>
                  <a:pt x="630694" y="78651"/>
                </a:lnTo>
                <a:lnTo>
                  <a:pt x="630923" y="115824"/>
                </a:lnTo>
                <a:lnTo>
                  <a:pt x="528815" y="115824"/>
                </a:lnTo>
                <a:lnTo>
                  <a:pt x="539965" y="91249"/>
                </a:lnTo>
                <a:lnTo>
                  <a:pt x="550532" y="72390"/>
                </a:lnTo>
                <a:lnTo>
                  <a:pt x="560539" y="59245"/>
                </a:lnTo>
                <a:lnTo>
                  <a:pt x="569963" y="51816"/>
                </a:lnTo>
                <a:lnTo>
                  <a:pt x="530339" y="28956"/>
                </a:lnTo>
                <a:lnTo>
                  <a:pt x="516623" y="78105"/>
                </a:lnTo>
                <a:lnTo>
                  <a:pt x="498335" y="129540"/>
                </a:lnTo>
                <a:lnTo>
                  <a:pt x="475475" y="181927"/>
                </a:lnTo>
                <a:lnTo>
                  <a:pt x="448043" y="228600"/>
                </a:lnTo>
                <a:lnTo>
                  <a:pt x="454139" y="233172"/>
                </a:lnTo>
                <a:lnTo>
                  <a:pt x="469811" y="214566"/>
                </a:lnTo>
                <a:lnTo>
                  <a:pt x="486905" y="190690"/>
                </a:lnTo>
                <a:lnTo>
                  <a:pt x="505155" y="161366"/>
                </a:lnTo>
                <a:lnTo>
                  <a:pt x="524243" y="126492"/>
                </a:lnTo>
                <a:lnTo>
                  <a:pt x="630923" y="126492"/>
                </a:lnTo>
                <a:lnTo>
                  <a:pt x="630923" y="234696"/>
                </a:lnTo>
                <a:lnTo>
                  <a:pt x="507479" y="234696"/>
                </a:lnTo>
                <a:lnTo>
                  <a:pt x="522719" y="249936"/>
                </a:lnTo>
                <a:lnTo>
                  <a:pt x="533006" y="247929"/>
                </a:lnTo>
                <a:lnTo>
                  <a:pt x="543293" y="246507"/>
                </a:lnTo>
                <a:lnTo>
                  <a:pt x="553580" y="245643"/>
                </a:lnTo>
                <a:lnTo>
                  <a:pt x="563867" y="245364"/>
                </a:lnTo>
                <a:lnTo>
                  <a:pt x="630923" y="245364"/>
                </a:lnTo>
                <a:lnTo>
                  <a:pt x="630923" y="370332"/>
                </a:lnTo>
                <a:lnTo>
                  <a:pt x="441947" y="370332"/>
                </a:lnTo>
                <a:lnTo>
                  <a:pt x="457187" y="385572"/>
                </a:lnTo>
                <a:lnTo>
                  <a:pt x="466623" y="383565"/>
                </a:lnTo>
                <a:lnTo>
                  <a:pt x="476618" y="382143"/>
                </a:lnTo>
                <a:lnTo>
                  <a:pt x="487197" y="381279"/>
                </a:lnTo>
                <a:lnTo>
                  <a:pt x="498335" y="381000"/>
                </a:lnTo>
                <a:lnTo>
                  <a:pt x="844283" y="381000"/>
                </a:lnTo>
                <a:close/>
              </a:path>
              <a:path w="1731645" h="410210">
                <a:moveTo>
                  <a:pt x="1224051" y="61341"/>
                </a:moveTo>
                <a:lnTo>
                  <a:pt x="1196517" y="30480"/>
                </a:lnTo>
                <a:lnTo>
                  <a:pt x="1165847" y="12192"/>
                </a:lnTo>
                <a:lnTo>
                  <a:pt x="1161275" y="16764"/>
                </a:lnTo>
                <a:lnTo>
                  <a:pt x="1174445" y="33921"/>
                </a:lnTo>
                <a:lnTo>
                  <a:pt x="1184325" y="48958"/>
                </a:lnTo>
                <a:lnTo>
                  <a:pt x="1191069" y="61976"/>
                </a:lnTo>
                <a:lnTo>
                  <a:pt x="1197851" y="82296"/>
                </a:lnTo>
                <a:lnTo>
                  <a:pt x="1200899" y="86868"/>
                </a:lnTo>
                <a:lnTo>
                  <a:pt x="1206995" y="86868"/>
                </a:lnTo>
                <a:lnTo>
                  <a:pt x="1210043" y="85344"/>
                </a:lnTo>
                <a:lnTo>
                  <a:pt x="1219187" y="79248"/>
                </a:lnTo>
                <a:lnTo>
                  <a:pt x="1222235" y="74676"/>
                </a:lnTo>
                <a:lnTo>
                  <a:pt x="1223759" y="67056"/>
                </a:lnTo>
                <a:lnTo>
                  <a:pt x="1224051" y="61341"/>
                </a:lnTo>
                <a:close/>
              </a:path>
              <a:path w="1731645" h="410210">
                <a:moveTo>
                  <a:pt x="1287767" y="396240"/>
                </a:moveTo>
                <a:lnTo>
                  <a:pt x="1287703" y="393001"/>
                </a:lnTo>
                <a:lnTo>
                  <a:pt x="1286243" y="388620"/>
                </a:lnTo>
                <a:lnTo>
                  <a:pt x="1282242" y="381254"/>
                </a:lnTo>
                <a:lnTo>
                  <a:pt x="1279385" y="373189"/>
                </a:lnTo>
                <a:lnTo>
                  <a:pt x="1277670" y="364820"/>
                </a:lnTo>
                <a:lnTo>
                  <a:pt x="1277213" y="358140"/>
                </a:lnTo>
                <a:lnTo>
                  <a:pt x="1277137" y="356044"/>
                </a:lnTo>
                <a:lnTo>
                  <a:pt x="1277658" y="345198"/>
                </a:lnTo>
                <a:lnTo>
                  <a:pt x="1279194" y="329374"/>
                </a:lnTo>
                <a:lnTo>
                  <a:pt x="1281607" y="309245"/>
                </a:lnTo>
                <a:lnTo>
                  <a:pt x="1284719" y="284988"/>
                </a:lnTo>
                <a:lnTo>
                  <a:pt x="1277099" y="283464"/>
                </a:lnTo>
                <a:lnTo>
                  <a:pt x="1255763" y="358140"/>
                </a:lnTo>
                <a:lnTo>
                  <a:pt x="1236357" y="347535"/>
                </a:lnTo>
                <a:lnTo>
                  <a:pt x="1217091" y="333946"/>
                </a:lnTo>
                <a:lnTo>
                  <a:pt x="1199603" y="318516"/>
                </a:lnTo>
                <a:lnTo>
                  <a:pt x="1198118" y="317195"/>
                </a:lnTo>
                <a:lnTo>
                  <a:pt x="1179563" y="297180"/>
                </a:lnTo>
                <a:lnTo>
                  <a:pt x="1195349" y="272796"/>
                </a:lnTo>
                <a:lnTo>
                  <a:pt x="1210614" y="245554"/>
                </a:lnTo>
                <a:lnTo>
                  <a:pt x="1225651" y="215087"/>
                </a:lnTo>
                <a:lnTo>
                  <a:pt x="1240523" y="181356"/>
                </a:lnTo>
                <a:lnTo>
                  <a:pt x="1255763" y="172212"/>
                </a:lnTo>
                <a:lnTo>
                  <a:pt x="1219187" y="144780"/>
                </a:lnTo>
                <a:lnTo>
                  <a:pt x="1212329" y="164795"/>
                </a:lnTo>
                <a:lnTo>
                  <a:pt x="1205471" y="183832"/>
                </a:lnTo>
                <a:lnTo>
                  <a:pt x="1191755" y="219456"/>
                </a:lnTo>
                <a:lnTo>
                  <a:pt x="1171181" y="261670"/>
                </a:lnTo>
                <a:lnTo>
                  <a:pt x="1164323" y="272796"/>
                </a:lnTo>
                <a:lnTo>
                  <a:pt x="1152613" y="244767"/>
                </a:lnTo>
                <a:lnTo>
                  <a:pt x="1142606" y="208597"/>
                </a:lnTo>
                <a:lnTo>
                  <a:pt x="1134325" y="164134"/>
                </a:lnTo>
                <a:lnTo>
                  <a:pt x="1127747" y="111252"/>
                </a:lnTo>
                <a:lnTo>
                  <a:pt x="1281671" y="111252"/>
                </a:lnTo>
                <a:lnTo>
                  <a:pt x="1271473" y="100584"/>
                </a:lnTo>
                <a:lnTo>
                  <a:pt x="1248143" y="76200"/>
                </a:lnTo>
                <a:lnTo>
                  <a:pt x="1223759" y="100584"/>
                </a:lnTo>
                <a:lnTo>
                  <a:pt x="1127747" y="100584"/>
                </a:lnTo>
                <a:lnTo>
                  <a:pt x="1125994" y="83743"/>
                </a:lnTo>
                <a:lnTo>
                  <a:pt x="1125080" y="67627"/>
                </a:lnTo>
                <a:lnTo>
                  <a:pt x="1124826" y="55626"/>
                </a:lnTo>
                <a:lnTo>
                  <a:pt x="1124699" y="38100"/>
                </a:lnTo>
                <a:lnTo>
                  <a:pt x="1136891" y="24384"/>
                </a:lnTo>
                <a:lnTo>
                  <a:pt x="1091171" y="6096"/>
                </a:lnTo>
                <a:lnTo>
                  <a:pt x="1093254" y="25781"/>
                </a:lnTo>
                <a:lnTo>
                  <a:pt x="1095171" y="48196"/>
                </a:lnTo>
                <a:lnTo>
                  <a:pt x="1097394" y="73164"/>
                </a:lnTo>
                <a:lnTo>
                  <a:pt x="1100315" y="100584"/>
                </a:lnTo>
                <a:lnTo>
                  <a:pt x="966203" y="100584"/>
                </a:lnTo>
                <a:lnTo>
                  <a:pt x="934199" y="85344"/>
                </a:lnTo>
                <a:lnTo>
                  <a:pt x="935329" y="99644"/>
                </a:lnTo>
                <a:lnTo>
                  <a:pt x="936294" y="115252"/>
                </a:lnTo>
                <a:lnTo>
                  <a:pt x="936993" y="132270"/>
                </a:lnTo>
                <a:lnTo>
                  <a:pt x="937171" y="144780"/>
                </a:lnTo>
                <a:lnTo>
                  <a:pt x="937082" y="164795"/>
                </a:lnTo>
                <a:lnTo>
                  <a:pt x="934199" y="263652"/>
                </a:lnTo>
                <a:lnTo>
                  <a:pt x="920673" y="334518"/>
                </a:lnTo>
                <a:lnTo>
                  <a:pt x="885431" y="400812"/>
                </a:lnTo>
                <a:lnTo>
                  <a:pt x="890003" y="406908"/>
                </a:lnTo>
                <a:lnTo>
                  <a:pt x="919441" y="372872"/>
                </a:lnTo>
                <a:lnTo>
                  <a:pt x="941438" y="327850"/>
                </a:lnTo>
                <a:lnTo>
                  <a:pt x="956017" y="271665"/>
                </a:lnTo>
                <a:lnTo>
                  <a:pt x="963155" y="204216"/>
                </a:lnTo>
                <a:lnTo>
                  <a:pt x="1043927" y="204216"/>
                </a:lnTo>
                <a:lnTo>
                  <a:pt x="1042555" y="243090"/>
                </a:lnTo>
                <a:lnTo>
                  <a:pt x="1039215" y="294005"/>
                </a:lnTo>
                <a:lnTo>
                  <a:pt x="1030211" y="323088"/>
                </a:lnTo>
                <a:lnTo>
                  <a:pt x="1021067" y="321564"/>
                </a:lnTo>
                <a:lnTo>
                  <a:pt x="1002779" y="318897"/>
                </a:lnTo>
                <a:lnTo>
                  <a:pt x="990206" y="316839"/>
                </a:lnTo>
                <a:lnTo>
                  <a:pt x="975347" y="313944"/>
                </a:lnTo>
                <a:lnTo>
                  <a:pt x="975347" y="321564"/>
                </a:lnTo>
                <a:lnTo>
                  <a:pt x="993635" y="330111"/>
                </a:lnTo>
                <a:lnTo>
                  <a:pt x="1007351" y="339661"/>
                </a:lnTo>
                <a:lnTo>
                  <a:pt x="1016495" y="350062"/>
                </a:lnTo>
                <a:lnTo>
                  <a:pt x="1021067" y="361188"/>
                </a:lnTo>
                <a:lnTo>
                  <a:pt x="1032522" y="356044"/>
                </a:lnTo>
                <a:lnTo>
                  <a:pt x="1057998" y="323088"/>
                </a:lnTo>
                <a:lnTo>
                  <a:pt x="1065745" y="260235"/>
                </a:lnTo>
                <a:lnTo>
                  <a:pt x="1068311" y="213360"/>
                </a:lnTo>
                <a:lnTo>
                  <a:pt x="1079741" y="204216"/>
                </a:lnTo>
                <a:lnTo>
                  <a:pt x="1083551" y="201168"/>
                </a:lnTo>
                <a:lnTo>
                  <a:pt x="1077074" y="195072"/>
                </a:lnTo>
                <a:lnTo>
                  <a:pt x="1057643" y="176784"/>
                </a:lnTo>
                <a:lnTo>
                  <a:pt x="1042403" y="195072"/>
                </a:lnTo>
                <a:lnTo>
                  <a:pt x="963155" y="195072"/>
                </a:lnTo>
                <a:lnTo>
                  <a:pt x="964679" y="111252"/>
                </a:lnTo>
                <a:lnTo>
                  <a:pt x="1101839" y="111252"/>
                </a:lnTo>
                <a:lnTo>
                  <a:pt x="1108125" y="169252"/>
                </a:lnTo>
                <a:lnTo>
                  <a:pt x="1117841" y="219837"/>
                </a:lnTo>
                <a:lnTo>
                  <a:pt x="1130985" y="262978"/>
                </a:lnTo>
                <a:lnTo>
                  <a:pt x="1147559" y="298704"/>
                </a:lnTo>
                <a:lnTo>
                  <a:pt x="1127036" y="323557"/>
                </a:lnTo>
                <a:lnTo>
                  <a:pt x="1102220" y="347853"/>
                </a:lnTo>
                <a:lnTo>
                  <a:pt x="1073416" y="371563"/>
                </a:lnTo>
                <a:lnTo>
                  <a:pt x="1040879" y="394716"/>
                </a:lnTo>
                <a:lnTo>
                  <a:pt x="1042403" y="400812"/>
                </a:lnTo>
                <a:lnTo>
                  <a:pt x="1073835" y="385381"/>
                </a:lnTo>
                <a:lnTo>
                  <a:pt x="1104125" y="366522"/>
                </a:lnTo>
                <a:lnTo>
                  <a:pt x="1133271" y="344233"/>
                </a:lnTo>
                <a:lnTo>
                  <a:pt x="1161275" y="318516"/>
                </a:lnTo>
                <a:lnTo>
                  <a:pt x="1182192" y="342468"/>
                </a:lnTo>
                <a:lnTo>
                  <a:pt x="1220000" y="375513"/>
                </a:lnTo>
                <a:lnTo>
                  <a:pt x="1264716" y="393001"/>
                </a:lnTo>
                <a:lnTo>
                  <a:pt x="1281671" y="396240"/>
                </a:lnTo>
                <a:lnTo>
                  <a:pt x="1287767" y="396240"/>
                </a:lnTo>
                <a:close/>
              </a:path>
              <a:path w="1731645" h="410210">
                <a:moveTo>
                  <a:pt x="1501140" y="141719"/>
                </a:moveTo>
                <a:lnTo>
                  <a:pt x="1472184" y="111239"/>
                </a:lnTo>
                <a:lnTo>
                  <a:pt x="1450848" y="132575"/>
                </a:lnTo>
                <a:lnTo>
                  <a:pt x="1437132" y="132575"/>
                </a:lnTo>
                <a:lnTo>
                  <a:pt x="1437132" y="53327"/>
                </a:lnTo>
                <a:lnTo>
                  <a:pt x="1437132" y="50279"/>
                </a:lnTo>
                <a:lnTo>
                  <a:pt x="1455420" y="46266"/>
                </a:lnTo>
                <a:lnTo>
                  <a:pt x="1471422" y="43230"/>
                </a:lnTo>
                <a:lnTo>
                  <a:pt x="1485138" y="41071"/>
                </a:lnTo>
                <a:lnTo>
                  <a:pt x="1496568" y="39611"/>
                </a:lnTo>
                <a:lnTo>
                  <a:pt x="1470660" y="12179"/>
                </a:lnTo>
                <a:lnTo>
                  <a:pt x="1428648" y="34467"/>
                </a:lnTo>
                <a:lnTo>
                  <a:pt x="1374838" y="49898"/>
                </a:lnTo>
                <a:lnTo>
                  <a:pt x="1339596" y="57899"/>
                </a:lnTo>
                <a:lnTo>
                  <a:pt x="1341120" y="63995"/>
                </a:lnTo>
                <a:lnTo>
                  <a:pt x="1376553" y="59232"/>
                </a:lnTo>
                <a:lnTo>
                  <a:pt x="1395120" y="56502"/>
                </a:lnTo>
                <a:lnTo>
                  <a:pt x="1414272" y="53327"/>
                </a:lnTo>
                <a:lnTo>
                  <a:pt x="1414272" y="132575"/>
                </a:lnTo>
                <a:lnTo>
                  <a:pt x="1333500" y="132575"/>
                </a:lnTo>
                <a:lnTo>
                  <a:pt x="1348740" y="147815"/>
                </a:lnTo>
                <a:lnTo>
                  <a:pt x="1358163" y="145580"/>
                </a:lnTo>
                <a:lnTo>
                  <a:pt x="1368171" y="143624"/>
                </a:lnTo>
                <a:lnTo>
                  <a:pt x="1378737" y="142252"/>
                </a:lnTo>
                <a:lnTo>
                  <a:pt x="1389888" y="141719"/>
                </a:lnTo>
                <a:lnTo>
                  <a:pt x="1412748" y="141719"/>
                </a:lnTo>
                <a:lnTo>
                  <a:pt x="1399794" y="185534"/>
                </a:lnTo>
                <a:lnTo>
                  <a:pt x="1382268" y="231635"/>
                </a:lnTo>
                <a:lnTo>
                  <a:pt x="1359027" y="278117"/>
                </a:lnTo>
                <a:lnTo>
                  <a:pt x="1328928" y="324599"/>
                </a:lnTo>
                <a:lnTo>
                  <a:pt x="1335024" y="327647"/>
                </a:lnTo>
                <a:lnTo>
                  <a:pt x="1358760" y="301599"/>
                </a:lnTo>
                <a:lnTo>
                  <a:pt x="1379791" y="273545"/>
                </a:lnTo>
                <a:lnTo>
                  <a:pt x="1398244" y="243217"/>
                </a:lnTo>
                <a:lnTo>
                  <a:pt x="1414272" y="210299"/>
                </a:lnTo>
                <a:lnTo>
                  <a:pt x="1414145" y="307835"/>
                </a:lnTo>
                <a:lnTo>
                  <a:pt x="1414030" y="333552"/>
                </a:lnTo>
                <a:lnTo>
                  <a:pt x="1413624" y="374256"/>
                </a:lnTo>
                <a:lnTo>
                  <a:pt x="1412748" y="409943"/>
                </a:lnTo>
                <a:lnTo>
                  <a:pt x="1438656" y="396227"/>
                </a:lnTo>
                <a:lnTo>
                  <a:pt x="1437360" y="329552"/>
                </a:lnTo>
                <a:lnTo>
                  <a:pt x="1437132" y="210299"/>
                </a:lnTo>
                <a:lnTo>
                  <a:pt x="1437132" y="187439"/>
                </a:lnTo>
                <a:lnTo>
                  <a:pt x="1460703" y="222808"/>
                </a:lnTo>
                <a:lnTo>
                  <a:pt x="1470660" y="248399"/>
                </a:lnTo>
                <a:lnTo>
                  <a:pt x="1475232" y="252971"/>
                </a:lnTo>
                <a:lnTo>
                  <a:pt x="1481328" y="252971"/>
                </a:lnTo>
                <a:lnTo>
                  <a:pt x="1484376" y="249923"/>
                </a:lnTo>
                <a:lnTo>
                  <a:pt x="1485900" y="243827"/>
                </a:lnTo>
                <a:lnTo>
                  <a:pt x="1488948" y="237731"/>
                </a:lnTo>
                <a:lnTo>
                  <a:pt x="1490472" y="231635"/>
                </a:lnTo>
                <a:lnTo>
                  <a:pt x="1490472" y="225539"/>
                </a:lnTo>
                <a:lnTo>
                  <a:pt x="1466913" y="194564"/>
                </a:lnTo>
                <a:lnTo>
                  <a:pt x="1456283" y="187439"/>
                </a:lnTo>
                <a:lnTo>
                  <a:pt x="1448003" y="182511"/>
                </a:lnTo>
                <a:lnTo>
                  <a:pt x="1437132" y="176771"/>
                </a:lnTo>
                <a:lnTo>
                  <a:pt x="1437132" y="141719"/>
                </a:lnTo>
                <a:lnTo>
                  <a:pt x="1501140" y="141719"/>
                </a:lnTo>
                <a:close/>
              </a:path>
              <a:path w="1731645" h="410210">
                <a:moveTo>
                  <a:pt x="1505013" y="316979"/>
                </a:moveTo>
                <a:lnTo>
                  <a:pt x="1504188" y="298691"/>
                </a:lnTo>
                <a:lnTo>
                  <a:pt x="1498092" y="298691"/>
                </a:lnTo>
                <a:lnTo>
                  <a:pt x="1493227" y="315556"/>
                </a:lnTo>
                <a:lnTo>
                  <a:pt x="1487805" y="329552"/>
                </a:lnTo>
                <a:lnTo>
                  <a:pt x="1481810" y="340677"/>
                </a:lnTo>
                <a:lnTo>
                  <a:pt x="1475232" y="348983"/>
                </a:lnTo>
                <a:lnTo>
                  <a:pt x="1467612" y="356603"/>
                </a:lnTo>
                <a:lnTo>
                  <a:pt x="1464564" y="361175"/>
                </a:lnTo>
                <a:lnTo>
                  <a:pt x="1464564" y="367271"/>
                </a:lnTo>
                <a:lnTo>
                  <a:pt x="1467612" y="370319"/>
                </a:lnTo>
                <a:lnTo>
                  <a:pt x="1470660" y="371843"/>
                </a:lnTo>
                <a:lnTo>
                  <a:pt x="1485900" y="371843"/>
                </a:lnTo>
                <a:lnTo>
                  <a:pt x="1491996" y="370319"/>
                </a:lnTo>
                <a:lnTo>
                  <a:pt x="1496568" y="368795"/>
                </a:lnTo>
                <a:lnTo>
                  <a:pt x="1501140" y="362699"/>
                </a:lnTo>
                <a:lnTo>
                  <a:pt x="1502664" y="352031"/>
                </a:lnTo>
                <a:lnTo>
                  <a:pt x="1504391" y="343484"/>
                </a:lnTo>
                <a:lnTo>
                  <a:pt x="1504911" y="335267"/>
                </a:lnTo>
                <a:lnTo>
                  <a:pt x="1505013" y="316979"/>
                </a:lnTo>
                <a:close/>
              </a:path>
              <a:path w="1731645" h="410210">
                <a:moveTo>
                  <a:pt x="1623060" y="294119"/>
                </a:moveTo>
                <a:lnTo>
                  <a:pt x="1592122" y="263550"/>
                </a:lnTo>
                <a:lnTo>
                  <a:pt x="1575816" y="252971"/>
                </a:lnTo>
                <a:lnTo>
                  <a:pt x="1572768" y="257543"/>
                </a:lnTo>
                <a:lnTo>
                  <a:pt x="1582191" y="271830"/>
                </a:lnTo>
                <a:lnTo>
                  <a:pt x="1589913" y="284975"/>
                </a:lnTo>
                <a:lnTo>
                  <a:pt x="1595907" y="296976"/>
                </a:lnTo>
                <a:lnTo>
                  <a:pt x="1600200" y="307835"/>
                </a:lnTo>
                <a:lnTo>
                  <a:pt x="1603248" y="316979"/>
                </a:lnTo>
                <a:lnTo>
                  <a:pt x="1606296" y="321551"/>
                </a:lnTo>
                <a:lnTo>
                  <a:pt x="1610868" y="321551"/>
                </a:lnTo>
                <a:lnTo>
                  <a:pt x="1612392" y="318503"/>
                </a:lnTo>
                <a:lnTo>
                  <a:pt x="1621536" y="306311"/>
                </a:lnTo>
                <a:lnTo>
                  <a:pt x="1623060" y="301739"/>
                </a:lnTo>
                <a:lnTo>
                  <a:pt x="1623060" y="294119"/>
                </a:lnTo>
                <a:close/>
              </a:path>
              <a:path w="1731645" h="410210">
                <a:moveTo>
                  <a:pt x="1684020" y="368795"/>
                </a:moveTo>
                <a:lnTo>
                  <a:pt x="1665160" y="331647"/>
                </a:lnTo>
                <a:lnTo>
                  <a:pt x="1664208" y="310883"/>
                </a:lnTo>
                <a:lnTo>
                  <a:pt x="1658112" y="310883"/>
                </a:lnTo>
                <a:lnTo>
                  <a:pt x="1657400" y="316674"/>
                </a:lnTo>
                <a:lnTo>
                  <a:pt x="1654683" y="339610"/>
                </a:lnTo>
                <a:lnTo>
                  <a:pt x="1653540" y="348983"/>
                </a:lnTo>
                <a:lnTo>
                  <a:pt x="1651533" y="357924"/>
                </a:lnTo>
                <a:lnTo>
                  <a:pt x="1647825" y="364413"/>
                </a:lnTo>
                <a:lnTo>
                  <a:pt x="1642389" y="368922"/>
                </a:lnTo>
                <a:lnTo>
                  <a:pt x="1635252" y="371843"/>
                </a:lnTo>
                <a:lnTo>
                  <a:pt x="1586484" y="371843"/>
                </a:lnTo>
                <a:lnTo>
                  <a:pt x="1575358" y="371297"/>
                </a:lnTo>
                <a:lnTo>
                  <a:pt x="1567243" y="367461"/>
                </a:lnTo>
                <a:lnTo>
                  <a:pt x="1562265" y="360489"/>
                </a:lnTo>
                <a:lnTo>
                  <a:pt x="1560576" y="350507"/>
                </a:lnTo>
                <a:lnTo>
                  <a:pt x="1560576" y="309359"/>
                </a:lnTo>
                <a:lnTo>
                  <a:pt x="1572768" y="298691"/>
                </a:lnTo>
                <a:lnTo>
                  <a:pt x="1536192" y="283451"/>
                </a:lnTo>
                <a:lnTo>
                  <a:pt x="1537068" y="301167"/>
                </a:lnTo>
                <a:lnTo>
                  <a:pt x="1537538" y="321767"/>
                </a:lnTo>
                <a:lnTo>
                  <a:pt x="1537652" y="335267"/>
                </a:lnTo>
                <a:lnTo>
                  <a:pt x="1537716" y="361175"/>
                </a:lnTo>
                <a:lnTo>
                  <a:pt x="1539659" y="373443"/>
                </a:lnTo>
                <a:lnTo>
                  <a:pt x="1545336" y="382701"/>
                </a:lnTo>
                <a:lnTo>
                  <a:pt x="1554429" y="388823"/>
                </a:lnTo>
                <a:lnTo>
                  <a:pt x="1566672" y="391655"/>
                </a:lnTo>
                <a:lnTo>
                  <a:pt x="1642872" y="391655"/>
                </a:lnTo>
                <a:lnTo>
                  <a:pt x="1656588" y="391083"/>
                </a:lnTo>
                <a:lnTo>
                  <a:pt x="1668018" y="387083"/>
                </a:lnTo>
                <a:lnTo>
                  <a:pt x="1677162" y="379653"/>
                </a:lnTo>
                <a:lnTo>
                  <a:pt x="1682089" y="371843"/>
                </a:lnTo>
                <a:lnTo>
                  <a:pt x="1684020" y="368795"/>
                </a:lnTo>
                <a:close/>
              </a:path>
              <a:path w="1731645" h="410210">
                <a:moveTo>
                  <a:pt x="1712976" y="134099"/>
                </a:moveTo>
                <a:lnTo>
                  <a:pt x="1685544" y="112763"/>
                </a:lnTo>
                <a:lnTo>
                  <a:pt x="1673352" y="129527"/>
                </a:lnTo>
                <a:lnTo>
                  <a:pt x="1609344" y="129527"/>
                </a:lnTo>
                <a:lnTo>
                  <a:pt x="1639341" y="92456"/>
                </a:lnTo>
                <a:lnTo>
                  <a:pt x="1673352" y="67043"/>
                </a:lnTo>
                <a:lnTo>
                  <a:pt x="1665274" y="59423"/>
                </a:lnTo>
                <a:lnTo>
                  <a:pt x="1645920" y="41135"/>
                </a:lnTo>
                <a:lnTo>
                  <a:pt x="1630680" y="59423"/>
                </a:lnTo>
                <a:lnTo>
                  <a:pt x="1562100" y="59423"/>
                </a:lnTo>
                <a:lnTo>
                  <a:pt x="1571218" y="46901"/>
                </a:lnTo>
                <a:lnTo>
                  <a:pt x="1580197" y="36944"/>
                </a:lnTo>
                <a:lnTo>
                  <a:pt x="1588884" y="29857"/>
                </a:lnTo>
                <a:lnTo>
                  <a:pt x="1597152" y="25895"/>
                </a:lnTo>
                <a:lnTo>
                  <a:pt x="1563624" y="4559"/>
                </a:lnTo>
                <a:lnTo>
                  <a:pt x="1544764" y="49784"/>
                </a:lnTo>
                <a:lnTo>
                  <a:pt x="1517142" y="95237"/>
                </a:lnTo>
                <a:lnTo>
                  <a:pt x="1498092" y="120383"/>
                </a:lnTo>
                <a:lnTo>
                  <a:pt x="1502664" y="123431"/>
                </a:lnTo>
                <a:lnTo>
                  <a:pt x="1516380" y="111455"/>
                </a:lnTo>
                <a:lnTo>
                  <a:pt x="1530096" y="98475"/>
                </a:lnTo>
                <a:lnTo>
                  <a:pt x="1543812" y="84645"/>
                </a:lnTo>
                <a:lnTo>
                  <a:pt x="1557528" y="70091"/>
                </a:lnTo>
                <a:lnTo>
                  <a:pt x="1632204" y="70091"/>
                </a:lnTo>
                <a:lnTo>
                  <a:pt x="1598676" y="129527"/>
                </a:lnTo>
                <a:lnTo>
                  <a:pt x="1502664" y="129527"/>
                </a:lnTo>
                <a:lnTo>
                  <a:pt x="1519428" y="146291"/>
                </a:lnTo>
                <a:lnTo>
                  <a:pt x="1528851" y="143421"/>
                </a:lnTo>
                <a:lnTo>
                  <a:pt x="1538859" y="141528"/>
                </a:lnTo>
                <a:lnTo>
                  <a:pt x="1549425" y="140512"/>
                </a:lnTo>
                <a:lnTo>
                  <a:pt x="1560576" y="140195"/>
                </a:lnTo>
                <a:lnTo>
                  <a:pt x="1676400" y="140195"/>
                </a:lnTo>
                <a:lnTo>
                  <a:pt x="1676400" y="182867"/>
                </a:lnTo>
                <a:lnTo>
                  <a:pt x="1520952" y="182867"/>
                </a:lnTo>
                <a:lnTo>
                  <a:pt x="1536192" y="198107"/>
                </a:lnTo>
                <a:lnTo>
                  <a:pt x="1545615" y="196113"/>
                </a:lnTo>
                <a:lnTo>
                  <a:pt x="1555623" y="194678"/>
                </a:lnTo>
                <a:lnTo>
                  <a:pt x="1566189" y="193827"/>
                </a:lnTo>
                <a:lnTo>
                  <a:pt x="1577340" y="193535"/>
                </a:lnTo>
                <a:lnTo>
                  <a:pt x="1676400" y="193535"/>
                </a:lnTo>
                <a:lnTo>
                  <a:pt x="1676400" y="233159"/>
                </a:lnTo>
                <a:lnTo>
                  <a:pt x="1502664" y="233159"/>
                </a:lnTo>
                <a:lnTo>
                  <a:pt x="1519428" y="248399"/>
                </a:lnTo>
                <a:lnTo>
                  <a:pt x="1528851" y="246405"/>
                </a:lnTo>
                <a:lnTo>
                  <a:pt x="1538859" y="244970"/>
                </a:lnTo>
                <a:lnTo>
                  <a:pt x="1549425" y="244119"/>
                </a:lnTo>
                <a:lnTo>
                  <a:pt x="1560576" y="243827"/>
                </a:lnTo>
                <a:lnTo>
                  <a:pt x="1676400" y="243827"/>
                </a:lnTo>
                <a:lnTo>
                  <a:pt x="1676400" y="265163"/>
                </a:lnTo>
                <a:lnTo>
                  <a:pt x="1700784" y="256019"/>
                </a:lnTo>
                <a:lnTo>
                  <a:pt x="1700593" y="243827"/>
                </a:lnTo>
                <a:lnTo>
                  <a:pt x="1700542" y="240588"/>
                </a:lnTo>
                <a:lnTo>
                  <a:pt x="1700072" y="219595"/>
                </a:lnTo>
                <a:lnTo>
                  <a:pt x="1699628" y="193535"/>
                </a:lnTo>
                <a:lnTo>
                  <a:pt x="1699539" y="188391"/>
                </a:lnTo>
                <a:lnTo>
                  <a:pt x="1699475" y="182867"/>
                </a:lnTo>
                <a:lnTo>
                  <a:pt x="1699260" y="146291"/>
                </a:lnTo>
                <a:lnTo>
                  <a:pt x="1706118" y="140195"/>
                </a:lnTo>
                <a:lnTo>
                  <a:pt x="1712976" y="134099"/>
                </a:lnTo>
                <a:close/>
              </a:path>
              <a:path w="1731645" h="410210">
                <a:moveTo>
                  <a:pt x="1731264" y="345935"/>
                </a:moveTo>
                <a:lnTo>
                  <a:pt x="1708327" y="314083"/>
                </a:lnTo>
                <a:lnTo>
                  <a:pt x="1676400" y="295643"/>
                </a:lnTo>
                <a:lnTo>
                  <a:pt x="1673352" y="298691"/>
                </a:lnTo>
                <a:lnTo>
                  <a:pt x="1681657" y="309549"/>
                </a:lnTo>
                <a:lnTo>
                  <a:pt x="1688401" y="319265"/>
                </a:lnTo>
                <a:lnTo>
                  <a:pt x="1707375" y="355841"/>
                </a:lnTo>
                <a:lnTo>
                  <a:pt x="1709928" y="362699"/>
                </a:lnTo>
                <a:lnTo>
                  <a:pt x="1714500" y="371843"/>
                </a:lnTo>
                <a:lnTo>
                  <a:pt x="1717548" y="371843"/>
                </a:lnTo>
                <a:lnTo>
                  <a:pt x="1720596" y="368795"/>
                </a:lnTo>
                <a:lnTo>
                  <a:pt x="1725168" y="362699"/>
                </a:lnTo>
                <a:lnTo>
                  <a:pt x="1728216" y="355079"/>
                </a:lnTo>
                <a:lnTo>
                  <a:pt x="1731264" y="350507"/>
                </a:lnTo>
                <a:lnTo>
                  <a:pt x="1731264" y="34593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" name="object 27"/>
          <p:cNvSpPr/>
          <p:nvPr/>
        </p:nvSpPr>
        <p:spPr>
          <a:xfrm>
            <a:off x="4358639" y="4936236"/>
            <a:ext cx="387350" cy="405765"/>
          </a:xfrm>
          <a:custGeom>
            <a:avLst/>
            <a:gdLst/>
            <a:ahLst/>
            <a:cxnLst/>
            <a:rect l="l" t="t" r="r" b="b"/>
            <a:pathLst>
              <a:path w="387350" h="405764">
                <a:moveTo>
                  <a:pt x="199644" y="71627"/>
                </a:moveTo>
                <a:lnTo>
                  <a:pt x="193548" y="71627"/>
                </a:lnTo>
                <a:lnTo>
                  <a:pt x="190500" y="67055"/>
                </a:lnTo>
                <a:lnTo>
                  <a:pt x="188976" y="56387"/>
                </a:lnTo>
                <a:lnTo>
                  <a:pt x="185547" y="44410"/>
                </a:lnTo>
                <a:lnTo>
                  <a:pt x="179832" y="31432"/>
                </a:lnTo>
                <a:lnTo>
                  <a:pt x="171831" y="17597"/>
                </a:lnTo>
                <a:lnTo>
                  <a:pt x="161544" y="3048"/>
                </a:lnTo>
                <a:lnTo>
                  <a:pt x="164592" y="0"/>
                </a:lnTo>
                <a:lnTo>
                  <a:pt x="201239" y="22288"/>
                </a:lnTo>
                <a:lnTo>
                  <a:pt x="214884" y="39624"/>
                </a:lnTo>
                <a:lnTo>
                  <a:pt x="214884" y="51815"/>
                </a:lnTo>
                <a:lnTo>
                  <a:pt x="213360" y="56387"/>
                </a:lnTo>
                <a:lnTo>
                  <a:pt x="207264" y="62483"/>
                </a:lnTo>
                <a:lnTo>
                  <a:pt x="202692" y="68579"/>
                </a:lnTo>
                <a:lnTo>
                  <a:pt x="199644" y="71627"/>
                </a:lnTo>
                <a:close/>
              </a:path>
              <a:path w="387350" h="405764">
                <a:moveTo>
                  <a:pt x="36576" y="138683"/>
                </a:moveTo>
                <a:lnTo>
                  <a:pt x="24384" y="138683"/>
                </a:lnTo>
                <a:lnTo>
                  <a:pt x="15240" y="132587"/>
                </a:lnTo>
                <a:lnTo>
                  <a:pt x="13716" y="129539"/>
                </a:lnTo>
                <a:lnTo>
                  <a:pt x="13716" y="124967"/>
                </a:lnTo>
                <a:lnTo>
                  <a:pt x="18288" y="117347"/>
                </a:lnTo>
                <a:lnTo>
                  <a:pt x="27432" y="109727"/>
                </a:lnTo>
                <a:lnTo>
                  <a:pt x="35742" y="100298"/>
                </a:lnTo>
                <a:lnTo>
                  <a:pt x="42481" y="88010"/>
                </a:lnTo>
                <a:lnTo>
                  <a:pt x="47791" y="72866"/>
                </a:lnTo>
                <a:lnTo>
                  <a:pt x="51816" y="54863"/>
                </a:lnTo>
                <a:lnTo>
                  <a:pt x="59436" y="54863"/>
                </a:lnTo>
                <a:lnTo>
                  <a:pt x="59436" y="76200"/>
                </a:lnTo>
                <a:lnTo>
                  <a:pt x="366422" y="76200"/>
                </a:lnTo>
                <a:lnTo>
                  <a:pt x="375699" y="86867"/>
                </a:lnTo>
                <a:lnTo>
                  <a:pt x="59436" y="86867"/>
                </a:lnTo>
                <a:lnTo>
                  <a:pt x="58840" y="105155"/>
                </a:lnTo>
                <a:lnTo>
                  <a:pt x="56959" y="118871"/>
                </a:lnTo>
                <a:lnTo>
                  <a:pt x="53649" y="128015"/>
                </a:lnTo>
                <a:lnTo>
                  <a:pt x="48768" y="132587"/>
                </a:lnTo>
                <a:lnTo>
                  <a:pt x="41148" y="137159"/>
                </a:lnTo>
                <a:lnTo>
                  <a:pt x="36576" y="138683"/>
                </a:lnTo>
                <a:close/>
              </a:path>
              <a:path w="387350" h="405764">
                <a:moveTo>
                  <a:pt x="366422" y="76200"/>
                </a:moveTo>
                <a:lnTo>
                  <a:pt x="332232" y="76200"/>
                </a:lnTo>
                <a:lnTo>
                  <a:pt x="350520" y="57912"/>
                </a:lnTo>
                <a:lnTo>
                  <a:pt x="366422" y="76200"/>
                </a:lnTo>
                <a:close/>
              </a:path>
              <a:path w="387350" h="405764">
                <a:moveTo>
                  <a:pt x="318516" y="134111"/>
                </a:moveTo>
                <a:lnTo>
                  <a:pt x="312420" y="131063"/>
                </a:lnTo>
                <a:lnTo>
                  <a:pt x="335280" y="86867"/>
                </a:lnTo>
                <a:lnTo>
                  <a:pt x="375699" y="86867"/>
                </a:lnTo>
                <a:lnTo>
                  <a:pt x="381000" y="92963"/>
                </a:lnTo>
                <a:lnTo>
                  <a:pt x="367593" y="95535"/>
                </a:lnTo>
                <a:lnTo>
                  <a:pt x="352615" y="103250"/>
                </a:lnTo>
                <a:lnTo>
                  <a:pt x="336208" y="116109"/>
                </a:lnTo>
                <a:lnTo>
                  <a:pt x="318516" y="134111"/>
                </a:lnTo>
                <a:close/>
              </a:path>
              <a:path w="387350" h="405764">
                <a:moveTo>
                  <a:pt x="42672" y="175259"/>
                </a:moveTo>
                <a:lnTo>
                  <a:pt x="27432" y="160019"/>
                </a:lnTo>
                <a:lnTo>
                  <a:pt x="298704" y="160019"/>
                </a:lnTo>
                <a:lnTo>
                  <a:pt x="323088" y="135635"/>
                </a:lnTo>
                <a:lnTo>
                  <a:pt x="358140" y="170687"/>
                </a:lnTo>
                <a:lnTo>
                  <a:pt x="85344" y="170687"/>
                </a:lnTo>
                <a:lnTo>
                  <a:pt x="74175" y="170973"/>
                </a:lnTo>
                <a:lnTo>
                  <a:pt x="63436" y="171830"/>
                </a:lnTo>
                <a:lnTo>
                  <a:pt x="52982" y="173259"/>
                </a:lnTo>
                <a:lnTo>
                  <a:pt x="42672" y="175259"/>
                </a:lnTo>
                <a:close/>
              </a:path>
              <a:path w="387350" h="405764">
                <a:moveTo>
                  <a:pt x="207264" y="348996"/>
                </a:moveTo>
                <a:lnTo>
                  <a:pt x="182880" y="348996"/>
                </a:lnTo>
                <a:lnTo>
                  <a:pt x="182880" y="170687"/>
                </a:lnTo>
                <a:lnTo>
                  <a:pt x="207264" y="170687"/>
                </a:lnTo>
                <a:lnTo>
                  <a:pt x="207264" y="256031"/>
                </a:lnTo>
                <a:lnTo>
                  <a:pt x="329668" y="256031"/>
                </a:lnTo>
                <a:lnTo>
                  <a:pt x="339852" y="266699"/>
                </a:lnTo>
                <a:lnTo>
                  <a:pt x="207264" y="266699"/>
                </a:lnTo>
                <a:lnTo>
                  <a:pt x="207264" y="348996"/>
                </a:lnTo>
                <a:close/>
              </a:path>
              <a:path w="387350" h="405764">
                <a:moveTo>
                  <a:pt x="3048" y="405384"/>
                </a:moveTo>
                <a:lnTo>
                  <a:pt x="0" y="399287"/>
                </a:lnTo>
                <a:lnTo>
                  <a:pt x="15226" y="384048"/>
                </a:lnTo>
                <a:lnTo>
                  <a:pt x="28575" y="368427"/>
                </a:lnTo>
                <a:lnTo>
                  <a:pt x="50292" y="335280"/>
                </a:lnTo>
                <a:lnTo>
                  <a:pt x="70008" y="287273"/>
                </a:lnTo>
                <a:lnTo>
                  <a:pt x="78694" y="237743"/>
                </a:lnTo>
                <a:lnTo>
                  <a:pt x="80772" y="205739"/>
                </a:lnTo>
                <a:lnTo>
                  <a:pt x="123444" y="225551"/>
                </a:lnTo>
                <a:lnTo>
                  <a:pt x="103251" y="259460"/>
                </a:lnTo>
                <a:lnTo>
                  <a:pt x="99060" y="278891"/>
                </a:lnTo>
                <a:lnTo>
                  <a:pt x="105998" y="289559"/>
                </a:lnTo>
                <a:lnTo>
                  <a:pt x="96012" y="289559"/>
                </a:lnTo>
                <a:lnTo>
                  <a:pt x="79057" y="324993"/>
                </a:lnTo>
                <a:lnTo>
                  <a:pt x="49768" y="366379"/>
                </a:lnTo>
                <a:lnTo>
                  <a:pt x="21097" y="392572"/>
                </a:lnTo>
                <a:lnTo>
                  <a:pt x="3048" y="405384"/>
                </a:lnTo>
                <a:close/>
              </a:path>
              <a:path w="387350" h="405764">
                <a:moveTo>
                  <a:pt x="329668" y="256031"/>
                </a:moveTo>
                <a:lnTo>
                  <a:pt x="284988" y="256031"/>
                </a:lnTo>
                <a:lnTo>
                  <a:pt x="307847" y="233171"/>
                </a:lnTo>
                <a:lnTo>
                  <a:pt x="329668" y="256031"/>
                </a:lnTo>
                <a:close/>
              </a:path>
              <a:path w="387350" h="405764">
                <a:moveTo>
                  <a:pt x="350520" y="394716"/>
                </a:moveTo>
                <a:lnTo>
                  <a:pt x="308562" y="393263"/>
                </a:lnTo>
                <a:lnTo>
                  <a:pt x="241220" y="388072"/>
                </a:lnTo>
                <a:lnTo>
                  <a:pt x="194929" y="378380"/>
                </a:lnTo>
                <a:lnTo>
                  <a:pt x="159400" y="361330"/>
                </a:lnTo>
                <a:lnTo>
                  <a:pt x="119253" y="323469"/>
                </a:lnTo>
                <a:lnTo>
                  <a:pt x="96012" y="289559"/>
                </a:lnTo>
                <a:lnTo>
                  <a:pt x="105998" y="289559"/>
                </a:lnTo>
                <a:lnTo>
                  <a:pt x="107608" y="292036"/>
                </a:lnTo>
                <a:lnTo>
                  <a:pt x="117157" y="304037"/>
                </a:lnTo>
                <a:lnTo>
                  <a:pt x="150090" y="332922"/>
                </a:lnTo>
                <a:lnTo>
                  <a:pt x="182880" y="348996"/>
                </a:lnTo>
                <a:lnTo>
                  <a:pt x="207264" y="348996"/>
                </a:lnTo>
                <a:lnTo>
                  <a:pt x="207264" y="356616"/>
                </a:lnTo>
                <a:lnTo>
                  <a:pt x="231243" y="360592"/>
                </a:lnTo>
                <a:lnTo>
                  <a:pt x="255079" y="363283"/>
                </a:lnTo>
                <a:lnTo>
                  <a:pt x="278630" y="364545"/>
                </a:lnTo>
                <a:lnTo>
                  <a:pt x="387096" y="364545"/>
                </a:lnTo>
                <a:lnTo>
                  <a:pt x="387096" y="367284"/>
                </a:lnTo>
                <a:lnTo>
                  <a:pt x="373665" y="370713"/>
                </a:lnTo>
                <a:lnTo>
                  <a:pt x="363093" y="376428"/>
                </a:lnTo>
                <a:lnTo>
                  <a:pt x="355377" y="384429"/>
                </a:lnTo>
                <a:lnTo>
                  <a:pt x="350520" y="394716"/>
                </a:lnTo>
                <a:close/>
              </a:path>
              <a:path w="387350" h="405764">
                <a:moveTo>
                  <a:pt x="387096" y="364545"/>
                </a:moveTo>
                <a:lnTo>
                  <a:pt x="278630" y="364545"/>
                </a:lnTo>
                <a:lnTo>
                  <a:pt x="324945" y="363950"/>
                </a:lnTo>
                <a:lnTo>
                  <a:pt x="346710" y="363093"/>
                </a:lnTo>
                <a:lnTo>
                  <a:pt x="367331" y="361664"/>
                </a:lnTo>
                <a:lnTo>
                  <a:pt x="387096" y="359664"/>
                </a:lnTo>
                <a:lnTo>
                  <a:pt x="387096" y="36454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" name="object 28"/>
          <p:cNvSpPr/>
          <p:nvPr/>
        </p:nvSpPr>
        <p:spPr>
          <a:xfrm>
            <a:off x="4815840" y="4948427"/>
            <a:ext cx="373380" cy="381000"/>
          </a:xfrm>
          <a:custGeom>
            <a:avLst/>
            <a:gdLst/>
            <a:ahLst/>
            <a:cxnLst/>
            <a:rect l="l" t="t" r="r" b="b"/>
            <a:pathLst>
              <a:path w="373379" h="381000">
                <a:moveTo>
                  <a:pt x="24383" y="380999"/>
                </a:moveTo>
                <a:lnTo>
                  <a:pt x="0" y="358139"/>
                </a:lnTo>
                <a:lnTo>
                  <a:pt x="10667" y="347472"/>
                </a:lnTo>
                <a:lnTo>
                  <a:pt x="10667" y="106679"/>
                </a:lnTo>
                <a:lnTo>
                  <a:pt x="10429" y="82676"/>
                </a:lnTo>
                <a:lnTo>
                  <a:pt x="9382" y="34670"/>
                </a:lnTo>
                <a:lnTo>
                  <a:pt x="9143" y="10667"/>
                </a:lnTo>
                <a:lnTo>
                  <a:pt x="35051" y="24383"/>
                </a:lnTo>
                <a:lnTo>
                  <a:pt x="301751" y="24383"/>
                </a:lnTo>
                <a:lnTo>
                  <a:pt x="327659" y="0"/>
                </a:lnTo>
                <a:lnTo>
                  <a:pt x="359663" y="35051"/>
                </a:lnTo>
                <a:lnTo>
                  <a:pt x="239267" y="35051"/>
                </a:lnTo>
                <a:lnTo>
                  <a:pt x="239267" y="243839"/>
                </a:lnTo>
                <a:lnTo>
                  <a:pt x="240434" y="258079"/>
                </a:lnTo>
                <a:lnTo>
                  <a:pt x="244030" y="268604"/>
                </a:lnTo>
                <a:lnTo>
                  <a:pt x="250197" y="275129"/>
                </a:lnTo>
                <a:lnTo>
                  <a:pt x="259079" y="277367"/>
                </a:lnTo>
                <a:lnTo>
                  <a:pt x="306324" y="277367"/>
                </a:lnTo>
                <a:lnTo>
                  <a:pt x="326707" y="222313"/>
                </a:lnTo>
                <a:lnTo>
                  <a:pt x="327659" y="195071"/>
                </a:lnTo>
                <a:lnTo>
                  <a:pt x="336804" y="195071"/>
                </a:lnTo>
                <a:lnTo>
                  <a:pt x="339852" y="243839"/>
                </a:lnTo>
                <a:lnTo>
                  <a:pt x="361187" y="271272"/>
                </a:lnTo>
                <a:lnTo>
                  <a:pt x="352925" y="282368"/>
                </a:lnTo>
                <a:lnTo>
                  <a:pt x="341947" y="290322"/>
                </a:lnTo>
                <a:lnTo>
                  <a:pt x="328398" y="294846"/>
                </a:lnTo>
                <a:lnTo>
                  <a:pt x="312419" y="295655"/>
                </a:lnTo>
                <a:lnTo>
                  <a:pt x="248411" y="295655"/>
                </a:lnTo>
                <a:lnTo>
                  <a:pt x="233767" y="292488"/>
                </a:lnTo>
                <a:lnTo>
                  <a:pt x="223837" y="285178"/>
                </a:lnTo>
                <a:lnTo>
                  <a:pt x="218193" y="273581"/>
                </a:lnTo>
                <a:lnTo>
                  <a:pt x="216407" y="257555"/>
                </a:lnTo>
                <a:lnTo>
                  <a:pt x="216407" y="35051"/>
                </a:lnTo>
                <a:lnTo>
                  <a:pt x="143255" y="35051"/>
                </a:lnTo>
                <a:lnTo>
                  <a:pt x="142874" y="88391"/>
                </a:lnTo>
                <a:lnTo>
                  <a:pt x="140207" y="137159"/>
                </a:lnTo>
                <a:lnTo>
                  <a:pt x="133540" y="182879"/>
                </a:lnTo>
                <a:lnTo>
                  <a:pt x="118871" y="228599"/>
                </a:lnTo>
                <a:lnTo>
                  <a:pt x="93725" y="273177"/>
                </a:lnTo>
                <a:lnTo>
                  <a:pt x="54863" y="320039"/>
                </a:lnTo>
                <a:lnTo>
                  <a:pt x="50291" y="315467"/>
                </a:lnTo>
                <a:lnTo>
                  <a:pt x="66270" y="291131"/>
                </a:lnTo>
                <a:lnTo>
                  <a:pt x="79819" y="268223"/>
                </a:lnTo>
                <a:lnTo>
                  <a:pt x="99059" y="225551"/>
                </a:lnTo>
                <a:lnTo>
                  <a:pt x="110299" y="184594"/>
                </a:lnTo>
                <a:lnTo>
                  <a:pt x="115823" y="140207"/>
                </a:lnTo>
                <a:lnTo>
                  <a:pt x="118490" y="91058"/>
                </a:lnTo>
                <a:lnTo>
                  <a:pt x="118871" y="35051"/>
                </a:lnTo>
                <a:lnTo>
                  <a:pt x="35051" y="35051"/>
                </a:lnTo>
                <a:lnTo>
                  <a:pt x="35051" y="355091"/>
                </a:lnTo>
                <a:lnTo>
                  <a:pt x="310895" y="355091"/>
                </a:lnTo>
                <a:lnTo>
                  <a:pt x="336804" y="329184"/>
                </a:lnTo>
                <a:lnTo>
                  <a:pt x="373380" y="365760"/>
                </a:lnTo>
                <a:lnTo>
                  <a:pt x="36575" y="365760"/>
                </a:lnTo>
                <a:lnTo>
                  <a:pt x="24383" y="38099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" name="object 29"/>
          <p:cNvSpPr/>
          <p:nvPr/>
        </p:nvSpPr>
        <p:spPr>
          <a:xfrm>
            <a:off x="5237988" y="4951476"/>
            <a:ext cx="408940" cy="382905"/>
          </a:xfrm>
          <a:custGeom>
            <a:avLst/>
            <a:gdLst/>
            <a:ahLst/>
            <a:cxnLst/>
            <a:rect l="l" t="t" r="r" b="b"/>
            <a:pathLst>
              <a:path w="408939" h="382904">
                <a:moveTo>
                  <a:pt x="240792" y="36576"/>
                </a:moveTo>
                <a:lnTo>
                  <a:pt x="225552" y="21336"/>
                </a:lnTo>
                <a:lnTo>
                  <a:pt x="347472" y="21336"/>
                </a:lnTo>
                <a:lnTo>
                  <a:pt x="359664" y="6096"/>
                </a:lnTo>
                <a:lnTo>
                  <a:pt x="385572" y="27432"/>
                </a:lnTo>
                <a:lnTo>
                  <a:pt x="379476" y="32004"/>
                </a:lnTo>
                <a:lnTo>
                  <a:pt x="283464" y="32004"/>
                </a:lnTo>
                <a:lnTo>
                  <a:pt x="272295" y="32289"/>
                </a:lnTo>
                <a:lnTo>
                  <a:pt x="261556" y="33147"/>
                </a:lnTo>
                <a:lnTo>
                  <a:pt x="251102" y="34575"/>
                </a:lnTo>
                <a:lnTo>
                  <a:pt x="240792" y="36576"/>
                </a:lnTo>
                <a:close/>
              </a:path>
              <a:path w="408939" h="382904">
                <a:moveTo>
                  <a:pt x="374030" y="146304"/>
                </a:moveTo>
                <a:lnTo>
                  <a:pt x="350520" y="146304"/>
                </a:lnTo>
                <a:lnTo>
                  <a:pt x="350520" y="32004"/>
                </a:lnTo>
                <a:lnTo>
                  <a:pt x="379476" y="32004"/>
                </a:lnTo>
                <a:lnTo>
                  <a:pt x="373380" y="36576"/>
                </a:lnTo>
                <a:lnTo>
                  <a:pt x="373403" y="79176"/>
                </a:lnTo>
                <a:lnTo>
                  <a:pt x="373570" y="115633"/>
                </a:lnTo>
                <a:lnTo>
                  <a:pt x="374030" y="146304"/>
                </a:lnTo>
                <a:close/>
              </a:path>
              <a:path w="408939" h="382904">
                <a:moveTo>
                  <a:pt x="368808" y="365760"/>
                </a:moveTo>
                <a:lnTo>
                  <a:pt x="277368" y="365760"/>
                </a:lnTo>
                <a:lnTo>
                  <a:pt x="258270" y="364045"/>
                </a:lnTo>
                <a:lnTo>
                  <a:pt x="244602" y="356616"/>
                </a:lnTo>
                <a:lnTo>
                  <a:pt x="236648" y="343471"/>
                </a:lnTo>
                <a:lnTo>
                  <a:pt x="234696" y="324612"/>
                </a:lnTo>
                <a:lnTo>
                  <a:pt x="234672" y="255150"/>
                </a:lnTo>
                <a:lnTo>
                  <a:pt x="234505" y="199834"/>
                </a:lnTo>
                <a:lnTo>
                  <a:pt x="234053" y="158519"/>
                </a:lnTo>
                <a:lnTo>
                  <a:pt x="233172" y="131064"/>
                </a:lnTo>
                <a:lnTo>
                  <a:pt x="257556" y="146304"/>
                </a:lnTo>
                <a:lnTo>
                  <a:pt x="374030" y="146304"/>
                </a:lnTo>
                <a:lnTo>
                  <a:pt x="374412" y="156972"/>
                </a:lnTo>
                <a:lnTo>
                  <a:pt x="257556" y="156972"/>
                </a:lnTo>
                <a:lnTo>
                  <a:pt x="257556" y="316992"/>
                </a:lnTo>
                <a:lnTo>
                  <a:pt x="259270" y="330731"/>
                </a:lnTo>
                <a:lnTo>
                  <a:pt x="264414" y="340042"/>
                </a:lnTo>
                <a:lnTo>
                  <a:pt x="272986" y="345066"/>
                </a:lnTo>
                <a:lnTo>
                  <a:pt x="284988" y="345948"/>
                </a:lnTo>
                <a:lnTo>
                  <a:pt x="405616" y="345948"/>
                </a:lnTo>
                <a:lnTo>
                  <a:pt x="401597" y="352472"/>
                </a:lnTo>
                <a:lnTo>
                  <a:pt x="392620" y="360426"/>
                </a:lnTo>
                <a:lnTo>
                  <a:pt x="381642" y="364950"/>
                </a:lnTo>
                <a:lnTo>
                  <a:pt x="368808" y="365760"/>
                </a:lnTo>
                <a:close/>
              </a:path>
              <a:path w="408939" h="382904">
                <a:moveTo>
                  <a:pt x="350520" y="181356"/>
                </a:moveTo>
                <a:lnTo>
                  <a:pt x="350520" y="156972"/>
                </a:lnTo>
                <a:lnTo>
                  <a:pt x="374412" y="156972"/>
                </a:lnTo>
                <a:lnTo>
                  <a:pt x="374904" y="170688"/>
                </a:lnTo>
                <a:lnTo>
                  <a:pt x="350520" y="181356"/>
                </a:lnTo>
                <a:close/>
              </a:path>
              <a:path w="408939" h="382904">
                <a:moveTo>
                  <a:pt x="405616" y="345948"/>
                </a:moveTo>
                <a:lnTo>
                  <a:pt x="364236" y="345948"/>
                </a:lnTo>
                <a:lnTo>
                  <a:pt x="368808" y="341376"/>
                </a:lnTo>
                <a:lnTo>
                  <a:pt x="371856" y="329184"/>
                </a:lnTo>
                <a:lnTo>
                  <a:pt x="373213" y="318301"/>
                </a:lnTo>
                <a:lnTo>
                  <a:pt x="374713" y="303847"/>
                </a:lnTo>
                <a:lnTo>
                  <a:pt x="375927" y="285678"/>
                </a:lnTo>
                <a:lnTo>
                  <a:pt x="376428" y="263652"/>
                </a:lnTo>
                <a:lnTo>
                  <a:pt x="385572" y="263652"/>
                </a:lnTo>
                <a:lnTo>
                  <a:pt x="387500" y="308229"/>
                </a:lnTo>
                <a:lnTo>
                  <a:pt x="408432" y="341376"/>
                </a:lnTo>
                <a:lnTo>
                  <a:pt x="405616" y="345948"/>
                </a:lnTo>
                <a:close/>
              </a:path>
              <a:path w="408939" h="382904">
                <a:moveTo>
                  <a:pt x="15240" y="36576"/>
                </a:moveTo>
                <a:lnTo>
                  <a:pt x="0" y="21336"/>
                </a:lnTo>
                <a:lnTo>
                  <a:pt x="175260" y="21336"/>
                </a:lnTo>
                <a:lnTo>
                  <a:pt x="196596" y="0"/>
                </a:lnTo>
                <a:lnTo>
                  <a:pt x="224028" y="32004"/>
                </a:lnTo>
                <a:lnTo>
                  <a:pt x="57912" y="32004"/>
                </a:lnTo>
                <a:lnTo>
                  <a:pt x="46743" y="32289"/>
                </a:lnTo>
                <a:lnTo>
                  <a:pt x="36004" y="33147"/>
                </a:lnTo>
                <a:lnTo>
                  <a:pt x="25550" y="34575"/>
                </a:lnTo>
                <a:lnTo>
                  <a:pt x="15240" y="36576"/>
                </a:lnTo>
                <a:close/>
              </a:path>
              <a:path w="408939" h="382904">
                <a:moveTo>
                  <a:pt x="100584" y="86868"/>
                </a:moveTo>
                <a:lnTo>
                  <a:pt x="79248" y="86868"/>
                </a:lnTo>
                <a:lnTo>
                  <a:pt x="79248" y="32004"/>
                </a:lnTo>
                <a:lnTo>
                  <a:pt x="100584" y="32004"/>
                </a:lnTo>
                <a:lnTo>
                  <a:pt x="100584" y="86868"/>
                </a:lnTo>
                <a:close/>
              </a:path>
              <a:path w="408939" h="382904">
                <a:moveTo>
                  <a:pt x="146304" y="86868"/>
                </a:moveTo>
                <a:lnTo>
                  <a:pt x="124968" y="86868"/>
                </a:lnTo>
                <a:lnTo>
                  <a:pt x="124968" y="32004"/>
                </a:lnTo>
                <a:lnTo>
                  <a:pt x="146304" y="32004"/>
                </a:lnTo>
                <a:lnTo>
                  <a:pt x="146304" y="86868"/>
                </a:lnTo>
                <a:close/>
              </a:path>
              <a:path w="408939" h="382904">
                <a:moveTo>
                  <a:pt x="203345" y="86868"/>
                </a:moveTo>
                <a:lnTo>
                  <a:pt x="173736" y="86868"/>
                </a:lnTo>
                <a:lnTo>
                  <a:pt x="185928" y="71628"/>
                </a:lnTo>
                <a:lnTo>
                  <a:pt x="203345" y="86868"/>
                </a:lnTo>
                <a:close/>
              </a:path>
              <a:path w="408939" h="382904">
                <a:moveTo>
                  <a:pt x="25908" y="382524"/>
                </a:moveTo>
                <a:lnTo>
                  <a:pt x="26789" y="353139"/>
                </a:lnTo>
                <a:lnTo>
                  <a:pt x="27241" y="317754"/>
                </a:lnTo>
                <a:lnTo>
                  <a:pt x="27353" y="169545"/>
                </a:lnTo>
                <a:lnTo>
                  <a:pt x="27241" y="141351"/>
                </a:lnTo>
                <a:lnTo>
                  <a:pt x="26789" y="104536"/>
                </a:lnTo>
                <a:lnTo>
                  <a:pt x="25908" y="73152"/>
                </a:lnTo>
                <a:lnTo>
                  <a:pt x="50292" y="86868"/>
                </a:lnTo>
                <a:lnTo>
                  <a:pt x="203345" y="86868"/>
                </a:lnTo>
                <a:lnTo>
                  <a:pt x="210312" y="92964"/>
                </a:lnTo>
                <a:lnTo>
                  <a:pt x="205086" y="97536"/>
                </a:lnTo>
                <a:lnTo>
                  <a:pt x="50292" y="97536"/>
                </a:lnTo>
                <a:lnTo>
                  <a:pt x="50292" y="216407"/>
                </a:lnTo>
                <a:lnTo>
                  <a:pt x="61088" y="216407"/>
                </a:lnTo>
                <a:lnTo>
                  <a:pt x="50292" y="227076"/>
                </a:lnTo>
                <a:lnTo>
                  <a:pt x="50292" y="251459"/>
                </a:lnTo>
                <a:lnTo>
                  <a:pt x="198234" y="251459"/>
                </a:lnTo>
                <a:lnTo>
                  <a:pt x="198281" y="262128"/>
                </a:lnTo>
                <a:lnTo>
                  <a:pt x="50292" y="262128"/>
                </a:lnTo>
                <a:lnTo>
                  <a:pt x="50292" y="327660"/>
                </a:lnTo>
                <a:lnTo>
                  <a:pt x="198749" y="327660"/>
                </a:lnTo>
                <a:lnTo>
                  <a:pt x="198868" y="338328"/>
                </a:lnTo>
                <a:lnTo>
                  <a:pt x="50292" y="338328"/>
                </a:lnTo>
                <a:lnTo>
                  <a:pt x="50292" y="374904"/>
                </a:lnTo>
                <a:lnTo>
                  <a:pt x="25908" y="382524"/>
                </a:lnTo>
                <a:close/>
              </a:path>
              <a:path w="408939" h="382904">
                <a:moveTo>
                  <a:pt x="61088" y="216407"/>
                </a:moveTo>
                <a:lnTo>
                  <a:pt x="50292" y="216407"/>
                </a:lnTo>
                <a:lnTo>
                  <a:pt x="63174" y="196119"/>
                </a:lnTo>
                <a:lnTo>
                  <a:pt x="72199" y="169545"/>
                </a:lnTo>
                <a:lnTo>
                  <a:pt x="77509" y="136683"/>
                </a:lnTo>
                <a:lnTo>
                  <a:pt x="79248" y="97536"/>
                </a:lnTo>
                <a:lnTo>
                  <a:pt x="100584" y="97536"/>
                </a:lnTo>
                <a:lnTo>
                  <a:pt x="97440" y="140708"/>
                </a:lnTo>
                <a:lnTo>
                  <a:pt x="88011" y="176593"/>
                </a:lnTo>
                <a:lnTo>
                  <a:pt x="72294" y="205335"/>
                </a:lnTo>
                <a:lnTo>
                  <a:pt x="61088" y="216407"/>
                </a:lnTo>
                <a:close/>
              </a:path>
              <a:path w="408939" h="382904">
                <a:moveTo>
                  <a:pt x="198234" y="251459"/>
                </a:moveTo>
                <a:lnTo>
                  <a:pt x="175260" y="251459"/>
                </a:lnTo>
                <a:lnTo>
                  <a:pt x="175260" y="213359"/>
                </a:lnTo>
                <a:lnTo>
                  <a:pt x="150876" y="213359"/>
                </a:lnTo>
                <a:lnTo>
                  <a:pt x="138898" y="211645"/>
                </a:lnTo>
                <a:lnTo>
                  <a:pt x="130492" y="206502"/>
                </a:lnTo>
                <a:lnTo>
                  <a:pt x="125801" y="197929"/>
                </a:lnTo>
                <a:lnTo>
                  <a:pt x="124968" y="185928"/>
                </a:lnTo>
                <a:lnTo>
                  <a:pt x="124968" y="97536"/>
                </a:lnTo>
                <a:lnTo>
                  <a:pt x="146304" y="97536"/>
                </a:lnTo>
                <a:lnTo>
                  <a:pt x="146304" y="188976"/>
                </a:lnTo>
                <a:lnTo>
                  <a:pt x="149352" y="193548"/>
                </a:lnTo>
                <a:lnTo>
                  <a:pt x="198147" y="193548"/>
                </a:lnTo>
                <a:lnTo>
                  <a:pt x="198234" y="251459"/>
                </a:lnTo>
                <a:close/>
              </a:path>
              <a:path w="408939" h="382904">
                <a:moveTo>
                  <a:pt x="198147" y="193548"/>
                </a:moveTo>
                <a:lnTo>
                  <a:pt x="175260" y="193548"/>
                </a:lnTo>
                <a:lnTo>
                  <a:pt x="175260" y="97536"/>
                </a:lnTo>
                <a:lnTo>
                  <a:pt x="205086" y="97536"/>
                </a:lnTo>
                <a:lnTo>
                  <a:pt x="198120" y="103632"/>
                </a:lnTo>
                <a:lnTo>
                  <a:pt x="198147" y="193548"/>
                </a:lnTo>
                <a:close/>
              </a:path>
              <a:path w="408939" h="382904">
                <a:moveTo>
                  <a:pt x="198749" y="327660"/>
                </a:moveTo>
                <a:lnTo>
                  <a:pt x="175260" y="327660"/>
                </a:lnTo>
                <a:lnTo>
                  <a:pt x="175260" y="262128"/>
                </a:lnTo>
                <a:lnTo>
                  <a:pt x="198281" y="262128"/>
                </a:lnTo>
                <a:lnTo>
                  <a:pt x="198449" y="300703"/>
                </a:lnTo>
                <a:lnTo>
                  <a:pt x="198749" y="327660"/>
                </a:lnTo>
                <a:close/>
              </a:path>
              <a:path w="408939" h="382904">
                <a:moveTo>
                  <a:pt x="175260" y="381000"/>
                </a:moveTo>
                <a:lnTo>
                  <a:pt x="175260" y="338328"/>
                </a:lnTo>
                <a:lnTo>
                  <a:pt x="198868" y="338328"/>
                </a:lnTo>
                <a:lnTo>
                  <a:pt x="198900" y="341229"/>
                </a:lnTo>
                <a:lnTo>
                  <a:pt x="199644" y="368808"/>
                </a:lnTo>
                <a:lnTo>
                  <a:pt x="175260" y="38100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" name="object 30"/>
          <p:cNvSpPr/>
          <p:nvPr/>
        </p:nvSpPr>
        <p:spPr>
          <a:xfrm>
            <a:off x="5727191" y="4978146"/>
            <a:ext cx="148590" cy="293370"/>
          </a:xfrm>
          <a:custGeom>
            <a:avLst/>
            <a:gdLst/>
            <a:ahLst/>
            <a:cxnLst/>
            <a:rect l="l" t="t" r="r" b="b"/>
            <a:pathLst>
              <a:path w="148589" h="293370">
                <a:moveTo>
                  <a:pt x="25908" y="89154"/>
                </a:moveTo>
                <a:lnTo>
                  <a:pt x="13716" y="89154"/>
                </a:lnTo>
                <a:lnTo>
                  <a:pt x="9144" y="86106"/>
                </a:lnTo>
                <a:lnTo>
                  <a:pt x="4572" y="81534"/>
                </a:lnTo>
                <a:lnTo>
                  <a:pt x="1524" y="75438"/>
                </a:lnTo>
                <a:lnTo>
                  <a:pt x="0" y="67818"/>
                </a:lnTo>
                <a:lnTo>
                  <a:pt x="1524" y="57150"/>
                </a:lnTo>
                <a:lnTo>
                  <a:pt x="21336" y="23622"/>
                </a:lnTo>
                <a:lnTo>
                  <a:pt x="57912" y="2286"/>
                </a:lnTo>
                <a:lnTo>
                  <a:pt x="76962" y="0"/>
                </a:lnTo>
                <a:lnTo>
                  <a:pt x="86629" y="571"/>
                </a:lnTo>
                <a:lnTo>
                  <a:pt x="96012" y="2286"/>
                </a:lnTo>
                <a:lnTo>
                  <a:pt x="105156" y="4548"/>
                </a:lnTo>
                <a:lnTo>
                  <a:pt x="114300" y="8953"/>
                </a:lnTo>
                <a:lnTo>
                  <a:pt x="117835" y="11430"/>
                </a:lnTo>
                <a:lnTo>
                  <a:pt x="73152" y="11430"/>
                </a:lnTo>
                <a:lnTo>
                  <a:pt x="63412" y="12287"/>
                </a:lnTo>
                <a:lnTo>
                  <a:pt x="28384" y="35623"/>
                </a:lnTo>
                <a:lnTo>
                  <a:pt x="22860" y="44958"/>
                </a:lnTo>
                <a:lnTo>
                  <a:pt x="22860" y="49530"/>
                </a:lnTo>
                <a:lnTo>
                  <a:pt x="24384" y="52578"/>
                </a:lnTo>
                <a:lnTo>
                  <a:pt x="30480" y="55626"/>
                </a:lnTo>
                <a:lnTo>
                  <a:pt x="35052" y="58674"/>
                </a:lnTo>
                <a:lnTo>
                  <a:pt x="36576" y="63246"/>
                </a:lnTo>
                <a:lnTo>
                  <a:pt x="36576" y="80010"/>
                </a:lnTo>
                <a:lnTo>
                  <a:pt x="33528" y="83058"/>
                </a:lnTo>
                <a:lnTo>
                  <a:pt x="30480" y="87630"/>
                </a:lnTo>
                <a:lnTo>
                  <a:pt x="25908" y="89154"/>
                </a:lnTo>
                <a:close/>
              </a:path>
              <a:path w="148589" h="293370">
                <a:moveTo>
                  <a:pt x="76200" y="211074"/>
                </a:moveTo>
                <a:lnTo>
                  <a:pt x="70437" y="207335"/>
                </a:lnTo>
                <a:lnTo>
                  <a:pt x="66675" y="200596"/>
                </a:lnTo>
                <a:lnTo>
                  <a:pt x="64627" y="190714"/>
                </a:lnTo>
                <a:lnTo>
                  <a:pt x="64008" y="177546"/>
                </a:lnTo>
                <a:lnTo>
                  <a:pt x="65484" y="162687"/>
                </a:lnTo>
                <a:lnTo>
                  <a:pt x="70104" y="147828"/>
                </a:lnTo>
                <a:lnTo>
                  <a:pt x="78152" y="132969"/>
                </a:lnTo>
                <a:lnTo>
                  <a:pt x="89916" y="118110"/>
                </a:lnTo>
                <a:lnTo>
                  <a:pt x="100203" y="104060"/>
                </a:lnTo>
                <a:lnTo>
                  <a:pt x="108204" y="91440"/>
                </a:lnTo>
                <a:lnTo>
                  <a:pt x="113919" y="79962"/>
                </a:lnTo>
                <a:lnTo>
                  <a:pt x="117348" y="69342"/>
                </a:lnTo>
                <a:lnTo>
                  <a:pt x="117609" y="59959"/>
                </a:lnTo>
                <a:lnTo>
                  <a:pt x="116014" y="50292"/>
                </a:lnTo>
                <a:lnTo>
                  <a:pt x="91630" y="16192"/>
                </a:lnTo>
                <a:lnTo>
                  <a:pt x="73152" y="11430"/>
                </a:lnTo>
                <a:lnTo>
                  <a:pt x="117835" y="11430"/>
                </a:lnTo>
                <a:lnTo>
                  <a:pt x="146494" y="44196"/>
                </a:lnTo>
                <a:lnTo>
                  <a:pt x="148558" y="55626"/>
                </a:lnTo>
                <a:lnTo>
                  <a:pt x="148504" y="58674"/>
                </a:lnTo>
                <a:lnTo>
                  <a:pt x="137731" y="97536"/>
                </a:lnTo>
                <a:lnTo>
                  <a:pt x="112776" y="125730"/>
                </a:lnTo>
                <a:lnTo>
                  <a:pt x="98488" y="142065"/>
                </a:lnTo>
                <a:lnTo>
                  <a:pt x="87630" y="161544"/>
                </a:lnTo>
                <a:lnTo>
                  <a:pt x="80200" y="184451"/>
                </a:lnTo>
                <a:lnTo>
                  <a:pt x="76200" y="211074"/>
                </a:lnTo>
                <a:close/>
              </a:path>
              <a:path w="148589" h="293370">
                <a:moveTo>
                  <a:pt x="76200" y="293370"/>
                </a:moveTo>
                <a:lnTo>
                  <a:pt x="67056" y="293370"/>
                </a:lnTo>
                <a:lnTo>
                  <a:pt x="60960" y="291846"/>
                </a:lnTo>
                <a:lnTo>
                  <a:pt x="42410" y="256746"/>
                </a:lnTo>
                <a:lnTo>
                  <a:pt x="44005" y="249936"/>
                </a:lnTo>
                <a:lnTo>
                  <a:pt x="47601" y="244268"/>
                </a:lnTo>
                <a:lnTo>
                  <a:pt x="53340" y="240030"/>
                </a:lnTo>
                <a:lnTo>
                  <a:pt x="60960" y="235458"/>
                </a:lnTo>
                <a:lnTo>
                  <a:pt x="67056" y="232410"/>
                </a:lnTo>
                <a:lnTo>
                  <a:pt x="76200" y="232410"/>
                </a:lnTo>
                <a:lnTo>
                  <a:pt x="82296" y="235458"/>
                </a:lnTo>
                <a:lnTo>
                  <a:pt x="89916" y="238506"/>
                </a:lnTo>
                <a:lnTo>
                  <a:pt x="102155" y="270557"/>
                </a:lnTo>
                <a:lnTo>
                  <a:pt x="100203" y="277368"/>
                </a:lnTo>
                <a:lnTo>
                  <a:pt x="96535" y="283035"/>
                </a:lnTo>
                <a:lnTo>
                  <a:pt x="91440" y="287273"/>
                </a:lnTo>
                <a:lnTo>
                  <a:pt x="83820" y="291846"/>
                </a:lnTo>
                <a:lnTo>
                  <a:pt x="76200" y="29337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</p:spTree>
  </p:cSld>
  <p:clrMapOvr>
    <a:masterClrMapping/>
  </p:clrMapOvr>
</p:sld>
</file>

<file path=ppt/slides/slide4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object 2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9555480" y="7229856"/>
            <a:ext cx="198119" cy="146304"/>
          </a:xfrm>
          <a:prstGeom prst="rect">
            <a:avLst/>
          </a:prstGeom>
        </p:spPr>
      </p:pic>
      <p:sp>
        <p:nvSpPr>
          <p:cNvPr id="3" name="object 3"/>
          <p:cNvSpPr/>
          <p:nvPr/>
        </p:nvSpPr>
        <p:spPr>
          <a:xfrm>
            <a:off x="1708404" y="1269492"/>
            <a:ext cx="559435" cy="558165"/>
          </a:xfrm>
          <a:custGeom>
            <a:avLst/>
            <a:gdLst/>
            <a:ahLst/>
            <a:cxnLst/>
            <a:rect l="l" t="t" r="r" b="b"/>
            <a:pathLst>
              <a:path w="559435" h="558164">
                <a:moveTo>
                  <a:pt x="147827" y="138684"/>
                </a:moveTo>
                <a:lnTo>
                  <a:pt x="114300" y="138684"/>
                </a:lnTo>
                <a:lnTo>
                  <a:pt x="114221" y="88392"/>
                </a:lnTo>
                <a:lnTo>
                  <a:pt x="114109" y="64198"/>
                </a:lnTo>
                <a:lnTo>
                  <a:pt x="113657" y="30884"/>
                </a:lnTo>
                <a:lnTo>
                  <a:pt x="112775" y="0"/>
                </a:lnTo>
                <a:lnTo>
                  <a:pt x="169163" y="25908"/>
                </a:lnTo>
                <a:lnTo>
                  <a:pt x="147827" y="42672"/>
                </a:lnTo>
                <a:lnTo>
                  <a:pt x="147827" y="138684"/>
                </a:lnTo>
                <a:close/>
              </a:path>
              <a:path w="559435" h="558164">
                <a:moveTo>
                  <a:pt x="414528" y="108204"/>
                </a:moveTo>
                <a:lnTo>
                  <a:pt x="411480" y="108204"/>
                </a:lnTo>
                <a:lnTo>
                  <a:pt x="406931" y="106775"/>
                </a:lnTo>
                <a:lnTo>
                  <a:pt x="402526" y="102489"/>
                </a:lnTo>
                <a:lnTo>
                  <a:pt x="398406" y="95345"/>
                </a:lnTo>
                <a:lnTo>
                  <a:pt x="394716" y="85344"/>
                </a:lnTo>
                <a:lnTo>
                  <a:pt x="387286" y="70770"/>
                </a:lnTo>
                <a:lnTo>
                  <a:pt x="376428" y="54483"/>
                </a:lnTo>
                <a:lnTo>
                  <a:pt x="362140" y="36480"/>
                </a:lnTo>
                <a:lnTo>
                  <a:pt x="344424" y="16764"/>
                </a:lnTo>
                <a:lnTo>
                  <a:pt x="352044" y="9144"/>
                </a:lnTo>
                <a:lnTo>
                  <a:pt x="397954" y="34290"/>
                </a:lnTo>
                <a:lnTo>
                  <a:pt x="431673" y="62865"/>
                </a:lnTo>
                <a:lnTo>
                  <a:pt x="434340" y="77724"/>
                </a:lnTo>
                <a:lnTo>
                  <a:pt x="432816" y="88392"/>
                </a:lnTo>
                <a:lnTo>
                  <a:pt x="429768" y="96012"/>
                </a:lnTo>
                <a:lnTo>
                  <a:pt x="425196" y="100584"/>
                </a:lnTo>
                <a:lnTo>
                  <a:pt x="419100" y="105156"/>
                </a:lnTo>
                <a:lnTo>
                  <a:pt x="414528" y="108204"/>
                </a:lnTo>
                <a:close/>
              </a:path>
              <a:path w="559435" h="558164">
                <a:moveTo>
                  <a:pt x="544068" y="118872"/>
                </a:moveTo>
                <a:lnTo>
                  <a:pt x="483108" y="118872"/>
                </a:lnTo>
                <a:lnTo>
                  <a:pt x="513587" y="88392"/>
                </a:lnTo>
                <a:lnTo>
                  <a:pt x="544068" y="118872"/>
                </a:lnTo>
                <a:close/>
              </a:path>
              <a:path w="559435" h="558164">
                <a:moveTo>
                  <a:pt x="167639" y="557783"/>
                </a:moveTo>
                <a:lnTo>
                  <a:pt x="160019" y="550164"/>
                </a:lnTo>
                <a:lnTo>
                  <a:pt x="191381" y="515326"/>
                </a:lnTo>
                <a:lnTo>
                  <a:pt x="216598" y="477202"/>
                </a:lnTo>
                <a:lnTo>
                  <a:pt x="235243" y="435935"/>
                </a:lnTo>
                <a:lnTo>
                  <a:pt x="246887" y="391668"/>
                </a:lnTo>
                <a:lnTo>
                  <a:pt x="256427" y="319136"/>
                </a:lnTo>
                <a:lnTo>
                  <a:pt x="259079" y="273177"/>
                </a:lnTo>
                <a:lnTo>
                  <a:pt x="260208" y="220867"/>
                </a:lnTo>
                <a:lnTo>
                  <a:pt x="259729" y="162291"/>
                </a:lnTo>
                <a:lnTo>
                  <a:pt x="257555" y="97536"/>
                </a:lnTo>
                <a:lnTo>
                  <a:pt x="294131" y="118872"/>
                </a:lnTo>
                <a:lnTo>
                  <a:pt x="544068" y="118872"/>
                </a:lnTo>
                <a:lnTo>
                  <a:pt x="559308" y="134112"/>
                </a:lnTo>
                <a:lnTo>
                  <a:pt x="294131" y="134112"/>
                </a:lnTo>
                <a:lnTo>
                  <a:pt x="294314" y="196852"/>
                </a:lnTo>
                <a:lnTo>
                  <a:pt x="293034" y="253447"/>
                </a:lnTo>
                <a:lnTo>
                  <a:pt x="290291" y="303970"/>
                </a:lnTo>
                <a:lnTo>
                  <a:pt x="286085" y="348496"/>
                </a:lnTo>
                <a:lnTo>
                  <a:pt x="280415" y="387096"/>
                </a:lnTo>
                <a:lnTo>
                  <a:pt x="266652" y="431125"/>
                </a:lnTo>
                <a:lnTo>
                  <a:pt x="243458" y="474154"/>
                </a:lnTo>
                <a:lnTo>
                  <a:pt x="210550" y="516326"/>
                </a:lnTo>
                <a:lnTo>
                  <a:pt x="167639" y="557783"/>
                </a:lnTo>
                <a:close/>
              </a:path>
              <a:path w="559435" h="558164">
                <a:moveTo>
                  <a:pt x="21335" y="158496"/>
                </a:moveTo>
                <a:lnTo>
                  <a:pt x="1524" y="138684"/>
                </a:lnTo>
                <a:lnTo>
                  <a:pt x="176783" y="138684"/>
                </a:lnTo>
                <a:lnTo>
                  <a:pt x="205739" y="109728"/>
                </a:lnTo>
                <a:lnTo>
                  <a:pt x="248411" y="152400"/>
                </a:lnTo>
                <a:lnTo>
                  <a:pt x="50291" y="152400"/>
                </a:lnTo>
                <a:lnTo>
                  <a:pt x="21335" y="158496"/>
                </a:lnTo>
                <a:close/>
              </a:path>
              <a:path w="559435" h="558164">
                <a:moveTo>
                  <a:pt x="30480" y="353568"/>
                </a:moveTo>
                <a:lnTo>
                  <a:pt x="0" y="307848"/>
                </a:lnTo>
                <a:lnTo>
                  <a:pt x="20859" y="303014"/>
                </a:lnTo>
                <a:lnTo>
                  <a:pt x="46862" y="295465"/>
                </a:lnTo>
                <a:lnTo>
                  <a:pt x="78009" y="285345"/>
                </a:lnTo>
                <a:lnTo>
                  <a:pt x="114300" y="272796"/>
                </a:lnTo>
                <a:lnTo>
                  <a:pt x="114300" y="152400"/>
                </a:lnTo>
                <a:lnTo>
                  <a:pt x="147827" y="152400"/>
                </a:lnTo>
                <a:lnTo>
                  <a:pt x="147827" y="263651"/>
                </a:lnTo>
                <a:lnTo>
                  <a:pt x="191211" y="263651"/>
                </a:lnTo>
                <a:lnTo>
                  <a:pt x="147827" y="284987"/>
                </a:lnTo>
                <a:lnTo>
                  <a:pt x="147827" y="298704"/>
                </a:lnTo>
                <a:lnTo>
                  <a:pt x="114300" y="298704"/>
                </a:lnTo>
                <a:lnTo>
                  <a:pt x="78914" y="316706"/>
                </a:lnTo>
                <a:lnTo>
                  <a:pt x="52959" y="331851"/>
                </a:lnTo>
                <a:lnTo>
                  <a:pt x="36718" y="344138"/>
                </a:lnTo>
                <a:lnTo>
                  <a:pt x="30480" y="353568"/>
                </a:lnTo>
                <a:close/>
              </a:path>
              <a:path w="559435" h="558164">
                <a:moveTo>
                  <a:pt x="191211" y="263651"/>
                </a:moveTo>
                <a:lnTo>
                  <a:pt x="147827" y="263651"/>
                </a:lnTo>
                <a:lnTo>
                  <a:pt x="236219" y="230124"/>
                </a:lnTo>
                <a:lnTo>
                  <a:pt x="240791" y="239268"/>
                </a:lnTo>
                <a:lnTo>
                  <a:pt x="191211" y="263651"/>
                </a:lnTo>
                <a:close/>
              </a:path>
              <a:path w="559435" h="558164">
                <a:moveTo>
                  <a:pt x="146823" y="496824"/>
                </a:moveTo>
                <a:lnTo>
                  <a:pt x="99060" y="496824"/>
                </a:lnTo>
                <a:lnTo>
                  <a:pt x="105941" y="494252"/>
                </a:lnTo>
                <a:lnTo>
                  <a:pt x="110680" y="488823"/>
                </a:lnTo>
                <a:lnTo>
                  <a:pt x="113418" y="480536"/>
                </a:lnTo>
                <a:lnTo>
                  <a:pt x="114300" y="469392"/>
                </a:lnTo>
                <a:lnTo>
                  <a:pt x="114300" y="298704"/>
                </a:lnTo>
                <a:lnTo>
                  <a:pt x="147827" y="298704"/>
                </a:lnTo>
                <a:lnTo>
                  <a:pt x="147827" y="492252"/>
                </a:lnTo>
                <a:lnTo>
                  <a:pt x="146823" y="496824"/>
                </a:lnTo>
                <a:close/>
              </a:path>
              <a:path w="559435" h="558164">
                <a:moveTo>
                  <a:pt x="96012" y="553212"/>
                </a:moveTo>
                <a:lnTo>
                  <a:pt x="93178" y="538614"/>
                </a:lnTo>
                <a:lnTo>
                  <a:pt x="80200" y="524446"/>
                </a:lnTo>
                <a:lnTo>
                  <a:pt x="57221" y="510563"/>
                </a:lnTo>
                <a:lnTo>
                  <a:pt x="24383" y="496824"/>
                </a:lnTo>
                <a:lnTo>
                  <a:pt x="24383" y="487680"/>
                </a:lnTo>
                <a:lnTo>
                  <a:pt x="51268" y="491680"/>
                </a:lnTo>
                <a:lnTo>
                  <a:pt x="72580" y="494538"/>
                </a:lnTo>
                <a:lnTo>
                  <a:pt x="88463" y="496252"/>
                </a:lnTo>
                <a:lnTo>
                  <a:pt x="99060" y="496824"/>
                </a:lnTo>
                <a:lnTo>
                  <a:pt x="146823" y="496824"/>
                </a:lnTo>
                <a:lnTo>
                  <a:pt x="143803" y="510563"/>
                </a:lnTo>
                <a:lnTo>
                  <a:pt x="133921" y="526732"/>
                </a:lnTo>
                <a:lnTo>
                  <a:pt x="118038" y="540900"/>
                </a:lnTo>
                <a:lnTo>
                  <a:pt x="96012" y="553212"/>
                </a:lnTo>
                <a:close/>
              </a:path>
            </a:pathLst>
          </a:custGeom>
          <a:solidFill>
            <a:srgbClr val="3333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" name="object 4"/>
          <p:cNvSpPr/>
          <p:nvPr/>
        </p:nvSpPr>
        <p:spPr>
          <a:xfrm>
            <a:off x="2325623" y="1278636"/>
            <a:ext cx="550545" cy="544195"/>
          </a:xfrm>
          <a:custGeom>
            <a:avLst/>
            <a:gdLst/>
            <a:ahLst/>
            <a:cxnLst/>
            <a:rect l="l" t="t" r="r" b="b"/>
            <a:pathLst>
              <a:path w="550544" h="544194">
                <a:moveTo>
                  <a:pt x="496663" y="24384"/>
                </a:moveTo>
                <a:lnTo>
                  <a:pt x="445008" y="24384"/>
                </a:lnTo>
                <a:lnTo>
                  <a:pt x="463296" y="0"/>
                </a:lnTo>
                <a:lnTo>
                  <a:pt x="496663" y="24384"/>
                </a:lnTo>
                <a:close/>
              </a:path>
              <a:path w="550544" h="544194">
                <a:moveTo>
                  <a:pt x="7620" y="544068"/>
                </a:moveTo>
                <a:lnTo>
                  <a:pt x="0" y="537972"/>
                </a:lnTo>
                <a:lnTo>
                  <a:pt x="18907" y="504825"/>
                </a:lnTo>
                <a:lnTo>
                  <a:pt x="34671" y="471678"/>
                </a:lnTo>
                <a:lnTo>
                  <a:pt x="57912" y="405384"/>
                </a:lnTo>
                <a:lnTo>
                  <a:pt x="70485" y="335661"/>
                </a:lnTo>
                <a:lnTo>
                  <a:pt x="76200" y="263652"/>
                </a:lnTo>
                <a:lnTo>
                  <a:pt x="78295" y="191643"/>
                </a:lnTo>
                <a:lnTo>
                  <a:pt x="79075" y="144637"/>
                </a:lnTo>
                <a:lnTo>
                  <a:pt x="79173" y="112776"/>
                </a:lnTo>
                <a:lnTo>
                  <a:pt x="78986" y="89654"/>
                </a:lnTo>
                <a:lnTo>
                  <a:pt x="78295" y="59245"/>
                </a:lnTo>
                <a:lnTo>
                  <a:pt x="77319" y="30837"/>
                </a:lnTo>
                <a:lnTo>
                  <a:pt x="76200" y="4572"/>
                </a:lnTo>
                <a:lnTo>
                  <a:pt x="112776" y="24384"/>
                </a:lnTo>
                <a:lnTo>
                  <a:pt x="496663" y="24384"/>
                </a:lnTo>
                <a:lnTo>
                  <a:pt x="502920" y="28956"/>
                </a:lnTo>
                <a:lnTo>
                  <a:pt x="492113" y="38100"/>
                </a:lnTo>
                <a:lnTo>
                  <a:pt x="112776" y="38100"/>
                </a:lnTo>
                <a:lnTo>
                  <a:pt x="112776" y="112776"/>
                </a:lnTo>
                <a:lnTo>
                  <a:pt x="484459" y="112776"/>
                </a:lnTo>
                <a:lnTo>
                  <a:pt x="485036" y="125444"/>
                </a:lnTo>
                <a:lnTo>
                  <a:pt x="485108" y="126492"/>
                </a:lnTo>
                <a:lnTo>
                  <a:pt x="112776" y="126492"/>
                </a:lnTo>
                <a:lnTo>
                  <a:pt x="112490" y="176450"/>
                </a:lnTo>
                <a:lnTo>
                  <a:pt x="111691" y="217931"/>
                </a:lnTo>
                <a:lnTo>
                  <a:pt x="109728" y="217931"/>
                </a:lnTo>
                <a:lnTo>
                  <a:pt x="109728" y="231648"/>
                </a:lnTo>
                <a:lnTo>
                  <a:pt x="111240" y="231648"/>
                </a:lnTo>
                <a:lnTo>
                  <a:pt x="110204" y="259794"/>
                </a:lnTo>
                <a:lnTo>
                  <a:pt x="108204" y="292607"/>
                </a:lnTo>
                <a:lnTo>
                  <a:pt x="105749" y="310895"/>
                </a:lnTo>
                <a:lnTo>
                  <a:pt x="105156" y="310895"/>
                </a:lnTo>
                <a:lnTo>
                  <a:pt x="102108" y="326136"/>
                </a:lnTo>
                <a:lnTo>
                  <a:pt x="103560" y="326136"/>
                </a:lnTo>
                <a:lnTo>
                  <a:pt x="98869" y="352996"/>
                </a:lnTo>
                <a:lnTo>
                  <a:pt x="83820" y="414528"/>
                </a:lnTo>
                <a:lnTo>
                  <a:pt x="55435" y="477583"/>
                </a:lnTo>
                <a:lnTo>
                  <a:pt x="33885" y="510325"/>
                </a:lnTo>
                <a:lnTo>
                  <a:pt x="7620" y="544068"/>
                </a:lnTo>
                <a:close/>
              </a:path>
              <a:path w="550544" h="544194">
                <a:moveTo>
                  <a:pt x="484459" y="112776"/>
                </a:moveTo>
                <a:lnTo>
                  <a:pt x="449580" y="112776"/>
                </a:lnTo>
                <a:lnTo>
                  <a:pt x="449580" y="38100"/>
                </a:lnTo>
                <a:lnTo>
                  <a:pt x="492113" y="38100"/>
                </a:lnTo>
                <a:lnTo>
                  <a:pt x="483108" y="45720"/>
                </a:lnTo>
                <a:lnTo>
                  <a:pt x="483369" y="77438"/>
                </a:lnTo>
                <a:lnTo>
                  <a:pt x="484060" y="104013"/>
                </a:lnTo>
                <a:lnTo>
                  <a:pt x="484459" y="112776"/>
                </a:lnTo>
                <a:close/>
              </a:path>
              <a:path w="550544" h="544194">
                <a:moveTo>
                  <a:pt x="449580" y="153924"/>
                </a:moveTo>
                <a:lnTo>
                  <a:pt x="449580" y="126492"/>
                </a:lnTo>
                <a:lnTo>
                  <a:pt x="485108" y="126492"/>
                </a:lnTo>
                <a:lnTo>
                  <a:pt x="486156" y="141732"/>
                </a:lnTo>
                <a:lnTo>
                  <a:pt x="449580" y="153924"/>
                </a:lnTo>
                <a:close/>
              </a:path>
              <a:path w="550544" h="544194">
                <a:moveTo>
                  <a:pt x="251460" y="217931"/>
                </a:moveTo>
                <a:lnTo>
                  <a:pt x="219456" y="217931"/>
                </a:lnTo>
                <a:lnTo>
                  <a:pt x="219436" y="193095"/>
                </a:lnTo>
                <a:lnTo>
                  <a:pt x="219326" y="171259"/>
                </a:lnTo>
                <a:lnTo>
                  <a:pt x="219206" y="160020"/>
                </a:lnTo>
                <a:lnTo>
                  <a:pt x="218813" y="144637"/>
                </a:lnTo>
                <a:lnTo>
                  <a:pt x="217932" y="134112"/>
                </a:lnTo>
                <a:lnTo>
                  <a:pt x="272795" y="158496"/>
                </a:lnTo>
                <a:lnTo>
                  <a:pt x="251460" y="175260"/>
                </a:lnTo>
                <a:lnTo>
                  <a:pt x="251460" y="217931"/>
                </a:lnTo>
                <a:close/>
              </a:path>
              <a:path w="550544" h="544194">
                <a:moveTo>
                  <a:pt x="382524" y="217931"/>
                </a:moveTo>
                <a:lnTo>
                  <a:pt x="352044" y="217931"/>
                </a:lnTo>
                <a:lnTo>
                  <a:pt x="351782" y="193095"/>
                </a:lnTo>
                <a:lnTo>
                  <a:pt x="351091" y="171259"/>
                </a:lnTo>
                <a:lnTo>
                  <a:pt x="350115" y="152566"/>
                </a:lnTo>
                <a:lnTo>
                  <a:pt x="348996" y="137160"/>
                </a:lnTo>
                <a:lnTo>
                  <a:pt x="403860" y="160020"/>
                </a:lnTo>
                <a:lnTo>
                  <a:pt x="382524" y="175260"/>
                </a:lnTo>
                <a:lnTo>
                  <a:pt x="382524" y="217931"/>
                </a:lnTo>
                <a:close/>
              </a:path>
              <a:path w="550544" h="544194">
                <a:moveTo>
                  <a:pt x="499872" y="231648"/>
                </a:moveTo>
                <a:lnTo>
                  <a:pt x="111240" y="231648"/>
                </a:lnTo>
                <a:lnTo>
                  <a:pt x="111633" y="220979"/>
                </a:lnTo>
                <a:lnTo>
                  <a:pt x="111691" y="217931"/>
                </a:lnTo>
                <a:lnTo>
                  <a:pt x="428244" y="217931"/>
                </a:lnTo>
                <a:lnTo>
                  <a:pt x="457200" y="188976"/>
                </a:lnTo>
                <a:lnTo>
                  <a:pt x="499872" y="231648"/>
                </a:lnTo>
                <a:close/>
              </a:path>
              <a:path w="550544" h="544194">
                <a:moveTo>
                  <a:pt x="111240" y="231648"/>
                </a:moveTo>
                <a:lnTo>
                  <a:pt x="109728" y="231648"/>
                </a:lnTo>
                <a:lnTo>
                  <a:pt x="109728" y="217931"/>
                </a:lnTo>
                <a:lnTo>
                  <a:pt x="111691" y="217931"/>
                </a:lnTo>
                <a:lnTo>
                  <a:pt x="111633" y="220979"/>
                </a:lnTo>
                <a:lnTo>
                  <a:pt x="111240" y="231648"/>
                </a:lnTo>
                <a:close/>
              </a:path>
              <a:path w="550544" h="544194">
                <a:moveTo>
                  <a:pt x="251460" y="310895"/>
                </a:moveTo>
                <a:lnTo>
                  <a:pt x="219456" y="310895"/>
                </a:lnTo>
                <a:lnTo>
                  <a:pt x="219456" y="231648"/>
                </a:lnTo>
                <a:lnTo>
                  <a:pt x="251460" y="231648"/>
                </a:lnTo>
                <a:lnTo>
                  <a:pt x="251460" y="310895"/>
                </a:lnTo>
                <a:close/>
              </a:path>
              <a:path w="550544" h="544194">
                <a:moveTo>
                  <a:pt x="382524" y="310895"/>
                </a:moveTo>
                <a:lnTo>
                  <a:pt x="352044" y="310895"/>
                </a:lnTo>
                <a:lnTo>
                  <a:pt x="352044" y="231648"/>
                </a:lnTo>
                <a:lnTo>
                  <a:pt x="382524" y="231648"/>
                </a:lnTo>
                <a:lnTo>
                  <a:pt x="382524" y="310895"/>
                </a:lnTo>
                <a:close/>
              </a:path>
              <a:path w="550544" h="544194">
                <a:moveTo>
                  <a:pt x="541020" y="326136"/>
                </a:moveTo>
                <a:lnTo>
                  <a:pt x="103560" y="326136"/>
                </a:lnTo>
                <a:lnTo>
                  <a:pt x="104179" y="322587"/>
                </a:lnTo>
                <a:lnTo>
                  <a:pt x="105749" y="310895"/>
                </a:lnTo>
                <a:lnTo>
                  <a:pt x="458724" y="310895"/>
                </a:lnTo>
                <a:lnTo>
                  <a:pt x="492252" y="277368"/>
                </a:lnTo>
                <a:lnTo>
                  <a:pt x="541020" y="326136"/>
                </a:lnTo>
                <a:close/>
              </a:path>
              <a:path w="550544" h="544194">
                <a:moveTo>
                  <a:pt x="103560" y="326136"/>
                </a:moveTo>
                <a:lnTo>
                  <a:pt x="102108" y="326136"/>
                </a:lnTo>
                <a:lnTo>
                  <a:pt x="105156" y="310895"/>
                </a:lnTo>
                <a:lnTo>
                  <a:pt x="105749" y="310895"/>
                </a:lnTo>
                <a:lnTo>
                  <a:pt x="104179" y="322587"/>
                </a:lnTo>
                <a:lnTo>
                  <a:pt x="103560" y="326136"/>
                </a:lnTo>
                <a:close/>
              </a:path>
              <a:path w="550544" h="544194">
                <a:moveTo>
                  <a:pt x="202692" y="541020"/>
                </a:moveTo>
                <a:lnTo>
                  <a:pt x="175260" y="504444"/>
                </a:lnTo>
                <a:lnTo>
                  <a:pt x="180117" y="498133"/>
                </a:lnTo>
                <a:lnTo>
                  <a:pt x="183261" y="490537"/>
                </a:lnTo>
                <a:lnTo>
                  <a:pt x="184527" y="482536"/>
                </a:lnTo>
                <a:lnTo>
                  <a:pt x="184583" y="477583"/>
                </a:lnTo>
                <a:lnTo>
                  <a:pt x="184424" y="471678"/>
                </a:lnTo>
                <a:lnTo>
                  <a:pt x="184404" y="326136"/>
                </a:lnTo>
                <a:lnTo>
                  <a:pt x="214884" y="326136"/>
                </a:lnTo>
                <a:lnTo>
                  <a:pt x="214884" y="486156"/>
                </a:lnTo>
                <a:lnTo>
                  <a:pt x="266030" y="486156"/>
                </a:lnTo>
                <a:lnTo>
                  <a:pt x="245173" y="500824"/>
                </a:lnTo>
                <a:lnTo>
                  <a:pt x="220146" y="521850"/>
                </a:lnTo>
                <a:lnTo>
                  <a:pt x="202692" y="541020"/>
                </a:lnTo>
                <a:close/>
              </a:path>
              <a:path w="550544" h="544194">
                <a:moveTo>
                  <a:pt x="499872" y="531876"/>
                </a:moveTo>
                <a:lnTo>
                  <a:pt x="435864" y="510540"/>
                </a:lnTo>
                <a:lnTo>
                  <a:pt x="371856" y="470916"/>
                </a:lnTo>
                <a:lnTo>
                  <a:pt x="342138" y="443150"/>
                </a:lnTo>
                <a:lnTo>
                  <a:pt x="316992" y="409956"/>
                </a:lnTo>
                <a:lnTo>
                  <a:pt x="296418" y="371046"/>
                </a:lnTo>
                <a:lnTo>
                  <a:pt x="280416" y="326136"/>
                </a:lnTo>
                <a:lnTo>
                  <a:pt x="291083" y="326136"/>
                </a:lnTo>
                <a:lnTo>
                  <a:pt x="304252" y="351543"/>
                </a:lnTo>
                <a:lnTo>
                  <a:pt x="318706" y="375094"/>
                </a:lnTo>
                <a:lnTo>
                  <a:pt x="334589" y="396644"/>
                </a:lnTo>
                <a:lnTo>
                  <a:pt x="352044" y="416052"/>
                </a:lnTo>
                <a:lnTo>
                  <a:pt x="379799" y="416052"/>
                </a:lnTo>
                <a:lnTo>
                  <a:pt x="361188" y="426720"/>
                </a:lnTo>
                <a:lnTo>
                  <a:pt x="400431" y="452818"/>
                </a:lnTo>
                <a:lnTo>
                  <a:pt x="446532" y="470916"/>
                </a:lnTo>
                <a:lnTo>
                  <a:pt x="496633" y="482536"/>
                </a:lnTo>
                <a:lnTo>
                  <a:pt x="550163" y="486156"/>
                </a:lnTo>
                <a:lnTo>
                  <a:pt x="550163" y="495300"/>
                </a:lnTo>
                <a:lnTo>
                  <a:pt x="530733" y="501015"/>
                </a:lnTo>
                <a:lnTo>
                  <a:pt x="515874" y="509016"/>
                </a:lnTo>
                <a:lnTo>
                  <a:pt x="505587" y="519303"/>
                </a:lnTo>
                <a:lnTo>
                  <a:pt x="499872" y="531876"/>
                </a:lnTo>
                <a:close/>
              </a:path>
              <a:path w="550544" h="544194">
                <a:moveTo>
                  <a:pt x="379799" y="416052"/>
                </a:moveTo>
                <a:lnTo>
                  <a:pt x="352044" y="416052"/>
                </a:lnTo>
                <a:lnTo>
                  <a:pt x="378928" y="396359"/>
                </a:lnTo>
                <a:lnTo>
                  <a:pt x="402526" y="376237"/>
                </a:lnTo>
                <a:lnTo>
                  <a:pt x="422981" y="355830"/>
                </a:lnTo>
                <a:lnTo>
                  <a:pt x="440436" y="335280"/>
                </a:lnTo>
                <a:lnTo>
                  <a:pt x="473963" y="373380"/>
                </a:lnTo>
                <a:lnTo>
                  <a:pt x="457628" y="376785"/>
                </a:lnTo>
                <a:lnTo>
                  <a:pt x="433578" y="386905"/>
                </a:lnTo>
                <a:lnTo>
                  <a:pt x="401526" y="403598"/>
                </a:lnTo>
                <a:lnTo>
                  <a:pt x="379799" y="416052"/>
                </a:lnTo>
                <a:close/>
              </a:path>
              <a:path w="550544" h="544194">
                <a:moveTo>
                  <a:pt x="266030" y="486156"/>
                </a:moveTo>
                <a:lnTo>
                  <a:pt x="214884" y="486156"/>
                </a:lnTo>
                <a:lnTo>
                  <a:pt x="313944" y="445008"/>
                </a:lnTo>
                <a:lnTo>
                  <a:pt x="318516" y="452628"/>
                </a:lnTo>
                <a:lnTo>
                  <a:pt x="277915" y="477797"/>
                </a:lnTo>
                <a:lnTo>
                  <a:pt x="266030" y="486156"/>
                </a:lnTo>
                <a:close/>
              </a:path>
            </a:pathLst>
          </a:custGeom>
          <a:solidFill>
            <a:srgbClr val="3333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" name="object 5"/>
          <p:cNvSpPr/>
          <p:nvPr/>
        </p:nvSpPr>
        <p:spPr>
          <a:xfrm>
            <a:off x="1744979" y="2485643"/>
            <a:ext cx="117475" cy="117475"/>
          </a:xfrm>
          <a:custGeom>
            <a:avLst/>
            <a:gdLst/>
            <a:ahLst/>
            <a:cxnLst/>
            <a:rect l="l" t="t" r="r" b="b"/>
            <a:pathLst>
              <a:path w="117475" h="117475">
                <a:moveTo>
                  <a:pt x="117348" y="117348"/>
                </a:moveTo>
                <a:lnTo>
                  <a:pt x="0" y="117348"/>
                </a:lnTo>
                <a:lnTo>
                  <a:pt x="0" y="0"/>
                </a:lnTo>
                <a:lnTo>
                  <a:pt x="117348" y="0"/>
                </a:lnTo>
                <a:lnTo>
                  <a:pt x="117348" y="117348"/>
                </a:lnTo>
                <a:close/>
              </a:path>
            </a:pathLst>
          </a:custGeom>
          <a:solidFill>
            <a:srgbClr val="3333CC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6" name="object 6"/>
          <p:cNvGrpSpPr/>
          <p:nvPr/>
        </p:nvGrpSpPr>
        <p:grpSpPr>
          <a:xfrm>
            <a:off x="2115311" y="2337816"/>
            <a:ext cx="2677795" cy="318770"/>
            <a:chOff x="2115311" y="2337816"/>
            <a:chExt cx="2677795" cy="318770"/>
          </a:xfrm>
        </p:grpSpPr>
        <p:pic>
          <p:nvPicPr>
            <p:cNvPr id="7" name="object 7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2115311" y="2337816"/>
              <a:ext cx="1327404" cy="318515"/>
            </a:xfrm>
            <a:prstGeom prst="rect">
              <a:avLst/>
            </a:prstGeom>
          </p:spPr>
        </p:pic>
        <p:pic>
          <p:nvPicPr>
            <p:cNvPr id="8" name="object 8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3482340" y="2342387"/>
              <a:ext cx="1310639" cy="309372"/>
            </a:xfrm>
            <a:prstGeom prst="rect">
              <a:avLst/>
            </a:prstGeom>
          </p:spPr>
        </p:pic>
      </p:grpSp>
      <p:sp>
        <p:nvSpPr>
          <p:cNvPr id="9" name="object 9"/>
          <p:cNvSpPr/>
          <p:nvPr/>
        </p:nvSpPr>
        <p:spPr>
          <a:xfrm>
            <a:off x="2244851" y="2979419"/>
            <a:ext cx="106680" cy="106680"/>
          </a:xfrm>
          <a:custGeom>
            <a:avLst/>
            <a:gdLst/>
            <a:ahLst/>
            <a:cxnLst/>
            <a:rect l="l" t="t" r="r" b="b"/>
            <a:pathLst>
              <a:path w="106680" h="106680">
                <a:moveTo>
                  <a:pt x="106680" y="106680"/>
                </a:moveTo>
                <a:lnTo>
                  <a:pt x="0" y="106680"/>
                </a:lnTo>
                <a:lnTo>
                  <a:pt x="0" y="0"/>
                </a:lnTo>
                <a:lnTo>
                  <a:pt x="106680" y="0"/>
                </a:lnTo>
                <a:lnTo>
                  <a:pt x="106680" y="10668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0" name="object 10"/>
          <p:cNvGrpSpPr/>
          <p:nvPr/>
        </p:nvGrpSpPr>
        <p:grpSpPr>
          <a:xfrm>
            <a:off x="2561843" y="2851404"/>
            <a:ext cx="332740" cy="248920"/>
            <a:chOff x="2561843" y="2851404"/>
            <a:chExt cx="332740" cy="248920"/>
          </a:xfrm>
        </p:grpSpPr>
        <p:pic>
          <p:nvPicPr>
            <p:cNvPr id="11" name="object 11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2561843" y="2851404"/>
              <a:ext cx="150875" cy="248412"/>
            </a:xfrm>
            <a:prstGeom prst="rect">
              <a:avLst/>
            </a:prstGeom>
          </p:spPr>
        </p:pic>
        <p:pic>
          <p:nvPicPr>
            <p:cNvPr id="12" name="object 12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2750819" y="2912364"/>
              <a:ext cx="143256" cy="187451"/>
            </a:xfrm>
            <a:prstGeom prst="rect">
              <a:avLst/>
            </a:prstGeom>
          </p:spPr>
        </p:pic>
      </p:grpSp>
      <p:sp>
        <p:nvSpPr>
          <p:cNvPr id="13" name="object 13"/>
          <p:cNvSpPr/>
          <p:nvPr/>
        </p:nvSpPr>
        <p:spPr>
          <a:xfrm>
            <a:off x="3032747" y="2823971"/>
            <a:ext cx="641985" cy="309880"/>
          </a:xfrm>
          <a:custGeom>
            <a:avLst/>
            <a:gdLst/>
            <a:ahLst/>
            <a:cxnLst/>
            <a:rect l="l" t="t" r="r" b="b"/>
            <a:pathLst>
              <a:path w="641985" h="309880">
                <a:moveTo>
                  <a:pt x="173736" y="111252"/>
                </a:moveTo>
                <a:lnTo>
                  <a:pt x="141732" y="92964"/>
                </a:lnTo>
                <a:lnTo>
                  <a:pt x="142557" y="108204"/>
                </a:lnTo>
                <a:lnTo>
                  <a:pt x="142684" y="111252"/>
                </a:lnTo>
                <a:lnTo>
                  <a:pt x="143090" y="125349"/>
                </a:lnTo>
                <a:lnTo>
                  <a:pt x="143205" y="134302"/>
                </a:lnTo>
                <a:lnTo>
                  <a:pt x="143116" y="259867"/>
                </a:lnTo>
                <a:lnTo>
                  <a:pt x="143065" y="264795"/>
                </a:lnTo>
                <a:lnTo>
                  <a:pt x="142621" y="285089"/>
                </a:lnTo>
                <a:lnTo>
                  <a:pt x="141732" y="309372"/>
                </a:lnTo>
                <a:lnTo>
                  <a:pt x="164592" y="295656"/>
                </a:lnTo>
                <a:lnTo>
                  <a:pt x="163715" y="283349"/>
                </a:lnTo>
                <a:lnTo>
                  <a:pt x="163258" y="271462"/>
                </a:lnTo>
                <a:lnTo>
                  <a:pt x="163169" y="264795"/>
                </a:lnTo>
                <a:lnTo>
                  <a:pt x="163068" y="118872"/>
                </a:lnTo>
                <a:lnTo>
                  <a:pt x="173736" y="111252"/>
                </a:lnTo>
                <a:close/>
              </a:path>
              <a:path w="641985" h="309880">
                <a:moveTo>
                  <a:pt x="306336" y="135636"/>
                </a:moveTo>
                <a:lnTo>
                  <a:pt x="252323" y="115925"/>
                </a:lnTo>
                <a:lnTo>
                  <a:pt x="214033" y="88442"/>
                </a:lnTo>
                <a:lnTo>
                  <a:pt x="177457" y="48348"/>
                </a:lnTo>
                <a:lnTo>
                  <a:pt x="165239" y="30480"/>
                </a:lnTo>
                <a:lnTo>
                  <a:pt x="160020" y="22860"/>
                </a:lnTo>
                <a:lnTo>
                  <a:pt x="170688" y="15240"/>
                </a:lnTo>
                <a:lnTo>
                  <a:pt x="143256" y="0"/>
                </a:lnTo>
                <a:lnTo>
                  <a:pt x="135826" y="20243"/>
                </a:lnTo>
                <a:lnTo>
                  <a:pt x="124968" y="41910"/>
                </a:lnTo>
                <a:lnTo>
                  <a:pt x="92964" y="88392"/>
                </a:lnTo>
                <a:lnTo>
                  <a:pt x="51625" y="131635"/>
                </a:lnTo>
                <a:lnTo>
                  <a:pt x="0" y="164592"/>
                </a:lnTo>
                <a:lnTo>
                  <a:pt x="1524" y="169164"/>
                </a:lnTo>
                <a:lnTo>
                  <a:pt x="51625" y="144018"/>
                </a:lnTo>
                <a:lnTo>
                  <a:pt x="91440" y="114300"/>
                </a:lnTo>
                <a:lnTo>
                  <a:pt x="124587" y="77533"/>
                </a:lnTo>
                <a:lnTo>
                  <a:pt x="155448" y="30480"/>
                </a:lnTo>
                <a:lnTo>
                  <a:pt x="169164" y="53340"/>
                </a:lnTo>
                <a:lnTo>
                  <a:pt x="196596" y="92202"/>
                </a:lnTo>
                <a:lnTo>
                  <a:pt x="224866" y="121615"/>
                </a:lnTo>
                <a:lnTo>
                  <a:pt x="258533" y="146138"/>
                </a:lnTo>
                <a:lnTo>
                  <a:pt x="277368" y="156972"/>
                </a:lnTo>
                <a:lnTo>
                  <a:pt x="282536" y="150710"/>
                </a:lnTo>
                <a:lnTo>
                  <a:pt x="288988" y="145732"/>
                </a:lnTo>
                <a:lnTo>
                  <a:pt x="296875" y="142189"/>
                </a:lnTo>
                <a:lnTo>
                  <a:pt x="306336" y="140208"/>
                </a:lnTo>
                <a:lnTo>
                  <a:pt x="306336" y="135636"/>
                </a:lnTo>
                <a:close/>
              </a:path>
              <a:path w="641985" h="309880">
                <a:moveTo>
                  <a:pt x="641604" y="272796"/>
                </a:moveTo>
                <a:lnTo>
                  <a:pt x="604075" y="259270"/>
                </a:lnTo>
                <a:lnTo>
                  <a:pt x="569976" y="233172"/>
                </a:lnTo>
                <a:lnTo>
                  <a:pt x="541401" y="195453"/>
                </a:lnTo>
                <a:lnTo>
                  <a:pt x="519684" y="150876"/>
                </a:lnTo>
                <a:lnTo>
                  <a:pt x="503110" y="97345"/>
                </a:lnTo>
                <a:lnTo>
                  <a:pt x="492252" y="33528"/>
                </a:lnTo>
                <a:lnTo>
                  <a:pt x="505968" y="21336"/>
                </a:lnTo>
                <a:lnTo>
                  <a:pt x="466344" y="4572"/>
                </a:lnTo>
                <a:lnTo>
                  <a:pt x="465201" y="64770"/>
                </a:lnTo>
                <a:lnTo>
                  <a:pt x="457200" y="124968"/>
                </a:lnTo>
                <a:lnTo>
                  <a:pt x="443484" y="180975"/>
                </a:lnTo>
                <a:lnTo>
                  <a:pt x="420624" y="225552"/>
                </a:lnTo>
                <a:lnTo>
                  <a:pt x="385000" y="264604"/>
                </a:lnTo>
                <a:lnTo>
                  <a:pt x="336804" y="300228"/>
                </a:lnTo>
                <a:lnTo>
                  <a:pt x="339852" y="303276"/>
                </a:lnTo>
                <a:lnTo>
                  <a:pt x="388810" y="277177"/>
                </a:lnTo>
                <a:lnTo>
                  <a:pt x="425196" y="245364"/>
                </a:lnTo>
                <a:lnTo>
                  <a:pt x="452628" y="208978"/>
                </a:lnTo>
                <a:lnTo>
                  <a:pt x="470916" y="169164"/>
                </a:lnTo>
                <a:lnTo>
                  <a:pt x="481203" y="121158"/>
                </a:lnTo>
                <a:lnTo>
                  <a:pt x="489204" y="64008"/>
                </a:lnTo>
                <a:lnTo>
                  <a:pt x="492950" y="95427"/>
                </a:lnTo>
                <a:lnTo>
                  <a:pt x="502716" y="147383"/>
                </a:lnTo>
                <a:lnTo>
                  <a:pt x="517334" y="186550"/>
                </a:lnTo>
                <a:lnTo>
                  <a:pt x="536244" y="222084"/>
                </a:lnTo>
                <a:lnTo>
                  <a:pt x="559384" y="255612"/>
                </a:lnTo>
                <a:lnTo>
                  <a:pt x="588479" y="284276"/>
                </a:lnTo>
                <a:lnTo>
                  <a:pt x="605028" y="297180"/>
                </a:lnTo>
                <a:lnTo>
                  <a:pt x="611606" y="290042"/>
                </a:lnTo>
                <a:lnTo>
                  <a:pt x="619887" y="284607"/>
                </a:lnTo>
                <a:lnTo>
                  <a:pt x="629894" y="280898"/>
                </a:lnTo>
                <a:lnTo>
                  <a:pt x="641604" y="278892"/>
                </a:lnTo>
                <a:lnTo>
                  <a:pt x="641604" y="27279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3729228" y="3022092"/>
            <a:ext cx="52069" cy="90170"/>
          </a:xfrm>
          <a:custGeom>
            <a:avLst/>
            <a:gdLst/>
            <a:ahLst/>
            <a:cxnLst/>
            <a:rect l="l" t="t" r="r" b="b"/>
            <a:pathLst>
              <a:path w="52070" h="90169">
                <a:moveTo>
                  <a:pt x="3048" y="89916"/>
                </a:moveTo>
                <a:lnTo>
                  <a:pt x="0" y="89916"/>
                </a:lnTo>
                <a:lnTo>
                  <a:pt x="0" y="88392"/>
                </a:lnTo>
                <a:lnTo>
                  <a:pt x="1524" y="86868"/>
                </a:lnTo>
                <a:lnTo>
                  <a:pt x="4572" y="85344"/>
                </a:lnTo>
                <a:lnTo>
                  <a:pt x="9144" y="80772"/>
                </a:lnTo>
                <a:lnTo>
                  <a:pt x="18288" y="68580"/>
                </a:lnTo>
                <a:lnTo>
                  <a:pt x="22359" y="63674"/>
                </a:lnTo>
                <a:lnTo>
                  <a:pt x="25717" y="57912"/>
                </a:lnTo>
                <a:lnTo>
                  <a:pt x="28789" y="51006"/>
                </a:lnTo>
                <a:lnTo>
                  <a:pt x="32004" y="42672"/>
                </a:lnTo>
                <a:lnTo>
                  <a:pt x="22860" y="42672"/>
                </a:lnTo>
                <a:lnTo>
                  <a:pt x="13716" y="39624"/>
                </a:lnTo>
                <a:lnTo>
                  <a:pt x="10668" y="36576"/>
                </a:lnTo>
                <a:lnTo>
                  <a:pt x="9144" y="33528"/>
                </a:lnTo>
                <a:lnTo>
                  <a:pt x="6096" y="24384"/>
                </a:lnTo>
                <a:lnTo>
                  <a:pt x="6096" y="16764"/>
                </a:lnTo>
                <a:lnTo>
                  <a:pt x="7620" y="12192"/>
                </a:lnTo>
                <a:lnTo>
                  <a:pt x="15240" y="4572"/>
                </a:lnTo>
                <a:lnTo>
                  <a:pt x="21336" y="0"/>
                </a:lnTo>
                <a:lnTo>
                  <a:pt x="27432" y="0"/>
                </a:lnTo>
                <a:lnTo>
                  <a:pt x="42672" y="3048"/>
                </a:lnTo>
                <a:lnTo>
                  <a:pt x="47244" y="6096"/>
                </a:lnTo>
                <a:lnTo>
                  <a:pt x="50292" y="10668"/>
                </a:lnTo>
                <a:lnTo>
                  <a:pt x="51816" y="15240"/>
                </a:lnTo>
                <a:lnTo>
                  <a:pt x="51816" y="30480"/>
                </a:lnTo>
                <a:lnTo>
                  <a:pt x="50292" y="36576"/>
                </a:lnTo>
                <a:lnTo>
                  <a:pt x="48768" y="45720"/>
                </a:lnTo>
                <a:lnTo>
                  <a:pt x="23931" y="79390"/>
                </a:lnTo>
                <a:lnTo>
                  <a:pt x="9144" y="88392"/>
                </a:lnTo>
                <a:lnTo>
                  <a:pt x="3048" y="8991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" name="object 15"/>
          <p:cNvSpPr/>
          <p:nvPr/>
        </p:nvSpPr>
        <p:spPr>
          <a:xfrm>
            <a:off x="4035539" y="2823971"/>
            <a:ext cx="3648710" cy="309880"/>
          </a:xfrm>
          <a:custGeom>
            <a:avLst/>
            <a:gdLst/>
            <a:ahLst/>
            <a:cxnLst/>
            <a:rect l="l" t="t" r="r" b="b"/>
            <a:pathLst>
              <a:path w="3648709" h="309880">
                <a:moveTo>
                  <a:pt x="173736" y="205740"/>
                </a:moveTo>
                <a:lnTo>
                  <a:pt x="141693" y="180289"/>
                </a:lnTo>
                <a:lnTo>
                  <a:pt x="128016" y="173736"/>
                </a:lnTo>
                <a:lnTo>
                  <a:pt x="124968" y="176784"/>
                </a:lnTo>
                <a:lnTo>
                  <a:pt x="135280" y="188836"/>
                </a:lnTo>
                <a:lnTo>
                  <a:pt x="143446" y="200025"/>
                </a:lnTo>
                <a:lnTo>
                  <a:pt x="149618" y="210654"/>
                </a:lnTo>
                <a:lnTo>
                  <a:pt x="153924" y="220980"/>
                </a:lnTo>
                <a:lnTo>
                  <a:pt x="155448" y="228600"/>
                </a:lnTo>
                <a:lnTo>
                  <a:pt x="158496" y="233172"/>
                </a:lnTo>
                <a:lnTo>
                  <a:pt x="163068" y="233172"/>
                </a:lnTo>
                <a:lnTo>
                  <a:pt x="166116" y="230124"/>
                </a:lnTo>
                <a:lnTo>
                  <a:pt x="172212" y="220980"/>
                </a:lnTo>
                <a:lnTo>
                  <a:pt x="173736" y="214884"/>
                </a:lnTo>
                <a:lnTo>
                  <a:pt x="173736" y="205740"/>
                </a:lnTo>
                <a:close/>
              </a:path>
              <a:path w="3648709" h="309880">
                <a:moveTo>
                  <a:pt x="175260" y="126492"/>
                </a:moveTo>
                <a:lnTo>
                  <a:pt x="142113" y="105143"/>
                </a:lnTo>
                <a:lnTo>
                  <a:pt x="129540" y="100584"/>
                </a:lnTo>
                <a:lnTo>
                  <a:pt x="128016" y="103632"/>
                </a:lnTo>
                <a:lnTo>
                  <a:pt x="137693" y="113906"/>
                </a:lnTo>
                <a:lnTo>
                  <a:pt x="145923" y="124015"/>
                </a:lnTo>
                <a:lnTo>
                  <a:pt x="152450" y="133858"/>
                </a:lnTo>
                <a:lnTo>
                  <a:pt x="156972" y="143256"/>
                </a:lnTo>
                <a:lnTo>
                  <a:pt x="161544" y="150876"/>
                </a:lnTo>
                <a:lnTo>
                  <a:pt x="164592" y="155448"/>
                </a:lnTo>
                <a:lnTo>
                  <a:pt x="167640" y="155448"/>
                </a:lnTo>
                <a:lnTo>
                  <a:pt x="169164" y="152400"/>
                </a:lnTo>
                <a:lnTo>
                  <a:pt x="172212" y="147828"/>
                </a:lnTo>
                <a:lnTo>
                  <a:pt x="175260" y="141732"/>
                </a:lnTo>
                <a:lnTo>
                  <a:pt x="175260" y="126492"/>
                </a:lnTo>
                <a:close/>
              </a:path>
              <a:path w="3648709" h="309880">
                <a:moveTo>
                  <a:pt x="289560" y="48768"/>
                </a:moveTo>
                <a:lnTo>
                  <a:pt x="281940" y="41148"/>
                </a:lnTo>
                <a:lnTo>
                  <a:pt x="262128" y="21336"/>
                </a:lnTo>
                <a:lnTo>
                  <a:pt x="242316" y="41148"/>
                </a:lnTo>
                <a:lnTo>
                  <a:pt x="86868" y="41148"/>
                </a:lnTo>
                <a:lnTo>
                  <a:pt x="96012" y="28956"/>
                </a:lnTo>
                <a:lnTo>
                  <a:pt x="100584" y="21336"/>
                </a:lnTo>
                <a:lnTo>
                  <a:pt x="111252" y="16764"/>
                </a:lnTo>
                <a:lnTo>
                  <a:pt x="82296" y="0"/>
                </a:lnTo>
                <a:lnTo>
                  <a:pt x="76873" y="15151"/>
                </a:lnTo>
                <a:lnTo>
                  <a:pt x="69723" y="30861"/>
                </a:lnTo>
                <a:lnTo>
                  <a:pt x="50292" y="64008"/>
                </a:lnTo>
                <a:lnTo>
                  <a:pt x="26479" y="95059"/>
                </a:lnTo>
                <a:lnTo>
                  <a:pt x="1524" y="120396"/>
                </a:lnTo>
                <a:lnTo>
                  <a:pt x="4572" y="123444"/>
                </a:lnTo>
                <a:lnTo>
                  <a:pt x="17703" y="115189"/>
                </a:lnTo>
                <a:lnTo>
                  <a:pt x="29527" y="106489"/>
                </a:lnTo>
                <a:lnTo>
                  <a:pt x="39941" y="97523"/>
                </a:lnTo>
                <a:lnTo>
                  <a:pt x="48768" y="88392"/>
                </a:lnTo>
                <a:lnTo>
                  <a:pt x="57658" y="79844"/>
                </a:lnTo>
                <a:lnTo>
                  <a:pt x="66103" y="70294"/>
                </a:lnTo>
                <a:lnTo>
                  <a:pt x="74282" y="59893"/>
                </a:lnTo>
                <a:lnTo>
                  <a:pt x="82296" y="48768"/>
                </a:lnTo>
                <a:lnTo>
                  <a:pt x="289560" y="48768"/>
                </a:lnTo>
                <a:close/>
              </a:path>
              <a:path w="3648709" h="309880">
                <a:moveTo>
                  <a:pt x="307848" y="166116"/>
                </a:moveTo>
                <a:lnTo>
                  <a:pt x="281940" y="140208"/>
                </a:lnTo>
                <a:lnTo>
                  <a:pt x="263652" y="158496"/>
                </a:lnTo>
                <a:lnTo>
                  <a:pt x="246888" y="158496"/>
                </a:lnTo>
                <a:lnTo>
                  <a:pt x="248412" y="99060"/>
                </a:lnTo>
                <a:lnTo>
                  <a:pt x="254508" y="94488"/>
                </a:lnTo>
                <a:lnTo>
                  <a:pt x="260604" y="89916"/>
                </a:lnTo>
                <a:lnTo>
                  <a:pt x="256730" y="86868"/>
                </a:lnTo>
                <a:lnTo>
                  <a:pt x="239268" y="73152"/>
                </a:lnTo>
                <a:lnTo>
                  <a:pt x="230124" y="84912"/>
                </a:lnTo>
                <a:lnTo>
                  <a:pt x="230124" y="94488"/>
                </a:lnTo>
                <a:lnTo>
                  <a:pt x="228600" y="158496"/>
                </a:lnTo>
                <a:lnTo>
                  <a:pt x="227076" y="158496"/>
                </a:lnTo>
                <a:lnTo>
                  <a:pt x="227076" y="166116"/>
                </a:lnTo>
                <a:lnTo>
                  <a:pt x="222504" y="239268"/>
                </a:lnTo>
                <a:lnTo>
                  <a:pt x="73152" y="239268"/>
                </a:lnTo>
                <a:lnTo>
                  <a:pt x="82296" y="166116"/>
                </a:lnTo>
                <a:lnTo>
                  <a:pt x="227076" y="166116"/>
                </a:lnTo>
                <a:lnTo>
                  <a:pt x="227076" y="158496"/>
                </a:lnTo>
                <a:lnTo>
                  <a:pt x="83820" y="158496"/>
                </a:lnTo>
                <a:lnTo>
                  <a:pt x="91440" y="94488"/>
                </a:lnTo>
                <a:lnTo>
                  <a:pt x="230124" y="94488"/>
                </a:lnTo>
                <a:lnTo>
                  <a:pt x="230124" y="84912"/>
                </a:lnTo>
                <a:lnTo>
                  <a:pt x="228600" y="86868"/>
                </a:lnTo>
                <a:lnTo>
                  <a:pt x="91440" y="86868"/>
                </a:lnTo>
                <a:lnTo>
                  <a:pt x="73152" y="74676"/>
                </a:lnTo>
                <a:lnTo>
                  <a:pt x="65532" y="158496"/>
                </a:lnTo>
                <a:lnTo>
                  <a:pt x="0" y="158496"/>
                </a:lnTo>
                <a:lnTo>
                  <a:pt x="10668" y="169164"/>
                </a:lnTo>
                <a:lnTo>
                  <a:pt x="30480" y="166116"/>
                </a:lnTo>
                <a:lnTo>
                  <a:pt x="64008" y="166116"/>
                </a:lnTo>
                <a:lnTo>
                  <a:pt x="54864" y="234696"/>
                </a:lnTo>
                <a:lnTo>
                  <a:pt x="45720" y="242316"/>
                </a:lnTo>
                <a:lnTo>
                  <a:pt x="64008" y="259080"/>
                </a:lnTo>
                <a:lnTo>
                  <a:pt x="73152" y="248412"/>
                </a:lnTo>
                <a:lnTo>
                  <a:pt x="220980" y="248412"/>
                </a:lnTo>
                <a:lnTo>
                  <a:pt x="219506" y="262661"/>
                </a:lnTo>
                <a:lnTo>
                  <a:pt x="217170" y="273177"/>
                </a:lnTo>
                <a:lnTo>
                  <a:pt x="213702" y="279704"/>
                </a:lnTo>
                <a:lnTo>
                  <a:pt x="208788" y="281940"/>
                </a:lnTo>
                <a:lnTo>
                  <a:pt x="202768" y="281393"/>
                </a:lnTo>
                <a:lnTo>
                  <a:pt x="193738" y="279844"/>
                </a:lnTo>
                <a:lnTo>
                  <a:pt x="166116" y="274320"/>
                </a:lnTo>
                <a:lnTo>
                  <a:pt x="166116" y="280416"/>
                </a:lnTo>
                <a:lnTo>
                  <a:pt x="181889" y="287299"/>
                </a:lnTo>
                <a:lnTo>
                  <a:pt x="192786" y="294322"/>
                </a:lnTo>
                <a:lnTo>
                  <a:pt x="199123" y="301637"/>
                </a:lnTo>
                <a:lnTo>
                  <a:pt x="201168" y="309372"/>
                </a:lnTo>
                <a:lnTo>
                  <a:pt x="212369" y="306514"/>
                </a:lnTo>
                <a:lnTo>
                  <a:pt x="237363" y="273748"/>
                </a:lnTo>
                <a:lnTo>
                  <a:pt x="240792" y="248412"/>
                </a:lnTo>
                <a:lnTo>
                  <a:pt x="301752" y="248412"/>
                </a:lnTo>
                <a:lnTo>
                  <a:pt x="293116" y="239268"/>
                </a:lnTo>
                <a:lnTo>
                  <a:pt x="275844" y="220980"/>
                </a:lnTo>
                <a:lnTo>
                  <a:pt x="257556" y="239268"/>
                </a:lnTo>
                <a:lnTo>
                  <a:pt x="242316" y="239268"/>
                </a:lnTo>
                <a:lnTo>
                  <a:pt x="246888" y="166116"/>
                </a:lnTo>
                <a:lnTo>
                  <a:pt x="307848" y="166116"/>
                </a:lnTo>
                <a:close/>
              </a:path>
              <a:path w="3648709" h="309880">
                <a:moveTo>
                  <a:pt x="509028" y="111252"/>
                </a:moveTo>
                <a:lnTo>
                  <a:pt x="477024" y="92964"/>
                </a:lnTo>
                <a:lnTo>
                  <a:pt x="477837" y="108204"/>
                </a:lnTo>
                <a:lnTo>
                  <a:pt x="477964" y="111252"/>
                </a:lnTo>
                <a:lnTo>
                  <a:pt x="478370" y="125349"/>
                </a:lnTo>
                <a:lnTo>
                  <a:pt x="478485" y="134302"/>
                </a:lnTo>
                <a:lnTo>
                  <a:pt x="478396" y="259867"/>
                </a:lnTo>
                <a:lnTo>
                  <a:pt x="478358" y="264795"/>
                </a:lnTo>
                <a:lnTo>
                  <a:pt x="477901" y="285089"/>
                </a:lnTo>
                <a:lnTo>
                  <a:pt x="477024" y="309372"/>
                </a:lnTo>
                <a:lnTo>
                  <a:pt x="499884" y="295656"/>
                </a:lnTo>
                <a:lnTo>
                  <a:pt x="498995" y="283349"/>
                </a:lnTo>
                <a:lnTo>
                  <a:pt x="498551" y="271462"/>
                </a:lnTo>
                <a:lnTo>
                  <a:pt x="498449" y="264795"/>
                </a:lnTo>
                <a:lnTo>
                  <a:pt x="498360" y="118872"/>
                </a:lnTo>
                <a:lnTo>
                  <a:pt x="509028" y="111252"/>
                </a:lnTo>
                <a:close/>
              </a:path>
              <a:path w="3648709" h="309880">
                <a:moveTo>
                  <a:pt x="641616" y="135636"/>
                </a:moveTo>
                <a:lnTo>
                  <a:pt x="587603" y="115925"/>
                </a:lnTo>
                <a:lnTo>
                  <a:pt x="549313" y="88442"/>
                </a:lnTo>
                <a:lnTo>
                  <a:pt x="512737" y="48348"/>
                </a:lnTo>
                <a:lnTo>
                  <a:pt x="495312" y="22860"/>
                </a:lnTo>
                <a:lnTo>
                  <a:pt x="505980" y="15240"/>
                </a:lnTo>
                <a:lnTo>
                  <a:pt x="478548" y="0"/>
                </a:lnTo>
                <a:lnTo>
                  <a:pt x="460260" y="41910"/>
                </a:lnTo>
                <a:lnTo>
                  <a:pt x="428256" y="88392"/>
                </a:lnTo>
                <a:lnTo>
                  <a:pt x="386918" y="131635"/>
                </a:lnTo>
                <a:lnTo>
                  <a:pt x="335292" y="164592"/>
                </a:lnTo>
                <a:lnTo>
                  <a:pt x="336816" y="169164"/>
                </a:lnTo>
                <a:lnTo>
                  <a:pt x="386918" y="144018"/>
                </a:lnTo>
                <a:lnTo>
                  <a:pt x="426732" y="114300"/>
                </a:lnTo>
                <a:lnTo>
                  <a:pt x="459879" y="77533"/>
                </a:lnTo>
                <a:lnTo>
                  <a:pt x="490740" y="30480"/>
                </a:lnTo>
                <a:lnTo>
                  <a:pt x="504456" y="53340"/>
                </a:lnTo>
                <a:lnTo>
                  <a:pt x="531888" y="92202"/>
                </a:lnTo>
                <a:lnTo>
                  <a:pt x="560146" y="121615"/>
                </a:lnTo>
                <a:lnTo>
                  <a:pt x="593813" y="146138"/>
                </a:lnTo>
                <a:lnTo>
                  <a:pt x="612660" y="156972"/>
                </a:lnTo>
                <a:lnTo>
                  <a:pt x="617816" y="150710"/>
                </a:lnTo>
                <a:lnTo>
                  <a:pt x="624281" y="145732"/>
                </a:lnTo>
                <a:lnTo>
                  <a:pt x="632155" y="142189"/>
                </a:lnTo>
                <a:lnTo>
                  <a:pt x="641616" y="140208"/>
                </a:lnTo>
                <a:lnTo>
                  <a:pt x="641616" y="135636"/>
                </a:lnTo>
                <a:close/>
              </a:path>
              <a:path w="3648709" h="309880">
                <a:moveTo>
                  <a:pt x="976884" y="272796"/>
                </a:moveTo>
                <a:lnTo>
                  <a:pt x="939355" y="259270"/>
                </a:lnTo>
                <a:lnTo>
                  <a:pt x="905256" y="233172"/>
                </a:lnTo>
                <a:lnTo>
                  <a:pt x="876681" y="195453"/>
                </a:lnTo>
                <a:lnTo>
                  <a:pt x="854964" y="150876"/>
                </a:lnTo>
                <a:lnTo>
                  <a:pt x="838390" y="97345"/>
                </a:lnTo>
                <a:lnTo>
                  <a:pt x="827532" y="33528"/>
                </a:lnTo>
                <a:lnTo>
                  <a:pt x="841248" y="21336"/>
                </a:lnTo>
                <a:lnTo>
                  <a:pt x="801624" y="4572"/>
                </a:lnTo>
                <a:lnTo>
                  <a:pt x="800481" y="64770"/>
                </a:lnTo>
                <a:lnTo>
                  <a:pt x="792480" y="124968"/>
                </a:lnTo>
                <a:lnTo>
                  <a:pt x="778764" y="180975"/>
                </a:lnTo>
                <a:lnTo>
                  <a:pt x="755904" y="225552"/>
                </a:lnTo>
                <a:lnTo>
                  <a:pt x="720280" y="264604"/>
                </a:lnTo>
                <a:lnTo>
                  <a:pt x="672084" y="300228"/>
                </a:lnTo>
                <a:lnTo>
                  <a:pt x="675132" y="303276"/>
                </a:lnTo>
                <a:lnTo>
                  <a:pt x="724090" y="277177"/>
                </a:lnTo>
                <a:lnTo>
                  <a:pt x="760476" y="245364"/>
                </a:lnTo>
                <a:lnTo>
                  <a:pt x="787908" y="208978"/>
                </a:lnTo>
                <a:lnTo>
                  <a:pt x="806196" y="169164"/>
                </a:lnTo>
                <a:lnTo>
                  <a:pt x="816483" y="121158"/>
                </a:lnTo>
                <a:lnTo>
                  <a:pt x="824484" y="64008"/>
                </a:lnTo>
                <a:lnTo>
                  <a:pt x="828230" y="95427"/>
                </a:lnTo>
                <a:lnTo>
                  <a:pt x="837996" y="147383"/>
                </a:lnTo>
                <a:lnTo>
                  <a:pt x="852614" y="186550"/>
                </a:lnTo>
                <a:lnTo>
                  <a:pt x="871524" y="222084"/>
                </a:lnTo>
                <a:lnTo>
                  <a:pt x="894664" y="255612"/>
                </a:lnTo>
                <a:lnTo>
                  <a:pt x="923759" y="284276"/>
                </a:lnTo>
                <a:lnTo>
                  <a:pt x="940308" y="297180"/>
                </a:lnTo>
                <a:lnTo>
                  <a:pt x="946886" y="290042"/>
                </a:lnTo>
                <a:lnTo>
                  <a:pt x="955167" y="284607"/>
                </a:lnTo>
                <a:lnTo>
                  <a:pt x="965174" y="280898"/>
                </a:lnTo>
                <a:lnTo>
                  <a:pt x="976884" y="278892"/>
                </a:lnTo>
                <a:lnTo>
                  <a:pt x="976884" y="272796"/>
                </a:lnTo>
                <a:close/>
              </a:path>
              <a:path w="3648709" h="309880">
                <a:moveTo>
                  <a:pt x="1147572" y="57912"/>
                </a:moveTo>
                <a:lnTo>
                  <a:pt x="1126236" y="39624"/>
                </a:lnTo>
                <a:lnTo>
                  <a:pt x="1115568" y="53340"/>
                </a:lnTo>
                <a:lnTo>
                  <a:pt x="1011936" y="53340"/>
                </a:lnTo>
                <a:lnTo>
                  <a:pt x="1024128" y="65532"/>
                </a:lnTo>
                <a:lnTo>
                  <a:pt x="1031252" y="63538"/>
                </a:lnTo>
                <a:lnTo>
                  <a:pt x="1038796" y="62103"/>
                </a:lnTo>
                <a:lnTo>
                  <a:pt x="1046632" y="61252"/>
                </a:lnTo>
                <a:lnTo>
                  <a:pt x="1054608" y="60960"/>
                </a:lnTo>
                <a:lnTo>
                  <a:pt x="1115568" y="60960"/>
                </a:lnTo>
                <a:lnTo>
                  <a:pt x="1108710" y="86995"/>
                </a:lnTo>
                <a:lnTo>
                  <a:pt x="1101852" y="110299"/>
                </a:lnTo>
                <a:lnTo>
                  <a:pt x="1094994" y="131051"/>
                </a:lnTo>
                <a:lnTo>
                  <a:pt x="1088136" y="149352"/>
                </a:lnTo>
                <a:lnTo>
                  <a:pt x="1073518" y="133350"/>
                </a:lnTo>
                <a:lnTo>
                  <a:pt x="1044854" y="101346"/>
                </a:lnTo>
                <a:lnTo>
                  <a:pt x="1030224" y="85344"/>
                </a:lnTo>
                <a:lnTo>
                  <a:pt x="1027176" y="89916"/>
                </a:lnTo>
                <a:lnTo>
                  <a:pt x="1036612" y="103111"/>
                </a:lnTo>
                <a:lnTo>
                  <a:pt x="1064044" y="140931"/>
                </a:lnTo>
                <a:lnTo>
                  <a:pt x="1082040" y="166116"/>
                </a:lnTo>
                <a:lnTo>
                  <a:pt x="1058252" y="206197"/>
                </a:lnTo>
                <a:lnTo>
                  <a:pt x="1025652" y="249364"/>
                </a:lnTo>
                <a:lnTo>
                  <a:pt x="1002792" y="274320"/>
                </a:lnTo>
                <a:lnTo>
                  <a:pt x="1004316" y="280416"/>
                </a:lnTo>
                <a:lnTo>
                  <a:pt x="1033843" y="254698"/>
                </a:lnTo>
                <a:lnTo>
                  <a:pt x="1067612" y="217576"/>
                </a:lnTo>
                <a:lnTo>
                  <a:pt x="1091184" y="181356"/>
                </a:lnTo>
                <a:lnTo>
                  <a:pt x="1099502" y="199072"/>
                </a:lnTo>
                <a:lnTo>
                  <a:pt x="1106233" y="215646"/>
                </a:lnTo>
                <a:lnTo>
                  <a:pt x="1111554" y="231076"/>
                </a:lnTo>
                <a:lnTo>
                  <a:pt x="1115568" y="245364"/>
                </a:lnTo>
                <a:lnTo>
                  <a:pt x="1118616" y="260604"/>
                </a:lnTo>
                <a:lnTo>
                  <a:pt x="1121664" y="266700"/>
                </a:lnTo>
                <a:lnTo>
                  <a:pt x="1124712" y="266700"/>
                </a:lnTo>
                <a:lnTo>
                  <a:pt x="1127760" y="265176"/>
                </a:lnTo>
                <a:lnTo>
                  <a:pt x="1133856" y="259080"/>
                </a:lnTo>
                <a:lnTo>
                  <a:pt x="1135316" y="254698"/>
                </a:lnTo>
                <a:lnTo>
                  <a:pt x="1135316" y="245364"/>
                </a:lnTo>
                <a:lnTo>
                  <a:pt x="1120711" y="197929"/>
                </a:lnTo>
                <a:lnTo>
                  <a:pt x="1100328" y="166116"/>
                </a:lnTo>
                <a:lnTo>
                  <a:pt x="1106792" y="149352"/>
                </a:lnTo>
                <a:lnTo>
                  <a:pt x="1108595" y="144665"/>
                </a:lnTo>
                <a:lnTo>
                  <a:pt x="1117282" y="121348"/>
                </a:lnTo>
                <a:lnTo>
                  <a:pt x="1126261" y="96037"/>
                </a:lnTo>
                <a:lnTo>
                  <a:pt x="1135380" y="68580"/>
                </a:lnTo>
                <a:lnTo>
                  <a:pt x="1144092" y="60960"/>
                </a:lnTo>
                <a:lnTo>
                  <a:pt x="1147572" y="57912"/>
                </a:lnTo>
                <a:close/>
              </a:path>
              <a:path w="3648709" h="309880">
                <a:moveTo>
                  <a:pt x="1196340" y="175260"/>
                </a:moveTo>
                <a:lnTo>
                  <a:pt x="1169250" y="137972"/>
                </a:lnTo>
                <a:lnTo>
                  <a:pt x="1156716" y="128016"/>
                </a:lnTo>
                <a:lnTo>
                  <a:pt x="1153668" y="129540"/>
                </a:lnTo>
                <a:lnTo>
                  <a:pt x="1161935" y="146113"/>
                </a:lnTo>
                <a:lnTo>
                  <a:pt x="1168336" y="161544"/>
                </a:lnTo>
                <a:lnTo>
                  <a:pt x="1172743" y="175831"/>
                </a:lnTo>
                <a:lnTo>
                  <a:pt x="1175004" y="188976"/>
                </a:lnTo>
                <a:lnTo>
                  <a:pt x="1176528" y="201168"/>
                </a:lnTo>
                <a:lnTo>
                  <a:pt x="1178052" y="207264"/>
                </a:lnTo>
                <a:lnTo>
                  <a:pt x="1182624" y="207264"/>
                </a:lnTo>
                <a:lnTo>
                  <a:pt x="1185672" y="204216"/>
                </a:lnTo>
                <a:lnTo>
                  <a:pt x="1190244" y="198120"/>
                </a:lnTo>
                <a:lnTo>
                  <a:pt x="1194816" y="193548"/>
                </a:lnTo>
                <a:lnTo>
                  <a:pt x="1196340" y="187452"/>
                </a:lnTo>
                <a:lnTo>
                  <a:pt x="1196340" y="175260"/>
                </a:lnTo>
                <a:close/>
              </a:path>
              <a:path w="3648709" h="309880">
                <a:moveTo>
                  <a:pt x="1310640" y="100584"/>
                </a:moveTo>
                <a:lnTo>
                  <a:pt x="1286256" y="74676"/>
                </a:lnTo>
                <a:lnTo>
                  <a:pt x="1269492" y="92964"/>
                </a:lnTo>
                <a:lnTo>
                  <a:pt x="1255776" y="92964"/>
                </a:lnTo>
                <a:lnTo>
                  <a:pt x="1255776" y="33528"/>
                </a:lnTo>
                <a:lnTo>
                  <a:pt x="1266444" y="22860"/>
                </a:lnTo>
                <a:lnTo>
                  <a:pt x="1235964" y="7620"/>
                </a:lnTo>
                <a:lnTo>
                  <a:pt x="1236205" y="16179"/>
                </a:lnTo>
                <a:lnTo>
                  <a:pt x="1236726" y="25717"/>
                </a:lnTo>
                <a:lnTo>
                  <a:pt x="1237259" y="36131"/>
                </a:lnTo>
                <a:lnTo>
                  <a:pt x="1237488" y="47244"/>
                </a:lnTo>
                <a:lnTo>
                  <a:pt x="1237488" y="92964"/>
                </a:lnTo>
                <a:lnTo>
                  <a:pt x="1132332" y="92964"/>
                </a:lnTo>
                <a:lnTo>
                  <a:pt x="1144524" y="103632"/>
                </a:lnTo>
                <a:lnTo>
                  <a:pt x="1151648" y="102514"/>
                </a:lnTo>
                <a:lnTo>
                  <a:pt x="1159192" y="101536"/>
                </a:lnTo>
                <a:lnTo>
                  <a:pt x="1167028" y="100850"/>
                </a:lnTo>
                <a:lnTo>
                  <a:pt x="1175004" y="100584"/>
                </a:lnTo>
                <a:lnTo>
                  <a:pt x="1237488" y="100584"/>
                </a:lnTo>
                <a:lnTo>
                  <a:pt x="1237488" y="269748"/>
                </a:lnTo>
                <a:lnTo>
                  <a:pt x="1234440" y="272796"/>
                </a:lnTo>
                <a:lnTo>
                  <a:pt x="1228344" y="274320"/>
                </a:lnTo>
                <a:lnTo>
                  <a:pt x="1222019" y="274015"/>
                </a:lnTo>
                <a:lnTo>
                  <a:pt x="1211961" y="272986"/>
                </a:lnTo>
                <a:lnTo>
                  <a:pt x="1197914" y="271106"/>
                </a:lnTo>
                <a:lnTo>
                  <a:pt x="1179576" y="268224"/>
                </a:lnTo>
                <a:lnTo>
                  <a:pt x="1179576" y="275844"/>
                </a:lnTo>
                <a:lnTo>
                  <a:pt x="1199819" y="282968"/>
                </a:lnTo>
                <a:lnTo>
                  <a:pt x="1214628" y="290512"/>
                </a:lnTo>
                <a:lnTo>
                  <a:pt x="1223733" y="298348"/>
                </a:lnTo>
                <a:lnTo>
                  <a:pt x="1226820" y="306324"/>
                </a:lnTo>
                <a:lnTo>
                  <a:pt x="1239062" y="300024"/>
                </a:lnTo>
                <a:lnTo>
                  <a:pt x="1248156" y="292417"/>
                </a:lnTo>
                <a:lnTo>
                  <a:pt x="1253832" y="283400"/>
                </a:lnTo>
                <a:lnTo>
                  <a:pt x="1255496" y="274320"/>
                </a:lnTo>
                <a:lnTo>
                  <a:pt x="1255750" y="272986"/>
                </a:lnTo>
                <a:lnTo>
                  <a:pt x="1255776" y="100584"/>
                </a:lnTo>
                <a:lnTo>
                  <a:pt x="1310640" y="100584"/>
                </a:lnTo>
                <a:close/>
              </a:path>
              <a:path w="3648709" h="309880">
                <a:moveTo>
                  <a:pt x="1473720" y="240804"/>
                </a:moveTo>
                <a:lnTo>
                  <a:pt x="1447812" y="219468"/>
                </a:lnTo>
                <a:lnTo>
                  <a:pt x="1440929" y="229158"/>
                </a:lnTo>
                <a:lnTo>
                  <a:pt x="1431620" y="239852"/>
                </a:lnTo>
                <a:lnTo>
                  <a:pt x="1389659" y="275424"/>
                </a:lnTo>
                <a:lnTo>
                  <a:pt x="1347228" y="303288"/>
                </a:lnTo>
                <a:lnTo>
                  <a:pt x="1350276" y="306336"/>
                </a:lnTo>
                <a:lnTo>
                  <a:pt x="1391615" y="289382"/>
                </a:lnTo>
                <a:lnTo>
                  <a:pt x="1429524" y="266712"/>
                </a:lnTo>
                <a:lnTo>
                  <a:pt x="1444993" y="256438"/>
                </a:lnTo>
                <a:lnTo>
                  <a:pt x="1457337" y="248615"/>
                </a:lnTo>
                <a:lnTo>
                  <a:pt x="1466811" y="243344"/>
                </a:lnTo>
                <a:lnTo>
                  <a:pt x="1473720" y="240804"/>
                </a:lnTo>
                <a:close/>
              </a:path>
              <a:path w="3648709" h="309880">
                <a:moveTo>
                  <a:pt x="1615452" y="281952"/>
                </a:moveTo>
                <a:lnTo>
                  <a:pt x="1584020" y="253187"/>
                </a:lnTo>
                <a:lnTo>
                  <a:pt x="1525536" y="224040"/>
                </a:lnTo>
                <a:lnTo>
                  <a:pt x="1522488" y="228612"/>
                </a:lnTo>
                <a:lnTo>
                  <a:pt x="1548244" y="249986"/>
                </a:lnTo>
                <a:lnTo>
                  <a:pt x="1568589" y="268236"/>
                </a:lnTo>
                <a:lnTo>
                  <a:pt x="1583778" y="283044"/>
                </a:lnTo>
                <a:lnTo>
                  <a:pt x="1594116" y="294144"/>
                </a:lnTo>
                <a:lnTo>
                  <a:pt x="1600212" y="303288"/>
                </a:lnTo>
                <a:lnTo>
                  <a:pt x="1604784" y="306336"/>
                </a:lnTo>
                <a:lnTo>
                  <a:pt x="1609356" y="306336"/>
                </a:lnTo>
                <a:lnTo>
                  <a:pt x="1610880" y="304812"/>
                </a:lnTo>
                <a:lnTo>
                  <a:pt x="1613928" y="300240"/>
                </a:lnTo>
                <a:lnTo>
                  <a:pt x="1615452" y="295668"/>
                </a:lnTo>
                <a:lnTo>
                  <a:pt x="1615452" y="281952"/>
                </a:lnTo>
                <a:close/>
              </a:path>
              <a:path w="3648709" h="309880">
                <a:moveTo>
                  <a:pt x="1645932" y="214896"/>
                </a:moveTo>
                <a:lnTo>
                  <a:pt x="1615452" y="184416"/>
                </a:lnTo>
                <a:lnTo>
                  <a:pt x="1594116" y="207276"/>
                </a:lnTo>
                <a:lnTo>
                  <a:pt x="1554492" y="207276"/>
                </a:lnTo>
                <a:lnTo>
                  <a:pt x="1554492" y="59448"/>
                </a:lnTo>
                <a:lnTo>
                  <a:pt x="1630692" y="59448"/>
                </a:lnTo>
                <a:lnTo>
                  <a:pt x="1604784" y="33540"/>
                </a:lnTo>
                <a:lnTo>
                  <a:pt x="1586496" y="51828"/>
                </a:lnTo>
                <a:lnTo>
                  <a:pt x="1554492" y="51828"/>
                </a:lnTo>
                <a:lnTo>
                  <a:pt x="1554492" y="25920"/>
                </a:lnTo>
                <a:lnTo>
                  <a:pt x="1565160" y="15252"/>
                </a:lnTo>
                <a:lnTo>
                  <a:pt x="1534680" y="1536"/>
                </a:lnTo>
                <a:lnTo>
                  <a:pt x="1535557" y="13462"/>
                </a:lnTo>
                <a:lnTo>
                  <a:pt x="1536014" y="26111"/>
                </a:lnTo>
                <a:lnTo>
                  <a:pt x="1536103" y="33540"/>
                </a:lnTo>
                <a:lnTo>
                  <a:pt x="1536204" y="51828"/>
                </a:lnTo>
                <a:lnTo>
                  <a:pt x="1536204" y="59448"/>
                </a:lnTo>
                <a:lnTo>
                  <a:pt x="1536204" y="102120"/>
                </a:lnTo>
                <a:lnTo>
                  <a:pt x="1536204" y="109740"/>
                </a:lnTo>
                <a:lnTo>
                  <a:pt x="1536204" y="152412"/>
                </a:lnTo>
                <a:lnTo>
                  <a:pt x="1536204" y="160032"/>
                </a:lnTo>
                <a:lnTo>
                  <a:pt x="1536204" y="207276"/>
                </a:lnTo>
                <a:lnTo>
                  <a:pt x="1447812" y="207276"/>
                </a:lnTo>
                <a:lnTo>
                  <a:pt x="1447812" y="160032"/>
                </a:lnTo>
                <a:lnTo>
                  <a:pt x="1536204" y="160032"/>
                </a:lnTo>
                <a:lnTo>
                  <a:pt x="1536204" y="152412"/>
                </a:lnTo>
                <a:lnTo>
                  <a:pt x="1447812" y="152412"/>
                </a:lnTo>
                <a:lnTo>
                  <a:pt x="1447812" y="109740"/>
                </a:lnTo>
                <a:lnTo>
                  <a:pt x="1536204" y="109740"/>
                </a:lnTo>
                <a:lnTo>
                  <a:pt x="1536204" y="102120"/>
                </a:lnTo>
                <a:lnTo>
                  <a:pt x="1447812" y="102120"/>
                </a:lnTo>
                <a:lnTo>
                  <a:pt x="1447812" y="59448"/>
                </a:lnTo>
                <a:lnTo>
                  <a:pt x="1536204" y="59448"/>
                </a:lnTo>
                <a:lnTo>
                  <a:pt x="1536204" y="51828"/>
                </a:lnTo>
                <a:lnTo>
                  <a:pt x="1447812" y="51828"/>
                </a:lnTo>
                <a:lnTo>
                  <a:pt x="1447812" y="22872"/>
                </a:lnTo>
                <a:lnTo>
                  <a:pt x="1456956" y="15252"/>
                </a:lnTo>
                <a:lnTo>
                  <a:pt x="1428000" y="1536"/>
                </a:lnTo>
                <a:lnTo>
                  <a:pt x="1428229" y="15824"/>
                </a:lnTo>
                <a:lnTo>
                  <a:pt x="1428508" y="22872"/>
                </a:lnTo>
                <a:lnTo>
                  <a:pt x="1429283" y="40970"/>
                </a:lnTo>
                <a:lnTo>
                  <a:pt x="1429524" y="51828"/>
                </a:lnTo>
                <a:lnTo>
                  <a:pt x="1356372" y="51828"/>
                </a:lnTo>
                <a:lnTo>
                  <a:pt x="1368564" y="64020"/>
                </a:lnTo>
                <a:lnTo>
                  <a:pt x="1376349" y="62014"/>
                </a:lnTo>
                <a:lnTo>
                  <a:pt x="1383995" y="60591"/>
                </a:lnTo>
                <a:lnTo>
                  <a:pt x="1391920" y="59728"/>
                </a:lnTo>
                <a:lnTo>
                  <a:pt x="1400568" y="59448"/>
                </a:lnTo>
                <a:lnTo>
                  <a:pt x="1429524" y="59448"/>
                </a:lnTo>
                <a:lnTo>
                  <a:pt x="1429524" y="207276"/>
                </a:lnTo>
                <a:lnTo>
                  <a:pt x="1339608" y="207276"/>
                </a:lnTo>
                <a:lnTo>
                  <a:pt x="1351800" y="219468"/>
                </a:lnTo>
                <a:lnTo>
                  <a:pt x="1358938" y="217462"/>
                </a:lnTo>
                <a:lnTo>
                  <a:pt x="1366659" y="216039"/>
                </a:lnTo>
                <a:lnTo>
                  <a:pt x="1374940" y="215176"/>
                </a:lnTo>
                <a:lnTo>
                  <a:pt x="1383804" y="214896"/>
                </a:lnTo>
                <a:lnTo>
                  <a:pt x="1645932" y="214896"/>
                </a:lnTo>
                <a:close/>
              </a:path>
              <a:path w="3648709" h="309880">
                <a:moveTo>
                  <a:pt x="1778520" y="15240"/>
                </a:moveTo>
                <a:lnTo>
                  <a:pt x="1749564" y="0"/>
                </a:lnTo>
                <a:lnTo>
                  <a:pt x="1745297" y="16294"/>
                </a:lnTo>
                <a:lnTo>
                  <a:pt x="1739468" y="35433"/>
                </a:lnTo>
                <a:lnTo>
                  <a:pt x="1723656" y="82296"/>
                </a:lnTo>
                <a:lnTo>
                  <a:pt x="1700796" y="132588"/>
                </a:lnTo>
                <a:lnTo>
                  <a:pt x="1673364" y="182880"/>
                </a:lnTo>
                <a:lnTo>
                  <a:pt x="1677936" y="184404"/>
                </a:lnTo>
                <a:lnTo>
                  <a:pt x="1688807" y="171856"/>
                </a:lnTo>
                <a:lnTo>
                  <a:pt x="1700987" y="154876"/>
                </a:lnTo>
                <a:lnTo>
                  <a:pt x="1714576" y="133616"/>
                </a:lnTo>
                <a:lnTo>
                  <a:pt x="1729752" y="108204"/>
                </a:lnTo>
                <a:lnTo>
                  <a:pt x="1729625" y="268224"/>
                </a:lnTo>
                <a:lnTo>
                  <a:pt x="1729536" y="274320"/>
                </a:lnTo>
                <a:lnTo>
                  <a:pt x="1729105" y="289560"/>
                </a:lnTo>
                <a:lnTo>
                  <a:pt x="1728228" y="307848"/>
                </a:lnTo>
                <a:lnTo>
                  <a:pt x="1748040" y="298704"/>
                </a:lnTo>
                <a:lnTo>
                  <a:pt x="1748040" y="112776"/>
                </a:lnTo>
                <a:lnTo>
                  <a:pt x="1754441" y="108204"/>
                </a:lnTo>
                <a:lnTo>
                  <a:pt x="1758708" y="105156"/>
                </a:lnTo>
                <a:lnTo>
                  <a:pt x="1735848" y="92964"/>
                </a:lnTo>
                <a:lnTo>
                  <a:pt x="1741563" y="79540"/>
                </a:lnTo>
                <a:lnTo>
                  <a:pt x="1747278" y="66675"/>
                </a:lnTo>
                <a:lnTo>
                  <a:pt x="1752993" y="54394"/>
                </a:lnTo>
                <a:lnTo>
                  <a:pt x="1758708" y="42672"/>
                </a:lnTo>
                <a:lnTo>
                  <a:pt x="1763509" y="32385"/>
                </a:lnTo>
                <a:lnTo>
                  <a:pt x="1768614" y="24384"/>
                </a:lnTo>
                <a:lnTo>
                  <a:pt x="1773707" y="18669"/>
                </a:lnTo>
                <a:lnTo>
                  <a:pt x="1778520" y="15240"/>
                </a:lnTo>
                <a:close/>
              </a:path>
              <a:path w="3648709" h="309880">
                <a:moveTo>
                  <a:pt x="1981212" y="275844"/>
                </a:moveTo>
                <a:lnTo>
                  <a:pt x="1973592" y="274320"/>
                </a:lnTo>
                <a:lnTo>
                  <a:pt x="1967496" y="268224"/>
                </a:lnTo>
                <a:lnTo>
                  <a:pt x="1965972" y="259080"/>
                </a:lnTo>
                <a:lnTo>
                  <a:pt x="1963966" y="250774"/>
                </a:lnTo>
                <a:lnTo>
                  <a:pt x="1962543" y="241744"/>
                </a:lnTo>
                <a:lnTo>
                  <a:pt x="1961680" y="231863"/>
                </a:lnTo>
                <a:lnTo>
                  <a:pt x="1961400" y="220980"/>
                </a:lnTo>
                <a:lnTo>
                  <a:pt x="1955304" y="220980"/>
                </a:lnTo>
                <a:lnTo>
                  <a:pt x="1953780" y="260604"/>
                </a:lnTo>
                <a:lnTo>
                  <a:pt x="1943112" y="281940"/>
                </a:lnTo>
                <a:lnTo>
                  <a:pt x="1818144" y="281940"/>
                </a:lnTo>
                <a:lnTo>
                  <a:pt x="1813572" y="275844"/>
                </a:lnTo>
                <a:lnTo>
                  <a:pt x="1813572" y="129540"/>
                </a:lnTo>
                <a:lnTo>
                  <a:pt x="1813572" y="124968"/>
                </a:lnTo>
                <a:lnTo>
                  <a:pt x="1841195" y="117348"/>
                </a:lnTo>
                <a:lnTo>
                  <a:pt x="1857768" y="112776"/>
                </a:lnTo>
                <a:lnTo>
                  <a:pt x="1857768" y="248412"/>
                </a:lnTo>
                <a:lnTo>
                  <a:pt x="1874532" y="237744"/>
                </a:lnTo>
                <a:lnTo>
                  <a:pt x="1874532" y="112776"/>
                </a:lnTo>
                <a:lnTo>
                  <a:pt x="1874532" y="108204"/>
                </a:lnTo>
                <a:lnTo>
                  <a:pt x="1904161" y="100584"/>
                </a:lnTo>
                <a:lnTo>
                  <a:pt x="1927872" y="94488"/>
                </a:lnTo>
                <a:lnTo>
                  <a:pt x="1927631" y="120396"/>
                </a:lnTo>
                <a:lnTo>
                  <a:pt x="1927555" y="124968"/>
                </a:lnTo>
                <a:lnTo>
                  <a:pt x="1926920" y="146113"/>
                </a:lnTo>
                <a:lnTo>
                  <a:pt x="1925942" y="162864"/>
                </a:lnTo>
                <a:lnTo>
                  <a:pt x="1924824" y="173736"/>
                </a:lnTo>
                <a:lnTo>
                  <a:pt x="1924824" y="182880"/>
                </a:lnTo>
                <a:lnTo>
                  <a:pt x="1923300" y="187452"/>
                </a:lnTo>
                <a:lnTo>
                  <a:pt x="1917204" y="190500"/>
                </a:lnTo>
                <a:lnTo>
                  <a:pt x="1895868" y="190500"/>
                </a:lnTo>
                <a:lnTo>
                  <a:pt x="1888248" y="188976"/>
                </a:lnTo>
                <a:lnTo>
                  <a:pt x="1888248" y="193548"/>
                </a:lnTo>
                <a:lnTo>
                  <a:pt x="1901317" y="198412"/>
                </a:lnTo>
                <a:lnTo>
                  <a:pt x="1910537" y="203835"/>
                </a:lnTo>
                <a:lnTo>
                  <a:pt x="1915464" y="209842"/>
                </a:lnTo>
                <a:lnTo>
                  <a:pt x="1915680" y="216408"/>
                </a:lnTo>
                <a:lnTo>
                  <a:pt x="1923986" y="213550"/>
                </a:lnTo>
                <a:lnTo>
                  <a:pt x="1930730" y="209550"/>
                </a:lnTo>
                <a:lnTo>
                  <a:pt x="1936038" y="204406"/>
                </a:lnTo>
                <a:lnTo>
                  <a:pt x="1940064" y="198120"/>
                </a:lnTo>
                <a:lnTo>
                  <a:pt x="1942109" y="190500"/>
                </a:lnTo>
                <a:lnTo>
                  <a:pt x="1942922" y="187528"/>
                </a:lnTo>
                <a:lnTo>
                  <a:pt x="1944636" y="167068"/>
                </a:lnTo>
                <a:lnTo>
                  <a:pt x="1945157" y="138684"/>
                </a:lnTo>
                <a:lnTo>
                  <a:pt x="1945157" y="133616"/>
                </a:lnTo>
                <a:lnTo>
                  <a:pt x="1944636" y="96012"/>
                </a:lnTo>
                <a:lnTo>
                  <a:pt x="1946160" y="94488"/>
                </a:lnTo>
                <a:lnTo>
                  <a:pt x="1953780" y="86868"/>
                </a:lnTo>
                <a:lnTo>
                  <a:pt x="1932444" y="73152"/>
                </a:lnTo>
                <a:lnTo>
                  <a:pt x="1924824" y="86868"/>
                </a:lnTo>
                <a:lnTo>
                  <a:pt x="1874532" y="100584"/>
                </a:lnTo>
                <a:lnTo>
                  <a:pt x="1874532" y="24384"/>
                </a:lnTo>
                <a:lnTo>
                  <a:pt x="1886724" y="15240"/>
                </a:lnTo>
                <a:lnTo>
                  <a:pt x="1856244" y="1524"/>
                </a:lnTo>
                <a:lnTo>
                  <a:pt x="1857095" y="24384"/>
                </a:lnTo>
                <a:lnTo>
                  <a:pt x="1857578" y="49911"/>
                </a:lnTo>
                <a:lnTo>
                  <a:pt x="1857679" y="66675"/>
                </a:lnTo>
                <a:lnTo>
                  <a:pt x="1857768" y="105156"/>
                </a:lnTo>
                <a:lnTo>
                  <a:pt x="1813572" y="117348"/>
                </a:lnTo>
                <a:lnTo>
                  <a:pt x="1813572" y="85344"/>
                </a:lnTo>
                <a:lnTo>
                  <a:pt x="1825764" y="76200"/>
                </a:lnTo>
                <a:lnTo>
                  <a:pt x="1795284" y="64008"/>
                </a:lnTo>
                <a:lnTo>
                  <a:pt x="1795513" y="77965"/>
                </a:lnTo>
                <a:lnTo>
                  <a:pt x="1796516" y="105156"/>
                </a:lnTo>
                <a:lnTo>
                  <a:pt x="1796592" y="108204"/>
                </a:lnTo>
                <a:lnTo>
                  <a:pt x="1796808" y="120396"/>
                </a:lnTo>
                <a:lnTo>
                  <a:pt x="1757184" y="129540"/>
                </a:lnTo>
                <a:lnTo>
                  <a:pt x="1769376" y="138684"/>
                </a:lnTo>
                <a:lnTo>
                  <a:pt x="1778520" y="134112"/>
                </a:lnTo>
                <a:lnTo>
                  <a:pt x="1796808" y="129540"/>
                </a:lnTo>
                <a:lnTo>
                  <a:pt x="1796808" y="271272"/>
                </a:lnTo>
                <a:lnTo>
                  <a:pt x="1797926" y="282371"/>
                </a:lnTo>
                <a:lnTo>
                  <a:pt x="1803476" y="290322"/>
                </a:lnTo>
                <a:lnTo>
                  <a:pt x="1813306" y="294855"/>
                </a:lnTo>
                <a:lnTo>
                  <a:pt x="1827288" y="295656"/>
                </a:lnTo>
                <a:lnTo>
                  <a:pt x="1938540" y="295656"/>
                </a:lnTo>
                <a:lnTo>
                  <a:pt x="1953983" y="294500"/>
                </a:lnTo>
                <a:lnTo>
                  <a:pt x="1966163" y="290893"/>
                </a:lnTo>
                <a:lnTo>
                  <a:pt x="1975180" y="284734"/>
                </a:lnTo>
                <a:lnTo>
                  <a:pt x="1977072" y="281940"/>
                </a:lnTo>
                <a:lnTo>
                  <a:pt x="1981212" y="275844"/>
                </a:lnTo>
                <a:close/>
              </a:path>
              <a:path w="3648709" h="309880">
                <a:moveTo>
                  <a:pt x="2314968" y="272796"/>
                </a:moveTo>
                <a:lnTo>
                  <a:pt x="2277440" y="259270"/>
                </a:lnTo>
                <a:lnTo>
                  <a:pt x="2243340" y="233172"/>
                </a:lnTo>
                <a:lnTo>
                  <a:pt x="2214765" y="195453"/>
                </a:lnTo>
                <a:lnTo>
                  <a:pt x="2193048" y="150876"/>
                </a:lnTo>
                <a:lnTo>
                  <a:pt x="2176475" y="97345"/>
                </a:lnTo>
                <a:lnTo>
                  <a:pt x="2165616" y="33528"/>
                </a:lnTo>
                <a:lnTo>
                  <a:pt x="2179332" y="21336"/>
                </a:lnTo>
                <a:lnTo>
                  <a:pt x="2139708" y="4572"/>
                </a:lnTo>
                <a:lnTo>
                  <a:pt x="2138565" y="64770"/>
                </a:lnTo>
                <a:lnTo>
                  <a:pt x="2130564" y="124968"/>
                </a:lnTo>
                <a:lnTo>
                  <a:pt x="2116848" y="180975"/>
                </a:lnTo>
                <a:lnTo>
                  <a:pt x="2093988" y="225552"/>
                </a:lnTo>
                <a:lnTo>
                  <a:pt x="2058365" y="264604"/>
                </a:lnTo>
                <a:lnTo>
                  <a:pt x="2010168" y="300228"/>
                </a:lnTo>
                <a:lnTo>
                  <a:pt x="2013216" y="303276"/>
                </a:lnTo>
                <a:lnTo>
                  <a:pt x="2062175" y="277177"/>
                </a:lnTo>
                <a:lnTo>
                  <a:pt x="2098560" y="245364"/>
                </a:lnTo>
                <a:lnTo>
                  <a:pt x="2125992" y="208978"/>
                </a:lnTo>
                <a:lnTo>
                  <a:pt x="2144280" y="169164"/>
                </a:lnTo>
                <a:lnTo>
                  <a:pt x="2154567" y="121158"/>
                </a:lnTo>
                <a:lnTo>
                  <a:pt x="2162568" y="64008"/>
                </a:lnTo>
                <a:lnTo>
                  <a:pt x="2166302" y="95427"/>
                </a:lnTo>
                <a:lnTo>
                  <a:pt x="2176068" y="147383"/>
                </a:lnTo>
                <a:lnTo>
                  <a:pt x="2190686" y="186550"/>
                </a:lnTo>
                <a:lnTo>
                  <a:pt x="2209596" y="222084"/>
                </a:lnTo>
                <a:lnTo>
                  <a:pt x="2232736" y="255612"/>
                </a:lnTo>
                <a:lnTo>
                  <a:pt x="2261832" y="284276"/>
                </a:lnTo>
                <a:lnTo>
                  <a:pt x="2278392" y="297180"/>
                </a:lnTo>
                <a:lnTo>
                  <a:pt x="2284958" y="290042"/>
                </a:lnTo>
                <a:lnTo>
                  <a:pt x="2293251" y="284607"/>
                </a:lnTo>
                <a:lnTo>
                  <a:pt x="2303246" y="280898"/>
                </a:lnTo>
                <a:lnTo>
                  <a:pt x="2314968" y="278892"/>
                </a:lnTo>
                <a:lnTo>
                  <a:pt x="2314968" y="272796"/>
                </a:lnTo>
                <a:close/>
              </a:path>
              <a:path w="3648709" h="309880">
                <a:moveTo>
                  <a:pt x="2647188" y="62484"/>
                </a:moveTo>
                <a:lnTo>
                  <a:pt x="2616708" y="32004"/>
                </a:lnTo>
                <a:lnTo>
                  <a:pt x="2593848" y="54864"/>
                </a:lnTo>
                <a:lnTo>
                  <a:pt x="2484120" y="54864"/>
                </a:lnTo>
                <a:lnTo>
                  <a:pt x="2486939" y="48602"/>
                </a:lnTo>
                <a:lnTo>
                  <a:pt x="2490597" y="41338"/>
                </a:lnTo>
                <a:lnTo>
                  <a:pt x="2494838" y="33223"/>
                </a:lnTo>
                <a:lnTo>
                  <a:pt x="2499360" y="24384"/>
                </a:lnTo>
                <a:lnTo>
                  <a:pt x="2511552" y="19812"/>
                </a:lnTo>
                <a:lnTo>
                  <a:pt x="2479548" y="1524"/>
                </a:lnTo>
                <a:lnTo>
                  <a:pt x="2476690" y="12433"/>
                </a:lnTo>
                <a:lnTo>
                  <a:pt x="2472690" y="24765"/>
                </a:lnTo>
                <a:lnTo>
                  <a:pt x="2467546" y="38823"/>
                </a:lnTo>
                <a:lnTo>
                  <a:pt x="2461260" y="54864"/>
                </a:lnTo>
                <a:lnTo>
                  <a:pt x="2343912" y="54864"/>
                </a:lnTo>
                <a:lnTo>
                  <a:pt x="2356104" y="65532"/>
                </a:lnTo>
                <a:lnTo>
                  <a:pt x="2363228" y="64414"/>
                </a:lnTo>
                <a:lnTo>
                  <a:pt x="2370772" y="63436"/>
                </a:lnTo>
                <a:lnTo>
                  <a:pt x="2378608" y="62750"/>
                </a:lnTo>
                <a:lnTo>
                  <a:pt x="2386584" y="62484"/>
                </a:lnTo>
                <a:lnTo>
                  <a:pt x="2458212" y="62484"/>
                </a:lnTo>
                <a:lnTo>
                  <a:pt x="2432875" y="104775"/>
                </a:lnTo>
                <a:lnTo>
                  <a:pt x="2406396" y="140208"/>
                </a:lnTo>
                <a:lnTo>
                  <a:pt x="2378011" y="169926"/>
                </a:lnTo>
                <a:lnTo>
                  <a:pt x="2343912" y="199644"/>
                </a:lnTo>
                <a:lnTo>
                  <a:pt x="2346960" y="202692"/>
                </a:lnTo>
                <a:lnTo>
                  <a:pt x="2368372" y="189268"/>
                </a:lnTo>
                <a:lnTo>
                  <a:pt x="2389060" y="174117"/>
                </a:lnTo>
                <a:lnTo>
                  <a:pt x="2408898" y="157264"/>
                </a:lnTo>
                <a:lnTo>
                  <a:pt x="2427732" y="138684"/>
                </a:lnTo>
                <a:lnTo>
                  <a:pt x="2427503" y="204127"/>
                </a:lnTo>
                <a:lnTo>
                  <a:pt x="2426970" y="254127"/>
                </a:lnTo>
                <a:lnTo>
                  <a:pt x="2426449" y="288709"/>
                </a:lnTo>
                <a:lnTo>
                  <a:pt x="2426208" y="307848"/>
                </a:lnTo>
                <a:lnTo>
                  <a:pt x="2446020" y="295656"/>
                </a:lnTo>
                <a:lnTo>
                  <a:pt x="2446020" y="220980"/>
                </a:lnTo>
                <a:lnTo>
                  <a:pt x="2566416" y="220980"/>
                </a:lnTo>
                <a:lnTo>
                  <a:pt x="2566416" y="275844"/>
                </a:lnTo>
                <a:lnTo>
                  <a:pt x="2561844" y="278892"/>
                </a:lnTo>
                <a:lnTo>
                  <a:pt x="2554224" y="278892"/>
                </a:lnTo>
                <a:lnTo>
                  <a:pt x="2547709" y="278638"/>
                </a:lnTo>
                <a:lnTo>
                  <a:pt x="2539746" y="277939"/>
                </a:lnTo>
                <a:lnTo>
                  <a:pt x="2520696" y="275844"/>
                </a:lnTo>
                <a:lnTo>
                  <a:pt x="2520696" y="281940"/>
                </a:lnTo>
                <a:lnTo>
                  <a:pt x="2536469" y="287070"/>
                </a:lnTo>
                <a:lnTo>
                  <a:pt x="2547366" y="293179"/>
                </a:lnTo>
                <a:lnTo>
                  <a:pt x="2553703" y="300164"/>
                </a:lnTo>
                <a:lnTo>
                  <a:pt x="2555748" y="307848"/>
                </a:lnTo>
                <a:lnTo>
                  <a:pt x="2567990" y="301777"/>
                </a:lnTo>
                <a:lnTo>
                  <a:pt x="2577084" y="294703"/>
                </a:lnTo>
                <a:lnTo>
                  <a:pt x="2582761" y="286207"/>
                </a:lnTo>
                <a:lnTo>
                  <a:pt x="2584132" y="278892"/>
                </a:lnTo>
                <a:lnTo>
                  <a:pt x="2584704" y="275844"/>
                </a:lnTo>
                <a:lnTo>
                  <a:pt x="2584704" y="121920"/>
                </a:lnTo>
                <a:lnTo>
                  <a:pt x="2590038" y="117348"/>
                </a:lnTo>
                <a:lnTo>
                  <a:pt x="2595372" y="112776"/>
                </a:lnTo>
                <a:lnTo>
                  <a:pt x="2591498" y="109728"/>
                </a:lnTo>
                <a:lnTo>
                  <a:pt x="2574036" y="96012"/>
                </a:lnTo>
                <a:lnTo>
                  <a:pt x="2566416" y="105816"/>
                </a:lnTo>
                <a:lnTo>
                  <a:pt x="2566416" y="117348"/>
                </a:lnTo>
                <a:lnTo>
                  <a:pt x="2566416" y="163068"/>
                </a:lnTo>
                <a:lnTo>
                  <a:pt x="2566416" y="170688"/>
                </a:lnTo>
                <a:lnTo>
                  <a:pt x="2566416" y="213360"/>
                </a:lnTo>
                <a:lnTo>
                  <a:pt x="2446020" y="213360"/>
                </a:lnTo>
                <a:lnTo>
                  <a:pt x="2446020" y="170688"/>
                </a:lnTo>
                <a:lnTo>
                  <a:pt x="2566416" y="170688"/>
                </a:lnTo>
                <a:lnTo>
                  <a:pt x="2566416" y="163068"/>
                </a:lnTo>
                <a:lnTo>
                  <a:pt x="2446020" y="163068"/>
                </a:lnTo>
                <a:lnTo>
                  <a:pt x="2446020" y="138684"/>
                </a:lnTo>
                <a:lnTo>
                  <a:pt x="2446020" y="117348"/>
                </a:lnTo>
                <a:lnTo>
                  <a:pt x="2566416" y="117348"/>
                </a:lnTo>
                <a:lnTo>
                  <a:pt x="2566416" y="105816"/>
                </a:lnTo>
                <a:lnTo>
                  <a:pt x="2563368" y="109728"/>
                </a:lnTo>
                <a:lnTo>
                  <a:pt x="2450592" y="109728"/>
                </a:lnTo>
                <a:lnTo>
                  <a:pt x="2458580" y="98920"/>
                </a:lnTo>
                <a:lnTo>
                  <a:pt x="2466403" y="87249"/>
                </a:lnTo>
                <a:lnTo>
                  <a:pt x="2473960" y="75018"/>
                </a:lnTo>
                <a:lnTo>
                  <a:pt x="2481072" y="62484"/>
                </a:lnTo>
                <a:lnTo>
                  <a:pt x="2647188" y="62484"/>
                </a:lnTo>
                <a:close/>
              </a:path>
              <a:path w="3648709" h="309880">
                <a:moveTo>
                  <a:pt x="2851404" y="111252"/>
                </a:moveTo>
                <a:lnTo>
                  <a:pt x="2819400" y="92964"/>
                </a:lnTo>
                <a:lnTo>
                  <a:pt x="2820225" y="108204"/>
                </a:lnTo>
                <a:lnTo>
                  <a:pt x="2820352" y="111252"/>
                </a:lnTo>
                <a:lnTo>
                  <a:pt x="2820759" y="125349"/>
                </a:lnTo>
                <a:lnTo>
                  <a:pt x="2820873" y="134302"/>
                </a:lnTo>
                <a:lnTo>
                  <a:pt x="2820924" y="236220"/>
                </a:lnTo>
                <a:lnTo>
                  <a:pt x="2820695" y="248513"/>
                </a:lnTo>
                <a:lnTo>
                  <a:pt x="2820162" y="264795"/>
                </a:lnTo>
                <a:lnTo>
                  <a:pt x="2819641" y="285089"/>
                </a:lnTo>
                <a:lnTo>
                  <a:pt x="2819400" y="309372"/>
                </a:lnTo>
                <a:lnTo>
                  <a:pt x="2840736" y="295656"/>
                </a:lnTo>
                <a:lnTo>
                  <a:pt x="2840736" y="118872"/>
                </a:lnTo>
                <a:lnTo>
                  <a:pt x="2851404" y="111252"/>
                </a:lnTo>
                <a:close/>
              </a:path>
              <a:path w="3648709" h="309880">
                <a:moveTo>
                  <a:pt x="2983992" y="135636"/>
                </a:moveTo>
                <a:lnTo>
                  <a:pt x="2929344" y="115925"/>
                </a:lnTo>
                <a:lnTo>
                  <a:pt x="2891675" y="88442"/>
                </a:lnTo>
                <a:lnTo>
                  <a:pt x="2854477" y="48348"/>
                </a:lnTo>
                <a:lnTo>
                  <a:pt x="2841650" y="30480"/>
                </a:lnTo>
                <a:lnTo>
                  <a:pt x="2836164" y="22860"/>
                </a:lnTo>
                <a:lnTo>
                  <a:pt x="2848356" y="15240"/>
                </a:lnTo>
                <a:lnTo>
                  <a:pt x="2820924" y="0"/>
                </a:lnTo>
                <a:lnTo>
                  <a:pt x="2812643" y="20243"/>
                </a:lnTo>
                <a:lnTo>
                  <a:pt x="2801493" y="41910"/>
                </a:lnTo>
                <a:lnTo>
                  <a:pt x="2770632" y="88392"/>
                </a:lnTo>
                <a:lnTo>
                  <a:pt x="2727960" y="131635"/>
                </a:lnTo>
                <a:lnTo>
                  <a:pt x="2676144" y="164592"/>
                </a:lnTo>
                <a:lnTo>
                  <a:pt x="2677668" y="169164"/>
                </a:lnTo>
                <a:lnTo>
                  <a:pt x="2728912" y="144018"/>
                </a:lnTo>
                <a:lnTo>
                  <a:pt x="2767584" y="114300"/>
                </a:lnTo>
                <a:lnTo>
                  <a:pt x="2800731" y="77533"/>
                </a:lnTo>
                <a:lnTo>
                  <a:pt x="2831592" y="30480"/>
                </a:lnTo>
                <a:lnTo>
                  <a:pt x="2846197" y="53340"/>
                </a:lnTo>
                <a:lnTo>
                  <a:pt x="2874251" y="92202"/>
                </a:lnTo>
                <a:lnTo>
                  <a:pt x="2902293" y="121615"/>
                </a:lnTo>
                <a:lnTo>
                  <a:pt x="2934919" y="146138"/>
                </a:lnTo>
                <a:lnTo>
                  <a:pt x="2953512" y="156972"/>
                </a:lnTo>
                <a:lnTo>
                  <a:pt x="2958922" y="150710"/>
                </a:lnTo>
                <a:lnTo>
                  <a:pt x="2965894" y="145732"/>
                </a:lnTo>
                <a:lnTo>
                  <a:pt x="2974302" y="142189"/>
                </a:lnTo>
                <a:lnTo>
                  <a:pt x="2983992" y="140208"/>
                </a:lnTo>
                <a:lnTo>
                  <a:pt x="2983992" y="135636"/>
                </a:lnTo>
                <a:close/>
              </a:path>
              <a:path w="3648709" h="309880">
                <a:moveTo>
                  <a:pt x="3128772" y="86880"/>
                </a:moveTo>
                <a:lnTo>
                  <a:pt x="3107436" y="65532"/>
                </a:lnTo>
                <a:lnTo>
                  <a:pt x="3095244" y="79260"/>
                </a:lnTo>
                <a:lnTo>
                  <a:pt x="3084576" y="79260"/>
                </a:lnTo>
                <a:lnTo>
                  <a:pt x="3084576" y="22872"/>
                </a:lnTo>
                <a:lnTo>
                  <a:pt x="3096768" y="15252"/>
                </a:lnTo>
                <a:lnTo>
                  <a:pt x="3066288" y="1536"/>
                </a:lnTo>
                <a:lnTo>
                  <a:pt x="3067177" y="15252"/>
                </a:lnTo>
                <a:lnTo>
                  <a:pt x="3067621" y="32969"/>
                </a:lnTo>
                <a:lnTo>
                  <a:pt x="3067748" y="47828"/>
                </a:lnTo>
                <a:lnTo>
                  <a:pt x="3067812" y="79260"/>
                </a:lnTo>
                <a:lnTo>
                  <a:pt x="3012948" y="79260"/>
                </a:lnTo>
                <a:lnTo>
                  <a:pt x="3023616" y="89928"/>
                </a:lnTo>
                <a:lnTo>
                  <a:pt x="3035808" y="86880"/>
                </a:lnTo>
                <a:lnTo>
                  <a:pt x="3067812" y="86880"/>
                </a:lnTo>
                <a:lnTo>
                  <a:pt x="3067812" y="147840"/>
                </a:lnTo>
                <a:lnTo>
                  <a:pt x="3048724" y="155854"/>
                </a:lnTo>
                <a:lnTo>
                  <a:pt x="3032760" y="161747"/>
                </a:lnTo>
                <a:lnTo>
                  <a:pt x="3020237" y="165620"/>
                </a:lnTo>
                <a:lnTo>
                  <a:pt x="3011424" y="167652"/>
                </a:lnTo>
                <a:lnTo>
                  <a:pt x="3026664" y="193560"/>
                </a:lnTo>
                <a:lnTo>
                  <a:pt x="3031807" y="187286"/>
                </a:lnTo>
                <a:lnTo>
                  <a:pt x="3040380" y="180035"/>
                </a:lnTo>
                <a:lnTo>
                  <a:pt x="3052381" y="171907"/>
                </a:lnTo>
                <a:lnTo>
                  <a:pt x="3067812" y="163080"/>
                </a:lnTo>
                <a:lnTo>
                  <a:pt x="3067812" y="269760"/>
                </a:lnTo>
                <a:lnTo>
                  <a:pt x="3064764" y="275856"/>
                </a:lnTo>
                <a:lnTo>
                  <a:pt x="3057144" y="275856"/>
                </a:lnTo>
                <a:lnTo>
                  <a:pt x="3051695" y="275564"/>
                </a:lnTo>
                <a:lnTo>
                  <a:pt x="3044380" y="274713"/>
                </a:lnTo>
                <a:lnTo>
                  <a:pt x="3035071" y="273278"/>
                </a:lnTo>
                <a:lnTo>
                  <a:pt x="3023616" y="271284"/>
                </a:lnTo>
                <a:lnTo>
                  <a:pt x="3023616" y="275856"/>
                </a:lnTo>
                <a:lnTo>
                  <a:pt x="3038716" y="282714"/>
                </a:lnTo>
                <a:lnTo>
                  <a:pt x="3049524" y="289572"/>
                </a:lnTo>
                <a:lnTo>
                  <a:pt x="3055772" y="296430"/>
                </a:lnTo>
                <a:lnTo>
                  <a:pt x="3057144" y="303288"/>
                </a:lnTo>
                <a:lnTo>
                  <a:pt x="3070009" y="296684"/>
                </a:lnTo>
                <a:lnTo>
                  <a:pt x="3078861" y="288239"/>
                </a:lnTo>
                <a:lnTo>
                  <a:pt x="3083725" y="277774"/>
                </a:lnTo>
                <a:lnTo>
                  <a:pt x="3083852" y="275856"/>
                </a:lnTo>
                <a:lnTo>
                  <a:pt x="3084576" y="265188"/>
                </a:lnTo>
                <a:lnTo>
                  <a:pt x="3084576" y="163080"/>
                </a:lnTo>
                <a:lnTo>
                  <a:pt x="3084576" y="153936"/>
                </a:lnTo>
                <a:lnTo>
                  <a:pt x="3105912" y="140220"/>
                </a:lnTo>
                <a:lnTo>
                  <a:pt x="3127248" y="126504"/>
                </a:lnTo>
                <a:lnTo>
                  <a:pt x="3125724" y="121932"/>
                </a:lnTo>
                <a:lnTo>
                  <a:pt x="3084576" y="140220"/>
                </a:lnTo>
                <a:lnTo>
                  <a:pt x="3084576" y="86880"/>
                </a:lnTo>
                <a:lnTo>
                  <a:pt x="3128772" y="86880"/>
                </a:lnTo>
                <a:close/>
              </a:path>
              <a:path w="3648709" h="309880">
                <a:moveTo>
                  <a:pt x="3206496" y="18300"/>
                </a:moveTo>
                <a:lnTo>
                  <a:pt x="3176016" y="1536"/>
                </a:lnTo>
                <a:lnTo>
                  <a:pt x="3176905" y="13538"/>
                </a:lnTo>
                <a:lnTo>
                  <a:pt x="3177311" y="27432"/>
                </a:lnTo>
                <a:lnTo>
                  <a:pt x="3177387" y="32969"/>
                </a:lnTo>
                <a:lnTo>
                  <a:pt x="3177527" y="47828"/>
                </a:lnTo>
                <a:lnTo>
                  <a:pt x="3177540" y="70116"/>
                </a:lnTo>
                <a:lnTo>
                  <a:pt x="3119628" y="70116"/>
                </a:lnTo>
                <a:lnTo>
                  <a:pt x="3130296" y="80784"/>
                </a:lnTo>
                <a:lnTo>
                  <a:pt x="3144012" y="77736"/>
                </a:lnTo>
                <a:lnTo>
                  <a:pt x="3177540" y="77736"/>
                </a:lnTo>
                <a:lnTo>
                  <a:pt x="3177540" y="137172"/>
                </a:lnTo>
                <a:lnTo>
                  <a:pt x="3127248" y="137172"/>
                </a:lnTo>
                <a:lnTo>
                  <a:pt x="3137916" y="147840"/>
                </a:lnTo>
                <a:lnTo>
                  <a:pt x="3150108" y="144792"/>
                </a:lnTo>
                <a:lnTo>
                  <a:pt x="3177540" y="144792"/>
                </a:lnTo>
                <a:lnTo>
                  <a:pt x="3177540" y="204228"/>
                </a:lnTo>
                <a:lnTo>
                  <a:pt x="3107436" y="204228"/>
                </a:lnTo>
                <a:lnTo>
                  <a:pt x="3116580" y="214896"/>
                </a:lnTo>
                <a:lnTo>
                  <a:pt x="3128772" y="211848"/>
                </a:lnTo>
                <a:lnTo>
                  <a:pt x="3177540" y="211848"/>
                </a:lnTo>
                <a:lnTo>
                  <a:pt x="3177527" y="239864"/>
                </a:lnTo>
                <a:lnTo>
                  <a:pt x="3177349" y="264617"/>
                </a:lnTo>
                <a:lnTo>
                  <a:pt x="3176905" y="286207"/>
                </a:lnTo>
                <a:lnTo>
                  <a:pt x="3176016" y="304812"/>
                </a:lnTo>
                <a:lnTo>
                  <a:pt x="3194304" y="295668"/>
                </a:lnTo>
                <a:lnTo>
                  <a:pt x="3194304" y="211848"/>
                </a:lnTo>
                <a:lnTo>
                  <a:pt x="3194304" y="144792"/>
                </a:lnTo>
                <a:lnTo>
                  <a:pt x="3194304" y="77736"/>
                </a:lnTo>
                <a:lnTo>
                  <a:pt x="3194304" y="27432"/>
                </a:lnTo>
                <a:lnTo>
                  <a:pt x="3206496" y="18300"/>
                </a:lnTo>
                <a:close/>
              </a:path>
              <a:path w="3648709" h="309880">
                <a:moveTo>
                  <a:pt x="3319272" y="213372"/>
                </a:moveTo>
                <a:lnTo>
                  <a:pt x="3311652" y="205752"/>
                </a:lnTo>
                <a:lnTo>
                  <a:pt x="3297936" y="192036"/>
                </a:lnTo>
                <a:lnTo>
                  <a:pt x="3282696" y="205752"/>
                </a:lnTo>
                <a:lnTo>
                  <a:pt x="3244596" y="205752"/>
                </a:lnTo>
                <a:lnTo>
                  <a:pt x="3244596" y="146316"/>
                </a:lnTo>
                <a:lnTo>
                  <a:pt x="3313176" y="146316"/>
                </a:lnTo>
                <a:lnTo>
                  <a:pt x="3305556" y="138696"/>
                </a:lnTo>
                <a:lnTo>
                  <a:pt x="3291840" y="124980"/>
                </a:lnTo>
                <a:lnTo>
                  <a:pt x="3279648" y="138696"/>
                </a:lnTo>
                <a:lnTo>
                  <a:pt x="3244596" y="138696"/>
                </a:lnTo>
                <a:lnTo>
                  <a:pt x="3244596" y="79260"/>
                </a:lnTo>
                <a:lnTo>
                  <a:pt x="3317748" y="79260"/>
                </a:lnTo>
                <a:lnTo>
                  <a:pt x="3310128" y="71640"/>
                </a:lnTo>
                <a:lnTo>
                  <a:pt x="3296412" y="57924"/>
                </a:lnTo>
                <a:lnTo>
                  <a:pt x="3282696" y="71640"/>
                </a:lnTo>
                <a:lnTo>
                  <a:pt x="3244596" y="71640"/>
                </a:lnTo>
                <a:lnTo>
                  <a:pt x="3244596" y="27432"/>
                </a:lnTo>
                <a:lnTo>
                  <a:pt x="3258312" y="18300"/>
                </a:lnTo>
                <a:lnTo>
                  <a:pt x="3226308" y="3060"/>
                </a:lnTo>
                <a:lnTo>
                  <a:pt x="3227197" y="16217"/>
                </a:lnTo>
                <a:lnTo>
                  <a:pt x="3227641" y="30683"/>
                </a:lnTo>
                <a:lnTo>
                  <a:pt x="3227819" y="46558"/>
                </a:lnTo>
                <a:lnTo>
                  <a:pt x="3227832" y="304812"/>
                </a:lnTo>
                <a:lnTo>
                  <a:pt x="3246120" y="295668"/>
                </a:lnTo>
                <a:lnTo>
                  <a:pt x="3245891" y="279374"/>
                </a:lnTo>
                <a:lnTo>
                  <a:pt x="3245358" y="260235"/>
                </a:lnTo>
                <a:lnTo>
                  <a:pt x="3244837" y="238226"/>
                </a:lnTo>
                <a:lnTo>
                  <a:pt x="3244596" y="213372"/>
                </a:lnTo>
                <a:lnTo>
                  <a:pt x="3319272" y="213372"/>
                </a:lnTo>
                <a:close/>
              </a:path>
              <a:path w="3648709" h="309880">
                <a:moveTo>
                  <a:pt x="3531108" y="27432"/>
                </a:moveTo>
                <a:lnTo>
                  <a:pt x="3489960" y="1524"/>
                </a:lnTo>
                <a:lnTo>
                  <a:pt x="3486912" y="6096"/>
                </a:lnTo>
                <a:lnTo>
                  <a:pt x="3495205" y="13195"/>
                </a:lnTo>
                <a:lnTo>
                  <a:pt x="3501771" y="20574"/>
                </a:lnTo>
                <a:lnTo>
                  <a:pt x="3506635" y="27965"/>
                </a:lnTo>
                <a:lnTo>
                  <a:pt x="3509772" y="35052"/>
                </a:lnTo>
                <a:lnTo>
                  <a:pt x="3514344" y="44196"/>
                </a:lnTo>
                <a:lnTo>
                  <a:pt x="3517392" y="47244"/>
                </a:lnTo>
                <a:lnTo>
                  <a:pt x="3521964" y="45720"/>
                </a:lnTo>
                <a:lnTo>
                  <a:pt x="3525012" y="42672"/>
                </a:lnTo>
                <a:lnTo>
                  <a:pt x="3528060" y="38100"/>
                </a:lnTo>
                <a:lnTo>
                  <a:pt x="3529584" y="33528"/>
                </a:lnTo>
                <a:lnTo>
                  <a:pt x="3531108" y="27432"/>
                </a:lnTo>
                <a:close/>
              </a:path>
              <a:path w="3648709" h="309880">
                <a:moveTo>
                  <a:pt x="3643884" y="56388"/>
                </a:moveTo>
                <a:lnTo>
                  <a:pt x="3634740" y="47244"/>
                </a:lnTo>
                <a:lnTo>
                  <a:pt x="3616452" y="28956"/>
                </a:lnTo>
                <a:lnTo>
                  <a:pt x="3596640" y="47244"/>
                </a:lnTo>
                <a:lnTo>
                  <a:pt x="3517392" y="47244"/>
                </a:lnTo>
                <a:lnTo>
                  <a:pt x="3404616" y="47244"/>
                </a:lnTo>
                <a:lnTo>
                  <a:pt x="3384804" y="36576"/>
                </a:lnTo>
                <a:lnTo>
                  <a:pt x="3385693" y="62534"/>
                </a:lnTo>
                <a:lnTo>
                  <a:pt x="3386137" y="87630"/>
                </a:lnTo>
                <a:lnTo>
                  <a:pt x="3386264" y="104203"/>
                </a:lnTo>
                <a:lnTo>
                  <a:pt x="3386163" y="137160"/>
                </a:lnTo>
                <a:lnTo>
                  <a:pt x="3383470" y="177736"/>
                </a:lnTo>
                <a:lnTo>
                  <a:pt x="3377184" y="217932"/>
                </a:lnTo>
                <a:lnTo>
                  <a:pt x="3365754" y="258889"/>
                </a:lnTo>
                <a:lnTo>
                  <a:pt x="3345180" y="303276"/>
                </a:lnTo>
                <a:lnTo>
                  <a:pt x="3348228" y="304800"/>
                </a:lnTo>
                <a:lnTo>
                  <a:pt x="3374707" y="264033"/>
                </a:lnTo>
                <a:lnTo>
                  <a:pt x="3390900" y="225552"/>
                </a:lnTo>
                <a:lnTo>
                  <a:pt x="3399853" y="186499"/>
                </a:lnTo>
                <a:lnTo>
                  <a:pt x="3403981" y="126047"/>
                </a:lnTo>
                <a:lnTo>
                  <a:pt x="3404616" y="56388"/>
                </a:lnTo>
                <a:lnTo>
                  <a:pt x="3643884" y="56388"/>
                </a:lnTo>
                <a:close/>
              </a:path>
              <a:path w="3648709" h="309880">
                <a:moveTo>
                  <a:pt x="3648456" y="170688"/>
                </a:moveTo>
                <a:lnTo>
                  <a:pt x="3645217" y="167640"/>
                </a:lnTo>
                <a:lnTo>
                  <a:pt x="3622548" y="146304"/>
                </a:lnTo>
                <a:lnTo>
                  <a:pt x="3611880" y="160020"/>
                </a:lnTo>
                <a:lnTo>
                  <a:pt x="3532632" y="160020"/>
                </a:lnTo>
                <a:lnTo>
                  <a:pt x="3537204" y="155448"/>
                </a:lnTo>
                <a:lnTo>
                  <a:pt x="3540252" y="150876"/>
                </a:lnTo>
                <a:lnTo>
                  <a:pt x="3540252" y="147828"/>
                </a:lnTo>
                <a:lnTo>
                  <a:pt x="3541776" y="143256"/>
                </a:lnTo>
                <a:lnTo>
                  <a:pt x="3540252" y="138684"/>
                </a:lnTo>
                <a:lnTo>
                  <a:pt x="3535680" y="132588"/>
                </a:lnTo>
                <a:lnTo>
                  <a:pt x="3540937" y="129540"/>
                </a:lnTo>
                <a:lnTo>
                  <a:pt x="3564255" y="116014"/>
                </a:lnTo>
                <a:lnTo>
                  <a:pt x="3603307" y="98298"/>
                </a:lnTo>
                <a:lnTo>
                  <a:pt x="3619500" y="96012"/>
                </a:lnTo>
                <a:lnTo>
                  <a:pt x="3614420" y="89916"/>
                </a:lnTo>
                <a:lnTo>
                  <a:pt x="3596640" y="68580"/>
                </a:lnTo>
                <a:lnTo>
                  <a:pt x="3582924" y="82296"/>
                </a:lnTo>
                <a:lnTo>
                  <a:pt x="3432048" y="82296"/>
                </a:lnTo>
                <a:lnTo>
                  <a:pt x="3444240" y="92964"/>
                </a:lnTo>
                <a:lnTo>
                  <a:pt x="3451364" y="91846"/>
                </a:lnTo>
                <a:lnTo>
                  <a:pt x="3458908" y="90868"/>
                </a:lnTo>
                <a:lnTo>
                  <a:pt x="3466744" y="90182"/>
                </a:lnTo>
                <a:lnTo>
                  <a:pt x="3474720" y="89916"/>
                </a:lnTo>
                <a:lnTo>
                  <a:pt x="3581400" y="89916"/>
                </a:lnTo>
                <a:lnTo>
                  <a:pt x="3529584" y="129540"/>
                </a:lnTo>
                <a:lnTo>
                  <a:pt x="3518446" y="123253"/>
                </a:lnTo>
                <a:lnTo>
                  <a:pt x="3507867" y="118110"/>
                </a:lnTo>
                <a:lnTo>
                  <a:pt x="3497872" y="114109"/>
                </a:lnTo>
                <a:lnTo>
                  <a:pt x="3488436" y="111252"/>
                </a:lnTo>
                <a:lnTo>
                  <a:pt x="3485388" y="114300"/>
                </a:lnTo>
                <a:lnTo>
                  <a:pt x="3491992" y="120015"/>
                </a:lnTo>
                <a:lnTo>
                  <a:pt x="3498151" y="125730"/>
                </a:lnTo>
                <a:lnTo>
                  <a:pt x="3521964" y="160020"/>
                </a:lnTo>
                <a:lnTo>
                  <a:pt x="3410712" y="160020"/>
                </a:lnTo>
                <a:lnTo>
                  <a:pt x="3422904" y="172212"/>
                </a:lnTo>
                <a:lnTo>
                  <a:pt x="3430054" y="170218"/>
                </a:lnTo>
                <a:lnTo>
                  <a:pt x="3437763" y="168783"/>
                </a:lnTo>
                <a:lnTo>
                  <a:pt x="3446056" y="167932"/>
                </a:lnTo>
                <a:lnTo>
                  <a:pt x="3454908" y="167640"/>
                </a:lnTo>
                <a:lnTo>
                  <a:pt x="3520440" y="167640"/>
                </a:lnTo>
                <a:lnTo>
                  <a:pt x="3520376" y="264033"/>
                </a:lnTo>
                <a:lnTo>
                  <a:pt x="3518916" y="272796"/>
                </a:lnTo>
                <a:lnTo>
                  <a:pt x="3514344" y="277368"/>
                </a:lnTo>
                <a:lnTo>
                  <a:pt x="3500209" y="277355"/>
                </a:lnTo>
                <a:lnTo>
                  <a:pt x="3492246" y="277177"/>
                </a:lnTo>
                <a:lnTo>
                  <a:pt x="3483152" y="276733"/>
                </a:lnTo>
                <a:lnTo>
                  <a:pt x="3473196" y="275844"/>
                </a:lnTo>
                <a:lnTo>
                  <a:pt x="3473196" y="281940"/>
                </a:lnTo>
                <a:lnTo>
                  <a:pt x="3488347" y="286181"/>
                </a:lnTo>
                <a:lnTo>
                  <a:pt x="3499485" y="291846"/>
                </a:lnTo>
                <a:lnTo>
                  <a:pt x="3506635" y="298665"/>
                </a:lnTo>
                <a:lnTo>
                  <a:pt x="3509772" y="306324"/>
                </a:lnTo>
                <a:lnTo>
                  <a:pt x="3521773" y="299732"/>
                </a:lnTo>
                <a:lnTo>
                  <a:pt x="3530346" y="291274"/>
                </a:lnTo>
                <a:lnTo>
                  <a:pt x="3535489" y="280822"/>
                </a:lnTo>
                <a:lnTo>
                  <a:pt x="3535959" y="277368"/>
                </a:lnTo>
                <a:lnTo>
                  <a:pt x="3537204" y="268224"/>
                </a:lnTo>
                <a:lnTo>
                  <a:pt x="3537204" y="167640"/>
                </a:lnTo>
                <a:lnTo>
                  <a:pt x="3611880" y="167640"/>
                </a:lnTo>
                <a:lnTo>
                  <a:pt x="3593592" y="202692"/>
                </a:lnTo>
                <a:lnTo>
                  <a:pt x="3599688" y="204216"/>
                </a:lnTo>
                <a:lnTo>
                  <a:pt x="3612248" y="189344"/>
                </a:lnTo>
                <a:lnTo>
                  <a:pt x="3624643" y="178879"/>
                </a:lnTo>
                <a:lnTo>
                  <a:pt x="3636772" y="172720"/>
                </a:lnTo>
                <a:lnTo>
                  <a:pt x="3648456" y="17068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" name="object 16"/>
          <p:cNvSpPr/>
          <p:nvPr/>
        </p:nvSpPr>
        <p:spPr>
          <a:xfrm>
            <a:off x="7743444" y="3022092"/>
            <a:ext cx="52069" cy="90170"/>
          </a:xfrm>
          <a:custGeom>
            <a:avLst/>
            <a:gdLst/>
            <a:ahLst/>
            <a:cxnLst/>
            <a:rect l="l" t="t" r="r" b="b"/>
            <a:pathLst>
              <a:path w="52070" h="90169">
                <a:moveTo>
                  <a:pt x="3048" y="89916"/>
                </a:moveTo>
                <a:lnTo>
                  <a:pt x="0" y="89916"/>
                </a:lnTo>
                <a:lnTo>
                  <a:pt x="0" y="88392"/>
                </a:lnTo>
                <a:lnTo>
                  <a:pt x="1524" y="86868"/>
                </a:lnTo>
                <a:lnTo>
                  <a:pt x="4572" y="85344"/>
                </a:lnTo>
                <a:lnTo>
                  <a:pt x="9144" y="80772"/>
                </a:lnTo>
                <a:lnTo>
                  <a:pt x="18288" y="68580"/>
                </a:lnTo>
                <a:lnTo>
                  <a:pt x="22359" y="63674"/>
                </a:lnTo>
                <a:lnTo>
                  <a:pt x="25717" y="57912"/>
                </a:lnTo>
                <a:lnTo>
                  <a:pt x="28789" y="51006"/>
                </a:lnTo>
                <a:lnTo>
                  <a:pt x="32004" y="42672"/>
                </a:lnTo>
                <a:lnTo>
                  <a:pt x="22860" y="42672"/>
                </a:lnTo>
                <a:lnTo>
                  <a:pt x="13716" y="39624"/>
                </a:lnTo>
                <a:lnTo>
                  <a:pt x="10668" y="36576"/>
                </a:lnTo>
                <a:lnTo>
                  <a:pt x="9144" y="33528"/>
                </a:lnTo>
                <a:lnTo>
                  <a:pt x="6096" y="24384"/>
                </a:lnTo>
                <a:lnTo>
                  <a:pt x="6096" y="16764"/>
                </a:lnTo>
                <a:lnTo>
                  <a:pt x="7620" y="12192"/>
                </a:lnTo>
                <a:lnTo>
                  <a:pt x="15240" y="4572"/>
                </a:lnTo>
                <a:lnTo>
                  <a:pt x="21336" y="0"/>
                </a:lnTo>
                <a:lnTo>
                  <a:pt x="27432" y="0"/>
                </a:lnTo>
                <a:lnTo>
                  <a:pt x="42672" y="3048"/>
                </a:lnTo>
                <a:lnTo>
                  <a:pt x="47244" y="6096"/>
                </a:lnTo>
                <a:lnTo>
                  <a:pt x="50292" y="10668"/>
                </a:lnTo>
                <a:lnTo>
                  <a:pt x="51816" y="15240"/>
                </a:lnTo>
                <a:lnTo>
                  <a:pt x="51816" y="30480"/>
                </a:lnTo>
                <a:lnTo>
                  <a:pt x="50292" y="36576"/>
                </a:lnTo>
                <a:lnTo>
                  <a:pt x="48768" y="45720"/>
                </a:lnTo>
                <a:lnTo>
                  <a:pt x="23931" y="79390"/>
                </a:lnTo>
                <a:lnTo>
                  <a:pt x="9144" y="88392"/>
                </a:lnTo>
                <a:lnTo>
                  <a:pt x="3048" y="8991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" name="object 17"/>
          <p:cNvSpPr/>
          <p:nvPr/>
        </p:nvSpPr>
        <p:spPr>
          <a:xfrm>
            <a:off x="8054340" y="2828543"/>
            <a:ext cx="304800" cy="303530"/>
          </a:xfrm>
          <a:custGeom>
            <a:avLst/>
            <a:gdLst/>
            <a:ahLst/>
            <a:cxnLst/>
            <a:rect l="l" t="t" r="r" b="b"/>
            <a:pathLst>
              <a:path w="304800" h="303530">
                <a:moveTo>
                  <a:pt x="77724" y="303276"/>
                </a:moveTo>
                <a:lnTo>
                  <a:pt x="74676" y="298703"/>
                </a:lnTo>
                <a:lnTo>
                  <a:pt x="86963" y="290179"/>
                </a:lnTo>
                <a:lnTo>
                  <a:pt x="98679" y="280797"/>
                </a:lnTo>
                <a:lnTo>
                  <a:pt x="130111" y="248912"/>
                </a:lnTo>
                <a:lnTo>
                  <a:pt x="152400" y="211836"/>
                </a:lnTo>
                <a:lnTo>
                  <a:pt x="166973" y="171545"/>
                </a:lnTo>
                <a:lnTo>
                  <a:pt x="176593" y="125539"/>
                </a:lnTo>
                <a:lnTo>
                  <a:pt x="182451" y="68365"/>
                </a:lnTo>
                <a:lnTo>
                  <a:pt x="183499" y="24312"/>
                </a:lnTo>
                <a:lnTo>
                  <a:pt x="182880" y="0"/>
                </a:lnTo>
                <a:lnTo>
                  <a:pt x="216408" y="15240"/>
                </a:lnTo>
                <a:lnTo>
                  <a:pt x="205740" y="25908"/>
                </a:lnTo>
                <a:lnTo>
                  <a:pt x="205192" y="49911"/>
                </a:lnTo>
                <a:lnTo>
                  <a:pt x="205930" y="73914"/>
                </a:lnTo>
                <a:lnTo>
                  <a:pt x="207375" y="89916"/>
                </a:lnTo>
                <a:lnTo>
                  <a:pt x="199644" y="89916"/>
                </a:lnTo>
                <a:lnTo>
                  <a:pt x="193167" y="152209"/>
                </a:lnTo>
                <a:lnTo>
                  <a:pt x="179832" y="199644"/>
                </a:lnTo>
                <a:lnTo>
                  <a:pt x="159258" y="235077"/>
                </a:lnTo>
                <a:lnTo>
                  <a:pt x="120157" y="275629"/>
                </a:lnTo>
                <a:lnTo>
                  <a:pt x="91678" y="295584"/>
                </a:lnTo>
                <a:lnTo>
                  <a:pt x="77724" y="303276"/>
                </a:lnTo>
                <a:close/>
              </a:path>
              <a:path w="304800" h="303530">
                <a:moveTo>
                  <a:pt x="4572" y="289560"/>
                </a:moveTo>
                <a:lnTo>
                  <a:pt x="0" y="284988"/>
                </a:lnTo>
                <a:lnTo>
                  <a:pt x="13763" y="267628"/>
                </a:lnTo>
                <a:lnTo>
                  <a:pt x="25527" y="250126"/>
                </a:lnTo>
                <a:lnTo>
                  <a:pt x="44196" y="216408"/>
                </a:lnTo>
                <a:lnTo>
                  <a:pt x="57531" y="178498"/>
                </a:lnTo>
                <a:lnTo>
                  <a:pt x="68580" y="132588"/>
                </a:lnTo>
                <a:lnTo>
                  <a:pt x="75438" y="75628"/>
                </a:lnTo>
                <a:lnTo>
                  <a:pt x="77724" y="1524"/>
                </a:lnTo>
                <a:lnTo>
                  <a:pt x="109728" y="15240"/>
                </a:lnTo>
                <a:lnTo>
                  <a:pt x="97536" y="24384"/>
                </a:lnTo>
                <a:lnTo>
                  <a:pt x="95226" y="62103"/>
                </a:lnTo>
                <a:lnTo>
                  <a:pt x="92773" y="92964"/>
                </a:lnTo>
                <a:lnTo>
                  <a:pt x="90035" y="116967"/>
                </a:lnTo>
                <a:lnTo>
                  <a:pt x="86868" y="134112"/>
                </a:lnTo>
                <a:lnTo>
                  <a:pt x="97111" y="141732"/>
                </a:lnTo>
                <a:lnTo>
                  <a:pt x="86868" y="141732"/>
                </a:lnTo>
                <a:lnTo>
                  <a:pt x="78581" y="169759"/>
                </a:lnTo>
                <a:lnTo>
                  <a:pt x="69723" y="194500"/>
                </a:lnTo>
                <a:lnTo>
                  <a:pt x="50292" y="234696"/>
                </a:lnTo>
                <a:lnTo>
                  <a:pt x="16002" y="277558"/>
                </a:lnTo>
                <a:lnTo>
                  <a:pt x="4572" y="289560"/>
                </a:lnTo>
                <a:close/>
              </a:path>
              <a:path w="304800" h="303530">
                <a:moveTo>
                  <a:pt x="277367" y="291084"/>
                </a:moveTo>
                <a:lnTo>
                  <a:pt x="246935" y="252936"/>
                </a:lnTo>
                <a:lnTo>
                  <a:pt x="225933" y="208597"/>
                </a:lnTo>
                <a:lnTo>
                  <a:pt x="210573" y="159353"/>
                </a:lnTo>
                <a:lnTo>
                  <a:pt x="203096" y="115919"/>
                </a:lnTo>
                <a:lnTo>
                  <a:pt x="199644" y="89916"/>
                </a:lnTo>
                <a:lnTo>
                  <a:pt x="207375" y="89916"/>
                </a:lnTo>
                <a:lnTo>
                  <a:pt x="208097" y="97917"/>
                </a:lnTo>
                <a:lnTo>
                  <a:pt x="211836" y="121920"/>
                </a:lnTo>
                <a:lnTo>
                  <a:pt x="225933" y="168973"/>
                </a:lnTo>
                <a:lnTo>
                  <a:pt x="246888" y="214884"/>
                </a:lnTo>
                <a:lnTo>
                  <a:pt x="272986" y="251269"/>
                </a:lnTo>
                <a:lnTo>
                  <a:pt x="304800" y="272796"/>
                </a:lnTo>
                <a:lnTo>
                  <a:pt x="304800" y="278891"/>
                </a:lnTo>
                <a:lnTo>
                  <a:pt x="293655" y="280582"/>
                </a:lnTo>
                <a:lnTo>
                  <a:pt x="285369" y="283273"/>
                </a:lnTo>
                <a:lnTo>
                  <a:pt x="279939" y="286821"/>
                </a:lnTo>
                <a:lnTo>
                  <a:pt x="277367" y="291084"/>
                </a:lnTo>
                <a:close/>
              </a:path>
              <a:path w="304800" h="303530">
                <a:moveTo>
                  <a:pt x="131064" y="217932"/>
                </a:moveTo>
                <a:lnTo>
                  <a:pt x="128016" y="217932"/>
                </a:lnTo>
                <a:lnTo>
                  <a:pt x="123444" y="211836"/>
                </a:lnTo>
                <a:lnTo>
                  <a:pt x="118872" y="198120"/>
                </a:lnTo>
                <a:lnTo>
                  <a:pt x="114300" y="185880"/>
                </a:lnTo>
                <a:lnTo>
                  <a:pt x="107442" y="172212"/>
                </a:lnTo>
                <a:lnTo>
                  <a:pt x="98298" y="157400"/>
                </a:lnTo>
                <a:lnTo>
                  <a:pt x="86868" y="141732"/>
                </a:lnTo>
                <a:lnTo>
                  <a:pt x="97111" y="141732"/>
                </a:lnTo>
                <a:lnTo>
                  <a:pt x="129540" y="170688"/>
                </a:lnTo>
                <a:lnTo>
                  <a:pt x="141732" y="198120"/>
                </a:lnTo>
                <a:lnTo>
                  <a:pt x="141732" y="205740"/>
                </a:lnTo>
                <a:lnTo>
                  <a:pt x="140208" y="210312"/>
                </a:lnTo>
                <a:lnTo>
                  <a:pt x="134112" y="216408"/>
                </a:lnTo>
                <a:lnTo>
                  <a:pt x="131064" y="21793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pic>
        <p:nvPicPr>
          <p:cNvPr id="18" name="object 18"/>
          <p:cNvPicPr/>
          <p:nvPr/>
        </p:nvPicPr>
        <p:blipFill>
          <a:blip r:embed="rId7" cstate="print"/>
          <a:stretch>
            <a:fillRect/>
          </a:stretch>
        </p:blipFill>
        <p:spPr>
          <a:xfrm>
            <a:off x="8410956" y="2854451"/>
            <a:ext cx="118872" cy="245363"/>
          </a:xfrm>
          <a:prstGeom prst="rect">
            <a:avLst/>
          </a:prstGeom>
        </p:spPr>
      </p:pic>
      <p:sp>
        <p:nvSpPr>
          <p:cNvPr id="19" name="object 19"/>
          <p:cNvSpPr/>
          <p:nvPr/>
        </p:nvSpPr>
        <p:spPr>
          <a:xfrm>
            <a:off x="8683752" y="2828544"/>
            <a:ext cx="288290" cy="303530"/>
          </a:xfrm>
          <a:custGeom>
            <a:avLst/>
            <a:gdLst/>
            <a:ahLst/>
            <a:cxnLst/>
            <a:rect l="l" t="t" r="r" b="b"/>
            <a:pathLst>
              <a:path w="288290" h="303530">
                <a:moveTo>
                  <a:pt x="16764" y="36575"/>
                </a:moveTo>
                <a:lnTo>
                  <a:pt x="4572" y="24383"/>
                </a:lnTo>
                <a:lnTo>
                  <a:pt x="137160" y="24383"/>
                </a:lnTo>
                <a:lnTo>
                  <a:pt x="153924" y="7619"/>
                </a:lnTo>
                <a:lnTo>
                  <a:pt x="178308" y="33527"/>
                </a:lnTo>
                <a:lnTo>
                  <a:pt x="48768" y="33527"/>
                </a:lnTo>
                <a:lnTo>
                  <a:pt x="39909" y="33575"/>
                </a:lnTo>
                <a:lnTo>
                  <a:pt x="31623" y="33908"/>
                </a:lnTo>
                <a:lnTo>
                  <a:pt x="23907" y="34813"/>
                </a:lnTo>
                <a:lnTo>
                  <a:pt x="16764" y="36575"/>
                </a:lnTo>
                <a:close/>
              </a:path>
              <a:path w="288290" h="303530">
                <a:moveTo>
                  <a:pt x="24384" y="134111"/>
                </a:moveTo>
                <a:lnTo>
                  <a:pt x="12192" y="109727"/>
                </a:lnTo>
                <a:lnTo>
                  <a:pt x="21574" y="108037"/>
                </a:lnTo>
                <a:lnTo>
                  <a:pt x="31242" y="103060"/>
                </a:lnTo>
                <a:lnTo>
                  <a:pt x="60007" y="71246"/>
                </a:lnTo>
                <a:lnTo>
                  <a:pt x="82296" y="33527"/>
                </a:lnTo>
                <a:lnTo>
                  <a:pt x="86868" y="33527"/>
                </a:lnTo>
                <a:lnTo>
                  <a:pt x="111252" y="47243"/>
                </a:lnTo>
                <a:lnTo>
                  <a:pt x="103227" y="50387"/>
                </a:lnTo>
                <a:lnTo>
                  <a:pt x="95059" y="55244"/>
                </a:lnTo>
                <a:lnTo>
                  <a:pt x="86606" y="61817"/>
                </a:lnTo>
                <a:lnTo>
                  <a:pt x="77724" y="70103"/>
                </a:lnTo>
                <a:lnTo>
                  <a:pt x="68318" y="80367"/>
                </a:lnTo>
                <a:lnTo>
                  <a:pt x="58483" y="90487"/>
                </a:lnTo>
                <a:lnTo>
                  <a:pt x="48363" y="100322"/>
                </a:lnTo>
                <a:lnTo>
                  <a:pt x="38100" y="109727"/>
                </a:lnTo>
                <a:lnTo>
                  <a:pt x="170004" y="109727"/>
                </a:lnTo>
                <a:lnTo>
                  <a:pt x="172803" y="114299"/>
                </a:lnTo>
                <a:lnTo>
                  <a:pt x="144780" y="114299"/>
                </a:lnTo>
                <a:lnTo>
                  <a:pt x="88392" y="118871"/>
                </a:lnTo>
                <a:lnTo>
                  <a:pt x="80772" y="118871"/>
                </a:lnTo>
                <a:lnTo>
                  <a:pt x="59316" y="122324"/>
                </a:lnTo>
                <a:lnTo>
                  <a:pt x="42862" y="125920"/>
                </a:lnTo>
                <a:lnTo>
                  <a:pt x="31265" y="129801"/>
                </a:lnTo>
                <a:lnTo>
                  <a:pt x="24384" y="134111"/>
                </a:lnTo>
                <a:close/>
              </a:path>
              <a:path w="288290" h="303530">
                <a:moveTo>
                  <a:pt x="170004" y="109727"/>
                </a:moveTo>
                <a:lnTo>
                  <a:pt x="38100" y="109727"/>
                </a:lnTo>
                <a:lnTo>
                  <a:pt x="141732" y="106679"/>
                </a:lnTo>
                <a:lnTo>
                  <a:pt x="135707" y="97535"/>
                </a:lnTo>
                <a:lnTo>
                  <a:pt x="128968" y="88391"/>
                </a:lnTo>
                <a:lnTo>
                  <a:pt x="121372" y="79247"/>
                </a:lnTo>
                <a:lnTo>
                  <a:pt x="112776" y="70103"/>
                </a:lnTo>
                <a:lnTo>
                  <a:pt x="115824" y="65531"/>
                </a:lnTo>
                <a:lnTo>
                  <a:pt x="140088" y="83248"/>
                </a:lnTo>
                <a:lnTo>
                  <a:pt x="157924" y="97535"/>
                </a:lnTo>
                <a:lnTo>
                  <a:pt x="169187" y="108394"/>
                </a:lnTo>
                <a:lnTo>
                  <a:pt x="170004" y="109727"/>
                </a:lnTo>
                <a:close/>
              </a:path>
              <a:path w="288290" h="303530">
                <a:moveTo>
                  <a:pt x="161544" y="143255"/>
                </a:moveTo>
                <a:lnTo>
                  <a:pt x="158496" y="143255"/>
                </a:lnTo>
                <a:lnTo>
                  <a:pt x="156972" y="140207"/>
                </a:lnTo>
                <a:lnTo>
                  <a:pt x="156972" y="137159"/>
                </a:lnTo>
                <a:lnTo>
                  <a:pt x="154424" y="132302"/>
                </a:lnTo>
                <a:lnTo>
                  <a:pt x="148185" y="120872"/>
                </a:lnTo>
                <a:lnTo>
                  <a:pt x="144780" y="114299"/>
                </a:lnTo>
                <a:lnTo>
                  <a:pt x="172803" y="114299"/>
                </a:lnTo>
                <a:lnTo>
                  <a:pt x="173736" y="115823"/>
                </a:lnTo>
                <a:lnTo>
                  <a:pt x="175260" y="124967"/>
                </a:lnTo>
                <a:lnTo>
                  <a:pt x="173736" y="131063"/>
                </a:lnTo>
                <a:lnTo>
                  <a:pt x="161544" y="143255"/>
                </a:lnTo>
                <a:close/>
              </a:path>
              <a:path w="288290" h="303530">
                <a:moveTo>
                  <a:pt x="99060" y="179831"/>
                </a:moveTo>
                <a:lnTo>
                  <a:pt x="80772" y="179831"/>
                </a:lnTo>
                <a:lnTo>
                  <a:pt x="80772" y="118871"/>
                </a:lnTo>
                <a:lnTo>
                  <a:pt x="88392" y="118871"/>
                </a:lnTo>
                <a:lnTo>
                  <a:pt x="109728" y="129539"/>
                </a:lnTo>
                <a:lnTo>
                  <a:pt x="99060" y="138683"/>
                </a:lnTo>
                <a:lnTo>
                  <a:pt x="99060" y="179831"/>
                </a:lnTo>
                <a:close/>
              </a:path>
              <a:path w="288290" h="303530">
                <a:moveTo>
                  <a:pt x="15240" y="190499"/>
                </a:moveTo>
                <a:lnTo>
                  <a:pt x="4572" y="179831"/>
                </a:lnTo>
                <a:lnTo>
                  <a:pt x="134112" y="179831"/>
                </a:lnTo>
                <a:lnTo>
                  <a:pt x="149352" y="164591"/>
                </a:lnTo>
                <a:lnTo>
                  <a:pt x="173736" y="188975"/>
                </a:lnTo>
                <a:lnTo>
                  <a:pt x="30480" y="188975"/>
                </a:lnTo>
                <a:lnTo>
                  <a:pt x="15240" y="190499"/>
                </a:lnTo>
                <a:close/>
              </a:path>
              <a:path w="288290" h="303530">
                <a:moveTo>
                  <a:pt x="13716" y="292607"/>
                </a:moveTo>
                <a:lnTo>
                  <a:pt x="0" y="266699"/>
                </a:lnTo>
                <a:lnTo>
                  <a:pt x="13477" y="265009"/>
                </a:lnTo>
                <a:lnTo>
                  <a:pt x="80772" y="254507"/>
                </a:lnTo>
                <a:lnTo>
                  <a:pt x="80772" y="188975"/>
                </a:lnTo>
                <a:lnTo>
                  <a:pt x="99060" y="188975"/>
                </a:lnTo>
                <a:lnTo>
                  <a:pt x="99060" y="251459"/>
                </a:lnTo>
                <a:lnTo>
                  <a:pt x="145405" y="251459"/>
                </a:lnTo>
                <a:lnTo>
                  <a:pt x="109299" y="260675"/>
                </a:lnTo>
                <a:lnTo>
                  <a:pt x="60198" y="274510"/>
                </a:lnTo>
                <a:lnTo>
                  <a:pt x="28241" y="285202"/>
                </a:lnTo>
                <a:lnTo>
                  <a:pt x="13716" y="292607"/>
                </a:lnTo>
                <a:close/>
              </a:path>
              <a:path w="288290" h="303530">
                <a:moveTo>
                  <a:pt x="145405" y="251459"/>
                </a:moveTo>
                <a:lnTo>
                  <a:pt x="99060" y="251459"/>
                </a:lnTo>
                <a:lnTo>
                  <a:pt x="173736" y="236219"/>
                </a:lnTo>
                <a:lnTo>
                  <a:pt x="175260" y="243839"/>
                </a:lnTo>
                <a:lnTo>
                  <a:pt x="145405" y="251459"/>
                </a:lnTo>
                <a:close/>
              </a:path>
              <a:path w="288290" h="303530">
                <a:moveTo>
                  <a:pt x="276830" y="271271"/>
                </a:moveTo>
                <a:lnTo>
                  <a:pt x="248412" y="271271"/>
                </a:lnTo>
                <a:lnTo>
                  <a:pt x="257555" y="268223"/>
                </a:lnTo>
                <a:lnTo>
                  <a:pt x="260603" y="266699"/>
                </a:lnTo>
                <a:lnTo>
                  <a:pt x="262128" y="260603"/>
                </a:lnTo>
                <a:lnTo>
                  <a:pt x="260603" y="249935"/>
                </a:lnTo>
                <a:lnTo>
                  <a:pt x="260580" y="34504"/>
                </a:lnTo>
                <a:lnTo>
                  <a:pt x="260413" y="23812"/>
                </a:lnTo>
                <a:lnTo>
                  <a:pt x="259961" y="12263"/>
                </a:lnTo>
                <a:lnTo>
                  <a:pt x="259079" y="0"/>
                </a:lnTo>
                <a:lnTo>
                  <a:pt x="288036" y="13715"/>
                </a:lnTo>
                <a:lnTo>
                  <a:pt x="277367" y="22859"/>
                </a:lnTo>
                <a:lnTo>
                  <a:pt x="277367" y="262127"/>
                </a:lnTo>
                <a:lnTo>
                  <a:pt x="276830" y="271271"/>
                </a:lnTo>
                <a:close/>
              </a:path>
              <a:path w="288290" h="303530">
                <a:moveTo>
                  <a:pt x="196596" y="231647"/>
                </a:moveTo>
                <a:lnTo>
                  <a:pt x="197477" y="209335"/>
                </a:lnTo>
                <a:lnTo>
                  <a:pt x="197929" y="185737"/>
                </a:lnTo>
                <a:lnTo>
                  <a:pt x="198096" y="160710"/>
                </a:lnTo>
                <a:lnTo>
                  <a:pt x="198096" y="107822"/>
                </a:lnTo>
                <a:lnTo>
                  <a:pt x="197929" y="83819"/>
                </a:lnTo>
                <a:lnTo>
                  <a:pt x="197477" y="62102"/>
                </a:lnTo>
                <a:lnTo>
                  <a:pt x="196596" y="42671"/>
                </a:lnTo>
                <a:lnTo>
                  <a:pt x="227076" y="57911"/>
                </a:lnTo>
                <a:lnTo>
                  <a:pt x="214884" y="67055"/>
                </a:lnTo>
                <a:lnTo>
                  <a:pt x="214884" y="188975"/>
                </a:lnTo>
                <a:lnTo>
                  <a:pt x="215122" y="195524"/>
                </a:lnTo>
                <a:lnTo>
                  <a:pt x="215646" y="203644"/>
                </a:lnTo>
                <a:lnTo>
                  <a:pt x="216169" y="213193"/>
                </a:lnTo>
                <a:lnTo>
                  <a:pt x="216408" y="224027"/>
                </a:lnTo>
                <a:lnTo>
                  <a:pt x="196596" y="231647"/>
                </a:lnTo>
                <a:close/>
              </a:path>
              <a:path w="288290" h="303530">
                <a:moveTo>
                  <a:pt x="249936" y="303275"/>
                </a:moveTo>
                <a:lnTo>
                  <a:pt x="245602" y="293822"/>
                </a:lnTo>
                <a:lnTo>
                  <a:pt x="236982" y="285940"/>
                </a:lnTo>
                <a:lnTo>
                  <a:pt x="223789" y="279487"/>
                </a:lnTo>
                <a:lnTo>
                  <a:pt x="205740" y="274319"/>
                </a:lnTo>
                <a:lnTo>
                  <a:pt x="205740" y="268223"/>
                </a:lnTo>
                <a:lnTo>
                  <a:pt x="225171" y="270319"/>
                </a:lnTo>
                <a:lnTo>
                  <a:pt x="234029" y="271010"/>
                </a:lnTo>
                <a:lnTo>
                  <a:pt x="242315" y="271271"/>
                </a:lnTo>
                <a:lnTo>
                  <a:pt x="276830" y="271271"/>
                </a:lnTo>
                <a:lnTo>
                  <a:pt x="276510" y="276701"/>
                </a:lnTo>
                <a:lnTo>
                  <a:pt x="271653" y="288416"/>
                </a:lnTo>
                <a:lnTo>
                  <a:pt x="262794" y="297275"/>
                </a:lnTo>
                <a:lnTo>
                  <a:pt x="249936" y="30327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20" name="object 20"/>
          <p:cNvGrpSpPr/>
          <p:nvPr/>
        </p:nvGrpSpPr>
        <p:grpSpPr>
          <a:xfrm>
            <a:off x="9118092" y="2851404"/>
            <a:ext cx="460375" cy="248920"/>
            <a:chOff x="9118092" y="2851404"/>
            <a:chExt cx="460375" cy="248920"/>
          </a:xfrm>
        </p:grpSpPr>
        <p:pic>
          <p:nvPicPr>
            <p:cNvPr id="21" name="object 21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9118092" y="2851404"/>
              <a:ext cx="149351" cy="248412"/>
            </a:xfrm>
            <a:prstGeom prst="rect">
              <a:avLst/>
            </a:prstGeom>
          </p:spPr>
        </p:pic>
        <p:pic>
          <p:nvPicPr>
            <p:cNvPr id="22" name="object 22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9305544" y="2912364"/>
              <a:ext cx="143255" cy="187451"/>
            </a:xfrm>
            <a:prstGeom prst="rect">
              <a:avLst/>
            </a:prstGeom>
          </p:spPr>
        </p:pic>
        <p:sp>
          <p:nvSpPr>
            <p:cNvPr id="23" name="object 23"/>
            <p:cNvSpPr/>
            <p:nvPr/>
          </p:nvSpPr>
          <p:spPr>
            <a:xfrm>
              <a:off x="9485376" y="2977896"/>
              <a:ext cx="93345" cy="30480"/>
            </a:xfrm>
            <a:custGeom>
              <a:avLst/>
              <a:gdLst/>
              <a:ahLst/>
              <a:cxnLst/>
              <a:rect l="l" t="t" r="r" b="b"/>
              <a:pathLst>
                <a:path w="93345" h="30480">
                  <a:moveTo>
                    <a:pt x="92963" y="30479"/>
                  </a:moveTo>
                  <a:lnTo>
                    <a:pt x="0" y="30479"/>
                  </a:lnTo>
                  <a:lnTo>
                    <a:pt x="0" y="0"/>
                  </a:lnTo>
                  <a:lnTo>
                    <a:pt x="92963" y="0"/>
                  </a:lnTo>
                  <a:lnTo>
                    <a:pt x="92963" y="30479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pic>
        <p:nvPicPr>
          <p:cNvPr id="24" name="object 24"/>
          <p:cNvPicPr/>
          <p:nvPr/>
        </p:nvPicPr>
        <p:blipFill>
          <a:blip r:embed="rId10" cstate="print"/>
          <a:stretch>
            <a:fillRect/>
          </a:stretch>
        </p:blipFill>
        <p:spPr>
          <a:xfrm>
            <a:off x="9628631" y="2854451"/>
            <a:ext cx="118872" cy="245363"/>
          </a:xfrm>
          <a:prstGeom prst="rect">
            <a:avLst/>
          </a:prstGeom>
        </p:spPr>
      </p:pic>
      <p:sp>
        <p:nvSpPr>
          <p:cNvPr id="25" name="object 25"/>
          <p:cNvSpPr/>
          <p:nvPr/>
        </p:nvSpPr>
        <p:spPr>
          <a:xfrm>
            <a:off x="9806940" y="3052572"/>
            <a:ext cx="40005" cy="47625"/>
          </a:xfrm>
          <a:custGeom>
            <a:avLst/>
            <a:gdLst/>
            <a:ahLst/>
            <a:cxnLst/>
            <a:rect l="l" t="t" r="r" b="b"/>
            <a:pathLst>
              <a:path w="40004" h="47625">
                <a:moveTo>
                  <a:pt x="39624" y="47243"/>
                </a:moveTo>
                <a:lnTo>
                  <a:pt x="0" y="47243"/>
                </a:lnTo>
                <a:lnTo>
                  <a:pt x="0" y="0"/>
                </a:lnTo>
                <a:lnTo>
                  <a:pt x="39624" y="0"/>
                </a:lnTo>
                <a:lnTo>
                  <a:pt x="39624" y="4724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" name="object 26"/>
          <p:cNvSpPr/>
          <p:nvPr/>
        </p:nvSpPr>
        <p:spPr>
          <a:xfrm>
            <a:off x="2244851" y="3461003"/>
            <a:ext cx="106680" cy="106680"/>
          </a:xfrm>
          <a:custGeom>
            <a:avLst/>
            <a:gdLst/>
            <a:ahLst/>
            <a:cxnLst/>
            <a:rect l="l" t="t" r="r" b="b"/>
            <a:pathLst>
              <a:path w="106680" h="106679">
                <a:moveTo>
                  <a:pt x="106680" y="106680"/>
                </a:moveTo>
                <a:lnTo>
                  <a:pt x="0" y="106680"/>
                </a:lnTo>
                <a:lnTo>
                  <a:pt x="0" y="0"/>
                </a:lnTo>
                <a:lnTo>
                  <a:pt x="106680" y="0"/>
                </a:lnTo>
                <a:lnTo>
                  <a:pt x="106680" y="10668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" name="object 27"/>
          <p:cNvSpPr/>
          <p:nvPr/>
        </p:nvSpPr>
        <p:spPr>
          <a:xfrm>
            <a:off x="2558795" y="3305555"/>
            <a:ext cx="307975" cy="307975"/>
          </a:xfrm>
          <a:custGeom>
            <a:avLst/>
            <a:gdLst/>
            <a:ahLst/>
            <a:cxnLst/>
            <a:rect l="l" t="t" r="r" b="b"/>
            <a:pathLst>
              <a:path w="307975" h="307975">
                <a:moveTo>
                  <a:pt x="96012" y="156972"/>
                </a:moveTo>
                <a:lnTo>
                  <a:pt x="92964" y="152400"/>
                </a:lnTo>
                <a:lnTo>
                  <a:pt x="106394" y="138969"/>
                </a:lnTo>
                <a:lnTo>
                  <a:pt x="119253" y="123825"/>
                </a:lnTo>
                <a:lnTo>
                  <a:pt x="143256" y="88392"/>
                </a:lnTo>
                <a:lnTo>
                  <a:pt x="163639" y="47053"/>
                </a:lnTo>
                <a:lnTo>
                  <a:pt x="178308" y="0"/>
                </a:lnTo>
                <a:lnTo>
                  <a:pt x="207264" y="13716"/>
                </a:lnTo>
                <a:lnTo>
                  <a:pt x="195072" y="21336"/>
                </a:lnTo>
                <a:lnTo>
                  <a:pt x="199601" y="28956"/>
                </a:lnTo>
                <a:lnTo>
                  <a:pt x="190500" y="28956"/>
                </a:lnTo>
                <a:lnTo>
                  <a:pt x="171069" y="68961"/>
                </a:lnTo>
                <a:lnTo>
                  <a:pt x="149352" y="102108"/>
                </a:lnTo>
                <a:lnTo>
                  <a:pt x="124396" y="131254"/>
                </a:lnTo>
                <a:lnTo>
                  <a:pt x="110561" y="144327"/>
                </a:lnTo>
                <a:lnTo>
                  <a:pt x="96012" y="156972"/>
                </a:lnTo>
                <a:close/>
              </a:path>
              <a:path w="307975" h="307975">
                <a:moveTo>
                  <a:pt x="12192" y="143256"/>
                </a:moveTo>
                <a:lnTo>
                  <a:pt x="0" y="120396"/>
                </a:lnTo>
                <a:lnTo>
                  <a:pt x="6262" y="117871"/>
                </a:lnTo>
                <a:lnTo>
                  <a:pt x="13525" y="110490"/>
                </a:lnTo>
                <a:lnTo>
                  <a:pt x="38814" y="64008"/>
                </a:lnTo>
                <a:lnTo>
                  <a:pt x="51482" y="27432"/>
                </a:lnTo>
                <a:lnTo>
                  <a:pt x="56388" y="9144"/>
                </a:lnTo>
                <a:lnTo>
                  <a:pt x="82296" y="25908"/>
                </a:lnTo>
                <a:lnTo>
                  <a:pt x="70104" y="33528"/>
                </a:lnTo>
                <a:lnTo>
                  <a:pt x="57507" y="57816"/>
                </a:lnTo>
                <a:lnTo>
                  <a:pt x="44767" y="80391"/>
                </a:lnTo>
                <a:lnTo>
                  <a:pt x="31742" y="101250"/>
                </a:lnTo>
                <a:lnTo>
                  <a:pt x="18288" y="120396"/>
                </a:lnTo>
                <a:lnTo>
                  <a:pt x="94050" y="120396"/>
                </a:lnTo>
                <a:lnTo>
                  <a:pt x="89385" y="126492"/>
                </a:lnTo>
                <a:lnTo>
                  <a:pt x="71628" y="126492"/>
                </a:lnTo>
                <a:lnTo>
                  <a:pt x="51625" y="129968"/>
                </a:lnTo>
                <a:lnTo>
                  <a:pt x="35051" y="133731"/>
                </a:lnTo>
                <a:lnTo>
                  <a:pt x="21907" y="138064"/>
                </a:lnTo>
                <a:lnTo>
                  <a:pt x="12192" y="143256"/>
                </a:lnTo>
                <a:close/>
              </a:path>
              <a:path w="307975" h="307975">
                <a:moveTo>
                  <a:pt x="280416" y="140208"/>
                </a:moveTo>
                <a:lnTo>
                  <a:pt x="238196" y="104846"/>
                </a:lnTo>
                <a:lnTo>
                  <a:pt x="207073" y="61912"/>
                </a:lnTo>
                <a:lnTo>
                  <a:pt x="190500" y="28956"/>
                </a:lnTo>
                <a:lnTo>
                  <a:pt x="199601" y="28956"/>
                </a:lnTo>
                <a:lnTo>
                  <a:pt x="206763" y="41005"/>
                </a:lnTo>
                <a:lnTo>
                  <a:pt x="218884" y="58674"/>
                </a:lnTo>
                <a:lnTo>
                  <a:pt x="256413" y="97726"/>
                </a:lnTo>
                <a:lnTo>
                  <a:pt x="307848" y="123444"/>
                </a:lnTo>
                <a:lnTo>
                  <a:pt x="307848" y="128016"/>
                </a:lnTo>
                <a:lnTo>
                  <a:pt x="299275" y="128849"/>
                </a:lnTo>
                <a:lnTo>
                  <a:pt x="291846" y="131254"/>
                </a:lnTo>
                <a:lnTo>
                  <a:pt x="285559" y="135088"/>
                </a:lnTo>
                <a:lnTo>
                  <a:pt x="280416" y="140208"/>
                </a:lnTo>
                <a:close/>
              </a:path>
              <a:path w="307975" h="307975">
                <a:moveTo>
                  <a:pt x="94050" y="120396"/>
                </a:moveTo>
                <a:lnTo>
                  <a:pt x="18288" y="120396"/>
                </a:lnTo>
                <a:lnTo>
                  <a:pt x="77724" y="118872"/>
                </a:lnTo>
                <a:lnTo>
                  <a:pt x="84320" y="106513"/>
                </a:lnTo>
                <a:lnTo>
                  <a:pt x="90487" y="94297"/>
                </a:lnTo>
                <a:lnTo>
                  <a:pt x="96369" y="81795"/>
                </a:lnTo>
                <a:lnTo>
                  <a:pt x="102108" y="68580"/>
                </a:lnTo>
                <a:lnTo>
                  <a:pt x="124968" y="85344"/>
                </a:lnTo>
                <a:lnTo>
                  <a:pt x="114300" y="92964"/>
                </a:lnTo>
                <a:lnTo>
                  <a:pt x="95416" y="118610"/>
                </a:lnTo>
                <a:lnTo>
                  <a:pt x="94050" y="120396"/>
                </a:lnTo>
                <a:close/>
              </a:path>
              <a:path w="307975" h="307975">
                <a:moveTo>
                  <a:pt x="149352" y="146304"/>
                </a:moveTo>
                <a:lnTo>
                  <a:pt x="137160" y="134112"/>
                </a:lnTo>
                <a:lnTo>
                  <a:pt x="217932" y="134112"/>
                </a:lnTo>
                <a:lnTo>
                  <a:pt x="231648" y="118872"/>
                </a:lnTo>
                <a:lnTo>
                  <a:pt x="252984" y="141732"/>
                </a:lnTo>
                <a:lnTo>
                  <a:pt x="167640" y="141732"/>
                </a:lnTo>
                <a:lnTo>
                  <a:pt x="158496" y="143256"/>
                </a:lnTo>
                <a:lnTo>
                  <a:pt x="149352" y="146304"/>
                </a:lnTo>
                <a:close/>
              </a:path>
              <a:path w="307975" h="307975">
                <a:moveTo>
                  <a:pt x="22859" y="224028"/>
                </a:moveTo>
                <a:lnTo>
                  <a:pt x="9144" y="198120"/>
                </a:lnTo>
                <a:lnTo>
                  <a:pt x="15240" y="196596"/>
                </a:lnTo>
                <a:lnTo>
                  <a:pt x="21336" y="192023"/>
                </a:lnTo>
                <a:lnTo>
                  <a:pt x="28956" y="184404"/>
                </a:lnTo>
                <a:lnTo>
                  <a:pt x="35837" y="175569"/>
                </a:lnTo>
                <a:lnTo>
                  <a:pt x="45148" y="162877"/>
                </a:lnTo>
                <a:lnTo>
                  <a:pt x="57152" y="146304"/>
                </a:lnTo>
                <a:lnTo>
                  <a:pt x="71628" y="126492"/>
                </a:lnTo>
                <a:lnTo>
                  <a:pt x="89385" y="126492"/>
                </a:lnTo>
                <a:lnTo>
                  <a:pt x="75247" y="144970"/>
                </a:lnTo>
                <a:lnTo>
                  <a:pt x="53649" y="171616"/>
                </a:lnTo>
                <a:lnTo>
                  <a:pt x="30480" y="198120"/>
                </a:lnTo>
                <a:lnTo>
                  <a:pt x="94765" y="198120"/>
                </a:lnTo>
                <a:lnTo>
                  <a:pt x="90297" y="199263"/>
                </a:lnTo>
                <a:lnTo>
                  <a:pt x="77438" y="202977"/>
                </a:lnTo>
                <a:lnTo>
                  <a:pt x="64008" y="207264"/>
                </a:lnTo>
                <a:lnTo>
                  <a:pt x="50291" y="210954"/>
                </a:lnTo>
                <a:lnTo>
                  <a:pt x="38861" y="215074"/>
                </a:lnTo>
                <a:lnTo>
                  <a:pt x="29717" y="219479"/>
                </a:lnTo>
                <a:lnTo>
                  <a:pt x="22859" y="224028"/>
                </a:lnTo>
                <a:close/>
              </a:path>
              <a:path w="307975" h="307975">
                <a:moveTo>
                  <a:pt x="260604" y="187452"/>
                </a:moveTo>
                <a:lnTo>
                  <a:pt x="234696" y="187452"/>
                </a:lnTo>
                <a:lnTo>
                  <a:pt x="248412" y="175259"/>
                </a:lnTo>
                <a:lnTo>
                  <a:pt x="260604" y="187452"/>
                </a:lnTo>
                <a:close/>
              </a:path>
              <a:path w="307975" h="307975">
                <a:moveTo>
                  <a:pt x="129540" y="307847"/>
                </a:moveTo>
                <a:lnTo>
                  <a:pt x="129778" y="291822"/>
                </a:lnTo>
                <a:lnTo>
                  <a:pt x="130825" y="259199"/>
                </a:lnTo>
                <a:lnTo>
                  <a:pt x="130978" y="248411"/>
                </a:lnTo>
                <a:lnTo>
                  <a:pt x="130825" y="207264"/>
                </a:lnTo>
                <a:lnTo>
                  <a:pt x="129540" y="176784"/>
                </a:lnTo>
                <a:lnTo>
                  <a:pt x="147828" y="187452"/>
                </a:lnTo>
                <a:lnTo>
                  <a:pt x="260604" y="187452"/>
                </a:lnTo>
                <a:lnTo>
                  <a:pt x="266700" y="193547"/>
                </a:lnTo>
                <a:lnTo>
                  <a:pt x="264261" y="195072"/>
                </a:lnTo>
                <a:lnTo>
                  <a:pt x="147828" y="195072"/>
                </a:lnTo>
                <a:lnTo>
                  <a:pt x="147828" y="269747"/>
                </a:lnTo>
                <a:lnTo>
                  <a:pt x="254628" y="269747"/>
                </a:lnTo>
                <a:lnTo>
                  <a:pt x="254746" y="272724"/>
                </a:lnTo>
                <a:lnTo>
                  <a:pt x="255107" y="277368"/>
                </a:lnTo>
                <a:lnTo>
                  <a:pt x="147828" y="277368"/>
                </a:lnTo>
                <a:lnTo>
                  <a:pt x="147828" y="300228"/>
                </a:lnTo>
                <a:lnTo>
                  <a:pt x="129540" y="307847"/>
                </a:lnTo>
                <a:close/>
              </a:path>
              <a:path w="307975" h="307975">
                <a:moveTo>
                  <a:pt x="94765" y="198120"/>
                </a:moveTo>
                <a:lnTo>
                  <a:pt x="30480" y="198120"/>
                </a:lnTo>
                <a:lnTo>
                  <a:pt x="114300" y="188976"/>
                </a:lnTo>
                <a:lnTo>
                  <a:pt x="114300" y="193547"/>
                </a:lnTo>
                <a:lnTo>
                  <a:pt x="102584" y="196119"/>
                </a:lnTo>
                <a:lnTo>
                  <a:pt x="94765" y="198120"/>
                </a:lnTo>
                <a:close/>
              </a:path>
              <a:path w="307975" h="307975">
                <a:moveTo>
                  <a:pt x="254628" y="269747"/>
                </a:moveTo>
                <a:lnTo>
                  <a:pt x="237744" y="269747"/>
                </a:lnTo>
                <a:lnTo>
                  <a:pt x="237744" y="195072"/>
                </a:lnTo>
                <a:lnTo>
                  <a:pt x="264261" y="195072"/>
                </a:lnTo>
                <a:lnTo>
                  <a:pt x="254508" y="201168"/>
                </a:lnTo>
                <a:lnTo>
                  <a:pt x="254628" y="269747"/>
                </a:lnTo>
                <a:close/>
              </a:path>
              <a:path w="307975" h="307975">
                <a:moveTo>
                  <a:pt x="19812" y="292608"/>
                </a:moveTo>
                <a:lnTo>
                  <a:pt x="6095" y="266699"/>
                </a:lnTo>
                <a:lnTo>
                  <a:pt x="19835" y="265009"/>
                </a:lnTo>
                <a:lnTo>
                  <a:pt x="42862" y="260032"/>
                </a:lnTo>
                <a:lnTo>
                  <a:pt x="75318" y="251912"/>
                </a:lnTo>
                <a:lnTo>
                  <a:pt x="117348" y="240792"/>
                </a:lnTo>
                <a:lnTo>
                  <a:pt x="118872" y="248411"/>
                </a:lnTo>
                <a:lnTo>
                  <a:pt x="79176" y="263247"/>
                </a:lnTo>
                <a:lnTo>
                  <a:pt x="49339" y="275653"/>
                </a:lnTo>
                <a:lnTo>
                  <a:pt x="29503" y="285488"/>
                </a:lnTo>
                <a:lnTo>
                  <a:pt x="19812" y="292608"/>
                </a:lnTo>
                <a:close/>
              </a:path>
              <a:path w="307975" h="307975">
                <a:moveTo>
                  <a:pt x="237744" y="304799"/>
                </a:moveTo>
                <a:lnTo>
                  <a:pt x="237744" y="277368"/>
                </a:lnTo>
                <a:lnTo>
                  <a:pt x="255107" y="277368"/>
                </a:lnTo>
                <a:lnTo>
                  <a:pt x="255270" y="279463"/>
                </a:lnTo>
                <a:lnTo>
                  <a:pt x="255793" y="287059"/>
                </a:lnTo>
                <a:lnTo>
                  <a:pt x="256032" y="295656"/>
                </a:lnTo>
                <a:lnTo>
                  <a:pt x="237744" y="30479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" name="object 28"/>
          <p:cNvSpPr/>
          <p:nvPr/>
        </p:nvSpPr>
        <p:spPr>
          <a:xfrm>
            <a:off x="2921507" y="3313176"/>
            <a:ext cx="251460" cy="295910"/>
          </a:xfrm>
          <a:custGeom>
            <a:avLst/>
            <a:gdLst/>
            <a:ahLst/>
            <a:cxnLst/>
            <a:rect l="l" t="t" r="r" b="b"/>
            <a:pathLst>
              <a:path w="251460" h="295910">
                <a:moveTo>
                  <a:pt x="222504" y="295655"/>
                </a:moveTo>
                <a:lnTo>
                  <a:pt x="222504" y="274319"/>
                </a:lnTo>
                <a:lnTo>
                  <a:pt x="27431" y="274319"/>
                </a:lnTo>
                <a:lnTo>
                  <a:pt x="18288" y="283464"/>
                </a:lnTo>
                <a:lnTo>
                  <a:pt x="0" y="269748"/>
                </a:lnTo>
                <a:lnTo>
                  <a:pt x="9143" y="260604"/>
                </a:lnTo>
                <a:lnTo>
                  <a:pt x="9143" y="208788"/>
                </a:lnTo>
                <a:lnTo>
                  <a:pt x="8905" y="198477"/>
                </a:lnTo>
                <a:lnTo>
                  <a:pt x="7858" y="177284"/>
                </a:lnTo>
                <a:lnTo>
                  <a:pt x="7619" y="166116"/>
                </a:lnTo>
                <a:lnTo>
                  <a:pt x="38100" y="181356"/>
                </a:lnTo>
                <a:lnTo>
                  <a:pt x="27431" y="190500"/>
                </a:lnTo>
                <a:lnTo>
                  <a:pt x="27431" y="266700"/>
                </a:lnTo>
                <a:lnTo>
                  <a:pt x="114300" y="266700"/>
                </a:lnTo>
                <a:lnTo>
                  <a:pt x="114300" y="140208"/>
                </a:lnTo>
                <a:lnTo>
                  <a:pt x="38100" y="140208"/>
                </a:lnTo>
                <a:lnTo>
                  <a:pt x="28956" y="149352"/>
                </a:lnTo>
                <a:lnTo>
                  <a:pt x="10668" y="134112"/>
                </a:lnTo>
                <a:lnTo>
                  <a:pt x="19811" y="126492"/>
                </a:lnTo>
                <a:lnTo>
                  <a:pt x="19811" y="73152"/>
                </a:lnTo>
                <a:lnTo>
                  <a:pt x="19573" y="65103"/>
                </a:lnTo>
                <a:lnTo>
                  <a:pt x="18526" y="47863"/>
                </a:lnTo>
                <a:lnTo>
                  <a:pt x="18288" y="38100"/>
                </a:lnTo>
                <a:lnTo>
                  <a:pt x="48768" y="54864"/>
                </a:lnTo>
                <a:lnTo>
                  <a:pt x="38100" y="62484"/>
                </a:lnTo>
                <a:lnTo>
                  <a:pt x="38100" y="131064"/>
                </a:lnTo>
                <a:lnTo>
                  <a:pt x="114300" y="131064"/>
                </a:lnTo>
                <a:lnTo>
                  <a:pt x="114276" y="33432"/>
                </a:lnTo>
                <a:lnTo>
                  <a:pt x="114109" y="21717"/>
                </a:lnTo>
                <a:lnTo>
                  <a:pt x="113657" y="10572"/>
                </a:lnTo>
                <a:lnTo>
                  <a:pt x="112775" y="0"/>
                </a:lnTo>
                <a:lnTo>
                  <a:pt x="143256" y="13716"/>
                </a:lnTo>
                <a:lnTo>
                  <a:pt x="132588" y="25908"/>
                </a:lnTo>
                <a:lnTo>
                  <a:pt x="132588" y="131064"/>
                </a:lnTo>
                <a:lnTo>
                  <a:pt x="210311" y="131064"/>
                </a:lnTo>
                <a:lnTo>
                  <a:pt x="210288" y="64865"/>
                </a:lnTo>
                <a:lnTo>
                  <a:pt x="210121" y="56007"/>
                </a:lnTo>
                <a:lnTo>
                  <a:pt x="209669" y="46577"/>
                </a:lnTo>
                <a:lnTo>
                  <a:pt x="208788" y="36576"/>
                </a:lnTo>
                <a:lnTo>
                  <a:pt x="239268" y="50292"/>
                </a:lnTo>
                <a:lnTo>
                  <a:pt x="228600" y="59436"/>
                </a:lnTo>
                <a:lnTo>
                  <a:pt x="228647" y="117824"/>
                </a:lnTo>
                <a:lnTo>
                  <a:pt x="228981" y="126111"/>
                </a:lnTo>
                <a:lnTo>
                  <a:pt x="229885" y="136112"/>
                </a:lnTo>
                <a:lnTo>
                  <a:pt x="231647" y="147828"/>
                </a:lnTo>
                <a:lnTo>
                  <a:pt x="210311" y="155448"/>
                </a:lnTo>
                <a:lnTo>
                  <a:pt x="210311" y="140208"/>
                </a:lnTo>
                <a:lnTo>
                  <a:pt x="132588" y="140208"/>
                </a:lnTo>
                <a:lnTo>
                  <a:pt x="132588" y="266700"/>
                </a:lnTo>
                <a:lnTo>
                  <a:pt x="222504" y="266700"/>
                </a:lnTo>
                <a:lnTo>
                  <a:pt x="222504" y="167640"/>
                </a:lnTo>
                <a:lnTo>
                  <a:pt x="251460" y="185928"/>
                </a:lnTo>
                <a:lnTo>
                  <a:pt x="240792" y="193548"/>
                </a:lnTo>
                <a:lnTo>
                  <a:pt x="240792" y="242316"/>
                </a:lnTo>
                <a:lnTo>
                  <a:pt x="241030" y="253746"/>
                </a:lnTo>
                <a:lnTo>
                  <a:pt x="242077" y="276605"/>
                </a:lnTo>
                <a:lnTo>
                  <a:pt x="242315" y="288036"/>
                </a:lnTo>
                <a:lnTo>
                  <a:pt x="222504" y="29565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" name="object 29"/>
          <p:cNvSpPr/>
          <p:nvPr/>
        </p:nvSpPr>
        <p:spPr>
          <a:xfrm>
            <a:off x="3230867" y="3305555"/>
            <a:ext cx="1306195" cy="307975"/>
          </a:xfrm>
          <a:custGeom>
            <a:avLst/>
            <a:gdLst/>
            <a:ahLst/>
            <a:cxnLst/>
            <a:rect l="l" t="t" r="r" b="b"/>
            <a:pathLst>
              <a:path w="1306195" h="307975">
                <a:moveTo>
                  <a:pt x="132588" y="30480"/>
                </a:moveTo>
                <a:lnTo>
                  <a:pt x="106680" y="10668"/>
                </a:lnTo>
                <a:lnTo>
                  <a:pt x="96113" y="36080"/>
                </a:lnTo>
                <a:lnTo>
                  <a:pt x="84963" y="59626"/>
                </a:lnTo>
                <a:lnTo>
                  <a:pt x="60960" y="100584"/>
                </a:lnTo>
                <a:lnTo>
                  <a:pt x="32194" y="135636"/>
                </a:lnTo>
                <a:lnTo>
                  <a:pt x="0" y="166116"/>
                </a:lnTo>
                <a:lnTo>
                  <a:pt x="3048" y="169164"/>
                </a:lnTo>
                <a:lnTo>
                  <a:pt x="40767" y="142494"/>
                </a:lnTo>
                <a:lnTo>
                  <a:pt x="71628" y="111252"/>
                </a:lnTo>
                <a:lnTo>
                  <a:pt x="97155" y="76771"/>
                </a:lnTo>
                <a:lnTo>
                  <a:pt x="120396" y="36576"/>
                </a:lnTo>
                <a:lnTo>
                  <a:pt x="132588" y="30480"/>
                </a:lnTo>
                <a:close/>
              </a:path>
              <a:path w="1306195" h="307975">
                <a:moveTo>
                  <a:pt x="236220" y="143256"/>
                </a:moveTo>
                <a:lnTo>
                  <a:pt x="217932" y="124968"/>
                </a:lnTo>
                <a:lnTo>
                  <a:pt x="204216" y="138684"/>
                </a:lnTo>
                <a:lnTo>
                  <a:pt x="54864" y="138684"/>
                </a:lnTo>
                <a:lnTo>
                  <a:pt x="65532" y="147828"/>
                </a:lnTo>
                <a:lnTo>
                  <a:pt x="77724" y="146304"/>
                </a:lnTo>
                <a:lnTo>
                  <a:pt x="117348" y="146304"/>
                </a:lnTo>
                <a:lnTo>
                  <a:pt x="109728" y="189547"/>
                </a:lnTo>
                <a:lnTo>
                  <a:pt x="92964" y="231648"/>
                </a:lnTo>
                <a:lnTo>
                  <a:pt x="63817" y="270319"/>
                </a:lnTo>
                <a:lnTo>
                  <a:pt x="15240" y="303276"/>
                </a:lnTo>
                <a:lnTo>
                  <a:pt x="16764" y="307848"/>
                </a:lnTo>
                <a:lnTo>
                  <a:pt x="72580" y="277177"/>
                </a:lnTo>
                <a:lnTo>
                  <a:pt x="106680" y="240792"/>
                </a:lnTo>
                <a:lnTo>
                  <a:pt x="127254" y="197548"/>
                </a:lnTo>
                <a:lnTo>
                  <a:pt x="138684" y="146304"/>
                </a:lnTo>
                <a:lnTo>
                  <a:pt x="207264" y="146304"/>
                </a:lnTo>
                <a:lnTo>
                  <a:pt x="204101" y="191173"/>
                </a:lnTo>
                <a:lnTo>
                  <a:pt x="198907" y="248323"/>
                </a:lnTo>
                <a:lnTo>
                  <a:pt x="187452" y="275844"/>
                </a:lnTo>
                <a:lnTo>
                  <a:pt x="181356" y="275844"/>
                </a:lnTo>
                <a:lnTo>
                  <a:pt x="175120" y="275564"/>
                </a:lnTo>
                <a:lnTo>
                  <a:pt x="165735" y="274701"/>
                </a:lnTo>
                <a:lnTo>
                  <a:pt x="153504" y="273278"/>
                </a:lnTo>
                <a:lnTo>
                  <a:pt x="138684" y="271272"/>
                </a:lnTo>
                <a:lnTo>
                  <a:pt x="138684" y="277368"/>
                </a:lnTo>
                <a:lnTo>
                  <a:pt x="152971" y="282536"/>
                </a:lnTo>
                <a:lnTo>
                  <a:pt x="163830" y="288988"/>
                </a:lnTo>
                <a:lnTo>
                  <a:pt x="171259" y="296875"/>
                </a:lnTo>
                <a:lnTo>
                  <a:pt x="175260" y="306324"/>
                </a:lnTo>
                <a:lnTo>
                  <a:pt x="187833" y="301142"/>
                </a:lnTo>
                <a:lnTo>
                  <a:pt x="216979" y="260184"/>
                </a:lnTo>
                <a:lnTo>
                  <a:pt x="223837" y="197548"/>
                </a:lnTo>
                <a:lnTo>
                  <a:pt x="225552" y="150876"/>
                </a:lnTo>
                <a:lnTo>
                  <a:pt x="231952" y="146304"/>
                </a:lnTo>
                <a:lnTo>
                  <a:pt x="236220" y="143256"/>
                </a:lnTo>
                <a:close/>
              </a:path>
              <a:path w="1306195" h="307975">
                <a:moveTo>
                  <a:pt x="303276" y="138684"/>
                </a:moveTo>
                <a:lnTo>
                  <a:pt x="250990" y="115544"/>
                </a:lnTo>
                <a:lnTo>
                  <a:pt x="218960" y="86702"/>
                </a:lnTo>
                <a:lnTo>
                  <a:pt x="195478" y="46177"/>
                </a:lnTo>
                <a:lnTo>
                  <a:pt x="187452" y="21336"/>
                </a:lnTo>
                <a:lnTo>
                  <a:pt x="198120" y="15240"/>
                </a:lnTo>
                <a:lnTo>
                  <a:pt x="172212" y="4572"/>
                </a:lnTo>
                <a:lnTo>
                  <a:pt x="185737" y="53721"/>
                </a:lnTo>
                <a:lnTo>
                  <a:pt x="207264" y="96012"/>
                </a:lnTo>
                <a:lnTo>
                  <a:pt x="236982" y="131254"/>
                </a:lnTo>
                <a:lnTo>
                  <a:pt x="275844" y="158496"/>
                </a:lnTo>
                <a:lnTo>
                  <a:pt x="280987" y="152234"/>
                </a:lnTo>
                <a:lnTo>
                  <a:pt x="287274" y="147256"/>
                </a:lnTo>
                <a:lnTo>
                  <a:pt x="294703" y="143713"/>
                </a:lnTo>
                <a:lnTo>
                  <a:pt x="303276" y="141732"/>
                </a:lnTo>
                <a:lnTo>
                  <a:pt x="303276" y="138684"/>
                </a:lnTo>
                <a:close/>
              </a:path>
              <a:path w="1306195" h="307975">
                <a:moveTo>
                  <a:pt x="499872" y="38100"/>
                </a:moveTo>
                <a:lnTo>
                  <a:pt x="478536" y="15240"/>
                </a:lnTo>
                <a:lnTo>
                  <a:pt x="463296" y="30480"/>
                </a:lnTo>
                <a:lnTo>
                  <a:pt x="425196" y="30480"/>
                </a:lnTo>
                <a:lnTo>
                  <a:pt x="425196" y="38100"/>
                </a:lnTo>
                <a:lnTo>
                  <a:pt x="425196" y="80772"/>
                </a:lnTo>
                <a:lnTo>
                  <a:pt x="406908" y="80772"/>
                </a:lnTo>
                <a:lnTo>
                  <a:pt x="406908" y="38100"/>
                </a:lnTo>
                <a:lnTo>
                  <a:pt x="425196" y="38100"/>
                </a:lnTo>
                <a:lnTo>
                  <a:pt x="425196" y="30480"/>
                </a:lnTo>
                <a:lnTo>
                  <a:pt x="330708" y="30480"/>
                </a:lnTo>
                <a:lnTo>
                  <a:pt x="342900" y="42672"/>
                </a:lnTo>
                <a:lnTo>
                  <a:pt x="350050" y="40678"/>
                </a:lnTo>
                <a:lnTo>
                  <a:pt x="357759" y="39243"/>
                </a:lnTo>
                <a:lnTo>
                  <a:pt x="366052" y="38392"/>
                </a:lnTo>
                <a:lnTo>
                  <a:pt x="374904" y="38100"/>
                </a:lnTo>
                <a:lnTo>
                  <a:pt x="391668" y="38100"/>
                </a:lnTo>
                <a:lnTo>
                  <a:pt x="391668" y="80772"/>
                </a:lnTo>
                <a:lnTo>
                  <a:pt x="391668" y="88392"/>
                </a:lnTo>
                <a:lnTo>
                  <a:pt x="390245" y="117208"/>
                </a:lnTo>
                <a:lnTo>
                  <a:pt x="385953" y="141732"/>
                </a:lnTo>
                <a:lnTo>
                  <a:pt x="378815" y="161696"/>
                </a:lnTo>
                <a:lnTo>
                  <a:pt x="368808" y="176784"/>
                </a:lnTo>
                <a:lnTo>
                  <a:pt x="368808" y="88392"/>
                </a:lnTo>
                <a:lnTo>
                  <a:pt x="391668" y="88392"/>
                </a:lnTo>
                <a:lnTo>
                  <a:pt x="391668" y="80772"/>
                </a:lnTo>
                <a:lnTo>
                  <a:pt x="368808" y="80772"/>
                </a:lnTo>
                <a:lnTo>
                  <a:pt x="350520" y="70104"/>
                </a:lnTo>
                <a:lnTo>
                  <a:pt x="351409" y="93802"/>
                </a:lnTo>
                <a:lnTo>
                  <a:pt x="351853" y="121348"/>
                </a:lnTo>
                <a:lnTo>
                  <a:pt x="351967" y="141732"/>
                </a:lnTo>
                <a:lnTo>
                  <a:pt x="351853" y="253936"/>
                </a:lnTo>
                <a:lnTo>
                  <a:pt x="351409" y="280682"/>
                </a:lnTo>
                <a:lnTo>
                  <a:pt x="350520" y="303276"/>
                </a:lnTo>
                <a:lnTo>
                  <a:pt x="368808" y="295656"/>
                </a:lnTo>
                <a:lnTo>
                  <a:pt x="368808" y="268224"/>
                </a:lnTo>
                <a:lnTo>
                  <a:pt x="463296" y="268224"/>
                </a:lnTo>
                <a:lnTo>
                  <a:pt x="463296" y="301752"/>
                </a:lnTo>
                <a:lnTo>
                  <a:pt x="481584" y="292608"/>
                </a:lnTo>
                <a:lnTo>
                  <a:pt x="480822" y="268224"/>
                </a:lnTo>
                <a:lnTo>
                  <a:pt x="480707" y="264629"/>
                </a:lnTo>
                <a:lnTo>
                  <a:pt x="480669" y="260604"/>
                </a:lnTo>
                <a:lnTo>
                  <a:pt x="480225" y="211836"/>
                </a:lnTo>
                <a:lnTo>
                  <a:pt x="480085" y="160020"/>
                </a:lnTo>
                <a:lnTo>
                  <a:pt x="480060" y="92964"/>
                </a:lnTo>
                <a:lnTo>
                  <a:pt x="484632" y="88392"/>
                </a:lnTo>
                <a:lnTo>
                  <a:pt x="489204" y="83820"/>
                </a:lnTo>
                <a:lnTo>
                  <a:pt x="485546" y="80772"/>
                </a:lnTo>
                <a:lnTo>
                  <a:pt x="470916" y="68580"/>
                </a:lnTo>
                <a:lnTo>
                  <a:pt x="463296" y="78740"/>
                </a:lnTo>
                <a:lnTo>
                  <a:pt x="463296" y="260604"/>
                </a:lnTo>
                <a:lnTo>
                  <a:pt x="368808" y="260604"/>
                </a:lnTo>
                <a:lnTo>
                  <a:pt x="368808" y="211836"/>
                </a:lnTo>
                <a:lnTo>
                  <a:pt x="463296" y="211836"/>
                </a:lnTo>
                <a:lnTo>
                  <a:pt x="463296" y="202692"/>
                </a:lnTo>
                <a:lnTo>
                  <a:pt x="368808" y="202692"/>
                </a:lnTo>
                <a:lnTo>
                  <a:pt x="368808" y="184404"/>
                </a:lnTo>
                <a:lnTo>
                  <a:pt x="376707" y="176784"/>
                </a:lnTo>
                <a:lnTo>
                  <a:pt x="385699" y="168122"/>
                </a:lnTo>
                <a:lnTo>
                  <a:pt x="397573" y="146685"/>
                </a:lnTo>
                <a:lnTo>
                  <a:pt x="404609" y="120116"/>
                </a:lnTo>
                <a:lnTo>
                  <a:pt x="406908" y="88392"/>
                </a:lnTo>
                <a:lnTo>
                  <a:pt x="425196" y="88392"/>
                </a:lnTo>
                <a:lnTo>
                  <a:pt x="425297" y="156972"/>
                </a:lnTo>
                <a:lnTo>
                  <a:pt x="445008" y="175260"/>
                </a:lnTo>
                <a:lnTo>
                  <a:pt x="463296" y="175260"/>
                </a:lnTo>
                <a:lnTo>
                  <a:pt x="463296" y="160020"/>
                </a:lnTo>
                <a:lnTo>
                  <a:pt x="443484" y="160020"/>
                </a:lnTo>
                <a:lnTo>
                  <a:pt x="440436" y="156972"/>
                </a:lnTo>
                <a:lnTo>
                  <a:pt x="440436" y="88392"/>
                </a:lnTo>
                <a:lnTo>
                  <a:pt x="463296" y="88392"/>
                </a:lnTo>
                <a:lnTo>
                  <a:pt x="463296" y="78740"/>
                </a:lnTo>
                <a:lnTo>
                  <a:pt x="461772" y="80772"/>
                </a:lnTo>
                <a:lnTo>
                  <a:pt x="440436" y="80772"/>
                </a:lnTo>
                <a:lnTo>
                  <a:pt x="440436" y="38100"/>
                </a:lnTo>
                <a:lnTo>
                  <a:pt x="499872" y="38100"/>
                </a:lnTo>
                <a:close/>
              </a:path>
              <a:path w="1306195" h="307975">
                <a:moveTo>
                  <a:pt x="638556" y="271272"/>
                </a:moveTo>
                <a:lnTo>
                  <a:pt x="630936" y="269748"/>
                </a:lnTo>
                <a:lnTo>
                  <a:pt x="626364" y="263652"/>
                </a:lnTo>
                <a:lnTo>
                  <a:pt x="624840" y="254508"/>
                </a:lnTo>
                <a:lnTo>
                  <a:pt x="623087" y="246557"/>
                </a:lnTo>
                <a:lnTo>
                  <a:pt x="622173" y="236601"/>
                </a:lnTo>
                <a:lnTo>
                  <a:pt x="621842" y="224942"/>
                </a:lnTo>
                <a:lnTo>
                  <a:pt x="621792" y="211836"/>
                </a:lnTo>
                <a:lnTo>
                  <a:pt x="615696" y="211836"/>
                </a:lnTo>
                <a:lnTo>
                  <a:pt x="612267" y="254063"/>
                </a:lnTo>
                <a:lnTo>
                  <a:pt x="605028" y="275844"/>
                </a:lnTo>
                <a:lnTo>
                  <a:pt x="545592" y="275844"/>
                </a:lnTo>
                <a:lnTo>
                  <a:pt x="536473" y="274421"/>
                </a:lnTo>
                <a:lnTo>
                  <a:pt x="529780" y="270129"/>
                </a:lnTo>
                <a:lnTo>
                  <a:pt x="525665" y="262991"/>
                </a:lnTo>
                <a:lnTo>
                  <a:pt x="524256" y="252984"/>
                </a:lnTo>
                <a:lnTo>
                  <a:pt x="524256" y="132588"/>
                </a:lnTo>
                <a:lnTo>
                  <a:pt x="595884" y="132588"/>
                </a:lnTo>
                <a:lnTo>
                  <a:pt x="595884" y="150876"/>
                </a:lnTo>
                <a:lnTo>
                  <a:pt x="614172" y="143256"/>
                </a:lnTo>
                <a:lnTo>
                  <a:pt x="613664" y="132588"/>
                </a:lnTo>
                <a:lnTo>
                  <a:pt x="613295" y="124968"/>
                </a:lnTo>
                <a:lnTo>
                  <a:pt x="612838" y="102108"/>
                </a:lnTo>
                <a:lnTo>
                  <a:pt x="612673" y="74676"/>
                </a:lnTo>
                <a:lnTo>
                  <a:pt x="612648" y="42672"/>
                </a:lnTo>
                <a:lnTo>
                  <a:pt x="618134" y="38100"/>
                </a:lnTo>
                <a:lnTo>
                  <a:pt x="621792" y="35052"/>
                </a:lnTo>
                <a:lnTo>
                  <a:pt x="601980" y="18288"/>
                </a:lnTo>
                <a:lnTo>
                  <a:pt x="592836" y="30480"/>
                </a:lnTo>
                <a:lnTo>
                  <a:pt x="501396" y="30480"/>
                </a:lnTo>
                <a:lnTo>
                  <a:pt x="513588" y="42672"/>
                </a:lnTo>
                <a:lnTo>
                  <a:pt x="520712" y="40678"/>
                </a:lnTo>
                <a:lnTo>
                  <a:pt x="528256" y="39243"/>
                </a:lnTo>
                <a:lnTo>
                  <a:pt x="536092" y="38392"/>
                </a:lnTo>
                <a:lnTo>
                  <a:pt x="544068" y="38100"/>
                </a:lnTo>
                <a:lnTo>
                  <a:pt x="595884" y="38100"/>
                </a:lnTo>
                <a:lnTo>
                  <a:pt x="595884" y="124968"/>
                </a:lnTo>
                <a:lnTo>
                  <a:pt x="524256" y="124968"/>
                </a:lnTo>
                <a:lnTo>
                  <a:pt x="505968" y="112776"/>
                </a:lnTo>
                <a:lnTo>
                  <a:pt x="506857" y="133070"/>
                </a:lnTo>
                <a:lnTo>
                  <a:pt x="507301" y="164211"/>
                </a:lnTo>
                <a:lnTo>
                  <a:pt x="507479" y="206222"/>
                </a:lnTo>
                <a:lnTo>
                  <a:pt x="507492" y="259080"/>
                </a:lnTo>
                <a:lnTo>
                  <a:pt x="509524" y="273062"/>
                </a:lnTo>
                <a:lnTo>
                  <a:pt x="515683" y="282892"/>
                </a:lnTo>
                <a:lnTo>
                  <a:pt x="526148" y="288442"/>
                </a:lnTo>
                <a:lnTo>
                  <a:pt x="541020" y="289560"/>
                </a:lnTo>
                <a:lnTo>
                  <a:pt x="608076" y="289560"/>
                </a:lnTo>
                <a:lnTo>
                  <a:pt x="617778" y="289280"/>
                </a:lnTo>
                <a:lnTo>
                  <a:pt x="626173" y="286131"/>
                </a:lnTo>
                <a:lnTo>
                  <a:pt x="633158" y="280136"/>
                </a:lnTo>
                <a:lnTo>
                  <a:pt x="635774" y="275844"/>
                </a:lnTo>
                <a:lnTo>
                  <a:pt x="638556" y="271272"/>
                </a:lnTo>
                <a:close/>
              </a:path>
              <a:path w="1306195" h="307975">
                <a:moveTo>
                  <a:pt x="838200" y="39624"/>
                </a:moveTo>
                <a:lnTo>
                  <a:pt x="807897" y="12433"/>
                </a:lnTo>
                <a:lnTo>
                  <a:pt x="792480" y="6096"/>
                </a:lnTo>
                <a:lnTo>
                  <a:pt x="790956" y="9144"/>
                </a:lnTo>
                <a:lnTo>
                  <a:pt x="799299" y="18529"/>
                </a:lnTo>
                <a:lnTo>
                  <a:pt x="806196" y="28194"/>
                </a:lnTo>
                <a:lnTo>
                  <a:pt x="811961" y="37871"/>
                </a:lnTo>
                <a:lnTo>
                  <a:pt x="816864" y="47244"/>
                </a:lnTo>
                <a:lnTo>
                  <a:pt x="819912" y="57912"/>
                </a:lnTo>
                <a:lnTo>
                  <a:pt x="822960" y="62484"/>
                </a:lnTo>
                <a:lnTo>
                  <a:pt x="827532" y="62484"/>
                </a:lnTo>
                <a:lnTo>
                  <a:pt x="830592" y="59436"/>
                </a:lnTo>
                <a:lnTo>
                  <a:pt x="836676" y="50292"/>
                </a:lnTo>
                <a:lnTo>
                  <a:pt x="838200" y="45720"/>
                </a:lnTo>
                <a:lnTo>
                  <a:pt x="838200" y="39624"/>
                </a:lnTo>
                <a:close/>
              </a:path>
              <a:path w="1306195" h="307975">
                <a:moveTo>
                  <a:pt x="975360" y="77724"/>
                </a:moveTo>
                <a:lnTo>
                  <a:pt x="947940" y="50292"/>
                </a:lnTo>
                <a:lnTo>
                  <a:pt x="928128" y="70104"/>
                </a:lnTo>
                <a:lnTo>
                  <a:pt x="667512" y="70104"/>
                </a:lnTo>
                <a:lnTo>
                  <a:pt x="679704" y="82296"/>
                </a:lnTo>
                <a:lnTo>
                  <a:pt x="686828" y="80302"/>
                </a:lnTo>
                <a:lnTo>
                  <a:pt x="694372" y="78867"/>
                </a:lnTo>
                <a:lnTo>
                  <a:pt x="702208" y="78016"/>
                </a:lnTo>
                <a:lnTo>
                  <a:pt x="710184" y="77724"/>
                </a:lnTo>
                <a:lnTo>
                  <a:pt x="792480" y="77724"/>
                </a:lnTo>
                <a:lnTo>
                  <a:pt x="787742" y="136423"/>
                </a:lnTo>
                <a:lnTo>
                  <a:pt x="773569" y="188087"/>
                </a:lnTo>
                <a:lnTo>
                  <a:pt x="750023" y="232664"/>
                </a:lnTo>
                <a:lnTo>
                  <a:pt x="717194" y="270065"/>
                </a:lnTo>
                <a:lnTo>
                  <a:pt x="675132" y="300228"/>
                </a:lnTo>
                <a:lnTo>
                  <a:pt x="678180" y="304800"/>
                </a:lnTo>
                <a:lnTo>
                  <a:pt x="725614" y="276783"/>
                </a:lnTo>
                <a:lnTo>
                  <a:pt x="762762" y="240601"/>
                </a:lnTo>
                <a:lnTo>
                  <a:pt x="789622" y="196151"/>
                </a:lnTo>
                <a:lnTo>
                  <a:pt x="806196" y="143256"/>
                </a:lnTo>
                <a:lnTo>
                  <a:pt x="893064" y="143256"/>
                </a:lnTo>
                <a:lnTo>
                  <a:pt x="886396" y="200215"/>
                </a:lnTo>
                <a:lnTo>
                  <a:pt x="877684" y="250913"/>
                </a:lnTo>
                <a:lnTo>
                  <a:pt x="859536" y="275844"/>
                </a:lnTo>
                <a:lnTo>
                  <a:pt x="851928" y="275844"/>
                </a:lnTo>
                <a:lnTo>
                  <a:pt x="844778" y="275043"/>
                </a:lnTo>
                <a:lnTo>
                  <a:pt x="834771" y="272796"/>
                </a:lnTo>
                <a:lnTo>
                  <a:pt x="806196" y="265176"/>
                </a:lnTo>
                <a:lnTo>
                  <a:pt x="804672" y="269748"/>
                </a:lnTo>
                <a:lnTo>
                  <a:pt x="821842" y="278041"/>
                </a:lnTo>
                <a:lnTo>
                  <a:pt x="834580" y="286893"/>
                </a:lnTo>
                <a:lnTo>
                  <a:pt x="843038" y="296329"/>
                </a:lnTo>
                <a:lnTo>
                  <a:pt x="847344" y="306324"/>
                </a:lnTo>
                <a:lnTo>
                  <a:pt x="857046" y="303784"/>
                </a:lnTo>
                <a:lnTo>
                  <a:pt x="891755" y="276783"/>
                </a:lnTo>
                <a:lnTo>
                  <a:pt x="902017" y="229362"/>
                </a:lnTo>
                <a:lnTo>
                  <a:pt x="912876" y="149352"/>
                </a:lnTo>
                <a:lnTo>
                  <a:pt x="923861" y="143256"/>
                </a:lnTo>
                <a:lnTo>
                  <a:pt x="926604" y="141732"/>
                </a:lnTo>
                <a:lnTo>
                  <a:pt x="920038" y="135636"/>
                </a:lnTo>
                <a:lnTo>
                  <a:pt x="905256" y="121920"/>
                </a:lnTo>
                <a:lnTo>
                  <a:pt x="891540" y="135636"/>
                </a:lnTo>
                <a:lnTo>
                  <a:pt x="807720" y="135636"/>
                </a:lnTo>
                <a:lnTo>
                  <a:pt x="809752" y="119951"/>
                </a:lnTo>
                <a:lnTo>
                  <a:pt x="811339" y="104965"/>
                </a:lnTo>
                <a:lnTo>
                  <a:pt x="812660" y="90855"/>
                </a:lnTo>
                <a:lnTo>
                  <a:pt x="813816" y="77724"/>
                </a:lnTo>
                <a:lnTo>
                  <a:pt x="975360" y="77724"/>
                </a:lnTo>
                <a:close/>
              </a:path>
              <a:path w="1306195" h="307975">
                <a:moveTo>
                  <a:pt x="1165872" y="22860"/>
                </a:moveTo>
                <a:lnTo>
                  <a:pt x="1127772" y="0"/>
                </a:lnTo>
                <a:lnTo>
                  <a:pt x="1126248" y="4572"/>
                </a:lnTo>
                <a:lnTo>
                  <a:pt x="1132814" y="11455"/>
                </a:lnTo>
                <a:lnTo>
                  <a:pt x="1138821" y="18478"/>
                </a:lnTo>
                <a:lnTo>
                  <a:pt x="1144244" y="25793"/>
                </a:lnTo>
                <a:lnTo>
                  <a:pt x="1149108" y="33528"/>
                </a:lnTo>
                <a:lnTo>
                  <a:pt x="1150632" y="41148"/>
                </a:lnTo>
                <a:lnTo>
                  <a:pt x="1153680" y="44196"/>
                </a:lnTo>
                <a:lnTo>
                  <a:pt x="1158252" y="44196"/>
                </a:lnTo>
                <a:lnTo>
                  <a:pt x="1159776" y="42672"/>
                </a:lnTo>
                <a:lnTo>
                  <a:pt x="1162824" y="38100"/>
                </a:lnTo>
                <a:lnTo>
                  <a:pt x="1164348" y="35052"/>
                </a:lnTo>
                <a:lnTo>
                  <a:pt x="1165872" y="30480"/>
                </a:lnTo>
                <a:lnTo>
                  <a:pt x="1165872" y="22860"/>
                </a:lnTo>
                <a:close/>
              </a:path>
              <a:path w="1306195" h="307975">
                <a:moveTo>
                  <a:pt x="1290840" y="102108"/>
                </a:moveTo>
                <a:lnTo>
                  <a:pt x="1264932" y="74676"/>
                </a:lnTo>
                <a:lnTo>
                  <a:pt x="1246644" y="92964"/>
                </a:lnTo>
                <a:lnTo>
                  <a:pt x="1196352" y="92964"/>
                </a:lnTo>
                <a:lnTo>
                  <a:pt x="1196352" y="102108"/>
                </a:lnTo>
                <a:lnTo>
                  <a:pt x="1189469" y="111874"/>
                </a:lnTo>
                <a:lnTo>
                  <a:pt x="1182446" y="120789"/>
                </a:lnTo>
                <a:lnTo>
                  <a:pt x="1175131" y="129120"/>
                </a:lnTo>
                <a:lnTo>
                  <a:pt x="1167396" y="137172"/>
                </a:lnTo>
                <a:lnTo>
                  <a:pt x="1148549" y="134264"/>
                </a:lnTo>
                <a:lnTo>
                  <a:pt x="1131011" y="132219"/>
                </a:lnTo>
                <a:lnTo>
                  <a:pt x="1100340" y="129552"/>
                </a:lnTo>
                <a:lnTo>
                  <a:pt x="1106030" y="121831"/>
                </a:lnTo>
                <a:lnTo>
                  <a:pt x="1111580" y="114693"/>
                </a:lnTo>
                <a:lnTo>
                  <a:pt x="1121676" y="102108"/>
                </a:lnTo>
                <a:lnTo>
                  <a:pt x="1196352" y="102108"/>
                </a:lnTo>
                <a:lnTo>
                  <a:pt x="1196352" y="92964"/>
                </a:lnTo>
                <a:lnTo>
                  <a:pt x="1124724" y="92964"/>
                </a:lnTo>
                <a:lnTo>
                  <a:pt x="1141488" y="71628"/>
                </a:lnTo>
                <a:lnTo>
                  <a:pt x="1152156" y="65532"/>
                </a:lnTo>
                <a:lnTo>
                  <a:pt x="1136916" y="54864"/>
                </a:lnTo>
                <a:lnTo>
                  <a:pt x="1255788" y="54864"/>
                </a:lnTo>
                <a:lnTo>
                  <a:pt x="1243596" y="80772"/>
                </a:lnTo>
                <a:lnTo>
                  <a:pt x="1248168" y="83820"/>
                </a:lnTo>
                <a:lnTo>
                  <a:pt x="1277124" y="56388"/>
                </a:lnTo>
                <a:lnTo>
                  <a:pt x="1283220" y="54864"/>
                </a:lnTo>
                <a:lnTo>
                  <a:pt x="1289316" y="54864"/>
                </a:lnTo>
                <a:lnTo>
                  <a:pt x="1279512" y="45720"/>
                </a:lnTo>
                <a:lnTo>
                  <a:pt x="1266456" y="33528"/>
                </a:lnTo>
                <a:lnTo>
                  <a:pt x="1254264" y="45720"/>
                </a:lnTo>
                <a:lnTo>
                  <a:pt x="1053096" y="45720"/>
                </a:lnTo>
                <a:lnTo>
                  <a:pt x="1053096" y="33528"/>
                </a:lnTo>
                <a:lnTo>
                  <a:pt x="1048524" y="33528"/>
                </a:lnTo>
                <a:lnTo>
                  <a:pt x="1044562" y="45224"/>
                </a:lnTo>
                <a:lnTo>
                  <a:pt x="1039761" y="55054"/>
                </a:lnTo>
                <a:lnTo>
                  <a:pt x="1034376" y="62890"/>
                </a:lnTo>
                <a:lnTo>
                  <a:pt x="1028712" y="68580"/>
                </a:lnTo>
                <a:lnTo>
                  <a:pt x="1022616" y="71628"/>
                </a:lnTo>
                <a:lnTo>
                  <a:pt x="1019568" y="76200"/>
                </a:lnTo>
                <a:lnTo>
                  <a:pt x="1019568" y="80772"/>
                </a:lnTo>
                <a:lnTo>
                  <a:pt x="1021092" y="80772"/>
                </a:lnTo>
                <a:lnTo>
                  <a:pt x="1024140" y="83820"/>
                </a:lnTo>
                <a:lnTo>
                  <a:pt x="1027188" y="85344"/>
                </a:lnTo>
                <a:lnTo>
                  <a:pt x="1036332" y="85344"/>
                </a:lnTo>
                <a:lnTo>
                  <a:pt x="1053096" y="54864"/>
                </a:lnTo>
                <a:lnTo>
                  <a:pt x="1129296" y="54864"/>
                </a:lnTo>
                <a:lnTo>
                  <a:pt x="1126147" y="60820"/>
                </a:lnTo>
                <a:lnTo>
                  <a:pt x="1121295" y="69342"/>
                </a:lnTo>
                <a:lnTo>
                  <a:pt x="1114717" y="80162"/>
                </a:lnTo>
                <a:lnTo>
                  <a:pt x="1106436" y="92964"/>
                </a:lnTo>
                <a:lnTo>
                  <a:pt x="1019568" y="92964"/>
                </a:lnTo>
                <a:lnTo>
                  <a:pt x="1030236" y="103632"/>
                </a:lnTo>
                <a:lnTo>
                  <a:pt x="1040904" y="102108"/>
                </a:lnTo>
                <a:lnTo>
                  <a:pt x="1103388" y="102108"/>
                </a:lnTo>
                <a:lnTo>
                  <a:pt x="1096759" y="109232"/>
                </a:lnTo>
                <a:lnTo>
                  <a:pt x="1090434" y="116789"/>
                </a:lnTo>
                <a:lnTo>
                  <a:pt x="1084097" y="124612"/>
                </a:lnTo>
                <a:lnTo>
                  <a:pt x="1077480" y="132600"/>
                </a:lnTo>
                <a:lnTo>
                  <a:pt x="1102067" y="136029"/>
                </a:lnTo>
                <a:lnTo>
                  <a:pt x="1123391" y="139458"/>
                </a:lnTo>
                <a:lnTo>
                  <a:pt x="1141552" y="142887"/>
                </a:lnTo>
                <a:lnTo>
                  <a:pt x="1156728" y="146316"/>
                </a:lnTo>
                <a:lnTo>
                  <a:pt x="1132700" y="158026"/>
                </a:lnTo>
                <a:lnTo>
                  <a:pt x="1103960" y="168033"/>
                </a:lnTo>
                <a:lnTo>
                  <a:pt x="1070356" y="176314"/>
                </a:lnTo>
                <a:lnTo>
                  <a:pt x="1031760" y="182892"/>
                </a:lnTo>
                <a:lnTo>
                  <a:pt x="1031760" y="187464"/>
                </a:lnTo>
                <a:lnTo>
                  <a:pt x="1077480" y="182600"/>
                </a:lnTo>
                <a:lnTo>
                  <a:pt x="1116342" y="174891"/>
                </a:lnTo>
                <a:lnTo>
                  <a:pt x="1148346" y="164312"/>
                </a:lnTo>
                <a:lnTo>
                  <a:pt x="1173492" y="150888"/>
                </a:lnTo>
                <a:lnTo>
                  <a:pt x="1185494" y="155219"/>
                </a:lnTo>
                <a:lnTo>
                  <a:pt x="1196352" y="159258"/>
                </a:lnTo>
                <a:lnTo>
                  <a:pt x="1206068" y="163309"/>
                </a:lnTo>
                <a:lnTo>
                  <a:pt x="1214640" y="167652"/>
                </a:lnTo>
                <a:lnTo>
                  <a:pt x="1222590" y="171958"/>
                </a:lnTo>
                <a:lnTo>
                  <a:pt x="1237348" y="179438"/>
                </a:lnTo>
                <a:lnTo>
                  <a:pt x="1243596" y="182892"/>
                </a:lnTo>
                <a:lnTo>
                  <a:pt x="1246644" y="184416"/>
                </a:lnTo>
                <a:lnTo>
                  <a:pt x="1254264" y="184416"/>
                </a:lnTo>
                <a:lnTo>
                  <a:pt x="1255788" y="181368"/>
                </a:lnTo>
                <a:lnTo>
                  <a:pt x="1255763" y="174891"/>
                </a:lnTo>
                <a:lnTo>
                  <a:pt x="1223873" y="150888"/>
                </a:lnTo>
                <a:lnTo>
                  <a:pt x="1216736" y="148602"/>
                </a:lnTo>
                <a:lnTo>
                  <a:pt x="1201508" y="144551"/>
                </a:lnTo>
                <a:lnTo>
                  <a:pt x="1184160" y="140220"/>
                </a:lnTo>
                <a:lnTo>
                  <a:pt x="1187437" y="137172"/>
                </a:lnTo>
                <a:lnTo>
                  <a:pt x="1192364" y="132600"/>
                </a:lnTo>
                <a:lnTo>
                  <a:pt x="1201115" y="123456"/>
                </a:lnTo>
                <a:lnTo>
                  <a:pt x="1210081" y="113207"/>
                </a:lnTo>
                <a:lnTo>
                  <a:pt x="1219212" y="102108"/>
                </a:lnTo>
                <a:lnTo>
                  <a:pt x="1290840" y="102108"/>
                </a:lnTo>
                <a:close/>
              </a:path>
              <a:path w="1306195" h="307975">
                <a:moveTo>
                  <a:pt x="1306080" y="274320"/>
                </a:moveTo>
                <a:lnTo>
                  <a:pt x="1266977" y="268630"/>
                </a:lnTo>
                <a:lnTo>
                  <a:pt x="1232166" y="256235"/>
                </a:lnTo>
                <a:lnTo>
                  <a:pt x="1201915" y="237248"/>
                </a:lnTo>
                <a:lnTo>
                  <a:pt x="1176540" y="211848"/>
                </a:lnTo>
                <a:lnTo>
                  <a:pt x="1303032" y="211848"/>
                </a:lnTo>
                <a:lnTo>
                  <a:pt x="1275600" y="184416"/>
                </a:lnTo>
                <a:lnTo>
                  <a:pt x="1255788" y="204228"/>
                </a:lnTo>
                <a:lnTo>
                  <a:pt x="1165872" y="204228"/>
                </a:lnTo>
                <a:lnTo>
                  <a:pt x="1165872" y="192036"/>
                </a:lnTo>
                <a:lnTo>
                  <a:pt x="1178064" y="184416"/>
                </a:lnTo>
                <a:lnTo>
                  <a:pt x="1146060" y="170700"/>
                </a:lnTo>
                <a:lnTo>
                  <a:pt x="1146937" y="180428"/>
                </a:lnTo>
                <a:lnTo>
                  <a:pt x="1147394" y="189179"/>
                </a:lnTo>
                <a:lnTo>
                  <a:pt x="1147559" y="197053"/>
                </a:lnTo>
                <a:lnTo>
                  <a:pt x="1147584" y="204228"/>
                </a:lnTo>
                <a:lnTo>
                  <a:pt x="1011948" y="204228"/>
                </a:lnTo>
                <a:lnTo>
                  <a:pt x="1021092" y="214884"/>
                </a:lnTo>
                <a:lnTo>
                  <a:pt x="1036332" y="211848"/>
                </a:lnTo>
                <a:lnTo>
                  <a:pt x="1126248" y="211848"/>
                </a:lnTo>
                <a:lnTo>
                  <a:pt x="1102245" y="238709"/>
                </a:lnTo>
                <a:lnTo>
                  <a:pt x="1073670" y="262140"/>
                </a:lnTo>
                <a:lnTo>
                  <a:pt x="1040523" y="282143"/>
                </a:lnTo>
                <a:lnTo>
                  <a:pt x="1002804" y="298716"/>
                </a:lnTo>
                <a:lnTo>
                  <a:pt x="1004328" y="304812"/>
                </a:lnTo>
                <a:lnTo>
                  <a:pt x="1047711" y="289064"/>
                </a:lnTo>
                <a:lnTo>
                  <a:pt x="1086243" y="269189"/>
                </a:lnTo>
                <a:lnTo>
                  <a:pt x="1119619" y="245008"/>
                </a:lnTo>
                <a:lnTo>
                  <a:pt x="1147584" y="216408"/>
                </a:lnTo>
                <a:lnTo>
                  <a:pt x="1147521" y="245008"/>
                </a:lnTo>
                <a:lnTo>
                  <a:pt x="1147394" y="262140"/>
                </a:lnTo>
                <a:lnTo>
                  <a:pt x="1146937" y="285851"/>
                </a:lnTo>
                <a:lnTo>
                  <a:pt x="1146060" y="307860"/>
                </a:lnTo>
                <a:lnTo>
                  <a:pt x="1167396" y="297192"/>
                </a:lnTo>
                <a:lnTo>
                  <a:pt x="1166507" y="282562"/>
                </a:lnTo>
                <a:lnTo>
                  <a:pt x="1166063" y="263664"/>
                </a:lnTo>
                <a:lnTo>
                  <a:pt x="1165923" y="245008"/>
                </a:lnTo>
                <a:lnTo>
                  <a:pt x="1165872" y="216408"/>
                </a:lnTo>
                <a:lnTo>
                  <a:pt x="1165872" y="211848"/>
                </a:lnTo>
                <a:lnTo>
                  <a:pt x="1168920" y="211848"/>
                </a:lnTo>
                <a:lnTo>
                  <a:pt x="1188834" y="240131"/>
                </a:lnTo>
                <a:lnTo>
                  <a:pt x="1214259" y="263664"/>
                </a:lnTo>
                <a:lnTo>
                  <a:pt x="1244777" y="282562"/>
                </a:lnTo>
                <a:lnTo>
                  <a:pt x="1280172" y="297192"/>
                </a:lnTo>
                <a:lnTo>
                  <a:pt x="1284211" y="290906"/>
                </a:lnTo>
                <a:lnTo>
                  <a:pt x="1289697" y="285762"/>
                </a:lnTo>
                <a:lnTo>
                  <a:pt x="1296885" y="281762"/>
                </a:lnTo>
                <a:lnTo>
                  <a:pt x="1306080" y="278904"/>
                </a:lnTo>
                <a:lnTo>
                  <a:pt x="1306080" y="2743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" name="object 30"/>
          <p:cNvSpPr/>
          <p:nvPr/>
        </p:nvSpPr>
        <p:spPr>
          <a:xfrm>
            <a:off x="4593335" y="3503676"/>
            <a:ext cx="53340" cy="90170"/>
          </a:xfrm>
          <a:custGeom>
            <a:avLst/>
            <a:gdLst/>
            <a:ahLst/>
            <a:cxnLst/>
            <a:rect l="l" t="t" r="r" b="b"/>
            <a:pathLst>
              <a:path w="53339" h="90170">
                <a:moveTo>
                  <a:pt x="3048" y="89916"/>
                </a:moveTo>
                <a:lnTo>
                  <a:pt x="0" y="89916"/>
                </a:lnTo>
                <a:lnTo>
                  <a:pt x="0" y="88392"/>
                </a:lnTo>
                <a:lnTo>
                  <a:pt x="1524" y="86868"/>
                </a:lnTo>
                <a:lnTo>
                  <a:pt x="4572" y="85344"/>
                </a:lnTo>
                <a:lnTo>
                  <a:pt x="9144" y="80772"/>
                </a:lnTo>
                <a:lnTo>
                  <a:pt x="32004" y="42672"/>
                </a:lnTo>
                <a:lnTo>
                  <a:pt x="18288" y="42672"/>
                </a:lnTo>
                <a:lnTo>
                  <a:pt x="9144" y="33528"/>
                </a:lnTo>
                <a:lnTo>
                  <a:pt x="6096" y="24384"/>
                </a:lnTo>
                <a:lnTo>
                  <a:pt x="6096" y="19812"/>
                </a:lnTo>
                <a:lnTo>
                  <a:pt x="7620" y="16764"/>
                </a:lnTo>
                <a:lnTo>
                  <a:pt x="7620" y="12192"/>
                </a:lnTo>
                <a:lnTo>
                  <a:pt x="10668" y="9144"/>
                </a:lnTo>
                <a:lnTo>
                  <a:pt x="16764" y="4572"/>
                </a:lnTo>
                <a:lnTo>
                  <a:pt x="21336" y="0"/>
                </a:lnTo>
                <a:lnTo>
                  <a:pt x="27432" y="0"/>
                </a:lnTo>
                <a:lnTo>
                  <a:pt x="36576" y="1524"/>
                </a:lnTo>
                <a:lnTo>
                  <a:pt x="44196" y="3048"/>
                </a:lnTo>
                <a:lnTo>
                  <a:pt x="48768" y="6096"/>
                </a:lnTo>
                <a:lnTo>
                  <a:pt x="53340" y="19812"/>
                </a:lnTo>
                <a:lnTo>
                  <a:pt x="53340" y="30480"/>
                </a:lnTo>
                <a:lnTo>
                  <a:pt x="38052" y="65436"/>
                </a:lnTo>
                <a:lnTo>
                  <a:pt x="9144" y="88392"/>
                </a:lnTo>
                <a:lnTo>
                  <a:pt x="3048" y="8991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" name="object 31"/>
          <p:cNvSpPr/>
          <p:nvPr/>
        </p:nvSpPr>
        <p:spPr>
          <a:xfrm>
            <a:off x="4902708" y="3305555"/>
            <a:ext cx="2307590" cy="309880"/>
          </a:xfrm>
          <a:custGeom>
            <a:avLst/>
            <a:gdLst/>
            <a:ahLst/>
            <a:cxnLst/>
            <a:rect l="l" t="t" r="r" b="b"/>
            <a:pathLst>
              <a:path w="2307590" h="309879">
                <a:moveTo>
                  <a:pt x="106680" y="18288"/>
                </a:moveTo>
                <a:lnTo>
                  <a:pt x="79248" y="0"/>
                </a:lnTo>
                <a:lnTo>
                  <a:pt x="71831" y="25742"/>
                </a:lnTo>
                <a:lnTo>
                  <a:pt x="63436" y="50482"/>
                </a:lnTo>
                <a:lnTo>
                  <a:pt x="44196" y="97536"/>
                </a:lnTo>
                <a:lnTo>
                  <a:pt x="22098" y="139636"/>
                </a:lnTo>
                <a:lnTo>
                  <a:pt x="0" y="173736"/>
                </a:lnTo>
                <a:lnTo>
                  <a:pt x="4572" y="175260"/>
                </a:lnTo>
                <a:lnTo>
                  <a:pt x="18237" y="159854"/>
                </a:lnTo>
                <a:lnTo>
                  <a:pt x="31623" y="143446"/>
                </a:lnTo>
                <a:lnTo>
                  <a:pt x="44424" y="126187"/>
                </a:lnTo>
                <a:lnTo>
                  <a:pt x="56388" y="108204"/>
                </a:lnTo>
                <a:lnTo>
                  <a:pt x="56261" y="276186"/>
                </a:lnTo>
                <a:lnTo>
                  <a:pt x="56159" y="281990"/>
                </a:lnTo>
                <a:lnTo>
                  <a:pt x="55740" y="294208"/>
                </a:lnTo>
                <a:lnTo>
                  <a:pt x="54864" y="307848"/>
                </a:lnTo>
                <a:lnTo>
                  <a:pt x="73152" y="298704"/>
                </a:lnTo>
                <a:lnTo>
                  <a:pt x="73152" y="109728"/>
                </a:lnTo>
                <a:lnTo>
                  <a:pt x="75285" y="108204"/>
                </a:lnTo>
                <a:lnTo>
                  <a:pt x="83820" y="102108"/>
                </a:lnTo>
                <a:lnTo>
                  <a:pt x="64008" y="91440"/>
                </a:lnTo>
                <a:lnTo>
                  <a:pt x="97536" y="24384"/>
                </a:lnTo>
                <a:lnTo>
                  <a:pt x="106680" y="18288"/>
                </a:lnTo>
                <a:close/>
              </a:path>
              <a:path w="2307590" h="309879">
                <a:moveTo>
                  <a:pt x="303276" y="283464"/>
                </a:moveTo>
                <a:lnTo>
                  <a:pt x="256552" y="276186"/>
                </a:lnTo>
                <a:lnTo>
                  <a:pt x="212026" y="258699"/>
                </a:lnTo>
                <a:lnTo>
                  <a:pt x="188976" y="243840"/>
                </a:lnTo>
                <a:lnTo>
                  <a:pt x="192976" y="231648"/>
                </a:lnTo>
                <a:lnTo>
                  <a:pt x="194119" y="228180"/>
                </a:lnTo>
                <a:lnTo>
                  <a:pt x="198120" y="211074"/>
                </a:lnTo>
                <a:lnTo>
                  <a:pt x="200977" y="192836"/>
                </a:lnTo>
                <a:lnTo>
                  <a:pt x="202692" y="173736"/>
                </a:lnTo>
                <a:lnTo>
                  <a:pt x="254508" y="173736"/>
                </a:lnTo>
                <a:lnTo>
                  <a:pt x="254508" y="187452"/>
                </a:lnTo>
                <a:lnTo>
                  <a:pt x="272796" y="181356"/>
                </a:lnTo>
                <a:lnTo>
                  <a:pt x="272796" y="173736"/>
                </a:lnTo>
                <a:lnTo>
                  <a:pt x="272796" y="166116"/>
                </a:lnTo>
                <a:lnTo>
                  <a:pt x="272796" y="112776"/>
                </a:lnTo>
                <a:lnTo>
                  <a:pt x="275082" y="111252"/>
                </a:lnTo>
                <a:lnTo>
                  <a:pt x="281940" y="106680"/>
                </a:lnTo>
                <a:lnTo>
                  <a:pt x="275996" y="102108"/>
                </a:lnTo>
                <a:lnTo>
                  <a:pt x="262128" y="91440"/>
                </a:lnTo>
                <a:lnTo>
                  <a:pt x="254508" y="100330"/>
                </a:lnTo>
                <a:lnTo>
                  <a:pt x="254508" y="111252"/>
                </a:lnTo>
                <a:lnTo>
                  <a:pt x="254508" y="166116"/>
                </a:lnTo>
                <a:lnTo>
                  <a:pt x="202692" y="166116"/>
                </a:lnTo>
                <a:lnTo>
                  <a:pt x="203568" y="148971"/>
                </a:lnTo>
                <a:lnTo>
                  <a:pt x="204025" y="134112"/>
                </a:lnTo>
                <a:lnTo>
                  <a:pt x="204089" y="129184"/>
                </a:lnTo>
                <a:lnTo>
                  <a:pt x="204216" y="111252"/>
                </a:lnTo>
                <a:lnTo>
                  <a:pt x="254508" y="111252"/>
                </a:lnTo>
                <a:lnTo>
                  <a:pt x="254508" y="100330"/>
                </a:lnTo>
                <a:lnTo>
                  <a:pt x="252984" y="102108"/>
                </a:lnTo>
                <a:lnTo>
                  <a:pt x="204216" y="102108"/>
                </a:lnTo>
                <a:lnTo>
                  <a:pt x="204216" y="64008"/>
                </a:lnTo>
                <a:lnTo>
                  <a:pt x="301752" y="64008"/>
                </a:lnTo>
                <a:lnTo>
                  <a:pt x="278892" y="41148"/>
                </a:lnTo>
                <a:lnTo>
                  <a:pt x="263652" y="56388"/>
                </a:lnTo>
                <a:lnTo>
                  <a:pt x="204216" y="56388"/>
                </a:lnTo>
                <a:lnTo>
                  <a:pt x="204216" y="22860"/>
                </a:lnTo>
                <a:lnTo>
                  <a:pt x="213360" y="13716"/>
                </a:lnTo>
                <a:lnTo>
                  <a:pt x="185928" y="1524"/>
                </a:lnTo>
                <a:lnTo>
                  <a:pt x="186156" y="13246"/>
                </a:lnTo>
                <a:lnTo>
                  <a:pt x="186664" y="22860"/>
                </a:lnTo>
                <a:lnTo>
                  <a:pt x="187210" y="31534"/>
                </a:lnTo>
                <a:lnTo>
                  <a:pt x="187452" y="38100"/>
                </a:lnTo>
                <a:lnTo>
                  <a:pt x="187452" y="56388"/>
                </a:lnTo>
                <a:lnTo>
                  <a:pt x="97536" y="56388"/>
                </a:lnTo>
                <a:lnTo>
                  <a:pt x="109728" y="68580"/>
                </a:lnTo>
                <a:lnTo>
                  <a:pt x="116865" y="66586"/>
                </a:lnTo>
                <a:lnTo>
                  <a:pt x="124587" y="65151"/>
                </a:lnTo>
                <a:lnTo>
                  <a:pt x="132867" y="64300"/>
                </a:lnTo>
                <a:lnTo>
                  <a:pt x="141732" y="64008"/>
                </a:lnTo>
                <a:lnTo>
                  <a:pt x="187452" y="64008"/>
                </a:lnTo>
                <a:lnTo>
                  <a:pt x="187452" y="102108"/>
                </a:lnTo>
                <a:lnTo>
                  <a:pt x="187452" y="111252"/>
                </a:lnTo>
                <a:lnTo>
                  <a:pt x="187210" y="120688"/>
                </a:lnTo>
                <a:lnTo>
                  <a:pt x="186690" y="132969"/>
                </a:lnTo>
                <a:lnTo>
                  <a:pt x="186156" y="148120"/>
                </a:lnTo>
                <a:lnTo>
                  <a:pt x="185928" y="166116"/>
                </a:lnTo>
                <a:lnTo>
                  <a:pt x="135636" y="166116"/>
                </a:lnTo>
                <a:lnTo>
                  <a:pt x="135636" y="111252"/>
                </a:lnTo>
                <a:lnTo>
                  <a:pt x="187452" y="111252"/>
                </a:lnTo>
                <a:lnTo>
                  <a:pt x="187452" y="102108"/>
                </a:lnTo>
                <a:lnTo>
                  <a:pt x="135636" y="102108"/>
                </a:lnTo>
                <a:lnTo>
                  <a:pt x="117348" y="92964"/>
                </a:lnTo>
                <a:lnTo>
                  <a:pt x="118224" y="104660"/>
                </a:lnTo>
                <a:lnTo>
                  <a:pt x="118681" y="116776"/>
                </a:lnTo>
                <a:lnTo>
                  <a:pt x="118795" y="126187"/>
                </a:lnTo>
                <a:lnTo>
                  <a:pt x="118681" y="165735"/>
                </a:lnTo>
                <a:lnTo>
                  <a:pt x="118224" y="176885"/>
                </a:lnTo>
                <a:lnTo>
                  <a:pt x="117348" y="187452"/>
                </a:lnTo>
                <a:lnTo>
                  <a:pt x="135636" y="179832"/>
                </a:lnTo>
                <a:lnTo>
                  <a:pt x="135636" y="173736"/>
                </a:lnTo>
                <a:lnTo>
                  <a:pt x="185928" y="173736"/>
                </a:lnTo>
                <a:lnTo>
                  <a:pt x="184467" y="190296"/>
                </a:lnTo>
                <a:lnTo>
                  <a:pt x="182308" y="205549"/>
                </a:lnTo>
                <a:lnTo>
                  <a:pt x="179273" y="219392"/>
                </a:lnTo>
                <a:lnTo>
                  <a:pt x="175260" y="231648"/>
                </a:lnTo>
                <a:lnTo>
                  <a:pt x="166941" y="223647"/>
                </a:lnTo>
                <a:lnTo>
                  <a:pt x="157924" y="213360"/>
                </a:lnTo>
                <a:lnTo>
                  <a:pt x="148031" y="200787"/>
                </a:lnTo>
                <a:lnTo>
                  <a:pt x="137160" y="185928"/>
                </a:lnTo>
                <a:lnTo>
                  <a:pt x="134112" y="188976"/>
                </a:lnTo>
                <a:lnTo>
                  <a:pt x="143230" y="207010"/>
                </a:lnTo>
                <a:lnTo>
                  <a:pt x="152209" y="222313"/>
                </a:lnTo>
                <a:lnTo>
                  <a:pt x="160896" y="235064"/>
                </a:lnTo>
                <a:lnTo>
                  <a:pt x="169164" y="245364"/>
                </a:lnTo>
                <a:lnTo>
                  <a:pt x="162826" y="253365"/>
                </a:lnTo>
                <a:lnTo>
                  <a:pt x="122123" y="284226"/>
                </a:lnTo>
                <a:lnTo>
                  <a:pt x="80772" y="304800"/>
                </a:lnTo>
                <a:lnTo>
                  <a:pt x="83820" y="309372"/>
                </a:lnTo>
                <a:lnTo>
                  <a:pt x="125818" y="293090"/>
                </a:lnTo>
                <a:lnTo>
                  <a:pt x="162115" y="273177"/>
                </a:lnTo>
                <a:lnTo>
                  <a:pt x="179832" y="257556"/>
                </a:lnTo>
                <a:lnTo>
                  <a:pt x="202158" y="273519"/>
                </a:lnTo>
                <a:lnTo>
                  <a:pt x="225933" y="286893"/>
                </a:lnTo>
                <a:lnTo>
                  <a:pt x="251409" y="297421"/>
                </a:lnTo>
                <a:lnTo>
                  <a:pt x="278892" y="304800"/>
                </a:lnTo>
                <a:lnTo>
                  <a:pt x="282270" y="298538"/>
                </a:lnTo>
                <a:lnTo>
                  <a:pt x="287655" y="293560"/>
                </a:lnTo>
                <a:lnTo>
                  <a:pt x="294741" y="290017"/>
                </a:lnTo>
                <a:lnTo>
                  <a:pt x="303276" y="288036"/>
                </a:lnTo>
                <a:lnTo>
                  <a:pt x="303276" y="283464"/>
                </a:lnTo>
                <a:close/>
              </a:path>
              <a:path w="2307590" h="309879">
                <a:moveTo>
                  <a:pt x="441947" y="21336"/>
                </a:moveTo>
                <a:lnTo>
                  <a:pt x="419087" y="1524"/>
                </a:lnTo>
                <a:lnTo>
                  <a:pt x="412165" y="12954"/>
                </a:lnTo>
                <a:lnTo>
                  <a:pt x="404799" y="24384"/>
                </a:lnTo>
                <a:lnTo>
                  <a:pt x="396671" y="35699"/>
                </a:lnTo>
                <a:lnTo>
                  <a:pt x="387083" y="47244"/>
                </a:lnTo>
                <a:lnTo>
                  <a:pt x="377113" y="59817"/>
                </a:lnTo>
                <a:lnTo>
                  <a:pt x="365556" y="72390"/>
                </a:lnTo>
                <a:lnTo>
                  <a:pt x="352590" y="84963"/>
                </a:lnTo>
                <a:lnTo>
                  <a:pt x="338315" y="97536"/>
                </a:lnTo>
                <a:lnTo>
                  <a:pt x="341363" y="102108"/>
                </a:lnTo>
                <a:lnTo>
                  <a:pt x="351650" y="95211"/>
                </a:lnTo>
                <a:lnTo>
                  <a:pt x="361937" y="88011"/>
                </a:lnTo>
                <a:lnTo>
                  <a:pt x="372224" y="80251"/>
                </a:lnTo>
                <a:lnTo>
                  <a:pt x="386067" y="68681"/>
                </a:lnTo>
                <a:lnTo>
                  <a:pt x="393141" y="62801"/>
                </a:lnTo>
                <a:lnTo>
                  <a:pt x="402323" y="54673"/>
                </a:lnTo>
                <a:lnTo>
                  <a:pt x="410375" y="47421"/>
                </a:lnTo>
                <a:lnTo>
                  <a:pt x="417563" y="41148"/>
                </a:lnTo>
                <a:lnTo>
                  <a:pt x="423176" y="35814"/>
                </a:lnTo>
                <a:lnTo>
                  <a:pt x="429183" y="30670"/>
                </a:lnTo>
                <a:lnTo>
                  <a:pt x="435356" y="25933"/>
                </a:lnTo>
                <a:lnTo>
                  <a:pt x="441947" y="21336"/>
                </a:lnTo>
                <a:close/>
              </a:path>
              <a:path w="2307590" h="309879">
                <a:moveTo>
                  <a:pt x="455663" y="86868"/>
                </a:moveTo>
                <a:lnTo>
                  <a:pt x="429755" y="67056"/>
                </a:lnTo>
                <a:lnTo>
                  <a:pt x="426923" y="74231"/>
                </a:lnTo>
                <a:lnTo>
                  <a:pt x="423087" y="82105"/>
                </a:lnTo>
                <a:lnTo>
                  <a:pt x="398322" y="121920"/>
                </a:lnTo>
                <a:lnTo>
                  <a:pt x="366776" y="160972"/>
                </a:lnTo>
                <a:lnTo>
                  <a:pt x="335267" y="193548"/>
                </a:lnTo>
                <a:lnTo>
                  <a:pt x="336791" y="198120"/>
                </a:lnTo>
                <a:lnTo>
                  <a:pt x="351993" y="187833"/>
                </a:lnTo>
                <a:lnTo>
                  <a:pt x="365747" y="177546"/>
                </a:lnTo>
                <a:lnTo>
                  <a:pt x="378371" y="167259"/>
                </a:lnTo>
                <a:lnTo>
                  <a:pt x="390131" y="156972"/>
                </a:lnTo>
                <a:lnTo>
                  <a:pt x="390131" y="249936"/>
                </a:lnTo>
                <a:lnTo>
                  <a:pt x="389902" y="263944"/>
                </a:lnTo>
                <a:lnTo>
                  <a:pt x="388848" y="293662"/>
                </a:lnTo>
                <a:lnTo>
                  <a:pt x="388607" y="309372"/>
                </a:lnTo>
                <a:lnTo>
                  <a:pt x="408419" y="298704"/>
                </a:lnTo>
                <a:lnTo>
                  <a:pt x="408419" y="156972"/>
                </a:lnTo>
                <a:lnTo>
                  <a:pt x="408419" y="138684"/>
                </a:lnTo>
                <a:lnTo>
                  <a:pt x="416991" y="127241"/>
                </a:lnTo>
                <a:lnTo>
                  <a:pt x="424421" y="117919"/>
                </a:lnTo>
                <a:lnTo>
                  <a:pt x="430707" y="110617"/>
                </a:lnTo>
                <a:lnTo>
                  <a:pt x="435851" y="105156"/>
                </a:lnTo>
                <a:lnTo>
                  <a:pt x="439813" y="100584"/>
                </a:lnTo>
                <a:lnTo>
                  <a:pt x="444614" y="96012"/>
                </a:lnTo>
                <a:lnTo>
                  <a:pt x="449999" y="91440"/>
                </a:lnTo>
                <a:lnTo>
                  <a:pt x="455663" y="86868"/>
                </a:lnTo>
                <a:close/>
              </a:path>
              <a:path w="2307590" h="309879">
                <a:moveTo>
                  <a:pt x="512051" y="248412"/>
                </a:moveTo>
                <a:lnTo>
                  <a:pt x="482815" y="215836"/>
                </a:lnTo>
                <a:lnTo>
                  <a:pt x="469379" y="207264"/>
                </a:lnTo>
                <a:lnTo>
                  <a:pt x="466331" y="211836"/>
                </a:lnTo>
                <a:lnTo>
                  <a:pt x="474865" y="222084"/>
                </a:lnTo>
                <a:lnTo>
                  <a:pt x="481952" y="232029"/>
                </a:lnTo>
                <a:lnTo>
                  <a:pt x="487337" y="241414"/>
                </a:lnTo>
                <a:lnTo>
                  <a:pt x="490715" y="249936"/>
                </a:lnTo>
                <a:lnTo>
                  <a:pt x="493763" y="262128"/>
                </a:lnTo>
                <a:lnTo>
                  <a:pt x="496811" y="266700"/>
                </a:lnTo>
                <a:lnTo>
                  <a:pt x="505955" y="263652"/>
                </a:lnTo>
                <a:lnTo>
                  <a:pt x="509003" y="260604"/>
                </a:lnTo>
                <a:lnTo>
                  <a:pt x="512051" y="248412"/>
                </a:lnTo>
                <a:close/>
              </a:path>
              <a:path w="2307590" h="309879">
                <a:moveTo>
                  <a:pt x="609587" y="30480"/>
                </a:moveTo>
                <a:lnTo>
                  <a:pt x="603491" y="24384"/>
                </a:lnTo>
                <a:lnTo>
                  <a:pt x="591299" y="12192"/>
                </a:lnTo>
                <a:lnTo>
                  <a:pt x="580631" y="22860"/>
                </a:lnTo>
                <a:lnTo>
                  <a:pt x="580631" y="32004"/>
                </a:lnTo>
                <a:lnTo>
                  <a:pt x="580631" y="68580"/>
                </a:lnTo>
                <a:lnTo>
                  <a:pt x="580631" y="76200"/>
                </a:lnTo>
                <a:lnTo>
                  <a:pt x="580631" y="115824"/>
                </a:lnTo>
                <a:lnTo>
                  <a:pt x="484619" y="115824"/>
                </a:lnTo>
                <a:lnTo>
                  <a:pt x="484619" y="76200"/>
                </a:lnTo>
                <a:lnTo>
                  <a:pt x="580631" y="76200"/>
                </a:lnTo>
                <a:lnTo>
                  <a:pt x="580631" y="68580"/>
                </a:lnTo>
                <a:lnTo>
                  <a:pt x="484619" y="68580"/>
                </a:lnTo>
                <a:lnTo>
                  <a:pt x="484619" y="32004"/>
                </a:lnTo>
                <a:lnTo>
                  <a:pt x="580631" y="32004"/>
                </a:lnTo>
                <a:lnTo>
                  <a:pt x="580631" y="22860"/>
                </a:lnTo>
                <a:lnTo>
                  <a:pt x="579107" y="24384"/>
                </a:lnTo>
                <a:lnTo>
                  <a:pt x="484619" y="24384"/>
                </a:lnTo>
                <a:lnTo>
                  <a:pt x="466331" y="15240"/>
                </a:lnTo>
                <a:lnTo>
                  <a:pt x="466331" y="138684"/>
                </a:lnTo>
                <a:lnTo>
                  <a:pt x="484619" y="131064"/>
                </a:lnTo>
                <a:lnTo>
                  <a:pt x="484619" y="123444"/>
                </a:lnTo>
                <a:lnTo>
                  <a:pt x="580631" y="123444"/>
                </a:lnTo>
                <a:lnTo>
                  <a:pt x="580631" y="138684"/>
                </a:lnTo>
                <a:lnTo>
                  <a:pt x="600443" y="129540"/>
                </a:lnTo>
                <a:lnTo>
                  <a:pt x="600100" y="123444"/>
                </a:lnTo>
                <a:lnTo>
                  <a:pt x="599655" y="115824"/>
                </a:lnTo>
                <a:lnTo>
                  <a:pt x="599567" y="114401"/>
                </a:lnTo>
                <a:lnTo>
                  <a:pt x="599109" y="94107"/>
                </a:lnTo>
                <a:lnTo>
                  <a:pt x="598995" y="76200"/>
                </a:lnTo>
                <a:lnTo>
                  <a:pt x="598944" y="68580"/>
                </a:lnTo>
                <a:lnTo>
                  <a:pt x="598919" y="38100"/>
                </a:lnTo>
                <a:lnTo>
                  <a:pt x="607453" y="32004"/>
                </a:lnTo>
                <a:lnTo>
                  <a:pt x="609587" y="30480"/>
                </a:lnTo>
                <a:close/>
              </a:path>
              <a:path w="2307590" h="309879">
                <a:moveTo>
                  <a:pt x="641591" y="202692"/>
                </a:moveTo>
                <a:lnTo>
                  <a:pt x="618731" y="178308"/>
                </a:lnTo>
                <a:lnTo>
                  <a:pt x="603491" y="193548"/>
                </a:lnTo>
                <a:lnTo>
                  <a:pt x="583679" y="193548"/>
                </a:lnTo>
                <a:lnTo>
                  <a:pt x="583679" y="158496"/>
                </a:lnTo>
                <a:lnTo>
                  <a:pt x="629399" y="158496"/>
                </a:lnTo>
                <a:lnTo>
                  <a:pt x="606539" y="137160"/>
                </a:lnTo>
                <a:lnTo>
                  <a:pt x="592823" y="150876"/>
                </a:lnTo>
                <a:lnTo>
                  <a:pt x="440423" y="150876"/>
                </a:lnTo>
                <a:lnTo>
                  <a:pt x="452615" y="163068"/>
                </a:lnTo>
                <a:lnTo>
                  <a:pt x="459765" y="161074"/>
                </a:lnTo>
                <a:lnTo>
                  <a:pt x="467474" y="159639"/>
                </a:lnTo>
                <a:lnTo>
                  <a:pt x="475767" y="158788"/>
                </a:lnTo>
                <a:lnTo>
                  <a:pt x="484619" y="158496"/>
                </a:lnTo>
                <a:lnTo>
                  <a:pt x="565391" y="158496"/>
                </a:lnTo>
                <a:lnTo>
                  <a:pt x="565391" y="193548"/>
                </a:lnTo>
                <a:lnTo>
                  <a:pt x="425183" y="193548"/>
                </a:lnTo>
                <a:lnTo>
                  <a:pt x="437375" y="205740"/>
                </a:lnTo>
                <a:lnTo>
                  <a:pt x="444500" y="203987"/>
                </a:lnTo>
                <a:lnTo>
                  <a:pt x="452043" y="203073"/>
                </a:lnTo>
                <a:lnTo>
                  <a:pt x="459879" y="202742"/>
                </a:lnTo>
                <a:lnTo>
                  <a:pt x="467855" y="202692"/>
                </a:lnTo>
                <a:lnTo>
                  <a:pt x="565391" y="202692"/>
                </a:lnTo>
                <a:lnTo>
                  <a:pt x="565391" y="274320"/>
                </a:lnTo>
                <a:lnTo>
                  <a:pt x="563867" y="277368"/>
                </a:lnTo>
                <a:lnTo>
                  <a:pt x="559295" y="278892"/>
                </a:lnTo>
                <a:lnTo>
                  <a:pt x="554748" y="279463"/>
                </a:lnTo>
                <a:lnTo>
                  <a:pt x="545769" y="278892"/>
                </a:lnTo>
                <a:lnTo>
                  <a:pt x="532511" y="277177"/>
                </a:lnTo>
                <a:lnTo>
                  <a:pt x="515099" y="274320"/>
                </a:lnTo>
                <a:lnTo>
                  <a:pt x="515099" y="278892"/>
                </a:lnTo>
                <a:lnTo>
                  <a:pt x="532244" y="286639"/>
                </a:lnTo>
                <a:lnTo>
                  <a:pt x="544817" y="293941"/>
                </a:lnTo>
                <a:lnTo>
                  <a:pt x="552818" y="300977"/>
                </a:lnTo>
                <a:lnTo>
                  <a:pt x="556247" y="307848"/>
                </a:lnTo>
                <a:lnTo>
                  <a:pt x="568248" y="302183"/>
                </a:lnTo>
                <a:lnTo>
                  <a:pt x="576821" y="294513"/>
                </a:lnTo>
                <a:lnTo>
                  <a:pt x="581964" y="285140"/>
                </a:lnTo>
                <a:lnTo>
                  <a:pt x="582866" y="279463"/>
                </a:lnTo>
                <a:lnTo>
                  <a:pt x="583679" y="274320"/>
                </a:lnTo>
                <a:lnTo>
                  <a:pt x="583679" y="202692"/>
                </a:lnTo>
                <a:lnTo>
                  <a:pt x="641591" y="202692"/>
                </a:lnTo>
                <a:close/>
              </a:path>
              <a:path w="2307590" h="309879">
                <a:moveTo>
                  <a:pt x="722376" y="126492"/>
                </a:moveTo>
                <a:lnTo>
                  <a:pt x="695769" y="93560"/>
                </a:lnTo>
                <a:lnTo>
                  <a:pt x="676656" y="83820"/>
                </a:lnTo>
                <a:lnTo>
                  <a:pt x="673608" y="88392"/>
                </a:lnTo>
                <a:lnTo>
                  <a:pt x="683031" y="99542"/>
                </a:lnTo>
                <a:lnTo>
                  <a:pt x="690753" y="110109"/>
                </a:lnTo>
                <a:lnTo>
                  <a:pt x="696747" y="120116"/>
                </a:lnTo>
                <a:lnTo>
                  <a:pt x="701040" y="129540"/>
                </a:lnTo>
                <a:lnTo>
                  <a:pt x="704088" y="137160"/>
                </a:lnTo>
                <a:lnTo>
                  <a:pt x="707136" y="141732"/>
                </a:lnTo>
                <a:lnTo>
                  <a:pt x="711708" y="141732"/>
                </a:lnTo>
                <a:lnTo>
                  <a:pt x="713232" y="140208"/>
                </a:lnTo>
                <a:lnTo>
                  <a:pt x="716280" y="135636"/>
                </a:lnTo>
                <a:lnTo>
                  <a:pt x="720852" y="132588"/>
                </a:lnTo>
                <a:lnTo>
                  <a:pt x="722376" y="126492"/>
                </a:lnTo>
                <a:close/>
              </a:path>
              <a:path w="2307590" h="309879">
                <a:moveTo>
                  <a:pt x="752856" y="45720"/>
                </a:moveTo>
                <a:lnTo>
                  <a:pt x="710184" y="13716"/>
                </a:lnTo>
                <a:lnTo>
                  <a:pt x="707136" y="18288"/>
                </a:lnTo>
                <a:lnTo>
                  <a:pt x="716534" y="29654"/>
                </a:lnTo>
                <a:lnTo>
                  <a:pt x="724090" y="40576"/>
                </a:lnTo>
                <a:lnTo>
                  <a:pt x="729627" y="50660"/>
                </a:lnTo>
                <a:lnTo>
                  <a:pt x="733044" y="59436"/>
                </a:lnTo>
                <a:lnTo>
                  <a:pt x="736092" y="67056"/>
                </a:lnTo>
                <a:lnTo>
                  <a:pt x="737616" y="70104"/>
                </a:lnTo>
                <a:lnTo>
                  <a:pt x="742188" y="70104"/>
                </a:lnTo>
                <a:lnTo>
                  <a:pt x="745236" y="67056"/>
                </a:lnTo>
                <a:lnTo>
                  <a:pt x="748284" y="62484"/>
                </a:lnTo>
                <a:lnTo>
                  <a:pt x="751332" y="56388"/>
                </a:lnTo>
                <a:lnTo>
                  <a:pt x="752856" y="51816"/>
                </a:lnTo>
                <a:lnTo>
                  <a:pt x="752856" y="45720"/>
                </a:lnTo>
                <a:close/>
              </a:path>
              <a:path w="2307590" h="309879">
                <a:moveTo>
                  <a:pt x="780288" y="60960"/>
                </a:moveTo>
                <a:lnTo>
                  <a:pt x="775716" y="59436"/>
                </a:lnTo>
                <a:lnTo>
                  <a:pt x="754278" y="116255"/>
                </a:lnTo>
                <a:lnTo>
                  <a:pt x="737997" y="158496"/>
                </a:lnTo>
                <a:lnTo>
                  <a:pt x="726846" y="185889"/>
                </a:lnTo>
                <a:lnTo>
                  <a:pt x="720852" y="198120"/>
                </a:lnTo>
                <a:lnTo>
                  <a:pt x="714756" y="205740"/>
                </a:lnTo>
                <a:lnTo>
                  <a:pt x="711708" y="210312"/>
                </a:lnTo>
                <a:lnTo>
                  <a:pt x="707136" y="210312"/>
                </a:lnTo>
                <a:lnTo>
                  <a:pt x="703465" y="210934"/>
                </a:lnTo>
                <a:lnTo>
                  <a:pt x="697230" y="210693"/>
                </a:lnTo>
                <a:lnTo>
                  <a:pt x="678180" y="208788"/>
                </a:lnTo>
                <a:lnTo>
                  <a:pt x="678180" y="213360"/>
                </a:lnTo>
                <a:lnTo>
                  <a:pt x="687362" y="216560"/>
                </a:lnTo>
                <a:lnTo>
                  <a:pt x="694563" y="219456"/>
                </a:lnTo>
                <a:lnTo>
                  <a:pt x="700036" y="222364"/>
                </a:lnTo>
                <a:lnTo>
                  <a:pt x="704088" y="225552"/>
                </a:lnTo>
                <a:lnTo>
                  <a:pt x="707136" y="228600"/>
                </a:lnTo>
                <a:lnTo>
                  <a:pt x="708660" y="233172"/>
                </a:lnTo>
                <a:lnTo>
                  <a:pt x="708660" y="243840"/>
                </a:lnTo>
                <a:lnTo>
                  <a:pt x="707136" y="249936"/>
                </a:lnTo>
                <a:lnTo>
                  <a:pt x="705612" y="259080"/>
                </a:lnTo>
                <a:lnTo>
                  <a:pt x="702691" y="263461"/>
                </a:lnTo>
                <a:lnTo>
                  <a:pt x="702652" y="282130"/>
                </a:lnTo>
                <a:lnTo>
                  <a:pt x="705612" y="288036"/>
                </a:lnTo>
                <a:lnTo>
                  <a:pt x="717804" y="294132"/>
                </a:lnTo>
                <a:lnTo>
                  <a:pt x="722376" y="295656"/>
                </a:lnTo>
                <a:lnTo>
                  <a:pt x="726948" y="295656"/>
                </a:lnTo>
                <a:lnTo>
                  <a:pt x="728472" y="292608"/>
                </a:lnTo>
                <a:lnTo>
                  <a:pt x="728484" y="255841"/>
                </a:lnTo>
                <a:lnTo>
                  <a:pt x="729373" y="244944"/>
                </a:lnTo>
                <a:lnTo>
                  <a:pt x="735495" y="203060"/>
                </a:lnTo>
                <a:lnTo>
                  <a:pt x="760018" y="124714"/>
                </a:lnTo>
                <a:lnTo>
                  <a:pt x="780288" y="60960"/>
                </a:lnTo>
                <a:close/>
              </a:path>
              <a:path w="2307590" h="309879">
                <a:moveTo>
                  <a:pt x="969264" y="114300"/>
                </a:moveTo>
                <a:lnTo>
                  <a:pt x="967740" y="109728"/>
                </a:lnTo>
                <a:lnTo>
                  <a:pt x="964692" y="106680"/>
                </a:lnTo>
                <a:lnTo>
                  <a:pt x="960120" y="103632"/>
                </a:lnTo>
                <a:lnTo>
                  <a:pt x="957072" y="102108"/>
                </a:lnTo>
                <a:lnTo>
                  <a:pt x="950976" y="102108"/>
                </a:lnTo>
                <a:lnTo>
                  <a:pt x="947928" y="103632"/>
                </a:lnTo>
                <a:lnTo>
                  <a:pt x="943356" y="106680"/>
                </a:lnTo>
                <a:lnTo>
                  <a:pt x="911352" y="106680"/>
                </a:lnTo>
                <a:lnTo>
                  <a:pt x="906780" y="103632"/>
                </a:lnTo>
                <a:lnTo>
                  <a:pt x="906780" y="38100"/>
                </a:lnTo>
                <a:lnTo>
                  <a:pt x="911047" y="35052"/>
                </a:lnTo>
                <a:lnTo>
                  <a:pt x="917448" y="30480"/>
                </a:lnTo>
                <a:lnTo>
                  <a:pt x="913790" y="27432"/>
                </a:lnTo>
                <a:lnTo>
                  <a:pt x="899160" y="15240"/>
                </a:lnTo>
                <a:lnTo>
                  <a:pt x="888492" y="27432"/>
                </a:lnTo>
                <a:lnTo>
                  <a:pt x="830580" y="27432"/>
                </a:lnTo>
                <a:lnTo>
                  <a:pt x="810768" y="15240"/>
                </a:lnTo>
                <a:lnTo>
                  <a:pt x="811618" y="24371"/>
                </a:lnTo>
                <a:lnTo>
                  <a:pt x="811885" y="35052"/>
                </a:lnTo>
                <a:lnTo>
                  <a:pt x="811796" y="40576"/>
                </a:lnTo>
                <a:lnTo>
                  <a:pt x="811618" y="48895"/>
                </a:lnTo>
                <a:lnTo>
                  <a:pt x="806577" y="93345"/>
                </a:lnTo>
                <a:lnTo>
                  <a:pt x="779716" y="135064"/>
                </a:lnTo>
                <a:lnTo>
                  <a:pt x="760476" y="150876"/>
                </a:lnTo>
                <a:lnTo>
                  <a:pt x="762000" y="155448"/>
                </a:lnTo>
                <a:lnTo>
                  <a:pt x="801624" y="129540"/>
                </a:lnTo>
                <a:lnTo>
                  <a:pt x="824484" y="92964"/>
                </a:lnTo>
                <a:lnTo>
                  <a:pt x="830910" y="52247"/>
                </a:lnTo>
                <a:lnTo>
                  <a:pt x="830580" y="35052"/>
                </a:lnTo>
                <a:lnTo>
                  <a:pt x="890016" y="35052"/>
                </a:lnTo>
                <a:lnTo>
                  <a:pt x="890054" y="99542"/>
                </a:lnTo>
                <a:lnTo>
                  <a:pt x="940968" y="122491"/>
                </a:lnTo>
                <a:lnTo>
                  <a:pt x="956691" y="121920"/>
                </a:lnTo>
                <a:lnTo>
                  <a:pt x="966114" y="120205"/>
                </a:lnTo>
                <a:lnTo>
                  <a:pt x="969264" y="117348"/>
                </a:lnTo>
                <a:lnTo>
                  <a:pt x="969264" y="114300"/>
                </a:lnTo>
                <a:close/>
              </a:path>
              <a:path w="2307590" h="309879">
                <a:moveTo>
                  <a:pt x="973836" y="281940"/>
                </a:moveTo>
                <a:lnTo>
                  <a:pt x="929043" y="274015"/>
                </a:lnTo>
                <a:lnTo>
                  <a:pt x="891730" y="255841"/>
                </a:lnTo>
                <a:lnTo>
                  <a:pt x="887501" y="252984"/>
                </a:lnTo>
                <a:lnTo>
                  <a:pt x="881837" y="249161"/>
                </a:lnTo>
                <a:lnTo>
                  <a:pt x="873252" y="242316"/>
                </a:lnTo>
                <a:lnTo>
                  <a:pt x="882624" y="230124"/>
                </a:lnTo>
                <a:lnTo>
                  <a:pt x="886434" y="225171"/>
                </a:lnTo>
                <a:lnTo>
                  <a:pt x="898779" y="205740"/>
                </a:lnTo>
                <a:lnTo>
                  <a:pt x="910539" y="184023"/>
                </a:lnTo>
                <a:lnTo>
                  <a:pt x="922020" y="160020"/>
                </a:lnTo>
                <a:lnTo>
                  <a:pt x="935736" y="155448"/>
                </a:lnTo>
                <a:lnTo>
                  <a:pt x="934313" y="153924"/>
                </a:lnTo>
                <a:lnTo>
                  <a:pt x="914400" y="132588"/>
                </a:lnTo>
                <a:lnTo>
                  <a:pt x="903732" y="143256"/>
                </a:lnTo>
                <a:lnTo>
                  <a:pt x="903732" y="153924"/>
                </a:lnTo>
                <a:lnTo>
                  <a:pt x="894918" y="175056"/>
                </a:lnTo>
                <a:lnTo>
                  <a:pt x="884682" y="194881"/>
                </a:lnTo>
                <a:lnTo>
                  <a:pt x="873290" y="213296"/>
                </a:lnTo>
                <a:lnTo>
                  <a:pt x="861060" y="230124"/>
                </a:lnTo>
                <a:lnTo>
                  <a:pt x="849033" y="215861"/>
                </a:lnTo>
                <a:lnTo>
                  <a:pt x="838009" y="198310"/>
                </a:lnTo>
                <a:lnTo>
                  <a:pt x="827836" y="177622"/>
                </a:lnTo>
                <a:lnTo>
                  <a:pt x="818388" y="153924"/>
                </a:lnTo>
                <a:lnTo>
                  <a:pt x="903732" y="153924"/>
                </a:lnTo>
                <a:lnTo>
                  <a:pt x="903732" y="143256"/>
                </a:lnTo>
                <a:lnTo>
                  <a:pt x="900684" y="146304"/>
                </a:lnTo>
                <a:lnTo>
                  <a:pt x="787908" y="146304"/>
                </a:lnTo>
                <a:lnTo>
                  <a:pt x="798576" y="156972"/>
                </a:lnTo>
                <a:lnTo>
                  <a:pt x="812292" y="153924"/>
                </a:lnTo>
                <a:lnTo>
                  <a:pt x="819734" y="179070"/>
                </a:lnTo>
                <a:lnTo>
                  <a:pt x="828484" y="201930"/>
                </a:lnTo>
                <a:lnTo>
                  <a:pt x="838644" y="222504"/>
                </a:lnTo>
                <a:lnTo>
                  <a:pt x="850392" y="240792"/>
                </a:lnTo>
                <a:lnTo>
                  <a:pt x="836904" y="252780"/>
                </a:lnTo>
                <a:lnTo>
                  <a:pt x="797052" y="280416"/>
                </a:lnTo>
                <a:lnTo>
                  <a:pt x="750760" y="299072"/>
                </a:lnTo>
                <a:lnTo>
                  <a:pt x="733044" y="304800"/>
                </a:lnTo>
                <a:lnTo>
                  <a:pt x="734568" y="307848"/>
                </a:lnTo>
                <a:lnTo>
                  <a:pt x="786206" y="295846"/>
                </a:lnTo>
                <a:lnTo>
                  <a:pt x="831532" y="273558"/>
                </a:lnTo>
                <a:lnTo>
                  <a:pt x="862584" y="252984"/>
                </a:lnTo>
                <a:lnTo>
                  <a:pt x="884034" y="271805"/>
                </a:lnTo>
                <a:lnTo>
                  <a:pt x="905065" y="286893"/>
                </a:lnTo>
                <a:lnTo>
                  <a:pt x="925804" y="297992"/>
                </a:lnTo>
                <a:lnTo>
                  <a:pt x="946404" y="304800"/>
                </a:lnTo>
                <a:lnTo>
                  <a:pt x="949185" y="298513"/>
                </a:lnTo>
                <a:lnTo>
                  <a:pt x="954976" y="293370"/>
                </a:lnTo>
                <a:lnTo>
                  <a:pt x="963333" y="289369"/>
                </a:lnTo>
                <a:lnTo>
                  <a:pt x="973836" y="286512"/>
                </a:lnTo>
                <a:lnTo>
                  <a:pt x="973836" y="281940"/>
                </a:lnTo>
                <a:close/>
              </a:path>
              <a:path w="2307590" h="309879">
                <a:moveTo>
                  <a:pt x="1307592" y="62484"/>
                </a:moveTo>
                <a:lnTo>
                  <a:pt x="1278636" y="32004"/>
                </a:lnTo>
                <a:lnTo>
                  <a:pt x="1255776" y="54864"/>
                </a:lnTo>
                <a:lnTo>
                  <a:pt x="1144524" y="54864"/>
                </a:lnTo>
                <a:lnTo>
                  <a:pt x="1159764" y="24384"/>
                </a:lnTo>
                <a:lnTo>
                  <a:pt x="1173480" y="18288"/>
                </a:lnTo>
                <a:lnTo>
                  <a:pt x="1139952" y="0"/>
                </a:lnTo>
                <a:lnTo>
                  <a:pt x="1137945" y="11798"/>
                </a:lnTo>
                <a:lnTo>
                  <a:pt x="1134237" y="24574"/>
                </a:lnTo>
                <a:lnTo>
                  <a:pt x="1128801" y="38798"/>
                </a:lnTo>
                <a:lnTo>
                  <a:pt x="1121664" y="54864"/>
                </a:lnTo>
                <a:lnTo>
                  <a:pt x="1004316" y="54864"/>
                </a:lnTo>
                <a:lnTo>
                  <a:pt x="1016508" y="65532"/>
                </a:lnTo>
                <a:lnTo>
                  <a:pt x="1023620" y="64414"/>
                </a:lnTo>
                <a:lnTo>
                  <a:pt x="1031176" y="63436"/>
                </a:lnTo>
                <a:lnTo>
                  <a:pt x="1038999" y="62750"/>
                </a:lnTo>
                <a:lnTo>
                  <a:pt x="1046988" y="62484"/>
                </a:lnTo>
                <a:lnTo>
                  <a:pt x="1120140" y="62484"/>
                </a:lnTo>
                <a:lnTo>
                  <a:pt x="1094232" y="104775"/>
                </a:lnTo>
                <a:lnTo>
                  <a:pt x="1068324" y="140208"/>
                </a:lnTo>
                <a:lnTo>
                  <a:pt x="1038606" y="169926"/>
                </a:lnTo>
                <a:lnTo>
                  <a:pt x="1004316" y="199644"/>
                </a:lnTo>
                <a:lnTo>
                  <a:pt x="1008888" y="202692"/>
                </a:lnTo>
                <a:lnTo>
                  <a:pt x="1030046" y="189268"/>
                </a:lnTo>
                <a:lnTo>
                  <a:pt x="1050226" y="174117"/>
                </a:lnTo>
                <a:lnTo>
                  <a:pt x="1069530" y="157264"/>
                </a:lnTo>
                <a:lnTo>
                  <a:pt x="1088136" y="138684"/>
                </a:lnTo>
                <a:lnTo>
                  <a:pt x="1088047" y="220980"/>
                </a:lnTo>
                <a:lnTo>
                  <a:pt x="1087945" y="254127"/>
                </a:lnTo>
                <a:lnTo>
                  <a:pt x="1087488" y="288709"/>
                </a:lnTo>
                <a:lnTo>
                  <a:pt x="1086612" y="307848"/>
                </a:lnTo>
                <a:lnTo>
                  <a:pt x="1106424" y="295656"/>
                </a:lnTo>
                <a:lnTo>
                  <a:pt x="1106424" y="220980"/>
                </a:lnTo>
                <a:lnTo>
                  <a:pt x="1226820" y="220980"/>
                </a:lnTo>
                <a:lnTo>
                  <a:pt x="1226820" y="275844"/>
                </a:lnTo>
                <a:lnTo>
                  <a:pt x="1222248" y="278892"/>
                </a:lnTo>
                <a:lnTo>
                  <a:pt x="1214628" y="278892"/>
                </a:lnTo>
                <a:lnTo>
                  <a:pt x="1208316" y="278638"/>
                </a:lnTo>
                <a:lnTo>
                  <a:pt x="1200721" y="277939"/>
                </a:lnTo>
                <a:lnTo>
                  <a:pt x="1181100" y="275844"/>
                </a:lnTo>
                <a:lnTo>
                  <a:pt x="1181100" y="281940"/>
                </a:lnTo>
                <a:lnTo>
                  <a:pt x="1197076" y="287705"/>
                </a:lnTo>
                <a:lnTo>
                  <a:pt x="1208341" y="293751"/>
                </a:lnTo>
                <a:lnTo>
                  <a:pt x="1214742" y="300380"/>
                </a:lnTo>
                <a:lnTo>
                  <a:pt x="1216152" y="307848"/>
                </a:lnTo>
                <a:lnTo>
                  <a:pt x="1229029" y="302450"/>
                </a:lnTo>
                <a:lnTo>
                  <a:pt x="1245108" y="220980"/>
                </a:lnTo>
                <a:lnTo>
                  <a:pt x="1245108" y="213360"/>
                </a:lnTo>
                <a:lnTo>
                  <a:pt x="1245108" y="170688"/>
                </a:lnTo>
                <a:lnTo>
                  <a:pt x="1245108" y="163068"/>
                </a:lnTo>
                <a:lnTo>
                  <a:pt x="1245108" y="121920"/>
                </a:lnTo>
                <a:lnTo>
                  <a:pt x="1251204" y="117348"/>
                </a:lnTo>
                <a:lnTo>
                  <a:pt x="1257300" y="112776"/>
                </a:lnTo>
                <a:lnTo>
                  <a:pt x="1253134" y="109728"/>
                </a:lnTo>
                <a:lnTo>
                  <a:pt x="1234440" y="96012"/>
                </a:lnTo>
                <a:lnTo>
                  <a:pt x="1226820" y="105816"/>
                </a:lnTo>
                <a:lnTo>
                  <a:pt x="1226820" y="117348"/>
                </a:lnTo>
                <a:lnTo>
                  <a:pt x="1226820" y="163068"/>
                </a:lnTo>
                <a:lnTo>
                  <a:pt x="1226820" y="170688"/>
                </a:lnTo>
                <a:lnTo>
                  <a:pt x="1226820" y="213360"/>
                </a:lnTo>
                <a:lnTo>
                  <a:pt x="1106424" y="213360"/>
                </a:lnTo>
                <a:lnTo>
                  <a:pt x="1106424" y="170688"/>
                </a:lnTo>
                <a:lnTo>
                  <a:pt x="1226820" y="170688"/>
                </a:lnTo>
                <a:lnTo>
                  <a:pt x="1226820" y="163068"/>
                </a:lnTo>
                <a:lnTo>
                  <a:pt x="1106424" y="163068"/>
                </a:lnTo>
                <a:lnTo>
                  <a:pt x="1106424" y="138684"/>
                </a:lnTo>
                <a:lnTo>
                  <a:pt x="1106424" y="117348"/>
                </a:lnTo>
                <a:lnTo>
                  <a:pt x="1226820" y="117348"/>
                </a:lnTo>
                <a:lnTo>
                  <a:pt x="1226820" y="105816"/>
                </a:lnTo>
                <a:lnTo>
                  <a:pt x="1223772" y="109728"/>
                </a:lnTo>
                <a:lnTo>
                  <a:pt x="1112520" y="109728"/>
                </a:lnTo>
                <a:lnTo>
                  <a:pt x="1119606" y="98285"/>
                </a:lnTo>
                <a:lnTo>
                  <a:pt x="1126998" y="86677"/>
                </a:lnTo>
                <a:lnTo>
                  <a:pt x="1134376" y="74803"/>
                </a:lnTo>
                <a:lnTo>
                  <a:pt x="1141476" y="62484"/>
                </a:lnTo>
                <a:lnTo>
                  <a:pt x="1307592" y="62484"/>
                </a:lnTo>
                <a:close/>
              </a:path>
              <a:path w="2307590" h="309879">
                <a:moveTo>
                  <a:pt x="1633728" y="193548"/>
                </a:moveTo>
                <a:lnTo>
                  <a:pt x="1597723" y="154114"/>
                </a:lnTo>
                <a:lnTo>
                  <a:pt x="1533144" y="109728"/>
                </a:lnTo>
                <a:lnTo>
                  <a:pt x="1528572" y="112776"/>
                </a:lnTo>
                <a:lnTo>
                  <a:pt x="1557451" y="139382"/>
                </a:lnTo>
                <a:lnTo>
                  <a:pt x="1580197" y="162115"/>
                </a:lnTo>
                <a:lnTo>
                  <a:pt x="1596936" y="181152"/>
                </a:lnTo>
                <a:lnTo>
                  <a:pt x="1607820" y="196596"/>
                </a:lnTo>
                <a:lnTo>
                  <a:pt x="1612341" y="205727"/>
                </a:lnTo>
                <a:lnTo>
                  <a:pt x="1616583" y="212407"/>
                </a:lnTo>
                <a:lnTo>
                  <a:pt x="1620240" y="216535"/>
                </a:lnTo>
                <a:lnTo>
                  <a:pt x="1623060" y="217932"/>
                </a:lnTo>
                <a:lnTo>
                  <a:pt x="1624584" y="217932"/>
                </a:lnTo>
                <a:lnTo>
                  <a:pt x="1627632" y="214884"/>
                </a:lnTo>
                <a:lnTo>
                  <a:pt x="1629156" y="210312"/>
                </a:lnTo>
                <a:lnTo>
                  <a:pt x="1632204" y="205740"/>
                </a:lnTo>
                <a:lnTo>
                  <a:pt x="1633728" y="201168"/>
                </a:lnTo>
                <a:lnTo>
                  <a:pt x="1633728" y="193548"/>
                </a:lnTo>
                <a:close/>
              </a:path>
              <a:path w="2307590" h="309879">
                <a:moveTo>
                  <a:pt x="1641348" y="35052"/>
                </a:moveTo>
                <a:lnTo>
                  <a:pt x="1613916" y="7620"/>
                </a:lnTo>
                <a:lnTo>
                  <a:pt x="1594104" y="27432"/>
                </a:lnTo>
                <a:lnTo>
                  <a:pt x="1345692" y="27432"/>
                </a:lnTo>
                <a:lnTo>
                  <a:pt x="1357884" y="38100"/>
                </a:lnTo>
                <a:lnTo>
                  <a:pt x="1364996" y="36982"/>
                </a:lnTo>
                <a:lnTo>
                  <a:pt x="1372552" y="36004"/>
                </a:lnTo>
                <a:lnTo>
                  <a:pt x="1380375" y="35318"/>
                </a:lnTo>
                <a:lnTo>
                  <a:pt x="1388364" y="35052"/>
                </a:lnTo>
                <a:lnTo>
                  <a:pt x="1490472" y="35052"/>
                </a:lnTo>
                <a:lnTo>
                  <a:pt x="1462468" y="94678"/>
                </a:lnTo>
                <a:lnTo>
                  <a:pt x="1426464" y="146304"/>
                </a:lnTo>
                <a:lnTo>
                  <a:pt x="1385125" y="189928"/>
                </a:lnTo>
                <a:lnTo>
                  <a:pt x="1342644" y="225552"/>
                </a:lnTo>
                <a:lnTo>
                  <a:pt x="1345692" y="230124"/>
                </a:lnTo>
                <a:lnTo>
                  <a:pt x="1385951" y="204127"/>
                </a:lnTo>
                <a:lnTo>
                  <a:pt x="1422082" y="174117"/>
                </a:lnTo>
                <a:lnTo>
                  <a:pt x="1453908" y="140119"/>
                </a:lnTo>
                <a:lnTo>
                  <a:pt x="1481328" y="102108"/>
                </a:lnTo>
                <a:lnTo>
                  <a:pt x="1481328" y="304800"/>
                </a:lnTo>
                <a:lnTo>
                  <a:pt x="1502664" y="295656"/>
                </a:lnTo>
                <a:lnTo>
                  <a:pt x="1502422" y="283349"/>
                </a:lnTo>
                <a:lnTo>
                  <a:pt x="1501902" y="269176"/>
                </a:lnTo>
                <a:lnTo>
                  <a:pt x="1501368" y="253009"/>
                </a:lnTo>
                <a:lnTo>
                  <a:pt x="1501140" y="234696"/>
                </a:lnTo>
                <a:lnTo>
                  <a:pt x="1501140" y="109728"/>
                </a:lnTo>
                <a:lnTo>
                  <a:pt x="1511300" y="102108"/>
                </a:lnTo>
                <a:lnTo>
                  <a:pt x="1513332" y="100584"/>
                </a:lnTo>
                <a:lnTo>
                  <a:pt x="1490472" y="86868"/>
                </a:lnTo>
                <a:lnTo>
                  <a:pt x="1497965" y="72351"/>
                </a:lnTo>
                <a:lnTo>
                  <a:pt x="1504759" y="58674"/>
                </a:lnTo>
                <a:lnTo>
                  <a:pt x="1511249" y="46151"/>
                </a:lnTo>
                <a:lnTo>
                  <a:pt x="1517904" y="35052"/>
                </a:lnTo>
                <a:lnTo>
                  <a:pt x="1641348" y="35052"/>
                </a:lnTo>
                <a:close/>
              </a:path>
              <a:path w="2307590" h="309879">
                <a:moveTo>
                  <a:pt x="1804403" y="108204"/>
                </a:moveTo>
                <a:lnTo>
                  <a:pt x="1781543" y="83820"/>
                </a:lnTo>
                <a:lnTo>
                  <a:pt x="1766303" y="100584"/>
                </a:lnTo>
                <a:lnTo>
                  <a:pt x="1755635" y="100584"/>
                </a:lnTo>
                <a:lnTo>
                  <a:pt x="1755635" y="41148"/>
                </a:lnTo>
                <a:lnTo>
                  <a:pt x="1755635" y="38100"/>
                </a:lnTo>
                <a:lnTo>
                  <a:pt x="1768767" y="35204"/>
                </a:lnTo>
                <a:lnTo>
                  <a:pt x="1780590" y="33147"/>
                </a:lnTo>
                <a:lnTo>
                  <a:pt x="1799831" y="30480"/>
                </a:lnTo>
                <a:lnTo>
                  <a:pt x="1780019" y="9144"/>
                </a:lnTo>
                <a:lnTo>
                  <a:pt x="1722132" y="34772"/>
                </a:lnTo>
                <a:lnTo>
                  <a:pt x="1682483" y="44196"/>
                </a:lnTo>
                <a:lnTo>
                  <a:pt x="1684007" y="48768"/>
                </a:lnTo>
                <a:lnTo>
                  <a:pt x="1696872" y="46723"/>
                </a:lnTo>
                <a:lnTo>
                  <a:pt x="1724304" y="43205"/>
                </a:lnTo>
                <a:lnTo>
                  <a:pt x="1738871" y="41148"/>
                </a:lnTo>
                <a:lnTo>
                  <a:pt x="1738871" y="100584"/>
                </a:lnTo>
                <a:lnTo>
                  <a:pt x="1676387" y="100584"/>
                </a:lnTo>
                <a:lnTo>
                  <a:pt x="1688579" y="111252"/>
                </a:lnTo>
                <a:lnTo>
                  <a:pt x="1695729" y="110134"/>
                </a:lnTo>
                <a:lnTo>
                  <a:pt x="1703438" y="109156"/>
                </a:lnTo>
                <a:lnTo>
                  <a:pt x="1711731" y="108470"/>
                </a:lnTo>
                <a:lnTo>
                  <a:pt x="1720583" y="108204"/>
                </a:lnTo>
                <a:lnTo>
                  <a:pt x="1737347" y="108204"/>
                </a:lnTo>
                <a:lnTo>
                  <a:pt x="1721065" y="157505"/>
                </a:lnTo>
                <a:lnTo>
                  <a:pt x="1696389" y="209740"/>
                </a:lnTo>
                <a:lnTo>
                  <a:pt x="1674863" y="245364"/>
                </a:lnTo>
                <a:lnTo>
                  <a:pt x="1677911" y="248412"/>
                </a:lnTo>
                <a:lnTo>
                  <a:pt x="1696224" y="228371"/>
                </a:lnTo>
                <a:lnTo>
                  <a:pt x="1712391" y="206883"/>
                </a:lnTo>
                <a:lnTo>
                  <a:pt x="1726565" y="183692"/>
                </a:lnTo>
                <a:lnTo>
                  <a:pt x="1738871" y="158496"/>
                </a:lnTo>
                <a:lnTo>
                  <a:pt x="1738642" y="207149"/>
                </a:lnTo>
                <a:lnTo>
                  <a:pt x="1738185" y="242658"/>
                </a:lnTo>
                <a:lnTo>
                  <a:pt x="1737614" y="280416"/>
                </a:lnTo>
                <a:lnTo>
                  <a:pt x="1737347" y="309372"/>
                </a:lnTo>
                <a:lnTo>
                  <a:pt x="1757159" y="298704"/>
                </a:lnTo>
                <a:lnTo>
                  <a:pt x="1756346" y="280187"/>
                </a:lnTo>
                <a:lnTo>
                  <a:pt x="1756219" y="274320"/>
                </a:lnTo>
                <a:lnTo>
                  <a:pt x="1755889" y="250317"/>
                </a:lnTo>
                <a:lnTo>
                  <a:pt x="1755762" y="228371"/>
                </a:lnTo>
                <a:lnTo>
                  <a:pt x="1755648" y="158496"/>
                </a:lnTo>
                <a:lnTo>
                  <a:pt x="1755635" y="141732"/>
                </a:lnTo>
                <a:lnTo>
                  <a:pt x="1762188" y="150025"/>
                </a:lnTo>
                <a:lnTo>
                  <a:pt x="1768017" y="158877"/>
                </a:lnTo>
                <a:lnTo>
                  <a:pt x="1772996" y="168313"/>
                </a:lnTo>
                <a:lnTo>
                  <a:pt x="1776971" y="178308"/>
                </a:lnTo>
                <a:lnTo>
                  <a:pt x="1781543" y="187452"/>
                </a:lnTo>
                <a:lnTo>
                  <a:pt x="1784591" y="192024"/>
                </a:lnTo>
                <a:lnTo>
                  <a:pt x="1789163" y="192024"/>
                </a:lnTo>
                <a:lnTo>
                  <a:pt x="1790687" y="188976"/>
                </a:lnTo>
                <a:lnTo>
                  <a:pt x="1792211" y="184404"/>
                </a:lnTo>
                <a:lnTo>
                  <a:pt x="1795259" y="179832"/>
                </a:lnTo>
                <a:lnTo>
                  <a:pt x="1795259" y="164592"/>
                </a:lnTo>
                <a:lnTo>
                  <a:pt x="1792211" y="158496"/>
                </a:lnTo>
                <a:lnTo>
                  <a:pt x="1784591" y="152400"/>
                </a:lnTo>
                <a:lnTo>
                  <a:pt x="1778355" y="146977"/>
                </a:lnTo>
                <a:lnTo>
                  <a:pt x="1771256" y="142113"/>
                </a:lnTo>
                <a:lnTo>
                  <a:pt x="1770583" y="141732"/>
                </a:lnTo>
                <a:lnTo>
                  <a:pt x="1763598" y="137833"/>
                </a:lnTo>
                <a:lnTo>
                  <a:pt x="1755635" y="134112"/>
                </a:lnTo>
                <a:lnTo>
                  <a:pt x="1755635" y="108204"/>
                </a:lnTo>
                <a:lnTo>
                  <a:pt x="1804403" y="108204"/>
                </a:lnTo>
                <a:close/>
              </a:path>
              <a:path w="2307590" h="309879">
                <a:moveTo>
                  <a:pt x="1806879" y="250698"/>
                </a:moveTo>
                <a:lnTo>
                  <a:pt x="1806803" y="242658"/>
                </a:lnTo>
                <a:lnTo>
                  <a:pt x="1806702" y="238150"/>
                </a:lnTo>
                <a:lnTo>
                  <a:pt x="1805927" y="225552"/>
                </a:lnTo>
                <a:lnTo>
                  <a:pt x="1801355" y="225552"/>
                </a:lnTo>
                <a:lnTo>
                  <a:pt x="1797672" y="238150"/>
                </a:lnTo>
                <a:lnTo>
                  <a:pt x="1793544" y="248602"/>
                </a:lnTo>
                <a:lnTo>
                  <a:pt x="1789150" y="257060"/>
                </a:lnTo>
                <a:lnTo>
                  <a:pt x="1784591" y="263652"/>
                </a:lnTo>
                <a:lnTo>
                  <a:pt x="1778495" y="268224"/>
                </a:lnTo>
                <a:lnTo>
                  <a:pt x="1776971" y="272796"/>
                </a:lnTo>
                <a:lnTo>
                  <a:pt x="1776971" y="278892"/>
                </a:lnTo>
                <a:lnTo>
                  <a:pt x="1778495" y="278892"/>
                </a:lnTo>
                <a:lnTo>
                  <a:pt x="1780019" y="280416"/>
                </a:lnTo>
                <a:lnTo>
                  <a:pt x="1792211" y="280416"/>
                </a:lnTo>
                <a:lnTo>
                  <a:pt x="1796783" y="278892"/>
                </a:lnTo>
                <a:lnTo>
                  <a:pt x="1799831" y="278892"/>
                </a:lnTo>
                <a:lnTo>
                  <a:pt x="1802879" y="274320"/>
                </a:lnTo>
                <a:lnTo>
                  <a:pt x="1804403" y="266700"/>
                </a:lnTo>
                <a:lnTo>
                  <a:pt x="1806143" y="259842"/>
                </a:lnTo>
                <a:lnTo>
                  <a:pt x="1806879" y="250698"/>
                </a:lnTo>
                <a:close/>
              </a:path>
              <a:path w="2307590" h="309879">
                <a:moveTo>
                  <a:pt x="1895843" y="222504"/>
                </a:moveTo>
                <a:lnTo>
                  <a:pt x="1859267" y="192024"/>
                </a:lnTo>
                <a:lnTo>
                  <a:pt x="1857743" y="193548"/>
                </a:lnTo>
                <a:lnTo>
                  <a:pt x="1864918" y="204431"/>
                </a:lnTo>
                <a:lnTo>
                  <a:pt x="1870506" y="214312"/>
                </a:lnTo>
                <a:lnTo>
                  <a:pt x="1874685" y="223342"/>
                </a:lnTo>
                <a:lnTo>
                  <a:pt x="1877555" y="231648"/>
                </a:lnTo>
                <a:lnTo>
                  <a:pt x="1880603" y="239268"/>
                </a:lnTo>
                <a:lnTo>
                  <a:pt x="1882127" y="242316"/>
                </a:lnTo>
                <a:lnTo>
                  <a:pt x="1885175" y="242316"/>
                </a:lnTo>
                <a:lnTo>
                  <a:pt x="1888223" y="240792"/>
                </a:lnTo>
                <a:lnTo>
                  <a:pt x="1894319" y="231648"/>
                </a:lnTo>
                <a:lnTo>
                  <a:pt x="1895754" y="227368"/>
                </a:lnTo>
                <a:lnTo>
                  <a:pt x="1895843" y="222504"/>
                </a:lnTo>
                <a:close/>
              </a:path>
              <a:path w="2307590" h="309879">
                <a:moveTo>
                  <a:pt x="1941563" y="277368"/>
                </a:moveTo>
                <a:lnTo>
                  <a:pt x="1933943" y="275844"/>
                </a:lnTo>
                <a:lnTo>
                  <a:pt x="1929371" y="271272"/>
                </a:lnTo>
                <a:lnTo>
                  <a:pt x="1929371" y="263652"/>
                </a:lnTo>
                <a:lnTo>
                  <a:pt x="1928253" y="257416"/>
                </a:lnTo>
                <a:lnTo>
                  <a:pt x="1927275" y="250317"/>
                </a:lnTo>
                <a:lnTo>
                  <a:pt x="1926590" y="242658"/>
                </a:lnTo>
                <a:lnTo>
                  <a:pt x="1926323" y="234696"/>
                </a:lnTo>
                <a:lnTo>
                  <a:pt x="1921751" y="234696"/>
                </a:lnTo>
                <a:lnTo>
                  <a:pt x="1920887" y="241554"/>
                </a:lnTo>
                <a:lnTo>
                  <a:pt x="1919617" y="256565"/>
                </a:lnTo>
                <a:lnTo>
                  <a:pt x="1918703" y="263652"/>
                </a:lnTo>
                <a:lnTo>
                  <a:pt x="1917179" y="272796"/>
                </a:lnTo>
                <a:lnTo>
                  <a:pt x="1912607" y="278892"/>
                </a:lnTo>
                <a:lnTo>
                  <a:pt x="1904987" y="280416"/>
                </a:lnTo>
                <a:lnTo>
                  <a:pt x="1868411" y="280416"/>
                </a:lnTo>
                <a:lnTo>
                  <a:pt x="1859534" y="280187"/>
                </a:lnTo>
                <a:lnTo>
                  <a:pt x="1853361" y="277368"/>
                </a:lnTo>
                <a:lnTo>
                  <a:pt x="1849767" y="272275"/>
                </a:lnTo>
                <a:lnTo>
                  <a:pt x="1848599" y="265176"/>
                </a:lnTo>
                <a:lnTo>
                  <a:pt x="1848599" y="233172"/>
                </a:lnTo>
                <a:lnTo>
                  <a:pt x="1857743" y="225552"/>
                </a:lnTo>
                <a:lnTo>
                  <a:pt x="1830311" y="213360"/>
                </a:lnTo>
                <a:lnTo>
                  <a:pt x="1830590" y="228371"/>
                </a:lnTo>
                <a:lnTo>
                  <a:pt x="1831581" y="256565"/>
                </a:lnTo>
                <a:lnTo>
                  <a:pt x="1831835" y="272796"/>
                </a:lnTo>
                <a:lnTo>
                  <a:pt x="1833029" y="281940"/>
                </a:lnTo>
                <a:lnTo>
                  <a:pt x="1836788" y="288798"/>
                </a:lnTo>
                <a:lnTo>
                  <a:pt x="1843417" y="293370"/>
                </a:lnTo>
                <a:lnTo>
                  <a:pt x="1853171" y="295656"/>
                </a:lnTo>
                <a:lnTo>
                  <a:pt x="1909559" y="295656"/>
                </a:lnTo>
                <a:lnTo>
                  <a:pt x="1920138" y="295376"/>
                </a:lnTo>
                <a:lnTo>
                  <a:pt x="1928990" y="292227"/>
                </a:lnTo>
                <a:lnTo>
                  <a:pt x="1936140" y="286232"/>
                </a:lnTo>
                <a:lnTo>
                  <a:pt x="1939696" y="280416"/>
                </a:lnTo>
                <a:lnTo>
                  <a:pt x="1941563" y="277368"/>
                </a:lnTo>
                <a:close/>
              </a:path>
              <a:path w="2307590" h="309879">
                <a:moveTo>
                  <a:pt x="1962899" y="102108"/>
                </a:moveTo>
                <a:lnTo>
                  <a:pt x="1943087" y="85344"/>
                </a:lnTo>
                <a:lnTo>
                  <a:pt x="1933943" y="99060"/>
                </a:lnTo>
                <a:lnTo>
                  <a:pt x="1885175" y="99060"/>
                </a:lnTo>
                <a:lnTo>
                  <a:pt x="1912607" y="64008"/>
                </a:lnTo>
                <a:lnTo>
                  <a:pt x="1929371" y="53340"/>
                </a:lnTo>
                <a:lnTo>
                  <a:pt x="1933943" y="51816"/>
                </a:lnTo>
                <a:lnTo>
                  <a:pt x="1927390" y="45720"/>
                </a:lnTo>
                <a:lnTo>
                  <a:pt x="1912607" y="32004"/>
                </a:lnTo>
                <a:lnTo>
                  <a:pt x="1900415" y="45720"/>
                </a:lnTo>
                <a:lnTo>
                  <a:pt x="1850123" y="45720"/>
                </a:lnTo>
                <a:lnTo>
                  <a:pt x="1856968" y="35674"/>
                </a:lnTo>
                <a:lnTo>
                  <a:pt x="1863648" y="28194"/>
                </a:lnTo>
                <a:lnTo>
                  <a:pt x="1870062" y="23012"/>
                </a:lnTo>
                <a:lnTo>
                  <a:pt x="1876031" y="19812"/>
                </a:lnTo>
                <a:lnTo>
                  <a:pt x="1850123" y="4572"/>
                </a:lnTo>
                <a:lnTo>
                  <a:pt x="1830311" y="50292"/>
                </a:lnTo>
                <a:lnTo>
                  <a:pt x="1808238" y="82016"/>
                </a:lnTo>
                <a:lnTo>
                  <a:pt x="1801355" y="91440"/>
                </a:lnTo>
                <a:lnTo>
                  <a:pt x="1804403" y="92964"/>
                </a:lnTo>
                <a:lnTo>
                  <a:pt x="1815338" y="84416"/>
                </a:lnTo>
                <a:lnTo>
                  <a:pt x="1825548" y="74866"/>
                </a:lnTo>
                <a:lnTo>
                  <a:pt x="1835480" y="64465"/>
                </a:lnTo>
                <a:lnTo>
                  <a:pt x="1845551" y="53340"/>
                </a:lnTo>
                <a:lnTo>
                  <a:pt x="1901939" y="53340"/>
                </a:lnTo>
                <a:lnTo>
                  <a:pt x="1877555" y="99060"/>
                </a:lnTo>
                <a:lnTo>
                  <a:pt x="1804403" y="99060"/>
                </a:lnTo>
                <a:lnTo>
                  <a:pt x="1816595" y="111252"/>
                </a:lnTo>
                <a:lnTo>
                  <a:pt x="1823745" y="109258"/>
                </a:lnTo>
                <a:lnTo>
                  <a:pt x="1831454" y="107823"/>
                </a:lnTo>
                <a:lnTo>
                  <a:pt x="1839747" y="106972"/>
                </a:lnTo>
                <a:lnTo>
                  <a:pt x="1848599" y="106680"/>
                </a:lnTo>
                <a:lnTo>
                  <a:pt x="1935467" y="106680"/>
                </a:lnTo>
                <a:lnTo>
                  <a:pt x="1935467" y="138684"/>
                </a:lnTo>
                <a:lnTo>
                  <a:pt x="1818119" y="138684"/>
                </a:lnTo>
                <a:lnTo>
                  <a:pt x="1830311" y="149352"/>
                </a:lnTo>
                <a:lnTo>
                  <a:pt x="1837436" y="148234"/>
                </a:lnTo>
                <a:lnTo>
                  <a:pt x="1844979" y="147256"/>
                </a:lnTo>
                <a:lnTo>
                  <a:pt x="1852815" y="146570"/>
                </a:lnTo>
                <a:lnTo>
                  <a:pt x="1860791" y="146304"/>
                </a:lnTo>
                <a:lnTo>
                  <a:pt x="1935467" y="146304"/>
                </a:lnTo>
                <a:lnTo>
                  <a:pt x="1935467" y="175260"/>
                </a:lnTo>
                <a:lnTo>
                  <a:pt x="1804403" y="175260"/>
                </a:lnTo>
                <a:lnTo>
                  <a:pt x="1816595" y="187452"/>
                </a:lnTo>
                <a:lnTo>
                  <a:pt x="1823745" y="185699"/>
                </a:lnTo>
                <a:lnTo>
                  <a:pt x="1831454" y="184785"/>
                </a:lnTo>
                <a:lnTo>
                  <a:pt x="1839747" y="184454"/>
                </a:lnTo>
                <a:lnTo>
                  <a:pt x="1848599" y="184404"/>
                </a:lnTo>
                <a:lnTo>
                  <a:pt x="1935467" y="184404"/>
                </a:lnTo>
                <a:lnTo>
                  <a:pt x="1935467" y="201168"/>
                </a:lnTo>
                <a:lnTo>
                  <a:pt x="1953755" y="193548"/>
                </a:lnTo>
                <a:lnTo>
                  <a:pt x="1953564" y="184404"/>
                </a:lnTo>
                <a:lnTo>
                  <a:pt x="1953526" y="182410"/>
                </a:lnTo>
                <a:lnTo>
                  <a:pt x="1952993" y="164592"/>
                </a:lnTo>
                <a:lnTo>
                  <a:pt x="1952586" y="146304"/>
                </a:lnTo>
                <a:lnTo>
                  <a:pt x="1952498" y="142113"/>
                </a:lnTo>
                <a:lnTo>
                  <a:pt x="1952231" y="111252"/>
                </a:lnTo>
                <a:lnTo>
                  <a:pt x="1957565" y="106680"/>
                </a:lnTo>
                <a:lnTo>
                  <a:pt x="1962899" y="102108"/>
                </a:lnTo>
                <a:close/>
              </a:path>
              <a:path w="2307590" h="309879">
                <a:moveTo>
                  <a:pt x="1976615" y="254508"/>
                </a:moveTo>
                <a:lnTo>
                  <a:pt x="1944306" y="227101"/>
                </a:lnTo>
                <a:lnTo>
                  <a:pt x="1935467" y="222504"/>
                </a:lnTo>
                <a:lnTo>
                  <a:pt x="1933943" y="225552"/>
                </a:lnTo>
                <a:lnTo>
                  <a:pt x="1939378" y="234124"/>
                </a:lnTo>
                <a:lnTo>
                  <a:pt x="1944230" y="241554"/>
                </a:lnTo>
                <a:lnTo>
                  <a:pt x="1948522" y="247840"/>
                </a:lnTo>
                <a:lnTo>
                  <a:pt x="1952231" y="252984"/>
                </a:lnTo>
                <a:lnTo>
                  <a:pt x="1955279" y="260604"/>
                </a:lnTo>
                <a:lnTo>
                  <a:pt x="1958327" y="266700"/>
                </a:lnTo>
                <a:lnTo>
                  <a:pt x="1961375" y="274320"/>
                </a:lnTo>
                <a:lnTo>
                  <a:pt x="1962899" y="278892"/>
                </a:lnTo>
                <a:lnTo>
                  <a:pt x="1964423" y="280416"/>
                </a:lnTo>
                <a:lnTo>
                  <a:pt x="1967471" y="280416"/>
                </a:lnTo>
                <a:lnTo>
                  <a:pt x="1968995" y="278892"/>
                </a:lnTo>
                <a:lnTo>
                  <a:pt x="1972043" y="272796"/>
                </a:lnTo>
                <a:lnTo>
                  <a:pt x="1975091" y="268224"/>
                </a:lnTo>
                <a:lnTo>
                  <a:pt x="1976615" y="263652"/>
                </a:lnTo>
                <a:lnTo>
                  <a:pt x="1976615" y="254508"/>
                </a:lnTo>
                <a:close/>
              </a:path>
              <a:path w="2307590" h="309879">
                <a:moveTo>
                  <a:pt x="2177783" y="33528"/>
                </a:moveTo>
                <a:lnTo>
                  <a:pt x="2139683" y="3048"/>
                </a:lnTo>
                <a:lnTo>
                  <a:pt x="2136635" y="6096"/>
                </a:lnTo>
                <a:lnTo>
                  <a:pt x="2144687" y="17005"/>
                </a:lnTo>
                <a:lnTo>
                  <a:pt x="2150732" y="27051"/>
                </a:lnTo>
                <a:lnTo>
                  <a:pt x="2155075" y="36537"/>
                </a:lnTo>
                <a:lnTo>
                  <a:pt x="2157971" y="45720"/>
                </a:lnTo>
                <a:lnTo>
                  <a:pt x="2159495" y="53340"/>
                </a:lnTo>
                <a:lnTo>
                  <a:pt x="2161019" y="56388"/>
                </a:lnTo>
                <a:lnTo>
                  <a:pt x="2165591" y="56388"/>
                </a:lnTo>
                <a:lnTo>
                  <a:pt x="2168639" y="54864"/>
                </a:lnTo>
                <a:lnTo>
                  <a:pt x="2171687" y="50292"/>
                </a:lnTo>
                <a:lnTo>
                  <a:pt x="2176259" y="45720"/>
                </a:lnTo>
                <a:lnTo>
                  <a:pt x="2177783" y="41148"/>
                </a:lnTo>
                <a:lnTo>
                  <a:pt x="2177783" y="33528"/>
                </a:lnTo>
                <a:close/>
              </a:path>
              <a:path w="2307590" h="309879">
                <a:moveTo>
                  <a:pt x="2302751" y="73152"/>
                </a:moveTo>
                <a:lnTo>
                  <a:pt x="2298941" y="68580"/>
                </a:lnTo>
                <a:lnTo>
                  <a:pt x="2292591" y="60960"/>
                </a:lnTo>
                <a:lnTo>
                  <a:pt x="2279891" y="45720"/>
                </a:lnTo>
                <a:lnTo>
                  <a:pt x="2266175" y="60960"/>
                </a:lnTo>
                <a:lnTo>
                  <a:pt x="2060435" y="60960"/>
                </a:lnTo>
                <a:lnTo>
                  <a:pt x="2060435" y="44196"/>
                </a:lnTo>
                <a:lnTo>
                  <a:pt x="2054339" y="44196"/>
                </a:lnTo>
                <a:lnTo>
                  <a:pt x="2036051" y="85344"/>
                </a:lnTo>
                <a:lnTo>
                  <a:pt x="2025383" y="96012"/>
                </a:lnTo>
                <a:lnTo>
                  <a:pt x="2025383" y="100584"/>
                </a:lnTo>
                <a:lnTo>
                  <a:pt x="2029955" y="105156"/>
                </a:lnTo>
                <a:lnTo>
                  <a:pt x="2034527" y="106680"/>
                </a:lnTo>
                <a:lnTo>
                  <a:pt x="2037575" y="108204"/>
                </a:lnTo>
                <a:lnTo>
                  <a:pt x="2043671" y="108204"/>
                </a:lnTo>
                <a:lnTo>
                  <a:pt x="2052815" y="103632"/>
                </a:lnTo>
                <a:lnTo>
                  <a:pt x="2056587" y="99656"/>
                </a:lnTo>
                <a:lnTo>
                  <a:pt x="2058911" y="92392"/>
                </a:lnTo>
                <a:lnTo>
                  <a:pt x="2060105" y="81991"/>
                </a:lnTo>
                <a:lnTo>
                  <a:pt x="2060435" y="68580"/>
                </a:lnTo>
                <a:lnTo>
                  <a:pt x="2267699" y="68580"/>
                </a:lnTo>
                <a:lnTo>
                  <a:pt x="2250935" y="102108"/>
                </a:lnTo>
                <a:lnTo>
                  <a:pt x="2255507" y="103632"/>
                </a:lnTo>
                <a:lnTo>
                  <a:pt x="2268893" y="90512"/>
                </a:lnTo>
                <a:lnTo>
                  <a:pt x="2281415" y="80962"/>
                </a:lnTo>
                <a:lnTo>
                  <a:pt x="2292807" y="75133"/>
                </a:lnTo>
                <a:lnTo>
                  <a:pt x="2302751" y="73152"/>
                </a:lnTo>
                <a:close/>
              </a:path>
              <a:path w="2307590" h="309879">
                <a:moveTo>
                  <a:pt x="2307323" y="274320"/>
                </a:moveTo>
                <a:lnTo>
                  <a:pt x="2292185" y="275450"/>
                </a:lnTo>
                <a:lnTo>
                  <a:pt x="2276462" y="276415"/>
                </a:lnTo>
                <a:lnTo>
                  <a:pt x="2260181" y="277114"/>
                </a:lnTo>
                <a:lnTo>
                  <a:pt x="2243315" y="277368"/>
                </a:lnTo>
                <a:lnTo>
                  <a:pt x="2225268" y="277063"/>
                </a:lnTo>
                <a:lnTo>
                  <a:pt x="2207501" y="276034"/>
                </a:lnTo>
                <a:lnTo>
                  <a:pt x="2189746" y="274154"/>
                </a:lnTo>
                <a:lnTo>
                  <a:pt x="2171687" y="271272"/>
                </a:lnTo>
                <a:lnTo>
                  <a:pt x="2171687" y="266700"/>
                </a:lnTo>
                <a:lnTo>
                  <a:pt x="2171687" y="202692"/>
                </a:lnTo>
                <a:lnTo>
                  <a:pt x="2272271" y="202692"/>
                </a:lnTo>
                <a:lnTo>
                  <a:pt x="2264651" y="195072"/>
                </a:lnTo>
                <a:lnTo>
                  <a:pt x="2247887" y="178308"/>
                </a:lnTo>
                <a:lnTo>
                  <a:pt x="2229599" y="195072"/>
                </a:lnTo>
                <a:lnTo>
                  <a:pt x="2171687" y="195072"/>
                </a:lnTo>
                <a:lnTo>
                  <a:pt x="2171687" y="131064"/>
                </a:lnTo>
                <a:lnTo>
                  <a:pt x="2284463" y="131064"/>
                </a:lnTo>
                <a:lnTo>
                  <a:pt x="2258555" y="105156"/>
                </a:lnTo>
                <a:lnTo>
                  <a:pt x="2240267" y="123444"/>
                </a:lnTo>
                <a:lnTo>
                  <a:pt x="2036051" y="123444"/>
                </a:lnTo>
                <a:lnTo>
                  <a:pt x="2048243" y="135636"/>
                </a:lnTo>
                <a:lnTo>
                  <a:pt x="2055393" y="133642"/>
                </a:lnTo>
                <a:lnTo>
                  <a:pt x="2063102" y="132207"/>
                </a:lnTo>
                <a:lnTo>
                  <a:pt x="2071395" y="131356"/>
                </a:lnTo>
                <a:lnTo>
                  <a:pt x="2080247" y="131064"/>
                </a:lnTo>
                <a:lnTo>
                  <a:pt x="2153399" y="131064"/>
                </a:lnTo>
                <a:lnTo>
                  <a:pt x="2153399" y="266700"/>
                </a:lnTo>
                <a:lnTo>
                  <a:pt x="2145385" y="262966"/>
                </a:lnTo>
                <a:lnTo>
                  <a:pt x="2111921" y="239699"/>
                </a:lnTo>
                <a:lnTo>
                  <a:pt x="2092109" y="205600"/>
                </a:lnTo>
                <a:lnTo>
                  <a:pt x="2109203" y="173736"/>
                </a:lnTo>
                <a:lnTo>
                  <a:pt x="2077199" y="156972"/>
                </a:lnTo>
                <a:lnTo>
                  <a:pt x="2071103" y="207264"/>
                </a:lnTo>
                <a:lnTo>
                  <a:pt x="2059101" y="243484"/>
                </a:lnTo>
                <a:lnTo>
                  <a:pt x="2037384" y="280416"/>
                </a:lnTo>
                <a:lnTo>
                  <a:pt x="2016239" y="304800"/>
                </a:lnTo>
                <a:lnTo>
                  <a:pt x="2017763" y="307848"/>
                </a:lnTo>
                <a:lnTo>
                  <a:pt x="2053348" y="279133"/>
                </a:lnTo>
                <a:lnTo>
                  <a:pt x="2075484" y="247650"/>
                </a:lnTo>
                <a:lnTo>
                  <a:pt x="2087867" y="220980"/>
                </a:lnTo>
                <a:lnTo>
                  <a:pt x="2096160" y="234124"/>
                </a:lnTo>
                <a:lnTo>
                  <a:pt x="2124443" y="266700"/>
                </a:lnTo>
                <a:lnTo>
                  <a:pt x="2162378" y="287070"/>
                </a:lnTo>
                <a:lnTo>
                  <a:pt x="2220264" y="297370"/>
                </a:lnTo>
                <a:lnTo>
                  <a:pt x="2279891" y="300228"/>
                </a:lnTo>
                <a:lnTo>
                  <a:pt x="2283320" y="292823"/>
                </a:lnTo>
                <a:lnTo>
                  <a:pt x="2289035" y="286702"/>
                </a:lnTo>
                <a:lnTo>
                  <a:pt x="2297036" y="282016"/>
                </a:lnTo>
                <a:lnTo>
                  <a:pt x="2307323" y="278892"/>
                </a:lnTo>
                <a:lnTo>
                  <a:pt x="2307323" y="277368"/>
                </a:lnTo>
                <a:lnTo>
                  <a:pt x="2307323" y="2743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" name="object 32"/>
          <p:cNvSpPr/>
          <p:nvPr/>
        </p:nvSpPr>
        <p:spPr>
          <a:xfrm>
            <a:off x="7272528" y="3307092"/>
            <a:ext cx="949960" cy="304800"/>
          </a:xfrm>
          <a:custGeom>
            <a:avLst/>
            <a:gdLst/>
            <a:ahLst/>
            <a:cxnLst/>
            <a:rect l="l" t="t" r="r" b="b"/>
            <a:pathLst>
              <a:path w="949959" h="304800">
                <a:moveTo>
                  <a:pt x="117348" y="74676"/>
                </a:moveTo>
                <a:lnTo>
                  <a:pt x="111252" y="68580"/>
                </a:lnTo>
                <a:lnTo>
                  <a:pt x="97536" y="54864"/>
                </a:lnTo>
                <a:lnTo>
                  <a:pt x="86868" y="65532"/>
                </a:lnTo>
                <a:lnTo>
                  <a:pt x="86868" y="76200"/>
                </a:lnTo>
                <a:lnTo>
                  <a:pt x="86868" y="160020"/>
                </a:lnTo>
                <a:lnTo>
                  <a:pt x="86868" y="167640"/>
                </a:lnTo>
                <a:lnTo>
                  <a:pt x="86868" y="259080"/>
                </a:lnTo>
                <a:lnTo>
                  <a:pt x="18288" y="259080"/>
                </a:lnTo>
                <a:lnTo>
                  <a:pt x="18288" y="167640"/>
                </a:lnTo>
                <a:lnTo>
                  <a:pt x="86868" y="167640"/>
                </a:lnTo>
                <a:lnTo>
                  <a:pt x="86868" y="160020"/>
                </a:lnTo>
                <a:lnTo>
                  <a:pt x="18288" y="160020"/>
                </a:lnTo>
                <a:lnTo>
                  <a:pt x="18288" y="76200"/>
                </a:lnTo>
                <a:lnTo>
                  <a:pt x="86868" y="76200"/>
                </a:lnTo>
                <a:lnTo>
                  <a:pt x="86868" y="65532"/>
                </a:lnTo>
                <a:lnTo>
                  <a:pt x="83820" y="68580"/>
                </a:lnTo>
                <a:lnTo>
                  <a:pt x="41148" y="68580"/>
                </a:lnTo>
                <a:lnTo>
                  <a:pt x="51765" y="48044"/>
                </a:lnTo>
                <a:lnTo>
                  <a:pt x="60960" y="32385"/>
                </a:lnTo>
                <a:lnTo>
                  <a:pt x="68999" y="21856"/>
                </a:lnTo>
                <a:lnTo>
                  <a:pt x="76200" y="16764"/>
                </a:lnTo>
                <a:lnTo>
                  <a:pt x="47244" y="0"/>
                </a:lnTo>
                <a:lnTo>
                  <a:pt x="46164" y="13716"/>
                </a:lnTo>
                <a:lnTo>
                  <a:pt x="43243" y="29718"/>
                </a:lnTo>
                <a:lnTo>
                  <a:pt x="38874" y="48006"/>
                </a:lnTo>
                <a:lnTo>
                  <a:pt x="33528" y="68580"/>
                </a:lnTo>
                <a:lnTo>
                  <a:pt x="19812" y="68580"/>
                </a:lnTo>
                <a:lnTo>
                  <a:pt x="0" y="56388"/>
                </a:lnTo>
                <a:lnTo>
                  <a:pt x="876" y="87007"/>
                </a:lnTo>
                <a:lnTo>
                  <a:pt x="1295" y="115062"/>
                </a:lnTo>
                <a:lnTo>
                  <a:pt x="1422" y="134112"/>
                </a:lnTo>
                <a:lnTo>
                  <a:pt x="1333" y="238696"/>
                </a:lnTo>
                <a:lnTo>
                  <a:pt x="889" y="268046"/>
                </a:lnTo>
                <a:lnTo>
                  <a:pt x="825" y="271272"/>
                </a:lnTo>
                <a:lnTo>
                  <a:pt x="0" y="300228"/>
                </a:lnTo>
                <a:lnTo>
                  <a:pt x="18288" y="289560"/>
                </a:lnTo>
                <a:lnTo>
                  <a:pt x="18288" y="266700"/>
                </a:lnTo>
                <a:lnTo>
                  <a:pt x="86868" y="266700"/>
                </a:lnTo>
                <a:lnTo>
                  <a:pt x="86868" y="294132"/>
                </a:lnTo>
                <a:lnTo>
                  <a:pt x="105156" y="284988"/>
                </a:lnTo>
                <a:lnTo>
                  <a:pt x="104622" y="266700"/>
                </a:lnTo>
                <a:lnTo>
                  <a:pt x="104406" y="259080"/>
                </a:lnTo>
                <a:lnTo>
                  <a:pt x="104267" y="254406"/>
                </a:lnTo>
                <a:lnTo>
                  <a:pt x="103822" y="210693"/>
                </a:lnTo>
                <a:lnTo>
                  <a:pt x="103695" y="167640"/>
                </a:lnTo>
                <a:lnTo>
                  <a:pt x="103670" y="160020"/>
                </a:lnTo>
                <a:lnTo>
                  <a:pt x="103632" y="83820"/>
                </a:lnTo>
                <a:lnTo>
                  <a:pt x="115062" y="76200"/>
                </a:lnTo>
                <a:lnTo>
                  <a:pt x="117348" y="74676"/>
                </a:lnTo>
                <a:close/>
              </a:path>
              <a:path w="949959" h="304800">
                <a:moveTo>
                  <a:pt x="185928" y="176784"/>
                </a:moveTo>
                <a:lnTo>
                  <a:pt x="158203" y="141008"/>
                </a:lnTo>
                <a:lnTo>
                  <a:pt x="144780" y="129540"/>
                </a:lnTo>
                <a:lnTo>
                  <a:pt x="141732" y="134112"/>
                </a:lnTo>
                <a:lnTo>
                  <a:pt x="150012" y="146685"/>
                </a:lnTo>
                <a:lnTo>
                  <a:pt x="156591" y="159258"/>
                </a:lnTo>
                <a:lnTo>
                  <a:pt x="161442" y="171831"/>
                </a:lnTo>
                <a:lnTo>
                  <a:pt x="169164" y="202692"/>
                </a:lnTo>
                <a:lnTo>
                  <a:pt x="175260" y="202692"/>
                </a:lnTo>
                <a:lnTo>
                  <a:pt x="181356" y="196596"/>
                </a:lnTo>
                <a:lnTo>
                  <a:pt x="184404" y="192024"/>
                </a:lnTo>
                <a:lnTo>
                  <a:pt x="185928" y="187452"/>
                </a:lnTo>
                <a:lnTo>
                  <a:pt x="185928" y="176784"/>
                </a:lnTo>
                <a:close/>
              </a:path>
              <a:path w="949959" h="304800">
                <a:moveTo>
                  <a:pt x="268224" y="77724"/>
                </a:moveTo>
                <a:lnTo>
                  <a:pt x="262128" y="71628"/>
                </a:lnTo>
                <a:lnTo>
                  <a:pt x="248412" y="57912"/>
                </a:lnTo>
                <a:lnTo>
                  <a:pt x="234696" y="71628"/>
                </a:lnTo>
                <a:lnTo>
                  <a:pt x="163068" y="71628"/>
                </a:lnTo>
                <a:lnTo>
                  <a:pt x="173659" y="51066"/>
                </a:lnTo>
                <a:lnTo>
                  <a:pt x="182689" y="35242"/>
                </a:lnTo>
                <a:lnTo>
                  <a:pt x="190284" y="24257"/>
                </a:lnTo>
                <a:lnTo>
                  <a:pt x="196596" y="18288"/>
                </a:lnTo>
                <a:lnTo>
                  <a:pt x="167640" y="1524"/>
                </a:lnTo>
                <a:lnTo>
                  <a:pt x="154127" y="50812"/>
                </a:lnTo>
                <a:lnTo>
                  <a:pt x="131445" y="102108"/>
                </a:lnTo>
                <a:lnTo>
                  <a:pt x="108204" y="141732"/>
                </a:lnTo>
                <a:lnTo>
                  <a:pt x="111252" y="144780"/>
                </a:lnTo>
                <a:lnTo>
                  <a:pt x="124460" y="130492"/>
                </a:lnTo>
                <a:lnTo>
                  <a:pt x="136969" y="115062"/>
                </a:lnTo>
                <a:lnTo>
                  <a:pt x="149174" y="98488"/>
                </a:lnTo>
                <a:lnTo>
                  <a:pt x="161544" y="80772"/>
                </a:lnTo>
                <a:lnTo>
                  <a:pt x="237744" y="80772"/>
                </a:lnTo>
                <a:lnTo>
                  <a:pt x="234124" y="196024"/>
                </a:lnTo>
                <a:lnTo>
                  <a:pt x="231648" y="248412"/>
                </a:lnTo>
                <a:lnTo>
                  <a:pt x="213360" y="271272"/>
                </a:lnTo>
                <a:lnTo>
                  <a:pt x="205117" y="270954"/>
                </a:lnTo>
                <a:lnTo>
                  <a:pt x="194310" y="269938"/>
                </a:lnTo>
                <a:lnTo>
                  <a:pt x="181203" y="268046"/>
                </a:lnTo>
                <a:lnTo>
                  <a:pt x="166116" y="265176"/>
                </a:lnTo>
                <a:lnTo>
                  <a:pt x="166116" y="271272"/>
                </a:lnTo>
                <a:lnTo>
                  <a:pt x="182664" y="277342"/>
                </a:lnTo>
                <a:lnTo>
                  <a:pt x="195643" y="284416"/>
                </a:lnTo>
                <a:lnTo>
                  <a:pt x="204901" y="292912"/>
                </a:lnTo>
                <a:lnTo>
                  <a:pt x="210312" y="303276"/>
                </a:lnTo>
                <a:lnTo>
                  <a:pt x="218643" y="299821"/>
                </a:lnTo>
                <a:lnTo>
                  <a:pt x="246849" y="271272"/>
                </a:lnTo>
                <a:lnTo>
                  <a:pt x="247357" y="270027"/>
                </a:lnTo>
                <a:lnTo>
                  <a:pt x="253555" y="206883"/>
                </a:lnTo>
                <a:lnTo>
                  <a:pt x="254876" y="153822"/>
                </a:lnTo>
                <a:lnTo>
                  <a:pt x="256032" y="86868"/>
                </a:lnTo>
                <a:lnTo>
                  <a:pt x="264160" y="80772"/>
                </a:lnTo>
                <a:lnTo>
                  <a:pt x="268224" y="77724"/>
                </a:lnTo>
                <a:close/>
              </a:path>
              <a:path w="949959" h="304800">
                <a:moveTo>
                  <a:pt x="477012" y="36563"/>
                </a:moveTo>
                <a:lnTo>
                  <a:pt x="455676" y="13703"/>
                </a:lnTo>
                <a:lnTo>
                  <a:pt x="440436" y="28943"/>
                </a:lnTo>
                <a:lnTo>
                  <a:pt x="402336" y="28943"/>
                </a:lnTo>
                <a:lnTo>
                  <a:pt x="402336" y="36563"/>
                </a:lnTo>
                <a:lnTo>
                  <a:pt x="402336" y="79235"/>
                </a:lnTo>
                <a:lnTo>
                  <a:pt x="384048" y="79235"/>
                </a:lnTo>
                <a:lnTo>
                  <a:pt x="384048" y="36563"/>
                </a:lnTo>
                <a:lnTo>
                  <a:pt x="402336" y="36563"/>
                </a:lnTo>
                <a:lnTo>
                  <a:pt x="402336" y="28943"/>
                </a:lnTo>
                <a:lnTo>
                  <a:pt x="307848" y="28943"/>
                </a:lnTo>
                <a:lnTo>
                  <a:pt x="320040" y="41135"/>
                </a:lnTo>
                <a:lnTo>
                  <a:pt x="327152" y="39141"/>
                </a:lnTo>
                <a:lnTo>
                  <a:pt x="334708" y="37706"/>
                </a:lnTo>
                <a:lnTo>
                  <a:pt x="342531" y="36855"/>
                </a:lnTo>
                <a:lnTo>
                  <a:pt x="350520" y="36563"/>
                </a:lnTo>
                <a:lnTo>
                  <a:pt x="367284" y="36563"/>
                </a:lnTo>
                <a:lnTo>
                  <a:pt x="367284" y="79235"/>
                </a:lnTo>
                <a:lnTo>
                  <a:pt x="367284" y="86855"/>
                </a:lnTo>
                <a:lnTo>
                  <a:pt x="365874" y="115671"/>
                </a:lnTo>
                <a:lnTo>
                  <a:pt x="361759" y="140195"/>
                </a:lnTo>
                <a:lnTo>
                  <a:pt x="355066" y="160159"/>
                </a:lnTo>
                <a:lnTo>
                  <a:pt x="345948" y="175247"/>
                </a:lnTo>
                <a:lnTo>
                  <a:pt x="345948" y="86855"/>
                </a:lnTo>
                <a:lnTo>
                  <a:pt x="367284" y="86855"/>
                </a:lnTo>
                <a:lnTo>
                  <a:pt x="367284" y="79235"/>
                </a:lnTo>
                <a:lnTo>
                  <a:pt x="345948" y="79235"/>
                </a:lnTo>
                <a:lnTo>
                  <a:pt x="327660" y="68567"/>
                </a:lnTo>
                <a:lnTo>
                  <a:pt x="327888" y="91427"/>
                </a:lnTo>
                <a:lnTo>
                  <a:pt x="328256" y="111239"/>
                </a:lnTo>
                <a:lnTo>
                  <a:pt x="328955" y="153911"/>
                </a:lnTo>
                <a:lnTo>
                  <a:pt x="329082" y="172351"/>
                </a:lnTo>
                <a:lnTo>
                  <a:pt x="329018" y="210299"/>
                </a:lnTo>
                <a:lnTo>
                  <a:pt x="328904" y="223405"/>
                </a:lnTo>
                <a:lnTo>
                  <a:pt x="327863" y="281355"/>
                </a:lnTo>
                <a:lnTo>
                  <a:pt x="327660" y="301739"/>
                </a:lnTo>
                <a:lnTo>
                  <a:pt x="345948" y="294119"/>
                </a:lnTo>
                <a:lnTo>
                  <a:pt x="345948" y="266687"/>
                </a:lnTo>
                <a:lnTo>
                  <a:pt x="440436" y="266687"/>
                </a:lnTo>
                <a:lnTo>
                  <a:pt x="440436" y="300215"/>
                </a:lnTo>
                <a:lnTo>
                  <a:pt x="458724" y="291071"/>
                </a:lnTo>
                <a:lnTo>
                  <a:pt x="457949" y="266687"/>
                </a:lnTo>
                <a:lnTo>
                  <a:pt x="457835" y="263093"/>
                </a:lnTo>
                <a:lnTo>
                  <a:pt x="457796" y="259067"/>
                </a:lnTo>
                <a:lnTo>
                  <a:pt x="457352" y="210299"/>
                </a:lnTo>
                <a:lnTo>
                  <a:pt x="457212" y="158483"/>
                </a:lnTo>
                <a:lnTo>
                  <a:pt x="457200" y="91427"/>
                </a:lnTo>
                <a:lnTo>
                  <a:pt x="461772" y="86855"/>
                </a:lnTo>
                <a:lnTo>
                  <a:pt x="466344" y="82283"/>
                </a:lnTo>
                <a:lnTo>
                  <a:pt x="462686" y="79235"/>
                </a:lnTo>
                <a:lnTo>
                  <a:pt x="448056" y="67043"/>
                </a:lnTo>
                <a:lnTo>
                  <a:pt x="440436" y="77203"/>
                </a:lnTo>
                <a:lnTo>
                  <a:pt x="440436" y="259067"/>
                </a:lnTo>
                <a:lnTo>
                  <a:pt x="345948" y="259067"/>
                </a:lnTo>
                <a:lnTo>
                  <a:pt x="345948" y="210299"/>
                </a:lnTo>
                <a:lnTo>
                  <a:pt x="440436" y="210299"/>
                </a:lnTo>
                <a:lnTo>
                  <a:pt x="440436" y="201155"/>
                </a:lnTo>
                <a:lnTo>
                  <a:pt x="345948" y="201155"/>
                </a:lnTo>
                <a:lnTo>
                  <a:pt x="345948" y="182867"/>
                </a:lnTo>
                <a:lnTo>
                  <a:pt x="353542" y="175247"/>
                </a:lnTo>
                <a:lnTo>
                  <a:pt x="362178" y="166585"/>
                </a:lnTo>
                <a:lnTo>
                  <a:pt x="374142" y="145148"/>
                </a:lnTo>
                <a:lnTo>
                  <a:pt x="381520" y="118579"/>
                </a:lnTo>
                <a:lnTo>
                  <a:pt x="384048" y="86855"/>
                </a:lnTo>
                <a:lnTo>
                  <a:pt x="402336" y="86855"/>
                </a:lnTo>
                <a:lnTo>
                  <a:pt x="402386" y="155435"/>
                </a:lnTo>
                <a:lnTo>
                  <a:pt x="422148" y="173723"/>
                </a:lnTo>
                <a:lnTo>
                  <a:pt x="440436" y="173723"/>
                </a:lnTo>
                <a:lnTo>
                  <a:pt x="440436" y="158483"/>
                </a:lnTo>
                <a:lnTo>
                  <a:pt x="420624" y="158483"/>
                </a:lnTo>
                <a:lnTo>
                  <a:pt x="417576" y="155435"/>
                </a:lnTo>
                <a:lnTo>
                  <a:pt x="417576" y="86855"/>
                </a:lnTo>
                <a:lnTo>
                  <a:pt x="440436" y="86855"/>
                </a:lnTo>
                <a:lnTo>
                  <a:pt x="440436" y="77203"/>
                </a:lnTo>
                <a:lnTo>
                  <a:pt x="438912" y="79235"/>
                </a:lnTo>
                <a:lnTo>
                  <a:pt x="417576" y="79235"/>
                </a:lnTo>
                <a:lnTo>
                  <a:pt x="417576" y="36563"/>
                </a:lnTo>
                <a:lnTo>
                  <a:pt x="477012" y="36563"/>
                </a:lnTo>
                <a:close/>
              </a:path>
              <a:path w="949959" h="304800">
                <a:moveTo>
                  <a:pt x="615696" y="269735"/>
                </a:moveTo>
                <a:lnTo>
                  <a:pt x="598360" y="235064"/>
                </a:lnTo>
                <a:lnTo>
                  <a:pt x="597408" y="210299"/>
                </a:lnTo>
                <a:lnTo>
                  <a:pt x="591312" y="210299"/>
                </a:lnTo>
                <a:lnTo>
                  <a:pt x="589381" y="252526"/>
                </a:lnTo>
                <a:lnTo>
                  <a:pt x="582168" y="274307"/>
                </a:lnTo>
                <a:lnTo>
                  <a:pt x="522732" y="274307"/>
                </a:lnTo>
                <a:lnTo>
                  <a:pt x="501396" y="131051"/>
                </a:lnTo>
                <a:lnTo>
                  <a:pt x="571500" y="131051"/>
                </a:lnTo>
                <a:lnTo>
                  <a:pt x="571500" y="149339"/>
                </a:lnTo>
                <a:lnTo>
                  <a:pt x="589788" y="141719"/>
                </a:lnTo>
                <a:lnTo>
                  <a:pt x="589648" y="131051"/>
                </a:lnTo>
                <a:lnTo>
                  <a:pt x="589546" y="123431"/>
                </a:lnTo>
                <a:lnTo>
                  <a:pt x="589026" y="100571"/>
                </a:lnTo>
                <a:lnTo>
                  <a:pt x="588492" y="73139"/>
                </a:lnTo>
                <a:lnTo>
                  <a:pt x="588264" y="41135"/>
                </a:lnTo>
                <a:lnTo>
                  <a:pt x="593750" y="36563"/>
                </a:lnTo>
                <a:lnTo>
                  <a:pt x="597408" y="33515"/>
                </a:lnTo>
                <a:lnTo>
                  <a:pt x="579120" y="16751"/>
                </a:lnTo>
                <a:lnTo>
                  <a:pt x="569976" y="28943"/>
                </a:lnTo>
                <a:lnTo>
                  <a:pt x="477012" y="28943"/>
                </a:lnTo>
                <a:lnTo>
                  <a:pt x="489204" y="41135"/>
                </a:lnTo>
                <a:lnTo>
                  <a:pt x="496989" y="39141"/>
                </a:lnTo>
                <a:lnTo>
                  <a:pt x="504634" y="37706"/>
                </a:lnTo>
                <a:lnTo>
                  <a:pt x="512559" y="36855"/>
                </a:lnTo>
                <a:lnTo>
                  <a:pt x="521208" y="36563"/>
                </a:lnTo>
                <a:lnTo>
                  <a:pt x="571500" y="36563"/>
                </a:lnTo>
                <a:lnTo>
                  <a:pt x="571500" y="123431"/>
                </a:lnTo>
                <a:lnTo>
                  <a:pt x="501396" y="123431"/>
                </a:lnTo>
                <a:lnTo>
                  <a:pt x="483108" y="111239"/>
                </a:lnTo>
                <a:lnTo>
                  <a:pt x="483336" y="131533"/>
                </a:lnTo>
                <a:lnTo>
                  <a:pt x="483908" y="166585"/>
                </a:lnTo>
                <a:lnTo>
                  <a:pt x="484339" y="201155"/>
                </a:lnTo>
                <a:lnTo>
                  <a:pt x="484466" y="221373"/>
                </a:lnTo>
                <a:lnTo>
                  <a:pt x="484632" y="257543"/>
                </a:lnTo>
                <a:lnTo>
                  <a:pt x="485775" y="271526"/>
                </a:lnTo>
                <a:lnTo>
                  <a:pt x="491490" y="281355"/>
                </a:lnTo>
                <a:lnTo>
                  <a:pt x="501777" y="286905"/>
                </a:lnTo>
                <a:lnTo>
                  <a:pt x="516636" y="288023"/>
                </a:lnTo>
                <a:lnTo>
                  <a:pt x="585216" y="288023"/>
                </a:lnTo>
                <a:lnTo>
                  <a:pt x="594906" y="287743"/>
                </a:lnTo>
                <a:lnTo>
                  <a:pt x="603313" y="284594"/>
                </a:lnTo>
                <a:lnTo>
                  <a:pt x="610285" y="278599"/>
                </a:lnTo>
                <a:lnTo>
                  <a:pt x="612902" y="274307"/>
                </a:lnTo>
                <a:lnTo>
                  <a:pt x="615696" y="269735"/>
                </a:lnTo>
                <a:close/>
              </a:path>
              <a:path w="949959" h="304800">
                <a:moveTo>
                  <a:pt x="786384" y="56388"/>
                </a:moveTo>
                <a:lnTo>
                  <a:pt x="763524" y="38100"/>
                </a:lnTo>
                <a:lnTo>
                  <a:pt x="754380" y="51816"/>
                </a:lnTo>
                <a:lnTo>
                  <a:pt x="650748" y="51816"/>
                </a:lnTo>
                <a:lnTo>
                  <a:pt x="661416" y="62484"/>
                </a:lnTo>
                <a:lnTo>
                  <a:pt x="669417" y="61353"/>
                </a:lnTo>
                <a:lnTo>
                  <a:pt x="677418" y="60388"/>
                </a:lnTo>
                <a:lnTo>
                  <a:pt x="685419" y="59690"/>
                </a:lnTo>
                <a:lnTo>
                  <a:pt x="693420" y="59436"/>
                </a:lnTo>
                <a:lnTo>
                  <a:pt x="754380" y="59436"/>
                </a:lnTo>
                <a:lnTo>
                  <a:pt x="746658" y="85458"/>
                </a:lnTo>
                <a:lnTo>
                  <a:pt x="739521" y="108775"/>
                </a:lnTo>
                <a:lnTo>
                  <a:pt x="732942" y="129514"/>
                </a:lnTo>
                <a:lnTo>
                  <a:pt x="726948" y="147828"/>
                </a:lnTo>
                <a:lnTo>
                  <a:pt x="712101" y="131826"/>
                </a:lnTo>
                <a:lnTo>
                  <a:pt x="697420" y="115824"/>
                </a:lnTo>
                <a:lnTo>
                  <a:pt x="683006" y="99822"/>
                </a:lnTo>
                <a:lnTo>
                  <a:pt x="669036" y="83820"/>
                </a:lnTo>
                <a:lnTo>
                  <a:pt x="664464" y="88392"/>
                </a:lnTo>
                <a:lnTo>
                  <a:pt x="674751" y="101574"/>
                </a:lnTo>
                <a:lnTo>
                  <a:pt x="687324" y="118491"/>
                </a:lnTo>
                <a:lnTo>
                  <a:pt x="702183" y="139395"/>
                </a:lnTo>
                <a:lnTo>
                  <a:pt x="719328" y="164592"/>
                </a:lnTo>
                <a:lnTo>
                  <a:pt x="713016" y="176796"/>
                </a:lnTo>
                <a:lnTo>
                  <a:pt x="705421" y="190309"/>
                </a:lnTo>
                <a:lnTo>
                  <a:pt x="696391" y="204660"/>
                </a:lnTo>
                <a:lnTo>
                  <a:pt x="685800" y="219456"/>
                </a:lnTo>
                <a:lnTo>
                  <a:pt x="675246" y="234645"/>
                </a:lnTo>
                <a:lnTo>
                  <a:pt x="664273" y="248412"/>
                </a:lnTo>
                <a:lnTo>
                  <a:pt x="653008" y="261023"/>
                </a:lnTo>
                <a:lnTo>
                  <a:pt x="641604" y="272796"/>
                </a:lnTo>
                <a:lnTo>
                  <a:pt x="643128" y="278892"/>
                </a:lnTo>
                <a:lnTo>
                  <a:pt x="672655" y="253174"/>
                </a:lnTo>
                <a:lnTo>
                  <a:pt x="706196" y="216039"/>
                </a:lnTo>
                <a:lnTo>
                  <a:pt x="729996" y="179832"/>
                </a:lnTo>
                <a:lnTo>
                  <a:pt x="738301" y="198399"/>
                </a:lnTo>
                <a:lnTo>
                  <a:pt x="745045" y="215265"/>
                </a:lnTo>
                <a:lnTo>
                  <a:pt x="750354" y="230403"/>
                </a:lnTo>
                <a:lnTo>
                  <a:pt x="754380" y="243840"/>
                </a:lnTo>
                <a:lnTo>
                  <a:pt x="755904" y="259080"/>
                </a:lnTo>
                <a:lnTo>
                  <a:pt x="758952" y="266700"/>
                </a:lnTo>
                <a:lnTo>
                  <a:pt x="763524" y="266700"/>
                </a:lnTo>
                <a:lnTo>
                  <a:pt x="768096" y="262128"/>
                </a:lnTo>
                <a:lnTo>
                  <a:pt x="774065" y="253174"/>
                </a:lnTo>
                <a:lnTo>
                  <a:pt x="774115" y="243840"/>
                </a:lnTo>
                <a:lnTo>
                  <a:pt x="773899" y="239356"/>
                </a:lnTo>
                <a:lnTo>
                  <a:pt x="759333" y="196405"/>
                </a:lnTo>
                <a:lnTo>
                  <a:pt x="737616" y="164592"/>
                </a:lnTo>
                <a:lnTo>
                  <a:pt x="744562" y="147828"/>
                </a:lnTo>
                <a:lnTo>
                  <a:pt x="746518" y="143129"/>
                </a:lnTo>
                <a:lnTo>
                  <a:pt x="755142" y="119824"/>
                </a:lnTo>
                <a:lnTo>
                  <a:pt x="763752" y="94500"/>
                </a:lnTo>
                <a:lnTo>
                  <a:pt x="772668" y="67056"/>
                </a:lnTo>
                <a:lnTo>
                  <a:pt x="782459" y="59436"/>
                </a:lnTo>
                <a:lnTo>
                  <a:pt x="786384" y="56388"/>
                </a:lnTo>
                <a:close/>
              </a:path>
              <a:path w="949959" h="304800">
                <a:moveTo>
                  <a:pt x="835152" y="173736"/>
                </a:moveTo>
                <a:lnTo>
                  <a:pt x="832104" y="167640"/>
                </a:lnTo>
                <a:lnTo>
                  <a:pt x="829056" y="160020"/>
                </a:lnTo>
                <a:lnTo>
                  <a:pt x="824458" y="153492"/>
                </a:lnTo>
                <a:lnTo>
                  <a:pt x="817435" y="145542"/>
                </a:lnTo>
                <a:lnTo>
                  <a:pt x="807834" y="136436"/>
                </a:lnTo>
                <a:lnTo>
                  <a:pt x="795528" y="126492"/>
                </a:lnTo>
                <a:lnTo>
                  <a:pt x="790956" y="128016"/>
                </a:lnTo>
                <a:lnTo>
                  <a:pt x="799884" y="144589"/>
                </a:lnTo>
                <a:lnTo>
                  <a:pt x="806386" y="160020"/>
                </a:lnTo>
                <a:lnTo>
                  <a:pt x="810882" y="174307"/>
                </a:lnTo>
                <a:lnTo>
                  <a:pt x="813816" y="187452"/>
                </a:lnTo>
                <a:lnTo>
                  <a:pt x="815340" y="199644"/>
                </a:lnTo>
                <a:lnTo>
                  <a:pt x="816864" y="205740"/>
                </a:lnTo>
                <a:lnTo>
                  <a:pt x="821436" y="205740"/>
                </a:lnTo>
                <a:lnTo>
                  <a:pt x="824484" y="202692"/>
                </a:lnTo>
                <a:lnTo>
                  <a:pt x="827532" y="196596"/>
                </a:lnTo>
                <a:lnTo>
                  <a:pt x="832104" y="192024"/>
                </a:lnTo>
                <a:lnTo>
                  <a:pt x="835152" y="185928"/>
                </a:lnTo>
                <a:lnTo>
                  <a:pt x="835152" y="173736"/>
                </a:lnTo>
                <a:close/>
              </a:path>
              <a:path w="949959" h="304800">
                <a:moveTo>
                  <a:pt x="949452" y="99060"/>
                </a:moveTo>
                <a:lnTo>
                  <a:pt x="925068" y="73152"/>
                </a:lnTo>
                <a:lnTo>
                  <a:pt x="908304" y="91440"/>
                </a:lnTo>
                <a:lnTo>
                  <a:pt x="893064" y="91440"/>
                </a:lnTo>
                <a:lnTo>
                  <a:pt x="893064" y="32004"/>
                </a:lnTo>
                <a:lnTo>
                  <a:pt x="905256" y="21336"/>
                </a:lnTo>
                <a:lnTo>
                  <a:pt x="874776" y="6096"/>
                </a:lnTo>
                <a:lnTo>
                  <a:pt x="874776" y="91440"/>
                </a:lnTo>
                <a:lnTo>
                  <a:pt x="771144" y="91440"/>
                </a:lnTo>
                <a:lnTo>
                  <a:pt x="781812" y="102108"/>
                </a:lnTo>
                <a:lnTo>
                  <a:pt x="789813" y="100977"/>
                </a:lnTo>
                <a:lnTo>
                  <a:pt x="797814" y="100012"/>
                </a:lnTo>
                <a:lnTo>
                  <a:pt x="805815" y="99314"/>
                </a:lnTo>
                <a:lnTo>
                  <a:pt x="813816" y="99060"/>
                </a:lnTo>
                <a:lnTo>
                  <a:pt x="874776" y="99060"/>
                </a:lnTo>
                <a:lnTo>
                  <a:pt x="874776" y="268224"/>
                </a:lnTo>
                <a:lnTo>
                  <a:pt x="873252" y="271272"/>
                </a:lnTo>
                <a:lnTo>
                  <a:pt x="867156" y="272796"/>
                </a:lnTo>
                <a:lnTo>
                  <a:pt x="860602" y="272478"/>
                </a:lnTo>
                <a:lnTo>
                  <a:pt x="850201" y="271462"/>
                </a:lnTo>
                <a:lnTo>
                  <a:pt x="836079" y="269570"/>
                </a:lnTo>
                <a:lnTo>
                  <a:pt x="818388" y="266700"/>
                </a:lnTo>
                <a:lnTo>
                  <a:pt x="818388" y="274320"/>
                </a:lnTo>
                <a:lnTo>
                  <a:pt x="838619" y="282079"/>
                </a:lnTo>
                <a:lnTo>
                  <a:pt x="853440" y="289560"/>
                </a:lnTo>
                <a:lnTo>
                  <a:pt x="862533" y="297027"/>
                </a:lnTo>
                <a:lnTo>
                  <a:pt x="865632" y="304800"/>
                </a:lnTo>
                <a:lnTo>
                  <a:pt x="877633" y="298488"/>
                </a:lnTo>
                <a:lnTo>
                  <a:pt x="886206" y="290893"/>
                </a:lnTo>
                <a:lnTo>
                  <a:pt x="891349" y="281863"/>
                </a:lnTo>
                <a:lnTo>
                  <a:pt x="892810" y="272796"/>
                </a:lnTo>
                <a:lnTo>
                  <a:pt x="893025" y="271462"/>
                </a:lnTo>
                <a:lnTo>
                  <a:pt x="893064" y="99060"/>
                </a:lnTo>
                <a:lnTo>
                  <a:pt x="949452" y="9906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" name="object 33"/>
          <p:cNvSpPr/>
          <p:nvPr/>
        </p:nvSpPr>
        <p:spPr>
          <a:xfrm>
            <a:off x="8278367" y="3313176"/>
            <a:ext cx="253365" cy="295910"/>
          </a:xfrm>
          <a:custGeom>
            <a:avLst/>
            <a:gdLst/>
            <a:ahLst/>
            <a:cxnLst/>
            <a:rect l="l" t="t" r="r" b="b"/>
            <a:pathLst>
              <a:path w="253365" h="295910">
                <a:moveTo>
                  <a:pt x="224028" y="295655"/>
                </a:moveTo>
                <a:lnTo>
                  <a:pt x="224028" y="274319"/>
                </a:lnTo>
                <a:lnTo>
                  <a:pt x="27431" y="274319"/>
                </a:lnTo>
                <a:lnTo>
                  <a:pt x="18288" y="283464"/>
                </a:lnTo>
                <a:lnTo>
                  <a:pt x="0" y="269748"/>
                </a:lnTo>
                <a:lnTo>
                  <a:pt x="9143" y="260604"/>
                </a:lnTo>
                <a:lnTo>
                  <a:pt x="9120" y="198477"/>
                </a:lnTo>
                <a:lnTo>
                  <a:pt x="8953" y="188023"/>
                </a:lnTo>
                <a:lnTo>
                  <a:pt x="8501" y="177284"/>
                </a:lnTo>
                <a:lnTo>
                  <a:pt x="7619" y="166116"/>
                </a:lnTo>
                <a:lnTo>
                  <a:pt x="38100" y="181356"/>
                </a:lnTo>
                <a:lnTo>
                  <a:pt x="27431" y="190500"/>
                </a:lnTo>
                <a:lnTo>
                  <a:pt x="27431" y="266700"/>
                </a:lnTo>
                <a:lnTo>
                  <a:pt x="115824" y="266700"/>
                </a:lnTo>
                <a:lnTo>
                  <a:pt x="115824" y="140208"/>
                </a:lnTo>
                <a:lnTo>
                  <a:pt x="39624" y="140208"/>
                </a:lnTo>
                <a:lnTo>
                  <a:pt x="28956" y="149352"/>
                </a:lnTo>
                <a:lnTo>
                  <a:pt x="10668" y="134112"/>
                </a:lnTo>
                <a:lnTo>
                  <a:pt x="19811" y="126492"/>
                </a:lnTo>
                <a:lnTo>
                  <a:pt x="19788" y="65103"/>
                </a:lnTo>
                <a:lnTo>
                  <a:pt x="19621" y="56769"/>
                </a:lnTo>
                <a:lnTo>
                  <a:pt x="19169" y="47863"/>
                </a:lnTo>
                <a:lnTo>
                  <a:pt x="18288" y="38100"/>
                </a:lnTo>
                <a:lnTo>
                  <a:pt x="50292" y="54864"/>
                </a:lnTo>
                <a:lnTo>
                  <a:pt x="38100" y="62484"/>
                </a:lnTo>
                <a:lnTo>
                  <a:pt x="38100" y="131064"/>
                </a:lnTo>
                <a:lnTo>
                  <a:pt x="115824" y="131064"/>
                </a:lnTo>
                <a:lnTo>
                  <a:pt x="115824" y="45720"/>
                </a:lnTo>
                <a:lnTo>
                  <a:pt x="115585" y="33432"/>
                </a:lnTo>
                <a:lnTo>
                  <a:pt x="114538" y="10572"/>
                </a:lnTo>
                <a:lnTo>
                  <a:pt x="114300" y="0"/>
                </a:lnTo>
                <a:lnTo>
                  <a:pt x="144779" y="13716"/>
                </a:lnTo>
                <a:lnTo>
                  <a:pt x="134112" y="25908"/>
                </a:lnTo>
                <a:lnTo>
                  <a:pt x="134112" y="131064"/>
                </a:lnTo>
                <a:lnTo>
                  <a:pt x="210311" y="131064"/>
                </a:lnTo>
                <a:lnTo>
                  <a:pt x="210311" y="36576"/>
                </a:lnTo>
                <a:lnTo>
                  <a:pt x="239268" y="50292"/>
                </a:lnTo>
                <a:lnTo>
                  <a:pt x="228600" y="59436"/>
                </a:lnTo>
                <a:lnTo>
                  <a:pt x="228600" y="111252"/>
                </a:lnTo>
                <a:lnTo>
                  <a:pt x="228861" y="117824"/>
                </a:lnTo>
                <a:lnTo>
                  <a:pt x="231647" y="147828"/>
                </a:lnTo>
                <a:lnTo>
                  <a:pt x="210311" y="155448"/>
                </a:lnTo>
                <a:lnTo>
                  <a:pt x="210311" y="140208"/>
                </a:lnTo>
                <a:lnTo>
                  <a:pt x="134112" y="140208"/>
                </a:lnTo>
                <a:lnTo>
                  <a:pt x="134112" y="266700"/>
                </a:lnTo>
                <a:lnTo>
                  <a:pt x="224028" y="266700"/>
                </a:lnTo>
                <a:lnTo>
                  <a:pt x="224004" y="199358"/>
                </a:lnTo>
                <a:lnTo>
                  <a:pt x="223837" y="189357"/>
                </a:lnTo>
                <a:lnTo>
                  <a:pt x="223385" y="178784"/>
                </a:lnTo>
                <a:lnTo>
                  <a:pt x="222504" y="167640"/>
                </a:lnTo>
                <a:lnTo>
                  <a:pt x="252984" y="185928"/>
                </a:lnTo>
                <a:lnTo>
                  <a:pt x="242315" y="193548"/>
                </a:lnTo>
                <a:lnTo>
                  <a:pt x="242339" y="253746"/>
                </a:lnTo>
                <a:lnTo>
                  <a:pt x="242506" y="265175"/>
                </a:lnTo>
                <a:lnTo>
                  <a:pt x="242958" y="276605"/>
                </a:lnTo>
                <a:lnTo>
                  <a:pt x="243840" y="288036"/>
                </a:lnTo>
                <a:lnTo>
                  <a:pt x="224028" y="29565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" name="object 34"/>
          <p:cNvSpPr/>
          <p:nvPr/>
        </p:nvSpPr>
        <p:spPr>
          <a:xfrm>
            <a:off x="8587727" y="3319271"/>
            <a:ext cx="386080" cy="294640"/>
          </a:xfrm>
          <a:custGeom>
            <a:avLst/>
            <a:gdLst/>
            <a:ahLst/>
            <a:cxnLst/>
            <a:rect l="l" t="t" r="r" b="b"/>
            <a:pathLst>
              <a:path w="386079" h="294639">
                <a:moveTo>
                  <a:pt x="118872" y="32004"/>
                </a:moveTo>
                <a:lnTo>
                  <a:pt x="97536" y="7620"/>
                </a:lnTo>
                <a:lnTo>
                  <a:pt x="80772" y="22860"/>
                </a:lnTo>
                <a:lnTo>
                  <a:pt x="0" y="22860"/>
                </a:lnTo>
                <a:lnTo>
                  <a:pt x="10668" y="35052"/>
                </a:lnTo>
                <a:lnTo>
                  <a:pt x="18669" y="33299"/>
                </a:lnTo>
                <a:lnTo>
                  <a:pt x="26670" y="32385"/>
                </a:lnTo>
                <a:lnTo>
                  <a:pt x="34671" y="32054"/>
                </a:lnTo>
                <a:lnTo>
                  <a:pt x="42672" y="32004"/>
                </a:lnTo>
                <a:lnTo>
                  <a:pt x="48768" y="32004"/>
                </a:lnTo>
                <a:lnTo>
                  <a:pt x="48768" y="114300"/>
                </a:lnTo>
                <a:lnTo>
                  <a:pt x="4572" y="114300"/>
                </a:lnTo>
                <a:lnTo>
                  <a:pt x="16764" y="124968"/>
                </a:lnTo>
                <a:lnTo>
                  <a:pt x="23914" y="123850"/>
                </a:lnTo>
                <a:lnTo>
                  <a:pt x="31623" y="122872"/>
                </a:lnTo>
                <a:lnTo>
                  <a:pt x="39916" y="122186"/>
                </a:lnTo>
                <a:lnTo>
                  <a:pt x="48768" y="121920"/>
                </a:lnTo>
                <a:lnTo>
                  <a:pt x="48768" y="214884"/>
                </a:lnTo>
                <a:lnTo>
                  <a:pt x="26098" y="222504"/>
                </a:lnTo>
                <a:lnTo>
                  <a:pt x="13411" y="226466"/>
                </a:lnTo>
                <a:lnTo>
                  <a:pt x="0" y="230124"/>
                </a:lnTo>
                <a:lnTo>
                  <a:pt x="15240" y="254508"/>
                </a:lnTo>
                <a:lnTo>
                  <a:pt x="26670" y="243967"/>
                </a:lnTo>
                <a:lnTo>
                  <a:pt x="47244" y="230695"/>
                </a:lnTo>
                <a:lnTo>
                  <a:pt x="76923" y="214884"/>
                </a:lnTo>
                <a:lnTo>
                  <a:pt x="89890" y="208788"/>
                </a:lnTo>
                <a:lnTo>
                  <a:pt x="115824" y="196596"/>
                </a:lnTo>
                <a:lnTo>
                  <a:pt x="114300" y="190500"/>
                </a:lnTo>
                <a:lnTo>
                  <a:pt x="65532" y="208788"/>
                </a:lnTo>
                <a:lnTo>
                  <a:pt x="65532" y="121920"/>
                </a:lnTo>
                <a:lnTo>
                  <a:pt x="115824" y="121920"/>
                </a:lnTo>
                <a:lnTo>
                  <a:pt x="94488" y="99060"/>
                </a:lnTo>
                <a:lnTo>
                  <a:pt x="80772" y="114300"/>
                </a:lnTo>
                <a:lnTo>
                  <a:pt x="65532" y="114300"/>
                </a:lnTo>
                <a:lnTo>
                  <a:pt x="65532" y="32004"/>
                </a:lnTo>
                <a:lnTo>
                  <a:pt x="118872" y="32004"/>
                </a:lnTo>
                <a:close/>
              </a:path>
              <a:path w="386079" h="294639">
                <a:moveTo>
                  <a:pt x="216408" y="70104"/>
                </a:moveTo>
                <a:lnTo>
                  <a:pt x="185928" y="56388"/>
                </a:lnTo>
                <a:lnTo>
                  <a:pt x="184505" y="107873"/>
                </a:lnTo>
                <a:lnTo>
                  <a:pt x="180213" y="150495"/>
                </a:lnTo>
                <a:lnTo>
                  <a:pt x="163068" y="210312"/>
                </a:lnTo>
                <a:lnTo>
                  <a:pt x="128587" y="251269"/>
                </a:lnTo>
                <a:lnTo>
                  <a:pt x="70104" y="291084"/>
                </a:lnTo>
                <a:lnTo>
                  <a:pt x="73152" y="294132"/>
                </a:lnTo>
                <a:lnTo>
                  <a:pt x="108000" y="278472"/>
                </a:lnTo>
                <a:lnTo>
                  <a:pt x="159956" y="243128"/>
                </a:lnTo>
                <a:lnTo>
                  <a:pt x="188810" y="199694"/>
                </a:lnTo>
                <a:lnTo>
                  <a:pt x="203149" y="127596"/>
                </a:lnTo>
                <a:lnTo>
                  <a:pt x="205740" y="79248"/>
                </a:lnTo>
                <a:lnTo>
                  <a:pt x="216408" y="70104"/>
                </a:lnTo>
                <a:close/>
              </a:path>
              <a:path w="386079" h="294639">
                <a:moveTo>
                  <a:pt x="274320" y="15240"/>
                </a:moveTo>
                <a:lnTo>
                  <a:pt x="272338" y="13716"/>
                </a:lnTo>
                <a:lnTo>
                  <a:pt x="254508" y="0"/>
                </a:lnTo>
                <a:lnTo>
                  <a:pt x="245364" y="13716"/>
                </a:lnTo>
                <a:lnTo>
                  <a:pt x="149352" y="13716"/>
                </a:lnTo>
                <a:lnTo>
                  <a:pt x="131064" y="1524"/>
                </a:lnTo>
                <a:lnTo>
                  <a:pt x="131064" y="195072"/>
                </a:lnTo>
                <a:lnTo>
                  <a:pt x="149352" y="187452"/>
                </a:lnTo>
                <a:lnTo>
                  <a:pt x="149352" y="21336"/>
                </a:lnTo>
                <a:lnTo>
                  <a:pt x="248412" y="21336"/>
                </a:lnTo>
                <a:lnTo>
                  <a:pt x="248412" y="182880"/>
                </a:lnTo>
                <a:lnTo>
                  <a:pt x="266700" y="173736"/>
                </a:lnTo>
                <a:lnTo>
                  <a:pt x="265823" y="156591"/>
                </a:lnTo>
                <a:lnTo>
                  <a:pt x="265404" y="127596"/>
                </a:lnTo>
                <a:lnTo>
                  <a:pt x="265303" y="107873"/>
                </a:lnTo>
                <a:lnTo>
                  <a:pt x="265176" y="22860"/>
                </a:lnTo>
                <a:lnTo>
                  <a:pt x="267004" y="21336"/>
                </a:lnTo>
                <a:lnTo>
                  <a:pt x="274320" y="15240"/>
                </a:lnTo>
                <a:close/>
              </a:path>
              <a:path w="386079" h="294639">
                <a:moveTo>
                  <a:pt x="306324" y="266700"/>
                </a:moveTo>
                <a:lnTo>
                  <a:pt x="290855" y="231203"/>
                </a:lnTo>
                <a:lnTo>
                  <a:pt x="289801" y="211251"/>
                </a:lnTo>
                <a:lnTo>
                  <a:pt x="289560" y="202692"/>
                </a:lnTo>
                <a:lnTo>
                  <a:pt x="284988" y="202692"/>
                </a:lnTo>
                <a:lnTo>
                  <a:pt x="283832" y="216941"/>
                </a:lnTo>
                <a:lnTo>
                  <a:pt x="282511" y="229743"/>
                </a:lnTo>
                <a:lnTo>
                  <a:pt x="280924" y="240842"/>
                </a:lnTo>
                <a:lnTo>
                  <a:pt x="278892" y="249936"/>
                </a:lnTo>
                <a:lnTo>
                  <a:pt x="277368" y="262128"/>
                </a:lnTo>
                <a:lnTo>
                  <a:pt x="274320" y="268224"/>
                </a:lnTo>
                <a:lnTo>
                  <a:pt x="239268" y="268224"/>
                </a:lnTo>
                <a:lnTo>
                  <a:pt x="230124" y="269748"/>
                </a:lnTo>
                <a:lnTo>
                  <a:pt x="224028" y="263652"/>
                </a:lnTo>
                <a:lnTo>
                  <a:pt x="224028" y="176784"/>
                </a:lnTo>
                <a:lnTo>
                  <a:pt x="233172" y="167640"/>
                </a:lnTo>
                <a:lnTo>
                  <a:pt x="207264" y="153924"/>
                </a:lnTo>
                <a:lnTo>
                  <a:pt x="207391" y="259651"/>
                </a:lnTo>
                <a:lnTo>
                  <a:pt x="230124" y="283464"/>
                </a:lnTo>
                <a:lnTo>
                  <a:pt x="278892" y="283464"/>
                </a:lnTo>
                <a:lnTo>
                  <a:pt x="286613" y="283210"/>
                </a:lnTo>
                <a:lnTo>
                  <a:pt x="293751" y="280225"/>
                </a:lnTo>
                <a:lnTo>
                  <a:pt x="300329" y="274688"/>
                </a:lnTo>
                <a:lnTo>
                  <a:pt x="304038" y="269748"/>
                </a:lnTo>
                <a:lnTo>
                  <a:pt x="306324" y="266700"/>
                </a:lnTo>
                <a:close/>
              </a:path>
              <a:path w="386079" h="294639">
                <a:moveTo>
                  <a:pt x="385584" y="214884"/>
                </a:moveTo>
                <a:lnTo>
                  <a:pt x="345948" y="214884"/>
                </a:lnTo>
                <a:lnTo>
                  <a:pt x="345948" y="262128"/>
                </a:lnTo>
                <a:lnTo>
                  <a:pt x="385584" y="262128"/>
                </a:lnTo>
                <a:lnTo>
                  <a:pt x="385584" y="21488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35" name="object 35"/>
          <p:cNvGrpSpPr/>
          <p:nvPr/>
        </p:nvGrpSpPr>
        <p:grpSpPr>
          <a:xfrm>
            <a:off x="3340608" y="3951732"/>
            <a:ext cx="1004569" cy="416559"/>
            <a:chOff x="3340608" y="3951732"/>
            <a:chExt cx="1004569" cy="416559"/>
          </a:xfrm>
        </p:grpSpPr>
        <p:sp>
          <p:nvSpPr>
            <p:cNvPr id="36" name="object 36"/>
            <p:cNvSpPr/>
            <p:nvPr/>
          </p:nvSpPr>
          <p:spPr>
            <a:xfrm>
              <a:off x="3340608" y="3951732"/>
              <a:ext cx="1004569" cy="416559"/>
            </a:xfrm>
            <a:custGeom>
              <a:avLst/>
              <a:gdLst/>
              <a:ahLst/>
              <a:cxnLst/>
              <a:rect l="l" t="t" r="r" b="b"/>
              <a:pathLst>
                <a:path w="1004570" h="416560">
                  <a:moveTo>
                    <a:pt x="1004316" y="416051"/>
                  </a:moveTo>
                  <a:lnTo>
                    <a:pt x="0" y="416051"/>
                  </a:lnTo>
                  <a:lnTo>
                    <a:pt x="0" y="0"/>
                  </a:lnTo>
                  <a:lnTo>
                    <a:pt x="1004316" y="0"/>
                  </a:lnTo>
                  <a:lnTo>
                    <a:pt x="1004316" y="416051"/>
                  </a:lnTo>
                  <a:close/>
                </a:path>
              </a:pathLst>
            </a:custGeom>
            <a:solidFill>
              <a:srgbClr val="33339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37" name="object 37"/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3794760" y="4064508"/>
              <a:ext cx="111252" cy="176784"/>
            </a:xfrm>
            <a:prstGeom prst="rect">
              <a:avLst/>
            </a:prstGeom>
          </p:spPr>
        </p:pic>
      </p:grpSp>
      <p:grpSp>
        <p:nvGrpSpPr>
          <p:cNvPr id="38" name="object 38"/>
          <p:cNvGrpSpPr/>
          <p:nvPr/>
        </p:nvGrpSpPr>
        <p:grpSpPr>
          <a:xfrm>
            <a:off x="2644140" y="4492752"/>
            <a:ext cx="323215" cy="155575"/>
            <a:chOff x="2644140" y="4492752"/>
            <a:chExt cx="323215" cy="155575"/>
          </a:xfrm>
        </p:grpSpPr>
        <p:pic>
          <p:nvPicPr>
            <p:cNvPr id="39" name="object 39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2644140" y="4494276"/>
              <a:ext cx="202692" cy="153923"/>
            </a:xfrm>
            <a:prstGeom prst="rect">
              <a:avLst/>
            </a:prstGeom>
          </p:spPr>
        </p:pic>
        <p:pic>
          <p:nvPicPr>
            <p:cNvPr id="40" name="object 40"/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2868168" y="4492752"/>
              <a:ext cx="99060" cy="153924"/>
            </a:xfrm>
            <a:prstGeom prst="rect">
              <a:avLst/>
            </a:prstGeom>
          </p:spPr>
        </p:pic>
      </p:grpSp>
      <p:grpSp>
        <p:nvGrpSpPr>
          <p:cNvPr id="41" name="object 41"/>
          <p:cNvGrpSpPr/>
          <p:nvPr/>
        </p:nvGrpSpPr>
        <p:grpSpPr>
          <a:xfrm>
            <a:off x="2575560" y="4908804"/>
            <a:ext cx="463550" cy="158750"/>
            <a:chOff x="2575560" y="4908804"/>
            <a:chExt cx="463550" cy="158750"/>
          </a:xfrm>
        </p:grpSpPr>
        <p:pic>
          <p:nvPicPr>
            <p:cNvPr id="42" name="object 42"/>
            <p:cNvPicPr/>
            <p:nvPr/>
          </p:nvPicPr>
          <p:blipFill>
            <a:blip r:embed="rId14" cstate="print"/>
            <a:stretch>
              <a:fillRect/>
            </a:stretch>
          </p:blipFill>
          <p:spPr>
            <a:xfrm>
              <a:off x="2575560" y="4908804"/>
              <a:ext cx="210312" cy="158495"/>
            </a:xfrm>
            <a:prstGeom prst="rect">
              <a:avLst/>
            </a:prstGeom>
          </p:spPr>
        </p:pic>
        <p:pic>
          <p:nvPicPr>
            <p:cNvPr id="43" name="object 43"/>
            <p:cNvPicPr/>
            <p:nvPr/>
          </p:nvPicPr>
          <p:blipFill>
            <a:blip r:embed="rId15" cstate="print"/>
            <a:stretch>
              <a:fillRect/>
            </a:stretch>
          </p:blipFill>
          <p:spPr>
            <a:xfrm>
              <a:off x="2805683" y="4919472"/>
              <a:ext cx="233172" cy="147827"/>
            </a:xfrm>
            <a:prstGeom prst="rect">
              <a:avLst/>
            </a:prstGeom>
          </p:spPr>
        </p:pic>
      </p:grpSp>
      <p:grpSp>
        <p:nvGrpSpPr>
          <p:cNvPr id="44" name="object 44"/>
          <p:cNvGrpSpPr/>
          <p:nvPr/>
        </p:nvGrpSpPr>
        <p:grpSpPr>
          <a:xfrm>
            <a:off x="2558795" y="4075176"/>
            <a:ext cx="485140" cy="163195"/>
            <a:chOff x="2558795" y="4075176"/>
            <a:chExt cx="485140" cy="163195"/>
          </a:xfrm>
        </p:grpSpPr>
        <p:pic>
          <p:nvPicPr>
            <p:cNvPr id="45" name="object 45"/>
            <p:cNvPicPr/>
            <p:nvPr/>
          </p:nvPicPr>
          <p:blipFill>
            <a:blip r:embed="rId16" cstate="print"/>
            <a:stretch>
              <a:fillRect/>
            </a:stretch>
          </p:blipFill>
          <p:spPr>
            <a:xfrm>
              <a:off x="2558795" y="4085843"/>
              <a:ext cx="115824" cy="143256"/>
            </a:xfrm>
            <a:prstGeom prst="rect">
              <a:avLst/>
            </a:prstGeom>
          </p:spPr>
        </p:pic>
        <p:pic>
          <p:nvPicPr>
            <p:cNvPr id="46" name="object 46"/>
            <p:cNvPicPr/>
            <p:nvPr/>
          </p:nvPicPr>
          <p:blipFill>
            <a:blip r:embed="rId17" cstate="print"/>
            <a:stretch>
              <a:fillRect/>
            </a:stretch>
          </p:blipFill>
          <p:spPr>
            <a:xfrm>
              <a:off x="2699004" y="4075176"/>
              <a:ext cx="344423" cy="163067"/>
            </a:xfrm>
            <a:prstGeom prst="rect">
              <a:avLst/>
            </a:prstGeom>
          </p:spPr>
        </p:pic>
      </p:grpSp>
      <p:grpSp>
        <p:nvGrpSpPr>
          <p:cNvPr id="47" name="object 47"/>
          <p:cNvGrpSpPr/>
          <p:nvPr/>
        </p:nvGrpSpPr>
        <p:grpSpPr>
          <a:xfrm>
            <a:off x="4339590" y="3947922"/>
            <a:ext cx="2018030" cy="1257300"/>
            <a:chOff x="4339590" y="3947922"/>
            <a:chExt cx="2018030" cy="1257300"/>
          </a:xfrm>
        </p:grpSpPr>
        <p:sp>
          <p:nvSpPr>
            <p:cNvPr id="48" name="object 48"/>
            <p:cNvSpPr/>
            <p:nvPr/>
          </p:nvSpPr>
          <p:spPr>
            <a:xfrm>
              <a:off x="4344924" y="3951732"/>
              <a:ext cx="1004569" cy="416559"/>
            </a:xfrm>
            <a:custGeom>
              <a:avLst/>
              <a:gdLst/>
              <a:ahLst/>
              <a:cxnLst/>
              <a:rect l="l" t="t" r="r" b="b"/>
              <a:pathLst>
                <a:path w="1004570" h="416560">
                  <a:moveTo>
                    <a:pt x="1004315" y="416051"/>
                  </a:moveTo>
                  <a:lnTo>
                    <a:pt x="0" y="416051"/>
                  </a:lnTo>
                  <a:lnTo>
                    <a:pt x="0" y="0"/>
                  </a:lnTo>
                  <a:lnTo>
                    <a:pt x="1004315" y="0"/>
                  </a:lnTo>
                  <a:lnTo>
                    <a:pt x="1004315" y="416051"/>
                  </a:lnTo>
                  <a:close/>
                </a:path>
              </a:pathLst>
            </a:custGeom>
            <a:solidFill>
              <a:srgbClr val="33339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" name="object 49"/>
            <p:cNvSpPr/>
            <p:nvPr/>
          </p:nvSpPr>
          <p:spPr>
            <a:xfrm>
              <a:off x="4344924" y="3953256"/>
              <a:ext cx="1004569" cy="414655"/>
            </a:xfrm>
            <a:custGeom>
              <a:avLst/>
              <a:gdLst/>
              <a:ahLst/>
              <a:cxnLst/>
              <a:rect l="l" t="t" r="r" b="b"/>
              <a:pathLst>
                <a:path w="1004570" h="414654">
                  <a:moveTo>
                    <a:pt x="0" y="414527"/>
                  </a:moveTo>
                  <a:lnTo>
                    <a:pt x="1004315" y="414527"/>
                  </a:lnTo>
                  <a:lnTo>
                    <a:pt x="1004315" y="0"/>
                  </a:lnTo>
                  <a:lnTo>
                    <a:pt x="0" y="0"/>
                  </a:lnTo>
                  <a:lnTo>
                    <a:pt x="0" y="414527"/>
                  </a:lnTo>
                  <a:close/>
                </a:path>
              </a:pathLst>
            </a:custGeom>
            <a:ln w="1066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50" name="object 50"/>
            <p:cNvPicPr/>
            <p:nvPr/>
          </p:nvPicPr>
          <p:blipFill>
            <a:blip r:embed="rId18" cstate="print"/>
            <a:stretch>
              <a:fillRect/>
            </a:stretch>
          </p:blipFill>
          <p:spPr>
            <a:xfrm>
              <a:off x="4789932" y="4069080"/>
              <a:ext cx="121919" cy="169163"/>
            </a:xfrm>
            <a:prstGeom prst="rect">
              <a:avLst/>
            </a:prstGeom>
          </p:spPr>
        </p:pic>
        <p:sp>
          <p:nvSpPr>
            <p:cNvPr id="51" name="object 51"/>
            <p:cNvSpPr/>
            <p:nvPr/>
          </p:nvSpPr>
          <p:spPr>
            <a:xfrm>
              <a:off x="4344924" y="4366260"/>
              <a:ext cx="1004569" cy="416559"/>
            </a:xfrm>
            <a:custGeom>
              <a:avLst/>
              <a:gdLst/>
              <a:ahLst/>
              <a:cxnLst/>
              <a:rect l="l" t="t" r="r" b="b"/>
              <a:pathLst>
                <a:path w="1004570" h="416560">
                  <a:moveTo>
                    <a:pt x="1004315" y="416051"/>
                  </a:moveTo>
                  <a:lnTo>
                    <a:pt x="0" y="416051"/>
                  </a:lnTo>
                  <a:lnTo>
                    <a:pt x="0" y="0"/>
                  </a:lnTo>
                  <a:lnTo>
                    <a:pt x="1004315" y="0"/>
                  </a:lnTo>
                  <a:lnTo>
                    <a:pt x="1004315" y="416051"/>
                  </a:lnTo>
                  <a:close/>
                </a:path>
              </a:pathLst>
            </a:custGeom>
            <a:solidFill>
              <a:srgbClr val="33339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" name="object 52"/>
            <p:cNvSpPr/>
            <p:nvPr/>
          </p:nvSpPr>
          <p:spPr>
            <a:xfrm>
              <a:off x="4344924" y="4367784"/>
              <a:ext cx="1004569" cy="414655"/>
            </a:xfrm>
            <a:custGeom>
              <a:avLst/>
              <a:gdLst/>
              <a:ahLst/>
              <a:cxnLst/>
              <a:rect l="l" t="t" r="r" b="b"/>
              <a:pathLst>
                <a:path w="1004570" h="414654">
                  <a:moveTo>
                    <a:pt x="0" y="414527"/>
                  </a:moveTo>
                  <a:lnTo>
                    <a:pt x="1004315" y="414527"/>
                  </a:lnTo>
                  <a:lnTo>
                    <a:pt x="1004315" y="0"/>
                  </a:lnTo>
                  <a:lnTo>
                    <a:pt x="0" y="0"/>
                  </a:lnTo>
                  <a:lnTo>
                    <a:pt x="0" y="414527"/>
                  </a:lnTo>
                  <a:close/>
                </a:path>
              </a:pathLst>
            </a:custGeom>
            <a:ln w="1066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53" name="object 53"/>
            <p:cNvPicPr/>
            <p:nvPr/>
          </p:nvPicPr>
          <p:blipFill>
            <a:blip r:embed="rId19" cstate="print"/>
            <a:stretch>
              <a:fillRect/>
            </a:stretch>
          </p:blipFill>
          <p:spPr>
            <a:xfrm>
              <a:off x="4777740" y="4491227"/>
              <a:ext cx="134112" cy="164592"/>
            </a:xfrm>
            <a:prstGeom prst="rect">
              <a:avLst/>
            </a:prstGeom>
          </p:spPr>
        </p:pic>
        <p:sp>
          <p:nvSpPr>
            <p:cNvPr id="54" name="object 54"/>
            <p:cNvSpPr/>
            <p:nvPr/>
          </p:nvSpPr>
          <p:spPr>
            <a:xfrm>
              <a:off x="4344924" y="4785360"/>
              <a:ext cx="1004569" cy="416559"/>
            </a:xfrm>
            <a:custGeom>
              <a:avLst/>
              <a:gdLst/>
              <a:ahLst/>
              <a:cxnLst/>
              <a:rect l="l" t="t" r="r" b="b"/>
              <a:pathLst>
                <a:path w="1004570" h="416560">
                  <a:moveTo>
                    <a:pt x="1004315" y="416052"/>
                  </a:moveTo>
                  <a:lnTo>
                    <a:pt x="0" y="416052"/>
                  </a:lnTo>
                  <a:lnTo>
                    <a:pt x="0" y="0"/>
                  </a:lnTo>
                  <a:lnTo>
                    <a:pt x="1004315" y="0"/>
                  </a:lnTo>
                  <a:lnTo>
                    <a:pt x="1004315" y="416052"/>
                  </a:lnTo>
                  <a:close/>
                </a:path>
              </a:pathLst>
            </a:custGeom>
            <a:solidFill>
              <a:srgbClr val="33339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5" name="object 55"/>
            <p:cNvSpPr/>
            <p:nvPr/>
          </p:nvSpPr>
          <p:spPr>
            <a:xfrm>
              <a:off x="4344924" y="4785360"/>
              <a:ext cx="1004569" cy="414655"/>
            </a:xfrm>
            <a:custGeom>
              <a:avLst/>
              <a:gdLst/>
              <a:ahLst/>
              <a:cxnLst/>
              <a:rect l="l" t="t" r="r" b="b"/>
              <a:pathLst>
                <a:path w="1004570" h="414654">
                  <a:moveTo>
                    <a:pt x="0" y="414527"/>
                  </a:moveTo>
                  <a:lnTo>
                    <a:pt x="1004315" y="414527"/>
                  </a:lnTo>
                  <a:lnTo>
                    <a:pt x="1004315" y="0"/>
                  </a:lnTo>
                  <a:lnTo>
                    <a:pt x="0" y="0"/>
                  </a:lnTo>
                  <a:lnTo>
                    <a:pt x="0" y="414527"/>
                  </a:lnTo>
                  <a:close/>
                </a:path>
              </a:pathLst>
            </a:custGeom>
            <a:ln w="1066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56" name="object 56"/>
            <p:cNvPicPr/>
            <p:nvPr/>
          </p:nvPicPr>
          <p:blipFill>
            <a:blip r:embed="rId20" cstate="print"/>
            <a:stretch>
              <a:fillRect/>
            </a:stretch>
          </p:blipFill>
          <p:spPr>
            <a:xfrm>
              <a:off x="4797552" y="4899660"/>
              <a:ext cx="111252" cy="176784"/>
            </a:xfrm>
            <a:prstGeom prst="rect">
              <a:avLst/>
            </a:prstGeom>
          </p:spPr>
        </p:pic>
        <p:sp>
          <p:nvSpPr>
            <p:cNvPr id="57" name="object 57"/>
            <p:cNvSpPr/>
            <p:nvPr/>
          </p:nvSpPr>
          <p:spPr>
            <a:xfrm>
              <a:off x="5347716" y="4366260"/>
              <a:ext cx="1004569" cy="416559"/>
            </a:xfrm>
            <a:custGeom>
              <a:avLst/>
              <a:gdLst/>
              <a:ahLst/>
              <a:cxnLst/>
              <a:rect l="l" t="t" r="r" b="b"/>
              <a:pathLst>
                <a:path w="1004570" h="416560">
                  <a:moveTo>
                    <a:pt x="1004316" y="416051"/>
                  </a:moveTo>
                  <a:lnTo>
                    <a:pt x="0" y="416051"/>
                  </a:lnTo>
                  <a:lnTo>
                    <a:pt x="0" y="0"/>
                  </a:lnTo>
                  <a:lnTo>
                    <a:pt x="1004316" y="0"/>
                  </a:lnTo>
                  <a:lnTo>
                    <a:pt x="1004316" y="416051"/>
                  </a:lnTo>
                  <a:close/>
                </a:path>
              </a:pathLst>
            </a:custGeom>
            <a:solidFill>
              <a:srgbClr val="33339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8" name="object 58"/>
            <p:cNvSpPr/>
            <p:nvPr/>
          </p:nvSpPr>
          <p:spPr>
            <a:xfrm>
              <a:off x="5349239" y="4367784"/>
              <a:ext cx="1003300" cy="414655"/>
            </a:xfrm>
            <a:custGeom>
              <a:avLst/>
              <a:gdLst/>
              <a:ahLst/>
              <a:cxnLst/>
              <a:rect l="l" t="t" r="r" b="b"/>
              <a:pathLst>
                <a:path w="1003300" h="414654">
                  <a:moveTo>
                    <a:pt x="0" y="414527"/>
                  </a:moveTo>
                  <a:lnTo>
                    <a:pt x="1002792" y="414527"/>
                  </a:lnTo>
                  <a:lnTo>
                    <a:pt x="1002792" y="0"/>
                  </a:lnTo>
                  <a:lnTo>
                    <a:pt x="0" y="0"/>
                  </a:lnTo>
                  <a:lnTo>
                    <a:pt x="0" y="414527"/>
                  </a:lnTo>
                  <a:close/>
                </a:path>
              </a:pathLst>
            </a:custGeom>
            <a:ln w="1066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59" name="object 59"/>
            <p:cNvPicPr/>
            <p:nvPr/>
          </p:nvPicPr>
          <p:blipFill>
            <a:blip r:embed="rId21" cstate="print"/>
            <a:stretch>
              <a:fillRect/>
            </a:stretch>
          </p:blipFill>
          <p:spPr>
            <a:xfrm>
              <a:off x="5791200" y="4482084"/>
              <a:ext cx="131064" cy="181356"/>
            </a:xfrm>
            <a:prstGeom prst="rect">
              <a:avLst/>
            </a:prstGeom>
          </p:spPr>
        </p:pic>
        <p:sp>
          <p:nvSpPr>
            <p:cNvPr id="60" name="object 60"/>
            <p:cNvSpPr/>
            <p:nvPr/>
          </p:nvSpPr>
          <p:spPr>
            <a:xfrm>
              <a:off x="5347716" y="4785360"/>
              <a:ext cx="1004569" cy="416559"/>
            </a:xfrm>
            <a:custGeom>
              <a:avLst/>
              <a:gdLst/>
              <a:ahLst/>
              <a:cxnLst/>
              <a:rect l="l" t="t" r="r" b="b"/>
              <a:pathLst>
                <a:path w="1004570" h="416560">
                  <a:moveTo>
                    <a:pt x="1004316" y="416052"/>
                  </a:moveTo>
                  <a:lnTo>
                    <a:pt x="0" y="416052"/>
                  </a:lnTo>
                  <a:lnTo>
                    <a:pt x="0" y="0"/>
                  </a:lnTo>
                  <a:lnTo>
                    <a:pt x="1004316" y="0"/>
                  </a:lnTo>
                  <a:lnTo>
                    <a:pt x="1004316" y="416052"/>
                  </a:lnTo>
                  <a:close/>
                </a:path>
              </a:pathLst>
            </a:custGeom>
            <a:solidFill>
              <a:srgbClr val="33339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1" name="object 61"/>
            <p:cNvSpPr/>
            <p:nvPr/>
          </p:nvSpPr>
          <p:spPr>
            <a:xfrm>
              <a:off x="5349239" y="4785360"/>
              <a:ext cx="1003300" cy="414655"/>
            </a:xfrm>
            <a:custGeom>
              <a:avLst/>
              <a:gdLst/>
              <a:ahLst/>
              <a:cxnLst/>
              <a:rect l="l" t="t" r="r" b="b"/>
              <a:pathLst>
                <a:path w="1003300" h="414654">
                  <a:moveTo>
                    <a:pt x="0" y="414527"/>
                  </a:moveTo>
                  <a:lnTo>
                    <a:pt x="1002792" y="414527"/>
                  </a:lnTo>
                  <a:lnTo>
                    <a:pt x="1002792" y="0"/>
                  </a:lnTo>
                  <a:lnTo>
                    <a:pt x="0" y="0"/>
                  </a:lnTo>
                  <a:lnTo>
                    <a:pt x="0" y="414527"/>
                  </a:lnTo>
                  <a:close/>
                </a:path>
              </a:pathLst>
            </a:custGeom>
            <a:ln w="1066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62" name="object 62"/>
            <p:cNvPicPr/>
            <p:nvPr/>
          </p:nvPicPr>
          <p:blipFill>
            <a:blip r:embed="rId22" cstate="print"/>
            <a:stretch>
              <a:fillRect/>
            </a:stretch>
          </p:blipFill>
          <p:spPr>
            <a:xfrm>
              <a:off x="5791200" y="4901184"/>
              <a:ext cx="129483" cy="181356"/>
            </a:xfrm>
            <a:prstGeom prst="rect">
              <a:avLst/>
            </a:prstGeom>
          </p:spPr>
        </p:pic>
      </p:grpSp>
      <p:grpSp>
        <p:nvGrpSpPr>
          <p:cNvPr id="63" name="object 63"/>
          <p:cNvGrpSpPr/>
          <p:nvPr/>
        </p:nvGrpSpPr>
        <p:grpSpPr>
          <a:xfrm>
            <a:off x="2496312" y="5327904"/>
            <a:ext cx="626745" cy="167640"/>
            <a:chOff x="2496312" y="5327904"/>
            <a:chExt cx="626745" cy="167640"/>
          </a:xfrm>
        </p:grpSpPr>
        <p:pic>
          <p:nvPicPr>
            <p:cNvPr id="64" name="object 64"/>
            <p:cNvPicPr/>
            <p:nvPr/>
          </p:nvPicPr>
          <p:blipFill>
            <a:blip r:embed="rId23" cstate="print"/>
            <a:stretch>
              <a:fillRect/>
            </a:stretch>
          </p:blipFill>
          <p:spPr>
            <a:xfrm>
              <a:off x="2496312" y="5332475"/>
              <a:ext cx="324612" cy="156972"/>
            </a:xfrm>
            <a:prstGeom prst="rect">
              <a:avLst/>
            </a:prstGeom>
          </p:spPr>
        </p:pic>
        <p:pic>
          <p:nvPicPr>
            <p:cNvPr id="65" name="object 65"/>
            <p:cNvPicPr/>
            <p:nvPr/>
          </p:nvPicPr>
          <p:blipFill>
            <a:blip r:embed="rId24" cstate="print"/>
            <a:stretch>
              <a:fillRect/>
            </a:stretch>
          </p:blipFill>
          <p:spPr>
            <a:xfrm>
              <a:off x="2845308" y="5327904"/>
              <a:ext cx="277368" cy="167640"/>
            </a:xfrm>
            <a:prstGeom prst="rect">
              <a:avLst/>
            </a:prstGeom>
          </p:spPr>
        </p:pic>
      </p:grpSp>
      <p:grpSp>
        <p:nvGrpSpPr>
          <p:cNvPr id="66" name="object 66"/>
          <p:cNvGrpSpPr/>
          <p:nvPr/>
        </p:nvGrpSpPr>
        <p:grpSpPr>
          <a:xfrm>
            <a:off x="3336797" y="5197601"/>
            <a:ext cx="3020695" cy="426720"/>
            <a:chOff x="3336797" y="5197601"/>
            <a:chExt cx="3020695" cy="426720"/>
          </a:xfrm>
        </p:grpSpPr>
        <p:sp>
          <p:nvSpPr>
            <p:cNvPr id="67" name="object 67"/>
            <p:cNvSpPr/>
            <p:nvPr/>
          </p:nvSpPr>
          <p:spPr>
            <a:xfrm>
              <a:off x="3340607" y="5202935"/>
              <a:ext cx="1004569" cy="416559"/>
            </a:xfrm>
            <a:custGeom>
              <a:avLst/>
              <a:gdLst/>
              <a:ahLst/>
              <a:cxnLst/>
              <a:rect l="l" t="t" r="r" b="b"/>
              <a:pathLst>
                <a:path w="1004570" h="416560">
                  <a:moveTo>
                    <a:pt x="1004316" y="416051"/>
                  </a:moveTo>
                  <a:lnTo>
                    <a:pt x="0" y="416051"/>
                  </a:lnTo>
                  <a:lnTo>
                    <a:pt x="0" y="0"/>
                  </a:lnTo>
                  <a:lnTo>
                    <a:pt x="1004316" y="0"/>
                  </a:lnTo>
                  <a:lnTo>
                    <a:pt x="1004316" y="416051"/>
                  </a:lnTo>
                  <a:close/>
                </a:path>
              </a:pathLst>
            </a:custGeom>
            <a:solidFill>
              <a:srgbClr val="33339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8" name="object 68"/>
            <p:cNvSpPr/>
            <p:nvPr/>
          </p:nvSpPr>
          <p:spPr>
            <a:xfrm>
              <a:off x="3342131" y="5202935"/>
              <a:ext cx="1003300" cy="416559"/>
            </a:xfrm>
            <a:custGeom>
              <a:avLst/>
              <a:gdLst/>
              <a:ahLst/>
              <a:cxnLst/>
              <a:rect l="l" t="t" r="r" b="b"/>
              <a:pathLst>
                <a:path w="1003300" h="416560">
                  <a:moveTo>
                    <a:pt x="0" y="416051"/>
                  </a:moveTo>
                  <a:lnTo>
                    <a:pt x="1002791" y="416051"/>
                  </a:lnTo>
                  <a:lnTo>
                    <a:pt x="1002791" y="0"/>
                  </a:lnTo>
                  <a:lnTo>
                    <a:pt x="0" y="0"/>
                  </a:lnTo>
                  <a:lnTo>
                    <a:pt x="0" y="416051"/>
                  </a:lnTo>
                  <a:close/>
                </a:path>
              </a:pathLst>
            </a:custGeom>
            <a:ln w="1066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69" name="object 69"/>
            <p:cNvPicPr/>
            <p:nvPr/>
          </p:nvPicPr>
          <p:blipFill>
            <a:blip r:embed="rId25" cstate="print"/>
            <a:stretch>
              <a:fillRect/>
            </a:stretch>
          </p:blipFill>
          <p:spPr>
            <a:xfrm>
              <a:off x="3773423" y="5327903"/>
              <a:ext cx="134112" cy="164592"/>
            </a:xfrm>
            <a:prstGeom prst="rect">
              <a:avLst/>
            </a:prstGeom>
          </p:spPr>
        </p:pic>
        <p:sp>
          <p:nvSpPr>
            <p:cNvPr id="70" name="object 70"/>
            <p:cNvSpPr/>
            <p:nvPr/>
          </p:nvSpPr>
          <p:spPr>
            <a:xfrm>
              <a:off x="4344923" y="5202935"/>
              <a:ext cx="1004569" cy="416559"/>
            </a:xfrm>
            <a:custGeom>
              <a:avLst/>
              <a:gdLst/>
              <a:ahLst/>
              <a:cxnLst/>
              <a:rect l="l" t="t" r="r" b="b"/>
              <a:pathLst>
                <a:path w="1004570" h="416560">
                  <a:moveTo>
                    <a:pt x="1004315" y="416051"/>
                  </a:moveTo>
                  <a:lnTo>
                    <a:pt x="0" y="416051"/>
                  </a:lnTo>
                  <a:lnTo>
                    <a:pt x="0" y="0"/>
                  </a:lnTo>
                  <a:lnTo>
                    <a:pt x="1004315" y="0"/>
                  </a:lnTo>
                  <a:lnTo>
                    <a:pt x="1004315" y="416051"/>
                  </a:lnTo>
                  <a:close/>
                </a:path>
              </a:pathLst>
            </a:custGeom>
            <a:solidFill>
              <a:srgbClr val="33339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1" name="object 71"/>
            <p:cNvSpPr/>
            <p:nvPr/>
          </p:nvSpPr>
          <p:spPr>
            <a:xfrm>
              <a:off x="4344923" y="5202935"/>
              <a:ext cx="1004569" cy="416559"/>
            </a:xfrm>
            <a:custGeom>
              <a:avLst/>
              <a:gdLst/>
              <a:ahLst/>
              <a:cxnLst/>
              <a:rect l="l" t="t" r="r" b="b"/>
              <a:pathLst>
                <a:path w="1004570" h="416560">
                  <a:moveTo>
                    <a:pt x="0" y="416051"/>
                  </a:moveTo>
                  <a:lnTo>
                    <a:pt x="1004315" y="416051"/>
                  </a:lnTo>
                  <a:lnTo>
                    <a:pt x="1004315" y="0"/>
                  </a:lnTo>
                  <a:lnTo>
                    <a:pt x="0" y="0"/>
                  </a:lnTo>
                  <a:lnTo>
                    <a:pt x="0" y="416051"/>
                  </a:lnTo>
                  <a:close/>
                </a:path>
              </a:pathLst>
            </a:custGeom>
            <a:ln w="1066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72" name="object 72"/>
            <p:cNvPicPr/>
            <p:nvPr/>
          </p:nvPicPr>
          <p:blipFill>
            <a:blip r:embed="rId26" cstate="print"/>
            <a:stretch>
              <a:fillRect/>
            </a:stretch>
          </p:blipFill>
          <p:spPr>
            <a:xfrm>
              <a:off x="4797551" y="5317236"/>
              <a:ext cx="111252" cy="178308"/>
            </a:xfrm>
            <a:prstGeom prst="rect">
              <a:avLst/>
            </a:prstGeom>
          </p:spPr>
        </p:pic>
        <p:sp>
          <p:nvSpPr>
            <p:cNvPr id="73" name="object 73"/>
            <p:cNvSpPr/>
            <p:nvPr/>
          </p:nvSpPr>
          <p:spPr>
            <a:xfrm>
              <a:off x="5347715" y="5202935"/>
              <a:ext cx="1004569" cy="416559"/>
            </a:xfrm>
            <a:custGeom>
              <a:avLst/>
              <a:gdLst/>
              <a:ahLst/>
              <a:cxnLst/>
              <a:rect l="l" t="t" r="r" b="b"/>
              <a:pathLst>
                <a:path w="1004570" h="416560">
                  <a:moveTo>
                    <a:pt x="1004316" y="416051"/>
                  </a:moveTo>
                  <a:lnTo>
                    <a:pt x="0" y="416051"/>
                  </a:lnTo>
                  <a:lnTo>
                    <a:pt x="0" y="0"/>
                  </a:lnTo>
                  <a:lnTo>
                    <a:pt x="1004316" y="0"/>
                  </a:lnTo>
                  <a:lnTo>
                    <a:pt x="1004316" y="416051"/>
                  </a:lnTo>
                  <a:close/>
                </a:path>
              </a:pathLst>
            </a:custGeom>
            <a:solidFill>
              <a:srgbClr val="33339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4" name="object 74"/>
            <p:cNvSpPr/>
            <p:nvPr/>
          </p:nvSpPr>
          <p:spPr>
            <a:xfrm>
              <a:off x="5349239" y="5202935"/>
              <a:ext cx="1003300" cy="416559"/>
            </a:xfrm>
            <a:custGeom>
              <a:avLst/>
              <a:gdLst/>
              <a:ahLst/>
              <a:cxnLst/>
              <a:rect l="l" t="t" r="r" b="b"/>
              <a:pathLst>
                <a:path w="1003300" h="416560">
                  <a:moveTo>
                    <a:pt x="0" y="416051"/>
                  </a:moveTo>
                  <a:lnTo>
                    <a:pt x="1002792" y="416051"/>
                  </a:lnTo>
                  <a:lnTo>
                    <a:pt x="1002792" y="0"/>
                  </a:lnTo>
                  <a:lnTo>
                    <a:pt x="0" y="0"/>
                  </a:lnTo>
                  <a:lnTo>
                    <a:pt x="0" y="416051"/>
                  </a:lnTo>
                  <a:close/>
                </a:path>
              </a:pathLst>
            </a:custGeom>
            <a:ln w="1066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75" name="object 75"/>
            <p:cNvPicPr/>
            <p:nvPr/>
          </p:nvPicPr>
          <p:blipFill>
            <a:blip r:embed="rId27" cstate="print"/>
            <a:stretch>
              <a:fillRect/>
            </a:stretch>
          </p:blipFill>
          <p:spPr>
            <a:xfrm>
              <a:off x="5794247" y="5323332"/>
              <a:ext cx="121919" cy="169163"/>
            </a:xfrm>
            <a:prstGeom prst="rect">
              <a:avLst/>
            </a:prstGeom>
          </p:spPr>
        </p:pic>
      </p:grpSp>
      <p:grpSp>
        <p:nvGrpSpPr>
          <p:cNvPr id="76" name="object 76"/>
          <p:cNvGrpSpPr/>
          <p:nvPr/>
        </p:nvGrpSpPr>
        <p:grpSpPr>
          <a:xfrm>
            <a:off x="5343905" y="3947922"/>
            <a:ext cx="1013460" cy="425450"/>
            <a:chOff x="5343905" y="3947922"/>
            <a:chExt cx="1013460" cy="425450"/>
          </a:xfrm>
        </p:grpSpPr>
        <p:sp>
          <p:nvSpPr>
            <p:cNvPr id="77" name="object 77"/>
            <p:cNvSpPr/>
            <p:nvPr/>
          </p:nvSpPr>
          <p:spPr>
            <a:xfrm>
              <a:off x="5347715" y="3951732"/>
              <a:ext cx="1004569" cy="416559"/>
            </a:xfrm>
            <a:custGeom>
              <a:avLst/>
              <a:gdLst/>
              <a:ahLst/>
              <a:cxnLst/>
              <a:rect l="l" t="t" r="r" b="b"/>
              <a:pathLst>
                <a:path w="1004570" h="416560">
                  <a:moveTo>
                    <a:pt x="1004316" y="416051"/>
                  </a:moveTo>
                  <a:lnTo>
                    <a:pt x="0" y="416051"/>
                  </a:lnTo>
                  <a:lnTo>
                    <a:pt x="0" y="0"/>
                  </a:lnTo>
                  <a:lnTo>
                    <a:pt x="1004316" y="0"/>
                  </a:lnTo>
                  <a:lnTo>
                    <a:pt x="1004316" y="416051"/>
                  </a:lnTo>
                  <a:close/>
                </a:path>
              </a:pathLst>
            </a:custGeom>
            <a:solidFill>
              <a:srgbClr val="33339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8" name="object 78"/>
            <p:cNvSpPr/>
            <p:nvPr/>
          </p:nvSpPr>
          <p:spPr>
            <a:xfrm>
              <a:off x="5349239" y="3953256"/>
              <a:ext cx="1003300" cy="414655"/>
            </a:xfrm>
            <a:custGeom>
              <a:avLst/>
              <a:gdLst/>
              <a:ahLst/>
              <a:cxnLst/>
              <a:rect l="l" t="t" r="r" b="b"/>
              <a:pathLst>
                <a:path w="1003300" h="414654">
                  <a:moveTo>
                    <a:pt x="0" y="414527"/>
                  </a:moveTo>
                  <a:lnTo>
                    <a:pt x="1002792" y="414527"/>
                  </a:lnTo>
                  <a:lnTo>
                    <a:pt x="1002792" y="0"/>
                  </a:lnTo>
                  <a:lnTo>
                    <a:pt x="0" y="0"/>
                  </a:lnTo>
                  <a:lnTo>
                    <a:pt x="0" y="414527"/>
                  </a:lnTo>
                  <a:close/>
                </a:path>
              </a:pathLst>
            </a:custGeom>
            <a:ln w="1066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79" name="object 79"/>
            <p:cNvPicPr/>
            <p:nvPr/>
          </p:nvPicPr>
          <p:blipFill>
            <a:blip r:embed="rId28" cstate="print"/>
            <a:stretch>
              <a:fillRect/>
            </a:stretch>
          </p:blipFill>
          <p:spPr>
            <a:xfrm>
              <a:off x="5791199" y="4066032"/>
              <a:ext cx="129540" cy="181356"/>
            </a:xfrm>
            <a:prstGeom prst="rect">
              <a:avLst/>
            </a:prstGeom>
          </p:spPr>
        </p:pic>
      </p:grpSp>
      <p:grpSp>
        <p:nvGrpSpPr>
          <p:cNvPr id="80" name="object 80"/>
          <p:cNvGrpSpPr/>
          <p:nvPr/>
        </p:nvGrpSpPr>
        <p:grpSpPr>
          <a:xfrm>
            <a:off x="3336797" y="4362450"/>
            <a:ext cx="1013460" cy="845819"/>
            <a:chOff x="3336797" y="4362450"/>
            <a:chExt cx="1013460" cy="845819"/>
          </a:xfrm>
        </p:grpSpPr>
        <p:sp>
          <p:nvSpPr>
            <p:cNvPr id="81" name="object 81"/>
            <p:cNvSpPr/>
            <p:nvPr/>
          </p:nvSpPr>
          <p:spPr>
            <a:xfrm>
              <a:off x="3340607" y="4366259"/>
              <a:ext cx="1004569" cy="416559"/>
            </a:xfrm>
            <a:custGeom>
              <a:avLst/>
              <a:gdLst/>
              <a:ahLst/>
              <a:cxnLst/>
              <a:rect l="l" t="t" r="r" b="b"/>
              <a:pathLst>
                <a:path w="1004570" h="416560">
                  <a:moveTo>
                    <a:pt x="1004316" y="416051"/>
                  </a:moveTo>
                  <a:lnTo>
                    <a:pt x="0" y="416051"/>
                  </a:lnTo>
                  <a:lnTo>
                    <a:pt x="0" y="0"/>
                  </a:lnTo>
                  <a:lnTo>
                    <a:pt x="1004316" y="0"/>
                  </a:lnTo>
                  <a:lnTo>
                    <a:pt x="1004316" y="416051"/>
                  </a:lnTo>
                  <a:close/>
                </a:path>
              </a:pathLst>
            </a:custGeom>
            <a:solidFill>
              <a:srgbClr val="33339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2" name="object 82"/>
            <p:cNvSpPr/>
            <p:nvPr/>
          </p:nvSpPr>
          <p:spPr>
            <a:xfrm>
              <a:off x="3342131" y="4367783"/>
              <a:ext cx="1003300" cy="414655"/>
            </a:xfrm>
            <a:custGeom>
              <a:avLst/>
              <a:gdLst/>
              <a:ahLst/>
              <a:cxnLst/>
              <a:rect l="l" t="t" r="r" b="b"/>
              <a:pathLst>
                <a:path w="1003300" h="414654">
                  <a:moveTo>
                    <a:pt x="0" y="414527"/>
                  </a:moveTo>
                  <a:lnTo>
                    <a:pt x="1002791" y="414527"/>
                  </a:lnTo>
                  <a:lnTo>
                    <a:pt x="1002791" y="0"/>
                  </a:lnTo>
                  <a:lnTo>
                    <a:pt x="0" y="0"/>
                  </a:lnTo>
                  <a:lnTo>
                    <a:pt x="0" y="414527"/>
                  </a:lnTo>
                  <a:close/>
                </a:path>
              </a:pathLst>
            </a:custGeom>
            <a:ln w="1066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83" name="object 83"/>
            <p:cNvPicPr/>
            <p:nvPr/>
          </p:nvPicPr>
          <p:blipFill>
            <a:blip r:embed="rId29" cstate="print"/>
            <a:stretch>
              <a:fillRect/>
            </a:stretch>
          </p:blipFill>
          <p:spPr>
            <a:xfrm>
              <a:off x="3787139" y="4485131"/>
              <a:ext cx="121919" cy="170687"/>
            </a:xfrm>
            <a:prstGeom prst="rect">
              <a:avLst/>
            </a:prstGeom>
          </p:spPr>
        </p:pic>
        <p:sp>
          <p:nvSpPr>
            <p:cNvPr id="84" name="object 84"/>
            <p:cNvSpPr/>
            <p:nvPr/>
          </p:nvSpPr>
          <p:spPr>
            <a:xfrm>
              <a:off x="3340607" y="4782311"/>
              <a:ext cx="1004569" cy="422275"/>
            </a:xfrm>
            <a:custGeom>
              <a:avLst/>
              <a:gdLst/>
              <a:ahLst/>
              <a:cxnLst/>
              <a:rect l="l" t="t" r="r" b="b"/>
              <a:pathLst>
                <a:path w="1004570" h="422275">
                  <a:moveTo>
                    <a:pt x="1004316" y="422148"/>
                  </a:moveTo>
                  <a:lnTo>
                    <a:pt x="0" y="422148"/>
                  </a:lnTo>
                  <a:lnTo>
                    <a:pt x="0" y="0"/>
                  </a:lnTo>
                  <a:lnTo>
                    <a:pt x="1004316" y="0"/>
                  </a:lnTo>
                  <a:lnTo>
                    <a:pt x="1004316" y="422148"/>
                  </a:lnTo>
                  <a:close/>
                </a:path>
              </a:pathLst>
            </a:custGeom>
            <a:solidFill>
              <a:srgbClr val="33339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5" name="object 85"/>
            <p:cNvSpPr/>
            <p:nvPr/>
          </p:nvSpPr>
          <p:spPr>
            <a:xfrm>
              <a:off x="3342131" y="4782311"/>
              <a:ext cx="1003300" cy="421005"/>
            </a:xfrm>
            <a:custGeom>
              <a:avLst/>
              <a:gdLst/>
              <a:ahLst/>
              <a:cxnLst/>
              <a:rect l="l" t="t" r="r" b="b"/>
              <a:pathLst>
                <a:path w="1003300" h="421004">
                  <a:moveTo>
                    <a:pt x="0" y="420624"/>
                  </a:moveTo>
                  <a:lnTo>
                    <a:pt x="1002791" y="420624"/>
                  </a:lnTo>
                  <a:lnTo>
                    <a:pt x="1002791" y="0"/>
                  </a:lnTo>
                  <a:lnTo>
                    <a:pt x="0" y="0"/>
                  </a:lnTo>
                  <a:lnTo>
                    <a:pt x="0" y="420624"/>
                  </a:lnTo>
                  <a:close/>
                </a:path>
              </a:pathLst>
            </a:custGeom>
            <a:ln w="1066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86" name="object 86"/>
            <p:cNvPicPr/>
            <p:nvPr/>
          </p:nvPicPr>
          <p:blipFill>
            <a:blip r:embed="rId30" cstate="print"/>
            <a:stretch>
              <a:fillRect/>
            </a:stretch>
          </p:blipFill>
          <p:spPr>
            <a:xfrm>
              <a:off x="3773423" y="4908803"/>
              <a:ext cx="134112" cy="166116"/>
            </a:xfrm>
            <a:prstGeom prst="rect">
              <a:avLst/>
            </a:prstGeom>
          </p:spPr>
        </p:pic>
      </p:grpSp>
      <p:pic>
        <p:nvPicPr>
          <p:cNvPr id="87" name="object 87"/>
          <p:cNvPicPr/>
          <p:nvPr/>
        </p:nvPicPr>
        <p:blipFill>
          <a:blip r:embed="rId31" cstate="print"/>
          <a:stretch>
            <a:fillRect/>
          </a:stretch>
        </p:blipFill>
        <p:spPr>
          <a:xfrm>
            <a:off x="3752088" y="3659123"/>
            <a:ext cx="198119" cy="149351"/>
          </a:xfrm>
          <a:prstGeom prst="rect">
            <a:avLst/>
          </a:prstGeom>
        </p:spPr>
      </p:pic>
      <p:pic>
        <p:nvPicPr>
          <p:cNvPr id="88" name="object 88"/>
          <p:cNvPicPr/>
          <p:nvPr/>
        </p:nvPicPr>
        <p:blipFill>
          <a:blip r:embed="rId32" cstate="print"/>
          <a:stretch>
            <a:fillRect/>
          </a:stretch>
        </p:blipFill>
        <p:spPr>
          <a:xfrm>
            <a:off x="4733544" y="3646932"/>
            <a:ext cx="251459" cy="161544"/>
          </a:xfrm>
          <a:prstGeom prst="rect">
            <a:avLst/>
          </a:prstGeom>
        </p:spPr>
      </p:pic>
      <p:pic>
        <p:nvPicPr>
          <p:cNvPr id="89" name="object 89"/>
          <p:cNvPicPr/>
          <p:nvPr/>
        </p:nvPicPr>
        <p:blipFill>
          <a:blip r:embed="rId33" cstate="print"/>
          <a:stretch>
            <a:fillRect/>
          </a:stretch>
        </p:blipFill>
        <p:spPr>
          <a:xfrm>
            <a:off x="5736335" y="3646932"/>
            <a:ext cx="248411" cy="164591"/>
          </a:xfrm>
          <a:prstGeom prst="rect">
            <a:avLst/>
          </a:prstGeom>
        </p:spPr>
      </p:pic>
      <p:grpSp>
        <p:nvGrpSpPr>
          <p:cNvPr id="90" name="object 90"/>
          <p:cNvGrpSpPr/>
          <p:nvPr/>
        </p:nvGrpSpPr>
        <p:grpSpPr>
          <a:xfrm>
            <a:off x="7191756" y="4280916"/>
            <a:ext cx="436245" cy="208915"/>
            <a:chOff x="7191756" y="4280916"/>
            <a:chExt cx="436245" cy="208915"/>
          </a:xfrm>
        </p:grpSpPr>
        <p:pic>
          <p:nvPicPr>
            <p:cNvPr id="91" name="object 91"/>
            <p:cNvPicPr/>
            <p:nvPr/>
          </p:nvPicPr>
          <p:blipFill>
            <a:blip r:embed="rId34" cstate="print"/>
            <a:stretch>
              <a:fillRect/>
            </a:stretch>
          </p:blipFill>
          <p:spPr>
            <a:xfrm>
              <a:off x="7191756" y="4290060"/>
              <a:ext cx="132588" cy="166116"/>
            </a:xfrm>
            <a:prstGeom prst="rect">
              <a:avLst/>
            </a:prstGeom>
          </p:spPr>
        </p:pic>
        <p:sp>
          <p:nvSpPr>
            <p:cNvPr id="92" name="object 92"/>
            <p:cNvSpPr/>
            <p:nvPr/>
          </p:nvSpPr>
          <p:spPr>
            <a:xfrm>
              <a:off x="7353300" y="4383024"/>
              <a:ext cx="70485" cy="20320"/>
            </a:xfrm>
            <a:custGeom>
              <a:avLst/>
              <a:gdLst/>
              <a:ahLst/>
              <a:cxnLst/>
              <a:rect l="l" t="t" r="r" b="b"/>
              <a:pathLst>
                <a:path w="70484" h="20320">
                  <a:moveTo>
                    <a:pt x="3047" y="19811"/>
                  </a:moveTo>
                  <a:lnTo>
                    <a:pt x="0" y="16763"/>
                  </a:lnTo>
                  <a:lnTo>
                    <a:pt x="0" y="4571"/>
                  </a:lnTo>
                  <a:lnTo>
                    <a:pt x="3047" y="1523"/>
                  </a:lnTo>
                  <a:lnTo>
                    <a:pt x="35051" y="1523"/>
                  </a:lnTo>
                  <a:lnTo>
                    <a:pt x="42743" y="642"/>
                  </a:lnTo>
                  <a:lnTo>
                    <a:pt x="49720" y="190"/>
                  </a:lnTo>
                  <a:lnTo>
                    <a:pt x="67055" y="0"/>
                  </a:lnTo>
                  <a:lnTo>
                    <a:pt x="70103" y="3047"/>
                  </a:lnTo>
                  <a:lnTo>
                    <a:pt x="70103" y="13715"/>
                  </a:lnTo>
                  <a:lnTo>
                    <a:pt x="67055" y="16763"/>
                  </a:lnTo>
                  <a:lnTo>
                    <a:pt x="62483" y="18287"/>
                  </a:lnTo>
                  <a:lnTo>
                    <a:pt x="53078" y="18526"/>
                  </a:lnTo>
                  <a:lnTo>
                    <a:pt x="26265" y="19573"/>
                  </a:lnTo>
                  <a:lnTo>
                    <a:pt x="3047" y="19811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93" name="object 93"/>
            <p:cNvPicPr/>
            <p:nvPr/>
          </p:nvPicPr>
          <p:blipFill>
            <a:blip r:embed="rId35" cstate="print"/>
            <a:stretch>
              <a:fillRect/>
            </a:stretch>
          </p:blipFill>
          <p:spPr>
            <a:xfrm>
              <a:off x="7452360" y="4280916"/>
              <a:ext cx="111252" cy="176784"/>
            </a:xfrm>
            <a:prstGeom prst="rect">
              <a:avLst/>
            </a:prstGeom>
          </p:spPr>
        </p:pic>
        <p:sp>
          <p:nvSpPr>
            <p:cNvPr id="94" name="object 94"/>
            <p:cNvSpPr/>
            <p:nvPr/>
          </p:nvSpPr>
          <p:spPr>
            <a:xfrm>
              <a:off x="7594092" y="4436363"/>
              <a:ext cx="33655" cy="53340"/>
            </a:xfrm>
            <a:custGeom>
              <a:avLst/>
              <a:gdLst/>
              <a:ahLst/>
              <a:cxnLst/>
              <a:rect l="l" t="t" r="r" b="b"/>
              <a:pathLst>
                <a:path w="33654" h="53339">
                  <a:moveTo>
                    <a:pt x="13716" y="53339"/>
                  </a:moveTo>
                  <a:lnTo>
                    <a:pt x="9144" y="53339"/>
                  </a:lnTo>
                  <a:lnTo>
                    <a:pt x="4572" y="53339"/>
                  </a:lnTo>
                  <a:lnTo>
                    <a:pt x="3048" y="50291"/>
                  </a:lnTo>
                  <a:lnTo>
                    <a:pt x="0" y="47243"/>
                  </a:lnTo>
                  <a:lnTo>
                    <a:pt x="0" y="42671"/>
                  </a:lnTo>
                  <a:lnTo>
                    <a:pt x="1524" y="36575"/>
                  </a:lnTo>
                  <a:lnTo>
                    <a:pt x="6096" y="25907"/>
                  </a:lnTo>
                  <a:lnTo>
                    <a:pt x="10668" y="16763"/>
                  </a:lnTo>
                  <a:lnTo>
                    <a:pt x="13716" y="9143"/>
                  </a:lnTo>
                  <a:lnTo>
                    <a:pt x="15240" y="6095"/>
                  </a:lnTo>
                  <a:lnTo>
                    <a:pt x="18288" y="3047"/>
                  </a:lnTo>
                  <a:lnTo>
                    <a:pt x="19812" y="0"/>
                  </a:lnTo>
                  <a:lnTo>
                    <a:pt x="25908" y="0"/>
                  </a:lnTo>
                  <a:lnTo>
                    <a:pt x="28956" y="1523"/>
                  </a:lnTo>
                  <a:lnTo>
                    <a:pt x="30480" y="3047"/>
                  </a:lnTo>
                  <a:lnTo>
                    <a:pt x="32004" y="6095"/>
                  </a:lnTo>
                  <a:lnTo>
                    <a:pt x="33528" y="7619"/>
                  </a:lnTo>
                  <a:lnTo>
                    <a:pt x="33528" y="10667"/>
                  </a:lnTo>
                  <a:lnTo>
                    <a:pt x="32408" y="13835"/>
                  </a:lnTo>
                  <a:lnTo>
                    <a:pt x="16764" y="48767"/>
                  </a:lnTo>
                  <a:lnTo>
                    <a:pt x="15240" y="51815"/>
                  </a:lnTo>
                  <a:lnTo>
                    <a:pt x="13716" y="53339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95" name="object 95"/>
          <p:cNvGrpSpPr/>
          <p:nvPr/>
        </p:nvGrpSpPr>
        <p:grpSpPr>
          <a:xfrm>
            <a:off x="7712964" y="4282439"/>
            <a:ext cx="364490" cy="181610"/>
            <a:chOff x="7712964" y="4282439"/>
            <a:chExt cx="364490" cy="181610"/>
          </a:xfrm>
        </p:grpSpPr>
        <p:pic>
          <p:nvPicPr>
            <p:cNvPr id="96" name="object 96"/>
            <p:cNvPicPr/>
            <p:nvPr/>
          </p:nvPicPr>
          <p:blipFill>
            <a:blip r:embed="rId36" cstate="print"/>
            <a:stretch>
              <a:fillRect/>
            </a:stretch>
          </p:blipFill>
          <p:spPr>
            <a:xfrm>
              <a:off x="7712964" y="4285487"/>
              <a:ext cx="205739" cy="169164"/>
            </a:xfrm>
            <a:prstGeom prst="rect">
              <a:avLst/>
            </a:prstGeom>
          </p:spPr>
        </p:pic>
        <p:pic>
          <p:nvPicPr>
            <p:cNvPr id="97" name="object 97"/>
            <p:cNvPicPr/>
            <p:nvPr/>
          </p:nvPicPr>
          <p:blipFill>
            <a:blip r:embed="rId37" cstate="print"/>
            <a:stretch>
              <a:fillRect/>
            </a:stretch>
          </p:blipFill>
          <p:spPr>
            <a:xfrm>
              <a:off x="7946135" y="4282439"/>
              <a:ext cx="131064" cy="181356"/>
            </a:xfrm>
            <a:prstGeom prst="rect">
              <a:avLst/>
            </a:prstGeom>
          </p:spPr>
        </p:pic>
      </p:grpSp>
      <p:pic>
        <p:nvPicPr>
          <p:cNvPr id="98" name="object 98"/>
          <p:cNvPicPr/>
          <p:nvPr/>
        </p:nvPicPr>
        <p:blipFill>
          <a:blip r:embed="rId38" cstate="print"/>
          <a:stretch>
            <a:fillRect/>
          </a:stretch>
        </p:blipFill>
        <p:spPr>
          <a:xfrm>
            <a:off x="8188452" y="4340352"/>
            <a:ext cx="205740" cy="115824"/>
          </a:xfrm>
          <a:prstGeom prst="rect">
            <a:avLst/>
          </a:prstGeom>
        </p:spPr>
      </p:pic>
      <p:grpSp>
        <p:nvGrpSpPr>
          <p:cNvPr id="99" name="object 99"/>
          <p:cNvGrpSpPr/>
          <p:nvPr/>
        </p:nvGrpSpPr>
        <p:grpSpPr>
          <a:xfrm>
            <a:off x="8552688" y="4280916"/>
            <a:ext cx="342900" cy="177165"/>
            <a:chOff x="8552688" y="4280916"/>
            <a:chExt cx="342900" cy="177165"/>
          </a:xfrm>
        </p:grpSpPr>
        <p:pic>
          <p:nvPicPr>
            <p:cNvPr id="100" name="object 100"/>
            <p:cNvPicPr/>
            <p:nvPr/>
          </p:nvPicPr>
          <p:blipFill>
            <a:blip r:embed="rId39" cstate="print"/>
            <a:stretch>
              <a:fillRect/>
            </a:stretch>
          </p:blipFill>
          <p:spPr>
            <a:xfrm>
              <a:off x="8552688" y="4280916"/>
              <a:ext cx="111252" cy="176784"/>
            </a:xfrm>
            <a:prstGeom prst="rect">
              <a:avLst/>
            </a:prstGeom>
          </p:spPr>
        </p:pic>
        <p:pic>
          <p:nvPicPr>
            <p:cNvPr id="101" name="object 101"/>
            <p:cNvPicPr/>
            <p:nvPr/>
          </p:nvPicPr>
          <p:blipFill>
            <a:blip r:embed="rId40" cstate="print"/>
            <a:stretch>
              <a:fillRect/>
            </a:stretch>
          </p:blipFill>
          <p:spPr>
            <a:xfrm>
              <a:off x="8685276" y="4285488"/>
              <a:ext cx="210311" cy="169164"/>
            </a:xfrm>
            <a:prstGeom prst="rect">
              <a:avLst/>
            </a:prstGeom>
          </p:spPr>
        </p:pic>
      </p:grpSp>
      <p:pic>
        <p:nvPicPr>
          <p:cNvPr id="102" name="object 102"/>
          <p:cNvPicPr/>
          <p:nvPr/>
        </p:nvPicPr>
        <p:blipFill>
          <a:blip r:embed="rId41" cstate="print"/>
          <a:stretch>
            <a:fillRect/>
          </a:stretch>
        </p:blipFill>
        <p:spPr>
          <a:xfrm>
            <a:off x="8979407" y="4276344"/>
            <a:ext cx="864107" cy="184404"/>
          </a:xfrm>
          <a:prstGeom prst="rect">
            <a:avLst/>
          </a:prstGeom>
        </p:spPr>
      </p:pic>
      <p:grpSp>
        <p:nvGrpSpPr>
          <p:cNvPr id="103" name="object 103"/>
          <p:cNvGrpSpPr/>
          <p:nvPr/>
        </p:nvGrpSpPr>
        <p:grpSpPr>
          <a:xfrm>
            <a:off x="7191756" y="4553711"/>
            <a:ext cx="428625" cy="204470"/>
            <a:chOff x="7191756" y="4553711"/>
            <a:chExt cx="428625" cy="204470"/>
          </a:xfrm>
        </p:grpSpPr>
        <p:pic>
          <p:nvPicPr>
            <p:cNvPr id="104" name="object 104"/>
            <p:cNvPicPr/>
            <p:nvPr/>
          </p:nvPicPr>
          <p:blipFill>
            <a:blip r:embed="rId42" cstate="print"/>
            <a:stretch>
              <a:fillRect/>
            </a:stretch>
          </p:blipFill>
          <p:spPr>
            <a:xfrm>
              <a:off x="7191756" y="4558283"/>
              <a:ext cx="132588" cy="166116"/>
            </a:xfrm>
            <a:prstGeom prst="rect">
              <a:avLst/>
            </a:prstGeom>
          </p:spPr>
        </p:pic>
        <p:pic>
          <p:nvPicPr>
            <p:cNvPr id="105" name="object 105"/>
            <p:cNvPicPr/>
            <p:nvPr/>
          </p:nvPicPr>
          <p:blipFill>
            <a:blip r:embed="rId43" cstate="print"/>
            <a:stretch>
              <a:fillRect/>
            </a:stretch>
          </p:blipFill>
          <p:spPr>
            <a:xfrm>
              <a:off x="7353300" y="4553711"/>
              <a:ext cx="208787" cy="169163"/>
            </a:xfrm>
            <a:prstGeom prst="rect">
              <a:avLst/>
            </a:prstGeom>
          </p:spPr>
        </p:pic>
        <p:sp>
          <p:nvSpPr>
            <p:cNvPr id="106" name="object 106"/>
            <p:cNvSpPr/>
            <p:nvPr/>
          </p:nvSpPr>
          <p:spPr>
            <a:xfrm>
              <a:off x="7586471" y="4704587"/>
              <a:ext cx="33655" cy="53340"/>
            </a:xfrm>
            <a:custGeom>
              <a:avLst/>
              <a:gdLst/>
              <a:ahLst/>
              <a:cxnLst/>
              <a:rect l="l" t="t" r="r" b="b"/>
              <a:pathLst>
                <a:path w="33654" h="53339">
                  <a:moveTo>
                    <a:pt x="13716" y="53339"/>
                  </a:moveTo>
                  <a:lnTo>
                    <a:pt x="10668" y="53339"/>
                  </a:lnTo>
                  <a:lnTo>
                    <a:pt x="4572" y="53339"/>
                  </a:lnTo>
                  <a:lnTo>
                    <a:pt x="3048" y="50291"/>
                  </a:lnTo>
                  <a:lnTo>
                    <a:pt x="1524" y="48767"/>
                  </a:lnTo>
                  <a:lnTo>
                    <a:pt x="0" y="45719"/>
                  </a:lnTo>
                  <a:lnTo>
                    <a:pt x="0" y="41147"/>
                  </a:lnTo>
                  <a:lnTo>
                    <a:pt x="3048" y="35051"/>
                  </a:lnTo>
                  <a:lnTo>
                    <a:pt x="7620" y="24383"/>
                  </a:lnTo>
                  <a:lnTo>
                    <a:pt x="13716" y="9143"/>
                  </a:lnTo>
                  <a:lnTo>
                    <a:pt x="16764" y="6095"/>
                  </a:lnTo>
                  <a:lnTo>
                    <a:pt x="18288" y="1523"/>
                  </a:lnTo>
                  <a:lnTo>
                    <a:pt x="21336" y="0"/>
                  </a:lnTo>
                  <a:lnTo>
                    <a:pt x="25908" y="0"/>
                  </a:lnTo>
                  <a:lnTo>
                    <a:pt x="28956" y="1523"/>
                  </a:lnTo>
                  <a:lnTo>
                    <a:pt x="30480" y="3047"/>
                  </a:lnTo>
                  <a:lnTo>
                    <a:pt x="32004" y="6095"/>
                  </a:lnTo>
                  <a:lnTo>
                    <a:pt x="33528" y="7619"/>
                  </a:lnTo>
                  <a:lnTo>
                    <a:pt x="33528" y="10667"/>
                  </a:lnTo>
                  <a:lnTo>
                    <a:pt x="32646" y="13811"/>
                  </a:lnTo>
                  <a:lnTo>
                    <a:pt x="29908" y="20954"/>
                  </a:lnTo>
                  <a:lnTo>
                    <a:pt x="25169" y="32099"/>
                  </a:lnTo>
                  <a:lnTo>
                    <a:pt x="18288" y="47243"/>
                  </a:lnTo>
                  <a:lnTo>
                    <a:pt x="16764" y="51815"/>
                  </a:lnTo>
                  <a:lnTo>
                    <a:pt x="13716" y="53339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07" name="object 107"/>
          <p:cNvGrpSpPr/>
          <p:nvPr/>
        </p:nvGrpSpPr>
        <p:grpSpPr>
          <a:xfrm>
            <a:off x="7717535" y="4549140"/>
            <a:ext cx="360045" cy="182880"/>
            <a:chOff x="7717535" y="4549140"/>
            <a:chExt cx="360045" cy="182880"/>
          </a:xfrm>
        </p:grpSpPr>
        <p:pic>
          <p:nvPicPr>
            <p:cNvPr id="108" name="object 108"/>
            <p:cNvPicPr/>
            <p:nvPr/>
          </p:nvPicPr>
          <p:blipFill>
            <a:blip r:embed="rId44" cstate="print"/>
            <a:stretch>
              <a:fillRect/>
            </a:stretch>
          </p:blipFill>
          <p:spPr>
            <a:xfrm>
              <a:off x="7717535" y="4549140"/>
              <a:ext cx="111252" cy="176784"/>
            </a:xfrm>
            <a:prstGeom prst="rect">
              <a:avLst/>
            </a:prstGeom>
          </p:spPr>
        </p:pic>
        <p:sp>
          <p:nvSpPr>
            <p:cNvPr id="109" name="object 109"/>
            <p:cNvSpPr/>
            <p:nvPr/>
          </p:nvSpPr>
          <p:spPr>
            <a:xfrm>
              <a:off x="7848599" y="4651247"/>
              <a:ext cx="70485" cy="18415"/>
            </a:xfrm>
            <a:custGeom>
              <a:avLst/>
              <a:gdLst/>
              <a:ahLst/>
              <a:cxnLst/>
              <a:rect l="l" t="t" r="r" b="b"/>
              <a:pathLst>
                <a:path w="70484" h="18414">
                  <a:moveTo>
                    <a:pt x="26241" y="18264"/>
                  </a:moveTo>
                  <a:lnTo>
                    <a:pt x="3047" y="18287"/>
                  </a:lnTo>
                  <a:lnTo>
                    <a:pt x="0" y="16763"/>
                  </a:lnTo>
                  <a:lnTo>
                    <a:pt x="0" y="4571"/>
                  </a:lnTo>
                  <a:lnTo>
                    <a:pt x="3047" y="1523"/>
                  </a:lnTo>
                  <a:lnTo>
                    <a:pt x="35051" y="1523"/>
                  </a:lnTo>
                  <a:lnTo>
                    <a:pt x="42743" y="642"/>
                  </a:lnTo>
                  <a:lnTo>
                    <a:pt x="49720" y="190"/>
                  </a:lnTo>
                  <a:lnTo>
                    <a:pt x="67055" y="0"/>
                  </a:lnTo>
                  <a:lnTo>
                    <a:pt x="70103" y="3047"/>
                  </a:lnTo>
                  <a:lnTo>
                    <a:pt x="70103" y="13715"/>
                  </a:lnTo>
                  <a:lnTo>
                    <a:pt x="67055" y="16763"/>
                  </a:lnTo>
                  <a:lnTo>
                    <a:pt x="60959" y="16763"/>
                  </a:lnTo>
                  <a:lnTo>
                    <a:pt x="52435" y="17645"/>
                  </a:lnTo>
                  <a:lnTo>
                    <a:pt x="40766" y="18097"/>
                  </a:lnTo>
                  <a:lnTo>
                    <a:pt x="26241" y="18264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10" name="object 110"/>
            <p:cNvPicPr/>
            <p:nvPr/>
          </p:nvPicPr>
          <p:blipFill>
            <a:blip r:embed="rId45" cstate="print"/>
            <a:stretch>
              <a:fillRect/>
            </a:stretch>
          </p:blipFill>
          <p:spPr>
            <a:xfrm>
              <a:off x="7946199" y="4550663"/>
              <a:ext cx="130934" cy="181356"/>
            </a:xfrm>
            <a:prstGeom prst="rect">
              <a:avLst/>
            </a:prstGeom>
          </p:spPr>
        </p:pic>
      </p:grpSp>
      <p:pic>
        <p:nvPicPr>
          <p:cNvPr id="111" name="object 111"/>
          <p:cNvPicPr/>
          <p:nvPr/>
        </p:nvPicPr>
        <p:blipFill>
          <a:blip r:embed="rId46" cstate="print"/>
          <a:stretch>
            <a:fillRect/>
          </a:stretch>
        </p:blipFill>
        <p:spPr>
          <a:xfrm>
            <a:off x="8188452" y="4608576"/>
            <a:ext cx="205740" cy="114300"/>
          </a:xfrm>
          <a:prstGeom prst="rect">
            <a:avLst/>
          </a:prstGeom>
        </p:spPr>
      </p:pic>
      <p:grpSp>
        <p:nvGrpSpPr>
          <p:cNvPr id="112" name="object 112"/>
          <p:cNvGrpSpPr/>
          <p:nvPr/>
        </p:nvGrpSpPr>
        <p:grpSpPr>
          <a:xfrm>
            <a:off x="8546592" y="4549140"/>
            <a:ext cx="372110" cy="177165"/>
            <a:chOff x="8546592" y="4549140"/>
            <a:chExt cx="372110" cy="177165"/>
          </a:xfrm>
        </p:grpSpPr>
        <p:pic>
          <p:nvPicPr>
            <p:cNvPr id="113" name="object 113"/>
            <p:cNvPicPr/>
            <p:nvPr/>
          </p:nvPicPr>
          <p:blipFill>
            <a:blip r:embed="rId47" cstate="print"/>
            <a:stretch>
              <a:fillRect/>
            </a:stretch>
          </p:blipFill>
          <p:spPr>
            <a:xfrm>
              <a:off x="8546592" y="4558284"/>
              <a:ext cx="134112" cy="166116"/>
            </a:xfrm>
            <a:prstGeom prst="rect">
              <a:avLst/>
            </a:prstGeom>
          </p:spPr>
        </p:pic>
        <p:sp>
          <p:nvSpPr>
            <p:cNvPr id="114" name="object 114"/>
            <p:cNvSpPr/>
            <p:nvPr/>
          </p:nvSpPr>
          <p:spPr>
            <a:xfrm>
              <a:off x="8708136" y="4651247"/>
              <a:ext cx="71755" cy="18415"/>
            </a:xfrm>
            <a:custGeom>
              <a:avLst/>
              <a:gdLst/>
              <a:ahLst/>
              <a:cxnLst/>
              <a:rect l="l" t="t" r="r" b="b"/>
              <a:pathLst>
                <a:path w="71754" h="18414">
                  <a:moveTo>
                    <a:pt x="26908" y="18264"/>
                  </a:moveTo>
                  <a:lnTo>
                    <a:pt x="3047" y="18287"/>
                  </a:lnTo>
                  <a:lnTo>
                    <a:pt x="0" y="16763"/>
                  </a:lnTo>
                  <a:lnTo>
                    <a:pt x="0" y="4571"/>
                  </a:lnTo>
                  <a:lnTo>
                    <a:pt x="3047" y="1523"/>
                  </a:lnTo>
                  <a:lnTo>
                    <a:pt x="35051" y="1523"/>
                  </a:lnTo>
                  <a:lnTo>
                    <a:pt x="43386" y="642"/>
                  </a:lnTo>
                  <a:lnTo>
                    <a:pt x="50291" y="190"/>
                  </a:lnTo>
                  <a:lnTo>
                    <a:pt x="67055" y="0"/>
                  </a:lnTo>
                  <a:lnTo>
                    <a:pt x="71627" y="3047"/>
                  </a:lnTo>
                  <a:lnTo>
                    <a:pt x="71627" y="13715"/>
                  </a:lnTo>
                  <a:lnTo>
                    <a:pt x="68579" y="16763"/>
                  </a:lnTo>
                  <a:lnTo>
                    <a:pt x="62483" y="16763"/>
                  </a:lnTo>
                  <a:lnTo>
                    <a:pt x="53292" y="17645"/>
                  </a:lnTo>
                  <a:lnTo>
                    <a:pt x="41528" y="18097"/>
                  </a:lnTo>
                  <a:lnTo>
                    <a:pt x="26908" y="18264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15" name="object 115"/>
            <p:cNvPicPr/>
            <p:nvPr/>
          </p:nvPicPr>
          <p:blipFill>
            <a:blip r:embed="rId48" cstate="print"/>
            <a:stretch>
              <a:fillRect/>
            </a:stretch>
          </p:blipFill>
          <p:spPr>
            <a:xfrm>
              <a:off x="8807196" y="4549140"/>
              <a:ext cx="111252" cy="176784"/>
            </a:xfrm>
            <a:prstGeom prst="rect">
              <a:avLst/>
            </a:prstGeom>
          </p:spPr>
        </p:pic>
      </p:grpSp>
      <p:pic>
        <p:nvPicPr>
          <p:cNvPr id="116" name="object 116"/>
          <p:cNvPicPr/>
          <p:nvPr/>
        </p:nvPicPr>
        <p:blipFill>
          <a:blip r:embed="rId49" cstate="print"/>
          <a:stretch>
            <a:fillRect/>
          </a:stretch>
        </p:blipFill>
        <p:spPr>
          <a:xfrm>
            <a:off x="9008364" y="4544567"/>
            <a:ext cx="865631" cy="184404"/>
          </a:xfrm>
          <a:prstGeom prst="rect">
            <a:avLst/>
          </a:prstGeom>
        </p:spPr>
      </p:pic>
      <p:grpSp>
        <p:nvGrpSpPr>
          <p:cNvPr id="117" name="object 117"/>
          <p:cNvGrpSpPr/>
          <p:nvPr/>
        </p:nvGrpSpPr>
        <p:grpSpPr>
          <a:xfrm>
            <a:off x="7191756" y="4817364"/>
            <a:ext cx="454659" cy="208915"/>
            <a:chOff x="7191756" y="4817364"/>
            <a:chExt cx="454659" cy="208915"/>
          </a:xfrm>
        </p:grpSpPr>
        <p:pic>
          <p:nvPicPr>
            <p:cNvPr id="118" name="object 118"/>
            <p:cNvPicPr/>
            <p:nvPr/>
          </p:nvPicPr>
          <p:blipFill>
            <a:blip r:embed="rId50" cstate="print"/>
            <a:stretch>
              <a:fillRect/>
            </a:stretch>
          </p:blipFill>
          <p:spPr>
            <a:xfrm>
              <a:off x="7191756" y="4826508"/>
              <a:ext cx="132588" cy="164592"/>
            </a:xfrm>
            <a:prstGeom prst="rect">
              <a:avLst/>
            </a:prstGeom>
          </p:spPr>
        </p:pic>
        <p:sp>
          <p:nvSpPr>
            <p:cNvPr id="119" name="object 119"/>
            <p:cNvSpPr/>
            <p:nvPr/>
          </p:nvSpPr>
          <p:spPr>
            <a:xfrm>
              <a:off x="7353300" y="4919472"/>
              <a:ext cx="70485" cy="18415"/>
            </a:xfrm>
            <a:custGeom>
              <a:avLst/>
              <a:gdLst/>
              <a:ahLst/>
              <a:cxnLst/>
              <a:rect l="l" t="t" r="r" b="b"/>
              <a:pathLst>
                <a:path w="70484" h="18414">
                  <a:moveTo>
                    <a:pt x="26241" y="18264"/>
                  </a:moveTo>
                  <a:lnTo>
                    <a:pt x="3047" y="18287"/>
                  </a:lnTo>
                  <a:lnTo>
                    <a:pt x="0" y="15239"/>
                  </a:lnTo>
                  <a:lnTo>
                    <a:pt x="0" y="4571"/>
                  </a:lnTo>
                  <a:lnTo>
                    <a:pt x="3047" y="1523"/>
                  </a:lnTo>
                  <a:lnTo>
                    <a:pt x="13406" y="1500"/>
                  </a:lnTo>
                  <a:lnTo>
                    <a:pt x="19240" y="1333"/>
                  </a:lnTo>
                  <a:lnTo>
                    <a:pt x="26503" y="881"/>
                  </a:lnTo>
                  <a:lnTo>
                    <a:pt x="35051" y="0"/>
                  </a:lnTo>
                  <a:lnTo>
                    <a:pt x="67055" y="0"/>
                  </a:lnTo>
                  <a:lnTo>
                    <a:pt x="70103" y="3047"/>
                  </a:lnTo>
                  <a:lnTo>
                    <a:pt x="70103" y="13715"/>
                  </a:lnTo>
                  <a:lnTo>
                    <a:pt x="67055" y="16763"/>
                  </a:lnTo>
                  <a:lnTo>
                    <a:pt x="60959" y="16763"/>
                  </a:lnTo>
                  <a:lnTo>
                    <a:pt x="52435" y="17645"/>
                  </a:lnTo>
                  <a:lnTo>
                    <a:pt x="40766" y="18097"/>
                  </a:lnTo>
                  <a:lnTo>
                    <a:pt x="26241" y="18264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20" name="object 120"/>
            <p:cNvPicPr/>
            <p:nvPr/>
          </p:nvPicPr>
          <p:blipFill>
            <a:blip r:embed="rId51" cstate="print"/>
            <a:stretch>
              <a:fillRect/>
            </a:stretch>
          </p:blipFill>
          <p:spPr>
            <a:xfrm>
              <a:off x="7450835" y="4817364"/>
              <a:ext cx="131064" cy="181356"/>
            </a:xfrm>
            <a:prstGeom prst="rect">
              <a:avLst/>
            </a:prstGeom>
          </p:spPr>
        </p:pic>
        <p:sp>
          <p:nvSpPr>
            <p:cNvPr id="121" name="object 121"/>
            <p:cNvSpPr/>
            <p:nvPr/>
          </p:nvSpPr>
          <p:spPr>
            <a:xfrm>
              <a:off x="7613904" y="4972812"/>
              <a:ext cx="32384" cy="53340"/>
            </a:xfrm>
            <a:custGeom>
              <a:avLst/>
              <a:gdLst/>
              <a:ahLst/>
              <a:cxnLst/>
              <a:rect l="l" t="t" r="r" b="b"/>
              <a:pathLst>
                <a:path w="32384" h="53339">
                  <a:moveTo>
                    <a:pt x="12192" y="53339"/>
                  </a:moveTo>
                  <a:lnTo>
                    <a:pt x="9144" y="53339"/>
                  </a:lnTo>
                  <a:lnTo>
                    <a:pt x="6096" y="53339"/>
                  </a:lnTo>
                  <a:lnTo>
                    <a:pt x="3048" y="50291"/>
                  </a:lnTo>
                  <a:lnTo>
                    <a:pt x="0" y="48767"/>
                  </a:lnTo>
                  <a:lnTo>
                    <a:pt x="0" y="41147"/>
                  </a:lnTo>
                  <a:lnTo>
                    <a:pt x="1524" y="35051"/>
                  </a:lnTo>
                  <a:lnTo>
                    <a:pt x="6096" y="24383"/>
                  </a:lnTo>
                  <a:lnTo>
                    <a:pt x="13716" y="9143"/>
                  </a:lnTo>
                  <a:lnTo>
                    <a:pt x="15240" y="4571"/>
                  </a:lnTo>
                  <a:lnTo>
                    <a:pt x="16764" y="1523"/>
                  </a:lnTo>
                  <a:lnTo>
                    <a:pt x="19812" y="0"/>
                  </a:lnTo>
                  <a:lnTo>
                    <a:pt x="25908" y="0"/>
                  </a:lnTo>
                  <a:lnTo>
                    <a:pt x="27432" y="1523"/>
                  </a:lnTo>
                  <a:lnTo>
                    <a:pt x="30480" y="3047"/>
                  </a:lnTo>
                  <a:lnTo>
                    <a:pt x="32004" y="4571"/>
                  </a:lnTo>
                  <a:lnTo>
                    <a:pt x="32004" y="9143"/>
                  </a:lnTo>
                  <a:lnTo>
                    <a:pt x="16764" y="47243"/>
                  </a:lnTo>
                  <a:lnTo>
                    <a:pt x="15240" y="50291"/>
                  </a:lnTo>
                  <a:lnTo>
                    <a:pt x="12192" y="53339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22" name="object 122"/>
          <p:cNvGrpSpPr/>
          <p:nvPr/>
        </p:nvGrpSpPr>
        <p:grpSpPr>
          <a:xfrm>
            <a:off x="7743444" y="4815840"/>
            <a:ext cx="341630" cy="178435"/>
            <a:chOff x="7743444" y="4815840"/>
            <a:chExt cx="341630" cy="178435"/>
          </a:xfrm>
        </p:grpSpPr>
        <p:pic>
          <p:nvPicPr>
            <p:cNvPr id="123" name="object 123"/>
            <p:cNvPicPr/>
            <p:nvPr/>
          </p:nvPicPr>
          <p:blipFill>
            <a:blip r:embed="rId52" cstate="print"/>
            <a:stretch>
              <a:fillRect/>
            </a:stretch>
          </p:blipFill>
          <p:spPr>
            <a:xfrm>
              <a:off x="7743444" y="4815840"/>
              <a:ext cx="111252" cy="178308"/>
            </a:xfrm>
            <a:prstGeom prst="rect">
              <a:avLst/>
            </a:prstGeom>
          </p:spPr>
        </p:pic>
        <p:pic>
          <p:nvPicPr>
            <p:cNvPr id="124" name="object 124"/>
            <p:cNvPicPr/>
            <p:nvPr/>
          </p:nvPicPr>
          <p:blipFill>
            <a:blip r:embed="rId53" cstate="print"/>
            <a:stretch>
              <a:fillRect/>
            </a:stretch>
          </p:blipFill>
          <p:spPr>
            <a:xfrm>
              <a:off x="7874508" y="4821936"/>
              <a:ext cx="210311" cy="169163"/>
            </a:xfrm>
            <a:prstGeom prst="rect">
              <a:avLst/>
            </a:prstGeom>
          </p:spPr>
        </p:pic>
      </p:grpSp>
      <p:pic>
        <p:nvPicPr>
          <p:cNvPr id="125" name="object 125"/>
          <p:cNvPicPr/>
          <p:nvPr/>
        </p:nvPicPr>
        <p:blipFill>
          <a:blip r:embed="rId54" cstate="print"/>
          <a:stretch>
            <a:fillRect/>
          </a:stretch>
        </p:blipFill>
        <p:spPr>
          <a:xfrm>
            <a:off x="8188452" y="4876799"/>
            <a:ext cx="205740" cy="114300"/>
          </a:xfrm>
          <a:prstGeom prst="rect">
            <a:avLst/>
          </a:prstGeom>
        </p:spPr>
      </p:pic>
      <p:grpSp>
        <p:nvGrpSpPr>
          <p:cNvPr id="126" name="object 126"/>
          <p:cNvGrpSpPr/>
          <p:nvPr/>
        </p:nvGrpSpPr>
        <p:grpSpPr>
          <a:xfrm>
            <a:off x="8546592" y="4821935"/>
            <a:ext cx="372110" cy="169545"/>
            <a:chOff x="8546592" y="4821935"/>
            <a:chExt cx="372110" cy="169545"/>
          </a:xfrm>
        </p:grpSpPr>
        <p:pic>
          <p:nvPicPr>
            <p:cNvPr id="127" name="object 127"/>
            <p:cNvPicPr/>
            <p:nvPr/>
          </p:nvPicPr>
          <p:blipFill>
            <a:blip r:embed="rId55" cstate="print"/>
            <a:stretch>
              <a:fillRect/>
            </a:stretch>
          </p:blipFill>
          <p:spPr>
            <a:xfrm>
              <a:off x="8546592" y="4826507"/>
              <a:ext cx="134112" cy="164592"/>
            </a:xfrm>
            <a:prstGeom prst="rect">
              <a:avLst/>
            </a:prstGeom>
          </p:spPr>
        </p:pic>
        <p:pic>
          <p:nvPicPr>
            <p:cNvPr id="128" name="object 128"/>
            <p:cNvPicPr/>
            <p:nvPr/>
          </p:nvPicPr>
          <p:blipFill>
            <a:blip r:embed="rId56" cstate="print"/>
            <a:stretch>
              <a:fillRect/>
            </a:stretch>
          </p:blipFill>
          <p:spPr>
            <a:xfrm>
              <a:off x="8708136" y="4821935"/>
              <a:ext cx="210312" cy="169163"/>
            </a:xfrm>
            <a:prstGeom prst="rect">
              <a:avLst/>
            </a:prstGeom>
          </p:spPr>
        </p:pic>
      </p:grpSp>
      <p:pic>
        <p:nvPicPr>
          <p:cNvPr id="129" name="object 129"/>
          <p:cNvPicPr/>
          <p:nvPr/>
        </p:nvPicPr>
        <p:blipFill>
          <a:blip r:embed="rId57" cstate="print"/>
          <a:stretch>
            <a:fillRect/>
          </a:stretch>
        </p:blipFill>
        <p:spPr>
          <a:xfrm>
            <a:off x="9002268" y="4812791"/>
            <a:ext cx="865632" cy="184404"/>
          </a:xfrm>
          <a:prstGeom prst="rect">
            <a:avLst/>
          </a:prstGeom>
        </p:spPr>
      </p:pic>
      <p:sp>
        <p:nvSpPr>
          <p:cNvPr id="130" name="object 130"/>
          <p:cNvSpPr/>
          <p:nvPr/>
        </p:nvSpPr>
        <p:spPr>
          <a:xfrm>
            <a:off x="1871472" y="6618732"/>
            <a:ext cx="135890" cy="135890"/>
          </a:xfrm>
          <a:custGeom>
            <a:avLst/>
            <a:gdLst/>
            <a:ahLst/>
            <a:cxnLst/>
            <a:rect l="l" t="t" r="r" b="b"/>
            <a:pathLst>
              <a:path w="135889" h="135890">
                <a:moveTo>
                  <a:pt x="135636" y="135635"/>
                </a:moveTo>
                <a:lnTo>
                  <a:pt x="0" y="135635"/>
                </a:lnTo>
                <a:lnTo>
                  <a:pt x="0" y="0"/>
                </a:lnTo>
                <a:lnTo>
                  <a:pt x="135636" y="0"/>
                </a:lnTo>
                <a:lnTo>
                  <a:pt x="135636" y="135635"/>
                </a:lnTo>
                <a:close/>
              </a:path>
            </a:pathLst>
          </a:custGeom>
          <a:solidFill>
            <a:srgbClr val="3333C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1" name="object 131"/>
          <p:cNvSpPr/>
          <p:nvPr/>
        </p:nvSpPr>
        <p:spPr>
          <a:xfrm>
            <a:off x="2161019" y="6448044"/>
            <a:ext cx="1521460" cy="361950"/>
          </a:xfrm>
          <a:custGeom>
            <a:avLst/>
            <a:gdLst/>
            <a:ahLst/>
            <a:cxnLst/>
            <a:rect l="l" t="t" r="r" b="b"/>
            <a:pathLst>
              <a:path w="1521460" h="361950">
                <a:moveTo>
                  <a:pt x="144780" y="275844"/>
                </a:moveTo>
                <a:lnTo>
                  <a:pt x="128778" y="230505"/>
                </a:lnTo>
                <a:lnTo>
                  <a:pt x="103632" y="188976"/>
                </a:lnTo>
                <a:lnTo>
                  <a:pt x="108788" y="170688"/>
                </a:lnTo>
                <a:lnTo>
                  <a:pt x="110490" y="164642"/>
                </a:lnTo>
                <a:lnTo>
                  <a:pt x="117348" y="137160"/>
                </a:lnTo>
                <a:lnTo>
                  <a:pt x="124117" y="106680"/>
                </a:lnTo>
                <a:lnTo>
                  <a:pt x="131064" y="71628"/>
                </a:lnTo>
                <a:lnTo>
                  <a:pt x="138036" y="65532"/>
                </a:lnTo>
                <a:lnTo>
                  <a:pt x="143256" y="60960"/>
                </a:lnTo>
                <a:lnTo>
                  <a:pt x="123444" y="41148"/>
                </a:lnTo>
                <a:lnTo>
                  <a:pt x="108204" y="56388"/>
                </a:lnTo>
                <a:lnTo>
                  <a:pt x="7620" y="56388"/>
                </a:lnTo>
                <a:lnTo>
                  <a:pt x="21336" y="70104"/>
                </a:lnTo>
                <a:lnTo>
                  <a:pt x="30480" y="68110"/>
                </a:lnTo>
                <a:lnTo>
                  <a:pt x="39624" y="66675"/>
                </a:lnTo>
                <a:lnTo>
                  <a:pt x="48768" y="65824"/>
                </a:lnTo>
                <a:lnTo>
                  <a:pt x="57912" y="65532"/>
                </a:lnTo>
                <a:lnTo>
                  <a:pt x="109728" y="65532"/>
                </a:lnTo>
                <a:lnTo>
                  <a:pt x="104038" y="100393"/>
                </a:lnTo>
                <a:lnTo>
                  <a:pt x="98488" y="129540"/>
                </a:lnTo>
                <a:lnTo>
                  <a:pt x="93230" y="152971"/>
                </a:lnTo>
                <a:lnTo>
                  <a:pt x="88392" y="170688"/>
                </a:lnTo>
                <a:lnTo>
                  <a:pt x="76085" y="157264"/>
                </a:lnTo>
                <a:lnTo>
                  <a:pt x="61912" y="142113"/>
                </a:lnTo>
                <a:lnTo>
                  <a:pt x="45745" y="125260"/>
                </a:lnTo>
                <a:lnTo>
                  <a:pt x="27432" y="106680"/>
                </a:lnTo>
                <a:lnTo>
                  <a:pt x="22860" y="109728"/>
                </a:lnTo>
                <a:lnTo>
                  <a:pt x="41986" y="135216"/>
                </a:lnTo>
                <a:lnTo>
                  <a:pt x="58102" y="156972"/>
                </a:lnTo>
                <a:lnTo>
                  <a:pt x="71081" y="175310"/>
                </a:lnTo>
                <a:lnTo>
                  <a:pt x="80772" y="190500"/>
                </a:lnTo>
                <a:lnTo>
                  <a:pt x="65582" y="226529"/>
                </a:lnTo>
                <a:lnTo>
                  <a:pt x="47244" y="261556"/>
                </a:lnTo>
                <a:lnTo>
                  <a:pt x="25527" y="295656"/>
                </a:lnTo>
                <a:lnTo>
                  <a:pt x="0" y="329184"/>
                </a:lnTo>
                <a:lnTo>
                  <a:pt x="3048" y="335280"/>
                </a:lnTo>
                <a:lnTo>
                  <a:pt x="31038" y="305854"/>
                </a:lnTo>
                <a:lnTo>
                  <a:pt x="55435" y="274701"/>
                </a:lnTo>
                <a:lnTo>
                  <a:pt x="76136" y="241846"/>
                </a:lnTo>
                <a:lnTo>
                  <a:pt x="92964" y="207264"/>
                </a:lnTo>
                <a:lnTo>
                  <a:pt x="100685" y="223316"/>
                </a:lnTo>
                <a:lnTo>
                  <a:pt x="107823" y="239649"/>
                </a:lnTo>
                <a:lnTo>
                  <a:pt x="114401" y="256565"/>
                </a:lnTo>
                <a:lnTo>
                  <a:pt x="120091" y="273418"/>
                </a:lnTo>
                <a:lnTo>
                  <a:pt x="124688" y="286562"/>
                </a:lnTo>
                <a:lnTo>
                  <a:pt x="128397" y="295656"/>
                </a:lnTo>
                <a:lnTo>
                  <a:pt x="131546" y="301332"/>
                </a:lnTo>
                <a:lnTo>
                  <a:pt x="134112" y="303276"/>
                </a:lnTo>
                <a:lnTo>
                  <a:pt x="137160" y="300228"/>
                </a:lnTo>
                <a:lnTo>
                  <a:pt x="143256" y="291084"/>
                </a:lnTo>
                <a:lnTo>
                  <a:pt x="144780" y="284988"/>
                </a:lnTo>
                <a:lnTo>
                  <a:pt x="144780" y="275844"/>
                </a:lnTo>
                <a:close/>
              </a:path>
              <a:path w="1521460" h="361950">
                <a:moveTo>
                  <a:pt x="259080" y="91440"/>
                </a:moveTo>
                <a:lnTo>
                  <a:pt x="224028" y="71628"/>
                </a:lnTo>
                <a:lnTo>
                  <a:pt x="223774" y="89331"/>
                </a:lnTo>
                <a:lnTo>
                  <a:pt x="223100" y="109728"/>
                </a:lnTo>
                <a:lnTo>
                  <a:pt x="220980" y="161544"/>
                </a:lnTo>
                <a:lnTo>
                  <a:pt x="214122" y="214503"/>
                </a:lnTo>
                <a:lnTo>
                  <a:pt x="202692" y="256032"/>
                </a:lnTo>
                <a:lnTo>
                  <a:pt x="183070" y="289179"/>
                </a:lnTo>
                <a:lnTo>
                  <a:pt x="155448" y="315468"/>
                </a:lnTo>
                <a:lnTo>
                  <a:pt x="120205" y="337566"/>
                </a:lnTo>
                <a:lnTo>
                  <a:pt x="79248" y="355092"/>
                </a:lnTo>
                <a:lnTo>
                  <a:pt x="80772" y="361188"/>
                </a:lnTo>
                <a:lnTo>
                  <a:pt x="140970" y="339280"/>
                </a:lnTo>
                <a:lnTo>
                  <a:pt x="182880" y="313944"/>
                </a:lnTo>
                <a:lnTo>
                  <a:pt x="210312" y="282702"/>
                </a:lnTo>
                <a:lnTo>
                  <a:pt x="228600" y="242316"/>
                </a:lnTo>
                <a:lnTo>
                  <a:pt x="240411" y="184785"/>
                </a:lnTo>
                <a:lnTo>
                  <a:pt x="243611" y="146735"/>
                </a:lnTo>
                <a:lnTo>
                  <a:pt x="245364" y="102108"/>
                </a:lnTo>
                <a:lnTo>
                  <a:pt x="259080" y="91440"/>
                </a:lnTo>
                <a:close/>
              </a:path>
              <a:path w="1521460" h="361950">
                <a:moveTo>
                  <a:pt x="333768" y="38100"/>
                </a:moveTo>
                <a:lnTo>
                  <a:pt x="327672" y="32004"/>
                </a:lnTo>
                <a:lnTo>
                  <a:pt x="312432" y="16764"/>
                </a:lnTo>
                <a:lnTo>
                  <a:pt x="297192" y="32004"/>
                </a:lnTo>
                <a:lnTo>
                  <a:pt x="182880" y="32004"/>
                </a:lnTo>
                <a:lnTo>
                  <a:pt x="160020" y="19812"/>
                </a:lnTo>
                <a:lnTo>
                  <a:pt x="160261" y="45224"/>
                </a:lnTo>
                <a:lnTo>
                  <a:pt x="161315" y="97180"/>
                </a:lnTo>
                <a:lnTo>
                  <a:pt x="161429" y="110299"/>
                </a:lnTo>
                <a:lnTo>
                  <a:pt x="161315" y="150050"/>
                </a:lnTo>
                <a:lnTo>
                  <a:pt x="160261" y="198678"/>
                </a:lnTo>
                <a:lnTo>
                  <a:pt x="160020" y="220980"/>
                </a:lnTo>
                <a:lnTo>
                  <a:pt x="181356" y="207264"/>
                </a:lnTo>
                <a:lnTo>
                  <a:pt x="181356" y="41148"/>
                </a:lnTo>
                <a:lnTo>
                  <a:pt x="300228" y="41148"/>
                </a:lnTo>
                <a:lnTo>
                  <a:pt x="300228" y="216408"/>
                </a:lnTo>
                <a:lnTo>
                  <a:pt x="321564" y="205740"/>
                </a:lnTo>
                <a:lnTo>
                  <a:pt x="320687" y="180340"/>
                </a:lnTo>
                <a:lnTo>
                  <a:pt x="320255" y="146735"/>
                </a:lnTo>
                <a:lnTo>
                  <a:pt x="320167" y="125260"/>
                </a:lnTo>
                <a:lnTo>
                  <a:pt x="320040" y="47244"/>
                </a:lnTo>
                <a:lnTo>
                  <a:pt x="329196" y="41148"/>
                </a:lnTo>
                <a:lnTo>
                  <a:pt x="333768" y="38100"/>
                </a:lnTo>
                <a:close/>
              </a:path>
              <a:path w="1521460" h="361950">
                <a:moveTo>
                  <a:pt x="356616" y="324612"/>
                </a:moveTo>
                <a:lnTo>
                  <a:pt x="348996" y="321564"/>
                </a:lnTo>
                <a:lnTo>
                  <a:pt x="344424" y="315468"/>
                </a:lnTo>
                <a:lnTo>
                  <a:pt x="342900" y="306324"/>
                </a:lnTo>
                <a:lnTo>
                  <a:pt x="340906" y="297802"/>
                </a:lnTo>
                <a:lnTo>
                  <a:pt x="339534" y="286562"/>
                </a:lnTo>
                <a:lnTo>
                  <a:pt x="339407" y="284988"/>
                </a:lnTo>
                <a:lnTo>
                  <a:pt x="338620" y="271614"/>
                </a:lnTo>
                <a:lnTo>
                  <a:pt x="338328" y="254508"/>
                </a:lnTo>
                <a:lnTo>
                  <a:pt x="330708" y="254508"/>
                </a:lnTo>
                <a:lnTo>
                  <a:pt x="327279" y="302094"/>
                </a:lnTo>
                <a:lnTo>
                  <a:pt x="318516" y="329184"/>
                </a:lnTo>
                <a:lnTo>
                  <a:pt x="271272" y="329184"/>
                </a:lnTo>
                <a:lnTo>
                  <a:pt x="265176" y="323088"/>
                </a:lnTo>
                <a:lnTo>
                  <a:pt x="265176" y="220980"/>
                </a:lnTo>
                <a:lnTo>
                  <a:pt x="275844" y="210312"/>
                </a:lnTo>
                <a:lnTo>
                  <a:pt x="243840" y="193548"/>
                </a:lnTo>
                <a:lnTo>
                  <a:pt x="244729" y="205003"/>
                </a:lnTo>
                <a:lnTo>
                  <a:pt x="245173" y="216598"/>
                </a:lnTo>
                <a:lnTo>
                  <a:pt x="245275" y="223316"/>
                </a:lnTo>
                <a:lnTo>
                  <a:pt x="245364" y="316992"/>
                </a:lnTo>
                <a:lnTo>
                  <a:pt x="247065" y="330123"/>
                </a:lnTo>
                <a:lnTo>
                  <a:pt x="252031" y="339661"/>
                </a:lnTo>
                <a:lnTo>
                  <a:pt x="260159" y="345503"/>
                </a:lnTo>
                <a:lnTo>
                  <a:pt x="271272" y="347472"/>
                </a:lnTo>
                <a:lnTo>
                  <a:pt x="323088" y="347472"/>
                </a:lnTo>
                <a:lnTo>
                  <a:pt x="333692" y="346049"/>
                </a:lnTo>
                <a:lnTo>
                  <a:pt x="342709" y="341757"/>
                </a:lnTo>
                <a:lnTo>
                  <a:pt x="350316" y="334619"/>
                </a:lnTo>
                <a:lnTo>
                  <a:pt x="353733" y="329184"/>
                </a:lnTo>
                <a:lnTo>
                  <a:pt x="356616" y="324612"/>
                </a:lnTo>
                <a:close/>
              </a:path>
              <a:path w="1521460" h="361950">
                <a:moveTo>
                  <a:pt x="528840" y="284480"/>
                </a:moveTo>
                <a:lnTo>
                  <a:pt x="504456" y="260350"/>
                </a:lnTo>
                <a:lnTo>
                  <a:pt x="486168" y="281940"/>
                </a:lnTo>
                <a:lnTo>
                  <a:pt x="475310" y="292100"/>
                </a:lnTo>
                <a:lnTo>
                  <a:pt x="463308" y="302260"/>
                </a:lnTo>
                <a:lnTo>
                  <a:pt x="437400" y="323850"/>
                </a:lnTo>
                <a:lnTo>
                  <a:pt x="422579" y="334010"/>
                </a:lnTo>
                <a:lnTo>
                  <a:pt x="406920" y="344170"/>
                </a:lnTo>
                <a:lnTo>
                  <a:pt x="409968" y="350520"/>
                </a:lnTo>
                <a:lnTo>
                  <a:pt x="430009" y="340360"/>
                </a:lnTo>
                <a:lnTo>
                  <a:pt x="453783" y="326390"/>
                </a:lnTo>
                <a:lnTo>
                  <a:pt x="481545" y="308610"/>
                </a:lnTo>
                <a:lnTo>
                  <a:pt x="513600" y="287020"/>
                </a:lnTo>
                <a:lnTo>
                  <a:pt x="528840" y="284480"/>
                </a:lnTo>
                <a:close/>
              </a:path>
              <a:path w="1521460" h="361950">
                <a:moveTo>
                  <a:pt x="694956" y="246380"/>
                </a:moveTo>
                <a:lnTo>
                  <a:pt x="688924" y="240030"/>
                </a:lnTo>
                <a:lnTo>
                  <a:pt x="685304" y="236220"/>
                </a:lnTo>
                <a:lnTo>
                  <a:pt x="666000" y="215900"/>
                </a:lnTo>
                <a:lnTo>
                  <a:pt x="646188" y="236220"/>
                </a:lnTo>
                <a:lnTo>
                  <a:pt x="458736" y="236220"/>
                </a:lnTo>
                <a:lnTo>
                  <a:pt x="475284" y="226060"/>
                </a:lnTo>
                <a:lnTo>
                  <a:pt x="490550" y="214630"/>
                </a:lnTo>
                <a:lnTo>
                  <a:pt x="504380" y="203200"/>
                </a:lnTo>
                <a:lnTo>
                  <a:pt x="516648" y="191770"/>
                </a:lnTo>
                <a:lnTo>
                  <a:pt x="525792" y="200660"/>
                </a:lnTo>
                <a:lnTo>
                  <a:pt x="542556" y="198120"/>
                </a:lnTo>
                <a:lnTo>
                  <a:pt x="640092" y="198120"/>
                </a:lnTo>
                <a:lnTo>
                  <a:pt x="633996" y="191770"/>
                </a:lnTo>
                <a:lnTo>
                  <a:pt x="630339" y="187960"/>
                </a:lnTo>
                <a:lnTo>
                  <a:pt x="615708" y="172720"/>
                </a:lnTo>
                <a:lnTo>
                  <a:pt x="600468" y="187960"/>
                </a:lnTo>
                <a:lnTo>
                  <a:pt x="519696" y="187960"/>
                </a:lnTo>
                <a:lnTo>
                  <a:pt x="526529" y="181610"/>
                </a:lnTo>
                <a:lnTo>
                  <a:pt x="533222" y="172720"/>
                </a:lnTo>
                <a:lnTo>
                  <a:pt x="539623" y="165100"/>
                </a:lnTo>
                <a:lnTo>
                  <a:pt x="545604" y="156210"/>
                </a:lnTo>
                <a:lnTo>
                  <a:pt x="552196" y="147320"/>
                </a:lnTo>
                <a:lnTo>
                  <a:pt x="558368" y="138430"/>
                </a:lnTo>
                <a:lnTo>
                  <a:pt x="564248" y="129540"/>
                </a:lnTo>
                <a:lnTo>
                  <a:pt x="569988" y="119380"/>
                </a:lnTo>
                <a:lnTo>
                  <a:pt x="583044" y="111760"/>
                </a:lnTo>
                <a:lnTo>
                  <a:pt x="585228" y="110490"/>
                </a:lnTo>
                <a:lnTo>
                  <a:pt x="577697" y="102870"/>
                </a:lnTo>
                <a:lnTo>
                  <a:pt x="563892" y="88900"/>
                </a:lnTo>
                <a:lnTo>
                  <a:pt x="548652" y="102870"/>
                </a:lnTo>
                <a:lnTo>
                  <a:pt x="493788" y="102870"/>
                </a:lnTo>
                <a:lnTo>
                  <a:pt x="500380" y="95250"/>
                </a:lnTo>
                <a:lnTo>
                  <a:pt x="506552" y="88900"/>
                </a:lnTo>
                <a:lnTo>
                  <a:pt x="512432" y="82550"/>
                </a:lnTo>
                <a:lnTo>
                  <a:pt x="518172" y="78740"/>
                </a:lnTo>
                <a:lnTo>
                  <a:pt x="489216" y="62230"/>
                </a:lnTo>
                <a:lnTo>
                  <a:pt x="483514" y="77470"/>
                </a:lnTo>
                <a:lnTo>
                  <a:pt x="475691" y="93980"/>
                </a:lnTo>
                <a:lnTo>
                  <a:pt x="454164" y="129540"/>
                </a:lnTo>
                <a:lnTo>
                  <a:pt x="428066" y="162560"/>
                </a:lnTo>
                <a:lnTo>
                  <a:pt x="400824" y="190500"/>
                </a:lnTo>
                <a:lnTo>
                  <a:pt x="403872" y="194310"/>
                </a:lnTo>
                <a:lnTo>
                  <a:pt x="413867" y="186690"/>
                </a:lnTo>
                <a:lnTo>
                  <a:pt x="423303" y="180340"/>
                </a:lnTo>
                <a:lnTo>
                  <a:pt x="432155" y="171450"/>
                </a:lnTo>
                <a:lnTo>
                  <a:pt x="440448" y="163830"/>
                </a:lnTo>
                <a:lnTo>
                  <a:pt x="445604" y="171450"/>
                </a:lnTo>
                <a:lnTo>
                  <a:pt x="449783" y="180340"/>
                </a:lnTo>
                <a:lnTo>
                  <a:pt x="453085" y="187960"/>
                </a:lnTo>
                <a:lnTo>
                  <a:pt x="455688" y="195580"/>
                </a:lnTo>
                <a:lnTo>
                  <a:pt x="457212" y="205740"/>
                </a:lnTo>
                <a:lnTo>
                  <a:pt x="458736" y="208280"/>
                </a:lnTo>
                <a:lnTo>
                  <a:pt x="464832" y="208280"/>
                </a:lnTo>
                <a:lnTo>
                  <a:pt x="472452" y="200660"/>
                </a:lnTo>
                <a:lnTo>
                  <a:pt x="473976" y="195580"/>
                </a:lnTo>
                <a:lnTo>
                  <a:pt x="473976" y="190500"/>
                </a:lnTo>
                <a:lnTo>
                  <a:pt x="445020" y="160020"/>
                </a:lnTo>
                <a:lnTo>
                  <a:pt x="453593" y="152400"/>
                </a:lnTo>
                <a:lnTo>
                  <a:pt x="461022" y="144780"/>
                </a:lnTo>
                <a:lnTo>
                  <a:pt x="467309" y="137160"/>
                </a:lnTo>
                <a:lnTo>
                  <a:pt x="472452" y="130810"/>
                </a:lnTo>
                <a:lnTo>
                  <a:pt x="480491" y="139700"/>
                </a:lnTo>
                <a:lnTo>
                  <a:pt x="486549" y="148590"/>
                </a:lnTo>
                <a:lnTo>
                  <a:pt x="490880" y="156210"/>
                </a:lnTo>
                <a:lnTo>
                  <a:pt x="493788" y="163830"/>
                </a:lnTo>
                <a:lnTo>
                  <a:pt x="498360" y="172720"/>
                </a:lnTo>
                <a:lnTo>
                  <a:pt x="502932" y="172720"/>
                </a:lnTo>
                <a:lnTo>
                  <a:pt x="504456" y="171450"/>
                </a:lnTo>
                <a:lnTo>
                  <a:pt x="510552" y="163830"/>
                </a:lnTo>
                <a:lnTo>
                  <a:pt x="510552" y="149860"/>
                </a:lnTo>
                <a:lnTo>
                  <a:pt x="487540" y="130810"/>
                </a:lnTo>
                <a:lnTo>
                  <a:pt x="477024" y="125730"/>
                </a:lnTo>
                <a:lnTo>
                  <a:pt x="486168" y="116840"/>
                </a:lnTo>
                <a:lnTo>
                  <a:pt x="489216" y="111760"/>
                </a:lnTo>
                <a:lnTo>
                  <a:pt x="547128" y="111760"/>
                </a:lnTo>
                <a:lnTo>
                  <a:pt x="518553" y="163830"/>
                </a:lnTo>
                <a:lnTo>
                  <a:pt x="483120" y="203200"/>
                </a:lnTo>
                <a:lnTo>
                  <a:pt x="441972" y="234950"/>
                </a:lnTo>
                <a:lnTo>
                  <a:pt x="396252" y="261620"/>
                </a:lnTo>
                <a:lnTo>
                  <a:pt x="399300" y="266700"/>
                </a:lnTo>
                <a:lnTo>
                  <a:pt x="413016" y="259080"/>
                </a:lnTo>
                <a:lnTo>
                  <a:pt x="454164" y="240030"/>
                </a:lnTo>
                <a:lnTo>
                  <a:pt x="463308" y="248920"/>
                </a:lnTo>
                <a:lnTo>
                  <a:pt x="475500" y="246380"/>
                </a:lnTo>
                <a:lnTo>
                  <a:pt x="563892" y="246380"/>
                </a:lnTo>
                <a:lnTo>
                  <a:pt x="563892" y="323850"/>
                </a:lnTo>
                <a:lnTo>
                  <a:pt x="560844" y="328930"/>
                </a:lnTo>
                <a:lnTo>
                  <a:pt x="553224" y="328930"/>
                </a:lnTo>
                <a:lnTo>
                  <a:pt x="546938" y="327660"/>
                </a:lnTo>
                <a:lnTo>
                  <a:pt x="537222" y="327660"/>
                </a:lnTo>
                <a:lnTo>
                  <a:pt x="524078" y="326390"/>
                </a:lnTo>
                <a:lnTo>
                  <a:pt x="507504" y="323850"/>
                </a:lnTo>
                <a:lnTo>
                  <a:pt x="507504" y="330200"/>
                </a:lnTo>
                <a:lnTo>
                  <a:pt x="526669" y="337820"/>
                </a:lnTo>
                <a:lnTo>
                  <a:pt x="540842" y="345440"/>
                </a:lnTo>
                <a:lnTo>
                  <a:pt x="550151" y="353060"/>
                </a:lnTo>
                <a:lnTo>
                  <a:pt x="554748" y="361950"/>
                </a:lnTo>
                <a:lnTo>
                  <a:pt x="567867" y="355600"/>
                </a:lnTo>
                <a:lnTo>
                  <a:pt x="577418" y="346710"/>
                </a:lnTo>
                <a:lnTo>
                  <a:pt x="583247" y="336550"/>
                </a:lnTo>
                <a:lnTo>
                  <a:pt x="584428" y="328930"/>
                </a:lnTo>
                <a:lnTo>
                  <a:pt x="585228" y="323850"/>
                </a:lnTo>
                <a:lnTo>
                  <a:pt x="585228" y="246380"/>
                </a:lnTo>
                <a:lnTo>
                  <a:pt x="694956" y="246380"/>
                </a:lnTo>
                <a:close/>
              </a:path>
              <a:path w="1521460" h="361950">
                <a:moveTo>
                  <a:pt x="711720" y="327660"/>
                </a:moveTo>
                <a:lnTo>
                  <a:pt x="692569" y="304800"/>
                </a:lnTo>
                <a:lnTo>
                  <a:pt x="684288" y="299720"/>
                </a:lnTo>
                <a:lnTo>
                  <a:pt x="673430" y="293370"/>
                </a:lnTo>
                <a:lnTo>
                  <a:pt x="659142" y="285750"/>
                </a:lnTo>
                <a:lnTo>
                  <a:pt x="641426" y="276860"/>
                </a:lnTo>
                <a:lnTo>
                  <a:pt x="620280" y="267970"/>
                </a:lnTo>
                <a:lnTo>
                  <a:pt x="617232" y="271780"/>
                </a:lnTo>
                <a:lnTo>
                  <a:pt x="643331" y="290830"/>
                </a:lnTo>
                <a:lnTo>
                  <a:pt x="653440" y="299720"/>
                </a:lnTo>
                <a:lnTo>
                  <a:pt x="683501" y="330200"/>
                </a:lnTo>
                <a:lnTo>
                  <a:pt x="690384" y="339090"/>
                </a:lnTo>
                <a:lnTo>
                  <a:pt x="701052" y="350520"/>
                </a:lnTo>
                <a:lnTo>
                  <a:pt x="705624" y="350520"/>
                </a:lnTo>
                <a:lnTo>
                  <a:pt x="708672" y="344170"/>
                </a:lnTo>
                <a:lnTo>
                  <a:pt x="711720" y="335280"/>
                </a:lnTo>
                <a:lnTo>
                  <a:pt x="711720" y="327660"/>
                </a:lnTo>
                <a:close/>
              </a:path>
              <a:path w="1521460" h="361950">
                <a:moveTo>
                  <a:pt x="746772" y="58420"/>
                </a:moveTo>
                <a:lnTo>
                  <a:pt x="745604" y="57150"/>
                </a:lnTo>
                <a:lnTo>
                  <a:pt x="737476" y="48260"/>
                </a:lnTo>
                <a:lnTo>
                  <a:pt x="722388" y="31750"/>
                </a:lnTo>
                <a:lnTo>
                  <a:pt x="705624" y="48260"/>
                </a:lnTo>
                <a:lnTo>
                  <a:pt x="583704" y="48260"/>
                </a:lnTo>
                <a:lnTo>
                  <a:pt x="586752" y="46990"/>
                </a:lnTo>
                <a:lnTo>
                  <a:pt x="592848" y="38100"/>
                </a:lnTo>
                <a:lnTo>
                  <a:pt x="594372" y="33020"/>
                </a:lnTo>
                <a:lnTo>
                  <a:pt x="594372" y="25400"/>
                </a:lnTo>
                <a:lnTo>
                  <a:pt x="591324" y="22860"/>
                </a:lnTo>
                <a:lnTo>
                  <a:pt x="588276" y="17780"/>
                </a:lnTo>
                <a:lnTo>
                  <a:pt x="583387" y="13970"/>
                </a:lnTo>
                <a:lnTo>
                  <a:pt x="575513" y="10160"/>
                </a:lnTo>
                <a:lnTo>
                  <a:pt x="564476" y="5080"/>
                </a:lnTo>
                <a:lnTo>
                  <a:pt x="550176" y="0"/>
                </a:lnTo>
                <a:lnTo>
                  <a:pt x="548652" y="3810"/>
                </a:lnTo>
                <a:lnTo>
                  <a:pt x="556983" y="11430"/>
                </a:lnTo>
                <a:lnTo>
                  <a:pt x="563892" y="20320"/>
                </a:lnTo>
                <a:lnTo>
                  <a:pt x="569645" y="27940"/>
                </a:lnTo>
                <a:lnTo>
                  <a:pt x="574560" y="35560"/>
                </a:lnTo>
                <a:lnTo>
                  <a:pt x="577608" y="43180"/>
                </a:lnTo>
                <a:lnTo>
                  <a:pt x="579132" y="48260"/>
                </a:lnTo>
                <a:lnTo>
                  <a:pt x="445020" y="48260"/>
                </a:lnTo>
                <a:lnTo>
                  <a:pt x="445020" y="33020"/>
                </a:lnTo>
                <a:lnTo>
                  <a:pt x="438924" y="33020"/>
                </a:lnTo>
                <a:lnTo>
                  <a:pt x="436067" y="46990"/>
                </a:lnTo>
                <a:lnTo>
                  <a:pt x="432066" y="58420"/>
                </a:lnTo>
                <a:lnTo>
                  <a:pt x="426923" y="67310"/>
                </a:lnTo>
                <a:lnTo>
                  <a:pt x="420636" y="73660"/>
                </a:lnTo>
                <a:lnTo>
                  <a:pt x="414540" y="80010"/>
                </a:lnTo>
                <a:lnTo>
                  <a:pt x="409968" y="86360"/>
                </a:lnTo>
                <a:lnTo>
                  <a:pt x="409968" y="91440"/>
                </a:lnTo>
                <a:lnTo>
                  <a:pt x="414540" y="95250"/>
                </a:lnTo>
                <a:lnTo>
                  <a:pt x="416064" y="99060"/>
                </a:lnTo>
                <a:lnTo>
                  <a:pt x="420636" y="100330"/>
                </a:lnTo>
                <a:lnTo>
                  <a:pt x="428256" y="96520"/>
                </a:lnTo>
                <a:lnTo>
                  <a:pt x="434352" y="95250"/>
                </a:lnTo>
                <a:lnTo>
                  <a:pt x="445020" y="57150"/>
                </a:lnTo>
                <a:lnTo>
                  <a:pt x="705624" y="57150"/>
                </a:lnTo>
                <a:lnTo>
                  <a:pt x="690384" y="86360"/>
                </a:lnTo>
                <a:lnTo>
                  <a:pt x="694956" y="88900"/>
                </a:lnTo>
                <a:lnTo>
                  <a:pt x="702017" y="81280"/>
                </a:lnTo>
                <a:lnTo>
                  <a:pt x="709244" y="76200"/>
                </a:lnTo>
                <a:lnTo>
                  <a:pt x="716165" y="69850"/>
                </a:lnTo>
                <a:lnTo>
                  <a:pt x="722388" y="66040"/>
                </a:lnTo>
                <a:lnTo>
                  <a:pt x="728980" y="63500"/>
                </a:lnTo>
                <a:lnTo>
                  <a:pt x="735152" y="60960"/>
                </a:lnTo>
                <a:lnTo>
                  <a:pt x="746772" y="58420"/>
                </a:lnTo>
                <a:close/>
              </a:path>
              <a:path w="1521460" h="361950">
                <a:moveTo>
                  <a:pt x="748296" y="214630"/>
                </a:moveTo>
                <a:lnTo>
                  <a:pt x="710361" y="204470"/>
                </a:lnTo>
                <a:lnTo>
                  <a:pt x="664591" y="181610"/>
                </a:lnTo>
                <a:lnTo>
                  <a:pt x="652284" y="171450"/>
                </a:lnTo>
                <a:lnTo>
                  <a:pt x="656132" y="167640"/>
                </a:lnTo>
                <a:lnTo>
                  <a:pt x="662546" y="161290"/>
                </a:lnTo>
                <a:lnTo>
                  <a:pt x="672668" y="151130"/>
                </a:lnTo>
                <a:lnTo>
                  <a:pt x="682498" y="142240"/>
                </a:lnTo>
                <a:lnTo>
                  <a:pt x="691908" y="133350"/>
                </a:lnTo>
                <a:lnTo>
                  <a:pt x="701027" y="125730"/>
                </a:lnTo>
                <a:lnTo>
                  <a:pt x="710006" y="119380"/>
                </a:lnTo>
                <a:lnTo>
                  <a:pt x="718693" y="115570"/>
                </a:lnTo>
                <a:lnTo>
                  <a:pt x="726960" y="111760"/>
                </a:lnTo>
                <a:lnTo>
                  <a:pt x="717969" y="102870"/>
                </a:lnTo>
                <a:lnTo>
                  <a:pt x="702576" y="87630"/>
                </a:lnTo>
                <a:lnTo>
                  <a:pt x="687336" y="102870"/>
                </a:lnTo>
                <a:lnTo>
                  <a:pt x="687336" y="111760"/>
                </a:lnTo>
                <a:lnTo>
                  <a:pt x="677926" y="125730"/>
                </a:lnTo>
                <a:lnTo>
                  <a:pt x="668096" y="139700"/>
                </a:lnTo>
                <a:lnTo>
                  <a:pt x="657974" y="153670"/>
                </a:lnTo>
                <a:lnTo>
                  <a:pt x="647712" y="167640"/>
                </a:lnTo>
                <a:lnTo>
                  <a:pt x="636587" y="156210"/>
                </a:lnTo>
                <a:lnTo>
                  <a:pt x="626186" y="143510"/>
                </a:lnTo>
                <a:lnTo>
                  <a:pt x="616635" y="128270"/>
                </a:lnTo>
                <a:lnTo>
                  <a:pt x="608088" y="111760"/>
                </a:lnTo>
                <a:lnTo>
                  <a:pt x="687336" y="111760"/>
                </a:lnTo>
                <a:lnTo>
                  <a:pt x="687336" y="102870"/>
                </a:lnTo>
                <a:lnTo>
                  <a:pt x="605040" y="102870"/>
                </a:lnTo>
                <a:lnTo>
                  <a:pt x="602513" y="97790"/>
                </a:lnTo>
                <a:lnTo>
                  <a:pt x="599706" y="92710"/>
                </a:lnTo>
                <a:lnTo>
                  <a:pt x="596887" y="86360"/>
                </a:lnTo>
                <a:lnTo>
                  <a:pt x="594372" y="78740"/>
                </a:lnTo>
                <a:lnTo>
                  <a:pt x="588276" y="80010"/>
                </a:lnTo>
                <a:lnTo>
                  <a:pt x="605612" y="129540"/>
                </a:lnTo>
                <a:lnTo>
                  <a:pt x="630948" y="171450"/>
                </a:lnTo>
                <a:lnTo>
                  <a:pt x="666381" y="207010"/>
                </a:lnTo>
                <a:lnTo>
                  <a:pt x="717816" y="240030"/>
                </a:lnTo>
                <a:lnTo>
                  <a:pt x="723214" y="232410"/>
                </a:lnTo>
                <a:lnTo>
                  <a:pt x="730199" y="226060"/>
                </a:lnTo>
                <a:lnTo>
                  <a:pt x="738593" y="222250"/>
                </a:lnTo>
                <a:lnTo>
                  <a:pt x="748296" y="218440"/>
                </a:lnTo>
                <a:lnTo>
                  <a:pt x="748296" y="214630"/>
                </a:lnTo>
                <a:close/>
              </a:path>
              <a:path w="1521460" h="361950">
                <a:moveTo>
                  <a:pt x="984516" y="118872"/>
                </a:moveTo>
                <a:lnTo>
                  <a:pt x="978535" y="114300"/>
                </a:lnTo>
                <a:lnTo>
                  <a:pt x="958608" y="99060"/>
                </a:lnTo>
                <a:lnTo>
                  <a:pt x="950988" y="111760"/>
                </a:lnTo>
                <a:lnTo>
                  <a:pt x="950988" y="123444"/>
                </a:lnTo>
                <a:lnTo>
                  <a:pt x="950988" y="228600"/>
                </a:lnTo>
                <a:lnTo>
                  <a:pt x="864120" y="228600"/>
                </a:lnTo>
                <a:lnTo>
                  <a:pt x="864120" y="123444"/>
                </a:lnTo>
                <a:lnTo>
                  <a:pt x="950988" y="123444"/>
                </a:lnTo>
                <a:lnTo>
                  <a:pt x="950988" y="111760"/>
                </a:lnTo>
                <a:lnTo>
                  <a:pt x="949464" y="114300"/>
                </a:lnTo>
                <a:lnTo>
                  <a:pt x="865644" y="114300"/>
                </a:lnTo>
                <a:lnTo>
                  <a:pt x="841260" y="102108"/>
                </a:lnTo>
                <a:lnTo>
                  <a:pt x="842137" y="124447"/>
                </a:lnTo>
                <a:lnTo>
                  <a:pt x="842594" y="145923"/>
                </a:lnTo>
                <a:lnTo>
                  <a:pt x="842759" y="166839"/>
                </a:lnTo>
                <a:lnTo>
                  <a:pt x="842645" y="224028"/>
                </a:lnTo>
                <a:lnTo>
                  <a:pt x="842594" y="231267"/>
                </a:lnTo>
                <a:lnTo>
                  <a:pt x="842137" y="255612"/>
                </a:lnTo>
                <a:lnTo>
                  <a:pt x="841260" y="281940"/>
                </a:lnTo>
                <a:lnTo>
                  <a:pt x="864120" y="274320"/>
                </a:lnTo>
                <a:lnTo>
                  <a:pt x="864120" y="239268"/>
                </a:lnTo>
                <a:lnTo>
                  <a:pt x="950988" y="239268"/>
                </a:lnTo>
                <a:lnTo>
                  <a:pt x="950988" y="266700"/>
                </a:lnTo>
                <a:lnTo>
                  <a:pt x="973848" y="257556"/>
                </a:lnTo>
                <a:lnTo>
                  <a:pt x="973607" y="240080"/>
                </a:lnTo>
                <a:lnTo>
                  <a:pt x="973582" y="239268"/>
                </a:lnTo>
                <a:lnTo>
                  <a:pt x="973226" y="228600"/>
                </a:lnTo>
                <a:lnTo>
                  <a:pt x="972553" y="209130"/>
                </a:lnTo>
                <a:lnTo>
                  <a:pt x="972324" y="195072"/>
                </a:lnTo>
                <a:lnTo>
                  <a:pt x="972324" y="129540"/>
                </a:lnTo>
                <a:lnTo>
                  <a:pt x="979284" y="123444"/>
                </a:lnTo>
                <a:lnTo>
                  <a:pt x="984516" y="118872"/>
                </a:lnTo>
                <a:close/>
              </a:path>
              <a:path w="1521460" h="361950">
                <a:moveTo>
                  <a:pt x="1143012" y="51816"/>
                </a:moveTo>
                <a:lnTo>
                  <a:pt x="1111008" y="19812"/>
                </a:lnTo>
                <a:lnTo>
                  <a:pt x="1088148" y="42672"/>
                </a:lnTo>
                <a:lnTo>
                  <a:pt x="786396" y="42672"/>
                </a:lnTo>
                <a:lnTo>
                  <a:pt x="800112" y="56388"/>
                </a:lnTo>
                <a:lnTo>
                  <a:pt x="808393" y="54394"/>
                </a:lnTo>
                <a:lnTo>
                  <a:pt x="817257" y="52959"/>
                </a:lnTo>
                <a:lnTo>
                  <a:pt x="826681" y="52108"/>
                </a:lnTo>
                <a:lnTo>
                  <a:pt x="836688" y="51816"/>
                </a:lnTo>
                <a:lnTo>
                  <a:pt x="1048524" y="51816"/>
                </a:lnTo>
                <a:lnTo>
                  <a:pt x="1048524" y="295656"/>
                </a:lnTo>
                <a:lnTo>
                  <a:pt x="1048207" y="305422"/>
                </a:lnTo>
                <a:lnTo>
                  <a:pt x="1044905" y="312039"/>
                </a:lnTo>
                <a:lnTo>
                  <a:pt x="1038440" y="315810"/>
                </a:lnTo>
                <a:lnTo>
                  <a:pt x="1028712" y="316992"/>
                </a:lnTo>
                <a:lnTo>
                  <a:pt x="982992" y="312420"/>
                </a:lnTo>
                <a:lnTo>
                  <a:pt x="982992" y="320040"/>
                </a:lnTo>
                <a:lnTo>
                  <a:pt x="1005014" y="327240"/>
                </a:lnTo>
                <a:lnTo>
                  <a:pt x="1020902" y="335280"/>
                </a:lnTo>
                <a:lnTo>
                  <a:pt x="1030782" y="344474"/>
                </a:lnTo>
                <a:lnTo>
                  <a:pt x="1034808" y="355092"/>
                </a:lnTo>
                <a:lnTo>
                  <a:pt x="1050569" y="346544"/>
                </a:lnTo>
                <a:lnTo>
                  <a:pt x="1061478" y="334708"/>
                </a:lnTo>
                <a:lnTo>
                  <a:pt x="1067803" y="319735"/>
                </a:lnTo>
                <a:lnTo>
                  <a:pt x="1068120" y="316992"/>
                </a:lnTo>
                <a:lnTo>
                  <a:pt x="1069860" y="301752"/>
                </a:lnTo>
                <a:lnTo>
                  <a:pt x="1069860" y="51816"/>
                </a:lnTo>
                <a:lnTo>
                  <a:pt x="1143012" y="51816"/>
                </a:lnTo>
                <a:close/>
              </a:path>
              <a:path w="1521460" h="361950">
                <a:moveTo>
                  <a:pt x="1377696" y="190512"/>
                </a:moveTo>
                <a:lnTo>
                  <a:pt x="1351788" y="160032"/>
                </a:lnTo>
                <a:lnTo>
                  <a:pt x="1330452" y="181368"/>
                </a:lnTo>
                <a:lnTo>
                  <a:pt x="1293876" y="181368"/>
                </a:lnTo>
                <a:lnTo>
                  <a:pt x="1293876" y="96024"/>
                </a:lnTo>
                <a:lnTo>
                  <a:pt x="1363980" y="96024"/>
                </a:lnTo>
                <a:lnTo>
                  <a:pt x="1355801" y="86880"/>
                </a:lnTo>
                <a:lnTo>
                  <a:pt x="1338072" y="67068"/>
                </a:lnTo>
                <a:lnTo>
                  <a:pt x="1316736" y="86880"/>
                </a:lnTo>
                <a:lnTo>
                  <a:pt x="1245108" y="86880"/>
                </a:lnTo>
                <a:lnTo>
                  <a:pt x="1249946" y="74853"/>
                </a:lnTo>
                <a:lnTo>
                  <a:pt x="1255204" y="61544"/>
                </a:lnTo>
                <a:lnTo>
                  <a:pt x="1260754" y="46799"/>
                </a:lnTo>
                <a:lnTo>
                  <a:pt x="1266444" y="30492"/>
                </a:lnTo>
                <a:lnTo>
                  <a:pt x="1278636" y="24396"/>
                </a:lnTo>
                <a:lnTo>
                  <a:pt x="1246632" y="7632"/>
                </a:lnTo>
                <a:lnTo>
                  <a:pt x="1244638" y="22491"/>
                </a:lnTo>
                <a:lnTo>
                  <a:pt x="1240917" y="39636"/>
                </a:lnTo>
                <a:lnTo>
                  <a:pt x="1228344" y="80784"/>
                </a:lnTo>
                <a:lnTo>
                  <a:pt x="1212532" y="122694"/>
                </a:lnTo>
                <a:lnTo>
                  <a:pt x="1193292" y="160032"/>
                </a:lnTo>
                <a:lnTo>
                  <a:pt x="1197864" y="163080"/>
                </a:lnTo>
                <a:lnTo>
                  <a:pt x="1209281" y="150241"/>
                </a:lnTo>
                <a:lnTo>
                  <a:pt x="1220533" y="134696"/>
                </a:lnTo>
                <a:lnTo>
                  <a:pt x="1231519" y="116573"/>
                </a:lnTo>
                <a:lnTo>
                  <a:pt x="1242060" y="96024"/>
                </a:lnTo>
                <a:lnTo>
                  <a:pt x="1272540" y="96024"/>
                </a:lnTo>
                <a:lnTo>
                  <a:pt x="1272540" y="181368"/>
                </a:lnTo>
                <a:lnTo>
                  <a:pt x="1182624" y="181368"/>
                </a:lnTo>
                <a:lnTo>
                  <a:pt x="1196340" y="195084"/>
                </a:lnTo>
                <a:lnTo>
                  <a:pt x="1204633" y="193078"/>
                </a:lnTo>
                <a:lnTo>
                  <a:pt x="1213485" y="191655"/>
                </a:lnTo>
                <a:lnTo>
                  <a:pt x="1222921" y="190792"/>
                </a:lnTo>
                <a:lnTo>
                  <a:pt x="1232916" y="190512"/>
                </a:lnTo>
                <a:lnTo>
                  <a:pt x="1272540" y="190512"/>
                </a:lnTo>
                <a:lnTo>
                  <a:pt x="1264539" y="238518"/>
                </a:lnTo>
                <a:lnTo>
                  <a:pt x="1245108" y="281952"/>
                </a:lnTo>
                <a:lnTo>
                  <a:pt x="1217866" y="321195"/>
                </a:lnTo>
                <a:lnTo>
                  <a:pt x="1182624" y="353580"/>
                </a:lnTo>
                <a:lnTo>
                  <a:pt x="1185672" y="358152"/>
                </a:lnTo>
                <a:lnTo>
                  <a:pt x="1217676" y="337388"/>
                </a:lnTo>
                <a:lnTo>
                  <a:pt x="1245108" y="310908"/>
                </a:lnTo>
                <a:lnTo>
                  <a:pt x="1269301" y="276428"/>
                </a:lnTo>
                <a:lnTo>
                  <a:pt x="1287780" y="231660"/>
                </a:lnTo>
                <a:lnTo>
                  <a:pt x="1299768" y="243941"/>
                </a:lnTo>
                <a:lnTo>
                  <a:pt x="1327404" y="277380"/>
                </a:lnTo>
                <a:lnTo>
                  <a:pt x="1347216" y="315480"/>
                </a:lnTo>
                <a:lnTo>
                  <a:pt x="1351788" y="324624"/>
                </a:lnTo>
                <a:lnTo>
                  <a:pt x="1356360" y="324624"/>
                </a:lnTo>
                <a:lnTo>
                  <a:pt x="1363980" y="309384"/>
                </a:lnTo>
                <a:lnTo>
                  <a:pt x="1365504" y="303288"/>
                </a:lnTo>
                <a:lnTo>
                  <a:pt x="1365504" y="292620"/>
                </a:lnTo>
                <a:lnTo>
                  <a:pt x="1337310" y="257568"/>
                </a:lnTo>
                <a:lnTo>
                  <a:pt x="1300530" y="231660"/>
                </a:lnTo>
                <a:lnTo>
                  <a:pt x="1289304" y="224040"/>
                </a:lnTo>
                <a:lnTo>
                  <a:pt x="1290434" y="215150"/>
                </a:lnTo>
                <a:lnTo>
                  <a:pt x="1291399" y="206705"/>
                </a:lnTo>
                <a:lnTo>
                  <a:pt x="1292098" y="198526"/>
                </a:lnTo>
                <a:lnTo>
                  <a:pt x="1292352" y="190512"/>
                </a:lnTo>
                <a:lnTo>
                  <a:pt x="1377696" y="190512"/>
                </a:lnTo>
                <a:close/>
              </a:path>
              <a:path w="1521460" h="361950">
                <a:moveTo>
                  <a:pt x="1520952" y="86880"/>
                </a:moveTo>
                <a:lnTo>
                  <a:pt x="1517205" y="83832"/>
                </a:lnTo>
                <a:lnTo>
                  <a:pt x="1496568" y="67068"/>
                </a:lnTo>
                <a:lnTo>
                  <a:pt x="1487424" y="79641"/>
                </a:lnTo>
                <a:lnTo>
                  <a:pt x="1487424" y="92976"/>
                </a:lnTo>
                <a:lnTo>
                  <a:pt x="1487424" y="281952"/>
                </a:lnTo>
                <a:lnTo>
                  <a:pt x="1408176" y="281952"/>
                </a:lnTo>
                <a:lnTo>
                  <a:pt x="1408176" y="92976"/>
                </a:lnTo>
                <a:lnTo>
                  <a:pt x="1487424" y="92976"/>
                </a:lnTo>
                <a:lnTo>
                  <a:pt x="1487424" y="79641"/>
                </a:lnTo>
                <a:lnTo>
                  <a:pt x="1484376" y="83832"/>
                </a:lnTo>
                <a:lnTo>
                  <a:pt x="1408176" y="83832"/>
                </a:lnTo>
                <a:lnTo>
                  <a:pt x="1386840" y="68592"/>
                </a:lnTo>
                <a:lnTo>
                  <a:pt x="1387716" y="86880"/>
                </a:lnTo>
                <a:lnTo>
                  <a:pt x="1388173" y="115646"/>
                </a:lnTo>
                <a:lnTo>
                  <a:pt x="1388351" y="154101"/>
                </a:lnTo>
                <a:lnTo>
                  <a:pt x="1388224" y="281952"/>
                </a:lnTo>
                <a:lnTo>
                  <a:pt x="1388173" y="291858"/>
                </a:lnTo>
                <a:lnTo>
                  <a:pt x="1387729" y="321005"/>
                </a:lnTo>
                <a:lnTo>
                  <a:pt x="1386840" y="339864"/>
                </a:lnTo>
                <a:lnTo>
                  <a:pt x="1408176" y="330720"/>
                </a:lnTo>
                <a:lnTo>
                  <a:pt x="1408176" y="291096"/>
                </a:lnTo>
                <a:lnTo>
                  <a:pt x="1487424" y="291096"/>
                </a:lnTo>
                <a:lnTo>
                  <a:pt x="1487424" y="338340"/>
                </a:lnTo>
                <a:lnTo>
                  <a:pt x="1508760" y="329196"/>
                </a:lnTo>
                <a:lnTo>
                  <a:pt x="1508607" y="306705"/>
                </a:lnTo>
                <a:lnTo>
                  <a:pt x="1508442" y="291096"/>
                </a:lnTo>
                <a:lnTo>
                  <a:pt x="1508340" y="281952"/>
                </a:lnTo>
                <a:lnTo>
                  <a:pt x="1507782" y="225831"/>
                </a:lnTo>
                <a:lnTo>
                  <a:pt x="1507401" y="167576"/>
                </a:lnTo>
                <a:lnTo>
                  <a:pt x="1507236" y="97548"/>
                </a:lnTo>
                <a:lnTo>
                  <a:pt x="1513116" y="92976"/>
                </a:lnTo>
                <a:lnTo>
                  <a:pt x="1520952" y="8688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2" name="object 132"/>
          <p:cNvSpPr/>
          <p:nvPr/>
        </p:nvSpPr>
        <p:spPr>
          <a:xfrm>
            <a:off x="3759707" y="6679691"/>
            <a:ext cx="60960" cy="105410"/>
          </a:xfrm>
          <a:custGeom>
            <a:avLst/>
            <a:gdLst/>
            <a:ahLst/>
            <a:cxnLst/>
            <a:rect l="l" t="t" r="r" b="b"/>
            <a:pathLst>
              <a:path w="60960" h="105409">
                <a:moveTo>
                  <a:pt x="9144" y="105156"/>
                </a:moveTo>
                <a:lnTo>
                  <a:pt x="0" y="105156"/>
                </a:lnTo>
                <a:lnTo>
                  <a:pt x="0" y="103632"/>
                </a:lnTo>
                <a:lnTo>
                  <a:pt x="1524" y="102108"/>
                </a:lnTo>
                <a:lnTo>
                  <a:pt x="4572" y="100584"/>
                </a:lnTo>
                <a:lnTo>
                  <a:pt x="16764" y="88392"/>
                </a:lnTo>
                <a:lnTo>
                  <a:pt x="36576" y="51816"/>
                </a:lnTo>
                <a:lnTo>
                  <a:pt x="27432" y="51816"/>
                </a:lnTo>
                <a:lnTo>
                  <a:pt x="19812" y="50292"/>
                </a:lnTo>
                <a:lnTo>
                  <a:pt x="16764" y="47244"/>
                </a:lnTo>
                <a:lnTo>
                  <a:pt x="12192" y="44196"/>
                </a:lnTo>
                <a:lnTo>
                  <a:pt x="9144" y="39624"/>
                </a:lnTo>
                <a:lnTo>
                  <a:pt x="7620" y="35052"/>
                </a:lnTo>
                <a:lnTo>
                  <a:pt x="6096" y="28956"/>
                </a:lnTo>
                <a:lnTo>
                  <a:pt x="6096" y="24384"/>
                </a:lnTo>
                <a:lnTo>
                  <a:pt x="7620" y="19812"/>
                </a:lnTo>
                <a:lnTo>
                  <a:pt x="7620" y="15240"/>
                </a:lnTo>
                <a:lnTo>
                  <a:pt x="12192" y="10668"/>
                </a:lnTo>
                <a:lnTo>
                  <a:pt x="24384" y="1524"/>
                </a:lnTo>
                <a:lnTo>
                  <a:pt x="32004" y="0"/>
                </a:lnTo>
                <a:lnTo>
                  <a:pt x="41148" y="1524"/>
                </a:lnTo>
                <a:lnTo>
                  <a:pt x="50292" y="4572"/>
                </a:lnTo>
                <a:lnTo>
                  <a:pt x="54864" y="7620"/>
                </a:lnTo>
                <a:lnTo>
                  <a:pt x="57912" y="13716"/>
                </a:lnTo>
                <a:lnTo>
                  <a:pt x="59436" y="19812"/>
                </a:lnTo>
                <a:lnTo>
                  <a:pt x="60960" y="24384"/>
                </a:lnTo>
                <a:lnTo>
                  <a:pt x="60960" y="36576"/>
                </a:lnTo>
                <a:lnTo>
                  <a:pt x="59436" y="44196"/>
                </a:lnTo>
                <a:lnTo>
                  <a:pt x="35052" y="85344"/>
                </a:lnTo>
                <a:lnTo>
                  <a:pt x="14906" y="103131"/>
                </a:lnTo>
                <a:lnTo>
                  <a:pt x="9144" y="10515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3" name="object 133"/>
          <p:cNvSpPr/>
          <p:nvPr/>
        </p:nvSpPr>
        <p:spPr>
          <a:xfrm>
            <a:off x="4116311" y="6454152"/>
            <a:ext cx="1140460" cy="356870"/>
          </a:xfrm>
          <a:custGeom>
            <a:avLst/>
            <a:gdLst/>
            <a:ahLst/>
            <a:cxnLst/>
            <a:rect l="l" t="t" r="r" b="b"/>
            <a:pathLst>
              <a:path w="1140460" h="356870">
                <a:moveTo>
                  <a:pt x="170688" y="62484"/>
                </a:moveTo>
                <a:lnTo>
                  <a:pt x="144780" y="41148"/>
                </a:lnTo>
                <a:lnTo>
                  <a:pt x="132588" y="56388"/>
                </a:lnTo>
                <a:lnTo>
                  <a:pt x="10668" y="56388"/>
                </a:lnTo>
                <a:lnTo>
                  <a:pt x="24384" y="70104"/>
                </a:lnTo>
                <a:lnTo>
                  <a:pt x="33553" y="68097"/>
                </a:lnTo>
                <a:lnTo>
                  <a:pt x="42862" y="66675"/>
                </a:lnTo>
                <a:lnTo>
                  <a:pt x="52463" y="65811"/>
                </a:lnTo>
                <a:lnTo>
                  <a:pt x="62484" y="65532"/>
                </a:lnTo>
                <a:lnTo>
                  <a:pt x="132588" y="65532"/>
                </a:lnTo>
                <a:lnTo>
                  <a:pt x="123736" y="96075"/>
                </a:lnTo>
                <a:lnTo>
                  <a:pt x="115443" y="123634"/>
                </a:lnTo>
                <a:lnTo>
                  <a:pt x="107734" y="148031"/>
                </a:lnTo>
                <a:lnTo>
                  <a:pt x="100584" y="169164"/>
                </a:lnTo>
                <a:lnTo>
                  <a:pt x="83439" y="150634"/>
                </a:lnTo>
                <a:lnTo>
                  <a:pt x="49149" y="113004"/>
                </a:lnTo>
                <a:lnTo>
                  <a:pt x="32004" y="94488"/>
                </a:lnTo>
                <a:lnTo>
                  <a:pt x="27432" y="99060"/>
                </a:lnTo>
                <a:lnTo>
                  <a:pt x="92964" y="187452"/>
                </a:lnTo>
                <a:lnTo>
                  <a:pt x="85280" y="202615"/>
                </a:lnTo>
                <a:lnTo>
                  <a:pt x="65328" y="235242"/>
                </a:lnTo>
                <a:lnTo>
                  <a:pt x="40513" y="270459"/>
                </a:lnTo>
                <a:lnTo>
                  <a:pt x="13703" y="301409"/>
                </a:lnTo>
                <a:lnTo>
                  <a:pt x="0" y="315468"/>
                </a:lnTo>
                <a:lnTo>
                  <a:pt x="1524" y="323088"/>
                </a:lnTo>
                <a:lnTo>
                  <a:pt x="36957" y="292227"/>
                </a:lnTo>
                <a:lnTo>
                  <a:pt x="65532" y="263652"/>
                </a:lnTo>
                <a:lnTo>
                  <a:pt x="96608" y="219710"/>
                </a:lnTo>
                <a:lnTo>
                  <a:pt x="105156" y="205740"/>
                </a:lnTo>
                <a:lnTo>
                  <a:pt x="113728" y="227495"/>
                </a:lnTo>
                <a:lnTo>
                  <a:pt x="121158" y="247269"/>
                </a:lnTo>
                <a:lnTo>
                  <a:pt x="127444" y="265315"/>
                </a:lnTo>
                <a:lnTo>
                  <a:pt x="132588" y="281940"/>
                </a:lnTo>
                <a:lnTo>
                  <a:pt x="134899" y="293052"/>
                </a:lnTo>
                <a:lnTo>
                  <a:pt x="137350" y="301180"/>
                </a:lnTo>
                <a:lnTo>
                  <a:pt x="140093" y="306146"/>
                </a:lnTo>
                <a:lnTo>
                  <a:pt x="143256" y="307848"/>
                </a:lnTo>
                <a:lnTo>
                  <a:pt x="149352" y="301752"/>
                </a:lnTo>
                <a:lnTo>
                  <a:pt x="153924" y="298704"/>
                </a:lnTo>
                <a:lnTo>
                  <a:pt x="155448" y="292608"/>
                </a:lnTo>
                <a:lnTo>
                  <a:pt x="155524" y="281940"/>
                </a:lnTo>
                <a:lnTo>
                  <a:pt x="155816" y="276313"/>
                </a:lnTo>
                <a:lnTo>
                  <a:pt x="138303" y="226314"/>
                </a:lnTo>
                <a:lnTo>
                  <a:pt x="125920" y="205740"/>
                </a:lnTo>
                <a:lnTo>
                  <a:pt x="114300" y="187452"/>
                </a:lnTo>
                <a:lnTo>
                  <a:pt x="133731" y="136779"/>
                </a:lnTo>
                <a:lnTo>
                  <a:pt x="155448" y="74676"/>
                </a:lnTo>
                <a:lnTo>
                  <a:pt x="166878" y="65532"/>
                </a:lnTo>
                <a:lnTo>
                  <a:pt x="170688" y="62484"/>
                </a:lnTo>
                <a:close/>
              </a:path>
              <a:path w="1140460" h="356870">
                <a:moveTo>
                  <a:pt x="227076" y="199644"/>
                </a:moveTo>
                <a:lnTo>
                  <a:pt x="206692" y="166497"/>
                </a:lnTo>
                <a:lnTo>
                  <a:pt x="181356" y="143256"/>
                </a:lnTo>
                <a:lnTo>
                  <a:pt x="176796" y="146304"/>
                </a:lnTo>
                <a:lnTo>
                  <a:pt x="186194" y="166014"/>
                </a:lnTo>
                <a:lnTo>
                  <a:pt x="193738" y="184023"/>
                </a:lnTo>
                <a:lnTo>
                  <a:pt x="199288" y="200304"/>
                </a:lnTo>
                <a:lnTo>
                  <a:pt x="202692" y="214884"/>
                </a:lnTo>
                <a:lnTo>
                  <a:pt x="204216" y="230124"/>
                </a:lnTo>
                <a:lnTo>
                  <a:pt x="205740" y="237744"/>
                </a:lnTo>
                <a:lnTo>
                  <a:pt x="211848" y="237744"/>
                </a:lnTo>
                <a:lnTo>
                  <a:pt x="214896" y="233172"/>
                </a:lnTo>
                <a:lnTo>
                  <a:pt x="224028" y="220980"/>
                </a:lnTo>
                <a:lnTo>
                  <a:pt x="227076" y="213360"/>
                </a:lnTo>
                <a:lnTo>
                  <a:pt x="227076" y="199644"/>
                </a:lnTo>
                <a:close/>
              </a:path>
              <a:path w="1140460" h="356870">
                <a:moveTo>
                  <a:pt x="361188" y="111252"/>
                </a:moveTo>
                <a:lnTo>
                  <a:pt x="332232" y="82296"/>
                </a:lnTo>
                <a:lnTo>
                  <a:pt x="312420" y="102108"/>
                </a:lnTo>
                <a:lnTo>
                  <a:pt x="295656" y="102108"/>
                </a:lnTo>
                <a:lnTo>
                  <a:pt x="295656" y="33528"/>
                </a:lnTo>
                <a:lnTo>
                  <a:pt x="309384" y="21336"/>
                </a:lnTo>
                <a:lnTo>
                  <a:pt x="272796" y="3048"/>
                </a:lnTo>
                <a:lnTo>
                  <a:pt x="273685" y="13639"/>
                </a:lnTo>
                <a:lnTo>
                  <a:pt x="274129" y="24955"/>
                </a:lnTo>
                <a:lnTo>
                  <a:pt x="274256" y="33528"/>
                </a:lnTo>
                <a:lnTo>
                  <a:pt x="274320" y="102108"/>
                </a:lnTo>
                <a:lnTo>
                  <a:pt x="152400" y="102108"/>
                </a:lnTo>
                <a:lnTo>
                  <a:pt x="166116" y="115824"/>
                </a:lnTo>
                <a:lnTo>
                  <a:pt x="174409" y="113817"/>
                </a:lnTo>
                <a:lnTo>
                  <a:pt x="183261" y="112395"/>
                </a:lnTo>
                <a:lnTo>
                  <a:pt x="192697" y="111531"/>
                </a:lnTo>
                <a:lnTo>
                  <a:pt x="202692" y="111252"/>
                </a:lnTo>
                <a:lnTo>
                  <a:pt x="274320" y="111252"/>
                </a:lnTo>
                <a:lnTo>
                  <a:pt x="274320" y="309372"/>
                </a:lnTo>
                <a:lnTo>
                  <a:pt x="271284" y="313944"/>
                </a:lnTo>
                <a:lnTo>
                  <a:pt x="263652" y="315468"/>
                </a:lnTo>
                <a:lnTo>
                  <a:pt x="256781" y="315150"/>
                </a:lnTo>
                <a:lnTo>
                  <a:pt x="245173" y="314134"/>
                </a:lnTo>
                <a:lnTo>
                  <a:pt x="228727" y="312242"/>
                </a:lnTo>
                <a:lnTo>
                  <a:pt x="207264" y="309372"/>
                </a:lnTo>
                <a:lnTo>
                  <a:pt x="207264" y="316992"/>
                </a:lnTo>
                <a:lnTo>
                  <a:pt x="231267" y="326136"/>
                </a:lnTo>
                <a:lnTo>
                  <a:pt x="248412" y="335280"/>
                </a:lnTo>
                <a:lnTo>
                  <a:pt x="258699" y="344424"/>
                </a:lnTo>
                <a:lnTo>
                  <a:pt x="262128" y="353568"/>
                </a:lnTo>
                <a:lnTo>
                  <a:pt x="277012" y="345871"/>
                </a:lnTo>
                <a:lnTo>
                  <a:pt x="287464" y="336613"/>
                </a:lnTo>
                <a:lnTo>
                  <a:pt x="293636" y="325920"/>
                </a:lnTo>
                <a:lnTo>
                  <a:pt x="295402" y="315468"/>
                </a:lnTo>
                <a:lnTo>
                  <a:pt x="295630" y="314134"/>
                </a:lnTo>
                <a:lnTo>
                  <a:pt x="295656" y="111252"/>
                </a:lnTo>
                <a:lnTo>
                  <a:pt x="361188" y="111252"/>
                </a:lnTo>
                <a:close/>
              </a:path>
              <a:path w="1140460" h="356870">
                <a:moveTo>
                  <a:pt x="746772" y="155435"/>
                </a:moveTo>
                <a:lnTo>
                  <a:pt x="713244" y="121907"/>
                </a:lnTo>
                <a:lnTo>
                  <a:pt x="688860" y="146291"/>
                </a:lnTo>
                <a:lnTo>
                  <a:pt x="585228" y="146291"/>
                </a:lnTo>
                <a:lnTo>
                  <a:pt x="585228" y="39611"/>
                </a:lnTo>
                <a:lnTo>
                  <a:pt x="704100" y="39611"/>
                </a:lnTo>
                <a:lnTo>
                  <a:pt x="673620" y="9131"/>
                </a:lnTo>
                <a:lnTo>
                  <a:pt x="652284" y="30467"/>
                </a:lnTo>
                <a:lnTo>
                  <a:pt x="446544" y="30467"/>
                </a:lnTo>
                <a:lnTo>
                  <a:pt x="460260" y="44183"/>
                </a:lnTo>
                <a:lnTo>
                  <a:pt x="469404" y="42189"/>
                </a:lnTo>
                <a:lnTo>
                  <a:pt x="478548" y="40754"/>
                </a:lnTo>
                <a:lnTo>
                  <a:pt x="487692" y="39903"/>
                </a:lnTo>
                <a:lnTo>
                  <a:pt x="496836" y="39611"/>
                </a:lnTo>
                <a:lnTo>
                  <a:pt x="562368" y="39611"/>
                </a:lnTo>
                <a:lnTo>
                  <a:pt x="562368" y="146291"/>
                </a:lnTo>
                <a:lnTo>
                  <a:pt x="399300" y="146291"/>
                </a:lnTo>
                <a:lnTo>
                  <a:pt x="413016" y="160007"/>
                </a:lnTo>
                <a:lnTo>
                  <a:pt x="422160" y="158013"/>
                </a:lnTo>
                <a:lnTo>
                  <a:pt x="431304" y="156578"/>
                </a:lnTo>
                <a:lnTo>
                  <a:pt x="440448" y="155727"/>
                </a:lnTo>
                <a:lnTo>
                  <a:pt x="449592" y="155435"/>
                </a:lnTo>
                <a:lnTo>
                  <a:pt x="562368" y="155435"/>
                </a:lnTo>
                <a:lnTo>
                  <a:pt x="562368" y="303263"/>
                </a:lnTo>
                <a:lnTo>
                  <a:pt x="556272" y="310883"/>
                </a:lnTo>
                <a:lnTo>
                  <a:pt x="547128" y="310883"/>
                </a:lnTo>
                <a:lnTo>
                  <a:pt x="537959" y="310362"/>
                </a:lnTo>
                <a:lnTo>
                  <a:pt x="526364" y="308978"/>
                </a:lnTo>
                <a:lnTo>
                  <a:pt x="495312" y="304787"/>
                </a:lnTo>
                <a:lnTo>
                  <a:pt x="495312" y="312407"/>
                </a:lnTo>
                <a:lnTo>
                  <a:pt x="518426" y="319836"/>
                </a:lnTo>
                <a:lnTo>
                  <a:pt x="535127" y="328409"/>
                </a:lnTo>
                <a:lnTo>
                  <a:pt x="545236" y="338124"/>
                </a:lnTo>
                <a:lnTo>
                  <a:pt x="548652" y="348983"/>
                </a:lnTo>
                <a:lnTo>
                  <a:pt x="564654" y="340982"/>
                </a:lnTo>
                <a:lnTo>
                  <a:pt x="576084" y="330695"/>
                </a:lnTo>
                <a:lnTo>
                  <a:pt x="582942" y="318122"/>
                </a:lnTo>
                <a:lnTo>
                  <a:pt x="585228" y="303263"/>
                </a:lnTo>
                <a:lnTo>
                  <a:pt x="585228" y="155435"/>
                </a:lnTo>
                <a:lnTo>
                  <a:pt x="746772" y="155435"/>
                </a:lnTo>
                <a:close/>
              </a:path>
              <a:path w="1140460" h="356870">
                <a:moveTo>
                  <a:pt x="937260" y="120396"/>
                </a:moveTo>
                <a:lnTo>
                  <a:pt x="911352" y="92964"/>
                </a:lnTo>
                <a:lnTo>
                  <a:pt x="893064" y="111252"/>
                </a:lnTo>
                <a:lnTo>
                  <a:pt x="880872" y="111252"/>
                </a:lnTo>
                <a:lnTo>
                  <a:pt x="880872" y="42672"/>
                </a:lnTo>
                <a:lnTo>
                  <a:pt x="880872" y="39624"/>
                </a:lnTo>
                <a:lnTo>
                  <a:pt x="896899" y="36474"/>
                </a:lnTo>
                <a:lnTo>
                  <a:pt x="910780" y="33909"/>
                </a:lnTo>
                <a:lnTo>
                  <a:pt x="922667" y="31902"/>
                </a:lnTo>
                <a:lnTo>
                  <a:pt x="932688" y="30480"/>
                </a:lnTo>
                <a:lnTo>
                  <a:pt x="909828" y="6096"/>
                </a:lnTo>
                <a:lnTo>
                  <a:pt x="873404" y="25590"/>
                </a:lnTo>
                <a:lnTo>
                  <a:pt x="826198" y="38671"/>
                </a:lnTo>
                <a:lnTo>
                  <a:pt x="795528" y="45720"/>
                </a:lnTo>
                <a:lnTo>
                  <a:pt x="797052" y="51816"/>
                </a:lnTo>
                <a:lnTo>
                  <a:pt x="861060" y="42672"/>
                </a:lnTo>
                <a:lnTo>
                  <a:pt x="861060" y="111252"/>
                </a:lnTo>
                <a:lnTo>
                  <a:pt x="789432" y="111252"/>
                </a:lnTo>
                <a:lnTo>
                  <a:pt x="803148" y="124968"/>
                </a:lnTo>
                <a:lnTo>
                  <a:pt x="811657" y="122961"/>
                </a:lnTo>
                <a:lnTo>
                  <a:pt x="820864" y="121539"/>
                </a:lnTo>
                <a:lnTo>
                  <a:pt x="830376" y="120675"/>
                </a:lnTo>
                <a:lnTo>
                  <a:pt x="839724" y="120396"/>
                </a:lnTo>
                <a:lnTo>
                  <a:pt x="859536" y="120396"/>
                </a:lnTo>
                <a:lnTo>
                  <a:pt x="848296" y="158115"/>
                </a:lnTo>
                <a:lnTo>
                  <a:pt x="833628" y="198120"/>
                </a:lnTo>
                <a:lnTo>
                  <a:pt x="812863" y="240030"/>
                </a:lnTo>
                <a:lnTo>
                  <a:pt x="786384" y="281940"/>
                </a:lnTo>
                <a:lnTo>
                  <a:pt x="790956" y="284988"/>
                </a:lnTo>
                <a:lnTo>
                  <a:pt x="811771" y="261264"/>
                </a:lnTo>
                <a:lnTo>
                  <a:pt x="830580" y="235839"/>
                </a:lnTo>
                <a:lnTo>
                  <a:pt x="847051" y="208788"/>
                </a:lnTo>
                <a:lnTo>
                  <a:pt x="861060" y="179832"/>
                </a:lnTo>
                <a:lnTo>
                  <a:pt x="860945" y="266128"/>
                </a:lnTo>
                <a:lnTo>
                  <a:pt x="860831" y="288798"/>
                </a:lnTo>
                <a:lnTo>
                  <a:pt x="860425" y="324916"/>
                </a:lnTo>
                <a:lnTo>
                  <a:pt x="859536" y="356616"/>
                </a:lnTo>
                <a:lnTo>
                  <a:pt x="882396" y="344424"/>
                </a:lnTo>
                <a:lnTo>
                  <a:pt x="882129" y="318516"/>
                </a:lnTo>
                <a:lnTo>
                  <a:pt x="881659" y="283933"/>
                </a:lnTo>
                <a:lnTo>
                  <a:pt x="881189" y="236385"/>
                </a:lnTo>
                <a:lnTo>
                  <a:pt x="881075" y="216408"/>
                </a:lnTo>
                <a:lnTo>
                  <a:pt x="880948" y="179832"/>
                </a:lnTo>
                <a:lnTo>
                  <a:pt x="880872" y="160020"/>
                </a:lnTo>
                <a:lnTo>
                  <a:pt x="889215" y="169684"/>
                </a:lnTo>
                <a:lnTo>
                  <a:pt x="896112" y="180213"/>
                </a:lnTo>
                <a:lnTo>
                  <a:pt x="901877" y="191300"/>
                </a:lnTo>
                <a:lnTo>
                  <a:pt x="911352" y="213360"/>
                </a:lnTo>
                <a:lnTo>
                  <a:pt x="914400" y="217932"/>
                </a:lnTo>
                <a:lnTo>
                  <a:pt x="920496" y="217932"/>
                </a:lnTo>
                <a:lnTo>
                  <a:pt x="922020" y="216408"/>
                </a:lnTo>
                <a:lnTo>
                  <a:pt x="928116" y="204216"/>
                </a:lnTo>
                <a:lnTo>
                  <a:pt x="928116" y="187452"/>
                </a:lnTo>
                <a:lnTo>
                  <a:pt x="899350" y="160972"/>
                </a:lnTo>
                <a:lnTo>
                  <a:pt x="880872" y="150876"/>
                </a:lnTo>
                <a:lnTo>
                  <a:pt x="880872" y="120396"/>
                </a:lnTo>
                <a:lnTo>
                  <a:pt x="937260" y="120396"/>
                </a:lnTo>
                <a:close/>
              </a:path>
              <a:path w="1140460" h="356870">
                <a:moveTo>
                  <a:pt x="941247" y="284988"/>
                </a:moveTo>
                <a:lnTo>
                  <a:pt x="941120" y="273697"/>
                </a:lnTo>
                <a:lnTo>
                  <a:pt x="940308" y="259080"/>
                </a:lnTo>
                <a:lnTo>
                  <a:pt x="934212" y="259080"/>
                </a:lnTo>
                <a:lnTo>
                  <a:pt x="930478" y="273697"/>
                </a:lnTo>
                <a:lnTo>
                  <a:pt x="926020" y="285750"/>
                </a:lnTo>
                <a:lnTo>
                  <a:pt x="920711" y="295503"/>
                </a:lnTo>
                <a:lnTo>
                  <a:pt x="914400" y="303276"/>
                </a:lnTo>
                <a:lnTo>
                  <a:pt x="908304" y="309372"/>
                </a:lnTo>
                <a:lnTo>
                  <a:pt x="905256" y="313944"/>
                </a:lnTo>
                <a:lnTo>
                  <a:pt x="905256" y="318516"/>
                </a:lnTo>
                <a:lnTo>
                  <a:pt x="908304" y="321564"/>
                </a:lnTo>
                <a:lnTo>
                  <a:pt x="911352" y="321564"/>
                </a:lnTo>
                <a:lnTo>
                  <a:pt x="914400" y="323088"/>
                </a:lnTo>
                <a:lnTo>
                  <a:pt x="920496" y="323088"/>
                </a:lnTo>
                <a:lnTo>
                  <a:pt x="925068" y="321564"/>
                </a:lnTo>
                <a:lnTo>
                  <a:pt x="929640" y="321564"/>
                </a:lnTo>
                <a:lnTo>
                  <a:pt x="934212" y="320040"/>
                </a:lnTo>
                <a:lnTo>
                  <a:pt x="937260" y="315468"/>
                </a:lnTo>
                <a:lnTo>
                  <a:pt x="938784" y="306324"/>
                </a:lnTo>
                <a:lnTo>
                  <a:pt x="940523" y="298081"/>
                </a:lnTo>
                <a:lnTo>
                  <a:pt x="941158" y="288798"/>
                </a:lnTo>
                <a:lnTo>
                  <a:pt x="941247" y="284988"/>
                </a:lnTo>
                <a:close/>
              </a:path>
              <a:path w="1140460" h="356870">
                <a:moveTo>
                  <a:pt x="1045464" y="254508"/>
                </a:moveTo>
                <a:lnTo>
                  <a:pt x="1018603" y="227380"/>
                </a:lnTo>
                <a:lnTo>
                  <a:pt x="1004316" y="217932"/>
                </a:lnTo>
                <a:lnTo>
                  <a:pt x="999744" y="220980"/>
                </a:lnTo>
                <a:lnTo>
                  <a:pt x="1008938" y="234124"/>
                </a:lnTo>
                <a:lnTo>
                  <a:pt x="1016127" y="246126"/>
                </a:lnTo>
                <a:lnTo>
                  <a:pt x="1021613" y="256984"/>
                </a:lnTo>
                <a:lnTo>
                  <a:pt x="1025652" y="266700"/>
                </a:lnTo>
                <a:lnTo>
                  <a:pt x="1027176" y="274320"/>
                </a:lnTo>
                <a:lnTo>
                  <a:pt x="1030224" y="278892"/>
                </a:lnTo>
                <a:lnTo>
                  <a:pt x="1033272" y="278892"/>
                </a:lnTo>
                <a:lnTo>
                  <a:pt x="1036320" y="275844"/>
                </a:lnTo>
                <a:lnTo>
                  <a:pt x="1039368" y="271272"/>
                </a:lnTo>
                <a:lnTo>
                  <a:pt x="1042416" y="265176"/>
                </a:lnTo>
                <a:lnTo>
                  <a:pt x="1045464" y="260604"/>
                </a:lnTo>
                <a:lnTo>
                  <a:pt x="1045464" y="254508"/>
                </a:lnTo>
                <a:close/>
              </a:path>
              <a:path w="1140460" h="356870">
                <a:moveTo>
                  <a:pt x="1098804" y="320040"/>
                </a:moveTo>
                <a:lnTo>
                  <a:pt x="1082167" y="283933"/>
                </a:lnTo>
                <a:lnTo>
                  <a:pt x="1082040" y="269748"/>
                </a:lnTo>
                <a:lnTo>
                  <a:pt x="1075944" y="269748"/>
                </a:lnTo>
                <a:lnTo>
                  <a:pt x="1072515" y="294386"/>
                </a:lnTo>
                <a:lnTo>
                  <a:pt x="1071448" y="302704"/>
                </a:lnTo>
                <a:lnTo>
                  <a:pt x="1069848" y="313944"/>
                </a:lnTo>
                <a:lnTo>
                  <a:pt x="1065276" y="320040"/>
                </a:lnTo>
                <a:lnTo>
                  <a:pt x="1056132" y="323088"/>
                </a:lnTo>
                <a:lnTo>
                  <a:pt x="1013460" y="323088"/>
                </a:lnTo>
                <a:lnTo>
                  <a:pt x="1002588" y="321945"/>
                </a:lnTo>
                <a:lnTo>
                  <a:pt x="994981" y="318516"/>
                </a:lnTo>
                <a:lnTo>
                  <a:pt x="990536" y="312801"/>
                </a:lnTo>
                <a:lnTo>
                  <a:pt x="989076" y="304800"/>
                </a:lnTo>
                <a:lnTo>
                  <a:pt x="989076" y="268224"/>
                </a:lnTo>
                <a:lnTo>
                  <a:pt x="999744" y="259080"/>
                </a:lnTo>
                <a:lnTo>
                  <a:pt x="967740" y="245364"/>
                </a:lnTo>
                <a:lnTo>
                  <a:pt x="969251" y="296811"/>
                </a:lnTo>
                <a:lnTo>
                  <a:pt x="969264" y="313944"/>
                </a:lnTo>
                <a:lnTo>
                  <a:pt x="970965" y="324205"/>
                </a:lnTo>
                <a:lnTo>
                  <a:pt x="975931" y="332041"/>
                </a:lnTo>
                <a:lnTo>
                  <a:pt x="984059" y="337299"/>
                </a:lnTo>
                <a:lnTo>
                  <a:pt x="995172" y="339852"/>
                </a:lnTo>
                <a:lnTo>
                  <a:pt x="1062228" y="339852"/>
                </a:lnTo>
                <a:lnTo>
                  <a:pt x="1074801" y="339534"/>
                </a:lnTo>
                <a:lnTo>
                  <a:pt x="1085088" y="336232"/>
                </a:lnTo>
                <a:lnTo>
                  <a:pt x="1093089" y="329768"/>
                </a:lnTo>
                <a:lnTo>
                  <a:pt x="1097026" y="323088"/>
                </a:lnTo>
                <a:lnTo>
                  <a:pt x="1098804" y="320040"/>
                </a:lnTo>
                <a:close/>
              </a:path>
              <a:path w="1140460" h="356870">
                <a:moveTo>
                  <a:pt x="1124712" y="112776"/>
                </a:moveTo>
                <a:lnTo>
                  <a:pt x="1100328" y="94488"/>
                </a:lnTo>
                <a:lnTo>
                  <a:pt x="1089660" y="109728"/>
                </a:lnTo>
                <a:lnTo>
                  <a:pt x="1033272" y="109728"/>
                </a:lnTo>
                <a:lnTo>
                  <a:pt x="1058989" y="76936"/>
                </a:lnTo>
                <a:lnTo>
                  <a:pt x="1085672" y="56388"/>
                </a:lnTo>
                <a:lnTo>
                  <a:pt x="1089660" y="54864"/>
                </a:lnTo>
                <a:lnTo>
                  <a:pt x="1081532" y="47244"/>
                </a:lnTo>
                <a:lnTo>
                  <a:pt x="1065276" y="32004"/>
                </a:lnTo>
                <a:lnTo>
                  <a:pt x="1051560" y="47244"/>
                </a:lnTo>
                <a:lnTo>
                  <a:pt x="990600" y="47244"/>
                </a:lnTo>
                <a:lnTo>
                  <a:pt x="999464" y="36068"/>
                </a:lnTo>
                <a:lnTo>
                  <a:pt x="1007745" y="27622"/>
                </a:lnTo>
                <a:lnTo>
                  <a:pt x="1015466" y="21729"/>
                </a:lnTo>
                <a:lnTo>
                  <a:pt x="1022604" y="18288"/>
                </a:lnTo>
                <a:lnTo>
                  <a:pt x="992124" y="0"/>
                </a:lnTo>
                <a:lnTo>
                  <a:pt x="976058" y="39001"/>
                </a:lnTo>
                <a:lnTo>
                  <a:pt x="951547" y="79248"/>
                </a:lnTo>
                <a:lnTo>
                  <a:pt x="934212" y="100584"/>
                </a:lnTo>
                <a:lnTo>
                  <a:pt x="938784" y="103632"/>
                </a:lnTo>
                <a:lnTo>
                  <a:pt x="951103" y="93675"/>
                </a:lnTo>
                <a:lnTo>
                  <a:pt x="962977" y="82296"/>
                </a:lnTo>
                <a:lnTo>
                  <a:pt x="974585" y="69761"/>
                </a:lnTo>
                <a:lnTo>
                  <a:pt x="986028" y="56388"/>
                </a:lnTo>
                <a:lnTo>
                  <a:pt x="1053084" y="56388"/>
                </a:lnTo>
                <a:lnTo>
                  <a:pt x="1024128" y="109728"/>
                </a:lnTo>
                <a:lnTo>
                  <a:pt x="938784" y="109728"/>
                </a:lnTo>
                <a:lnTo>
                  <a:pt x="952500" y="123444"/>
                </a:lnTo>
                <a:lnTo>
                  <a:pt x="961644" y="121437"/>
                </a:lnTo>
                <a:lnTo>
                  <a:pt x="970788" y="120015"/>
                </a:lnTo>
                <a:lnTo>
                  <a:pt x="979932" y="119151"/>
                </a:lnTo>
                <a:lnTo>
                  <a:pt x="989076" y="118872"/>
                </a:lnTo>
                <a:lnTo>
                  <a:pt x="1092708" y="118872"/>
                </a:lnTo>
                <a:lnTo>
                  <a:pt x="1092708" y="155448"/>
                </a:lnTo>
                <a:lnTo>
                  <a:pt x="954024" y="155448"/>
                </a:lnTo>
                <a:lnTo>
                  <a:pt x="967740" y="169164"/>
                </a:lnTo>
                <a:lnTo>
                  <a:pt x="976909" y="167157"/>
                </a:lnTo>
                <a:lnTo>
                  <a:pt x="986218" y="165735"/>
                </a:lnTo>
                <a:lnTo>
                  <a:pt x="995819" y="164871"/>
                </a:lnTo>
                <a:lnTo>
                  <a:pt x="1005840" y="164592"/>
                </a:lnTo>
                <a:lnTo>
                  <a:pt x="1092708" y="164592"/>
                </a:lnTo>
                <a:lnTo>
                  <a:pt x="1092708" y="199644"/>
                </a:lnTo>
                <a:lnTo>
                  <a:pt x="938784" y="199644"/>
                </a:lnTo>
                <a:lnTo>
                  <a:pt x="952500" y="213360"/>
                </a:lnTo>
                <a:lnTo>
                  <a:pt x="961644" y="211353"/>
                </a:lnTo>
                <a:lnTo>
                  <a:pt x="970788" y="209931"/>
                </a:lnTo>
                <a:lnTo>
                  <a:pt x="979932" y="209067"/>
                </a:lnTo>
                <a:lnTo>
                  <a:pt x="989076" y="208788"/>
                </a:lnTo>
                <a:lnTo>
                  <a:pt x="1092708" y="208788"/>
                </a:lnTo>
                <a:lnTo>
                  <a:pt x="1092708" y="228600"/>
                </a:lnTo>
                <a:lnTo>
                  <a:pt x="1114044" y="219456"/>
                </a:lnTo>
                <a:lnTo>
                  <a:pt x="1113320" y="208788"/>
                </a:lnTo>
                <a:lnTo>
                  <a:pt x="1113167" y="206590"/>
                </a:lnTo>
                <a:lnTo>
                  <a:pt x="1112748" y="187452"/>
                </a:lnTo>
                <a:lnTo>
                  <a:pt x="1112685" y="180213"/>
                </a:lnTo>
                <a:lnTo>
                  <a:pt x="1112583" y="164592"/>
                </a:lnTo>
                <a:lnTo>
                  <a:pt x="1112520" y="123444"/>
                </a:lnTo>
                <a:lnTo>
                  <a:pt x="1117752" y="118872"/>
                </a:lnTo>
                <a:lnTo>
                  <a:pt x="1124712" y="112776"/>
                </a:lnTo>
                <a:close/>
              </a:path>
              <a:path w="1140460" h="356870">
                <a:moveTo>
                  <a:pt x="1139952" y="300228"/>
                </a:moveTo>
                <a:lnTo>
                  <a:pt x="1111758" y="266128"/>
                </a:lnTo>
                <a:lnTo>
                  <a:pt x="1092708" y="256032"/>
                </a:lnTo>
                <a:lnTo>
                  <a:pt x="1089660" y="259080"/>
                </a:lnTo>
                <a:lnTo>
                  <a:pt x="1096213" y="267931"/>
                </a:lnTo>
                <a:lnTo>
                  <a:pt x="1102042" y="276225"/>
                </a:lnTo>
                <a:lnTo>
                  <a:pt x="1107020" y="283933"/>
                </a:lnTo>
                <a:lnTo>
                  <a:pt x="1110996" y="291084"/>
                </a:lnTo>
                <a:lnTo>
                  <a:pt x="1113523" y="296811"/>
                </a:lnTo>
                <a:lnTo>
                  <a:pt x="1116330" y="302704"/>
                </a:lnTo>
                <a:lnTo>
                  <a:pt x="1119149" y="308864"/>
                </a:lnTo>
                <a:lnTo>
                  <a:pt x="1121664" y="315468"/>
                </a:lnTo>
                <a:lnTo>
                  <a:pt x="1123188" y="320040"/>
                </a:lnTo>
                <a:lnTo>
                  <a:pt x="1124712" y="323088"/>
                </a:lnTo>
                <a:lnTo>
                  <a:pt x="1127760" y="323088"/>
                </a:lnTo>
                <a:lnTo>
                  <a:pt x="1130808" y="320040"/>
                </a:lnTo>
                <a:lnTo>
                  <a:pt x="1133856" y="313944"/>
                </a:lnTo>
                <a:lnTo>
                  <a:pt x="1138428" y="307848"/>
                </a:lnTo>
                <a:lnTo>
                  <a:pt x="1139952" y="303276"/>
                </a:lnTo>
                <a:lnTo>
                  <a:pt x="1139952" y="30022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4" name="object 134"/>
          <p:cNvSpPr/>
          <p:nvPr/>
        </p:nvSpPr>
        <p:spPr>
          <a:xfrm>
            <a:off x="5301995" y="6452615"/>
            <a:ext cx="341630" cy="356870"/>
          </a:xfrm>
          <a:custGeom>
            <a:avLst/>
            <a:gdLst/>
            <a:ahLst/>
            <a:cxnLst/>
            <a:rect l="l" t="t" r="r" b="b"/>
            <a:pathLst>
              <a:path w="341629" h="356870">
                <a:moveTo>
                  <a:pt x="175260" y="62484"/>
                </a:moveTo>
                <a:lnTo>
                  <a:pt x="170688" y="62484"/>
                </a:lnTo>
                <a:lnTo>
                  <a:pt x="167640" y="57912"/>
                </a:lnTo>
                <a:lnTo>
                  <a:pt x="166116" y="48768"/>
                </a:lnTo>
                <a:lnTo>
                  <a:pt x="162948" y="38195"/>
                </a:lnTo>
                <a:lnTo>
                  <a:pt x="157924" y="27051"/>
                </a:lnTo>
                <a:lnTo>
                  <a:pt x="150899" y="15335"/>
                </a:lnTo>
                <a:lnTo>
                  <a:pt x="141732" y="3048"/>
                </a:lnTo>
                <a:lnTo>
                  <a:pt x="144780" y="0"/>
                </a:lnTo>
                <a:lnTo>
                  <a:pt x="158210" y="7453"/>
                </a:lnTo>
                <a:lnTo>
                  <a:pt x="168783" y="13906"/>
                </a:lnTo>
                <a:lnTo>
                  <a:pt x="176498" y="19502"/>
                </a:lnTo>
                <a:lnTo>
                  <a:pt x="181356" y="24383"/>
                </a:lnTo>
                <a:lnTo>
                  <a:pt x="187452" y="28956"/>
                </a:lnTo>
                <a:lnTo>
                  <a:pt x="188976" y="35052"/>
                </a:lnTo>
                <a:lnTo>
                  <a:pt x="188976" y="44195"/>
                </a:lnTo>
                <a:lnTo>
                  <a:pt x="187452" y="50292"/>
                </a:lnTo>
                <a:lnTo>
                  <a:pt x="175260" y="62484"/>
                </a:lnTo>
                <a:close/>
              </a:path>
              <a:path w="341629" h="356870">
                <a:moveTo>
                  <a:pt x="32004" y="121920"/>
                </a:moveTo>
                <a:lnTo>
                  <a:pt x="24384" y="121920"/>
                </a:lnTo>
                <a:lnTo>
                  <a:pt x="21336" y="120396"/>
                </a:lnTo>
                <a:lnTo>
                  <a:pt x="16764" y="118872"/>
                </a:lnTo>
                <a:lnTo>
                  <a:pt x="12192" y="114300"/>
                </a:lnTo>
                <a:lnTo>
                  <a:pt x="12192" y="109728"/>
                </a:lnTo>
                <a:lnTo>
                  <a:pt x="16764" y="103632"/>
                </a:lnTo>
                <a:lnTo>
                  <a:pt x="24384" y="96012"/>
                </a:lnTo>
                <a:lnTo>
                  <a:pt x="31575" y="87963"/>
                </a:lnTo>
                <a:lnTo>
                  <a:pt x="37338" y="77343"/>
                </a:lnTo>
                <a:lnTo>
                  <a:pt x="41957" y="63865"/>
                </a:lnTo>
                <a:lnTo>
                  <a:pt x="45720" y="47244"/>
                </a:lnTo>
                <a:lnTo>
                  <a:pt x="51816" y="47244"/>
                </a:lnTo>
                <a:lnTo>
                  <a:pt x="51816" y="67056"/>
                </a:lnTo>
                <a:lnTo>
                  <a:pt x="323621" y="67056"/>
                </a:lnTo>
                <a:lnTo>
                  <a:pt x="331393" y="76200"/>
                </a:lnTo>
                <a:lnTo>
                  <a:pt x="51816" y="76200"/>
                </a:lnTo>
                <a:lnTo>
                  <a:pt x="52101" y="92273"/>
                </a:lnTo>
                <a:lnTo>
                  <a:pt x="50673" y="104203"/>
                </a:lnTo>
                <a:lnTo>
                  <a:pt x="47529" y="112418"/>
                </a:lnTo>
                <a:lnTo>
                  <a:pt x="42672" y="117348"/>
                </a:lnTo>
                <a:lnTo>
                  <a:pt x="36576" y="120396"/>
                </a:lnTo>
                <a:lnTo>
                  <a:pt x="32004" y="121920"/>
                </a:lnTo>
                <a:close/>
              </a:path>
              <a:path w="341629" h="356870">
                <a:moveTo>
                  <a:pt x="323621" y="67056"/>
                </a:moveTo>
                <a:lnTo>
                  <a:pt x="291084" y="67056"/>
                </a:lnTo>
                <a:lnTo>
                  <a:pt x="309372" y="50292"/>
                </a:lnTo>
                <a:lnTo>
                  <a:pt x="323621" y="67056"/>
                </a:lnTo>
                <a:close/>
              </a:path>
              <a:path w="341629" h="356870">
                <a:moveTo>
                  <a:pt x="278892" y="117348"/>
                </a:moveTo>
                <a:lnTo>
                  <a:pt x="274319" y="114300"/>
                </a:lnTo>
                <a:lnTo>
                  <a:pt x="294131" y="76200"/>
                </a:lnTo>
                <a:lnTo>
                  <a:pt x="331393" y="76200"/>
                </a:lnTo>
                <a:lnTo>
                  <a:pt x="335280" y="80772"/>
                </a:lnTo>
                <a:lnTo>
                  <a:pt x="323254" y="83058"/>
                </a:lnTo>
                <a:lnTo>
                  <a:pt x="309943" y="89916"/>
                </a:lnTo>
                <a:lnTo>
                  <a:pt x="295203" y="101346"/>
                </a:lnTo>
                <a:lnTo>
                  <a:pt x="278892" y="117348"/>
                </a:lnTo>
                <a:close/>
              </a:path>
              <a:path w="341629" h="356870">
                <a:moveTo>
                  <a:pt x="38100" y="153924"/>
                </a:moveTo>
                <a:lnTo>
                  <a:pt x="24384" y="140208"/>
                </a:lnTo>
                <a:lnTo>
                  <a:pt x="262128" y="140208"/>
                </a:lnTo>
                <a:lnTo>
                  <a:pt x="283464" y="118872"/>
                </a:lnTo>
                <a:lnTo>
                  <a:pt x="315468" y="149352"/>
                </a:lnTo>
                <a:lnTo>
                  <a:pt x="74676" y="149352"/>
                </a:lnTo>
                <a:lnTo>
                  <a:pt x="64674" y="149637"/>
                </a:lnTo>
                <a:lnTo>
                  <a:pt x="55245" y="150495"/>
                </a:lnTo>
                <a:lnTo>
                  <a:pt x="46386" y="151923"/>
                </a:lnTo>
                <a:lnTo>
                  <a:pt x="38100" y="153924"/>
                </a:lnTo>
                <a:close/>
              </a:path>
              <a:path w="341629" h="356870">
                <a:moveTo>
                  <a:pt x="181356" y="307848"/>
                </a:moveTo>
                <a:lnTo>
                  <a:pt x="160020" y="307848"/>
                </a:lnTo>
                <a:lnTo>
                  <a:pt x="160020" y="149352"/>
                </a:lnTo>
                <a:lnTo>
                  <a:pt x="181356" y="149352"/>
                </a:lnTo>
                <a:lnTo>
                  <a:pt x="181356" y="224028"/>
                </a:lnTo>
                <a:lnTo>
                  <a:pt x="289560" y="224028"/>
                </a:lnTo>
                <a:lnTo>
                  <a:pt x="300228" y="234696"/>
                </a:lnTo>
                <a:lnTo>
                  <a:pt x="181356" y="234696"/>
                </a:lnTo>
                <a:lnTo>
                  <a:pt x="181356" y="307848"/>
                </a:lnTo>
                <a:close/>
              </a:path>
              <a:path w="341629" h="356870">
                <a:moveTo>
                  <a:pt x="3048" y="356616"/>
                </a:moveTo>
                <a:lnTo>
                  <a:pt x="0" y="352044"/>
                </a:lnTo>
                <a:lnTo>
                  <a:pt x="13763" y="338089"/>
                </a:lnTo>
                <a:lnTo>
                  <a:pt x="25527" y="323850"/>
                </a:lnTo>
                <a:lnTo>
                  <a:pt x="51387" y="280820"/>
                </a:lnTo>
                <a:lnTo>
                  <a:pt x="65532" y="237744"/>
                </a:lnTo>
                <a:lnTo>
                  <a:pt x="70461" y="194667"/>
                </a:lnTo>
                <a:lnTo>
                  <a:pt x="71628" y="179832"/>
                </a:lnTo>
                <a:lnTo>
                  <a:pt x="108204" y="198120"/>
                </a:lnTo>
                <a:lnTo>
                  <a:pt x="88296" y="237077"/>
                </a:lnTo>
                <a:lnTo>
                  <a:pt x="86868" y="245364"/>
                </a:lnTo>
                <a:lnTo>
                  <a:pt x="93486" y="254508"/>
                </a:lnTo>
                <a:lnTo>
                  <a:pt x="83820" y="254508"/>
                </a:lnTo>
                <a:lnTo>
                  <a:pt x="61317" y="298870"/>
                </a:lnTo>
                <a:lnTo>
                  <a:pt x="32766" y="333756"/>
                </a:lnTo>
                <a:lnTo>
                  <a:pt x="19050" y="345186"/>
                </a:lnTo>
                <a:lnTo>
                  <a:pt x="3048" y="356616"/>
                </a:lnTo>
                <a:close/>
              </a:path>
              <a:path w="341629" h="356870">
                <a:moveTo>
                  <a:pt x="289560" y="224028"/>
                </a:moveTo>
                <a:lnTo>
                  <a:pt x="249936" y="224028"/>
                </a:lnTo>
                <a:lnTo>
                  <a:pt x="269748" y="204216"/>
                </a:lnTo>
                <a:lnTo>
                  <a:pt x="289560" y="224028"/>
                </a:lnTo>
                <a:close/>
              </a:path>
              <a:path w="341629" h="356870">
                <a:moveTo>
                  <a:pt x="309372" y="347472"/>
                </a:moveTo>
                <a:lnTo>
                  <a:pt x="239649" y="343852"/>
                </a:lnTo>
                <a:lnTo>
                  <a:pt x="190500" y="336804"/>
                </a:lnTo>
                <a:lnTo>
                  <a:pt x="140565" y="317515"/>
                </a:lnTo>
                <a:lnTo>
                  <a:pt x="104775" y="284035"/>
                </a:lnTo>
                <a:lnTo>
                  <a:pt x="83820" y="254508"/>
                </a:lnTo>
                <a:lnTo>
                  <a:pt x="93486" y="254508"/>
                </a:lnTo>
                <a:lnTo>
                  <a:pt x="94916" y="256484"/>
                </a:lnTo>
                <a:lnTo>
                  <a:pt x="103251" y="266890"/>
                </a:lnTo>
                <a:lnTo>
                  <a:pt x="131945" y="292417"/>
                </a:lnTo>
                <a:lnTo>
                  <a:pt x="160020" y="307848"/>
                </a:lnTo>
                <a:lnTo>
                  <a:pt x="181356" y="307848"/>
                </a:lnTo>
                <a:lnTo>
                  <a:pt x="181356" y="313944"/>
                </a:lnTo>
                <a:lnTo>
                  <a:pt x="202811" y="317039"/>
                </a:lnTo>
                <a:lnTo>
                  <a:pt x="223837" y="319278"/>
                </a:lnTo>
                <a:lnTo>
                  <a:pt x="244578" y="320373"/>
                </a:lnTo>
                <a:lnTo>
                  <a:pt x="341376" y="320373"/>
                </a:lnTo>
                <a:lnTo>
                  <a:pt x="341376" y="323088"/>
                </a:lnTo>
                <a:lnTo>
                  <a:pt x="329088" y="326255"/>
                </a:lnTo>
                <a:lnTo>
                  <a:pt x="319659" y="331279"/>
                </a:lnTo>
                <a:lnTo>
                  <a:pt x="313086" y="338304"/>
                </a:lnTo>
                <a:lnTo>
                  <a:pt x="309372" y="347472"/>
                </a:lnTo>
                <a:close/>
              </a:path>
              <a:path w="341629" h="356870">
                <a:moveTo>
                  <a:pt x="341376" y="320373"/>
                </a:moveTo>
                <a:lnTo>
                  <a:pt x="244578" y="320373"/>
                </a:lnTo>
                <a:lnTo>
                  <a:pt x="285440" y="319778"/>
                </a:lnTo>
                <a:lnTo>
                  <a:pt x="304990" y="319087"/>
                </a:lnTo>
                <a:lnTo>
                  <a:pt x="323683" y="318111"/>
                </a:lnTo>
                <a:lnTo>
                  <a:pt x="341376" y="316992"/>
                </a:lnTo>
                <a:lnTo>
                  <a:pt x="341376" y="32037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5" name="object 135"/>
          <p:cNvSpPr/>
          <p:nvPr/>
        </p:nvSpPr>
        <p:spPr>
          <a:xfrm>
            <a:off x="5690616" y="6449580"/>
            <a:ext cx="742315" cy="358140"/>
          </a:xfrm>
          <a:custGeom>
            <a:avLst/>
            <a:gdLst/>
            <a:ahLst/>
            <a:cxnLst/>
            <a:rect l="l" t="t" r="r" b="b"/>
            <a:pathLst>
              <a:path w="742314" h="358140">
                <a:moveTo>
                  <a:pt x="192024" y="33528"/>
                </a:moveTo>
                <a:lnTo>
                  <a:pt x="160845" y="8737"/>
                </a:lnTo>
                <a:lnTo>
                  <a:pt x="146291" y="3048"/>
                </a:lnTo>
                <a:lnTo>
                  <a:pt x="141719" y="6096"/>
                </a:lnTo>
                <a:lnTo>
                  <a:pt x="151155" y="18110"/>
                </a:lnTo>
                <a:lnTo>
                  <a:pt x="158864" y="29146"/>
                </a:lnTo>
                <a:lnTo>
                  <a:pt x="164871" y="39306"/>
                </a:lnTo>
                <a:lnTo>
                  <a:pt x="169151" y="48768"/>
                </a:lnTo>
                <a:lnTo>
                  <a:pt x="170675" y="56388"/>
                </a:lnTo>
                <a:lnTo>
                  <a:pt x="173723" y="60960"/>
                </a:lnTo>
                <a:lnTo>
                  <a:pt x="178308" y="60960"/>
                </a:lnTo>
                <a:lnTo>
                  <a:pt x="185928" y="53340"/>
                </a:lnTo>
                <a:lnTo>
                  <a:pt x="190500" y="47244"/>
                </a:lnTo>
                <a:lnTo>
                  <a:pt x="192024" y="42672"/>
                </a:lnTo>
                <a:lnTo>
                  <a:pt x="192024" y="33528"/>
                </a:lnTo>
                <a:close/>
              </a:path>
              <a:path w="742314" h="358140">
                <a:moveTo>
                  <a:pt x="295656" y="199644"/>
                </a:moveTo>
                <a:lnTo>
                  <a:pt x="295389" y="198120"/>
                </a:lnTo>
                <a:lnTo>
                  <a:pt x="294817" y="194779"/>
                </a:lnTo>
                <a:lnTo>
                  <a:pt x="292912" y="190500"/>
                </a:lnTo>
                <a:lnTo>
                  <a:pt x="262890" y="161544"/>
                </a:lnTo>
                <a:lnTo>
                  <a:pt x="228600" y="141732"/>
                </a:lnTo>
                <a:lnTo>
                  <a:pt x="224028" y="144780"/>
                </a:lnTo>
                <a:lnTo>
                  <a:pt x="234886" y="155346"/>
                </a:lnTo>
                <a:lnTo>
                  <a:pt x="244602" y="166497"/>
                </a:lnTo>
                <a:lnTo>
                  <a:pt x="253174" y="178206"/>
                </a:lnTo>
                <a:lnTo>
                  <a:pt x="260604" y="190500"/>
                </a:lnTo>
                <a:lnTo>
                  <a:pt x="89903" y="190500"/>
                </a:lnTo>
                <a:lnTo>
                  <a:pt x="102196" y="182511"/>
                </a:lnTo>
                <a:lnTo>
                  <a:pt x="135623" y="160020"/>
                </a:lnTo>
                <a:lnTo>
                  <a:pt x="145910" y="151993"/>
                </a:lnTo>
                <a:lnTo>
                  <a:pt x="156197" y="143827"/>
                </a:lnTo>
                <a:lnTo>
                  <a:pt x="166484" y="135369"/>
                </a:lnTo>
                <a:lnTo>
                  <a:pt x="176784" y="126492"/>
                </a:lnTo>
                <a:lnTo>
                  <a:pt x="294132" y="126492"/>
                </a:lnTo>
                <a:lnTo>
                  <a:pt x="265176" y="97536"/>
                </a:lnTo>
                <a:lnTo>
                  <a:pt x="245364" y="117348"/>
                </a:lnTo>
                <a:lnTo>
                  <a:pt x="47231" y="117348"/>
                </a:lnTo>
                <a:lnTo>
                  <a:pt x="59423" y="129540"/>
                </a:lnTo>
                <a:lnTo>
                  <a:pt x="83807" y="126492"/>
                </a:lnTo>
                <a:lnTo>
                  <a:pt x="144767" y="126492"/>
                </a:lnTo>
                <a:lnTo>
                  <a:pt x="114122" y="159702"/>
                </a:lnTo>
                <a:lnTo>
                  <a:pt x="78282" y="182880"/>
                </a:lnTo>
                <a:lnTo>
                  <a:pt x="57899" y="187452"/>
                </a:lnTo>
                <a:lnTo>
                  <a:pt x="74663" y="220980"/>
                </a:lnTo>
                <a:lnTo>
                  <a:pt x="117322" y="208546"/>
                </a:lnTo>
                <a:lnTo>
                  <a:pt x="166776" y="203682"/>
                </a:lnTo>
                <a:lnTo>
                  <a:pt x="263652" y="198120"/>
                </a:lnTo>
                <a:lnTo>
                  <a:pt x="266700" y="204216"/>
                </a:lnTo>
                <a:lnTo>
                  <a:pt x="271272" y="210312"/>
                </a:lnTo>
                <a:lnTo>
                  <a:pt x="274320" y="217932"/>
                </a:lnTo>
                <a:lnTo>
                  <a:pt x="277368" y="224028"/>
                </a:lnTo>
                <a:lnTo>
                  <a:pt x="278892" y="225552"/>
                </a:lnTo>
                <a:lnTo>
                  <a:pt x="283464" y="225552"/>
                </a:lnTo>
                <a:lnTo>
                  <a:pt x="286512" y="222504"/>
                </a:lnTo>
                <a:lnTo>
                  <a:pt x="289534" y="216446"/>
                </a:lnTo>
                <a:lnTo>
                  <a:pt x="294132" y="210312"/>
                </a:lnTo>
                <a:lnTo>
                  <a:pt x="295656" y="204216"/>
                </a:lnTo>
                <a:lnTo>
                  <a:pt x="295656" y="199644"/>
                </a:lnTo>
                <a:close/>
              </a:path>
              <a:path w="742314" h="358140">
                <a:moveTo>
                  <a:pt x="336791" y="74676"/>
                </a:moveTo>
                <a:lnTo>
                  <a:pt x="335356" y="73152"/>
                </a:lnTo>
                <a:lnTo>
                  <a:pt x="326720" y="64008"/>
                </a:lnTo>
                <a:lnTo>
                  <a:pt x="310896" y="47244"/>
                </a:lnTo>
                <a:lnTo>
                  <a:pt x="297180" y="64008"/>
                </a:lnTo>
                <a:lnTo>
                  <a:pt x="50279" y="64008"/>
                </a:lnTo>
                <a:lnTo>
                  <a:pt x="48755" y="45720"/>
                </a:lnTo>
                <a:lnTo>
                  <a:pt x="41135" y="45720"/>
                </a:lnTo>
                <a:lnTo>
                  <a:pt x="29133" y="84721"/>
                </a:lnTo>
                <a:lnTo>
                  <a:pt x="16764" y="102108"/>
                </a:lnTo>
                <a:lnTo>
                  <a:pt x="13703" y="106680"/>
                </a:lnTo>
                <a:lnTo>
                  <a:pt x="13703" y="112776"/>
                </a:lnTo>
                <a:lnTo>
                  <a:pt x="16764" y="115824"/>
                </a:lnTo>
                <a:lnTo>
                  <a:pt x="25895" y="115824"/>
                </a:lnTo>
                <a:lnTo>
                  <a:pt x="33515" y="117348"/>
                </a:lnTo>
                <a:lnTo>
                  <a:pt x="50850" y="85483"/>
                </a:lnTo>
                <a:lnTo>
                  <a:pt x="50279" y="73152"/>
                </a:lnTo>
                <a:lnTo>
                  <a:pt x="298704" y="73152"/>
                </a:lnTo>
                <a:lnTo>
                  <a:pt x="281940" y="105156"/>
                </a:lnTo>
                <a:lnTo>
                  <a:pt x="286512" y="108204"/>
                </a:lnTo>
                <a:lnTo>
                  <a:pt x="300799" y="93319"/>
                </a:lnTo>
                <a:lnTo>
                  <a:pt x="313944" y="82867"/>
                </a:lnTo>
                <a:lnTo>
                  <a:pt x="325945" y="76695"/>
                </a:lnTo>
                <a:lnTo>
                  <a:pt x="336791" y="74676"/>
                </a:lnTo>
                <a:close/>
              </a:path>
              <a:path w="742314" h="358140">
                <a:moveTo>
                  <a:pt x="350520" y="339852"/>
                </a:moveTo>
                <a:lnTo>
                  <a:pt x="318516" y="307848"/>
                </a:lnTo>
                <a:lnTo>
                  <a:pt x="295656" y="330708"/>
                </a:lnTo>
                <a:lnTo>
                  <a:pt x="184404" y="330708"/>
                </a:lnTo>
                <a:lnTo>
                  <a:pt x="184404" y="269748"/>
                </a:lnTo>
                <a:lnTo>
                  <a:pt x="300228" y="269748"/>
                </a:lnTo>
                <a:lnTo>
                  <a:pt x="271272" y="240792"/>
                </a:lnTo>
                <a:lnTo>
                  <a:pt x="251460" y="260604"/>
                </a:lnTo>
                <a:lnTo>
                  <a:pt x="184404" y="260604"/>
                </a:lnTo>
                <a:lnTo>
                  <a:pt x="184404" y="237744"/>
                </a:lnTo>
                <a:lnTo>
                  <a:pt x="198120" y="225552"/>
                </a:lnTo>
                <a:lnTo>
                  <a:pt x="161531" y="208788"/>
                </a:lnTo>
                <a:lnTo>
                  <a:pt x="162420" y="220738"/>
                </a:lnTo>
                <a:lnTo>
                  <a:pt x="162864" y="233553"/>
                </a:lnTo>
                <a:lnTo>
                  <a:pt x="162966" y="240792"/>
                </a:lnTo>
                <a:lnTo>
                  <a:pt x="163055" y="260604"/>
                </a:lnTo>
                <a:lnTo>
                  <a:pt x="51803" y="260604"/>
                </a:lnTo>
                <a:lnTo>
                  <a:pt x="65519" y="274320"/>
                </a:lnTo>
                <a:lnTo>
                  <a:pt x="73812" y="272313"/>
                </a:lnTo>
                <a:lnTo>
                  <a:pt x="82664" y="270891"/>
                </a:lnTo>
                <a:lnTo>
                  <a:pt x="92100" y="270027"/>
                </a:lnTo>
                <a:lnTo>
                  <a:pt x="102095" y="269748"/>
                </a:lnTo>
                <a:lnTo>
                  <a:pt x="163055" y="269748"/>
                </a:lnTo>
                <a:lnTo>
                  <a:pt x="163055" y="330708"/>
                </a:lnTo>
                <a:lnTo>
                  <a:pt x="0" y="330708"/>
                </a:lnTo>
                <a:lnTo>
                  <a:pt x="13703" y="344424"/>
                </a:lnTo>
                <a:lnTo>
                  <a:pt x="21996" y="342417"/>
                </a:lnTo>
                <a:lnTo>
                  <a:pt x="30848" y="340995"/>
                </a:lnTo>
                <a:lnTo>
                  <a:pt x="40284" y="340131"/>
                </a:lnTo>
                <a:lnTo>
                  <a:pt x="50279" y="339852"/>
                </a:lnTo>
                <a:lnTo>
                  <a:pt x="350520" y="339852"/>
                </a:lnTo>
                <a:close/>
              </a:path>
              <a:path w="742314" h="358140">
                <a:moveTo>
                  <a:pt x="742188" y="326136"/>
                </a:moveTo>
                <a:lnTo>
                  <a:pt x="677037" y="309181"/>
                </a:lnTo>
                <a:lnTo>
                  <a:pt x="637260" y="288036"/>
                </a:lnTo>
                <a:lnTo>
                  <a:pt x="614172" y="272796"/>
                </a:lnTo>
                <a:lnTo>
                  <a:pt x="623570" y="259080"/>
                </a:lnTo>
                <a:lnTo>
                  <a:pt x="627900" y="252742"/>
                </a:lnTo>
                <a:lnTo>
                  <a:pt x="641794" y="228981"/>
                </a:lnTo>
                <a:lnTo>
                  <a:pt x="655955" y="201206"/>
                </a:lnTo>
                <a:lnTo>
                  <a:pt x="670560" y="169164"/>
                </a:lnTo>
                <a:lnTo>
                  <a:pt x="677519" y="163068"/>
                </a:lnTo>
                <a:lnTo>
                  <a:pt x="682752" y="158496"/>
                </a:lnTo>
                <a:lnTo>
                  <a:pt x="677519" y="153924"/>
                </a:lnTo>
                <a:lnTo>
                  <a:pt x="658368" y="137160"/>
                </a:lnTo>
                <a:lnTo>
                  <a:pt x="647700" y="153924"/>
                </a:lnTo>
                <a:lnTo>
                  <a:pt x="646176" y="153924"/>
                </a:lnTo>
                <a:lnTo>
                  <a:pt x="646176" y="163068"/>
                </a:lnTo>
                <a:lnTo>
                  <a:pt x="635571" y="190500"/>
                </a:lnTo>
                <a:lnTo>
                  <a:pt x="624268" y="215646"/>
                </a:lnTo>
                <a:lnTo>
                  <a:pt x="612089" y="238506"/>
                </a:lnTo>
                <a:lnTo>
                  <a:pt x="598932" y="259080"/>
                </a:lnTo>
                <a:lnTo>
                  <a:pt x="581494" y="239356"/>
                </a:lnTo>
                <a:lnTo>
                  <a:pt x="565785" y="216789"/>
                </a:lnTo>
                <a:lnTo>
                  <a:pt x="551776" y="191350"/>
                </a:lnTo>
                <a:lnTo>
                  <a:pt x="539496" y="163068"/>
                </a:lnTo>
                <a:lnTo>
                  <a:pt x="646176" y="163068"/>
                </a:lnTo>
                <a:lnTo>
                  <a:pt x="646176" y="153924"/>
                </a:lnTo>
                <a:lnTo>
                  <a:pt x="519684" y="153924"/>
                </a:lnTo>
                <a:lnTo>
                  <a:pt x="522249" y="140220"/>
                </a:lnTo>
                <a:lnTo>
                  <a:pt x="525399" y="124396"/>
                </a:lnTo>
                <a:lnTo>
                  <a:pt x="529107" y="106553"/>
                </a:lnTo>
                <a:lnTo>
                  <a:pt x="533400" y="86868"/>
                </a:lnTo>
                <a:lnTo>
                  <a:pt x="736092" y="86868"/>
                </a:lnTo>
                <a:lnTo>
                  <a:pt x="707136" y="53340"/>
                </a:lnTo>
                <a:lnTo>
                  <a:pt x="679704" y="77724"/>
                </a:lnTo>
                <a:lnTo>
                  <a:pt x="534924" y="77724"/>
                </a:lnTo>
                <a:lnTo>
                  <a:pt x="538632" y="54025"/>
                </a:lnTo>
                <a:lnTo>
                  <a:pt x="542925" y="35623"/>
                </a:lnTo>
                <a:lnTo>
                  <a:pt x="547776" y="22644"/>
                </a:lnTo>
                <a:lnTo>
                  <a:pt x="553212" y="15240"/>
                </a:lnTo>
                <a:lnTo>
                  <a:pt x="518160" y="0"/>
                </a:lnTo>
                <a:lnTo>
                  <a:pt x="517601" y="16852"/>
                </a:lnTo>
                <a:lnTo>
                  <a:pt x="516064" y="35433"/>
                </a:lnTo>
                <a:lnTo>
                  <a:pt x="513651" y="55714"/>
                </a:lnTo>
                <a:lnTo>
                  <a:pt x="510540" y="77724"/>
                </a:lnTo>
                <a:lnTo>
                  <a:pt x="394716" y="77724"/>
                </a:lnTo>
                <a:lnTo>
                  <a:pt x="408432" y="91440"/>
                </a:lnTo>
                <a:lnTo>
                  <a:pt x="416712" y="89433"/>
                </a:lnTo>
                <a:lnTo>
                  <a:pt x="425577" y="88011"/>
                </a:lnTo>
                <a:lnTo>
                  <a:pt x="435000" y="87147"/>
                </a:lnTo>
                <a:lnTo>
                  <a:pt x="445008" y="86868"/>
                </a:lnTo>
                <a:lnTo>
                  <a:pt x="509016" y="86868"/>
                </a:lnTo>
                <a:lnTo>
                  <a:pt x="500989" y="130657"/>
                </a:lnTo>
                <a:lnTo>
                  <a:pt x="490537" y="170878"/>
                </a:lnTo>
                <a:lnTo>
                  <a:pt x="477507" y="207949"/>
                </a:lnTo>
                <a:lnTo>
                  <a:pt x="444931" y="273215"/>
                </a:lnTo>
                <a:lnTo>
                  <a:pt x="406692" y="329323"/>
                </a:lnTo>
                <a:lnTo>
                  <a:pt x="385572" y="355092"/>
                </a:lnTo>
                <a:lnTo>
                  <a:pt x="391668" y="358140"/>
                </a:lnTo>
                <a:lnTo>
                  <a:pt x="433197" y="315468"/>
                </a:lnTo>
                <a:lnTo>
                  <a:pt x="467868" y="268224"/>
                </a:lnTo>
                <a:lnTo>
                  <a:pt x="495681" y="216789"/>
                </a:lnTo>
                <a:lnTo>
                  <a:pt x="516636" y="163068"/>
                </a:lnTo>
                <a:lnTo>
                  <a:pt x="531876" y="163068"/>
                </a:lnTo>
                <a:lnTo>
                  <a:pt x="540448" y="190500"/>
                </a:lnTo>
                <a:lnTo>
                  <a:pt x="552450" y="217932"/>
                </a:lnTo>
                <a:lnTo>
                  <a:pt x="567880" y="245364"/>
                </a:lnTo>
                <a:lnTo>
                  <a:pt x="586740" y="272796"/>
                </a:lnTo>
                <a:lnTo>
                  <a:pt x="559854" y="296557"/>
                </a:lnTo>
                <a:lnTo>
                  <a:pt x="527113" y="317754"/>
                </a:lnTo>
                <a:lnTo>
                  <a:pt x="488365" y="336651"/>
                </a:lnTo>
                <a:lnTo>
                  <a:pt x="443484" y="353568"/>
                </a:lnTo>
                <a:lnTo>
                  <a:pt x="445008" y="358140"/>
                </a:lnTo>
                <a:lnTo>
                  <a:pt x="490740" y="346748"/>
                </a:lnTo>
                <a:lnTo>
                  <a:pt x="532066" y="331089"/>
                </a:lnTo>
                <a:lnTo>
                  <a:pt x="569087" y="311416"/>
                </a:lnTo>
                <a:lnTo>
                  <a:pt x="601980" y="288036"/>
                </a:lnTo>
                <a:lnTo>
                  <a:pt x="625716" y="306870"/>
                </a:lnTo>
                <a:lnTo>
                  <a:pt x="651319" y="324421"/>
                </a:lnTo>
                <a:lnTo>
                  <a:pt x="678916" y="340537"/>
                </a:lnTo>
                <a:lnTo>
                  <a:pt x="708660" y="355092"/>
                </a:lnTo>
                <a:lnTo>
                  <a:pt x="714108" y="345948"/>
                </a:lnTo>
                <a:lnTo>
                  <a:pt x="721423" y="339090"/>
                </a:lnTo>
                <a:lnTo>
                  <a:pt x="730732" y="334518"/>
                </a:lnTo>
                <a:lnTo>
                  <a:pt x="742188" y="332232"/>
                </a:lnTo>
                <a:lnTo>
                  <a:pt x="742188" y="32613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6" name="object 136"/>
          <p:cNvSpPr/>
          <p:nvPr/>
        </p:nvSpPr>
        <p:spPr>
          <a:xfrm>
            <a:off x="6486131" y="6463284"/>
            <a:ext cx="728980" cy="340360"/>
          </a:xfrm>
          <a:custGeom>
            <a:avLst/>
            <a:gdLst/>
            <a:ahLst/>
            <a:cxnLst/>
            <a:rect l="l" t="t" r="r" b="b"/>
            <a:pathLst>
              <a:path w="728979" h="340359">
                <a:moveTo>
                  <a:pt x="329184" y="321564"/>
                </a:moveTo>
                <a:lnTo>
                  <a:pt x="297180" y="289560"/>
                </a:lnTo>
                <a:lnTo>
                  <a:pt x="274320" y="312420"/>
                </a:lnTo>
                <a:lnTo>
                  <a:pt x="30480" y="312420"/>
                </a:lnTo>
                <a:lnTo>
                  <a:pt x="30480" y="30480"/>
                </a:lnTo>
                <a:lnTo>
                  <a:pt x="106680" y="30480"/>
                </a:lnTo>
                <a:lnTo>
                  <a:pt x="105727" y="79819"/>
                </a:lnTo>
                <a:lnTo>
                  <a:pt x="103632" y="123444"/>
                </a:lnTo>
                <a:lnTo>
                  <a:pt x="97726" y="162496"/>
                </a:lnTo>
                <a:lnTo>
                  <a:pt x="80632" y="216725"/>
                </a:lnTo>
                <a:lnTo>
                  <a:pt x="58826" y="256209"/>
                </a:lnTo>
                <a:lnTo>
                  <a:pt x="44196" y="277368"/>
                </a:lnTo>
                <a:lnTo>
                  <a:pt x="48768" y="281940"/>
                </a:lnTo>
                <a:lnTo>
                  <a:pt x="83248" y="240792"/>
                </a:lnTo>
                <a:lnTo>
                  <a:pt x="105156" y="199644"/>
                </a:lnTo>
                <a:lnTo>
                  <a:pt x="117919" y="160020"/>
                </a:lnTo>
                <a:lnTo>
                  <a:pt x="124968" y="120396"/>
                </a:lnTo>
                <a:lnTo>
                  <a:pt x="127063" y="77152"/>
                </a:lnTo>
                <a:lnTo>
                  <a:pt x="128016" y="30480"/>
                </a:lnTo>
                <a:lnTo>
                  <a:pt x="192024" y="30480"/>
                </a:lnTo>
                <a:lnTo>
                  <a:pt x="192024" y="227076"/>
                </a:lnTo>
                <a:lnTo>
                  <a:pt x="192887" y="241109"/>
                </a:lnTo>
                <a:lnTo>
                  <a:pt x="197739" y="251269"/>
                </a:lnTo>
                <a:lnTo>
                  <a:pt x="206603" y="257733"/>
                </a:lnTo>
                <a:lnTo>
                  <a:pt x="219456" y="260604"/>
                </a:lnTo>
                <a:lnTo>
                  <a:pt x="275844" y="260604"/>
                </a:lnTo>
                <a:lnTo>
                  <a:pt x="289801" y="259422"/>
                </a:lnTo>
                <a:lnTo>
                  <a:pt x="301752" y="255651"/>
                </a:lnTo>
                <a:lnTo>
                  <a:pt x="311429" y="249034"/>
                </a:lnTo>
                <a:lnTo>
                  <a:pt x="318516" y="239268"/>
                </a:lnTo>
                <a:lnTo>
                  <a:pt x="311137" y="236105"/>
                </a:lnTo>
                <a:lnTo>
                  <a:pt x="305181" y="231076"/>
                </a:lnTo>
                <a:lnTo>
                  <a:pt x="297370" y="193357"/>
                </a:lnTo>
                <a:lnTo>
                  <a:pt x="297180" y="170688"/>
                </a:lnTo>
                <a:lnTo>
                  <a:pt x="289560" y="170688"/>
                </a:lnTo>
                <a:lnTo>
                  <a:pt x="288658" y="183007"/>
                </a:lnTo>
                <a:lnTo>
                  <a:pt x="287426" y="206489"/>
                </a:lnTo>
                <a:lnTo>
                  <a:pt x="286512" y="217932"/>
                </a:lnTo>
                <a:lnTo>
                  <a:pt x="284759" y="227990"/>
                </a:lnTo>
                <a:lnTo>
                  <a:pt x="281559" y="235458"/>
                </a:lnTo>
                <a:lnTo>
                  <a:pt x="276656" y="240652"/>
                </a:lnTo>
                <a:lnTo>
                  <a:pt x="269748" y="243840"/>
                </a:lnTo>
                <a:lnTo>
                  <a:pt x="228600" y="243840"/>
                </a:lnTo>
                <a:lnTo>
                  <a:pt x="220840" y="241871"/>
                </a:lnTo>
                <a:lnTo>
                  <a:pt x="215646" y="236029"/>
                </a:lnTo>
                <a:lnTo>
                  <a:pt x="212750" y="226491"/>
                </a:lnTo>
                <a:lnTo>
                  <a:pt x="211836" y="213360"/>
                </a:lnTo>
                <a:lnTo>
                  <a:pt x="211836" y="30480"/>
                </a:lnTo>
                <a:lnTo>
                  <a:pt x="316992" y="30480"/>
                </a:lnTo>
                <a:lnTo>
                  <a:pt x="289560" y="0"/>
                </a:lnTo>
                <a:lnTo>
                  <a:pt x="266700" y="21336"/>
                </a:lnTo>
                <a:lnTo>
                  <a:pt x="30480" y="21336"/>
                </a:lnTo>
                <a:lnTo>
                  <a:pt x="7620" y="9144"/>
                </a:lnTo>
                <a:lnTo>
                  <a:pt x="8509" y="30607"/>
                </a:lnTo>
                <a:lnTo>
                  <a:pt x="8953" y="51625"/>
                </a:lnTo>
                <a:lnTo>
                  <a:pt x="9144" y="92964"/>
                </a:lnTo>
                <a:lnTo>
                  <a:pt x="9144" y="306324"/>
                </a:lnTo>
                <a:lnTo>
                  <a:pt x="0" y="315468"/>
                </a:lnTo>
                <a:lnTo>
                  <a:pt x="21336" y="335280"/>
                </a:lnTo>
                <a:lnTo>
                  <a:pt x="32004" y="321564"/>
                </a:lnTo>
                <a:lnTo>
                  <a:pt x="329184" y="321564"/>
                </a:lnTo>
                <a:close/>
              </a:path>
              <a:path w="728979" h="340359">
                <a:moveTo>
                  <a:pt x="565416" y="30480"/>
                </a:moveTo>
                <a:lnTo>
                  <a:pt x="541032" y="3048"/>
                </a:lnTo>
                <a:lnTo>
                  <a:pt x="522744" y="21336"/>
                </a:lnTo>
                <a:lnTo>
                  <a:pt x="478548" y="21336"/>
                </a:lnTo>
                <a:lnTo>
                  <a:pt x="478548" y="30480"/>
                </a:lnTo>
                <a:lnTo>
                  <a:pt x="478548" y="79248"/>
                </a:lnTo>
                <a:lnTo>
                  <a:pt x="457212" y="79248"/>
                </a:lnTo>
                <a:lnTo>
                  <a:pt x="457212" y="30480"/>
                </a:lnTo>
                <a:lnTo>
                  <a:pt x="478548" y="30480"/>
                </a:lnTo>
                <a:lnTo>
                  <a:pt x="478548" y="21336"/>
                </a:lnTo>
                <a:lnTo>
                  <a:pt x="368820" y="21336"/>
                </a:lnTo>
                <a:lnTo>
                  <a:pt x="382536" y="35052"/>
                </a:lnTo>
                <a:lnTo>
                  <a:pt x="390817" y="33058"/>
                </a:lnTo>
                <a:lnTo>
                  <a:pt x="399681" y="31623"/>
                </a:lnTo>
                <a:lnTo>
                  <a:pt x="409105" y="30772"/>
                </a:lnTo>
                <a:lnTo>
                  <a:pt x="419112" y="30480"/>
                </a:lnTo>
                <a:lnTo>
                  <a:pt x="438924" y="30480"/>
                </a:lnTo>
                <a:lnTo>
                  <a:pt x="438924" y="79248"/>
                </a:lnTo>
                <a:lnTo>
                  <a:pt x="438924" y="88392"/>
                </a:lnTo>
                <a:lnTo>
                  <a:pt x="437222" y="122377"/>
                </a:lnTo>
                <a:lnTo>
                  <a:pt x="432257" y="151066"/>
                </a:lnTo>
                <a:lnTo>
                  <a:pt x="424129" y="174332"/>
                </a:lnTo>
                <a:lnTo>
                  <a:pt x="413016" y="192024"/>
                </a:lnTo>
                <a:lnTo>
                  <a:pt x="413016" y="88392"/>
                </a:lnTo>
                <a:lnTo>
                  <a:pt x="438924" y="88392"/>
                </a:lnTo>
                <a:lnTo>
                  <a:pt x="438924" y="79248"/>
                </a:lnTo>
                <a:lnTo>
                  <a:pt x="413016" y="79248"/>
                </a:lnTo>
                <a:lnTo>
                  <a:pt x="391680" y="67056"/>
                </a:lnTo>
                <a:lnTo>
                  <a:pt x="392557" y="94488"/>
                </a:lnTo>
                <a:lnTo>
                  <a:pt x="393014" y="126492"/>
                </a:lnTo>
                <a:lnTo>
                  <a:pt x="393115" y="151066"/>
                </a:lnTo>
                <a:lnTo>
                  <a:pt x="393039" y="233172"/>
                </a:lnTo>
                <a:lnTo>
                  <a:pt x="392963" y="245986"/>
                </a:lnTo>
                <a:lnTo>
                  <a:pt x="392442" y="282321"/>
                </a:lnTo>
                <a:lnTo>
                  <a:pt x="391909" y="313524"/>
                </a:lnTo>
                <a:lnTo>
                  <a:pt x="391680" y="339852"/>
                </a:lnTo>
                <a:lnTo>
                  <a:pt x="413016" y="332232"/>
                </a:lnTo>
                <a:lnTo>
                  <a:pt x="413016" y="300228"/>
                </a:lnTo>
                <a:lnTo>
                  <a:pt x="522744" y="300228"/>
                </a:lnTo>
                <a:lnTo>
                  <a:pt x="522744" y="338328"/>
                </a:lnTo>
                <a:lnTo>
                  <a:pt x="544080" y="327660"/>
                </a:lnTo>
                <a:lnTo>
                  <a:pt x="543331" y="302971"/>
                </a:lnTo>
                <a:lnTo>
                  <a:pt x="543293" y="300228"/>
                </a:lnTo>
                <a:lnTo>
                  <a:pt x="543179" y="291084"/>
                </a:lnTo>
                <a:lnTo>
                  <a:pt x="542874" y="267220"/>
                </a:lnTo>
                <a:lnTo>
                  <a:pt x="542709" y="233172"/>
                </a:lnTo>
                <a:lnTo>
                  <a:pt x="542671" y="224028"/>
                </a:lnTo>
                <a:lnTo>
                  <a:pt x="542582" y="172212"/>
                </a:lnTo>
                <a:lnTo>
                  <a:pt x="542556" y="92964"/>
                </a:lnTo>
                <a:lnTo>
                  <a:pt x="547890" y="88392"/>
                </a:lnTo>
                <a:lnTo>
                  <a:pt x="553224" y="83820"/>
                </a:lnTo>
                <a:lnTo>
                  <a:pt x="547890" y="79248"/>
                </a:lnTo>
                <a:lnTo>
                  <a:pt x="531888" y="65532"/>
                </a:lnTo>
                <a:lnTo>
                  <a:pt x="522744" y="77292"/>
                </a:lnTo>
                <a:lnTo>
                  <a:pt x="522744" y="291084"/>
                </a:lnTo>
                <a:lnTo>
                  <a:pt x="413016" y="291084"/>
                </a:lnTo>
                <a:lnTo>
                  <a:pt x="413016" y="233172"/>
                </a:lnTo>
                <a:lnTo>
                  <a:pt x="522744" y="233172"/>
                </a:lnTo>
                <a:lnTo>
                  <a:pt x="522744" y="224028"/>
                </a:lnTo>
                <a:lnTo>
                  <a:pt x="413016" y="224028"/>
                </a:lnTo>
                <a:lnTo>
                  <a:pt x="413016" y="201168"/>
                </a:lnTo>
                <a:lnTo>
                  <a:pt x="422262" y="192024"/>
                </a:lnTo>
                <a:lnTo>
                  <a:pt x="432130" y="182270"/>
                </a:lnTo>
                <a:lnTo>
                  <a:pt x="445973" y="157353"/>
                </a:lnTo>
                <a:lnTo>
                  <a:pt x="454367" y="126161"/>
                </a:lnTo>
                <a:lnTo>
                  <a:pt x="457212" y="88392"/>
                </a:lnTo>
                <a:lnTo>
                  <a:pt x="478548" y="88392"/>
                </a:lnTo>
                <a:lnTo>
                  <a:pt x="478624" y="167640"/>
                </a:lnTo>
                <a:lnTo>
                  <a:pt x="501408" y="188976"/>
                </a:lnTo>
                <a:lnTo>
                  <a:pt x="522744" y="188976"/>
                </a:lnTo>
                <a:lnTo>
                  <a:pt x="522744" y="172212"/>
                </a:lnTo>
                <a:lnTo>
                  <a:pt x="499884" y="172212"/>
                </a:lnTo>
                <a:lnTo>
                  <a:pt x="496836" y="167640"/>
                </a:lnTo>
                <a:lnTo>
                  <a:pt x="496836" y="88392"/>
                </a:lnTo>
                <a:lnTo>
                  <a:pt x="522744" y="88392"/>
                </a:lnTo>
                <a:lnTo>
                  <a:pt x="522744" y="77292"/>
                </a:lnTo>
                <a:lnTo>
                  <a:pt x="521220" y="79248"/>
                </a:lnTo>
                <a:lnTo>
                  <a:pt x="496836" y="79248"/>
                </a:lnTo>
                <a:lnTo>
                  <a:pt x="496836" y="30480"/>
                </a:lnTo>
                <a:lnTo>
                  <a:pt x="565416" y="30480"/>
                </a:lnTo>
                <a:close/>
              </a:path>
              <a:path w="728979" h="340359">
                <a:moveTo>
                  <a:pt x="728484" y="303276"/>
                </a:moveTo>
                <a:lnTo>
                  <a:pt x="709053" y="262509"/>
                </a:lnTo>
                <a:lnTo>
                  <a:pt x="708672" y="234696"/>
                </a:lnTo>
                <a:lnTo>
                  <a:pt x="701052" y="234696"/>
                </a:lnTo>
                <a:lnTo>
                  <a:pt x="699884" y="253822"/>
                </a:lnTo>
                <a:lnTo>
                  <a:pt x="698576" y="269938"/>
                </a:lnTo>
                <a:lnTo>
                  <a:pt x="696976" y="282917"/>
                </a:lnTo>
                <a:lnTo>
                  <a:pt x="694956" y="292608"/>
                </a:lnTo>
                <a:lnTo>
                  <a:pt x="693432" y="301752"/>
                </a:lnTo>
                <a:lnTo>
                  <a:pt x="688860" y="307848"/>
                </a:lnTo>
                <a:lnTo>
                  <a:pt x="618756" y="307848"/>
                </a:lnTo>
                <a:lnTo>
                  <a:pt x="608507" y="306374"/>
                </a:lnTo>
                <a:lnTo>
                  <a:pt x="600849" y="301752"/>
                </a:lnTo>
                <a:lnTo>
                  <a:pt x="596036" y="293712"/>
                </a:lnTo>
                <a:lnTo>
                  <a:pt x="594372" y="281940"/>
                </a:lnTo>
                <a:lnTo>
                  <a:pt x="594372" y="140208"/>
                </a:lnTo>
                <a:lnTo>
                  <a:pt x="676668" y="140208"/>
                </a:lnTo>
                <a:lnTo>
                  <a:pt x="676668" y="161544"/>
                </a:lnTo>
                <a:lnTo>
                  <a:pt x="698004" y="152400"/>
                </a:lnTo>
                <a:lnTo>
                  <a:pt x="697865" y="140208"/>
                </a:lnTo>
                <a:lnTo>
                  <a:pt x="697750" y="131064"/>
                </a:lnTo>
                <a:lnTo>
                  <a:pt x="697242" y="104584"/>
                </a:lnTo>
                <a:lnTo>
                  <a:pt x="696709" y="72466"/>
                </a:lnTo>
                <a:lnTo>
                  <a:pt x="696480" y="35052"/>
                </a:lnTo>
                <a:lnTo>
                  <a:pt x="702576" y="30480"/>
                </a:lnTo>
                <a:lnTo>
                  <a:pt x="708672" y="25908"/>
                </a:lnTo>
                <a:lnTo>
                  <a:pt x="684288" y="7620"/>
                </a:lnTo>
                <a:lnTo>
                  <a:pt x="673620" y="21336"/>
                </a:lnTo>
                <a:lnTo>
                  <a:pt x="566940" y="21336"/>
                </a:lnTo>
                <a:lnTo>
                  <a:pt x="580656" y="35052"/>
                </a:lnTo>
                <a:lnTo>
                  <a:pt x="589800" y="33058"/>
                </a:lnTo>
                <a:lnTo>
                  <a:pt x="598944" y="31623"/>
                </a:lnTo>
                <a:lnTo>
                  <a:pt x="608088" y="30772"/>
                </a:lnTo>
                <a:lnTo>
                  <a:pt x="617232" y="30480"/>
                </a:lnTo>
                <a:lnTo>
                  <a:pt x="676668" y="30480"/>
                </a:lnTo>
                <a:lnTo>
                  <a:pt x="676668" y="131064"/>
                </a:lnTo>
                <a:lnTo>
                  <a:pt x="594372" y="131064"/>
                </a:lnTo>
                <a:lnTo>
                  <a:pt x="573036" y="117348"/>
                </a:lnTo>
                <a:lnTo>
                  <a:pt x="573913" y="141668"/>
                </a:lnTo>
                <a:lnTo>
                  <a:pt x="574370" y="178117"/>
                </a:lnTo>
                <a:lnTo>
                  <a:pt x="574535" y="226872"/>
                </a:lnTo>
                <a:lnTo>
                  <a:pt x="574560" y="288036"/>
                </a:lnTo>
                <a:lnTo>
                  <a:pt x="576859" y="304901"/>
                </a:lnTo>
                <a:lnTo>
                  <a:pt x="583895" y="316611"/>
                </a:lnTo>
                <a:lnTo>
                  <a:pt x="595769" y="323189"/>
                </a:lnTo>
                <a:lnTo>
                  <a:pt x="612660" y="324612"/>
                </a:lnTo>
                <a:lnTo>
                  <a:pt x="691908" y="324612"/>
                </a:lnTo>
                <a:lnTo>
                  <a:pt x="703618" y="323430"/>
                </a:lnTo>
                <a:lnTo>
                  <a:pt x="713625" y="319659"/>
                </a:lnTo>
                <a:lnTo>
                  <a:pt x="721906" y="313042"/>
                </a:lnTo>
                <a:lnTo>
                  <a:pt x="725398" y="307848"/>
                </a:lnTo>
                <a:lnTo>
                  <a:pt x="728484" y="30327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7" name="object 137"/>
          <p:cNvSpPr/>
          <p:nvPr/>
        </p:nvSpPr>
        <p:spPr>
          <a:xfrm>
            <a:off x="7290816" y="6454139"/>
            <a:ext cx="285115" cy="350520"/>
          </a:xfrm>
          <a:custGeom>
            <a:avLst/>
            <a:gdLst/>
            <a:ahLst/>
            <a:cxnLst/>
            <a:rect l="l" t="t" r="r" b="b"/>
            <a:pathLst>
              <a:path w="285115" h="350520">
                <a:moveTo>
                  <a:pt x="65532" y="74676"/>
                </a:moveTo>
                <a:lnTo>
                  <a:pt x="59436" y="74676"/>
                </a:lnTo>
                <a:lnTo>
                  <a:pt x="56388" y="70104"/>
                </a:lnTo>
                <a:lnTo>
                  <a:pt x="54864" y="60960"/>
                </a:lnTo>
                <a:lnTo>
                  <a:pt x="50315" y="48696"/>
                </a:lnTo>
                <a:lnTo>
                  <a:pt x="43624" y="34861"/>
                </a:lnTo>
                <a:lnTo>
                  <a:pt x="34932" y="19597"/>
                </a:lnTo>
                <a:lnTo>
                  <a:pt x="24384" y="3048"/>
                </a:lnTo>
                <a:lnTo>
                  <a:pt x="28956" y="0"/>
                </a:lnTo>
                <a:lnTo>
                  <a:pt x="42648" y="7953"/>
                </a:lnTo>
                <a:lnTo>
                  <a:pt x="53911" y="15621"/>
                </a:lnTo>
                <a:lnTo>
                  <a:pt x="62603" y="22717"/>
                </a:lnTo>
                <a:lnTo>
                  <a:pt x="68580" y="28956"/>
                </a:lnTo>
                <a:lnTo>
                  <a:pt x="76200" y="36576"/>
                </a:lnTo>
                <a:lnTo>
                  <a:pt x="79248" y="42672"/>
                </a:lnTo>
                <a:lnTo>
                  <a:pt x="79248" y="51816"/>
                </a:lnTo>
                <a:lnTo>
                  <a:pt x="77724" y="57912"/>
                </a:lnTo>
                <a:lnTo>
                  <a:pt x="73152" y="65532"/>
                </a:lnTo>
                <a:lnTo>
                  <a:pt x="68580" y="71628"/>
                </a:lnTo>
                <a:lnTo>
                  <a:pt x="65532" y="74676"/>
                </a:lnTo>
                <a:close/>
              </a:path>
              <a:path w="285115" h="350520">
                <a:moveTo>
                  <a:pt x="128016" y="53340"/>
                </a:moveTo>
                <a:lnTo>
                  <a:pt x="114300" y="39624"/>
                </a:lnTo>
                <a:lnTo>
                  <a:pt x="246888" y="39624"/>
                </a:lnTo>
                <a:lnTo>
                  <a:pt x="259080" y="21336"/>
                </a:lnTo>
                <a:lnTo>
                  <a:pt x="284988" y="42672"/>
                </a:lnTo>
                <a:lnTo>
                  <a:pt x="278130" y="48768"/>
                </a:lnTo>
                <a:lnTo>
                  <a:pt x="164592" y="48768"/>
                </a:lnTo>
                <a:lnTo>
                  <a:pt x="154590" y="49053"/>
                </a:lnTo>
                <a:lnTo>
                  <a:pt x="145161" y="49911"/>
                </a:lnTo>
                <a:lnTo>
                  <a:pt x="136302" y="51339"/>
                </a:lnTo>
                <a:lnTo>
                  <a:pt x="128016" y="53340"/>
                </a:lnTo>
                <a:close/>
              </a:path>
              <a:path w="285115" h="350520">
                <a:moveTo>
                  <a:pt x="270637" y="310896"/>
                </a:moveTo>
                <a:lnTo>
                  <a:pt x="243840" y="310896"/>
                </a:lnTo>
                <a:lnTo>
                  <a:pt x="248412" y="307848"/>
                </a:lnTo>
                <a:lnTo>
                  <a:pt x="248412" y="48768"/>
                </a:lnTo>
                <a:lnTo>
                  <a:pt x="278130" y="48768"/>
                </a:lnTo>
                <a:lnTo>
                  <a:pt x="271272" y="54864"/>
                </a:lnTo>
                <a:lnTo>
                  <a:pt x="271272" y="303275"/>
                </a:lnTo>
                <a:lnTo>
                  <a:pt x="270637" y="310896"/>
                </a:lnTo>
                <a:close/>
              </a:path>
              <a:path w="285115" h="350520">
                <a:moveTo>
                  <a:pt x="0" y="350520"/>
                </a:moveTo>
                <a:lnTo>
                  <a:pt x="205" y="320730"/>
                </a:lnTo>
                <a:lnTo>
                  <a:pt x="308" y="310896"/>
                </a:lnTo>
                <a:lnTo>
                  <a:pt x="1285" y="237577"/>
                </a:lnTo>
                <a:lnTo>
                  <a:pt x="1408" y="214884"/>
                </a:lnTo>
                <a:lnTo>
                  <a:pt x="1497" y="188976"/>
                </a:lnTo>
                <a:lnTo>
                  <a:pt x="1291" y="153162"/>
                </a:lnTo>
                <a:lnTo>
                  <a:pt x="741" y="115824"/>
                </a:lnTo>
                <a:lnTo>
                  <a:pt x="225" y="86868"/>
                </a:lnTo>
                <a:lnTo>
                  <a:pt x="0" y="65532"/>
                </a:lnTo>
                <a:lnTo>
                  <a:pt x="38100" y="86868"/>
                </a:lnTo>
                <a:lnTo>
                  <a:pt x="24384" y="96012"/>
                </a:lnTo>
                <a:lnTo>
                  <a:pt x="24384" y="339852"/>
                </a:lnTo>
                <a:lnTo>
                  <a:pt x="0" y="350520"/>
                </a:lnTo>
                <a:close/>
              </a:path>
              <a:path w="285115" h="350520">
                <a:moveTo>
                  <a:pt x="209804" y="132588"/>
                </a:moveTo>
                <a:lnTo>
                  <a:pt x="176783" y="132588"/>
                </a:lnTo>
                <a:lnTo>
                  <a:pt x="187452" y="115824"/>
                </a:lnTo>
                <a:lnTo>
                  <a:pt x="209804" y="132588"/>
                </a:lnTo>
                <a:close/>
              </a:path>
              <a:path w="285115" h="350520">
                <a:moveTo>
                  <a:pt x="71628" y="271272"/>
                </a:moveTo>
                <a:lnTo>
                  <a:pt x="71866" y="248983"/>
                </a:lnTo>
                <a:lnTo>
                  <a:pt x="72913" y="207835"/>
                </a:lnTo>
                <a:lnTo>
                  <a:pt x="73094" y="193548"/>
                </a:lnTo>
                <a:lnTo>
                  <a:pt x="73128" y="170926"/>
                </a:lnTo>
                <a:lnTo>
                  <a:pt x="72961" y="153162"/>
                </a:lnTo>
                <a:lnTo>
                  <a:pt x="72509" y="135397"/>
                </a:lnTo>
                <a:lnTo>
                  <a:pt x="71628" y="117348"/>
                </a:lnTo>
                <a:lnTo>
                  <a:pt x="94488" y="132588"/>
                </a:lnTo>
                <a:lnTo>
                  <a:pt x="209804" y="132588"/>
                </a:lnTo>
                <a:lnTo>
                  <a:pt x="211836" y="134112"/>
                </a:lnTo>
                <a:lnTo>
                  <a:pt x="203127" y="141732"/>
                </a:lnTo>
                <a:lnTo>
                  <a:pt x="94488" y="141732"/>
                </a:lnTo>
                <a:lnTo>
                  <a:pt x="94488" y="233172"/>
                </a:lnTo>
                <a:lnTo>
                  <a:pt x="199834" y="233172"/>
                </a:lnTo>
                <a:lnTo>
                  <a:pt x="200215" y="242315"/>
                </a:lnTo>
                <a:lnTo>
                  <a:pt x="94488" y="242315"/>
                </a:lnTo>
                <a:lnTo>
                  <a:pt x="94488" y="262127"/>
                </a:lnTo>
                <a:lnTo>
                  <a:pt x="71628" y="271272"/>
                </a:lnTo>
                <a:close/>
              </a:path>
              <a:path w="285115" h="350520">
                <a:moveTo>
                  <a:pt x="199834" y="233172"/>
                </a:moveTo>
                <a:lnTo>
                  <a:pt x="178307" y="233172"/>
                </a:lnTo>
                <a:lnTo>
                  <a:pt x="178307" y="141732"/>
                </a:lnTo>
                <a:lnTo>
                  <a:pt x="203127" y="141732"/>
                </a:lnTo>
                <a:lnTo>
                  <a:pt x="199643" y="144780"/>
                </a:lnTo>
                <a:lnTo>
                  <a:pt x="199742" y="227838"/>
                </a:lnTo>
                <a:lnTo>
                  <a:pt x="199834" y="233172"/>
                </a:lnTo>
                <a:close/>
              </a:path>
              <a:path w="285115" h="350520">
                <a:moveTo>
                  <a:pt x="178307" y="265175"/>
                </a:moveTo>
                <a:lnTo>
                  <a:pt x="178307" y="242315"/>
                </a:lnTo>
                <a:lnTo>
                  <a:pt x="200215" y="242315"/>
                </a:lnTo>
                <a:lnTo>
                  <a:pt x="200286" y="244030"/>
                </a:lnTo>
                <a:lnTo>
                  <a:pt x="201168" y="256032"/>
                </a:lnTo>
                <a:lnTo>
                  <a:pt x="178307" y="265175"/>
                </a:lnTo>
                <a:close/>
              </a:path>
              <a:path w="285115" h="350520">
                <a:moveTo>
                  <a:pt x="233172" y="350520"/>
                </a:moveTo>
                <a:lnTo>
                  <a:pt x="230004" y="337708"/>
                </a:lnTo>
                <a:lnTo>
                  <a:pt x="220408" y="326898"/>
                </a:lnTo>
                <a:lnTo>
                  <a:pt x="204239" y="318373"/>
                </a:lnTo>
                <a:lnTo>
                  <a:pt x="181356" y="312420"/>
                </a:lnTo>
                <a:lnTo>
                  <a:pt x="181356" y="306324"/>
                </a:lnTo>
                <a:lnTo>
                  <a:pt x="197358" y="307467"/>
                </a:lnTo>
                <a:lnTo>
                  <a:pt x="211074" y="308610"/>
                </a:lnTo>
                <a:lnTo>
                  <a:pt x="222504" y="309753"/>
                </a:lnTo>
                <a:lnTo>
                  <a:pt x="231648" y="310896"/>
                </a:lnTo>
                <a:lnTo>
                  <a:pt x="270637" y="310896"/>
                </a:lnTo>
                <a:lnTo>
                  <a:pt x="269819" y="320730"/>
                </a:lnTo>
                <a:lnTo>
                  <a:pt x="263080" y="334327"/>
                </a:lnTo>
                <a:lnTo>
                  <a:pt x="250912" y="344209"/>
                </a:lnTo>
                <a:lnTo>
                  <a:pt x="233172" y="3505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8" name="object 138"/>
          <p:cNvSpPr/>
          <p:nvPr/>
        </p:nvSpPr>
        <p:spPr>
          <a:xfrm>
            <a:off x="7636764" y="6460236"/>
            <a:ext cx="356870" cy="346075"/>
          </a:xfrm>
          <a:custGeom>
            <a:avLst/>
            <a:gdLst/>
            <a:ahLst/>
            <a:cxnLst/>
            <a:rect l="l" t="t" r="r" b="b"/>
            <a:pathLst>
              <a:path w="356870" h="346075">
                <a:moveTo>
                  <a:pt x="192024" y="32004"/>
                </a:moveTo>
                <a:lnTo>
                  <a:pt x="178308" y="18288"/>
                </a:lnTo>
                <a:lnTo>
                  <a:pt x="310896" y="18288"/>
                </a:lnTo>
                <a:lnTo>
                  <a:pt x="329184" y="0"/>
                </a:lnTo>
                <a:lnTo>
                  <a:pt x="353568" y="27432"/>
                </a:lnTo>
                <a:lnTo>
                  <a:pt x="228599" y="27432"/>
                </a:lnTo>
                <a:lnTo>
                  <a:pt x="218598" y="27717"/>
                </a:lnTo>
                <a:lnTo>
                  <a:pt x="209169" y="28575"/>
                </a:lnTo>
                <a:lnTo>
                  <a:pt x="200310" y="30003"/>
                </a:lnTo>
                <a:lnTo>
                  <a:pt x="192024" y="32004"/>
                </a:lnTo>
                <a:close/>
              </a:path>
              <a:path w="356870" h="346075">
                <a:moveTo>
                  <a:pt x="166878" y="16764"/>
                </a:moveTo>
                <a:lnTo>
                  <a:pt x="137160" y="16764"/>
                </a:lnTo>
                <a:lnTo>
                  <a:pt x="147828" y="1524"/>
                </a:lnTo>
                <a:lnTo>
                  <a:pt x="166878" y="16764"/>
                </a:lnTo>
                <a:close/>
              </a:path>
              <a:path w="356870" h="346075">
                <a:moveTo>
                  <a:pt x="47244" y="147828"/>
                </a:moveTo>
                <a:lnTo>
                  <a:pt x="47482" y="130397"/>
                </a:lnTo>
                <a:lnTo>
                  <a:pt x="48529" y="93821"/>
                </a:lnTo>
                <a:lnTo>
                  <a:pt x="48654" y="83820"/>
                </a:lnTo>
                <a:lnTo>
                  <a:pt x="48728" y="71628"/>
                </a:lnTo>
                <a:lnTo>
                  <a:pt x="48515" y="55935"/>
                </a:lnTo>
                <a:lnTo>
                  <a:pt x="47482" y="21097"/>
                </a:lnTo>
                <a:lnTo>
                  <a:pt x="47244" y="4572"/>
                </a:lnTo>
                <a:lnTo>
                  <a:pt x="68580" y="16764"/>
                </a:lnTo>
                <a:lnTo>
                  <a:pt x="166878" y="16764"/>
                </a:lnTo>
                <a:lnTo>
                  <a:pt x="170688" y="19812"/>
                </a:lnTo>
                <a:lnTo>
                  <a:pt x="163576" y="25908"/>
                </a:lnTo>
                <a:lnTo>
                  <a:pt x="68580" y="25908"/>
                </a:lnTo>
                <a:lnTo>
                  <a:pt x="68580" y="70104"/>
                </a:lnTo>
                <a:lnTo>
                  <a:pt x="160090" y="70104"/>
                </a:lnTo>
                <a:lnTo>
                  <a:pt x="160143" y="79248"/>
                </a:lnTo>
                <a:lnTo>
                  <a:pt x="68580" y="79248"/>
                </a:lnTo>
                <a:lnTo>
                  <a:pt x="68580" y="121920"/>
                </a:lnTo>
                <a:lnTo>
                  <a:pt x="160991" y="121920"/>
                </a:lnTo>
                <a:lnTo>
                  <a:pt x="161405" y="131064"/>
                </a:lnTo>
                <a:lnTo>
                  <a:pt x="68580" y="131064"/>
                </a:lnTo>
                <a:lnTo>
                  <a:pt x="68580" y="140208"/>
                </a:lnTo>
                <a:lnTo>
                  <a:pt x="47244" y="147828"/>
                </a:lnTo>
                <a:close/>
              </a:path>
              <a:path w="356870" h="346075">
                <a:moveTo>
                  <a:pt x="160090" y="70104"/>
                </a:moveTo>
                <a:lnTo>
                  <a:pt x="140208" y="70104"/>
                </a:lnTo>
                <a:lnTo>
                  <a:pt x="140208" y="25908"/>
                </a:lnTo>
                <a:lnTo>
                  <a:pt x="163576" y="25908"/>
                </a:lnTo>
                <a:lnTo>
                  <a:pt x="160020" y="28956"/>
                </a:lnTo>
                <a:lnTo>
                  <a:pt x="160090" y="70104"/>
                </a:lnTo>
                <a:close/>
              </a:path>
              <a:path w="356870" h="346075">
                <a:moveTo>
                  <a:pt x="246887" y="71628"/>
                </a:moveTo>
                <a:lnTo>
                  <a:pt x="239268" y="71628"/>
                </a:lnTo>
                <a:lnTo>
                  <a:pt x="242173" y="60221"/>
                </a:lnTo>
                <a:lnTo>
                  <a:pt x="244221" y="48958"/>
                </a:lnTo>
                <a:lnTo>
                  <a:pt x="245697" y="37980"/>
                </a:lnTo>
                <a:lnTo>
                  <a:pt x="246887" y="27432"/>
                </a:lnTo>
                <a:lnTo>
                  <a:pt x="272796" y="27432"/>
                </a:lnTo>
                <a:lnTo>
                  <a:pt x="268747" y="33694"/>
                </a:lnTo>
                <a:lnTo>
                  <a:pt x="263271" y="43243"/>
                </a:lnTo>
                <a:lnTo>
                  <a:pt x="256079" y="55935"/>
                </a:lnTo>
                <a:lnTo>
                  <a:pt x="246887" y="71628"/>
                </a:lnTo>
                <a:close/>
              </a:path>
              <a:path w="356870" h="346075">
                <a:moveTo>
                  <a:pt x="334171" y="71628"/>
                </a:moveTo>
                <a:lnTo>
                  <a:pt x="304799" y="71628"/>
                </a:lnTo>
                <a:lnTo>
                  <a:pt x="315468" y="57912"/>
                </a:lnTo>
                <a:lnTo>
                  <a:pt x="334171" y="71628"/>
                </a:lnTo>
                <a:close/>
              </a:path>
              <a:path w="356870" h="346075">
                <a:moveTo>
                  <a:pt x="198120" y="219456"/>
                </a:moveTo>
                <a:lnTo>
                  <a:pt x="198358" y="202596"/>
                </a:lnTo>
                <a:lnTo>
                  <a:pt x="199373" y="164996"/>
                </a:lnTo>
                <a:lnTo>
                  <a:pt x="199578" y="147828"/>
                </a:lnTo>
                <a:lnTo>
                  <a:pt x="199623" y="121920"/>
                </a:lnTo>
                <a:lnTo>
                  <a:pt x="199453" y="97726"/>
                </a:lnTo>
                <a:lnTo>
                  <a:pt x="199001" y="78081"/>
                </a:lnTo>
                <a:lnTo>
                  <a:pt x="198120" y="59436"/>
                </a:lnTo>
                <a:lnTo>
                  <a:pt x="219456" y="71628"/>
                </a:lnTo>
                <a:lnTo>
                  <a:pt x="334171" y="71628"/>
                </a:lnTo>
                <a:lnTo>
                  <a:pt x="338328" y="74676"/>
                </a:lnTo>
                <a:lnTo>
                  <a:pt x="331216" y="80772"/>
                </a:lnTo>
                <a:lnTo>
                  <a:pt x="219456" y="80772"/>
                </a:lnTo>
                <a:lnTo>
                  <a:pt x="219456" y="207264"/>
                </a:lnTo>
                <a:lnTo>
                  <a:pt x="198120" y="219456"/>
                </a:lnTo>
                <a:close/>
              </a:path>
              <a:path w="356870" h="346075">
                <a:moveTo>
                  <a:pt x="160991" y="121920"/>
                </a:moveTo>
                <a:lnTo>
                  <a:pt x="140208" y="121920"/>
                </a:lnTo>
                <a:lnTo>
                  <a:pt x="140208" y="79248"/>
                </a:lnTo>
                <a:lnTo>
                  <a:pt x="160143" y="79248"/>
                </a:lnTo>
                <a:lnTo>
                  <a:pt x="160269" y="93821"/>
                </a:lnTo>
                <a:lnTo>
                  <a:pt x="160662" y="114681"/>
                </a:lnTo>
                <a:lnTo>
                  <a:pt x="160991" y="121920"/>
                </a:lnTo>
                <a:close/>
              </a:path>
              <a:path w="356870" h="346075">
                <a:moveTo>
                  <a:pt x="307848" y="214884"/>
                </a:moveTo>
                <a:lnTo>
                  <a:pt x="307848" y="80772"/>
                </a:lnTo>
                <a:lnTo>
                  <a:pt x="331216" y="80772"/>
                </a:lnTo>
                <a:lnTo>
                  <a:pt x="327660" y="83820"/>
                </a:lnTo>
                <a:lnTo>
                  <a:pt x="327716" y="167068"/>
                </a:lnTo>
                <a:lnTo>
                  <a:pt x="327841" y="174879"/>
                </a:lnTo>
                <a:lnTo>
                  <a:pt x="328330" y="188976"/>
                </a:lnTo>
                <a:lnTo>
                  <a:pt x="329184" y="204215"/>
                </a:lnTo>
                <a:lnTo>
                  <a:pt x="307848" y="214884"/>
                </a:lnTo>
                <a:close/>
              </a:path>
              <a:path w="356870" h="346075">
                <a:moveTo>
                  <a:pt x="169164" y="304800"/>
                </a:moveTo>
                <a:lnTo>
                  <a:pt x="166116" y="300227"/>
                </a:lnTo>
                <a:lnTo>
                  <a:pt x="187237" y="287655"/>
                </a:lnTo>
                <a:lnTo>
                  <a:pt x="204787" y="275082"/>
                </a:lnTo>
                <a:lnTo>
                  <a:pt x="236624" y="235648"/>
                </a:lnTo>
                <a:lnTo>
                  <a:pt x="248411" y="185927"/>
                </a:lnTo>
                <a:lnTo>
                  <a:pt x="250286" y="147828"/>
                </a:lnTo>
                <a:lnTo>
                  <a:pt x="250444" y="121920"/>
                </a:lnTo>
                <a:lnTo>
                  <a:pt x="249936" y="103632"/>
                </a:lnTo>
                <a:lnTo>
                  <a:pt x="283463" y="120396"/>
                </a:lnTo>
                <a:lnTo>
                  <a:pt x="271272" y="131064"/>
                </a:lnTo>
                <a:lnTo>
                  <a:pt x="270724" y="160758"/>
                </a:lnTo>
                <a:lnTo>
                  <a:pt x="269153" y="185927"/>
                </a:lnTo>
                <a:lnTo>
                  <a:pt x="259103" y="233291"/>
                </a:lnTo>
                <a:lnTo>
                  <a:pt x="233172" y="268224"/>
                </a:lnTo>
                <a:lnTo>
                  <a:pt x="189452" y="296513"/>
                </a:lnTo>
                <a:lnTo>
                  <a:pt x="169164" y="304800"/>
                </a:lnTo>
                <a:close/>
              </a:path>
              <a:path w="356870" h="346075">
                <a:moveTo>
                  <a:pt x="140208" y="144780"/>
                </a:moveTo>
                <a:lnTo>
                  <a:pt x="140208" y="131064"/>
                </a:lnTo>
                <a:lnTo>
                  <a:pt x="161405" y="131064"/>
                </a:lnTo>
                <a:lnTo>
                  <a:pt x="161544" y="134112"/>
                </a:lnTo>
                <a:lnTo>
                  <a:pt x="140208" y="144780"/>
                </a:lnTo>
                <a:close/>
              </a:path>
              <a:path w="356870" h="346075">
                <a:moveTo>
                  <a:pt x="25908" y="178308"/>
                </a:moveTo>
                <a:lnTo>
                  <a:pt x="12192" y="164592"/>
                </a:lnTo>
                <a:lnTo>
                  <a:pt x="147828" y="164592"/>
                </a:lnTo>
                <a:lnTo>
                  <a:pt x="166116" y="146304"/>
                </a:lnTo>
                <a:lnTo>
                  <a:pt x="190500" y="173736"/>
                </a:lnTo>
                <a:lnTo>
                  <a:pt x="64008" y="173736"/>
                </a:lnTo>
                <a:lnTo>
                  <a:pt x="53982" y="174021"/>
                </a:lnTo>
                <a:lnTo>
                  <a:pt x="44386" y="174879"/>
                </a:lnTo>
                <a:lnTo>
                  <a:pt x="35075" y="176307"/>
                </a:lnTo>
                <a:lnTo>
                  <a:pt x="25908" y="178308"/>
                </a:lnTo>
                <a:close/>
              </a:path>
              <a:path w="356870" h="346075">
                <a:moveTo>
                  <a:pt x="115824" y="291084"/>
                </a:moveTo>
                <a:lnTo>
                  <a:pt x="96012" y="291084"/>
                </a:lnTo>
                <a:lnTo>
                  <a:pt x="96012" y="173736"/>
                </a:lnTo>
                <a:lnTo>
                  <a:pt x="115824" y="173736"/>
                </a:lnTo>
                <a:lnTo>
                  <a:pt x="115824" y="228600"/>
                </a:lnTo>
                <a:lnTo>
                  <a:pt x="176784" y="228600"/>
                </a:lnTo>
                <a:lnTo>
                  <a:pt x="184404" y="237744"/>
                </a:lnTo>
                <a:lnTo>
                  <a:pt x="115824" y="237744"/>
                </a:lnTo>
                <a:lnTo>
                  <a:pt x="115824" y="291084"/>
                </a:lnTo>
                <a:close/>
              </a:path>
              <a:path w="356870" h="346075">
                <a:moveTo>
                  <a:pt x="4572" y="345947"/>
                </a:moveTo>
                <a:lnTo>
                  <a:pt x="0" y="342900"/>
                </a:lnTo>
                <a:lnTo>
                  <a:pt x="8810" y="326064"/>
                </a:lnTo>
                <a:lnTo>
                  <a:pt x="16753" y="307681"/>
                </a:lnTo>
                <a:lnTo>
                  <a:pt x="28956" y="266700"/>
                </a:lnTo>
                <a:lnTo>
                  <a:pt x="36766" y="225552"/>
                </a:lnTo>
                <a:lnTo>
                  <a:pt x="41148" y="188976"/>
                </a:lnTo>
                <a:lnTo>
                  <a:pt x="71628" y="204215"/>
                </a:lnTo>
                <a:lnTo>
                  <a:pt x="65341" y="209049"/>
                </a:lnTo>
                <a:lnTo>
                  <a:pt x="60198" y="218884"/>
                </a:lnTo>
                <a:lnTo>
                  <a:pt x="56197" y="233576"/>
                </a:lnTo>
                <a:lnTo>
                  <a:pt x="53340" y="252984"/>
                </a:lnTo>
                <a:lnTo>
                  <a:pt x="61180" y="262127"/>
                </a:lnTo>
                <a:lnTo>
                  <a:pt x="50292" y="262127"/>
                </a:lnTo>
                <a:lnTo>
                  <a:pt x="40576" y="287869"/>
                </a:lnTo>
                <a:lnTo>
                  <a:pt x="29718" y="310324"/>
                </a:lnTo>
                <a:lnTo>
                  <a:pt x="17716" y="329636"/>
                </a:lnTo>
                <a:lnTo>
                  <a:pt x="4572" y="345947"/>
                </a:lnTo>
                <a:close/>
              </a:path>
              <a:path w="356870" h="346075">
                <a:moveTo>
                  <a:pt x="176784" y="228600"/>
                </a:moveTo>
                <a:lnTo>
                  <a:pt x="144780" y="228600"/>
                </a:lnTo>
                <a:lnTo>
                  <a:pt x="161544" y="210312"/>
                </a:lnTo>
                <a:lnTo>
                  <a:pt x="176784" y="228600"/>
                </a:lnTo>
                <a:close/>
              </a:path>
              <a:path w="356870" h="346075">
                <a:moveTo>
                  <a:pt x="335280" y="294132"/>
                </a:moveTo>
                <a:lnTo>
                  <a:pt x="330708" y="294132"/>
                </a:lnTo>
                <a:lnTo>
                  <a:pt x="326136" y="288036"/>
                </a:lnTo>
                <a:lnTo>
                  <a:pt x="321564" y="278891"/>
                </a:lnTo>
                <a:lnTo>
                  <a:pt x="313872" y="266866"/>
                </a:lnTo>
                <a:lnTo>
                  <a:pt x="302323" y="253555"/>
                </a:lnTo>
                <a:lnTo>
                  <a:pt x="287059" y="238815"/>
                </a:lnTo>
                <a:lnTo>
                  <a:pt x="268223" y="222503"/>
                </a:lnTo>
                <a:lnTo>
                  <a:pt x="271272" y="217932"/>
                </a:lnTo>
                <a:lnTo>
                  <a:pt x="317182" y="242125"/>
                </a:lnTo>
                <a:lnTo>
                  <a:pt x="341376" y="266700"/>
                </a:lnTo>
                <a:lnTo>
                  <a:pt x="341376" y="278891"/>
                </a:lnTo>
                <a:lnTo>
                  <a:pt x="338328" y="284988"/>
                </a:lnTo>
                <a:lnTo>
                  <a:pt x="336804" y="291084"/>
                </a:lnTo>
                <a:lnTo>
                  <a:pt x="335280" y="294132"/>
                </a:lnTo>
                <a:close/>
              </a:path>
              <a:path w="356870" h="346075">
                <a:moveTo>
                  <a:pt x="327660" y="335280"/>
                </a:moveTo>
                <a:lnTo>
                  <a:pt x="268224" y="334970"/>
                </a:lnTo>
                <a:lnTo>
                  <a:pt x="220218" y="333946"/>
                </a:lnTo>
                <a:lnTo>
                  <a:pt x="158496" y="329184"/>
                </a:lnTo>
                <a:lnTo>
                  <a:pt x="109847" y="314182"/>
                </a:lnTo>
                <a:lnTo>
                  <a:pt x="73914" y="290131"/>
                </a:lnTo>
                <a:lnTo>
                  <a:pt x="50292" y="262127"/>
                </a:lnTo>
                <a:lnTo>
                  <a:pt x="61180" y="262127"/>
                </a:lnTo>
                <a:lnTo>
                  <a:pt x="61936" y="263009"/>
                </a:lnTo>
                <a:lnTo>
                  <a:pt x="71818" y="272605"/>
                </a:lnTo>
                <a:lnTo>
                  <a:pt x="83129" y="281916"/>
                </a:lnTo>
                <a:lnTo>
                  <a:pt x="96012" y="291084"/>
                </a:lnTo>
                <a:lnTo>
                  <a:pt x="115824" y="291084"/>
                </a:lnTo>
                <a:lnTo>
                  <a:pt x="115824" y="297180"/>
                </a:lnTo>
                <a:lnTo>
                  <a:pt x="133516" y="303180"/>
                </a:lnTo>
                <a:lnTo>
                  <a:pt x="156781" y="307467"/>
                </a:lnTo>
                <a:lnTo>
                  <a:pt x="185475" y="310038"/>
                </a:lnTo>
                <a:lnTo>
                  <a:pt x="219456" y="310896"/>
                </a:lnTo>
                <a:lnTo>
                  <a:pt x="356616" y="310896"/>
                </a:lnTo>
                <a:lnTo>
                  <a:pt x="344376" y="315991"/>
                </a:lnTo>
                <a:lnTo>
                  <a:pt x="335280" y="321945"/>
                </a:lnTo>
                <a:lnTo>
                  <a:pt x="329612" y="328469"/>
                </a:lnTo>
                <a:lnTo>
                  <a:pt x="327660" y="335280"/>
                </a:lnTo>
                <a:close/>
              </a:path>
              <a:path w="356870" h="346075">
                <a:moveTo>
                  <a:pt x="356616" y="310896"/>
                </a:moveTo>
                <a:lnTo>
                  <a:pt x="219456" y="310896"/>
                </a:lnTo>
                <a:lnTo>
                  <a:pt x="256317" y="310586"/>
                </a:lnTo>
                <a:lnTo>
                  <a:pt x="291465" y="309562"/>
                </a:lnTo>
                <a:lnTo>
                  <a:pt x="324897" y="307681"/>
                </a:lnTo>
                <a:lnTo>
                  <a:pt x="356616" y="304800"/>
                </a:lnTo>
                <a:lnTo>
                  <a:pt x="356616" y="31089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9" name="object 139"/>
          <p:cNvSpPr/>
          <p:nvPr/>
        </p:nvSpPr>
        <p:spPr>
          <a:xfrm>
            <a:off x="8057388" y="6679691"/>
            <a:ext cx="60960" cy="105410"/>
          </a:xfrm>
          <a:custGeom>
            <a:avLst/>
            <a:gdLst/>
            <a:ahLst/>
            <a:cxnLst/>
            <a:rect l="l" t="t" r="r" b="b"/>
            <a:pathLst>
              <a:path w="60959" h="105409">
                <a:moveTo>
                  <a:pt x="10668" y="105156"/>
                </a:moveTo>
                <a:lnTo>
                  <a:pt x="0" y="105156"/>
                </a:lnTo>
                <a:lnTo>
                  <a:pt x="0" y="103632"/>
                </a:lnTo>
                <a:lnTo>
                  <a:pt x="1524" y="102108"/>
                </a:lnTo>
                <a:lnTo>
                  <a:pt x="4572" y="100584"/>
                </a:lnTo>
                <a:lnTo>
                  <a:pt x="22860" y="82296"/>
                </a:lnTo>
                <a:lnTo>
                  <a:pt x="26289" y="76033"/>
                </a:lnTo>
                <a:lnTo>
                  <a:pt x="29718" y="68770"/>
                </a:lnTo>
                <a:lnTo>
                  <a:pt x="33211" y="60483"/>
                </a:lnTo>
                <a:lnTo>
                  <a:pt x="36576" y="51816"/>
                </a:lnTo>
                <a:lnTo>
                  <a:pt x="27432" y="51816"/>
                </a:lnTo>
                <a:lnTo>
                  <a:pt x="21336" y="50292"/>
                </a:lnTo>
                <a:lnTo>
                  <a:pt x="12192" y="44196"/>
                </a:lnTo>
                <a:lnTo>
                  <a:pt x="9144" y="35052"/>
                </a:lnTo>
                <a:lnTo>
                  <a:pt x="7620" y="28956"/>
                </a:lnTo>
                <a:lnTo>
                  <a:pt x="6096" y="24384"/>
                </a:lnTo>
                <a:lnTo>
                  <a:pt x="9144" y="15240"/>
                </a:lnTo>
                <a:lnTo>
                  <a:pt x="12192" y="10668"/>
                </a:lnTo>
                <a:lnTo>
                  <a:pt x="24384" y="1524"/>
                </a:lnTo>
                <a:lnTo>
                  <a:pt x="32004" y="0"/>
                </a:lnTo>
                <a:lnTo>
                  <a:pt x="41148" y="1524"/>
                </a:lnTo>
                <a:lnTo>
                  <a:pt x="50292" y="4572"/>
                </a:lnTo>
                <a:lnTo>
                  <a:pt x="56388" y="7620"/>
                </a:lnTo>
                <a:lnTo>
                  <a:pt x="59436" y="19812"/>
                </a:lnTo>
                <a:lnTo>
                  <a:pt x="60960" y="24384"/>
                </a:lnTo>
                <a:lnTo>
                  <a:pt x="60960" y="36576"/>
                </a:lnTo>
                <a:lnTo>
                  <a:pt x="59436" y="44196"/>
                </a:lnTo>
                <a:lnTo>
                  <a:pt x="36576" y="85344"/>
                </a:lnTo>
                <a:lnTo>
                  <a:pt x="15787" y="103131"/>
                </a:lnTo>
                <a:lnTo>
                  <a:pt x="10668" y="10515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0" name="object 140"/>
          <p:cNvSpPr/>
          <p:nvPr/>
        </p:nvSpPr>
        <p:spPr>
          <a:xfrm>
            <a:off x="8420100" y="6467855"/>
            <a:ext cx="356870" cy="335280"/>
          </a:xfrm>
          <a:custGeom>
            <a:avLst/>
            <a:gdLst/>
            <a:ahLst/>
            <a:cxnLst/>
            <a:rect l="l" t="t" r="r" b="b"/>
            <a:pathLst>
              <a:path w="356870" h="335279">
                <a:moveTo>
                  <a:pt x="13716" y="36576"/>
                </a:moveTo>
                <a:lnTo>
                  <a:pt x="0" y="22860"/>
                </a:lnTo>
                <a:lnTo>
                  <a:pt x="300228" y="22860"/>
                </a:lnTo>
                <a:lnTo>
                  <a:pt x="323087" y="0"/>
                </a:lnTo>
                <a:lnTo>
                  <a:pt x="356616" y="32004"/>
                </a:lnTo>
                <a:lnTo>
                  <a:pt x="50292" y="32004"/>
                </a:lnTo>
                <a:lnTo>
                  <a:pt x="40290" y="32289"/>
                </a:lnTo>
                <a:lnTo>
                  <a:pt x="30861" y="33147"/>
                </a:lnTo>
                <a:lnTo>
                  <a:pt x="22002" y="34575"/>
                </a:lnTo>
                <a:lnTo>
                  <a:pt x="13716" y="36576"/>
                </a:lnTo>
                <a:close/>
              </a:path>
              <a:path w="356870" h="335279">
                <a:moveTo>
                  <a:pt x="280950" y="297179"/>
                </a:moveTo>
                <a:lnTo>
                  <a:pt x="242316" y="297179"/>
                </a:lnTo>
                <a:lnTo>
                  <a:pt x="251388" y="295989"/>
                </a:lnTo>
                <a:lnTo>
                  <a:pt x="257746" y="292227"/>
                </a:lnTo>
                <a:lnTo>
                  <a:pt x="260961" y="285607"/>
                </a:lnTo>
                <a:lnTo>
                  <a:pt x="260604" y="275843"/>
                </a:lnTo>
                <a:lnTo>
                  <a:pt x="260604" y="32004"/>
                </a:lnTo>
                <a:lnTo>
                  <a:pt x="281940" y="32004"/>
                </a:lnTo>
                <a:lnTo>
                  <a:pt x="281940" y="281940"/>
                </a:lnTo>
                <a:lnTo>
                  <a:pt x="280950" y="297179"/>
                </a:lnTo>
                <a:close/>
              </a:path>
              <a:path w="356870" h="335279">
                <a:moveTo>
                  <a:pt x="192141" y="94488"/>
                </a:moveTo>
                <a:lnTo>
                  <a:pt x="163068" y="94488"/>
                </a:lnTo>
                <a:lnTo>
                  <a:pt x="172212" y="79248"/>
                </a:lnTo>
                <a:lnTo>
                  <a:pt x="192141" y="94488"/>
                </a:lnTo>
                <a:close/>
              </a:path>
              <a:path w="356870" h="335279">
                <a:moveTo>
                  <a:pt x="54864" y="262128"/>
                </a:moveTo>
                <a:lnTo>
                  <a:pt x="55745" y="235791"/>
                </a:lnTo>
                <a:lnTo>
                  <a:pt x="56197" y="211455"/>
                </a:lnTo>
                <a:lnTo>
                  <a:pt x="56250" y="204216"/>
                </a:lnTo>
                <a:lnTo>
                  <a:pt x="56364" y="147018"/>
                </a:lnTo>
                <a:lnTo>
                  <a:pt x="56197" y="126111"/>
                </a:lnTo>
                <a:lnTo>
                  <a:pt x="55745" y="104632"/>
                </a:lnTo>
                <a:lnTo>
                  <a:pt x="54864" y="82296"/>
                </a:lnTo>
                <a:lnTo>
                  <a:pt x="79248" y="94488"/>
                </a:lnTo>
                <a:lnTo>
                  <a:pt x="192141" y="94488"/>
                </a:lnTo>
                <a:lnTo>
                  <a:pt x="198119" y="99060"/>
                </a:lnTo>
                <a:lnTo>
                  <a:pt x="192894" y="103632"/>
                </a:lnTo>
                <a:lnTo>
                  <a:pt x="77724" y="103632"/>
                </a:lnTo>
                <a:lnTo>
                  <a:pt x="77724" y="208788"/>
                </a:lnTo>
                <a:lnTo>
                  <a:pt x="186247" y="208788"/>
                </a:lnTo>
                <a:lnTo>
                  <a:pt x="186548" y="219455"/>
                </a:lnTo>
                <a:lnTo>
                  <a:pt x="77724" y="219455"/>
                </a:lnTo>
                <a:lnTo>
                  <a:pt x="77724" y="254508"/>
                </a:lnTo>
                <a:lnTo>
                  <a:pt x="54864" y="262128"/>
                </a:lnTo>
                <a:close/>
              </a:path>
              <a:path w="356870" h="335279">
                <a:moveTo>
                  <a:pt x="186247" y="208788"/>
                </a:moveTo>
                <a:lnTo>
                  <a:pt x="164592" y="208788"/>
                </a:lnTo>
                <a:lnTo>
                  <a:pt x="164592" y="103632"/>
                </a:lnTo>
                <a:lnTo>
                  <a:pt x="192894" y="103632"/>
                </a:lnTo>
                <a:lnTo>
                  <a:pt x="185928" y="109728"/>
                </a:lnTo>
                <a:lnTo>
                  <a:pt x="185951" y="189309"/>
                </a:lnTo>
                <a:lnTo>
                  <a:pt x="186118" y="204216"/>
                </a:lnTo>
                <a:lnTo>
                  <a:pt x="186247" y="208788"/>
                </a:lnTo>
                <a:close/>
              </a:path>
              <a:path w="356870" h="335279">
                <a:moveTo>
                  <a:pt x="164592" y="246888"/>
                </a:moveTo>
                <a:lnTo>
                  <a:pt x="164592" y="219455"/>
                </a:lnTo>
                <a:lnTo>
                  <a:pt x="186548" y="219455"/>
                </a:lnTo>
                <a:lnTo>
                  <a:pt x="186570" y="220265"/>
                </a:lnTo>
                <a:lnTo>
                  <a:pt x="187452" y="237743"/>
                </a:lnTo>
                <a:lnTo>
                  <a:pt x="164592" y="246888"/>
                </a:lnTo>
                <a:close/>
              </a:path>
              <a:path w="356870" h="335279">
                <a:moveTo>
                  <a:pt x="248412" y="335280"/>
                </a:moveTo>
                <a:lnTo>
                  <a:pt x="244387" y="324659"/>
                </a:lnTo>
                <a:lnTo>
                  <a:pt x="234505" y="315468"/>
                </a:lnTo>
                <a:lnTo>
                  <a:pt x="218622" y="307419"/>
                </a:lnTo>
                <a:lnTo>
                  <a:pt x="196595" y="300228"/>
                </a:lnTo>
                <a:lnTo>
                  <a:pt x="196595" y="292608"/>
                </a:lnTo>
                <a:lnTo>
                  <a:pt x="242316" y="297179"/>
                </a:lnTo>
                <a:lnTo>
                  <a:pt x="280950" y="297179"/>
                </a:lnTo>
                <a:lnTo>
                  <a:pt x="280773" y="299918"/>
                </a:lnTo>
                <a:lnTo>
                  <a:pt x="274891" y="314896"/>
                </a:lnTo>
                <a:lnTo>
                  <a:pt x="264152" y="326731"/>
                </a:lnTo>
                <a:lnTo>
                  <a:pt x="248412" y="33528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1" name="object 141"/>
          <p:cNvSpPr/>
          <p:nvPr/>
        </p:nvSpPr>
        <p:spPr>
          <a:xfrm>
            <a:off x="8823947" y="6448056"/>
            <a:ext cx="731520" cy="364490"/>
          </a:xfrm>
          <a:custGeom>
            <a:avLst/>
            <a:gdLst/>
            <a:ahLst/>
            <a:cxnLst/>
            <a:rect l="l" t="t" r="r" b="b"/>
            <a:pathLst>
              <a:path w="731520" h="364490">
                <a:moveTo>
                  <a:pt x="155448" y="149339"/>
                </a:moveTo>
                <a:lnTo>
                  <a:pt x="150177" y="144767"/>
                </a:lnTo>
                <a:lnTo>
                  <a:pt x="132588" y="129527"/>
                </a:lnTo>
                <a:lnTo>
                  <a:pt x="123444" y="140957"/>
                </a:lnTo>
                <a:lnTo>
                  <a:pt x="123444" y="153911"/>
                </a:lnTo>
                <a:lnTo>
                  <a:pt x="123444" y="192011"/>
                </a:lnTo>
                <a:lnTo>
                  <a:pt x="123444" y="201155"/>
                </a:lnTo>
                <a:lnTo>
                  <a:pt x="123444" y="246875"/>
                </a:lnTo>
                <a:lnTo>
                  <a:pt x="42672" y="246875"/>
                </a:lnTo>
                <a:lnTo>
                  <a:pt x="42672" y="201155"/>
                </a:lnTo>
                <a:lnTo>
                  <a:pt x="123444" y="201155"/>
                </a:lnTo>
                <a:lnTo>
                  <a:pt x="123444" y="192011"/>
                </a:lnTo>
                <a:lnTo>
                  <a:pt x="42672" y="192011"/>
                </a:lnTo>
                <a:lnTo>
                  <a:pt x="42672" y="153911"/>
                </a:lnTo>
                <a:lnTo>
                  <a:pt x="123444" y="153911"/>
                </a:lnTo>
                <a:lnTo>
                  <a:pt x="123444" y="140957"/>
                </a:lnTo>
                <a:lnTo>
                  <a:pt x="120396" y="144767"/>
                </a:lnTo>
                <a:lnTo>
                  <a:pt x="42672" y="144767"/>
                </a:lnTo>
                <a:lnTo>
                  <a:pt x="19812" y="132575"/>
                </a:lnTo>
                <a:lnTo>
                  <a:pt x="20091" y="149339"/>
                </a:lnTo>
                <a:lnTo>
                  <a:pt x="20574" y="171437"/>
                </a:lnTo>
                <a:lnTo>
                  <a:pt x="21107" y="202869"/>
                </a:lnTo>
                <a:lnTo>
                  <a:pt x="21336" y="242303"/>
                </a:lnTo>
                <a:lnTo>
                  <a:pt x="21107" y="281432"/>
                </a:lnTo>
                <a:lnTo>
                  <a:pt x="20574" y="314121"/>
                </a:lnTo>
                <a:lnTo>
                  <a:pt x="20053" y="340245"/>
                </a:lnTo>
                <a:lnTo>
                  <a:pt x="19812" y="359651"/>
                </a:lnTo>
                <a:lnTo>
                  <a:pt x="42672" y="347459"/>
                </a:lnTo>
                <a:lnTo>
                  <a:pt x="42672" y="256019"/>
                </a:lnTo>
                <a:lnTo>
                  <a:pt x="123444" y="256019"/>
                </a:lnTo>
                <a:lnTo>
                  <a:pt x="123444" y="320027"/>
                </a:lnTo>
                <a:lnTo>
                  <a:pt x="118872" y="326123"/>
                </a:lnTo>
                <a:lnTo>
                  <a:pt x="112776" y="326123"/>
                </a:lnTo>
                <a:lnTo>
                  <a:pt x="105943" y="325869"/>
                </a:lnTo>
                <a:lnTo>
                  <a:pt x="96964" y="325170"/>
                </a:lnTo>
                <a:lnTo>
                  <a:pt x="73152" y="323075"/>
                </a:lnTo>
                <a:lnTo>
                  <a:pt x="73152" y="329171"/>
                </a:lnTo>
                <a:lnTo>
                  <a:pt x="89420" y="334581"/>
                </a:lnTo>
                <a:lnTo>
                  <a:pt x="101536" y="341553"/>
                </a:lnTo>
                <a:lnTo>
                  <a:pt x="109372" y="349961"/>
                </a:lnTo>
                <a:lnTo>
                  <a:pt x="112776" y="359651"/>
                </a:lnTo>
                <a:lnTo>
                  <a:pt x="127406" y="351701"/>
                </a:lnTo>
                <a:lnTo>
                  <a:pt x="137160" y="341744"/>
                </a:lnTo>
                <a:lnTo>
                  <a:pt x="142354" y="330085"/>
                </a:lnTo>
                <a:lnTo>
                  <a:pt x="142633" y="326123"/>
                </a:lnTo>
                <a:lnTo>
                  <a:pt x="143256" y="316979"/>
                </a:lnTo>
                <a:lnTo>
                  <a:pt x="143256" y="256019"/>
                </a:lnTo>
                <a:lnTo>
                  <a:pt x="143256" y="246875"/>
                </a:lnTo>
                <a:lnTo>
                  <a:pt x="143256" y="201155"/>
                </a:lnTo>
                <a:lnTo>
                  <a:pt x="143256" y="192011"/>
                </a:lnTo>
                <a:lnTo>
                  <a:pt x="143256" y="160007"/>
                </a:lnTo>
                <a:lnTo>
                  <a:pt x="150228" y="153911"/>
                </a:lnTo>
                <a:lnTo>
                  <a:pt x="155448" y="149339"/>
                </a:lnTo>
                <a:close/>
              </a:path>
              <a:path w="731520" h="364490">
                <a:moveTo>
                  <a:pt x="169176" y="99047"/>
                </a:moveTo>
                <a:lnTo>
                  <a:pt x="140017" y="63804"/>
                </a:lnTo>
                <a:lnTo>
                  <a:pt x="117348" y="48755"/>
                </a:lnTo>
                <a:lnTo>
                  <a:pt x="114300" y="53327"/>
                </a:lnTo>
                <a:lnTo>
                  <a:pt x="120230" y="60947"/>
                </a:lnTo>
                <a:lnTo>
                  <a:pt x="126682" y="70281"/>
                </a:lnTo>
                <a:lnTo>
                  <a:pt x="133375" y="80975"/>
                </a:lnTo>
                <a:lnTo>
                  <a:pt x="140208" y="92951"/>
                </a:lnTo>
                <a:lnTo>
                  <a:pt x="24384" y="95999"/>
                </a:lnTo>
                <a:lnTo>
                  <a:pt x="32080" y="88290"/>
                </a:lnTo>
                <a:lnTo>
                  <a:pt x="41338" y="78854"/>
                </a:lnTo>
                <a:lnTo>
                  <a:pt x="52031" y="67716"/>
                </a:lnTo>
                <a:lnTo>
                  <a:pt x="64008" y="54851"/>
                </a:lnTo>
                <a:lnTo>
                  <a:pt x="75158" y="43446"/>
                </a:lnTo>
                <a:lnTo>
                  <a:pt x="85725" y="34467"/>
                </a:lnTo>
                <a:lnTo>
                  <a:pt x="95732" y="28067"/>
                </a:lnTo>
                <a:lnTo>
                  <a:pt x="105156" y="24371"/>
                </a:lnTo>
                <a:lnTo>
                  <a:pt x="77724" y="1511"/>
                </a:lnTo>
                <a:lnTo>
                  <a:pt x="52870" y="45237"/>
                </a:lnTo>
                <a:lnTo>
                  <a:pt x="28295" y="74955"/>
                </a:lnTo>
                <a:lnTo>
                  <a:pt x="0" y="92951"/>
                </a:lnTo>
                <a:lnTo>
                  <a:pt x="15240" y="121907"/>
                </a:lnTo>
                <a:lnTo>
                  <a:pt x="52539" y="109486"/>
                </a:lnTo>
                <a:lnTo>
                  <a:pt x="112776" y="102857"/>
                </a:lnTo>
                <a:lnTo>
                  <a:pt x="129311" y="101104"/>
                </a:lnTo>
                <a:lnTo>
                  <a:pt x="143256" y="99047"/>
                </a:lnTo>
                <a:lnTo>
                  <a:pt x="146304" y="108191"/>
                </a:lnTo>
                <a:lnTo>
                  <a:pt x="149352" y="114287"/>
                </a:lnTo>
                <a:lnTo>
                  <a:pt x="150876" y="118859"/>
                </a:lnTo>
                <a:lnTo>
                  <a:pt x="150876" y="121907"/>
                </a:lnTo>
                <a:lnTo>
                  <a:pt x="152400" y="123431"/>
                </a:lnTo>
                <a:lnTo>
                  <a:pt x="155448" y="123431"/>
                </a:lnTo>
                <a:lnTo>
                  <a:pt x="158496" y="121907"/>
                </a:lnTo>
                <a:lnTo>
                  <a:pt x="163068" y="118859"/>
                </a:lnTo>
                <a:lnTo>
                  <a:pt x="167640" y="114287"/>
                </a:lnTo>
                <a:lnTo>
                  <a:pt x="169164" y="109715"/>
                </a:lnTo>
                <a:lnTo>
                  <a:pt x="169176" y="99047"/>
                </a:lnTo>
                <a:close/>
              </a:path>
              <a:path w="731520" h="364490">
                <a:moveTo>
                  <a:pt x="335280" y="141719"/>
                </a:moveTo>
                <a:lnTo>
                  <a:pt x="316230" y="107238"/>
                </a:lnTo>
                <a:lnTo>
                  <a:pt x="313944" y="89903"/>
                </a:lnTo>
                <a:lnTo>
                  <a:pt x="307848" y="89903"/>
                </a:lnTo>
                <a:lnTo>
                  <a:pt x="307746" y="107238"/>
                </a:lnTo>
                <a:lnTo>
                  <a:pt x="307657" y="112001"/>
                </a:lnTo>
                <a:lnTo>
                  <a:pt x="307213" y="121196"/>
                </a:lnTo>
                <a:lnTo>
                  <a:pt x="306324" y="129527"/>
                </a:lnTo>
                <a:lnTo>
                  <a:pt x="306324" y="138671"/>
                </a:lnTo>
                <a:lnTo>
                  <a:pt x="300228" y="144767"/>
                </a:lnTo>
                <a:lnTo>
                  <a:pt x="237744" y="144767"/>
                </a:lnTo>
                <a:lnTo>
                  <a:pt x="227749" y="143865"/>
                </a:lnTo>
                <a:lnTo>
                  <a:pt x="220599" y="140957"/>
                </a:lnTo>
                <a:lnTo>
                  <a:pt x="216319" y="135775"/>
                </a:lnTo>
                <a:lnTo>
                  <a:pt x="214884" y="128003"/>
                </a:lnTo>
                <a:lnTo>
                  <a:pt x="214884" y="99047"/>
                </a:lnTo>
                <a:lnTo>
                  <a:pt x="232841" y="92506"/>
                </a:lnTo>
                <a:lnTo>
                  <a:pt x="235407" y="91427"/>
                </a:lnTo>
                <a:lnTo>
                  <a:pt x="252222" y="84378"/>
                </a:lnTo>
                <a:lnTo>
                  <a:pt x="272757" y="74841"/>
                </a:lnTo>
                <a:lnTo>
                  <a:pt x="294132" y="63995"/>
                </a:lnTo>
                <a:lnTo>
                  <a:pt x="307848" y="62471"/>
                </a:lnTo>
                <a:lnTo>
                  <a:pt x="284988" y="36563"/>
                </a:lnTo>
                <a:lnTo>
                  <a:pt x="272110" y="51358"/>
                </a:lnTo>
                <a:lnTo>
                  <a:pt x="256222" y="65709"/>
                </a:lnTo>
                <a:lnTo>
                  <a:pt x="237197" y="79222"/>
                </a:lnTo>
                <a:lnTo>
                  <a:pt x="214884" y="91427"/>
                </a:lnTo>
                <a:lnTo>
                  <a:pt x="214884" y="38087"/>
                </a:lnTo>
                <a:lnTo>
                  <a:pt x="228600" y="25895"/>
                </a:lnTo>
                <a:lnTo>
                  <a:pt x="193548" y="10655"/>
                </a:lnTo>
                <a:lnTo>
                  <a:pt x="194437" y="24587"/>
                </a:lnTo>
                <a:lnTo>
                  <a:pt x="194881" y="50088"/>
                </a:lnTo>
                <a:lnTo>
                  <a:pt x="194995" y="74841"/>
                </a:lnTo>
                <a:lnTo>
                  <a:pt x="195072" y="134099"/>
                </a:lnTo>
                <a:lnTo>
                  <a:pt x="197078" y="146964"/>
                </a:lnTo>
                <a:lnTo>
                  <a:pt x="203073" y="155816"/>
                </a:lnTo>
                <a:lnTo>
                  <a:pt x="213080" y="160680"/>
                </a:lnTo>
                <a:lnTo>
                  <a:pt x="227076" y="161531"/>
                </a:lnTo>
                <a:lnTo>
                  <a:pt x="291084" y="161531"/>
                </a:lnTo>
                <a:lnTo>
                  <a:pt x="307428" y="160375"/>
                </a:lnTo>
                <a:lnTo>
                  <a:pt x="320040" y="156768"/>
                </a:lnTo>
                <a:lnTo>
                  <a:pt x="329234" y="150609"/>
                </a:lnTo>
                <a:lnTo>
                  <a:pt x="333209" y="144767"/>
                </a:lnTo>
                <a:lnTo>
                  <a:pt x="335280" y="141719"/>
                </a:lnTo>
                <a:close/>
              </a:path>
              <a:path w="731520" h="364490">
                <a:moveTo>
                  <a:pt x="339852" y="324599"/>
                </a:moveTo>
                <a:lnTo>
                  <a:pt x="332232" y="321551"/>
                </a:lnTo>
                <a:lnTo>
                  <a:pt x="326136" y="315455"/>
                </a:lnTo>
                <a:lnTo>
                  <a:pt x="324612" y="306311"/>
                </a:lnTo>
                <a:lnTo>
                  <a:pt x="322592" y="298627"/>
                </a:lnTo>
                <a:lnTo>
                  <a:pt x="320992" y="289356"/>
                </a:lnTo>
                <a:lnTo>
                  <a:pt x="319684" y="278676"/>
                </a:lnTo>
                <a:lnTo>
                  <a:pt x="318516" y="266687"/>
                </a:lnTo>
                <a:lnTo>
                  <a:pt x="312420" y="266687"/>
                </a:lnTo>
                <a:lnTo>
                  <a:pt x="312191" y="277837"/>
                </a:lnTo>
                <a:lnTo>
                  <a:pt x="311658" y="288404"/>
                </a:lnTo>
                <a:lnTo>
                  <a:pt x="311137" y="298411"/>
                </a:lnTo>
                <a:lnTo>
                  <a:pt x="310896" y="307835"/>
                </a:lnTo>
                <a:lnTo>
                  <a:pt x="309753" y="316103"/>
                </a:lnTo>
                <a:lnTo>
                  <a:pt x="306324" y="322503"/>
                </a:lnTo>
                <a:lnTo>
                  <a:pt x="300609" y="326910"/>
                </a:lnTo>
                <a:lnTo>
                  <a:pt x="292608" y="329171"/>
                </a:lnTo>
                <a:lnTo>
                  <a:pt x="233172" y="329171"/>
                </a:lnTo>
                <a:lnTo>
                  <a:pt x="223177" y="327748"/>
                </a:lnTo>
                <a:lnTo>
                  <a:pt x="216027" y="323456"/>
                </a:lnTo>
                <a:lnTo>
                  <a:pt x="211747" y="316318"/>
                </a:lnTo>
                <a:lnTo>
                  <a:pt x="210312" y="306311"/>
                </a:lnTo>
                <a:lnTo>
                  <a:pt x="210312" y="268211"/>
                </a:lnTo>
                <a:lnTo>
                  <a:pt x="229349" y="259067"/>
                </a:lnTo>
                <a:lnTo>
                  <a:pt x="230581" y="258483"/>
                </a:lnTo>
                <a:lnTo>
                  <a:pt x="252412" y="247446"/>
                </a:lnTo>
                <a:lnTo>
                  <a:pt x="275678" y="235000"/>
                </a:lnTo>
                <a:lnTo>
                  <a:pt x="300228" y="220967"/>
                </a:lnTo>
                <a:lnTo>
                  <a:pt x="313944" y="220967"/>
                </a:lnTo>
                <a:lnTo>
                  <a:pt x="289560" y="192011"/>
                </a:lnTo>
                <a:lnTo>
                  <a:pt x="275043" y="209994"/>
                </a:lnTo>
                <a:lnTo>
                  <a:pt x="256794" y="227253"/>
                </a:lnTo>
                <a:lnTo>
                  <a:pt x="235127" y="243662"/>
                </a:lnTo>
                <a:lnTo>
                  <a:pt x="210312" y="259067"/>
                </a:lnTo>
                <a:lnTo>
                  <a:pt x="210312" y="208775"/>
                </a:lnTo>
                <a:lnTo>
                  <a:pt x="224028" y="198107"/>
                </a:lnTo>
                <a:lnTo>
                  <a:pt x="188976" y="181343"/>
                </a:lnTo>
                <a:lnTo>
                  <a:pt x="190246" y="220967"/>
                </a:lnTo>
                <a:lnTo>
                  <a:pt x="190449" y="259067"/>
                </a:lnTo>
                <a:lnTo>
                  <a:pt x="190500" y="320027"/>
                </a:lnTo>
                <a:lnTo>
                  <a:pt x="193382" y="332028"/>
                </a:lnTo>
                <a:lnTo>
                  <a:pt x="199834" y="340601"/>
                </a:lnTo>
                <a:lnTo>
                  <a:pt x="210007" y="345744"/>
                </a:lnTo>
                <a:lnTo>
                  <a:pt x="224028" y="347459"/>
                </a:lnTo>
                <a:lnTo>
                  <a:pt x="294132" y="347459"/>
                </a:lnTo>
                <a:lnTo>
                  <a:pt x="311569" y="345173"/>
                </a:lnTo>
                <a:lnTo>
                  <a:pt x="324993" y="340601"/>
                </a:lnTo>
                <a:lnTo>
                  <a:pt x="334429" y="333743"/>
                </a:lnTo>
                <a:lnTo>
                  <a:pt x="337146" y="329171"/>
                </a:lnTo>
                <a:lnTo>
                  <a:pt x="339852" y="324599"/>
                </a:lnTo>
                <a:close/>
              </a:path>
              <a:path w="731520" h="364490">
                <a:moveTo>
                  <a:pt x="638556" y="158496"/>
                </a:moveTo>
                <a:lnTo>
                  <a:pt x="611124" y="131064"/>
                </a:lnTo>
                <a:lnTo>
                  <a:pt x="592836" y="149352"/>
                </a:lnTo>
                <a:lnTo>
                  <a:pt x="452628" y="149352"/>
                </a:lnTo>
                <a:lnTo>
                  <a:pt x="466344" y="163068"/>
                </a:lnTo>
                <a:lnTo>
                  <a:pt x="475259" y="161061"/>
                </a:lnTo>
                <a:lnTo>
                  <a:pt x="483870" y="159639"/>
                </a:lnTo>
                <a:lnTo>
                  <a:pt x="492493" y="158775"/>
                </a:lnTo>
                <a:lnTo>
                  <a:pt x="501396" y="158496"/>
                </a:lnTo>
                <a:lnTo>
                  <a:pt x="638556" y="158496"/>
                </a:lnTo>
                <a:close/>
              </a:path>
              <a:path w="731520" h="364490">
                <a:moveTo>
                  <a:pt x="711708" y="224028"/>
                </a:moveTo>
                <a:lnTo>
                  <a:pt x="681228" y="193548"/>
                </a:lnTo>
                <a:lnTo>
                  <a:pt x="659892" y="214884"/>
                </a:lnTo>
                <a:lnTo>
                  <a:pt x="394716" y="214884"/>
                </a:lnTo>
                <a:lnTo>
                  <a:pt x="408432" y="228600"/>
                </a:lnTo>
                <a:lnTo>
                  <a:pt x="417576" y="226593"/>
                </a:lnTo>
                <a:lnTo>
                  <a:pt x="426720" y="225171"/>
                </a:lnTo>
                <a:lnTo>
                  <a:pt x="435864" y="224307"/>
                </a:lnTo>
                <a:lnTo>
                  <a:pt x="445008" y="224028"/>
                </a:lnTo>
                <a:lnTo>
                  <a:pt x="515112" y="224028"/>
                </a:lnTo>
                <a:lnTo>
                  <a:pt x="492823" y="264312"/>
                </a:lnTo>
                <a:lnTo>
                  <a:pt x="463994" y="301752"/>
                </a:lnTo>
                <a:lnTo>
                  <a:pt x="425196" y="329184"/>
                </a:lnTo>
                <a:lnTo>
                  <a:pt x="440436" y="359664"/>
                </a:lnTo>
                <a:lnTo>
                  <a:pt x="486524" y="347865"/>
                </a:lnTo>
                <a:lnTo>
                  <a:pt x="570166" y="337566"/>
                </a:lnTo>
                <a:lnTo>
                  <a:pt x="640080" y="330708"/>
                </a:lnTo>
                <a:lnTo>
                  <a:pt x="644639" y="337566"/>
                </a:lnTo>
                <a:lnTo>
                  <a:pt x="649033" y="344424"/>
                </a:lnTo>
                <a:lnTo>
                  <a:pt x="653161" y="351282"/>
                </a:lnTo>
                <a:lnTo>
                  <a:pt x="656844" y="358140"/>
                </a:lnTo>
                <a:lnTo>
                  <a:pt x="659892" y="364236"/>
                </a:lnTo>
                <a:lnTo>
                  <a:pt x="664464" y="364236"/>
                </a:lnTo>
                <a:lnTo>
                  <a:pt x="667512" y="361188"/>
                </a:lnTo>
                <a:lnTo>
                  <a:pt x="670560" y="355092"/>
                </a:lnTo>
                <a:lnTo>
                  <a:pt x="675132" y="348996"/>
                </a:lnTo>
                <a:lnTo>
                  <a:pt x="676656" y="342900"/>
                </a:lnTo>
                <a:lnTo>
                  <a:pt x="676656" y="339852"/>
                </a:lnTo>
                <a:lnTo>
                  <a:pt x="675259" y="332727"/>
                </a:lnTo>
                <a:lnTo>
                  <a:pt x="674154" y="330708"/>
                </a:lnTo>
                <a:lnTo>
                  <a:pt x="673315" y="329184"/>
                </a:lnTo>
                <a:lnTo>
                  <a:pt x="671131" y="325183"/>
                </a:lnTo>
                <a:lnTo>
                  <a:pt x="626935" y="288607"/>
                </a:lnTo>
                <a:lnTo>
                  <a:pt x="583692" y="262128"/>
                </a:lnTo>
                <a:lnTo>
                  <a:pt x="579120" y="266700"/>
                </a:lnTo>
                <a:lnTo>
                  <a:pt x="595414" y="281292"/>
                </a:lnTo>
                <a:lnTo>
                  <a:pt x="609981" y="295465"/>
                </a:lnTo>
                <a:lnTo>
                  <a:pt x="622846" y="309346"/>
                </a:lnTo>
                <a:lnTo>
                  <a:pt x="633984" y="323088"/>
                </a:lnTo>
                <a:lnTo>
                  <a:pt x="451104" y="329184"/>
                </a:lnTo>
                <a:lnTo>
                  <a:pt x="470217" y="315468"/>
                </a:lnTo>
                <a:lnTo>
                  <a:pt x="491109" y="296989"/>
                </a:lnTo>
                <a:lnTo>
                  <a:pt x="513689" y="273672"/>
                </a:lnTo>
                <a:lnTo>
                  <a:pt x="537972" y="245364"/>
                </a:lnTo>
                <a:lnTo>
                  <a:pt x="551688" y="240792"/>
                </a:lnTo>
                <a:lnTo>
                  <a:pt x="530352" y="224028"/>
                </a:lnTo>
                <a:lnTo>
                  <a:pt x="711708" y="224028"/>
                </a:lnTo>
                <a:close/>
              </a:path>
              <a:path w="731520" h="364490">
                <a:moveTo>
                  <a:pt x="731520" y="144780"/>
                </a:moveTo>
                <a:lnTo>
                  <a:pt x="673417" y="129730"/>
                </a:lnTo>
                <a:lnTo>
                  <a:pt x="623316" y="102108"/>
                </a:lnTo>
                <a:lnTo>
                  <a:pt x="582549" y="67627"/>
                </a:lnTo>
                <a:lnTo>
                  <a:pt x="553212" y="32004"/>
                </a:lnTo>
                <a:lnTo>
                  <a:pt x="568452" y="22860"/>
                </a:lnTo>
                <a:lnTo>
                  <a:pt x="536448" y="0"/>
                </a:lnTo>
                <a:lnTo>
                  <a:pt x="507873" y="56769"/>
                </a:lnTo>
                <a:lnTo>
                  <a:pt x="467868" y="111252"/>
                </a:lnTo>
                <a:lnTo>
                  <a:pt x="420814" y="157924"/>
                </a:lnTo>
                <a:lnTo>
                  <a:pt x="370332" y="192024"/>
                </a:lnTo>
                <a:lnTo>
                  <a:pt x="374904" y="196596"/>
                </a:lnTo>
                <a:lnTo>
                  <a:pt x="427291" y="165925"/>
                </a:lnTo>
                <a:lnTo>
                  <a:pt x="473964" y="129540"/>
                </a:lnTo>
                <a:lnTo>
                  <a:pt x="513969" y="86296"/>
                </a:lnTo>
                <a:lnTo>
                  <a:pt x="547116" y="39624"/>
                </a:lnTo>
                <a:lnTo>
                  <a:pt x="564578" y="65405"/>
                </a:lnTo>
                <a:lnTo>
                  <a:pt x="601776" y="108407"/>
                </a:lnTo>
                <a:lnTo>
                  <a:pt x="641845" y="141325"/>
                </a:lnTo>
                <a:lnTo>
                  <a:pt x="679577" y="163512"/>
                </a:lnTo>
                <a:lnTo>
                  <a:pt x="697992" y="170688"/>
                </a:lnTo>
                <a:lnTo>
                  <a:pt x="701954" y="163512"/>
                </a:lnTo>
                <a:lnTo>
                  <a:pt x="709041" y="157924"/>
                </a:lnTo>
                <a:lnTo>
                  <a:pt x="718997" y="153746"/>
                </a:lnTo>
                <a:lnTo>
                  <a:pt x="731520" y="150876"/>
                </a:lnTo>
                <a:lnTo>
                  <a:pt x="731520" y="14478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42" name="object 142"/>
          <p:cNvGrpSpPr/>
          <p:nvPr/>
        </p:nvGrpSpPr>
        <p:grpSpPr>
          <a:xfrm>
            <a:off x="1867662" y="6864857"/>
            <a:ext cx="1144270" cy="370840"/>
            <a:chOff x="1867662" y="6864857"/>
            <a:chExt cx="1144270" cy="370840"/>
          </a:xfrm>
        </p:grpSpPr>
        <p:sp>
          <p:nvSpPr>
            <p:cNvPr id="143" name="object 143"/>
            <p:cNvSpPr/>
            <p:nvPr/>
          </p:nvSpPr>
          <p:spPr>
            <a:xfrm>
              <a:off x="1872996" y="6885432"/>
              <a:ext cx="352425" cy="344805"/>
            </a:xfrm>
            <a:custGeom>
              <a:avLst/>
              <a:gdLst/>
              <a:ahLst/>
              <a:cxnLst/>
              <a:rect l="l" t="t" r="r" b="b"/>
              <a:pathLst>
                <a:path w="352425" h="344804">
                  <a:moveTo>
                    <a:pt x="80772" y="67056"/>
                  </a:moveTo>
                  <a:lnTo>
                    <a:pt x="74675" y="67056"/>
                  </a:lnTo>
                  <a:lnTo>
                    <a:pt x="73151" y="62484"/>
                  </a:lnTo>
                  <a:lnTo>
                    <a:pt x="70103" y="54864"/>
                  </a:lnTo>
                  <a:lnTo>
                    <a:pt x="65555" y="44005"/>
                  </a:lnTo>
                  <a:lnTo>
                    <a:pt x="58864" y="32004"/>
                  </a:lnTo>
                  <a:lnTo>
                    <a:pt x="50172" y="18859"/>
                  </a:lnTo>
                  <a:lnTo>
                    <a:pt x="39624" y="4572"/>
                  </a:lnTo>
                  <a:lnTo>
                    <a:pt x="42672" y="0"/>
                  </a:lnTo>
                  <a:lnTo>
                    <a:pt x="84677" y="23788"/>
                  </a:lnTo>
                  <a:lnTo>
                    <a:pt x="91439" y="33528"/>
                  </a:lnTo>
                  <a:lnTo>
                    <a:pt x="91439" y="45720"/>
                  </a:lnTo>
                  <a:lnTo>
                    <a:pt x="89915" y="51816"/>
                  </a:lnTo>
                  <a:lnTo>
                    <a:pt x="83819" y="64008"/>
                  </a:lnTo>
                  <a:lnTo>
                    <a:pt x="80772" y="67056"/>
                  </a:lnTo>
                  <a:close/>
                </a:path>
                <a:path w="352425" h="344804">
                  <a:moveTo>
                    <a:pt x="103631" y="166116"/>
                  </a:moveTo>
                  <a:lnTo>
                    <a:pt x="100584" y="161544"/>
                  </a:lnTo>
                  <a:lnTo>
                    <a:pt x="113466" y="152971"/>
                  </a:lnTo>
                  <a:lnTo>
                    <a:pt x="124777" y="143256"/>
                  </a:lnTo>
                  <a:lnTo>
                    <a:pt x="150399" y="108084"/>
                  </a:lnTo>
                  <a:lnTo>
                    <a:pt x="161543" y="59436"/>
                  </a:lnTo>
                  <a:lnTo>
                    <a:pt x="161543" y="1524"/>
                  </a:lnTo>
                  <a:lnTo>
                    <a:pt x="184403" y="15240"/>
                  </a:lnTo>
                  <a:lnTo>
                    <a:pt x="279653" y="15240"/>
                  </a:lnTo>
                  <a:lnTo>
                    <a:pt x="284987" y="19812"/>
                  </a:lnTo>
                  <a:lnTo>
                    <a:pt x="278021" y="25908"/>
                  </a:lnTo>
                  <a:lnTo>
                    <a:pt x="184403" y="25908"/>
                  </a:lnTo>
                  <a:lnTo>
                    <a:pt x="184062" y="45720"/>
                  </a:lnTo>
                  <a:lnTo>
                    <a:pt x="176783" y="92964"/>
                  </a:lnTo>
                  <a:lnTo>
                    <a:pt x="150875" y="135636"/>
                  </a:lnTo>
                  <a:lnTo>
                    <a:pt x="117657" y="159210"/>
                  </a:lnTo>
                  <a:lnTo>
                    <a:pt x="103631" y="166116"/>
                  </a:lnTo>
                  <a:close/>
                </a:path>
                <a:path w="352425" h="344804">
                  <a:moveTo>
                    <a:pt x="279653" y="15240"/>
                  </a:moveTo>
                  <a:lnTo>
                    <a:pt x="251459" y="15240"/>
                  </a:lnTo>
                  <a:lnTo>
                    <a:pt x="263651" y="1524"/>
                  </a:lnTo>
                  <a:lnTo>
                    <a:pt x="279653" y="15240"/>
                  </a:lnTo>
                  <a:close/>
                </a:path>
                <a:path w="352425" h="344804">
                  <a:moveTo>
                    <a:pt x="286511" y="128016"/>
                  </a:moveTo>
                  <a:lnTo>
                    <a:pt x="253096" y="101560"/>
                  </a:lnTo>
                  <a:lnTo>
                    <a:pt x="252983" y="25908"/>
                  </a:lnTo>
                  <a:lnTo>
                    <a:pt x="278021" y="25908"/>
                  </a:lnTo>
                  <a:lnTo>
                    <a:pt x="272795" y="30480"/>
                  </a:lnTo>
                  <a:lnTo>
                    <a:pt x="272795" y="97536"/>
                  </a:lnTo>
                  <a:lnTo>
                    <a:pt x="274319" y="105156"/>
                  </a:lnTo>
                  <a:lnTo>
                    <a:pt x="278891" y="109728"/>
                  </a:lnTo>
                  <a:lnTo>
                    <a:pt x="339852" y="109728"/>
                  </a:lnTo>
                  <a:lnTo>
                    <a:pt x="344424" y="114300"/>
                  </a:lnTo>
                  <a:lnTo>
                    <a:pt x="345948" y="117348"/>
                  </a:lnTo>
                  <a:lnTo>
                    <a:pt x="345948" y="121920"/>
                  </a:lnTo>
                  <a:lnTo>
                    <a:pt x="342233" y="124801"/>
                  </a:lnTo>
                  <a:lnTo>
                    <a:pt x="331089" y="126682"/>
                  </a:lnTo>
                  <a:lnTo>
                    <a:pt x="312515" y="127706"/>
                  </a:lnTo>
                  <a:lnTo>
                    <a:pt x="286511" y="128016"/>
                  </a:lnTo>
                  <a:close/>
                </a:path>
                <a:path w="352425" h="344804">
                  <a:moveTo>
                    <a:pt x="70822" y="231648"/>
                  </a:moveTo>
                  <a:lnTo>
                    <a:pt x="39624" y="231648"/>
                  </a:lnTo>
                  <a:lnTo>
                    <a:pt x="44195" y="230124"/>
                  </a:lnTo>
                  <a:lnTo>
                    <a:pt x="48767" y="225552"/>
                  </a:lnTo>
                  <a:lnTo>
                    <a:pt x="75628" y="170116"/>
                  </a:lnTo>
                  <a:lnTo>
                    <a:pt x="94940" y="120848"/>
                  </a:lnTo>
                  <a:lnTo>
                    <a:pt x="120395" y="54864"/>
                  </a:lnTo>
                  <a:lnTo>
                    <a:pt x="126491" y="56388"/>
                  </a:lnTo>
                  <a:lnTo>
                    <a:pt x="101584" y="130635"/>
                  </a:lnTo>
                  <a:lnTo>
                    <a:pt x="83819" y="186309"/>
                  </a:lnTo>
                  <a:lnTo>
                    <a:pt x="72913" y="223123"/>
                  </a:lnTo>
                  <a:lnTo>
                    <a:pt x="70822" y="231648"/>
                  </a:lnTo>
                  <a:close/>
                </a:path>
                <a:path w="352425" h="344804">
                  <a:moveTo>
                    <a:pt x="44195" y="150876"/>
                  </a:moveTo>
                  <a:lnTo>
                    <a:pt x="39624" y="150876"/>
                  </a:lnTo>
                  <a:lnTo>
                    <a:pt x="36575" y="146304"/>
                  </a:lnTo>
                  <a:lnTo>
                    <a:pt x="32003" y="135636"/>
                  </a:lnTo>
                  <a:lnTo>
                    <a:pt x="27431" y="125039"/>
                  </a:lnTo>
                  <a:lnTo>
                    <a:pt x="20573" y="113728"/>
                  </a:lnTo>
                  <a:lnTo>
                    <a:pt x="11429" y="101560"/>
                  </a:lnTo>
                  <a:lnTo>
                    <a:pt x="0" y="88392"/>
                  </a:lnTo>
                  <a:lnTo>
                    <a:pt x="3048" y="83820"/>
                  </a:lnTo>
                  <a:lnTo>
                    <a:pt x="25955" y="94702"/>
                  </a:lnTo>
                  <a:lnTo>
                    <a:pt x="42290" y="104584"/>
                  </a:lnTo>
                  <a:lnTo>
                    <a:pt x="52339" y="113609"/>
                  </a:lnTo>
                  <a:lnTo>
                    <a:pt x="56387" y="121920"/>
                  </a:lnTo>
                  <a:lnTo>
                    <a:pt x="56387" y="131064"/>
                  </a:lnTo>
                  <a:lnTo>
                    <a:pt x="54863" y="138684"/>
                  </a:lnTo>
                  <a:lnTo>
                    <a:pt x="50291" y="143256"/>
                  </a:lnTo>
                  <a:lnTo>
                    <a:pt x="47243" y="147828"/>
                  </a:lnTo>
                  <a:lnTo>
                    <a:pt x="44195" y="150876"/>
                  </a:lnTo>
                  <a:close/>
                </a:path>
                <a:path w="352425" h="344804">
                  <a:moveTo>
                    <a:pt x="339852" y="109728"/>
                  </a:moveTo>
                  <a:lnTo>
                    <a:pt x="315467" y="109728"/>
                  </a:lnTo>
                  <a:lnTo>
                    <a:pt x="320040" y="106680"/>
                  </a:lnTo>
                  <a:lnTo>
                    <a:pt x="324612" y="105156"/>
                  </a:lnTo>
                  <a:lnTo>
                    <a:pt x="332232" y="105156"/>
                  </a:lnTo>
                  <a:lnTo>
                    <a:pt x="335280" y="106680"/>
                  </a:lnTo>
                  <a:lnTo>
                    <a:pt x="339852" y="109728"/>
                  </a:lnTo>
                  <a:close/>
                </a:path>
                <a:path w="352425" h="344804">
                  <a:moveTo>
                    <a:pt x="147827" y="169164"/>
                  </a:moveTo>
                  <a:lnTo>
                    <a:pt x="134111" y="155448"/>
                  </a:lnTo>
                  <a:lnTo>
                    <a:pt x="266699" y="155448"/>
                  </a:lnTo>
                  <a:lnTo>
                    <a:pt x="281939" y="140208"/>
                  </a:lnTo>
                  <a:lnTo>
                    <a:pt x="304889" y="164592"/>
                  </a:lnTo>
                  <a:lnTo>
                    <a:pt x="163067" y="164592"/>
                  </a:lnTo>
                  <a:lnTo>
                    <a:pt x="147827" y="169164"/>
                  </a:lnTo>
                  <a:close/>
                </a:path>
                <a:path w="352425" h="344804">
                  <a:moveTo>
                    <a:pt x="71627" y="344424"/>
                  </a:moveTo>
                  <a:lnTo>
                    <a:pt x="70103" y="339852"/>
                  </a:lnTo>
                  <a:lnTo>
                    <a:pt x="90344" y="333851"/>
                  </a:lnTo>
                  <a:lnTo>
                    <a:pt x="109727" y="327279"/>
                  </a:lnTo>
                  <a:lnTo>
                    <a:pt x="160543" y="303561"/>
                  </a:lnTo>
                  <a:lnTo>
                    <a:pt x="191500" y="280701"/>
                  </a:lnTo>
                  <a:lnTo>
                    <a:pt x="207263" y="266700"/>
                  </a:lnTo>
                  <a:lnTo>
                    <a:pt x="193286" y="244959"/>
                  </a:lnTo>
                  <a:lnTo>
                    <a:pt x="181165" y="220789"/>
                  </a:lnTo>
                  <a:lnTo>
                    <a:pt x="171045" y="194048"/>
                  </a:lnTo>
                  <a:lnTo>
                    <a:pt x="163067" y="164592"/>
                  </a:lnTo>
                  <a:lnTo>
                    <a:pt x="170687" y="164592"/>
                  </a:lnTo>
                  <a:lnTo>
                    <a:pt x="180665" y="192571"/>
                  </a:lnTo>
                  <a:lnTo>
                    <a:pt x="192214" y="216979"/>
                  </a:lnTo>
                  <a:lnTo>
                    <a:pt x="205192" y="237672"/>
                  </a:lnTo>
                  <a:lnTo>
                    <a:pt x="219455" y="254508"/>
                  </a:lnTo>
                  <a:lnTo>
                    <a:pt x="244570" y="254508"/>
                  </a:lnTo>
                  <a:lnTo>
                    <a:pt x="234695" y="268223"/>
                  </a:lnTo>
                  <a:lnTo>
                    <a:pt x="244673" y="276844"/>
                  </a:lnTo>
                  <a:lnTo>
                    <a:pt x="249987" y="280416"/>
                  </a:lnTo>
                  <a:lnTo>
                    <a:pt x="220979" y="280416"/>
                  </a:lnTo>
                  <a:lnTo>
                    <a:pt x="185356" y="305181"/>
                  </a:lnTo>
                  <a:lnTo>
                    <a:pt x="150875" y="323088"/>
                  </a:lnTo>
                  <a:lnTo>
                    <a:pt x="112966" y="336613"/>
                  </a:lnTo>
                  <a:lnTo>
                    <a:pt x="92797" y="341304"/>
                  </a:lnTo>
                  <a:lnTo>
                    <a:pt x="71627" y="344424"/>
                  </a:lnTo>
                  <a:close/>
                </a:path>
                <a:path w="352425" h="344804">
                  <a:moveTo>
                    <a:pt x="244570" y="254508"/>
                  </a:moveTo>
                  <a:lnTo>
                    <a:pt x="219455" y="254508"/>
                  </a:lnTo>
                  <a:lnTo>
                    <a:pt x="233743" y="234457"/>
                  </a:lnTo>
                  <a:lnTo>
                    <a:pt x="246887" y="212979"/>
                  </a:lnTo>
                  <a:lnTo>
                    <a:pt x="258889" y="189785"/>
                  </a:lnTo>
                  <a:lnTo>
                    <a:pt x="269747" y="164592"/>
                  </a:lnTo>
                  <a:lnTo>
                    <a:pt x="304889" y="164592"/>
                  </a:lnTo>
                  <a:lnTo>
                    <a:pt x="306323" y="166116"/>
                  </a:lnTo>
                  <a:lnTo>
                    <a:pt x="291083" y="172212"/>
                  </a:lnTo>
                  <a:lnTo>
                    <a:pt x="277987" y="199644"/>
                  </a:lnTo>
                  <a:lnTo>
                    <a:pt x="264032" y="224790"/>
                  </a:lnTo>
                  <a:lnTo>
                    <a:pt x="249507" y="247650"/>
                  </a:lnTo>
                  <a:lnTo>
                    <a:pt x="244570" y="254508"/>
                  </a:lnTo>
                  <a:close/>
                </a:path>
                <a:path w="352425" h="344804">
                  <a:moveTo>
                    <a:pt x="62484" y="329184"/>
                  </a:moveTo>
                  <a:lnTo>
                    <a:pt x="56387" y="329184"/>
                  </a:lnTo>
                  <a:lnTo>
                    <a:pt x="51815" y="327660"/>
                  </a:lnTo>
                  <a:lnTo>
                    <a:pt x="44195" y="324612"/>
                  </a:lnTo>
                  <a:lnTo>
                    <a:pt x="38099" y="320040"/>
                  </a:lnTo>
                  <a:lnTo>
                    <a:pt x="33527" y="315468"/>
                  </a:lnTo>
                  <a:lnTo>
                    <a:pt x="33527" y="300228"/>
                  </a:lnTo>
                  <a:lnTo>
                    <a:pt x="35051" y="292608"/>
                  </a:lnTo>
                  <a:lnTo>
                    <a:pt x="36575" y="286511"/>
                  </a:lnTo>
                  <a:lnTo>
                    <a:pt x="39624" y="277368"/>
                  </a:lnTo>
                  <a:lnTo>
                    <a:pt x="41148" y="269747"/>
                  </a:lnTo>
                  <a:lnTo>
                    <a:pt x="41148" y="257556"/>
                  </a:lnTo>
                  <a:lnTo>
                    <a:pt x="39624" y="252984"/>
                  </a:lnTo>
                  <a:lnTo>
                    <a:pt x="4572" y="234696"/>
                  </a:lnTo>
                  <a:lnTo>
                    <a:pt x="4572" y="228600"/>
                  </a:lnTo>
                  <a:lnTo>
                    <a:pt x="17978" y="229719"/>
                  </a:lnTo>
                  <a:lnTo>
                    <a:pt x="35647" y="231386"/>
                  </a:lnTo>
                  <a:lnTo>
                    <a:pt x="39624" y="231648"/>
                  </a:lnTo>
                  <a:lnTo>
                    <a:pt x="70822" y="231648"/>
                  </a:lnTo>
                  <a:lnTo>
                    <a:pt x="68579" y="240792"/>
                  </a:lnTo>
                  <a:lnTo>
                    <a:pt x="67460" y="249388"/>
                  </a:lnTo>
                  <a:lnTo>
                    <a:pt x="66484" y="259270"/>
                  </a:lnTo>
                  <a:lnTo>
                    <a:pt x="65793" y="270581"/>
                  </a:lnTo>
                  <a:lnTo>
                    <a:pt x="65293" y="296298"/>
                  </a:lnTo>
                  <a:lnTo>
                    <a:pt x="64769" y="307276"/>
                  </a:lnTo>
                  <a:lnTo>
                    <a:pt x="64246" y="316253"/>
                  </a:lnTo>
                  <a:lnTo>
                    <a:pt x="64114" y="320040"/>
                  </a:lnTo>
                  <a:lnTo>
                    <a:pt x="64007" y="327660"/>
                  </a:lnTo>
                  <a:lnTo>
                    <a:pt x="62484" y="329184"/>
                  </a:lnTo>
                  <a:close/>
                </a:path>
                <a:path w="352425" h="344804">
                  <a:moveTo>
                    <a:pt x="318515" y="341376"/>
                  </a:moveTo>
                  <a:lnTo>
                    <a:pt x="295346" y="333351"/>
                  </a:lnTo>
                  <a:lnTo>
                    <a:pt x="271462" y="320611"/>
                  </a:lnTo>
                  <a:lnTo>
                    <a:pt x="246721" y="303014"/>
                  </a:lnTo>
                  <a:lnTo>
                    <a:pt x="220979" y="280416"/>
                  </a:lnTo>
                  <a:lnTo>
                    <a:pt x="249987" y="280416"/>
                  </a:lnTo>
                  <a:lnTo>
                    <a:pt x="256222" y="284607"/>
                  </a:lnTo>
                  <a:lnTo>
                    <a:pt x="269200" y="291798"/>
                  </a:lnTo>
                  <a:lnTo>
                    <a:pt x="315467" y="309753"/>
                  </a:lnTo>
                  <a:lnTo>
                    <a:pt x="352044" y="313944"/>
                  </a:lnTo>
                  <a:lnTo>
                    <a:pt x="352044" y="320040"/>
                  </a:lnTo>
                  <a:lnTo>
                    <a:pt x="338875" y="323159"/>
                  </a:lnTo>
                  <a:lnTo>
                    <a:pt x="328993" y="327850"/>
                  </a:lnTo>
                  <a:lnTo>
                    <a:pt x="322254" y="333970"/>
                  </a:lnTo>
                  <a:lnTo>
                    <a:pt x="318515" y="341376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4" name="object 144"/>
            <p:cNvSpPr/>
            <p:nvPr/>
          </p:nvSpPr>
          <p:spPr>
            <a:xfrm>
              <a:off x="1973580" y="6886956"/>
              <a:ext cx="245745" cy="165100"/>
            </a:xfrm>
            <a:custGeom>
              <a:avLst/>
              <a:gdLst/>
              <a:ahLst/>
              <a:cxnLst/>
              <a:rect l="l" t="t" r="r" b="b"/>
              <a:pathLst>
                <a:path w="245744" h="165100">
                  <a:moveTo>
                    <a:pt x="214883" y="108203"/>
                  </a:moveTo>
                  <a:lnTo>
                    <a:pt x="219455" y="105155"/>
                  </a:lnTo>
                  <a:lnTo>
                    <a:pt x="224027" y="103631"/>
                  </a:lnTo>
                  <a:lnTo>
                    <a:pt x="228599" y="103631"/>
                  </a:lnTo>
                  <a:lnTo>
                    <a:pt x="231647" y="103631"/>
                  </a:lnTo>
                  <a:lnTo>
                    <a:pt x="234695" y="105155"/>
                  </a:lnTo>
                  <a:lnTo>
                    <a:pt x="239267" y="108203"/>
                  </a:lnTo>
                  <a:lnTo>
                    <a:pt x="243839" y="112775"/>
                  </a:lnTo>
                  <a:lnTo>
                    <a:pt x="245363" y="115823"/>
                  </a:lnTo>
                  <a:lnTo>
                    <a:pt x="245363" y="120395"/>
                  </a:lnTo>
                  <a:lnTo>
                    <a:pt x="241649" y="123277"/>
                  </a:lnTo>
                  <a:lnTo>
                    <a:pt x="230504" y="125158"/>
                  </a:lnTo>
                  <a:lnTo>
                    <a:pt x="211931" y="126182"/>
                  </a:lnTo>
                  <a:lnTo>
                    <a:pt x="185927" y="126491"/>
                  </a:lnTo>
                  <a:lnTo>
                    <a:pt x="170830" y="124777"/>
                  </a:lnTo>
                  <a:lnTo>
                    <a:pt x="160019" y="119633"/>
                  </a:lnTo>
                  <a:lnTo>
                    <a:pt x="153781" y="111061"/>
                  </a:lnTo>
                  <a:lnTo>
                    <a:pt x="152399" y="99059"/>
                  </a:lnTo>
                  <a:lnTo>
                    <a:pt x="152399" y="24383"/>
                  </a:lnTo>
                  <a:lnTo>
                    <a:pt x="83819" y="24383"/>
                  </a:lnTo>
                  <a:lnTo>
                    <a:pt x="79962" y="77747"/>
                  </a:lnTo>
                  <a:lnTo>
                    <a:pt x="66103" y="115061"/>
                  </a:lnTo>
                  <a:lnTo>
                    <a:pt x="29527" y="150494"/>
                  </a:lnTo>
                  <a:lnTo>
                    <a:pt x="3047" y="164591"/>
                  </a:lnTo>
                  <a:lnTo>
                    <a:pt x="0" y="160019"/>
                  </a:lnTo>
                  <a:lnTo>
                    <a:pt x="12882" y="151447"/>
                  </a:lnTo>
                  <a:lnTo>
                    <a:pt x="24193" y="141731"/>
                  </a:lnTo>
                  <a:lnTo>
                    <a:pt x="49815" y="106560"/>
                  </a:lnTo>
                  <a:lnTo>
                    <a:pt x="60959" y="57911"/>
                  </a:lnTo>
                  <a:lnTo>
                    <a:pt x="60959" y="40505"/>
                  </a:lnTo>
                  <a:lnTo>
                    <a:pt x="60959" y="24955"/>
                  </a:lnTo>
                  <a:lnTo>
                    <a:pt x="60959" y="11406"/>
                  </a:lnTo>
                  <a:lnTo>
                    <a:pt x="60959" y="0"/>
                  </a:lnTo>
                  <a:lnTo>
                    <a:pt x="83819" y="13715"/>
                  </a:lnTo>
                  <a:lnTo>
                    <a:pt x="150875" y="13715"/>
                  </a:lnTo>
                  <a:lnTo>
                    <a:pt x="163067" y="0"/>
                  </a:lnTo>
                  <a:lnTo>
                    <a:pt x="184403" y="18287"/>
                  </a:lnTo>
                  <a:lnTo>
                    <a:pt x="172211" y="28955"/>
                  </a:lnTo>
                  <a:lnTo>
                    <a:pt x="172211" y="96011"/>
                  </a:lnTo>
                  <a:lnTo>
                    <a:pt x="173735" y="103631"/>
                  </a:lnTo>
                  <a:lnTo>
                    <a:pt x="178307" y="108203"/>
                  </a:lnTo>
                  <a:lnTo>
                    <a:pt x="187451" y="108203"/>
                  </a:lnTo>
                  <a:lnTo>
                    <a:pt x="214883" y="108203"/>
                  </a:lnTo>
                  <a:close/>
                </a:path>
              </a:pathLst>
            </a:custGeom>
            <a:ln w="10668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5" name="object 145"/>
            <p:cNvSpPr/>
            <p:nvPr/>
          </p:nvSpPr>
          <p:spPr>
            <a:xfrm>
              <a:off x="1943100" y="7025640"/>
              <a:ext cx="281940" cy="204470"/>
            </a:xfrm>
            <a:custGeom>
              <a:avLst/>
              <a:gdLst/>
              <a:ahLst/>
              <a:cxnLst/>
              <a:rect l="l" t="t" r="r" b="b"/>
              <a:pathLst>
                <a:path w="281939" h="204470">
                  <a:moveTo>
                    <a:pt x="220980" y="32003"/>
                  </a:moveTo>
                  <a:lnTo>
                    <a:pt x="207883" y="59435"/>
                  </a:lnTo>
                  <a:lnTo>
                    <a:pt x="193929" y="84581"/>
                  </a:lnTo>
                  <a:lnTo>
                    <a:pt x="179403" y="107441"/>
                  </a:lnTo>
                  <a:lnTo>
                    <a:pt x="164592" y="128015"/>
                  </a:lnTo>
                  <a:lnTo>
                    <a:pt x="174569" y="136636"/>
                  </a:lnTo>
                  <a:lnTo>
                    <a:pt x="213360" y="158495"/>
                  </a:lnTo>
                  <a:lnTo>
                    <a:pt x="263080" y="172640"/>
                  </a:lnTo>
                  <a:lnTo>
                    <a:pt x="281940" y="173735"/>
                  </a:lnTo>
                  <a:lnTo>
                    <a:pt x="281940" y="179831"/>
                  </a:lnTo>
                  <a:lnTo>
                    <a:pt x="268771" y="182951"/>
                  </a:lnTo>
                  <a:lnTo>
                    <a:pt x="258889" y="187642"/>
                  </a:lnTo>
                  <a:lnTo>
                    <a:pt x="252150" y="193762"/>
                  </a:lnTo>
                  <a:lnTo>
                    <a:pt x="248412" y="201167"/>
                  </a:lnTo>
                  <a:lnTo>
                    <a:pt x="225242" y="193143"/>
                  </a:lnTo>
                  <a:lnTo>
                    <a:pt x="201358" y="180403"/>
                  </a:lnTo>
                  <a:lnTo>
                    <a:pt x="176617" y="162806"/>
                  </a:lnTo>
                  <a:lnTo>
                    <a:pt x="150876" y="140207"/>
                  </a:lnTo>
                  <a:lnTo>
                    <a:pt x="132849" y="153304"/>
                  </a:lnTo>
                  <a:lnTo>
                    <a:pt x="97940" y="174926"/>
                  </a:lnTo>
                  <a:lnTo>
                    <a:pt x="62174" y="190285"/>
                  </a:lnTo>
                  <a:lnTo>
                    <a:pt x="22693" y="201096"/>
                  </a:lnTo>
                  <a:lnTo>
                    <a:pt x="1524" y="204215"/>
                  </a:lnTo>
                  <a:lnTo>
                    <a:pt x="0" y="199643"/>
                  </a:lnTo>
                  <a:lnTo>
                    <a:pt x="20240" y="193643"/>
                  </a:lnTo>
                  <a:lnTo>
                    <a:pt x="39624" y="187070"/>
                  </a:lnTo>
                  <a:lnTo>
                    <a:pt x="90439" y="163353"/>
                  </a:lnTo>
                  <a:lnTo>
                    <a:pt x="121396" y="140493"/>
                  </a:lnTo>
                  <a:lnTo>
                    <a:pt x="137160" y="126491"/>
                  </a:lnTo>
                  <a:lnTo>
                    <a:pt x="123182" y="104751"/>
                  </a:lnTo>
                  <a:lnTo>
                    <a:pt x="111061" y="80581"/>
                  </a:lnTo>
                  <a:lnTo>
                    <a:pt x="100941" y="53840"/>
                  </a:lnTo>
                  <a:lnTo>
                    <a:pt x="92964" y="24383"/>
                  </a:lnTo>
                  <a:lnTo>
                    <a:pt x="77724" y="28955"/>
                  </a:lnTo>
                  <a:lnTo>
                    <a:pt x="64008" y="15239"/>
                  </a:lnTo>
                  <a:lnTo>
                    <a:pt x="196596" y="15239"/>
                  </a:lnTo>
                  <a:lnTo>
                    <a:pt x="211836" y="0"/>
                  </a:lnTo>
                  <a:lnTo>
                    <a:pt x="236220" y="25907"/>
                  </a:lnTo>
                  <a:lnTo>
                    <a:pt x="220980" y="32003"/>
                  </a:lnTo>
                  <a:close/>
                </a:path>
              </a:pathLst>
            </a:custGeom>
            <a:ln w="10668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46" name="object 146"/>
            <p:cNvPicPr/>
            <p:nvPr/>
          </p:nvPicPr>
          <p:blipFill>
            <a:blip r:embed="rId58" cstate="print"/>
            <a:stretch>
              <a:fillRect/>
            </a:stretch>
          </p:blipFill>
          <p:spPr>
            <a:xfrm>
              <a:off x="2038350" y="7044689"/>
              <a:ext cx="109727" cy="100584"/>
            </a:xfrm>
            <a:prstGeom prst="rect">
              <a:avLst/>
            </a:prstGeom>
          </p:spPr>
        </p:pic>
        <p:sp>
          <p:nvSpPr>
            <p:cNvPr id="147" name="object 147"/>
            <p:cNvSpPr/>
            <p:nvPr/>
          </p:nvSpPr>
          <p:spPr>
            <a:xfrm>
              <a:off x="1877568" y="6940295"/>
              <a:ext cx="121920" cy="274320"/>
            </a:xfrm>
            <a:custGeom>
              <a:avLst/>
              <a:gdLst/>
              <a:ahLst/>
              <a:cxnLst/>
              <a:rect l="l" t="t" r="r" b="b"/>
              <a:pathLst>
                <a:path w="121919" h="274320">
                  <a:moveTo>
                    <a:pt x="121919" y="1524"/>
                  </a:moveTo>
                  <a:lnTo>
                    <a:pt x="97012" y="75771"/>
                  </a:lnTo>
                  <a:lnTo>
                    <a:pt x="79247" y="131445"/>
                  </a:lnTo>
                  <a:lnTo>
                    <a:pt x="68341" y="168259"/>
                  </a:lnTo>
                  <a:lnTo>
                    <a:pt x="61221" y="215717"/>
                  </a:lnTo>
                  <a:lnTo>
                    <a:pt x="60721" y="241434"/>
                  </a:lnTo>
                  <a:lnTo>
                    <a:pt x="60197" y="252412"/>
                  </a:lnTo>
                  <a:lnTo>
                    <a:pt x="59674" y="261389"/>
                  </a:lnTo>
                  <a:lnTo>
                    <a:pt x="59435" y="268224"/>
                  </a:lnTo>
                  <a:lnTo>
                    <a:pt x="59435" y="272796"/>
                  </a:lnTo>
                  <a:lnTo>
                    <a:pt x="57911" y="274319"/>
                  </a:lnTo>
                  <a:lnTo>
                    <a:pt x="54863" y="274319"/>
                  </a:lnTo>
                  <a:lnTo>
                    <a:pt x="51815" y="274319"/>
                  </a:lnTo>
                  <a:lnTo>
                    <a:pt x="47243" y="272796"/>
                  </a:lnTo>
                  <a:lnTo>
                    <a:pt x="39623" y="269748"/>
                  </a:lnTo>
                  <a:lnTo>
                    <a:pt x="33527" y="265176"/>
                  </a:lnTo>
                  <a:lnTo>
                    <a:pt x="28955" y="260604"/>
                  </a:lnTo>
                  <a:lnTo>
                    <a:pt x="28955" y="251460"/>
                  </a:lnTo>
                  <a:lnTo>
                    <a:pt x="28955" y="245364"/>
                  </a:lnTo>
                  <a:lnTo>
                    <a:pt x="30479" y="237743"/>
                  </a:lnTo>
                  <a:lnTo>
                    <a:pt x="32003" y="231648"/>
                  </a:lnTo>
                  <a:lnTo>
                    <a:pt x="35051" y="222504"/>
                  </a:lnTo>
                  <a:lnTo>
                    <a:pt x="36575" y="214884"/>
                  </a:lnTo>
                  <a:lnTo>
                    <a:pt x="36575" y="207264"/>
                  </a:lnTo>
                  <a:lnTo>
                    <a:pt x="36575" y="202692"/>
                  </a:lnTo>
                  <a:lnTo>
                    <a:pt x="35051" y="198119"/>
                  </a:lnTo>
                  <a:lnTo>
                    <a:pt x="0" y="179831"/>
                  </a:lnTo>
                  <a:lnTo>
                    <a:pt x="0" y="173736"/>
                  </a:lnTo>
                  <a:lnTo>
                    <a:pt x="13406" y="174855"/>
                  </a:lnTo>
                  <a:lnTo>
                    <a:pt x="23812" y="175831"/>
                  </a:lnTo>
                  <a:lnTo>
                    <a:pt x="31075" y="176522"/>
                  </a:lnTo>
                  <a:lnTo>
                    <a:pt x="35051" y="176784"/>
                  </a:lnTo>
                  <a:lnTo>
                    <a:pt x="71056" y="115252"/>
                  </a:lnTo>
                  <a:lnTo>
                    <a:pt x="90368" y="65984"/>
                  </a:lnTo>
                  <a:lnTo>
                    <a:pt x="115823" y="0"/>
                  </a:lnTo>
                  <a:lnTo>
                    <a:pt x="121919" y="1524"/>
                  </a:lnTo>
                  <a:close/>
                </a:path>
              </a:pathLst>
            </a:custGeom>
            <a:ln w="10668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48" name="object 148"/>
            <p:cNvPicPr/>
            <p:nvPr/>
          </p:nvPicPr>
          <p:blipFill>
            <a:blip r:embed="rId59" cstate="print"/>
            <a:stretch>
              <a:fillRect/>
            </a:stretch>
          </p:blipFill>
          <p:spPr>
            <a:xfrm>
              <a:off x="1867662" y="6880097"/>
              <a:ext cx="102107" cy="161543"/>
            </a:xfrm>
            <a:prstGeom prst="rect">
              <a:avLst/>
            </a:prstGeom>
          </p:spPr>
        </p:pic>
        <p:sp>
          <p:nvSpPr>
            <p:cNvPr id="149" name="object 149"/>
            <p:cNvSpPr/>
            <p:nvPr/>
          </p:nvSpPr>
          <p:spPr>
            <a:xfrm>
              <a:off x="2263140" y="6870191"/>
              <a:ext cx="355600" cy="360045"/>
            </a:xfrm>
            <a:custGeom>
              <a:avLst/>
              <a:gdLst/>
              <a:ahLst/>
              <a:cxnLst/>
              <a:rect l="l" t="t" r="r" b="b"/>
              <a:pathLst>
                <a:path w="355600" h="360045">
                  <a:moveTo>
                    <a:pt x="164592" y="64008"/>
                  </a:moveTo>
                  <a:lnTo>
                    <a:pt x="138684" y="64008"/>
                  </a:lnTo>
                  <a:lnTo>
                    <a:pt x="146089" y="45434"/>
                  </a:lnTo>
                  <a:lnTo>
                    <a:pt x="152209" y="28575"/>
                  </a:lnTo>
                  <a:lnTo>
                    <a:pt x="156900" y="13430"/>
                  </a:lnTo>
                  <a:lnTo>
                    <a:pt x="160020" y="0"/>
                  </a:lnTo>
                  <a:lnTo>
                    <a:pt x="198120" y="21336"/>
                  </a:lnTo>
                  <a:lnTo>
                    <a:pt x="182880" y="27432"/>
                  </a:lnTo>
                  <a:lnTo>
                    <a:pt x="164592" y="64008"/>
                  </a:lnTo>
                  <a:close/>
                </a:path>
                <a:path w="355600" h="360045">
                  <a:moveTo>
                    <a:pt x="13716" y="77724"/>
                  </a:moveTo>
                  <a:lnTo>
                    <a:pt x="0" y="64008"/>
                  </a:lnTo>
                  <a:lnTo>
                    <a:pt x="294132" y="64008"/>
                  </a:lnTo>
                  <a:lnTo>
                    <a:pt x="320040" y="38100"/>
                  </a:lnTo>
                  <a:lnTo>
                    <a:pt x="355092" y="73152"/>
                  </a:lnTo>
                  <a:lnTo>
                    <a:pt x="50292" y="73152"/>
                  </a:lnTo>
                  <a:lnTo>
                    <a:pt x="41148" y="73437"/>
                  </a:lnTo>
                  <a:lnTo>
                    <a:pt x="32004" y="74295"/>
                  </a:lnTo>
                  <a:lnTo>
                    <a:pt x="22860" y="75723"/>
                  </a:lnTo>
                  <a:lnTo>
                    <a:pt x="13716" y="77724"/>
                  </a:lnTo>
                  <a:close/>
                </a:path>
                <a:path w="355600" h="360045">
                  <a:moveTo>
                    <a:pt x="4572" y="237744"/>
                  </a:moveTo>
                  <a:lnTo>
                    <a:pt x="0" y="233172"/>
                  </a:lnTo>
                  <a:lnTo>
                    <a:pt x="20883" y="216003"/>
                  </a:lnTo>
                  <a:lnTo>
                    <a:pt x="40195" y="198691"/>
                  </a:lnTo>
                  <a:lnTo>
                    <a:pt x="74676" y="163068"/>
                  </a:lnTo>
                  <a:lnTo>
                    <a:pt x="105727" y="123253"/>
                  </a:lnTo>
                  <a:lnTo>
                    <a:pt x="135636" y="73152"/>
                  </a:lnTo>
                  <a:lnTo>
                    <a:pt x="161544" y="73152"/>
                  </a:lnTo>
                  <a:lnTo>
                    <a:pt x="152638" y="87725"/>
                  </a:lnTo>
                  <a:lnTo>
                    <a:pt x="144018" y="101727"/>
                  </a:lnTo>
                  <a:lnTo>
                    <a:pt x="135397" y="115157"/>
                  </a:lnTo>
                  <a:lnTo>
                    <a:pt x="126492" y="128016"/>
                  </a:lnTo>
                  <a:lnTo>
                    <a:pt x="289677" y="128016"/>
                  </a:lnTo>
                  <a:lnTo>
                    <a:pt x="295656" y="132588"/>
                  </a:lnTo>
                  <a:lnTo>
                    <a:pt x="289777" y="137160"/>
                  </a:lnTo>
                  <a:lnTo>
                    <a:pt x="120396" y="137160"/>
                  </a:lnTo>
                  <a:lnTo>
                    <a:pt x="120396" y="161544"/>
                  </a:lnTo>
                  <a:lnTo>
                    <a:pt x="97536" y="161544"/>
                  </a:lnTo>
                  <a:lnTo>
                    <a:pt x="76152" y="183522"/>
                  </a:lnTo>
                  <a:lnTo>
                    <a:pt x="53340" y="203644"/>
                  </a:lnTo>
                  <a:lnTo>
                    <a:pt x="29384" y="221765"/>
                  </a:lnTo>
                  <a:lnTo>
                    <a:pt x="4572" y="237744"/>
                  </a:lnTo>
                  <a:close/>
                </a:path>
                <a:path w="355600" h="360045">
                  <a:moveTo>
                    <a:pt x="289677" y="128016"/>
                  </a:moveTo>
                  <a:lnTo>
                    <a:pt x="257556" y="128016"/>
                  </a:lnTo>
                  <a:lnTo>
                    <a:pt x="269748" y="112776"/>
                  </a:lnTo>
                  <a:lnTo>
                    <a:pt x="289677" y="128016"/>
                  </a:lnTo>
                  <a:close/>
                </a:path>
                <a:path w="355600" h="360045">
                  <a:moveTo>
                    <a:pt x="281939" y="190500"/>
                  </a:moveTo>
                  <a:lnTo>
                    <a:pt x="260604" y="190500"/>
                  </a:lnTo>
                  <a:lnTo>
                    <a:pt x="260604" y="137160"/>
                  </a:lnTo>
                  <a:lnTo>
                    <a:pt x="289777" y="137160"/>
                  </a:lnTo>
                  <a:lnTo>
                    <a:pt x="281939" y="143256"/>
                  </a:lnTo>
                  <a:lnTo>
                    <a:pt x="281939" y="190500"/>
                  </a:lnTo>
                  <a:close/>
                </a:path>
                <a:path w="355600" h="360045">
                  <a:moveTo>
                    <a:pt x="96012" y="359664"/>
                  </a:moveTo>
                  <a:lnTo>
                    <a:pt x="96893" y="337923"/>
                  </a:lnTo>
                  <a:lnTo>
                    <a:pt x="97345" y="297751"/>
                  </a:lnTo>
                  <a:lnTo>
                    <a:pt x="97455" y="259080"/>
                  </a:lnTo>
                  <a:lnTo>
                    <a:pt x="97536" y="161544"/>
                  </a:lnTo>
                  <a:lnTo>
                    <a:pt x="120396" y="161544"/>
                  </a:lnTo>
                  <a:lnTo>
                    <a:pt x="120396" y="190500"/>
                  </a:lnTo>
                  <a:lnTo>
                    <a:pt x="281939" y="190500"/>
                  </a:lnTo>
                  <a:lnTo>
                    <a:pt x="281939" y="199644"/>
                  </a:lnTo>
                  <a:lnTo>
                    <a:pt x="120396" y="199644"/>
                  </a:lnTo>
                  <a:lnTo>
                    <a:pt x="120396" y="249936"/>
                  </a:lnTo>
                  <a:lnTo>
                    <a:pt x="281939" y="249936"/>
                  </a:lnTo>
                  <a:lnTo>
                    <a:pt x="281939" y="259080"/>
                  </a:lnTo>
                  <a:lnTo>
                    <a:pt x="120396" y="259080"/>
                  </a:lnTo>
                  <a:lnTo>
                    <a:pt x="120396" y="345948"/>
                  </a:lnTo>
                  <a:lnTo>
                    <a:pt x="96012" y="359664"/>
                  </a:lnTo>
                  <a:close/>
                </a:path>
                <a:path w="355600" h="360045">
                  <a:moveTo>
                    <a:pt x="281939" y="249936"/>
                  </a:moveTo>
                  <a:lnTo>
                    <a:pt x="260604" y="249936"/>
                  </a:lnTo>
                  <a:lnTo>
                    <a:pt x="260604" y="199644"/>
                  </a:lnTo>
                  <a:lnTo>
                    <a:pt x="281939" y="199644"/>
                  </a:lnTo>
                  <a:lnTo>
                    <a:pt x="281939" y="249936"/>
                  </a:lnTo>
                  <a:close/>
                </a:path>
                <a:path w="355600" h="360045">
                  <a:moveTo>
                    <a:pt x="281413" y="326136"/>
                  </a:moveTo>
                  <a:lnTo>
                    <a:pt x="256032" y="326136"/>
                  </a:lnTo>
                  <a:lnTo>
                    <a:pt x="260604" y="321564"/>
                  </a:lnTo>
                  <a:lnTo>
                    <a:pt x="260604" y="259080"/>
                  </a:lnTo>
                  <a:lnTo>
                    <a:pt x="281939" y="259080"/>
                  </a:lnTo>
                  <a:lnTo>
                    <a:pt x="281857" y="323564"/>
                  </a:lnTo>
                  <a:lnTo>
                    <a:pt x="281413" y="326136"/>
                  </a:lnTo>
                  <a:close/>
                </a:path>
                <a:path w="355600" h="360045">
                  <a:moveTo>
                    <a:pt x="248412" y="359664"/>
                  </a:moveTo>
                  <a:lnTo>
                    <a:pt x="246054" y="351043"/>
                  </a:lnTo>
                  <a:lnTo>
                    <a:pt x="238696" y="343281"/>
                  </a:lnTo>
                  <a:lnTo>
                    <a:pt x="225909" y="336089"/>
                  </a:lnTo>
                  <a:lnTo>
                    <a:pt x="207264" y="329184"/>
                  </a:lnTo>
                  <a:lnTo>
                    <a:pt x="207264" y="321564"/>
                  </a:lnTo>
                  <a:lnTo>
                    <a:pt x="219241" y="323564"/>
                  </a:lnTo>
                  <a:lnTo>
                    <a:pt x="229933" y="324993"/>
                  </a:lnTo>
                  <a:lnTo>
                    <a:pt x="239196" y="325850"/>
                  </a:lnTo>
                  <a:lnTo>
                    <a:pt x="246888" y="326136"/>
                  </a:lnTo>
                  <a:lnTo>
                    <a:pt x="281413" y="326136"/>
                  </a:lnTo>
                  <a:lnTo>
                    <a:pt x="279915" y="334803"/>
                  </a:lnTo>
                  <a:lnTo>
                    <a:pt x="273748" y="344805"/>
                  </a:lnTo>
                  <a:lnTo>
                    <a:pt x="263294" y="353091"/>
                  </a:lnTo>
                  <a:lnTo>
                    <a:pt x="248412" y="359664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0" name="object 150"/>
            <p:cNvSpPr/>
            <p:nvPr/>
          </p:nvSpPr>
          <p:spPr>
            <a:xfrm>
              <a:off x="2383536" y="7007351"/>
              <a:ext cx="140335" cy="113030"/>
            </a:xfrm>
            <a:custGeom>
              <a:avLst/>
              <a:gdLst/>
              <a:ahLst/>
              <a:cxnLst/>
              <a:rect l="l" t="t" r="r" b="b"/>
              <a:pathLst>
                <a:path w="140335" h="113029">
                  <a:moveTo>
                    <a:pt x="0" y="0"/>
                  </a:moveTo>
                  <a:lnTo>
                    <a:pt x="0" y="53340"/>
                  </a:lnTo>
                  <a:lnTo>
                    <a:pt x="140207" y="53340"/>
                  </a:lnTo>
                  <a:lnTo>
                    <a:pt x="140207" y="0"/>
                  </a:lnTo>
                  <a:lnTo>
                    <a:pt x="0" y="0"/>
                  </a:lnTo>
                  <a:close/>
                </a:path>
                <a:path w="140335" h="113029">
                  <a:moveTo>
                    <a:pt x="0" y="62483"/>
                  </a:moveTo>
                  <a:lnTo>
                    <a:pt x="0" y="112776"/>
                  </a:lnTo>
                  <a:lnTo>
                    <a:pt x="140207" y="112776"/>
                  </a:lnTo>
                  <a:lnTo>
                    <a:pt x="140207" y="62483"/>
                  </a:lnTo>
                  <a:lnTo>
                    <a:pt x="0" y="62483"/>
                  </a:lnTo>
                  <a:close/>
                </a:path>
              </a:pathLst>
            </a:custGeom>
            <a:ln w="10668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1" name="object 151"/>
            <p:cNvSpPr/>
            <p:nvPr/>
          </p:nvSpPr>
          <p:spPr>
            <a:xfrm>
              <a:off x="2263139" y="6870191"/>
              <a:ext cx="355600" cy="360045"/>
            </a:xfrm>
            <a:custGeom>
              <a:avLst/>
              <a:gdLst/>
              <a:ahLst/>
              <a:cxnLst/>
              <a:rect l="l" t="t" r="r" b="b"/>
              <a:pathLst>
                <a:path w="355600" h="360045">
                  <a:moveTo>
                    <a:pt x="207263" y="321563"/>
                  </a:moveTo>
                  <a:lnTo>
                    <a:pt x="219241" y="323564"/>
                  </a:lnTo>
                  <a:lnTo>
                    <a:pt x="229933" y="324992"/>
                  </a:lnTo>
                  <a:lnTo>
                    <a:pt x="239196" y="325850"/>
                  </a:lnTo>
                  <a:lnTo>
                    <a:pt x="246887" y="326135"/>
                  </a:lnTo>
                  <a:lnTo>
                    <a:pt x="256031" y="326135"/>
                  </a:lnTo>
                  <a:lnTo>
                    <a:pt x="260603" y="321563"/>
                  </a:lnTo>
                  <a:lnTo>
                    <a:pt x="260603" y="312419"/>
                  </a:lnTo>
                  <a:lnTo>
                    <a:pt x="260603" y="259079"/>
                  </a:lnTo>
                  <a:lnTo>
                    <a:pt x="120395" y="259079"/>
                  </a:lnTo>
                  <a:lnTo>
                    <a:pt x="120395" y="345947"/>
                  </a:lnTo>
                  <a:lnTo>
                    <a:pt x="96011" y="359663"/>
                  </a:lnTo>
                  <a:lnTo>
                    <a:pt x="96893" y="337923"/>
                  </a:lnTo>
                  <a:lnTo>
                    <a:pt x="97345" y="297751"/>
                  </a:lnTo>
                  <a:lnTo>
                    <a:pt x="97512" y="239006"/>
                  </a:lnTo>
                  <a:lnTo>
                    <a:pt x="97535" y="161543"/>
                  </a:lnTo>
                  <a:lnTo>
                    <a:pt x="76152" y="183522"/>
                  </a:lnTo>
                  <a:lnTo>
                    <a:pt x="53339" y="203644"/>
                  </a:lnTo>
                  <a:lnTo>
                    <a:pt x="29384" y="221765"/>
                  </a:lnTo>
                  <a:lnTo>
                    <a:pt x="4571" y="237743"/>
                  </a:lnTo>
                  <a:lnTo>
                    <a:pt x="0" y="233171"/>
                  </a:lnTo>
                  <a:lnTo>
                    <a:pt x="20883" y="216003"/>
                  </a:lnTo>
                  <a:lnTo>
                    <a:pt x="40195" y="198691"/>
                  </a:lnTo>
                  <a:lnTo>
                    <a:pt x="74675" y="163067"/>
                  </a:lnTo>
                  <a:lnTo>
                    <a:pt x="105727" y="123253"/>
                  </a:lnTo>
                  <a:lnTo>
                    <a:pt x="135635" y="73151"/>
                  </a:lnTo>
                  <a:lnTo>
                    <a:pt x="50291" y="73151"/>
                  </a:lnTo>
                  <a:lnTo>
                    <a:pt x="41147" y="73437"/>
                  </a:lnTo>
                  <a:lnTo>
                    <a:pt x="32003" y="74294"/>
                  </a:lnTo>
                  <a:lnTo>
                    <a:pt x="22859" y="75723"/>
                  </a:lnTo>
                  <a:lnTo>
                    <a:pt x="13715" y="77723"/>
                  </a:lnTo>
                  <a:lnTo>
                    <a:pt x="0" y="64007"/>
                  </a:lnTo>
                  <a:lnTo>
                    <a:pt x="138683" y="64007"/>
                  </a:lnTo>
                  <a:lnTo>
                    <a:pt x="146089" y="45434"/>
                  </a:lnTo>
                  <a:lnTo>
                    <a:pt x="152209" y="28574"/>
                  </a:lnTo>
                  <a:lnTo>
                    <a:pt x="156900" y="13430"/>
                  </a:lnTo>
                  <a:lnTo>
                    <a:pt x="160019" y="0"/>
                  </a:lnTo>
                  <a:lnTo>
                    <a:pt x="198119" y="21335"/>
                  </a:lnTo>
                  <a:lnTo>
                    <a:pt x="182879" y="27431"/>
                  </a:lnTo>
                  <a:lnTo>
                    <a:pt x="177450" y="38290"/>
                  </a:lnTo>
                  <a:lnTo>
                    <a:pt x="172592" y="48005"/>
                  </a:lnTo>
                  <a:lnTo>
                    <a:pt x="168306" y="56578"/>
                  </a:lnTo>
                  <a:lnTo>
                    <a:pt x="164591" y="64007"/>
                  </a:lnTo>
                  <a:lnTo>
                    <a:pt x="294131" y="64007"/>
                  </a:lnTo>
                  <a:lnTo>
                    <a:pt x="320039" y="38099"/>
                  </a:lnTo>
                  <a:lnTo>
                    <a:pt x="355091" y="73151"/>
                  </a:lnTo>
                  <a:lnTo>
                    <a:pt x="161543" y="73151"/>
                  </a:lnTo>
                  <a:lnTo>
                    <a:pt x="152638" y="87725"/>
                  </a:lnTo>
                  <a:lnTo>
                    <a:pt x="144017" y="101726"/>
                  </a:lnTo>
                  <a:lnTo>
                    <a:pt x="135397" y="115157"/>
                  </a:lnTo>
                  <a:lnTo>
                    <a:pt x="126491" y="128015"/>
                  </a:lnTo>
                  <a:lnTo>
                    <a:pt x="257555" y="128015"/>
                  </a:lnTo>
                  <a:lnTo>
                    <a:pt x="269747" y="112775"/>
                  </a:lnTo>
                  <a:lnTo>
                    <a:pt x="295655" y="132587"/>
                  </a:lnTo>
                  <a:lnTo>
                    <a:pt x="281939" y="143255"/>
                  </a:lnTo>
                  <a:lnTo>
                    <a:pt x="281939" y="323087"/>
                  </a:lnTo>
                  <a:lnTo>
                    <a:pt x="279915" y="334803"/>
                  </a:lnTo>
                  <a:lnTo>
                    <a:pt x="273748" y="344804"/>
                  </a:lnTo>
                  <a:lnTo>
                    <a:pt x="263294" y="353091"/>
                  </a:lnTo>
                  <a:lnTo>
                    <a:pt x="248411" y="359663"/>
                  </a:lnTo>
                  <a:lnTo>
                    <a:pt x="246054" y="351043"/>
                  </a:lnTo>
                  <a:lnTo>
                    <a:pt x="238696" y="343280"/>
                  </a:lnTo>
                  <a:lnTo>
                    <a:pt x="225909" y="336089"/>
                  </a:lnTo>
                  <a:lnTo>
                    <a:pt x="207263" y="329183"/>
                  </a:lnTo>
                  <a:lnTo>
                    <a:pt x="207263" y="321563"/>
                  </a:lnTo>
                  <a:close/>
                </a:path>
              </a:pathLst>
            </a:custGeom>
            <a:ln w="10668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2" name="object 152"/>
            <p:cNvSpPr/>
            <p:nvPr/>
          </p:nvSpPr>
          <p:spPr>
            <a:xfrm>
              <a:off x="2657856" y="6874763"/>
              <a:ext cx="353695" cy="356870"/>
            </a:xfrm>
            <a:custGeom>
              <a:avLst/>
              <a:gdLst/>
              <a:ahLst/>
              <a:cxnLst/>
              <a:rect l="l" t="t" r="r" b="b"/>
              <a:pathLst>
                <a:path w="353694" h="356870">
                  <a:moveTo>
                    <a:pt x="153924" y="105156"/>
                  </a:moveTo>
                  <a:lnTo>
                    <a:pt x="149352" y="102108"/>
                  </a:lnTo>
                  <a:lnTo>
                    <a:pt x="157376" y="91273"/>
                  </a:lnTo>
                  <a:lnTo>
                    <a:pt x="165544" y="79438"/>
                  </a:lnTo>
                  <a:lnTo>
                    <a:pt x="190333" y="39647"/>
                  </a:lnTo>
                  <a:lnTo>
                    <a:pt x="207263" y="0"/>
                  </a:lnTo>
                  <a:lnTo>
                    <a:pt x="236220" y="18288"/>
                  </a:lnTo>
                  <a:lnTo>
                    <a:pt x="229100" y="21978"/>
                  </a:lnTo>
                  <a:lnTo>
                    <a:pt x="221551" y="28384"/>
                  </a:lnTo>
                  <a:lnTo>
                    <a:pt x="213717" y="37361"/>
                  </a:lnTo>
                  <a:lnTo>
                    <a:pt x="205739" y="48768"/>
                  </a:lnTo>
                  <a:lnTo>
                    <a:pt x="295148" y="48768"/>
                  </a:lnTo>
                  <a:lnTo>
                    <a:pt x="303275" y="56388"/>
                  </a:lnTo>
                  <a:lnTo>
                    <a:pt x="299403" y="57912"/>
                  </a:lnTo>
                  <a:lnTo>
                    <a:pt x="201168" y="57912"/>
                  </a:lnTo>
                  <a:lnTo>
                    <a:pt x="189499" y="71080"/>
                  </a:lnTo>
                  <a:lnTo>
                    <a:pt x="177545" y="83248"/>
                  </a:lnTo>
                  <a:lnTo>
                    <a:pt x="165592" y="94559"/>
                  </a:lnTo>
                  <a:lnTo>
                    <a:pt x="153924" y="105156"/>
                  </a:lnTo>
                  <a:close/>
                </a:path>
                <a:path w="353694" h="356870">
                  <a:moveTo>
                    <a:pt x="10668" y="53340"/>
                  </a:moveTo>
                  <a:lnTo>
                    <a:pt x="9144" y="47244"/>
                  </a:lnTo>
                  <a:lnTo>
                    <a:pt x="24907" y="43767"/>
                  </a:lnTo>
                  <a:lnTo>
                    <a:pt x="40386" y="40005"/>
                  </a:lnTo>
                  <a:lnTo>
                    <a:pt x="55864" y="35671"/>
                  </a:lnTo>
                  <a:lnTo>
                    <a:pt x="71628" y="30480"/>
                  </a:lnTo>
                  <a:lnTo>
                    <a:pt x="87034" y="25598"/>
                  </a:lnTo>
                  <a:lnTo>
                    <a:pt x="101155" y="20002"/>
                  </a:lnTo>
                  <a:lnTo>
                    <a:pt x="113847" y="13549"/>
                  </a:lnTo>
                  <a:lnTo>
                    <a:pt x="124968" y="6096"/>
                  </a:lnTo>
                  <a:lnTo>
                    <a:pt x="147828" y="30480"/>
                  </a:lnTo>
                  <a:lnTo>
                    <a:pt x="137564" y="31932"/>
                  </a:lnTo>
                  <a:lnTo>
                    <a:pt x="125158" y="34099"/>
                  </a:lnTo>
                  <a:lnTo>
                    <a:pt x="110751" y="37123"/>
                  </a:lnTo>
                  <a:lnTo>
                    <a:pt x="94488" y="41148"/>
                  </a:lnTo>
                  <a:lnTo>
                    <a:pt x="94488" y="44196"/>
                  </a:lnTo>
                  <a:lnTo>
                    <a:pt x="74676" y="44196"/>
                  </a:lnTo>
                  <a:lnTo>
                    <a:pt x="10668" y="53340"/>
                  </a:lnTo>
                  <a:close/>
                </a:path>
                <a:path w="353694" h="356870">
                  <a:moveTo>
                    <a:pt x="295148" y="48768"/>
                  </a:moveTo>
                  <a:lnTo>
                    <a:pt x="265175" y="48768"/>
                  </a:lnTo>
                  <a:lnTo>
                    <a:pt x="278892" y="33528"/>
                  </a:lnTo>
                  <a:lnTo>
                    <a:pt x="295148" y="48768"/>
                  </a:lnTo>
                  <a:close/>
                </a:path>
                <a:path w="353694" h="356870">
                  <a:moveTo>
                    <a:pt x="94488" y="112776"/>
                  </a:moveTo>
                  <a:lnTo>
                    <a:pt x="74676" y="112776"/>
                  </a:lnTo>
                  <a:lnTo>
                    <a:pt x="74676" y="44196"/>
                  </a:lnTo>
                  <a:lnTo>
                    <a:pt x="94488" y="44196"/>
                  </a:lnTo>
                  <a:lnTo>
                    <a:pt x="94488" y="112776"/>
                  </a:lnTo>
                  <a:close/>
                </a:path>
                <a:path w="353694" h="356870">
                  <a:moveTo>
                    <a:pt x="246887" y="111252"/>
                  </a:moveTo>
                  <a:lnTo>
                    <a:pt x="237744" y="111252"/>
                  </a:lnTo>
                  <a:lnTo>
                    <a:pt x="266700" y="57912"/>
                  </a:lnTo>
                  <a:lnTo>
                    <a:pt x="299403" y="57912"/>
                  </a:lnTo>
                  <a:lnTo>
                    <a:pt x="296679" y="58983"/>
                  </a:lnTo>
                  <a:lnTo>
                    <a:pt x="290512" y="62293"/>
                  </a:lnTo>
                  <a:lnTo>
                    <a:pt x="256603" y="97559"/>
                  </a:lnTo>
                  <a:lnTo>
                    <a:pt x="246887" y="111252"/>
                  </a:lnTo>
                  <a:close/>
                </a:path>
                <a:path w="353694" h="356870">
                  <a:moveTo>
                    <a:pt x="16764" y="126492"/>
                  </a:moveTo>
                  <a:lnTo>
                    <a:pt x="3048" y="112776"/>
                  </a:lnTo>
                  <a:lnTo>
                    <a:pt x="106680" y="112776"/>
                  </a:lnTo>
                  <a:lnTo>
                    <a:pt x="126492" y="94488"/>
                  </a:lnTo>
                  <a:lnTo>
                    <a:pt x="152400" y="121920"/>
                  </a:lnTo>
                  <a:lnTo>
                    <a:pt x="53340" y="121920"/>
                  </a:lnTo>
                  <a:lnTo>
                    <a:pt x="44196" y="122205"/>
                  </a:lnTo>
                  <a:lnTo>
                    <a:pt x="35052" y="123063"/>
                  </a:lnTo>
                  <a:lnTo>
                    <a:pt x="25908" y="124491"/>
                  </a:lnTo>
                  <a:lnTo>
                    <a:pt x="16764" y="126492"/>
                  </a:lnTo>
                  <a:close/>
                </a:path>
                <a:path w="353694" h="356870">
                  <a:moveTo>
                    <a:pt x="167639" y="124968"/>
                  </a:moveTo>
                  <a:lnTo>
                    <a:pt x="153924" y="111252"/>
                  </a:lnTo>
                  <a:lnTo>
                    <a:pt x="303275" y="111252"/>
                  </a:lnTo>
                  <a:lnTo>
                    <a:pt x="313944" y="96012"/>
                  </a:lnTo>
                  <a:lnTo>
                    <a:pt x="338328" y="114300"/>
                  </a:lnTo>
                  <a:lnTo>
                    <a:pt x="331361" y="120396"/>
                  </a:lnTo>
                  <a:lnTo>
                    <a:pt x="204216" y="120396"/>
                  </a:lnTo>
                  <a:lnTo>
                    <a:pt x="194214" y="120681"/>
                  </a:lnTo>
                  <a:lnTo>
                    <a:pt x="184785" y="121539"/>
                  </a:lnTo>
                  <a:lnTo>
                    <a:pt x="175926" y="122967"/>
                  </a:lnTo>
                  <a:lnTo>
                    <a:pt x="167639" y="124968"/>
                  </a:lnTo>
                  <a:close/>
                </a:path>
                <a:path w="353694" h="356870">
                  <a:moveTo>
                    <a:pt x="182880" y="170688"/>
                  </a:moveTo>
                  <a:lnTo>
                    <a:pt x="169163" y="156972"/>
                  </a:lnTo>
                  <a:lnTo>
                    <a:pt x="306324" y="156972"/>
                  </a:lnTo>
                  <a:lnTo>
                    <a:pt x="306324" y="120396"/>
                  </a:lnTo>
                  <a:lnTo>
                    <a:pt x="331361" y="120396"/>
                  </a:lnTo>
                  <a:lnTo>
                    <a:pt x="326136" y="124968"/>
                  </a:lnTo>
                  <a:lnTo>
                    <a:pt x="326195" y="166116"/>
                  </a:lnTo>
                  <a:lnTo>
                    <a:pt x="219456" y="166116"/>
                  </a:lnTo>
                  <a:lnTo>
                    <a:pt x="209454" y="166401"/>
                  </a:lnTo>
                  <a:lnTo>
                    <a:pt x="200025" y="167259"/>
                  </a:lnTo>
                  <a:lnTo>
                    <a:pt x="191166" y="168687"/>
                  </a:lnTo>
                  <a:lnTo>
                    <a:pt x="182880" y="170688"/>
                  </a:lnTo>
                  <a:close/>
                </a:path>
                <a:path w="353694" h="356870">
                  <a:moveTo>
                    <a:pt x="4572" y="284987"/>
                  </a:moveTo>
                  <a:lnTo>
                    <a:pt x="0" y="281939"/>
                  </a:lnTo>
                  <a:lnTo>
                    <a:pt x="14025" y="261366"/>
                  </a:lnTo>
                  <a:lnTo>
                    <a:pt x="26479" y="240792"/>
                  </a:lnTo>
                  <a:lnTo>
                    <a:pt x="47244" y="199644"/>
                  </a:lnTo>
                  <a:lnTo>
                    <a:pt x="61912" y="159639"/>
                  </a:lnTo>
                  <a:lnTo>
                    <a:pt x="73152" y="121920"/>
                  </a:lnTo>
                  <a:lnTo>
                    <a:pt x="94488" y="121920"/>
                  </a:lnTo>
                  <a:lnTo>
                    <a:pt x="94488" y="152400"/>
                  </a:lnTo>
                  <a:lnTo>
                    <a:pt x="104465" y="156995"/>
                  </a:lnTo>
                  <a:lnTo>
                    <a:pt x="113356" y="161544"/>
                  </a:lnTo>
                  <a:lnTo>
                    <a:pt x="94488" y="161544"/>
                  </a:lnTo>
                  <a:lnTo>
                    <a:pt x="94557" y="181356"/>
                  </a:lnTo>
                  <a:lnTo>
                    <a:pt x="74676" y="181356"/>
                  </a:lnTo>
                  <a:lnTo>
                    <a:pt x="60936" y="210192"/>
                  </a:lnTo>
                  <a:lnTo>
                    <a:pt x="44767" y="237172"/>
                  </a:lnTo>
                  <a:lnTo>
                    <a:pt x="26027" y="262151"/>
                  </a:lnTo>
                  <a:lnTo>
                    <a:pt x="4572" y="284987"/>
                  </a:lnTo>
                  <a:close/>
                </a:path>
                <a:path w="353694" h="356870">
                  <a:moveTo>
                    <a:pt x="134112" y="219456"/>
                  </a:moveTo>
                  <a:lnTo>
                    <a:pt x="129540" y="219456"/>
                  </a:lnTo>
                  <a:lnTo>
                    <a:pt x="124968" y="214884"/>
                  </a:lnTo>
                  <a:lnTo>
                    <a:pt x="121920" y="204216"/>
                  </a:lnTo>
                  <a:lnTo>
                    <a:pt x="116776" y="192190"/>
                  </a:lnTo>
                  <a:lnTo>
                    <a:pt x="110490" y="181165"/>
                  </a:lnTo>
                  <a:lnTo>
                    <a:pt x="103060" y="170997"/>
                  </a:lnTo>
                  <a:lnTo>
                    <a:pt x="94488" y="161544"/>
                  </a:lnTo>
                  <a:lnTo>
                    <a:pt x="113356" y="161544"/>
                  </a:lnTo>
                  <a:lnTo>
                    <a:pt x="142398" y="189357"/>
                  </a:lnTo>
                  <a:lnTo>
                    <a:pt x="143256" y="195072"/>
                  </a:lnTo>
                  <a:lnTo>
                    <a:pt x="143256" y="199644"/>
                  </a:lnTo>
                  <a:lnTo>
                    <a:pt x="141732" y="205739"/>
                  </a:lnTo>
                  <a:lnTo>
                    <a:pt x="138684" y="210312"/>
                  </a:lnTo>
                  <a:lnTo>
                    <a:pt x="134112" y="219456"/>
                  </a:lnTo>
                  <a:close/>
                </a:path>
                <a:path w="353694" h="356870">
                  <a:moveTo>
                    <a:pt x="167639" y="214884"/>
                  </a:moveTo>
                  <a:lnTo>
                    <a:pt x="153924" y="201168"/>
                  </a:lnTo>
                  <a:lnTo>
                    <a:pt x="306324" y="201168"/>
                  </a:lnTo>
                  <a:lnTo>
                    <a:pt x="306324" y="166116"/>
                  </a:lnTo>
                  <a:lnTo>
                    <a:pt x="326195" y="166116"/>
                  </a:lnTo>
                  <a:lnTo>
                    <a:pt x="326301" y="183642"/>
                  </a:lnTo>
                  <a:lnTo>
                    <a:pt x="326423" y="192190"/>
                  </a:lnTo>
                  <a:lnTo>
                    <a:pt x="326778" y="208121"/>
                  </a:lnTo>
                  <a:lnTo>
                    <a:pt x="326929" y="210312"/>
                  </a:lnTo>
                  <a:lnTo>
                    <a:pt x="204216" y="210312"/>
                  </a:lnTo>
                  <a:lnTo>
                    <a:pt x="194214" y="210597"/>
                  </a:lnTo>
                  <a:lnTo>
                    <a:pt x="184785" y="211455"/>
                  </a:lnTo>
                  <a:lnTo>
                    <a:pt x="175926" y="212883"/>
                  </a:lnTo>
                  <a:lnTo>
                    <a:pt x="167639" y="214884"/>
                  </a:lnTo>
                  <a:close/>
                </a:path>
                <a:path w="353694" h="356870">
                  <a:moveTo>
                    <a:pt x="73152" y="356616"/>
                  </a:moveTo>
                  <a:lnTo>
                    <a:pt x="74033" y="325159"/>
                  </a:lnTo>
                  <a:lnTo>
                    <a:pt x="74455" y="288226"/>
                  </a:lnTo>
                  <a:lnTo>
                    <a:pt x="74551" y="266700"/>
                  </a:lnTo>
                  <a:lnTo>
                    <a:pt x="74676" y="181356"/>
                  </a:lnTo>
                  <a:lnTo>
                    <a:pt x="94557" y="181356"/>
                  </a:lnTo>
                  <a:lnTo>
                    <a:pt x="94674" y="214884"/>
                  </a:lnTo>
                  <a:lnTo>
                    <a:pt x="94801" y="237172"/>
                  </a:lnTo>
                  <a:lnTo>
                    <a:pt x="95250" y="282702"/>
                  </a:lnTo>
                  <a:lnTo>
                    <a:pt x="95816" y="325159"/>
                  </a:lnTo>
                  <a:lnTo>
                    <a:pt x="96012" y="344424"/>
                  </a:lnTo>
                  <a:lnTo>
                    <a:pt x="73152" y="356616"/>
                  </a:lnTo>
                  <a:close/>
                </a:path>
                <a:path w="353694" h="356870">
                  <a:moveTo>
                    <a:pt x="306324" y="230124"/>
                  </a:moveTo>
                  <a:lnTo>
                    <a:pt x="306324" y="210312"/>
                  </a:lnTo>
                  <a:lnTo>
                    <a:pt x="326929" y="210312"/>
                  </a:lnTo>
                  <a:lnTo>
                    <a:pt x="327660" y="220980"/>
                  </a:lnTo>
                  <a:lnTo>
                    <a:pt x="306324" y="230124"/>
                  </a:lnTo>
                  <a:close/>
                </a:path>
                <a:path w="353694" h="356870">
                  <a:moveTo>
                    <a:pt x="248412" y="278892"/>
                  </a:moveTo>
                  <a:lnTo>
                    <a:pt x="243839" y="278892"/>
                  </a:lnTo>
                  <a:lnTo>
                    <a:pt x="240792" y="275844"/>
                  </a:lnTo>
                  <a:lnTo>
                    <a:pt x="239268" y="266700"/>
                  </a:lnTo>
                  <a:lnTo>
                    <a:pt x="235243" y="257008"/>
                  </a:lnTo>
                  <a:lnTo>
                    <a:pt x="229933" y="246316"/>
                  </a:lnTo>
                  <a:lnTo>
                    <a:pt x="223194" y="234767"/>
                  </a:lnTo>
                  <a:lnTo>
                    <a:pt x="214884" y="222504"/>
                  </a:lnTo>
                  <a:lnTo>
                    <a:pt x="217932" y="219456"/>
                  </a:lnTo>
                  <a:lnTo>
                    <a:pt x="250507" y="242601"/>
                  </a:lnTo>
                  <a:lnTo>
                    <a:pt x="259080" y="256032"/>
                  </a:lnTo>
                  <a:lnTo>
                    <a:pt x="259072" y="262151"/>
                  </a:lnTo>
                  <a:lnTo>
                    <a:pt x="257556" y="266700"/>
                  </a:lnTo>
                  <a:lnTo>
                    <a:pt x="252984" y="271272"/>
                  </a:lnTo>
                  <a:lnTo>
                    <a:pt x="249936" y="275844"/>
                  </a:lnTo>
                  <a:lnTo>
                    <a:pt x="248412" y="278892"/>
                  </a:lnTo>
                  <a:close/>
                </a:path>
                <a:path w="353694" h="356870">
                  <a:moveTo>
                    <a:pt x="288417" y="340185"/>
                  </a:moveTo>
                  <a:lnTo>
                    <a:pt x="275844" y="339852"/>
                  </a:lnTo>
                  <a:lnTo>
                    <a:pt x="210312" y="339852"/>
                  </a:lnTo>
                  <a:lnTo>
                    <a:pt x="198548" y="338161"/>
                  </a:lnTo>
                  <a:lnTo>
                    <a:pt x="190500" y="333184"/>
                  </a:lnTo>
                  <a:lnTo>
                    <a:pt x="185880" y="325064"/>
                  </a:lnTo>
                  <a:lnTo>
                    <a:pt x="184404" y="313944"/>
                  </a:lnTo>
                  <a:lnTo>
                    <a:pt x="184197" y="298299"/>
                  </a:lnTo>
                  <a:lnTo>
                    <a:pt x="184110" y="294132"/>
                  </a:lnTo>
                  <a:lnTo>
                    <a:pt x="183133" y="262151"/>
                  </a:lnTo>
                  <a:lnTo>
                    <a:pt x="182880" y="245363"/>
                  </a:lnTo>
                  <a:lnTo>
                    <a:pt x="214884" y="259080"/>
                  </a:lnTo>
                  <a:lnTo>
                    <a:pt x="204216" y="268224"/>
                  </a:lnTo>
                  <a:lnTo>
                    <a:pt x="204216" y="304800"/>
                  </a:lnTo>
                  <a:lnTo>
                    <a:pt x="205644" y="313658"/>
                  </a:lnTo>
                  <a:lnTo>
                    <a:pt x="209931" y="319659"/>
                  </a:lnTo>
                  <a:lnTo>
                    <a:pt x="217074" y="322802"/>
                  </a:lnTo>
                  <a:lnTo>
                    <a:pt x="227075" y="323088"/>
                  </a:lnTo>
                  <a:lnTo>
                    <a:pt x="310669" y="323088"/>
                  </a:lnTo>
                  <a:lnTo>
                    <a:pt x="306705" y="329993"/>
                  </a:lnTo>
                  <a:lnTo>
                    <a:pt x="298704" y="336804"/>
                  </a:lnTo>
                  <a:lnTo>
                    <a:pt x="288417" y="340185"/>
                  </a:lnTo>
                  <a:close/>
                </a:path>
                <a:path w="353694" h="356870">
                  <a:moveTo>
                    <a:pt x="342900" y="323088"/>
                  </a:moveTo>
                  <a:lnTo>
                    <a:pt x="339852" y="323088"/>
                  </a:lnTo>
                  <a:lnTo>
                    <a:pt x="336804" y="321564"/>
                  </a:lnTo>
                  <a:lnTo>
                    <a:pt x="335280" y="315468"/>
                  </a:lnTo>
                  <a:lnTo>
                    <a:pt x="332970" y="309729"/>
                  </a:lnTo>
                  <a:lnTo>
                    <a:pt x="310467" y="268795"/>
                  </a:lnTo>
                  <a:lnTo>
                    <a:pt x="303275" y="259080"/>
                  </a:lnTo>
                  <a:lnTo>
                    <a:pt x="306324" y="256032"/>
                  </a:lnTo>
                  <a:lnTo>
                    <a:pt x="341376" y="278892"/>
                  </a:lnTo>
                  <a:lnTo>
                    <a:pt x="353568" y="294132"/>
                  </a:lnTo>
                  <a:lnTo>
                    <a:pt x="353568" y="304800"/>
                  </a:lnTo>
                  <a:lnTo>
                    <a:pt x="352044" y="309372"/>
                  </a:lnTo>
                  <a:lnTo>
                    <a:pt x="348996" y="315468"/>
                  </a:lnTo>
                  <a:lnTo>
                    <a:pt x="344424" y="320040"/>
                  </a:lnTo>
                  <a:lnTo>
                    <a:pt x="342900" y="323088"/>
                  </a:lnTo>
                  <a:close/>
                </a:path>
                <a:path w="353694" h="356870">
                  <a:moveTo>
                    <a:pt x="147828" y="321564"/>
                  </a:moveTo>
                  <a:lnTo>
                    <a:pt x="120396" y="321564"/>
                  </a:lnTo>
                  <a:lnTo>
                    <a:pt x="120396" y="313944"/>
                  </a:lnTo>
                  <a:lnTo>
                    <a:pt x="123444" y="309372"/>
                  </a:lnTo>
                  <a:lnTo>
                    <a:pt x="129540" y="303275"/>
                  </a:lnTo>
                  <a:lnTo>
                    <a:pt x="134993" y="296156"/>
                  </a:lnTo>
                  <a:lnTo>
                    <a:pt x="140017" y="286321"/>
                  </a:lnTo>
                  <a:lnTo>
                    <a:pt x="144756" y="273915"/>
                  </a:lnTo>
                  <a:lnTo>
                    <a:pt x="149352" y="259080"/>
                  </a:lnTo>
                  <a:lnTo>
                    <a:pt x="155448" y="259080"/>
                  </a:lnTo>
                  <a:lnTo>
                    <a:pt x="154805" y="298299"/>
                  </a:lnTo>
                  <a:lnTo>
                    <a:pt x="150876" y="315468"/>
                  </a:lnTo>
                  <a:lnTo>
                    <a:pt x="147828" y="321564"/>
                  </a:lnTo>
                  <a:close/>
                </a:path>
                <a:path w="353694" h="356870">
                  <a:moveTo>
                    <a:pt x="310669" y="323088"/>
                  </a:moveTo>
                  <a:lnTo>
                    <a:pt x="269748" y="323088"/>
                  </a:lnTo>
                  <a:lnTo>
                    <a:pt x="278892" y="321564"/>
                  </a:lnTo>
                  <a:lnTo>
                    <a:pt x="283463" y="315468"/>
                  </a:lnTo>
                  <a:lnTo>
                    <a:pt x="284987" y="303275"/>
                  </a:lnTo>
                  <a:lnTo>
                    <a:pt x="288417" y="278630"/>
                  </a:lnTo>
                  <a:lnTo>
                    <a:pt x="289560" y="269748"/>
                  </a:lnTo>
                  <a:lnTo>
                    <a:pt x="295656" y="269748"/>
                  </a:lnTo>
                  <a:lnTo>
                    <a:pt x="295703" y="279487"/>
                  </a:lnTo>
                  <a:lnTo>
                    <a:pt x="296037" y="288226"/>
                  </a:lnTo>
                  <a:lnTo>
                    <a:pt x="296953" y="296156"/>
                  </a:lnTo>
                  <a:lnTo>
                    <a:pt x="298704" y="303275"/>
                  </a:lnTo>
                  <a:lnTo>
                    <a:pt x="300227" y="312420"/>
                  </a:lnTo>
                  <a:lnTo>
                    <a:pt x="304800" y="318516"/>
                  </a:lnTo>
                  <a:lnTo>
                    <a:pt x="312420" y="320040"/>
                  </a:lnTo>
                  <a:lnTo>
                    <a:pt x="310669" y="323088"/>
                  </a:lnTo>
                  <a:close/>
                </a:path>
                <a:path w="353694" h="356870">
                  <a:moveTo>
                    <a:pt x="138684" y="323088"/>
                  </a:moveTo>
                  <a:lnTo>
                    <a:pt x="124968" y="323088"/>
                  </a:lnTo>
                  <a:lnTo>
                    <a:pt x="123444" y="321564"/>
                  </a:lnTo>
                  <a:lnTo>
                    <a:pt x="143256" y="321564"/>
                  </a:lnTo>
                  <a:lnTo>
                    <a:pt x="138684" y="323088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53" name="object 153"/>
          <p:cNvSpPr/>
          <p:nvPr/>
        </p:nvSpPr>
        <p:spPr>
          <a:xfrm>
            <a:off x="3057144" y="6873240"/>
            <a:ext cx="341630" cy="356870"/>
          </a:xfrm>
          <a:custGeom>
            <a:avLst/>
            <a:gdLst/>
            <a:ahLst/>
            <a:cxnLst/>
            <a:rect l="l" t="t" r="r" b="b"/>
            <a:pathLst>
              <a:path w="341629" h="356870">
                <a:moveTo>
                  <a:pt x="175260" y="64008"/>
                </a:moveTo>
                <a:lnTo>
                  <a:pt x="170688" y="64008"/>
                </a:lnTo>
                <a:lnTo>
                  <a:pt x="167640" y="59436"/>
                </a:lnTo>
                <a:lnTo>
                  <a:pt x="167640" y="50292"/>
                </a:lnTo>
                <a:lnTo>
                  <a:pt x="164258" y="39695"/>
                </a:lnTo>
                <a:lnTo>
                  <a:pt x="158877" y="28384"/>
                </a:lnTo>
                <a:lnTo>
                  <a:pt x="151780" y="16216"/>
                </a:lnTo>
                <a:lnTo>
                  <a:pt x="143256" y="3048"/>
                </a:lnTo>
                <a:lnTo>
                  <a:pt x="146304" y="0"/>
                </a:lnTo>
                <a:lnTo>
                  <a:pt x="182880" y="24384"/>
                </a:lnTo>
                <a:lnTo>
                  <a:pt x="190500" y="35052"/>
                </a:lnTo>
                <a:lnTo>
                  <a:pt x="190500" y="45719"/>
                </a:lnTo>
                <a:lnTo>
                  <a:pt x="187452" y="50292"/>
                </a:lnTo>
                <a:lnTo>
                  <a:pt x="182880" y="56388"/>
                </a:lnTo>
                <a:lnTo>
                  <a:pt x="175260" y="64008"/>
                </a:lnTo>
                <a:close/>
              </a:path>
              <a:path w="341629" h="356870">
                <a:moveTo>
                  <a:pt x="32004" y="123444"/>
                </a:moveTo>
                <a:lnTo>
                  <a:pt x="25908" y="123444"/>
                </a:lnTo>
                <a:lnTo>
                  <a:pt x="21336" y="121920"/>
                </a:lnTo>
                <a:lnTo>
                  <a:pt x="18288" y="118872"/>
                </a:lnTo>
                <a:lnTo>
                  <a:pt x="13716" y="117348"/>
                </a:lnTo>
                <a:lnTo>
                  <a:pt x="12192" y="114300"/>
                </a:lnTo>
                <a:lnTo>
                  <a:pt x="12192" y="109728"/>
                </a:lnTo>
                <a:lnTo>
                  <a:pt x="16764" y="103632"/>
                </a:lnTo>
                <a:lnTo>
                  <a:pt x="24384" y="97536"/>
                </a:lnTo>
                <a:lnTo>
                  <a:pt x="31789" y="89273"/>
                </a:lnTo>
                <a:lnTo>
                  <a:pt x="37909" y="78295"/>
                </a:lnTo>
                <a:lnTo>
                  <a:pt x="42600" y="64746"/>
                </a:lnTo>
                <a:lnTo>
                  <a:pt x="45720" y="48768"/>
                </a:lnTo>
                <a:lnTo>
                  <a:pt x="51816" y="48768"/>
                </a:lnTo>
                <a:lnTo>
                  <a:pt x="51816" y="68580"/>
                </a:lnTo>
                <a:lnTo>
                  <a:pt x="323621" y="68580"/>
                </a:lnTo>
                <a:lnTo>
                  <a:pt x="331393" y="77724"/>
                </a:lnTo>
                <a:lnTo>
                  <a:pt x="51816" y="77724"/>
                </a:lnTo>
                <a:lnTo>
                  <a:pt x="52125" y="93130"/>
                </a:lnTo>
                <a:lnTo>
                  <a:pt x="50863" y="104965"/>
                </a:lnTo>
                <a:lnTo>
                  <a:pt x="48172" y="113085"/>
                </a:lnTo>
                <a:lnTo>
                  <a:pt x="44196" y="117348"/>
                </a:lnTo>
                <a:lnTo>
                  <a:pt x="38100" y="121920"/>
                </a:lnTo>
                <a:lnTo>
                  <a:pt x="32004" y="123444"/>
                </a:lnTo>
                <a:close/>
              </a:path>
              <a:path w="341629" h="356870">
                <a:moveTo>
                  <a:pt x="323621" y="68580"/>
                </a:moveTo>
                <a:lnTo>
                  <a:pt x="292608" y="68580"/>
                </a:lnTo>
                <a:lnTo>
                  <a:pt x="309372" y="51816"/>
                </a:lnTo>
                <a:lnTo>
                  <a:pt x="323621" y="68580"/>
                </a:lnTo>
                <a:close/>
              </a:path>
              <a:path w="341629" h="356870">
                <a:moveTo>
                  <a:pt x="280416" y="118872"/>
                </a:moveTo>
                <a:lnTo>
                  <a:pt x="275843" y="115824"/>
                </a:lnTo>
                <a:lnTo>
                  <a:pt x="295655" y="77724"/>
                </a:lnTo>
                <a:lnTo>
                  <a:pt x="331393" y="77724"/>
                </a:lnTo>
                <a:lnTo>
                  <a:pt x="335280" y="82296"/>
                </a:lnTo>
                <a:lnTo>
                  <a:pt x="324135" y="84582"/>
                </a:lnTo>
                <a:lnTo>
                  <a:pt x="311277" y="91440"/>
                </a:lnTo>
                <a:lnTo>
                  <a:pt x="296703" y="102870"/>
                </a:lnTo>
                <a:lnTo>
                  <a:pt x="280416" y="118872"/>
                </a:lnTo>
                <a:close/>
              </a:path>
              <a:path w="341629" h="356870">
                <a:moveTo>
                  <a:pt x="38100" y="155448"/>
                </a:moveTo>
                <a:lnTo>
                  <a:pt x="24384" y="141732"/>
                </a:lnTo>
                <a:lnTo>
                  <a:pt x="263652" y="141732"/>
                </a:lnTo>
                <a:lnTo>
                  <a:pt x="284988" y="120396"/>
                </a:lnTo>
                <a:lnTo>
                  <a:pt x="315467" y="150876"/>
                </a:lnTo>
                <a:lnTo>
                  <a:pt x="74676" y="150876"/>
                </a:lnTo>
                <a:lnTo>
                  <a:pt x="65532" y="151161"/>
                </a:lnTo>
                <a:lnTo>
                  <a:pt x="56388" y="152019"/>
                </a:lnTo>
                <a:lnTo>
                  <a:pt x="47244" y="153447"/>
                </a:lnTo>
                <a:lnTo>
                  <a:pt x="38100" y="155448"/>
                </a:lnTo>
                <a:close/>
              </a:path>
              <a:path w="341629" h="356870">
                <a:moveTo>
                  <a:pt x="182880" y="307848"/>
                </a:moveTo>
                <a:lnTo>
                  <a:pt x="161544" y="307848"/>
                </a:lnTo>
                <a:lnTo>
                  <a:pt x="161544" y="150876"/>
                </a:lnTo>
                <a:lnTo>
                  <a:pt x="182880" y="150876"/>
                </a:lnTo>
                <a:lnTo>
                  <a:pt x="182880" y="225552"/>
                </a:lnTo>
                <a:lnTo>
                  <a:pt x="291084" y="225552"/>
                </a:lnTo>
                <a:lnTo>
                  <a:pt x="300228" y="234696"/>
                </a:lnTo>
                <a:lnTo>
                  <a:pt x="182880" y="234696"/>
                </a:lnTo>
                <a:lnTo>
                  <a:pt x="182880" y="307848"/>
                </a:lnTo>
                <a:close/>
              </a:path>
              <a:path w="341629" h="356870">
                <a:moveTo>
                  <a:pt x="3048" y="356616"/>
                </a:moveTo>
                <a:lnTo>
                  <a:pt x="0" y="352044"/>
                </a:lnTo>
                <a:lnTo>
                  <a:pt x="13977" y="338304"/>
                </a:lnTo>
                <a:lnTo>
                  <a:pt x="26098" y="324421"/>
                </a:lnTo>
                <a:lnTo>
                  <a:pt x="51601" y="281701"/>
                </a:lnTo>
                <a:lnTo>
                  <a:pt x="65532" y="239268"/>
                </a:lnTo>
                <a:lnTo>
                  <a:pt x="71104" y="195976"/>
                </a:lnTo>
                <a:lnTo>
                  <a:pt x="71628" y="181356"/>
                </a:lnTo>
                <a:lnTo>
                  <a:pt x="109728" y="199644"/>
                </a:lnTo>
                <a:lnTo>
                  <a:pt x="89820" y="237315"/>
                </a:lnTo>
                <a:lnTo>
                  <a:pt x="88392" y="245364"/>
                </a:lnTo>
                <a:lnTo>
                  <a:pt x="94034" y="254508"/>
                </a:lnTo>
                <a:lnTo>
                  <a:pt x="83820" y="254508"/>
                </a:lnTo>
                <a:lnTo>
                  <a:pt x="61960" y="300156"/>
                </a:lnTo>
                <a:lnTo>
                  <a:pt x="32766" y="333946"/>
                </a:lnTo>
                <a:lnTo>
                  <a:pt x="19050" y="345209"/>
                </a:lnTo>
                <a:lnTo>
                  <a:pt x="3048" y="356616"/>
                </a:lnTo>
                <a:close/>
              </a:path>
              <a:path w="341629" h="356870">
                <a:moveTo>
                  <a:pt x="291084" y="225552"/>
                </a:moveTo>
                <a:lnTo>
                  <a:pt x="251460" y="225552"/>
                </a:lnTo>
                <a:lnTo>
                  <a:pt x="271272" y="205740"/>
                </a:lnTo>
                <a:lnTo>
                  <a:pt x="291084" y="225552"/>
                </a:lnTo>
                <a:close/>
              </a:path>
              <a:path w="341629" h="356870">
                <a:moveTo>
                  <a:pt x="309372" y="347472"/>
                </a:moveTo>
                <a:lnTo>
                  <a:pt x="239649" y="345186"/>
                </a:lnTo>
                <a:lnTo>
                  <a:pt x="190415" y="338304"/>
                </a:lnTo>
                <a:lnTo>
                  <a:pt x="141141" y="318777"/>
                </a:lnTo>
                <a:lnTo>
                  <a:pt x="105346" y="285369"/>
                </a:lnTo>
                <a:lnTo>
                  <a:pt x="83820" y="254508"/>
                </a:lnTo>
                <a:lnTo>
                  <a:pt x="94034" y="254508"/>
                </a:lnTo>
                <a:lnTo>
                  <a:pt x="95797" y="257365"/>
                </a:lnTo>
                <a:lnTo>
                  <a:pt x="104203" y="268224"/>
                </a:lnTo>
                <a:lnTo>
                  <a:pt x="132826" y="293917"/>
                </a:lnTo>
                <a:lnTo>
                  <a:pt x="161544" y="307848"/>
                </a:lnTo>
                <a:lnTo>
                  <a:pt x="182880" y="307848"/>
                </a:lnTo>
                <a:lnTo>
                  <a:pt x="182880" y="313944"/>
                </a:lnTo>
                <a:lnTo>
                  <a:pt x="203692" y="317706"/>
                </a:lnTo>
                <a:lnTo>
                  <a:pt x="224790" y="320040"/>
                </a:lnTo>
                <a:lnTo>
                  <a:pt x="245887" y="321230"/>
                </a:lnTo>
                <a:lnTo>
                  <a:pt x="266700" y="321564"/>
                </a:lnTo>
                <a:lnTo>
                  <a:pt x="341376" y="321564"/>
                </a:lnTo>
                <a:lnTo>
                  <a:pt x="341376" y="323088"/>
                </a:lnTo>
                <a:lnTo>
                  <a:pt x="329946" y="326469"/>
                </a:lnTo>
                <a:lnTo>
                  <a:pt x="320802" y="331851"/>
                </a:lnTo>
                <a:lnTo>
                  <a:pt x="313944" y="338947"/>
                </a:lnTo>
                <a:lnTo>
                  <a:pt x="309372" y="347472"/>
                </a:lnTo>
                <a:close/>
              </a:path>
              <a:path w="341629" h="356870">
                <a:moveTo>
                  <a:pt x="341376" y="321564"/>
                </a:moveTo>
                <a:lnTo>
                  <a:pt x="266700" y="321564"/>
                </a:lnTo>
                <a:lnTo>
                  <a:pt x="305752" y="319849"/>
                </a:lnTo>
                <a:lnTo>
                  <a:pt x="323921" y="318777"/>
                </a:lnTo>
                <a:lnTo>
                  <a:pt x="341376" y="316992"/>
                </a:lnTo>
                <a:lnTo>
                  <a:pt x="341376" y="32156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4" name="object 154"/>
          <p:cNvSpPr/>
          <p:nvPr/>
        </p:nvSpPr>
        <p:spPr>
          <a:xfrm>
            <a:off x="3459480" y="6870204"/>
            <a:ext cx="1511935" cy="360045"/>
          </a:xfrm>
          <a:custGeom>
            <a:avLst/>
            <a:gdLst/>
            <a:ahLst/>
            <a:cxnLst/>
            <a:rect l="l" t="t" r="r" b="b"/>
            <a:pathLst>
              <a:path w="1511935" h="360045">
                <a:moveTo>
                  <a:pt x="329184" y="335280"/>
                </a:moveTo>
                <a:lnTo>
                  <a:pt x="297180" y="303276"/>
                </a:lnTo>
                <a:lnTo>
                  <a:pt x="274320" y="326136"/>
                </a:lnTo>
                <a:lnTo>
                  <a:pt x="30480" y="326136"/>
                </a:lnTo>
                <a:lnTo>
                  <a:pt x="30480" y="45720"/>
                </a:lnTo>
                <a:lnTo>
                  <a:pt x="106680" y="45720"/>
                </a:lnTo>
                <a:lnTo>
                  <a:pt x="105727" y="94297"/>
                </a:lnTo>
                <a:lnTo>
                  <a:pt x="103632" y="137160"/>
                </a:lnTo>
                <a:lnTo>
                  <a:pt x="97726" y="176974"/>
                </a:lnTo>
                <a:lnTo>
                  <a:pt x="80619" y="231076"/>
                </a:lnTo>
                <a:lnTo>
                  <a:pt x="58813" y="269938"/>
                </a:lnTo>
                <a:lnTo>
                  <a:pt x="44196" y="291084"/>
                </a:lnTo>
                <a:lnTo>
                  <a:pt x="48768" y="295656"/>
                </a:lnTo>
                <a:lnTo>
                  <a:pt x="83248" y="254698"/>
                </a:lnTo>
                <a:lnTo>
                  <a:pt x="105156" y="214884"/>
                </a:lnTo>
                <a:lnTo>
                  <a:pt x="117919" y="175069"/>
                </a:lnTo>
                <a:lnTo>
                  <a:pt x="124968" y="134112"/>
                </a:lnTo>
                <a:lnTo>
                  <a:pt x="127063" y="92202"/>
                </a:lnTo>
                <a:lnTo>
                  <a:pt x="128016" y="45720"/>
                </a:lnTo>
                <a:lnTo>
                  <a:pt x="192024" y="45720"/>
                </a:lnTo>
                <a:lnTo>
                  <a:pt x="192024" y="240792"/>
                </a:lnTo>
                <a:lnTo>
                  <a:pt x="192874" y="255028"/>
                </a:lnTo>
                <a:lnTo>
                  <a:pt x="197739" y="265557"/>
                </a:lnTo>
                <a:lnTo>
                  <a:pt x="206590" y="272072"/>
                </a:lnTo>
                <a:lnTo>
                  <a:pt x="219456" y="274320"/>
                </a:lnTo>
                <a:lnTo>
                  <a:pt x="275844" y="274320"/>
                </a:lnTo>
                <a:lnTo>
                  <a:pt x="289788" y="273761"/>
                </a:lnTo>
                <a:lnTo>
                  <a:pt x="301752" y="269938"/>
                </a:lnTo>
                <a:lnTo>
                  <a:pt x="311416" y="262953"/>
                </a:lnTo>
                <a:lnTo>
                  <a:pt x="318516" y="252984"/>
                </a:lnTo>
                <a:lnTo>
                  <a:pt x="311365" y="250698"/>
                </a:lnTo>
                <a:lnTo>
                  <a:pt x="305943" y="246126"/>
                </a:lnTo>
                <a:lnTo>
                  <a:pt x="298132" y="208026"/>
                </a:lnTo>
                <a:lnTo>
                  <a:pt x="297180" y="185928"/>
                </a:lnTo>
                <a:lnTo>
                  <a:pt x="289560" y="185928"/>
                </a:lnTo>
                <a:lnTo>
                  <a:pt x="288645" y="198234"/>
                </a:lnTo>
                <a:lnTo>
                  <a:pt x="287413" y="221716"/>
                </a:lnTo>
                <a:lnTo>
                  <a:pt x="286512" y="233172"/>
                </a:lnTo>
                <a:lnTo>
                  <a:pt x="284746" y="242544"/>
                </a:lnTo>
                <a:lnTo>
                  <a:pt x="281559" y="249936"/>
                </a:lnTo>
                <a:lnTo>
                  <a:pt x="276644" y="255028"/>
                </a:lnTo>
                <a:lnTo>
                  <a:pt x="269748" y="257556"/>
                </a:lnTo>
                <a:lnTo>
                  <a:pt x="228600" y="257556"/>
                </a:lnTo>
                <a:lnTo>
                  <a:pt x="221475" y="255816"/>
                </a:lnTo>
                <a:lnTo>
                  <a:pt x="216217" y="250507"/>
                </a:lnTo>
                <a:lnTo>
                  <a:pt x="212953" y="241477"/>
                </a:lnTo>
                <a:lnTo>
                  <a:pt x="211836" y="228600"/>
                </a:lnTo>
                <a:lnTo>
                  <a:pt x="211836" y="45720"/>
                </a:lnTo>
                <a:lnTo>
                  <a:pt x="316992" y="45720"/>
                </a:lnTo>
                <a:lnTo>
                  <a:pt x="289560" y="13716"/>
                </a:lnTo>
                <a:lnTo>
                  <a:pt x="266700" y="35052"/>
                </a:lnTo>
                <a:lnTo>
                  <a:pt x="30480" y="35052"/>
                </a:lnTo>
                <a:lnTo>
                  <a:pt x="7620" y="22860"/>
                </a:lnTo>
                <a:lnTo>
                  <a:pt x="8496" y="44551"/>
                </a:lnTo>
                <a:lnTo>
                  <a:pt x="8953" y="66103"/>
                </a:lnTo>
                <a:lnTo>
                  <a:pt x="9144" y="108204"/>
                </a:lnTo>
                <a:lnTo>
                  <a:pt x="9144" y="320040"/>
                </a:lnTo>
                <a:lnTo>
                  <a:pt x="0" y="329184"/>
                </a:lnTo>
                <a:lnTo>
                  <a:pt x="21336" y="348996"/>
                </a:lnTo>
                <a:lnTo>
                  <a:pt x="32004" y="335280"/>
                </a:lnTo>
                <a:lnTo>
                  <a:pt x="329184" y="335280"/>
                </a:lnTo>
                <a:close/>
              </a:path>
              <a:path w="1511935" h="360045">
                <a:moveTo>
                  <a:pt x="569963" y="45707"/>
                </a:moveTo>
                <a:lnTo>
                  <a:pt x="545579" y="16751"/>
                </a:lnTo>
                <a:lnTo>
                  <a:pt x="527291" y="35039"/>
                </a:lnTo>
                <a:lnTo>
                  <a:pt x="483095" y="35039"/>
                </a:lnTo>
                <a:lnTo>
                  <a:pt x="483095" y="45707"/>
                </a:lnTo>
                <a:lnTo>
                  <a:pt x="483095" y="94475"/>
                </a:lnTo>
                <a:lnTo>
                  <a:pt x="461759" y="94475"/>
                </a:lnTo>
                <a:lnTo>
                  <a:pt x="461759" y="45707"/>
                </a:lnTo>
                <a:lnTo>
                  <a:pt x="483095" y="45707"/>
                </a:lnTo>
                <a:lnTo>
                  <a:pt x="483095" y="35039"/>
                </a:lnTo>
                <a:lnTo>
                  <a:pt x="371843" y="35039"/>
                </a:lnTo>
                <a:lnTo>
                  <a:pt x="385559" y="50279"/>
                </a:lnTo>
                <a:lnTo>
                  <a:pt x="394703" y="48285"/>
                </a:lnTo>
                <a:lnTo>
                  <a:pt x="403847" y="46850"/>
                </a:lnTo>
                <a:lnTo>
                  <a:pt x="412991" y="45999"/>
                </a:lnTo>
                <a:lnTo>
                  <a:pt x="422135" y="45707"/>
                </a:lnTo>
                <a:lnTo>
                  <a:pt x="443471" y="45707"/>
                </a:lnTo>
                <a:lnTo>
                  <a:pt x="443471" y="94475"/>
                </a:lnTo>
                <a:lnTo>
                  <a:pt x="443471" y="103619"/>
                </a:lnTo>
                <a:lnTo>
                  <a:pt x="441756" y="137604"/>
                </a:lnTo>
                <a:lnTo>
                  <a:pt x="436613" y="166293"/>
                </a:lnTo>
                <a:lnTo>
                  <a:pt x="428040" y="189560"/>
                </a:lnTo>
                <a:lnTo>
                  <a:pt x="416039" y="207251"/>
                </a:lnTo>
                <a:lnTo>
                  <a:pt x="416039" y="103619"/>
                </a:lnTo>
                <a:lnTo>
                  <a:pt x="443471" y="103619"/>
                </a:lnTo>
                <a:lnTo>
                  <a:pt x="443471" y="94475"/>
                </a:lnTo>
                <a:lnTo>
                  <a:pt x="416039" y="94475"/>
                </a:lnTo>
                <a:lnTo>
                  <a:pt x="394703" y="82283"/>
                </a:lnTo>
                <a:lnTo>
                  <a:pt x="395592" y="109715"/>
                </a:lnTo>
                <a:lnTo>
                  <a:pt x="396036" y="141719"/>
                </a:lnTo>
                <a:lnTo>
                  <a:pt x="396151" y="166293"/>
                </a:lnTo>
                <a:lnTo>
                  <a:pt x="396036" y="296786"/>
                </a:lnTo>
                <a:lnTo>
                  <a:pt x="395592" y="327888"/>
                </a:lnTo>
                <a:lnTo>
                  <a:pt x="394703" y="353555"/>
                </a:lnTo>
                <a:lnTo>
                  <a:pt x="416039" y="345935"/>
                </a:lnTo>
                <a:lnTo>
                  <a:pt x="416039" y="313931"/>
                </a:lnTo>
                <a:lnTo>
                  <a:pt x="527291" y="313931"/>
                </a:lnTo>
                <a:lnTo>
                  <a:pt x="527291" y="352031"/>
                </a:lnTo>
                <a:lnTo>
                  <a:pt x="548627" y="341363"/>
                </a:lnTo>
                <a:lnTo>
                  <a:pt x="547890" y="317271"/>
                </a:lnTo>
                <a:lnTo>
                  <a:pt x="547852" y="313931"/>
                </a:lnTo>
                <a:lnTo>
                  <a:pt x="547725" y="304787"/>
                </a:lnTo>
                <a:lnTo>
                  <a:pt x="547433" y="281673"/>
                </a:lnTo>
                <a:lnTo>
                  <a:pt x="547268" y="246875"/>
                </a:lnTo>
                <a:lnTo>
                  <a:pt x="547217" y="237731"/>
                </a:lnTo>
                <a:lnTo>
                  <a:pt x="547141" y="187439"/>
                </a:lnTo>
                <a:lnTo>
                  <a:pt x="547103" y="108191"/>
                </a:lnTo>
                <a:lnTo>
                  <a:pt x="552437" y="103619"/>
                </a:lnTo>
                <a:lnTo>
                  <a:pt x="557771" y="99047"/>
                </a:lnTo>
                <a:lnTo>
                  <a:pt x="552437" y="94475"/>
                </a:lnTo>
                <a:lnTo>
                  <a:pt x="536435" y="80759"/>
                </a:lnTo>
                <a:lnTo>
                  <a:pt x="527291" y="92519"/>
                </a:lnTo>
                <a:lnTo>
                  <a:pt x="527291" y="304787"/>
                </a:lnTo>
                <a:lnTo>
                  <a:pt x="416039" y="304787"/>
                </a:lnTo>
                <a:lnTo>
                  <a:pt x="416039" y="246875"/>
                </a:lnTo>
                <a:lnTo>
                  <a:pt x="527291" y="246875"/>
                </a:lnTo>
                <a:lnTo>
                  <a:pt x="527291" y="237731"/>
                </a:lnTo>
                <a:lnTo>
                  <a:pt x="416039" y="237731"/>
                </a:lnTo>
                <a:lnTo>
                  <a:pt x="416039" y="216395"/>
                </a:lnTo>
                <a:lnTo>
                  <a:pt x="425615" y="207251"/>
                </a:lnTo>
                <a:lnTo>
                  <a:pt x="436041" y="197281"/>
                </a:lnTo>
                <a:lnTo>
                  <a:pt x="450329" y="172008"/>
                </a:lnTo>
                <a:lnTo>
                  <a:pt x="458901" y="140754"/>
                </a:lnTo>
                <a:lnTo>
                  <a:pt x="461759" y="103619"/>
                </a:lnTo>
                <a:lnTo>
                  <a:pt x="483095" y="103619"/>
                </a:lnTo>
                <a:lnTo>
                  <a:pt x="483184" y="182867"/>
                </a:lnTo>
                <a:lnTo>
                  <a:pt x="505955" y="204203"/>
                </a:lnTo>
                <a:lnTo>
                  <a:pt x="527291" y="204203"/>
                </a:lnTo>
                <a:lnTo>
                  <a:pt x="527291" y="187439"/>
                </a:lnTo>
                <a:lnTo>
                  <a:pt x="504431" y="187439"/>
                </a:lnTo>
                <a:lnTo>
                  <a:pt x="501383" y="182867"/>
                </a:lnTo>
                <a:lnTo>
                  <a:pt x="501383" y="103619"/>
                </a:lnTo>
                <a:lnTo>
                  <a:pt x="527291" y="103619"/>
                </a:lnTo>
                <a:lnTo>
                  <a:pt x="527291" y="92519"/>
                </a:lnTo>
                <a:lnTo>
                  <a:pt x="525767" y="94475"/>
                </a:lnTo>
                <a:lnTo>
                  <a:pt x="501383" y="94475"/>
                </a:lnTo>
                <a:lnTo>
                  <a:pt x="501383" y="45707"/>
                </a:lnTo>
                <a:lnTo>
                  <a:pt x="569963" y="45707"/>
                </a:lnTo>
                <a:close/>
              </a:path>
              <a:path w="1511935" h="360045">
                <a:moveTo>
                  <a:pt x="731507" y="316979"/>
                </a:moveTo>
                <a:lnTo>
                  <a:pt x="712647" y="276783"/>
                </a:lnTo>
                <a:lnTo>
                  <a:pt x="711695" y="248399"/>
                </a:lnTo>
                <a:lnTo>
                  <a:pt x="704075" y="248399"/>
                </a:lnTo>
                <a:lnTo>
                  <a:pt x="703580" y="268389"/>
                </a:lnTo>
                <a:lnTo>
                  <a:pt x="702360" y="284784"/>
                </a:lnTo>
                <a:lnTo>
                  <a:pt x="700900" y="297167"/>
                </a:lnTo>
                <a:lnTo>
                  <a:pt x="699503" y="306311"/>
                </a:lnTo>
                <a:lnTo>
                  <a:pt x="697979" y="316979"/>
                </a:lnTo>
                <a:lnTo>
                  <a:pt x="691883" y="321551"/>
                </a:lnTo>
                <a:lnTo>
                  <a:pt x="623303" y="321551"/>
                </a:lnTo>
                <a:lnTo>
                  <a:pt x="612432" y="320725"/>
                </a:lnTo>
                <a:lnTo>
                  <a:pt x="604824" y="316026"/>
                </a:lnTo>
                <a:lnTo>
                  <a:pt x="600379" y="307632"/>
                </a:lnTo>
                <a:lnTo>
                  <a:pt x="598919" y="295643"/>
                </a:lnTo>
                <a:lnTo>
                  <a:pt x="598919" y="155435"/>
                </a:lnTo>
                <a:lnTo>
                  <a:pt x="681215" y="155435"/>
                </a:lnTo>
                <a:lnTo>
                  <a:pt x="681215" y="176771"/>
                </a:lnTo>
                <a:lnTo>
                  <a:pt x="702551" y="167627"/>
                </a:lnTo>
                <a:lnTo>
                  <a:pt x="702068" y="155435"/>
                </a:lnTo>
                <a:lnTo>
                  <a:pt x="701700" y="146291"/>
                </a:lnTo>
                <a:lnTo>
                  <a:pt x="701675" y="145656"/>
                </a:lnTo>
                <a:lnTo>
                  <a:pt x="701217" y="118668"/>
                </a:lnTo>
                <a:lnTo>
                  <a:pt x="701052" y="86842"/>
                </a:lnTo>
                <a:lnTo>
                  <a:pt x="701027" y="50279"/>
                </a:lnTo>
                <a:lnTo>
                  <a:pt x="706361" y="45707"/>
                </a:lnTo>
                <a:lnTo>
                  <a:pt x="711695" y="41135"/>
                </a:lnTo>
                <a:lnTo>
                  <a:pt x="688835" y="21323"/>
                </a:lnTo>
                <a:lnTo>
                  <a:pt x="678167" y="35039"/>
                </a:lnTo>
                <a:lnTo>
                  <a:pt x="571487" y="35039"/>
                </a:lnTo>
                <a:lnTo>
                  <a:pt x="585203" y="50279"/>
                </a:lnTo>
                <a:lnTo>
                  <a:pt x="593496" y="48285"/>
                </a:lnTo>
                <a:lnTo>
                  <a:pt x="602348" y="46850"/>
                </a:lnTo>
                <a:lnTo>
                  <a:pt x="611784" y="45999"/>
                </a:lnTo>
                <a:lnTo>
                  <a:pt x="621779" y="45707"/>
                </a:lnTo>
                <a:lnTo>
                  <a:pt x="681215" y="45707"/>
                </a:lnTo>
                <a:lnTo>
                  <a:pt x="681215" y="146291"/>
                </a:lnTo>
                <a:lnTo>
                  <a:pt x="598919" y="146291"/>
                </a:lnTo>
                <a:lnTo>
                  <a:pt x="577583" y="132575"/>
                </a:lnTo>
                <a:lnTo>
                  <a:pt x="578472" y="156006"/>
                </a:lnTo>
                <a:lnTo>
                  <a:pt x="578916" y="192011"/>
                </a:lnTo>
                <a:lnTo>
                  <a:pt x="579094" y="240588"/>
                </a:lnTo>
                <a:lnTo>
                  <a:pt x="579107" y="301739"/>
                </a:lnTo>
                <a:lnTo>
                  <a:pt x="580783" y="319455"/>
                </a:lnTo>
                <a:lnTo>
                  <a:pt x="587870" y="331457"/>
                </a:lnTo>
                <a:lnTo>
                  <a:pt x="600113" y="337743"/>
                </a:lnTo>
                <a:lnTo>
                  <a:pt x="617207" y="338315"/>
                </a:lnTo>
                <a:lnTo>
                  <a:pt x="696455" y="338315"/>
                </a:lnTo>
                <a:lnTo>
                  <a:pt x="708152" y="337769"/>
                </a:lnTo>
                <a:lnTo>
                  <a:pt x="717981" y="333933"/>
                </a:lnTo>
                <a:lnTo>
                  <a:pt x="725817" y="326961"/>
                </a:lnTo>
                <a:lnTo>
                  <a:pt x="728903" y="321551"/>
                </a:lnTo>
                <a:lnTo>
                  <a:pt x="731507" y="316979"/>
                </a:lnTo>
                <a:close/>
              </a:path>
              <a:path w="1511935" h="360045">
                <a:moveTo>
                  <a:pt x="966203" y="45707"/>
                </a:moveTo>
                <a:lnTo>
                  <a:pt x="930300" y="13779"/>
                </a:lnTo>
                <a:lnTo>
                  <a:pt x="912863" y="6083"/>
                </a:lnTo>
                <a:lnTo>
                  <a:pt x="909815" y="10655"/>
                </a:lnTo>
                <a:lnTo>
                  <a:pt x="919518" y="22085"/>
                </a:lnTo>
                <a:lnTo>
                  <a:pt x="927912" y="33515"/>
                </a:lnTo>
                <a:lnTo>
                  <a:pt x="934897" y="44945"/>
                </a:lnTo>
                <a:lnTo>
                  <a:pt x="940295" y="56375"/>
                </a:lnTo>
                <a:lnTo>
                  <a:pt x="944867" y="67043"/>
                </a:lnTo>
                <a:lnTo>
                  <a:pt x="947915" y="73139"/>
                </a:lnTo>
                <a:lnTo>
                  <a:pt x="954011" y="73139"/>
                </a:lnTo>
                <a:lnTo>
                  <a:pt x="955535" y="70091"/>
                </a:lnTo>
                <a:lnTo>
                  <a:pt x="964679" y="57899"/>
                </a:lnTo>
                <a:lnTo>
                  <a:pt x="966203" y="53327"/>
                </a:lnTo>
                <a:lnTo>
                  <a:pt x="966203" y="45707"/>
                </a:lnTo>
                <a:close/>
              </a:path>
              <a:path w="1511935" h="360045">
                <a:moveTo>
                  <a:pt x="1124699" y="91427"/>
                </a:moveTo>
                <a:lnTo>
                  <a:pt x="1092695" y="59423"/>
                </a:lnTo>
                <a:lnTo>
                  <a:pt x="1069835" y="82283"/>
                </a:lnTo>
                <a:lnTo>
                  <a:pt x="765035" y="82283"/>
                </a:lnTo>
                <a:lnTo>
                  <a:pt x="778751" y="95999"/>
                </a:lnTo>
                <a:lnTo>
                  <a:pt x="787895" y="94005"/>
                </a:lnTo>
                <a:lnTo>
                  <a:pt x="797039" y="92570"/>
                </a:lnTo>
                <a:lnTo>
                  <a:pt x="806183" y="91719"/>
                </a:lnTo>
                <a:lnTo>
                  <a:pt x="815327" y="91427"/>
                </a:lnTo>
                <a:lnTo>
                  <a:pt x="912863" y="91427"/>
                </a:lnTo>
                <a:lnTo>
                  <a:pt x="909053" y="148831"/>
                </a:lnTo>
                <a:lnTo>
                  <a:pt x="897572" y="200596"/>
                </a:lnTo>
                <a:lnTo>
                  <a:pt x="878382" y="246684"/>
                </a:lnTo>
                <a:lnTo>
                  <a:pt x="851458" y="287070"/>
                </a:lnTo>
                <a:lnTo>
                  <a:pt x="816737" y="321691"/>
                </a:lnTo>
                <a:lnTo>
                  <a:pt x="774179" y="350507"/>
                </a:lnTo>
                <a:lnTo>
                  <a:pt x="777227" y="356603"/>
                </a:lnTo>
                <a:lnTo>
                  <a:pt x="823353" y="331393"/>
                </a:lnTo>
                <a:lnTo>
                  <a:pt x="861288" y="299745"/>
                </a:lnTo>
                <a:lnTo>
                  <a:pt x="891235" y="261810"/>
                </a:lnTo>
                <a:lnTo>
                  <a:pt x="913447" y="217716"/>
                </a:lnTo>
                <a:lnTo>
                  <a:pt x="928103" y="167627"/>
                </a:lnTo>
                <a:lnTo>
                  <a:pt x="1030211" y="167627"/>
                </a:lnTo>
                <a:lnTo>
                  <a:pt x="1022019" y="234111"/>
                </a:lnTo>
                <a:lnTo>
                  <a:pt x="1014971" y="278879"/>
                </a:lnTo>
                <a:lnTo>
                  <a:pt x="1001255" y="316979"/>
                </a:lnTo>
                <a:lnTo>
                  <a:pt x="990587" y="323075"/>
                </a:lnTo>
                <a:lnTo>
                  <a:pt x="981443" y="323075"/>
                </a:lnTo>
                <a:lnTo>
                  <a:pt x="973759" y="321576"/>
                </a:lnTo>
                <a:lnTo>
                  <a:pt x="962202" y="319074"/>
                </a:lnTo>
                <a:lnTo>
                  <a:pt x="946950" y="315150"/>
                </a:lnTo>
                <a:lnTo>
                  <a:pt x="928103" y="309359"/>
                </a:lnTo>
                <a:lnTo>
                  <a:pt x="926579" y="315455"/>
                </a:lnTo>
                <a:lnTo>
                  <a:pt x="946010" y="325132"/>
                </a:lnTo>
                <a:lnTo>
                  <a:pt x="960869" y="335648"/>
                </a:lnTo>
                <a:lnTo>
                  <a:pt x="971156" y="346748"/>
                </a:lnTo>
                <a:lnTo>
                  <a:pt x="976871" y="358127"/>
                </a:lnTo>
                <a:lnTo>
                  <a:pt x="987729" y="355346"/>
                </a:lnTo>
                <a:lnTo>
                  <a:pt x="1023734" y="332600"/>
                </a:lnTo>
                <a:lnTo>
                  <a:pt x="1040117" y="268592"/>
                </a:lnTo>
                <a:lnTo>
                  <a:pt x="1045883" y="227787"/>
                </a:lnTo>
                <a:lnTo>
                  <a:pt x="1053071" y="175247"/>
                </a:lnTo>
                <a:lnTo>
                  <a:pt x="1065771" y="167627"/>
                </a:lnTo>
                <a:lnTo>
                  <a:pt x="1068311" y="166103"/>
                </a:lnTo>
                <a:lnTo>
                  <a:pt x="1060183" y="158483"/>
                </a:lnTo>
                <a:lnTo>
                  <a:pt x="1043927" y="143243"/>
                </a:lnTo>
                <a:lnTo>
                  <a:pt x="1028687" y="158483"/>
                </a:lnTo>
                <a:lnTo>
                  <a:pt x="929627" y="158483"/>
                </a:lnTo>
                <a:lnTo>
                  <a:pt x="934008" y="122097"/>
                </a:lnTo>
                <a:lnTo>
                  <a:pt x="935850" y="105981"/>
                </a:lnTo>
                <a:lnTo>
                  <a:pt x="937247" y="91427"/>
                </a:lnTo>
                <a:lnTo>
                  <a:pt x="1124699" y="91427"/>
                </a:lnTo>
                <a:close/>
              </a:path>
              <a:path w="1511935" h="360045">
                <a:moveTo>
                  <a:pt x="1348740" y="27432"/>
                </a:moveTo>
                <a:lnTo>
                  <a:pt x="1304544" y="0"/>
                </a:lnTo>
                <a:lnTo>
                  <a:pt x="1303020" y="4572"/>
                </a:lnTo>
                <a:lnTo>
                  <a:pt x="1310703" y="12611"/>
                </a:lnTo>
                <a:lnTo>
                  <a:pt x="1317688" y="20955"/>
                </a:lnTo>
                <a:lnTo>
                  <a:pt x="1323797" y="29857"/>
                </a:lnTo>
                <a:lnTo>
                  <a:pt x="1328928" y="39624"/>
                </a:lnTo>
                <a:lnTo>
                  <a:pt x="1331976" y="47244"/>
                </a:lnTo>
                <a:lnTo>
                  <a:pt x="1335024" y="51816"/>
                </a:lnTo>
                <a:lnTo>
                  <a:pt x="1339596" y="51816"/>
                </a:lnTo>
                <a:lnTo>
                  <a:pt x="1342644" y="48768"/>
                </a:lnTo>
                <a:lnTo>
                  <a:pt x="1344168" y="45720"/>
                </a:lnTo>
                <a:lnTo>
                  <a:pt x="1347216" y="41148"/>
                </a:lnTo>
                <a:lnTo>
                  <a:pt x="1348740" y="36576"/>
                </a:lnTo>
                <a:lnTo>
                  <a:pt x="1348740" y="27432"/>
                </a:lnTo>
                <a:close/>
              </a:path>
              <a:path w="1511935" h="360045">
                <a:moveTo>
                  <a:pt x="1495044" y="118872"/>
                </a:moveTo>
                <a:lnTo>
                  <a:pt x="1464564" y="88392"/>
                </a:lnTo>
                <a:lnTo>
                  <a:pt x="1443228" y="109728"/>
                </a:lnTo>
                <a:lnTo>
                  <a:pt x="1385316" y="109728"/>
                </a:lnTo>
                <a:lnTo>
                  <a:pt x="1385316" y="118872"/>
                </a:lnTo>
                <a:lnTo>
                  <a:pt x="1377048" y="130009"/>
                </a:lnTo>
                <a:lnTo>
                  <a:pt x="1368361" y="140589"/>
                </a:lnTo>
                <a:lnTo>
                  <a:pt x="1359382" y="150583"/>
                </a:lnTo>
                <a:lnTo>
                  <a:pt x="1350264" y="160020"/>
                </a:lnTo>
                <a:lnTo>
                  <a:pt x="1328254" y="156870"/>
                </a:lnTo>
                <a:lnTo>
                  <a:pt x="1307973" y="154305"/>
                </a:lnTo>
                <a:lnTo>
                  <a:pt x="1289392" y="152298"/>
                </a:lnTo>
                <a:lnTo>
                  <a:pt x="1272540" y="150876"/>
                </a:lnTo>
                <a:lnTo>
                  <a:pt x="1285303" y="133731"/>
                </a:lnTo>
                <a:lnTo>
                  <a:pt x="1291183" y="126009"/>
                </a:lnTo>
                <a:lnTo>
                  <a:pt x="1296924" y="118872"/>
                </a:lnTo>
                <a:lnTo>
                  <a:pt x="1385316" y="118872"/>
                </a:lnTo>
                <a:lnTo>
                  <a:pt x="1385316" y="109728"/>
                </a:lnTo>
                <a:lnTo>
                  <a:pt x="1301496" y="109728"/>
                </a:lnTo>
                <a:lnTo>
                  <a:pt x="1321308" y="83820"/>
                </a:lnTo>
                <a:lnTo>
                  <a:pt x="1333500" y="77724"/>
                </a:lnTo>
                <a:lnTo>
                  <a:pt x="1315212" y="64008"/>
                </a:lnTo>
                <a:lnTo>
                  <a:pt x="1453896" y="64008"/>
                </a:lnTo>
                <a:lnTo>
                  <a:pt x="1440180" y="94488"/>
                </a:lnTo>
                <a:lnTo>
                  <a:pt x="1444752" y="97536"/>
                </a:lnTo>
                <a:lnTo>
                  <a:pt x="1479804" y="65532"/>
                </a:lnTo>
                <a:lnTo>
                  <a:pt x="1485900" y="64008"/>
                </a:lnTo>
                <a:lnTo>
                  <a:pt x="1491996" y="64008"/>
                </a:lnTo>
                <a:lnTo>
                  <a:pt x="1482280" y="54864"/>
                </a:lnTo>
                <a:lnTo>
                  <a:pt x="1466088" y="39624"/>
                </a:lnTo>
                <a:lnTo>
                  <a:pt x="1452372" y="54864"/>
                </a:lnTo>
                <a:lnTo>
                  <a:pt x="1217676" y="54864"/>
                </a:lnTo>
                <a:lnTo>
                  <a:pt x="1217676" y="39624"/>
                </a:lnTo>
                <a:lnTo>
                  <a:pt x="1211580" y="39624"/>
                </a:lnTo>
                <a:lnTo>
                  <a:pt x="1206690" y="53340"/>
                </a:lnTo>
                <a:lnTo>
                  <a:pt x="1201102" y="64770"/>
                </a:lnTo>
                <a:lnTo>
                  <a:pt x="1194638" y="73914"/>
                </a:lnTo>
                <a:lnTo>
                  <a:pt x="1187196" y="80772"/>
                </a:lnTo>
                <a:lnTo>
                  <a:pt x="1181100" y="83820"/>
                </a:lnTo>
                <a:lnTo>
                  <a:pt x="1176528" y="88392"/>
                </a:lnTo>
                <a:lnTo>
                  <a:pt x="1176528" y="92964"/>
                </a:lnTo>
                <a:lnTo>
                  <a:pt x="1179576" y="94488"/>
                </a:lnTo>
                <a:lnTo>
                  <a:pt x="1182624" y="97536"/>
                </a:lnTo>
                <a:lnTo>
                  <a:pt x="1185672" y="99060"/>
                </a:lnTo>
                <a:lnTo>
                  <a:pt x="1190244" y="100584"/>
                </a:lnTo>
                <a:lnTo>
                  <a:pt x="1197864" y="100584"/>
                </a:lnTo>
                <a:lnTo>
                  <a:pt x="1217676" y="64008"/>
                </a:lnTo>
                <a:lnTo>
                  <a:pt x="1306068" y="64008"/>
                </a:lnTo>
                <a:lnTo>
                  <a:pt x="1302651" y="71145"/>
                </a:lnTo>
                <a:lnTo>
                  <a:pt x="1297114" y="81153"/>
                </a:lnTo>
                <a:lnTo>
                  <a:pt x="1289558" y="94005"/>
                </a:lnTo>
                <a:lnTo>
                  <a:pt x="1280160" y="109728"/>
                </a:lnTo>
                <a:lnTo>
                  <a:pt x="1176528" y="109728"/>
                </a:lnTo>
                <a:lnTo>
                  <a:pt x="1188720" y="121920"/>
                </a:lnTo>
                <a:lnTo>
                  <a:pt x="1203960" y="118872"/>
                </a:lnTo>
                <a:lnTo>
                  <a:pt x="1275588" y="118872"/>
                </a:lnTo>
                <a:lnTo>
                  <a:pt x="1268488" y="128016"/>
                </a:lnTo>
                <a:lnTo>
                  <a:pt x="1253718" y="146304"/>
                </a:lnTo>
                <a:lnTo>
                  <a:pt x="1246632" y="155448"/>
                </a:lnTo>
                <a:lnTo>
                  <a:pt x="1274635" y="159105"/>
                </a:lnTo>
                <a:lnTo>
                  <a:pt x="1299210" y="163068"/>
                </a:lnTo>
                <a:lnTo>
                  <a:pt x="1320355" y="167017"/>
                </a:lnTo>
                <a:lnTo>
                  <a:pt x="1338072" y="170688"/>
                </a:lnTo>
                <a:lnTo>
                  <a:pt x="1310068" y="184632"/>
                </a:lnTo>
                <a:lnTo>
                  <a:pt x="1276350" y="196596"/>
                </a:lnTo>
                <a:lnTo>
                  <a:pt x="1236916" y="206260"/>
                </a:lnTo>
                <a:lnTo>
                  <a:pt x="1191768" y="213360"/>
                </a:lnTo>
                <a:lnTo>
                  <a:pt x="1191768" y="219456"/>
                </a:lnTo>
                <a:lnTo>
                  <a:pt x="1244930" y="214071"/>
                </a:lnTo>
                <a:lnTo>
                  <a:pt x="1290256" y="204978"/>
                </a:lnTo>
                <a:lnTo>
                  <a:pt x="1327848" y="192443"/>
                </a:lnTo>
                <a:lnTo>
                  <a:pt x="1357884" y="176784"/>
                </a:lnTo>
                <a:lnTo>
                  <a:pt x="1371930" y="181356"/>
                </a:lnTo>
                <a:lnTo>
                  <a:pt x="1384554" y="185928"/>
                </a:lnTo>
                <a:lnTo>
                  <a:pt x="1396022" y="190500"/>
                </a:lnTo>
                <a:lnTo>
                  <a:pt x="1406652" y="195072"/>
                </a:lnTo>
                <a:lnTo>
                  <a:pt x="1415529" y="200494"/>
                </a:lnTo>
                <a:lnTo>
                  <a:pt x="1423987" y="205359"/>
                </a:lnTo>
                <a:lnTo>
                  <a:pt x="1432153" y="209638"/>
                </a:lnTo>
                <a:lnTo>
                  <a:pt x="1440180" y="213360"/>
                </a:lnTo>
                <a:lnTo>
                  <a:pt x="1446276" y="216408"/>
                </a:lnTo>
                <a:lnTo>
                  <a:pt x="1452372" y="216408"/>
                </a:lnTo>
                <a:lnTo>
                  <a:pt x="1453896" y="211836"/>
                </a:lnTo>
                <a:lnTo>
                  <a:pt x="1455420" y="204216"/>
                </a:lnTo>
                <a:lnTo>
                  <a:pt x="1454251" y="198513"/>
                </a:lnTo>
                <a:lnTo>
                  <a:pt x="1418615" y="176784"/>
                </a:lnTo>
                <a:lnTo>
                  <a:pt x="1408557" y="173736"/>
                </a:lnTo>
                <a:lnTo>
                  <a:pt x="1390599" y="169164"/>
                </a:lnTo>
                <a:lnTo>
                  <a:pt x="1370076" y="164592"/>
                </a:lnTo>
                <a:lnTo>
                  <a:pt x="1374914" y="160020"/>
                </a:lnTo>
                <a:lnTo>
                  <a:pt x="1380363" y="154876"/>
                </a:lnTo>
                <a:lnTo>
                  <a:pt x="1390650" y="144018"/>
                </a:lnTo>
                <a:lnTo>
                  <a:pt x="1400937" y="132016"/>
                </a:lnTo>
                <a:lnTo>
                  <a:pt x="1411224" y="118872"/>
                </a:lnTo>
                <a:lnTo>
                  <a:pt x="1495044" y="118872"/>
                </a:lnTo>
                <a:close/>
              </a:path>
              <a:path w="1511935" h="360045">
                <a:moveTo>
                  <a:pt x="1511808" y="320040"/>
                </a:moveTo>
                <a:lnTo>
                  <a:pt x="1466367" y="313766"/>
                </a:lnTo>
                <a:lnTo>
                  <a:pt x="1426083" y="299656"/>
                </a:lnTo>
                <a:lnTo>
                  <a:pt x="1390929" y="277812"/>
                </a:lnTo>
                <a:lnTo>
                  <a:pt x="1360932" y="248412"/>
                </a:lnTo>
                <a:lnTo>
                  <a:pt x="1508760" y="248412"/>
                </a:lnTo>
                <a:lnTo>
                  <a:pt x="1476756" y="216408"/>
                </a:lnTo>
                <a:lnTo>
                  <a:pt x="1453896" y="239268"/>
                </a:lnTo>
                <a:lnTo>
                  <a:pt x="1348740" y="239268"/>
                </a:lnTo>
                <a:lnTo>
                  <a:pt x="1348740" y="224028"/>
                </a:lnTo>
                <a:lnTo>
                  <a:pt x="1362456" y="214884"/>
                </a:lnTo>
                <a:lnTo>
                  <a:pt x="1325880" y="199644"/>
                </a:lnTo>
                <a:lnTo>
                  <a:pt x="1327404" y="239268"/>
                </a:lnTo>
                <a:lnTo>
                  <a:pt x="1167384" y="239268"/>
                </a:lnTo>
                <a:lnTo>
                  <a:pt x="1179576" y="251460"/>
                </a:lnTo>
                <a:lnTo>
                  <a:pt x="1196340" y="248412"/>
                </a:lnTo>
                <a:lnTo>
                  <a:pt x="1303020" y="248412"/>
                </a:lnTo>
                <a:lnTo>
                  <a:pt x="1274394" y="279552"/>
                </a:lnTo>
                <a:lnTo>
                  <a:pt x="1240917" y="306705"/>
                </a:lnTo>
                <a:lnTo>
                  <a:pt x="1202283" y="329844"/>
                </a:lnTo>
                <a:lnTo>
                  <a:pt x="1158240" y="348996"/>
                </a:lnTo>
                <a:lnTo>
                  <a:pt x="1159764" y="355092"/>
                </a:lnTo>
                <a:lnTo>
                  <a:pt x="1210602" y="337629"/>
                </a:lnTo>
                <a:lnTo>
                  <a:pt x="1255585" y="314896"/>
                </a:lnTo>
                <a:lnTo>
                  <a:pt x="1294561" y="286715"/>
                </a:lnTo>
                <a:lnTo>
                  <a:pt x="1327404" y="252984"/>
                </a:lnTo>
                <a:lnTo>
                  <a:pt x="1327137" y="281241"/>
                </a:lnTo>
                <a:lnTo>
                  <a:pt x="1326172" y="330911"/>
                </a:lnTo>
                <a:lnTo>
                  <a:pt x="1326057" y="340055"/>
                </a:lnTo>
                <a:lnTo>
                  <a:pt x="1325880" y="359664"/>
                </a:lnTo>
                <a:lnTo>
                  <a:pt x="1350264" y="347472"/>
                </a:lnTo>
                <a:lnTo>
                  <a:pt x="1349375" y="330911"/>
                </a:lnTo>
                <a:lnTo>
                  <a:pt x="1348917" y="306705"/>
                </a:lnTo>
                <a:lnTo>
                  <a:pt x="1348790" y="286715"/>
                </a:lnTo>
                <a:lnTo>
                  <a:pt x="1348740" y="252984"/>
                </a:lnTo>
                <a:lnTo>
                  <a:pt x="1348740" y="248412"/>
                </a:lnTo>
                <a:lnTo>
                  <a:pt x="1353312" y="248412"/>
                </a:lnTo>
                <a:lnTo>
                  <a:pt x="1376121" y="281241"/>
                </a:lnTo>
                <a:lnTo>
                  <a:pt x="1405509" y="308800"/>
                </a:lnTo>
                <a:lnTo>
                  <a:pt x="1441170" y="330911"/>
                </a:lnTo>
                <a:lnTo>
                  <a:pt x="1482852" y="347472"/>
                </a:lnTo>
                <a:lnTo>
                  <a:pt x="1487157" y="340055"/>
                </a:lnTo>
                <a:lnTo>
                  <a:pt x="1493329" y="333946"/>
                </a:lnTo>
                <a:lnTo>
                  <a:pt x="1501495" y="329247"/>
                </a:lnTo>
                <a:lnTo>
                  <a:pt x="1511808" y="326136"/>
                </a:lnTo>
                <a:lnTo>
                  <a:pt x="1511808" y="32004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5" name="object 155"/>
          <p:cNvSpPr/>
          <p:nvPr/>
        </p:nvSpPr>
        <p:spPr>
          <a:xfrm>
            <a:off x="5081015" y="6918959"/>
            <a:ext cx="52069" cy="256540"/>
          </a:xfrm>
          <a:custGeom>
            <a:avLst/>
            <a:gdLst/>
            <a:ahLst/>
            <a:cxnLst/>
            <a:rect l="l" t="t" r="r" b="b"/>
            <a:pathLst>
              <a:path w="52070" h="256540">
                <a:moveTo>
                  <a:pt x="30480" y="256032"/>
                </a:moveTo>
                <a:lnTo>
                  <a:pt x="22860" y="256032"/>
                </a:lnTo>
                <a:lnTo>
                  <a:pt x="18288" y="254508"/>
                </a:lnTo>
                <a:lnTo>
                  <a:pt x="12192" y="251460"/>
                </a:lnTo>
                <a:lnTo>
                  <a:pt x="6096" y="246888"/>
                </a:lnTo>
                <a:lnTo>
                  <a:pt x="1524" y="240792"/>
                </a:lnTo>
                <a:lnTo>
                  <a:pt x="0" y="231648"/>
                </a:lnTo>
                <a:lnTo>
                  <a:pt x="0" y="220980"/>
                </a:lnTo>
                <a:lnTo>
                  <a:pt x="1524" y="214884"/>
                </a:lnTo>
                <a:lnTo>
                  <a:pt x="9144" y="210312"/>
                </a:lnTo>
                <a:lnTo>
                  <a:pt x="15240" y="205740"/>
                </a:lnTo>
                <a:lnTo>
                  <a:pt x="21336" y="204216"/>
                </a:lnTo>
                <a:lnTo>
                  <a:pt x="32004" y="204216"/>
                </a:lnTo>
                <a:lnTo>
                  <a:pt x="36576" y="205740"/>
                </a:lnTo>
                <a:lnTo>
                  <a:pt x="48768" y="214884"/>
                </a:lnTo>
                <a:lnTo>
                  <a:pt x="51816" y="220980"/>
                </a:lnTo>
                <a:lnTo>
                  <a:pt x="51816" y="239268"/>
                </a:lnTo>
                <a:lnTo>
                  <a:pt x="48768" y="246888"/>
                </a:lnTo>
                <a:lnTo>
                  <a:pt x="42672" y="249936"/>
                </a:lnTo>
                <a:lnTo>
                  <a:pt x="36576" y="254508"/>
                </a:lnTo>
                <a:lnTo>
                  <a:pt x="30480" y="256032"/>
                </a:lnTo>
                <a:close/>
              </a:path>
              <a:path w="52070" h="256540">
                <a:moveTo>
                  <a:pt x="27432" y="182880"/>
                </a:moveTo>
                <a:lnTo>
                  <a:pt x="18002" y="143660"/>
                </a:lnTo>
                <a:lnTo>
                  <a:pt x="10596" y="81629"/>
                </a:lnTo>
                <a:lnTo>
                  <a:pt x="6643" y="38195"/>
                </a:lnTo>
                <a:lnTo>
                  <a:pt x="6096" y="13716"/>
                </a:lnTo>
                <a:lnTo>
                  <a:pt x="7620" y="7619"/>
                </a:lnTo>
                <a:lnTo>
                  <a:pt x="19812" y="1524"/>
                </a:lnTo>
                <a:lnTo>
                  <a:pt x="24384" y="0"/>
                </a:lnTo>
                <a:lnTo>
                  <a:pt x="32004" y="0"/>
                </a:lnTo>
                <a:lnTo>
                  <a:pt x="36576" y="1524"/>
                </a:lnTo>
                <a:lnTo>
                  <a:pt x="41148" y="6095"/>
                </a:lnTo>
                <a:lnTo>
                  <a:pt x="47244" y="9143"/>
                </a:lnTo>
                <a:lnTo>
                  <a:pt x="48768" y="16764"/>
                </a:lnTo>
                <a:lnTo>
                  <a:pt x="47244" y="27431"/>
                </a:lnTo>
                <a:lnTo>
                  <a:pt x="46696" y="38838"/>
                </a:lnTo>
                <a:lnTo>
                  <a:pt x="42743" y="81653"/>
                </a:lnTo>
                <a:lnTo>
                  <a:pt x="36218" y="143660"/>
                </a:lnTo>
                <a:lnTo>
                  <a:pt x="29979" y="178569"/>
                </a:lnTo>
                <a:lnTo>
                  <a:pt x="27432" y="18288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</p:spTree>
  </p:cSld>
  <p:clrMapOvr>
    <a:masterClrMapping/>
  </p:clrMapOvr>
</p:sld>
</file>

<file path=ppt/slides/slide4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object 2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9555480" y="7231380"/>
            <a:ext cx="204216" cy="141732"/>
          </a:xfrm>
          <a:prstGeom prst="rect">
            <a:avLst/>
          </a:prstGeom>
        </p:spPr>
      </p:pic>
      <p:sp>
        <p:nvSpPr>
          <p:cNvPr id="3" name="object 3"/>
          <p:cNvSpPr/>
          <p:nvPr/>
        </p:nvSpPr>
        <p:spPr>
          <a:xfrm>
            <a:off x="1717547" y="1278636"/>
            <a:ext cx="559435" cy="556260"/>
          </a:xfrm>
          <a:custGeom>
            <a:avLst/>
            <a:gdLst/>
            <a:ahLst/>
            <a:cxnLst/>
            <a:rect l="l" t="t" r="r" b="b"/>
            <a:pathLst>
              <a:path w="559435" h="556260">
                <a:moveTo>
                  <a:pt x="147827" y="138684"/>
                </a:moveTo>
                <a:lnTo>
                  <a:pt x="114300" y="138684"/>
                </a:lnTo>
                <a:lnTo>
                  <a:pt x="114049" y="101727"/>
                </a:lnTo>
                <a:lnTo>
                  <a:pt x="113347" y="64198"/>
                </a:lnTo>
                <a:lnTo>
                  <a:pt x="112371" y="30884"/>
                </a:lnTo>
                <a:lnTo>
                  <a:pt x="111251" y="0"/>
                </a:lnTo>
                <a:lnTo>
                  <a:pt x="169163" y="25908"/>
                </a:lnTo>
                <a:lnTo>
                  <a:pt x="147949" y="42576"/>
                </a:lnTo>
                <a:lnTo>
                  <a:pt x="147827" y="138684"/>
                </a:lnTo>
                <a:close/>
              </a:path>
              <a:path w="559435" h="556260">
                <a:moveTo>
                  <a:pt x="414528" y="106680"/>
                </a:moveTo>
                <a:lnTo>
                  <a:pt x="411480" y="106680"/>
                </a:lnTo>
                <a:lnTo>
                  <a:pt x="406288" y="105489"/>
                </a:lnTo>
                <a:lnTo>
                  <a:pt x="401955" y="101727"/>
                </a:lnTo>
                <a:lnTo>
                  <a:pt x="398192" y="95107"/>
                </a:lnTo>
                <a:lnTo>
                  <a:pt x="394716" y="85344"/>
                </a:lnTo>
                <a:lnTo>
                  <a:pt x="386429" y="70556"/>
                </a:lnTo>
                <a:lnTo>
                  <a:pt x="375285" y="53911"/>
                </a:lnTo>
                <a:lnTo>
                  <a:pt x="361283" y="35837"/>
                </a:lnTo>
                <a:lnTo>
                  <a:pt x="344424" y="16764"/>
                </a:lnTo>
                <a:lnTo>
                  <a:pt x="350520" y="9144"/>
                </a:lnTo>
                <a:lnTo>
                  <a:pt x="397192" y="33147"/>
                </a:lnTo>
                <a:lnTo>
                  <a:pt x="431101" y="62865"/>
                </a:lnTo>
                <a:lnTo>
                  <a:pt x="434340" y="77724"/>
                </a:lnTo>
                <a:lnTo>
                  <a:pt x="432816" y="86868"/>
                </a:lnTo>
                <a:lnTo>
                  <a:pt x="429768" y="94488"/>
                </a:lnTo>
                <a:lnTo>
                  <a:pt x="419100" y="105156"/>
                </a:lnTo>
                <a:lnTo>
                  <a:pt x="414528" y="106680"/>
                </a:lnTo>
                <a:close/>
              </a:path>
              <a:path w="559435" h="556260">
                <a:moveTo>
                  <a:pt x="545119" y="118872"/>
                </a:moveTo>
                <a:lnTo>
                  <a:pt x="483108" y="118872"/>
                </a:lnTo>
                <a:lnTo>
                  <a:pt x="513588" y="88392"/>
                </a:lnTo>
                <a:lnTo>
                  <a:pt x="545119" y="118872"/>
                </a:lnTo>
                <a:close/>
              </a:path>
              <a:path w="559435" h="556260">
                <a:moveTo>
                  <a:pt x="166115" y="556260"/>
                </a:moveTo>
                <a:lnTo>
                  <a:pt x="160019" y="550164"/>
                </a:lnTo>
                <a:lnTo>
                  <a:pt x="191166" y="514683"/>
                </a:lnTo>
                <a:lnTo>
                  <a:pt x="216026" y="476631"/>
                </a:lnTo>
                <a:lnTo>
                  <a:pt x="234600" y="435721"/>
                </a:lnTo>
                <a:lnTo>
                  <a:pt x="246887" y="391668"/>
                </a:lnTo>
                <a:lnTo>
                  <a:pt x="256088" y="318459"/>
                </a:lnTo>
                <a:lnTo>
                  <a:pt x="258508" y="272605"/>
                </a:lnTo>
                <a:lnTo>
                  <a:pt x="259531" y="220528"/>
                </a:lnTo>
                <a:lnTo>
                  <a:pt x="259199" y="162186"/>
                </a:lnTo>
                <a:lnTo>
                  <a:pt x="257555" y="97536"/>
                </a:lnTo>
                <a:lnTo>
                  <a:pt x="294131" y="118872"/>
                </a:lnTo>
                <a:lnTo>
                  <a:pt x="545119" y="118872"/>
                </a:lnTo>
                <a:lnTo>
                  <a:pt x="559308" y="132588"/>
                </a:lnTo>
                <a:lnTo>
                  <a:pt x="294131" y="132588"/>
                </a:lnTo>
                <a:lnTo>
                  <a:pt x="294302" y="196071"/>
                </a:lnTo>
                <a:lnTo>
                  <a:pt x="292937" y="253118"/>
                </a:lnTo>
                <a:lnTo>
                  <a:pt x="289962" y="303873"/>
                </a:lnTo>
                <a:lnTo>
                  <a:pt x="285304" y="348483"/>
                </a:lnTo>
                <a:lnTo>
                  <a:pt x="278891" y="387096"/>
                </a:lnTo>
                <a:lnTo>
                  <a:pt x="265771" y="431101"/>
                </a:lnTo>
                <a:lnTo>
                  <a:pt x="242506" y="473964"/>
                </a:lnTo>
                <a:lnTo>
                  <a:pt x="209240" y="515683"/>
                </a:lnTo>
                <a:lnTo>
                  <a:pt x="166115" y="556260"/>
                </a:lnTo>
                <a:close/>
              </a:path>
              <a:path w="559435" h="556260">
                <a:moveTo>
                  <a:pt x="21335" y="156972"/>
                </a:moveTo>
                <a:lnTo>
                  <a:pt x="1524" y="138684"/>
                </a:lnTo>
                <a:lnTo>
                  <a:pt x="176783" y="138684"/>
                </a:lnTo>
                <a:lnTo>
                  <a:pt x="205739" y="109728"/>
                </a:lnTo>
                <a:lnTo>
                  <a:pt x="248411" y="152400"/>
                </a:lnTo>
                <a:lnTo>
                  <a:pt x="50291" y="152400"/>
                </a:lnTo>
                <a:lnTo>
                  <a:pt x="21335" y="156972"/>
                </a:lnTo>
                <a:close/>
              </a:path>
              <a:path w="559435" h="556260">
                <a:moveTo>
                  <a:pt x="30480" y="353568"/>
                </a:moveTo>
                <a:lnTo>
                  <a:pt x="0" y="307848"/>
                </a:lnTo>
                <a:lnTo>
                  <a:pt x="20002" y="303014"/>
                </a:lnTo>
                <a:lnTo>
                  <a:pt x="45719" y="295465"/>
                </a:lnTo>
                <a:lnTo>
                  <a:pt x="77152" y="285345"/>
                </a:lnTo>
                <a:lnTo>
                  <a:pt x="114300" y="272796"/>
                </a:lnTo>
                <a:lnTo>
                  <a:pt x="114300" y="152400"/>
                </a:lnTo>
                <a:lnTo>
                  <a:pt x="147827" y="152400"/>
                </a:lnTo>
                <a:lnTo>
                  <a:pt x="147827" y="262127"/>
                </a:lnTo>
                <a:lnTo>
                  <a:pt x="192707" y="262127"/>
                </a:lnTo>
                <a:lnTo>
                  <a:pt x="147827" y="283463"/>
                </a:lnTo>
                <a:lnTo>
                  <a:pt x="147827" y="298704"/>
                </a:lnTo>
                <a:lnTo>
                  <a:pt x="114300" y="298704"/>
                </a:lnTo>
                <a:lnTo>
                  <a:pt x="78271" y="316706"/>
                </a:lnTo>
                <a:lnTo>
                  <a:pt x="52387" y="331851"/>
                </a:lnTo>
                <a:lnTo>
                  <a:pt x="36504" y="344138"/>
                </a:lnTo>
                <a:lnTo>
                  <a:pt x="30480" y="353568"/>
                </a:lnTo>
                <a:close/>
              </a:path>
              <a:path w="559435" h="556260">
                <a:moveTo>
                  <a:pt x="192707" y="262127"/>
                </a:moveTo>
                <a:lnTo>
                  <a:pt x="147827" y="262127"/>
                </a:lnTo>
                <a:lnTo>
                  <a:pt x="236219" y="228600"/>
                </a:lnTo>
                <a:lnTo>
                  <a:pt x="240791" y="239268"/>
                </a:lnTo>
                <a:lnTo>
                  <a:pt x="192707" y="262127"/>
                </a:lnTo>
                <a:close/>
              </a:path>
              <a:path w="559435" h="556260">
                <a:moveTo>
                  <a:pt x="147045" y="495609"/>
                </a:moveTo>
                <a:lnTo>
                  <a:pt x="88225" y="495609"/>
                </a:lnTo>
                <a:lnTo>
                  <a:pt x="99059" y="495300"/>
                </a:lnTo>
                <a:lnTo>
                  <a:pt x="105298" y="493585"/>
                </a:lnTo>
                <a:lnTo>
                  <a:pt x="110108" y="488442"/>
                </a:lnTo>
                <a:lnTo>
                  <a:pt x="113204" y="479869"/>
                </a:lnTo>
                <a:lnTo>
                  <a:pt x="114300" y="467868"/>
                </a:lnTo>
                <a:lnTo>
                  <a:pt x="114300" y="298704"/>
                </a:lnTo>
                <a:lnTo>
                  <a:pt x="147827" y="298704"/>
                </a:lnTo>
                <a:lnTo>
                  <a:pt x="147827" y="492252"/>
                </a:lnTo>
                <a:lnTo>
                  <a:pt x="147045" y="495609"/>
                </a:lnTo>
                <a:close/>
              </a:path>
              <a:path w="559435" h="556260">
                <a:moveTo>
                  <a:pt x="94488" y="551688"/>
                </a:moveTo>
                <a:lnTo>
                  <a:pt x="91868" y="537972"/>
                </a:lnTo>
                <a:lnTo>
                  <a:pt x="79247" y="524256"/>
                </a:lnTo>
                <a:lnTo>
                  <a:pt x="56340" y="510540"/>
                </a:lnTo>
                <a:lnTo>
                  <a:pt x="22859" y="496824"/>
                </a:lnTo>
                <a:lnTo>
                  <a:pt x="22859" y="487680"/>
                </a:lnTo>
                <a:lnTo>
                  <a:pt x="49982" y="491656"/>
                </a:lnTo>
                <a:lnTo>
                  <a:pt x="71818" y="494347"/>
                </a:lnTo>
                <a:lnTo>
                  <a:pt x="88225" y="495609"/>
                </a:lnTo>
                <a:lnTo>
                  <a:pt x="147045" y="495609"/>
                </a:lnTo>
                <a:lnTo>
                  <a:pt x="143565" y="510540"/>
                </a:lnTo>
                <a:lnTo>
                  <a:pt x="133159" y="526542"/>
                </a:lnTo>
                <a:lnTo>
                  <a:pt x="116752" y="540258"/>
                </a:lnTo>
                <a:lnTo>
                  <a:pt x="94488" y="551688"/>
                </a:lnTo>
                <a:close/>
              </a:path>
            </a:pathLst>
          </a:custGeom>
          <a:solidFill>
            <a:srgbClr val="3333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" name="object 4"/>
          <p:cNvSpPr/>
          <p:nvPr/>
        </p:nvSpPr>
        <p:spPr>
          <a:xfrm>
            <a:off x="2334767" y="1287780"/>
            <a:ext cx="550545" cy="542925"/>
          </a:xfrm>
          <a:custGeom>
            <a:avLst/>
            <a:gdLst/>
            <a:ahLst/>
            <a:cxnLst/>
            <a:rect l="l" t="t" r="r" b="b"/>
            <a:pathLst>
              <a:path w="550544" h="542925">
                <a:moveTo>
                  <a:pt x="495380" y="24384"/>
                </a:moveTo>
                <a:lnTo>
                  <a:pt x="445008" y="24384"/>
                </a:lnTo>
                <a:lnTo>
                  <a:pt x="463296" y="0"/>
                </a:lnTo>
                <a:lnTo>
                  <a:pt x="495380" y="24384"/>
                </a:lnTo>
                <a:close/>
              </a:path>
              <a:path w="550544" h="542925">
                <a:moveTo>
                  <a:pt x="6096" y="542544"/>
                </a:moveTo>
                <a:lnTo>
                  <a:pt x="0" y="537972"/>
                </a:lnTo>
                <a:lnTo>
                  <a:pt x="18240" y="504801"/>
                </a:lnTo>
                <a:lnTo>
                  <a:pt x="33909" y="471487"/>
                </a:lnTo>
                <a:lnTo>
                  <a:pt x="56388" y="403860"/>
                </a:lnTo>
                <a:lnTo>
                  <a:pt x="70315" y="335280"/>
                </a:lnTo>
                <a:lnTo>
                  <a:pt x="76200" y="263652"/>
                </a:lnTo>
                <a:lnTo>
                  <a:pt x="77533" y="190500"/>
                </a:lnTo>
                <a:lnTo>
                  <a:pt x="77633" y="77414"/>
                </a:lnTo>
                <a:lnTo>
                  <a:pt x="77533" y="59245"/>
                </a:lnTo>
                <a:lnTo>
                  <a:pt x="77081" y="30837"/>
                </a:lnTo>
                <a:lnTo>
                  <a:pt x="76200" y="4572"/>
                </a:lnTo>
                <a:lnTo>
                  <a:pt x="111252" y="24384"/>
                </a:lnTo>
                <a:lnTo>
                  <a:pt x="495380" y="24384"/>
                </a:lnTo>
                <a:lnTo>
                  <a:pt x="501396" y="28956"/>
                </a:lnTo>
                <a:lnTo>
                  <a:pt x="491420" y="38100"/>
                </a:lnTo>
                <a:lnTo>
                  <a:pt x="111252" y="38100"/>
                </a:lnTo>
                <a:lnTo>
                  <a:pt x="111252" y="112776"/>
                </a:lnTo>
                <a:lnTo>
                  <a:pt x="483491" y="112776"/>
                </a:lnTo>
                <a:lnTo>
                  <a:pt x="483750" y="124801"/>
                </a:lnTo>
                <a:lnTo>
                  <a:pt x="483847" y="126492"/>
                </a:lnTo>
                <a:lnTo>
                  <a:pt x="111252" y="126492"/>
                </a:lnTo>
                <a:lnTo>
                  <a:pt x="110966" y="176212"/>
                </a:lnTo>
                <a:lnTo>
                  <a:pt x="110153" y="217931"/>
                </a:lnTo>
                <a:lnTo>
                  <a:pt x="109728" y="217931"/>
                </a:lnTo>
                <a:lnTo>
                  <a:pt x="109682" y="231648"/>
                </a:lnTo>
                <a:lnTo>
                  <a:pt x="108680" y="258508"/>
                </a:lnTo>
                <a:lnTo>
                  <a:pt x="106680" y="291083"/>
                </a:lnTo>
                <a:lnTo>
                  <a:pt x="104108" y="315608"/>
                </a:lnTo>
                <a:lnTo>
                  <a:pt x="102108" y="324612"/>
                </a:lnTo>
                <a:lnTo>
                  <a:pt x="102969" y="324612"/>
                </a:lnTo>
                <a:lnTo>
                  <a:pt x="92106" y="382166"/>
                </a:lnTo>
                <a:lnTo>
                  <a:pt x="71247" y="445031"/>
                </a:lnTo>
                <a:lnTo>
                  <a:pt x="32385" y="509658"/>
                </a:lnTo>
                <a:lnTo>
                  <a:pt x="6096" y="542544"/>
                </a:lnTo>
                <a:close/>
              </a:path>
              <a:path w="550544" h="542925">
                <a:moveTo>
                  <a:pt x="483491" y="112776"/>
                </a:moveTo>
                <a:lnTo>
                  <a:pt x="449580" y="112776"/>
                </a:lnTo>
                <a:lnTo>
                  <a:pt x="449580" y="38100"/>
                </a:lnTo>
                <a:lnTo>
                  <a:pt x="491420" y="38100"/>
                </a:lnTo>
                <a:lnTo>
                  <a:pt x="483108" y="45720"/>
                </a:lnTo>
                <a:lnTo>
                  <a:pt x="483209" y="89654"/>
                </a:lnTo>
                <a:lnTo>
                  <a:pt x="483298" y="103822"/>
                </a:lnTo>
                <a:lnTo>
                  <a:pt x="483491" y="112776"/>
                </a:lnTo>
                <a:close/>
              </a:path>
              <a:path w="550544" h="542925">
                <a:moveTo>
                  <a:pt x="449580" y="152400"/>
                </a:moveTo>
                <a:lnTo>
                  <a:pt x="449580" y="126492"/>
                </a:lnTo>
                <a:lnTo>
                  <a:pt x="483847" y="126492"/>
                </a:lnTo>
                <a:lnTo>
                  <a:pt x="484632" y="140208"/>
                </a:lnTo>
                <a:lnTo>
                  <a:pt x="449580" y="152400"/>
                </a:lnTo>
                <a:close/>
              </a:path>
              <a:path w="550544" h="542925">
                <a:moveTo>
                  <a:pt x="249936" y="217931"/>
                </a:moveTo>
                <a:lnTo>
                  <a:pt x="219456" y="217931"/>
                </a:lnTo>
                <a:lnTo>
                  <a:pt x="219408" y="186189"/>
                </a:lnTo>
                <a:lnTo>
                  <a:pt x="219075" y="161734"/>
                </a:lnTo>
                <a:lnTo>
                  <a:pt x="218170" y="144422"/>
                </a:lnTo>
                <a:lnTo>
                  <a:pt x="216408" y="134112"/>
                </a:lnTo>
                <a:lnTo>
                  <a:pt x="272795" y="156972"/>
                </a:lnTo>
                <a:lnTo>
                  <a:pt x="249936" y="173736"/>
                </a:lnTo>
                <a:lnTo>
                  <a:pt x="249936" y="217931"/>
                </a:lnTo>
                <a:close/>
              </a:path>
              <a:path w="550544" h="542925">
                <a:moveTo>
                  <a:pt x="382524" y="217931"/>
                </a:moveTo>
                <a:lnTo>
                  <a:pt x="350520" y="217931"/>
                </a:lnTo>
                <a:lnTo>
                  <a:pt x="350444" y="186189"/>
                </a:lnTo>
                <a:lnTo>
                  <a:pt x="350329" y="171069"/>
                </a:lnTo>
                <a:lnTo>
                  <a:pt x="349877" y="151923"/>
                </a:lnTo>
                <a:lnTo>
                  <a:pt x="348996" y="135636"/>
                </a:lnTo>
                <a:lnTo>
                  <a:pt x="403860" y="160020"/>
                </a:lnTo>
                <a:lnTo>
                  <a:pt x="382524" y="173736"/>
                </a:lnTo>
                <a:lnTo>
                  <a:pt x="382524" y="217931"/>
                </a:lnTo>
                <a:close/>
              </a:path>
              <a:path w="550544" h="542925">
                <a:moveTo>
                  <a:pt x="499872" y="231648"/>
                </a:moveTo>
                <a:lnTo>
                  <a:pt x="109728" y="231648"/>
                </a:lnTo>
                <a:lnTo>
                  <a:pt x="109728" y="230428"/>
                </a:lnTo>
                <a:lnTo>
                  <a:pt x="110109" y="220218"/>
                </a:lnTo>
                <a:lnTo>
                  <a:pt x="110153" y="217931"/>
                </a:lnTo>
                <a:lnTo>
                  <a:pt x="428244" y="217931"/>
                </a:lnTo>
                <a:lnTo>
                  <a:pt x="455676" y="188976"/>
                </a:lnTo>
                <a:lnTo>
                  <a:pt x="499872" y="231648"/>
                </a:lnTo>
                <a:close/>
              </a:path>
              <a:path w="550544" h="542925">
                <a:moveTo>
                  <a:pt x="109728" y="230428"/>
                </a:moveTo>
                <a:lnTo>
                  <a:pt x="109728" y="217931"/>
                </a:lnTo>
                <a:lnTo>
                  <a:pt x="110153" y="217931"/>
                </a:lnTo>
                <a:lnTo>
                  <a:pt x="110109" y="220218"/>
                </a:lnTo>
                <a:lnTo>
                  <a:pt x="109728" y="230428"/>
                </a:lnTo>
                <a:close/>
              </a:path>
              <a:path w="550544" h="542925">
                <a:moveTo>
                  <a:pt x="249936" y="310895"/>
                </a:moveTo>
                <a:lnTo>
                  <a:pt x="219456" y="310895"/>
                </a:lnTo>
                <a:lnTo>
                  <a:pt x="219456" y="231648"/>
                </a:lnTo>
                <a:lnTo>
                  <a:pt x="249936" y="231648"/>
                </a:lnTo>
                <a:lnTo>
                  <a:pt x="249936" y="310895"/>
                </a:lnTo>
                <a:close/>
              </a:path>
              <a:path w="550544" h="542925">
                <a:moveTo>
                  <a:pt x="382524" y="310895"/>
                </a:moveTo>
                <a:lnTo>
                  <a:pt x="350520" y="310895"/>
                </a:lnTo>
                <a:lnTo>
                  <a:pt x="350520" y="231648"/>
                </a:lnTo>
                <a:lnTo>
                  <a:pt x="382524" y="231648"/>
                </a:lnTo>
                <a:lnTo>
                  <a:pt x="382524" y="310895"/>
                </a:lnTo>
                <a:close/>
              </a:path>
              <a:path w="550544" h="542925">
                <a:moveTo>
                  <a:pt x="539496" y="324612"/>
                </a:moveTo>
                <a:lnTo>
                  <a:pt x="102969" y="324612"/>
                </a:lnTo>
                <a:lnTo>
                  <a:pt x="103536" y="321063"/>
                </a:lnTo>
                <a:lnTo>
                  <a:pt x="104108" y="315608"/>
                </a:lnTo>
                <a:lnTo>
                  <a:pt x="105156" y="310895"/>
                </a:lnTo>
                <a:lnTo>
                  <a:pt x="458724" y="310895"/>
                </a:lnTo>
                <a:lnTo>
                  <a:pt x="492252" y="277368"/>
                </a:lnTo>
                <a:lnTo>
                  <a:pt x="539496" y="324612"/>
                </a:lnTo>
                <a:close/>
              </a:path>
              <a:path w="550544" h="542925">
                <a:moveTo>
                  <a:pt x="102969" y="324612"/>
                </a:moveTo>
                <a:lnTo>
                  <a:pt x="102108" y="324612"/>
                </a:lnTo>
                <a:lnTo>
                  <a:pt x="104108" y="315608"/>
                </a:lnTo>
                <a:lnTo>
                  <a:pt x="103536" y="321063"/>
                </a:lnTo>
                <a:lnTo>
                  <a:pt x="102969" y="324612"/>
                </a:lnTo>
                <a:close/>
              </a:path>
              <a:path w="550544" h="542925">
                <a:moveTo>
                  <a:pt x="202692" y="541020"/>
                </a:moveTo>
                <a:lnTo>
                  <a:pt x="173736" y="504444"/>
                </a:lnTo>
                <a:lnTo>
                  <a:pt x="178808" y="498133"/>
                </a:lnTo>
                <a:lnTo>
                  <a:pt x="182308" y="490537"/>
                </a:lnTo>
                <a:lnTo>
                  <a:pt x="183808" y="481512"/>
                </a:lnTo>
                <a:lnTo>
                  <a:pt x="182930" y="471487"/>
                </a:lnTo>
                <a:lnTo>
                  <a:pt x="182880" y="324612"/>
                </a:lnTo>
                <a:lnTo>
                  <a:pt x="214884" y="324612"/>
                </a:lnTo>
                <a:lnTo>
                  <a:pt x="214884" y="486156"/>
                </a:lnTo>
                <a:lnTo>
                  <a:pt x="265552" y="486156"/>
                </a:lnTo>
                <a:lnTo>
                  <a:pt x="244983" y="500824"/>
                </a:lnTo>
                <a:lnTo>
                  <a:pt x="220122" y="521850"/>
                </a:lnTo>
                <a:lnTo>
                  <a:pt x="202692" y="541020"/>
                </a:lnTo>
                <a:close/>
              </a:path>
              <a:path w="550544" h="542925">
                <a:moveTo>
                  <a:pt x="499872" y="530352"/>
                </a:moveTo>
                <a:lnTo>
                  <a:pt x="435292" y="509587"/>
                </a:lnTo>
                <a:lnTo>
                  <a:pt x="371856" y="469392"/>
                </a:lnTo>
                <a:lnTo>
                  <a:pt x="342114" y="442269"/>
                </a:lnTo>
                <a:lnTo>
                  <a:pt x="316801" y="409003"/>
                </a:lnTo>
                <a:lnTo>
                  <a:pt x="295775" y="369736"/>
                </a:lnTo>
                <a:lnTo>
                  <a:pt x="278892" y="324612"/>
                </a:lnTo>
                <a:lnTo>
                  <a:pt x="291083" y="324612"/>
                </a:lnTo>
                <a:lnTo>
                  <a:pt x="304228" y="350043"/>
                </a:lnTo>
                <a:lnTo>
                  <a:pt x="318516" y="373761"/>
                </a:lnTo>
                <a:lnTo>
                  <a:pt x="333946" y="395763"/>
                </a:lnTo>
                <a:lnTo>
                  <a:pt x="350520" y="416052"/>
                </a:lnTo>
                <a:lnTo>
                  <a:pt x="377040" y="416052"/>
                </a:lnTo>
                <a:lnTo>
                  <a:pt x="361188" y="425196"/>
                </a:lnTo>
                <a:lnTo>
                  <a:pt x="399669" y="452628"/>
                </a:lnTo>
                <a:lnTo>
                  <a:pt x="445008" y="470916"/>
                </a:lnTo>
                <a:lnTo>
                  <a:pt x="496443" y="481965"/>
                </a:lnTo>
                <a:lnTo>
                  <a:pt x="550164" y="486156"/>
                </a:lnTo>
                <a:lnTo>
                  <a:pt x="550164" y="495300"/>
                </a:lnTo>
                <a:lnTo>
                  <a:pt x="530733" y="500991"/>
                </a:lnTo>
                <a:lnTo>
                  <a:pt x="515874" y="508825"/>
                </a:lnTo>
                <a:lnTo>
                  <a:pt x="505587" y="518660"/>
                </a:lnTo>
                <a:lnTo>
                  <a:pt x="499872" y="530352"/>
                </a:lnTo>
                <a:close/>
              </a:path>
              <a:path w="550544" h="542925">
                <a:moveTo>
                  <a:pt x="377040" y="416052"/>
                </a:moveTo>
                <a:lnTo>
                  <a:pt x="350520" y="416052"/>
                </a:lnTo>
                <a:lnTo>
                  <a:pt x="378261" y="395716"/>
                </a:lnTo>
                <a:lnTo>
                  <a:pt x="402145" y="375666"/>
                </a:lnTo>
                <a:lnTo>
                  <a:pt x="422314" y="355615"/>
                </a:lnTo>
                <a:lnTo>
                  <a:pt x="438912" y="335280"/>
                </a:lnTo>
                <a:lnTo>
                  <a:pt x="472439" y="373380"/>
                </a:lnTo>
                <a:lnTo>
                  <a:pt x="456771" y="376547"/>
                </a:lnTo>
                <a:lnTo>
                  <a:pt x="432816" y="386143"/>
                </a:lnTo>
                <a:lnTo>
                  <a:pt x="400859" y="402312"/>
                </a:lnTo>
                <a:lnTo>
                  <a:pt x="377040" y="416052"/>
                </a:lnTo>
                <a:close/>
              </a:path>
              <a:path w="550544" h="542925">
                <a:moveTo>
                  <a:pt x="265552" y="486156"/>
                </a:moveTo>
                <a:lnTo>
                  <a:pt x="214884" y="486156"/>
                </a:lnTo>
                <a:lnTo>
                  <a:pt x="312420" y="445008"/>
                </a:lnTo>
                <a:lnTo>
                  <a:pt x="316992" y="452628"/>
                </a:lnTo>
                <a:lnTo>
                  <a:pt x="277272" y="477797"/>
                </a:lnTo>
                <a:lnTo>
                  <a:pt x="265552" y="486156"/>
                </a:lnTo>
                <a:close/>
              </a:path>
            </a:pathLst>
          </a:custGeom>
          <a:solidFill>
            <a:srgbClr val="3333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" name="object 5"/>
          <p:cNvSpPr/>
          <p:nvPr/>
        </p:nvSpPr>
        <p:spPr>
          <a:xfrm>
            <a:off x="1741932" y="2447543"/>
            <a:ext cx="97790" cy="97790"/>
          </a:xfrm>
          <a:custGeom>
            <a:avLst/>
            <a:gdLst/>
            <a:ahLst/>
            <a:cxnLst/>
            <a:rect l="l" t="t" r="r" b="b"/>
            <a:pathLst>
              <a:path w="97789" h="97789">
                <a:moveTo>
                  <a:pt x="97535" y="97536"/>
                </a:moveTo>
                <a:lnTo>
                  <a:pt x="0" y="97536"/>
                </a:lnTo>
                <a:lnTo>
                  <a:pt x="0" y="0"/>
                </a:lnTo>
                <a:lnTo>
                  <a:pt x="97535" y="0"/>
                </a:lnTo>
                <a:lnTo>
                  <a:pt x="97535" y="97536"/>
                </a:lnTo>
                <a:close/>
              </a:path>
            </a:pathLst>
          </a:custGeom>
          <a:solidFill>
            <a:srgbClr val="3333CC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6" name="object 6"/>
          <p:cNvGrpSpPr/>
          <p:nvPr/>
        </p:nvGrpSpPr>
        <p:grpSpPr>
          <a:xfrm>
            <a:off x="2125979" y="2354072"/>
            <a:ext cx="340360" cy="203200"/>
            <a:chOff x="2125979" y="2354072"/>
            <a:chExt cx="340360" cy="203200"/>
          </a:xfrm>
        </p:grpSpPr>
        <p:pic>
          <p:nvPicPr>
            <p:cNvPr id="7" name="object 7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2125979" y="2354072"/>
              <a:ext cx="272795" cy="203200"/>
            </a:xfrm>
            <a:prstGeom prst="rect">
              <a:avLst/>
            </a:prstGeom>
          </p:spPr>
        </p:pic>
        <p:sp>
          <p:nvSpPr>
            <p:cNvPr id="8" name="object 8"/>
            <p:cNvSpPr/>
            <p:nvPr/>
          </p:nvSpPr>
          <p:spPr>
            <a:xfrm>
              <a:off x="2433828" y="2404884"/>
              <a:ext cx="32384" cy="152400"/>
            </a:xfrm>
            <a:custGeom>
              <a:avLst/>
              <a:gdLst/>
              <a:ahLst/>
              <a:cxnLst/>
              <a:rect l="l" t="t" r="r" b="b"/>
              <a:pathLst>
                <a:path w="32385" h="152400">
                  <a:moveTo>
                    <a:pt x="32004" y="112776"/>
                  </a:moveTo>
                  <a:lnTo>
                    <a:pt x="0" y="112776"/>
                  </a:lnTo>
                  <a:lnTo>
                    <a:pt x="0" y="152400"/>
                  </a:lnTo>
                  <a:lnTo>
                    <a:pt x="32004" y="152400"/>
                  </a:lnTo>
                  <a:lnTo>
                    <a:pt x="32004" y="112776"/>
                  </a:lnTo>
                  <a:close/>
                </a:path>
                <a:path w="32385" h="152400">
                  <a:moveTo>
                    <a:pt x="32004" y="0"/>
                  </a:moveTo>
                  <a:lnTo>
                    <a:pt x="0" y="0"/>
                  </a:lnTo>
                  <a:lnTo>
                    <a:pt x="0" y="39624"/>
                  </a:lnTo>
                  <a:lnTo>
                    <a:pt x="32004" y="39624"/>
                  </a:lnTo>
                  <a:lnTo>
                    <a:pt x="32004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9" name="object 9"/>
          <p:cNvGrpSpPr/>
          <p:nvPr/>
        </p:nvGrpSpPr>
        <p:grpSpPr>
          <a:xfrm>
            <a:off x="2694432" y="2354580"/>
            <a:ext cx="478790" cy="205740"/>
            <a:chOff x="2694432" y="2354580"/>
            <a:chExt cx="478790" cy="205740"/>
          </a:xfrm>
        </p:grpSpPr>
        <p:pic>
          <p:nvPicPr>
            <p:cNvPr id="10" name="object 10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2694432" y="2354580"/>
              <a:ext cx="173736" cy="202692"/>
            </a:xfrm>
            <a:prstGeom prst="rect">
              <a:avLst/>
            </a:prstGeom>
          </p:spPr>
        </p:pic>
        <p:pic>
          <p:nvPicPr>
            <p:cNvPr id="11" name="object 11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2897124" y="2400299"/>
              <a:ext cx="131064" cy="160019"/>
            </a:xfrm>
            <a:prstGeom prst="rect">
              <a:avLst/>
            </a:prstGeom>
          </p:spPr>
        </p:pic>
        <p:pic>
          <p:nvPicPr>
            <p:cNvPr id="12" name="object 12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3052572" y="2400300"/>
              <a:ext cx="120395" cy="156972"/>
            </a:xfrm>
            <a:prstGeom prst="rect">
              <a:avLst/>
            </a:prstGeom>
          </p:spPr>
        </p:pic>
      </p:grpSp>
      <p:pic>
        <p:nvPicPr>
          <p:cNvPr id="13" name="object 13"/>
          <p:cNvPicPr/>
          <p:nvPr/>
        </p:nvPicPr>
        <p:blipFill>
          <a:blip r:embed="rId7" cstate="print"/>
          <a:stretch>
            <a:fillRect/>
          </a:stretch>
        </p:blipFill>
        <p:spPr>
          <a:xfrm>
            <a:off x="3284220" y="2436876"/>
            <a:ext cx="138684" cy="97536"/>
          </a:xfrm>
          <a:prstGeom prst="rect">
            <a:avLst/>
          </a:prstGeom>
        </p:spPr>
      </p:pic>
      <p:grpSp>
        <p:nvGrpSpPr>
          <p:cNvPr id="14" name="object 14"/>
          <p:cNvGrpSpPr/>
          <p:nvPr/>
        </p:nvGrpSpPr>
        <p:grpSpPr>
          <a:xfrm>
            <a:off x="3537203" y="2345436"/>
            <a:ext cx="1123315" cy="266700"/>
            <a:chOff x="3537203" y="2345436"/>
            <a:chExt cx="1123315" cy="266700"/>
          </a:xfrm>
        </p:grpSpPr>
        <p:pic>
          <p:nvPicPr>
            <p:cNvPr id="15" name="object 15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3537203" y="2345436"/>
              <a:ext cx="118872" cy="211836"/>
            </a:xfrm>
            <a:prstGeom prst="rect">
              <a:avLst/>
            </a:prstGeom>
          </p:spPr>
        </p:pic>
        <p:pic>
          <p:nvPicPr>
            <p:cNvPr id="16" name="object 16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3680460" y="2400300"/>
              <a:ext cx="260603" cy="160020"/>
            </a:xfrm>
            <a:prstGeom prst="rect">
              <a:avLst/>
            </a:prstGeom>
          </p:spPr>
        </p:pic>
        <p:pic>
          <p:nvPicPr>
            <p:cNvPr id="17" name="object 17"/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3965447" y="2400300"/>
              <a:ext cx="126492" cy="211836"/>
            </a:xfrm>
            <a:prstGeom prst="rect">
              <a:avLst/>
            </a:prstGeom>
          </p:spPr>
        </p:pic>
        <p:sp>
          <p:nvSpPr>
            <p:cNvPr id="18" name="object 18"/>
            <p:cNvSpPr/>
            <p:nvPr/>
          </p:nvSpPr>
          <p:spPr>
            <a:xfrm>
              <a:off x="4117848" y="2353068"/>
              <a:ext cx="29209" cy="204470"/>
            </a:xfrm>
            <a:custGeom>
              <a:avLst/>
              <a:gdLst/>
              <a:ahLst/>
              <a:cxnLst/>
              <a:rect l="l" t="t" r="r" b="b"/>
              <a:pathLst>
                <a:path w="29210" h="204469">
                  <a:moveTo>
                    <a:pt x="27432" y="51816"/>
                  </a:moveTo>
                  <a:lnTo>
                    <a:pt x="1524" y="51816"/>
                  </a:lnTo>
                  <a:lnTo>
                    <a:pt x="1524" y="204216"/>
                  </a:lnTo>
                  <a:lnTo>
                    <a:pt x="27432" y="204216"/>
                  </a:lnTo>
                  <a:lnTo>
                    <a:pt x="27432" y="51816"/>
                  </a:lnTo>
                  <a:close/>
                </a:path>
                <a:path w="29210" h="204469">
                  <a:moveTo>
                    <a:pt x="28956" y="0"/>
                  </a:moveTo>
                  <a:lnTo>
                    <a:pt x="0" y="0"/>
                  </a:lnTo>
                  <a:lnTo>
                    <a:pt x="0" y="27432"/>
                  </a:lnTo>
                  <a:lnTo>
                    <a:pt x="28956" y="27432"/>
                  </a:lnTo>
                  <a:lnTo>
                    <a:pt x="28956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9" name="object 19"/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4166615" y="2362199"/>
              <a:ext cx="219456" cy="198120"/>
            </a:xfrm>
            <a:prstGeom prst="rect">
              <a:avLst/>
            </a:prstGeom>
          </p:spPr>
        </p:pic>
        <p:sp>
          <p:nvSpPr>
            <p:cNvPr id="20" name="object 20"/>
            <p:cNvSpPr/>
            <p:nvPr/>
          </p:nvSpPr>
          <p:spPr>
            <a:xfrm>
              <a:off x="4422647" y="2345436"/>
              <a:ext cx="26034" cy="212090"/>
            </a:xfrm>
            <a:custGeom>
              <a:avLst/>
              <a:gdLst/>
              <a:ahLst/>
              <a:cxnLst/>
              <a:rect l="l" t="t" r="r" b="b"/>
              <a:pathLst>
                <a:path w="26035" h="212089">
                  <a:moveTo>
                    <a:pt x="25908" y="211836"/>
                  </a:moveTo>
                  <a:lnTo>
                    <a:pt x="0" y="211836"/>
                  </a:lnTo>
                  <a:lnTo>
                    <a:pt x="0" y="0"/>
                  </a:lnTo>
                  <a:lnTo>
                    <a:pt x="25908" y="0"/>
                  </a:lnTo>
                  <a:lnTo>
                    <a:pt x="25908" y="211836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1" name="object 21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4477511" y="2401823"/>
              <a:ext cx="182880" cy="205740"/>
            </a:xfrm>
            <a:prstGeom prst="rect">
              <a:avLst/>
            </a:prstGeom>
          </p:spPr>
        </p:pic>
      </p:grpSp>
      <p:grpSp>
        <p:nvGrpSpPr>
          <p:cNvPr id="22" name="object 22"/>
          <p:cNvGrpSpPr/>
          <p:nvPr/>
        </p:nvGrpSpPr>
        <p:grpSpPr>
          <a:xfrm>
            <a:off x="4768595" y="2354579"/>
            <a:ext cx="908685" cy="205740"/>
            <a:chOff x="4768595" y="2354579"/>
            <a:chExt cx="908685" cy="205740"/>
          </a:xfrm>
        </p:grpSpPr>
        <p:pic>
          <p:nvPicPr>
            <p:cNvPr id="23" name="object 23"/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4768595" y="2354579"/>
              <a:ext cx="381000" cy="205740"/>
            </a:xfrm>
            <a:prstGeom prst="rect">
              <a:avLst/>
            </a:prstGeom>
          </p:spPr>
        </p:pic>
        <p:pic>
          <p:nvPicPr>
            <p:cNvPr id="24" name="object 24"/>
            <p:cNvPicPr/>
            <p:nvPr/>
          </p:nvPicPr>
          <p:blipFill>
            <a:blip r:embed="rId14" cstate="print"/>
            <a:stretch>
              <a:fillRect/>
            </a:stretch>
          </p:blipFill>
          <p:spPr>
            <a:xfrm>
              <a:off x="5175503" y="2400300"/>
              <a:ext cx="198120" cy="156972"/>
            </a:xfrm>
            <a:prstGeom prst="rect">
              <a:avLst/>
            </a:prstGeom>
          </p:spPr>
        </p:pic>
        <p:pic>
          <p:nvPicPr>
            <p:cNvPr id="25" name="object 25"/>
            <p:cNvPicPr/>
            <p:nvPr/>
          </p:nvPicPr>
          <p:blipFill>
            <a:blip r:embed="rId15" cstate="print"/>
            <a:stretch>
              <a:fillRect/>
            </a:stretch>
          </p:blipFill>
          <p:spPr>
            <a:xfrm>
              <a:off x="5399531" y="2400299"/>
              <a:ext cx="131064" cy="160019"/>
            </a:xfrm>
            <a:prstGeom prst="rect">
              <a:avLst/>
            </a:prstGeom>
          </p:spPr>
        </p:pic>
        <p:pic>
          <p:nvPicPr>
            <p:cNvPr id="26" name="object 26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5556503" y="2400300"/>
              <a:ext cx="120396" cy="156972"/>
            </a:xfrm>
            <a:prstGeom prst="rect">
              <a:avLst/>
            </a:prstGeom>
          </p:spPr>
        </p:pic>
      </p:grpSp>
      <p:pic>
        <p:nvPicPr>
          <p:cNvPr id="27" name="object 27"/>
          <p:cNvPicPr/>
          <p:nvPr/>
        </p:nvPicPr>
        <p:blipFill>
          <a:blip r:embed="rId16" cstate="print"/>
          <a:stretch>
            <a:fillRect/>
          </a:stretch>
        </p:blipFill>
        <p:spPr>
          <a:xfrm>
            <a:off x="5788152" y="2436876"/>
            <a:ext cx="137160" cy="97536"/>
          </a:xfrm>
          <a:prstGeom prst="rect">
            <a:avLst/>
          </a:prstGeom>
        </p:spPr>
      </p:pic>
      <p:grpSp>
        <p:nvGrpSpPr>
          <p:cNvPr id="28" name="object 28"/>
          <p:cNvGrpSpPr/>
          <p:nvPr/>
        </p:nvGrpSpPr>
        <p:grpSpPr>
          <a:xfrm>
            <a:off x="6039611" y="2345436"/>
            <a:ext cx="498475" cy="215265"/>
            <a:chOff x="6039611" y="2345436"/>
            <a:chExt cx="498475" cy="215265"/>
          </a:xfrm>
        </p:grpSpPr>
        <p:pic>
          <p:nvPicPr>
            <p:cNvPr id="29" name="object 29"/>
            <p:cNvPicPr/>
            <p:nvPr/>
          </p:nvPicPr>
          <p:blipFill>
            <a:blip r:embed="rId17" cstate="print"/>
            <a:stretch>
              <a:fillRect/>
            </a:stretch>
          </p:blipFill>
          <p:spPr>
            <a:xfrm>
              <a:off x="6039611" y="2400300"/>
              <a:ext cx="198120" cy="156972"/>
            </a:xfrm>
            <a:prstGeom prst="rect">
              <a:avLst/>
            </a:prstGeom>
          </p:spPr>
        </p:pic>
        <p:pic>
          <p:nvPicPr>
            <p:cNvPr id="30" name="object 30"/>
            <p:cNvPicPr/>
            <p:nvPr/>
          </p:nvPicPr>
          <p:blipFill>
            <a:blip r:embed="rId18" cstate="print"/>
            <a:stretch>
              <a:fillRect/>
            </a:stretch>
          </p:blipFill>
          <p:spPr>
            <a:xfrm>
              <a:off x="6262115" y="2345436"/>
              <a:ext cx="275844" cy="214884"/>
            </a:xfrm>
            <a:prstGeom prst="rect">
              <a:avLst/>
            </a:prstGeom>
          </p:spPr>
        </p:pic>
      </p:grpSp>
      <p:grpSp>
        <p:nvGrpSpPr>
          <p:cNvPr id="31" name="object 31"/>
          <p:cNvGrpSpPr/>
          <p:nvPr/>
        </p:nvGrpSpPr>
        <p:grpSpPr>
          <a:xfrm>
            <a:off x="6649211" y="2345436"/>
            <a:ext cx="742315" cy="215265"/>
            <a:chOff x="6649211" y="2345436"/>
            <a:chExt cx="742315" cy="215265"/>
          </a:xfrm>
        </p:grpSpPr>
        <p:pic>
          <p:nvPicPr>
            <p:cNvPr id="32" name="object 32"/>
            <p:cNvPicPr/>
            <p:nvPr/>
          </p:nvPicPr>
          <p:blipFill>
            <a:blip r:embed="rId19" cstate="print"/>
            <a:stretch>
              <a:fillRect/>
            </a:stretch>
          </p:blipFill>
          <p:spPr>
            <a:xfrm>
              <a:off x="6649211" y="2401823"/>
              <a:ext cx="237744" cy="158495"/>
            </a:xfrm>
            <a:prstGeom prst="rect">
              <a:avLst/>
            </a:prstGeom>
          </p:spPr>
        </p:pic>
        <p:pic>
          <p:nvPicPr>
            <p:cNvPr id="33" name="object 33"/>
            <p:cNvPicPr/>
            <p:nvPr/>
          </p:nvPicPr>
          <p:blipFill>
            <a:blip r:embed="rId20" cstate="print"/>
            <a:stretch>
              <a:fillRect/>
            </a:stretch>
          </p:blipFill>
          <p:spPr>
            <a:xfrm>
              <a:off x="6909815" y="2345436"/>
              <a:ext cx="118872" cy="211836"/>
            </a:xfrm>
            <a:prstGeom prst="rect">
              <a:avLst/>
            </a:prstGeom>
          </p:spPr>
        </p:pic>
        <p:pic>
          <p:nvPicPr>
            <p:cNvPr id="34" name="object 34"/>
            <p:cNvPicPr/>
            <p:nvPr/>
          </p:nvPicPr>
          <p:blipFill>
            <a:blip r:embed="rId21" cstate="print"/>
            <a:stretch>
              <a:fillRect/>
            </a:stretch>
          </p:blipFill>
          <p:spPr>
            <a:xfrm>
              <a:off x="7053071" y="2400300"/>
              <a:ext cx="286512" cy="160020"/>
            </a:xfrm>
            <a:prstGeom prst="rect">
              <a:avLst/>
            </a:prstGeom>
          </p:spPr>
        </p:pic>
        <p:sp>
          <p:nvSpPr>
            <p:cNvPr id="35" name="object 35"/>
            <p:cNvSpPr/>
            <p:nvPr/>
          </p:nvSpPr>
          <p:spPr>
            <a:xfrm>
              <a:off x="7365492" y="2345436"/>
              <a:ext cx="26034" cy="212090"/>
            </a:xfrm>
            <a:custGeom>
              <a:avLst/>
              <a:gdLst/>
              <a:ahLst/>
              <a:cxnLst/>
              <a:rect l="l" t="t" r="r" b="b"/>
              <a:pathLst>
                <a:path w="26034" h="212089">
                  <a:moveTo>
                    <a:pt x="25907" y="211836"/>
                  </a:moveTo>
                  <a:lnTo>
                    <a:pt x="0" y="211836"/>
                  </a:lnTo>
                  <a:lnTo>
                    <a:pt x="0" y="0"/>
                  </a:lnTo>
                  <a:lnTo>
                    <a:pt x="25907" y="0"/>
                  </a:lnTo>
                  <a:lnTo>
                    <a:pt x="25907" y="211836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36" name="object 36"/>
          <p:cNvGrpSpPr/>
          <p:nvPr/>
        </p:nvGrpSpPr>
        <p:grpSpPr>
          <a:xfrm>
            <a:off x="7520940" y="2345436"/>
            <a:ext cx="1148080" cy="215265"/>
            <a:chOff x="7520940" y="2345436"/>
            <a:chExt cx="1148080" cy="215265"/>
          </a:xfrm>
        </p:grpSpPr>
        <p:pic>
          <p:nvPicPr>
            <p:cNvPr id="37" name="object 37"/>
            <p:cNvPicPr/>
            <p:nvPr/>
          </p:nvPicPr>
          <p:blipFill>
            <a:blip r:embed="rId22" cstate="print"/>
            <a:stretch>
              <a:fillRect/>
            </a:stretch>
          </p:blipFill>
          <p:spPr>
            <a:xfrm>
              <a:off x="7520940" y="2400299"/>
              <a:ext cx="347472" cy="160019"/>
            </a:xfrm>
            <a:prstGeom prst="rect">
              <a:avLst/>
            </a:prstGeom>
          </p:spPr>
        </p:pic>
        <p:sp>
          <p:nvSpPr>
            <p:cNvPr id="38" name="object 38"/>
            <p:cNvSpPr/>
            <p:nvPr/>
          </p:nvSpPr>
          <p:spPr>
            <a:xfrm>
              <a:off x="7891259" y="2353068"/>
              <a:ext cx="29209" cy="204470"/>
            </a:xfrm>
            <a:custGeom>
              <a:avLst/>
              <a:gdLst/>
              <a:ahLst/>
              <a:cxnLst/>
              <a:rect l="l" t="t" r="r" b="b"/>
              <a:pathLst>
                <a:path w="29209" h="204469">
                  <a:moveTo>
                    <a:pt x="27432" y="51816"/>
                  </a:moveTo>
                  <a:lnTo>
                    <a:pt x="1524" y="51816"/>
                  </a:lnTo>
                  <a:lnTo>
                    <a:pt x="1524" y="204216"/>
                  </a:lnTo>
                  <a:lnTo>
                    <a:pt x="27432" y="204216"/>
                  </a:lnTo>
                  <a:lnTo>
                    <a:pt x="27432" y="51816"/>
                  </a:lnTo>
                  <a:close/>
                </a:path>
                <a:path w="29209" h="204469">
                  <a:moveTo>
                    <a:pt x="28956" y="0"/>
                  </a:moveTo>
                  <a:lnTo>
                    <a:pt x="0" y="0"/>
                  </a:lnTo>
                  <a:lnTo>
                    <a:pt x="0" y="27432"/>
                  </a:lnTo>
                  <a:lnTo>
                    <a:pt x="28956" y="27432"/>
                  </a:lnTo>
                  <a:lnTo>
                    <a:pt x="28956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39" name="object 39"/>
            <p:cNvPicPr/>
            <p:nvPr/>
          </p:nvPicPr>
          <p:blipFill>
            <a:blip r:embed="rId23" cstate="print"/>
            <a:stretch>
              <a:fillRect/>
            </a:stretch>
          </p:blipFill>
          <p:spPr>
            <a:xfrm>
              <a:off x="7946136" y="2345436"/>
              <a:ext cx="126492" cy="214884"/>
            </a:xfrm>
            <a:prstGeom prst="rect">
              <a:avLst/>
            </a:prstGeom>
          </p:spPr>
        </p:pic>
        <p:pic>
          <p:nvPicPr>
            <p:cNvPr id="40" name="object 40"/>
            <p:cNvPicPr/>
            <p:nvPr/>
          </p:nvPicPr>
          <p:blipFill>
            <a:blip r:embed="rId24" cstate="print"/>
            <a:stretch>
              <a:fillRect/>
            </a:stretch>
          </p:blipFill>
          <p:spPr>
            <a:xfrm>
              <a:off x="8100060" y="2400299"/>
              <a:ext cx="131064" cy="160019"/>
            </a:xfrm>
            <a:prstGeom prst="rect">
              <a:avLst/>
            </a:prstGeom>
          </p:spPr>
        </p:pic>
        <p:pic>
          <p:nvPicPr>
            <p:cNvPr id="41" name="object 41"/>
            <p:cNvPicPr/>
            <p:nvPr/>
          </p:nvPicPr>
          <p:blipFill>
            <a:blip r:embed="rId25" cstate="print"/>
            <a:stretch>
              <a:fillRect/>
            </a:stretch>
          </p:blipFill>
          <p:spPr>
            <a:xfrm>
              <a:off x="8255507" y="2400300"/>
              <a:ext cx="120396" cy="156972"/>
            </a:xfrm>
            <a:prstGeom prst="rect">
              <a:avLst/>
            </a:prstGeom>
          </p:spPr>
        </p:pic>
        <p:pic>
          <p:nvPicPr>
            <p:cNvPr id="42" name="object 42"/>
            <p:cNvPicPr/>
            <p:nvPr/>
          </p:nvPicPr>
          <p:blipFill>
            <a:blip r:embed="rId26" cstate="print"/>
            <a:stretch>
              <a:fillRect/>
            </a:stretch>
          </p:blipFill>
          <p:spPr>
            <a:xfrm>
              <a:off x="8395716" y="2362199"/>
              <a:ext cx="208787" cy="198119"/>
            </a:xfrm>
            <a:prstGeom prst="rect">
              <a:avLst/>
            </a:prstGeom>
          </p:spPr>
        </p:pic>
        <p:sp>
          <p:nvSpPr>
            <p:cNvPr id="43" name="object 43"/>
            <p:cNvSpPr/>
            <p:nvPr/>
          </p:nvSpPr>
          <p:spPr>
            <a:xfrm>
              <a:off x="8634983" y="2517648"/>
              <a:ext cx="33655" cy="40005"/>
            </a:xfrm>
            <a:custGeom>
              <a:avLst/>
              <a:gdLst/>
              <a:ahLst/>
              <a:cxnLst/>
              <a:rect l="l" t="t" r="r" b="b"/>
              <a:pathLst>
                <a:path w="33654" h="40005">
                  <a:moveTo>
                    <a:pt x="33528" y="39624"/>
                  </a:moveTo>
                  <a:lnTo>
                    <a:pt x="0" y="39624"/>
                  </a:lnTo>
                  <a:lnTo>
                    <a:pt x="0" y="0"/>
                  </a:lnTo>
                  <a:lnTo>
                    <a:pt x="33528" y="0"/>
                  </a:lnTo>
                  <a:lnTo>
                    <a:pt x="33528" y="39624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44" name="object 44"/>
          <p:cNvGrpSpPr/>
          <p:nvPr/>
        </p:nvGrpSpPr>
        <p:grpSpPr>
          <a:xfrm>
            <a:off x="1866900" y="4648200"/>
            <a:ext cx="573405" cy="216535"/>
            <a:chOff x="1866900" y="4648200"/>
            <a:chExt cx="573405" cy="216535"/>
          </a:xfrm>
        </p:grpSpPr>
        <p:sp>
          <p:nvSpPr>
            <p:cNvPr id="45" name="object 45"/>
            <p:cNvSpPr/>
            <p:nvPr/>
          </p:nvSpPr>
          <p:spPr>
            <a:xfrm>
              <a:off x="1866900" y="4751832"/>
              <a:ext cx="97790" cy="97790"/>
            </a:xfrm>
            <a:custGeom>
              <a:avLst/>
              <a:gdLst/>
              <a:ahLst/>
              <a:cxnLst/>
              <a:rect l="l" t="t" r="r" b="b"/>
              <a:pathLst>
                <a:path w="97789" h="97789">
                  <a:moveTo>
                    <a:pt x="97536" y="97535"/>
                  </a:moveTo>
                  <a:lnTo>
                    <a:pt x="0" y="97535"/>
                  </a:lnTo>
                  <a:lnTo>
                    <a:pt x="0" y="0"/>
                  </a:lnTo>
                  <a:lnTo>
                    <a:pt x="97536" y="0"/>
                  </a:lnTo>
                  <a:lnTo>
                    <a:pt x="97536" y="97535"/>
                  </a:lnTo>
                  <a:close/>
                </a:path>
              </a:pathLst>
            </a:custGeom>
            <a:solidFill>
              <a:srgbClr val="3333C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46" name="object 46"/>
            <p:cNvPicPr/>
            <p:nvPr/>
          </p:nvPicPr>
          <p:blipFill>
            <a:blip r:embed="rId27" cstate="print"/>
            <a:stretch>
              <a:fillRect/>
            </a:stretch>
          </p:blipFill>
          <p:spPr>
            <a:xfrm>
              <a:off x="1999488" y="4648200"/>
              <a:ext cx="440436" cy="216407"/>
            </a:xfrm>
            <a:prstGeom prst="rect">
              <a:avLst/>
            </a:prstGeom>
          </p:spPr>
        </p:pic>
      </p:grpSp>
      <p:grpSp>
        <p:nvGrpSpPr>
          <p:cNvPr id="47" name="object 47"/>
          <p:cNvGrpSpPr/>
          <p:nvPr/>
        </p:nvGrpSpPr>
        <p:grpSpPr>
          <a:xfrm>
            <a:off x="2662427" y="4649723"/>
            <a:ext cx="1066800" cy="268605"/>
            <a:chOff x="2662427" y="4649723"/>
            <a:chExt cx="1066800" cy="268605"/>
          </a:xfrm>
        </p:grpSpPr>
        <p:pic>
          <p:nvPicPr>
            <p:cNvPr id="48" name="object 48"/>
            <p:cNvPicPr/>
            <p:nvPr/>
          </p:nvPicPr>
          <p:blipFill>
            <a:blip r:embed="rId28" cstate="print"/>
            <a:stretch>
              <a:fillRect/>
            </a:stretch>
          </p:blipFill>
          <p:spPr>
            <a:xfrm>
              <a:off x="2662427" y="4658867"/>
              <a:ext cx="172212" cy="202692"/>
            </a:xfrm>
            <a:prstGeom prst="rect">
              <a:avLst/>
            </a:prstGeom>
          </p:spPr>
        </p:pic>
        <p:pic>
          <p:nvPicPr>
            <p:cNvPr id="49" name="object 49"/>
            <p:cNvPicPr/>
            <p:nvPr/>
          </p:nvPicPr>
          <p:blipFill>
            <a:blip r:embed="rId29" cstate="print"/>
            <a:stretch>
              <a:fillRect/>
            </a:stretch>
          </p:blipFill>
          <p:spPr>
            <a:xfrm>
              <a:off x="2863595" y="4706111"/>
              <a:ext cx="120396" cy="158496"/>
            </a:xfrm>
            <a:prstGeom prst="rect">
              <a:avLst/>
            </a:prstGeom>
          </p:spPr>
        </p:pic>
        <p:pic>
          <p:nvPicPr>
            <p:cNvPr id="50" name="object 50"/>
            <p:cNvPicPr/>
            <p:nvPr/>
          </p:nvPicPr>
          <p:blipFill>
            <a:blip r:embed="rId30" cstate="print"/>
            <a:stretch>
              <a:fillRect/>
            </a:stretch>
          </p:blipFill>
          <p:spPr>
            <a:xfrm>
              <a:off x="3005328" y="4666488"/>
              <a:ext cx="213359" cy="198119"/>
            </a:xfrm>
            <a:prstGeom prst="rect">
              <a:avLst/>
            </a:prstGeom>
          </p:spPr>
        </p:pic>
        <p:pic>
          <p:nvPicPr>
            <p:cNvPr id="51" name="object 51"/>
            <p:cNvPicPr/>
            <p:nvPr/>
          </p:nvPicPr>
          <p:blipFill>
            <a:blip r:embed="rId31" cstate="print"/>
            <a:stretch>
              <a:fillRect/>
            </a:stretch>
          </p:blipFill>
          <p:spPr>
            <a:xfrm>
              <a:off x="3241547" y="4649723"/>
              <a:ext cx="120395" cy="211836"/>
            </a:xfrm>
            <a:prstGeom prst="rect">
              <a:avLst/>
            </a:prstGeom>
          </p:spPr>
        </p:pic>
        <p:sp>
          <p:nvSpPr>
            <p:cNvPr id="52" name="object 52"/>
            <p:cNvSpPr/>
            <p:nvPr/>
          </p:nvSpPr>
          <p:spPr>
            <a:xfrm>
              <a:off x="3393948" y="4657343"/>
              <a:ext cx="30480" cy="204470"/>
            </a:xfrm>
            <a:custGeom>
              <a:avLst/>
              <a:gdLst/>
              <a:ahLst/>
              <a:cxnLst/>
              <a:rect l="l" t="t" r="r" b="b"/>
              <a:pathLst>
                <a:path w="30479" h="204470">
                  <a:moveTo>
                    <a:pt x="27432" y="51816"/>
                  </a:moveTo>
                  <a:lnTo>
                    <a:pt x="3048" y="51816"/>
                  </a:lnTo>
                  <a:lnTo>
                    <a:pt x="3048" y="204216"/>
                  </a:lnTo>
                  <a:lnTo>
                    <a:pt x="27432" y="204216"/>
                  </a:lnTo>
                  <a:lnTo>
                    <a:pt x="27432" y="51816"/>
                  </a:lnTo>
                  <a:close/>
                </a:path>
                <a:path w="30479" h="204470">
                  <a:moveTo>
                    <a:pt x="30480" y="0"/>
                  </a:moveTo>
                  <a:lnTo>
                    <a:pt x="0" y="0"/>
                  </a:lnTo>
                  <a:lnTo>
                    <a:pt x="0" y="27432"/>
                  </a:lnTo>
                  <a:lnTo>
                    <a:pt x="30480" y="27432"/>
                  </a:lnTo>
                  <a:lnTo>
                    <a:pt x="3048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53" name="object 53"/>
            <p:cNvPicPr/>
            <p:nvPr/>
          </p:nvPicPr>
          <p:blipFill>
            <a:blip r:embed="rId32" cstate="print"/>
            <a:stretch>
              <a:fillRect/>
            </a:stretch>
          </p:blipFill>
          <p:spPr>
            <a:xfrm>
              <a:off x="3459479" y="4704587"/>
              <a:ext cx="118872" cy="156972"/>
            </a:xfrm>
            <a:prstGeom prst="rect">
              <a:avLst/>
            </a:prstGeom>
          </p:spPr>
        </p:pic>
        <p:pic>
          <p:nvPicPr>
            <p:cNvPr id="54" name="object 54"/>
            <p:cNvPicPr/>
            <p:nvPr/>
          </p:nvPicPr>
          <p:blipFill>
            <a:blip r:embed="rId33" cstate="print"/>
            <a:stretch>
              <a:fillRect/>
            </a:stretch>
          </p:blipFill>
          <p:spPr>
            <a:xfrm>
              <a:off x="3602735" y="4704587"/>
              <a:ext cx="126492" cy="213360"/>
            </a:xfrm>
            <a:prstGeom prst="rect">
              <a:avLst/>
            </a:prstGeom>
          </p:spPr>
        </p:pic>
      </p:grpSp>
      <p:pic>
        <p:nvPicPr>
          <p:cNvPr id="55" name="object 55"/>
          <p:cNvPicPr/>
          <p:nvPr/>
        </p:nvPicPr>
        <p:blipFill>
          <a:blip r:embed="rId34" cstate="print"/>
          <a:stretch>
            <a:fillRect/>
          </a:stretch>
        </p:blipFill>
        <p:spPr>
          <a:xfrm>
            <a:off x="3849623" y="4655820"/>
            <a:ext cx="137160" cy="208787"/>
          </a:xfrm>
          <a:prstGeom prst="rect">
            <a:avLst/>
          </a:prstGeom>
        </p:spPr>
      </p:pic>
      <p:grpSp>
        <p:nvGrpSpPr>
          <p:cNvPr id="56" name="object 56"/>
          <p:cNvGrpSpPr/>
          <p:nvPr/>
        </p:nvGrpSpPr>
        <p:grpSpPr>
          <a:xfrm>
            <a:off x="4101084" y="4649723"/>
            <a:ext cx="1012190" cy="215265"/>
            <a:chOff x="4101084" y="4649723"/>
            <a:chExt cx="1012190" cy="215265"/>
          </a:xfrm>
        </p:grpSpPr>
        <p:pic>
          <p:nvPicPr>
            <p:cNvPr id="57" name="object 57"/>
            <p:cNvPicPr/>
            <p:nvPr/>
          </p:nvPicPr>
          <p:blipFill>
            <a:blip r:embed="rId35" cstate="print"/>
            <a:stretch>
              <a:fillRect/>
            </a:stretch>
          </p:blipFill>
          <p:spPr>
            <a:xfrm>
              <a:off x="4101084" y="4709159"/>
              <a:ext cx="120396" cy="155448"/>
            </a:xfrm>
            <a:prstGeom prst="rect">
              <a:avLst/>
            </a:prstGeom>
          </p:spPr>
        </p:pic>
        <p:pic>
          <p:nvPicPr>
            <p:cNvPr id="58" name="object 58"/>
            <p:cNvPicPr/>
            <p:nvPr/>
          </p:nvPicPr>
          <p:blipFill>
            <a:blip r:embed="rId36" cstate="print"/>
            <a:stretch>
              <a:fillRect/>
            </a:stretch>
          </p:blipFill>
          <p:spPr>
            <a:xfrm>
              <a:off x="4256531" y="4704587"/>
              <a:ext cx="118872" cy="156972"/>
            </a:xfrm>
            <a:prstGeom prst="rect">
              <a:avLst/>
            </a:prstGeom>
          </p:spPr>
        </p:pic>
        <p:pic>
          <p:nvPicPr>
            <p:cNvPr id="59" name="object 59"/>
            <p:cNvPicPr/>
            <p:nvPr/>
          </p:nvPicPr>
          <p:blipFill>
            <a:blip r:embed="rId37" cstate="print"/>
            <a:stretch>
              <a:fillRect/>
            </a:stretch>
          </p:blipFill>
          <p:spPr>
            <a:xfrm>
              <a:off x="4401311" y="4666488"/>
              <a:ext cx="336804" cy="198119"/>
            </a:xfrm>
            <a:prstGeom prst="rect">
              <a:avLst/>
            </a:prstGeom>
          </p:spPr>
        </p:pic>
        <p:pic>
          <p:nvPicPr>
            <p:cNvPr id="60" name="object 60"/>
            <p:cNvPicPr/>
            <p:nvPr/>
          </p:nvPicPr>
          <p:blipFill>
            <a:blip r:embed="rId38" cstate="print"/>
            <a:stretch>
              <a:fillRect/>
            </a:stretch>
          </p:blipFill>
          <p:spPr>
            <a:xfrm>
              <a:off x="4774692" y="4649723"/>
              <a:ext cx="128016" cy="214884"/>
            </a:xfrm>
            <a:prstGeom prst="rect">
              <a:avLst/>
            </a:prstGeom>
          </p:spPr>
        </p:pic>
        <p:sp>
          <p:nvSpPr>
            <p:cNvPr id="61" name="object 61"/>
            <p:cNvSpPr/>
            <p:nvPr/>
          </p:nvSpPr>
          <p:spPr>
            <a:xfrm>
              <a:off x="4930139" y="4649724"/>
              <a:ext cx="26034" cy="212090"/>
            </a:xfrm>
            <a:custGeom>
              <a:avLst/>
              <a:gdLst/>
              <a:ahLst/>
              <a:cxnLst/>
              <a:rect l="l" t="t" r="r" b="b"/>
              <a:pathLst>
                <a:path w="26035" h="212089">
                  <a:moveTo>
                    <a:pt x="25908" y="211835"/>
                  </a:moveTo>
                  <a:lnTo>
                    <a:pt x="0" y="211835"/>
                  </a:lnTo>
                  <a:lnTo>
                    <a:pt x="0" y="0"/>
                  </a:lnTo>
                  <a:lnTo>
                    <a:pt x="25908" y="0"/>
                  </a:lnTo>
                  <a:lnTo>
                    <a:pt x="25908" y="211835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62" name="object 62"/>
            <p:cNvPicPr/>
            <p:nvPr/>
          </p:nvPicPr>
          <p:blipFill>
            <a:blip r:embed="rId39" cstate="print"/>
            <a:stretch>
              <a:fillRect/>
            </a:stretch>
          </p:blipFill>
          <p:spPr>
            <a:xfrm>
              <a:off x="4981955" y="4704588"/>
              <a:ext cx="131064" cy="160019"/>
            </a:xfrm>
            <a:prstGeom prst="rect">
              <a:avLst/>
            </a:prstGeom>
          </p:spPr>
        </p:pic>
      </p:grpSp>
      <p:grpSp>
        <p:nvGrpSpPr>
          <p:cNvPr id="63" name="object 63"/>
          <p:cNvGrpSpPr/>
          <p:nvPr/>
        </p:nvGrpSpPr>
        <p:grpSpPr>
          <a:xfrm>
            <a:off x="5225796" y="4648200"/>
            <a:ext cx="144780" cy="213360"/>
            <a:chOff x="5225796" y="4648200"/>
            <a:chExt cx="144780" cy="213360"/>
          </a:xfrm>
        </p:grpSpPr>
        <p:sp>
          <p:nvSpPr>
            <p:cNvPr id="64" name="object 64"/>
            <p:cNvSpPr/>
            <p:nvPr/>
          </p:nvSpPr>
          <p:spPr>
            <a:xfrm>
              <a:off x="5225796" y="4657343"/>
              <a:ext cx="29209" cy="204470"/>
            </a:xfrm>
            <a:custGeom>
              <a:avLst/>
              <a:gdLst/>
              <a:ahLst/>
              <a:cxnLst/>
              <a:rect l="l" t="t" r="r" b="b"/>
              <a:pathLst>
                <a:path w="29210" h="204470">
                  <a:moveTo>
                    <a:pt x="27432" y="51816"/>
                  </a:moveTo>
                  <a:lnTo>
                    <a:pt x="1524" y="51816"/>
                  </a:lnTo>
                  <a:lnTo>
                    <a:pt x="1524" y="204216"/>
                  </a:lnTo>
                  <a:lnTo>
                    <a:pt x="27432" y="204216"/>
                  </a:lnTo>
                  <a:lnTo>
                    <a:pt x="27432" y="51816"/>
                  </a:lnTo>
                  <a:close/>
                </a:path>
                <a:path w="29210" h="204470">
                  <a:moveTo>
                    <a:pt x="28956" y="0"/>
                  </a:moveTo>
                  <a:lnTo>
                    <a:pt x="0" y="0"/>
                  </a:lnTo>
                  <a:lnTo>
                    <a:pt x="0" y="27432"/>
                  </a:lnTo>
                  <a:lnTo>
                    <a:pt x="28956" y="27432"/>
                  </a:lnTo>
                  <a:lnTo>
                    <a:pt x="28956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65" name="object 65"/>
            <p:cNvPicPr/>
            <p:nvPr/>
          </p:nvPicPr>
          <p:blipFill>
            <a:blip r:embed="rId40" cstate="print"/>
            <a:stretch>
              <a:fillRect/>
            </a:stretch>
          </p:blipFill>
          <p:spPr>
            <a:xfrm>
              <a:off x="5276088" y="4648200"/>
              <a:ext cx="94487" cy="213359"/>
            </a:xfrm>
            <a:prstGeom prst="rect">
              <a:avLst/>
            </a:prstGeom>
          </p:spPr>
        </p:pic>
      </p:grpSp>
      <p:grpSp>
        <p:nvGrpSpPr>
          <p:cNvPr id="66" name="object 66"/>
          <p:cNvGrpSpPr/>
          <p:nvPr/>
        </p:nvGrpSpPr>
        <p:grpSpPr>
          <a:xfrm>
            <a:off x="5452872" y="4649723"/>
            <a:ext cx="629920" cy="215265"/>
            <a:chOff x="5452872" y="4649723"/>
            <a:chExt cx="629920" cy="215265"/>
          </a:xfrm>
        </p:grpSpPr>
        <p:pic>
          <p:nvPicPr>
            <p:cNvPr id="67" name="object 67"/>
            <p:cNvPicPr/>
            <p:nvPr/>
          </p:nvPicPr>
          <p:blipFill>
            <a:blip r:embed="rId41" cstate="print"/>
            <a:stretch>
              <a:fillRect/>
            </a:stretch>
          </p:blipFill>
          <p:spPr>
            <a:xfrm>
              <a:off x="5452872" y="4649723"/>
              <a:ext cx="227076" cy="214884"/>
            </a:xfrm>
            <a:prstGeom prst="rect">
              <a:avLst/>
            </a:prstGeom>
          </p:spPr>
        </p:pic>
        <p:pic>
          <p:nvPicPr>
            <p:cNvPr id="68" name="object 68"/>
            <p:cNvPicPr/>
            <p:nvPr/>
          </p:nvPicPr>
          <p:blipFill>
            <a:blip r:embed="rId42" cstate="print"/>
            <a:stretch>
              <a:fillRect/>
            </a:stretch>
          </p:blipFill>
          <p:spPr>
            <a:xfrm>
              <a:off x="5705855" y="4704588"/>
              <a:ext cx="131064" cy="160019"/>
            </a:xfrm>
            <a:prstGeom prst="rect">
              <a:avLst/>
            </a:prstGeom>
          </p:spPr>
        </p:pic>
        <p:pic>
          <p:nvPicPr>
            <p:cNvPr id="69" name="object 69"/>
            <p:cNvPicPr/>
            <p:nvPr/>
          </p:nvPicPr>
          <p:blipFill>
            <a:blip r:embed="rId43" cstate="print"/>
            <a:stretch>
              <a:fillRect/>
            </a:stretch>
          </p:blipFill>
          <p:spPr>
            <a:xfrm>
              <a:off x="5862828" y="4704588"/>
              <a:ext cx="219455" cy="160019"/>
            </a:xfrm>
            <a:prstGeom prst="rect">
              <a:avLst/>
            </a:prstGeom>
          </p:spPr>
        </p:pic>
      </p:grpSp>
      <p:grpSp>
        <p:nvGrpSpPr>
          <p:cNvPr id="70" name="object 70"/>
          <p:cNvGrpSpPr/>
          <p:nvPr/>
        </p:nvGrpSpPr>
        <p:grpSpPr>
          <a:xfrm>
            <a:off x="6195060" y="4657344"/>
            <a:ext cx="166370" cy="207645"/>
            <a:chOff x="6195060" y="4657344"/>
            <a:chExt cx="166370" cy="207645"/>
          </a:xfrm>
        </p:grpSpPr>
        <p:sp>
          <p:nvSpPr>
            <p:cNvPr id="71" name="object 71"/>
            <p:cNvSpPr/>
            <p:nvPr/>
          </p:nvSpPr>
          <p:spPr>
            <a:xfrm>
              <a:off x="6195060" y="4657344"/>
              <a:ext cx="29209" cy="204470"/>
            </a:xfrm>
            <a:custGeom>
              <a:avLst/>
              <a:gdLst/>
              <a:ahLst/>
              <a:cxnLst/>
              <a:rect l="l" t="t" r="r" b="b"/>
              <a:pathLst>
                <a:path w="29210" h="204470">
                  <a:moveTo>
                    <a:pt x="27432" y="51816"/>
                  </a:moveTo>
                  <a:lnTo>
                    <a:pt x="3048" y="51816"/>
                  </a:lnTo>
                  <a:lnTo>
                    <a:pt x="3048" y="204216"/>
                  </a:lnTo>
                  <a:lnTo>
                    <a:pt x="27432" y="204216"/>
                  </a:lnTo>
                  <a:lnTo>
                    <a:pt x="27432" y="51816"/>
                  </a:lnTo>
                  <a:close/>
                </a:path>
                <a:path w="29210" h="204470">
                  <a:moveTo>
                    <a:pt x="28956" y="0"/>
                  </a:moveTo>
                  <a:lnTo>
                    <a:pt x="0" y="0"/>
                  </a:lnTo>
                  <a:lnTo>
                    <a:pt x="0" y="27432"/>
                  </a:lnTo>
                  <a:lnTo>
                    <a:pt x="28956" y="27432"/>
                  </a:lnTo>
                  <a:lnTo>
                    <a:pt x="28956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72" name="object 72"/>
            <p:cNvPicPr/>
            <p:nvPr/>
          </p:nvPicPr>
          <p:blipFill>
            <a:blip r:embed="rId44" cstate="print"/>
            <a:stretch>
              <a:fillRect/>
            </a:stretch>
          </p:blipFill>
          <p:spPr>
            <a:xfrm>
              <a:off x="6251447" y="4706112"/>
              <a:ext cx="109727" cy="158495"/>
            </a:xfrm>
            <a:prstGeom prst="rect">
              <a:avLst/>
            </a:prstGeom>
          </p:spPr>
        </p:pic>
      </p:grpSp>
      <p:pic>
        <p:nvPicPr>
          <p:cNvPr id="73" name="object 73"/>
          <p:cNvPicPr/>
          <p:nvPr/>
        </p:nvPicPr>
        <p:blipFill>
          <a:blip r:embed="rId45" cstate="print"/>
          <a:stretch>
            <a:fillRect/>
          </a:stretch>
        </p:blipFill>
        <p:spPr>
          <a:xfrm>
            <a:off x="6460235" y="4706111"/>
            <a:ext cx="121920" cy="158496"/>
          </a:xfrm>
          <a:prstGeom prst="rect">
            <a:avLst/>
          </a:prstGeom>
        </p:spPr>
      </p:pic>
      <p:grpSp>
        <p:nvGrpSpPr>
          <p:cNvPr id="74" name="object 74"/>
          <p:cNvGrpSpPr/>
          <p:nvPr/>
        </p:nvGrpSpPr>
        <p:grpSpPr>
          <a:xfrm>
            <a:off x="6705600" y="4649723"/>
            <a:ext cx="911860" cy="266700"/>
            <a:chOff x="6705600" y="4649723"/>
            <a:chExt cx="911860" cy="266700"/>
          </a:xfrm>
        </p:grpSpPr>
        <p:pic>
          <p:nvPicPr>
            <p:cNvPr id="75" name="object 75"/>
            <p:cNvPicPr/>
            <p:nvPr/>
          </p:nvPicPr>
          <p:blipFill>
            <a:blip r:embed="rId46" cstate="print"/>
            <a:stretch>
              <a:fillRect/>
            </a:stretch>
          </p:blipFill>
          <p:spPr>
            <a:xfrm>
              <a:off x="6705600" y="4649723"/>
              <a:ext cx="118872" cy="211836"/>
            </a:xfrm>
            <a:prstGeom prst="rect">
              <a:avLst/>
            </a:prstGeom>
          </p:spPr>
        </p:pic>
        <p:pic>
          <p:nvPicPr>
            <p:cNvPr id="76" name="object 76"/>
            <p:cNvPicPr/>
            <p:nvPr/>
          </p:nvPicPr>
          <p:blipFill>
            <a:blip r:embed="rId47" cstate="print"/>
            <a:stretch>
              <a:fillRect/>
            </a:stretch>
          </p:blipFill>
          <p:spPr>
            <a:xfrm>
              <a:off x="6847332" y="4704587"/>
              <a:ext cx="262127" cy="160020"/>
            </a:xfrm>
            <a:prstGeom prst="rect">
              <a:avLst/>
            </a:prstGeom>
          </p:spPr>
        </p:pic>
        <p:pic>
          <p:nvPicPr>
            <p:cNvPr id="77" name="object 77"/>
            <p:cNvPicPr/>
            <p:nvPr/>
          </p:nvPicPr>
          <p:blipFill>
            <a:blip r:embed="rId48" cstate="print"/>
            <a:stretch>
              <a:fillRect/>
            </a:stretch>
          </p:blipFill>
          <p:spPr>
            <a:xfrm>
              <a:off x="7133844" y="4704588"/>
              <a:ext cx="126492" cy="211836"/>
            </a:xfrm>
            <a:prstGeom prst="rect">
              <a:avLst/>
            </a:prstGeom>
          </p:spPr>
        </p:pic>
        <p:sp>
          <p:nvSpPr>
            <p:cNvPr id="78" name="object 78"/>
            <p:cNvSpPr/>
            <p:nvPr/>
          </p:nvSpPr>
          <p:spPr>
            <a:xfrm>
              <a:off x="7286244" y="4657343"/>
              <a:ext cx="29209" cy="204470"/>
            </a:xfrm>
            <a:custGeom>
              <a:avLst/>
              <a:gdLst/>
              <a:ahLst/>
              <a:cxnLst/>
              <a:rect l="l" t="t" r="r" b="b"/>
              <a:pathLst>
                <a:path w="29209" h="204470">
                  <a:moveTo>
                    <a:pt x="27432" y="51816"/>
                  </a:moveTo>
                  <a:lnTo>
                    <a:pt x="1524" y="51816"/>
                  </a:lnTo>
                  <a:lnTo>
                    <a:pt x="1524" y="204216"/>
                  </a:lnTo>
                  <a:lnTo>
                    <a:pt x="27432" y="204216"/>
                  </a:lnTo>
                  <a:lnTo>
                    <a:pt x="27432" y="51816"/>
                  </a:lnTo>
                  <a:close/>
                </a:path>
                <a:path w="29209" h="204470">
                  <a:moveTo>
                    <a:pt x="28956" y="0"/>
                  </a:moveTo>
                  <a:lnTo>
                    <a:pt x="0" y="0"/>
                  </a:lnTo>
                  <a:lnTo>
                    <a:pt x="0" y="27432"/>
                  </a:lnTo>
                  <a:lnTo>
                    <a:pt x="28956" y="27432"/>
                  </a:lnTo>
                  <a:lnTo>
                    <a:pt x="28956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79" name="object 79"/>
            <p:cNvPicPr/>
            <p:nvPr/>
          </p:nvPicPr>
          <p:blipFill>
            <a:blip r:embed="rId49" cstate="print"/>
            <a:stretch>
              <a:fillRect/>
            </a:stretch>
          </p:blipFill>
          <p:spPr>
            <a:xfrm>
              <a:off x="7335012" y="4666488"/>
              <a:ext cx="219456" cy="198119"/>
            </a:xfrm>
            <a:prstGeom prst="rect">
              <a:avLst/>
            </a:prstGeom>
          </p:spPr>
        </p:pic>
        <p:sp>
          <p:nvSpPr>
            <p:cNvPr id="80" name="object 80"/>
            <p:cNvSpPr/>
            <p:nvPr/>
          </p:nvSpPr>
          <p:spPr>
            <a:xfrm>
              <a:off x="7591044" y="4649724"/>
              <a:ext cx="26034" cy="212090"/>
            </a:xfrm>
            <a:custGeom>
              <a:avLst/>
              <a:gdLst/>
              <a:ahLst/>
              <a:cxnLst/>
              <a:rect l="l" t="t" r="r" b="b"/>
              <a:pathLst>
                <a:path w="26034" h="212089">
                  <a:moveTo>
                    <a:pt x="25907" y="211835"/>
                  </a:moveTo>
                  <a:lnTo>
                    <a:pt x="0" y="211835"/>
                  </a:lnTo>
                  <a:lnTo>
                    <a:pt x="0" y="0"/>
                  </a:lnTo>
                  <a:lnTo>
                    <a:pt x="25907" y="0"/>
                  </a:lnTo>
                  <a:lnTo>
                    <a:pt x="25907" y="211835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pic>
        <p:nvPicPr>
          <p:cNvPr id="81" name="object 81"/>
          <p:cNvPicPr/>
          <p:nvPr/>
        </p:nvPicPr>
        <p:blipFill>
          <a:blip r:embed="rId50" cstate="print"/>
          <a:stretch>
            <a:fillRect/>
          </a:stretch>
        </p:blipFill>
        <p:spPr>
          <a:xfrm>
            <a:off x="7744967" y="4649723"/>
            <a:ext cx="118872" cy="211836"/>
          </a:xfrm>
          <a:prstGeom prst="rect">
            <a:avLst/>
          </a:prstGeom>
        </p:spPr>
      </p:pic>
      <p:grpSp>
        <p:nvGrpSpPr>
          <p:cNvPr id="82" name="object 82"/>
          <p:cNvGrpSpPr/>
          <p:nvPr/>
        </p:nvGrpSpPr>
        <p:grpSpPr>
          <a:xfrm>
            <a:off x="7978140" y="4649723"/>
            <a:ext cx="428625" cy="215265"/>
            <a:chOff x="7978140" y="4649723"/>
            <a:chExt cx="428625" cy="215265"/>
          </a:xfrm>
        </p:grpSpPr>
        <p:pic>
          <p:nvPicPr>
            <p:cNvPr id="83" name="object 83"/>
            <p:cNvPicPr/>
            <p:nvPr/>
          </p:nvPicPr>
          <p:blipFill>
            <a:blip r:embed="rId51" cstate="print"/>
            <a:stretch>
              <a:fillRect/>
            </a:stretch>
          </p:blipFill>
          <p:spPr>
            <a:xfrm>
              <a:off x="7978140" y="4706111"/>
              <a:ext cx="120396" cy="158496"/>
            </a:xfrm>
            <a:prstGeom prst="rect">
              <a:avLst/>
            </a:prstGeom>
          </p:spPr>
        </p:pic>
        <p:pic>
          <p:nvPicPr>
            <p:cNvPr id="84" name="object 84"/>
            <p:cNvPicPr/>
            <p:nvPr/>
          </p:nvPicPr>
          <p:blipFill>
            <a:blip r:embed="rId52" cstate="print"/>
            <a:stretch>
              <a:fillRect/>
            </a:stretch>
          </p:blipFill>
          <p:spPr>
            <a:xfrm>
              <a:off x="8135112" y="4704587"/>
              <a:ext cx="118872" cy="156972"/>
            </a:xfrm>
            <a:prstGeom prst="rect">
              <a:avLst/>
            </a:prstGeom>
          </p:spPr>
        </p:pic>
        <p:pic>
          <p:nvPicPr>
            <p:cNvPr id="85" name="object 85"/>
            <p:cNvPicPr/>
            <p:nvPr/>
          </p:nvPicPr>
          <p:blipFill>
            <a:blip r:embed="rId53" cstate="print"/>
            <a:stretch>
              <a:fillRect/>
            </a:stretch>
          </p:blipFill>
          <p:spPr>
            <a:xfrm>
              <a:off x="8278368" y="4649723"/>
              <a:ext cx="128016" cy="214884"/>
            </a:xfrm>
            <a:prstGeom prst="rect">
              <a:avLst/>
            </a:prstGeom>
          </p:spPr>
        </p:pic>
      </p:grpSp>
      <p:grpSp>
        <p:nvGrpSpPr>
          <p:cNvPr id="86" name="object 86"/>
          <p:cNvGrpSpPr/>
          <p:nvPr/>
        </p:nvGrpSpPr>
        <p:grpSpPr>
          <a:xfrm>
            <a:off x="8529828" y="4657344"/>
            <a:ext cx="399415" cy="207645"/>
            <a:chOff x="8529828" y="4657344"/>
            <a:chExt cx="399415" cy="207645"/>
          </a:xfrm>
        </p:grpSpPr>
        <p:pic>
          <p:nvPicPr>
            <p:cNvPr id="87" name="object 87"/>
            <p:cNvPicPr/>
            <p:nvPr/>
          </p:nvPicPr>
          <p:blipFill>
            <a:blip r:embed="rId54" cstate="print"/>
            <a:stretch>
              <a:fillRect/>
            </a:stretch>
          </p:blipFill>
          <p:spPr>
            <a:xfrm>
              <a:off x="8529828" y="4704588"/>
              <a:ext cx="347471" cy="160019"/>
            </a:xfrm>
            <a:prstGeom prst="rect">
              <a:avLst/>
            </a:prstGeom>
          </p:spPr>
        </p:pic>
        <p:sp>
          <p:nvSpPr>
            <p:cNvPr id="88" name="object 88"/>
            <p:cNvSpPr/>
            <p:nvPr/>
          </p:nvSpPr>
          <p:spPr>
            <a:xfrm>
              <a:off x="8900160" y="4657344"/>
              <a:ext cx="29209" cy="204470"/>
            </a:xfrm>
            <a:custGeom>
              <a:avLst/>
              <a:gdLst/>
              <a:ahLst/>
              <a:cxnLst/>
              <a:rect l="l" t="t" r="r" b="b"/>
              <a:pathLst>
                <a:path w="29209" h="204470">
                  <a:moveTo>
                    <a:pt x="27432" y="51816"/>
                  </a:moveTo>
                  <a:lnTo>
                    <a:pt x="1524" y="51816"/>
                  </a:lnTo>
                  <a:lnTo>
                    <a:pt x="1524" y="204216"/>
                  </a:lnTo>
                  <a:lnTo>
                    <a:pt x="27432" y="204216"/>
                  </a:lnTo>
                  <a:lnTo>
                    <a:pt x="27432" y="51816"/>
                  </a:lnTo>
                  <a:close/>
                </a:path>
                <a:path w="29209" h="204470">
                  <a:moveTo>
                    <a:pt x="28956" y="0"/>
                  </a:moveTo>
                  <a:lnTo>
                    <a:pt x="0" y="0"/>
                  </a:lnTo>
                  <a:lnTo>
                    <a:pt x="0" y="27432"/>
                  </a:lnTo>
                  <a:lnTo>
                    <a:pt x="28956" y="27432"/>
                  </a:lnTo>
                  <a:lnTo>
                    <a:pt x="28956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89" name="object 89"/>
          <p:cNvGrpSpPr/>
          <p:nvPr/>
        </p:nvGrpSpPr>
        <p:grpSpPr>
          <a:xfrm>
            <a:off x="8955023" y="4649723"/>
            <a:ext cx="539750" cy="215265"/>
            <a:chOff x="8955023" y="4649723"/>
            <a:chExt cx="539750" cy="215265"/>
          </a:xfrm>
        </p:grpSpPr>
        <p:pic>
          <p:nvPicPr>
            <p:cNvPr id="90" name="object 90"/>
            <p:cNvPicPr/>
            <p:nvPr/>
          </p:nvPicPr>
          <p:blipFill>
            <a:blip r:embed="rId55" cstate="print"/>
            <a:stretch>
              <a:fillRect/>
            </a:stretch>
          </p:blipFill>
          <p:spPr>
            <a:xfrm>
              <a:off x="9108947" y="4704588"/>
              <a:ext cx="131064" cy="160019"/>
            </a:xfrm>
            <a:prstGeom prst="rect">
              <a:avLst/>
            </a:prstGeom>
          </p:spPr>
        </p:pic>
        <p:pic>
          <p:nvPicPr>
            <p:cNvPr id="91" name="object 91"/>
            <p:cNvPicPr/>
            <p:nvPr/>
          </p:nvPicPr>
          <p:blipFill>
            <a:blip r:embed="rId56" cstate="print"/>
            <a:stretch>
              <a:fillRect/>
            </a:stretch>
          </p:blipFill>
          <p:spPr>
            <a:xfrm>
              <a:off x="8955023" y="4649723"/>
              <a:ext cx="126492" cy="214884"/>
            </a:xfrm>
            <a:prstGeom prst="rect">
              <a:avLst/>
            </a:prstGeom>
          </p:spPr>
        </p:pic>
        <p:pic>
          <p:nvPicPr>
            <p:cNvPr id="92" name="object 92"/>
            <p:cNvPicPr/>
            <p:nvPr/>
          </p:nvPicPr>
          <p:blipFill>
            <a:blip r:embed="rId57" cstate="print"/>
            <a:stretch>
              <a:fillRect/>
            </a:stretch>
          </p:blipFill>
          <p:spPr>
            <a:xfrm>
              <a:off x="9265920" y="4704587"/>
              <a:ext cx="118872" cy="156972"/>
            </a:xfrm>
            <a:prstGeom prst="rect">
              <a:avLst/>
            </a:prstGeom>
          </p:spPr>
        </p:pic>
        <p:pic>
          <p:nvPicPr>
            <p:cNvPr id="93" name="object 93"/>
            <p:cNvPicPr/>
            <p:nvPr/>
          </p:nvPicPr>
          <p:blipFill>
            <a:blip r:embed="rId58" cstate="print"/>
            <a:stretch>
              <a:fillRect/>
            </a:stretch>
          </p:blipFill>
          <p:spPr>
            <a:xfrm>
              <a:off x="9404604" y="4666488"/>
              <a:ext cx="89915" cy="198119"/>
            </a:xfrm>
            <a:prstGeom prst="rect">
              <a:avLst/>
            </a:prstGeom>
          </p:spPr>
        </p:pic>
      </p:grpSp>
      <p:pic>
        <p:nvPicPr>
          <p:cNvPr id="94" name="object 94"/>
          <p:cNvPicPr/>
          <p:nvPr/>
        </p:nvPicPr>
        <p:blipFill>
          <a:blip r:embed="rId59" cstate="print"/>
          <a:stretch>
            <a:fillRect/>
          </a:stretch>
        </p:blipFill>
        <p:spPr>
          <a:xfrm>
            <a:off x="1871472" y="5010912"/>
            <a:ext cx="79248" cy="152400"/>
          </a:xfrm>
          <a:prstGeom prst="rect">
            <a:avLst/>
          </a:prstGeom>
        </p:spPr>
      </p:pic>
      <p:grpSp>
        <p:nvGrpSpPr>
          <p:cNvPr id="95" name="object 95"/>
          <p:cNvGrpSpPr/>
          <p:nvPr/>
        </p:nvGrpSpPr>
        <p:grpSpPr>
          <a:xfrm>
            <a:off x="2048255" y="5007864"/>
            <a:ext cx="393700" cy="158750"/>
            <a:chOff x="2048255" y="5007864"/>
            <a:chExt cx="393700" cy="158750"/>
          </a:xfrm>
        </p:grpSpPr>
        <p:pic>
          <p:nvPicPr>
            <p:cNvPr id="96" name="object 96"/>
            <p:cNvPicPr/>
            <p:nvPr/>
          </p:nvPicPr>
          <p:blipFill>
            <a:blip r:embed="rId60" cstate="print"/>
            <a:stretch>
              <a:fillRect/>
            </a:stretch>
          </p:blipFill>
          <p:spPr>
            <a:xfrm>
              <a:off x="2048255" y="5007864"/>
              <a:ext cx="109728" cy="158495"/>
            </a:xfrm>
            <a:prstGeom prst="rect">
              <a:avLst/>
            </a:prstGeom>
          </p:spPr>
        </p:pic>
        <p:pic>
          <p:nvPicPr>
            <p:cNvPr id="97" name="object 97"/>
            <p:cNvPicPr/>
            <p:nvPr/>
          </p:nvPicPr>
          <p:blipFill>
            <a:blip r:embed="rId61" cstate="print"/>
            <a:stretch>
              <a:fillRect/>
            </a:stretch>
          </p:blipFill>
          <p:spPr>
            <a:xfrm>
              <a:off x="2180843" y="5010912"/>
              <a:ext cx="118872" cy="155448"/>
            </a:xfrm>
            <a:prstGeom prst="rect">
              <a:avLst/>
            </a:prstGeom>
          </p:spPr>
        </p:pic>
        <p:pic>
          <p:nvPicPr>
            <p:cNvPr id="98" name="object 98"/>
            <p:cNvPicPr/>
            <p:nvPr/>
          </p:nvPicPr>
          <p:blipFill>
            <a:blip r:embed="rId62" cstate="print"/>
            <a:stretch>
              <a:fillRect/>
            </a:stretch>
          </p:blipFill>
          <p:spPr>
            <a:xfrm>
              <a:off x="2325623" y="5007864"/>
              <a:ext cx="115823" cy="158495"/>
            </a:xfrm>
            <a:prstGeom prst="rect">
              <a:avLst/>
            </a:prstGeom>
          </p:spPr>
        </p:pic>
      </p:grpSp>
      <p:pic>
        <p:nvPicPr>
          <p:cNvPr id="99" name="object 99"/>
          <p:cNvPicPr/>
          <p:nvPr/>
        </p:nvPicPr>
        <p:blipFill>
          <a:blip r:embed="rId63" cstate="print"/>
          <a:stretch>
            <a:fillRect/>
          </a:stretch>
        </p:blipFill>
        <p:spPr>
          <a:xfrm>
            <a:off x="2694432" y="4968239"/>
            <a:ext cx="89915" cy="196595"/>
          </a:xfrm>
          <a:prstGeom prst="rect">
            <a:avLst/>
          </a:prstGeom>
        </p:spPr>
      </p:pic>
      <p:pic>
        <p:nvPicPr>
          <p:cNvPr id="100" name="object 100"/>
          <p:cNvPicPr/>
          <p:nvPr/>
        </p:nvPicPr>
        <p:blipFill>
          <a:blip r:embed="rId64" cstate="print"/>
          <a:stretch>
            <a:fillRect/>
          </a:stretch>
        </p:blipFill>
        <p:spPr>
          <a:xfrm>
            <a:off x="2462784" y="4951476"/>
            <a:ext cx="118872" cy="211836"/>
          </a:xfrm>
          <a:prstGeom prst="rect">
            <a:avLst/>
          </a:prstGeom>
        </p:spPr>
      </p:pic>
      <p:grpSp>
        <p:nvGrpSpPr>
          <p:cNvPr id="101" name="object 101"/>
          <p:cNvGrpSpPr/>
          <p:nvPr/>
        </p:nvGrpSpPr>
        <p:grpSpPr>
          <a:xfrm>
            <a:off x="2804160" y="4951476"/>
            <a:ext cx="440690" cy="215265"/>
            <a:chOff x="2804160" y="4951476"/>
            <a:chExt cx="440690" cy="215265"/>
          </a:xfrm>
        </p:grpSpPr>
        <p:pic>
          <p:nvPicPr>
            <p:cNvPr id="102" name="object 102"/>
            <p:cNvPicPr/>
            <p:nvPr/>
          </p:nvPicPr>
          <p:blipFill>
            <a:blip r:embed="rId65" cstate="print"/>
            <a:stretch>
              <a:fillRect/>
            </a:stretch>
          </p:blipFill>
          <p:spPr>
            <a:xfrm>
              <a:off x="2804160" y="4951476"/>
              <a:ext cx="118872" cy="211836"/>
            </a:xfrm>
            <a:prstGeom prst="rect">
              <a:avLst/>
            </a:prstGeom>
          </p:spPr>
        </p:pic>
        <p:pic>
          <p:nvPicPr>
            <p:cNvPr id="103" name="object 103"/>
            <p:cNvPicPr/>
            <p:nvPr/>
          </p:nvPicPr>
          <p:blipFill>
            <a:blip r:embed="rId66" cstate="print"/>
            <a:stretch>
              <a:fillRect/>
            </a:stretch>
          </p:blipFill>
          <p:spPr>
            <a:xfrm>
              <a:off x="2947415" y="5007864"/>
              <a:ext cx="120396" cy="158496"/>
            </a:xfrm>
            <a:prstGeom prst="rect">
              <a:avLst/>
            </a:prstGeom>
          </p:spPr>
        </p:pic>
        <p:pic>
          <p:nvPicPr>
            <p:cNvPr id="104" name="object 104"/>
            <p:cNvPicPr/>
            <p:nvPr/>
          </p:nvPicPr>
          <p:blipFill>
            <a:blip r:embed="rId67" cstate="print"/>
            <a:stretch>
              <a:fillRect/>
            </a:stretch>
          </p:blipFill>
          <p:spPr>
            <a:xfrm>
              <a:off x="3089147" y="4968239"/>
              <a:ext cx="89916" cy="196595"/>
            </a:xfrm>
            <a:prstGeom prst="rect">
              <a:avLst/>
            </a:prstGeom>
          </p:spPr>
        </p:pic>
        <p:sp>
          <p:nvSpPr>
            <p:cNvPr id="105" name="object 105"/>
            <p:cNvSpPr/>
            <p:nvPr/>
          </p:nvSpPr>
          <p:spPr>
            <a:xfrm>
              <a:off x="3212592" y="5010924"/>
              <a:ext cx="32384" cy="152400"/>
            </a:xfrm>
            <a:custGeom>
              <a:avLst/>
              <a:gdLst/>
              <a:ahLst/>
              <a:cxnLst/>
              <a:rect l="l" t="t" r="r" b="b"/>
              <a:pathLst>
                <a:path w="32385" h="152400">
                  <a:moveTo>
                    <a:pt x="32004" y="112776"/>
                  </a:moveTo>
                  <a:lnTo>
                    <a:pt x="0" y="112776"/>
                  </a:lnTo>
                  <a:lnTo>
                    <a:pt x="0" y="152400"/>
                  </a:lnTo>
                  <a:lnTo>
                    <a:pt x="32004" y="152400"/>
                  </a:lnTo>
                  <a:lnTo>
                    <a:pt x="32004" y="112776"/>
                  </a:lnTo>
                  <a:close/>
                </a:path>
                <a:path w="32385" h="152400">
                  <a:moveTo>
                    <a:pt x="32004" y="0"/>
                  </a:moveTo>
                  <a:lnTo>
                    <a:pt x="0" y="0"/>
                  </a:lnTo>
                  <a:lnTo>
                    <a:pt x="0" y="38100"/>
                  </a:lnTo>
                  <a:lnTo>
                    <a:pt x="32004" y="38100"/>
                  </a:lnTo>
                  <a:lnTo>
                    <a:pt x="32004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06" name="object 106"/>
          <p:cNvGrpSpPr/>
          <p:nvPr/>
        </p:nvGrpSpPr>
        <p:grpSpPr>
          <a:xfrm>
            <a:off x="2366772" y="5320284"/>
            <a:ext cx="239395" cy="210820"/>
            <a:chOff x="2366772" y="5320284"/>
            <a:chExt cx="239395" cy="210820"/>
          </a:xfrm>
        </p:grpSpPr>
        <p:sp>
          <p:nvSpPr>
            <p:cNvPr id="107" name="object 107"/>
            <p:cNvSpPr/>
            <p:nvPr/>
          </p:nvSpPr>
          <p:spPr>
            <a:xfrm>
              <a:off x="2366772" y="5430012"/>
              <a:ext cx="90170" cy="90170"/>
            </a:xfrm>
            <a:custGeom>
              <a:avLst/>
              <a:gdLst/>
              <a:ahLst/>
              <a:cxnLst/>
              <a:rect l="l" t="t" r="r" b="b"/>
              <a:pathLst>
                <a:path w="90169" h="90170">
                  <a:moveTo>
                    <a:pt x="89916" y="89916"/>
                  </a:moveTo>
                  <a:lnTo>
                    <a:pt x="0" y="89916"/>
                  </a:lnTo>
                  <a:lnTo>
                    <a:pt x="0" y="0"/>
                  </a:lnTo>
                  <a:lnTo>
                    <a:pt x="89916" y="0"/>
                  </a:lnTo>
                  <a:lnTo>
                    <a:pt x="89916" y="89916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08" name="object 108"/>
            <p:cNvPicPr/>
            <p:nvPr/>
          </p:nvPicPr>
          <p:blipFill>
            <a:blip r:embed="rId68" cstate="print"/>
            <a:stretch>
              <a:fillRect/>
            </a:stretch>
          </p:blipFill>
          <p:spPr>
            <a:xfrm>
              <a:off x="2487168" y="5320284"/>
              <a:ext cx="118871" cy="210312"/>
            </a:xfrm>
            <a:prstGeom prst="rect">
              <a:avLst/>
            </a:prstGeom>
          </p:spPr>
        </p:pic>
      </p:grpSp>
      <p:grpSp>
        <p:nvGrpSpPr>
          <p:cNvPr id="109" name="object 109"/>
          <p:cNvGrpSpPr/>
          <p:nvPr/>
        </p:nvGrpSpPr>
        <p:grpSpPr>
          <a:xfrm>
            <a:off x="2717292" y="5320284"/>
            <a:ext cx="426720" cy="215265"/>
            <a:chOff x="2717292" y="5320284"/>
            <a:chExt cx="426720" cy="215265"/>
          </a:xfrm>
        </p:grpSpPr>
        <p:pic>
          <p:nvPicPr>
            <p:cNvPr id="110" name="object 110"/>
            <p:cNvPicPr/>
            <p:nvPr/>
          </p:nvPicPr>
          <p:blipFill>
            <a:blip r:embed="rId69" cstate="print"/>
            <a:stretch>
              <a:fillRect/>
            </a:stretch>
          </p:blipFill>
          <p:spPr>
            <a:xfrm>
              <a:off x="2717292" y="5375147"/>
              <a:ext cx="120396" cy="160020"/>
            </a:xfrm>
            <a:prstGeom prst="rect">
              <a:avLst/>
            </a:prstGeom>
          </p:spPr>
        </p:pic>
        <p:pic>
          <p:nvPicPr>
            <p:cNvPr id="111" name="object 111"/>
            <p:cNvPicPr/>
            <p:nvPr/>
          </p:nvPicPr>
          <p:blipFill>
            <a:blip r:embed="rId70" cstate="print"/>
            <a:stretch>
              <a:fillRect/>
            </a:stretch>
          </p:blipFill>
          <p:spPr>
            <a:xfrm>
              <a:off x="2874263" y="5375148"/>
              <a:ext cx="118872" cy="155448"/>
            </a:xfrm>
            <a:prstGeom prst="rect">
              <a:avLst/>
            </a:prstGeom>
          </p:spPr>
        </p:pic>
        <p:pic>
          <p:nvPicPr>
            <p:cNvPr id="112" name="object 112"/>
            <p:cNvPicPr/>
            <p:nvPr/>
          </p:nvPicPr>
          <p:blipFill>
            <a:blip r:embed="rId71" cstate="print"/>
            <a:stretch>
              <a:fillRect/>
            </a:stretch>
          </p:blipFill>
          <p:spPr>
            <a:xfrm>
              <a:off x="3017519" y="5320284"/>
              <a:ext cx="126492" cy="214884"/>
            </a:xfrm>
            <a:prstGeom prst="rect">
              <a:avLst/>
            </a:prstGeom>
          </p:spPr>
        </p:pic>
      </p:grpSp>
      <p:pic>
        <p:nvPicPr>
          <p:cNvPr id="113" name="object 113"/>
          <p:cNvPicPr/>
          <p:nvPr/>
        </p:nvPicPr>
        <p:blipFill>
          <a:blip r:embed="rId72" cstate="print"/>
          <a:stretch>
            <a:fillRect/>
          </a:stretch>
        </p:blipFill>
        <p:spPr>
          <a:xfrm>
            <a:off x="3268979" y="5379720"/>
            <a:ext cx="79248" cy="150875"/>
          </a:xfrm>
          <a:prstGeom prst="rect">
            <a:avLst/>
          </a:prstGeom>
        </p:spPr>
      </p:pic>
      <p:grpSp>
        <p:nvGrpSpPr>
          <p:cNvPr id="114" name="object 114"/>
          <p:cNvGrpSpPr/>
          <p:nvPr/>
        </p:nvGrpSpPr>
        <p:grpSpPr>
          <a:xfrm>
            <a:off x="3448811" y="5375147"/>
            <a:ext cx="378460" cy="160020"/>
            <a:chOff x="3448811" y="5375147"/>
            <a:chExt cx="378460" cy="160020"/>
          </a:xfrm>
        </p:grpSpPr>
        <p:pic>
          <p:nvPicPr>
            <p:cNvPr id="115" name="object 115"/>
            <p:cNvPicPr/>
            <p:nvPr/>
          </p:nvPicPr>
          <p:blipFill>
            <a:blip r:embed="rId73" cstate="print"/>
            <a:stretch>
              <a:fillRect/>
            </a:stretch>
          </p:blipFill>
          <p:spPr>
            <a:xfrm>
              <a:off x="3448811" y="5375147"/>
              <a:ext cx="120396" cy="160020"/>
            </a:xfrm>
            <a:prstGeom prst="rect">
              <a:avLst/>
            </a:prstGeom>
          </p:spPr>
        </p:pic>
        <p:pic>
          <p:nvPicPr>
            <p:cNvPr id="116" name="object 116"/>
            <p:cNvPicPr/>
            <p:nvPr/>
          </p:nvPicPr>
          <p:blipFill>
            <a:blip r:embed="rId74" cstate="print"/>
            <a:stretch>
              <a:fillRect/>
            </a:stretch>
          </p:blipFill>
          <p:spPr>
            <a:xfrm>
              <a:off x="3605784" y="5375148"/>
              <a:ext cx="220979" cy="158495"/>
            </a:xfrm>
            <a:prstGeom prst="rect">
              <a:avLst/>
            </a:prstGeom>
          </p:spPr>
        </p:pic>
      </p:grpSp>
      <p:grpSp>
        <p:nvGrpSpPr>
          <p:cNvPr id="117" name="object 117"/>
          <p:cNvGrpSpPr/>
          <p:nvPr/>
        </p:nvGrpSpPr>
        <p:grpSpPr>
          <a:xfrm>
            <a:off x="3925823" y="5318760"/>
            <a:ext cx="1290955" cy="268605"/>
            <a:chOff x="3925823" y="5318760"/>
            <a:chExt cx="1290955" cy="268605"/>
          </a:xfrm>
        </p:grpSpPr>
        <p:pic>
          <p:nvPicPr>
            <p:cNvPr id="118" name="object 118"/>
            <p:cNvPicPr/>
            <p:nvPr/>
          </p:nvPicPr>
          <p:blipFill>
            <a:blip r:embed="rId75" cstate="print"/>
            <a:stretch>
              <a:fillRect/>
            </a:stretch>
          </p:blipFill>
          <p:spPr>
            <a:xfrm>
              <a:off x="3925823" y="5320284"/>
              <a:ext cx="1080516" cy="266699"/>
            </a:xfrm>
            <a:prstGeom prst="rect">
              <a:avLst/>
            </a:prstGeom>
          </p:spPr>
        </p:pic>
        <p:sp>
          <p:nvSpPr>
            <p:cNvPr id="119" name="object 119"/>
            <p:cNvSpPr/>
            <p:nvPr/>
          </p:nvSpPr>
          <p:spPr>
            <a:xfrm>
              <a:off x="5033771" y="5318760"/>
              <a:ext cx="26034" cy="212090"/>
            </a:xfrm>
            <a:custGeom>
              <a:avLst/>
              <a:gdLst/>
              <a:ahLst/>
              <a:cxnLst/>
              <a:rect l="l" t="t" r="r" b="b"/>
              <a:pathLst>
                <a:path w="26035" h="212089">
                  <a:moveTo>
                    <a:pt x="25908" y="211835"/>
                  </a:moveTo>
                  <a:lnTo>
                    <a:pt x="0" y="211835"/>
                  </a:lnTo>
                  <a:lnTo>
                    <a:pt x="0" y="0"/>
                  </a:lnTo>
                  <a:lnTo>
                    <a:pt x="25908" y="0"/>
                  </a:lnTo>
                  <a:lnTo>
                    <a:pt x="25908" y="211835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20" name="object 120"/>
            <p:cNvPicPr/>
            <p:nvPr/>
          </p:nvPicPr>
          <p:blipFill>
            <a:blip r:embed="rId76" cstate="print"/>
            <a:stretch>
              <a:fillRect/>
            </a:stretch>
          </p:blipFill>
          <p:spPr>
            <a:xfrm>
              <a:off x="5085587" y="5375148"/>
              <a:ext cx="131064" cy="158495"/>
            </a:xfrm>
            <a:prstGeom prst="rect">
              <a:avLst/>
            </a:prstGeom>
          </p:spPr>
        </p:pic>
      </p:grpSp>
      <p:pic>
        <p:nvPicPr>
          <p:cNvPr id="121" name="object 121"/>
          <p:cNvPicPr/>
          <p:nvPr/>
        </p:nvPicPr>
        <p:blipFill>
          <a:blip r:embed="rId77" cstate="print"/>
          <a:stretch>
            <a:fillRect/>
          </a:stretch>
        </p:blipFill>
        <p:spPr>
          <a:xfrm>
            <a:off x="5314187" y="5335524"/>
            <a:ext cx="234696" cy="199643"/>
          </a:xfrm>
          <a:prstGeom prst="rect">
            <a:avLst/>
          </a:prstGeom>
        </p:spPr>
      </p:pic>
      <p:grpSp>
        <p:nvGrpSpPr>
          <p:cNvPr id="122" name="object 122"/>
          <p:cNvGrpSpPr/>
          <p:nvPr/>
        </p:nvGrpSpPr>
        <p:grpSpPr>
          <a:xfrm>
            <a:off x="5650992" y="5320284"/>
            <a:ext cx="550545" cy="215265"/>
            <a:chOff x="5650992" y="5320284"/>
            <a:chExt cx="550545" cy="215265"/>
          </a:xfrm>
        </p:grpSpPr>
        <p:pic>
          <p:nvPicPr>
            <p:cNvPr id="123" name="object 123"/>
            <p:cNvPicPr/>
            <p:nvPr/>
          </p:nvPicPr>
          <p:blipFill>
            <a:blip r:embed="rId78" cstate="print"/>
            <a:stretch>
              <a:fillRect/>
            </a:stretch>
          </p:blipFill>
          <p:spPr>
            <a:xfrm>
              <a:off x="5650992" y="5375147"/>
              <a:ext cx="268223" cy="160020"/>
            </a:xfrm>
            <a:prstGeom prst="rect">
              <a:avLst/>
            </a:prstGeom>
          </p:spPr>
        </p:pic>
        <p:pic>
          <p:nvPicPr>
            <p:cNvPr id="124" name="object 124"/>
            <p:cNvPicPr/>
            <p:nvPr/>
          </p:nvPicPr>
          <p:blipFill>
            <a:blip r:embed="rId79" cstate="print"/>
            <a:stretch>
              <a:fillRect/>
            </a:stretch>
          </p:blipFill>
          <p:spPr>
            <a:xfrm>
              <a:off x="5945124" y="5375148"/>
              <a:ext cx="115824" cy="158495"/>
            </a:xfrm>
            <a:prstGeom prst="rect">
              <a:avLst/>
            </a:prstGeom>
          </p:spPr>
        </p:pic>
        <p:pic>
          <p:nvPicPr>
            <p:cNvPr id="125" name="object 125"/>
            <p:cNvPicPr/>
            <p:nvPr/>
          </p:nvPicPr>
          <p:blipFill>
            <a:blip r:embed="rId80" cstate="print"/>
            <a:stretch>
              <a:fillRect/>
            </a:stretch>
          </p:blipFill>
          <p:spPr>
            <a:xfrm>
              <a:off x="6082283" y="5320284"/>
              <a:ext cx="118872" cy="210312"/>
            </a:xfrm>
            <a:prstGeom prst="rect">
              <a:avLst/>
            </a:prstGeom>
          </p:spPr>
        </p:pic>
      </p:grpSp>
      <p:grpSp>
        <p:nvGrpSpPr>
          <p:cNvPr id="126" name="object 126"/>
          <p:cNvGrpSpPr/>
          <p:nvPr/>
        </p:nvGrpSpPr>
        <p:grpSpPr>
          <a:xfrm>
            <a:off x="6315456" y="5320284"/>
            <a:ext cx="711835" cy="260985"/>
            <a:chOff x="6315456" y="5320284"/>
            <a:chExt cx="711835" cy="260985"/>
          </a:xfrm>
        </p:grpSpPr>
        <p:pic>
          <p:nvPicPr>
            <p:cNvPr id="127" name="object 127"/>
            <p:cNvPicPr/>
            <p:nvPr/>
          </p:nvPicPr>
          <p:blipFill>
            <a:blip r:embed="rId81" cstate="print"/>
            <a:stretch>
              <a:fillRect/>
            </a:stretch>
          </p:blipFill>
          <p:spPr>
            <a:xfrm>
              <a:off x="6315456" y="5320284"/>
              <a:ext cx="373379" cy="214884"/>
            </a:xfrm>
            <a:prstGeom prst="rect">
              <a:avLst/>
            </a:prstGeom>
          </p:spPr>
        </p:pic>
        <p:pic>
          <p:nvPicPr>
            <p:cNvPr id="128" name="object 128"/>
            <p:cNvPicPr/>
            <p:nvPr/>
          </p:nvPicPr>
          <p:blipFill>
            <a:blip r:embed="rId82" cstate="print"/>
            <a:stretch>
              <a:fillRect/>
            </a:stretch>
          </p:blipFill>
          <p:spPr>
            <a:xfrm>
              <a:off x="6714744" y="5375148"/>
              <a:ext cx="131064" cy="158495"/>
            </a:xfrm>
            <a:prstGeom prst="rect">
              <a:avLst/>
            </a:prstGeom>
          </p:spPr>
        </p:pic>
        <p:pic>
          <p:nvPicPr>
            <p:cNvPr id="129" name="object 129"/>
            <p:cNvPicPr/>
            <p:nvPr/>
          </p:nvPicPr>
          <p:blipFill>
            <a:blip r:embed="rId83" cstate="print"/>
            <a:stretch>
              <a:fillRect/>
            </a:stretch>
          </p:blipFill>
          <p:spPr>
            <a:xfrm>
              <a:off x="6870192" y="5379719"/>
              <a:ext cx="156971" cy="201168"/>
            </a:xfrm>
            <a:prstGeom prst="rect">
              <a:avLst/>
            </a:prstGeom>
          </p:spPr>
        </p:pic>
      </p:grpSp>
      <p:grpSp>
        <p:nvGrpSpPr>
          <p:cNvPr id="130" name="object 130"/>
          <p:cNvGrpSpPr/>
          <p:nvPr/>
        </p:nvGrpSpPr>
        <p:grpSpPr>
          <a:xfrm>
            <a:off x="7147559" y="5320284"/>
            <a:ext cx="428625" cy="215265"/>
            <a:chOff x="7147559" y="5320284"/>
            <a:chExt cx="428625" cy="215265"/>
          </a:xfrm>
        </p:grpSpPr>
        <p:pic>
          <p:nvPicPr>
            <p:cNvPr id="131" name="object 131"/>
            <p:cNvPicPr/>
            <p:nvPr/>
          </p:nvPicPr>
          <p:blipFill>
            <a:blip r:embed="rId84" cstate="print"/>
            <a:stretch>
              <a:fillRect/>
            </a:stretch>
          </p:blipFill>
          <p:spPr>
            <a:xfrm>
              <a:off x="7147559" y="5375147"/>
              <a:ext cx="120396" cy="160020"/>
            </a:xfrm>
            <a:prstGeom prst="rect">
              <a:avLst/>
            </a:prstGeom>
          </p:spPr>
        </p:pic>
        <p:pic>
          <p:nvPicPr>
            <p:cNvPr id="132" name="object 132"/>
            <p:cNvPicPr/>
            <p:nvPr/>
          </p:nvPicPr>
          <p:blipFill>
            <a:blip r:embed="rId85" cstate="print"/>
            <a:stretch>
              <a:fillRect/>
            </a:stretch>
          </p:blipFill>
          <p:spPr>
            <a:xfrm>
              <a:off x="7306056" y="5375148"/>
              <a:ext cx="118872" cy="155448"/>
            </a:xfrm>
            <a:prstGeom prst="rect">
              <a:avLst/>
            </a:prstGeom>
          </p:spPr>
        </p:pic>
        <p:pic>
          <p:nvPicPr>
            <p:cNvPr id="133" name="object 133"/>
            <p:cNvPicPr/>
            <p:nvPr/>
          </p:nvPicPr>
          <p:blipFill>
            <a:blip r:embed="rId86" cstate="print"/>
            <a:stretch>
              <a:fillRect/>
            </a:stretch>
          </p:blipFill>
          <p:spPr>
            <a:xfrm>
              <a:off x="7449311" y="5320284"/>
              <a:ext cx="126492" cy="214884"/>
            </a:xfrm>
            <a:prstGeom prst="rect">
              <a:avLst/>
            </a:prstGeom>
          </p:spPr>
        </p:pic>
      </p:grpSp>
      <p:grpSp>
        <p:nvGrpSpPr>
          <p:cNvPr id="134" name="object 134"/>
          <p:cNvGrpSpPr/>
          <p:nvPr/>
        </p:nvGrpSpPr>
        <p:grpSpPr>
          <a:xfrm>
            <a:off x="2366772" y="5687567"/>
            <a:ext cx="805180" cy="215265"/>
            <a:chOff x="2366772" y="5687567"/>
            <a:chExt cx="805180" cy="215265"/>
          </a:xfrm>
        </p:grpSpPr>
        <p:sp>
          <p:nvSpPr>
            <p:cNvPr id="135" name="object 135"/>
            <p:cNvSpPr/>
            <p:nvPr/>
          </p:nvSpPr>
          <p:spPr>
            <a:xfrm>
              <a:off x="2366772" y="5798819"/>
              <a:ext cx="90170" cy="90170"/>
            </a:xfrm>
            <a:custGeom>
              <a:avLst/>
              <a:gdLst/>
              <a:ahLst/>
              <a:cxnLst/>
              <a:rect l="l" t="t" r="r" b="b"/>
              <a:pathLst>
                <a:path w="90169" h="90170">
                  <a:moveTo>
                    <a:pt x="89916" y="89916"/>
                  </a:moveTo>
                  <a:lnTo>
                    <a:pt x="0" y="89916"/>
                  </a:lnTo>
                  <a:lnTo>
                    <a:pt x="0" y="0"/>
                  </a:lnTo>
                  <a:lnTo>
                    <a:pt x="89916" y="0"/>
                  </a:lnTo>
                  <a:lnTo>
                    <a:pt x="89916" y="89916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36" name="object 136"/>
            <p:cNvPicPr/>
            <p:nvPr/>
          </p:nvPicPr>
          <p:blipFill>
            <a:blip r:embed="rId87" cstate="print"/>
            <a:stretch>
              <a:fillRect/>
            </a:stretch>
          </p:blipFill>
          <p:spPr>
            <a:xfrm>
              <a:off x="2476500" y="5742432"/>
              <a:ext cx="131064" cy="160019"/>
            </a:xfrm>
            <a:prstGeom prst="rect">
              <a:avLst/>
            </a:prstGeom>
          </p:spPr>
        </p:pic>
        <p:sp>
          <p:nvSpPr>
            <p:cNvPr id="137" name="object 137"/>
            <p:cNvSpPr/>
            <p:nvPr/>
          </p:nvSpPr>
          <p:spPr>
            <a:xfrm>
              <a:off x="2631948" y="5695188"/>
              <a:ext cx="29209" cy="204470"/>
            </a:xfrm>
            <a:custGeom>
              <a:avLst/>
              <a:gdLst/>
              <a:ahLst/>
              <a:cxnLst/>
              <a:rect l="l" t="t" r="r" b="b"/>
              <a:pathLst>
                <a:path w="29210" h="204470">
                  <a:moveTo>
                    <a:pt x="27432" y="51816"/>
                  </a:moveTo>
                  <a:lnTo>
                    <a:pt x="1524" y="51816"/>
                  </a:lnTo>
                  <a:lnTo>
                    <a:pt x="1524" y="204216"/>
                  </a:lnTo>
                  <a:lnTo>
                    <a:pt x="27432" y="204216"/>
                  </a:lnTo>
                  <a:lnTo>
                    <a:pt x="27432" y="51816"/>
                  </a:lnTo>
                  <a:close/>
                </a:path>
                <a:path w="29210" h="204470">
                  <a:moveTo>
                    <a:pt x="28956" y="0"/>
                  </a:moveTo>
                  <a:lnTo>
                    <a:pt x="0" y="0"/>
                  </a:lnTo>
                  <a:lnTo>
                    <a:pt x="0" y="27432"/>
                  </a:lnTo>
                  <a:lnTo>
                    <a:pt x="28956" y="27432"/>
                  </a:lnTo>
                  <a:lnTo>
                    <a:pt x="28956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38" name="object 138"/>
            <p:cNvPicPr/>
            <p:nvPr/>
          </p:nvPicPr>
          <p:blipFill>
            <a:blip r:embed="rId88" cstate="print"/>
            <a:stretch>
              <a:fillRect/>
            </a:stretch>
          </p:blipFill>
          <p:spPr>
            <a:xfrm>
              <a:off x="2680716" y="5704332"/>
              <a:ext cx="89915" cy="198119"/>
            </a:xfrm>
            <a:prstGeom prst="rect">
              <a:avLst/>
            </a:prstGeom>
          </p:spPr>
        </p:pic>
        <p:pic>
          <p:nvPicPr>
            <p:cNvPr id="139" name="object 139"/>
            <p:cNvPicPr/>
            <p:nvPr/>
          </p:nvPicPr>
          <p:blipFill>
            <a:blip r:embed="rId89" cstate="print"/>
            <a:stretch>
              <a:fillRect/>
            </a:stretch>
          </p:blipFill>
          <p:spPr>
            <a:xfrm>
              <a:off x="2790444" y="5687567"/>
              <a:ext cx="118872" cy="211836"/>
            </a:xfrm>
            <a:prstGeom prst="rect">
              <a:avLst/>
            </a:prstGeom>
          </p:spPr>
        </p:pic>
        <p:pic>
          <p:nvPicPr>
            <p:cNvPr id="140" name="object 140"/>
            <p:cNvPicPr/>
            <p:nvPr/>
          </p:nvPicPr>
          <p:blipFill>
            <a:blip r:embed="rId90" cstate="print"/>
            <a:stretch>
              <a:fillRect/>
            </a:stretch>
          </p:blipFill>
          <p:spPr>
            <a:xfrm>
              <a:off x="2933700" y="5742432"/>
              <a:ext cx="131064" cy="160019"/>
            </a:xfrm>
            <a:prstGeom prst="rect">
              <a:avLst/>
            </a:prstGeom>
          </p:spPr>
        </p:pic>
        <p:pic>
          <p:nvPicPr>
            <p:cNvPr id="141" name="object 141"/>
            <p:cNvPicPr/>
            <p:nvPr/>
          </p:nvPicPr>
          <p:blipFill>
            <a:blip r:embed="rId91" cstate="print"/>
            <a:stretch>
              <a:fillRect/>
            </a:stretch>
          </p:blipFill>
          <p:spPr>
            <a:xfrm>
              <a:off x="3090671" y="5747003"/>
              <a:ext cx="80772" cy="152400"/>
            </a:xfrm>
            <a:prstGeom prst="rect">
              <a:avLst/>
            </a:prstGeom>
          </p:spPr>
        </p:pic>
      </p:grpSp>
      <p:pic>
        <p:nvPicPr>
          <p:cNvPr id="142" name="object 142"/>
          <p:cNvPicPr/>
          <p:nvPr/>
        </p:nvPicPr>
        <p:blipFill>
          <a:blip r:embed="rId91" cstate="print"/>
          <a:stretch>
            <a:fillRect/>
          </a:stretch>
        </p:blipFill>
        <p:spPr>
          <a:xfrm>
            <a:off x="3281171" y="5747003"/>
            <a:ext cx="80772" cy="152400"/>
          </a:xfrm>
          <a:prstGeom prst="rect">
            <a:avLst/>
          </a:prstGeom>
        </p:spPr>
      </p:pic>
      <p:grpSp>
        <p:nvGrpSpPr>
          <p:cNvPr id="143" name="object 143"/>
          <p:cNvGrpSpPr/>
          <p:nvPr/>
        </p:nvGrpSpPr>
        <p:grpSpPr>
          <a:xfrm>
            <a:off x="3467100" y="5695188"/>
            <a:ext cx="165100" cy="207645"/>
            <a:chOff x="3467100" y="5695188"/>
            <a:chExt cx="165100" cy="207645"/>
          </a:xfrm>
        </p:grpSpPr>
        <p:sp>
          <p:nvSpPr>
            <p:cNvPr id="144" name="object 144"/>
            <p:cNvSpPr/>
            <p:nvPr/>
          </p:nvSpPr>
          <p:spPr>
            <a:xfrm>
              <a:off x="3467100" y="5695188"/>
              <a:ext cx="29209" cy="204470"/>
            </a:xfrm>
            <a:custGeom>
              <a:avLst/>
              <a:gdLst/>
              <a:ahLst/>
              <a:cxnLst/>
              <a:rect l="l" t="t" r="r" b="b"/>
              <a:pathLst>
                <a:path w="29210" h="204470">
                  <a:moveTo>
                    <a:pt x="27432" y="51816"/>
                  </a:moveTo>
                  <a:lnTo>
                    <a:pt x="1524" y="51816"/>
                  </a:lnTo>
                  <a:lnTo>
                    <a:pt x="1524" y="204216"/>
                  </a:lnTo>
                  <a:lnTo>
                    <a:pt x="27432" y="204216"/>
                  </a:lnTo>
                  <a:lnTo>
                    <a:pt x="27432" y="51816"/>
                  </a:lnTo>
                  <a:close/>
                </a:path>
                <a:path w="29210" h="204470">
                  <a:moveTo>
                    <a:pt x="28956" y="0"/>
                  </a:moveTo>
                  <a:lnTo>
                    <a:pt x="0" y="0"/>
                  </a:lnTo>
                  <a:lnTo>
                    <a:pt x="0" y="27432"/>
                  </a:lnTo>
                  <a:lnTo>
                    <a:pt x="28956" y="27432"/>
                  </a:lnTo>
                  <a:lnTo>
                    <a:pt x="28956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45" name="object 145"/>
            <p:cNvPicPr/>
            <p:nvPr/>
          </p:nvPicPr>
          <p:blipFill>
            <a:blip r:embed="rId92" cstate="print"/>
            <a:stretch>
              <a:fillRect/>
            </a:stretch>
          </p:blipFill>
          <p:spPr>
            <a:xfrm>
              <a:off x="3521964" y="5743956"/>
              <a:ext cx="109727" cy="158495"/>
            </a:xfrm>
            <a:prstGeom prst="rect">
              <a:avLst/>
            </a:prstGeom>
          </p:spPr>
        </p:pic>
      </p:grpSp>
      <p:grpSp>
        <p:nvGrpSpPr>
          <p:cNvPr id="146" name="object 146"/>
          <p:cNvGrpSpPr/>
          <p:nvPr/>
        </p:nvGrpSpPr>
        <p:grpSpPr>
          <a:xfrm>
            <a:off x="5269991" y="5742432"/>
            <a:ext cx="241300" cy="160020"/>
            <a:chOff x="5269991" y="5742432"/>
            <a:chExt cx="241300" cy="160020"/>
          </a:xfrm>
        </p:grpSpPr>
        <p:pic>
          <p:nvPicPr>
            <p:cNvPr id="147" name="object 147"/>
            <p:cNvPicPr/>
            <p:nvPr/>
          </p:nvPicPr>
          <p:blipFill>
            <a:blip r:embed="rId93" cstate="print"/>
            <a:stretch>
              <a:fillRect/>
            </a:stretch>
          </p:blipFill>
          <p:spPr>
            <a:xfrm>
              <a:off x="5269991" y="5742432"/>
              <a:ext cx="134112" cy="160020"/>
            </a:xfrm>
            <a:prstGeom prst="rect">
              <a:avLst/>
            </a:prstGeom>
          </p:spPr>
        </p:pic>
        <p:pic>
          <p:nvPicPr>
            <p:cNvPr id="148" name="object 148"/>
            <p:cNvPicPr/>
            <p:nvPr/>
          </p:nvPicPr>
          <p:blipFill>
            <a:blip r:embed="rId94" cstate="print"/>
            <a:stretch>
              <a:fillRect/>
            </a:stretch>
          </p:blipFill>
          <p:spPr>
            <a:xfrm>
              <a:off x="5431536" y="5747004"/>
              <a:ext cx="79248" cy="152400"/>
            </a:xfrm>
            <a:prstGeom prst="rect">
              <a:avLst/>
            </a:prstGeom>
          </p:spPr>
        </p:pic>
      </p:grpSp>
      <p:pic>
        <p:nvPicPr>
          <p:cNvPr id="149" name="object 149"/>
          <p:cNvPicPr/>
          <p:nvPr/>
        </p:nvPicPr>
        <p:blipFill>
          <a:blip r:embed="rId95" cstate="print"/>
          <a:stretch>
            <a:fillRect/>
          </a:stretch>
        </p:blipFill>
        <p:spPr>
          <a:xfrm>
            <a:off x="5620511" y="5747003"/>
            <a:ext cx="80772" cy="152400"/>
          </a:xfrm>
          <a:prstGeom prst="rect">
            <a:avLst/>
          </a:prstGeom>
        </p:spPr>
      </p:pic>
      <p:pic>
        <p:nvPicPr>
          <p:cNvPr id="150" name="object 150"/>
          <p:cNvPicPr/>
          <p:nvPr/>
        </p:nvPicPr>
        <p:blipFill>
          <a:blip r:embed="rId96" cstate="print"/>
          <a:stretch>
            <a:fillRect/>
          </a:stretch>
        </p:blipFill>
        <p:spPr>
          <a:xfrm>
            <a:off x="5807963" y="5742432"/>
            <a:ext cx="126492" cy="211836"/>
          </a:xfrm>
          <a:prstGeom prst="rect">
            <a:avLst/>
          </a:prstGeom>
        </p:spPr>
      </p:pic>
      <p:pic>
        <p:nvPicPr>
          <p:cNvPr id="151" name="object 151"/>
          <p:cNvPicPr/>
          <p:nvPr/>
        </p:nvPicPr>
        <p:blipFill>
          <a:blip r:embed="rId97" cstate="print"/>
          <a:stretch>
            <a:fillRect/>
          </a:stretch>
        </p:blipFill>
        <p:spPr>
          <a:xfrm>
            <a:off x="3502152" y="5687567"/>
            <a:ext cx="1653540" cy="516636"/>
          </a:xfrm>
          <a:prstGeom prst="rect">
            <a:avLst/>
          </a:prstGeom>
        </p:spPr>
      </p:pic>
      <p:grpSp>
        <p:nvGrpSpPr>
          <p:cNvPr id="152" name="object 152"/>
          <p:cNvGrpSpPr/>
          <p:nvPr/>
        </p:nvGrpSpPr>
        <p:grpSpPr>
          <a:xfrm>
            <a:off x="5961888" y="5686044"/>
            <a:ext cx="678180" cy="216535"/>
            <a:chOff x="5961888" y="5686044"/>
            <a:chExt cx="678180" cy="216535"/>
          </a:xfrm>
        </p:grpSpPr>
        <p:pic>
          <p:nvPicPr>
            <p:cNvPr id="153" name="object 153"/>
            <p:cNvPicPr/>
            <p:nvPr/>
          </p:nvPicPr>
          <p:blipFill>
            <a:blip r:embed="rId98" cstate="print"/>
            <a:stretch>
              <a:fillRect/>
            </a:stretch>
          </p:blipFill>
          <p:spPr>
            <a:xfrm>
              <a:off x="5961888" y="5686044"/>
              <a:ext cx="451104" cy="216407"/>
            </a:xfrm>
            <a:prstGeom prst="rect">
              <a:avLst/>
            </a:prstGeom>
          </p:spPr>
        </p:pic>
        <p:pic>
          <p:nvPicPr>
            <p:cNvPr id="154" name="object 154"/>
            <p:cNvPicPr/>
            <p:nvPr/>
          </p:nvPicPr>
          <p:blipFill>
            <a:blip r:embed="rId99" cstate="print"/>
            <a:stretch>
              <a:fillRect/>
            </a:stretch>
          </p:blipFill>
          <p:spPr>
            <a:xfrm>
              <a:off x="6440423" y="5743956"/>
              <a:ext cx="199644" cy="158495"/>
            </a:xfrm>
            <a:prstGeom prst="rect">
              <a:avLst/>
            </a:prstGeom>
          </p:spPr>
        </p:pic>
      </p:grpSp>
      <p:pic>
        <p:nvPicPr>
          <p:cNvPr id="155" name="object 155"/>
          <p:cNvPicPr/>
          <p:nvPr/>
        </p:nvPicPr>
        <p:blipFill>
          <a:blip r:embed="rId100" cstate="print"/>
          <a:stretch>
            <a:fillRect/>
          </a:stretch>
        </p:blipFill>
        <p:spPr>
          <a:xfrm>
            <a:off x="6749796" y="5687567"/>
            <a:ext cx="120396" cy="211836"/>
          </a:xfrm>
          <a:prstGeom prst="rect">
            <a:avLst/>
          </a:prstGeom>
        </p:spPr>
      </p:pic>
      <p:pic>
        <p:nvPicPr>
          <p:cNvPr id="156" name="object 156"/>
          <p:cNvPicPr/>
          <p:nvPr/>
        </p:nvPicPr>
        <p:blipFill>
          <a:blip r:embed="rId101" cstate="print"/>
          <a:stretch>
            <a:fillRect/>
          </a:stretch>
        </p:blipFill>
        <p:spPr>
          <a:xfrm>
            <a:off x="6976871" y="5704332"/>
            <a:ext cx="233172" cy="198119"/>
          </a:xfrm>
          <a:prstGeom prst="rect">
            <a:avLst/>
          </a:prstGeom>
        </p:spPr>
      </p:pic>
      <p:grpSp>
        <p:nvGrpSpPr>
          <p:cNvPr id="157" name="object 157"/>
          <p:cNvGrpSpPr/>
          <p:nvPr/>
        </p:nvGrpSpPr>
        <p:grpSpPr>
          <a:xfrm>
            <a:off x="7325867" y="5687567"/>
            <a:ext cx="381000" cy="215265"/>
            <a:chOff x="7325867" y="5687567"/>
            <a:chExt cx="381000" cy="215265"/>
          </a:xfrm>
        </p:grpSpPr>
        <p:pic>
          <p:nvPicPr>
            <p:cNvPr id="158" name="object 158"/>
            <p:cNvPicPr/>
            <p:nvPr/>
          </p:nvPicPr>
          <p:blipFill>
            <a:blip r:embed="rId102" cstate="print"/>
            <a:stretch>
              <a:fillRect/>
            </a:stretch>
          </p:blipFill>
          <p:spPr>
            <a:xfrm>
              <a:off x="7325867" y="5687567"/>
              <a:ext cx="118872" cy="211836"/>
            </a:xfrm>
            <a:prstGeom prst="rect">
              <a:avLst/>
            </a:prstGeom>
          </p:spPr>
        </p:pic>
        <p:pic>
          <p:nvPicPr>
            <p:cNvPr id="159" name="object 159"/>
            <p:cNvPicPr/>
            <p:nvPr/>
          </p:nvPicPr>
          <p:blipFill>
            <a:blip r:embed="rId103" cstate="print"/>
            <a:stretch>
              <a:fillRect/>
            </a:stretch>
          </p:blipFill>
          <p:spPr>
            <a:xfrm>
              <a:off x="7469123" y="5742432"/>
              <a:ext cx="131064" cy="160019"/>
            </a:xfrm>
            <a:prstGeom prst="rect">
              <a:avLst/>
            </a:prstGeom>
          </p:spPr>
        </p:pic>
        <p:pic>
          <p:nvPicPr>
            <p:cNvPr id="160" name="object 160"/>
            <p:cNvPicPr/>
            <p:nvPr/>
          </p:nvPicPr>
          <p:blipFill>
            <a:blip r:embed="rId95" cstate="print"/>
            <a:stretch>
              <a:fillRect/>
            </a:stretch>
          </p:blipFill>
          <p:spPr>
            <a:xfrm>
              <a:off x="7626095" y="5747003"/>
              <a:ext cx="80772" cy="152400"/>
            </a:xfrm>
            <a:prstGeom prst="rect">
              <a:avLst/>
            </a:prstGeom>
          </p:spPr>
        </p:pic>
      </p:grpSp>
      <p:grpSp>
        <p:nvGrpSpPr>
          <p:cNvPr id="161" name="object 161"/>
          <p:cNvGrpSpPr/>
          <p:nvPr/>
        </p:nvGrpSpPr>
        <p:grpSpPr>
          <a:xfrm>
            <a:off x="7802880" y="5687567"/>
            <a:ext cx="1041400" cy="268605"/>
            <a:chOff x="7802880" y="5687567"/>
            <a:chExt cx="1041400" cy="268605"/>
          </a:xfrm>
        </p:grpSpPr>
        <p:pic>
          <p:nvPicPr>
            <p:cNvPr id="162" name="object 162"/>
            <p:cNvPicPr/>
            <p:nvPr/>
          </p:nvPicPr>
          <p:blipFill>
            <a:blip r:embed="rId104" cstate="print"/>
            <a:stretch>
              <a:fillRect/>
            </a:stretch>
          </p:blipFill>
          <p:spPr>
            <a:xfrm>
              <a:off x="7802880" y="5743955"/>
              <a:ext cx="120396" cy="158496"/>
            </a:xfrm>
            <a:prstGeom prst="rect">
              <a:avLst/>
            </a:prstGeom>
          </p:spPr>
        </p:pic>
        <p:pic>
          <p:nvPicPr>
            <p:cNvPr id="163" name="object 163"/>
            <p:cNvPicPr/>
            <p:nvPr/>
          </p:nvPicPr>
          <p:blipFill>
            <a:blip r:embed="rId105" cstate="print"/>
            <a:stretch>
              <a:fillRect/>
            </a:stretch>
          </p:blipFill>
          <p:spPr>
            <a:xfrm>
              <a:off x="7952232" y="5743956"/>
              <a:ext cx="233172" cy="158495"/>
            </a:xfrm>
            <a:prstGeom prst="rect">
              <a:avLst/>
            </a:prstGeom>
          </p:spPr>
        </p:pic>
        <p:sp>
          <p:nvSpPr>
            <p:cNvPr id="164" name="object 164"/>
            <p:cNvSpPr/>
            <p:nvPr/>
          </p:nvSpPr>
          <p:spPr>
            <a:xfrm>
              <a:off x="8206728" y="5695188"/>
              <a:ext cx="29209" cy="204470"/>
            </a:xfrm>
            <a:custGeom>
              <a:avLst/>
              <a:gdLst/>
              <a:ahLst/>
              <a:cxnLst/>
              <a:rect l="l" t="t" r="r" b="b"/>
              <a:pathLst>
                <a:path w="29209" h="204470">
                  <a:moveTo>
                    <a:pt x="27432" y="51816"/>
                  </a:moveTo>
                  <a:lnTo>
                    <a:pt x="3048" y="51816"/>
                  </a:lnTo>
                  <a:lnTo>
                    <a:pt x="3048" y="204216"/>
                  </a:lnTo>
                  <a:lnTo>
                    <a:pt x="27432" y="204216"/>
                  </a:lnTo>
                  <a:lnTo>
                    <a:pt x="27432" y="51816"/>
                  </a:lnTo>
                  <a:close/>
                </a:path>
                <a:path w="29209" h="204470">
                  <a:moveTo>
                    <a:pt x="28956" y="0"/>
                  </a:moveTo>
                  <a:lnTo>
                    <a:pt x="0" y="0"/>
                  </a:lnTo>
                  <a:lnTo>
                    <a:pt x="0" y="27432"/>
                  </a:lnTo>
                  <a:lnTo>
                    <a:pt x="28956" y="27432"/>
                  </a:lnTo>
                  <a:lnTo>
                    <a:pt x="28956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65" name="object 165"/>
            <p:cNvPicPr/>
            <p:nvPr/>
          </p:nvPicPr>
          <p:blipFill>
            <a:blip r:embed="rId106" cstate="print"/>
            <a:stretch>
              <a:fillRect/>
            </a:stretch>
          </p:blipFill>
          <p:spPr>
            <a:xfrm>
              <a:off x="8261604" y="5742431"/>
              <a:ext cx="126492" cy="213360"/>
            </a:xfrm>
            <a:prstGeom prst="rect">
              <a:avLst/>
            </a:prstGeom>
          </p:spPr>
        </p:pic>
        <p:pic>
          <p:nvPicPr>
            <p:cNvPr id="166" name="object 166"/>
            <p:cNvPicPr/>
            <p:nvPr/>
          </p:nvPicPr>
          <p:blipFill>
            <a:blip r:embed="rId107" cstate="print"/>
            <a:stretch>
              <a:fillRect/>
            </a:stretch>
          </p:blipFill>
          <p:spPr>
            <a:xfrm>
              <a:off x="8426196" y="5742431"/>
              <a:ext cx="118872" cy="156972"/>
            </a:xfrm>
            <a:prstGeom prst="rect">
              <a:avLst/>
            </a:prstGeom>
          </p:spPr>
        </p:pic>
        <p:pic>
          <p:nvPicPr>
            <p:cNvPr id="167" name="object 167"/>
            <p:cNvPicPr/>
            <p:nvPr/>
          </p:nvPicPr>
          <p:blipFill>
            <a:blip r:embed="rId108" cstate="print"/>
            <a:stretch>
              <a:fillRect/>
            </a:stretch>
          </p:blipFill>
          <p:spPr>
            <a:xfrm>
              <a:off x="8569452" y="5687567"/>
              <a:ext cx="274319" cy="214884"/>
            </a:xfrm>
            <a:prstGeom prst="rect">
              <a:avLst/>
            </a:prstGeom>
          </p:spPr>
        </p:pic>
      </p:grpSp>
      <p:grpSp>
        <p:nvGrpSpPr>
          <p:cNvPr id="168" name="object 168"/>
          <p:cNvGrpSpPr/>
          <p:nvPr/>
        </p:nvGrpSpPr>
        <p:grpSpPr>
          <a:xfrm>
            <a:off x="2372868" y="5989320"/>
            <a:ext cx="1004569" cy="266700"/>
            <a:chOff x="2372868" y="5989320"/>
            <a:chExt cx="1004569" cy="266700"/>
          </a:xfrm>
        </p:grpSpPr>
        <p:pic>
          <p:nvPicPr>
            <p:cNvPr id="169" name="object 169"/>
            <p:cNvPicPr/>
            <p:nvPr/>
          </p:nvPicPr>
          <p:blipFill>
            <a:blip r:embed="rId109" cstate="print"/>
            <a:stretch>
              <a:fillRect/>
            </a:stretch>
          </p:blipFill>
          <p:spPr>
            <a:xfrm>
              <a:off x="2372868" y="5989320"/>
              <a:ext cx="118871" cy="210312"/>
            </a:xfrm>
            <a:prstGeom prst="rect">
              <a:avLst/>
            </a:prstGeom>
          </p:spPr>
        </p:pic>
        <p:pic>
          <p:nvPicPr>
            <p:cNvPr id="170" name="object 170"/>
            <p:cNvPicPr/>
            <p:nvPr/>
          </p:nvPicPr>
          <p:blipFill>
            <a:blip r:embed="rId110" cstate="print"/>
            <a:stretch>
              <a:fillRect/>
            </a:stretch>
          </p:blipFill>
          <p:spPr>
            <a:xfrm>
              <a:off x="2516124" y="6044183"/>
              <a:ext cx="262128" cy="160020"/>
            </a:xfrm>
            <a:prstGeom prst="rect">
              <a:avLst/>
            </a:prstGeom>
          </p:spPr>
        </p:pic>
        <p:pic>
          <p:nvPicPr>
            <p:cNvPr id="171" name="object 171"/>
            <p:cNvPicPr/>
            <p:nvPr/>
          </p:nvPicPr>
          <p:blipFill>
            <a:blip r:embed="rId111" cstate="print"/>
            <a:stretch>
              <a:fillRect/>
            </a:stretch>
          </p:blipFill>
          <p:spPr>
            <a:xfrm>
              <a:off x="2801111" y="6044184"/>
              <a:ext cx="126492" cy="211836"/>
            </a:xfrm>
            <a:prstGeom prst="rect">
              <a:avLst/>
            </a:prstGeom>
          </p:spPr>
        </p:pic>
        <p:sp>
          <p:nvSpPr>
            <p:cNvPr id="172" name="object 172"/>
            <p:cNvSpPr/>
            <p:nvPr/>
          </p:nvSpPr>
          <p:spPr>
            <a:xfrm>
              <a:off x="2953499" y="5996940"/>
              <a:ext cx="29209" cy="203200"/>
            </a:xfrm>
            <a:custGeom>
              <a:avLst/>
              <a:gdLst/>
              <a:ahLst/>
              <a:cxnLst/>
              <a:rect l="l" t="t" r="r" b="b"/>
              <a:pathLst>
                <a:path w="29210" h="203200">
                  <a:moveTo>
                    <a:pt x="27432" y="51816"/>
                  </a:moveTo>
                  <a:lnTo>
                    <a:pt x="1524" y="51816"/>
                  </a:lnTo>
                  <a:lnTo>
                    <a:pt x="1524" y="202692"/>
                  </a:lnTo>
                  <a:lnTo>
                    <a:pt x="27432" y="202692"/>
                  </a:lnTo>
                  <a:lnTo>
                    <a:pt x="27432" y="51816"/>
                  </a:lnTo>
                  <a:close/>
                </a:path>
                <a:path w="29210" h="203200">
                  <a:moveTo>
                    <a:pt x="28956" y="0"/>
                  </a:moveTo>
                  <a:lnTo>
                    <a:pt x="0" y="0"/>
                  </a:lnTo>
                  <a:lnTo>
                    <a:pt x="0" y="25908"/>
                  </a:lnTo>
                  <a:lnTo>
                    <a:pt x="28956" y="25908"/>
                  </a:lnTo>
                  <a:lnTo>
                    <a:pt x="28956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73" name="object 173"/>
            <p:cNvPicPr/>
            <p:nvPr/>
          </p:nvPicPr>
          <p:blipFill>
            <a:blip r:embed="rId112" cstate="print"/>
            <a:stretch>
              <a:fillRect/>
            </a:stretch>
          </p:blipFill>
          <p:spPr>
            <a:xfrm>
              <a:off x="3002280" y="6004560"/>
              <a:ext cx="219455" cy="199643"/>
            </a:xfrm>
            <a:prstGeom prst="rect">
              <a:avLst/>
            </a:prstGeom>
          </p:spPr>
        </p:pic>
        <p:sp>
          <p:nvSpPr>
            <p:cNvPr id="174" name="object 174"/>
            <p:cNvSpPr/>
            <p:nvPr/>
          </p:nvSpPr>
          <p:spPr>
            <a:xfrm>
              <a:off x="3258299" y="5989320"/>
              <a:ext cx="119380" cy="260985"/>
            </a:xfrm>
            <a:custGeom>
              <a:avLst/>
              <a:gdLst/>
              <a:ahLst/>
              <a:cxnLst/>
              <a:rect l="l" t="t" r="r" b="b"/>
              <a:pathLst>
                <a:path w="119379" h="260985">
                  <a:moveTo>
                    <a:pt x="25908" y="0"/>
                  </a:moveTo>
                  <a:lnTo>
                    <a:pt x="0" y="0"/>
                  </a:lnTo>
                  <a:lnTo>
                    <a:pt x="0" y="211836"/>
                  </a:lnTo>
                  <a:lnTo>
                    <a:pt x="25908" y="211836"/>
                  </a:lnTo>
                  <a:lnTo>
                    <a:pt x="25908" y="0"/>
                  </a:lnTo>
                  <a:close/>
                </a:path>
                <a:path w="119379" h="260985">
                  <a:moveTo>
                    <a:pt x="111264" y="59436"/>
                  </a:moveTo>
                  <a:lnTo>
                    <a:pt x="77736" y="59436"/>
                  </a:lnTo>
                  <a:lnTo>
                    <a:pt x="77736" y="97536"/>
                  </a:lnTo>
                  <a:lnTo>
                    <a:pt x="111264" y="97536"/>
                  </a:lnTo>
                  <a:lnTo>
                    <a:pt x="111264" y="59436"/>
                  </a:lnTo>
                  <a:close/>
                </a:path>
                <a:path w="119379" h="260985">
                  <a:moveTo>
                    <a:pt x="118884" y="172212"/>
                  </a:moveTo>
                  <a:lnTo>
                    <a:pt x="85356" y="172212"/>
                  </a:lnTo>
                  <a:lnTo>
                    <a:pt x="62496" y="260604"/>
                  </a:lnTo>
                  <a:lnTo>
                    <a:pt x="82308" y="260604"/>
                  </a:lnTo>
                  <a:lnTo>
                    <a:pt x="118884" y="172212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75" name="object 175"/>
          <p:cNvGrpSpPr/>
          <p:nvPr/>
        </p:nvGrpSpPr>
        <p:grpSpPr>
          <a:xfrm>
            <a:off x="2366772" y="6356603"/>
            <a:ext cx="805180" cy="215265"/>
            <a:chOff x="2366772" y="6356603"/>
            <a:chExt cx="805180" cy="215265"/>
          </a:xfrm>
        </p:grpSpPr>
        <p:sp>
          <p:nvSpPr>
            <p:cNvPr id="176" name="object 176"/>
            <p:cNvSpPr/>
            <p:nvPr/>
          </p:nvSpPr>
          <p:spPr>
            <a:xfrm>
              <a:off x="2366772" y="6467855"/>
              <a:ext cx="90170" cy="90170"/>
            </a:xfrm>
            <a:custGeom>
              <a:avLst/>
              <a:gdLst/>
              <a:ahLst/>
              <a:cxnLst/>
              <a:rect l="l" t="t" r="r" b="b"/>
              <a:pathLst>
                <a:path w="90169" h="90170">
                  <a:moveTo>
                    <a:pt x="89916" y="89916"/>
                  </a:moveTo>
                  <a:lnTo>
                    <a:pt x="0" y="89916"/>
                  </a:lnTo>
                  <a:lnTo>
                    <a:pt x="0" y="0"/>
                  </a:lnTo>
                  <a:lnTo>
                    <a:pt x="89916" y="0"/>
                  </a:lnTo>
                  <a:lnTo>
                    <a:pt x="89916" y="89916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77" name="object 177"/>
            <p:cNvPicPr/>
            <p:nvPr/>
          </p:nvPicPr>
          <p:blipFill>
            <a:blip r:embed="rId113" cstate="print"/>
            <a:stretch>
              <a:fillRect/>
            </a:stretch>
          </p:blipFill>
          <p:spPr>
            <a:xfrm>
              <a:off x="2476500" y="6411467"/>
              <a:ext cx="131064" cy="160019"/>
            </a:xfrm>
            <a:prstGeom prst="rect">
              <a:avLst/>
            </a:prstGeom>
          </p:spPr>
        </p:pic>
        <p:sp>
          <p:nvSpPr>
            <p:cNvPr id="178" name="object 178"/>
            <p:cNvSpPr/>
            <p:nvPr/>
          </p:nvSpPr>
          <p:spPr>
            <a:xfrm>
              <a:off x="2631948" y="6364224"/>
              <a:ext cx="29209" cy="204470"/>
            </a:xfrm>
            <a:custGeom>
              <a:avLst/>
              <a:gdLst/>
              <a:ahLst/>
              <a:cxnLst/>
              <a:rect l="l" t="t" r="r" b="b"/>
              <a:pathLst>
                <a:path w="29210" h="204470">
                  <a:moveTo>
                    <a:pt x="27432" y="51816"/>
                  </a:moveTo>
                  <a:lnTo>
                    <a:pt x="1524" y="51816"/>
                  </a:lnTo>
                  <a:lnTo>
                    <a:pt x="1524" y="204216"/>
                  </a:lnTo>
                  <a:lnTo>
                    <a:pt x="27432" y="204216"/>
                  </a:lnTo>
                  <a:lnTo>
                    <a:pt x="27432" y="51816"/>
                  </a:lnTo>
                  <a:close/>
                </a:path>
                <a:path w="29210" h="204470">
                  <a:moveTo>
                    <a:pt x="28956" y="0"/>
                  </a:moveTo>
                  <a:lnTo>
                    <a:pt x="0" y="0"/>
                  </a:lnTo>
                  <a:lnTo>
                    <a:pt x="0" y="27432"/>
                  </a:lnTo>
                  <a:lnTo>
                    <a:pt x="28956" y="27432"/>
                  </a:lnTo>
                  <a:lnTo>
                    <a:pt x="28956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79" name="object 179"/>
            <p:cNvPicPr/>
            <p:nvPr/>
          </p:nvPicPr>
          <p:blipFill>
            <a:blip r:embed="rId114" cstate="print"/>
            <a:stretch>
              <a:fillRect/>
            </a:stretch>
          </p:blipFill>
          <p:spPr>
            <a:xfrm>
              <a:off x="2680716" y="6373367"/>
              <a:ext cx="89915" cy="198119"/>
            </a:xfrm>
            <a:prstGeom prst="rect">
              <a:avLst/>
            </a:prstGeom>
          </p:spPr>
        </p:pic>
        <p:pic>
          <p:nvPicPr>
            <p:cNvPr id="180" name="object 180"/>
            <p:cNvPicPr/>
            <p:nvPr/>
          </p:nvPicPr>
          <p:blipFill>
            <a:blip r:embed="rId115" cstate="print"/>
            <a:stretch>
              <a:fillRect/>
            </a:stretch>
          </p:blipFill>
          <p:spPr>
            <a:xfrm>
              <a:off x="2790444" y="6356603"/>
              <a:ext cx="118872" cy="211836"/>
            </a:xfrm>
            <a:prstGeom prst="rect">
              <a:avLst/>
            </a:prstGeom>
          </p:spPr>
        </p:pic>
        <p:pic>
          <p:nvPicPr>
            <p:cNvPr id="181" name="object 181"/>
            <p:cNvPicPr/>
            <p:nvPr/>
          </p:nvPicPr>
          <p:blipFill>
            <a:blip r:embed="rId116" cstate="print"/>
            <a:stretch>
              <a:fillRect/>
            </a:stretch>
          </p:blipFill>
          <p:spPr>
            <a:xfrm>
              <a:off x="2935224" y="6411467"/>
              <a:ext cx="129540" cy="160019"/>
            </a:xfrm>
            <a:prstGeom prst="rect">
              <a:avLst/>
            </a:prstGeom>
          </p:spPr>
        </p:pic>
        <p:pic>
          <p:nvPicPr>
            <p:cNvPr id="182" name="object 182"/>
            <p:cNvPicPr/>
            <p:nvPr/>
          </p:nvPicPr>
          <p:blipFill>
            <a:blip r:embed="rId117" cstate="print"/>
            <a:stretch>
              <a:fillRect/>
            </a:stretch>
          </p:blipFill>
          <p:spPr>
            <a:xfrm>
              <a:off x="3090671" y="6416039"/>
              <a:ext cx="80772" cy="152400"/>
            </a:xfrm>
            <a:prstGeom prst="rect">
              <a:avLst/>
            </a:prstGeom>
          </p:spPr>
        </p:pic>
      </p:grpSp>
      <p:pic>
        <p:nvPicPr>
          <p:cNvPr id="183" name="object 183"/>
          <p:cNvPicPr/>
          <p:nvPr/>
        </p:nvPicPr>
        <p:blipFill>
          <a:blip r:embed="rId115" cstate="print"/>
          <a:stretch>
            <a:fillRect/>
          </a:stretch>
        </p:blipFill>
        <p:spPr>
          <a:xfrm>
            <a:off x="3282696" y="6356603"/>
            <a:ext cx="118872" cy="211836"/>
          </a:xfrm>
          <a:prstGeom prst="rect">
            <a:avLst/>
          </a:prstGeom>
        </p:spPr>
      </p:pic>
      <p:grpSp>
        <p:nvGrpSpPr>
          <p:cNvPr id="184" name="object 184"/>
          <p:cNvGrpSpPr/>
          <p:nvPr/>
        </p:nvGrpSpPr>
        <p:grpSpPr>
          <a:xfrm>
            <a:off x="3512819" y="6356603"/>
            <a:ext cx="561340" cy="215265"/>
            <a:chOff x="3512819" y="6356603"/>
            <a:chExt cx="561340" cy="215265"/>
          </a:xfrm>
        </p:grpSpPr>
        <p:pic>
          <p:nvPicPr>
            <p:cNvPr id="185" name="object 185"/>
            <p:cNvPicPr/>
            <p:nvPr/>
          </p:nvPicPr>
          <p:blipFill>
            <a:blip r:embed="rId118" cstate="print"/>
            <a:stretch>
              <a:fillRect/>
            </a:stretch>
          </p:blipFill>
          <p:spPr>
            <a:xfrm>
              <a:off x="3512819" y="6356603"/>
              <a:ext cx="126492" cy="214884"/>
            </a:xfrm>
            <a:prstGeom prst="rect">
              <a:avLst/>
            </a:prstGeom>
          </p:spPr>
        </p:pic>
        <p:pic>
          <p:nvPicPr>
            <p:cNvPr id="186" name="object 186"/>
            <p:cNvPicPr/>
            <p:nvPr/>
          </p:nvPicPr>
          <p:blipFill>
            <a:blip r:embed="rId119" cstate="print"/>
            <a:stretch>
              <a:fillRect/>
            </a:stretch>
          </p:blipFill>
          <p:spPr>
            <a:xfrm>
              <a:off x="3666743" y="6411467"/>
              <a:ext cx="406907" cy="160020"/>
            </a:xfrm>
            <a:prstGeom prst="rect">
              <a:avLst/>
            </a:prstGeom>
          </p:spPr>
        </p:pic>
      </p:grpSp>
      <p:grpSp>
        <p:nvGrpSpPr>
          <p:cNvPr id="187" name="object 187"/>
          <p:cNvGrpSpPr/>
          <p:nvPr/>
        </p:nvGrpSpPr>
        <p:grpSpPr>
          <a:xfrm>
            <a:off x="4184903" y="6373367"/>
            <a:ext cx="379730" cy="198120"/>
            <a:chOff x="4184903" y="6373367"/>
            <a:chExt cx="379730" cy="198120"/>
          </a:xfrm>
        </p:grpSpPr>
        <p:pic>
          <p:nvPicPr>
            <p:cNvPr id="188" name="object 188"/>
            <p:cNvPicPr/>
            <p:nvPr/>
          </p:nvPicPr>
          <p:blipFill>
            <a:blip r:embed="rId120" cstate="print"/>
            <a:stretch>
              <a:fillRect/>
            </a:stretch>
          </p:blipFill>
          <p:spPr>
            <a:xfrm>
              <a:off x="4184903" y="6411467"/>
              <a:ext cx="118872" cy="156972"/>
            </a:xfrm>
            <a:prstGeom prst="rect">
              <a:avLst/>
            </a:prstGeom>
          </p:spPr>
        </p:pic>
        <p:pic>
          <p:nvPicPr>
            <p:cNvPr id="189" name="object 189"/>
            <p:cNvPicPr/>
            <p:nvPr/>
          </p:nvPicPr>
          <p:blipFill>
            <a:blip r:embed="rId121" cstate="print"/>
            <a:stretch>
              <a:fillRect/>
            </a:stretch>
          </p:blipFill>
          <p:spPr>
            <a:xfrm>
              <a:off x="4329683" y="6373367"/>
              <a:ext cx="234696" cy="198119"/>
            </a:xfrm>
            <a:prstGeom prst="rect">
              <a:avLst/>
            </a:prstGeom>
          </p:spPr>
        </p:pic>
      </p:grpSp>
      <p:grpSp>
        <p:nvGrpSpPr>
          <p:cNvPr id="190" name="object 190"/>
          <p:cNvGrpSpPr/>
          <p:nvPr/>
        </p:nvGrpSpPr>
        <p:grpSpPr>
          <a:xfrm>
            <a:off x="4674108" y="6356603"/>
            <a:ext cx="551815" cy="215265"/>
            <a:chOff x="4674108" y="6356603"/>
            <a:chExt cx="551815" cy="215265"/>
          </a:xfrm>
        </p:grpSpPr>
        <p:pic>
          <p:nvPicPr>
            <p:cNvPr id="191" name="object 191"/>
            <p:cNvPicPr/>
            <p:nvPr/>
          </p:nvPicPr>
          <p:blipFill>
            <a:blip r:embed="rId122" cstate="print"/>
            <a:stretch>
              <a:fillRect/>
            </a:stretch>
          </p:blipFill>
          <p:spPr>
            <a:xfrm>
              <a:off x="4674108" y="6356603"/>
              <a:ext cx="118872" cy="211836"/>
            </a:xfrm>
            <a:prstGeom prst="rect">
              <a:avLst/>
            </a:prstGeom>
          </p:spPr>
        </p:pic>
        <p:pic>
          <p:nvPicPr>
            <p:cNvPr id="192" name="object 192"/>
            <p:cNvPicPr/>
            <p:nvPr/>
          </p:nvPicPr>
          <p:blipFill>
            <a:blip r:embed="rId123" cstate="print"/>
            <a:stretch>
              <a:fillRect/>
            </a:stretch>
          </p:blipFill>
          <p:spPr>
            <a:xfrm>
              <a:off x="4817363" y="6411467"/>
              <a:ext cx="408432" cy="160019"/>
            </a:xfrm>
            <a:prstGeom prst="rect">
              <a:avLst/>
            </a:prstGeom>
          </p:spPr>
        </p:pic>
      </p:grpSp>
      <p:grpSp>
        <p:nvGrpSpPr>
          <p:cNvPr id="193" name="object 193"/>
          <p:cNvGrpSpPr/>
          <p:nvPr/>
        </p:nvGrpSpPr>
        <p:grpSpPr>
          <a:xfrm>
            <a:off x="5330952" y="6356603"/>
            <a:ext cx="248920" cy="215265"/>
            <a:chOff x="5330952" y="6356603"/>
            <a:chExt cx="248920" cy="215265"/>
          </a:xfrm>
        </p:grpSpPr>
        <p:pic>
          <p:nvPicPr>
            <p:cNvPr id="194" name="object 194"/>
            <p:cNvPicPr/>
            <p:nvPr/>
          </p:nvPicPr>
          <p:blipFill>
            <a:blip r:embed="rId124" cstate="print"/>
            <a:stretch>
              <a:fillRect/>
            </a:stretch>
          </p:blipFill>
          <p:spPr>
            <a:xfrm>
              <a:off x="5330952" y="6412991"/>
              <a:ext cx="120396" cy="158496"/>
            </a:xfrm>
            <a:prstGeom prst="rect">
              <a:avLst/>
            </a:prstGeom>
          </p:spPr>
        </p:pic>
        <p:sp>
          <p:nvSpPr>
            <p:cNvPr id="195" name="object 195"/>
            <p:cNvSpPr/>
            <p:nvPr/>
          </p:nvSpPr>
          <p:spPr>
            <a:xfrm>
              <a:off x="5489448" y="6356603"/>
              <a:ext cx="90170" cy="212090"/>
            </a:xfrm>
            <a:custGeom>
              <a:avLst/>
              <a:gdLst/>
              <a:ahLst/>
              <a:cxnLst/>
              <a:rect l="l" t="t" r="r" b="b"/>
              <a:pathLst>
                <a:path w="90170" h="212090">
                  <a:moveTo>
                    <a:pt x="25895" y="0"/>
                  </a:moveTo>
                  <a:lnTo>
                    <a:pt x="0" y="0"/>
                  </a:lnTo>
                  <a:lnTo>
                    <a:pt x="0" y="211836"/>
                  </a:lnTo>
                  <a:lnTo>
                    <a:pt x="25895" y="211836"/>
                  </a:lnTo>
                  <a:lnTo>
                    <a:pt x="25895" y="0"/>
                  </a:lnTo>
                  <a:close/>
                </a:path>
                <a:path w="90170" h="212090">
                  <a:moveTo>
                    <a:pt x="89916" y="0"/>
                  </a:moveTo>
                  <a:lnTo>
                    <a:pt x="63995" y="0"/>
                  </a:lnTo>
                  <a:lnTo>
                    <a:pt x="63995" y="211836"/>
                  </a:lnTo>
                  <a:lnTo>
                    <a:pt x="89916" y="211836"/>
                  </a:lnTo>
                  <a:lnTo>
                    <a:pt x="89916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96" name="object 196"/>
          <p:cNvGrpSpPr/>
          <p:nvPr/>
        </p:nvGrpSpPr>
        <p:grpSpPr>
          <a:xfrm>
            <a:off x="5704332" y="6364223"/>
            <a:ext cx="259079" cy="207645"/>
            <a:chOff x="5704332" y="6364223"/>
            <a:chExt cx="259079" cy="207645"/>
          </a:xfrm>
        </p:grpSpPr>
        <p:sp>
          <p:nvSpPr>
            <p:cNvPr id="197" name="object 197"/>
            <p:cNvSpPr/>
            <p:nvPr/>
          </p:nvSpPr>
          <p:spPr>
            <a:xfrm>
              <a:off x="5704332" y="6364224"/>
              <a:ext cx="29209" cy="204470"/>
            </a:xfrm>
            <a:custGeom>
              <a:avLst/>
              <a:gdLst/>
              <a:ahLst/>
              <a:cxnLst/>
              <a:rect l="l" t="t" r="r" b="b"/>
              <a:pathLst>
                <a:path w="29210" h="204470">
                  <a:moveTo>
                    <a:pt x="27432" y="51816"/>
                  </a:moveTo>
                  <a:lnTo>
                    <a:pt x="1524" y="51816"/>
                  </a:lnTo>
                  <a:lnTo>
                    <a:pt x="1524" y="204216"/>
                  </a:lnTo>
                  <a:lnTo>
                    <a:pt x="27432" y="204216"/>
                  </a:lnTo>
                  <a:lnTo>
                    <a:pt x="27432" y="51816"/>
                  </a:lnTo>
                  <a:close/>
                </a:path>
                <a:path w="29210" h="204470">
                  <a:moveTo>
                    <a:pt x="28956" y="0"/>
                  </a:moveTo>
                  <a:lnTo>
                    <a:pt x="0" y="0"/>
                  </a:lnTo>
                  <a:lnTo>
                    <a:pt x="0" y="27432"/>
                  </a:lnTo>
                  <a:lnTo>
                    <a:pt x="28956" y="27432"/>
                  </a:lnTo>
                  <a:lnTo>
                    <a:pt x="28956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98" name="object 198"/>
            <p:cNvPicPr/>
            <p:nvPr/>
          </p:nvPicPr>
          <p:blipFill>
            <a:blip r:embed="rId125" cstate="print"/>
            <a:stretch>
              <a:fillRect/>
            </a:stretch>
          </p:blipFill>
          <p:spPr>
            <a:xfrm>
              <a:off x="5754623" y="6373368"/>
              <a:ext cx="208788" cy="198119"/>
            </a:xfrm>
            <a:prstGeom prst="rect">
              <a:avLst/>
            </a:prstGeom>
          </p:spPr>
        </p:pic>
      </p:grpSp>
      <p:grpSp>
        <p:nvGrpSpPr>
          <p:cNvPr id="199" name="object 199"/>
          <p:cNvGrpSpPr/>
          <p:nvPr/>
        </p:nvGrpSpPr>
        <p:grpSpPr>
          <a:xfrm>
            <a:off x="6073139" y="6356603"/>
            <a:ext cx="739140" cy="266700"/>
            <a:chOff x="6073139" y="6356603"/>
            <a:chExt cx="739140" cy="266700"/>
          </a:xfrm>
        </p:grpSpPr>
        <p:pic>
          <p:nvPicPr>
            <p:cNvPr id="200" name="object 200"/>
            <p:cNvPicPr/>
            <p:nvPr/>
          </p:nvPicPr>
          <p:blipFill>
            <a:blip r:embed="rId126" cstate="print"/>
            <a:stretch>
              <a:fillRect/>
            </a:stretch>
          </p:blipFill>
          <p:spPr>
            <a:xfrm>
              <a:off x="6073139" y="6411467"/>
              <a:ext cx="128016" cy="211836"/>
            </a:xfrm>
            <a:prstGeom prst="rect">
              <a:avLst/>
            </a:prstGeom>
          </p:spPr>
        </p:pic>
        <p:sp>
          <p:nvSpPr>
            <p:cNvPr id="201" name="object 201"/>
            <p:cNvSpPr/>
            <p:nvPr/>
          </p:nvSpPr>
          <p:spPr>
            <a:xfrm>
              <a:off x="6227064" y="6356603"/>
              <a:ext cx="26034" cy="212090"/>
            </a:xfrm>
            <a:custGeom>
              <a:avLst/>
              <a:gdLst/>
              <a:ahLst/>
              <a:cxnLst/>
              <a:rect l="l" t="t" r="r" b="b"/>
              <a:pathLst>
                <a:path w="26035" h="212090">
                  <a:moveTo>
                    <a:pt x="25907" y="211835"/>
                  </a:moveTo>
                  <a:lnTo>
                    <a:pt x="0" y="211835"/>
                  </a:lnTo>
                  <a:lnTo>
                    <a:pt x="0" y="0"/>
                  </a:lnTo>
                  <a:lnTo>
                    <a:pt x="25907" y="0"/>
                  </a:lnTo>
                  <a:lnTo>
                    <a:pt x="25907" y="211835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02" name="object 202"/>
            <p:cNvPicPr/>
            <p:nvPr/>
          </p:nvPicPr>
          <p:blipFill>
            <a:blip r:embed="rId127" cstate="print"/>
            <a:stretch>
              <a:fillRect/>
            </a:stretch>
          </p:blipFill>
          <p:spPr>
            <a:xfrm>
              <a:off x="6280404" y="6412991"/>
              <a:ext cx="120396" cy="158496"/>
            </a:xfrm>
            <a:prstGeom prst="rect">
              <a:avLst/>
            </a:prstGeom>
          </p:spPr>
        </p:pic>
        <p:pic>
          <p:nvPicPr>
            <p:cNvPr id="203" name="object 203"/>
            <p:cNvPicPr/>
            <p:nvPr/>
          </p:nvPicPr>
          <p:blipFill>
            <a:blip r:embed="rId128" cstate="print"/>
            <a:stretch>
              <a:fillRect/>
            </a:stretch>
          </p:blipFill>
          <p:spPr>
            <a:xfrm>
              <a:off x="6428231" y="6411467"/>
              <a:ext cx="384048" cy="160019"/>
            </a:xfrm>
            <a:prstGeom prst="rect">
              <a:avLst/>
            </a:prstGeom>
          </p:spPr>
        </p:pic>
      </p:grpSp>
      <p:grpSp>
        <p:nvGrpSpPr>
          <p:cNvPr id="204" name="object 204"/>
          <p:cNvGrpSpPr/>
          <p:nvPr/>
        </p:nvGrpSpPr>
        <p:grpSpPr>
          <a:xfrm>
            <a:off x="6911340" y="6355079"/>
            <a:ext cx="641985" cy="264160"/>
            <a:chOff x="6911340" y="6355079"/>
            <a:chExt cx="641985" cy="264160"/>
          </a:xfrm>
        </p:grpSpPr>
        <p:pic>
          <p:nvPicPr>
            <p:cNvPr id="205" name="object 205"/>
            <p:cNvPicPr/>
            <p:nvPr/>
          </p:nvPicPr>
          <p:blipFill>
            <a:blip r:embed="rId129" cstate="print"/>
            <a:stretch>
              <a:fillRect/>
            </a:stretch>
          </p:blipFill>
          <p:spPr>
            <a:xfrm>
              <a:off x="6911340" y="6355079"/>
              <a:ext cx="129539" cy="213360"/>
            </a:xfrm>
            <a:prstGeom prst="rect">
              <a:avLst/>
            </a:prstGeom>
          </p:spPr>
        </p:pic>
        <p:sp>
          <p:nvSpPr>
            <p:cNvPr id="206" name="object 206"/>
            <p:cNvSpPr/>
            <p:nvPr/>
          </p:nvSpPr>
          <p:spPr>
            <a:xfrm>
              <a:off x="7077456" y="6356604"/>
              <a:ext cx="88900" cy="212090"/>
            </a:xfrm>
            <a:custGeom>
              <a:avLst/>
              <a:gdLst/>
              <a:ahLst/>
              <a:cxnLst/>
              <a:rect l="l" t="t" r="r" b="b"/>
              <a:pathLst>
                <a:path w="88900" h="212090">
                  <a:moveTo>
                    <a:pt x="25908" y="0"/>
                  </a:moveTo>
                  <a:lnTo>
                    <a:pt x="0" y="0"/>
                  </a:lnTo>
                  <a:lnTo>
                    <a:pt x="0" y="211836"/>
                  </a:lnTo>
                  <a:lnTo>
                    <a:pt x="25908" y="211836"/>
                  </a:lnTo>
                  <a:lnTo>
                    <a:pt x="25908" y="0"/>
                  </a:lnTo>
                  <a:close/>
                </a:path>
                <a:path w="88900" h="212090">
                  <a:moveTo>
                    <a:pt x="88392" y="0"/>
                  </a:moveTo>
                  <a:lnTo>
                    <a:pt x="62471" y="0"/>
                  </a:lnTo>
                  <a:lnTo>
                    <a:pt x="62471" y="211836"/>
                  </a:lnTo>
                  <a:lnTo>
                    <a:pt x="88392" y="211836"/>
                  </a:lnTo>
                  <a:lnTo>
                    <a:pt x="88392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07" name="object 207"/>
            <p:cNvPicPr/>
            <p:nvPr/>
          </p:nvPicPr>
          <p:blipFill>
            <a:blip r:embed="rId130" cstate="print"/>
            <a:stretch>
              <a:fillRect/>
            </a:stretch>
          </p:blipFill>
          <p:spPr>
            <a:xfrm>
              <a:off x="7193280" y="6356603"/>
              <a:ext cx="272796" cy="214884"/>
            </a:xfrm>
            <a:prstGeom prst="rect">
              <a:avLst/>
            </a:prstGeom>
          </p:spPr>
        </p:pic>
        <p:sp>
          <p:nvSpPr>
            <p:cNvPr id="208" name="object 208"/>
            <p:cNvSpPr/>
            <p:nvPr/>
          </p:nvSpPr>
          <p:spPr>
            <a:xfrm>
              <a:off x="7495031" y="6528816"/>
              <a:ext cx="58419" cy="90170"/>
            </a:xfrm>
            <a:custGeom>
              <a:avLst/>
              <a:gdLst/>
              <a:ahLst/>
              <a:cxnLst/>
              <a:rect l="l" t="t" r="r" b="b"/>
              <a:pathLst>
                <a:path w="58420" h="90170">
                  <a:moveTo>
                    <a:pt x="19812" y="89916"/>
                  </a:moveTo>
                  <a:lnTo>
                    <a:pt x="0" y="89916"/>
                  </a:lnTo>
                  <a:lnTo>
                    <a:pt x="24383" y="0"/>
                  </a:lnTo>
                  <a:lnTo>
                    <a:pt x="57912" y="0"/>
                  </a:lnTo>
                  <a:lnTo>
                    <a:pt x="19812" y="89916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209" name="object 209"/>
          <p:cNvGrpSpPr/>
          <p:nvPr/>
        </p:nvGrpSpPr>
        <p:grpSpPr>
          <a:xfrm>
            <a:off x="7667244" y="6411467"/>
            <a:ext cx="242570" cy="160020"/>
            <a:chOff x="7667244" y="6411467"/>
            <a:chExt cx="242570" cy="160020"/>
          </a:xfrm>
        </p:grpSpPr>
        <p:pic>
          <p:nvPicPr>
            <p:cNvPr id="210" name="object 210"/>
            <p:cNvPicPr/>
            <p:nvPr/>
          </p:nvPicPr>
          <p:blipFill>
            <a:blip r:embed="rId131" cstate="print"/>
            <a:stretch>
              <a:fillRect/>
            </a:stretch>
          </p:blipFill>
          <p:spPr>
            <a:xfrm>
              <a:off x="7667244" y="6411467"/>
              <a:ext cx="135636" cy="160020"/>
            </a:xfrm>
            <a:prstGeom prst="rect">
              <a:avLst/>
            </a:prstGeom>
          </p:spPr>
        </p:pic>
        <p:pic>
          <p:nvPicPr>
            <p:cNvPr id="211" name="object 211"/>
            <p:cNvPicPr/>
            <p:nvPr/>
          </p:nvPicPr>
          <p:blipFill>
            <a:blip r:embed="rId132" cstate="print"/>
            <a:stretch>
              <a:fillRect/>
            </a:stretch>
          </p:blipFill>
          <p:spPr>
            <a:xfrm>
              <a:off x="7828788" y="6416039"/>
              <a:ext cx="80772" cy="152400"/>
            </a:xfrm>
            <a:prstGeom prst="rect">
              <a:avLst/>
            </a:prstGeom>
          </p:spPr>
        </p:pic>
      </p:grpSp>
      <p:pic>
        <p:nvPicPr>
          <p:cNvPr id="212" name="object 212"/>
          <p:cNvPicPr/>
          <p:nvPr/>
        </p:nvPicPr>
        <p:blipFill>
          <a:blip r:embed="rId133" cstate="print"/>
          <a:stretch>
            <a:fillRect/>
          </a:stretch>
        </p:blipFill>
        <p:spPr>
          <a:xfrm>
            <a:off x="8016240" y="6356603"/>
            <a:ext cx="118872" cy="211836"/>
          </a:xfrm>
          <a:prstGeom prst="rect">
            <a:avLst/>
          </a:prstGeom>
        </p:spPr>
      </p:pic>
      <p:grpSp>
        <p:nvGrpSpPr>
          <p:cNvPr id="213" name="object 213"/>
          <p:cNvGrpSpPr/>
          <p:nvPr/>
        </p:nvGrpSpPr>
        <p:grpSpPr>
          <a:xfrm>
            <a:off x="8260079" y="6355079"/>
            <a:ext cx="832485" cy="268605"/>
            <a:chOff x="8260079" y="6355079"/>
            <a:chExt cx="832485" cy="268605"/>
          </a:xfrm>
        </p:grpSpPr>
        <p:pic>
          <p:nvPicPr>
            <p:cNvPr id="214" name="object 214"/>
            <p:cNvPicPr/>
            <p:nvPr/>
          </p:nvPicPr>
          <p:blipFill>
            <a:blip r:embed="rId134" cstate="print"/>
            <a:stretch>
              <a:fillRect/>
            </a:stretch>
          </p:blipFill>
          <p:spPr>
            <a:xfrm>
              <a:off x="8260079" y="6411468"/>
              <a:ext cx="126492" cy="211836"/>
            </a:xfrm>
            <a:prstGeom prst="rect">
              <a:avLst/>
            </a:prstGeom>
          </p:spPr>
        </p:pic>
        <p:pic>
          <p:nvPicPr>
            <p:cNvPr id="215" name="object 215"/>
            <p:cNvPicPr/>
            <p:nvPr/>
          </p:nvPicPr>
          <p:blipFill>
            <a:blip r:embed="rId135" cstate="print"/>
            <a:stretch>
              <a:fillRect/>
            </a:stretch>
          </p:blipFill>
          <p:spPr>
            <a:xfrm>
              <a:off x="8414003" y="6355079"/>
              <a:ext cx="451103" cy="216408"/>
            </a:xfrm>
            <a:prstGeom prst="rect">
              <a:avLst/>
            </a:prstGeom>
          </p:spPr>
        </p:pic>
        <p:pic>
          <p:nvPicPr>
            <p:cNvPr id="216" name="object 216"/>
            <p:cNvPicPr/>
            <p:nvPr/>
          </p:nvPicPr>
          <p:blipFill>
            <a:blip r:embed="rId136" cstate="print"/>
            <a:stretch>
              <a:fillRect/>
            </a:stretch>
          </p:blipFill>
          <p:spPr>
            <a:xfrm>
              <a:off x="8891015" y="6412991"/>
              <a:ext cx="201168" cy="158495"/>
            </a:xfrm>
            <a:prstGeom prst="rect">
              <a:avLst/>
            </a:prstGeom>
          </p:spPr>
        </p:pic>
      </p:grpSp>
      <p:pic>
        <p:nvPicPr>
          <p:cNvPr id="217" name="object 217"/>
          <p:cNvPicPr/>
          <p:nvPr/>
        </p:nvPicPr>
        <p:blipFill>
          <a:blip r:embed="rId117" cstate="print"/>
          <a:stretch>
            <a:fillRect/>
          </a:stretch>
        </p:blipFill>
        <p:spPr>
          <a:xfrm>
            <a:off x="9201911" y="6416039"/>
            <a:ext cx="80772" cy="152400"/>
          </a:xfrm>
          <a:prstGeom prst="rect">
            <a:avLst/>
          </a:prstGeom>
        </p:spPr>
      </p:pic>
      <p:pic>
        <p:nvPicPr>
          <p:cNvPr id="218" name="object 218"/>
          <p:cNvPicPr/>
          <p:nvPr/>
        </p:nvPicPr>
        <p:blipFill>
          <a:blip r:embed="rId137" cstate="print"/>
          <a:stretch>
            <a:fillRect/>
          </a:stretch>
        </p:blipFill>
        <p:spPr>
          <a:xfrm>
            <a:off x="9374123" y="6373367"/>
            <a:ext cx="234695" cy="198119"/>
          </a:xfrm>
          <a:prstGeom prst="rect">
            <a:avLst/>
          </a:prstGeom>
        </p:spPr>
      </p:pic>
      <p:grpSp>
        <p:nvGrpSpPr>
          <p:cNvPr id="219" name="object 219"/>
          <p:cNvGrpSpPr/>
          <p:nvPr/>
        </p:nvGrpSpPr>
        <p:grpSpPr>
          <a:xfrm>
            <a:off x="2362200" y="6675119"/>
            <a:ext cx="231775" cy="198120"/>
            <a:chOff x="2362200" y="6675119"/>
            <a:chExt cx="231775" cy="198120"/>
          </a:xfrm>
        </p:grpSpPr>
        <p:pic>
          <p:nvPicPr>
            <p:cNvPr id="220" name="object 220"/>
            <p:cNvPicPr/>
            <p:nvPr/>
          </p:nvPicPr>
          <p:blipFill>
            <a:blip r:embed="rId138" cstate="print"/>
            <a:stretch>
              <a:fillRect/>
            </a:stretch>
          </p:blipFill>
          <p:spPr>
            <a:xfrm>
              <a:off x="2362200" y="6714743"/>
              <a:ext cx="120396" cy="158496"/>
            </a:xfrm>
            <a:prstGeom prst="rect">
              <a:avLst/>
            </a:prstGeom>
          </p:spPr>
        </p:pic>
        <p:pic>
          <p:nvPicPr>
            <p:cNvPr id="221" name="object 221"/>
            <p:cNvPicPr/>
            <p:nvPr/>
          </p:nvPicPr>
          <p:blipFill>
            <a:blip r:embed="rId139" cstate="print"/>
            <a:stretch>
              <a:fillRect/>
            </a:stretch>
          </p:blipFill>
          <p:spPr>
            <a:xfrm>
              <a:off x="2503932" y="6675119"/>
              <a:ext cx="89916" cy="196595"/>
            </a:xfrm>
            <a:prstGeom prst="rect">
              <a:avLst/>
            </a:prstGeom>
          </p:spPr>
        </p:pic>
      </p:grpSp>
      <p:grpSp>
        <p:nvGrpSpPr>
          <p:cNvPr id="222" name="object 222"/>
          <p:cNvGrpSpPr/>
          <p:nvPr/>
        </p:nvGrpSpPr>
        <p:grpSpPr>
          <a:xfrm>
            <a:off x="2700527" y="6658355"/>
            <a:ext cx="554990" cy="215265"/>
            <a:chOff x="2700527" y="6658355"/>
            <a:chExt cx="554990" cy="215265"/>
          </a:xfrm>
        </p:grpSpPr>
        <p:sp>
          <p:nvSpPr>
            <p:cNvPr id="223" name="object 223"/>
            <p:cNvSpPr/>
            <p:nvPr/>
          </p:nvSpPr>
          <p:spPr>
            <a:xfrm>
              <a:off x="2700527" y="6658355"/>
              <a:ext cx="26034" cy="212090"/>
            </a:xfrm>
            <a:custGeom>
              <a:avLst/>
              <a:gdLst/>
              <a:ahLst/>
              <a:cxnLst/>
              <a:rect l="l" t="t" r="r" b="b"/>
              <a:pathLst>
                <a:path w="26035" h="212090">
                  <a:moveTo>
                    <a:pt x="25908" y="211836"/>
                  </a:moveTo>
                  <a:lnTo>
                    <a:pt x="0" y="211836"/>
                  </a:lnTo>
                  <a:lnTo>
                    <a:pt x="0" y="0"/>
                  </a:lnTo>
                  <a:lnTo>
                    <a:pt x="25908" y="0"/>
                  </a:lnTo>
                  <a:lnTo>
                    <a:pt x="25908" y="211836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24" name="object 224"/>
            <p:cNvPicPr/>
            <p:nvPr/>
          </p:nvPicPr>
          <p:blipFill>
            <a:blip r:embed="rId140" cstate="print"/>
            <a:stretch>
              <a:fillRect/>
            </a:stretch>
          </p:blipFill>
          <p:spPr>
            <a:xfrm>
              <a:off x="2752343" y="6713219"/>
              <a:ext cx="268224" cy="160020"/>
            </a:xfrm>
            <a:prstGeom prst="rect">
              <a:avLst/>
            </a:prstGeom>
          </p:spPr>
        </p:pic>
        <p:pic>
          <p:nvPicPr>
            <p:cNvPr id="225" name="object 225"/>
            <p:cNvPicPr/>
            <p:nvPr/>
          </p:nvPicPr>
          <p:blipFill>
            <a:blip r:embed="rId141" cstate="print"/>
            <a:stretch>
              <a:fillRect/>
            </a:stretch>
          </p:blipFill>
          <p:spPr>
            <a:xfrm>
              <a:off x="3047999" y="6675119"/>
              <a:ext cx="207264" cy="198119"/>
            </a:xfrm>
            <a:prstGeom prst="rect">
              <a:avLst/>
            </a:prstGeom>
          </p:spPr>
        </p:pic>
      </p:grpSp>
      <p:grpSp>
        <p:nvGrpSpPr>
          <p:cNvPr id="226" name="object 226"/>
          <p:cNvGrpSpPr/>
          <p:nvPr/>
        </p:nvGrpSpPr>
        <p:grpSpPr>
          <a:xfrm>
            <a:off x="3351276" y="6713219"/>
            <a:ext cx="434340" cy="160020"/>
            <a:chOff x="3351276" y="6713219"/>
            <a:chExt cx="434340" cy="160020"/>
          </a:xfrm>
        </p:grpSpPr>
        <p:pic>
          <p:nvPicPr>
            <p:cNvPr id="227" name="object 227"/>
            <p:cNvPicPr/>
            <p:nvPr/>
          </p:nvPicPr>
          <p:blipFill>
            <a:blip r:embed="rId142" cstate="print"/>
            <a:stretch>
              <a:fillRect/>
            </a:stretch>
          </p:blipFill>
          <p:spPr>
            <a:xfrm>
              <a:off x="3351276" y="6713220"/>
              <a:ext cx="134112" cy="160020"/>
            </a:xfrm>
            <a:prstGeom prst="rect">
              <a:avLst/>
            </a:prstGeom>
          </p:spPr>
        </p:pic>
        <p:pic>
          <p:nvPicPr>
            <p:cNvPr id="228" name="object 228"/>
            <p:cNvPicPr/>
            <p:nvPr/>
          </p:nvPicPr>
          <p:blipFill>
            <a:blip r:embed="rId143" cstate="print"/>
            <a:stretch>
              <a:fillRect/>
            </a:stretch>
          </p:blipFill>
          <p:spPr>
            <a:xfrm>
              <a:off x="3511295" y="6713219"/>
              <a:ext cx="120396" cy="155447"/>
            </a:xfrm>
            <a:prstGeom prst="rect">
              <a:avLst/>
            </a:prstGeom>
          </p:spPr>
        </p:pic>
        <p:pic>
          <p:nvPicPr>
            <p:cNvPr id="229" name="object 229"/>
            <p:cNvPicPr/>
            <p:nvPr/>
          </p:nvPicPr>
          <p:blipFill>
            <a:blip r:embed="rId144" cstate="print"/>
            <a:stretch>
              <a:fillRect/>
            </a:stretch>
          </p:blipFill>
          <p:spPr>
            <a:xfrm>
              <a:off x="3656075" y="6713219"/>
              <a:ext cx="129540" cy="160019"/>
            </a:xfrm>
            <a:prstGeom prst="rect">
              <a:avLst/>
            </a:prstGeom>
          </p:spPr>
        </p:pic>
      </p:grpSp>
      <p:pic>
        <p:nvPicPr>
          <p:cNvPr id="230" name="object 230"/>
          <p:cNvPicPr/>
          <p:nvPr/>
        </p:nvPicPr>
        <p:blipFill>
          <a:blip r:embed="rId145" cstate="print"/>
          <a:stretch>
            <a:fillRect/>
          </a:stretch>
        </p:blipFill>
        <p:spPr>
          <a:xfrm>
            <a:off x="3889247" y="6656831"/>
            <a:ext cx="240792" cy="216408"/>
          </a:xfrm>
          <a:prstGeom prst="rect">
            <a:avLst/>
          </a:prstGeom>
        </p:spPr>
      </p:pic>
      <p:grpSp>
        <p:nvGrpSpPr>
          <p:cNvPr id="231" name="object 231"/>
          <p:cNvGrpSpPr/>
          <p:nvPr/>
        </p:nvGrpSpPr>
        <p:grpSpPr>
          <a:xfrm>
            <a:off x="4226052" y="6665976"/>
            <a:ext cx="257810" cy="207645"/>
            <a:chOff x="4226052" y="6665976"/>
            <a:chExt cx="257810" cy="207645"/>
          </a:xfrm>
        </p:grpSpPr>
        <p:sp>
          <p:nvSpPr>
            <p:cNvPr id="232" name="object 232"/>
            <p:cNvSpPr/>
            <p:nvPr/>
          </p:nvSpPr>
          <p:spPr>
            <a:xfrm>
              <a:off x="4226039" y="6665976"/>
              <a:ext cx="29209" cy="203200"/>
            </a:xfrm>
            <a:custGeom>
              <a:avLst/>
              <a:gdLst/>
              <a:ahLst/>
              <a:cxnLst/>
              <a:rect l="l" t="t" r="r" b="b"/>
              <a:pathLst>
                <a:path w="29210" h="203200">
                  <a:moveTo>
                    <a:pt x="27432" y="51816"/>
                  </a:moveTo>
                  <a:lnTo>
                    <a:pt x="1524" y="51816"/>
                  </a:lnTo>
                  <a:lnTo>
                    <a:pt x="1524" y="202692"/>
                  </a:lnTo>
                  <a:lnTo>
                    <a:pt x="27432" y="202692"/>
                  </a:lnTo>
                  <a:lnTo>
                    <a:pt x="27432" y="51816"/>
                  </a:lnTo>
                  <a:close/>
                </a:path>
                <a:path w="29210" h="203200">
                  <a:moveTo>
                    <a:pt x="28956" y="0"/>
                  </a:moveTo>
                  <a:lnTo>
                    <a:pt x="0" y="0"/>
                  </a:lnTo>
                  <a:lnTo>
                    <a:pt x="0" y="25908"/>
                  </a:lnTo>
                  <a:lnTo>
                    <a:pt x="28956" y="25908"/>
                  </a:lnTo>
                  <a:lnTo>
                    <a:pt x="28956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33" name="object 233"/>
            <p:cNvPicPr/>
            <p:nvPr/>
          </p:nvPicPr>
          <p:blipFill>
            <a:blip r:embed="rId146" cstate="print"/>
            <a:stretch>
              <a:fillRect/>
            </a:stretch>
          </p:blipFill>
          <p:spPr>
            <a:xfrm>
              <a:off x="4274820" y="6675120"/>
              <a:ext cx="208788" cy="198119"/>
            </a:xfrm>
            <a:prstGeom prst="rect">
              <a:avLst/>
            </a:prstGeom>
          </p:spPr>
        </p:pic>
      </p:grpSp>
      <p:grpSp>
        <p:nvGrpSpPr>
          <p:cNvPr id="234" name="object 234"/>
          <p:cNvGrpSpPr/>
          <p:nvPr/>
        </p:nvGrpSpPr>
        <p:grpSpPr>
          <a:xfrm>
            <a:off x="4587239" y="6658355"/>
            <a:ext cx="1039494" cy="268605"/>
            <a:chOff x="4587239" y="6658355"/>
            <a:chExt cx="1039494" cy="268605"/>
          </a:xfrm>
        </p:grpSpPr>
        <p:pic>
          <p:nvPicPr>
            <p:cNvPr id="235" name="object 235"/>
            <p:cNvPicPr/>
            <p:nvPr/>
          </p:nvPicPr>
          <p:blipFill>
            <a:blip r:embed="rId147" cstate="print"/>
            <a:stretch>
              <a:fillRect/>
            </a:stretch>
          </p:blipFill>
          <p:spPr>
            <a:xfrm>
              <a:off x="4587239" y="6714743"/>
              <a:ext cx="120396" cy="158496"/>
            </a:xfrm>
            <a:prstGeom prst="rect">
              <a:avLst/>
            </a:prstGeom>
          </p:spPr>
        </p:pic>
        <p:pic>
          <p:nvPicPr>
            <p:cNvPr id="236" name="object 236"/>
            <p:cNvPicPr/>
            <p:nvPr/>
          </p:nvPicPr>
          <p:blipFill>
            <a:blip r:embed="rId148" cstate="print"/>
            <a:stretch>
              <a:fillRect/>
            </a:stretch>
          </p:blipFill>
          <p:spPr>
            <a:xfrm>
              <a:off x="4735067" y="6714743"/>
              <a:ext cx="233171" cy="158495"/>
            </a:xfrm>
            <a:prstGeom prst="rect">
              <a:avLst/>
            </a:prstGeom>
          </p:spPr>
        </p:pic>
        <p:sp>
          <p:nvSpPr>
            <p:cNvPr id="237" name="object 237"/>
            <p:cNvSpPr/>
            <p:nvPr/>
          </p:nvSpPr>
          <p:spPr>
            <a:xfrm>
              <a:off x="4991100" y="6665975"/>
              <a:ext cx="29209" cy="203200"/>
            </a:xfrm>
            <a:custGeom>
              <a:avLst/>
              <a:gdLst/>
              <a:ahLst/>
              <a:cxnLst/>
              <a:rect l="l" t="t" r="r" b="b"/>
              <a:pathLst>
                <a:path w="29210" h="203200">
                  <a:moveTo>
                    <a:pt x="27432" y="51816"/>
                  </a:moveTo>
                  <a:lnTo>
                    <a:pt x="1524" y="51816"/>
                  </a:lnTo>
                  <a:lnTo>
                    <a:pt x="1524" y="202692"/>
                  </a:lnTo>
                  <a:lnTo>
                    <a:pt x="27432" y="202692"/>
                  </a:lnTo>
                  <a:lnTo>
                    <a:pt x="27432" y="51816"/>
                  </a:lnTo>
                  <a:close/>
                </a:path>
                <a:path w="29210" h="203200">
                  <a:moveTo>
                    <a:pt x="28956" y="0"/>
                  </a:moveTo>
                  <a:lnTo>
                    <a:pt x="0" y="0"/>
                  </a:lnTo>
                  <a:lnTo>
                    <a:pt x="0" y="25908"/>
                  </a:lnTo>
                  <a:lnTo>
                    <a:pt x="28956" y="25908"/>
                  </a:lnTo>
                  <a:lnTo>
                    <a:pt x="28956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38" name="object 238"/>
            <p:cNvPicPr/>
            <p:nvPr/>
          </p:nvPicPr>
          <p:blipFill>
            <a:blip r:embed="rId149" cstate="print"/>
            <a:stretch>
              <a:fillRect/>
            </a:stretch>
          </p:blipFill>
          <p:spPr>
            <a:xfrm>
              <a:off x="5045963" y="6713219"/>
              <a:ext cx="126492" cy="213360"/>
            </a:xfrm>
            <a:prstGeom prst="rect">
              <a:avLst/>
            </a:prstGeom>
          </p:spPr>
        </p:pic>
        <p:pic>
          <p:nvPicPr>
            <p:cNvPr id="239" name="object 239"/>
            <p:cNvPicPr/>
            <p:nvPr/>
          </p:nvPicPr>
          <p:blipFill>
            <a:blip r:embed="rId150" cstate="print"/>
            <a:stretch>
              <a:fillRect/>
            </a:stretch>
          </p:blipFill>
          <p:spPr>
            <a:xfrm>
              <a:off x="5209031" y="6713219"/>
              <a:ext cx="118872" cy="155447"/>
            </a:xfrm>
            <a:prstGeom prst="rect">
              <a:avLst/>
            </a:prstGeom>
          </p:spPr>
        </p:pic>
        <p:pic>
          <p:nvPicPr>
            <p:cNvPr id="240" name="object 240"/>
            <p:cNvPicPr/>
            <p:nvPr/>
          </p:nvPicPr>
          <p:blipFill>
            <a:blip r:embed="rId151" cstate="print"/>
            <a:stretch>
              <a:fillRect/>
            </a:stretch>
          </p:blipFill>
          <p:spPr>
            <a:xfrm>
              <a:off x="5353812" y="6658355"/>
              <a:ext cx="272795" cy="214884"/>
            </a:xfrm>
            <a:prstGeom prst="rect">
              <a:avLst/>
            </a:prstGeom>
          </p:spPr>
        </p:pic>
      </p:grpSp>
      <p:grpSp>
        <p:nvGrpSpPr>
          <p:cNvPr id="241" name="object 241"/>
          <p:cNvGrpSpPr/>
          <p:nvPr/>
        </p:nvGrpSpPr>
        <p:grpSpPr>
          <a:xfrm>
            <a:off x="5751575" y="6658355"/>
            <a:ext cx="1146175" cy="215265"/>
            <a:chOff x="5751575" y="6658355"/>
            <a:chExt cx="1146175" cy="215265"/>
          </a:xfrm>
        </p:grpSpPr>
        <p:pic>
          <p:nvPicPr>
            <p:cNvPr id="242" name="object 242"/>
            <p:cNvPicPr/>
            <p:nvPr/>
          </p:nvPicPr>
          <p:blipFill>
            <a:blip r:embed="rId152" cstate="print"/>
            <a:stretch>
              <a:fillRect/>
            </a:stretch>
          </p:blipFill>
          <p:spPr>
            <a:xfrm>
              <a:off x="5751575" y="6713219"/>
              <a:ext cx="347472" cy="160019"/>
            </a:xfrm>
            <a:prstGeom prst="rect">
              <a:avLst/>
            </a:prstGeom>
          </p:spPr>
        </p:pic>
        <p:sp>
          <p:nvSpPr>
            <p:cNvPr id="243" name="object 243"/>
            <p:cNvSpPr/>
            <p:nvPr/>
          </p:nvSpPr>
          <p:spPr>
            <a:xfrm>
              <a:off x="6121908" y="6665975"/>
              <a:ext cx="29209" cy="203200"/>
            </a:xfrm>
            <a:custGeom>
              <a:avLst/>
              <a:gdLst/>
              <a:ahLst/>
              <a:cxnLst/>
              <a:rect l="l" t="t" r="r" b="b"/>
              <a:pathLst>
                <a:path w="29210" h="203200">
                  <a:moveTo>
                    <a:pt x="25908" y="51816"/>
                  </a:moveTo>
                  <a:lnTo>
                    <a:pt x="1524" y="51816"/>
                  </a:lnTo>
                  <a:lnTo>
                    <a:pt x="1524" y="202692"/>
                  </a:lnTo>
                  <a:lnTo>
                    <a:pt x="25908" y="202692"/>
                  </a:lnTo>
                  <a:lnTo>
                    <a:pt x="25908" y="51816"/>
                  </a:lnTo>
                  <a:close/>
                </a:path>
                <a:path w="29210" h="203200">
                  <a:moveTo>
                    <a:pt x="28956" y="0"/>
                  </a:moveTo>
                  <a:lnTo>
                    <a:pt x="0" y="0"/>
                  </a:lnTo>
                  <a:lnTo>
                    <a:pt x="0" y="25908"/>
                  </a:lnTo>
                  <a:lnTo>
                    <a:pt x="28956" y="25908"/>
                  </a:lnTo>
                  <a:lnTo>
                    <a:pt x="28956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44" name="object 244"/>
            <p:cNvPicPr/>
            <p:nvPr/>
          </p:nvPicPr>
          <p:blipFill>
            <a:blip r:embed="rId153" cstate="print"/>
            <a:stretch>
              <a:fillRect/>
            </a:stretch>
          </p:blipFill>
          <p:spPr>
            <a:xfrm>
              <a:off x="6175248" y="6658355"/>
              <a:ext cx="128016" cy="214884"/>
            </a:xfrm>
            <a:prstGeom prst="rect">
              <a:avLst/>
            </a:prstGeom>
          </p:spPr>
        </p:pic>
        <p:pic>
          <p:nvPicPr>
            <p:cNvPr id="245" name="object 245"/>
            <p:cNvPicPr/>
            <p:nvPr/>
          </p:nvPicPr>
          <p:blipFill>
            <a:blip r:embed="rId154" cstate="print"/>
            <a:stretch>
              <a:fillRect/>
            </a:stretch>
          </p:blipFill>
          <p:spPr>
            <a:xfrm>
              <a:off x="6329171" y="6713219"/>
              <a:ext cx="131064" cy="160019"/>
            </a:xfrm>
            <a:prstGeom prst="rect">
              <a:avLst/>
            </a:prstGeom>
          </p:spPr>
        </p:pic>
        <p:pic>
          <p:nvPicPr>
            <p:cNvPr id="246" name="object 246"/>
            <p:cNvPicPr/>
            <p:nvPr/>
          </p:nvPicPr>
          <p:blipFill>
            <a:blip r:embed="rId155" cstate="print"/>
            <a:stretch>
              <a:fillRect/>
            </a:stretch>
          </p:blipFill>
          <p:spPr>
            <a:xfrm>
              <a:off x="6486143" y="6713219"/>
              <a:ext cx="118872" cy="155447"/>
            </a:xfrm>
            <a:prstGeom prst="rect">
              <a:avLst/>
            </a:prstGeom>
          </p:spPr>
        </p:pic>
        <p:pic>
          <p:nvPicPr>
            <p:cNvPr id="247" name="object 247"/>
            <p:cNvPicPr/>
            <p:nvPr/>
          </p:nvPicPr>
          <p:blipFill>
            <a:blip r:embed="rId156" cstate="print"/>
            <a:stretch>
              <a:fillRect/>
            </a:stretch>
          </p:blipFill>
          <p:spPr>
            <a:xfrm>
              <a:off x="6624827" y="6675119"/>
              <a:ext cx="208788" cy="198119"/>
            </a:xfrm>
            <a:prstGeom prst="rect">
              <a:avLst/>
            </a:prstGeom>
          </p:spPr>
        </p:pic>
        <p:sp>
          <p:nvSpPr>
            <p:cNvPr id="248" name="object 248"/>
            <p:cNvSpPr/>
            <p:nvPr/>
          </p:nvSpPr>
          <p:spPr>
            <a:xfrm>
              <a:off x="6864096" y="6830567"/>
              <a:ext cx="33655" cy="40005"/>
            </a:xfrm>
            <a:custGeom>
              <a:avLst/>
              <a:gdLst/>
              <a:ahLst/>
              <a:cxnLst/>
              <a:rect l="l" t="t" r="r" b="b"/>
              <a:pathLst>
                <a:path w="33654" h="40004">
                  <a:moveTo>
                    <a:pt x="33527" y="39624"/>
                  </a:moveTo>
                  <a:lnTo>
                    <a:pt x="0" y="39624"/>
                  </a:lnTo>
                  <a:lnTo>
                    <a:pt x="0" y="0"/>
                  </a:lnTo>
                  <a:lnTo>
                    <a:pt x="33527" y="0"/>
                  </a:lnTo>
                  <a:lnTo>
                    <a:pt x="33527" y="39624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249" name="object 249"/>
          <p:cNvGrpSpPr/>
          <p:nvPr/>
        </p:nvGrpSpPr>
        <p:grpSpPr>
          <a:xfrm>
            <a:off x="1866900" y="3051047"/>
            <a:ext cx="375285" cy="247015"/>
            <a:chOff x="1866900" y="3051047"/>
            <a:chExt cx="375285" cy="247015"/>
          </a:xfrm>
        </p:grpSpPr>
        <p:sp>
          <p:nvSpPr>
            <p:cNvPr id="250" name="object 250"/>
            <p:cNvSpPr/>
            <p:nvPr/>
          </p:nvSpPr>
          <p:spPr>
            <a:xfrm>
              <a:off x="1866900" y="3163823"/>
              <a:ext cx="97790" cy="97790"/>
            </a:xfrm>
            <a:custGeom>
              <a:avLst/>
              <a:gdLst/>
              <a:ahLst/>
              <a:cxnLst/>
              <a:rect l="l" t="t" r="r" b="b"/>
              <a:pathLst>
                <a:path w="97789" h="97789">
                  <a:moveTo>
                    <a:pt x="97536" y="97535"/>
                  </a:moveTo>
                  <a:lnTo>
                    <a:pt x="0" y="97535"/>
                  </a:lnTo>
                  <a:lnTo>
                    <a:pt x="0" y="0"/>
                  </a:lnTo>
                  <a:lnTo>
                    <a:pt x="97536" y="0"/>
                  </a:lnTo>
                  <a:lnTo>
                    <a:pt x="97536" y="97535"/>
                  </a:lnTo>
                  <a:close/>
                </a:path>
              </a:pathLst>
            </a:custGeom>
            <a:solidFill>
              <a:srgbClr val="3333C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51" name="object 251"/>
            <p:cNvPicPr/>
            <p:nvPr/>
          </p:nvPicPr>
          <p:blipFill>
            <a:blip r:embed="rId157" cstate="print"/>
            <a:stretch>
              <a:fillRect/>
            </a:stretch>
          </p:blipFill>
          <p:spPr>
            <a:xfrm>
              <a:off x="1994915" y="3051047"/>
              <a:ext cx="246888" cy="246888"/>
            </a:xfrm>
            <a:prstGeom prst="rect">
              <a:avLst/>
            </a:prstGeom>
          </p:spPr>
        </p:pic>
      </p:grpSp>
      <p:pic>
        <p:nvPicPr>
          <p:cNvPr id="252" name="object 252"/>
          <p:cNvPicPr/>
          <p:nvPr/>
        </p:nvPicPr>
        <p:blipFill>
          <a:blip r:embed="rId158" cstate="print"/>
          <a:stretch>
            <a:fillRect/>
          </a:stretch>
        </p:blipFill>
        <p:spPr>
          <a:xfrm>
            <a:off x="2295144" y="3054095"/>
            <a:ext cx="214884" cy="243840"/>
          </a:xfrm>
          <a:prstGeom prst="rect">
            <a:avLst/>
          </a:prstGeom>
        </p:spPr>
      </p:pic>
      <p:pic>
        <p:nvPicPr>
          <p:cNvPr id="253" name="object 253"/>
          <p:cNvPicPr/>
          <p:nvPr/>
        </p:nvPicPr>
        <p:blipFill>
          <a:blip r:embed="rId159" cstate="print"/>
          <a:stretch>
            <a:fillRect/>
          </a:stretch>
        </p:blipFill>
        <p:spPr>
          <a:xfrm>
            <a:off x="2560320" y="3046475"/>
            <a:ext cx="227076" cy="248412"/>
          </a:xfrm>
          <a:prstGeom prst="rect">
            <a:avLst/>
          </a:prstGeom>
        </p:spPr>
      </p:pic>
      <p:pic>
        <p:nvPicPr>
          <p:cNvPr id="254" name="object 254"/>
          <p:cNvPicPr/>
          <p:nvPr/>
        </p:nvPicPr>
        <p:blipFill>
          <a:blip r:embed="rId160" cstate="print"/>
          <a:stretch>
            <a:fillRect/>
          </a:stretch>
        </p:blipFill>
        <p:spPr>
          <a:xfrm>
            <a:off x="2843783" y="3070859"/>
            <a:ext cx="99060" cy="202692"/>
          </a:xfrm>
          <a:prstGeom prst="rect">
            <a:avLst/>
          </a:prstGeom>
        </p:spPr>
      </p:pic>
      <p:sp>
        <p:nvSpPr>
          <p:cNvPr id="255" name="object 255"/>
          <p:cNvSpPr/>
          <p:nvPr/>
        </p:nvSpPr>
        <p:spPr>
          <a:xfrm>
            <a:off x="2988564" y="3233927"/>
            <a:ext cx="33655" cy="40005"/>
          </a:xfrm>
          <a:custGeom>
            <a:avLst/>
            <a:gdLst/>
            <a:ahLst/>
            <a:cxnLst/>
            <a:rect l="l" t="t" r="r" b="b"/>
            <a:pathLst>
              <a:path w="33655" h="40004">
                <a:moveTo>
                  <a:pt x="33527" y="39624"/>
                </a:moveTo>
                <a:lnTo>
                  <a:pt x="0" y="39624"/>
                </a:lnTo>
                <a:lnTo>
                  <a:pt x="0" y="0"/>
                </a:lnTo>
                <a:lnTo>
                  <a:pt x="33527" y="0"/>
                </a:lnTo>
                <a:lnTo>
                  <a:pt x="33527" y="3962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256" name="object 256"/>
          <p:cNvGrpSpPr/>
          <p:nvPr/>
        </p:nvGrpSpPr>
        <p:grpSpPr>
          <a:xfrm>
            <a:off x="3235451" y="3044951"/>
            <a:ext cx="3031490" cy="256540"/>
            <a:chOff x="3235451" y="3044951"/>
            <a:chExt cx="3031490" cy="256540"/>
          </a:xfrm>
        </p:grpSpPr>
        <p:pic>
          <p:nvPicPr>
            <p:cNvPr id="257" name="object 257"/>
            <p:cNvPicPr/>
            <p:nvPr/>
          </p:nvPicPr>
          <p:blipFill>
            <a:blip r:embed="rId161" cstate="print"/>
            <a:stretch>
              <a:fillRect/>
            </a:stretch>
          </p:blipFill>
          <p:spPr>
            <a:xfrm>
              <a:off x="3235451" y="3044951"/>
              <a:ext cx="2465831" cy="256032"/>
            </a:xfrm>
            <a:prstGeom prst="rect">
              <a:avLst/>
            </a:prstGeom>
          </p:spPr>
        </p:pic>
        <p:sp>
          <p:nvSpPr>
            <p:cNvPr id="258" name="object 258"/>
            <p:cNvSpPr/>
            <p:nvPr/>
          </p:nvSpPr>
          <p:spPr>
            <a:xfrm>
              <a:off x="5734811" y="3044952"/>
              <a:ext cx="253365" cy="256540"/>
            </a:xfrm>
            <a:custGeom>
              <a:avLst/>
              <a:gdLst/>
              <a:ahLst/>
              <a:cxnLst/>
              <a:rect l="l" t="t" r="r" b="b"/>
              <a:pathLst>
                <a:path w="253364" h="256539">
                  <a:moveTo>
                    <a:pt x="166116" y="39624"/>
                  </a:moveTo>
                  <a:lnTo>
                    <a:pt x="150876" y="39624"/>
                  </a:lnTo>
                  <a:lnTo>
                    <a:pt x="150876" y="0"/>
                  </a:lnTo>
                  <a:lnTo>
                    <a:pt x="176784" y="13716"/>
                  </a:lnTo>
                  <a:lnTo>
                    <a:pt x="166116" y="19812"/>
                  </a:lnTo>
                  <a:lnTo>
                    <a:pt x="166116" y="39624"/>
                  </a:lnTo>
                  <a:close/>
                </a:path>
                <a:path w="253364" h="256539">
                  <a:moveTo>
                    <a:pt x="38100" y="256032"/>
                  </a:moveTo>
                  <a:lnTo>
                    <a:pt x="38981" y="241720"/>
                  </a:lnTo>
                  <a:lnTo>
                    <a:pt x="39414" y="228981"/>
                  </a:lnTo>
                  <a:lnTo>
                    <a:pt x="39512" y="222504"/>
                  </a:lnTo>
                  <a:lnTo>
                    <a:pt x="39600" y="33885"/>
                  </a:lnTo>
                  <a:lnTo>
                    <a:pt x="39433" y="23431"/>
                  </a:lnTo>
                  <a:lnTo>
                    <a:pt x="38981" y="12692"/>
                  </a:lnTo>
                  <a:lnTo>
                    <a:pt x="38100" y="1524"/>
                  </a:lnTo>
                  <a:lnTo>
                    <a:pt x="64008" y="13716"/>
                  </a:lnTo>
                  <a:lnTo>
                    <a:pt x="54864" y="21336"/>
                  </a:lnTo>
                  <a:lnTo>
                    <a:pt x="54864" y="50292"/>
                  </a:lnTo>
                  <a:lnTo>
                    <a:pt x="65151" y="54602"/>
                  </a:lnTo>
                  <a:lnTo>
                    <a:pt x="68832" y="56388"/>
                  </a:lnTo>
                  <a:lnTo>
                    <a:pt x="54864" y="56388"/>
                  </a:lnTo>
                  <a:lnTo>
                    <a:pt x="54989" y="225552"/>
                  </a:lnTo>
                  <a:lnTo>
                    <a:pt x="55109" y="230124"/>
                  </a:lnTo>
                  <a:lnTo>
                    <a:pt x="55506" y="238410"/>
                  </a:lnTo>
                  <a:lnTo>
                    <a:pt x="56388" y="248412"/>
                  </a:lnTo>
                  <a:lnTo>
                    <a:pt x="38100" y="256032"/>
                  </a:lnTo>
                  <a:close/>
                </a:path>
                <a:path w="253364" h="256539">
                  <a:moveTo>
                    <a:pt x="94488" y="48768"/>
                  </a:moveTo>
                  <a:lnTo>
                    <a:pt x="83820" y="39624"/>
                  </a:lnTo>
                  <a:lnTo>
                    <a:pt x="208788" y="39624"/>
                  </a:lnTo>
                  <a:lnTo>
                    <a:pt x="222504" y="25908"/>
                  </a:lnTo>
                  <a:lnTo>
                    <a:pt x="240792" y="45720"/>
                  </a:lnTo>
                  <a:lnTo>
                    <a:pt x="120396" y="45720"/>
                  </a:lnTo>
                  <a:lnTo>
                    <a:pt x="112918" y="45981"/>
                  </a:lnTo>
                  <a:lnTo>
                    <a:pt x="106299" y="46672"/>
                  </a:lnTo>
                  <a:lnTo>
                    <a:pt x="100250" y="47648"/>
                  </a:lnTo>
                  <a:lnTo>
                    <a:pt x="94488" y="48768"/>
                  </a:lnTo>
                  <a:close/>
                </a:path>
                <a:path w="253364" h="256539">
                  <a:moveTo>
                    <a:pt x="166116" y="71628"/>
                  </a:moveTo>
                  <a:lnTo>
                    <a:pt x="150876" y="71628"/>
                  </a:lnTo>
                  <a:lnTo>
                    <a:pt x="150876" y="45720"/>
                  </a:lnTo>
                  <a:lnTo>
                    <a:pt x="166116" y="45720"/>
                  </a:lnTo>
                  <a:lnTo>
                    <a:pt x="166116" y="71628"/>
                  </a:lnTo>
                  <a:close/>
                </a:path>
                <a:path w="253364" h="256539">
                  <a:moveTo>
                    <a:pt x="79248" y="88392"/>
                  </a:moveTo>
                  <a:lnTo>
                    <a:pt x="74676" y="88392"/>
                  </a:lnTo>
                  <a:lnTo>
                    <a:pt x="73152" y="85344"/>
                  </a:lnTo>
                  <a:lnTo>
                    <a:pt x="71628" y="79248"/>
                  </a:lnTo>
                  <a:lnTo>
                    <a:pt x="68151" y="73533"/>
                  </a:lnTo>
                  <a:lnTo>
                    <a:pt x="64389" y="67818"/>
                  </a:lnTo>
                  <a:lnTo>
                    <a:pt x="60033" y="62079"/>
                  </a:lnTo>
                  <a:lnTo>
                    <a:pt x="54864" y="56388"/>
                  </a:lnTo>
                  <a:lnTo>
                    <a:pt x="68832" y="56388"/>
                  </a:lnTo>
                  <a:lnTo>
                    <a:pt x="73152" y="58483"/>
                  </a:lnTo>
                  <a:lnTo>
                    <a:pt x="78890" y="62103"/>
                  </a:lnTo>
                  <a:lnTo>
                    <a:pt x="85344" y="68580"/>
                  </a:lnTo>
                  <a:lnTo>
                    <a:pt x="85344" y="80772"/>
                  </a:lnTo>
                  <a:lnTo>
                    <a:pt x="83820" y="82296"/>
                  </a:lnTo>
                  <a:lnTo>
                    <a:pt x="82296" y="85344"/>
                  </a:lnTo>
                  <a:lnTo>
                    <a:pt x="79248" y="88392"/>
                  </a:lnTo>
                  <a:close/>
                </a:path>
                <a:path w="253364" h="256539">
                  <a:moveTo>
                    <a:pt x="108204" y="82296"/>
                  </a:moveTo>
                  <a:lnTo>
                    <a:pt x="99060" y="71628"/>
                  </a:lnTo>
                  <a:lnTo>
                    <a:pt x="199643" y="71628"/>
                  </a:lnTo>
                  <a:lnTo>
                    <a:pt x="210312" y="59436"/>
                  </a:lnTo>
                  <a:lnTo>
                    <a:pt x="230124" y="79248"/>
                  </a:lnTo>
                  <a:lnTo>
                    <a:pt x="135636" y="79248"/>
                  </a:lnTo>
                  <a:lnTo>
                    <a:pt x="128135" y="79295"/>
                  </a:lnTo>
                  <a:lnTo>
                    <a:pt x="121348" y="79629"/>
                  </a:lnTo>
                  <a:lnTo>
                    <a:pt x="114847" y="80533"/>
                  </a:lnTo>
                  <a:lnTo>
                    <a:pt x="108204" y="82296"/>
                  </a:lnTo>
                  <a:close/>
                </a:path>
                <a:path w="253364" h="256539">
                  <a:moveTo>
                    <a:pt x="166116" y="105156"/>
                  </a:moveTo>
                  <a:lnTo>
                    <a:pt x="150876" y="105156"/>
                  </a:lnTo>
                  <a:lnTo>
                    <a:pt x="150876" y="79248"/>
                  </a:lnTo>
                  <a:lnTo>
                    <a:pt x="166116" y="79248"/>
                  </a:lnTo>
                  <a:lnTo>
                    <a:pt x="166116" y="105156"/>
                  </a:lnTo>
                  <a:close/>
                </a:path>
                <a:path w="253364" h="256539">
                  <a:moveTo>
                    <a:pt x="82296" y="115824"/>
                  </a:moveTo>
                  <a:lnTo>
                    <a:pt x="71628" y="105156"/>
                  </a:lnTo>
                  <a:lnTo>
                    <a:pt x="220980" y="105156"/>
                  </a:lnTo>
                  <a:lnTo>
                    <a:pt x="233172" y="92964"/>
                  </a:lnTo>
                  <a:lnTo>
                    <a:pt x="252984" y="112776"/>
                  </a:lnTo>
                  <a:lnTo>
                    <a:pt x="108204" y="112776"/>
                  </a:lnTo>
                  <a:lnTo>
                    <a:pt x="101369" y="112823"/>
                  </a:lnTo>
                  <a:lnTo>
                    <a:pt x="94678" y="113157"/>
                  </a:lnTo>
                  <a:lnTo>
                    <a:pt x="88272" y="114061"/>
                  </a:lnTo>
                  <a:lnTo>
                    <a:pt x="82296" y="115824"/>
                  </a:lnTo>
                  <a:close/>
                </a:path>
                <a:path w="253364" h="256539">
                  <a:moveTo>
                    <a:pt x="221488" y="132588"/>
                  </a:moveTo>
                  <a:lnTo>
                    <a:pt x="199643" y="132588"/>
                  </a:lnTo>
                  <a:lnTo>
                    <a:pt x="207264" y="121920"/>
                  </a:lnTo>
                  <a:lnTo>
                    <a:pt x="221488" y="132588"/>
                  </a:lnTo>
                  <a:close/>
                </a:path>
                <a:path w="253364" h="256539">
                  <a:moveTo>
                    <a:pt x="102108" y="256032"/>
                  </a:moveTo>
                  <a:lnTo>
                    <a:pt x="102989" y="239696"/>
                  </a:lnTo>
                  <a:lnTo>
                    <a:pt x="103441" y="222504"/>
                  </a:lnTo>
                  <a:lnTo>
                    <a:pt x="103561" y="161544"/>
                  </a:lnTo>
                  <a:lnTo>
                    <a:pt x="103441" y="149923"/>
                  </a:lnTo>
                  <a:lnTo>
                    <a:pt x="102980" y="135636"/>
                  </a:lnTo>
                  <a:lnTo>
                    <a:pt x="102108" y="123444"/>
                  </a:lnTo>
                  <a:lnTo>
                    <a:pt x="117348" y="132588"/>
                  </a:lnTo>
                  <a:lnTo>
                    <a:pt x="221488" y="132588"/>
                  </a:lnTo>
                  <a:lnTo>
                    <a:pt x="225552" y="135636"/>
                  </a:lnTo>
                  <a:lnTo>
                    <a:pt x="221742" y="138684"/>
                  </a:lnTo>
                  <a:lnTo>
                    <a:pt x="117348" y="138684"/>
                  </a:lnTo>
                  <a:lnTo>
                    <a:pt x="117348" y="161544"/>
                  </a:lnTo>
                  <a:lnTo>
                    <a:pt x="217931" y="161544"/>
                  </a:lnTo>
                  <a:lnTo>
                    <a:pt x="217931" y="167640"/>
                  </a:lnTo>
                  <a:lnTo>
                    <a:pt x="117348" y="167640"/>
                  </a:lnTo>
                  <a:lnTo>
                    <a:pt x="117348" y="192024"/>
                  </a:lnTo>
                  <a:lnTo>
                    <a:pt x="217931" y="192024"/>
                  </a:lnTo>
                  <a:lnTo>
                    <a:pt x="217931" y="199644"/>
                  </a:lnTo>
                  <a:lnTo>
                    <a:pt x="117348" y="199644"/>
                  </a:lnTo>
                  <a:lnTo>
                    <a:pt x="117348" y="248412"/>
                  </a:lnTo>
                  <a:lnTo>
                    <a:pt x="102108" y="256032"/>
                  </a:lnTo>
                  <a:close/>
                </a:path>
                <a:path w="253364" h="256539">
                  <a:moveTo>
                    <a:pt x="217931" y="161544"/>
                  </a:moveTo>
                  <a:lnTo>
                    <a:pt x="202692" y="161544"/>
                  </a:lnTo>
                  <a:lnTo>
                    <a:pt x="202692" y="138684"/>
                  </a:lnTo>
                  <a:lnTo>
                    <a:pt x="221742" y="138684"/>
                  </a:lnTo>
                  <a:lnTo>
                    <a:pt x="217931" y="141732"/>
                  </a:lnTo>
                  <a:lnTo>
                    <a:pt x="217931" y="161544"/>
                  </a:lnTo>
                  <a:close/>
                </a:path>
                <a:path w="253364" h="256539">
                  <a:moveTo>
                    <a:pt x="217931" y="192024"/>
                  </a:moveTo>
                  <a:lnTo>
                    <a:pt x="202692" y="192024"/>
                  </a:lnTo>
                  <a:lnTo>
                    <a:pt x="202692" y="167640"/>
                  </a:lnTo>
                  <a:lnTo>
                    <a:pt x="217931" y="167640"/>
                  </a:lnTo>
                  <a:lnTo>
                    <a:pt x="217931" y="192024"/>
                  </a:lnTo>
                  <a:close/>
                </a:path>
                <a:path w="253364" h="256539">
                  <a:moveTo>
                    <a:pt x="216899" y="233172"/>
                  </a:moveTo>
                  <a:lnTo>
                    <a:pt x="199643" y="233172"/>
                  </a:lnTo>
                  <a:lnTo>
                    <a:pt x="202692" y="228600"/>
                  </a:lnTo>
                  <a:lnTo>
                    <a:pt x="202692" y="199644"/>
                  </a:lnTo>
                  <a:lnTo>
                    <a:pt x="217931" y="199644"/>
                  </a:lnTo>
                  <a:lnTo>
                    <a:pt x="217931" y="225552"/>
                  </a:lnTo>
                  <a:lnTo>
                    <a:pt x="216899" y="233172"/>
                  </a:lnTo>
                  <a:close/>
                </a:path>
                <a:path w="253364" h="256539">
                  <a:moveTo>
                    <a:pt x="195072" y="256032"/>
                  </a:moveTo>
                  <a:lnTo>
                    <a:pt x="193357" y="250578"/>
                  </a:lnTo>
                  <a:lnTo>
                    <a:pt x="188214" y="245554"/>
                  </a:lnTo>
                  <a:lnTo>
                    <a:pt x="179641" y="240815"/>
                  </a:lnTo>
                  <a:lnTo>
                    <a:pt x="167640" y="236220"/>
                  </a:lnTo>
                  <a:lnTo>
                    <a:pt x="167640" y="230124"/>
                  </a:lnTo>
                  <a:lnTo>
                    <a:pt x="175331" y="231886"/>
                  </a:lnTo>
                  <a:lnTo>
                    <a:pt x="182308" y="232791"/>
                  </a:lnTo>
                  <a:lnTo>
                    <a:pt x="188428" y="233124"/>
                  </a:lnTo>
                  <a:lnTo>
                    <a:pt x="216899" y="233172"/>
                  </a:lnTo>
                  <a:lnTo>
                    <a:pt x="216503" y="236100"/>
                  </a:lnTo>
                  <a:lnTo>
                    <a:pt x="212217" y="244792"/>
                  </a:lnTo>
                  <a:lnTo>
                    <a:pt x="205073" y="251483"/>
                  </a:lnTo>
                  <a:lnTo>
                    <a:pt x="195072" y="256032"/>
                  </a:lnTo>
                  <a:close/>
                </a:path>
                <a:path w="253364" h="256539">
                  <a:moveTo>
                    <a:pt x="13716" y="117348"/>
                  </a:moveTo>
                  <a:lnTo>
                    <a:pt x="7620" y="117348"/>
                  </a:lnTo>
                  <a:lnTo>
                    <a:pt x="4572" y="115824"/>
                  </a:lnTo>
                  <a:lnTo>
                    <a:pt x="3048" y="114300"/>
                  </a:lnTo>
                  <a:lnTo>
                    <a:pt x="1524" y="114300"/>
                  </a:lnTo>
                  <a:lnTo>
                    <a:pt x="0" y="112776"/>
                  </a:lnTo>
                  <a:lnTo>
                    <a:pt x="0" y="109728"/>
                  </a:lnTo>
                  <a:lnTo>
                    <a:pt x="1524" y="105156"/>
                  </a:lnTo>
                  <a:lnTo>
                    <a:pt x="6096" y="102108"/>
                  </a:lnTo>
                  <a:lnTo>
                    <a:pt x="10144" y="95273"/>
                  </a:lnTo>
                  <a:lnTo>
                    <a:pt x="13335" y="86296"/>
                  </a:lnTo>
                  <a:lnTo>
                    <a:pt x="15954" y="75318"/>
                  </a:lnTo>
                  <a:lnTo>
                    <a:pt x="18288" y="62484"/>
                  </a:lnTo>
                  <a:lnTo>
                    <a:pt x="22860" y="62484"/>
                  </a:lnTo>
                  <a:lnTo>
                    <a:pt x="24598" y="77057"/>
                  </a:lnTo>
                  <a:lnTo>
                    <a:pt x="25336" y="88773"/>
                  </a:lnTo>
                  <a:lnTo>
                    <a:pt x="25217" y="97631"/>
                  </a:lnTo>
                  <a:lnTo>
                    <a:pt x="24384" y="103632"/>
                  </a:lnTo>
                  <a:lnTo>
                    <a:pt x="22860" y="109728"/>
                  </a:lnTo>
                  <a:lnTo>
                    <a:pt x="21336" y="112776"/>
                  </a:lnTo>
                  <a:lnTo>
                    <a:pt x="15240" y="115824"/>
                  </a:lnTo>
                  <a:lnTo>
                    <a:pt x="13716" y="117348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59" name="object 259"/>
            <p:cNvPicPr/>
            <p:nvPr/>
          </p:nvPicPr>
          <p:blipFill>
            <a:blip r:embed="rId162" cstate="print"/>
            <a:stretch>
              <a:fillRect/>
            </a:stretch>
          </p:blipFill>
          <p:spPr>
            <a:xfrm>
              <a:off x="6013703" y="3061716"/>
              <a:ext cx="252984" cy="239267"/>
            </a:xfrm>
            <a:prstGeom prst="rect">
              <a:avLst/>
            </a:prstGeom>
          </p:spPr>
        </p:pic>
      </p:grpSp>
      <p:grpSp>
        <p:nvGrpSpPr>
          <p:cNvPr id="260" name="object 260"/>
          <p:cNvGrpSpPr/>
          <p:nvPr/>
        </p:nvGrpSpPr>
        <p:grpSpPr>
          <a:xfrm>
            <a:off x="1866900" y="3453383"/>
            <a:ext cx="375285" cy="245745"/>
            <a:chOff x="1866900" y="3453383"/>
            <a:chExt cx="375285" cy="245745"/>
          </a:xfrm>
        </p:grpSpPr>
        <p:sp>
          <p:nvSpPr>
            <p:cNvPr id="261" name="object 261"/>
            <p:cNvSpPr/>
            <p:nvPr/>
          </p:nvSpPr>
          <p:spPr>
            <a:xfrm>
              <a:off x="1866900" y="3566159"/>
              <a:ext cx="97790" cy="97790"/>
            </a:xfrm>
            <a:custGeom>
              <a:avLst/>
              <a:gdLst/>
              <a:ahLst/>
              <a:cxnLst/>
              <a:rect l="l" t="t" r="r" b="b"/>
              <a:pathLst>
                <a:path w="97789" h="97789">
                  <a:moveTo>
                    <a:pt x="97536" y="97536"/>
                  </a:moveTo>
                  <a:lnTo>
                    <a:pt x="0" y="97536"/>
                  </a:lnTo>
                  <a:lnTo>
                    <a:pt x="0" y="0"/>
                  </a:lnTo>
                  <a:lnTo>
                    <a:pt x="97536" y="0"/>
                  </a:lnTo>
                  <a:lnTo>
                    <a:pt x="97536" y="97536"/>
                  </a:lnTo>
                  <a:close/>
                </a:path>
              </a:pathLst>
            </a:custGeom>
            <a:solidFill>
              <a:srgbClr val="3333C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62" name="object 262"/>
            <p:cNvPicPr/>
            <p:nvPr/>
          </p:nvPicPr>
          <p:blipFill>
            <a:blip r:embed="rId163" cstate="print"/>
            <a:stretch>
              <a:fillRect/>
            </a:stretch>
          </p:blipFill>
          <p:spPr>
            <a:xfrm>
              <a:off x="1994915" y="3453383"/>
              <a:ext cx="246888" cy="245363"/>
            </a:xfrm>
            <a:prstGeom prst="rect">
              <a:avLst/>
            </a:prstGeom>
          </p:spPr>
        </p:pic>
      </p:grpSp>
      <p:pic>
        <p:nvPicPr>
          <p:cNvPr id="263" name="object 263"/>
          <p:cNvPicPr/>
          <p:nvPr/>
        </p:nvPicPr>
        <p:blipFill>
          <a:blip r:embed="rId164" cstate="print"/>
          <a:stretch>
            <a:fillRect/>
          </a:stretch>
        </p:blipFill>
        <p:spPr>
          <a:xfrm>
            <a:off x="2295144" y="3456432"/>
            <a:ext cx="214884" cy="243840"/>
          </a:xfrm>
          <a:prstGeom prst="rect">
            <a:avLst/>
          </a:prstGeom>
        </p:spPr>
      </p:pic>
      <p:pic>
        <p:nvPicPr>
          <p:cNvPr id="264" name="object 264"/>
          <p:cNvPicPr/>
          <p:nvPr/>
        </p:nvPicPr>
        <p:blipFill>
          <a:blip r:embed="rId165" cstate="print"/>
          <a:stretch>
            <a:fillRect/>
          </a:stretch>
        </p:blipFill>
        <p:spPr>
          <a:xfrm>
            <a:off x="2560320" y="3448811"/>
            <a:ext cx="227076" cy="248412"/>
          </a:xfrm>
          <a:prstGeom prst="rect">
            <a:avLst/>
          </a:prstGeom>
        </p:spPr>
      </p:pic>
      <p:grpSp>
        <p:nvGrpSpPr>
          <p:cNvPr id="265" name="object 265"/>
          <p:cNvGrpSpPr/>
          <p:nvPr/>
        </p:nvGrpSpPr>
        <p:grpSpPr>
          <a:xfrm>
            <a:off x="2918459" y="3468623"/>
            <a:ext cx="193675" cy="207645"/>
            <a:chOff x="2918459" y="3468623"/>
            <a:chExt cx="193675" cy="207645"/>
          </a:xfrm>
        </p:grpSpPr>
        <p:pic>
          <p:nvPicPr>
            <p:cNvPr id="266" name="object 266"/>
            <p:cNvPicPr/>
            <p:nvPr/>
          </p:nvPicPr>
          <p:blipFill>
            <a:blip r:embed="rId166" cstate="print"/>
            <a:stretch>
              <a:fillRect/>
            </a:stretch>
          </p:blipFill>
          <p:spPr>
            <a:xfrm>
              <a:off x="2918459" y="3468623"/>
              <a:ext cx="123443" cy="207263"/>
            </a:xfrm>
            <a:prstGeom prst="rect">
              <a:avLst/>
            </a:prstGeom>
          </p:spPr>
        </p:pic>
        <p:sp>
          <p:nvSpPr>
            <p:cNvPr id="267" name="object 267"/>
            <p:cNvSpPr/>
            <p:nvPr/>
          </p:nvSpPr>
          <p:spPr>
            <a:xfrm>
              <a:off x="3078480" y="3636263"/>
              <a:ext cx="33655" cy="40005"/>
            </a:xfrm>
            <a:custGeom>
              <a:avLst/>
              <a:gdLst/>
              <a:ahLst/>
              <a:cxnLst/>
              <a:rect l="l" t="t" r="r" b="b"/>
              <a:pathLst>
                <a:path w="33655" h="40004">
                  <a:moveTo>
                    <a:pt x="33527" y="39624"/>
                  </a:moveTo>
                  <a:lnTo>
                    <a:pt x="0" y="39624"/>
                  </a:lnTo>
                  <a:lnTo>
                    <a:pt x="0" y="0"/>
                  </a:lnTo>
                  <a:lnTo>
                    <a:pt x="33527" y="0"/>
                  </a:lnTo>
                  <a:lnTo>
                    <a:pt x="33527" y="39624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268" name="object 268"/>
          <p:cNvGrpSpPr/>
          <p:nvPr/>
        </p:nvGrpSpPr>
        <p:grpSpPr>
          <a:xfrm>
            <a:off x="3323844" y="3447288"/>
            <a:ext cx="1087120" cy="256540"/>
            <a:chOff x="3323844" y="3447288"/>
            <a:chExt cx="1087120" cy="256540"/>
          </a:xfrm>
        </p:grpSpPr>
        <p:pic>
          <p:nvPicPr>
            <p:cNvPr id="269" name="object 269"/>
            <p:cNvPicPr/>
            <p:nvPr/>
          </p:nvPicPr>
          <p:blipFill>
            <a:blip r:embed="rId167" cstate="print"/>
            <a:stretch>
              <a:fillRect/>
            </a:stretch>
          </p:blipFill>
          <p:spPr>
            <a:xfrm>
              <a:off x="3323844" y="3456432"/>
              <a:ext cx="251460" cy="245364"/>
            </a:xfrm>
            <a:prstGeom prst="rect">
              <a:avLst/>
            </a:prstGeom>
          </p:spPr>
        </p:pic>
        <p:sp>
          <p:nvSpPr>
            <p:cNvPr id="270" name="object 270"/>
            <p:cNvSpPr/>
            <p:nvPr/>
          </p:nvSpPr>
          <p:spPr>
            <a:xfrm>
              <a:off x="3598164" y="3447288"/>
              <a:ext cx="259079" cy="243840"/>
            </a:xfrm>
            <a:custGeom>
              <a:avLst/>
              <a:gdLst/>
              <a:ahLst/>
              <a:cxnLst/>
              <a:rect l="l" t="t" r="r" b="b"/>
              <a:pathLst>
                <a:path w="259079" h="243839">
                  <a:moveTo>
                    <a:pt x="161544" y="65532"/>
                  </a:moveTo>
                  <a:lnTo>
                    <a:pt x="146304" y="65532"/>
                  </a:lnTo>
                  <a:lnTo>
                    <a:pt x="147161" y="45219"/>
                  </a:lnTo>
                  <a:lnTo>
                    <a:pt x="147276" y="38100"/>
                  </a:lnTo>
                  <a:lnTo>
                    <a:pt x="147368" y="23502"/>
                  </a:lnTo>
                  <a:lnTo>
                    <a:pt x="147186" y="13930"/>
                  </a:lnTo>
                  <a:lnTo>
                    <a:pt x="147133" y="12192"/>
                  </a:lnTo>
                  <a:lnTo>
                    <a:pt x="146304" y="0"/>
                  </a:lnTo>
                  <a:lnTo>
                    <a:pt x="173736" y="10668"/>
                  </a:lnTo>
                  <a:lnTo>
                    <a:pt x="164592" y="18288"/>
                  </a:lnTo>
                  <a:lnTo>
                    <a:pt x="163687" y="27170"/>
                  </a:lnTo>
                  <a:lnTo>
                    <a:pt x="163058" y="38100"/>
                  </a:lnTo>
                  <a:lnTo>
                    <a:pt x="162448" y="50649"/>
                  </a:lnTo>
                  <a:lnTo>
                    <a:pt x="161544" y="65532"/>
                  </a:lnTo>
                  <a:close/>
                </a:path>
                <a:path w="259079" h="243839">
                  <a:moveTo>
                    <a:pt x="62484" y="57912"/>
                  </a:moveTo>
                  <a:lnTo>
                    <a:pt x="57912" y="57912"/>
                  </a:lnTo>
                  <a:lnTo>
                    <a:pt x="53340" y="44196"/>
                  </a:lnTo>
                  <a:lnTo>
                    <a:pt x="50244" y="36195"/>
                  </a:lnTo>
                  <a:lnTo>
                    <a:pt x="45720" y="28194"/>
                  </a:lnTo>
                  <a:lnTo>
                    <a:pt x="40052" y="20193"/>
                  </a:lnTo>
                  <a:lnTo>
                    <a:pt x="33528" y="12192"/>
                  </a:lnTo>
                  <a:lnTo>
                    <a:pt x="35052" y="9144"/>
                  </a:lnTo>
                  <a:lnTo>
                    <a:pt x="68580" y="33528"/>
                  </a:lnTo>
                  <a:lnTo>
                    <a:pt x="71628" y="47244"/>
                  </a:lnTo>
                  <a:lnTo>
                    <a:pt x="70104" y="51816"/>
                  </a:lnTo>
                  <a:lnTo>
                    <a:pt x="65532" y="56388"/>
                  </a:lnTo>
                  <a:lnTo>
                    <a:pt x="62484" y="57912"/>
                  </a:lnTo>
                  <a:close/>
                </a:path>
                <a:path w="259079" h="243839">
                  <a:moveTo>
                    <a:pt x="91440" y="74676"/>
                  </a:moveTo>
                  <a:lnTo>
                    <a:pt x="82296" y="65532"/>
                  </a:lnTo>
                  <a:lnTo>
                    <a:pt x="213360" y="65532"/>
                  </a:lnTo>
                  <a:lnTo>
                    <a:pt x="224028" y="54864"/>
                  </a:lnTo>
                  <a:lnTo>
                    <a:pt x="239268" y="70104"/>
                  </a:lnTo>
                  <a:lnTo>
                    <a:pt x="237744" y="71628"/>
                  </a:lnTo>
                  <a:lnTo>
                    <a:pt x="117348" y="71628"/>
                  </a:lnTo>
                  <a:lnTo>
                    <a:pt x="110513" y="71889"/>
                  </a:lnTo>
                  <a:lnTo>
                    <a:pt x="103822" y="72580"/>
                  </a:lnTo>
                  <a:lnTo>
                    <a:pt x="97416" y="73556"/>
                  </a:lnTo>
                  <a:lnTo>
                    <a:pt x="91440" y="74676"/>
                  </a:lnTo>
                  <a:close/>
                </a:path>
                <a:path w="259079" h="243839">
                  <a:moveTo>
                    <a:pt x="82296" y="205740"/>
                  </a:moveTo>
                  <a:lnTo>
                    <a:pt x="79248" y="201168"/>
                  </a:lnTo>
                  <a:lnTo>
                    <a:pt x="106656" y="175998"/>
                  </a:lnTo>
                  <a:lnTo>
                    <a:pt x="127063" y="146113"/>
                  </a:lnTo>
                  <a:lnTo>
                    <a:pt x="140327" y="111371"/>
                  </a:lnTo>
                  <a:lnTo>
                    <a:pt x="146304" y="71628"/>
                  </a:lnTo>
                  <a:lnTo>
                    <a:pt x="161544" y="71628"/>
                  </a:lnTo>
                  <a:lnTo>
                    <a:pt x="154090" y="114228"/>
                  </a:lnTo>
                  <a:lnTo>
                    <a:pt x="138493" y="150685"/>
                  </a:lnTo>
                  <a:lnTo>
                    <a:pt x="114609" y="181141"/>
                  </a:lnTo>
                  <a:lnTo>
                    <a:pt x="82296" y="205740"/>
                  </a:lnTo>
                  <a:close/>
                </a:path>
                <a:path w="259079" h="243839">
                  <a:moveTo>
                    <a:pt x="213492" y="195405"/>
                  </a:moveTo>
                  <a:lnTo>
                    <a:pt x="186904" y="195405"/>
                  </a:lnTo>
                  <a:lnTo>
                    <a:pt x="192024" y="195071"/>
                  </a:lnTo>
                  <a:lnTo>
                    <a:pt x="196596" y="195071"/>
                  </a:lnTo>
                  <a:lnTo>
                    <a:pt x="201168" y="187452"/>
                  </a:lnTo>
                  <a:lnTo>
                    <a:pt x="202692" y="175260"/>
                  </a:lnTo>
                  <a:lnTo>
                    <a:pt x="205239" y="161853"/>
                  </a:lnTo>
                  <a:lnTo>
                    <a:pt x="208216" y="140017"/>
                  </a:lnTo>
                  <a:lnTo>
                    <a:pt x="211478" y="109894"/>
                  </a:lnTo>
                  <a:lnTo>
                    <a:pt x="214884" y="71628"/>
                  </a:lnTo>
                  <a:lnTo>
                    <a:pt x="237744" y="71628"/>
                  </a:lnTo>
                  <a:lnTo>
                    <a:pt x="231648" y="77724"/>
                  </a:lnTo>
                  <a:lnTo>
                    <a:pt x="228266" y="108299"/>
                  </a:lnTo>
                  <a:lnTo>
                    <a:pt x="225171" y="133731"/>
                  </a:lnTo>
                  <a:lnTo>
                    <a:pt x="222646" y="154019"/>
                  </a:lnTo>
                  <a:lnTo>
                    <a:pt x="220980" y="169164"/>
                  </a:lnTo>
                  <a:lnTo>
                    <a:pt x="218432" y="180855"/>
                  </a:lnTo>
                  <a:lnTo>
                    <a:pt x="215455" y="190690"/>
                  </a:lnTo>
                  <a:lnTo>
                    <a:pt x="213492" y="195405"/>
                  </a:lnTo>
                  <a:close/>
                </a:path>
                <a:path w="259079" h="243839">
                  <a:moveTo>
                    <a:pt x="10668" y="103632"/>
                  </a:moveTo>
                  <a:lnTo>
                    <a:pt x="0" y="92964"/>
                  </a:lnTo>
                  <a:lnTo>
                    <a:pt x="44196" y="92964"/>
                  </a:lnTo>
                  <a:lnTo>
                    <a:pt x="56388" y="80772"/>
                  </a:lnTo>
                  <a:lnTo>
                    <a:pt x="71628" y="96012"/>
                  </a:lnTo>
                  <a:lnTo>
                    <a:pt x="65227" y="100584"/>
                  </a:lnTo>
                  <a:lnTo>
                    <a:pt x="36576" y="100584"/>
                  </a:lnTo>
                  <a:lnTo>
                    <a:pt x="29741" y="100631"/>
                  </a:lnTo>
                  <a:lnTo>
                    <a:pt x="23050" y="100965"/>
                  </a:lnTo>
                  <a:lnTo>
                    <a:pt x="16644" y="101869"/>
                  </a:lnTo>
                  <a:lnTo>
                    <a:pt x="10668" y="103632"/>
                  </a:lnTo>
                  <a:close/>
                </a:path>
                <a:path w="259079" h="243839">
                  <a:moveTo>
                    <a:pt x="18288" y="231648"/>
                  </a:moveTo>
                  <a:lnTo>
                    <a:pt x="3048" y="216407"/>
                  </a:lnTo>
                  <a:lnTo>
                    <a:pt x="11644" y="211288"/>
                  </a:lnTo>
                  <a:lnTo>
                    <a:pt x="32837" y="198191"/>
                  </a:lnTo>
                  <a:lnTo>
                    <a:pt x="45720" y="190500"/>
                  </a:lnTo>
                  <a:lnTo>
                    <a:pt x="45720" y="100584"/>
                  </a:lnTo>
                  <a:lnTo>
                    <a:pt x="65227" y="100584"/>
                  </a:lnTo>
                  <a:lnTo>
                    <a:pt x="60960" y="103632"/>
                  </a:lnTo>
                  <a:lnTo>
                    <a:pt x="60960" y="190500"/>
                  </a:lnTo>
                  <a:lnTo>
                    <a:pt x="66079" y="196215"/>
                  </a:lnTo>
                  <a:lnTo>
                    <a:pt x="66487" y="196595"/>
                  </a:lnTo>
                  <a:lnTo>
                    <a:pt x="50292" y="196595"/>
                  </a:lnTo>
                  <a:lnTo>
                    <a:pt x="22002" y="225051"/>
                  </a:lnTo>
                  <a:lnTo>
                    <a:pt x="18288" y="231648"/>
                  </a:lnTo>
                  <a:close/>
                </a:path>
                <a:path w="259079" h="243839">
                  <a:moveTo>
                    <a:pt x="184404" y="217931"/>
                  </a:moveTo>
                  <a:lnTo>
                    <a:pt x="179808" y="210478"/>
                  </a:lnTo>
                  <a:lnTo>
                    <a:pt x="172783" y="204025"/>
                  </a:lnTo>
                  <a:lnTo>
                    <a:pt x="163187" y="198429"/>
                  </a:lnTo>
                  <a:lnTo>
                    <a:pt x="150876" y="193548"/>
                  </a:lnTo>
                  <a:lnTo>
                    <a:pt x="152400" y="188976"/>
                  </a:lnTo>
                  <a:lnTo>
                    <a:pt x="166949" y="192071"/>
                  </a:lnTo>
                  <a:lnTo>
                    <a:pt x="178498" y="194310"/>
                  </a:lnTo>
                  <a:lnTo>
                    <a:pt x="186904" y="195405"/>
                  </a:lnTo>
                  <a:lnTo>
                    <a:pt x="213492" y="195405"/>
                  </a:lnTo>
                  <a:lnTo>
                    <a:pt x="212193" y="198524"/>
                  </a:lnTo>
                  <a:lnTo>
                    <a:pt x="208788" y="204216"/>
                  </a:lnTo>
                  <a:lnTo>
                    <a:pt x="203906" y="208502"/>
                  </a:lnTo>
                  <a:lnTo>
                    <a:pt x="198310" y="212217"/>
                  </a:lnTo>
                  <a:lnTo>
                    <a:pt x="191857" y="215360"/>
                  </a:lnTo>
                  <a:lnTo>
                    <a:pt x="184404" y="217931"/>
                  </a:lnTo>
                  <a:close/>
                </a:path>
                <a:path w="259079" h="243839">
                  <a:moveTo>
                    <a:pt x="237744" y="243840"/>
                  </a:moveTo>
                  <a:lnTo>
                    <a:pt x="190690" y="243649"/>
                  </a:lnTo>
                  <a:lnTo>
                    <a:pt x="138755" y="240887"/>
                  </a:lnTo>
                  <a:lnTo>
                    <a:pt x="92154" y="228314"/>
                  </a:lnTo>
                  <a:lnTo>
                    <a:pt x="60960" y="201168"/>
                  </a:lnTo>
                  <a:lnTo>
                    <a:pt x="54864" y="196595"/>
                  </a:lnTo>
                  <a:lnTo>
                    <a:pt x="66487" y="196595"/>
                  </a:lnTo>
                  <a:lnTo>
                    <a:pt x="72199" y="201930"/>
                  </a:lnTo>
                  <a:lnTo>
                    <a:pt x="79176" y="207645"/>
                  </a:lnTo>
                  <a:lnTo>
                    <a:pt x="122658" y="223861"/>
                  </a:lnTo>
                  <a:lnTo>
                    <a:pt x="171831" y="226123"/>
                  </a:lnTo>
                  <a:lnTo>
                    <a:pt x="259080" y="226194"/>
                  </a:lnTo>
                  <a:lnTo>
                    <a:pt x="259080" y="228600"/>
                  </a:lnTo>
                  <a:lnTo>
                    <a:pt x="249316" y="231195"/>
                  </a:lnTo>
                  <a:lnTo>
                    <a:pt x="242697" y="234505"/>
                  </a:lnTo>
                  <a:lnTo>
                    <a:pt x="238934" y="238672"/>
                  </a:lnTo>
                  <a:lnTo>
                    <a:pt x="237744" y="243840"/>
                  </a:lnTo>
                  <a:close/>
                </a:path>
                <a:path w="259079" h="243839">
                  <a:moveTo>
                    <a:pt x="259080" y="226194"/>
                  </a:moveTo>
                  <a:lnTo>
                    <a:pt x="187547" y="226194"/>
                  </a:lnTo>
                  <a:lnTo>
                    <a:pt x="202692" y="225552"/>
                  </a:lnTo>
                  <a:lnTo>
                    <a:pt x="217289" y="225528"/>
                  </a:lnTo>
                  <a:lnTo>
                    <a:pt x="231457" y="225361"/>
                  </a:lnTo>
                  <a:lnTo>
                    <a:pt x="245340" y="224909"/>
                  </a:lnTo>
                  <a:lnTo>
                    <a:pt x="259080" y="224028"/>
                  </a:lnTo>
                  <a:lnTo>
                    <a:pt x="259080" y="226194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71" name="object 271"/>
            <p:cNvPicPr/>
            <p:nvPr/>
          </p:nvPicPr>
          <p:blipFill>
            <a:blip r:embed="rId168" cstate="print"/>
            <a:stretch>
              <a:fillRect/>
            </a:stretch>
          </p:blipFill>
          <p:spPr>
            <a:xfrm>
              <a:off x="3899916" y="3448812"/>
              <a:ext cx="222504" cy="249936"/>
            </a:xfrm>
            <a:prstGeom prst="rect">
              <a:avLst/>
            </a:prstGeom>
          </p:spPr>
        </p:pic>
        <p:sp>
          <p:nvSpPr>
            <p:cNvPr id="272" name="object 272"/>
            <p:cNvSpPr/>
            <p:nvPr/>
          </p:nvSpPr>
          <p:spPr>
            <a:xfrm>
              <a:off x="4157472" y="3447288"/>
              <a:ext cx="253365" cy="256540"/>
            </a:xfrm>
            <a:custGeom>
              <a:avLst/>
              <a:gdLst/>
              <a:ahLst/>
              <a:cxnLst/>
              <a:rect l="l" t="t" r="r" b="b"/>
              <a:pathLst>
                <a:path w="253364" h="256539">
                  <a:moveTo>
                    <a:pt x="83820" y="68579"/>
                  </a:moveTo>
                  <a:lnTo>
                    <a:pt x="68580" y="68579"/>
                  </a:lnTo>
                  <a:lnTo>
                    <a:pt x="68580" y="0"/>
                  </a:lnTo>
                  <a:lnTo>
                    <a:pt x="91440" y="10667"/>
                  </a:lnTo>
                  <a:lnTo>
                    <a:pt x="83820" y="18287"/>
                  </a:lnTo>
                  <a:lnTo>
                    <a:pt x="83820" y="68579"/>
                  </a:lnTo>
                  <a:close/>
                </a:path>
                <a:path w="253364" h="256539">
                  <a:moveTo>
                    <a:pt x="121920" y="134111"/>
                  </a:moveTo>
                  <a:lnTo>
                    <a:pt x="117348" y="132587"/>
                  </a:lnTo>
                  <a:lnTo>
                    <a:pt x="130492" y="108013"/>
                  </a:lnTo>
                  <a:lnTo>
                    <a:pt x="142494" y="77723"/>
                  </a:lnTo>
                  <a:lnTo>
                    <a:pt x="153352" y="41719"/>
                  </a:lnTo>
                  <a:lnTo>
                    <a:pt x="163068" y="0"/>
                  </a:lnTo>
                  <a:lnTo>
                    <a:pt x="187452" y="13715"/>
                  </a:lnTo>
                  <a:lnTo>
                    <a:pt x="181356" y="16763"/>
                  </a:lnTo>
                  <a:lnTo>
                    <a:pt x="176784" y="21335"/>
                  </a:lnTo>
                  <a:lnTo>
                    <a:pt x="173736" y="27431"/>
                  </a:lnTo>
                  <a:lnTo>
                    <a:pt x="171783" y="33432"/>
                  </a:lnTo>
                  <a:lnTo>
                    <a:pt x="168402" y="42290"/>
                  </a:lnTo>
                  <a:lnTo>
                    <a:pt x="163877" y="54006"/>
                  </a:lnTo>
                  <a:lnTo>
                    <a:pt x="158496" y="68579"/>
                  </a:lnTo>
                  <a:lnTo>
                    <a:pt x="246888" y="68579"/>
                  </a:lnTo>
                  <a:lnTo>
                    <a:pt x="252984" y="74675"/>
                  </a:lnTo>
                  <a:lnTo>
                    <a:pt x="156972" y="74675"/>
                  </a:lnTo>
                  <a:lnTo>
                    <a:pt x="157650" y="80771"/>
                  </a:lnTo>
                  <a:lnTo>
                    <a:pt x="152400" y="80771"/>
                  </a:lnTo>
                  <a:lnTo>
                    <a:pt x="146994" y="95107"/>
                  </a:lnTo>
                  <a:lnTo>
                    <a:pt x="140017" y="108584"/>
                  </a:lnTo>
                  <a:lnTo>
                    <a:pt x="131611" y="121491"/>
                  </a:lnTo>
                  <a:lnTo>
                    <a:pt x="121920" y="134111"/>
                  </a:lnTo>
                  <a:close/>
                </a:path>
                <a:path w="253364" h="256539">
                  <a:moveTo>
                    <a:pt x="96012" y="62483"/>
                  </a:moveTo>
                  <a:lnTo>
                    <a:pt x="92964" y="59435"/>
                  </a:lnTo>
                  <a:lnTo>
                    <a:pt x="102131" y="44553"/>
                  </a:lnTo>
                  <a:lnTo>
                    <a:pt x="109156" y="31813"/>
                  </a:lnTo>
                  <a:lnTo>
                    <a:pt x="114180" y="21074"/>
                  </a:lnTo>
                  <a:lnTo>
                    <a:pt x="117348" y="12191"/>
                  </a:lnTo>
                  <a:lnTo>
                    <a:pt x="137160" y="24383"/>
                  </a:lnTo>
                  <a:lnTo>
                    <a:pt x="131064" y="25907"/>
                  </a:lnTo>
                  <a:lnTo>
                    <a:pt x="124968" y="30479"/>
                  </a:lnTo>
                  <a:lnTo>
                    <a:pt x="121920" y="36575"/>
                  </a:lnTo>
                  <a:lnTo>
                    <a:pt x="117014" y="40838"/>
                  </a:lnTo>
                  <a:lnTo>
                    <a:pt x="111252" y="46672"/>
                  </a:lnTo>
                  <a:lnTo>
                    <a:pt x="104276" y="54006"/>
                  </a:lnTo>
                  <a:lnTo>
                    <a:pt x="96012" y="62483"/>
                  </a:lnTo>
                  <a:close/>
                </a:path>
                <a:path w="253364" h="256539">
                  <a:moveTo>
                    <a:pt x="44196" y="60959"/>
                  </a:moveTo>
                  <a:lnTo>
                    <a:pt x="41148" y="60959"/>
                  </a:lnTo>
                  <a:lnTo>
                    <a:pt x="39624" y="57911"/>
                  </a:lnTo>
                  <a:lnTo>
                    <a:pt x="36576" y="50291"/>
                  </a:lnTo>
                  <a:lnTo>
                    <a:pt x="33956" y="42267"/>
                  </a:lnTo>
                  <a:lnTo>
                    <a:pt x="30480" y="34099"/>
                  </a:lnTo>
                  <a:lnTo>
                    <a:pt x="25860" y="25646"/>
                  </a:lnTo>
                  <a:lnTo>
                    <a:pt x="19812" y="16763"/>
                  </a:lnTo>
                  <a:lnTo>
                    <a:pt x="24384" y="15239"/>
                  </a:lnTo>
                  <a:lnTo>
                    <a:pt x="53340" y="42671"/>
                  </a:lnTo>
                  <a:lnTo>
                    <a:pt x="53340" y="48767"/>
                  </a:lnTo>
                  <a:lnTo>
                    <a:pt x="51816" y="51815"/>
                  </a:lnTo>
                  <a:lnTo>
                    <a:pt x="48768" y="54863"/>
                  </a:lnTo>
                  <a:lnTo>
                    <a:pt x="47244" y="59435"/>
                  </a:lnTo>
                  <a:lnTo>
                    <a:pt x="44196" y="60959"/>
                  </a:lnTo>
                  <a:close/>
                </a:path>
                <a:path w="253364" h="256539">
                  <a:moveTo>
                    <a:pt x="246888" y="68579"/>
                  </a:moveTo>
                  <a:lnTo>
                    <a:pt x="219456" y="68579"/>
                  </a:lnTo>
                  <a:lnTo>
                    <a:pt x="233172" y="54863"/>
                  </a:lnTo>
                  <a:lnTo>
                    <a:pt x="246888" y="68579"/>
                  </a:lnTo>
                  <a:close/>
                </a:path>
                <a:path w="253364" h="256539">
                  <a:moveTo>
                    <a:pt x="15240" y="77723"/>
                  </a:moveTo>
                  <a:lnTo>
                    <a:pt x="4572" y="68579"/>
                  </a:lnTo>
                  <a:lnTo>
                    <a:pt x="109728" y="68579"/>
                  </a:lnTo>
                  <a:lnTo>
                    <a:pt x="121920" y="56387"/>
                  </a:lnTo>
                  <a:lnTo>
                    <a:pt x="140208" y="74675"/>
                  </a:lnTo>
                  <a:lnTo>
                    <a:pt x="41148" y="74675"/>
                  </a:lnTo>
                  <a:lnTo>
                    <a:pt x="34313" y="74937"/>
                  </a:lnTo>
                  <a:lnTo>
                    <a:pt x="27622" y="75628"/>
                  </a:lnTo>
                  <a:lnTo>
                    <a:pt x="21216" y="76604"/>
                  </a:lnTo>
                  <a:lnTo>
                    <a:pt x="15240" y="77723"/>
                  </a:lnTo>
                  <a:close/>
                </a:path>
                <a:path w="253364" h="256539">
                  <a:moveTo>
                    <a:pt x="1524" y="138683"/>
                  </a:moveTo>
                  <a:lnTo>
                    <a:pt x="0" y="135635"/>
                  </a:lnTo>
                  <a:lnTo>
                    <a:pt x="18526" y="121396"/>
                  </a:lnTo>
                  <a:lnTo>
                    <a:pt x="35052" y="106298"/>
                  </a:lnTo>
                  <a:lnTo>
                    <a:pt x="49291" y="90630"/>
                  </a:lnTo>
                  <a:lnTo>
                    <a:pt x="60960" y="74675"/>
                  </a:lnTo>
                  <a:lnTo>
                    <a:pt x="83820" y="74675"/>
                  </a:lnTo>
                  <a:lnTo>
                    <a:pt x="83820" y="85343"/>
                  </a:lnTo>
                  <a:lnTo>
                    <a:pt x="91281" y="86867"/>
                  </a:lnTo>
                  <a:lnTo>
                    <a:pt x="68580" y="86867"/>
                  </a:lnTo>
                  <a:lnTo>
                    <a:pt x="54030" y="102893"/>
                  </a:lnTo>
                  <a:lnTo>
                    <a:pt x="37909" y="116776"/>
                  </a:lnTo>
                  <a:lnTo>
                    <a:pt x="20359" y="128658"/>
                  </a:lnTo>
                  <a:lnTo>
                    <a:pt x="1524" y="138683"/>
                  </a:lnTo>
                  <a:close/>
                </a:path>
                <a:path w="253364" h="256539">
                  <a:moveTo>
                    <a:pt x="199426" y="179831"/>
                  </a:moveTo>
                  <a:lnTo>
                    <a:pt x="182880" y="179831"/>
                  </a:lnTo>
                  <a:lnTo>
                    <a:pt x="190928" y="159543"/>
                  </a:lnTo>
                  <a:lnTo>
                    <a:pt x="196977" y="135254"/>
                  </a:lnTo>
                  <a:lnTo>
                    <a:pt x="201296" y="107060"/>
                  </a:lnTo>
                  <a:lnTo>
                    <a:pt x="204216" y="74675"/>
                  </a:lnTo>
                  <a:lnTo>
                    <a:pt x="220980" y="74675"/>
                  </a:lnTo>
                  <a:lnTo>
                    <a:pt x="216693" y="112109"/>
                  </a:lnTo>
                  <a:lnTo>
                    <a:pt x="210693" y="144398"/>
                  </a:lnTo>
                  <a:lnTo>
                    <a:pt x="202977" y="171545"/>
                  </a:lnTo>
                  <a:lnTo>
                    <a:pt x="199426" y="179831"/>
                  </a:lnTo>
                  <a:close/>
                </a:path>
                <a:path w="253364" h="256539">
                  <a:moveTo>
                    <a:pt x="97536" y="256031"/>
                  </a:moveTo>
                  <a:lnTo>
                    <a:pt x="96012" y="252983"/>
                  </a:lnTo>
                  <a:lnTo>
                    <a:pt x="119086" y="240696"/>
                  </a:lnTo>
                  <a:lnTo>
                    <a:pt x="140017" y="226694"/>
                  </a:lnTo>
                  <a:lnTo>
                    <a:pt x="158376" y="210978"/>
                  </a:lnTo>
                  <a:lnTo>
                    <a:pt x="173736" y="193547"/>
                  </a:lnTo>
                  <a:lnTo>
                    <a:pt x="164830" y="166925"/>
                  </a:lnTo>
                  <a:lnTo>
                    <a:pt x="158496" y="139445"/>
                  </a:lnTo>
                  <a:lnTo>
                    <a:pt x="154447" y="110823"/>
                  </a:lnTo>
                  <a:lnTo>
                    <a:pt x="152400" y="80771"/>
                  </a:lnTo>
                  <a:lnTo>
                    <a:pt x="157650" y="80771"/>
                  </a:lnTo>
                  <a:lnTo>
                    <a:pt x="160377" y="105251"/>
                  </a:lnTo>
                  <a:lnTo>
                    <a:pt x="165925" y="132968"/>
                  </a:lnTo>
                  <a:lnTo>
                    <a:pt x="173474" y="157829"/>
                  </a:lnTo>
                  <a:lnTo>
                    <a:pt x="182880" y="179831"/>
                  </a:lnTo>
                  <a:lnTo>
                    <a:pt x="199426" y="179831"/>
                  </a:lnTo>
                  <a:lnTo>
                    <a:pt x="193548" y="193547"/>
                  </a:lnTo>
                  <a:lnTo>
                    <a:pt x="203995" y="205739"/>
                  </a:lnTo>
                  <a:lnTo>
                    <a:pt x="182880" y="205739"/>
                  </a:lnTo>
                  <a:lnTo>
                    <a:pt x="164615" y="221741"/>
                  </a:lnTo>
                  <a:lnTo>
                    <a:pt x="144208" y="235457"/>
                  </a:lnTo>
                  <a:lnTo>
                    <a:pt x="121800" y="246887"/>
                  </a:lnTo>
                  <a:lnTo>
                    <a:pt x="97536" y="256031"/>
                  </a:lnTo>
                  <a:close/>
                </a:path>
                <a:path w="253364" h="256539">
                  <a:moveTo>
                    <a:pt x="72390" y="131063"/>
                  </a:moveTo>
                  <a:lnTo>
                    <a:pt x="68580" y="131063"/>
                  </a:lnTo>
                  <a:lnTo>
                    <a:pt x="68580" y="86867"/>
                  </a:lnTo>
                  <a:lnTo>
                    <a:pt x="91281" y="86867"/>
                  </a:lnTo>
                  <a:lnTo>
                    <a:pt x="95011" y="87629"/>
                  </a:lnTo>
                  <a:lnTo>
                    <a:pt x="103632" y="89915"/>
                  </a:lnTo>
                  <a:lnTo>
                    <a:pt x="83820" y="89915"/>
                  </a:lnTo>
                  <a:lnTo>
                    <a:pt x="83820" y="123443"/>
                  </a:lnTo>
                  <a:lnTo>
                    <a:pt x="72390" y="131063"/>
                  </a:lnTo>
                  <a:close/>
                </a:path>
                <a:path w="253364" h="256539">
                  <a:moveTo>
                    <a:pt x="117348" y="120395"/>
                  </a:moveTo>
                  <a:lnTo>
                    <a:pt x="114300" y="120395"/>
                  </a:lnTo>
                  <a:lnTo>
                    <a:pt x="111252" y="117347"/>
                  </a:lnTo>
                  <a:lnTo>
                    <a:pt x="108204" y="112775"/>
                  </a:lnTo>
                  <a:lnTo>
                    <a:pt x="103229" y="106965"/>
                  </a:lnTo>
                  <a:lnTo>
                    <a:pt x="97726" y="101345"/>
                  </a:lnTo>
                  <a:lnTo>
                    <a:pt x="91273" y="95630"/>
                  </a:lnTo>
                  <a:lnTo>
                    <a:pt x="83820" y="89915"/>
                  </a:lnTo>
                  <a:lnTo>
                    <a:pt x="103632" y="89915"/>
                  </a:lnTo>
                  <a:lnTo>
                    <a:pt x="109966" y="92201"/>
                  </a:lnTo>
                  <a:lnTo>
                    <a:pt x="114300" y="94487"/>
                  </a:lnTo>
                  <a:lnTo>
                    <a:pt x="118872" y="97535"/>
                  </a:lnTo>
                  <a:lnTo>
                    <a:pt x="120396" y="102107"/>
                  </a:lnTo>
                  <a:lnTo>
                    <a:pt x="120396" y="112775"/>
                  </a:lnTo>
                  <a:lnTo>
                    <a:pt x="118872" y="115823"/>
                  </a:lnTo>
                  <a:lnTo>
                    <a:pt x="118872" y="118871"/>
                  </a:lnTo>
                  <a:lnTo>
                    <a:pt x="117348" y="120395"/>
                  </a:lnTo>
                  <a:close/>
                </a:path>
                <a:path w="253364" h="256539">
                  <a:moveTo>
                    <a:pt x="71628" y="155447"/>
                  </a:moveTo>
                  <a:lnTo>
                    <a:pt x="54864" y="155447"/>
                  </a:lnTo>
                  <a:lnTo>
                    <a:pt x="57150" y="149471"/>
                  </a:lnTo>
                  <a:lnTo>
                    <a:pt x="59436" y="143065"/>
                  </a:lnTo>
                  <a:lnTo>
                    <a:pt x="61722" y="136374"/>
                  </a:lnTo>
                  <a:lnTo>
                    <a:pt x="64008" y="129539"/>
                  </a:lnTo>
                  <a:lnTo>
                    <a:pt x="68580" y="131063"/>
                  </a:lnTo>
                  <a:lnTo>
                    <a:pt x="72390" y="131063"/>
                  </a:lnTo>
                  <a:lnTo>
                    <a:pt x="70104" y="132587"/>
                  </a:lnTo>
                  <a:lnTo>
                    <a:pt x="85344" y="138683"/>
                  </a:lnTo>
                  <a:lnTo>
                    <a:pt x="82296" y="140207"/>
                  </a:lnTo>
                  <a:lnTo>
                    <a:pt x="77724" y="146303"/>
                  </a:lnTo>
                  <a:lnTo>
                    <a:pt x="71628" y="155447"/>
                  </a:lnTo>
                  <a:close/>
                </a:path>
                <a:path w="253364" h="256539">
                  <a:moveTo>
                    <a:pt x="12192" y="164591"/>
                  </a:moveTo>
                  <a:lnTo>
                    <a:pt x="3048" y="155447"/>
                  </a:lnTo>
                  <a:lnTo>
                    <a:pt x="105156" y="155447"/>
                  </a:lnTo>
                  <a:lnTo>
                    <a:pt x="112776" y="144779"/>
                  </a:lnTo>
                  <a:lnTo>
                    <a:pt x="129540" y="160019"/>
                  </a:lnTo>
                  <a:lnTo>
                    <a:pt x="125984" y="161543"/>
                  </a:lnTo>
                  <a:lnTo>
                    <a:pt x="39624" y="161543"/>
                  </a:lnTo>
                  <a:lnTo>
                    <a:pt x="32123" y="161805"/>
                  </a:lnTo>
                  <a:lnTo>
                    <a:pt x="25336" y="162496"/>
                  </a:lnTo>
                  <a:lnTo>
                    <a:pt x="18835" y="163472"/>
                  </a:lnTo>
                  <a:lnTo>
                    <a:pt x="12192" y="164591"/>
                  </a:lnTo>
                  <a:close/>
                </a:path>
                <a:path w="253364" h="256539">
                  <a:moveTo>
                    <a:pt x="1524" y="249935"/>
                  </a:moveTo>
                  <a:lnTo>
                    <a:pt x="0" y="246887"/>
                  </a:lnTo>
                  <a:lnTo>
                    <a:pt x="23717" y="237434"/>
                  </a:lnTo>
                  <a:lnTo>
                    <a:pt x="44577" y="227266"/>
                  </a:lnTo>
                  <a:lnTo>
                    <a:pt x="62579" y="216241"/>
                  </a:lnTo>
                  <a:lnTo>
                    <a:pt x="77724" y="204215"/>
                  </a:lnTo>
                  <a:lnTo>
                    <a:pt x="67198" y="200834"/>
                  </a:lnTo>
                  <a:lnTo>
                    <a:pt x="56388" y="197738"/>
                  </a:lnTo>
                  <a:lnTo>
                    <a:pt x="45577" y="195214"/>
                  </a:lnTo>
                  <a:lnTo>
                    <a:pt x="35052" y="193547"/>
                  </a:lnTo>
                  <a:lnTo>
                    <a:pt x="37909" y="188975"/>
                  </a:lnTo>
                  <a:lnTo>
                    <a:pt x="41910" y="182117"/>
                  </a:lnTo>
                  <a:lnTo>
                    <a:pt x="47053" y="172973"/>
                  </a:lnTo>
                  <a:lnTo>
                    <a:pt x="53340" y="161543"/>
                  </a:lnTo>
                  <a:lnTo>
                    <a:pt x="68580" y="161543"/>
                  </a:lnTo>
                  <a:lnTo>
                    <a:pt x="64031" y="168401"/>
                  </a:lnTo>
                  <a:lnTo>
                    <a:pt x="59626" y="175259"/>
                  </a:lnTo>
                  <a:lnTo>
                    <a:pt x="55506" y="182117"/>
                  </a:lnTo>
                  <a:lnTo>
                    <a:pt x="51816" y="188975"/>
                  </a:lnTo>
                  <a:lnTo>
                    <a:pt x="59197" y="190380"/>
                  </a:lnTo>
                  <a:lnTo>
                    <a:pt x="67437" y="192214"/>
                  </a:lnTo>
                  <a:lnTo>
                    <a:pt x="85344" y="196595"/>
                  </a:lnTo>
                  <a:lnTo>
                    <a:pt x="101521" y="196595"/>
                  </a:lnTo>
                  <a:lnTo>
                    <a:pt x="99060" y="199643"/>
                  </a:lnTo>
                  <a:lnTo>
                    <a:pt x="107370" y="201929"/>
                  </a:lnTo>
                  <a:lnTo>
                    <a:pt x="114109" y="204215"/>
                  </a:lnTo>
                  <a:lnTo>
                    <a:pt x="119419" y="206501"/>
                  </a:lnTo>
                  <a:lnTo>
                    <a:pt x="123444" y="208787"/>
                  </a:lnTo>
                  <a:lnTo>
                    <a:pt x="91440" y="208787"/>
                  </a:lnTo>
                  <a:lnTo>
                    <a:pt x="71175" y="223146"/>
                  </a:lnTo>
                  <a:lnTo>
                    <a:pt x="49339" y="234505"/>
                  </a:lnTo>
                  <a:lnTo>
                    <a:pt x="26074" y="243292"/>
                  </a:lnTo>
                  <a:lnTo>
                    <a:pt x="1524" y="249935"/>
                  </a:lnTo>
                  <a:close/>
                </a:path>
                <a:path w="253364" h="256539">
                  <a:moveTo>
                    <a:pt x="101521" y="196595"/>
                  </a:moveTo>
                  <a:lnTo>
                    <a:pt x="85344" y="196595"/>
                  </a:lnTo>
                  <a:lnTo>
                    <a:pt x="90154" y="190261"/>
                  </a:lnTo>
                  <a:lnTo>
                    <a:pt x="95250" y="182498"/>
                  </a:lnTo>
                  <a:lnTo>
                    <a:pt x="100365" y="172973"/>
                  </a:lnTo>
                  <a:lnTo>
                    <a:pt x="105156" y="161543"/>
                  </a:lnTo>
                  <a:lnTo>
                    <a:pt x="125984" y="161543"/>
                  </a:lnTo>
                  <a:lnTo>
                    <a:pt x="118872" y="164591"/>
                  </a:lnTo>
                  <a:lnTo>
                    <a:pt x="113418" y="176283"/>
                  </a:lnTo>
                  <a:lnTo>
                    <a:pt x="108394" y="186118"/>
                  </a:lnTo>
                  <a:lnTo>
                    <a:pt x="103655" y="193952"/>
                  </a:lnTo>
                  <a:lnTo>
                    <a:pt x="101521" y="196595"/>
                  </a:lnTo>
                  <a:close/>
                </a:path>
                <a:path w="253364" h="256539">
                  <a:moveTo>
                    <a:pt x="230123" y="249935"/>
                  </a:moveTo>
                  <a:lnTo>
                    <a:pt x="216098" y="239601"/>
                  </a:lnTo>
                  <a:lnTo>
                    <a:pt x="203644" y="228980"/>
                  </a:lnTo>
                  <a:lnTo>
                    <a:pt x="192619" y="217789"/>
                  </a:lnTo>
                  <a:lnTo>
                    <a:pt x="182880" y="205739"/>
                  </a:lnTo>
                  <a:lnTo>
                    <a:pt x="203995" y="205739"/>
                  </a:lnTo>
                  <a:lnTo>
                    <a:pt x="205811" y="207859"/>
                  </a:lnTo>
                  <a:lnTo>
                    <a:pt x="219646" y="218884"/>
                  </a:lnTo>
                  <a:lnTo>
                    <a:pt x="234910" y="226766"/>
                  </a:lnTo>
                  <a:lnTo>
                    <a:pt x="251460" y="231647"/>
                  </a:lnTo>
                  <a:lnTo>
                    <a:pt x="251460" y="236219"/>
                  </a:lnTo>
                  <a:lnTo>
                    <a:pt x="237744" y="239267"/>
                  </a:lnTo>
                  <a:lnTo>
                    <a:pt x="230123" y="242315"/>
                  </a:lnTo>
                  <a:lnTo>
                    <a:pt x="230123" y="249935"/>
                  </a:lnTo>
                  <a:close/>
                </a:path>
                <a:path w="253364" h="256539">
                  <a:moveTo>
                    <a:pt x="128016" y="228599"/>
                  </a:moveTo>
                  <a:lnTo>
                    <a:pt x="123444" y="228599"/>
                  </a:lnTo>
                  <a:lnTo>
                    <a:pt x="120396" y="227075"/>
                  </a:lnTo>
                  <a:lnTo>
                    <a:pt x="117348" y="224027"/>
                  </a:lnTo>
                  <a:lnTo>
                    <a:pt x="104965" y="216407"/>
                  </a:lnTo>
                  <a:lnTo>
                    <a:pt x="98274" y="212455"/>
                  </a:lnTo>
                  <a:lnTo>
                    <a:pt x="91440" y="208787"/>
                  </a:lnTo>
                  <a:lnTo>
                    <a:pt x="123444" y="208787"/>
                  </a:lnTo>
                  <a:lnTo>
                    <a:pt x="126492" y="211835"/>
                  </a:lnTo>
                  <a:lnTo>
                    <a:pt x="129428" y="216241"/>
                  </a:lnTo>
                  <a:lnTo>
                    <a:pt x="129540" y="227075"/>
                  </a:lnTo>
                  <a:lnTo>
                    <a:pt x="128016" y="228599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pic>
        <p:nvPicPr>
          <p:cNvPr id="273" name="object 273"/>
          <p:cNvPicPr/>
          <p:nvPr/>
        </p:nvPicPr>
        <p:blipFill>
          <a:blip r:embed="rId169" cstate="print"/>
          <a:stretch>
            <a:fillRect/>
          </a:stretch>
        </p:blipFill>
        <p:spPr>
          <a:xfrm>
            <a:off x="4715255" y="3453383"/>
            <a:ext cx="246888" cy="245363"/>
          </a:xfrm>
          <a:prstGeom prst="rect">
            <a:avLst/>
          </a:prstGeom>
        </p:spPr>
      </p:pic>
      <p:pic>
        <p:nvPicPr>
          <p:cNvPr id="274" name="object 274"/>
          <p:cNvPicPr/>
          <p:nvPr/>
        </p:nvPicPr>
        <p:blipFill>
          <a:blip r:embed="rId170" cstate="print"/>
          <a:stretch>
            <a:fillRect/>
          </a:stretch>
        </p:blipFill>
        <p:spPr>
          <a:xfrm>
            <a:off x="4486655" y="3461003"/>
            <a:ext cx="160020" cy="237744"/>
          </a:xfrm>
          <a:prstGeom prst="rect">
            <a:avLst/>
          </a:prstGeom>
        </p:spPr>
      </p:pic>
      <p:sp>
        <p:nvSpPr>
          <p:cNvPr id="275" name="object 275"/>
          <p:cNvSpPr/>
          <p:nvPr/>
        </p:nvSpPr>
        <p:spPr>
          <a:xfrm>
            <a:off x="4992611" y="3447288"/>
            <a:ext cx="525780" cy="256540"/>
          </a:xfrm>
          <a:custGeom>
            <a:avLst/>
            <a:gdLst/>
            <a:ahLst/>
            <a:cxnLst/>
            <a:rect l="l" t="t" r="r" b="b"/>
            <a:pathLst>
              <a:path w="525779" h="256539">
                <a:moveTo>
                  <a:pt x="246888" y="118884"/>
                </a:moveTo>
                <a:lnTo>
                  <a:pt x="222504" y="96024"/>
                </a:lnTo>
                <a:lnTo>
                  <a:pt x="201168" y="112788"/>
                </a:lnTo>
                <a:lnTo>
                  <a:pt x="0" y="112788"/>
                </a:lnTo>
                <a:lnTo>
                  <a:pt x="9144" y="121932"/>
                </a:lnTo>
                <a:lnTo>
                  <a:pt x="23241" y="119837"/>
                </a:lnTo>
                <a:lnTo>
                  <a:pt x="31013" y="119138"/>
                </a:lnTo>
                <a:lnTo>
                  <a:pt x="39624" y="118884"/>
                </a:lnTo>
                <a:lnTo>
                  <a:pt x="246888" y="118884"/>
                </a:lnTo>
                <a:close/>
              </a:path>
              <a:path w="525779" h="256539">
                <a:moveTo>
                  <a:pt x="377952" y="71628"/>
                </a:moveTo>
                <a:lnTo>
                  <a:pt x="359664" y="53340"/>
                </a:lnTo>
                <a:lnTo>
                  <a:pt x="347472" y="65532"/>
                </a:lnTo>
                <a:lnTo>
                  <a:pt x="333756" y="65532"/>
                </a:lnTo>
                <a:lnTo>
                  <a:pt x="333756" y="21336"/>
                </a:lnTo>
                <a:lnTo>
                  <a:pt x="342900" y="13716"/>
                </a:lnTo>
                <a:lnTo>
                  <a:pt x="316992" y="0"/>
                </a:lnTo>
                <a:lnTo>
                  <a:pt x="317868" y="18364"/>
                </a:lnTo>
                <a:lnTo>
                  <a:pt x="318338" y="36576"/>
                </a:lnTo>
                <a:lnTo>
                  <a:pt x="318465" y="47586"/>
                </a:lnTo>
                <a:lnTo>
                  <a:pt x="318516" y="65532"/>
                </a:lnTo>
                <a:lnTo>
                  <a:pt x="275844" y="65532"/>
                </a:lnTo>
                <a:lnTo>
                  <a:pt x="284988" y="74676"/>
                </a:lnTo>
                <a:lnTo>
                  <a:pt x="290969" y="73558"/>
                </a:lnTo>
                <a:lnTo>
                  <a:pt x="297370" y="72580"/>
                </a:lnTo>
                <a:lnTo>
                  <a:pt x="304063" y="71894"/>
                </a:lnTo>
                <a:lnTo>
                  <a:pt x="310896" y="71628"/>
                </a:lnTo>
                <a:lnTo>
                  <a:pt x="318516" y="71628"/>
                </a:lnTo>
                <a:lnTo>
                  <a:pt x="309664" y="107619"/>
                </a:lnTo>
                <a:lnTo>
                  <a:pt x="299085" y="140017"/>
                </a:lnTo>
                <a:lnTo>
                  <a:pt x="286804" y="168719"/>
                </a:lnTo>
                <a:lnTo>
                  <a:pt x="272796" y="193548"/>
                </a:lnTo>
                <a:lnTo>
                  <a:pt x="275844" y="196596"/>
                </a:lnTo>
                <a:lnTo>
                  <a:pt x="287870" y="181762"/>
                </a:lnTo>
                <a:lnTo>
                  <a:pt x="298894" y="164782"/>
                </a:lnTo>
                <a:lnTo>
                  <a:pt x="309067" y="145808"/>
                </a:lnTo>
                <a:lnTo>
                  <a:pt x="318516" y="124968"/>
                </a:lnTo>
                <a:lnTo>
                  <a:pt x="318414" y="173736"/>
                </a:lnTo>
                <a:lnTo>
                  <a:pt x="318300" y="193548"/>
                </a:lnTo>
                <a:lnTo>
                  <a:pt x="317881" y="223774"/>
                </a:lnTo>
                <a:lnTo>
                  <a:pt x="316992" y="256032"/>
                </a:lnTo>
                <a:lnTo>
                  <a:pt x="335280" y="249936"/>
                </a:lnTo>
                <a:lnTo>
                  <a:pt x="334403" y="231940"/>
                </a:lnTo>
                <a:lnTo>
                  <a:pt x="333959" y="216979"/>
                </a:lnTo>
                <a:lnTo>
                  <a:pt x="333781" y="204508"/>
                </a:lnTo>
                <a:lnTo>
                  <a:pt x="333756" y="124968"/>
                </a:lnTo>
                <a:lnTo>
                  <a:pt x="333756" y="108204"/>
                </a:lnTo>
                <a:lnTo>
                  <a:pt x="358140" y="144780"/>
                </a:lnTo>
                <a:lnTo>
                  <a:pt x="359664" y="147828"/>
                </a:lnTo>
                <a:lnTo>
                  <a:pt x="364236" y="147828"/>
                </a:lnTo>
                <a:lnTo>
                  <a:pt x="367284" y="141732"/>
                </a:lnTo>
                <a:lnTo>
                  <a:pt x="370332" y="132588"/>
                </a:lnTo>
                <a:lnTo>
                  <a:pt x="370332" y="126492"/>
                </a:lnTo>
                <a:lnTo>
                  <a:pt x="347624" y="108204"/>
                </a:lnTo>
                <a:lnTo>
                  <a:pt x="333756" y="100584"/>
                </a:lnTo>
                <a:lnTo>
                  <a:pt x="333756" y="71628"/>
                </a:lnTo>
                <a:lnTo>
                  <a:pt x="377952" y="71628"/>
                </a:lnTo>
                <a:close/>
              </a:path>
              <a:path w="525779" h="256539">
                <a:moveTo>
                  <a:pt x="426720" y="39624"/>
                </a:moveTo>
                <a:lnTo>
                  <a:pt x="385572" y="6096"/>
                </a:lnTo>
                <a:lnTo>
                  <a:pt x="384048" y="9144"/>
                </a:lnTo>
                <a:lnTo>
                  <a:pt x="392582" y="20916"/>
                </a:lnTo>
                <a:lnTo>
                  <a:pt x="399669" y="31242"/>
                </a:lnTo>
                <a:lnTo>
                  <a:pt x="405053" y="40436"/>
                </a:lnTo>
                <a:lnTo>
                  <a:pt x="408432" y="48768"/>
                </a:lnTo>
                <a:lnTo>
                  <a:pt x="413004" y="57912"/>
                </a:lnTo>
                <a:lnTo>
                  <a:pt x="417576" y="57912"/>
                </a:lnTo>
                <a:lnTo>
                  <a:pt x="422148" y="53340"/>
                </a:lnTo>
                <a:lnTo>
                  <a:pt x="425196" y="48768"/>
                </a:lnTo>
                <a:lnTo>
                  <a:pt x="426720" y="44196"/>
                </a:lnTo>
                <a:lnTo>
                  <a:pt x="426720" y="39624"/>
                </a:lnTo>
                <a:close/>
              </a:path>
              <a:path w="525779" h="256539">
                <a:moveTo>
                  <a:pt x="525780" y="170688"/>
                </a:moveTo>
                <a:lnTo>
                  <a:pt x="505968" y="149352"/>
                </a:lnTo>
                <a:lnTo>
                  <a:pt x="490728" y="164592"/>
                </a:lnTo>
                <a:lnTo>
                  <a:pt x="448056" y="164592"/>
                </a:lnTo>
                <a:lnTo>
                  <a:pt x="448056" y="118872"/>
                </a:lnTo>
                <a:lnTo>
                  <a:pt x="510540" y="118872"/>
                </a:lnTo>
                <a:lnTo>
                  <a:pt x="490728" y="99060"/>
                </a:lnTo>
                <a:lnTo>
                  <a:pt x="478536" y="111252"/>
                </a:lnTo>
                <a:lnTo>
                  <a:pt x="448056" y="111252"/>
                </a:lnTo>
                <a:lnTo>
                  <a:pt x="448056" y="71628"/>
                </a:lnTo>
                <a:lnTo>
                  <a:pt x="518160" y="71628"/>
                </a:lnTo>
                <a:lnTo>
                  <a:pt x="498348" y="51816"/>
                </a:lnTo>
                <a:lnTo>
                  <a:pt x="486156" y="65532"/>
                </a:lnTo>
                <a:lnTo>
                  <a:pt x="454152" y="65532"/>
                </a:lnTo>
                <a:lnTo>
                  <a:pt x="458990" y="58445"/>
                </a:lnTo>
                <a:lnTo>
                  <a:pt x="464134" y="51231"/>
                </a:lnTo>
                <a:lnTo>
                  <a:pt x="469798" y="43675"/>
                </a:lnTo>
                <a:lnTo>
                  <a:pt x="475488" y="36576"/>
                </a:lnTo>
                <a:lnTo>
                  <a:pt x="480326" y="29171"/>
                </a:lnTo>
                <a:lnTo>
                  <a:pt x="485584" y="23050"/>
                </a:lnTo>
                <a:lnTo>
                  <a:pt x="491134" y="18364"/>
                </a:lnTo>
                <a:lnTo>
                  <a:pt x="496824" y="15240"/>
                </a:lnTo>
                <a:lnTo>
                  <a:pt x="473964" y="0"/>
                </a:lnTo>
                <a:lnTo>
                  <a:pt x="469709" y="14528"/>
                </a:lnTo>
                <a:lnTo>
                  <a:pt x="463867" y="30480"/>
                </a:lnTo>
                <a:lnTo>
                  <a:pt x="456615" y="47586"/>
                </a:lnTo>
                <a:lnTo>
                  <a:pt x="448056" y="65532"/>
                </a:lnTo>
                <a:lnTo>
                  <a:pt x="377952" y="65532"/>
                </a:lnTo>
                <a:lnTo>
                  <a:pt x="387096" y="74676"/>
                </a:lnTo>
                <a:lnTo>
                  <a:pt x="393077" y="73558"/>
                </a:lnTo>
                <a:lnTo>
                  <a:pt x="399478" y="72580"/>
                </a:lnTo>
                <a:lnTo>
                  <a:pt x="406171" y="71894"/>
                </a:lnTo>
                <a:lnTo>
                  <a:pt x="413004" y="71628"/>
                </a:lnTo>
                <a:lnTo>
                  <a:pt x="432816" y="71628"/>
                </a:lnTo>
                <a:lnTo>
                  <a:pt x="432816" y="111252"/>
                </a:lnTo>
                <a:lnTo>
                  <a:pt x="377952" y="111252"/>
                </a:lnTo>
                <a:lnTo>
                  <a:pt x="388620" y="121920"/>
                </a:lnTo>
                <a:lnTo>
                  <a:pt x="394601" y="120167"/>
                </a:lnTo>
                <a:lnTo>
                  <a:pt x="401002" y="119253"/>
                </a:lnTo>
                <a:lnTo>
                  <a:pt x="407695" y="118922"/>
                </a:lnTo>
                <a:lnTo>
                  <a:pt x="414528" y="118872"/>
                </a:lnTo>
                <a:lnTo>
                  <a:pt x="432816" y="118872"/>
                </a:lnTo>
                <a:lnTo>
                  <a:pt x="432816" y="164592"/>
                </a:lnTo>
                <a:lnTo>
                  <a:pt x="359664" y="164592"/>
                </a:lnTo>
                <a:lnTo>
                  <a:pt x="370332" y="173736"/>
                </a:lnTo>
                <a:lnTo>
                  <a:pt x="376313" y="171983"/>
                </a:lnTo>
                <a:lnTo>
                  <a:pt x="382714" y="171069"/>
                </a:lnTo>
                <a:lnTo>
                  <a:pt x="389407" y="170738"/>
                </a:lnTo>
                <a:lnTo>
                  <a:pt x="396240" y="170688"/>
                </a:lnTo>
                <a:lnTo>
                  <a:pt x="432816" y="170688"/>
                </a:lnTo>
                <a:lnTo>
                  <a:pt x="432714" y="204508"/>
                </a:lnTo>
                <a:lnTo>
                  <a:pt x="432625" y="214312"/>
                </a:lnTo>
                <a:lnTo>
                  <a:pt x="432181" y="234772"/>
                </a:lnTo>
                <a:lnTo>
                  <a:pt x="431292" y="254508"/>
                </a:lnTo>
                <a:lnTo>
                  <a:pt x="449580" y="248412"/>
                </a:lnTo>
                <a:lnTo>
                  <a:pt x="448703" y="234772"/>
                </a:lnTo>
                <a:lnTo>
                  <a:pt x="448246" y="216979"/>
                </a:lnTo>
                <a:lnTo>
                  <a:pt x="448157" y="204508"/>
                </a:lnTo>
                <a:lnTo>
                  <a:pt x="448056" y="170688"/>
                </a:lnTo>
                <a:lnTo>
                  <a:pt x="525780" y="17068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276" name="object 276"/>
          <p:cNvGrpSpPr/>
          <p:nvPr/>
        </p:nvGrpSpPr>
        <p:grpSpPr>
          <a:xfrm>
            <a:off x="1866900" y="3843528"/>
            <a:ext cx="375285" cy="247015"/>
            <a:chOff x="1866900" y="3843528"/>
            <a:chExt cx="375285" cy="247015"/>
          </a:xfrm>
        </p:grpSpPr>
        <p:sp>
          <p:nvSpPr>
            <p:cNvPr id="277" name="object 277"/>
            <p:cNvSpPr/>
            <p:nvPr/>
          </p:nvSpPr>
          <p:spPr>
            <a:xfrm>
              <a:off x="1866900" y="3957827"/>
              <a:ext cx="97790" cy="97790"/>
            </a:xfrm>
            <a:custGeom>
              <a:avLst/>
              <a:gdLst/>
              <a:ahLst/>
              <a:cxnLst/>
              <a:rect l="l" t="t" r="r" b="b"/>
              <a:pathLst>
                <a:path w="97789" h="97789">
                  <a:moveTo>
                    <a:pt x="97536" y="97536"/>
                  </a:moveTo>
                  <a:lnTo>
                    <a:pt x="0" y="97536"/>
                  </a:lnTo>
                  <a:lnTo>
                    <a:pt x="0" y="0"/>
                  </a:lnTo>
                  <a:lnTo>
                    <a:pt x="97536" y="0"/>
                  </a:lnTo>
                  <a:lnTo>
                    <a:pt x="97536" y="97536"/>
                  </a:lnTo>
                  <a:close/>
                </a:path>
              </a:pathLst>
            </a:custGeom>
            <a:solidFill>
              <a:srgbClr val="3333C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78" name="object 278"/>
            <p:cNvPicPr/>
            <p:nvPr/>
          </p:nvPicPr>
          <p:blipFill>
            <a:blip r:embed="rId171" cstate="print"/>
            <a:stretch>
              <a:fillRect/>
            </a:stretch>
          </p:blipFill>
          <p:spPr>
            <a:xfrm>
              <a:off x="1994915" y="3843528"/>
              <a:ext cx="246888" cy="246887"/>
            </a:xfrm>
            <a:prstGeom prst="rect">
              <a:avLst/>
            </a:prstGeom>
          </p:spPr>
        </p:pic>
      </p:grpSp>
      <p:pic>
        <p:nvPicPr>
          <p:cNvPr id="279" name="object 279"/>
          <p:cNvPicPr/>
          <p:nvPr/>
        </p:nvPicPr>
        <p:blipFill>
          <a:blip r:embed="rId172" cstate="print"/>
          <a:stretch>
            <a:fillRect/>
          </a:stretch>
        </p:blipFill>
        <p:spPr>
          <a:xfrm>
            <a:off x="2295144" y="3846576"/>
            <a:ext cx="214884" cy="245364"/>
          </a:xfrm>
          <a:prstGeom prst="rect">
            <a:avLst/>
          </a:prstGeom>
        </p:spPr>
      </p:pic>
      <p:pic>
        <p:nvPicPr>
          <p:cNvPr id="280" name="object 280"/>
          <p:cNvPicPr/>
          <p:nvPr/>
        </p:nvPicPr>
        <p:blipFill>
          <a:blip r:embed="rId173" cstate="print"/>
          <a:stretch>
            <a:fillRect/>
          </a:stretch>
        </p:blipFill>
        <p:spPr>
          <a:xfrm>
            <a:off x="2560320" y="3838955"/>
            <a:ext cx="227076" cy="249936"/>
          </a:xfrm>
          <a:prstGeom prst="rect">
            <a:avLst/>
          </a:prstGeom>
        </p:spPr>
      </p:pic>
      <p:grpSp>
        <p:nvGrpSpPr>
          <p:cNvPr id="281" name="object 281"/>
          <p:cNvGrpSpPr/>
          <p:nvPr/>
        </p:nvGrpSpPr>
        <p:grpSpPr>
          <a:xfrm>
            <a:off x="2916936" y="3860291"/>
            <a:ext cx="195580" cy="210820"/>
            <a:chOff x="2916936" y="3860291"/>
            <a:chExt cx="195580" cy="210820"/>
          </a:xfrm>
        </p:grpSpPr>
        <p:pic>
          <p:nvPicPr>
            <p:cNvPr id="282" name="object 282"/>
            <p:cNvPicPr/>
            <p:nvPr/>
          </p:nvPicPr>
          <p:blipFill>
            <a:blip r:embed="rId174" cstate="print"/>
            <a:stretch>
              <a:fillRect/>
            </a:stretch>
          </p:blipFill>
          <p:spPr>
            <a:xfrm>
              <a:off x="2916936" y="3860291"/>
              <a:ext cx="121919" cy="210312"/>
            </a:xfrm>
            <a:prstGeom prst="rect">
              <a:avLst/>
            </a:prstGeom>
          </p:spPr>
        </p:pic>
        <p:sp>
          <p:nvSpPr>
            <p:cNvPr id="283" name="object 283"/>
            <p:cNvSpPr/>
            <p:nvPr/>
          </p:nvSpPr>
          <p:spPr>
            <a:xfrm>
              <a:off x="3078480" y="4027932"/>
              <a:ext cx="33655" cy="40005"/>
            </a:xfrm>
            <a:custGeom>
              <a:avLst/>
              <a:gdLst/>
              <a:ahLst/>
              <a:cxnLst/>
              <a:rect l="l" t="t" r="r" b="b"/>
              <a:pathLst>
                <a:path w="33655" h="40004">
                  <a:moveTo>
                    <a:pt x="33527" y="39624"/>
                  </a:moveTo>
                  <a:lnTo>
                    <a:pt x="0" y="39624"/>
                  </a:lnTo>
                  <a:lnTo>
                    <a:pt x="0" y="0"/>
                  </a:lnTo>
                  <a:lnTo>
                    <a:pt x="33527" y="0"/>
                  </a:lnTo>
                  <a:lnTo>
                    <a:pt x="33527" y="39624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284" name="object 284"/>
          <p:cNvGrpSpPr/>
          <p:nvPr/>
        </p:nvGrpSpPr>
        <p:grpSpPr>
          <a:xfrm>
            <a:off x="3323844" y="3837432"/>
            <a:ext cx="4212590" cy="257810"/>
            <a:chOff x="3323844" y="3837432"/>
            <a:chExt cx="4212590" cy="257810"/>
          </a:xfrm>
        </p:grpSpPr>
        <p:pic>
          <p:nvPicPr>
            <p:cNvPr id="285" name="object 285"/>
            <p:cNvPicPr/>
            <p:nvPr/>
          </p:nvPicPr>
          <p:blipFill>
            <a:blip r:embed="rId175" cstate="print"/>
            <a:stretch>
              <a:fillRect/>
            </a:stretch>
          </p:blipFill>
          <p:spPr>
            <a:xfrm>
              <a:off x="3323844" y="3838956"/>
              <a:ext cx="1629155" cy="254508"/>
            </a:xfrm>
            <a:prstGeom prst="rect">
              <a:avLst/>
            </a:prstGeom>
          </p:spPr>
        </p:pic>
        <p:sp>
          <p:nvSpPr>
            <p:cNvPr id="286" name="object 286"/>
            <p:cNvSpPr/>
            <p:nvPr/>
          </p:nvSpPr>
          <p:spPr>
            <a:xfrm>
              <a:off x="4986515" y="3837432"/>
              <a:ext cx="809625" cy="257810"/>
            </a:xfrm>
            <a:custGeom>
              <a:avLst/>
              <a:gdLst/>
              <a:ahLst/>
              <a:cxnLst/>
              <a:rect l="l" t="t" r="r" b="b"/>
              <a:pathLst>
                <a:path w="809625" h="257810">
                  <a:moveTo>
                    <a:pt x="106680" y="70104"/>
                  </a:moveTo>
                  <a:lnTo>
                    <a:pt x="88392" y="50292"/>
                  </a:lnTo>
                  <a:lnTo>
                    <a:pt x="76200" y="62484"/>
                  </a:lnTo>
                  <a:lnTo>
                    <a:pt x="62484" y="62484"/>
                  </a:lnTo>
                  <a:lnTo>
                    <a:pt x="62484" y="19812"/>
                  </a:lnTo>
                  <a:lnTo>
                    <a:pt x="71628" y="12192"/>
                  </a:lnTo>
                  <a:lnTo>
                    <a:pt x="47244" y="0"/>
                  </a:lnTo>
                  <a:lnTo>
                    <a:pt x="47523" y="11620"/>
                  </a:lnTo>
                  <a:lnTo>
                    <a:pt x="47993" y="24384"/>
                  </a:lnTo>
                  <a:lnTo>
                    <a:pt x="48539" y="42672"/>
                  </a:lnTo>
                  <a:lnTo>
                    <a:pt x="48768" y="62484"/>
                  </a:lnTo>
                  <a:lnTo>
                    <a:pt x="3048" y="62484"/>
                  </a:lnTo>
                  <a:lnTo>
                    <a:pt x="12192" y="71628"/>
                  </a:lnTo>
                  <a:lnTo>
                    <a:pt x="25908" y="70104"/>
                  </a:lnTo>
                  <a:lnTo>
                    <a:pt x="48768" y="70104"/>
                  </a:lnTo>
                  <a:lnTo>
                    <a:pt x="48768" y="129540"/>
                  </a:lnTo>
                  <a:lnTo>
                    <a:pt x="34721" y="135826"/>
                  </a:lnTo>
                  <a:lnTo>
                    <a:pt x="22098" y="140970"/>
                  </a:lnTo>
                  <a:lnTo>
                    <a:pt x="10629" y="144970"/>
                  </a:lnTo>
                  <a:lnTo>
                    <a:pt x="0" y="147828"/>
                  </a:lnTo>
                  <a:lnTo>
                    <a:pt x="15240" y="166116"/>
                  </a:lnTo>
                  <a:lnTo>
                    <a:pt x="18986" y="162102"/>
                  </a:lnTo>
                  <a:lnTo>
                    <a:pt x="25717" y="156781"/>
                  </a:lnTo>
                  <a:lnTo>
                    <a:pt x="35610" y="150050"/>
                  </a:lnTo>
                  <a:lnTo>
                    <a:pt x="48768" y="141732"/>
                  </a:lnTo>
                  <a:lnTo>
                    <a:pt x="48768" y="225552"/>
                  </a:lnTo>
                  <a:lnTo>
                    <a:pt x="45720" y="228600"/>
                  </a:lnTo>
                  <a:lnTo>
                    <a:pt x="42672" y="230124"/>
                  </a:lnTo>
                  <a:lnTo>
                    <a:pt x="39014" y="229844"/>
                  </a:lnTo>
                  <a:lnTo>
                    <a:pt x="32766" y="228981"/>
                  </a:lnTo>
                  <a:lnTo>
                    <a:pt x="24244" y="227558"/>
                  </a:lnTo>
                  <a:lnTo>
                    <a:pt x="13716" y="225552"/>
                  </a:lnTo>
                  <a:lnTo>
                    <a:pt x="13716" y="230124"/>
                  </a:lnTo>
                  <a:lnTo>
                    <a:pt x="41148" y="254508"/>
                  </a:lnTo>
                  <a:lnTo>
                    <a:pt x="50279" y="248513"/>
                  </a:lnTo>
                  <a:lnTo>
                    <a:pt x="56959" y="241935"/>
                  </a:lnTo>
                  <a:lnTo>
                    <a:pt x="61087" y="234797"/>
                  </a:lnTo>
                  <a:lnTo>
                    <a:pt x="61937" y="230124"/>
                  </a:lnTo>
                  <a:lnTo>
                    <a:pt x="62407" y="227558"/>
                  </a:lnTo>
                  <a:lnTo>
                    <a:pt x="62484" y="141732"/>
                  </a:lnTo>
                  <a:lnTo>
                    <a:pt x="62484" y="134112"/>
                  </a:lnTo>
                  <a:lnTo>
                    <a:pt x="78486" y="124968"/>
                  </a:lnTo>
                  <a:lnTo>
                    <a:pt x="94488" y="115824"/>
                  </a:lnTo>
                  <a:lnTo>
                    <a:pt x="92964" y="111252"/>
                  </a:lnTo>
                  <a:lnTo>
                    <a:pt x="62484" y="124968"/>
                  </a:lnTo>
                  <a:lnTo>
                    <a:pt x="62484" y="70104"/>
                  </a:lnTo>
                  <a:lnTo>
                    <a:pt x="106680" y="70104"/>
                  </a:lnTo>
                  <a:close/>
                </a:path>
                <a:path w="809625" h="257810">
                  <a:moveTo>
                    <a:pt x="155448" y="82296"/>
                  </a:moveTo>
                  <a:lnTo>
                    <a:pt x="124968" y="54864"/>
                  </a:lnTo>
                  <a:lnTo>
                    <a:pt x="121920" y="56388"/>
                  </a:lnTo>
                  <a:lnTo>
                    <a:pt x="127914" y="65151"/>
                  </a:lnTo>
                  <a:lnTo>
                    <a:pt x="132588" y="73533"/>
                  </a:lnTo>
                  <a:lnTo>
                    <a:pt x="136067" y="81254"/>
                  </a:lnTo>
                  <a:lnTo>
                    <a:pt x="138684" y="88392"/>
                  </a:lnTo>
                  <a:lnTo>
                    <a:pt x="140208" y="94488"/>
                  </a:lnTo>
                  <a:lnTo>
                    <a:pt x="141732" y="97536"/>
                  </a:lnTo>
                  <a:lnTo>
                    <a:pt x="144780" y="97536"/>
                  </a:lnTo>
                  <a:lnTo>
                    <a:pt x="147828" y="96012"/>
                  </a:lnTo>
                  <a:lnTo>
                    <a:pt x="153924" y="89916"/>
                  </a:lnTo>
                  <a:lnTo>
                    <a:pt x="155448" y="86868"/>
                  </a:lnTo>
                  <a:lnTo>
                    <a:pt x="155448" y="82296"/>
                  </a:lnTo>
                  <a:close/>
                </a:path>
                <a:path w="809625" h="257810">
                  <a:moveTo>
                    <a:pt x="245364" y="50292"/>
                  </a:moveTo>
                  <a:lnTo>
                    <a:pt x="227076" y="32004"/>
                  </a:lnTo>
                  <a:lnTo>
                    <a:pt x="214884" y="42672"/>
                  </a:lnTo>
                  <a:lnTo>
                    <a:pt x="169164" y="42672"/>
                  </a:lnTo>
                  <a:lnTo>
                    <a:pt x="170688" y="41148"/>
                  </a:lnTo>
                  <a:lnTo>
                    <a:pt x="173736" y="36576"/>
                  </a:lnTo>
                  <a:lnTo>
                    <a:pt x="176784" y="33528"/>
                  </a:lnTo>
                  <a:lnTo>
                    <a:pt x="176784" y="24384"/>
                  </a:lnTo>
                  <a:lnTo>
                    <a:pt x="175260" y="21336"/>
                  </a:lnTo>
                  <a:lnTo>
                    <a:pt x="147828" y="1524"/>
                  </a:lnTo>
                  <a:lnTo>
                    <a:pt x="143256" y="4572"/>
                  </a:lnTo>
                  <a:lnTo>
                    <a:pt x="150406" y="12319"/>
                  </a:lnTo>
                  <a:lnTo>
                    <a:pt x="155829" y="19621"/>
                  </a:lnTo>
                  <a:lnTo>
                    <a:pt x="159550" y="26657"/>
                  </a:lnTo>
                  <a:lnTo>
                    <a:pt x="161544" y="33528"/>
                  </a:lnTo>
                  <a:lnTo>
                    <a:pt x="163068" y="39624"/>
                  </a:lnTo>
                  <a:lnTo>
                    <a:pt x="166116" y="42672"/>
                  </a:lnTo>
                  <a:lnTo>
                    <a:pt x="99060" y="42672"/>
                  </a:lnTo>
                  <a:lnTo>
                    <a:pt x="109728" y="53340"/>
                  </a:lnTo>
                  <a:lnTo>
                    <a:pt x="115824" y="50292"/>
                  </a:lnTo>
                  <a:lnTo>
                    <a:pt x="193548" y="50292"/>
                  </a:lnTo>
                  <a:lnTo>
                    <a:pt x="245364" y="50292"/>
                  </a:lnTo>
                  <a:close/>
                </a:path>
                <a:path w="809625" h="257810">
                  <a:moveTo>
                    <a:pt x="257556" y="156972"/>
                  </a:moveTo>
                  <a:lnTo>
                    <a:pt x="239268" y="137160"/>
                  </a:lnTo>
                  <a:lnTo>
                    <a:pt x="227076" y="150876"/>
                  </a:lnTo>
                  <a:lnTo>
                    <a:pt x="195072" y="150876"/>
                  </a:lnTo>
                  <a:lnTo>
                    <a:pt x="195072" y="156972"/>
                  </a:lnTo>
                  <a:lnTo>
                    <a:pt x="189979" y="169240"/>
                  </a:lnTo>
                  <a:lnTo>
                    <a:pt x="184023" y="180784"/>
                  </a:lnTo>
                  <a:lnTo>
                    <a:pt x="177507" y="191477"/>
                  </a:lnTo>
                  <a:lnTo>
                    <a:pt x="170688" y="201168"/>
                  </a:lnTo>
                  <a:lnTo>
                    <a:pt x="160121" y="198005"/>
                  </a:lnTo>
                  <a:lnTo>
                    <a:pt x="148971" y="195262"/>
                  </a:lnTo>
                  <a:lnTo>
                    <a:pt x="137261" y="192811"/>
                  </a:lnTo>
                  <a:lnTo>
                    <a:pt x="124968" y="190500"/>
                  </a:lnTo>
                  <a:lnTo>
                    <a:pt x="130670" y="182270"/>
                  </a:lnTo>
                  <a:lnTo>
                    <a:pt x="136207" y="173736"/>
                  </a:lnTo>
                  <a:lnTo>
                    <a:pt x="141478" y="165214"/>
                  </a:lnTo>
                  <a:lnTo>
                    <a:pt x="146304" y="156972"/>
                  </a:lnTo>
                  <a:lnTo>
                    <a:pt x="195072" y="156972"/>
                  </a:lnTo>
                  <a:lnTo>
                    <a:pt x="195072" y="150876"/>
                  </a:lnTo>
                  <a:lnTo>
                    <a:pt x="147828" y="150876"/>
                  </a:lnTo>
                  <a:lnTo>
                    <a:pt x="163068" y="123444"/>
                  </a:lnTo>
                  <a:lnTo>
                    <a:pt x="172212" y="118872"/>
                  </a:lnTo>
                  <a:lnTo>
                    <a:pt x="152400" y="106680"/>
                  </a:lnTo>
                  <a:lnTo>
                    <a:pt x="254508" y="106680"/>
                  </a:lnTo>
                  <a:lnTo>
                    <a:pt x="234696" y="86868"/>
                  </a:lnTo>
                  <a:lnTo>
                    <a:pt x="222504" y="100584"/>
                  </a:lnTo>
                  <a:lnTo>
                    <a:pt x="181356" y="100584"/>
                  </a:lnTo>
                  <a:lnTo>
                    <a:pt x="186245" y="94297"/>
                  </a:lnTo>
                  <a:lnTo>
                    <a:pt x="198297" y="78295"/>
                  </a:lnTo>
                  <a:lnTo>
                    <a:pt x="205740" y="68580"/>
                  </a:lnTo>
                  <a:lnTo>
                    <a:pt x="214884" y="65532"/>
                  </a:lnTo>
                  <a:lnTo>
                    <a:pt x="193548" y="50292"/>
                  </a:lnTo>
                  <a:lnTo>
                    <a:pt x="191262" y="58013"/>
                  </a:lnTo>
                  <a:lnTo>
                    <a:pt x="188976" y="65151"/>
                  </a:lnTo>
                  <a:lnTo>
                    <a:pt x="186728" y="71628"/>
                  </a:lnTo>
                  <a:lnTo>
                    <a:pt x="184404" y="77724"/>
                  </a:lnTo>
                  <a:lnTo>
                    <a:pt x="181356" y="86868"/>
                  </a:lnTo>
                  <a:lnTo>
                    <a:pt x="178308" y="92964"/>
                  </a:lnTo>
                  <a:lnTo>
                    <a:pt x="175260" y="100584"/>
                  </a:lnTo>
                  <a:lnTo>
                    <a:pt x="83820" y="100584"/>
                  </a:lnTo>
                  <a:lnTo>
                    <a:pt x="92964" y="108204"/>
                  </a:lnTo>
                  <a:lnTo>
                    <a:pt x="102108" y="106680"/>
                  </a:lnTo>
                  <a:lnTo>
                    <a:pt x="150876" y="106680"/>
                  </a:lnTo>
                  <a:lnTo>
                    <a:pt x="147167" y="116382"/>
                  </a:lnTo>
                  <a:lnTo>
                    <a:pt x="142875" y="127063"/>
                  </a:lnTo>
                  <a:lnTo>
                    <a:pt x="138023" y="138620"/>
                  </a:lnTo>
                  <a:lnTo>
                    <a:pt x="132588" y="150876"/>
                  </a:lnTo>
                  <a:lnTo>
                    <a:pt x="73152" y="150876"/>
                  </a:lnTo>
                  <a:lnTo>
                    <a:pt x="82296" y="160020"/>
                  </a:lnTo>
                  <a:lnTo>
                    <a:pt x="91440" y="156972"/>
                  </a:lnTo>
                  <a:lnTo>
                    <a:pt x="131064" y="156972"/>
                  </a:lnTo>
                  <a:lnTo>
                    <a:pt x="125399" y="166116"/>
                  </a:lnTo>
                  <a:lnTo>
                    <a:pt x="119824" y="175450"/>
                  </a:lnTo>
                  <a:lnTo>
                    <a:pt x="114566" y="185051"/>
                  </a:lnTo>
                  <a:lnTo>
                    <a:pt x="109728" y="195072"/>
                  </a:lnTo>
                  <a:lnTo>
                    <a:pt x="123431" y="197675"/>
                  </a:lnTo>
                  <a:lnTo>
                    <a:pt x="136969" y="200977"/>
                  </a:lnTo>
                  <a:lnTo>
                    <a:pt x="150241" y="205155"/>
                  </a:lnTo>
                  <a:lnTo>
                    <a:pt x="163068" y="210312"/>
                  </a:lnTo>
                  <a:lnTo>
                    <a:pt x="151625" y="218884"/>
                  </a:lnTo>
                  <a:lnTo>
                    <a:pt x="115824" y="237744"/>
                  </a:lnTo>
                  <a:lnTo>
                    <a:pt x="68580" y="251460"/>
                  </a:lnTo>
                  <a:lnTo>
                    <a:pt x="68580" y="254508"/>
                  </a:lnTo>
                  <a:lnTo>
                    <a:pt x="106680" y="249936"/>
                  </a:lnTo>
                  <a:lnTo>
                    <a:pt x="147637" y="235038"/>
                  </a:lnTo>
                  <a:lnTo>
                    <a:pt x="176784" y="214884"/>
                  </a:lnTo>
                  <a:lnTo>
                    <a:pt x="186486" y="219202"/>
                  </a:lnTo>
                  <a:lnTo>
                    <a:pt x="222046" y="241935"/>
                  </a:lnTo>
                  <a:lnTo>
                    <a:pt x="234696" y="254508"/>
                  </a:lnTo>
                  <a:lnTo>
                    <a:pt x="239268" y="254508"/>
                  </a:lnTo>
                  <a:lnTo>
                    <a:pt x="239268" y="252984"/>
                  </a:lnTo>
                  <a:lnTo>
                    <a:pt x="242316" y="249936"/>
                  </a:lnTo>
                  <a:lnTo>
                    <a:pt x="242316" y="239268"/>
                  </a:lnTo>
                  <a:lnTo>
                    <a:pt x="239268" y="234696"/>
                  </a:lnTo>
                  <a:lnTo>
                    <a:pt x="237744" y="231648"/>
                  </a:lnTo>
                  <a:lnTo>
                    <a:pt x="231648" y="227076"/>
                  </a:lnTo>
                  <a:lnTo>
                    <a:pt x="195287" y="209194"/>
                  </a:lnTo>
                  <a:lnTo>
                    <a:pt x="184404" y="205740"/>
                  </a:lnTo>
                  <a:lnTo>
                    <a:pt x="187731" y="201168"/>
                  </a:lnTo>
                  <a:lnTo>
                    <a:pt x="190411" y="197485"/>
                  </a:lnTo>
                  <a:lnTo>
                    <a:pt x="196977" y="186499"/>
                  </a:lnTo>
                  <a:lnTo>
                    <a:pt x="204127" y="172961"/>
                  </a:lnTo>
                  <a:lnTo>
                    <a:pt x="211836" y="156972"/>
                  </a:lnTo>
                  <a:lnTo>
                    <a:pt x="257556" y="156972"/>
                  </a:lnTo>
                  <a:close/>
                </a:path>
                <a:path w="809625" h="257810">
                  <a:moveTo>
                    <a:pt x="368820" y="13716"/>
                  </a:moveTo>
                  <a:lnTo>
                    <a:pt x="342912" y="1524"/>
                  </a:lnTo>
                  <a:lnTo>
                    <a:pt x="343789" y="25552"/>
                  </a:lnTo>
                  <a:lnTo>
                    <a:pt x="344246" y="58864"/>
                  </a:lnTo>
                  <a:lnTo>
                    <a:pt x="344297" y="74676"/>
                  </a:lnTo>
                  <a:lnTo>
                    <a:pt x="344424" y="137160"/>
                  </a:lnTo>
                  <a:lnTo>
                    <a:pt x="344436" y="153924"/>
                  </a:lnTo>
                  <a:lnTo>
                    <a:pt x="307860" y="167640"/>
                  </a:lnTo>
                  <a:lnTo>
                    <a:pt x="307860" y="70104"/>
                  </a:lnTo>
                  <a:lnTo>
                    <a:pt x="317004" y="62484"/>
                  </a:lnTo>
                  <a:lnTo>
                    <a:pt x="292620" y="50292"/>
                  </a:lnTo>
                  <a:lnTo>
                    <a:pt x="292620" y="160020"/>
                  </a:lnTo>
                  <a:lnTo>
                    <a:pt x="294144" y="167640"/>
                  </a:lnTo>
                  <a:lnTo>
                    <a:pt x="292620" y="173736"/>
                  </a:lnTo>
                  <a:lnTo>
                    <a:pt x="289572" y="176784"/>
                  </a:lnTo>
                  <a:lnTo>
                    <a:pt x="300240" y="193548"/>
                  </a:lnTo>
                  <a:lnTo>
                    <a:pt x="307136" y="185534"/>
                  </a:lnTo>
                  <a:lnTo>
                    <a:pt x="316623" y="177355"/>
                  </a:lnTo>
                  <a:lnTo>
                    <a:pt x="328955" y="168910"/>
                  </a:lnTo>
                  <a:lnTo>
                    <a:pt x="331152" y="167640"/>
                  </a:lnTo>
                  <a:lnTo>
                    <a:pt x="344436" y="160020"/>
                  </a:lnTo>
                  <a:lnTo>
                    <a:pt x="344347" y="193548"/>
                  </a:lnTo>
                  <a:lnTo>
                    <a:pt x="344246" y="210502"/>
                  </a:lnTo>
                  <a:lnTo>
                    <a:pt x="343839" y="231838"/>
                  </a:lnTo>
                  <a:lnTo>
                    <a:pt x="343712" y="236220"/>
                  </a:lnTo>
                  <a:lnTo>
                    <a:pt x="342912" y="257556"/>
                  </a:lnTo>
                  <a:lnTo>
                    <a:pt x="358152" y="248412"/>
                  </a:lnTo>
                  <a:lnTo>
                    <a:pt x="358152" y="160020"/>
                  </a:lnTo>
                  <a:lnTo>
                    <a:pt x="358152" y="21336"/>
                  </a:lnTo>
                  <a:lnTo>
                    <a:pt x="368820" y="13716"/>
                  </a:lnTo>
                  <a:close/>
                </a:path>
                <a:path w="809625" h="257810">
                  <a:moveTo>
                    <a:pt x="534936" y="231648"/>
                  </a:moveTo>
                  <a:lnTo>
                    <a:pt x="516623" y="228219"/>
                  </a:lnTo>
                  <a:lnTo>
                    <a:pt x="498170" y="220218"/>
                  </a:lnTo>
                  <a:lnTo>
                    <a:pt x="479425" y="207645"/>
                  </a:lnTo>
                  <a:lnTo>
                    <a:pt x="472186" y="201168"/>
                  </a:lnTo>
                  <a:lnTo>
                    <a:pt x="460260" y="190500"/>
                  </a:lnTo>
                  <a:lnTo>
                    <a:pt x="466445" y="176784"/>
                  </a:lnTo>
                  <a:lnTo>
                    <a:pt x="471728" y="165100"/>
                  </a:lnTo>
                  <a:lnTo>
                    <a:pt x="481215" y="136969"/>
                  </a:lnTo>
                  <a:lnTo>
                    <a:pt x="488975" y="106286"/>
                  </a:lnTo>
                  <a:lnTo>
                    <a:pt x="495312" y="73152"/>
                  </a:lnTo>
                  <a:lnTo>
                    <a:pt x="531888" y="73152"/>
                  </a:lnTo>
                  <a:lnTo>
                    <a:pt x="524268" y="65532"/>
                  </a:lnTo>
                  <a:lnTo>
                    <a:pt x="510552" y="51816"/>
                  </a:lnTo>
                  <a:lnTo>
                    <a:pt x="496836" y="65532"/>
                  </a:lnTo>
                  <a:lnTo>
                    <a:pt x="478548" y="65532"/>
                  </a:lnTo>
                  <a:lnTo>
                    <a:pt x="478548" y="73152"/>
                  </a:lnTo>
                  <a:lnTo>
                    <a:pt x="473189" y="106286"/>
                  </a:lnTo>
                  <a:lnTo>
                    <a:pt x="466547" y="134683"/>
                  </a:lnTo>
                  <a:lnTo>
                    <a:pt x="459041" y="158242"/>
                  </a:lnTo>
                  <a:lnTo>
                    <a:pt x="451116" y="176784"/>
                  </a:lnTo>
                  <a:lnTo>
                    <a:pt x="438518" y="155663"/>
                  </a:lnTo>
                  <a:lnTo>
                    <a:pt x="428066" y="131254"/>
                  </a:lnTo>
                  <a:lnTo>
                    <a:pt x="419608" y="103708"/>
                  </a:lnTo>
                  <a:lnTo>
                    <a:pt x="413334" y="74676"/>
                  </a:lnTo>
                  <a:lnTo>
                    <a:pt x="413016" y="73152"/>
                  </a:lnTo>
                  <a:lnTo>
                    <a:pt x="478548" y="73152"/>
                  </a:lnTo>
                  <a:lnTo>
                    <a:pt x="478548" y="65532"/>
                  </a:lnTo>
                  <a:lnTo>
                    <a:pt x="413016" y="65532"/>
                  </a:lnTo>
                  <a:lnTo>
                    <a:pt x="418465" y="53009"/>
                  </a:lnTo>
                  <a:lnTo>
                    <a:pt x="423494" y="40767"/>
                  </a:lnTo>
                  <a:lnTo>
                    <a:pt x="428231" y="29108"/>
                  </a:lnTo>
                  <a:lnTo>
                    <a:pt x="432828" y="18288"/>
                  </a:lnTo>
                  <a:lnTo>
                    <a:pt x="443496" y="13716"/>
                  </a:lnTo>
                  <a:lnTo>
                    <a:pt x="416064" y="0"/>
                  </a:lnTo>
                  <a:lnTo>
                    <a:pt x="407200" y="37490"/>
                  </a:lnTo>
                  <a:lnTo>
                    <a:pt x="396633" y="72390"/>
                  </a:lnTo>
                  <a:lnTo>
                    <a:pt x="384340" y="105016"/>
                  </a:lnTo>
                  <a:lnTo>
                    <a:pt x="370344" y="135636"/>
                  </a:lnTo>
                  <a:lnTo>
                    <a:pt x="373392" y="137160"/>
                  </a:lnTo>
                  <a:lnTo>
                    <a:pt x="383146" y="123761"/>
                  </a:lnTo>
                  <a:lnTo>
                    <a:pt x="392061" y="108775"/>
                  </a:lnTo>
                  <a:lnTo>
                    <a:pt x="400392" y="92379"/>
                  </a:lnTo>
                  <a:lnTo>
                    <a:pt x="408444" y="74676"/>
                  </a:lnTo>
                  <a:lnTo>
                    <a:pt x="412178" y="105854"/>
                  </a:lnTo>
                  <a:lnTo>
                    <a:pt x="418922" y="135445"/>
                  </a:lnTo>
                  <a:lnTo>
                    <a:pt x="428802" y="163626"/>
                  </a:lnTo>
                  <a:lnTo>
                    <a:pt x="441972" y="190500"/>
                  </a:lnTo>
                  <a:lnTo>
                    <a:pt x="424484" y="209029"/>
                  </a:lnTo>
                  <a:lnTo>
                    <a:pt x="406158" y="225552"/>
                  </a:lnTo>
                  <a:lnTo>
                    <a:pt x="386676" y="239801"/>
                  </a:lnTo>
                  <a:lnTo>
                    <a:pt x="365772" y="251460"/>
                  </a:lnTo>
                  <a:lnTo>
                    <a:pt x="368820" y="254508"/>
                  </a:lnTo>
                  <a:lnTo>
                    <a:pt x="391109" y="244246"/>
                  </a:lnTo>
                  <a:lnTo>
                    <a:pt x="412254" y="231838"/>
                  </a:lnTo>
                  <a:lnTo>
                    <a:pt x="432257" y="217436"/>
                  </a:lnTo>
                  <a:lnTo>
                    <a:pt x="451116" y="201168"/>
                  </a:lnTo>
                  <a:lnTo>
                    <a:pt x="463397" y="215455"/>
                  </a:lnTo>
                  <a:lnTo>
                    <a:pt x="477405" y="228600"/>
                  </a:lnTo>
                  <a:lnTo>
                    <a:pt x="493115" y="240601"/>
                  </a:lnTo>
                  <a:lnTo>
                    <a:pt x="510552" y="251460"/>
                  </a:lnTo>
                  <a:lnTo>
                    <a:pt x="514781" y="245440"/>
                  </a:lnTo>
                  <a:lnTo>
                    <a:pt x="520458" y="240982"/>
                  </a:lnTo>
                  <a:lnTo>
                    <a:pt x="527265" y="237959"/>
                  </a:lnTo>
                  <a:lnTo>
                    <a:pt x="534936" y="236220"/>
                  </a:lnTo>
                  <a:lnTo>
                    <a:pt x="534936" y="231648"/>
                  </a:lnTo>
                  <a:close/>
                </a:path>
                <a:path w="809625" h="257810">
                  <a:moveTo>
                    <a:pt x="809256" y="120396"/>
                  </a:moveTo>
                  <a:lnTo>
                    <a:pt x="784872" y="96012"/>
                  </a:lnTo>
                  <a:lnTo>
                    <a:pt x="763536" y="114300"/>
                  </a:lnTo>
                  <a:lnTo>
                    <a:pt x="560844" y="114300"/>
                  </a:lnTo>
                  <a:lnTo>
                    <a:pt x="571512" y="123444"/>
                  </a:lnTo>
                  <a:lnTo>
                    <a:pt x="577532" y="122326"/>
                  </a:lnTo>
                  <a:lnTo>
                    <a:pt x="584276" y="121348"/>
                  </a:lnTo>
                  <a:lnTo>
                    <a:pt x="591870" y="120662"/>
                  </a:lnTo>
                  <a:lnTo>
                    <a:pt x="600468" y="120396"/>
                  </a:lnTo>
                  <a:lnTo>
                    <a:pt x="809256" y="120396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87" name="object 287"/>
            <p:cNvPicPr/>
            <p:nvPr/>
          </p:nvPicPr>
          <p:blipFill>
            <a:blip r:embed="rId176" cstate="print"/>
            <a:stretch>
              <a:fillRect/>
            </a:stretch>
          </p:blipFill>
          <p:spPr>
            <a:xfrm>
              <a:off x="5827775" y="3840480"/>
              <a:ext cx="242316" cy="252984"/>
            </a:xfrm>
            <a:prstGeom prst="rect">
              <a:avLst/>
            </a:prstGeom>
          </p:spPr>
        </p:pic>
        <p:pic>
          <p:nvPicPr>
            <p:cNvPr id="288" name="object 288"/>
            <p:cNvPicPr/>
            <p:nvPr/>
          </p:nvPicPr>
          <p:blipFill>
            <a:blip r:embed="rId177" cstate="print"/>
            <a:stretch>
              <a:fillRect/>
            </a:stretch>
          </p:blipFill>
          <p:spPr>
            <a:xfrm>
              <a:off x="6100571" y="3838956"/>
              <a:ext cx="1362456" cy="256032"/>
            </a:xfrm>
            <a:prstGeom prst="rect">
              <a:avLst/>
            </a:prstGeom>
          </p:spPr>
        </p:pic>
        <p:sp>
          <p:nvSpPr>
            <p:cNvPr id="289" name="object 289"/>
            <p:cNvSpPr/>
            <p:nvPr/>
          </p:nvSpPr>
          <p:spPr>
            <a:xfrm>
              <a:off x="7502651" y="4027932"/>
              <a:ext cx="33655" cy="40005"/>
            </a:xfrm>
            <a:custGeom>
              <a:avLst/>
              <a:gdLst/>
              <a:ahLst/>
              <a:cxnLst/>
              <a:rect l="l" t="t" r="r" b="b"/>
              <a:pathLst>
                <a:path w="33654" h="40004">
                  <a:moveTo>
                    <a:pt x="33528" y="39624"/>
                  </a:moveTo>
                  <a:lnTo>
                    <a:pt x="0" y="39624"/>
                  </a:lnTo>
                  <a:lnTo>
                    <a:pt x="0" y="0"/>
                  </a:lnTo>
                  <a:lnTo>
                    <a:pt x="33528" y="0"/>
                  </a:lnTo>
                  <a:lnTo>
                    <a:pt x="33528" y="39624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</p:spTree>
  </p:cSld>
  <p:clrMapOvr>
    <a:masterClrMapping/>
  </p:clrMapOvr>
</p:sld>
</file>

<file path=ppt/slides/slide4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object 2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9555480" y="7231380"/>
            <a:ext cx="198119" cy="144779"/>
          </a:xfrm>
          <a:prstGeom prst="rect">
            <a:avLst/>
          </a:prstGeom>
        </p:spPr>
      </p:pic>
      <p:sp>
        <p:nvSpPr>
          <p:cNvPr id="3" name="object 3"/>
          <p:cNvSpPr/>
          <p:nvPr/>
        </p:nvSpPr>
        <p:spPr>
          <a:xfrm>
            <a:off x="1734311" y="1275588"/>
            <a:ext cx="515620" cy="532130"/>
          </a:xfrm>
          <a:custGeom>
            <a:avLst/>
            <a:gdLst/>
            <a:ahLst/>
            <a:cxnLst/>
            <a:rect l="l" t="t" r="r" b="b"/>
            <a:pathLst>
              <a:path w="515619" h="532130">
                <a:moveTo>
                  <a:pt x="298703" y="146303"/>
                </a:moveTo>
                <a:lnTo>
                  <a:pt x="283464" y="146303"/>
                </a:lnTo>
                <a:lnTo>
                  <a:pt x="303728" y="107156"/>
                </a:lnTo>
                <a:lnTo>
                  <a:pt x="320992" y="69722"/>
                </a:lnTo>
                <a:lnTo>
                  <a:pt x="335113" y="34004"/>
                </a:lnTo>
                <a:lnTo>
                  <a:pt x="345948" y="0"/>
                </a:lnTo>
                <a:lnTo>
                  <a:pt x="396240" y="36576"/>
                </a:lnTo>
                <a:lnTo>
                  <a:pt x="371856" y="42672"/>
                </a:lnTo>
                <a:lnTo>
                  <a:pt x="352710" y="70651"/>
                </a:lnTo>
                <a:lnTo>
                  <a:pt x="334137" y="97345"/>
                </a:lnTo>
                <a:lnTo>
                  <a:pt x="316134" y="122610"/>
                </a:lnTo>
                <a:lnTo>
                  <a:pt x="298703" y="146303"/>
                </a:lnTo>
                <a:close/>
              </a:path>
              <a:path w="515619" h="532130">
                <a:moveTo>
                  <a:pt x="196596" y="129539"/>
                </a:moveTo>
                <a:lnTo>
                  <a:pt x="195072" y="129539"/>
                </a:lnTo>
                <a:lnTo>
                  <a:pt x="191881" y="127849"/>
                </a:lnTo>
                <a:lnTo>
                  <a:pt x="188976" y="122872"/>
                </a:lnTo>
                <a:lnTo>
                  <a:pt x="186070" y="114752"/>
                </a:lnTo>
                <a:lnTo>
                  <a:pt x="182880" y="103632"/>
                </a:lnTo>
                <a:lnTo>
                  <a:pt x="177760" y="85344"/>
                </a:lnTo>
                <a:lnTo>
                  <a:pt x="169354" y="64769"/>
                </a:lnTo>
                <a:lnTo>
                  <a:pt x="157805" y="41909"/>
                </a:lnTo>
                <a:lnTo>
                  <a:pt x="143256" y="16763"/>
                </a:lnTo>
                <a:lnTo>
                  <a:pt x="149352" y="12191"/>
                </a:lnTo>
                <a:lnTo>
                  <a:pt x="183451" y="34861"/>
                </a:lnTo>
                <a:lnTo>
                  <a:pt x="215217" y="66436"/>
                </a:lnTo>
                <a:lnTo>
                  <a:pt x="223123" y="85963"/>
                </a:lnTo>
                <a:lnTo>
                  <a:pt x="222504" y="96011"/>
                </a:lnTo>
                <a:lnTo>
                  <a:pt x="201168" y="126491"/>
                </a:lnTo>
                <a:lnTo>
                  <a:pt x="196596" y="129539"/>
                </a:lnTo>
                <a:close/>
              </a:path>
              <a:path w="515619" h="532130">
                <a:moveTo>
                  <a:pt x="443564" y="146303"/>
                </a:moveTo>
                <a:lnTo>
                  <a:pt x="394716" y="146303"/>
                </a:lnTo>
                <a:lnTo>
                  <a:pt x="411480" y="121920"/>
                </a:lnTo>
                <a:lnTo>
                  <a:pt x="443564" y="146303"/>
                </a:lnTo>
                <a:close/>
              </a:path>
              <a:path w="515619" h="532130">
                <a:moveTo>
                  <a:pt x="99060" y="344424"/>
                </a:moveTo>
                <a:lnTo>
                  <a:pt x="100245" y="313943"/>
                </a:lnTo>
                <a:lnTo>
                  <a:pt x="101155" y="287464"/>
                </a:lnTo>
                <a:lnTo>
                  <a:pt x="101846" y="259341"/>
                </a:lnTo>
                <a:lnTo>
                  <a:pt x="102108" y="231647"/>
                </a:lnTo>
                <a:lnTo>
                  <a:pt x="102060" y="204501"/>
                </a:lnTo>
                <a:lnTo>
                  <a:pt x="101727" y="177927"/>
                </a:lnTo>
                <a:lnTo>
                  <a:pt x="100822" y="151923"/>
                </a:lnTo>
                <a:lnTo>
                  <a:pt x="99060" y="126491"/>
                </a:lnTo>
                <a:lnTo>
                  <a:pt x="135636" y="146303"/>
                </a:lnTo>
                <a:lnTo>
                  <a:pt x="443564" y="146303"/>
                </a:lnTo>
                <a:lnTo>
                  <a:pt x="449580" y="150875"/>
                </a:lnTo>
                <a:lnTo>
                  <a:pt x="438773" y="160020"/>
                </a:lnTo>
                <a:lnTo>
                  <a:pt x="135636" y="160020"/>
                </a:lnTo>
                <a:lnTo>
                  <a:pt x="135636" y="298703"/>
                </a:lnTo>
                <a:lnTo>
                  <a:pt x="431615" y="298703"/>
                </a:lnTo>
                <a:lnTo>
                  <a:pt x="431696" y="301585"/>
                </a:lnTo>
                <a:lnTo>
                  <a:pt x="432260" y="313943"/>
                </a:lnTo>
                <a:lnTo>
                  <a:pt x="135636" y="313943"/>
                </a:lnTo>
                <a:lnTo>
                  <a:pt x="135636" y="332232"/>
                </a:lnTo>
                <a:lnTo>
                  <a:pt x="99060" y="344424"/>
                </a:lnTo>
                <a:close/>
              </a:path>
              <a:path w="515619" h="532130">
                <a:moveTo>
                  <a:pt x="431615" y="298703"/>
                </a:moveTo>
                <a:lnTo>
                  <a:pt x="396240" y="298703"/>
                </a:lnTo>
                <a:lnTo>
                  <a:pt x="396240" y="160020"/>
                </a:lnTo>
                <a:lnTo>
                  <a:pt x="438773" y="160020"/>
                </a:lnTo>
                <a:lnTo>
                  <a:pt x="429768" y="167639"/>
                </a:lnTo>
                <a:lnTo>
                  <a:pt x="430029" y="222194"/>
                </a:lnTo>
                <a:lnTo>
                  <a:pt x="430720" y="266890"/>
                </a:lnTo>
                <a:lnTo>
                  <a:pt x="431615" y="298703"/>
                </a:lnTo>
                <a:close/>
              </a:path>
              <a:path w="515619" h="532130">
                <a:moveTo>
                  <a:pt x="396240" y="339852"/>
                </a:moveTo>
                <a:lnTo>
                  <a:pt x="396240" y="313943"/>
                </a:lnTo>
                <a:lnTo>
                  <a:pt x="432260" y="313943"/>
                </a:lnTo>
                <a:lnTo>
                  <a:pt x="432816" y="326136"/>
                </a:lnTo>
                <a:lnTo>
                  <a:pt x="396240" y="339852"/>
                </a:lnTo>
                <a:close/>
              </a:path>
              <a:path w="515619" h="532130">
                <a:moveTo>
                  <a:pt x="289560" y="432816"/>
                </a:moveTo>
                <a:lnTo>
                  <a:pt x="286512" y="432816"/>
                </a:lnTo>
                <a:lnTo>
                  <a:pt x="282821" y="431411"/>
                </a:lnTo>
                <a:lnTo>
                  <a:pt x="278701" y="427291"/>
                </a:lnTo>
                <a:lnTo>
                  <a:pt x="274296" y="420600"/>
                </a:lnTo>
                <a:lnTo>
                  <a:pt x="260889" y="393715"/>
                </a:lnTo>
                <a:lnTo>
                  <a:pt x="248031" y="374523"/>
                </a:lnTo>
                <a:lnTo>
                  <a:pt x="231171" y="353615"/>
                </a:lnTo>
                <a:lnTo>
                  <a:pt x="210312" y="330708"/>
                </a:lnTo>
                <a:lnTo>
                  <a:pt x="214884" y="323088"/>
                </a:lnTo>
                <a:lnTo>
                  <a:pt x="261937" y="348424"/>
                </a:lnTo>
                <a:lnTo>
                  <a:pt x="296679" y="372856"/>
                </a:lnTo>
                <a:lnTo>
                  <a:pt x="306324" y="394716"/>
                </a:lnTo>
                <a:lnTo>
                  <a:pt x="305776" y="400692"/>
                </a:lnTo>
                <a:lnTo>
                  <a:pt x="304228" y="407098"/>
                </a:lnTo>
                <a:lnTo>
                  <a:pt x="301823" y="413789"/>
                </a:lnTo>
                <a:lnTo>
                  <a:pt x="298703" y="420624"/>
                </a:lnTo>
                <a:lnTo>
                  <a:pt x="294132" y="428244"/>
                </a:lnTo>
                <a:lnTo>
                  <a:pt x="289560" y="432816"/>
                </a:lnTo>
                <a:close/>
              </a:path>
              <a:path w="515619" h="532130">
                <a:moveTo>
                  <a:pt x="367284" y="531876"/>
                </a:moveTo>
                <a:lnTo>
                  <a:pt x="188976" y="531876"/>
                </a:lnTo>
                <a:lnTo>
                  <a:pt x="166139" y="528756"/>
                </a:lnTo>
                <a:lnTo>
                  <a:pt x="150304" y="519493"/>
                </a:lnTo>
                <a:lnTo>
                  <a:pt x="141612" y="504229"/>
                </a:lnTo>
                <a:lnTo>
                  <a:pt x="140208" y="483108"/>
                </a:lnTo>
                <a:lnTo>
                  <a:pt x="140137" y="428244"/>
                </a:lnTo>
                <a:lnTo>
                  <a:pt x="140017" y="402145"/>
                </a:lnTo>
                <a:lnTo>
                  <a:pt x="139565" y="374904"/>
                </a:lnTo>
                <a:lnTo>
                  <a:pt x="138684" y="356616"/>
                </a:lnTo>
                <a:lnTo>
                  <a:pt x="193548" y="385572"/>
                </a:lnTo>
                <a:lnTo>
                  <a:pt x="173736" y="399288"/>
                </a:lnTo>
                <a:lnTo>
                  <a:pt x="173736" y="473964"/>
                </a:lnTo>
                <a:lnTo>
                  <a:pt x="175188" y="485346"/>
                </a:lnTo>
                <a:lnTo>
                  <a:pt x="179641" y="494157"/>
                </a:lnTo>
                <a:lnTo>
                  <a:pt x="187237" y="500110"/>
                </a:lnTo>
                <a:lnTo>
                  <a:pt x="198120" y="502920"/>
                </a:lnTo>
                <a:lnTo>
                  <a:pt x="417657" y="502920"/>
                </a:lnTo>
                <a:lnTo>
                  <a:pt x="412718" y="511302"/>
                </a:lnTo>
                <a:lnTo>
                  <a:pt x="400431" y="522732"/>
                </a:lnTo>
                <a:lnTo>
                  <a:pt x="385286" y="529590"/>
                </a:lnTo>
                <a:lnTo>
                  <a:pt x="367284" y="531876"/>
                </a:lnTo>
                <a:close/>
              </a:path>
              <a:path w="515619" h="532130">
                <a:moveTo>
                  <a:pt x="499871" y="486156"/>
                </a:moveTo>
                <a:lnTo>
                  <a:pt x="495300" y="486156"/>
                </a:lnTo>
                <a:lnTo>
                  <a:pt x="489846" y="484703"/>
                </a:lnTo>
                <a:lnTo>
                  <a:pt x="484822" y="480250"/>
                </a:lnTo>
                <a:lnTo>
                  <a:pt x="480083" y="472654"/>
                </a:lnTo>
                <a:lnTo>
                  <a:pt x="475488" y="461772"/>
                </a:lnTo>
                <a:lnTo>
                  <a:pt x="464939" y="442626"/>
                </a:lnTo>
                <a:lnTo>
                  <a:pt x="449389" y="421767"/>
                </a:lnTo>
                <a:lnTo>
                  <a:pt x="428982" y="399192"/>
                </a:lnTo>
                <a:lnTo>
                  <a:pt x="403860" y="374904"/>
                </a:lnTo>
                <a:lnTo>
                  <a:pt x="408432" y="368808"/>
                </a:lnTo>
                <a:lnTo>
                  <a:pt x="449580" y="386905"/>
                </a:lnTo>
                <a:lnTo>
                  <a:pt x="493871" y="412765"/>
                </a:lnTo>
                <a:lnTo>
                  <a:pt x="515040" y="447770"/>
                </a:lnTo>
                <a:lnTo>
                  <a:pt x="514921" y="456057"/>
                </a:lnTo>
                <a:lnTo>
                  <a:pt x="513373" y="463772"/>
                </a:lnTo>
                <a:lnTo>
                  <a:pt x="510540" y="470916"/>
                </a:lnTo>
                <a:lnTo>
                  <a:pt x="504444" y="481584"/>
                </a:lnTo>
                <a:lnTo>
                  <a:pt x="499871" y="486156"/>
                </a:lnTo>
                <a:close/>
              </a:path>
              <a:path w="515619" h="532130">
                <a:moveTo>
                  <a:pt x="417657" y="502920"/>
                </a:moveTo>
                <a:lnTo>
                  <a:pt x="345948" y="502920"/>
                </a:lnTo>
                <a:lnTo>
                  <a:pt x="356235" y="500348"/>
                </a:lnTo>
                <a:lnTo>
                  <a:pt x="364236" y="494919"/>
                </a:lnTo>
                <a:lnTo>
                  <a:pt x="379095" y="444817"/>
                </a:lnTo>
                <a:lnTo>
                  <a:pt x="382524" y="399288"/>
                </a:lnTo>
                <a:lnTo>
                  <a:pt x="391668" y="399288"/>
                </a:lnTo>
                <a:lnTo>
                  <a:pt x="394144" y="440626"/>
                </a:lnTo>
                <a:lnTo>
                  <a:pt x="400931" y="478797"/>
                </a:lnTo>
                <a:lnTo>
                  <a:pt x="422148" y="495300"/>
                </a:lnTo>
                <a:lnTo>
                  <a:pt x="417657" y="502920"/>
                </a:lnTo>
                <a:close/>
              </a:path>
              <a:path w="515619" h="532130">
                <a:moveTo>
                  <a:pt x="25193" y="497633"/>
                </a:moveTo>
                <a:lnTo>
                  <a:pt x="18288" y="497586"/>
                </a:lnTo>
                <a:lnTo>
                  <a:pt x="12525" y="496395"/>
                </a:lnTo>
                <a:lnTo>
                  <a:pt x="7620" y="493776"/>
                </a:lnTo>
                <a:lnTo>
                  <a:pt x="1524" y="490728"/>
                </a:lnTo>
                <a:lnTo>
                  <a:pt x="0" y="486156"/>
                </a:lnTo>
                <a:lnTo>
                  <a:pt x="0" y="483108"/>
                </a:lnTo>
                <a:lnTo>
                  <a:pt x="1190" y="477940"/>
                </a:lnTo>
                <a:lnTo>
                  <a:pt x="4953" y="471487"/>
                </a:lnTo>
                <a:lnTo>
                  <a:pt x="11572" y="463605"/>
                </a:lnTo>
                <a:lnTo>
                  <a:pt x="21336" y="454152"/>
                </a:lnTo>
                <a:lnTo>
                  <a:pt x="34718" y="440697"/>
                </a:lnTo>
                <a:lnTo>
                  <a:pt x="47244" y="423100"/>
                </a:lnTo>
                <a:lnTo>
                  <a:pt x="58626" y="401216"/>
                </a:lnTo>
                <a:lnTo>
                  <a:pt x="68580" y="374904"/>
                </a:lnTo>
                <a:lnTo>
                  <a:pt x="77724" y="374904"/>
                </a:lnTo>
                <a:lnTo>
                  <a:pt x="71818" y="436626"/>
                </a:lnTo>
                <a:lnTo>
                  <a:pt x="56459" y="480964"/>
                </a:lnTo>
                <a:lnTo>
                  <a:pt x="33528" y="496824"/>
                </a:lnTo>
                <a:lnTo>
                  <a:pt x="25193" y="497633"/>
                </a:lnTo>
                <a:close/>
              </a:path>
            </a:pathLst>
          </a:custGeom>
          <a:solidFill>
            <a:srgbClr val="3333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" name="object 4"/>
          <p:cNvSpPr/>
          <p:nvPr/>
        </p:nvSpPr>
        <p:spPr>
          <a:xfrm>
            <a:off x="2343911" y="1272539"/>
            <a:ext cx="538480" cy="561340"/>
          </a:xfrm>
          <a:custGeom>
            <a:avLst/>
            <a:gdLst/>
            <a:ahLst/>
            <a:cxnLst/>
            <a:rect l="l" t="t" r="r" b="b"/>
            <a:pathLst>
              <a:path w="538480" h="561339">
                <a:moveTo>
                  <a:pt x="381000" y="129540"/>
                </a:moveTo>
                <a:lnTo>
                  <a:pt x="348996" y="129540"/>
                </a:lnTo>
                <a:lnTo>
                  <a:pt x="348966" y="83439"/>
                </a:lnTo>
                <a:lnTo>
                  <a:pt x="348805" y="48196"/>
                </a:lnTo>
                <a:lnTo>
                  <a:pt x="348353" y="20026"/>
                </a:lnTo>
                <a:lnTo>
                  <a:pt x="347472" y="0"/>
                </a:lnTo>
                <a:lnTo>
                  <a:pt x="403860" y="32004"/>
                </a:lnTo>
                <a:lnTo>
                  <a:pt x="381000" y="48768"/>
                </a:lnTo>
                <a:lnTo>
                  <a:pt x="381000" y="129540"/>
                </a:lnTo>
                <a:close/>
              </a:path>
              <a:path w="538480" h="561339">
                <a:moveTo>
                  <a:pt x="21335" y="263652"/>
                </a:moveTo>
                <a:lnTo>
                  <a:pt x="0" y="220980"/>
                </a:lnTo>
                <a:lnTo>
                  <a:pt x="12239" y="216693"/>
                </a:lnTo>
                <a:lnTo>
                  <a:pt x="25907" y="203835"/>
                </a:lnTo>
                <a:lnTo>
                  <a:pt x="56388" y="152400"/>
                </a:lnTo>
                <a:lnTo>
                  <a:pt x="85153" y="83439"/>
                </a:lnTo>
                <a:lnTo>
                  <a:pt x="108203" y="12192"/>
                </a:lnTo>
                <a:lnTo>
                  <a:pt x="158495" y="39624"/>
                </a:lnTo>
                <a:lnTo>
                  <a:pt x="135635" y="50292"/>
                </a:lnTo>
                <a:lnTo>
                  <a:pt x="110751" y="96893"/>
                </a:lnTo>
                <a:lnTo>
                  <a:pt x="86296" y="140779"/>
                </a:lnTo>
                <a:lnTo>
                  <a:pt x="62126" y="182094"/>
                </a:lnTo>
                <a:lnTo>
                  <a:pt x="38100" y="220980"/>
                </a:lnTo>
                <a:lnTo>
                  <a:pt x="167899" y="220980"/>
                </a:lnTo>
                <a:lnTo>
                  <a:pt x="158147" y="233172"/>
                </a:lnTo>
                <a:lnTo>
                  <a:pt x="126491" y="233172"/>
                </a:lnTo>
                <a:lnTo>
                  <a:pt x="112775" y="235481"/>
                </a:lnTo>
                <a:lnTo>
                  <a:pt x="71627" y="243840"/>
                </a:lnTo>
                <a:lnTo>
                  <a:pt x="33908" y="257127"/>
                </a:lnTo>
                <a:lnTo>
                  <a:pt x="21335" y="263652"/>
                </a:lnTo>
                <a:close/>
              </a:path>
              <a:path w="538480" h="561339">
                <a:moveTo>
                  <a:pt x="231647" y="150876"/>
                </a:moveTo>
                <a:lnTo>
                  <a:pt x="210311" y="129540"/>
                </a:lnTo>
                <a:lnTo>
                  <a:pt x="469392" y="129540"/>
                </a:lnTo>
                <a:lnTo>
                  <a:pt x="496824" y="100584"/>
                </a:lnTo>
                <a:lnTo>
                  <a:pt x="537972" y="144780"/>
                </a:lnTo>
                <a:lnTo>
                  <a:pt x="289559" y="144780"/>
                </a:lnTo>
                <a:lnTo>
                  <a:pt x="274081" y="145089"/>
                </a:lnTo>
                <a:lnTo>
                  <a:pt x="259460" y="146113"/>
                </a:lnTo>
                <a:lnTo>
                  <a:pt x="245411" y="147994"/>
                </a:lnTo>
                <a:lnTo>
                  <a:pt x="231647" y="150876"/>
                </a:lnTo>
                <a:close/>
              </a:path>
              <a:path w="538480" h="561339">
                <a:moveTo>
                  <a:pt x="167899" y="220980"/>
                </a:moveTo>
                <a:lnTo>
                  <a:pt x="38100" y="220980"/>
                </a:lnTo>
                <a:lnTo>
                  <a:pt x="134112" y="217932"/>
                </a:lnTo>
                <a:lnTo>
                  <a:pt x="147256" y="195619"/>
                </a:lnTo>
                <a:lnTo>
                  <a:pt x="159257" y="174307"/>
                </a:lnTo>
                <a:lnTo>
                  <a:pt x="170116" y="153852"/>
                </a:lnTo>
                <a:lnTo>
                  <a:pt x="179831" y="134112"/>
                </a:lnTo>
                <a:lnTo>
                  <a:pt x="222503" y="166116"/>
                </a:lnTo>
                <a:lnTo>
                  <a:pt x="201167" y="178308"/>
                </a:lnTo>
                <a:lnTo>
                  <a:pt x="174101" y="213225"/>
                </a:lnTo>
                <a:lnTo>
                  <a:pt x="167899" y="220980"/>
                </a:lnTo>
                <a:close/>
              </a:path>
              <a:path w="538480" h="561339">
                <a:moveTo>
                  <a:pt x="381000" y="251460"/>
                </a:moveTo>
                <a:lnTo>
                  <a:pt x="348996" y="251460"/>
                </a:lnTo>
                <a:lnTo>
                  <a:pt x="348996" y="144780"/>
                </a:lnTo>
                <a:lnTo>
                  <a:pt x="381000" y="144780"/>
                </a:lnTo>
                <a:lnTo>
                  <a:pt x="381000" y="251460"/>
                </a:lnTo>
                <a:close/>
              </a:path>
              <a:path w="538480" h="561339">
                <a:moveTo>
                  <a:pt x="252983" y="272796"/>
                </a:moveTo>
                <a:lnTo>
                  <a:pt x="231647" y="251460"/>
                </a:lnTo>
                <a:lnTo>
                  <a:pt x="445008" y="251460"/>
                </a:lnTo>
                <a:lnTo>
                  <a:pt x="473964" y="222504"/>
                </a:lnTo>
                <a:lnTo>
                  <a:pt x="513588" y="266700"/>
                </a:lnTo>
                <a:lnTo>
                  <a:pt x="310895" y="266700"/>
                </a:lnTo>
                <a:lnTo>
                  <a:pt x="295417" y="267009"/>
                </a:lnTo>
                <a:lnTo>
                  <a:pt x="280796" y="268033"/>
                </a:lnTo>
                <a:lnTo>
                  <a:pt x="266747" y="269914"/>
                </a:lnTo>
                <a:lnTo>
                  <a:pt x="252983" y="272796"/>
                </a:lnTo>
                <a:close/>
              </a:path>
              <a:path w="538480" h="561339">
                <a:moveTo>
                  <a:pt x="38100" y="402336"/>
                </a:moveTo>
                <a:lnTo>
                  <a:pt x="12191" y="359664"/>
                </a:lnTo>
                <a:lnTo>
                  <a:pt x="21312" y="355639"/>
                </a:lnTo>
                <a:lnTo>
                  <a:pt x="30289" y="350329"/>
                </a:lnTo>
                <a:lnTo>
                  <a:pt x="58983" y="322754"/>
                </a:lnTo>
                <a:lnTo>
                  <a:pt x="98464" y="271414"/>
                </a:lnTo>
                <a:lnTo>
                  <a:pt x="126491" y="233172"/>
                </a:lnTo>
                <a:lnTo>
                  <a:pt x="158147" y="233172"/>
                </a:lnTo>
                <a:lnTo>
                  <a:pt x="145938" y="248436"/>
                </a:lnTo>
                <a:lnTo>
                  <a:pt x="116677" y="283866"/>
                </a:lnTo>
                <a:lnTo>
                  <a:pt x="86319" y="319442"/>
                </a:lnTo>
                <a:lnTo>
                  <a:pt x="54864" y="355092"/>
                </a:lnTo>
                <a:lnTo>
                  <a:pt x="155980" y="355092"/>
                </a:lnTo>
                <a:lnTo>
                  <a:pt x="129539" y="362712"/>
                </a:lnTo>
                <a:lnTo>
                  <a:pt x="100036" y="372117"/>
                </a:lnTo>
                <a:lnTo>
                  <a:pt x="75247" y="381952"/>
                </a:lnTo>
                <a:lnTo>
                  <a:pt x="54744" y="392072"/>
                </a:lnTo>
                <a:lnTo>
                  <a:pt x="38100" y="402336"/>
                </a:lnTo>
                <a:close/>
              </a:path>
              <a:path w="538480" h="561339">
                <a:moveTo>
                  <a:pt x="251459" y="560832"/>
                </a:moveTo>
                <a:lnTo>
                  <a:pt x="252341" y="533423"/>
                </a:lnTo>
                <a:lnTo>
                  <a:pt x="252793" y="503872"/>
                </a:lnTo>
                <a:lnTo>
                  <a:pt x="252891" y="392072"/>
                </a:lnTo>
                <a:lnTo>
                  <a:pt x="252793" y="373570"/>
                </a:lnTo>
                <a:lnTo>
                  <a:pt x="252385" y="347662"/>
                </a:lnTo>
                <a:lnTo>
                  <a:pt x="252299" y="343590"/>
                </a:lnTo>
                <a:lnTo>
                  <a:pt x="251459" y="318516"/>
                </a:lnTo>
                <a:lnTo>
                  <a:pt x="289559" y="339852"/>
                </a:lnTo>
                <a:lnTo>
                  <a:pt x="495299" y="339852"/>
                </a:lnTo>
                <a:lnTo>
                  <a:pt x="507491" y="352044"/>
                </a:lnTo>
                <a:lnTo>
                  <a:pt x="503224" y="355092"/>
                </a:lnTo>
                <a:lnTo>
                  <a:pt x="284987" y="355092"/>
                </a:lnTo>
                <a:lnTo>
                  <a:pt x="284987" y="490727"/>
                </a:lnTo>
                <a:lnTo>
                  <a:pt x="486192" y="490727"/>
                </a:lnTo>
                <a:lnTo>
                  <a:pt x="486317" y="505968"/>
                </a:lnTo>
                <a:lnTo>
                  <a:pt x="284987" y="505968"/>
                </a:lnTo>
                <a:lnTo>
                  <a:pt x="284987" y="544068"/>
                </a:lnTo>
                <a:lnTo>
                  <a:pt x="251459" y="560832"/>
                </a:lnTo>
                <a:close/>
              </a:path>
              <a:path w="538480" h="561339">
                <a:moveTo>
                  <a:pt x="495299" y="339852"/>
                </a:moveTo>
                <a:lnTo>
                  <a:pt x="452628" y="339852"/>
                </a:lnTo>
                <a:lnTo>
                  <a:pt x="473964" y="318516"/>
                </a:lnTo>
                <a:lnTo>
                  <a:pt x="495299" y="339852"/>
                </a:lnTo>
                <a:close/>
              </a:path>
              <a:path w="538480" h="561339">
                <a:moveTo>
                  <a:pt x="155980" y="355092"/>
                </a:moveTo>
                <a:lnTo>
                  <a:pt x="54864" y="355092"/>
                </a:lnTo>
                <a:lnTo>
                  <a:pt x="219455" y="329184"/>
                </a:lnTo>
                <a:lnTo>
                  <a:pt x="219455" y="338328"/>
                </a:lnTo>
                <a:lnTo>
                  <a:pt x="183070" y="347662"/>
                </a:lnTo>
                <a:lnTo>
                  <a:pt x="158376" y="354401"/>
                </a:lnTo>
                <a:lnTo>
                  <a:pt x="155980" y="355092"/>
                </a:lnTo>
                <a:close/>
              </a:path>
              <a:path w="538480" h="561339">
                <a:moveTo>
                  <a:pt x="486192" y="490727"/>
                </a:moveTo>
                <a:lnTo>
                  <a:pt x="454152" y="490727"/>
                </a:lnTo>
                <a:lnTo>
                  <a:pt x="454152" y="355092"/>
                </a:lnTo>
                <a:lnTo>
                  <a:pt x="503224" y="355092"/>
                </a:lnTo>
                <a:lnTo>
                  <a:pt x="486156" y="367284"/>
                </a:lnTo>
                <a:lnTo>
                  <a:pt x="486192" y="490727"/>
                </a:lnTo>
                <a:close/>
              </a:path>
              <a:path w="538480" h="561339">
                <a:moveTo>
                  <a:pt x="24383" y="527303"/>
                </a:moveTo>
                <a:lnTo>
                  <a:pt x="0" y="481584"/>
                </a:lnTo>
                <a:lnTo>
                  <a:pt x="17740" y="478988"/>
                </a:lnTo>
                <a:lnTo>
                  <a:pt x="36766" y="475678"/>
                </a:lnTo>
                <a:lnTo>
                  <a:pt x="57221" y="471511"/>
                </a:lnTo>
                <a:lnTo>
                  <a:pt x="79247" y="466344"/>
                </a:lnTo>
                <a:lnTo>
                  <a:pt x="106156" y="459509"/>
                </a:lnTo>
                <a:lnTo>
                  <a:pt x="224027" y="426720"/>
                </a:lnTo>
                <a:lnTo>
                  <a:pt x="227075" y="435864"/>
                </a:lnTo>
                <a:lnTo>
                  <a:pt x="148256" y="467939"/>
                </a:lnTo>
                <a:lnTo>
                  <a:pt x="88010" y="493585"/>
                </a:lnTo>
                <a:lnTo>
                  <a:pt x="46624" y="513230"/>
                </a:lnTo>
                <a:lnTo>
                  <a:pt x="24383" y="527303"/>
                </a:lnTo>
                <a:close/>
              </a:path>
              <a:path w="538480" h="561339">
                <a:moveTo>
                  <a:pt x="454152" y="553212"/>
                </a:moveTo>
                <a:lnTo>
                  <a:pt x="454152" y="505968"/>
                </a:lnTo>
                <a:lnTo>
                  <a:pt x="486317" y="505968"/>
                </a:lnTo>
                <a:lnTo>
                  <a:pt x="486346" y="509587"/>
                </a:lnTo>
                <a:lnTo>
                  <a:pt x="486798" y="526327"/>
                </a:lnTo>
                <a:lnTo>
                  <a:pt x="487680" y="539496"/>
                </a:lnTo>
                <a:lnTo>
                  <a:pt x="454152" y="553212"/>
                </a:lnTo>
                <a:close/>
              </a:path>
            </a:pathLst>
          </a:custGeom>
          <a:solidFill>
            <a:srgbClr val="3333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" name="object 5"/>
          <p:cNvSpPr/>
          <p:nvPr/>
        </p:nvSpPr>
        <p:spPr>
          <a:xfrm>
            <a:off x="1751075" y="2569464"/>
            <a:ext cx="155575" cy="155575"/>
          </a:xfrm>
          <a:custGeom>
            <a:avLst/>
            <a:gdLst/>
            <a:ahLst/>
            <a:cxnLst/>
            <a:rect l="l" t="t" r="r" b="b"/>
            <a:pathLst>
              <a:path w="155575" h="155575">
                <a:moveTo>
                  <a:pt x="155448" y="155447"/>
                </a:moveTo>
                <a:lnTo>
                  <a:pt x="0" y="155447"/>
                </a:lnTo>
                <a:lnTo>
                  <a:pt x="0" y="0"/>
                </a:lnTo>
                <a:lnTo>
                  <a:pt x="155448" y="0"/>
                </a:lnTo>
                <a:lnTo>
                  <a:pt x="155448" y="155447"/>
                </a:lnTo>
                <a:close/>
              </a:path>
            </a:pathLst>
          </a:custGeom>
          <a:solidFill>
            <a:srgbClr val="3333C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" name="object 6"/>
          <p:cNvSpPr/>
          <p:nvPr/>
        </p:nvSpPr>
        <p:spPr>
          <a:xfrm>
            <a:off x="2130551" y="2382012"/>
            <a:ext cx="387350" cy="405765"/>
          </a:xfrm>
          <a:custGeom>
            <a:avLst/>
            <a:gdLst/>
            <a:ahLst/>
            <a:cxnLst/>
            <a:rect l="l" t="t" r="r" b="b"/>
            <a:pathLst>
              <a:path w="387350" h="405764">
                <a:moveTo>
                  <a:pt x="383394" y="92964"/>
                </a:moveTo>
                <a:lnTo>
                  <a:pt x="347472" y="92964"/>
                </a:lnTo>
                <a:lnTo>
                  <a:pt x="361188" y="74676"/>
                </a:lnTo>
                <a:lnTo>
                  <a:pt x="383394" y="92964"/>
                </a:lnTo>
                <a:close/>
              </a:path>
              <a:path w="387350" h="405764">
                <a:moveTo>
                  <a:pt x="227076" y="382524"/>
                </a:moveTo>
                <a:lnTo>
                  <a:pt x="228195" y="358521"/>
                </a:lnTo>
                <a:lnTo>
                  <a:pt x="229171" y="339090"/>
                </a:lnTo>
                <a:lnTo>
                  <a:pt x="229862" y="324231"/>
                </a:lnTo>
                <a:lnTo>
                  <a:pt x="230124" y="313944"/>
                </a:lnTo>
                <a:lnTo>
                  <a:pt x="230124" y="143256"/>
                </a:lnTo>
                <a:lnTo>
                  <a:pt x="229862" y="127254"/>
                </a:lnTo>
                <a:lnTo>
                  <a:pt x="229171" y="111252"/>
                </a:lnTo>
                <a:lnTo>
                  <a:pt x="228195" y="95249"/>
                </a:lnTo>
                <a:lnTo>
                  <a:pt x="227076" y="79247"/>
                </a:lnTo>
                <a:lnTo>
                  <a:pt x="251460" y="92964"/>
                </a:lnTo>
                <a:lnTo>
                  <a:pt x="383394" y="92964"/>
                </a:lnTo>
                <a:lnTo>
                  <a:pt x="387096" y="96012"/>
                </a:lnTo>
                <a:lnTo>
                  <a:pt x="378523" y="103632"/>
                </a:lnTo>
                <a:lnTo>
                  <a:pt x="251460" y="103632"/>
                </a:lnTo>
                <a:lnTo>
                  <a:pt x="251460" y="321564"/>
                </a:lnTo>
                <a:lnTo>
                  <a:pt x="373933" y="321564"/>
                </a:lnTo>
                <a:lnTo>
                  <a:pt x="374142" y="327088"/>
                </a:lnTo>
                <a:lnTo>
                  <a:pt x="374305" y="332232"/>
                </a:lnTo>
                <a:lnTo>
                  <a:pt x="251460" y="332232"/>
                </a:lnTo>
                <a:lnTo>
                  <a:pt x="251460" y="370332"/>
                </a:lnTo>
                <a:lnTo>
                  <a:pt x="227076" y="382524"/>
                </a:lnTo>
                <a:close/>
              </a:path>
              <a:path w="387350" h="405764">
                <a:moveTo>
                  <a:pt x="373933" y="321564"/>
                </a:moveTo>
                <a:lnTo>
                  <a:pt x="350520" y="321564"/>
                </a:lnTo>
                <a:lnTo>
                  <a:pt x="350520" y="103632"/>
                </a:lnTo>
                <a:lnTo>
                  <a:pt x="378523" y="103632"/>
                </a:lnTo>
                <a:lnTo>
                  <a:pt x="373380" y="108204"/>
                </a:lnTo>
                <a:lnTo>
                  <a:pt x="373380" y="301752"/>
                </a:lnTo>
                <a:lnTo>
                  <a:pt x="373646" y="313944"/>
                </a:lnTo>
                <a:lnTo>
                  <a:pt x="373933" y="321564"/>
                </a:lnTo>
                <a:close/>
              </a:path>
              <a:path w="387350" h="405764">
                <a:moveTo>
                  <a:pt x="350520" y="371856"/>
                </a:moveTo>
                <a:lnTo>
                  <a:pt x="350520" y="332232"/>
                </a:lnTo>
                <a:lnTo>
                  <a:pt x="374305" y="332232"/>
                </a:lnTo>
                <a:lnTo>
                  <a:pt x="374665" y="343542"/>
                </a:lnTo>
                <a:lnTo>
                  <a:pt x="374904" y="362712"/>
                </a:lnTo>
                <a:lnTo>
                  <a:pt x="350520" y="371856"/>
                </a:lnTo>
                <a:close/>
              </a:path>
              <a:path w="387350" h="405764">
                <a:moveTo>
                  <a:pt x="97536" y="108204"/>
                </a:moveTo>
                <a:lnTo>
                  <a:pt x="73152" y="108204"/>
                </a:lnTo>
                <a:lnTo>
                  <a:pt x="78533" y="76509"/>
                </a:lnTo>
                <a:lnTo>
                  <a:pt x="83058" y="47815"/>
                </a:lnTo>
                <a:lnTo>
                  <a:pt x="86439" y="22264"/>
                </a:lnTo>
                <a:lnTo>
                  <a:pt x="88392" y="0"/>
                </a:lnTo>
                <a:lnTo>
                  <a:pt x="131064" y="19812"/>
                </a:lnTo>
                <a:lnTo>
                  <a:pt x="114300" y="30480"/>
                </a:lnTo>
                <a:lnTo>
                  <a:pt x="110609" y="45624"/>
                </a:lnTo>
                <a:lnTo>
                  <a:pt x="106489" y="63627"/>
                </a:lnTo>
                <a:lnTo>
                  <a:pt x="102084" y="84486"/>
                </a:lnTo>
                <a:lnTo>
                  <a:pt x="97536" y="108204"/>
                </a:lnTo>
                <a:close/>
              </a:path>
              <a:path w="387350" h="405764">
                <a:moveTo>
                  <a:pt x="16764" y="123444"/>
                </a:moveTo>
                <a:lnTo>
                  <a:pt x="1524" y="108204"/>
                </a:lnTo>
                <a:lnTo>
                  <a:pt x="163068" y="108204"/>
                </a:lnTo>
                <a:lnTo>
                  <a:pt x="173736" y="88392"/>
                </a:lnTo>
                <a:lnTo>
                  <a:pt x="202692" y="109728"/>
                </a:lnTo>
                <a:lnTo>
                  <a:pt x="192405" y="118871"/>
                </a:lnTo>
                <a:lnTo>
                  <a:pt x="59436" y="118871"/>
                </a:lnTo>
                <a:lnTo>
                  <a:pt x="48267" y="119157"/>
                </a:lnTo>
                <a:lnTo>
                  <a:pt x="37528" y="120014"/>
                </a:lnTo>
                <a:lnTo>
                  <a:pt x="27074" y="121443"/>
                </a:lnTo>
                <a:lnTo>
                  <a:pt x="16764" y="123444"/>
                </a:lnTo>
                <a:close/>
              </a:path>
              <a:path w="387350" h="405764">
                <a:moveTo>
                  <a:pt x="3048" y="405384"/>
                </a:moveTo>
                <a:lnTo>
                  <a:pt x="0" y="400812"/>
                </a:lnTo>
                <a:lnTo>
                  <a:pt x="39409" y="381095"/>
                </a:lnTo>
                <a:lnTo>
                  <a:pt x="72961" y="358521"/>
                </a:lnTo>
                <a:lnTo>
                  <a:pt x="100512" y="333089"/>
                </a:lnTo>
                <a:lnTo>
                  <a:pt x="121920" y="304800"/>
                </a:lnTo>
                <a:lnTo>
                  <a:pt x="96797" y="294489"/>
                </a:lnTo>
                <a:lnTo>
                  <a:pt x="74104" y="286321"/>
                </a:lnTo>
                <a:lnTo>
                  <a:pt x="53982" y="280154"/>
                </a:lnTo>
                <a:lnTo>
                  <a:pt x="36576" y="275844"/>
                </a:lnTo>
                <a:lnTo>
                  <a:pt x="43981" y="245530"/>
                </a:lnTo>
                <a:lnTo>
                  <a:pt x="52387" y="209359"/>
                </a:lnTo>
                <a:lnTo>
                  <a:pt x="61650" y="167187"/>
                </a:lnTo>
                <a:lnTo>
                  <a:pt x="71628" y="118871"/>
                </a:lnTo>
                <a:lnTo>
                  <a:pt x="96012" y="118871"/>
                </a:lnTo>
                <a:lnTo>
                  <a:pt x="88820" y="148018"/>
                </a:lnTo>
                <a:lnTo>
                  <a:pt x="80772" y="182880"/>
                </a:lnTo>
                <a:lnTo>
                  <a:pt x="71580" y="223456"/>
                </a:lnTo>
                <a:lnTo>
                  <a:pt x="60960" y="269748"/>
                </a:lnTo>
                <a:lnTo>
                  <a:pt x="85915" y="276796"/>
                </a:lnTo>
                <a:lnTo>
                  <a:pt x="104894" y="282392"/>
                </a:lnTo>
                <a:lnTo>
                  <a:pt x="128016" y="289560"/>
                </a:lnTo>
                <a:lnTo>
                  <a:pt x="152917" y="289560"/>
                </a:lnTo>
                <a:lnTo>
                  <a:pt x="150876" y="295656"/>
                </a:lnTo>
                <a:lnTo>
                  <a:pt x="169425" y="304490"/>
                </a:lnTo>
                <a:lnTo>
                  <a:pt x="183832" y="312610"/>
                </a:lnTo>
                <a:lnTo>
                  <a:pt x="187814" y="315468"/>
                </a:lnTo>
                <a:lnTo>
                  <a:pt x="140208" y="315468"/>
                </a:lnTo>
                <a:lnTo>
                  <a:pt x="112776" y="345805"/>
                </a:lnTo>
                <a:lnTo>
                  <a:pt x="80772" y="370713"/>
                </a:lnTo>
                <a:lnTo>
                  <a:pt x="44196" y="390477"/>
                </a:lnTo>
                <a:lnTo>
                  <a:pt x="3048" y="405384"/>
                </a:lnTo>
                <a:close/>
              </a:path>
              <a:path w="387350" h="405764">
                <a:moveTo>
                  <a:pt x="152917" y="289560"/>
                </a:moveTo>
                <a:lnTo>
                  <a:pt x="128016" y="289560"/>
                </a:lnTo>
                <a:lnTo>
                  <a:pt x="138874" y="259246"/>
                </a:lnTo>
                <a:lnTo>
                  <a:pt x="148590" y="220789"/>
                </a:lnTo>
                <a:lnTo>
                  <a:pt x="157162" y="174045"/>
                </a:lnTo>
                <a:lnTo>
                  <a:pt x="164592" y="118871"/>
                </a:lnTo>
                <a:lnTo>
                  <a:pt x="192405" y="118871"/>
                </a:lnTo>
                <a:lnTo>
                  <a:pt x="188976" y="121920"/>
                </a:lnTo>
                <a:lnTo>
                  <a:pt x="180451" y="178212"/>
                </a:lnTo>
                <a:lnTo>
                  <a:pt x="171069" y="225933"/>
                </a:lnTo>
                <a:lnTo>
                  <a:pt x="161115" y="265080"/>
                </a:lnTo>
                <a:lnTo>
                  <a:pt x="152917" y="289560"/>
                </a:lnTo>
                <a:close/>
              </a:path>
              <a:path w="387350" h="405764">
                <a:moveTo>
                  <a:pt x="201168" y="362712"/>
                </a:moveTo>
                <a:lnTo>
                  <a:pt x="195072" y="362712"/>
                </a:lnTo>
                <a:lnTo>
                  <a:pt x="190500" y="359664"/>
                </a:lnTo>
                <a:lnTo>
                  <a:pt x="185928" y="353568"/>
                </a:lnTo>
                <a:lnTo>
                  <a:pt x="177927" y="344400"/>
                </a:lnTo>
                <a:lnTo>
                  <a:pt x="167640" y="335089"/>
                </a:lnTo>
                <a:lnTo>
                  <a:pt x="155067" y="325493"/>
                </a:lnTo>
                <a:lnTo>
                  <a:pt x="140208" y="315468"/>
                </a:lnTo>
                <a:lnTo>
                  <a:pt x="187814" y="315468"/>
                </a:lnTo>
                <a:lnTo>
                  <a:pt x="204750" y="344400"/>
                </a:lnTo>
                <a:lnTo>
                  <a:pt x="204685" y="345805"/>
                </a:lnTo>
                <a:lnTo>
                  <a:pt x="204216" y="350520"/>
                </a:lnTo>
                <a:lnTo>
                  <a:pt x="202692" y="358140"/>
                </a:lnTo>
                <a:lnTo>
                  <a:pt x="201168" y="36271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" name="object 7"/>
          <p:cNvSpPr/>
          <p:nvPr/>
        </p:nvSpPr>
        <p:spPr>
          <a:xfrm>
            <a:off x="2575560" y="2377439"/>
            <a:ext cx="1736089" cy="411480"/>
          </a:xfrm>
          <a:custGeom>
            <a:avLst/>
            <a:gdLst/>
            <a:ahLst/>
            <a:cxnLst/>
            <a:rect l="l" t="t" r="r" b="b"/>
            <a:pathLst>
              <a:path w="1736089" h="411480">
                <a:moveTo>
                  <a:pt x="135636" y="28956"/>
                </a:moveTo>
                <a:lnTo>
                  <a:pt x="99060" y="4572"/>
                </a:lnTo>
                <a:lnTo>
                  <a:pt x="94526" y="21412"/>
                </a:lnTo>
                <a:lnTo>
                  <a:pt x="88011" y="42100"/>
                </a:lnTo>
                <a:lnTo>
                  <a:pt x="70104" y="94488"/>
                </a:lnTo>
                <a:lnTo>
                  <a:pt x="40767" y="155829"/>
                </a:lnTo>
                <a:lnTo>
                  <a:pt x="0" y="219456"/>
                </a:lnTo>
                <a:lnTo>
                  <a:pt x="3048" y="224028"/>
                </a:lnTo>
                <a:lnTo>
                  <a:pt x="22212" y="204889"/>
                </a:lnTo>
                <a:lnTo>
                  <a:pt x="38671" y="186309"/>
                </a:lnTo>
                <a:lnTo>
                  <a:pt x="52552" y="168313"/>
                </a:lnTo>
                <a:lnTo>
                  <a:pt x="64008" y="150876"/>
                </a:lnTo>
                <a:lnTo>
                  <a:pt x="63893" y="324612"/>
                </a:lnTo>
                <a:lnTo>
                  <a:pt x="63817" y="337756"/>
                </a:lnTo>
                <a:lnTo>
                  <a:pt x="63360" y="370789"/>
                </a:lnTo>
                <a:lnTo>
                  <a:pt x="62484" y="409956"/>
                </a:lnTo>
                <a:lnTo>
                  <a:pt x="88392" y="396240"/>
                </a:lnTo>
                <a:lnTo>
                  <a:pt x="86880" y="343738"/>
                </a:lnTo>
                <a:lnTo>
                  <a:pt x="86868" y="150876"/>
                </a:lnTo>
                <a:lnTo>
                  <a:pt x="86868" y="141732"/>
                </a:lnTo>
                <a:lnTo>
                  <a:pt x="100584" y="132588"/>
                </a:lnTo>
                <a:lnTo>
                  <a:pt x="82296" y="120396"/>
                </a:lnTo>
                <a:lnTo>
                  <a:pt x="89954" y="101777"/>
                </a:lnTo>
                <a:lnTo>
                  <a:pt x="99060" y="82296"/>
                </a:lnTo>
                <a:lnTo>
                  <a:pt x="109296" y="61683"/>
                </a:lnTo>
                <a:lnTo>
                  <a:pt x="120396" y="39624"/>
                </a:lnTo>
                <a:lnTo>
                  <a:pt x="135636" y="28956"/>
                </a:lnTo>
                <a:close/>
              </a:path>
              <a:path w="1736089" h="411480">
                <a:moveTo>
                  <a:pt x="280416" y="147828"/>
                </a:moveTo>
                <a:lnTo>
                  <a:pt x="272135" y="141732"/>
                </a:lnTo>
                <a:lnTo>
                  <a:pt x="251460" y="126492"/>
                </a:lnTo>
                <a:lnTo>
                  <a:pt x="242316" y="137922"/>
                </a:lnTo>
                <a:lnTo>
                  <a:pt x="242316" y="152400"/>
                </a:lnTo>
                <a:lnTo>
                  <a:pt x="242316" y="252984"/>
                </a:lnTo>
                <a:lnTo>
                  <a:pt x="166116" y="252984"/>
                </a:lnTo>
                <a:lnTo>
                  <a:pt x="166116" y="152400"/>
                </a:lnTo>
                <a:lnTo>
                  <a:pt x="242316" y="152400"/>
                </a:lnTo>
                <a:lnTo>
                  <a:pt x="242316" y="137922"/>
                </a:lnTo>
                <a:lnTo>
                  <a:pt x="239268" y="141732"/>
                </a:lnTo>
                <a:lnTo>
                  <a:pt x="166116" y="141732"/>
                </a:lnTo>
                <a:lnTo>
                  <a:pt x="141732" y="128016"/>
                </a:lnTo>
                <a:lnTo>
                  <a:pt x="142849" y="149974"/>
                </a:lnTo>
                <a:lnTo>
                  <a:pt x="143827" y="172212"/>
                </a:lnTo>
                <a:lnTo>
                  <a:pt x="144513" y="194462"/>
                </a:lnTo>
                <a:lnTo>
                  <a:pt x="144780" y="216408"/>
                </a:lnTo>
                <a:lnTo>
                  <a:pt x="144513" y="238366"/>
                </a:lnTo>
                <a:lnTo>
                  <a:pt x="143827" y="260604"/>
                </a:lnTo>
                <a:lnTo>
                  <a:pt x="142849" y="282854"/>
                </a:lnTo>
                <a:lnTo>
                  <a:pt x="141732" y="304800"/>
                </a:lnTo>
                <a:lnTo>
                  <a:pt x="166116" y="294132"/>
                </a:lnTo>
                <a:lnTo>
                  <a:pt x="166116" y="263652"/>
                </a:lnTo>
                <a:lnTo>
                  <a:pt x="242316" y="263652"/>
                </a:lnTo>
                <a:lnTo>
                  <a:pt x="242316" y="289560"/>
                </a:lnTo>
                <a:lnTo>
                  <a:pt x="268224" y="277368"/>
                </a:lnTo>
                <a:lnTo>
                  <a:pt x="265430" y="239014"/>
                </a:lnTo>
                <a:lnTo>
                  <a:pt x="265176" y="225552"/>
                </a:lnTo>
                <a:lnTo>
                  <a:pt x="265176" y="158496"/>
                </a:lnTo>
                <a:lnTo>
                  <a:pt x="273875" y="152400"/>
                </a:lnTo>
                <a:lnTo>
                  <a:pt x="280416" y="147828"/>
                </a:lnTo>
                <a:close/>
              </a:path>
              <a:path w="1736089" h="411480">
                <a:moveTo>
                  <a:pt x="403860" y="68580"/>
                </a:moveTo>
                <a:lnTo>
                  <a:pt x="371856" y="38100"/>
                </a:lnTo>
                <a:lnTo>
                  <a:pt x="350520" y="59436"/>
                </a:lnTo>
                <a:lnTo>
                  <a:pt x="126492" y="59436"/>
                </a:lnTo>
                <a:lnTo>
                  <a:pt x="141732" y="74676"/>
                </a:lnTo>
                <a:lnTo>
                  <a:pt x="152031" y="72440"/>
                </a:lnTo>
                <a:lnTo>
                  <a:pt x="162496" y="70485"/>
                </a:lnTo>
                <a:lnTo>
                  <a:pt x="173228" y="69113"/>
                </a:lnTo>
                <a:lnTo>
                  <a:pt x="184404" y="68580"/>
                </a:lnTo>
                <a:lnTo>
                  <a:pt x="320040" y="68580"/>
                </a:lnTo>
                <a:lnTo>
                  <a:pt x="320040" y="364236"/>
                </a:lnTo>
                <a:lnTo>
                  <a:pt x="313944" y="370332"/>
                </a:lnTo>
                <a:lnTo>
                  <a:pt x="304800" y="370332"/>
                </a:lnTo>
                <a:lnTo>
                  <a:pt x="295363" y="370674"/>
                </a:lnTo>
                <a:lnTo>
                  <a:pt x="283083" y="369570"/>
                </a:lnTo>
                <a:lnTo>
                  <a:pt x="267931" y="367334"/>
                </a:lnTo>
                <a:lnTo>
                  <a:pt x="249936" y="364236"/>
                </a:lnTo>
                <a:lnTo>
                  <a:pt x="248412" y="371856"/>
                </a:lnTo>
                <a:lnTo>
                  <a:pt x="272694" y="381025"/>
                </a:lnTo>
                <a:lnTo>
                  <a:pt x="290703" y="390334"/>
                </a:lnTo>
                <a:lnTo>
                  <a:pt x="302412" y="399935"/>
                </a:lnTo>
                <a:lnTo>
                  <a:pt x="307848" y="409956"/>
                </a:lnTo>
                <a:lnTo>
                  <a:pt x="324459" y="401104"/>
                </a:lnTo>
                <a:lnTo>
                  <a:pt x="335661" y="390525"/>
                </a:lnTo>
                <a:lnTo>
                  <a:pt x="341706" y="378244"/>
                </a:lnTo>
                <a:lnTo>
                  <a:pt x="342341" y="370674"/>
                </a:lnTo>
                <a:lnTo>
                  <a:pt x="342900" y="364236"/>
                </a:lnTo>
                <a:lnTo>
                  <a:pt x="342900" y="68580"/>
                </a:lnTo>
                <a:lnTo>
                  <a:pt x="403860" y="68580"/>
                </a:lnTo>
                <a:close/>
              </a:path>
              <a:path w="1736089" h="411480">
                <a:moveTo>
                  <a:pt x="632447" y="269748"/>
                </a:moveTo>
                <a:lnTo>
                  <a:pt x="615683" y="234696"/>
                </a:lnTo>
                <a:lnTo>
                  <a:pt x="578180" y="198691"/>
                </a:lnTo>
                <a:lnTo>
                  <a:pt x="559295" y="184404"/>
                </a:lnTo>
                <a:lnTo>
                  <a:pt x="562724" y="162433"/>
                </a:lnTo>
                <a:lnTo>
                  <a:pt x="566153" y="130873"/>
                </a:lnTo>
                <a:lnTo>
                  <a:pt x="569582" y="89903"/>
                </a:lnTo>
                <a:lnTo>
                  <a:pt x="573011" y="39624"/>
                </a:lnTo>
                <a:lnTo>
                  <a:pt x="589775" y="27432"/>
                </a:lnTo>
                <a:lnTo>
                  <a:pt x="545579" y="9144"/>
                </a:lnTo>
                <a:lnTo>
                  <a:pt x="544753" y="60515"/>
                </a:lnTo>
                <a:lnTo>
                  <a:pt x="542340" y="106870"/>
                </a:lnTo>
                <a:lnTo>
                  <a:pt x="538518" y="147815"/>
                </a:lnTo>
                <a:lnTo>
                  <a:pt x="527100" y="214630"/>
                </a:lnTo>
                <a:lnTo>
                  <a:pt x="511098" y="270116"/>
                </a:lnTo>
                <a:lnTo>
                  <a:pt x="489978" y="316992"/>
                </a:lnTo>
                <a:lnTo>
                  <a:pt x="460883" y="362712"/>
                </a:lnTo>
                <a:lnTo>
                  <a:pt x="443471" y="385572"/>
                </a:lnTo>
                <a:lnTo>
                  <a:pt x="448043" y="391668"/>
                </a:lnTo>
                <a:lnTo>
                  <a:pt x="479094" y="358521"/>
                </a:lnTo>
                <a:lnTo>
                  <a:pt x="509003" y="318516"/>
                </a:lnTo>
                <a:lnTo>
                  <a:pt x="536244" y="265938"/>
                </a:lnTo>
                <a:lnTo>
                  <a:pt x="557771" y="195072"/>
                </a:lnTo>
                <a:lnTo>
                  <a:pt x="572617" y="215988"/>
                </a:lnTo>
                <a:lnTo>
                  <a:pt x="585012" y="235458"/>
                </a:lnTo>
                <a:lnTo>
                  <a:pt x="594855" y="253796"/>
                </a:lnTo>
                <a:lnTo>
                  <a:pt x="601967" y="271272"/>
                </a:lnTo>
                <a:lnTo>
                  <a:pt x="605637" y="282397"/>
                </a:lnTo>
                <a:lnTo>
                  <a:pt x="609587" y="290512"/>
                </a:lnTo>
                <a:lnTo>
                  <a:pt x="613549" y="295490"/>
                </a:lnTo>
                <a:lnTo>
                  <a:pt x="617207" y="297180"/>
                </a:lnTo>
                <a:lnTo>
                  <a:pt x="618731" y="297180"/>
                </a:lnTo>
                <a:lnTo>
                  <a:pt x="621779" y="295656"/>
                </a:lnTo>
                <a:lnTo>
                  <a:pt x="630923" y="286512"/>
                </a:lnTo>
                <a:lnTo>
                  <a:pt x="632447" y="280416"/>
                </a:lnTo>
                <a:lnTo>
                  <a:pt x="632447" y="269748"/>
                </a:lnTo>
                <a:close/>
              </a:path>
              <a:path w="1736089" h="411480">
                <a:moveTo>
                  <a:pt x="848855" y="370332"/>
                </a:moveTo>
                <a:lnTo>
                  <a:pt x="806564" y="340614"/>
                </a:lnTo>
                <a:lnTo>
                  <a:pt x="771131" y="292608"/>
                </a:lnTo>
                <a:lnTo>
                  <a:pt x="743699" y="232029"/>
                </a:lnTo>
                <a:lnTo>
                  <a:pt x="725411" y="169164"/>
                </a:lnTo>
                <a:lnTo>
                  <a:pt x="718553" y="126492"/>
                </a:lnTo>
                <a:lnTo>
                  <a:pt x="716267" y="105156"/>
                </a:lnTo>
                <a:lnTo>
                  <a:pt x="715124" y="73152"/>
                </a:lnTo>
                <a:lnTo>
                  <a:pt x="716267" y="41148"/>
                </a:lnTo>
                <a:lnTo>
                  <a:pt x="731507" y="27432"/>
                </a:lnTo>
                <a:lnTo>
                  <a:pt x="685787" y="6096"/>
                </a:lnTo>
                <a:lnTo>
                  <a:pt x="686625" y="38392"/>
                </a:lnTo>
                <a:lnTo>
                  <a:pt x="686638" y="73152"/>
                </a:lnTo>
                <a:lnTo>
                  <a:pt x="686003" y="97828"/>
                </a:lnTo>
                <a:lnTo>
                  <a:pt x="681697" y="150380"/>
                </a:lnTo>
                <a:lnTo>
                  <a:pt x="674839" y="195478"/>
                </a:lnTo>
                <a:lnTo>
                  <a:pt x="665670" y="234035"/>
                </a:lnTo>
                <a:lnTo>
                  <a:pt x="653618" y="270611"/>
                </a:lnTo>
                <a:lnTo>
                  <a:pt x="637578" y="305752"/>
                </a:lnTo>
                <a:lnTo>
                  <a:pt x="616381" y="337756"/>
                </a:lnTo>
                <a:lnTo>
                  <a:pt x="588619" y="366598"/>
                </a:lnTo>
                <a:lnTo>
                  <a:pt x="558279" y="393407"/>
                </a:lnTo>
                <a:lnTo>
                  <a:pt x="542531" y="405384"/>
                </a:lnTo>
                <a:lnTo>
                  <a:pt x="547103" y="409956"/>
                </a:lnTo>
                <a:lnTo>
                  <a:pt x="583869" y="387477"/>
                </a:lnTo>
                <a:lnTo>
                  <a:pt x="621779" y="358140"/>
                </a:lnTo>
                <a:lnTo>
                  <a:pt x="654926" y="319849"/>
                </a:lnTo>
                <a:lnTo>
                  <a:pt x="681215" y="271272"/>
                </a:lnTo>
                <a:lnTo>
                  <a:pt x="699503" y="208597"/>
                </a:lnTo>
                <a:lnTo>
                  <a:pt x="705218" y="169913"/>
                </a:lnTo>
                <a:lnTo>
                  <a:pt x="708647" y="126492"/>
                </a:lnTo>
                <a:lnTo>
                  <a:pt x="712609" y="160210"/>
                </a:lnTo>
                <a:lnTo>
                  <a:pt x="722795" y="217360"/>
                </a:lnTo>
                <a:lnTo>
                  <a:pt x="735634" y="262470"/>
                </a:lnTo>
                <a:lnTo>
                  <a:pt x="752259" y="304660"/>
                </a:lnTo>
                <a:lnTo>
                  <a:pt x="771994" y="343496"/>
                </a:lnTo>
                <a:lnTo>
                  <a:pt x="797140" y="378409"/>
                </a:lnTo>
                <a:lnTo>
                  <a:pt x="812279" y="394716"/>
                </a:lnTo>
                <a:lnTo>
                  <a:pt x="815428" y="388429"/>
                </a:lnTo>
                <a:lnTo>
                  <a:pt x="822566" y="383286"/>
                </a:lnTo>
                <a:lnTo>
                  <a:pt x="833716" y="379285"/>
                </a:lnTo>
                <a:lnTo>
                  <a:pt x="848855" y="376428"/>
                </a:lnTo>
                <a:lnTo>
                  <a:pt x="848855" y="370332"/>
                </a:lnTo>
                <a:close/>
              </a:path>
              <a:path w="1736089" h="411480">
                <a:moveTo>
                  <a:pt x="1286243" y="192024"/>
                </a:moveTo>
                <a:lnTo>
                  <a:pt x="1248143" y="153924"/>
                </a:lnTo>
                <a:lnTo>
                  <a:pt x="1213091" y="182880"/>
                </a:lnTo>
                <a:lnTo>
                  <a:pt x="890003" y="182880"/>
                </a:lnTo>
                <a:lnTo>
                  <a:pt x="905243" y="198120"/>
                </a:lnTo>
                <a:lnTo>
                  <a:pt x="915200" y="195884"/>
                </a:lnTo>
                <a:lnTo>
                  <a:pt x="926579" y="193929"/>
                </a:lnTo>
                <a:lnTo>
                  <a:pt x="939114" y="192557"/>
                </a:lnTo>
                <a:lnTo>
                  <a:pt x="952487" y="192024"/>
                </a:lnTo>
                <a:lnTo>
                  <a:pt x="1286243" y="192024"/>
                </a:lnTo>
                <a:close/>
              </a:path>
              <a:path w="1736089" h="411480">
                <a:moveTo>
                  <a:pt x="1559052" y="147828"/>
                </a:moveTo>
                <a:lnTo>
                  <a:pt x="1517904" y="124968"/>
                </a:lnTo>
                <a:lnTo>
                  <a:pt x="1518132" y="145859"/>
                </a:lnTo>
                <a:lnTo>
                  <a:pt x="1519186" y="183057"/>
                </a:lnTo>
                <a:lnTo>
                  <a:pt x="1519313" y="191833"/>
                </a:lnTo>
                <a:lnTo>
                  <a:pt x="1519186" y="331114"/>
                </a:lnTo>
                <a:lnTo>
                  <a:pt x="1518666" y="352996"/>
                </a:lnTo>
                <a:lnTo>
                  <a:pt x="1518132" y="379742"/>
                </a:lnTo>
                <a:lnTo>
                  <a:pt x="1517904" y="411480"/>
                </a:lnTo>
                <a:lnTo>
                  <a:pt x="1546860" y="394716"/>
                </a:lnTo>
                <a:lnTo>
                  <a:pt x="1545971" y="378104"/>
                </a:lnTo>
                <a:lnTo>
                  <a:pt x="1545526" y="362331"/>
                </a:lnTo>
                <a:lnTo>
                  <a:pt x="1545412" y="352996"/>
                </a:lnTo>
                <a:lnTo>
                  <a:pt x="1545336" y="158496"/>
                </a:lnTo>
                <a:lnTo>
                  <a:pt x="1559052" y="147828"/>
                </a:lnTo>
                <a:close/>
              </a:path>
              <a:path w="1736089" h="411480">
                <a:moveTo>
                  <a:pt x="1735836" y="181356"/>
                </a:moveTo>
                <a:lnTo>
                  <a:pt x="1688211" y="166306"/>
                </a:lnTo>
                <a:lnTo>
                  <a:pt x="1638300" y="138684"/>
                </a:lnTo>
                <a:lnTo>
                  <a:pt x="1587627" y="93726"/>
                </a:lnTo>
                <a:lnTo>
                  <a:pt x="1546771" y="41148"/>
                </a:lnTo>
                <a:lnTo>
                  <a:pt x="1539240" y="30480"/>
                </a:lnTo>
                <a:lnTo>
                  <a:pt x="1556004" y="21336"/>
                </a:lnTo>
                <a:lnTo>
                  <a:pt x="1519428" y="0"/>
                </a:lnTo>
                <a:lnTo>
                  <a:pt x="1508302" y="27127"/>
                </a:lnTo>
                <a:lnTo>
                  <a:pt x="1493329" y="55816"/>
                </a:lnTo>
                <a:lnTo>
                  <a:pt x="1452372" y="117348"/>
                </a:lnTo>
                <a:lnTo>
                  <a:pt x="1425765" y="148526"/>
                </a:lnTo>
                <a:lnTo>
                  <a:pt x="1396174" y="175831"/>
                </a:lnTo>
                <a:lnTo>
                  <a:pt x="1363421" y="199440"/>
                </a:lnTo>
                <a:lnTo>
                  <a:pt x="1327404" y="219456"/>
                </a:lnTo>
                <a:lnTo>
                  <a:pt x="1328928" y="225552"/>
                </a:lnTo>
                <a:lnTo>
                  <a:pt x="1364665" y="209194"/>
                </a:lnTo>
                <a:lnTo>
                  <a:pt x="1424724" y="173050"/>
                </a:lnTo>
                <a:lnTo>
                  <a:pt x="1471650" y="130098"/>
                </a:lnTo>
                <a:lnTo>
                  <a:pt x="1514043" y="74612"/>
                </a:lnTo>
                <a:lnTo>
                  <a:pt x="1534668" y="41148"/>
                </a:lnTo>
                <a:lnTo>
                  <a:pt x="1552956" y="71704"/>
                </a:lnTo>
                <a:lnTo>
                  <a:pt x="1589532" y="123659"/>
                </a:lnTo>
                <a:lnTo>
                  <a:pt x="1626984" y="162737"/>
                </a:lnTo>
                <a:lnTo>
                  <a:pt x="1671040" y="195795"/>
                </a:lnTo>
                <a:lnTo>
                  <a:pt x="1696212" y="210312"/>
                </a:lnTo>
                <a:lnTo>
                  <a:pt x="1703044" y="201168"/>
                </a:lnTo>
                <a:lnTo>
                  <a:pt x="1712023" y="194310"/>
                </a:lnTo>
                <a:lnTo>
                  <a:pt x="1722996" y="189738"/>
                </a:lnTo>
                <a:lnTo>
                  <a:pt x="1735836" y="187452"/>
                </a:lnTo>
                <a:lnTo>
                  <a:pt x="1735836" y="18135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4358639" y="2377439"/>
            <a:ext cx="394970" cy="410209"/>
          </a:xfrm>
          <a:custGeom>
            <a:avLst/>
            <a:gdLst/>
            <a:ahLst/>
            <a:cxnLst/>
            <a:rect l="l" t="t" r="r" b="b"/>
            <a:pathLst>
              <a:path w="394970" h="410210">
                <a:moveTo>
                  <a:pt x="207264" y="77724"/>
                </a:moveTo>
                <a:lnTo>
                  <a:pt x="199644" y="77724"/>
                </a:lnTo>
                <a:lnTo>
                  <a:pt x="196596" y="71628"/>
                </a:lnTo>
                <a:lnTo>
                  <a:pt x="195072" y="60960"/>
                </a:lnTo>
                <a:lnTo>
                  <a:pt x="190500" y="47196"/>
                </a:lnTo>
                <a:lnTo>
                  <a:pt x="183642" y="33147"/>
                </a:lnTo>
                <a:lnTo>
                  <a:pt x="174498" y="18526"/>
                </a:lnTo>
                <a:lnTo>
                  <a:pt x="163068" y="3048"/>
                </a:lnTo>
                <a:lnTo>
                  <a:pt x="169164" y="0"/>
                </a:lnTo>
                <a:lnTo>
                  <a:pt x="210312" y="24384"/>
                </a:lnTo>
                <a:lnTo>
                  <a:pt x="224028" y="53340"/>
                </a:lnTo>
                <a:lnTo>
                  <a:pt x="220980" y="60960"/>
                </a:lnTo>
                <a:lnTo>
                  <a:pt x="216408" y="67056"/>
                </a:lnTo>
                <a:lnTo>
                  <a:pt x="211836" y="74676"/>
                </a:lnTo>
                <a:lnTo>
                  <a:pt x="207264" y="77724"/>
                </a:lnTo>
                <a:close/>
              </a:path>
              <a:path w="394970" h="410210">
                <a:moveTo>
                  <a:pt x="34861" y="150876"/>
                </a:moveTo>
                <a:lnTo>
                  <a:pt x="27432" y="150876"/>
                </a:lnTo>
                <a:lnTo>
                  <a:pt x="15240" y="149352"/>
                </a:lnTo>
                <a:lnTo>
                  <a:pt x="10668" y="147828"/>
                </a:lnTo>
                <a:lnTo>
                  <a:pt x="10668" y="140208"/>
                </a:lnTo>
                <a:lnTo>
                  <a:pt x="13716" y="132588"/>
                </a:lnTo>
                <a:lnTo>
                  <a:pt x="21336" y="124968"/>
                </a:lnTo>
                <a:lnTo>
                  <a:pt x="29646" y="111775"/>
                </a:lnTo>
                <a:lnTo>
                  <a:pt x="36385" y="97155"/>
                </a:lnTo>
                <a:lnTo>
                  <a:pt x="41695" y="80819"/>
                </a:lnTo>
                <a:lnTo>
                  <a:pt x="45720" y="62484"/>
                </a:lnTo>
                <a:lnTo>
                  <a:pt x="51816" y="62484"/>
                </a:lnTo>
                <a:lnTo>
                  <a:pt x="53340" y="83820"/>
                </a:lnTo>
                <a:lnTo>
                  <a:pt x="377098" y="83820"/>
                </a:lnTo>
                <a:lnTo>
                  <a:pt x="385145" y="92964"/>
                </a:lnTo>
                <a:lnTo>
                  <a:pt x="53340" y="92964"/>
                </a:lnTo>
                <a:lnTo>
                  <a:pt x="54792" y="106727"/>
                </a:lnTo>
                <a:lnTo>
                  <a:pt x="54673" y="118491"/>
                </a:lnTo>
                <a:lnTo>
                  <a:pt x="53125" y="128539"/>
                </a:lnTo>
                <a:lnTo>
                  <a:pt x="50292" y="137160"/>
                </a:lnTo>
                <a:lnTo>
                  <a:pt x="46291" y="144018"/>
                </a:lnTo>
                <a:lnTo>
                  <a:pt x="41148" y="148590"/>
                </a:lnTo>
                <a:lnTo>
                  <a:pt x="34861" y="150876"/>
                </a:lnTo>
                <a:close/>
              </a:path>
              <a:path w="394970" h="410210">
                <a:moveTo>
                  <a:pt x="377098" y="83820"/>
                </a:moveTo>
                <a:lnTo>
                  <a:pt x="341376" y="83820"/>
                </a:lnTo>
                <a:lnTo>
                  <a:pt x="359664" y="64008"/>
                </a:lnTo>
                <a:lnTo>
                  <a:pt x="377098" y="83820"/>
                </a:lnTo>
                <a:close/>
              </a:path>
              <a:path w="394970" h="410210">
                <a:moveTo>
                  <a:pt x="323088" y="146304"/>
                </a:moveTo>
                <a:lnTo>
                  <a:pt x="318516" y="141732"/>
                </a:lnTo>
                <a:lnTo>
                  <a:pt x="344424" y="92964"/>
                </a:lnTo>
                <a:lnTo>
                  <a:pt x="385145" y="92964"/>
                </a:lnTo>
                <a:lnTo>
                  <a:pt x="393192" y="102108"/>
                </a:lnTo>
                <a:lnTo>
                  <a:pt x="377737" y="104084"/>
                </a:lnTo>
                <a:lnTo>
                  <a:pt x="360997" y="112204"/>
                </a:lnTo>
                <a:lnTo>
                  <a:pt x="342828" y="126325"/>
                </a:lnTo>
                <a:lnTo>
                  <a:pt x="323088" y="146304"/>
                </a:lnTo>
                <a:close/>
              </a:path>
              <a:path w="394970" h="410210">
                <a:moveTo>
                  <a:pt x="224028" y="263652"/>
                </a:moveTo>
                <a:lnTo>
                  <a:pt x="196596" y="263652"/>
                </a:lnTo>
                <a:lnTo>
                  <a:pt x="199763" y="246816"/>
                </a:lnTo>
                <a:lnTo>
                  <a:pt x="202501" y="228409"/>
                </a:lnTo>
                <a:lnTo>
                  <a:pt x="207227" y="187785"/>
                </a:lnTo>
                <a:lnTo>
                  <a:pt x="209359" y="146304"/>
                </a:lnTo>
                <a:lnTo>
                  <a:pt x="210312" y="109728"/>
                </a:lnTo>
                <a:lnTo>
                  <a:pt x="254508" y="129540"/>
                </a:lnTo>
                <a:lnTo>
                  <a:pt x="239268" y="141732"/>
                </a:lnTo>
                <a:lnTo>
                  <a:pt x="235815" y="174069"/>
                </a:lnTo>
                <a:lnTo>
                  <a:pt x="232219" y="204978"/>
                </a:lnTo>
                <a:lnTo>
                  <a:pt x="228338" y="234743"/>
                </a:lnTo>
                <a:lnTo>
                  <a:pt x="224028" y="263652"/>
                </a:lnTo>
                <a:close/>
              </a:path>
              <a:path w="394970" h="410210">
                <a:moveTo>
                  <a:pt x="156972" y="188976"/>
                </a:moveTo>
                <a:lnTo>
                  <a:pt x="150876" y="188976"/>
                </a:lnTo>
                <a:lnTo>
                  <a:pt x="147828" y="182880"/>
                </a:lnTo>
                <a:lnTo>
                  <a:pt x="141732" y="172212"/>
                </a:lnTo>
                <a:lnTo>
                  <a:pt x="135135" y="158757"/>
                </a:lnTo>
                <a:lnTo>
                  <a:pt x="126682" y="145732"/>
                </a:lnTo>
                <a:lnTo>
                  <a:pt x="116228" y="132992"/>
                </a:lnTo>
                <a:lnTo>
                  <a:pt x="103632" y="120396"/>
                </a:lnTo>
                <a:lnTo>
                  <a:pt x="108204" y="114300"/>
                </a:lnTo>
                <a:lnTo>
                  <a:pt x="153423" y="135088"/>
                </a:lnTo>
                <a:lnTo>
                  <a:pt x="169164" y="153924"/>
                </a:lnTo>
                <a:lnTo>
                  <a:pt x="169068" y="166306"/>
                </a:lnTo>
                <a:lnTo>
                  <a:pt x="163068" y="178308"/>
                </a:lnTo>
                <a:lnTo>
                  <a:pt x="160020" y="185928"/>
                </a:lnTo>
                <a:lnTo>
                  <a:pt x="156972" y="188976"/>
                </a:lnTo>
                <a:close/>
              </a:path>
              <a:path w="394970" h="410210">
                <a:moveTo>
                  <a:pt x="115824" y="259080"/>
                </a:moveTo>
                <a:lnTo>
                  <a:pt x="109728" y="259080"/>
                </a:lnTo>
                <a:lnTo>
                  <a:pt x="105156" y="252984"/>
                </a:lnTo>
                <a:lnTo>
                  <a:pt x="100584" y="240792"/>
                </a:lnTo>
                <a:lnTo>
                  <a:pt x="93487" y="227695"/>
                </a:lnTo>
                <a:lnTo>
                  <a:pt x="83820" y="213741"/>
                </a:lnTo>
                <a:lnTo>
                  <a:pt x="71866" y="199215"/>
                </a:lnTo>
                <a:lnTo>
                  <a:pt x="57912" y="184404"/>
                </a:lnTo>
                <a:lnTo>
                  <a:pt x="60960" y="178308"/>
                </a:lnTo>
                <a:lnTo>
                  <a:pt x="99631" y="195834"/>
                </a:lnTo>
                <a:lnTo>
                  <a:pt x="126492" y="224028"/>
                </a:lnTo>
                <a:lnTo>
                  <a:pt x="126480" y="234743"/>
                </a:lnTo>
                <a:lnTo>
                  <a:pt x="124968" y="240792"/>
                </a:lnTo>
                <a:lnTo>
                  <a:pt x="118872" y="256032"/>
                </a:lnTo>
                <a:lnTo>
                  <a:pt x="115824" y="259080"/>
                </a:lnTo>
                <a:close/>
              </a:path>
              <a:path w="394970" h="410210">
                <a:moveTo>
                  <a:pt x="15240" y="280416"/>
                </a:moveTo>
                <a:lnTo>
                  <a:pt x="0" y="263652"/>
                </a:lnTo>
                <a:lnTo>
                  <a:pt x="332232" y="263652"/>
                </a:lnTo>
                <a:lnTo>
                  <a:pt x="358140" y="237744"/>
                </a:lnTo>
                <a:lnTo>
                  <a:pt x="394716" y="274319"/>
                </a:lnTo>
                <a:lnTo>
                  <a:pt x="57912" y="274319"/>
                </a:lnTo>
                <a:lnTo>
                  <a:pt x="46743" y="274629"/>
                </a:lnTo>
                <a:lnTo>
                  <a:pt x="36004" y="275653"/>
                </a:lnTo>
                <a:lnTo>
                  <a:pt x="25550" y="277534"/>
                </a:lnTo>
                <a:lnTo>
                  <a:pt x="15240" y="280416"/>
                </a:lnTo>
                <a:close/>
              </a:path>
              <a:path w="394970" h="410210">
                <a:moveTo>
                  <a:pt x="1524" y="409956"/>
                </a:moveTo>
                <a:lnTo>
                  <a:pt x="1524" y="403860"/>
                </a:lnTo>
                <a:lnTo>
                  <a:pt x="36671" y="395882"/>
                </a:lnTo>
                <a:lnTo>
                  <a:pt x="68961" y="385762"/>
                </a:lnTo>
                <a:lnTo>
                  <a:pt x="124968" y="359664"/>
                </a:lnTo>
                <a:lnTo>
                  <a:pt x="167449" y="323850"/>
                </a:lnTo>
                <a:lnTo>
                  <a:pt x="195072" y="274319"/>
                </a:lnTo>
                <a:lnTo>
                  <a:pt x="220980" y="274319"/>
                </a:lnTo>
                <a:lnTo>
                  <a:pt x="218455" y="282035"/>
                </a:lnTo>
                <a:lnTo>
                  <a:pt x="215646" y="289179"/>
                </a:lnTo>
                <a:lnTo>
                  <a:pt x="212836" y="295751"/>
                </a:lnTo>
                <a:lnTo>
                  <a:pt x="210312" y="301752"/>
                </a:lnTo>
                <a:lnTo>
                  <a:pt x="238065" y="310895"/>
                </a:lnTo>
                <a:lnTo>
                  <a:pt x="207264" y="310895"/>
                </a:lnTo>
                <a:lnTo>
                  <a:pt x="193238" y="331422"/>
                </a:lnTo>
                <a:lnTo>
                  <a:pt x="156043" y="364474"/>
                </a:lnTo>
                <a:lnTo>
                  <a:pt x="105465" y="387238"/>
                </a:lnTo>
                <a:lnTo>
                  <a:pt x="39790" y="404288"/>
                </a:lnTo>
                <a:lnTo>
                  <a:pt x="1524" y="409956"/>
                </a:lnTo>
                <a:close/>
              </a:path>
              <a:path w="394970" h="410210">
                <a:moveTo>
                  <a:pt x="352044" y="405384"/>
                </a:moveTo>
                <a:lnTo>
                  <a:pt x="347472" y="405384"/>
                </a:lnTo>
                <a:lnTo>
                  <a:pt x="343471" y="404241"/>
                </a:lnTo>
                <a:lnTo>
                  <a:pt x="338328" y="400812"/>
                </a:lnTo>
                <a:lnTo>
                  <a:pt x="332041" y="395097"/>
                </a:lnTo>
                <a:lnTo>
                  <a:pt x="324612" y="387096"/>
                </a:lnTo>
                <a:lnTo>
                  <a:pt x="306062" y="370260"/>
                </a:lnTo>
                <a:lnTo>
                  <a:pt x="280225" y="351853"/>
                </a:lnTo>
                <a:lnTo>
                  <a:pt x="247245" y="332017"/>
                </a:lnTo>
                <a:lnTo>
                  <a:pt x="207264" y="310895"/>
                </a:lnTo>
                <a:lnTo>
                  <a:pt x="238065" y="310895"/>
                </a:lnTo>
                <a:lnTo>
                  <a:pt x="281940" y="325945"/>
                </a:lnTo>
                <a:lnTo>
                  <a:pt x="326136" y="344424"/>
                </a:lnTo>
                <a:lnTo>
                  <a:pt x="353996" y="371641"/>
                </a:lnTo>
                <a:lnTo>
                  <a:pt x="355092" y="382524"/>
                </a:lnTo>
                <a:lnTo>
                  <a:pt x="355092" y="397764"/>
                </a:lnTo>
                <a:lnTo>
                  <a:pt x="352044" y="40538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4824984" y="2392679"/>
            <a:ext cx="376555" cy="390525"/>
          </a:xfrm>
          <a:custGeom>
            <a:avLst/>
            <a:gdLst/>
            <a:ahLst/>
            <a:cxnLst/>
            <a:rect l="l" t="t" r="r" b="b"/>
            <a:pathLst>
              <a:path w="376554" h="390525">
                <a:moveTo>
                  <a:pt x="0" y="390144"/>
                </a:moveTo>
                <a:lnTo>
                  <a:pt x="263" y="341376"/>
                </a:lnTo>
                <a:lnTo>
                  <a:pt x="1239" y="239863"/>
                </a:lnTo>
                <a:lnTo>
                  <a:pt x="1348" y="218289"/>
                </a:lnTo>
                <a:lnTo>
                  <a:pt x="1463" y="156972"/>
                </a:lnTo>
                <a:lnTo>
                  <a:pt x="1355" y="129540"/>
                </a:lnTo>
                <a:lnTo>
                  <a:pt x="1246" y="108204"/>
                </a:lnTo>
                <a:lnTo>
                  <a:pt x="762" y="63245"/>
                </a:lnTo>
                <a:lnTo>
                  <a:pt x="238" y="26050"/>
                </a:lnTo>
                <a:lnTo>
                  <a:pt x="0" y="0"/>
                </a:lnTo>
                <a:lnTo>
                  <a:pt x="24384" y="15240"/>
                </a:lnTo>
                <a:lnTo>
                  <a:pt x="117348" y="15240"/>
                </a:lnTo>
                <a:lnTo>
                  <a:pt x="126492" y="24384"/>
                </a:lnTo>
                <a:lnTo>
                  <a:pt x="124314" y="25907"/>
                </a:lnTo>
                <a:lnTo>
                  <a:pt x="24384" y="25907"/>
                </a:lnTo>
                <a:lnTo>
                  <a:pt x="24384" y="242316"/>
                </a:lnTo>
                <a:lnTo>
                  <a:pt x="43481" y="246268"/>
                </a:lnTo>
                <a:lnTo>
                  <a:pt x="57027" y="248412"/>
                </a:lnTo>
                <a:lnTo>
                  <a:pt x="24384" y="248412"/>
                </a:lnTo>
                <a:lnTo>
                  <a:pt x="24384" y="377952"/>
                </a:lnTo>
                <a:lnTo>
                  <a:pt x="0" y="390144"/>
                </a:lnTo>
                <a:close/>
              </a:path>
              <a:path w="376554" h="390525">
                <a:moveTo>
                  <a:pt x="117348" y="15240"/>
                </a:moveTo>
                <a:lnTo>
                  <a:pt x="86868" y="15240"/>
                </a:lnTo>
                <a:lnTo>
                  <a:pt x="102108" y="0"/>
                </a:lnTo>
                <a:lnTo>
                  <a:pt x="117348" y="15240"/>
                </a:lnTo>
                <a:close/>
              </a:path>
              <a:path w="376554" h="390525">
                <a:moveTo>
                  <a:pt x="156972" y="38100"/>
                </a:moveTo>
                <a:lnTo>
                  <a:pt x="141732" y="22860"/>
                </a:lnTo>
                <a:lnTo>
                  <a:pt x="298704" y="22860"/>
                </a:lnTo>
                <a:lnTo>
                  <a:pt x="316992" y="3048"/>
                </a:lnTo>
                <a:lnTo>
                  <a:pt x="345948" y="33528"/>
                </a:lnTo>
                <a:lnTo>
                  <a:pt x="190500" y="33528"/>
                </a:lnTo>
                <a:lnTo>
                  <a:pt x="183332" y="33813"/>
                </a:lnTo>
                <a:lnTo>
                  <a:pt x="175450" y="34671"/>
                </a:lnTo>
                <a:lnTo>
                  <a:pt x="166711" y="36099"/>
                </a:lnTo>
                <a:lnTo>
                  <a:pt x="156972" y="38100"/>
                </a:lnTo>
                <a:close/>
              </a:path>
              <a:path w="376554" h="390525">
                <a:moveTo>
                  <a:pt x="111009" y="249602"/>
                </a:moveTo>
                <a:lnTo>
                  <a:pt x="71961" y="249602"/>
                </a:lnTo>
                <a:lnTo>
                  <a:pt x="80772" y="248412"/>
                </a:lnTo>
                <a:lnTo>
                  <a:pt x="85891" y="245316"/>
                </a:lnTo>
                <a:lnTo>
                  <a:pt x="89725" y="238506"/>
                </a:lnTo>
                <a:lnTo>
                  <a:pt x="92130" y="228266"/>
                </a:lnTo>
                <a:lnTo>
                  <a:pt x="92964" y="214884"/>
                </a:lnTo>
                <a:lnTo>
                  <a:pt x="90416" y="198334"/>
                </a:lnTo>
                <a:lnTo>
                  <a:pt x="82867" y="178498"/>
                </a:lnTo>
                <a:lnTo>
                  <a:pt x="70461" y="155519"/>
                </a:lnTo>
                <a:lnTo>
                  <a:pt x="53340" y="129540"/>
                </a:lnTo>
                <a:lnTo>
                  <a:pt x="88392" y="25907"/>
                </a:lnTo>
                <a:lnTo>
                  <a:pt x="124314" y="25907"/>
                </a:lnTo>
                <a:lnTo>
                  <a:pt x="111252" y="35052"/>
                </a:lnTo>
                <a:lnTo>
                  <a:pt x="62484" y="129540"/>
                </a:lnTo>
                <a:lnTo>
                  <a:pt x="98059" y="168973"/>
                </a:lnTo>
                <a:lnTo>
                  <a:pt x="115871" y="208549"/>
                </a:lnTo>
                <a:lnTo>
                  <a:pt x="117348" y="217932"/>
                </a:lnTo>
                <a:lnTo>
                  <a:pt x="116776" y="227957"/>
                </a:lnTo>
                <a:lnTo>
                  <a:pt x="115062" y="237553"/>
                </a:lnTo>
                <a:lnTo>
                  <a:pt x="112204" y="246864"/>
                </a:lnTo>
                <a:lnTo>
                  <a:pt x="111009" y="249602"/>
                </a:lnTo>
                <a:close/>
              </a:path>
              <a:path w="376554" h="390525">
                <a:moveTo>
                  <a:pt x="124968" y="144780"/>
                </a:moveTo>
                <a:lnTo>
                  <a:pt x="108204" y="129540"/>
                </a:lnTo>
                <a:lnTo>
                  <a:pt x="326136" y="129540"/>
                </a:lnTo>
                <a:lnTo>
                  <a:pt x="347472" y="108204"/>
                </a:lnTo>
                <a:lnTo>
                  <a:pt x="376428" y="138684"/>
                </a:lnTo>
                <a:lnTo>
                  <a:pt x="166116" y="138684"/>
                </a:lnTo>
                <a:lnTo>
                  <a:pt x="154971" y="139207"/>
                </a:lnTo>
                <a:lnTo>
                  <a:pt x="144399" y="140589"/>
                </a:lnTo>
                <a:lnTo>
                  <a:pt x="134397" y="142541"/>
                </a:lnTo>
                <a:lnTo>
                  <a:pt x="124968" y="144780"/>
                </a:lnTo>
                <a:close/>
              </a:path>
              <a:path w="376554" h="390525">
                <a:moveTo>
                  <a:pt x="250715" y="348996"/>
                </a:moveTo>
                <a:lnTo>
                  <a:pt x="224028" y="348996"/>
                </a:lnTo>
                <a:lnTo>
                  <a:pt x="227076" y="342900"/>
                </a:lnTo>
                <a:lnTo>
                  <a:pt x="227076" y="138684"/>
                </a:lnTo>
                <a:lnTo>
                  <a:pt x="251460" y="138684"/>
                </a:lnTo>
                <a:lnTo>
                  <a:pt x="251385" y="341376"/>
                </a:lnTo>
                <a:lnTo>
                  <a:pt x="251126" y="346686"/>
                </a:lnTo>
                <a:lnTo>
                  <a:pt x="250715" y="348996"/>
                </a:lnTo>
                <a:close/>
              </a:path>
              <a:path w="376554" h="390525">
                <a:moveTo>
                  <a:pt x="82296" y="347472"/>
                </a:moveTo>
                <a:lnTo>
                  <a:pt x="79248" y="342900"/>
                </a:lnTo>
                <a:lnTo>
                  <a:pt x="96654" y="321159"/>
                </a:lnTo>
                <a:lnTo>
                  <a:pt x="112204" y="299275"/>
                </a:lnTo>
                <a:lnTo>
                  <a:pt x="137160" y="254508"/>
                </a:lnTo>
                <a:lnTo>
                  <a:pt x="155638" y="213360"/>
                </a:lnTo>
                <a:lnTo>
                  <a:pt x="166116" y="181356"/>
                </a:lnTo>
                <a:lnTo>
                  <a:pt x="202692" y="204216"/>
                </a:lnTo>
                <a:lnTo>
                  <a:pt x="187452" y="213360"/>
                </a:lnTo>
                <a:lnTo>
                  <a:pt x="162020" y="257889"/>
                </a:lnTo>
                <a:lnTo>
                  <a:pt x="136017" y="295275"/>
                </a:lnTo>
                <a:lnTo>
                  <a:pt x="109442" y="325231"/>
                </a:lnTo>
                <a:lnTo>
                  <a:pt x="82296" y="347472"/>
                </a:lnTo>
                <a:close/>
              </a:path>
              <a:path w="376554" h="390525">
                <a:moveTo>
                  <a:pt x="352044" y="329184"/>
                </a:moveTo>
                <a:lnTo>
                  <a:pt x="345948" y="329184"/>
                </a:lnTo>
                <a:lnTo>
                  <a:pt x="341376" y="321564"/>
                </a:lnTo>
                <a:lnTo>
                  <a:pt x="336804" y="307848"/>
                </a:lnTo>
                <a:lnTo>
                  <a:pt x="331065" y="293274"/>
                </a:lnTo>
                <a:lnTo>
                  <a:pt x="312420" y="252984"/>
                </a:lnTo>
                <a:lnTo>
                  <a:pt x="286702" y="210764"/>
                </a:lnTo>
                <a:lnTo>
                  <a:pt x="275844" y="195072"/>
                </a:lnTo>
                <a:lnTo>
                  <a:pt x="280416" y="192024"/>
                </a:lnTo>
                <a:lnTo>
                  <a:pt x="328252" y="239863"/>
                </a:lnTo>
                <a:lnTo>
                  <a:pt x="356925" y="278201"/>
                </a:lnTo>
                <a:lnTo>
                  <a:pt x="362712" y="303276"/>
                </a:lnTo>
                <a:lnTo>
                  <a:pt x="362712" y="307848"/>
                </a:lnTo>
                <a:lnTo>
                  <a:pt x="361188" y="313944"/>
                </a:lnTo>
                <a:lnTo>
                  <a:pt x="358140" y="320040"/>
                </a:lnTo>
                <a:lnTo>
                  <a:pt x="353568" y="326136"/>
                </a:lnTo>
                <a:lnTo>
                  <a:pt x="352044" y="329184"/>
                </a:lnTo>
                <a:close/>
              </a:path>
              <a:path w="376554" h="390525">
                <a:moveTo>
                  <a:pt x="64008" y="284988"/>
                </a:moveTo>
                <a:lnTo>
                  <a:pt x="59102" y="274129"/>
                </a:lnTo>
                <a:lnTo>
                  <a:pt x="51054" y="264414"/>
                </a:lnTo>
                <a:lnTo>
                  <a:pt x="39576" y="255841"/>
                </a:lnTo>
                <a:lnTo>
                  <a:pt x="24384" y="248412"/>
                </a:lnTo>
                <a:lnTo>
                  <a:pt x="57027" y="248412"/>
                </a:lnTo>
                <a:lnTo>
                  <a:pt x="59436" y="248793"/>
                </a:lnTo>
                <a:lnTo>
                  <a:pt x="71961" y="249602"/>
                </a:lnTo>
                <a:lnTo>
                  <a:pt x="111009" y="249602"/>
                </a:lnTo>
                <a:lnTo>
                  <a:pt x="108204" y="256032"/>
                </a:lnTo>
                <a:lnTo>
                  <a:pt x="102798" y="263985"/>
                </a:lnTo>
                <a:lnTo>
                  <a:pt x="93535" y="271653"/>
                </a:lnTo>
                <a:lnTo>
                  <a:pt x="80557" y="278749"/>
                </a:lnTo>
                <a:lnTo>
                  <a:pt x="64008" y="284988"/>
                </a:lnTo>
                <a:close/>
              </a:path>
              <a:path w="376554" h="390525">
                <a:moveTo>
                  <a:pt x="207264" y="388620"/>
                </a:moveTo>
                <a:lnTo>
                  <a:pt x="203263" y="376618"/>
                </a:lnTo>
                <a:lnTo>
                  <a:pt x="193548" y="365760"/>
                </a:lnTo>
                <a:lnTo>
                  <a:pt x="178117" y="356044"/>
                </a:lnTo>
                <a:lnTo>
                  <a:pt x="156972" y="347472"/>
                </a:lnTo>
                <a:lnTo>
                  <a:pt x="156972" y="341376"/>
                </a:lnTo>
                <a:lnTo>
                  <a:pt x="179546" y="345138"/>
                </a:lnTo>
                <a:lnTo>
                  <a:pt x="196977" y="347472"/>
                </a:lnTo>
                <a:lnTo>
                  <a:pt x="209264" y="348662"/>
                </a:lnTo>
                <a:lnTo>
                  <a:pt x="216408" y="348996"/>
                </a:lnTo>
                <a:lnTo>
                  <a:pt x="250715" y="348996"/>
                </a:lnTo>
                <a:lnTo>
                  <a:pt x="249936" y="353377"/>
                </a:lnTo>
                <a:lnTo>
                  <a:pt x="220694" y="382905"/>
                </a:lnTo>
                <a:lnTo>
                  <a:pt x="207264" y="3886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5274564" y="2380488"/>
            <a:ext cx="356870" cy="402590"/>
          </a:xfrm>
          <a:custGeom>
            <a:avLst/>
            <a:gdLst/>
            <a:ahLst/>
            <a:cxnLst/>
            <a:rect l="l" t="t" r="r" b="b"/>
            <a:pathLst>
              <a:path w="356870" h="402589">
                <a:moveTo>
                  <a:pt x="53340" y="89916"/>
                </a:moveTo>
                <a:lnTo>
                  <a:pt x="42672" y="89916"/>
                </a:lnTo>
                <a:lnTo>
                  <a:pt x="50696" y="62793"/>
                </a:lnTo>
                <a:lnTo>
                  <a:pt x="56578" y="38671"/>
                </a:lnTo>
                <a:lnTo>
                  <a:pt x="60459" y="17692"/>
                </a:lnTo>
                <a:lnTo>
                  <a:pt x="62484" y="0"/>
                </a:lnTo>
                <a:lnTo>
                  <a:pt x="100584" y="21336"/>
                </a:lnTo>
                <a:lnTo>
                  <a:pt x="91487" y="29051"/>
                </a:lnTo>
                <a:lnTo>
                  <a:pt x="80391" y="43053"/>
                </a:lnTo>
                <a:lnTo>
                  <a:pt x="67579" y="63341"/>
                </a:lnTo>
                <a:lnTo>
                  <a:pt x="53340" y="89916"/>
                </a:lnTo>
                <a:close/>
              </a:path>
              <a:path w="356870" h="402589">
                <a:moveTo>
                  <a:pt x="147828" y="192024"/>
                </a:moveTo>
                <a:lnTo>
                  <a:pt x="141732" y="187452"/>
                </a:lnTo>
                <a:lnTo>
                  <a:pt x="158877" y="160615"/>
                </a:lnTo>
                <a:lnTo>
                  <a:pt x="173736" y="135064"/>
                </a:lnTo>
                <a:lnTo>
                  <a:pt x="196596" y="88392"/>
                </a:lnTo>
                <a:lnTo>
                  <a:pt x="211264" y="44958"/>
                </a:lnTo>
                <a:lnTo>
                  <a:pt x="222503" y="1524"/>
                </a:lnTo>
                <a:lnTo>
                  <a:pt x="260603" y="24384"/>
                </a:lnTo>
                <a:lnTo>
                  <a:pt x="252864" y="32146"/>
                </a:lnTo>
                <a:lnTo>
                  <a:pt x="243268" y="46482"/>
                </a:lnTo>
                <a:lnTo>
                  <a:pt x="231671" y="67675"/>
                </a:lnTo>
                <a:lnTo>
                  <a:pt x="217932" y="96012"/>
                </a:lnTo>
                <a:lnTo>
                  <a:pt x="350520" y="96012"/>
                </a:lnTo>
                <a:lnTo>
                  <a:pt x="356616" y="102108"/>
                </a:lnTo>
                <a:lnTo>
                  <a:pt x="350901" y="106680"/>
                </a:lnTo>
                <a:lnTo>
                  <a:pt x="213360" y="106680"/>
                </a:lnTo>
                <a:lnTo>
                  <a:pt x="197977" y="130730"/>
                </a:lnTo>
                <a:lnTo>
                  <a:pt x="181737" y="152781"/>
                </a:lnTo>
                <a:lnTo>
                  <a:pt x="164925" y="173116"/>
                </a:lnTo>
                <a:lnTo>
                  <a:pt x="147828" y="192024"/>
                </a:lnTo>
                <a:close/>
              </a:path>
              <a:path w="356870" h="402589">
                <a:moveTo>
                  <a:pt x="144780" y="89916"/>
                </a:moveTo>
                <a:lnTo>
                  <a:pt x="111252" y="89916"/>
                </a:lnTo>
                <a:lnTo>
                  <a:pt x="128016" y="73152"/>
                </a:lnTo>
                <a:lnTo>
                  <a:pt x="144780" y="89916"/>
                </a:lnTo>
                <a:close/>
              </a:path>
              <a:path w="356870" h="402589">
                <a:moveTo>
                  <a:pt x="0" y="397764"/>
                </a:moveTo>
                <a:lnTo>
                  <a:pt x="834" y="359664"/>
                </a:lnTo>
                <a:lnTo>
                  <a:pt x="935" y="352615"/>
                </a:lnTo>
                <a:lnTo>
                  <a:pt x="1333" y="316992"/>
                </a:lnTo>
                <a:lnTo>
                  <a:pt x="1430" y="178308"/>
                </a:lnTo>
                <a:lnTo>
                  <a:pt x="1309" y="152781"/>
                </a:lnTo>
                <a:lnTo>
                  <a:pt x="881" y="114704"/>
                </a:lnTo>
                <a:lnTo>
                  <a:pt x="0" y="74676"/>
                </a:lnTo>
                <a:lnTo>
                  <a:pt x="25908" y="89916"/>
                </a:lnTo>
                <a:lnTo>
                  <a:pt x="144780" y="89916"/>
                </a:lnTo>
                <a:lnTo>
                  <a:pt x="153924" y="99060"/>
                </a:lnTo>
                <a:lnTo>
                  <a:pt x="151828" y="100584"/>
                </a:lnTo>
                <a:lnTo>
                  <a:pt x="24384" y="100584"/>
                </a:lnTo>
                <a:lnTo>
                  <a:pt x="24384" y="211836"/>
                </a:lnTo>
                <a:lnTo>
                  <a:pt x="137205" y="211836"/>
                </a:lnTo>
                <a:lnTo>
                  <a:pt x="137219" y="222504"/>
                </a:lnTo>
                <a:lnTo>
                  <a:pt x="24384" y="222504"/>
                </a:lnTo>
                <a:lnTo>
                  <a:pt x="24384" y="344424"/>
                </a:lnTo>
                <a:lnTo>
                  <a:pt x="137914" y="344424"/>
                </a:lnTo>
                <a:lnTo>
                  <a:pt x="137940" y="346850"/>
                </a:lnTo>
                <a:lnTo>
                  <a:pt x="138137" y="355092"/>
                </a:lnTo>
                <a:lnTo>
                  <a:pt x="24384" y="355092"/>
                </a:lnTo>
                <a:lnTo>
                  <a:pt x="24384" y="384048"/>
                </a:lnTo>
                <a:lnTo>
                  <a:pt x="0" y="397764"/>
                </a:lnTo>
                <a:close/>
              </a:path>
              <a:path w="356870" h="402589">
                <a:moveTo>
                  <a:pt x="350520" y="96012"/>
                </a:moveTo>
                <a:lnTo>
                  <a:pt x="310896" y="96012"/>
                </a:lnTo>
                <a:lnTo>
                  <a:pt x="330708" y="76200"/>
                </a:lnTo>
                <a:lnTo>
                  <a:pt x="350520" y="96012"/>
                </a:lnTo>
                <a:close/>
              </a:path>
              <a:path w="356870" h="402589">
                <a:moveTo>
                  <a:pt x="137205" y="211836"/>
                </a:moveTo>
                <a:lnTo>
                  <a:pt x="114300" y="211836"/>
                </a:lnTo>
                <a:lnTo>
                  <a:pt x="114300" y="100584"/>
                </a:lnTo>
                <a:lnTo>
                  <a:pt x="151828" y="100584"/>
                </a:lnTo>
                <a:lnTo>
                  <a:pt x="137160" y="111252"/>
                </a:lnTo>
                <a:lnTo>
                  <a:pt x="137205" y="211836"/>
                </a:lnTo>
                <a:close/>
              </a:path>
              <a:path w="356870" h="402589">
                <a:moveTo>
                  <a:pt x="327213" y="359664"/>
                </a:moveTo>
                <a:lnTo>
                  <a:pt x="283464" y="359664"/>
                </a:lnTo>
                <a:lnTo>
                  <a:pt x="291750" y="357925"/>
                </a:lnTo>
                <a:lnTo>
                  <a:pt x="298323" y="352615"/>
                </a:lnTo>
                <a:lnTo>
                  <a:pt x="308586" y="305562"/>
                </a:lnTo>
                <a:lnTo>
                  <a:pt x="310705" y="259842"/>
                </a:lnTo>
                <a:lnTo>
                  <a:pt x="312539" y="193548"/>
                </a:lnTo>
                <a:lnTo>
                  <a:pt x="313944" y="106680"/>
                </a:lnTo>
                <a:lnTo>
                  <a:pt x="350901" y="106680"/>
                </a:lnTo>
                <a:lnTo>
                  <a:pt x="341376" y="114300"/>
                </a:lnTo>
                <a:lnTo>
                  <a:pt x="339535" y="188719"/>
                </a:lnTo>
                <a:lnTo>
                  <a:pt x="337620" y="249167"/>
                </a:lnTo>
                <a:lnTo>
                  <a:pt x="335560" y="295570"/>
                </a:lnTo>
                <a:lnTo>
                  <a:pt x="333280" y="327855"/>
                </a:lnTo>
                <a:lnTo>
                  <a:pt x="330708" y="345948"/>
                </a:lnTo>
                <a:lnTo>
                  <a:pt x="327856" y="357925"/>
                </a:lnTo>
                <a:lnTo>
                  <a:pt x="327213" y="359664"/>
                </a:lnTo>
                <a:close/>
              </a:path>
              <a:path w="356870" h="402589">
                <a:moveTo>
                  <a:pt x="231648" y="269748"/>
                </a:moveTo>
                <a:lnTo>
                  <a:pt x="230124" y="269748"/>
                </a:lnTo>
                <a:lnTo>
                  <a:pt x="226742" y="268295"/>
                </a:lnTo>
                <a:lnTo>
                  <a:pt x="223647" y="263842"/>
                </a:lnTo>
                <a:lnTo>
                  <a:pt x="221122" y="256246"/>
                </a:lnTo>
                <a:lnTo>
                  <a:pt x="219456" y="245364"/>
                </a:lnTo>
                <a:lnTo>
                  <a:pt x="214884" y="228242"/>
                </a:lnTo>
                <a:lnTo>
                  <a:pt x="208026" y="211264"/>
                </a:lnTo>
                <a:lnTo>
                  <a:pt x="198882" y="194571"/>
                </a:lnTo>
                <a:lnTo>
                  <a:pt x="187452" y="178308"/>
                </a:lnTo>
                <a:lnTo>
                  <a:pt x="190500" y="172212"/>
                </a:lnTo>
                <a:lnTo>
                  <a:pt x="224028" y="199644"/>
                </a:lnTo>
                <a:lnTo>
                  <a:pt x="246888" y="236220"/>
                </a:lnTo>
                <a:lnTo>
                  <a:pt x="246888" y="248412"/>
                </a:lnTo>
                <a:lnTo>
                  <a:pt x="243840" y="254508"/>
                </a:lnTo>
                <a:lnTo>
                  <a:pt x="234696" y="266700"/>
                </a:lnTo>
                <a:lnTo>
                  <a:pt x="231648" y="269748"/>
                </a:lnTo>
                <a:close/>
              </a:path>
              <a:path w="356870" h="402589">
                <a:moveTo>
                  <a:pt x="137914" y="344424"/>
                </a:moveTo>
                <a:lnTo>
                  <a:pt x="114300" y="344424"/>
                </a:lnTo>
                <a:lnTo>
                  <a:pt x="114300" y="222504"/>
                </a:lnTo>
                <a:lnTo>
                  <a:pt x="137219" y="222504"/>
                </a:lnTo>
                <a:lnTo>
                  <a:pt x="137337" y="269748"/>
                </a:lnTo>
                <a:lnTo>
                  <a:pt x="137498" y="305562"/>
                </a:lnTo>
                <a:lnTo>
                  <a:pt x="137914" y="344424"/>
                </a:lnTo>
                <a:close/>
              </a:path>
              <a:path w="356870" h="402589">
                <a:moveTo>
                  <a:pt x="277367" y="402336"/>
                </a:moveTo>
                <a:lnTo>
                  <a:pt x="271129" y="389239"/>
                </a:lnTo>
                <a:lnTo>
                  <a:pt x="259461" y="377571"/>
                </a:lnTo>
                <a:lnTo>
                  <a:pt x="242649" y="367617"/>
                </a:lnTo>
                <a:lnTo>
                  <a:pt x="220979" y="359664"/>
                </a:lnTo>
                <a:lnTo>
                  <a:pt x="220979" y="352044"/>
                </a:lnTo>
                <a:lnTo>
                  <a:pt x="241030" y="355163"/>
                </a:lnTo>
                <a:lnTo>
                  <a:pt x="257937" y="357568"/>
                </a:lnTo>
                <a:lnTo>
                  <a:pt x="271986" y="359116"/>
                </a:lnTo>
                <a:lnTo>
                  <a:pt x="283464" y="359664"/>
                </a:lnTo>
                <a:lnTo>
                  <a:pt x="327213" y="359664"/>
                </a:lnTo>
                <a:lnTo>
                  <a:pt x="324040" y="368236"/>
                </a:lnTo>
                <a:lnTo>
                  <a:pt x="289023" y="397764"/>
                </a:lnTo>
                <a:lnTo>
                  <a:pt x="277367" y="402336"/>
                </a:lnTo>
                <a:close/>
              </a:path>
              <a:path w="356870" h="402589">
                <a:moveTo>
                  <a:pt x="114300" y="391668"/>
                </a:moveTo>
                <a:lnTo>
                  <a:pt x="114300" y="355092"/>
                </a:lnTo>
                <a:lnTo>
                  <a:pt x="138137" y="355092"/>
                </a:lnTo>
                <a:lnTo>
                  <a:pt x="138684" y="377952"/>
                </a:lnTo>
                <a:lnTo>
                  <a:pt x="114300" y="39166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5733288" y="2383535"/>
            <a:ext cx="325120" cy="399415"/>
          </a:xfrm>
          <a:custGeom>
            <a:avLst/>
            <a:gdLst/>
            <a:ahLst/>
            <a:cxnLst/>
            <a:rect l="l" t="t" r="r" b="b"/>
            <a:pathLst>
              <a:path w="325120" h="399414">
                <a:moveTo>
                  <a:pt x="74676" y="85344"/>
                </a:moveTo>
                <a:lnTo>
                  <a:pt x="68580" y="85344"/>
                </a:lnTo>
                <a:lnTo>
                  <a:pt x="65532" y="80772"/>
                </a:lnTo>
                <a:lnTo>
                  <a:pt x="62484" y="70104"/>
                </a:lnTo>
                <a:lnTo>
                  <a:pt x="56984" y="56388"/>
                </a:lnTo>
                <a:lnTo>
                  <a:pt x="49530" y="40767"/>
                </a:lnTo>
                <a:lnTo>
                  <a:pt x="39766" y="23383"/>
                </a:lnTo>
                <a:lnTo>
                  <a:pt x="27432" y="4572"/>
                </a:lnTo>
                <a:lnTo>
                  <a:pt x="33528" y="0"/>
                </a:lnTo>
                <a:lnTo>
                  <a:pt x="72104" y="25717"/>
                </a:lnTo>
                <a:lnTo>
                  <a:pt x="89916" y="48768"/>
                </a:lnTo>
                <a:lnTo>
                  <a:pt x="89916" y="60960"/>
                </a:lnTo>
                <a:lnTo>
                  <a:pt x="88392" y="67056"/>
                </a:lnTo>
                <a:lnTo>
                  <a:pt x="79248" y="82296"/>
                </a:lnTo>
                <a:lnTo>
                  <a:pt x="74676" y="85344"/>
                </a:lnTo>
                <a:close/>
              </a:path>
              <a:path w="325120" h="399414">
                <a:moveTo>
                  <a:pt x="146304" y="60960"/>
                </a:moveTo>
                <a:lnTo>
                  <a:pt x="131064" y="45720"/>
                </a:lnTo>
                <a:lnTo>
                  <a:pt x="281940" y="45720"/>
                </a:lnTo>
                <a:lnTo>
                  <a:pt x="295656" y="24384"/>
                </a:lnTo>
                <a:lnTo>
                  <a:pt x="324612" y="48768"/>
                </a:lnTo>
                <a:lnTo>
                  <a:pt x="316145" y="56388"/>
                </a:lnTo>
                <a:lnTo>
                  <a:pt x="187452" y="56388"/>
                </a:lnTo>
                <a:lnTo>
                  <a:pt x="176307" y="56673"/>
                </a:lnTo>
                <a:lnTo>
                  <a:pt x="165735" y="57531"/>
                </a:lnTo>
                <a:lnTo>
                  <a:pt x="155733" y="58959"/>
                </a:lnTo>
                <a:lnTo>
                  <a:pt x="146304" y="60960"/>
                </a:lnTo>
                <a:close/>
              </a:path>
              <a:path w="325120" h="399414">
                <a:moveTo>
                  <a:pt x="308504" y="353568"/>
                </a:moveTo>
                <a:lnTo>
                  <a:pt x="263652" y="353568"/>
                </a:lnTo>
                <a:lnTo>
                  <a:pt x="272534" y="353568"/>
                </a:lnTo>
                <a:lnTo>
                  <a:pt x="278701" y="351282"/>
                </a:lnTo>
                <a:lnTo>
                  <a:pt x="282297" y="346710"/>
                </a:lnTo>
                <a:lnTo>
                  <a:pt x="283464" y="339852"/>
                </a:lnTo>
                <a:lnTo>
                  <a:pt x="283464" y="56388"/>
                </a:lnTo>
                <a:lnTo>
                  <a:pt x="316145" y="56388"/>
                </a:lnTo>
                <a:lnTo>
                  <a:pt x="309372" y="62484"/>
                </a:lnTo>
                <a:lnTo>
                  <a:pt x="309372" y="344424"/>
                </a:lnTo>
                <a:lnTo>
                  <a:pt x="308504" y="353568"/>
                </a:lnTo>
                <a:close/>
              </a:path>
              <a:path w="325120" h="399414">
                <a:moveTo>
                  <a:pt x="0" y="399288"/>
                </a:moveTo>
                <a:lnTo>
                  <a:pt x="881" y="359854"/>
                </a:lnTo>
                <a:lnTo>
                  <a:pt x="1333" y="316992"/>
                </a:lnTo>
                <a:lnTo>
                  <a:pt x="1422" y="154447"/>
                </a:lnTo>
                <a:lnTo>
                  <a:pt x="1328" y="132588"/>
                </a:lnTo>
                <a:lnTo>
                  <a:pt x="881" y="100107"/>
                </a:lnTo>
                <a:lnTo>
                  <a:pt x="0" y="74676"/>
                </a:lnTo>
                <a:lnTo>
                  <a:pt x="42672" y="99060"/>
                </a:lnTo>
                <a:lnTo>
                  <a:pt x="27432" y="109728"/>
                </a:lnTo>
                <a:lnTo>
                  <a:pt x="27432" y="387096"/>
                </a:lnTo>
                <a:lnTo>
                  <a:pt x="0" y="399288"/>
                </a:lnTo>
                <a:close/>
              </a:path>
              <a:path w="325120" h="399414">
                <a:moveTo>
                  <a:pt x="240247" y="152400"/>
                </a:moveTo>
                <a:lnTo>
                  <a:pt x="201168" y="152400"/>
                </a:lnTo>
                <a:lnTo>
                  <a:pt x="213360" y="132588"/>
                </a:lnTo>
                <a:lnTo>
                  <a:pt x="240247" y="152400"/>
                </a:lnTo>
                <a:close/>
              </a:path>
              <a:path w="325120" h="399414">
                <a:moveTo>
                  <a:pt x="82296" y="307848"/>
                </a:moveTo>
                <a:lnTo>
                  <a:pt x="82534" y="283035"/>
                </a:lnTo>
                <a:lnTo>
                  <a:pt x="83581" y="236267"/>
                </a:lnTo>
                <a:lnTo>
                  <a:pt x="83820" y="214884"/>
                </a:lnTo>
                <a:lnTo>
                  <a:pt x="83581" y="194548"/>
                </a:lnTo>
                <a:lnTo>
                  <a:pt x="82534" y="154447"/>
                </a:lnTo>
                <a:lnTo>
                  <a:pt x="82296" y="134112"/>
                </a:lnTo>
                <a:lnTo>
                  <a:pt x="108204" y="152400"/>
                </a:lnTo>
                <a:lnTo>
                  <a:pt x="240247" y="152400"/>
                </a:lnTo>
                <a:lnTo>
                  <a:pt x="242316" y="153924"/>
                </a:lnTo>
                <a:lnTo>
                  <a:pt x="230886" y="163068"/>
                </a:lnTo>
                <a:lnTo>
                  <a:pt x="108204" y="163068"/>
                </a:lnTo>
                <a:lnTo>
                  <a:pt x="108204" y="265176"/>
                </a:lnTo>
                <a:lnTo>
                  <a:pt x="227980" y="265176"/>
                </a:lnTo>
                <a:lnTo>
                  <a:pt x="228834" y="275844"/>
                </a:lnTo>
                <a:lnTo>
                  <a:pt x="108204" y="275844"/>
                </a:lnTo>
                <a:lnTo>
                  <a:pt x="108204" y="298704"/>
                </a:lnTo>
                <a:lnTo>
                  <a:pt x="82296" y="307848"/>
                </a:lnTo>
                <a:close/>
              </a:path>
              <a:path w="325120" h="399414">
                <a:moveTo>
                  <a:pt x="227980" y="265176"/>
                </a:moveTo>
                <a:lnTo>
                  <a:pt x="202692" y="265176"/>
                </a:lnTo>
                <a:lnTo>
                  <a:pt x="202692" y="163068"/>
                </a:lnTo>
                <a:lnTo>
                  <a:pt x="230886" y="163068"/>
                </a:lnTo>
                <a:lnTo>
                  <a:pt x="227076" y="166116"/>
                </a:lnTo>
                <a:lnTo>
                  <a:pt x="227076" y="245364"/>
                </a:lnTo>
                <a:lnTo>
                  <a:pt x="227337" y="255079"/>
                </a:lnTo>
                <a:lnTo>
                  <a:pt x="227980" y="265176"/>
                </a:lnTo>
                <a:close/>
              </a:path>
              <a:path w="325120" h="399414">
                <a:moveTo>
                  <a:pt x="202692" y="301752"/>
                </a:moveTo>
                <a:lnTo>
                  <a:pt x="202692" y="275844"/>
                </a:lnTo>
                <a:lnTo>
                  <a:pt x="228834" y="275844"/>
                </a:lnTo>
                <a:lnTo>
                  <a:pt x="230124" y="291083"/>
                </a:lnTo>
                <a:lnTo>
                  <a:pt x="202692" y="301752"/>
                </a:lnTo>
                <a:close/>
              </a:path>
              <a:path w="325120" h="399414">
                <a:moveTo>
                  <a:pt x="266700" y="399288"/>
                </a:moveTo>
                <a:lnTo>
                  <a:pt x="262985" y="384667"/>
                </a:lnTo>
                <a:lnTo>
                  <a:pt x="251841" y="372618"/>
                </a:lnTo>
                <a:lnTo>
                  <a:pt x="233267" y="362854"/>
                </a:lnTo>
                <a:lnTo>
                  <a:pt x="207264" y="355092"/>
                </a:lnTo>
                <a:lnTo>
                  <a:pt x="207264" y="348996"/>
                </a:lnTo>
                <a:lnTo>
                  <a:pt x="240030" y="351282"/>
                </a:lnTo>
                <a:lnTo>
                  <a:pt x="253126" y="352425"/>
                </a:lnTo>
                <a:lnTo>
                  <a:pt x="263652" y="353568"/>
                </a:lnTo>
                <a:lnTo>
                  <a:pt x="308504" y="353568"/>
                </a:lnTo>
                <a:lnTo>
                  <a:pt x="307419" y="364998"/>
                </a:lnTo>
                <a:lnTo>
                  <a:pt x="299466" y="381000"/>
                </a:lnTo>
                <a:lnTo>
                  <a:pt x="285797" y="392430"/>
                </a:lnTo>
                <a:lnTo>
                  <a:pt x="266700" y="39928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6128003" y="2391155"/>
            <a:ext cx="405765" cy="393700"/>
          </a:xfrm>
          <a:custGeom>
            <a:avLst/>
            <a:gdLst/>
            <a:ahLst/>
            <a:cxnLst/>
            <a:rect l="l" t="t" r="r" b="b"/>
            <a:pathLst>
              <a:path w="405765" h="393700">
                <a:moveTo>
                  <a:pt x="216408" y="36576"/>
                </a:moveTo>
                <a:lnTo>
                  <a:pt x="201168" y="21336"/>
                </a:lnTo>
                <a:lnTo>
                  <a:pt x="352044" y="21336"/>
                </a:lnTo>
                <a:lnTo>
                  <a:pt x="373380" y="0"/>
                </a:lnTo>
                <a:lnTo>
                  <a:pt x="400812" y="30480"/>
                </a:lnTo>
                <a:lnTo>
                  <a:pt x="259080" y="30480"/>
                </a:lnTo>
                <a:lnTo>
                  <a:pt x="247911" y="31003"/>
                </a:lnTo>
                <a:lnTo>
                  <a:pt x="237172" y="32385"/>
                </a:lnTo>
                <a:lnTo>
                  <a:pt x="226718" y="34337"/>
                </a:lnTo>
                <a:lnTo>
                  <a:pt x="216408" y="36576"/>
                </a:lnTo>
                <a:close/>
              </a:path>
              <a:path w="405765" h="393700">
                <a:moveTo>
                  <a:pt x="186472" y="18288"/>
                </a:moveTo>
                <a:lnTo>
                  <a:pt x="153924" y="18288"/>
                </a:lnTo>
                <a:lnTo>
                  <a:pt x="166116" y="1524"/>
                </a:lnTo>
                <a:lnTo>
                  <a:pt x="186472" y="18288"/>
                </a:lnTo>
                <a:close/>
              </a:path>
              <a:path w="405765" h="393700">
                <a:moveTo>
                  <a:pt x="51816" y="169164"/>
                </a:moveTo>
                <a:lnTo>
                  <a:pt x="52697" y="148566"/>
                </a:lnTo>
                <a:lnTo>
                  <a:pt x="53149" y="127825"/>
                </a:lnTo>
                <a:lnTo>
                  <a:pt x="53250" y="55816"/>
                </a:lnTo>
                <a:lnTo>
                  <a:pt x="53149" y="43243"/>
                </a:lnTo>
                <a:lnTo>
                  <a:pt x="52697" y="23407"/>
                </a:lnTo>
                <a:lnTo>
                  <a:pt x="51816" y="4572"/>
                </a:lnTo>
                <a:lnTo>
                  <a:pt x="76200" y="18288"/>
                </a:lnTo>
                <a:lnTo>
                  <a:pt x="186472" y="18288"/>
                </a:lnTo>
                <a:lnTo>
                  <a:pt x="192024" y="22860"/>
                </a:lnTo>
                <a:lnTo>
                  <a:pt x="185057" y="28956"/>
                </a:lnTo>
                <a:lnTo>
                  <a:pt x="76200" y="28956"/>
                </a:lnTo>
                <a:lnTo>
                  <a:pt x="76200" y="79248"/>
                </a:lnTo>
                <a:lnTo>
                  <a:pt x="180271" y="79248"/>
                </a:lnTo>
                <a:lnTo>
                  <a:pt x="180499" y="89916"/>
                </a:lnTo>
                <a:lnTo>
                  <a:pt x="76200" y="89916"/>
                </a:lnTo>
                <a:lnTo>
                  <a:pt x="76200" y="138684"/>
                </a:lnTo>
                <a:lnTo>
                  <a:pt x="182182" y="138684"/>
                </a:lnTo>
                <a:lnTo>
                  <a:pt x="182724" y="149352"/>
                </a:lnTo>
                <a:lnTo>
                  <a:pt x="76200" y="149352"/>
                </a:lnTo>
                <a:lnTo>
                  <a:pt x="76200" y="160020"/>
                </a:lnTo>
                <a:lnTo>
                  <a:pt x="51816" y="169164"/>
                </a:lnTo>
                <a:close/>
              </a:path>
              <a:path w="405765" h="393700">
                <a:moveTo>
                  <a:pt x="180271" y="79248"/>
                </a:moveTo>
                <a:lnTo>
                  <a:pt x="158496" y="79248"/>
                </a:lnTo>
                <a:lnTo>
                  <a:pt x="158496" y="28956"/>
                </a:lnTo>
                <a:lnTo>
                  <a:pt x="185057" y="28956"/>
                </a:lnTo>
                <a:lnTo>
                  <a:pt x="179832" y="33528"/>
                </a:lnTo>
                <a:lnTo>
                  <a:pt x="180093" y="70961"/>
                </a:lnTo>
                <a:lnTo>
                  <a:pt x="180271" y="79248"/>
                </a:lnTo>
                <a:close/>
              </a:path>
              <a:path w="405765" h="393700">
                <a:moveTo>
                  <a:pt x="280416" y="82296"/>
                </a:moveTo>
                <a:lnTo>
                  <a:pt x="271272" y="82296"/>
                </a:lnTo>
                <a:lnTo>
                  <a:pt x="274415" y="68841"/>
                </a:lnTo>
                <a:lnTo>
                  <a:pt x="276987" y="55816"/>
                </a:lnTo>
                <a:lnTo>
                  <a:pt x="278987" y="43076"/>
                </a:lnTo>
                <a:lnTo>
                  <a:pt x="280416" y="30480"/>
                </a:lnTo>
                <a:lnTo>
                  <a:pt x="309372" y="30480"/>
                </a:lnTo>
                <a:lnTo>
                  <a:pt x="304847" y="37933"/>
                </a:lnTo>
                <a:lnTo>
                  <a:pt x="298323" y="48958"/>
                </a:lnTo>
                <a:lnTo>
                  <a:pt x="289960" y="63936"/>
                </a:lnTo>
                <a:lnTo>
                  <a:pt x="280416" y="82296"/>
                </a:lnTo>
                <a:close/>
              </a:path>
              <a:path w="405765" h="393700">
                <a:moveTo>
                  <a:pt x="380062" y="82296"/>
                </a:moveTo>
                <a:lnTo>
                  <a:pt x="345948" y="82296"/>
                </a:lnTo>
                <a:lnTo>
                  <a:pt x="358140" y="65532"/>
                </a:lnTo>
                <a:lnTo>
                  <a:pt x="380062" y="82296"/>
                </a:lnTo>
                <a:close/>
              </a:path>
              <a:path w="405765" h="393700">
                <a:moveTo>
                  <a:pt x="224028" y="249936"/>
                </a:moveTo>
                <a:lnTo>
                  <a:pt x="224909" y="230766"/>
                </a:lnTo>
                <a:lnTo>
                  <a:pt x="225361" y="209740"/>
                </a:lnTo>
                <a:lnTo>
                  <a:pt x="225477" y="127825"/>
                </a:lnTo>
                <a:lnTo>
                  <a:pt x="225361" y="110871"/>
                </a:lnTo>
                <a:lnTo>
                  <a:pt x="224909" y="88249"/>
                </a:lnTo>
                <a:lnTo>
                  <a:pt x="224028" y="67056"/>
                </a:lnTo>
                <a:lnTo>
                  <a:pt x="248412" y="82296"/>
                </a:lnTo>
                <a:lnTo>
                  <a:pt x="380062" y="82296"/>
                </a:lnTo>
                <a:lnTo>
                  <a:pt x="384048" y="85344"/>
                </a:lnTo>
                <a:lnTo>
                  <a:pt x="377081" y="91440"/>
                </a:lnTo>
                <a:lnTo>
                  <a:pt x="248412" y="91440"/>
                </a:lnTo>
                <a:lnTo>
                  <a:pt x="248412" y="236220"/>
                </a:lnTo>
                <a:lnTo>
                  <a:pt x="224028" y="249936"/>
                </a:lnTo>
                <a:close/>
              </a:path>
              <a:path w="405765" h="393700">
                <a:moveTo>
                  <a:pt x="182182" y="138684"/>
                </a:moveTo>
                <a:lnTo>
                  <a:pt x="158496" y="138684"/>
                </a:lnTo>
                <a:lnTo>
                  <a:pt x="158496" y="89916"/>
                </a:lnTo>
                <a:lnTo>
                  <a:pt x="180499" y="89916"/>
                </a:lnTo>
                <a:lnTo>
                  <a:pt x="180784" y="103251"/>
                </a:lnTo>
                <a:lnTo>
                  <a:pt x="181760" y="130397"/>
                </a:lnTo>
                <a:lnTo>
                  <a:pt x="182182" y="138684"/>
                </a:lnTo>
                <a:close/>
              </a:path>
              <a:path w="405765" h="393700">
                <a:moveTo>
                  <a:pt x="348996" y="245363"/>
                </a:moveTo>
                <a:lnTo>
                  <a:pt x="348996" y="91440"/>
                </a:lnTo>
                <a:lnTo>
                  <a:pt x="377081" y="91440"/>
                </a:lnTo>
                <a:lnTo>
                  <a:pt x="371856" y="96012"/>
                </a:lnTo>
                <a:lnTo>
                  <a:pt x="371911" y="189809"/>
                </a:lnTo>
                <a:lnTo>
                  <a:pt x="372031" y="198405"/>
                </a:lnTo>
                <a:lnTo>
                  <a:pt x="372515" y="214884"/>
                </a:lnTo>
                <a:lnTo>
                  <a:pt x="373380" y="233172"/>
                </a:lnTo>
                <a:lnTo>
                  <a:pt x="348996" y="245363"/>
                </a:lnTo>
                <a:close/>
              </a:path>
              <a:path w="405765" h="393700">
                <a:moveTo>
                  <a:pt x="190500" y="345948"/>
                </a:moveTo>
                <a:lnTo>
                  <a:pt x="187452" y="341376"/>
                </a:lnTo>
                <a:lnTo>
                  <a:pt x="211716" y="327398"/>
                </a:lnTo>
                <a:lnTo>
                  <a:pt x="231838" y="312991"/>
                </a:lnTo>
                <a:lnTo>
                  <a:pt x="259080" y="283463"/>
                </a:lnTo>
                <a:lnTo>
                  <a:pt x="279654" y="231814"/>
                </a:lnTo>
                <a:lnTo>
                  <a:pt x="283035" y="189809"/>
                </a:lnTo>
                <a:lnTo>
                  <a:pt x="283962" y="138684"/>
                </a:lnTo>
                <a:lnTo>
                  <a:pt x="283464" y="118872"/>
                </a:lnTo>
                <a:lnTo>
                  <a:pt x="321564" y="137160"/>
                </a:lnTo>
                <a:lnTo>
                  <a:pt x="307848" y="149352"/>
                </a:lnTo>
                <a:lnTo>
                  <a:pt x="307276" y="183094"/>
                </a:lnTo>
                <a:lnTo>
                  <a:pt x="305562" y="211264"/>
                </a:lnTo>
                <a:lnTo>
                  <a:pt x="298704" y="251460"/>
                </a:lnTo>
                <a:lnTo>
                  <a:pt x="276629" y="291965"/>
                </a:lnTo>
                <a:lnTo>
                  <a:pt x="234124" y="326517"/>
                </a:lnTo>
                <a:lnTo>
                  <a:pt x="213955" y="336518"/>
                </a:lnTo>
                <a:lnTo>
                  <a:pt x="190500" y="345948"/>
                </a:lnTo>
                <a:close/>
              </a:path>
              <a:path w="405765" h="393700">
                <a:moveTo>
                  <a:pt x="158496" y="164592"/>
                </a:moveTo>
                <a:lnTo>
                  <a:pt x="158496" y="149352"/>
                </a:lnTo>
                <a:lnTo>
                  <a:pt x="182724" y="149352"/>
                </a:lnTo>
                <a:lnTo>
                  <a:pt x="182880" y="152400"/>
                </a:lnTo>
                <a:lnTo>
                  <a:pt x="158496" y="164592"/>
                </a:lnTo>
                <a:close/>
              </a:path>
              <a:path w="405765" h="393700">
                <a:moveTo>
                  <a:pt x="28956" y="202692"/>
                </a:moveTo>
                <a:lnTo>
                  <a:pt x="13716" y="187451"/>
                </a:lnTo>
                <a:lnTo>
                  <a:pt x="166116" y="187451"/>
                </a:lnTo>
                <a:lnTo>
                  <a:pt x="187452" y="167640"/>
                </a:lnTo>
                <a:lnTo>
                  <a:pt x="214884" y="198120"/>
                </a:lnTo>
                <a:lnTo>
                  <a:pt x="71628" y="198120"/>
                </a:lnTo>
                <a:lnTo>
                  <a:pt x="60459" y="198405"/>
                </a:lnTo>
                <a:lnTo>
                  <a:pt x="49720" y="199263"/>
                </a:lnTo>
                <a:lnTo>
                  <a:pt x="39266" y="200691"/>
                </a:lnTo>
                <a:lnTo>
                  <a:pt x="28956" y="202692"/>
                </a:lnTo>
                <a:close/>
              </a:path>
              <a:path w="405765" h="393700">
                <a:moveTo>
                  <a:pt x="129540" y="330708"/>
                </a:moveTo>
                <a:lnTo>
                  <a:pt x="108204" y="330708"/>
                </a:lnTo>
                <a:lnTo>
                  <a:pt x="108204" y="198120"/>
                </a:lnTo>
                <a:lnTo>
                  <a:pt x="129540" y="198120"/>
                </a:lnTo>
                <a:lnTo>
                  <a:pt x="129540" y="259080"/>
                </a:lnTo>
                <a:lnTo>
                  <a:pt x="199720" y="259080"/>
                </a:lnTo>
                <a:lnTo>
                  <a:pt x="208788" y="269748"/>
                </a:lnTo>
                <a:lnTo>
                  <a:pt x="129540" y="269748"/>
                </a:lnTo>
                <a:lnTo>
                  <a:pt x="129540" y="330708"/>
                </a:lnTo>
                <a:close/>
              </a:path>
              <a:path w="405765" h="393700">
                <a:moveTo>
                  <a:pt x="4572" y="393192"/>
                </a:moveTo>
                <a:lnTo>
                  <a:pt x="0" y="390143"/>
                </a:lnTo>
                <a:lnTo>
                  <a:pt x="9715" y="370998"/>
                </a:lnTo>
                <a:lnTo>
                  <a:pt x="18288" y="350139"/>
                </a:lnTo>
                <a:lnTo>
                  <a:pt x="32004" y="303275"/>
                </a:lnTo>
                <a:lnTo>
                  <a:pt x="40957" y="256222"/>
                </a:lnTo>
                <a:lnTo>
                  <a:pt x="44196" y="214884"/>
                </a:lnTo>
                <a:lnTo>
                  <a:pt x="79248" y="233172"/>
                </a:lnTo>
                <a:lnTo>
                  <a:pt x="72937" y="238291"/>
                </a:lnTo>
                <a:lnTo>
                  <a:pt x="67627" y="248983"/>
                </a:lnTo>
                <a:lnTo>
                  <a:pt x="63166" y="265152"/>
                </a:lnTo>
                <a:lnTo>
                  <a:pt x="59436" y="286512"/>
                </a:lnTo>
                <a:lnTo>
                  <a:pt x="68269" y="297180"/>
                </a:lnTo>
                <a:lnTo>
                  <a:pt x="54864" y="297180"/>
                </a:lnTo>
                <a:lnTo>
                  <a:pt x="44005" y="326326"/>
                </a:lnTo>
                <a:lnTo>
                  <a:pt x="32004" y="352044"/>
                </a:lnTo>
                <a:lnTo>
                  <a:pt x="18859" y="374332"/>
                </a:lnTo>
                <a:lnTo>
                  <a:pt x="4572" y="393192"/>
                </a:lnTo>
                <a:close/>
              </a:path>
              <a:path w="405765" h="393700">
                <a:moveTo>
                  <a:pt x="199720" y="259080"/>
                </a:moveTo>
                <a:lnTo>
                  <a:pt x="163068" y="259080"/>
                </a:lnTo>
                <a:lnTo>
                  <a:pt x="182880" y="239268"/>
                </a:lnTo>
                <a:lnTo>
                  <a:pt x="199720" y="259080"/>
                </a:lnTo>
                <a:close/>
              </a:path>
              <a:path w="405765" h="393700">
                <a:moveTo>
                  <a:pt x="379476" y="333756"/>
                </a:moveTo>
                <a:lnTo>
                  <a:pt x="374904" y="333756"/>
                </a:lnTo>
                <a:lnTo>
                  <a:pt x="370332" y="327660"/>
                </a:lnTo>
                <a:lnTo>
                  <a:pt x="364236" y="316992"/>
                </a:lnTo>
                <a:lnTo>
                  <a:pt x="355377" y="303585"/>
                </a:lnTo>
                <a:lnTo>
                  <a:pt x="342519" y="288607"/>
                </a:lnTo>
                <a:lnTo>
                  <a:pt x="325659" y="272200"/>
                </a:lnTo>
                <a:lnTo>
                  <a:pt x="304800" y="254508"/>
                </a:lnTo>
                <a:lnTo>
                  <a:pt x="307848" y="248412"/>
                </a:lnTo>
                <a:lnTo>
                  <a:pt x="359854" y="274891"/>
                </a:lnTo>
                <a:lnTo>
                  <a:pt x="387096" y="303275"/>
                </a:lnTo>
                <a:lnTo>
                  <a:pt x="387096" y="318516"/>
                </a:lnTo>
                <a:lnTo>
                  <a:pt x="384048" y="324612"/>
                </a:lnTo>
                <a:lnTo>
                  <a:pt x="382524" y="330708"/>
                </a:lnTo>
                <a:lnTo>
                  <a:pt x="379476" y="333756"/>
                </a:lnTo>
                <a:close/>
              </a:path>
              <a:path w="405765" h="393700">
                <a:moveTo>
                  <a:pt x="304133" y="381309"/>
                </a:moveTo>
                <a:lnTo>
                  <a:pt x="249555" y="380047"/>
                </a:lnTo>
                <a:lnTo>
                  <a:pt x="208121" y="377356"/>
                </a:lnTo>
                <a:lnTo>
                  <a:pt x="159019" y="369165"/>
                </a:lnTo>
                <a:lnTo>
                  <a:pt x="109728" y="350519"/>
                </a:lnTo>
                <a:lnTo>
                  <a:pt x="69222" y="314944"/>
                </a:lnTo>
                <a:lnTo>
                  <a:pt x="54864" y="297180"/>
                </a:lnTo>
                <a:lnTo>
                  <a:pt x="68269" y="297180"/>
                </a:lnTo>
                <a:lnTo>
                  <a:pt x="69413" y="298561"/>
                </a:lnTo>
                <a:lnTo>
                  <a:pt x="80962" y="309753"/>
                </a:lnTo>
                <a:lnTo>
                  <a:pt x="93940" y="320373"/>
                </a:lnTo>
                <a:lnTo>
                  <a:pt x="108204" y="330708"/>
                </a:lnTo>
                <a:lnTo>
                  <a:pt x="129540" y="330708"/>
                </a:lnTo>
                <a:lnTo>
                  <a:pt x="129540" y="336804"/>
                </a:lnTo>
                <a:lnTo>
                  <a:pt x="177736" y="349186"/>
                </a:lnTo>
                <a:lnTo>
                  <a:pt x="249936" y="353568"/>
                </a:lnTo>
                <a:lnTo>
                  <a:pt x="404616" y="353877"/>
                </a:lnTo>
                <a:lnTo>
                  <a:pt x="390501" y="359568"/>
                </a:lnTo>
                <a:lnTo>
                  <a:pt x="380047" y="366141"/>
                </a:lnTo>
                <a:lnTo>
                  <a:pt x="373880" y="373284"/>
                </a:lnTo>
                <a:lnTo>
                  <a:pt x="371856" y="381000"/>
                </a:lnTo>
                <a:lnTo>
                  <a:pt x="304133" y="381309"/>
                </a:lnTo>
                <a:close/>
              </a:path>
              <a:path w="405765" h="393700">
                <a:moveTo>
                  <a:pt x="404616" y="353877"/>
                </a:moveTo>
                <a:lnTo>
                  <a:pt x="290512" y="353877"/>
                </a:lnTo>
                <a:lnTo>
                  <a:pt x="329946" y="352615"/>
                </a:lnTo>
                <a:lnTo>
                  <a:pt x="368236" y="349924"/>
                </a:lnTo>
                <a:lnTo>
                  <a:pt x="405384" y="345948"/>
                </a:lnTo>
                <a:lnTo>
                  <a:pt x="405384" y="353568"/>
                </a:lnTo>
                <a:lnTo>
                  <a:pt x="404616" y="35387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6614159" y="2378964"/>
            <a:ext cx="338455" cy="408940"/>
          </a:xfrm>
          <a:custGeom>
            <a:avLst/>
            <a:gdLst/>
            <a:ahLst/>
            <a:cxnLst/>
            <a:rect l="l" t="t" r="r" b="b"/>
            <a:pathLst>
              <a:path w="338454" h="408939">
                <a:moveTo>
                  <a:pt x="172212" y="102108"/>
                </a:moveTo>
                <a:lnTo>
                  <a:pt x="146304" y="102108"/>
                </a:lnTo>
                <a:lnTo>
                  <a:pt x="146280" y="70723"/>
                </a:lnTo>
                <a:lnTo>
                  <a:pt x="146113" y="43053"/>
                </a:lnTo>
                <a:lnTo>
                  <a:pt x="145661" y="19383"/>
                </a:lnTo>
                <a:lnTo>
                  <a:pt x="144780" y="0"/>
                </a:lnTo>
                <a:lnTo>
                  <a:pt x="185928" y="19812"/>
                </a:lnTo>
                <a:lnTo>
                  <a:pt x="172212" y="33528"/>
                </a:lnTo>
                <a:lnTo>
                  <a:pt x="172212" y="102108"/>
                </a:lnTo>
                <a:close/>
              </a:path>
              <a:path w="338454" h="408939">
                <a:moveTo>
                  <a:pt x="336150" y="102108"/>
                </a:moveTo>
                <a:lnTo>
                  <a:pt x="294132" y="102108"/>
                </a:lnTo>
                <a:lnTo>
                  <a:pt x="307848" y="82296"/>
                </a:lnTo>
                <a:lnTo>
                  <a:pt x="336150" y="102108"/>
                </a:lnTo>
                <a:close/>
              </a:path>
              <a:path w="338454" h="408939">
                <a:moveTo>
                  <a:pt x="0" y="272795"/>
                </a:moveTo>
                <a:lnTo>
                  <a:pt x="881" y="255317"/>
                </a:lnTo>
                <a:lnTo>
                  <a:pt x="1266" y="237744"/>
                </a:lnTo>
                <a:lnTo>
                  <a:pt x="1373" y="228861"/>
                </a:lnTo>
                <a:lnTo>
                  <a:pt x="1500" y="154590"/>
                </a:lnTo>
                <a:lnTo>
                  <a:pt x="1333" y="129159"/>
                </a:lnTo>
                <a:lnTo>
                  <a:pt x="881" y="106584"/>
                </a:lnTo>
                <a:lnTo>
                  <a:pt x="0" y="86868"/>
                </a:lnTo>
                <a:lnTo>
                  <a:pt x="25908" y="102108"/>
                </a:lnTo>
                <a:lnTo>
                  <a:pt x="336150" y="102108"/>
                </a:lnTo>
                <a:lnTo>
                  <a:pt x="338328" y="103632"/>
                </a:lnTo>
                <a:lnTo>
                  <a:pt x="328269" y="112776"/>
                </a:lnTo>
                <a:lnTo>
                  <a:pt x="25908" y="112776"/>
                </a:lnTo>
                <a:lnTo>
                  <a:pt x="25908" y="227076"/>
                </a:lnTo>
                <a:lnTo>
                  <a:pt x="321756" y="227076"/>
                </a:lnTo>
                <a:lnTo>
                  <a:pt x="321802" y="228861"/>
                </a:lnTo>
                <a:lnTo>
                  <a:pt x="322268" y="237744"/>
                </a:lnTo>
                <a:lnTo>
                  <a:pt x="25908" y="237744"/>
                </a:lnTo>
                <a:lnTo>
                  <a:pt x="25908" y="259080"/>
                </a:lnTo>
                <a:lnTo>
                  <a:pt x="0" y="272795"/>
                </a:lnTo>
                <a:close/>
              </a:path>
              <a:path w="338454" h="408939">
                <a:moveTo>
                  <a:pt x="172212" y="227076"/>
                </a:moveTo>
                <a:lnTo>
                  <a:pt x="146304" y="227076"/>
                </a:lnTo>
                <a:lnTo>
                  <a:pt x="146304" y="112776"/>
                </a:lnTo>
                <a:lnTo>
                  <a:pt x="172212" y="112776"/>
                </a:lnTo>
                <a:lnTo>
                  <a:pt x="172212" y="227076"/>
                </a:lnTo>
                <a:close/>
              </a:path>
              <a:path w="338454" h="408939">
                <a:moveTo>
                  <a:pt x="321756" y="227076"/>
                </a:moveTo>
                <a:lnTo>
                  <a:pt x="297180" y="227076"/>
                </a:lnTo>
                <a:lnTo>
                  <a:pt x="297180" y="112776"/>
                </a:lnTo>
                <a:lnTo>
                  <a:pt x="328269" y="112776"/>
                </a:lnTo>
                <a:lnTo>
                  <a:pt x="321564" y="118872"/>
                </a:lnTo>
                <a:lnTo>
                  <a:pt x="321564" y="219456"/>
                </a:lnTo>
                <a:lnTo>
                  <a:pt x="321756" y="227076"/>
                </a:lnTo>
                <a:close/>
              </a:path>
              <a:path w="338454" h="408939">
                <a:moveTo>
                  <a:pt x="144780" y="408432"/>
                </a:moveTo>
                <a:lnTo>
                  <a:pt x="145661" y="383047"/>
                </a:lnTo>
                <a:lnTo>
                  <a:pt x="146113" y="345948"/>
                </a:lnTo>
                <a:lnTo>
                  <a:pt x="146280" y="297418"/>
                </a:lnTo>
                <a:lnTo>
                  <a:pt x="146304" y="237744"/>
                </a:lnTo>
                <a:lnTo>
                  <a:pt x="172212" y="237744"/>
                </a:lnTo>
                <a:lnTo>
                  <a:pt x="172236" y="297418"/>
                </a:lnTo>
                <a:lnTo>
                  <a:pt x="172402" y="342900"/>
                </a:lnTo>
                <a:lnTo>
                  <a:pt x="172854" y="374904"/>
                </a:lnTo>
                <a:lnTo>
                  <a:pt x="173736" y="393192"/>
                </a:lnTo>
                <a:lnTo>
                  <a:pt x="144780" y="408432"/>
                </a:lnTo>
                <a:close/>
              </a:path>
              <a:path w="338454" h="408939">
                <a:moveTo>
                  <a:pt x="297180" y="269748"/>
                </a:moveTo>
                <a:lnTo>
                  <a:pt x="297180" y="237744"/>
                </a:lnTo>
                <a:lnTo>
                  <a:pt x="322268" y="237744"/>
                </a:lnTo>
                <a:lnTo>
                  <a:pt x="322849" y="248816"/>
                </a:lnTo>
                <a:lnTo>
                  <a:pt x="323088" y="259080"/>
                </a:lnTo>
                <a:lnTo>
                  <a:pt x="297180" y="26974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7016495" y="2380487"/>
            <a:ext cx="394970" cy="405765"/>
          </a:xfrm>
          <a:custGeom>
            <a:avLst/>
            <a:gdLst/>
            <a:ahLst/>
            <a:cxnLst/>
            <a:rect l="l" t="t" r="r" b="b"/>
            <a:pathLst>
              <a:path w="394970" h="405764">
                <a:moveTo>
                  <a:pt x="286512" y="112776"/>
                </a:moveTo>
                <a:lnTo>
                  <a:pt x="262128" y="112776"/>
                </a:lnTo>
                <a:lnTo>
                  <a:pt x="261889" y="77628"/>
                </a:lnTo>
                <a:lnTo>
                  <a:pt x="261366" y="47625"/>
                </a:lnTo>
                <a:lnTo>
                  <a:pt x="260824" y="21336"/>
                </a:lnTo>
                <a:lnTo>
                  <a:pt x="260604" y="3048"/>
                </a:lnTo>
                <a:lnTo>
                  <a:pt x="300228" y="21336"/>
                </a:lnTo>
                <a:lnTo>
                  <a:pt x="286512" y="35052"/>
                </a:lnTo>
                <a:lnTo>
                  <a:pt x="286512" y="112776"/>
                </a:lnTo>
                <a:close/>
              </a:path>
              <a:path w="394970" h="405764">
                <a:moveTo>
                  <a:pt x="386143" y="112776"/>
                </a:moveTo>
                <a:lnTo>
                  <a:pt x="352044" y="112776"/>
                </a:lnTo>
                <a:lnTo>
                  <a:pt x="367284" y="96012"/>
                </a:lnTo>
                <a:lnTo>
                  <a:pt x="386143" y="112776"/>
                </a:lnTo>
                <a:close/>
              </a:path>
              <a:path w="394970" h="405764">
                <a:moveTo>
                  <a:pt x="169164" y="402336"/>
                </a:moveTo>
                <a:lnTo>
                  <a:pt x="170294" y="367807"/>
                </a:lnTo>
                <a:lnTo>
                  <a:pt x="171259" y="329755"/>
                </a:lnTo>
                <a:lnTo>
                  <a:pt x="171950" y="286392"/>
                </a:lnTo>
                <a:lnTo>
                  <a:pt x="172212" y="237744"/>
                </a:lnTo>
                <a:lnTo>
                  <a:pt x="171950" y="191404"/>
                </a:lnTo>
                <a:lnTo>
                  <a:pt x="171259" y="152781"/>
                </a:lnTo>
                <a:lnTo>
                  <a:pt x="170341" y="123444"/>
                </a:lnTo>
                <a:lnTo>
                  <a:pt x="170227" y="120396"/>
                </a:lnTo>
                <a:lnTo>
                  <a:pt x="169164" y="97536"/>
                </a:lnTo>
                <a:lnTo>
                  <a:pt x="199644" y="112776"/>
                </a:lnTo>
                <a:lnTo>
                  <a:pt x="386143" y="112776"/>
                </a:lnTo>
                <a:lnTo>
                  <a:pt x="394716" y="120396"/>
                </a:lnTo>
                <a:lnTo>
                  <a:pt x="390361" y="123444"/>
                </a:lnTo>
                <a:lnTo>
                  <a:pt x="193548" y="123444"/>
                </a:lnTo>
                <a:lnTo>
                  <a:pt x="193548" y="228600"/>
                </a:lnTo>
                <a:lnTo>
                  <a:pt x="379476" y="228600"/>
                </a:lnTo>
                <a:lnTo>
                  <a:pt x="379476" y="237744"/>
                </a:lnTo>
                <a:lnTo>
                  <a:pt x="193548" y="237744"/>
                </a:lnTo>
                <a:lnTo>
                  <a:pt x="193548" y="358140"/>
                </a:lnTo>
                <a:lnTo>
                  <a:pt x="380833" y="358140"/>
                </a:lnTo>
                <a:lnTo>
                  <a:pt x="381473" y="368808"/>
                </a:lnTo>
                <a:lnTo>
                  <a:pt x="193548" y="368808"/>
                </a:lnTo>
                <a:lnTo>
                  <a:pt x="193548" y="391668"/>
                </a:lnTo>
                <a:lnTo>
                  <a:pt x="169164" y="402336"/>
                </a:lnTo>
                <a:close/>
              </a:path>
              <a:path w="394970" h="405764">
                <a:moveTo>
                  <a:pt x="286512" y="228600"/>
                </a:moveTo>
                <a:lnTo>
                  <a:pt x="262128" y="228600"/>
                </a:lnTo>
                <a:lnTo>
                  <a:pt x="262128" y="123444"/>
                </a:lnTo>
                <a:lnTo>
                  <a:pt x="286512" y="123444"/>
                </a:lnTo>
                <a:lnTo>
                  <a:pt x="286512" y="228600"/>
                </a:lnTo>
                <a:close/>
              </a:path>
              <a:path w="394970" h="405764">
                <a:moveTo>
                  <a:pt x="379476" y="228600"/>
                </a:moveTo>
                <a:lnTo>
                  <a:pt x="355092" y="228600"/>
                </a:lnTo>
                <a:lnTo>
                  <a:pt x="355092" y="123444"/>
                </a:lnTo>
                <a:lnTo>
                  <a:pt x="390361" y="123444"/>
                </a:lnTo>
                <a:lnTo>
                  <a:pt x="379476" y="131064"/>
                </a:lnTo>
                <a:lnTo>
                  <a:pt x="379476" y="228600"/>
                </a:lnTo>
                <a:close/>
              </a:path>
              <a:path w="394970" h="405764">
                <a:moveTo>
                  <a:pt x="286512" y="358140"/>
                </a:moveTo>
                <a:lnTo>
                  <a:pt x="262128" y="358140"/>
                </a:lnTo>
                <a:lnTo>
                  <a:pt x="262128" y="237744"/>
                </a:lnTo>
                <a:lnTo>
                  <a:pt x="286512" y="237744"/>
                </a:lnTo>
                <a:lnTo>
                  <a:pt x="286512" y="358140"/>
                </a:lnTo>
                <a:close/>
              </a:path>
              <a:path w="394970" h="405764">
                <a:moveTo>
                  <a:pt x="380833" y="358140"/>
                </a:moveTo>
                <a:lnTo>
                  <a:pt x="355092" y="358140"/>
                </a:lnTo>
                <a:lnTo>
                  <a:pt x="355092" y="237744"/>
                </a:lnTo>
                <a:lnTo>
                  <a:pt x="379476" y="237744"/>
                </a:lnTo>
                <a:lnTo>
                  <a:pt x="379476" y="318516"/>
                </a:lnTo>
                <a:lnTo>
                  <a:pt x="379737" y="334756"/>
                </a:lnTo>
                <a:lnTo>
                  <a:pt x="380428" y="351282"/>
                </a:lnTo>
                <a:lnTo>
                  <a:pt x="380833" y="358140"/>
                </a:lnTo>
                <a:close/>
              </a:path>
              <a:path w="394970" h="405764">
                <a:moveTo>
                  <a:pt x="355092" y="394716"/>
                </a:moveTo>
                <a:lnTo>
                  <a:pt x="355092" y="368808"/>
                </a:lnTo>
                <a:lnTo>
                  <a:pt x="381473" y="368808"/>
                </a:lnTo>
                <a:lnTo>
                  <a:pt x="382524" y="384048"/>
                </a:lnTo>
                <a:lnTo>
                  <a:pt x="355092" y="394716"/>
                </a:lnTo>
                <a:close/>
              </a:path>
              <a:path w="394970" h="405764">
                <a:moveTo>
                  <a:pt x="103632" y="105156"/>
                </a:moveTo>
                <a:lnTo>
                  <a:pt x="79248" y="105156"/>
                </a:lnTo>
                <a:lnTo>
                  <a:pt x="79224" y="72009"/>
                </a:lnTo>
                <a:lnTo>
                  <a:pt x="79057" y="43434"/>
                </a:lnTo>
                <a:lnTo>
                  <a:pt x="78605" y="19431"/>
                </a:lnTo>
                <a:lnTo>
                  <a:pt x="77724" y="0"/>
                </a:lnTo>
                <a:lnTo>
                  <a:pt x="117348" y="22860"/>
                </a:lnTo>
                <a:lnTo>
                  <a:pt x="103632" y="33528"/>
                </a:lnTo>
                <a:lnTo>
                  <a:pt x="103632" y="105156"/>
                </a:lnTo>
                <a:close/>
              </a:path>
              <a:path w="394970" h="405764">
                <a:moveTo>
                  <a:pt x="19812" y="118872"/>
                </a:moveTo>
                <a:lnTo>
                  <a:pt x="6095" y="105156"/>
                </a:lnTo>
                <a:lnTo>
                  <a:pt x="118871" y="105156"/>
                </a:lnTo>
                <a:lnTo>
                  <a:pt x="137159" y="86868"/>
                </a:lnTo>
                <a:lnTo>
                  <a:pt x="164592" y="114300"/>
                </a:lnTo>
                <a:lnTo>
                  <a:pt x="38100" y="114300"/>
                </a:lnTo>
                <a:lnTo>
                  <a:pt x="19812" y="118872"/>
                </a:lnTo>
                <a:close/>
              </a:path>
              <a:path w="394970" h="405764">
                <a:moveTo>
                  <a:pt x="24384" y="262128"/>
                </a:moveTo>
                <a:lnTo>
                  <a:pt x="0" y="231648"/>
                </a:lnTo>
                <a:lnTo>
                  <a:pt x="11739" y="228219"/>
                </a:lnTo>
                <a:lnTo>
                  <a:pt x="28765" y="222504"/>
                </a:lnTo>
                <a:lnTo>
                  <a:pt x="51220" y="214503"/>
                </a:lnTo>
                <a:lnTo>
                  <a:pt x="79248" y="204216"/>
                </a:lnTo>
                <a:lnTo>
                  <a:pt x="79248" y="114300"/>
                </a:lnTo>
                <a:lnTo>
                  <a:pt x="103632" y="114300"/>
                </a:lnTo>
                <a:lnTo>
                  <a:pt x="103632" y="195072"/>
                </a:lnTo>
                <a:lnTo>
                  <a:pt x="133966" y="195072"/>
                </a:lnTo>
                <a:lnTo>
                  <a:pt x="103632" y="211836"/>
                </a:lnTo>
                <a:lnTo>
                  <a:pt x="103632" y="224028"/>
                </a:lnTo>
                <a:lnTo>
                  <a:pt x="79248" y="224028"/>
                </a:lnTo>
                <a:lnTo>
                  <a:pt x="55244" y="236839"/>
                </a:lnTo>
                <a:lnTo>
                  <a:pt x="38100" y="247650"/>
                </a:lnTo>
                <a:lnTo>
                  <a:pt x="27813" y="256174"/>
                </a:lnTo>
                <a:lnTo>
                  <a:pt x="24384" y="262128"/>
                </a:lnTo>
                <a:close/>
              </a:path>
              <a:path w="394970" h="405764">
                <a:moveTo>
                  <a:pt x="133966" y="195072"/>
                </a:moveTo>
                <a:lnTo>
                  <a:pt x="103632" y="195072"/>
                </a:lnTo>
                <a:lnTo>
                  <a:pt x="156971" y="172212"/>
                </a:lnTo>
                <a:lnTo>
                  <a:pt x="161544" y="179832"/>
                </a:lnTo>
                <a:lnTo>
                  <a:pt x="133966" y="195072"/>
                </a:lnTo>
                <a:close/>
              </a:path>
              <a:path w="394970" h="405764">
                <a:moveTo>
                  <a:pt x="102597" y="364236"/>
                </a:moveTo>
                <a:lnTo>
                  <a:pt x="74676" y="364236"/>
                </a:lnTo>
                <a:lnTo>
                  <a:pt x="79248" y="356616"/>
                </a:lnTo>
                <a:lnTo>
                  <a:pt x="79248" y="224028"/>
                </a:lnTo>
                <a:lnTo>
                  <a:pt x="103632" y="224028"/>
                </a:lnTo>
                <a:lnTo>
                  <a:pt x="103632" y="359664"/>
                </a:lnTo>
                <a:lnTo>
                  <a:pt x="102597" y="364236"/>
                </a:lnTo>
                <a:close/>
              </a:path>
              <a:path w="394970" h="405764">
                <a:moveTo>
                  <a:pt x="65532" y="405384"/>
                </a:moveTo>
                <a:lnTo>
                  <a:pt x="62079" y="395120"/>
                </a:lnTo>
                <a:lnTo>
                  <a:pt x="51625" y="385000"/>
                </a:lnTo>
                <a:lnTo>
                  <a:pt x="34028" y="375165"/>
                </a:lnTo>
                <a:lnTo>
                  <a:pt x="9143" y="365760"/>
                </a:lnTo>
                <a:lnTo>
                  <a:pt x="9143" y="358140"/>
                </a:lnTo>
                <a:lnTo>
                  <a:pt x="57578" y="363712"/>
                </a:lnTo>
                <a:lnTo>
                  <a:pt x="65532" y="364236"/>
                </a:lnTo>
                <a:lnTo>
                  <a:pt x="102597" y="364236"/>
                </a:lnTo>
                <a:lnTo>
                  <a:pt x="100464" y="373665"/>
                </a:lnTo>
                <a:lnTo>
                  <a:pt x="93154" y="385953"/>
                </a:lnTo>
                <a:lnTo>
                  <a:pt x="81557" y="396525"/>
                </a:lnTo>
                <a:lnTo>
                  <a:pt x="65532" y="40538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" name="object 15"/>
          <p:cNvSpPr/>
          <p:nvPr/>
        </p:nvSpPr>
        <p:spPr>
          <a:xfrm>
            <a:off x="7467600" y="2389632"/>
            <a:ext cx="402590" cy="394970"/>
          </a:xfrm>
          <a:custGeom>
            <a:avLst/>
            <a:gdLst/>
            <a:ahLst/>
            <a:cxnLst/>
            <a:rect l="l" t="t" r="r" b="b"/>
            <a:pathLst>
              <a:path w="402590" h="394969">
                <a:moveTo>
                  <a:pt x="13716" y="35051"/>
                </a:moveTo>
                <a:lnTo>
                  <a:pt x="0" y="19812"/>
                </a:lnTo>
                <a:lnTo>
                  <a:pt x="163068" y="19812"/>
                </a:lnTo>
                <a:lnTo>
                  <a:pt x="184404" y="0"/>
                </a:lnTo>
                <a:lnTo>
                  <a:pt x="216408" y="30479"/>
                </a:lnTo>
                <a:lnTo>
                  <a:pt x="32004" y="30479"/>
                </a:lnTo>
                <a:lnTo>
                  <a:pt x="13716" y="35051"/>
                </a:lnTo>
                <a:close/>
              </a:path>
              <a:path w="402590" h="394969">
                <a:moveTo>
                  <a:pt x="16764" y="324612"/>
                </a:moveTo>
                <a:lnTo>
                  <a:pt x="0" y="289559"/>
                </a:lnTo>
                <a:lnTo>
                  <a:pt x="10572" y="288155"/>
                </a:lnTo>
                <a:lnTo>
                  <a:pt x="21717" y="286321"/>
                </a:lnTo>
                <a:lnTo>
                  <a:pt x="45720" y="281939"/>
                </a:lnTo>
                <a:lnTo>
                  <a:pt x="45720" y="30479"/>
                </a:lnTo>
                <a:lnTo>
                  <a:pt x="68580" y="30479"/>
                </a:lnTo>
                <a:lnTo>
                  <a:pt x="68580" y="103631"/>
                </a:lnTo>
                <a:lnTo>
                  <a:pt x="169164" y="103631"/>
                </a:lnTo>
                <a:lnTo>
                  <a:pt x="169164" y="114299"/>
                </a:lnTo>
                <a:lnTo>
                  <a:pt x="68580" y="114299"/>
                </a:lnTo>
                <a:lnTo>
                  <a:pt x="68580" y="188975"/>
                </a:lnTo>
                <a:lnTo>
                  <a:pt x="169164" y="188975"/>
                </a:lnTo>
                <a:lnTo>
                  <a:pt x="169164" y="199643"/>
                </a:lnTo>
                <a:lnTo>
                  <a:pt x="68580" y="199643"/>
                </a:lnTo>
                <a:lnTo>
                  <a:pt x="68580" y="275843"/>
                </a:lnTo>
                <a:lnTo>
                  <a:pt x="141183" y="275843"/>
                </a:lnTo>
                <a:lnTo>
                  <a:pt x="95416" y="289464"/>
                </a:lnTo>
                <a:lnTo>
                  <a:pt x="56959" y="302894"/>
                </a:lnTo>
                <a:lnTo>
                  <a:pt x="30789" y="314610"/>
                </a:lnTo>
                <a:lnTo>
                  <a:pt x="16764" y="324612"/>
                </a:lnTo>
                <a:close/>
              </a:path>
              <a:path w="402590" h="394969">
                <a:moveTo>
                  <a:pt x="169164" y="103631"/>
                </a:moveTo>
                <a:lnTo>
                  <a:pt x="146304" y="103631"/>
                </a:lnTo>
                <a:lnTo>
                  <a:pt x="146304" y="30479"/>
                </a:lnTo>
                <a:lnTo>
                  <a:pt x="169164" y="30479"/>
                </a:lnTo>
                <a:lnTo>
                  <a:pt x="169164" y="103631"/>
                </a:lnTo>
                <a:close/>
              </a:path>
              <a:path w="402590" h="394969">
                <a:moveTo>
                  <a:pt x="195072" y="77723"/>
                </a:moveTo>
                <a:lnTo>
                  <a:pt x="181356" y="64007"/>
                </a:lnTo>
                <a:lnTo>
                  <a:pt x="329184" y="64007"/>
                </a:lnTo>
                <a:lnTo>
                  <a:pt x="342900" y="47243"/>
                </a:lnTo>
                <a:lnTo>
                  <a:pt x="373380" y="71627"/>
                </a:lnTo>
                <a:lnTo>
                  <a:pt x="368300" y="74675"/>
                </a:lnTo>
                <a:lnTo>
                  <a:pt x="210312" y="74675"/>
                </a:lnTo>
                <a:lnTo>
                  <a:pt x="195072" y="77723"/>
                </a:lnTo>
                <a:close/>
              </a:path>
              <a:path w="402590" h="394969">
                <a:moveTo>
                  <a:pt x="173736" y="391668"/>
                </a:moveTo>
                <a:lnTo>
                  <a:pt x="170688" y="385572"/>
                </a:lnTo>
                <a:lnTo>
                  <a:pt x="199215" y="358449"/>
                </a:lnTo>
                <a:lnTo>
                  <a:pt x="225171" y="329755"/>
                </a:lnTo>
                <a:lnTo>
                  <a:pt x="248269" y="299632"/>
                </a:lnTo>
                <a:lnTo>
                  <a:pt x="268223" y="268223"/>
                </a:lnTo>
                <a:lnTo>
                  <a:pt x="251650" y="220194"/>
                </a:lnTo>
                <a:lnTo>
                  <a:pt x="238506" y="172021"/>
                </a:lnTo>
                <a:lnTo>
                  <a:pt x="228790" y="123563"/>
                </a:lnTo>
                <a:lnTo>
                  <a:pt x="222504" y="74675"/>
                </a:lnTo>
                <a:lnTo>
                  <a:pt x="231648" y="74675"/>
                </a:lnTo>
                <a:lnTo>
                  <a:pt x="240768" y="124467"/>
                </a:lnTo>
                <a:lnTo>
                  <a:pt x="252031" y="168973"/>
                </a:lnTo>
                <a:lnTo>
                  <a:pt x="265295" y="208621"/>
                </a:lnTo>
                <a:lnTo>
                  <a:pt x="280416" y="243839"/>
                </a:lnTo>
                <a:lnTo>
                  <a:pt x="304267" y="243839"/>
                </a:lnTo>
                <a:lnTo>
                  <a:pt x="294132" y="265175"/>
                </a:lnTo>
                <a:lnTo>
                  <a:pt x="311671" y="286511"/>
                </a:lnTo>
                <a:lnTo>
                  <a:pt x="281940" y="286511"/>
                </a:lnTo>
                <a:lnTo>
                  <a:pt x="257317" y="317944"/>
                </a:lnTo>
                <a:lnTo>
                  <a:pt x="231267" y="345948"/>
                </a:lnTo>
                <a:lnTo>
                  <a:pt x="203501" y="370522"/>
                </a:lnTo>
                <a:lnTo>
                  <a:pt x="173736" y="391668"/>
                </a:lnTo>
                <a:close/>
              </a:path>
              <a:path w="402590" h="394969">
                <a:moveTo>
                  <a:pt x="304267" y="243839"/>
                </a:moveTo>
                <a:lnTo>
                  <a:pt x="280416" y="243839"/>
                </a:lnTo>
                <a:lnTo>
                  <a:pt x="295560" y="205835"/>
                </a:lnTo>
                <a:lnTo>
                  <a:pt x="308991" y="164972"/>
                </a:lnTo>
                <a:lnTo>
                  <a:pt x="320706" y="121253"/>
                </a:lnTo>
                <a:lnTo>
                  <a:pt x="330708" y="74675"/>
                </a:lnTo>
                <a:lnTo>
                  <a:pt x="368300" y="74675"/>
                </a:lnTo>
                <a:lnTo>
                  <a:pt x="358140" y="80771"/>
                </a:lnTo>
                <a:lnTo>
                  <a:pt x="344709" y="133588"/>
                </a:lnTo>
                <a:lnTo>
                  <a:pt x="329565" y="182117"/>
                </a:lnTo>
                <a:lnTo>
                  <a:pt x="312705" y="226075"/>
                </a:lnTo>
                <a:lnTo>
                  <a:pt x="304267" y="243839"/>
                </a:lnTo>
                <a:close/>
              </a:path>
              <a:path w="402590" h="394969">
                <a:moveTo>
                  <a:pt x="169164" y="188975"/>
                </a:moveTo>
                <a:lnTo>
                  <a:pt x="146304" y="188975"/>
                </a:lnTo>
                <a:lnTo>
                  <a:pt x="146304" y="114299"/>
                </a:lnTo>
                <a:lnTo>
                  <a:pt x="169164" y="114299"/>
                </a:lnTo>
                <a:lnTo>
                  <a:pt x="169164" y="188975"/>
                </a:lnTo>
                <a:close/>
              </a:path>
              <a:path w="402590" h="394969">
                <a:moveTo>
                  <a:pt x="141183" y="275843"/>
                </a:moveTo>
                <a:lnTo>
                  <a:pt x="68580" y="275843"/>
                </a:lnTo>
                <a:lnTo>
                  <a:pt x="146304" y="260603"/>
                </a:lnTo>
                <a:lnTo>
                  <a:pt x="146304" y="199643"/>
                </a:lnTo>
                <a:lnTo>
                  <a:pt x="169164" y="199643"/>
                </a:lnTo>
                <a:lnTo>
                  <a:pt x="169164" y="256031"/>
                </a:lnTo>
                <a:lnTo>
                  <a:pt x="209169" y="256031"/>
                </a:lnTo>
                <a:lnTo>
                  <a:pt x="169164" y="269747"/>
                </a:lnTo>
                <a:lnTo>
                  <a:pt x="169167" y="274319"/>
                </a:lnTo>
                <a:lnTo>
                  <a:pt x="146304" y="274319"/>
                </a:lnTo>
                <a:lnTo>
                  <a:pt x="141183" y="275843"/>
                </a:lnTo>
                <a:close/>
              </a:path>
              <a:path w="402590" h="394969">
                <a:moveTo>
                  <a:pt x="209169" y="256031"/>
                </a:moveTo>
                <a:lnTo>
                  <a:pt x="169164" y="256031"/>
                </a:lnTo>
                <a:lnTo>
                  <a:pt x="220980" y="245363"/>
                </a:lnTo>
                <a:lnTo>
                  <a:pt x="222504" y="251459"/>
                </a:lnTo>
                <a:lnTo>
                  <a:pt x="209169" y="256031"/>
                </a:lnTo>
                <a:close/>
              </a:path>
              <a:path w="402590" h="394969">
                <a:moveTo>
                  <a:pt x="144780" y="394716"/>
                </a:moveTo>
                <a:lnTo>
                  <a:pt x="144977" y="373380"/>
                </a:lnTo>
                <a:lnTo>
                  <a:pt x="145073" y="365974"/>
                </a:lnTo>
                <a:lnTo>
                  <a:pt x="145965" y="314610"/>
                </a:lnTo>
                <a:lnTo>
                  <a:pt x="146085" y="305752"/>
                </a:lnTo>
                <a:lnTo>
                  <a:pt x="146304" y="274319"/>
                </a:lnTo>
                <a:lnTo>
                  <a:pt x="169167" y="274319"/>
                </a:lnTo>
                <a:lnTo>
                  <a:pt x="169291" y="324612"/>
                </a:lnTo>
                <a:lnTo>
                  <a:pt x="169354" y="336041"/>
                </a:lnTo>
                <a:lnTo>
                  <a:pt x="169806" y="360616"/>
                </a:lnTo>
                <a:lnTo>
                  <a:pt x="170688" y="379475"/>
                </a:lnTo>
                <a:lnTo>
                  <a:pt x="144780" y="394716"/>
                </a:lnTo>
                <a:close/>
              </a:path>
              <a:path w="402590" h="394969">
                <a:moveTo>
                  <a:pt x="367284" y="373380"/>
                </a:moveTo>
                <a:lnTo>
                  <a:pt x="343019" y="355092"/>
                </a:lnTo>
                <a:lnTo>
                  <a:pt x="320611" y="334518"/>
                </a:lnTo>
                <a:lnTo>
                  <a:pt x="300204" y="311657"/>
                </a:lnTo>
                <a:lnTo>
                  <a:pt x="281940" y="286511"/>
                </a:lnTo>
                <a:lnTo>
                  <a:pt x="311671" y="286511"/>
                </a:lnTo>
                <a:lnTo>
                  <a:pt x="317896" y="294084"/>
                </a:lnTo>
                <a:lnTo>
                  <a:pt x="343662" y="316991"/>
                </a:lnTo>
                <a:lnTo>
                  <a:pt x="371713" y="334184"/>
                </a:lnTo>
                <a:lnTo>
                  <a:pt x="402336" y="345948"/>
                </a:lnTo>
                <a:lnTo>
                  <a:pt x="402336" y="352044"/>
                </a:lnTo>
                <a:lnTo>
                  <a:pt x="391501" y="355163"/>
                </a:lnTo>
                <a:lnTo>
                  <a:pt x="381952" y="359854"/>
                </a:lnTo>
                <a:lnTo>
                  <a:pt x="373832" y="365974"/>
                </a:lnTo>
                <a:lnTo>
                  <a:pt x="367284" y="37338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" name="object 16"/>
          <p:cNvSpPr/>
          <p:nvPr/>
        </p:nvSpPr>
        <p:spPr>
          <a:xfrm>
            <a:off x="7946135" y="2388108"/>
            <a:ext cx="335280" cy="393700"/>
          </a:xfrm>
          <a:custGeom>
            <a:avLst/>
            <a:gdLst/>
            <a:ahLst/>
            <a:cxnLst/>
            <a:rect l="l" t="t" r="r" b="b"/>
            <a:pathLst>
              <a:path w="335279" h="393700">
                <a:moveTo>
                  <a:pt x="297179" y="393191"/>
                </a:moveTo>
                <a:lnTo>
                  <a:pt x="297179" y="364236"/>
                </a:lnTo>
                <a:lnTo>
                  <a:pt x="36575" y="364236"/>
                </a:lnTo>
                <a:lnTo>
                  <a:pt x="24383" y="376428"/>
                </a:lnTo>
                <a:lnTo>
                  <a:pt x="0" y="358140"/>
                </a:lnTo>
                <a:lnTo>
                  <a:pt x="12192" y="345948"/>
                </a:lnTo>
                <a:lnTo>
                  <a:pt x="12192" y="277367"/>
                </a:lnTo>
                <a:lnTo>
                  <a:pt x="11930" y="264271"/>
                </a:lnTo>
                <a:lnTo>
                  <a:pt x="11239" y="250316"/>
                </a:lnTo>
                <a:lnTo>
                  <a:pt x="9144" y="220980"/>
                </a:lnTo>
                <a:lnTo>
                  <a:pt x="50292" y="240791"/>
                </a:lnTo>
                <a:lnTo>
                  <a:pt x="36575" y="252984"/>
                </a:lnTo>
                <a:lnTo>
                  <a:pt x="36575" y="353567"/>
                </a:lnTo>
                <a:lnTo>
                  <a:pt x="152399" y="353567"/>
                </a:lnTo>
                <a:lnTo>
                  <a:pt x="152399" y="185928"/>
                </a:lnTo>
                <a:lnTo>
                  <a:pt x="51815" y="185928"/>
                </a:lnTo>
                <a:lnTo>
                  <a:pt x="38099" y="198120"/>
                </a:lnTo>
                <a:lnTo>
                  <a:pt x="13715" y="178308"/>
                </a:lnTo>
                <a:lnTo>
                  <a:pt x="25907" y="167640"/>
                </a:lnTo>
                <a:lnTo>
                  <a:pt x="25907" y="97536"/>
                </a:lnTo>
                <a:lnTo>
                  <a:pt x="25669" y="86320"/>
                </a:lnTo>
                <a:lnTo>
                  <a:pt x="24622" y="63888"/>
                </a:lnTo>
                <a:lnTo>
                  <a:pt x="24383" y="51816"/>
                </a:lnTo>
                <a:lnTo>
                  <a:pt x="65532" y="73152"/>
                </a:lnTo>
                <a:lnTo>
                  <a:pt x="50292" y="82296"/>
                </a:lnTo>
                <a:lnTo>
                  <a:pt x="50292" y="175260"/>
                </a:lnTo>
                <a:lnTo>
                  <a:pt x="152399" y="175260"/>
                </a:lnTo>
                <a:lnTo>
                  <a:pt x="152376" y="45219"/>
                </a:lnTo>
                <a:lnTo>
                  <a:pt x="152209" y="29908"/>
                </a:lnTo>
                <a:lnTo>
                  <a:pt x="151757" y="14882"/>
                </a:lnTo>
                <a:lnTo>
                  <a:pt x="150875" y="0"/>
                </a:lnTo>
                <a:lnTo>
                  <a:pt x="190499" y="18288"/>
                </a:lnTo>
                <a:lnTo>
                  <a:pt x="176783" y="33528"/>
                </a:lnTo>
                <a:lnTo>
                  <a:pt x="176783" y="175260"/>
                </a:lnTo>
                <a:lnTo>
                  <a:pt x="278891" y="175260"/>
                </a:lnTo>
                <a:lnTo>
                  <a:pt x="278868" y="86058"/>
                </a:lnTo>
                <a:lnTo>
                  <a:pt x="278701" y="74295"/>
                </a:lnTo>
                <a:lnTo>
                  <a:pt x="278249" y="61960"/>
                </a:lnTo>
                <a:lnTo>
                  <a:pt x="277367" y="48768"/>
                </a:lnTo>
                <a:lnTo>
                  <a:pt x="316991" y="67056"/>
                </a:lnTo>
                <a:lnTo>
                  <a:pt x="303275" y="79248"/>
                </a:lnTo>
                <a:lnTo>
                  <a:pt x="303275" y="147828"/>
                </a:lnTo>
                <a:lnTo>
                  <a:pt x="303561" y="156948"/>
                </a:lnTo>
                <a:lnTo>
                  <a:pt x="304418" y="168211"/>
                </a:lnTo>
                <a:lnTo>
                  <a:pt x="305847" y="181475"/>
                </a:lnTo>
                <a:lnTo>
                  <a:pt x="307847" y="196596"/>
                </a:lnTo>
                <a:lnTo>
                  <a:pt x="278891" y="205740"/>
                </a:lnTo>
                <a:lnTo>
                  <a:pt x="278891" y="185928"/>
                </a:lnTo>
                <a:lnTo>
                  <a:pt x="176783" y="185928"/>
                </a:lnTo>
                <a:lnTo>
                  <a:pt x="176783" y="353567"/>
                </a:lnTo>
                <a:lnTo>
                  <a:pt x="297179" y="353567"/>
                </a:lnTo>
                <a:lnTo>
                  <a:pt x="297179" y="277367"/>
                </a:lnTo>
                <a:lnTo>
                  <a:pt x="296941" y="265390"/>
                </a:lnTo>
                <a:lnTo>
                  <a:pt x="295894" y="238577"/>
                </a:lnTo>
                <a:lnTo>
                  <a:pt x="295655" y="224028"/>
                </a:lnTo>
                <a:lnTo>
                  <a:pt x="335279" y="246888"/>
                </a:lnTo>
                <a:lnTo>
                  <a:pt x="321563" y="257555"/>
                </a:lnTo>
                <a:lnTo>
                  <a:pt x="321587" y="336684"/>
                </a:lnTo>
                <a:lnTo>
                  <a:pt x="321754" y="352234"/>
                </a:lnTo>
                <a:lnTo>
                  <a:pt x="322206" y="368069"/>
                </a:lnTo>
                <a:lnTo>
                  <a:pt x="323087" y="384048"/>
                </a:lnTo>
                <a:lnTo>
                  <a:pt x="297179" y="39319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" name="object 17"/>
          <p:cNvSpPr/>
          <p:nvPr/>
        </p:nvSpPr>
        <p:spPr>
          <a:xfrm>
            <a:off x="8360651" y="2378963"/>
            <a:ext cx="841375" cy="408940"/>
          </a:xfrm>
          <a:custGeom>
            <a:avLst/>
            <a:gdLst/>
            <a:ahLst/>
            <a:cxnLst/>
            <a:rect l="l" t="t" r="r" b="b"/>
            <a:pathLst>
              <a:path w="841375" h="408939">
                <a:moveTo>
                  <a:pt x="160020" y="327660"/>
                </a:moveTo>
                <a:lnTo>
                  <a:pt x="131064" y="297180"/>
                </a:lnTo>
                <a:lnTo>
                  <a:pt x="123063" y="308000"/>
                </a:lnTo>
                <a:lnTo>
                  <a:pt x="112776" y="319659"/>
                </a:lnTo>
                <a:lnTo>
                  <a:pt x="67297" y="357505"/>
                </a:lnTo>
                <a:lnTo>
                  <a:pt x="24917" y="385368"/>
                </a:lnTo>
                <a:lnTo>
                  <a:pt x="0" y="399288"/>
                </a:lnTo>
                <a:lnTo>
                  <a:pt x="1524" y="406908"/>
                </a:lnTo>
                <a:lnTo>
                  <a:pt x="36106" y="392861"/>
                </a:lnTo>
                <a:lnTo>
                  <a:pt x="71247" y="375666"/>
                </a:lnTo>
                <a:lnTo>
                  <a:pt x="106972" y="355053"/>
                </a:lnTo>
                <a:lnTo>
                  <a:pt x="143256" y="330708"/>
                </a:lnTo>
                <a:lnTo>
                  <a:pt x="160020" y="327660"/>
                </a:lnTo>
                <a:close/>
              </a:path>
              <a:path w="841375" h="408939">
                <a:moveTo>
                  <a:pt x="367284" y="384048"/>
                </a:moveTo>
                <a:lnTo>
                  <a:pt x="335280" y="347472"/>
                </a:lnTo>
                <a:lnTo>
                  <a:pt x="297942" y="328231"/>
                </a:lnTo>
                <a:lnTo>
                  <a:pt x="246888" y="307848"/>
                </a:lnTo>
                <a:lnTo>
                  <a:pt x="245364" y="315468"/>
                </a:lnTo>
                <a:lnTo>
                  <a:pt x="273964" y="332600"/>
                </a:lnTo>
                <a:lnTo>
                  <a:pt x="298132" y="349567"/>
                </a:lnTo>
                <a:lnTo>
                  <a:pt x="318020" y="366268"/>
                </a:lnTo>
                <a:lnTo>
                  <a:pt x="333756" y="382524"/>
                </a:lnTo>
                <a:lnTo>
                  <a:pt x="342950" y="393407"/>
                </a:lnTo>
                <a:lnTo>
                  <a:pt x="350139" y="401002"/>
                </a:lnTo>
                <a:lnTo>
                  <a:pt x="355625" y="405460"/>
                </a:lnTo>
                <a:lnTo>
                  <a:pt x="359664" y="406908"/>
                </a:lnTo>
                <a:lnTo>
                  <a:pt x="361188" y="406908"/>
                </a:lnTo>
                <a:lnTo>
                  <a:pt x="362712" y="403860"/>
                </a:lnTo>
                <a:lnTo>
                  <a:pt x="365760" y="391668"/>
                </a:lnTo>
                <a:lnTo>
                  <a:pt x="367284" y="387096"/>
                </a:lnTo>
                <a:lnTo>
                  <a:pt x="367284" y="384048"/>
                </a:lnTo>
                <a:close/>
              </a:path>
              <a:path w="841375" h="408939">
                <a:moveTo>
                  <a:pt x="394716" y="291084"/>
                </a:moveTo>
                <a:lnTo>
                  <a:pt x="356616" y="251460"/>
                </a:lnTo>
                <a:lnTo>
                  <a:pt x="329184" y="280416"/>
                </a:lnTo>
                <a:lnTo>
                  <a:pt x="301752" y="280416"/>
                </a:lnTo>
                <a:lnTo>
                  <a:pt x="301752" y="42672"/>
                </a:lnTo>
                <a:lnTo>
                  <a:pt x="309372" y="36576"/>
                </a:lnTo>
                <a:lnTo>
                  <a:pt x="316992" y="30480"/>
                </a:lnTo>
                <a:lnTo>
                  <a:pt x="311023" y="25908"/>
                </a:lnTo>
                <a:lnTo>
                  <a:pt x="291084" y="10668"/>
                </a:lnTo>
                <a:lnTo>
                  <a:pt x="278892" y="24218"/>
                </a:lnTo>
                <a:lnTo>
                  <a:pt x="278892" y="36576"/>
                </a:lnTo>
                <a:lnTo>
                  <a:pt x="278892" y="85344"/>
                </a:lnTo>
                <a:lnTo>
                  <a:pt x="278892" y="280416"/>
                </a:lnTo>
                <a:lnTo>
                  <a:pt x="121920" y="280416"/>
                </a:lnTo>
                <a:lnTo>
                  <a:pt x="121920" y="225552"/>
                </a:lnTo>
                <a:lnTo>
                  <a:pt x="278892" y="225552"/>
                </a:lnTo>
                <a:lnTo>
                  <a:pt x="278892" y="214884"/>
                </a:lnTo>
                <a:lnTo>
                  <a:pt x="121920" y="214884"/>
                </a:lnTo>
                <a:lnTo>
                  <a:pt x="121920" y="160020"/>
                </a:lnTo>
                <a:lnTo>
                  <a:pt x="278892" y="160020"/>
                </a:lnTo>
                <a:lnTo>
                  <a:pt x="278892" y="149352"/>
                </a:lnTo>
                <a:lnTo>
                  <a:pt x="121920" y="149352"/>
                </a:lnTo>
                <a:lnTo>
                  <a:pt x="121920" y="96012"/>
                </a:lnTo>
                <a:lnTo>
                  <a:pt x="278892" y="96012"/>
                </a:lnTo>
                <a:lnTo>
                  <a:pt x="278892" y="85344"/>
                </a:lnTo>
                <a:lnTo>
                  <a:pt x="121920" y="85344"/>
                </a:lnTo>
                <a:lnTo>
                  <a:pt x="121920" y="36576"/>
                </a:lnTo>
                <a:lnTo>
                  <a:pt x="278892" y="36576"/>
                </a:lnTo>
                <a:lnTo>
                  <a:pt x="278892" y="24218"/>
                </a:lnTo>
                <a:lnTo>
                  <a:pt x="277368" y="25908"/>
                </a:lnTo>
                <a:lnTo>
                  <a:pt x="121920" y="25908"/>
                </a:lnTo>
                <a:lnTo>
                  <a:pt x="97536" y="9144"/>
                </a:lnTo>
                <a:lnTo>
                  <a:pt x="98425" y="34848"/>
                </a:lnTo>
                <a:lnTo>
                  <a:pt x="98869" y="56959"/>
                </a:lnTo>
                <a:lnTo>
                  <a:pt x="99047" y="75374"/>
                </a:lnTo>
                <a:lnTo>
                  <a:pt x="99060" y="280416"/>
                </a:lnTo>
                <a:lnTo>
                  <a:pt x="0" y="280416"/>
                </a:lnTo>
                <a:lnTo>
                  <a:pt x="15240" y="295656"/>
                </a:lnTo>
                <a:lnTo>
                  <a:pt x="25552" y="293662"/>
                </a:lnTo>
                <a:lnTo>
                  <a:pt x="36004" y="292227"/>
                </a:lnTo>
                <a:lnTo>
                  <a:pt x="46748" y="291376"/>
                </a:lnTo>
                <a:lnTo>
                  <a:pt x="57912" y="291084"/>
                </a:lnTo>
                <a:lnTo>
                  <a:pt x="394716" y="291084"/>
                </a:lnTo>
                <a:close/>
              </a:path>
              <a:path w="841375" h="408939">
                <a:moveTo>
                  <a:pt x="841260" y="82296"/>
                </a:moveTo>
                <a:lnTo>
                  <a:pt x="801636" y="41148"/>
                </a:lnTo>
                <a:lnTo>
                  <a:pt x="772680" y="71628"/>
                </a:lnTo>
                <a:lnTo>
                  <a:pt x="624852" y="71628"/>
                </a:lnTo>
                <a:lnTo>
                  <a:pt x="629437" y="63055"/>
                </a:lnTo>
                <a:lnTo>
                  <a:pt x="634187" y="53340"/>
                </a:lnTo>
                <a:lnTo>
                  <a:pt x="639203" y="42481"/>
                </a:lnTo>
                <a:lnTo>
                  <a:pt x="644664" y="30480"/>
                </a:lnTo>
                <a:lnTo>
                  <a:pt x="662952" y="24384"/>
                </a:lnTo>
                <a:lnTo>
                  <a:pt x="618756" y="0"/>
                </a:lnTo>
                <a:lnTo>
                  <a:pt x="615581" y="14846"/>
                </a:lnTo>
                <a:lnTo>
                  <a:pt x="610565" y="31813"/>
                </a:lnTo>
                <a:lnTo>
                  <a:pt x="603529" y="50800"/>
                </a:lnTo>
                <a:lnTo>
                  <a:pt x="594372" y="71628"/>
                </a:lnTo>
                <a:lnTo>
                  <a:pt x="438924" y="71628"/>
                </a:lnTo>
                <a:lnTo>
                  <a:pt x="454164" y="86868"/>
                </a:lnTo>
                <a:lnTo>
                  <a:pt x="463588" y="84874"/>
                </a:lnTo>
                <a:lnTo>
                  <a:pt x="473595" y="83439"/>
                </a:lnTo>
                <a:lnTo>
                  <a:pt x="484162" y="82588"/>
                </a:lnTo>
                <a:lnTo>
                  <a:pt x="495312" y="82296"/>
                </a:lnTo>
                <a:lnTo>
                  <a:pt x="591324" y="82296"/>
                </a:lnTo>
                <a:lnTo>
                  <a:pt x="557034" y="139255"/>
                </a:lnTo>
                <a:lnTo>
                  <a:pt x="522744" y="185928"/>
                </a:lnTo>
                <a:lnTo>
                  <a:pt x="483692" y="225361"/>
                </a:lnTo>
                <a:lnTo>
                  <a:pt x="438924" y="263652"/>
                </a:lnTo>
                <a:lnTo>
                  <a:pt x="443496" y="269748"/>
                </a:lnTo>
                <a:lnTo>
                  <a:pt x="471512" y="251460"/>
                </a:lnTo>
                <a:lnTo>
                  <a:pt x="498551" y="230886"/>
                </a:lnTo>
                <a:lnTo>
                  <a:pt x="524713" y="208026"/>
                </a:lnTo>
                <a:lnTo>
                  <a:pt x="550176" y="182880"/>
                </a:lnTo>
                <a:lnTo>
                  <a:pt x="549910" y="270637"/>
                </a:lnTo>
                <a:lnTo>
                  <a:pt x="549224" y="337375"/>
                </a:lnTo>
                <a:lnTo>
                  <a:pt x="548246" y="383273"/>
                </a:lnTo>
                <a:lnTo>
                  <a:pt x="547128" y="408432"/>
                </a:lnTo>
                <a:lnTo>
                  <a:pt x="574560" y="393192"/>
                </a:lnTo>
                <a:lnTo>
                  <a:pt x="574560" y="294132"/>
                </a:lnTo>
                <a:lnTo>
                  <a:pt x="734580" y="294132"/>
                </a:lnTo>
                <a:lnTo>
                  <a:pt x="734580" y="365760"/>
                </a:lnTo>
                <a:lnTo>
                  <a:pt x="728484" y="370332"/>
                </a:lnTo>
                <a:lnTo>
                  <a:pt x="687374" y="367766"/>
                </a:lnTo>
                <a:lnTo>
                  <a:pt x="673620" y="365760"/>
                </a:lnTo>
                <a:lnTo>
                  <a:pt x="673620" y="373380"/>
                </a:lnTo>
                <a:lnTo>
                  <a:pt x="694474" y="380796"/>
                </a:lnTo>
                <a:lnTo>
                  <a:pt x="709053" y="389191"/>
                </a:lnTo>
                <a:lnTo>
                  <a:pt x="717334" y="398462"/>
                </a:lnTo>
                <a:lnTo>
                  <a:pt x="719340" y="408432"/>
                </a:lnTo>
                <a:lnTo>
                  <a:pt x="736460" y="400723"/>
                </a:lnTo>
                <a:lnTo>
                  <a:pt x="748868" y="391287"/>
                </a:lnTo>
                <a:lnTo>
                  <a:pt x="756412" y="380149"/>
                </a:lnTo>
                <a:lnTo>
                  <a:pt x="758355" y="370332"/>
                </a:lnTo>
                <a:lnTo>
                  <a:pt x="758863" y="367766"/>
                </a:lnTo>
                <a:lnTo>
                  <a:pt x="758964" y="294132"/>
                </a:lnTo>
                <a:lnTo>
                  <a:pt x="758964" y="283464"/>
                </a:lnTo>
                <a:lnTo>
                  <a:pt x="758964" y="225552"/>
                </a:lnTo>
                <a:lnTo>
                  <a:pt x="758964" y="214884"/>
                </a:lnTo>
                <a:lnTo>
                  <a:pt x="758964" y="161544"/>
                </a:lnTo>
                <a:lnTo>
                  <a:pt x="766584" y="155448"/>
                </a:lnTo>
                <a:lnTo>
                  <a:pt x="774204" y="149352"/>
                </a:lnTo>
                <a:lnTo>
                  <a:pt x="768108" y="144780"/>
                </a:lnTo>
                <a:lnTo>
                  <a:pt x="743724" y="126492"/>
                </a:lnTo>
                <a:lnTo>
                  <a:pt x="734580" y="138684"/>
                </a:lnTo>
                <a:lnTo>
                  <a:pt x="734580" y="155448"/>
                </a:lnTo>
                <a:lnTo>
                  <a:pt x="734580" y="214884"/>
                </a:lnTo>
                <a:lnTo>
                  <a:pt x="734580" y="225552"/>
                </a:lnTo>
                <a:lnTo>
                  <a:pt x="734580" y="283464"/>
                </a:lnTo>
                <a:lnTo>
                  <a:pt x="574560" y="283464"/>
                </a:lnTo>
                <a:lnTo>
                  <a:pt x="574560" y="225552"/>
                </a:lnTo>
                <a:lnTo>
                  <a:pt x="734580" y="225552"/>
                </a:lnTo>
                <a:lnTo>
                  <a:pt x="734580" y="214884"/>
                </a:lnTo>
                <a:lnTo>
                  <a:pt x="574560" y="214884"/>
                </a:lnTo>
                <a:lnTo>
                  <a:pt x="574560" y="182880"/>
                </a:lnTo>
                <a:lnTo>
                  <a:pt x="574560" y="155448"/>
                </a:lnTo>
                <a:lnTo>
                  <a:pt x="734580" y="155448"/>
                </a:lnTo>
                <a:lnTo>
                  <a:pt x="734580" y="138684"/>
                </a:lnTo>
                <a:lnTo>
                  <a:pt x="730008" y="144780"/>
                </a:lnTo>
                <a:lnTo>
                  <a:pt x="580656" y="144780"/>
                </a:lnTo>
                <a:lnTo>
                  <a:pt x="590918" y="129882"/>
                </a:lnTo>
                <a:lnTo>
                  <a:pt x="601040" y="114681"/>
                </a:lnTo>
                <a:lnTo>
                  <a:pt x="610870" y="98920"/>
                </a:lnTo>
                <a:lnTo>
                  <a:pt x="620280" y="82296"/>
                </a:lnTo>
                <a:lnTo>
                  <a:pt x="841260" y="8229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" name="object 18"/>
          <p:cNvSpPr/>
          <p:nvPr/>
        </p:nvSpPr>
        <p:spPr>
          <a:xfrm>
            <a:off x="9247631" y="2378964"/>
            <a:ext cx="403860" cy="411480"/>
          </a:xfrm>
          <a:custGeom>
            <a:avLst/>
            <a:gdLst/>
            <a:ahLst/>
            <a:cxnLst/>
            <a:rect l="l" t="t" r="r" b="b"/>
            <a:pathLst>
              <a:path w="403859" h="411480">
                <a:moveTo>
                  <a:pt x="188975" y="411480"/>
                </a:moveTo>
                <a:lnTo>
                  <a:pt x="189857" y="376618"/>
                </a:lnTo>
                <a:lnTo>
                  <a:pt x="190309" y="347472"/>
                </a:lnTo>
                <a:lnTo>
                  <a:pt x="190499" y="306324"/>
                </a:lnTo>
                <a:lnTo>
                  <a:pt x="117347" y="306324"/>
                </a:lnTo>
                <a:lnTo>
                  <a:pt x="102107" y="309372"/>
                </a:lnTo>
                <a:lnTo>
                  <a:pt x="88391" y="295656"/>
                </a:lnTo>
                <a:lnTo>
                  <a:pt x="190499" y="295656"/>
                </a:lnTo>
                <a:lnTo>
                  <a:pt x="190499" y="143255"/>
                </a:lnTo>
                <a:lnTo>
                  <a:pt x="166870" y="186301"/>
                </a:lnTo>
                <a:lnTo>
                  <a:pt x="140151" y="225495"/>
                </a:lnTo>
                <a:lnTo>
                  <a:pt x="110299" y="260794"/>
                </a:lnTo>
                <a:lnTo>
                  <a:pt x="77272" y="292156"/>
                </a:lnTo>
                <a:lnTo>
                  <a:pt x="41028" y="319539"/>
                </a:lnTo>
                <a:lnTo>
                  <a:pt x="1524" y="342900"/>
                </a:lnTo>
                <a:lnTo>
                  <a:pt x="0" y="335280"/>
                </a:lnTo>
                <a:lnTo>
                  <a:pt x="36583" y="307474"/>
                </a:lnTo>
                <a:lnTo>
                  <a:pt x="70160" y="275900"/>
                </a:lnTo>
                <a:lnTo>
                  <a:pt x="100774" y="240601"/>
                </a:lnTo>
                <a:lnTo>
                  <a:pt x="128467" y="201619"/>
                </a:lnTo>
                <a:lnTo>
                  <a:pt x="153281" y="158996"/>
                </a:lnTo>
                <a:lnTo>
                  <a:pt x="175259" y="112776"/>
                </a:lnTo>
                <a:lnTo>
                  <a:pt x="71627" y="112776"/>
                </a:lnTo>
                <a:lnTo>
                  <a:pt x="61126" y="113085"/>
                </a:lnTo>
                <a:lnTo>
                  <a:pt x="50482" y="114109"/>
                </a:lnTo>
                <a:lnTo>
                  <a:pt x="40124" y="115990"/>
                </a:lnTo>
                <a:lnTo>
                  <a:pt x="30479" y="118872"/>
                </a:lnTo>
                <a:lnTo>
                  <a:pt x="15239" y="102107"/>
                </a:lnTo>
                <a:lnTo>
                  <a:pt x="190499" y="102107"/>
                </a:lnTo>
                <a:lnTo>
                  <a:pt x="190309" y="53340"/>
                </a:lnTo>
                <a:lnTo>
                  <a:pt x="189857" y="27098"/>
                </a:lnTo>
                <a:lnTo>
                  <a:pt x="188975" y="0"/>
                </a:lnTo>
                <a:lnTo>
                  <a:pt x="234695" y="21336"/>
                </a:lnTo>
                <a:lnTo>
                  <a:pt x="216407" y="35052"/>
                </a:lnTo>
                <a:lnTo>
                  <a:pt x="216407" y="102107"/>
                </a:lnTo>
                <a:lnTo>
                  <a:pt x="335279" y="102107"/>
                </a:lnTo>
                <a:lnTo>
                  <a:pt x="359663" y="77724"/>
                </a:lnTo>
                <a:lnTo>
                  <a:pt x="394715" y="112776"/>
                </a:lnTo>
                <a:lnTo>
                  <a:pt x="234695" y="112776"/>
                </a:lnTo>
                <a:lnTo>
                  <a:pt x="259750" y="166164"/>
                </a:lnTo>
                <a:lnTo>
                  <a:pt x="289194" y="211067"/>
                </a:lnTo>
                <a:lnTo>
                  <a:pt x="323027" y="247412"/>
                </a:lnTo>
                <a:lnTo>
                  <a:pt x="361248" y="275124"/>
                </a:lnTo>
                <a:lnTo>
                  <a:pt x="403859" y="294132"/>
                </a:lnTo>
                <a:lnTo>
                  <a:pt x="403859" y="300228"/>
                </a:lnTo>
                <a:lnTo>
                  <a:pt x="389548" y="302490"/>
                </a:lnTo>
                <a:lnTo>
                  <a:pt x="378523" y="306895"/>
                </a:lnTo>
                <a:lnTo>
                  <a:pt x="370641" y="313301"/>
                </a:lnTo>
                <a:lnTo>
                  <a:pt x="365759" y="321564"/>
                </a:lnTo>
                <a:lnTo>
                  <a:pt x="330110" y="293558"/>
                </a:lnTo>
                <a:lnTo>
                  <a:pt x="298191" y="258823"/>
                </a:lnTo>
                <a:lnTo>
                  <a:pt x="270077" y="217212"/>
                </a:lnTo>
                <a:lnTo>
                  <a:pt x="245839" y="168578"/>
                </a:lnTo>
                <a:lnTo>
                  <a:pt x="225551" y="112776"/>
                </a:lnTo>
                <a:lnTo>
                  <a:pt x="216407" y="112776"/>
                </a:lnTo>
                <a:lnTo>
                  <a:pt x="216407" y="295656"/>
                </a:lnTo>
                <a:lnTo>
                  <a:pt x="268223" y="295656"/>
                </a:lnTo>
                <a:lnTo>
                  <a:pt x="289559" y="274320"/>
                </a:lnTo>
                <a:lnTo>
                  <a:pt x="321563" y="306324"/>
                </a:lnTo>
                <a:lnTo>
                  <a:pt x="216407" y="306324"/>
                </a:lnTo>
                <a:lnTo>
                  <a:pt x="216646" y="335470"/>
                </a:lnTo>
                <a:lnTo>
                  <a:pt x="217693" y="383476"/>
                </a:lnTo>
                <a:lnTo>
                  <a:pt x="217931" y="402336"/>
                </a:lnTo>
                <a:lnTo>
                  <a:pt x="188975" y="41148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" name="object 19"/>
          <p:cNvSpPr/>
          <p:nvPr/>
        </p:nvSpPr>
        <p:spPr>
          <a:xfrm>
            <a:off x="2125979" y="2901696"/>
            <a:ext cx="375285" cy="405765"/>
          </a:xfrm>
          <a:custGeom>
            <a:avLst/>
            <a:gdLst/>
            <a:ahLst/>
            <a:cxnLst/>
            <a:rect l="l" t="t" r="r" b="b"/>
            <a:pathLst>
              <a:path w="375285" h="405764">
                <a:moveTo>
                  <a:pt x="179387" y="47243"/>
                </a:moveTo>
                <a:lnTo>
                  <a:pt x="80772" y="47243"/>
                </a:lnTo>
                <a:lnTo>
                  <a:pt x="130516" y="42386"/>
                </a:lnTo>
                <a:lnTo>
                  <a:pt x="174688" y="36957"/>
                </a:lnTo>
                <a:lnTo>
                  <a:pt x="213431" y="30956"/>
                </a:lnTo>
                <a:lnTo>
                  <a:pt x="274272" y="18430"/>
                </a:lnTo>
                <a:lnTo>
                  <a:pt x="314182" y="5953"/>
                </a:lnTo>
                <a:lnTo>
                  <a:pt x="326136" y="0"/>
                </a:lnTo>
                <a:lnTo>
                  <a:pt x="355092" y="28955"/>
                </a:lnTo>
                <a:lnTo>
                  <a:pt x="327374" y="31503"/>
                </a:lnTo>
                <a:lnTo>
                  <a:pt x="208502" y="44576"/>
                </a:lnTo>
                <a:lnTo>
                  <a:pt x="179387" y="47243"/>
                </a:lnTo>
                <a:close/>
              </a:path>
              <a:path w="375285" h="405764">
                <a:moveTo>
                  <a:pt x="3048" y="394716"/>
                </a:moveTo>
                <a:lnTo>
                  <a:pt x="0" y="391668"/>
                </a:lnTo>
                <a:lnTo>
                  <a:pt x="22116" y="349227"/>
                </a:lnTo>
                <a:lnTo>
                  <a:pt x="39038" y="304153"/>
                </a:lnTo>
                <a:lnTo>
                  <a:pt x="50694" y="256373"/>
                </a:lnTo>
                <a:lnTo>
                  <a:pt x="57009" y="205813"/>
                </a:lnTo>
                <a:lnTo>
                  <a:pt x="57680" y="166115"/>
                </a:lnTo>
                <a:lnTo>
                  <a:pt x="57796" y="93845"/>
                </a:lnTo>
                <a:lnTo>
                  <a:pt x="57721" y="78866"/>
                </a:lnTo>
                <a:lnTo>
                  <a:pt x="57259" y="51434"/>
                </a:lnTo>
                <a:lnTo>
                  <a:pt x="56388" y="30480"/>
                </a:lnTo>
                <a:lnTo>
                  <a:pt x="80772" y="47243"/>
                </a:lnTo>
                <a:lnTo>
                  <a:pt x="179387" y="47243"/>
                </a:lnTo>
                <a:lnTo>
                  <a:pt x="171069" y="48005"/>
                </a:lnTo>
                <a:lnTo>
                  <a:pt x="80772" y="54863"/>
                </a:lnTo>
                <a:lnTo>
                  <a:pt x="80772" y="170687"/>
                </a:lnTo>
                <a:lnTo>
                  <a:pt x="79126" y="221345"/>
                </a:lnTo>
                <a:lnTo>
                  <a:pt x="70530" y="269077"/>
                </a:lnTo>
                <a:lnTo>
                  <a:pt x="54953" y="313943"/>
                </a:lnTo>
                <a:lnTo>
                  <a:pt x="32491" y="355762"/>
                </a:lnTo>
                <a:lnTo>
                  <a:pt x="3048" y="394716"/>
                </a:lnTo>
                <a:close/>
              </a:path>
              <a:path w="375285" h="405764">
                <a:moveTo>
                  <a:pt x="239268" y="108203"/>
                </a:moveTo>
                <a:lnTo>
                  <a:pt x="216407" y="108203"/>
                </a:lnTo>
                <a:lnTo>
                  <a:pt x="216298" y="86867"/>
                </a:lnTo>
                <a:lnTo>
                  <a:pt x="216172" y="78866"/>
                </a:lnTo>
                <a:lnTo>
                  <a:pt x="215765" y="66841"/>
                </a:lnTo>
                <a:lnTo>
                  <a:pt x="214883" y="53339"/>
                </a:lnTo>
                <a:lnTo>
                  <a:pt x="251460" y="68580"/>
                </a:lnTo>
                <a:lnTo>
                  <a:pt x="239268" y="79248"/>
                </a:lnTo>
                <a:lnTo>
                  <a:pt x="239268" y="108203"/>
                </a:lnTo>
                <a:close/>
              </a:path>
              <a:path w="375285" h="405764">
                <a:moveTo>
                  <a:pt x="105156" y="123443"/>
                </a:moveTo>
                <a:lnTo>
                  <a:pt x="89916" y="108203"/>
                </a:lnTo>
                <a:lnTo>
                  <a:pt x="323087" y="108203"/>
                </a:lnTo>
                <a:lnTo>
                  <a:pt x="345948" y="86867"/>
                </a:lnTo>
                <a:lnTo>
                  <a:pt x="374904" y="117348"/>
                </a:lnTo>
                <a:lnTo>
                  <a:pt x="143256" y="117348"/>
                </a:lnTo>
                <a:lnTo>
                  <a:pt x="134088" y="117871"/>
                </a:lnTo>
                <a:lnTo>
                  <a:pt x="124777" y="119252"/>
                </a:lnTo>
                <a:lnTo>
                  <a:pt x="115181" y="121205"/>
                </a:lnTo>
                <a:lnTo>
                  <a:pt x="105156" y="123443"/>
                </a:lnTo>
                <a:close/>
              </a:path>
              <a:path w="375285" h="405764">
                <a:moveTo>
                  <a:pt x="239268" y="166115"/>
                </a:moveTo>
                <a:lnTo>
                  <a:pt x="216407" y="166115"/>
                </a:lnTo>
                <a:lnTo>
                  <a:pt x="216407" y="117348"/>
                </a:lnTo>
                <a:lnTo>
                  <a:pt x="239268" y="117348"/>
                </a:lnTo>
                <a:lnTo>
                  <a:pt x="239268" y="166115"/>
                </a:lnTo>
                <a:close/>
              </a:path>
              <a:path w="375285" h="405764">
                <a:moveTo>
                  <a:pt x="344641" y="166115"/>
                </a:moveTo>
                <a:lnTo>
                  <a:pt x="310895" y="166115"/>
                </a:lnTo>
                <a:lnTo>
                  <a:pt x="323087" y="149351"/>
                </a:lnTo>
                <a:lnTo>
                  <a:pt x="344641" y="166115"/>
                </a:lnTo>
                <a:close/>
              </a:path>
              <a:path w="375285" h="405764">
                <a:moveTo>
                  <a:pt x="123444" y="321564"/>
                </a:moveTo>
                <a:lnTo>
                  <a:pt x="123629" y="301751"/>
                </a:lnTo>
                <a:lnTo>
                  <a:pt x="123751" y="292965"/>
                </a:lnTo>
                <a:lnTo>
                  <a:pt x="124729" y="249769"/>
                </a:lnTo>
                <a:lnTo>
                  <a:pt x="124851" y="218693"/>
                </a:lnTo>
                <a:lnTo>
                  <a:pt x="124729" y="208335"/>
                </a:lnTo>
                <a:lnTo>
                  <a:pt x="123698" y="170687"/>
                </a:lnTo>
                <a:lnTo>
                  <a:pt x="123444" y="152399"/>
                </a:lnTo>
                <a:lnTo>
                  <a:pt x="147828" y="166115"/>
                </a:lnTo>
                <a:lnTo>
                  <a:pt x="344641" y="166115"/>
                </a:lnTo>
                <a:lnTo>
                  <a:pt x="350520" y="170687"/>
                </a:lnTo>
                <a:lnTo>
                  <a:pt x="343661" y="176784"/>
                </a:lnTo>
                <a:lnTo>
                  <a:pt x="147828" y="176784"/>
                </a:lnTo>
                <a:lnTo>
                  <a:pt x="147828" y="310895"/>
                </a:lnTo>
                <a:lnTo>
                  <a:pt x="123444" y="321564"/>
                </a:lnTo>
                <a:close/>
              </a:path>
              <a:path w="375285" h="405764">
                <a:moveTo>
                  <a:pt x="313943" y="313943"/>
                </a:moveTo>
                <a:lnTo>
                  <a:pt x="313943" y="176784"/>
                </a:lnTo>
                <a:lnTo>
                  <a:pt x="343661" y="176784"/>
                </a:lnTo>
                <a:lnTo>
                  <a:pt x="336804" y="182879"/>
                </a:lnTo>
                <a:lnTo>
                  <a:pt x="336873" y="232362"/>
                </a:lnTo>
                <a:lnTo>
                  <a:pt x="336994" y="256603"/>
                </a:lnTo>
                <a:lnTo>
                  <a:pt x="337446" y="282963"/>
                </a:lnTo>
                <a:lnTo>
                  <a:pt x="338328" y="301751"/>
                </a:lnTo>
                <a:lnTo>
                  <a:pt x="313943" y="313943"/>
                </a:lnTo>
                <a:close/>
              </a:path>
              <a:path w="375285" h="405764">
                <a:moveTo>
                  <a:pt x="67056" y="405384"/>
                </a:moveTo>
                <a:lnTo>
                  <a:pt x="65532" y="399288"/>
                </a:lnTo>
                <a:lnTo>
                  <a:pt x="84963" y="391858"/>
                </a:lnTo>
                <a:lnTo>
                  <a:pt x="104394" y="383286"/>
                </a:lnTo>
                <a:lnTo>
                  <a:pt x="143256" y="362712"/>
                </a:lnTo>
                <a:lnTo>
                  <a:pt x="174879" y="336994"/>
                </a:lnTo>
                <a:lnTo>
                  <a:pt x="202215" y="292965"/>
                </a:lnTo>
                <a:lnTo>
                  <a:pt x="213360" y="246887"/>
                </a:lnTo>
                <a:lnTo>
                  <a:pt x="214883" y="195072"/>
                </a:lnTo>
                <a:lnTo>
                  <a:pt x="252983" y="213360"/>
                </a:lnTo>
                <a:lnTo>
                  <a:pt x="239268" y="225551"/>
                </a:lnTo>
                <a:lnTo>
                  <a:pt x="235600" y="262985"/>
                </a:lnTo>
                <a:lnTo>
                  <a:pt x="227076" y="295274"/>
                </a:lnTo>
                <a:lnTo>
                  <a:pt x="196595" y="344424"/>
                </a:lnTo>
                <a:lnTo>
                  <a:pt x="144970" y="378333"/>
                </a:lnTo>
                <a:lnTo>
                  <a:pt x="109370" y="392858"/>
                </a:lnTo>
                <a:lnTo>
                  <a:pt x="67056" y="405384"/>
                </a:lnTo>
                <a:close/>
              </a:path>
              <a:path w="375285" h="405764">
                <a:moveTo>
                  <a:pt x="361187" y="399288"/>
                </a:moveTo>
                <a:lnTo>
                  <a:pt x="355092" y="399288"/>
                </a:lnTo>
                <a:lnTo>
                  <a:pt x="350520" y="396240"/>
                </a:lnTo>
                <a:lnTo>
                  <a:pt x="345948" y="391668"/>
                </a:lnTo>
                <a:lnTo>
                  <a:pt x="338280" y="383643"/>
                </a:lnTo>
                <a:lnTo>
                  <a:pt x="329184" y="375475"/>
                </a:lnTo>
                <a:lnTo>
                  <a:pt x="293560" y="349591"/>
                </a:lnTo>
                <a:lnTo>
                  <a:pt x="254698" y="329636"/>
                </a:lnTo>
                <a:lnTo>
                  <a:pt x="230124" y="318515"/>
                </a:lnTo>
                <a:lnTo>
                  <a:pt x="231648" y="310895"/>
                </a:lnTo>
                <a:lnTo>
                  <a:pt x="297942" y="329184"/>
                </a:lnTo>
                <a:lnTo>
                  <a:pt x="336804" y="342900"/>
                </a:lnTo>
                <a:lnTo>
                  <a:pt x="365760" y="370332"/>
                </a:lnTo>
                <a:lnTo>
                  <a:pt x="365760" y="390144"/>
                </a:lnTo>
                <a:lnTo>
                  <a:pt x="364236" y="393192"/>
                </a:lnTo>
                <a:lnTo>
                  <a:pt x="361187" y="397764"/>
                </a:lnTo>
                <a:lnTo>
                  <a:pt x="361187" y="39928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" name="object 20"/>
          <p:cNvSpPr/>
          <p:nvPr/>
        </p:nvSpPr>
        <p:spPr>
          <a:xfrm>
            <a:off x="2574035" y="2897123"/>
            <a:ext cx="405765" cy="408940"/>
          </a:xfrm>
          <a:custGeom>
            <a:avLst/>
            <a:gdLst/>
            <a:ahLst/>
            <a:cxnLst/>
            <a:rect l="l" t="t" r="r" b="b"/>
            <a:pathLst>
              <a:path w="405764" h="408939">
                <a:moveTo>
                  <a:pt x="60959" y="408432"/>
                </a:moveTo>
                <a:lnTo>
                  <a:pt x="61198" y="383214"/>
                </a:lnTo>
                <a:lnTo>
                  <a:pt x="61721" y="359854"/>
                </a:lnTo>
                <a:lnTo>
                  <a:pt x="62245" y="337923"/>
                </a:lnTo>
                <a:lnTo>
                  <a:pt x="62362" y="63746"/>
                </a:lnTo>
                <a:lnTo>
                  <a:pt x="62245" y="56149"/>
                </a:lnTo>
                <a:lnTo>
                  <a:pt x="61518" y="32004"/>
                </a:lnTo>
                <a:lnTo>
                  <a:pt x="61188" y="19812"/>
                </a:lnTo>
                <a:lnTo>
                  <a:pt x="60959" y="0"/>
                </a:lnTo>
                <a:lnTo>
                  <a:pt x="102107" y="19812"/>
                </a:lnTo>
                <a:lnTo>
                  <a:pt x="86867" y="32004"/>
                </a:lnTo>
                <a:lnTo>
                  <a:pt x="86867" y="91440"/>
                </a:lnTo>
                <a:lnTo>
                  <a:pt x="99702" y="96226"/>
                </a:lnTo>
                <a:lnTo>
                  <a:pt x="109407" y="100584"/>
                </a:lnTo>
                <a:lnTo>
                  <a:pt x="86867" y="100584"/>
                </a:lnTo>
                <a:lnTo>
                  <a:pt x="86891" y="345876"/>
                </a:lnTo>
                <a:lnTo>
                  <a:pt x="87038" y="359854"/>
                </a:lnTo>
                <a:lnTo>
                  <a:pt x="87125" y="364236"/>
                </a:lnTo>
                <a:lnTo>
                  <a:pt x="87510" y="378499"/>
                </a:lnTo>
                <a:lnTo>
                  <a:pt x="88391" y="396240"/>
                </a:lnTo>
                <a:lnTo>
                  <a:pt x="60959" y="408432"/>
                </a:lnTo>
                <a:close/>
              </a:path>
              <a:path w="405764" h="408939">
                <a:moveTo>
                  <a:pt x="277367" y="126492"/>
                </a:moveTo>
                <a:lnTo>
                  <a:pt x="252983" y="126492"/>
                </a:lnTo>
                <a:lnTo>
                  <a:pt x="252864" y="63746"/>
                </a:lnTo>
                <a:lnTo>
                  <a:pt x="252738" y="45720"/>
                </a:lnTo>
                <a:lnTo>
                  <a:pt x="252346" y="22860"/>
                </a:lnTo>
                <a:lnTo>
                  <a:pt x="251459" y="4572"/>
                </a:lnTo>
                <a:lnTo>
                  <a:pt x="295655" y="22860"/>
                </a:lnTo>
                <a:lnTo>
                  <a:pt x="277367" y="35052"/>
                </a:lnTo>
                <a:lnTo>
                  <a:pt x="277367" y="126492"/>
                </a:lnTo>
                <a:close/>
              </a:path>
              <a:path w="405764" h="408939">
                <a:moveTo>
                  <a:pt x="131063" y="227076"/>
                </a:moveTo>
                <a:lnTo>
                  <a:pt x="126491" y="224028"/>
                </a:lnTo>
                <a:lnTo>
                  <a:pt x="136469" y="201977"/>
                </a:lnTo>
                <a:lnTo>
                  <a:pt x="145732" y="179070"/>
                </a:lnTo>
                <a:lnTo>
                  <a:pt x="161543" y="129540"/>
                </a:lnTo>
                <a:lnTo>
                  <a:pt x="172783" y="83629"/>
                </a:lnTo>
                <a:lnTo>
                  <a:pt x="178307" y="45720"/>
                </a:lnTo>
                <a:lnTo>
                  <a:pt x="219455" y="65532"/>
                </a:lnTo>
                <a:lnTo>
                  <a:pt x="202691" y="76200"/>
                </a:lnTo>
                <a:lnTo>
                  <a:pt x="185927" y="126492"/>
                </a:lnTo>
                <a:lnTo>
                  <a:pt x="377536" y="126492"/>
                </a:lnTo>
                <a:lnTo>
                  <a:pt x="387096" y="135636"/>
                </a:lnTo>
                <a:lnTo>
                  <a:pt x="182879" y="135636"/>
                </a:lnTo>
                <a:lnTo>
                  <a:pt x="171140" y="162782"/>
                </a:lnTo>
                <a:lnTo>
                  <a:pt x="158686" y="187071"/>
                </a:lnTo>
                <a:lnTo>
                  <a:pt x="145375" y="208502"/>
                </a:lnTo>
                <a:lnTo>
                  <a:pt x="131063" y="227076"/>
                </a:lnTo>
                <a:close/>
              </a:path>
              <a:path w="405764" h="408939">
                <a:moveTo>
                  <a:pt x="123443" y="155448"/>
                </a:moveTo>
                <a:lnTo>
                  <a:pt x="118871" y="150876"/>
                </a:lnTo>
                <a:lnTo>
                  <a:pt x="114299" y="138684"/>
                </a:lnTo>
                <a:lnTo>
                  <a:pt x="109156" y="128658"/>
                </a:lnTo>
                <a:lnTo>
                  <a:pt x="102869" y="119062"/>
                </a:lnTo>
                <a:lnTo>
                  <a:pt x="95418" y="109728"/>
                </a:lnTo>
                <a:lnTo>
                  <a:pt x="86867" y="100584"/>
                </a:lnTo>
                <a:lnTo>
                  <a:pt x="109407" y="100584"/>
                </a:lnTo>
                <a:lnTo>
                  <a:pt x="137207" y="126015"/>
                </a:lnTo>
                <a:lnTo>
                  <a:pt x="137159" y="132588"/>
                </a:lnTo>
                <a:lnTo>
                  <a:pt x="135635" y="141732"/>
                </a:lnTo>
                <a:lnTo>
                  <a:pt x="132587" y="147828"/>
                </a:lnTo>
                <a:lnTo>
                  <a:pt x="128015" y="152400"/>
                </a:lnTo>
                <a:lnTo>
                  <a:pt x="123443" y="155448"/>
                </a:lnTo>
                <a:close/>
              </a:path>
              <a:path w="405764" h="408939">
                <a:moveTo>
                  <a:pt x="377536" y="126492"/>
                </a:moveTo>
                <a:lnTo>
                  <a:pt x="327660" y="126492"/>
                </a:lnTo>
                <a:lnTo>
                  <a:pt x="352044" y="102108"/>
                </a:lnTo>
                <a:lnTo>
                  <a:pt x="377536" y="126492"/>
                </a:lnTo>
                <a:close/>
              </a:path>
              <a:path w="405764" h="408939">
                <a:moveTo>
                  <a:pt x="277367" y="231648"/>
                </a:moveTo>
                <a:lnTo>
                  <a:pt x="252983" y="231648"/>
                </a:lnTo>
                <a:lnTo>
                  <a:pt x="252983" y="135636"/>
                </a:lnTo>
                <a:lnTo>
                  <a:pt x="277367" y="135636"/>
                </a:lnTo>
                <a:lnTo>
                  <a:pt x="277367" y="231648"/>
                </a:lnTo>
                <a:close/>
              </a:path>
              <a:path w="405764" h="408939">
                <a:moveTo>
                  <a:pt x="175259" y="248412"/>
                </a:moveTo>
                <a:lnTo>
                  <a:pt x="160019" y="231648"/>
                </a:lnTo>
                <a:lnTo>
                  <a:pt x="323088" y="231648"/>
                </a:lnTo>
                <a:lnTo>
                  <a:pt x="345948" y="208788"/>
                </a:lnTo>
                <a:lnTo>
                  <a:pt x="379476" y="242316"/>
                </a:lnTo>
                <a:lnTo>
                  <a:pt x="216407" y="242316"/>
                </a:lnTo>
                <a:lnTo>
                  <a:pt x="205906" y="242625"/>
                </a:lnTo>
                <a:lnTo>
                  <a:pt x="195262" y="243649"/>
                </a:lnTo>
                <a:lnTo>
                  <a:pt x="184904" y="245530"/>
                </a:lnTo>
                <a:lnTo>
                  <a:pt x="175259" y="248412"/>
                </a:lnTo>
                <a:close/>
              </a:path>
              <a:path w="405764" h="408939">
                <a:moveTo>
                  <a:pt x="277367" y="364236"/>
                </a:moveTo>
                <a:lnTo>
                  <a:pt x="252983" y="364236"/>
                </a:lnTo>
                <a:lnTo>
                  <a:pt x="252983" y="242316"/>
                </a:lnTo>
                <a:lnTo>
                  <a:pt x="277367" y="242316"/>
                </a:lnTo>
                <a:lnTo>
                  <a:pt x="277367" y="364236"/>
                </a:lnTo>
                <a:close/>
              </a:path>
              <a:path w="405764" h="408939">
                <a:moveTo>
                  <a:pt x="135635" y="379476"/>
                </a:moveTo>
                <a:lnTo>
                  <a:pt x="118871" y="364236"/>
                </a:lnTo>
                <a:lnTo>
                  <a:pt x="345948" y="364236"/>
                </a:lnTo>
                <a:lnTo>
                  <a:pt x="370332" y="339852"/>
                </a:lnTo>
                <a:lnTo>
                  <a:pt x="405384" y="374904"/>
                </a:lnTo>
                <a:lnTo>
                  <a:pt x="176783" y="374904"/>
                </a:lnTo>
                <a:lnTo>
                  <a:pt x="165639" y="375189"/>
                </a:lnTo>
                <a:lnTo>
                  <a:pt x="155066" y="376047"/>
                </a:lnTo>
                <a:lnTo>
                  <a:pt x="145065" y="377475"/>
                </a:lnTo>
                <a:lnTo>
                  <a:pt x="135635" y="379476"/>
                </a:lnTo>
                <a:close/>
              </a:path>
              <a:path w="405764" h="408939">
                <a:moveTo>
                  <a:pt x="18288" y="201168"/>
                </a:moveTo>
                <a:lnTo>
                  <a:pt x="13715" y="201168"/>
                </a:lnTo>
                <a:lnTo>
                  <a:pt x="9143" y="199644"/>
                </a:lnTo>
                <a:lnTo>
                  <a:pt x="6095" y="198120"/>
                </a:lnTo>
                <a:lnTo>
                  <a:pt x="1523" y="196596"/>
                </a:lnTo>
                <a:lnTo>
                  <a:pt x="0" y="195072"/>
                </a:lnTo>
                <a:lnTo>
                  <a:pt x="0" y="188976"/>
                </a:lnTo>
                <a:lnTo>
                  <a:pt x="3047" y="182880"/>
                </a:lnTo>
                <a:lnTo>
                  <a:pt x="12191" y="172212"/>
                </a:lnTo>
                <a:lnTo>
                  <a:pt x="19335" y="161663"/>
                </a:lnTo>
                <a:lnTo>
                  <a:pt x="24764" y="148399"/>
                </a:lnTo>
                <a:lnTo>
                  <a:pt x="28479" y="132564"/>
                </a:lnTo>
                <a:lnTo>
                  <a:pt x="30479" y="114300"/>
                </a:lnTo>
                <a:lnTo>
                  <a:pt x="38100" y="114300"/>
                </a:lnTo>
                <a:lnTo>
                  <a:pt x="40052" y="137374"/>
                </a:lnTo>
                <a:lnTo>
                  <a:pt x="41147" y="156019"/>
                </a:lnTo>
                <a:lnTo>
                  <a:pt x="41100" y="169806"/>
                </a:lnTo>
                <a:lnTo>
                  <a:pt x="22859" y="199644"/>
                </a:lnTo>
                <a:lnTo>
                  <a:pt x="18288" y="20116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" name="object 21"/>
          <p:cNvSpPr/>
          <p:nvPr/>
        </p:nvSpPr>
        <p:spPr>
          <a:xfrm>
            <a:off x="3049523" y="2900172"/>
            <a:ext cx="356870" cy="401320"/>
          </a:xfrm>
          <a:custGeom>
            <a:avLst/>
            <a:gdLst/>
            <a:ahLst/>
            <a:cxnLst/>
            <a:rect l="l" t="t" r="r" b="b"/>
            <a:pathLst>
              <a:path w="356870" h="401320">
                <a:moveTo>
                  <a:pt x="54864" y="89916"/>
                </a:moveTo>
                <a:lnTo>
                  <a:pt x="44196" y="89916"/>
                </a:lnTo>
                <a:lnTo>
                  <a:pt x="51554" y="61936"/>
                </a:lnTo>
                <a:lnTo>
                  <a:pt x="57340" y="37528"/>
                </a:lnTo>
                <a:lnTo>
                  <a:pt x="61126" y="16835"/>
                </a:lnTo>
                <a:lnTo>
                  <a:pt x="62484" y="0"/>
                </a:lnTo>
                <a:lnTo>
                  <a:pt x="100584" y="19812"/>
                </a:lnTo>
                <a:lnTo>
                  <a:pt x="91725" y="27551"/>
                </a:lnTo>
                <a:lnTo>
                  <a:pt x="81153" y="41719"/>
                </a:lnTo>
                <a:lnTo>
                  <a:pt x="68865" y="62460"/>
                </a:lnTo>
                <a:lnTo>
                  <a:pt x="54864" y="89916"/>
                </a:lnTo>
                <a:close/>
              </a:path>
              <a:path w="356870" h="401320">
                <a:moveTo>
                  <a:pt x="147828" y="190500"/>
                </a:moveTo>
                <a:lnTo>
                  <a:pt x="143256" y="187452"/>
                </a:lnTo>
                <a:lnTo>
                  <a:pt x="160377" y="160615"/>
                </a:lnTo>
                <a:lnTo>
                  <a:pt x="175069" y="135064"/>
                </a:lnTo>
                <a:lnTo>
                  <a:pt x="196596" y="88392"/>
                </a:lnTo>
                <a:lnTo>
                  <a:pt x="211836" y="44958"/>
                </a:lnTo>
                <a:lnTo>
                  <a:pt x="222503" y="1524"/>
                </a:lnTo>
                <a:lnTo>
                  <a:pt x="260603" y="24384"/>
                </a:lnTo>
                <a:lnTo>
                  <a:pt x="252864" y="31480"/>
                </a:lnTo>
                <a:lnTo>
                  <a:pt x="243268" y="45720"/>
                </a:lnTo>
                <a:lnTo>
                  <a:pt x="231671" y="66817"/>
                </a:lnTo>
                <a:lnTo>
                  <a:pt x="217932" y="94488"/>
                </a:lnTo>
                <a:lnTo>
                  <a:pt x="348996" y="94488"/>
                </a:lnTo>
                <a:lnTo>
                  <a:pt x="356616" y="102108"/>
                </a:lnTo>
                <a:lnTo>
                  <a:pt x="352806" y="105156"/>
                </a:lnTo>
                <a:lnTo>
                  <a:pt x="214884" y="105156"/>
                </a:lnTo>
                <a:lnTo>
                  <a:pt x="198620" y="129420"/>
                </a:lnTo>
                <a:lnTo>
                  <a:pt x="181927" y="151828"/>
                </a:lnTo>
                <a:lnTo>
                  <a:pt x="164949" y="172235"/>
                </a:lnTo>
                <a:lnTo>
                  <a:pt x="147828" y="190500"/>
                </a:lnTo>
                <a:close/>
              </a:path>
              <a:path w="356870" h="401320">
                <a:moveTo>
                  <a:pt x="146304" y="89916"/>
                </a:moveTo>
                <a:lnTo>
                  <a:pt x="111252" y="89916"/>
                </a:lnTo>
                <a:lnTo>
                  <a:pt x="129540" y="73152"/>
                </a:lnTo>
                <a:lnTo>
                  <a:pt x="146304" y="89916"/>
                </a:lnTo>
                <a:close/>
              </a:path>
              <a:path w="356870" h="401320">
                <a:moveTo>
                  <a:pt x="0" y="397764"/>
                </a:moveTo>
                <a:lnTo>
                  <a:pt x="820" y="359664"/>
                </a:lnTo>
                <a:lnTo>
                  <a:pt x="917" y="353568"/>
                </a:lnTo>
                <a:lnTo>
                  <a:pt x="1333" y="316230"/>
                </a:lnTo>
                <a:lnTo>
                  <a:pt x="1425" y="176784"/>
                </a:lnTo>
                <a:lnTo>
                  <a:pt x="1301" y="151828"/>
                </a:lnTo>
                <a:lnTo>
                  <a:pt x="881" y="114681"/>
                </a:lnTo>
                <a:lnTo>
                  <a:pt x="0" y="74676"/>
                </a:lnTo>
                <a:lnTo>
                  <a:pt x="25908" y="89916"/>
                </a:lnTo>
                <a:lnTo>
                  <a:pt x="146304" y="89916"/>
                </a:lnTo>
                <a:lnTo>
                  <a:pt x="155448" y="99060"/>
                </a:lnTo>
                <a:lnTo>
                  <a:pt x="153162" y="100584"/>
                </a:lnTo>
                <a:lnTo>
                  <a:pt x="24384" y="100584"/>
                </a:lnTo>
                <a:lnTo>
                  <a:pt x="24384" y="211836"/>
                </a:lnTo>
                <a:lnTo>
                  <a:pt x="137509" y="211836"/>
                </a:lnTo>
                <a:lnTo>
                  <a:pt x="137586" y="222504"/>
                </a:lnTo>
                <a:lnTo>
                  <a:pt x="24384" y="222504"/>
                </a:lnTo>
                <a:lnTo>
                  <a:pt x="24384" y="344424"/>
                </a:lnTo>
                <a:lnTo>
                  <a:pt x="139273" y="344424"/>
                </a:lnTo>
                <a:lnTo>
                  <a:pt x="139528" y="353568"/>
                </a:lnTo>
                <a:lnTo>
                  <a:pt x="24384" y="353568"/>
                </a:lnTo>
                <a:lnTo>
                  <a:pt x="24384" y="384048"/>
                </a:lnTo>
                <a:lnTo>
                  <a:pt x="0" y="397764"/>
                </a:lnTo>
                <a:close/>
              </a:path>
              <a:path w="356870" h="401320">
                <a:moveTo>
                  <a:pt x="348996" y="94488"/>
                </a:moveTo>
                <a:lnTo>
                  <a:pt x="310896" y="94488"/>
                </a:lnTo>
                <a:lnTo>
                  <a:pt x="330708" y="76200"/>
                </a:lnTo>
                <a:lnTo>
                  <a:pt x="348996" y="94488"/>
                </a:lnTo>
                <a:close/>
              </a:path>
              <a:path w="356870" h="401320">
                <a:moveTo>
                  <a:pt x="137509" y="211836"/>
                </a:moveTo>
                <a:lnTo>
                  <a:pt x="115824" y="211836"/>
                </a:lnTo>
                <a:lnTo>
                  <a:pt x="115824" y="100584"/>
                </a:lnTo>
                <a:lnTo>
                  <a:pt x="153162" y="100584"/>
                </a:lnTo>
                <a:lnTo>
                  <a:pt x="137160" y="111252"/>
                </a:lnTo>
                <a:lnTo>
                  <a:pt x="137271" y="160615"/>
                </a:lnTo>
                <a:lnTo>
                  <a:pt x="137386" y="194691"/>
                </a:lnTo>
                <a:lnTo>
                  <a:pt x="137509" y="211836"/>
                </a:lnTo>
                <a:close/>
              </a:path>
              <a:path w="356870" h="401320">
                <a:moveTo>
                  <a:pt x="327433" y="359664"/>
                </a:moveTo>
                <a:lnTo>
                  <a:pt x="283464" y="359664"/>
                </a:lnTo>
                <a:lnTo>
                  <a:pt x="292631" y="357687"/>
                </a:lnTo>
                <a:lnTo>
                  <a:pt x="299656" y="351853"/>
                </a:lnTo>
                <a:lnTo>
                  <a:pt x="309895" y="304680"/>
                </a:lnTo>
                <a:lnTo>
                  <a:pt x="311658" y="258889"/>
                </a:lnTo>
                <a:lnTo>
                  <a:pt x="313561" y="186213"/>
                </a:lnTo>
                <a:lnTo>
                  <a:pt x="315467" y="105156"/>
                </a:lnTo>
                <a:lnTo>
                  <a:pt x="352806" y="105156"/>
                </a:lnTo>
                <a:lnTo>
                  <a:pt x="341376" y="114300"/>
                </a:lnTo>
                <a:lnTo>
                  <a:pt x="339488" y="190500"/>
                </a:lnTo>
                <a:lnTo>
                  <a:pt x="337718" y="248631"/>
                </a:lnTo>
                <a:lnTo>
                  <a:pt x="335889" y="294583"/>
                </a:lnTo>
                <a:lnTo>
                  <a:pt x="334060" y="326489"/>
                </a:lnTo>
                <a:lnTo>
                  <a:pt x="332232" y="344424"/>
                </a:lnTo>
                <a:lnTo>
                  <a:pt x="328517" y="357020"/>
                </a:lnTo>
                <a:lnTo>
                  <a:pt x="327433" y="359664"/>
                </a:lnTo>
                <a:close/>
              </a:path>
              <a:path w="356870" h="401320">
                <a:moveTo>
                  <a:pt x="231648" y="269748"/>
                </a:moveTo>
                <a:lnTo>
                  <a:pt x="230124" y="269748"/>
                </a:lnTo>
                <a:lnTo>
                  <a:pt x="226956" y="268081"/>
                </a:lnTo>
                <a:lnTo>
                  <a:pt x="224218" y="263271"/>
                </a:lnTo>
                <a:lnTo>
                  <a:pt x="221765" y="255603"/>
                </a:lnTo>
                <a:lnTo>
                  <a:pt x="219456" y="245364"/>
                </a:lnTo>
                <a:lnTo>
                  <a:pt x="214884" y="227576"/>
                </a:lnTo>
                <a:lnTo>
                  <a:pt x="208026" y="210502"/>
                </a:lnTo>
                <a:lnTo>
                  <a:pt x="198882" y="193714"/>
                </a:lnTo>
                <a:lnTo>
                  <a:pt x="187452" y="176784"/>
                </a:lnTo>
                <a:lnTo>
                  <a:pt x="192024" y="172212"/>
                </a:lnTo>
                <a:lnTo>
                  <a:pt x="224980" y="198501"/>
                </a:lnTo>
                <a:lnTo>
                  <a:pt x="246888" y="234696"/>
                </a:lnTo>
                <a:lnTo>
                  <a:pt x="246888" y="246888"/>
                </a:lnTo>
                <a:lnTo>
                  <a:pt x="245364" y="254508"/>
                </a:lnTo>
                <a:lnTo>
                  <a:pt x="236220" y="266700"/>
                </a:lnTo>
                <a:lnTo>
                  <a:pt x="231648" y="269748"/>
                </a:lnTo>
                <a:close/>
              </a:path>
              <a:path w="356870" h="401320">
                <a:moveTo>
                  <a:pt x="139273" y="344424"/>
                </a:moveTo>
                <a:lnTo>
                  <a:pt x="115824" y="344424"/>
                </a:lnTo>
                <a:lnTo>
                  <a:pt x="115824" y="222504"/>
                </a:lnTo>
                <a:lnTo>
                  <a:pt x="137586" y="222504"/>
                </a:lnTo>
                <a:lnTo>
                  <a:pt x="137793" y="251338"/>
                </a:lnTo>
                <a:lnTo>
                  <a:pt x="138482" y="304680"/>
                </a:lnTo>
                <a:lnTo>
                  <a:pt x="139273" y="344424"/>
                </a:lnTo>
                <a:close/>
              </a:path>
              <a:path w="356870" h="401320">
                <a:moveTo>
                  <a:pt x="278891" y="400812"/>
                </a:moveTo>
                <a:lnTo>
                  <a:pt x="271772" y="387953"/>
                </a:lnTo>
                <a:lnTo>
                  <a:pt x="259651" y="376809"/>
                </a:lnTo>
                <a:lnTo>
                  <a:pt x="242673" y="367379"/>
                </a:lnTo>
                <a:lnTo>
                  <a:pt x="220979" y="359664"/>
                </a:lnTo>
                <a:lnTo>
                  <a:pt x="220979" y="350520"/>
                </a:lnTo>
                <a:lnTo>
                  <a:pt x="241244" y="354520"/>
                </a:lnTo>
                <a:lnTo>
                  <a:pt x="258508" y="357378"/>
                </a:lnTo>
                <a:lnTo>
                  <a:pt x="272629" y="359092"/>
                </a:lnTo>
                <a:lnTo>
                  <a:pt x="283464" y="359664"/>
                </a:lnTo>
                <a:lnTo>
                  <a:pt x="327433" y="359664"/>
                </a:lnTo>
                <a:lnTo>
                  <a:pt x="324231" y="367474"/>
                </a:lnTo>
                <a:lnTo>
                  <a:pt x="290369" y="396240"/>
                </a:lnTo>
                <a:lnTo>
                  <a:pt x="278891" y="400812"/>
                </a:lnTo>
                <a:close/>
              </a:path>
              <a:path w="356870" h="401320">
                <a:moveTo>
                  <a:pt x="115824" y="390144"/>
                </a:moveTo>
                <a:lnTo>
                  <a:pt x="115824" y="353568"/>
                </a:lnTo>
                <a:lnTo>
                  <a:pt x="139528" y="353568"/>
                </a:lnTo>
                <a:lnTo>
                  <a:pt x="140208" y="376428"/>
                </a:lnTo>
                <a:lnTo>
                  <a:pt x="115824" y="39014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" name="object 22"/>
          <p:cNvSpPr/>
          <p:nvPr/>
        </p:nvSpPr>
        <p:spPr>
          <a:xfrm>
            <a:off x="3508247" y="2903220"/>
            <a:ext cx="326390" cy="398145"/>
          </a:xfrm>
          <a:custGeom>
            <a:avLst/>
            <a:gdLst/>
            <a:ahLst/>
            <a:cxnLst/>
            <a:rect l="l" t="t" r="r" b="b"/>
            <a:pathLst>
              <a:path w="326389" h="398145">
                <a:moveTo>
                  <a:pt x="76200" y="85344"/>
                </a:moveTo>
                <a:lnTo>
                  <a:pt x="68580" y="85344"/>
                </a:lnTo>
                <a:lnTo>
                  <a:pt x="65532" y="79248"/>
                </a:lnTo>
                <a:lnTo>
                  <a:pt x="57673" y="55768"/>
                </a:lnTo>
                <a:lnTo>
                  <a:pt x="50292" y="40005"/>
                </a:lnTo>
                <a:lnTo>
                  <a:pt x="40624" y="22526"/>
                </a:lnTo>
                <a:lnTo>
                  <a:pt x="28956" y="3048"/>
                </a:lnTo>
                <a:lnTo>
                  <a:pt x="33528" y="0"/>
                </a:lnTo>
                <a:lnTo>
                  <a:pt x="72104" y="24860"/>
                </a:lnTo>
                <a:lnTo>
                  <a:pt x="91440" y="47244"/>
                </a:lnTo>
                <a:lnTo>
                  <a:pt x="91440" y="59436"/>
                </a:lnTo>
                <a:lnTo>
                  <a:pt x="88392" y="65532"/>
                </a:lnTo>
                <a:lnTo>
                  <a:pt x="79248" y="80772"/>
                </a:lnTo>
                <a:lnTo>
                  <a:pt x="76200" y="85344"/>
                </a:lnTo>
                <a:close/>
              </a:path>
              <a:path w="326389" h="398145">
                <a:moveTo>
                  <a:pt x="146304" y="60960"/>
                </a:moveTo>
                <a:lnTo>
                  <a:pt x="131064" y="45720"/>
                </a:lnTo>
                <a:lnTo>
                  <a:pt x="281940" y="45720"/>
                </a:lnTo>
                <a:lnTo>
                  <a:pt x="295656" y="24384"/>
                </a:lnTo>
                <a:lnTo>
                  <a:pt x="326136" y="48768"/>
                </a:lnTo>
                <a:lnTo>
                  <a:pt x="318685" y="54864"/>
                </a:lnTo>
                <a:lnTo>
                  <a:pt x="188976" y="54864"/>
                </a:lnTo>
                <a:lnTo>
                  <a:pt x="177807" y="55387"/>
                </a:lnTo>
                <a:lnTo>
                  <a:pt x="167068" y="56769"/>
                </a:lnTo>
                <a:lnTo>
                  <a:pt x="156614" y="58721"/>
                </a:lnTo>
                <a:lnTo>
                  <a:pt x="146304" y="60960"/>
                </a:lnTo>
                <a:close/>
              </a:path>
              <a:path w="326389" h="398145">
                <a:moveTo>
                  <a:pt x="308590" y="353568"/>
                </a:moveTo>
                <a:lnTo>
                  <a:pt x="277368" y="353568"/>
                </a:lnTo>
                <a:lnTo>
                  <a:pt x="283464" y="348996"/>
                </a:lnTo>
                <a:lnTo>
                  <a:pt x="283464" y="54864"/>
                </a:lnTo>
                <a:lnTo>
                  <a:pt x="318685" y="54864"/>
                </a:lnTo>
                <a:lnTo>
                  <a:pt x="309372" y="62484"/>
                </a:lnTo>
                <a:lnTo>
                  <a:pt x="309372" y="344424"/>
                </a:lnTo>
                <a:lnTo>
                  <a:pt x="308590" y="353568"/>
                </a:lnTo>
                <a:close/>
              </a:path>
              <a:path w="326389" h="398145">
                <a:moveTo>
                  <a:pt x="0" y="397763"/>
                </a:moveTo>
                <a:lnTo>
                  <a:pt x="813" y="362188"/>
                </a:lnTo>
                <a:lnTo>
                  <a:pt x="925" y="355092"/>
                </a:lnTo>
                <a:lnTo>
                  <a:pt x="1333" y="316801"/>
                </a:lnTo>
                <a:lnTo>
                  <a:pt x="1451" y="161544"/>
                </a:lnTo>
                <a:lnTo>
                  <a:pt x="1328" y="132588"/>
                </a:lnTo>
                <a:lnTo>
                  <a:pt x="881" y="100107"/>
                </a:lnTo>
                <a:lnTo>
                  <a:pt x="0" y="74676"/>
                </a:lnTo>
                <a:lnTo>
                  <a:pt x="44196" y="99060"/>
                </a:lnTo>
                <a:lnTo>
                  <a:pt x="28956" y="109728"/>
                </a:lnTo>
                <a:lnTo>
                  <a:pt x="28956" y="385572"/>
                </a:lnTo>
                <a:lnTo>
                  <a:pt x="0" y="397763"/>
                </a:lnTo>
                <a:close/>
              </a:path>
              <a:path w="326389" h="398145">
                <a:moveTo>
                  <a:pt x="240205" y="150876"/>
                </a:moveTo>
                <a:lnTo>
                  <a:pt x="202692" y="150876"/>
                </a:lnTo>
                <a:lnTo>
                  <a:pt x="214883" y="132588"/>
                </a:lnTo>
                <a:lnTo>
                  <a:pt x="240205" y="150876"/>
                </a:lnTo>
                <a:close/>
              </a:path>
              <a:path w="326389" h="398145">
                <a:moveTo>
                  <a:pt x="82296" y="307848"/>
                </a:moveTo>
                <a:lnTo>
                  <a:pt x="83177" y="282392"/>
                </a:lnTo>
                <a:lnTo>
                  <a:pt x="83629" y="258508"/>
                </a:lnTo>
                <a:lnTo>
                  <a:pt x="83727" y="245364"/>
                </a:lnTo>
                <a:lnTo>
                  <a:pt x="83796" y="194333"/>
                </a:lnTo>
                <a:lnTo>
                  <a:pt x="83614" y="173259"/>
                </a:lnTo>
                <a:lnTo>
                  <a:pt x="83177" y="153804"/>
                </a:lnTo>
                <a:lnTo>
                  <a:pt x="82296" y="134112"/>
                </a:lnTo>
                <a:lnTo>
                  <a:pt x="108204" y="150876"/>
                </a:lnTo>
                <a:lnTo>
                  <a:pt x="240205" y="150876"/>
                </a:lnTo>
                <a:lnTo>
                  <a:pt x="242316" y="152400"/>
                </a:lnTo>
                <a:lnTo>
                  <a:pt x="232029" y="161544"/>
                </a:lnTo>
                <a:lnTo>
                  <a:pt x="108204" y="161544"/>
                </a:lnTo>
                <a:lnTo>
                  <a:pt x="108204" y="263652"/>
                </a:lnTo>
                <a:lnTo>
                  <a:pt x="228775" y="263652"/>
                </a:lnTo>
                <a:lnTo>
                  <a:pt x="228790" y="264604"/>
                </a:lnTo>
                <a:lnTo>
                  <a:pt x="229161" y="274319"/>
                </a:lnTo>
                <a:lnTo>
                  <a:pt x="108204" y="274319"/>
                </a:lnTo>
                <a:lnTo>
                  <a:pt x="108204" y="297180"/>
                </a:lnTo>
                <a:lnTo>
                  <a:pt x="82296" y="307848"/>
                </a:lnTo>
                <a:close/>
              </a:path>
              <a:path w="326389" h="398145">
                <a:moveTo>
                  <a:pt x="228775" y="263652"/>
                </a:moveTo>
                <a:lnTo>
                  <a:pt x="204216" y="263652"/>
                </a:lnTo>
                <a:lnTo>
                  <a:pt x="204216" y="161544"/>
                </a:lnTo>
                <a:lnTo>
                  <a:pt x="232029" y="161544"/>
                </a:lnTo>
                <a:lnTo>
                  <a:pt x="228600" y="164592"/>
                </a:lnTo>
                <a:lnTo>
                  <a:pt x="228692" y="258508"/>
                </a:lnTo>
                <a:lnTo>
                  <a:pt x="228775" y="263652"/>
                </a:lnTo>
                <a:close/>
              </a:path>
              <a:path w="326389" h="398145">
                <a:moveTo>
                  <a:pt x="204216" y="300228"/>
                </a:moveTo>
                <a:lnTo>
                  <a:pt x="204216" y="274319"/>
                </a:lnTo>
                <a:lnTo>
                  <a:pt x="229161" y="274319"/>
                </a:lnTo>
                <a:lnTo>
                  <a:pt x="229242" y="276439"/>
                </a:lnTo>
                <a:lnTo>
                  <a:pt x="230124" y="289559"/>
                </a:lnTo>
                <a:lnTo>
                  <a:pt x="204216" y="300228"/>
                </a:lnTo>
                <a:close/>
              </a:path>
              <a:path w="326389" h="398145">
                <a:moveTo>
                  <a:pt x="266700" y="397763"/>
                </a:moveTo>
                <a:lnTo>
                  <a:pt x="262985" y="383809"/>
                </a:lnTo>
                <a:lnTo>
                  <a:pt x="251841" y="371856"/>
                </a:lnTo>
                <a:lnTo>
                  <a:pt x="233267" y="362188"/>
                </a:lnTo>
                <a:lnTo>
                  <a:pt x="207264" y="355092"/>
                </a:lnTo>
                <a:lnTo>
                  <a:pt x="207264" y="347472"/>
                </a:lnTo>
                <a:lnTo>
                  <a:pt x="265176" y="353568"/>
                </a:lnTo>
                <a:lnTo>
                  <a:pt x="308590" y="353568"/>
                </a:lnTo>
                <a:lnTo>
                  <a:pt x="307633" y="364759"/>
                </a:lnTo>
                <a:lnTo>
                  <a:pt x="300037" y="380238"/>
                </a:lnTo>
                <a:lnTo>
                  <a:pt x="286440" y="391144"/>
                </a:lnTo>
                <a:lnTo>
                  <a:pt x="266700" y="39776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" name="object 23"/>
          <p:cNvSpPr/>
          <p:nvPr/>
        </p:nvSpPr>
        <p:spPr>
          <a:xfrm>
            <a:off x="3902964" y="2895599"/>
            <a:ext cx="1300480" cy="407034"/>
          </a:xfrm>
          <a:custGeom>
            <a:avLst/>
            <a:gdLst/>
            <a:ahLst/>
            <a:cxnLst/>
            <a:rect l="l" t="t" r="r" b="b"/>
            <a:pathLst>
              <a:path w="1300479" h="407035">
                <a:moveTo>
                  <a:pt x="193548" y="36588"/>
                </a:moveTo>
                <a:lnTo>
                  <a:pt x="189560" y="33540"/>
                </a:lnTo>
                <a:lnTo>
                  <a:pt x="167640" y="16776"/>
                </a:lnTo>
                <a:lnTo>
                  <a:pt x="158496" y="29349"/>
                </a:lnTo>
                <a:lnTo>
                  <a:pt x="158496" y="44208"/>
                </a:lnTo>
                <a:lnTo>
                  <a:pt x="158496" y="94500"/>
                </a:lnTo>
                <a:lnTo>
                  <a:pt x="158496" y="105168"/>
                </a:lnTo>
                <a:lnTo>
                  <a:pt x="158496" y="153936"/>
                </a:lnTo>
                <a:lnTo>
                  <a:pt x="76200" y="153936"/>
                </a:lnTo>
                <a:lnTo>
                  <a:pt x="76200" y="105168"/>
                </a:lnTo>
                <a:lnTo>
                  <a:pt x="158496" y="105168"/>
                </a:lnTo>
                <a:lnTo>
                  <a:pt x="158496" y="94500"/>
                </a:lnTo>
                <a:lnTo>
                  <a:pt x="76200" y="94500"/>
                </a:lnTo>
                <a:lnTo>
                  <a:pt x="76200" y="44208"/>
                </a:lnTo>
                <a:lnTo>
                  <a:pt x="158496" y="44208"/>
                </a:lnTo>
                <a:lnTo>
                  <a:pt x="158496" y="29349"/>
                </a:lnTo>
                <a:lnTo>
                  <a:pt x="155448" y="33540"/>
                </a:lnTo>
                <a:lnTo>
                  <a:pt x="76200" y="33540"/>
                </a:lnTo>
                <a:lnTo>
                  <a:pt x="51816" y="19824"/>
                </a:lnTo>
                <a:lnTo>
                  <a:pt x="52933" y="38417"/>
                </a:lnTo>
                <a:lnTo>
                  <a:pt x="53911" y="57734"/>
                </a:lnTo>
                <a:lnTo>
                  <a:pt x="54597" y="77901"/>
                </a:lnTo>
                <a:lnTo>
                  <a:pt x="54800" y="94500"/>
                </a:lnTo>
                <a:lnTo>
                  <a:pt x="54724" y="109740"/>
                </a:lnTo>
                <a:lnTo>
                  <a:pt x="54597" y="120738"/>
                </a:lnTo>
                <a:lnTo>
                  <a:pt x="53911" y="142125"/>
                </a:lnTo>
                <a:lnTo>
                  <a:pt x="52933" y="162928"/>
                </a:lnTo>
                <a:lnTo>
                  <a:pt x="51816" y="182892"/>
                </a:lnTo>
                <a:lnTo>
                  <a:pt x="76200" y="173748"/>
                </a:lnTo>
                <a:lnTo>
                  <a:pt x="76200" y="164604"/>
                </a:lnTo>
                <a:lnTo>
                  <a:pt x="158496" y="164604"/>
                </a:lnTo>
                <a:lnTo>
                  <a:pt x="158496" y="179844"/>
                </a:lnTo>
                <a:lnTo>
                  <a:pt x="182880" y="167652"/>
                </a:lnTo>
                <a:lnTo>
                  <a:pt x="182753" y="164604"/>
                </a:lnTo>
                <a:lnTo>
                  <a:pt x="182346" y="153936"/>
                </a:lnTo>
                <a:lnTo>
                  <a:pt x="181991" y="144767"/>
                </a:lnTo>
                <a:lnTo>
                  <a:pt x="181597" y="120738"/>
                </a:lnTo>
                <a:lnTo>
                  <a:pt x="181483" y="105168"/>
                </a:lnTo>
                <a:lnTo>
                  <a:pt x="181419" y="94500"/>
                </a:lnTo>
                <a:lnTo>
                  <a:pt x="181356" y="47256"/>
                </a:lnTo>
                <a:lnTo>
                  <a:pt x="184835" y="44208"/>
                </a:lnTo>
                <a:lnTo>
                  <a:pt x="193548" y="36588"/>
                </a:lnTo>
                <a:close/>
              </a:path>
              <a:path w="1300479" h="407035">
                <a:moveTo>
                  <a:pt x="321564" y="152412"/>
                </a:moveTo>
                <a:lnTo>
                  <a:pt x="283464" y="132600"/>
                </a:lnTo>
                <a:lnTo>
                  <a:pt x="284314" y="157403"/>
                </a:lnTo>
                <a:lnTo>
                  <a:pt x="284530" y="175272"/>
                </a:lnTo>
                <a:lnTo>
                  <a:pt x="283464" y="225564"/>
                </a:lnTo>
                <a:lnTo>
                  <a:pt x="275463" y="265379"/>
                </a:lnTo>
                <a:lnTo>
                  <a:pt x="248310" y="312026"/>
                </a:lnTo>
                <a:lnTo>
                  <a:pt x="211734" y="341122"/>
                </a:lnTo>
                <a:lnTo>
                  <a:pt x="187452" y="355104"/>
                </a:lnTo>
                <a:lnTo>
                  <a:pt x="192024" y="361200"/>
                </a:lnTo>
                <a:lnTo>
                  <a:pt x="234315" y="341579"/>
                </a:lnTo>
                <a:lnTo>
                  <a:pt x="265176" y="318528"/>
                </a:lnTo>
                <a:lnTo>
                  <a:pt x="293890" y="279514"/>
                </a:lnTo>
                <a:lnTo>
                  <a:pt x="305562" y="226326"/>
                </a:lnTo>
                <a:lnTo>
                  <a:pt x="307848" y="164604"/>
                </a:lnTo>
                <a:lnTo>
                  <a:pt x="321564" y="152412"/>
                </a:lnTo>
                <a:close/>
              </a:path>
              <a:path w="1300479" h="407035">
                <a:moveTo>
                  <a:pt x="388620" y="317004"/>
                </a:moveTo>
                <a:lnTo>
                  <a:pt x="385572" y="312432"/>
                </a:lnTo>
                <a:lnTo>
                  <a:pt x="382524" y="304812"/>
                </a:lnTo>
                <a:lnTo>
                  <a:pt x="375348" y="297954"/>
                </a:lnTo>
                <a:lnTo>
                  <a:pt x="360616" y="288810"/>
                </a:lnTo>
                <a:lnTo>
                  <a:pt x="338150" y="277380"/>
                </a:lnTo>
                <a:lnTo>
                  <a:pt x="307848" y="263664"/>
                </a:lnTo>
                <a:lnTo>
                  <a:pt x="304800" y="268236"/>
                </a:lnTo>
                <a:lnTo>
                  <a:pt x="325894" y="286778"/>
                </a:lnTo>
                <a:lnTo>
                  <a:pt x="343281" y="303479"/>
                </a:lnTo>
                <a:lnTo>
                  <a:pt x="356654" y="318160"/>
                </a:lnTo>
                <a:lnTo>
                  <a:pt x="365760" y="330720"/>
                </a:lnTo>
                <a:lnTo>
                  <a:pt x="374904" y="349008"/>
                </a:lnTo>
                <a:lnTo>
                  <a:pt x="379476" y="349008"/>
                </a:lnTo>
                <a:lnTo>
                  <a:pt x="382524" y="344436"/>
                </a:lnTo>
                <a:lnTo>
                  <a:pt x="384048" y="338340"/>
                </a:lnTo>
                <a:lnTo>
                  <a:pt x="387096" y="332244"/>
                </a:lnTo>
                <a:lnTo>
                  <a:pt x="388620" y="326148"/>
                </a:lnTo>
                <a:lnTo>
                  <a:pt x="388620" y="317004"/>
                </a:lnTo>
                <a:close/>
              </a:path>
              <a:path w="1300479" h="407035">
                <a:moveTo>
                  <a:pt x="402336" y="45732"/>
                </a:moveTo>
                <a:lnTo>
                  <a:pt x="373380" y="13728"/>
                </a:lnTo>
                <a:lnTo>
                  <a:pt x="353568" y="35064"/>
                </a:lnTo>
                <a:lnTo>
                  <a:pt x="202692" y="35064"/>
                </a:lnTo>
                <a:lnTo>
                  <a:pt x="217932" y="50304"/>
                </a:lnTo>
                <a:lnTo>
                  <a:pt x="227355" y="48298"/>
                </a:lnTo>
                <a:lnTo>
                  <a:pt x="237363" y="46875"/>
                </a:lnTo>
                <a:lnTo>
                  <a:pt x="247929" y="46012"/>
                </a:lnTo>
                <a:lnTo>
                  <a:pt x="259080" y="45732"/>
                </a:lnTo>
                <a:lnTo>
                  <a:pt x="280416" y="45732"/>
                </a:lnTo>
                <a:lnTo>
                  <a:pt x="278980" y="58305"/>
                </a:lnTo>
                <a:lnTo>
                  <a:pt x="276987" y="70878"/>
                </a:lnTo>
                <a:lnTo>
                  <a:pt x="274408" y="83451"/>
                </a:lnTo>
                <a:lnTo>
                  <a:pt x="271272" y="96024"/>
                </a:lnTo>
                <a:lnTo>
                  <a:pt x="248412" y="96024"/>
                </a:lnTo>
                <a:lnTo>
                  <a:pt x="224028" y="82308"/>
                </a:lnTo>
                <a:lnTo>
                  <a:pt x="224904" y="103466"/>
                </a:lnTo>
                <a:lnTo>
                  <a:pt x="225361" y="125933"/>
                </a:lnTo>
                <a:lnTo>
                  <a:pt x="225463" y="142125"/>
                </a:lnTo>
                <a:lnTo>
                  <a:pt x="225361" y="224231"/>
                </a:lnTo>
                <a:lnTo>
                  <a:pt x="224904" y="245770"/>
                </a:lnTo>
                <a:lnTo>
                  <a:pt x="224028" y="265188"/>
                </a:lnTo>
                <a:lnTo>
                  <a:pt x="248412" y="251472"/>
                </a:lnTo>
                <a:lnTo>
                  <a:pt x="248412" y="106692"/>
                </a:lnTo>
                <a:lnTo>
                  <a:pt x="350520" y="106692"/>
                </a:lnTo>
                <a:lnTo>
                  <a:pt x="350520" y="259092"/>
                </a:lnTo>
                <a:lnTo>
                  <a:pt x="373380" y="246900"/>
                </a:lnTo>
                <a:lnTo>
                  <a:pt x="373151" y="230136"/>
                </a:lnTo>
                <a:lnTo>
                  <a:pt x="373049" y="226326"/>
                </a:lnTo>
                <a:lnTo>
                  <a:pt x="372592" y="213372"/>
                </a:lnTo>
                <a:lnTo>
                  <a:pt x="372084" y="202107"/>
                </a:lnTo>
                <a:lnTo>
                  <a:pt x="371856" y="193560"/>
                </a:lnTo>
                <a:lnTo>
                  <a:pt x="371856" y="109740"/>
                </a:lnTo>
                <a:lnTo>
                  <a:pt x="375335" y="106692"/>
                </a:lnTo>
                <a:lnTo>
                  <a:pt x="384048" y="99072"/>
                </a:lnTo>
                <a:lnTo>
                  <a:pt x="379730" y="96024"/>
                </a:lnTo>
                <a:lnTo>
                  <a:pt x="358140" y="80784"/>
                </a:lnTo>
                <a:lnTo>
                  <a:pt x="345948" y="96024"/>
                </a:lnTo>
                <a:lnTo>
                  <a:pt x="280416" y="96024"/>
                </a:lnTo>
                <a:lnTo>
                  <a:pt x="290715" y="78308"/>
                </a:lnTo>
                <a:lnTo>
                  <a:pt x="298894" y="64020"/>
                </a:lnTo>
                <a:lnTo>
                  <a:pt x="305054" y="53162"/>
                </a:lnTo>
                <a:lnTo>
                  <a:pt x="309372" y="45732"/>
                </a:lnTo>
                <a:lnTo>
                  <a:pt x="402336" y="45732"/>
                </a:lnTo>
                <a:close/>
              </a:path>
              <a:path w="1300479" h="407035">
                <a:moveTo>
                  <a:pt x="405384" y="361200"/>
                </a:moveTo>
                <a:lnTo>
                  <a:pt x="369087" y="364312"/>
                </a:lnTo>
                <a:lnTo>
                  <a:pt x="331089" y="366725"/>
                </a:lnTo>
                <a:lnTo>
                  <a:pt x="291363" y="368261"/>
                </a:lnTo>
                <a:lnTo>
                  <a:pt x="249936" y="368820"/>
                </a:lnTo>
                <a:lnTo>
                  <a:pt x="210781" y="367055"/>
                </a:lnTo>
                <a:lnTo>
                  <a:pt x="177927" y="363867"/>
                </a:lnTo>
                <a:lnTo>
                  <a:pt x="151345" y="358952"/>
                </a:lnTo>
                <a:lnTo>
                  <a:pt x="131064" y="352056"/>
                </a:lnTo>
                <a:lnTo>
                  <a:pt x="131064" y="344436"/>
                </a:lnTo>
                <a:lnTo>
                  <a:pt x="131064" y="283476"/>
                </a:lnTo>
                <a:lnTo>
                  <a:pt x="208788" y="283476"/>
                </a:lnTo>
                <a:lnTo>
                  <a:pt x="200596" y="274332"/>
                </a:lnTo>
                <a:lnTo>
                  <a:pt x="182880" y="254520"/>
                </a:lnTo>
                <a:lnTo>
                  <a:pt x="163068" y="274332"/>
                </a:lnTo>
                <a:lnTo>
                  <a:pt x="131064" y="274332"/>
                </a:lnTo>
                <a:lnTo>
                  <a:pt x="131064" y="213372"/>
                </a:lnTo>
                <a:lnTo>
                  <a:pt x="216408" y="213372"/>
                </a:lnTo>
                <a:lnTo>
                  <a:pt x="187452" y="181368"/>
                </a:lnTo>
                <a:lnTo>
                  <a:pt x="167640" y="202704"/>
                </a:lnTo>
                <a:lnTo>
                  <a:pt x="13716" y="202704"/>
                </a:lnTo>
                <a:lnTo>
                  <a:pt x="30480" y="217944"/>
                </a:lnTo>
                <a:lnTo>
                  <a:pt x="39903" y="215938"/>
                </a:lnTo>
                <a:lnTo>
                  <a:pt x="49911" y="214515"/>
                </a:lnTo>
                <a:lnTo>
                  <a:pt x="60477" y="213652"/>
                </a:lnTo>
                <a:lnTo>
                  <a:pt x="71628" y="213372"/>
                </a:lnTo>
                <a:lnTo>
                  <a:pt x="108204" y="213372"/>
                </a:lnTo>
                <a:lnTo>
                  <a:pt x="108204" y="344436"/>
                </a:lnTo>
                <a:lnTo>
                  <a:pt x="93929" y="334759"/>
                </a:lnTo>
                <a:lnTo>
                  <a:pt x="80962" y="324243"/>
                </a:lnTo>
                <a:lnTo>
                  <a:pt x="69405" y="313143"/>
                </a:lnTo>
                <a:lnTo>
                  <a:pt x="68783" y="312432"/>
                </a:lnTo>
                <a:lnTo>
                  <a:pt x="59436" y="301764"/>
                </a:lnTo>
                <a:lnTo>
                  <a:pt x="63411" y="279679"/>
                </a:lnTo>
                <a:lnTo>
                  <a:pt x="68389" y="263474"/>
                </a:lnTo>
                <a:lnTo>
                  <a:pt x="74218" y="252679"/>
                </a:lnTo>
                <a:lnTo>
                  <a:pt x="80772" y="246900"/>
                </a:lnTo>
                <a:lnTo>
                  <a:pt x="45720" y="230136"/>
                </a:lnTo>
                <a:lnTo>
                  <a:pt x="41148" y="271475"/>
                </a:lnTo>
                <a:lnTo>
                  <a:pt x="32004" y="318528"/>
                </a:lnTo>
                <a:lnTo>
                  <a:pt x="18288" y="364058"/>
                </a:lnTo>
                <a:lnTo>
                  <a:pt x="0" y="403872"/>
                </a:lnTo>
                <a:lnTo>
                  <a:pt x="6096" y="406920"/>
                </a:lnTo>
                <a:lnTo>
                  <a:pt x="20383" y="388937"/>
                </a:lnTo>
                <a:lnTo>
                  <a:pt x="33528" y="367106"/>
                </a:lnTo>
                <a:lnTo>
                  <a:pt x="45516" y="341579"/>
                </a:lnTo>
                <a:lnTo>
                  <a:pt x="56388" y="312432"/>
                </a:lnTo>
                <a:lnTo>
                  <a:pt x="70078" y="329526"/>
                </a:lnTo>
                <a:lnTo>
                  <a:pt x="109728" y="364248"/>
                </a:lnTo>
                <a:lnTo>
                  <a:pt x="159016" y="383743"/>
                </a:lnTo>
                <a:lnTo>
                  <a:pt x="208978" y="392366"/>
                </a:lnTo>
                <a:lnTo>
                  <a:pt x="250698" y="394538"/>
                </a:lnTo>
                <a:lnTo>
                  <a:pt x="304990" y="395274"/>
                </a:lnTo>
                <a:lnTo>
                  <a:pt x="371856" y="394728"/>
                </a:lnTo>
                <a:lnTo>
                  <a:pt x="374091" y="387654"/>
                </a:lnTo>
                <a:lnTo>
                  <a:pt x="380619" y="380441"/>
                </a:lnTo>
                <a:lnTo>
                  <a:pt x="391134" y="373507"/>
                </a:lnTo>
                <a:lnTo>
                  <a:pt x="401891" y="368820"/>
                </a:lnTo>
                <a:lnTo>
                  <a:pt x="405384" y="367296"/>
                </a:lnTo>
                <a:lnTo>
                  <a:pt x="405384" y="361200"/>
                </a:lnTo>
                <a:close/>
              </a:path>
              <a:path w="1300479" h="407035">
                <a:moveTo>
                  <a:pt x="615696" y="121920"/>
                </a:moveTo>
                <a:lnTo>
                  <a:pt x="585216" y="92964"/>
                </a:lnTo>
                <a:lnTo>
                  <a:pt x="566928" y="111252"/>
                </a:lnTo>
                <a:lnTo>
                  <a:pt x="547116" y="111252"/>
                </a:lnTo>
                <a:lnTo>
                  <a:pt x="547116" y="33528"/>
                </a:lnTo>
                <a:lnTo>
                  <a:pt x="565404" y="19812"/>
                </a:lnTo>
                <a:lnTo>
                  <a:pt x="521208" y="0"/>
                </a:lnTo>
                <a:lnTo>
                  <a:pt x="522541" y="46482"/>
                </a:lnTo>
                <a:lnTo>
                  <a:pt x="522732" y="111252"/>
                </a:lnTo>
                <a:lnTo>
                  <a:pt x="448056" y="111252"/>
                </a:lnTo>
                <a:lnTo>
                  <a:pt x="464820" y="128016"/>
                </a:lnTo>
                <a:lnTo>
                  <a:pt x="483108" y="121920"/>
                </a:lnTo>
                <a:lnTo>
                  <a:pt x="522732" y="121920"/>
                </a:lnTo>
                <a:lnTo>
                  <a:pt x="522732" y="214884"/>
                </a:lnTo>
                <a:lnTo>
                  <a:pt x="498195" y="224294"/>
                </a:lnTo>
                <a:lnTo>
                  <a:pt x="477393" y="231838"/>
                </a:lnTo>
                <a:lnTo>
                  <a:pt x="460578" y="237388"/>
                </a:lnTo>
                <a:lnTo>
                  <a:pt x="448056" y="240792"/>
                </a:lnTo>
                <a:lnTo>
                  <a:pt x="470916" y="271272"/>
                </a:lnTo>
                <a:lnTo>
                  <a:pt x="475792" y="265557"/>
                </a:lnTo>
                <a:lnTo>
                  <a:pt x="485965" y="257556"/>
                </a:lnTo>
                <a:lnTo>
                  <a:pt x="501561" y="247269"/>
                </a:lnTo>
                <a:lnTo>
                  <a:pt x="522732" y="234696"/>
                </a:lnTo>
                <a:lnTo>
                  <a:pt x="522732" y="348996"/>
                </a:lnTo>
                <a:lnTo>
                  <a:pt x="521843" y="358736"/>
                </a:lnTo>
                <a:lnTo>
                  <a:pt x="519112" y="365188"/>
                </a:lnTo>
                <a:lnTo>
                  <a:pt x="514362" y="368503"/>
                </a:lnTo>
                <a:lnTo>
                  <a:pt x="507492" y="368808"/>
                </a:lnTo>
                <a:lnTo>
                  <a:pt x="474268" y="364744"/>
                </a:lnTo>
                <a:lnTo>
                  <a:pt x="460248" y="362712"/>
                </a:lnTo>
                <a:lnTo>
                  <a:pt x="460248" y="370332"/>
                </a:lnTo>
                <a:lnTo>
                  <a:pt x="482244" y="378625"/>
                </a:lnTo>
                <a:lnTo>
                  <a:pt x="497967" y="387477"/>
                </a:lnTo>
                <a:lnTo>
                  <a:pt x="507390" y="396913"/>
                </a:lnTo>
                <a:lnTo>
                  <a:pt x="510540" y="406908"/>
                </a:lnTo>
                <a:lnTo>
                  <a:pt x="526542" y="398932"/>
                </a:lnTo>
                <a:lnTo>
                  <a:pt x="537972" y="388810"/>
                </a:lnTo>
                <a:lnTo>
                  <a:pt x="544830" y="376694"/>
                </a:lnTo>
                <a:lnTo>
                  <a:pt x="546112" y="368808"/>
                </a:lnTo>
                <a:lnTo>
                  <a:pt x="547116" y="362712"/>
                </a:lnTo>
                <a:lnTo>
                  <a:pt x="547116" y="234696"/>
                </a:lnTo>
                <a:lnTo>
                  <a:pt x="547116" y="222504"/>
                </a:lnTo>
                <a:lnTo>
                  <a:pt x="577596" y="205740"/>
                </a:lnTo>
                <a:lnTo>
                  <a:pt x="608076" y="188976"/>
                </a:lnTo>
                <a:lnTo>
                  <a:pt x="605028" y="182880"/>
                </a:lnTo>
                <a:lnTo>
                  <a:pt x="547116" y="205740"/>
                </a:lnTo>
                <a:lnTo>
                  <a:pt x="547116" y="121920"/>
                </a:lnTo>
                <a:lnTo>
                  <a:pt x="615696" y="121920"/>
                </a:lnTo>
                <a:close/>
              </a:path>
              <a:path w="1300479" h="407035">
                <a:moveTo>
                  <a:pt x="835152" y="185928"/>
                </a:moveTo>
                <a:lnTo>
                  <a:pt x="830694" y="182880"/>
                </a:lnTo>
                <a:lnTo>
                  <a:pt x="806196" y="166116"/>
                </a:lnTo>
                <a:lnTo>
                  <a:pt x="800100" y="177292"/>
                </a:lnTo>
                <a:lnTo>
                  <a:pt x="800100" y="193548"/>
                </a:lnTo>
                <a:lnTo>
                  <a:pt x="800100" y="265176"/>
                </a:lnTo>
                <a:lnTo>
                  <a:pt x="800100" y="275844"/>
                </a:lnTo>
                <a:lnTo>
                  <a:pt x="800100" y="361188"/>
                </a:lnTo>
                <a:lnTo>
                  <a:pt x="731520" y="361188"/>
                </a:lnTo>
                <a:lnTo>
                  <a:pt x="731520" y="275844"/>
                </a:lnTo>
                <a:lnTo>
                  <a:pt x="800100" y="275844"/>
                </a:lnTo>
                <a:lnTo>
                  <a:pt x="800100" y="265176"/>
                </a:lnTo>
                <a:lnTo>
                  <a:pt x="731520" y="265176"/>
                </a:lnTo>
                <a:lnTo>
                  <a:pt x="731520" y="193548"/>
                </a:lnTo>
                <a:lnTo>
                  <a:pt x="800100" y="193548"/>
                </a:lnTo>
                <a:lnTo>
                  <a:pt x="800100" y="177292"/>
                </a:lnTo>
                <a:lnTo>
                  <a:pt x="797052" y="182880"/>
                </a:lnTo>
                <a:lnTo>
                  <a:pt x="710184" y="182880"/>
                </a:lnTo>
                <a:lnTo>
                  <a:pt x="710184" y="193548"/>
                </a:lnTo>
                <a:lnTo>
                  <a:pt x="710184" y="265176"/>
                </a:lnTo>
                <a:lnTo>
                  <a:pt x="710184" y="275844"/>
                </a:lnTo>
                <a:lnTo>
                  <a:pt x="710184" y="361188"/>
                </a:lnTo>
                <a:lnTo>
                  <a:pt x="640080" y="361188"/>
                </a:lnTo>
                <a:lnTo>
                  <a:pt x="640080" y="275844"/>
                </a:lnTo>
                <a:lnTo>
                  <a:pt x="710184" y="275844"/>
                </a:lnTo>
                <a:lnTo>
                  <a:pt x="710184" y="265176"/>
                </a:lnTo>
                <a:lnTo>
                  <a:pt x="640080" y="265176"/>
                </a:lnTo>
                <a:lnTo>
                  <a:pt x="640080" y="193548"/>
                </a:lnTo>
                <a:lnTo>
                  <a:pt x="710184" y="193548"/>
                </a:lnTo>
                <a:lnTo>
                  <a:pt x="710184" y="182880"/>
                </a:lnTo>
                <a:lnTo>
                  <a:pt x="640080" y="182880"/>
                </a:lnTo>
                <a:lnTo>
                  <a:pt x="615696" y="169164"/>
                </a:lnTo>
                <a:lnTo>
                  <a:pt x="616572" y="185458"/>
                </a:lnTo>
                <a:lnTo>
                  <a:pt x="616953" y="205740"/>
                </a:lnTo>
                <a:lnTo>
                  <a:pt x="617054" y="214884"/>
                </a:lnTo>
                <a:lnTo>
                  <a:pt x="617169" y="237388"/>
                </a:lnTo>
                <a:lnTo>
                  <a:pt x="617156" y="324993"/>
                </a:lnTo>
                <a:lnTo>
                  <a:pt x="617042" y="348996"/>
                </a:lnTo>
                <a:lnTo>
                  <a:pt x="616915" y="358736"/>
                </a:lnTo>
                <a:lnTo>
                  <a:pt x="616572" y="380479"/>
                </a:lnTo>
                <a:lnTo>
                  <a:pt x="615696" y="403860"/>
                </a:lnTo>
                <a:lnTo>
                  <a:pt x="640080" y="391668"/>
                </a:lnTo>
                <a:lnTo>
                  <a:pt x="640080" y="370332"/>
                </a:lnTo>
                <a:lnTo>
                  <a:pt x="800100" y="370332"/>
                </a:lnTo>
                <a:lnTo>
                  <a:pt x="800100" y="400812"/>
                </a:lnTo>
                <a:lnTo>
                  <a:pt x="824484" y="390144"/>
                </a:lnTo>
                <a:lnTo>
                  <a:pt x="823150" y="324993"/>
                </a:lnTo>
                <a:lnTo>
                  <a:pt x="822998" y="275844"/>
                </a:lnTo>
                <a:lnTo>
                  <a:pt x="822960" y="198120"/>
                </a:lnTo>
                <a:lnTo>
                  <a:pt x="827532" y="193548"/>
                </a:lnTo>
                <a:lnTo>
                  <a:pt x="835152" y="185928"/>
                </a:lnTo>
                <a:close/>
              </a:path>
              <a:path w="1300479" h="407035">
                <a:moveTo>
                  <a:pt x="848868" y="97536"/>
                </a:moveTo>
                <a:lnTo>
                  <a:pt x="816864" y="67056"/>
                </a:lnTo>
                <a:lnTo>
                  <a:pt x="797052" y="86868"/>
                </a:lnTo>
                <a:lnTo>
                  <a:pt x="769620" y="86868"/>
                </a:lnTo>
                <a:lnTo>
                  <a:pt x="769620" y="36576"/>
                </a:lnTo>
                <a:lnTo>
                  <a:pt x="787908" y="24384"/>
                </a:lnTo>
                <a:lnTo>
                  <a:pt x="745236" y="7620"/>
                </a:lnTo>
                <a:lnTo>
                  <a:pt x="746328" y="24384"/>
                </a:lnTo>
                <a:lnTo>
                  <a:pt x="747293" y="43243"/>
                </a:lnTo>
                <a:lnTo>
                  <a:pt x="747991" y="63995"/>
                </a:lnTo>
                <a:lnTo>
                  <a:pt x="748284" y="86868"/>
                </a:lnTo>
                <a:lnTo>
                  <a:pt x="685800" y="86868"/>
                </a:lnTo>
                <a:lnTo>
                  <a:pt x="685800" y="38100"/>
                </a:lnTo>
                <a:lnTo>
                  <a:pt x="702564" y="25908"/>
                </a:lnTo>
                <a:lnTo>
                  <a:pt x="661416" y="7620"/>
                </a:lnTo>
                <a:lnTo>
                  <a:pt x="661581" y="19812"/>
                </a:lnTo>
                <a:lnTo>
                  <a:pt x="661682" y="25908"/>
                </a:lnTo>
                <a:lnTo>
                  <a:pt x="662698" y="63995"/>
                </a:lnTo>
                <a:lnTo>
                  <a:pt x="662940" y="86868"/>
                </a:lnTo>
                <a:lnTo>
                  <a:pt x="595884" y="86868"/>
                </a:lnTo>
                <a:lnTo>
                  <a:pt x="609600" y="102108"/>
                </a:lnTo>
                <a:lnTo>
                  <a:pt x="630936" y="97536"/>
                </a:lnTo>
                <a:lnTo>
                  <a:pt x="662940" y="97536"/>
                </a:lnTo>
                <a:lnTo>
                  <a:pt x="662698" y="112953"/>
                </a:lnTo>
                <a:lnTo>
                  <a:pt x="661644" y="146621"/>
                </a:lnTo>
                <a:lnTo>
                  <a:pt x="661416" y="164592"/>
                </a:lnTo>
                <a:lnTo>
                  <a:pt x="685800" y="153924"/>
                </a:lnTo>
                <a:lnTo>
                  <a:pt x="685800" y="97536"/>
                </a:lnTo>
                <a:lnTo>
                  <a:pt x="748284" y="97536"/>
                </a:lnTo>
                <a:lnTo>
                  <a:pt x="748284" y="158496"/>
                </a:lnTo>
                <a:lnTo>
                  <a:pt x="772668" y="149352"/>
                </a:lnTo>
                <a:lnTo>
                  <a:pt x="771537" y="135902"/>
                </a:lnTo>
                <a:lnTo>
                  <a:pt x="770572" y="122872"/>
                </a:lnTo>
                <a:lnTo>
                  <a:pt x="769874" y="110134"/>
                </a:lnTo>
                <a:lnTo>
                  <a:pt x="769620" y="97536"/>
                </a:lnTo>
                <a:lnTo>
                  <a:pt x="848868" y="97536"/>
                </a:lnTo>
                <a:close/>
              </a:path>
              <a:path w="1300479" h="407035">
                <a:moveTo>
                  <a:pt x="987564" y="73279"/>
                </a:moveTo>
                <a:lnTo>
                  <a:pt x="958405" y="38100"/>
                </a:lnTo>
                <a:lnTo>
                  <a:pt x="931164" y="22860"/>
                </a:lnTo>
                <a:lnTo>
                  <a:pt x="926592" y="25908"/>
                </a:lnTo>
                <a:lnTo>
                  <a:pt x="936891" y="40513"/>
                </a:lnTo>
                <a:lnTo>
                  <a:pt x="945070" y="54673"/>
                </a:lnTo>
                <a:lnTo>
                  <a:pt x="951230" y="68567"/>
                </a:lnTo>
                <a:lnTo>
                  <a:pt x="955548" y="82296"/>
                </a:lnTo>
                <a:lnTo>
                  <a:pt x="958735" y="92303"/>
                </a:lnTo>
                <a:lnTo>
                  <a:pt x="961644" y="99441"/>
                </a:lnTo>
                <a:lnTo>
                  <a:pt x="964539" y="103733"/>
                </a:lnTo>
                <a:lnTo>
                  <a:pt x="967740" y="105156"/>
                </a:lnTo>
                <a:lnTo>
                  <a:pt x="970788" y="105156"/>
                </a:lnTo>
                <a:lnTo>
                  <a:pt x="973836" y="102108"/>
                </a:lnTo>
                <a:lnTo>
                  <a:pt x="978408" y="99060"/>
                </a:lnTo>
                <a:lnTo>
                  <a:pt x="982980" y="94488"/>
                </a:lnTo>
                <a:lnTo>
                  <a:pt x="986028" y="88392"/>
                </a:lnTo>
                <a:lnTo>
                  <a:pt x="987552" y="79248"/>
                </a:lnTo>
                <a:lnTo>
                  <a:pt x="987564" y="73279"/>
                </a:lnTo>
                <a:close/>
              </a:path>
              <a:path w="1300479" h="407035">
                <a:moveTo>
                  <a:pt x="1239012" y="60960"/>
                </a:moveTo>
                <a:lnTo>
                  <a:pt x="1234440" y="54864"/>
                </a:lnTo>
                <a:lnTo>
                  <a:pt x="1225296" y="50292"/>
                </a:lnTo>
                <a:lnTo>
                  <a:pt x="1217549" y="45961"/>
                </a:lnTo>
                <a:lnTo>
                  <a:pt x="1207960" y="41910"/>
                </a:lnTo>
                <a:lnTo>
                  <a:pt x="1196352" y="37871"/>
                </a:lnTo>
                <a:lnTo>
                  <a:pt x="1182624" y="33528"/>
                </a:lnTo>
                <a:lnTo>
                  <a:pt x="1178052" y="38100"/>
                </a:lnTo>
                <a:lnTo>
                  <a:pt x="1190625" y="49276"/>
                </a:lnTo>
                <a:lnTo>
                  <a:pt x="1200912" y="60007"/>
                </a:lnTo>
                <a:lnTo>
                  <a:pt x="1208913" y="70472"/>
                </a:lnTo>
                <a:lnTo>
                  <a:pt x="1214628" y="80772"/>
                </a:lnTo>
                <a:lnTo>
                  <a:pt x="1219200" y="89916"/>
                </a:lnTo>
                <a:lnTo>
                  <a:pt x="1223772" y="94488"/>
                </a:lnTo>
                <a:lnTo>
                  <a:pt x="1229868" y="94488"/>
                </a:lnTo>
                <a:lnTo>
                  <a:pt x="1232916" y="91440"/>
                </a:lnTo>
                <a:lnTo>
                  <a:pt x="1235964" y="86868"/>
                </a:lnTo>
                <a:lnTo>
                  <a:pt x="1237488" y="82296"/>
                </a:lnTo>
                <a:lnTo>
                  <a:pt x="1239012" y="76200"/>
                </a:lnTo>
                <a:lnTo>
                  <a:pt x="1239012" y="60960"/>
                </a:lnTo>
                <a:close/>
              </a:path>
              <a:path w="1300479" h="407035">
                <a:moveTo>
                  <a:pt x="1287780" y="129540"/>
                </a:moveTo>
                <a:lnTo>
                  <a:pt x="1255776" y="94488"/>
                </a:lnTo>
                <a:lnTo>
                  <a:pt x="1231392" y="118872"/>
                </a:lnTo>
                <a:lnTo>
                  <a:pt x="1149096" y="118872"/>
                </a:lnTo>
                <a:lnTo>
                  <a:pt x="1149096" y="38100"/>
                </a:lnTo>
                <a:lnTo>
                  <a:pt x="1164336" y="25908"/>
                </a:lnTo>
                <a:lnTo>
                  <a:pt x="1123188" y="7620"/>
                </a:lnTo>
                <a:lnTo>
                  <a:pt x="1124432" y="50292"/>
                </a:lnTo>
                <a:lnTo>
                  <a:pt x="1124712" y="118872"/>
                </a:lnTo>
                <a:lnTo>
                  <a:pt x="998220" y="118872"/>
                </a:lnTo>
                <a:lnTo>
                  <a:pt x="1013460" y="134112"/>
                </a:lnTo>
                <a:lnTo>
                  <a:pt x="1023150" y="132118"/>
                </a:lnTo>
                <a:lnTo>
                  <a:pt x="1033843" y="130683"/>
                </a:lnTo>
                <a:lnTo>
                  <a:pt x="1045387" y="129832"/>
                </a:lnTo>
                <a:lnTo>
                  <a:pt x="1057656" y="129540"/>
                </a:lnTo>
                <a:lnTo>
                  <a:pt x="1114044" y="129540"/>
                </a:lnTo>
                <a:lnTo>
                  <a:pt x="1093470" y="175831"/>
                </a:lnTo>
                <a:lnTo>
                  <a:pt x="1066038" y="220980"/>
                </a:lnTo>
                <a:lnTo>
                  <a:pt x="1031748" y="264985"/>
                </a:lnTo>
                <a:lnTo>
                  <a:pt x="990600" y="307848"/>
                </a:lnTo>
                <a:lnTo>
                  <a:pt x="993648" y="313944"/>
                </a:lnTo>
                <a:lnTo>
                  <a:pt x="1035126" y="281660"/>
                </a:lnTo>
                <a:lnTo>
                  <a:pt x="1070610" y="246507"/>
                </a:lnTo>
                <a:lnTo>
                  <a:pt x="1100366" y="208508"/>
                </a:lnTo>
                <a:lnTo>
                  <a:pt x="1124712" y="167640"/>
                </a:lnTo>
                <a:lnTo>
                  <a:pt x="1124585" y="264985"/>
                </a:lnTo>
                <a:lnTo>
                  <a:pt x="1124508" y="286512"/>
                </a:lnTo>
                <a:lnTo>
                  <a:pt x="1124064" y="327520"/>
                </a:lnTo>
                <a:lnTo>
                  <a:pt x="1123188" y="358140"/>
                </a:lnTo>
                <a:lnTo>
                  <a:pt x="1150620" y="344424"/>
                </a:lnTo>
                <a:lnTo>
                  <a:pt x="1149731" y="322402"/>
                </a:lnTo>
                <a:lnTo>
                  <a:pt x="1149286" y="286512"/>
                </a:lnTo>
                <a:lnTo>
                  <a:pt x="1149210" y="264985"/>
                </a:lnTo>
                <a:lnTo>
                  <a:pt x="1149096" y="169164"/>
                </a:lnTo>
                <a:lnTo>
                  <a:pt x="1167384" y="185762"/>
                </a:lnTo>
                <a:lnTo>
                  <a:pt x="1197102" y="216103"/>
                </a:lnTo>
                <a:lnTo>
                  <a:pt x="1227010" y="257365"/>
                </a:lnTo>
                <a:lnTo>
                  <a:pt x="1246632" y="295656"/>
                </a:lnTo>
                <a:lnTo>
                  <a:pt x="1251204" y="301752"/>
                </a:lnTo>
                <a:lnTo>
                  <a:pt x="1257300" y="301752"/>
                </a:lnTo>
                <a:lnTo>
                  <a:pt x="1260348" y="298704"/>
                </a:lnTo>
                <a:lnTo>
                  <a:pt x="1266444" y="286512"/>
                </a:lnTo>
                <a:lnTo>
                  <a:pt x="1267968" y="280416"/>
                </a:lnTo>
                <a:lnTo>
                  <a:pt x="1267968" y="266700"/>
                </a:lnTo>
                <a:lnTo>
                  <a:pt x="1266444" y="260604"/>
                </a:lnTo>
                <a:lnTo>
                  <a:pt x="1264920" y="252984"/>
                </a:lnTo>
                <a:lnTo>
                  <a:pt x="1232916" y="219456"/>
                </a:lnTo>
                <a:lnTo>
                  <a:pt x="1197292" y="191262"/>
                </a:lnTo>
                <a:lnTo>
                  <a:pt x="1165428" y="169164"/>
                </a:lnTo>
                <a:lnTo>
                  <a:pt x="1163091" y="167640"/>
                </a:lnTo>
                <a:lnTo>
                  <a:pt x="1149096" y="158496"/>
                </a:lnTo>
                <a:lnTo>
                  <a:pt x="1149096" y="129540"/>
                </a:lnTo>
                <a:lnTo>
                  <a:pt x="1287780" y="129540"/>
                </a:lnTo>
                <a:close/>
              </a:path>
              <a:path w="1300479" h="407035">
                <a:moveTo>
                  <a:pt x="1299972" y="362712"/>
                </a:moveTo>
                <a:lnTo>
                  <a:pt x="1254264" y="366699"/>
                </a:lnTo>
                <a:lnTo>
                  <a:pt x="1211008" y="369379"/>
                </a:lnTo>
                <a:lnTo>
                  <a:pt x="1177658" y="370420"/>
                </a:lnTo>
                <a:lnTo>
                  <a:pt x="1132332" y="370332"/>
                </a:lnTo>
                <a:lnTo>
                  <a:pt x="1068324" y="363855"/>
                </a:lnTo>
                <a:lnTo>
                  <a:pt x="1027176" y="350520"/>
                </a:lnTo>
                <a:lnTo>
                  <a:pt x="995133" y="329184"/>
                </a:lnTo>
                <a:lnTo>
                  <a:pt x="981456" y="318516"/>
                </a:lnTo>
                <a:lnTo>
                  <a:pt x="981456" y="179832"/>
                </a:lnTo>
                <a:lnTo>
                  <a:pt x="991031" y="173736"/>
                </a:lnTo>
                <a:lnTo>
                  <a:pt x="998220" y="169164"/>
                </a:lnTo>
                <a:lnTo>
                  <a:pt x="967740" y="146304"/>
                </a:lnTo>
                <a:lnTo>
                  <a:pt x="955548" y="164592"/>
                </a:lnTo>
                <a:lnTo>
                  <a:pt x="890016" y="164592"/>
                </a:lnTo>
                <a:lnTo>
                  <a:pt x="905256" y="179832"/>
                </a:lnTo>
                <a:lnTo>
                  <a:pt x="923544" y="175641"/>
                </a:lnTo>
                <a:lnTo>
                  <a:pt x="930973" y="174269"/>
                </a:lnTo>
                <a:lnTo>
                  <a:pt x="937260" y="173736"/>
                </a:lnTo>
                <a:lnTo>
                  <a:pt x="960120" y="173736"/>
                </a:lnTo>
                <a:lnTo>
                  <a:pt x="960120" y="316992"/>
                </a:lnTo>
                <a:lnTo>
                  <a:pt x="941870" y="326428"/>
                </a:lnTo>
                <a:lnTo>
                  <a:pt x="923925" y="336423"/>
                </a:lnTo>
                <a:lnTo>
                  <a:pt x="906538" y="347002"/>
                </a:lnTo>
                <a:lnTo>
                  <a:pt x="890016" y="358140"/>
                </a:lnTo>
                <a:lnTo>
                  <a:pt x="914400" y="381000"/>
                </a:lnTo>
                <a:lnTo>
                  <a:pt x="919543" y="372745"/>
                </a:lnTo>
                <a:lnTo>
                  <a:pt x="925830" y="364045"/>
                </a:lnTo>
                <a:lnTo>
                  <a:pt x="958977" y="333565"/>
                </a:lnTo>
                <a:lnTo>
                  <a:pt x="969264" y="329184"/>
                </a:lnTo>
                <a:lnTo>
                  <a:pt x="974661" y="330352"/>
                </a:lnTo>
                <a:lnTo>
                  <a:pt x="981646" y="333946"/>
                </a:lnTo>
                <a:lnTo>
                  <a:pt x="990041" y="340118"/>
                </a:lnTo>
                <a:lnTo>
                  <a:pt x="999744" y="348996"/>
                </a:lnTo>
                <a:lnTo>
                  <a:pt x="1010615" y="358711"/>
                </a:lnTo>
                <a:lnTo>
                  <a:pt x="1051560" y="381000"/>
                </a:lnTo>
                <a:lnTo>
                  <a:pt x="1088136" y="391668"/>
                </a:lnTo>
                <a:lnTo>
                  <a:pt x="1133856" y="397764"/>
                </a:lnTo>
                <a:lnTo>
                  <a:pt x="1191196" y="399859"/>
                </a:lnTo>
                <a:lnTo>
                  <a:pt x="1263396" y="400812"/>
                </a:lnTo>
                <a:lnTo>
                  <a:pt x="1265682" y="391960"/>
                </a:lnTo>
                <a:lnTo>
                  <a:pt x="1272540" y="383667"/>
                </a:lnTo>
                <a:lnTo>
                  <a:pt x="1283970" y="375958"/>
                </a:lnTo>
                <a:lnTo>
                  <a:pt x="1295857" y="370649"/>
                </a:lnTo>
                <a:lnTo>
                  <a:pt x="1299972" y="368808"/>
                </a:lnTo>
                <a:lnTo>
                  <a:pt x="1299972" y="36271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" name="object 24"/>
          <p:cNvSpPr/>
          <p:nvPr/>
        </p:nvSpPr>
        <p:spPr>
          <a:xfrm>
            <a:off x="1751075" y="3730752"/>
            <a:ext cx="155575" cy="155575"/>
          </a:xfrm>
          <a:custGeom>
            <a:avLst/>
            <a:gdLst/>
            <a:ahLst/>
            <a:cxnLst/>
            <a:rect l="l" t="t" r="r" b="b"/>
            <a:pathLst>
              <a:path w="155575" h="155575">
                <a:moveTo>
                  <a:pt x="155448" y="155448"/>
                </a:moveTo>
                <a:lnTo>
                  <a:pt x="0" y="155448"/>
                </a:lnTo>
                <a:lnTo>
                  <a:pt x="0" y="0"/>
                </a:lnTo>
                <a:lnTo>
                  <a:pt x="155448" y="0"/>
                </a:lnTo>
                <a:lnTo>
                  <a:pt x="155448" y="155448"/>
                </a:lnTo>
                <a:close/>
              </a:path>
            </a:pathLst>
          </a:custGeom>
          <a:solidFill>
            <a:srgbClr val="3333C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" name="object 25"/>
          <p:cNvSpPr/>
          <p:nvPr/>
        </p:nvSpPr>
        <p:spPr>
          <a:xfrm>
            <a:off x="2141220" y="3540251"/>
            <a:ext cx="830580" cy="407034"/>
          </a:xfrm>
          <a:custGeom>
            <a:avLst/>
            <a:gdLst/>
            <a:ahLst/>
            <a:cxnLst/>
            <a:rect l="l" t="t" r="r" b="b"/>
            <a:pathLst>
              <a:path w="830580" h="407035">
                <a:moveTo>
                  <a:pt x="176784" y="169164"/>
                </a:moveTo>
                <a:lnTo>
                  <a:pt x="169875" y="163068"/>
                </a:lnTo>
                <a:lnTo>
                  <a:pt x="150876" y="146304"/>
                </a:lnTo>
                <a:lnTo>
                  <a:pt x="140208" y="159346"/>
                </a:lnTo>
                <a:lnTo>
                  <a:pt x="140208" y="173736"/>
                </a:lnTo>
                <a:lnTo>
                  <a:pt x="140208" y="217932"/>
                </a:lnTo>
                <a:lnTo>
                  <a:pt x="140208" y="228600"/>
                </a:lnTo>
                <a:lnTo>
                  <a:pt x="140208" y="278892"/>
                </a:lnTo>
                <a:lnTo>
                  <a:pt x="48768" y="278892"/>
                </a:lnTo>
                <a:lnTo>
                  <a:pt x="48768" y="228600"/>
                </a:lnTo>
                <a:lnTo>
                  <a:pt x="140208" y="228600"/>
                </a:lnTo>
                <a:lnTo>
                  <a:pt x="140208" y="217932"/>
                </a:lnTo>
                <a:lnTo>
                  <a:pt x="48768" y="217932"/>
                </a:lnTo>
                <a:lnTo>
                  <a:pt x="48768" y="173736"/>
                </a:lnTo>
                <a:lnTo>
                  <a:pt x="140208" y="173736"/>
                </a:lnTo>
                <a:lnTo>
                  <a:pt x="140208" y="159346"/>
                </a:lnTo>
                <a:lnTo>
                  <a:pt x="137160" y="163068"/>
                </a:lnTo>
                <a:lnTo>
                  <a:pt x="48768" y="163068"/>
                </a:lnTo>
                <a:lnTo>
                  <a:pt x="22860" y="149352"/>
                </a:lnTo>
                <a:lnTo>
                  <a:pt x="23126" y="169164"/>
                </a:lnTo>
                <a:lnTo>
                  <a:pt x="23622" y="193929"/>
                </a:lnTo>
                <a:lnTo>
                  <a:pt x="24130" y="228600"/>
                </a:lnTo>
                <a:lnTo>
                  <a:pt x="24384" y="272796"/>
                </a:lnTo>
                <a:lnTo>
                  <a:pt x="24142" y="317969"/>
                </a:lnTo>
                <a:lnTo>
                  <a:pt x="23622" y="355282"/>
                </a:lnTo>
                <a:lnTo>
                  <a:pt x="23088" y="384886"/>
                </a:lnTo>
                <a:lnTo>
                  <a:pt x="22860" y="406908"/>
                </a:lnTo>
                <a:lnTo>
                  <a:pt x="48768" y="393192"/>
                </a:lnTo>
                <a:lnTo>
                  <a:pt x="48768" y="289560"/>
                </a:lnTo>
                <a:lnTo>
                  <a:pt x="140208" y="289560"/>
                </a:lnTo>
                <a:lnTo>
                  <a:pt x="140208" y="362712"/>
                </a:lnTo>
                <a:lnTo>
                  <a:pt x="135636" y="368808"/>
                </a:lnTo>
                <a:lnTo>
                  <a:pt x="128016" y="368808"/>
                </a:lnTo>
                <a:lnTo>
                  <a:pt x="120891" y="368554"/>
                </a:lnTo>
                <a:lnTo>
                  <a:pt x="83820" y="365760"/>
                </a:lnTo>
                <a:lnTo>
                  <a:pt x="83820" y="371856"/>
                </a:lnTo>
                <a:lnTo>
                  <a:pt x="102717" y="379056"/>
                </a:lnTo>
                <a:lnTo>
                  <a:pt x="116205" y="387096"/>
                </a:lnTo>
                <a:lnTo>
                  <a:pt x="124536" y="396290"/>
                </a:lnTo>
                <a:lnTo>
                  <a:pt x="128016" y="406908"/>
                </a:lnTo>
                <a:lnTo>
                  <a:pt x="144627" y="398005"/>
                </a:lnTo>
                <a:lnTo>
                  <a:pt x="155829" y="387096"/>
                </a:lnTo>
                <a:lnTo>
                  <a:pt x="161874" y="373913"/>
                </a:lnTo>
                <a:lnTo>
                  <a:pt x="162255" y="368808"/>
                </a:lnTo>
                <a:lnTo>
                  <a:pt x="163068" y="358140"/>
                </a:lnTo>
                <a:lnTo>
                  <a:pt x="163068" y="181356"/>
                </a:lnTo>
                <a:lnTo>
                  <a:pt x="171640" y="173736"/>
                </a:lnTo>
                <a:lnTo>
                  <a:pt x="176784" y="169164"/>
                </a:lnTo>
                <a:close/>
              </a:path>
              <a:path w="830580" h="407035">
                <a:moveTo>
                  <a:pt x="193548" y="123444"/>
                </a:moveTo>
                <a:lnTo>
                  <a:pt x="178308" y="86868"/>
                </a:lnTo>
                <a:lnTo>
                  <a:pt x="147231" y="62865"/>
                </a:lnTo>
                <a:lnTo>
                  <a:pt x="134112" y="54864"/>
                </a:lnTo>
                <a:lnTo>
                  <a:pt x="129540" y="59436"/>
                </a:lnTo>
                <a:lnTo>
                  <a:pt x="136652" y="68300"/>
                </a:lnTo>
                <a:lnTo>
                  <a:pt x="144208" y="78867"/>
                </a:lnTo>
                <a:lnTo>
                  <a:pt x="152031" y="91160"/>
                </a:lnTo>
                <a:lnTo>
                  <a:pt x="160020" y="105156"/>
                </a:lnTo>
                <a:lnTo>
                  <a:pt x="27432" y="108204"/>
                </a:lnTo>
                <a:lnTo>
                  <a:pt x="37147" y="99326"/>
                </a:lnTo>
                <a:lnTo>
                  <a:pt x="48006" y="88582"/>
                </a:lnTo>
                <a:lnTo>
                  <a:pt x="60007" y="75844"/>
                </a:lnTo>
                <a:lnTo>
                  <a:pt x="73152" y="60960"/>
                </a:lnTo>
                <a:lnTo>
                  <a:pt x="86296" y="47777"/>
                </a:lnTo>
                <a:lnTo>
                  <a:pt x="98298" y="37719"/>
                </a:lnTo>
                <a:lnTo>
                  <a:pt x="109156" y="30530"/>
                </a:lnTo>
                <a:lnTo>
                  <a:pt x="118872" y="25908"/>
                </a:lnTo>
                <a:lnTo>
                  <a:pt x="88392" y="0"/>
                </a:lnTo>
                <a:lnTo>
                  <a:pt x="60312" y="50584"/>
                </a:lnTo>
                <a:lnTo>
                  <a:pt x="32994" y="84582"/>
                </a:lnTo>
                <a:lnTo>
                  <a:pt x="0" y="105156"/>
                </a:lnTo>
                <a:lnTo>
                  <a:pt x="16764" y="137160"/>
                </a:lnTo>
                <a:lnTo>
                  <a:pt x="60045" y="123240"/>
                </a:lnTo>
                <a:lnTo>
                  <a:pt x="107556" y="118110"/>
                </a:lnTo>
                <a:lnTo>
                  <a:pt x="128587" y="115824"/>
                </a:lnTo>
                <a:lnTo>
                  <a:pt x="147040" y="113538"/>
                </a:lnTo>
                <a:lnTo>
                  <a:pt x="163068" y="111252"/>
                </a:lnTo>
                <a:lnTo>
                  <a:pt x="166116" y="120396"/>
                </a:lnTo>
                <a:lnTo>
                  <a:pt x="169164" y="128016"/>
                </a:lnTo>
                <a:lnTo>
                  <a:pt x="172212" y="134112"/>
                </a:lnTo>
                <a:lnTo>
                  <a:pt x="172212" y="140208"/>
                </a:lnTo>
                <a:lnTo>
                  <a:pt x="178308" y="140208"/>
                </a:lnTo>
                <a:lnTo>
                  <a:pt x="181356" y="137160"/>
                </a:lnTo>
                <a:lnTo>
                  <a:pt x="185928" y="134112"/>
                </a:lnTo>
                <a:lnTo>
                  <a:pt x="190500" y="129540"/>
                </a:lnTo>
                <a:lnTo>
                  <a:pt x="193548" y="123444"/>
                </a:lnTo>
                <a:close/>
              </a:path>
              <a:path w="830580" h="407035">
                <a:moveTo>
                  <a:pt x="382524" y="160020"/>
                </a:moveTo>
                <a:lnTo>
                  <a:pt x="359854" y="121348"/>
                </a:lnTo>
                <a:lnTo>
                  <a:pt x="358140" y="100584"/>
                </a:lnTo>
                <a:lnTo>
                  <a:pt x="350520" y="100584"/>
                </a:lnTo>
                <a:lnTo>
                  <a:pt x="348996" y="146304"/>
                </a:lnTo>
                <a:lnTo>
                  <a:pt x="329184" y="163068"/>
                </a:lnTo>
                <a:lnTo>
                  <a:pt x="271272" y="163068"/>
                </a:lnTo>
                <a:lnTo>
                  <a:pt x="259499" y="161925"/>
                </a:lnTo>
                <a:lnTo>
                  <a:pt x="251460" y="158496"/>
                </a:lnTo>
                <a:lnTo>
                  <a:pt x="246837" y="152781"/>
                </a:lnTo>
                <a:lnTo>
                  <a:pt x="245364" y="144780"/>
                </a:lnTo>
                <a:lnTo>
                  <a:pt x="245364" y="111252"/>
                </a:lnTo>
                <a:lnTo>
                  <a:pt x="265430" y="103632"/>
                </a:lnTo>
                <a:lnTo>
                  <a:pt x="287464" y="94297"/>
                </a:lnTo>
                <a:lnTo>
                  <a:pt x="310718" y="83616"/>
                </a:lnTo>
                <a:lnTo>
                  <a:pt x="335280" y="71628"/>
                </a:lnTo>
                <a:lnTo>
                  <a:pt x="350520" y="70104"/>
                </a:lnTo>
                <a:lnTo>
                  <a:pt x="324612" y="41148"/>
                </a:lnTo>
                <a:lnTo>
                  <a:pt x="310083" y="57772"/>
                </a:lnTo>
                <a:lnTo>
                  <a:pt x="291846" y="73533"/>
                </a:lnTo>
                <a:lnTo>
                  <a:pt x="270167" y="88734"/>
                </a:lnTo>
                <a:lnTo>
                  <a:pt x="245364" y="103632"/>
                </a:lnTo>
                <a:lnTo>
                  <a:pt x="245364" y="42672"/>
                </a:lnTo>
                <a:lnTo>
                  <a:pt x="260604" y="28956"/>
                </a:lnTo>
                <a:lnTo>
                  <a:pt x="220980" y="10668"/>
                </a:lnTo>
                <a:lnTo>
                  <a:pt x="221208" y="27038"/>
                </a:lnTo>
                <a:lnTo>
                  <a:pt x="221742" y="55816"/>
                </a:lnTo>
                <a:lnTo>
                  <a:pt x="222275" y="100584"/>
                </a:lnTo>
                <a:lnTo>
                  <a:pt x="222504" y="152400"/>
                </a:lnTo>
                <a:lnTo>
                  <a:pt x="259080" y="182880"/>
                </a:lnTo>
                <a:lnTo>
                  <a:pt x="332232" y="182880"/>
                </a:lnTo>
                <a:lnTo>
                  <a:pt x="349948" y="181457"/>
                </a:lnTo>
                <a:lnTo>
                  <a:pt x="364236" y="177165"/>
                </a:lnTo>
                <a:lnTo>
                  <a:pt x="375094" y="170027"/>
                </a:lnTo>
                <a:lnTo>
                  <a:pt x="380250" y="163068"/>
                </a:lnTo>
                <a:lnTo>
                  <a:pt x="382524" y="160020"/>
                </a:lnTo>
                <a:close/>
              </a:path>
              <a:path w="830580" h="407035">
                <a:moveTo>
                  <a:pt x="387096" y="367284"/>
                </a:moveTo>
                <a:lnTo>
                  <a:pt x="365188" y="327469"/>
                </a:lnTo>
                <a:lnTo>
                  <a:pt x="362712" y="301752"/>
                </a:lnTo>
                <a:lnTo>
                  <a:pt x="356616" y="301752"/>
                </a:lnTo>
                <a:lnTo>
                  <a:pt x="355485" y="314045"/>
                </a:lnTo>
                <a:lnTo>
                  <a:pt x="354520" y="325755"/>
                </a:lnTo>
                <a:lnTo>
                  <a:pt x="353822" y="336905"/>
                </a:lnTo>
                <a:lnTo>
                  <a:pt x="353568" y="347472"/>
                </a:lnTo>
                <a:lnTo>
                  <a:pt x="352183" y="357720"/>
                </a:lnTo>
                <a:lnTo>
                  <a:pt x="348234" y="365379"/>
                </a:lnTo>
                <a:lnTo>
                  <a:pt x="341985" y="370192"/>
                </a:lnTo>
                <a:lnTo>
                  <a:pt x="333756" y="371856"/>
                </a:lnTo>
                <a:lnTo>
                  <a:pt x="265176" y="371856"/>
                </a:lnTo>
                <a:lnTo>
                  <a:pt x="254050" y="371030"/>
                </a:lnTo>
                <a:lnTo>
                  <a:pt x="245935" y="366331"/>
                </a:lnTo>
                <a:lnTo>
                  <a:pt x="240957" y="357936"/>
                </a:lnTo>
                <a:lnTo>
                  <a:pt x="239268" y="345948"/>
                </a:lnTo>
                <a:lnTo>
                  <a:pt x="239268" y="303276"/>
                </a:lnTo>
                <a:lnTo>
                  <a:pt x="261810" y="292608"/>
                </a:lnTo>
                <a:lnTo>
                  <a:pt x="262712" y="292188"/>
                </a:lnTo>
                <a:lnTo>
                  <a:pt x="287464" y="279654"/>
                </a:lnTo>
                <a:lnTo>
                  <a:pt x="341376" y="251460"/>
                </a:lnTo>
                <a:lnTo>
                  <a:pt x="358140" y="251460"/>
                </a:lnTo>
                <a:lnTo>
                  <a:pt x="329184" y="217932"/>
                </a:lnTo>
                <a:lnTo>
                  <a:pt x="312559" y="237959"/>
                </a:lnTo>
                <a:lnTo>
                  <a:pt x="292227" y="256984"/>
                </a:lnTo>
                <a:lnTo>
                  <a:pt x="267881" y="275158"/>
                </a:lnTo>
                <a:lnTo>
                  <a:pt x="239268" y="292608"/>
                </a:lnTo>
                <a:lnTo>
                  <a:pt x="239268" y="236220"/>
                </a:lnTo>
                <a:lnTo>
                  <a:pt x="254508" y="224028"/>
                </a:lnTo>
                <a:lnTo>
                  <a:pt x="214884" y="205740"/>
                </a:lnTo>
                <a:lnTo>
                  <a:pt x="215760" y="223202"/>
                </a:lnTo>
                <a:lnTo>
                  <a:pt x="216154" y="251460"/>
                </a:lnTo>
                <a:lnTo>
                  <a:pt x="216281" y="275158"/>
                </a:lnTo>
                <a:lnTo>
                  <a:pt x="216408" y="362712"/>
                </a:lnTo>
                <a:lnTo>
                  <a:pt x="219570" y="375843"/>
                </a:lnTo>
                <a:lnTo>
                  <a:pt x="226885" y="385381"/>
                </a:lnTo>
                <a:lnTo>
                  <a:pt x="238480" y="391223"/>
                </a:lnTo>
                <a:lnTo>
                  <a:pt x="254508" y="393192"/>
                </a:lnTo>
                <a:lnTo>
                  <a:pt x="335280" y="393192"/>
                </a:lnTo>
                <a:lnTo>
                  <a:pt x="354723" y="390867"/>
                </a:lnTo>
                <a:lnTo>
                  <a:pt x="369760" y="385953"/>
                </a:lnTo>
                <a:lnTo>
                  <a:pt x="380492" y="378193"/>
                </a:lnTo>
                <a:lnTo>
                  <a:pt x="384327" y="371856"/>
                </a:lnTo>
                <a:lnTo>
                  <a:pt x="387096" y="367284"/>
                </a:lnTo>
                <a:close/>
              </a:path>
              <a:path w="830580" h="407035">
                <a:moveTo>
                  <a:pt x="562343" y="152400"/>
                </a:moveTo>
                <a:lnTo>
                  <a:pt x="553643" y="144780"/>
                </a:lnTo>
                <a:lnTo>
                  <a:pt x="537959" y="131064"/>
                </a:lnTo>
                <a:lnTo>
                  <a:pt x="530339" y="139636"/>
                </a:lnTo>
                <a:lnTo>
                  <a:pt x="530339" y="155448"/>
                </a:lnTo>
                <a:lnTo>
                  <a:pt x="530339" y="252984"/>
                </a:lnTo>
                <a:lnTo>
                  <a:pt x="493763" y="252984"/>
                </a:lnTo>
                <a:lnTo>
                  <a:pt x="493763" y="155448"/>
                </a:lnTo>
                <a:lnTo>
                  <a:pt x="530339" y="155448"/>
                </a:lnTo>
                <a:lnTo>
                  <a:pt x="530339" y="139636"/>
                </a:lnTo>
                <a:lnTo>
                  <a:pt x="525767" y="144780"/>
                </a:lnTo>
                <a:lnTo>
                  <a:pt x="493763" y="144780"/>
                </a:lnTo>
                <a:lnTo>
                  <a:pt x="470903" y="134112"/>
                </a:lnTo>
                <a:lnTo>
                  <a:pt x="471792" y="152120"/>
                </a:lnTo>
                <a:lnTo>
                  <a:pt x="472211" y="170688"/>
                </a:lnTo>
                <a:lnTo>
                  <a:pt x="472338" y="184404"/>
                </a:lnTo>
                <a:lnTo>
                  <a:pt x="472236" y="264414"/>
                </a:lnTo>
                <a:lnTo>
                  <a:pt x="471792" y="286702"/>
                </a:lnTo>
                <a:lnTo>
                  <a:pt x="470903" y="307848"/>
                </a:lnTo>
                <a:lnTo>
                  <a:pt x="493763" y="298704"/>
                </a:lnTo>
                <a:lnTo>
                  <a:pt x="493763" y="263652"/>
                </a:lnTo>
                <a:lnTo>
                  <a:pt x="530339" y="263652"/>
                </a:lnTo>
                <a:lnTo>
                  <a:pt x="530339" y="284988"/>
                </a:lnTo>
                <a:lnTo>
                  <a:pt x="551675" y="272796"/>
                </a:lnTo>
                <a:lnTo>
                  <a:pt x="551497" y="263652"/>
                </a:lnTo>
                <a:lnTo>
                  <a:pt x="551446" y="260819"/>
                </a:lnTo>
                <a:lnTo>
                  <a:pt x="551065" y="252984"/>
                </a:lnTo>
                <a:lnTo>
                  <a:pt x="550913" y="250126"/>
                </a:lnTo>
                <a:lnTo>
                  <a:pt x="550405" y="240982"/>
                </a:lnTo>
                <a:lnTo>
                  <a:pt x="550252" y="236220"/>
                </a:lnTo>
                <a:lnTo>
                  <a:pt x="550151" y="160020"/>
                </a:lnTo>
                <a:lnTo>
                  <a:pt x="557466" y="155448"/>
                </a:lnTo>
                <a:lnTo>
                  <a:pt x="562343" y="152400"/>
                </a:lnTo>
                <a:close/>
              </a:path>
              <a:path w="830580" h="407035">
                <a:moveTo>
                  <a:pt x="617207" y="85344"/>
                </a:moveTo>
                <a:lnTo>
                  <a:pt x="612635" y="80772"/>
                </a:lnTo>
                <a:lnTo>
                  <a:pt x="595871" y="64008"/>
                </a:lnTo>
                <a:lnTo>
                  <a:pt x="580631" y="80772"/>
                </a:lnTo>
                <a:lnTo>
                  <a:pt x="495287" y="80772"/>
                </a:lnTo>
                <a:lnTo>
                  <a:pt x="518147" y="32004"/>
                </a:lnTo>
                <a:lnTo>
                  <a:pt x="531863" y="21336"/>
                </a:lnTo>
                <a:lnTo>
                  <a:pt x="495287" y="1524"/>
                </a:lnTo>
                <a:lnTo>
                  <a:pt x="481368" y="56388"/>
                </a:lnTo>
                <a:lnTo>
                  <a:pt x="464197" y="103568"/>
                </a:lnTo>
                <a:lnTo>
                  <a:pt x="440093" y="154482"/>
                </a:lnTo>
                <a:lnTo>
                  <a:pt x="425183" y="181356"/>
                </a:lnTo>
                <a:lnTo>
                  <a:pt x="431279" y="184404"/>
                </a:lnTo>
                <a:lnTo>
                  <a:pt x="447878" y="163029"/>
                </a:lnTo>
                <a:lnTo>
                  <a:pt x="463473" y="140208"/>
                </a:lnTo>
                <a:lnTo>
                  <a:pt x="478218" y="116255"/>
                </a:lnTo>
                <a:lnTo>
                  <a:pt x="492239" y="91440"/>
                </a:lnTo>
                <a:lnTo>
                  <a:pt x="582155" y="91440"/>
                </a:lnTo>
                <a:lnTo>
                  <a:pt x="581914" y="163029"/>
                </a:lnTo>
                <a:lnTo>
                  <a:pt x="580986" y="240982"/>
                </a:lnTo>
                <a:lnTo>
                  <a:pt x="579551" y="284988"/>
                </a:lnTo>
                <a:lnTo>
                  <a:pt x="574713" y="323430"/>
                </a:lnTo>
                <a:lnTo>
                  <a:pt x="548652" y="344995"/>
                </a:lnTo>
                <a:lnTo>
                  <a:pt x="535101" y="344424"/>
                </a:lnTo>
                <a:lnTo>
                  <a:pt x="517271" y="342709"/>
                </a:lnTo>
                <a:lnTo>
                  <a:pt x="495287" y="339852"/>
                </a:lnTo>
                <a:lnTo>
                  <a:pt x="495287" y="345948"/>
                </a:lnTo>
                <a:lnTo>
                  <a:pt x="517321" y="353402"/>
                </a:lnTo>
                <a:lnTo>
                  <a:pt x="533196" y="362140"/>
                </a:lnTo>
                <a:lnTo>
                  <a:pt x="543090" y="372313"/>
                </a:lnTo>
                <a:lnTo>
                  <a:pt x="547103" y="384048"/>
                </a:lnTo>
                <a:lnTo>
                  <a:pt x="557949" y="379222"/>
                </a:lnTo>
                <a:lnTo>
                  <a:pt x="587565" y="354977"/>
                </a:lnTo>
                <a:lnTo>
                  <a:pt x="601167" y="294017"/>
                </a:lnTo>
                <a:lnTo>
                  <a:pt x="603110" y="247840"/>
                </a:lnTo>
                <a:lnTo>
                  <a:pt x="604431" y="184404"/>
                </a:lnTo>
                <a:lnTo>
                  <a:pt x="605015" y="94488"/>
                </a:lnTo>
                <a:lnTo>
                  <a:pt x="609079" y="91440"/>
                </a:lnTo>
                <a:lnTo>
                  <a:pt x="617207" y="85344"/>
                </a:lnTo>
                <a:close/>
              </a:path>
              <a:path w="830580" h="407035">
                <a:moveTo>
                  <a:pt x="818375" y="70104"/>
                </a:moveTo>
                <a:lnTo>
                  <a:pt x="809231" y="60960"/>
                </a:lnTo>
                <a:lnTo>
                  <a:pt x="793991" y="45720"/>
                </a:lnTo>
                <a:lnTo>
                  <a:pt x="778751" y="60960"/>
                </a:lnTo>
                <a:lnTo>
                  <a:pt x="694931" y="60960"/>
                </a:lnTo>
                <a:lnTo>
                  <a:pt x="710171" y="35052"/>
                </a:lnTo>
                <a:lnTo>
                  <a:pt x="723887" y="28956"/>
                </a:lnTo>
                <a:lnTo>
                  <a:pt x="694931" y="7620"/>
                </a:lnTo>
                <a:lnTo>
                  <a:pt x="676719" y="50482"/>
                </a:lnTo>
                <a:lnTo>
                  <a:pt x="648068" y="98107"/>
                </a:lnTo>
                <a:lnTo>
                  <a:pt x="620255" y="128016"/>
                </a:lnTo>
                <a:lnTo>
                  <a:pt x="621779" y="132588"/>
                </a:lnTo>
                <a:lnTo>
                  <a:pt x="631215" y="126517"/>
                </a:lnTo>
                <a:lnTo>
                  <a:pt x="641210" y="119443"/>
                </a:lnTo>
                <a:lnTo>
                  <a:pt x="651789" y="110947"/>
                </a:lnTo>
                <a:lnTo>
                  <a:pt x="662927" y="100584"/>
                </a:lnTo>
                <a:lnTo>
                  <a:pt x="670153" y="108610"/>
                </a:lnTo>
                <a:lnTo>
                  <a:pt x="676071" y="116776"/>
                </a:lnTo>
                <a:lnTo>
                  <a:pt x="681151" y="125234"/>
                </a:lnTo>
                <a:lnTo>
                  <a:pt x="685787" y="134112"/>
                </a:lnTo>
                <a:lnTo>
                  <a:pt x="690359" y="143256"/>
                </a:lnTo>
                <a:lnTo>
                  <a:pt x="693407" y="147828"/>
                </a:lnTo>
                <a:lnTo>
                  <a:pt x="697979" y="147828"/>
                </a:lnTo>
                <a:lnTo>
                  <a:pt x="704075" y="141732"/>
                </a:lnTo>
                <a:lnTo>
                  <a:pt x="707123" y="137160"/>
                </a:lnTo>
                <a:lnTo>
                  <a:pt x="707123" y="131064"/>
                </a:lnTo>
                <a:lnTo>
                  <a:pt x="677494" y="100584"/>
                </a:lnTo>
                <a:lnTo>
                  <a:pt x="669023" y="96012"/>
                </a:lnTo>
                <a:lnTo>
                  <a:pt x="673646" y="91135"/>
                </a:lnTo>
                <a:lnTo>
                  <a:pt x="678548" y="85534"/>
                </a:lnTo>
                <a:lnTo>
                  <a:pt x="690359" y="71628"/>
                </a:lnTo>
                <a:lnTo>
                  <a:pt x="778751" y="71628"/>
                </a:lnTo>
                <a:lnTo>
                  <a:pt x="743394" y="118567"/>
                </a:lnTo>
                <a:lnTo>
                  <a:pt x="703694" y="155143"/>
                </a:lnTo>
                <a:lnTo>
                  <a:pt x="646544" y="188810"/>
                </a:lnTo>
                <a:lnTo>
                  <a:pt x="611111" y="204216"/>
                </a:lnTo>
                <a:lnTo>
                  <a:pt x="612635" y="210312"/>
                </a:lnTo>
                <a:lnTo>
                  <a:pt x="675881" y="187452"/>
                </a:lnTo>
                <a:lnTo>
                  <a:pt x="725411" y="160020"/>
                </a:lnTo>
                <a:lnTo>
                  <a:pt x="766559" y="124777"/>
                </a:lnTo>
                <a:lnTo>
                  <a:pt x="803135" y="79248"/>
                </a:lnTo>
                <a:lnTo>
                  <a:pt x="815835" y="71628"/>
                </a:lnTo>
                <a:lnTo>
                  <a:pt x="818375" y="70104"/>
                </a:lnTo>
                <a:close/>
              </a:path>
              <a:path w="830580" h="407035">
                <a:moveTo>
                  <a:pt x="830567" y="233172"/>
                </a:moveTo>
                <a:lnTo>
                  <a:pt x="821423" y="224028"/>
                </a:lnTo>
                <a:lnTo>
                  <a:pt x="806183" y="208788"/>
                </a:lnTo>
                <a:lnTo>
                  <a:pt x="790943" y="224028"/>
                </a:lnTo>
                <a:lnTo>
                  <a:pt x="707123" y="224028"/>
                </a:lnTo>
                <a:lnTo>
                  <a:pt x="725411" y="199644"/>
                </a:lnTo>
                <a:lnTo>
                  <a:pt x="742175" y="195072"/>
                </a:lnTo>
                <a:lnTo>
                  <a:pt x="711695" y="170688"/>
                </a:lnTo>
                <a:lnTo>
                  <a:pt x="685342" y="219341"/>
                </a:lnTo>
                <a:lnTo>
                  <a:pt x="660171" y="253682"/>
                </a:lnTo>
                <a:lnTo>
                  <a:pt x="628167" y="284022"/>
                </a:lnTo>
                <a:lnTo>
                  <a:pt x="609587" y="297180"/>
                </a:lnTo>
                <a:lnTo>
                  <a:pt x="612635" y="303276"/>
                </a:lnTo>
                <a:lnTo>
                  <a:pt x="628065" y="295021"/>
                </a:lnTo>
                <a:lnTo>
                  <a:pt x="642353" y="286321"/>
                </a:lnTo>
                <a:lnTo>
                  <a:pt x="655497" y="277355"/>
                </a:lnTo>
                <a:lnTo>
                  <a:pt x="667499" y="268224"/>
                </a:lnTo>
                <a:lnTo>
                  <a:pt x="673785" y="278752"/>
                </a:lnTo>
                <a:lnTo>
                  <a:pt x="678929" y="289560"/>
                </a:lnTo>
                <a:lnTo>
                  <a:pt x="682929" y="300380"/>
                </a:lnTo>
                <a:lnTo>
                  <a:pt x="685787" y="310896"/>
                </a:lnTo>
                <a:lnTo>
                  <a:pt x="688835" y="323088"/>
                </a:lnTo>
                <a:lnTo>
                  <a:pt x="691883" y="329184"/>
                </a:lnTo>
                <a:lnTo>
                  <a:pt x="696455" y="329184"/>
                </a:lnTo>
                <a:lnTo>
                  <a:pt x="699503" y="326136"/>
                </a:lnTo>
                <a:lnTo>
                  <a:pt x="704075" y="323088"/>
                </a:lnTo>
                <a:lnTo>
                  <a:pt x="707123" y="318516"/>
                </a:lnTo>
                <a:lnTo>
                  <a:pt x="708647" y="313944"/>
                </a:lnTo>
                <a:lnTo>
                  <a:pt x="708647" y="306324"/>
                </a:lnTo>
                <a:lnTo>
                  <a:pt x="707123" y="301752"/>
                </a:lnTo>
                <a:lnTo>
                  <a:pt x="705599" y="295656"/>
                </a:lnTo>
                <a:lnTo>
                  <a:pt x="701865" y="289369"/>
                </a:lnTo>
                <a:lnTo>
                  <a:pt x="695121" y="281940"/>
                </a:lnTo>
                <a:lnTo>
                  <a:pt x="685241" y="273367"/>
                </a:lnTo>
                <a:lnTo>
                  <a:pt x="678268" y="268224"/>
                </a:lnTo>
                <a:lnTo>
                  <a:pt x="672071" y="263652"/>
                </a:lnTo>
                <a:lnTo>
                  <a:pt x="701027" y="234696"/>
                </a:lnTo>
                <a:lnTo>
                  <a:pt x="790943" y="234696"/>
                </a:lnTo>
                <a:lnTo>
                  <a:pt x="772020" y="270751"/>
                </a:lnTo>
                <a:lnTo>
                  <a:pt x="729018" y="326859"/>
                </a:lnTo>
                <a:lnTo>
                  <a:pt x="677557" y="363740"/>
                </a:lnTo>
                <a:lnTo>
                  <a:pt x="617067" y="390550"/>
                </a:lnTo>
                <a:lnTo>
                  <a:pt x="583679" y="400812"/>
                </a:lnTo>
                <a:lnTo>
                  <a:pt x="585203" y="406908"/>
                </a:lnTo>
                <a:lnTo>
                  <a:pt x="651878" y="389953"/>
                </a:lnTo>
                <a:lnTo>
                  <a:pt x="711695" y="362712"/>
                </a:lnTo>
                <a:lnTo>
                  <a:pt x="765987" y="317182"/>
                </a:lnTo>
                <a:lnTo>
                  <a:pt x="790321" y="284543"/>
                </a:lnTo>
                <a:lnTo>
                  <a:pt x="812279" y="245364"/>
                </a:lnTo>
                <a:lnTo>
                  <a:pt x="828281" y="234696"/>
                </a:lnTo>
                <a:lnTo>
                  <a:pt x="830567" y="23317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" name="object 26"/>
          <p:cNvSpPr/>
          <p:nvPr/>
        </p:nvSpPr>
        <p:spPr>
          <a:xfrm>
            <a:off x="3020555" y="3540251"/>
            <a:ext cx="1288415" cy="408940"/>
          </a:xfrm>
          <a:custGeom>
            <a:avLst/>
            <a:gdLst/>
            <a:ahLst/>
            <a:cxnLst/>
            <a:rect l="l" t="t" r="r" b="b"/>
            <a:pathLst>
              <a:path w="1288414" h="408939">
                <a:moveTo>
                  <a:pt x="102108" y="56388"/>
                </a:moveTo>
                <a:lnTo>
                  <a:pt x="99060" y="48768"/>
                </a:lnTo>
                <a:lnTo>
                  <a:pt x="91440" y="41148"/>
                </a:lnTo>
                <a:lnTo>
                  <a:pt x="84607" y="34251"/>
                </a:lnTo>
                <a:lnTo>
                  <a:pt x="75628" y="27051"/>
                </a:lnTo>
                <a:lnTo>
                  <a:pt x="64655" y="19291"/>
                </a:lnTo>
                <a:lnTo>
                  <a:pt x="51816" y="10668"/>
                </a:lnTo>
                <a:lnTo>
                  <a:pt x="47244" y="13716"/>
                </a:lnTo>
                <a:lnTo>
                  <a:pt x="56438" y="30060"/>
                </a:lnTo>
                <a:lnTo>
                  <a:pt x="63627" y="44958"/>
                </a:lnTo>
                <a:lnTo>
                  <a:pt x="69113" y="58724"/>
                </a:lnTo>
                <a:lnTo>
                  <a:pt x="73152" y="71628"/>
                </a:lnTo>
                <a:lnTo>
                  <a:pt x="74676" y="83820"/>
                </a:lnTo>
                <a:lnTo>
                  <a:pt x="79248" y="88392"/>
                </a:lnTo>
                <a:lnTo>
                  <a:pt x="83820" y="88392"/>
                </a:lnTo>
                <a:lnTo>
                  <a:pt x="86868" y="86868"/>
                </a:lnTo>
                <a:lnTo>
                  <a:pt x="92964" y="82296"/>
                </a:lnTo>
                <a:lnTo>
                  <a:pt x="97536" y="77724"/>
                </a:lnTo>
                <a:lnTo>
                  <a:pt x="100584" y="71628"/>
                </a:lnTo>
                <a:lnTo>
                  <a:pt x="102108" y="64008"/>
                </a:lnTo>
                <a:lnTo>
                  <a:pt x="102108" y="56388"/>
                </a:lnTo>
                <a:close/>
              </a:path>
              <a:path w="1288414" h="408939">
                <a:moveTo>
                  <a:pt x="166116" y="266700"/>
                </a:moveTo>
                <a:lnTo>
                  <a:pt x="161544" y="260604"/>
                </a:lnTo>
                <a:lnTo>
                  <a:pt x="96012" y="320040"/>
                </a:lnTo>
                <a:lnTo>
                  <a:pt x="96012" y="167640"/>
                </a:lnTo>
                <a:lnTo>
                  <a:pt x="106489" y="160020"/>
                </a:lnTo>
                <a:lnTo>
                  <a:pt x="112776" y="155448"/>
                </a:lnTo>
                <a:lnTo>
                  <a:pt x="80772" y="132588"/>
                </a:lnTo>
                <a:lnTo>
                  <a:pt x="68580" y="149352"/>
                </a:lnTo>
                <a:lnTo>
                  <a:pt x="0" y="149352"/>
                </a:lnTo>
                <a:lnTo>
                  <a:pt x="15240" y="166116"/>
                </a:lnTo>
                <a:lnTo>
                  <a:pt x="24345" y="163245"/>
                </a:lnTo>
                <a:lnTo>
                  <a:pt x="33147" y="161353"/>
                </a:lnTo>
                <a:lnTo>
                  <a:pt x="41389" y="160337"/>
                </a:lnTo>
                <a:lnTo>
                  <a:pt x="48768" y="160020"/>
                </a:lnTo>
                <a:lnTo>
                  <a:pt x="71628" y="160020"/>
                </a:lnTo>
                <a:lnTo>
                  <a:pt x="71628" y="320040"/>
                </a:lnTo>
                <a:lnTo>
                  <a:pt x="71056" y="326859"/>
                </a:lnTo>
                <a:lnTo>
                  <a:pt x="69342" y="333375"/>
                </a:lnTo>
                <a:lnTo>
                  <a:pt x="66484" y="339331"/>
                </a:lnTo>
                <a:lnTo>
                  <a:pt x="62484" y="344424"/>
                </a:lnTo>
                <a:lnTo>
                  <a:pt x="88392" y="368808"/>
                </a:lnTo>
                <a:lnTo>
                  <a:pt x="111544" y="333883"/>
                </a:lnTo>
                <a:lnTo>
                  <a:pt x="121615" y="320040"/>
                </a:lnTo>
                <a:lnTo>
                  <a:pt x="130111" y="309359"/>
                </a:lnTo>
                <a:lnTo>
                  <a:pt x="140970" y="295846"/>
                </a:lnTo>
                <a:lnTo>
                  <a:pt x="152971" y="281495"/>
                </a:lnTo>
                <a:lnTo>
                  <a:pt x="166116" y="266700"/>
                </a:lnTo>
                <a:close/>
              </a:path>
              <a:path w="1288414" h="408939">
                <a:moveTo>
                  <a:pt x="394716" y="144780"/>
                </a:moveTo>
                <a:lnTo>
                  <a:pt x="393192" y="140208"/>
                </a:lnTo>
                <a:lnTo>
                  <a:pt x="388620" y="134112"/>
                </a:lnTo>
                <a:lnTo>
                  <a:pt x="388010" y="132588"/>
                </a:lnTo>
                <a:lnTo>
                  <a:pt x="385572" y="126492"/>
                </a:lnTo>
                <a:lnTo>
                  <a:pt x="377952" y="124968"/>
                </a:lnTo>
                <a:lnTo>
                  <a:pt x="368808" y="128016"/>
                </a:lnTo>
                <a:lnTo>
                  <a:pt x="359664" y="130022"/>
                </a:lnTo>
                <a:lnTo>
                  <a:pt x="350520" y="131445"/>
                </a:lnTo>
                <a:lnTo>
                  <a:pt x="341376" y="132308"/>
                </a:lnTo>
                <a:lnTo>
                  <a:pt x="332232" y="132588"/>
                </a:lnTo>
                <a:lnTo>
                  <a:pt x="323354" y="131470"/>
                </a:lnTo>
                <a:lnTo>
                  <a:pt x="317182" y="128206"/>
                </a:lnTo>
                <a:lnTo>
                  <a:pt x="313588" y="122948"/>
                </a:lnTo>
                <a:lnTo>
                  <a:pt x="312420" y="115824"/>
                </a:lnTo>
                <a:lnTo>
                  <a:pt x="312420" y="44196"/>
                </a:lnTo>
                <a:lnTo>
                  <a:pt x="320268" y="38100"/>
                </a:lnTo>
                <a:lnTo>
                  <a:pt x="326136" y="33528"/>
                </a:lnTo>
                <a:lnTo>
                  <a:pt x="320344" y="28956"/>
                </a:lnTo>
                <a:lnTo>
                  <a:pt x="297180" y="10668"/>
                </a:lnTo>
                <a:lnTo>
                  <a:pt x="284988" y="28956"/>
                </a:lnTo>
                <a:lnTo>
                  <a:pt x="210312" y="28956"/>
                </a:lnTo>
                <a:lnTo>
                  <a:pt x="182880" y="13716"/>
                </a:lnTo>
                <a:lnTo>
                  <a:pt x="183121" y="26276"/>
                </a:lnTo>
                <a:lnTo>
                  <a:pt x="184175" y="50800"/>
                </a:lnTo>
                <a:lnTo>
                  <a:pt x="184404" y="62484"/>
                </a:lnTo>
                <a:lnTo>
                  <a:pt x="183819" y="75374"/>
                </a:lnTo>
                <a:lnTo>
                  <a:pt x="173736" y="118872"/>
                </a:lnTo>
                <a:lnTo>
                  <a:pt x="153162" y="154686"/>
                </a:lnTo>
                <a:lnTo>
                  <a:pt x="109728" y="195072"/>
                </a:lnTo>
                <a:lnTo>
                  <a:pt x="112776" y="199644"/>
                </a:lnTo>
                <a:lnTo>
                  <a:pt x="163258" y="168021"/>
                </a:lnTo>
                <a:lnTo>
                  <a:pt x="192024" y="134112"/>
                </a:lnTo>
                <a:lnTo>
                  <a:pt x="206883" y="91821"/>
                </a:lnTo>
                <a:lnTo>
                  <a:pt x="210312" y="38100"/>
                </a:lnTo>
                <a:lnTo>
                  <a:pt x="286512" y="38100"/>
                </a:lnTo>
                <a:lnTo>
                  <a:pt x="286512" y="124968"/>
                </a:lnTo>
                <a:lnTo>
                  <a:pt x="287616" y="137858"/>
                </a:lnTo>
                <a:lnTo>
                  <a:pt x="292989" y="146875"/>
                </a:lnTo>
                <a:lnTo>
                  <a:pt x="302374" y="152196"/>
                </a:lnTo>
                <a:lnTo>
                  <a:pt x="315468" y="153924"/>
                </a:lnTo>
                <a:lnTo>
                  <a:pt x="344424" y="153924"/>
                </a:lnTo>
                <a:lnTo>
                  <a:pt x="362712" y="153695"/>
                </a:lnTo>
                <a:lnTo>
                  <a:pt x="376428" y="153162"/>
                </a:lnTo>
                <a:lnTo>
                  <a:pt x="390144" y="152400"/>
                </a:lnTo>
                <a:lnTo>
                  <a:pt x="393192" y="152400"/>
                </a:lnTo>
                <a:lnTo>
                  <a:pt x="394716" y="150876"/>
                </a:lnTo>
                <a:lnTo>
                  <a:pt x="394716" y="144780"/>
                </a:lnTo>
                <a:close/>
              </a:path>
              <a:path w="1288414" h="408939">
                <a:moveTo>
                  <a:pt x="399288" y="367284"/>
                </a:moveTo>
                <a:lnTo>
                  <a:pt x="329755" y="352234"/>
                </a:lnTo>
                <a:lnTo>
                  <a:pt x="292900" y="333756"/>
                </a:lnTo>
                <a:lnTo>
                  <a:pt x="272796" y="320040"/>
                </a:lnTo>
                <a:lnTo>
                  <a:pt x="284746" y="303276"/>
                </a:lnTo>
                <a:lnTo>
                  <a:pt x="290283" y="295516"/>
                </a:lnTo>
                <a:lnTo>
                  <a:pt x="306324" y="267843"/>
                </a:lnTo>
                <a:lnTo>
                  <a:pt x="321233" y="237324"/>
                </a:lnTo>
                <a:lnTo>
                  <a:pt x="335280" y="204216"/>
                </a:lnTo>
                <a:lnTo>
                  <a:pt x="352044" y="195072"/>
                </a:lnTo>
                <a:lnTo>
                  <a:pt x="321564" y="167640"/>
                </a:lnTo>
                <a:lnTo>
                  <a:pt x="309372" y="182549"/>
                </a:lnTo>
                <a:lnTo>
                  <a:pt x="309372" y="195072"/>
                </a:lnTo>
                <a:lnTo>
                  <a:pt x="298234" y="226555"/>
                </a:lnTo>
                <a:lnTo>
                  <a:pt x="285369" y="254889"/>
                </a:lnTo>
                <a:lnTo>
                  <a:pt x="270802" y="280377"/>
                </a:lnTo>
                <a:lnTo>
                  <a:pt x="254508" y="303276"/>
                </a:lnTo>
                <a:lnTo>
                  <a:pt x="239941" y="284441"/>
                </a:lnTo>
                <a:lnTo>
                  <a:pt x="225933" y="260032"/>
                </a:lnTo>
                <a:lnTo>
                  <a:pt x="212509" y="230200"/>
                </a:lnTo>
                <a:lnTo>
                  <a:pt x="199644" y="195072"/>
                </a:lnTo>
                <a:lnTo>
                  <a:pt x="309372" y="195072"/>
                </a:lnTo>
                <a:lnTo>
                  <a:pt x="309372" y="182549"/>
                </a:lnTo>
                <a:lnTo>
                  <a:pt x="307848" y="184404"/>
                </a:lnTo>
                <a:lnTo>
                  <a:pt x="152400" y="184404"/>
                </a:lnTo>
                <a:lnTo>
                  <a:pt x="166116" y="198120"/>
                </a:lnTo>
                <a:lnTo>
                  <a:pt x="182880" y="195072"/>
                </a:lnTo>
                <a:lnTo>
                  <a:pt x="190500" y="195072"/>
                </a:lnTo>
                <a:lnTo>
                  <a:pt x="198551" y="228269"/>
                </a:lnTo>
                <a:lnTo>
                  <a:pt x="209169" y="259461"/>
                </a:lnTo>
                <a:lnTo>
                  <a:pt x="222656" y="288950"/>
                </a:lnTo>
                <a:lnTo>
                  <a:pt x="239268" y="316992"/>
                </a:lnTo>
                <a:lnTo>
                  <a:pt x="212407" y="341909"/>
                </a:lnTo>
                <a:lnTo>
                  <a:pt x="177546" y="364236"/>
                </a:lnTo>
                <a:lnTo>
                  <a:pt x="134683" y="384289"/>
                </a:lnTo>
                <a:lnTo>
                  <a:pt x="83820" y="402336"/>
                </a:lnTo>
                <a:lnTo>
                  <a:pt x="85344" y="406908"/>
                </a:lnTo>
                <a:lnTo>
                  <a:pt x="133045" y="397192"/>
                </a:lnTo>
                <a:lnTo>
                  <a:pt x="177736" y="381762"/>
                </a:lnTo>
                <a:lnTo>
                  <a:pt x="219290" y="360616"/>
                </a:lnTo>
                <a:lnTo>
                  <a:pt x="257556" y="333756"/>
                </a:lnTo>
                <a:lnTo>
                  <a:pt x="280631" y="354050"/>
                </a:lnTo>
                <a:lnTo>
                  <a:pt x="306133" y="371475"/>
                </a:lnTo>
                <a:lnTo>
                  <a:pt x="333641" y="386054"/>
                </a:lnTo>
                <a:lnTo>
                  <a:pt x="362712" y="397764"/>
                </a:lnTo>
                <a:lnTo>
                  <a:pt x="365861" y="390080"/>
                </a:lnTo>
                <a:lnTo>
                  <a:pt x="372999" y="383095"/>
                </a:lnTo>
                <a:lnTo>
                  <a:pt x="384149" y="376986"/>
                </a:lnTo>
                <a:lnTo>
                  <a:pt x="399288" y="371856"/>
                </a:lnTo>
                <a:lnTo>
                  <a:pt x="399288" y="367284"/>
                </a:lnTo>
                <a:close/>
              </a:path>
              <a:path w="1288414" h="408939">
                <a:moveTo>
                  <a:pt x="557796" y="68592"/>
                </a:moveTo>
                <a:lnTo>
                  <a:pt x="533996" y="37299"/>
                </a:lnTo>
                <a:lnTo>
                  <a:pt x="489216" y="13728"/>
                </a:lnTo>
                <a:lnTo>
                  <a:pt x="487692" y="19824"/>
                </a:lnTo>
                <a:lnTo>
                  <a:pt x="500519" y="32397"/>
                </a:lnTo>
                <a:lnTo>
                  <a:pt x="511505" y="44970"/>
                </a:lnTo>
                <a:lnTo>
                  <a:pt x="520471" y="57543"/>
                </a:lnTo>
                <a:lnTo>
                  <a:pt x="527316" y="70116"/>
                </a:lnTo>
                <a:lnTo>
                  <a:pt x="531647" y="79235"/>
                </a:lnTo>
                <a:lnTo>
                  <a:pt x="535698" y="85928"/>
                </a:lnTo>
                <a:lnTo>
                  <a:pt x="539737" y="90043"/>
                </a:lnTo>
                <a:lnTo>
                  <a:pt x="544080" y="91452"/>
                </a:lnTo>
                <a:lnTo>
                  <a:pt x="545604" y="91452"/>
                </a:lnTo>
                <a:lnTo>
                  <a:pt x="547128" y="88404"/>
                </a:lnTo>
                <a:lnTo>
                  <a:pt x="556272" y="82308"/>
                </a:lnTo>
                <a:lnTo>
                  <a:pt x="557796" y="76212"/>
                </a:lnTo>
                <a:lnTo>
                  <a:pt x="557796" y="68592"/>
                </a:lnTo>
                <a:close/>
              </a:path>
              <a:path w="1288414" h="408939">
                <a:moveTo>
                  <a:pt x="606564" y="285000"/>
                </a:moveTo>
                <a:lnTo>
                  <a:pt x="603516" y="280428"/>
                </a:lnTo>
                <a:lnTo>
                  <a:pt x="534936" y="339852"/>
                </a:lnTo>
                <a:lnTo>
                  <a:pt x="534936" y="178320"/>
                </a:lnTo>
                <a:lnTo>
                  <a:pt x="545414" y="170700"/>
                </a:lnTo>
                <a:lnTo>
                  <a:pt x="551700" y="166128"/>
                </a:lnTo>
                <a:lnTo>
                  <a:pt x="527316" y="141744"/>
                </a:lnTo>
                <a:lnTo>
                  <a:pt x="509028" y="160032"/>
                </a:lnTo>
                <a:lnTo>
                  <a:pt x="437400" y="160032"/>
                </a:lnTo>
                <a:lnTo>
                  <a:pt x="452640" y="175272"/>
                </a:lnTo>
                <a:lnTo>
                  <a:pt x="462114" y="173266"/>
                </a:lnTo>
                <a:lnTo>
                  <a:pt x="470166" y="171843"/>
                </a:lnTo>
                <a:lnTo>
                  <a:pt x="477062" y="170980"/>
                </a:lnTo>
                <a:lnTo>
                  <a:pt x="483120" y="170700"/>
                </a:lnTo>
                <a:lnTo>
                  <a:pt x="512076" y="170700"/>
                </a:lnTo>
                <a:lnTo>
                  <a:pt x="511975" y="330720"/>
                </a:lnTo>
                <a:lnTo>
                  <a:pt x="505980" y="359676"/>
                </a:lnTo>
                <a:lnTo>
                  <a:pt x="531888" y="390156"/>
                </a:lnTo>
                <a:lnTo>
                  <a:pt x="541616" y="373507"/>
                </a:lnTo>
                <a:lnTo>
                  <a:pt x="557225" y="350723"/>
                </a:lnTo>
                <a:lnTo>
                  <a:pt x="565200" y="339852"/>
                </a:lnTo>
                <a:lnTo>
                  <a:pt x="578815" y="321360"/>
                </a:lnTo>
                <a:lnTo>
                  <a:pt x="606564" y="285000"/>
                </a:lnTo>
                <a:close/>
              </a:path>
              <a:path w="1288414" h="408939">
                <a:moveTo>
                  <a:pt x="845832" y="172224"/>
                </a:moveTo>
                <a:lnTo>
                  <a:pt x="815352" y="140220"/>
                </a:lnTo>
                <a:lnTo>
                  <a:pt x="792492" y="161556"/>
                </a:lnTo>
                <a:lnTo>
                  <a:pt x="713244" y="161556"/>
                </a:lnTo>
                <a:lnTo>
                  <a:pt x="713244" y="44208"/>
                </a:lnTo>
                <a:lnTo>
                  <a:pt x="728484" y="30492"/>
                </a:lnTo>
                <a:lnTo>
                  <a:pt x="685812" y="10680"/>
                </a:lnTo>
                <a:lnTo>
                  <a:pt x="686689" y="32969"/>
                </a:lnTo>
                <a:lnTo>
                  <a:pt x="687146" y="65544"/>
                </a:lnTo>
                <a:lnTo>
                  <a:pt x="687311" y="108407"/>
                </a:lnTo>
                <a:lnTo>
                  <a:pt x="687336" y="161556"/>
                </a:lnTo>
                <a:lnTo>
                  <a:pt x="569988" y="161556"/>
                </a:lnTo>
                <a:lnTo>
                  <a:pt x="585228" y="178320"/>
                </a:lnTo>
                <a:lnTo>
                  <a:pt x="595274" y="175437"/>
                </a:lnTo>
                <a:lnTo>
                  <a:pt x="605040" y="173558"/>
                </a:lnTo>
                <a:lnTo>
                  <a:pt x="614794" y="172529"/>
                </a:lnTo>
                <a:lnTo>
                  <a:pt x="624852" y="172224"/>
                </a:lnTo>
                <a:lnTo>
                  <a:pt x="687336" y="172224"/>
                </a:lnTo>
                <a:lnTo>
                  <a:pt x="687222" y="350723"/>
                </a:lnTo>
                <a:lnTo>
                  <a:pt x="687146" y="360248"/>
                </a:lnTo>
                <a:lnTo>
                  <a:pt x="686689" y="382079"/>
                </a:lnTo>
                <a:lnTo>
                  <a:pt x="685812" y="406920"/>
                </a:lnTo>
                <a:lnTo>
                  <a:pt x="716292" y="394728"/>
                </a:lnTo>
                <a:lnTo>
                  <a:pt x="713498" y="347573"/>
                </a:lnTo>
                <a:lnTo>
                  <a:pt x="713244" y="172224"/>
                </a:lnTo>
                <a:lnTo>
                  <a:pt x="845832" y="172224"/>
                </a:lnTo>
                <a:close/>
              </a:path>
              <a:path w="1288414" h="408939">
                <a:moveTo>
                  <a:pt x="1287792" y="82296"/>
                </a:moveTo>
                <a:lnTo>
                  <a:pt x="1248168" y="42672"/>
                </a:lnTo>
                <a:lnTo>
                  <a:pt x="1217688" y="71628"/>
                </a:lnTo>
                <a:lnTo>
                  <a:pt x="1069860" y="71628"/>
                </a:lnTo>
                <a:lnTo>
                  <a:pt x="1074686" y="63080"/>
                </a:lnTo>
                <a:lnTo>
                  <a:pt x="1079957" y="53530"/>
                </a:lnTo>
                <a:lnTo>
                  <a:pt x="1085494" y="43129"/>
                </a:lnTo>
                <a:lnTo>
                  <a:pt x="1091196" y="32004"/>
                </a:lnTo>
                <a:lnTo>
                  <a:pt x="1107960" y="24384"/>
                </a:lnTo>
                <a:lnTo>
                  <a:pt x="1065288" y="0"/>
                </a:lnTo>
                <a:lnTo>
                  <a:pt x="1061897" y="14846"/>
                </a:lnTo>
                <a:lnTo>
                  <a:pt x="1056525" y="31813"/>
                </a:lnTo>
                <a:lnTo>
                  <a:pt x="1049426" y="50800"/>
                </a:lnTo>
                <a:lnTo>
                  <a:pt x="1040904" y="71628"/>
                </a:lnTo>
                <a:lnTo>
                  <a:pt x="883932" y="71628"/>
                </a:lnTo>
                <a:lnTo>
                  <a:pt x="900696" y="86868"/>
                </a:lnTo>
                <a:lnTo>
                  <a:pt x="910120" y="84874"/>
                </a:lnTo>
                <a:lnTo>
                  <a:pt x="920127" y="83439"/>
                </a:lnTo>
                <a:lnTo>
                  <a:pt x="930694" y="82588"/>
                </a:lnTo>
                <a:lnTo>
                  <a:pt x="941844" y="82296"/>
                </a:lnTo>
                <a:lnTo>
                  <a:pt x="1037856" y="82296"/>
                </a:lnTo>
                <a:lnTo>
                  <a:pt x="1003566" y="139255"/>
                </a:lnTo>
                <a:lnTo>
                  <a:pt x="969276" y="185928"/>
                </a:lnTo>
                <a:lnTo>
                  <a:pt x="929462" y="226123"/>
                </a:lnTo>
                <a:lnTo>
                  <a:pt x="883932" y="265176"/>
                </a:lnTo>
                <a:lnTo>
                  <a:pt x="890028" y="269748"/>
                </a:lnTo>
                <a:lnTo>
                  <a:pt x="918032" y="251460"/>
                </a:lnTo>
                <a:lnTo>
                  <a:pt x="944892" y="230886"/>
                </a:lnTo>
                <a:lnTo>
                  <a:pt x="970610" y="208026"/>
                </a:lnTo>
                <a:lnTo>
                  <a:pt x="995184" y="182880"/>
                </a:lnTo>
                <a:lnTo>
                  <a:pt x="995095" y="294132"/>
                </a:lnTo>
                <a:lnTo>
                  <a:pt x="994994" y="337375"/>
                </a:lnTo>
                <a:lnTo>
                  <a:pt x="994537" y="383273"/>
                </a:lnTo>
                <a:lnTo>
                  <a:pt x="993660" y="408432"/>
                </a:lnTo>
                <a:lnTo>
                  <a:pt x="1019568" y="393192"/>
                </a:lnTo>
                <a:lnTo>
                  <a:pt x="1019568" y="294132"/>
                </a:lnTo>
                <a:lnTo>
                  <a:pt x="1179588" y="294132"/>
                </a:lnTo>
                <a:lnTo>
                  <a:pt x="1179588" y="365760"/>
                </a:lnTo>
                <a:lnTo>
                  <a:pt x="1175016" y="370332"/>
                </a:lnTo>
                <a:lnTo>
                  <a:pt x="1132624" y="367766"/>
                </a:lnTo>
                <a:lnTo>
                  <a:pt x="1118628" y="365760"/>
                </a:lnTo>
                <a:lnTo>
                  <a:pt x="1118628" y="373380"/>
                </a:lnTo>
                <a:lnTo>
                  <a:pt x="1140358" y="381431"/>
                </a:lnTo>
                <a:lnTo>
                  <a:pt x="1155395" y="389763"/>
                </a:lnTo>
                <a:lnTo>
                  <a:pt x="1163840" y="398678"/>
                </a:lnTo>
                <a:lnTo>
                  <a:pt x="1165872" y="408432"/>
                </a:lnTo>
                <a:lnTo>
                  <a:pt x="1182751" y="400723"/>
                </a:lnTo>
                <a:lnTo>
                  <a:pt x="1194638" y="391287"/>
                </a:lnTo>
                <a:lnTo>
                  <a:pt x="1201661" y="380149"/>
                </a:lnTo>
                <a:lnTo>
                  <a:pt x="1203413" y="370332"/>
                </a:lnTo>
                <a:lnTo>
                  <a:pt x="1203883" y="367766"/>
                </a:lnTo>
                <a:lnTo>
                  <a:pt x="1203972" y="294132"/>
                </a:lnTo>
                <a:lnTo>
                  <a:pt x="1203972" y="283464"/>
                </a:lnTo>
                <a:lnTo>
                  <a:pt x="1203972" y="227076"/>
                </a:lnTo>
                <a:lnTo>
                  <a:pt x="1203972" y="216408"/>
                </a:lnTo>
                <a:lnTo>
                  <a:pt x="1203972" y="161544"/>
                </a:lnTo>
                <a:lnTo>
                  <a:pt x="1211592" y="155448"/>
                </a:lnTo>
                <a:lnTo>
                  <a:pt x="1219212" y="149352"/>
                </a:lnTo>
                <a:lnTo>
                  <a:pt x="1213002" y="144780"/>
                </a:lnTo>
                <a:lnTo>
                  <a:pt x="1190256" y="128016"/>
                </a:lnTo>
                <a:lnTo>
                  <a:pt x="1179588" y="141058"/>
                </a:lnTo>
                <a:lnTo>
                  <a:pt x="1179588" y="155448"/>
                </a:lnTo>
                <a:lnTo>
                  <a:pt x="1179588" y="216408"/>
                </a:lnTo>
                <a:lnTo>
                  <a:pt x="1179588" y="227076"/>
                </a:lnTo>
                <a:lnTo>
                  <a:pt x="1179588" y="283464"/>
                </a:lnTo>
                <a:lnTo>
                  <a:pt x="1019568" y="283464"/>
                </a:lnTo>
                <a:lnTo>
                  <a:pt x="1019568" y="227076"/>
                </a:lnTo>
                <a:lnTo>
                  <a:pt x="1179588" y="227076"/>
                </a:lnTo>
                <a:lnTo>
                  <a:pt x="1179588" y="216408"/>
                </a:lnTo>
                <a:lnTo>
                  <a:pt x="1019568" y="216408"/>
                </a:lnTo>
                <a:lnTo>
                  <a:pt x="1019568" y="182880"/>
                </a:lnTo>
                <a:lnTo>
                  <a:pt x="1019568" y="155448"/>
                </a:lnTo>
                <a:lnTo>
                  <a:pt x="1179588" y="155448"/>
                </a:lnTo>
                <a:lnTo>
                  <a:pt x="1179588" y="141058"/>
                </a:lnTo>
                <a:lnTo>
                  <a:pt x="1176540" y="144780"/>
                </a:lnTo>
                <a:lnTo>
                  <a:pt x="1027188" y="144780"/>
                </a:lnTo>
                <a:lnTo>
                  <a:pt x="1037450" y="130517"/>
                </a:lnTo>
                <a:lnTo>
                  <a:pt x="1047572" y="115252"/>
                </a:lnTo>
                <a:lnTo>
                  <a:pt x="1057402" y="99136"/>
                </a:lnTo>
                <a:lnTo>
                  <a:pt x="1066812" y="82296"/>
                </a:lnTo>
                <a:lnTo>
                  <a:pt x="1287792" y="8229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" name="object 27"/>
          <p:cNvSpPr/>
          <p:nvPr/>
        </p:nvSpPr>
        <p:spPr>
          <a:xfrm>
            <a:off x="4358640" y="3540252"/>
            <a:ext cx="398145" cy="408940"/>
          </a:xfrm>
          <a:custGeom>
            <a:avLst/>
            <a:gdLst/>
            <a:ahLst/>
            <a:cxnLst/>
            <a:rect l="l" t="t" r="r" b="b"/>
            <a:pathLst>
              <a:path w="398145" h="408939">
                <a:moveTo>
                  <a:pt x="196596" y="227076"/>
                </a:moveTo>
                <a:lnTo>
                  <a:pt x="190499" y="222504"/>
                </a:lnTo>
                <a:lnTo>
                  <a:pt x="208629" y="185025"/>
                </a:lnTo>
                <a:lnTo>
                  <a:pt x="224710" y="143963"/>
                </a:lnTo>
                <a:lnTo>
                  <a:pt x="238890" y="99389"/>
                </a:lnTo>
                <a:lnTo>
                  <a:pt x="251313" y="51377"/>
                </a:lnTo>
                <a:lnTo>
                  <a:pt x="262128" y="0"/>
                </a:lnTo>
                <a:lnTo>
                  <a:pt x="303275" y="21336"/>
                </a:lnTo>
                <a:lnTo>
                  <a:pt x="276606" y="60769"/>
                </a:lnTo>
                <a:lnTo>
                  <a:pt x="257556" y="111252"/>
                </a:lnTo>
                <a:lnTo>
                  <a:pt x="387096" y="111252"/>
                </a:lnTo>
                <a:lnTo>
                  <a:pt x="397764" y="121920"/>
                </a:lnTo>
                <a:lnTo>
                  <a:pt x="252984" y="121920"/>
                </a:lnTo>
                <a:lnTo>
                  <a:pt x="246887" y="140208"/>
                </a:lnTo>
                <a:lnTo>
                  <a:pt x="249563" y="153924"/>
                </a:lnTo>
                <a:lnTo>
                  <a:pt x="239268" y="153924"/>
                </a:lnTo>
                <a:lnTo>
                  <a:pt x="228957" y="174783"/>
                </a:lnTo>
                <a:lnTo>
                  <a:pt x="218503" y="193929"/>
                </a:lnTo>
                <a:lnTo>
                  <a:pt x="207764" y="211359"/>
                </a:lnTo>
                <a:lnTo>
                  <a:pt x="196596" y="227076"/>
                </a:lnTo>
                <a:close/>
              </a:path>
              <a:path w="398145" h="408939">
                <a:moveTo>
                  <a:pt x="124968" y="85344"/>
                </a:moveTo>
                <a:lnTo>
                  <a:pt x="109728" y="85344"/>
                </a:lnTo>
                <a:lnTo>
                  <a:pt x="108275" y="77343"/>
                </a:lnTo>
                <a:lnTo>
                  <a:pt x="106108" y="69342"/>
                </a:lnTo>
                <a:lnTo>
                  <a:pt x="103084" y="61341"/>
                </a:lnTo>
                <a:lnTo>
                  <a:pt x="99060" y="53340"/>
                </a:lnTo>
                <a:lnTo>
                  <a:pt x="94797" y="43886"/>
                </a:lnTo>
                <a:lnTo>
                  <a:pt x="88963" y="33718"/>
                </a:lnTo>
                <a:lnTo>
                  <a:pt x="81700" y="22693"/>
                </a:lnTo>
                <a:lnTo>
                  <a:pt x="73152" y="10668"/>
                </a:lnTo>
                <a:lnTo>
                  <a:pt x="77724" y="7620"/>
                </a:lnTo>
                <a:lnTo>
                  <a:pt x="116300" y="32480"/>
                </a:lnTo>
                <a:lnTo>
                  <a:pt x="135636" y="62484"/>
                </a:lnTo>
                <a:lnTo>
                  <a:pt x="135636" y="70104"/>
                </a:lnTo>
                <a:lnTo>
                  <a:pt x="132588" y="77724"/>
                </a:lnTo>
                <a:lnTo>
                  <a:pt x="124968" y="85344"/>
                </a:lnTo>
                <a:close/>
              </a:path>
              <a:path w="398145" h="408939">
                <a:moveTo>
                  <a:pt x="27432" y="100584"/>
                </a:moveTo>
                <a:lnTo>
                  <a:pt x="12192" y="85344"/>
                </a:lnTo>
                <a:lnTo>
                  <a:pt x="170687" y="85344"/>
                </a:lnTo>
                <a:lnTo>
                  <a:pt x="190499" y="64008"/>
                </a:lnTo>
                <a:lnTo>
                  <a:pt x="222504" y="96012"/>
                </a:lnTo>
                <a:lnTo>
                  <a:pt x="70104" y="96012"/>
                </a:lnTo>
                <a:lnTo>
                  <a:pt x="58935" y="96297"/>
                </a:lnTo>
                <a:lnTo>
                  <a:pt x="48196" y="97155"/>
                </a:lnTo>
                <a:lnTo>
                  <a:pt x="37742" y="98583"/>
                </a:lnTo>
                <a:lnTo>
                  <a:pt x="27432" y="100584"/>
                </a:lnTo>
                <a:close/>
              </a:path>
              <a:path w="398145" h="408939">
                <a:moveTo>
                  <a:pt x="387096" y="111252"/>
                </a:moveTo>
                <a:lnTo>
                  <a:pt x="345948" y="111252"/>
                </a:lnTo>
                <a:lnTo>
                  <a:pt x="367284" y="91440"/>
                </a:lnTo>
                <a:lnTo>
                  <a:pt x="387096" y="111252"/>
                </a:lnTo>
                <a:close/>
              </a:path>
              <a:path w="398145" h="408939">
                <a:moveTo>
                  <a:pt x="4572" y="234696"/>
                </a:moveTo>
                <a:lnTo>
                  <a:pt x="0" y="231648"/>
                </a:lnTo>
                <a:lnTo>
                  <a:pt x="21693" y="203596"/>
                </a:lnTo>
                <a:lnTo>
                  <a:pt x="40957" y="174117"/>
                </a:lnTo>
                <a:lnTo>
                  <a:pt x="57650" y="142922"/>
                </a:lnTo>
                <a:lnTo>
                  <a:pt x="71628" y="109728"/>
                </a:lnTo>
                <a:lnTo>
                  <a:pt x="103632" y="132588"/>
                </a:lnTo>
                <a:lnTo>
                  <a:pt x="88392" y="140208"/>
                </a:lnTo>
                <a:lnTo>
                  <a:pt x="64365" y="172759"/>
                </a:lnTo>
                <a:lnTo>
                  <a:pt x="42481" y="199453"/>
                </a:lnTo>
                <a:lnTo>
                  <a:pt x="22598" y="220146"/>
                </a:lnTo>
                <a:lnTo>
                  <a:pt x="4572" y="234696"/>
                </a:lnTo>
                <a:close/>
              </a:path>
              <a:path w="398145" h="408939">
                <a:moveTo>
                  <a:pt x="187452" y="187452"/>
                </a:moveTo>
                <a:lnTo>
                  <a:pt x="182880" y="187452"/>
                </a:lnTo>
                <a:lnTo>
                  <a:pt x="178308" y="182880"/>
                </a:lnTo>
                <a:lnTo>
                  <a:pt x="173735" y="172212"/>
                </a:lnTo>
                <a:lnTo>
                  <a:pt x="166878" y="159353"/>
                </a:lnTo>
                <a:lnTo>
                  <a:pt x="157734" y="145923"/>
                </a:lnTo>
                <a:lnTo>
                  <a:pt x="146304" y="131921"/>
                </a:lnTo>
                <a:lnTo>
                  <a:pt x="132588" y="117348"/>
                </a:lnTo>
                <a:lnTo>
                  <a:pt x="135636" y="111252"/>
                </a:lnTo>
                <a:lnTo>
                  <a:pt x="153352" y="119848"/>
                </a:lnTo>
                <a:lnTo>
                  <a:pt x="167640" y="127444"/>
                </a:lnTo>
                <a:lnTo>
                  <a:pt x="178498" y="134183"/>
                </a:lnTo>
                <a:lnTo>
                  <a:pt x="185928" y="140208"/>
                </a:lnTo>
                <a:lnTo>
                  <a:pt x="193548" y="146304"/>
                </a:lnTo>
                <a:lnTo>
                  <a:pt x="198120" y="153924"/>
                </a:lnTo>
                <a:lnTo>
                  <a:pt x="198120" y="164592"/>
                </a:lnTo>
                <a:lnTo>
                  <a:pt x="196596" y="170688"/>
                </a:lnTo>
                <a:lnTo>
                  <a:pt x="193548" y="178308"/>
                </a:lnTo>
                <a:lnTo>
                  <a:pt x="190499" y="184404"/>
                </a:lnTo>
                <a:lnTo>
                  <a:pt x="187452" y="187452"/>
                </a:lnTo>
                <a:close/>
              </a:path>
              <a:path w="398145" h="408939">
                <a:moveTo>
                  <a:pt x="309243" y="277368"/>
                </a:moveTo>
                <a:lnTo>
                  <a:pt x="286511" y="277368"/>
                </a:lnTo>
                <a:lnTo>
                  <a:pt x="300228" y="246221"/>
                </a:lnTo>
                <a:lnTo>
                  <a:pt x="311658" y="209931"/>
                </a:lnTo>
                <a:lnTo>
                  <a:pt x="320802" y="168497"/>
                </a:lnTo>
                <a:lnTo>
                  <a:pt x="327660" y="121920"/>
                </a:lnTo>
                <a:lnTo>
                  <a:pt x="352044" y="121920"/>
                </a:lnTo>
                <a:lnTo>
                  <a:pt x="343752" y="172212"/>
                </a:lnTo>
                <a:lnTo>
                  <a:pt x="343638" y="172759"/>
                </a:lnTo>
                <a:lnTo>
                  <a:pt x="332232" y="218884"/>
                </a:lnTo>
                <a:lnTo>
                  <a:pt x="317325" y="261008"/>
                </a:lnTo>
                <a:lnTo>
                  <a:pt x="309243" y="277368"/>
                </a:lnTo>
                <a:close/>
              </a:path>
              <a:path w="398145" h="408939">
                <a:moveTo>
                  <a:pt x="141732" y="408431"/>
                </a:moveTo>
                <a:lnTo>
                  <a:pt x="138684" y="403860"/>
                </a:lnTo>
                <a:lnTo>
                  <a:pt x="179570" y="379237"/>
                </a:lnTo>
                <a:lnTo>
                  <a:pt x="215455" y="353187"/>
                </a:lnTo>
                <a:lnTo>
                  <a:pt x="246483" y="325421"/>
                </a:lnTo>
                <a:lnTo>
                  <a:pt x="272796" y="295656"/>
                </a:lnTo>
                <a:lnTo>
                  <a:pt x="260484" y="260223"/>
                </a:lnTo>
                <a:lnTo>
                  <a:pt x="250888" y="224790"/>
                </a:lnTo>
                <a:lnTo>
                  <a:pt x="243863" y="189357"/>
                </a:lnTo>
                <a:lnTo>
                  <a:pt x="239268" y="153924"/>
                </a:lnTo>
                <a:lnTo>
                  <a:pt x="249563" y="153924"/>
                </a:lnTo>
                <a:lnTo>
                  <a:pt x="254579" y="179641"/>
                </a:lnTo>
                <a:lnTo>
                  <a:pt x="263842" y="215646"/>
                </a:lnTo>
                <a:lnTo>
                  <a:pt x="274534" y="248221"/>
                </a:lnTo>
                <a:lnTo>
                  <a:pt x="286511" y="277368"/>
                </a:lnTo>
                <a:lnTo>
                  <a:pt x="309243" y="277368"/>
                </a:lnTo>
                <a:lnTo>
                  <a:pt x="298704" y="298704"/>
                </a:lnTo>
                <a:lnTo>
                  <a:pt x="311794" y="315468"/>
                </a:lnTo>
                <a:lnTo>
                  <a:pt x="283464" y="315468"/>
                </a:lnTo>
                <a:lnTo>
                  <a:pt x="253174" y="343495"/>
                </a:lnTo>
                <a:lnTo>
                  <a:pt x="219456" y="368236"/>
                </a:lnTo>
                <a:lnTo>
                  <a:pt x="182308" y="389834"/>
                </a:lnTo>
                <a:lnTo>
                  <a:pt x="141732" y="408431"/>
                </a:lnTo>
                <a:close/>
              </a:path>
              <a:path w="398145" h="408939">
                <a:moveTo>
                  <a:pt x="140133" y="252984"/>
                </a:moveTo>
                <a:lnTo>
                  <a:pt x="115824" y="252984"/>
                </a:lnTo>
                <a:lnTo>
                  <a:pt x="125229" y="232148"/>
                </a:lnTo>
                <a:lnTo>
                  <a:pt x="132778" y="213169"/>
                </a:lnTo>
                <a:lnTo>
                  <a:pt x="138326" y="196191"/>
                </a:lnTo>
                <a:lnTo>
                  <a:pt x="141732" y="181356"/>
                </a:lnTo>
                <a:lnTo>
                  <a:pt x="173735" y="207264"/>
                </a:lnTo>
                <a:lnTo>
                  <a:pt x="166878" y="212478"/>
                </a:lnTo>
                <a:lnTo>
                  <a:pt x="157734" y="223837"/>
                </a:lnTo>
                <a:lnTo>
                  <a:pt x="146277" y="241815"/>
                </a:lnTo>
                <a:lnTo>
                  <a:pt x="140133" y="252984"/>
                </a:lnTo>
                <a:close/>
              </a:path>
              <a:path w="398145" h="408939">
                <a:moveTo>
                  <a:pt x="4572" y="397764"/>
                </a:moveTo>
                <a:lnTo>
                  <a:pt x="1524" y="393192"/>
                </a:lnTo>
                <a:lnTo>
                  <a:pt x="31265" y="367236"/>
                </a:lnTo>
                <a:lnTo>
                  <a:pt x="58864" y="337566"/>
                </a:lnTo>
                <a:lnTo>
                  <a:pt x="84462" y="304466"/>
                </a:lnTo>
                <a:lnTo>
                  <a:pt x="108204" y="268224"/>
                </a:lnTo>
                <a:lnTo>
                  <a:pt x="93581" y="252984"/>
                </a:lnTo>
                <a:lnTo>
                  <a:pt x="79819" y="239458"/>
                </a:lnTo>
                <a:lnTo>
                  <a:pt x="66841" y="227290"/>
                </a:lnTo>
                <a:lnTo>
                  <a:pt x="54864" y="216408"/>
                </a:lnTo>
                <a:lnTo>
                  <a:pt x="59436" y="210312"/>
                </a:lnTo>
                <a:lnTo>
                  <a:pt x="74033" y="220622"/>
                </a:lnTo>
                <a:lnTo>
                  <a:pt x="88201" y="231076"/>
                </a:lnTo>
                <a:lnTo>
                  <a:pt x="102084" y="241815"/>
                </a:lnTo>
                <a:lnTo>
                  <a:pt x="115824" y="252984"/>
                </a:lnTo>
                <a:lnTo>
                  <a:pt x="140133" y="252984"/>
                </a:lnTo>
                <a:lnTo>
                  <a:pt x="132588" y="266700"/>
                </a:lnTo>
                <a:lnTo>
                  <a:pt x="145184" y="277796"/>
                </a:lnTo>
                <a:lnTo>
                  <a:pt x="150970" y="283463"/>
                </a:lnTo>
                <a:lnTo>
                  <a:pt x="121920" y="283463"/>
                </a:lnTo>
                <a:lnTo>
                  <a:pt x="95654" y="318897"/>
                </a:lnTo>
                <a:lnTo>
                  <a:pt x="67246" y="349758"/>
                </a:lnTo>
                <a:lnTo>
                  <a:pt x="36837" y="376047"/>
                </a:lnTo>
                <a:lnTo>
                  <a:pt x="4572" y="397764"/>
                </a:lnTo>
                <a:close/>
              </a:path>
              <a:path w="398145" h="408939">
                <a:moveTo>
                  <a:pt x="173735" y="358140"/>
                </a:moveTo>
                <a:lnTo>
                  <a:pt x="169164" y="358140"/>
                </a:lnTo>
                <a:lnTo>
                  <a:pt x="164592" y="352044"/>
                </a:lnTo>
                <a:lnTo>
                  <a:pt x="160020" y="341376"/>
                </a:lnTo>
                <a:lnTo>
                  <a:pt x="153148" y="328374"/>
                </a:lnTo>
                <a:lnTo>
                  <a:pt x="144399" y="314706"/>
                </a:lnTo>
                <a:lnTo>
                  <a:pt x="133873" y="299799"/>
                </a:lnTo>
                <a:lnTo>
                  <a:pt x="121920" y="283463"/>
                </a:lnTo>
                <a:lnTo>
                  <a:pt x="150970" y="283463"/>
                </a:lnTo>
                <a:lnTo>
                  <a:pt x="175807" y="312515"/>
                </a:lnTo>
                <a:lnTo>
                  <a:pt x="182880" y="332232"/>
                </a:lnTo>
                <a:lnTo>
                  <a:pt x="182880" y="336804"/>
                </a:lnTo>
                <a:lnTo>
                  <a:pt x="181356" y="342900"/>
                </a:lnTo>
                <a:lnTo>
                  <a:pt x="173735" y="358140"/>
                </a:lnTo>
                <a:close/>
              </a:path>
              <a:path w="398145" h="408939">
                <a:moveTo>
                  <a:pt x="358140" y="400812"/>
                </a:moveTo>
                <a:lnTo>
                  <a:pt x="338113" y="384262"/>
                </a:lnTo>
                <a:lnTo>
                  <a:pt x="319087" y="364426"/>
                </a:lnTo>
                <a:lnTo>
                  <a:pt x="300870" y="341376"/>
                </a:lnTo>
                <a:lnTo>
                  <a:pt x="283464" y="315468"/>
                </a:lnTo>
                <a:lnTo>
                  <a:pt x="311794" y="315468"/>
                </a:lnTo>
                <a:lnTo>
                  <a:pt x="321873" y="328374"/>
                </a:lnTo>
                <a:lnTo>
                  <a:pt x="345757" y="350901"/>
                </a:lnTo>
                <a:lnTo>
                  <a:pt x="370498" y="365998"/>
                </a:lnTo>
                <a:lnTo>
                  <a:pt x="396240" y="373380"/>
                </a:lnTo>
                <a:lnTo>
                  <a:pt x="396240" y="381000"/>
                </a:lnTo>
                <a:lnTo>
                  <a:pt x="381928" y="383024"/>
                </a:lnTo>
                <a:lnTo>
                  <a:pt x="370903" y="386905"/>
                </a:lnTo>
                <a:lnTo>
                  <a:pt x="363021" y="392787"/>
                </a:lnTo>
                <a:lnTo>
                  <a:pt x="358140" y="40081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" name="object 28"/>
          <p:cNvSpPr/>
          <p:nvPr/>
        </p:nvSpPr>
        <p:spPr>
          <a:xfrm>
            <a:off x="4829555" y="3541776"/>
            <a:ext cx="356870" cy="402590"/>
          </a:xfrm>
          <a:custGeom>
            <a:avLst/>
            <a:gdLst/>
            <a:ahLst/>
            <a:cxnLst/>
            <a:rect l="l" t="t" r="r" b="b"/>
            <a:pathLst>
              <a:path w="356870" h="402589">
                <a:moveTo>
                  <a:pt x="53340" y="91440"/>
                </a:moveTo>
                <a:lnTo>
                  <a:pt x="42672" y="91440"/>
                </a:lnTo>
                <a:lnTo>
                  <a:pt x="50696" y="63436"/>
                </a:lnTo>
                <a:lnTo>
                  <a:pt x="56578" y="38862"/>
                </a:lnTo>
                <a:lnTo>
                  <a:pt x="60459" y="17716"/>
                </a:lnTo>
                <a:lnTo>
                  <a:pt x="62484" y="0"/>
                </a:lnTo>
                <a:lnTo>
                  <a:pt x="100584" y="21336"/>
                </a:lnTo>
                <a:lnTo>
                  <a:pt x="91487" y="29075"/>
                </a:lnTo>
                <a:lnTo>
                  <a:pt x="80391" y="43243"/>
                </a:lnTo>
                <a:lnTo>
                  <a:pt x="67579" y="63984"/>
                </a:lnTo>
                <a:lnTo>
                  <a:pt x="53340" y="91440"/>
                </a:lnTo>
                <a:close/>
              </a:path>
              <a:path w="356870" h="402589">
                <a:moveTo>
                  <a:pt x="147828" y="192024"/>
                </a:moveTo>
                <a:lnTo>
                  <a:pt x="141732" y="188976"/>
                </a:lnTo>
                <a:lnTo>
                  <a:pt x="158877" y="161496"/>
                </a:lnTo>
                <a:lnTo>
                  <a:pt x="173736" y="136017"/>
                </a:lnTo>
                <a:lnTo>
                  <a:pt x="196596" y="89916"/>
                </a:lnTo>
                <a:lnTo>
                  <a:pt x="211264" y="46482"/>
                </a:lnTo>
                <a:lnTo>
                  <a:pt x="222503" y="3048"/>
                </a:lnTo>
                <a:lnTo>
                  <a:pt x="260603" y="24384"/>
                </a:lnTo>
                <a:lnTo>
                  <a:pt x="252626" y="32361"/>
                </a:lnTo>
                <a:lnTo>
                  <a:pt x="242506" y="47053"/>
                </a:lnTo>
                <a:lnTo>
                  <a:pt x="230385" y="68318"/>
                </a:lnTo>
                <a:lnTo>
                  <a:pt x="216408" y="96012"/>
                </a:lnTo>
                <a:lnTo>
                  <a:pt x="348996" y="96012"/>
                </a:lnTo>
                <a:lnTo>
                  <a:pt x="356616" y="103632"/>
                </a:lnTo>
                <a:lnTo>
                  <a:pt x="352425" y="106680"/>
                </a:lnTo>
                <a:lnTo>
                  <a:pt x="213360" y="106680"/>
                </a:lnTo>
                <a:lnTo>
                  <a:pt x="197977" y="130944"/>
                </a:lnTo>
                <a:lnTo>
                  <a:pt x="181737" y="153352"/>
                </a:lnTo>
                <a:lnTo>
                  <a:pt x="164925" y="173759"/>
                </a:lnTo>
                <a:lnTo>
                  <a:pt x="147828" y="192024"/>
                </a:lnTo>
                <a:close/>
              </a:path>
              <a:path w="356870" h="402589">
                <a:moveTo>
                  <a:pt x="146304" y="91440"/>
                </a:moveTo>
                <a:lnTo>
                  <a:pt x="111252" y="91440"/>
                </a:lnTo>
                <a:lnTo>
                  <a:pt x="128016" y="73152"/>
                </a:lnTo>
                <a:lnTo>
                  <a:pt x="146304" y="91440"/>
                </a:lnTo>
                <a:close/>
              </a:path>
              <a:path w="356870" h="402589">
                <a:moveTo>
                  <a:pt x="0" y="399288"/>
                </a:moveTo>
                <a:lnTo>
                  <a:pt x="816" y="361188"/>
                </a:lnTo>
                <a:lnTo>
                  <a:pt x="914" y="355092"/>
                </a:lnTo>
                <a:lnTo>
                  <a:pt x="1333" y="317182"/>
                </a:lnTo>
                <a:lnTo>
                  <a:pt x="1427" y="178308"/>
                </a:lnTo>
                <a:lnTo>
                  <a:pt x="1310" y="153352"/>
                </a:lnTo>
                <a:lnTo>
                  <a:pt x="891" y="115824"/>
                </a:lnTo>
                <a:lnTo>
                  <a:pt x="0" y="74676"/>
                </a:lnTo>
                <a:lnTo>
                  <a:pt x="25908" y="91440"/>
                </a:lnTo>
                <a:lnTo>
                  <a:pt x="146304" y="91440"/>
                </a:lnTo>
                <a:lnTo>
                  <a:pt x="153924" y="99060"/>
                </a:lnTo>
                <a:lnTo>
                  <a:pt x="149733" y="102108"/>
                </a:lnTo>
                <a:lnTo>
                  <a:pt x="24384" y="102108"/>
                </a:lnTo>
                <a:lnTo>
                  <a:pt x="24384" y="213360"/>
                </a:lnTo>
                <a:lnTo>
                  <a:pt x="137206" y="213360"/>
                </a:lnTo>
                <a:lnTo>
                  <a:pt x="137218" y="222504"/>
                </a:lnTo>
                <a:lnTo>
                  <a:pt x="24384" y="222504"/>
                </a:lnTo>
                <a:lnTo>
                  <a:pt x="24384" y="344424"/>
                </a:lnTo>
                <a:lnTo>
                  <a:pt x="137908" y="344424"/>
                </a:lnTo>
                <a:lnTo>
                  <a:pt x="137940" y="347435"/>
                </a:lnTo>
                <a:lnTo>
                  <a:pt x="138126" y="355092"/>
                </a:lnTo>
                <a:lnTo>
                  <a:pt x="24384" y="355092"/>
                </a:lnTo>
                <a:lnTo>
                  <a:pt x="24384" y="384048"/>
                </a:lnTo>
                <a:lnTo>
                  <a:pt x="0" y="399288"/>
                </a:lnTo>
                <a:close/>
              </a:path>
              <a:path w="356870" h="402589">
                <a:moveTo>
                  <a:pt x="348996" y="96012"/>
                </a:moveTo>
                <a:lnTo>
                  <a:pt x="310896" y="96012"/>
                </a:lnTo>
                <a:lnTo>
                  <a:pt x="330708" y="77724"/>
                </a:lnTo>
                <a:lnTo>
                  <a:pt x="348996" y="96012"/>
                </a:lnTo>
                <a:close/>
              </a:path>
              <a:path w="356870" h="402589">
                <a:moveTo>
                  <a:pt x="137206" y="213360"/>
                </a:moveTo>
                <a:lnTo>
                  <a:pt x="114300" y="213360"/>
                </a:lnTo>
                <a:lnTo>
                  <a:pt x="114300" y="102108"/>
                </a:lnTo>
                <a:lnTo>
                  <a:pt x="149733" y="102108"/>
                </a:lnTo>
                <a:lnTo>
                  <a:pt x="137160" y="111252"/>
                </a:lnTo>
                <a:lnTo>
                  <a:pt x="137206" y="213360"/>
                </a:lnTo>
                <a:close/>
              </a:path>
              <a:path w="356870" h="402589">
                <a:moveTo>
                  <a:pt x="326880" y="361188"/>
                </a:moveTo>
                <a:lnTo>
                  <a:pt x="283464" y="361188"/>
                </a:lnTo>
                <a:lnTo>
                  <a:pt x="291750" y="359211"/>
                </a:lnTo>
                <a:lnTo>
                  <a:pt x="298323" y="353377"/>
                </a:lnTo>
                <a:lnTo>
                  <a:pt x="308595" y="305360"/>
                </a:lnTo>
                <a:lnTo>
                  <a:pt x="310705" y="259842"/>
                </a:lnTo>
                <a:lnTo>
                  <a:pt x="312539" y="193548"/>
                </a:lnTo>
                <a:lnTo>
                  <a:pt x="313944" y="106680"/>
                </a:lnTo>
                <a:lnTo>
                  <a:pt x="352425" y="106680"/>
                </a:lnTo>
                <a:lnTo>
                  <a:pt x="339852" y="115824"/>
                </a:lnTo>
                <a:lnTo>
                  <a:pt x="338798" y="187094"/>
                </a:lnTo>
                <a:lnTo>
                  <a:pt x="338707" y="192024"/>
                </a:lnTo>
                <a:lnTo>
                  <a:pt x="337291" y="250155"/>
                </a:lnTo>
                <a:lnTo>
                  <a:pt x="335462" y="296107"/>
                </a:lnTo>
                <a:lnTo>
                  <a:pt x="330708" y="345948"/>
                </a:lnTo>
                <a:lnTo>
                  <a:pt x="327874" y="358521"/>
                </a:lnTo>
                <a:lnTo>
                  <a:pt x="326880" y="361188"/>
                </a:lnTo>
                <a:close/>
              </a:path>
              <a:path w="356870" h="402589">
                <a:moveTo>
                  <a:pt x="231648" y="269748"/>
                </a:moveTo>
                <a:lnTo>
                  <a:pt x="228600" y="269748"/>
                </a:lnTo>
                <a:lnTo>
                  <a:pt x="225456" y="268295"/>
                </a:lnTo>
                <a:lnTo>
                  <a:pt x="222885" y="263842"/>
                </a:lnTo>
                <a:lnTo>
                  <a:pt x="220884" y="256246"/>
                </a:lnTo>
                <a:lnTo>
                  <a:pt x="219456" y="245364"/>
                </a:lnTo>
                <a:lnTo>
                  <a:pt x="214884" y="228242"/>
                </a:lnTo>
                <a:lnTo>
                  <a:pt x="208026" y="211264"/>
                </a:lnTo>
                <a:lnTo>
                  <a:pt x="198882" y="194571"/>
                </a:lnTo>
                <a:lnTo>
                  <a:pt x="187452" y="178308"/>
                </a:lnTo>
                <a:lnTo>
                  <a:pt x="190500" y="172212"/>
                </a:lnTo>
                <a:lnTo>
                  <a:pt x="224028" y="199834"/>
                </a:lnTo>
                <a:lnTo>
                  <a:pt x="246888" y="236220"/>
                </a:lnTo>
                <a:lnTo>
                  <a:pt x="246888" y="248412"/>
                </a:lnTo>
                <a:lnTo>
                  <a:pt x="243840" y="256032"/>
                </a:lnTo>
                <a:lnTo>
                  <a:pt x="239267" y="262127"/>
                </a:lnTo>
                <a:lnTo>
                  <a:pt x="231648" y="269748"/>
                </a:lnTo>
                <a:close/>
              </a:path>
              <a:path w="356870" h="402589">
                <a:moveTo>
                  <a:pt x="137908" y="344424"/>
                </a:moveTo>
                <a:lnTo>
                  <a:pt x="114300" y="344424"/>
                </a:lnTo>
                <a:lnTo>
                  <a:pt x="114300" y="222504"/>
                </a:lnTo>
                <a:lnTo>
                  <a:pt x="137218" y="222504"/>
                </a:lnTo>
                <a:lnTo>
                  <a:pt x="137334" y="269748"/>
                </a:lnTo>
                <a:lnTo>
                  <a:pt x="137491" y="305562"/>
                </a:lnTo>
                <a:lnTo>
                  <a:pt x="137908" y="344424"/>
                </a:lnTo>
                <a:close/>
              </a:path>
              <a:path w="356870" h="402589">
                <a:moveTo>
                  <a:pt x="277367" y="402336"/>
                </a:moveTo>
                <a:lnTo>
                  <a:pt x="271129" y="389477"/>
                </a:lnTo>
                <a:lnTo>
                  <a:pt x="259461" y="378333"/>
                </a:lnTo>
                <a:lnTo>
                  <a:pt x="242649" y="368903"/>
                </a:lnTo>
                <a:lnTo>
                  <a:pt x="220979" y="361188"/>
                </a:lnTo>
                <a:lnTo>
                  <a:pt x="220979" y="352044"/>
                </a:lnTo>
                <a:lnTo>
                  <a:pt x="241030" y="356044"/>
                </a:lnTo>
                <a:lnTo>
                  <a:pt x="257937" y="358902"/>
                </a:lnTo>
                <a:lnTo>
                  <a:pt x="271986" y="360616"/>
                </a:lnTo>
                <a:lnTo>
                  <a:pt x="283464" y="361188"/>
                </a:lnTo>
                <a:lnTo>
                  <a:pt x="326880" y="361188"/>
                </a:lnTo>
                <a:lnTo>
                  <a:pt x="324040" y="368808"/>
                </a:lnTo>
                <a:lnTo>
                  <a:pt x="289083" y="397740"/>
                </a:lnTo>
                <a:lnTo>
                  <a:pt x="277367" y="402336"/>
                </a:lnTo>
                <a:close/>
              </a:path>
              <a:path w="356870" h="402589">
                <a:moveTo>
                  <a:pt x="114300" y="391668"/>
                </a:moveTo>
                <a:lnTo>
                  <a:pt x="114300" y="355092"/>
                </a:lnTo>
                <a:lnTo>
                  <a:pt x="138126" y="355092"/>
                </a:lnTo>
                <a:lnTo>
                  <a:pt x="138684" y="377952"/>
                </a:lnTo>
                <a:lnTo>
                  <a:pt x="114300" y="39166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" name="object 29"/>
          <p:cNvSpPr/>
          <p:nvPr/>
        </p:nvSpPr>
        <p:spPr>
          <a:xfrm>
            <a:off x="5241023" y="3538727"/>
            <a:ext cx="1298575" cy="411480"/>
          </a:xfrm>
          <a:custGeom>
            <a:avLst/>
            <a:gdLst/>
            <a:ahLst/>
            <a:cxnLst/>
            <a:rect l="l" t="t" r="r" b="b"/>
            <a:pathLst>
              <a:path w="1298575" h="411479">
                <a:moveTo>
                  <a:pt x="216408" y="64008"/>
                </a:moveTo>
                <a:lnTo>
                  <a:pt x="207721" y="54864"/>
                </a:lnTo>
                <a:lnTo>
                  <a:pt x="187452" y="33528"/>
                </a:lnTo>
                <a:lnTo>
                  <a:pt x="167640" y="54864"/>
                </a:lnTo>
                <a:lnTo>
                  <a:pt x="89916" y="54864"/>
                </a:lnTo>
                <a:lnTo>
                  <a:pt x="95326" y="47434"/>
                </a:lnTo>
                <a:lnTo>
                  <a:pt x="103847" y="36004"/>
                </a:lnTo>
                <a:lnTo>
                  <a:pt x="106680" y="32004"/>
                </a:lnTo>
                <a:lnTo>
                  <a:pt x="111252" y="27432"/>
                </a:lnTo>
                <a:lnTo>
                  <a:pt x="117348" y="22860"/>
                </a:lnTo>
                <a:lnTo>
                  <a:pt x="123444" y="19812"/>
                </a:lnTo>
                <a:lnTo>
                  <a:pt x="88392" y="0"/>
                </a:lnTo>
                <a:lnTo>
                  <a:pt x="66573" y="54864"/>
                </a:lnTo>
                <a:lnTo>
                  <a:pt x="45720" y="92964"/>
                </a:lnTo>
                <a:lnTo>
                  <a:pt x="17437" y="128549"/>
                </a:lnTo>
                <a:lnTo>
                  <a:pt x="9144" y="137160"/>
                </a:lnTo>
                <a:lnTo>
                  <a:pt x="12192" y="143256"/>
                </a:lnTo>
                <a:lnTo>
                  <a:pt x="44132" y="116471"/>
                </a:lnTo>
                <a:lnTo>
                  <a:pt x="77114" y="76923"/>
                </a:lnTo>
                <a:lnTo>
                  <a:pt x="85344" y="64008"/>
                </a:lnTo>
                <a:lnTo>
                  <a:pt x="114300" y="64008"/>
                </a:lnTo>
                <a:lnTo>
                  <a:pt x="134061" y="98729"/>
                </a:lnTo>
                <a:lnTo>
                  <a:pt x="134112" y="105156"/>
                </a:lnTo>
                <a:lnTo>
                  <a:pt x="135636" y="108204"/>
                </a:lnTo>
                <a:lnTo>
                  <a:pt x="137160" y="112776"/>
                </a:lnTo>
                <a:lnTo>
                  <a:pt x="138684" y="114300"/>
                </a:lnTo>
                <a:lnTo>
                  <a:pt x="147828" y="114300"/>
                </a:lnTo>
                <a:lnTo>
                  <a:pt x="153924" y="111252"/>
                </a:lnTo>
                <a:lnTo>
                  <a:pt x="156972" y="105156"/>
                </a:lnTo>
                <a:lnTo>
                  <a:pt x="160020" y="96012"/>
                </a:lnTo>
                <a:lnTo>
                  <a:pt x="158864" y="89725"/>
                </a:lnTo>
                <a:lnTo>
                  <a:pt x="152971" y="82296"/>
                </a:lnTo>
                <a:lnTo>
                  <a:pt x="142240" y="73723"/>
                </a:lnTo>
                <a:lnTo>
                  <a:pt x="126492" y="64008"/>
                </a:lnTo>
                <a:lnTo>
                  <a:pt x="216408" y="64008"/>
                </a:lnTo>
                <a:close/>
              </a:path>
              <a:path w="1298575" h="411479">
                <a:moveTo>
                  <a:pt x="396240" y="65532"/>
                </a:moveTo>
                <a:lnTo>
                  <a:pt x="388061" y="56388"/>
                </a:lnTo>
                <a:lnTo>
                  <a:pt x="370332" y="36576"/>
                </a:lnTo>
                <a:lnTo>
                  <a:pt x="348996" y="56388"/>
                </a:lnTo>
                <a:lnTo>
                  <a:pt x="256032" y="56388"/>
                </a:lnTo>
                <a:lnTo>
                  <a:pt x="283464" y="24384"/>
                </a:lnTo>
                <a:lnTo>
                  <a:pt x="289560" y="22860"/>
                </a:lnTo>
                <a:lnTo>
                  <a:pt x="257556" y="1524"/>
                </a:lnTo>
                <a:lnTo>
                  <a:pt x="237744" y="50292"/>
                </a:lnTo>
                <a:lnTo>
                  <a:pt x="208394" y="97878"/>
                </a:lnTo>
                <a:lnTo>
                  <a:pt x="198120" y="111252"/>
                </a:lnTo>
                <a:lnTo>
                  <a:pt x="204216" y="114300"/>
                </a:lnTo>
                <a:lnTo>
                  <a:pt x="233438" y="84188"/>
                </a:lnTo>
                <a:lnTo>
                  <a:pt x="244246" y="72136"/>
                </a:lnTo>
                <a:lnTo>
                  <a:pt x="249936" y="65532"/>
                </a:lnTo>
                <a:lnTo>
                  <a:pt x="292608" y="65532"/>
                </a:lnTo>
                <a:lnTo>
                  <a:pt x="323088" y="103632"/>
                </a:lnTo>
                <a:lnTo>
                  <a:pt x="326136" y="108204"/>
                </a:lnTo>
                <a:lnTo>
                  <a:pt x="329184" y="114300"/>
                </a:lnTo>
                <a:lnTo>
                  <a:pt x="332232" y="117348"/>
                </a:lnTo>
                <a:lnTo>
                  <a:pt x="335280" y="117348"/>
                </a:lnTo>
                <a:lnTo>
                  <a:pt x="341376" y="111252"/>
                </a:lnTo>
                <a:lnTo>
                  <a:pt x="345948" y="108204"/>
                </a:lnTo>
                <a:lnTo>
                  <a:pt x="347472" y="102108"/>
                </a:lnTo>
                <a:lnTo>
                  <a:pt x="347472" y="92964"/>
                </a:lnTo>
                <a:lnTo>
                  <a:pt x="344881" y="86321"/>
                </a:lnTo>
                <a:lnTo>
                  <a:pt x="336994" y="79819"/>
                </a:lnTo>
                <a:lnTo>
                  <a:pt x="323684" y="73037"/>
                </a:lnTo>
                <a:lnTo>
                  <a:pt x="304800" y="65532"/>
                </a:lnTo>
                <a:lnTo>
                  <a:pt x="396240" y="65532"/>
                </a:lnTo>
                <a:close/>
              </a:path>
              <a:path w="1298575" h="411479">
                <a:moveTo>
                  <a:pt x="403860" y="323088"/>
                </a:moveTo>
                <a:lnTo>
                  <a:pt x="393192" y="312420"/>
                </a:lnTo>
                <a:lnTo>
                  <a:pt x="371856" y="291084"/>
                </a:lnTo>
                <a:lnTo>
                  <a:pt x="347472" y="312420"/>
                </a:lnTo>
                <a:lnTo>
                  <a:pt x="269748" y="312420"/>
                </a:lnTo>
                <a:lnTo>
                  <a:pt x="269748" y="260604"/>
                </a:lnTo>
                <a:lnTo>
                  <a:pt x="295656" y="260604"/>
                </a:lnTo>
                <a:lnTo>
                  <a:pt x="295656" y="278892"/>
                </a:lnTo>
                <a:lnTo>
                  <a:pt x="321564" y="268224"/>
                </a:lnTo>
                <a:lnTo>
                  <a:pt x="321119" y="260604"/>
                </a:lnTo>
                <a:lnTo>
                  <a:pt x="320687" y="253365"/>
                </a:lnTo>
                <a:lnTo>
                  <a:pt x="320560" y="249936"/>
                </a:lnTo>
                <a:lnTo>
                  <a:pt x="320230" y="240792"/>
                </a:lnTo>
                <a:lnTo>
                  <a:pt x="320065" y="230505"/>
                </a:lnTo>
                <a:lnTo>
                  <a:pt x="320040" y="213360"/>
                </a:lnTo>
                <a:lnTo>
                  <a:pt x="320040" y="204216"/>
                </a:lnTo>
                <a:lnTo>
                  <a:pt x="320040" y="170688"/>
                </a:lnTo>
                <a:lnTo>
                  <a:pt x="320040" y="160020"/>
                </a:lnTo>
                <a:lnTo>
                  <a:pt x="320040" y="132588"/>
                </a:lnTo>
                <a:lnTo>
                  <a:pt x="323532" y="129540"/>
                </a:lnTo>
                <a:lnTo>
                  <a:pt x="332232" y="121920"/>
                </a:lnTo>
                <a:lnTo>
                  <a:pt x="328015" y="118872"/>
                </a:lnTo>
                <a:lnTo>
                  <a:pt x="304800" y="102108"/>
                </a:lnTo>
                <a:lnTo>
                  <a:pt x="295656" y="116484"/>
                </a:lnTo>
                <a:lnTo>
                  <a:pt x="295656" y="129540"/>
                </a:lnTo>
                <a:lnTo>
                  <a:pt x="295656" y="160020"/>
                </a:lnTo>
                <a:lnTo>
                  <a:pt x="295656" y="170688"/>
                </a:lnTo>
                <a:lnTo>
                  <a:pt x="295656" y="204216"/>
                </a:lnTo>
                <a:lnTo>
                  <a:pt x="295656" y="213360"/>
                </a:lnTo>
                <a:lnTo>
                  <a:pt x="295656" y="249936"/>
                </a:lnTo>
                <a:lnTo>
                  <a:pt x="245364" y="249936"/>
                </a:lnTo>
                <a:lnTo>
                  <a:pt x="245364" y="260604"/>
                </a:lnTo>
                <a:lnTo>
                  <a:pt x="245364" y="315468"/>
                </a:lnTo>
                <a:lnTo>
                  <a:pt x="160020" y="315468"/>
                </a:lnTo>
                <a:lnTo>
                  <a:pt x="162052" y="301752"/>
                </a:lnTo>
                <a:lnTo>
                  <a:pt x="163639" y="288036"/>
                </a:lnTo>
                <a:lnTo>
                  <a:pt x="164871" y="275183"/>
                </a:lnTo>
                <a:lnTo>
                  <a:pt x="166116" y="260604"/>
                </a:lnTo>
                <a:lnTo>
                  <a:pt x="245364" y="260604"/>
                </a:lnTo>
                <a:lnTo>
                  <a:pt x="245364" y="249936"/>
                </a:lnTo>
                <a:lnTo>
                  <a:pt x="108204" y="249936"/>
                </a:lnTo>
                <a:lnTo>
                  <a:pt x="108204" y="213360"/>
                </a:lnTo>
                <a:lnTo>
                  <a:pt x="295656" y="213360"/>
                </a:lnTo>
                <a:lnTo>
                  <a:pt x="295656" y="204216"/>
                </a:lnTo>
                <a:lnTo>
                  <a:pt x="108204" y="204216"/>
                </a:lnTo>
                <a:lnTo>
                  <a:pt x="108204" y="170688"/>
                </a:lnTo>
                <a:lnTo>
                  <a:pt x="295656" y="170688"/>
                </a:lnTo>
                <a:lnTo>
                  <a:pt x="295656" y="160020"/>
                </a:lnTo>
                <a:lnTo>
                  <a:pt x="108204" y="160020"/>
                </a:lnTo>
                <a:lnTo>
                  <a:pt x="108204" y="129540"/>
                </a:lnTo>
                <a:lnTo>
                  <a:pt x="295656" y="129540"/>
                </a:lnTo>
                <a:lnTo>
                  <a:pt x="295656" y="116484"/>
                </a:lnTo>
                <a:lnTo>
                  <a:pt x="294132" y="118872"/>
                </a:lnTo>
                <a:lnTo>
                  <a:pt x="108204" y="118872"/>
                </a:lnTo>
                <a:lnTo>
                  <a:pt x="82296" y="105156"/>
                </a:lnTo>
                <a:lnTo>
                  <a:pt x="83108" y="112776"/>
                </a:lnTo>
                <a:lnTo>
                  <a:pt x="83235" y="114300"/>
                </a:lnTo>
                <a:lnTo>
                  <a:pt x="83820" y="128016"/>
                </a:lnTo>
                <a:lnTo>
                  <a:pt x="84442" y="148018"/>
                </a:lnTo>
                <a:lnTo>
                  <a:pt x="85242" y="170688"/>
                </a:lnTo>
                <a:lnTo>
                  <a:pt x="85140" y="230505"/>
                </a:lnTo>
                <a:lnTo>
                  <a:pt x="84709" y="256679"/>
                </a:lnTo>
                <a:lnTo>
                  <a:pt x="83820" y="283464"/>
                </a:lnTo>
                <a:lnTo>
                  <a:pt x="108204" y="274320"/>
                </a:lnTo>
                <a:lnTo>
                  <a:pt x="108204" y="260604"/>
                </a:lnTo>
                <a:lnTo>
                  <a:pt x="138684" y="260604"/>
                </a:lnTo>
                <a:lnTo>
                  <a:pt x="138404" y="275183"/>
                </a:lnTo>
                <a:lnTo>
                  <a:pt x="137541" y="289179"/>
                </a:lnTo>
                <a:lnTo>
                  <a:pt x="136118" y="302615"/>
                </a:lnTo>
                <a:lnTo>
                  <a:pt x="134112" y="315468"/>
                </a:lnTo>
                <a:lnTo>
                  <a:pt x="0" y="315468"/>
                </a:lnTo>
                <a:lnTo>
                  <a:pt x="15240" y="330708"/>
                </a:lnTo>
                <a:lnTo>
                  <a:pt x="25552" y="328472"/>
                </a:lnTo>
                <a:lnTo>
                  <a:pt x="36004" y="326517"/>
                </a:lnTo>
                <a:lnTo>
                  <a:pt x="46748" y="325145"/>
                </a:lnTo>
                <a:lnTo>
                  <a:pt x="57912" y="324612"/>
                </a:lnTo>
                <a:lnTo>
                  <a:pt x="132588" y="324612"/>
                </a:lnTo>
                <a:lnTo>
                  <a:pt x="107734" y="362127"/>
                </a:lnTo>
                <a:lnTo>
                  <a:pt x="64960" y="389382"/>
                </a:lnTo>
                <a:lnTo>
                  <a:pt x="21336" y="406908"/>
                </a:lnTo>
                <a:lnTo>
                  <a:pt x="22860" y="411480"/>
                </a:lnTo>
                <a:lnTo>
                  <a:pt x="66484" y="401193"/>
                </a:lnTo>
                <a:lnTo>
                  <a:pt x="106680" y="384048"/>
                </a:lnTo>
                <a:lnTo>
                  <a:pt x="139446" y="358902"/>
                </a:lnTo>
                <a:lnTo>
                  <a:pt x="158496" y="324612"/>
                </a:lnTo>
                <a:lnTo>
                  <a:pt x="245364" y="324612"/>
                </a:lnTo>
                <a:lnTo>
                  <a:pt x="245287" y="351091"/>
                </a:lnTo>
                <a:lnTo>
                  <a:pt x="245173" y="364617"/>
                </a:lnTo>
                <a:lnTo>
                  <a:pt x="244678" y="388454"/>
                </a:lnTo>
                <a:lnTo>
                  <a:pt x="243840" y="411480"/>
                </a:lnTo>
                <a:lnTo>
                  <a:pt x="271272" y="399288"/>
                </a:lnTo>
                <a:lnTo>
                  <a:pt x="270395" y="388454"/>
                </a:lnTo>
                <a:lnTo>
                  <a:pt x="269963" y="372618"/>
                </a:lnTo>
                <a:lnTo>
                  <a:pt x="269875" y="362127"/>
                </a:lnTo>
                <a:lnTo>
                  <a:pt x="269760" y="324612"/>
                </a:lnTo>
                <a:lnTo>
                  <a:pt x="269748" y="323088"/>
                </a:lnTo>
                <a:lnTo>
                  <a:pt x="403860" y="323088"/>
                </a:lnTo>
                <a:close/>
              </a:path>
              <a:path w="1298575" h="411479">
                <a:moveTo>
                  <a:pt x="507492" y="167652"/>
                </a:moveTo>
                <a:lnTo>
                  <a:pt x="503758" y="156794"/>
                </a:lnTo>
                <a:lnTo>
                  <a:pt x="492442" y="144792"/>
                </a:lnTo>
                <a:lnTo>
                  <a:pt x="473417" y="131648"/>
                </a:lnTo>
                <a:lnTo>
                  <a:pt x="446532" y="117360"/>
                </a:lnTo>
                <a:lnTo>
                  <a:pt x="443484" y="121932"/>
                </a:lnTo>
                <a:lnTo>
                  <a:pt x="456946" y="137566"/>
                </a:lnTo>
                <a:lnTo>
                  <a:pt x="467677" y="152222"/>
                </a:lnTo>
                <a:lnTo>
                  <a:pt x="475856" y="165430"/>
                </a:lnTo>
                <a:lnTo>
                  <a:pt x="481584" y="176796"/>
                </a:lnTo>
                <a:lnTo>
                  <a:pt x="485279" y="187363"/>
                </a:lnTo>
                <a:lnTo>
                  <a:pt x="489394" y="193941"/>
                </a:lnTo>
                <a:lnTo>
                  <a:pt x="493801" y="196507"/>
                </a:lnTo>
                <a:lnTo>
                  <a:pt x="498348" y="195084"/>
                </a:lnTo>
                <a:lnTo>
                  <a:pt x="502348" y="190792"/>
                </a:lnTo>
                <a:lnTo>
                  <a:pt x="505206" y="184797"/>
                </a:lnTo>
                <a:lnTo>
                  <a:pt x="506920" y="177076"/>
                </a:lnTo>
                <a:lnTo>
                  <a:pt x="507492" y="167652"/>
                </a:lnTo>
                <a:close/>
              </a:path>
              <a:path w="1298575" h="411479">
                <a:moveTo>
                  <a:pt x="544068" y="76212"/>
                </a:moveTo>
                <a:lnTo>
                  <a:pt x="524446" y="36969"/>
                </a:lnTo>
                <a:lnTo>
                  <a:pt x="487680" y="15252"/>
                </a:lnTo>
                <a:lnTo>
                  <a:pt x="483108" y="21348"/>
                </a:lnTo>
                <a:lnTo>
                  <a:pt x="495452" y="36537"/>
                </a:lnTo>
                <a:lnTo>
                  <a:pt x="505206" y="50304"/>
                </a:lnTo>
                <a:lnTo>
                  <a:pt x="512686" y="62915"/>
                </a:lnTo>
                <a:lnTo>
                  <a:pt x="518160" y="74688"/>
                </a:lnTo>
                <a:lnTo>
                  <a:pt x="521208" y="86880"/>
                </a:lnTo>
                <a:lnTo>
                  <a:pt x="525780" y="92976"/>
                </a:lnTo>
                <a:lnTo>
                  <a:pt x="530352" y="92976"/>
                </a:lnTo>
                <a:lnTo>
                  <a:pt x="534924" y="89928"/>
                </a:lnTo>
                <a:lnTo>
                  <a:pt x="537972" y="85356"/>
                </a:lnTo>
                <a:lnTo>
                  <a:pt x="542544" y="80784"/>
                </a:lnTo>
                <a:lnTo>
                  <a:pt x="544068" y="76212"/>
                </a:lnTo>
                <a:close/>
              </a:path>
              <a:path w="1298575" h="411479">
                <a:moveTo>
                  <a:pt x="589788" y="77736"/>
                </a:moveTo>
                <a:lnTo>
                  <a:pt x="582168" y="76212"/>
                </a:lnTo>
                <a:lnTo>
                  <a:pt x="550481" y="151980"/>
                </a:lnTo>
                <a:lnTo>
                  <a:pt x="526351" y="208038"/>
                </a:lnTo>
                <a:lnTo>
                  <a:pt x="509955" y="244652"/>
                </a:lnTo>
                <a:lnTo>
                  <a:pt x="501396" y="262140"/>
                </a:lnTo>
                <a:lnTo>
                  <a:pt x="495300" y="271284"/>
                </a:lnTo>
                <a:lnTo>
                  <a:pt x="489229" y="277355"/>
                </a:lnTo>
                <a:lnTo>
                  <a:pt x="478878" y="277329"/>
                </a:lnTo>
                <a:lnTo>
                  <a:pt x="470535" y="276999"/>
                </a:lnTo>
                <a:lnTo>
                  <a:pt x="459346" y="276085"/>
                </a:lnTo>
                <a:lnTo>
                  <a:pt x="445008" y="274332"/>
                </a:lnTo>
                <a:lnTo>
                  <a:pt x="445008" y="281952"/>
                </a:lnTo>
                <a:lnTo>
                  <a:pt x="484632" y="300240"/>
                </a:lnTo>
                <a:lnTo>
                  <a:pt x="487680" y="306336"/>
                </a:lnTo>
                <a:lnTo>
                  <a:pt x="487680" y="315480"/>
                </a:lnTo>
                <a:lnTo>
                  <a:pt x="487159" y="320624"/>
                </a:lnTo>
                <a:lnTo>
                  <a:pt x="485775" y="326910"/>
                </a:lnTo>
                <a:lnTo>
                  <a:pt x="479590" y="350596"/>
                </a:lnTo>
                <a:lnTo>
                  <a:pt x="478155" y="357581"/>
                </a:lnTo>
                <a:lnTo>
                  <a:pt x="477393" y="363105"/>
                </a:lnTo>
                <a:lnTo>
                  <a:pt x="477278" y="364058"/>
                </a:lnTo>
                <a:lnTo>
                  <a:pt x="477100" y="367296"/>
                </a:lnTo>
                <a:lnTo>
                  <a:pt x="477012" y="376440"/>
                </a:lnTo>
                <a:lnTo>
                  <a:pt x="480060" y="382536"/>
                </a:lnTo>
                <a:lnTo>
                  <a:pt x="487680" y="384060"/>
                </a:lnTo>
                <a:lnTo>
                  <a:pt x="493776" y="387108"/>
                </a:lnTo>
                <a:lnTo>
                  <a:pt x="510540" y="387108"/>
                </a:lnTo>
                <a:lnTo>
                  <a:pt x="513588" y="385584"/>
                </a:lnTo>
                <a:lnTo>
                  <a:pt x="513588" y="381012"/>
                </a:lnTo>
                <a:lnTo>
                  <a:pt x="512470" y="373888"/>
                </a:lnTo>
                <a:lnTo>
                  <a:pt x="511492" y="364058"/>
                </a:lnTo>
                <a:lnTo>
                  <a:pt x="510806" y="351650"/>
                </a:lnTo>
                <a:lnTo>
                  <a:pt x="510540" y="336816"/>
                </a:lnTo>
                <a:lnTo>
                  <a:pt x="510387" y="330530"/>
                </a:lnTo>
                <a:lnTo>
                  <a:pt x="515112" y="285000"/>
                </a:lnTo>
                <a:lnTo>
                  <a:pt x="517664" y="277380"/>
                </a:lnTo>
                <a:lnTo>
                  <a:pt x="522287" y="263537"/>
                </a:lnTo>
                <a:lnTo>
                  <a:pt x="537019" y="221945"/>
                </a:lnTo>
                <a:lnTo>
                  <a:pt x="559485" y="160045"/>
                </a:lnTo>
                <a:lnTo>
                  <a:pt x="589788" y="77736"/>
                </a:lnTo>
                <a:close/>
              </a:path>
              <a:path w="1298575" h="411479">
                <a:moveTo>
                  <a:pt x="853440" y="213372"/>
                </a:moveTo>
                <a:lnTo>
                  <a:pt x="824484" y="182892"/>
                </a:lnTo>
                <a:lnTo>
                  <a:pt x="803148" y="204228"/>
                </a:lnTo>
                <a:lnTo>
                  <a:pt x="711708" y="204228"/>
                </a:lnTo>
                <a:lnTo>
                  <a:pt x="711708" y="109740"/>
                </a:lnTo>
                <a:lnTo>
                  <a:pt x="826008" y="109740"/>
                </a:lnTo>
                <a:lnTo>
                  <a:pt x="798576" y="80784"/>
                </a:lnTo>
                <a:lnTo>
                  <a:pt x="778764" y="99072"/>
                </a:lnTo>
                <a:lnTo>
                  <a:pt x="711708" y="99072"/>
                </a:lnTo>
                <a:lnTo>
                  <a:pt x="711708" y="38112"/>
                </a:lnTo>
                <a:lnTo>
                  <a:pt x="728472" y="21348"/>
                </a:lnTo>
                <a:lnTo>
                  <a:pt x="687324" y="12"/>
                </a:lnTo>
                <a:lnTo>
                  <a:pt x="687565" y="15252"/>
                </a:lnTo>
                <a:lnTo>
                  <a:pt x="688073" y="36537"/>
                </a:lnTo>
                <a:lnTo>
                  <a:pt x="688568" y="62915"/>
                </a:lnTo>
                <a:lnTo>
                  <a:pt x="688695" y="76212"/>
                </a:lnTo>
                <a:lnTo>
                  <a:pt x="688848" y="99072"/>
                </a:lnTo>
                <a:lnTo>
                  <a:pt x="592836" y="99072"/>
                </a:lnTo>
                <a:lnTo>
                  <a:pt x="608076" y="114312"/>
                </a:lnTo>
                <a:lnTo>
                  <a:pt x="618388" y="112306"/>
                </a:lnTo>
                <a:lnTo>
                  <a:pt x="628840" y="110883"/>
                </a:lnTo>
                <a:lnTo>
                  <a:pt x="639584" y="110020"/>
                </a:lnTo>
                <a:lnTo>
                  <a:pt x="650748" y="109740"/>
                </a:lnTo>
                <a:lnTo>
                  <a:pt x="688848" y="109740"/>
                </a:lnTo>
                <a:lnTo>
                  <a:pt x="688848" y="204228"/>
                </a:lnTo>
                <a:lnTo>
                  <a:pt x="559308" y="204228"/>
                </a:lnTo>
                <a:lnTo>
                  <a:pt x="576072" y="219468"/>
                </a:lnTo>
                <a:lnTo>
                  <a:pt x="585508" y="217220"/>
                </a:lnTo>
                <a:lnTo>
                  <a:pt x="595503" y="215277"/>
                </a:lnTo>
                <a:lnTo>
                  <a:pt x="606082" y="213893"/>
                </a:lnTo>
                <a:lnTo>
                  <a:pt x="617220" y="213372"/>
                </a:lnTo>
                <a:lnTo>
                  <a:pt x="681228" y="213372"/>
                </a:lnTo>
                <a:lnTo>
                  <a:pt x="661797" y="256997"/>
                </a:lnTo>
                <a:lnTo>
                  <a:pt x="630936" y="306336"/>
                </a:lnTo>
                <a:lnTo>
                  <a:pt x="596455" y="345389"/>
                </a:lnTo>
                <a:lnTo>
                  <a:pt x="569976" y="358152"/>
                </a:lnTo>
                <a:lnTo>
                  <a:pt x="588264" y="397776"/>
                </a:lnTo>
                <a:lnTo>
                  <a:pt x="644652" y="377964"/>
                </a:lnTo>
                <a:lnTo>
                  <a:pt x="707136" y="365391"/>
                </a:lnTo>
                <a:lnTo>
                  <a:pt x="747102" y="359956"/>
                </a:lnTo>
                <a:lnTo>
                  <a:pt x="764006" y="358152"/>
                </a:lnTo>
                <a:lnTo>
                  <a:pt x="792480" y="355104"/>
                </a:lnTo>
                <a:lnTo>
                  <a:pt x="810768" y="394728"/>
                </a:lnTo>
                <a:lnTo>
                  <a:pt x="813816" y="397776"/>
                </a:lnTo>
                <a:lnTo>
                  <a:pt x="818388" y="397776"/>
                </a:lnTo>
                <a:lnTo>
                  <a:pt x="821436" y="394728"/>
                </a:lnTo>
                <a:lnTo>
                  <a:pt x="826008" y="387108"/>
                </a:lnTo>
                <a:lnTo>
                  <a:pt x="830580" y="381012"/>
                </a:lnTo>
                <a:lnTo>
                  <a:pt x="832015" y="373888"/>
                </a:lnTo>
                <a:lnTo>
                  <a:pt x="832104" y="367296"/>
                </a:lnTo>
                <a:lnTo>
                  <a:pt x="831519" y="361556"/>
                </a:lnTo>
                <a:lnTo>
                  <a:pt x="808672" y="330530"/>
                </a:lnTo>
                <a:lnTo>
                  <a:pt x="770763" y="301002"/>
                </a:lnTo>
                <a:lnTo>
                  <a:pt x="742188" y="280428"/>
                </a:lnTo>
                <a:lnTo>
                  <a:pt x="739140" y="285000"/>
                </a:lnTo>
                <a:lnTo>
                  <a:pt x="751700" y="299872"/>
                </a:lnTo>
                <a:lnTo>
                  <a:pt x="764095" y="314909"/>
                </a:lnTo>
                <a:lnTo>
                  <a:pt x="776224" y="330212"/>
                </a:lnTo>
                <a:lnTo>
                  <a:pt x="787908" y="345960"/>
                </a:lnTo>
                <a:lnTo>
                  <a:pt x="605028" y="358152"/>
                </a:lnTo>
                <a:lnTo>
                  <a:pt x="633298" y="327571"/>
                </a:lnTo>
                <a:lnTo>
                  <a:pt x="656272" y="302145"/>
                </a:lnTo>
                <a:lnTo>
                  <a:pt x="673747" y="281952"/>
                </a:lnTo>
                <a:lnTo>
                  <a:pt x="685800" y="266712"/>
                </a:lnTo>
                <a:lnTo>
                  <a:pt x="693801" y="254393"/>
                </a:lnTo>
                <a:lnTo>
                  <a:pt x="701802" y="244805"/>
                </a:lnTo>
                <a:lnTo>
                  <a:pt x="709803" y="237769"/>
                </a:lnTo>
                <a:lnTo>
                  <a:pt x="717804" y="233184"/>
                </a:lnTo>
                <a:lnTo>
                  <a:pt x="690372" y="213372"/>
                </a:lnTo>
                <a:lnTo>
                  <a:pt x="853440" y="213372"/>
                </a:lnTo>
                <a:close/>
              </a:path>
              <a:path w="1298575" h="411479">
                <a:moveTo>
                  <a:pt x="1083564" y="138684"/>
                </a:moveTo>
                <a:lnTo>
                  <a:pt x="1077036" y="132588"/>
                </a:lnTo>
                <a:lnTo>
                  <a:pt x="1060704" y="117348"/>
                </a:lnTo>
                <a:lnTo>
                  <a:pt x="1048512" y="129540"/>
                </a:lnTo>
                <a:lnTo>
                  <a:pt x="1048512" y="143256"/>
                </a:lnTo>
                <a:lnTo>
                  <a:pt x="1048512" y="198120"/>
                </a:lnTo>
                <a:lnTo>
                  <a:pt x="1048512" y="208788"/>
                </a:lnTo>
                <a:lnTo>
                  <a:pt x="1048512" y="266700"/>
                </a:lnTo>
                <a:lnTo>
                  <a:pt x="1008888" y="266700"/>
                </a:lnTo>
                <a:lnTo>
                  <a:pt x="1008888" y="208788"/>
                </a:lnTo>
                <a:lnTo>
                  <a:pt x="1048512" y="208788"/>
                </a:lnTo>
                <a:lnTo>
                  <a:pt x="1048512" y="198120"/>
                </a:lnTo>
                <a:lnTo>
                  <a:pt x="1008888" y="198120"/>
                </a:lnTo>
                <a:lnTo>
                  <a:pt x="1008888" y="143256"/>
                </a:lnTo>
                <a:lnTo>
                  <a:pt x="1048512" y="143256"/>
                </a:lnTo>
                <a:lnTo>
                  <a:pt x="1048512" y="129540"/>
                </a:lnTo>
                <a:lnTo>
                  <a:pt x="1045464" y="132588"/>
                </a:lnTo>
                <a:lnTo>
                  <a:pt x="1005840" y="132588"/>
                </a:lnTo>
                <a:lnTo>
                  <a:pt x="1033919" y="100228"/>
                </a:lnTo>
                <a:lnTo>
                  <a:pt x="1062228" y="80772"/>
                </a:lnTo>
                <a:lnTo>
                  <a:pt x="1051560" y="70104"/>
                </a:lnTo>
                <a:lnTo>
                  <a:pt x="1036320" y="54864"/>
                </a:lnTo>
                <a:lnTo>
                  <a:pt x="1022604" y="68580"/>
                </a:lnTo>
                <a:lnTo>
                  <a:pt x="1022604" y="80772"/>
                </a:lnTo>
                <a:lnTo>
                  <a:pt x="998220" y="132588"/>
                </a:lnTo>
                <a:lnTo>
                  <a:pt x="987552" y="132588"/>
                </a:lnTo>
                <a:lnTo>
                  <a:pt x="987552" y="143256"/>
                </a:lnTo>
                <a:lnTo>
                  <a:pt x="987552" y="198120"/>
                </a:lnTo>
                <a:lnTo>
                  <a:pt x="987552" y="208788"/>
                </a:lnTo>
                <a:lnTo>
                  <a:pt x="987552" y="266700"/>
                </a:lnTo>
                <a:lnTo>
                  <a:pt x="947928" y="266700"/>
                </a:lnTo>
                <a:lnTo>
                  <a:pt x="947928" y="208788"/>
                </a:lnTo>
                <a:lnTo>
                  <a:pt x="987552" y="208788"/>
                </a:lnTo>
                <a:lnTo>
                  <a:pt x="987552" y="198120"/>
                </a:lnTo>
                <a:lnTo>
                  <a:pt x="947928" y="198120"/>
                </a:lnTo>
                <a:lnTo>
                  <a:pt x="947928" y="143256"/>
                </a:lnTo>
                <a:lnTo>
                  <a:pt x="987552" y="143256"/>
                </a:lnTo>
                <a:lnTo>
                  <a:pt x="987552" y="132588"/>
                </a:lnTo>
                <a:lnTo>
                  <a:pt x="950976" y="132588"/>
                </a:lnTo>
                <a:lnTo>
                  <a:pt x="941832" y="124968"/>
                </a:lnTo>
                <a:lnTo>
                  <a:pt x="949579" y="113563"/>
                </a:lnTo>
                <a:lnTo>
                  <a:pt x="956881" y="102298"/>
                </a:lnTo>
                <a:lnTo>
                  <a:pt x="963841" y="91440"/>
                </a:lnTo>
                <a:lnTo>
                  <a:pt x="970788" y="80772"/>
                </a:lnTo>
                <a:lnTo>
                  <a:pt x="1022604" y="80772"/>
                </a:lnTo>
                <a:lnTo>
                  <a:pt x="1022604" y="68580"/>
                </a:lnTo>
                <a:lnTo>
                  <a:pt x="1021080" y="70104"/>
                </a:lnTo>
                <a:lnTo>
                  <a:pt x="973836" y="70104"/>
                </a:lnTo>
                <a:lnTo>
                  <a:pt x="977531" y="61201"/>
                </a:lnTo>
                <a:lnTo>
                  <a:pt x="981646" y="52578"/>
                </a:lnTo>
                <a:lnTo>
                  <a:pt x="990600" y="35052"/>
                </a:lnTo>
                <a:lnTo>
                  <a:pt x="1005840" y="27432"/>
                </a:lnTo>
                <a:lnTo>
                  <a:pt x="972312" y="6096"/>
                </a:lnTo>
                <a:lnTo>
                  <a:pt x="954963" y="57111"/>
                </a:lnTo>
                <a:lnTo>
                  <a:pt x="936104" y="99733"/>
                </a:lnTo>
                <a:lnTo>
                  <a:pt x="908050" y="145453"/>
                </a:lnTo>
                <a:lnTo>
                  <a:pt x="890016" y="169164"/>
                </a:lnTo>
                <a:lnTo>
                  <a:pt x="893064" y="173736"/>
                </a:lnTo>
                <a:lnTo>
                  <a:pt x="901954" y="165735"/>
                </a:lnTo>
                <a:lnTo>
                  <a:pt x="910399" y="157734"/>
                </a:lnTo>
                <a:lnTo>
                  <a:pt x="918578" y="149733"/>
                </a:lnTo>
                <a:lnTo>
                  <a:pt x="926592" y="141732"/>
                </a:lnTo>
                <a:lnTo>
                  <a:pt x="926477" y="225552"/>
                </a:lnTo>
                <a:lnTo>
                  <a:pt x="925957" y="272034"/>
                </a:lnTo>
                <a:lnTo>
                  <a:pt x="920572" y="323189"/>
                </a:lnTo>
                <a:lnTo>
                  <a:pt x="904875" y="371284"/>
                </a:lnTo>
                <a:lnTo>
                  <a:pt x="885444" y="405384"/>
                </a:lnTo>
                <a:lnTo>
                  <a:pt x="888492" y="409956"/>
                </a:lnTo>
                <a:lnTo>
                  <a:pt x="912787" y="381723"/>
                </a:lnTo>
                <a:lnTo>
                  <a:pt x="930783" y="349758"/>
                </a:lnTo>
                <a:lnTo>
                  <a:pt x="942505" y="314375"/>
                </a:lnTo>
                <a:lnTo>
                  <a:pt x="947928" y="275844"/>
                </a:lnTo>
                <a:lnTo>
                  <a:pt x="987552" y="275844"/>
                </a:lnTo>
                <a:lnTo>
                  <a:pt x="987463" y="323189"/>
                </a:lnTo>
                <a:lnTo>
                  <a:pt x="987361" y="339661"/>
                </a:lnTo>
                <a:lnTo>
                  <a:pt x="986917" y="364363"/>
                </a:lnTo>
                <a:lnTo>
                  <a:pt x="986028" y="384048"/>
                </a:lnTo>
                <a:lnTo>
                  <a:pt x="1010412" y="370332"/>
                </a:lnTo>
                <a:lnTo>
                  <a:pt x="1009535" y="352577"/>
                </a:lnTo>
                <a:lnTo>
                  <a:pt x="1009091" y="331546"/>
                </a:lnTo>
                <a:lnTo>
                  <a:pt x="1008976" y="314375"/>
                </a:lnTo>
                <a:lnTo>
                  <a:pt x="1008888" y="275844"/>
                </a:lnTo>
                <a:lnTo>
                  <a:pt x="1048512" y="275844"/>
                </a:lnTo>
                <a:lnTo>
                  <a:pt x="1048512" y="377952"/>
                </a:lnTo>
                <a:lnTo>
                  <a:pt x="1045464" y="381000"/>
                </a:lnTo>
                <a:lnTo>
                  <a:pt x="1040892" y="381000"/>
                </a:lnTo>
                <a:lnTo>
                  <a:pt x="1036612" y="380746"/>
                </a:lnTo>
                <a:lnTo>
                  <a:pt x="1013460" y="377952"/>
                </a:lnTo>
                <a:lnTo>
                  <a:pt x="1013460" y="384048"/>
                </a:lnTo>
                <a:lnTo>
                  <a:pt x="1026350" y="390677"/>
                </a:lnTo>
                <a:lnTo>
                  <a:pt x="1035367" y="397002"/>
                </a:lnTo>
                <a:lnTo>
                  <a:pt x="1040688" y="403339"/>
                </a:lnTo>
                <a:lnTo>
                  <a:pt x="1042416" y="409956"/>
                </a:lnTo>
                <a:lnTo>
                  <a:pt x="1053084" y="405384"/>
                </a:lnTo>
                <a:lnTo>
                  <a:pt x="1060704" y="400812"/>
                </a:lnTo>
                <a:lnTo>
                  <a:pt x="1069848" y="387096"/>
                </a:lnTo>
                <a:lnTo>
                  <a:pt x="1069848" y="381000"/>
                </a:lnTo>
                <a:lnTo>
                  <a:pt x="1069848" y="275844"/>
                </a:lnTo>
                <a:lnTo>
                  <a:pt x="1069848" y="266700"/>
                </a:lnTo>
                <a:lnTo>
                  <a:pt x="1069848" y="208788"/>
                </a:lnTo>
                <a:lnTo>
                  <a:pt x="1069848" y="198120"/>
                </a:lnTo>
                <a:lnTo>
                  <a:pt x="1069848" y="149352"/>
                </a:lnTo>
                <a:lnTo>
                  <a:pt x="1077696" y="143256"/>
                </a:lnTo>
                <a:lnTo>
                  <a:pt x="1079652" y="141732"/>
                </a:lnTo>
                <a:lnTo>
                  <a:pt x="1083564" y="138684"/>
                </a:lnTo>
                <a:close/>
              </a:path>
              <a:path w="1298575" h="411479">
                <a:moveTo>
                  <a:pt x="1280160" y="39624"/>
                </a:moveTo>
                <a:lnTo>
                  <a:pt x="1255776" y="19812"/>
                </a:lnTo>
                <a:lnTo>
                  <a:pt x="1240536" y="35052"/>
                </a:lnTo>
                <a:lnTo>
                  <a:pt x="1091184" y="35052"/>
                </a:lnTo>
                <a:lnTo>
                  <a:pt x="1107948" y="50292"/>
                </a:lnTo>
                <a:lnTo>
                  <a:pt x="1123188" y="45720"/>
                </a:lnTo>
                <a:lnTo>
                  <a:pt x="1147572" y="45720"/>
                </a:lnTo>
                <a:lnTo>
                  <a:pt x="1138580" y="87947"/>
                </a:lnTo>
                <a:lnTo>
                  <a:pt x="1110615" y="133540"/>
                </a:lnTo>
                <a:lnTo>
                  <a:pt x="1077468" y="160020"/>
                </a:lnTo>
                <a:lnTo>
                  <a:pt x="1083564" y="164592"/>
                </a:lnTo>
                <a:lnTo>
                  <a:pt x="1125855" y="139636"/>
                </a:lnTo>
                <a:lnTo>
                  <a:pt x="1152144" y="111252"/>
                </a:lnTo>
                <a:lnTo>
                  <a:pt x="1171435" y="63461"/>
                </a:lnTo>
                <a:lnTo>
                  <a:pt x="1173480" y="45720"/>
                </a:lnTo>
                <a:lnTo>
                  <a:pt x="1243584" y="45720"/>
                </a:lnTo>
                <a:lnTo>
                  <a:pt x="1242428" y="71437"/>
                </a:lnTo>
                <a:lnTo>
                  <a:pt x="1241107" y="91440"/>
                </a:lnTo>
                <a:lnTo>
                  <a:pt x="1239520" y="105727"/>
                </a:lnTo>
                <a:lnTo>
                  <a:pt x="1237488" y="114300"/>
                </a:lnTo>
                <a:lnTo>
                  <a:pt x="1235964" y="123444"/>
                </a:lnTo>
                <a:lnTo>
                  <a:pt x="1229868" y="126492"/>
                </a:lnTo>
                <a:lnTo>
                  <a:pt x="1220724" y="126492"/>
                </a:lnTo>
                <a:lnTo>
                  <a:pt x="1213916" y="125336"/>
                </a:lnTo>
                <a:lnTo>
                  <a:pt x="1194587" y="122428"/>
                </a:lnTo>
                <a:lnTo>
                  <a:pt x="1182624" y="120396"/>
                </a:lnTo>
                <a:lnTo>
                  <a:pt x="1181100" y="126492"/>
                </a:lnTo>
                <a:lnTo>
                  <a:pt x="1199959" y="134264"/>
                </a:lnTo>
                <a:lnTo>
                  <a:pt x="1213104" y="141732"/>
                </a:lnTo>
                <a:lnTo>
                  <a:pt x="1220495" y="149161"/>
                </a:lnTo>
                <a:lnTo>
                  <a:pt x="1220571" y="149352"/>
                </a:lnTo>
                <a:lnTo>
                  <a:pt x="1222248" y="156972"/>
                </a:lnTo>
                <a:lnTo>
                  <a:pt x="1232560" y="153289"/>
                </a:lnTo>
                <a:lnTo>
                  <a:pt x="1259573" y="121996"/>
                </a:lnTo>
                <a:lnTo>
                  <a:pt x="1264653" y="72961"/>
                </a:lnTo>
                <a:lnTo>
                  <a:pt x="1264920" y="50292"/>
                </a:lnTo>
                <a:lnTo>
                  <a:pt x="1271460" y="45720"/>
                </a:lnTo>
                <a:lnTo>
                  <a:pt x="1280160" y="39624"/>
                </a:lnTo>
                <a:close/>
              </a:path>
              <a:path w="1298575" h="411479">
                <a:moveTo>
                  <a:pt x="1298448" y="298704"/>
                </a:moveTo>
                <a:lnTo>
                  <a:pt x="1269492" y="268224"/>
                </a:lnTo>
                <a:lnTo>
                  <a:pt x="1248156" y="288036"/>
                </a:lnTo>
                <a:lnTo>
                  <a:pt x="1199388" y="288036"/>
                </a:lnTo>
                <a:lnTo>
                  <a:pt x="1199388" y="225552"/>
                </a:lnTo>
                <a:lnTo>
                  <a:pt x="1277112" y="225552"/>
                </a:lnTo>
                <a:lnTo>
                  <a:pt x="1268450" y="216408"/>
                </a:lnTo>
                <a:lnTo>
                  <a:pt x="1249680" y="196596"/>
                </a:lnTo>
                <a:lnTo>
                  <a:pt x="1231392" y="216408"/>
                </a:lnTo>
                <a:lnTo>
                  <a:pt x="1199388" y="216408"/>
                </a:lnTo>
                <a:lnTo>
                  <a:pt x="1199388" y="175260"/>
                </a:lnTo>
                <a:lnTo>
                  <a:pt x="1213104" y="164592"/>
                </a:lnTo>
                <a:lnTo>
                  <a:pt x="1175004" y="146304"/>
                </a:lnTo>
                <a:lnTo>
                  <a:pt x="1175893" y="160045"/>
                </a:lnTo>
                <a:lnTo>
                  <a:pt x="1176274" y="173736"/>
                </a:lnTo>
                <a:lnTo>
                  <a:pt x="1176401" y="182499"/>
                </a:lnTo>
                <a:lnTo>
                  <a:pt x="1176528" y="208788"/>
                </a:lnTo>
                <a:lnTo>
                  <a:pt x="1176528" y="216408"/>
                </a:lnTo>
                <a:lnTo>
                  <a:pt x="1133856" y="216408"/>
                </a:lnTo>
                <a:lnTo>
                  <a:pt x="1146048" y="187452"/>
                </a:lnTo>
                <a:lnTo>
                  <a:pt x="1161288" y="179832"/>
                </a:lnTo>
                <a:lnTo>
                  <a:pt x="1127760" y="158496"/>
                </a:lnTo>
                <a:lnTo>
                  <a:pt x="1125791" y="169646"/>
                </a:lnTo>
                <a:lnTo>
                  <a:pt x="1122235" y="182499"/>
                </a:lnTo>
                <a:lnTo>
                  <a:pt x="1117269" y="197078"/>
                </a:lnTo>
                <a:lnTo>
                  <a:pt x="1110996" y="213360"/>
                </a:lnTo>
                <a:lnTo>
                  <a:pt x="1104760" y="230822"/>
                </a:lnTo>
                <a:lnTo>
                  <a:pt x="1097661" y="246697"/>
                </a:lnTo>
                <a:lnTo>
                  <a:pt x="1090002" y="261162"/>
                </a:lnTo>
                <a:lnTo>
                  <a:pt x="1082040" y="274320"/>
                </a:lnTo>
                <a:lnTo>
                  <a:pt x="1085088" y="278892"/>
                </a:lnTo>
                <a:lnTo>
                  <a:pt x="1095641" y="268846"/>
                </a:lnTo>
                <a:lnTo>
                  <a:pt x="1106614" y="256794"/>
                </a:lnTo>
                <a:lnTo>
                  <a:pt x="1117879" y="242468"/>
                </a:lnTo>
                <a:lnTo>
                  <a:pt x="1129284" y="225552"/>
                </a:lnTo>
                <a:lnTo>
                  <a:pt x="1176528" y="225552"/>
                </a:lnTo>
                <a:lnTo>
                  <a:pt x="1176528" y="288036"/>
                </a:lnTo>
                <a:lnTo>
                  <a:pt x="1074420" y="288036"/>
                </a:lnTo>
                <a:lnTo>
                  <a:pt x="1089660" y="304800"/>
                </a:lnTo>
                <a:lnTo>
                  <a:pt x="1099972" y="301929"/>
                </a:lnTo>
                <a:lnTo>
                  <a:pt x="1110424" y="300037"/>
                </a:lnTo>
                <a:lnTo>
                  <a:pt x="1121168" y="299021"/>
                </a:lnTo>
                <a:lnTo>
                  <a:pt x="1132332" y="298704"/>
                </a:lnTo>
                <a:lnTo>
                  <a:pt x="1176528" y="298704"/>
                </a:lnTo>
                <a:lnTo>
                  <a:pt x="1176426" y="349758"/>
                </a:lnTo>
                <a:lnTo>
                  <a:pt x="1176337" y="364363"/>
                </a:lnTo>
                <a:lnTo>
                  <a:pt x="1175893" y="389369"/>
                </a:lnTo>
                <a:lnTo>
                  <a:pt x="1175004" y="409956"/>
                </a:lnTo>
                <a:lnTo>
                  <a:pt x="1200912" y="397764"/>
                </a:lnTo>
                <a:lnTo>
                  <a:pt x="1199578" y="359092"/>
                </a:lnTo>
                <a:lnTo>
                  <a:pt x="1199388" y="298704"/>
                </a:lnTo>
                <a:lnTo>
                  <a:pt x="1298448" y="29870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" name="object 30"/>
          <p:cNvSpPr/>
          <p:nvPr/>
        </p:nvSpPr>
        <p:spPr>
          <a:xfrm>
            <a:off x="6586727" y="3541776"/>
            <a:ext cx="396240" cy="408940"/>
          </a:xfrm>
          <a:custGeom>
            <a:avLst/>
            <a:gdLst/>
            <a:ahLst/>
            <a:cxnLst/>
            <a:rect l="l" t="t" r="r" b="b"/>
            <a:pathLst>
              <a:path w="396240" h="408939">
                <a:moveTo>
                  <a:pt x="233172" y="103632"/>
                </a:moveTo>
                <a:lnTo>
                  <a:pt x="210312" y="103632"/>
                </a:lnTo>
                <a:lnTo>
                  <a:pt x="210073" y="68151"/>
                </a:lnTo>
                <a:lnTo>
                  <a:pt x="209550" y="39243"/>
                </a:lnTo>
                <a:lnTo>
                  <a:pt x="209026" y="16621"/>
                </a:lnTo>
                <a:lnTo>
                  <a:pt x="208788" y="0"/>
                </a:lnTo>
                <a:lnTo>
                  <a:pt x="246888" y="19812"/>
                </a:lnTo>
                <a:lnTo>
                  <a:pt x="233172" y="32004"/>
                </a:lnTo>
                <a:lnTo>
                  <a:pt x="233172" y="103632"/>
                </a:lnTo>
                <a:close/>
              </a:path>
              <a:path w="396240" h="408939">
                <a:moveTo>
                  <a:pt x="70104" y="111252"/>
                </a:moveTo>
                <a:lnTo>
                  <a:pt x="64008" y="111252"/>
                </a:lnTo>
                <a:lnTo>
                  <a:pt x="60960" y="106680"/>
                </a:lnTo>
                <a:lnTo>
                  <a:pt x="56388" y="94488"/>
                </a:lnTo>
                <a:lnTo>
                  <a:pt x="51292" y="82200"/>
                </a:lnTo>
                <a:lnTo>
                  <a:pt x="43019" y="68151"/>
                </a:lnTo>
                <a:lnTo>
                  <a:pt x="31956" y="52482"/>
                </a:lnTo>
                <a:lnTo>
                  <a:pt x="18288" y="35052"/>
                </a:lnTo>
                <a:lnTo>
                  <a:pt x="22860" y="32004"/>
                </a:lnTo>
                <a:lnTo>
                  <a:pt x="67056" y="60579"/>
                </a:lnTo>
                <a:lnTo>
                  <a:pt x="83820" y="94488"/>
                </a:lnTo>
                <a:lnTo>
                  <a:pt x="82296" y="103632"/>
                </a:lnTo>
                <a:lnTo>
                  <a:pt x="73152" y="109728"/>
                </a:lnTo>
                <a:lnTo>
                  <a:pt x="70104" y="111252"/>
                </a:lnTo>
                <a:close/>
              </a:path>
              <a:path w="396240" h="408939">
                <a:moveTo>
                  <a:pt x="76858" y="245364"/>
                </a:moveTo>
                <a:lnTo>
                  <a:pt x="39624" y="245364"/>
                </a:lnTo>
                <a:lnTo>
                  <a:pt x="45719" y="243840"/>
                </a:lnTo>
                <a:lnTo>
                  <a:pt x="51816" y="240792"/>
                </a:lnTo>
                <a:lnTo>
                  <a:pt x="78295" y="187452"/>
                </a:lnTo>
                <a:lnTo>
                  <a:pt x="99036" y="137160"/>
                </a:lnTo>
                <a:lnTo>
                  <a:pt x="126492" y="68580"/>
                </a:lnTo>
                <a:lnTo>
                  <a:pt x="134112" y="71628"/>
                </a:lnTo>
                <a:lnTo>
                  <a:pt x="106108" y="150756"/>
                </a:lnTo>
                <a:lnTo>
                  <a:pt x="86106" y="212026"/>
                </a:lnTo>
                <a:lnTo>
                  <a:pt x="76858" y="245364"/>
                </a:lnTo>
                <a:close/>
              </a:path>
              <a:path w="396240" h="408939">
                <a:moveTo>
                  <a:pt x="155448" y="117348"/>
                </a:moveTo>
                <a:lnTo>
                  <a:pt x="141732" y="103632"/>
                </a:lnTo>
                <a:lnTo>
                  <a:pt x="301752" y="103632"/>
                </a:lnTo>
                <a:lnTo>
                  <a:pt x="318516" y="86868"/>
                </a:lnTo>
                <a:lnTo>
                  <a:pt x="339852" y="109728"/>
                </a:lnTo>
                <a:lnTo>
                  <a:pt x="333756" y="114300"/>
                </a:lnTo>
                <a:lnTo>
                  <a:pt x="178308" y="114300"/>
                </a:lnTo>
                <a:lnTo>
                  <a:pt x="155448" y="117348"/>
                </a:lnTo>
                <a:close/>
              </a:path>
              <a:path w="396240" h="408939">
                <a:moveTo>
                  <a:pt x="227076" y="222504"/>
                </a:moveTo>
                <a:lnTo>
                  <a:pt x="204216" y="222504"/>
                </a:lnTo>
                <a:lnTo>
                  <a:pt x="207097" y="195095"/>
                </a:lnTo>
                <a:lnTo>
                  <a:pt x="208978" y="167830"/>
                </a:lnTo>
                <a:lnTo>
                  <a:pt x="210002" y="140850"/>
                </a:lnTo>
                <a:lnTo>
                  <a:pt x="210312" y="114300"/>
                </a:lnTo>
                <a:lnTo>
                  <a:pt x="233172" y="114300"/>
                </a:lnTo>
                <a:lnTo>
                  <a:pt x="232896" y="137160"/>
                </a:lnTo>
                <a:lnTo>
                  <a:pt x="232829" y="140850"/>
                </a:lnTo>
                <a:lnTo>
                  <a:pt x="231838" y="166687"/>
                </a:lnTo>
                <a:lnTo>
                  <a:pt x="229957" y="194238"/>
                </a:lnTo>
                <a:lnTo>
                  <a:pt x="227076" y="222504"/>
                </a:lnTo>
                <a:close/>
              </a:path>
              <a:path w="396240" h="408939">
                <a:moveTo>
                  <a:pt x="327660" y="222504"/>
                </a:moveTo>
                <a:lnTo>
                  <a:pt x="306324" y="222504"/>
                </a:lnTo>
                <a:lnTo>
                  <a:pt x="306324" y="114300"/>
                </a:lnTo>
                <a:lnTo>
                  <a:pt x="333756" y="114300"/>
                </a:lnTo>
                <a:lnTo>
                  <a:pt x="327660" y="118872"/>
                </a:lnTo>
                <a:lnTo>
                  <a:pt x="327660" y="222504"/>
                </a:lnTo>
                <a:close/>
              </a:path>
              <a:path w="396240" h="408939">
                <a:moveTo>
                  <a:pt x="112776" y="237744"/>
                </a:moveTo>
                <a:lnTo>
                  <a:pt x="99060" y="222504"/>
                </a:lnTo>
                <a:lnTo>
                  <a:pt x="342900" y="222504"/>
                </a:lnTo>
                <a:lnTo>
                  <a:pt x="364236" y="201168"/>
                </a:lnTo>
                <a:lnTo>
                  <a:pt x="396240" y="233172"/>
                </a:lnTo>
                <a:lnTo>
                  <a:pt x="137160" y="233172"/>
                </a:lnTo>
                <a:lnTo>
                  <a:pt x="112776" y="237744"/>
                </a:lnTo>
                <a:close/>
              </a:path>
              <a:path w="396240" h="408939">
                <a:moveTo>
                  <a:pt x="71628" y="408432"/>
                </a:moveTo>
                <a:lnTo>
                  <a:pt x="68580" y="402336"/>
                </a:lnTo>
                <a:lnTo>
                  <a:pt x="93726" y="388000"/>
                </a:lnTo>
                <a:lnTo>
                  <a:pt x="116586" y="372237"/>
                </a:lnTo>
                <a:lnTo>
                  <a:pt x="155448" y="335280"/>
                </a:lnTo>
                <a:lnTo>
                  <a:pt x="184213" y="289369"/>
                </a:lnTo>
                <a:lnTo>
                  <a:pt x="202692" y="233172"/>
                </a:lnTo>
                <a:lnTo>
                  <a:pt x="225552" y="233172"/>
                </a:lnTo>
                <a:lnTo>
                  <a:pt x="205930" y="293560"/>
                </a:lnTo>
                <a:lnTo>
                  <a:pt x="173736" y="341376"/>
                </a:lnTo>
                <a:lnTo>
                  <a:pt x="128968" y="378904"/>
                </a:lnTo>
                <a:lnTo>
                  <a:pt x="101941" y="394739"/>
                </a:lnTo>
                <a:lnTo>
                  <a:pt x="71628" y="408432"/>
                </a:lnTo>
                <a:close/>
              </a:path>
              <a:path w="396240" h="408939">
                <a:moveTo>
                  <a:pt x="347472" y="405384"/>
                </a:moveTo>
                <a:lnTo>
                  <a:pt x="315658" y="380047"/>
                </a:lnTo>
                <a:lnTo>
                  <a:pt x="284988" y="344424"/>
                </a:lnTo>
                <a:lnTo>
                  <a:pt x="258889" y="296799"/>
                </a:lnTo>
                <a:lnTo>
                  <a:pt x="240792" y="233172"/>
                </a:lnTo>
                <a:lnTo>
                  <a:pt x="249936" y="233172"/>
                </a:lnTo>
                <a:lnTo>
                  <a:pt x="261961" y="265199"/>
                </a:lnTo>
                <a:lnTo>
                  <a:pt x="275272" y="292798"/>
                </a:lnTo>
                <a:lnTo>
                  <a:pt x="306324" y="335280"/>
                </a:lnTo>
                <a:lnTo>
                  <a:pt x="343090" y="363093"/>
                </a:lnTo>
                <a:lnTo>
                  <a:pt x="385572" y="379476"/>
                </a:lnTo>
                <a:lnTo>
                  <a:pt x="385572" y="384048"/>
                </a:lnTo>
                <a:lnTo>
                  <a:pt x="372760" y="387167"/>
                </a:lnTo>
                <a:lnTo>
                  <a:pt x="361950" y="391858"/>
                </a:lnTo>
                <a:lnTo>
                  <a:pt x="353425" y="397978"/>
                </a:lnTo>
                <a:lnTo>
                  <a:pt x="347472" y="405384"/>
                </a:lnTo>
                <a:close/>
              </a:path>
              <a:path w="396240" h="408939">
                <a:moveTo>
                  <a:pt x="64008" y="371856"/>
                </a:moveTo>
                <a:lnTo>
                  <a:pt x="56388" y="371856"/>
                </a:lnTo>
                <a:lnTo>
                  <a:pt x="48768" y="368808"/>
                </a:lnTo>
                <a:lnTo>
                  <a:pt x="39072" y="341376"/>
                </a:lnTo>
                <a:lnTo>
                  <a:pt x="39624" y="332232"/>
                </a:lnTo>
                <a:lnTo>
                  <a:pt x="41659" y="322754"/>
                </a:lnTo>
                <a:lnTo>
                  <a:pt x="43243" y="312991"/>
                </a:lnTo>
                <a:lnTo>
                  <a:pt x="44553" y="302871"/>
                </a:lnTo>
                <a:lnTo>
                  <a:pt x="45719" y="292608"/>
                </a:lnTo>
                <a:lnTo>
                  <a:pt x="46267" y="283178"/>
                </a:lnTo>
                <a:lnTo>
                  <a:pt x="45529" y="275463"/>
                </a:lnTo>
                <a:lnTo>
                  <a:pt x="0" y="252984"/>
                </a:lnTo>
                <a:lnTo>
                  <a:pt x="0" y="243840"/>
                </a:lnTo>
                <a:lnTo>
                  <a:pt x="14335" y="244721"/>
                </a:lnTo>
                <a:lnTo>
                  <a:pt x="25527" y="245173"/>
                </a:lnTo>
                <a:lnTo>
                  <a:pt x="33861" y="245340"/>
                </a:lnTo>
                <a:lnTo>
                  <a:pt x="76858" y="245364"/>
                </a:lnTo>
                <a:lnTo>
                  <a:pt x="74104" y="255293"/>
                </a:lnTo>
                <a:lnTo>
                  <a:pt x="70104" y="280415"/>
                </a:lnTo>
                <a:lnTo>
                  <a:pt x="70160" y="296799"/>
                </a:lnTo>
                <a:lnTo>
                  <a:pt x="70485" y="312229"/>
                </a:lnTo>
                <a:lnTo>
                  <a:pt x="71389" y="327779"/>
                </a:lnTo>
                <a:lnTo>
                  <a:pt x="73152" y="342900"/>
                </a:lnTo>
                <a:lnTo>
                  <a:pt x="73437" y="355782"/>
                </a:lnTo>
                <a:lnTo>
                  <a:pt x="72009" y="364807"/>
                </a:lnTo>
                <a:lnTo>
                  <a:pt x="68865" y="370117"/>
                </a:lnTo>
                <a:lnTo>
                  <a:pt x="64008" y="37185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" name="object 31"/>
          <p:cNvSpPr/>
          <p:nvPr/>
        </p:nvSpPr>
        <p:spPr>
          <a:xfrm>
            <a:off x="7068311" y="3546347"/>
            <a:ext cx="325120" cy="398145"/>
          </a:xfrm>
          <a:custGeom>
            <a:avLst/>
            <a:gdLst/>
            <a:ahLst/>
            <a:cxnLst/>
            <a:rect l="l" t="t" r="r" b="b"/>
            <a:pathLst>
              <a:path w="325120" h="398145">
                <a:moveTo>
                  <a:pt x="74676" y="85344"/>
                </a:moveTo>
                <a:lnTo>
                  <a:pt x="68580" y="85344"/>
                </a:lnTo>
                <a:lnTo>
                  <a:pt x="64008" y="79248"/>
                </a:lnTo>
                <a:lnTo>
                  <a:pt x="62484" y="68580"/>
                </a:lnTo>
                <a:lnTo>
                  <a:pt x="56792" y="55125"/>
                </a:lnTo>
                <a:lnTo>
                  <a:pt x="48958" y="39814"/>
                </a:lnTo>
                <a:lnTo>
                  <a:pt x="39123" y="22502"/>
                </a:lnTo>
                <a:lnTo>
                  <a:pt x="27432" y="3048"/>
                </a:lnTo>
                <a:lnTo>
                  <a:pt x="32004" y="0"/>
                </a:lnTo>
                <a:lnTo>
                  <a:pt x="72080" y="24860"/>
                </a:lnTo>
                <a:lnTo>
                  <a:pt x="89916" y="47244"/>
                </a:lnTo>
                <a:lnTo>
                  <a:pt x="89916" y="59436"/>
                </a:lnTo>
                <a:lnTo>
                  <a:pt x="88392" y="65532"/>
                </a:lnTo>
                <a:lnTo>
                  <a:pt x="82296" y="73152"/>
                </a:lnTo>
                <a:lnTo>
                  <a:pt x="77724" y="80772"/>
                </a:lnTo>
                <a:lnTo>
                  <a:pt x="74676" y="85344"/>
                </a:lnTo>
                <a:close/>
              </a:path>
              <a:path w="325120" h="398145">
                <a:moveTo>
                  <a:pt x="146304" y="60960"/>
                </a:moveTo>
                <a:lnTo>
                  <a:pt x="129540" y="44196"/>
                </a:lnTo>
                <a:lnTo>
                  <a:pt x="280416" y="44196"/>
                </a:lnTo>
                <a:lnTo>
                  <a:pt x="295656" y="24384"/>
                </a:lnTo>
                <a:lnTo>
                  <a:pt x="324612" y="48768"/>
                </a:lnTo>
                <a:lnTo>
                  <a:pt x="317838" y="54864"/>
                </a:lnTo>
                <a:lnTo>
                  <a:pt x="187452" y="54864"/>
                </a:lnTo>
                <a:lnTo>
                  <a:pt x="176307" y="55173"/>
                </a:lnTo>
                <a:lnTo>
                  <a:pt x="165735" y="56197"/>
                </a:lnTo>
                <a:lnTo>
                  <a:pt x="155733" y="58078"/>
                </a:lnTo>
                <a:lnTo>
                  <a:pt x="146304" y="60960"/>
                </a:lnTo>
                <a:close/>
              </a:path>
              <a:path w="325120" h="398145">
                <a:moveTo>
                  <a:pt x="308358" y="352044"/>
                </a:moveTo>
                <a:lnTo>
                  <a:pt x="263652" y="352044"/>
                </a:lnTo>
                <a:lnTo>
                  <a:pt x="271891" y="352044"/>
                </a:lnTo>
                <a:lnTo>
                  <a:pt x="278130" y="349758"/>
                </a:lnTo>
                <a:lnTo>
                  <a:pt x="282082" y="345186"/>
                </a:lnTo>
                <a:lnTo>
                  <a:pt x="283464" y="338328"/>
                </a:lnTo>
                <a:lnTo>
                  <a:pt x="283464" y="54864"/>
                </a:lnTo>
                <a:lnTo>
                  <a:pt x="317838" y="54864"/>
                </a:lnTo>
                <a:lnTo>
                  <a:pt x="309372" y="62484"/>
                </a:lnTo>
                <a:lnTo>
                  <a:pt x="309270" y="345186"/>
                </a:lnTo>
                <a:lnTo>
                  <a:pt x="308358" y="352044"/>
                </a:lnTo>
                <a:close/>
              </a:path>
              <a:path w="325120" h="398145">
                <a:moveTo>
                  <a:pt x="0" y="397763"/>
                </a:moveTo>
                <a:lnTo>
                  <a:pt x="238" y="358354"/>
                </a:lnTo>
                <a:lnTo>
                  <a:pt x="1210" y="276439"/>
                </a:lnTo>
                <a:lnTo>
                  <a:pt x="1311" y="264604"/>
                </a:lnTo>
                <a:lnTo>
                  <a:pt x="1419" y="153804"/>
                </a:lnTo>
                <a:lnTo>
                  <a:pt x="1307" y="131064"/>
                </a:lnTo>
                <a:lnTo>
                  <a:pt x="881" y="100107"/>
                </a:lnTo>
                <a:lnTo>
                  <a:pt x="0" y="74676"/>
                </a:lnTo>
                <a:lnTo>
                  <a:pt x="42672" y="99060"/>
                </a:lnTo>
                <a:lnTo>
                  <a:pt x="27432" y="109728"/>
                </a:lnTo>
                <a:lnTo>
                  <a:pt x="27432" y="385572"/>
                </a:lnTo>
                <a:lnTo>
                  <a:pt x="0" y="397763"/>
                </a:lnTo>
                <a:close/>
              </a:path>
              <a:path w="325120" h="398145">
                <a:moveTo>
                  <a:pt x="238832" y="150876"/>
                </a:moveTo>
                <a:lnTo>
                  <a:pt x="201168" y="150876"/>
                </a:lnTo>
                <a:lnTo>
                  <a:pt x="213360" y="131064"/>
                </a:lnTo>
                <a:lnTo>
                  <a:pt x="238832" y="150876"/>
                </a:lnTo>
                <a:close/>
              </a:path>
              <a:path w="325120" h="398145">
                <a:moveTo>
                  <a:pt x="80772" y="307848"/>
                </a:moveTo>
                <a:lnTo>
                  <a:pt x="81653" y="282178"/>
                </a:lnTo>
                <a:lnTo>
                  <a:pt x="82105" y="257937"/>
                </a:lnTo>
                <a:lnTo>
                  <a:pt x="82198" y="245364"/>
                </a:lnTo>
                <a:lnTo>
                  <a:pt x="82272" y="194333"/>
                </a:lnTo>
                <a:lnTo>
                  <a:pt x="82090" y="173259"/>
                </a:lnTo>
                <a:lnTo>
                  <a:pt x="81653" y="153804"/>
                </a:lnTo>
                <a:lnTo>
                  <a:pt x="80772" y="134112"/>
                </a:lnTo>
                <a:lnTo>
                  <a:pt x="106680" y="150876"/>
                </a:lnTo>
                <a:lnTo>
                  <a:pt x="238832" y="150876"/>
                </a:lnTo>
                <a:lnTo>
                  <a:pt x="240792" y="152400"/>
                </a:lnTo>
                <a:lnTo>
                  <a:pt x="230505" y="161544"/>
                </a:lnTo>
                <a:lnTo>
                  <a:pt x="106680" y="161544"/>
                </a:lnTo>
                <a:lnTo>
                  <a:pt x="106680" y="263652"/>
                </a:lnTo>
                <a:lnTo>
                  <a:pt x="227251" y="263652"/>
                </a:lnTo>
                <a:lnTo>
                  <a:pt x="227266" y="264604"/>
                </a:lnTo>
                <a:lnTo>
                  <a:pt x="227637" y="274319"/>
                </a:lnTo>
                <a:lnTo>
                  <a:pt x="106680" y="274319"/>
                </a:lnTo>
                <a:lnTo>
                  <a:pt x="106680" y="297180"/>
                </a:lnTo>
                <a:lnTo>
                  <a:pt x="80772" y="307848"/>
                </a:lnTo>
                <a:close/>
              </a:path>
              <a:path w="325120" h="398145">
                <a:moveTo>
                  <a:pt x="227251" y="263652"/>
                </a:moveTo>
                <a:lnTo>
                  <a:pt x="202692" y="263652"/>
                </a:lnTo>
                <a:lnTo>
                  <a:pt x="202692" y="161544"/>
                </a:lnTo>
                <a:lnTo>
                  <a:pt x="230505" y="161544"/>
                </a:lnTo>
                <a:lnTo>
                  <a:pt x="227076" y="164592"/>
                </a:lnTo>
                <a:lnTo>
                  <a:pt x="227159" y="257937"/>
                </a:lnTo>
                <a:lnTo>
                  <a:pt x="227251" y="263652"/>
                </a:lnTo>
                <a:close/>
              </a:path>
              <a:path w="325120" h="398145">
                <a:moveTo>
                  <a:pt x="202692" y="300228"/>
                </a:moveTo>
                <a:lnTo>
                  <a:pt x="202692" y="274319"/>
                </a:lnTo>
                <a:lnTo>
                  <a:pt x="227637" y="274319"/>
                </a:lnTo>
                <a:lnTo>
                  <a:pt x="227718" y="276439"/>
                </a:lnTo>
                <a:lnTo>
                  <a:pt x="228600" y="289559"/>
                </a:lnTo>
                <a:lnTo>
                  <a:pt x="202692" y="300228"/>
                </a:lnTo>
                <a:close/>
              </a:path>
              <a:path w="325120" h="398145">
                <a:moveTo>
                  <a:pt x="265176" y="397763"/>
                </a:moveTo>
                <a:lnTo>
                  <a:pt x="261461" y="383143"/>
                </a:lnTo>
                <a:lnTo>
                  <a:pt x="250317" y="371094"/>
                </a:lnTo>
                <a:lnTo>
                  <a:pt x="231743" y="361330"/>
                </a:lnTo>
                <a:lnTo>
                  <a:pt x="205740" y="353568"/>
                </a:lnTo>
                <a:lnTo>
                  <a:pt x="205740" y="347472"/>
                </a:lnTo>
                <a:lnTo>
                  <a:pt x="239839" y="349758"/>
                </a:lnTo>
                <a:lnTo>
                  <a:pt x="253103" y="350901"/>
                </a:lnTo>
                <a:lnTo>
                  <a:pt x="263652" y="352044"/>
                </a:lnTo>
                <a:lnTo>
                  <a:pt x="308358" y="352044"/>
                </a:lnTo>
                <a:lnTo>
                  <a:pt x="306752" y="364116"/>
                </a:lnTo>
                <a:lnTo>
                  <a:pt x="298704" y="379666"/>
                </a:lnTo>
                <a:lnTo>
                  <a:pt x="284940" y="390929"/>
                </a:lnTo>
                <a:lnTo>
                  <a:pt x="265176" y="39776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" name="object 32"/>
          <p:cNvSpPr/>
          <p:nvPr/>
        </p:nvSpPr>
        <p:spPr>
          <a:xfrm>
            <a:off x="7463028" y="3552444"/>
            <a:ext cx="403860" cy="393700"/>
          </a:xfrm>
          <a:custGeom>
            <a:avLst/>
            <a:gdLst/>
            <a:ahLst/>
            <a:cxnLst/>
            <a:rect l="l" t="t" r="r" b="b"/>
            <a:pathLst>
              <a:path w="403859" h="393700">
                <a:moveTo>
                  <a:pt x="216408" y="36576"/>
                </a:moveTo>
                <a:lnTo>
                  <a:pt x="201168" y="21336"/>
                </a:lnTo>
                <a:lnTo>
                  <a:pt x="352044" y="21336"/>
                </a:lnTo>
                <a:lnTo>
                  <a:pt x="373380" y="0"/>
                </a:lnTo>
                <a:lnTo>
                  <a:pt x="400812" y="32004"/>
                </a:lnTo>
                <a:lnTo>
                  <a:pt x="259080" y="32004"/>
                </a:lnTo>
                <a:lnTo>
                  <a:pt x="247911" y="32289"/>
                </a:lnTo>
                <a:lnTo>
                  <a:pt x="237172" y="33147"/>
                </a:lnTo>
                <a:lnTo>
                  <a:pt x="226718" y="34575"/>
                </a:lnTo>
                <a:lnTo>
                  <a:pt x="216408" y="36576"/>
                </a:lnTo>
                <a:close/>
              </a:path>
              <a:path w="403859" h="393700">
                <a:moveTo>
                  <a:pt x="188322" y="19812"/>
                </a:moveTo>
                <a:lnTo>
                  <a:pt x="153924" y="19812"/>
                </a:lnTo>
                <a:lnTo>
                  <a:pt x="166116" y="1524"/>
                </a:lnTo>
                <a:lnTo>
                  <a:pt x="188322" y="19812"/>
                </a:lnTo>
                <a:close/>
              </a:path>
              <a:path w="403859" h="393700">
                <a:moveTo>
                  <a:pt x="51816" y="169164"/>
                </a:moveTo>
                <a:lnTo>
                  <a:pt x="52697" y="148566"/>
                </a:lnTo>
                <a:lnTo>
                  <a:pt x="53149" y="127825"/>
                </a:lnTo>
                <a:lnTo>
                  <a:pt x="53248" y="56007"/>
                </a:lnTo>
                <a:lnTo>
                  <a:pt x="53142" y="43719"/>
                </a:lnTo>
                <a:lnTo>
                  <a:pt x="52697" y="24693"/>
                </a:lnTo>
                <a:lnTo>
                  <a:pt x="51816" y="6096"/>
                </a:lnTo>
                <a:lnTo>
                  <a:pt x="76200" y="19812"/>
                </a:lnTo>
                <a:lnTo>
                  <a:pt x="188322" y="19812"/>
                </a:lnTo>
                <a:lnTo>
                  <a:pt x="192024" y="22860"/>
                </a:lnTo>
                <a:lnTo>
                  <a:pt x="183315" y="30480"/>
                </a:lnTo>
                <a:lnTo>
                  <a:pt x="76200" y="30480"/>
                </a:lnTo>
                <a:lnTo>
                  <a:pt x="76200" y="80772"/>
                </a:lnTo>
                <a:lnTo>
                  <a:pt x="180228" y="80772"/>
                </a:lnTo>
                <a:lnTo>
                  <a:pt x="180400" y="91440"/>
                </a:lnTo>
                <a:lnTo>
                  <a:pt x="76200" y="91440"/>
                </a:lnTo>
                <a:lnTo>
                  <a:pt x="76200" y="140208"/>
                </a:lnTo>
                <a:lnTo>
                  <a:pt x="181213" y="140208"/>
                </a:lnTo>
                <a:lnTo>
                  <a:pt x="181308" y="149352"/>
                </a:lnTo>
                <a:lnTo>
                  <a:pt x="76200" y="149352"/>
                </a:lnTo>
                <a:lnTo>
                  <a:pt x="76200" y="160020"/>
                </a:lnTo>
                <a:lnTo>
                  <a:pt x="51816" y="169164"/>
                </a:lnTo>
                <a:close/>
              </a:path>
              <a:path w="403859" h="393700">
                <a:moveTo>
                  <a:pt x="180228" y="80772"/>
                </a:moveTo>
                <a:lnTo>
                  <a:pt x="156972" y="80772"/>
                </a:lnTo>
                <a:lnTo>
                  <a:pt x="156972" y="30480"/>
                </a:lnTo>
                <a:lnTo>
                  <a:pt x="183315" y="30480"/>
                </a:lnTo>
                <a:lnTo>
                  <a:pt x="179832" y="33528"/>
                </a:lnTo>
                <a:lnTo>
                  <a:pt x="180070" y="70985"/>
                </a:lnTo>
                <a:lnTo>
                  <a:pt x="180228" y="80772"/>
                </a:lnTo>
                <a:close/>
              </a:path>
              <a:path w="403859" h="393700">
                <a:moveTo>
                  <a:pt x="278892" y="82296"/>
                </a:moveTo>
                <a:lnTo>
                  <a:pt x="269748" y="82296"/>
                </a:lnTo>
                <a:lnTo>
                  <a:pt x="272948" y="68580"/>
                </a:lnTo>
                <a:lnTo>
                  <a:pt x="275463" y="56007"/>
                </a:lnTo>
                <a:lnTo>
                  <a:pt x="277463" y="43719"/>
                </a:lnTo>
                <a:lnTo>
                  <a:pt x="278892" y="32004"/>
                </a:lnTo>
                <a:lnTo>
                  <a:pt x="309372" y="32004"/>
                </a:lnTo>
                <a:lnTo>
                  <a:pt x="304823" y="38576"/>
                </a:lnTo>
                <a:lnTo>
                  <a:pt x="298132" y="49149"/>
                </a:lnTo>
                <a:lnTo>
                  <a:pt x="289440" y="63722"/>
                </a:lnTo>
                <a:lnTo>
                  <a:pt x="278892" y="82296"/>
                </a:lnTo>
                <a:close/>
              </a:path>
              <a:path w="403859" h="393700">
                <a:moveTo>
                  <a:pt x="379730" y="82296"/>
                </a:moveTo>
                <a:lnTo>
                  <a:pt x="345948" y="82296"/>
                </a:lnTo>
                <a:lnTo>
                  <a:pt x="358140" y="67056"/>
                </a:lnTo>
                <a:lnTo>
                  <a:pt x="379730" y="82296"/>
                </a:lnTo>
                <a:close/>
              </a:path>
              <a:path w="403859" h="393700">
                <a:moveTo>
                  <a:pt x="224028" y="251460"/>
                </a:moveTo>
                <a:lnTo>
                  <a:pt x="224266" y="232052"/>
                </a:lnTo>
                <a:lnTo>
                  <a:pt x="225313" y="186951"/>
                </a:lnTo>
                <a:lnTo>
                  <a:pt x="225438" y="149352"/>
                </a:lnTo>
                <a:lnTo>
                  <a:pt x="225325" y="137160"/>
                </a:lnTo>
                <a:lnTo>
                  <a:pt x="224266" y="89106"/>
                </a:lnTo>
                <a:lnTo>
                  <a:pt x="224028" y="68580"/>
                </a:lnTo>
                <a:lnTo>
                  <a:pt x="248412" y="82296"/>
                </a:lnTo>
                <a:lnTo>
                  <a:pt x="379730" y="82296"/>
                </a:lnTo>
                <a:lnTo>
                  <a:pt x="384048" y="85344"/>
                </a:lnTo>
                <a:lnTo>
                  <a:pt x="375339" y="92964"/>
                </a:lnTo>
                <a:lnTo>
                  <a:pt x="248412" y="92964"/>
                </a:lnTo>
                <a:lnTo>
                  <a:pt x="248412" y="236220"/>
                </a:lnTo>
                <a:lnTo>
                  <a:pt x="224028" y="251460"/>
                </a:lnTo>
                <a:close/>
              </a:path>
              <a:path w="403859" h="393700">
                <a:moveTo>
                  <a:pt x="181213" y="140208"/>
                </a:moveTo>
                <a:lnTo>
                  <a:pt x="156972" y="140208"/>
                </a:lnTo>
                <a:lnTo>
                  <a:pt x="156972" y="91440"/>
                </a:lnTo>
                <a:lnTo>
                  <a:pt x="180400" y="91440"/>
                </a:lnTo>
                <a:lnTo>
                  <a:pt x="180749" y="111633"/>
                </a:lnTo>
                <a:lnTo>
                  <a:pt x="181056" y="127825"/>
                </a:lnTo>
                <a:lnTo>
                  <a:pt x="181213" y="140208"/>
                </a:lnTo>
                <a:close/>
              </a:path>
              <a:path w="403859" h="393700">
                <a:moveTo>
                  <a:pt x="348996" y="245363"/>
                </a:moveTo>
                <a:lnTo>
                  <a:pt x="348996" y="92964"/>
                </a:lnTo>
                <a:lnTo>
                  <a:pt x="375339" y="92964"/>
                </a:lnTo>
                <a:lnTo>
                  <a:pt x="371856" y="96012"/>
                </a:lnTo>
                <a:lnTo>
                  <a:pt x="371899" y="189809"/>
                </a:lnTo>
                <a:lnTo>
                  <a:pt x="372021" y="198429"/>
                </a:lnTo>
                <a:lnTo>
                  <a:pt x="372080" y="201334"/>
                </a:lnTo>
                <a:lnTo>
                  <a:pt x="372498" y="215193"/>
                </a:lnTo>
                <a:lnTo>
                  <a:pt x="373380" y="233172"/>
                </a:lnTo>
                <a:lnTo>
                  <a:pt x="348996" y="245363"/>
                </a:lnTo>
                <a:close/>
              </a:path>
              <a:path w="403859" h="393700">
                <a:moveTo>
                  <a:pt x="190500" y="345948"/>
                </a:moveTo>
                <a:lnTo>
                  <a:pt x="187452" y="341376"/>
                </a:lnTo>
                <a:lnTo>
                  <a:pt x="211502" y="327398"/>
                </a:lnTo>
                <a:lnTo>
                  <a:pt x="231267" y="312991"/>
                </a:lnTo>
                <a:lnTo>
                  <a:pt x="259080" y="283463"/>
                </a:lnTo>
                <a:lnTo>
                  <a:pt x="279654" y="232457"/>
                </a:lnTo>
                <a:lnTo>
                  <a:pt x="282797" y="189809"/>
                </a:lnTo>
                <a:lnTo>
                  <a:pt x="283016" y="161544"/>
                </a:lnTo>
                <a:lnTo>
                  <a:pt x="282797" y="143470"/>
                </a:lnTo>
                <a:lnTo>
                  <a:pt x="281940" y="118872"/>
                </a:lnTo>
                <a:lnTo>
                  <a:pt x="321564" y="137160"/>
                </a:lnTo>
                <a:lnTo>
                  <a:pt x="306324" y="149352"/>
                </a:lnTo>
                <a:lnTo>
                  <a:pt x="305990" y="183308"/>
                </a:lnTo>
                <a:lnTo>
                  <a:pt x="304800" y="211836"/>
                </a:lnTo>
                <a:lnTo>
                  <a:pt x="298704" y="251460"/>
                </a:lnTo>
                <a:lnTo>
                  <a:pt x="276629" y="292179"/>
                </a:lnTo>
                <a:lnTo>
                  <a:pt x="233553" y="327088"/>
                </a:lnTo>
                <a:lnTo>
                  <a:pt x="213312" y="337161"/>
                </a:lnTo>
                <a:lnTo>
                  <a:pt x="190500" y="345948"/>
                </a:lnTo>
                <a:close/>
              </a:path>
              <a:path w="403859" h="393700">
                <a:moveTo>
                  <a:pt x="156972" y="166116"/>
                </a:moveTo>
                <a:lnTo>
                  <a:pt x="156972" y="149352"/>
                </a:lnTo>
                <a:lnTo>
                  <a:pt x="181308" y="149352"/>
                </a:lnTo>
                <a:lnTo>
                  <a:pt x="181356" y="153924"/>
                </a:lnTo>
                <a:lnTo>
                  <a:pt x="156972" y="166116"/>
                </a:lnTo>
                <a:close/>
              </a:path>
              <a:path w="403859" h="393700">
                <a:moveTo>
                  <a:pt x="28956" y="204216"/>
                </a:moveTo>
                <a:lnTo>
                  <a:pt x="13716" y="187452"/>
                </a:lnTo>
                <a:lnTo>
                  <a:pt x="166116" y="187452"/>
                </a:lnTo>
                <a:lnTo>
                  <a:pt x="187452" y="167640"/>
                </a:lnTo>
                <a:lnTo>
                  <a:pt x="214884" y="198120"/>
                </a:lnTo>
                <a:lnTo>
                  <a:pt x="70104" y="198120"/>
                </a:lnTo>
                <a:lnTo>
                  <a:pt x="59602" y="198429"/>
                </a:lnTo>
                <a:lnTo>
                  <a:pt x="48958" y="199453"/>
                </a:lnTo>
                <a:lnTo>
                  <a:pt x="38600" y="201334"/>
                </a:lnTo>
                <a:lnTo>
                  <a:pt x="28956" y="204216"/>
                </a:lnTo>
                <a:close/>
              </a:path>
              <a:path w="403859" h="393700">
                <a:moveTo>
                  <a:pt x="129540" y="330708"/>
                </a:moveTo>
                <a:lnTo>
                  <a:pt x="106680" y="330708"/>
                </a:lnTo>
                <a:lnTo>
                  <a:pt x="106680" y="198120"/>
                </a:lnTo>
                <a:lnTo>
                  <a:pt x="129540" y="198120"/>
                </a:lnTo>
                <a:lnTo>
                  <a:pt x="129540" y="259080"/>
                </a:lnTo>
                <a:lnTo>
                  <a:pt x="197718" y="259080"/>
                </a:lnTo>
                <a:lnTo>
                  <a:pt x="207264" y="269748"/>
                </a:lnTo>
                <a:lnTo>
                  <a:pt x="129540" y="269748"/>
                </a:lnTo>
                <a:lnTo>
                  <a:pt x="129540" y="330708"/>
                </a:lnTo>
                <a:close/>
              </a:path>
              <a:path w="403859" h="393700">
                <a:moveTo>
                  <a:pt x="4572" y="393192"/>
                </a:moveTo>
                <a:lnTo>
                  <a:pt x="0" y="390143"/>
                </a:lnTo>
                <a:lnTo>
                  <a:pt x="9715" y="370998"/>
                </a:lnTo>
                <a:lnTo>
                  <a:pt x="18288" y="350139"/>
                </a:lnTo>
                <a:lnTo>
                  <a:pt x="32004" y="303275"/>
                </a:lnTo>
                <a:lnTo>
                  <a:pt x="40386" y="256984"/>
                </a:lnTo>
                <a:lnTo>
                  <a:pt x="44196" y="216408"/>
                </a:lnTo>
                <a:lnTo>
                  <a:pt x="79248" y="233172"/>
                </a:lnTo>
                <a:lnTo>
                  <a:pt x="72699" y="238291"/>
                </a:lnTo>
                <a:lnTo>
                  <a:pt x="66865" y="248983"/>
                </a:lnTo>
                <a:lnTo>
                  <a:pt x="61888" y="265104"/>
                </a:lnTo>
                <a:lnTo>
                  <a:pt x="57912" y="286511"/>
                </a:lnTo>
                <a:lnTo>
                  <a:pt x="67150" y="297180"/>
                </a:lnTo>
                <a:lnTo>
                  <a:pt x="54864" y="297180"/>
                </a:lnTo>
                <a:lnTo>
                  <a:pt x="44005" y="327183"/>
                </a:lnTo>
                <a:lnTo>
                  <a:pt x="32004" y="353187"/>
                </a:lnTo>
                <a:lnTo>
                  <a:pt x="18859" y="375189"/>
                </a:lnTo>
                <a:lnTo>
                  <a:pt x="4572" y="393192"/>
                </a:lnTo>
                <a:close/>
              </a:path>
              <a:path w="403859" h="393700">
                <a:moveTo>
                  <a:pt x="197718" y="259080"/>
                </a:moveTo>
                <a:lnTo>
                  <a:pt x="163068" y="259080"/>
                </a:lnTo>
                <a:lnTo>
                  <a:pt x="181356" y="240792"/>
                </a:lnTo>
                <a:lnTo>
                  <a:pt x="197718" y="259080"/>
                </a:lnTo>
                <a:close/>
              </a:path>
              <a:path w="403859" h="393700">
                <a:moveTo>
                  <a:pt x="379476" y="333756"/>
                </a:moveTo>
                <a:lnTo>
                  <a:pt x="374904" y="333756"/>
                </a:lnTo>
                <a:lnTo>
                  <a:pt x="370332" y="327660"/>
                </a:lnTo>
                <a:lnTo>
                  <a:pt x="364236" y="316992"/>
                </a:lnTo>
                <a:lnTo>
                  <a:pt x="355353" y="303799"/>
                </a:lnTo>
                <a:lnTo>
                  <a:pt x="342328" y="289179"/>
                </a:lnTo>
                <a:lnTo>
                  <a:pt x="325016" y="272843"/>
                </a:lnTo>
                <a:lnTo>
                  <a:pt x="303276" y="254508"/>
                </a:lnTo>
                <a:lnTo>
                  <a:pt x="306324" y="248411"/>
                </a:lnTo>
                <a:lnTo>
                  <a:pt x="359092" y="274891"/>
                </a:lnTo>
                <a:lnTo>
                  <a:pt x="387096" y="303275"/>
                </a:lnTo>
                <a:lnTo>
                  <a:pt x="387096" y="312420"/>
                </a:lnTo>
                <a:lnTo>
                  <a:pt x="384048" y="324612"/>
                </a:lnTo>
                <a:lnTo>
                  <a:pt x="379476" y="333756"/>
                </a:lnTo>
                <a:close/>
              </a:path>
              <a:path w="403859" h="393700">
                <a:moveTo>
                  <a:pt x="304133" y="381309"/>
                </a:moveTo>
                <a:lnTo>
                  <a:pt x="249555" y="380047"/>
                </a:lnTo>
                <a:lnTo>
                  <a:pt x="208121" y="377356"/>
                </a:lnTo>
                <a:lnTo>
                  <a:pt x="158353" y="369379"/>
                </a:lnTo>
                <a:lnTo>
                  <a:pt x="108204" y="350519"/>
                </a:lnTo>
                <a:lnTo>
                  <a:pt x="68556" y="315158"/>
                </a:lnTo>
                <a:lnTo>
                  <a:pt x="54864" y="297180"/>
                </a:lnTo>
                <a:lnTo>
                  <a:pt x="67150" y="297180"/>
                </a:lnTo>
                <a:lnTo>
                  <a:pt x="68532" y="298775"/>
                </a:lnTo>
                <a:lnTo>
                  <a:pt x="80010" y="310324"/>
                </a:lnTo>
                <a:lnTo>
                  <a:pt x="92630" y="321016"/>
                </a:lnTo>
                <a:lnTo>
                  <a:pt x="106680" y="330708"/>
                </a:lnTo>
                <a:lnTo>
                  <a:pt x="129540" y="330708"/>
                </a:lnTo>
                <a:lnTo>
                  <a:pt x="129540" y="338328"/>
                </a:lnTo>
                <a:lnTo>
                  <a:pt x="176403" y="349376"/>
                </a:lnTo>
                <a:lnTo>
                  <a:pt x="248412" y="353567"/>
                </a:lnTo>
                <a:lnTo>
                  <a:pt x="403137" y="353877"/>
                </a:lnTo>
                <a:lnTo>
                  <a:pt x="389858" y="359568"/>
                </a:lnTo>
                <a:lnTo>
                  <a:pt x="379857" y="366141"/>
                </a:lnTo>
                <a:lnTo>
                  <a:pt x="373856" y="373284"/>
                </a:lnTo>
                <a:lnTo>
                  <a:pt x="371856" y="381000"/>
                </a:lnTo>
                <a:lnTo>
                  <a:pt x="304133" y="381309"/>
                </a:lnTo>
                <a:close/>
              </a:path>
              <a:path w="403859" h="393700">
                <a:moveTo>
                  <a:pt x="403137" y="353877"/>
                </a:moveTo>
                <a:lnTo>
                  <a:pt x="289845" y="353877"/>
                </a:lnTo>
                <a:lnTo>
                  <a:pt x="329565" y="352615"/>
                </a:lnTo>
                <a:lnTo>
                  <a:pt x="367569" y="349924"/>
                </a:lnTo>
                <a:lnTo>
                  <a:pt x="403860" y="345948"/>
                </a:lnTo>
                <a:lnTo>
                  <a:pt x="403860" y="353567"/>
                </a:lnTo>
                <a:lnTo>
                  <a:pt x="403137" y="35387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" name="object 33"/>
          <p:cNvSpPr/>
          <p:nvPr/>
        </p:nvSpPr>
        <p:spPr>
          <a:xfrm>
            <a:off x="1751075" y="4373880"/>
            <a:ext cx="155575" cy="155575"/>
          </a:xfrm>
          <a:custGeom>
            <a:avLst/>
            <a:gdLst/>
            <a:ahLst/>
            <a:cxnLst/>
            <a:rect l="l" t="t" r="r" b="b"/>
            <a:pathLst>
              <a:path w="155575" h="155575">
                <a:moveTo>
                  <a:pt x="155448" y="155447"/>
                </a:moveTo>
                <a:lnTo>
                  <a:pt x="0" y="155447"/>
                </a:lnTo>
                <a:lnTo>
                  <a:pt x="0" y="0"/>
                </a:lnTo>
                <a:lnTo>
                  <a:pt x="155448" y="0"/>
                </a:lnTo>
                <a:lnTo>
                  <a:pt x="155448" y="155447"/>
                </a:lnTo>
                <a:close/>
              </a:path>
            </a:pathLst>
          </a:custGeom>
          <a:solidFill>
            <a:srgbClr val="3333C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" name="object 34"/>
          <p:cNvSpPr/>
          <p:nvPr/>
        </p:nvSpPr>
        <p:spPr>
          <a:xfrm>
            <a:off x="2129028" y="4181855"/>
            <a:ext cx="1740535" cy="411480"/>
          </a:xfrm>
          <a:custGeom>
            <a:avLst/>
            <a:gdLst/>
            <a:ahLst/>
            <a:cxnLst/>
            <a:rect l="l" t="t" r="r" b="b"/>
            <a:pathLst>
              <a:path w="1740535" h="411479">
                <a:moveTo>
                  <a:pt x="175260" y="41160"/>
                </a:moveTo>
                <a:lnTo>
                  <a:pt x="140208" y="15252"/>
                </a:lnTo>
                <a:lnTo>
                  <a:pt x="126822" y="48602"/>
                </a:lnTo>
                <a:lnTo>
                  <a:pt x="112014" y="79832"/>
                </a:lnTo>
                <a:lnTo>
                  <a:pt x="79248" y="134124"/>
                </a:lnTo>
                <a:lnTo>
                  <a:pt x="42481" y="180987"/>
                </a:lnTo>
                <a:lnTo>
                  <a:pt x="0" y="220992"/>
                </a:lnTo>
                <a:lnTo>
                  <a:pt x="3048" y="225564"/>
                </a:lnTo>
                <a:lnTo>
                  <a:pt x="53340" y="190322"/>
                </a:lnTo>
                <a:lnTo>
                  <a:pt x="94488" y="149364"/>
                </a:lnTo>
                <a:lnTo>
                  <a:pt x="128968" y="102692"/>
                </a:lnTo>
                <a:lnTo>
                  <a:pt x="160020" y="50304"/>
                </a:lnTo>
                <a:lnTo>
                  <a:pt x="175260" y="41160"/>
                </a:lnTo>
                <a:close/>
              </a:path>
              <a:path w="1740535" h="411479">
                <a:moveTo>
                  <a:pt x="312420" y="190512"/>
                </a:moveTo>
                <a:lnTo>
                  <a:pt x="288036" y="166128"/>
                </a:lnTo>
                <a:lnTo>
                  <a:pt x="271272" y="184416"/>
                </a:lnTo>
                <a:lnTo>
                  <a:pt x="73152" y="184416"/>
                </a:lnTo>
                <a:lnTo>
                  <a:pt x="86868" y="198132"/>
                </a:lnTo>
                <a:lnTo>
                  <a:pt x="102108" y="195084"/>
                </a:lnTo>
                <a:lnTo>
                  <a:pt x="155448" y="195084"/>
                </a:lnTo>
                <a:lnTo>
                  <a:pt x="145161" y="252044"/>
                </a:lnTo>
                <a:lnTo>
                  <a:pt x="123444" y="307860"/>
                </a:lnTo>
                <a:lnTo>
                  <a:pt x="84582" y="359105"/>
                </a:lnTo>
                <a:lnTo>
                  <a:pt x="18288" y="402348"/>
                </a:lnTo>
                <a:lnTo>
                  <a:pt x="22860" y="409968"/>
                </a:lnTo>
                <a:lnTo>
                  <a:pt x="63068" y="389915"/>
                </a:lnTo>
                <a:lnTo>
                  <a:pt x="96583" y="368439"/>
                </a:lnTo>
                <a:lnTo>
                  <a:pt x="141732" y="320052"/>
                </a:lnTo>
                <a:lnTo>
                  <a:pt x="168211" y="263283"/>
                </a:lnTo>
                <a:lnTo>
                  <a:pt x="184404" y="195084"/>
                </a:lnTo>
                <a:lnTo>
                  <a:pt x="274320" y="195084"/>
                </a:lnTo>
                <a:lnTo>
                  <a:pt x="270891" y="254469"/>
                </a:lnTo>
                <a:lnTo>
                  <a:pt x="267462" y="299859"/>
                </a:lnTo>
                <a:lnTo>
                  <a:pt x="260604" y="347484"/>
                </a:lnTo>
                <a:lnTo>
                  <a:pt x="240792" y="367296"/>
                </a:lnTo>
                <a:lnTo>
                  <a:pt x="232194" y="366979"/>
                </a:lnTo>
                <a:lnTo>
                  <a:pt x="220027" y="365963"/>
                </a:lnTo>
                <a:lnTo>
                  <a:pt x="204139" y="364070"/>
                </a:lnTo>
                <a:lnTo>
                  <a:pt x="184404" y="361200"/>
                </a:lnTo>
                <a:lnTo>
                  <a:pt x="184404" y="368820"/>
                </a:lnTo>
                <a:lnTo>
                  <a:pt x="203593" y="375653"/>
                </a:lnTo>
                <a:lnTo>
                  <a:pt x="217932" y="384632"/>
                </a:lnTo>
                <a:lnTo>
                  <a:pt x="227685" y="395605"/>
                </a:lnTo>
                <a:lnTo>
                  <a:pt x="233172" y="408444"/>
                </a:lnTo>
                <a:lnTo>
                  <a:pt x="248932" y="400939"/>
                </a:lnTo>
                <a:lnTo>
                  <a:pt x="281940" y="367296"/>
                </a:lnTo>
                <a:lnTo>
                  <a:pt x="292608" y="311099"/>
                </a:lnTo>
                <a:lnTo>
                  <a:pt x="296049" y="263283"/>
                </a:lnTo>
                <a:lnTo>
                  <a:pt x="298704" y="201180"/>
                </a:lnTo>
                <a:lnTo>
                  <a:pt x="306539" y="195084"/>
                </a:lnTo>
                <a:lnTo>
                  <a:pt x="312420" y="190512"/>
                </a:lnTo>
                <a:close/>
              </a:path>
              <a:path w="1740535" h="411479">
                <a:moveTo>
                  <a:pt x="402336" y="184416"/>
                </a:moveTo>
                <a:lnTo>
                  <a:pt x="355473" y="168224"/>
                </a:lnTo>
                <a:lnTo>
                  <a:pt x="310896" y="137172"/>
                </a:lnTo>
                <a:lnTo>
                  <a:pt x="273367" y="91071"/>
                </a:lnTo>
                <a:lnTo>
                  <a:pt x="248412" y="28968"/>
                </a:lnTo>
                <a:lnTo>
                  <a:pt x="262128" y="19824"/>
                </a:lnTo>
                <a:lnTo>
                  <a:pt x="228600" y="6108"/>
                </a:lnTo>
                <a:lnTo>
                  <a:pt x="247078" y="71640"/>
                </a:lnTo>
                <a:lnTo>
                  <a:pt x="275844" y="128028"/>
                </a:lnTo>
                <a:lnTo>
                  <a:pt x="314515" y="175082"/>
                </a:lnTo>
                <a:lnTo>
                  <a:pt x="365760" y="211848"/>
                </a:lnTo>
                <a:lnTo>
                  <a:pt x="372325" y="203555"/>
                </a:lnTo>
                <a:lnTo>
                  <a:pt x="380619" y="196989"/>
                </a:lnTo>
                <a:lnTo>
                  <a:pt x="390613" y="192125"/>
                </a:lnTo>
                <a:lnTo>
                  <a:pt x="402336" y="188988"/>
                </a:lnTo>
                <a:lnTo>
                  <a:pt x="402336" y="184416"/>
                </a:lnTo>
                <a:close/>
              </a:path>
              <a:path w="1740535" h="411479">
                <a:moveTo>
                  <a:pt x="612648" y="115836"/>
                </a:moveTo>
                <a:lnTo>
                  <a:pt x="583692" y="86880"/>
                </a:lnTo>
                <a:lnTo>
                  <a:pt x="563880" y="105156"/>
                </a:lnTo>
                <a:lnTo>
                  <a:pt x="539496" y="105156"/>
                </a:lnTo>
                <a:lnTo>
                  <a:pt x="539496" y="32004"/>
                </a:lnTo>
                <a:lnTo>
                  <a:pt x="554736" y="19824"/>
                </a:lnTo>
                <a:lnTo>
                  <a:pt x="513588" y="1524"/>
                </a:lnTo>
                <a:lnTo>
                  <a:pt x="514845" y="44678"/>
                </a:lnTo>
                <a:lnTo>
                  <a:pt x="515112" y="105156"/>
                </a:lnTo>
                <a:lnTo>
                  <a:pt x="443484" y="105156"/>
                </a:lnTo>
                <a:lnTo>
                  <a:pt x="457200" y="118872"/>
                </a:lnTo>
                <a:lnTo>
                  <a:pt x="472440" y="115836"/>
                </a:lnTo>
                <a:lnTo>
                  <a:pt x="515112" y="115836"/>
                </a:lnTo>
                <a:lnTo>
                  <a:pt x="503085" y="167906"/>
                </a:lnTo>
                <a:lnTo>
                  <a:pt x="487489" y="216979"/>
                </a:lnTo>
                <a:lnTo>
                  <a:pt x="468172" y="263486"/>
                </a:lnTo>
                <a:lnTo>
                  <a:pt x="445008" y="307860"/>
                </a:lnTo>
                <a:lnTo>
                  <a:pt x="449580" y="310908"/>
                </a:lnTo>
                <a:lnTo>
                  <a:pt x="469023" y="285165"/>
                </a:lnTo>
                <a:lnTo>
                  <a:pt x="486346" y="258127"/>
                </a:lnTo>
                <a:lnTo>
                  <a:pt x="501650" y="229679"/>
                </a:lnTo>
                <a:lnTo>
                  <a:pt x="515112" y="199656"/>
                </a:lnTo>
                <a:lnTo>
                  <a:pt x="515010" y="285165"/>
                </a:lnTo>
                <a:lnTo>
                  <a:pt x="514883" y="318338"/>
                </a:lnTo>
                <a:lnTo>
                  <a:pt x="514464" y="365201"/>
                </a:lnTo>
                <a:lnTo>
                  <a:pt x="513588" y="409968"/>
                </a:lnTo>
                <a:lnTo>
                  <a:pt x="542544" y="399300"/>
                </a:lnTo>
                <a:lnTo>
                  <a:pt x="540461" y="319481"/>
                </a:lnTo>
                <a:lnTo>
                  <a:pt x="539826" y="259943"/>
                </a:lnTo>
                <a:lnTo>
                  <a:pt x="539572" y="199656"/>
                </a:lnTo>
                <a:lnTo>
                  <a:pt x="539496" y="172224"/>
                </a:lnTo>
                <a:lnTo>
                  <a:pt x="551827" y="186550"/>
                </a:lnTo>
                <a:lnTo>
                  <a:pt x="561594" y="200037"/>
                </a:lnTo>
                <a:lnTo>
                  <a:pt x="569061" y="212940"/>
                </a:lnTo>
                <a:lnTo>
                  <a:pt x="574548" y="225552"/>
                </a:lnTo>
                <a:lnTo>
                  <a:pt x="579120" y="236232"/>
                </a:lnTo>
                <a:lnTo>
                  <a:pt x="582168" y="240792"/>
                </a:lnTo>
                <a:lnTo>
                  <a:pt x="588264" y="240792"/>
                </a:lnTo>
                <a:lnTo>
                  <a:pt x="591312" y="237756"/>
                </a:lnTo>
                <a:lnTo>
                  <a:pt x="594360" y="230136"/>
                </a:lnTo>
                <a:lnTo>
                  <a:pt x="598932" y="222504"/>
                </a:lnTo>
                <a:lnTo>
                  <a:pt x="600456" y="216420"/>
                </a:lnTo>
                <a:lnTo>
                  <a:pt x="600456" y="205740"/>
                </a:lnTo>
                <a:lnTo>
                  <a:pt x="559803" y="172224"/>
                </a:lnTo>
                <a:lnTo>
                  <a:pt x="558088" y="171246"/>
                </a:lnTo>
                <a:lnTo>
                  <a:pt x="539496" y="161544"/>
                </a:lnTo>
                <a:lnTo>
                  <a:pt x="539496" y="115836"/>
                </a:lnTo>
                <a:lnTo>
                  <a:pt x="612648" y="115836"/>
                </a:lnTo>
                <a:close/>
              </a:path>
              <a:path w="1740535" h="411479">
                <a:moveTo>
                  <a:pt x="847344" y="167640"/>
                </a:moveTo>
                <a:lnTo>
                  <a:pt x="838200" y="158496"/>
                </a:lnTo>
                <a:lnTo>
                  <a:pt x="816864" y="137160"/>
                </a:lnTo>
                <a:lnTo>
                  <a:pt x="795528" y="158496"/>
                </a:lnTo>
                <a:lnTo>
                  <a:pt x="658368" y="158496"/>
                </a:lnTo>
                <a:lnTo>
                  <a:pt x="658368" y="54876"/>
                </a:lnTo>
                <a:lnTo>
                  <a:pt x="726795" y="47256"/>
                </a:lnTo>
                <a:lnTo>
                  <a:pt x="770382" y="42672"/>
                </a:lnTo>
                <a:lnTo>
                  <a:pt x="804100" y="39865"/>
                </a:lnTo>
                <a:lnTo>
                  <a:pt x="822960" y="39624"/>
                </a:lnTo>
                <a:lnTo>
                  <a:pt x="794004" y="9156"/>
                </a:lnTo>
                <a:lnTo>
                  <a:pt x="748563" y="28435"/>
                </a:lnTo>
                <a:lnTo>
                  <a:pt x="710222" y="37820"/>
                </a:lnTo>
                <a:lnTo>
                  <a:pt x="658368" y="47256"/>
                </a:lnTo>
                <a:lnTo>
                  <a:pt x="632460" y="28956"/>
                </a:lnTo>
                <a:lnTo>
                  <a:pt x="633336" y="61874"/>
                </a:lnTo>
                <a:lnTo>
                  <a:pt x="633793" y="96774"/>
                </a:lnTo>
                <a:lnTo>
                  <a:pt x="633882" y="118872"/>
                </a:lnTo>
                <a:lnTo>
                  <a:pt x="633844" y="179641"/>
                </a:lnTo>
                <a:lnTo>
                  <a:pt x="630364" y="248234"/>
                </a:lnTo>
                <a:lnTo>
                  <a:pt x="618744" y="303288"/>
                </a:lnTo>
                <a:lnTo>
                  <a:pt x="595693" y="352247"/>
                </a:lnTo>
                <a:lnTo>
                  <a:pt x="557784" y="402348"/>
                </a:lnTo>
                <a:lnTo>
                  <a:pt x="560832" y="408444"/>
                </a:lnTo>
                <a:lnTo>
                  <a:pt x="611314" y="358343"/>
                </a:lnTo>
                <a:lnTo>
                  <a:pt x="640080" y="309384"/>
                </a:lnTo>
                <a:lnTo>
                  <a:pt x="653796" y="249377"/>
                </a:lnTo>
                <a:lnTo>
                  <a:pt x="658368" y="167640"/>
                </a:lnTo>
                <a:lnTo>
                  <a:pt x="743712" y="167640"/>
                </a:lnTo>
                <a:lnTo>
                  <a:pt x="743585" y="213487"/>
                </a:lnTo>
                <a:lnTo>
                  <a:pt x="743458" y="240792"/>
                </a:lnTo>
                <a:lnTo>
                  <a:pt x="743204" y="278117"/>
                </a:lnTo>
                <a:lnTo>
                  <a:pt x="742403" y="365201"/>
                </a:lnTo>
                <a:lnTo>
                  <a:pt x="742289" y="383311"/>
                </a:lnTo>
                <a:lnTo>
                  <a:pt x="742188" y="406920"/>
                </a:lnTo>
                <a:lnTo>
                  <a:pt x="769620" y="393204"/>
                </a:lnTo>
                <a:lnTo>
                  <a:pt x="768731" y="365201"/>
                </a:lnTo>
                <a:lnTo>
                  <a:pt x="768286" y="340626"/>
                </a:lnTo>
                <a:lnTo>
                  <a:pt x="768172" y="327545"/>
                </a:lnTo>
                <a:lnTo>
                  <a:pt x="768096" y="167640"/>
                </a:lnTo>
                <a:lnTo>
                  <a:pt x="847344" y="167640"/>
                </a:lnTo>
                <a:close/>
              </a:path>
              <a:path w="1740535" h="411479">
                <a:moveTo>
                  <a:pt x="1103363" y="64008"/>
                </a:moveTo>
                <a:lnTo>
                  <a:pt x="1094219" y="53340"/>
                </a:lnTo>
                <a:lnTo>
                  <a:pt x="1075931" y="32004"/>
                </a:lnTo>
                <a:lnTo>
                  <a:pt x="1054595" y="53340"/>
                </a:lnTo>
                <a:lnTo>
                  <a:pt x="978395" y="53340"/>
                </a:lnTo>
                <a:lnTo>
                  <a:pt x="982954" y="45910"/>
                </a:lnTo>
                <a:lnTo>
                  <a:pt x="987348" y="39624"/>
                </a:lnTo>
                <a:lnTo>
                  <a:pt x="991476" y="34480"/>
                </a:lnTo>
                <a:lnTo>
                  <a:pt x="995159" y="30480"/>
                </a:lnTo>
                <a:lnTo>
                  <a:pt x="998207" y="25908"/>
                </a:lnTo>
                <a:lnTo>
                  <a:pt x="1004303" y="22860"/>
                </a:lnTo>
                <a:lnTo>
                  <a:pt x="1010399" y="18288"/>
                </a:lnTo>
                <a:lnTo>
                  <a:pt x="976871" y="0"/>
                </a:lnTo>
                <a:lnTo>
                  <a:pt x="965466" y="28867"/>
                </a:lnTo>
                <a:lnTo>
                  <a:pt x="954201" y="53721"/>
                </a:lnTo>
                <a:lnTo>
                  <a:pt x="932675" y="91440"/>
                </a:lnTo>
                <a:lnTo>
                  <a:pt x="904392" y="128308"/>
                </a:lnTo>
                <a:lnTo>
                  <a:pt x="896099" y="137160"/>
                </a:lnTo>
                <a:lnTo>
                  <a:pt x="900671" y="141732"/>
                </a:lnTo>
                <a:lnTo>
                  <a:pt x="931748" y="116446"/>
                </a:lnTo>
                <a:lnTo>
                  <a:pt x="964298" y="76276"/>
                </a:lnTo>
                <a:lnTo>
                  <a:pt x="972299" y="64008"/>
                </a:lnTo>
                <a:lnTo>
                  <a:pt x="1002779" y="64008"/>
                </a:lnTo>
                <a:lnTo>
                  <a:pt x="1021067" y="97536"/>
                </a:lnTo>
                <a:lnTo>
                  <a:pt x="1022502" y="103251"/>
                </a:lnTo>
                <a:lnTo>
                  <a:pt x="1022591" y="108204"/>
                </a:lnTo>
                <a:lnTo>
                  <a:pt x="1024115" y="112776"/>
                </a:lnTo>
                <a:lnTo>
                  <a:pt x="1027163" y="114300"/>
                </a:lnTo>
                <a:lnTo>
                  <a:pt x="1033259" y="114300"/>
                </a:lnTo>
                <a:lnTo>
                  <a:pt x="1034783" y="112776"/>
                </a:lnTo>
                <a:lnTo>
                  <a:pt x="1040879" y="109728"/>
                </a:lnTo>
                <a:lnTo>
                  <a:pt x="1043927" y="105156"/>
                </a:lnTo>
                <a:lnTo>
                  <a:pt x="1046975" y="96012"/>
                </a:lnTo>
                <a:lnTo>
                  <a:pt x="1046695" y="88874"/>
                </a:lnTo>
                <a:lnTo>
                  <a:pt x="1041260" y="81153"/>
                </a:lnTo>
                <a:lnTo>
                  <a:pt x="1030693" y="72872"/>
                </a:lnTo>
                <a:lnTo>
                  <a:pt x="1014971" y="64008"/>
                </a:lnTo>
                <a:lnTo>
                  <a:pt x="1103363" y="64008"/>
                </a:lnTo>
                <a:close/>
              </a:path>
              <a:path w="1740535" h="411479">
                <a:moveTo>
                  <a:pt x="1284719" y="65532"/>
                </a:moveTo>
                <a:lnTo>
                  <a:pt x="1274622" y="54864"/>
                </a:lnTo>
                <a:lnTo>
                  <a:pt x="1257287" y="36576"/>
                </a:lnTo>
                <a:lnTo>
                  <a:pt x="1237475" y="54864"/>
                </a:lnTo>
                <a:lnTo>
                  <a:pt x="1142987" y="54864"/>
                </a:lnTo>
                <a:lnTo>
                  <a:pt x="1147559" y="48768"/>
                </a:lnTo>
                <a:lnTo>
                  <a:pt x="1153655" y="41148"/>
                </a:lnTo>
                <a:lnTo>
                  <a:pt x="1158227" y="35052"/>
                </a:lnTo>
                <a:lnTo>
                  <a:pt x="1164323" y="27432"/>
                </a:lnTo>
                <a:lnTo>
                  <a:pt x="1170419" y="22860"/>
                </a:lnTo>
                <a:lnTo>
                  <a:pt x="1176515" y="22860"/>
                </a:lnTo>
                <a:lnTo>
                  <a:pt x="1144511" y="1524"/>
                </a:lnTo>
                <a:lnTo>
                  <a:pt x="1124699" y="48768"/>
                </a:lnTo>
                <a:lnTo>
                  <a:pt x="1106220" y="82296"/>
                </a:lnTo>
                <a:lnTo>
                  <a:pt x="1086599" y="111252"/>
                </a:lnTo>
                <a:lnTo>
                  <a:pt x="1091171" y="114300"/>
                </a:lnTo>
                <a:lnTo>
                  <a:pt x="1120419" y="83972"/>
                </a:lnTo>
                <a:lnTo>
                  <a:pt x="1125842" y="77724"/>
                </a:lnTo>
                <a:lnTo>
                  <a:pt x="1131849" y="71488"/>
                </a:lnTo>
                <a:lnTo>
                  <a:pt x="1138415" y="65532"/>
                </a:lnTo>
                <a:lnTo>
                  <a:pt x="1179563" y="65532"/>
                </a:lnTo>
                <a:lnTo>
                  <a:pt x="1210043" y="103632"/>
                </a:lnTo>
                <a:lnTo>
                  <a:pt x="1216139" y="112776"/>
                </a:lnTo>
                <a:lnTo>
                  <a:pt x="1219187" y="115824"/>
                </a:lnTo>
                <a:lnTo>
                  <a:pt x="1222235" y="115824"/>
                </a:lnTo>
                <a:lnTo>
                  <a:pt x="1225283" y="114300"/>
                </a:lnTo>
                <a:lnTo>
                  <a:pt x="1229855" y="111252"/>
                </a:lnTo>
                <a:lnTo>
                  <a:pt x="1232903" y="108204"/>
                </a:lnTo>
                <a:lnTo>
                  <a:pt x="1235951" y="102108"/>
                </a:lnTo>
                <a:lnTo>
                  <a:pt x="1235951" y="92964"/>
                </a:lnTo>
                <a:lnTo>
                  <a:pt x="1233119" y="86106"/>
                </a:lnTo>
                <a:lnTo>
                  <a:pt x="1224711" y="79248"/>
                </a:lnTo>
                <a:lnTo>
                  <a:pt x="1210881" y="72390"/>
                </a:lnTo>
                <a:lnTo>
                  <a:pt x="1191755" y="65532"/>
                </a:lnTo>
                <a:lnTo>
                  <a:pt x="1284719" y="65532"/>
                </a:lnTo>
                <a:close/>
              </a:path>
              <a:path w="1740535" h="411479">
                <a:moveTo>
                  <a:pt x="1290815" y="323088"/>
                </a:moveTo>
                <a:lnTo>
                  <a:pt x="1281125" y="312420"/>
                </a:lnTo>
                <a:lnTo>
                  <a:pt x="1260335" y="289560"/>
                </a:lnTo>
                <a:lnTo>
                  <a:pt x="1235951" y="312420"/>
                </a:lnTo>
                <a:lnTo>
                  <a:pt x="1156703" y="312420"/>
                </a:lnTo>
                <a:lnTo>
                  <a:pt x="1156703" y="260604"/>
                </a:lnTo>
                <a:lnTo>
                  <a:pt x="1182611" y="260604"/>
                </a:lnTo>
                <a:lnTo>
                  <a:pt x="1182611" y="277368"/>
                </a:lnTo>
                <a:lnTo>
                  <a:pt x="1208519" y="266700"/>
                </a:lnTo>
                <a:lnTo>
                  <a:pt x="1208417" y="260604"/>
                </a:lnTo>
                <a:lnTo>
                  <a:pt x="1208290" y="252730"/>
                </a:lnTo>
                <a:lnTo>
                  <a:pt x="1208163" y="249936"/>
                </a:lnTo>
                <a:lnTo>
                  <a:pt x="1207757" y="240601"/>
                </a:lnTo>
                <a:lnTo>
                  <a:pt x="1207236" y="230492"/>
                </a:lnTo>
                <a:lnTo>
                  <a:pt x="1206995" y="222504"/>
                </a:lnTo>
                <a:lnTo>
                  <a:pt x="1206995" y="131064"/>
                </a:lnTo>
                <a:lnTo>
                  <a:pt x="1211059" y="128016"/>
                </a:lnTo>
                <a:lnTo>
                  <a:pt x="1219187" y="121920"/>
                </a:lnTo>
                <a:lnTo>
                  <a:pt x="1212862" y="117348"/>
                </a:lnTo>
                <a:lnTo>
                  <a:pt x="1191755" y="102108"/>
                </a:lnTo>
                <a:lnTo>
                  <a:pt x="1182611" y="115176"/>
                </a:lnTo>
                <a:lnTo>
                  <a:pt x="1182611" y="128016"/>
                </a:lnTo>
                <a:lnTo>
                  <a:pt x="1182611" y="160020"/>
                </a:lnTo>
                <a:lnTo>
                  <a:pt x="1182611" y="170688"/>
                </a:lnTo>
                <a:lnTo>
                  <a:pt x="1182611" y="202692"/>
                </a:lnTo>
                <a:lnTo>
                  <a:pt x="1182611" y="213360"/>
                </a:lnTo>
                <a:lnTo>
                  <a:pt x="1182611" y="249936"/>
                </a:lnTo>
                <a:lnTo>
                  <a:pt x="1132319" y="249936"/>
                </a:lnTo>
                <a:lnTo>
                  <a:pt x="1132319" y="260604"/>
                </a:lnTo>
                <a:lnTo>
                  <a:pt x="1132319" y="313944"/>
                </a:lnTo>
                <a:lnTo>
                  <a:pt x="1046975" y="313944"/>
                </a:lnTo>
                <a:lnTo>
                  <a:pt x="1049007" y="301117"/>
                </a:lnTo>
                <a:lnTo>
                  <a:pt x="1050594" y="287845"/>
                </a:lnTo>
                <a:lnTo>
                  <a:pt x="1051826" y="275158"/>
                </a:lnTo>
                <a:lnTo>
                  <a:pt x="1053071" y="260604"/>
                </a:lnTo>
                <a:lnTo>
                  <a:pt x="1132319" y="260604"/>
                </a:lnTo>
                <a:lnTo>
                  <a:pt x="1132319" y="249936"/>
                </a:lnTo>
                <a:lnTo>
                  <a:pt x="995159" y="249936"/>
                </a:lnTo>
                <a:lnTo>
                  <a:pt x="995159" y="213360"/>
                </a:lnTo>
                <a:lnTo>
                  <a:pt x="1182611" y="213360"/>
                </a:lnTo>
                <a:lnTo>
                  <a:pt x="1182611" y="202692"/>
                </a:lnTo>
                <a:lnTo>
                  <a:pt x="995159" y="202692"/>
                </a:lnTo>
                <a:lnTo>
                  <a:pt x="995159" y="170688"/>
                </a:lnTo>
                <a:lnTo>
                  <a:pt x="1182611" y="170688"/>
                </a:lnTo>
                <a:lnTo>
                  <a:pt x="1182611" y="160020"/>
                </a:lnTo>
                <a:lnTo>
                  <a:pt x="995159" y="160020"/>
                </a:lnTo>
                <a:lnTo>
                  <a:pt x="995159" y="128016"/>
                </a:lnTo>
                <a:lnTo>
                  <a:pt x="1182611" y="128016"/>
                </a:lnTo>
                <a:lnTo>
                  <a:pt x="1182611" y="115176"/>
                </a:lnTo>
                <a:lnTo>
                  <a:pt x="1181087" y="117348"/>
                </a:lnTo>
                <a:lnTo>
                  <a:pt x="995159" y="117348"/>
                </a:lnTo>
                <a:lnTo>
                  <a:pt x="969251" y="103632"/>
                </a:lnTo>
                <a:lnTo>
                  <a:pt x="970140" y="112776"/>
                </a:lnTo>
                <a:lnTo>
                  <a:pt x="970216" y="114300"/>
                </a:lnTo>
                <a:lnTo>
                  <a:pt x="970788" y="128016"/>
                </a:lnTo>
                <a:lnTo>
                  <a:pt x="971397" y="147358"/>
                </a:lnTo>
                <a:lnTo>
                  <a:pt x="972248" y="170688"/>
                </a:lnTo>
                <a:lnTo>
                  <a:pt x="972146" y="222504"/>
                </a:lnTo>
                <a:lnTo>
                  <a:pt x="972083" y="230492"/>
                </a:lnTo>
                <a:lnTo>
                  <a:pt x="971664" y="256019"/>
                </a:lnTo>
                <a:lnTo>
                  <a:pt x="970775" y="283464"/>
                </a:lnTo>
                <a:lnTo>
                  <a:pt x="995159" y="274320"/>
                </a:lnTo>
                <a:lnTo>
                  <a:pt x="995159" y="260604"/>
                </a:lnTo>
                <a:lnTo>
                  <a:pt x="1027163" y="260604"/>
                </a:lnTo>
                <a:lnTo>
                  <a:pt x="1026071" y="274307"/>
                </a:lnTo>
                <a:lnTo>
                  <a:pt x="1024686" y="288988"/>
                </a:lnTo>
                <a:lnTo>
                  <a:pt x="1023099" y="301967"/>
                </a:lnTo>
                <a:lnTo>
                  <a:pt x="1021067" y="313944"/>
                </a:lnTo>
                <a:lnTo>
                  <a:pt x="888479" y="313944"/>
                </a:lnTo>
                <a:lnTo>
                  <a:pt x="903719" y="329184"/>
                </a:lnTo>
                <a:lnTo>
                  <a:pt x="913155" y="327190"/>
                </a:lnTo>
                <a:lnTo>
                  <a:pt x="923150" y="325755"/>
                </a:lnTo>
                <a:lnTo>
                  <a:pt x="933729" y="324904"/>
                </a:lnTo>
                <a:lnTo>
                  <a:pt x="944867" y="324612"/>
                </a:lnTo>
                <a:lnTo>
                  <a:pt x="1019543" y="324612"/>
                </a:lnTo>
                <a:lnTo>
                  <a:pt x="996188" y="360616"/>
                </a:lnTo>
                <a:lnTo>
                  <a:pt x="952677" y="388620"/>
                </a:lnTo>
                <a:lnTo>
                  <a:pt x="908291" y="406908"/>
                </a:lnTo>
                <a:lnTo>
                  <a:pt x="909815" y="411480"/>
                </a:lnTo>
                <a:lnTo>
                  <a:pt x="954201" y="401193"/>
                </a:lnTo>
                <a:lnTo>
                  <a:pt x="995159" y="384048"/>
                </a:lnTo>
                <a:lnTo>
                  <a:pt x="1027163" y="358902"/>
                </a:lnTo>
                <a:lnTo>
                  <a:pt x="1045451" y="324612"/>
                </a:lnTo>
                <a:lnTo>
                  <a:pt x="1132319" y="324612"/>
                </a:lnTo>
                <a:lnTo>
                  <a:pt x="1132128" y="363474"/>
                </a:lnTo>
                <a:lnTo>
                  <a:pt x="1130795" y="411480"/>
                </a:lnTo>
                <a:lnTo>
                  <a:pt x="1158227" y="399288"/>
                </a:lnTo>
                <a:lnTo>
                  <a:pt x="1157998" y="387819"/>
                </a:lnTo>
                <a:lnTo>
                  <a:pt x="1157503" y="372618"/>
                </a:lnTo>
                <a:lnTo>
                  <a:pt x="1156944" y="349999"/>
                </a:lnTo>
                <a:lnTo>
                  <a:pt x="1156728" y="324612"/>
                </a:lnTo>
                <a:lnTo>
                  <a:pt x="1156703" y="323088"/>
                </a:lnTo>
                <a:lnTo>
                  <a:pt x="1290815" y="323088"/>
                </a:lnTo>
                <a:close/>
              </a:path>
              <a:path w="1740535" h="411479">
                <a:moveTo>
                  <a:pt x="1395971" y="167640"/>
                </a:moveTo>
                <a:lnTo>
                  <a:pt x="1392021" y="156768"/>
                </a:lnTo>
                <a:lnTo>
                  <a:pt x="1380350" y="144589"/>
                </a:lnTo>
                <a:lnTo>
                  <a:pt x="1361262" y="131000"/>
                </a:lnTo>
                <a:lnTo>
                  <a:pt x="1335011" y="115824"/>
                </a:lnTo>
                <a:lnTo>
                  <a:pt x="1330439" y="121920"/>
                </a:lnTo>
                <a:lnTo>
                  <a:pt x="1344117" y="137350"/>
                </a:lnTo>
                <a:lnTo>
                  <a:pt x="1355204" y="151638"/>
                </a:lnTo>
                <a:lnTo>
                  <a:pt x="1363446" y="164782"/>
                </a:lnTo>
                <a:lnTo>
                  <a:pt x="1368539" y="176784"/>
                </a:lnTo>
                <a:lnTo>
                  <a:pt x="1372235" y="187363"/>
                </a:lnTo>
                <a:lnTo>
                  <a:pt x="1376349" y="193929"/>
                </a:lnTo>
                <a:lnTo>
                  <a:pt x="1380756" y="196507"/>
                </a:lnTo>
                <a:lnTo>
                  <a:pt x="1385303" y="195072"/>
                </a:lnTo>
                <a:lnTo>
                  <a:pt x="1389545" y="190144"/>
                </a:lnTo>
                <a:lnTo>
                  <a:pt x="1392923" y="184213"/>
                </a:lnTo>
                <a:lnTo>
                  <a:pt x="1395171" y="176860"/>
                </a:lnTo>
                <a:lnTo>
                  <a:pt x="1395971" y="167640"/>
                </a:lnTo>
                <a:close/>
              </a:path>
              <a:path w="1740535" h="411479">
                <a:moveTo>
                  <a:pt x="1431023" y="65532"/>
                </a:moveTo>
                <a:lnTo>
                  <a:pt x="1429499" y="59436"/>
                </a:lnTo>
                <a:lnTo>
                  <a:pt x="1427975" y="51816"/>
                </a:lnTo>
                <a:lnTo>
                  <a:pt x="1422857" y="45250"/>
                </a:lnTo>
                <a:lnTo>
                  <a:pt x="1412163" y="36957"/>
                </a:lnTo>
                <a:lnTo>
                  <a:pt x="1396047" y="26962"/>
                </a:lnTo>
                <a:lnTo>
                  <a:pt x="1374635" y="15240"/>
                </a:lnTo>
                <a:lnTo>
                  <a:pt x="1371587" y="19812"/>
                </a:lnTo>
                <a:lnTo>
                  <a:pt x="1383258" y="35242"/>
                </a:lnTo>
                <a:lnTo>
                  <a:pt x="1392923" y="49530"/>
                </a:lnTo>
                <a:lnTo>
                  <a:pt x="1400314" y="62674"/>
                </a:lnTo>
                <a:lnTo>
                  <a:pt x="1405115" y="74676"/>
                </a:lnTo>
                <a:lnTo>
                  <a:pt x="1409687" y="85344"/>
                </a:lnTo>
                <a:lnTo>
                  <a:pt x="1412735" y="91440"/>
                </a:lnTo>
                <a:lnTo>
                  <a:pt x="1418831" y="91440"/>
                </a:lnTo>
                <a:lnTo>
                  <a:pt x="1421879" y="89916"/>
                </a:lnTo>
                <a:lnTo>
                  <a:pt x="1424927" y="85344"/>
                </a:lnTo>
                <a:lnTo>
                  <a:pt x="1429499" y="80772"/>
                </a:lnTo>
                <a:lnTo>
                  <a:pt x="1431023" y="74676"/>
                </a:lnTo>
                <a:lnTo>
                  <a:pt x="1431023" y="65532"/>
                </a:lnTo>
                <a:close/>
              </a:path>
              <a:path w="1740535" h="411479">
                <a:moveTo>
                  <a:pt x="1476743" y="77724"/>
                </a:moveTo>
                <a:lnTo>
                  <a:pt x="1470647" y="76200"/>
                </a:lnTo>
                <a:lnTo>
                  <a:pt x="1438313" y="151955"/>
                </a:lnTo>
                <a:lnTo>
                  <a:pt x="1414259" y="207835"/>
                </a:lnTo>
                <a:lnTo>
                  <a:pt x="1398219" y="244017"/>
                </a:lnTo>
                <a:lnTo>
                  <a:pt x="1371587" y="277368"/>
                </a:lnTo>
                <a:lnTo>
                  <a:pt x="1366469" y="277114"/>
                </a:lnTo>
                <a:lnTo>
                  <a:pt x="1331963" y="274320"/>
                </a:lnTo>
                <a:lnTo>
                  <a:pt x="1331963" y="281940"/>
                </a:lnTo>
                <a:lnTo>
                  <a:pt x="1371587" y="300228"/>
                </a:lnTo>
                <a:lnTo>
                  <a:pt x="1374635" y="306324"/>
                </a:lnTo>
                <a:lnTo>
                  <a:pt x="1374559" y="315468"/>
                </a:lnTo>
                <a:lnTo>
                  <a:pt x="1374330" y="319951"/>
                </a:lnTo>
                <a:lnTo>
                  <a:pt x="1373301" y="326517"/>
                </a:lnTo>
                <a:lnTo>
                  <a:pt x="1371422" y="333667"/>
                </a:lnTo>
                <a:lnTo>
                  <a:pt x="1368539" y="341376"/>
                </a:lnTo>
                <a:lnTo>
                  <a:pt x="1366545" y="349948"/>
                </a:lnTo>
                <a:lnTo>
                  <a:pt x="1365110" y="357378"/>
                </a:lnTo>
                <a:lnTo>
                  <a:pt x="1364284" y="363474"/>
                </a:lnTo>
                <a:lnTo>
                  <a:pt x="1363967" y="368808"/>
                </a:lnTo>
                <a:lnTo>
                  <a:pt x="1363967" y="376428"/>
                </a:lnTo>
                <a:lnTo>
                  <a:pt x="1367015" y="381000"/>
                </a:lnTo>
                <a:lnTo>
                  <a:pt x="1374635" y="384048"/>
                </a:lnTo>
                <a:lnTo>
                  <a:pt x="1386827" y="387096"/>
                </a:lnTo>
                <a:lnTo>
                  <a:pt x="1397495" y="387096"/>
                </a:lnTo>
                <a:lnTo>
                  <a:pt x="1400543" y="385572"/>
                </a:lnTo>
                <a:lnTo>
                  <a:pt x="1400543" y="381000"/>
                </a:lnTo>
                <a:lnTo>
                  <a:pt x="1399667" y="373380"/>
                </a:lnTo>
                <a:lnTo>
                  <a:pt x="1399032" y="363664"/>
                </a:lnTo>
                <a:lnTo>
                  <a:pt x="1398409" y="351434"/>
                </a:lnTo>
                <a:lnTo>
                  <a:pt x="1397495" y="336804"/>
                </a:lnTo>
                <a:lnTo>
                  <a:pt x="1397812" y="321614"/>
                </a:lnTo>
                <a:lnTo>
                  <a:pt x="1398828" y="307848"/>
                </a:lnTo>
                <a:lnTo>
                  <a:pt x="1400721" y="295236"/>
                </a:lnTo>
                <a:lnTo>
                  <a:pt x="1403591" y="283464"/>
                </a:lnTo>
                <a:lnTo>
                  <a:pt x="1405458" y="277368"/>
                </a:lnTo>
                <a:lnTo>
                  <a:pt x="1409877" y="262890"/>
                </a:lnTo>
                <a:lnTo>
                  <a:pt x="1424165" y="221742"/>
                </a:lnTo>
                <a:lnTo>
                  <a:pt x="1446453" y="160020"/>
                </a:lnTo>
                <a:lnTo>
                  <a:pt x="1476743" y="77724"/>
                </a:lnTo>
                <a:close/>
              </a:path>
              <a:path w="1740535" h="411479">
                <a:moveTo>
                  <a:pt x="1740395" y="213360"/>
                </a:moveTo>
                <a:lnTo>
                  <a:pt x="1711439" y="182880"/>
                </a:lnTo>
                <a:lnTo>
                  <a:pt x="1690103" y="202692"/>
                </a:lnTo>
                <a:lnTo>
                  <a:pt x="1598663" y="202692"/>
                </a:lnTo>
                <a:lnTo>
                  <a:pt x="1598663" y="109728"/>
                </a:lnTo>
                <a:lnTo>
                  <a:pt x="1712963" y="109728"/>
                </a:lnTo>
                <a:lnTo>
                  <a:pt x="1685531" y="79248"/>
                </a:lnTo>
                <a:lnTo>
                  <a:pt x="1665719" y="99060"/>
                </a:lnTo>
                <a:lnTo>
                  <a:pt x="1598663" y="99060"/>
                </a:lnTo>
                <a:lnTo>
                  <a:pt x="1598663" y="38100"/>
                </a:lnTo>
                <a:lnTo>
                  <a:pt x="1615427" y="19812"/>
                </a:lnTo>
                <a:lnTo>
                  <a:pt x="1574279" y="0"/>
                </a:lnTo>
                <a:lnTo>
                  <a:pt x="1575168" y="14846"/>
                </a:lnTo>
                <a:lnTo>
                  <a:pt x="1575600" y="35242"/>
                </a:lnTo>
                <a:lnTo>
                  <a:pt x="1575714" y="51816"/>
                </a:lnTo>
                <a:lnTo>
                  <a:pt x="1575803" y="99060"/>
                </a:lnTo>
                <a:lnTo>
                  <a:pt x="1479791" y="99060"/>
                </a:lnTo>
                <a:lnTo>
                  <a:pt x="1496555" y="114300"/>
                </a:lnTo>
                <a:lnTo>
                  <a:pt x="1505991" y="112306"/>
                </a:lnTo>
                <a:lnTo>
                  <a:pt x="1515986" y="110871"/>
                </a:lnTo>
                <a:lnTo>
                  <a:pt x="1526565" y="110020"/>
                </a:lnTo>
                <a:lnTo>
                  <a:pt x="1537703" y="109728"/>
                </a:lnTo>
                <a:lnTo>
                  <a:pt x="1575803" y="109728"/>
                </a:lnTo>
                <a:lnTo>
                  <a:pt x="1575803" y="202692"/>
                </a:lnTo>
                <a:lnTo>
                  <a:pt x="1447787" y="202692"/>
                </a:lnTo>
                <a:lnTo>
                  <a:pt x="1463027" y="217932"/>
                </a:lnTo>
                <a:lnTo>
                  <a:pt x="1472679" y="215938"/>
                </a:lnTo>
                <a:lnTo>
                  <a:pt x="1483029" y="214503"/>
                </a:lnTo>
                <a:lnTo>
                  <a:pt x="1493685" y="213652"/>
                </a:lnTo>
                <a:lnTo>
                  <a:pt x="1504175" y="213360"/>
                </a:lnTo>
                <a:lnTo>
                  <a:pt x="1569707" y="213360"/>
                </a:lnTo>
                <a:lnTo>
                  <a:pt x="1548942" y="256984"/>
                </a:lnTo>
                <a:lnTo>
                  <a:pt x="1517891" y="306324"/>
                </a:lnTo>
                <a:lnTo>
                  <a:pt x="1484172" y="344805"/>
                </a:lnTo>
                <a:lnTo>
                  <a:pt x="1458455" y="358140"/>
                </a:lnTo>
                <a:lnTo>
                  <a:pt x="1475219" y="397764"/>
                </a:lnTo>
                <a:lnTo>
                  <a:pt x="1510588" y="382765"/>
                </a:lnTo>
                <a:lnTo>
                  <a:pt x="1561160" y="370713"/>
                </a:lnTo>
                <a:lnTo>
                  <a:pt x="1634934" y="359283"/>
                </a:lnTo>
                <a:lnTo>
                  <a:pt x="1644142" y="358140"/>
                </a:lnTo>
                <a:lnTo>
                  <a:pt x="1680959" y="353568"/>
                </a:lnTo>
                <a:lnTo>
                  <a:pt x="1684629" y="361810"/>
                </a:lnTo>
                <a:lnTo>
                  <a:pt x="1692541" y="378866"/>
                </a:lnTo>
                <a:lnTo>
                  <a:pt x="1696199" y="387096"/>
                </a:lnTo>
                <a:lnTo>
                  <a:pt x="1697723" y="394716"/>
                </a:lnTo>
                <a:lnTo>
                  <a:pt x="1700771" y="397764"/>
                </a:lnTo>
                <a:lnTo>
                  <a:pt x="1705343" y="397764"/>
                </a:lnTo>
                <a:lnTo>
                  <a:pt x="1708391" y="394716"/>
                </a:lnTo>
                <a:lnTo>
                  <a:pt x="1712963" y="387096"/>
                </a:lnTo>
                <a:lnTo>
                  <a:pt x="1717535" y="381000"/>
                </a:lnTo>
                <a:lnTo>
                  <a:pt x="1720583" y="373380"/>
                </a:lnTo>
                <a:lnTo>
                  <a:pt x="1720583" y="365760"/>
                </a:lnTo>
                <a:lnTo>
                  <a:pt x="1695627" y="329184"/>
                </a:lnTo>
                <a:lnTo>
                  <a:pt x="1657718" y="299466"/>
                </a:lnTo>
                <a:lnTo>
                  <a:pt x="1629143" y="278892"/>
                </a:lnTo>
                <a:lnTo>
                  <a:pt x="1626095" y="284988"/>
                </a:lnTo>
                <a:lnTo>
                  <a:pt x="1639290" y="299872"/>
                </a:lnTo>
                <a:lnTo>
                  <a:pt x="1651622" y="314896"/>
                </a:lnTo>
                <a:lnTo>
                  <a:pt x="1663395" y="330212"/>
                </a:lnTo>
                <a:lnTo>
                  <a:pt x="1674863" y="345948"/>
                </a:lnTo>
                <a:lnTo>
                  <a:pt x="1491983" y="358140"/>
                </a:lnTo>
                <a:lnTo>
                  <a:pt x="1520901" y="327545"/>
                </a:lnTo>
                <a:lnTo>
                  <a:pt x="1543799" y="301942"/>
                </a:lnTo>
                <a:lnTo>
                  <a:pt x="1560995" y="281203"/>
                </a:lnTo>
                <a:lnTo>
                  <a:pt x="1572755" y="265176"/>
                </a:lnTo>
                <a:lnTo>
                  <a:pt x="1580972" y="253746"/>
                </a:lnTo>
                <a:lnTo>
                  <a:pt x="1589328" y="244602"/>
                </a:lnTo>
                <a:lnTo>
                  <a:pt x="1597406" y="237744"/>
                </a:lnTo>
                <a:lnTo>
                  <a:pt x="1604759" y="233172"/>
                </a:lnTo>
                <a:lnTo>
                  <a:pt x="1577327" y="213360"/>
                </a:lnTo>
                <a:lnTo>
                  <a:pt x="1740395" y="21336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" name="object 35"/>
          <p:cNvSpPr/>
          <p:nvPr/>
        </p:nvSpPr>
        <p:spPr>
          <a:xfrm>
            <a:off x="3939540" y="4184904"/>
            <a:ext cx="356870" cy="402590"/>
          </a:xfrm>
          <a:custGeom>
            <a:avLst/>
            <a:gdLst/>
            <a:ahLst/>
            <a:cxnLst/>
            <a:rect l="l" t="t" r="r" b="b"/>
            <a:pathLst>
              <a:path w="356870" h="402589">
                <a:moveTo>
                  <a:pt x="53340" y="89916"/>
                </a:moveTo>
                <a:lnTo>
                  <a:pt x="44196" y="89916"/>
                </a:lnTo>
                <a:lnTo>
                  <a:pt x="51339" y="62793"/>
                </a:lnTo>
                <a:lnTo>
                  <a:pt x="56769" y="38671"/>
                </a:lnTo>
                <a:lnTo>
                  <a:pt x="60483" y="17692"/>
                </a:lnTo>
                <a:lnTo>
                  <a:pt x="62484" y="0"/>
                </a:lnTo>
                <a:lnTo>
                  <a:pt x="100584" y="21336"/>
                </a:lnTo>
                <a:lnTo>
                  <a:pt x="91487" y="29051"/>
                </a:lnTo>
                <a:lnTo>
                  <a:pt x="80391" y="43053"/>
                </a:lnTo>
                <a:lnTo>
                  <a:pt x="67579" y="63341"/>
                </a:lnTo>
                <a:lnTo>
                  <a:pt x="53340" y="89916"/>
                </a:lnTo>
                <a:close/>
              </a:path>
              <a:path w="356870" h="402589">
                <a:moveTo>
                  <a:pt x="147828" y="192024"/>
                </a:moveTo>
                <a:lnTo>
                  <a:pt x="143256" y="187452"/>
                </a:lnTo>
                <a:lnTo>
                  <a:pt x="160162" y="160615"/>
                </a:lnTo>
                <a:lnTo>
                  <a:pt x="174498" y="135064"/>
                </a:lnTo>
                <a:lnTo>
                  <a:pt x="196596" y="88392"/>
                </a:lnTo>
                <a:lnTo>
                  <a:pt x="211264" y="44958"/>
                </a:lnTo>
                <a:lnTo>
                  <a:pt x="222503" y="1524"/>
                </a:lnTo>
                <a:lnTo>
                  <a:pt x="260603" y="24384"/>
                </a:lnTo>
                <a:lnTo>
                  <a:pt x="252864" y="32146"/>
                </a:lnTo>
                <a:lnTo>
                  <a:pt x="243268" y="46482"/>
                </a:lnTo>
                <a:lnTo>
                  <a:pt x="231671" y="67675"/>
                </a:lnTo>
                <a:lnTo>
                  <a:pt x="217932" y="96012"/>
                </a:lnTo>
                <a:lnTo>
                  <a:pt x="350520" y="96012"/>
                </a:lnTo>
                <a:lnTo>
                  <a:pt x="356616" y="102108"/>
                </a:lnTo>
                <a:lnTo>
                  <a:pt x="350901" y="106680"/>
                </a:lnTo>
                <a:lnTo>
                  <a:pt x="213360" y="106680"/>
                </a:lnTo>
                <a:lnTo>
                  <a:pt x="197977" y="130730"/>
                </a:lnTo>
                <a:lnTo>
                  <a:pt x="181737" y="152781"/>
                </a:lnTo>
                <a:lnTo>
                  <a:pt x="164925" y="173116"/>
                </a:lnTo>
                <a:lnTo>
                  <a:pt x="147828" y="192024"/>
                </a:lnTo>
                <a:close/>
              </a:path>
              <a:path w="356870" h="402589">
                <a:moveTo>
                  <a:pt x="145766" y="89916"/>
                </a:moveTo>
                <a:lnTo>
                  <a:pt x="111252" y="89916"/>
                </a:lnTo>
                <a:lnTo>
                  <a:pt x="128016" y="73152"/>
                </a:lnTo>
                <a:lnTo>
                  <a:pt x="145766" y="89916"/>
                </a:lnTo>
                <a:close/>
              </a:path>
              <a:path w="356870" h="402589">
                <a:moveTo>
                  <a:pt x="0" y="397764"/>
                </a:moveTo>
                <a:lnTo>
                  <a:pt x="834" y="359664"/>
                </a:lnTo>
                <a:lnTo>
                  <a:pt x="914" y="354520"/>
                </a:lnTo>
                <a:lnTo>
                  <a:pt x="1333" y="316992"/>
                </a:lnTo>
                <a:lnTo>
                  <a:pt x="1423" y="176784"/>
                </a:lnTo>
                <a:lnTo>
                  <a:pt x="1309" y="152781"/>
                </a:lnTo>
                <a:lnTo>
                  <a:pt x="881" y="114704"/>
                </a:lnTo>
                <a:lnTo>
                  <a:pt x="0" y="74676"/>
                </a:lnTo>
                <a:lnTo>
                  <a:pt x="25908" y="89916"/>
                </a:lnTo>
                <a:lnTo>
                  <a:pt x="145766" y="89916"/>
                </a:lnTo>
                <a:lnTo>
                  <a:pt x="155448" y="99060"/>
                </a:lnTo>
                <a:lnTo>
                  <a:pt x="153162" y="100584"/>
                </a:lnTo>
                <a:lnTo>
                  <a:pt x="24384" y="100584"/>
                </a:lnTo>
                <a:lnTo>
                  <a:pt x="24384" y="211836"/>
                </a:lnTo>
                <a:lnTo>
                  <a:pt x="137464" y="211836"/>
                </a:lnTo>
                <a:lnTo>
                  <a:pt x="137526" y="222504"/>
                </a:lnTo>
                <a:lnTo>
                  <a:pt x="24384" y="222504"/>
                </a:lnTo>
                <a:lnTo>
                  <a:pt x="24384" y="344424"/>
                </a:lnTo>
                <a:lnTo>
                  <a:pt x="138504" y="344424"/>
                </a:lnTo>
                <a:lnTo>
                  <a:pt x="138567" y="355092"/>
                </a:lnTo>
                <a:lnTo>
                  <a:pt x="24384" y="355092"/>
                </a:lnTo>
                <a:lnTo>
                  <a:pt x="24384" y="384048"/>
                </a:lnTo>
                <a:lnTo>
                  <a:pt x="0" y="397764"/>
                </a:lnTo>
                <a:close/>
              </a:path>
              <a:path w="356870" h="402589">
                <a:moveTo>
                  <a:pt x="350520" y="96012"/>
                </a:moveTo>
                <a:lnTo>
                  <a:pt x="310896" y="96012"/>
                </a:lnTo>
                <a:lnTo>
                  <a:pt x="330708" y="76200"/>
                </a:lnTo>
                <a:lnTo>
                  <a:pt x="350520" y="96012"/>
                </a:lnTo>
                <a:close/>
              </a:path>
              <a:path w="356870" h="402589">
                <a:moveTo>
                  <a:pt x="137464" y="211836"/>
                </a:moveTo>
                <a:lnTo>
                  <a:pt x="114300" y="211836"/>
                </a:lnTo>
                <a:lnTo>
                  <a:pt x="114300" y="100584"/>
                </a:lnTo>
                <a:lnTo>
                  <a:pt x="153162" y="100584"/>
                </a:lnTo>
                <a:lnTo>
                  <a:pt x="137160" y="111252"/>
                </a:lnTo>
                <a:lnTo>
                  <a:pt x="137263" y="160615"/>
                </a:lnTo>
                <a:lnTo>
                  <a:pt x="137367" y="195333"/>
                </a:lnTo>
                <a:lnTo>
                  <a:pt x="137464" y="211836"/>
                </a:lnTo>
                <a:close/>
              </a:path>
              <a:path w="356870" h="402589">
                <a:moveTo>
                  <a:pt x="326904" y="359664"/>
                </a:moveTo>
                <a:lnTo>
                  <a:pt x="283464" y="359664"/>
                </a:lnTo>
                <a:lnTo>
                  <a:pt x="291750" y="357925"/>
                </a:lnTo>
                <a:lnTo>
                  <a:pt x="298323" y="352615"/>
                </a:lnTo>
                <a:lnTo>
                  <a:pt x="308586" y="305562"/>
                </a:lnTo>
                <a:lnTo>
                  <a:pt x="310705" y="259842"/>
                </a:lnTo>
                <a:lnTo>
                  <a:pt x="312528" y="193929"/>
                </a:lnTo>
                <a:lnTo>
                  <a:pt x="313944" y="106680"/>
                </a:lnTo>
                <a:lnTo>
                  <a:pt x="350901" y="106680"/>
                </a:lnTo>
                <a:lnTo>
                  <a:pt x="341376" y="114300"/>
                </a:lnTo>
                <a:lnTo>
                  <a:pt x="339535" y="188707"/>
                </a:lnTo>
                <a:lnTo>
                  <a:pt x="337620" y="249070"/>
                </a:lnTo>
                <a:lnTo>
                  <a:pt x="335560" y="295241"/>
                </a:lnTo>
                <a:lnTo>
                  <a:pt x="333280" y="327074"/>
                </a:lnTo>
                <a:lnTo>
                  <a:pt x="330708" y="344424"/>
                </a:lnTo>
                <a:lnTo>
                  <a:pt x="327874" y="357020"/>
                </a:lnTo>
                <a:lnTo>
                  <a:pt x="326904" y="359664"/>
                </a:lnTo>
                <a:close/>
              </a:path>
              <a:path w="356870" h="402589">
                <a:moveTo>
                  <a:pt x="231648" y="269748"/>
                </a:moveTo>
                <a:lnTo>
                  <a:pt x="230124" y="269748"/>
                </a:lnTo>
                <a:lnTo>
                  <a:pt x="226742" y="268295"/>
                </a:lnTo>
                <a:lnTo>
                  <a:pt x="223647" y="263842"/>
                </a:lnTo>
                <a:lnTo>
                  <a:pt x="221122" y="256246"/>
                </a:lnTo>
                <a:lnTo>
                  <a:pt x="219456" y="245364"/>
                </a:lnTo>
                <a:lnTo>
                  <a:pt x="214884" y="228219"/>
                </a:lnTo>
                <a:lnTo>
                  <a:pt x="208026" y="211074"/>
                </a:lnTo>
                <a:lnTo>
                  <a:pt x="198882" y="193929"/>
                </a:lnTo>
                <a:lnTo>
                  <a:pt x="187452" y="176784"/>
                </a:lnTo>
                <a:lnTo>
                  <a:pt x="192024" y="172212"/>
                </a:lnTo>
                <a:lnTo>
                  <a:pt x="224218" y="199644"/>
                </a:lnTo>
                <a:lnTo>
                  <a:pt x="243840" y="228600"/>
                </a:lnTo>
                <a:lnTo>
                  <a:pt x="246888" y="234696"/>
                </a:lnTo>
                <a:lnTo>
                  <a:pt x="246888" y="248412"/>
                </a:lnTo>
                <a:lnTo>
                  <a:pt x="243840" y="254508"/>
                </a:lnTo>
                <a:lnTo>
                  <a:pt x="234696" y="266700"/>
                </a:lnTo>
                <a:lnTo>
                  <a:pt x="231648" y="269748"/>
                </a:lnTo>
                <a:close/>
              </a:path>
              <a:path w="356870" h="402589">
                <a:moveTo>
                  <a:pt x="138504" y="344424"/>
                </a:moveTo>
                <a:lnTo>
                  <a:pt x="114300" y="344424"/>
                </a:lnTo>
                <a:lnTo>
                  <a:pt x="114300" y="222504"/>
                </a:lnTo>
                <a:lnTo>
                  <a:pt x="137526" y="222504"/>
                </a:lnTo>
                <a:lnTo>
                  <a:pt x="137723" y="254508"/>
                </a:lnTo>
                <a:lnTo>
                  <a:pt x="138504" y="344424"/>
                </a:lnTo>
                <a:close/>
              </a:path>
              <a:path w="356870" h="402589">
                <a:moveTo>
                  <a:pt x="278891" y="402336"/>
                </a:moveTo>
                <a:lnTo>
                  <a:pt x="271772" y="388596"/>
                </a:lnTo>
                <a:lnTo>
                  <a:pt x="259651" y="376999"/>
                </a:lnTo>
                <a:lnTo>
                  <a:pt x="242673" y="367403"/>
                </a:lnTo>
                <a:lnTo>
                  <a:pt x="220979" y="359664"/>
                </a:lnTo>
                <a:lnTo>
                  <a:pt x="220979" y="350520"/>
                </a:lnTo>
                <a:lnTo>
                  <a:pt x="241244" y="354520"/>
                </a:lnTo>
                <a:lnTo>
                  <a:pt x="258508" y="357378"/>
                </a:lnTo>
                <a:lnTo>
                  <a:pt x="272629" y="359092"/>
                </a:lnTo>
                <a:lnTo>
                  <a:pt x="283464" y="359664"/>
                </a:lnTo>
                <a:lnTo>
                  <a:pt x="326904" y="359664"/>
                </a:lnTo>
                <a:lnTo>
                  <a:pt x="324040" y="367474"/>
                </a:lnTo>
                <a:lnTo>
                  <a:pt x="289670" y="397764"/>
                </a:lnTo>
                <a:lnTo>
                  <a:pt x="278891" y="402336"/>
                </a:lnTo>
                <a:close/>
              </a:path>
              <a:path w="356870" h="402589">
                <a:moveTo>
                  <a:pt x="114300" y="391668"/>
                </a:moveTo>
                <a:lnTo>
                  <a:pt x="114300" y="355092"/>
                </a:lnTo>
                <a:lnTo>
                  <a:pt x="138567" y="355092"/>
                </a:lnTo>
                <a:lnTo>
                  <a:pt x="138684" y="377952"/>
                </a:lnTo>
                <a:lnTo>
                  <a:pt x="114300" y="39166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" name="object 36"/>
          <p:cNvSpPr/>
          <p:nvPr/>
        </p:nvSpPr>
        <p:spPr>
          <a:xfrm>
            <a:off x="4352544" y="4181855"/>
            <a:ext cx="1287780" cy="411480"/>
          </a:xfrm>
          <a:custGeom>
            <a:avLst/>
            <a:gdLst/>
            <a:ahLst/>
            <a:cxnLst/>
            <a:rect l="l" t="t" r="r" b="b"/>
            <a:pathLst>
              <a:path w="1287779" h="411479">
                <a:moveTo>
                  <a:pt x="141732" y="233172"/>
                </a:moveTo>
                <a:lnTo>
                  <a:pt x="106680" y="207264"/>
                </a:lnTo>
                <a:lnTo>
                  <a:pt x="101193" y="218960"/>
                </a:lnTo>
                <a:lnTo>
                  <a:pt x="93814" y="233172"/>
                </a:lnTo>
                <a:lnTo>
                  <a:pt x="71628" y="269748"/>
                </a:lnTo>
                <a:lnTo>
                  <a:pt x="44196" y="308800"/>
                </a:lnTo>
                <a:lnTo>
                  <a:pt x="12192" y="344424"/>
                </a:lnTo>
                <a:lnTo>
                  <a:pt x="16764" y="348996"/>
                </a:lnTo>
                <a:lnTo>
                  <a:pt x="42189" y="329285"/>
                </a:lnTo>
                <a:lnTo>
                  <a:pt x="68199" y="304419"/>
                </a:lnTo>
                <a:lnTo>
                  <a:pt x="94767" y="274421"/>
                </a:lnTo>
                <a:lnTo>
                  <a:pt x="121920" y="239268"/>
                </a:lnTo>
                <a:lnTo>
                  <a:pt x="141732" y="233172"/>
                </a:lnTo>
                <a:close/>
              </a:path>
              <a:path w="1287779" h="411479">
                <a:moveTo>
                  <a:pt x="233172" y="192024"/>
                </a:moveTo>
                <a:lnTo>
                  <a:pt x="193548" y="173736"/>
                </a:lnTo>
                <a:lnTo>
                  <a:pt x="194424" y="184289"/>
                </a:lnTo>
                <a:lnTo>
                  <a:pt x="194881" y="199834"/>
                </a:lnTo>
                <a:lnTo>
                  <a:pt x="194945" y="208788"/>
                </a:lnTo>
                <a:lnTo>
                  <a:pt x="194881" y="292036"/>
                </a:lnTo>
                <a:lnTo>
                  <a:pt x="194424" y="309016"/>
                </a:lnTo>
                <a:lnTo>
                  <a:pt x="193548" y="321564"/>
                </a:lnTo>
                <a:lnTo>
                  <a:pt x="220980" y="310896"/>
                </a:lnTo>
                <a:lnTo>
                  <a:pt x="220738" y="294665"/>
                </a:lnTo>
                <a:lnTo>
                  <a:pt x="220179" y="269748"/>
                </a:lnTo>
                <a:lnTo>
                  <a:pt x="219671" y="239268"/>
                </a:lnTo>
                <a:lnTo>
                  <a:pt x="219456" y="204216"/>
                </a:lnTo>
                <a:lnTo>
                  <a:pt x="233172" y="192024"/>
                </a:lnTo>
                <a:close/>
              </a:path>
              <a:path w="1287779" h="411479">
                <a:moveTo>
                  <a:pt x="374904" y="239268"/>
                </a:moveTo>
                <a:lnTo>
                  <a:pt x="342900" y="208788"/>
                </a:lnTo>
                <a:lnTo>
                  <a:pt x="322326" y="235635"/>
                </a:lnTo>
                <a:lnTo>
                  <a:pt x="299466" y="261175"/>
                </a:lnTo>
                <a:lnTo>
                  <a:pt x="246888" y="307848"/>
                </a:lnTo>
                <a:lnTo>
                  <a:pt x="186118" y="347091"/>
                </a:lnTo>
                <a:lnTo>
                  <a:pt x="121920" y="374904"/>
                </a:lnTo>
                <a:lnTo>
                  <a:pt x="59817" y="393001"/>
                </a:lnTo>
                <a:lnTo>
                  <a:pt x="4572" y="405384"/>
                </a:lnTo>
                <a:lnTo>
                  <a:pt x="4572" y="411480"/>
                </a:lnTo>
                <a:lnTo>
                  <a:pt x="52285" y="403771"/>
                </a:lnTo>
                <a:lnTo>
                  <a:pt x="97155" y="394335"/>
                </a:lnTo>
                <a:lnTo>
                  <a:pt x="139153" y="383197"/>
                </a:lnTo>
                <a:lnTo>
                  <a:pt x="178308" y="370332"/>
                </a:lnTo>
                <a:lnTo>
                  <a:pt x="217754" y="352259"/>
                </a:lnTo>
                <a:lnTo>
                  <a:pt x="260794" y="325183"/>
                </a:lnTo>
                <a:lnTo>
                  <a:pt x="307530" y="288683"/>
                </a:lnTo>
                <a:lnTo>
                  <a:pt x="358140" y="242316"/>
                </a:lnTo>
                <a:lnTo>
                  <a:pt x="374904" y="239268"/>
                </a:lnTo>
                <a:close/>
              </a:path>
              <a:path w="1287779" h="411479">
                <a:moveTo>
                  <a:pt x="400812" y="170688"/>
                </a:moveTo>
                <a:lnTo>
                  <a:pt x="364236" y="134112"/>
                </a:lnTo>
                <a:lnTo>
                  <a:pt x="338328" y="160020"/>
                </a:lnTo>
                <a:lnTo>
                  <a:pt x="219456" y="160020"/>
                </a:lnTo>
                <a:lnTo>
                  <a:pt x="219456" y="85344"/>
                </a:lnTo>
                <a:lnTo>
                  <a:pt x="364236" y="85344"/>
                </a:lnTo>
                <a:lnTo>
                  <a:pt x="353568" y="74676"/>
                </a:lnTo>
                <a:lnTo>
                  <a:pt x="332232" y="53340"/>
                </a:lnTo>
                <a:lnTo>
                  <a:pt x="312420" y="74676"/>
                </a:lnTo>
                <a:lnTo>
                  <a:pt x="219456" y="74676"/>
                </a:lnTo>
                <a:lnTo>
                  <a:pt x="219456" y="30480"/>
                </a:lnTo>
                <a:lnTo>
                  <a:pt x="234696" y="18288"/>
                </a:lnTo>
                <a:lnTo>
                  <a:pt x="193548" y="0"/>
                </a:lnTo>
                <a:lnTo>
                  <a:pt x="194792" y="53340"/>
                </a:lnTo>
                <a:lnTo>
                  <a:pt x="195072" y="160020"/>
                </a:lnTo>
                <a:lnTo>
                  <a:pt x="106680" y="160020"/>
                </a:lnTo>
                <a:lnTo>
                  <a:pt x="106680" y="74676"/>
                </a:lnTo>
                <a:lnTo>
                  <a:pt x="121920" y="62484"/>
                </a:lnTo>
                <a:lnTo>
                  <a:pt x="80772" y="42672"/>
                </a:lnTo>
                <a:lnTo>
                  <a:pt x="82067" y="85344"/>
                </a:lnTo>
                <a:lnTo>
                  <a:pt x="82296" y="160020"/>
                </a:lnTo>
                <a:lnTo>
                  <a:pt x="0" y="160020"/>
                </a:lnTo>
                <a:lnTo>
                  <a:pt x="16764" y="175260"/>
                </a:lnTo>
                <a:lnTo>
                  <a:pt x="26187" y="173266"/>
                </a:lnTo>
                <a:lnTo>
                  <a:pt x="36195" y="171831"/>
                </a:lnTo>
                <a:lnTo>
                  <a:pt x="46761" y="170980"/>
                </a:lnTo>
                <a:lnTo>
                  <a:pt x="57912" y="170688"/>
                </a:lnTo>
                <a:lnTo>
                  <a:pt x="400812" y="170688"/>
                </a:lnTo>
                <a:close/>
              </a:path>
              <a:path w="1287779" h="411479">
                <a:moveTo>
                  <a:pt x="559295" y="260604"/>
                </a:moveTo>
                <a:lnTo>
                  <a:pt x="556247" y="254254"/>
                </a:lnTo>
                <a:lnTo>
                  <a:pt x="536232" y="261874"/>
                </a:lnTo>
                <a:lnTo>
                  <a:pt x="510336" y="272034"/>
                </a:lnTo>
                <a:lnTo>
                  <a:pt x="478459" y="283464"/>
                </a:lnTo>
                <a:lnTo>
                  <a:pt x="440423" y="296164"/>
                </a:lnTo>
                <a:lnTo>
                  <a:pt x="463283" y="324104"/>
                </a:lnTo>
                <a:lnTo>
                  <a:pt x="471004" y="312674"/>
                </a:lnTo>
                <a:lnTo>
                  <a:pt x="489572" y="298704"/>
                </a:lnTo>
                <a:lnTo>
                  <a:pt x="519010" y="280924"/>
                </a:lnTo>
                <a:lnTo>
                  <a:pt x="559295" y="260604"/>
                </a:lnTo>
                <a:close/>
              </a:path>
              <a:path w="1287779" h="411479">
                <a:moveTo>
                  <a:pt x="601967" y="213614"/>
                </a:moveTo>
                <a:lnTo>
                  <a:pt x="598487" y="211074"/>
                </a:lnTo>
                <a:lnTo>
                  <a:pt x="577583" y="195834"/>
                </a:lnTo>
                <a:lnTo>
                  <a:pt x="566915" y="211074"/>
                </a:lnTo>
                <a:lnTo>
                  <a:pt x="560819" y="211074"/>
                </a:lnTo>
                <a:lnTo>
                  <a:pt x="573011" y="49784"/>
                </a:lnTo>
                <a:lnTo>
                  <a:pt x="576440" y="47244"/>
                </a:lnTo>
                <a:lnTo>
                  <a:pt x="586727" y="39624"/>
                </a:lnTo>
                <a:lnTo>
                  <a:pt x="562343" y="18034"/>
                </a:lnTo>
                <a:lnTo>
                  <a:pt x="550151" y="35814"/>
                </a:lnTo>
                <a:lnTo>
                  <a:pt x="449567" y="35814"/>
                </a:lnTo>
                <a:lnTo>
                  <a:pt x="464807" y="51054"/>
                </a:lnTo>
                <a:lnTo>
                  <a:pt x="474243" y="49784"/>
                </a:lnTo>
                <a:lnTo>
                  <a:pt x="484238" y="47244"/>
                </a:lnTo>
                <a:lnTo>
                  <a:pt x="551675" y="47244"/>
                </a:lnTo>
                <a:lnTo>
                  <a:pt x="539483" y="211074"/>
                </a:lnTo>
                <a:lnTo>
                  <a:pt x="493763" y="211074"/>
                </a:lnTo>
                <a:lnTo>
                  <a:pt x="504431" y="101854"/>
                </a:lnTo>
                <a:lnTo>
                  <a:pt x="519671" y="90424"/>
                </a:lnTo>
                <a:lnTo>
                  <a:pt x="483095" y="72644"/>
                </a:lnTo>
                <a:lnTo>
                  <a:pt x="482320" y="96774"/>
                </a:lnTo>
                <a:lnTo>
                  <a:pt x="480339" y="124714"/>
                </a:lnTo>
                <a:lnTo>
                  <a:pt x="477418" y="161544"/>
                </a:lnTo>
                <a:lnTo>
                  <a:pt x="473951" y="207264"/>
                </a:lnTo>
                <a:lnTo>
                  <a:pt x="463283" y="213614"/>
                </a:lnTo>
                <a:lnTo>
                  <a:pt x="481571" y="233934"/>
                </a:lnTo>
                <a:lnTo>
                  <a:pt x="493763" y="222504"/>
                </a:lnTo>
                <a:lnTo>
                  <a:pt x="568439" y="222504"/>
                </a:lnTo>
                <a:lnTo>
                  <a:pt x="565873" y="263144"/>
                </a:lnTo>
                <a:lnTo>
                  <a:pt x="559015" y="322834"/>
                </a:lnTo>
                <a:lnTo>
                  <a:pt x="541959" y="357124"/>
                </a:lnTo>
                <a:lnTo>
                  <a:pt x="525767" y="362204"/>
                </a:lnTo>
                <a:lnTo>
                  <a:pt x="515772" y="360934"/>
                </a:lnTo>
                <a:lnTo>
                  <a:pt x="504050" y="358394"/>
                </a:lnTo>
                <a:lnTo>
                  <a:pt x="490626" y="355854"/>
                </a:lnTo>
                <a:lnTo>
                  <a:pt x="475475" y="350774"/>
                </a:lnTo>
                <a:lnTo>
                  <a:pt x="475475" y="358394"/>
                </a:lnTo>
                <a:lnTo>
                  <a:pt x="495465" y="367284"/>
                </a:lnTo>
                <a:lnTo>
                  <a:pt x="509574" y="376174"/>
                </a:lnTo>
                <a:lnTo>
                  <a:pt x="517702" y="386334"/>
                </a:lnTo>
                <a:lnTo>
                  <a:pt x="519671" y="396494"/>
                </a:lnTo>
                <a:lnTo>
                  <a:pt x="528510" y="395224"/>
                </a:lnTo>
                <a:lnTo>
                  <a:pt x="561390" y="373634"/>
                </a:lnTo>
                <a:lnTo>
                  <a:pt x="580631" y="311404"/>
                </a:lnTo>
                <a:lnTo>
                  <a:pt x="585203" y="273304"/>
                </a:lnTo>
                <a:lnTo>
                  <a:pt x="589775" y="223774"/>
                </a:lnTo>
                <a:lnTo>
                  <a:pt x="591299" y="222504"/>
                </a:lnTo>
                <a:lnTo>
                  <a:pt x="601967" y="213614"/>
                </a:lnTo>
                <a:close/>
              </a:path>
              <a:path w="1287779" h="411479">
                <a:moveTo>
                  <a:pt x="687311" y="270764"/>
                </a:moveTo>
                <a:lnTo>
                  <a:pt x="662927" y="247904"/>
                </a:lnTo>
                <a:lnTo>
                  <a:pt x="654621" y="260604"/>
                </a:lnTo>
                <a:lnTo>
                  <a:pt x="641019" y="275844"/>
                </a:lnTo>
                <a:lnTo>
                  <a:pt x="621995" y="294894"/>
                </a:lnTo>
                <a:lnTo>
                  <a:pt x="597395" y="316484"/>
                </a:lnTo>
                <a:lnTo>
                  <a:pt x="598919" y="322834"/>
                </a:lnTo>
                <a:lnTo>
                  <a:pt x="616089" y="311404"/>
                </a:lnTo>
                <a:lnTo>
                  <a:pt x="655307" y="284734"/>
                </a:lnTo>
                <a:lnTo>
                  <a:pt x="665022" y="278384"/>
                </a:lnTo>
                <a:lnTo>
                  <a:pt x="673595" y="274574"/>
                </a:lnTo>
                <a:lnTo>
                  <a:pt x="681024" y="272034"/>
                </a:lnTo>
                <a:lnTo>
                  <a:pt x="687311" y="270764"/>
                </a:lnTo>
                <a:close/>
              </a:path>
              <a:path w="1287779" h="411479">
                <a:moveTo>
                  <a:pt x="701027" y="325374"/>
                </a:moveTo>
                <a:lnTo>
                  <a:pt x="676643" y="301244"/>
                </a:lnTo>
                <a:lnTo>
                  <a:pt x="661504" y="321564"/>
                </a:lnTo>
                <a:lnTo>
                  <a:pt x="641210" y="343154"/>
                </a:lnTo>
                <a:lnTo>
                  <a:pt x="615784" y="364744"/>
                </a:lnTo>
                <a:lnTo>
                  <a:pt x="585203" y="386334"/>
                </a:lnTo>
                <a:lnTo>
                  <a:pt x="586727" y="392684"/>
                </a:lnTo>
                <a:lnTo>
                  <a:pt x="606729" y="382524"/>
                </a:lnTo>
                <a:lnTo>
                  <a:pt x="625589" y="371094"/>
                </a:lnTo>
                <a:lnTo>
                  <a:pt x="643305" y="360934"/>
                </a:lnTo>
                <a:lnTo>
                  <a:pt x="659879" y="348234"/>
                </a:lnTo>
                <a:lnTo>
                  <a:pt x="673595" y="338074"/>
                </a:lnTo>
                <a:lnTo>
                  <a:pt x="694169" y="326644"/>
                </a:lnTo>
                <a:lnTo>
                  <a:pt x="701027" y="325374"/>
                </a:lnTo>
                <a:close/>
              </a:path>
              <a:path w="1287779" h="411479">
                <a:moveTo>
                  <a:pt x="754367" y="34544"/>
                </a:moveTo>
                <a:lnTo>
                  <a:pt x="728459" y="9144"/>
                </a:lnTo>
                <a:lnTo>
                  <a:pt x="710171" y="25654"/>
                </a:lnTo>
                <a:lnTo>
                  <a:pt x="691883" y="25654"/>
                </a:lnTo>
                <a:lnTo>
                  <a:pt x="691883" y="148844"/>
                </a:lnTo>
                <a:lnTo>
                  <a:pt x="643115" y="164084"/>
                </a:lnTo>
                <a:lnTo>
                  <a:pt x="643115" y="124714"/>
                </a:lnTo>
                <a:lnTo>
                  <a:pt x="691883" y="124714"/>
                </a:lnTo>
                <a:lnTo>
                  <a:pt x="691883" y="113284"/>
                </a:lnTo>
                <a:lnTo>
                  <a:pt x="643115" y="113284"/>
                </a:lnTo>
                <a:lnTo>
                  <a:pt x="643115" y="80264"/>
                </a:lnTo>
                <a:lnTo>
                  <a:pt x="691883" y="80264"/>
                </a:lnTo>
                <a:lnTo>
                  <a:pt x="691883" y="71374"/>
                </a:lnTo>
                <a:lnTo>
                  <a:pt x="643115" y="71374"/>
                </a:lnTo>
                <a:lnTo>
                  <a:pt x="643115" y="35814"/>
                </a:lnTo>
                <a:lnTo>
                  <a:pt x="691883" y="35814"/>
                </a:lnTo>
                <a:lnTo>
                  <a:pt x="691883" y="25654"/>
                </a:lnTo>
                <a:lnTo>
                  <a:pt x="591299" y="25654"/>
                </a:lnTo>
                <a:lnTo>
                  <a:pt x="605015" y="39624"/>
                </a:lnTo>
                <a:lnTo>
                  <a:pt x="624827" y="34544"/>
                </a:lnTo>
                <a:lnTo>
                  <a:pt x="624827" y="170434"/>
                </a:lnTo>
                <a:lnTo>
                  <a:pt x="601967" y="176784"/>
                </a:lnTo>
                <a:lnTo>
                  <a:pt x="621779" y="200914"/>
                </a:lnTo>
                <a:lnTo>
                  <a:pt x="627875" y="189484"/>
                </a:lnTo>
                <a:lnTo>
                  <a:pt x="659879" y="174244"/>
                </a:lnTo>
                <a:lnTo>
                  <a:pt x="685482" y="164084"/>
                </a:lnTo>
                <a:lnTo>
                  <a:pt x="691883" y="161544"/>
                </a:lnTo>
                <a:lnTo>
                  <a:pt x="691883" y="208534"/>
                </a:lnTo>
                <a:lnTo>
                  <a:pt x="711695" y="195834"/>
                </a:lnTo>
                <a:lnTo>
                  <a:pt x="711695" y="161544"/>
                </a:lnTo>
                <a:lnTo>
                  <a:pt x="711695" y="151384"/>
                </a:lnTo>
                <a:lnTo>
                  <a:pt x="732015" y="141224"/>
                </a:lnTo>
                <a:lnTo>
                  <a:pt x="742175" y="136144"/>
                </a:lnTo>
                <a:lnTo>
                  <a:pt x="739127" y="131064"/>
                </a:lnTo>
                <a:lnTo>
                  <a:pt x="711695" y="141224"/>
                </a:lnTo>
                <a:lnTo>
                  <a:pt x="711695" y="124714"/>
                </a:lnTo>
                <a:lnTo>
                  <a:pt x="711695" y="113284"/>
                </a:lnTo>
                <a:lnTo>
                  <a:pt x="711695" y="80264"/>
                </a:lnTo>
                <a:lnTo>
                  <a:pt x="711695" y="71374"/>
                </a:lnTo>
                <a:lnTo>
                  <a:pt x="711695" y="35814"/>
                </a:lnTo>
                <a:lnTo>
                  <a:pt x="711695" y="34544"/>
                </a:lnTo>
                <a:lnTo>
                  <a:pt x="754367" y="34544"/>
                </a:lnTo>
                <a:close/>
              </a:path>
              <a:path w="1287779" h="411479">
                <a:moveTo>
                  <a:pt x="839711" y="153924"/>
                </a:moveTo>
                <a:lnTo>
                  <a:pt x="838187" y="147574"/>
                </a:lnTo>
                <a:lnTo>
                  <a:pt x="832091" y="141224"/>
                </a:lnTo>
                <a:lnTo>
                  <a:pt x="827290" y="136144"/>
                </a:lnTo>
                <a:lnTo>
                  <a:pt x="819899" y="129794"/>
                </a:lnTo>
                <a:lnTo>
                  <a:pt x="816686" y="127254"/>
                </a:lnTo>
                <a:lnTo>
                  <a:pt x="810234" y="122174"/>
                </a:lnTo>
                <a:lnTo>
                  <a:pt x="798563" y="113284"/>
                </a:lnTo>
                <a:lnTo>
                  <a:pt x="804049" y="103124"/>
                </a:lnTo>
                <a:lnTo>
                  <a:pt x="805421" y="100584"/>
                </a:lnTo>
                <a:lnTo>
                  <a:pt x="812279" y="86614"/>
                </a:lnTo>
                <a:lnTo>
                  <a:pt x="819137" y="71374"/>
                </a:lnTo>
                <a:lnTo>
                  <a:pt x="825995" y="54864"/>
                </a:lnTo>
                <a:lnTo>
                  <a:pt x="830059" y="52324"/>
                </a:lnTo>
                <a:lnTo>
                  <a:pt x="838187" y="47244"/>
                </a:lnTo>
                <a:lnTo>
                  <a:pt x="812279" y="26924"/>
                </a:lnTo>
                <a:lnTo>
                  <a:pt x="801611" y="42164"/>
                </a:lnTo>
                <a:lnTo>
                  <a:pt x="728459" y="42164"/>
                </a:lnTo>
                <a:lnTo>
                  <a:pt x="745223" y="58674"/>
                </a:lnTo>
                <a:lnTo>
                  <a:pt x="754659" y="56134"/>
                </a:lnTo>
                <a:lnTo>
                  <a:pt x="764654" y="53594"/>
                </a:lnTo>
                <a:lnTo>
                  <a:pt x="775233" y="53594"/>
                </a:lnTo>
                <a:lnTo>
                  <a:pt x="786371" y="52324"/>
                </a:lnTo>
                <a:lnTo>
                  <a:pt x="803135" y="52324"/>
                </a:lnTo>
                <a:lnTo>
                  <a:pt x="799401" y="65024"/>
                </a:lnTo>
                <a:lnTo>
                  <a:pt x="794943" y="76454"/>
                </a:lnTo>
                <a:lnTo>
                  <a:pt x="789635" y="89154"/>
                </a:lnTo>
                <a:lnTo>
                  <a:pt x="783323" y="103124"/>
                </a:lnTo>
                <a:lnTo>
                  <a:pt x="770470" y="95504"/>
                </a:lnTo>
                <a:lnTo>
                  <a:pt x="757034" y="87884"/>
                </a:lnTo>
                <a:lnTo>
                  <a:pt x="743038" y="81534"/>
                </a:lnTo>
                <a:lnTo>
                  <a:pt x="728459" y="73914"/>
                </a:lnTo>
                <a:lnTo>
                  <a:pt x="726935" y="78994"/>
                </a:lnTo>
                <a:lnTo>
                  <a:pt x="740130" y="87884"/>
                </a:lnTo>
                <a:lnTo>
                  <a:pt x="752462" y="96774"/>
                </a:lnTo>
                <a:lnTo>
                  <a:pt x="764235" y="105664"/>
                </a:lnTo>
                <a:lnTo>
                  <a:pt x="775703" y="115824"/>
                </a:lnTo>
                <a:lnTo>
                  <a:pt x="764273" y="132334"/>
                </a:lnTo>
                <a:lnTo>
                  <a:pt x="750557" y="150114"/>
                </a:lnTo>
                <a:lnTo>
                  <a:pt x="734555" y="169164"/>
                </a:lnTo>
                <a:lnTo>
                  <a:pt x="716267" y="186944"/>
                </a:lnTo>
                <a:lnTo>
                  <a:pt x="720839" y="189484"/>
                </a:lnTo>
                <a:lnTo>
                  <a:pt x="739698" y="176784"/>
                </a:lnTo>
                <a:lnTo>
                  <a:pt x="757415" y="162814"/>
                </a:lnTo>
                <a:lnTo>
                  <a:pt x="773988" y="146304"/>
                </a:lnTo>
                <a:lnTo>
                  <a:pt x="789419" y="127254"/>
                </a:lnTo>
                <a:lnTo>
                  <a:pt x="799998" y="138684"/>
                </a:lnTo>
                <a:lnTo>
                  <a:pt x="808850" y="148844"/>
                </a:lnTo>
                <a:lnTo>
                  <a:pt x="816000" y="157734"/>
                </a:lnTo>
                <a:lnTo>
                  <a:pt x="821423" y="165354"/>
                </a:lnTo>
                <a:lnTo>
                  <a:pt x="824471" y="172974"/>
                </a:lnTo>
                <a:lnTo>
                  <a:pt x="827519" y="176784"/>
                </a:lnTo>
                <a:lnTo>
                  <a:pt x="832091" y="176784"/>
                </a:lnTo>
                <a:lnTo>
                  <a:pt x="833615" y="172974"/>
                </a:lnTo>
                <a:lnTo>
                  <a:pt x="835139" y="171704"/>
                </a:lnTo>
                <a:lnTo>
                  <a:pt x="838187" y="161544"/>
                </a:lnTo>
                <a:lnTo>
                  <a:pt x="839711" y="153924"/>
                </a:lnTo>
                <a:close/>
              </a:path>
              <a:path w="1287779" h="411479">
                <a:moveTo>
                  <a:pt x="847331" y="357124"/>
                </a:moveTo>
                <a:lnTo>
                  <a:pt x="823099" y="346964"/>
                </a:lnTo>
                <a:lnTo>
                  <a:pt x="800849" y="332994"/>
                </a:lnTo>
                <a:lnTo>
                  <a:pt x="780897" y="313944"/>
                </a:lnTo>
                <a:lnTo>
                  <a:pt x="763511" y="289814"/>
                </a:lnTo>
                <a:lnTo>
                  <a:pt x="775423" y="284734"/>
                </a:lnTo>
                <a:lnTo>
                  <a:pt x="778395" y="283464"/>
                </a:lnTo>
                <a:lnTo>
                  <a:pt x="791133" y="277114"/>
                </a:lnTo>
                <a:lnTo>
                  <a:pt x="801878" y="272034"/>
                </a:lnTo>
                <a:lnTo>
                  <a:pt x="810755" y="268224"/>
                </a:lnTo>
                <a:lnTo>
                  <a:pt x="818235" y="264414"/>
                </a:lnTo>
                <a:lnTo>
                  <a:pt x="824852" y="263144"/>
                </a:lnTo>
                <a:lnTo>
                  <a:pt x="830910" y="261874"/>
                </a:lnTo>
                <a:lnTo>
                  <a:pt x="836663" y="261874"/>
                </a:lnTo>
                <a:lnTo>
                  <a:pt x="813803" y="235204"/>
                </a:lnTo>
                <a:lnTo>
                  <a:pt x="807186" y="244094"/>
                </a:lnTo>
                <a:lnTo>
                  <a:pt x="796277" y="254254"/>
                </a:lnTo>
                <a:lnTo>
                  <a:pt x="780808" y="268224"/>
                </a:lnTo>
                <a:lnTo>
                  <a:pt x="760463" y="284734"/>
                </a:lnTo>
                <a:lnTo>
                  <a:pt x="748423" y="265684"/>
                </a:lnTo>
                <a:lnTo>
                  <a:pt x="739508" y="249174"/>
                </a:lnTo>
                <a:lnTo>
                  <a:pt x="738416" y="246634"/>
                </a:lnTo>
                <a:lnTo>
                  <a:pt x="733463" y="235204"/>
                </a:lnTo>
                <a:lnTo>
                  <a:pt x="730859" y="227584"/>
                </a:lnTo>
                <a:lnTo>
                  <a:pt x="729983" y="225044"/>
                </a:lnTo>
                <a:lnTo>
                  <a:pt x="756081" y="219964"/>
                </a:lnTo>
                <a:lnTo>
                  <a:pt x="783323" y="216154"/>
                </a:lnTo>
                <a:lnTo>
                  <a:pt x="796810" y="213614"/>
                </a:lnTo>
                <a:lnTo>
                  <a:pt x="822947" y="213614"/>
                </a:lnTo>
                <a:lnTo>
                  <a:pt x="800087" y="185674"/>
                </a:lnTo>
                <a:lnTo>
                  <a:pt x="791286" y="190754"/>
                </a:lnTo>
                <a:lnTo>
                  <a:pt x="776465" y="195834"/>
                </a:lnTo>
                <a:lnTo>
                  <a:pt x="755942" y="203454"/>
                </a:lnTo>
                <a:lnTo>
                  <a:pt x="729983" y="209804"/>
                </a:lnTo>
                <a:lnTo>
                  <a:pt x="700265" y="217424"/>
                </a:lnTo>
                <a:lnTo>
                  <a:pt x="670547" y="223774"/>
                </a:lnTo>
                <a:lnTo>
                  <a:pt x="611111" y="233934"/>
                </a:lnTo>
                <a:lnTo>
                  <a:pt x="611111" y="239014"/>
                </a:lnTo>
                <a:lnTo>
                  <a:pt x="638594" y="236474"/>
                </a:lnTo>
                <a:lnTo>
                  <a:pt x="687844" y="231394"/>
                </a:lnTo>
                <a:lnTo>
                  <a:pt x="710171" y="227584"/>
                </a:lnTo>
                <a:lnTo>
                  <a:pt x="709942" y="282194"/>
                </a:lnTo>
                <a:lnTo>
                  <a:pt x="709485" y="324104"/>
                </a:lnTo>
                <a:lnTo>
                  <a:pt x="708952" y="366014"/>
                </a:lnTo>
                <a:lnTo>
                  <a:pt x="708850" y="377444"/>
                </a:lnTo>
                <a:lnTo>
                  <a:pt x="708647" y="406654"/>
                </a:lnTo>
                <a:lnTo>
                  <a:pt x="733031" y="395224"/>
                </a:lnTo>
                <a:lnTo>
                  <a:pt x="731913" y="367284"/>
                </a:lnTo>
                <a:lnTo>
                  <a:pt x="730935" y="332994"/>
                </a:lnTo>
                <a:lnTo>
                  <a:pt x="730402" y="301244"/>
                </a:lnTo>
                <a:lnTo>
                  <a:pt x="730237" y="289814"/>
                </a:lnTo>
                <a:lnTo>
                  <a:pt x="729983" y="246634"/>
                </a:lnTo>
                <a:lnTo>
                  <a:pt x="745413" y="287274"/>
                </a:lnTo>
                <a:lnTo>
                  <a:pt x="764273" y="322834"/>
                </a:lnTo>
                <a:lnTo>
                  <a:pt x="786561" y="353314"/>
                </a:lnTo>
                <a:lnTo>
                  <a:pt x="812279" y="377444"/>
                </a:lnTo>
                <a:lnTo>
                  <a:pt x="818616" y="369824"/>
                </a:lnTo>
                <a:lnTo>
                  <a:pt x="826376" y="364744"/>
                </a:lnTo>
                <a:lnTo>
                  <a:pt x="835863" y="362204"/>
                </a:lnTo>
                <a:lnTo>
                  <a:pt x="847331" y="362204"/>
                </a:lnTo>
                <a:lnTo>
                  <a:pt x="847331" y="357124"/>
                </a:lnTo>
                <a:close/>
              </a:path>
              <a:path w="1287779" h="411479">
                <a:moveTo>
                  <a:pt x="1287780" y="370332"/>
                </a:moveTo>
                <a:lnTo>
                  <a:pt x="1236548" y="357695"/>
                </a:lnTo>
                <a:lnTo>
                  <a:pt x="1199692" y="340791"/>
                </a:lnTo>
                <a:lnTo>
                  <a:pt x="1169631" y="320040"/>
                </a:lnTo>
                <a:lnTo>
                  <a:pt x="1166025" y="317309"/>
                </a:lnTo>
                <a:lnTo>
                  <a:pt x="1150620" y="303276"/>
                </a:lnTo>
                <a:lnTo>
                  <a:pt x="1165440" y="286512"/>
                </a:lnTo>
                <a:lnTo>
                  <a:pt x="1172311" y="278752"/>
                </a:lnTo>
                <a:lnTo>
                  <a:pt x="1193863" y="248793"/>
                </a:lnTo>
                <a:lnTo>
                  <a:pt x="1215123" y="213702"/>
                </a:lnTo>
                <a:lnTo>
                  <a:pt x="1235964" y="173736"/>
                </a:lnTo>
                <a:lnTo>
                  <a:pt x="1252728" y="164592"/>
                </a:lnTo>
                <a:lnTo>
                  <a:pt x="1251204" y="163068"/>
                </a:lnTo>
                <a:lnTo>
                  <a:pt x="1240536" y="152400"/>
                </a:lnTo>
                <a:lnTo>
                  <a:pt x="1225296" y="137160"/>
                </a:lnTo>
                <a:lnTo>
                  <a:pt x="1211580" y="150876"/>
                </a:lnTo>
                <a:lnTo>
                  <a:pt x="1211580" y="163068"/>
                </a:lnTo>
                <a:lnTo>
                  <a:pt x="1197546" y="196507"/>
                </a:lnTo>
                <a:lnTo>
                  <a:pt x="1180528" y="228219"/>
                </a:lnTo>
                <a:lnTo>
                  <a:pt x="1160348" y="258229"/>
                </a:lnTo>
                <a:lnTo>
                  <a:pt x="1136904" y="286512"/>
                </a:lnTo>
                <a:lnTo>
                  <a:pt x="1109776" y="251942"/>
                </a:lnTo>
                <a:lnTo>
                  <a:pt x="1085659" y="212217"/>
                </a:lnTo>
                <a:lnTo>
                  <a:pt x="1064679" y="167360"/>
                </a:lnTo>
                <a:lnTo>
                  <a:pt x="1050759" y="128016"/>
                </a:lnTo>
                <a:lnTo>
                  <a:pt x="1046988" y="117348"/>
                </a:lnTo>
                <a:lnTo>
                  <a:pt x="1049274" y="94830"/>
                </a:lnTo>
                <a:lnTo>
                  <a:pt x="1051547" y="75539"/>
                </a:lnTo>
                <a:lnTo>
                  <a:pt x="1053846" y="59486"/>
                </a:lnTo>
                <a:lnTo>
                  <a:pt x="1056132" y="47244"/>
                </a:lnTo>
                <a:lnTo>
                  <a:pt x="1162812" y="47244"/>
                </a:lnTo>
                <a:lnTo>
                  <a:pt x="1158875" y="62369"/>
                </a:lnTo>
                <a:lnTo>
                  <a:pt x="1154239" y="77914"/>
                </a:lnTo>
                <a:lnTo>
                  <a:pt x="1149299" y="93751"/>
                </a:lnTo>
                <a:lnTo>
                  <a:pt x="1144524" y="109728"/>
                </a:lnTo>
                <a:lnTo>
                  <a:pt x="1138758" y="124548"/>
                </a:lnTo>
                <a:lnTo>
                  <a:pt x="1132713" y="136779"/>
                </a:lnTo>
                <a:lnTo>
                  <a:pt x="1126083" y="146164"/>
                </a:lnTo>
                <a:lnTo>
                  <a:pt x="1118616" y="152400"/>
                </a:lnTo>
                <a:lnTo>
                  <a:pt x="1141476" y="175260"/>
                </a:lnTo>
                <a:lnTo>
                  <a:pt x="1153668" y="163068"/>
                </a:lnTo>
                <a:lnTo>
                  <a:pt x="1211580" y="163068"/>
                </a:lnTo>
                <a:lnTo>
                  <a:pt x="1211580" y="150876"/>
                </a:lnTo>
                <a:lnTo>
                  <a:pt x="1210056" y="152400"/>
                </a:lnTo>
                <a:lnTo>
                  <a:pt x="1153668" y="152400"/>
                </a:lnTo>
                <a:lnTo>
                  <a:pt x="1188720" y="56388"/>
                </a:lnTo>
                <a:lnTo>
                  <a:pt x="1203579" y="47244"/>
                </a:lnTo>
                <a:lnTo>
                  <a:pt x="1208532" y="44196"/>
                </a:lnTo>
                <a:lnTo>
                  <a:pt x="1179576" y="19812"/>
                </a:lnTo>
                <a:lnTo>
                  <a:pt x="1162812" y="36576"/>
                </a:lnTo>
                <a:lnTo>
                  <a:pt x="943356" y="36576"/>
                </a:lnTo>
                <a:lnTo>
                  <a:pt x="957072" y="50292"/>
                </a:lnTo>
                <a:lnTo>
                  <a:pt x="972312" y="47244"/>
                </a:lnTo>
                <a:lnTo>
                  <a:pt x="1030224" y="47244"/>
                </a:lnTo>
                <a:lnTo>
                  <a:pt x="1023366" y="105537"/>
                </a:lnTo>
                <a:lnTo>
                  <a:pt x="1011936" y="170688"/>
                </a:lnTo>
                <a:lnTo>
                  <a:pt x="992695" y="233553"/>
                </a:lnTo>
                <a:lnTo>
                  <a:pt x="967740" y="289560"/>
                </a:lnTo>
                <a:lnTo>
                  <a:pt x="931545" y="340995"/>
                </a:lnTo>
                <a:lnTo>
                  <a:pt x="883920" y="394716"/>
                </a:lnTo>
                <a:lnTo>
                  <a:pt x="886968" y="399288"/>
                </a:lnTo>
                <a:lnTo>
                  <a:pt x="927823" y="364744"/>
                </a:lnTo>
                <a:lnTo>
                  <a:pt x="961263" y="329755"/>
                </a:lnTo>
                <a:lnTo>
                  <a:pt x="987259" y="294500"/>
                </a:lnTo>
                <a:lnTo>
                  <a:pt x="1005840" y="259080"/>
                </a:lnTo>
                <a:lnTo>
                  <a:pt x="1031176" y="190690"/>
                </a:lnTo>
                <a:lnTo>
                  <a:pt x="1043940" y="128016"/>
                </a:lnTo>
                <a:lnTo>
                  <a:pt x="1055649" y="173189"/>
                </a:lnTo>
                <a:lnTo>
                  <a:pt x="1072515" y="217360"/>
                </a:lnTo>
                <a:lnTo>
                  <a:pt x="1094511" y="260680"/>
                </a:lnTo>
                <a:lnTo>
                  <a:pt x="1121664" y="303276"/>
                </a:lnTo>
                <a:lnTo>
                  <a:pt x="1086840" y="331546"/>
                </a:lnTo>
                <a:lnTo>
                  <a:pt x="1044321" y="356806"/>
                </a:lnTo>
                <a:lnTo>
                  <a:pt x="994359" y="378929"/>
                </a:lnTo>
                <a:lnTo>
                  <a:pt x="937260" y="397764"/>
                </a:lnTo>
                <a:lnTo>
                  <a:pt x="938784" y="405384"/>
                </a:lnTo>
                <a:lnTo>
                  <a:pt x="999718" y="389051"/>
                </a:lnTo>
                <a:lnTo>
                  <a:pt x="1052512" y="369570"/>
                </a:lnTo>
                <a:lnTo>
                  <a:pt x="1097584" y="346671"/>
                </a:lnTo>
                <a:lnTo>
                  <a:pt x="1135380" y="320040"/>
                </a:lnTo>
                <a:lnTo>
                  <a:pt x="1158240" y="342290"/>
                </a:lnTo>
                <a:lnTo>
                  <a:pt x="1185672" y="363093"/>
                </a:lnTo>
                <a:lnTo>
                  <a:pt x="1217676" y="382193"/>
                </a:lnTo>
                <a:lnTo>
                  <a:pt x="1254252" y="399288"/>
                </a:lnTo>
                <a:lnTo>
                  <a:pt x="1259916" y="390131"/>
                </a:lnTo>
                <a:lnTo>
                  <a:pt x="1267587" y="383095"/>
                </a:lnTo>
                <a:lnTo>
                  <a:pt x="1276959" y="378079"/>
                </a:lnTo>
                <a:lnTo>
                  <a:pt x="1287780" y="374904"/>
                </a:lnTo>
                <a:lnTo>
                  <a:pt x="1287780" y="37033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" name="object 37"/>
          <p:cNvSpPr/>
          <p:nvPr/>
        </p:nvSpPr>
        <p:spPr>
          <a:xfrm>
            <a:off x="5687568" y="4184903"/>
            <a:ext cx="835660" cy="408940"/>
          </a:xfrm>
          <a:custGeom>
            <a:avLst/>
            <a:gdLst/>
            <a:ahLst/>
            <a:cxnLst/>
            <a:rect l="l" t="t" r="r" b="b"/>
            <a:pathLst>
              <a:path w="835659" h="408939">
                <a:moveTo>
                  <a:pt x="335280" y="21336"/>
                </a:moveTo>
                <a:lnTo>
                  <a:pt x="333209" y="19812"/>
                </a:lnTo>
                <a:lnTo>
                  <a:pt x="306324" y="0"/>
                </a:lnTo>
                <a:lnTo>
                  <a:pt x="297180" y="14859"/>
                </a:lnTo>
                <a:lnTo>
                  <a:pt x="297180" y="28956"/>
                </a:lnTo>
                <a:lnTo>
                  <a:pt x="297180" y="68580"/>
                </a:lnTo>
                <a:lnTo>
                  <a:pt x="297180" y="77724"/>
                </a:lnTo>
                <a:lnTo>
                  <a:pt x="297180" y="115824"/>
                </a:lnTo>
                <a:lnTo>
                  <a:pt x="109728" y="115824"/>
                </a:lnTo>
                <a:lnTo>
                  <a:pt x="109728" y="77724"/>
                </a:lnTo>
                <a:lnTo>
                  <a:pt x="297180" y="77724"/>
                </a:lnTo>
                <a:lnTo>
                  <a:pt x="297180" y="68580"/>
                </a:lnTo>
                <a:lnTo>
                  <a:pt x="109728" y="68580"/>
                </a:lnTo>
                <a:lnTo>
                  <a:pt x="109728" y="28956"/>
                </a:lnTo>
                <a:lnTo>
                  <a:pt x="297180" y="28956"/>
                </a:lnTo>
                <a:lnTo>
                  <a:pt x="297180" y="14859"/>
                </a:lnTo>
                <a:lnTo>
                  <a:pt x="294132" y="19812"/>
                </a:lnTo>
                <a:lnTo>
                  <a:pt x="109728" y="19812"/>
                </a:lnTo>
                <a:lnTo>
                  <a:pt x="83820" y="6096"/>
                </a:lnTo>
                <a:lnTo>
                  <a:pt x="84696" y="22656"/>
                </a:lnTo>
                <a:lnTo>
                  <a:pt x="85153" y="40195"/>
                </a:lnTo>
                <a:lnTo>
                  <a:pt x="85318" y="58610"/>
                </a:lnTo>
                <a:lnTo>
                  <a:pt x="85280" y="101155"/>
                </a:lnTo>
                <a:lnTo>
                  <a:pt x="85153" y="115252"/>
                </a:lnTo>
                <a:lnTo>
                  <a:pt x="84696" y="132803"/>
                </a:lnTo>
                <a:lnTo>
                  <a:pt x="83820" y="149352"/>
                </a:lnTo>
                <a:lnTo>
                  <a:pt x="109728" y="140208"/>
                </a:lnTo>
                <a:lnTo>
                  <a:pt x="109728" y="126492"/>
                </a:lnTo>
                <a:lnTo>
                  <a:pt x="297180" y="126492"/>
                </a:lnTo>
                <a:lnTo>
                  <a:pt x="297180" y="147828"/>
                </a:lnTo>
                <a:lnTo>
                  <a:pt x="323088" y="135636"/>
                </a:lnTo>
                <a:lnTo>
                  <a:pt x="322910" y="126492"/>
                </a:lnTo>
                <a:lnTo>
                  <a:pt x="322846" y="122478"/>
                </a:lnTo>
                <a:lnTo>
                  <a:pt x="322681" y="115824"/>
                </a:lnTo>
                <a:lnTo>
                  <a:pt x="322326" y="101155"/>
                </a:lnTo>
                <a:lnTo>
                  <a:pt x="321906" y="77724"/>
                </a:lnTo>
                <a:lnTo>
                  <a:pt x="321792" y="71564"/>
                </a:lnTo>
                <a:lnTo>
                  <a:pt x="321779" y="68580"/>
                </a:lnTo>
                <a:lnTo>
                  <a:pt x="321564" y="33528"/>
                </a:lnTo>
                <a:lnTo>
                  <a:pt x="326707" y="28956"/>
                </a:lnTo>
                <a:lnTo>
                  <a:pt x="335280" y="21336"/>
                </a:lnTo>
                <a:close/>
              </a:path>
              <a:path w="835659" h="408939">
                <a:moveTo>
                  <a:pt x="397764" y="173736"/>
                </a:moveTo>
                <a:lnTo>
                  <a:pt x="359664" y="135636"/>
                </a:lnTo>
                <a:lnTo>
                  <a:pt x="332232" y="163068"/>
                </a:lnTo>
                <a:lnTo>
                  <a:pt x="167640" y="163068"/>
                </a:lnTo>
                <a:lnTo>
                  <a:pt x="167640" y="312420"/>
                </a:lnTo>
                <a:lnTo>
                  <a:pt x="85344" y="326136"/>
                </a:lnTo>
                <a:lnTo>
                  <a:pt x="85344" y="271272"/>
                </a:lnTo>
                <a:lnTo>
                  <a:pt x="167640" y="271272"/>
                </a:lnTo>
                <a:lnTo>
                  <a:pt x="167640" y="260604"/>
                </a:lnTo>
                <a:lnTo>
                  <a:pt x="85344" y="260604"/>
                </a:lnTo>
                <a:lnTo>
                  <a:pt x="85344" y="220980"/>
                </a:lnTo>
                <a:lnTo>
                  <a:pt x="167640" y="220980"/>
                </a:lnTo>
                <a:lnTo>
                  <a:pt x="167640" y="210312"/>
                </a:lnTo>
                <a:lnTo>
                  <a:pt x="85344" y="210312"/>
                </a:lnTo>
                <a:lnTo>
                  <a:pt x="85344" y="173736"/>
                </a:lnTo>
                <a:lnTo>
                  <a:pt x="167640" y="173736"/>
                </a:lnTo>
                <a:lnTo>
                  <a:pt x="167640" y="163068"/>
                </a:lnTo>
                <a:lnTo>
                  <a:pt x="0" y="163068"/>
                </a:lnTo>
                <a:lnTo>
                  <a:pt x="13716" y="176784"/>
                </a:lnTo>
                <a:lnTo>
                  <a:pt x="36576" y="173736"/>
                </a:lnTo>
                <a:lnTo>
                  <a:pt x="60960" y="173736"/>
                </a:lnTo>
                <a:lnTo>
                  <a:pt x="60960" y="332232"/>
                </a:lnTo>
                <a:lnTo>
                  <a:pt x="30480" y="336804"/>
                </a:lnTo>
                <a:lnTo>
                  <a:pt x="16802" y="339090"/>
                </a:lnTo>
                <a:lnTo>
                  <a:pt x="4572" y="341376"/>
                </a:lnTo>
                <a:lnTo>
                  <a:pt x="24384" y="373380"/>
                </a:lnTo>
                <a:lnTo>
                  <a:pt x="27546" y="369951"/>
                </a:lnTo>
                <a:lnTo>
                  <a:pt x="32575" y="366522"/>
                </a:lnTo>
                <a:lnTo>
                  <a:pt x="88773" y="346900"/>
                </a:lnTo>
                <a:lnTo>
                  <a:pt x="167640" y="326136"/>
                </a:lnTo>
                <a:lnTo>
                  <a:pt x="167640" y="408432"/>
                </a:lnTo>
                <a:lnTo>
                  <a:pt x="190500" y="394716"/>
                </a:lnTo>
                <a:lnTo>
                  <a:pt x="190500" y="320040"/>
                </a:lnTo>
                <a:lnTo>
                  <a:pt x="231952" y="307848"/>
                </a:lnTo>
                <a:lnTo>
                  <a:pt x="242316" y="304800"/>
                </a:lnTo>
                <a:lnTo>
                  <a:pt x="240792" y="297180"/>
                </a:lnTo>
                <a:lnTo>
                  <a:pt x="190500" y="307848"/>
                </a:lnTo>
                <a:lnTo>
                  <a:pt x="190500" y="271272"/>
                </a:lnTo>
                <a:lnTo>
                  <a:pt x="190500" y="260604"/>
                </a:lnTo>
                <a:lnTo>
                  <a:pt x="190500" y="220980"/>
                </a:lnTo>
                <a:lnTo>
                  <a:pt x="190500" y="210312"/>
                </a:lnTo>
                <a:lnTo>
                  <a:pt x="190500" y="173736"/>
                </a:lnTo>
                <a:lnTo>
                  <a:pt x="397764" y="173736"/>
                </a:lnTo>
                <a:close/>
              </a:path>
              <a:path w="835659" h="408939">
                <a:moveTo>
                  <a:pt x="400812" y="368808"/>
                </a:moveTo>
                <a:lnTo>
                  <a:pt x="360730" y="360883"/>
                </a:lnTo>
                <a:lnTo>
                  <a:pt x="327177" y="341833"/>
                </a:lnTo>
                <a:lnTo>
                  <a:pt x="319201" y="335280"/>
                </a:lnTo>
                <a:lnTo>
                  <a:pt x="314909" y="331762"/>
                </a:lnTo>
                <a:lnTo>
                  <a:pt x="301752" y="320040"/>
                </a:lnTo>
                <a:lnTo>
                  <a:pt x="312089" y="304800"/>
                </a:lnTo>
                <a:lnTo>
                  <a:pt x="316318" y="298564"/>
                </a:lnTo>
                <a:lnTo>
                  <a:pt x="330327" y="275082"/>
                </a:lnTo>
                <a:lnTo>
                  <a:pt x="343750" y="249326"/>
                </a:lnTo>
                <a:lnTo>
                  <a:pt x="356616" y="220980"/>
                </a:lnTo>
                <a:lnTo>
                  <a:pt x="366776" y="214884"/>
                </a:lnTo>
                <a:lnTo>
                  <a:pt x="371856" y="211836"/>
                </a:lnTo>
                <a:lnTo>
                  <a:pt x="344424" y="187452"/>
                </a:lnTo>
                <a:lnTo>
                  <a:pt x="332232" y="203708"/>
                </a:lnTo>
                <a:lnTo>
                  <a:pt x="332232" y="214884"/>
                </a:lnTo>
                <a:lnTo>
                  <a:pt x="327634" y="226314"/>
                </a:lnTo>
                <a:lnTo>
                  <a:pt x="306438" y="272021"/>
                </a:lnTo>
                <a:lnTo>
                  <a:pt x="286512" y="304800"/>
                </a:lnTo>
                <a:lnTo>
                  <a:pt x="279882" y="296227"/>
                </a:lnTo>
                <a:lnTo>
                  <a:pt x="255168" y="251968"/>
                </a:lnTo>
                <a:lnTo>
                  <a:pt x="242316" y="214884"/>
                </a:lnTo>
                <a:lnTo>
                  <a:pt x="332232" y="214884"/>
                </a:lnTo>
                <a:lnTo>
                  <a:pt x="332232" y="203708"/>
                </a:lnTo>
                <a:lnTo>
                  <a:pt x="330708" y="205740"/>
                </a:lnTo>
                <a:lnTo>
                  <a:pt x="196596" y="205740"/>
                </a:lnTo>
                <a:lnTo>
                  <a:pt x="210312" y="219456"/>
                </a:lnTo>
                <a:lnTo>
                  <a:pt x="233172" y="214884"/>
                </a:lnTo>
                <a:lnTo>
                  <a:pt x="236855" y="230581"/>
                </a:lnTo>
                <a:lnTo>
                  <a:pt x="240982" y="245554"/>
                </a:lnTo>
                <a:lnTo>
                  <a:pt x="255028" y="285140"/>
                </a:lnTo>
                <a:lnTo>
                  <a:pt x="274320" y="321564"/>
                </a:lnTo>
                <a:lnTo>
                  <a:pt x="256349" y="341757"/>
                </a:lnTo>
                <a:lnTo>
                  <a:pt x="236410" y="361378"/>
                </a:lnTo>
                <a:lnTo>
                  <a:pt x="214515" y="380072"/>
                </a:lnTo>
                <a:lnTo>
                  <a:pt x="190500" y="397764"/>
                </a:lnTo>
                <a:lnTo>
                  <a:pt x="195072" y="403860"/>
                </a:lnTo>
                <a:lnTo>
                  <a:pt x="222211" y="386715"/>
                </a:lnTo>
                <a:lnTo>
                  <a:pt x="246507" y="369570"/>
                </a:lnTo>
                <a:lnTo>
                  <a:pt x="267931" y="352425"/>
                </a:lnTo>
                <a:lnTo>
                  <a:pt x="286512" y="335280"/>
                </a:lnTo>
                <a:lnTo>
                  <a:pt x="297434" y="346163"/>
                </a:lnTo>
                <a:lnTo>
                  <a:pt x="327660" y="373380"/>
                </a:lnTo>
                <a:lnTo>
                  <a:pt x="365760" y="396240"/>
                </a:lnTo>
                <a:lnTo>
                  <a:pt x="370370" y="388200"/>
                </a:lnTo>
                <a:lnTo>
                  <a:pt x="377571" y="382143"/>
                </a:lnTo>
                <a:lnTo>
                  <a:pt x="387616" y="377812"/>
                </a:lnTo>
                <a:lnTo>
                  <a:pt x="400812" y="374904"/>
                </a:lnTo>
                <a:lnTo>
                  <a:pt x="400812" y="368808"/>
                </a:lnTo>
                <a:close/>
              </a:path>
              <a:path w="835659" h="408939">
                <a:moveTo>
                  <a:pt x="800087" y="230124"/>
                </a:moveTo>
                <a:lnTo>
                  <a:pt x="792467" y="222504"/>
                </a:lnTo>
                <a:lnTo>
                  <a:pt x="775703" y="205740"/>
                </a:lnTo>
                <a:lnTo>
                  <a:pt x="761987" y="218313"/>
                </a:lnTo>
                <a:lnTo>
                  <a:pt x="761987" y="233172"/>
                </a:lnTo>
                <a:lnTo>
                  <a:pt x="761987" y="344424"/>
                </a:lnTo>
                <a:lnTo>
                  <a:pt x="605015" y="344424"/>
                </a:lnTo>
                <a:lnTo>
                  <a:pt x="605015" y="233172"/>
                </a:lnTo>
                <a:lnTo>
                  <a:pt x="761987" y="233172"/>
                </a:lnTo>
                <a:lnTo>
                  <a:pt x="761987" y="218313"/>
                </a:lnTo>
                <a:lnTo>
                  <a:pt x="757415" y="222504"/>
                </a:lnTo>
                <a:lnTo>
                  <a:pt x="608063" y="222504"/>
                </a:lnTo>
                <a:lnTo>
                  <a:pt x="579107" y="207264"/>
                </a:lnTo>
                <a:lnTo>
                  <a:pt x="579996" y="227584"/>
                </a:lnTo>
                <a:lnTo>
                  <a:pt x="580440" y="249745"/>
                </a:lnTo>
                <a:lnTo>
                  <a:pt x="580605" y="273304"/>
                </a:lnTo>
                <a:lnTo>
                  <a:pt x="580542" y="309372"/>
                </a:lnTo>
                <a:lnTo>
                  <a:pt x="579678" y="350901"/>
                </a:lnTo>
                <a:lnTo>
                  <a:pt x="577583" y="394716"/>
                </a:lnTo>
                <a:lnTo>
                  <a:pt x="605015" y="382524"/>
                </a:lnTo>
                <a:lnTo>
                  <a:pt x="605015" y="355092"/>
                </a:lnTo>
                <a:lnTo>
                  <a:pt x="761987" y="355092"/>
                </a:lnTo>
                <a:lnTo>
                  <a:pt x="761987" y="385572"/>
                </a:lnTo>
                <a:lnTo>
                  <a:pt x="787895" y="374904"/>
                </a:lnTo>
                <a:lnTo>
                  <a:pt x="787019" y="364337"/>
                </a:lnTo>
                <a:lnTo>
                  <a:pt x="786650" y="355092"/>
                </a:lnTo>
                <a:lnTo>
                  <a:pt x="786561" y="353187"/>
                </a:lnTo>
                <a:lnTo>
                  <a:pt x="786447" y="344424"/>
                </a:lnTo>
                <a:lnTo>
                  <a:pt x="786371" y="239268"/>
                </a:lnTo>
                <a:lnTo>
                  <a:pt x="795515" y="233172"/>
                </a:lnTo>
                <a:lnTo>
                  <a:pt x="800087" y="230124"/>
                </a:lnTo>
                <a:close/>
              </a:path>
              <a:path w="835659" h="408939">
                <a:moveTo>
                  <a:pt x="835139" y="149352"/>
                </a:moveTo>
                <a:lnTo>
                  <a:pt x="824966" y="138684"/>
                </a:lnTo>
                <a:lnTo>
                  <a:pt x="803135" y="115824"/>
                </a:lnTo>
                <a:lnTo>
                  <a:pt x="780275" y="138684"/>
                </a:lnTo>
                <a:lnTo>
                  <a:pt x="539483" y="138684"/>
                </a:lnTo>
                <a:lnTo>
                  <a:pt x="539483" y="68580"/>
                </a:lnTo>
                <a:lnTo>
                  <a:pt x="583755" y="64871"/>
                </a:lnTo>
                <a:lnTo>
                  <a:pt x="627303" y="60579"/>
                </a:lnTo>
                <a:lnTo>
                  <a:pt x="650748" y="57912"/>
                </a:lnTo>
                <a:lnTo>
                  <a:pt x="670001" y="55727"/>
                </a:lnTo>
                <a:lnTo>
                  <a:pt x="711695" y="50292"/>
                </a:lnTo>
                <a:lnTo>
                  <a:pt x="748017" y="46291"/>
                </a:lnTo>
                <a:lnTo>
                  <a:pt x="777036" y="43434"/>
                </a:lnTo>
                <a:lnTo>
                  <a:pt x="798931" y="41719"/>
                </a:lnTo>
                <a:lnTo>
                  <a:pt x="813803" y="41148"/>
                </a:lnTo>
                <a:lnTo>
                  <a:pt x="789419" y="9144"/>
                </a:lnTo>
                <a:lnTo>
                  <a:pt x="733488" y="28219"/>
                </a:lnTo>
                <a:lnTo>
                  <a:pt x="669810" y="41630"/>
                </a:lnTo>
                <a:lnTo>
                  <a:pt x="631113" y="47625"/>
                </a:lnTo>
                <a:lnTo>
                  <a:pt x="588137" y="53060"/>
                </a:lnTo>
                <a:lnTo>
                  <a:pt x="541007" y="57912"/>
                </a:lnTo>
                <a:lnTo>
                  <a:pt x="513575" y="39624"/>
                </a:lnTo>
                <a:lnTo>
                  <a:pt x="513791" y="75920"/>
                </a:lnTo>
                <a:lnTo>
                  <a:pt x="514146" y="111633"/>
                </a:lnTo>
                <a:lnTo>
                  <a:pt x="514172" y="149352"/>
                </a:lnTo>
                <a:lnTo>
                  <a:pt x="513575" y="181356"/>
                </a:lnTo>
                <a:lnTo>
                  <a:pt x="510146" y="245173"/>
                </a:lnTo>
                <a:lnTo>
                  <a:pt x="499859" y="298704"/>
                </a:lnTo>
                <a:lnTo>
                  <a:pt x="479094" y="349377"/>
                </a:lnTo>
                <a:lnTo>
                  <a:pt x="443471" y="402336"/>
                </a:lnTo>
                <a:lnTo>
                  <a:pt x="448043" y="406908"/>
                </a:lnTo>
                <a:lnTo>
                  <a:pt x="489381" y="360426"/>
                </a:lnTo>
                <a:lnTo>
                  <a:pt x="518147" y="309372"/>
                </a:lnTo>
                <a:lnTo>
                  <a:pt x="535101" y="241935"/>
                </a:lnTo>
                <a:lnTo>
                  <a:pt x="538937" y="198793"/>
                </a:lnTo>
                <a:lnTo>
                  <a:pt x="539483" y="149352"/>
                </a:lnTo>
                <a:lnTo>
                  <a:pt x="835139" y="14935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" name="object 38"/>
          <p:cNvSpPr/>
          <p:nvPr/>
        </p:nvSpPr>
        <p:spPr>
          <a:xfrm>
            <a:off x="6609588" y="4184904"/>
            <a:ext cx="355600" cy="402590"/>
          </a:xfrm>
          <a:custGeom>
            <a:avLst/>
            <a:gdLst/>
            <a:ahLst/>
            <a:cxnLst/>
            <a:rect l="l" t="t" r="r" b="b"/>
            <a:pathLst>
              <a:path w="355600" h="402589">
                <a:moveTo>
                  <a:pt x="53340" y="89916"/>
                </a:moveTo>
                <a:lnTo>
                  <a:pt x="42672" y="89916"/>
                </a:lnTo>
                <a:lnTo>
                  <a:pt x="50696" y="62793"/>
                </a:lnTo>
                <a:lnTo>
                  <a:pt x="56578" y="38671"/>
                </a:lnTo>
                <a:lnTo>
                  <a:pt x="60459" y="17692"/>
                </a:lnTo>
                <a:lnTo>
                  <a:pt x="62484" y="0"/>
                </a:lnTo>
                <a:lnTo>
                  <a:pt x="100584" y="21336"/>
                </a:lnTo>
                <a:lnTo>
                  <a:pt x="90844" y="29051"/>
                </a:lnTo>
                <a:lnTo>
                  <a:pt x="79819" y="43053"/>
                </a:lnTo>
                <a:lnTo>
                  <a:pt x="67365" y="63341"/>
                </a:lnTo>
                <a:lnTo>
                  <a:pt x="53340" y="89916"/>
                </a:lnTo>
                <a:close/>
              </a:path>
              <a:path w="355600" h="402589">
                <a:moveTo>
                  <a:pt x="147828" y="192024"/>
                </a:moveTo>
                <a:lnTo>
                  <a:pt x="141732" y="187452"/>
                </a:lnTo>
                <a:lnTo>
                  <a:pt x="158877" y="160615"/>
                </a:lnTo>
                <a:lnTo>
                  <a:pt x="173736" y="135064"/>
                </a:lnTo>
                <a:lnTo>
                  <a:pt x="196596" y="88392"/>
                </a:lnTo>
                <a:lnTo>
                  <a:pt x="211264" y="44958"/>
                </a:lnTo>
                <a:lnTo>
                  <a:pt x="222503" y="1524"/>
                </a:lnTo>
                <a:lnTo>
                  <a:pt x="260603" y="24384"/>
                </a:lnTo>
                <a:lnTo>
                  <a:pt x="252626" y="32146"/>
                </a:lnTo>
                <a:lnTo>
                  <a:pt x="242506" y="46482"/>
                </a:lnTo>
                <a:lnTo>
                  <a:pt x="230385" y="67675"/>
                </a:lnTo>
                <a:lnTo>
                  <a:pt x="216408" y="96012"/>
                </a:lnTo>
                <a:lnTo>
                  <a:pt x="348996" y="96012"/>
                </a:lnTo>
                <a:lnTo>
                  <a:pt x="355092" y="102108"/>
                </a:lnTo>
                <a:lnTo>
                  <a:pt x="349377" y="106680"/>
                </a:lnTo>
                <a:lnTo>
                  <a:pt x="213360" y="106680"/>
                </a:lnTo>
                <a:lnTo>
                  <a:pt x="197334" y="130730"/>
                </a:lnTo>
                <a:lnTo>
                  <a:pt x="181165" y="152781"/>
                </a:lnTo>
                <a:lnTo>
                  <a:pt x="164711" y="173116"/>
                </a:lnTo>
                <a:lnTo>
                  <a:pt x="147828" y="192024"/>
                </a:lnTo>
                <a:close/>
              </a:path>
              <a:path w="355600" h="402589">
                <a:moveTo>
                  <a:pt x="144780" y="89916"/>
                </a:moveTo>
                <a:lnTo>
                  <a:pt x="111252" y="89916"/>
                </a:lnTo>
                <a:lnTo>
                  <a:pt x="128016" y="73152"/>
                </a:lnTo>
                <a:lnTo>
                  <a:pt x="144780" y="89916"/>
                </a:lnTo>
                <a:close/>
              </a:path>
              <a:path w="355600" h="402589">
                <a:moveTo>
                  <a:pt x="0" y="397764"/>
                </a:moveTo>
                <a:lnTo>
                  <a:pt x="179" y="367474"/>
                </a:lnTo>
                <a:lnTo>
                  <a:pt x="301" y="352615"/>
                </a:lnTo>
                <a:lnTo>
                  <a:pt x="1285" y="276463"/>
                </a:lnTo>
                <a:lnTo>
                  <a:pt x="1360" y="263842"/>
                </a:lnTo>
                <a:lnTo>
                  <a:pt x="1479" y="228600"/>
                </a:lnTo>
                <a:lnTo>
                  <a:pt x="1285" y="195333"/>
                </a:lnTo>
                <a:lnTo>
                  <a:pt x="238" y="114704"/>
                </a:lnTo>
                <a:lnTo>
                  <a:pt x="0" y="74676"/>
                </a:lnTo>
                <a:lnTo>
                  <a:pt x="25908" y="89916"/>
                </a:lnTo>
                <a:lnTo>
                  <a:pt x="144780" y="89916"/>
                </a:lnTo>
                <a:lnTo>
                  <a:pt x="153924" y="99060"/>
                </a:lnTo>
                <a:lnTo>
                  <a:pt x="151828" y="100584"/>
                </a:lnTo>
                <a:lnTo>
                  <a:pt x="24384" y="100584"/>
                </a:lnTo>
                <a:lnTo>
                  <a:pt x="24384" y="211836"/>
                </a:lnTo>
                <a:lnTo>
                  <a:pt x="137205" y="211836"/>
                </a:lnTo>
                <a:lnTo>
                  <a:pt x="137219" y="222504"/>
                </a:lnTo>
                <a:lnTo>
                  <a:pt x="24384" y="222504"/>
                </a:lnTo>
                <a:lnTo>
                  <a:pt x="24384" y="344424"/>
                </a:lnTo>
                <a:lnTo>
                  <a:pt x="137914" y="344424"/>
                </a:lnTo>
                <a:lnTo>
                  <a:pt x="138028" y="350520"/>
                </a:lnTo>
                <a:lnTo>
                  <a:pt x="138137" y="355092"/>
                </a:lnTo>
                <a:lnTo>
                  <a:pt x="24384" y="355092"/>
                </a:lnTo>
                <a:lnTo>
                  <a:pt x="24384" y="384048"/>
                </a:lnTo>
                <a:lnTo>
                  <a:pt x="0" y="397764"/>
                </a:lnTo>
                <a:close/>
              </a:path>
              <a:path w="355600" h="402589">
                <a:moveTo>
                  <a:pt x="348996" y="96012"/>
                </a:moveTo>
                <a:lnTo>
                  <a:pt x="310896" y="96012"/>
                </a:lnTo>
                <a:lnTo>
                  <a:pt x="329184" y="76200"/>
                </a:lnTo>
                <a:lnTo>
                  <a:pt x="348996" y="96012"/>
                </a:lnTo>
                <a:close/>
              </a:path>
              <a:path w="355600" h="402589">
                <a:moveTo>
                  <a:pt x="137205" y="211836"/>
                </a:moveTo>
                <a:lnTo>
                  <a:pt x="114300" y="211836"/>
                </a:lnTo>
                <a:lnTo>
                  <a:pt x="114300" y="100584"/>
                </a:lnTo>
                <a:lnTo>
                  <a:pt x="151828" y="100584"/>
                </a:lnTo>
                <a:lnTo>
                  <a:pt x="137160" y="111252"/>
                </a:lnTo>
                <a:lnTo>
                  <a:pt x="137205" y="211836"/>
                </a:lnTo>
                <a:close/>
              </a:path>
              <a:path w="355600" h="402589">
                <a:moveTo>
                  <a:pt x="325975" y="359664"/>
                </a:moveTo>
                <a:lnTo>
                  <a:pt x="283464" y="359664"/>
                </a:lnTo>
                <a:lnTo>
                  <a:pt x="291750" y="357925"/>
                </a:lnTo>
                <a:lnTo>
                  <a:pt x="298323" y="352615"/>
                </a:lnTo>
                <a:lnTo>
                  <a:pt x="308586" y="305562"/>
                </a:lnTo>
                <a:lnTo>
                  <a:pt x="310705" y="259842"/>
                </a:lnTo>
                <a:lnTo>
                  <a:pt x="312528" y="193929"/>
                </a:lnTo>
                <a:lnTo>
                  <a:pt x="313944" y="106680"/>
                </a:lnTo>
                <a:lnTo>
                  <a:pt x="349377" y="106680"/>
                </a:lnTo>
                <a:lnTo>
                  <a:pt x="339852" y="114300"/>
                </a:lnTo>
                <a:lnTo>
                  <a:pt x="338780" y="186976"/>
                </a:lnTo>
                <a:lnTo>
                  <a:pt x="337291" y="249070"/>
                </a:lnTo>
                <a:lnTo>
                  <a:pt x="335462" y="295241"/>
                </a:lnTo>
                <a:lnTo>
                  <a:pt x="333268" y="327074"/>
                </a:lnTo>
                <a:lnTo>
                  <a:pt x="330708" y="344424"/>
                </a:lnTo>
                <a:lnTo>
                  <a:pt x="327017" y="357020"/>
                </a:lnTo>
                <a:lnTo>
                  <a:pt x="325975" y="359664"/>
                </a:lnTo>
                <a:close/>
              </a:path>
              <a:path w="355600" h="402589">
                <a:moveTo>
                  <a:pt x="231648" y="269748"/>
                </a:moveTo>
                <a:lnTo>
                  <a:pt x="228600" y="269748"/>
                </a:lnTo>
                <a:lnTo>
                  <a:pt x="225432" y="268295"/>
                </a:lnTo>
                <a:lnTo>
                  <a:pt x="222694" y="263842"/>
                </a:lnTo>
                <a:lnTo>
                  <a:pt x="220241" y="256246"/>
                </a:lnTo>
                <a:lnTo>
                  <a:pt x="217932" y="245364"/>
                </a:lnTo>
                <a:lnTo>
                  <a:pt x="213598" y="228219"/>
                </a:lnTo>
                <a:lnTo>
                  <a:pt x="207264" y="211074"/>
                </a:lnTo>
                <a:lnTo>
                  <a:pt x="198643" y="193929"/>
                </a:lnTo>
                <a:lnTo>
                  <a:pt x="187452" y="176784"/>
                </a:lnTo>
                <a:lnTo>
                  <a:pt x="190500" y="172212"/>
                </a:lnTo>
                <a:lnTo>
                  <a:pt x="223456" y="199644"/>
                </a:lnTo>
                <a:lnTo>
                  <a:pt x="243840" y="228600"/>
                </a:lnTo>
                <a:lnTo>
                  <a:pt x="246888" y="234696"/>
                </a:lnTo>
                <a:lnTo>
                  <a:pt x="246888" y="248412"/>
                </a:lnTo>
                <a:lnTo>
                  <a:pt x="243840" y="254508"/>
                </a:lnTo>
                <a:lnTo>
                  <a:pt x="234696" y="266700"/>
                </a:lnTo>
                <a:lnTo>
                  <a:pt x="231648" y="269748"/>
                </a:lnTo>
                <a:close/>
              </a:path>
              <a:path w="355600" h="402589">
                <a:moveTo>
                  <a:pt x="137914" y="344424"/>
                </a:moveTo>
                <a:lnTo>
                  <a:pt x="114300" y="344424"/>
                </a:lnTo>
                <a:lnTo>
                  <a:pt x="114300" y="222504"/>
                </a:lnTo>
                <a:lnTo>
                  <a:pt x="137219" y="222504"/>
                </a:lnTo>
                <a:lnTo>
                  <a:pt x="137337" y="269748"/>
                </a:lnTo>
                <a:lnTo>
                  <a:pt x="137498" y="305562"/>
                </a:lnTo>
                <a:lnTo>
                  <a:pt x="137914" y="344424"/>
                </a:lnTo>
                <a:close/>
              </a:path>
              <a:path w="355600" h="402589">
                <a:moveTo>
                  <a:pt x="277367" y="402336"/>
                </a:moveTo>
                <a:lnTo>
                  <a:pt x="270462" y="388596"/>
                </a:lnTo>
                <a:lnTo>
                  <a:pt x="258699" y="376999"/>
                </a:lnTo>
                <a:lnTo>
                  <a:pt x="241792" y="367403"/>
                </a:lnTo>
                <a:lnTo>
                  <a:pt x="219456" y="359664"/>
                </a:lnTo>
                <a:lnTo>
                  <a:pt x="219456" y="350520"/>
                </a:lnTo>
                <a:lnTo>
                  <a:pt x="239744" y="354520"/>
                </a:lnTo>
                <a:lnTo>
                  <a:pt x="257175" y="357378"/>
                </a:lnTo>
                <a:lnTo>
                  <a:pt x="271748" y="359092"/>
                </a:lnTo>
                <a:lnTo>
                  <a:pt x="283464" y="359664"/>
                </a:lnTo>
                <a:lnTo>
                  <a:pt x="325975" y="359664"/>
                </a:lnTo>
                <a:lnTo>
                  <a:pt x="322897" y="367474"/>
                </a:lnTo>
                <a:lnTo>
                  <a:pt x="289023" y="397764"/>
                </a:lnTo>
                <a:lnTo>
                  <a:pt x="277367" y="402336"/>
                </a:lnTo>
                <a:close/>
              </a:path>
              <a:path w="355600" h="402589">
                <a:moveTo>
                  <a:pt x="114300" y="391668"/>
                </a:moveTo>
                <a:lnTo>
                  <a:pt x="114300" y="355092"/>
                </a:lnTo>
                <a:lnTo>
                  <a:pt x="138137" y="355092"/>
                </a:lnTo>
                <a:lnTo>
                  <a:pt x="138684" y="377952"/>
                </a:lnTo>
                <a:lnTo>
                  <a:pt x="114300" y="39166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" name="object 39"/>
          <p:cNvSpPr/>
          <p:nvPr/>
        </p:nvSpPr>
        <p:spPr>
          <a:xfrm>
            <a:off x="7028688" y="4183379"/>
            <a:ext cx="390525" cy="407034"/>
          </a:xfrm>
          <a:custGeom>
            <a:avLst/>
            <a:gdLst/>
            <a:ahLst/>
            <a:cxnLst/>
            <a:rect l="l" t="t" r="r" b="b"/>
            <a:pathLst>
              <a:path w="390525" h="407035">
                <a:moveTo>
                  <a:pt x="275843" y="94488"/>
                </a:moveTo>
                <a:lnTo>
                  <a:pt x="252983" y="94488"/>
                </a:lnTo>
                <a:lnTo>
                  <a:pt x="252952" y="60007"/>
                </a:lnTo>
                <a:lnTo>
                  <a:pt x="252789" y="34504"/>
                </a:lnTo>
                <a:lnTo>
                  <a:pt x="252341" y="14335"/>
                </a:lnTo>
                <a:lnTo>
                  <a:pt x="251459" y="0"/>
                </a:lnTo>
                <a:lnTo>
                  <a:pt x="292607" y="22860"/>
                </a:lnTo>
                <a:lnTo>
                  <a:pt x="275843" y="35052"/>
                </a:lnTo>
                <a:lnTo>
                  <a:pt x="275843" y="94488"/>
                </a:lnTo>
                <a:close/>
              </a:path>
              <a:path w="390525" h="407035">
                <a:moveTo>
                  <a:pt x="15240" y="190500"/>
                </a:moveTo>
                <a:lnTo>
                  <a:pt x="0" y="160020"/>
                </a:lnTo>
                <a:lnTo>
                  <a:pt x="8548" y="156876"/>
                </a:lnTo>
                <a:lnTo>
                  <a:pt x="18097" y="147447"/>
                </a:lnTo>
                <a:lnTo>
                  <a:pt x="39623" y="109728"/>
                </a:lnTo>
                <a:lnTo>
                  <a:pt x="61531" y="60007"/>
                </a:lnTo>
                <a:lnTo>
                  <a:pt x="77723" y="9144"/>
                </a:lnTo>
                <a:lnTo>
                  <a:pt x="114299" y="27432"/>
                </a:lnTo>
                <a:lnTo>
                  <a:pt x="99059" y="36576"/>
                </a:lnTo>
                <a:lnTo>
                  <a:pt x="80795" y="70008"/>
                </a:lnTo>
                <a:lnTo>
                  <a:pt x="62674" y="101727"/>
                </a:lnTo>
                <a:lnTo>
                  <a:pt x="44838" y="131730"/>
                </a:lnTo>
                <a:lnTo>
                  <a:pt x="27431" y="160020"/>
                </a:lnTo>
                <a:lnTo>
                  <a:pt x="120386" y="160020"/>
                </a:lnTo>
                <a:lnTo>
                  <a:pt x="113164" y="169164"/>
                </a:lnTo>
                <a:lnTo>
                  <a:pt x="91440" y="169164"/>
                </a:lnTo>
                <a:lnTo>
                  <a:pt x="81176" y="170568"/>
                </a:lnTo>
                <a:lnTo>
                  <a:pt x="41814" y="179355"/>
                </a:lnTo>
                <a:lnTo>
                  <a:pt x="23526" y="186213"/>
                </a:lnTo>
                <a:lnTo>
                  <a:pt x="15240" y="190500"/>
                </a:lnTo>
                <a:close/>
              </a:path>
              <a:path w="390525" h="407035">
                <a:moveTo>
                  <a:pt x="167639" y="109728"/>
                </a:moveTo>
                <a:lnTo>
                  <a:pt x="152399" y="94488"/>
                </a:lnTo>
                <a:lnTo>
                  <a:pt x="339852" y="94488"/>
                </a:lnTo>
                <a:lnTo>
                  <a:pt x="361188" y="73152"/>
                </a:lnTo>
                <a:lnTo>
                  <a:pt x="390144" y="103632"/>
                </a:lnTo>
                <a:lnTo>
                  <a:pt x="208787" y="103632"/>
                </a:lnTo>
                <a:lnTo>
                  <a:pt x="198500" y="104155"/>
                </a:lnTo>
                <a:lnTo>
                  <a:pt x="188213" y="105537"/>
                </a:lnTo>
                <a:lnTo>
                  <a:pt x="177926" y="107489"/>
                </a:lnTo>
                <a:lnTo>
                  <a:pt x="167639" y="109728"/>
                </a:lnTo>
                <a:close/>
              </a:path>
              <a:path w="390525" h="407035">
                <a:moveTo>
                  <a:pt x="120386" y="160020"/>
                </a:moveTo>
                <a:lnTo>
                  <a:pt x="27431" y="160020"/>
                </a:lnTo>
                <a:lnTo>
                  <a:pt x="96011" y="158496"/>
                </a:lnTo>
                <a:lnTo>
                  <a:pt x="105965" y="141898"/>
                </a:lnTo>
                <a:lnTo>
                  <a:pt x="115061" y="126301"/>
                </a:lnTo>
                <a:lnTo>
                  <a:pt x="123015" y="111561"/>
                </a:lnTo>
                <a:lnTo>
                  <a:pt x="129539" y="97536"/>
                </a:lnTo>
                <a:lnTo>
                  <a:pt x="161543" y="120396"/>
                </a:lnTo>
                <a:lnTo>
                  <a:pt x="144779" y="128016"/>
                </a:lnTo>
                <a:lnTo>
                  <a:pt x="120386" y="160020"/>
                </a:lnTo>
                <a:close/>
              </a:path>
              <a:path w="390525" h="407035">
                <a:moveTo>
                  <a:pt x="275843" y="182880"/>
                </a:moveTo>
                <a:lnTo>
                  <a:pt x="252983" y="182880"/>
                </a:lnTo>
                <a:lnTo>
                  <a:pt x="252983" y="103632"/>
                </a:lnTo>
                <a:lnTo>
                  <a:pt x="275843" y="103632"/>
                </a:lnTo>
                <a:lnTo>
                  <a:pt x="275843" y="182880"/>
                </a:lnTo>
                <a:close/>
              </a:path>
              <a:path w="390525" h="407035">
                <a:moveTo>
                  <a:pt x="182879" y="198120"/>
                </a:moveTo>
                <a:lnTo>
                  <a:pt x="167639" y="182880"/>
                </a:lnTo>
                <a:lnTo>
                  <a:pt x="323088" y="182880"/>
                </a:lnTo>
                <a:lnTo>
                  <a:pt x="342900" y="161544"/>
                </a:lnTo>
                <a:lnTo>
                  <a:pt x="373380" y="193548"/>
                </a:lnTo>
                <a:lnTo>
                  <a:pt x="225551" y="193548"/>
                </a:lnTo>
                <a:lnTo>
                  <a:pt x="214383" y="193833"/>
                </a:lnTo>
                <a:lnTo>
                  <a:pt x="203644" y="194691"/>
                </a:lnTo>
                <a:lnTo>
                  <a:pt x="193190" y="196119"/>
                </a:lnTo>
                <a:lnTo>
                  <a:pt x="182879" y="198120"/>
                </a:lnTo>
                <a:close/>
              </a:path>
              <a:path w="390525" h="407035">
                <a:moveTo>
                  <a:pt x="27431" y="292607"/>
                </a:moveTo>
                <a:lnTo>
                  <a:pt x="7619" y="260604"/>
                </a:lnTo>
                <a:lnTo>
                  <a:pt x="14454" y="257770"/>
                </a:lnTo>
                <a:lnTo>
                  <a:pt x="21145" y="253936"/>
                </a:lnTo>
                <a:lnTo>
                  <a:pt x="54482" y="218503"/>
                </a:lnTo>
                <a:lnTo>
                  <a:pt x="91440" y="169164"/>
                </a:lnTo>
                <a:lnTo>
                  <a:pt x="113164" y="169164"/>
                </a:lnTo>
                <a:lnTo>
                  <a:pt x="94487" y="192786"/>
                </a:lnTo>
                <a:lnTo>
                  <a:pt x="67627" y="225313"/>
                </a:lnTo>
                <a:lnTo>
                  <a:pt x="39623" y="257556"/>
                </a:lnTo>
                <a:lnTo>
                  <a:pt x="113491" y="257556"/>
                </a:lnTo>
                <a:lnTo>
                  <a:pt x="71794" y="269890"/>
                </a:lnTo>
                <a:lnTo>
                  <a:pt x="53911" y="276987"/>
                </a:lnTo>
                <a:lnTo>
                  <a:pt x="39171" y="284654"/>
                </a:lnTo>
                <a:lnTo>
                  <a:pt x="27431" y="292607"/>
                </a:lnTo>
                <a:close/>
              </a:path>
              <a:path w="390525" h="407035">
                <a:moveTo>
                  <a:pt x="181355" y="406908"/>
                </a:moveTo>
                <a:lnTo>
                  <a:pt x="182237" y="386881"/>
                </a:lnTo>
                <a:lnTo>
                  <a:pt x="182653" y="367284"/>
                </a:lnTo>
                <a:lnTo>
                  <a:pt x="182743" y="358140"/>
                </a:lnTo>
                <a:lnTo>
                  <a:pt x="182844" y="292607"/>
                </a:lnTo>
                <a:lnTo>
                  <a:pt x="182728" y="276987"/>
                </a:lnTo>
                <a:lnTo>
                  <a:pt x="182651" y="269890"/>
                </a:lnTo>
                <a:lnTo>
                  <a:pt x="182268" y="252222"/>
                </a:lnTo>
                <a:lnTo>
                  <a:pt x="182165" y="249245"/>
                </a:lnTo>
                <a:lnTo>
                  <a:pt x="181355" y="231648"/>
                </a:lnTo>
                <a:lnTo>
                  <a:pt x="208787" y="246888"/>
                </a:lnTo>
                <a:lnTo>
                  <a:pt x="358140" y="246888"/>
                </a:lnTo>
                <a:lnTo>
                  <a:pt x="367284" y="256031"/>
                </a:lnTo>
                <a:lnTo>
                  <a:pt x="364743" y="257556"/>
                </a:lnTo>
                <a:lnTo>
                  <a:pt x="205739" y="257556"/>
                </a:lnTo>
                <a:lnTo>
                  <a:pt x="205739" y="356616"/>
                </a:lnTo>
                <a:lnTo>
                  <a:pt x="352087" y="356616"/>
                </a:lnTo>
                <a:lnTo>
                  <a:pt x="352205" y="367284"/>
                </a:lnTo>
                <a:lnTo>
                  <a:pt x="205739" y="367284"/>
                </a:lnTo>
                <a:lnTo>
                  <a:pt x="205739" y="394716"/>
                </a:lnTo>
                <a:lnTo>
                  <a:pt x="181355" y="406908"/>
                </a:lnTo>
                <a:close/>
              </a:path>
              <a:path w="390525" h="407035">
                <a:moveTo>
                  <a:pt x="358140" y="246888"/>
                </a:moveTo>
                <a:lnTo>
                  <a:pt x="327660" y="246888"/>
                </a:lnTo>
                <a:lnTo>
                  <a:pt x="342900" y="231648"/>
                </a:lnTo>
                <a:lnTo>
                  <a:pt x="358140" y="246888"/>
                </a:lnTo>
                <a:close/>
              </a:path>
              <a:path w="390525" h="407035">
                <a:moveTo>
                  <a:pt x="113491" y="257556"/>
                </a:moveTo>
                <a:lnTo>
                  <a:pt x="39623" y="257556"/>
                </a:lnTo>
                <a:lnTo>
                  <a:pt x="158495" y="237744"/>
                </a:lnTo>
                <a:lnTo>
                  <a:pt x="158495" y="245364"/>
                </a:lnTo>
                <a:lnTo>
                  <a:pt x="146756" y="248221"/>
                </a:lnTo>
                <a:lnTo>
                  <a:pt x="132016" y="252222"/>
                </a:lnTo>
                <a:lnTo>
                  <a:pt x="113491" y="257556"/>
                </a:lnTo>
                <a:close/>
              </a:path>
              <a:path w="390525" h="407035">
                <a:moveTo>
                  <a:pt x="352087" y="356616"/>
                </a:moveTo>
                <a:lnTo>
                  <a:pt x="329184" y="356616"/>
                </a:lnTo>
                <a:lnTo>
                  <a:pt x="329184" y="257556"/>
                </a:lnTo>
                <a:lnTo>
                  <a:pt x="364743" y="257556"/>
                </a:lnTo>
                <a:lnTo>
                  <a:pt x="352044" y="265176"/>
                </a:lnTo>
                <a:lnTo>
                  <a:pt x="352087" y="356616"/>
                </a:lnTo>
                <a:close/>
              </a:path>
              <a:path w="390525" h="407035">
                <a:moveTo>
                  <a:pt x="16764" y="382524"/>
                </a:moveTo>
                <a:lnTo>
                  <a:pt x="0" y="348996"/>
                </a:lnTo>
                <a:lnTo>
                  <a:pt x="12263" y="347329"/>
                </a:lnTo>
                <a:lnTo>
                  <a:pt x="26098" y="344805"/>
                </a:lnTo>
                <a:lnTo>
                  <a:pt x="57911" y="338328"/>
                </a:lnTo>
                <a:lnTo>
                  <a:pt x="163067" y="309371"/>
                </a:lnTo>
                <a:lnTo>
                  <a:pt x="164591" y="315468"/>
                </a:lnTo>
                <a:lnTo>
                  <a:pt x="107203" y="339232"/>
                </a:lnTo>
                <a:lnTo>
                  <a:pt x="63245" y="358140"/>
                </a:lnTo>
                <a:lnTo>
                  <a:pt x="33004" y="372475"/>
                </a:lnTo>
                <a:lnTo>
                  <a:pt x="16764" y="382524"/>
                </a:lnTo>
                <a:close/>
              </a:path>
              <a:path w="390525" h="407035">
                <a:moveTo>
                  <a:pt x="329184" y="400812"/>
                </a:moveTo>
                <a:lnTo>
                  <a:pt x="329184" y="367284"/>
                </a:lnTo>
                <a:lnTo>
                  <a:pt x="352205" y="367284"/>
                </a:lnTo>
                <a:lnTo>
                  <a:pt x="352327" y="372475"/>
                </a:lnTo>
                <a:lnTo>
                  <a:pt x="352686" y="382238"/>
                </a:lnTo>
                <a:lnTo>
                  <a:pt x="353568" y="391668"/>
                </a:lnTo>
                <a:lnTo>
                  <a:pt x="329184" y="40081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" name="object 40"/>
          <p:cNvSpPr/>
          <p:nvPr/>
        </p:nvSpPr>
        <p:spPr>
          <a:xfrm>
            <a:off x="7470647" y="4194048"/>
            <a:ext cx="393700" cy="398145"/>
          </a:xfrm>
          <a:custGeom>
            <a:avLst/>
            <a:gdLst/>
            <a:ahLst/>
            <a:cxnLst/>
            <a:rect l="l" t="t" r="r" b="b"/>
            <a:pathLst>
              <a:path w="393700" h="398145">
                <a:moveTo>
                  <a:pt x="333184" y="15240"/>
                </a:moveTo>
                <a:lnTo>
                  <a:pt x="301752" y="15240"/>
                </a:lnTo>
                <a:lnTo>
                  <a:pt x="316992" y="0"/>
                </a:lnTo>
                <a:lnTo>
                  <a:pt x="333184" y="15240"/>
                </a:lnTo>
                <a:close/>
              </a:path>
              <a:path w="393700" h="398145">
                <a:moveTo>
                  <a:pt x="68580" y="195072"/>
                </a:moveTo>
                <a:lnTo>
                  <a:pt x="68818" y="170187"/>
                </a:lnTo>
                <a:lnTo>
                  <a:pt x="69865" y="121562"/>
                </a:lnTo>
                <a:lnTo>
                  <a:pt x="70104" y="97536"/>
                </a:lnTo>
                <a:lnTo>
                  <a:pt x="70080" y="72675"/>
                </a:lnTo>
                <a:lnTo>
                  <a:pt x="69913" y="48387"/>
                </a:lnTo>
                <a:lnTo>
                  <a:pt x="69450" y="24384"/>
                </a:lnTo>
                <a:lnTo>
                  <a:pt x="68580" y="1524"/>
                </a:lnTo>
                <a:lnTo>
                  <a:pt x="94488" y="15240"/>
                </a:lnTo>
                <a:lnTo>
                  <a:pt x="333184" y="15240"/>
                </a:lnTo>
                <a:lnTo>
                  <a:pt x="342900" y="24384"/>
                </a:lnTo>
                <a:lnTo>
                  <a:pt x="340722" y="25908"/>
                </a:lnTo>
                <a:lnTo>
                  <a:pt x="94488" y="25908"/>
                </a:lnTo>
                <a:lnTo>
                  <a:pt x="94488" y="85344"/>
                </a:lnTo>
                <a:lnTo>
                  <a:pt x="327681" y="85344"/>
                </a:lnTo>
                <a:lnTo>
                  <a:pt x="327708" y="96012"/>
                </a:lnTo>
                <a:lnTo>
                  <a:pt x="94488" y="96012"/>
                </a:lnTo>
                <a:lnTo>
                  <a:pt x="94488" y="158496"/>
                </a:lnTo>
                <a:lnTo>
                  <a:pt x="328248" y="158496"/>
                </a:lnTo>
                <a:lnTo>
                  <a:pt x="328302" y="162139"/>
                </a:lnTo>
                <a:lnTo>
                  <a:pt x="328576" y="167640"/>
                </a:lnTo>
                <a:lnTo>
                  <a:pt x="94488" y="167640"/>
                </a:lnTo>
                <a:lnTo>
                  <a:pt x="94488" y="184403"/>
                </a:lnTo>
                <a:lnTo>
                  <a:pt x="68580" y="195072"/>
                </a:lnTo>
                <a:close/>
              </a:path>
              <a:path w="393700" h="398145">
                <a:moveTo>
                  <a:pt x="210312" y="85344"/>
                </a:moveTo>
                <a:lnTo>
                  <a:pt x="184404" y="85344"/>
                </a:lnTo>
                <a:lnTo>
                  <a:pt x="184404" y="25908"/>
                </a:lnTo>
                <a:lnTo>
                  <a:pt x="210312" y="25908"/>
                </a:lnTo>
                <a:lnTo>
                  <a:pt x="210312" y="85344"/>
                </a:lnTo>
                <a:close/>
              </a:path>
              <a:path w="393700" h="398145">
                <a:moveTo>
                  <a:pt x="327681" y="85344"/>
                </a:moveTo>
                <a:lnTo>
                  <a:pt x="303276" y="85344"/>
                </a:lnTo>
                <a:lnTo>
                  <a:pt x="303276" y="25908"/>
                </a:lnTo>
                <a:lnTo>
                  <a:pt x="340722" y="25908"/>
                </a:lnTo>
                <a:lnTo>
                  <a:pt x="327660" y="35052"/>
                </a:lnTo>
                <a:lnTo>
                  <a:pt x="327681" y="85344"/>
                </a:lnTo>
                <a:close/>
              </a:path>
              <a:path w="393700" h="398145">
                <a:moveTo>
                  <a:pt x="210312" y="158496"/>
                </a:moveTo>
                <a:lnTo>
                  <a:pt x="184404" y="158496"/>
                </a:lnTo>
                <a:lnTo>
                  <a:pt x="184404" y="96012"/>
                </a:lnTo>
                <a:lnTo>
                  <a:pt x="210312" y="96012"/>
                </a:lnTo>
                <a:lnTo>
                  <a:pt x="210312" y="158496"/>
                </a:lnTo>
                <a:close/>
              </a:path>
              <a:path w="393700" h="398145">
                <a:moveTo>
                  <a:pt x="328248" y="158496"/>
                </a:moveTo>
                <a:lnTo>
                  <a:pt x="303276" y="158496"/>
                </a:lnTo>
                <a:lnTo>
                  <a:pt x="303276" y="96012"/>
                </a:lnTo>
                <a:lnTo>
                  <a:pt x="327708" y="96012"/>
                </a:lnTo>
                <a:lnTo>
                  <a:pt x="327850" y="132016"/>
                </a:lnTo>
                <a:lnTo>
                  <a:pt x="328248" y="158496"/>
                </a:lnTo>
                <a:close/>
              </a:path>
              <a:path w="393700" h="398145">
                <a:moveTo>
                  <a:pt x="210312" y="217932"/>
                </a:moveTo>
                <a:lnTo>
                  <a:pt x="184404" y="217932"/>
                </a:lnTo>
                <a:lnTo>
                  <a:pt x="184404" y="167640"/>
                </a:lnTo>
                <a:lnTo>
                  <a:pt x="210312" y="167640"/>
                </a:lnTo>
                <a:lnTo>
                  <a:pt x="210312" y="217932"/>
                </a:lnTo>
                <a:close/>
              </a:path>
              <a:path w="393700" h="398145">
                <a:moveTo>
                  <a:pt x="303276" y="192024"/>
                </a:moveTo>
                <a:lnTo>
                  <a:pt x="303276" y="167640"/>
                </a:lnTo>
                <a:lnTo>
                  <a:pt x="328576" y="167640"/>
                </a:lnTo>
                <a:lnTo>
                  <a:pt x="329184" y="179832"/>
                </a:lnTo>
                <a:lnTo>
                  <a:pt x="303276" y="192024"/>
                </a:lnTo>
                <a:close/>
              </a:path>
              <a:path w="393700" h="398145">
                <a:moveTo>
                  <a:pt x="22860" y="234696"/>
                </a:moveTo>
                <a:lnTo>
                  <a:pt x="7620" y="217932"/>
                </a:lnTo>
                <a:lnTo>
                  <a:pt x="329184" y="217932"/>
                </a:lnTo>
                <a:lnTo>
                  <a:pt x="355092" y="192024"/>
                </a:lnTo>
                <a:lnTo>
                  <a:pt x="391668" y="228600"/>
                </a:lnTo>
                <a:lnTo>
                  <a:pt x="64008" y="228600"/>
                </a:lnTo>
                <a:lnTo>
                  <a:pt x="53721" y="228909"/>
                </a:lnTo>
                <a:lnTo>
                  <a:pt x="43434" y="229933"/>
                </a:lnTo>
                <a:lnTo>
                  <a:pt x="33147" y="231814"/>
                </a:lnTo>
                <a:lnTo>
                  <a:pt x="22860" y="234696"/>
                </a:lnTo>
                <a:close/>
              </a:path>
              <a:path w="393700" h="398145">
                <a:moveTo>
                  <a:pt x="1524" y="381000"/>
                </a:moveTo>
                <a:lnTo>
                  <a:pt x="0" y="373380"/>
                </a:lnTo>
                <a:lnTo>
                  <a:pt x="48601" y="342828"/>
                </a:lnTo>
                <a:lnTo>
                  <a:pt x="91630" y="308419"/>
                </a:lnTo>
                <a:lnTo>
                  <a:pt x="129230" y="270295"/>
                </a:lnTo>
                <a:lnTo>
                  <a:pt x="161544" y="228600"/>
                </a:lnTo>
                <a:lnTo>
                  <a:pt x="214884" y="228600"/>
                </a:lnTo>
                <a:lnTo>
                  <a:pt x="221672" y="236220"/>
                </a:lnTo>
                <a:lnTo>
                  <a:pt x="210312" y="236220"/>
                </a:lnTo>
                <a:lnTo>
                  <a:pt x="210325" y="239268"/>
                </a:lnTo>
                <a:lnTo>
                  <a:pt x="184404" y="239268"/>
                </a:lnTo>
                <a:lnTo>
                  <a:pt x="156606" y="274198"/>
                </a:lnTo>
                <a:lnTo>
                  <a:pt x="124419" y="305836"/>
                </a:lnTo>
                <a:lnTo>
                  <a:pt x="87843" y="334182"/>
                </a:lnTo>
                <a:lnTo>
                  <a:pt x="46878" y="359237"/>
                </a:lnTo>
                <a:lnTo>
                  <a:pt x="1524" y="381000"/>
                </a:lnTo>
                <a:close/>
              </a:path>
              <a:path w="393700" h="398145">
                <a:moveTo>
                  <a:pt x="353568" y="374904"/>
                </a:moveTo>
                <a:lnTo>
                  <a:pt x="305252" y="344876"/>
                </a:lnTo>
                <a:lnTo>
                  <a:pt x="265366" y="311848"/>
                </a:lnTo>
                <a:lnTo>
                  <a:pt x="233767" y="275677"/>
                </a:lnTo>
                <a:lnTo>
                  <a:pt x="210312" y="236220"/>
                </a:lnTo>
                <a:lnTo>
                  <a:pt x="221672" y="236220"/>
                </a:lnTo>
                <a:lnTo>
                  <a:pt x="252817" y="271176"/>
                </a:lnTo>
                <a:lnTo>
                  <a:pt x="295465" y="305181"/>
                </a:lnTo>
                <a:lnTo>
                  <a:pt x="342399" y="330612"/>
                </a:lnTo>
                <a:lnTo>
                  <a:pt x="393192" y="347471"/>
                </a:lnTo>
                <a:lnTo>
                  <a:pt x="393192" y="353568"/>
                </a:lnTo>
                <a:lnTo>
                  <a:pt x="378642" y="355830"/>
                </a:lnTo>
                <a:lnTo>
                  <a:pt x="367093" y="360235"/>
                </a:lnTo>
                <a:lnTo>
                  <a:pt x="358687" y="366641"/>
                </a:lnTo>
                <a:lnTo>
                  <a:pt x="353568" y="374904"/>
                </a:lnTo>
                <a:close/>
              </a:path>
              <a:path w="393700" h="398145">
                <a:moveTo>
                  <a:pt x="182880" y="397764"/>
                </a:moveTo>
                <a:lnTo>
                  <a:pt x="183761" y="362283"/>
                </a:lnTo>
                <a:lnTo>
                  <a:pt x="184213" y="324231"/>
                </a:lnTo>
                <a:lnTo>
                  <a:pt x="184277" y="308419"/>
                </a:lnTo>
                <a:lnTo>
                  <a:pt x="184404" y="239268"/>
                </a:lnTo>
                <a:lnTo>
                  <a:pt x="210325" y="239268"/>
                </a:lnTo>
                <a:lnTo>
                  <a:pt x="210550" y="290822"/>
                </a:lnTo>
                <a:lnTo>
                  <a:pt x="211084" y="334182"/>
                </a:lnTo>
                <a:lnTo>
                  <a:pt x="211622" y="366641"/>
                </a:lnTo>
                <a:lnTo>
                  <a:pt x="211836" y="384047"/>
                </a:lnTo>
                <a:lnTo>
                  <a:pt x="182880" y="39776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" name="object 41"/>
          <p:cNvSpPr/>
          <p:nvPr/>
        </p:nvSpPr>
        <p:spPr>
          <a:xfrm>
            <a:off x="1751075" y="5017007"/>
            <a:ext cx="155575" cy="155575"/>
          </a:xfrm>
          <a:custGeom>
            <a:avLst/>
            <a:gdLst/>
            <a:ahLst/>
            <a:cxnLst/>
            <a:rect l="l" t="t" r="r" b="b"/>
            <a:pathLst>
              <a:path w="155575" h="155575">
                <a:moveTo>
                  <a:pt x="155448" y="155448"/>
                </a:moveTo>
                <a:lnTo>
                  <a:pt x="0" y="155448"/>
                </a:lnTo>
                <a:lnTo>
                  <a:pt x="0" y="0"/>
                </a:lnTo>
                <a:lnTo>
                  <a:pt x="155448" y="0"/>
                </a:lnTo>
                <a:lnTo>
                  <a:pt x="155448" y="155448"/>
                </a:lnTo>
                <a:close/>
              </a:path>
            </a:pathLst>
          </a:custGeom>
          <a:solidFill>
            <a:srgbClr val="3333C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" name="object 42"/>
          <p:cNvSpPr/>
          <p:nvPr/>
        </p:nvSpPr>
        <p:spPr>
          <a:xfrm>
            <a:off x="2141220" y="4826508"/>
            <a:ext cx="830580" cy="407034"/>
          </a:xfrm>
          <a:custGeom>
            <a:avLst/>
            <a:gdLst/>
            <a:ahLst/>
            <a:cxnLst/>
            <a:rect l="l" t="t" r="r" b="b"/>
            <a:pathLst>
              <a:path w="830580" h="407035">
                <a:moveTo>
                  <a:pt x="176784" y="167640"/>
                </a:moveTo>
                <a:lnTo>
                  <a:pt x="171602" y="163068"/>
                </a:lnTo>
                <a:lnTo>
                  <a:pt x="150876" y="144780"/>
                </a:lnTo>
                <a:lnTo>
                  <a:pt x="140208" y="159004"/>
                </a:lnTo>
                <a:lnTo>
                  <a:pt x="140208" y="173736"/>
                </a:lnTo>
                <a:lnTo>
                  <a:pt x="140208" y="216408"/>
                </a:lnTo>
                <a:lnTo>
                  <a:pt x="140208" y="227076"/>
                </a:lnTo>
                <a:lnTo>
                  <a:pt x="140208" y="277368"/>
                </a:lnTo>
                <a:lnTo>
                  <a:pt x="48768" y="277368"/>
                </a:lnTo>
                <a:lnTo>
                  <a:pt x="48768" y="227076"/>
                </a:lnTo>
                <a:lnTo>
                  <a:pt x="140208" y="227076"/>
                </a:lnTo>
                <a:lnTo>
                  <a:pt x="140208" y="216408"/>
                </a:lnTo>
                <a:lnTo>
                  <a:pt x="48768" y="216408"/>
                </a:lnTo>
                <a:lnTo>
                  <a:pt x="48768" y="173736"/>
                </a:lnTo>
                <a:lnTo>
                  <a:pt x="140208" y="173736"/>
                </a:lnTo>
                <a:lnTo>
                  <a:pt x="140208" y="159004"/>
                </a:lnTo>
                <a:lnTo>
                  <a:pt x="137160" y="163068"/>
                </a:lnTo>
                <a:lnTo>
                  <a:pt x="48768" y="163068"/>
                </a:lnTo>
                <a:lnTo>
                  <a:pt x="22860" y="149352"/>
                </a:lnTo>
                <a:lnTo>
                  <a:pt x="23114" y="167640"/>
                </a:lnTo>
                <a:lnTo>
                  <a:pt x="23622" y="192786"/>
                </a:lnTo>
                <a:lnTo>
                  <a:pt x="24117" y="227076"/>
                </a:lnTo>
                <a:lnTo>
                  <a:pt x="24384" y="272796"/>
                </a:lnTo>
                <a:lnTo>
                  <a:pt x="24142" y="317334"/>
                </a:lnTo>
                <a:lnTo>
                  <a:pt x="23622" y="354711"/>
                </a:lnTo>
                <a:lnTo>
                  <a:pt x="23088" y="384670"/>
                </a:lnTo>
                <a:lnTo>
                  <a:pt x="22860" y="406908"/>
                </a:lnTo>
                <a:lnTo>
                  <a:pt x="48768" y="391668"/>
                </a:lnTo>
                <a:lnTo>
                  <a:pt x="48768" y="288036"/>
                </a:lnTo>
                <a:lnTo>
                  <a:pt x="140208" y="288036"/>
                </a:lnTo>
                <a:lnTo>
                  <a:pt x="140208" y="361188"/>
                </a:lnTo>
                <a:lnTo>
                  <a:pt x="135648" y="367271"/>
                </a:lnTo>
                <a:lnTo>
                  <a:pt x="120891" y="367245"/>
                </a:lnTo>
                <a:lnTo>
                  <a:pt x="111061" y="366903"/>
                </a:lnTo>
                <a:lnTo>
                  <a:pt x="98653" y="366001"/>
                </a:lnTo>
                <a:lnTo>
                  <a:pt x="83820" y="364236"/>
                </a:lnTo>
                <a:lnTo>
                  <a:pt x="83820" y="371856"/>
                </a:lnTo>
                <a:lnTo>
                  <a:pt x="102717" y="378409"/>
                </a:lnTo>
                <a:lnTo>
                  <a:pt x="116205" y="386524"/>
                </a:lnTo>
                <a:lnTo>
                  <a:pt x="124536" y="396074"/>
                </a:lnTo>
                <a:lnTo>
                  <a:pt x="128016" y="406908"/>
                </a:lnTo>
                <a:lnTo>
                  <a:pt x="144627" y="397789"/>
                </a:lnTo>
                <a:lnTo>
                  <a:pt x="155829" y="386524"/>
                </a:lnTo>
                <a:lnTo>
                  <a:pt x="161874" y="373265"/>
                </a:lnTo>
                <a:lnTo>
                  <a:pt x="162344" y="367284"/>
                </a:lnTo>
                <a:lnTo>
                  <a:pt x="163068" y="358140"/>
                </a:lnTo>
                <a:lnTo>
                  <a:pt x="163068" y="179832"/>
                </a:lnTo>
                <a:lnTo>
                  <a:pt x="169926" y="173736"/>
                </a:lnTo>
                <a:lnTo>
                  <a:pt x="176784" y="167640"/>
                </a:lnTo>
                <a:close/>
              </a:path>
              <a:path w="830580" h="407035">
                <a:moveTo>
                  <a:pt x="193548" y="121920"/>
                </a:moveTo>
                <a:lnTo>
                  <a:pt x="178308" y="85344"/>
                </a:lnTo>
                <a:lnTo>
                  <a:pt x="147231" y="62204"/>
                </a:lnTo>
                <a:lnTo>
                  <a:pt x="134112" y="53340"/>
                </a:lnTo>
                <a:lnTo>
                  <a:pt x="129540" y="57912"/>
                </a:lnTo>
                <a:lnTo>
                  <a:pt x="136652" y="66776"/>
                </a:lnTo>
                <a:lnTo>
                  <a:pt x="144208" y="77343"/>
                </a:lnTo>
                <a:lnTo>
                  <a:pt x="152031" y="89636"/>
                </a:lnTo>
                <a:lnTo>
                  <a:pt x="160020" y="103632"/>
                </a:lnTo>
                <a:lnTo>
                  <a:pt x="27432" y="106680"/>
                </a:lnTo>
                <a:lnTo>
                  <a:pt x="37147" y="98475"/>
                </a:lnTo>
                <a:lnTo>
                  <a:pt x="48006" y="87820"/>
                </a:lnTo>
                <a:lnTo>
                  <a:pt x="60007" y="75184"/>
                </a:lnTo>
                <a:lnTo>
                  <a:pt x="73152" y="60960"/>
                </a:lnTo>
                <a:lnTo>
                  <a:pt x="86296" y="47561"/>
                </a:lnTo>
                <a:lnTo>
                  <a:pt x="98298" y="37147"/>
                </a:lnTo>
                <a:lnTo>
                  <a:pt x="109156" y="29895"/>
                </a:lnTo>
                <a:lnTo>
                  <a:pt x="118872" y="25908"/>
                </a:lnTo>
                <a:lnTo>
                  <a:pt x="88392" y="0"/>
                </a:lnTo>
                <a:lnTo>
                  <a:pt x="60312" y="49085"/>
                </a:lnTo>
                <a:lnTo>
                  <a:pt x="32994" y="83058"/>
                </a:lnTo>
                <a:lnTo>
                  <a:pt x="0" y="103632"/>
                </a:lnTo>
                <a:lnTo>
                  <a:pt x="16764" y="137160"/>
                </a:lnTo>
                <a:lnTo>
                  <a:pt x="60045" y="122377"/>
                </a:lnTo>
                <a:lnTo>
                  <a:pt x="147040" y="112661"/>
                </a:lnTo>
                <a:lnTo>
                  <a:pt x="163068" y="111252"/>
                </a:lnTo>
                <a:lnTo>
                  <a:pt x="166116" y="120396"/>
                </a:lnTo>
                <a:lnTo>
                  <a:pt x="169164" y="128016"/>
                </a:lnTo>
                <a:lnTo>
                  <a:pt x="172212" y="132588"/>
                </a:lnTo>
                <a:lnTo>
                  <a:pt x="172212" y="138684"/>
                </a:lnTo>
                <a:lnTo>
                  <a:pt x="178308" y="138684"/>
                </a:lnTo>
                <a:lnTo>
                  <a:pt x="181356" y="137160"/>
                </a:lnTo>
                <a:lnTo>
                  <a:pt x="190500" y="128016"/>
                </a:lnTo>
                <a:lnTo>
                  <a:pt x="193548" y="121920"/>
                </a:lnTo>
                <a:close/>
              </a:path>
              <a:path w="830580" h="407035">
                <a:moveTo>
                  <a:pt x="382524" y="160020"/>
                </a:moveTo>
                <a:lnTo>
                  <a:pt x="361353" y="128879"/>
                </a:lnTo>
                <a:lnTo>
                  <a:pt x="359854" y="120015"/>
                </a:lnTo>
                <a:lnTo>
                  <a:pt x="358635" y="110591"/>
                </a:lnTo>
                <a:lnTo>
                  <a:pt x="358140" y="100584"/>
                </a:lnTo>
                <a:lnTo>
                  <a:pt x="350520" y="100584"/>
                </a:lnTo>
                <a:lnTo>
                  <a:pt x="348996" y="144780"/>
                </a:lnTo>
                <a:lnTo>
                  <a:pt x="329184" y="163068"/>
                </a:lnTo>
                <a:lnTo>
                  <a:pt x="271272" y="163068"/>
                </a:lnTo>
                <a:lnTo>
                  <a:pt x="259499" y="161912"/>
                </a:lnTo>
                <a:lnTo>
                  <a:pt x="251460" y="158305"/>
                </a:lnTo>
                <a:lnTo>
                  <a:pt x="246837" y="152146"/>
                </a:lnTo>
                <a:lnTo>
                  <a:pt x="245364" y="143256"/>
                </a:lnTo>
                <a:lnTo>
                  <a:pt x="245364" y="111252"/>
                </a:lnTo>
                <a:lnTo>
                  <a:pt x="265620" y="103543"/>
                </a:lnTo>
                <a:lnTo>
                  <a:pt x="268935" y="102108"/>
                </a:lnTo>
                <a:lnTo>
                  <a:pt x="287464" y="94107"/>
                </a:lnTo>
                <a:lnTo>
                  <a:pt x="310718" y="82969"/>
                </a:lnTo>
                <a:lnTo>
                  <a:pt x="335280" y="70104"/>
                </a:lnTo>
                <a:lnTo>
                  <a:pt x="350520" y="68580"/>
                </a:lnTo>
                <a:lnTo>
                  <a:pt x="324612" y="39624"/>
                </a:lnTo>
                <a:lnTo>
                  <a:pt x="310083" y="56464"/>
                </a:lnTo>
                <a:lnTo>
                  <a:pt x="291846" y="72580"/>
                </a:lnTo>
                <a:lnTo>
                  <a:pt x="270167" y="87845"/>
                </a:lnTo>
                <a:lnTo>
                  <a:pt x="245364" y="102108"/>
                </a:lnTo>
                <a:lnTo>
                  <a:pt x="245364" y="41148"/>
                </a:lnTo>
                <a:lnTo>
                  <a:pt x="260604" y="27432"/>
                </a:lnTo>
                <a:lnTo>
                  <a:pt x="220980" y="10668"/>
                </a:lnTo>
                <a:lnTo>
                  <a:pt x="221208" y="26365"/>
                </a:lnTo>
                <a:lnTo>
                  <a:pt x="221742" y="55054"/>
                </a:lnTo>
                <a:lnTo>
                  <a:pt x="222262" y="96608"/>
                </a:lnTo>
                <a:lnTo>
                  <a:pt x="222504" y="150876"/>
                </a:lnTo>
                <a:lnTo>
                  <a:pt x="259080" y="181356"/>
                </a:lnTo>
                <a:lnTo>
                  <a:pt x="332232" y="181356"/>
                </a:lnTo>
                <a:lnTo>
                  <a:pt x="349948" y="179959"/>
                </a:lnTo>
                <a:lnTo>
                  <a:pt x="364236" y="175831"/>
                </a:lnTo>
                <a:lnTo>
                  <a:pt x="375094" y="169151"/>
                </a:lnTo>
                <a:lnTo>
                  <a:pt x="380034" y="163068"/>
                </a:lnTo>
                <a:lnTo>
                  <a:pt x="382524" y="160020"/>
                </a:lnTo>
                <a:close/>
              </a:path>
              <a:path w="830580" h="407035">
                <a:moveTo>
                  <a:pt x="387096" y="365760"/>
                </a:moveTo>
                <a:lnTo>
                  <a:pt x="365188" y="326517"/>
                </a:lnTo>
                <a:lnTo>
                  <a:pt x="362712" y="300228"/>
                </a:lnTo>
                <a:lnTo>
                  <a:pt x="356616" y="300228"/>
                </a:lnTo>
                <a:lnTo>
                  <a:pt x="355485" y="312762"/>
                </a:lnTo>
                <a:lnTo>
                  <a:pt x="354520" y="324993"/>
                </a:lnTo>
                <a:lnTo>
                  <a:pt x="353822" y="336664"/>
                </a:lnTo>
                <a:lnTo>
                  <a:pt x="353568" y="347472"/>
                </a:lnTo>
                <a:lnTo>
                  <a:pt x="352183" y="357505"/>
                </a:lnTo>
                <a:lnTo>
                  <a:pt x="348234" y="364807"/>
                </a:lnTo>
                <a:lnTo>
                  <a:pt x="341985" y="369557"/>
                </a:lnTo>
                <a:lnTo>
                  <a:pt x="333756" y="371856"/>
                </a:lnTo>
                <a:lnTo>
                  <a:pt x="265176" y="371856"/>
                </a:lnTo>
                <a:lnTo>
                  <a:pt x="254050" y="371030"/>
                </a:lnTo>
                <a:lnTo>
                  <a:pt x="245935" y="366331"/>
                </a:lnTo>
                <a:lnTo>
                  <a:pt x="240957" y="357936"/>
                </a:lnTo>
                <a:lnTo>
                  <a:pt x="239268" y="345948"/>
                </a:lnTo>
                <a:lnTo>
                  <a:pt x="239268" y="301752"/>
                </a:lnTo>
                <a:lnTo>
                  <a:pt x="262255" y="291084"/>
                </a:lnTo>
                <a:lnTo>
                  <a:pt x="287464" y="278701"/>
                </a:lnTo>
                <a:lnTo>
                  <a:pt x="313626" y="265112"/>
                </a:lnTo>
                <a:lnTo>
                  <a:pt x="341376" y="249936"/>
                </a:lnTo>
                <a:lnTo>
                  <a:pt x="358140" y="249936"/>
                </a:lnTo>
                <a:lnTo>
                  <a:pt x="329184" y="216408"/>
                </a:lnTo>
                <a:lnTo>
                  <a:pt x="312559" y="236651"/>
                </a:lnTo>
                <a:lnTo>
                  <a:pt x="292227" y="256032"/>
                </a:lnTo>
                <a:lnTo>
                  <a:pt x="267881" y="274281"/>
                </a:lnTo>
                <a:lnTo>
                  <a:pt x="239268" y="291084"/>
                </a:lnTo>
                <a:lnTo>
                  <a:pt x="239268" y="236220"/>
                </a:lnTo>
                <a:lnTo>
                  <a:pt x="254508" y="224028"/>
                </a:lnTo>
                <a:lnTo>
                  <a:pt x="214884" y="204216"/>
                </a:lnTo>
                <a:lnTo>
                  <a:pt x="216154" y="249936"/>
                </a:lnTo>
                <a:lnTo>
                  <a:pt x="216382" y="300228"/>
                </a:lnTo>
                <a:lnTo>
                  <a:pt x="216408" y="361188"/>
                </a:lnTo>
                <a:lnTo>
                  <a:pt x="219570" y="374954"/>
                </a:lnTo>
                <a:lnTo>
                  <a:pt x="226885" y="384429"/>
                </a:lnTo>
                <a:lnTo>
                  <a:pt x="238480" y="389915"/>
                </a:lnTo>
                <a:lnTo>
                  <a:pt x="254508" y="391668"/>
                </a:lnTo>
                <a:lnTo>
                  <a:pt x="335280" y="391668"/>
                </a:lnTo>
                <a:lnTo>
                  <a:pt x="354723" y="389978"/>
                </a:lnTo>
                <a:lnTo>
                  <a:pt x="369760" y="385000"/>
                </a:lnTo>
                <a:lnTo>
                  <a:pt x="380492" y="376885"/>
                </a:lnTo>
                <a:lnTo>
                  <a:pt x="383476" y="371856"/>
                </a:lnTo>
                <a:lnTo>
                  <a:pt x="387096" y="365760"/>
                </a:lnTo>
                <a:close/>
              </a:path>
              <a:path w="830580" h="407035">
                <a:moveTo>
                  <a:pt x="562343" y="150876"/>
                </a:moveTo>
                <a:lnTo>
                  <a:pt x="553643" y="143256"/>
                </a:lnTo>
                <a:lnTo>
                  <a:pt x="537959" y="129540"/>
                </a:lnTo>
                <a:lnTo>
                  <a:pt x="530339" y="138112"/>
                </a:lnTo>
                <a:lnTo>
                  <a:pt x="530339" y="153924"/>
                </a:lnTo>
                <a:lnTo>
                  <a:pt x="530339" y="251460"/>
                </a:lnTo>
                <a:lnTo>
                  <a:pt x="493763" y="251460"/>
                </a:lnTo>
                <a:lnTo>
                  <a:pt x="493763" y="153924"/>
                </a:lnTo>
                <a:lnTo>
                  <a:pt x="530339" y="153924"/>
                </a:lnTo>
                <a:lnTo>
                  <a:pt x="530339" y="138112"/>
                </a:lnTo>
                <a:lnTo>
                  <a:pt x="525767" y="143256"/>
                </a:lnTo>
                <a:lnTo>
                  <a:pt x="493763" y="143256"/>
                </a:lnTo>
                <a:lnTo>
                  <a:pt x="470903" y="132588"/>
                </a:lnTo>
                <a:lnTo>
                  <a:pt x="471792" y="150622"/>
                </a:lnTo>
                <a:lnTo>
                  <a:pt x="472211" y="169164"/>
                </a:lnTo>
                <a:lnTo>
                  <a:pt x="472313" y="180073"/>
                </a:lnTo>
                <a:lnTo>
                  <a:pt x="472236" y="263271"/>
                </a:lnTo>
                <a:lnTo>
                  <a:pt x="471792" y="285851"/>
                </a:lnTo>
                <a:lnTo>
                  <a:pt x="470903" y="307848"/>
                </a:lnTo>
                <a:lnTo>
                  <a:pt x="493763" y="298704"/>
                </a:lnTo>
                <a:lnTo>
                  <a:pt x="493763" y="262128"/>
                </a:lnTo>
                <a:lnTo>
                  <a:pt x="530339" y="262128"/>
                </a:lnTo>
                <a:lnTo>
                  <a:pt x="530339" y="284988"/>
                </a:lnTo>
                <a:lnTo>
                  <a:pt x="551675" y="272796"/>
                </a:lnTo>
                <a:lnTo>
                  <a:pt x="551484" y="262128"/>
                </a:lnTo>
                <a:lnTo>
                  <a:pt x="551446" y="260159"/>
                </a:lnTo>
                <a:lnTo>
                  <a:pt x="551027" y="251460"/>
                </a:lnTo>
                <a:lnTo>
                  <a:pt x="550430" y="240703"/>
                </a:lnTo>
                <a:lnTo>
                  <a:pt x="550240" y="234696"/>
                </a:lnTo>
                <a:lnTo>
                  <a:pt x="550151" y="160020"/>
                </a:lnTo>
                <a:lnTo>
                  <a:pt x="558279" y="153924"/>
                </a:lnTo>
                <a:lnTo>
                  <a:pt x="562343" y="150876"/>
                </a:lnTo>
                <a:close/>
              </a:path>
              <a:path w="830580" h="407035">
                <a:moveTo>
                  <a:pt x="617207" y="85344"/>
                </a:moveTo>
                <a:lnTo>
                  <a:pt x="611111" y="79248"/>
                </a:lnTo>
                <a:lnTo>
                  <a:pt x="595871" y="64008"/>
                </a:lnTo>
                <a:lnTo>
                  <a:pt x="580631" y="79248"/>
                </a:lnTo>
                <a:lnTo>
                  <a:pt x="495287" y="79248"/>
                </a:lnTo>
                <a:lnTo>
                  <a:pt x="518147" y="30480"/>
                </a:lnTo>
                <a:lnTo>
                  <a:pt x="531863" y="19812"/>
                </a:lnTo>
                <a:lnTo>
                  <a:pt x="495287" y="1524"/>
                </a:lnTo>
                <a:lnTo>
                  <a:pt x="481368" y="56388"/>
                </a:lnTo>
                <a:lnTo>
                  <a:pt x="464197" y="103543"/>
                </a:lnTo>
                <a:lnTo>
                  <a:pt x="440093" y="153835"/>
                </a:lnTo>
                <a:lnTo>
                  <a:pt x="425183" y="179832"/>
                </a:lnTo>
                <a:lnTo>
                  <a:pt x="431279" y="184404"/>
                </a:lnTo>
                <a:lnTo>
                  <a:pt x="447878" y="162356"/>
                </a:lnTo>
                <a:lnTo>
                  <a:pt x="463473" y="139446"/>
                </a:lnTo>
                <a:lnTo>
                  <a:pt x="478193" y="115443"/>
                </a:lnTo>
                <a:lnTo>
                  <a:pt x="492239" y="89916"/>
                </a:lnTo>
                <a:lnTo>
                  <a:pt x="582155" y="89916"/>
                </a:lnTo>
                <a:lnTo>
                  <a:pt x="581914" y="162356"/>
                </a:lnTo>
                <a:lnTo>
                  <a:pt x="581012" y="238506"/>
                </a:lnTo>
                <a:lnTo>
                  <a:pt x="579589" y="283654"/>
                </a:lnTo>
                <a:lnTo>
                  <a:pt x="574713" y="322757"/>
                </a:lnTo>
                <a:lnTo>
                  <a:pt x="548652" y="343471"/>
                </a:lnTo>
                <a:lnTo>
                  <a:pt x="535101" y="342900"/>
                </a:lnTo>
                <a:lnTo>
                  <a:pt x="517271" y="341185"/>
                </a:lnTo>
                <a:lnTo>
                  <a:pt x="495287" y="338328"/>
                </a:lnTo>
                <a:lnTo>
                  <a:pt x="495287" y="345948"/>
                </a:lnTo>
                <a:lnTo>
                  <a:pt x="517321" y="352552"/>
                </a:lnTo>
                <a:lnTo>
                  <a:pt x="533196" y="360997"/>
                </a:lnTo>
                <a:lnTo>
                  <a:pt x="543090" y="371462"/>
                </a:lnTo>
                <a:lnTo>
                  <a:pt x="547103" y="384048"/>
                </a:lnTo>
                <a:lnTo>
                  <a:pt x="557949" y="378333"/>
                </a:lnTo>
                <a:lnTo>
                  <a:pt x="587565" y="354101"/>
                </a:lnTo>
                <a:lnTo>
                  <a:pt x="601167" y="293141"/>
                </a:lnTo>
                <a:lnTo>
                  <a:pt x="603097" y="247269"/>
                </a:lnTo>
                <a:lnTo>
                  <a:pt x="604494" y="180073"/>
                </a:lnTo>
                <a:lnTo>
                  <a:pt x="605015" y="92964"/>
                </a:lnTo>
                <a:lnTo>
                  <a:pt x="609892" y="89916"/>
                </a:lnTo>
                <a:lnTo>
                  <a:pt x="617207" y="85344"/>
                </a:lnTo>
                <a:close/>
              </a:path>
              <a:path w="830580" h="407035">
                <a:moveTo>
                  <a:pt x="818375" y="68580"/>
                </a:moveTo>
                <a:lnTo>
                  <a:pt x="810755" y="60960"/>
                </a:lnTo>
                <a:lnTo>
                  <a:pt x="793991" y="44196"/>
                </a:lnTo>
                <a:lnTo>
                  <a:pt x="778751" y="60960"/>
                </a:lnTo>
                <a:lnTo>
                  <a:pt x="694931" y="60960"/>
                </a:lnTo>
                <a:lnTo>
                  <a:pt x="710171" y="33528"/>
                </a:lnTo>
                <a:lnTo>
                  <a:pt x="723887" y="27432"/>
                </a:lnTo>
                <a:lnTo>
                  <a:pt x="694931" y="6096"/>
                </a:lnTo>
                <a:lnTo>
                  <a:pt x="676719" y="49822"/>
                </a:lnTo>
                <a:lnTo>
                  <a:pt x="648068" y="97155"/>
                </a:lnTo>
                <a:lnTo>
                  <a:pt x="620255" y="126492"/>
                </a:lnTo>
                <a:lnTo>
                  <a:pt x="621779" y="131064"/>
                </a:lnTo>
                <a:lnTo>
                  <a:pt x="631215" y="125666"/>
                </a:lnTo>
                <a:lnTo>
                  <a:pt x="641210" y="118681"/>
                </a:lnTo>
                <a:lnTo>
                  <a:pt x="651789" y="110286"/>
                </a:lnTo>
                <a:lnTo>
                  <a:pt x="662927" y="100584"/>
                </a:lnTo>
                <a:lnTo>
                  <a:pt x="670153" y="107734"/>
                </a:lnTo>
                <a:lnTo>
                  <a:pt x="676046" y="115404"/>
                </a:lnTo>
                <a:lnTo>
                  <a:pt x="681151" y="123736"/>
                </a:lnTo>
                <a:lnTo>
                  <a:pt x="685787" y="132588"/>
                </a:lnTo>
                <a:lnTo>
                  <a:pt x="690359" y="143256"/>
                </a:lnTo>
                <a:lnTo>
                  <a:pt x="693407" y="147828"/>
                </a:lnTo>
                <a:lnTo>
                  <a:pt x="697979" y="147828"/>
                </a:lnTo>
                <a:lnTo>
                  <a:pt x="699503" y="144780"/>
                </a:lnTo>
                <a:lnTo>
                  <a:pt x="704075" y="140208"/>
                </a:lnTo>
                <a:lnTo>
                  <a:pt x="707123" y="135636"/>
                </a:lnTo>
                <a:lnTo>
                  <a:pt x="707123" y="129540"/>
                </a:lnTo>
                <a:lnTo>
                  <a:pt x="680313" y="100584"/>
                </a:lnTo>
                <a:lnTo>
                  <a:pt x="669023" y="94488"/>
                </a:lnTo>
                <a:lnTo>
                  <a:pt x="673646" y="90258"/>
                </a:lnTo>
                <a:lnTo>
                  <a:pt x="678548" y="84582"/>
                </a:lnTo>
                <a:lnTo>
                  <a:pt x="684034" y="77774"/>
                </a:lnTo>
                <a:lnTo>
                  <a:pt x="690359" y="70104"/>
                </a:lnTo>
                <a:lnTo>
                  <a:pt x="778751" y="70104"/>
                </a:lnTo>
                <a:lnTo>
                  <a:pt x="770204" y="85280"/>
                </a:lnTo>
                <a:lnTo>
                  <a:pt x="743394" y="117906"/>
                </a:lnTo>
                <a:lnTo>
                  <a:pt x="703694" y="154266"/>
                </a:lnTo>
                <a:lnTo>
                  <a:pt x="646544" y="187502"/>
                </a:lnTo>
                <a:lnTo>
                  <a:pt x="611111" y="202692"/>
                </a:lnTo>
                <a:lnTo>
                  <a:pt x="612635" y="210312"/>
                </a:lnTo>
                <a:lnTo>
                  <a:pt x="675881" y="186880"/>
                </a:lnTo>
                <a:lnTo>
                  <a:pt x="725411" y="160020"/>
                </a:lnTo>
                <a:lnTo>
                  <a:pt x="766559" y="124587"/>
                </a:lnTo>
                <a:lnTo>
                  <a:pt x="803135" y="77724"/>
                </a:lnTo>
                <a:lnTo>
                  <a:pt x="815835" y="70104"/>
                </a:lnTo>
                <a:lnTo>
                  <a:pt x="818375" y="68580"/>
                </a:lnTo>
                <a:close/>
              </a:path>
              <a:path w="830580" h="407035">
                <a:moveTo>
                  <a:pt x="830567" y="231648"/>
                </a:moveTo>
                <a:lnTo>
                  <a:pt x="822439" y="224028"/>
                </a:lnTo>
                <a:lnTo>
                  <a:pt x="806183" y="208788"/>
                </a:lnTo>
                <a:lnTo>
                  <a:pt x="790943" y="224028"/>
                </a:lnTo>
                <a:lnTo>
                  <a:pt x="707123" y="224028"/>
                </a:lnTo>
                <a:lnTo>
                  <a:pt x="725411" y="199644"/>
                </a:lnTo>
                <a:lnTo>
                  <a:pt x="742175" y="193548"/>
                </a:lnTo>
                <a:lnTo>
                  <a:pt x="711695" y="169164"/>
                </a:lnTo>
                <a:lnTo>
                  <a:pt x="685342" y="219100"/>
                </a:lnTo>
                <a:lnTo>
                  <a:pt x="660171" y="252818"/>
                </a:lnTo>
                <a:lnTo>
                  <a:pt x="628167" y="283159"/>
                </a:lnTo>
                <a:lnTo>
                  <a:pt x="609587" y="297180"/>
                </a:lnTo>
                <a:lnTo>
                  <a:pt x="612635" y="301752"/>
                </a:lnTo>
                <a:lnTo>
                  <a:pt x="628065" y="293712"/>
                </a:lnTo>
                <a:lnTo>
                  <a:pt x="642353" y="285369"/>
                </a:lnTo>
                <a:lnTo>
                  <a:pt x="655497" y="276466"/>
                </a:lnTo>
                <a:lnTo>
                  <a:pt x="667499" y="266700"/>
                </a:lnTo>
                <a:lnTo>
                  <a:pt x="673785" y="277253"/>
                </a:lnTo>
                <a:lnTo>
                  <a:pt x="678929" y="288226"/>
                </a:lnTo>
                <a:lnTo>
                  <a:pt x="682929" y="299491"/>
                </a:lnTo>
                <a:lnTo>
                  <a:pt x="685787" y="310896"/>
                </a:lnTo>
                <a:lnTo>
                  <a:pt x="688835" y="321564"/>
                </a:lnTo>
                <a:lnTo>
                  <a:pt x="691883" y="327660"/>
                </a:lnTo>
                <a:lnTo>
                  <a:pt x="696455" y="327660"/>
                </a:lnTo>
                <a:lnTo>
                  <a:pt x="699503" y="326136"/>
                </a:lnTo>
                <a:lnTo>
                  <a:pt x="707123" y="318516"/>
                </a:lnTo>
                <a:lnTo>
                  <a:pt x="708647" y="312420"/>
                </a:lnTo>
                <a:lnTo>
                  <a:pt x="708647" y="304800"/>
                </a:lnTo>
                <a:lnTo>
                  <a:pt x="707123" y="300228"/>
                </a:lnTo>
                <a:lnTo>
                  <a:pt x="705599" y="294132"/>
                </a:lnTo>
                <a:lnTo>
                  <a:pt x="677773" y="266700"/>
                </a:lnTo>
                <a:lnTo>
                  <a:pt x="672071" y="262128"/>
                </a:lnTo>
                <a:lnTo>
                  <a:pt x="679818" y="254419"/>
                </a:lnTo>
                <a:lnTo>
                  <a:pt x="687120" y="247269"/>
                </a:lnTo>
                <a:lnTo>
                  <a:pt x="694156" y="240703"/>
                </a:lnTo>
                <a:lnTo>
                  <a:pt x="701027" y="234696"/>
                </a:lnTo>
                <a:lnTo>
                  <a:pt x="790943" y="234696"/>
                </a:lnTo>
                <a:lnTo>
                  <a:pt x="772020" y="270090"/>
                </a:lnTo>
                <a:lnTo>
                  <a:pt x="729018" y="325996"/>
                </a:lnTo>
                <a:lnTo>
                  <a:pt x="677557" y="362864"/>
                </a:lnTo>
                <a:lnTo>
                  <a:pt x="617067" y="389242"/>
                </a:lnTo>
                <a:lnTo>
                  <a:pt x="583679" y="399288"/>
                </a:lnTo>
                <a:lnTo>
                  <a:pt x="585203" y="406908"/>
                </a:lnTo>
                <a:lnTo>
                  <a:pt x="651878" y="388620"/>
                </a:lnTo>
                <a:lnTo>
                  <a:pt x="711695" y="361188"/>
                </a:lnTo>
                <a:lnTo>
                  <a:pt x="765987" y="316230"/>
                </a:lnTo>
                <a:lnTo>
                  <a:pt x="790321" y="283654"/>
                </a:lnTo>
                <a:lnTo>
                  <a:pt x="812279" y="243840"/>
                </a:lnTo>
                <a:lnTo>
                  <a:pt x="825995" y="234696"/>
                </a:lnTo>
                <a:lnTo>
                  <a:pt x="830567" y="231648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" name="object 43"/>
          <p:cNvSpPr/>
          <p:nvPr/>
        </p:nvSpPr>
        <p:spPr>
          <a:xfrm>
            <a:off x="3063239" y="4837176"/>
            <a:ext cx="338455" cy="391795"/>
          </a:xfrm>
          <a:custGeom>
            <a:avLst/>
            <a:gdLst/>
            <a:ahLst/>
            <a:cxnLst/>
            <a:rect l="l" t="t" r="r" b="b"/>
            <a:pathLst>
              <a:path w="338454" h="391795">
                <a:moveTo>
                  <a:pt x="25908" y="391668"/>
                </a:moveTo>
                <a:lnTo>
                  <a:pt x="22860" y="385572"/>
                </a:lnTo>
                <a:lnTo>
                  <a:pt x="46529" y="379547"/>
                </a:lnTo>
                <a:lnTo>
                  <a:pt x="69342" y="372808"/>
                </a:lnTo>
                <a:lnTo>
                  <a:pt x="111252" y="356616"/>
                </a:lnTo>
                <a:lnTo>
                  <a:pt x="150304" y="336423"/>
                </a:lnTo>
                <a:lnTo>
                  <a:pt x="185928" y="309372"/>
                </a:lnTo>
                <a:lnTo>
                  <a:pt x="216979" y="273939"/>
                </a:lnTo>
                <a:lnTo>
                  <a:pt x="237744" y="227076"/>
                </a:lnTo>
                <a:lnTo>
                  <a:pt x="247619" y="165360"/>
                </a:lnTo>
                <a:lnTo>
                  <a:pt x="250362" y="119871"/>
                </a:lnTo>
                <a:lnTo>
                  <a:pt x="251609" y="66174"/>
                </a:lnTo>
                <a:lnTo>
                  <a:pt x="251584" y="44196"/>
                </a:lnTo>
                <a:lnTo>
                  <a:pt x="251459" y="0"/>
                </a:lnTo>
                <a:lnTo>
                  <a:pt x="294132" y="18288"/>
                </a:lnTo>
                <a:lnTo>
                  <a:pt x="280416" y="30480"/>
                </a:lnTo>
                <a:lnTo>
                  <a:pt x="279249" y="76461"/>
                </a:lnTo>
                <a:lnTo>
                  <a:pt x="277939" y="116014"/>
                </a:lnTo>
                <a:lnTo>
                  <a:pt x="274320" y="175260"/>
                </a:lnTo>
                <a:lnTo>
                  <a:pt x="267462" y="218694"/>
                </a:lnTo>
                <a:lnTo>
                  <a:pt x="256032" y="257556"/>
                </a:lnTo>
                <a:lnTo>
                  <a:pt x="268318" y="266700"/>
                </a:lnTo>
                <a:lnTo>
                  <a:pt x="252983" y="266700"/>
                </a:lnTo>
                <a:lnTo>
                  <a:pt x="234410" y="292655"/>
                </a:lnTo>
                <a:lnTo>
                  <a:pt x="212979" y="315468"/>
                </a:lnTo>
                <a:lnTo>
                  <a:pt x="161544" y="350520"/>
                </a:lnTo>
                <a:lnTo>
                  <a:pt x="98298" y="375666"/>
                </a:lnTo>
                <a:lnTo>
                  <a:pt x="63388" y="384810"/>
                </a:lnTo>
                <a:lnTo>
                  <a:pt x="25908" y="391668"/>
                </a:lnTo>
                <a:close/>
              </a:path>
              <a:path w="338454" h="391795">
                <a:moveTo>
                  <a:pt x="25908" y="335280"/>
                </a:moveTo>
                <a:lnTo>
                  <a:pt x="0" y="303276"/>
                </a:lnTo>
                <a:lnTo>
                  <a:pt x="4000" y="297894"/>
                </a:lnTo>
                <a:lnTo>
                  <a:pt x="6858" y="291084"/>
                </a:lnTo>
                <a:lnTo>
                  <a:pt x="8572" y="283130"/>
                </a:lnTo>
                <a:lnTo>
                  <a:pt x="9045" y="275844"/>
                </a:lnTo>
                <a:lnTo>
                  <a:pt x="9041" y="66174"/>
                </a:lnTo>
                <a:lnTo>
                  <a:pt x="8953" y="54102"/>
                </a:lnTo>
                <a:lnTo>
                  <a:pt x="8501" y="33528"/>
                </a:lnTo>
                <a:lnTo>
                  <a:pt x="7620" y="15240"/>
                </a:lnTo>
                <a:lnTo>
                  <a:pt x="50292" y="35052"/>
                </a:lnTo>
                <a:lnTo>
                  <a:pt x="35052" y="50292"/>
                </a:lnTo>
                <a:lnTo>
                  <a:pt x="35052" y="280416"/>
                </a:lnTo>
                <a:lnTo>
                  <a:pt x="78835" y="280416"/>
                </a:lnTo>
                <a:lnTo>
                  <a:pt x="55697" y="300990"/>
                </a:lnTo>
                <a:lnTo>
                  <a:pt x="44386" y="312420"/>
                </a:lnTo>
                <a:lnTo>
                  <a:pt x="34504" y="323850"/>
                </a:lnTo>
                <a:lnTo>
                  <a:pt x="25908" y="335280"/>
                </a:lnTo>
                <a:close/>
              </a:path>
              <a:path w="338454" h="391795">
                <a:moveTo>
                  <a:pt x="155448" y="143256"/>
                </a:moveTo>
                <a:lnTo>
                  <a:pt x="153924" y="143256"/>
                </a:lnTo>
                <a:lnTo>
                  <a:pt x="150518" y="141827"/>
                </a:lnTo>
                <a:lnTo>
                  <a:pt x="147256" y="137541"/>
                </a:lnTo>
                <a:lnTo>
                  <a:pt x="144279" y="130397"/>
                </a:lnTo>
                <a:lnTo>
                  <a:pt x="141732" y="120396"/>
                </a:lnTo>
                <a:lnTo>
                  <a:pt x="135707" y="104417"/>
                </a:lnTo>
                <a:lnTo>
                  <a:pt x="126682" y="86296"/>
                </a:lnTo>
                <a:lnTo>
                  <a:pt x="114514" y="66174"/>
                </a:lnTo>
                <a:lnTo>
                  <a:pt x="99060" y="44196"/>
                </a:lnTo>
                <a:lnTo>
                  <a:pt x="105156" y="39624"/>
                </a:lnTo>
                <a:lnTo>
                  <a:pt x="134278" y="61031"/>
                </a:lnTo>
                <a:lnTo>
                  <a:pt x="155257" y="79438"/>
                </a:lnTo>
                <a:lnTo>
                  <a:pt x="167949" y="94702"/>
                </a:lnTo>
                <a:lnTo>
                  <a:pt x="172212" y="106680"/>
                </a:lnTo>
                <a:lnTo>
                  <a:pt x="171878" y="115466"/>
                </a:lnTo>
                <a:lnTo>
                  <a:pt x="170688" y="123253"/>
                </a:lnTo>
                <a:lnTo>
                  <a:pt x="168354" y="129611"/>
                </a:lnTo>
                <a:lnTo>
                  <a:pt x="164592" y="134112"/>
                </a:lnTo>
                <a:lnTo>
                  <a:pt x="160020" y="140208"/>
                </a:lnTo>
                <a:lnTo>
                  <a:pt x="155448" y="143256"/>
                </a:lnTo>
                <a:close/>
              </a:path>
              <a:path w="338454" h="391795">
                <a:moveTo>
                  <a:pt x="78835" y="280416"/>
                </a:moveTo>
                <a:lnTo>
                  <a:pt x="35052" y="280416"/>
                </a:lnTo>
                <a:lnTo>
                  <a:pt x="55602" y="269557"/>
                </a:lnTo>
                <a:lnTo>
                  <a:pt x="82867" y="252984"/>
                </a:lnTo>
                <a:lnTo>
                  <a:pt x="116705" y="230695"/>
                </a:lnTo>
                <a:lnTo>
                  <a:pt x="156972" y="202692"/>
                </a:lnTo>
                <a:lnTo>
                  <a:pt x="161544" y="207264"/>
                </a:lnTo>
                <a:lnTo>
                  <a:pt x="78835" y="280416"/>
                </a:lnTo>
                <a:close/>
              </a:path>
              <a:path w="338454" h="391795">
                <a:moveTo>
                  <a:pt x="324612" y="371856"/>
                </a:moveTo>
                <a:lnTo>
                  <a:pt x="323088" y="371856"/>
                </a:lnTo>
                <a:lnTo>
                  <a:pt x="319635" y="370189"/>
                </a:lnTo>
                <a:lnTo>
                  <a:pt x="316039" y="365379"/>
                </a:lnTo>
                <a:lnTo>
                  <a:pt x="312158" y="357711"/>
                </a:lnTo>
                <a:lnTo>
                  <a:pt x="307847" y="347472"/>
                </a:lnTo>
                <a:lnTo>
                  <a:pt x="300132" y="331208"/>
                </a:lnTo>
                <a:lnTo>
                  <a:pt x="288382" y="312181"/>
                </a:lnTo>
                <a:lnTo>
                  <a:pt x="272700" y="290679"/>
                </a:lnTo>
                <a:lnTo>
                  <a:pt x="252983" y="266700"/>
                </a:lnTo>
                <a:lnTo>
                  <a:pt x="268318" y="266700"/>
                </a:lnTo>
                <a:lnTo>
                  <a:pt x="274558" y="271343"/>
                </a:lnTo>
                <a:lnTo>
                  <a:pt x="291084" y="283273"/>
                </a:lnTo>
                <a:lnTo>
                  <a:pt x="305323" y="293774"/>
                </a:lnTo>
                <a:lnTo>
                  <a:pt x="332803" y="320802"/>
                </a:lnTo>
                <a:lnTo>
                  <a:pt x="338328" y="338328"/>
                </a:lnTo>
                <a:lnTo>
                  <a:pt x="337804" y="346876"/>
                </a:lnTo>
                <a:lnTo>
                  <a:pt x="336423" y="354139"/>
                </a:lnTo>
                <a:lnTo>
                  <a:pt x="334470" y="359973"/>
                </a:lnTo>
                <a:lnTo>
                  <a:pt x="332232" y="364236"/>
                </a:lnTo>
                <a:lnTo>
                  <a:pt x="324612" y="371856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" name="object 44"/>
          <p:cNvSpPr/>
          <p:nvPr/>
        </p:nvSpPr>
        <p:spPr>
          <a:xfrm>
            <a:off x="3470147" y="4831079"/>
            <a:ext cx="379730" cy="399415"/>
          </a:xfrm>
          <a:custGeom>
            <a:avLst/>
            <a:gdLst/>
            <a:ahLst/>
            <a:cxnLst/>
            <a:rect l="l" t="t" r="r" b="b"/>
            <a:pathLst>
              <a:path w="379729" h="399414">
                <a:moveTo>
                  <a:pt x="208577" y="355092"/>
                </a:moveTo>
                <a:lnTo>
                  <a:pt x="167640" y="355092"/>
                </a:lnTo>
                <a:lnTo>
                  <a:pt x="174759" y="353425"/>
                </a:lnTo>
                <a:lnTo>
                  <a:pt x="180022" y="348615"/>
                </a:lnTo>
                <a:lnTo>
                  <a:pt x="183284" y="340947"/>
                </a:lnTo>
                <a:lnTo>
                  <a:pt x="184404" y="330708"/>
                </a:lnTo>
                <a:lnTo>
                  <a:pt x="184380" y="59578"/>
                </a:lnTo>
                <a:lnTo>
                  <a:pt x="184204" y="36576"/>
                </a:lnTo>
                <a:lnTo>
                  <a:pt x="183761" y="17192"/>
                </a:lnTo>
                <a:lnTo>
                  <a:pt x="182880" y="0"/>
                </a:lnTo>
                <a:lnTo>
                  <a:pt x="230124" y="21336"/>
                </a:lnTo>
                <a:lnTo>
                  <a:pt x="210312" y="36576"/>
                </a:lnTo>
                <a:lnTo>
                  <a:pt x="210312" y="342900"/>
                </a:lnTo>
                <a:lnTo>
                  <a:pt x="208577" y="355092"/>
                </a:lnTo>
                <a:close/>
              </a:path>
              <a:path w="379729" h="399414">
                <a:moveTo>
                  <a:pt x="6096" y="297180"/>
                </a:moveTo>
                <a:lnTo>
                  <a:pt x="0" y="292608"/>
                </a:lnTo>
                <a:lnTo>
                  <a:pt x="11430" y="279463"/>
                </a:lnTo>
                <a:lnTo>
                  <a:pt x="22860" y="265176"/>
                </a:lnTo>
                <a:lnTo>
                  <a:pt x="45720" y="233172"/>
                </a:lnTo>
                <a:lnTo>
                  <a:pt x="66294" y="198882"/>
                </a:lnTo>
                <a:lnTo>
                  <a:pt x="82296" y="164592"/>
                </a:lnTo>
                <a:lnTo>
                  <a:pt x="89463" y="148304"/>
                </a:lnTo>
                <a:lnTo>
                  <a:pt x="95059" y="133731"/>
                </a:lnTo>
                <a:lnTo>
                  <a:pt x="99226" y="120872"/>
                </a:lnTo>
                <a:lnTo>
                  <a:pt x="102108" y="109728"/>
                </a:lnTo>
                <a:lnTo>
                  <a:pt x="141732" y="137160"/>
                </a:lnTo>
                <a:lnTo>
                  <a:pt x="134278" y="141422"/>
                </a:lnTo>
                <a:lnTo>
                  <a:pt x="127825" y="147256"/>
                </a:lnTo>
                <a:lnTo>
                  <a:pt x="122229" y="154519"/>
                </a:lnTo>
                <a:lnTo>
                  <a:pt x="117348" y="163068"/>
                </a:lnTo>
                <a:lnTo>
                  <a:pt x="109870" y="174236"/>
                </a:lnTo>
                <a:lnTo>
                  <a:pt x="77724" y="219456"/>
                </a:lnTo>
                <a:lnTo>
                  <a:pt x="45910" y="258318"/>
                </a:lnTo>
                <a:lnTo>
                  <a:pt x="26931" y="277749"/>
                </a:lnTo>
                <a:lnTo>
                  <a:pt x="6096" y="297180"/>
                </a:lnTo>
                <a:close/>
              </a:path>
              <a:path w="379729" h="399414">
                <a:moveTo>
                  <a:pt x="167640" y="399288"/>
                </a:moveTo>
                <a:lnTo>
                  <a:pt x="164187" y="388977"/>
                </a:lnTo>
                <a:lnTo>
                  <a:pt x="153733" y="378523"/>
                </a:lnTo>
                <a:lnTo>
                  <a:pt x="136136" y="367784"/>
                </a:lnTo>
                <a:lnTo>
                  <a:pt x="111252" y="356616"/>
                </a:lnTo>
                <a:lnTo>
                  <a:pt x="111252" y="347472"/>
                </a:lnTo>
                <a:lnTo>
                  <a:pt x="129278" y="350591"/>
                </a:lnTo>
                <a:lnTo>
                  <a:pt x="144589" y="352996"/>
                </a:lnTo>
                <a:lnTo>
                  <a:pt x="157329" y="354544"/>
                </a:lnTo>
                <a:lnTo>
                  <a:pt x="167640" y="355092"/>
                </a:lnTo>
                <a:lnTo>
                  <a:pt x="208577" y="355092"/>
                </a:lnTo>
                <a:lnTo>
                  <a:pt x="207716" y="361140"/>
                </a:lnTo>
                <a:lnTo>
                  <a:pt x="199834" y="376809"/>
                </a:lnTo>
                <a:lnTo>
                  <a:pt x="186523" y="389620"/>
                </a:lnTo>
                <a:lnTo>
                  <a:pt x="167640" y="399288"/>
                </a:lnTo>
                <a:close/>
              </a:path>
              <a:path w="379729" h="399414">
                <a:moveTo>
                  <a:pt x="364236" y="288036"/>
                </a:moveTo>
                <a:lnTo>
                  <a:pt x="356616" y="288036"/>
                </a:lnTo>
                <a:lnTo>
                  <a:pt x="353568" y="281939"/>
                </a:lnTo>
                <a:lnTo>
                  <a:pt x="348996" y="269748"/>
                </a:lnTo>
                <a:lnTo>
                  <a:pt x="343328" y="255222"/>
                </a:lnTo>
                <a:lnTo>
                  <a:pt x="315468" y="204216"/>
                </a:lnTo>
                <a:lnTo>
                  <a:pt x="288417" y="165544"/>
                </a:lnTo>
                <a:lnTo>
                  <a:pt x="254508" y="123444"/>
                </a:lnTo>
                <a:lnTo>
                  <a:pt x="259080" y="118872"/>
                </a:lnTo>
                <a:lnTo>
                  <a:pt x="289631" y="143684"/>
                </a:lnTo>
                <a:lnTo>
                  <a:pt x="334732" y="183594"/>
                </a:lnTo>
                <a:lnTo>
                  <a:pt x="368427" y="221170"/>
                </a:lnTo>
                <a:lnTo>
                  <a:pt x="377952" y="243839"/>
                </a:lnTo>
                <a:lnTo>
                  <a:pt x="379476" y="249936"/>
                </a:lnTo>
                <a:lnTo>
                  <a:pt x="367284" y="284987"/>
                </a:lnTo>
                <a:lnTo>
                  <a:pt x="364236" y="288036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" name="object 45"/>
          <p:cNvSpPr/>
          <p:nvPr/>
        </p:nvSpPr>
        <p:spPr>
          <a:xfrm>
            <a:off x="3910584" y="4826508"/>
            <a:ext cx="844550" cy="410209"/>
          </a:xfrm>
          <a:custGeom>
            <a:avLst/>
            <a:gdLst/>
            <a:ahLst/>
            <a:cxnLst/>
            <a:rect l="l" t="t" r="r" b="b"/>
            <a:pathLst>
              <a:path w="844550" h="410210">
                <a:moveTo>
                  <a:pt x="216408" y="99060"/>
                </a:moveTo>
                <a:lnTo>
                  <a:pt x="173736" y="76200"/>
                </a:lnTo>
                <a:lnTo>
                  <a:pt x="173418" y="111404"/>
                </a:lnTo>
                <a:lnTo>
                  <a:pt x="172402" y="144018"/>
                </a:lnTo>
                <a:lnTo>
                  <a:pt x="167640" y="202692"/>
                </a:lnTo>
                <a:lnTo>
                  <a:pt x="156210" y="250888"/>
                </a:lnTo>
                <a:lnTo>
                  <a:pt x="140208" y="291084"/>
                </a:lnTo>
                <a:lnTo>
                  <a:pt x="117538" y="325183"/>
                </a:lnTo>
                <a:lnTo>
                  <a:pt x="86868" y="353568"/>
                </a:lnTo>
                <a:lnTo>
                  <a:pt x="48006" y="379095"/>
                </a:lnTo>
                <a:lnTo>
                  <a:pt x="0" y="402336"/>
                </a:lnTo>
                <a:lnTo>
                  <a:pt x="3048" y="409956"/>
                </a:lnTo>
                <a:lnTo>
                  <a:pt x="64579" y="383286"/>
                </a:lnTo>
                <a:lnTo>
                  <a:pt x="111252" y="356616"/>
                </a:lnTo>
                <a:lnTo>
                  <a:pt x="144018" y="326898"/>
                </a:lnTo>
                <a:lnTo>
                  <a:pt x="167640" y="292608"/>
                </a:lnTo>
                <a:lnTo>
                  <a:pt x="182689" y="252412"/>
                </a:lnTo>
                <a:lnTo>
                  <a:pt x="192024" y="208788"/>
                </a:lnTo>
                <a:lnTo>
                  <a:pt x="196405" y="161163"/>
                </a:lnTo>
                <a:lnTo>
                  <a:pt x="199644" y="111252"/>
                </a:lnTo>
                <a:lnTo>
                  <a:pt x="216408" y="99060"/>
                </a:lnTo>
                <a:close/>
              </a:path>
              <a:path w="844550" h="410210">
                <a:moveTo>
                  <a:pt x="324612" y="42672"/>
                </a:moveTo>
                <a:lnTo>
                  <a:pt x="318516" y="36576"/>
                </a:lnTo>
                <a:lnTo>
                  <a:pt x="298704" y="16764"/>
                </a:lnTo>
                <a:lnTo>
                  <a:pt x="278892" y="36576"/>
                </a:lnTo>
                <a:lnTo>
                  <a:pt x="114300" y="36576"/>
                </a:lnTo>
                <a:lnTo>
                  <a:pt x="85344" y="19812"/>
                </a:lnTo>
                <a:lnTo>
                  <a:pt x="85585" y="45720"/>
                </a:lnTo>
                <a:lnTo>
                  <a:pt x="86106" y="73914"/>
                </a:lnTo>
                <a:lnTo>
                  <a:pt x="86626" y="105968"/>
                </a:lnTo>
                <a:lnTo>
                  <a:pt x="86766" y="127330"/>
                </a:lnTo>
                <a:lnTo>
                  <a:pt x="86626" y="177152"/>
                </a:lnTo>
                <a:lnTo>
                  <a:pt x="85572" y="240538"/>
                </a:lnTo>
                <a:lnTo>
                  <a:pt x="85344" y="268224"/>
                </a:lnTo>
                <a:lnTo>
                  <a:pt x="111252" y="252984"/>
                </a:lnTo>
                <a:lnTo>
                  <a:pt x="111252" y="45720"/>
                </a:lnTo>
                <a:lnTo>
                  <a:pt x="284988" y="45720"/>
                </a:lnTo>
                <a:lnTo>
                  <a:pt x="284988" y="263652"/>
                </a:lnTo>
                <a:lnTo>
                  <a:pt x="310896" y="248412"/>
                </a:lnTo>
                <a:lnTo>
                  <a:pt x="310007" y="225005"/>
                </a:lnTo>
                <a:lnTo>
                  <a:pt x="309600" y="188976"/>
                </a:lnTo>
                <a:lnTo>
                  <a:pt x="309486" y="161163"/>
                </a:lnTo>
                <a:lnTo>
                  <a:pt x="309372" y="53340"/>
                </a:lnTo>
                <a:lnTo>
                  <a:pt x="320255" y="45720"/>
                </a:lnTo>
                <a:lnTo>
                  <a:pt x="324612" y="42672"/>
                </a:lnTo>
                <a:close/>
              </a:path>
              <a:path w="844550" h="410210">
                <a:moveTo>
                  <a:pt x="397764" y="359664"/>
                </a:moveTo>
                <a:lnTo>
                  <a:pt x="376047" y="314896"/>
                </a:lnTo>
                <a:lnTo>
                  <a:pt x="374904" y="278892"/>
                </a:lnTo>
                <a:lnTo>
                  <a:pt x="365760" y="278892"/>
                </a:lnTo>
                <a:lnTo>
                  <a:pt x="362521" y="326898"/>
                </a:lnTo>
                <a:lnTo>
                  <a:pt x="350520" y="364236"/>
                </a:lnTo>
                <a:lnTo>
                  <a:pt x="254508" y="364236"/>
                </a:lnTo>
                <a:lnTo>
                  <a:pt x="244259" y="363054"/>
                </a:lnTo>
                <a:lnTo>
                  <a:pt x="236601" y="359283"/>
                </a:lnTo>
                <a:lnTo>
                  <a:pt x="231787" y="352666"/>
                </a:lnTo>
                <a:lnTo>
                  <a:pt x="230124" y="342900"/>
                </a:lnTo>
                <a:lnTo>
                  <a:pt x="230124" y="224028"/>
                </a:lnTo>
                <a:lnTo>
                  <a:pt x="243840" y="211836"/>
                </a:lnTo>
                <a:lnTo>
                  <a:pt x="204216" y="188976"/>
                </a:lnTo>
                <a:lnTo>
                  <a:pt x="205092" y="203555"/>
                </a:lnTo>
                <a:lnTo>
                  <a:pt x="205549" y="217551"/>
                </a:lnTo>
                <a:lnTo>
                  <a:pt x="205638" y="225005"/>
                </a:lnTo>
                <a:lnTo>
                  <a:pt x="205740" y="348996"/>
                </a:lnTo>
                <a:lnTo>
                  <a:pt x="207733" y="365887"/>
                </a:lnTo>
                <a:lnTo>
                  <a:pt x="213741" y="377761"/>
                </a:lnTo>
                <a:lnTo>
                  <a:pt x="223735" y="384797"/>
                </a:lnTo>
                <a:lnTo>
                  <a:pt x="237744" y="387096"/>
                </a:lnTo>
                <a:lnTo>
                  <a:pt x="365760" y="387096"/>
                </a:lnTo>
                <a:lnTo>
                  <a:pt x="394944" y="364236"/>
                </a:lnTo>
                <a:lnTo>
                  <a:pt x="397764" y="359664"/>
                </a:lnTo>
                <a:close/>
              </a:path>
              <a:path w="844550" h="410210">
                <a:moveTo>
                  <a:pt x="844296" y="132588"/>
                </a:moveTo>
                <a:lnTo>
                  <a:pt x="806196" y="94488"/>
                </a:lnTo>
                <a:lnTo>
                  <a:pt x="778764" y="123444"/>
                </a:lnTo>
                <a:lnTo>
                  <a:pt x="649224" y="123444"/>
                </a:lnTo>
                <a:lnTo>
                  <a:pt x="649224" y="32004"/>
                </a:lnTo>
                <a:lnTo>
                  <a:pt x="662940" y="18288"/>
                </a:lnTo>
                <a:lnTo>
                  <a:pt x="621792" y="0"/>
                </a:lnTo>
                <a:lnTo>
                  <a:pt x="622668" y="18859"/>
                </a:lnTo>
                <a:lnTo>
                  <a:pt x="623125" y="45720"/>
                </a:lnTo>
                <a:lnTo>
                  <a:pt x="623316" y="123444"/>
                </a:lnTo>
                <a:lnTo>
                  <a:pt x="448056" y="123444"/>
                </a:lnTo>
                <a:lnTo>
                  <a:pt x="461772" y="137160"/>
                </a:lnTo>
                <a:lnTo>
                  <a:pt x="486156" y="132588"/>
                </a:lnTo>
                <a:lnTo>
                  <a:pt x="623316" y="132588"/>
                </a:lnTo>
                <a:lnTo>
                  <a:pt x="616839" y="189738"/>
                </a:lnTo>
                <a:lnTo>
                  <a:pt x="603504" y="242316"/>
                </a:lnTo>
                <a:lnTo>
                  <a:pt x="580834" y="291655"/>
                </a:lnTo>
                <a:lnTo>
                  <a:pt x="545592" y="335280"/>
                </a:lnTo>
                <a:lnTo>
                  <a:pt x="498906" y="371475"/>
                </a:lnTo>
                <a:lnTo>
                  <a:pt x="441947" y="400812"/>
                </a:lnTo>
                <a:lnTo>
                  <a:pt x="445008" y="408432"/>
                </a:lnTo>
                <a:lnTo>
                  <a:pt x="485267" y="392417"/>
                </a:lnTo>
                <a:lnTo>
                  <a:pt x="521398" y="373951"/>
                </a:lnTo>
                <a:lnTo>
                  <a:pt x="553224" y="352933"/>
                </a:lnTo>
                <a:lnTo>
                  <a:pt x="603516" y="299732"/>
                </a:lnTo>
                <a:lnTo>
                  <a:pt x="621982" y="263842"/>
                </a:lnTo>
                <a:lnTo>
                  <a:pt x="636143" y="221386"/>
                </a:lnTo>
                <a:lnTo>
                  <a:pt x="646176" y="172212"/>
                </a:lnTo>
                <a:lnTo>
                  <a:pt x="656526" y="204838"/>
                </a:lnTo>
                <a:lnTo>
                  <a:pt x="685812" y="267804"/>
                </a:lnTo>
                <a:lnTo>
                  <a:pt x="727303" y="326999"/>
                </a:lnTo>
                <a:lnTo>
                  <a:pt x="776973" y="375005"/>
                </a:lnTo>
                <a:lnTo>
                  <a:pt x="804672" y="394716"/>
                </a:lnTo>
                <a:lnTo>
                  <a:pt x="811263" y="384721"/>
                </a:lnTo>
                <a:lnTo>
                  <a:pt x="819721" y="377571"/>
                </a:lnTo>
                <a:lnTo>
                  <a:pt x="830173" y="373291"/>
                </a:lnTo>
                <a:lnTo>
                  <a:pt x="842772" y="371856"/>
                </a:lnTo>
                <a:lnTo>
                  <a:pt x="842772" y="364236"/>
                </a:lnTo>
                <a:lnTo>
                  <a:pt x="803021" y="350240"/>
                </a:lnTo>
                <a:lnTo>
                  <a:pt x="768286" y="331089"/>
                </a:lnTo>
                <a:lnTo>
                  <a:pt x="738390" y="306806"/>
                </a:lnTo>
                <a:lnTo>
                  <a:pt x="713232" y="277368"/>
                </a:lnTo>
                <a:lnTo>
                  <a:pt x="692086" y="244487"/>
                </a:lnTo>
                <a:lnTo>
                  <a:pt x="660082" y="179857"/>
                </a:lnTo>
                <a:lnTo>
                  <a:pt x="649224" y="147828"/>
                </a:lnTo>
                <a:lnTo>
                  <a:pt x="649224" y="132588"/>
                </a:lnTo>
                <a:lnTo>
                  <a:pt x="844296" y="132588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pic>
        <p:nvPicPr>
          <p:cNvPr id="46" name="object 46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4829555" y="5088731"/>
            <a:ext cx="70104" cy="118776"/>
          </a:xfrm>
          <a:prstGeom prst="rect">
            <a:avLst/>
          </a:prstGeom>
        </p:spPr>
      </p:pic>
      <p:sp>
        <p:nvSpPr>
          <p:cNvPr id="47" name="object 47"/>
          <p:cNvSpPr/>
          <p:nvPr/>
        </p:nvSpPr>
        <p:spPr>
          <a:xfrm>
            <a:off x="5241036" y="4837175"/>
            <a:ext cx="370840" cy="396240"/>
          </a:xfrm>
          <a:custGeom>
            <a:avLst/>
            <a:gdLst/>
            <a:ahLst/>
            <a:cxnLst/>
            <a:rect l="l" t="t" r="r" b="b"/>
            <a:pathLst>
              <a:path w="370839" h="396239">
                <a:moveTo>
                  <a:pt x="368221" y="18288"/>
                </a:moveTo>
                <a:lnTo>
                  <a:pt x="330708" y="18288"/>
                </a:lnTo>
                <a:lnTo>
                  <a:pt x="342900" y="0"/>
                </a:lnTo>
                <a:lnTo>
                  <a:pt x="368221" y="18288"/>
                </a:lnTo>
                <a:close/>
              </a:path>
              <a:path w="370839" h="396239">
                <a:moveTo>
                  <a:pt x="6095" y="396240"/>
                </a:moveTo>
                <a:lnTo>
                  <a:pt x="0" y="391668"/>
                </a:lnTo>
                <a:lnTo>
                  <a:pt x="15716" y="365093"/>
                </a:lnTo>
                <a:lnTo>
                  <a:pt x="28574" y="337947"/>
                </a:lnTo>
                <a:lnTo>
                  <a:pt x="45719" y="281940"/>
                </a:lnTo>
                <a:lnTo>
                  <a:pt x="54673" y="216598"/>
                </a:lnTo>
                <a:lnTo>
                  <a:pt x="57078" y="175855"/>
                </a:lnTo>
                <a:lnTo>
                  <a:pt x="57829" y="134112"/>
                </a:lnTo>
                <a:lnTo>
                  <a:pt x="57887" y="124968"/>
                </a:lnTo>
                <a:lnTo>
                  <a:pt x="57673" y="84677"/>
                </a:lnTo>
                <a:lnTo>
                  <a:pt x="57150" y="48387"/>
                </a:lnTo>
                <a:lnTo>
                  <a:pt x="56626" y="20669"/>
                </a:lnTo>
                <a:lnTo>
                  <a:pt x="56388" y="1524"/>
                </a:lnTo>
                <a:lnTo>
                  <a:pt x="82295" y="18288"/>
                </a:lnTo>
                <a:lnTo>
                  <a:pt x="368221" y="18288"/>
                </a:lnTo>
                <a:lnTo>
                  <a:pt x="370332" y="19812"/>
                </a:lnTo>
                <a:lnTo>
                  <a:pt x="361188" y="28956"/>
                </a:lnTo>
                <a:lnTo>
                  <a:pt x="82295" y="28956"/>
                </a:lnTo>
                <a:lnTo>
                  <a:pt x="82295" y="124968"/>
                </a:lnTo>
                <a:lnTo>
                  <a:pt x="356616" y="124968"/>
                </a:lnTo>
                <a:lnTo>
                  <a:pt x="356616" y="134112"/>
                </a:lnTo>
                <a:lnTo>
                  <a:pt x="82295" y="134112"/>
                </a:lnTo>
                <a:lnTo>
                  <a:pt x="81176" y="167497"/>
                </a:lnTo>
                <a:lnTo>
                  <a:pt x="80200" y="194310"/>
                </a:lnTo>
                <a:lnTo>
                  <a:pt x="79509" y="214264"/>
                </a:lnTo>
                <a:lnTo>
                  <a:pt x="79247" y="227076"/>
                </a:lnTo>
                <a:lnTo>
                  <a:pt x="356616" y="227076"/>
                </a:lnTo>
                <a:lnTo>
                  <a:pt x="356616" y="237744"/>
                </a:lnTo>
                <a:lnTo>
                  <a:pt x="79247" y="237744"/>
                </a:lnTo>
                <a:lnTo>
                  <a:pt x="69532" y="282011"/>
                </a:lnTo>
                <a:lnTo>
                  <a:pt x="54101" y="323278"/>
                </a:lnTo>
                <a:lnTo>
                  <a:pt x="32956" y="361402"/>
                </a:lnTo>
                <a:lnTo>
                  <a:pt x="6095" y="396240"/>
                </a:lnTo>
                <a:close/>
              </a:path>
              <a:path w="370839" h="396239">
                <a:moveTo>
                  <a:pt x="216407" y="124968"/>
                </a:moveTo>
                <a:lnTo>
                  <a:pt x="193547" y="124968"/>
                </a:lnTo>
                <a:lnTo>
                  <a:pt x="193547" y="28956"/>
                </a:lnTo>
                <a:lnTo>
                  <a:pt x="216407" y="28956"/>
                </a:lnTo>
                <a:lnTo>
                  <a:pt x="216407" y="124968"/>
                </a:lnTo>
                <a:close/>
              </a:path>
              <a:path w="370839" h="396239">
                <a:moveTo>
                  <a:pt x="356616" y="124968"/>
                </a:moveTo>
                <a:lnTo>
                  <a:pt x="332232" y="124968"/>
                </a:lnTo>
                <a:lnTo>
                  <a:pt x="332232" y="28956"/>
                </a:lnTo>
                <a:lnTo>
                  <a:pt x="361188" y="28956"/>
                </a:lnTo>
                <a:lnTo>
                  <a:pt x="356616" y="33528"/>
                </a:lnTo>
                <a:lnTo>
                  <a:pt x="356616" y="124968"/>
                </a:lnTo>
                <a:close/>
              </a:path>
              <a:path w="370839" h="396239">
                <a:moveTo>
                  <a:pt x="216407" y="227076"/>
                </a:moveTo>
                <a:lnTo>
                  <a:pt x="193547" y="227076"/>
                </a:lnTo>
                <a:lnTo>
                  <a:pt x="193547" y="134112"/>
                </a:lnTo>
                <a:lnTo>
                  <a:pt x="216407" y="134112"/>
                </a:lnTo>
                <a:lnTo>
                  <a:pt x="216407" y="227076"/>
                </a:lnTo>
                <a:close/>
              </a:path>
              <a:path w="370839" h="396239">
                <a:moveTo>
                  <a:pt x="356616" y="227076"/>
                </a:moveTo>
                <a:lnTo>
                  <a:pt x="332232" y="227076"/>
                </a:lnTo>
                <a:lnTo>
                  <a:pt x="332232" y="134112"/>
                </a:lnTo>
                <a:lnTo>
                  <a:pt x="356616" y="134112"/>
                </a:lnTo>
                <a:lnTo>
                  <a:pt x="356616" y="227076"/>
                </a:lnTo>
                <a:close/>
              </a:path>
              <a:path w="370839" h="396239">
                <a:moveTo>
                  <a:pt x="192023" y="381000"/>
                </a:moveTo>
                <a:lnTo>
                  <a:pt x="192262" y="335256"/>
                </a:lnTo>
                <a:lnTo>
                  <a:pt x="192785" y="296227"/>
                </a:lnTo>
                <a:lnTo>
                  <a:pt x="193309" y="263771"/>
                </a:lnTo>
                <a:lnTo>
                  <a:pt x="193547" y="237744"/>
                </a:lnTo>
                <a:lnTo>
                  <a:pt x="216407" y="237744"/>
                </a:lnTo>
                <a:lnTo>
                  <a:pt x="216531" y="310229"/>
                </a:lnTo>
                <a:lnTo>
                  <a:pt x="216607" y="326136"/>
                </a:lnTo>
                <a:lnTo>
                  <a:pt x="217050" y="352829"/>
                </a:lnTo>
                <a:lnTo>
                  <a:pt x="217931" y="368808"/>
                </a:lnTo>
                <a:lnTo>
                  <a:pt x="192023" y="381000"/>
                </a:lnTo>
                <a:close/>
              </a:path>
              <a:path w="370839" h="396239">
                <a:moveTo>
                  <a:pt x="355661" y="349615"/>
                </a:moveTo>
                <a:lnTo>
                  <a:pt x="312062" y="349615"/>
                </a:lnTo>
                <a:lnTo>
                  <a:pt x="320040" y="348996"/>
                </a:lnTo>
                <a:lnTo>
                  <a:pt x="325159" y="347567"/>
                </a:lnTo>
                <a:lnTo>
                  <a:pt x="328993" y="343281"/>
                </a:lnTo>
                <a:lnTo>
                  <a:pt x="331398" y="336137"/>
                </a:lnTo>
                <a:lnTo>
                  <a:pt x="332232" y="326136"/>
                </a:lnTo>
                <a:lnTo>
                  <a:pt x="332232" y="237744"/>
                </a:lnTo>
                <a:lnTo>
                  <a:pt x="356616" y="237744"/>
                </a:lnTo>
                <a:lnTo>
                  <a:pt x="356616" y="338328"/>
                </a:lnTo>
                <a:lnTo>
                  <a:pt x="355661" y="349615"/>
                </a:lnTo>
                <a:close/>
              </a:path>
              <a:path w="370839" h="396239">
                <a:moveTo>
                  <a:pt x="318515" y="393192"/>
                </a:moveTo>
                <a:lnTo>
                  <a:pt x="313348" y="379737"/>
                </a:lnTo>
                <a:lnTo>
                  <a:pt x="302323" y="368998"/>
                </a:lnTo>
                <a:lnTo>
                  <a:pt x="285297" y="360830"/>
                </a:lnTo>
                <a:lnTo>
                  <a:pt x="262127" y="355092"/>
                </a:lnTo>
                <a:lnTo>
                  <a:pt x="262127" y="347472"/>
                </a:lnTo>
                <a:lnTo>
                  <a:pt x="299656" y="349377"/>
                </a:lnTo>
                <a:lnTo>
                  <a:pt x="312062" y="349615"/>
                </a:lnTo>
                <a:lnTo>
                  <a:pt x="355661" y="349615"/>
                </a:lnTo>
                <a:lnTo>
                  <a:pt x="354949" y="358044"/>
                </a:lnTo>
                <a:lnTo>
                  <a:pt x="347853" y="373761"/>
                </a:lnTo>
                <a:lnTo>
                  <a:pt x="335613" y="385476"/>
                </a:lnTo>
                <a:lnTo>
                  <a:pt x="318515" y="393192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" name="object 48"/>
          <p:cNvSpPr/>
          <p:nvPr/>
        </p:nvSpPr>
        <p:spPr>
          <a:xfrm>
            <a:off x="5687555" y="4824983"/>
            <a:ext cx="2179320" cy="412115"/>
          </a:xfrm>
          <a:custGeom>
            <a:avLst/>
            <a:gdLst/>
            <a:ahLst/>
            <a:cxnLst/>
            <a:rect l="l" t="t" r="r" b="b"/>
            <a:pathLst>
              <a:path w="2179320" h="412114">
                <a:moveTo>
                  <a:pt x="167640" y="280416"/>
                </a:moveTo>
                <a:lnTo>
                  <a:pt x="166116" y="274320"/>
                </a:lnTo>
                <a:lnTo>
                  <a:pt x="94488" y="298704"/>
                </a:lnTo>
                <a:lnTo>
                  <a:pt x="94488" y="188976"/>
                </a:lnTo>
                <a:lnTo>
                  <a:pt x="161544" y="188976"/>
                </a:lnTo>
                <a:lnTo>
                  <a:pt x="132588" y="156972"/>
                </a:lnTo>
                <a:lnTo>
                  <a:pt x="111252" y="178308"/>
                </a:lnTo>
                <a:lnTo>
                  <a:pt x="94488" y="178308"/>
                </a:lnTo>
                <a:lnTo>
                  <a:pt x="94488" y="71628"/>
                </a:lnTo>
                <a:lnTo>
                  <a:pt x="161544" y="71628"/>
                </a:lnTo>
                <a:lnTo>
                  <a:pt x="132588" y="41148"/>
                </a:lnTo>
                <a:lnTo>
                  <a:pt x="111252" y="62484"/>
                </a:lnTo>
                <a:lnTo>
                  <a:pt x="1524" y="62484"/>
                </a:lnTo>
                <a:lnTo>
                  <a:pt x="18288" y="77724"/>
                </a:lnTo>
                <a:lnTo>
                  <a:pt x="27724" y="75488"/>
                </a:lnTo>
                <a:lnTo>
                  <a:pt x="37719" y="73533"/>
                </a:lnTo>
                <a:lnTo>
                  <a:pt x="48298" y="72161"/>
                </a:lnTo>
                <a:lnTo>
                  <a:pt x="59436" y="71628"/>
                </a:lnTo>
                <a:lnTo>
                  <a:pt x="71628" y="71628"/>
                </a:lnTo>
                <a:lnTo>
                  <a:pt x="71628" y="178308"/>
                </a:lnTo>
                <a:lnTo>
                  <a:pt x="6096" y="178308"/>
                </a:lnTo>
                <a:lnTo>
                  <a:pt x="21336" y="193548"/>
                </a:lnTo>
                <a:lnTo>
                  <a:pt x="30772" y="191554"/>
                </a:lnTo>
                <a:lnTo>
                  <a:pt x="40767" y="190119"/>
                </a:lnTo>
                <a:lnTo>
                  <a:pt x="51346" y="189268"/>
                </a:lnTo>
                <a:lnTo>
                  <a:pt x="62484" y="188976"/>
                </a:lnTo>
                <a:lnTo>
                  <a:pt x="71628" y="188976"/>
                </a:lnTo>
                <a:lnTo>
                  <a:pt x="71628" y="304800"/>
                </a:lnTo>
                <a:lnTo>
                  <a:pt x="60223" y="308787"/>
                </a:lnTo>
                <a:lnTo>
                  <a:pt x="44386" y="313753"/>
                </a:lnTo>
                <a:lnTo>
                  <a:pt x="24269" y="319595"/>
                </a:lnTo>
                <a:lnTo>
                  <a:pt x="0" y="326136"/>
                </a:lnTo>
                <a:lnTo>
                  <a:pt x="21336" y="356616"/>
                </a:lnTo>
                <a:lnTo>
                  <a:pt x="35052" y="342900"/>
                </a:lnTo>
                <a:lnTo>
                  <a:pt x="127749" y="298704"/>
                </a:lnTo>
                <a:lnTo>
                  <a:pt x="134493" y="295541"/>
                </a:lnTo>
                <a:lnTo>
                  <a:pt x="167640" y="280416"/>
                </a:lnTo>
                <a:close/>
              </a:path>
              <a:path w="2179320" h="412114">
                <a:moveTo>
                  <a:pt x="406908" y="381000"/>
                </a:moveTo>
                <a:lnTo>
                  <a:pt x="376428" y="348996"/>
                </a:lnTo>
                <a:lnTo>
                  <a:pt x="353568" y="371856"/>
                </a:lnTo>
                <a:lnTo>
                  <a:pt x="280416" y="371856"/>
                </a:lnTo>
                <a:lnTo>
                  <a:pt x="280416" y="300228"/>
                </a:lnTo>
                <a:lnTo>
                  <a:pt x="381000" y="300228"/>
                </a:lnTo>
                <a:lnTo>
                  <a:pt x="352044" y="268224"/>
                </a:lnTo>
                <a:lnTo>
                  <a:pt x="330708" y="289560"/>
                </a:lnTo>
                <a:lnTo>
                  <a:pt x="280416" y="289560"/>
                </a:lnTo>
                <a:lnTo>
                  <a:pt x="280416" y="214884"/>
                </a:lnTo>
                <a:lnTo>
                  <a:pt x="342900" y="214884"/>
                </a:lnTo>
                <a:lnTo>
                  <a:pt x="342900" y="236220"/>
                </a:lnTo>
                <a:lnTo>
                  <a:pt x="365760" y="225552"/>
                </a:lnTo>
                <a:lnTo>
                  <a:pt x="365226" y="214884"/>
                </a:lnTo>
                <a:lnTo>
                  <a:pt x="364883" y="208127"/>
                </a:lnTo>
                <a:lnTo>
                  <a:pt x="364794" y="204216"/>
                </a:lnTo>
                <a:lnTo>
                  <a:pt x="364490" y="190119"/>
                </a:lnTo>
                <a:lnTo>
                  <a:pt x="364363" y="178308"/>
                </a:lnTo>
                <a:lnTo>
                  <a:pt x="364236" y="131064"/>
                </a:lnTo>
                <a:lnTo>
                  <a:pt x="364236" y="120396"/>
                </a:lnTo>
                <a:lnTo>
                  <a:pt x="364236" y="56388"/>
                </a:lnTo>
                <a:lnTo>
                  <a:pt x="370116" y="51816"/>
                </a:lnTo>
                <a:lnTo>
                  <a:pt x="377952" y="45720"/>
                </a:lnTo>
                <a:lnTo>
                  <a:pt x="371983" y="41148"/>
                </a:lnTo>
                <a:lnTo>
                  <a:pt x="352044" y="25908"/>
                </a:lnTo>
                <a:lnTo>
                  <a:pt x="342900" y="37338"/>
                </a:lnTo>
                <a:lnTo>
                  <a:pt x="342900" y="51816"/>
                </a:lnTo>
                <a:lnTo>
                  <a:pt x="342900" y="120396"/>
                </a:lnTo>
                <a:lnTo>
                  <a:pt x="342900" y="131064"/>
                </a:lnTo>
                <a:lnTo>
                  <a:pt x="342900" y="204216"/>
                </a:lnTo>
                <a:lnTo>
                  <a:pt x="280416" y="204216"/>
                </a:lnTo>
                <a:lnTo>
                  <a:pt x="280416" y="131064"/>
                </a:lnTo>
                <a:lnTo>
                  <a:pt x="342900" y="131064"/>
                </a:lnTo>
                <a:lnTo>
                  <a:pt x="342900" y="120396"/>
                </a:lnTo>
                <a:lnTo>
                  <a:pt x="280416" y="120396"/>
                </a:lnTo>
                <a:lnTo>
                  <a:pt x="280416" y="51816"/>
                </a:lnTo>
                <a:lnTo>
                  <a:pt x="342900" y="51816"/>
                </a:lnTo>
                <a:lnTo>
                  <a:pt x="342900" y="37338"/>
                </a:lnTo>
                <a:lnTo>
                  <a:pt x="339852" y="41148"/>
                </a:lnTo>
                <a:lnTo>
                  <a:pt x="259080" y="41148"/>
                </a:lnTo>
                <a:lnTo>
                  <a:pt x="259080" y="51816"/>
                </a:lnTo>
                <a:lnTo>
                  <a:pt x="259080" y="120396"/>
                </a:lnTo>
                <a:lnTo>
                  <a:pt x="259080" y="131064"/>
                </a:lnTo>
                <a:lnTo>
                  <a:pt x="259080" y="204216"/>
                </a:lnTo>
                <a:lnTo>
                  <a:pt x="195072" y="204216"/>
                </a:lnTo>
                <a:lnTo>
                  <a:pt x="195072" y="131064"/>
                </a:lnTo>
                <a:lnTo>
                  <a:pt x="259080" y="131064"/>
                </a:lnTo>
                <a:lnTo>
                  <a:pt x="259080" y="120396"/>
                </a:lnTo>
                <a:lnTo>
                  <a:pt x="195072" y="120396"/>
                </a:lnTo>
                <a:lnTo>
                  <a:pt x="195072" y="51816"/>
                </a:lnTo>
                <a:lnTo>
                  <a:pt x="259080" y="51816"/>
                </a:lnTo>
                <a:lnTo>
                  <a:pt x="259080" y="41148"/>
                </a:lnTo>
                <a:lnTo>
                  <a:pt x="195072" y="41148"/>
                </a:lnTo>
                <a:lnTo>
                  <a:pt x="172212" y="25908"/>
                </a:lnTo>
                <a:lnTo>
                  <a:pt x="173050" y="51816"/>
                </a:lnTo>
                <a:lnTo>
                  <a:pt x="173151" y="56388"/>
                </a:lnTo>
                <a:lnTo>
                  <a:pt x="173545" y="80391"/>
                </a:lnTo>
                <a:lnTo>
                  <a:pt x="173723" y="106921"/>
                </a:lnTo>
                <a:lnTo>
                  <a:pt x="173596" y="178308"/>
                </a:lnTo>
                <a:lnTo>
                  <a:pt x="173482" y="190119"/>
                </a:lnTo>
                <a:lnTo>
                  <a:pt x="173101" y="213385"/>
                </a:lnTo>
                <a:lnTo>
                  <a:pt x="172212" y="240792"/>
                </a:lnTo>
                <a:lnTo>
                  <a:pt x="195072" y="231648"/>
                </a:lnTo>
                <a:lnTo>
                  <a:pt x="195072" y="214884"/>
                </a:lnTo>
                <a:lnTo>
                  <a:pt x="259080" y="214884"/>
                </a:lnTo>
                <a:lnTo>
                  <a:pt x="259080" y="289560"/>
                </a:lnTo>
                <a:lnTo>
                  <a:pt x="163068" y="289560"/>
                </a:lnTo>
                <a:lnTo>
                  <a:pt x="179832" y="304800"/>
                </a:lnTo>
                <a:lnTo>
                  <a:pt x="189268" y="302806"/>
                </a:lnTo>
                <a:lnTo>
                  <a:pt x="199263" y="301371"/>
                </a:lnTo>
                <a:lnTo>
                  <a:pt x="209842" y="300520"/>
                </a:lnTo>
                <a:lnTo>
                  <a:pt x="220980" y="300228"/>
                </a:lnTo>
                <a:lnTo>
                  <a:pt x="259080" y="300228"/>
                </a:lnTo>
                <a:lnTo>
                  <a:pt x="259080" y="371856"/>
                </a:lnTo>
                <a:lnTo>
                  <a:pt x="112776" y="371856"/>
                </a:lnTo>
                <a:lnTo>
                  <a:pt x="129540" y="387096"/>
                </a:lnTo>
                <a:lnTo>
                  <a:pt x="138976" y="384860"/>
                </a:lnTo>
                <a:lnTo>
                  <a:pt x="148971" y="382905"/>
                </a:lnTo>
                <a:lnTo>
                  <a:pt x="159550" y="381533"/>
                </a:lnTo>
                <a:lnTo>
                  <a:pt x="170688" y="381000"/>
                </a:lnTo>
                <a:lnTo>
                  <a:pt x="406908" y="381000"/>
                </a:lnTo>
                <a:close/>
              </a:path>
              <a:path w="2179320" h="412114">
                <a:moveTo>
                  <a:pt x="551688" y="68580"/>
                </a:moveTo>
                <a:lnTo>
                  <a:pt x="523303" y="31813"/>
                </a:lnTo>
                <a:lnTo>
                  <a:pt x="501396" y="18288"/>
                </a:lnTo>
                <a:lnTo>
                  <a:pt x="495300" y="21336"/>
                </a:lnTo>
                <a:lnTo>
                  <a:pt x="505612" y="37680"/>
                </a:lnTo>
                <a:lnTo>
                  <a:pt x="513778" y="52578"/>
                </a:lnTo>
                <a:lnTo>
                  <a:pt x="519950" y="66344"/>
                </a:lnTo>
                <a:lnTo>
                  <a:pt x="524256" y="79248"/>
                </a:lnTo>
                <a:lnTo>
                  <a:pt x="525780" y="91440"/>
                </a:lnTo>
                <a:lnTo>
                  <a:pt x="528828" y="96012"/>
                </a:lnTo>
                <a:lnTo>
                  <a:pt x="536448" y="96012"/>
                </a:lnTo>
                <a:lnTo>
                  <a:pt x="539496" y="94488"/>
                </a:lnTo>
                <a:lnTo>
                  <a:pt x="544068" y="88392"/>
                </a:lnTo>
                <a:lnTo>
                  <a:pt x="548640" y="83820"/>
                </a:lnTo>
                <a:lnTo>
                  <a:pt x="551688" y="76200"/>
                </a:lnTo>
                <a:lnTo>
                  <a:pt x="551688" y="68580"/>
                </a:lnTo>
                <a:close/>
              </a:path>
              <a:path w="2179320" h="412114">
                <a:moveTo>
                  <a:pt x="618744" y="269748"/>
                </a:moveTo>
                <a:lnTo>
                  <a:pt x="614172" y="265176"/>
                </a:lnTo>
                <a:lnTo>
                  <a:pt x="536448" y="335280"/>
                </a:lnTo>
                <a:lnTo>
                  <a:pt x="536448" y="175260"/>
                </a:lnTo>
                <a:lnTo>
                  <a:pt x="545020" y="167640"/>
                </a:lnTo>
                <a:lnTo>
                  <a:pt x="550164" y="163068"/>
                </a:lnTo>
                <a:lnTo>
                  <a:pt x="521208" y="140208"/>
                </a:lnTo>
                <a:lnTo>
                  <a:pt x="509016" y="156972"/>
                </a:lnTo>
                <a:lnTo>
                  <a:pt x="443484" y="156972"/>
                </a:lnTo>
                <a:lnTo>
                  <a:pt x="458724" y="173736"/>
                </a:lnTo>
                <a:lnTo>
                  <a:pt x="468439" y="170865"/>
                </a:lnTo>
                <a:lnTo>
                  <a:pt x="477012" y="168973"/>
                </a:lnTo>
                <a:lnTo>
                  <a:pt x="484441" y="167957"/>
                </a:lnTo>
                <a:lnTo>
                  <a:pt x="490728" y="167640"/>
                </a:lnTo>
                <a:lnTo>
                  <a:pt x="512064" y="167640"/>
                </a:lnTo>
                <a:lnTo>
                  <a:pt x="511949" y="327736"/>
                </a:lnTo>
                <a:lnTo>
                  <a:pt x="504444" y="359664"/>
                </a:lnTo>
                <a:lnTo>
                  <a:pt x="531876" y="387096"/>
                </a:lnTo>
                <a:lnTo>
                  <a:pt x="540740" y="370484"/>
                </a:lnTo>
                <a:lnTo>
                  <a:pt x="558165" y="345567"/>
                </a:lnTo>
                <a:lnTo>
                  <a:pt x="566166" y="335280"/>
                </a:lnTo>
                <a:lnTo>
                  <a:pt x="584060" y="312229"/>
                </a:lnTo>
                <a:lnTo>
                  <a:pt x="618744" y="269748"/>
                </a:lnTo>
                <a:close/>
              </a:path>
              <a:path w="2179320" h="412114">
                <a:moveTo>
                  <a:pt x="824484" y="365760"/>
                </a:moveTo>
                <a:lnTo>
                  <a:pt x="799871" y="324307"/>
                </a:lnTo>
                <a:lnTo>
                  <a:pt x="798576" y="291084"/>
                </a:lnTo>
                <a:lnTo>
                  <a:pt x="789432" y="291084"/>
                </a:lnTo>
                <a:lnTo>
                  <a:pt x="787908" y="342900"/>
                </a:lnTo>
                <a:lnTo>
                  <a:pt x="766572" y="371856"/>
                </a:lnTo>
                <a:lnTo>
                  <a:pt x="685800" y="371856"/>
                </a:lnTo>
                <a:lnTo>
                  <a:pt x="674928" y="369862"/>
                </a:lnTo>
                <a:lnTo>
                  <a:pt x="667321" y="363855"/>
                </a:lnTo>
                <a:lnTo>
                  <a:pt x="662876" y="353860"/>
                </a:lnTo>
                <a:lnTo>
                  <a:pt x="661416" y="339852"/>
                </a:lnTo>
                <a:lnTo>
                  <a:pt x="661416" y="292608"/>
                </a:lnTo>
                <a:lnTo>
                  <a:pt x="675589" y="284988"/>
                </a:lnTo>
                <a:lnTo>
                  <a:pt x="686828" y="278942"/>
                </a:lnTo>
                <a:lnTo>
                  <a:pt x="712660" y="263271"/>
                </a:lnTo>
                <a:lnTo>
                  <a:pt x="738784" y="245897"/>
                </a:lnTo>
                <a:lnTo>
                  <a:pt x="765048" y="227076"/>
                </a:lnTo>
                <a:lnTo>
                  <a:pt x="786384" y="224028"/>
                </a:lnTo>
                <a:lnTo>
                  <a:pt x="757428" y="188976"/>
                </a:lnTo>
                <a:lnTo>
                  <a:pt x="738568" y="213842"/>
                </a:lnTo>
                <a:lnTo>
                  <a:pt x="716280" y="238125"/>
                </a:lnTo>
                <a:lnTo>
                  <a:pt x="690562" y="261848"/>
                </a:lnTo>
                <a:lnTo>
                  <a:pt x="661416" y="284988"/>
                </a:lnTo>
                <a:lnTo>
                  <a:pt x="661416" y="199644"/>
                </a:lnTo>
                <a:lnTo>
                  <a:pt x="675132" y="185928"/>
                </a:lnTo>
                <a:lnTo>
                  <a:pt x="635508" y="166116"/>
                </a:lnTo>
                <a:lnTo>
                  <a:pt x="635723" y="188315"/>
                </a:lnTo>
                <a:lnTo>
                  <a:pt x="636270" y="229743"/>
                </a:lnTo>
                <a:lnTo>
                  <a:pt x="636765" y="278942"/>
                </a:lnTo>
                <a:lnTo>
                  <a:pt x="636866" y="301967"/>
                </a:lnTo>
                <a:lnTo>
                  <a:pt x="637032" y="350520"/>
                </a:lnTo>
                <a:lnTo>
                  <a:pt x="638162" y="369379"/>
                </a:lnTo>
                <a:lnTo>
                  <a:pt x="645985" y="382524"/>
                </a:lnTo>
                <a:lnTo>
                  <a:pt x="660400" y="389953"/>
                </a:lnTo>
                <a:lnTo>
                  <a:pt x="681228" y="391668"/>
                </a:lnTo>
                <a:lnTo>
                  <a:pt x="780288" y="391668"/>
                </a:lnTo>
                <a:lnTo>
                  <a:pt x="793419" y="390194"/>
                </a:lnTo>
                <a:lnTo>
                  <a:pt x="805243" y="385572"/>
                </a:lnTo>
                <a:lnTo>
                  <a:pt x="815657" y="377532"/>
                </a:lnTo>
                <a:lnTo>
                  <a:pt x="819912" y="371856"/>
                </a:lnTo>
                <a:lnTo>
                  <a:pt x="824484" y="365760"/>
                </a:lnTo>
                <a:close/>
              </a:path>
              <a:path w="2179320" h="412114">
                <a:moveTo>
                  <a:pt x="847344" y="173736"/>
                </a:moveTo>
                <a:lnTo>
                  <a:pt x="805942" y="154266"/>
                </a:lnTo>
                <a:lnTo>
                  <a:pt x="768667" y="125349"/>
                </a:lnTo>
                <a:lnTo>
                  <a:pt x="735698" y="86728"/>
                </a:lnTo>
                <a:lnTo>
                  <a:pt x="710717" y="44196"/>
                </a:lnTo>
                <a:lnTo>
                  <a:pt x="707136" y="38100"/>
                </a:lnTo>
                <a:lnTo>
                  <a:pt x="723900" y="27432"/>
                </a:lnTo>
                <a:lnTo>
                  <a:pt x="685800" y="3048"/>
                </a:lnTo>
                <a:lnTo>
                  <a:pt x="675830" y="30441"/>
                </a:lnTo>
                <a:lnTo>
                  <a:pt x="664273" y="57531"/>
                </a:lnTo>
                <a:lnTo>
                  <a:pt x="637032" y="109728"/>
                </a:lnTo>
                <a:lnTo>
                  <a:pt x="601599" y="159639"/>
                </a:lnTo>
                <a:lnTo>
                  <a:pt x="554736" y="207264"/>
                </a:lnTo>
                <a:lnTo>
                  <a:pt x="557784" y="213360"/>
                </a:lnTo>
                <a:lnTo>
                  <a:pt x="593471" y="188315"/>
                </a:lnTo>
                <a:lnTo>
                  <a:pt x="625652" y="158864"/>
                </a:lnTo>
                <a:lnTo>
                  <a:pt x="654456" y="125031"/>
                </a:lnTo>
                <a:lnTo>
                  <a:pt x="680046" y="86817"/>
                </a:lnTo>
                <a:lnTo>
                  <a:pt x="702564" y="44196"/>
                </a:lnTo>
                <a:lnTo>
                  <a:pt x="718832" y="86512"/>
                </a:lnTo>
                <a:lnTo>
                  <a:pt x="742378" y="126682"/>
                </a:lnTo>
                <a:lnTo>
                  <a:pt x="773074" y="164858"/>
                </a:lnTo>
                <a:lnTo>
                  <a:pt x="810768" y="201168"/>
                </a:lnTo>
                <a:lnTo>
                  <a:pt x="816483" y="192265"/>
                </a:lnTo>
                <a:lnTo>
                  <a:pt x="824484" y="185928"/>
                </a:lnTo>
                <a:lnTo>
                  <a:pt x="834771" y="181889"/>
                </a:lnTo>
                <a:lnTo>
                  <a:pt x="847344" y="179832"/>
                </a:lnTo>
                <a:lnTo>
                  <a:pt x="847344" y="173736"/>
                </a:lnTo>
                <a:close/>
              </a:path>
              <a:path w="2179320" h="412114">
                <a:moveTo>
                  <a:pt x="1031748" y="150876"/>
                </a:moveTo>
                <a:lnTo>
                  <a:pt x="1004125" y="124587"/>
                </a:lnTo>
                <a:lnTo>
                  <a:pt x="966216" y="103632"/>
                </a:lnTo>
                <a:lnTo>
                  <a:pt x="961644" y="108204"/>
                </a:lnTo>
                <a:lnTo>
                  <a:pt x="975347" y="124802"/>
                </a:lnTo>
                <a:lnTo>
                  <a:pt x="986599" y="140398"/>
                </a:lnTo>
                <a:lnTo>
                  <a:pt x="995299" y="155143"/>
                </a:lnTo>
                <a:lnTo>
                  <a:pt x="1001268" y="169164"/>
                </a:lnTo>
                <a:lnTo>
                  <a:pt x="1005840" y="182880"/>
                </a:lnTo>
                <a:lnTo>
                  <a:pt x="1010412" y="188976"/>
                </a:lnTo>
                <a:lnTo>
                  <a:pt x="1016508" y="188976"/>
                </a:lnTo>
                <a:lnTo>
                  <a:pt x="1019556" y="184404"/>
                </a:lnTo>
                <a:lnTo>
                  <a:pt x="1028700" y="169164"/>
                </a:lnTo>
                <a:lnTo>
                  <a:pt x="1031748" y="161544"/>
                </a:lnTo>
                <a:lnTo>
                  <a:pt x="1031748" y="150876"/>
                </a:lnTo>
                <a:close/>
              </a:path>
              <a:path w="2179320" h="412114">
                <a:moveTo>
                  <a:pt x="1293876" y="349008"/>
                </a:moveTo>
                <a:lnTo>
                  <a:pt x="1250213" y="333819"/>
                </a:lnTo>
                <a:lnTo>
                  <a:pt x="1210779" y="312064"/>
                </a:lnTo>
                <a:lnTo>
                  <a:pt x="1175816" y="283718"/>
                </a:lnTo>
                <a:lnTo>
                  <a:pt x="1145527" y="248780"/>
                </a:lnTo>
                <a:lnTo>
                  <a:pt x="1120140" y="207264"/>
                </a:lnTo>
                <a:lnTo>
                  <a:pt x="1292352" y="207264"/>
                </a:lnTo>
                <a:lnTo>
                  <a:pt x="1255776" y="170688"/>
                </a:lnTo>
                <a:lnTo>
                  <a:pt x="1229868" y="198120"/>
                </a:lnTo>
                <a:lnTo>
                  <a:pt x="1144524" y="198120"/>
                </a:lnTo>
                <a:lnTo>
                  <a:pt x="1160792" y="183553"/>
                </a:lnTo>
                <a:lnTo>
                  <a:pt x="1177480" y="167271"/>
                </a:lnTo>
                <a:lnTo>
                  <a:pt x="1194460" y="149263"/>
                </a:lnTo>
                <a:lnTo>
                  <a:pt x="1211580" y="129540"/>
                </a:lnTo>
                <a:lnTo>
                  <a:pt x="1229868" y="124968"/>
                </a:lnTo>
                <a:lnTo>
                  <a:pt x="1193292" y="96024"/>
                </a:lnTo>
                <a:lnTo>
                  <a:pt x="1181862" y="121399"/>
                </a:lnTo>
                <a:lnTo>
                  <a:pt x="1168146" y="147066"/>
                </a:lnTo>
                <a:lnTo>
                  <a:pt x="1152144" y="172745"/>
                </a:lnTo>
                <a:lnTo>
                  <a:pt x="1133856" y="198120"/>
                </a:lnTo>
                <a:lnTo>
                  <a:pt x="1101852" y="198120"/>
                </a:lnTo>
                <a:lnTo>
                  <a:pt x="1101852" y="89928"/>
                </a:lnTo>
                <a:lnTo>
                  <a:pt x="1267968" y="89928"/>
                </a:lnTo>
                <a:lnTo>
                  <a:pt x="1232916" y="54876"/>
                </a:lnTo>
                <a:lnTo>
                  <a:pt x="1208532" y="79248"/>
                </a:lnTo>
                <a:lnTo>
                  <a:pt x="1101852" y="79248"/>
                </a:lnTo>
                <a:lnTo>
                  <a:pt x="1101852" y="32004"/>
                </a:lnTo>
                <a:lnTo>
                  <a:pt x="1120140" y="19824"/>
                </a:lnTo>
                <a:lnTo>
                  <a:pt x="1074420" y="0"/>
                </a:lnTo>
                <a:lnTo>
                  <a:pt x="1075283" y="19824"/>
                </a:lnTo>
                <a:lnTo>
                  <a:pt x="1075753" y="40208"/>
                </a:lnTo>
                <a:lnTo>
                  <a:pt x="1075880" y="54876"/>
                </a:lnTo>
                <a:lnTo>
                  <a:pt x="1075944" y="79248"/>
                </a:lnTo>
                <a:lnTo>
                  <a:pt x="920496" y="79248"/>
                </a:lnTo>
                <a:lnTo>
                  <a:pt x="935736" y="94500"/>
                </a:lnTo>
                <a:lnTo>
                  <a:pt x="945172" y="92494"/>
                </a:lnTo>
                <a:lnTo>
                  <a:pt x="955167" y="91071"/>
                </a:lnTo>
                <a:lnTo>
                  <a:pt x="965746" y="90208"/>
                </a:lnTo>
                <a:lnTo>
                  <a:pt x="976884" y="89928"/>
                </a:lnTo>
                <a:lnTo>
                  <a:pt x="1075944" y="89928"/>
                </a:lnTo>
                <a:lnTo>
                  <a:pt x="1075944" y="198120"/>
                </a:lnTo>
                <a:lnTo>
                  <a:pt x="886968" y="198120"/>
                </a:lnTo>
                <a:lnTo>
                  <a:pt x="902208" y="213372"/>
                </a:lnTo>
                <a:lnTo>
                  <a:pt x="912495" y="211124"/>
                </a:lnTo>
                <a:lnTo>
                  <a:pt x="922782" y="209169"/>
                </a:lnTo>
                <a:lnTo>
                  <a:pt x="933069" y="207797"/>
                </a:lnTo>
                <a:lnTo>
                  <a:pt x="943356" y="207264"/>
                </a:lnTo>
                <a:lnTo>
                  <a:pt x="1057656" y="207264"/>
                </a:lnTo>
                <a:lnTo>
                  <a:pt x="1031151" y="252450"/>
                </a:lnTo>
                <a:lnTo>
                  <a:pt x="1001064" y="292950"/>
                </a:lnTo>
                <a:lnTo>
                  <a:pt x="967460" y="328853"/>
                </a:lnTo>
                <a:lnTo>
                  <a:pt x="930427" y="360210"/>
                </a:lnTo>
                <a:lnTo>
                  <a:pt x="890016" y="387108"/>
                </a:lnTo>
                <a:lnTo>
                  <a:pt x="891540" y="393204"/>
                </a:lnTo>
                <a:lnTo>
                  <a:pt x="935596" y="371983"/>
                </a:lnTo>
                <a:lnTo>
                  <a:pt x="976210" y="344919"/>
                </a:lnTo>
                <a:lnTo>
                  <a:pt x="1013167" y="312064"/>
                </a:lnTo>
                <a:lnTo>
                  <a:pt x="1046530" y="273227"/>
                </a:lnTo>
                <a:lnTo>
                  <a:pt x="1075944" y="228600"/>
                </a:lnTo>
                <a:lnTo>
                  <a:pt x="1075829" y="312064"/>
                </a:lnTo>
                <a:lnTo>
                  <a:pt x="1075728" y="333819"/>
                </a:lnTo>
                <a:lnTo>
                  <a:pt x="1075309" y="373697"/>
                </a:lnTo>
                <a:lnTo>
                  <a:pt x="1074420" y="411492"/>
                </a:lnTo>
                <a:lnTo>
                  <a:pt x="1103376" y="397776"/>
                </a:lnTo>
                <a:lnTo>
                  <a:pt x="1103172" y="376440"/>
                </a:lnTo>
                <a:lnTo>
                  <a:pt x="1102626" y="333819"/>
                </a:lnTo>
                <a:lnTo>
                  <a:pt x="1102093" y="278180"/>
                </a:lnTo>
                <a:lnTo>
                  <a:pt x="1101928" y="228600"/>
                </a:lnTo>
                <a:lnTo>
                  <a:pt x="1101852" y="207264"/>
                </a:lnTo>
                <a:lnTo>
                  <a:pt x="1110996" y="207264"/>
                </a:lnTo>
                <a:lnTo>
                  <a:pt x="1130744" y="251193"/>
                </a:lnTo>
                <a:lnTo>
                  <a:pt x="1155166" y="289864"/>
                </a:lnTo>
                <a:lnTo>
                  <a:pt x="1184186" y="323469"/>
                </a:lnTo>
                <a:lnTo>
                  <a:pt x="1217752" y="352259"/>
                </a:lnTo>
                <a:lnTo>
                  <a:pt x="1255776" y="376440"/>
                </a:lnTo>
                <a:lnTo>
                  <a:pt x="1260665" y="367309"/>
                </a:lnTo>
                <a:lnTo>
                  <a:pt x="1268539" y="360629"/>
                </a:lnTo>
                <a:lnTo>
                  <a:pt x="1279575" y="356501"/>
                </a:lnTo>
                <a:lnTo>
                  <a:pt x="1293876" y="355104"/>
                </a:lnTo>
                <a:lnTo>
                  <a:pt x="1293876" y="349008"/>
                </a:lnTo>
                <a:close/>
              </a:path>
              <a:path w="2179320" h="412114">
                <a:moveTo>
                  <a:pt x="1527048" y="138684"/>
                </a:moveTo>
                <a:lnTo>
                  <a:pt x="1519428" y="131064"/>
                </a:lnTo>
                <a:lnTo>
                  <a:pt x="1504188" y="115824"/>
                </a:lnTo>
                <a:lnTo>
                  <a:pt x="1491996" y="126911"/>
                </a:lnTo>
                <a:lnTo>
                  <a:pt x="1491996" y="141732"/>
                </a:lnTo>
                <a:lnTo>
                  <a:pt x="1491996" y="198120"/>
                </a:lnTo>
                <a:lnTo>
                  <a:pt x="1491996" y="207264"/>
                </a:lnTo>
                <a:lnTo>
                  <a:pt x="1491996" y="265176"/>
                </a:lnTo>
                <a:lnTo>
                  <a:pt x="1450848" y="265176"/>
                </a:lnTo>
                <a:lnTo>
                  <a:pt x="1450848" y="207264"/>
                </a:lnTo>
                <a:lnTo>
                  <a:pt x="1491996" y="207264"/>
                </a:lnTo>
                <a:lnTo>
                  <a:pt x="1491996" y="198120"/>
                </a:lnTo>
                <a:lnTo>
                  <a:pt x="1450848" y="198120"/>
                </a:lnTo>
                <a:lnTo>
                  <a:pt x="1450848" y="141732"/>
                </a:lnTo>
                <a:lnTo>
                  <a:pt x="1491996" y="141732"/>
                </a:lnTo>
                <a:lnTo>
                  <a:pt x="1491996" y="126911"/>
                </a:lnTo>
                <a:lnTo>
                  <a:pt x="1487424" y="131064"/>
                </a:lnTo>
                <a:lnTo>
                  <a:pt x="1449324" y="131064"/>
                </a:lnTo>
                <a:lnTo>
                  <a:pt x="1476756" y="99352"/>
                </a:lnTo>
                <a:lnTo>
                  <a:pt x="1505712" y="79248"/>
                </a:lnTo>
                <a:lnTo>
                  <a:pt x="1495044" y="68580"/>
                </a:lnTo>
                <a:lnTo>
                  <a:pt x="1479804" y="53340"/>
                </a:lnTo>
                <a:lnTo>
                  <a:pt x="1466088" y="65811"/>
                </a:lnTo>
                <a:lnTo>
                  <a:pt x="1466088" y="79248"/>
                </a:lnTo>
                <a:lnTo>
                  <a:pt x="1441704" y="131064"/>
                </a:lnTo>
                <a:lnTo>
                  <a:pt x="1431036" y="131064"/>
                </a:lnTo>
                <a:lnTo>
                  <a:pt x="1431036" y="141732"/>
                </a:lnTo>
                <a:lnTo>
                  <a:pt x="1431036" y="198120"/>
                </a:lnTo>
                <a:lnTo>
                  <a:pt x="1431036" y="207264"/>
                </a:lnTo>
                <a:lnTo>
                  <a:pt x="1431036" y="265176"/>
                </a:lnTo>
                <a:lnTo>
                  <a:pt x="1391412" y="265176"/>
                </a:lnTo>
                <a:lnTo>
                  <a:pt x="1391412" y="207264"/>
                </a:lnTo>
                <a:lnTo>
                  <a:pt x="1431036" y="207264"/>
                </a:lnTo>
                <a:lnTo>
                  <a:pt x="1431036" y="198120"/>
                </a:lnTo>
                <a:lnTo>
                  <a:pt x="1391412" y="198120"/>
                </a:lnTo>
                <a:lnTo>
                  <a:pt x="1391412" y="141732"/>
                </a:lnTo>
                <a:lnTo>
                  <a:pt x="1431036" y="141732"/>
                </a:lnTo>
                <a:lnTo>
                  <a:pt x="1431036" y="131064"/>
                </a:lnTo>
                <a:lnTo>
                  <a:pt x="1394460" y="131064"/>
                </a:lnTo>
                <a:lnTo>
                  <a:pt x="1385316" y="124968"/>
                </a:lnTo>
                <a:lnTo>
                  <a:pt x="1393037" y="112687"/>
                </a:lnTo>
                <a:lnTo>
                  <a:pt x="1400175" y="100965"/>
                </a:lnTo>
                <a:lnTo>
                  <a:pt x="1406474" y="90297"/>
                </a:lnTo>
                <a:lnTo>
                  <a:pt x="1412748" y="79248"/>
                </a:lnTo>
                <a:lnTo>
                  <a:pt x="1466088" y="79248"/>
                </a:lnTo>
                <a:lnTo>
                  <a:pt x="1466088" y="65811"/>
                </a:lnTo>
                <a:lnTo>
                  <a:pt x="1463040" y="68580"/>
                </a:lnTo>
                <a:lnTo>
                  <a:pt x="1417320" y="68580"/>
                </a:lnTo>
                <a:lnTo>
                  <a:pt x="1434084" y="33528"/>
                </a:lnTo>
                <a:lnTo>
                  <a:pt x="1449324" y="27432"/>
                </a:lnTo>
                <a:lnTo>
                  <a:pt x="1415796" y="4572"/>
                </a:lnTo>
                <a:lnTo>
                  <a:pt x="1398231" y="56222"/>
                </a:lnTo>
                <a:lnTo>
                  <a:pt x="1379588" y="98209"/>
                </a:lnTo>
                <a:lnTo>
                  <a:pt x="1351534" y="143929"/>
                </a:lnTo>
                <a:lnTo>
                  <a:pt x="1333500" y="167640"/>
                </a:lnTo>
                <a:lnTo>
                  <a:pt x="1336548" y="173736"/>
                </a:lnTo>
                <a:lnTo>
                  <a:pt x="1345438" y="165506"/>
                </a:lnTo>
                <a:lnTo>
                  <a:pt x="1353883" y="156972"/>
                </a:lnTo>
                <a:lnTo>
                  <a:pt x="1362062" y="148450"/>
                </a:lnTo>
                <a:lnTo>
                  <a:pt x="1370076" y="140208"/>
                </a:lnTo>
                <a:lnTo>
                  <a:pt x="1369987" y="214884"/>
                </a:lnTo>
                <a:lnTo>
                  <a:pt x="1369441" y="270510"/>
                </a:lnTo>
                <a:lnTo>
                  <a:pt x="1364056" y="321665"/>
                </a:lnTo>
                <a:lnTo>
                  <a:pt x="1348359" y="369760"/>
                </a:lnTo>
                <a:lnTo>
                  <a:pt x="1328928" y="403860"/>
                </a:lnTo>
                <a:lnTo>
                  <a:pt x="1331976" y="409956"/>
                </a:lnTo>
                <a:lnTo>
                  <a:pt x="1356271" y="381076"/>
                </a:lnTo>
                <a:lnTo>
                  <a:pt x="1374267" y="349186"/>
                </a:lnTo>
                <a:lnTo>
                  <a:pt x="1385989" y="314159"/>
                </a:lnTo>
                <a:lnTo>
                  <a:pt x="1391412" y="275844"/>
                </a:lnTo>
                <a:lnTo>
                  <a:pt x="1431036" y="275844"/>
                </a:lnTo>
                <a:lnTo>
                  <a:pt x="1430832" y="304952"/>
                </a:lnTo>
                <a:lnTo>
                  <a:pt x="1430731" y="314159"/>
                </a:lnTo>
                <a:lnTo>
                  <a:pt x="1430324" y="336804"/>
                </a:lnTo>
                <a:lnTo>
                  <a:pt x="1429753" y="363715"/>
                </a:lnTo>
                <a:lnTo>
                  <a:pt x="1429512" y="384048"/>
                </a:lnTo>
                <a:lnTo>
                  <a:pt x="1453896" y="368808"/>
                </a:lnTo>
                <a:lnTo>
                  <a:pt x="1452778" y="351713"/>
                </a:lnTo>
                <a:lnTo>
                  <a:pt x="1451800" y="330327"/>
                </a:lnTo>
                <a:lnTo>
                  <a:pt x="1451203" y="308229"/>
                </a:lnTo>
                <a:lnTo>
                  <a:pt x="1451089" y="301282"/>
                </a:lnTo>
                <a:lnTo>
                  <a:pt x="1450848" y="275844"/>
                </a:lnTo>
                <a:lnTo>
                  <a:pt x="1491996" y="275844"/>
                </a:lnTo>
                <a:lnTo>
                  <a:pt x="1491996" y="376428"/>
                </a:lnTo>
                <a:lnTo>
                  <a:pt x="1488948" y="379476"/>
                </a:lnTo>
                <a:lnTo>
                  <a:pt x="1484376" y="379476"/>
                </a:lnTo>
                <a:lnTo>
                  <a:pt x="1480096" y="379437"/>
                </a:lnTo>
                <a:lnTo>
                  <a:pt x="1474089" y="379095"/>
                </a:lnTo>
                <a:lnTo>
                  <a:pt x="1466380" y="378193"/>
                </a:lnTo>
                <a:lnTo>
                  <a:pt x="1456944" y="376428"/>
                </a:lnTo>
                <a:lnTo>
                  <a:pt x="1456944" y="384048"/>
                </a:lnTo>
                <a:lnTo>
                  <a:pt x="1469834" y="390029"/>
                </a:lnTo>
                <a:lnTo>
                  <a:pt x="1478851" y="396430"/>
                </a:lnTo>
                <a:lnTo>
                  <a:pt x="1484172" y="403123"/>
                </a:lnTo>
                <a:lnTo>
                  <a:pt x="1485900" y="409956"/>
                </a:lnTo>
                <a:lnTo>
                  <a:pt x="1496568" y="405384"/>
                </a:lnTo>
                <a:lnTo>
                  <a:pt x="1504188" y="400812"/>
                </a:lnTo>
                <a:lnTo>
                  <a:pt x="1507236" y="396240"/>
                </a:lnTo>
                <a:lnTo>
                  <a:pt x="1510284" y="390144"/>
                </a:lnTo>
                <a:lnTo>
                  <a:pt x="1511808" y="385572"/>
                </a:lnTo>
                <a:lnTo>
                  <a:pt x="1511808" y="379476"/>
                </a:lnTo>
                <a:lnTo>
                  <a:pt x="1511808" y="275844"/>
                </a:lnTo>
                <a:lnTo>
                  <a:pt x="1511808" y="265176"/>
                </a:lnTo>
                <a:lnTo>
                  <a:pt x="1511808" y="207264"/>
                </a:lnTo>
                <a:lnTo>
                  <a:pt x="1511808" y="198120"/>
                </a:lnTo>
                <a:lnTo>
                  <a:pt x="1511808" y="149352"/>
                </a:lnTo>
                <a:lnTo>
                  <a:pt x="1522704" y="141732"/>
                </a:lnTo>
                <a:lnTo>
                  <a:pt x="1524876" y="140208"/>
                </a:lnTo>
                <a:lnTo>
                  <a:pt x="1527048" y="138684"/>
                </a:lnTo>
                <a:close/>
              </a:path>
              <a:path w="2179320" h="412114">
                <a:moveTo>
                  <a:pt x="1722120" y="39624"/>
                </a:moveTo>
                <a:lnTo>
                  <a:pt x="1697736" y="18288"/>
                </a:lnTo>
                <a:lnTo>
                  <a:pt x="1684020" y="33528"/>
                </a:lnTo>
                <a:lnTo>
                  <a:pt x="1534668" y="33528"/>
                </a:lnTo>
                <a:lnTo>
                  <a:pt x="1549908" y="50292"/>
                </a:lnTo>
                <a:lnTo>
                  <a:pt x="1566672" y="44196"/>
                </a:lnTo>
                <a:lnTo>
                  <a:pt x="1591056" y="44196"/>
                </a:lnTo>
                <a:lnTo>
                  <a:pt x="1581416" y="86639"/>
                </a:lnTo>
                <a:lnTo>
                  <a:pt x="1553908" y="133159"/>
                </a:lnTo>
                <a:lnTo>
                  <a:pt x="1520952" y="158496"/>
                </a:lnTo>
                <a:lnTo>
                  <a:pt x="1527048" y="164592"/>
                </a:lnTo>
                <a:lnTo>
                  <a:pt x="1569339" y="138493"/>
                </a:lnTo>
                <a:lnTo>
                  <a:pt x="1604543" y="95846"/>
                </a:lnTo>
                <a:lnTo>
                  <a:pt x="1616964" y="44196"/>
                </a:lnTo>
                <a:lnTo>
                  <a:pt x="1685544" y="44196"/>
                </a:lnTo>
                <a:lnTo>
                  <a:pt x="1684401" y="90678"/>
                </a:lnTo>
                <a:lnTo>
                  <a:pt x="1673352" y="126492"/>
                </a:lnTo>
                <a:lnTo>
                  <a:pt x="1664208" y="124968"/>
                </a:lnTo>
                <a:lnTo>
                  <a:pt x="1656765" y="124663"/>
                </a:lnTo>
                <a:lnTo>
                  <a:pt x="1648015" y="123634"/>
                </a:lnTo>
                <a:lnTo>
                  <a:pt x="1637855" y="121754"/>
                </a:lnTo>
                <a:lnTo>
                  <a:pt x="1626108" y="118872"/>
                </a:lnTo>
                <a:lnTo>
                  <a:pt x="1623060" y="126492"/>
                </a:lnTo>
                <a:lnTo>
                  <a:pt x="1641944" y="133375"/>
                </a:lnTo>
                <a:lnTo>
                  <a:pt x="1655254" y="140398"/>
                </a:lnTo>
                <a:lnTo>
                  <a:pt x="1663141" y="147713"/>
                </a:lnTo>
                <a:lnTo>
                  <a:pt x="1665732" y="155448"/>
                </a:lnTo>
                <a:lnTo>
                  <a:pt x="1676044" y="151765"/>
                </a:lnTo>
                <a:lnTo>
                  <a:pt x="1702409" y="121754"/>
                </a:lnTo>
                <a:lnTo>
                  <a:pt x="1703832" y="114300"/>
                </a:lnTo>
                <a:lnTo>
                  <a:pt x="1705838" y="104305"/>
                </a:lnTo>
                <a:lnTo>
                  <a:pt x="1707222" y="90678"/>
                </a:lnTo>
                <a:lnTo>
                  <a:pt x="1707286" y="89827"/>
                </a:lnTo>
                <a:lnTo>
                  <a:pt x="1708124" y="72301"/>
                </a:lnTo>
                <a:lnTo>
                  <a:pt x="1708404" y="50292"/>
                </a:lnTo>
                <a:lnTo>
                  <a:pt x="1716252" y="44196"/>
                </a:lnTo>
                <a:lnTo>
                  <a:pt x="1722120" y="39624"/>
                </a:lnTo>
                <a:close/>
              </a:path>
              <a:path w="2179320" h="412114">
                <a:moveTo>
                  <a:pt x="1741932" y="298704"/>
                </a:moveTo>
                <a:lnTo>
                  <a:pt x="1712976" y="266700"/>
                </a:lnTo>
                <a:lnTo>
                  <a:pt x="1691640" y="288036"/>
                </a:lnTo>
                <a:lnTo>
                  <a:pt x="1642872" y="288036"/>
                </a:lnTo>
                <a:lnTo>
                  <a:pt x="1642872" y="225552"/>
                </a:lnTo>
                <a:lnTo>
                  <a:pt x="1720596" y="225552"/>
                </a:lnTo>
                <a:lnTo>
                  <a:pt x="1710994" y="214884"/>
                </a:lnTo>
                <a:lnTo>
                  <a:pt x="1693164" y="195072"/>
                </a:lnTo>
                <a:lnTo>
                  <a:pt x="1673352" y="214884"/>
                </a:lnTo>
                <a:lnTo>
                  <a:pt x="1642872" y="214884"/>
                </a:lnTo>
                <a:lnTo>
                  <a:pt x="1642872" y="175260"/>
                </a:lnTo>
                <a:lnTo>
                  <a:pt x="1656588" y="164592"/>
                </a:lnTo>
                <a:lnTo>
                  <a:pt x="1618488" y="144780"/>
                </a:lnTo>
                <a:lnTo>
                  <a:pt x="1619377" y="158521"/>
                </a:lnTo>
                <a:lnTo>
                  <a:pt x="1619796" y="173736"/>
                </a:lnTo>
                <a:lnTo>
                  <a:pt x="1619885" y="181737"/>
                </a:lnTo>
                <a:lnTo>
                  <a:pt x="1620012" y="207264"/>
                </a:lnTo>
                <a:lnTo>
                  <a:pt x="1620012" y="214884"/>
                </a:lnTo>
                <a:lnTo>
                  <a:pt x="1577340" y="214884"/>
                </a:lnTo>
                <a:lnTo>
                  <a:pt x="1589532" y="187452"/>
                </a:lnTo>
                <a:lnTo>
                  <a:pt x="1604772" y="178308"/>
                </a:lnTo>
                <a:lnTo>
                  <a:pt x="1571244" y="156972"/>
                </a:lnTo>
                <a:lnTo>
                  <a:pt x="1560753" y="196837"/>
                </a:lnTo>
                <a:lnTo>
                  <a:pt x="1540954" y="245554"/>
                </a:lnTo>
                <a:lnTo>
                  <a:pt x="1524000" y="274320"/>
                </a:lnTo>
                <a:lnTo>
                  <a:pt x="1528572" y="277368"/>
                </a:lnTo>
                <a:lnTo>
                  <a:pt x="1539125" y="267347"/>
                </a:lnTo>
                <a:lnTo>
                  <a:pt x="1550098" y="255460"/>
                </a:lnTo>
                <a:lnTo>
                  <a:pt x="1561363" y="241579"/>
                </a:lnTo>
                <a:lnTo>
                  <a:pt x="1572768" y="225552"/>
                </a:lnTo>
                <a:lnTo>
                  <a:pt x="1620012" y="225552"/>
                </a:lnTo>
                <a:lnTo>
                  <a:pt x="1620012" y="288036"/>
                </a:lnTo>
                <a:lnTo>
                  <a:pt x="1517904" y="288036"/>
                </a:lnTo>
                <a:lnTo>
                  <a:pt x="1533144" y="303276"/>
                </a:lnTo>
                <a:lnTo>
                  <a:pt x="1542796" y="301282"/>
                </a:lnTo>
                <a:lnTo>
                  <a:pt x="1553146" y="299847"/>
                </a:lnTo>
                <a:lnTo>
                  <a:pt x="1563801" y="298996"/>
                </a:lnTo>
                <a:lnTo>
                  <a:pt x="1574292" y="298704"/>
                </a:lnTo>
                <a:lnTo>
                  <a:pt x="1620012" y="298704"/>
                </a:lnTo>
                <a:lnTo>
                  <a:pt x="1619897" y="351713"/>
                </a:lnTo>
                <a:lnTo>
                  <a:pt x="1619338" y="390144"/>
                </a:lnTo>
                <a:lnTo>
                  <a:pt x="1618488" y="409956"/>
                </a:lnTo>
                <a:lnTo>
                  <a:pt x="1644396" y="397764"/>
                </a:lnTo>
                <a:lnTo>
                  <a:pt x="1643519" y="381215"/>
                </a:lnTo>
                <a:lnTo>
                  <a:pt x="1643062" y="359092"/>
                </a:lnTo>
                <a:lnTo>
                  <a:pt x="1642948" y="339090"/>
                </a:lnTo>
                <a:lnTo>
                  <a:pt x="1642872" y="298704"/>
                </a:lnTo>
                <a:lnTo>
                  <a:pt x="1741932" y="298704"/>
                </a:lnTo>
                <a:close/>
              </a:path>
              <a:path w="2179320" h="412114">
                <a:moveTo>
                  <a:pt x="1842516" y="120396"/>
                </a:moveTo>
                <a:lnTo>
                  <a:pt x="1815211" y="89585"/>
                </a:lnTo>
                <a:lnTo>
                  <a:pt x="1802892" y="80772"/>
                </a:lnTo>
                <a:lnTo>
                  <a:pt x="1799844" y="83820"/>
                </a:lnTo>
                <a:lnTo>
                  <a:pt x="1806346" y="98107"/>
                </a:lnTo>
                <a:lnTo>
                  <a:pt x="1811845" y="111252"/>
                </a:lnTo>
                <a:lnTo>
                  <a:pt x="1815922" y="123253"/>
                </a:lnTo>
                <a:lnTo>
                  <a:pt x="1818132" y="134112"/>
                </a:lnTo>
                <a:lnTo>
                  <a:pt x="1819656" y="144780"/>
                </a:lnTo>
                <a:lnTo>
                  <a:pt x="1821180" y="149352"/>
                </a:lnTo>
                <a:lnTo>
                  <a:pt x="1827276" y="149352"/>
                </a:lnTo>
                <a:lnTo>
                  <a:pt x="1831848" y="146304"/>
                </a:lnTo>
                <a:lnTo>
                  <a:pt x="1836420" y="140208"/>
                </a:lnTo>
                <a:lnTo>
                  <a:pt x="1840992" y="135636"/>
                </a:lnTo>
                <a:lnTo>
                  <a:pt x="1842516" y="129540"/>
                </a:lnTo>
                <a:lnTo>
                  <a:pt x="1842516" y="120396"/>
                </a:lnTo>
                <a:close/>
              </a:path>
              <a:path w="2179320" h="412114">
                <a:moveTo>
                  <a:pt x="1970532" y="173736"/>
                </a:moveTo>
                <a:lnTo>
                  <a:pt x="1943100" y="141732"/>
                </a:lnTo>
                <a:lnTo>
                  <a:pt x="1924812" y="163068"/>
                </a:lnTo>
                <a:lnTo>
                  <a:pt x="1886712" y="163068"/>
                </a:lnTo>
                <a:lnTo>
                  <a:pt x="1886712" y="150876"/>
                </a:lnTo>
                <a:lnTo>
                  <a:pt x="1897214" y="138684"/>
                </a:lnTo>
                <a:lnTo>
                  <a:pt x="1897811" y="137998"/>
                </a:lnTo>
                <a:lnTo>
                  <a:pt x="1908048" y="126682"/>
                </a:lnTo>
                <a:lnTo>
                  <a:pt x="1917103" y="116852"/>
                </a:lnTo>
                <a:lnTo>
                  <a:pt x="1924812" y="108204"/>
                </a:lnTo>
                <a:lnTo>
                  <a:pt x="1931441" y="101942"/>
                </a:lnTo>
                <a:lnTo>
                  <a:pt x="1937766" y="96964"/>
                </a:lnTo>
                <a:lnTo>
                  <a:pt x="1944103" y="93421"/>
                </a:lnTo>
                <a:lnTo>
                  <a:pt x="1950720" y="91440"/>
                </a:lnTo>
                <a:lnTo>
                  <a:pt x="1920240" y="68580"/>
                </a:lnTo>
                <a:lnTo>
                  <a:pt x="1915439" y="82321"/>
                </a:lnTo>
                <a:lnTo>
                  <a:pt x="1908048" y="98488"/>
                </a:lnTo>
                <a:lnTo>
                  <a:pt x="1898611" y="116801"/>
                </a:lnTo>
                <a:lnTo>
                  <a:pt x="1886712" y="138684"/>
                </a:lnTo>
                <a:lnTo>
                  <a:pt x="1886712" y="56388"/>
                </a:lnTo>
                <a:lnTo>
                  <a:pt x="1886712" y="53340"/>
                </a:lnTo>
                <a:lnTo>
                  <a:pt x="1906765" y="48488"/>
                </a:lnTo>
                <a:lnTo>
                  <a:pt x="1923669" y="45339"/>
                </a:lnTo>
                <a:lnTo>
                  <a:pt x="1937727" y="43916"/>
                </a:lnTo>
                <a:lnTo>
                  <a:pt x="1949196" y="44196"/>
                </a:lnTo>
                <a:lnTo>
                  <a:pt x="1948967" y="43916"/>
                </a:lnTo>
                <a:lnTo>
                  <a:pt x="1924812" y="15240"/>
                </a:lnTo>
                <a:lnTo>
                  <a:pt x="1914525" y="21844"/>
                </a:lnTo>
                <a:lnTo>
                  <a:pt x="1901952" y="28003"/>
                </a:lnTo>
                <a:lnTo>
                  <a:pt x="1850186" y="45059"/>
                </a:lnTo>
                <a:lnTo>
                  <a:pt x="1807806" y="54203"/>
                </a:lnTo>
                <a:lnTo>
                  <a:pt x="1784604" y="57912"/>
                </a:lnTo>
                <a:lnTo>
                  <a:pt x="1784604" y="65532"/>
                </a:lnTo>
                <a:lnTo>
                  <a:pt x="1863852" y="56388"/>
                </a:lnTo>
                <a:lnTo>
                  <a:pt x="1863852" y="163068"/>
                </a:lnTo>
                <a:lnTo>
                  <a:pt x="1778508" y="163068"/>
                </a:lnTo>
                <a:lnTo>
                  <a:pt x="1793748" y="178308"/>
                </a:lnTo>
                <a:lnTo>
                  <a:pt x="1804060" y="176314"/>
                </a:lnTo>
                <a:lnTo>
                  <a:pt x="1814512" y="174879"/>
                </a:lnTo>
                <a:lnTo>
                  <a:pt x="1825256" y="174028"/>
                </a:lnTo>
                <a:lnTo>
                  <a:pt x="1836420" y="173736"/>
                </a:lnTo>
                <a:lnTo>
                  <a:pt x="1856232" y="173736"/>
                </a:lnTo>
                <a:lnTo>
                  <a:pt x="1844217" y="209156"/>
                </a:lnTo>
                <a:lnTo>
                  <a:pt x="1826323" y="246697"/>
                </a:lnTo>
                <a:lnTo>
                  <a:pt x="1802447" y="286258"/>
                </a:lnTo>
                <a:lnTo>
                  <a:pt x="1772412" y="327660"/>
                </a:lnTo>
                <a:lnTo>
                  <a:pt x="1776984" y="332232"/>
                </a:lnTo>
                <a:lnTo>
                  <a:pt x="1802130" y="306476"/>
                </a:lnTo>
                <a:lnTo>
                  <a:pt x="1824990" y="279273"/>
                </a:lnTo>
                <a:lnTo>
                  <a:pt x="1845564" y="250367"/>
                </a:lnTo>
                <a:lnTo>
                  <a:pt x="1863852" y="219456"/>
                </a:lnTo>
                <a:lnTo>
                  <a:pt x="1863623" y="272605"/>
                </a:lnTo>
                <a:lnTo>
                  <a:pt x="1862569" y="368617"/>
                </a:lnTo>
                <a:lnTo>
                  <a:pt x="1862328" y="411480"/>
                </a:lnTo>
                <a:lnTo>
                  <a:pt x="1888236" y="399288"/>
                </a:lnTo>
                <a:lnTo>
                  <a:pt x="1887359" y="363816"/>
                </a:lnTo>
                <a:lnTo>
                  <a:pt x="1886915" y="322326"/>
                </a:lnTo>
                <a:lnTo>
                  <a:pt x="1886826" y="297180"/>
                </a:lnTo>
                <a:lnTo>
                  <a:pt x="1886724" y="219456"/>
                </a:lnTo>
                <a:lnTo>
                  <a:pt x="1886712" y="213360"/>
                </a:lnTo>
                <a:lnTo>
                  <a:pt x="1896414" y="222796"/>
                </a:lnTo>
                <a:lnTo>
                  <a:pt x="1904809" y="232791"/>
                </a:lnTo>
                <a:lnTo>
                  <a:pt x="1911794" y="243370"/>
                </a:lnTo>
                <a:lnTo>
                  <a:pt x="1917192" y="254508"/>
                </a:lnTo>
                <a:lnTo>
                  <a:pt x="1921764" y="263652"/>
                </a:lnTo>
                <a:lnTo>
                  <a:pt x="1924812" y="268224"/>
                </a:lnTo>
                <a:lnTo>
                  <a:pt x="1930908" y="268224"/>
                </a:lnTo>
                <a:lnTo>
                  <a:pt x="1932432" y="265176"/>
                </a:lnTo>
                <a:lnTo>
                  <a:pt x="1935480" y="260604"/>
                </a:lnTo>
                <a:lnTo>
                  <a:pt x="1938528" y="248412"/>
                </a:lnTo>
                <a:lnTo>
                  <a:pt x="1938528" y="237744"/>
                </a:lnTo>
                <a:lnTo>
                  <a:pt x="1907146" y="213360"/>
                </a:lnTo>
                <a:lnTo>
                  <a:pt x="1886712" y="204216"/>
                </a:lnTo>
                <a:lnTo>
                  <a:pt x="1886712" y="173736"/>
                </a:lnTo>
                <a:lnTo>
                  <a:pt x="1970532" y="173736"/>
                </a:lnTo>
                <a:close/>
              </a:path>
              <a:path w="2179320" h="412114">
                <a:moveTo>
                  <a:pt x="2176272" y="306324"/>
                </a:moveTo>
                <a:lnTo>
                  <a:pt x="2147316" y="275844"/>
                </a:lnTo>
                <a:lnTo>
                  <a:pt x="2125980" y="297180"/>
                </a:lnTo>
                <a:lnTo>
                  <a:pt x="2055876" y="297180"/>
                </a:lnTo>
                <a:lnTo>
                  <a:pt x="2055876" y="245364"/>
                </a:lnTo>
                <a:lnTo>
                  <a:pt x="2144268" y="245364"/>
                </a:lnTo>
                <a:lnTo>
                  <a:pt x="2115312" y="214884"/>
                </a:lnTo>
                <a:lnTo>
                  <a:pt x="2093976" y="236220"/>
                </a:lnTo>
                <a:lnTo>
                  <a:pt x="2055876" y="236220"/>
                </a:lnTo>
                <a:lnTo>
                  <a:pt x="2055876" y="202692"/>
                </a:lnTo>
                <a:lnTo>
                  <a:pt x="2068068" y="193548"/>
                </a:lnTo>
                <a:lnTo>
                  <a:pt x="2031492" y="176784"/>
                </a:lnTo>
                <a:lnTo>
                  <a:pt x="2034235" y="219443"/>
                </a:lnTo>
                <a:lnTo>
                  <a:pt x="2034540" y="236220"/>
                </a:lnTo>
                <a:lnTo>
                  <a:pt x="1953768" y="236220"/>
                </a:lnTo>
                <a:lnTo>
                  <a:pt x="1969008" y="251460"/>
                </a:lnTo>
                <a:lnTo>
                  <a:pt x="1979320" y="249224"/>
                </a:lnTo>
                <a:lnTo>
                  <a:pt x="1989772" y="247269"/>
                </a:lnTo>
                <a:lnTo>
                  <a:pt x="2000516" y="245897"/>
                </a:lnTo>
                <a:lnTo>
                  <a:pt x="2011680" y="245364"/>
                </a:lnTo>
                <a:lnTo>
                  <a:pt x="2034540" y="245364"/>
                </a:lnTo>
                <a:lnTo>
                  <a:pt x="2034540" y="297180"/>
                </a:lnTo>
                <a:lnTo>
                  <a:pt x="1927860" y="297180"/>
                </a:lnTo>
                <a:lnTo>
                  <a:pt x="1943100" y="312420"/>
                </a:lnTo>
                <a:lnTo>
                  <a:pt x="1953412" y="310184"/>
                </a:lnTo>
                <a:lnTo>
                  <a:pt x="1963864" y="308229"/>
                </a:lnTo>
                <a:lnTo>
                  <a:pt x="1974608" y="306857"/>
                </a:lnTo>
                <a:lnTo>
                  <a:pt x="1985772" y="306324"/>
                </a:lnTo>
                <a:lnTo>
                  <a:pt x="2034540" y="306324"/>
                </a:lnTo>
                <a:lnTo>
                  <a:pt x="2034286" y="334289"/>
                </a:lnTo>
                <a:lnTo>
                  <a:pt x="2033587" y="360807"/>
                </a:lnTo>
                <a:lnTo>
                  <a:pt x="2032622" y="385622"/>
                </a:lnTo>
                <a:lnTo>
                  <a:pt x="2031492" y="408432"/>
                </a:lnTo>
                <a:lnTo>
                  <a:pt x="2057400" y="396240"/>
                </a:lnTo>
                <a:lnTo>
                  <a:pt x="2057171" y="381977"/>
                </a:lnTo>
                <a:lnTo>
                  <a:pt x="2056688" y="363816"/>
                </a:lnTo>
                <a:lnTo>
                  <a:pt x="2056117" y="336880"/>
                </a:lnTo>
                <a:lnTo>
                  <a:pt x="2055876" y="306324"/>
                </a:lnTo>
                <a:lnTo>
                  <a:pt x="2176272" y="306324"/>
                </a:lnTo>
                <a:close/>
              </a:path>
              <a:path w="2179320" h="412114">
                <a:moveTo>
                  <a:pt x="2179320" y="175260"/>
                </a:moveTo>
                <a:lnTo>
                  <a:pt x="2146198" y="172097"/>
                </a:lnTo>
                <a:lnTo>
                  <a:pt x="2115502" y="164782"/>
                </a:lnTo>
                <a:lnTo>
                  <a:pt x="2087384" y="153187"/>
                </a:lnTo>
                <a:lnTo>
                  <a:pt x="2081314" y="149352"/>
                </a:lnTo>
                <a:lnTo>
                  <a:pt x="2061972" y="137160"/>
                </a:lnTo>
                <a:lnTo>
                  <a:pt x="2072563" y="124968"/>
                </a:lnTo>
                <a:lnTo>
                  <a:pt x="2076881" y="120002"/>
                </a:lnTo>
                <a:lnTo>
                  <a:pt x="2092071" y="100393"/>
                </a:lnTo>
                <a:lnTo>
                  <a:pt x="2107844" y="78232"/>
                </a:lnTo>
                <a:lnTo>
                  <a:pt x="2124456" y="53340"/>
                </a:lnTo>
                <a:lnTo>
                  <a:pt x="2137156" y="45720"/>
                </a:lnTo>
                <a:lnTo>
                  <a:pt x="2139696" y="44196"/>
                </a:lnTo>
                <a:lnTo>
                  <a:pt x="2110740" y="19812"/>
                </a:lnTo>
                <a:lnTo>
                  <a:pt x="2100072" y="33147"/>
                </a:lnTo>
                <a:lnTo>
                  <a:pt x="2100072" y="45720"/>
                </a:lnTo>
                <a:lnTo>
                  <a:pt x="2089785" y="64325"/>
                </a:lnTo>
                <a:lnTo>
                  <a:pt x="2077212" y="83629"/>
                </a:lnTo>
                <a:lnTo>
                  <a:pt x="2062353" y="103809"/>
                </a:lnTo>
                <a:lnTo>
                  <a:pt x="2045208" y="124968"/>
                </a:lnTo>
                <a:lnTo>
                  <a:pt x="2030793" y="108204"/>
                </a:lnTo>
                <a:lnTo>
                  <a:pt x="2017014" y="89344"/>
                </a:lnTo>
                <a:lnTo>
                  <a:pt x="2004491" y="68605"/>
                </a:lnTo>
                <a:lnTo>
                  <a:pt x="1993392" y="45720"/>
                </a:lnTo>
                <a:lnTo>
                  <a:pt x="2100072" y="45720"/>
                </a:lnTo>
                <a:lnTo>
                  <a:pt x="2100072" y="33147"/>
                </a:lnTo>
                <a:lnTo>
                  <a:pt x="2098548" y="35052"/>
                </a:lnTo>
                <a:lnTo>
                  <a:pt x="1953768" y="35052"/>
                </a:lnTo>
                <a:lnTo>
                  <a:pt x="1967484" y="50292"/>
                </a:lnTo>
                <a:lnTo>
                  <a:pt x="1987296" y="44196"/>
                </a:lnTo>
                <a:lnTo>
                  <a:pt x="1995919" y="70510"/>
                </a:lnTo>
                <a:lnTo>
                  <a:pt x="2005965" y="94678"/>
                </a:lnTo>
                <a:lnTo>
                  <a:pt x="2017712" y="116801"/>
                </a:lnTo>
                <a:lnTo>
                  <a:pt x="2031492" y="137160"/>
                </a:lnTo>
                <a:lnTo>
                  <a:pt x="2011235" y="155168"/>
                </a:lnTo>
                <a:lnTo>
                  <a:pt x="1987105" y="172593"/>
                </a:lnTo>
                <a:lnTo>
                  <a:pt x="1959279" y="189458"/>
                </a:lnTo>
                <a:lnTo>
                  <a:pt x="1927860" y="205740"/>
                </a:lnTo>
                <a:lnTo>
                  <a:pt x="1929384" y="211836"/>
                </a:lnTo>
                <a:lnTo>
                  <a:pt x="1963178" y="199288"/>
                </a:lnTo>
                <a:lnTo>
                  <a:pt x="1993963" y="184594"/>
                </a:lnTo>
                <a:lnTo>
                  <a:pt x="2022182" y="167906"/>
                </a:lnTo>
                <a:lnTo>
                  <a:pt x="2048256" y="149352"/>
                </a:lnTo>
                <a:lnTo>
                  <a:pt x="2070531" y="166268"/>
                </a:lnTo>
                <a:lnTo>
                  <a:pt x="2093785" y="180594"/>
                </a:lnTo>
                <a:lnTo>
                  <a:pt x="2117915" y="192646"/>
                </a:lnTo>
                <a:lnTo>
                  <a:pt x="2142744" y="202692"/>
                </a:lnTo>
                <a:lnTo>
                  <a:pt x="2147608" y="194652"/>
                </a:lnTo>
                <a:lnTo>
                  <a:pt x="2155317" y="188595"/>
                </a:lnTo>
                <a:lnTo>
                  <a:pt x="2165896" y="184264"/>
                </a:lnTo>
                <a:lnTo>
                  <a:pt x="2179320" y="181356"/>
                </a:lnTo>
                <a:lnTo>
                  <a:pt x="2179320" y="17526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" name="object 49"/>
          <p:cNvSpPr/>
          <p:nvPr/>
        </p:nvSpPr>
        <p:spPr>
          <a:xfrm>
            <a:off x="7914132" y="4978907"/>
            <a:ext cx="396240" cy="44450"/>
          </a:xfrm>
          <a:custGeom>
            <a:avLst/>
            <a:gdLst/>
            <a:ahLst/>
            <a:cxnLst/>
            <a:rect l="l" t="t" r="r" b="b"/>
            <a:pathLst>
              <a:path w="396240" h="44450">
                <a:moveTo>
                  <a:pt x="15240" y="44195"/>
                </a:moveTo>
                <a:lnTo>
                  <a:pt x="0" y="27431"/>
                </a:lnTo>
                <a:lnTo>
                  <a:pt x="323087" y="27431"/>
                </a:lnTo>
                <a:lnTo>
                  <a:pt x="358139" y="0"/>
                </a:lnTo>
                <a:lnTo>
                  <a:pt x="396239" y="38099"/>
                </a:lnTo>
                <a:lnTo>
                  <a:pt x="62484" y="38099"/>
                </a:lnTo>
                <a:lnTo>
                  <a:pt x="49315" y="38409"/>
                </a:lnTo>
                <a:lnTo>
                  <a:pt x="37147" y="39433"/>
                </a:lnTo>
                <a:lnTo>
                  <a:pt x="25836" y="41314"/>
                </a:lnTo>
                <a:lnTo>
                  <a:pt x="15240" y="44195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" name="object 50"/>
          <p:cNvSpPr/>
          <p:nvPr/>
        </p:nvSpPr>
        <p:spPr>
          <a:xfrm>
            <a:off x="8359140" y="4837176"/>
            <a:ext cx="848994" cy="398145"/>
          </a:xfrm>
          <a:custGeom>
            <a:avLst/>
            <a:gdLst/>
            <a:ahLst/>
            <a:cxnLst/>
            <a:rect l="l" t="t" r="r" b="b"/>
            <a:pathLst>
              <a:path w="848995" h="398145">
                <a:moveTo>
                  <a:pt x="214884" y="105156"/>
                </a:moveTo>
                <a:lnTo>
                  <a:pt x="204216" y="94488"/>
                </a:lnTo>
                <a:lnTo>
                  <a:pt x="185928" y="76200"/>
                </a:lnTo>
                <a:lnTo>
                  <a:pt x="167640" y="94488"/>
                </a:lnTo>
                <a:lnTo>
                  <a:pt x="134112" y="94488"/>
                </a:lnTo>
                <a:lnTo>
                  <a:pt x="134112" y="32004"/>
                </a:lnTo>
                <a:lnTo>
                  <a:pt x="149352" y="19812"/>
                </a:lnTo>
                <a:lnTo>
                  <a:pt x="109728" y="0"/>
                </a:lnTo>
                <a:lnTo>
                  <a:pt x="110972" y="63538"/>
                </a:lnTo>
                <a:lnTo>
                  <a:pt x="111188" y="116586"/>
                </a:lnTo>
                <a:lnTo>
                  <a:pt x="111252" y="205740"/>
                </a:lnTo>
                <a:lnTo>
                  <a:pt x="60960" y="213360"/>
                </a:lnTo>
                <a:lnTo>
                  <a:pt x="60960" y="92964"/>
                </a:lnTo>
                <a:lnTo>
                  <a:pt x="74676" y="79248"/>
                </a:lnTo>
                <a:lnTo>
                  <a:pt x="36576" y="59436"/>
                </a:lnTo>
                <a:lnTo>
                  <a:pt x="37439" y="82562"/>
                </a:lnTo>
                <a:lnTo>
                  <a:pt x="37871" y="113944"/>
                </a:lnTo>
                <a:lnTo>
                  <a:pt x="37998" y="140208"/>
                </a:lnTo>
                <a:lnTo>
                  <a:pt x="38100" y="214884"/>
                </a:lnTo>
                <a:lnTo>
                  <a:pt x="0" y="219456"/>
                </a:lnTo>
                <a:lnTo>
                  <a:pt x="19812" y="252984"/>
                </a:lnTo>
                <a:lnTo>
                  <a:pt x="73152" y="230886"/>
                </a:lnTo>
                <a:lnTo>
                  <a:pt x="132537" y="216560"/>
                </a:lnTo>
                <a:lnTo>
                  <a:pt x="198780" y="202692"/>
                </a:lnTo>
                <a:lnTo>
                  <a:pt x="213245" y="199669"/>
                </a:lnTo>
                <a:lnTo>
                  <a:pt x="213258" y="199072"/>
                </a:lnTo>
                <a:lnTo>
                  <a:pt x="211836" y="190500"/>
                </a:lnTo>
                <a:lnTo>
                  <a:pt x="134112" y="202692"/>
                </a:lnTo>
                <a:lnTo>
                  <a:pt x="134112" y="105156"/>
                </a:lnTo>
                <a:lnTo>
                  <a:pt x="214884" y="105156"/>
                </a:lnTo>
                <a:close/>
              </a:path>
              <a:path w="848995" h="398145">
                <a:moveTo>
                  <a:pt x="342900" y="289560"/>
                </a:moveTo>
                <a:lnTo>
                  <a:pt x="306324" y="252984"/>
                </a:lnTo>
                <a:lnTo>
                  <a:pt x="280416" y="278892"/>
                </a:lnTo>
                <a:lnTo>
                  <a:pt x="53340" y="278892"/>
                </a:lnTo>
                <a:lnTo>
                  <a:pt x="70104" y="294132"/>
                </a:lnTo>
                <a:lnTo>
                  <a:pt x="79260" y="292138"/>
                </a:lnTo>
                <a:lnTo>
                  <a:pt x="88582" y="290703"/>
                </a:lnTo>
                <a:lnTo>
                  <a:pt x="98171" y="289852"/>
                </a:lnTo>
                <a:lnTo>
                  <a:pt x="108204" y="289560"/>
                </a:lnTo>
                <a:lnTo>
                  <a:pt x="342900" y="289560"/>
                </a:lnTo>
                <a:close/>
              </a:path>
              <a:path w="848995" h="398145">
                <a:moveTo>
                  <a:pt x="396240" y="367284"/>
                </a:moveTo>
                <a:lnTo>
                  <a:pt x="355092" y="326136"/>
                </a:lnTo>
                <a:lnTo>
                  <a:pt x="323088" y="356616"/>
                </a:lnTo>
                <a:lnTo>
                  <a:pt x="3048" y="356616"/>
                </a:lnTo>
                <a:lnTo>
                  <a:pt x="19812" y="373380"/>
                </a:lnTo>
                <a:lnTo>
                  <a:pt x="29210" y="370509"/>
                </a:lnTo>
                <a:lnTo>
                  <a:pt x="39052" y="368617"/>
                </a:lnTo>
                <a:lnTo>
                  <a:pt x="49161" y="367601"/>
                </a:lnTo>
                <a:lnTo>
                  <a:pt x="59436" y="367284"/>
                </a:lnTo>
                <a:lnTo>
                  <a:pt x="396240" y="367284"/>
                </a:lnTo>
                <a:close/>
              </a:path>
              <a:path w="848995" h="398145">
                <a:moveTo>
                  <a:pt x="397764" y="204216"/>
                </a:moveTo>
                <a:lnTo>
                  <a:pt x="378345" y="161734"/>
                </a:lnTo>
                <a:lnTo>
                  <a:pt x="376428" y="132588"/>
                </a:lnTo>
                <a:lnTo>
                  <a:pt x="368808" y="132588"/>
                </a:lnTo>
                <a:lnTo>
                  <a:pt x="364731" y="172885"/>
                </a:lnTo>
                <a:lnTo>
                  <a:pt x="347472" y="207264"/>
                </a:lnTo>
                <a:lnTo>
                  <a:pt x="283464" y="207264"/>
                </a:lnTo>
                <a:lnTo>
                  <a:pt x="254508" y="140208"/>
                </a:lnTo>
                <a:lnTo>
                  <a:pt x="272948" y="129540"/>
                </a:lnTo>
                <a:lnTo>
                  <a:pt x="299910" y="113944"/>
                </a:lnTo>
                <a:lnTo>
                  <a:pt x="335470" y="94678"/>
                </a:lnTo>
                <a:lnTo>
                  <a:pt x="361010" y="82562"/>
                </a:lnTo>
                <a:lnTo>
                  <a:pt x="376428" y="77724"/>
                </a:lnTo>
                <a:lnTo>
                  <a:pt x="347472" y="47244"/>
                </a:lnTo>
                <a:lnTo>
                  <a:pt x="335724" y="63538"/>
                </a:lnTo>
                <a:lnTo>
                  <a:pt x="316420" y="82677"/>
                </a:lnTo>
                <a:lnTo>
                  <a:pt x="289382" y="104686"/>
                </a:lnTo>
                <a:lnTo>
                  <a:pt x="254508" y="129540"/>
                </a:lnTo>
                <a:lnTo>
                  <a:pt x="254508" y="28956"/>
                </a:lnTo>
                <a:lnTo>
                  <a:pt x="268224" y="16764"/>
                </a:lnTo>
                <a:lnTo>
                  <a:pt x="230124" y="0"/>
                </a:lnTo>
                <a:lnTo>
                  <a:pt x="230352" y="16764"/>
                </a:lnTo>
                <a:lnTo>
                  <a:pt x="230886" y="32004"/>
                </a:lnTo>
                <a:lnTo>
                  <a:pt x="231406" y="43942"/>
                </a:lnTo>
                <a:lnTo>
                  <a:pt x="231648" y="53340"/>
                </a:lnTo>
                <a:lnTo>
                  <a:pt x="231673" y="193763"/>
                </a:lnTo>
                <a:lnTo>
                  <a:pt x="255435" y="225704"/>
                </a:lnTo>
                <a:lnTo>
                  <a:pt x="274320" y="227076"/>
                </a:lnTo>
                <a:lnTo>
                  <a:pt x="355092" y="227076"/>
                </a:lnTo>
                <a:lnTo>
                  <a:pt x="369036" y="225653"/>
                </a:lnTo>
                <a:lnTo>
                  <a:pt x="381000" y="221361"/>
                </a:lnTo>
                <a:lnTo>
                  <a:pt x="390664" y="214223"/>
                </a:lnTo>
                <a:lnTo>
                  <a:pt x="395592" y="207264"/>
                </a:lnTo>
                <a:lnTo>
                  <a:pt x="397764" y="204216"/>
                </a:lnTo>
                <a:close/>
              </a:path>
              <a:path w="848995" h="398145">
                <a:moveTo>
                  <a:pt x="598919" y="47244"/>
                </a:moveTo>
                <a:lnTo>
                  <a:pt x="571487" y="16764"/>
                </a:lnTo>
                <a:lnTo>
                  <a:pt x="548627" y="38100"/>
                </a:lnTo>
                <a:lnTo>
                  <a:pt x="441947" y="38100"/>
                </a:lnTo>
                <a:lnTo>
                  <a:pt x="457187" y="53340"/>
                </a:lnTo>
                <a:lnTo>
                  <a:pt x="466623" y="51104"/>
                </a:lnTo>
                <a:lnTo>
                  <a:pt x="476618" y="49149"/>
                </a:lnTo>
                <a:lnTo>
                  <a:pt x="487197" y="47777"/>
                </a:lnTo>
                <a:lnTo>
                  <a:pt x="498335" y="47244"/>
                </a:lnTo>
                <a:lnTo>
                  <a:pt x="505955" y="47244"/>
                </a:lnTo>
                <a:lnTo>
                  <a:pt x="505955" y="156972"/>
                </a:lnTo>
                <a:lnTo>
                  <a:pt x="448043" y="156972"/>
                </a:lnTo>
                <a:lnTo>
                  <a:pt x="464807" y="173736"/>
                </a:lnTo>
                <a:lnTo>
                  <a:pt x="474243" y="170865"/>
                </a:lnTo>
                <a:lnTo>
                  <a:pt x="484238" y="168973"/>
                </a:lnTo>
                <a:lnTo>
                  <a:pt x="494817" y="167957"/>
                </a:lnTo>
                <a:lnTo>
                  <a:pt x="505955" y="167640"/>
                </a:lnTo>
                <a:lnTo>
                  <a:pt x="505955" y="291084"/>
                </a:lnTo>
                <a:lnTo>
                  <a:pt x="491667" y="296570"/>
                </a:lnTo>
                <a:lnTo>
                  <a:pt x="476237" y="301752"/>
                </a:lnTo>
                <a:lnTo>
                  <a:pt x="441947" y="312420"/>
                </a:lnTo>
                <a:lnTo>
                  <a:pt x="461759" y="344424"/>
                </a:lnTo>
                <a:lnTo>
                  <a:pt x="505383" y="313563"/>
                </a:lnTo>
                <a:lnTo>
                  <a:pt x="544703" y="292138"/>
                </a:lnTo>
                <a:lnTo>
                  <a:pt x="595871" y="266700"/>
                </a:lnTo>
                <a:lnTo>
                  <a:pt x="594347" y="260604"/>
                </a:lnTo>
                <a:lnTo>
                  <a:pt x="528815" y="284988"/>
                </a:lnTo>
                <a:lnTo>
                  <a:pt x="528815" y="167640"/>
                </a:lnTo>
                <a:lnTo>
                  <a:pt x="595871" y="167640"/>
                </a:lnTo>
                <a:lnTo>
                  <a:pt x="568439" y="138684"/>
                </a:lnTo>
                <a:lnTo>
                  <a:pt x="548627" y="156972"/>
                </a:lnTo>
                <a:lnTo>
                  <a:pt x="528815" y="156972"/>
                </a:lnTo>
                <a:lnTo>
                  <a:pt x="528815" y="47244"/>
                </a:lnTo>
                <a:lnTo>
                  <a:pt x="598919" y="47244"/>
                </a:lnTo>
                <a:close/>
              </a:path>
              <a:path w="848995" h="398145">
                <a:moveTo>
                  <a:pt x="729983" y="99060"/>
                </a:moveTo>
                <a:lnTo>
                  <a:pt x="688835" y="80772"/>
                </a:lnTo>
                <a:lnTo>
                  <a:pt x="687108" y="149123"/>
                </a:lnTo>
                <a:lnTo>
                  <a:pt x="681786" y="205740"/>
                </a:lnTo>
                <a:lnTo>
                  <a:pt x="672769" y="250939"/>
                </a:lnTo>
                <a:lnTo>
                  <a:pt x="640143" y="313016"/>
                </a:lnTo>
                <a:lnTo>
                  <a:pt x="612825" y="340042"/>
                </a:lnTo>
                <a:lnTo>
                  <a:pt x="577799" y="366217"/>
                </a:lnTo>
                <a:lnTo>
                  <a:pt x="534911" y="391668"/>
                </a:lnTo>
                <a:lnTo>
                  <a:pt x="539483" y="397764"/>
                </a:lnTo>
                <a:lnTo>
                  <a:pt x="585774" y="376580"/>
                </a:lnTo>
                <a:lnTo>
                  <a:pt x="624065" y="353949"/>
                </a:lnTo>
                <a:lnTo>
                  <a:pt x="654354" y="329615"/>
                </a:lnTo>
                <a:lnTo>
                  <a:pt x="692670" y="271589"/>
                </a:lnTo>
                <a:lnTo>
                  <a:pt x="704265" y="229171"/>
                </a:lnTo>
                <a:lnTo>
                  <a:pt x="711581" y="176199"/>
                </a:lnTo>
                <a:lnTo>
                  <a:pt x="714743" y="112776"/>
                </a:lnTo>
                <a:lnTo>
                  <a:pt x="729983" y="99060"/>
                </a:lnTo>
                <a:close/>
              </a:path>
              <a:path w="848995" h="398145">
                <a:moveTo>
                  <a:pt x="806183" y="27432"/>
                </a:moveTo>
                <a:lnTo>
                  <a:pt x="800633" y="22860"/>
                </a:lnTo>
                <a:lnTo>
                  <a:pt x="780275" y="6096"/>
                </a:lnTo>
                <a:lnTo>
                  <a:pt x="768083" y="22860"/>
                </a:lnTo>
                <a:lnTo>
                  <a:pt x="640067" y="22860"/>
                </a:lnTo>
                <a:lnTo>
                  <a:pt x="615683" y="7620"/>
                </a:lnTo>
                <a:lnTo>
                  <a:pt x="616521" y="27432"/>
                </a:lnTo>
                <a:lnTo>
                  <a:pt x="616648" y="33528"/>
                </a:lnTo>
                <a:lnTo>
                  <a:pt x="617016" y="56959"/>
                </a:lnTo>
                <a:lnTo>
                  <a:pt x="617131" y="80772"/>
                </a:lnTo>
                <a:lnTo>
                  <a:pt x="617016" y="173926"/>
                </a:lnTo>
                <a:lnTo>
                  <a:pt x="616978" y="181165"/>
                </a:lnTo>
                <a:lnTo>
                  <a:pt x="616445" y="217170"/>
                </a:lnTo>
                <a:lnTo>
                  <a:pt x="615924" y="245173"/>
                </a:lnTo>
                <a:lnTo>
                  <a:pt x="615683" y="265176"/>
                </a:lnTo>
                <a:lnTo>
                  <a:pt x="640067" y="254508"/>
                </a:lnTo>
                <a:lnTo>
                  <a:pt x="640067" y="33528"/>
                </a:lnTo>
                <a:lnTo>
                  <a:pt x="771131" y="33528"/>
                </a:lnTo>
                <a:lnTo>
                  <a:pt x="771131" y="249936"/>
                </a:lnTo>
                <a:lnTo>
                  <a:pt x="795515" y="237744"/>
                </a:lnTo>
                <a:lnTo>
                  <a:pt x="795312" y="217170"/>
                </a:lnTo>
                <a:lnTo>
                  <a:pt x="794727" y="170865"/>
                </a:lnTo>
                <a:lnTo>
                  <a:pt x="794232" y="114947"/>
                </a:lnTo>
                <a:lnTo>
                  <a:pt x="793991" y="38100"/>
                </a:lnTo>
                <a:lnTo>
                  <a:pt x="799223" y="33528"/>
                </a:lnTo>
                <a:lnTo>
                  <a:pt x="806183" y="27432"/>
                </a:lnTo>
                <a:close/>
              </a:path>
              <a:path w="848995" h="398145">
                <a:moveTo>
                  <a:pt x="848855" y="361188"/>
                </a:moveTo>
                <a:lnTo>
                  <a:pt x="829043" y="327660"/>
                </a:lnTo>
                <a:lnTo>
                  <a:pt x="827519" y="275844"/>
                </a:lnTo>
                <a:lnTo>
                  <a:pt x="819899" y="275844"/>
                </a:lnTo>
                <a:lnTo>
                  <a:pt x="818527" y="294398"/>
                </a:lnTo>
                <a:lnTo>
                  <a:pt x="816851" y="311086"/>
                </a:lnTo>
                <a:lnTo>
                  <a:pt x="815187" y="325780"/>
                </a:lnTo>
                <a:lnTo>
                  <a:pt x="813803" y="338328"/>
                </a:lnTo>
                <a:lnTo>
                  <a:pt x="811237" y="349211"/>
                </a:lnTo>
                <a:lnTo>
                  <a:pt x="808088" y="356806"/>
                </a:lnTo>
                <a:lnTo>
                  <a:pt x="804379" y="361264"/>
                </a:lnTo>
                <a:lnTo>
                  <a:pt x="800087" y="362712"/>
                </a:lnTo>
                <a:lnTo>
                  <a:pt x="758939" y="362712"/>
                </a:lnTo>
                <a:lnTo>
                  <a:pt x="750938" y="362165"/>
                </a:lnTo>
                <a:lnTo>
                  <a:pt x="745223" y="358330"/>
                </a:lnTo>
                <a:lnTo>
                  <a:pt x="741794" y="351358"/>
                </a:lnTo>
                <a:lnTo>
                  <a:pt x="740651" y="341376"/>
                </a:lnTo>
                <a:lnTo>
                  <a:pt x="740651" y="240792"/>
                </a:lnTo>
                <a:lnTo>
                  <a:pt x="752843" y="228600"/>
                </a:lnTo>
                <a:lnTo>
                  <a:pt x="717791" y="211836"/>
                </a:lnTo>
                <a:lnTo>
                  <a:pt x="717829" y="350710"/>
                </a:lnTo>
                <a:lnTo>
                  <a:pt x="746747" y="384048"/>
                </a:lnTo>
                <a:lnTo>
                  <a:pt x="812279" y="384048"/>
                </a:lnTo>
                <a:lnTo>
                  <a:pt x="822286" y="382625"/>
                </a:lnTo>
                <a:lnTo>
                  <a:pt x="831710" y="378333"/>
                </a:lnTo>
                <a:lnTo>
                  <a:pt x="840574" y="371195"/>
                </a:lnTo>
                <a:lnTo>
                  <a:pt x="847598" y="362712"/>
                </a:lnTo>
                <a:lnTo>
                  <a:pt x="848855" y="361188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" name="object 51"/>
          <p:cNvSpPr/>
          <p:nvPr/>
        </p:nvSpPr>
        <p:spPr>
          <a:xfrm>
            <a:off x="9261347" y="4824984"/>
            <a:ext cx="391795" cy="411480"/>
          </a:xfrm>
          <a:custGeom>
            <a:avLst/>
            <a:gdLst/>
            <a:ahLst/>
            <a:cxnLst/>
            <a:rect l="l" t="t" r="r" b="b"/>
            <a:pathLst>
              <a:path w="391795" h="411479">
                <a:moveTo>
                  <a:pt x="3048" y="137160"/>
                </a:moveTo>
                <a:lnTo>
                  <a:pt x="0" y="131064"/>
                </a:lnTo>
                <a:lnTo>
                  <a:pt x="19454" y="117609"/>
                </a:lnTo>
                <a:lnTo>
                  <a:pt x="39052" y="102298"/>
                </a:lnTo>
                <a:lnTo>
                  <a:pt x="79248" y="65532"/>
                </a:lnTo>
                <a:lnTo>
                  <a:pt x="111442" y="29908"/>
                </a:lnTo>
                <a:lnTo>
                  <a:pt x="131064" y="0"/>
                </a:lnTo>
                <a:lnTo>
                  <a:pt x="164592" y="24383"/>
                </a:lnTo>
                <a:lnTo>
                  <a:pt x="157448" y="26622"/>
                </a:lnTo>
                <a:lnTo>
                  <a:pt x="149733" y="30860"/>
                </a:lnTo>
                <a:lnTo>
                  <a:pt x="141446" y="36814"/>
                </a:lnTo>
                <a:lnTo>
                  <a:pt x="132588" y="44195"/>
                </a:lnTo>
                <a:lnTo>
                  <a:pt x="266940" y="44195"/>
                </a:lnTo>
                <a:lnTo>
                  <a:pt x="278731" y="54864"/>
                </a:lnTo>
                <a:lnTo>
                  <a:pt x="124968" y="54864"/>
                </a:lnTo>
                <a:lnTo>
                  <a:pt x="112656" y="64246"/>
                </a:lnTo>
                <a:lnTo>
                  <a:pt x="100774" y="73914"/>
                </a:lnTo>
                <a:lnTo>
                  <a:pt x="89177" y="83581"/>
                </a:lnTo>
                <a:lnTo>
                  <a:pt x="77724" y="92964"/>
                </a:lnTo>
                <a:lnTo>
                  <a:pt x="86867" y="102108"/>
                </a:lnTo>
                <a:lnTo>
                  <a:pt x="334365" y="102108"/>
                </a:lnTo>
                <a:lnTo>
                  <a:pt x="338023" y="105156"/>
                </a:lnTo>
                <a:lnTo>
                  <a:pt x="60960" y="105156"/>
                </a:lnTo>
                <a:lnTo>
                  <a:pt x="47839" y="113157"/>
                </a:lnTo>
                <a:lnTo>
                  <a:pt x="33718" y="121158"/>
                </a:lnTo>
                <a:lnTo>
                  <a:pt x="18740" y="129159"/>
                </a:lnTo>
                <a:lnTo>
                  <a:pt x="3048" y="137160"/>
                </a:lnTo>
                <a:close/>
              </a:path>
              <a:path w="391795" h="411479">
                <a:moveTo>
                  <a:pt x="266940" y="44195"/>
                </a:moveTo>
                <a:lnTo>
                  <a:pt x="231648" y="44195"/>
                </a:lnTo>
                <a:lnTo>
                  <a:pt x="248412" y="27432"/>
                </a:lnTo>
                <a:lnTo>
                  <a:pt x="266940" y="44195"/>
                </a:lnTo>
                <a:close/>
              </a:path>
              <a:path w="391795" h="411479">
                <a:moveTo>
                  <a:pt x="205740" y="102108"/>
                </a:moveTo>
                <a:lnTo>
                  <a:pt x="193548" y="102108"/>
                </a:lnTo>
                <a:lnTo>
                  <a:pt x="231648" y="54864"/>
                </a:lnTo>
                <a:lnTo>
                  <a:pt x="278731" y="54864"/>
                </a:lnTo>
                <a:lnTo>
                  <a:pt x="280073" y="56078"/>
                </a:lnTo>
                <a:lnTo>
                  <a:pt x="275296" y="56078"/>
                </a:lnTo>
                <a:lnTo>
                  <a:pt x="269176" y="57340"/>
                </a:lnTo>
                <a:lnTo>
                  <a:pt x="234696" y="77914"/>
                </a:lnTo>
                <a:lnTo>
                  <a:pt x="221503" y="88653"/>
                </a:lnTo>
                <a:lnTo>
                  <a:pt x="205740" y="102108"/>
                </a:lnTo>
                <a:close/>
              </a:path>
              <a:path w="391795" h="411479">
                <a:moveTo>
                  <a:pt x="280416" y="56388"/>
                </a:moveTo>
                <a:lnTo>
                  <a:pt x="275296" y="56078"/>
                </a:lnTo>
                <a:lnTo>
                  <a:pt x="280073" y="56078"/>
                </a:lnTo>
                <a:lnTo>
                  <a:pt x="280416" y="56388"/>
                </a:lnTo>
                <a:close/>
              </a:path>
              <a:path w="391795" h="411479">
                <a:moveTo>
                  <a:pt x="334365" y="102108"/>
                </a:moveTo>
                <a:lnTo>
                  <a:pt x="298704" y="102108"/>
                </a:lnTo>
                <a:lnTo>
                  <a:pt x="312420" y="83820"/>
                </a:lnTo>
                <a:lnTo>
                  <a:pt x="334365" y="102108"/>
                </a:lnTo>
                <a:close/>
              </a:path>
              <a:path w="391795" h="411479">
                <a:moveTo>
                  <a:pt x="57912" y="199644"/>
                </a:moveTo>
                <a:lnTo>
                  <a:pt x="60007" y="152971"/>
                </a:lnTo>
                <a:lnTo>
                  <a:pt x="60960" y="105156"/>
                </a:lnTo>
                <a:lnTo>
                  <a:pt x="338023" y="105156"/>
                </a:lnTo>
                <a:lnTo>
                  <a:pt x="339852" y="106680"/>
                </a:lnTo>
                <a:lnTo>
                  <a:pt x="332014" y="112776"/>
                </a:lnTo>
                <a:lnTo>
                  <a:pt x="82296" y="112776"/>
                </a:lnTo>
                <a:lnTo>
                  <a:pt x="82296" y="166116"/>
                </a:lnTo>
                <a:lnTo>
                  <a:pt x="326844" y="166116"/>
                </a:lnTo>
                <a:lnTo>
                  <a:pt x="327558" y="176784"/>
                </a:lnTo>
                <a:lnTo>
                  <a:pt x="82296" y="176784"/>
                </a:lnTo>
                <a:lnTo>
                  <a:pt x="82296" y="190500"/>
                </a:lnTo>
                <a:lnTo>
                  <a:pt x="57912" y="199644"/>
                </a:lnTo>
                <a:close/>
              </a:path>
              <a:path w="391795" h="411479">
                <a:moveTo>
                  <a:pt x="192024" y="166116"/>
                </a:moveTo>
                <a:lnTo>
                  <a:pt x="164592" y="166116"/>
                </a:lnTo>
                <a:lnTo>
                  <a:pt x="169759" y="152423"/>
                </a:lnTo>
                <a:lnTo>
                  <a:pt x="173926" y="138874"/>
                </a:lnTo>
                <a:lnTo>
                  <a:pt x="177236" y="125610"/>
                </a:lnTo>
                <a:lnTo>
                  <a:pt x="179832" y="112776"/>
                </a:lnTo>
                <a:lnTo>
                  <a:pt x="205740" y="112776"/>
                </a:lnTo>
                <a:lnTo>
                  <a:pt x="203168" y="123896"/>
                </a:lnTo>
                <a:lnTo>
                  <a:pt x="200025" y="136588"/>
                </a:lnTo>
                <a:lnTo>
                  <a:pt x="196310" y="150709"/>
                </a:lnTo>
                <a:lnTo>
                  <a:pt x="192024" y="166116"/>
                </a:lnTo>
                <a:close/>
              </a:path>
              <a:path w="391795" h="411479">
                <a:moveTo>
                  <a:pt x="326844" y="166116"/>
                </a:moveTo>
                <a:lnTo>
                  <a:pt x="301752" y="166116"/>
                </a:lnTo>
                <a:lnTo>
                  <a:pt x="301752" y="112776"/>
                </a:lnTo>
                <a:lnTo>
                  <a:pt x="332014" y="112776"/>
                </a:lnTo>
                <a:lnTo>
                  <a:pt x="326136" y="117348"/>
                </a:lnTo>
                <a:lnTo>
                  <a:pt x="326202" y="138874"/>
                </a:lnTo>
                <a:lnTo>
                  <a:pt x="326327" y="150709"/>
                </a:lnTo>
                <a:lnTo>
                  <a:pt x="326778" y="165139"/>
                </a:lnTo>
                <a:lnTo>
                  <a:pt x="326844" y="166116"/>
                </a:lnTo>
                <a:close/>
              </a:path>
              <a:path w="391795" h="411479">
                <a:moveTo>
                  <a:pt x="28955" y="275844"/>
                </a:moveTo>
                <a:lnTo>
                  <a:pt x="27432" y="269748"/>
                </a:lnTo>
                <a:lnTo>
                  <a:pt x="74937" y="245149"/>
                </a:lnTo>
                <a:lnTo>
                  <a:pt x="112585" y="221551"/>
                </a:lnTo>
                <a:lnTo>
                  <a:pt x="140803" y="198810"/>
                </a:lnTo>
                <a:lnTo>
                  <a:pt x="160020" y="176784"/>
                </a:lnTo>
                <a:lnTo>
                  <a:pt x="188976" y="176784"/>
                </a:lnTo>
                <a:lnTo>
                  <a:pt x="184404" y="182880"/>
                </a:lnTo>
                <a:lnTo>
                  <a:pt x="181356" y="187452"/>
                </a:lnTo>
                <a:lnTo>
                  <a:pt x="178308" y="190500"/>
                </a:lnTo>
                <a:lnTo>
                  <a:pt x="184767" y="198120"/>
                </a:lnTo>
                <a:lnTo>
                  <a:pt x="169164" y="198120"/>
                </a:lnTo>
                <a:lnTo>
                  <a:pt x="144899" y="219265"/>
                </a:lnTo>
                <a:lnTo>
                  <a:pt x="113347" y="239268"/>
                </a:lnTo>
                <a:lnTo>
                  <a:pt x="74652" y="258127"/>
                </a:lnTo>
                <a:lnTo>
                  <a:pt x="28955" y="275844"/>
                </a:lnTo>
                <a:close/>
              </a:path>
              <a:path w="391795" h="411479">
                <a:moveTo>
                  <a:pt x="301752" y="187452"/>
                </a:moveTo>
                <a:lnTo>
                  <a:pt x="301752" y="176784"/>
                </a:lnTo>
                <a:lnTo>
                  <a:pt x="327558" y="176784"/>
                </a:lnTo>
                <a:lnTo>
                  <a:pt x="327660" y="178308"/>
                </a:lnTo>
                <a:lnTo>
                  <a:pt x="301752" y="187452"/>
                </a:lnTo>
                <a:close/>
              </a:path>
              <a:path w="391795" h="411479">
                <a:moveTo>
                  <a:pt x="245111" y="248412"/>
                </a:moveTo>
                <a:lnTo>
                  <a:pt x="222504" y="248412"/>
                </a:lnTo>
                <a:lnTo>
                  <a:pt x="253174" y="230886"/>
                </a:lnTo>
                <a:lnTo>
                  <a:pt x="267295" y="222265"/>
                </a:lnTo>
                <a:lnTo>
                  <a:pt x="291869" y="205668"/>
                </a:lnTo>
                <a:lnTo>
                  <a:pt x="301180" y="198691"/>
                </a:lnTo>
                <a:lnTo>
                  <a:pt x="308490" y="192571"/>
                </a:lnTo>
                <a:lnTo>
                  <a:pt x="313944" y="187452"/>
                </a:lnTo>
                <a:lnTo>
                  <a:pt x="338328" y="216408"/>
                </a:lnTo>
                <a:lnTo>
                  <a:pt x="326374" y="218098"/>
                </a:lnTo>
                <a:lnTo>
                  <a:pt x="308991" y="223075"/>
                </a:lnTo>
                <a:lnTo>
                  <a:pt x="286464" y="231195"/>
                </a:lnTo>
                <a:lnTo>
                  <a:pt x="259080" y="242316"/>
                </a:lnTo>
                <a:lnTo>
                  <a:pt x="260729" y="245364"/>
                </a:lnTo>
                <a:lnTo>
                  <a:pt x="251460" y="245364"/>
                </a:lnTo>
                <a:lnTo>
                  <a:pt x="245111" y="248412"/>
                </a:lnTo>
                <a:close/>
              </a:path>
              <a:path w="391795" h="411479">
                <a:moveTo>
                  <a:pt x="19812" y="329184"/>
                </a:moveTo>
                <a:lnTo>
                  <a:pt x="18288" y="324612"/>
                </a:lnTo>
                <a:lnTo>
                  <a:pt x="68032" y="302823"/>
                </a:lnTo>
                <a:lnTo>
                  <a:pt x="112204" y="278320"/>
                </a:lnTo>
                <a:lnTo>
                  <a:pt x="150947" y="250674"/>
                </a:lnTo>
                <a:lnTo>
                  <a:pt x="184404" y="219456"/>
                </a:lnTo>
                <a:lnTo>
                  <a:pt x="180951" y="213764"/>
                </a:lnTo>
                <a:lnTo>
                  <a:pt x="177355" y="208216"/>
                </a:lnTo>
                <a:lnTo>
                  <a:pt x="173474" y="202953"/>
                </a:lnTo>
                <a:lnTo>
                  <a:pt x="169164" y="198120"/>
                </a:lnTo>
                <a:lnTo>
                  <a:pt x="184767" y="198120"/>
                </a:lnTo>
                <a:lnTo>
                  <a:pt x="191428" y="205978"/>
                </a:lnTo>
                <a:lnTo>
                  <a:pt x="203263" y="220599"/>
                </a:lnTo>
                <a:lnTo>
                  <a:pt x="213669" y="234648"/>
                </a:lnTo>
                <a:lnTo>
                  <a:pt x="216634" y="239268"/>
                </a:lnTo>
                <a:lnTo>
                  <a:pt x="193548" y="239268"/>
                </a:lnTo>
                <a:lnTo>
                  <a:pt x="154400" y="270676"/>
                </a:lnTo>
                <a:lnTo>
                  <a:pt x="112394" y="296227"/>
                </a:lnTo>
                <a:lnTo>
                  <a:pt x="67532" y="315777"/>
                </a:lnTo>
                <a:lnTo>
                  <a:pt x="19812" y="329184"/>
                </a:lnTo>
                <a:close/>
              </a:path>
              <a:path w="391795" h="411479">
                <a:moveTo>
                  <a:pt x="1524" y="393192"/>
                </a:moveTo>
                <a:lnTo>
                  <a:pt x="1524" y="387096"/>
                </a:lnTo>
                <a:lnTo>
                  <a:pt x="52023" y="369149"/>
                </a:lnTo>
                <a:lnTo>
                  <a:pt x="97548" y="348130"/>
                </a:lnTo>
                <a:lnTo>
                  <a:pt x="138245" y="323892"/>
                </a:lnTo>
                <a:lnTo>
                  <a:pt x="174323" y="296227"/>
                </a:lnTo>
                <a:lnTo>
                  <a:pt x="205740" y="265176"/>
                </a:lnTo>
                <a:lnTo>
                  <a:pt x="202549" y="256627"/>
                </a:lnTo>
                <a:lnTo>
                  <a:pt x="199644" y="249364"/>
                </a:lnTo>
                <a:lnTo>
                  <a:pt x="196738" y="243530"/>
                </a:lnTo>
                <a:lnTo>
                  <a:pt x="193548" y="239268"/>
                </a:lnTo>
                <a:lnTo>
                  <a:pt x="216634" y="239268"/>
                </a:lnTo>
                <a:lnTo>
                  <a:pt x="222504" y="248412"/>
                </a:lnTo>
                <a:lnTo>
                  <a:pt x="245111" y="248412"/>
                </a:lnTo>
                <a:lnTo>
                  <a:pt x="238696" y="251269"/>
                </a:lnTo>
                <a:lnTo>
                  <a:pt x="232814" y="253722"/>
                </a:lnTo>
                <a:lnTo>
                  <a:pt x="227076" y="256032"/>
                </a:lnTo>
                <a:lnTo>
                  <a:pt x="234791" y="278034"/>
                </a:lnTo>
                <a:lnTo>
                  <a:pt x="237185" y="288036"/>
                </a:lnTo>
                <a:lnTo>
                  <a:pt x="213360" y="288036"/>
                </a:lnTo>
                <a:lnTo>
                  <a:pt x="176406" y="318723"/>
                </a:lnTo>
                <a:lnTo>
                  <a:pt x="136818" y="344801"/>
                </a:lnTo>
                <a:lnTo>
                  <a:pt x="94524" y="366052"/>
                </a:lnTo>
                <a:lnTo>
                  <a:pt x="49450" y="382255"/>
                </a:lnTo>
                <a:lnTo>
                  <a:pt x="1524" y="393192"/>
                </a:lnTo>
                <a:close/>
              </a:path>
              <a:path w="391795" h="411479">
                <a:moveTo>
                  <a:pt x="358140" y="376428"/>
                </a:moveTo>
                <a:lnTo>
                  <a:pt x="316611" y="349186"/>
                </a:lnTo>
                <a:lnTo>
                  <a:pt x="286512" y="318516"/>
                </a:lnTo>
                <a:lnTo>
                  <a:pt x="266128" y="284226"/>
                </a:lnTo>
                <a:lnTo>
                  <a:pt x="251460" y="245364"/>
                </a:lnTo>
                <a:lnTo>
                  <a:pt x="260729" y="245364"/>
                </a:lnTo>
                <a:lnTo>
                  <a:pt x="270224" y="262913"/>
                </a:lnTo>
                <a:lnTo>
                  <a:pt x="283083" y="281368"/>
                </a:lnTo>
                <a:lnTo>
                  <a:pt x="313944" y="312420"/>
                </a:lnTo>
                <a:lnTo>
                  <a:pt x="350520" y="334137"/>
                </a:lnTo>
                <a:lnTo>
                  <a:pt x="391668" y="348996"/>
                </a:lnTo>
                <a:lnTo>
                  <a:pt x="391668" y="353568"/>
                </a:lnTo>
                <a:lnTo>
                  <a:pt x="379356" y="356711"/>
                </a:lnTo>
                <a:lnTo>
                  <a:pt x="369760" y="361569"/>
                </a:lnTo>
                <a:lnTo>
                  <a:pt x="362735" y="368141"/>
                </a:lnTo>
                <a:lnTo>
                  <a:pt x="358140" y="376428"/>
                </a:lnTo>
                <a:close/>
              </a:path>
              <a:path w="391795" h="411479">
                <a:moveTo>
                  <a:pt x="231899" y="370260"/>
                </a:moveTo>
                <a:lnTo>
                  <a:pt x="187999" y="370260"/>
                </a:lnTo>
                <a:lnTo>
                  <a:pt x="196596" y="368808"/>
                </a:lnTo>
                <a:lnTo>
                  <a:pt x="202692" y="367284"/>
                </a:lnTo>
                <a:lnTo>
                  <a:pt x="214598" y="329779"/>
                </a:lnTo>
                <a:lnTo>
                  <a:pt x="214860" y="310324"/>
                </a:lnTo>
                <a:lnTo>
                  <a:pt x="214693" y="301752"/>
                </a:lnTo>
                <a:lnTo>
                  <a:pt x="214241" y="294322"/>
                </a:lnTo>
                <a:lnTo>
                  <a:pt x="213360" y="288036"/>
                </a:lnTo>
                <a:lnTo>
                  <a:pt x="237185" y="288036"/>
                </a:lnTo>
                <a:lnTo>
                  <a:pt x="239649" y="298323"/>
                </a:lnTo>
                <a:lnTo>
                  <a:pt x="241528" y="315777"/>
                </a:lnTo>
                <a:lnTo>
                  <a:pt x="241489" y="320040"/>
                </a:lnTo>
                <a:lnTo>
                  <a:pt x="240792" y="333756"/>
                </a:lnTo>
                <a:lnTo>
                  <a:pt x="238790" y="348996"/>
                </a:lnTo>
                <a:lnTo>
                  <a:pt x="235267" y="362331"/>
                </a:lnTo>
                <a:lnTo>
                  <a:pt x="231899" y="370260"/>
                </a:lnTo>
                <a:close/>
              </a:path>
              <a:path w="391795" h="411479">
                <a:moveTo>
                  <a:pt x="178308" y="411480"/>
                </a:moveTo>
                <a:lnTo>
                  <a:pt x="174069" y="398883"/>
                </a:lnTo>
                <a:lnTo>
                  <a:pt x="163830" y="388429"/>
                </a:lnTo>
                <a:lnTo>
                  <a:pt x="147875" y="379976"/>
                </a:lnTo>
                <a:lnTo>
                  <a:pt x="126492" y="373380"/>
                </a:lnTo>
                <a:lnTo>
                  <a:pt x="126492" y="365760"/>
                </a:lnTo>
                <a:lnTo>
                  <a:pt x="153090" y="368593"/>
                </a:lnTo>
                <a:lnTo>
                  <a:pt x="173545" y="370141"/>
                </a:lnTo>
                <a:lnTo>
                  <a:pt x="231899" y="370260"/>
                </a:lnTo>
                <a:lnTo>
                  <a:pt x="230290" y="374046"/>
                </a:lnTo>
                <a:lnTo>
                  <a:pt x="224028" y="384048"/>
                </a:lnTo>
                <a:lnTo>
                  <a:pt x="216027" y="392620"/>
                </a:lnTo>
                <a:lnTo>
                  <a:pt x="205740" y="400050"/>
                </a:lnTo>
                <a:lnTo>
                  <a:pt x="193167" y="406336"/>
                </a:lnTo>
                <a:lnTo>
                  <a:pt x="178308" y="41148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/>
          <a:lstStyle/>
          <a:p>
            <a:endParaRPr/>
          </a:p>
        </p:txBody>
      </p:sp>
    </p:spTree>
  </p:cSld>
  <p:clrMapOvr>
    <a:masterClrMapping/>
  </p:clrMapOvr>
</p:sld>
</file>

<file path=ppt/slides/slide4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object 2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9555480" y="7229856"/>
            <a:ext cx="202691" cy="146304"/>
          </a:xfrm>
          <a:prstGeom prst="rect">
            <a:avLst/>
          </a:prstGeom>
        </p:spPr>
      </p:pic>
      <p:sp>
        <p:nvSpPr>
          <p:cNvPr id="3" name="object 3"/>
          <p:cNvSpPr/>
          <p:nvPr/>
        </p:nvSpPr>
        <p:spPr>
          <a:xfrm>
            <a:off x="1760219" y="1328927"/>
            <a:ext cx="218440" cy="447040"/>
          </a:xfrm>
          <a:custGeom>
            <a:avLst/>
            <a:gdLst/>
            <a:ahLst/>
            <a:cxnLst/>
            <a:rect l="l" t="t" r="r" b="b"/>
            <a:pathLst>
              <a:path w="218439" h="447039">
                <a:moveTo>
                  <a:pt x="217931" y="446532"/>
                </a:moveTo>
                <a:lnTo>
                  <a:pt x="0" y="446532"/>
                </a:lnTo>
                <a:lnTo>
                  <a:pt x="0" y="400812"/>
                </a:lnTo>
                <a:lnTo>
                  <a:pt x="80771" y="400812"/>
                </a:lnTo>
                <a:lnTo>
                  <a:pt x="80771" y="102108"/>
                </a:lnTo>
                <a:lnTo>
                  <a:pt x="0" y="102108"/>
                </a:lnTo>
                <a:lnTo>
                  <a:pt x="0" y="62484"/>
                </a:lnTo>
                <a:lnTo>
                  <a:pt x="21407" y="61626"/>
                </a:lnTo>
                <a:lnTo>
                  <a:pt x="39814" y="59055"/>
                </a:lnTo>
                <a:lnTo>
                  <a:pt x="77081" y="41362"/>
                </a:lnTo>
                <a:lnTo>
                  <a:pt x="91439" y="0"/>
                </a:lnTo>
                <a:lnTo>
                  <a:pt x="138683" y="0"/>
                </a:lnTo>
                <a:lnTo>
                  <a:pt x="138683" y="400812"/>
                </a:lnTo>
                <a:lnTo>
                  <a:pt x="217931" y="400812"/>
                </a:lnTo>
                <a:lnTo>
                  <a:pt x="217931" y="446532"/>
                </a:lnTo>
                <a:close/>
              </a:path>
            </a:pathLst>
          </a:custGeom>
          <a:solidFill>
            <a:srgbClr val="3333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" name="object 4"/>
          <p:cNvSpPr/>
          <p:nvPr/>
        </p:nvSpPr>
        <p:spPr>
          <a:xfrm>
            <a:off x="2084832" y="1690116"/>
            <a:ext cx="71755" cy="85725"/>
          </a:xfrm>
          <a:custGeom>
            <a:avLst/>
            <a:gdLst/>
            <a:ahLst/>
            <a:cxnLst/>
            <a:rect l="l" t="t" r="r" b="b"/>
            <a:pathLst>
              <a:path w="71755" h="85725">
                <a:moveTo>
                  <a:pt x="71627" y="85343"/>
                </a:moveTo>
                <a:lnTo>
                  <a:pt x="0" y="85343"/>
                </a:lnTo>
                <a:lnTo>
                  <a:pt x="0" y="0"/>
                </a:lnTo>
                <a:lnTo>
                  <a:pt x="71627" y="0"/>
                </a:lnTo>
                <a:lnTo>
                  <a:pt x="71627" y="85343"/>
                </a:lnTo>
                <a:close/>
              </a:path>
            </a:pathLst>
          </a:custGeom>
          <a:solidFill>
            <a:srgbClr val="3333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" name="object 5"/>
          <p:cNvSpPr/>
          <p:nvPr/>
        </p:nvSpPr>
        <p:spPr>
          <a:xfrm>
            <a:off x="2244852" y="1321307"/>
            <a:ext cx="276225" cy="454659"/>
          </a:xfrm>
          <a:custGeom>
            <a:avLst/>
            <a:gdLst/>
            <a:ahLst/>
            <a:cxnLst/>
            <a:rect l="l" t="t" r="r" b="b"/>
            <a:pathLst>
              <a:path w="276225" h="454660">
                <a:moveTo>
                  <a:pt x="275843" y="454151"/>
                </a:moveTo>
                <a:lnTo>
                  <a:pt x="0" y="454151"/>
                </a:lnTo>
                <a:lnTo>
                  <a:pt x="0" y="391667"/>
                </a:lnTo>
                <a:lnTo>
                  <a:pt x="29336" y="364426"/>
                </a:lnTo>
                <a:lnTo>
                  <a:pt x="43291" y="351162"/>
                </a:lnTo>
                <a:lnTo>
                  <a:pt x="56387" y="338327"/>
                </a:lnTo>
                <a:lnTo>
                  <a:pt x="69842" y="325493"/>
                </a:lnTo>
                <a:lnTo>
                  <a:pt x="82867" y="312229"/>
                </a:lnTo>
                <a:lnTo>
                  <a:pt x="131349" y="258079"/>
                </a:lnTo>
                <a:lnTo>
                  <a:pt x="165639" y="213407"/>
                </a:lnTo>
                <a:lnTo>
                  <a:pt x="185666" y="177903"/>
                </a:lnTo>
                <a:lnTo>
                  <a:pt x="196595" y="124967"/>
                </a:lnTo>
                <a:lnTo>
                  <a:pt x="196072" y="116109"/>
                </a:lnTo>
                <a:lnTo>
                  <a:pt x="178927" y="74961"/>
                </a:lnTo>
                <a:lnTo>
                  <a:pt x="142470" y="54387"/>
                </a:lnTo>
                <a:lnTo>
                  <a:pt x="120395" y="51815"/>
                </a:lnTo>
                <a:lnTo>
                  <a:pt x="112371" y="52077"/>
                </a:lnTo>
                <a:lnTo>
                  <a:pt x="71627" y="59626"/>
                </a:lnTo>
                <a:lnTo>
                  <a:pt x="24383" y="82295"/>
                </a:lnTo>
                <a:lnTo>
                  <a:pt x="18287" y="86867"/>
                </a:lnTo>
                <a:lnTo>
                  <a:pt x="13715" y="89915"/>
                </a:lnTo>
                <a:lnTo>
                  <a:pt x="10667" y="89915"/>
                </a:lnTo>
                <a:lnTo>
                  <a:pt x="10667" y="25908"/>
                </a:lnTo>
                <a:lnTo>
                  <a:pt x="60960" y="9143"/>
                </a:lnTo>
                <a:lnTo>
                  <a:pt x="109823" y="571"/>
                </a:lnTo>
                <a:lnTo>
                  <a:pt x="124967" y="0"/>
                </a:lnTo>
                <a:lnTo>
                  <a:pt x="154138" y="2024"/>
                </a:lnTo>
                <a:lnTo>
                  <a:pt x="202763" y="18645"/>
                </a:lnTo>
                <a:lnTo>
                  <a:pt x="237624" y="51196"/>
                </a:lnTo>
                <a:lnTo>
                  <a:pt x="255293" y="95678"/>
                </a:lnTo>
                <a:lnTo>
                  <a:pt x="257555" y="121919"/>
                </a:lnTo>
                <a:lnTo>
                  <a:pt x="257032" y="135112"/>
                </a:lnTo>
                <a:lnTo>
                  <a:pt x="247769" y="181832"/>
                </a:lnTo>
                <a:lnTo>
                  <a:pt x="228695" y="221218"/>
                </a:lnTo>
                <a:lnTo>
                  <a:pt x="191071" y="268986"/>
                </a:lnTo>
                <a:lnTo>
                  <a:pt x="159472" y="303156"/>
                </a:lnTo>
                <a:lnTo>
                  <a:pt x="128087" y="334541"/>
                </a:lnTo>
                <a:lnTo>
                  <a:pt x="111251" y="350519"/>
                </a:lnTo>
                <a:lnTo>
                  <a:pt x="94964" y="366569"/>
                </a:lnTo>
                <a:lnTo>
                  <a:pt x="67532" y="392953"/>
                </a:lnTo>
                <a:lnTo>
                  <a:pt x="56387" y="403859"/>
                </a:lnTo>
                <a:lnTo>
                  <a:pt x="275843" y="403859"/>
                </a:lnTo>
                <a:lnTo>
                  <a:pt x="275843" y="454151"/>
                </a:lnTo>
                <a:close/>
              </a:path>
            </a:pathLst>
          </a:custGeom>
          <a:solidFill>
            <a:srgbClr val="3333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" name="object 6"/>
          <p:cNvSpPr/>
          <p:nvPr/>
        </p:nvSpPr>
        <p:spPr>
          <a:xfrm>
            <a:off x="2773679" y="1299971"/>
            <a:ext cx="553720" cy="504825"/>
          </a:xfrm>
          <a:custGeom>
            <a:avLst/>
            <a:gdLst/>
            <a:ahLst/>
            <a:cxnLst/>
            <a:rect l="l" t="t" r="r" b="b"/>
            <a:pathLst>
              <a:path w="553720" h="504825">
                <a:moveTo>
                  <a:pt x="53339" y="54864"/>
                </a:moveTo>
                <a:lnTo>
                  <a:pt x="30480" y="33528"/>
                </a:lnTo>
                <a:lnTo>
                  <a:pt x="432816" y="33528"/>
                </a:lnTo>
                <a:lnTo>
                  <a:pt x="466344" y="0"/>
                </a:lnTo>
                <a:lnTo>
                  <a:pt x="515112" y="47244"/>
                </a:lnTo>
                <a:lnTo>
                  <a:pt x="109728" y="47244"/>
                </a:lnTo>
                <a:lnTo>
                  <a:pt x="94916" y="47791"/>
                </a:lnTo>
                <a:lnTo>
                  <a:pt x="80390" y="49339"/>
                </a:lnTo>
                <a:lnTo>
                  <a:pt x="66436" y="51744"/>
                </a:lnTo>
                <a:lnTo>
                  <a:pt x="53339" y="54864"/>
                </a:lnTo>
                <a:close/>
              </a:path>
              <a:path w="553720" h="504825">
                <a:moveTo>
                  <a:pt x="243839" y="219456"/>
                </a:moveTo>
                <a:lnTo>
                  <a:pt x="210312" y="219456"/>
                </a:lnTo>
                <a:lnTo>
                  <a:pt x="234695" y="47244"/>
                </a:lnTo>
                <a:lnTo>
                  <a:pt x="269747" y="47244"/>
                </a:lnTo>
                <a:lnTo>
                  <a:pt x="243839" y="219456"/>
                </a:lnTo>
                <a:close/>
              </a:path>
              <a:path w="553720" h="504825">
                <a:moveTo>
                  <a:pt x="79247" y="240792"/>
                </a:moveTo>
                <a:lnTo>
                  <a:pt x="57911" y="219456"/>
                </a:lnTo>
                <a:lnTo>
                  <a:pt x="387096" y="219456"/>
                </a:lnTo>
                <a:lnTo>
                  <a:pt x="409956" y="193548"/>
                </a:lnTo>
                <a:lnTo>
                  <a:pt x="448056" y="224028"/>
                </a:lnTo>
                <a:lnTo>
                  <a:pt x="434478" y="234696"/>
                </a:lnTo>
                <a:lnTo>
                  <a:pt x="137159" y="234696"/>
                </a:lnTo>
                <a:lnTo>
                  <a:pt x="121467" y="235005"/>
                </a:lnTo>
                <a:lnTo>
                  <a:pt x="106489" y="236029"/>
                </a:lnTo>
                <a:lnTo>
                  <a:pt x="92368" y="237910"/>
                </a:lnTo>
                <a:lnTo>
                  <a:pt x="79247" y="240792"/>
                </a:lnTo>
                <a:close/>
              </a:path>
              <a:path w="553720" h="504825">
                <a:moveTo>
                  <a:pt x="204215" y="483108"/>
                </a:moveTo>
                <a:lnTo>
                  <a:pt x="170688" y="483108"/>
                </a:lnTo>
                <a:lnTo>
                  <a:pt x="208788" y="234696"/>
                </a:lnTo>
                <a:lnTo>
                  <a:pt x="242315" y="234696"/>
                </a:lnTo>
                <a:lnTo>
                  <a:pt x="204215" y="483108"/>
                </a:lnTo>
                <a:close/>
              </a:path>
              <a:path w="553720" h="504825">
                <a:moveTo>
                  <a:pt x="416052" y="483108"/>
                </a:moveTo>
                <a:lnTo>
                  <a:pt x="382524" y="483108"/>
                </a:lnTo>
                <a:lnTo>
                  <a:pt x="393192" y="234696"/>
                </a:lnTo>
                <a:lnTo>
                  <a:pt x="434478" y="234696"/>
                </a:lnTo>
                <a:lnTo>
                  <a:pt x="426720" y="240792"/>
                </a:lnTo>
                <a:lnTo>
                  <a:pt x="416052" y="483108"/>
                </a:lnTo>
                <a:close/>
              </a:path>
              <a:path w="553720" h="504825">
                <a:moveTo>
                  <a:pt x="21335" y="504444"/>
                </a:moveTo>
                <a:lnTo>
                  <a:pt x="0" y="483108"/>
                </a:lnTo>
                <a:lnTo>
                  <a:pt x="461772" y="483108"/>
                </a:lnTo>
                <a:lnTo>
                  <a:pt x="499872" y="445008"/>
                </a:lnTo>
                <a:lnTo>
                  <a:pt x="553212" y="496824"/>
                </a:lnTo>
                <a:lnTo>
                  <a:pt x="79247" y="496824"/>
                </a:lnTo>
                <a:lnTo>
                  <a:pt x="63769" y="497371"/>
                </a:lnTo>
                <a:lnTo>
                  <a:pt x="49148" y="498919"/>
                </a:lnTo>
                <a:lnTo>
                  <a:pt x="35099" y="501324"/>
                </a:lnTo>
                <a:lnTo>
                  <a:pt x="21335" y="504444"/>
                </a:lnTo>
                <a:close/>
              </a:path>
            </a:pathLst>
          </a:custGeom>
          <a:solidFill>
            <a:srgbClr val="3333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" name="object 7"/>
          <p:cNvSpPr/>
          <p:nvPr/>
        </p:nvSpPr>
        <p:spPr>
          <a:xfrm>
            <a:off x="3377184" y="1271016"/>
            <a:ext cx="562610" cy="567055"/>
          </a:xfrm>
          <a:custGeom>
            <a:avLst/>
            <a:gdLst/>
            <a:ahLst/>
            <a:cxnLst/>
            <a:rect l="l" t="t" r="r" b="b"/>
            <a:pathLst>
              <a:path w="562610" h="567055">
                <a:moveTo>
                  <a:pt x="1524" y="310896"/>
                </a:moveTo>
                <a:lnTo>
                  <a:pt x="0" y="301752"/>
                </a:lnTo>
                <a:lnTo>
                  <a:pt x="49172" y="274081"/>
                </a:lnTo>
                <a:lnTo>
                  <a:pt x="93916" y="241554"/>
                </a:lnTo>
                <a:lnTo>
                  <a:pt x="134373" y="204454"/>
                </a:lnTo>
                <a:lnTo>
                  <a:pt x="170688" y="163067"/>
                </a:lnTo>
                <a:lnTo>
                  <a:pt x="202120" y="119372"/>
                </a:lnTo>
                <a:lnTo>
                  <a:pt x="227838" y="77533"/>
                </a:lnTo>
                <a:lnTo>
                  <a:pt x="247840" y="37695"/>
                </a:lnTo>
                <a:lnTo>
                  <a:pt x="262128" y="0"/>
                </a:lnTo>
                <a:lnTo>
                  <a:pt x="312420" y="28956"/>
                </a:lnTo>
                <a:lnTo>
                  <a:pt x="291084" y="42671"/>
                </a:lnTo>
                <a:lnTo>
                  <a:pt x="302074" y="57912"/>
                </a:lnTo>
                <a:lnTo>
                  <a:pt x="284988" y="57912"/>
                </a:lnTo>
                <a:lnTo>
                  <a:pt x="256365" y="102727"/>
                </a:lnTo>
                <a:lnTo>
                  <a:pt x="227457" y="143256"/>
                </a:lnTo>
                <a:lnTo>
                  <a:pt x="197977" y="179212"/>
                </a:lnTo>
                <a:lnTo>
                  <a:pt x="167640" y="210312"/>
                </a:lnTo>
                <a:lnTo>
                  <a:pt x="133326" y="238029"/>
                </a:lnTo>
                <a:lnTo>
                  <a:pt x="94297" y="264033"/>
                </a:lnTo>
                <a:lnTo>
                  <a:pt x="50411" y="288321"/>
                </a:lnTo>
                <a:lnTo>
                  <a:pt x="1524" y="310896"/>
                </a:lnTo>
                <a:close/>
              </a:path>
              <a:path w="562610" h="567055">
                <a:moveTo>
                  <a:pt x="507492" y="289559"/>
                </a:moveTo>
                <a:lnTo>
                  <a:pt x="472344" y="269271"/>
                </a:lnTo>
                <a:lnTo>
                  <a:pt x="440055" y="247269"/>
                </a:lnTo>
                <a:lnTo>
                  <a:pt x="384048" y="198119"/>
                </a:lnTo>
                <a:lnTo>
                  <a:pt x="334518" y="136588"/>
                </a:lnTo>
                <a:lnTo>
                  <a:pt x="309895" y="99321"/>
                </a:lnTo>
                <a:lnTo>
                  <a:pt x="284988" y="57912"/>
                </a:lnTo>
                <a:lnTo>
                  <a:pt x="302074" y="57912"/>
                </a:lnTo>
                <a:lnTo>
                  <a:pt x="324278" y="88701"/>
                </a:lnTo>
                <a:lnTo>
                  <a:pt x="357759" y="128587"/>
                </a:lnTo>
                <a:lnTo>
                  <a:pt x="391810" y="162472"/>
                </a:lnTo>
                <a:lnTo>
                  <a:pt x="426720" y="190500"/>
                </a:lnTo>
                <a:lnTo>
                  <a:pt x="461629" y="212193"/>
                </a:lnTo>
                <a:lnTo>
                  <a:pt x="529161" y="241292"/>
                </a:lnTo>
                <a:lnTo>
                  <a:pt x="562356" y="248412"/>
                </a:lnTo>
                <a:lnTo>
                  <a:pt x="562356" y="257556"/>
                </a:lnTo>
                <a:lnTo>
                  <a:pt x="544353" y="260413"/>
                </a:lnTo>
                <a:lnTo>
                  <a:pt x="529209" y="266700"/>
                </a:lnTo>
                <a:lnTo>
                  <a:pt x="516921" y="276415"/>
                </a:lnTo>
                <a:lnTo>
                  <a:pt x="507492" y="289559"/>
                </a:lnTo>
                <a:close/>
              </a:path>
              <a:path w="562610" h="567055">
                <a:moveTo>
                  <a:pt x="260604" y="566928"/>
                </a:moveTo>
                <a:lnTo>
                  <a:pt x="261485" y="522612"/>
                </a:lnTo>
                <a:lnTo>
                  <a:pt x="261937" y="485584"/>
                </a:lnTo>
                <a:lnTo>
                  <a:pt x="261980" y="477821"/>
                </a:lnTo>
                <a:lnTo>
                  <a:pt x="262069" y="247269"/>
                </a:lnTo>
                <a:lnTo>
                  <a:pt x="261946" y="229171"/>
                </a:lnTo>
                <a:lnTo>
                  <a:pt x="261513" y="202691"/>
                </a:lnTo>
                <a:lnTo>
                  <a:pt x="261396" y="198119"/>
                </a:lnTo>
                <a:lnTo>
                  <a:pt x="260604" y="172212"/>
                </a:lnTo>
                <a:lnTo>
                  <a:pt x="318516" y="202691"/>
                </a:lnTo>
                <a:lnTo>
                  <a:pt x="298704" y="217932"/>
                </a:lnTo>
                <a:lnTo>
                  <a:pt x="298751" y="477821"/>
                </a:lnTo>
                <a:lnTo>
                  <a:pt x="299085" y="498729"/>
                </a:lnTo>
                <a:lnTo>
                  <a:pt x="299989" y="520207"/>
                </a:lnTo>
                <a:lnTo>
                  <a:pt x="301752" y="542544"/>
                </a:lnTo>
                <a:lnTo>
                  <a:pt x="260604" y="566928"/>
                </a:lnTo>
                <a:close/>
              </a:path>
            </a:pathLst>
          </a:custGeom>
          <a:solidFill>
            <a:srgbClr val="3333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4000500" y="1275587"/>
            <a:ext cx="548640" cy="562610"/>
          </a:xfrm>
          <a:custGeom>
            <a:avLst/>
            <a:gdLst/>
            <a:ahLst/>
            <a:cxnLst/>
            <a:rect l="l" t="t" r="r" b="b"/>
            <a:pathLst>
              <a:path w="548639" h="562610">
                <a:moveTo>
                  <a:pt x="16764" y="562356"/>
                </a:moveTo>
                <a:lnTo>
                  <a:pt x="12192" y="554736"/>
                </a:lnTo>
                <a:lnTo>
                  <a:pt x="41886" y="538210"/>
                </a:lnTo>
                <a:lnTo>
                  <a:pt x="69151" y="520827"/>
                </a:lnTo>
                <a:lnTo>
                  <a:pt x="115824" y="484632"/>
                </a:lnTo>
                <a:lnTo>
                  <a:pt x="153543" y="448056"/>
                </a:lnTo>
                <a:lnTo>
                  <a:pt x="184404" y="411480"/>
                </a:lnTo>
                <a:lnTo>
                  <a:pt x="228600" y="454152"/>
                </a:lnTo>
                <a:lnTo>
                  <a:pt x="214884" y="457842"/>
                </a:lnTo>
                <a:lnTo>
                  <a:pt x="196596" y="466534"/>
                </a:lnTo>
                <a:lnTo>
                  <a:pt x="173736" y="480083"/>
                </a:lnTo>
                <a:lnTo>
                  <a:pt x="146304" y="498348"/>
                </a:lnTo>
                <a:lnTo>
                  <a:pt x="115133" y="516921"/>
                </a:lnTo>
                <a:lnTo>
                  <a:pt x="83248" y="533781"/>
                </a:lnTo>
                <a:lnTo>
                  <a:pt x="50506" y="548925"/>
                </a:lnTo>
                <a:lnTo>
                  <a:pt x="16764" y="562356"/>
                </a:lnTo>
                <a:close/>
              </a:path>
              <a:path w="548639" h="562610">
                <a:moveTo>
                  <a:pt x="478536" y="557784"/>
                </a:moveTo>
                <a:lnTo>
                  <a:pt x="477012" y="557784"/>
                </a:lnTo>
                <a:lnTo>
                  <a:pt x="470201" y="555498"/>
                </a:lnTo>
                <a:lnTo>
                  <a:pt x="461391" y="548640"/>
                </a:lnTo>
                <a:lnTo>
                  <a:pt x="450865" y="537210"/>
                </a:lnTo>
                <a:lnTo>
                  <a:pt x="438912" y="521208"/>
                </a:lnTo>
                <a:lnTo>
                  <a:pt x="418028" y="497205"/>
                </a:lnTo>
                <a:lnTo>
                  <a:pt x="391858" y="473202"/>
                </a:lnTo>
                <a:lnTo>
                  <a:pt x="360259" y="449199"/>
                </a:lnTo>
                <a:lnTo>
                  <a:pt x="323088" y="425196"/>
                </a:lnTo>
                <a:lnTo>
                  <a:pt x="329184" y="416052"/>
                </a:lnTo>
                <a:lnTo>
                  <a:pt x="389143" y="443436"/>
                </a:lnTo>
                <a:lnTo>
                  <a:pt x="433959" y="465963"/>
                </a:lnTo>
                <a:lnTo>
                  <a:pt x="477012" y="495300"/>
                </a:lnTo>
                <a:lnTo>
                  <a:pt x="489204" y="528828"/>
                </a:lnTo>
                <a:lnTo>
                  <a:pt x="489204" y="536448"/>
                </a:lnTo>
                <a:lnTo>
                  <a:pt x="487680" y="544068"/>
                </a:lnTo>
                <a:lnTo>
                  <a:pt x="484632" y="548640"/>
                </a:lnTo>
                <a:lnTo>
                  <a:pt x="481584" y="554736"/>
                </a:lnTo>
                <a:lnTo>
                  <a:pt x="478536" y="557784"/>
                </a:lnTo>
                <a:close/>
              </a:path>
              <a:path w="548639" h="562610">
                <a:moveTo>
                  <a:pt x="230124" y="117348"/>
                </a:moveTo>
                <a:lnTo>
                  <a:pt x="199644" y="117348"/>
                </a:lnTo>
                <a:lnTo>
                  <a:pt x="199644" y="59436"/>
                </a:lnTo>
                <a:lnTo>
                  <a:pt x="199402" y="45719"/>
                </a:lnTo>
                <a:lnTo>
                  <a:pt x="199293" y="42672"/>
                </a:lnTo>
                <a:lnTo>
                  <a:pt x="198691" y="29718"/>
                </a:lnTo>
                <a:lnTo>
                  <a:pt x="197650" y="14001"/>
                </a:lnTo>
                <a:lnTo>
                  <a:pt x="196596" y="0"/>
                </a:lnTo>
                <a:lnTo>
                  <a:pt x="246888" y="25908"/>
                </a:lnTo>
                <a:lnTo>
                  <a:pt x="230124" y="42672"/>
                </a:lnTo>
                <a:lnTo>
                  <a:pt x="230124" y="117348"/>
                </a:lnTo>
                <a:close/>
              </a:path>
              <a:path w="548639" h="562610">
                <a:moveTo>
                  <a:pt x="333756" y="117348"/>
                </a:moveTo>
                <a:lnTo>
                  <a:pt x="301752" y="117348"/>
                </a:lnTo>
                <a:lnTo>
                  <a:pt x="301716" y="42672"/>
                </a:lnTo>
                <a:lnTo>
                  <a:pt x="301574" y="29718"/>
                </a:lnTo>
                <a:lnTo>
                  <a:pt x="301478" y="25908"/>
                </a:lnTo>
                <a:lnTo>
                  <a:pt x="301109" y="14001"/>
                </a:lnTo>
                <a:lnTo>
                  <a:pt x="300228" y="0"/>
                </a:lnTo>
                <a:lnTo>
                  <a:pt x="352044" y="25908"/>
                </a:lnTo>
                <a:lnTo>
                  <a:pt x="333756" y="45719"/>
                </a:lnTo>
                <a:lnTo>
                  <a:pt x="333756" y="117348"/>
                </a:lnTo>
                <a:close/>
              </a:path>
              <a:path w="548639" h="562610">
                <a:moveTo>
                  <a:pt x="454429" y="117348"/>
                </a:moveTo>
                <a:lnTo>
                  <a:pt x="405384" y="117348"/>
                </a:lnTo>
                <a:lnTo>
                  <a:pt x="426720" y="92964"/>
                </a:lnTo>
                <a:lnTo>
                  <a:pt x="454429" y="117348"/>
                </a:lnTo>
                <a:close/>
              </a:path>
              <a:path w="548639" h="562610">
                <a:moveTo>
                  <a:pt x="124968" y="385572"/>
                </a:moveTo>
                <a:lnTo>
                  <a:pt x="94488" y="385572"/>
                </a:lnTo>
                <a:lnTo>
                  <a:pt x="94488" y="202692"/>
                </a:lnTo>
                <a:lnTo>
                  <a:pt x="94226" y="179022"/>
                </a:lnTo>
                <a:lnTo>
                  <a:pt x="93535" y="153924"/>
                </a:lnTo>
                <a:lnTo>
                  <a:pt x="92510" y="126492"/>
                </a:lnTo>
                <a:lnTo>
                  <a:pt x="91440" y="100584"/>
                </a:lnTo>
                <a:lnTo>
                  <a:pt x="124968" y="117348"/>
                </a:lnTo>
                <a:lnTo>
                  <a:pt x="454429" y="117348"/>
                </a:lnTo>
                <a:lnTo>
                  <a:pt x="464820" y="126492"/>
                </a:lnTo>
                <a:lnTo>
                  <a:pt x="457504" y="131064"/>
                </a:lnTo>
                <a:lnTo>
                  <a:pt x="124968" y="131064"/>
                </a:lnTo>
                <a:lnTo>
                  <a:pt x="124968" y="243840"/>
                </a:lnTo>
                <a:lnTo>
                  <a:pt x="440436" y="243840"/>
                </a:lnTo>
                <a:lnTo>
                  <a:pt x="440436" y="259080"/>
                </a:lnTo>
                <a:lnTo>
                  <a:pt x="124968" y="259080"/>
                </a:lnTo>
                <a:lnTo>
                  <a:pt x="124968" y="385572"/>
                </a:lnTo>
                <a:close/>
              </a:path>
              <a:path w="548639" h="562610">
                <a:moveTo>
                  <a:pt x="230124" y="243840"/>
                </a:moveTo>
                <a:lnTo>
                  <a:pt x="199644" y="243840"/>
                </a:lnTo>
                <a:lnTo>
                  <a:pt x="199644" y="131064"/>
                </a:lnTo>
                <a:lnTo>
                  <a:pt x="230124" y="131064"/>
                </a:lnTo>
                <a:lnTo>
                  <a:pt x="230124" y="243840"/>
                </a:lnTo>
                <a:close/>
              </a:path>
              <a:path w="548639" h="562610">
                <a:moveTo>
                  <a:pt x="333756" y="243840"/>
                </a:moveTo>
                <a:lnTo>
                  <a:pt x="301752" y="243840"/>
                </a:lnTo>
                <a:lnTo>
                  <a:pt x="301752" y="131064"/>
                </a:lnTo>
                <a:lnTo>
                  <a:pt x="333756" y="131064"/>
                </a:lnTo>
                <a:lnTo>
                  <a:pt x="333756" y="243840"/>
                </a:lnTo>
                <a:close/>
              </a:path>
              <a:path w="548639" h="562610">
                <a:moveTo>
                  <a:pt x="440436" y="243840"/>
                </a:moveTo>
                <a:lnTo>
                  <a:pt x="409956" y="243840"/>
                </a:lnTo>
                <a:lnTo>
                  <a:pt x="409956" y="131064"/>
                </a:lnTo>
                <a:lnTo>
                  <a:pt x="457504" y="131064"/>
                </a:lnTo>
                <a:lnTo>
                  <a:pt x="440436" y="141732"/>
                </a:lnTo>
                <a:lnTo>
                  <a:pt x="440436" y="243840"/>
                </a:lnTo>
                <a:close/>
              </a:path>
              <a:path w="548639" h="562610">
                <a:moveTo>
                  <a:pt x="230124" y="385572"/>
                </a:moveTo>
                <a:lnTo>
                  <a:pt x="199644" y="385572"/>
                </a:lnTo>
                <a:lnTo>
                  <a:pt x="199644" y="259080"/>
                </a:lnTo>
                <a:lnTo>
                  <a:pt x="230124" y="259080"/>
                </a:lnTo>
                <a:lnTo>
                  <a:pt x="230124" y="385572"/>
                </a:lnTo>
                <a:close/>
              </a:path>
              <a:path w="548639" h="562610">
                <a:moveTo>
                  <a:pt x="333756" y="385572"/>
                </a:moveTo>
                <a:lnTo>
                  <a:pt x="301752" y="385572"/>
                </a:lnTo>
                <a:lnTo>
                  <a:pt x="301752" y="259080"/>
                </a:lnTo>
                <a:lnTo>
                  <a:pt x="333756" y="259080"/>
                </a:lnTo>
                <a:lnTo>
                  <a:pt x="333756" y="385572"/>
                </a:lnTo>
                <a:close/>
              </a:path>
              <a:path w="548639" h="562610">
                <a:moveTo>
                  <a:pt x="440436" y="385572"/>
                </a:moveTo>
                <a:lnTo>
                  <a:pt x="409956" y="385572"/>
                </a:lnTo>
                <a:lnTo>
                  <a:pt x="409956" y="259080"/>
                </a:lnTo>
                <a:lnTo>
                  <a:pt x="440436" y="259080"/>
                </a:lnTo>
                <a:lnTo>
                  <a:pt x="440436" y="385572"/>
                </a:lnTo>
                <a:close/>
              </a:path>
              <a:path w="548639" h="562610">
                <a:moveTo>
                  <a:pt x="22860" y="406908"/>
                </a:moveTo>
                <a:lnTo>
                  <a:pt x="0" y="385572"/>
                </a:lnTo>
                <a:lnTo>
                  <a:pt x="461772" y="385572"/>
                </a:lnTo>
                <a:lnTo>
                  <a:pt x="498348" y="348996"/>
                </a:lnTo>
                <a:lnTo>
                  <a:pt x="548640" y="399288"/>
                </a:lnTo>
                <a:lnTo>
                  <a:pt x="79248" y="399288"/>
                </a:lnTo>
                <a:lnTo>
                  <a:pt x="64436" y="399835"/>
                </a:lnTo>
                <a:lnTo>
                  <a:pt x="49911" y="401383"/>
                </a:lnTo>
                <a:lnTo>
                  <a:pt x="35956" y="403788"/>
                </a:lnTo>
                <a:lnTo>
                  <a:pt x="22860" y="406908"/>
                </a:lnTo>
                <a:close/>
              </a:path>
            </a:pathLst>
          </a:custGeom>
          <a:solidFill>
            <a:srgbClr val="3333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4620767" y="1275588"/>
            <a:ext cx="528955" cy="536575"/>
          </a:xfrm>
          <a:custGeom>
            <a:avLst/>
            <a:gdLst/>
            <a:ahLst/>
            <a:cxnLst/>
            <a:rect l="l" t="t" r="r" b="b"/>
            <a:pathLst>
              <a:path w="528954" h="536575">
                <a:moveTo>
                  <a:pt x="486729" y="303276"/>
                </a:moveTo>
                <a:lnTo>
                  <a:pt x="441960" y="303276"/>
                </a:lnTo>
                <a:lnTo>
                  <a:pt x="448841" y="300656"/>
                </a:lnTo>
                <a:lnTo>
                  <a:pt x="453580" y="294894"/>
                </a:lnTo>
                <a:lnTo>
                  <a:pt x="456318" y="285702"/>
                </a:lnTo>
                <a:lnTo>
                  <a:pt x="457134" y="273748"/>
                </a:lnTo>
                <a:lnTo>
                  <a:pt x="457200" y="74676"/>
                </a:lnTo>
                <a:lnTo>
                  <a:pt x="456938" y="58078"/>
                </a:lnTo>
                <a:lnTo>
                  <a:pt x="456247" y="40195"/>
                </a:lnTo>
                <a:lnTo>
                  <a:pt x="455271" y="20883"/>
                </a:lnTo>
                <a:lnTo>
                  <a:pt x="454152" y="0"/>
                </a:lnTo>
                <a:lnTo>
                  <a:pt x="504444" y="24384"/>
                </a:lnTo>
                <a:lnTo>
                  <a:pt x="487680" y="41147"/>
                </a:lnTo>
                <a:lnTo>
                  <a:pt x="487680" y="286512"/>
                </a:lnTo>
                <a:lnTo>
                  <a:pt x="486729" y="303276"/>
                </a:lnTo>
                <a:close/>
              </a:path>
              <a:path w="528954" h="536575">
                <a:moveTo>
                  <a:pt x="45720" y="64008"/>
                </a:moveTo>
                <a:lnTo>
                  <a:pt x="25908" y="45720"/>
                </a:lnTo>
                <a:lnTo>
                  <a:pt x="243840" y="45720"/>
                </a:lnTo>
                <a:lnTo>
                  <a:pt x="272796" y="16764"/>
                </a:lnTo>
                <a:lnTo>
                  <a:pt x="315468" y="59435"/>
                </a:lnTo>
                <a:lnTo>
                  <a:pt x="74676" y="59435"/>
                </a:lnTo>
                <a:lnTo>
                  <a:pt x="45720" y="64008"/>
                </a:lnTo>
                <a:close/>
              </a:path>
              <a:path w="528954" h="536575">
                <a:moveTo>
                  <a:pt x="137160" y="160020"/>
                </a:moveTo>
                <a:lnTo>
                  <a:pt x="105156" y="160020"/>
                </a:lnTo>
                <a:lnTo>
                  <a:pt x="105156" y="59435"/>
                </a:lnTo>
                <a:lnTo>
                  <a:pt x="137160" y="59435"/>
                </a:lnTo>
                <a:lnTo>
                  <a:pt x="137160" y="160020"/>
                </a:lnTo>
                <a:close/>
              </a:path>
              <a:path w="528954" h="536575">
                <a:moveTo>
                  <a:pt x="237744" y="160020"/>
                </a:moveTo>
                <a:lnTo>
                  <a:pt x="205740" y="160020"/>
                </a:lnTo>
                <a:lnTo>
                  <a:pt x="205740" y="59435"/>
                </a:lnTo>
                <a:lnTo>
                  <a:pt x="237744" y="59435"/>
                </a:lnTo>
                <a:lnTo>
                  <a:pt x="237744" y="160020"/>
                </a:lnTo>
                <a:close/>
              </a:path>
              <a:path w="528954" h="536575">
                <a:moveTo>
                  <a:pt x="356616" y="259080"/>
                </a:moveTo>
                <a:lnTo>
                  <a:pt x="358711" y="204406"/>
                </a:lnTo>
                <a:lnTo>
                  <a:pt x="359664" y="150876"/>
                </a:lnTo>
                <a:lnTo>
                  <a:pt x="359402" y="125444"/>
                </a:lnTo>
                <a:lnTo>
                  <a:pt x="358711" y="101727"/>
                </a:lnTo>
                <a:lnTo>
                  <a:pt x="357708" y="79247"/>
                </a:lnTo>
                <a:lnTo>
                  <a:pt x="356616" y="59435"/>
                </a:lnTo>
                <a:lnTo>
                  <a:pt x="406908" y="79247"/>
                </a:lnTo>
                <a:lnTo>
                  <a:pt x="390144" y="96012"/>
                </a:lnTo>
                <a:lnTo>
                  <a:pt x="390144" y="246888"/>
                </a:lnTo>
                <a:lnTo>
                  <a:pt x="356616" y="259080"/>
                </a:lnTo>
                <a:close/>
              </a:path>
              <a:path w="528954" h="536575">
                <a:moveTo>
                  <a:pt x="24384" y="181356"/>
                </a:moveTo>
                <a:lnTo>
                  <a:pt x="3048" y="160020"/>
                </a:lnTo>
                <a:lnTo>
                  <a:pt x="263652" y="160020"/>
                </a:lnTo>
                <a:lnTo>
                  <a:pt x="294132" y="129540"/>
                </a:lnTo>
                <a:lnTo>
                  <a:pt x="339852" y="175259"/>
                </a:lnTo>
                <a:lnTo>
                  <a:pt x="80772" y="175259"/>
                </a:lnTo>
                <a:lnTo>
                  <a:pt x="65960" y="175569"/>
                </a:lnTo>
                <a:lnTo>
                  <a:pt x="51435" y="176593"/>
                </a:lnTo>
                <a:lnTo>
                  <a:pt x="37480" y="178474"/>
                </a:lnTo>
                <a:lnTo>
                  <a:pt x="24384" y="181356"/>
                </a:lnTo>
                <a:close/>
              </a:path>
              <a:path w="528954" h="536575">
                <a:moveTo>
                  <a:pt x="4572" y="370332"/>
                </a:moveTo>
                <a:lnTo>
                  <a:pt x="0" y="364236"/>
                </a:lnTo>
                <a:lnTo>
                  <a:pt x="35661" y="332585"/>
                </a:lnTo>
                <a:lnTo>
                  <a:pt x="64008" y="297935"/>
                </a:lnTo>
                <a:lnTo>
                  <a:pt x="85039" y="260213"/>
                </a:lnTo>
                <a:lnTo>
                  <a:pt x="98755" y="219346"/>
                </a:lnTo>
                <a:lnTo>
                  <a:pt x="105156" y="175259"/>
                </a:lnTo>
                <a:lnTo>
                  <a:pt x="137160" y="175259"/>
                </a:lnTo>
                <a:lnTo>
                  <a:pt x="130393" y="223345"/>
                </a:lnTo>
                <a:lnTo>
                  <a:pt x="113751" y="266968"/>
                </a:lnTo>
                <a:lnTo>
                  <a:pt x="87233" y="306055"/>
                </a:lnTo>
                <a:lnTo>
                  <a:pt x="50840" y="340534"/>
                </a:lnTo>
                <a:lnTo>
                  <a:pt x="4572" y="370332"/>
                </a:lnTo>
                <a:close/>
              </a:path>
              <a:path w="528954" h="536575">
                <a:moveTo>
                  <a:pt x="204216" y="339852"/>
                </a:moveTo>
                <a:lnTo>
                  <a:pt x="205464" y="294894"/>
                </a:lnTo>
                <a:lnTo>
                  <a:pt x="205740" y="175259"/>
                </a:lnTo>
                <a:lnTo>
                  <a:pt x="237744" y="175259"/>
                </a:lnTo>
                <a:lnTo>
                  <a:pt x="237767" y="273748"/>
                </a:lnTo>
                <a:lnTo>
                  <a:pt x="239268" y="320040"/>
                </a:lnTo>
                <a:lnTo>
                  <a:pt x="204216" y="339852"/>
                </a:lnTo>
                <a:close/>
              </a:path>
              <a:path w="528954" h="536575">
                <a:moveTo>
                  <a:pt x="437388" y="353568"/>
                </a:moveTo>
                <a:lnTo>
                  <a:pt x="431958" y="340447"/>
                </a:lnTo>
                <a:lnTo>
                  <a:pt x="417957" y="328612"/>
                </a:lnTo>
                <a:lnTo>
                  <a:pt x="395382" y="318206"/>
                </a:lnTo>
                <a:lnTo>
                  <a:pt x="364236" y="309372"/>
                </a:lnTo>
                <a:lnTo>
                  <a:pt x="364236" y="297180"/>
                </a:lnTo>
                <a:lnTo>
                  <a:pt x="392239" y="300061"/>
                </a:lnTo>
                <a:lnTo>
                  <a:pt x="414528" y="301942"/>
                </a:lnTo>
                <a:lnTo>
                  <a:pt x="431101" y="302966"/>
                </a:lnTo>
                <a:lnTo>
                  <a:pt x="441960" y="303276"/>
                </a:lnTo>
                <a:lnTo>
                  <a:pt x="486729" y="303276"/>
                </a:lnTo>
                <a:lnTo>
                  <a:pt x="486465" y="307919"/>
                </a:lnTo>
                <a:lnTo>
                  <a:pt x="477964" y="326326"/>
                </a:lnTo>
                <a:lnTo>
                  <a:pt x="461748" y="341590"/>
                </a:lnTo>
                <a:lnTo>
                  <a:pt x="437388" y="353568"/>
                </a:lnTo>
                <a:close/>
              </a:path>
              <a:path w="528954" h="536575">
                <a:moveTo>
                  <a:pt x="280416" y="402336"/>
                </a:moveTo>
                <a:lnTo>
                  <a:pt x="246888" y="402336"/>
                </a:lnTo>
                <a:lnTo>
                  <a:pt x="246626" y="383738"/>
                </a:lnTo>
                <a:lnTo>
                  <a:pt x="245926" y="364236"/>
                </a:lnTo>
                <a:lnTo>
                  <a:pt x="244726" y="339852"/>
                </a:lnTo>
                <a:lnTo>
                  <a:pt x="243840" y="323088"/>
                </a:lnTo>
                <a:lnTo>
                  <a:pt x="301752" y="347472"/>
                </a:lnTo>
                <a:lnTo>
                  <a:pt x="280416" y="364236"/>
                </a:lnTo>
                <a:lnTo>
                  <a:pt x="280416" y="402336"/>
                </a:lnTo>
                <a:close/>
              </a:path>
              <a:path w="528954" h="536575">
                <a:moveTo>
                  <a:pt x="91440" y="423672"/>
                </a:moveTo>
                <a:lnTo>
                  <a:pt x="70104" y="402336"/>
                </a:lnTo>
                <a:lnTo>
                  <a:pt x="393192" y="402336"/>
                </a:lnTo>
                <a:lnTo>
                  <a:pt x="426720" y="368808"/>
                </a:lnTo>
                <a:lnTo>
                  <a:pt x="473964" y="416052"/>
                </a:lnTo>
                <a:lnTo>
                  <a:pt x="147828" y="416052"/>
                </a:lnTo>
                <a:lnTo>
                  <a:pt x="133016" y="416599"/>
                </a:lnTo>
                <a:lnTo>
                  <a:pt x="118491" y="418147"/>
                </a:lnTo>
                <a:lnTo>
                  <a:pt x="104536" y="420552"/>
                </a:lnTo>
                <a:lnTo>
                  <a:pt x="91440" y="423672"/>
                </a:lnTo>
                <a:close/>
              </a:path>
              <a:path w="528954" h="536575">
                <a:moveTo>
                  <a:pt x="280416" y="515112"/>
                </a:moveTo>
                <a:lnTo>
                  <a:pt x="246888" y="515112"/>
                </a:lnTo>
                <a:lnTo>
                  <a:pt x="246888" y="416052"/>
                </a:lnTo>
                <a:lnTo>
                  <a:pt x="280416" y="416052"/>
                </a:lnTo>
                <a:lnTo>
                  <a:pt x="280416" y="515112"/>
                </a:lnTo>
                <a:close/>
              </a:path>
              <a:path w="528954" h="536575">
                <a:moveTo>
                  <a:pt x="21336" y="536448"/>
                </a:moveTo>
                <a:lnTo>
                  <a:pt x="0" y="515112"/>
                </a:lnTo>
                <a:lnTo>
                  <a:pt x="437388" y="515112"/>
                </a:lnTo>
                <a:lnTo>
                  <a:pt x="475488" y="475488"/>
                </a:lnTo>
                <a:lnTo>
                  <a:pt x="528828" y="528828"/>
                </a:lnTo>
                <a:lnTo>
                  <a:pt x="79248" y="528828"/>
                </a:lnTo>
                <a:lnTo>
                  <a:pt x="63769" y="529375"/>
                </a:lnTo>
                <a:lnTo>
                  <a:pt x="49149" y="530923"/>
                </a:lnTo>
                <a:lnTo>
                  <a:pt x="35099" y="533328"/>
                </a:lnTo>
                <a:lnTo>
                  <a:pt x="21336" y="536448"/>
                </a:lnTo>
                <a:close/>
              </a:path>
            </a:pathLst>
          </a:custGeom>
          <a:solidFill>
            <a:srgbClr val="3333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5283707" y="1280160"/>
            <a:ext cx="448309" cy="548640"/>
          </a:xfrm>
          <a:custGeom>
            <a:avLst/>
            <a:gdLst/>
            <a:ahLst/>
            <a:cxnLst/>
            <a:rect l="l" t="t" r="r" b="b"/>
            <a:pathLst>
              <a:path w="448310" h="548639">
                <a:moveTo>
                  <a:pt x="103632" y="117348"/>
                </a:moveTo>
                <a:lnTo>
                  <a:pt x="100584" y="117348"/>
                </a:lnTo>
                <a:lnTo>
                  <a:pt x="96273" y="115943"/>
                </a:lnTo>
                <a:lnTo>
                  <a:pt x="92392" y="111823"/>
                </a:lnTo>
                <a:lnTo>
                  <a:pt x="88796" y="105132"/>
                </a:lnTo>
                <a:lnTo>
                  <a:pt x="85344" y="96012"/>
                </a:lnTo>
                <a:lnTo>
                  <a:pt x="78176" y="76581"/>
                </a:lnTo>
                <a:lnTo>
                  <a:pt x="68008" y="54864"/>
                </a:lnTo>
                <a:lnTo>
                  <a:pt x="54697" y="30861"/>
                </a:lnTo>
                <a:lnTo>
                  <a:pt x="38100" y="4572"/>
                </a:lnTo>
                <a:lnTo>
                  <a:pt x="45720" y="0"/>
                </a:lnTo>
                <a:lnTo>
                  <a:pt x="85534" y="24384"/>
                </a:lnTo>
                <a:lnTo>
                  <a:pt x="115323" y="53030"/>
                </a:lnTo>
                <a:lnTo>
                  <a:pt x="124968" y="74676"/>
                </a:lnTo>
                <a:lnTo>
                  <a:pt x="124365" y="80700"/>
                </a:lnTo>
                <a:lnTo>
                  <a:pt x="122491" y="87249"/>
                </a:lnTo>
                <a:lnTo>
                  <a:pt x="119181" y="94392"/>
                </a:lnTo>
                <a:lnTo>
                  <a:pt x="114300" y="102108"/>
                </a:lnTo>
                <a:lnTo>
                  <a:pt x="108204" y="112776"/>
                </a:lnTo>
                <a:lnTo>
                  <a:pt x="103632" y="117348"/>
                </a:lnTo>
                <a:close/>
              </a:path>
              <a:path w="448310" h="548639">
                <a:moveTo>
                  <a:pt x="201168" y="83820"/>
                </a:moveTo>
                <a:lnTo>
                  <a:pt x="179831" y="62484"/>
                </a:lnTo>
                <a:lnTo>
                  <a:pt x="387096" y="62484"/>
                </a:lnTo>
                <a:lnTo>
                  <a:pt x="406908" y="33528"/>
                </a:lnTo>
                <a:lnTo>
                  <a:pt x="448056" y="67056"/>
                </a:lnTo>
                <a:lnTo>
                  <a:pt x="437505" y="76200"/>
                </a:lnTo>
                <a:lnTo>
                  <a:pt x="259080" y="76200"/>
                </a:lnTo>
                <a:lnTo>
                  <a:pt x="243387" y="76747"/>
                </a:lnTo>
                <a:lnTo>
                  <a:pt x="228409" y="78295"/>
                </a:lnTo>
                <a:lnTo>
                  <a:pt x="214288" y="80700"/>
                </a:lnTo>
                <a:lnTo>
                  <a:pt x="201168" y="83820"/>
                </a:lnTo>
                <a:close/>
              </a:path>
              <a:path w="448310" h="548639">
                <a:moveTo>
                  <a:pt x="423940" y="486156"/>
                </a:moveTo>
                <a:lnTo>
                  <a:pt x="364236" y="486156"/>
                </a:lnTo>
                <a:lnTo>
                  <a:pt x="375356" y="485846"/>
                </a:lnTo>
                <a:lnTo>
                  <a:pt x="383476" y="482536"/>
                </a:lnTo>
                <a:lnTo>
                  <a:pt x="388453" y="476083"/>
                </a:lnTo>
                <a:lnTo>
                  <a:pt x="390144" y="466344"/>
                </a:lnTo>
                <a:lnTo>
                  <a:pt x="390144" y="76200"/>
                </a:lnTo>
                <a:lnTo>
                  <a:pt x="437505" y="76200"/>
                </a:lnTo>
                <a:lnTo>
                  <a:pt x="425196" y="86868"/>
                </a:lnTo>
                <a:lnTo>
                  <a:pt x="425196" y="473964"/>
                </a:lnTo>
                <a:lnTo>
                  <a:pt x="423940" y="486156"/>
                </a:lnTo>
                <a:close/>
              </a:path>
              <a:path w="448310" h="548639">
                <a:moveTo>
                  <a:pt x="0" y="548640"/>
                </a:moveTo>
                <a:lnTo>
                  <a:pt x="1039" y="498276"/>
                </a:lnTo>
                <a:lnTo>
                  <a:pt x="1731" y="459955"/>
                </a:lnTo>
                <a:lnTo>
                  <a:pt x="2414" y="411041"/>
                </a:lnTo>
                <a:lnTo>
                  <a:pt x="2822" y="365379"/>
                </a:lnTo>
                <a:lnTo>
                  <a:pt x="3011" y="295656"/>
                </a:lnTo>
                <a:lnTo>
                  <a:pt x="2786" y="239077"/>
                </a:lnTo>
                <a:lnTo>
                  <a:pt x="2104" y="184404"/>
                </a:lnTo>
                <a:lnTo>
                  <a:pt x="1119" y="138493"/>
                </a:lnTo>
                <a:lnTo>
                  <a:pt x="0" y="103632"/>
                </a:lnTo>
                <a:lnTo>
                  <a:pt x="59436" y="137160"/>
                </a:lnTo>
                <a:lnTo>
                  <a:pt x="38100" y="150876"/>
                </a:lnTo>
                <a:lnTo>
                  <a:pt x="38100" y="531876"/>
                </a:lnTo>
                <a:lnTo>
                  <a:pt x="0" y="548640"/>
                </a:lnTo>
                <a:close/>
              </a:path>
              <a:path w="448310" h="548639">
                <a:moveTo>
                  <a:pt x="330226" y="208788"/>
                </a:moveTo>
                <a:lnTo>
                  <a:pt x="277368" y="208788"/>
                </a:lnTo>
                <a:lnTo>
                  <a:pt x="294131" y="181356"/>
                </a:lnTo>
                <a:lnTo>
                  <a:pt x="330226" y="208788"/>
                </a:lnTo>
                <a:close/>
              </a:path>
              <a:path w="448310" h="548639">
                <a:moveTo>
                  <a:pt x="112776" y="423671"/>
                </a:moveTo>
                <a:lnTo>
                  <a:pt x="113657" y="389096"/>
                </a:lnTo>
                <a:lnTo>
                  <a:pt x="114109" y="356235"/>
                </a:lnTo>
                <a:lnTo>
                  <a:pt x="114205" y="338328"/>
                </a:lnTo>
                <a:lnTo>
                  <a:pt x="114276" y="267985"/>
                </a:lnTo>
                <a:lnTo>
                  <a:pt x="114094" y="239077"/>
                </a:lnTo>
                <a:lnTo>
                  <a:pt x="113657" y="212074"/>
                </a:lnTo>
                <a:lnTo>
                  <a:pt x="112776" y="184404"/>
                </a:lnTo>
                <a:lnTo>
                  <a:pt x="147828" y="208788"/>
                </a:lnTo>
                <a:lnTo>
                  <a:pt x="330226" y="208788"/>
                </a:lnTo>
                <a:lnTo>
                  <a:pt x="332232" y="210312"/>
                </a:lnTo>
                <a:lnTo>
                  <a:pt x="318931" y="222504"/>
                </a:lnTo>
                <a:lnTo>
                  <a:pt x="147828" y="222504"/>
                </a:lnTo>
                <a:lnTo>
                  <a:pt x="147828" y="364236"/>
                </a:lnTo>
                <a:lnTo>
                  <a:pt x="314121" y="364236"/>
                </a:lnTo>
                <a:lnTo>
                  <a:pt x="314134" y="365379"/>
                </a:lnTo>
                <a:lnTo>
                  <a:pt x="314484" y="377952"/>
                </a:lnTo>
                <a:lnTo>
                  <a:pt x="147828" y="377952"/>
                </a:lnTo>
                <a:lnTo>
                  <a:pt x="147828" y="409956"/>
                </a:lnTo>
                <a:lnTo>
                  <a:pt x="112776" y="423671"/>
                </a:lnTo>
                <a:close/>
              </a:path>
              <a:path w="448310" h="548639">
                <a:moveTo>
                  <a:pt x="314121" y="364236"/>
                </a:moveTo>
                <a:lnTo>
                  <a:pt x="280416" y="364236"/>
                </a:lnTo>
                <a:lnTo>
                  <a:pt x="280416" y="222504"/>
                </a:lnTo>
                <a:lnTo>
                  <a:pt x="318931" y="222504"/>
                </a:lnTo>
                <a:lnTo>
                  <a:pt x="313943" y="227076"/>
                </a:lnTo>
                <a:lnTo>
                  <a:pt x="314064" y="359273"/>
                </a:lnTo>
                <a:lnTo>
                  <a:pt x="314121" y="364236"/>
                </a:lnTo>
                <a:close/>
              </a:path>
              <a:path w="448310" h="548639">
                <a:moveTo>
                  <a:pt x="280416" y="414528"/>
                </a:moveTo>
                <a:lnTo>
                  <a:pt x="280416" y="377952"/>
                </a:lnTo>
                <a:lnTo>
                  <a:pt x="314484" y="377952"/>
                </a:lnTo>
                <a:lnTo>
                  <a:pt x="314586" y="381619"/>
                </a:lnTo>
                <a:lnTo>
                  <a:pt x="315467" y="399288"/>
                </a:lnTo>
                <a:lnTo>
                  <a:pt x="280416" y="414528"/>
                </a:lnTo>
                <a:close/>
              </a:path>
              <a:path w="448310" h="548639">
                <a:moveTo>
                  <a:pt x="365760" y="548640"/>
                </a:moveTo>
                <a:lnTo>
                  <a:pt x="360640" y="528613"/>
                </a:lnTo>
                <a:lnTo>
                  <a:pt x="345376" y="511873"/>
                </a:lnTo>
                <a:lnTo>
                  <a:pt x="320111" y="498276"/>
                </a:lnTo>
                <a:lnTo>
                  <a:pt x="284988" y="487680"/>
                </a:lnTo>
                <a:lnTo>
                  <a:pt x="284988" y="478536"/>
                </a:lnTo>
                <a:lnTo>
                  <a:pt x="364236" y="486156"/>
                </a:lnTo>
                <a:lnTo>
                  <a:pt x="423940" y="486156"/>
                </a:lnTo>
                <a:lnTo>
                  <a:pt x="422338" y="501705"/>
                </a:lnTo>
                <a:lnTo>
                  <a:pt x="411480" y="523303"/>
                </a:lnTo>
                <a:lnTo>
                  <a:pt x="392620" y="538900"/>
                </a:lnTo>
                <a:lnTo>
                  <a:pt x="365760" y="548640"/>
                </a:lnTo>
                <a:close/>
              </a:path>
            </a:pathLst>
          </a:custGeom>
          <a:solidFill>
            <a:srgbClr val="3333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5826251" y="1289303"/>
            <a:ext cx="558165" cy="541020"/>
          </a:xfrm>
          <a:custGeom>
            <a:avLst/>
            <a:gdLst/>
            <a:ahLst/>
            <a:cxnLst/>
            <a:rect l="l" t="t" r="r" b="b"/>
            <a:pathLst>
              <a:path w="558164" h="541019">
                <a:moveTo>
                  <a:pt x="300228" y="50292"/>
                </a:moveTo>
                <a:lnTo>
                  <a:pt x="277368" y="28956"/>
                </a:lnTo>
                <a:lnTo>
                  <a:pt x="486156" y="28956"/>
                </a:lnTo>
                <a:lnTo>
                  <a:pt x="515112" y="0"/>
                </a:lnTo>
                <a:lnTo>
                  <a:pt x="553212" y="44196"/>
                </a:lnTo>
                <a:lnTo>
                  <a:pt x="356616" y="44196"/>
                </a:lnTo>
                <a:lnTo>
                  <a:pt x="341804" y="44505"/>
                </a:lnTo>
                <a:lnTo>
                  <a:pt x="327279" y="45529"/>
                </a:lnTo>
                <a:lnTo>
                  <a:pt x="313324" y="47410"/>
                </a:lnTo>
                <a:lnTo>
                  <a:pt x="300228" y="50292"/>
                </a:lnTo>
                <a:close/>
              </a:path>
              <a:path w="558164" h="541019">
                <a:moveTo>
                  <a:pt x="260924" y="27432"/>
                </a:moveTo>
                <a:lnTo>
                  <a:pt x="213360" y="27432"/>
                </a:lnTo>
                <a:lnTo>
                  <a:pt x="230124" y="3048"/>
                </a:lnTo>
                <a:lnTo>
                  <a:pt x="260924" y="27432"/>
                </a:lnTo>
                <a:close/>
              </a:path>
              <a:path w="558164" h="541019">
                <a:moveTo>
                  <a:pt x="71628" y="233172"/>
                </a:moveTo>
                <a:lnTo>
                  <a:pt x="73723" y="176974"/>
                </a:lnTo>
                <a:lnTo>
                  <a:pt x="74544" y="132588"/>
                </a:lnTo>
                <a:lnTo>
                  <a:pt x="74628" y="88201"/>
                </a:lnTo>
                <a:lnTo>
                  <a:pt x="74295" y="60198"/>
                </a:lnTo>
                <a:lnTo>
                  <a:pt x="73390" y="33337"/>
                </a:lnTo>
                <a:lnTo>
                  <a:pt x="71628" y="7620"/>
                </a:lnTo>
                <a:lnTo>
                  <a:pt x="105156" y="27432"/>
                </a:lnTo>
                <a:lnTo>
                  <a:pt x="260924" y="27432"/>
                </a:lnTo>
                <a:lnTo>
                  <a:pt x="266699" y="32004"/>
                </a:lnTo>
                <a:lnTo>
                  <a:pt x="255524" y="41148"/>
                </a:lnTo>
                <a:lnTo>
                  <a:pt x="105156" y="41148"/>
                </a:lnTo>
                <a:lnTo>
                  <a:pt x="105156" y="111252"/>
                </a:lnTo>
                <a:lnTo>
                  <a:pt x="250012" y="111252"/>
                </a:lnTo>
                <a:lnTo>
                  <a:pt x="250063" y="124968"/>
                </a:lnTo>
                <a:lnTo>
                  <a:pt x="105156" y="124968"/>
                </a:lnTo>
                <a:lnTo>
                  <a:pt x="105156" y="192024"/>
                </a:lnTo>
                <a:lnTo>
                  <a:pt x="250910" y="192024"/>
                </a:lnTo>
                <a:lnTo>
                  <a:pt x="251290" y="205740"/>
                </a:lnTo>
                <a:lnTo>
                  <a:pt x="105156" y="205740"/>
                </a:lnTo>
                <a:lnTo>
                  <a:pt x="105156" y="220979"/>
                </a:lnTo>
                <a:lnTo>
                  <a:pt x="71628" y="233172"/>
                </a:lnTo>
                <a:close/>
              </a:path>
              <a:path w="558164" h="541019">
                <a:moveTo>
                  <a:pt x="250012" y="111252"/>
                </a:moveTo>
                <a:lnTo>
                  <a:pt x="217932" y="111252"/>
                </a:lnTo>
                <a:lnTo>
                  <a:pt x="217932" y="41148"/>
                </a:lnTo>
                <a:lnTo>
                  <a:pt x="255524" y="41148"/>
                </a:lnTo>
                <a:lnTo>
                  <a:pt x="249936" y="45720"/>
                </a:lnTo>
                <a:lnTo>
                  <a:pt x="250012" y="111252"/>
                </a:lnTo>
                <a:close/>
              </a:path>
              <a:path w="558164" h="541019">
                <a:moveTo>
                  <a:pt x="385572" y="112776"/>
                </a:moveTo>
                <a:lnTo>
                  <a:pt x="373380" y="112776"/>
                </a:lnTo>
                <a:lnTo>
                  <a:pt x="377642" y="95416"/>
                </a:lnTo>
                <a:lnTo>
                  <a:pt x="381190" y="77914"/>
                </a:lnTo>
                <a:lnTo>
                  <a:pt x="383881" y="60698"/>
                </a:lnTo>
                <a:lnTo>
                  <a:pt x="385572" y="44196"/>
                </a:lnTo>
                <a:lnTo>
                  <a:pt x="426719" y="44196"/>
                </a:lnTo>
                <a:lnTo>
                  <a:pt x="420719" y="53625"/>
                </a:lnTo>
                <a:lnTo>
                  <a:pt x="411861" y="68199"/>
                </a:lnTo>
                <a:lnTo>
                  <a:pt x="400145" y="87915"/>
                </a:lnTo>
                <a:lnTo>
                  <a:pt x="385572" y="112776"/>
                </a:lnTo>
                <a:close/>
              </a:path>
              <a:path w="558164" h="541019">
                <a:moveTo>
                  <a:pt x="522642" y="112776"/>
                </a:moveTo>
                <a:lnTo>
                  <a:pt x="477012" y="112776"/>
                </a:lnTo>
                <a:lnTo>
                  <a:pt x="493776" y="91440"/>
                </a:lnTo>
                <a:lnTo>
                  <a:pt x="522642" y="112776"/>
                </a:lnTo>
                <a:close/>
              </a:path>
              <a:path w="558164" h="541019">
                <a:moveTo>
                  <a:pt x="309372" y="345948"/>
                </a:moveTo>
                <a:lnTo>
                  <a:pt x="310253" y="319373"/>
                </a:lnTo>
                <a:lnTo>
                  <a:pt x="310705" y="289941"/>
                </a:lnTo>
                <a:lnTo>
                  <a:pt x="310821" y="176974"/>
                </a:lnTo>
                <a:lnTo>
                  <a:pt x="310705" y="153924"/>
                </a:lnTo>
                <a:lnTo>
                  <a:pt x="310253" y="123063"/>
                </a:lnTo>
                <a:lnTo>
                  <a:pt x="309372" y="94488"/>
                </a:lnTo>
                <a:lnTo>
                  <a:pt x="342900" y="112776"/>
                </a:lnTo>
                <a:lnTo>
                  <a:pt x="522642" y="112776"/>
                </a:lnTo>
                <a:lnTo>
                  <a:pt x="528828" y="117348"/>
                </a:lnTo>
                <a:lnTo>
                  <a:pt x="517093" y="128016"/>
                </a:lnTo>
                <a:lnTo>
                  <a:pt x="342900" y="128016"/>
                </a:lnTo>
                <a:lnTo>
                  <a:pt x="342900" y="326136"/>
                </a:lnTo>
                <a:lnTo>
                  <a:pt x="309372" y="345948"/>
                </a:lnTo>
                <a:close/>
              </a:path>
              <a:path w="558164" h="541019">
                <a:moveTo>
                  <a:pt x="250910" y="192024"/>
                </a:moveTo>
                <a:lnTo>
                  <a:pt x="217932" y="192024"/>
                </a:lnTo>
                <a:lnTo>
                  <a:pt x="217932" y="124968"/>
                </a:lnTo>
                <a:lnTo>
                  <a:pt x="250063" y="124968"/>
                </a:lnTo>
                <a:lnTo>
                  <a:pt x="250126" y="141922"/>
                </a:lnTo>
                <a:lnTo>
                  <a:pt x="250578" y="180093"/>
                </a:lnTo>
                <a:lnTo>
                  <a:pt x="250910" y="192024"/>
                </a:lnTo>
                <a:close/>
              </a:path>
              <a:path w="558164" h="541019">
                <a:moveTo>
                  <a:pt x="481584" y="338328"/>
                </a:moveTo>
                <a:lnTo>
                  <a:pt x="481584" y="128016"/>
                </a:lnTo>
                <a:lnTo>
                  <a:pt x="517093" y="128016"/>
                </a:lnTo>
                <a:lnTo>
                  <a:pt x="512064" y="132588"/>
                </a:lnTo>
                <a:lnTo>
                  <a:pt x="512185" y="252293"/>
                </a:lnTo>
                <a:lnTo>
                  <a:pt x="512347" y="259079"/>
                </a:lnTo>
                <a:lnTo>
                  <a:pt x="513119" y="277296"/>
                </a:lnTo>
                <a:lnTo>
                  <a:pt x="514036" y="297179"/>
                </a:lnTo>
                <a:lnTo>
                  <a:pt x="515112" y="321564"/>
                </a:lnTo>
                <a:lnTo>
                  <a:pt x="481584" y="338328"/>
                </a:lnTo>
                <a:close/>
              </a:path>
              <a:path w="558164" h="541019">
                <a:moveTo>
                  <a:pt x="263651" y="477011"/>
                </a:moveTo>
                <a:lnTo>
                  <a:pt x="259080" y="469392"/>
                </a:lnTo>
                <a:lnTo>
                  <a:pt x="291917" y="449937"/>
                </a:lnTo>
                <a:lnTo>
                  <a:pt x="319468" y="430339"/>
                </a:lnTo>
                <a:lnTo>
                  <a:pt x="358140" y="390144"/>
                </a:lnTo>
                <a:lnTo>
                  <a:pt x="379666" y="345757"/>
                </a:lnTo>
                <a:lnTo>
                  <a:pt x="388601" y="291274"/>
                </a:lnTo>
                <a:lnTo>
                  <a:pt x="391033" y="233172"/>
                </a:lnTo>
                <a:lnTo>
                  <a:pt x="390977" y="197643"/>
                </a:lnTo>
                <a:lnTo>
                  <a:pt x="390144" y="163068"/>
                </a:lnTo>
                <a:lnTo>
                  <a:pt x="443484" y="188976"/>
                </a:lnTo>
                <a:lnTo>
                  <a:pt x="423672" y="205740"/>
                </a:lnTo>
                <a:lnTo>
                  <a:pt x="423052" y="252293"/>
                </a:lnTo>
                <a:lnTo>
                  <a:pt x="421005" y="291274"/>
                </a:lnTo>
                <a:lnTo>
                  <a:pt x="411480" y="345948"/>
                </a:lnTo>
                <a:lnTo>
                  <a:pt x="394335" y="384238"/>
                </a:lnTo>
                <a:lnTo>
                  <a:pt x="365760" y="419100"/>
                </a:lnTo>
                <a:lnTo>
                  <a:pt x="322707" y="450342"/>
                </a:lnTo>
                <a:lnTo>
                  <a:pt x="295036" y="464105"/>
                </a:lnTo>
                <a:lnTo>
                  <a:pt x="263651" y="477011"/>
                </a:lnTo>
                <a:close/>
              </a:path>
              <a:path w="558164" h="541019">
                <a:moveTo>
                  <a:pt x="217932" y="228600"/>
                </a:moveTo>
                <a:lnTo>
                  <a:pt x="217932" y="205740"/>
                </a:lnTo>
                <a:lnTo>
                  <a:pt x="251290" y="205740"/>
                </a:lnTo>
                <a:lnTo>
                  <a:pt x="251460" y="211836"/>
                </a:lnTo>
                <a:lnTo>
                  <a:pt x="217932" y="228600"/>
                </a:lnTo>
                <a:close/>
              </a:path>
              <a:path w="558164" h="541019">
                <a:moveTo>
                  <a:pt x="41148" y="280416"/>
                </a:moveTo>
                <a:lnTo>
                  <a:pt x="19812" y="259079"/>
                </a:lnTo>
                <a:lnTo>
                  <a:pt x="230124" y="259079"/>
                </a:lnTo>
                <a:lnTo>
                  <a:pt x="259080" y="230124"/>
                </a:lnTo>
                <a:lnTo>
                  <a:pt x="297180" y="272796"/>
                </a:lnTo>
                <a:lnTo>
                  <a:pt x="99060" y="272796"/>
                </a:lnTo>
                <a:lnTo>
                  <a:pt x="83581" y="273343"/>
                </a:lnTo>
                <a:lnTo>
                  <a:pt x="68961" y="274891"/>
                </a:lnTo>
                <a:lnTo>
                  <a:pt x="54911" y="277296"/>
                </a:lnTo>
                <a:lnTo>
                  <a:pt x="41148" y="280416"/>
                </a:lnTo>
                <a:close/>
              </a:path>
              <a:path w="558164" h="541019">
                <a:moveTo>
                  <a:pt x="179832" y="455676"/>
                </a:moveTo>
                <a:lnTo>
                  <a:pt x="149352" y="455676"/>
                </a:lnTo>
                <a:lnTo>
                  <a:pt x="149352" y="272796"/>
                </a:lnTo>
                <a:lnTo>
                  <a:pt x="179832" y="272796"/>
                </a:lnTo>
                <a:lnTo>
                  <a:pt x="179832" y="356616"/>
                </a:lnTo>
                <a:lnTo>
                  <a:pt x="274489" y="356616"/>
                </a:lnTo>
                <a:lnTo>
                  <a:pt x="288036" y="371856"/>
                </a:lnTo>
                <a:lnTo>
                  <a:pt x="179832" y="371856"/>
                </a:lnTo>
                <a:lnTo>
                  <a:pt x="179832" y="455676"/>
                </a:lnTo>
                <a:close/>
              </a:path>
              <a:path w="558164" h="541019">
                <a:moveTo>
                  <a:pt x="7620" y="541020"/>
                </a:moveTo>
                <a:lnTo>
                  <a:pt x="0" y="536448"/>
                </a:lnTo>
                <a:lnTo>
                  <a:pt x="13977" y="510159"/>
                </a:lnTo>
                <a:lnTo>
                  <a:pt x="26098" y="481584"/>
                </a:lnTo>
                <a:lnTo>
                  <a:pt x="44196" y="417576"/>
                </a:lnTo>
                <a:lnTo>
                  <a:pt x="56769" y="353949"/>
                </a:lnTo>
                <a:lnTo>
                  <a:pt x="62484" y="297179"/>
                </a:lnTo>
                <a:lnTo>
                  <a:pt x="111252" y="321564"/>
                </a:lnTo>
                <a:lnTo>
                  <a:pt x="101798" y="328707"/>
                </a:lnTo>
                <a:lnTo>
                  <a:pt x="93916" y="343281"/>
                </a:lnTo>
                <a:lnTo>
                  <a:pt x="87463" y="365283"/>
                </a:lnTo>
                <a:lnTo>
                  <a:pt x="82296" y="394716"/>
                </a:lnTo>
                <a:lnTo>
                  <a:pt x="94868" y="409956"/>
                </a:lnTo>
                <a:lnTo>
                  <a:pt x="77724" y="409956"/>
                </a:lnTo>
                <a:lnTo>
                  <a:pt x="62201" y="450723"/>
                </a:lnTo>
                <a:lnTo>
                  <a:pt x="45529" y="485775"/>
                </a:lnTo>
                <a:lnTo>
                  <a:pt x="27360" y="515826"/>
                </a:lnTo>
                <a:lnTo>
                  <a:pt x="7620" y="541020"/>
                </a:lnTo>
                <a:close/>
              </a:path>
              <a:path w="558164" h="541019">
                <a:moveTo>
                  <a:pt x="274489" y="356616"/>
                </a:moveTo>
                <a:lnTo>
                  <a:pt x="225552" y="356616"/>
                </a:lnTo>
                <a:lnTo>
                  <a:pt x="251460" y="330708"/>
                </a:lnTo>
                <a:lnTo>
                  <a:pt x="274489" y="356616"/>
                </a:lnTo>
                <a:close/>
              </a:path>
              <a:path w="558164" h="541019">
                <a:moveTo>
                  <a:pt x="522732" y="460248"/>
                </a:moveTo>
                <a:lnTo>
                  <a:pt x="519684" y="460248"/>
                </a:lnTo>
                <a:lnTo>
                  <a:pt x="516850" y="458795"/>
                </a:lnTo>
                <a:lnTo>
                  <a:pt x="513016" y="454342"/>
                </a:lnTo>
                <a:lnTo>
                  <a:pt x="508325" y="446746"/>
                </a:lnTo>
                <a:lnTo>
                  <a:pt x="502919" y="435864"/>
                </a:lnTo>
                <a:lnTo>
                  <a:pt x="490680" y="418457"/>
                </a:lnTo>
                <a:lnTo>
                  <a:pt x="472440" y="398335"/>
                </a:lnTo>
                <a:lnTo>
                  <a:pt x="448484" y="375642"/>
                </a:lnTo>
                <a:lnTo>
                  <a:pt x="419100" y="350520"/>
                </a:lnTo>
                <a:lnTo>
                  <a:pt x="423672" y="342900"/>
                </a:lnTo>
                <a:lnTo>
                  <a:pt x="465129" y="362664"/>
                </a:lnTo>
                <a:lnTo>
                  <a:pt x="516040" y="391334"/>
                </a:lnTo>
                <a:lnTo>
                  <a:pt x="533400" y="417576"/>
                </a:lnTo>
                <a:lnTo>
                  <a:pt x="533285" y="430339"/>
                </a:lnTo>
                <a:lnTo>
                  <a:pt x="531876" y="437387"/>
                </a:lnTo>
                <a:lnTo>
                  <a:pt x="525780" y="455676"/>
                </a:lnTo>
                <a:lnTo>
                  <a:pt x="522732" y="460248"/>
                </a:lnTo>
                <a:close/>
              </a:path>
              <a:path w="558164" h="541019">
                <a:moveTo>
                  <a:pt x="436510" y="524621"/>
                </a:moveTo>
                <a:lnTo>
                  <a:pt x="372514" y="523890"/>
                </a:lnTo>
                <a:lnTo>
                  <a:pt x="319930" y="522061"/>
                </a:lnTo>
                <a:lnTo>
                  <a:pt x="278611" y="519135"/>
                </a:lnTo>
                <a:lnTo>
                  <a:pt x="219241" y="508825"/>
                </a:lnTo>
                <a:lnTo>
                  <a:pt x="170616" y="492823"/>
                </a:lnTo>
                <a:lnTo>
                  <a:pt x="133230" y="470820"/>
                </a:lnTo>
                <a:lnTo>
                  <a:pt x="96226" y="434244"/>
                </a:lnTo>
                <a:lnTo>
                  <a:pt x="77724" y="409956"/>
                </a:lnTo>
                <a:lnTo>
                  <a:pt x="94868" y="409956"/>
                </a:lnTo>
                <a:lnTo>
                  <a:pt x="95988" y="411313"/>
                </a:lnTo>
                <a:lnTo>
                  <a:pt x="111823" y="426910"/>
                </a:lnTo>
                <a:lnTo>
                  <a:pt x="129659" y="441650"/>
                </a:lnTo>
                <a:lnTo>
                  <a:pt x="149352" y="455676"/>
                </a:lnTo>
                <a:lnTo>
                  <a:pt x="179832" y="455676"/>
                </a:lnTo>
                <a:lnTo>
                  <a:pt x="179832" y="464820"/>
                </a:lnTo>
                <a:lnTo>
                  <a:pt x="208121" y="473964"/>
                </a:lnTo>
                <a:lnTo>
                  <a:pt x="244983" y="480822"/>
                </a:lnTo>
                <a:lnTo>
                  <a:pt x="290417" y="485394"/>
                </a:lnTo>
                <a:lnTo>
                  <a:pt x="344424" y="487680"/>
                </a:lnTo>
                <a:lnTo>
                  <a:pt x="554208" y="487680"/>
                </a:lnTo>
                <a:lnTo>
                  <a:pt x="537781" y="494680"/>
                </a:lnTo>
                <a:lnTo>
                  <a:pt x="523494" y="504063"/>
                </a:lnTo>
                <a:lnTo>
                  <a:pt x="514921" y="514016"/>
                </a:lnTo>
                <a:lnTo>
                  <a:pt x="512064" y="524256"/>
                </a:lnTo>
                <a:lnTo>
                  <a:pt x="436510" y="524621"/>
                </a:lnTo>
                <a:close/>
              </a:path>
              <a:path w="558164" h="541019">
                <a:moveTo>
                  <a:pt x="554208" y="487680"/>
                </a:moveTo>
                <a:lnTo>
                  <a:pt x="344424" y="487680"/>
                </a:lnTo>
                <a:lnTo>
                  <a:pt x="400692" y="487084"/>
                </a:lnTo>
                <a:lnTo>
                  <a:pt x="455104" y="485203"/>
                </a:lnTo>
                <a:lnTo>
                  <a:pt x="507515" y="481893"/>
                </a:lnTo>
                <a:lnTo>
                  <a:pt x="557784" y="477011"/>
                </a:lnTo>
                <a:lnTo>
                  <a:pt x="557784" y="486156"/>
                </a:lnTo>
                <a:lnTo>
                  <a:pt x="554208" y="487680"/>
                </a:lnTo>
                <a:close/>
              </a:path>
            </a:pathLst>
          </a:custGeom>
          <a:solidFill>
            <a:srgbClr val="3333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1751075" y="2552700"/>
            <a:ext cx="155575" cy="155575"/>
          </a:xfrm>
          <a:custGeom>
            <a:avLst/>
            <a:gdLst/>
            <a:ahLst/>
            <a:cxnLst/>
            <a:rect l="l" t="t" r="r" b="b"/>
            <a:pathLst>
              <a:path w="155575" h="155575">
                <a:moveTo>
                  <a:pt x="155448" y="155448"/>
                </a:moveTo>
                <a:lnTo>
                  <a:pt x="0" y="155448"/>
                </a:lnTo>
                <a:lnTo>
                  <a:pt x="0" y="0"/>
                </a:lnTo>
                <a:lnTo>
                  <a:pt x="155448" y="0"/>
                </a:lnTo>
                <a:lnTo>
                  <a:pt x="155448" y="155448"/>
                </a:lnTo>
                <a:close/>
              </a:path>
            </a:pathLst>
          </a:custGeom>
          <a:solidFill>
            <a:srgbClr val="3333C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2167127" y="2383536"/>
            <a:ext cx="335280" cy="381000"/>
          </a:xfrm>
          <a:custGeom>
            <a:avLst/>
            <a:gdLst/>
            <a:ahLst/>
            <a:cxnLst/>
            <a:rect l="l" t="t" r="r" b="b"/>
            <a:pathLst>
              <a:path w="335280" h="381000">
                <a:moveTo>
                  <a:pt x="332994" y="16764"/>
                </a:moveTo>
                <a:lnTo>
                  <a:pt x="297180" y="16764"/>
                </a:lnTo>
                <a:lnTo>
                  <a:pt x="307847" y="0"/>
                </a:lnTo>
                <a:lnTo>
                  <a:pt x="332994" y="16764"/>
                </a:lnTo>
                <a:close/>
              </a:path>
              <a:path w="335280" h="381000">
                <a:moveTo>
                  <a:pt x="0" y="381000"/>
                </a:moveTo>
                <a:lnTo>
                  <a:pt x="881" y="351234"/>
                </a:lnTo>
                <a:lnTo>
                  <a:pt x="1333" y="309753"/>
                </a:lnTo>
                <a:lnTo>
                  <a:pt x="1456" y="111252"/>
                </a:lnTo>
                <a:lnTo>
                  <a:pt x="1333" y="72009"/>
                </a:lnTo>
                <a:lnTo>
                  <a:pt x="896" y="32004"/>
                </a:lnTo>
                <a:lnTo>
                  <a:pt x="784" y="27432"/>
                </a:lnTo>
                <a:lnTo>
                  <a:pt x="0" y="1524"/>
                </a:lnTo>
                <a:lnTo>
                  <a:pt x="25908" y="16764"/>
                </a:lnTo>
                <a:lnTo>
                  <a:pt x="332994" y="16764"/>
                </a:lnTo>
                <a:lnTo>
                  <a:pt x="335280" y="18288"/>
                </a:lnTo>
                <a:lnTo>
                  <a:pt x="326136" y="27432"/>
                </a:lnTo>
                <a:lnTo>
                  <a:pt x="25908" y="27432"/>
                </a:lnTo>
                <a:lnTo>
                  <a:pt x="25908" y="326136"/>
                </a:lnTo>
                <a:lnTo>
                  <a:pt x="322023" y="326136"/>
                </a:lnTo>
                <a:lnTo>
                  <a:pt x="322206" y="335756"/>
                </a:lnTo>
                <a:lnTo>
                  <a:pt x="322243" y="336804"/>
                </a:lnTo>
                <a:lnTo>
                  <a:pt x="25908" y="336804"/>
                </a:lnTo>
                <a:lnTo>
                  <a:pt x="25908" y="370332"/>
                </a:lnTo>
                <a:lnTo>
                  <a:pt x="0" y="381000"/>
                </a:lnTo>
                <a:close/>
              </a:path>
              <a:path w="335280" h="381000">
                <a:moveTo>
                  <a:pt x="322023" y="326136"/>
                </a:moveTo>
                <a:lnTo>
                  <a:pt x="298704" y="326136"/>
                </a:lnTo>
                <a:lnTo>
                  <a:pt x="298704" y="27432"/>
                </a:lnTo>
                <a:lnTo>
                  <a:pt x="326136" y="27432"/>
                </a:lnTo>
                <a:lnTo>
                  <a:pt x="321564" y="32004"/>
                </a:lnTo>
                <a:lnTo>
                  <a:pt x="321587" y="290036"/>
                </a:lnTo>
                <a:lnTo>
                  <a:pt x="321754" y="312039"/>
                </a:lnTo>
                <a:lnTo>
                  <a:pt x="322023" y="326136"/>
                </a:lnTo>
                <a:close/>
              </a:path>
              <a:path w="335280" h="381000">
                <a:moveTo>
                  <a:pt x="85344" y="266700"/>
                </a:moveTo>
                <a:lnTo>
                  <a:pt x="86225" y="247602"/>
                </a:lnTo>
                <a:lnTo>
                  <a:pt x="86643" y="228600"/>
                </a:lnTo>
                <a:lnTo>
                  <a:pt x="86747" y="217932"/>
                </a:lnTo>
                <a:lnTo>
                  <a:pt x="86844" y="160281"/>
                </a:lnTo>
                <a:lnTo>
                  <a:pt x="86677" y="138112"/>
                </a:lnTo>
                <a:lnTo>
                  <a:pt x="86225" y="116228"/>
                </a:lnTo>
                <a:lnTo>
                  <a:pt x="85344" y="94488"/>
                </a:lnTo>
                <a:lnTo>
                  <a:pt x="111252" y="111252"/>
                </a:lnTo>
                <a:lnTo>
                  <a:pt x="245715" y="111252"/>
                </a:lnTo>
                <a:lnTo>
                  <a:pt x="249936" y="114300"/>
                </a:lnTo>
                <a:lnTo>
                  <a:pt x="241363" y="121920"/>
                </a:lnTo>
                <a:lnTo>
                  <a:pt x="109728" y="121920"/>
                </a:lnTo>
                <a:lnTo>
                  <a:pt x="109728" y="217932"/>
                </a:lnTo>
                <a:lnTo>
                  <a:pt x="236624" y="217932"/>
                </a:lnTo>
                <a:lnTo>
                  <a:pt x="236806" y="228600"/>
                </a:lnTo>
                <a:lnTo>
                  <a:pt x="109728" y="228600"/>
                </a:lnTo>
                <a:lnTo>
                  <a:pt x="109728" y="257556"/>
                </a:lnTo>
                <a:lnTo>
                  <a:pt x="85344" y="266700"/>
                </a:lnTo>
                <a:close/>
              </a:path>
              <a:path w="335280" h="381000">
                <a:moveTo>
                  <a:pt x="245715" y="111252"/>
                </a:moveTo>
                <a:lnTo>
                  <a:pt x="210312" y="111252"/>
                </a:lnTo>
                <a:lnTo>
                  <a:pt x="222504" y="94488"/>
                </a:lnTo>
                <a:lnTo>
                  <a:pt x="245715" y="111252"/>
                </a:lnTo>
                <a:close/>
              </a:path>
              <a:path w="335280" h="381000">
                <a:moveTo>
                  <a:pt x="236624" y="217932"/>
                </a:moveTo>
                <a:lnTo>
                  <a:pt x="211836" y="217932"/>
                </a:lnTo>
                <a:lnTo>
                  <a:pt x="211836" y="121920"/>
                </a:lnTo>
                <a:lnTo>
                  <a:pt x="241363" y="121920"/>
                </a:lnTo>
                <a:lnTo>
                  <a:pt x="236220" y="126492"/>
                </a:lnTo>
                <a:lnTo>
                  <a:pt x="236340" y="190500"/>
                </a:lnTo>
                <a:lnTo>
                  <a:pt x="236411" y="205406"/>
                </a:lnTo>
                <a:lnTo>
                  <a:pt x="236624" y="217932"/>
                </a:lnTo>
                <a:close/>
              </a:path>
              <a:path w="335280" h="381000">
                <a:moveTo>
                  <a:pt x="211836" y="260604"/>
                </a:moveTo>
                <a:lnTo>
                  <a:pt x="211836" y="228600"/>
                </a:lnTo>
                <a:lnTo>
                  <a:pt x="236806" y="228600"/>
                </a:lnTo>
                <a:lnTo>
                  <a:pt x="236862" y="231933"/>
                </a:lnTo>
                <a:lnTo>
                  <a:pt x="237744" y="249936"/>
                </a:lnTo>
                <a:lnTo>
                  <a:pt x="211836" y="260604"/>
                </a:lnTo>
                <a:close/>
              </a:path>
              <a:path w="335280" h="381000">
                <a:moveTo>
                  <a:pt x="298704" y="371856"/>
                </a:moveTo>
                <a:lnTo>
                  <a:pt x="298704" y="336804"/>
                </a:lnTo>
                <a:lnTo>
                  <a:pt x="322243" y="336804"/>
                </a:lnTo>
                <a:lnTo>
                  <a:pt x="323088" y="361188"/>
                </a:lnTo>
                <a:lnTo>
                  <a:pt x="298704" y="37185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2567939" y="2369820"/>
            <a:ext cx="403860" cy="401320"/>
          </a:xfrm>
          <a:custGeom>
            <a:avLst/>
            <a:gdLst/>
            <a:ahLst/>
            <a:cxnLst/>
            <a:rect l="l" t="t" r="r" b="b"/>
            <a:pathLst>
              <a:path w="403860" h="401319">
                <a:moveTo>
                  <a:pt x="207264" y="33528"/>
                </a:moveTo>
                <a:lnTo>
                  <a:pt x="192024" y="18288"/>
                </a:lnTo>
                <a:lnTo>
                  <a:pt x="356616" y="18288"/>
                </a:lnTo>
                <a:lnTo>
                  <a:pt x="376428" y="0"/>
                </a:lnTo>
                <a:lnTo>
                  <a:pt x="403860" y="28956"/>
                </a:lnTo>
                <a:lnTo>
                  <a:pt x="249936" y="28956"/>
                </a:lnTo>
                <a:lnTo>
                  <a:pt x="238767" y="29241"/>
                </a:lnTo>
                <a:lnTo>
                  <a:pt x="228028" y="30099"/>
                </a:lnTo>
                <a:lnTo>
                  <a:pt x="217574" y="31527"/>
                </a:lnTo>
                <a:lnTo>
                  <a:pt x="207264" y="33528"/>
                </a:lnTo>
                <a:close/>
              </a:path>
              <a:path w="403860" h="401319">
                <a:moveTo>
                  <a:pt x="181948" y="30480"/>
                </a:moveTo>
                <a:lnTo>
                  <a:pt x="147828" y="30480"/>
                </a:lnTo>
                <a:lnTo>
                  <a:pt x="166116" y="13716"/>
                </a:lnTo>
                <a:lnTo>
                  <a:pt x="181948" y="30480"/>
                </a:lnTo>
                <a:close/>
              </a:path>
              <a:path w="403860" h="401319">
                <a:moveTo>
                  <a:pt x="4572" y="394716"/>
                </a:moveTo>
                <a:lnTo>
                  <a:pt x="0" y="390144"/>
                </a:lnTo>
                <a:lnTo>
                  <a:pt x="16025" y="354139"/>
                </a:lnTo>
                <a:lnTo>
                  <a:pt x="27622" y="314706"/>
                </a:lnTo>
                <a:lnTo>
                  <a:pt x="34932" y="271843"/>
                </a:lnTo>
                <a:lnTo>
                  <a:pt x="38100" y="225552"/>
                </a:lnTo>
                <a:lnTo>
                  <a:pt x="38957" y="176426"/>
                </a:lnTo>
                <a:lnTo>
                  <a:pt x="39195" y="116324"/>
                </a:lnTo>
                <a:lnTo>
                  <a:pt x="38957" y="71889"/>
                </a:lnTo>
                <a:lnTo>
                  <a:pt x="38100" y="16764"/>
                </a:lnTo>
                <a:lnTo>
                  <a:pt x="62484" y="30480"/>
                </a:lnTo>
                <a:lnTo>
                  <a:pt x="181948" y="30480"/>
                </a:lnTo>
                <a:lnTo>
                  <a:pt x="192024" y="41148"/>
                </a:lnTo>
                <a:lnTo>
                  <a:pt x="60960" y="41148"/>
                </a:lnTo>
                <a:lnTo>
                  <a:pt x="60853" y="116324"/>
                </a:lnTo>
                <a:lnTo>
                  <a:pt x="60579" y="160210"/>
                </a:lnTo>
                <a:lnTo>
                  <a:pt x="59674" y="201239"/>
                </a:lnTo>
                <a:lnTo>
                  <a:pt x="55554" y="251579"/>
                </a:lnTo>
                <a:lnTo>
                  <a:pt x="49125" y="293346"/>
                </a:lnTo>
                <a:lnTo>
                  <a:pt x="38219" y="333422"/>
                </a:lnTo>
                <a:lnTo>
                  <a:pt x="18264" y="373522"/>
                </a:lnTo>
                <a:lnTo>
                  <a:pt x="4572" y="394716"/>
                </a:lnTo>
                <a:close/>
              </a:path>
              <a:path w="403860" h="401319">
                <a:moveTo>
                  <a:pt x="277368" y="96012"/>
                </a:moveTo>
                <a:lnTo>
                  <a:pt x="266700" y="96012"/>
                </a:lnTo>
                <a:lnTo>
                  <a:pt x="269843" y="78033"/>
                </a:lnTo>
                <a:lnTo>
                  <a:pt x="272415" y="60769"/>
                </a:lnTo>
                <a:lnTo>
                  <a:pt x="274415" y="44362"/>
                </a:lnTo>
                <a:lnTo>
                  <a:pt x="275843" y="28956"/>
                </a:lnTo>
                <a:lnTo>
                  <a:pt x="307848" y="28956"/>
                </a:lnTo>
                <a:lnTo>
                  <a:pt x="302442" y="39862"/>
                </a:lnTo>
                <a:lnTo>
                  <a:pt x="295465" y="54483"/>
                </a:lnTo>
                <a:lnTo>
                  <a:pt x="287059" y="73104"/>
                </a:lnTo>
                <a:lnTo>
                  <a:pt x="277368" y="96012"/>
                </a:lnTo>
                <a:close/>
              </a:path>
              <a:path w="403860" h="401319">
                <a:moveTo>
                  <a:pt x="97536" y="348996"/>
                </a:moveTo>
                <a:lnTo>
                  <a:pt x="79248" y="327660"/>
                </a:lnTo>
                <a:lnTo>
                  <a:pt x="82296" y="321564"/>
                </a:lnTo>
                <a:lnTo>
                  <a:pt x="83629" y="316230"/>
                </a:lnTo>
                <a:lnTo>
                  <a:pt x="83726" y="111252"/>
                </a:lnTo>
                <a:lnTo>
                  <a:pt x="83608" y="103632"/>
                </a:lnTo>
                <a:lnTo>
                  <a:pt x="83177" y="91797"/>
                </a:lnTo>
                <a:lnTo>
                  <a:pt x="82296" y="79248"/>
                </a:lnTo>
                <a:lnTo>
                  <a:pt x="106680" y="92964"/>
                </a:lnTo>
                <a:lnTo>
                  <a:pt x="181356" y="92964"/>
                </a:lnTo>
                <a:lnTo>
                  <a:pt x="188976" y="100584"/>
                </a:lnTo>
                <a:lnTo>
                  <a:pt x="185492" y="103632"/>
                </a:lnTo>
                <a:lnTo>
                  <a:pt x="105156" y="103632"/>
                </a:lnTo>
                <a:lnTo>
                  <a:pt x="105156" y="313944"/>
                </a:lnTo>
                <a:lnTo>
                  <a:pt x="139011" y="313944"/>
                </a:lnTo>
                <a:lnTo>
                  <a:pt x="128206" y="321754"/>
                </a:lnTo>
                <a:lnTo>
                  <a:pt x="108656" y="337589"/>
                </a:lnTo>
                <a:lnTo>
                  <a:pt x="97536" y="348996"/>
                </a:lnTo>
                <a:close/>
              </a:path>
              <a:path w="403860" h="401319">
                <a:moveTo>
                  <a:pt x="181356" y="92964"/>
                </a:moveTo>
                <a:lnTo>
                  <a:pt x="153924" y="92964"/>
                </a:lnTo>
                <a:lnTo>
                  <a:pt x="167640" y="79248"/>
                </a:lnTo>
                <a:lnTo>
                  <a:pt x="181356" y="92964"/>
                </a:lnTo>
                <a:close/>
              </a:path>
              <a:path w="403860" h="401319">
                <a:moveTo>
                  <a:pt x="387096" y="96012"/>
                </a:moveTo>
                <a:lnTo>
                  <a:pt x="353568" y="96012"/>
                </a:lnTo>
                <a:lnTo>
                  <a:pt x="370332" y="79248"/>
                </a:lnTo>
                <a:lnTo>
                  <a:pt x="387096" y="96012"/>
                </a:lnTo>
                <a:close/>
              </a:path>
              <a:path w="403860" h="401319">
                <a:moveTo>
                  <a:pt x="210312" y="300228"/>
                </a:moveTo>
                <a:lnTo>
                  <a:pt x="212388" y="251579"/>
                </a:lnTo>
                <a:lnTo>
                  <a:pt x="213354" y="194500"/>
                </a:lnTo>
                <a:lnTo>
                  <a:pt x="213098" y="165663"/>
                </a:lnTo>
                <a:lnTo>
                  <a:pt x="212407" y="136969"/>
                </a:lnTo>
                <a:lnTo>
                  <a:pt x="211431" y="109132"/>
                </a:lnTo>
                <a:lnTo>
                  <a:pt x="210312" y="82296"/>
                </a:lnTo>
                <a:lnTo>
                  <a:pt x="237743" y="96012"/>
                </a:lnTo>
                <a:lnTo>
                  <a:pt x="387096" y="96012"/>
                </a:lnTo>
                <a:lnTo>
                  <a:pt x="393192" y="102108"/>
                </a:lnTo>
                <a:lnTo>
                  <a:pt x="387313" y="106680"/>
                </a:lnTo>
                <a:lnTo>
                  <a:pt x="234695" y="106680"/>
                </a:lnTo>
                <a:lnTo>
                  <a:pt x="234695" y="284988"/>
                </a:lnTo>
                <a:lnTo>
                  <a:pt x="210312" y="300228"/>
                </a:lnTo>
                <a:close/>
              </a:path>
              <a:path w="403860" h="401319">
                <a:moveTo>
                  <a:pt x="176784" y="211836"/>
                </a:moveTo>
                <a:lnTo>
                  <a:pt x="152400" y="211836"/>
                </a:lnTo>
                <a:lnTo>
                  <a:pt x="155448" y="207264"/>
                </a:lnTo>
                <a:lnTo>
                  <a:pt x="155448" y="103632"/>
                </a:lnTo>
                <a:lnTo>
                  <a:pt x="185492" y="103632"/>
                </a:lnTo>
                <a:lnTo>
                  <a:pt x="176784" y="111252"/>
                </a:lnTo>
                <a:lnTo>
                  <a:pt x="176784" y="211836"/>
                </a:lnTo>
                <a:close/>
              </a:path>
              <a:path w="403860" h="401319">
                <a:moveTo>
                  <a:pt x="356616" y="292607"/>
                </a:moveTo>
                <a:lnTo>
                  <a:pt x="356616" y="106680"/>
                </a:lnTo>
                <a:lnTo>
                  <a:pt x="387313" y="106680"/>
                </a:lnTo>
                <a:lnTo>
                  <a:pt x="379476" y="112776"/>
                </a:lnTo>
                <a:lnTo>
                  <a:pt x="379599" y="242316"/>
                </a:lnTo>
                <a:lnTo>
                  <a:pt x="379666" y="248602"/>
                </a:lnTo>
                <a:lnTo>
                  <a:pt x="380118" y="264437"/>
                </a:lnTo>
                <a:lnTo>
                  <a:pt x="381000" y="280416"/>
                </a:lnTo>
                <a:lnTo>
                  <a:pt x="356616" y="292607"/>
                </a:lnTo>
                <a:close/>
              </a:path>
              <a:path w="403860" h="401319">
                <a:moveTo>
                  <a:pt x="155448" y="400812"/>
                </a:moveTo>
                <a:lnTo>
                  <a:pt x="153924" y="394716"/>
                </a:lnTo>
                <a:lnTo>
                  <a:pt x="187618" y="378737"/>
                </a:lnTo>
                <a:lnTo>
                  <a:pt x="215455" y="362902"/>
                </a:lnTo>
                <a:lnTo>
                  <a:pt x="252983" y="332232"/>
                </a:lnTo>
                <a:lnTo>
                  <a:pt x="272034" y="295465"/>
                </a:lnTo>
                <a:lnTo>
                  <a:pt x="281940" y="248412"/>
                </a:lnTo>
                <a:lnTo>
                  <a:pt x="283845" y="194500"/>
                </a:lnTo>
                <a:lnTo>
                  <a:pt x="284068" y="165663"/>
                </a:lnTo>
                <a:lnTo>
                  <a:pt x="283464" y="137160"/>
                </a:lnTo>
                <a:lnTo>
                  <a:pt x="320040" y="153924"/>
                </a:lnTo>
                <a:lnTo>
                  <a:pt x="307848" y="167640"/>
                </a:lnTo>
                <a:lnTo>
                  <a:pt x="307034" y="207264"/>
                </a:lnTo>
                <a:lnTo>
                  <a:pt x="306942" y="209264"/>
                </a:lnTo>
                <a:lnTo>
                  <a:pt x="300775" y="272224"/>
                </a:lnTo>
                <a:lnTo>
                  <a:pt x="287678" y="314205"/>
                </a:lnTo>
                <a:lnTo>
                  <a:pt x="265437" y="345590"/>
                </a:lnTo>
                <a:lnTo>
                  <a:pt x="233457" y="369522"/>
                </a:lnTo>
                <a:lnTo>
                  <a:pt x="185451" y="391144"/>
                </a:lnTo>
                <a:lnTo>
                  <a:pt x="155448" y="400812"/>
                </a:lnTo>
                <a:close/>
              </a:path>
              <a:path w="403860" h="401319">
                <a:moveTo>
                  <a:pt x="147828" y="242316"/>
                </a:moveTo>
                <a:lnTo>
                  <a:pt x="144446" y="232862"/>
                </a:lnTo>
                <a:lnTo>
                  <a:pt x="136779" y="224980"/>
                </a:lnTo>
                <a:lnTo>
                  <a:pt x="125110" y="218527"/>
                </a:lnTo>
                <a:lnTo>
                  <a:pt x="109728" y="213359"/>
                </a:lnTo>
                <a:lnTo>
                  <a:pt x="109728" y="207264"/>
                </a:lnTo>
                <a:lnTo>
                  <a:pt x="122301" y="209264"/>
                </a:lnTo>
                <a:lnTo>
                  <a:pt x="132588" y="210693"/>
                </a:lnTo>
                <a:lnTo>
                  <a:pt x="140589" y="211550"/>
                </a:lnTo>
                <a:lnTo>
                  <a:pt x="146304" y="211836"/>
                </a:lnTo>
                <a:lnTo>
                  <a:pt x="176784" y="211836"/>
                </a:lnTo>
                <a:lnTo>
                  <a:pt x="176784" y="217932"/>
                </a:lnTo>
                <a:lnTo>
                  <a:pt x="173736" y="224028"/>
                </a:lnTo>
                <a:lnTo>
                  <a:pt x="164592" y="233171"/>
                </a:lnTo>
                <a:lnTo>
                  <a:pt x="156972" y="237744"/>
                </a:lnTo>
                <a:lnTo>
                  <a:pt x="147828" y="242316"/>
                </a:lnTo>
                <a:close/>
              </a:path>
              <a:path w="403860" h="401319">
                <a:moveTo>
                  <a:pt x="139011" y="313944"/>
                </a:moveTo>
                <a:lnTo>
                  <a:pt x="105156" y="313944"/>
                </a:lnTo>
                <a:lnTo>
                  <a:pt x="188976" y="272795"/>
                </a:lnTo>
                <a:lnTo>
                  <a:pt x="192024" y="277368"/>
                </a:lnTo>
                <a:lnTo>
                  <a:pt x="156043" y="301632"/>
                </a:lnTo>
                <a:lnTo>
                  <a:pt x="139011" y="313944"/>
                </a:lnTo>
                <a:close/>
              </a:path>
              <a:path w="403860" h="401319">
                <a:moveTo>
                  <a:pt x="390144" y="399288"/>
                </a:moveTo>
                <a:lnTo>
                  <a:pt x="385572" y="399288"/>
                </a:lnTo>
                <a:lnTo>
                  <a:pt x="382524" y="396240"/>
                </a:lnTo>
                <a:lnTo>
                  <a:pt x="379476" y="390144"/>
                </a:lnTo>
                <a:lnTo>
                  <a:pt x="374618" y="382095"/>
                </a:lnTo>
                <a:lnTo>
                  <a:pt x="348567" y="344233"/>
                </a:lnTo>
                <a:lnTo>
                  <a:pt x="307848" y="304800"/>
                </a:lnTo>
                <a:lnTo>
                  <a:pt x="312419" y="300228"/>
                </a:lnTo>
                <a:lnTo>
                  <a:pt x="363093" y="329946"/>
                </a:lnTo>
                <a:lnTo>
                  <a:pt x="393739" y="357354"/>
                </a:lnTo>
                <a:lnTo>
                  <a:pt x="400812" y="376427"/>
                </a:lnTo>
                <a:lnTo>
                  <a:pt x="400812" y="379476"/>
                </a:lnTo>
                <a:lnTo>
                  <a:pt x="399287" y="384048"/>
                </a:lnTo>
                <a:lnTo>
                  <a:pt x="393192" y="396240"/>
                </a:lnTo>
                <a:lnTo>
                  <a:pt x="390144" y="39928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" name="object 15"/>
          <p:cNvSpPr/>
          <p:nvPr/>
        </p:nvSpPr>
        <p:spPr>
          <a:xfrm>
            <a:off x="3020567" y="2514600"/>
            <a:ext cx="396240" cy="44450"/>
          </a:xfrm>
          <a:custGeom>
            <a:avLst/>
            <a:gdLst/>
            <a:ahLst/>
            <a:cxnLst/>
            <a:rect l="l" t="t" r="r" b="b"/>
            <a:pathLst>
              <a:path w="396239" h="44450">
                <a:moveTo>
                  <a:pt x="15240" y="44195"/>
                </a:moveTo>
                <a:lnTo>
                  <a:pt x="0" y="28955"/>
                </a:lnTo>
                <a:lnTo>
                  <a:pt x="323087" y="28955"/>
                </a:lnTo>
                <a:lnTo>
                  <a:pt x="358139" y="0"/>
                </a:lnTo>
                <a:lnTo>
                  <a:pt x="396239" y="39623"/>
                </a:lnTo>
                <a:lnTo>
                  <a:pt x="62484" y="39623"/>
                </a:lnTo>
                <a:lnTo>
                  <a:pt x="49315" y="39909"/>
                </a:lnTo>
                <a:lnTo>
                  <a:pt x="37147" y="40766"/>
                </a:lnTo>
                <a:lnTo>
                  <a:pt x="25836" y="42195"/>
                </a:lnTo>
                <a:lnTo>
                  <a:pt x="15240" y="4419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" name="object 16"/>
          <p:cNvSpPr/>
          <p:nvPr/>
        </p:nvSpPr>
        <p:spPr>
          <a:xfrm>
            <a:off x="3471672" y="2383536"/>
            <a:ext cx="386080" cy="386080"/>
          </a:xfrm>
          <a:custGeom>
            <a:avLst/>
            <a:gdLst/>
            <a:ahLst/>
            <a:cxnLst/>
            <a:rect l="l" t="t" r="r" b="b"/>
            <a:pathLst>
              <a:path w="386079" h="386080">
                <a:moveTo>
                  <a:pt x="167640" y="385571"/>
                </a:moveTo>
                <a:lnTo>
                  <a:pt x="168521" y="356115"/>
                </a:lnTo>
                <a:lnTo>
                  <a:pt x="168973" y="331660"/>
                </a:lnTo>
                <a:lnTo>
                  <a:pt x="169164" y="297180"/>
                </a:lnTo>
                <a:lnTo>
                  <a:pt x="169164" y="36576"/>
                </a:lnTo>
                <a:lnTo>
                  <a:pt x="57912" y="36576"/>
                </a:lnTo>
                <a:lnTo>
                  <a:pt x="46767" y="36861"/>
                </a:lnTo>
                <a:lnTo>
                  <a:pt x="36195" y="37719"/>
                </a:lnTo>
                <a:lnTo>
                  <a:pt x="26193" y="39147"/>
                </a:lnTo>
                <a:lnTo>
                  <a:pt x="16764" y="41148"/>
                </a:lnTo>
                <a:lnTo>
                  <a:pt x="0" y="25908"/>
                </a:lnTo>
                <a:lnTo>
                  <a:pt x="321563" y="25908"/>
                </a:lnTo>
                <a:lnTo>
                  <a:pt x="348995" y="0"/>
                </a:lnTo>
                <a:lnTo>
                  <a:pt x="385572" y="36576"/>
                </a:lnTo>
                <a:lnTo>
                  <a:pt x="195072" y="36576"/>
                </a:lnTo>
                <a:lnTo>
                  <a:pt x="195072" y="126492"/>
                </a:lnTo>
                <a:lnTo>
                  <a:pt x="241958" y="141636"/>
                </a:lnTo>
                <a:lnTo>
                  <a:pt x="277558" y="155067"/>
                </a:lnTo>
                <a:lnTo>
                  <a:pt x="315467" y="176784"/>
                </a:lnTo>
                <a:lnTo>
                  <a:pt x="332232" y="208788"/>
                </a:lnTo>
                <a:lnTo>
                  <a:pt x="332232" y="211836"/>
                </a:lnTo>
                <a:lnTo>
                  <a:pt x="330708" y="216408"/>
                </a:lnTo>
                <a:lnTo>
                  <a:pt x="327660" y="222503"/>
                </a:lnTo>
                <a:lnTo>
                  <a:pt x="326136" y="228600"/>
                </a:lnTo>
                <a:lnTo>
                  <a:pt x="323087" y="233172"/>
                </a:lnTo>
                <a:lnTo>
                  <a:pt x="320039" y="233172"/>
                </a:lnTo>
                <a:lnTo>
                  <a:pt x="316015" y="231743"/>
                </a:lnTo>
                <a:lnTo>
                  <a:pt x="310705" y="227456"/>
                </a:lnTo>
                <a:lnTo>
                  <a:pt x="303966" y="220313"/>
                </a:lnTo>
                <a:lnTo>
                  <a:pt x="295656" y="210312"/>
                </a:lnTo>
                <a:lnTo>
                  <a:pt x="280797" y="192857"/>
                </a:lnTo>
                <a:lnTo>
                  <a:pt x="259080" y="174688"/>
                </a:lnTo>
                <a:lnTo>
                  <a:pt x="230505" y="155662"/>
                </a:lnTo>
                <a:lnTo>
                  <a:pt x="195072" y="135636"/>
                </a:lnTo>
                <a:lnTo>
                  <a:pt x="195095" y="329874"/>
                </a:lnTo>
                <a:lnTo>
                  <a:pt x="195262" y="345757"/>
                </a:lnTo>
                <a:lnTo>
                  <a:pt x="195714" y="360211"/>
                </a:lnTo>
                <a:lnTo>
                  <a:pt x="196595" y="373380"/>
                </a:lnTo>
                <a:lnTo>
                  <a:pt x="167640" y="38557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" name="object 17"/>
          <p:cNvSpPr/>
          <p:nvPr/>
        </p:nvSpPr>
        <p:spPr>
          <a:xfrm>
            <a:off x="3904488" y="2366772"/>
            <a:ext cx="402590" cy="405765"/>
          </a:xfrm>
          <a:custGeom>
            <a:avLst/>
            <a:gdLst/>
            <a:ahLst/>
            <a:cxnLst/>
            <a:rect l="l" t="t" r="r" b="b"/>
            <a:pathLst>
              <a:path w="402589" h="405764">
                <a:moveTo>
                  <a:pt x="173736" y="118872"/>
                </a:moveTo>
                <a:lnTo>
                  <a:pt x="169163" y="115824"/>
                </a:lnTo>
                <a:lnTo>
                  <a:pt x="178546" y="103822"/>
                </a:lnTo>
                <a:lnTo>
                  <a:pt x="188214" y="90678"/>
                </a:lnTo>
                <a:lnTo>
                  <a:pt x="215836" y="45219"/>
                </a:lnTo>
                <a:lnTo>
                  <a:pt x="234696" y="0"/>
                </a:lnTo>
                <a:lnTo>
                  <a:pt x="268224" y="21336"/>
                </a:lnTo>
                <a:lnTo>
                  <a:pt x="260175" y="25288"/>
                </a:lnTo>
                <a:lnTo>
                  <a:pt x="251841" y="32385"/>
                </a:lnTo>
                <a:lnTo>
                  <a:pt x="242935" y="42338"/>
                </a:lnTo>
                <a:lnTo>
                  <a:pt x="233172" y="54864"/>
                </a:lnTo>
                <a:lnTo>
                  <a:pt x="336355" y="54864"/>
                </a:lnTo>
                <a:lnTo>
                  <a:pt x="344424" y="62484"/>
                </a:lnTo>
                <a:lnTo>
                  <a:pt x="338093" y="65532"/>
                </a:lnTo>
                <a:lnTo>
                  <a:pt x="228599" y="65532"/>
                </a:lnTo>
                <a:lnTo>
                  <a:pt x="215098" y="80081"/>
                </a:lnTo>
                <a:lnTo>
                  <a:pt x="201739" y="93916"/>
                </a:lnTo>
                <a:lnTo>
                  <a:pt x="188094" y="106894"/>
                </a:lnTo>
                <a:lnTo>
                  <a:pt x="173736" y="118872"/>
                </a:lnTo>
                <a:close/>
              </a:path>
              <a:path w="402589" h="405764">
                <a:moveTo>
                  <a:pt x="12192" y="59436"/>
                </a:moveTo>
                <a:lnTo>
                  <a:pt x="10668" y="53340"/>
                </a:lnTo>
                <a:lnTo>
                  <a:pt x="28074" y="49625"/>
                </a:lnTo>
                <a:lnTo>
                  <a:pt x="45910" y="45339"/>
                </a:lnTo>
                <a:lnTo>
                  <a:pt x="99726" y="29908"/>
                </a:lnTo>
                <a:lnTo>
                  <a:pt x="141732" y="7620"/>
                </a:lnTo>
                <a:lnTo>
                  <a:pt x="167640" y="35052"/>
                </a:lnTo>
                <a:lnTo>
                  <a:pt x="156210" y="36504"/>
                </a:lnTo>
                <a:lnTo>
                  <a:pt x="142494" y="38671"/>
                </a:lnTo>
                <a:lnTo>
                  <a:pt x="126492" y="41695"/>
                </a:lnTo>
                <a:lnTo>
                  <a:pt x="108204" y="45720"/>
                </a:lnTo>
                <a:lnTo>
                  <a:pt x="108204" y="48768"/>
                </a:lnTo>
                <a:lnTo>
                  <a:pt x="85344" y="48768"/>
                </a:lnTo>
                <a:lnTo>
                  <a:pt x="66413" y="51935"/>
                </a:lnTo>
                <a:lnTo>
                  <a:pt x="48196" y="54673"/>
                </a:lnTo>
                <a:lnTo>
                  <a:pt x="12192" y="59436"/>
                </a:lnTo>
                <a:close/>
              </a:path>
              <a:path w="402589" h="405764">
                <a:moveTo>
                  <a:pt x="336355" y="54864"/>
                </a:moveTo>
                <a:lnTo>
                  <a:pt x="301751" y="54864"/>
                </a:lnTo>
                <a:lnTo>
                  <a:pt x="316992" y="36576"/>
                </a:lnTo>
                <a:lnTo>
                  <a:pt x="336355" y="54864"/>
                </a:lnTo>
                <a:close/>
              </a:path>
              <a:path w="402589" h="405764">
                <a:moveTo>
                  <a:pt x="108204" y="128016"/>
                </a:moveTo>
                <a:lnTo>
                  <a:pt x="85344" y="128016"/>
                </a:lnTo>
                <a:lnTo>
                  <a:pt x="85344" y="48768"/>
                </a:lnTo>
                <a:lnTo>
                  <a:pt x="108204" y="48768"/>
                </a:lnTo>
                <a:lnTo>
                  <a:pt x="108204" y="128016"/>
                </a:lnTo>
                <a:close/>
              </a:path>
              <a:path w="402589" h="405764">
                <a:moveTo>
                  <a:pt x="280416" y="126492"/>
                </a:moveTo>
                <a:lnTo>
                  <a:pt x="269748" y="126492"/>
                </a:lnTo>
                <a:lnTo>
                  <a:pt x="303275" y="65532"/>
                </a:lnTo>
                <a:lnTo>
                  <a:pt x="338093" y="65532"/>
                </a:lnTo>
                <a:lnTo>
                  <a:pt x="336708" y="66198"/>
                </a:lnTo>
                <a:lnTo>
                  <a:pt x="329565" y="70485"/>
                </a:lnTo>
                <a:lnTo>
                  <a:pt x="302133" y="97917"/>
                </a:lnTo>
                <a:lnTo>
                  <a:pt x="292131" y="110775"/>
                </a:lnTo>
                <a:lnTo>
                  <a:pt x="280416" y="126492"/>
                </a:lnTo>
                <a:close/>
              </a:path>
              <a:path w="402589" h="405764">
                <a:moveTo>
                  <a:pt x="19812" y="143256"/>
                </a:moveTo>
                <a:lnTo>
                  <a:pt x="4572" y="128016"/>
                </a:lnTo>
                <a:lnTo>
                  <a:pt x="121920" y="128016"/>
                </a:lnTo>
                <a:lnTo>
                  <a:pt x="143256" y="106680"/>
                </a:lnTo>
                <a:lnTo>
                  <a:pt x="172211" y="138684"/>
                </a:lnTo>
                <a:lnTo>
                  <a:pt x="60960" y="138684"/>
                </a:lnTo>
                <a:lnTo>
                  <a:pt x="49815" y="138969"/>
                </a:lnTo>
                <a:lnTo>
                  <a:pt x="39243" y="139827"/>
                </a:lnTo>
                <a:lnTo>
                  <a:pt x="29241" y="141255"/>
                </a:lnTo>
                <a:lnTo>
                  <a:pt x="19812" y="143256"/>
                </a:lnTo>
                <a:close/>
              </a:path>
              <a:path w="402589" h="405764">
                <a:moveTo>
                  <a:pt x="190499" y="141732"/>
                </a:moveTo>
                <a:lnTo>
                  <a:pt x="173736" y="126492"/>
                </a:lnTo>
                <a:lnTo>
                  <a:pt x="344424" y="126492"/>
                </a:lnTo>
                <a:lnTo>
                  <a:pt x="356616" y="108204"/>
                </a:lnTo>
                <a:lnTo>
                  <a:pt x="384048" y="129540"/>
                </a:lnTo>
                <a:lnTo>
                  <a:pt x="377190" y="135636"/>
                </a:lnTo>
                <a:lnTo>
                  <a:pt x="231648" y="135636"/>
                </a:lnTo>
                <a:lnTo>
                  <a:pt x="220503" y="136159"/>
                </a:lnTo>
                <a:lnTo>
                  <a:pt x="209931" y="137541"/>
                </a:lnTo>
                <a:lnTo>
                  <a:pt x="199929" y="139493"/>
                </a:lnTo>
                <a:lnTo>
                  <a:pt x="190499" y="141732"/>
                </a:lnTo>
                <a:close/>
              </a:path>
              <a:path w="402589" h="405764">
                <a:moveTo>
                  <a:pt x="207263" y="193548"/>
                </a:moveTo>
                <a:lnTo>
                  <a:pt x="192024" y="178308"/>
                </a:lnTo>
                <a:lnTo>
                  <a:pt x="348996" y="178308"/>
                </a:lnTo>
                <a:lnTo>
                  <a:pt x="348996" y="135636"/>
                </a:lnTo>
                <a:lnTo>
                  <a:pt x="377190" y="135636"/>
                </a:lnTo>
                <a:lnTo>
                  <a:pt x="370331" y="141732"/>
                </a:lnTo>
                <a:lnTo>
                  <a:pt x="370548" y="178308"/>
                </a:lnTo>
                <a:lnTo>
                  <a:pt x="370600" y="183832"/>
                </a:lnTo>
                <a:lnTo>
                  <a:pt x="370684" y="188976"/>
                </a:lnTo>
                <a:lnTo>
                  <a:pt x="248411" y="188976"/>
                </a:lnTo>
                <a:lnTo>
                  <a:pt x="237910" y="189261"/>
                </a:lnTo>
                <a:lnTo>
                  <a:pt x="227266" y="190119"/>
                </a:lnTo>
                <a:lnTo>
                  <a:pt x="216908" y="191547"/>
                </a:lnTo>
                <a:lnTo>
                  <a:pt x="207263" y="193548"/>
                </a:lnTo>
                <a:close/>
              </a:path>
              <a:path w="402589" h="405764">
                <a:moveTo>
                  <a:pt x="6096" y="324612"/>
                </a:moveTo>
                <a:lnTo>
                  <a:pt x="0" y="320040"/>
                </a:lnTo>
                <a:lnTo>
                  <a:pt x="16049" y="296941"/>
                </a:lnTo>
                <a:lnTo>
                  <a:pt x="30099" y="273558"/>
                </a:lnTo>
                <a:lnTo>
                  <a:pt x="53340" y="227076"/>
                </a:lnTo>
                <a:lnTo>
                  <a:pt x="70866" y="181165"/>
                </a:lnTo>
                <a:lnTo>
                  <a:pt x="83820" y="138684"/>
                </a:lnTo>
                <a:lnTo>
                  <a:pt x="108204" y="138684"/>
                </a:lnTo>
                <a:lnTo>
                  <a:pt x="108204" y="172212"/>
                </a:lnTo>
                <a:lnTo>
                  <a:pt x="119086" y="177950"/>
                </a:lnTo>
                <a:lnTo>
                  <a:pt x="127368" y="182880"/>
                </a:lnTo>
                <a:lnTo>
                  <a:pt x="108204" y="182880"/>
                </a:lnTo>
                <a:lnTo>
                  <a:pt x="108210" y="205740"/>
                </a:lnTo>
                <a:lnTo>
                  <a:pt x="85344" y="205740"/>
                </a:lnTo>
                <a:lnTo>
                  <a:pt x="69318" y="238887"/>
                </a:lnTo>
                <a:lnTo>
                  <a:pt x="50863" y="269748"/>
                </a:lnTo>
                <a:lnTo>
                  <a:pt x="29837" y="298323"/>
                </a:lnTo>
                <a:lnTo>
                  <a:pt x="6096" y="324612"/>
                </a:lnTo>
                <a:close/>
              </a:path>
              <a:path w="402589" h="405764">
                <a:moveTo>
                  <a:pt x="152400" y="249935"/>
                </a:moveTo>
                <a:lnTo>
                  <a:pt x="146304" y="249935"/>
                </a:lnTo>
                <a:lnTo>
                  <a:pt x="141732" y="243840"/>
                </a:lnTo>
                <a:lnTo>
                  <a:pt x="137160" y="231647"/>
                </a:lnTo>
                <a:lnTo>
                  <a:pt x="131778" y="218241"/>
                </a:lnTo>
                <a:lnTo>
                  <a:pt x="124968" y="205549"/>
                </a:lnTo>
                <a:lnTo>
                  <a:pt x="117014" y="193714"/>
                </a:lnTo>
                <a:lnTo>
                  <a:pt x="108204" y="182880"/>
                </a:lnTo>
                <a:lnTo>
                  <a:pt x="127368" y="182880"/>
                </a:lnTo>
                <a:lnTo>
                  <a:pt x="157924" y="209359"/>
                </a:lnTo>
                <a:lnTo>
                  <a:pt x="161544" y="220980"/>
                </a:lnTo>
                <a:lnTo>
                  <a:pt x="161544" y="227076"/>
                </a:lnTo>
                <a:lnTo>
                  <a:pt x="158496" y="239268"/>
                </a:lnTo>
                <a:lnTo>
                  <a:pt x="155448" y="245364"/>
                </a:lnTo>
                <a:lnTo>
                  <a:pt x="152400" y="249935"/>
                </a:lnTo>
                <a:close/>
              </a:path>
              <a:path w="402589" h="405764">
                <a:moveTo>
                  <a:pt x="190499" y="243840"/>
                </a:moveTo>
                <a:lnTo>
                  <a:pt x="173736" y="228600"/>
                </a:lnTo>
                <a:lnTo>
                  <a:pt x="348996" y="228600"/>
                </a:lnTo>
                <a:lnTo>
                  <a:pt x="348996" y="188976"/>
                </a:lnTo>
                <a:lnTo>
                  <a:pt x="370684" y="188976"/>
                </a:lnTo>
                <a:lnTo>
                  <a:pt x="371127" y="215241"/>
                </a:lnTo>
                <a:lnTo>
                  <a:pt x="371617" y="236886"/>
                </a:lnTo>
                <a:lnTo>
                  <a:pt x="371656" y="239268"/>
                </a:lnTo>
                <a:lnTo>
                  <a:pt x="231648" y="239268"/>
                </a:lnTo>
                <a:lnTo>
                  <a:pt x="220503" y="239553"/>
                </a:lnTo>
                <a:lnTo>
                  <a:pt x="209931" y="240411"/>
                </a:lnTo>
                <a:lnTo>
                  <a:pt x="199929" y="241839"/>
                </a:lnTo>
                <a:lnTo>
                  <a:pt x="190499" y="243840"/>
                </a:lnTo>
                <a:close/>
              </a:path>
              <a:path w="402589" h="405764">
                <a:moveTo>
                  <a:pt x="83820" y="405384"/>
                </a:moveTo>
                <a:lnTo>
                  <a:pt x="84701" y="369689"/>
                </a:lnTo>
                <a:lnTo>
                  <a:pt x="85090" y="330708"/>
                </a:lnTo>
                <a:lnTo>
                  <a:pt x="85217" y="303466"/>
                </a:lnTo>
                <a:lnTo>
                  <a:pt x="85344" y="205740"/>
                </a:lnTo>
                <a:lnTo>
                  <a:pt x="108210" y="205740"/>
                </a:lnTo>
                <a:lnTo>
                  <a:pt x="108330" y="298323"/>
                </a:lnTo>
                <a:lnTo>
                  <a:pt x="108798" y="360426"/>
                </a:lnTo>
                <a:lnTo>
                  <a:pt x="109728" y="391668"/>
                </a:lnTo>
                <a:lnTo>
                  <a:pt x="83820" y="405384"/>
                </a:lnTo>
                <a:close/>
              </a:path>
              <a:path w="402589" h="405764">
                <a:moveTo>
                  <a:pt x="348996" y="262128"/>
                </a:moveTo>
                <a:lnTo>
                  <a:pt x="348996" y="239268"/>
                </a:lnTo>
                <a:lnTo>
                  <a:pt x="371656" y="239268"/>
                </a:lnTo>
                <a:lnTo>
                  <a:pt x="371855" y="251459"/>
                </a:lnTo>
                <a:lnTo>
                  <a:pt x="348996" y="262128"/>
                </a:lnTo>
                <a:close/>
              </a:path>
              <a:path w="402589" h="405764">
                <a:moveTo>
                  <a:pt x="281940" y="316992"/>
                </a:moveTo>
                <a:lnTo>
                  <a:pt x="277368" y="316992"/>
                </a:lnTo>
                <a:lnTo>
                  <a:pt x="274320" y="312420"/>
                </a:lnTo>
                <a:lnTo>
                  <a:pt x="271272" y="303276"/>
                </a:lnTo>
                <a:lnTo>
                  <a:pt x="266985" y="292417"/>
                </a:lnTo>
                <a:lnTo>
                  <a:pt x="260985" y="280416"/>
                </a:lnTo>
                <a:lnTo>
                  <a:pt x="253269" y="267271"/>
                </a:lnTo>
                <a:lnTo>
                  <a:pt x="243840" y="252983"/>
                </a:lnTo>
                <a:lnTo>
                  <a:pt x="246887" y="249935"/>
                </a:lnTo>
                <a:lnTo>
                  <a:pt x="284392" y="275010"/>
                </a:lnTo>
                <a:lnTo>
                  <a:pt x="294132" y="291083"/>
                </a:lnTo>
                <a:lnTo>
                  <a:pt x="294132" y="297180"/>
                </a:lnTo>
                <a:lnTo>
                  <a:pt x="292608" y="303276"/>
                </a:lnTo>
                <a:lnTo>
                  <a:pt x="288036" y="307847"/>
                </a:lnTo>
                <a:lnTo>
                  <a:pt x="283463" y="313944"/>
                </a:lnTo>
                <a:lnTo>
                  <a:pt x="281940" y="316992"/>
                </a:lnTo>
                <a:close/>
              </a:path>
              <a:path w="402589" h="405764">
                <a:moveTo>
                  <a:pt x="313944" y="387096"/>
                </a:moveTo>
                <a:lnTo>
                  <a:pt x="239268" y="387096"/>
                </a:lnTo>
                <a:lnTo>
                  <a:pt x="226147" y="384476"/>
                </a:lnTo>
                <a:lnTo>
                  <a:pt x="208774" y="344614"/>
                </a:lnTo>
                <a:lnTo>
                  <a:pt x="208648" y="321564"/>
                </a:lnTo>
                <a:lnTo>
                  <a:pt x="208524" y="312420"/>
                </a:lnTo>
                <a:lnTo>
                  <a:pt x="208145" y="296608"/>
                </a:lnTo>
                <a:lnTo>
                  <a:pt x="207263" y="278892"/>
                </a:lnTo>
                <a:lnTo>
                  <a:pt x="243840" y="294132"/>
                </a:lnTo>
                <a:lnTo>
                  <a:pt x="231648" y="304800"/>
                </a:lnTo>
                <a:lnTo>
                  <a:pt x="231648" y="347472"/>
                </a:lnTo>
                <a:lnTo>
                  <a:pt x="233338" y="356568"/>
                </a:lnTo>
                <a:lnTo>
                  <a:pt x="238315" y="363093"/>
                </a:lnTo>
                <a:lnTo>
                  <a:pt x="246435" y="366760"/>
                </a:lnTo>
                <a:lnTo>
                  <a:pt x="257556" y="367284"/>
                </a:lnTo>
                <a:lnTo>
                  <a:pt x="353347" y="367284"/>
                </a:lnTo>
                <a:lnTo>
                  <a:pt x="348876" y="375094"/>
                </a:lnTo>
                <a:lnTo>
                  <a:pt x="339661" y="382524"/>
                </a:lnTo>
                <a:lnTo>
                  <a:pt x="327874" y="386524"/>
                </a:lnTo>
                <a:lnTo>
                  <a:pt x="313944" y="387096"/>
                </a:lnTo>
                <a:close/>
              </a:path>
              <a:path w="402589" h="405764">
                <a:moveTo>
                  <a:pt x="390144" y="367284"/>
                </a:moveTo>
                <a:lnTo>
                  <a:pt x="385572" y="367284"/>
                </a:lnTo>
                <a:lnTo>
                  <a:pt x="384048" y="364236"/>
                </a:lnTo>
                <a:lnTo>
                  <a:pt x="381000" y="359664"/>
                </a:lnTo>
                <a:lnTo>
                  <a:pt x="364783" y="323278"/>
                </a:lnTo>
                <a:lnTo>
                  <a:pt x="344424" y="294132"/>
                </a:lnTo>
                <a:lnTo>
                  <a:pt x="348996" y="291083"/>
                </a:lnTo>
                <a:lnTo>
                  <a:pt x="360092" y="297060"/>
                </a:lnTo>
                <a:lnTo>
                  <a:pt x="370332" y="303466"/>
                </a:lnTo>
                <a:lnTo>
                  <a:pt x="379428" y="310157"/>
                </a:lnTo>
                <a:lnTo>
                  <a:pt x="387096" y="316992"/>
                </a:lnTo>
                <a:lnTo>
                  <a:pt x="393977" y="322945"/>
                </a:lnTo>
                <a:lnTo>
                  <a:pt x="398716" y="329184"/>
                </a:lnTo>
                <a:lnTo>
                  <a:pt x="401454" y="335422"/>
                </a:lnTo>
                <a:lnTo>
                  <a:pt x="402336" y="341376"/>
                </a:lnTo>
                <a:lnTo>
                  <a:pt x="402336" y="345948"/>
                </a:lnTo>
                <a:lnTo>
                  <a:pt x="400812" y="352044"/>
                </a:lnTo>
                <a:lnTo>
                  <a:pt x="391668" y="364236"/>
                </a:lnTo>
                <a:lnTo>
                  <a:pt x="390144" y="367284"/>
                </a:lnTo>
                <a:close/>
              </a:path>
              <a:path w="402589" h="405764">
                <a:moveTo>
                  <a:pt x="158496" y="367284"/>
                </a:moveTo>
                <a:lnTo>
                  <a:pt x="141732" y="367284"/>
                </a:lnTo>
                <a:lnTo>
                  <a:pt x="140208" y="365760"/>
                </a:lnTo>
                <a:lnTo>
                  <a:pt x="137160" y="364236"/>
                </a:lnTo>
                <a:lnTo>
                  <a:pt x="135636" y="362712"/>
                </a:lnTo>
                <a:lnTo>
                  <a:pt x="135683" y="356568"/>
                </a:lnTo>
                <a:lnTo>
                  <a:pt x="140208" y="352044"/>
                </a:lnTo>
                <a:lnTo>
                  <a:pt x="146304" y="344424"/>
                </a:lnTo>
                <a:lnTo>
                  <a:pt x="152876" y="336137"/>
                </a:lnTo>
                <a:lnTo>
                  <a:pt x="158877" y="324993"/>
                </a:lnTo>
                <a:lnTo>
                  <a:pt x="164306" y="310991"/>
                </a:lnTo>
                <a:lnTo>
                  <a:pt x="169163" y="294132"/>
                </a:lnTo>
                <a:lnTo>
                  <a:pt x="176784" y="294132"/>
                </a:lnTo>
                <a:lnTo>
                  <a:pt x="175498" y="339566"/>
                </a:lnTo>
                <a:lnTo>
                  <a:pt x="173736" y="348996"/>
                </a:lnTo>
                <a:lnTo>
                  <a:pt x="172211" y="359664"/>
                </a:lnTo>
                <a:lnTo>
                  <a:pt x="167640" y="364236"/>
                </a:lnTo>
                <a:lnTo>
                  <a:pt x="158496" y="367284"/>
                </a:lnTo>
                <a:close/>
              </a:path>
              <a:path w="402589" h="405764">
                <a:moveTo>
                  <a:pt x="353347" y="367284"/>
                </a:moveTo>
                <a:lnTo>
                  <a:pt x="306324" y="367284"/>
                </a:lnTo>
                <a:lnTo>
                  <a:pt x="313467" y="364998"/>
                </a:lnTo>
                <a:lnTo>
                  <a:pt x="318897" y="360426"/>
                </a:lnTo>
                <a:lnTo>
                  <a:pt x="322611" y="353568"/>
                </a:lnTo>
                <a:lnTo>
                  <a:pt x="324612" y="344424"/>
                </a:lnTo>
                <a:lnTo>
                  <a:pt x="327255" y="322945"/>
                </a:lnTo>
                <a:lnTo>
                  <a:pt x="329184" y="306323"/>
                </a:lnTo>
                <a:lnTo>
                  <a:pt x="336804" y="306323"/>
                </a:lnTo>
                <a:lnTo>
                  <a:pt x="338328" y="344424"/>
                </a:lnTo>
                <a:lnTo>
                  <a:pt x="355092" y="364236"/>
                </a:lnTo>
                <a:lnTo>
                  <a:pt x="353347" y="36728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" name="object 18"/>
          <p:cNvSpPr/>
          <p:nvPr/>
        </p:nvSpPr>
        <p:spPr>
          <a:xfrm>
            <a:off x="4358639" y="2365248"/>
            <a:ext cx="387350" cy="405765"/>
          </a:xfrm>
          <a:custGeom>
            <a:avLst/>
            <a:gdLst/>
            <a:ahLst/>
            <a:cxnLst/>
            <a:rect l="l" t="t" r="r" b="b"/>
            <a:pathLst>
              <a:path w="387350" h="405764">
                <a:moveTo>
                  <a:pt x="199644" y="71628"/>
                </a:moveTo>
                <a:lnTo>
                  <a:pt x="193548" y="71628"/>
                </a:lnTo>
                <a:lnTo>
                  <a:pt x="190500" y="67056"/>
                </a:lnTo>
                <a:lnTo>
                  <a:pt x="188976" y="56388"/>
                </a:lnTo>
                <a:lnTo>
                  <a:pt x="185547" y="44648"/>
                </a:lnTo>
                <a:lnTo>
                  <a:pt x="179832" y="32194"/>
                </a:lnTo>
                <a:lnTo>
                  <a:pt x="171831" y="18883"/>
                </a:lnTo>
                <a:lnTo>
                  <a:pt x="161544" y="4572"/>
                </a:lnTo>
                <a:lnTo>
                  <a:pt x="164592" y="0"/>
                </a:lnTo>
                <a:lnTo>
                  <a:pt x="201239" y="22288"/>
                </a:lnTo>
                <a:lnTo>
                  <a:pt x="214884" y="39624"/>
                </a:lnTo>
                <a:lnTo>
                  <a:pt x="214884" y="51816"/>
                </a:lnTo>
                <a:lnTo>
                  <a:pt x="213360" y="56388"/>
                </a:lnTo>
                <a:lnTo>
                  <a:pt x="207264" y="62484"/>
                </a:lnTo>
                <a:lnTo>
                  <a:pt x="202692" y="68580"/>
                </a:lnTo>
                <a:lnTo>
                  <a:pt x="199644" y="71628"/>
                </a:lnTo>
                <a:close/>
              </a:path>
              <a:path w="387350" h="405764">
                <a:moveTo>
                  <a:pt x="36576" y="140208"/>
                </a:moveTo>
                <a:lnTo>
                  <a:pt x="28956" y="140208"/>
                </a:lnTo>
                <a:lnTo>
                  <a:pt x="24384" y="138684"/>
                </a:lnTo>
                <a:lnTo>
                  <a:pt x="15240" y="132588"/>
                </a:lnTo>
                <a:lnTo>
                  <a:pt x="13716" y="131064"/>
                </a:lnTo>
                <a:lnTo>
                  <a:pt x="13716" y="124968"/>
                </a:lnTo>
                <a:lnTo>
                  <a:pt x="18288" y="118872"/>
                </a:lnTo>
                <a:lnTo>
                  <a:pt x="27432" y="109728"/>
                </a:lnTo>
                <a:lnTo>
                  <a:pt x="35742" y="100298"/>
                </a:lnTo>
                <a:lnTo>
                  <a:pt x="42481" y="88011"/>
                </a:lnTo>
                <a:lnTo>
                  <a:pt x="47791" y="72866"/>
                </a:lnTo>
                <a:lnTo>
                  <a:pt x="51816" y="54864"/>
                </a:lnTo>
                <a:lnTo>
                  <a:pt x="59436" y="54864"/>
                </a:lnTo>
                <a:lnTo>
                  <a:pt x="59436" y="76200"/>
                </a:lnTo>
                <a:lnTo>
                  <a:pt x="366422" y="76200"/>
                </a:lnTo>
                <a:lnTo>
                  <a:pt x="375699" y="86868"/>
                </a:lnTo>
                <a:lnTo>
                  <a:pt x="59436" y="86868"/>
                </a:lnTo>
                <a:lnTo>
                  <a:pt x="58840" y="105179"/>
                </a:lnTo>
                <a:lnTo>
                  <a:pt x="56959" y="119062"/>
                </a:lnTo>
                <a:lnTo>
                  <a:pt x="53649" y="128658"/>
                </a:lnTo>
                <a:lnTo>
                  <a:pt x="48768" y="134112"/>
                </a:lnTo>
                <a:lnTo>
                  <a:pt x="36576" y="140208"/>
                </a:lnTo>
                <a:close/>
              </a:path>
              <a:path w="387350" h="405764">
                <a:moveTo>
                  <a:pt x="366422" y="76200"/>
                </a:moveTo>
                <a:lnTo>
                  <a:pt x="332232" y="76200"/>
                </a:lnTo>
                <a:lnTo>
                  <a:pt x="350520" y="57912"/>
                </a:lnTo>
                <a:lnTo>
                  <a:pt x="366422" y="76200"/>
                </a:lnTo>
                <a:close/>
              </a:path>
              <a:path w="387350" h="405764">
                <a:moveTo>
                  <a:pt x="318516" y="134112"/>
                </a:moveTo>
                <a:lnTo>
                  <a:pt x="312420" y="131064"/>
                </a:lnTo>
                <a:lnTo>
                  <a:pt x="335280" y="86868"/>
                </a:lnTo>
                <a:lnTo>
                  <a:pt x="375699" y="86868"/>
                </a:lnTo>
                <a:lnTo>
                  <a:pt x="381000" y="92964"/>
                </a:lnTo>
                <a:lnTo>
                  <a:pt x="367807" y="95535"/>
                </a:lnTo>
                <a:lnTo>
                  <a:pt x="353187" y="103251"/>
                </a:lnTo>
                <a:lnTo>
                  <a:pt x="336851" y="116109"/>
                </a:lnTo>
                <a:lnTo>
                  <a:pt x="318516" y="134112"/>
                </a:lnTo>
                <a:close/>
              </a:path>
              <a:path w="387350" h="405764">
                <a:moveTo>
                  <a:pt x="42672" y="176784"/>
                </a:moveTo>
                <a:lnTo>
                  <a:pt x="27432" y="160020"/>
                </a:lnTo>
                <a:lnTo>
                  <a:pt x="298704" y="160020"/>
                </a:lnTo>
                <a:lnTo>
                  <a:pt x="323088" y="135636"/>
                </a:lnTo>
                <a:lnTo>
                  <a:pt x="358140" y="170688"/>
                </a:lnTo>
                <a:lnTo>
                  <a:pt x="85344" y="170688"/>
                </a:lnTo>
                <a:lnTo>
                  <a:pt x="74175" y="170997"/>
                </a:lnTo>
                <a:lnTo>
                  <a:pt x="63436" y="172021"/>
                </a:lnTo>
                <a:lnTo>
                  <a:pt x="52982" y="173902"/>
                </a:lnTo>
                <a:lnTo>
                  <a:pt x="42672" y="176784"/>
                </a:lnTo>
                <a:close/>
              </a:path>
              <a:path w="387350" h="405764">
                <a:moveTo>
                  <a:pt x="207264" y="350520"/>
                </a:moveTo>
                <a:lnTo>
                  <a:pt x="182880" y="350520"/>
                </a:lnTo>
                <a:lnTo>
                  <a:pt x="182880" y="170688"/>
                </a:lnTo>
                <a:lnTo>
                  <a:pt x="207264" y="170688"/>
                </a:lnTo>
                <a:lnTo>
                  <a:pt x="207264" y="256032"/>
                </a:lnTo>
                <a:lnTo>
                  <a:pt x="330708" y="256032"/>
                </a:lnTo>
                <a:lnTo>
                  <a:pt x="341376" y="266700"/>
                </a:lnTo>
                <a:lnTo>
                  <a:pt x="207264" y="266700"/>
                </a:lnTo>
                <a:lnTo>
                  <a:pt x="207264" y="350520"/>
                </a:lnTo>
                <a:close/>
              </a:path>
              <a:path w="387350" h="405764">
                <a:moveTo>
                  <a:pt x="3048" y="405384"/>
                </a:moveTo>
                <a:lnTo>
                  <a:pt x="0" y="400812"/>
                </a:lnTo>
                <a:lnTo>
                  <a:pt x="15144" y="384810"/>
                </a:lnTo>
                <a:lnTo>
                  <a:pt x="28575" y="368808"/>
                </a:lnTo>
                <a:lnTo>
                  <a:pt x="50292" y="336804"/>
                </a:lnTo>
                <a:lnTo>
                  <a:pt x="70008" y="287297"/>
                </a:lnTo>
                <a:lnTo>
                  <a:pt x="78867" y="238506"/>
                </a:lnTo>
                <a:lnTo>
                  <a:pt x="82296" y="205740"/>
                </a:lnTo>
                <a:lnTo>
                  <a:pt x="123444" y="227076"/>
                </a:lnTo>
                <a:lnTo>
                  <a:pt x="101369" y="269486"/>
                </a:lnTo>
                <a:lnTo>
                  <a:pt x="99060" y="278892"/>
                </a:lnTo>
                <a:lnTo>
                  <a:pt x="106519" y="289560"/>
                </a:lnTo>
                <a:lnTo>
                  <a:pt x="96012" y="289560"/>
                </a:lnTo>
                <a:lnTo>
                  <a:pt x="79057" y="325183"/>
                </a:lnTo>
                <a:lnTo>
                  <a:pt x="50411" y="367022"/>
                </a:lnTo>
                <a:lnTo>
                  <a:pt x="21312" y="392596"/>
                </a:lnTo>
                <a:lnTo>
                  <a:pt x="3048" y="405384"/>
                </a:lnTo>
                <a:close/>
              </a:path>
              <a:path w="387350" h="405764">
                <a:moveTo>
                  <a:pt x="330708" y="256032"/>
                </a:moveTo>
                <a:lnTo>
                  <a:pt x="284988" y="256032"/>
                </a:lnTo>
                <a:lnTo>
                  <a:pt x="307847" y="233172"/>
                </a:lnTo>
                <a:lnTo>
                  <a:pt x="330708" y="256032"/>
                </a:lnTo>
                <a:close/>
              </a:path>
              <a:path w="387350" h="405764">
                <a:moveTo>
                  <a:pt x="350520" y="394716"/>
                </a:moveTo>
                <a:lnTo>
                  <a:pt x="308562" y="393906"/>
                </a:lnTo>
                <a:lnTo>
                  <a:pt x="241220" y="388286"/>
                </a:lnTo>
                <a:lnTo>
                  <a:pt x="195572" y="378594"/>
                </a:lnTo>
                <a:lnTo>
                  <a:pt x="159615" y="361973"/>
                </a:lnTo>
                <a:lnTo>
                  <a:pt x="119253" y="323469"/>
                </a:lnTo>
                <a:lnTo>
                  <a:pt x="96012" y="289560"/>
                </a:lnTo>
                <a:lnTo>
                  <a:pt x="106519" y="289560"/>
                </a:lnTo>
                <a:lnTo>
                  <a:pt x="108251" y="292036"/>
                </a:lnTo>
                <a:lnTo>
                  <a:pt x="117729" y="304038"/>
                </a:lnTo>
                <a:lnTo>
                  <a:pt x="150090" y="333160"/>
                </a:lnTo>
                <a:lnTo>
                  <a:pt x="182880" y="350520"/>
                </a:lnTo>
                <a:lnTo>
                  <a:pt x="207264" y="350520"/>
                </a:lnTo>
                <a:lnTo>
                  <a:pt x="207264" y="356616"/>
                </a:lnTo>
                <a:lnTo>
                  <a:pt x="231243" y="360592"/>
                </a:lnTo>
                <a:lnTo>
                  <a:pt x="255079" y="363283"/>
                </a:lnTo>
                <a:lnTo>
                  <a:pt x="278630" y="364545"/>
                </a:lnTo>
                <a:lnTo>
                  <a:pt x="387096" y="364545"/>
                </a:lnTo>
                <a:lnTo>
                  <a:pt x="387096" y="367284"/>
                </a:lnTo>
                <a:lnTo>
                  <a:pt x="373880" y="370713"/>
                </a:lnTo>
                <a:lnTo>
                  <a:pt x="363664" y="376428"/>
                </a:lnTo>
                <a:lnTo>
                  <a:pt x="356020" y="384429"/>
                </a:lnTo>
                <a:lnTo>
                  <a:pt x="350520" y="394716"/>
                </a:lnTo>
                <a:close/>
              </a:path>
              <a:path w="387350" h="405764">
                <a:moveTo>
                  <a:pt x="387096" y="364545"/>
                </a:moveTo>
                <a:lnTo>
                  <a:pt x="278630" y="364545"/>
                </a:lnTo>
                <a:lnTo>
                  <a:pt x="325159" y="363974"/>
                </a:lnTo>
                <a:lnTo>
                  <a:pt x="347281" y="363283"/>
                </a:lnTo>
                <a:lnTo>
                  <a:pt x="367974" y="362307"/>
                </a:lnTo>
                <a:lnTo>
                  <a:pt x="387096" y="361188"/>
                </a:lnTo>
                <a:lnTo>
                  <a:pt x="387096" y="36454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" name="object 19"/>
          <p:cNvSpPr/>
          <p:nvPr/>
        </p:nvSpPr>
        <p:spPr>
          <a:xfrm>
            <a:off x="4815840" y="2377439"/>
            <a:ext cx="373380" cy="381000"/>
          </a:xfrm>
          <a:custGeom>
            <a:avLst/>
            <a:gdLst/>
            <a:ahLst/>
            <a:cxnLst/>
            <a:rect l="l" t="t" r="r" b="b"/>
            <a:pathLst>
              <a:path w="373379" h="381000">
                <a:moveTo>
                  <a:pt x="24383" y="380999"/>
                </a:moveTo>
                <a:lnTo>
                  <a:pt x="0" y="358139"/>
                </a:lnTo>
                <a:lnTo>
                  <a:pt x="10667" y="348996"/>
                </a:lnTo>
                <a:lnTo>
                  <a:pt x="10667" y="106679"/>
                </a:lnTo>
                <a:lnTo>
                  <a:pt x="10429" y="82676"/>
                </a:lnTo>
                <a:lnTo>
                  <a:pt x="9382" y="34670"/>
                </a:lnTo>
                <a:lnTo>
                  <a:pt x="9143" y="10667"/>
                </a:lnTo>
                <a:lnTo>
                  <a:pt x="35051" y="24383"/>
                </a:lnTo>
                <a:lnTo>
                  <a:pt x="301751" y="24383"/>
                </a:lnTo>
                <a:lnTo>
                  <a:pt x="329183" y="0"/>
                </a:lnTo>
                <a:lnTo>
                  <a:pt x="359663" y="35051"/>
                </a:lnTo>
                <a:lnTo>
                  <a:pt x="239267" y="35051"/>
                </a:lnTo>
                <a:lnTo>
                  <a:pt x="239267" y="243839"/>
                </a:lnTo>
                <a:lnTo>
                  <a:pt x="240434" y="258079"/>
                </a:lnTo>
                <a:lnTo>
                  <a:pt x="244030" y="268604"/>
                </a:lnTo>
                <a:lnTo>
                  <a:pt x="250197" y="275129"/>
                </a:lnTo>
                <a:lnTo>
                  <a:pt x="259079" y="277367"/>
                </a:lnTo>
                <a:lnTo>
                  <a:pt x="306324" y="277367"/>
                </a:lnTo>
                <a:lnTo>
                  <a:pt x="329183" y="195071"/>
                </a:lnTo>
                <a:lnTo>
                  <a:pt x="336804" y="195071"/>
                </a:lnTo>
                <a:lnTo>
                  <a:pt x="339852" y="245363"/>
                </a:lnTo>
                <a:lnTo>
                  <a:pt x="361187" y="271272"/>
                </a:lnTo>
                <a:lnTo>
                  <a:pt x="353139" y="283011"/>
                </a:lnTo>
                <a:lnTo>
                  <a:pt x="342519" y="290893"/>
                </a:lnTo>
                <a:lnTo>
                  <a:pt x="329041" y="295060"/>
                </a:lnTo>
                <a:lnTo>
                  <a:pt x="312419" y="295655"/>
                </a:lnTo>
                <a:lnTo>
                  <a:pt x="248411" y="295655"/>
                </a:lnTo>
                <a:lnTo>
                  <a:pt x="234410" y="293131"/>
                </a:lnTo>
                <a:lnTo>
                  <a:pt x="224408" y="285749"/>
                </a:lnTo>
                <a:lnTo>
                  <a:pt x="218408" y="273796"/>
                </a:lnTo>
                <a:lnTo>
                  <a:pt x="216407" y="257555"/>
                </a:lnTo>
                <a:lnTo>
                  <a:pt x="216407" y="35051"/>
                </a:lnTo>
                <a:lnTo>
                  <a:pt x="144779" y="35051"/>
                </a:lnTo>
                <a:lnTo>
                  <a:pt x="143636" y="88391"/>
                </a:lnTo>
                <a:lnTo>
                  <a:pt x="140207" y="137159"/>
                </a:lnTo>
                <a:lnTo>
                  <a:pt x="133540" y="182879"/>
                </a:lnTo>
                <a:lnTo>
                  <a:pt x="118871" y="228599"/>
                </a:lnTo>
                <a:lnTo>
                  <a:pt x="93725" y="274320"/>
                </a:lnTo>
                <a:lnTo>
                  <a:pt x="54863" y="320039"/>
                </a:lnTo>
                <a:lnTo>
                  <a:pt x="50291" y="315467"/>
                </a:lnTo>
                <a:lnTo>
                  <a:pt x="66270" y="291798"/>
                </a:lnTo>
                <a:lnTo>
                  <a:pt x="79819" y="268985"/>
                </a:lnTo>
                <a:lnTo>
                  <a:pt x="99059" y="227075"/>
                </a:lnTo>
                <a:lnTo>
                  <a:pt x="110299" y="184784"/>
                </a:lnTo>
                <a:lnTo>
                  <a:pt x="117824" y="116490"/>
                </a:lnTo>
                <a:lnTo>
                  <a:pt x="120110" y="63912"/>
                </a:lnTo>
                <a:lnTo>
                  <a:pt x="120395" y="35051"/>
                </a:lnTo>
                <a:lnTo>
                  <a:pt x="35051" y="35051"/>
                </a:lnTo>
                <a:lnTo>
                  <a:pt x="35051" y="355091"/>
                </a:lnTo>
                <a:lnTo>
                  <a:pt x="310895" y="355091"/>
                </a:lnTo>
                <a:lnTo>
                  <a:pt x="336804" y="329184"/>
                </a:lnTo>
                <a:lnTo>
                  <a:pt x="373380" y="365760"/>
                </a:lnTo>
                <a:lnTo>
                  <a:pt x="36575" y="365760"/>
                </a:lnTo>
                <a:lnTo>
                  <a:pt x="24383" y="38099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" name="object 20"/>
          <p:cNvSpPr/>
          <p:nvPr/>
        </p:nvSpPr>
        <p:spPr>
          <a:xfrm>
            <a:off x="5237988" y="2382011"/>
            <a:ext cx="408940" cy="382905"/>
          </a:xfrm>
          <a:custGeom>
            <a:avLst/>
            <a:gdLst/>
            <a:ahLst/>
            <a:cxnLst/>
            <a:rect l="l" t="t" r="r" b="b"/>
            <a:pathLst>
              <a:path w="408939" h="382905">
                <a:moveTo>
                  <a:pt x="242316" y="36576"/>
                </a:moveTo>
                <a:lnTo>
                  <a:pt x="225552" y="19812"/>
                </a:lnTo>
                <a:lnTo>
                  <a:pt x="347472" y="19812"/>
                </a:lnTo>
                <a:lnTo>
                  <a:pt x="359664" y="4572"/>
                </a:lnTo>
                <a:lnTo>
                  <a:pt x="385572" y="25908"/>
                </a:lnTo>
                <a:lnTo>
                  <a:pt x="380346" y="30480"/>
                </a:lnTo>
                <a:lnTo>
                  <a:pt x="283464" y="30480"/>
                </a:lnTo>
                <a:lnTo>
                  <a:pt x="272319" y="30789"/>
                </a:lnTo>
                <a:lnTo>
                  <a:pt x="261747" y="31813"/>
                </a:lnTo>
                <a:lnTo>
                  <a:pt x="251745" y="33694"/>
                </a:lnTo>
                <a:lnTo>
                  <a:pt x="242316" y="36576"/>
                </a:lnTo>
                <a:close/>
              </a:path>
              <a:path w="408939" h="382905">
                <a:moveTo>
                  <a:pt x="374667" y="144780"/>
                </a:moveTo>
                <a:lnTo>
                  <a:pt x="350520" y="144780"/>
                </a:lnTo>
                <a:lnTo>
                  <a:pt x="350520" y="30480"/>
                </a:lnTo>
                <a:lnTo>
                  <a:pt x="380346" y="30480"/>
                </a:lnTo>
                <a:lnTo>
                  <a:pt x="373380" y="36576"/>
                </a:lnTo>
                <a:lnTo>
                  <a:pt x="373618" y="78295"/>
                </a:lnTo>
                <a:lnTo>
                  <a:pt x="374142" y="114300"/>
                </a:lnTo>
                <a:lnTo>
                  <a:pt x="374667" y="144780"/>
                </a:lnTo>
                <a:close/>
              </a:path>
              <a:path w="408939" h="382905">
                <a:moveTo>
                  <a:pt x="368808" y="364236"/>
                </a:moveTo>
                <a:lnTo>
                  <a:pt x="278892" y="364236"/>
                </a:lnTo>
                <a:lnTo>
                  <a:pt x="258913" y="363378"/>
                </a:lnTo>
                <a:lnTo>
                  <a:pt x="244792" y="356235"/>
                </a:lnTo>
                <a:lnTo>
                  <a:pt x="236672" y="342804"/>
                </a:lnTo>
                <a:lnTo>
                  <a:pt x="234696" y="323088"/>
                </a:lnTo>
                <a:lnTo>
                  <a:pt x="234672" y="253626"/>
                </a:lnTo>
                <a:lnTo>
                  <a:pt x="234505" y="198310"/>
                </a:lnTo>
                <a:lnTo>
                  <a:pt x="234053" y="156995"/>
                </a:lnTo>
                <a:lnTo>
                  <a:pt x="233172" y="129540"/>
                </a:lnTo>
                <a:lnTo>
                  <a:pt x="257556" y="144780"/>
                </a:lnTo>
                <a:lnTo>
                  <a:pt x="374667" y="144780"/>
                </a:lnTo>
                <a:lnTo>
                  <a:pt x="374771" y="155448"/>
                </a:lnTo>
                <a:lnTo>
                  <a:pt x="257556" y="155448"/>
                </a:lnTo>
                <a:lnTo>
                  <a:pt x="257556" y="315468"/>
                </a:lnTo>
                <a:lnTo>
                  <a:pt x="259270" y="329231"/>
                </a:lnTo>
                <a:lnTo>
                  <a:pt x="264414" y="338709"/>
                </a:lnTo>
                <a:lnTo>
                  <a:pt x="272986" y="344185"/>
                </a:lnTo>
                <a:lnTo>
                  <a:pt x="284988" y="345948"/>
                </a:lnTo>
                <a:lnTo>
                  <a:pt x="404883" y="345948"/>
                </a:lnTo>
                <a:lnTo>
                  <a:pt x="401597" y="351591"/>
                </a:lnTo>
                <a:lnTo>
                  <a:pt x="392620" y="359473"/>
                </a:lnTo>
                <a:lnTo>
                  <a:pt x="381642" y="363640"/>
                </a:lnTo>
                <a:lnTo>
                  <a:pt x="368808" y="364236"/>
                </a:lnTo>
                <a:close/>
              </a:path>
              <a:path w="408939" h="382905">
                <a:moveTo>
                  <a:pt x="350520" y="179832"/>
                </a:moveTo>
                <a:lnTo>
                  <a:pt x="350520" y="155448"/>
                </a:lnTo>
                <a:lnTo>
                  <a:pt x="374771" y="155448"/>
                </a:lnTo>
                <a:lnTo>
                  <a:pt x="374904" y="169164"/>
                </a:lnTo>
                <a:lnTo>
                  <a:pt x="350520" y="179832"/>
                </a:lnTo>
                <a:close/>
              </a:path>
              <a:path w="408939" h="382905">
                <a:moveTo>
                  <a:pt x="404883" y="345948"/>
                </a:moveTo>
                <a:lnTo>
                  <a:pt x="364236" y="345948"/>
                </a:lnTo>
                <a:lnTo>
                  <a:pt x="370332" y="339852"/>
                </a:lnTo>
                <a:lnTo>
                  <a:pt x="371856" y="327660"/>
                </a:lnTo>
                <a:lnTo>
                  <a:pt x="373880" y="317420"/>
                </a:lnTo>
                <a:lnTo>
                  <a:pt x="375475" y="302895"/>
                </a:lnTo>
                <a:lnTo>
                  <a:pt x="376785" y="284368"/>
                </a:lnTo>
                <a:lnTo>
                  <a:pt x="377952" y="262128"/>
                </a:lnTo>
                <a:lnTo>
                  <a:pt x="385572" y="262128"/>
                </a:lnTo>
                <a:lnTo>
                  <a:pt x="388143" y="306705"/>
                </a:lnTo>
                <a:lnTo>
                  <a:pt x="408432" y="339852"/>
                </a:lnTo>
                <a:lnTo>
                  <a:pt x="404883" y="345948"/>
                </a:lnTo>
                <a:close/>
              </a:path>
              <a:path w="408939" h="382905">
                <a:moveTo>
                  <a:pt x="15240" y="36576"/>
                </a:moveTo>
                <a:lnTo>
                  <a:pt x="0" y="19812"/>
                </a:lnTo>
                <a:lnTo>
                  <a:pt x="175260" y="19812"/>
                </a:lnTo>
                <a:lnTo>
                  <a:pt x="196596" y="0"/>
                </a:lnTo>
                <a:lnTo>
                  <a:pt x="224028" y="30480"/>
                </a:lnTo>
                <a:lnTo>
                  <a:pt x="57912" y="30480"/>
                </a:lnTo>
                <a:lnTo>
                  <a:pt x="46743" y="30789"/>
                </a:lnTo>
                <a:lnTo>
                  <a:pt x="36004" y="31813"/>
                </a:lnTo>
                <a:lnTo>
                  <a:pt x="25550" y="33694"/>
                </a:lnTo>
                <a:lnTo>
                  <a:pt x="15240" y="36576"/>
                </a:lnTo>
                <a:close/>
              </a:path>
              <a:path w="408939" h="382905">
                <a:moveTo>
                  <a:pt x="100584" y="86868"/>
                </a:moveTo>
                <a:lnTo>
                  <a:pt x="79248" y="86868"/>
                </a:lnTo>
                <a:lnTo>
                  <a:pt x="79248" y="30480"/>
                </a:lnTo>
                <a:lnTo>
                  <a:pt x="100584" y="30480"/>
                </a:lnTo>
                <a:lnTo>
                  <a:pt x="100584" y="86868"/>
                </a:lnTo>
                <a:close/>
              </a:path>
              <a:path w="408939" h="382905">
                <a:moveTo>
                  <a:pt x="146304" y="86868"/>
                </a:moveTo>
                <a:lnTo>
                  <a:pt x="124968" y="86868"/>
                </a:lnTo>
                <a:lnTo>
                  <a:pt x="124968" y="30480"/>
                </a:lnTo>
                <a:lnTo>
                  <a:pt x="146304" y="30480"/>
                </a:lnTo>
                <a:lnTo>
                  <a:pt x="146304" y="86868"/>
                </a:lnTo>
                <a:close/>
              </a:path>
              <a:path w="408939" h="382905">
                <a:moveTo>
                  <a:pt x="205086" y="86868"/>
                </a:moveTo>
                <a:lnTo>
                  <a:pt x="173736" y="86868"/>
                </a:lnTo>
                <a:lnTo>
                  <a:pt x="185928" y="70104"/>
                </a:lnTo>
                <a:lnTo>
                  <a:pt x="205086" y="86868"/>
                </a:lnTo>
                <a:close/>
              </a:path>
              <a:path w="408939" h="382905">
                <a:moveTo>
                  <a:pt x="25908" y="382524"/>
                </a:moveTo>
                <a:lnTo>
                  <a:pt x="26789" y="352472"/>
                </a:lnTo>
                <a:lnTo>
                  <a:pt x="27241" y="316992"/>
                </a:lnTo>
                <a:lnTo>
                  <a:pt x="27352" y="168021"/>
                </a:lnTo>
                <a:lnTo>
                  <a:pt x="27241" y="140398"/>
                </a:lnTo>
                <a:lnTo>
                  <a:pt x="26789" y="103655"/>
                </a:lnTo>
                <a:lnTo>
                  <a:pt x="25908" y="71628"/>
                </a:lnTo>
                <a:lnTo>
                  <a:pt x="50292" y="86868"/>
                </a:lnTo>
                <a:lnTo>
                  <a:pt x="205086" y="86868"/>
                </a:lnTo>
                <a:lnTo>
                  <a:pt x="210312" y="91440"/>
                </a:lnTo>
                <a:lnTo>
                  <a:pt x="205086" y="96012"/>
                </a:lnTo>
                <a:lnTo>
                  <a:pt x="50292" y="96012"/>
                </a:lnTo>
                <a:lnTo>
                  <a:pt x="50292" y="214883"/>
                </a:lnTo>
                <a:lnTo>
                  <a:pt x="61088" y="214883"/>
                </a:lnTo>
                <a:lnTo>
                  <a:pt x="50292" y="225552"/>
                </a:lnTo>
                <a:lnTo>
                  <a:pt x="50292" y="249936"/>
                </a:lnTo>
                <a:lnTo>
                  <a:pt x="198232" y="249936"/>
                </a:lnTo>
                <a:lnTo>
                  <a:pt x="198278" y="260604"/>
                </a:lnTo>
                <a:lnTo>
                  <a:pt x="50292" y="260604"/>
                </a:lnTo>
                <a:lnTo>
                  <a:pt x="50292" y="326136"/>
                </a:lnTo>
                <a:lnTo>
                  <a:pt x="198746" y="326136"/>
                </a:lnTo>
                <a:lnTo>
                  <a:pt x="198866" y="336804"/>
                </a:lnTo>
                <a:lnTo>
                  <a:pt x="50292" y="336804"/>
                </a:lnTo>
                <a:lnTo>
                  <a:pt x="50292" y="373380"/>
                </a:lnTo>
                <a:lnTo>
                  <a:pt x="25908" y="382524"/>
                </a:lnTo>
                <a:close/>
              </a:path>
              <a:path w="408939" h="382905">
                <a:moveTo>
                  <a:pt x="61088" y="214883"/>
                </a:moveTo>
                <a:lnTo>
                  <a:pt x="50292" y="214883"/>
                </a:lnTo>
                <a:lnTo>
                  <a:pt x="63174" y="194595"/>
                </a:lnTo>
                <a:lnTo>
                  <a:pt x="72199" y="168021"/>
                </a:lnTo>
                <a:lnTo>
                  <a:pt x="77509" y="135159"/>
                </a:lnTo>
                <a:lnTo>
                  <a:pt x="79248" y="96012"/>
                </a:lnTo>
                <a:lnTo>
                  <a:pt x="100584" y="96012"/>
                </a:lnTo>
                <a:lnTo>
                  <a:pt x="97440" y="139184"/>
                </a:lnTo>
                <a:lnTo>
                  <a:pt x="88011" y="175069"/>
                </a:lnTo>
                <a:lnTo>
                  <a:pt x="72294" y="203811"/>
                </a:lnTo>
                <a:lnTo>
                  <a:pt x="61088" y="214883"/>
                </a:lnTo>
                <a:close/>
              </a:path>
              <a:path w="408939" h="382905">
                <a:moveTo>
                  <a:pt x="198232" y="249936"/>
                </a:moveTo>
                <a:lnTo>
                  <a:pt x="175260" y="249936"/>
                </a:lnTo>
                <a:lnTo>
                  <a:pt x="175260" y="211836"/>
                </a:lnTo>
                <a:lnTo>
                  <a:pt x="150876" y="211836"/>
                </a:lnTo>
                <a:lnTo>
                  <a:pt x="124968" y="96012"/>
                </a:lnTo>
                <a:lnTo>
                  <a:pt x="146304" y="96012"/>
                </a:lnTo>
                <a:lnTo>
                  <a:pt x="146304" y="187452"/>
                </a:lnTo>
                <a:lnTo>
                  <a:pt x="149352" y="192024"/>
                </a:lnTo>
                <a:lnTo>
                  <a:pt x="198146" y="192024"/>
                </a:lnTo>
                <a:lnTo>
                  <a:pt x="198232" y="249936"/>
                </a:lnTo>
                <a:close/>
              </a:path>
              <a:path w="408939" h="382905">
                <a:moveTo>
                  <a:pt x="198146" y="192024"/>
                </a:moveTo>
                <a:lnTo>
                  <a:pt x="175260" y="192024"/>
                </a:lnTo>
                <a:lnTo>
                  <a:pt x="175260" y="96012"/>
                </a:lnTo>
                <a:lnTo>
                  <a:pt x="205086" y="96012"/>
                </a:lnTo>
                <a:lnTo>
                  <a:pt x="198120" y="102108"/>
                </a:lnTo>
                <a:lnTo>
                  <a:pt x="198146" y="192024"/>
                </a:lnTo>
                <a:close/>
              </a:path>
              <a:path w="408939" h="382905">
                <a:moveTo>
                  <a:pt x="198746" y="326136"/>
                </a:moveTo>
                <a:lnTo>
                  <a:pt x="175260" y="326136"/>
                </a:lnTo>
                <a:lnTo>
                  <a:pt x="175260" y="260604"/>
                </a:lnTo>
                <a:lnTo>
                  <a:pt x="198278" y="260604"/>
                </a:lnTo>
                <a:lnTo>
                  <a:pt x="198449" y="299618"/>
                </a:lnTo>
                <a:lnTo>
                  <a:pt x="198746" y="326136"/>
                </a:lnTo>
                <a:close/>
              </a:path>
              <a:path w="408939" h="382905">
                <a:moveTo>
                  <a:pt x="175260" y="379476"/>
                </a:moveTo>
                <a:lnTo>
                  <a:pt x="175260" y="336804"/>
                </a:lnTo>
                <a:lnTo>
                  <a:pt x="198866" y="336804"/>
                </a:lnTo>
                <a:lnTo>
                  <a:pt x="198900" y="339852"/>
                </a:lnTo>
                <a:lnTo>
                  <a:pt x="199644" y="367284"/>
                </a:lnTo>
                <a:lnTo>
                  <a:pt x="175260" y="37947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" name="object 21"/>
          <p:cNvSpPr/>
          <p:nvPr/>
        </p:nvSpPr>
        <p:spPr>
          <a:xfrm>
            <a:off x="5733288" y="2366772"/>
            <a:ext cx="325120" cy="399415"/>
          </a:xfrm>
          <a:custGeom>
            <a:avLst/>
            <a:gdLst/>
            <a:ahLst/>
            <a:cxnLst/>
            <a:rect l="l" t="t" r="r" b="b"/>
            <a:pathLst>
              <a:path w="325120" h="399414">
                <a:moveTo>
                  <a:pt x="74676" y="85344"/>
                </a:moveTo>
                <a:lnTo>
                  <a:pt x="68580" y="85344"/>
                </a:lnTo>
                <a:lnTo>
                  <a:pt x="65532" y="80772"/>
                </a:lnTo>
                <a:lnTo>
                  <a:pt x="62484" y="70104"/>
                </a:lnTo>
                <a:lnTo>
                  <a:pt x="56984" y="56388"/>
                </a:lnTo>
                <a:lnTo>
                  <a:pt x="49530" y="40767"/>
                </a:lnTo>
                <a:lnTo>
                  <a:pt x="39766" y="23383"/>
                </a:lnTo>
                <a:lnTo>
                  <a:pt x="27432" y="4572"/>
                </a:lnTo>
                <a:lnTo>
                  <a:pt x="33528" y="0"/>
                </a:lnTo>
                <a:lnTo>
                  <a:pt x="72104" y="26360"/>
                </a:lnTo>
                <a:lnTo>
                  <a:pt x="89916" y="48768"/>
                </a:lnTo>
                <a:lnTo>
                  <a:pt x="89916" y="60960"/>
                </a:lnTo>
                <a:lnTo>
                  <a:pt x="88392" y="67056"/>
                </a:lnTo>
                <a:lnTo>
                  <a:pt x="79248" y="82296"/>
                </a:lnTo>
                <a:lnTo>
                  <a:pt x="74676" y="85344"/>
                </a:lnTo>
                <a:close/>
              </a:path>
              <a:path w="325120" h="399414">
                <a:moveTo>
                  <a:pt x="146304" y="60960"/>
                </a:moveTo>
                <a:lnTo>
                  <a:pt x="131064" y="45720"/>
                </a:lnTo>
                <a:lnTo>
                  <a:pt x="281940" y="45720"/>
                </a:lnTo>
                <a:lnTo>
                  <a:pt x="295656" y="24384"/>
                </a:lnTo>
                <a:lnTo>
                  <a:pt x="324612" y="48768"/>
                </a:lnTo>
                <a:lnTo>
                  <a:pt x="316145" y="56388"/>
                </a:lnTo>
                <a:lnTo>
                  <a:pt x="187452" y="56388"/>
                </a:lnTo>
                <a:lnTo>
                  <a:pt x="176307" y="56673"/>
                </a:lnTo>
                <a:lnTo>
                  <a:pt x="165735" y="57531"/>
                </a:lnTo>
                <a:lnTo>
                  <a:pt x="155733" y="58959"/>
                </a:lnTo>
                <a:lnTo>
                  <a:pt x="146304" y="60960"/>
                </a:lnTo>
                <a:close/>
              </a:path>
              <a:path w="325120" h="399414">
                <a:moveTo>
                  <a:pt x="308504" y="353568"/>
                </a:moveTo>
                <a:lnTo>
                  <a:pt x="263652" y="353568"/>
                </a:lnTo>
                <a:lnTo>
                  <a:pt x="272534" y="353568"/>
                </a:lnTo>
                <a:lnTo>
                  <a:pt x="278701" y="351282"/>
                </a:lnTo>
                <a:lnTo>
                  <a:pt x="282297" y="346710"/>
                </a:lnTo>
                <a:lnTo>
                  <a:pt x="283464" y="339852"/>
                </a:lnTo>
                <a:lnTo>
                  <a:pt x="283464" y="56388"/>
                </a:lnTo>
                <a:lnTo>
                  <a:pt x="316145" y="56388"/>
                </a:lnTo>
                <a:lnTo>
                  <a:pt x="309372" y="62484"/>
                </a:lnTo>
                <a:lnTo>
                  <a:pt x="309372" y="344424"/>
                </a:lnTo>
                <a:lnTo>
                  <a:pt x="308504" y="353568"/>
                </a:lnTo>
                <a:close/>
              </a:path>
              <a:path w="325120" h="399414">
                <a:moveTo>
                  <a:pt x="0" y="399288"/>
                </a:moveTo>
                <a:lnTo>
                  <a:pt x="881" y="359854"/>
                </a:lnTo>
                <a:lnTo>
                  <a:pt x="1333" y="316992"/>
                </a:lnTo>
                <a:lnTo>
                  <a:pt x="1421" y="154662"/>
                </a:lnTo>
                <a:lnTo>
                  <a:pt x="1320" y="132588"/>
                </a:lnTo>
                <a:lnTo>
                  <a:pt x="881" y="100750"/>
                </a:lnTo>
                <a:lnTo>
                  <a:pt x="0" y="74676"/>
                </a:lnTo>
                <a:lnTo>
                  <a:pt x="42672" y="99060"/>
                </a:lnTo>
                <a:lnTo>
                  <a:pt x="27432" y="109728"/>
                </a:lnTo>
                <a:lnTo>
                  <a:pt x="27432" y="387096"/>
                </a:lnTo>
                <a:lnTo>
                  <a:pt x="0" y="399288"/>
                </a:lnTo>
                <a:close/>
              </a:path>
              <a:path w="325120" h="399414">
                <a:moveTo>
                  <a:pt x="240247" y="152400"/>
                </a:moveTo>
                <a:lnTo>
                  <a:pt x="201168" y="152400"/>
                </a:lnTo>
                <a:lnTo>
                  <a:pt x="213360" y="132588"/>
                </a:lnTo>
                <a:lnTo>
                  <a:pt x="240247" y="152400"/>
                </a:lnTo>
                <a:close/>
              </a:path>
              <a:path w="325120" h="399414">
                <a:moveTo>
                  <a:pt x="82296" y="307848"/>
                </a:moveTo>
                <a:lnTo>
                  <a:pt x="82534" y="283035"/>
                </a:lnTo>
                <a:lnTo>
                  <a:pt x="83581" y="236267"/>
                </a:lnTo>
                <a:lnTo>
                  <a:pt x="83820" y="214884"/>
                </a:lnTo>
                <a:lnTo>
                  <a:pt x="83581" y="195191"/>
                </a:lnTo>
                <a:lnTo>
                  <a:pt x="82534" y="154662"/>
                </a:lnTo>
                <a:lnTo>
                  <a:pt x="82296" y="134112"/>
                </a:lnTo>
                <a:lnTo>
                  <a:pt x="108204" y="152400"/>
                </a:lnTo>
                <a:lnTo>
                  <a:pt x="240247" y="152400"/>
                </a:lnTo>
                <a:lnTo>
                  <a:pt x="242316" y="153924"/>
                </a:lnTo>
                <a:lnTo>
                  <a:pt x="230886" y="163068"/>
                </a:lnTo>
                <a:lnTo>
                  <a:pt x="108204" y="163068"/>
                </a:lnTo>
                <a:lnTo>
                  <a:pt x="108204" y="265176"/>
                </a:lnTo>
                <a:lnTo>
                  <a:pt x="227980" y="265176"/>
                </a:lnTo>
                <a:lnTo>
                  <a:pt x="228834" y="275844"/>
                </a:lnTo>
                <a:lnTo>
                  <a:pt x="108204" y="275844"/>
                </a:lnTo>
                <a:lnTo>
                  <a:pt x="108204" y="298704"/>
                </a:lnTo>
                <a:lnTo>
                  <a:pt x="82296" y="307848"/>
                </a:lnTo>
                <a:close/>
              </a:path>
              <a:path w="325120" h="399414">
                <a:moveTo>
                  <a:pt x="227980" y="265176"/>
                </a:moveTo>
                <a:lnTo>
                  <a:pt x="202692" y="265176"/>
                </a:lnTo>
                <a:lnTo>
                  <a:pt x="202692" y="163068"/>
                </a:lnTo>
                <a:lnTo>
                  <a:pt x="230886" y="163068"/>
                </a:lnTo>
                <a:lnTo>
                  <a:pt x="227076" y="166116"/>
                </a:lnTo>
                <a:lnTo>
                  <a:pt x="227076" y="245364"/>
                </a:lnTo>
                <a:lnTo>
                  <a:pt x="227337" y="255079"/>
                </a:lnTo>
                <a:lnTo>
                  <a:pt x="227980" y="265176"/>
                </a:lnTo>
                <a:close/>
              </a:path>
              <a:path w="325120" h="399414">
                <a:moveTo>
                  <a:pt x="202692" y="301752"/>
                </a:moveTo>
                <a:lnTo>
                  <a:pt x="202692" y="275844"/>
                </a:lnTo>
                <a:lnTo>
                  <a:pt x="228834" y="275844"/>
                </a:lnTo>
                <a:lnTo>
                  <a:pt x="230124" y="291083"/>
                </a:lnTo>
                <a:lnTo>
                  <a:pt x="202692" y="301752"/>
                </a:lnTo>
                <a:close/>
              </a:path>
              <a:path w="325120" h="399414">
                <a:moveTo>
                  <a:pt x="266700" y="399288"/>
                </a:moveTo>
                <a:lnTo>
                  <a:pt x="262985" y="384667"/>
                </a:lnTo>
                <a:lnTo>
                  <a:pt x="251841" y="372618"/>
                </a:lnTo>
                <a:lnTo>
                  <a:pt x="233267" y="362854"/>
                </a:lnTo>
                <a:lnTo>
                  <a:pt x="207264" y="355092"/>
                </a:lnTo>
                <a:lnTo>
                  <a:pt x="207264" y="348996"/>
                </a:lnTo>
                <a:lnTo>
                  <a:pt x="240030" y="351282"/>
                </a:lnTo>
                <a:lnTo>
                  <a:pt x="253126" y="352425"/>
                </a:lnTo>
                <a:lnTo>
                  <a:pt x="263652" y="353568"/>
                </a:lnTo>
                <a:lnTo>
                  <a:pt x="308504" y="353568"/>
                </a:lnTo>
                <a:lnTo>
                  <a:pt x="307419" y="364998"/>
                </a:lnTo>
                <a:lnTo>
                  <a:pt x="299466" y="381000"/>
                </a:lnTo>
                <a:lnTo>
                  <a:pt x="285797" y="392430"/>
                </a:lnTo>
                <a:lnTo>
                  <a:pt x="266700" y="39928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" name="object 22"/>
          <p:cNvSpPr/>
          <p:nvPr/>
        </p:nvSpPr>
        <p:spPr>
          <a:xfrm>
            <a:off x="6128003" y="2374392"/>
            <a:ext cx="405765" cy="393700"/>
          </a:xfrm>
          <a:custGeom>
            <a:avLst/>
            <a:gdLst/>
            <a:ahLst/>
            <a:cxnLst/>
            <a:rect l="l" t="t" r="r" b="b"/>
            <a:pathLst>
              <a:path w="405765" h="393700">
                <a:moveTo>
                  <a:pt x="216408" y="36576"/>
                </a:moveTo>
                <a:lnTo>
                  <a:pt x="201168" y="21336"/>
                </a:lnTo>
                <a:lnTo>
                  <a:pt x="352044" y="21336"/>
                </a:lnTo>
                <a:lnTo>
                  <a:pt x="373380" y="0"/>
                </a:lnTo>
                <a:lnTo>
                  <a:pt x="400812" y="32004"/>
                </a:lnTo>
                <a:lnTo>
                  <a:pt x="259080" y="32004"/>
                </a:lnTo>
                <a:lnTo>
                  <a:pt x="247911" y="32289"/>
                </a:lnTo>
                <a:lnTo>
                  <a:pt x="237172" y="33147"/>
                </a:lnTo>
                <a:lnTo>
                  <a:pt x="226718" y="34575"/>
                </a:lnTo>
                <a:lnTo>
                  <a:pt x="216408" y="36576"/>
                </a:lnTo>
                <a:close/>
              </a:path>
              <a:path w="405765" h="393700">
                <a:moveTo>
                  <a:pt x="188322" y="19812"/>
                </a:moveTo>
                <a:lnTo>
                  <a:pt x="153924" y="19812"/>
                </a:lnTo>
                <a:lnTo>
                  <a:pt x="166116" y="1524"/>
                </a:lnTo>
                <a:lnTo>
                  <a:pt x="188322" y="19812"/>
                </a:lnTo>
                <a:close/>
              </a:path>
              <a:path w="405765" h="393700">
                <a:moveTo>
                  <a:pt x="51816" y="169164"/>
                </a:moveTo>
                <a:lnTo>
                  <a:pt x="52697" y="148566"/>
                </a:lnTo>
                <a:lnTo>
                  <a:pt x="53149" y="127825"/>
                </a:lnTo>
                <a:lnTo>
                  <a:pt x="53252" y="56007"/>
                </a:lnTo>
                <a:lnTo>
                  <a:pt x="53153" y="43719"/>
                </a:lnTo>
                <a:lnTo>
                  <a:pt x="52697" y="23407"/>
                </a:lnTo>
                <a:lnTo>
                  <a:pt x="51816" y="4572"/>
                </a:lnTo>
                <a:lnTo>
                  <a:pt x="76200" y="19812"/>
                </a:lnTo>
                <a:lnTo>
                  <a:pt x="188322" y="19812"/>
                </a:lnTo>
                <a:lnTo>
                  <a:pt x="192024" y="22860"/>
                </a:lnTo>
                <a:lnTo>
                  <a:pt x="185057" y="28956"/>
                </a:lnTo>
                <a:lnTo>
                  <a:pt x="76200" y="28956"/>
                </a:lnTo>
                <a:lnTo>
                  <a:pt x="76200" y="79248"/>
                </a:lnTo>
                <a:lnTo>
                  <a:pt x="180271" y="79248"/>
                </a:lnTo>
                <a:lnTo>
                  <a:pt x="180499" y="89916"/>
                </a:lnTo>
                <a:lnTo>
                  <a:pt x="76200" y="89916"/>
                </a:lnTo>
                <a:lnTo>
                  <a:pt x="76200" y="138684"/>
                </a:lnTo>
                <a:lnTo>
                  <a:pt x="182182" y="138684"/>
                </a:lnTo>
                <a:lnTo>
                  <a:pt x="182724" y="149352"/>
                </a:lnTo>
                <a:lnTo>
                  <a:pt x="76200" y="149352"/>
                </a:lnTo>
                <a:lnTo>
                  <a:pt x="76200" y="160020"/>
                </a:lnTo>
                <a:lnTo>
                  <a:pt x="51816" y="169164"/>
                </a:lnTo>
                <a:close/>
              </a:path>
              <a:path w="405765" h="393700">
                <a:moveTo>
                  <a:pt x="180271" y="79248"/>
                </a:moveTo>
                <a:lnTo>
                  <a:pt x="158496" y="79248"/>
                </a:lnTo>
                <a:lnTo>
                  <a:pt x="158496" y="28956"/>
                </a:lnTo>
                <a:lnTo>
                  <a:pt x="185057" y="28956"/>
                </a:lnTo>
                <a:lnTo>
                  <a:pt x="179832" y="33528"/>
                </a:lnTo>
                <a:lnTo>
                  <a:pt x="180093" y="70961"/>
                </a:lnTo>
                <a:lnTo>
                  <a:pt x="180271" y="79248"/>
                </a:lnTo>
                <a:close/>
              </a:path>
              <a:path w="405765" h="393700">
                <a:moveTo>
                  <a:pt x="280416" y="82296"/>
                </a:moveTo>
                <a:lnTo>
                  <a:pt x="271272" y="82296"/>
                </a:lnTo>
                <a:lnTo>
                  <a:pt x="274415" y="68865"/>
                </a:lnTo>
                <a:lnTo>
                  <a:pt x="276987" y="56007"/>
                </a:lnTo>
                <a:lnTo>
                  <a:pt x="278987" y="43719"/>
                </a:lnTo>
                <a:lnTo>
                  <a:pt x="280416" y="32004"/>
                </a:lnTo>
                <a:lnTo>
                  <a:pt x="309372" y="32004"/>
                </a:lnTo>
                <a:lnTo>
                  <a:pt x="304847" y="38576"/>
                </a:lnTo>
                <a:lnTo>
                  <a:pt x="298323" y="49149"/>
                </a:lnTo>
                <a:lnTo>
                  <a:pt x="289972" y="63936"/>
                </a:lnTo>
                <a:lnTo>
                  <a:pt x="280416" y="82296"/>
                </a:lnTo>
                <a:close/>
              </a:path>
              <a:path w="405765" h="393700">
                <a:moveTo>
                  <a:pt x="380062" y="82296"/>
                </a:moveTo>
                <a:lnTo>
                  <a:pt x="345948" y="82296"/>
                </a:lnTo>
                <a:lnTo>
                  <a:pt x="358140" y="65532"/>
                </a:lnTo>
                <a:lnTo>
                  <a:pt x="380062" y="82296"/>
                </a:lnTo>
                <a:close/>
              </a:path>
              <a:path w="405765" h="393700">
                <a:moveTo>
                  <a:pt x="224028" y="249936"/>
                </a:moveTo>
                <a:lnTo>
                  <a:pt x="224909" y="230766"/>
                </a:lnTo>
                <a:lnTo>
                  <a:pt x="225361" y="209740"/>
                </a:lnTo>
                <a:lnTo>
                  <a:pt x="225477" y="127825"/>
                </a:lnTo>
                <a:lnTo>
                  <a:pt x="225361" y="110871"/>
                </a:lnTo>
                <a:lnTo>
                  <a:pt x="224909" y="88249"/>
                </a:lnTo>
                <a:lnTo>
                  <a:pt x="224028" y="67056"/>
                </a:lnTo>
                <a:lnTo>
                  <a:pt x="248412" y="82296"/>
                </a:lnTo>
                <a:lnTo>
                  <a:pt x="380062" y="82296"/>
                </a:lnTo>
                <a:lnTo>
                  <a:pt x="384048" y="85344"/>
                </a:lnTo>
                <a:lnTo>
                  <a:pt x="377081" y="91440"/>
                </a:lnTo>
                <a:lnTo>
                  <a:pt x="248412" y="91440"/>
                </a:lnTo>
                <a:lnTo>
                  <a:pt x="248412" y="236220"/>
                </a:lnTo>
                <a:lnTo>
                  <a:pt x="224028" y="249936"/>
                </a:lnTo>
                <a:close/>
              </a:path>
              <a:path w="405765" h="393700">
                <a:moveTo>
                  <a:pt x="182182" y="138684"/>
                </a:moveTo>
                <a:lnTo>
                  <a:pt x="158496" y="138684"/>
                </a:lnTo>
                <a:lnTo>
                  <a:pt x="158496" y="89916"/>
                </a:lnTo>
                <a:lnTo>
                  <a:pt x="180499" y="89916"/>
                </a:lnTo>
                <a:lnTo>
                  <a:pt x="180784" y="103251"/>
                </a:lnTo>
                <a:lnTo>
                  <a:pt x="181760" y="130397"/>
                </a:lnTo>
                <a:lnTo>
                  <a:pt x="182182" y="138684"/>
                </a:lnTo>
                <a:close/>
              </a:path>
              <a:path w="405765" h="393700">
                <a:moveTo>
                  <a:pt x="348996" y="245363"/>
                </a:moveTo>
                <a:lnTo>
                  <a:pt x="348996" y="91440"/>
                </a:lnTo>
                <a:lnTo>
                  <a:pt x="377081" y="91440"/>
                </a:lnTo>
                <a:lnTo>
                  <a:pt x="371856" y="96012"/>
                </a:lnTo>
                <a:lnTo>
                  <a:pt x="371903" y="189809"/>
                </a:lnTo>
                <a:lnTo>
                  <a:pt x="372028" y="198405"/>
                </a:lnTo>
                <a:lnTo>
                  <a:pt x="372514" y="214884"/>
                </a:lnTo>
                <a:lnTo>
                  <a:pt x="373380" y="233172"/>
                </a:lnTo>
                <a:lnTo>
                  <a:pt x="348996" y="245363"/>
                </a:lnTo>
                <a:close/>
              </a:path>
              <a:path w="405765" h="393700">
                <a:moveTo>
                  <a:pt x="190500" y="345948"/>
                </a:moveTo>
                <a:lnTo>
                  <a:pt x="187452" y="341376"/>
                </a:lnTo>
                <a:lnTo>
                  <a:pt x="211716" y="327398"/>
                </a:lnTo>
                <a:lnTo>
                  <a:pt x="231838" y="312991"/>
                </a:lnTo>
                <a:lnTo>
                  <a:pt x="259080" y="283463"/>
                </a:lnTo>
                <a:lnTo>
                  <a:pt x="279654" y="231814"/>
                </a:lnTo>
                <a:lnTo>
                  <a:pt x="283035" y="189809"/>
                </a:lnTo>
                <a:lnTo>
                  <a:pt x="283962" y="138684"/>
                </a:lnTo>
                <a:lnTo>
                  <a:pt x="283464" y="118872"/>
                </a:lnTo>
                <a:lnTo>
                  <a:pt x="321564" y="137160"/>
                </a:lnTo>
                <a:lnTo>
                  <a:pt x="307848" y="149352"/>
                </a:lnTo>
                <a:lnTo>
                  <a:pt x="307276" y="183094"/>
                </a:lnTo>
                <a:lnTo>
                  <a:pt x="305562" y="211264"/>
                </a:lnTo>
                <a:lnTo>
                  <a:pt x="298704" y="251460"/>
                </a:lnTo>
                <a:lnTo>
                  <a:pt x="276629" y="291965"/>
                </a:lnTo>
                <a:lnTo>
                  <a:pt x="234124" y="326517"/>
                </a:lnTo>
                <a:lnTo>
                  <a:pt x="213955" y="336518"/>
                </a:lnTo>
                <a:lnTo>
                  <a:pt x="190500" y="345948"/>
                </a:lnTo>
                <a:close/>
              </a:path>
              <a:path w="405765" h="393700">
                <a:moveTo>
                  <a:pt x="158496" y="164592"/>
                </a:moveTo>
                <a:lnTo>
                  <a:pt x="158496" y="149352"/>
                </a:lnTo>
                <a:lnTo>
                  <a:pt x="182724" y="149352"/>
                </a:lnTo>
                <a:lnTo>
                  <a:pt x="182880" y="152400"/>
                </a:lnTo>
                <a:lnTo>
                  <a:pt x="158496" y="164592"/>
                </a:lnTo>
                <a:close/>
              </a:path>
              <a:path w="405765" h="393700">
                <a:moveTo>
                  <a:pt x="28956" y="202692"/>
                </a:moveTo>
                <a:lnTo>
                  <a:pt x="13716" y="187451"/>
                </a:lnTo>
                <a:lnTo>
                  <a:pt x="166116" y="187451"/>
                </a:lnTo>
                <a:lnTo>
                  <a:pt x="187452" y="167640"/>
                </a:lnTo>
                <a:lnTo>
                  <a:pt x="214884" y="198120"/>
                </a:lnTo>
                <a:lnTo>
                  <a:pt x="71628" y="198120"/>
                </a:lnTo>
                <a:lnTo>
                  <a:pt x="60459" y="198405"/>
                </a:lnTo>
                <a:lnTo>
                  <a:pt x="49720" y="199263"/>
                </a:lnTo>
                <a:lnTo>
                  <a:pt x="39266" y="200691"/>
                </a:lnTo>
                <a:lnTo>
                  <a:pt x="28956" y="202692"/>
                </a:lnTo>
                <a:close/>
              </a:path>
              <a:path w="405765" h="393700">
                <a:moveTo>
                  <a:pt x="129540" y="330708"/>
                </a:moveTo>
                <a:lnTo>
                  <a:pt x="108204" y="330708"/>
                </a:lnTo>
                <a:lnTo>
                  <a:pt x="108204" y="198120"/>
                </a:lnTo>
                <a:lnTo>
                  <a:pt x="129540" y="198120"/>
                </a:lnTo>
                <a:lnTo>
                  <a:pt x="129540" y="259080"/>
                </a:lnTo>
                <a:lnTo>
                  <a:pt x="199720" y="259080"/>
                </a:lnTo>
                <a:lnTo>
                  <a:pt x="208788" y="269748"/>
                </a:lnTo>
                <a:lnTo>
                  <a:pt x="129540" y="269748"/>
                </a:lnTo>
                <a:lnTo>
                  <a:pt x="129540" y="330708"/>
                </a:lnTo>
                <a:close/>
              </a:path>
              <a:path w="405765" h="393700">
                <a:moveTo>
                  <a:pt x="4572" y="393192"/>
                </a:moveTo>
                <a:lnTo>
                  <a:pt x="0" y="390143"/>
                </a:lnTo>
                <a:lnTo>
                  <a:pt x="9715" y="370998"/>
                </a:lnTo>
                <a:lnTo>
                  <a:pt x="18288" y="350139"/>
                </a:lnTo>
                <a:lnTo>
                  <a:pt x="32004" y="303275"/>
                </a:lnTo>
                <a:lnTo>
                  <a:pt x="40957" y="256222"/>
                </a:lnTo>
                <a:lnTo>
                  <a:pt x="44196" y="214884"/>
                </a:lnTo>
                <a:lnTo>
                  <a:pt x="79248" y="233172"/>
                </a:lnTo>
                <a:lnTo>
                  <a:pt x="72937" y="238291"/>
                </a:lnTo>
                <a:lnTo>
                  <a:pt x="67627" y="248983"/>
                </a:lnTo>
                <a:lnTo>
                  <a:pt x="63166" y="265152"/>
                </a:lnTo>
                <a:lnTo>
                  <a:pt x="59436" y="286512"/>
                </a:lnTo>
                <a:lnTo>
                  <a:pt x="68269" y="297180"/>
                </a:lnTo>
                <a:lnTo>
                  <a:pt x="54864" y="297180"/>
                </a:lnTo>
                <a:lnTo>
                  <a:pt x="44005" y="326969"/>
                </a:lnTo>
                <a:lnTo>
                  <a:pt x="32003" y="352615"/>
                </a:lnTo>
                <a:lnTo>
                  <a:pt x="18859" y="374546"/>
                </a:lnTo>
                <a:lnTo>
                  <a:pt x="4572" y="393192"/>
                </a:lnTo>
                <a:close/>
              </a:path>
              <a:path w="405765" h="393700">
                <a:moveTo>
                  <a:pt x="199720" y="259080"/>
                </a:moveTo>
                <a:lnTo>
                  <a:pt x="163068" y="259080"/>
                </a:lnTo>
                <a:lnTo>
                  <a:pt x="182880" y="239268"/>
                </a:lnTo>
                <a:lnTo>
                  <a:pt x="199720" y="259080"/>
                </a:lnTo>
                <a:close/>
              </a:path>
              <a:path w="405765" h="393700">
                <a:moveTo>
                  <a:pt x="379476" y="333756"/>
                </a:moveTo>
                <a:lnTo>
                  <a:pt x="374904" y="333756"/>
                </a:lnTo>
                <a:lnTo>
                  <a:pt x="370332" y="327660"/>
                </a:lnTo>
                <a:lnTo>
                  <a:pt x="364236" y="316992"/>
                </a:lnTo>
                <a:lnTo>
                  <a:pt x="355377" y="303585"/>
                </a:lnTo>
                <a:lnTo>
                  <a:pt x="342519" y="288607"/>
                </a:lnTo>
                <a:lnTo>
                  <a:pt x="325659" y="272200"/>
                </a:lnTo>
                <a:lnTo>
                  <a:pt x="304800" y="254508"/>
                </a:lnTo>
                <a:lnTo>
                  <a:pt x="307848" y="248412"/>
                </a:lnTo>
                <a:lnTo>
                  <a:pt x="359854" y="274891"/>
                </a:lnTo>
                <a:lnTo>
                  <a:pt x="387096" y="303275"/>
                </a:lnTo>
                <a:lnTo>
                  <a:pt x="387096" y="318516"/>
                </a:lnTo>
                <a:lnTo>
                  <a:pt x="384048" y="324612"/>
                </a:lnTo>
                <a:lnTo>
                  <a:pt x="382524" y="330708"/>
                </a:lnTo>
                <a:lnTo>
                  <a:pt x="379476" y="333756"/>
                </a:lnTo>
                <a:close/>
              </a:path>
              <a:path w="405765" h="393700">
                <a:moveTo>
                  <a:pt x="304133" y="381309"/>
                </a:moveTo>
                <a:lnTo>
                  <a:pt x="249555" y="380047"/>
                </a:lnTo>
                <a:lnTo>
                  <a:pt x="208121" y="377356"/>
                </a:lnTo>
                <a:lnTo>
                  <a:pt x="159019" y="369165"/>
                </a:lnTo>
                <a:lnTo>
                  <a:pt x="109728" y="350519"/>
                </a:lnTo>
                <a:lnTo>
                  <a:pt x="69222" y="315158"/>
                </a:lnTo>
                <a:lnTo>
                  <a:pt x="54864" y="297180"/>
                </a:lnTo>
                <a:lnTo>
                  <a:pt x="68269" y="297180"/>
                </a:lnTo>
                <a:lnTo>
                  <a:pt x="69413" y="298561"/>
                </a:lnTo>
                <a:lnTo>
                  <a:pt x="80962" y="309753"/>
                </a:lnTo>
                <a:lnTo>
                  <a:pt x="93940" y="320373"/>
                </a:lnTo>
                <a:lnTo>
                  <a:pt x="108204" y="330708"/>
                </a:lnTo>
                <a:lnTo>
                  <a:pt x="129540" y="330708"/>
                </a:lnTo>
                <a:lnTo>
                  <a:pt x="129540" y="336804"/>
                </a:lnTo>
                <a:lnTo>
                  <a:pt x="177736" y="349186"/>
                </a:lnTo>
                <a:lnTo>
                  <a:pt x="249936" y="353568"/>
                </a:lnTo>
                <a:lnTo>
                  <a:pt x="404616" y="353877"/>
                </a:lnTo>
                <a:lnTo>
                  <a:pt x="390501" y="359568"/>
                </a:lnTo>
                <a:lnTo>
                  <a:pt x="380047" y="366141"/>
                </a:lnTo>
                <a:lnTo>
                  <a:pt x="373880" y="373284"/>
                </a:lnTo>
                <a:lnTo>
                  <a:pt x="371856" y="381000"/>
                </a:lnTo>
                <a:lnTo>
                  <a:pt x="304133" y="381309"/>
                </a:lnTo>
                <a:close/>
              </a:path>
              <a:path w="405765" h="393700">
                <a:moveTo>
                  <a:pt x="404616" y="353877"/>
                </a:moveTo>
                <a:lnTo>
                  <a:pt x="290512" y="353877"/>
                </a:lnTo>
                <a:lnTo>
                  <a:pt x="329946" y="352615"/>
                </a:lnTo>
                <a:lnTo>
                  <a:pt x="368236" y="349924"/>
                </a:lnTo>
                <a:lnTo>
                  <a:pt x="405384" y="345948"/>
                </a:lnTo>
                <a:lnTo>
                  <a:pt x="405384" y="353568"/>
                </a:lnTo>
                <a:lnTo>
                  <a:pt x="404616" y="35387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" name="object 23"/>
          <p:cNvSpPr/>
          <p:nvPr/>
        </p:nvSpPr>
        <p:spPr>
          <a:xfrm>
            <a:off x="6609588" y="2363723"/>
            <a:ext cx="356870" cy="402590"/>
          </a:xfrm>
          <a:custGeom>
            <a:avLst/>
            <a:gdLst/>
            <a:ahLst/>
            <a:cxnLst/>
            <a:rect l="l" t="t" r="r" b="b"/>
            <a:pathLst>
              <a:path w="356870" h="402589">
                <a:moveTo>
                  <a:pt x="53340" y="89916"/>
                </a:moveTo>
                <a:lnTo>
                  <a:pt x="42672" y="89916"/>
                </a:lnTo>
                <a:lnTo>
                  <a:pt x="50696" y="62793"/>
                </a:lnTo>
                <a:lnTo>
                  <a:pt x="56578" y="38671"/>
                </a:lnTo>
                <a:lnTo>
                  <a:pt x="60459" y="17692"/>
                </a:lnTo>
                <a:lnTo>
                  <a:pt x="62484" y="0"/>
                </a:lnTo>
                <a:lnTo>
                  <a:pt x="100584" y="21336"/>
                </a:lnTo>
                <a:lnTo>
                  <a:pt x="90844" y="29051"/>
                </a:lnTo>
                <a:lnTo>
                  <a:pt x="79819" y="43053"/>
                </a:lnTo>
                <a:lnTo>
                  <a:pt x="67365" y="63341"/>
                </a:lnTo>
                <a:lnTo>
                  <a:pt x="53340" y="89916"/>
                </a:lnTo>
                <a:close/>
              </a:path>
              <a:path w="356870" h="402589">
                <a:moveTo>
                  <a:pt x="147828" y="192024"/>
                </a:moveTo>
                <a:lnTo>
                  <a:pt x="141732" y="187452"/>
                </a:lnTo>
                <a:lnTo>
                  <a:pt x="158877" y="160615"/>
                </a:lnTo>
                <a:lnTo>
                  <a:pt x="173736" y="135064"/>
                </a:lnTo>
                <a:lnTo>
                  <a:pt x="196596" y="88392"/>
                </a:lnTo>
                <a:lnTo>
                  <a:pt x="211264" y="44958"/>
                </a:lnTo>
                <a:lnTo>
                  <a:pt x="222503" y="1524"/>
                </a:lnTo>
                <a:lnTo>
                  <a:pt x="260603" y="24384"/>
                </a:lnTo>
                <a:lnTo>
                  <a:pt x="252626" y="32361"/>
                </a:lnTo>
                <a:lnTo>
                  <a:pt x="242506" y="47053"/>
                </a:lnTo>
                <a:lnTo>
                  <a:pt x="230385" y="68318"/>
                </a:lnTo>
                <a:lnTo>
                  <a:pt x="216408" y="96012"/>
                </a:lnTo>
                <a:lnTo>
                  <a:pt x="350520" y="96012"/>
                </a:lnTo>
                <a:lnTo>
                  <a:pt x="356616" y="102108"/>
                </a:lnTo>
                <a:lnTo>
                  <a:pt x="350329" y="106680"/>
                </a:lnTo>
                <a:lnTo>
                  <a:pt x="213360" y="106680"/>
                </a:lnTo>
                <a:lnTo>
                  <a:pt x="197334" y="130730"/>
                </a:lnTo>
                <a:lnTo>
                  <a:pt x="181165" y="152781"/>
                </a:lnTo>
                <a:lnTo>
                  <a:pt x="164711" y="173116"/>
                </a:lnTo>
                <a:lnTo>
                  <a:pt x="147828" y="192024"/>
                </a:lnTo>
                <a:close/>
              </a:path>
              <a:path w="356870" h="402589">
                <a:moveTo>
                  <a:pt x="144780" y="89916"/>
                </a:moveTo>
                <a:lnTo>
                  <a:pt x="111252" y="89916"/>
                </a:lnTo>
                <a:lnTo>
                  <a:pt x="128016" y="73152"/>
                </a:lnTo>
                <a:lnTo>
                  <a:pt x="144780" y="89916"/>
                </a:lnTo>
                <a:close/>
              </a:path>
              <a:path w="356870" h="402589">
                <a:moveTo>
                  <a:pt x="0" y="397764"/>
                </a:moveTo>
                <a:lnTo>
                  <a:pt x="174" y="368260"/>
                </a:lnTo>
                <a:lnTo>
                  <a:pt x="301" y="352615"/>
                </a:lnTo>
                <a:lnTo>
                  <a:pt x="1285" y="276463"/>
                </a:lnTo>
                <a:lnTo>
                  <a:pt x="1360" y="263842"/>
                </a:lnTo>
                <a:lnTo>
                  <a:pt x="1479" y="228600"/>
                </a:lnTo>
                <a:lnTo>
                  <a:pt x="1285" y="195333"/>
                </a:lnTo>
                <a:lnTo>
                  <a:pt x="238" y="114704"/>
                </a:lnTo>
                <a:lnTo>
                  <a:pt x="0" y="74676"/>
                </a:lnTo>
                <a:lnTo>
                  <a:pt x="25908" y="89916"/>
                </a:lnTo>
                <a:lnTo>
                  <a:pt x="144780" y="89916"/>
                </a:lnTo>
                <a:lnTo>
                  <a:pt x="153924" y="99060"/>
                </a:lnTo>
                <a:lnTo>
                  <a:pt x="151828" y="100584"/>
                </a:lnTo>
                <a:lnTo>
                  <a:pt x="24384" y="100584"/>
                </a:lnTo>
                <a:lnTo>
                  <a:pt x="24384" y="211836"/>
                </a:lnTo>
                <a:lnTo>
                  <a:pt x="137205" y="211836"/>
                </a:lnTo>
                <a:lnTo>
                  <a:pt x="137219" y="222504"/>
                </a:lnTo>
                <a:lnTo>
                  <a:pt x="24384" y="222504"/>
                </a:lnTo>
                <a:lnTo>
                  <a:pt x="24384" y="344424"/>
                </a:lnTo>
                <a:lnTo>
                  <a:pt x="137914" y="344424"/>
                </a:lnTo>
                <a:lnTo>
                  <a:pt x="137940" y="346850"/>
                </a:lnTo>
                <a:lnTo>
                  <a:pt x="138137" y="355092"/>
                </a:lnTo>
                <a:lnTo>
                  <a:pt x="24384" y="355092"/>
                </a:lnTo>
                <a:lnTo>
                  <a:pt x="24384" y="384048"/>
                </a:lnTo>
                <a:lnTo>
                  <a:pt x="0" y="397764"/>
                </a:lnTo>
                <a:close/>
              </a:path>
              <a:path w="356870" h="402589">
                <a:moveTo>
                  <a:pt x="350520" y="96012"/>
                </a:moveTo>
                <a:lnTo>
                  <a:pt x="310896" y="96012"/>
                </a:lnTo>
                <a:lnTo>
                  <a:pt x="330708" y="76200"/>
                </a:lnTo>
                <a:lnTo>
                  <a:pt x="350520" y="96012"/>
                </a:lnTo>
                <a:close/>
              </a:path>
              <a:path w="356870" h="402589">
                <a:moveTo>
                  <a:pt x="137205" y="211836"/>
                </a:moveTo>
                <a:lnTo>
                  <a:pt x="114300" y="211836"/>
                </a:lnTo>
                <a:lnTo>
                  <a:pt x="114300" y="100584"/>
                </a:lnTo>
                <a:lnTo>
                  <a:pt x="151828" y="100584"/>
                </a:lnTo>
                <a:lnTo>
                  <a:pt x="137160" y="111252"/>
                </a:lnTo>
                <a:lnTo>
                  <a:pt x="137205" y="211836"/>
                </a:lnTo>
                <a:close/>
              </a:path>
              <a:path w="356870" h="402589">
                <a:moveTo>
                  <a:pt x="326582" y="359664"/>
                </a:moveTo>
                <a:lnTo>
                  <a:pt x="283464" y="359664"/>
                </a:lnTo>
                <a:lnTo>
                  <a:pt x="291750" y="357925"/>
                </a:lnTo>
                <a:lnTo>
                  <a:pt x="298323" y="352615"/>
                </a:lnTo>
                <a:lnTo>
                  <a:pt x="308586" y="305562"/>
                </a:lnTo>
                <a:lnTo>
                  <a:pt x="310705" y="259842"/>
                </a:lnTo>
                <a:lnTo>
                  <a:pt x="312539" y="193548"/>
                </a:lnTo>
                <a:lnTo>
                  <a:pt x="313944" y="106680"/>
                </a:lnTo>
                <a:lnTo>
                  <a:pt x="350329" y="106680"/>
                </a:lnTo>
                <a:lnTo>
                  <a:pt x="339852" y="114300"/>
                </a:lnTo>
                <a:lnTo>
                  <a:pt x="338780" y="186976"/>
                </a:lnTo>
                <a:lnTo>
                  <a:pt x="337291" y="249167"/>
                </a:lnTo>
                <a:lnTo>
                  <a:pt x="335462" y="295570"/>
                </a:lnTo>
                <a:lnTo>
                  <a:pt x="333268" y="327855"/>
                </a:lnTo>
                <a:lnTo>
                  <a:pt x="330708" y="345948"/>
                </a:lnTo>
                <a:lnTo>
                  <a:pt x="327214" y="357925"/>
                </a:lnTo>
                <a:lnTo>
                  <a:pt x="326582" y="359664"/>
                </a:lnTo>
                <a:close/>
              </a:path>
              <a:path w="356870" h="402589">
                <a:moveTo>
                  <a:pt x="231648" y="269748"/>
                </a:moveTo>
                <a:lnTo>
                  <a:pt x="228600" y="269748"/>
                </a:lnTo>
                <a:lnTo>
                  <a:pt x="225432" y="268295"/>
                </a:lnTo>
                <a:lnTo>
                  <a:pt x="222694" y="263842"/>
                </a:lnTo>
                <a:lnTo>
                  <a:pt x="220241" y="256246"/>
                </a:lnTo>
                <a:lnTo>
                  <a:pt x="217932" y="245364"/>
                </a:lnTo>
                <a:lnTo>
                  <a:pt x="213598" y="228242"/>
                </a:lnTo>
                <a:lnTo>
                  <a:pt x="207264" y="211264"/>
                </a:lnTo>
                <a:lnTo>
                  <a:pt x="198643" y="194571"/>
                </a:lnTo>
                <a:lnTo>
                  <a:pt x="187452" y="178308"/>
                </a:lnTo>
                <a:lnTo>
                  <a:pt x="190500" y="172212"/>
                </a:lnTo>
                <a:lnTo>
                  <a:pt x="223456" y="199644"/>
                </a:lnTo>
                <a:lnTo>
                  <a:pt x="246888" y="236220"/>
                </a:lnTo>
                <a:lnTo>
                  <a:pt x="246888" y="248412"/>
                </a:lnTo>
                <a:lnTo>
                  <a:pt x="243840" y="254508"/>
                </a:lnTo>
                <a:lnTo>
                  <a:pt x="234696" y="266700"/>
                </a:lnTo>
                <a:lnTo>
                  <a:pt x="231648" y="269748"/>
                </a:lnTo>
                <a:close/>
              </a:path>
              <a:path w="356870" h="402589">
                <a:moveTo>
                  <a:pt x="137914" y="344424"/>
                </a:moveTo>
                <a:lnTo>
                  <a:pt x="114300" y="344424"/>
                </a:lnTo>
                <a:lnTo>
                  <a:pt x="114300" y="222504"/>
                </a:lnTo>
                <a:lnTo>
                  <a:pt x="137219" y="222504"/>
                </a:lnTo>
                <a:lnTo>
                  <a:pt x="137337" y="269748"/>
                </a:lnTo>
                <a:lnTo>
                  <a:pt x="137498" y="305562"/>
                </a:lnTo>
                <a:lnTo>
                  <a:pt x="137914" y="344424"/>
                </a:lnTo>
                <a:close/>
              </a:path>
              <a:path w="356870" h="402589">
                <a:moveTo>
                  <a:pt x="277367" y="402336"/>
                </a:moveTo>
                <a:lnTo>
                  <a:pt x="271129" y="389453"/>
                </a:lnTo>
                <a:lnTo>
                  <a:pt x="259461" y="378142"/>
                </a:lnTo>
                <a:lnTo>
                  <a:pt x="242589" y="368236"/>
                </a:lnTo>
                <a:lnTo>
                  <a:pt x="220979" y="359664"/>
                </a:lnTo>
                <a:lnTo>
                  <a:pt x="220979" y="352044"/>
                </a:lnTo>
                <a:lnTo>
                  <a:pt x="241030" y="355163"/>
                </a:lnTo>
                <a:lnTo>
                  <a:pt x="257937" y="357568"/>
                </a:lnTo>
                <a:lnTo>
                  <a:pt x="271986" y="359116"/>
                </a:lnTo>
                <a:lnTo>
                  <a:pt x="283464" y="359664"/>
                </a:lnTo>
                <a:lnTo>
                  <a:pt x="326582" y="359664"/>
                </a:lnTo>
                <a:lnTo>
                  <a:pt x="323456" y="368260"/>
                </a:lnTo>
                <a:lnTo>
                  <a:pt x="289023" y="397764"/>
                </a:lnTo>
                <a:lnTo>
                  <a:pt x="277367" y="402336"/>
                </a:lnTo>
                <a:close/>
              </a:path>
              <a:path w="356870" h="402589">
                <a:moveTo>
                  <a:pt x="114300" y="391668"/>
                </a:moveTo>
                <a:lnTo>
                  <a:pt x="114300" y="355092"/>
                </a:lnTo>
                <a:lnTo>
                  <a:pt x="138137" y="355092"/>
                </a:lnTo>
                <a:lnTo>
                  <a:pt x="138684" y="377952"/>
                </a:lnTo>
                <a:lnTo>
                  <a:pt x="114300" y="39166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" name="object 24"/>
          <p:cNvSpPr/>
          <p:nvPr/>
        </p:nvSpPr>
        <p:spPr>
          <a:xfrm>
            <a:off x="7033259" y="2372867"/>
            <a:ext cx="382905" cy="379730"/>
          </a:xfrm>
          <a:custGeom>
            <a:avLst/>
            <a:gdLst/>
            <a:ahLst/>
            <a:cxnLst/>
            <a:rect l="l" t="t" r="r" b="b"/>
            <a:pathLst>
              <a:path w="382904" h="379730">
                <a:moveTo>
                  <a:pt x="329075" y="16764"/>
                </a:moveTo>
                <a:lnTo>
                  <a:pt x="294132" y="16764"/>
                </a:lnTo>
                <a:lnTo>
                  <a:pt x="306324" y="0"/>
                </a:lnTo>
                <a:lnTo>
                  <a:pt x="329075" y="16764"/>
                </a:lnTo>
                <a:close/>
              </a:path>
              <a:path w="382904" h="379730">
                <a:moveTo>
                  <a:pt x="57912" y="231648"/>
                </a:moveTo>
                <a:lnTo>
                  <a:pt x="58150" y="204192"/>
                </a:lnTo>
                <a:lnTo>
                  <a:pt x="58800" y="166449"/>
                </a:lnTo>
                <a:lnTo>
                  <a:pt x="59197" y="141851"/>
                </a:lnTo>
                <a:lnTo>
                  <a:pt x="59374" y="115824"/>
                </a:lnTo>
                <a:lnTo>
                  <a:pt x="59425" y="105156"/>
                </a:lnTo>
                <a:lnTo>
                  <a:pt x="59197" y="72675"/>
                </a:lnTo>
                <a:lnTo>
                  <a:pt x="58674" y="43815"/>
                </a:lnTo>
                <a:lnTo>
                  <a:pt x="58177" y="21336"/>
                </a:lnTo>
                <a:lnTo>
                  <a:pt x="57912" y="1524"/>
                </a:lnTo>
                <a:lnTo>
                  <a:pt x="83820" y="16764"/>
                </a:lnTo>
                <a:lnTo>
                  <a:pt x="329075" y="16764"/>
                </a:lnTo>
                <a:lnTo>
                  <a:pt x="335280" y="21336"/>
                </a:lnTo>
                <a:lnTo>
                  <a:pt x="328422" y="27432"/>
                </a:lnTo>
                <a:lnTo>
                  <a:pt x="83820" y="27432"/>
                </a:lnTo>
                <a:lnTo>
                  <a:pt x="83820" y="105156"/>
                </a:lnTo>
                <a:lnTo>
                  <a:pt x="321564" y="105156"/>
                </a:lnTo>
                <a:lnTo>
                  <a:pt x="321564" y="115824"/>
                </a:lnTo>
                <a:lnTo>
                  <a:pt x="83820" y="115824"/>
                </a:lnTo>
                <a:lnTo>
                  <a:pt x="83820" y="193548"/>
                </a:lnTo>
                <a:lnTo>
                  <a:pt x="322041" y="193548"/>
                </a:lnTo>
                <a:lnTo>
                  <a:pt x="322206" y="199501"/>
                </a:lnTo>
                <a:lnTo>
                  <a:pt x="322389" y="202692"/>
                </a:lnTo>
                <a:lnTo>
                  <a:pt x="83820" y="202692"/>
                </a:lnTo>
                <a:lnTo>
                  <a:pt x="83820" y="220980"/>
                </a:lnTo>
                <a:lnTo>
                  <a:pt x="57912" y="231648"/>
                </a:lnTo>
                <a:close/>
              </a:path>
              <a:path w="382904" h="379730">
                <a:moveTo>
                  <a:pt x="202692" y="105156"/>
                </a:moveTo>
                <a:lnTo>
                  <a:pt x="178308" y="105156"/>
                </a:lnTo>
                <a:lnTo>
                  <a:pt x="178308" y="27432"/>
                </a:lnTo>
                <a:lnTo>
                  <a:pt x="202692" y="27432"/>
                </a:lnTo>
                <a:lnTo>
                  <a:pt x="202692" y="105156"/>
                </a:lnTo>
                <a:close/>
              </a:path>
              <a:path w="382904" h="379730">
                <a:moveTo>
                  <a:pt x="321564" y="105156"/>
                </a:moveTo>
                <a:lnTo>
                  <a:pt x="297179" y="105156"/>
                </a:lnTo>
                <a:lnTo>
                  <a:pt x="297179" y="27432"/>
                </a:lnTo>
                <a:lnTo>
                  <a:pt x="328422" y="27432"/>
                </a:lnTo>
                <a:lnTo>
                  <a:pt x="321564" y="33528"/>
                </a:lnTo>
                <a:lnTo>
                  <a:pt x="321564" y="105156"/>
                </a:lnTo>
                <a:close/>
              </a:path>
              <a:path w="382904" h="379730">
                <a:moveTo>
                  <a:pt x="202692" y="193548"/>
                </a:moveTo>
                <a:lnTo>
                  <a:pt x="178308" y="193548"/>
                </a:lnTo>
                <a:lnTo>
                  <a:pt x="178308" y="115824"/>
                </a:lnTo>
                <a:lnTo>
                  <a:pt x="202692" y="115824"/>
                </a:lnTo>
                <a:lnTo>
                  <a:pt x="202692" y="193548"/>
                </a:lnTo>
                <a:close/>
              </a:path>
              <a:path w="382904" h="379730">
                <a:moveTo>
                  <a:pt x="322041" y="193548"/>
                </a:moveTo>
                <a:lnTo>
                  <a:pt x="297179" y="193548"/>
                </a:lnTo>
                <a:lnTo>
                  <a:pt x="297179" y="115824"/>
                </a:lnTo>
                <a:lnTo>
                  <a:pt x="321564" y="115824"/>
                </a:lnTo>
                <a:lnTo>
                  <a:pt x="321665" y="174307"/>
                </a:lnTo>
                <a:lnTo>
                  <a:pt x="321754" y="183261"/>
                </a:lnTo>
                <a:lnTo>
                  <a:pt x="322041" y="193548"/>
                </a:lnTo>
                <a:close/>
              </a:path>
              <a:path w="382904" h="379730">
                <a:moveTo>
                  <a:pt x="297179" y="225552"/>
                </a:moveTo>
                <a:lnTo>
                  <a:pt x="297179" y="202692"/>
                </a:lnTo>
                <a:lnTo>
                  <a:pt x="322389" y="202692"/>
                </a:lnTo>
                <a:lnTo>
                  <a:pt x="323088" y="214884"/>
                </a:lnTo>
                <a:lnTo>
                  <a:pt x="297179" y="225552"/>
                </a:lnTo>
                <a:close/>
              </a:path>
              <a:path w="382904" h="379730">
                <a:moveTo>
                  <a:pt x="207264" y="292608"/>
                </a:moveTo>
                <a:lnTo>
                  <a:pt x="201168" y="292608"/>
                </a:lnTo>
                <a:lnTo>
                  <a:pt x="198120" y="288036"/>
                </a:lnTo>
                <a:lnTo>
                  <a:pt x="195072" y="277368"/>
                </a:lnTo>
                <a:lnTo>
                  <a:pt x="188809" y="266223"/>
                </a:lnTo>
                <a:lnTo>
                  <a:pt x="179260" y="253365"/>
                </a:lnTo>
                <a:lnTo>
                  <a:pt x="166568" y="238791"/>
                </a:lnTo>
                <a:lnTo>
                  <a:pt x="150876" y="222504"/>
                </a:lnTo>
                <a:lnTo>
                  <a:pt x="155448" y="216408"/>
                </a:lnTo>
                <a:lnTo>
                  <a:pt x="192309" y="234410"/>
                </a:lnTo>
                <a:lnTo>
                  <a:pt x="219456" y="262128"/>
                </a:lnTo>
                <a:lnTo>
                  <a:pt x="219456" y="275844"/>
                </a:lnTo>
                <a:lnTo>
                  <a:pt x="210312" y="288036"/>
                </a:lnTo>
                <a:lnTo>
                  <a:pt x="207264" y="292608"/>
                </a:lnTo>
                <a:close/>
              </a:path>
              <a:path w="382904" h="379730">
                <a:moveTo>
                  <a:pt x="257555" y="379476"/>
                </a:moveTo>
                <a:lnTo>
                  <a:pt x="137160" y="379476"/>
                </a:lnTo>
                <a:lnTo>
                  <a:pt x="120300" y="378285"/>
                </a:lnTo>
                <a:lnTo>
                  <a:pt x="108585" y="372237"/>
                </a:lnTo>
                <a:lnTo>
                  <a:pt x="102012" y="361045"/>
                </a:lnTo>
                <a:lnTo>
                  <a:pt x="100584" y="344424"/>
                </a:lnTo>
                <a:lnTo>
                  <a:pt x="100460" y="292155"/>
                </a:lnTo>
                <a:lnTo>
                  <a:pt x="100336" y="277439"/>
                </a:lnTo>
                <a:lnTo>
                  <a:pt x="100010" y="260604"/>
                </a:lnTo>
                <a:lnTo>
                  <a:pt x="99893" y="256032"/>
                </a:lnTo>
                <a:lnTo>
                  <a:pt x="99060" y="239268"/>
                </a:lnTo>
                <a:lnTo>
                  <a:pt x="138684" y="257556"/>
                </a:lnTo>
                <a:lnTo>
                  <a:pt x="124968" y="269748"/>
                </a:lnTo>
                <a:lnTo>
                  <a:pt x="124968" y="332232"/>
                </a:lnTo>
                <a:lnTo>
                  <a:pt x="125515" y="343971"/>
                </a:lnTo>
                <a:lnTo>
                  <a:pt x="129349" y="351853"/>
                </a:lnTo>
                <a:lnTo>
                  <a:pt x="136326" y="356020"/>
                </a:lnTo>
                <a:lnTo>
                  <a:pt x="146304" y="356616"/>
                </a:lnTo>
                <a:lnTo>
                  <a:pt x="317507" y="356616"/>
                </a:lnTo>
                <a:lnTo>
                  <a:pt x="312420" y="364259"/>
                </a:lnTo>
                <a:lnTo>
                  <a:pt x="298704" y="373570"/>
                </a:lnTo>
                <a:lnTo>
                  <a:pt x="280416" y="378594"/>
                </a:lnTo>
                <a:lnTo>
                  <a:pt x="257555" y="379476"/>
                </a:lnTo>
                <a:close/>
              </a:path>
              <a:path w="382904" h="379730">
                <a:moveTo>
                  <a:pt x="368808" y="344424"/>
                </a:moveTo>
                <a:lnTo>
                  <a:pt x="362712" y="344424"/>
                </a:lnTo>
                <a:lnTo>
                  <a:pt x="358140" y="336804"/>
                </a:lnTo>
                <a:lnTo>
                  <a:pt x="353568" y="323088"/>
                </a:lnTo>
                <a:lnTo>
                  <a:pt x="346662" y="308824"/>
                </a:lnTo>
                <a:lnTo>
                  <a:pt x="337185" y="293560"/>
                </a:lnTo>
                <a:lnTo>
                  <a:pt x="324784" y="277368"/>
                </a:lnTo>
                <a:lnTo>
                  <a:pt x="309372" y="260604"/>
                </a:lnTo>
                <a:lnTo>
                  <a:pt x="312420" y="256032"/>
                </a:lnTo>
                <a:lnTo>
                  <a:pt x="355711" y="279392"/>
                </a:lnTo>
                <a:lnTo>
                  <a:pt x="382524" y="313944"/>
                </a:lnTo>
                <a:lnTo>
                  <a:pt x="382524" y="323088"/>
                </a:lnTo>
                <a:lnTo>
                  <a:pt x="381000" y="330708"/>
                </a:lnTo>
                <a:lnTo>
                  <a:pt x="370332" y="341376"/>
                </a:lnTo>
                <a:lnTo>
                  <a:pt x="368808" y="344424"/>
                </a:lnTo>
                <a:close/>
              </a:path>
              <a:path w="382904" h="379730">
                <a:moveTo>
                  <a:pt x="317507" y="356616"/>
                </a:moveTo>
                <a:lnTo>
                  <a:pt x="260603" y="356616"/>
                </a:lnTo>
                <a:lnTo>
                  <a:pt x="269771" y="354306"/>
                </a:lnTo>
                <a:lnTo>
                  <a:pt x="276796" y="349567"/>
                </a:lnTo>
                <a:lnTo>
                  <a:pt x="287083" y="306895"/>
                </a:lnTo>
                <a:lnTo>
                  <a:pt x="288036" y="275844"/>
                </a:lnTo>
                <a:lnTo>
                  <a:pt x="297179" y="275844"/>
                </a:lnTo>
                <a:lnTo>
                  <a:pt x="301251" y="321278"/>
                </a:lnTo>
                <a:lnTo>
                  <a:pt x="321564" y="350520"/>
                </a:lnTo>
                <a:lnTo>
                  <a:pt x="317507" y="356616"/>
                </a:lnTo>
                <a:close/>
              </a:path>
              <a:path w="382904" h="379730">
                <a:moveTo>
                  <a:pt x="24384" y="348996"/>
                </a:moveTo>
                <a:lnTo>
                  <a:pt x="10668" y="348996"/>
                </a:lnTo>
                <a:lnTo>
                  <a:pt x="6096" y="347472"/>
                </a:lnTo>
                <a:lnTo>
                  <a:pt x="1524" y="344424"/>
                </a:lnTo>
                <a:lnTo>
                  <a:pt x="0" y="342900"/>
                </a:lnTo>
                <a:lnTo>
                  <a:pt x="0" y="338328"/>
                </a:lnTo>
                <a:lnTo>
                  <a:pt x="4572" y="330708"/>
                </a:lnTo>
                <a:lnTo>
                  <a:pt x="13716" y="321564"/>
                </a:lnTo>
                <a:lnTo>
                  <a:pt x="23455" y="309538"/>
                </a:lnTo>
                <a:lnTo>
                  <a:pt x="32194" y="293941"/>
                </a:lnTo>
                <a:lnTo>
                  <a:pt x="40076" y="274629"/>
                </a:lnTo>
                <a:lnTo>
                  <a:pt x="47244" y="251460"/>
                </a:lnTo>
                <a:lnTo>
                  <a:pt x="53340" y="251460"/>
                </a:lnTo>
                <a:lnTo>
                  <a:pt x="52054" y="304395"/>
                </a:lnTo>
                <a:lnTo>
                  <a:pt x="36576" y="342900"/>
                </a:lnTo>
                <a:lnTo>
                  <a:pt x="30480" y="347472"/>
                </a:lnTo>
                <a:lnTo>
                  <a:pt x="24384" y="34899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" name="object 25"/>
          <p:cNvSpPr/>
          <p:nvPr/>
        </p:nvSpPr>
        <p:spPr>
          <a:xfrm>
            <a:off x="7466076" y="2363723"/>
            <a:ext cx="407034" cy="408940"/>
          </a:xfrm>
          <a:custGeom>
            <a:avLst/>
            <a:gdLst/>
            <a:ahLst/>
            <a:cxnLst/>
            <a:rect l="l" t="t" r="r" b="b"/>
            <a:pathLst>
              <a:path w="407034" h="408939">
                <a:moveTo>
                  <a:pt x="170688" y="175260"/>
                </a:moveTo>
                <a:lnTo>
                  <a:pt x="164592" y="172212"/>
                </a:lnTo>
                <a:lnTo>
                  <a:pt x="187975" y="130516"/>
                </a:lnTo>
                <a:lnTo>
                  <a:pt x="207645" y="87820"/>
                </a:lnTo>
                <a:lnTo>
                  <a:pt x="223313" y="44267"/>
                </a:lnTo>
                <a:lnTo>
                  <a:pt x="234696" y="0"/>
                </a:lnTo>
                <a:lnTo>
                  <a:pt x="269748" y="19812"/>
                </a:lnTo>
                <a:lnTo>
                  <a:pt x="242316" y="59436"/>
                </a:lnTo>
                <a:lnTo>
                  <a:pt x="364453" y="59436"/>
                </a:lnTo>
                <a:lnTo>
                  <a:pt x="370332" y="64008"/>
                </a:lnTo>
                <a:lnTo>
                  <a:pt x="362712" y="70104"/>
                </a:lnTo>
                <a:lnTo>
                  <a:pt x="237744" y="70104"/>
                </a:lnTo>
                <a:lnTo>
                  <a:pt x="231648" y="83820"/>
                </a:lnTo>
                <a:lnTo>
                  <a:pt x="236274" y="92964"/>
                </a:lnTo>
                <a:lnTo>
                  <a:pt x="225552" y="92964"/>
                </a:lnTo>
                <a:lnTo>
                  <a:pt x="212693" y="116967"/>
                </a:lnTo>
                <a:lnTo>
                  <a:pt x="199263" y="138684"/>
                </a:lnTo>
                <a:lnTo>
                  <a:pt x="185261" y="158115"/>
                </a:lnTo>
                <a:lnTo>
                  <a:pt x="170688" y="175260"/>
                </a:lnTo>
                <a:close/>
              </a:path>
              <a:path w="407034" h="408939">
                <a:moveTo>
                  <a:pt x="164943" y="42672"/>
                </a:moveTo>
                <a:lnTo>
                  <a:pt x="129540" y="42672"/>
                </a:lnTo>
                <a:lnTo>
                  <a:pt x="141732" y="25908"/>
                </a:lnTo>
                <a:lnTo>
                  <a:pt x="164943" y="42672"/>
                </a:lnTo>
                <a:close/>
              </a:path>
              <a:path w="407034" h="408939">
                <a:moveTo>
                  <a:pt x="28955" y="175260"/>
                </a:moveTo>
                <a:lnTo>
                  <a:pt x="29837" y="154947"/>
                </a:lnTo>
                <a:lnTo>
                  <a:pt x="30207" y="138684"/>
                </a:lnTo>
                <a:lnTo>
                  <a:pt x="30328" y="130516"/>
                </a:lnTo>
                <a:lnTo>
                  <a:pt x="30444" y="76200"/>
                </a:lnTo>
                <a:lnTo>
                  <a:pt x="30324" y="64008"/>
                </a:lnTo>
                <a:lnTo>
                  <a:pt x="30217" y="57912"/>
                </a:lnTo>
                <a:lnTo>
                  <a:pt x="29863" y="45720"/>
                </a:lnTo>
                <a:lnTo>
                  <a:pt x="29804" y="44267"/>
                </a:lnTo>
                <a:lnTo>
                  <a:pt x="28955" y="30480"/>
                </a:lnTo>
                <a:lnTo>
                  <a:pt x="53340" y="42672"/>
                </a:lnTo>
                <a:lnTo>
                  <a:pt x="164943" y="42672"/>
                </a:lnTo>
                <a:lnTo>
                  <a:pt x="169164" y="45720"/>
                </a:lnTo>
                <a:lnTo>
                  <a:pt x="161544" y="51816"/>
                </a:lnTo>
                <a:lnTo>
                  <a:pt x="53340" y="51816"/>
                </a:lnTo>
                <a:lnTo>
                  <a:pt x="53340" y="143256"/>
                </a:lnTo>
                <a:lnTo>
                  <a:pt x="155901" y="143256"/>
                </a:lnTo>
                <a:lnTo>
                  <a:pt x="156650" y="153924"/>
                </a:lnTo>
                <a:lnTo>
                  <a:pt x="53340" y="153924"/>
                </a:lnTo>
                <a:lnTo>
                  <a:pt x="53340" y="167640"/>
                </a:lnTo>
                <a:lnTo>
                  <a:pt x="28955" y="175260"/>
                </a:lnTo>
                <a:close/>
              </a:path>
              <a:path w="407034" h="408939">
                <a:moveTo>
                  <a:pt x="364453" y="59436"/>
                </a:moveTo>
                <a:lnTo>
                  <a:pt x="330708" y="59436"/>
                </a:lnTo>
                <a:lnTo>
                  <a:pt x="342900" y="42672"/>
                </a:lnTo>
                <a:lnTo>
                  <a:pt x="364453" y="59436"/>
                </a:lnTo>
                <a:close/>
              </a:path>
              <a:path w="407034" h="408939">
                <a:moveTo>
                  <a:pt x="155901" y="143256"/>
                </a:moveTo>
                <a:lnTo>
                  <a:pt x="134112" y="143256"/>
                </a:lnTo>
                <a:lnTo>
                  <a:pt x="134112" y="51816"/>
                </a:lnTo>
                <a:lnTo>
                  <a:pt x="161544" y="51816"/>
                </a:lnTo>
                <a:lnTo>
                  <a:pt x="153924" y="57912"/>
                </a:lnTo>
                <a:lnTo>
                  <a:pt x="154123" y="83820"/>
                </a:lnTo>
                <a:lnTo>
                  <a:pt x="154220" y="93273"/>
                </a:lnTo>
                <a:lnTo>
                  <a:pt x="154876" y="120205"/>
                </a:lnTo>
                <a:lnTo>
                  <a:pt x="155852" y="142565"/>
                </a:lnTo>
                <a:lnTo>
                  <a:pt x="155901" y="143256"/>
                </a:lnTo>
                <a:close/>
              </a:path>
              <a:path w="407034" h="408939">
                <a:moveTo>
                  <a:pt x="305549" y="153924"/>
                </a:moveTo>
                <a:lnTo>
                  <a:pt x="280416" y="153924"/>
                </a:lnTo>
                <a:lnTo>
                  <a:pt x="292965" y="135040"/>
                </a:lnTo>
                <a:lnTo>
                  <a:pt x="305371" y="114871"/>
                </a:lnTo>
                <a:lnTo>
                  <a:pt x="317492" y="93273"/>
                </a:lnTo>
                <a:lnTo>
                  <a:pt x="329184" y="70104"/>
                </a:lnTo>
                <a:lnTo>
                  <a:pt x="362712" y="70104"/>
                </a:lnTo>
                <a:lnTo>
                  <a:pt x="355092" y="76200"/>
                </a:lnTo>
                <a:lnTo>
                  <a:pt x="341090" y="100560"/>
                </a:lnTo>
                <a:lnTo>
                  <a:pt x="326517" y="123634"/>
                </a:lnTo>
                <a:lnTo>
                  <a:pt x="311372" y="145851"/>
                </a:lnTo>
                <a:lnTo>
                  <a:pt x="305549" y="153924"/>
                </a:lnTo>
                <a:close/>
              </a:path>
              <a:path w="407034" h="408939">
                <a:moveTo>
                  <a:pt x="141732" y="274320"/>
                </a:moveTo>
                <a:lnTo>
                  <a:pt x="140208" y="269748"/>
                </a:lnTo>
                <a:lnTo>
                  <a:pt x="174736" y="249721"/>
                </a:lnTo>
                <a:lnTo>
                  <a:pt x="207264" y="226123"/>
                </a:lnTo>
                <a:lnTo>
                  <a:pt x="237505" y="198810"/>
                </a:lnTo>
                <a:lnTo>
                  <a:pt x="265176" y="167640"/>
                </a:lnTo>
                <a:lnTo>
                  <a:pt x="254912" y="150185"/>
                </a:lnTo>
                <a:lnTo>
                  <a:pt x="244792" y="132016"/>
                </a:lnTo>
                <a:lnTo>
                  <a:pt x="234957" y="112990"/>
                </a:lnTo>
                <a:lnTo>
                  <a:pt x="225552" y="92964"/>
                </a:lnTo>
                <a:lnTo>
                  <a:pt x="236274" y="92964"/>
                </a:lnTo>
                <a:lnTo>
                  <a:pt x="240768" y="101846"/>
                </a:lnTo>
                <a:lnTo>
                  <a:pt x="252031" y="119443"/>
                </a:lnTo>
                <a:lnTo>
                  <a:pt x="265295" y="136755"/>
                </a:lnTo>
                <a:lnTo>
                  <a:pt x="280416" y="153924"/>
                </a:lnTo>
                <a:lnTo>
                  <a:pt x="305549" y="153924"/>
                </a:lnTo>
                <a:lnTo>
                  <a:pt x="295656" y="167640"/>
                </a:lnTo>
                <a:lnTo>
                  <a:pt x="317965" y="184404"/>
                </a:lnTo>
                <a:lnTo>
                  <a:pt x="281940" y="184404"/>
                </a:lnTo>
                <a:lnTo>
                  <a:pt x="270533" y="195262"/>
                </a:lnTo>
                <a:lnTo>
                  <a:pt x="256984" y="207264"/>
                </a:lnTo>
                <a:lnTo>
                  <a:pt x="241434" y="220408"/>
                </a:lnTo>
                <a:lnTo>
                  <a:pt x="224028" y="234696"/>
                </a:lnTo>
                <a:lnTo>
                  <a:pt x="234913" y="242315"/>
                </a:lnTo>
                <a:lnTo>
                  <a:pt x="211836" y="242315"/>
                </a:lnTo>
                <a:lnTo>
                  <a:pt x="198096" y="250531"/>
                </a:lnTo>
                <a:lnTo>
                  <a:pt x="181927" y="258889"/>
                </a:lnTo>
                <a:lnTo>
                  <a:pt x="163187" y="266961"/>
                </a:lnTo>
                <a:lnTo>
                  <a:pt x="141732" y="274320"/>
                </a:lnTo>
                <a:close/>
              </a:path>
              <a:path w="407034" h="408939">
                <a:moveTo>
                  <a:pt x="104358" y="339852"/>
                </a:moveTo>
                <a:lnTo>
                  <a:pt x="48767" y="339852"/>
                </a:lnTo>
                <a:lnTo>
                  <a:pt x="83820" y="330708"/>
                </a:lnTo>
                <a:lnTo>
                  <a:pt x="83820" y="153924"/>
                </a:lnTo>
                <a:lnTo>
                  <a:pt x="103632" y="153924"/>
                </a:lnTo>
                <a:lnTo>
                  <a:pt x="103632" y="219456"/>
                </a:lnTo>
                <a:lnTo>
                  <a:pt x="162610" y="219456"/>
                </a:lnTo>
                <a:lnTo>
                  <a:pt x="172212" y="230124"/>
                </a:lnTo>
                <a:lnTo>
                  <a:pt x="103632" y="230124"/>
                </a:lnTo>
                <a:lnTo>
                  <a:pt x="103632" y="326136"/>
                </a:lnTo>
                <a:lnTo>
                  <a:pt x="143255" y="326136"/>
                </a:lnTo>
                <a:lnTo>
                  <a:pt x="138041" y="327874"/>
                </a:lnTo>
                <a:lnTo>
                  <a:pt x="104358" y="339852"/>
                </a:lnTo>
                <a:close/>
              </a:path>
              <a:path w="407034" h="408939">
                <a:moveTo>
                  <a:pt x="134112" y="169164"/>
                </a:moveTo>
                <a:lnTo>
                  <a:pt x="134112" y="153924"/>
                </a:lnTo>
                <a:lnTo>
                  <a:pt x="156650" y="153924"/>
                </a:lnTo>
                <a:lnTo>
                  <a:pt x="156972" y="158496"/>
                </a:lnTo>
                <a:lnTo>
                  <a:pt x="134112" y="169164"/>
                </a:lnTo>
                <a:close/>
              </a:path>
              <a:path w="407034" h="408939">
                <a:moveTo>
                  <a:pt x="374904" y="248412"/>
                </a:moveTo>
                <a:lnTo>
                  <a:pt x="350305" y="235839"/>
                </a:lnTo>
                <a:lnTo>
                  <a:pt x="326707" y="220980"/>
                </a:lnTo>
                <a:lnTo>
                  <a:pt x="303966" y="203835"/>
                </a:lnTo>
                <a:lnTo>
                  <a:pt x="281940" y="184404"/>
                </a:lnTo>
                <a:lnTo>
                  <a:pt x="317965" y="184404"/>
                </a:lnTo>
                <a:lnTo>
                  <a:pt x="320754" y="186499"/>
                </a:lnTo>
                <a:lnTo>
                  <a:pt x="347853" y="201930"/>
                </a:lnTo>
                <a:lnTo>
                  <a:pt x="376666" y="213931"/>
                </a:lnTo>
                <a:lnTo>
                  <a:pt x="406908" y="222504"/>
                </a:lnTo>
                <a:lnTo>
                  <a:pt x="406908" y="230124"/>
                </a:lnTo>
                <a:lnTo>
                  <a:pt x="396335" y="231481"/>
                </a:lnTo>
                <a:lnTo>
                  <a:pt x="387477" y="235267"/>
                </a:lnTo>
                <a:lnTo>
                  <a:pt x="380333" y="241053"/>
                </a:lnTo>
                <a:lnTo>
                  <a:pt x="374904" y="248412"/>
                </a:lnTo>
                <a:close/>
              </a:path>
              <a:path w="407034" h="408939">
                <a:moveTo>
                  <a:pt x="162610" y="219456"/>
                </a:moveTo>
                <a:lnTo>
                  <a:pt x="124968" y="219456"/>
                </a:lnTo>
                <a:lnTo>
                  <a:pt x="144780" y="199644"/>
                </a:lnTo>
                <a:lnTo>
                  <a:pt x="162610" y="219456"/>
                </a:lnTo>
                <a:close/>
              </a:path>
              <a:path w="407034" h="408939">
                <a:moveTo>
                  <a:pt x="16764" y="377952"/>
                </a:moveTo>
                <a:lnTo>
                  <a:pt x="0" y="352044"/>
                </a:lnTo>
                <a:lnTo>
                  <a:pt x="27431" y="344424"/>
                </a:lnTo>
                <a:lnTo>
                  <a:pt x="27409" y="298418"/>
                </a:lnTo>
                <a:lnTo>
                  <a:pt x="27164" y="250531"/>
                </a:lnTo>
                <a:lnTo>
                  <a:pt x="25908" y="202692"/>
                </a:lnTo>
                <a:lnTo>
                  <a:pt x="62484" y="219456"/>
                </a:lnTo>
                <a:lnTo>
                  <a:pt x="48767" y="231648"/>
                </a:lnTo>
                <a:lnTo>
                  <a:pt x="48767" y="339852"/>
                </a:lnTo>
                <a:lnTo>
                  <a:pt x="104358" y="339852"/>
                </a:lnTo>
                <a:lnTo>
                  <a:pt x="67603" y="353639"/>
                </a:lnTo>
                <a:lnTo>
                  <a:pt x="28955" y="368808"/>
                </a:lnTo>
                <a:lnTo>
                  <a:pt x="16764" y="377952"/>
                </a:lnTo>
                <a:close/>
              </a:path>
              <a:path w="407034" h="408939">
                <a:moveTo>
                  <a:pt x="351935" y="245363"/>
                </a:moveTo>
                <a:lnTo>
                  <a:pt x="324612" y="245363"/>
                </a:lnTo>
                <a:lnTo>
                  <a:pt x="335280" y="231648"/>
                </a:lnTo>
                <a:lnTo>
                  <a:pt x="351935" y="245363"/>
                </a:lnTo>
                <a:close/>
              </a:path>
              <a:path w="407034" h="408939">
                <a:moveTo>
                  <a:pt x="210312" y="408432"/>
                </a:moveTo>
                <a:lnTo>
                  <a:pt x="211175" y="377952"/>
                </a:lnTo>
                <a:lnTo>
                  <a:pt x="211634" y="340042"/>
                </a:lnTo>
                <a:lnTo>
                  <a:pt x="211727" y="316992"/>
                </a:lnTo>
                <a:lnTo>
                  <a:pt x="211836" y="242315"/>
                </a:lnTo>
                <a:lnTo>
                  <a:pt x="234913" y="242315"/>
                </a:lnTo>
                <a:lnTo>
                  <a:pt x="239268" y="245363"/>
                </a:lnTo>
                <a:lnTo>
                  <a:pt x="351935" y="245363"/>
                </a:lnTo>
                <a:lnTo>
                  <a:pt x="361188" y="252984"/>
                </a:lnTo>
                <a:lnTo>
                  <a:pt x="357124" y="256032"/>
                </a:lnTo>
                <a:lnTo>
                  <a:pt x="234696" y="256032"/>
                </a:lnTo>
                <a:lnTo>
                  <a:pt x="234696" y="358140"/>
                </a:lnTo>
                <a:lnTo>
                  <a:pt x="350208" y="358140"/>
                </a:lnTo>
                <a:lnTo>
                  <a:pt x="350281" y="362426"/>
                </a:lnTo>
                <a:lnTo>
                  <a:pt x="350336" y="368808"/>
                </a:lnTo>
                <a:lnTo>
                  <a:pt x="234696" y="368808"/>
                </a:lnTo>
                <a:lnTo>
                  <a:pt x="234696" y="394716"/>
                </a:lnTo>
                <a:lnTo>
                  <a:pt x="210312" y="408432"/>
                </a:lnTo>
                <a:close/>
              </a:path>
              <a:path w="407034" h="408939">
                <a:moveTo>
                  <a:pt x="350208" y="358140"/>
                </a:moveTo>
                <a:lnTo>
                  <a:pt x="326136" y="358140"/>
                </a:lnTo>
                <a:lnTo>
                  <a:pt x="326136" y="256032"/>
                </a:lnTo>
                <a:lnTo>
                  <a:pt x="357124" y="256032"/>
                </a:lnTo>
                <a:lnTo>
                  <a:pt x="348996" y="262127"/>
                </a:lnTo>
                <a:lnTo>
                  <a:pt x="349234" y="298418"/>
                </a:lnTo>
                <a:lnTo>
                  <a:pt x="350208" y="358140"/>
                </a:lnTo>
                <a:close/>
              </a:path>
              <a:path w="407034" h="408939">
                <a:moveTo>
                  <a:pt x="143255" y="326136"/>
                </a:moveTo>
                <a:lnTo>
                  <a:pt x="103632" y="326136"/>
                </a:lnTo>
                <a:lnTo>
                  <a:pt x="169164" y="309372"/>
                </a:lnTo>
                <a:lnTo>
                  <a:pt x="170688" y="316992"/>
                </a:lnTo>
                <a:lnTo>
                  <a:pt x="143255" y="326136"/>
                </a:lnTo>
                <a:close/>
              </a:path>
              <a:path w="407034" h="408939">
                <a:moveTo>
                  <a:pt x="326136" y="402336"/>
                </a:moveTo>
                <a:lnTo>
                  <a:pt x="326136" y="368808"/>
                </a:lnTo>
                <a:lnTo>
                  <a:pt x="350336" y="368808"/>
                </a:lnTo>
                <a:lnTo>
                  <a:pt x="350520" y="390144"/>
                </a:lnTo>
                <a:lnTo>
                  <a:pt x="326136" y="40233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" name="object 26"/>
          <p:cNvSpPr/>
          <p:nvPr/>
        </p:nvSpPr>
        <p:spPr>
          <a:xfrm>
            <a:off x="1751075" y="3212592"/>
            <a:ext cx="155575" cy="155575"/>
          </a:xfrm>
          <a:custGeom>
            <a:avLst/>
            <a:gdLst/>
            <a:ahLst/>
            <a:cxnLst/>
            <a:rect l="l" t="t" r="r" b="b"/>
            <a:pathLst>
              <a:path w="155575" h="155575">
                <a:moveTo>
                  <a:pt x="155448" y="155448"/>
                </a:moveTo>
                <a:lnTo>
                  <a:pt x="0" y="155448"/>
                </a:lnTo>
                <a:lnTo>
                  <a:pt x="0" y="0"/>
                </a:lnTo>
                <a:lnTo>
                  <a:pt x="155448" y="0"/>
                </a:lnTo>
                <a:lnTo>
                  <a:pt x="155448" y="155448"/>
                </a:lnTo>
                <a:close/>
              </a:path>
            </a:pathLst>
          </a:custGeom>
          <a:solidFill>
            <a:srgbClr val="3333C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" name="object 27"/>
          <p:cNvSpPr/>
          <p:nvPr/>
        </p:nvSpPr>
        <p:spPr>
          <a:xfrm>
            <a:off x="2173224" y="3026664"/>
            <a:ext cx="326390" cy="398145"/>
          </a:xfrm>
          <a:custGeom>
            <a:avLst/>
            <a:gdLst/>
            <a:ahLst/>
            <a:cxnLst/>
            <a:rect l="l" t="t" r="r" b="b"/>
            <a:pathLst>
              <a:path w="326389" h="398145">
                <a:moveTo>
                  <a:pt x="76200" y="85344"/>
                </a:moveTo>
                <a:lnTo>
                  <a:pt x="68580" y="85344"/>
                </a:lnTo>
                <a:lnTo>
                  <a:pt x="65532" y="80772"/>
                </a:lnTo>
                <a:lnTo>
                  <a:pt x="64008" y="70104"/>
                </a:lnTo>
                <a:lnTo>
                  <a:pt x="58316" y="55768"/>
                </a:lnTo>
                <a:lnTo>
                  <a:pt x="50482" y="40005"/>
                </a:lnTo>
                <a:lnTo>
                  <a:pt x="40647" y="22526"/>
                </a:lnTo>
                <a:lnTo>
                  <a:pt x="28956" y="3048"/>
                </a:lnTo>
                <a:lnTo>
                  <a:pt x="33528" y="0"/>
                </a:lnTo>
                <a:lnTo>
                  <a:pt x="72104" y="25503"/>
                </a:lnTo>
                <a:lnTo>
                  <a:pt x="91440" y="48768"/>
                </a:lnTo>
                <a:lnTo>
                  <a:pt x="91440" y="59436"/>
                </a:lnTo>
                <a:lnTo>
                  <a:pt x="88392" y="67056"/>
                </a:lnTo>
                <a:lnTo>
                  <a:pt x="79248" y="82296"/>
                </a:lnTo>
                <a:lnTo>
                  <a:pt x="76200" y="85344"/>
                </a:lnTo>
                <a:close/>
              </a:path>
              <a:path w="326389" h="398145">
                <a:moveTo>
                  <a:pt x="146304" y="60960"/>
                </a:moveTo>
                <a:lnTo>
                  <a:pt x="131064" y="45720"/>
                </a:lnTo>
                <a:lnTo>
                  <a:pt x="281940" y="45720"/>
                </a:lnTo>
                <a:lnTo>
                  <a:pt x="295656" y="24384"/>
                </a:lnTo>
                <a:lnTo>
                  <a:pt x="326136" y="48768"/>
                </a:lnTo>
                <a:lnTo>
                  <a:pt x="317669" y="56388"/>
                </a:lnTo>
                <a:lnTo>
                  <a:pt x="188976" y="56388"/>
                </a:lnTo>
                <a:lnTo>
                  <a:pt x="177807" y="56673"/>
                </a:lnTo>
                <a:lnTo>
                  <a:pt x="167068" y="57531"/>
                </a:lnTo>
                <a:lnTo>
                  <a:pt x="156614" y="58959"/>
                </a:lnTo>
                <a:lnTo>
                  <a:pt x="146304" y="60960"/>
                </a:lnTo>
                <a:close/>
              </a:path>
              <a:path w="326389" h="398145">
                <a:moveTo>
                  <a:pt x="309536" y="355092"/>
                </a:moveTo>
                <a:lnTo>
                  <a:pt x="277368" y="355092"/>
                </a:lnTo>
                <a:lnTo>
                  <a:pt x="283464" y="350520"/>
                </a:lnTo>
                <a:lnTo>
                  <a:pt x="283464" y="56388"/>
                </a:lnTo>
                <a:lnTo>
                  <a:pt x="317669" y="56388"/>
                </a:lnTo>
                <a:lnTo>
                  <a:pt x="310895" y="62484"/>
                </a:lnTo>
                <a:lnTo>
                  <a:pt x="310895" y="344424"/>
                </a:lnTo>
                <a:lnTo>
                  <a:pt x="309536" y="355092"/>
                </a:lnTo>
                <a:close/>
              </a:path>
              <a:path w="326389" h="398145">
                <a:moveTo>
                  <a:pt x="0" y="397763"/>
                </a:moveTo>
                <a:lnTo>
                  <a:pt x="1119" y="359211"/>
                </a:lnTo>
                <a:lnTo>
                  <a:pt x="2095" y="316801"/>
                </a:lnTo>
                <a:lnTo>
                  <a:pt x="2731" y="274319"/>
                </a:lnTo>
                <a:lnTo>
                  <a:pt x="3014" y="214884"/>
                </a:lnTo>
                <a:lnTo>
                  <a:pt x="2786" y="173259"/>
                </a:lnTo>
                <a:lnTo>
                  <a:pt x="2084" y="132588"/>
                </a:lnTo>
                <a:lnTo>
                  <a:pt x="1119" y="100107"/>
                </a:lnTo>
                <a:lnTo>
                  <a:pt x="0" y="74676"/>
                </a:lnTo>
                <a:lnTo>
                  <a:pt x="44196" y="99060"/>
                </a:lnTo>
                <a:lnTo>
                  <a:pt x="28956" y="109728"/>
                </a:lnTo>
                <a:lnTo>
                  <a:pt x="28956" y="385572"/>
                </a:lnTo>
                <a:lnTo>
                  <a:pt x="0" y="397763"/>
                </a:lnTo>
                <a:close/>
              </a:path>
              <a:path w="326389" h="398145">
                <a:moveTo>
                  <a:pt x="238397" y="150876"/>
                </a:moveTo>
                <a:lnTo>
                  <a:pt x="202692" y="150876"/>
                </a:lnTo>
                <a:lnTo>
                  <a:pt x="214883" y="132588"/>
                </a:lnTo>
                <a:lnTo>
                  <a:pt x="238397" y="150876"/>
                </a:lnTo>
                <a:close/>
              </a:path>
              <a:path w="326389" h="398145">
                <a:moveTo>
                  <a:pt x="82296" y="307848"/>
                </a:moveTo>
                <a:lnTo>
                  <a:pt x="83177" y="282392"/>
                </a:lnTo>
                <a:lnTo>
                  <a:pt x="83629" y="258508"/>
                </a:lnTo>
                <a:lnTo>
                  <a:pt x="83727" y="245364"/>
                </a:lnTo>
                <a:lnTo>
                  <a:pt x="83796" y="194548"/>
                </a:lnTo>
                <a:lnTo>
                  <a:pt x="83629" y="174498"/>
                </a:lnTo>
                <a:lnTo>
                  <a:pt x="83154" y="153924"/>
                </a:lnTo>
                <a:lnTo>
                  <a:pt x="82296" y="134112"/>
                </a:lnTo>
                <a:lnTo>
                  <a:pt x="108204" y="150876"/>
                </a:lnTo>
                <a:lnTo>
                  <a:pt x="238397" y="150876"/>
                </a:lnTo>
                <a:lnTo>
                  <a:pt x="242316" y="153924"/>
                </a:lnTo>
                <a:lnTo>
                  <a:pt x="233743" y="161544"/>
                </a:lnTo>
                <a:lnTo>
                  <a:pt x="108204" y="161544"/>
                </a:lnTo>
                <a:lnTo>
                  <a:pt x="108204" y="265176"/>
                </a:lnTo>
                <a:lnTo>
                  <a:pt x="228778" y="265176"/>
                </a:lnTo>
                <a:lnTo>
                  <a:pt x="228790" y="265938"/>
                </a:lnTo>
                <a:lnTo>
                  <a:pt x="229106" y="274319"/>
                </a:lnTo>
                <a:lnTo>
                  <a:pt x="108204" y="274319"/>
                </a:lnTo>
                <a:lnTo>
                  <a:pt x="108204" y="297180"/>
                </a:lnTo>
                <a:lnTo>
                  <a:pt x="82296" y="307848"/>
                </a:lnTo>
                <a:close/>
              </a:path>
              <a:path w="326389" h="398145">
                <a:moveTo>
                  <a:pt x="228778" y="265176"/>
                </a:moveTo>
                <a:lnTo>
                  <a:pt x="204216" y="265176"/>
                </a:lnTo>
                <a:lnTo>
                  <a:pt x="204216" y="161544"/>
                </a:lnTo>
                <a:lnTo>
                  <a:pt x="233743" y="161544"/>
                </a:lnTo>
                <a:lnTo>
                  <a:pt x="228600" y="166116"/>
                </a:lnTo>
                <a:lnTo>
                  <a:pt x="228676" y="258508"/>
                </a:lnTo>
                <a:lnTo>
                  <a:pt x="228778" y="265176"/>
                </a:lnTo>
                <a:close/>
              </a:path>
              <a:path w="326389" h="398145">
                <a:moveTo>
                  <a:pt x="204216" y="301752"/>
                </a:moveTo>
                <a:lnTo>
                  <a:pt x="204216" y="274319"/>
                </a:lnTo>
                <a:lnTo>
                  <a:pt x="229106" y="274319"/>
                </a:lnTo>
                <a:lnTo>
                  <a:pt x="229242" y="277939"/>
                </a:lnTo>
                <a:lnTo>
                  <a:pt x="230124" y="291083"/>
                </a:lnTo>
                <a:lnTo>
                  <a:pt x="204216" y="301752"/>
                </a:lnTo>
                <a:close/>
              </a:path>
              <a:path w="326389" h="398145">
                <a:moveTo>
                  <a:pt x="266700" y="397763"/>
                </a:moveTo>
                <a:lnTo>
                  <a:pt x="262985" y="383809"/>
                </a:lnTo>
                <a:lnTo>
                  <a:pt x="251841" y="371856"/>
                </a:lnTo>
                <a:lnTo>
                  <a:pt x="233267" y="362188"/>
                </a:lnTo>
                <a:lnTo>
                  <a:pt x="207264" y="355092"/>
                </a:lnTo>
                <a:lnTo>
                  <a:pt x="207264" y="347472"/>
                </a:lnTo>
                <a:lnTo>
                  <a:pt x="225528" y="349496"/>
                </a:lnTo>
                <a:lnTo>
                  <a:pt x="254627" y="352401"/>
                </a:lnTo>
                <a:lnTo>
                  <a:pt x="265176" y="353568"/>
                </a:lnTo>
                <a:lnTo>
                  <a:pt x="277368" y="355092"/>
                </a:lnTo>
                <a:lnTo>
                  <a:pt x="309536" y="355092"/>
                </a:lnTo>
                <a:lnTo>
                  <a:pt x="308276" y="364974"/>
                </a:lnTo>
                <a:lnTo>
                  <a:pt x="300228" y="380809"/>
                </a:lnTo>
                <a:lnTo>
                  <a:pt x="286464" y="391787"/>
                </a:lnTo>
                <a:lnTo>
                  <a:pt x="266700" y="39776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" name="object 28"/>
          <p:cNvSpPr/>
          <p:nvPr/>
        </p:nvSpPr>
        <p:spPr>
          <a:xfrm>
            <a:off x="2567940" y="3034283"/>
            <a:ext cx="405765" cy="393700"/>
          </a:xfrm>
          <a:custGeom>
            <a:avLst/>
            <a:gdLst/>
            <a:ahLst/>
            <a:cxnLst/>
            <a:rect l="l" t="t" r="r" b="b"/>
            <a:pathLst>
              <a:path w="405764" h="393700">
                <a:moveTo>
                  <a:pt x="217932" y="36576"/>
                </a:moveTo>
                <a:lnTo>
                  <a:pt x="202692" y="19812"/>
                </a:lnTo>
                <a:lnTo>
                  <a:pt x="353568" y="19812"/>
                </a:lnTo>
                <a:lnTo>
                  <a:pt x="374904" y="0"/>
                </a:lnTo>
                <a:lnTo>
                  <a:pt x="402336" y="30480"/>
                </a:lnTo>
                <a:lnTo>
                  <a:pt x="259080" y="30480"/>
                </a:lnTo>
                <a:lnTo>
                  <a:pt x="248578" y="30789"/>
                </a:lnTo>
                <a:lnTo>
                  <a:pt x="237934" y="31813"/>
                </a:lnTo>
                <a:lnTo>
                  <a:pt x="227576" y="33694"/>
                </a:lnTo>
                <a:lnTo>
                  <a:pt x="217932" y="36576"/>
                </a:lnTo>
                <a:close/>
              </a:path>
              <a:path w="405764" h="393700">
                <a:moveTo>
                  <a:pt x="187996" y="18288"/>
                </a:moveTo>
                <a:lnTo>
                  <a:pt x="155448" y="18288"/>
                </a:lnTo>
                <a:lnTo>
                  <a:pt x="167640" y="1524"/>
                </a:lnTo>
                <a:lnTo>
                  <a:pt x="187996" y="18288"/>
                </a:lnTo>
                <a:close/>
              </a:path>
              <a:path w="405764" h="393700">
                <a:moveTo>
                  <a:pt x="53340" y="167640"/>
                </a:moveTo>
                <a:lnTo>
                  <a:pt x="53578" y="147923"/>
                </a:lnTo>
                <a:lnTo>
                  <a:pt x="54625" y="106775"/>
                </a:lnTo>
                <a:lnTo>
                  <a:pt x="54762" y="94488"/>
                </a:lnTo>
                <a:lnTo>
                  <a:pt x="54813" y="80772"/>
                </a:lnTo>
                <a:lnTo>
                  <a:pt x="54603" y="63055"/>
                </a:lnTo>
                <a:lnTo>
                  <a:pt x="53578" y="23407"/>
                </a:lnTo>
                <a:lnTo>
                  <a:pt x="53340" y="4572"/>
                </a:lnTo>
                <a:lnTo>
                  <a:pt x="77724" y="18288"/>
                </a:lnTo>
                <a:lnTo>
                  <a:pt x="187996" y="18288"/>
                </a:lnTo>
                <a:lnTo>
                  <a:pt x="193548" y="22860"/>
                </a:lnTo>
                <a:lnTo>
                  <a:pt x="185420" y="28956"/>
                </a:lnTo>
                <a:lnTo>
                  <a:pt x="77724" y="28956"/>
                </a:lnTo>
                <a:lnTo>
                  <a:pt x="77724" y="79248"/>
                </a:lnTo>
                <a:lnTo>
                  <a:pt x="181428" y="79248"/>
                </a:lnTo>
                <a:lnTo>
                  <a:pt x="181482" y="89916"/>
                </a:lnTo>
                <a:lnTo>
                  <a:pt x="77724" y="89916"/>
                </a:lnTo>
                <a:lnTo>
                  <a:pt x="77724" y="138684"/>
                </a:lnTo>
                <a:lnTo>
                  <a:pt x="182336" y="138684"/>
                </a:lnTo>
                <a:lnTo>
                  <a:pt x="182759" y="149352"/>
                </a:lnTo>
                <a:lnTo>
                  <a:pt x="77724" y="149352"/>
                </a:lnTo>
                <a:lnTo>
                  <a:pt x="77724" y="160020"/>
                </a:lnTo>
                <a:lnTo>
                  <a:pt x="53340" y="167640"/>
                </a:lnTo>
                <a:close/>
              </a:path>
              <a:path w="405764" h="393700">
                <a:moveTo>
                  <a:pt x="181428" y="79248"/>
                </a:moveTo>
                <a:lnTo>
                  <a:pt x="158496" y="79248"/>
                </a:lnTo>
                <a:lnTo>
                  <a:pt x="158496" y="28956"/>
                </a:lnTo>
                <a:lnTo>
                  <a:pt x="185420" y="28956"/>
                </a:lnTo>
                <a:lnTo>
                  <a:pt x="181356" y="32004"/>
                </a:lnTo>
                <a:lnTo>
                  <a:pt x="181428" y="79248"/>
                </a:lnTo>
                <a:close/>
              </a:path>
              <a:path w="405764" h="393700">
                <a:moveTo>
                  <a:pt x="280416" y="80772"/>
                </a:moveTo>
                <a:lnTo>
                  <a:pt x="271272" y="80772"/>
                </a:lnTo>
                <a:lnTo>
                  <a:pt x="274415" y="68199"/>
                </a:lnTo>
                <a:lnTo>
                  <a:pt x="276987" y="55626"/>
                </a:lnTo>
                <a:lnTo>
                  <a:pt x="278987" y="43053"/>
                </a:lnTo>
                <a:lnTo>
                  <a:pt x="280416" y="30480"/>
                </a:lnTo>
                <a:lnTo>
                  <a:pt x="309372" y="30480"/>
                </a:lnTo>
                <a:lnTo>
                  <a:pt x="305061" y="37909"/>
                </a:lnTo>
                <a:lnTo>
                  <a:pt x="298894" y="48768"/>
                </a:lnTo>
                <a:lnTo>
                  <a:pt x="290726" y="63055"/>
                </a:lnTo>
                <a:lnTo>
                  <a:pt x="280416" y="80772"/>
                </a:lnTo>
                <a:close/>
              </a:path>
              <a:path w="405764" h="393700">
                <a:moveTo>
                  <a:pt x="379241" y="80772"/>
                </a:moveTo>
                <a:lnTo>
                  <a:pt x="345948" y="80772"/>
                </a:lnTo>
                <a:lnTo>
                  <a:pt x="358140" y="65532"/>
                </a:lnTo>
                <a:lnTo>
                  <a:pt x="379241" y="80772"/>
                </a:lnTo>
                <a:close/>
              </a:path>
              <a:path w="405764" h="393700">
                <a:moveTo>
                  <a:pt x="225552" y="249936"/>
                </a:moveTo>
                <a:lnTo>
                  <a:pt x="225790" y="230743"/>
                </a:lnTo>
                <a:lnTo>
                  <a:pt x="226774" y="188928"/>
                </a:lnTo>
                <a:lnTo>
                  <a:pt x="226865" y="183094"/>
                </a:lnTo>
                <a:lnTo>
                  <a:pt x="226976" y="149352"/>
                </a:lnTo>
                <a:lnTo>
                  <a:pt x="226862" y="137160"/>
                </a:lnTo>
                <a:lnTo>
                  <a:pt x="226741" y="130159"/>
                </a:lnTo>
                <a:lnTo>
                  <a:pt x="225829" y="89916"/>
                </a:lnTo>
                <a:lnTo>
                  <a:pt x="225552" y="67056"/>
                </a:lnTo>
                <a:lnTo>
                  <a:pt x="249936" y="80772"/>
                </a:lnTo>
                <a:lnTo>
                  <a:pt x="379241" y="80772"/>
                </a:lnTo>
                <a:lnTo>
                  <a:pt x="385572" y="85344"/>
                </a:lnTo>
                <a:lnTo>
                  <a:pt x="377444" y="91440"/>
                </a:lnTo>
                <a:lnTo>
                  <a:pt x="249936" y="91440"/>
                </a:lnTo>
                <a:lnTo>
                  <a:pt x="249936" y="236220"/>
                </a:lnTo>
                <a:lnTo>
                  <a:pt x="225552" y="249936"/>
                </a:lnTo>
                <a:close/>
              </a:path>
              <a:path w="405764" h="393700">
                <a:moveTo>
                  <a:pt x="182336" y="138684"/>
                </a:moveTo>
                <a:lnTo>
                  <a:pt x="158496" y="138684"/>
                </a:lnTo>
                <a:lnTo>
                  <a:pt x="158496" y="89916"/>
                </a:lnTo>
                <a:lnTo>
                  <a:pt x="181482" y="89916"/>
                </a:lnTo>
                <a:lnTo>
                  <a:pt x="181546" y="102489"/>
                </a:lnTo>
                <a:lnTo>
                  <a:pt x="181998" y="130159"/>
                </a:lnTo>
                <a:lnTo>
                  <a:pt x="182336" y="138684"/>
                </a:lnTo>
                <a:close/>
              </a:path>
              <a:path w="405764" h="393700">
                <a:moveTo>
                  <a:pt x="350520" y="245363"/>
                </a:moveTo>
                <a:lnTo>
                  <a:pt x="350520" y="91440"/>
                </a:lnTo>
                <a:lnTo>
                  <a:pt x="377444" y="91440"/>
                </a:lnTo>
                <a:lnTo>
                  <a:pt x="373380" y="94488"/>
                </a:lnTo>
                <a:lnTo>
                  <a:pt x="373432" y="188928"/>
                </a:lnTo>
                <a:lnTo>
                  <a:pt x="373559" y="198120"/>
                </a:lnTo>
                <a:lnTo>
                  <a:pt x="374049" y="214884"/>
                </a:lnTo>
                <a:lnTo>
                  <a:pt x="374904" y="233172"/>
                </a:lnTo>
                <a:lnTo>
                  <a:pt x="350520" y="245363"/>
                </a:lnTo>
                <a:close/>
              </a:path>
              <a:path w="405764" h="393700">
                <a:moveTo>
                  <a:pt x="192024" y="345948"/>
                </a:moveTo>
                <a:lnTo>
                  <a:pt x="188976" y="339852"/>
                </a:lnTo>
                <a:lnTo>
                  <a:pt x="212383" y="326112"/>
                </a:lnTo>
                <a:lnTo>
                  <a:pt x="232219" y="312229"/>
                </a:lnTo>
                <a:lnTo>
                  <a:pt x="260604" y="283463"/>
                </a:lnTo>
                <a:lnTo>
                  <a:pt x="281178" y="231171"/>
                </a:lnTo>
                <a:lnTo>
                  <a:pt x="284321" y="188928"/>
                </a:lnTo>
                <a:lnTo>
                  <a:pt x="284534" y="160020"/>
                </a:lnTo>
                <a:lnTo>
                  <a:pt x="284321" y="142160"/>
                </a:lnTo>
                <a:lnTo>
                  <a:pt x="283464" y="117348"/>
                </a:lnTo>
                <a:lnTo>
                  <a:pt x="321564" y="137160"/>
                </a:lnTo>
                <a:lnTo>
                  <a:pt x="307848" y="149352"/>
                </a:lnTo>
                <a:lnTo>
                  <a:pt x="307300" y="183094"/>
                </a:lnTo>
                <a:lnTo>
                  <a:pt x="305752" y="211264"/>
                </a:lnTo>
                <a:lnTo>
                  <a:pt x="300228" y="251460"/>
                </a:lnTo>
                <a:lnTo>
                  <a:pt x="276867" y="291322"/>
                </a:lnTo>
                <a:lnTo>
                  <a:pt x="234314" y="326326"/>
                </a:lnTo>
                <a:lnTo>
                  <a:pt x="214598" y="336494"/>
                </a:lnTo>
                <a:lnTo>
                  <a:pt x="192024" y="345948"/>
                </a:lnTo>
                <a:close/>
              </a:path>
              <a:path w="405764" h="393700">
                <a:moveTo>
                  <a:pt x="158496" y="164592"/>
                </a:moveTo>
                <a:lnTo>
                  <a:pt x="158496" y="149352"/>
                </a:lnTo>
                <a:lnTo>
                  <a:pt x="182759" y="149352"/>
                </a:lnTo>
                <a:lnTo>
                  <a:pt x="182880" y="152400"/>
                </a:lnTo>
                <a:lnTo>
                  <a:pt x="158496" y="164592"/>
                </a:lnTo>
                <a:close/>
              </a:path>
              <a:path w="405764" h="393700">
                <a:moveTo>
                  <a:pt x="30480" y="202692"/>
                </a:moveTo>
                <a:lnTo>
                  <a:pt x="13716" y="187451"/>
                </a:lnTo>
                <a:lnTo>
                  <a:pt x="167640" y="187451"/>
                </a:lnTo>
                <a:lnTo>
                  <a:pt x="188976" y="166116"/>
                </a:lnTo>
                <a:lnTo>
                  <a:pt x="216408" y="198120"/>
                </a:lnTo>
                <a:lnTo>
                  <a:pt x="71628" y="198120"/>
                </a:lnTo>
                <a:lnTo>
                  <a:pt x="60483" y="198405"/>
                </a:lnTo>
                <a:lnTo>
                  <a:pt x="49911" y="199263"/>
                </a:lnTo>
                <a:lnTo>
                  <a:pt x="39909" y="200691"/>
                </a:lnTo>
                <a:lnTo>
                  <a:pt x="30480" y="202692"/>
                </a:lnTo>
                <a:close/>
              </a:path>
              <a:path w="405764" h="393700">
                <a:moveTo>
                  <a:pt x="131064" y="330708"/>
                </a:moveTo>
                <a:lnTo>
                  <a:pt x="108204" y="330708"/>
                </a:lnTo>
                <a:lnTo>
                  <a:pt x="108204" y="198120"/>
                </a:lnTo>
                <a:lnTo>
                  <a:pt x="131064" y="198120"/>
                </a:lnTo>
                <a:lnTo>
                  <a:pt x="131064" y="259080"/>
                </a:lnTo>
                <a:lnTo>
                  <a:pt x="199720" y="259080"/>
                </a:lnTo>
                <a:lnTo>
                  <a:pt x="208788" y="269748"/>
                </a:lnTo>
                <a:lnTo>
                  <a:pt x="131064" y="269748"/>
                </a:lnTo>
                <a:lnTo>
                  <a:pt x="131064" y="330708"/>
                </a:lnTo>
                <a:close/>
              </a:path>
              <a:path w="405764" h="393700">
                <a:moveTo>
                  <a:pt x="6096" y="393192"/>
                </a:moveTo>
                <a:lnTo>
                  <a:pt x="0" y="388619"/>
                </a:lnTo>
                <a:lnTo>
                  <a:pt x="9715" y="369712"/>
                </a:lnTo>
                <a:lnTo>
                  <a:pt x="18288" y="349377"/>
                </a:lnTo>
                <a:lnTo>
                  <a:pt x="32004" y="303275"/>
                </a:lnTo>
                <a:lnTo>
                  <a:pt x="41148" y="256222"/>
                </a:lnTo>
                <a:lnTo>
                  <a:pt x="45720" y="214884"/>
                </a:lnTo>
                <a:lnTo>
                  <a:pt x="80772" y="233172"/>
                </a:lnTo>
                <a:lnTo>
                  <a:pt x="74223" y="238291"/>
                </a:lnTo>
                <a:lnTo>
                  <a:pt x="68389" y="248983"/>
                </a:lnTo>
                <a:lnTo>
                  <a:pt x="63408" y="265128"/>
                </a:lnTo>
                <a:lnTo>
                  <a:pt x="59436" y="286512"/>
                </a:lnTo>
                <a:lnTo>
                  <a:pt x="68269" y="297180"/>
                </a:lnTo>
                <a:lnTo>
                  <a:pt x="56388" y="297180"/>
                </a:lnTo>
                <a:lnTo>
                  <a:pt x="45529" y="326326"/>
                </a:lnTo>
                <a:lnTo>
                  <a:pt x="33528" y="352044"/>
                </a:lnTo>
                <a:lnTo>
                  <a:pt x="20383" y="374332"/>
                </a:lnTo>
                <a:lnTo>
                  <a:pt x="6096" y="393192"/>
                </a:lnTo>
                <a:close/>
              </a:path>
              <a:path w="405764" h="393700">
                <a:moveTo>
                  <a:pt x="199720" y="259080"/>
                </a:moveTo>
                <a:lnTo>
                  <a:pt x="164592" y="259080"/>
                </a:lnTo>
                <a:lnTo>
                  <a:pt x="182880" y="239268"/>
                </a:lnTo>
                <a:lnTo>
                  <a:pt x="199720" y="259080"/>
                </a:lnTo>
                <a:close/>
              </a:path>
              <a:path w="405764" h="393700">
                <a:moveTo>
                  <a:pt x="381000" y="333756"/>
                </a:moveTo>
                <a:lnTo>
                  <a:pt x="374904" y="333756"/>
                </a:lnTo>
                <a:lnTo>
                  <a:pt x="365760" y="315468"/>
                </a:lnTo>
                <a:lnTo>
                  <a:pt x="356877" y="302918"/>
                </a:lnTo>
                <a:lnTo>
                  <a:pt x="343852" y="288226"/>
                </a:lnTo>
                <a:lnTo>
                  <a:pt x="326540" y="271533"/>
                </a:lnTo>
                <a:lnTo>
                  <a:pt x="304800" y="252984"/>
                </a:lnTo>
                <a:lnTo>
                  <a:pt x="307848" y="248412"/>
                </a:lnTo>
                <a:lnTo>
                  <a:pt x="360616" y="274701"/>
                </a:lnTo>
                <a:lnTo>
                  <a:pt x="385572" y="297180"/>
                </a:lnTo>
                <a:lnTo>
                  <a:pt x="388620" y="303275"/>
                </a:lnTo>
                <a:lnTo>
                  <a:pt x="388620" y="312420"/>
                </a:lnTo>
                <a:lnTo>
                  <a:pt x="387096" y="316992"/>
                </a:lnTo>
                <a:lnTo>
                  <a:pt x="385572" y="324612"/>
                </a:lnTo>
                <a:lnTo>
                  <a:pt x="381000" y="333756"/>
                </a:lnTo>
                <a:close/>
              </a:path>
              <a:path w="405764" h="393700">
                <a:moveTo>
                  <a:pt x="373380" y="381000"/>
                </a:moveTo>
                <a:lnTo>
                  <a:pt x="305633" y="380666"/>
                </a:lnTo>
                <a:lnTo>
                  <a:pt x="250888" y="379476"/>
                </a:lnTo>
                <a:lnTo>
                  <a:pt x="209002" y="377142"/>
                </a:lnTo>
                <a:lnTo>
                  <a:pt x="159234" y="368522"/>
                </a:lnTo>
                <a:lnTo>
                  <a:pt x="109728" y="350519"/>
                </a:lnTo>
                <a:lnTo>
                  <a:pt x="70080" y="314944"/>
                </a:lnTo>
                <a:lnTo>
                  <a:pt x="56388" y="297180"/>
                </a:lnTo>
                <a:lnTo>
                  <a:pt x="68269" y="297180"/>
                </a:lnTo>
                <a:lnTo>
                  <a:pt x="69413" y="298561"/>
                </a:lnTo>
                <a:lnTo>
                  <a:pt x="80962" y="309753"/>
                </a:lnTo>
                <a:lnTo>
                  <a:pt x="93940" y="320373"/>
                </a:lnTo>
                <a:lnTo>
                  <a:pt x="108204" y="330708"/>
                </a:lnTo>
                <a:lnTo>
                  <a:pt x="131064" y="330708"/>
                </a:lnTo>
                <a:lnTo>
                  <a:pt x="131064" y="336804"/>
                </a:lnTo>
                <a:lnTo>
                  <a:pt x="151352" y="343923"/>
                </a:lnTo>
                <a:lnTo>
                  <a:pt x="177927" y="349186"/>
                </a:lnTo>
                <a:lnTo>
                  <a:pt x="210788" y="352448"/>
                </a:lnTo>
                <a:lnTo>
                  <a:pt x="249936" y="353568"/>
                </a:lnTo>
                <a:lnTo>
                  <a:pt x="402283" y="353568"/>
                </a:lnTo>
                <a:lnTo>
                  <a:pt x="391382" y="358925"/>
                </a:lnTo>
                <a:lnTo>
                  <a:pt x="381381" y="365950"/>
                </a:lnTo>
                <a:lnTo>
                  <a:pt x="375380" y="373260"/>
                </a:lnTo>
                <a:lnTo>
                  <a:pt x="373380" y="381000"/>
                </a:lnTo>
                <a:close/>
              </a:path>
              <a:path w="405764" h="393700">
                <a:moveTo>
                  <a:pt x="402283" y="353568"/>
                </a:moveTo>
                <a:lnTo>
                  <a:pt x="249936" y="353568"/>
                </a:lnTo>
                <a:lnTo>
                  <a:pt x="291369" y="353234"/>
                </a:lnTo>
                <a:lnTo>
                  <a:pt x="331089" y="352043"/>
                </a:lnTo>
                <a:lnTo>
                  <a:pt x="369093" y="349710"/>
                </a:lnTo>
                <a:lnTo>
                  <a:pt x="405384" y="345948"/>
                </a:lnTo>
                <a:lnTo>
                  <a:pt x="405383" y="352044"/>
                </a:lnTo>
                <a:lnTo>
                  <a:pt x="402283" y="35356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" name="object 29"/>
          <p:cNvSpPr/>
          <p:nvPr/>
        </p:nvSpPr>
        <p:spPr>
          <a:xfrm>
            <a:off x="3037332" y="3025139"/>
            <a:ext cx="375285" cy="408940"/>
          </a:xfrm>
          <a:custGeom>
            <a:avLst/>
            <a:gdLst/>
            <a:ahLst/>
            <a:cxnLst/>
            <a:rect l="l" t="t" r="r" b="b"/>
            <a:pathLst>
              <a:path w="375285" h="408939">
                <a:moveTo>
                  <a:pt x="217932" y="70103"/>
                </a:moveTo>
                <a:lnTo>
                  <a:pt x="193548" y="70103"/>
                </a:lnTo>
                <a:lnTo>
                  <a:pt x="200953" y="47791"/>
                </a:lnTo>
                <a:lnTo>
                  <a:pt x="207073" y="28765"/>
                </a:lnTo>
                <a:lnTo>
                  <a:pt x="211764" y="12882"/>
                </a:lnTo>
                <a:lnTo>
                  <a:pt x="214884" y="0"/>
                </a:lnTo>
                <a:lnTo>
                  <a:pt x="248412" y="21336"/>
                </a:lnTo>
                <a:lnTo>
                  <a:pt x="241506" y="27027"/>
                </a:lnTo>
                <a:lnTo>
                  <a:pt x="234315" y="37147"/>
                </a:lnTo>
                <a:lnTo>
                  <a:pt x="226552" y="51554"/>
                </a:lnTo>
                <a:lnTo>
                  <a:pt x="217932" y="70103"/>
                </a:lnTo>
                <a:close/>
              </a:path>
              <a:path w="375285" h="408939">
                <a:moveTo>
                  <a:pt x="124967" y="32003"/>
                </a:moveTo>
                <a:lnTo>
                  <a:pt x="88392" y="32003"/>
                </a:lnTo>
                <a:lnTo>
                  <a:pt x="106680" y="13715"/>
                </a:lnTo>
                <a:lnTo>
                  <a:pt x="124967" y="32003"/>
                </a:lnTo>
                <a:close/>
              </a:path>
              <a:path w="375285" h="408939">
                <a:moveTo>
                  <a:pt x="0" y="408432"/>
                </a:moveTo>
                <a:lnTo>
                  <a:pt x="881" y="372427"/>
                </a:lnTo>
                <a:lnTo>
                  <a:pt x="1333" y="326136"/>
                </a:lnTo>
                <a:lnTo>
                  <a:pt x="1424" y="112776"/>
                </a:lnTo>
                <a:lnTo>
                  <a:pt x="1303" y="81153"/>
                </a:lnTo>
                <a:lnTo>
                  <a:pt x="931" y="47791"/>
                </a:lnTo>
                <a:lnTo>
                  <a:pt x="815" y="41148"/>
                </a:lnTo>
                <a:lnTo>
                  <a:pt x="0" y="15240"/>
                </a:lnTo>
                <a:lnTo>
                  <a:pt x="24384" y="32003"/>
                </a:lnTo>
                <a:lnTo>
                  <a:pt x="124967" y="32003"/>
                </a:lnTo>
                <a:lnTo>
                  <a:pt x="129540" y="36576"/>
                </a:lnTo>
                <a:lnTo>
                  <a:pt x="122682" y="41148"/>
                </a:lnTo>
                <a:lnTo>
                  <a:pt x="24384" y="41148"/>
                </a:lnTo>
                <a:lnTo>
                  <a:pt x="24384" y="394716"/>
                </a:lnTo>
                <a:lnTo>
                  <a:pt x="0" y="408432"/>
                </a:lnTo>
                <a:close/>
              </a:path>
              <a:path w="375285" h="408939">
                <a:moveTo>
                  <a:pt x="116487" y="272796"/>
                </a:moveTo>
                <a:lnTo>
                  <a:pt x="79248" y="272796"/>
                </a:lnTo>
                <a:lnTo>
                  <a:pt x="86868" y="269748"/>
                </a:lnTo>
                <a:lnTo>
                  <a:pt x="91440" y="265176"/>
                </a:lnTo>
                <a:lnTo>
                  <a:pt x="95154" y="260032"/>
                </a:lnTo>
                <a:lnTo>
                  <a:pt x="97155" y="251460"/>
                </a:lnTo>
                <a:lnTo>
                  <a:pt x="97440" y="239458"/>
                </a:lnTo>
                <a:lnTo>
                  <a:pt x="96012" y="224028"/>
                </a:lnTo>
                <a:lnTo>
                  <a:pt x="92630" y="207478"/>
                </a:lnTo>
                <a:lnTo>
                  <a:pt x="84963" y="189928"/>
                </a:lnTo>
                <a:lnTo>
                  <a:pt x="73294" y="171521"/>
                </a:lnTo>
                <a:lnTo>
                  <a:pt x="57912" y="152400"/>
                </a:lnTo>
                <a:lnTo>
                  <a:pt x="91440" y="41148"/>
                </a:lnTo>
                <a:lnTo>
                  <a:pt x="122682" y="41148"/>
                </a:lnTo>
                <a:lnTo>
                  <a:pt x="115824" y="45720"/>
                </a:lnTo>
                <a:lnTo>
                  <a:pt x="68580" y="152400"/>
                </a:lnTo>
                <a:lnTo>
                  <a:pt x="104155" y="192476"/>
                </a:lnTo>
                <a:lnTo>
                  <a:pt x="122824" y="235934"/>
                </a:lnTo>
                <a:lnTo>
                  <a:pt x="123444" y="245364"/>
                </a:lnTo>
                <a:lnTo>
                  <a:pt x="121985" y="254508"/>
                </a:lnTo>
                <a:lnTo>
                  <a:pt x="119824" y="263461"/>
                </a:lnTo>
                <a:lnTo>
                  <a:pt x="116800" y="272153"/>
                </a:lnTo>
                <a:lnTo>
                  <a:pt x="116487" y="272796"/>
                </a:lnTo>
                <a:close/>
              </a:path>
              <a:path w="375285" h="408939">
                <a:moveTo>
                  <a:pt x="134112" y="85344"/>
                </a:moveTo>
                <a:lnTo>
                  <a:pt x="118872" y="70103"/>
                </a:lnTo>
                <a:lnTo>
                  <a:pt x="320040" y="70103"/>
                </a:lnTo>
                <a:lnTo>
                  <a:pt x="341376" y="48767"/>
                </a:lnTo>
                <a:lnTo>
                  <a:pt x="370332" y="79248"/>
                </a:lnTo>
                <a:lnTo>
                  <a:pt x="175260" y="79248"/>
                </a:lnTo>
                <a:lnTo>
                  <a:pt x="164973" y="79771"/>
                </a:lnTo>
                <a:lnTo>
                  <a:pt x="154686" y="81153"/>
                </a:lnTo>
                <a:lnTo>
                  <a:pt x="144399" y="83105"/>
                </a:lnTo>
                <a:lnTo>
                  <a:pt x="134112" y="85344"/>
                </a:lnTo>
                <a:close/>
              </a:path>
              <a:path w="375285" h="408939">
                <a:moveTo>
                  <a:pt x="147828" y="222504"/>
                </a:moveTo>
                <a:lnTo>
                  <a:pt x="124968" y="199644"/>
                </a:lnTo>
                <a:lnTo>
                  <a:pt x="132064" y="194762"/>
                </a:lnTo>
                <a:lnTo>
                  <a:pt x="139446" y="186880"/>
                </a:lnTo>
                <a:lnTo>
                  <a:pt x="161996" y="144613"/>
                </a:lnTo>
                <a:lnTo>
                  <a:pt x="190500" y="79248"/>
                </a:lnTo>
                <a:lnTo>
                  <a:pt x="214884" y="79248"/>
                </a:lnTo>
                <a:lnTo>
                  <a:pt x="200525" y="112371"/>
                </a:lnTo>
                <a:lnTo>
                  <a:pt x="186880" y="143065"/>
                </a:lnTo>
                <a:lnTo>
                  <a:pt x="173521" y="171188"/>
                </a:lnTo>
                <a:lnTo>
                  <a:pt x="160020" y="196596"/>
                </a:lnTo>
                <a:lnTo>
                  <a:pt x="364744" y="196596"/>
                </a:lnTo>
                <a:lnTo>
                  <a:pt x="374904" y="207264"/>
                </a:lnTo>
                <a:lnTo>
                  <a:pt x="160020" y="207264"/>
                </a:lnTo>
                <a:lnTo>
                  <a:pt x="147828" y="222504"/>
                </a:lnTo>
                <a:close/>
              </a:path>
              <a:path w="375285" h="408939">
                <a:moveTo>
                  <a:pt x="263652" y="196596"/>
                </a:moveTo>
                <a:lnTo>
                  <a:pt x="240792" y="196596"/>
                </a:lnTo>
                <a:lnTo>
                  <a:pt x="240623" y="180022"/>
                </a:lnTo>
                <a:lnTo>
                  <a:pt x="240513" y="171521"/>
                </a:lnTo>
                <a:lnTo>
                  <a:pt x="239506" y="131016"/>
                </a:lnTo>
                <a:lnTo>
                  <a:pt x="239268" y="112776"/>
                </a:lnTo>
                <a:lnTo>
                  <a:pt x="275844" y="128016"/>
                </a:lnTo>
                <a:lnTo>
                  <a:pt x="263652" y="138684"/>
                </a:lnTo>
                <a:lnTo>
                  <a:pt x="263652" y="196596"/>
                </a:lnTo>
                <a:close/>
              </a:path>
              <a:path w="375285" h="408939">
                <a:moveTo>
                  <a:pt x="364744" y="196596"/>
                </a:moveTo>
                <a:lnTo>
                  <a:pt x="323088" y="196596"/>
                </a:lnTo>
                <a:lnTo>
                  <a:pt x="344424" y="175260"/>
                </a:lnTo>
                <a:lnTo>
                  <a:pt x="364744" y="196596"/>
                </a:lnTo>
                <a:close/>
              </a:path>
              <a:path w="375285" h="408939">
                <a:moveTo>
                  <a:pt x="263173" y="365760"/>
                </a:moveTo>
                <a:lnTo>
                  <a:pt x="234696" y="365760"/>
                </a:lnTo>
                <a:lnTo>
                  <a:pt x="237744" y="364236"/>
                </a:lnTo>
                <a:lnTo>
                  <a:pt x="240792" y="359664"/>
                </a:lnTo>
                <a:lnTo>
                  <a:pt x="240792" y="207264"/>
                </a:lnTo>
                <a:lnTo>
                  <a:pt x="263652" y="207264"/>
                </a:lnTo>
                <a:lnTo>
                  <a:pt x="263556" y="359664"/>
                </a:lnTo>
                <a:lnTo>
                  <a:pt x="263173" y="365760"/>
                </a:lnTo>
                <a:close/>
              </a:path>
              <a:path w="375285" h="408939">
                <a:moveTo>
                  <a:pt x="83820" y="374904"/>
                </a:moveTo>
                <a:lnTo>
                  <a:pt x="82296" y="368808"/>
                </a:lnTo>
                <a:lnTo>
                  <a:pt x="99131" y="353377"/>
                </a:lnTo>
                <a:lnTo>
                  <a:pt x="115252" y="336804"/>
                </a:lnTo>
                <a:lnTo>
                  <a:pt x="144780" y="300228"/>
                </a:lnTo>
                <a:lnTo>
                  <a:pt x="167640" y="263842"/>
                </a:lnTo>
                <a:lnTo>
                  <a:pt x="181356" y="233172"/>
                </a:lnTo>
                <a:lnTo>
                  <a:pt x="216408" y="257556"/>
                </a:lnTo>
                <a:lnTo>
                  <a:pt x="199644" y="266700"/>
                </a:lnTo>
                <a:lnTo>
                  <a:pt x="166758" y="306109"/>
                </a:lnTo>
                <a:lnTo>
                  <a:pt x="136588" y="337375"/>
                </a:lnTo>
                <a:lnTo>
                  <a:pt x="108989" y="360354"/>
                </a:lnTo>
                <a:lnTo>
                  <a:pt x="83820" y="374904"/>
                </a:lnTo>
                <a:close/>
              </a:path>
              <a:path w="375285" h="408939">
                <a:moveTo>
                  <a:pt x="365760" y="355092"/>
                </a:moveTo>
                <a:lnTo>
                  <a:pt x="364236" y="355092"/>
                </a:lnTo>
                <a:lnTo>
                  <a:pt x="359402" y="353115"/>
                </a:lnTo>
                <a:lnTo>
                  <a:pt x="354139" y="347281"/>
                </a:lnTo>
                <a:lnTo>
                  <a:pt x="348591" y="337732"/>
                </a:lnTo>
                <a:lnTo>
                  <a:pt x="342900" y="324612"/>
                </a:lnTo>
                <a:lnTo>
                  <a:pt x="332351" y="306371"/>
                </a:lnTo>
                <a:lnTo>
                  <a:pt x="319087" y="288417"/>
                </a:lnTo>
                <a:lnTo>
                  <a:pt x="303252" y="271033"/>
                </a:lnTo>
                <a:lnTo>
                  <a:pt x="284988" y="254508"/>
                </a:lnTo>
                <a:lnTo>
                  <a:pt x="289560" y="248412"/>
                </a:lnTo>
                <a:lnTo>
                  <a:pt x="335470" y="280225"/>
                </a:lnTo>
                <a:lnTo>
                  <a:pt x="366545" y="309729"/>
                </a:lnTo>
                <a:lnTo>
                  <a:pt x="374904" y="332232"/>
                </a:lnTo>
                <a:lnTo>
                  <a:pt x="374904" y="336804"/>
                </a:lnTo>
                <a:lnTo>
                  <a:pt x="373380" y="341376"/>
                </a:lnTo>
                <a:lnTo>
                  <a:pt x="370332" y="347472"/>
                </a:lnTo>
                <a:lnTo>
                  <a:pt x="367284" y="352044"/>
                </a:lnTo>
                <a:lnTo>
                  <a:pt x="365760" y="355092"/>
                </a:lnTo>
                <a:close/>
              </a:path>
              <a:path w="375285" h="408939">
                <a:moveTo>
                  <a:pt x="71628" y="309372"/>
                </a:moveTo>
                <a:lnTo>
                  <a:pt x="65627" y="297870"/>
                </a:lnTo>
                <a:lnTo>
                  <a:pt x="56769" y="288226"/>
                </a:lnTo>
                <a:lnTo>
                  <a:pt x="45053" y="280011"/>
                </a:lnTo>
                <a:lnTo>
                  <a:pt x="30480" y="272796"/>
                </a:lnTo>
                <a:lnTo>
                  <a:pt x="32004" y="266700"/>
                </a:lnTo>
                <a:lnTo>
                  <a:pt x="43981" y="269581"/>
                </a:lnTo>
                <a:lnTo>
                  <a:pt x="54673" y="271462"/>
                </a:lnTo>
                <a:lnTo>
                  <a:pt x="63936" y="272486"/>
                </a:lnTo>
                <a:lnTo>
                  <a:pt x="71628" y="272796"/>
                </a:lnTo>
                <a:lnTo>
                  <a:pt x="116487" y="272796"/>
                </a:lnTo>
                <a:lnTo>
                  <a:pt x="112776" y="280416"/>
                </a:lnTo>
                <a:lnTo>
                  <a:pt x="106775" y="288155"/>
                </a:lnTo>
                <a:lnTo>
                  <a:pt x="97917" y="295465"/>
                </a:lnTo>
                <a:lnTo>
                  <a:pt x="86201" y="302490"/>
                </a:lnTo>
                <a:lnTo>
                  <a:pt x="71628" y="309372"/>
                </a:lnTo>
                <a:close/>
              </a:path>
              <a:path w="375285" h="408939">
                <a:moveTo>
                  <a:pt x="228600" y="403860"/>
                </a:moveTo>
                <a:lnTo>
                  <a:pt x="220027" y="391048"/>
                </a:lnTo>
                <a:lnTo>
                  <a:pt x="208026" y="380238"/>
                </a:lnTo>
                <a:lnTo>
                  <a:pt x="192595" y="371713"/>
                </a:lnTo>
                <a:lnTo>
                  <a:pt x="173736" y="365760"/>
                </a:lnTo>
                <a:lnTo>
                  <a:pt x="173736" y="358140"/>
                </a:lnTo>
                <a:lnTo>
                  <a:pt x="198048" y="361902"/>
                </a:lnTo>
                <a:lnTo>
                  <a:pt x="216217" y="364236"/>
                </a:lnTo>
                <a:lnTo>
                  <a:pt x="228385" y="365426"/>
                </a:lnTo>
                <a:lnTo>
                  <a:pt x="234696" y="365760"/>
                </a:lnTo>
                <a:lnTo>
                  <a:pt x="263173" y="365760"/>
                </a:lnTo>
                <a:lnTo>
                  <a:pt x="263128" y="366474"/>
                </a:lnTo>
                <a:lnTo>
                  <a:pt x="238910" y="398406"/>
                </a:lnTo>
                <a:lnTo>
                  <a:pt x="228600" y="40386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" name="object 30"/>
          <p:cNvSpPr/>
          <p:nvPr/>
        </p:nvSpPr>
        <p:spPr>
          <a:xfrm>
            <a:off x="3457955" y="3026663"/>
            <a:ext cx="411480" cy="393700"/>
          </a:xfrm>
          <a:custGeom>
            <a:avLst/>
            <a:gdLst/>
            <a:ahLst/>
            <a:cxnLst/>
            <a:rect l="l" t="t" r="r" b="b"/>
            <a:pathLst>
              <a:path w="411479" h="393700">
                <a:moveTo>
                  <a:pt x="259080" y="111252"/>
                </a:moveTo>
                <a:lnTo>
                  <a:pt x="234696" y="111252"/>
                </a:lnTo>
                <a:lnTo>
                  <a:pt x="234577" y="60960"/>
                </a:lnTo>
                <a:lnTo>
                  <a:pt x="234462" y="45720"/>
                </a:lnTo>
                <a:lnTo>
                  <a:pt x="234068" y="23217"/>
                </a:lnTo>
                <a:lnTo>
                  <a:pt x="233954" y="19812"/>
                </a:lnTo>
                <a:lnTo>
                  <a:pt x="233172" y="0"/>
                </a:lnTo>
                <a:lnTo>
                  <a:pt x="275844" y="19812"/>
                </a:lnTo>
                <a:lnTo>
                  <a:pt x="259080" y="32004"/>
                </a:lnTo>
                <a:lnTo>
                  <a:pt x="259080" y="111252"/>
                </a:lnTo>
                <a:close/>
              </a:path>
              <a:path w="411479" h="393700">
                <a:moveTo>
                  <a:pt x="80772" y="97536"/>
                </a:moveTo>
                <a:lnTo>
                  <a:pt x="79248" y="97536"/>
                </a:lnTo>
                <a:lnTo>
                  <a:pt x="75842" y="96107"/>
                </a:lnTo>
                <a:lnTo>
                  <a:pt x="72580" y="91821"/>
                </a:lnTo>
                <a:lnTo>
                  <a:pt x="69603" y="84677"/>
                </a:lnTo>
                <a:lnTo>
                  <a:pt x="67055" y="74676"/>
                </a:lnTo>
                <a:lnTo>
                  <a:pt x="62507" y="60960"/>
                </a:lnTo>
                <a:lnTo>
                  <a:pt x="55816" y="47244"/>
                </a:lnTo>
                <a:lnTo>
                  <a:pt x="47124" y="33528"/>
                </a:lnTo>
                <a:lnTo>
                  <a:pt x="36576" y="19812"/>
                </a:lnTo>
                <a:lnTo>
                  <a:pt x="42672" y="15240"/>
                </a:lnTo>
                <a:lnTo>
                  <a:pt x="78890" y="38600"/>
                </a:lnTo>
                <a:lnTo>
                  <a:pt x="97583" y="65651"/>
                </a:lnTo>
                <a:lnTo>
                  <a:pt x="97536" y="71628"/>
                </a:lnTo>
                <a:lnTo>
                  <a:pt x="96012" y="80772"/>
                </a:lnTo>
                <a:lnTo>
                  <a:pt x="92964" y="86868"/>
                </a:lnTo>
                <a:lnTo>
                  <a:pt x="83820" y="96012"/>
                </a:lnTo>
                <a:lnTo>
                  <a:pt x="80772" y="97536"/>
                </a:lnTo>
                <a:close/>
              </a:path>
              <a:path w="411479" h="393700">
                <a:moveTo>
                  <a:pt x="339852" y="86868"/>
                </a:moveTo>
                <a:lnTo>
                  <a:pt x="333756" y="86868"/>
                </a:lnTo>
                <a:lnTo>
                  <a:pt x="330708" y="82296"/>
                </a:lnTo>
                <a:lnTo>
                  <a:pt x="326136" y="73152"/>
                </a:lnTo>
                <a:lnTo>
                  <a:pt x="319563" y="63722"/>
                </a:lnTo>
                <a:lnTo>
                  <a:pt x="311277" y="53721"/>
                </a:lnTo>
                <a:lnTo>
                  <a:pt x="301275" y="43148"/>
                </a:lnTo>
                <a:lnTo>
                  <a:pt x="289560" y="32004"/>
                </a:lnTo>
                <a:lnTo>
                  <a:pt x="292608" y="25908"/>
                </a:lnTo>
                <a:lnTo>
                  <a:pt x="306347" y="30456"/>
                </a:lnTo>
                <a:lnTo>
                  <a:pt x="317944" y="34861"/>
                </a:lnTo>
                <a:lnTo>
                  <a:pt x="327540" y="38981"/>
                </a:lnTo>
                <a:lnTo>
                  <a:pt x="335280" y="42672"/>
                </a:lnTo>
                <a:lnTo>
                  <a:pt x="345948" y="47244"/>
                </a:lnTo>
                <a:lnTo>
                  <a:pt x="350520" y="54864"/>
                </a:lnTo>
                <a:lnTo>
                  <a:pt x="350520" y="70104"/>
                </a:lnTo>
                <a:lnTo>
                  <a:pt x="348996" y="76200"/>
                </a:lnTo>
                <a:lnTo>
                  <a:pt x="342900" y="85344"/>
                </a:lnTo>
                <a:lnTo>
                  <a:pt x="339852" y="86868"/>
                </a:lnTo>
                <a:close/>
              </a:path>
              <a:path w="411479" h="393700">
                <a:moveTo>
                  <a:pt x="123443" y="126492"/>
                </a:moveTo>
                <a:lnTo>
                  <a:pt x="108203" y="111252"/>
                </a:lnTo>
                <a:lnTo>
                  <a:pt x="341376" y="111252"/>
                </a:lnTo>
                <a:lnTo>
                  <a:pt x="365760" y="86868"/>
                </a:lnTo>
                <a:lnTo>
                  <a:pt x="399288" y="121920"/>
                </a:lnTo>
                <a:lnTo>
                  <a:pt x="167640" y="121920"/>
                </a:lnTo>
                <a:lnTo>
                  <a:pt x="155590" y="122205"/>
                </a:lnTo>
                <a:lnTo>
                  <a:pt x="144399" y="123063"/>
                </a:lnTo>
                <a:lnTo>
                  <a:pt x="133778" y="124491"/>
                </a:lnTo>
                <a:lnTo>
                  <a:pt x="123443" y="126492"/>
                </a:lnTo>
                <a:close/>
              </a:path>
              <a:path w="411479" h="393700">
                <a:moveTo>
                  <a:pt x="105155" y="306323"/>
                </a:moveTo>
                <a:lnTo>
                  <a:pt x="100584" y="301752"/>
                </a:lnTo>
                <a:lnTo>
                  <a:pt x="141732" y="258008"/>
                </a:lnTo>
                <a:lnTo>
                  <a:pt x="176022" y="213550"/>
                </a:lnTo>
                <a:lnTo>
                  <a:pt x="203454" y="168235"/>
                </a:lnTo>
                <a:lnTo>
                  <a:pt x="224028" y="121920"/>
                </a:lnTo>
                <a:lnTo>
                  <a:pt x="259080" y="121920"/>
                </a:lnTo>
                <a:lnTo>
                  <a:pt x="259080" y="150876"/>
                </a:lnTo>
                <a:lnTo>
                  <a:pt x="272565" y="160020"/>
                </a:lnTo>
                <a:lnTo>
                  <a:pt x="234696" y="160020"/>
                </a:lnTo>
                <a:lnTo>
                  <a:pt x="210383" y="200882"/>
                </a:lnTo>
                <a:lnTo>
                  <a:pt x="180784" y="238887"/>
                </a:lnTo>
                <a:lnTo>
                  <a:pt x="145756" y="274034"/>
                </a:lnTo>
                <a:lnTo>
                  <a:pt x="105155" y="306323"/>
                </a:lnTo>
                <a:close/>
              </a:path>
              <a:path w="411479" h="393700">
                <a:moveTo>
                  <a:pt x="15240" y="172212"/>
                </a:moveTo>
                <a:lnTo>
                  <a:pt x="0" y="156972"/>
                </a:lnTo>
                <a:lnTo>
                  <a:pt x="67055" y="156972"/>
                </a:lnTo>
                <a:lnTo>
                  <a:pt x="79248" y="138684"/>
                </a:lnTo>
                <a:lnTo>
                  <a:pt x="108203" y="161544"/>
                </a:lnTo>
                <a:lnTo>
                  <a:pt x="99495" y="167640"/>
                </a:lnTo>
                <a:lnTo>
                  <a:pt x="47243" y="167640"/>
                </a:lnTo>
                <a:lnTo>
                  <a:pt x="40957" y="167925"/>
                </a:lnTo>
                <a:lnTo>
                  <a:pt x="33527" y="168783"/>
                </a:lnTo>
                <a:lnTo>
                  <a:pt x="24955" y="170211"/>
                </a:lnTo>
                <a:lnTo>
                  <a:pt x="15240" y="172212"/>
                </a:lnTo>
                <a:close/>
              </a:path>
              <a:path w="411479" h="393700">
                <a:moveTo>
                  <a:pt x="233172" y="352043"/>
                </a:moveTo>
                <a:lnTo>
                  <a:pt x="234042" y="321564"/>
                </a:lnTo>
                <a:lnTo>
                  <a:pt x="234503" y="279082"/>
                </a:lnTo>
                <a:lnTo>
                  <a:pt x="234570" y="258008"/>
                </a:lnTo>
                <a:lnTo>
                  <a:pt x="234696" y="160020"/>
                </a:lnTo>
                <a:lnTo>
                  <a:pt x="272565" y="160020"/>
                </a:lnTo>
                <a:lnTo>
                  <a:pt x="274812" y="161544"/>
                </a:lnTo>
                <a:lnTo>
                  <a:pt x="259080" y="161544"/>
                </a:lnTo>
                <a:lnTo>
                  <a:pt x="259318" y="227528"/>
                </a:lnTo>
                <a:lnTo>
                  <a:pt x="259842" y="279082"/>
                </a:lnTo>
                <a:lnTo>
                  <a:pt x="260395" y="318825"/>
                </a:lnTo>
                <a:lnTo>
                  <a:pt x="260604" y="338328"/>
                </a:lnTo>
                <a:lnTo>
                  <a:pt x="233172" y="352043"/>
                </a:lnTo>
                <a:close/>
              </a:path>
              <a:path w="411479" h="393700">
                <a:moveTo>
                  <a:pt x="367284" y="294132"/>
                </a:moveTo>
                <a:lnTo>
                  <a:pt x="362712" y="294132"/>
                </a:lnTo>
                <a:lnTo>
                  <a:pt x="358140" y="288035"/>
                </a:lnTo>
                <a:lnTo>
                  <a:pt x="352044" y="277368"/>
                </a:lnTo>
                <a:lnTo>
                  <a:pt x="344876" y="263652"/>
                </a:lnTo>
                <a:lnTo>
                  <a:pt x="336994" y="249936"/>
                </a:lnTo>
                <a:lnTo>
                  <a:pt x="307086" y="208478"/>
                </a:lnTo>
                <a:lnTo>
                  <a:pt x="277368" y="178141"/>
                </a:lnTo>
                <a:lnTo>
                  <a:pt x="259080" y="161544"/>
                </a:lnTo>
                <a:lnTo>
                  <a:pt x="274812" y="161544"/>
                </a:lnTo>
                <a:lnTo>
                  <a:pt x="307276" y="184213"/>
                </a:lnTo>
                <a:lnTo>
                  <a:pt x="342900" y="211835"/>
                </a:lnTo>
                <a:lnTo>
                  <a:pt x="372046" y="240553"/>
                </a:lnTo>
                <a:lnTo>
                  <a:pt x="377952" y="259080"/>
                </a:lnTo>
                <a:lnTo>
                  <a:pt x="377952" y="272796"/>
                </a:lnTo>
                <a:lnTo>
                  <a:pt x="376428" y="278892"/>
                </a:lnTo>
                <a:lnTo>
                  <a:pt x="370332" y="291084"/>
                </a:lnTo>
                <a:lnTo>
                  <a:pt x="367284" y="294132"/>
                </a:lnTo>
                <a:close/>
              </a:path>
              <a:path w="411479" h="393700">
                <a:moveTo>
                  <a:pt x="24384" y="373380"/>
                </a:moveTo>
                <a:lnTo>
                  <a:pt x="0" y="352043"/>
                </a:lnTo>
                <a:lnTo>
                  <a:pt x="17168" y="340018"/>
                </a:lnTo>
                <a:lnTo>
                  <a:pt x="34480" y="328993"/>
                </a:lnTo>
                <a:lnTo>
                  <a:pt x="52077" y="318825"/>
                </a:lnTo>
                <a:lnTo>
                  <a:pt x="70103" y="309372"/>
                </a:lnTo>
                <a:lnTo>
                  <a:pt x="70103" y="167640"/>
                </a:lnTo>
                <a:lnTo>
                  <a:pt x="99495" y="167640"/>
                </a:lnTo>
                <a:lnTo>
                  <a:pt x="92964" y="172212"/>
                </a:lnTo>
                <a:lnTo>
                  <a:pt x="92964" y="310896"/>
                </a:lnTo>
                <a:lnTo>
                  <a:pt x="101584" y="318039"/>
                </a:lnTo>
                <a:lnTo>
                  <a:pt x="106174" y="321564"/>
                </a:lnTo>
                <a:lnTo>
                  <a:pt x="80772" y="321564"/>
                </a:lnTo>
                <a:lnTo>
                  <a:pt x="43243" y="348091"/>
                </a:lnTo>
                <a:lnTo>
                  <a:pt x="29527" y="365140"/>
                </a:lnTo>
                <a:lnTo>
                  <a:pt x="24384" y="373380"/>
                </a:lnTo>
                <a:close/>
              </a:path>
              <a:path w="411479" h="393700">
                <a:moveTo>
                  <a:pt x="374904" y="393191"/>
                </a:moveTo>
                <a:lnTo>
                  <a:pt x="336637" y="392930"/>
                </a:lnTo>
                <a:lnTo>
                  <a:pt x="243840" y="390143"/>
                </a:lnTo>
                <a:lnTo>
                  <a:pt x="198120" y="384048"/>
                </a:lnTo>
                <a:lnTo>
                  <a:pt x="147018" y="367093"/>
                </a:lnTo>
                <a:lnTo>
                  <a:pt x="109728" y="341376"/>
                </a:lnTo>
                <a:lnTo>
                  <a:pt x="100274" y="332493"/>
                </a:lnTo>
                <a:lnTo>
                  <a:pt x="92392" y="326326"/>
                </a:lnTo>
                <a:lnTo>
                  <a:pt x="85939" y="322730"/>
                </a:lnTo>
                <a:lnTo>
                  <a:pt x="80772" y="321564"/>
                </a:lnTo>
                <a:lnTo>
                  <a:pt x="106174" y="321564"/>
                </a:lnTo>
                <a:lnTo>
                  <a:pt x="154876" y="350924"/>
                </a:lnTo>
                <a:lnTo>
                  <a:pt x="207454" y="360687"/>
                </a:lnTo>
                <a:lnTo>
                  <a:pt x="280320" y="363235"/>
                </a:lnTo>
                <a:lnTo>
                  <a:pt x="410266" y="363235"/>
                </a:lnTo>
                <a:lnTo>
                  <a:pt x="395478" y="369617"/>
                </a:lnTo>
                <a:lnTo>
                  <a:pt x="384048" y="376809"/>
                </a:lnTo>
                <a:lnTo>
                  <a:pt x="377190" y="384571"/>
                </a:lnTo>
                <a:lnTo>
                  <a:pt x="374904" y="393191"/>
                </a:lnTo>
                <a:close/>
              </a:path>
              <a:path w="411479" h="393700">
                <a:moveTo>
                  <a:pt x="410266" y="363235"/>
                </a:moveTo>
                <a:lnTo>
                  <a:pt x="280320" y="363235"/>
                </a:lnTo>
                <a:lnTo>
                  <a:pt x="321183" y="362331"/>
                </a:lnTo>
                <a:lnTo>
                  <a:pt x="364902" y="359711"/>
                </a:lnTo>
                <a:lnTo>
                  <a:pt x="411480" y="355091"/>
                </a:lnTo>
                <a:lnTo>
                  <a:pt x="411480" y="362712"/>
                </a:lnTo>
                <a:lnTo>
                  <a:pt x="410266" y="36323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" name="object 31"/>
          <p:cNvSpPr/>
          <p:nvPr/>
        </p:nvSpPr>
        <p:spPr>
          <a:xfrm>
            <a:off x="3945635" y="3022091"/>
            <a:ext cx="337185" cy="408940"/>
          </a:xfrm>
          <a:custGeom>
            <a:avLst/>
            <a:gdLst/>
            <a:ahLst/>
            <a:cxnLst/>
            <a:rect l="l" t="t" r="r" b="b"/>
            <a:pathLst>
              <a:path w="337185" h="408939">
                <a:moveTo>
                  <a:pt x="170688" y="102108"/>
                </a:moveTo>
                <a:lnTo>
                  <a:pt x="144780" y="102108"/>
                </a:lnTo>
                <a:lnTo>
                  <a:pt x="144756" y="70080"/>
                </a:lnTo>
                <a:lnTo>
                  <a:pt x="144589" y="42481"/>
                </a:lnTo>
                <a:lnTo>
                  <a:pt x="144137" y="19169"/>
                </a:lnTo>
                <a:lnTo>
                  <a:pt x="143256" y="0"/>
                </a:lnTo>
                <a:lnTo>
                  <a:pt x="185928" y="18288"/>
                </a:lnTo>
                <a:lnTo>
                  <a:pt x="170688" y="32004"/>
                </a:lnTo>
                <a:lnTo>
                  <a:pt x="170688" y="102108"/>
                </a:lnTo>
                <a:close/>
              </a:path>
              <a:path w="337185" h="408939">
                <a:moveTo>
                  <a:pt x="334873" y="102108"/>
                </a:moveTo>
                <a:lnTo>
                  <a:pt x="292608" y="102108"/>
                </a:lnTo>
                <a:lnTo>
                  <a:pt x="307848" y="80772"/>
                </a:lnTo>
                <a:lnTo>
                  <a:pt x="334873" y="102108"/>
                </a:lnTo>
                <a:close/>
              </a:path>
              <a:path w="337185" h="408939">
                <a:moveTo>
                  <a:pt x="0" y="272795"/>
                </a:moveTo>
                <a:lnTo>
                  <a:pt x="238" y="255103"/>
                </a:lnTo>
                <a:lnTo>
                  <a:pt x="762" y="234124"/>
                </a:lnTo>
                <a:lnTo>
                  <a:pt x="1285" y="210002"/>
                </a:lnTo>
                <a:lnTo>
                  <a:pt x="1524" y="182880"/>
                </a:lnTo>
                <a:lnTo>
                  <a:pt x="1285" y="154590"/>
                </a:lnTo>
                <a:lnTo>
                  <a:pt x="762" y="129159"/>
                </a:lnTo>
                <a:lnTo>
                  <a:pt x="238" y="106584"/>
                </a:lnTo>
                <a:lnTo>
                  <a:pt x="0" y="86868"/>
                </a:lnTo>
                <a:lnTo>
                  <a:pt x="25908" y="102108"/>
                </a:lnTo>
                <a:lnTo>
                  <a:pt x="334873" y="102108"/>
                </a:lnTo>
                <a:lnTo>
                  <a:pt x="336804" y="103632"/>
                </a:lnTo>
                <a:lnTo>
                  <a:pt x="326644" y="112776"/>
                </a:lnTo>
                <a:lnTo>
                  <a:pt x="25908" y="112776"/>
                </a:lnTo>
                <a:lnTo>
                  <a:pt x="25908" y="227076"/>
                </a:lnTo>
                <a:lnTo>
                  <a:pt x="321585" y="227076"/>
                </a:lnTo>
                <a:lnTo>
                  <a:pt x="321742" y="237744"/>
                </a:lnTo>
                <a:lnTo>
                  <a:pt x="25908" y="237744"/>
                </a:lnTo>
                <a:lnTo>
                  <a:pt x="25908" y="259080"/>
                </a:lnTo>
                <a:lnTo>
                  <a:pt x="0" y="272795"/>
                </a:lnTo>
                <a:close/>
              </a:path>
              <a:path w="337185" h="408939">
                <a:moveTo>
                  <a:pt x="170688" y="227076"/>
                </a:moveTo>
                <a:lnTo>
                  <a:pt x="144780" y="227076"/>
                </a:lnTo>
                <a:lnTo>
                  <a:pt x="144780" y="112776"/>
                </a:lnTo>
                <a:lnTo>
                  <a:pt x="170688" y="112776"/>
                </a:lnTo>
                <a:lnTo>
                  <a:pt x="170688" y="227076"/>
                </a:lnTo>
                <a:close/>
              </a:path>
              <a:path w="337185" h="408939">
                <a:moveTo>
                  <a:pt x="321585" y="227076"/>
                </a:moveTo>
                <a:lnTo>
                  <a:pt x="297180" y="227076"/>
                </a:lnTo>
                <a:lnTo>
                  <a:pt x="297180" y="112776"/>
                </a:lnTo>
                <a:lnTo>
                  <a:pt x="326644" y="112776"/>
                </a:lnTo>
                <a:lnTo>
                  <a:pt x="321564" y="117348"/>
                </a:lnTo>
                <a:lnTo>
                  <a:pt x="321585" y="227076"/>
                </a:lnTo>
                <a:close/>
              </a:path>
              <a:path w="337185" h="408939">
                <a:moveTo>
                  <a:pt x="143256" y="408432"/>
                </a:moveTo>
                <a:lnTo>
                  <a:pt x="144137" y="382404"/>
                </a:lnTo>
                <a:lnTo>
                  <a:pt x="144589" y="345376"/>
                </a:lnTo>
                <a:lnTo>
                  <a:pt x="144756" y="297203"/>
                </a:lnTo>
                <a:lnTo>
                  <a:pt x="144780" y="237744"/>
                </a:lnTo>
                <a:lnTo>
                  <a:pt x="170688" y="237744"/>
                </a:lnTo>
                <a:lnTo>
                  <a:pt x="170950" y="297203"/>
                </a:lnTo>
                <a:lnTo>
                  <a:pt x="171640" y="342900"/>
                </a:lnTo>
                <a:lnTo>
                  <a:pt x="172616" y="374904"/>
                </a:lnTo>
                <a:lnTo>
                  <a:pt x="173736" y="393192"/>
                </a:lnTo>
                <a:lnTo>
                  <a:pt x="143256" y="408432"/>
                </a:lnTo>
                <a:close/>
              </a:path>
              <a:path w="337185" h="408939">
                <a:moveTo>
                  <a:pt x="297180" y="269748"/>
                </a:moveTo>
                <a:lnTo>
                  <a:pt x="297180" y="237744"/>
                </a:lnTo>
                <a:lnTo>
                  <a:pt x="321742" y="237744"/>
                </a:lnTo>
                <a:lnTo>
                  <a:pt x="321754" y="238506"/>
                </a:lnTo>
                <a:lnTo>
                  <a:pt x="322206" y="248793"/>
                </a:lnTo>
                <a:lnTo>
                  <a:pt x="323088" y="259080"/>
                </a:lnTo>
                <a:lnTo>
                  <a:pt x="297180" y="26974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" name="object 32"/>
          <p:cNvSpPr/>
          <p:nvPr/>
        </p:nvSpPr>
        <p:spPr>
          <a:xfrm>
            <a:off x="4384547" y="3023616"/>
            <a:ext cx="356870" cy="401320"/>
          </a:xfrm>
          <a:custGeom>
            <a:avLst/>
            <a:gdLst/>
            <a:ahLst/>
            <a:cxnLst/>
            <a:rect l="l" t="t" r="r" b="b"/>
            <a:pathLst>
              <a:path w="356870" h="401320">
                <a:moveTo>
                  <a:pt x="53340" y="89916"/>
                </a:moveTo>
                <a:lnTo>
                  <a:pt x="44196" y="89916"/>
                </a:lnTo>
                <a:lnTo>
                  <a:pt x="51339" y="62150"/>
                </a:lnTo>
                <a:lnTo>
                  <a:pt x="56769" y="38100"/>
                </a:lnTo>
                <a:lnTo>
                  <a:pt x="60483" y="17478"/>
                </a:lnTo>
                <a:lnTo>
                  <a:pt x="62484" y="0"/>
                </a:lnTo>
                <a:lnTo>
                  <a:pt x="100584" y="21336"/>
                </a:lnTo>
                <a:lnTo>
                  <a:pt x="91487" y="28408"/>
                </a:lnTo>
                <a:lnTo>
                  <a:pt x="80391" y="42481"/>
                </a:lnTo>
                <a:lnTo>
                  <a:pt x="67579" y="63126"/>
                </a:lnTo>
                <a:lnTo>
                  <a:pt x="53340" y="89916"/>
                </a:lnTo>
                <a:close/>
              </a:path>
              <a:path w="356870" h="401320">
                <a:moveTo>
                  <a:pt x="147828" y="190500"/>
                </a:moveTo>
                <a:lnTo>
                  <a:pt x="143256" y="187452"/>
                </a:lnTo>
                <a:lnTo>
                  <a:pt x="160162" y="160615"/>
                </a:lnTo>
                <a:lnTo>
                  <a:pt x="174498" y="135064"/>
                </a:lnTo>
                <a:lnTo>
                  <a:pt x="196596" y="88392"/>
                </a:lnTo>
                <a:lnTo>
                  <a:pt x="211836" y="44958"/>
                </a:lnTo>
                <a:lnTo>
                  <a:pt x="222503" y="1524"/>
                </a:lnTo>
                <a:lnTo>
                  <a:pt x="260603" y="24384"/>
                </a:lnTo>
                <a:lnTo>
                  <a:pt x="252864" y="32146"/>
                </a:lnTo>
                <a:lnTo>
                  <a:pt x="243268" y="46482"/>
                </a:lnTo>
                <a:lnTo>
                  <a:pt x="231671" y="67675"/>
                </a:lnTo>
                <a:lnTo>
                  <a:pt x="217932" y="96012"/>
                </a:lnTo>
                <a:lnTo>
                  <a:pt x="350520" y="96012"/>
                </a:lnTo>
                <a:lnTo>
                  <a:pt x="356616" y="102108"/>
                </a:lnTo>
                <a:lnTo>
                  <a:pt x="352806" y="105156"/>
                </a:lnTo>
                <a:lnTo>
                  <a:pt x="213360" y="105156"/>
                </a:lnTo>
                <a:lnTo>
                  <a:pt x="197977" y="129420"/>
                </a:lnTo>
                <a:lnTo>
                  <a:pt x="181737" y="151828"/>
                </a:lnTo>
                <a:lnTo>
                  <a:pt x="164925" y="172235"/>
                </a:lnTo>
                <a:lnTo>
                  <a:pt x="147828" y="190500"/>
                </a:lnTo>
                <a:close/>
              </a:path>
              <a:path w="356870" h="401320">
                <a:moveTo>
                  <a:pt x="145766" y="89916"/>
                </a:moveTo>
                <a:lnTo>
                  <a:pt x="111252" y="89916"/>
                </a:lnTo>
                <a:lnTo>
                  <a:pt x="128016" y="73152"/>
                </a:lnTo>
                <a:lnTo>
                  <a:pt x="145766" y="89916"/>
                </a:lnTo>
                <a:close/>
              </a:path>
              <a:path w="356870" h="401320">
                <a:moveTo>
                  <a:pt x="0" y="397764"/>
                </a:moveTo>
                <a:lnTo>
                  <a:pt x="820" y="359664"/>
                </a:lnTo>
                <a:lnTo>
                  <a:pt x="907" y="354520"/>
                </a:lnTo>
                <a:lnTo>
                  <a:pt x="1333" y="316230"/>
                </a:lnTo>
                <a:lnTo>
                  <a:pt x="1425" y="176784"/>
                </a:lnTo>
                <a:lnTo>
                  <a:pt x="1301" y="151828"/>
                </a:lnTo>
                <a:lnTo>
                  <a:pt x="881" y="114681"/>
                </a:lnTo>
                <a:lnTo>
                  <a:pt x="0" y="74676"/>
                </a:lnTo>
                <a:lnTo>
                  <a:pt x="25908" y="89916"/>
                </a:lnTo>
                <a:lnTo>
                  <a:pt x="145766" y="89916"/>
                </a:lnTo>
                <a:lnTo>
                  <a:pt x="155448" y="99060"/>
                </a:lnTo>
                <a:lnTo>
                  <a:pt x="153162" y="100584"/>
                </a:lnTo>
                <a:lnTo>
                  <a:pt x="24384" y="100584"/>
                </a:lnTo>
                <a:lnTo>
                  <a:pt x="24384" y="211836"/>
                </a:lnTo>
                <a:lnTo>
                  <a:pt x="137464" y="211836"/>
                </a:lnTo>
                <a:lnTo>
                  <a:pt x="137527" y="222504"/>
                </a:lnTo>
                <a:lnTo>
                  <a:pt x="24384" y="222504"/>
                </a:lnTo>
                <a:lnTo>
                  <a:pt x="24384" y="344424"/>
                </a:lnTo>
                <a:lnTo>
                  <a:pt x="138510" y="344424"/>
                </a:lnTo>
                <a:lnTo>
                  <a:pt x="138572" y="355092"/>
                </a:lnTo>
                <a:lnTo>
                  <a:pt x="24384" y="355092"/>
                </a:lnTo>
                <a:lnTo>
                  <a:pt x="24384" y="384048"/>
                </a:lnTo>
                <a:lnTo>
                  <a:pt x="0" y="397764"/>
                </a:lnTo>
                <a:close/>
              </a:path>
              <a:path w="356870" h="401320">
                <a:moveTo>
                  <a:pt x="350520" y="96012"/>
                </a:moveTo>
                <a:lnTo>
                  <a:pt x="310896" y="96012"/>
                </a:lnTo>
                <a:lnTo>
                  <a:pt x="330708" y="76200"/>
                </a:lnTo>
                <a:lnTo>
                  <a:pt x="350520" y="96012"/>
                </a:lnTo>
                <a:close/>
              </a:path>
              <a:path w="356870" h="401320">
                <a:moveTo>
                  <a:pt x="137464" y="211836"/>
                </a:moveTo>
                <a:lnTo>
                  <a:pt x="114300" y="211836"/>
                </a:lnTo>
                <a:lnTo>
                  <a:pt x="114300" y="100584"/>
                </a:lnTo>
                <a:lnTo>
                  <a:pt x="153162" y="100584"/>
                </a:lnTo>
                <a:lnTo>
                  <a:pt x="137160" y="111252"/>
                </a:lnTo>
                <a:lnTo>
                  <a:pt x="137263" y="160615"/>
                </a:lnTo>
                <a:lnTo>
                  <a:pt x="137363" y="194691"/>
                </a:lnTo>
                <a:lnTo>
                  <a:pt x="137464" y="211836"/>
                </a:lnTo>
                <a:close/>
              </a:path>
              <a:path w="356870" h="401320">
                <a:moveTo>
                  <a:pt x="326904" y="359664"/>
                </a:moveTo>
                <a:lnTo>
                  <a:pt x="283464" y="359664"/>
                </a:lnTo>
                <a:lnTo>
                  <a:pt x="291965" y="357925"/>
                </a:lnTo>
                <a:lnTo>
                  <a:pt x="298894" y="352615"/>
                </a:lnTo>
                <a:lnTo>
                  <a:pt x="308610" y="305538"/>
                </a:lnTo>
                <a:lnTo>
                  <a:pt x="310896" y="259651"/>
                </a:lnTo>
                <a:lnTo>
                  <a:pt x="313120" y="194691"/>
                </a:lnTo>
                <a:lnTo>
                  <a:pt x="315467" y="105156"/>
                </a:lnTo>
                <a:lnTo>
                  <a:pt x="352806" y="105156"/>
                </a:lnTo>
                <a:lnTo>
                  <a:pt x="341376" y="114300"/>
                </a:lnTo>
                <a:lnTo>
                  <a:pt x="339478" y="190500"/>
                </a:lnTo>
                <a:lnTo>
                  <a:pt x="337620" y="249070"/>
                </a:lnTo>
                <a:lnTo>
                  <a:pt x="335560" y="295241"/>
                </a:lnTo>
                <a:lnTo>
                  <a:pt x="333280" y="327074"/>
                </a:lnTo>
                <a:lnTo>
                  <a:pt x="330708" y="344424"/>
                </a:lnTo>
                <a:lnTo>
                  <a:pt x="327874" y="357020"/>
                </a:lnTo>
                <a:lnTo>
                  <a:pt x="326904" y="359664"/>
                </a:lnTo>
                <a:close/>
              </a:path>
              <a:path w="356870" h="401320">
                <a:moveTo>
                  <a:pt x="231648" y="269748"/>
                </a:moveTo>
                <a:lnTo>
                  <a:pt x="230124" y="269748"/>
                </a:lnTo>
                <a:lnTo>
                  <a:pt x="226742" y="268081"/>
                </a:lnTo>
                <a:lnTo>
                  <a:pt x="223647" y="263271"/>
                </a:lnTo>
                <a:lnTo>
                  <a:pt x="221122" y="255603"/>
                </a:lnTo>
                <a:lnTo>
                  <a:pt x="219456" y="245364"/>
                </a:lnTo>
                <a:lnTo>
                  <a:pt x="214884" y="228219"/>
                </a:lnTo>
                <a:lnTo>
                  <a:pt x="208026" y="211074"/>
                </a:lnTo>
                <a:lnTo>
                  <a:pt x="198882" y="193929"/>
                </a:lnTo>
                <a:lnTo>
                  <a:pt x="187452" y="176784"/>
                </a:lnTo>
                <a:lnTo>
                  <a:pt x="192024" y="172212"/>
                </a:lnTo>
                <a:lnTo>
                  <a:pt x="224409" y="199644"/>
                </a:lnTo>
                <a:lnTo>
                  <a:pt x="246888" y="234696"/>
                </a:lnTo>
                <a:lnTo>
                  <a:pt x="246888" y="248412"/>
                </a:lnTo>
                <a:lnTo>
                  <a:pt x="245364" y="254508"/>
                </a:lnTo>
                <a:lnTo>
                  <a:pt x="236220" y="266700"/>
                </a:lnTo>
                <a:lnTo>
                  <a:pt x="231648" y="269748"/>
                </a:lnTo>
                <a:close/>
              </a:path>
              <a:path w="356870" h="401320">
                <a:moveTo>
                  <a:pt x="138510" y="344424"/>
                </a:moveTo>
                <a:lnTo>
                  <a:pt x="114300" y="344424"/>
                </a:lnTo>
                <a:lnTo>
                  <a:pt x="114300" y="222504"/>
                </a:lnTo>
                <a:lnTo>
                  <a:pt x="137527" y="222504"/>
                </a:lnTo>
                <a:lnTo>
                  <a:pt x="137723" y="254508"/>
                </a:lnTo>
                <a:lnTo>
                  <a:pt x="138510" y="344424"/>
                </a:lnTo>
                <a:close/>
              </a:path>
              <a:path w="356870" h="401320">
                <a:moveTo>
                  <a:pt x="278891" y="400812"/>
                </a:moveTo>
                <a:lnTo>
                  <a:pt x="271772" y="387953"/>
                </a:lnTo>
                <a:lnTo>
                  <a:pt x="259651" y="376809"/>
                </a:lnTo>
                <a:lnTo>
                  <a:pt x="242673" y="367379"/>
                </a:lnTo>
                <a:lnTo>
                  <a:pt x="220979" y="359664"/>
                </a:lnTo>
                <a:lnTo>
                  <a:pt x="220979" y="350520"/>
                </a:lnTo>
                <a:lnTo>
                  <a:pt x="241244" y="354520"/>
                </a:lnTo>
                <a:lnTo>
                  <a:pt x="258508" y="357378"/>
                </a:lnTo>
                <a:lnTo>
                  <a:pt x="272629" y="359092"/>
                </a:lnTo>
                <a:lnTo>
                  <a:pt x="283464" y="359664"/>
                </a:lnTo>
                <a:lnTo>
                  <a:pt x="326904" y="359664"/>
                </a:lnTo>
                <a:lnTo>
                  <a:pt x="324040" y="367474"/>
                </a:lnTo>
                <a:lnTo>
                  <a:pt x="289726" y="396882"/>
                </a:lnTo>
                <a:lnTo>
                  <a:pt x="278891" y="400812"/>
                </a:lnTo>
                <a:close/>
              </a:path>
              <a:path w="356870" h="401320">
                <a:moveTo>
                  <a:pt x="114300" y="391668"/>
                </a:moveTo>
                <a:lnTo>
                  <a:pt x="114300" y="355092"/>
                </a:lnTo>
                <a:lnTo>
                  <a:pt x="138572" y="355092"/>
                </a:lnTo>
                <a:lnTo>
                  <a:pt x="138684" y="376428"/>
                </a:lnTo>
                <a:lnTo>
                  <a:pt x="114300" y="39166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" name="object 33"/>
          <p:cNvSpPr/>
          <p:nvPr/>
        </p:nvSpPr>
        <p:spPr>
          <a:xfrm>
            <a:off x="4792967" y="3020567"/>
            <a:ext cx="2188845" cy="411480"/>
          </a:xfrm>
          <a:custGeom>
            <a:avLst/>
            <a:gdLst/>
            <a:ahLst/>
            <a:cxnLst/>
            <a:rect l="l" t="t" r="r" b="b"/>
            <a:pathLst>
              <a:path w="2188845" h="411479">
                <a:moveTo>
                  <a:pt x="97536" y="32004"/>
                </a:moveTo>
                <a:lnTo>
                  <a:pt x="65532" y="9144"/>
                </a:lnTo>
                <a:lnTo>
                  <a:pt x="63296" y="18846"/>
                </a:lnTo>
                <a:lnTo>
                  <a:pt x="59055" y="29527"/>
                </a:lnTo>
                <a:lnTo>
                  <a:pt x="37147" y="67322"/>
                </a:lnTo>
                <a:lnTo>
                  <a:pt x="4572" y="111252"/>
                </a:lnTo>
                <a:lnTo>
                  <a:pt x="10668" y="114300"/>
                </a:lnTo>
                <a:lnTo>
                  <a:pt x="25844" y="100584"/>
                </a:lnTo>
                <a:lnTo>
                  <a:pt x="39433" y="86868"/>
                </a:lnTo>
                <a:lnTo>
                  <a:pt x="51612" y="73152"/>
                </a:lnTo>
                <a:lnTo>
                  <a:pt x="62484" y="59436"/>
                </a:lnTo>
                <a:lnTo>
                  <a:pt x="72466" y="49149"/>
                </a:lnTo>
                <a:lnTo>
                  <a:pt x="81724" y="41148"/>
                </a:lnTo>
                <a:lnTo>
                  <a:pt x="90131" y="35433"/>
                </a:lnTo>
                <a:lnTo>
                  <a:pt x="97536" y="32004"/>
                </a:lnTo>
                <a:close/>
              </a:path>
              <a:path w="2188845" h="411479">
                <a:moveTo>
                  <a:pt x="112776" y="120396"/>
                </a:moveTo>
                <a:lnTo>
                  <a:pt x="82296" y="99060"/>
                </a:lnTo>
                <a:lnTo>
                  <a:pt x="78562" y="108140"/>
                </a:lnTo>
                <a:lnTo>
                  <a:pt x="74193" y="118872"/>
                </a:lnTo>
                <a:lnTo>
                  <a:pt x="68795" y="131432"/>
                </a:lnTo>
                <a:lnTo>
                  <a:pt x="47625" y="174498"/>
                </a:lnTo>
                <a:lnTo>
                  <a:pt x="13525" y="229362"/>
                </a:lnTo>
                <a:lnTo>
                  <a:pt x="6273" y="240220"/>
                </a:lnTo>
                <a:lnTo>
                  <a:pt x="0" y="249936"/>
                </a:lnTo>
                <a:lnTo>
                  <a:pt x="4572" y="252984"/>
                </a:lnTo>
                <a:lnTo>
                  <a:pt x="20777" y="236220"/>
                </a:lnTo>
                <a:lnTo>
                  <a:pt x="35433" y="219837"/>
                </a:lnTo>
                <a:lnTo>
                  <a:pt x="48221" y="204216"/>
                </a:lnTo>
                <a:lnTo>
                  <a:pt x="59436" y="188976"/>
                </a:lnTo>
                <a:lnTo>
                  <a:pt x="59321" y="343408"/>
                </a:lnTo>
                <a:lnTo>
                  <a:pt x="59207" y="352094"/>
                </a:lnTo>
                <a:lnTo>
                  <a:pt x="58178" y="389077"/>
                </a:lnTo>
                <a:lnTo>
                  <a:pt x="57912" y="409956"/>
                </a:lnTo>
                <a:lnTo>
                  <a:pt x="82296" y="397764"/>
                </a:lnTo>
                <a:lnTo>
                  <a:pt x="82296" y="188976"/>
                </a:lnTo>
                <a:lnTo>
                  <a:pt x="82296" y="156972"/>
                </a:lnTo>
                <a:lnTo>
                  <a:pt x="89420" y="143548"/>
                </a:lnTo>
                <a:lnTo>
                  <a:pt x="96964" y="132969"/>
                </a:lnTo>
                <a:lnTo>
                  <a:pt x="104800" y="125260"/>
                </a:lnTo>
                <a:lnTo>
                  <a:pt x="112776" y="120396"/>
                </a:lnTo>
                <a:close/>
              </a:path>
              <a:path w="2188845" h="411479">
                <a:moveTo>
                  <a:pt x="251460" y="190500"/>
                </a:moveTo>
                <a:lnTo>
                  <a:pt x="225552" y="164592"/>
                </a:lnTo>
                <a:lnTo>
                  <a:pt x="210312" y="179832"/>
                </a:lnTo>
                <a:lnTo>
                  <a:pt x="111252" y="179832"/>
                </a:lnTo>
                <a:lnTo>
                  <a:pt x="126492" y="196596"/>
                </a:lnTo>
                <a:lnTo>
                  <a:pt x="135661" y="193725"/>
                </a:lnTo>
                <a:lnTo>
                  <a:pt x="144970" y="191833"/>
                </a:lnTo>
                <a:lnTo>
                  <a:pt x="154571" y="190817"/>
                </a:lnTo>
                <a:lnTo>
                  <a:pt x="164592" y="190500"/>
                </a:lnTo>
                <a:lnTo>
                  <a:pt x="251460" y="190500"/>
                </a:lnTo>
                <a:close/>
              </a:path>
              <a:path w="2188845" h="411479">
                <a:moveTo>
                  <a:pt x="256032" y="64008"/>
                </a:moveTo>
                <a:lnTo>
                  <a:pt x="220980" y="48768"/>
                </a:lnTo>
                <a:lnTo>
                  <a:pt x="221869" y="64770"/>
                </a:lnTo>
                <a:lnTo>
                  <a:pt x="222313" y="83058"/>
                </a:lnTo>
                <a:lnTo>
                  <a:pt x="222440" y="98018"/>
                </a:lnTo>
                <a:lnTo>
                  <a:pt x="222504" y="126492"/>
                </a:lnTo>
                <a:lnTo>
                  <a:pt x="195072" y="126492"/>
                </a:lnTo>
                <a:lnTo>
                  <a:pt x="195072" y="30480"/>
                </a:lnTo>
                <a:lnTo>
                  <a:pt x="207264" y="19812"/>
                </a:lnTo>
                <a:lnTo>
                  <a:pt x="172212" y="4572"/>
                </a:lnTo>
                <a:lnTo>
                  <a:pt x="173482" y="49149"/>
                </a:lnTo>
                <a:lnTo>
                  <a:pt x="173723" y="103632"/>
                </a:lnTo>
                <a:lnTo>
                  <a:pt x="173736" y="126492"/>
                </a:lnTo>
                <a:lnTo>
                  <a:pt x="146304" y="126492"/>
                </a:lnTo>
                <a:lnTo>
                  <a:pt x="146304" y="71628"/>
                </a:lnTo>
                <a:lnTo>
                  <a:pt x="158496" y="62484"/>
                </a:lnTo>
                <a:lnTo>
                  <a:pt x="123444" y="45720"/>
                </a:lnTo>
                <a:lnTo>
                  <a:pt x="124929" y="95948"/>
                </a:lnTo>
                <a:lnTo>
                  <a:pt x="124968" y="118872"/>
                </a:lnTo>
                <a:lnTo>
                  <a:pt x="114300" y="126492"/>
                </a:lnTo>
                <a:lnTo>
                  <a:pt x="135636" y="147828"/>
                </a:lnTo>
                <a:lnTo>
                  <a:pt x="146304" y="137160"/>
                </a:lnTo>
                <a:lnTo>
                  <a:pt x="222504" y="137160"/>
                </a:lnTo>
                <a:lnTo>
                  <a:pt x="222504" y="150876"/>
                </a:lnTo>
                <a:lnTo>
                  <a:pt x="245364" y="141732"/>
                </a:lnTo>
                <a:lnTo>
                  <a:pt x="245097" y="137160"/>
                </a:lnTo>
                <a:lnTo>
                  <a:pt x="244538" y="128016"/>
                </a:lnTo>
                <a:lnTo>
                  <a:pt x="244475" y="126492"/>
                </a:lnTo>
                <a:lnTo>
                  <a:pt x="244043" y="111252"/>
                </a:lnTo>
                <a:lnTo>
                  <a:pt x="243967" y="103632"/>
                </a:lnTo>
                <a:lnTo>
                  <a:pt x="243840" y="74676"/>
                </a:lnTo>
                <a:lnTo>
                  <a:pt x="256032" y="64008"/>
                </a:lnTo>
                <a:close/>
              </a:path>
              <a:path w="2188845" h="411479">
                <a:moveTo>
                  <a:pt x="278892" y="278892"/>
                </a:moveTo>
                <a:lnTo>
                  <a:pt x="274320" y="274320"/>
                </a:lnTo>
                <a:lnTo>
                  <a:pt x="224028" y="313944"/>
                </a:lnTo>
                <a:lnTo>
                  <a:pt x="224028" y="249936"/>
                </a:lnTo>
                <a:lnTo>
                  <a:pt x="228092" y="246888"/>
                </a:lnTo>
                <a:lnTo>
                  <a:pt x="236220" y="240792"/>
                </a:lnTo>
                <a:lnTo>
                  <a:pt x="231000" y="236220"/>
                </a:lnTo>
                <a:lnTo>
                  <a:pt x="211836" y="219456"/>
                </a:lnTo>
                <a:lnTo>
                  <a:pt x="201168" y="236220"/>
                </a:lnTo>
                <a:lnTo>
                  <a:pt x="160020" y="236220"/>
                </a:lnTo>
                <a:lnTo>
                  <a:pt x="135636" y="222504"/>
                </a:lnTo>
                <a:lnTo>
                  <a:pt x="136525" y="232181"/>
                </a:lnTo>
                <a:lnTo>
                  <a:pt x="136969" y="242697"/>
                </a:lnTo>
                <a:lnTo>
                  <a:pt x="137096" y="250393"/>
                </a:lnTo>
                <a:lnTo>
                  <a:pt x="136982" y="274320"/>
                </a:lnTo>
                <a:lnTo>
                  <a:pt x="136855" y="280924"/>
                </a:lnTo>
                <a:lnTo>
                  <a:pt x="131064" y="326136"/>
                </a:lnTo>
                <a:lnTo>
                  <a:pt x="109855" y="373291"/>
                </a:lnTo>
                <a:lnTo>
                  <a:pt x="97536" y="390144"/>
                </a:lnTo>
                <a:lnTo>
                  <a:pt x="102108" y="394716"/>
                </a:lnTo>
                <a:lnTo>
                  <a:pt x="132765" y="362927"/>
                </a:lnTo>
                <a:lnTo>
                  <a:pt x="155740" y="314833"/>
                </a:lnTo>
                <a:lnTo>
                  <a:pt x="160312" y="272021"/>
                </a:lnTo>
                <a:lnTo>
                  <a:pt x="160020" y="246888"/>
                </a:lnTo>
                <a:lnTo>
                  <a:pt x="204216" y="246888"/>
                </a:lnTo>
                <a:lnTo>
                  <a:pt x="204127" y="307848"/>
                </a:lnTo>
                <a:lnTo>
                  <a:pt x="196596" y="335280"/>
                </a:lnTo>
                <a:lnTo>
                  <a:pt x="216408" y="359664"/>
                </a:lnTo>
                <a:lnTo>
                  <a:pt x="225539" y="343408"/>
                </a:lnTo>
                <a:lnTo>
                  <a:pt x="239077" y="324421"/>
                </a:lnTo>
                <a:lnTo>
                  <a:pt x="247751" y="313944"/>
                </a:lnTo>
                <a:lnTo>
                  <a:pt x="256921" y="302882"/>
                </a:lnTo>
                <a:lnTo>
                  <a:pt x="278892" y="278892"/>
                </a:lnTo>
                <a:close/>
              </a:path>
              <a:path w="2188845" h="411479">
                <a:moveTo>
                  <a:pt x="409956" y="370332"/>
                </a:moveTo>
                <a:lnTo>
                  <a:pt x="389940" y="362927"/>
                </a:lnTo>
                <a:lnTo>
                  <a:pt x="370903" y="349948"/>
                </a:lnTo>
                <a:lnTo>
                  <a:pt x="352742" y="331546"/>
                </a:lnTo>
                <a:lnTo>
                  <a:pt x="346519" y="323088"/>
                </a:lnTo>
                <a:lnTo>
                  <a:pt x="335280" y="307848"/>
                </a:lnTo>
                <a:lnTo>
                  <a:pt x="347853" y="271830"/>
                </a:lnTo>
                <a:lnTo>
                  <a:pt x="358140" y="229933"/>
                </a:lnTo>
                <a:lnTo>
                  <a:pt x="366141" y="182054"/>
                </a:lnTo>
                <a:lnTo>
                  <a:pt x="371856" y="128016"/>
                </a:lnTo>
                <a:lnTo>
                  <a:pt x="408432" y="128016"/>
                </a:lnTo>
                <a:lnTo>
                  <a:pt x="397764" y="117348"/>
                </a:lnTo>
                <a:lnTo>
                  <a:pt x="379476" y="99060"/>
                </a:lnTo>
                <a:lnTo>
                  <a:pt x="359664" y="117348"/>
                </a:lnTo>
                <a:lnTo>
                  <a:pt x="348996" y="117348"/>
                </a:lnTo>
                <a:lnTo>
                  <a:pt x="348996" y="128016"/>
                </a:lnTo>
                <a:lnTo>
                  <a:pt x="346430" y="170332"/>
                </a:lnTo>
                <a:lnTo>
                  <a:pt x="340995" y="210502"/>
                </a:lnTo>
                <a:lnTo>
                  <a:pt x="332714" y="248678"/>
                </a:lnTo>
                <a:lnTo>
                  <a:pt x="321564" y="284988"/>
                </a:lnTo>
                <a:lnTo>
                  <a:pt x="311277" y="250393"/>
                </a:lnTo>
                <a:lnTo>
                  <a:pt x="303276" y="212788"/>
                </a:lnTo>
                <a:lnTo>
                  <a:pt x="297561" y="172046"/>
                </a:lnTo>
                <a:lnTo>
                  <a:pt x="295795" y="149352"/>
                </a:lnTo>
                <a:lnTo>
                  <a:pt x="294132" y="128016"/>
                </a:lnTo>
                <a:lnTo>
                  <a:pt x="348996" y="128016"/>
                </a:lnTo>
                <a:lnTo>
                  <a:pt x="348996" y="117348"/>
                </a:lnTo>
                <a:lnTo>
                  <a:pt x="297180" y="117348"/>
                </a:lnTo>
                <a:lnTo>
                  <a:pt x="303999" y="95948"/>
                </a:lnTo>
                <a:lnTo>
                  <a:pt x="310515" y="75247"/>
                </a:lnTo>
                <a:lnTo>
                  <a:pt x="316471" y="55422"/>
                </a:lnTo>
                <a:lnTo>
                  <a:pt x="321564" y="36576"/>
                </a:lnTo>
                <a:lnTo>
                  <a:pt x="335280" y="27432"/>
                </a:lnTo>
                <a:lnTo>
                  <a:pt x="295656" y="7620"/>
                </a:lnTo>
                <a:lnTo>
                  <a:pt x="294805" y="22771"/>
                </a:lnTo>
                <a:lnTo>
                  <a:pt x="292227" y="43053"/>
                </a:lnTo>
                <a:lnTo>
                  <a:pt x="282562" y="95948"/>
                </a:lnTo>
                <a:lnTo>
                  <a:pt x="267271" y="164211"/>
                </a:lnTo>
                <a:lnTo>
                  <a:pt x="246888" y="227076"/>
                </a:lnTo>
                <a:lnTo>
                  <a:pt x="251460" y="228600"/>
                </a:lnTo>
                <a:lnTo>
                  <a:pt x="262089" y="210007"/>
                </a:lnTo>
                <a:lnTo>
                  <a:pt x="271221" y="190817"/>
                </a:lnTo>
                <a:lnTo>
                  <a:pt x="279323" y="170522"/>
                </a:lnTo>
                <a:lnTo>
                  <a:pt x="286512" y="149352"/>
                </a:lnTo>
                <a:lnTo>
                  <a:pt x="288848" y="191833"/>
                </a:lnTo>
                <a:lnTo>
                  <a:pt x="293560" y="231457"/>
                </a:lnTo>
                <a:lnTo>
                  <a:pt x="300875" y="268732"/>
                </a:lnTo>
                <a:lnTo>
                  <a:pt x="310896" y="303276"/>
                </a:lnTo>
                <a:lnTo>
                  <a:pt x="284657" y="332765"/>
                </a:lnTo>
                <a:lnTo>
                  <a:pt x="254127" y="359664"/>
                </a:lnTo>
                <a:lnTo>
                  <a:pt x="219608" y="384289"/>
                </a:lnTo>
                <a:lnTo>
                  <a:pt x="181356" y="406908"/>
                </a:lnTo>
                <a:lnTo>
                  <a:pt x="184404" y="411480"/>
                </a:lnTo>
                <a:lnTo>
                  <a:pt x="225552" y="392963"/>
                </a:lnTo>
                <a:lnTo>
                  <a:pt x="262128" y="371856"/>
                </a:lnTo>
                <a:lnTo>
                  <a:pt x="294132" y="348475"/>
                </a:lnTo>
                <a:lnTo>
                  <a:pt x="321564" y="323088"/>
                </a:lnTo>
                <a:lnTo>
                  <a:pt x="334479" y="344805"/>
                </a:lnTo>
                <a:lnTo>
                  <a:pt x="348234" y="364236"/>
                </a:lnTo>
                <a:lnTo>
                  <a:pt x="363143" y="381381"/>
                </a:lnTo>
                <a:lnTo>
                  <a:pt x="379476" y="396240"/>
                </a:lnTo>
                <a:lnTo>
                  <a:pt x="383171" y="389077"/>
                </a:lnTo>
                <a:lnTo>
                  <a:pt x="389572" y="383476"/>
                </a:lnTo>
                <a:lnTo>
                  <a:pt x="398551" y="379310"/>
                </a:lnTo>
                <a:lnTo>
                  <a:pt x="409956" y="376428"/>
                </a:lnTo>
                <a:lnTo>
                  <a:pt x="409956" y="370332"/>
                </a:lnTo>
                <a:close/>
              </a:path>
              <a:path w="2188845" h="411479">
                <a:moveTo>
                  <a:pt x="632472" y="112776"/>
                </a:moveTo>
                <a:lnTo>
                  <a:pt x="603516" y="91440"/>
                </a:lnTo>
                <a:lnTo>
                  <a:pt x="594372" y="105816"/>
                </a:lnTo>
                <a:lnTo>
                  <a:pt x="594372" y="118872"/>
                </a:lnTo>
                <a:lnTo>
                  <a:pt x="584085" y="171767"/>
                </a:lnTo>
                <a:lnTo>
                  <a:pt x="573798" y="216217"/>
                </a:lnTo>
                <a:lnTo>
                  <a:pt x="563511" y="252399"/>
                </a:lnTo>
                <a:lnTo>
                  <a:pt x="553224" y="280416"/>
                </a:lnTo>
                <a:lnTo>
                  <a:pt x="539457" y="275615"/>
                </a:lnTo>
                <a:lnTo>
                  <a:pt x="525411" y="270510"/>
                </a:lnTo>
                <a:lnTo>
                  <a:pt x="510781" y="265417"/>
                </a:lnTo>
                <a:lnTo>
                  <a:pt x="495312" y="260604"/>
                </a:lnTo>
                <a:lnTo>
                  <a:pt x="509879" y="213169"/>
                </a:lnTo>
                <a:lnTo>
                  <a:pt x="521601" y="173736"/>
                </a:lnTo>
                <a:lnTo>
                  <a:pt x="530453" y="142303"/>
                </a:lnTo>
                <a:lnTo>
                  <a:pt x="536460" y="118872"/>
                </a:lnTo>
                <a:lnTo>
                  <a:pt x="594372" y="118872"/>
                </a:lnTo>
                <a:lnTo>
                  <a:pt x="594372" y="105816"/>
                </a:lnTo>
                <a:lnTo>
                  <a:pt x="592848" y="108204"/>
                </a:lnTo>
                <a:lnTo>
                  <a:pt x="539508" y="108204"/>
                </a:lnTo>
                <a:lnTo>
                  <a:pt x="545807" y="83654"/>
                </a:lnTo>
                <a:lnTo>
                  <a:pt x="551129" y="62674"/>
                </a:lnTo>
                <a:lnTo>
                  <a:pt x="555574" y="45415"/>
                </a:lnTo>
                <a:lnTo>
                  <a:pt x="559320" y="32004"/>
                </a:lnTo>
                <a:lnTo>
                  <a:pt x="573036" y="21336"/>
                </a:lnTo>
                <a:lnTo>
                  <a:pt x="534936" y="0"/>
                </a:lnTo>
                <a:lnTo>
                  <a:pt x="532688" y="19697"/>
                </a:lnTo>
                <a:lnTo>
                  <a:pt x="528459" y="44386"/>
                </a:lnTo>
                <a:lnTo>
                  <a:pt x="522503" y="73939"/>
                </a:lnTo>
                <a:lnTo>
                  <a:pt x="515124" y="108204"/>
                </a:lnTo>
                <a:lnTo>
                  <a:pt x="449592" y="108204"/>
                </a:lnTo>
                <a:lnTo>
                  <a:pt x="466356" y="124968"/>
                </a:lnTo>
                <a:lnTo>
                  <a:pt x="475780" y="122097"/>
                </a:lnTo>
                <a:lnTo>
                  <a:pt x="485787" y="120205"/>
                </a:lnTo>
                <a:lnTo>
                  <a:pt x="496354" y="119189"/>
                </a:lnTo>
                <a:lnTo>
                  <a:pt x="507504" y="118872"/>
                </a:lnTo>
                <a:lnTo>
                  <a:pt x="512076" y="118872"/>
                </a:lnTo>
                <a:lnTo>
                  <a:pt x="502666" y="156044"/>
                </a:lnTo>
                <a:lnTo>
                  <a:pt x="492887" y="192024"/>
                </a:lnTo>
                <a:lnTo>
                  <a:pt x="482714" y="227533"/>
                </a:lnTo>
                <a:lnTo>
                  <a:pt x="472452" y="262128"/>
                </a:lnTo>
                <a:lnTo>
                  <a:pt x="491591" y="270179"/>
                </a:lnTo>
                <a:lnTo>
                  <a:pt x="510171" y="278511"/>
                </a:lnTo>
                <a:lnTo>
                  <a:pt x="528167" y="287426"/>
                </a:lnTo>
                <a:lnTo>
                  <a:pt x="545604" y="297180"/>
                </a:lnTo>
                <a:lnTo>
                  <a:pt x="527316" y="326047"/>
                </a:lnTo>
                <a:lnTo>
                  <a:pt x="504456" y="353187"/>
                </a:lnTo>
                <a:lnTo>
                  <a:pt x="477024" y="378625"/>
                </a:lnTo>
                <a:lnTo>
                  <a:pt x="445020" y="402336"/>
                </a:lnTo>
                <a:lnTo>
                  <a:pt x="448068" y="408432"/>
                </a:lnTo>
                <a:lnTo>
                  <a:pt x="484644" y="388429"/>
                </a:lnTo>
                <a:lnTo>
                  <a:pt x="516648" y="364998"/>
                </a:lnTo>
                <a:lnTo>
                  <a:pt x="544080" y="338137"/>
                </a:lnTo>
                <a:lnTo>
                  <a:pt x="566940" y="307848"/>
                </a:lnTo>
                <a:lnTo>
                  <a:pt x="576935" y="315277"/>
                </a:lnTo>
                <a:lnTo>
                  <a:pt x="586371" y="323850"/>
                </a:lnTo>
                <a:lnTo>
                  <a:pt x="595223" y="333565"/>
                </a:lnTo>
                <a:lnTo>
                  <a:pt x="603516" y="344424"/>
                </a:lnTo>
                <a:lnTo>
                  <a:pt x="608088" y="350520"/>
                </a:lnTo>
                <a:lnTo>
                  <a:pt x="612660" y="353568"/>
                </a:lnTo>
                <a:lnTo>
                  <a:pt x="618756" y="353568"/>
                </a:lnTo>
                <a:lnTo>
                  <a:pt x="621804" y="350520"/>
                </a:lnTo>
                <a:lnTo>
                  <a:pt x="623328" y="341376"/>
                </a:lnTo>
                <a:lnTo>
                  <a:pt x="623874" y="334784"/>
                </a:lnTo>
                <a:lnTo>
                  <a:pt x="623138" y="328612"/>
                </a:lnTo>
                <a:lnTo>
                  <a:pt x="620966" y="322732"/>
                </a:lnTo>
                <a:lnTo>
                  <a:pt x="617232" y="316992"/>
                </a:lnTo>
                <a:lnTo>
                  <a:pt x="611225" y="310997"/>
                </a:lnTo>
                <a:lnTo>
                  <a:pt x="606983" y="307848"/>
                </a:lnTo>
                <a:lnTo>
                  <a:pt x="602373" y="304419"/>
                </a:lnTo>
                <a:lnTo>
                  <a:pt x="590651" y="297281"/>
                </a:lnTo>
                <a:lnTo>
                  <a:pt x="576084" y="289560"/>
                </a:lnTo>
                <a:lnTo>
                  <a:pt x="579056" y="280416"/>
                </a:lnTo>
                <a:lnTo>
                  <a:pt x="586600" y="257225"/>
                </a:lnTo>
                <a:lnTo>
                  <a:pt x="597420" y="219456"/>
                </a:lnTo>
                <a:lnTo>
                  <a:pt x="608228" y="175983"/>
                </a:lnTo>
                <a:lnTo>
                  <a:pt x="618756" y="126492"/>
                </a:lnTo>
                <a:lnTo>
                  <a:pt x="626376" y="118872"/>
                </a:lnTo>
                <a:lnTo>
                  <a:pt x="632472" y="112776"/>
                </a:lnTo>
                <a:close/>
              </a:path>
              <a:path w="2188845" h="411479">
                <a:moveTo>
                  <a:pt x="702576" y="111252"/>
                </a:moveTo>
                <a:lnTo>
                  <a:pt x="666000" y="89916"/>
                </a:lnTo>
                <a:lnTo>
                  <a:pt x="663143" y="107899"/>
                </a:lnTo>
                <a:lnTo>
                  <a:pt x="659142" y="127444"/>
                </a:lnTo>
                <a:lnTo>
                  <a:pt x="647712" y="170688"/>
                </a:lnTo>
                <a:lnTo>
                  <a:pt x="631139" y="214122"/>
                </a:lnTo>
                <a:lnTo>
                  <a:pt x="611136" y="252984"/>
                </a:lnTo>
                <a:lnTo>
                  <a:pt x="617232" y="256032"/>
                </a:lnTo>
                <a:lnTo>
                  <a:pt x="639775" y="226910"/>
                </a:lnTo>
                <a:lnTo>
                  <a:pt x="659333" y="194500"/>
                </a:lnTo>
                <a:lnTo>
                  <a:pt x="675728" y="158953"/>
                </a:lnTo>
                <a:lnTo>
                  <a:pt x="688860" y="120396"/>
                </a:lnTo>
                <a:lnTo>
                  <a:pt x="702576" y="111252"/>
                </a:lnTo>
                <a:close/>
              </a:path>
              <a:path w="2188845" h="411479">
                <a:moveTo>
                  <a:pt x="762012" y="25908"/>
                </a:moveTo>
                <a:lnTo>
                  <a:pt x="719340" y="6096"/>
                </a:lnTo>
                <a:lnTo>
                  <a:pt x="720217" y="21551"/>
                </a:lnTo>
                <a:lnTo>
                  <a:pt x="720674" y="36004"/>
                </a:lnTo>
                <a:lnTo>
                  <a:pt x="720788" y="45415"/>
                </a:lnTo>
                <a:lnTo>
                  <a:pt x="720674" y="246126"/>
                </a:lnTo>
                <a:lnTo>
                  <a:pt x="720217" y="260985"/>
                </a:lnTo>
                <a:lnTo>
                  <a:pt x="719340" y="275844"/>
                </a:lnTo>
                <a:lnTo>
                  <a:pt x="748296" y="263652"/>
                </a:lnTo>
                <a:lnTo>
                  <a:pt x="745502" y="223151"/>
                </a:lnTo>
                <a:lnTo>
                  <a:pt x="745248" y="38100"/>
                </a:lnTo>
                <a:lnTo>
                  <a:pt x="762012" y="25908"/>
                </a:lnTo>
                <a:close/>
              </a:path>
              <a:path w="2188845" h="411479">
                <a:moveTo>
                  <a:pt x="835164" y="239268"/>
                </a:moveTo>
                <a:lnTo>
                  <a:pt x="803160" y="205740"/>
                </a:lnTo>
                <a:lnTo>
                  <a:pt x="788606" y="234315"/>
                </a:lnTo>
                <a:lnTo>
                  <a:pt x="770204" y="262890"/>
                </a:lnTo>
                <a:lnTo>
                  <a:pt x="722388" y="320040"/>
                </a:lnTo>
                <a:lnTo>
                  <a:pt x="692353" y="345757"/>
                </a:lnTo>
                <a:lnTo>
                  <a:pt x="657047" y="368046"/>
                </a:lnTo>
                <a:lnTo>
                  <a:pt x="616292" y="386905"/>
                </a:lnTo>
                <a:lnTo>
                  <a:pt x="569988" y="402336"/>
                </a:lnTo>
                <a:lnTo>
                  <a:pt x="571512" y="408432"/>
                </a:lnTo>
                <a:lnTo>
                  <a:pt x="630758" y="393382"/>
                </a:lnTo>
                <a:lnTo>
                  <a:pt x="688860" y="370332"/>
                </a:lnTo>
                <a:lnTo>
                  <a:pt x="749630" y="324231"/>
                </a:lnTo>
                <a:lnTo>
                  <a:pt x="782942" y="288467"/>
                </a:lnTo>
                <a:lnTo>
                  <a:pt x="818400" y="243840"/>
                </a:lnTo>
                <a:lnTo>
                  <a:pt x="835164" y="239268"/>
                </a:lnTo>
                <a:close/>
              </a:path>
              <a:path w="2188845" h="411479">
                <a:moveTo>
                  <a:pt x="848880" y="160020"/>
                </a:moveTo>
                <a:lnTo>
                  <a:pt x="817448" y="124587"/>
                </a:lnTo>
                <a:lnTo>
                  <a:pt x="777252" y="94488"/>
                </a:lnTo>
                <a:lnTo>
                  <a:pt x="771156" y="99060"/>
                </a:lnTo>
                <a:lnTo>
                  <a:pt x="789698" y="121310"/>
                </a:lnTo>
                <a:lnTo>
                  <a:pt x="804113" y="142113"/>
                </a:lnTo>
                <a:lnTo>
                  <a:pt x="814222" y="161213"/>
                </a:lnTo>
                <a:lnTo>
                  <a:pt x="824496" y="192024"/>
                </a:lnTo>
                <a:lnTo>
                  <a:pt x="827544" y="199644"/>
                </a:lnTo>
                <a:lnTo>
                  <a:pt x="835164" y="199644"/>
                </a:lnTo>
                <a:lnTo>
                  <a:pt x="838212" y="195072"/>
                </a:lnTo>
                <a:lnTo>
                  <a:pt x="842784" y="187452"/>
                </a:lnTo>
                <a:lnTo>
                  <a:pt x="845832" y="179832"/>
                </a:lnTo>
                <a:lnTo>
                  <a:pt x="848880" y="173736"/>
                </a:lnTo>
                <a:lnTo>
                  <a:pt x="848880" y="160020"/>
                </a:lnTo>
                <a:close/>
              </a:path>
              <a:path w="2188845" h="411479">
                <a:moveTo>
                  <a:pt x="1019568" y="126504"/>
                </a:moveTo>
                <a:lnTo>
                  <a:pt x="989088" y="99072"/>
                </a:lnTo>
                <a:lnTo>
                  <a:pt x="981367" y="113334"/>
                </a:lnTo>
                <a:lnTo>
                  <a:pt x="971943" y="128600"/>
                </a:lnTo>
                <a:lnTo>
                  <a:pt x="947940" y="161556"/>
                </a:lnTo>
                <a:lnTo>
                  <a:pt x="920127" y="195846"/>
                </a:lnTo>
                <a:lnTo>
                  <a:pt x="890028" y="225564"/>
                </a:lnTo>
                <a:lnTo>
                  <a:pt x="894600" y="230136"/>
                </a:lnTo>
                <a:lnTo>
                  <a:pt x="922858" y="207822"/>
                </a:lnTo>
                <a:lnTo>
                  <a:pt x="950417" y="184226"/>
                </a:lnTo>
                <a:lnTo>
                  <a:pt x="977099" y="159194"/>
                </a:lnTo>
                <a:lnTo>
                  <a:pt x="1002804" y="132600"/>
                </a:lnTo>
                <a:lnTo>
                  <a:pt x="1019568" y="126504"/>
                </a:lnTo>
                <a:close/>
              </a:path>
              <a:path w="2188845" h="411479">
                <a:moveTo>
                  <a:pt x="1286268" y="181368"/>
                </a:moveTo>
                <a:lnTo>
                  <a:pt x="1246644" y="145745"/>
                </a:lnTo>
                <a:lnTo>
                  <a:pt x="1175016" y="108216"/>
                </a:lnTo>
                <a:lnTo>
                  <a:pt x="1170444" y="114312"/>
                </a:lnTo>
                <a:lnTo>
                  <a:pt x="1199629" y="136258"/>
                </a:lnTo>
                <a:lnTo>
                  <a:pt x="1223403" y="156222"/>
                </a:lnTo>
                <a:lnTo>
                  <a:pt x="1242021" y="173888"/>
                </a:lnTo>
                <a:lnTo>
                  <a:pt x="1255788" y="188988"/>
                </a:lnTo>
                <a:lnTo>
                  <a:pt x="1262087" y="197218"/>
                </a:lnTo>
                <a:lnTo>
                  <a:pt x="1267409" y="203466"/>
                </a:lnTo>
                <a:lnTo>
                  <a:pt x="1271854" y="207416"/>
                </a:lnTo>
                <a:lnTo>
                  <a:pt x="1275600" y="208800"/>
                </a:lnTo>
                <a:lnTo>
                  <a:pt x="1278648" y="208800"/>
                </a:lnTo>
                <a:lnTo>
                  <a:pt x="1280172" y="205752"/>
                </a:lnTo>
                <a:lnTo>
                  <a:pt x="1283220" y="201180"/>
                </a:lnTo>
                <a:lnTo>
                  <a:pt x="1286268" y="192036"/>
                </a:lnTo>
                <a:lnTo>
                  <a:pt x="1286268" y="181368"/>
                </a:lnTo>
                <a:close/>
              </a:path>
              <a:path w="2188845" h="411479">
                <a:moveTo>
                  <a:pt x="1298460" y="377964"/>
                </a:moveTo>
                <a:lnTo>
                  <a:pt x="1245044" y="371081"/>
                </a:lnTo>
                <a:lnTo>
                  <a:pt x="1196924" y="359486"/>
                </a:lnTo>
                <a:lnTo>
                  <a:pt x="1154226" y="343027"/>
                </a:lnTo>
                <a:lnTo>
                  <a:pt x="1117104" y="321576"/>
                </a:lnTo>
                <a:lnTo>
                  <a:pt x="1132281" y="307860"/>
                </a:lnTo>
                <a:lnTo>
                  <a:pt x="1143393" y="297827"/>
                </a:lnTo>
                <a:lnTo>
                  <a:pt x="1167396" y="274523"/>
                </a:lnTo>
                <a:lnTo>
                  <a:pt x="1189113" y="251485"/>
                </a:lnTo>
                <a:lnTo>
                  <a:pt x="1208544" y="228612"/>
                </a:lnTo>
                <a:lnTo>
                  <a:pt x="1220736" y="222516"/>
                </a:lnTo>
                <a:lnTo>
                  <a:pt x="1226832" y="219468"/>
                </a:lnTo>
                <a:lnTo>
                  <a:pt x="1197876" y="192036"/>
                </a:lnTo>
                <a:lnTo>
                  <a:pt x="1179588" y="211848"/>
                </a:lnTo>
                <a:lnTo>
                  <a:pt x="1179588" y="222516"/>
                </a:lnTo>
                <a:lnTo>
                  <a:pt x="1158443" y="247637"/>
                </a:lnTo>
                <a:lnTo>
                  <a:pt x="1138440" y="270332"/>
                </a:lnTo>
                <a:lnTo>
                  <a:pt x="1119581" y="290449"/>
                </a:lnTo>
                <a:lnTo>
                  <a:pt x="1101864" y="307860"/>
                </a:lnTo>
                <a:lnTo>
                  <a:pt x="1082738" y="288950"/>
                </a:lnTo>
                <a:lnTo>
                  <a:pt x="1064336" y="268617"/>
                </a:lnTo>
                <a:lnTo>
                  <a:pt x="1046784" y="246557"/>
                </a:lnTo>
                <a:lnTo>
                  <a:pt x="1030236" y="222516"/>
                </a:lnTo>
                <a:lnTo>
                  <a:pt x="1179588" y="222516"/>
                </a:lnTo>
                <a:lnTo>
                  <a:pt x="1179588" y="211848"/>
                </a:lnTo>
                <a:lnTo>
                  <a:pt x="1150632" y="211848"/>
                </a:lnTo>
                <a:lnTo>
                  <a:pt x="1150632" y="71640"/>
                </a:lnTo>
                <a:lnTo>
                  <a:pt x="1295412" y="71640"/>
                </a:lnTo>
                <a:lnTo>
                  <a:pt x="1257312" y="33540"/>
                </a:lnTo>
                <a:lnTo>
                  <a:pt x="1228356" y="62496"/>
                </a:lnTo>
                <a:lnTo>
                  <a:pt x="1126248" y="62496"/>
                </a:lnTo>
                <a:lnTo>
                  <a:pt x="1126248" y="71640"/>
                </a:lnTo>
                <a:lnTo>
                  <a:pt x="1126248" y="211848"/>
                </a:lnTo>
                <a:lnTo>
                  <a:pt x="1063764" y="211848"/>
                </a:lnTo>
                <a:lnTo>
                  <a:pt x="1063764" y="71640"/>
                </a:lnTo>
                <a:lnTo>
                  <a:pt x="1126248" y="71640"/>
                </a:lnTo>
                <a:lnTo>
                  <a:pt x="1126248" y="62496"/>
                </a:lnTo>
                <a:lnTo>
                  <a:pt x="1101864" y="62496"/>
                </a:lnTo>
                <a:lnTo>
                  <a:pt x="1107859" y="55918"/>
                </a:lnTo>
                <a:lnTo>
                  <a:pt x="1112151" y="49923"/>
                </a:lnTo>
                <a:lnTo>
                  <a:pt x="1114717" y="44488"/>
                </a:lnTo>
                <a:lnTo>
                  <a:pt x="1115580" y="39636"/>
                </a:lnTo>
                <a:lnTo>
                  <a:pt x="1115580" y="36588"/>
                </a:lnTo>
                <a:lnTo>
                  <a:pt x="1112532" y="30492"/>
                </a:lnTo>
                <a:lnTo>
                  <a:pt x="1103388" y="24396"/>
                </a:lnTo>
                <a:lnTo>
                  <a:pt x="1096289" y="18656"/>
                </a:lnTo>
                <a:lnTo>
                  <a:pt x="1086624" y="12776"/>
                </a:lnTo>
                <a:lnTo>
                  <a:pt x="1074661" y="6604"/>
                </a:lnTo>
                <a:lnTo>
                  <a:pt x="1060716" y="12"/>
                </a:lnTo>
                <a:lnTo>
                  <a:pt x="1056144" y="4584"/>
                </a:lnTo>
                <a:lnTo>
                  <a:pt x="1069073" y="20053"/>
                </a:lnTo>
                <a:lnTo>
                  <a:pt x="1078433" y="34683"/>
                </a:lnTo>
                <a:lnTo>
                  <a:pt x="1084643" y="48729"/>
                </a:lnTo>
                <a:lnTo>
                  <a:pt x="1088148" y="62496"/>
                </a:lnTo>
                <a:lnTo>
                  <a:pt x="899172" y="62496"/>
                </a:lnTo>
                <a:lnTo>
                  <a:pt x="914412" y="77736"/>
                </a:lnTo>
                <a:lnTo>
                  <a:pt x="923836" y="75488"/>
                </a:lnTo>
                <a:lnTo>
                  <a:pt x="933843" y="73545"/>
                </a:lnTo>
                <a:lnTo>
                  <a:pt x="944410" y="72161"/>
                </a:lnTo>
                <a:lnTo>
                  <a:pt x="955560" y="71640"/>
                </a:lnTo>
                <a:lnTo>
                  <a:pt x="1039380" y="71640"/>
                </a:lnTo>
                <a:lnTo>
                  <a:pt x="1039380" y="211848"/>
                </a:lnTo>
                <a:lnTo>
                  <a:pt x="954036" y="211848"/>
                </a:lnTo>
                <a:lnTo>
                  <a:pt x="967752" y="225564"/>
                </a:lnTo>
                <a:lnTo>
                  <a:pt x="987564" y="222516"/>
                </a:lnTo>
                <a:lnTo>
                  <a:pt x="1018044" y="222516"/>
                </a:lnTo>
                <a:lnTo>
                  <a:pt x="1033475" y="249961"/>
                </a:lnTo>
                <a:lnTo>
                  <a:pt x="1050048" y="275285"/>
                </a:lnTo>
                <a:lnTo>
                  <a:pt x="1067765" y="298589"/>
                </a:lnTo>
                <a:lnTo>
                  <a:pt x="1086624" y="320052"/>
                </a:lnTo>
                <a:lnTo>
                  <a:pt x="1048042" y="344881"/>
                </a:lnTo>
                <a:lnTo>
                  <a:pt x="1003185" y="366725"/>
                </a:lnTo>
                <a:lnTo>
                  <a:pt x="952030" y="385406"/>
                </a:lnTo>
                <a:lnTo>
                  <a:pt x="894600" y="400824"/>
                </a:lnTo>
                <a:lnTo>
                  <a:pt x="896124" y="408444"/>
                </a:lnTo>
                <a:lnTo>
                  <a:pt x="956132" y="396151"/>
                </a:lnTo>
                <a:lnTo>
                  <a:pt x="1010424" y="379869"/>
                </a:lnTo>
                <a:lnTo>
                  <a:pt x="1059002" y="359575"/>
                </a:lnTo>
                <a:lnTo>
                  <a:pt x="1101864" y="335292"/>
                </a:lnTo>
                <a:lnTo>
                  <a:pt x="1135024" y="357835"/>
                </a:lnTo>
                <a:lnTo>
                  <a:pt x="1172921" y="377393"/>
                </a:lnTo>
                <a:lnTo>
                  <a:pt x="1215656" y="393788"/>
                </a:lnTo>
                <a:lnTo>
                  <a:pt x="1263408" y="406920"/>
                </a:lnTo>
                <a:lnTo>
                  <a:pt x="1269098" y="398653"/>
                </a:lnTo>
                <a:lnTo>
                  <a:pt x="1276934" y="392252"/>
                </a:lnTo>
                <a:lnTo>
                  <a:pt x="1286764" y="387845"/>
                </a:lnTo>
                <a:lnTo>
                  <a:pt x="1298460" y="385584"/>
                </a:lnTo>
                <a:lnTo>
                  <a:pt x="1298460" y="377964"/>
                </a:lnTo>
                <a:close/>
              </a:path>
              <a:path w="2188845" h="411479">
                <a:moveTo>
                  <a:pt x="1487436" y="27432"/>
                </a:moveTo>
                <a:lnTo>
                  <a:pt x="1449336" y="4572"/>
                </a:lnTo>
                <a:lnTo>
                  <a:pt x="1443329" y="25133"/>
                </a:lnTo>
                <a:lnTo>
                  <a:pt x="1434477" y="50101"/>
                </a:lnTo>
                <a:lnTo>
                  <a:pt x="1408188" y="112776"/>
                </a:lnTo>
                <a:lnTo>
                  <a:pt x="1390992" y="147091"/>
                </a:lnTo>
                <a:lnTo>
                  <a:pt x="1355458" y="209435"/>
                </a:lnTo>
                <a:lnTo>
                  <a:pt x="1336560" y="237744"/>
                </a:lnTo>
                <a:lnTo>
                  <a:pt x="1341132" y="242316"/>
                </a:lnTo>
                <a:lnTo>
                  <a:pt x="1359420" y="222872"/>
                </a:lnTo>
                <a:lnTo>
                  <a:pt x="1377708" y="200977"/>
                </a:lnTo>
                <a:lnTo>
                  <a:pt x="1395933" y="176593"/>
                </a:lnTo>
                <a:lnTo>
                  <a:pt x="1414284" y="149352"/>
                </a:lnTo>
                <a:lnTo>
                  <a:pt x="1414170" y="341376"/>
                </a:lnTo>
                <a:lnTo>
                  <a:pt x="1414068" y="354380"/>
                </a:lnTo>
                <a:lnTo>
                  <a:pt x="1413624" y="380809"/>
                </a:lnTo>
                <a:lnTo>
                  <a:pt x="1412760" y="408432"/>
                </a:lnTo>
                <a:lnTo>
                  <a:pt x="1440192" y="394716"/>
                </a:lnTo>
                <a:lnTo>
                  <a:pt x="1439938" y="378523"/>
                </a:lnTo>
                <a:lnTo>
                  <a:pt x="1439481" y="366128"/>
                </a:lnTo>
                <a:lnTo>
                  <a:pt x="1438986" y="354380"/>
                </a:lnTo>
                <a:lnTo>
                  <a:pt x="1438846" y="349758"/>
                </a:lnTo>
                <a:lnTo>
                  <a:pt x="1438732" y="344424"/>
                </a:lnTo>
                <a:lnTo>
                  <a:pt x="1438668" y="152400"/>
                </a:lnTo>
                <a:lnTo>
                  <a:pt x="1441716" y="149352"/>
                </a:lnTo>
                <a:lnTo>
                  <a:pt x="1452384" y="138684"/>
                </a:lnTo>
                <a:lnTo>
                  <a:pt x="1428000" y="124968"/>
                </a:lnTo>
                <a:lnTo>
                  <a:pt x="1438300" y="105829"/>
                </a:lnTo>
                <a:lnTo>
                  <a:pt x="1448765" y="84963"/>
                </a:lnTo>
                <a:lnTo>
                  <a:pt x="1459496" y="62395"/>
                </a:lnTo>
                <a:lnTo>
                  <a:pt x="1470672" y="38100"/>
                </a:lnTo>
                <a:lnTo>
                  <a:pt x="1487436" y="27432"/>
                </a:lnTo>
                <a:close/>
              </a:path>
              <a:path w="2188845" h="411479">
                <a:moveTo>
                  <a:pt x="1743468" y="358140"/>
                </a:moveTo>
                <a:lnTo>
                  <a:pt x="1721383" y="326834"/>
                </a:lnTo>
                <a:lnTo>
                  <a:pt x="1716036" y="274320"/>
                </a:lnTo>
                <a:lnTo>
                  <a:pt x="1706892" y="274320"/>
                </a:lnTo>
                <a:lnTo>
                  <a:pt x="1705940" y="315087"/>
                </a:lnTo>
                <a:lnTo>
                  <a:pt x="1700987" y="353555"/>
                </a:lnTo>
                <a:lnTo>
                  <a:pt x="1685556" y="365760"/>
                </a:lnTo>
                <a:lnTo>
                  <a:pt x="1610880" y="365760"/>
                </a:lnTo>
                <a:lnTo>
                  <a:pt x="1597990" y="364032"/>
                </a:lnTo>
                <a:lnTo>
                  <a:pt x="1588973" y="358711"/>
                </a:lnTo>
                <a:lnTo>
                  <a:pt x="1583651" y="349694"/>
                </a:lnTo>
                <a:lnTo>
                  <a:pt x="1581924" y="336804"/>
                </a:lnTo>
                <a:lnTo>
                  <a:pt x="1581924" y="242316"/>
                </a:lnTo>
                <a:lnTo>
                  <a:pt x="1581924" y="227076"/>
                </a:lnTo>
                <a:lnTo>
                  <a:pt x="1609064" y="202488"/>
                </a:lnTo>
                <a:lnTo>
                  <a:pt x="1611972" y="199644"/>
                </a:lnTo>
                <a:lnTo>
                  <a:pt x="1635645" y="176593"/>
                </a:lnTo>
                <a:lnTo>
                  <a:pt x="1661579" y="149352"/>
                </a:lnTo>
                <a:lnTo>
                  <a:pt x="1687080" y="120396"/>
                </a:lnTo>
                <a:lnTo>
                  <a:pt x="1706892" y="115824"/>
                </a:lnTo>
                <a:lnTo>
                  <a:pt x="1674888" y="86868"/>
                </a:lnTo>
                <a:lnTo>
                  <a:pt x="1668043" y="98018"/>
                </a:lnTo>
                <a:lnTo>
                  <a:pt x="1659077" y="110871"/>
                </a:lnTo>
                <a:lnTo>
                  <a:pt x="1635264" y="141732"/>
                </a:lnTo>
                <a:lnTo>
                  <a:pt x="1606880" y="173545"/>
                </a:lnTo>
                <a:lnTo>
                  <a:pt x="1581924" y="199644"/>
                </a:lnTo>
                <a:lnTo>
                  <a:pt x="1581924" y="38100"/>
                </a:lnTo>
                <a:lnTo>
                  <a:pt x="1595640" y="24384"/>
                </a:lnTo>
                <a:lnTo>
                  <a:pt x="1556016" y="4572"/>
                </a:lnTo>
                <a:lnTo>
                  <a:pt x="1556893" y="28892"/>
                </a:lnTo>
                <a:lnTo>
                  <a:pt x="1557312" y="50101"/>
                </a:lnTo>
                <a:lnTo>
                  <a:pt x="1557426" y="62395"/>
                </a:lnTo>
                <a:lnTo>
                  <a:pt x="1557540" y="217932"/>
                </a:lnTo>
                <a:lnTo>
                  <a:pt x="1533791" y="238874"/>
                </a:lnTo>
                <a:lnTo>
                  <a:pt x="1508201" y="258508"/>
                </a:lnTo>
                <a:lnTo>
                  <a:pt x="1480591" y="277304"/>
                </a:lnTo>
                <a:lnTo>
                  <a:pt x="1450860" y="295656"/>
                </a:lnTo>
                <a:lnTo>
                  <a:pt x="1452384" y="301752"/>
                </a:lnTo>
                <a:lnTo>
                  <a:pt x="1481239" y="288823"/>
                </a:lnTo>
                <a:lnTo>
                  <a:pt x="1508391" y="274891"/>
                </a:lnTo>
                <a:lnTo>
                  <a:pt x="1533817" y="259537"/>
                </a:lnTo>
                <a:lnTo>
                  <a:pt x="1557540" y="242316"/>
                </a:lnTo>
                <a:lnTo>
                  <a:pt x="1557655" y="349758"/>
                </a:lnTo>
                <a:lnTo>
                  <a:pt x="1560131" y="366128"/>
                </a:lnTo>
                <a:lnTo>
                  <a:pt x="1568018" y="378523"/>
                </a:lnTo>
                <a:lnTo>
                  <a:pt x="1581327" y="386080"/>
                </a:lnTo>
                <a:lnTo>
                  <a:pt x="1600212" y="388620"/>
                </a:lnTo>
                <a:lnTo>
                  <a:pt x="1693176" y="388620"/>
                </a:lnTo>
                <a:lnTo>
                  <a:pt x="1709178" y="386651"/>
                </a:lnTo>
                <a:lnTo>
                  <a:pt x="1722894" y="380809"/>
                </a:lnTo>
                <a:lnTo>
                  <a:pt x="1734324" y="371271"/>
                </a:lnTo>
                <a:lnTo>
                  <a:pt x="1738147" y="365760"/>
                </a:lnTo>
                <a:lnTo>
                  <a:pt x="1743468" y="358140"/>
                </a:lnTo>
                <a:close/>
              </a:path>
              <a:path w="2188845" h="411479">
                <a:moveTo>
                  <a:pt x="1970544" y="77736"/>
                </a:moveTo>
                <a:lnTo>
                  <a:pt x="1941588" y="53352"/>
                </a:lnTo>
                <a:lnTo>
                  <a:pt x="1927872" y="70116"/>
                </a:lnTo>
                <a:lnTo>
                  <a:pt x="1790712" y="70116"/>
                </a:lnTo>
                <a:lnTo>
                  <a:pt x="1805952" y="86880"/>
                </a:lnTo>
                <a:lnTo>
                  <a:pt x="1815376" y="83997"/>
                </a:lnTo>
                <a:lnTo>
                  <a:pt x="1825383" y="82118"/>
                </a:lnTo>
                <a:lnTo>
                  <a:pt x="1835950" y="81089"/>
                </a:lnTo>
                <a:lnTo>
                  <a:pt x="1847100" y="80784"/>
                </a:lnTo>
                <a:lnTo>
                  <a:pt x="1927872" y="80784"/>
                </a:lnTo>
                <a:lnTo>
                  <a:pt x="1917865" y="115646"/>
                </a:lnTo>
                <a:lnTo>
                  <a:pt x="1908441" y="147078"/>
                </a:lnTo>
                <a:lnTo>
                  <a:pt x="1899577" y="175082"/>
                </a:lnTo>
                <a:lnTo>
                  <a:pt x="1891296" y="199656"/>
                </a:lnTo>
                <a:lnTo>
                  <a:pt x="1815096" y="114312"/>
                </a:lnTo>
                <a:lnTo>
                  <a:pt x="1809000" y="118884"/>
                </a:lnTo>
                <a:lnTo>
                  <a:pt x="1822145" y="136309"/>
                </a:lnTo>
                <a:lnTo>
                  <a:pt x="1838718" y="158889"/>
                </a:lnTo>
                <a:lnTo>
                  <a:pt x="1858721" y="186601"/>
                </a:lnTo>
                <a:lnTo>
                  <a:pt x="1882152" y="219468"/>
                </a:lnTo>
                <a:lnTo>
                  <a:pt x="1873529" y="236918"/>
                </a:lnTo>
                <a:lnTo>
                  <a:pt x="1851710" y="274116"/>
                </a:lnTo>
                <a:lnTo>
                  <a:pt x="1823097" y="313880"/>
                </a:lnTo>
                <a:lnTo>
                  <a:pt x="1793379" y="348792"/>
                </a:lnTo>
                <a:lnTo>
                  <a:pt x="1778520" y="364248"/>
                </a:lnTo>
                <a:lnTo>
                  <a:pt x="1780044" y="373392"/>
                </a:lnTo>
                <a:lnTo>
                  <a:pt x="1819287" y="339102"/>
                </a:lnTo>
                <a:lnTo>
                  <a:pt x="1851672" y="304812"/>
                </a:lnTo>
                <a:lnTo>
                  <a:pt x="1876628" y="272808"/>
                </a:lnTo>
                <a:lnTo>
                  <a:pt x="1895868" y="240804"/>
                </a:lnTo>
                <a:lnTo>
                  <a:pt x="1906435" y="265061"/>
                </a:lnTo>
                <a:lnTo>
                  <a:pt x="1915299" y="287477"/>
                </a:lnTo>
                <a:lnTo>
                  <a:pt x="1922437" y="307873"/>
                </a:lnTo>
                <a:lnTo>
                  <a:pt x="1927872" y="326148"/>
                </a:lnTo>
                <a:lnTo>
                  <a:pt x="1930412" y="339267"/>
                </a:lnTo>
                <a:lnTo>
                  <a:pt x="1933384" y="348792"/>
                </a:lnTo>
                <a:lnTo>
                  <a:pt x="1936648" y="354647"/>
                </a:lnTo>
                <a:lnTo>
                  <a:pt x="1940064" y="356628"/>
                </a:lnTo>
                <a:lnTo>
                  <a:pt x="1941588" y="356628"/>
                </a:lnTo>
                <a:lnTo>
                  <a:pt x="1943112" y="353580"/>
                </a:lnTo>
                <a:lnTo>
                  <a:pt x="1947684" y="350532"/>
                </a:lnTo>
                <a:lnTo>
                  <a:pt x="1952256" y="345960"/>
                </a:lnTo>
                <a:lnTo>
                  <a:pt x="1953780" y="338340"/>
                </a:lnTo>
                <a:lnTo>
                  <a:pt x="1953895" y="326148"/>
                </a:lnTo>
                <a:lnTo>
                  <a:pt x="1954110" y="320903"/>
                </a:lnTo>
                <a:lnTo>
                  <a:pt x="1942541" y="279679"/>
                </a:lnTo>
                <a:lnTo>
                  <a:pt x="1921967" y="243535"/>
                </a:lnTo>
                <a:lnTo>
                  <a:pt x="1920201" y="240804"/>
                </a:lnTo>
                <a:lnTo>
                  <a:pt x="1906536" y="219468"/>
                </a:lnTo>
                <a:lnTo>
                  <a:pt x="1914906" y="199656"/>
                </a:lnTo>
                <a:lnTo>
                  <a:pt x="1917979" y="192392"/>
                </a:lnTo>
                <a:lnTo>
                  <a:pt x="1929587" y="161747"/>
                </a:lnTo>
                <a:lnTo>
                  <a:pt x="1941461" y="127952"/>
                </a:lnTo>
                <a:lnTo>
                  <a:pt x="1953780" y="91452"/>
                </a:lnTo>
                <a:lnTo>
                  <a:pt x="1966810" y="80784"/>
                </a:lnTo>
                <a:lnTo>
                  <a:pt x="1970544" y="77736"/>
                </a:lnTo>
                <a:close/>
              </a:path>
              <a:path w="2188845" h="411479">
                <a:moveTo>
                  <a:pt x="2034552" y="240804"/>
                </a:moveTo>
                <a:lnTo>
                  <a:pt x="2012264" y="195465"/>
                </a:lnTo>
                <a:lnTo>
                  <a:pt x="1982736" y="169176"/>
                </a:lnTo>
                <a:lnTo>
                  <a:pt x="1978164" y="173748"/>
                </a:lnTo>
                <a:lnTo>
                  <a:pt x="1989328" y="195745"/>
                </a:lnTo>
                <a:lnTo>
                  <a:pt x="1997786" y="216039"/>
                </a:lnTo>
                <a:lnTo>
                  <a:pt x="2003666" y="234607"/>
                </a:lnTo>
                <a:lnTo>
                  <a:pt x="2007120" y="251472"/>
                </a:lnTo>
                <a:lnTo>
                  <a:pt x="2008543" y="262343"/>
                </a:lnTo>
                <a:lnTo>
                  <a:pt x="2010549" y="269951"/>
                </a:lnTo>
                <a:lnTo>
                  <a:pt x="2013115" y="274396"/>
                </a:lnTo>
                <a:lnTo>
                  <a:pt x="2016264" y="275856"/>
                </a:lnTo>
                <a:lnTo>
                  <a:pt x="2017788" y="275856"/>
                </a:lnTo>
                <a:lnTo>
                  <a:pt x="2034209" y="246748"/>
                </a:lnTo>
                <a:lnTo>
                  <a:pt x="2034552" y="240804"/>
                </a:lnTo>
                <a:close/>
              </a:path>
              <a:path w="2188845" h="411479">
                <a:moveTo>
                  <a:pt x="2188476" y="132600"/>
                </a:moveTo>
                <a:lnTo>
                  <a:pt x="2154948" y="100596"/>
                </a:lnTo>
                <a:lnTo>
                  <a:pt x="2132088" y="123456"/>
                </a:lnTo>
                <a:lnTo>
                  <a:pt x="2113800" y="123456"/>
                </a:lnTo>
                <a:lnTo>
                  <a:pt x="2113800" y="44208"/>
                </a:lnTo>
                <a:lnTo>
                  <a:pt x="2129040" y="30492"/>
                </a:lnTo>
                <a:lnTo>
                  <a:pt x="2087892" y="9156"/>
                </a:lnTo>
                <a:lnTo>
                  <a:pt x="2088769" y="21158"/>
                </a:lnTo>
                <a:lnTo>
                  <a:pt x="2089226" y="34302"/>
                </a:lnTo>
                <a:lnTo>
                  <a:pt x="2089340" y="44208"/>
                </a:lnTo>
                <a:lnTo>
                  <a:pt x="2089416" y="123456"/>
                </a:lnTo>
                <a:lnTo>
                  <a:pt x="1950732" y="123456"/>
                </a:lnTo>
                <a:lnTo>
                  <a:pt x="1965972" y="138696"/>
                </a:lnTo>
                <a:lnTo>
                  <a:pt x="1975396" y="136448"/>
                </a:lnTo>
                <a:lnTo>
                  <a:pt x="1985403" y="134505"/>
                </a:lnTo>
                <a:lnTo>
                  <a:pt x="1995970" y="133121"/>
                </a:lnTo>
                <a:lnTo>
                  <a:pt x="2007120" y="132600"/>
                </a:lnTo>
                <a:lnTo>
                  <a:pt x="2089416" y="132600"/>
                </a:lnTo>
                <a:lnTo>
                  <a:pt x="2089416" y="358152"/>
                </a:lnTo>
                <a:lnTo>
                  <a:pt x="2084844" y="364248"/>
                </a:lnTo>
                <a:lnTo>
                  <a:pt x="2077224" y="364248"/>
                </a:lnTo>
                <a:lnTo>
                  <a:pt x="2068931" y="364578"/>
                </a:lnTo>
                <a:lnTo>
                  <a:pt x="2055507" y="363486"/>
                </a:lnTo>
                <a:lnTo>
                  <a:pt x="2036927" y="361238"/>
                </a:lnTo>
                <a:lnTo>
                  <a:pt x="2013216" y="358152"/>
                </a:lnTo>
                <a:lnTo>
                  <a:pt x="2013216" y="365772"/>
                </a:lnTo>
                <a:lnTo>
                  <a:pt x="2040331" y="376288"/>
                </a:lnTo>
                <a:lnTo>
                  <a:pt x="2059889" y="387108"/>
                </a:lnTo>
                <a:lnTo>
                  <a:pt x="2071712" y="397916"/>
                </a:lnTo>
                <a:lnTo>
                  <a:pt x="2075700" y="408444"/>
                </a:lnTo>
                <a:lnTo>
                  <a:pt x="2092579" y="399580"/>
                </a:lnTo>
                <a:lnTo>
                  <a:pt x="2104466" y="389013"/>
                </a:lnTo>
                <a:lnTo>
                  <a:pt x="2111489" y="376720"/>
                </a:lnTo>
                <a:lnTo>
                  <a:pt x="2113483" y="364578"/>
                </a:lnTo>
                <a:lnTo>
                  <a:pt x="2113673" y="363486"/>
                </a:lnTo>
                <a:lnTo>
                  <a:pt x="2113800" y="132600"/>
                </a:lnTo>
                <a:lnTo>
                  <a:pt x="2188476" y="13260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" name="object 34"/>
          <p:cNvSpPr/>
          <p:nvPr/>
        </p:nvSpPr>
        <p:spPr>
          <a:xfrm>
            <a:off x="7068311" y="3026664"/>
            <a:ext cx="325120" cy="398145"/>
          </a:xfrm>
          <a:custGeom>
            <a:avLst/>
            <a:gdLst/>
            <a:ahLst/>
            <a:cxnLst/>
            <a:rect l="l" t="t" r="r" b="b"/>
            <a:pathLst>
              <a:path w="325120" h="398145">
                <a:moveTo>
                  <a:pt x="74676" y="85344"/>
                </a:moveTo>
                <a:lnTo>
                  <a:pt x="68580" y="85344"/>
                </a:lnTo>
                <a:lnTo>
                  <a:pt x="64008" y="80772"/>
                </a:lnTo>
                <a:lnTo>
                  <a:pt x="62484" y="70104"/>
                </a:lnTo>
                <a:lnTo>
                  <a:pt x="56792" y="55768"/>
                </a:lnTo>
                <a:lnTo>
                  <a:pt x="48958" y="40005"/>
                </a:lnTo>
                <a:lnTo>
                  <a:pt x="39123" y="22526"/>
                </a:lnTo>
                <a:lnTo>
                  <a:pt x="27432" y="3048"/>
                </a:lnTo>
                <a:lnTo>
                  <a:pt x="32004" y="0"/>
                </a:lnTo>
                <a:lnTo>
                  <a:pt x="72080" y="25503"/>
                </a:lnTo>
                <a:lnTo>
                  <a:pt x="89916" y="48768"/>
                </a:lnTo>
                <a:lnTo>
                  <a:pt x="89916" y="59436"/>
                </a:lnTo>
                <a:lnTo>
                  <a:pt x="88392" y="67056"/>
                </a:lnTo>
                <a:lnTo>
                  <a:pt x="79248" y="82296"/>
                </a:lnTo>
                <a:lnTo>
                  <a:pt x="74676" y="85344"/>
                </a:lnTo>
                <a:close/>
              </a:path>
              <a:path w="325120" h="398145">
                <a:moveTo>
                  <a:pt x="146304" y="60960"/>
                </a:moveTo>
                <a:lnTo>
                  <a:pt x="129540" y="45720"/>
                </a:lnTo>
                <a:lnTo>
                  <a:pt x="281940" y="45720"/>
                </a:lnTo>
                <a:lnTo>
                  <a:pt x="295656" y="24384"/>
                </a:lnTo>
                <a:lnTo>
                  <a:pt x="324612" y="48768"/>
                </a:lnTo>
                <a:lnTo>
                  <a:pt x="316145" y="56388"/>
                </a:lnTo>
                <a:lnTo>
                  <a:pt x="187452" y="56388"/>
                </a:lnTo>
                <a:lnTo>
                  <a:pt x="176307" y="56673"/>
                </a:lnTo>
                <a:lnTo>
                  <a:pt x="165735" y="57531"/>
                </a:lnTo>
                <a:lnTo>
                  <a:pt x="155733" y="58959"/>
                </a:lnTo>
                <a:lnTo>
                  <a:pt x="146304" y="60960"/>
                </a:lnTo>
                <a:close/>
              </a:path>
              <a:path w="325120" h="398145">
                <a:moveTo>
                  <a:pt x="308492" y="353568"/>
                </a:moveTo>
                <a:lnTo>
                  <a:pt x="263652" y="353568"/>
                </a:lnTo>
                <a:lnTo>
                  <a:pt x="272534" y="353568"/>
                </a:lnTo>
                <a:lnTo>
                  <a:pt x="278701" y="351282"/>
                </a:lnTo>
                <a:lnTo>
                  <a:pt x="282297" y="346710"/>
                </a:lnTo>
                <a:lnTo>
                  <a:pt x="283464" y="339852"/>
                </a:lnTo>
                <a:lnTo>
                  <a:pt x="283464" y="56388"/>
                </a:lnTo>
                <a:lnTo>
                  <a:pt x="316145" y="56388"/>
                </a:lnTo>
                <a:lnTo>
                  <a:pt x="309372" y="62484"/>
                </a:lnTo>
                <a:lnTo>
                  <a:pt x="309372" y="344424"/>
                </a:lnTo>
                <a:lnTo>
                  <a:pt x="308492" y="353568"/>
                </a:lnTo>
                <a:close/>
              </a:path>
              <a:path w="325120" h="398145">
                <a:moveTo>
                  <a:pt x="0" y="397763"/>
                </a:moveTo>
                <a:lnTo>
                  <a:pt x="238" y="359211"/>
                </a:lnTo>
                <a:lnTo>
                  <a:pt x="1244" y="274319"/>
                </a:lnTo>
                <a:lnTo>
                  <a:pt x="1344" y="258508"/>
                </a:lnTo>
                <a:lnTo>
                  <a:pt x="1451" y="161544"/>
                </a:lnTo>
                <a:lnTo>
                  <a:pt x="1328" y="132588"/>
                </a:lnTo>
                <a:lnTo>
                  <a:pt x="881" y="100107"/>
                </a:lnTo>
                <a:lnTo>
                  <a:pt x="0" y="74676"/>
                </a:lnTo>
                <a:lnTo>
                  <a:pt x="42672" y="99060"/>
                </a:lnTo>
                <a:lnTo>
                  <a:pt x="27432" y="109728"/>
                </a:lnTo>
                <a:lnTo>
                  <a:pt x="27432" y="385572"/>
                </a:lnTo>
                <a:lnTo>
                  <a:pt x="0" y="397763"/>
                </a:lnTo>
                <a:close/>
              </a:path>
              <a:path w="325120" h="398145">
                <a:moveTo>
                  <a:pt x="236873" y="150876"/>
                </a:moveTo>
                <a:lnTo>
                  <a:pt x="201168" y="150876"/>
                </a:lnTo>
                <a:lnTo>
                  <a:pt x="213360" y="132588"/>
                </a:lnTo>
                <a:lnTo>
                  <a:pt x="236873" y="150876"/>
                </a:lnTo>
                <a:close/>
              </a:path>
              <a:path w="325120" h="398145">
                <a:moveTo>
                  <a:pt x="80772" y="307848"/>
                </a:moveTo>
                <a:lnTo>
                  <a:pt x="81891" y="282392"/>
                </a:lnTo>
                <a:lnTo>
                  <a:pt x="82867" y="258508"/>
                </a:lnTo>
                <a:lnTo>
                  <a:pt x="83558" y="236053"/>
                </a:lnTo>
                <a:lnTo>
                  <a:pt x="83820" y="214884"/>
                </a:lnTo>
                <a:lnTo>
                  <a:pt x="83558" y="194548"/>
                </a:lnTo>
                <a:lnTo>
                  <a:pt x="82867" y="174498"/>
                </a:lnTo>
                <a:lnTo>
                  <a:pt x="81862" y="153924"/>
                </a:lnTo>
                <a:lnTo>
                  <a:pt x="80772" y="134112"/>
                </a:lnTo>
                <a:lnTo>
                  <a:pt x="108204" y="150876"/>
                </a:lnTo>
                <a:lnTo>
                  <a:pt x="236873" y="150876"/>
                </a:lnTo>
                <a:lnTo>
                  <a:pt x="240792" y="153924"/>
                </a:lnTo>
                <a:lnTo>
                  <a:pt x="232219" y="161544"/>
                </a:lnTo>
                <a:lnTo>
                  <a:pt x="108204" y="161544"/>
                </a:lnTo>
                <a:lnTo>
                  <a:pt x="108204" y="265176"/>
                </a:lnTo>
                <a:lnTo>
                  <a:pt x="227801" y="265176"/>
                </a:lnTo>
                <a:lnTo>
                  <a:pt x="228203" y="274319"/>
                </a:lnTo>
                <a:lnTo>
                  <a:pt x="108204" y="274319"/>
                </a:lnTo>
                <a:lnTo>
                  <a:pt x="108204" y="297180"/>
                </a:lnTo>
                <a:lnTo>
                  <a:pt x="80772" y="307848"/>
                </a:lnTo>
                <a:close/>
              </a:path>
              <a:path w="325120" h="398145">
                <a:moveTo>
                  <a:pt x="227801" y="265176"/>
                </a:moveTo>
                <a:lnTo>
                  <a:pt x="202692" y="265176"/>
                </a:lnTo>
                <a:lnTo>
                  <a:pt x="202692" y="161544"/>
                </a:lnTo>
                <a:lnTo>
                  <a:pt x="232219" y="161544"/>
                </a:lnTo>
                <a:lnTo>
                  <a:pt x="227076" y="166116"/>
                </a:lnTo>
                <a:lnTo>
                  <a:pt x="227076" y="245364"/>
                </a:lnTo>
                <a:lnTo>
                  <a:pt x="227314" y="255079"/>
                </a:lnTo>
                <a:lnTo>
                  <a:pt x="227801" y="265176"/>
                </a:lnTo>
                <a:close/>
              </a:path>
              <a:path w="325120" h="398145">
                <a:moveTo>
                  <a:pt x="202692" y="301752"/>
                </a:moveTo>
                <a:lnTo>
                  <a:pt x="202692" y="274319"/>
                </a:lnTo>
                <a:lnTo>
                  <a:pt x="228203" y="274319"/>
                </a:lnTo>
                <a:lnTo>
                  <a:pt x="228361" y="277939"/>
                </a:lnTo>
                <a:lnTo>
                  <a:pt x="228600" y="291083"/>
                </a:lnTo>
                <a:lnTo>
                  <a:pt x="202692" y="301752"/>
                </a:lnTo>
                <a:close/>
              </a:path>
              <a:path w="325120" h="398145">
                <a:moveTo>
                  <a:pt x="265176" y="397763"/>
                </a:moveTo>
                <a:lnTo>
                  <a:pt x="261485" y="383809"/>
                </a:lnTo>
                <a:lnTo>
                  <a:pt x="250507" y="371856"/>
                </a:lnTo>
                <a:lnTo>
                  <a:pt x="232386" y="362188"/>
                </a:lnTo>
                <a:lnTo>
                  <a:pt x="207264" y="355092"/>
                </a:lnTo>
                <a:lnTo>
                  <a:pt x="207264" y="347472"/>
                </a:lnTo>
                <a:lnTo>
                  <a:pt x="224647" y="349496"/>
                </a:lnTo>
                <a:lnTo>
                  <a:pt x="263652" y="353568"/>
                </a:lnTo>
                <a:lnTo>
                  <a:pt x="308492" y="353568"/>
                </a:lnTo>
                <a:lnTo>
                  <a:pt x="307395" y="364974"/>
                </a:lnTo>
                <a:lnTo>
                  <a:pt x="299275" y="380809"/>
                </a:lnTo>
                <a:lnTo>
                  <a:pt x="285154" y="391787"/>
                </a:lnTo>
                <a:lnTo>
                  <a:pt x="265176" y="39776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" name="object 35"/>
          <p:cNvSpPr/>
          <p:nvPr/>
        </p:nvSpPr>
        <p:spPr>
          <a:xfrm>
            <a:off x="7463028" y="3034283"/>
            <a:ext cx="405765" cy="393700"/>
          </a:xfrm>
          <a:custGeom>
            <a:avLst/>
            <a:gdLst/>
            <a:ahLst/>
            <a:cxnLst/>
            <a:rect l="l" t="t" r="r" b="b"/>
            <a:pathLst>
              <a:path w="405765" h="393700">
                <a:moveTo>
                  <a:pt x="216408" y="36576"/>
                </a:moveTo>
                <a:lnTo>
                  <a:pt x="201168" y="19812"/>
                </a:lnTo>
                <a:lnTo>
                  <a:pt x="352044" y="19812"/>
                </a:lnTo>
                <a:lnTo>
                  <a:pt x="373380" y="0"/>
                </a:lnTo>
                <a:lnTo>
                  <a:pt x="400812" y="30480"/>
                </a:lnTo>
                <a:lnTo>
                  <a:pt x="259080" y="30480"/>
                </a:lnTo>
                <a:lnTo>
                  <a:pt x="247911" y="30789"/>
                </a:lnTo>
                <a:lnTo>
                  <a:pt x="237172" y="31813"/>
                </a:lnTo>
                <a:lnTo>
                  <a:pt x="226718" y="33694"/>
                </a:lnTo>
                <a:lnTo>
                  <a:pt x="216408" y="36576"/>
                </a:lnTo>
                <a:close/>
              </a:path>
              <a:path w="405765" h="393700">
                <a:moveTo>
                  <a:pt x="186472" y="18288"/>
                </a:moveTo>
                <a:lnTo>
                  <a:pt x="153924" y="18288"/>
                </a:lnTo>
                <a:lnTo>
                  <a:pt x="166116" y="1524"/>
                </a:lnTo>
                <a:lnTo>
                  <a:pt x="186472" y="18288"/>
                </a:lnTo>
                <a:close/>
              </a:path>
              <a:path w="405765" h="393700">
                <a:moveTo>
                  <a:pt x="51816" y="167640"/>
                </a:moveTo>
                <a:lnTo>
                  <a:pt x="52697" y="147923"/>
                </a:lnTo>
                <a:lnTo>
                  <a:pt x="53149" y="127635"/>
                </a:lnTo>
                <a:lnTo>
                  <a:pt x="53249" y="55626"/>
                </a:lnTo>
                <a:lnTo>
                  <a:pt x="53149" y="43243"/>
                </a:lnTo>
                <a:lnTo>
                  <a:pt x="52697" y="23407"/>
                </a:lnTo>
                <a:lnTo>
                  <a:pt x="51816" y="4572"/>
                </a:lnTo>
                <a:lnTo>
                  <a:pt x="76200" y="18288"/>
                </a:lnTo>
                <a:lnTo>
                  <a:pt x="186472" y="18288"/>
                </a:lnTo>
                <a:lnTo>
                  <a:pt x="192024" y="22860"/>
                </a:lnTo>
                <a:lnTo>
                  <a:pt x="183896" y="28956"/>
                </a:lnTo>
                <a:lnTo>
                  <a:pt x="76200" y="28956"/>
                </a:lnTo>
                <a:lnTo>
                  <a:pt x="76200" y="79248"/>
                </a:lnTo>
                <a:lnTo>
                  <a:pt x="180222" y="79248"/>
                </a:lnTo>
                <a:lnTo>
                  <a:pt x="180393" y="89916"/>
                </a:lnTo>
                <a:lnTo>
                  <a:pt x="76200" y="89916"/>
                </a:lnTo>
                <a:lnTo>
                  <a:pt x="76200" y="138684"/>
                </a:lnTo>
                <a:lnTo>
                  <a:pt x="181209" y="138684"/>
                </a:lnTo>
                <a:lnTo>
                  <a:pt x="181323" y="149352"/>
                </a:lnTo>
                <a:lnTo>
                  <a:pt x="76200" y="149352"/>
                </a:lnTo>
                <a:lnTo>
                  <a:pt x="76200" y="160020"/>
                </a:lnTo>
                <a:lnTo>
                  <a:pt x="51816" y="167640"/>
                </a:lnTo>
                <a:close/>
              </a:path>
              <a:path w="405765" h="393700">
                <a:moveTo>
                  <a:pt x="180222" y="79248"/>
                </a:moveTo>
                <a:lnTo>
                  <a:pt x="156972" y="79248"/>
                </a:lnTo>
                <a:lnTo>
                  <a:pt x="156972" y="28956"/>
                </a:lnTo>
                <a:lnTo>
                  <a:pt x="183896" y="28956"/>
                </a:lnTo>
                <a:lnTo>
                  <a:pt x="179832" y="32004"/>
                </a:lnTo>
                <a:lnTo>
                  <a:pt x="180070" y="69675"/>
                </a:lnTo>
                <a:lnTo>
                  <a:pt x="180222" y="79248"/>
                </a:lnTo>
                <a:close/>
              </a:path>
              <a:path w="405765" h="393700">
                <a:moveTo>
                  <a:pt x="278892" y="80772"/>
                </a:moveTo>
                <a:lnTo>
                  <a:pt x="271272" y="80772"/>
                </a:lnTo>
                <a:lnTo>
                  <a:pt x="274391" y="68199"/>
                </a:lnTo>
                <a:lnTo>
                  <a:pt x="276796" y="55626"/>
                </a:lnTo>
                <a:lnTo>
                  <a:pt x="278344" y="43053"/>
                </a:lnTo>
                <a:lnTo>
                  <a:pt x="278892" y="30480"/>
                </a:lnTo>
                <a:lnTo>
                  <a:pt x="309372" y="30480"/>
                </a:lnTo>
                <a:lnTo>
                  <a:pt x="298132" y="48768"/>
                </a:lnTo>
                <a:lnTo>
                  <a:pt x="289440" y="63055"/>
                </a:lnTo>
                <a:lnTo>
                  <a:pt x="278892" y="80772"/>
                </a:lnTo>
                <a:close/>
              </a:path>
              <a:path w="405765" h="393700">
                <a:moveTo>
                  <a:pt x="378069" y="80772"/>
                </a:moveTo>
                <a:lnTo>
                  <a:pt x="345948" y="80772"/>
                </a:lnTo>
                <a:lnTo>
                  <a:pt x="358140" y="65532"/>
                </a:lnTo>
                <a:lnTo>
                  <a:pt x="378069" y="80772"/>
                </a:lnTo>
                <a:close/>
              </a:path>
              <a:path w="405765" h="393700">
                <a:moveTo>
                  <a:pt x="224028" y="249936"/>
                </a:moveTo>
                <a:lnTo>
                  <a:pt x="224909" y="230743"/>
                </a:lnTo>
                <a:lnTo>
                  <a:pt x="225324" y="211264"/>
                </a:lnTo>
                <a:lnTo>
                  <a:pt x="225410" y="202692"/>
                </a:lnTo>
                <a:lnTo>
                  <a:pt x="225532" y="138684"/>
                </a:lnTo>
                <a:lnTo>
                  <a:pt x="225408" y="117348"/>
                </a:lnTo>
                <a:lnTo>
                  <a:pt x="225282" y="106775"/>
                </a:lnTo>
                <a:lnTo>
                  <a:pt x="224909" y="88225"/>
                </a:lnTo>
                <a:lnTo>
                  <a:pt x="224028" y="67056"/>
                </a:lnTo>
                <a:lnTo>
                  <a:pt x="248412" y="80772"/>
                </a:lnTo>
                <a:lnTo>
                  <a:pt x="378069" y="80772"/>
                </a:lnTo>
                <a:lnTo>
                  <a:pt x="384048" y="85344"/>
                </a:lnTo>
                <a:lnTo>
                  <a:pt x="375920" y="91440"/>
                </a:lnTo>
                <a:lnTo>
                  <a:pt x="248412" y="91440"/>
                </a:lnTo>
                <a:lnTo>
                  <a:pt x="248412" y="236220"/>
                </a:lnTo>
                <a:lnTo>
                  <a:pt x="224028" y="249936"/>
                </a:lnTo>
                <a:close/>
              </a:path>
              <a:path w="405765" h="393700">
                <a:moveTo>
                  <a:pt x="181209" y="138684"/>
                </a:moveTo>
                <a:lnTo>
                  <a:pt x="156972" y="138684"/>
                </a:lnTo>
                <a:lnTo>
                  <a:pt x="156972" y="89916"/>
                </a:lnTo>
                <a:lnTo>
                  <a:pt x="180393" y="89916"/>
                </a:lnTo>
                <a:lnTo>
                  <a:pt x="181070" y="127635"/>
                </a:lnTo>
                <a:lnTo>
                  <a:pt x="181209" y="138684"/>
                </a:lnTo>
                <a:close/>
              </a:path>
              <a:path w="405765" h="393700">
                <a:moveTo>
                  <a:pt x="348996" y="245363"/>
                </a:moveTo>
                <a:lnTo>
                  <a:pt x="348996" y="91440"/>
                </a:lnTo>
                <a:lnTo>
                  <a:pt x="375920" y="91440"/>
                </a:lnTo>
                <a:lnTo>
                  <a:pt x="371856" y="94488"/>
                </a:lnTo>
                <a:lnTo>
                  <a:pt x="371908" y="188928"/>
                </a:lnTo>
                <a:lnTo>
                  <a:pt x="372035" y="198120"/>
                </a:lnTo>
                <a:lnTo>
                  <a:pt x="372525" y="214884"/>
                </a:lnTo>
                <a:lnTo>
                  <a:pt x="373380" y="233172"/>
                </a:lnTo>
                <a:lnTo>
                  <a:pt x="348996" y="245363"/>
                </a:lnTo>
                <a:close/>
              </a:path>
              <a:path w="405765" h="393700">
                <a:moveTo>
                  <a:pt x="190500" y="345948"/>
                </a:moveTo>
                <a:lnTo>
                  <a:pt x="187452" y="339852"/>
                </a:lnTo>
                <a:lnTo>
                  <a:pt x="211502" y="326112"/>
                </a:lnTo>
                <a:lnTo>
                  <a:pt x="231267" y="312229"/>
                </a:lnTo>
                <a:lnTo>
                  <a:pt x="259080" y="283463"/>
                </a:lnTo>
                <a:lnTo>
                  <a:pt x="279654" y="231171"/>
                </a:lnTo>
                <a:lnTo>
                  <a:pt x="282821" y="188928"/>
                </a:lnTo>
                <a:lnTo>
                  <a:pt x="283464" y="117348"/>
                </a:lnTo>
                <a:lnTo>
                  <a:pt x="321564" y="137160"/>
                </a:lnTo>
                <a:lnTo>
                  <a:pt x="307848" y="149352"/>
                </a:lnTo>
                <a:lnTo>
                  <a:pt x="307276" y="183094"/>
                </a:lnTo>
                <a:lnTo>
                  <a:pt x="305562" y="211264"/>
                </a:lnTo>
                <a:lnTo>
                  <a:pt x="298704" y="251460"/>
                </a:lnTo>
                <a:lnTo>
                  <a:pt x="276629" y="291322"/>
                </a:lnTo>
                <a:lnTo>
                  <a:pt x="233552" y="326326"/>
                </a:lnTo>
                <a:lnTo>
                  <a:pt x="213312" y="336494"/>
                </a:lnTo>
                <a:lnTo>
                  <a:pt x="190500" y="345948"/>
                </a:lnTo>
                <a:close/>
              </a:path>
              <a:path w="405765" h="393700">
                <a:moveTo>
                  <a:pt x="156972" y="164592"/>
                </a:moveTo>
                <a:lnTo>
                  <a:pt x="156972" y="149352"/>
                </a:lnTo>
                <a:lnTo>
                  <a:pt x="181323" y="149352"/>
                </a:lnTo>
                <a:lnTo>
                  <a:pt x="181356" y="152400"/>
                </a:lnTo>
                <a:lnTo>
                  <a:pt x="156972" y="164592"/>
                </a:lnTo>
                <a:close/>
              </a:path>
              <a:path w="405765" h="393700">
                <a:moveTo>
                  <a:pt x="28956" y="202692"/>
                </a:moveTo>
                <a:lnTo>
                  <a:pt x="13716" y="187451"/>
                </a:lnTo>
                <a:lnTo>
                  <a:pt x="166116" y="187451"/>
                </a:lnTo>
                <a:lnTo>
                  <a:pt x="187452" y="166116"/>
                </a:lnTo>
                <a:lnTo>
                  <a:pt x="214884" y="198120"/>
                </a:lnTo>
                <a:lnTo>
                  <a:pt x="70104" y="198120"/>
                </a:lnTo>
                <a:lnTo>
                  <a:pt x="59602" y="198405"/>
                </a:lnTo>
                <a:lnTo>
                  <a:pt x="48958" y="199263"/>
                </a:lnTo>
                <a:lnTo>
                  <a:pt x="38600" y="200691"/>
                </a:lnTo>
                <a:lnTo>
                  <a:pt x="28956" y="202692"/>
                </a:lnTo>
                <a:close/>
              </a:path>
              <a:path w="405765" h="393700">
                <a:moveTo>
                  <a:pt x="129540" y="330708"/>
                </a:moveTo>
                <a:lnTo>
                  <a:pt x="106680" y="330708"/>
                </a:lnTo>
                <a:lnTo>
                  <a:pt x="106680" y="198120"/>
                </a:lnTo>
                <a:lnTo>
                  <a:pt x="129540" y="198120"/>
                </a:lnTo>
                <a:lnTo>
                  <a:pt x="129540" y="259080"/>
                </a:lnTo>
                <a:lnTo>
                  <a:pt x="199186" y="259080"/>
                </a:lnTo>
                <a:lnTo>
                  <a:pt x="208788" y="269748"/>
                </a:lnTo>
                <a:lnTo>
                  <a:pt x="129540" y="269748"/>
                </a:lnTo>
                <a:lnTo>
                  <a:pt x="129540" y="330708"/>
                </a:lnTo>
                <a:close/>
              </a:path>
              <a:path w="405765" h="393700">
                <a:moveTo>
                  <a:pt x="4572" y="393192"/>
                </a:moveTo>
                <a:lnTo>
                  <a:pt x="0" y="388619"/>
                </a:lnTo>
                <a:lnTo>
                  <a:pt x="9715" y="369712"/>
                </a:lnTo>
                <a:lnTo>
                  <a:pt x="18288" y="349377"/>
                </a:lnTo>
                <a:lnTo>
                  <a:pt x="32004" y="303275"/>
                </a:lnTo>
                <a:lnTo>
                  <a:pt x="40386" y="256222"/>
                </a:lnTo>
                <a:lnTo>
                  <a:pt x="44196" y="214884"/>
                </a:lnTo>
                <a:lnTo>
                  <a:pt x="79248" y="233172"/>
                </a:lnTo>
                <a:lnTo>
                  <a:pt x="72699" y="238291"/>
                </a:lnTo>
                <a:lnTo>
                  <a:pt x="66865" y="248983"/>
                </a:lnTo>
                <a:lnTo>
                  <a:pt x="61884" y="265128"/>
                </a:lnTo>
                <a:lnTo>
                  <a:pt x="57912" y="286512"/>
                </a:lnTo>
                <a:lnTo>
                  <a:pt x="67315" y="297180"/>
                </a:lnTo>
                <a:lnTo>
                  <a:pt x="54864" y="297180"/>
                </a:lnTo>
                <a:lnTo>
                  <a:pt x="44005" y="326326"/>
                </a:lnTo>
                <a:lnTo>
                  <a:pt x="32004" y="352044"/>
                </a:lnTo>
                <a:lnTo>
                  <a:pt x="18859" y="374332"/>
                </a:lnTo>
                <a:lnTo>
                  <a:pt x="4572" y="393192"/>
                </a:lnTo>
                <a:close/>
              </a:path>
              <a:path w="405765" h="393700">
                <a:moveTo>
                  <a:pt x="199186" y="259080"/>
                </a:moveTo>
                <a:lnTo>
                  <a:pt x="163068" y="259080"/>
                </a:lnTo>
                <a:lnTo>
                  <a:pt x="181356" y="239268"/>
                </a:lnTo>
                <a:lnTo>
                  <a:pt x="199186" y="259080"/>
                </a:lnTo>
                <a:close/>
              </a:path>
              <a:path w="405765" h="393700">
                <a:moveTo>
                  <a:pt x="379476" y="333756"/>
                </a:moveTo>
                <a:lnTo>
                  <a:pt x="374904" y="333756"/>
                </a:lnTo>
                <a:lnTo>
                  <a:pt x="370332" y="327660"/>
                </a:lnTo>
                <a:lnTo>
                  <a:pt x="364236" y="315468"/>
                </a:lnTo>
                <a:lnTo>
                  <a:pt x="355353" y="302918"/>
                </a:lnTo>
                <a:lnTo>
                  <a:pt x="342328" y="288226"/>
                </a:lnTo>
                <a:lnTo>
                  <a:pt x="325016" y="271533"/>
                </a:lnTo>
                <a:lnTo>
                  <a:pt x="303276" y="252984"/>
                </a:lnTo>
                <a:lnTo>
                  <a:pt x="307848" y="248412"/>
                </a:lnTo>
                <a:lnTo>
                  <a:pt x="359283" y="274701"/>
                </a:lnTo>
                <a:lnTo>
                  <a:pt x="387006" y="302918"/>
                </a:lnTo>
                <a:lnTo>
                  <a:pt x="387096" y="312420"/>
                </a:lnTo>
                <a:lnTo>
                  <a:pt x="385572" y="316992"/>
                </a:lnTo>
                <a:lnTo>
                  <a:pt x="384048" y="324612"/>
                </a:lnTo>
                <a:lnTo>
                  <a:pt x="379476" y="333756"/>
                </a:lnTo>
                <a:close/>
              </a:path>
              <a:path w="405765" h="393700">
                <a:moveTo>
                  <a:pt x="371856" y="381000"/>
                </a:moveTo>
                <a:lnTo>
                  <a:pt x="304133" y="380666"/>
                </a:lnTo>
                <a:lnTo>
                  <a:pt x="249555" y="379476"/>
                </a:lnTo>
                <a:lnTo>
                  <a:pt x="208121" y="377142"/>
                </a:lnTo>
                <a:lnTo>
                  <a:pt x="158376" y="368522"/>
                </a:lnTo>
                <a:lnTo>
                  <a:pt x="109728" y="350519"/>
                </a:lnTo>
                <a:lnTo>
                  <a:pt x="68580" y="314944"/>
                </a:lnTo>
                <a:lnTo>
                  <a:pt x="54864" y="297180"/>
                </a:lnTo>
                <a:lnTo>
                  <a:pt x="67315" y="297180"/>
                </a:lnTo>
                <a:lnTo>
                  <a:pt x="68532" y="298561"/>
                </a:lnTo>
                <a:lnTo>
                  <a:pt x="80010" y="309753"/>
                </a:lnTo>
                <a:lnTo>
                  <a:pt x="92630" y="320373"/>
                </a:lnTo>
                <a:lnTo>
                  <a:pt x="106680" y="330708"/>
                </a:lnTo>
                <a:lnTo>
                  <a:pt x="129540" y="330708"/>
                </a:lnTo>
                <a:lnTo>
                  <a:pt x="129540" y="336804"/>
                </a:lnTo>
                <a:lnTo>
                  <a:pt x="149828" y="343923"/>
                </a:lnTo>
                <a:lnTo>
                  <a:pt x="176403" y="349186"/>
                </a:lnTo>
                <a:lnTo>
                  <a:pt x="209264" y="352448"/>
                </a:lnTo>
                <a:lnTo>
                  <a:pt x="248412" y="353568"/>
                </a:lnTo>
                <a:lnTo>
                  <a:pt x="402088" y="353568"/>
                </a:lnTo>
                <a:lnTo>
                  <a:pt x="390501" y="358925"/>
                </a:lnTo>
                <a:lnTo>
                  <a:pt x="380047" y="365950"/>
                </a:lnTo>
                <a:lnTo>
                  <a:pt x="373880" y="373260"/>
                </a:lnTo>
                <a:lnTo>
                  <a:pt x="371856" y="381000"/>
                </a:lnTo>
                <a:close/>
              </a:path>
              <a:path w="405765" h="393700">
                <a:moveTo>
                  <a:pt x="402088" y="353568"/>
                </a:moveTo>
                <a:lnTo>
                  <a:pt x="248412" y="353568"/>
                </a:lnTo>
                <a:lnTo>
                  <a:pt x="289869" y="353234"/>
                </a:lnTo>
                <a:lnTo>
                  <a:pt x="329755" y="352043"/>
                </a:lnTo>
                <a:lnTo>
                  <a:pt x="368212" y="349710"/>
                </a:lnTo>
                <a:lnTo>
                  <a:pt x="405384" y="345948"/>
                </a:lnTo>
                <a:lnTo>
                  <a:pt x="405383" y="352044"/>
                </a:lnTo>
                <a:lnTo>
                  <a:pt x="402088" y="35356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" name="object 36"/>
          <p:cNvSpPr/>
          <p:nvPr/>
        </p:nvSpPr>
        <p:spPr>
          <a:xfrm>
            <a:off x="7944611" y="3023616"/>
            <a:ext cx="355600" cy="401320"/>
          </a:xfrm>
          <a:custGeom>
            <a:avLst/>
            <a:gdLst/>
            <a:ahLst/>
            <a:cxnLst/>
            <a:rect l="l" t="t" r="r" b="b"/>
            <a:pathLst>
              <a:path w="355600" h="401320">
                <a:moveTo>
                  <a:pt x="53340" y="89916"/>
                </a:moveTo>
                <a:lnTo>
                  <a:pt x="42672" y="89916"/>
                </a:lnTo>
                <a:lnTo>
                  <a:pt x="50696" y="62150"/>
                </a:lnTo>
                <a:lnTo>
                  <a:pt x="56578" y="38100"/>
                </a:lnTo>
                <a:lnTo>
                  <a:pt x="60459" y="17478"/>
                </a:lnTo>
                <a:lnTo>
                  <a:pt x="62484" y="0"/>
                </a:lnTo>
                <a:lnTo>
                  <a:pt x="100584" y="21336"/>
                </a:lnTo>
                <a:lnTo>
                  <a:pt x="90844" y="28408"/>
                </a:lnTo>
                <a:lnTo>
                  <a:pt x="79819" y="42481"/>
                </a:lnTo>
                <a:lnTo>
                  <a:pt x="67365" y="63126"/>
                </a:lnTo>
                <a:lnTo>
                  <a:pt x="53340" y="89916"/>
                </a:lnTo>
                <a:close/>
              </a:path>
              <a:path w="355600" h="401320">
                <a:moveTo>
                  <a:pt x="147828" y="190500"/>
                </a:moveTo>
                <a:lnTo>
                  <a:pt x="141732" y="187452"/>
                </a:lnTo>
                <a:lnTo>
                  <a:pt x="158853" y="160615"/>
                </a:lnTo>
                <a:lnTo>
                  <a:pt x="173545" y="135064"/>
                </a:lnTo>
                <a:lnTo>
                  <a:pt x="195072" y="88392"/>
                </a:lnTo>
                <a:lnTo>
                  <a:pt x="211074" y="44958"/>
                </a:lnTo>
                <a:lnTo>
                  <a:pt x="222503" y="1524"/>
                </a:lnTo>
                <a:lnTo>
                  <a:pt x="260603" y="24384"/>
                </a:lnTo>
                <a:lnTo>
                  <a:pt x="252626" y="32146"/>
                </a:lnTo>
                <a:lnTo>
                  <a:pt x="242506" y="46482"/>
                </a:lnTo>
                <a:lnTo>
                  <a:pt x="230385" y="67675"/>
                </a:lnTo>
                <a:lnTo>
                  <a:pt x="216408" y="96012"/>
                </a:lnTo>
                <a:lnTo>
                  <a:pt x="348996" y="96012"/>
                </a:lnTo>
                <a:lnTo>
                  <a:pt x="355092" y="102108"/>
                </a:lnTo>
                <a:lnTo>
                  <a:pt x="351282" y="105156"/>
                </a:lnTo>
                <a:lnTo>
                  <a:pt x="213360" y="105156"/>
                </a:lnTo>
                <a:lnTo>
                  <a:pt x="197334" y="129420"/>
                </a:lnTo>
                <a:lnTo>
                  <a:pt x="181165" y="151828"/>
                </a:lnTo>
                <a:lnTo>
                  <a:pt x="164711" y="172235"/>
                </a:lnTo>
                <a:lnTo>
                  <a:pt x="147828" y="190500"/>
                </a:lnTo>
                <a:close/>
              </a:path>
              <a:path w="355600" h="401320">
                <a:moveTo>
                  <a:pt x="144780" y="89916"/>
                </a:moveTo>
                <a:lnTo>
                  <a:pt x="111252" y="89916"/>
                </a:lnTo>
                <a:lnTo>
                  <a:pt x="128016" y="73152"/>
                </a:lnTo>
                <a:lnTo>
                  <a:pt x="144780" y="89916"/>
                </a:lnTo>
                <a:close/>
              </a:path>
              <a:path w="355600" h="401320">
                <a:moveTo>
                  <a:pt x="0" y="397764"/>
                </a:moveTo>
                <a:lnTo>
                  <a:pt x="176" y="367474"/>
                </a:lnTo>
                <a:lnTo>
                  <a:pt x="292" y="352615"/>
                </a:lnTo>
                <a:lnTo>
                  <a:pt x="1285" y="275605"/>
                </a:lnTo>
                <a:lnTo>
                  <a:pt x="1378" y="259651"/>
                </a:lnTo>
                <a:lnTo>
                  <a:pt x="1485" y="228219"/>
                </a:lnTo>
                <a:lnTo>
                  <a:pt x="1285" y="194691"/>
                </a:lnTo>
                <a:lnTo>
                  <a:pt x="238" y="114681"/>
                </a:lnTo>
                <a:lnTo>
                  <a:pt x="0" y="74676"/>
                </a:lnTo>
                <a:lnTo>
                  <a:pt x="25908" y="89916"/>
                </a:lnTo>
                <a:lnTo>
                  <a:pt x="144780" y="89916"/>
                </a:lnTo>
                <a:lnTo>
                  <a:pt x="153924" y="99060"/>
                </a:lnTo>
                <a:lnTo>
                  <a:pt x="151828" y="100584"/>
                </a:lnTo>
                <a:lnTo>
                  <a:pt x="22860" y="100584"/>
                </a:lnTo>
                <a:lnTo>
                  <a:pt x="22860" y="211836"/>
                </a:lnTo>
                <a:lnTo>
                  <a:pt x="137205" y="211836"/>
                </a:lnTo>
                <a:lnTo>
                  <a:pt x="137219" y="222504"/>
                </a:lnTo>
                <a:lnTo>
                  <a:pt x="22860" y="222504"/>
                </a:lnTo>
                <a:lnTo>
                  <a:pt x="22860" y="344424"/>
                </a:lnTo>
                <a:lnTo>
                  <a:pt x="137922" y="344424"/>
                </a:lnTo>
                <a:lnTo>
                  <a:pt x="138161" y="355092"/>
                </a:lnTo>
                <a:lnTo>
                  <a:pt x="22860" y="355092"/>
                </a:lnTo>
                <a:lnTo>
                  <a:pt x="22860" y="384048"/>
                </a:lnTo>
                <a:lnTo>
                  <a:pt x="0" y="397764"/>
                </a:lnTo>
                <a:close/>
              </a:path>
              <a:path w="355600" h="401320">
                <a:moveTo>
                  <a:pt x="348996" y="96012"/>
                </a:moveTo>
                <a:lnTo>
                  <a:pt x="310896" y="96012"/>
                </a:lnTo>
                <a:lnTo>
                  <a:pt x="329184" y="76200"/>
                </a:lnTo>
                <a:lnTo>
                  <a:pt x="348996" y="96012"/>
                </a:lnTo>
                <a:close/>
              </a:path>
              <a:path w="355600" h="401320">
                <a:moveTo>
                  <a:pt x="137205" y="211836"/>
                </a:moveTo>
                <a:lnTo>
                  <a:pt x="114300" y="211836"/>
                </a:lnTo>
                <a:lnTo>
                  <a:pt x="114300" y="100584"/>
                </a:lnTo>
                <a:lnTo>
                  <a:pt x="151828" y="100584"/>
                </a:lnTo>
                <a:lnTo>
                  <a:pt x="137160" y="111252"/>
                </a:lnTo>
                <a:lnTo>
                  <a:pt x="137205" y="211836"/>
                </a:lnTo>
                <a:close/>
              </a:path>
              <a:path w="355600" h="401320">
                <a:moveTo>
                  <a:pt x="325909" y="359664"/>
                </a:moveTo>
                <a:lnTo>
                  <a:pt x="283464" y="359664"/>
                </a:lnTo>
                <a:lnTo>
                  <a:pt x="291750" y="357925"/>
                </a:lnTo>
                <a:lnTo>
                  <a:pt x="298323" y="352615"/>
                </a:lnTo>
                <a:lnTo>
                  <a:pt x="308371" y="305538"/>
                </a:lnTo>
                <a:lnTo>
                  <a:pt x="310134" y="259651"/>
                </a:lnTo>
                <a:lnTo>
                  <a:pt x="312034" y="186964"/>
                </a:lnTo>
                <a:lnTo>
                  <a:pt x="313943" y="105156"/>
                </a:lnTo>
                <a:lnTo>
                  <a:pt x="351282" y="105156"/>
                </a:lnTo>
                <a:lnTo>
                  <a:pt x="339852" y="114300"/>
                </a:lnTo>
                <a:lnTo>
                  <a:pt x="338780" y="186964"/>
                </a:lnTo>
                <a:lnTo>
                  <a:pt x="337291" y="249070"/>
                </a:lnTo>
                <a:lnTo>
                  <a:pt x="335462" y="295241"/>
                </a:lnTo>
                <a:lnTo>
                  <a:pt x="333268" y="327074"/>
                </a:lnTo>
                <a:lnTo>
                  <a:pt x="330708" y="344424"/>
                </a:lnTo>
                <a:lnTo>
                  <a:pt x="326993" y="357020"/>
                </a:lnTo>
                <a:lnTo>
                  <a:pt x="325909" y="359664"/>
                </a:lnTo>
                <a:close/>
              </a:path>
              <a:path w="355600" h="401320">
                <a:moveTo>
                  <a:pt x="231648" y="269748"/>
                </a:moveTo>
                <a:lnTo>
                  <a:pt x="228600" y="269748"/>
                </a:lnTo>
                <a:lnTo>
                  <a:pt x="225432" y="268081"/>
                </a:lnTo>
                <a:lnTo>
                  <a:pt x="222694" y="263271"/>
                </a:lnTo>
                <a:lnTo>
                  <a:pt x="220241" y="255603"/>
                </a:lnTo>
                <a:lnTo>
                  <a:pt x="217932" y="245364"/>
                </a:lnTo>
                <a:lnTo>
                  <a:pt x="213383" y="228219"/>
                </a:lnTo>
                <a:lnTo>
                  <a:pt x="206692" y="211074"/>
                </a:lnTo>
                <a:lnTo>
                  <a:pt x="198000" y="193929"/>
                </a:lnTo>
                <a:lnTo>
                  <a:pt x="187452" y="176784"/>
                </a:lnTo>
                <a:lnTo>
                  <a:pt x="190500" y="172212"/>
                </a:lnTo>
                <a:lnTo>
                  <a:pt x="223456" y="199644"/>
                </a:lnTo>
                <a:lnTo>
                  <a:pt x="246888" y="234696"/>
                </a:lnTo>
                <a:lnTo>
                  <a:pt x="246888" y="248412"/>
                </a:lnTo>
                <a:lnTo>
                  <a:pt x="243840" y="254508"/>
                </a:lnTo>
                <a:lnTo>
                  <a:pt x="234696" y="266700"/>
                </a:lnTo>
                <a:lnTo>
                  <a:pt x="231648" y="269748"/>
                </a:lnTo>
                <a:close/>
              </a:path>
              <a:path w="355600" h="401320">
                <a:moveTo>
                  <a:pt x="137922" y="344424"/>
                </a:moveTo>
                <a:lnTo>
                  <a:pt x="114300" y="344424"/>
                </a:lnTo>
                <a:lnTo>
                  <a:pt x="114300" y="222504"/>
                </a:lnTo>
                <a:lnTo>
                  <a:pt x="137219" y="222504"/>
                </a:lnTo>
                <a:lnTo>
                  <a:pt x="137337" y="269748"/>
                </a:lnTo>
                <a:lnTo>
                  <a:pt x="137501" y="305538"/>
                </a:lnTo>
                <a:lnTo>
                  <a:pt x="137922" y="344424"/>
                </a:lnTo>
                <a:close/>
              </a:path>
              <a:path w="355600" h="401320">
                <a:moveTo>
                  <a:pt x="277367" y="400812"/>
                </a:moveTo>
                <a:lnTo>
                  <a:pt x="270462" y="387953"/>
                </a:lnTo>
                <a:lnTo>
                  <a:pt x="258699" y="376809"/>
                </a:lnTo>
                <a:lnTo>
                  <a:pt x="241792" y="367379"/>
                </a:lnTo>
                <a:lnTo>
                  <a:pt x="219455" y="359664"/>
                </a:lnTo>
                <a:lnTo>
                  <a:pt x="219455" y="350520"/>
                </a:lnTo>
                <a:lnTo>
                  <a:pt x="239744" y="354520"/>
                </a:lnTo>
                <a:lnTo>
                  <a:pt x="257175" y="357378"/>
                </a:lnTo>
                <a:lnTo>
                  <a:pt x="271748" y="359092"/>
                </a:lnTo>
                <a:lnTo>
                  <a:pt x="283464" y="359664"/>
                </a:lnTo>
                <a:lnTo>
                  <a:pt x="325909" y="359664"/>
                </a:lnTo>
                <a:lnTo>
                  <a:pt x="322707" y="367474"/>
                </a:lnTo>
                <a:lnTo>
                  <a:pt x="289059" y="396882"/>
                </a:lnTo>
                <a:lnTo>
                  <a:pt x="277367" y="400812"/>
                </a:lnTo>
                <a:close/>
              </a:path>
              <a:path w="355600" h="401320">
                <a:moveTo>
                  <a:pt x="114300" y="391668"/>
                </a:moveTo>
                <a:lnTo>
                  <a:pt x="114300" y="355092"/>
                </a:lnTo>
                <a:lnTo>
                  <a:pt x="138161" y="355092"/>
                </a:lnTo>
                <a:lnTo>
                  <a:pt x="138684" y="376428"/>
                </a:lnTo>
                <a:lnTo>
                  <a:pt x="114300" y="39166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" name="object 37"/>
          <p:cNvSpPr/>
          <p:nvPr/>
        </p:nvSpPr>
        <p:spPr>
          <a:xfrm>
            <a:off x="8357603" y="3022091"/>
            <a:ext cx="817244" cy="408940"/>
          </a:xfrm>
          <a:custGeom>
            <a:avLst/>
            <a:gdLst/>
            <a:ahLst/>
            <a:cxnLst/>
            <a:rect l="l" t="t" r="r" b="b"/>
            <a:pathLst>
              <a:path w="817245" h="408939">
                <a:moveTo>
                  <a:pt x="41148" y="155257"/>
                </a:moveTo>
                <a:lnTo>
                  <a:pt x="40055" y="136525"/>
                </a:lnTo>
                <a:lnTo>
                  <a:pt x="38100" y="112776"/>
                </a:lnTo>
                <a:lnTo>
                  <a:pt x="30480" y="112776"/>
                </a:lnTo>
                <a:lnTo>
                  <a:pt x="28486" y="131064"/>
                </a:lnTo>
                <a:lnTo>
                  <a:pt x="24765" y="147066"/>
                </a:lnTo>
                <a:lnTo>
                  <a:pt x="19342" y="160782"/>
                </a:lnTo>
                <a:lnTo>
                  <a:pt x="12192" y="172212"/>
                </a:lnTo>
                <a:lnTo>
                  <a:pt x="4572" y="181356"/>
                </a:lnTo>
                <a:lnTo>
                  <a:pt x="0" y="187452"/>
                </a:lnTo>
                <a:lnTo>
                  <a:pt x="0" y="193548"/>
                </a:lnTo>
                <a:lnTo>
                  <a:pt x="1524" y="195072"/>
                </a:lnTo>
                <a:lnTo>
                  <a:pt x="10668" y="198120"/>
                </a:lnTo>
                <a:lnTo>
                  <a:pt x="13716" y="199644"/>
                </a:lnTo>
                <a:lnTo>
                  <a:pt x="18288" y="199644"/>
                </a:lnTo>
                <a:lnTo>
                  <a:pt x="22860" y="198120"/>
                </a:lnTo>
                <a:lnTo>
                  <a:pt x="41109" y="169151"/>
                </a:lnTo>
                <a:lnTo>
                  <a:pt x="41148" y="155257"/>
                </a:lnTo>
                <a:close/>
              </a:path>
              <a:path w="817245" h="408939">
                <a:moveTo>
                  <a:pt x="138684" y="121920"/>
                </a:moveTo>
                <a:lnTo>
                  <a:pt x="134112" y="114300"/>
                </a:lnTo>
                <a:lnTo>
                  <a:pt x="126492" y="109728"/>
                </a:lnTo>
                <a:lnTo>
                  <a:pt x="119659" y="105143"/>
                </a:lnTo>
                <a:lnTo>
                  <a:pt x="110680" y="100393"/>
                </a:lnTo>
                <a:lnTo>
                  <a:pt x="107772" y="99060"/>
                </a:lnTo>
                <a:lnTo>
                  <a:pt x="99707" y="95377"/>
                </a:lnTo>
                <a:lnTo>
                  <a:pt x="86868" y="89916"/>
                </a:lnTo>
                <a:lnTo>
                  <a:pt x="86868" y="30480"/>
                </a:lnTo>
                <a:lnTo>
                  <a:pt x="102108" y="18288"/>
                </a:lnTo>
                <a:lnTo>
                  <a:pt x="60960" y="0"/>
                </a:lnTo>
                <a:lnTo>
                  <a:pt x="61772" y="18288"/>
                </a:lnTo>
                <a:lnTo>
                  <a:pt x="61874" y="21031"/>
                </a:lnTo>
                <a:lnTo>
                  <a:pt x="62293" y="38481"/>
                </a:lnTo>
                <a:lnTo>
                  <a:pt x="62382" y="47434"/>
                </a:lnTo>
                <a:lnTo>
                  <a:pt x="62268" y="360426"/>
                </a:lnTo>
                <a:lnTo>
                  <a:pt x="61849" y="382333"/>
                </a:lnTo>
                <a:lnTo>
                  <a:pt x="60960" y="406908"/>
                </a:lnTo>
                <a:lnTo>
                  <a:pt x="88392" y="394716"/>
                </a:lnTo>
                <a:lnTo>
                  <a:pt x="86893" y="344995"/>
                </a:lnTo>
                <a:lnTo>
                  <a:pt x="86868" y="99060"/>
                </a:lnTo>
                <a:lnTo>
                  <a:pt x="95440" y="108445"/>
                </a:lnTo>
                <a:lnTo>
                  <a:pt x="102870" y="118110"/>
                </a:lnTo>
                <a:lnTo>
                  <a:pt x="109156" y="127787"/>
                </a:lnTo>
                <a:lnTo>
                  <a:pt x="114300" y="137160"/>
                </a:lnTo>
                <a:lnTo>
                  <a:pt x="118872" y="149352"/>
                </a:lnTo>
                <a:lnTo>
                  <a:pt x="123444" y="153924"/>
                </a:lnTo>
                <a:lnTo>
                  <a:pt x="132588" y="147828"/>
                </a:lnTo>
                <a:lnTo>
                  <a:pt x="135636" y="140208"/>
                </a:lnTo>
                <a:lnTo>
                  <a:pt x="138684" y="121920"/>
                </a:lnTo>
                <a:close/>
              </a:path>
              <a:path w="817245" h="408939">
                <a:moveTo>
                  <a:pt x="405384" y="373380"/>
                </a:moveTo>
                <a:lnTo>
                  <a:pt x="370332" y="338328"/>
                </a:lnTo>
                <a:lnTo>
                  <a:pt x="345948" y="362712"/>
                </a:lnTo>
                <a:lnTo>
                  <a:pt x="277368" y="362712"/>
                </a:lnTo>
                <a:lnTo>
                  <a:pt x="277368" y="240792"/>
                </a:lnTo>
                <a:lnTo>
                  <a:pt x="379476" y="240792"/>
                </a:lnTo>
                <a:lnTo>
                  <a:pt x="345948" y="208788"/>
                </a:lnTo>
                <a:lnTo>
                  <a:pt x="323088" y="230124"/>
                </a:lnTo>
                <a:lnTo>
                  <a:pt x="277368" y="230124"/>
                </a:lnTo>
                <a:lnTo>
                  <a:pt x="277368" y="135636"/>
                </a:lnTo>
                <a:lnTo>
                  <a:pt x="387096" y="135636"/>
                </a:lnTo>
                <a:lnTo>
                  <a:pt x="376897" y="124968"/>
                </a:lnTo>
                <a:lnTo>
                  <a:pt x="353568" y="100584"/>
                </a:lnTo>
                <a:lnTo>
                  <a:pt x="329184" y="124968"/>
                </a:lnTo>
                <a:lnTo>
                  <a:pt x="277368" y="124968"/>
                </a:lnTo>
                <a:lnTo>
                  <a:pt x="277368" y="35052"/>
                </a:lnTo>
                <a:lnTo>
                  <a:pt x="295656" y="22860"/>
                </a:lnTo>
                <a:lnTo>
                  <a:pt x="251460" y="3048"/>
                </a:lnTo>
                <a:lnTo>
                  <a:pt x="252590" y="21031"/>
                </a:lnTo>
                <a:lnTo>
                  <a:pt x="253555" y="47434"/>
                </a:lnTo>
                <a:lnTo>
                  <a:pt x="254254" y="82130"/>
                </a:lnTo>
                <a:lnTo>
                  <a:pt x="254508" y="124968"/>
                </a:lnTo>
                <a:lnTo>
                  <a:pt x="185928" y="124968"/>
                </a:lnTo>
                <a:lnTo>
                  <a:pt x="202692" y="74676"/>
                </a:lnTo>
                <a:lnTo>
                  <a:pt x="219456" y="64008"/>
                </a:lnTo>
                <a:lnTo>
                  <a:pt x="178308" y="44196"/>
                </a:lnTo>
                <a:lnTo>
                  <a:pt x="172821" y="82130"/>
                </a:lnTo>
                <a:lnTo>
                  <a:pt x="161544" y="129540"/>
                </a:lnTo>
                <a:lnTo>
                  <a:pt x="145732" y="178308"/>
                </a:lnTo>
                <a:lnTo>
                  <a:pt x="126492" y="222504"/>
                </a:lnTo>
                <a:lnTo>
                  <a:pt x="132588" y="225552"/>
                </a:lnTo>
                <a:lnTo>
                  <a:pt x="146024" y="207010"/>
                </a:lnTo>
                <a:lnTo>
                  <a:pt x="158877" y="185737"/>
                </a:lnTo>
                <a:lnTo>
                  <a:pt x="171170" y="161912"/>
                </a:lnTo>
                <a:lnTo>
                  <a:pt x="182880" y="135636"/>
                </a:lnTo>
                <a:lnTo>
                  <a:pt x="254508" y="135636"/>
                </a:lnTo>
                <a:lnTo>
                  <a:pt x="254508" y="230124"/>
                </a:lnTo>
                <a:lnTo>
                  <a:pt x="160020" y="230124"/>
                </a:lnTo>
                <a:lnTo>
                  <a:pt x="175260" y="246888"/>
                </a:lnTo>
                <a:lnTo>
                  <a:pt x="185572" y="244017"/>
                </a:lnTo>
                <a:lnTo>
                  <a:pt x="196024" y="242125"/>
                </a:lnTo>
                <a:lnTo>
                  <a:pt x="206768" y="241109"/>
                </a:lnTo>
                <a:lnTo>
                  <a:pt x="217932" y="240792"/>
                </a:lnTo>
                <a:lnTo>
                  <a:pt x="254508" y="240792"/>
                </a:lnTo>
                <a:lnTo>
                  <a:pt x="254508" y="362712"/>
                </a:lnTo>
                <a:lnTo>
                  <a:pt x="120396" y="362712"/>
                </a:lnTo>
                <a:lnTo>
                  <a:pt x="135636" y="377952"/>
                </a:lnTo>
                <a:lnTo>
                  <a:pt x="145072" y="375958"/>
                </a:lnTo>
                <a:lnTo>
                  <a:pt x="155067" y="374523"/>
                </a:lnTo>
                <a:lnTo>
                  <a:pt x="165646" y="373672"/>
                </a:lnTo>
                <a:lnTo>
                  <a:pt x="176784" y="373380"/>
                </a:lnTo>
                <a:lnTo>
                  <a:pt x="405384" y="373380"/>
                </a:lnTo>
                <a:close/>
              </a:path>
              <a:path w="817245" h="408939">
                <a:moveTo>
                  <a:pt x="694956" y="216408"/>
                </a:moveTo>
                <a:lnTo>
                  <a:pt x="656856" y="198120"/>
                </a:lnTo>
                <a:lnTo>
                  <a:pt x="656742" y="216408"/>
                </a:lnTo>
                <a:lnTo>
                  <a:pt x="656666" y="222504"/>
                </a:lnTo>
                <a:lnTo>
                  <a:pt x="653351" y="266344"/>
                </a:lnTo>
                <a:lnTo>
                  <a:pt x="638568" y="312420"/>
                </a:lnTo>
                <a:lnTo>
                  <a:pt x="602348" y="353783"/>
                </a:lnTo>
                <a:lnTo>
                  <a:pt x="565797" y="376618"/>
                </a:lnTo>
                <a:lnTo>
                  <a:pt x="526935" y="394906"/>
                </a:lnTo>
                <a:lnTo>
                  <a:pt x="507504" y="402336"/>
                </a:lnTo>
                <a:lnTo>
                  <a:pt x="509028" y="408432"/>
                </a:lnTo>
                <a:lnTo>
                  <a:pt x="551332" y="396125"/>
                </a:lnTo>
                <a:lnTo>
                  <a:pt x="586943" y="381952"/>
                </a:lnTo>
                <a:lnTo>
                  <a:pt x="638568" y="347472"/>
                </a:lnTo>
                <a:lnTo>
                  <a:pt x="669048" y="298323"/>
                </a:lnTo>
                <a:lnTo>
                  <a:pt x="681240" y="228600"/>
                </a:lnTo>
                <a:lnTo>
                  <a:pt x="694956" y="216408"/>
                </a:lnTo>
                <a:close/>
              </a:path>
              <a:path w="817245" h="408939">
                <a:moveTo>
                  <a:pt x="798588" y="32004"/>
                </a:moveTo>
                <a:lnTo>
                  <a:pt x="768108" y="3048"/>
                </a:lnTo>
                <a:lnTo>
                  <a:pt x="756145" y="9029"/>
                </a:lnTo>
                <a:lnTo>
                  <a:pt x="738771" y="15430"/>
                </a:lnTo>
                <a:lnTo>
                  <a:pt x="688860" y="28956"/>
                </a:lnTo>
                <a:lnTo>
                  <a:pt x="616661" y="40195"/>
                </a:lnTo>
                <a:lnTo>
                  <a:pt x="572477" y="45466"/>
                </a:lnTo>
                <a:lnTo>
                  <a:pt x="522744" y="50292"/>
                </a:lnTo>
                <a:lnTo>
                  <a:pt x="498360" y="35052"/>
                </a:lnTo>
                <a:lnTo>
                  <a:pt x="499198" y="54483"/>
                </a:lnTo>
                <a:lnTo>
                  <a:pt x="499275" y="57912"/>
                </a:lnTo>
                <a:lnTo>
                  <a:pt x="499694" y="82105"/>
                </a:lnTo>
                <a:lnTo>
                  <a:pt x="499770" y="97536"/>
                </a:lnTo>
                <a:lnTo>
                  <a:pt x="499884" y="155448"/>
                </a:lnTo>
                <a:lnTo>
                  <a:pt x="498970" y="209600"/>
                </a:lnTo>
                <a:lnTo>
                  <a:pt x="492671" y="260413"/>
                </a:lnTo>
                <a:lnTo>
                  <a:pt x="480999" y="308305"/>
                </a:lnTo>
                <a:lnTo>
                  <a:pt x="464083" y="353009"/>
                </a:lnTo>
                <a:lnTo>
                  <a:pt x="441972" y="394716"/>
                </a:lnTo>
                <a:lnTo>
                  <a:pt x="445020" y="397764"/>
                </a:lnTo>
                <a:lnTo>
                  <a:pt x="474459" y="359549"/>
                </a:lnTo>
                <a:lnTo>
                  <a:pt x="496951" y="318033"/>
                </a:lnTo>
                <a:lnTo>
                  <a:pt x="512495" y="273227"/>
                </a:lnTo>
                <a:lnTo>
                  <a:pt x="521093" y="225132"/>
                </a:lnTo>
                <a:lnTo>
                  <a:pt x="522732" y="173786"/>
                </a:lnTo>
                <a:lnTo>
                  <a:pt x="522744" y="57912"/>
                </a:lnTo>
                <a:lnTo>
                  <a:pt x="613041" y="51054"/>
                </a:lnTo>
                <a:lnTo>
                  <a:pt x="621360" y="50292"/>
                </a:lnTo>
                <a:lnTo>
                  <a:pt x="650468" y="47625"/>
                </a:lnTo>
                <a:lnTo>
                  <a:pt x="769988" y="35204"/>
                </a:lnTo>
                <a:lnTo>
                  <a:pt x="798588" y="32004"/>
                </a:lnTo>
                <a:close/>
              </a:path>
              <a:path w="817245" h="408939">
                <a:moveTo>
                  <a:pt x="807732" y="373380"/>
                </a:moveTo>
                <a:lnTo>
                  <a:pt x="778776" y="345948"/>
                </a:lnTo>
                <a:lnTo>
                  <a:pt x="739914" y="332232"/>
                </a:lnTo>
                <a:lnTo>
                  <a:pt x="673620" y="313944"/>
                </a:lnTo>
                <a:lnTo>
                  <a:pt x="672096" y="321564"/>
                </a:lnTo>
                <a:lnTo>
                  <a:pt x="696671" y="333362"/>
                </a:lnTo>
                <a:lnTo>
                  <a:pt x="717816" y="343852"/>
                </a:lnTo>
                <a:lnTo>
                  <a:pt x="760907" y="370713"/>
                </a:lnTo>
                <a:lnTo>
                  <a:pt x="787920" y="394716"/>
                </a:lnTo>
                <a:lnTo>
                  <a:pt x="794016" y="400812"/>
                </a:lnTo>
                <a:lnTo>
                  <a:pt x="798588" y="402336"/>
                </a:lnTo>
                <a:lnTo>
                  <a:pt x="803160" y="402336"/>
                </a:lnTo>
                <a:lnTo>
                  <a:pt x="803160" y="400812"/>
                </a:lnTo>
                <a:lnTo>
                  <a:pt x="806208" y="396240"/>
                </a:lnTo>
                <a:lnTo>
                  <a:pt x="807732" y="393192"/>
                </a:lnTo>
                <a:lnTo>
                  <a:pt x="807732" y="373380"/>
                </a:lnTo>
                <a:close/>
              </a:path>
              <a:path w="817245" h="408939">
                <a:moveTo>
                  <a:pt x="816876" y="121920"/>
                </a:moveTo>
                <a:lnTo>
                  <a:pt x="787920" y="89916"/>
                </a:lnTo>
                <a:lnTo>
                  <a:pt x="765060" y="111252"/>
                </a:lnTo>
                <a:lnTo>
                  <a:pt x="681240" y="111252"/>
                </a:lnTo>
                <a:lnTo>
                  <a:pt x="681240" y="82296"/>
                </a:lnTo>
                <a:lnTo>
                  <a:pt x="693432" y="73152"/>
                </a:lnTo>
                <a:lnTo>
                  <a:pt x="656856" y="56388"/>
                </a:lnTo>
                <a:lnTo>
                  <a:pt x="657733" y="70104"/>
                </a:lnTo>
                <a:lnTo>
                  <a:pt x="658190" y="83820"/>
                </a:lnTo>
                <a:lnTo>
                  <a:pt x="658253" y="89916"/>
                </a:lnTo>
                <a:lnTo>
                  <a:pt x="658380" y="111252"/>
                </a:lnTo>
                <a:lnTo>
                  <a:pt x="531888" y="111252"/>
                </a:lnTo>
                <a:lnTo>
                  <a:pt x="547128" y="126492"/>
                </a:lnTo>
                <a:lnTo>
                  <a:pt x="557149" y="124498"/>
                </a:lnTo>
                <a:lnTo>
                  <a:pt x="566750" y="123063"/>
                </a:lnTo>
                <a:lnTo>
                  <a:pt x="576059" y="122212"/>
                </a:lnTo>
                <a:lnTo>
                  <a:pt x="585228" y="121920"/>
                </a:lnTo>
                <a:lnTo>
                  <a:pt x="658380" y="121920"/>
                </a:lnTo>
                <a:lnTo>
                  <a:pt x="658380" y="170688"/>
                </a:lnTo>
                <a:lnTo>
                  <a:pt x="589800" y="170688"/>
                </a:lnTo>
                <a:lnTo>
                  <a:pt x="565416" y="155448"/>
                </a:lnTo>
                <a:lnTo>
                  <a:pt x="565645" y="173786"/>
                </a:lnTo>
                <a:lnTo>
                  <a:pt x="566635" y="209600"/>
                </a:lnTo>
                <a:lnTo>
                  <a:pt x="566750" y="216408"/>
                </a:lnTo>
                <a:lnTo>
                  <a:pt x="566877" y="226822"/>
                </a:lnTo>
                <a:lnTo>
                  <a:pt x="566877" y="236270"/>
                </a:lnTo>
                <a:lnTo>
                  <a:pt x="566699" y="252818"/>
                </a:lnTo>
                <a:lnTo>
                  <a:pt x="565708" y="296684"/>
                </a:lnTo>
                <a:lnTo>
                  <a:pt x="565581" y="306324"/>
                </a:lnTo>
                <a:lnTo>
                  <a:pt x="565416" y="324612"/>
                </a:lnTo>
                <a:lnTo>
                  <a:pt x="589800" y="313944"/>
                </a:lnTo>
                <a:lnTo>
                  <a:pt x="589800" y="179832"/>
                </a:lnTo>
                <a:lnTo>
                  <a:pt x="755916" y="179832"/>
                </a:lnTo>
                <a:lnTo>
                  <a:pt x="755916" y="318516"/>
                </a:lnTo>
                <a:lnTo>
                  <a:pt x="780300" y="306324"/>
                </a:lnTo>
                <a:lnTo>
                  <a:pt x="779411" y="286880"/>
                </a:lnTo>
                <a:lnTo>
                  <a:pt x="778967" y="260527"/>
                </a:lnTo>
                <a:lnTo>
                  <a:pt x="778840" y="236270"/>
                </a:lnTo>
                <a:lnTo>
                  <a:pt x="778776" y="185928"/>
                </a:lnTo>
                <a:lnTo>
                  <a:pt x="785634" y="179832"/>
                </a:lnTo>
                <a:lnTo>
                  <a:pt x="792492" y="173736"/>
                </a:lnTo>
                <a:lnTo>
                  <a:pt x="788568" y="170688"/>
                </a:lnTo>
                <a:lnTo>
                  <a:pt x="765060" y="152400"/>
                </a:lnTo>
                <a:lnTo>
                  <a:pt x="752868" y="170688"/>
                </a:lnTo>
                <a:lnTo>
                  <a:pt x="681240" y="170688"/>
                </a:lnTo>
                <a:lnTo>
                  <a:pt x="681240" y="121920"/>
                </a:lnTo>
                <a:lnTo>
                  <a:pt x="816876" y="1219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pic>
        <p:nvPicPr>
          <p:cNvPr id="38" name="object 38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9281159" y="3285172"/>
            <a:ext cx="70104" cy="117919"/>
          </a:xfrm>
          <a:prstGeom prst="rect">
            <a:avLst/>
          </a:prstGeom>
        </p:spPr>
      </p:pic>
      <p:sp>
        <p:nvSpPr>
          <p:cNvPr id="39" name="object 39"/>
          <p:cNvSpPr/>
          <p:nvPr/>
        </p:nvSpPr>
        <p:spPr>
          <a:xfrm>
            <a:off x="2173224" y="3563111"/>
            <a:ext cx="326390" cy="398145"/>
          </a:xfrm>
          <a:custGeom>
            <a:avLst/>
            <a:gdLst/>
            <a:ahLst/>
            <a:cxnLst/>
            <a:rect l="l" t="t" r="r" b="b"/>
            <a:pathLst>
              <a:path w="326389" h="398145">
                <a:moveTo>
                  <a:pt x="76200" y="85344"/>
                </a:moveTo>
                <a:lnTo>
                  <a:pt x="68580" y="85344"/>
                </a:lnTo>
                <a:lnTo>
                  <a:pt x="65532" y="79248"/>
                </a:lnTo>
                <a:lnTo>
                  <a:pt x="62484" y="68580"/>
                </a:lnTo>
                <a:lnTo>
                  <a:pt x="57673" y="55125"/>
                </a:lnTo>
                <a:lnTo>
                  <a:pt x="50292" y="39814"/>
                </a:lnTo>
                <a:lnTo>
                  <a:pt x="40624" y="22502"/>
                </a:lnTo>
                <a:lnTo>
                  <a:pt x="28956" y="3048"/>
                </a:lnTo>
                <a:lnTo>
                  <a:pt x="33528" y="0"/>
                </a:lnTo>
                <a:lnTo>
                  <a:pt x="72104" y="24860"/>
                </a:lnTo>
                <a:lnTo>
                  <a:pt x="91440" y="47244"/>
                </a:lnTo>
                <a:lnTo>
                  <a:pt x="91440" y="59436"/>
                </a:lnTo>
                <a:lnTo>
                  <a:pt x="88392" y="65532"/>
                </a:lnTo>
                <a:lnTo>
                  <a:pt x="79248" y="80772"/>
                </a:lnTo>
                <a:lnTo>
                  <a:pt x="76200" y="85344"/>
                </a:lnTo>
                <a:close/>
              </a:path>
              <a:path w="326389" h="398145">
                <a:moveTo>
                  <a:pt x="146304" y="60960"/>
                </a:moveTo>
                <a:lnTo>
                  <a:pt x="131064" y="44196"/>
                </a:lnTo>
                <a:lnTo>
                  <a:pt x="281940" y="44196"/>
                </a:lnTo>
                <a:lnTo>
                  <a:pt x="295656" y="24384"/>
                </a:lnTo>
                <a:lnTo>
                  <a:pt x="326136" y="48768"/>
                </a:lnTo>
                <a:lnTo>
                  <a:pt x="318685" y="54864"/>
                </a:lnTo>
                <a:lnTo>
                  <a:pt x="188976" y="54864"/>
                </a:lnTo>
                <a:lnTo>
                  <a:pt x="177807" y="55173"/>
                </a:lnTo>
                <a:lnTo>
                  <a:pt x="167068" y="56197"/>
                </a:lnTo>
                <a:lnTo>
                  <a:pt x="156614" y="58078"/>
                </a:lnTo>
                <a:lnTo>
                  <a:pt x="146304" y="60960"/>
                </a:lnTo>
                <a:close/>
              </a:path>
              <a:path w="326389" h="398145">
                <a:moveTo>
                  <a:pt x="308470" y="353568"/>
                </a:moveTo>
                <a:lnTo>
                  <a:pt x="277368" y="353568"/>
                </a:lnTo>
                <a:lnTo>
                  <a:pt x="283464" y="348996"/>
                </a:lnTo>
                <a:lnTo>
                  <a:pt x="283464" y="54864"/>
                </a:lnTo>
                <a:lnTo>
                  <a:pt x="318685" y="54864"/>
                </a:lnTo>
                <a:lnTo>
                  <a:pt x="309372" y="62484"/>
                </a:lnTo>
                <a:lnTo>
                  <a:pt x="309372" y="342900"/>
                </a:lnTo>
                <a:lnTo>
                  <a:pt x="308470" y="353568"/>
                </a:lnTo>
                <a:close/>
              </a:path>
              <a:path w="326389" h="398145">
                <a:moveTo>
                  <a:pt x="0" y="397763"/>
                </a:moveTo>
                <a:lnTo>
                  <a:pt x="1119" y="358354"/>
                </a:lnTo>
                <a:lnTo>
                  <a:pt x="2095" y="315658"/>
                </a:lnTo>
                <a:lnTo>
                  <a:pt x="2718" y="274319"/>
                </a:lnTo>
                <a:lnTo>
                  <a:pt x="3014" y="214884"/>
                </a:lnTo>
                <a:lnTo>
                  <a:pt x="2786" y="173259"/>
                </a:lnTo>
                <a:lnTo>
                  <a:pt x="2115" y="134112"/>
                </a:lnTo>
                <a:lnTo>
                  <a:pt x="2038" y="131064"/>
                </a:lnTo>
                <a:lnTo>
                  <a:pt x="1119" y="100107"/>
                </a:lnTo>
                <a:lnTo>
                  <a:pt x="0" y="74676"/>
                </a:lnTo>
                <a:lnTo>
                  <a:pt x="44196" y="99060"/>
                </a:lnTo>
                <a:lnTo>
                  <a:pt x="28956" y="109728"/>
                </a:lnTo>
                <a:lnTo>
                  <a:pt x="28956" y="385572"/>
                </a:lnTo>
                <a:lnTo>
                  <a:pt x="0" y="397763"/>
                </a:lnTo>
                <a:close/>
              </a:path>
              <a:path w="326389" h="398145">
                <a:moveTo>
                  <a:pt x="240356" y="150876"/>
                </a:moveTo>
                <a:lnTo>
                  <a:pt x="202692" y="150876"/>
                </a:lnTo>
                <a:lnTo>
                  <a:pt x="214883" y="131064"/>
                </a:lnTo>
                <a:lnTo>
                  <a:pt x="240356" y="150876"/>
                </a:lnTo>
                <a:close/>
              </a:path>
              <a:path w="326389" h="398145">
                <a:moveTo>
                  <a:pt x="82296" y="307848"/>
                </a:moveTo>
                <a:lnTo>
                  <a:pt x="83177" y="282178"/>
                </a:lnTo>
                <a:lnTo>
                  <a:pt x="83629" y="257937"/>
                </a:lnTo>
                <a:lnTo>
                  <a:pt x="83733" y="243840"/>
                </a:lnTo>
                <a:lnTo>
                  <a:pt x="83796" y="194333"/>
                </a:lnTo>
                <a:lnTo>
                  <a:pt x="83614" y="173259"/>
                </a:lnTo>
                <a:lnTo>
                  <a:pt x="83177" y="153804"/>
                </a:lnTo>
                <a:lnTo>
                  <a:pt x="82296" y="134112"/>
                </a:lnTo>
                <a:lnTo>
                  <a:pt x="108204" y="150876"/>
                </a:lnTo>
                <a:lnTo>
                  <a:pt x="240356" y="150876"/>
                </a:lnTo>
                <a:lnTo>
                  <a:pt x="242316" y="152400"/>
                </a:lnTo>
                <a:lnTo>
                  <a:pt x="232029" y="161544"/>
                </a:lnTo>
                <a:lnTo>
                  <a:pt x="108204" y="161544"/>
                </a:lnTo>
                <a:lnTo>
                  <a:pt x="108204" y="263652"/>
                </a:lnTo>
                <a:lnTo>
                  <a:pt x="228778" y="263652"/>
                </a:lnTo>
                <a:lnTo>
                  <a:pt x="228790" y="264414"/>
                </a:lnTo>
                <a:lnTo>
                  <a:pt x="229163" y="274319"/>
                </a:lnTo>
                <a:lnTo>
                  <a:pt x="108204" y="274319"/>
                </a:lnTo>
                <a:lnTo>
                  <a:pt x="108204" y="297180"/>
                </a:lnTo>
                <a:lnTo>
                  <a:pt x="82296" y="307848"/>
                </a:lnTo>
                <a:close/>
              </a:path>
              <a:path w="326389" h="398145">
                <a:moveTo>
                  <a:pt x="228778" y="263652"/>
                </a:moveTo>
                <a:lnTo>
                  <a:pt x="204216" y="263652"/>
                </a:lnTo>
                <a:lnTo>
                  <a:pt x="204216" y="161544"/>
                </a:lnTo>
                <a:lnTo>
                  <a:pt x="232029" y="161544"/>
                </a:lnTo>
                <a:lnTo>
                  <a:pt x="228600" y="164592"/>
                </a:lnTo>
                <a:lnTo>
                  <a:pt x="228691" y="257937"/>
                </a:lnTo>
                <a:lnTo>
                  <a:pt x="228778" y="263652"/>
                </a:lnTo>
                <a:close/>
              </a:path>
              <a:path w="326389" h="398145">
                <a:moveTo>
                  <a:pt x="204216" y="300228"/>
                </a:moveTo>
                <a:lnTo>
                  <a:pt x="204216" y="274319"/>
                </a:lnTo>
                <a:lnTo>
                  <a:pt x="229163" y="274319"/>
                </a:lnTo>
                <a:lnTo>
                  <a:pt x="229242" y="276415"/>
                </a:lnTo>
                <a:lnTo>
                  <a:pt x="230124" y="289559"/>
                </a:lnTo>
                <a:lnTo>
                  <a:pt x="204216" y="300228"/>
                </a:lnTo>
                <a:close/>
              </a:path>
              <a:path w="326389" h="398145">
                <a:moveTo>
                  <a:pt x="266700" y="397763"/>
                </a:moveTo>
                <a:lnTo>
                  <a:pt x="262985" y="383143"/>
                </a:lnTo>
                <a:lnTo>
                  <a:pt x="251841" y="371094"/>
                </a:lnTo>
                <a:lnTo>
                  <a:pt x="233267" y="361330"/>
                </a:lnTo>
                <a:lnTo>
                  <a:pt x="207264" y="353568"/>
                </a:lnTo>
                <a:lnTo>
                  <a:pt x="207264" y="347472"/>
                </a:lnTo>
                <a:lnTo>
                  <a:pt x="253984" y="350901"/>
                </a:lnTo>
                <a:lnTo>
                  <a:pt x="277368" y="353568"/>
                </a:lnTo>
                <a:lnTo>
                  <a:pt x="308470" y="353568"/>
                </a:lnTo>
                <a:lnTo>
                  <a:pt x="307633" y="363474"/>
                </a:lnTo>
                <a:lnTo>
                  <a:pt x="300037" y="379476"/>
                </a:lnTo>
                <a:lnTo>
                  <a:pt x="286440" y="390906"/>
                </a:lnTo>
                <a:lnTo>
                  <a:pt x="266700" y="39776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" name="object 40"/>
          <p:cNvSpPr/>
          <p:nvPr/>
        </p:nvSpPr>
        <p:spPr>
          <a:xfrm>
            <a:off x="2567939" y="3569208"/>
            <a:ext cx="405765" cy="393700"/>
          </a:xfrm>
          <a:custGeom>
            <a:avLst/>
            <a:gdLst/>
            <a:ahLst/>
            <a:cxnLst/>
            <a:rect l="l" t="t" r="r" b="b"/>
            <a:pathLst>
              <a:path w="405764" h="393700">
                <a:moveTo>
                  <a:pt x="217932" y="36576"/>
                </a:moveTo>
                <a:lnTo>
                  <a:pt x="202692" y="21336"/>
                </a:lnTo>
                <a:lnTo>
                  <a:pt x="353568" y="21336"/>
                </a:lnTo>
                <a:lnTo>
                  <a:pt x="373380" y="0"/>
                </a:lnTo>
                <a:lnTo>
                  <a:pt x="402336" y="32004"/>
                </a:lnTo>
                <a:lnTo>
                  <a:pt x="259080" y="32004"/>
                </a:lnTo>
                <a:lnTo>
                  <a:pt x="247935" y="32289"/>
                </a:lnTo>
                <a:lnTo>
                  <a:pt x="237363" y="33147"/>
                </a:lnTo>
                <a:lnTo>
                  <a:pt x="227361" y="34575"/>
                </a:lnTo>
                <a:lnTo>
                  <a:pt x="217932" y="36576"/>
                </a:lnTo>
                <a:close/>
              </a:path>
              <a:path w="405764" h="393700">
                <a:moveTo>
                  <a:pt x="189846" y="19812"/>
                </a:moveTo>
                <a:lnTo>
                  <a:pt x="155448" y="19812"/>
                </a:lnTo>
                <a:lnTo>
                  <a:pt x="167640" y="1524"/>
                </a:lnTo>
                <a:lnTo>
                  <a:pt x="189846" y="19812"/>
                </a:lnTo>
                <a:close/>
              </a:path>
              <a:path w="405764" h="393700">
                <a:moveTo>
                  <a:pt x="53340" y="169164"/>
                </a:moveTo>
                <a:lnTo>
                  <a:pt x="53578" y="148566"/>
                </a:lnTo>
                <a:lnTo>
                  <a:pt x="54625" y="106799"/>
                </a:lnTo>
                <a:lnTo>
                  <a:pt x="54745" y="96012"/>
                </a:lnTo>
                <a:lnTo>
                  <a:pt x="54812" y="80772"/>
                </a:lnTo>
                <a:lnTo>
                  <a:pt x="54613" y="63722"/>
                </a:lnTo>
                <a:lnTo>
                  <a:pt x="53578" y="24693"/>
                </a:lnTo>
                <a:lnTo>
                  <a:pt x="53340" y="6096"/>
                </a:lnTo>
                <a:lnTo>
                  <a:pt x="76200" y="19812"/>
                </a:lnTo>
                <a:lnTo>
                  <a:pt x="189846" y="19812"/>
                </a:lnTo>
                <a:lnTo>
                  <a:pt x="193548" y="22860"/>
                </a:lnTo>
                <a:lnTo>
                  <a:pt x="184839" y="30480"/>
                </a:lnTo>
                <a:lnTo>
                  <a:pt x="76200" y="30480"/>
                </a:lnTo>
                <a:lnTo>
                  <a:pt x="76200" y="80772"/>
                </a:lnTo>
                <a:lnTo>
                  <a:pt x="181430" y="80772"/>
                </a:lnTo>
                <a:lnTo>
                  <a:pt x="181484" y="91440"/>
                </a:lnTo>
                <a:lnTo>
                  <a:pt x="76200" y="91440"/>
                </a:lnTo>
                <a:lnTo>
                  <a:pt x="76200" y="138684"/>
                </a:lnTo>
                <a:lnTo>
                  <a:pt x="182293" y="138684"/>
                </a:lnTo>
                <a:lnTo>
                  <a:pt x="182703" y="149352"/>
                </a:lnTo>
                <a:lnTo>
                  <a:pt x="76200" y="149352"/>
                </a:lnTo>
                <a:lnTo>
                  <a:pt x="76200" y="160020"/>
                </a:lnTo>
                <a:lnTo>
                  <a:pt x="53340" y="169164"/>
                </a:lnTo>
                <a:close/>
              </a:path>
              <a:path w="405764" h="393700">
                <a:moveTo>
                  <a:pt x="181430" y="80772"/>
                </a:moveTo>
                <a:lnTo>
                  <a:pt x="158496" y="80772"/>
                </a:lnTo>
                <a:lnTo>
                  <a:pt x="158496" y="30480"/>
                </a:lnTo>
                <a:lnTo>
                  <a:pt x="184839" y="30480"/>
                </a:lnTo>
                <a:lnTo>
                  <a:pt x="181356" y="33528"/>
                </a:lnTo>
                <a:lnTo>
                  <a:pt x="181430" y="80772"/>
                </a:lnTo>
                <a:close/>
              </a:path>
              <a:path w="405764" h="393700">
                <a:moveTo>
                  <a:pt x="280416" y="82296"/>
                </a:moveTo>
                <a:lnTo>
                  <a:pt x="271272" y="82296"/>
                </a:lnTo>
                <a:lnTo>
                  <a:pt x="274472" y="68580"/>
                </a:lnTo>
                <a:lnTo>
                  <a:pt x="276987" y="56007"/>
                </a:lnTo>
                <a:lnTo>
                  <a:pt x="278987" y="43719"/>
                </a:lnTo>
                <a:lnTo>
                  <a:pt x="280416" y="32004"/>
                </a:lnTo>
                <a:lnTo>
                  <a:pt x="309372" y="32004"/>
                </a:lnTo>
                <a:lnTo>
                  <a:pt x="305061" y="38576"/>
                </a:lnTo>
                <a:lnTo>
                  <a:pt x="298894" y="49149"/>
                </a:lnTo>
                <a:lnTo>
                  <a:pt x="290726" y="63722"/>
                </a:lnTo>
                <a:lnTo>
                  <a:pt x="280416" y="82296"/>
                </a:lnTo>
                <a:close/>
              </a:path>
              <a:path w="405764" h="393700">
                <a:moveTo>
                  <a:pt x="379730" y="82296"/>
                </a:moveTo>
                <a:lnTo>
                  <a:pt x="345948" y="82296"/>
                </a:lnTo>
                <a:lnTo>
                  <a:pt x="358140" y="67056"/>
                </a:lnTo>
                <a:lnTo>
                  <a:pt x="379730" y="82296"/>
                </a:lnTo>
                <a:close/>
              </a:path>
              <a:path w="405764" h="393700">
                <a:moveTo>
                  <a:pt x="224028" y="249936"/>
                </a:moveTo>
                <a:lnTo>
                  <a:pt x="226123" y="210312"/>
                </a:lnTo>
                <a:lnTo>
                  <a:pt x="226998" y="153924"/>
                </a:lnTo>
                <a:lnTo>
                  <a:pt x="226814" y="135874"/>
                </a:lnTo>
                <a:lnTo>
                  <a:pt x="226123" y="111633"/>
                </a:lnTo>
                <a:lnTo>
                  <a:pt x="225147" y="89106"/>
                </a:lnTo>
                <a:lnTo>
                  <a:pt x="224028" y="68580"/>
                </a:lnTo>
                <a:lnTo>
                  <a:pt x="248412" y="82296"/>
                </a:lnTo>
                <a:lnTo>
                  <a:pt x="379730" y="82296"/>
                </a:lnTo>
                <a:lnTo>
                  <a:pt x="384048" y="85344"/>
                </a:lnTo>
                <a:lnTo>
                  <a:pt x="375339" y="92964"/>
                </a:lnTo>
                <a:lnTo>
                  <a:pt x="248412" y="92964"/>
                </a:lnTo>
                <a:lnTo>
                  <a:pt x="248412" y="236220"/>
                </a:lnTo>
                <a:lnTo>
                  <a:pt x="224028" y="249936"/>
                </a:lnTo>
                <a:close/>
              </a:path>
              <a:path w="405764" h="393700">
                <a:moveTo>
                  <a:pt x="182293" y="138684"/>
                </a:moveTo>
                <a:lnTo>
                  <a:pt x="158496" y="138684"/>
                </a:lnTo>
                <a:lnTo>
                  <a:pt x="158496" y="91440"/>
                </a:lnTo>
                <a:lnTo>
                  <a:pt x="181484" y="91440"/>
                </a:lnTo>
                <a:lnTo>
                  <a:pt x="181601" y="106799"/>
                </a:lnTo>
                <a:lnTo>
                  <a:pt x="181998" y="131040"/>
                </a:lnTo>
                <a:lnTo>
                  <a:pt x="182293" y="138684"/>
                </a:lnTo>
                <a:close/>
              </a:path>
              <a:path w="405764" h="393700">
                <a:moveTo>
                  <a:pt x="350520" y="245363"/>
                </a:moveTo>
                <a:lnTo>
                  <a:pt x="350520" y="92964"/>
                </a:lnTo>
                <a:lnTo>
                  <a:pt x="375339" y="92964"/>
                </a:lnTo>
                <a:lnTo>
                  <a:pt x="371856" y="96012"/>
                </a:lnTo>
                <a:lnTo>
                  <a:pt x="371952" y="183308"/>
                </a:lnTo>
                <a:lnTo>
                  <a:pt x="372068" y="187452"/>
                </a:lnTo>
                <a:lnTo>
                  <a:pt x="372657" y="201334"/>
                </a:lnTo>
                <a:lnTo>
                  <a:pt x="373141" y="215193"/>
                </a:lnTo>
                <a:lnTo>
                  <a:pt x="373380" y="233172"/>
                </a:lnTo>
                <a:lnTo>
                  <a:pt x="350520" y="245363"/>
                </a:lnTo>
                <a:close/>
              </a:path>
              <a:path w="405764" h="393700">
                <a:moveTo>
                  <a:pt x="192024" y="345948"/>
                </a:moveTo>
                <a:lnTo>
                  <a:pt x="187452" y="341376"/>
                </a:lnTo>
                <a:lnTo>
                  <a:pt x="211740" y="327398"/>
                </a:lnTo>
                <a:lnTo>
                  <a:pt x="232029" y="312991"/>
                </a:lnTo>
                <a:lnTo>
                  <a:pt x="260604" y="283463"/>
                </a:lnTo>
                <a:lnTo>
                  <a:pt x="280320" y="231814"/>
                </a:lnTo>
                <a:lnTo>
                  <a:pt x="284321" y="189809"/>
                </a:lnTo>
                <a:lnTo>
                  <a:pt x="284540" y="161544"/>
                </a:lnTo>
                <a:lnTo>
                  <a:pt x="284321" y="143470"/>
                </a:lnTo>
                <a:lnTo>
                  <a:pt x="283464" y="118872"/>
                </a:lnTo>
                <a:lnTo>
                  <a:pt x="321564" y="137160"/>
                </a:lnTo>
                <a:lnTo>
                  <a:pt x="307848" y="149352"/>
                </a:lnTo>
                <a:lnTo>
                  <a:pt x="307276" y="183308"/>
                </a:lnTo>
                <a:lnTo>
                  <a:pt x="305562" y="211836"/>
                </a:lnTo>
                <a:lnTo>
                  <a:pt x="298704" y="251460"/>
                </a:lnTo>
                <a:lnTo>
                  <a:pt x="276844" y="292179"/>
                </a:lnTo>
                <a:lnTo>
                  <a:pt x="234315" y="327088"/>
                </a:lnTo>
                <a:lnTo>
                  <a:pt x="214598" y="337161"/>
                </a:lnTo>
                <a:lnTo>
                  <a:pt x="192024" y="345948"/>
                </a:lnTo>
                <a:close/>
              </a:path>
              <a:path w="405764" h="393700">
                <a:moveTo>
                  <a:pt x="158496" y="166116"/>
                </a:moveTo>
                <a:lnTo>
                  <a:pt x="158496" y="149352"/>
                </a:lnTo>
                <a:lnTo>
                  <a:pt x="182703" y="149352"/>
                </a:lnTo>
                <a:lnTo>
                  <a:pt x="182880" y="153924"/>
                </a:lnTo>
                <a:lnTo>
                  <a:pt x="158496" y="166116"/>
                </a:lnTo>
                <a:close/>
              </a:path>
              <a:path w="405764" h="393700">
                <a:moveTo>
                  <a:pt x="30480" y="204216"/>
                </a:moveTo>
                <a:lnTo>
                  <a:pt x="13716" y="187452"/>
                </a:lnTo>
                <a:lnTo>
                  <a:pt x="167640" y="187452"/>
                </a:lnTo>
                <a:lnTo>
                  <a:pt x="187452" y="167640"/>
                </a:lnTo>
                <a:lnTo>
                  <a:pt x="216408" y="198120"/>
                </a:lnTo>
                <a:lnTo>
                  <a:pt x="71628" y="198120"/>
                </a:lnTo>
                <a:lnTo>
                  <a:pt x="60483" y="198429"/>
                </a:lnTo>
                <a:lnTo>
                  <a:pt x="49911" y="199453"/>
                </a:lnTo>
                <a:lnTo>
                  <a:pt x="39909" y="201334"/>
                </a:lnTo>
                <a:lnTo>
                  <a:pt x="30480" y="204216"/>
                </a:lnTo>
                <a:close/>
              </a:path>
              <a:path w="405764" h="393700">
                <a:moveTo>
                  <a:pt x="131064" y="330708"/>
                </a:moveTo>
                <a:lnTo>
                  <a:pt x="108204" y="330708"/>
                </a:lnTo>
                <a:lnTo>
                  <a:pt x="108204" y="198120"/>
                </a:lnTo>
                <a:lnTo>
                  <a:pt x="131064" y="198120"/>
                </a:lnTo>
                <a:lnTo>
                  <a:pt x="131064" y="259080"/>
                </a:lnTo>
                <a:lnTo>
                  <a:pt x="199242" y="259080"/>
                </a:lnTo>
                <a:lnTo>
                  <a:pt x="208788" y="269748"/>
                </a:lnTo>
                <a:lnTo>
                  <a:pt x="131064" y="269748"/>
                </a:lnTo>
                <a:lnTo>
                  <a:pt x="131064" y="330708"/>
                </a:lnTo>
                <a:close/>
              </a:path>
              <a:path w="405764" h="393700">
                <a:moveTo>
                  <a:pt x="6096" y="393192"/>
                </a:moveTo>
                <a:lnTo>
                  <a:pt x="0" y="390143"/>
                </a:lnTo>
                <a:lnTo>
                  <a:pt x="9715" y="370998"/>
                </a:lnTo>
                <a:lnTo>
                  <a:pt x="18288" y="350139"/>
                </a:lnTo>
                <a:lnTo>
                  <a:pt x="32004" y="303275"/>
                </a:lnTo>
                <a:lnTo>
                  <a:pt x="41148" y="256984"/>
                </a:lnTo>
                <a:lnTo>
                  <a:pt x="45720" y="216408"/>
                </a:lnTo>
                <a:lnTo>
                  <a:pt x="80772" y="233172"/>
                </a:lnTo>
                <a:lnTo>
                  <a:pt x="74223" y="238291"/>
                </a:lnTo>
                <a:lnTo>
                  <a:pt x="68389" y="248983"/>
                </a:lnTo>
                <a:lnTo>
                  <a:pt x="63412" y="265104"/>
                </a:lnTo>
                <a:lnTo>
                  <a:pt x="59436" y="286511"/>
                </a:lnTo>
                <a:lnTo>
                  <a:pt x="68115" y="297180"/>
                </a:lnTo>
                <a:lnTo>
                  <a:pt x="56388" y="297180"/>
                </a:lnTo>
                <a:lnTo>
                  <a:pt x="45529" y="327183"/>
                </a:lnTo>
                <a:lnTo>
                  <a:pt x="33528" y="353187"/>
                </a:lnTo>
                <a:lnTo>
                  <a:pt x="20383" y="375189"/>
                </a:lnTo>
                <a:lnTo>
                  <a:pt x="6096" y="393192"/>
                </a:lnTo>
                <a:close/>
              </a:path>
              <a:path w="405764" h="393700">
                <a:moveTo>
                  <a:pt x="199242" y="259080"/>
                </a:moveTo>
                <a:lnTo>
                  <a:pt x="164592" y="259080"/>
                </a:lnTo>
                <a:lnTo>
                  <a:pt x="182880" y="240792"/>
                </a:lnTo>
                <a:lnTo>
                  <a:pt x="199242" y="259080"/>
                </a:lnTo>
                <a:close/>
              </a:path>
              <a:path w="405764" h="393700">
                <a:moveTo>
                  <a:pt x="379476" y="333756"/>
                </a:moveTo>
                <a:lnTo>
                  <a:pt x="374904" y="333756"/>
                </a:lnTo>
                <a:lnTo>
                  <a:pt x="371529" y="327088"/>
                </a:lnTo>
                <a:lnTo>
                  <a:pt x="365760" y="316992"/>
                </a:lnTo>
                <a:lnTo>
                  <a:pt x="356663" y="303799"/>
                </a:lnTo>
                <a:lnTo>
                  <a:pt x="343281" y="289179"/>
                </a:lnTo>
                <a:lnTo>
                  <a:pt x="325897" y="272843"/>
                </a:lnTo>
                <a:lnTo>
                  <a:pt x="304800" y="254508"/>
                </a:lnTo>
                <a:lnTo>
                  <a:pt x="307848" y="248411"/>
                </a:lnTo>
                <a:lnTo>
                  <a:pt x="360616" y="274891"/>
                </a:lnTo>
                <a:lnTo>
                  <a:pt x="388620" y="303275"/>
                </a:lnTo>
                <a:lnTo>
                  <a:pt x="388620" y="312420"/>
                </a:lnTo>
                <a:lnTo>
                  <a:pt x="387096" y="318516"/>
                </a:lnTo>
                <a:lnTo>
                  <a:pt x="384048" y="324612"/>
                </a:lnTo>
                <a:lnTo>
                  <a:pt x="382524" y="330708"/>
                </a:lnTo>
                <a:lnTo>
                  <a:pt x="379476" y="333756"/>
                </a:lnTo>
                <a:close/>
              </a:path>
              <a:path w="405764" h="393700">
                <a:moveTo>
                  <a:pt x="304990" y="381309"/>
                </a:moveTo>
                <a:lnTo>
                  <a:pt x="250698" y="380047"/>
                </a:lnTo>
                <a:lnTo>
                  <a:pt x="208978" y="377356"/>
                </a:lnTo>
                <a:lnTo>
                  <a:pt x="159234" y="369379"/>
                </a:lnTo>
                <a:lnTo>
                  <a:pt x="109728" y="350519"/>
                </a:lnTo>
                <a:lnTo>
                  <a:pt x="70080" y="315158"/>
                </a:lnTo>
                <a:lnTo>
                  <a:pt x="56388" y="297180"/>
                </a:lnTo>
                <a:lnTo>
                  <a:pt x="68115" y="297180"/>
                </a:lnTo>
                <a:lnTo>
                  <a:pt x="69413" y="298775"/>
                </a:lnTo>
                <a:lnTo>
                  <a:pt x="80962" y="310324"/>
                </a:lnTo>
                <a:lnTo>
                  <a:pt x="93940" y="321016"/>
                </a:lnTo>
                <a:lnTo>
                  <a:pt x="108204" y="330708"/>
                </a:lnTo>
                <a:lnTo>
                  <a:pt x="131064" y="330708"/>
                </a:lnTo>
                <a:lnTo>
                  <a:pt x="131064" y="336804"/>
                </a:lnTo>
                <a:lnTo>
                  <a:pt x="177927" y="349186"/>
                </a:lnTo>
                <a:lnTo>
                  <a:pt x="249936" y="353567"/>
                </a:lnTo>
                <a:lnTo>
                  <a:pt x="404649" y="353877"/>
                </a:lnTo>
                <a:lnTo>
                  <a:pt x="391144" y="359568"/>
                </a:lnTo>
                <a:lnTo>
                  <a:pt x="380619" y="366141"/>
                </a:lnTo>
                <a:lnTo>
                  <a:pt x="374094" y="373284"/>
                </a:lnTo>
                <a:lnTo>
                  <a:pt x="371856" y="381000"/>
                </a:lnTo>
                <a:lnTo>
                  <a:pt x="304990" y="381309"/>
                </a:lnTo>
                <a:close/>
              </a:path>
              <a:path w="405764" h="393700">
                <a:moveTo>
                  <a:pt x="404649" y="353877"/>
                </a:moveTo>
                <a:lnTo>
                  <a:pt x="291369" y="353877"/>
                </a:lnTo>
                <a:lnTo>
                  <a:pt x="331089" y="352615"/>
                </a:lnTo>
                <a:lnTo>
                  <a:pt x="369093" y="349924"/>
                </a:lnTo>
                <a:lnTo>
                  <a:pt x="405384" y="345948"/>
                </a:lnTo>
                <a:lnTo>
                  <a:pt x="405384" y="353567"/>
                </a:lnTo>
                <a:lnTo>
                  <a:pt x="404649" y="35387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" name="object 41"/>
          <p:cNvSpPr/>
          <p:nvPr/>
        </p:nvSpPr>
        <p:spPr>
          <a:xfrm>
            <a:off x="3049523" y="3558540"/>
            <a:ext cx="356870" cy="402590"/>
          </a:xfrm>
          <a:custGeom>
            <a:avLst/>
            <a:gdLst/>
            <a:ahLst/>
            <a:cxnLst/>
            <a:rect l="l" t="t" r="r" b="b"/>
            <a:pathLst>
              <a:path w="356870" h="402589">
                <a:moveTo>
                  <a:pt x="54864" y="91440"/>
                </a:moveTo>
                <a:lnTo>
                  <a:pt x="44196" y="91440"/>
                </a:lnTo>
                <a:lnTo>
                  <a:pt x="51339" y="63436"/>
                </a:lnTo>
                <a:lnTo>
                  <a:pt x="56769" y="38862"/>
                </a:lnTo>
                <a:lnTo>
                  <a:pt x="60483" y="17716"/>
                </a:lnTo>
                <a:lnTo>
                  <a:pt x="62484" y="0"/>
                </a:lnTo>
                <a:lnTo>
                  <a:pt x="100584" y="21336"/>
                </a:lnTo>
                <a:lnTo>
                  <a:pt x="91725" y="29075"/>
                </a:lnTo>
                <a:lnTo>
                  <a:pt x="81153" y="43243"/>
                </a:lnTo>
                <a:lnTo>
                  <a:pt x="68865" y="63984"/>
                </a:lnTo>
                <a:lnTo>
                  <a:pt x="54864" y="91440"/>
                </a:lnTo>
                <a:close/>
              </a:path>
              <a:path w="356870" h="402589">
                <a:moveTo>
                  <a:pt x="147828" y="192024"/>
                </a:moveTo>
                <a:lnTo>
                  <a:pt x="143256" y="188976"/>
                </a:lnTo>
                <a:lnTo>
                  <a:pt x="160162" y="161496"/>
                </a:lnTo>
                <a:lnTo>
                  <a:pt x="174498" y="136017"/>
                </a:lnTo>
                <a:lnTo>
                  <a:pt x="196596" y="89916"/>
                </a:lnTo>
                <a:lnTo>
                  <a:pt x="211836" y="46482"/>
                </a:lnTo>
                <a:lnTo>
                  <a:pt x="222503" y="3048"/>
                </a:lnTo>
                <a:lnTo>
                  <a:pt x="260603" y="24384"/>
                </a:lnTo>
                <a:lnTo>
                  <a:pt x="252864" y="32361"/>
                </a:lnTo>
                <a:lnTo>
                  <a:pt x="243268" y="47053"/>
                </a:lnTo>
                <a:lnTo>
                  <a:pt x="231671" y="68318"/>
                </a:lnTo>
                <a:lnTo>
                  <a:pt x="217932" y="96012"/>
                </a:lnTo>
                <a:lnTo>
                  <a:pt x="348996" y="96012"/>
                </a:lnTo>
                <a:lnTo>
                  <a:pt x="356616" y="103632"/>
                </a:lnTo>
                <a:lnTo>
                  <a:pt x="352806" y="106680"/>
                </a:lnTo>
                <a:lnTo>
                  <a:pt x="213360" y="106680"/>
                </a:lnTo>
                <a:lnTo>
                  <a:pt x="197977" y="130944"/>
                </a:lnTo>
                <a:lnTo>
                  <a:pt x="181737" y="153352"/>
                </a:lnTo>
                <a:lnTo>
                  <a:pt x="164925" y="173759"/>
                </a:lnTo>
                <a:lnTo>
                  <a:pt x="147828" y="192024"/>
                </a:lnTo>
                <a:close/>
              </a:path>
              <a:path w="356870" h="402589">
                <a:moveTo>
                  <a:pt x="147828" y="91440"/>
                </a:moveTo>
                <a:lnTo>
                  <a:pt x="111252" y="91440"/>
                </a:lnTo>
                <a:lnTo>
                  <a:pt x="129540" y="73152"/>
                </a:lnTo>
                <a:lnTo>
                  <a:pt x="147828" y="91440"/>
                </a:lnTo>
                <a:close/>
              </a:path>
              <a:path w="356870" h="402589">
                <a:moveTo>
                  <a:pt x="0" y="399288"/>
                </a:moveTo>
                <a:lnTo>
                  <a:pt x="848" y="359664"/>
                </a:lnTo>
                <a:lnTo>
                  <a:pt x="1333" y="317182"/>
                </a:lnTo>
                <a:lnTo>
                  <a:pt x="1427" y="178308"/>
                </a:lnTo>
                <a:lnTo>
                  <a:pt x="1310" y="153352"/>
                </a:lnTo>
                <a:lnTo>
                  <a:pt x="891" y="115824"/>
                </a:lnTo>
                <a:lnTo>
                  <a:pt x="0" y="74676"/>
                </a:lnTo>
                <a:lnTo>
                  <a:pt x="25908" y="91440"/>
                </a:lnTo>
                <a:lnTo>
                  <a:pt x="147828" y="91440"/>
                </a:lnTo>
                <a:lnTo>
                  <a:pt x="155448" y="99060"/>
                </a:lnTo>
                <a:lnTo>
                  <a:pt x="150876" y="102108"/>
                </a:lnTo>
                <a:lnTo>
                  <a:pt x="24384" y="102108"/>
                </a:lnTo>
                <a:lnTo>
                  <a:pt x="24384" y="213360"/>
                </a:lnTo>
                <a:lnTo>
                  <a:pt x="137471" y="213360"/>
                </a:lnTo>
                <a:lnTo>
                  <a:pt x="137525" y="222504"/>
                </a:lnTo>
                <a:lnTo>
                  <a:pt x="24384" y="222504"/>
                </a:lnTo>
                <a:lnTo>
                  <a:pt x="24384" y="344424"/>
                </a:lnTo>
                <a:lnTo>
                  <a:pt x="138498" y="344424"/>
                </a:lnTo>
                <a:lnTo>
                  <a:pt x="138565" y="355092"/>
                </a:lnTo>
                <a:lnTo>
                  <a:pt x="24384" y="355092"/>
                </a:lnTo>
                <a:lnTo>
                  <a:pt x="24384" y="384048"/>
                </a:lnTo>
                <a:lnTo>
                  <a:pt x="0" y="399288"/>
                </a:lnTo>
                <a:close/>
              </a:path>
              <a:path w="356870" h="402589">
                <a:moveTo>
                  <a:pt x="348996" y="96012"/>
                </a:moveTo>
                <a:lnTo>
                  <a:pt x="310896" y="96012"/>
                </a:lnTo>
                <a:lnTo>
                  <a:pt x="330708" y="77724"/>
                </a:lnTo>
                <a:lnTo>
                  <a:pt x="348996" y="96012"/>
                </a:lnTo>
                <a:close/>
              </a:path>
              <a:path w="356870" h="402589">
                <a:moveTo>
                  <a:pt x="137471" y="213360"/>
                </a:moveTo>
                <a:lnTo>
                  <a:pt x="114300" y="213360"/>
                </a:lnTo>
                <a:lnTo>
                  <a:pt x="114300" y="102108"/>
                </a:lnTo>
                <a:lnTo>
                  <a:pt x="150876" y="102108"/>
                </a:lnTo>
                <a:lnTo>
                  <a:pt x="137160" y="111252"/>
                </a:lnTo>
                <a:lnTo>
                  <a:pt x="137264" y="161496"/>
                </a:lnTo>
                <a:lnTo>
                  <a:pt x="137370" y="195976"/>
                </a:lnTo>
                <a:lnTo>
                  <a:pt x="137471" y="213360"/>
                </a:lnTo>
                <a:close/>
              </a:path>
              <a:path w="356870" h="402589">
                <a:moveTo>
                  <a:pt x="327448" y="359664"/>
                </a:moveTo>
                <a:lnTo>
                  <a:pt x="283464" y="359664"/>
                </a:lnTo>
                <a:lnTo>
                  <a:pt x="291965" y="357925"/>
                </a:lnTo>
                <a:lnTo>
                  <a:pt x="298894" y="352615"/>
                </a:lnTo>
                <a:lnTo>
                  <a:pt x="308620" y="305360"/>
                </a:lnTo>
                <a:lnTo>
                  <a:pt x="310896" y="259842"/>
                </a:lnTo>
                <a:lnTo>
                  <a:pt x="313146" y="194571"/>
                </a:lnTo>
                <a:lnTo>
                  <a:pt x="315467" y="106680"/>
                </a:lnTo>
                <a:lnTo>
                  <a:pt x="352806" y="106680"/>
                </a:lnTo>
                <a:lnTo>
                  <a:pt x="341376" y="115824"/>
                </a:lnTo>
                <a:lnTo>
                  <a:pt x="339535" y="190085"/>
                </a:lnTo>
                <a:lnTo>
                  <a:pt x="337620" y="250155"/>
                </a:lnTo>
                <a:lnTo>
                  <a:pt x="335560" y="296107"/>
                </a:lnTo>
                <a:lnTo>
                  <a:pt x="333280" y="328013"/>
                </a:lnTo>
                <a:lnTo>
                  <a:pt x="330708" y="345948"/>
                </a:lnTo>
                <a:lnTo>
                  <a:pt x="327874" y="358521"/>
                </a:lnTo>
                <a:lnTo>
                  <a:pt x="327448" y="359664"/>
                </a:lnTo>
                <a:close/>
              </a:path>
              <a:path w="356870" h="402589">
                <a:moveTo>
                  <a:pt x="231648" y="269748"/>
                </a:moveTo>
                <a:lnTo>
                  <a:pt x="230124" y="269748"/>
                </a:lnTo>
                <a:lnTo>
                  <a:pt x="226742" y="268295"/>
                </a:lnTo>
                <a:lnTo>
                  <a:pt x="223647" y="263842"/>
                </a:lnTo>
                <a:lnTo>
                  <a:pt x="221122" y="256246"/>
                </a:lnTo>
                <a:lnTo>
                  <a:pt x="219456" y="245364"/>
                </a:lnTo>
                <a:lnTo>
                  <a:pt x="214884" y="228242"/>
                </a:lnTo>
                <a:lnTo>
                  <a:pt x="208026" y="211264"/>
                </a:lnTo>
                <a:lnTo>
                  <a:pt x="198882" y="194571"/>
                </a:lnTo>
                <a:lnTo>
                  <a:pt x="187452" y="178308"/>
                </a:lnTo>
                <a:lnTo>
                  <a:pt x="192024" y="172212"/>
                </a:lnTo>
                <a:lnTo>
                  <a:pt x="224409" y="199834"/>
                </a:lnTo>
                <a:lnTo>
                  <a:pt x="246888" y="236220"/>
                </a:lnTo>
                <a:lnTo>
                  <a:pt x="246888" y="248412"/>
                </a:lnTo>
                <a:lnTo>
                  <a:pt x="245364" y="256032"/>
                </a:lnTo>
                <a:lnTo>
                  <a:pt x="240791" y="260603"/>
                </a:lnTo>
                <a:lnTo>
                  <a:pt x="236220" y="266700"/>
                </a:lnTo>
                <a:lnTo>
                  <a:pt x="231648" y="269748"/>
                </a:lnTo>
                <a:close/>
              </a:path>
              <a:path w="356870" h="402589">
                <a:moveTo>
                  <a:pt x="138498" y="344424"/>
                </a:moveTo>
                <a:lnTo>
                  <a:pt x="114300" y="344424"/>
                </a:lnTo>
                <a:lnTo>
                  <a:pt x="114300" y="222504"/>
                </a:lnTo>
                <a:lnTo>
                  <a:pt x="137525" y="222504"/>
                </a:lnTo>
                <a:lnTo>
                  <a:pt x="137731" y="256032"/>
                </a:lnTo>
                <a:lnTo>
                  <a:pt x="138498" y="344424"/>
                </a:lnTo>
                <a:close/>
              </a:path>
              <a:path w="356870" h="402589">
                <a:moveTo>
                  <a:pt x="278891" y="402336"/>
                </a:moveTo>
                <a:lnTo>
                  <a:pt x="271772" y="389453"/>
                </a:lnTo>
                <a:lnTo>
                  <a:pt x="259651" y="378142"/>
                </a:lnTo>
                <a:lnTo>
                  <a:pt x="242673" y="368260"/>
                </a:lnTo>
                <a:lnTo>
                  <a:pt x="220979" y="359664"/>
                </a:lnTo>
                <a:lnTo>
                  <a:pt x="220979" y="352044"/>
                </a:lnTo>
                <a:lnTo>
                  <a:pt x="241244" y="355806"/>
                </a:lnTo>
                <a:lnTo>
                  <a:pt x="258508" y="358140"/>
                </a:lnTo>
                <a:lnTo>
                  <a:pt x="272629" y="359330"/>
                </a:lnTo>
                <a:lnTo>
                  <a:pt x="283464" y="359664"/>
                </a:lnTo>
                <a:lnTo>
                  <a:pt x="327448" y="359664"/>
                </a:lnTo>
                <a:lnTo>
                  <a:pt x="324040" y="368808"/>
                </a:lnTo>
                <a:lnTo>
                  <a:pt x="289726" y="397740"/>
                </a:lnTo>
                <a:lnTo>
                  <a:pt x="278891" y="402336"/>
                </a:lnTo>
                <a:close/>
              </a:path>
              <a:path w="356870" h="402589">
                <a:moveTo>
                  <a:pt x="114300" y="391668"/>
                </a:moveTo>
                <a:lnTo>
                  <a:pt x="114300" y="355092"/>
                </a:lnTo>
                <a:lnTo>
                  <a:pt x="138565" y="355092"/>
                </a:lnTo>
                <a:lnTo>
                  <a:pt x="138684" y="377952"/>
                </a:lnTo>
                <a:lnTo>
                  <a:pt x="114300" y="39166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" name="object 42"/>
          <p:cNvSpPr/>
          <p:nvPr/>
        </p:nvSpPr>
        <p:spPr>
          <a:xfrm>
            <a:off x="3457955" y="3555504"/>
            <a:ext cx="852169" cy="411480"/>
          </a:xfrm>
          <a:custGeom>
            <a:avLst/>
            <a:gdLst/>
            <a:ahLst/>
            <a:cxnLst/>
            <a:rect l="l" t="t" r="r" b="b"/>
            <a:pathLst>
              <a:path w="852170" h="411479">
                <a:moveTo>
                  <a:pt x="120396" y="70091"/>
                </a:moveTo>
                <a:lnTo>
                  <a:pt x="96596" y="38811"/>
                </a:lnTo>
                <a:lnTo>
                  <a:pt x="51816" y="15227"/>
                </a:lnTo>
                <a:lnTo>
                  <a:pt x="50292" y="21323"/>
                </a:lnTo>
                <a:lnTo>
                  <a:pt x="63119" y="33693"/>
                </a:lnTo>
                <a:lnTo>
                  <a:pt x="74104" y="45897"/>
                </a:lnTo>
                <a:lnTo>
                  <a:pt x="83070" y="58407"/>
                </a:lnTo>
                <a:lnTo>
                  <a:pt x="89916" y="71615"/>
                </a:lnTo>
                <a:lnTo>
                  <a:pt x="94246" y="80746"/>
                </a:lnTo>
                <a:lnTo>
                  <a:pt x="98298" y="87426"/>
                </a:lnTo>
                <a:lnTo>
                  <a:pt x="102336" y="91554"/>
                </a:lnTo>
                <a:lnTo>
                  <a:pt x="106680" y="92951"/>
                </a:lnTo>
                <a:lnTo>
                  <a:pt x="108204" y="92951"/>
                </a:lnTo>
                <a:lnTo>
                  <a:pt x="109728" y="89903"/>
                </a:lnTo>
                <a:lnTo>
                  <a:pt x="118872" y="83807"/>
                </a:lnTo>
                <a:lnTo>
                  <a:pt x="120396" y="77711"/>
                </a:lnTo>
                <a:lnTo>
                  <a:pt x="120396" y="70091"/>
                </a:lnTo>
                <a:close/>
              </a:path>
              <a:path w="852170" h="411479">
                <a:moveTo>
                  <a:pt x="169164" y="286499"/>
                </a:moveTo>
                <a:lnTo>
                  <a:pt x="166116" y="281927"/>
                </a:lnTo>
                <a:lnTo>
                  <a:pt x="97536" y="341363"/>
                </a:lnTo>
                <a:lnTo>
                  <a:pt x="97536" y="179819"/>
                </a:lnTo>
                <a:lnTo>
                  <a:pt x="108013" y="172199"/>
                </a:lnTo>
                <a:lnTo>
                  <a:pt x="114300" y="167627"/>
                </a:lnTo>
                <a:lnTo>
                  <a:pt x="89916" y="143243"/>
                </a:lnTo>
                <a:lnTo>
                  <a:pt x="71628" y="161531"/>
                </a:lnTo>
                <a:lnTo>
                  <a:pt x="0" y="161531"/>
                </a:lnTo>
                <a:lnTo>
                  <a:pt x="15240" y="176771"/>
                </a:lnTo>
                <a:lnTo>
                  <a:pt x="24714" y="174777"/>
                </a:lnTo>
                <a:lnTo>
                  <a:pt x="32766" y="173342"/>
                </a:lnTo>
                <a:lnTo>
                  <a:pt x="39662" y="172491"/>
                </a:lnTo>
                <a:lnTo>
                  <a:pt x="45720" y="172199"/>
                </a:lnTo>
                <a:lnTo>
                  <a:pt x="74676" y="172199"/>
                </a:lnTo>
                <a:lnTo>
                  <a:pt x="74574" y="332219"/>
                </a:lnTo>
                <a:lnTo>
                  <a:pt x="68580" y="361175"/>
                </a:lnTo>
                <a:lnTo>
                  <a:pt x="94488" y="391655"/>
                </a:lnTo>
                <a:lnTo>
                  <a:pt x="104216" y="375018"/>
                </a:lnTo>
                <a:lnTo>
                  <a:pt x="119824" y="352221"/>
                </a:lnTo>
                <a:lnTo>
                  <a:pt x="127800" y="341363"/>
                </a:lnTo>
                <a:lnTo>
                  <a:pt x="141414" y="322872"/>
                </a:lnTo>
                <a:lnTo>
                  <a:pt x="169164" y="286499"/>
                </a:lnTo>
                <a:close/>
              </a:path>
              <a:path w="852170" h="411479">
                <a:moveTo>
                  <a:pt x="408432" y="173723"/>
                </a:moveTo>
                <a:lnTo>
                  <a:pt x="377952" y="141719"/>
                </a:lnTo>
                <a:lnTo>
                  <a:pt x="355092" y="163055"/>
                </a:lnTo>
                <a:lnTo>
                  <a:pt x="275844" y="163055"/>
                </a:lnTo>
                <a:lnTo>
                  <a:pt x="275844" y="45707"/>
                </a:lnTo>
                <a:lnTo>
                  <a:pt x="291084" y="31991"/>
                </a:lnTo>
                <a:lnTo>
                  <a:pt x="248412" y="12179"/>
                </a:lnTo>
                <a:lnTo>
                  <a:pt x="249288" y="34467"/>
                </a:lnTo>
                <a:lnTo>
                  <a:pt x="249745" y="67043"/>
                </a:lnTo>
                <a:lnTo>
                  <a:pt x="249910" y="109905"/>
                </a:lnTo>
                <a:lnTo>
                  <a:pt x="249936" y="163055"/>
                </a:lnTo>
                <a:lnTo>
                  <a:pt x="132588" y="163055"/>
                </a:lnTo>
                <a:lnTo>
                  <a:pt x="147828" y="179819"/>
                </a:lnTo>
                <a:lnTo>
                  <a:pt x="157873" y="176949"/>
                </a:lnTo>
                <a:lnTo>
                  <a:pt x="167640" y="175056"/>
                </a:lnTo>
                <a:lnTo>
                  <a:pt x="177393" y="174040"/>
                </a:lnTo>
                <a:lnTo>
                  <a:pt x="187452" y="173723"/>
                </a:lnTo>
                <a:lnTo>
                  <a:pt x="249936" y="173723"/>
                </a:lnTo>
                <a:lnTo>
                  <a:pt x="249821" y="352221"/>
                </a:lnTo>
                <a:lnTo>
                  <a:pt x="249745" y="361746"/>
                </a:lnTo>
                <a:lnTo>
                  <a:pt x="249288" y="383590"/>
                </a:lnTo>
                <a:lnTo>
                  <a:pt x="248412" y="408419"/>
                </a:lnTo>
                <a:lnTo>
                  <a:pt x="278892" y="396227"/>
                </a:lnTo>
                <a:lnTo>
                  <a:pt x="276098" y="349084"/>
                </a:lnTo>
                <a:lnTo>
                  <a:pt x="275844" y="173723"/>
                </a:lnTo>
                <a:lnTo>
                  <a:pt x="408432" y="173723"/>
                </a:lnTo>
                <a:close/>
              </a:path>
              <a:path w="852170" h="411479">
                <a:moveTo>
                  <a:pt x="664451" y="64008"/>
                </a:moveTo>
                <a:lnTo>
                  <a:pt x="654850" y="53340"/>
                </a:lnTo>
                <a:lnTo>
                  <a:pt x="637019" y="33528"/>
                </a:lnTo>
                <a:lnTo>
                  <a:pt x="615683" y="53340"/>
                </a:lnTo>
                <a:lnTo>
                  <a:pt x="539483" y="53340"/>
                </a:lnTo>
                <a:lnTo>
                  <a:pt x="544042" y="46786"/>
                </a:lnTo>
                <a:lnTo>
                  <a:pt x="548436" y="40957"/>
                </a:lnTo>
                <a:lnTo>
                  <a:pt x="552564" y="35979"/>
                </a:lnTo>
                <a:lnTo>
                  <a:pt x="556247" y="32004"/>
                </a:lnTo>
                <a:lnTo>
                  <a:pt x="559295" y="27432"/>
                </a:lnTo>
                <a:lnTo>
                  <a:pt x="565391" y="22860"/>
                </a:lnTo>
                <a:lnTo>
                  <a:pt x="571487" y="19812"/>
                </a:lnTo>
                <a:lnTo>
                  <a:pt x="537959" y="0"/>
                </a:lnTo>
                <a:lnTo>
                  <a:pt x="515289" y="55054"/>
                </a:lnTo>
                <a:lnTo>
                  <a:pt x="493763" y="92964"/>
                </a:lnTo>
                <a:lnTo>
                  <a:pt x="465480" y="128536"/>
                </a:lnTo>
                <a:lnTo>
                  <a:pt x="457187" y="137160"/>
                </a:lnTo>
                <a:lnTo>
                  <a:pt x="460235" y="143256"/>
                </a:lnTo>
                <a:lnTo>
                  <a:pt x="492810" y="116459"/>
                </a:lnTo>
                <a:lnTo>
                  <a:pt x="525183" y="76911"/>
                </a:lnTo>
                <a:lnTo>
                  <a:pt x="533387" y="64008"/>
                </a:lnTo>
                <a:lnTo>
                  <a:pt x="563867" y="64008"/>
                </a:lnTo>
                <a:lnTo>
                  <a:pt x="582155" y="99060"/>
                </a:lnTo>
                <a:lnTo>
                  <a:pt x="583679" y="105156"/>
                </a:lnTo>
                <a:lnTo>
                  <a:pt x="583679" y="108204"/>
                </a:lnTo>
                <a:lnTo>
                  <a:pt x="585203" y="112776"/>
                </a:lnTo>
                <a:lnTo>
                  <a:pt x="588251" y="114300"/>
                </a:lnTo>
                <a:lnTo>
                  <a:pt x="595871" y="114300"/>
                </a:lnTo>
                <a:lnTo>
                  <a:pt x="601967" y="111252"/>
                </a:lnTo>
                <a:lnTo>
                  <a:pt x="605015" y="105156"/>
                </a:lnTo>
                <a:lnTo>
                  <a:pt x="608063" y="96012"/>
                </a:lnTo>
                <a:lnTo>
                  <a:pt x="607783" y="89725"/>
                </a:lnTo>
                <a:lnTo>
                  <a:pt x="602348" y="82296"/>
                </a:lnTo>
                <a:lnTo>
                  <a:pt x="591781" y="73723"/>
                </a:lnTo>
                <a:lnTo>
                  <a:pt x="576059" y="64008"/>
                </a:lnTo>
                <a:lnTo>
                  <a:pt x="664451" y="64008"/>
                </a:lnTo>
                <a:close/>
              </a:path>
              <a:path w="852170" h="411479">
                <a:moveTo>
                  <a:pt x="844283" y="65532"/>
                </a:moveTo>
                <a:lnTo>
                  <a:pt x="836104" y="56388"/>
                </a:lnTo>
                <a:lnTo>
                  <a:pt x="818375" y="36576"/>
                </a:lnTo>
                <a:lnTo>
                  <a:pt x="798563" y="56388"/>
                </a:lnTo>
                <a:lnTo>
                  <a:pt x="704075" y="56388"/>
                </a:lnTo>
                <a:lnTo>
                  <a:pt x="707745" y="50901"/>
                </a:lnTo>
                <a:lnTo>
                  <a:pt x="715657" y="40525"/>
                </a:lnTo>
                <a:lnTo>
                  <a:pt x="719315" y="35052"/>
                </a:lnTo>
                <a:lnTo>
                  <a:pt x="725411" y="27432"/>
                </a:lnTo>
                <a:lnTo>
                  <a:pt x="731507" y="24384"/>
                </a:lnTo>
                <a:lnTo>
                  <a:pt x="737603" y="22860"/>
                </a:lnTo>
                <a:lnTo>
                  <a:pt x="705599" y="1524"/>
                </a:lnTo>
                <a:lnTo>
                  <a:pt x="685787" y="50292"/>
                </a:lnTo>
                <a:lnTo>
                  <a:pt x="657072" y="97866"/>
                </a:lnTo>
                <a:lnTo>
                  <a:pt x="646163" y="111252"/>
                </a:lnTo>
                <a:lnTo>
                  <a:pt x="652259" y="114300"/>
                </a:lnTo>
                <a:lnTo>
                  <a:pt x="681507" y="84175"/>
                </a:lnTo>
                <a:lnTo>
                  <a:pt x="686930" y="78295"/>
                </a:lnTo>
                <a:lnTo>
                  <a:pt x="692937" y="72123"/>
                </a:lnTo>
                <a:lnTo>
                  <a:pt x="699503" y="65532"/>
                </a:lnTo>
                <a:lnTo>
                  <a:pt x="740651" y="65532"/>
                </a:lnTo>
                <a:lnTo>
                  <a:pt x="771131" y="103632"/>
                </a:lnTo>
                <a:lnTo>
                  <a:pt x="774179" y="108204"/>
                </a:lnTo>
                <a:lnTo>
                  <a:pt x="777227" y="114300"/>
                </a:lnTo>
                <a:lnTo>
                  <a:pt x="780275" y="117348"/>
                </a:lnTo>
                <a:lnTo>
                  <a:pt x="783323" y="117348"/>
                </a:lnTo>
                <a:lnTo>
                  <a:pt x="789419" y="111252"/>
                </a:lnTo>
                <a:lnTo>
                  <a:pt x="793991" y="108204"/>
                </a:lnTo>
                <a:lnTo>
                  <a:pt x="795515" y="102108"/>
                </a:lnTo>
                <a:lnTo>
                  <a:pt x="795515" y="92964"/>
                </a:lnTo>
                <a:lnTo>
                  <a:pt x="792924" y="86309"/>
                </a:lnTo>
                <a:lnTo>
                  <a:pt x="785037" y="79819"/>
                </a:lnTo>
                <a:lnTo>
                  <a:pt x="771728" y="73025"/>
                </a:lnTo>
                <a:lnTo>
                  <a:pt x="752843" y="65532"/>
                </a:lnTo>
                <a:lnTo>
                  <a:pt x="844283" y="65532"/>
                </a:lnTo>
                <a:close/>
              </a:path>
              <a:path w="852170" h="411479">
                <a:moveTo>
                  <a:pt x="851903" y="323088"/>
                </a:moveTo>
                <a:lnTo>
                  <a:pt x="841235" y="312420"/>
                </a:lnTo>
                <a:lnTo>
                  <a:pt x="819899" y="291084"/>
                </a:lnTo>
                <a:lnTo>
                  <a:pt x="795515" y="312420"/>
                </a:lnTo>
                <a:lnTo>
                  <a:pt x="717791" y="312420"/>
                </a:lnTo>
                <a:lnTo>
                  <a:pt x="717791" y="260604"/>
                </a:lnTo>
                <a:lnTo>
                  <a:pt x="743699" y="260604"/>
                </a:lnTo>
                <a:lnTo>
                  <a:pt x="743699" y="278892"/>
                </a:lnTo>
                <a:lnTo>
                  <a:pt x="769607" y="268224"/>
                </a:lnTo>
                <a:lnTo>
                  <a:pt x="769493" y="260604"/>
                </a:lnTo>
                <a:lnTo>
                  <a:pt x="769378" y="253365"/>
                </a:lnTo>
                <a:lnTo>
                  <a:pt x="769226" y="249936"/>
                </a:lnTo>
                <a:lnTo>
                  <a:pt x="768845" y="240792"/>
                </a:lnTo>
                <a:lnTo>
                  <a:pt x="768324" y="230505"/>
                </a:lnTo>
                <a:lnTo>
                  <a:pt x="768083" y="222504"/>
                </a:lnTo>
                <a:lnTo>
                  <a:pt x="768083" y="213360"/>
                </a:lnTo>
                <a:lnTo>
                  <a:pt x="768083" y="204216"/>
                </a:lnTo>
                <a:lnTo>
                  <a:pt x="768083" y="170688"/>
                </a:lnTo>
                <a:lnTo>
                  <a:pt x="768083" y="160020"/>
                </a:lnTo>
                <a:lnTo>
                  <a:pt x="768083" y="132588"/>
                </a:lnTo>
                <a:lnTo>
                  <a:pt x="771575" y="129540"/>
                </a:lnTo>
                <a:lnTo>
                  <a:pt x="780275" y="121920"/>
                </a:lnTo>
                <a:lnTo>
                  <a:pt x="776058" y="118872"/>
                </a:lnTo>
                <a:lnTo>
                  <a:pt x="752843" y="102108"/>
                </a:lnTo>
                <a:lnTo>
                  <a:pt x="743699" y="116484"/>
                </a:lnTo>
                <a:lnTo>
                  <a:pt x="743699" y="129540"/>
                </a:lnTo>
                <a:lnTo>
                  <a:pt x="743699" y="160020"/>
                </a:lnTo>
                <a:lnTo>
                  <a:pt x="743699" y="170688"/>
                </a:lnTo>
                <a:lnTo>
                  <a:pt x="743699" y="204216"/>
                </a:lnTo>
                <a:lnTo>
                  <a:pt x="743699" y="213360"/>
                </a:lnTo>
                <a:lnTo>
                  <a:pt x="743699" y="249936"/>
                </a:lnTo>
                <a:lnTo>
                  <a:pt x="693407" y="249936"/>
                </a:lnTo>
                <a:lnTo>
                  <a:pt x="693407" y="260604"/>
                </a:lnTo>
                <a:lnTo>
                  <a:pt x="693407" y="315468"/>
                </a:lnTo>
                <a:lnTo>
                  <a:pt x="608063" y="315468"/>
                </a:lnTo>
                <a:lnTo>
                  <a:pt x="610095" y="301752"/>
                </a:lnTo>
                <a:lnTo>
                  <a:pt x="611682" y="288036"/>
                </a:lnTo>
                <a:lnTo>
                  <a:pt x="612914" y="275170"/>
                </a:lnTo>
                <a:lnTo>
                  <a:pt x="614159" y="260604"/>
                </a:lnTo>
                <a:lnTo>
                  <a:pt x="693407" y="260604"/>
                </a:lnTo>
                <a:lnTo>
                  <a:pt x="693407" y="249936"/>
                </a:lnTo>
                <a:lnTo>
                  <a:pt x="556247" y="249936"/>
                </a:lnTo>
                <a:lnTo>
                  <a:pt x="556247" y="213360"/>
                </a:lnTo>
                <a:lnTo>
                  <a:pt x="743699" y="213360"/>
                </a:lnTo>
                <a:lnTo>
                  <a:pt x="743699" y="204216"/>
                </a:lnTo>
                <a:lnTo>
                  <a:pt x="556247" y="204216"/>
                </a:lnTo>
                <a:lnTo>
                  <a:pt x="556247" y="170688"/>
                </a:lnTo>
                <a:lnTo>
                  <a:pt x="743699" y="170688"/>
                </a:lnTo>
                <a:lnTo>
                  <a:pt x="743699" y="160020"/>
                </a:lnTo>
                <a:lnTo>
                  <a:pt x="556247" y="160020"/>
                </a:lnTo>
                <a:lnTo>
                  <a:pt x="556247" y="129540"/>
                </a:lnTo>
                <a:lnTo>
                  <a:pt x="743699" y="129540"/>
                </a:lnTo>
                <a:lnTo>
                  <a:pt x="743699" y="116484"/>
                </a:lnTo>
                <a:lnTo>
                  <a:pt x="742175" y="118872"/>
                </a:lnTo>
                <a:lnTo>
                  <a:pt x="556247" y="118872"/>
                </a:lnTo>
                <a:lnTo>
                  <a:pt x="530339" y="105156"/>
                </a:lnTo>
                <a:lnTo>
                  <a:pt x="531152" y="112776"/>
                </a:lnTo>
                <a:lnTo>
                  <a:pt x="531279" y="114300"/>
                </a:lnTo>
                <a:lnTo>
                  <a:pt x="531863" y="128016"/>
                </a:lnTo>
                <a:lnTo>
                  <a:pt x="532485" y="148018"/>
                </a:lnTo>
                <a:lnTo>
                  <a:pt x="533285" y="170688"/>
                </a:lnTo>
                <a:lnTo>
                  <a:pt x="533171" y="230505"/>
                </a:lnTo>
                <a:lnTo>
                  <a:pt x="532752" y="256032"/>
                </a:lnTo>
                <a:lnTo>
                  <a:pt x="531863" y="283464"/>
                </a:lnTo>
                <a:lnTo>
                  <a:pt x="556247" y="274320"/>
                </a:lnTo>
                <a:lnTo>
                  <a:pt x="556247" y="260604"/>
                </a:lnTo>
                <a:lnTo>
                  <a:pt x="588251" y="260604"/>
                </a:lnTo>
                <a:lnTo>
                  <a:pt x="587159" y="274320"/>
                </a:lnTo>
                <a:lnTo>
                  <a:pt x="585774" y="289179"/>
                </a:lnTo>
                <a:lnTo>
                  <a:pt x="584187" y="302602"/>
                </a:lnTo>
                <a:lnTo>
                  <a:pt x="582155" y="315468"/>
                </a:lnTo>
                <a:lnTo>
                  <a:pt x="448043" y="315468"/>
                </a:lnTo>
                <a:lnTo>
                  <a:pt x="464807" y="330708"/>
                </a:lnTo>
                <a:lnTo>
                  <a:pt x="474243" y="328460"/>
                </a:lnTo>
                <a:lnTo>
                  <a:pt x="484238" y="326517"/>
                </a:lnTo>
                <a:lnTo>
                  <a:pt x="494817" y="325132"/>
                </a:lnTo>
                <a:lnTo>
                  <a:pt x="505955" y="324612"/>
                </a:lnTo>
                <a:lnTo>
                  <a:pt x="580631" y="324612"/>
                </a:lnTo>
                <a:lnTo>
                  <a:pt x="557276" y="362115"/>
                </a:lnTo>
                <a:lnTo>
                  <a:pt x="513765" y="389382"/>
                </a:lnTo>
                <a:lnTo>
                  <a:pt x="469379" y="406908"/>
                </a:lnTo>
                <a:lnTo>
                  <a:pt x="470903" y="411480"/>
                </a:lnTo>
                <a:lnTo>
                  <a:pt x="514718" y="401193"/>
                </a:lnTo>
                <a:lnTo>
                  <a:pt x="556247" y="384048"/>
                </a:lnTo>
                <a:lnTo>
                  <a:pt x="588251" y="358902"/>
                </a:lnTo>
                <a:lnTo>
                  <a:pt x="606539" y="324612"/>
                </a:lnTo>
                <a:lnTo>
                  <a:pt x="693407" y="324612"/>
                </a:lnTo>
                <a:lnTo>
                  <a:pt x="693331" y="351091"/>
                </a:lnTo>
                <a:lnTo>
                  <a:pt x="693216" y="364617"/>
                </a:lnTo>
                <a:lnTo>
                  <a:pt x="692721" y="388442"/>
                </a:lnTo>
                <a:lnTo>
                  <a:pt x="691883" y="411480"/>
                </a:lnTo>
                <a:lnTo>
                  <a:pt x="719315" y="399288"/>
                </a:lnTo>
                <a:lnTo>
                  <a:pt x="719099" y="389382"/>
                </a:lnTo>
                <a:lnTo>
                  <a:pt x="718578" y="372618"/>
                </a:lnTo>
                <a:lnTo>
                  <a:pt x="718058" y="351091"/>
                </a:lnTo>
                <a:lnTo>
                  <a:pt x="717816" y="324612"/>
                </a:lnTo>
                <a:lnTo>
                  <a:pt x="717791" y="323088"/>
                </a:lnTo>
                <a:lnTo>
                  <a:pt x="851903" y="32308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" name="object 43"/>
          <p:cNvSpPr/>
          <p:nvPr/>
        </p:nvSpPr>
        <p:spPr>
          <a:xfrm>
            <a:off x="4358640" y="3557015"/>
            <a:ext cx="841375" cy="410209"/>
          </a:xfrm>
          <a:custGeom>
            <a:avLst/>
            <a:gdLst/>
            <a:ahLst/>
            <a:cxnLst/>
            <a:rect l="l" t="t" r="r" b="b"/>
            <a:pathLst>
              <a:path w="841375" h="410210">
                <a:moveTo>
                  <a:pt x="103632" y="132588"/>
                </a:moveTo>
                <a:lnTo>
                  <a:pt x="71628" y="109728"/>
                </a:lnTo>
                <a:lnTo>
                  <a:pt x="57645" y="142925"/>
                </a:lnTo>
                <a:lnTo>
                  <a:pt x="40957" y="174117"/>
                </a:lnTo>
                <a:lnTo>
                  <a:pt x="21691" y="203606"/>
                </a:lnTo>
                <a:lnTo>
                  <a:pt x="0" y="231648"/>
                </a:lnTo>
                <a:lnTo>
                  <a:pt x="4572" y="234696"/>
                </a:lnTo>
                <a:lnTo>
                  <a:pt x="22593" y="220154"/>
                </a:lnTo>
                <a:lnTo>
                  <a:pt x="42481" y="199453"/>
                </a:lnTo>
                <a:lnTo>
                  <a:pt x="64363" y="172770"/>
                </a:lnTo>
                <a:lnTo>
                  <a:pt x="88392" y="140208"/>
                </a:lnTo>
                <a:lnTo>
                  <a:pt x="103632" y="132588"/>
                </a:lnTo>
                <a:close/>
              </a:path>
              <a:path w="841375" h="410210">
                <a:moveTo>
                  <a:pt x="182880" y="332232"/>
                </a:moveTo>
                <a:lnTo>
                  <a:pt x="164084" y="297141"/>
                </a:lnTo>
                <a:lnTo>
                  <a:pt x="132588" y="266700"/>
                </a:lnTo>
                <a:lnTo>
                  <a:pt x="140068" y="252984"/>
                </a:lnTo>
                <a:lnTo>
                  <a:pt x="146304" y="241554"/>
                </a:lnTo>
                <a:lnTo>
                  <a:pt x="157734" y="223266"/>
                </a:lnTo>
                <a:lnTo>
                  <a:pt x="166878" y="211836"/>
                </a:lnTo>
                <a:lnTo>
                  <a:pt x="173736" y="207264"/>
                </a:lnTo>
                <a:lnTo>
                  <a:pt x="141732" y="181356"/>
                </a:lnTo>
                <a:lnTo>
                  <a:pt x="138315" y="196202"/>
                </a:lnTo>
                <a:lnTo>
                  <a:pt x="132778" y="213169"/>
                </a:lnTo>
                <a:lnTo>
                  <a:pt x="125222" y="232156"/>
                </a:lnTo>
                <a:lnTo>
                  <a:pt x="115824" y="252984"/>
                </a:lnTo>
                <a:lnTo>
                  <a:pt x="102082" y="241820"/>
                </a:lnTo>
                <a:lnTo>
                  <a:pt x="88201" y="231076"/>
                </a:lnTo>
                <a:lnTo>
                  <a:pt x="74028" y="220624"/>
                </a:lnTo>
                <a:lnTo>
                  <a:pt x="59436" y="210312"/>
                </a:lnTo>
                <a:lnTo>
                  <a:pt x="54864" y="216408"/>
                </a:lnTo>
                <a:lnTo>
                  <a:pt x="66840" y="227291"/>
                </a:lnTo>
                <a:lnTo>
                  <a:pt x="79819" y="239458"/>
                </a:lnTo>
                <a:lnTo>
                  <a:pt x="93573" y="252984"/>
                </a:lnTo>
                <a:lnTo>
                  <a:pt x="108204" y="268224"/>
                </a:lnTo>
                <a:lnTo>
                  <a:pt x="84455" y="304469"/>
                </a:lnTo>
                <a:lnTo>
                  <a:pt x="58864" y="337566"/>
                </a:lnTo>
                <a:lnTo>
                  <a:pt x="31254" y="367245"/>
                </a:lnTo>
                <a:lnTo>
                  <a:pt x="1524" y="393192"/>
                </a:lnTo>
                <a:lnTo>
                  <a:pt x="4572" y="397764"/>
                </a:lnTo>
                <a:lnTo>
                  <a:pt x="36830" y="376047"/>
                </a:lnTo>
                <a:lnTo>
                  <a:pt x="67246" y="349758"/>
                </a:lnTo>
                <a:lnTo>
                  <a:pt x="95643" y="318897"/>
                </a:lnTo>
                <a:lnTo>
                  <a:pt x="121920" y="283464"/>
                </a:lnTo>
                <a:lnTo>
                  <a:pt x="133870" y="299808"/>
                </a:lnTo>
                <a:lnTo>
                  <a:pt x="144399" y="314706"/>
                </a:lnTo>
                <a:lnTo>
                  <a:pt x="153136" y="328383"/>
                </a:lnTo>
                <a:lnTo>
                  <a:pt x="160020" y="341376"/>
                </a:lnTo>
                <a:lnTo>
                  <a:pt x="164592" y="352044"/>
                </a:lnTo>
                <a:lnTo>
                  <a:pt x="169164" y="358140"/>
                </a:lnTo>
                <a:lnTo>
                  <a:pt x="173736" y="358140"/>
                </a:lnTo>
                <a:lnTo>
                  <a:pt x="181356" y="342900"/>
                </a:lnTo>
                <a:lnTo>
                  <a:pt x="182880" y="336804"/>
                </a:lnTo>
                <a:lnTo>
                  <a:pt x="182880" y="332232"/>
                </a:lnTo>
                <a:close/>
              </a:path>
              <a:path w="841375" h="410210">
                <a:moveTo>
                  <a:pt x="198120" y="153924"/>
                </a:moveTo>
                <a:lnTo>
                  <a:pt x="193548" y="146304"/>
                </a:lnTo>
                <a:lnTo>
                  <a:pt x="185928" y="140208"/>
                </a:lnTo>
                <a:lnTo>
                  <a:pt x="178498" y="134188"/>
                </a:lnTo>
                <a:lnTo>
                  <a:pt x="167640" y="127444"/>
                </a:lnTo>
                <a:lnTo>
                  <a:pt x="153352" y="119849"/>
                </a:lnTo>
                <a:lnTo>
                  <a:pt x="135636" y="111252"/>
                </a:lnTo>
                <a:lnTo>
                  <a:pt x="132588" y="117348"/>
                </a:lnTo>
                <a:lnTo>
                  <a:pt x="146304" y="131927"/>
                </a:lnTo>
                <a:lnTo>
                  <a:pt x="157734" y="145923"/>
                </a:lnTo>
                <a:lnTo>
                  <a:pt x="166878" y="159359"/>
                </a:lnTo>
                <a:lnTo>
                  <a:pt x="173736" y="172212"/>
                </a:lnTo>
                <a:lnTo>
                  <a:pt x="178308" y="182880"/>
                </a:lnTo>
                <a:lnTo>
                  <a:pt x="182880" y="187452"/>
                </a:lnTo>
                <a:lnTo>
                  <a:pt x="187452" y="187452"/>
                </a:lnTo>
                <a:lnTo>
                  <a:pt x="190500" y="184404"/>
                </a:lnTo>
                <a:lnTo>
                  <a:pt x="193548" y="178308"/>
                </a:lnTo>
                <a:lnTo>
                  <a:pt x="196596" y="170688"/>
                </a:lnTo>
                <a:lnTo>
                  <a:pt x="198120" y="164592"/>
                </a:lnTo>
                <a:lnTo>
                  <a:pt x="198120" y="153924"/>
                </a:lnTo>
                <a:close/>
              </a:path>
              <a:path w="841375" h="410210">
                <a:moveTo>
                  <a:pt x="222504" y="96012"/>
                </a:moveTo>
                <a:lnTo>
                  <a:pt x="190500" y="64008"/>
                </a:lnTo>
                <a:lnTo>
                  <a:pt x="170688" y="85344"/>
                </a:lnTo>
                <a:lnTo>
                  <a:pt x="124968" y="85344"/>
                </a:lnTo>
                <a:lnTo>
                  <a:pt x="132588" y="77724"/>
                </a:lnTo>
                <a:lnTo>
                  <a:pt x="135636" y="70104"/>
                </a:lnTo>
                <a:lnTo>
                  <a:pt x="135636" y="62484"/>
                </a:lnTo>
                <a:lnTo>
                  <a:pt x="106299" y="24765"/>
                </a:lnTo>
                <a:lnTo>
                  <a:pt x="77724" y="7620"/>
                </a:lnTo>
                <a:lnTo>
                  <a:pt x="73152" y="10668"/>
                </a:lnTo>
                <a:lnTo>
                  <a:pt x="81699" y="22669"/>
                </a:lnTo>
                <a:lnTo>
                  <a:pt x="88963" y="33528"/>
                </a:lnTo>
                <a:lnTo>
                  <a:pt x="106108" y="69151"/>
                </a:lnTo>
                <a:lnTo>
                  <a:pt x="109728" y="85344"/>
                </a:lnTo>
                <a:lnTo>
                  <a:pt x="12192" y="85344"/>
                </a:lnTo>
                <a:lnTo>
                  <a:pt x="27432" y="100584"/>
                </a:lnTo>
                <a:lnTo>
                  <a:pt x="37731" y="98590"/>
                </a:lnTo>
                <a:lnTo>
                  <a:pt x="48196" y="97155"/>
                </a:lnTo>
                <a:lnTo>
                  <a:pt x="58928" y="96304"/>
                </a:lnTo>
                <a:lnTo>
                  <a:pt x="70104" y="96012"/>
                </a:lnTo>
                <a:lnTo>
                  <a:pt x="222504" y="96012"/>
                </a:lnTo>
                <a:close/>
              </a:path>
              <a:path w="841375" h="410210">
                <a:moveTo>
                  <a:pt x="397764" y="121920"/>
                </a:moveTo>
                <a:lnTo>
                  <a:pt x="387096" y="111252"/>
                </a:lnTo>
                <a:lnTo>
                  <a:pt x="367284" y="91440"/>
                </a:lnTo>
                <a:lnTo>
                  <a:pt x="345948" y="111252"/>
                </a:lnTo>
                <a:lnTo>
                  <a:pt x="327660" y="111252"/>
                </a:lnTo>
                <a:lnTo>
                  <a:pt x="327660" y="121920"/>
                </a:lnTo>
                <a:lnTo>
                  <a:pt x="320802" y="168503"/>
                </a:lnTo>
                <a:lnTo>
                  <a:pt x="311658" y="209931"/>
                </a:lnTo>
                <a:lnTo>
                  <a:pt x="300228" y="246227"/>
                </a:lnTo>
                <a:lnTo>
                  <a:pt x="286512" y="277368"/>
                </a:lnTo>
                <a:lnTo>
                  <a:pt x="274523" y="248221"/>
                </a:lnTo>
                <a:lnTo>
                  <a:pt x="263842" y="215646"/>
                </a:lnTo>
                <a:lnTo>
                  <a:pt x="254571" y="179641"/>
                </a:lnTo>
                <a:lnTo>
                  <a:pt x="249555" y="153924"/>
                </a:lnTo>
                <a:lnTo>
                  <a:pt x="246888" y="140208"/>
                </a:lnTo>
                <a:lnTo>
                  <a:pt x="252984" y="121920"/>
                </a:lnTo>
                <a:lnTo>
                  <a:pt x="327660" y="121920"/>
                </a:lnTo>
                <a:lnTo>
                  <a:pt x="327660" y="111252"/>
                </a:lnTo>
                <a:lnTo>
                  <a:pt x="257556" y="111252"/>
                </a:lnTo>
                <a:lnTo>
                  <a:pt x="268071" y="82664"/>
                </a:lnTo>
                <a:lnTo>
                  <a:pt x="282841" y="45466"/>
                </a:lnTo>
                <a:lnTo>
                  <a:pt x="303276" y="21336"/>
                </a:lnTo>
                <a:lnTo>
                  <a:pt x="262128" y="0"/>
                </a:lnTo>
                <a:lnTo>
                  <a:pt x="251307" y="51384"/>
                </a:lnTo>
                <a:lnTo>
                  <a:pt x="238887" y="99390"/>
                </a:lnTo>
                <a:lnTo>
                  <a:pt x="224701" y="143967"/>
                </a:lnTo>
                <a:lnTo>
                  <a:pt x="208622" y="185026"/>
                </a:lnTo>
                <a:lnTo>
                  <a:pt x="190500" y="222504"/>
                </a:lnTo>
                <a:lnTo>
                  <a:pt x="196596" y="227076"/>
                </a:lnTo>
                <a:lnTo>
                  <a:pt x="207759" y="211366"/>
                </a:lnTo>
                <a:lnTo>
                  <a:pt x="218503" y="193929"/>
                </a:lnTo>
                <a:lnTo>
                  <a:pt x="228955" y="174790"/>
                </a:lnTo>
                <a:lnTo>
                  <a:pt x="239268" y="153924"/>
                </a:lnTo>
                <a:lnTo>
                  <a:pt x="243852" y="189357"/>
                </a:lnTo>
                <a:lnTo>
                  <a:pt x="250888" y="224790"/>
                </a:lnTo>
                <a:lnTo>
                  <a:pt x="260477" y="260223"/>
                </a:lnTo>
                <a:lnTo>
                  <a:pt x="272796" y="295656"/>
                </a:lnTo>
                <a:lnTo>
                  <a:pt x="246481" y="325424"/>
                </a:lnTo>
                <a:lnTo>
                  <a:pt x="215455" y="353187"/>
                </a:lnTo>
                <a:lnTo>
                  <a:pt x="179565" y="379247"/>
                </a:lnTo>
                <a:lnTo>
                  <a:pt x="138684" y="403860"/>
                </a:lnTo>
                <a:lnTo>
                  <a:pt x="141732" y="408432"/>
                </a:lnTo>
                <a:lnTo>
                  <a:pt x="182308" y="389623"/>
                </a:lnTo>
                <a:lnTo>
                  <a:pt x="219456" y="367665"/>
                </a:lnTo>
                <a:lnTo>
                  <a:pt x="253098" y="342900"/>
                </a:lnTo>
                <a:lnTo>
                  <a:pt x="283464" y="315468"/>
                </a:lnTo>
                <a:lnTo>
                  <a:pt x="300863" y="341376"/>
                </a:lnTo>
                <a:lnTo>
                  <a:pt x="319087" y="364426"/>
                </a:lnTo>
                <a:lnTo>
                  <a:pt x="338112" y="384263"/>
                </a:lnTo>
                <a:lnTo>
                  <a:pt x="358140" y="400812"/>
                </a:lnTo>
                <a:lnTo>
                  <a:pt x="363016" y="392798"/>
                </a:lnTo>
                <a:lnTo>
                  <a:pt x="370903" y="386905"/>
                </a:lnTo>
                <a:lnTo>
                  <a:pt x="381927" y="383032"/>
                </a:lnTo>
                <a:lnTo>
                  <a:pt x="396240" y="381000"/>
                </a:lnTo>
                <a:lnTo>
                  <a:pt x="396240" y="373380"/>
                </a:lnTo>
                <a:lnTo>
                  <a:pt x="345757" y="350901"/>
                </a:lnTo>
                <a:lnTo>
                  <a:pt x="311785" y="315468"/>
                </a:lnTo>
                <a:lnTo>
                  <a:pt x="298704" y="298704"/>
                </a:lnTo>
                <a:lnTo>
                  <a:pt x="309232" y="277368"/>
                </a:lnTo>
                <a:lnTo>
                  <a:pt x="317322" y="261010"/>
                </a:lnTo>
                <a:lnTo>
                  <a:pt x="332232" y="218884"/>
                </a:lnTo>
                <a:lnTo>
                  <a:pt x="343636" y="172770"/>
                </a:lnTo>
                <a:lnTo>
                  <a:pt x="343750" y="172212"/>
                </a:lnTo>
                <a:lnTo>
                  <a:pt x="352044" y="121920"/>
                </a:lnTo>
                <a:lnTo>
                  <a:pt x="397764" y="121920"/>
                </a:lnTo>
                <a:close/>
              </a:path>
              <a:path w="841375" h="410210">
                <a:moveTo>
                  <a:pt x="536435" y="132600"/>
                </a:moveTo>
                <a:lnTo>
                  <a:pt x="495528" y="106045"/>
                </a:lnTo>
                <a:lnTo>
                  <a:pt x="481571" y="100596"/>
                </a:lnTo>
                <a:lnTo>
                  <a:pt x="476999" y="106692"/>
                </a:lnTo>
                <a:lnTo>
                  <a:pt x="490486" y="119849"/>
                </a:lnTo>
                <a:lnTo>
                  <a:pt x="501383" y="132029"/>
                </a:lnTo>
                <a:lnTo>
                  <a:pt x="509955" y="143268"/>
                </a:lnTo>
                <a:lnTo>
                  <a:pt x="516623" y="153936"/>
                </a:lnTo>
                <a:lnTo>
                  <a:pt x="519671" y="161556"/>
                </a:lnTo>
                <a:lnTo>
                  <a:pt x="522719" y="166128"/>
                </a:lnTo>
                <a:lnTo>
                  <a:pt x="527291" y="166128"/>
                </a:lnTo>
                <a:lnTo>
                  <a:pt x="530339" y="161556"/>
                </a:lnTo>
                <a:lnTo>
                  <a:pt x="531863" y="155460"/>
                </a:lnTo>
                <a:lnTo>
                  <a:pt x="534911" y="147840"/>
                </a:lnTo>
                <a:lnTo>
                  <a:pt x="536422" y="143332"/>
                </a:lnTo>
                <a:lnTo>
                  <a:pt x="536435" y="132600"/>
                </a:lnTo>
                <a:close/>
              </a:path>
              <a:path w="841375" h="410210">
                <a:moveTo>
                  <a:pt x="559295" y="192036"/>
                </a:moveTo>
                <a:lnTo>
                  <a:pt x="556247" y="185940"/>
                </a:lnTo>
                <a:lnTo>
                  <a:pt x="520814" y="206222"/>
                </a:lnTo>
                <a:lnTo>
                  <a:pt x="492239" y="221373"/>
                </a:lnTo>
                <a:lnTo>
                  <a:pt x="470522" y="231368"/>
                </a:lnTo>
                <a:lnTo>
                  <a:pt x="455663" y="236232"/>
                </a:lnTo>
                <a:lnTo>
                  <a:pt x="476999" y="266712"/>
                </a:lnTo>
                <a:lnTo>
                  <a:pt x="510527" y="230136"/>
                </a:lnTo>
                <a:lnTo>
                  <a:pt x="546747" y="201409"/>
                </a:lnTo>
                <a:lnTo>
                  <a:pt x="559295" y="192036"/>
                </a:lnTo>
                <a:close/>
              </a:path>
              <a:path w="841375" h="410210">
                <a:moveTo>
                  <a:pt x="795515" y="120408"/>
                </a:moveTo>
                <a:lnTo>
                  <a:pt x="768083" y="92976"/>
                </a:lnTo>
                <a:lnTo>
                  <a:pt x="757542" y="111264"/>
                </a:lnTo>
                <a:lnTo>
                  <a:pt x="744270" y="129552"/>
                </a:lnTo>
                <a:lnTo>
                  <a:pt x="728446" y="147840"/>
                </a:lnTo>
                <a:lnTo>
                  <a:pt x="710171" y="166128"/>
                </a:lnTo>
                <a:lnTo>
                  <a:pt x="714743" y="170700"/>
                </a:lnTo>
                <a:lnTo>
                  <a:pt x="749033" y="147269"/>
                </a:lnTo>
                <a:lnTo>
                  <a:pt x="764463" y="136194"/>
                </a:lnTo>
                <a:lnTo>
                  <a:pt x="778751" y="124980"/>
                </a:lnTo>
                <a:lnTo>
                  <a:pt x="795515" y="120408"/>
                </a:lnTo>
                <a:close/>
              </a:path>
              <a:path w="841375" h="410210">
                <a:moveTo>
                  <a:pt x="801611" y="225564"/>
                </a:moveTo>
                <a:lnTo>
                  <a:pt x="767702" y="200609"/>
                </a:lnTo>
                <a:lnTo>
                  <a:pt x="719315" y="185940"/>
                </a:lnTo>
                <a:lnTo>
                  <a:pt x="717791" y="192036"/>
                </a:lnTo>
                <a:lnTo>
                  <a:pt x="738682" y="203720"/>
                </a:lnTo>
                <a:lnTo>
                  <a:pt x="755700" y="215849"/>
                </a:lnTo>
                <a:lnTo>
                  <a:pt x="769023" y="228244"/>
                </a:lnTo>
                <a:lnTo>
                  <a:pt x="778751" y="240804"/>
                </a:lnTo>
                <a:lnTo>
                  <a:pt x="784847" y="251472"/>
                </a:lnTo>
                <a:lnTo>
                  <a:pt x="789419" y="257568"/>
                </a:lnTo>
                <a:lnTo>
                  <a:pt x="793991" y="257568"/>
                </a:lnTo>
                <a:lnTo>
                  <a:pt x="797039" y="254520"/>
                </a:lnTo>
                <a:lnTo>
                  <a:pt x="800087" y="245376"/>
                </a:lnTo>
                <a:lnTo>
                  <a:pt x="801497" y="239776"/>
                </a:lnTo>
                <a:lnTo>
                  <a:pt x="801611" y="225564"/>
                </a:lnTo>
                <a:close/>
              </a:path>
              <a:path w="841375" h="410210">
                <a:moveTo>
                  <a:pt x="841235" y="307860"/>
                </a:moveTo>
                <a:lnTo>
                  <a:pt x="809231" y="274332"/>
                </a:lnTo>
                <a:lnTo>
                  <a:pt x="786371" y="297192"/>
                </a:lnTo>
                <a:lnTo>
                  <a:pt x="647687" y="297192"/>
                </a:lnTo>
                <a:lnTo>
                  <a:pt x="647687" y="266712"/>
                </a:lnTo>
                <a:lnTo>
                  <a:pt x="659879" y="257568"/>
                </a:lnTo>
                <a:lnTo>
                  <a:pt x="633564" y="242328"/>
                </a:lnTo>
                <a:lnTo>
                  <a:pt x="630923" y="240804"/>
                </a:lnTo>
                <a:lnTo>
                  <a:pt x="649173" y="237896"/>
                </a:lnTo>
                <a:lnTo>
                  <a:pt x="664832" y="235851"/>
                </a:lnTo>
                <a:lnTo>
                  <a:pt x="687311" y="233184"/>
                </a:lnTo>
                <a:lnTo>
                  <a:pt x="691337" y="239776"/>
                </a:lnTo>
                <a:lnTo>
                  <a:pt x="694359" y="245948"/>
                </a:lnTo>
                <a:lnTo>
                  <a:pt x="696531" y="251828"/>
                </a:lnTo>
                <a:lnTo>
                  <a:pt x="697979" y="257568"/>
                </a:lnTo>
                <a:lnTo>
                  <a:pt x="699503" y="260616"/>
                </a:lnTo>
                <a:lnTo>
                  <a:pt x="701027" y="262140"/>
                </a:lnTo>
                <a:lnTo>
                  <a:pt x="704075" y="262140"/>
                </a:lnTo>
                <a:lnTo>
                  <a:pt x="707123" y="259092"/>
                </a:lnTo>
                <a:lnTo>
                  <a:pt x="711695" y="252996"/>
                </a:lnTo>
                <a:lnTo>
                  <a:pt x="717791" y="245376"/>
                </a:lnTo>
                <a:lnTo>
                  <a:pt x="719315" y="240804"/>
                </a:lnTo>
                <a:lnTo>
                  <a:pt x="719315" y="233184"/>
                </a:lnTo>
                <a:lnTo>
                  <a:pt x="719315" y="231660"/>
                </a:lnTo>
                <a:lnTo>
                  <a:pt x="718299" y="230136"/>
                </a:lnTo>
                <a:lnTo>
                  <a:pt x="716267" y="227088"/>
                </a:lnTo>
                <a:lnTo>
                  <a:pt x="708647" y="219468"/>
                </a:lnTo>
                <a:lnTo>
                  <a:pt x="702437" y="213461"/>
                </a:lnTo>
                <a:lnTo>
                  <a:pt x="693216" y="206895"/>
                </a:lnTo>
                <a:lnTo>
                  <a:pt x="681431" y="199745"/>
                </a:lnTo>
                <a:lnTo>
                  <a:pt x="667499" y="192036"/>
                </a:lnTo>
                <a:lnTo>
                  <a:pt x="664451" y="195084"/>
                </a:lnTo>
                <a:lnTo>
                  <a:pt x="670763" y="203936"/>
                </a:lnTo>
                <a:lnTo>
                  <a:pt x="676071" y="212229"/>
                </a:lnTo>
                <a:lnTo>
                  <a:pt x="680529" y="219938"/>
                </a:lnTo>
                <a:lnTo>
                  <a:pt x="684263" y="227088"/>
                </a:lnTo>
                <a:lnTo>
                  <a:pt x="660260" y="227342"/>
                </a:lnTo>
                <a:lnTo>
                  <a:pt x="636257" y="228041"/>
                </a:lnTo>
                <a:lnTo>
                  <a:pt x="588251" y="230136"/>
                </a:lnTo>
                <a:lnTo>
                  <a:pt x="602830" y="218465"/>
                </a:lnTo>
                <a:lnTo>
                  <a:pt x="619112" y="204228"/>
                </a:lnTo>
                <a:lnTo>
                  <a:pt x="637120" y="187693"/>
                </a:lnTo>
                <a:lnTo>
                  <a:pt x="656831" y="169176"/>
                </a:lnTo>
                <a:lnTo>
                  <a:pt x="672757" y="153936"/>
                </a:lnTo>
                <a:lnTo>
                  <a:pt x="675690" y="151117"/>
                </a:lnTo>
                <a:lnTo>
                  <a:pt x="681329" y="146316"/>
                </a:lnTo>
                <a:lnTo>
                  <a:pt x="691121" y="137934"/>
                </a:lnTo>
                <a:lnTo>
                  <a:pt x="703122" y="129311"/>
                </a:lnTo>
                <a:lnTo>
                  <a:pt x="711695" y="124980"/>
                </a:lnTo>
                <a:lnTo>
                  <a:pt x="684263" y="99072"/>
                </a:lnTo>
                <a:lnTo>
                  <a:pt x="663486" y="133362"/>
                </a:lnTo>
                <a:lnTo>
                  <a:pt x="613206" y="146126"/>
                </a:lnTo>
                <a:lnTo>
                  <a:pt x="576059" y="146316"/>
                </a:lnTo>
                <a:lnTo>
                  <a:pt x="585774" y="139496"/>
                </a:lnTo>
                <a:lnTo>
                  <a:pt x="598919" y="128409"/>
                </a:lnTo>
                <a:lnTo>
                  <a:pt x="615492" y="113309"/>
                </a:lnTo>
                <a:lnTo>
                  <a:pt x="635495" y="94500"/>
                </a:lnTo>
                <a:lnTo>
                  <a:pt x="652259" y="91452"/>
                </a:lnTo>
                <a:lnTo>
                  <a:pt x="629399" y="71640"/>
                </a:lnTo>
                <a:lnTo>
                  <a:pt x="818375" y="71640"/>
                </a:lnTo>
                <a:lnTo>
                  <a:pt x="789419" y="41160"/>
                </a:lnTo>
                <a:lnTo>
                  <a:pt x="766559" y="60972"/>
                </a:lnTo>
                <a:lnTo>
                  <a:pt x="643115" y="60972"/>
                </a:lnTo>
                <a:lnTo>
                  <a:pt x="649122" y="55257"/>
                </a:lnTo>
                <a:lnTo>
                  <a:pt x="653402" y="49542"/>
                </a:lnTo>
                <a:lnTo>
                  <a:pt x="655980" y="43827"/>
                </a:lnTo>
                <a:lnTo>
                  <a:pt x="656831" y="38112"/>
                </a:lnTo>
                <a:lnTo>
                  <a:pt x="656831" y="35064"/>
                </a:lnTo>
                <a:lnTo>
                  <a:pt x="621995" y="6604"/>
                </a:lnTo>
                <a:lnTo>
                  <a:pt x="606539" y="12"/>
                </a:lnTo>
                <a:lnTo>
                  <a:pt x="603491" y="4584"/>
                </a:lnTo>
                <a:lnTo>
                  <a:pt x="614667" y="18313"/>
                </a:lnTo>
                <a:lnTo>
                  <a:pt x="623112" y="32207"/>
                </a:lnTo>
                <a:lnTo>
                  <a:pt x="629005" y="46367"/>
                </a:lnTo>
                <a:lnTo>
                  <a:pt x="632447" y="60972"/>
                </a:lnTo>
                <a:lnTo>
                  <a:pt x="460235" y="60972"/>
                </a:lnTo>
                <a:lnTo>
                  <a:pt x="475475" y="76212"/>
                </a:lnTo>
                <a:lnTo>
                  <a:pt x="485787" y="74206"/>
                </a:lnTo>
                <a:lnTo>
                  <a:pt x="496239" y="72783"/>
                </a:lnTo>
                <a:lnTo>
                  <a:pt x="506984" y="71920"/>
                </a:lnTo>
                <a:lnTo>
                  <a:pt x="518147" y="71640"/>
                </a:lnTo>
                <a:lnTo>
                  <a:pt x="618731" y="71640"/>
                </a:lnTo>
                <a:lnTo>
                  <a:pt x="588251" y="117360"/>
                </a:lnTo>
                <a:lnTo>
                  <a:pt x="560616" y="143929"/>
                </a:lnTo>
                <a:lnTo>
                  <a:pt x="553199" y="144792"/>
                </a:lnTo>
                <a:lnTo>
                  <a:pt x="566915" y="172224"/>
                </a:lnTo>
                <a:lnTo>
                  <a:pt x="578040" y="166789"/>
                </a:lnTo>
                <a:lnTo>
                  <a:pt x="595299" y="161937"/>
                </a:lnTo>
                <a:lnTo>
                  <a:pt x="618566" y="157645"/>
                </a:lnTo>
                <a:lnTo>
                  <a:pt x="647687" y="153936"/>
                </a:lnTo>
                <a:lnTo>
                  <a:pt x="638860" y="164553"/>
                </a:lnTo>
                <a:lnTo>
                  <a:pt x="603491" y="202704"/>
                </a:lnTo>
                <a:lnTo>
                  <a:pt x="564057" y="228422"/>
                </a:lnTo>
                <a:lnTo>
                  <a:pt x="553199" y="230136"/>
                </a:lnTo>
                <a:lnTo>
                  <a:pt x="569963" y="259092"/>
                </a:lnTo>
                <a:lnTo>
                  <a:pt x="580250" y="253682"/>
                </a:lnTo>
                <a:lnTo>
                  <a:pt x="592823" y="248996"/>
                </a:lnTo>
                <a:lnTo>
                  <a:pt x="607682" y="245160"/>
                </a:lnTo>
                <a:lnTo>
                  <a:pt x="624827" y="242328"/>
                </a:lnTo>
                <a:lnTo>
                  <a:pt x="624827" y="297192"/>
                </a:lnTo>
                <a:lnTo>
                  <a:pt x="437375" y="297192"/>
                </a:lnTo>
                <a:lnTo>
                  <a:pt x="454139" y="313956"/>
                </a:lnTo>
                <a:lnTo>
                  <a:pt x="463575" y="311073"/>
                </a:lnTo>
                <a:lnTo>
                  <a:pt x="473570" y="309194"/>
                </a:lnTo>
                <a:lnTo>
                  <a:pt x="484149" y="308165"/>
                </a:lnTo>
                <a:lnTo>
                  <a:pt x="495287" y="307860"/>
                </a:lnTo>
                <a:lnTo>
                  <a:pt x="624827" y="307860"/>
                </a:lnTo>
                <a:lnTo>
                  <a:pt x="624763" y="342760"/>
                </a:lnTo>
                <a:lnTo>
                  <a:pt x="624636" y="362343"/>
                </a:lnTo>
                <a:lnTo>
                  <a:pt x="624192" y="387146"/>
                </a:lnTo>
                <a:lnTo>
                  <a:pt x="623303" y="409968"/>
                </a:lnTo>
                <a:lnTo>
                  <a:pt x="649211" y="402348"/>
                </a:lnTo>
                <a:lnTo>
                  <a:pt x="648982" y="389724"/>
                </a:lnTo>
                <a:lnTo>
                  <a:pt x="648449" y="369963"/>
                </a:lnTo>
                <a:lnTo>
                  <a:pt x="647928" y="342760"/>
                </a:lnTo>
                <a:lnTo>
                  <a:pt x="647687" y="307860"/>
                </a:lnTo>
                <a:lnTo>
                  <a:pt x="841235" y="30786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pic>
        <p:nvPicPr>
          <p:cNvPr id="44" name="object 44"/>
          <p:cNvPicPr/>
          <p:nvPr/>
        </p:nvPicPr>
        <p:blipFill>
          <a:blip r:embed="rId4" cstate="print"/>
          <a:stretch>
            <a:fillRect/>
          </a:stretch>
        </p:blipFill>
        <p:spPr>
          <a:xfrm>
            <a:off x="5274564" y="3820739"/>
            <a:ext cx="68580" cy="118800"/>
          </a:xfrm>
          <a:prstGeom prst="rect">
            <a:avLst/>
          </a:prstGeom>
        </p:spPr>
      </p:pic>
      <p:sp>
        <p:nvSpPr>
          <p:cNvPr id="45" name="object 45"/>
          <p:cNvSpPr/>
          <p:nvPr/>
        </p:nvSpPr>
        <p:spPr>
          <a:xfrm>
            <a:off x="5684507" y="3557028"/>
            <a:ext cx="852169" cy="408940"/>
          </a:xfrm>
          <a:custGeom>
            <a:avLst/>
            <a:gdLst/>
            <a:ahLst/>
            <a:cxnLst/>
            <a:rect l="l" t="t" r="r" b="b"/>
            <a:pathLst>
              <a:path w="852170" h="408939">
                <a:moveTo>
                  <a:pt x="403860" y="82296"/>
                </a:moveTo>
                <a:lnTo>
                  <a:pt x="362712" y="42672"/>
                </a:lnTo>
                <a:lnTo>
                  <a:pt x="333756" y="71628"/>
                </a:lnTo>
                <a:lnTo>
                  <a:pt x="185928" y="71628"/>
                </a:lnTo>
                <a:lnTo>
                  <a:pt x="190550" y="63068"/>
                </a:lnTo>
                <a:lnTo>
                  <a:pt x="195453" y="53530"/>
                </a:lnTo>
                <a:lnTo>
                  <a:pt x="200939" y="43116"/>
                </a:lnTo>
                <a:lnTo>
                  <a:pt x="207264" y="32004"/>
                </a:lnTo>
                <a:lnTo>
                  <a:pt x="224028" y="24384"/>
                </a:lnTo>
                <a:lnTo>
                  <a:pt x="181356" y="0"/>
                </a:lnTo>
                <a:lnTo>
                  <a:pt x="177342" y="14833"/>
                </a:lnTo>
                <a:lnTo>
                  <a:pt x="172021" y="31813"/>
                </a:lnTo>
                <a:lnTo>
                  <a:pt x="165290" y="50787"/>
                </a:lnTo>
                <a:lnTo>
                  <a:pt x="156972" y="71628"/>
                </a:lnTo>
                <a:lnTo>
                  <a:pt x="0" y="71628"/>
                </a:lnTo>
                <a:lnTo>
                  <a:pt x="15240" y="86868"/>
                </a:lnTo>
                <a:lnTo>
                  <a:pt x="25552" y="84861"/>
                </a:lnTo>
                <a:lnTo>
                  <a:pt x="36004" y="83439"/>
                </a:lnTo>
                <a:lnTo>
                  <a:pt x="46748" y="82575"/>
                </a:lnTo>
                <a:lnTo>
                  <a:pt x="57912" y="82296"/>
                </a:lnTo>
                <a:lnTo>
                  <a:pt x="152400" y="82296"/>
                </a:lnTo>
                <a:lnTo>
                  <a:pt x="119253" y="139255"/>
                </a:lnTo>
                <a:lnTo>
                  <a:pt x="83820" y="185928"/>
                </a:lnTo>
                <a:lnTo>
                  <a:pt x="45339" y="226123"/>
                </a:lnTo>
                <a:lnTo>
                  <a:pt x="0" y="265176"/>
                </a:lnTo>
                <a:lnTo>
                  <a:pt x="4572" y="269748"/>
                </a:lnTo>
                <a:lnTo>
                  <a:pt x="33464" y="251460"/>
                </a:lnTo>
                <a:lnTo>
                  <a:pt x="60769" y="230886"/>
                </a:lnTo>
                <a:lnTo>
                  <a:pt x="86664" y="208026"/>
                </a:lnTo>
                <a:lnTo>
                  <a:pt x="111252" y="182880"/>
                </a:lnTo>
                <a:lnTo>
                  <a:pt x="111175" y="294132"/>
                </a:lnTo>
                <a:lnTo>
                  <a:pt x="111061" y="337375"/>
                </a:lnTo>
                <a:lnTo>
                  <a:pt x="110617" y="383260"/>
                </a:lnTo>
                <a:lnTo>
                  <a:pt x="109728" y="408432"/>
                </a:lnTo>
                <a:lnTo>
                  <a:pt x="135636" y="393192"/>
                </a:lnTo>
                <a:lnTo>
                  <a:pt x="135636" y="294132"/>
                </a:lnTo>
                <a:lnTo>
                  <a:pt x="295656" y="294132"/>
                </a:lnTo>
                <a:lnTo>
                  <a:pt x="295656" y="365760"/>
                </a:lnTo>
                <a:lnTo>
                  <a:pt x="289560" y="370332"/>
                </a:lnTo>
                <a:lnTo>
                  <a:pt x="248704" y="367753"/>
                </a:lnTo>
                <a:lnTo>
                  <a:pt x="234696" y="365760"/>
                </a:lnTo>
                <a:lnTo>
                  <a:pt x="234696" y="373380"/>
                </a:lnTo>
                <a:lnTo>
                  <a:pt x="255587" y="381419"/>
                </a:lnTo>
                <a:lnTo>
                  <a:pt x="270319" y="389763"/>
                </a:lnTo>
                <a:lnTo>
                  <a:pt x="279069" y="398665"/>
                </a:lnTo>
                <a:lnTo>
                  <a:pt x="281940" y="408432"/>
                </a:lnTo>
                <a:lnTo>
                  <a:pt x="298183" y="400710"/>
                </a:lnTo>
                <a:lnTo>
                  <a:pt x="310134" y="391287"/>
                </a:lnTo>
                <a:lnTo>
                  <a:pt x="317525" y="380136"/>
                </a:lnTo>
                <a:lnTo>
                  <a:pt x="319443" y="370332"/>
                </a:lnTo>
                <a:lnTo>
                  <a:pt x="319951" y="367753"/>
                </a:lnTo>
                <a:lnTo>
                  <a:pt x="320040" y="294132"/>
                </a:lnTo>
                <a:lnTo>
                  <a:pt x="320040" y="283464"/>
                </a:lnTo>
                <a:lnTo>
                  <a:pt x="320040" y="227076"/>
                </a:lnTo>
                <a:lnTo>
                  <a:pt x="320040" y="216408"/>
                </a:lnTo>
                <a:lnTo>
                  <a:pt x="320040" y="161544"/>
                </a:lnTo>
                <a:lnTo>
                  <a:pt x="327660" y="155448"/>
                </a:lnTo>
                <a:lnTo>
                  <a:pt x="335280" y="149352"/>
                </a:lnTo>
                <a:lnTo>
                  <a:pt x="329082" y="144780"/>
                </a:lnTo>
                <a:lnTo>
                  <a:pt x="306324" y="128016"/>
                </a:lnTo>
                <a:lnTo>
                  <a:pt x="295656" y="141058"/>
                </a:lnTo>
                <a:lnTo>
                  <a:pt x="295656" y="155448"/>
                </a:lnTo>
                <a:lnTo>
                  <a:pt x="295656" y="216408"/>
                </a:lnTo>
                <a:lnTo>
                  <a:pt x="295656" y="227076"/>
                </a:lnTo>
                <a:lnTo>
                  <a:pt x="295656" y="283464"/>
                </a:lnTo>
                <a:lnTo>
                  <a:pt x="135636" y="283464"/>
                </a:lnTo>
                <a:lnTo>
                  <a:pt x="135636" y="227076"/>
                </a:lnTo>
                <a:lnTo>
                  <a:pt x="295656" y="227076"/>
                </a:lnTo>
                <a:lnTo>
                  <a:pt x="295656" y="216408"/>
                </a:lnTo>
                <a:lnTo>
                  <a:pt x="135636" y="216408"/>
                </a:lnTo>
                <a:lnTo>
                  <a:pt x="135636" y="182880"/>
                </a:lnTo>
                <a:lnTo>
                  <a:pt x="135636" y="155448"/>
                </a:lnTo>
                <a:lnTo>
                  <a:pt x="295656" y="155448"/>
                </a:lnTo>
                <a:lnTo>
                  <a:pt x="295656" y="141058"/>
                </a:lnTo>
                <a:lnTo>
                  <a:pt x="292608" y="144780"/>
                </a:lnTo>
                <a:lnTo>
                  <a:pt x="143256" y="144780"/>
                </a:lnTo>
                <a:lnTo>
                  <a:pt x="153314" y="130505"/>
                </a:lnTo>
                <a:lnTo>
                  <a:pt x="163068" y="115252"/>
                </a:lnTo>
                <a:lnTo>
                  <a:pt x="172834" y="99123"/>
                </a:lnTo>
                <a:lnTo>
                  <a:pt x="182880" y="82296"/>
                </a:lnTo>
                <a:lnTo>
                  <a:pt x="403860" y="82296"/>
                </a:lnTo>
                <a:close/>
              </a:path>
              <a:path w="852170" h="408939">
                <a:moveTo>
                  <a:pt x="672084" y="134099"/>
                </a:moveTo>
                <a:lnTo>
                  <a:pt x="666292" y="129527"/>
                </a:lnTo>
                <a:lnTo>
                  <a:pt x="643128" y="111239"/>
                </a:lnTo>
                <a:lnTo>
                  <a:pt x="633984" y="126923"/>
                </a:lnTo>
                <a:lnTo>
                  <a:pt x="633984" y="140195"/>
                </a:lnTo>
                <a:lnTo>
                  <a:pt x="633984" y="259067"/>
                </a:lnTo>
                <a:lnTo>
                  <a:pt x="534924" y="259067"/>
                </a:lnTo>
                <a:lnTo>
                  <a:pt x="534924" y="140195"/>
                </a:lnTo>
                <a:lnTo>
                  <a:pt x="633984" y="140195"/>
                </a:lnTo>
                <a:lnTo>
                  <a:pt x="633984" y="126923"/>
                </a:lnTo>
                <a:lnTo>
                  <a:pt x="632460" y="129527"/>
                </a:lnTo>
                <a:lnTo>
                  <a:pt x="536448" y="129527"/>
                </a:lnTo>
                <a:lnTo>
                  <a:pt x="509016" y="115811"/>
                </a:lnTo>
                <a:lnTo>
                  <a:pt x="509892" y="140195"/>
                </a:lnTo>
                <a:lnTo>
                  <a:pt x="510349" y="164960"/>
                </a:lnTo>
                <a:lnTo>
                  <a:pt x="510527" y="188683"/>
                </a:lnTo>
                <a:lnTo>
                  <a:pt x="510413" y="253161"/>
                </a:lnTo>
                <a:lnTo>
                  <a:pt x="510349" y="261162"/>
                </a:lnTo>
                <a:lnTo>
                  <a:pt x="509905" y="288772"/>
                </a:lnTo>
                <a:lnTo>
                  <a:pt x="509016" y="318503"/>
                </a:lnTo>
                <a:lnTo>
                  <a:pt x="534924" y="309359"/>
                </a:lnTo>
                <a:lnTo>
                  <a:pt x="534924" y="269735"/>
                </a:lnTo>
                <a:lnTo>
                  <a:pt x="633984" y="269735"/>
                </a:lnTo>
                <a:lnTo>
                  <a:pt x="633984" y="301739"/>
                </a:lnTo>
                <a:lnTo>
                  <a:pt x="659892" y="291071"/>
                </a:lnTo>
                <a:lnTo>
                  <a:pt x="659663" y="271335"/>
                </a:lnTo>
                <a:lnTo>
                  <a:pt x="659612" y="269735"/>
                </a:lnTo>
                <a:lnTo>
                  <a:pt x="659307" y="259067"/>
                </a:lnTo>
                <a:lnTo>
                  <a:pt x="658609" y="236423"/>
                </a:lnTo>
                <a:lnTo>
                  <a:pt x="658368" y="220967"/>
                </a:lnTo>
                <a:lnTo>
                  <a:pt x="658368" y="146291"/>
                </a:lnTo>
                <a:lnTo>
                  <a:pt x="665226" y="140195"/>
                </a:lnTo>
                <a:lnTo>
                  <a:pt x="672084" y="134099"/>
                </a:lnTo>
                <a:close/>
              </a:path>
              <a:path w="852170" h="408939">
                <a:moveTo>
                  <a:pt x="851916" y="57899"/>
                </a:moveTo>
                <a:lnTo>
                  <a:pt x="815340" y="21323"/>
                </a:lnTo>
                <a:lnTo>
                  <a:pt x="789432" y="47231"/>
                </a:lnTo>
                <a:lnTo>
                  <a:pt x="446532" y="47231"/>
                </a:lnTo>
                <a:lnTo>
                  <a:pt x="461772" y="62471"/>
                </a:lnTo>
                <a:lnTo>
                  <a:pt x="472084" y="60477"/>
                </a:lnTo>
                <a:lnTo>
                  <a:pt x="482536" y="59042"/>
                </a:lnTo>
                <a:lnTo>
                  <a:pt x="493280" y="58191"/>
                </a:lnTo>
                <a:lnTo>
                  <a:pt x="504444" y="57899"/>
                </a:lnTo>
                <a:lnTo>
                  <a:pt x="743712" y="57899"/>
                </a:lnTo>
                <a:lnTo>
                  <a:pt x="743712" y="333743"/>
                </a:lnTo>
                <a:lnTo>
                  <a:pt x="744029" y="345490"/>
                </a:lnTo>
                <a:lnTo>
                  <a:pt x="740473" y="353364"/>
                </a:lnTo>
                <a:lnTo>
                  <a:pt x="733221" y="357543"/>
                </a:lnTo>
                <a:lnTo>
                  <a:pt x="722376" y="358127"/>
                </a:lnTo>
                <a:lnTo>
                  <a:pt x="670560" y="353555"/>
                </a:lnTo>
                <a:lnTo>
                  <a:pt x="670560" y="361175"/>
                </a:lnTo>
                <a:lnTo>
                  <a:pt x="695502" y="369747"/>
                </a:lnTo>
                <a:lnTo>
                  <a:pt x="713422" y="379463"/>
                </a:lnTo>
                <a:lnTo>
                  <a:pt x="724789" y="390321"/>
                </a:lnTo>
                <a:lnTo>
                  <a:pt x="729996" y="402323"/>
                </a:lnTo>
                <a:lnTo>
                  <a:pt x="747102" y="392595"/>
                </a:lnTo>
                <a:lnTo>
                  <a:pt x="759333" y="379272"/>
                </a:lnTo>
                <a:lnTo>
                  <a:pt x="766432" y="362254"/>
                </a:lnTo>
                <a:lnTo>
                  <a:pt x="766762" y="358127"/>
                </a:lnTo>
                <a:lnTo>
                  <a:pt x="768096" y="341363"/>
                </a:lnTo>
                <a:lnTo>
                  <a:pt x="768096" y="57899"/>
                </a:lnTo>
                <a:lnTo>
                  <a:pt x="851916" y="5789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" name="object 46"/>
          <p:cNvSpPr/>
          <p:nvPr/>
        </p:nvSpPr>
        <p:spPr>
          <a:xfrm>
            <a:off x="6589763" y="3555504"/>
            <a:ext cx="1720850" cy="414655"/>
          </a:xfrm>
          <a:custGeom>
            <a:avLst/>
            <a:gdLst/>
            <a:ahLst/>
            <a:cxnLst/>
            <a:rect l="l" t="t" r="r" b="b"/>
            <a:pathLst>
              <a:path w="1720850" h="414654">
                <a:moveTo>
                  <a:pt x="176784" y="170675"/>
                </a:moveTo>
                <a:lnTo>
                  <a:pt x="169875" y="164579"/>
                </a:lnTo>
                <a:lnTo>
                  <a:pt x="150876" y="147815"/>
                </a:lnTo>
                <a:lnTo>
                  <a:pt x="140208" y="160858"/>
                </a:lnTo>
                <a:lnTo>
                  <a:pt x="140208" y="175247"/>
                </a:lnTo>
                <a:lnTo>
                  <a:pt x="140208" y="219443"/>
                </a:lnTo>
                <a:lnTo>
                  <a:pt x="140208" y="230111"/>
                </a:lnTo>
                <a:lnTo>
                  <a:pt x="140208" y="280403"/>
                </a:lnTo>
                <a:lnTo>
                  <a:pt x="48768" y="280403"/>
                </a:lnTo>
                <a:lnTo>
                  <a:pt x="48768" y="230111"/>
                </a:lnTo>
                <a:lnTo>
                  <a:pt x="140208" y="230111"/>
                </a:lnTo>
                <a:lnTo>
                  <a:pt x="140208" y="219443"/>
                </a:lnTo>
                <a:lnTo>
                  <a:pt x="48768" y="219443"/>
                </a:lnTo>
                <a:lnTo>
                  <a:pt x="48768" y="175247"/>
                </a:lnTo>
                <a:lnTo>
                  <a:pt x="140208" y="175247"/>
                </a:lnTo>
                <a:lnTo>
                  <a:pt x="140208" y="160858"/>
                </a:lnTo>
                <a:lnTo>
                  <a:pt x="137160" y="164579"/>
                </a:lnTo>
                <a:lnTo>
                  <a:pt x="48768" y="164579"/>
                </a:lnTo>
                <a:lnTo>
                  <a:pt x="22860" y="150863"/>
                </a:lnTo>
                <a:lnTo>
                  <a:pt x="23749" y="168871"/>
                </a:lnTo>
                <a:lnTo>
                  <a:pt x="24193" y="195440"/>
                </a:lnTo>
                <a:lnTo>
                  <a:pt x="24307" y="219443"/>
                </a:lnTo>
                <a:lnTo>
                  <a:pt x="24193" y="356793"/>
                </a:lnTo>
                <a:lnTo>
                  <a:pt x="23749" y="386397"/>
                </a:lnTo>
                <a:lnTo>
                  <a:pt x="22860" y="408419"/>
                </a:lnTo>
                <a:lnTo>
                  <a:pt x="48768" y="394703"/>
                </a:lnTo>
                <a:lnTo>
                  <a:pt x="48768" y="291071"/>
                </a:lnTo>
                <a:lnTo>
                  <a:pt x="140208" y="291071"/>
                </a:lnTo>
                <a:lnTo>
                  <a:pt x="140208" y="364223"/>
                </a:lnTo>
                <a:lnTo>
                  <a:pt x="137160" y="370319"/>
                </a:lnTo>
                <a:lnTo>
                  <a:pt x="129540" y="370319"/>
                </a:lnTo>
                <a:lnTo>
                  <a:pt x="121539" y="370065"/>
                </a:lnTo>
                <a:lnTo>
                  <a:pt x="83820" y="367271"/>
                </a:lnTo>
                <a:lnTo>
                  <a:pt x="83820" y="373367"/>
                </a:lnTo>
                <a:lnTo>
                  <a:pt x="102971" y="380568"/>
                </a:lnTo>
                <a:lnTo>
                  <a:pt x="116967" y="388607"/>
                </a:lnTo>
                <a:lnTo>
                  <a:pt x="125831" y="397802"/>
                </a:lnTo>
                <a:lnTo>
                  <a:pt x="129540" y="408419"/>
                </a:lnTo>
                <a:lnTo>
                  <a:pt x="145503" y="399516"/>
                </a:lnTo>
                <a:lnTo>
                  <a:pt x="156591" y="388607"/>
                </a:lnTo>
                <a:lnTo>
                  <a:pt x="162547" y="375424"/>
                </a:lnTo>
                <a:lnTo>
                  <a:pt x="162725" y="370319"/>
                </a:lnTo>
                <a:lnTo>
                  <a:pt x="163068" y="359651"/>
                </a:lnTo>
                <a:lnTo>
                  <a:pt x="163068" y="291071"/>
                </a:lnTo>
                <a:lnTo>
                  <a:pt x="163068" y="280403"/>
                </a:lnTo>
                <a:lnTo>
                  <a:pt x="163068" y="230111"/>
                </a:lnTo>
                <a:lnTo>
                  <a:pt x="163068" y="219443"/>
                </a:lnTo>
                <a:lnTo>
                  <a:pt x="163068" y="182867"/>
                </a:lnTo>
                <a:lnTo>
                  <a:pt x="171640" y="175247"/>
                </a:lnTo>
                <a:lnTo>
                  <a:pt x="176784" y="170675"/>
                </a:lnTo>
                <a:close/>
              </a:path>
              <a:path w="1720850" h="414654">
                <a:moveTo>
                  <a:pt x="193548" y="124955"/>
                </a:moveTo>
                <a:lnTo>
                  <a:pt x="193459" y="112763"/>
                </a:lnTo>
                <a:lnTo>
                  <a:pt x="193357" y="109715"/>
                </a:lnTo>
                <a:lnTo>
                  <a:pt x="193344" y="108953"/>
                </a:lnTo>
                <a:lnTo>
                  <a:pt x="160401" y="72377"/>
                </a:lnTo>
                <a:lnTo>
                  <a:pt x="134112" y="56375"/>
                </a:lnTo>
                <a:lnTo>
                  <a:pt x="131064" y="60947"/>
                </a:lnTo>
                <a:lnTo>
                  <a:pt x="137947" y="69811"/>
                </a:lnTo>
                <a:lnTo>
                  <a:pt x="144970" y="80378"/>
                </a:lnTo>
                <a:lnTo>
                  <a:pt x="152285" y="92671"/>
                </a:lnTo>
                <a:lnTo>
                  <a:pt x="160020" y="106667"/>
                </a:lnTo>
                <a:lnTo>
                  <a:pt x="27432" y="109715"/>
                </a:lnTo>
                <a:lnTo>
                  <a:pt x="37147" y="100838"/>
                </a:lnTo>
                <a:lnTo>
                  <a:pt x="48006" y="90093"/>
                </a:lnTo>
                <a:lnTo>
                  <a:pt x="60007" y="77355"/>
                </a:lnTo>
                <a:lnTo>
                  <a:pt x="73152" y="62471"/>
                </a:lnTo>
                <a:lnTo>
                  <a:pt x="86321" y="49288"/>
                </a:lnTo>
                <a:lnTo>
                  <a:pt x="98488" y="39230"/>
                </a:lnTo>
                <a:lnTo>
                  <a:pt x="109804" y="32042"/>
                </a:lnTo>
                <a:lnTo>
                  <a:pt x="120396" y="27419"/>
                </a:lnTo>
                <a:lnTo>
                  <a:pt x="88392" y="1511"/>
                </a:lnTo>
                <a:lnTo>
                  <a:pt x="60960" y="52095"/>
                </a:lnTo>
                <a:lnTo>
                  <a:pt x="33223" y="86093"/>
                </a:lnTo>
                <a:lnTo>
                  <a:pt x="0" y="106667"/>
                </a:lnTo>
                <a:lnTo>
                  <a:pt x="18288" y="138671"/>
                </a:lnTo>
                <a:lnTo>
                  <a:pt x="60731" y="124752"/>
                </a:lnTo>
                <a:lnTo>
                  <a:pt x="107569" y="119621"/>
                </a:lnTo>
                <a:lnTo>
                  <a:pt x="128587" y="117335"/>
                </a:lnTo>
                <a:lnTo>
                  <a:pt x="147053" y="115049"/>
                </a:lnTo>
                <a:lnTo>
                  <a:pt x="163068" y="112763"/>
                </a:lnTo>
                <a:lnTo>
                  <a:pt x="167640" y="121907"/>
                </a:lnTo>
                <a:lnTo>
                  <a:pt x="170688" y="129527"/>
                </a:lnTo>
                <a:lnTo>
                  <a:pt x="172212" y="135623"/>
                </a:lnTo>
                <a:lnTo>
                  <a:pt x="172212" y="138671"/>
                </a:lnTo>
                <a:lnTo>
                  <a:pt x="173736" y="141719"/>
                </a:lnTo>
                <a:lnTo>
                  <a:pt x="178308" y="141719"/>
                </a:lnTo>
                <a:lnTo>
                  <a:pt x="181356" y="138671"/>
                </a:lnTo>
                <a:lnTo>
                  <a:pt x="185928" y="135623"/>
                </a:lnTo>
                <a:lnTo>
                  <a:pt x="190500" y="131051"/>
                </a:lnTo>
                <a:lnTo>
                  <a:pt x="193548" y="124955"/>
                </a:lnTo>
                <a:close/>
              </a:path>
              <a:path w="1720850" h="414654">
                <a:moveTo>
                  <a:pt x="382524" y="161531"/>
                </a:moveTo>
                <a:lnTo>
                  <a:pt x="360426" y="122859"/>
                </a:lnTo>
                <a:lnTo>
                  <a:pt x="358140" y="102095"/>
                </a:lnTo>
                <a:lnTo>
                  <a:pt x="350520" y="102095"/>
                </a:lnTo>
                <a:lnTo>
                  <a:pt x="348996" y="146291"/>
                </a:lnTo>
                <a:lnTo>
                  <a:pt x="330708" y="164579"/>
                </a:lnTo>
                <a:lnTo>
                  <a:pt x="271272" y="164579"/>
                </a:lnTo>
                <a:lnTo>
                  <a:pt x="260159" y="163436"/>
                </a:lnTo>
                <a:lnTo>
                  <a:pt x="252031" y="160007"/>
                </a:lnTo>
                <a:lnTo>
                  <a:pt x="247065" y="154292"/>
                </a:lnTo>
                <a:lnTo>
                  <a:pt x="245364" y="146291"/>
                </a:lnTo>
                <a:lnTo>
                  <a:pt x="245364" y="112763"/>
                </a:lnTo>
                <a:lnTo>
                  <a:pt x="265442" y="105143"/>
                </a:lnTo>
                <a:lnTo>
                  <a:pt x="287464" y="95808"/>
                </a:lnTo>
                <a:lnTo>
                  <a:pt x="310730" y="85128"/>
                </a:lnTo>
                <a:lnTo>
                  <a:pt x="335280" y="73139"/>
                </a:lnTo>
                <a:lnTo>
                  <a:pt x="350520" y="71615"/>
                </a:lnTo>
                <a:lnTo>
                  <a:pt x="324612" y="42659"/>
                </a:lnTo>
                <a:lnTo>
                  <a:pt x="310095" y="59283"/>
                </a:lnTo>
                <a:lnTo>
                  <a:pt x="291846" y="75044"/>
                </a:lnTo>
                <a:lnTo>
                  <a:pt x="270179" y="90246"/>
                </a:lnTo>
                <a:lnTo>
                  <a:pt x="245364" y="105143"/>
                </a:lnTo>
                <a:lnTo>
                  <a:pt x="245364" y="44183"/>
                </a:lnTo>
                <a:lnTo>
                  <a:pt x="260604" y="30467"/>
                </a:lnTo>
                <a:lnTo>
                  <a:pt x="220980" y="12179"/>
                </a:lnTo>
                <a:lnTo>
                  <a:pt x="221869" y="28524"/>
                </a:lnTo>
                <a:lnTo>
                  <a:pt x="222313" y="57137"/>
                </a:lnTo>
                <a:lnTo>
                  <a:pt x="222427" y="85128"/>
                </a:lnTo>
                <a:lnTo>
                  <a:pt x="222504" y="152387"/>
                </a:lnTo>
                <a:lnTo>
                  <a:pt x="224790" y="167246"/>
                </a:lnTo>
                <a:lnTo>
                  <a:pt x="231648" y="177533"/>
                </a:lnTo>
                <a:lnTo>
                  <a:pt x="243078" y="183248"/>
                </a:lnTo>
                <a:lnTo>
                  <a:pt x="259080" y="184391"/>
                </a:lnTo>
                <a:lnTo>
                  <a:pt x="332232" y="184391"/>
                </a:lnTo>
                <a:lnTo>
                  <a:pt x="349948" y="182968"/>
                </a:lnTo>
                <a:lnTo>
                  <a:pt x="364236" y="178676"/>
                </a:lnTo>
                <a:lnTo>
                  <a:pt x="375094" y="171538"/>
                </a:lnTo>
                <a:lnTo>
                  <a:pt x="380263" y="164579"/>
                </a:lnTo>
                <a:lnTo>
                  <a:pt x="382524" y="161531"/>
                </a:lnTo>
                <a:close/>
              </a:path>
              <a:path w="1720850" h="414654">
                <a:moveTo>
                  <a:pt x="387096" y="368795"/>
                </a:moveTo>
                <a:lnTo>
                  <a:pt x="365760" y="328980"/>
                </a:lnTo>
                <a:lnTo>
                  <a:pt x="362712" y="303263"/>
                </a:lnTo>
                <a:lnTo>
                  <a:pt x="356616" y="303263"/>
                </a:lnTo>
                <a:lnTo>
                  <a:pt x="355739" y="315556"/>
                </a:lnTo>
                <a:lnTo>
                  <a:pt x="355282" y="327266"/>
                </a:lnTo>
                <a:lnTo>
                  <a:pt x="355117" y="338416"/>
                </a:lnTo>
                <a:lnTo>
                  <a:pt x="355092" y="348983"/>
                </a:lnTo>
                <a:lnTo>
                  <a:pt x="352831" y="359232"/>
                </a:lnTo>
                <a:lnTo>
                  <a:pt x="348424" y="366890"/>
                </a:lnTo>
                <a:lnTo>
                  <a:pt x="342023" y="371703"/>
                </a:lnTo>
                <a:lnTo>
                  <a:pt x="333756" y="373367"/>
                </a:lnTo>
                <a:lnTo>
                  <a:pt x="266700" y="373367"/>
                </a:lnTo>
                <a:lnTo>
                  <a:pt x="254698" y="372541"/>
                </a:lnTo>
                <a:lnTo>
                  <a:pt x="246126" y="367842"/>
                </a:lnTo>
                <a:lnTo>
                  <a:pt x="240982" y="359448"/>
                </a:lnTo>
                <a:lnTo>
                  <a:pt x="239268" y="347459"/>
                </a:lnTo>
                <a:lnTo>
                  <a:pt x="239268" y="304787"/>
                </a:lnTo>
                <a:lnTo>
                  <a:pt x="262001" y="294119"/>
                </a:lnTo>
                <a:lnTo>
                  <a:pt x="262966" y="293674"/>
                </a:lnTo>
                <a:lnTo>
                  <a:pt x="288226" y="280974"/>
                </a:lnTo>
                <a:lnTo>
                  <a:pt x="314921" y="266865"/>
                </a:lnTo>
                <a:lnTo>
                  <a:pt x="342900" y="251447"/>
                </a:lnTo>
                <a:lnTo>
                  <a:pt x="358140" y="251447"/>
                </a:lnTo>
                <a:lnTo>
                  <a:pt x="330708" y="219443"/>
                </a:lnTo>
                <a:lnTo>
                  <a:pt x="313855" y="239471"/>
                </a:lnTo>
                <a:lnTo>
                  <a:pt x="292989" y="258495"/>
                </a:lnTo>
                <a:lnTo>
                  <a:pt x="268135" y="276669"/>
                </a:lnTo>
                <a:lnTo>
                  <a:pt x="239268" y="294119"/>
                </a:lnTo>
                <a:lnTo>
                  <a:pt x="239268" y="237731"/>
                </a:lnTo>
                <a:lnTo>
                  <a:pt x="256032" y="225539"/>
                </a:lnTo>
                <a:lnTo>
                  <a:pt x="216408" y="207251"/>
                </a:lnTo>
                <a:lnTo>
                  <a:pt x="216585" y="219443"/>
                </a:lnTo>
                <a:lnTo>
                  <a:pt x="217195" y="258495"/>
                </a:lnTo>
                <a:lnTo>
                  <a:pt x="217703" y="304787"/>
                </a:lnTo>
                <a:lnTo>
                  <a:pt x="217932" y="362699"/>
                </a:lnTo>
                <a:lnTo>
                  <a:pt x="256032" y="394703"/>
                </a:lnTo>
                <a:lnTo>
                  <a:pt x="335280" y="394703"/>
                </a:lnTo>
                <a:lnTo>
                  <a:pt x="354952" y="392379"/>
                </a:lnTo>
                <a:lnTo>
                  <a:pt x="370332" y="387464"/>
                </a:lnTo>
                <a:lnTo>
                  <a:pt x="381152" y="379704"/>
                </a:lnTo>
                <a:lnTo>
                  <a:pt x="384606" y="373367"/>
                </a:lnTo>
                <a:lnTo>
                  <a:pt x="387096" y="368795"/>
                </a:lnTo>
                <a:close/>
              </a:path>
              <a:path w="1720850" h="414654">
                <a:moveTo>
                  <a:pt x="730008" y="181356"/>
                </a:moveTo>
                <a:lnTo>
                  <a:pt x="699528" y="149352"/>
                </a:lnTo>
                <a:lnTo>
                  <a:pt x="678192" y="170688"/>
                </a:lnTo>
                <a:lnTo>
                  <a:pt x="519696" y="170688"/>
                </a:lnTo>
                <a:lnTo>
                  <a:pt x="534936" y="185928"/>
                </a:lnTo>
                <a:lnTo>
                  <a:pt x="545007" y="183921"/>
                </a:lnTo>
                <a:lnTo>
                  <a:pt x="554939" y="182499"/>
                </a:lnTo>
                <a:lnTo>
                  <a:pt x="565150" y="181635"/>
                </a:lnTo>
                <a:lnTo>
                  <a:pt x="576084" y="181356"/>
                </a:lnTo>
                <a:lnTo>
                  <a:pt x="730008" y="181356"/>
                </a:lnTo>
                <a:close/>
              </a:path>
              <a:path w="1720850" h="414654">
                <a:moveTo>
                  <a:pt x="813828" y="256032"/>
                </a:moveTo>
                <a:lnTo>
                  <a:pt x="778776" y="220980"/>
                </a:lnTo>
                <a:lnTo>
                  <a:pt x="754392" y="245364"/>
                </a:lnTo>
                <a:lnTo>
                  <a:pt x="454164" y="245364"/>
                </a:lnTo>
                <a:lnTo>
                  <a:pt x="469404" y="260604"/>
                </a:lnTo>
                <a:lnTo>
                  <a:pt x="479044" y="258597"/>
                </a:lnTo>
                <a:lnTo>
                  <a:pt x="489407" y="257175"/>
                </a:lnTo>
                <a:lnTo>
                  <a:pt x="500049" y="256311"/>
                </a:lnTo>
                <a:lnTo>
                  <a:pt x="510552" y="256032"/>
                </a:lnTo>
                <a:lnTo>
                  <a:pt x="591324" y="256032"/>
                </a:lnTo>
                <a:lnTo>
                  <a:pt x="564959" y="301675"/>
                </a:lnTo>
                <a:lnTo>
                  <a:pt x="532079" y="343369"/>
                </a:lnTo>
                <a:lnTo>
                  <a:pt x="502361" y="368515"/>
                </a:lnTo>
                <a:lnTo>
                  <a:pt x="489216" y="373380"/>
                </a:lnTo>
                <a:lnTo>
                  <a:pt x="505980" y="408432"/>
                </a:lnTo>
                <a:lnTo>
                  <a:pt x="557834" y="395998"/>
                </a:lnTo>
                <a:lnTo>
                  <a:pt x="731532" y="374904"/>
                </a:lnTo>
                <a:lnTo>
                  <a:pt x="737831" y="383755"/>
                </a:lnTo>
                <a:lnTo>
                  <a:pt x="743153" y="392049"/>
                </a:lnTo>
                <a:lnTo>
                  <a:pt x="747598" y="399757"/>
                </a:lnTo>
                <a:lnTo>
                  <a:pt x="751344" y="406908"/>
                </a:lnTo>
                <a:lnTo>
                  <a:pt x="752868" y="411480"/>
                </a:lnTo>
                <a:lnTo>
                  <a:pt x="755916" y="414528"/>
                </a:lnTo>
                <a:lnTo>
                  <a:pt x="760488" y="414528"/>
                </a:lnTo>
                <a:lnTo>
                  <a:pt x="763536" y="409956"/>
                </a:lnTo>
                <a:lnTo>
                  <a:pt x="768108" y="403860"/>
                </a:lnTo>
                <a:lnTo>
                  <a:pt x="771156" y="396240"/>
                </a:lnTo>
                <a:lnTo>
                  <a:pt x="774204" y="390144"/>
                </a:lnTo>
                <a:lnTo>
                  <a:pt x="774204" y="385572"/>
                </a:lnTo>
                <a:lnTo>
                  <a:pt x="772528" y="377520"/>
                </a:lnTo>
                <a:lnTo>
                  <a:pt x="771017" y="374904"/>
                </a:lnTo>
                <a:lnTo>
                  <a:pt x="770140" y="373380"/>
                </a:lnTo>
                <a:lnTo>
                  <a:pt x="736104" y="340245"/>
                </a:lnTo>
                <a:lnTo>
                  <a:pt x="694956" y="313436"/>
                </a:lnTo>
                <a:lnTo>
                  <a:pt x="667524" y="297180"/>
                </a:lnTo>
                <a:lnTo>
                  <a:pt x="662952" y="303276"/>
                </a:lnTo>
                <a:lnTo>
                  <a:pt x="681494" y="320128"/>
                </a:lnTo>
                <a:lnTo>
                  <a:pt x="698195" y="336423"/>
                </a:lnTo>
                <a:lnTo>
                  <a:pt x="712876" y="352132"/>
                </a:lnTo>
                <a:lnTo>
                  <a:pt x="725436" y="367284"/>
                </a:lnTo>
                <a:lnTo>
                  <a:pt x="550976" y="372846"/>
                </a:lnTo>
                <a:lnTo>
                  <a:pt x="518172" y="373380"/>
                </a:lnTo>
                <a:lnTo>
                  <a:pt x="539000" y="358825"/>
                </a:lnTo>
                <a:lnTo>
                  <a:pt x="562559" y="338137"/>
                </a:lnTo>
                <a:lnTo>
                  <a:pt x="588670" y="311442"/>
                </a:lnTo>
                <a:lnTo>
                  <a:pt x="617232" y="278892"/>
                </a:lnTo>
                <a:lnTo>
                  <a:pt x="632472" y="272796"/>
                </a:lnTo>
                <a:lnTo>
                  <a:pt x="608088" y="256032"/>
                </a:lnTo>
                <a:lnTo>
                  <a:pt x="813828" y="256032"/>
                </a:lnTo>
                <a:close/>
              </a:path>
              <a:path w="1720850" h="414654">
                <a:moveTo>
                  <a:pt x="836688" y="164592"/>
                </a:moveTo>
                <a:lnTo>
                  <a:pt x="770394" y="147828"/>
                </a:lnTo>
                <a:lnTo>
                  <a:pt x="713244" y="117348"/>
                </a:lnTo>
                <a:lnTo>
                  <a:pt x="667334" y="77533"/>
                </a:lnTo>
                <a:lnTo>
                  <a:pt x="640740" y="45720"/>
                </a:lnTo>
                <a:lnTo>
                  <a:pt x="633996" y="36576"/>
                </a:lnTo>
                <a:lnTo>
                  <a:pt x="652284" y="25908"/>
                </a:lnTo>
                <a:lnTo>
                  <a:pt x="615708" y="0"/>
                </a:lnTo>
                <a:lnTo>
                  <a:pt x="582561" y="64960"/>
                </a:lnTo>
                <a:lnTo>
                  <a:pt x="537984" y="126492"/>
                </a:lnTo>
                <a:lnTo>
                  <a:pt x="511162" y="154508"/>
                </a:lnTo>
                <a:lnTo>
                  <a:pt x="455256" y="200850"/>
                </a:lnTo>
                <a:lnTo>
                  <a:pt x="426732" y="219456"/>
                </a:lnTo>
                <a:lnTo>
                  <a:pt x="431304" y="224028"/>
                </a:lnTo>
                <a:lnTo>
                  <a:pt x="490359" y="189738"/>
                </a:lnTo>
                <a:lnTo>
                  <a:pt x="542556" y="146304"/>
                </a:lnTo>
                <a:lnTo>
                  <a:pt x="589229" y="98298"/>
                </a:lnTo>
                <a:lnTo>
                  <a:pt x="627900" y="45720"/>
                </a:lnTo>
                <a:lnTo>
                  <a:pt x="647636" y="74244"/>
                </a:lnTo>
                <a:lnTo>
                  <a:pt x="689406" y="123291"/>
                </a:lnTo>
                <a:lnTo>
                  <a:pt x="734288" y="160985"/>
                </a:lnTo>
                <a:lnTo>
                  <a:pt x="777722" y="186753"/>
                </a:lnTo>
                <a:lnTo>
                  <a:pt x="798588" y="195072"/>
                </a:lnTo>
                <a:lnTo>
                  <a:pt x="803465" y="186131"/>
                </a:lnTo>
                <a:lnTo>
                  <a:pt x="811352" y="179641"/>
                </a:lnTo>
                <a:lnTo>
                  <a:pt x="822375" y="175133"/>
                </a:lnTo>
                <a:lnTo>
                  <a:pt x="836688" y="172212"/>
                </a:lnTo>
                <a:lnTo>
                  <a:pt x="836688" y="164592"/>
                </a:lnTo>
                <a:close/>
              </a:path>
              <a:path w="1720850" h="414654">
                <a:moveTo>
                  <a:pt x="1277112" y="83820"/>
                </a:moveTo>
                <a:lnTo>
                  <a:pt x="1237488" y="44196"/>
                </a:lnTo>
                <a:lnTo>
                  <a:pt x="1208532" y="73152"/>
                </a:lnTo>
                <a:lnTo>
                  <a:pt x="1060704" y="73152"/>
                </a:lnTo>
                <a:lnTo>
                  <a:pt x="1065301" y="64592"/>
                </a:lnTo>
                <a:lnTo>
                  <a:pt x="1070038" y="55054"/>
                </a:lnTo>
                <a:lnTo>
                  <a:pt x="1075067" y="44640"/>
                </a:lnTo>
                <a:lnTo>
                  <a:pt x="1080516" y="33528"/>
                </a:lnTo>
                <a:lnTo>
                  <a:pt x="1098804" y="25908"/>
                </a:lnTo>
                <a:lnTo>
                  <a:pt x="1054608" y="1524"/>
                </a:lnTo>
                <a:lnTo>
                  <a:pt x="1051445" y="16357"/>
                </a:lnTo>
                <a:lnTo>
                  <a:pt x="1046416" y="33337"/>
                </a:lnTo>
                <a:lnTo>
                  <a:pt x="1039393" y="52311"/>
                </a:lnTo>
                <a:lnTo>
                  <a:pt x="1030224" y="73152"/>
                </a:lnTo>
                <a:lnTo>
                  <a:pt x="874776" y="73152"/>
                </a:lnTo>
                <a:lnTo>
                  <a:pt x="890016" y="88392"/>
                </a:lnTo>
                <a:lnTo>
                  <a:pt x="899668" y="86385"/>
                </a:lnTo>
                <a:lnTo>
                  <a:pt x="910018" y="84963"/>
                </a:lnTo>
                <a:lnTo>
                  <a:pt x="920673" y="84099"/>
                </a:lnTo>
                <a:lnTo>
                  <a:pt x="931164" y="83820"/>
                </a:lnTo>
                <a:lnTo>
                  <a:pt x="1027176" y="83820"/>
                </a:lnTo>
                <a:lnTo>
                  <a:pt x="994029" y="140779"/>
                </a:lnTo>
                <a:lnTo>
                  <a:pt x="958596" y="187452"/>
                </a:lnTo>
                <a:lnTo>
                  <a:pt x="919543" y="227647"/>
                </a:lnTo>
                <a:lnTo>
                  <a:pt x="874776" y="266700"/>
                </a:lnTo>
                <a:lnTo>
                  <a:pt x="879348" y="271272"/>
                </a:lnTo>
                <a:lnTo>
                  <a:pt x="907376" y="252984"/>
                </a:lnTo>
                <a:lnTo>
                  <a:pt x="934402" y="232410"/>
                </a:lnTo>
                <a:lnTo>
                  <a:pt x="960577" y="209550"/>
                </a:lnTo>
                <a:lnTo>
                  <a:pt x="986028" y="184404"/>
                </a:lnTo>
                <a:lnTo>
                  <a:pt x="985799" y="272148"/>
                </a:lnTo>
                <a:lnTo>
                  <a:pt x="985266" y="338899"/>
                </a:lnTo>
                <a:lnTo>
                  <a:pt x="984745" y="384784"/>
                </a:lnTo>
                <a:lnTo>
                  <a:pt x="984504" y="409956"/>
                </a:lnTo>
                <a:lnTo>
                  <a:pt x="1010412" y="394716"/>
                </a:lnTo>
                <a:lnTo>
                  <a:pt x="1010412" y="295656"/>
                </a:lnTo>
                <a:lnTo>
                  <a:pt x="1170432" y="295656"/>
                </a:lnTo>
                <a:lnTo>
                  <a:pt x="1170432" y="367284"/>
                </a:lnTo>
                <a:lnTo>
                  <a:pt x="1164336" y="371856"/>
                </a:lnTo>
                <a:lnTo>
                  <a:pt x="1153668" y="371856"/>
                </a:lnTo>
                <a:lnTo>
                  <a:pt x="1145057" y="371563"/>
                </a:lnTo>
                <a:lnTo>
                  <a:pt x="1134999" y="370713"/>
                </a:lnTo>
                <a:lnTo>
                  <a:pt x="1123238" y="369277"/>
                </a:lnTo>
                <a:lnTo>
                  <a:pt x="1109472" y="367284"/>
                </a:lnTo>
                <a:lnTo>
                  <a:pt x="1109472" y="374904"/>
                </a:lnTo>
                <a:lnTo>
                  <a:pt x="1130338" y="382943"/>
                </a:lnTo>
                <a:lnTo>
                  <a:pt x="1144905" y="391287"/>
                </a:lnTo>
                <a:lnTo>
                  <a:pt x="1153198" y="400189"/>
                </a:lnTo>
                <a:lnTo>
                  <a:pt x="1155192" y="409956"/>
                </a:lnTo>
                <a:lnTo>
                  <a:pt x="1172324" y="402234"/>
                </a:lnTo>
                <a:lnTo>
                  <a:pt x="1194727" y="369277"/>
                </a:lnTo>
                <a:lnTo>
                  <a:pt x="1194816" y="295656"/>
                </a:lnTo>
                <a:lnTo>
                  <a:pt x="1194816" y="284988"/>
                </a:lnTo>
                <a:lnTo>
                  <a:pt x="1194816" y="228600"/>
                </a:lnTo>
                <a:lnTo>
                  <a:pt x="1194816" y="217932"/>
                </a:lnTo>
                <a:lnTo>
                  <a:pt x="1194816" y="163068"/>
                </a:lnTo>
                <a:lnTo>
                  <a:pt x="1202436" y="156972"/>
                </a:lnTo>
                <a:lnTo>
                  <a:pt x="1210056" y="150876"/>
                </a:lnTo>
                <a:lnTo>
                  <a:pt x="1203528" y="146304"/>
                </a:lnTo>
                <a:lnTo>
                  <a:pt x="1179576" y="129540"/>
                </a:lnTo>
                <a:lnTo>
                  <a:pt x="1170432" y="140716"/>
                </a:lnTo>
                <a:lnTo>
                  <a:pt x="1170432" y="156972"/>
                </a:lnTo>
                <a:lnTo>
                  <a:pt x="1170432" y="217932"/>
                </a:lnTo>
                <a:lnTo>
                  <a:pt x="1170432" y="228600"/>
                </a:lnTo>
                <a:lnTo>
                  <a:pt x="1170432" y="284988"/>
                </a:lnTo>
                <a:lnTo>
                  <a:pt x="1010412" y="284988"/>
                </a:lnTo>
                <a:lnTo>
                  <a:pt x="1010412" y="228600"/>
                </a:lnTo>
                <a:lnTo>
                  <a:pt x="1170432" y="228600"/>
                </a:lnTo>
                <a:lnTo>
                  <a:pt x="1170432" y="217932"/>
                </a:lnTo>
                <a:lnTo>
                  <a:pt x="1010412" y="217932"/>
                </a:lnTo>
                <a:lnTo>
                  <a:pt x="1010412" y="184404"/>
                </a:lnTo>
                <a:lnTo>
                  <a:pt x="1010412" y="156972"/>
                </a:lnTo>
                <a:lnTo>
                  <a:pt x="1170432" y="156972"/>
                </a:lnTo>
                <a:lnTo>
                  <a:pt x="1170432" y="140716"/>
                </a:lnTo>
                <a:lnTo>
                  <a:pt x="1165860" y="146304"/>
                </a:lnTo>
                <a:lnTo>
                  <a:pt x="1016508" y="146304"/>
                </a:lnTo>
                <a:lnTo>
                  <a:pt x="1026782" y="132029"/>
                </a:lnTo>
                <a:lnTo>
                  <a:pt x="1036891" y="116776"/>
                </a:lnTo>
                <a:lnTo>
                  <a:pt x="1046734" y="100647"/>
                </a:lnTo>
                <a:lnTo>
                  <a:pt x="1056132" y="83820"/>
                </a:lnTo>
                <a:lnTo>
                  <a:pt x="1277112" y="83820"/>
                </a:lnTo>
                <a:close/>
              </a:path>
              <a:path w="1720850" h="414654">
                <a:moveTo>
                  <a:pt x="1720608" y="185928"/>
                </a:moveTo>
                <a:lnTo>
                  <a:pt x="1690128" y="152400"/>
                </a:lnTo>
                <a:lnTo>
                  <a:pt x="1665744" y="175260"/>
                </a:lnTo>
                <a:lnTo>
                  <a:pt x="1488960" y="175260"/>
                </a:lnTo>
                <a:lnTo>
                  <a:pt x="1495526" y="164109"/>
                </a:lnTo>
                <a:lnTo>
                  <a:pt x="1501533" y="153543"/>
                </a:lnTo>
                <a:lnTo>
                  <a:pt x="1506956" y="143535"/>
                </a:lnTo>
                <a:lnTo>
                  <a:pt x="1511820" y="134112"/>
                </a:lnTo>
                <a:lnTo>
                  <a:pt x="1661172" y="134112"/>
                </a:lnTo>
                <a:lnTo>
                  <a:pt x="1632216" y="100584"/>
                </a:lnTo>
                <a:lnTo>
                  <a:pt x="1607832" y="123444"/>
                </a:lnTo>
                <a:lnTo>
                  <a:pt x="1513344" y="123444"/>
                </a:lnTo>
                <a:lnTo>
                  <a:pt x="1517916" y="114007"/>
                </a:lnTo>
                <a:lnTo>
                  <a:pt x="1522488" y="104013"/>
                </a:lnTo>
                <a:lnTo>
                  <a:pt x="1527060" y="93433"/>
                </a:lnTo>
                <a:lnTo>
                  <a:pt x="1531632" y="82296"/>
                </a:lnTo>
                <a:lnTo>
                  <a:pt x="1708416" y="82296"/>
                </a:lnTo>
                <a:lnTo>
                  <a:pt x="1677936" y="47244"/>
                </a:lnTo>
                <a:lnTo>
                  <a:pt x="1653552" y="71628"/>
                </a:lnTo>
                <a:lnTo>
                  <a:pt x="1571256" y="71628"/>
                </a:lnTo>
                <a:lnTo>
                  <a:pt x="1589278" y="50711"/>
                </a:lnTo>
                <a:lnTo>
                  <a:pt x="1604594" y="35814"/>
                </a:lnTo>
                <a:lnTo>
                  <a:pt x="1617332" y="26619"/>
                </a:lnTo>
                <a:lnTo>
                  <a:pt x="1627644" y="22860"/>
                </a:lnTo>
                <a:lnTo>
                  <a:pt x="1594116" y="1524"/>
                </a:lnTo>
                <a:lnTo>
                  <a:pt x="1590154" y="13538"/>
                </a:lnTo>
                <a:lnTo>
                  <a:pt x="1583067" y="29146"/>
                </a:lnTo>
                <a:lnTo>
                  <a:pt x="1573110" y="48450"/>
                </a:lnTo>
                <a:lnTo>
                  <a:pt x="1560588" y="71628"/>
                </a:lnTo>
                <a:lnTo>
                  <a:pt x="1487436" y="71628"/>
                </a:lnTo>
                <a:lnTo>
                  <a:pt x="1493189" y="65049"/>
                </a:lnTo>
                <a:lnTo>
                  <a:pt x="1496961" y="59055"/>
                </a:lnTo>
                <a:lnTo>
                  <a:pt x="1499006" y="53619"/>
                </a:lnTo>
                <a:lnTo>
                  <a:pt x="1499628" y="48768"/>
                </a:lnTo>
                <a:lnTo>
                  <a:pt x="1499628" y="45720"/>
                </a:lnTo>
                <a:lnTo>
                  <a:pt x="1464805" y="14668"/>
                </a:lnTo>
                <a:lnTo>
                  <a:pt x="1446288" y="6096"/>
                </a:lnTo>
                <a:lnTo>
                  <a:pt x="1443240" y="9144"/>
                </a:lnTo>
                <a:lnTo>
                  <a:pt x="1454670" y="23406"/>
                </a:lnTo>
                <a:lnTo>
                  <a:pt x="1463814" y="38671"/>
                </a:lnTo>
                <a:lnTo>
                  <a:pt x="1470672" y="54787"/>
                </a:lnTo>
                <a:lnTo>
                  <a:pt x="1475244" y="71628"/>
                </a:lnTo>
                <a:lnTo>
                  <a:pt x="1344180" y="71628"/>
                </a:lnTo>
                <a:lnTo>
                  <a:pt x="1359420" y="86868"/>
                </a:lnTo>
                <a:lnTo>
                  <a:pt x="1368844" y="84861"/>
                </a:lnTo>
                <a:lnTo>
                  <a:pt x="1378851" y="83439"/>
                </a:lnTo>
                <a:lnTo>
                  <a:pt x="1389418" y="82575"/>
                </a:lnTo>
                <a:lnTo>
                  <a:pt x="1400568" y="82296"/>
                </a:lnTo>
                <a:lnTo>
                  <a:pt x="1505724" y="82296"/>
                </a:lnTo>
                <a:lnTo>
                  <a:pt x="1502029" y="92583"/>
                </a:lnTo>
                <a:lnTo>
                  <a:pt x="1497914" y="102870"/>
                </a:lnTo>
                <a:lnTo>
                  <a:pt x="1493507" y="113157"/>
                </a:lnTo>
                <a:lnTo>
                  <a:pt x="1488960" y="123444"/>
                </a:lnTo>
                <a:lnTo>
                  <a:pt x="1377708" y="123444"/>
                </a:lnTo>
                <a:lnTo>
                  <a:pt x="1394472" y="138684"/>
                </a:lnTo>
                <a:lnTo>
                  <a:pt x="1403896" y="136677"/>
                </a:lnTo>
                <a:lnTo>
                  <a:pt x="1413903" y="135255"/>
                </a:lnTo>
                <a:lnTo>
                  <a:pt x="1424470" y="134391"/>
                </a:lnTo>
                <a:lnTo>
                  <a:pt x="1435620" y="134112"/>
                </a:lnTo>
                <a:lnTo>
                  <a:pt x="1485912" y="134112"/>
                </a:lnTo>
                <a:lnTo>
                  <a:pt x="1480197" y="146113"/>
                </a:lnTo>
                <a:lnTo>
                  <a:pt x="1474482" y="156972"/>
                </a:lnTo>
                <a:lnTo>
                  <a:pt x="1468767" y="166687"/>
                </a:lnTo>
                <a:lnTo>
                  <a:pt x="1463052" y="175260"/>
                </a:lnTo>
                <a:lnTo>
                  <a:pt x="1324368" y="175260"/>
                </a:lnTo>
                <a:lnTo>
                  <a:pt x="1339608" y="192024"/>
                </a:lnTo>
                <a:lnTo>
                  <a:pt x="1349908" y="189141"/>
                </a:lnTo>
                <a:lnTo>
                  <a:pt x="1360373" y="187261"/>
                </a:lnTo>
                <a:lnTo>
                  <a:pt x="1371104" y="186232"/>
                </a:lnTo>
                <a:lnTo>
                  <a:pt x="1382280" y="185928"/>
                </a:lnTo>
                <a:lnTo>
                  <a:pt x="1458480" y="185928"/>
                </a:lnTo>
                <a:lnTo>
                  <a:pt x="1431810" y="221361"/>
                </a:lnTo>
                <a:lnTo>
                  <a:pt x="1400568" y="254508"/>
                </a:lnTo>
                <a:lnTo>
                  <a:pt x="1363992" y="286131"/>
                </a:lnTo>
                <a:lnTo>
                  <a:pt x="1318272" y="320040"/>
                </a:lnTo>
                <a:lnTo>
                  <a:pt x="1319796" y="324612"/>
                </a:lnTo>
                <a:lnTo>
                  <a:pt x="1355420" y="306514"/>
                </a:lnTo>
                <a:lnTo>
                  <a:pt x="1389900" y="284988"/>
                </a:lnTo>
                <a:lnTo>
                  <a:pt x="1421142" y="259651"/>
                </a:lnTo>
                <a:lnTo>
                  <a:pt x="1447812" y="233172"/>
                </a:lnTo>
                <a:lnTo>
                  <a:pt x="1447698" y="324612"/>
                </a:lnTo>
                <a:lnTo>
                  <a:pt x="1447622" y="349758"/>
                </a:lnTo>
                <a:lnTo>
                  <a:pt x="1447165" y="387477"/>
                </a:lnTo>
                <a:lnTo>
                  <a:pt x="1446288" y="411480"/>
                </a:lnTo>
                <a:lnTo>
                  <a:pt x="1470672" y="402336"/>
                </a:lnTo>
                <a:lnTo>
                  <a:pt x="1470672" y="384048"/>
                </a:lnTo>
                <a:lnTo>
                  <a:pt x="1624596" y="384048"/>
                </a:lnTo>
                <a:lnTo>
                  <a:pt x="1624596" y="408432"/>
                </a:lnTo>
                <a:lnTo>
                  <a:pt x="1648980" y="402336"/>
                </a:lnTo>
                <a:lnTo>
                  <a:pt x="1648764" y="384048"/>
                </a:lnTo>
                <a:lnTo>
                  <a:pt x="1648599" y="373380"/>
                </a:lnTo>
                <a:lnTo>
                  <a:pt x="1648231" y="349758"/>
                </a:lnTo>
                <a:lnTo>
                  <a:pt x="1648053" y="333756"/>
                </a:lnTo>
                <a:lnTo>
                  <a:pt x="1647926" y="323088"/>
                </a:lnTo>
                <a:lnTo>
                  <a:pt x="1647710" y="302933"/>
                </a:lnTo>
                <a:lnTo>
                  <a:pt x="1647621" y="283464"/>
                </a:lnTo>
                <a:lnTo>
                  <a:pt x="1647571" y="272796"/>
                </a:lnTo>
                <a:lnTo>
                  <a:pt x="1647456" y="240792"/>
                </a:lnTo>
                <a:lnTo>
                  <a:pt x="1656029" y="233172"/>
                </a:lnTo>
                <a:lnTo>
                  <a:pt x="1661172" y="228600"/>
                </a:lnTo>
                <a:lnTo>
                  <a:pt x="1653768" y="222504"/>
                </a:lnTo>
                <a:lnTo>
                  <a:pt x="1635264" y="207264"/>
                </a:lnTo>
                <a:lnTo>
                  <a:pt x="1624596" y="220599"/>
                </a:lnTo>
                <a:lnTo>
                  <a:pt x="1624596" y="373380"/>
                </a:lnTo>
                <a:lnTo>
                  <a:pt x="1470672" y="373380"/>
                </a:lnTo>
                <a:lnTo>
                  <a:pt x="1470672" y="333756"/>
                </a:lnTo>
                <a:lnTo>
                  <a:pt x="1624596" y="333756"/>
                </a:lnTo>
                <a:lnTo>
                  <a:pt x="1624596" y="323088"/>
                </a:lnTo>
                <a:lnTo>
                  <a:pt x="1470672" y="323088"/>
                </a:lnTo>
                <a:lnTo>
                  <a:pt x="1470672" y="283464"/>
                </a:lnTo>
                <a:lnTo>
                  <a:pt x="1624596" y="283464"/>
                </a:lnTo>
                <a:lnTo>
                  <a:pt x="1624596" y="272796"/>
                </a:lnTo>
                <a:lnTo>
                  <a:pt x="1470672" y="272796"/>
                </a:lnTo>
                <a:lnTo>
                  <a:pt x="1470672" y="233172"/>
                </a:lnTo>
                <a:lnTo>
                  <a:pt x="1624596" y="233172"/>
                </a:lnTo>
                <a:lnTo>
                  <a:pt x="1624596" y="220599"/>
                </a:lnTo>
                <a:lnTo>
                  <a:pt x="1623072" y="222504"/>
                </a:lnTo>
                <a:lnTo>
                  <a:pt x="1470672" y="222504"/>
                </a:lnTo>
                <a:lnTo>
                  <a:pt x="1461528" y="216408"/>
                </a:lnTo>
                <a:lnTo>
                  <a:pt x="1467878" y="208419"/>
                </a:lnTo>
                <a:lnTo>
                  <a:pt x="1473530" y="200596"/>
                </a:lnTo>
                <a:lnTo>
                  <a:pt x="1478876" y="193040"/>
                </a:lnTo>
                <a:lnTo>
                  <a:pt x="1484388" y="185928"/>
                </a:lnTo>
                <a:lnTo>
                  <a:pt x="1720608" y="18592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" name="object 47"/>
          <p:cNvSpPr/>
          <p:nvPr/>
        </p:nvSpPr>
        <p:spPr>
          <a:xfrm>
            <a:off x="8394192" y="3569207"/>
            <a:ext cx="361315" cy="388620"/>
          </a:xfrm>
          <a:custGeom>
            <a:avLst/>
            <a:gdLst/>
            <a:ahLst/>
            <a:cxnLst/>
            <a:rect l="l" t="t" r="r" b="b"/>
            <a:pathLst>
              <a:path w="361315" h="388620">
                <a:moveTo>
                  <a:pt x="333756" y="24384"/>
                </a:moveTo>
                <a:lnTo>
                  <a:pt x="284988" y="24384"/>
                </a:lnTo>
                <a:lnTo>
                  <a:pt x="309372" y="0"/>
                </a:lnTo>
                <a:lnTo>
                  <a:pt x="333756" y="24384"/>
                </a:lnTo>
                <a:close/>
              </a:path>
              <a:path w="361315" h="388620">
                <a:moveTo>
                  <a:pt x="25908" y="388620"/>
                </a:moveTo>
                <a:lnTo>
                  <a:pt x="0" y="365760"/>
                </a:lnTo>
                <a:lnTo>
                  <a:pt x="13716" y="353568"/>
                </a:lnTo>
                <a:lnTo>
                  <a:pt x="13659" y="186380"/>
                </a:lnTo>
                <a:lnTo>
                  <a:pt x="13542" y="124968"/>
                </a:lnTo>
                <a:lnTo>
                  <a:pt x="13160" y="52744"/>
                </a:lnTo>
                <a:lnTo>
                  <a:pt x="12192" y="7620"/>
                </a:lnTo>
                <a:lnTo>
                  <a:pt x="39624" y="24384"/>
                </a:lnTo>
                <a:lnTo>
                  <a:pt x="333756" y="24384"/>
                </a:lnTo>
                <a:lnTo>
                  <a:pt x="344424" y="35052"/>
                </a:lnTo>
                <a:lnTo>
                  <a:pt x="38100" y="35052"/>
                </a:lnTo>
                <a:lnTo>
                  <a:pt x="38100" y="124968"/>
                </a:lnTo>
                <a:lnTo>
                  <a:pt x="301275" y="124968"/>
                </a:lnTo>
                <a:lnTo>
                  <a:pt x="309372" y="132588"/>
                </a:lnTo>
                <a:lnTo>
                  <a:pt x="305453" y="135636"/>
                </a:lnTo>
                <a:lnTo>
                  <a:pt x="38100" y="135636"/>
                </a:lnTo>
                <a:lnTo>
                  <a:pt x="38100" y="240792"/>
                </a:lnTo>
                <a:lnTo>
                  <a:pt x="296153" y="240792"/>
                </a:lnTo>
                <a:lnTo>
                  <a:pt x="296306" y="249936"/>
                </a:lnTo>
                <a:lnTo>
                  <a:pt x="38100" y="249936"/>
                </a:lnTo>
                <a:lnTo>
                  <a:pt x="38100" y="361188"/>
                </a:lnTo>
                <a:lnTo>
                  <a:pt x="350520" y="361188"/>
                </a:lnTo>
                <a:lnTo>
                  <a:pt x="361187" y="371856"/>
                </a:lnTo>
                <a:lnTo>
                  <a:pt x="39624" y="371856"/>
                </a:lnTo>
                <a:lnTo>
                  <a:pt x="25908" y="388620"/>
                </a:lnTo>
                <a:close/>
              </a:path>
              <a:path w="361315" h="388620">
                <a:moveTo>
                  <a:pt x="301275" y="124968"/>
                </a:moveTo>
                <a:lnTo>
                  <a:pt x="266700" y="124968"/>
                </a:lnTo>
                <a:lnTo>
                  <a:pt x="283464" y="108204"/>
                </a:lnTo>
                <a:lnTo>
                  <a:pt x="301275" y="124968"/>
                </a:lnTo>
                <a:close/>
              </a:path>
              <a:path w="361315" h="388620">
                <a:moveTo>
                  <a:pt x="296153" y="240792"/>
                </a:moveTo>
                <a:lnTo>
                  <a:pt x="271272" y="240792"/>
                </a:lnTo>
                <a:lnTo>
                  <a:pt x="271272" y="135636"/>
                </a:lnTo>
                <a:lnTo>
                  <a:pt x="305453" y="135636"/>
                </a:lnTo>
                <a:lnTo>
                  <a:pt x="295656" y="143256"/>
                </a:lnTo>
                <a:lnTo>
                  <a:pt x="295749" y="201141"/>
                </a:lnTo>
                <a:lnTo>
                  <a:pt x="295846" y="221932"/>
                </a:lnTo>
                <a:lnTo>
                  <a:pt x="296153" y="240792"/>
                </a:lnTo>
                <a:close/>
              </a:path>
              <a:path w="361315" h="388620">
                <a:moveTo>
                  <a:pt x="271272" y="281940"/>
                </a:moveTo>
                <a:lnTo>
                  <a:pt x="271272" y="249936"/>
                </a:lnTo>
                <a:lnTo>
                  <a:pt x="296306" y="249936"/>
                </a:lnTo>
                <a:lnTo>
                  <a:pt x="297180" y="269748"/>
                </a:lnTo>
                <a:lnTo>
                  <a:pt x="271272" y="281940"/>
                </a:lnTo>
                <a:close/>
              </a:path>
              <a:path w="361315" h="388620">
                <a:moveTo>
                  <a:pt x="350520" y="361188"/>
                </a:moveTo>
                <a:lnTo>
                  <a:pt x="298704" y="361188"/>
                </a:lnTo>
                <a:lnTo>
                  <a:pt x="324612" y="335280"/>
                </a:lnTo>
                <a:lnTo>
                  <a:pt x="350520" y="36118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" name="object 48"/>
          <p:cNvSpPr/>
          <p:nvPr/>
        </p:nvSpPr>
        <p:spPr>
          <a:xfrm>
            <a:off x="8802623" y="3557015"/>
            <a:ext cx="401320" cy="408940"/>
          </a:xfrm>
          <a:custGeom>
            <a:avLst/>
            <a:gdLst/>
            <a:ahLst/>
            <a:cxnLst/>
            <a:rect l="l" t="t" r="r" b="b"/>
            <a:pathLst>
              <a:path w="401320" h="408939">
                <a:moveTo>
                  <a:pt x="1524" y="408432"/>
                </a:moveTo>
                <a:lnTo>
                  <a:pt x="0" y="402336"/>
                </a:lnTo>
                <a:lnTo>
                  <a:pt x="28813" y="388000"/>
                </a:lnTo>
                <a:lnTo>
                  <a:pt x="55625" y="372237"/>
                </a:lnTo>
                <a:lnTo>
                  <a:pt x="102107" y="335280"/>
                </a:lnTo>
                <a:lnTo>
                  <a:pt x="137350" y="292989"/>
                </a:lnTo>
                <a:lnTo>
                  <a:pt x="160019" y="243840"/>
                </a:lnTo>
                <a:lnTo>
                  <a:pt x="173926" y="190119"/>
                </a:lnTo>
                <a:lnTo>
                  <a:pt x="179831" y="134112"/>
                </a:lnTo>
                <a:lnTo>
                  <a:pt x="42671" y="134112"/>
                </a:lnTo>
                <a:lnTo>
                  <a:pt x="18288" y="137160"/>
                </a:lnTo>
                <a:lnTo>
                  <a:pt x="4571" y="123444"/>
                </a:lnTo>
                <a:lnTo>
                  <a:pt x="179831" y="123444"/>
                </a:lnTo>
                <a:lnTo>
                  <a:pt x="179641" y="46863"/>
                </a:lnTo>
                <a:lnTo>
                  <a:pt x="179189" y="19716"/>
                </a:lnTo>
                <a:lnTo>
                  <a:pt x="178307" y="0"/>
                </a:lnTo>
                <a:lnTo>
                  <a:pt x="220979" y="19812"/>
                </a:lnTo>
                <a:lnTo>
                  <a:pt x="207263" y="33528"/>
                </a:lnTo>
                <a:lnTo>
                  <a:pt x="207263" y="123444"/>
                </a:lnTo>
                <a:lnTo>
                  <a:pt x="335279" y="123444"/>
                </a:lnTo>
                <a:lnTo>
                  <a:pt x="362712" y="96012"/>
                </a:lnTo>
                <a:lnTo>
                  <a:pt x="400812" y="134112"/>
                </a:lnTo>
                <a:lnTo>
                  <a:pt x="207263" y="134112"/>
                </a:lnTo>
                <a:lnTo>
                  <a:pt x="207263" y="147828"/>
                </a:lnTo>
                <a:lnTo>
                  <a:pt x="231076" y="212598"/>
                </a:lnTo>
                <a:lnTo>
                  <a:pt x="269747" y="277368"/>
                </a:lnTo>
                <a:lnTo>
                  <a:pt x="295132" y="307681"/>
                </a:lnTo>
                <a:lnTo>
                  <a:pt x="325373" y="332422"/>
                </a:lnTo>
                <a:lnTo>
                  <a:pt x="360187" y="351734"/>
                </a:lnTo>
                <a:lnTo>
                  <a:pt x="399288" y="365760"/>
                </a:lnTo>
                <a:lnTo>
                  <a:pt x="399288" y="371856"/>
                </a:lnTo>
                <a:lnTo>
                  <a:pt x="387334" y="374142"/>
                </a:lnTo>
                <a:lnTo>
                  <a:pt x="376808" y="378714"/>
                </a:lnTo>
                <a:lnTo>
                  <a:pt x="367998" y="385572"/>
                </a:lnTo>
                <a:lnTo>
                  <a:pt x="361188" y="394716"/>
                </a:lnTo>
                <a:lnTo>
                  <a:pt x="333494" y="375856"/>
                </a:lnTo>
                <a:lnTo>
                  <a:pt x="283821" y="327850"/>
                </a:lnTo>
                <a:lnTo>
                  <a:pt x="242982" y="268438"/>
                </a:lnTo>
                <a:lnTo>
                  <a:pt x="213264" y="205049"/>
                </a:lnTo>
                <a:lnTo>
                  <a:pt x="202691" y="172212"/>
                </a:lnTo>
                <a:lnTo>
                  <a:pt x="192666" y="222242"/>
                </a:lnTo>
                <a:lnTo>
                  <a:pt x="178498" y="264985"/>
                </a:lnTo>
                <a:lnTo>
                  <a:pt x="160043" y="300585"/>
                </a:lnTo>
                <a:lnTo>
                  <a:pt x="109751" y="353782"/>
                </a:lnTo>
                <a:lnTo>
                  <a:pt x="77914" y="375094"/>
                </a:lnTo>
                <a:lnTo>
                  <a:pt x="41790" y="393263"/>
                </a:lnTo>
                <a:lnTo>
                  <a:pt x="1524" y="40843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" name="object 49"/>
          <p:cNvSpPr/>
          <p:nvPr/>
        </p:nvSpPr>
        <p:spPr>
          <a:xfrm>
            <a:off x="9281159" y="3558540"/>
            <a:ext cx="356870" cy="402590"/>
          </a:xfrm>
          <a:custGeom>
            <a:avLst/>
            <a:gdLst/>
            <a:ahLst/>
            <a:cxnLst/>
            <a:rect l="l" t="t" r="r" b="b"/>
            <a:pathLst>
              <a:path w="356870" h="402589">
                <a:moveTo>
                  <a:pt x="54864" y="91440"/>
                </a:moveTo>
                <a:lnTo>
                  <a:pt x="44196" y="91440"/>
                </a:lnTo>
                <a:lnTo>
                  <a:pt x="51554" y="63436"/>
                </a:lnTo>
                <a:lnTo>
                  <a:pt x="57340" y="38862"/>
                </a:lnTo>
                <a:lnTo>
                  <a:pt x="61126" y="17716"/>
                </a:lnTo>
                <a:lnTo>
                  <a:pt x="62484" y="0"/>
                </a:lnTo>
                <a:lnTo>
                  <a:pt x="100584" y="21336"/>
                </a:lnTo>
                <a:lnTo>
                  <a:pt x="91725" y="29075"/>
                </a:lnTo>
                <a:lnTo>
                  <a:pt x="81153" y="43243"/>
                </a:lnTo>
                <a:lnTo>
                  <a:pt x="68865" y="63984"/>
                </a:lnTo>
                <a:lnTo>
                  <a:pt x="54864" y="91440"/>
                </a:lnTo>
                <a:close/>
              </a:path>
              <a:path w="356870" h="402589">
                <a:moveTo>
                  <a:pt x="147828" y="192024"/>
                </a:moveTo>
                <a:lnTo>
                  <a:pt x="143256" y="188976"/>
                </a:lnTo>
                <a:lnTo>
                  <a:pt x="160377" y="161496"/>
                </a:lnTo>
                <a:lnTo>
                  <a:pt x="175069" y="136017"/>
                </a:lnTo>
                <a:lnTo>
                  <a:pt x="196596" y="89916"/>
                </a:lnTo>
                <a:lnTo>
                  <a:pt x="211836" y="46482"/>
                </a:lnTo>
                <a:lnTo>
                  <a:pt x="222503" y="3048"/>
                </a:lnTo>
                <a:lnTo>
                  <a:pt x="260603" y="24384"/>
                </a:lnTo>
                <a:lnTo>
                  <a:pt x="252864" y="32361"/>
                </a:lnTo>
                <a:lnTo>
                  <a:pt x="243268" y="47053"/>
                </a:lnTo>
                <a:lnTo>
                  <a:pt x="231671" y="68318"/>
                </a:lnTo>
                <a:lnTo>
                  <a:pt x="217932" y="96012"/>
                </a:lnTo>
                <a:lnTo>
                  <a:pt x="348996" y="96012"/>
                </a:lnTo>
                <a:lnTo>
                  <a:pt x="356616" y="103632"/>
                </a:lnTo>
                <a:lnTo>
                  <a:pt x="352806" y="106680"/>
                </a:lnTo>
                <a:lnTo>
                  <a:pt x="214884" y="106680"/>
                </a:lnTo>
                <a:lnTo>
                  <a:pt x="198834" y="130944"/>
                </a:lnTo>
                <a:lnTo>
                  <a:pt x="182499" y="153352"/>
                </a:lnTo>
                <a:lnTo>
                  <a:pt x="165592" y="173759"/>
                </a:lnTo>
                <a:lnTo>
                  <a:pt x="147828" y="192024"/>
                </a:lnTo>
                <a:close/>
              </a:path>
              <a:path w="356870" h="402589">
                <a:moveTo>
                  <a:pt x="147828" y="91440"/>
                </a:moveTo>
                <a:lnTo>
                  <a:pt x="111252" y="91440"/>
                </a:lnTo>
                <a:lnTo>
                  <a:pt x="129540" y="73152"/>
                </a:lnTo>
                <a:lnTo>
                  <a:pt x="147828" y="91440"/>
                </a:lnTo>
                <a:close/>
              </a:path>
              <a:path w="356870" h="402589">
                <a:moveTo>
                  <a:pt x="0" y="399288"/>
                </a:moveTo>
                <a:lnTo>
                  <a:pt x="848" y="359664"/>
                </a:lnTo>
                <a:lnTo>
                  <a:pt x="1333" y="317182"/>
                </a:lnTo>
                <a:lnTo>
                  <a:pt x="1427" y="178308"/>
                </a:lnTo>
                <a:lnTo>
                  <a:pt x="1310" y="153352"/>
                </a:lnTo>
                <a:lnTo>
                  <a:pt x="891" y="115824"/>
                </a:lnTo>
                <a:lnTo>
                  <a:pt x="0" y="74676"/>
                </a:lnTo>
                <a:lnTo>
                  <a:pt x="25908" y="91440"/>
                </a:lnTo>
                <a:lnTo>
                  <a:pt x="147828" y="91440"/>
                </a:lnTo>
                <a:lnTo>
                  <a:pt x="155448" y="99060"/>
                </a:lnTo>
                <a:lnTo>
                  <a:pt x="150876" y="102108"/>
                </a:lnTo>
                <a:lnTo>
                  <a:pt x="24384" y="102108"/>
                </a:lnTo>
                <a:lnTo>
                  <a:pt x="24384" y="213360"/>
                </a:lnTo>
                <a:lnTo>
                  <a:pt x="137518" y="213360"/>
                </a:lnTo>
                <a:lnTo>
                  <a:pt x="137583" y="222504"/>
                </a:lnTo>
                <a:lnTo>
                  <a:pt x="24384" y="222504"/>
                </a:lnTo>
                <a:lnTo>
                  <a:pt x="24384" y="344424"/>
                </a:lnTo>
                <a:lnTo>
                  <a:pt x="139246" y="344424"/>
                </a:lnTo>
                <a:lnTo>
                  <a:pt x="139305" y="347435"/>
                </a:lnTo>
                <a:lnTo>
                  <a:pt x="139532" y="355092"/>
                </a:lnTo>
                <a:lnTo>
                  <a:pt x="24384" y="355092"/>
                </a:lnTo>
                <a:lnTo>
                  <a:pt x="24384" y="384048"/>
                </a:lnTo>
                <a:lnTo>
                  <a:pt x="0" y="399288"/>
                </a:lnTo>
                <a:close/>
              </a:path>
              <a:path w="356870" h="402589">
                <a:moveTo>
                  <a:pt x="348996" y="96012"/>
                </a:moveTo>
                <a:lnTo>
                  <a:pt x="310896" y="96012"/>
                </a:lnTo>
                <a:lnTo>
                  <a:pt x="330708" y="77724"/>
                </a:lnTo>
                <a:lnTo>
                  <a:pt x="348996" y="96012"/>
                </a:lnTo>
                <a:close/>
              </a:path>
              <a:path w="356870" h="402589">
                <a:moveTo>
                  <a:pt x="137518" y="213360"/>
                </a:moveTo>
                <a:lnTo>
                  <a:pt x="115824" y="213360"/>
                </a:lnTo>
                <a:lnTo>
                  <a:pt x="115824" y="102108"/>
                </a:lnTo>
                <a:lnTo>
                  <a:pt x="150876" y="102108"/>
                </a:lnTo>
                <a:lnTo>
                  <a:pt x="137160" y="111252"/>
                </a:lnTo>
                <a:lnTo>
                  <a:pt x="137273" y="161496"/>
                </a:lnTo>
                <a:lnTo>
                  <a:pt x="137394" y="195976"/>
                </a:lnTo>
                <a:lnTo>
                  <a:pt x="137518" y="213360"/>
                </a:lnTo>
                <a:close/>
              </a:path>
              <a:path w="356870" h="402589">
                <a:moveTo>
                  <a:pt x="328041" y="359664"/>
                </a:moveTo>
                <a:lnTo>
                  <a:pt x="283464" y="359664"/>
                </a:lnTo>
                <a:lnTo>
                  <a:pt x="292631" y="357925"/>
                </a:lnTo>
                <a:lnTo>
                  <a:pt x="299656" y="352615"/>
                </a:lnTo>
                <a:lnTo>
                  <a:pt x="309261" y="305360"/>
                </a:lnTo>
                <a:lnTo>
                  <a:pt x="311086" y="259842"/>
                </a:lnTo>
                <a:lnTo>
                  <a:pt x="313173" y="194571"/>
                </a:lnTo>
                <a:lnTo>
                  <a:pt x="315467" y="106680"/>
                </a:lnTo>
                <a:lnTo>
                  <a:pt x="352806" y="106680"/>
                </a:lnTo>
                <a:lnTo>
                  <a:pt x="341376" y="115824"/>
                </a:lnTo>
                <a:lnTo>
                  <a:pt x="339547" y="190085"/>
                </a:lnTo>
                <a:lnTo>
                  <a:pt x="337771" y="248412"/>
                </a:lnTo>
                <a:lnTo>
                  <a:pt x="335889" y="296107"/>
                </a:lnTo>
                <a:lnTo>
                  <a:pt x="334060" y="328013"/>
                </a:lnTo>
                <a:lnTo>
                  <a:pt x="332232" y="345948"/>
                </a:lnTo>
                <a:lnTo>
                  <a:pt x="328517" y="358521"/>
                </a:lnTo>
                <a:lnTo>
                  <a:pt x="328041" y="359664"/>
                </a:lnTo>
                <a:close/>
              </a:path>
              <a:path w="356870" h="402589">
                <a:moveTo>
                  <a:pt x="231648" y="269748"/>
                </a:moveTo>
                <a:lnTo>
                  <a:pt x="230124" y="269748"/>
                </a:lnTo>
                <a:lnTo>
                  <a:pt x="226956" y="268295"/>
                </a:lnTo>
                <a:lnTo>
                  <a:pt x="224218" y="263842"/>
                </a:lnTo>
                <a:lnTo>
                  <a:pt x="221765" y="256246"/>
                </a:lnTo>
                <a:lnTo>
                  <a:pt x="219456" y="245364"/>
                </a:lnTo>
                <a:lnTo>
                  <a:pt x="214884" y="228242"/>
                </a:lnTo>
                <a:lnTo>
                  <a:pt x="208026" y="211264"/>
                </a:lnTo>
                <a:lnTo>
                  <a:pt x="198882" y="194571"/>
                </a:lnTo>
                <a:lnTo>
                  <a:pt x="187452" y="178308"/>
                </a:lnTo>
                <a:lnTo>
                  <a:pt x="192024" y="172212"/>
                </a:lnTo>
                <a:lnTo>
                  <a:pt x="224980" y="199834"/>
                </a:lnTo>
                <a:lnTo>
                  <a:pt x="246888" y="236220"/>
                </a:lnTo>
                <a:lnTo>
                  <a:pt x="246888" y="248412"/>
                </a:lnTo>
                <a:lnTo>
                  <a:pt x="245364" y="256032"/>
                </a:lnTo>
                <a:lnTo>
                  <a:pt x="240791" y="260603"/>
                </a:lnTo>
                <a:lnTo>
                  <a:pt x="236220" y="266700"/>
                </a:lnTo>
                <a:lnTo>
                  <a:pt x="231648" y="269748"/>
                </a:lnTo>
                <a:close/>
              </a:path>
              <a:path w="356870" h="402589">
                <a:moveTo>
                  <a:pt x="139246" y="344424"/>
                </a:moveTo>
                <a:lnTo>
                  <a:pt x="115824" y="344424"/>
                </a:lnTo>
                <a:lnTo>
                  <a:pt x="115824" y="222504"/>
                </a:lnTo>
                <a:lnTo>
                  <a:pt x="137583" y="222504"/>
                </a:lnTo>
                <a:lnTo>
                  <a:pt x="137793" y="251874"/>
                </a:lnTo>
                <a:lnTo>
                  <a:pt x="138480" y="305562"/>
                </a:lnTo>
                <a:lnTo>
                  <a:pt x="139246" y="344424"/>
                </a:lnTo>
                <a:close/>
              </a:path>
              <a:path w="356870" h="402589">
                <a:moveTo>
                  <a:pt x="278891" y="402336"/>
                </a:moveTo>
                <a:lnTo>
                  <a:pt x="271772" y="389453"/>
                </a:lnTo>
                <a:lnTo>
                  <a:pt x="259651" y="378142"/>
                </a:lnTo>
                <a:lnTo>
                  <a:pt x="242673" y="368260"/>
                </a:lnTo>
                <a:lnTo>
                  <a:pt x="220979" y="359664"/>
                </a:lnTo>
                <a:lnTo>
                  <a:pt x="220979" y="352044"/>
                </a:lnTo>
                <a:lnTo>
                  <a:pt x="241244" y="355806"/>
                </a:lnTo>
                <a:lnTo>
                  <a:pt x="258508" y="358140"/>
                </a:lnTo>
                <a:lnTo>
                  <a:pt x="272629" y="359330"/>
                </a:lnTo>
                <a:lnTo>
                  <a:pt x="283464" y="359664"/>
                </a:lnTo>
                <a:lnTo>
                  <a:pt x="328041" y="359664"/>
                </a:lnTo>
                <a:lnTo>
                  <a:pt x="324231" y="368808"/>
                </a:lnTo>
                <a:lnTo>
                  <a:pt x="289726" y="397740"/>
                </a:lnTo>
                <a:lnTo>
                  <a:pt x="278891" y="402336"/>
                </a:lnTo>
                <a:close/>
              </a:path>
              <a:path w="356870" h="402589">
                <a:moveTo>
                  <a:pt x="115824" y="391668"/>
                </a:moveTo>
                <a:lnTo>
                  <a:pt x="115824" y="355092"/>
                </a:lnTo>
                <a:lnTo>
                  <a:pt x="139532" y="355092"/>
                </a:lnTo>
                <a:lnTo>
                  <a:pt x="140208" y="377952"/>
                </a:lnTo>
                <a:lnTo>
                  <a:pt x="115824" y="39166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" name="object 50"/>
          <p:cNvSpPr/>
          <p:nvPr/>
        </p:nvSpPr>
        <p:spPr>
          <a:xfrm>
            <a:off x="2122932" y="4088892"/>
            <a:ext cx="408940" cy="391795"/>
          </a:xfrm>
          <a:custGeom>
            <a:avLst/>
            <a:gdLst/>
            <a:ahLst/>
            <a:cxnLst/>
            <a:rect l="l" t="t" r="r" b="b"/>
            <a:pathLst>
              <a:path w="408939" h="391795">
                <a:moveTo>
                  <a:pt x="222621" y="15240"/>
                </a:moveTo>
                <a:lnTo>
                  <a:pt x="190499" y="15240"/>
                </a:lnTo>
                <a:lnTo>
                  <a:pt x="202691" y="0"/>
                </a:lnTo>
                <a:lnTo>
                  <a:pt x="222621" y="15240"/>
                </a:lnTo>
                <a:close/>
              </a:path>
              <a:path w="408939" h="391795">
                <a:moveTo>
                  <a:pt x="35052" y="135636"/>
                </a:moveTo>
                <a:lnTo>
                  <a:pt x="35929" y="117657"/>
                </a:lnTo>
                <a:lnTo>
                  <a:pt x="36385" y="99822"/>
                </a:lnTo>
                <a:lnTo>
                  <a:pt x="36495" y="40767"/>
                </a:lnTo>
                <a:lnTo>
                  <a:pt x="36391" y="30480"/>
                </a:lnTo>
                <a:lnTo>
                  <a:pt x="35933" y="14930"/>
                </a:lnTo>
                <a:lnTo>
                  <a:pt x="35052" y="1524"/>
                </a:lnTo>
                <a:lnTo>
                  <a:pt x="59435" y="15240"/>
                </a:lnTo>
                <a:lnTo>
                  <a:pt x="222621" y="15240"/>
                </a:lnTo>
                <a:lnTo>
                  <a:pt x="228599" y="19812"/>
                </a:lnTo>
                <a:lnTo>
                  <a:pt x="220762" y="25908"/>
                </a:lnTo>
                <a:lnTo>
                  <a:pt x="59435" y="25908"/>
                </a:lnTo>
                <a:lnTo>
                  <a:pt x="59435" y="62484"/>
                </a:lnTo>
                <a:lnTo>
                  <a:pt x="214922" y="62484"/>
                </a:lnTo>
                <a:lnTo>
                  <a:pt x="214993" y="73152"/>
                </a:lnTo>
                <a:lnTo>
                  <a:pt x="59435" y="73152"/>
                </a:lnTo>
                <a:lnTo>
                  <a:pt x="59435" y="105156"/>
                </a:lnTo>
                <a:lnTo>
                  <a:pt x="215510" y="105156"/>
                </a:lnTo>
                <a:lnTo>
                  <a:pt x="215526" y="105918"/>
                </a:lnTo>
                <a:lnTo>
                  <a:pt x="216072" y="115824"/>
                </a:lnTo>
                <a:lnTo>
                  <a:pt x="59435" y="115824"/>
                </a:lnTo>
                <a:lnTo>
                  <a:pt x="59435" y="124968"/>
                </a:lnTo>
                <a:lnTo>
                  <a:pt x="35052" y="135636"/>
                </a:lnTo>
                <a:close/>
              </a:path>
              <a:path w="408939" h="391795">
                <a:moveTo>
                  <a:pt x="248411" y="131064"/>
                </a:moveTo>
                <a:lnTo>
                  <a:pt x="245363" y="126492"/>
                </a:lnTo>
                <a:lnTo>
                  <a:pt x="259103" y="113109"/>
                </a:lnTo>
                <a:lnTo>
                  <a:pt x="272986" y="98298"/>
                </a:lnTo>
                <a:lnTo>
                  <a:pt x="301751" y="65532"/>
                </a:lnTo>
                <a:lnTo>
                  <a:pt x="325755" y="32385"/>
                </a:lnTo>
                <a:lnTo>
                  <a:pt x="342900" y="1524"/>
                </a:lnTo>
                <a:lnTo>
                  <a:pt x="376427" y="28956"/>
                </a:lnTo>
                <a:lnTo>
                  <a:pt x="339994" y="52530"/>
                </a:lnTo>
                <a:lnTo>
                  <a:pt x="305419" y="86272"/>
                </a:lnTo>
                <a:lnTo>
                  <a:pt x="286892" y="102679"/>
                </a:lnTo>
                <a:lnTo>
                  <a:pt x="267795" y="117657"/>
                </a:lnTo>
                <a:lnTo>
                  <a:pt x="248411" y="131064"/>
                </a:lnTo>
                <a:close/>
              </a:path>
              <a:path w="408939" h="391795">
                <a:moveTo>
                  <a:pt x="214922" y="62484"/>
                </a:moveTo>
                <a:lnTo>
                  <a:pt x="192023" y="62484"/>
                </a:lnTo>
                <a:lnTo>
                  <a:pt x="192023" y="25908"/>
                </a:lnTo>
                <a:lnTo>
                  <a:pt x="220762" y="25908"/>
                </a:lnTo>
                <a:lnTo>
                  <a:pt x="214883" y="30480"/>
                </a:lnTo>
                <a:lnTo>
                  <a:pt x="214922" y="62484"/>
                </a:lnTo>
                <a:close/>
              </a:path>
              <a:path w="408939" h="391795">
                <a:moveTo>
                  <a:pt x="215510" y="105156"/>
                </a:moveTo>
                <a:lnTo>
                  <a:pt x="192023" y="105156"/>
                </a:lnTo>
                <a:lnTo>
                  <a:pt x="192023" y="73152"/>
                </a:lnTo>
                <a:lnTo>
                  <a:pt x="214993" y="73152"/>
                </a:lnTo>
                <a:lnTo>
                  <a:pt x="215094" y="86272"/>
                </a:lnTo>
                <a:lnTo>
                  <a:pt x="215510" y="105156"/>
                </a:lnTo>
                <a:close/>
              </a:path>
              <a:path w="408939" h="391795">
                <a:moveTo>
                  <a:pt x="134111" y="155448"/>
                </a:moveTo>
                <a:lnTo>
                  <a:pt x="118871" y="155448"/>
                </a:lnTo>
                <a:lnTo>
                  <a:pt x="118610" y="147756"/>
                </a:lnTo>
                <a:lnTo>
                  <a:pt x="115633" y="138493"/>
                </a:lnTo>
                <a:lnTo>
                  <a:pt x="110085" y="127801"/>
                </a:lnTo>
                <a:lnTo>
                  <a:pt x="102107" y="115824"/>
                </a:lnTo>
                <a:lnTo>
                  <a:pt x="109727" y="115824"/>
                </a:lnTo>
                <a:lnTo>
                  <a:pt x="141731" y="143256"/>
                </a:lnTo>
                <a:lnTo>
                  <a:pt x="140207" y="149352"/>
                </a:lnTo>
                <a:lnTo>
                  <a:pt x="134111" y="155448"/>
                </a:lnTo>
                <a:close/>
              </a:path>
              <a:path w="408939" h="391795">
                <a:moveTo>
                  <a:pt x="192023" y="131064"/>
                </a:moveTo>
                <a:lnTo>
                  <a:pt x="192023" y="115824"/>
                </a:lnTo>
                <a:lnTo>
                  <a:pt x="216072" y="115824"/>
                </a:lnTo>
                <a:lnTo>
                  <a:pt x="216407" y="121920"/>
                </a:lnTo>
                <a:lnTo>
                  <a:pt x="192023" y="131064"/>
                </a:lnTo>
                <a:close/>
              </a:path>
              <a:path w="408939" h="391795">
                <a:moveTo>
                  <a:pt x="243839" y="254508"/>
                </a:moveTo>
                <a:lnTo>
                  <a:pt x="240791" y="249936"/>
                </a:lnTo>
                <a:lnTo>
                  <a:pt x="261913" y="233648"/>
                </a:lnTo>
                <a:lnTo>
                  <a:pt x="281749" y="216789"/>
                </a:lnTo>
                <a:lnTo>
                  <a:pt x="316991" y="181356"/>
                </a:lnTo>
                <a:lnTo>
                  <a:pt x="345807" y="147756"/>
                </a:lnTo>
                <a:lnTo>
                  <a:pt x="364236" y="118872"/>
                </a:lnTo>
                <a:lnTo>
                  <a:pt x="394715" y="147828"/>
                </a:lnTo>
                <a:lnTo>
                  <a:pt x="385833" y="150661"/>
                </a:lnTo>
                <a:lnTo>
                  <a:pt x="372808" y="159067"/>
                </a:lnTo>
                <a:lnTo>
                  <a:pt x="355496" y="172902"/>
                </a:lnTo>
                <a:lnTo>
                  <a:pt x="310919" y="212288"/>
                </a:lnTo>
                <a:lnTo>
                  <a:pt x="288226" y="229552"/>
                </a:lnTo>
                <a:lnTo>
                  <a:pt x="265818" y="243673"/>
                </a:lnTo>
                <a:lnTo>
                  <a:pt x="243839" y="254508"/>
                </a:lnTo>
                <a:close/>
              </a:path>
              <a:path w="408939" h="391795">
                <a:moveTo>
                  <a:pt x="18288" y="172212"/>
                </a:moveTo>
                <a:lnTo>
                  <a:pt x="3047" y="155448"/>
                </a:lnTo>
                <a:lnTo>
                  <a:pt x="201167" y="155448"/>
                </a:lnTo>
                <a:lnTo>
                  <a:pt x="220979" y="135636"/>
                </a:lnTo>
                <a:lnTo>
                  <a:pt x="252983" y="166116"/>
                </a:lnTo>
                <a:lnTo>
                  <a:pt x="59435" y="166116"/>
                </a:lnTo>
                <a:lnTo>
                  <a:pt x="48291" y="166425"/>
                </a:lnTo>
                <a:lnTo>
                  <a:pt x="37718" y="167449"/>
                </a:lnTo>
                <a:lnTo>
                  <a:pt x="27717" y="169330"/>
                </a:lnTo>
                <a:lnTo>
                  <a:pt x="18288" y="172212"/>
                </a:lnTo>
                <a:close/>
              </a:path>
              <a:path w="408939" h="391795">
                <a:moveTo>
                  <a:pt x="218185" y="190499"/>
                </a:moveTo>
                <a:lnTo>
                  <a:pt x="185927" y="190499"/>
                </a:lnTo>
                <a:lnTo>
                  <a:pt x="196595" y="175260"/>
                </a:lnTo>
                <a:lnTo>
                  <a:pt x="218185" y="190499"/>
                </a:lnTo>
                <a:close/>
              </a:path>
              <a:path w="408939" h="391795">
                <a:moveTo>
                  <a:pt x="38100" y="280416"/>
                </a:moveTo>
                <a:lnTo>
                  <a:pt x="40886" y="236910"/>
                </a:lnTo>
                <a:lnTo>
                  <a:pt x="41106" y="222218"/>
                </a:lnTo>
                <a:lnTo>
                  <a:pt x="40867" y="212288"/>
                </a:lnTo>
                <a:lnTo>
                  <a:pt x="40195" y="201168"/>
                </a:lnTo>
                <a:lnTo>
                  <a:pt x="39219" y="189738"/>
                </a:lnTo>
                <a:lnTo>
                  <a:pt x="38100" y="178308"/>
                </a:lnTo>
                <a:lnTo>
                  <a:pt x="62483" y="190499"/>
                </a:lnTo>
                <a:lnTo>
                  <a:pt x="218185" y="190499"/>
                </a:lnTo>
                <a:lnTo>
                  <a:pt x="222503" y="193548"/>
                </a:lnTo>
                <a:lnTo>
                  <a:pt x="213795" y="201168"/>
                </a:lnTo>
                <a:lnTo>
                  <a:pt x="62483" y="201168"/>
                </a:lnTo>
                <a:lnTo>
                  <a:pt x="62483" y="252984"/>
                </a:lnTo>
                <a:lnTo>
                  <a:pt x="211490" y="252984"/>
                </a:lnTo>
                <a:lnTo>
                  <a:pt x="211597" y="256508"/>
                </a:lnTo>
                <a:lnTo>
                  <a:pt x="211702" y="263652"/>
                </a:lnTo>
                <a:lnTo>
                  <a:pt x="62483" y="263652"/>
                </a:lnTo>
                <a:lnTo>
                  <a:pt x="62483" y="272796"/>
                </a:lnTo>
                <a:lnTo>
                  <a:pt x="38100" y="280416"/>
                </a:lnTo>
                <a:close/>
              </a:path>
              <a:path w="408939" h="391795">
                <a:moveTo>
                  <a:pt x="211490" y="252984"/>
                </a:moveTo>
                <a:lnTo>
                  <a:pt x="188975" y="252984"/>
                </a:lnTo>
                <a:lnTo>
                  <a:pt x="188975" y="201168"/>
                </a:lnTo>
                <a:lnTo>
                  <a:pt x="213795" y="201168"/>
                </a:lnTo>
                <a:lnTo>
                  <a:pt x="210311" y="204216"/>
                </a:lnTo>
                <a:lnTo>
                  <a:pt x="210550" y="222218"/>
                </a:lnTo>
                <a:lnTo>
                  <a:pt x="211490" y="252984"/>
                </a:lnTo>
                <a:close/>
              </a:path>
              <a:path w="408939" h="391795">
                <a:moveTo>
                  <a:pt x="190499" y="391667"/>
                </a:moveTo>
                <a:lnTo>
                  <a:pt x="188975" y="387096"/>
                </a:lnTo>
                <a:lnTo>
                  <a:pt x="216384" y="374261"/>
                </a:lnTo>
                <a:lnTo>
                  <a:pt x="243649" y="358711"/>
                </a:lnTo>
                <a:lnTo>
                  <a:pt x="297179" y="320040"/>
                </a:lnTo>
                <a:lnTo>
                  <a:pt x="345376" y="276415"/>
                </a:lnTo>
                <a:lnTo>
                  <a:pt x="381000" y="231648"/>
                </a:lnTo>
                <a:lnTo>
                  <a:pt x="408432" y="262128"/>
                </a:lnTo>
                <a:lnTo>
                  <a:pt x="399026" y="265271"/>
                </a:lnTo>
                <a:lnTo>
                  <a:pt x="386905" y="272415"/>
                </a:lnTo>
                <a:lnTo>
                  <a:pt x="372213" y="283559"/>
                </a:lnTo>
                <a:lnTo>
                  <a:pt x="355092" y="298704"/>
                </a:lnTo>
                <a:lnTo>
                  <a:pt x="335375" y="315277"/>
                </a:lnTo>
                <a:lnTo>
                  <a:pt x="294227" y="344995"/>
                </a:lnTo>
                <a:lnTo>
                  <a:pt x="251364" y="368950"/>
                </a:lnTo>
                <a:lnTo>
                  <a:pt x="210216" y="386000"/>
                </a:lnTo>
                <a:lnTo>
                  <a:pt x="190499" y="391667"/>
                </a:lnTo>
                <a:close/>
              </a:path>
              <a:path w="408939" h="391795">
                <a:moveTo>
                  <a:pt x="136497" y="355092"/>
                </a:moveTo>
                <a:lnTo>
                  <a:pt x="111251" y="355092"/>
                </a:lnTo>
                <a:lnTo>
                  <a:pt x="115823" y="350519"/>
                </a:lnTo>
                <a:lnTo>
                  <a:pt x="115823" y="263652"/>
                </a:lnTo>
                <a:lnTo>
                  <a:pt x="137159" y="263652"/>
                </a:lnTo>
                <a:lnTo>
                  <a:pt x="137049" y="347472"/>
                </a:lnTo>
                <a:lnTo>
                  <a:pt x="136497" y="355092"/>
                </a:lnTo>
                <a:close/>
              </a:path>
              <a:path w="408939" h="391795">
                <a:moveTo>
                  <a:pt x="188975" y="280416"/>
                </a:moveTo>
                <a:lnTo>
                  <a:pt x="188975" y="263652"/>
                </a:lnTo>
                <a:lnTo>
                  <a:pt x="211702" y="263652"/>
                </a:lnTo>
                <a:lnTo>
                  <a:pt x="211835" y="272796"/>
                </a:lnTo>
                <a:lnTo>
                  <a:pt x="188975" y="280416"/>
                </a:lnTo>
                <a:close/>
              </a:path>
              <a:path w="408939" h="391795">
                <a:moveTo>
                  <a:pt x="4571" y="384048"/>
                </a:moveTo>
                <a:lnTo>
                  <a:pt x="0" y="377952"/>
                </a:lnTo>
                <a:lnTo>
                  <a:pt x="8310" y="370212"/>
                </a:lnTo>
                <a:lnTo>
                  <a:pt x="17335" y="360616"/>
                </a:lnTo>
                <a:lnTo>
                  <a:pt x="47791" y="321611"/>
                </a:lnTo>
                <a:lnTo>
                  <a:pt x="68579" y="283463"/>
                </a:lnTo>
                <a:lnTo>
                  <a:pt x="97535" y="304799"/>
                </a:lnTo>
                <a:lnTo>
                  <a:pt x="88963" y="309610"/>
                </a:lnTo>
                <a:lnTo>
                  <a:pt x="79247" y="316992"/>
                </a:lnTo>
                <a:lnTo>
                  <a:pt x="68389" y="326659"/>
                </a:lnTo>
                <a:lnTo>
                  <a:pt x="42933" y="351472"/>
                </a:lnTo>
                <a:lnTo>
                  <a:pt x="29824" y="363545"/>
                </a:lnTo>
                <a:lnTo>
                  <a:pt x="17168" y="374332"/>
                </a:lnTo>
                <a:lnTo>
                  <a:pt x="4571" y="384048"/>
                </a:lnTo>
                <a:close/>
              </a:path>
              <a:path w="408939" h="391795">
                <a:moveTo>
                  <a:pt x="214883" y="359664"/>
                </a:moveTo>
                <a:lnTo>
                  <a:pt x="207263" y="359664"/>
                </a:lnTo>
                <a:lnTo>
                  <a:pt x="204215" y="355092"/>
                </a:lnTo>
                <a:lnTo>
                  <a:pt x="201167" y="347472"/>
                </a:lnTo>
                <a:lnTo>
                  <a:pt x="197691" y="341757"/>
                </a:lnTo>
                <a:lnTo>
                  <a:pt x="193928" y="336042"/>
                </a:lnTo>
                <a:lnTo>
                  <a:pt x="189595" y="330327"/>
                </a:lnTo>
                <a:lnTo>
                  <a:pt x="184403" y="324612"/>
                </a:lnTo>
                <a:lnTo>
                  <a:pt x="179022" y="318373"/>
                </a:lnTo>
                <a:lnTo>
                  <a:pt x="172211" y="311277"/>
                </a:lnTo>
                <a:lnTo>
                  <a:pt x="164258" y="303609"/>
                </a:lnTo>
                <a:lnTo>
                  <a:pt x="155447" y="295656"/>
                </a:lnTo>
                <a:lnTo>
                  <a:pt x="158495" y="289560"/>
                </a:lnTo>
                <a:lnTo>
                  <a:pt x="198119" y="306133"/>
                </a:lnTo>
                <a:lnTo>
                  <a:pt x="220979" y="329184"/>
                </a:lnTo>
                <a:lnTo>
                  <a:pt x="220979" y="344424"/>
                </a:lnTo>
                <a:lnTo>
                  <a:pt x="217931" y="350519"/>
                </a:lnTo>
                <a:lnTo>
                  <a:pt x="216407" y="356616"/>
                </a:lnTo>
                <a:lnTo>
                  <a:pt x="214883" y="359664"/>
                </a:lnTo>
                <a:close/>
              </a:path>
              <a:path w="408939" h="391795">
                <a:moveTo>
                  <a:pt x="106679" y="388619"/>
                </a:moveTo>
                <a:lnTo>
                  <a:pt x="103274" y="378928"/>
                </a:lnTo>
                <a:lnTo>
                  <a:pt x="95440" y="370522"/>
                </a:lnTo>
                <a:lnTo>
                  <a:pt x="83319" y="363545"/>
                </a:lnTo>
                <a:lnTo>
                  <a:pt x="67055" y="358140"/>
                </a:lnTo>
                <a:lnTo>
                  <a:pt x="67055" y="350519"/>
                </a:lnTo>
                <a:lnTo>
                  <a:pt x="77914" y="352305"/>
                </a:lnTo>
                <a:lnTo>
                  <a:pt x="87629" y="353377"/>
                </a:lnTo>
                <a:lnTo>
                  <a:pt x="96202" y="354163"/>
                </a:lnTo>
                <a:lnTo>
                  <a:pt x="103631" y="355092"/>
                </a:lnTo>
                <a:lnTo>
                  <a:pt x="136497" y="355092"/>
                </a:lnTo>
                <a:lnTo>
                  <a:pt x="136040" y="361402"/>
                </a:lnTo>
                <a:lnTo>
                  <a:pt x="130492" y="373570"/>
                </a:lnTo>
                <a:lnTo>
                  <a:pt x="120657" y="382595"/>
                </a:lnTo>
                <a:lnTo>
                  <a:pt x="106679" y="38861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" name="object 51"/>
          <p:cNvSpPr/>
          <p:nvPr/>
        </p:nvSpPr>
        <p:spPr>
          <a:xfrm>
            <a:off x="2590799" y="4076700"/>
            <a:ext cx="368935" cy="401320"/>
          </a:xfrm>
          <a:custGeom>
            <a:avLst/>
            <a:gdLst/>
            <a:ahLst/>
            <a:cxnLst/>
            <a:rect l="l" t="t" r="r" b="b"/>
            <a:pathLst>
              <a:path w="368935" h="401320">
                <a:moveTo>
                  <a:pt x="208788" y="82296"/>
                </a:moveTo>
                <a:lnTo>
                  <a:pt x="198120" y="82296"/>
                </a:lnTo>
                <a:lnTo>
                  <a:pt x="206644" y="60007"/>
                </a:lnTo>
                <a:lnTo>
                  <a:pt x="213741" y="38861"/>
                </a:lnTo>
                <a:lnTo>
                  <a:pt x="219122" y="18859"/>
                </a:lnTo>
                <a:lnTo>
                  <a:pt x="222504" y="0"/>
                </a:lnTo>
                <a:lnTo>
                  <a:pt x="257556" y="19811"/>
                </a:lnTo>
                <a:lnTo>
                  <a:pt x="226885" y="53720"/>
                </a:lnTo>
                <a:lnTo>
                  <a:pt x="218479" y="66579"/>
                </a:lnTo>
                <a:lnTo>
                  <a:pt x="208788" y="82296"/>
                </a:lnTo>
                <a:close/>
              </a:path>
              <a:path w="368935" h="401320">
                <a:moveTo>
                  <a:pt x="363321" y="82296"/>
                </a:moveTo>
                <a:lnTo>
                  <a:pt x="329184" y="82296"/>
                </a:lnTo>
                <a:lnTo>
                  <a:pt x="341376" y="64008"/>
                </a:lnTo>
                <a:lnTo>
                  <a:pt x="363321" y="82296"/>
                </a:lnTo>
                <a:close/>
              </a:path>
              <a:path w="368935" h="401320">
                <a:moveTo>
                  <a:pt x="132588" y="400812"/>
                </a:moveTo>
                <a:lnTo>
                  <a:pt x="133469" y="370522"/>
                </a:lnTo>
                <a:lnTo>
                  <a:pt x="133921" y="332232"/>
                </a:lnTo>
                <a:lnTo>
                  <a:pt x="134034" y="163067"/>
                </a:lnTo>
                <a:lnTo>
                  <a:pt x="133921" y="132206"/>
                </a:lnTo>
                <a:lnTo>
                  <a:pt x="133514" y="99060"/>
                </a:lnTo>
                <a:lnTo>
                  <a:pt x="133394" y="92963"/>
                </a:lnTo>
                <a:lnTo>
                  <a:pt x="132588" y="67055"/>
                </a:lnTo>
                <a:lnTo>
                  <a:pt x="155448" y="82296"/>
                </a:lnTo>
                <a:lnTo>
                  <a:pt x="363321" y="82296"/>
                </a:lnTo>
                <a:lnTo>
                  <a:pt x="368808" y="86867"/>
                </a:lnTo>
                <a:lnTo>
                  <a:pt x="361950" y="92963"/>
                </a:lnTo>
                <a:lnTo>
                  <a:pt x="155448" y="92963"/>
                </a:lnTo>
                <a:lnTo>
                  <a:pt x="155448" y="390144"/>
                </a:lnTo>
                <a:lnTo>
                  <a:pt x="132588" y="400812"/>
                </a:lnTo>
                <a:close/>
              </a:path>
              <a:path w="368935" h="401320">
                <a:moveTo>
                  <a:pt x="354384" y="358140"/>
                </a:moveTo>
                <a:lnTo>
                  <a:pt x="313944" y="358140"/>
                </a:lnTo>
                <a:lnTo>
                  <a:pt x="322802" y="356449"/>
                </a:lnTo>
                <a:lnTo>
                  <a:pt x="328803" y="351472"/>
                </a:lnTo>
                <a:lnTo>
                  <a:pt x="331946" y="343352"/>
                </a:lnTo>
                <a:lnTo>
                  <a:pt x="332232" y="332232"/>
                </a:lnTo>
                <a:lnTo>
                  <a:pt x="332232" y="92963"/>
                </a:lnTo>
                <a:lnTo>
                  <a:pt x="361950" y="92963"/>
                </a:lnTo>
                <a:lnTo>
                  <a:pt x="355092" y="99060"/>
                </a:lnTo>
                <a:lnTo>
                  <a:pt x="355092" y="347472"/>
                </a:lnTo>
                <a:lnTo>
                  <a:pt x="354384" y="358140"/>
                </a:lnTo>
                <a:close/>
              </a:path>
              <a:path w="368935" h="401320">
                <a:moveTo>
                  <a:pt x="304146" y="160019"/>
                </a:moveTo>
                <a:lnTo>
                  <a:pt x="269748" y="160019"/>
                </a:lnTo>
                <a:lnTo>
                  <a:pt x="281940" y="141731"/>
                </a:lnTo>
                <a:lnTo>
                  <a:pt x="304146" y="160019"/>
                </a:lnTo>
                <a:close/>
              </a:path>
              <a:path w="368935" h="401320">
                <a:moveTo>
                  <a:pt x="187452" y="304799"/>
                </a:moveTo>
                <a:lnTo>
                  <a:pt x="188333" y="292488"/>
                </a:lnTo>
                <a:lnTo>
                  <a:pt x="188785" y="276034"/>
                </a:lnTo>
                <a:lnTo>
                  <a:pt x="188851" y="267842"/>
                </a:lnTo>
                <a:lnTo>
                  <a:pt x="188952" y="204120"/>
                </a:lnTo>
                <a:lnTo>
                  <a:pt x="188785" y="180974"/>
                </a:lnTo>
                <a:lnTo>
                  <a:pt x="188386" y="163067"/>
                </a:lnTo>
                <a:lnTo>
                  <a:pt x="188299" y="160019"/>
                </a:lnTo>
                <a:lnTo>
                  <a:pt x="187452" y="143255"/>
                </a:lnTo>
                <a:lnTo>
                  <a:pt x="211836" y="160019"/>
                </a:lnTo>
                <a:lnTo>
                  <a:pt x="304146" y="160019"/>
                </a:lnTo>
                <a:lnTo>
                  <a:pt x="307848" y="163067"/>
                </a:lnTo>
                <a:lnTo>
                  <a:pt x="300990" y="169163"/>
                </a:lnTo>
                <a:lnTo>
                  <a:pt x="211836" y="169163"/>
                </a:lnTo>
                <a:lnTo>
                  <a:pt x="211836" y="262127"/>
                </a:lnTo>
                <a:lnTo>
                  <a:pt x="294676" y="262127"/>
                </a:lnTo>
                <a:lnTo>
                  <a:pt x="294774" y="267842"/>
                </a:lnTo>
                <a:lnTo>
                  <a:pt x="294975" y="272795"/>
                </a:lnTo>
                <a:lnTo>
                  <a:pt x="211836" y="272795"/>
                </a:lnTo>
                <a:lnTo>
                  <a:pt x="211836" y="295655"/>
                </a:lnTo>
                <a:lnTo>
                  <a:pt x="187452" y="304799"/>
                </a:lnTo>
                <a:close/>
              </a:path>
              <a:path w="368935" h="401320">
                <a:moveTo>
                  <a:pt x="294676" y="262127"/>
                </a:moveTo>
                <a:lnTo>
                  <a:pt x="271272" y="262127"/>
                </a:lnTo>
                <a:lnTo>
                  <a:pt x="271272" y="169163"/>
                </a:lnTo>
                <a:lnTo>
                  <a:pt x="300990" y="169163"/>
                </a:lnTo>
                <a:lnTo>
                  <a:pt x="294132" y="175260"/>
                </a:lnTo>
                <a:lnTo>
                  <a:pt x="294155" y="210693"/>
                </a:lnTo>
                <a:lnTo>
                  <a:pt x="294322" y="241553"/>
                </a:lnTo>
                <a:lnTo>
                  <a:pt x="294676" y="262127"/>
                </a:lnTo>
                <a:close/>
              </a:path>
              <a:path w="368935" h="401320">
                <a:moveTo>
                  <a:pt x="271272" y="300227"/>
                </a:moveTo>
                <a:lnTo>
                  <a:pt x="271272" y="272795"/>
                </a:lnTo>
                <a:lnTo>
                  <a:pt x="294975" y="272795"/>
                </a:lnTo>
                <a:lnTo>
                  <a:pt x="295656" y="289559"/>
                </a:lnTo>
                <a:lnTo>
                  <a:pt x="271272" y="300227"/>
                </a:lnTo>
                <a:close/>
              </a:path>
              <a:path w="368935" h="401320">
                <a:moveTo>
                  <a:pt x="320040" y="399288"/>
                </a:moveTo>
                <a:lnTo>
                  <a:pt x="316349" y="387572"/>
                </a:lnTo>
                <a:lnTo>
                  <a:pt x="305371" y="377571"/>
                </a:lnTo>
                <a:lnTo>
                  <a:pt x="287250" y="369284"/>
                </a:lnTo>
                <a:lnTo>
                  <a:pt x="262128" y="362712"/>
                </a:lnTo>
                <a:lnTo>
                  <a:pt x="262128" y="355092"/>
                </a:lnTo>
                <a:lnTo>
                  <a:pt x="290893" y="357187"/>
                </a:lnTo>
                <a:lnTo>
                  <a:pt x="303061" y="357878"/>
                </a:lnTo>
                <a:lnTo>
                  <a:pt x="313944" y="358140"/>
                </a:lnTo>
                <a:lnTo>
                  <a:pt x="354384" y="358140"/>
                </a:lnTo>
                <a:lnTo>
                  <a:pt x="353901" y="365426"/>
                </a:lnTo>
                <a:lnTo>
                  <a:pt x="347853" y="380238"/>
                </a:lnTo>
                <a:lnTo>
                  <a:pt x="336661" y="391620"/>
                </a:lnTo>
                <a:lnTo>
                  <a:pt x="320040" y="399288"/>
                </a:lnTo>
                <a:close/>
              </a:path>
              <a:path w="368935" h="401320">
                <a:moveTo>
                  <a:pt x="0" y="316991"/>
                </a:moveTo>
                <a:lnTo>
                  <a:pt x="881" y="286440"/>
                </a:lnTo>
                <a:lnTo>
                  <a:pt x="1333" y="254317"/>
                </a:lnTo>
                <a:lnTo>
                  <a:pt x="1441" y="232529"/>
                </a:lnTo>
                <a:lnTo>
                  <a:pt x="1500" y="152542"/>
                </a:lnTo>
                <a:lnTo>
                  <a:pt x="1333" y="121158"/>
                </a:lnTo>
                <a:lnTo>
                  <a:pt x="860" y="91439"/>
                </a:lnTo>
                <a:lnTo>
                  <a:pt x="0" y="65531"/>
                </a:lnTo>
                <a:lnTo>
                  <a:pt x="24384" y="80772"/>
                </a:lnTo>
                <a:lnTo>
                  <a:pt x="108672" y="80772"/>
                </a:lnTo>
                <a:lnTo>
                  <a:pt x="114300" y="85343"/>
                </a:lnTo>
                <a:lnTo>
                  <a:pt x="108204" y="91439"/>
                </a:lnTo>
                <a:lnTo>
                  <a:pt x="24384" y="91439"/>
                </a:lnTo>
                <a:lnTo>
                  <a:pt x="24384" y="260603"/>
                </a:lnTo>
                <a:lnTo>
                  <a:pt x="103675" y="260603"/>
                </a:lnTo>
                <a:lnTo>
                  <a:pt x="104245" y="271271"/>
                </a:lnTo>
                <a:lnTo>
                  <a:pt x="24384" y="271271"/>
                </a:lnTo>
                <a:lnTo>
                  <a:pt x="24384" y="304799"/>
                </a:lnTo>
                <a:lnTo>
                  <a:pt x="0" y="316991"/>
                </a:lnTo>
                <a:close/>
              </a:path>
              <a:path w="368935" h="401320">
                <a:moveTo>
                  <a:pt x="108672" y="80772"/>
                </a:moveTo>
                <a:lnTo>
                  <a:pt x="77723" y="80772"/>
                </a:lnTo>
                <a:lnTo>
                  <a:pt x="89916" y="65531"/>
                </a:lnTo>
                <a:lnTo>
                  <a:pt x="108672" y="80772"/>
                </a:lnTo>
                <a:close/>
              </a:path>
              <a:path w="368935" h="401320">
                <a:moveTo>
                  <a:pt x="103675" y="260603"/>
                </a:moveTo>
                <a:lnTo>
                  <a:pt x="80771" y="260603"/>
                </a:lnTo>
                <a:lnTo>
                  <a:pt x="80771" y="91439"/>
                </a:lnTo>
                <a:lnTo>
                  <a:pt x="108204" y="91439"/>
                </a:lnTo>
                <a:lnTo>
                  <a:pt x="102108" y="97535"/>
                </a:lnTo>
                <a:lnTo>
                  <a:pt x="102158" y="220765"/>
                </a:lnTo>
                <a:lnTo>
                  <a:pt x="102369" y="232529"/>
                </a:lnTo>
                <a:lnTo>
                  <a:pt x="103060" y="248983"/>
                </a:lnTo>
                <a:lnTo>
                  <a:pt x="103675" y="260603"/>
                </a:lnTo>
                <a:close/>
              </a:path>
              <a:path w="368935" h="401320">
                <a:moveTo>
                  <a:pt x="80771" y="300227"/>
                </a:moveTo>
                <a:lnTo>
                  <a:pt x="80771" y="271271"/>
                </a:lnTo>
                <a:lnTo>
                  <a:pt x="104245" y="271271"/>
                </a:lnTo>
                <a:lnTo>
                  <a:pt x="105156" y="288035"/>
                </a:lnTo>
                <a:lnTo>
                  <a:pt x="80771" y="30022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pic>
        <p:nvPicPr>
          <p:cNvPr id="52" name="object 52"/>
          <p:cNvPicPr/>
          <p:nvPr/>
        </p:nvPicPr>
        <p:blipFill>
          <a:blip r:embed="rId5" cstate="print"/>
          <a:stretch>
            <a:fillRect/>
          </a:stretch>
        </p:blipFill>
        <p:spPr>
          <a:xfrm>
            <a:off x="3057144" y="4347971"/>
            <a:ext cx="97536" cy="94488"/>
          </a:xfrm>
          <a:prstGeom prst="rect">
            <a:avLst/>
          </a:prstGeom>
        </p:spPr>
      </p:pic>
      <p:sp>
        <p:nvSpPr>
          <p:cNvPr id="53" name="object 53"/>
          <p:cNvSpPr/>
          <p:nvPr/>
        </p:nvSpPr>
        <p:spPr>
          <a:xfrm>
            <a:off x="1751075" y="4908803"/>
            <a:ext cx="155575" cy="155575"/>
          </a:xfrm>
          <a:custGeom>
            <a:avLst/>
            <a:gdLst/>
            <a:ahLst/>
            <a:cxnLst/>
            <a:rect l="l" t="t" r="r" b="b"/>
            <a:pathLst>
              <a:path w="155575" h="155575">
                <a:moveTo>
                  <a:pt x="155448" y="155448"/>
                </a:moveTo>
                <a:lnTo>
                  <a:pt x="0" y="155448"/>
                </a:lnTo>
                <a:lnTo>
                  <a:pt x="0" y="0"/>
                </a:lnTo>
                <a:lnTo>
                  <a:pt x="155448" y="0"/>
                </a:lnTo>
                <a:lnTo>
                  <a:pt x="155448" y="155448"/>
                </a:lnTo>
                <a:close/>
              </a:path>
            </a:pathLst>
          </a:custGeom>
          <a:solidFill>
            <a:srgbClr val="3333C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" name="object 54"/>
          <p:cNvSpPr/>
          <p:nvPr/>
        </p:nvSpPr>
        <p:spPr>
          <a:xfrm>
            <a:off x="2167127" y="4722875"/>
            <a:ext cx="346075" cy="402590"/>
          </a:xfrm>
          <a:custGeom>
            <a:avLst/>
            <a:gdLst/>
            <a:ahLst/>
            <a:cxnLst/>
            <a:rect l="l" t="t" r="r" b="b"/>
            <a:pathLst>
              <a:path w="346075" h="402589">
                <a:moveTo>
                  <a:pt x="340461" y="18288"/>
                </a:moveTo>
                <a:lnTo>
                  <a:pt x="306324" y="18288"/>
                </a:lnTo>
                <a:lnTo>
                  <a:pt x="318516" y="0"/>
                </a:lnTo>
                <a:lnTo>
                  <a:pt x="340461" y="18288"/>
                </a:lnTo>
                <a:close/>
              </a:path>
              <a:path w="346075" h="402589">
                <a:moveTo>
                  <a:pt x="0" y="402336"/>
                </a:moveTo>
                <a:lnTo>
                  <a:pt x="881" y="384929"/>
                </a:lnTo>
                <a:lnTo>
                  <a:pt x="1333" y="367093"/>
                </a:lnTo>
                <a:lnTo>
                  <a:pt x="1451" y="48768"/>
                </a:lnTo>
                <a:lnTo>
                  <a:pt x="1333" y="37528"/>
                </a:lnTo>
                <a:lnTo>
                  <a:pt x="881" y="20788"/>
                </a:lnTo>
                <a:lnTo>
                  <a:pt x="0" y="3048"/>
                </a:lnTo>
                <a:lnTo>
                  <a:pt x="25908" y="18288"/>
                </a:lnTo>
                <a:lnTo>
                  <a:pt x="340461" y="18288"/>
                </a:lnTo>
                <a:lnTo>
                  <a:pt x="345948" y="22860"/>
                </a:lnTo>
                <a:lnTo>
                  <a:pt x="338981" y="28956"/>
                </a:lnTo>
                <a:lnTo>
                  <a:pt x="25908" y="28956"/>
                </a:lnTo>
                <a:lnTo>
                  <a:pt x="25908" y="242316"/>
                </a:lnTo>
                <a:lnTo>
                  <a:pt x="52360" y="242316"/>
                </a:lnTo>
                <a:lnTo>
                  <a:pt x="25908" y="251459"/>
                </a:lnTo>
                <a:lnTo>
                  <a:pt x="25908" y="353567"/>
                </a:lnTo>
                <a:lnTo>
                  <a:pt x="333926" y="353567"/>
                </a:lnTo>
                <a:lnTo>
                  <a:pt x="333946" y="355473"/>
                </a:lnTo>
                <a:lnTo>
                  <a:pt x="334207" y="364236"/>
                </a:lnTo>
                <a:lnTo>
                  <a:pt x="25908" y="364236"/>
                </a:lnTo>
                <a:lnTo>
                  <a:pt x="25908" y="391667"/>
                </a:lnTo>
                <a:lnTo>
                  <a:pt x="0" y="402336"/>
                </a:lnTo>
                <a:close/>
              </a:path>
              <a:path w="346075" h="402589">
                <a:moveTo>
                  <a:pt x="53340" y="166116"/>
                </a:moveTo>
                <a:lnTo>
                  <a:pt x="48768" y="163068"/>
                </a:lnTo>
                <a:lnTo>
                  <a:pt x="61936" y="144518"/>
                </a:lnTo>
                <a:lnTo>
                  <a:pt x="74104" y="125539"/>
                </a:lnTo>
                <a:lnTo>
                  <a:pt x="96012" y="86868"/>
                </a:lnTo>
                <a:lnTo>
                  <a:pt x="115728" y="39504"/>
                </a:lnTo>
                <a:lnTo>
                  <a:pt x="118872" y="28956"/>
                </a:lnTo>
                <a:lnTo>
                  <a:pt x="121920" y="28956"/>
                </a:lnTo>
                <a:lnTo>
                  <a:pt x="150876" y="44196"/>
                </a:lnTo>
                <a:lnTo>
                  <a:pt x="140208" y="48768"/>
                </a:lnTo>
                <a:lnTo>
                  <a:pt x="135683" y="56221"/>
                </a:lnTo>
                <a:lnTo>
                  <a:pt x="127777" y="68270"/>
                </a:lnTo>
                <a:lnTo>
                  <a:pt x="124968" y="73152"/>
                </a:lnTo>
                <a:lnTo>
                  <a:pt x="246316" y="73152"/>
                </a:lnTo>
                <a:lnTo>
                  <a:pt x="256032" y="82296"/>
                </a:lnTo>
                <a:lnTo>
                  <a:pt x="253746" y="83820"/>
                </a:lnTo>
                <a:lnTo>
                  <a:pt x="120396" y="83820"/>
                </a:lnTo>
                <a:lnTo>
                  <a:pt x="125571" y="92964"/>
                </a:lnTo>
                <a:lnTo>
                  <a:pt x="112776" y="92964"/>
                </a:lnTo>
                <a:lnTo>
                  <a:pt x="98774" y="113823"/>
                </a:lnTo>
                <a:lnTo>
                  <a:pt x="84201" y="132969"/>
                </a:lnTo>
                <a:lnTo>
                  <a:pt x="69056" y="150399"/>
                </a:lnTo>
                <a:lnTo>
                  <a:pt x="53340" y="166116"/>
                </a:lnTo>
                <a:close/>
              </a:path>
              <a:path w="346075" h="402589">
                <a:moveTo>
                  <a:pt x="333926" y="353567"/>
                </a:moveTo>
                <a:lnTo>
                  <a:pt x="309372" y="353567"/>
                </a:lnTo>
                <a:lnTo>
                  <a:pt x="309372" y="28956"/>
                </a:lnTo>
                <a:lnTo>
                  <a:pt x="338981" y="28956"/>
                </a:lnTo>
                <a:lnTo>
                  <a:pt x="333756" y="33528"/>
                </a:lnTo>
                <a:lnTo>
                  <a:pt x="333877" y="348972"/>
                </a:lnTo>
                <a:lnTo>
                  <a:pt x="333926" y="353567"/>
                </a:lnTo>
                <a:close/>
              </a:path>
              <a:path w="346075" h="402589">
                <a:moveTo>
                  <a:pt x="246316" y="73152"/>
                </a:moveTo>
                <a:lnTo>
                  <a:pt x="217932" y="73152"/>
                </a:lnTo>
                <a:lnTo>
                  <a:pt x="230124" y="57912"/>
                </a:lnTo>
                <a:lnTo>
                  <a:pt x="246316" y="73152"/>
                </a:lnTo>
                <a:close/>
              </a:path>
              <a:path w="346075" h="402589">
                <a:moveTo>
                  <a:pt x="194360" y="152400"/>
                </a:moveTo>
                <a:lnTo>
                  <a:pt x="166116" y="152400"/>
                </a:lnTo>
                <a:lnTo>
                  <a:pt x="178665" y="137826"/>
                </a:lnTo>
                <a:lnTo>
                  <a:pt x="191071" y="121539"/>
                </a:lnTo>
                <a:lnTo>
                  <a:pt x="203192" y="103536"/>
                </a:lnTo>
                <a:lnTo>
                  <a:pt x="214884" y="83820"/>
                </a:lnTo>
                <a:lnTo>
                  <a:pt x="253746" y="83820"/>
                </a:lnTo>
                <a:lnTo>
                  <a:pt x="242316" y="91440"/>
                </a:lnTo>
                <a:lnTo>
                  <a:pt x="227218" y="111704"/>
                </a:lnTo>
                <a:lnTo>
                  <a:pt x="211836" y="131254"/>
                </a:lnTo>
                <a:lnTo>
                  <a:pt x="196453" y="149947"/>
                </a:lnTo>
                <a:lnTo>
                  <a:pt x="194360" y="152400"/>
                </a:lnTo>
                <a:close/>
              </a:path>
              <a:path w="346075" h="402589">
                <a:moveTo>
                  <a:pt x="52360" y="242316"/>
                </a:moveTo>
                <a:lnTo>
                  <a:pt x="25908" y="242316"/>
                </a:lnTo>
                <a:lnTo>
                  <a:pt x="64746" y="224599"/>
                </a:lnTo>
                <a:lnTo>
                  <a:pt x="98869" y="205740"/>
                </a:lnTo>
                <a:lnTo>
                  <a:pt x="128135" y="185737"/>
                </a:lnTo>
                <a:lnTo>
                  <a:pt x="152400" y="164592"/>
                </a:lnTo>
                <a:lnTo>
                  <a:pt x="141493" y="148042"/>
                </a:lnTo>
                <a:lnTo>
                  <a:pt x="131445" y="130492"/>
                </a:lnTo>
                <a:lnTo>
                  <a:pt x="121967" y="112085"/>
                </a:lnTo>
                <a:lnTo>
                  <a:pt x="112776" y="92964"/>
                </a:lnTo>
                <a:lnTo>
                  <a:pt x="125571" y="92964"/>
                </a:lnTo>
                <a:lnTo>
                  <a:pt x="132040" y="104394"/>
                </a:lnTo>
                <a:lnTo>
                  <a:pt x="143827" y="122682"/>
                </a:lnTo>
                <a:lnTo>
                  <a:pt x="155328" y="138684"/>
                </a:lnTo>
                <a:lnTo>
                  <a:pt x="166116" y="152400"/>
                </a:lnTo>
                <a:lnTo>
                  <a:pt x="194360" y="152400"/>
                </a:lnTo>
                <a:lnTo>
                  <a:pt x="181356" y="167640"/>
                </a:lnTo>
                <a:lnTo>
                  <a:pt x="200284" y="179832"/>
                </a:lnTo>
                <a:lnTo>
                  <a:pt x="164592" y="179832"/>
                </a:lnTo>
                <a:lnTo>
                  <a:pt x="133492" y="202382"/>
                </a:lnTo>
                <a:lnTo>
                  <a:pt x="99822" y="221932"/>
                </a:lnTo>
                <a:lnTo>
                  <a:pt x="63865" y="238339"/>
                </a:lnTo>
                <a:lnTo>
                  <a:pt x="52360" y="242316"/>
                </a:lnTo>
                <a:close/>
              </a:path>
              <a:path w="346075" h="402589">
                <a:moveTo>
                  <a:pt x="271272" y="242316"/>
                </a:moveTo>
                <a:lnTo>
                  <a:pt x="241530" y="229981"/>
                </a:lnTo>
                <a:lnTo>
                  <a:pt x="213931" y="215646"/>
                </a:lnTo>
                <a:lnTo>
                  <a:pt x="188333" y="199024"/>
                </a:lnTo>
                <a:lnTo>
                  <a:pt x="164592" y="179832"/>
                </a:lnTo>
                <a:lnTo>
                  <a:pt x="200284" y="179832"/>
                </a:lnTo>
                <a:lnTo>
                  <a:pt x="208788" y="185308"/>
                </a:lnTo>
                <a:lnTo>
                  <a:pt x="238506" y="199262"/>
                </a:lnTo>
                <a:lnTo>
                  <a:pt x="270510" y="209216"/>
                </a:lnTo>
                <a:lnTo>
                  <a:pt x="304800" y="214884"/>
                </a:lnTo>
                <a:lnTo>
                  <a:pt x="304800" y="220980"/>
                </a:lnTo>
                <a:lnTo>
                  <a:pt x="292488" y="223242"/>
                </a:lnTo>
                <a:lnTo>
                  <a:pt x="282892" y="227647"/>
                </a:lnTo>
                <a:lnTo>
                  <a:pt x="275867" y="234053"/>
                </a:lnTo>
                <a:lnTo>
                  <a:pt x="271272" y="242316"/>
                </a:lnTo>
                <a:close/>
              </a:path>
              <a:path w="346075" h="402589">
                <a:moveTo>
                  <a:pt x="201168" y="274320"/>
                </a:moveTo>
                <a:lnTo>
                  <a:pt x="195072" y="274320"/>
                </a:lnTo>
                <a:lnTo>
                  <a:pt x="190500" y="271271"/>
                </a:lnTo>
                <a:lnTo>
                  <a:pt x="185928" y="265176"/>
                </a:lnTo>
                <a:lnTo>
                  <a:pt x="175593" y="255722"/>
                </a:lnTo>
                <a:lnTo>
                  <a:pt x="162687" y="245554"/>
                </a:lnTo>
                <a:lnTo>
                  <a:pt x="146923" y="234529"/>
                </a:lnTo>
                <a:lnTo>
                  <a:pt x="128016" y="222504"/>
                </a:lnTo>
                <a:lnTo>
                  <a:pt x="131064" y="217932"/>
                </a:lnTo>
                <a:lnTo>
                  <a:pt x="179284" y="229719"/>
                </a:lnTo>
                <a:lnTo>
                  <a:pt x="205740" y="257556"/>
                </a:lnTo>
                <a:lnTo>
                  <a:pt x="204216" y="268223"/>
                </a:lnTo>
                <a:lnTo>
                  <a:pt x="201168" y="274320"/>
                </a:lnTo>
                <a:close/>
              </a:path>
              <a:path w="346075" h="402589">
                <a:moveTo>
                  <a:pt x="228600" y="342900"/>
                </a:moveTo>
                <a:lnTo>
                  <a:pt x="219456" y="342900"/>
                </a:lnTo>
                <a:lnTo>
                  <a:pt x="213360" y="339852"/>
                </a:lnTo>
                <a:lnTo>
                  <a:pt x="205740" y="332232"/>
                </a:lnTo>
                <a:lnTo>
                  <a:pt x="188833" y="321683"/>
                </a:lnTo>
                <a:lnTo>
                  <a:pt x="165354" y="310705"/>
                </a:lnTo>
                <a:lnTo>
                  <a:pt x="135016" y="299442"/>
                </a:lnTo>
                <a:lnTo>
                  <a:pt x="97536" y="288035"/>
                </a:lnTo>
                <a:lnTo>
                  <a:pt x="97536" y="280416"/>
                </a:lnTo>
                <a:lnTo>
                  <a:pt x="163830" y="289369"/>
                </a:lnTo>
                <a:lnTo>
                  <a:pt x="202692" y="297180"/>
                </a:lnTo>
                <a:lnTo>
                  <a:pt x="230124" y="324612"/>
                </a:lnTo>
                <a:lnTo>
                  <a:pt x="230124" y="336804"/>
                </a:lnTo>
                <a:lnTo>
                  <a:pt x="228600" y="342900"/>
                </a:lnTo>
                <a:close/>
              </a:path>
              <a:path w="346075" h="402589">
                <a:moveTo>
                  <a:pt x="309372" y="399288"/>
                </a:moveTo>
                <a:lnTo>
                  <a:pt x="309372" y="364236"/>
                </a:lnTo>
                <a:lnTo>
                  <a:pt x="334207" y="364236"/>
                </a:lnTo>
                <a:lnTo>
                  <a:pt x="334398" y="370665"/>
                </a:lnTo>
                <a:lnTo>
                  <a:pt x="335280" y="385572"/>
                </a:lnTo>
                <a:lnTo>
                  <a:pt x="309372" y="39928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" name="object 55"/>
          <p:cNvSpPr/>
          <p:nvPr/>
        </p:nvSpPr>
        <p:spPr>
          <a:xfrm>
            <a:off x="2564892" y="4753356"/>
            <a:ext cx="262255" cy="337185"/>
          </a:xfrm>
          <a:custGeom>
            <a:avLst/>
            <a:gdLst/>
            <a:ahLst/>
            <a:cxnLst/>
            <a:rect l="l" t="t" r="r" b="b"/>
            <a:pathLst>
              <a:path w="262255" h="337185">
                <a:moveTo>
                  <a:pt x="153924" y="336804"/>
                </a:moveTo>
                <a:lnTo>
                  <a:pt x="106346" y="331017"/>
                </a:lnTo>
                <a:lnTo>
                  <a:pt x="65341" y="312420"/>
                </a:lnTo>
                <a:lnTo>
                  <a:pt x="32956" y="283011"/>
                </a:lnTo>
                <a:lnTo>
                  <a:pt x="10668" y="240792"/>
                </a:lnTo>
                <a:lnTo>
                  <a:pt x="809" y="187642"/>
                </a:lnTo>
                <a:lnTo>
                  <a:pt x="0" y="167640"/>
                </a:lnTo>
                <a:lnTo>
                  <a:pt x="833" y="148756"/>
                </a:lnTo>
                <a:lnTo>
                  <a:pt x="12192" y="97536"/>
                </a:lnTo>
                <a:lnTo>
                  <a:pt x="32980" y="56173"/>
                </a:lnTo>
                <a:lnTo>
                  <a:pt x="64770" y="25908"/>
                </a:lnTo>
                <a:lnTo>
                  <a:pt x="106584" y="7072"/>
                </a:lnTo>
                <a:lnTo>
                  <a:pt x="155448" y="0"/>
                </a:lnTo>
                <a:lnTo>
                  <a:pt x="163425" y="261"/>
                </a:lnTo>
                <a:lnTo>
                  <a:pt x="208002" y="7119"/>
                </a:lnTo>
                <a:lnTo>
                  <a:pt x="232671" y="16002"/>
                </a:lnTo>
                <a:lnTo>
                  <a:pt x="239268" y="18288"/>
                </a:lnTo>
                <a:lnTo>
                  <a:pt x="260604" y="28956"/>
                </a:lnTo>
                <a:lnTo>
                  <a:pt x="260604" y="80772"/>
                </a:lnTo>
                <a:lnTo>
                  <a:pt x="257556" y="80772"/>
                </a:lnTo>
                <a:lnTo>
                  <a:pt x="251460" y="76200"/>
                </a:lnTo>
                <a:lnTo>
                  <a:pt x="246888" y="71628"/>
                </a:lnTo>
                <a:lnTo>
                  <a:pt x="240792" y="67056"/>
                </a:lnTo>
                <a:lnTo>
                  <a:pt x="202311" y="47434"/>
                </a:lnTo>
                <a:lnTo>
                  <a:pt x="159353" y="38385"/>
                </a:lnTo>
                <a:lnTo>
                  <a:pt x="149352" y="38100"/>
                </a:lnTo>
                <a:lnTo>
                  <a:pt x="127396" y="40147"/>
                </a:lnTo>
                <a:lnTo>
                  <a:pt x="89773" y="57388"/>
                </a:lnTo>
                <a:lnTo>
                  <a:pt x="61793" y="91963"/>
                </a:lnTo>
                <a:lnTo>
                  <a:pt x="47458" y="138731"/>
                </a:lnTo>
                <a:lnTo>
                  <a:pt x="45720" y="166116"/>
                </a:lnTo>
                <a:lnTo>
                  <a:pt x="46053" y="182451"/>
                </a:lnTo>
                <a:lnTo>
                  <a:pt x="53340" y="224028"/>
                </a:lnTo>
                <a:lnTo>
                  <a:pt x="74676" y="265176"/>
                </a:lnTo>
                <a:lnTo>
                  <a:pt x="108204" y="291084"/>
                </a:lnTo>
                <a:lnTo>
                  <a:pt x="152400" y="298704"/>
                </a:lnTo>
                <a:lnTo>
                  <a:pt x="170688" y="298513"/>
                </a:lnTo>
                <a:lnTo>
                  <a:pt x="213193" y="291822"/>
                </a:lnTo>
                <a:lnTo>
                  <a:pt x="219456" y="205740"/>
                </a:lnTo>
                <a:lnTo>
                  <a:pt x="144780" y="205740"/>
                </a:lnTo>
                <a:lnTo>
                  <a:pt x="144780" y="167640"/>
                </a:lnTo>
                <a:lnTo>
                  <a:pt x="262128" y="167640"/>
                </a:lnTo>
                <a:lnTo>
                  <a:pt x="262128" y="309372"/>
                </a:lnTo>
                <a:lnTo>
                  <a:pt x="256032" y="310896"/>
                </a:lnTo>
                <a:lnTo>
                  <a:pt x="249936" y="313944"/>
                </a:lnTo>
                <a:lnTo>
                  <a:pt x="239268" y="318516"/>
                </a:lnTo>
                <a:lnTo>
                  <a:pt x="226504" y="323088"/>
                </a:lnTo>
                <a:lnTo>
                  <a:pt x="214884" y="327660"/>
                </a:lnTo>
                <a:lnTo>
                  <a:pt x="171069" y="335851"/>
                </a:lnTo>
                <a:lnTo>
                  <a:pt x="162782" y="336542"/>
                </a:lnTo>
                <a:lnTo>
                  <a:pt x="153924" y="33680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" name="object 56"/>
          <p:cNvSpPr/>
          <p:nvPr/>
        </p:nvSpPr>
        <p:spPr>
          <a:xfrm>
            <a:off x="2903219" y="4719827"/>
            <a:ext cx="356870" cy="402590"/>
          </a:xfrm>
          <a:custGeom>
            <a:avLst/>
            <a:gdLst/>
            <a:ahLst/>
            <a:cxnLst/>
            <a:rect l="l" t="t" r="r" b="b"/>
            <a:pathLst>
              <a:path w="356870" h="402589">
                <a:moveTo>
                  <a:pt x="53340" y="89916"/>
                </a:moveTo>
                <a:lnTo>
                  <a:pt x="42672" y="89916"/>
                </a:lnTo>
                <a:lnTo>
                  <a:pt x="50696" y="62793"/>
                </a:lnTo>
                <a:lnTo>
                  <a:pt x="56578" y="38671"/>
                </a:lnTo>
                <a:lnTo>
                  <a:pt x="60459" y="17692"/>
                </a:lnTo>
                <a:lnTo>
                  <a:pt x="62484" y="0"/>
                </a:lnTo>
                <a:lnTo>
                  <a:pt x="100584" y="21336"/>
                </a:lnTo>
                <a:lnTo>
                  <a:pt x="90844" y="29051"/>
                </a:lnTo>
                <a:lnTo>
                  <a:pt x="79819" y="43053"/>
                </a:lnTo>
                <a:lnTo>
                  <a:pt x="67365" y="63341"/>
                </a:lnTo>
                <a:lnTo>
                  <a:pt x="53340" y="89916"/>
                </a:lnTo>
                <a:close/>
              </a:path>
              <a:path w="356870" h="402589">
                <a:moveTo>
                  <a:pt x="147828" y="192024"/>
                </a:moveTo>
                <a:lnTo>
                  <a:pt x="141732" y="187452"/>
                </a:lnTo>
                <a:lnTo>
                  <a:pt x="158877" y="160615"/>
                </a:lnTo>
                <a:lnTo>
                  <a:pt x="173736" y="135064"/>
                </a:lnTo>
                <a:lnTo>
                  <a:pt x="196596" y="88392"/>
                </a:lnTo>
                <a:lnTo>
                  <a:pt x="211264" y="44958"/>
                </a:lnTo>
                <a:lnTo>
                  <a:pt x="222503" y="1524"/>
                </a:lnTo>
                <a:lnTo>
                  <a:pt x="260603" y="24384"/>
                </a:lnTo>
                <a:lnTo>
                  <a:pt x="252626" y="32146"/>
                </a:lnTo>
                <a:lnTo>
                  <a:pt x="242506" y="46482"/>
                </a:lnTo>
                <a:lnTo>
                  <a:pt x="230385" y="67675"/>
                </a:lnTo>
                <a:lnTo>
                  <a:pt x="216408" y="96012"/>
                </a:lnTo>
                <a:lnTo>
                  <a:pt x="350520" y="96012"/>
                </a:lnTo>
                <a:lnTo>
                  <a:pt x="356616" y="102108"/>
                </a:lnTo>
                <a:lnTo>
                  <a:pt x="350901" y="106680"/>
                </a:lnTo>
                <a:lnTo>
                  <a:pt x="213360" y="106680"/>
                </a:lnTo>
                <a:lnTo>
                  <a:pt x="197334" y="130730"/>
                </a:lnTo>
                <a:lnTo>
                  <a:pt x="181165" y="152781"/>
                </a:lnTo>
                <a:lnTo>
                  <a:pt x="164711" y="173116"/>
                </a:lnTo>
                <a:lnTo>
                  <a:pt x="147828" y="192024"/>
                </a:lnTo>
                <a:close/>
              </a:path>
              <a:path w="356870" h="402589">
                <a:moveTo>
                  <a:pt x="144780" y="89916"/>
                </a:moveTo>
                <a:lnTo>
                  <a:pt x="111252" y="89916"/>
                </a:lnTo>
                <a:lnTo>
                  <a:pt x="128016" y="73152"/>
                </a:lnTo>
                <a:lnTo>
                  <a:pt x="144780" y="89916"/>
                </a:lnTo>
                <a:close/>
              </a:path>
              <a:path w="356870" h="402589">
                <a:moveTo>
                  <a:pt x="0" y="397764"/>
                </a:moveTo>
                <a:lnTo>
                  <a:pt x="834" y="359664"/>
                </a:lnTo>
                <a:lnTo>
                  <a:pt x="935" y="352615"/>
                </a:lnTo>
                <a:lnTo>
                  <a:pt x="1333" y="316992"/>
                </a:lnTo>
                <a:lnTo>
                  <a:pt x="1430" y="178308"/>
                </a:lnTo>
                <a:lnTo>
                  <a:pt x="1309" y="152781"/>
                </a:lnTo>
                <a:lnTo>
                  <a:pt x="881" y="114704"/>
                </a:lnTo>
                <a:lnTo>
                  <a:pt x="0" y="74676"/>
                </a:lnTo>
                <a:lnTo>
                  <a:pt x="25908" y="89916"/>
                </a:lnTo>
                <a:lnTo>
                  <a:pt x="144780" y="89916"/>
                </a:lnTo>
                <a:lnTo>
                  <a:pt x="153924" y="99060"/>
                </a:lnTo>
                <a:lnTo>
                  <a:pt x="151828" y="100584"/>
                </a:lnTo>
                <a:lnTo>
                  <a:pt x="24384" y="100584"/>
                </a:lnTo>
                <a:lnTo>
                  <a:pt x="24384" y="211836"/>
                </a:lnTo>
                <a:lnTo>
                  <a:pt x="137205" y="211836"/>
                </a:lnTo>
                <a:lnTo>
                  <a:pt x="137219" y="222504"/>
                </a:lnTo>
                <a:lnTo>
                  <a:pt x="24384" y="222504"/>
                </a:lnTo>
                <a:lnTo>
                  <a:pt x="24384" y="344424"/>
                </a:lnTo>
                <a:lnTo>
                  <a:pt x="137914" y="344424"/>
                </a:lnTo>
                <a:lnTo>
                  <a:pt x="137940" y="346850"/>
                </a:lnTo>
                <a:lnTo>
                  <a:pt x="138137" y="355092"/>
                </a:lnTo>
                <a:lnTo>
                  <a:pt x="24384" y="355092"/>
                </a:lnTo>
                <a:lnTo>
                  <a:pt x="24384" y="384048"/>
                </a:lnTo>
                <a:lnTo>
                  <a:pt x="0" y="397764"/>
                </a:lnTo>
                <a:close/>
              </a:path>
              <a:path w="356870" h="402589">
                <a:moveTo>
                  <a:pt x="350520" y="96012"/>
                </a:moveTo>
                <a:lnTo>
                  <a:pt x="310896" y="96012"/>
                </a:lnTo>
                <a:lnTo>
                  <a:pt x="330708" y="76200"/>
                </a:lnTo>
                <a:lnTo>
                  <a:pt x="350520" y="96012"/>
                </a:lnTo>
                <a:close/>
              </a:path>
              <a:path w="356870" h="402589">
                <a:moveTo>
                  <a:pt x="137205" y="211836"/>
                </a:moveTo>
                <a:lnTo>
                  <a:pt x="114300" y="211836"/>
                </a:lnTo>
                <a:lnTo>
                  <a:pt x="114300" y="100584"/>
                </a:lnTo>
                <a:lnTo>
                  <a:pt x="151828" y="100584"/>
                </a:lnTo>
                <a:lnTo>
                  <a:pt x="137160" y="111252"/>
                </a:lnTo>
                <a:lnTo>
                  <a:pt x="137205" y="211836"/>
                </a:lnTo>
                <a:close/>
              </a:path>
              <a:path w="356870" h="402589">
                <a:moveTo>
                  <a:pt x="327213" y="359664"/>
                </a:moveTo>
                <a:lnTo>
                  <a:pt x="283464" y="359664"/>
                </a:lnTo>
                <a:lnTo>
                  <a:pt x="291750" y="357925"/>
                </a:lnTo>
                <a:lnTo>
                  <a:pt x="298323" y="352615"/>
                </a:lnTo>
                <a:lnTo>
                  <a:pt x="308586" y="305562"/>
                </a:lnTo>
                <a:lnTo>
                  <a:pt x="310705" y="259842"/>
                </a:lnTo>
                <a:lnTo>
                  <a:pt x="312539" y="193548"/>
                </a:lnTo>
                <a:lnTo>
                  <a:pt x="313944" y="106680"/>
                </a:lnTo>
                <a:lnTo>
                  <a:pt x="350901" y="106680"/>
                </a:lnTo>
                <a:lnTo>
                  <a:pt x="341376" y="114300"/>
                </a:lnTo>
                <a:lnTo>
                  <a:pt x="339535" y="188719"/>
                </a:lnTo>
                <a:lnTo>
                  <a:pt x="337620" y="249167"/>
                </a:lnTo>
                <a:lnTo>
                  <a:pt x="335560" y="295570"/>
                </a:lnTo>
                <a:lnTo>
                  <a:pt x="333280" y="327855"/>
                </a:lnTo>
                <a:lnTo>
                  <a:pt x="330708" y="345948"/>
                </a:lnTo>
                <a:lnTo>
                  <a:pt x="327856" y="357925"/>
                </a:lnTo>
                <a:lnTo>
                  <a:pt x="327213" y="359664"/>
                </a:lnTo>
                <a:close/>
              </a:path>
              <a:path w="356870" h="402589">
                <a:moveTo>
                  <a:pt x="231648" y="269748"/>
                </a:moveTo>
                <a:lnTo>
                  <a:pt x="228600" y="269748"/>
                </a:lnTo>
                <a:lnTo>
                  <a:pt x="225456" y="268295"/>
                </a:lnTo>
                <a:lnTo>
                  <a:pt x="222885" y="263842"/>
                </a:lnTo>
                <a:lnTo>
                  <a:pt x="220884" y="256246"/>
                </a:lnTo>
                <a:lnTo>
                  <a:pt x="219456" y="245364"/>
                </a:lnTo>
                <a:lnTo>
                  <a:pt x="214884" y="228242"/>
                </a:lnTo>
                <a:lnTo>
                  <a:pt x="208026" y="211264"/>
                </a:lnTo>
                <a:lnTo>
                  <a:pt x="198882" y="194571"/>
                </a:lnTo>
                <a:lnTo>
                  <a:pt x="187452" y="178308"/>
                </a:lnTo>
                <a:lnTo>
                  <a:pt x="190500" y="172212"/>
                </a:lnTo>
                <a:lnTo>
                  <a:pt x="224028" y="199644"/>
                </a:lnTo>
                <a:lnTo>
                  <a:pt x="246888" y="236220"/>
                </a:lnTo>
                <a:lnTo>
                  <a:pt x="246888" y="248412"/>
                </a:lnTo>
                <a:lnTo>
                  <a:pt x="243840" y="254508"/>
                </a:lnTo>
                <a:lnTo>
                  <a:pt x="234696" y="266700"/>
                </a:lnTo>
                <a:lnTo>
                  <a:pt x="231648" y="269748"/>
                </a:lnTo>
                <a:close/>
              </a:path>
              <a:path w="356870" h="402589">
                <a:moveTo>
                  <a:pt x="137914" y="344424"/>
                </a:moveTo>
                <a:lnTo>
                  <a:pt x="114300" y="344424"/>
                </a:lnTo>
                <a:lnTo>
                  <a:pt x="114300" y="222504"/>
                </a:lnTo>
                <a:lnTo>
                  <a:pt x="137219" y="222504"/>
                </a:lnTo>
                <a:lnTo>
                  <a:pt x="137337" y="269748"/>
                </a:lnTo>
                <a:lnTo>
                  <a:pt x="137498" y="305562"/>
                </a:lnTo>
                <a:lnTo>
                  <a:pt x="137914" y="344424"/>
                </a:lnTo>
                <a:close/>
              </a:path>
              <a:path w="356870" h="402589">
                <a:moveTo>
                  <a:pt x="277367" y="402336"/>
                </a:moveTo>
                <a:lnTo>
                  <a:pt x="271129" y="389239"/>
                </a:lnTo>
                <a:lnTo>
                  <a:pt x="259461" y="377571"/>
                </a:lnTo>
                <a:lnTo>
                  <a:pt x="242649" y="367617"/>
                </a:lnTo>
                <a:lnTo>
                  <a:pt x="220979" y="359664"/>
                </a:lnTo>
                <a:lnTo>
                  <a:pt x="220979" y="352044"/>
                </a:lnTo>
                <a:lnTo>
                  <a:pt x="241030" y="355163"/>
                </a:lnTo>
                <a:lnTo>
                  <a:pt x="257937" y="357568"/>
                </a:lnTo>
                <a:lnTo>
                  <a:pt x="271986" y="359116"/>
                </a:lnTo>
                <a:lnTo>
                  <a:pt x="283464" y="359664"/>
                </a:lnTo>
                <a:lnTo>
                  <a:pt x="327213" y="359664"/>
                </a:lnTo>
                <a:lnTo>
                  <a:pt x="324040" y="368236"/>
                </a:lnTo>
                <a:lnTo>
                  <a:pt x="289023" y="397764"/>
                </a:lnTo>
                <a:lnTo>
                  <a:pt x="277367" y="402336"/>
                </a:lnTo>
                <a:close/>
              </a:path>
              <a:path w="356870" h="402589">
                <a:moveTo>
                  <a:pt x="114300" y="391668"/>
                </a:moveTo>
                <a:lnTo>
                  <a:pt x="114300" y="355092"/>
                </a:lnTo>
                <a:lnTo>
                  <a:pt x="138137" y="355092"/>
                </a:lnTo>
                <a:lnTo>
                  <a:pt x="138684" y="377952"/>
                </a:lnTo>
                <a:lnTo>
                  <a:pt x="114300" y="39166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" name="object 57"/>
          <p:cNvSpPr/>
          <p:nvPr/>
        </p:nvSpPr>
        <p:spPr>
          <a:xfrm>
            <a:off x="3314687" y="4716779"/>
            <a:ext cx="1353820" cy="455930"/>
          </a:xfrm>
          <a:custGeom>
            <a:avLst/>
            <a:gdLst/>
            <a:ahLst/>
            <a:cxnLst/>
            <a:rect l="l" t="t" r="r" b="b"/>
            <a:pathLst>
              <a:path w="1353820" h="455929">
                <a:moveTo>
                  <a:pt x="167640" y="121920"/>
                </a:moveTo>
                <a:lnTo>
                  <a:pt x="137160" y="91440"/>
                </a:lnTo>
                <a:lnTo>
                  <a:pt x="118872" y="111252"/>
                </a:lnTo>
                <a:lnTo>
                  <a:pt x="99060" y="111252"/>
                </a:lnTo>
                <a:lnTo>
                  <a:pt x="99060" y="33528"/>
                </a:lnTo>
                <a:lnTo>
                  <a:pt x="117348" y="18288"/>
                </a:lnTo>
                <a:lnTo>
                  <a:pt x="73152" y="0"/>
                </a:lnTo>
                <a:lnTo>
                  <a:pt x="74041" y="20599"/>
                </a:lnTo>
                <a:lnTo>
                  <a:pt x="74485" y="45910"/>
                </a:lnTo>
                <a:lnTo>
                  <a:pt x="74599" y="65532"/>
                </a:lnTo>
                <a:lnTo>
                  <a:pt x="74676" y="111252"/>
                </a:lnTo>
                <a:lnTo>
                  <a:pt x="0" y="111252"/>
                </a:lnTo>
                <a:lnTo>
                  <a:pt x="15240" y="126492"/>
                </a:lnTo>
                <a:lnTo>
                  <a:pt x="35052" y="121920"/>
                </a:lnTo>
                <a:lnTo>
                  <a:pt x="74676" y="121920"/>
                </a:lnTo>
                <a:lnTo>
                  <a:pt x="74676" y="213360"/>
                </a:lnTo>
                <a:lnTo>
                  <a:pt x="50152" y="222770"/>
                </a:lnTo>
                <a:lnTo>
                  <a:pt x="29337" y="230314"/>
                </a:lnTo>
                <a:lnTo>
                  <a:pt x="12534" y="235864"/>
                </a:lnTo>
                <a:lnTo>
                  <a:pt x="0" y="239268"/>
                </a:lnTo>
                <a:lnTo>
                  <a:pt x="22860" y="271272"/>
                </a:lnTo>
                <a:lnTo>
                  <a:pt x="27101" y="264706"/>
                </a:lnTo>
                <a:lnTo>
                  <a:pt x="37338" y="256413"/>
                </a:lnTo>
                <a:lnTo>
                  <a:pt x="53301" y="246418"/>
                </a:lnTo>
                <a:lnTo>
                  <a:pt x="74676" y="234696"/>
                </a:lnTo>
                <a:lnTo>
                  <a:pt x="74676" y="347472"/>
                </a:lnTo>
                <a:lnTo>
                  <a:pt x="73774" y="357454"/>
                </a:lnTo>
                <a:lnTo>
                  <a:pt x="70866" y="364426"/>
                </a:lnTo>
                <a:lnTo>
                  <a:pt x="65684" y="368261"/>
                </a:lnTo>
                <a:lnTo>
                  <a:pt x="57912" y="368808"/>
                </a:lnTo>
                <a:lnTo>
                  <a:pt x="38481" y="366141"/>
                </a:lnTo>
                <a:lnTo>
                  <a:pt x="26200" y="364096"/>
                </a:lnTo>
                <a:lnTo>
                  <a:pt x="12192" y="361188"/>
                </a:lnTo>
                <a:lnTo>
                  <a:pt x="12192" y="370332"/>
                </a:lnTo>
                <a:lnTo>
                  <a:pt x="33337" y="377761"/>
                </a:lnTo>
                <a:lnTo>
                  <a:pt x="48768" y="386334"/>
                </a:lnTo>
                <a:lnTo>
                  <a:pt x="58483" y="396049"/>
                </a:lnTo>
                <a:lnTo>
                  <a:pt x="62484" y="406908"/>
                </a:lnTo>
                <a:lnTo>
                  <a:pt x="77635" y="398907"/>
                </a:lnTo>
                <a:lnTo>
                  <a:pt x="88773" y="388620"/>
                </a:lnTo>
                <a:lnTo>
                  <a:pt x="95923" y="376047"/>
                </a:lnTo>
                <a:lnTo>
                  <a:pt x="97459" y="368808"/>
                </a:lnTo>
                <a:lnTo>
                  <a:pt x="99060" y="361188"/>
                </a:lnTo>
                <a:lnTo>
                  <a:pt x="99060" y="234696"/>
                </a:lnTo>
                <a:lnTo>
                  <a:pt x="99060" y="222504"/>
                </a:lnTo>
                <a:lnTo>
                  <a:pt x="128219" y="205740"/>
                </a:lnTo>
                <a:lnTo>
                  <a:pt x="160020" y="187452"/>
                </a:lnTo>
                <a:lnTo>
                  <a:pt x="156972" y="182880"/>
                </a:lnTo>
                <a:lnTo>
                  <a:pt x="99060" y="205740"/>
                </a:lnTo>
                <a:lnTo>
                  <a:pt x="99060" y="121920"/>
                </a:lnTo>
                <a:lnTo>
                  <a:pt x="167640" y="121920"/>
                </a:lnTo>
                <a:close/>
              </a:path>
              <a:path w="1353820" h="455929">
                <a:moveTo>
                  <a:pt x="385572" y="185928"/>
                </a:moveTo>
                <a:lnTo>
                  <a:pt x="381660" y="182880"/>
                </a:lnTo>
                <a:lnTo>
                  <a:pt x="358140" y="164592"/>
                </a:lnTo>
                <a:lnTo>
                  <a:pt x="352044" y="175044"/>
                </a:lnTo>
                <a:lnTo>
                  <a:pt x="352044" y="193548"/>
                </a:lnTo>
                <a:lnTo>
                  <a:pt x="352044" y="263652"/>
                </a:lnTo>
                <a:lnTo>
                  <a:pt x="352044" y="274320"/>
                </a:lnTo>
                <a:lnTo>
                  <a:pt x="352044" y="359664"/>
                </a:lnTo>
                <a:lnTo>
                  <a:pt x="283464" y="359664"/>
                </a:lnTo>
                <a:lnTo>
                  <a:pt x="283464" y="274320"/>
                </a:lnTo>
                <a:lnTo>
                  <a:pt x="352044" y="274320"/>
                </a:lnTo>
                <a:lnTo>
                  <a:pt x="352044" y="263652"/>
                </a:lnTo>
                <a:lnTo>
                  <a:pt x="283464" y="263652"/>
                </a:lnTo>
                <a:lnTo>
                  <a:pt x="283464" y="193548"/>
                </a:lnTo>
                <a:lnTo>
                  <a:pt x="352044" y="193548"/>
                </a:lnTo>
                <a:lnTo>
                  <a:pt x="352044" y="175044"/>
                </a:lnTo>
                <a:lnTo>
                  <a:pt x="347472" y="182880"/>
                </a:lnTo>
                <a:lnTo>
                  <a:pt x="260604" y="182880"/>
                </a:lnTo>
                <a:lnTo>
                  <a:pt x="260604" y="193548"/>
                </a:lnTo>
                <a:lnTo>
                  <a:pt x="260604" y="263652"/>
                </a:lnTo>
                <a:lnTo>
                  <a:pt x="260604" y="274320"/>
                </a:lnTo>
                <a:lnTo>
                  <a:pt x="260604" y="359664"/>
                </a:lnTo>
                <a:lnTo>
                  <a:pt x="192024" y="359664"/>
                </a:lnTo>
                <a:lnTo>
                  <a:pt x="192024" y="274320"/>
                </a:lnTo>
                <a:lnTo>
                  <a:pt x="260604" y="274320"/>
                </a:lnTo>
                <a:lnTo>
                  <a:pt x="260604" y="263652"/>
                </a:lnTo>
                <a:lnTo>
                  <a:pt x="192024" y="263652"/>
                </a:lnTo>
                <a:lnTo>
                  <a:pt x="192024" y="193548"/>
                </a:lnTo>
                <a:lnTo>
                  <a:pt x="260604" y="193548"/>
                </a:lnTo>
                <a:lnTo>
                  <a:pt x="260604" y="182880"/>
                </a:lnTo>
                <a:lnTo>
                  <a:pt x="192024" y="182880"/>
                </a:lnTo>
                <a:lnTo>
                  <a:pt x="167640" y="169164"/>
                </a:lnTo>
                <a:lnTo>
                  <a:pt x="167932" y="187452"/>
                </a:lnTo>
                <a:lnTo>
                  <a:pt x="168402" y="208978"/>
                </a:lnTo>
                <a:lnTo>
                  <a:pt x="168871" y="235864"/>
                </a:lnTo>
                <a:lnTo>
                  <a:pt x="168973" y="246418"/>
                </a:lnTo>
                <a:lnTo>
                  <a:pt x="169164" y="277368"/>
                </a:lnTo>
                <a:lnTo>
                  <a:pt x="168935" y="316852"/>
                </a:lnTo>
                <a:lnTo>
                  <a:pt x="168465" y="347472"/>
                </a:lnTo>
                <a:lnTo>
                  <a:pt x="167881" y="379818"/>
                </a:lnTo>
                <a:lnTo>
                  <a:pt x="167640" y="403860"/>
                </a:lnTo>
                <a:lnTo>
                  <a:pt x="192024" y="391668"/>
                </a:lnTo>
                <a:lnTo>
                  <a:pt x="192024" y="370332"/>
                </a:lnTo>
                <a:lnTo>
                  <a:pt x="352044" y="370332"/>
                </a:lnTo>
                <a:lnTo>
                  <a:pt x="352044" y="399288"/>
                </a:lnTo>
                <a:lnTo>
                  <a:pt x="376428" y="388620"/>
                </a:lnTo>
                <a:lnTo>
                  <a:pt x="375615" y="370332"/>
                </a:lnTo>
                <a:lnTo>
                  <a:pt x="375323" y="364096"/>
                </a:lnTo>
                <a:lnTo>
                  <a:pt x="375208" y="359664"/>
                </a:lnTo>
                <a:lnTo>
                  <a:pt x="374332" y="323659"/>
                </a:lnTo>
                <a:lnTo>
                  <a:pt x="373722" y="274320"/>
                </a:lnTo>
                <a:lnTo>
                  <a:pt x="373634" y="263652"/>
                </a:lnTo>
                <a:lnTo>
                  <a:pt x="373380" y="198120"/>
                </a:lnTo>
                <a:lnTo>
                  <a:pt x="377952" y="193548"/>
                </a:lnTo>
                <a:lnTo>
                  <a:pt x="385572" y="185928"/>
                </a:lnTo>
                <a:close/>
              </a:path>
              <a:path w="1353820" h="455929">
                <a:moveTo>
                  <a:pt x="400812" y="97536"/>
                </a:moveTo>
                <a:lnTo>
                  <a:pt x="368808" y="65532"/>
                </a:lnTo>
                <a:lnTo>
                  <a:pt x="347472" y="86868"/>
                </a:lnTo>
                <a:lnTo>
                  <a:pt x="321564" y="86868"/>
                </a:lnTo>
                <a:lnTo>
                  <a:pt x="321564" y="36576"/>
                </a:lnTo>
                <a:lnTo>
                  <a:pt x="339852" y="24384"/>
                </a:lnTo>
                <a:lnTo>
                  <a:pt x="297180" y="6096"/>
                </a:lnTo>
                <a:lnTo>
                  <a:pt x="298678" y="63754"/>
                </a:lnTo>
                <a:lnTo>
                  <a:pt x="298704" y="86868"/>
                </a:lnTo>
                <a:lnTo>
                  <a:pt x="236220" y="86868"/>
                </a:lnTo>
                <a:lnTo>
                  <a:pt x="236220" y="38100"/>
                </a:lnTo>
                <a:lnTo>
                  <a:pt x="254508" y="25908"/>
                </a:lnTo>
                <a:lnTo>
                  <a:pt x="211836" y="6096"/>
                </a:lnTo>
                <a:lnTo>
                  <a:pt x="212725" y="23228"/>
                </a:lnTo>
                <a:lnTo>
                  <a:pt x="213182" y="43053"/>
                </a:lnTo>
                <a:lnTo>
                  <a:pt x="213347" y="63754"/>
                </a:lnTo>
                <a:lnTo>
                  <a:pt x="213360" y="86868"/>
                </a:lnTo>
                <a:lnTo>
                  <a:pt x="147828" y="86868"/>
                </a:lnTo>
                <a:lnTo>
                  <a:pt x="161544" y="100584"/>
                </a:lnTo>
                <a:lnTo>
                  <a:pt x="182880" y="97536"/>
                </a:lnTo>
                <a:lnTo>
                  <a:pt x="213360" y="97536"/>
                </a:lnTo>
                <a:lnTo>
                  <a:pt x="213245" y="121920"/>
                </a:lnTo>
                <a:lnTo>
                  <a:pt x="213169" y="128587"/>
                </a:lnTo>
                <a:lnTo>
                  <a:pt x="212725" y="145338"/>
                </a:lnTo>
                <a:lnTo>
                  <a:pt x="211836" y="163068"/>
                </a:lnTo>
                <a:lnTo>
                  <a:pt x="236220" y="152400"/>
                </a:lnTo>
                <a:lnTo>
                  <a:pt x="236220" y="97536"/>
                </a:lnTo>
                <a:lnTo>
                  <a:pt x="298704" y="97536"/>
                </a:lnTo>
                <a:lnTo>
                  <a:pt x="298704" y="158496"/>
                </a:lnTo>
                <a:lnTo>
                  <a:pt x="323088" y="149352"/>
                </a:lnTo>
                <a:lnTo>
                  <a:pt x="322859" y="135686"/>
                </a:lnTo>
                <a:lnTo>
                  <a:pt x="321805" y="109499"/>
                </a:lnTo>
                <a:lnTo>
                  <a:pt x="321564" y="97536"/>
                </a:lnTo>
                <a:lnTo>
                  <a:pt x="400812" y="97536"/>
                </a:lnTo>
                <a:close/>
              </a:path>
              <a:path w="1353820" h="455929">
                <a:moveTo>
                  <a:pt x="539508" y="79260"/>
                </a:moveTo>
                <a:lnTo>
                  <a:pt x="520192" y="44945"/>
                </a:lnTo>
                <a:lnTo>
                  <a:pt x="483120" y="22872"/>
                </a:lnTo>
                <a:lnTo>
                  <a:pt x="478548" y="25920"/>
                </a:lnTo>
                <a:lnTo>
                  <a:pt x="488848" y="39636"/>
                </a:lnTo>
                <a:lnTo>
                  <a:pt x="497027" y="53352"/>
                </a:lnTo>
                <a:lnTo>
                  <a:pt x="503186" y="67068"/>
                </a:lnTo>
                <a:lnTo>
                  <a:pt x="507504" y="80784"/>
                </a:lnTo>
                <a:lnTo>
                  <a:pt x="510044" y="90779"/>
                </a:lnTo>
                <a:lnTo>
                  <a:pt x="513029" y="97929"/>
                </a:lnTo>
                <a:lnTo>
                  <a:pt x="516280" y="102209"/>
                </a:lnTo>
                <a:lnTo>
                  <a:pt x="519696" y="103644"/>
                </a:lnTo>
                <a:lnTo>
                  <a:pt x="522744" y="103644"/>
                </a:lnTo>
                <a:lnTo>
                  <a:pt x="525792" y="102120"/>
                </a:lnTo>
                <a:lnTo>
                  <a:pt x="530364" y="97548"/>
                </a:lnTo>
                <a:lnTo>
                  <a:pt x="534936" y="94500"/>
                </a:lnTo>
                <a:lnTo>
                  <a:pt x="537984" y="86880"/>
                </a:lnTo>
                <a:lnTo>
                  <a:pt x="539508" y="79260"/>
                </a:lnTo>
                <a:close/>
              </a:path>
              <a:path w="1353820" h="455929">
                <a:moveTo>
                  <a:pt x="790968" y="60972"/>
                </a:moveTo>
                <a:lnTo>
                  <a:pt x="747026" y="37198"/>
                </a:lnTo>
                <a:lnTo>
                  <a:pt x="733056" y="33540"/>
                </a:lnTo>
                <a:lnTo>
                  <a:pt x="730008" y="38112"/>
                </a:lnTo>
                <a:lnTo>
                  <a:pt x="742581" y="49250"/>
                </a:lnTo>
                <a:lnTo>
                  <a:pt x="752868" y="59829"/>
                </a:lnTo>
                <a:lnTo>
                  <a:pt x="760869" y="69824"/>
                </a:lnTo>
                <a:lnTo>
                  <a:pt x="766584" y="79260"/>
                </a:lnTo>
                <a:lnTo>
                  <a:pt x="771156" y="88404"/>
                </a:lnTo>
                <a:lnTo>
                  <a:pt x="775728" y="92976"/>
                </a:lnTo>
                <a:lnTo>
                  <a:pt x="781824" y="92976"/>
                </a:lnTo>
                <a:lnTo>
                  <a:pt x="783348" y="91452"/>
                </a:lnTo>
                <a:lnTo>
                  <a:pt x="789444" y="82308"/>
                </a:lnTo>
                <a:lnTo>
                  <a:pt x="790968" y="76212"/>
                </a:lnTo>
                <a:lnTo>
                  <a:pt x="790968" y="60972"/>
                </a:lnTo>
                <a:close/>
              </a:path>
              <a:path w="1353820" h="455929">
                <a:moveTo>
                  <a:pt x="839736" y="128028"/>
                </a:moveTo>
                <a:lnTo>
                  <a:pt x="806208" y="92976"/>
                </a:lnTo>
                <a:lnTo>
                  <a:pt x="781824" y="117360"/>
                </a:lnTo>
                <a:lnTo>
                  <a:pt x="701052" y="117360"/>
                </a:lnTo>
                <a:lnTo>
                  <a:pt x="701052" y="38112"/>
                </a:lnTo>
                <a:lnTo>
                  <a:pt x="716292" y="25920"/>
                </a:lnTo>
                <a:lnTo>
                  <a:pt x="675144" y="6108"/>
                </a:lnTo>
                <a:lnTo>
                  <a:pt x="675322" y="22872"/>
                </a:lnTo>
                <a:lnTo>
                  <a:pt x="675424" y="30607"/>
                </a:lnTo>
                <a:lnTo>
                  <a:pt x="676338" y="79260"/>
                </a:lnTo>
                <a:lnTo>
                  <a:pt x="676452" y="88404"/>
                </a:lnTo>
                <a:lnTo>
                  <a:pt x="676668" y="117360"/>
                </a:lnTo>
                <a:lnTo>
                  <a:pt x="548652" y="117360"/>
                </a:lnTo>
                <a:lnTo>
                  <a:pt x="565416" y="134124"/>
                </a:lnTo>
                <a:lnTo>
                  <a:pt x="575081" y="131241"/>
                </a:lnTo>
                <a:lnTo>
                  <a:pt x="585609" y="129362"/>
                </a:lnTo>
                <a:lnTo>
                  <a:pt x="596696" y="128333"/>
                </a:lnTo>
                <a:lnTo>
                  <a:pt x="608088" y="128028"/>
                </a:lnTo>
                <a:lnTo>
                  <a:pt x="666000" y="128028"/>
                </a:lnTo>
                <a:lnTo>
                  <a:pt x="645426" y="174548"/>
                </a:lnTo>
                <a:lnTo>
                  <a:pt x="617994" y="220230"/>
                </a:lnTo>
                <a:lnTo>
                  <a:pt x="583704" y="264756"/>
                </a:lnTo>
                <a:lnTo>
                  <a:pt x="542556" y="307860"/>
                </a:lnTo>
                <a:lnTo>
                  <a:pt x="545604" y="312432"/>
                </a:lnTo>
                <a:lnTo>
                  <a:pt x="586435" y="281000"/>
                </a:lnTo>
                <a:lnTo>
                  <a:pt x="621995" y="246138"/>
                </a:lnTo>
                <a:lnTo>
                  <a:pt x="652106" y="207848"/>
                </a:lnTo>
                <a:lnTo>
                  <a:pt x="676668" y="166128"/>
                </a:lnTo>
                <a:lnTo>
                  <a:pt x="676427" y="231279"/>
                </a:lnTo>
                <a:lnTo>
                  <a:pt x="675944" y="281000"/>
                </a:lnTo>
                <a:lnTo>
                  <a:pt x="675398" y="325640"/>
                </a:lnTo>
                <a:lnTo>
                  <a:pt x="675144" y="358152"/>
                </a:lnTo>
                <a:lnTo>
                  <a:pt x="702576" y="344436"/>
                </a:lnTo>
                <a:lnTo>
                  <a:pt x="701687" y="322186"/>
                </a:lnTo>
                <a:lnTo>
                  <a:pt x="701255" y="286524"/>
                </a:lnTo>
                <a:lnTo>
                  <a:pt x="701167" y="264756"/>
                </a:lnTo>
                <a:lnTo>
                  <a:pt x="701052" y="169176"/>
                </a:lnTo>
                <a:lnTo>
                  <a:pt x="719124" y="184886"/>
                </a:lnTo>
                <a:lnTo>
                  <a:pt x="748411" y="214604"/>
                </a:lnTo>
                <a:lnTo>
                  <a:pt x="778776" y="256616"/>
                </a:lnTo>
                <a:lnTo>
                  <a:pt x="792492" y="283476"/>
                </a:lnTo>
                <a:lnTo>
                  <a:pt x="798588" y="294144"/>
                </a:lnTo>
                <a:lnTo>
                  <a:pt x="803160" y="300240"/>
                </a:lnTo>
                <a:lnTo>
                  <a:pt x="809256" y="300240"/>
                </a:lnTo>
                <a:lnTo>
                  <a:pt x="812304" y="297192"/>
                </a:lnTo>
                <a:lnTo>
                  <a:pt x="815352" y="292620"/>
                </a:lnTo>
                <a:lnTo>
                  <a:pt x="816876" y="286524"/>
                </a:lnTo>
                <a:lnTo>
                  <a:pt x="818400" y="278904"/>
                </a:lnTo>
                <a:lnTo>
                  <a:pt x="818400" y="259092"/>
                </a:lnTo>
                <a:lnTo>
                  <a:pt x="784872" y="217944"/>
                </a:lnTo>
                <a:lnTo>
                  <a:pt x="748677" y="190512"/>
                </a:lnTo>
                <a:lnTo>
                  <a:pt x="712584" y="166128"/>
                </a:lnTo>
                <a:lnTo>
                  <a:pt x="701052" y="158508"/>
                </a:lnTo>
                <a:lnTo>
                  <a:pt x="701052" y="128028"/>
                </a:lnTo>
                <a:lnTo>
                  <a:pt x="839736" y="128028"/>
                </a:lnTo>
                <a:close/>
              </a:path>
              <a:path w="1353820" h="455929">
                <a:moveTo>
                  <a:pt x="851928" y="361200"/>
                </a:moveTo>
                <a:lnTo>
                  <a:pt x="806208" y="366026"/>
                </a:lnTo>
                <a:lnTo>
                  <a:pt x="762774" y="369011"/>
                </a:lnTo>
                <a:lnTo>
                  <a:pt x="721626" y="369976"/>
                </a:lnTo>
                <a:lnTo>
                  <a:pt x="682764" y="368820"/>
                </a:lnTo>
                <a:lnTo>
                  <a:pt x="620090" y="362915"/>
                </a:lnTo>
                <a:lnTo>
                  <a:pt x="579132" y="349008"/>
                </a:lnTo>
                <a:lnTo>
                  <a:pt x="542264" y="325640"/>
                </a:lnTo>
                <a:lnTo>
                  <a:pt x="533412" y="318528"/>
                </a:lnTo>
                <a:lnTo>
                  <a:pt x="533412" y="178320"/>
                </a:lnTo>
                <a:lnTo>
                  <a:pt x="541032" y="173748"/>
                </a:lnTo>
                <a:lnTo>
                  <a:pt x="548652" y="169176"/>
                </a:lnTo>
                <a:lnTo>
                  <a:pt x="519696" y="146316"/>
                </a:lnTo>
                <a:lnTo>
                  <a:pt x="507504" y="163080"/>
                </a:lnTo>
                <a:lnTo>
                  <a:pt x="441972" y="163080"/>
                </a:lnTo>
                <a:lnTo>
                  <a:pt x="457212" y="178320"/>
                </a:lnTo>
                <a:lnTo>
                  <a:pt x="466064" y="176314"/>
                </a:lnTo>
                <a:lnTo>
                  <a:pt x="474357" y="174891"/>
                </a:lnTo>
                <a:lnTo>
                  <a:pt x="482066" y="174028"/>
                </a:lnTo>
                <a:lnTo>
                  <a:pt x="489216" y="173748"/>
                </a:lnTo>
                <a:lnTo>
                  <a:pt x="510552" y="173748"/>
                </a:lnTo>
                <a:lnTo>
                  <a:pt x="510552" y="317004"/>
                </a:lnTo>
                <a:lnTo>
                  <a:pt x="492544" y="325577"/>
                </a:lnTo>
                <a:lnTo>
                  <a:pt x="475119" y="335292"/>
                </a:lnTo>
                <a:lnTo>
                  <a:pt x="458254" y="346151"/>
                </a:lnTo>
                <a:lnTo>
                  <a:pt x="441972" y="358152"/>
                </a:lnTo>
                <a:lnTo>
                  <a:pt x="466356" y="381012"/>
                </a:lnTo>
                <a:lnTo>
                  <a:pt x="471500" y="372097"/>
                </a:lnTo>
                <a:lnTo>
                  <a:pt x="477786" y="363486"/>
                </a:lnTo>
                <a:lnTo>
                  <a:pt x="509790" y="333006"/>
                </a:lnTo>
                <a:lnTo>
                  <a:pt x="521220" y="329196"/>
                </a:lnTo>
                <a:lnTo>
                  <a:pt x="526402" y="330339"/>
                </a:lnTo>
                <a:lnTo>
                  <a:pt x="533031" y="333768"/>
                </a:lnTo>
                <a:lnTo>
                  <a:pt x="541362" y="339483"/>
                </a:lnTo>
                <a:lnTo>
                  <a:pt x="551700" y="347484"/>
                </a:lnTo>
                <a:lnTo>
                  <a:pt x="562571" y="357212"/>
                </a:lnTo>
                <a:lnTo>
                  <a:pt x="574751" y="365963"/>
                </a:lnTo>
                <a:lnTo>
                  <a:pt x="620420" y="386384"/>
                </a:lnTo>
                <a:lnTo>
                  <a:pt x="660514" y="394296"/>
                </a:lnTo>
                <a:lnTo>
                  <a:pt x="712050" y="398005"/>
                </a:lnTo>
                <a:lnTo>
                  <a:pt x="815352" y="399300"/>
                </a:lnTo>
                <a:lnTo>
                  <a:pt x="817638" y="391312"/>
                </a:lnTo>
                <a:lnTo>
                  <a:pt x="824496" y="383489"/>
                </a:lnTo>
                <a:lnTo>
                  <a:pt x="835926" y="375932"/>
                </a:lnTo>
                <a:lnTo>
                  <a:pt x="849299" y="369976"/>
                </a:lnTo>
                <a:lnTo>
                  <a:pt x="851928" y="368820"/>
                </a:lnTo>
                <a:lnTo>
                  <a:pt x="851928" y="361200"/>
                </a:lnTo>
                <a:close/>
              </a:path>
              <a:path w="1353820" h="455929">
                <a:moveTo>
                  <a:pt x="1024128" y="28956"/>
                </a:moveTo>
                <a:lnTo>
                  <a:pt x="973836" y="28956"/>
                </a:lnTo>
                <a:lnTo>
                  <a:pt x="955548" y="51244"/>
                </a:lnTo>
                <a:lnTo>
                  <a:pt x="925830" y="99250"/>
                </a:lnTo>
                <a:lnTo>
                  <a:pt x="905281" y="151244"/>
                </a:lnTo>
                <a:lnTo>
                  <a:pt x="894473" y="210058"/>
                </a:lnTo>
                <a:lnTo>
                  <a:pt x="893064" y="242316"/>
                </a:lnTo>
                <a:lnTo>
                  <a:pt x="894473" y="275463"/>
                </a:lnTo>
                <a:lnTo>
                  <a:pt x="905281" y="334899"/>
                </a:lnTo>
                <a:lnTo>
                  <a:pt x="926693" y="386029"/>
                </a:lnTo>
                <a:lnTo>
                  <a:pt x="956411" y="433412"/>
                </a:lnTo>
                <a:lnTo>
                  <a:pt x="973836" y="455676"/>
                </a:lnTo>
                <a:lnTo>
                  <a:pt x="1024128" y="455676"/>
                </a:lnTo>
                <a:lnTo>
                  <a:pt x="1024128" y="454152"/>
                </a:lnTo>
                <a:lnTo>
                  <a:pt x="1015250" y="445871"/>
                </a:lnTo>
                <a:lnTo>
                  <a:pt x="1006792" y="437007"/>
                </a:lnTo>
                <a:lnTo>
                  <a:pt x="981989" y="406107"/>
                </a:lnTo>
                <a:lnTo>
                  <a:pt x="960120" y="368808"/>
                </a:lnTo>
                <a:lnTo>
                  <a:pt x="943406" y="325742"/>
                </a:lnTo>
                <a:lnTo>
                  <a:pt x="933259" y="277749"/>
                </a:lnTo>
                <a:lnTo>
                  <a:pt x="931164" y="242316"/>
                </a:lnTo>
                <a:lnTo>
                  <a:pt x="931722" y="224561"/>
                </a:lnTo>
                <a:lnTo>
                  <a:pt x="938784" y="175260"/>
                </a:lnTo>
                <a:lnTo>
                  <a:pt x="954430" y="129616"/>
                </a:lnTo>
                <a:lnTo>
                  <a:pt x="974788" y="89725"/>
                </a:lnTo>
                <a:lnTo>
                  <a:pt x="998626" y="57061"/>
                </a:lnTo>
                <a:lnTo>
                  <a:pt x="1024128" y="30480"/>
                </a:lnTo>
                <a:lnTo>
                  <a:pt x="1024128" y="28956"/>
                </a:lnTo>
                <a:close/>
              </a:path>
              <a:path w="1353820" h="455929">
                <a:moveTo>
                  <a:pt x="1307592" y="42672"/>
                </a:moveTo>
                <a:lnTo>
                  <a:pt x="1263396" y="42672"/>
                </a:lnTo>
                <a:lnTo>
                  <a:pt x="1173480" y="312420"/>
                </a:lnTo>
                <a:lnTo>
                  <a:pt x="1085088" y="42672"/>
                </a:lnTo>
                <a:lnTo>
                  <a:pt x="1037844" y="42672"/>
                </a:lnTo>
                <a:lnTo>
                  <a:pt x="1149108" y="367284"/>
                </a:lnTo>
                <a:lnTo>
                  <a:pt x="1196340" y="367284"/>
                </a:lnTo>
                <a:lnTo>
                  <a:pt x="1307592" y="42672"/>
                </a:lnTo>
                <a:close/>
              </a:path>
              <a:path w="1353820" h="455929">
                <a:moveTo>
                  <a:pt x="1353312" y="304812"/>
                </a:moveTo>
                <a:lnTo>
                  <a:pt x="1298460" y="304812"/>
                </a:lnTo>
                <a:lnTo>
                  <a:pt x="1260360" y="446544"/>
                </a:lnTo>
                <a:lnTo>
                  <a:pt x="1292352" y="446544"/>
                </a:lnTo>
                <a:lnTo>
                  <a:pt x="1353312" y="30481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" name="object 58"/>
          <p:cNvSpPr/>
          <p:nvPr/>
        </p:nvSpPr>
        <p:spPr>
          <a:xfrm>
            <a:off x="4725924" y="4745748"/>
            <a:ext cx="364490" cy="426720"/>
          </a:xfrm>
          <a:custGeom>
            <a:avLst/>
            <a:gdLst/>
            <a:ahLst/>
            <a:cxnLst/>
            <a:rect l="l" t="t" r="r" b="b"/>
            <a:pathLst>
              <a:path w="364489" h="426720">
                <a:moveTo>
                  <a:pt x="202692" y="13208"/>
                </a:moveTo>
                <a:lnTo>
                  <a:pt x="0" y="13208"/>
                </a:lnTo>
                <a:lnTo>
                  <a:pt x="0" y="51308"/>
                </a:lnTo>
                <a:lnTo>
                  <a:pt x="0" y="141478"/>
                </a:lnTo>
                <a:lnTo>
                  <a:pt x="0" y="179578"/>
                </a:lnTo>
                <a:lnTo>
                  <a:pt x="0" y="300228"/>
                </a:lnTo>
                <a:lnTo>
                  <a:pt x="0" y="338328"/>
                </a:lnTo>
                <a:lnTo>
                  <a:pt x="202692" y="338328"/>
                </a:lnTo>
                <a:lnTo>
                  <a:pt x="202692" y="300228"/>
                </a:lnTo>
                <a:lnTo>
                  <a:pt x="44196" y="300228"/>
                </a:lnTo>
                <a:lnTo>
                  <a:pt x="44196" y="179578"/>
                </a:lnTo>
                <a:lnTo>
                  <a:pt x="192024" y="179578"/>
                </a:lnTo>
                <a:lnTo>
                  <a:pt x="192024" y="141478"/>
                </a:lnTo>
                <a:lnTo>
                  <a:pt x="44196" y="141478"/>
                </a:lnTo>
                <a:lnTo>
                  <a:pt x="44196" y="51308"/>
                </a:lnTo>
                <a:lnTo>
                  <a:pt x="202692" y="51308"/>
                </a:lnTo>
                <a:lnTo>
                  <a:pt x="202692" y="13208"/>
                </a:lnTo>
                <a:close/>
              </a:path>
              <a:path w="364489" h="426720">
                <a:moveTo>
                  <a:pt x="364236" y="213360"/>
                </a:moveTo>
                <a:lnTo>
                  <a:pt x="358711" y="149923"/>
                </a:lnTo>
                <a:lnTo>
                  <a:pt x="342900" y="94488"/>
                </a:lnTo>
                <a:lnTo>
                  <a:pt x="316611" y="45529"/>
                </a:lnTo>
                <a:lnTo>
                  <a:pt x="283464" y="0"/>
                </a:lnTo>
                <a:lnTo>
                  <a:pt x="233172" y="0"/>
                </a:lnTo>
                <a:lnTo>
                  <a:pt x="233172" y="1524"/>
                </a:lnTo>
                <a:lnTo>
                  <a:pt x="242049" y="9804"/>
                </a:lnTo>
                <a:lnTo>
                  <a:pt x="250507" y="18669"/>
                </a:lnTo>
                <a:lnTo>
                  <a:pt x="274675" y="48933"/>
                </a:lnTo>
                <a:lnTo>
                  <a:pt x="297180" y="86868"/>
                </a:lnTo>
                <a:lnTo>
                  <a:pt x="313893" y="130581"/>
                </a:lnTo>
                <a:lnTo>
                  <a:pt x="324040" y="178689"/>
                </a:lnTo>
                <a:lnTo>
                  <a:pt x="326136" y="213360"/>
                </a:lnTo>
                <a:lnTo>
                  <a:pt x="325577" y="231330"/>
                </a:lnTo>
                <a:lnTo>
                  <a:pt x="318516" y="280416"/>
                </a:lnTo>
                <a:lnTo>
                  <a:pt x="303504" y="325843"/>
                </a:lnTo>
                <a:lnTo>
                  <a:pt x="283083" y="365379"/>
                </a:lnTo>
                <a:lnTo>
                  <a:pt x="258673" y="398614"/>
                </a:lnTo>
                <a:lnTo>
                  <a:pt x="233172" y="425196"/>
                </a:lnTo>
                <a:lnTo>
                  <a:pt x="233172" y="426720"/>
                </a:lnTo>
                <a:lnTo>
                  <a:pt x="283464" y="426720"/>
                </a:lnTo>
                <a:lnTo>
                  <a:pt x="301752" y="404444"/>
                </a:lnTo>
                <a:lnTo>
                  <a:pt x="331470" y="357060"/>
                </a:lnTo>
                <a:lnTo>
                  <a:pt x="352018" y="305079"/>
                </a:lnTo>
                <a:lnTo>
                  <a:pt x="362826" y="245643"/>
                </a:lnTo>
                <a:lnTo>
                  <a:pt x="364236" y="21336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" name="object 59"/>
          <p:cNvSpPr/>
          <p:nvPr/>
        </p:nvSpPr>
        <p:spPr>
          <a:xfrm>
            <a:off x="5166360" y="4840223"/>
            <a:ext cx="52069" cy="62865"/>
          </a:xfrm>
          <a:custGeom>
            <a:avLst/>
            <a:gdLst/>
            <a:ahLst/>
            <a:cxnLst/>
            <a:rect l="l" t="t" r="r" b="b"/>
            <a:pathLst>
              <a:path w="52070" h="62864">
                <a:moveTo>
                  <a:pt x="51816" y="62484"/>
                </a:moveTo>
                <a:lnTo>
                  <a:pt x="0" y="62484"/>
                </a:lnTo>
                <a:lnTo>
                  <a:pt x="0" y="0"/>
                </a:lnTo>
                <a:lnTo>
                  <a:pt x="51816" y="0"/>
                </a:lnTo>
                <a:lnTo>
                  <a:pt x="51816" y="6248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" name="object 60"/>
          <p:cNvSpPr/>
          <p:nvPr/>
        </p:nvSpPr>
        <p:spPr>
          <a:xfrm>
            <a:off x="5166360" y="5021579"/>
            <a:ext cx="52069" cy="62865"/>
          </a:xfrm>
          <a:custGeom>
            <a:avLst/>
            <a:gdLst/>
            <a:ahLst/>
            <a:cxnLst/>
            <a:rect l="l" t="t" r="r" b="b"/>
            <a:pathLst>
              <a:path w="52070" h="62864">
                <a:moveTo>
                  <a:pt x="51816" y="62484"/>
                </a:moveTo>
                <a:lnTo>
                  <a:pt x="0" y="62484"/>
                </a:lnTo>
                <a:lnTo>
                  <a:pt x="0" y="0"/>
                </a:lnTo>
                <a:lnTo>
                  <a:pt x="51816" y="0"/>
                </a:lnTo>
                <a:lnTo>
                  <a:pt x="51816" y="6248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" name="object 61"/>
          <p:cNvSpPr/>
          <p:nvPr/>
        </p:nvSpPr>
        <p:spPr>
          <a:xfrm>
            <a:off x="5419344" y="4759452"/>
            <a:ext cx="269875" cy="325120"/>
          </a:xfrm>
          <a:custGeom>
            <a:avLst/>
            <a:gdLst/>
            <a:ahLst/>
            <a:cxnLst/>
            <a:rect l="l" t="t" r="r" b="b"/>
            <a:pathLst>
              <a:path w="269875" h="325120">
                <a:moveTo>
                  <a:pt x="158496" y="324612"/>
                </a:moveTo>
                <a:lnTo>
                  <a:pt x="111252" y="324612"/>
                </a:lnTo>
                <a:lnTo>
                  <a:pt x="0" y="0"/>
                </a:lnTo>
                <a:lnTo>
                  <a:pt x="45720" y="0"/>
                </a:lnTo>
                <a:lnTo>
                  <a:pt x="135636" y="269748"/>
                </a:lnTo>
                <a:lnTo>
                  <a:pt x="225552" y="0"/>
                </a:lnTo>
                <a:lnTo>
                  <a:pt x="269748" y="0"/>
                </a:lnTo>
                <a:lnTo>
                  <a:pt x="158496" y="32461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pic>
        <p:nvPicPr>
          <p:cNvPr id="62" name="object 62"/>
          <p:cNvPicPr/>
          <p:nvPr/>
        </p:nvPicPr>
        <p:blipFill>
          <a:blip r:embed="rId6" cstate="print"/>
          <a:stretch>
            <a:fillRect/>
          </a:stretch>
        </p:blipFill>
        <p:spPr>
          <a:xfrm>
            <a:off x="5740908" y="4981384"/>
            <a:ext cx="68580" cy="119443"/>
          </a:xfrm>
          <a:prstGeom prst="rect">
            <a:avLst/>
          </a:prstGeom>
        </p:spPr>
      </p:pic>
      <p:sp>
        <p:nvSpPr>
          <p:cNvPr id="63" name="object 63"/>
          <p:cNvSpPr/>
          <p:nvPr/>
        </p:nvSpPr>
        <p:spPr>
          <a:xfrm>
            <a:off x="6160008" y="4718303"/>
            <a:ext cx="390525" cy="407034"/>
          </a:xfrm>
          <a:custGeom>
            <a:avLst/>
            <a:gdLst/>
            <a:ahLst/>
            <a:cxnLst/>
            <a:rect l="l" t="t" r="r" b="b"/>
            <a:pathLst>
              <a:path w="390525" h="407035">
                <a:moveTo>
                  <a:pt x="275843" y="94488"/>
                </a:moveTo>
                <a:lnTo>
                  <a:pt x="252983" y="94488"/>
                </a:lnTo>
                <a:lnTo>
                  <a:pt x="252955" y="60579"/>
                </a:lnTo>
                <a:lnTo>
                  <a:pt x="252793" y="34671"/>
                </a:lnTo>
                <a:lnTo>
                  <a:pt x="252341" y="14335"/>
                </a:lnTo>
                <a:lnTo>
                  <a:pt x="251459" y="0"/>
                </a:lnTo>
                <a:lnTo>
                  <a:pt x="294131" y="22860"/>
                </a:lnTo>
                <a:lnTo>
                  <a:pt x="275843" y="35052"/>
                </a:lnTo>
                <a:lnTo>
                  <a:pt x="275843" y="94488"/>
                </a:lnTo>
                <a:close/>
              </a:path>
              <a:path w="390525" h="407035">
                <a:moveTo>
                  <a:pt x="15240" y="192024"/>
                </a:moveTo>
                <a:lnTo>
                  <a:pt x="0" y="160020"/>
                </a:lnTo>
                <a:lnTo>
                  <a:pt x="8548" y="156876"/>
                </a:lnTo>
                <a:lnTo>
                  <a:pt x="18097" y="147447"/>
                </a:lnTo>
                <a:lnTo>
                  <a:pt x="39623" y="109728"/>
                </a:lnTo>
                <a:lnTo>
                  <a:pt x="61531" y="60579"/>
                </a:lnTo>
                <a:lnTo>
                  <a:pt x="77723" y="9144"/>
                </a:lnTo>
                <a:lnTo>
                  <a:pt x="114299" y="27432"/>
                </a:lnTo>
                <a:lnTo>
                  <a:pt x="99059" y="36576"/>
                </a:lnTo>
                <a:lnTo>
                  <a:pt x="80795" y="70008"/>
                </a:lnTo>
                <a:lnTo>
                  <a:pt x="62674" y="101727"/>
                </a:lnTo>
                <a:lnTo>
                  <a:pt x="44838" y="131730"/>
                </a:lnTo>
                <a:lnTo>
                  <a:pt x="27431" y="160020"/>
                </a:lnTo>
                <a:lnTo>
                  <a:pt x="121530" y="160020"/>
                </a:lnTo>
                <a:lnTo>
                  <a:pt x="120848" y="160901"/>
                </a:lnTo>
                <a:lnTo>
                  <a:pt x="114185" y="169164"/>
                </a:lnTo>
                <a:lnTo>
                  <a:pt x="91440" y="169164"/>
                </a:lnTo>
                <a:lnTo>
                  <a:pt x="81176" y="170568"/>
                </a:lnTo>
                <a:lnTo>
                  <a:pt x="42671" y="179379"/>
                </a:lnTo>
                <a:lnTo>
                  <a:pt x="24383" y="186856"/>
                </a:lnTo>
                <a:lnTo>
                  <a:pt x="15240" y="192024"/>
                </a:lnTo>
                <a:close/>
              </a:path>
              <a:path w="390525" h="407035">
                <a:moveTo>
                  <a:pt x="167639" y="109728"/>
                </a:moveTo>
                <a:lnTo>
                  <a:pt x="152399" y="94488"/>
                </a:lnTo>
                <a:lnTo>
                  <a:pt x="339852" y="94488"/>
                </a:lnTo>
                <a:lnTo>
                  <a:pt x="361188" y="73152"/>
                </a:lnTo>
                <a:lnTo>
                  <a:pt x="390144" y="103632"/>
                </a:lnTo>
                <a:lnTo>
                  <a:pt x="210311" y="103632"/>
                </a:lnTo>
                <a:lnTo>
                  <a:pt x="199143" y="104155"/>
                </a:lnTo>
                <a:lnTo>
                  <a:pt x="188404" y="105537"/>
                </a:lnTo>
                <a:lnTo>
                  <a:pt x="177950" y="107489"/>
                </a:lnTo>
                <a:lnTo>
                  <a:pt x="167639" y="109728"/>
                </a:lnTo>
                <a:close/>
              </a:path>
              <a:path w="390525" h="407035">
                <a:moveTo>
                  <a:pt x="121530" y="160020"/>
                </a:moveTo>
                <a:lnTo>
                  <a:pt x="27431" y="160020"/>
                </a:lnTo>
                <a:lnTo>
                  <a:pt x="97535" y="158496"/>
                </a:lnTo>
                <a:lnTo>
                  <a:pt x="107251" y="141898"/>
                </a:lnTo>
                <a:lnTo>
                  <a:pt x="115823" y="126301"/>
                </a:lnTo>
                <a:lnTo>
                  <a:pt x="123253" y="111561"/>
                </a:lnTo>
                <a:lnTo>
                  <a:pt x="129539" y="97536"/>
                </a:lnTo>
                <a:lnTo>
                  <a:pt x="161543" y="120396"/>
                </a:lnTo>
                <a:lnTo>
                  <a:pt x="146303" y="128016"/>
                </a:lnTo>
                <a:lnTo>
                  <a:pt x="121530" y="160020"/>
                </a:lnTo>
                <a:close/>
              </a:path>
              <a:path w="390525" h="407035">
                <a:moveTo>
                  <a:pt x="275843" y="182880"/>
                </a:moveTo>
                <a:lnTo>
                  <a:pt x="252983" y="182880"/>
                </a:lnTo>
                <a:lnTo>
                  <a:pt x="252983" y="103632"/>
                </a:lnTo>
                <a:lnTo>
                  <a:pt x="275843" y="103632"/>
                </a:lnTo>
                <a:lnTo>
                  <a:pt x="275843" y="182880"/>
                </a:lnTo>
                <a:close/>
              </a:path>
              <a:path w="390525" h="407035">
                <a:moveTo>
                  <a:pt x="184403" y="198120"/>
                </a:moveTo>
                <a:lnTo>
                  <a:pt x="167639" y="182880"/>
                </a:lnTo>
                <a:lnTo>
                  <a:pt x="323088" y="182880"/>
                </a:lnTo>
                <a:lnTo>
                  <a:pt x="344424" y="161544"/>
                </a:lnTo>
                <a:lnTo>
                  <a:pt x="373380" y="193548"/>
                </a:lnTo>
                <a:lnTo>
                  <a:pt x="225551" y="193548"/>
                </a:lnTo>
                <a:lnTo>
                  <a:pt x="214407" y="193833"/>
                </a:lnTo>
                <a:lnTo>
                  <a:pt x="203834" y="194691"/>
                </a:lnTo>
                <a:lnTo>
                  <a:pt x="193833" y="196119"/>
                </a:lnTo>
                <a:lnTo>
                  <a:pt x="184403" y="198120"/>
                </a:lnTo>
                <a:close/>
              </a:path>
              <a:path w="390525" h="407035">
                <a:moveTo>
                  <a:pt x="27431" y="292607"/>
                </a:moveTo>
                <a:lnTo>
                  <a:pt x="7619" y="260604"/>
                </a:lnTo>
                <a:lnTo>
                  <a:pt x="14454" y="257770"/>
                </a:lnTo>
                <a:lnTo>
                  <a:pt x="21145" y="253936"/>
                </a:lnTo>
                <a:lnTo>
                  <a:pt x="54482" y="218503"/>
                </a:lnTo>
                <a:lnTo>
                  <a:pt x="91440" y="169164"/>
                </a:lnTo>
                <a:lnTo>
                  <a:pt x="114185" y="169164"/>
                </a:lnTo>
                <a:lnTo>
                  <a:pt x="94678" y="193357"/>
                </a:lnTo>
                <a:lnTo>
                  <a:pt x="67651" y="225528"/>
                </a:lnTo>
                <a:lnTo>
                  <a:pt x="39623" y="257556"/>
                </a:lnTo>
                <a:lnTo>
                  <a:pt x="113722" y="257556"/>
                </a:lnTo>
                <a:lnTo>
                  <a:pt x="92964" y="263652"/>
                </a:lnTo>
                <a:lnTo>
                  <a:pt x="72437" y="270533"/>
                </a:lnTo>
                <a:lnTo>
                  <a:pt x="54482" y="277558"/>
                </a:lnTo>
                <a:lnTo>
                  <a:pt x="39385" y="284868"/>
                </a:lnTo>
                <a:lnTo>
                  <a:pt x="27431" y="292607"/>
                </a:lnTo>
                <a:close/>
              </a:path>
              <a:path w="390525" h="407035">
                <a:moveTo>
                  <a:pt x="181355" y="406908"/>
                </a:moveTo>
                <a:lnTo>
                  <a:pt x="183451" y="365569"/>
                </a:lnTo>
                <a:lnTo>
                  <a:pt x="184305" y="309371"/>
                </a:lnTo>
                <a:lnTo>
                  <a:pt x="184142" y="294227"/>
                </a:lnTo>
                <a:lnTo>
                  <a:pt x="183451" y="271653"/>
                </a:lnTo>
                <a:lnTo>
                  <a:pt x="182475" y="250793"/>
                </a:lnTo>
                <a:lnTo>
                  <a:pt x="181355" y="231648"/>
                </a:lnTo>
                <a:lnTo>
                  <a:pt x="210311" y="246888"/>
                </a:lnTo>
                <a:lnTo>
                  <a:pt x="359664" y="246888"/>
                </a:lnTo>
                <a:lnTo>
                  <a:pt x="368808" y="256031"/>
                </a:lnTo>
                <a:lnTo>
                  <a:pt x="366413" y="257556"/>
                </a:lnTo>
                <a:lnTo>
                  <a:pt x="205739" y="257556"/>
                </a:lnTo>
                <a:lnTo>
                  <a:pt x="205739" y="356616"/>
                </a:lnTo>
                <a:lnTo>
                  <a:pt x="352344" y="356616"/>
                </a:lnTo>
                <a:lnTo>
                  <a:pt x="352713" y="367284"/>
                </a:lnTo>
                <a:lnTo>
                  <a:pt x="205739" y="367284"/>
                </a:lnTo>
                <a:lnTo>
                  <a:pt x="205739" y="394716"/>
                </a:lnTo>
                <a:lnTo>
                  <a:pt x="181355" y="406908"/>
                </a:lnTo>
                <a:close/>
              </a:path>
              <a:path w="390525" h="407035">
                <a:moveTo>
                  <a:pt x="359664" y="246888"/>
                </a:moveTo>
                <a:lnTo>
                  <a:pt x="327660" y="246888"/>
                </a:lnTo>
                <a:lnTo>
                  <a:pt x="344424" y="231648"/>
                </a:lnTo>
                <a:lnTo>
                  <a:pt x="359664" y="246888"/>
                </a:lnTo>
                <a:close/>
              </a:path>
              <a:path w="390525" h="407035">
                <a:moveTo>
                  <a:pt x="113722" y="257556"/>
                </a:moveTo>
                <a:lnTo>
                  <a:pt x="39623" y="257556"/>
                </a:lnTo>
                <a:lnTo>
                  <a:pt x="160019" y="237744"/>
                </a:lnTo>
                <a:lnTo>
                  <a:pt x="160019" y="245364"/>
                </a:lnTo>
                <a:lnTo>
                  <a:pt x="148042" y="248221"/>
                </a:lnTo>
                <a:lnTo>
                  <a:pt x="132778" y="252222"/>
                </a:lnTo>
                <a:lnTo>
                  <a:pt x="113722" y="257556"/>
                </a:lnTo>
                <a:close/>
              </a:path>
              <a:path w="390525" h="407035">
                <a:moveTo>
                  <a:pt x="352344" y="356616"/>
                </a:moveTo>
                <a:lnTo>
                  <a:pt x="329184" y="356616"/>
                </a:lnTo>
                <a:lnTo>
                  <a:pt x="329184" y="257556"/>
                </a:lnTo>
                <a:lnTo>
                  <a:pt x="366413" y="257556"/>
                </a:lnTo>
                <a:lnTo>
                  <a:pt x="352044" y="266700"/>
                </a:lnTo>
                <a:lnTo>
                  <a:pt x="352149" y="344805"/>
                </a:lnTo>
                <a:lnTo>
                  <a:pt x="352282" y="354806"/>
                </a:lnTo>
                <a:lnTo>
                  <a:pt x="352344" y="356616"/>
                </a:lnTo>
                <a:close/>
              </a:path>
              <a:path w="390525" h="407035">
                <a:moveTo>
                  <a:pt x="16764" y="382524"/>
                </a:moveTo>
                <a:lnTo>
                  <a:pt x="0" y="348996"/>
                </a:lnTo>
                <a:lnTo>
                  <a:pt x="12263" y="347329"/>
                </a:lnTo>
                <a:lnTo>
                  <a:pt x="26098" y="344805"/>
                </a:lnTo>
                <a:lnTo>
                  <a:pt x="57911" y="338328"/>
                </a:lnTo>
                <a:lnTo>
                  <a:pt x="77342" y="333803"/>
                </a:lnTo>
                <a:lnTo>
                  <a:pt x="101345" y="327279"/>
                </a:lnTo>
                <a:lnTo>
                  <a:pt x="163067" y="309371"/>
                </a:lnTo>
                <a:lnTo>
                  <a:pt x="164591" y="316992"/>
                </a:lnTo>
                <a:lnTo>
                  <a:pt x="107203" y="339875"/>
                </a:lnTo>
                <a:lnTo>
                  <a:pt x="63245" y="358330"/>
                </a:lnTo>
                <a:lnTo>
                  <a:pt x="33004" y="372498"/>
                </a:lnTo>
                <a:lnTo>
                  <a:pt x="16764" y="382524"/>
                </a:lnTo>
                <a:close/>
              </a:path>
              <a:path w="390525" h="407035">
                <a:moveTo>
                  <a:pt x="329184" y="402336"/>
                </a:moveTo>
                <a:lnTo>
                  <a:pt x="329184" y="367284"/>
                </a:lnTo>
                <a:lnTo>
                  <a:pt x="352713" y="367284"/>
                </a:lnTo>
                <a:lnTo>
                  <a:pt x="352914" y="372498"/>
                </a:lnTo>
                <a:lnTo>
                  <a:pt x="353329" y="382238"/>
                </a:lnTo>
                <a:lnTo>
                  <a:pt x="353568" y="391668"/>
                </a:lnTo>
                <a:lnTo>
                  <a:pt x="329184" y="40233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" name="object 64"/>
          <p:cNvSpPr/>
          <p:nvPr/>
        </p:nvSpPr>
        <p:spPr>
          <a:xfrm>
            <a:off x="6617207" y="4719827"/>
            <a:ext cx="364490" cy="398145"/>
          </a:xfrm>
          <a:custGeom>
            <a:avLst/>
            <a:gdLst/>
            <a:ahLst/>
            <a:cxnLst/>
            <a:rect l="l" t="t" r="r" b="b"/>
            <a:pathLst>
              <a:path w="364490" h="398145">
                <a:moveTo>
                  <a:pt x="188976" y="150875"/>
                </a:moveTo>
                <a:lnTo>
                  <a:pt x="164592" y="150875"/>
                </a:lnTo>
                <a:lnTo>
                  <a:pt x="164508" y="82295"/>
                </a:lnTo>
                <a:lnTo>
                  <a:pt x="164401" y="54863"/>
                </a:lnTo>
                <a:lnTo>
                  <a:pt x="163949" y="22288"/>
                </a:lnTo>
                <a:lnTo>
                  <a:pt x="163068" y="0"/>
                </a:lnTo>
                <a:lnTo>
                  <a:pt x="202692" y="15239"/>
                </a:lnTo>
                <a:lnTo>
                  <a:pt x="188976" y="30479"/>
                </a:lnTo>
                <a:lnTo>
                  <a:pt x="188976" y="71627"/>
                </a:lnTo>
                <a:lnTo>
                  <a:pt x="346432" y="71627"/>
                </a:lnTo>
                <a:lnTo>
                  <a:pt x="356616" y="82295"/>
                </a:lnTo>
                <a:lnTo>
                  <a:pt x="188976" y="82295"/>
                </a:lnTo>
                <a:lnTo>
                  <a:pt x="188976" y="150875"/>
                </a:lnTo>
                <a:close/>
              </a:path>
              <a:path w="364490" h="398145">
                <a:moveTo>
                  <a:pt x="346432" y="71627"/>
                </a:moveTo>
                <a:lnTo>
                  <a:pt x="301752" y="71627"/>
                </a:lnTo>
                <a:lnTo>
                  <a:pt x="324612" y="48767"/>
                </a:lnTo>
                <a:lnTo>
                  <a:pt x="346432" y="71627"/>
                </a:lnTo>
                <a:close/>
              </a:path>
              <a:path w="364490" h="398145">
                <a:moveTo>
                  <a:pt x="312420" y="150875"/>
                </a:moveTo>
                <a:lnTo>
                  <a:pt x="277368" y="150875"/>
                </a:lnTo>
                <a:lnTo>
                  <a:pt x="295656" y="134111"/>
                </a:lnTo>
                <a:lnTo>
                  <a:pt x="312420" y="150875"/>
                </a:lnTo>
                <a:close/>
              </a:path>
              <a:path w="364490" h="398145">
                <a:moveTo>
                  <a:pt x="62484" y="298703"/>
                </a:moveTo>
                <a:lnTo>
                  <a:pt x="62722" y="280130"/>
                </a:lnTo>
                <a:lnTo>
                  <a:pt x="63773" y="240982"/>
                </a:lnTo>
                <a:lnTo>
                  <a:pt x="64008" y="220979"/>
                </a:lnTo>
                <a:lnTo>
                  <a:pt x="63769" y="200382"/>
                </a:lnTo>
                <a:lnTo>
                  <a:pt x="62757" y="160019"/>
                </a:lnTo>
                <a:lnTo>
                  <a:pt x="62484" y="137159"/>
                </a:lnTo>
                <a:lnTo>
                  <a:pt x="89916" y="150875"/>
                </a:lnTo>
                <a:lnTo>
                  <a:pt x="312420" y="150875"/>
                </a:lnTo>
                <a:lnTo>
                  <a:pt x="321564" y="160019"/>
                </a:lnTo>
                <a:lnTo>
                  <a:pt x="319468" y="161543"/>
                </a:lnTo>
                <a:lnTo>
                  <a:pt x="89916" y="161543"/>
                </a:lnTo>
                <a:lnTo>
                  <a:pt x="89916" y="257555"/>
                </a:lnTo>
                <a:lnTo>
                  <a:pt x="306414" y="257555"/>
                </a:lnTo>
                <a:lnTo>
                  <a:pt x="306728" y="265437"/>
                </a:lnTo>
                <a:lnTo>
                  <a:pt x="306901" y="268223"/>
                </a:lnTo>
                <a:lnTo>
                  <a:pt x="89916" y="268223"/>
                </a:lnTo>
                <a:lnTo>
                  <a:pt x="89916" y="289559"/>
                </a:lnTo>
                <a:lnTo>
                  <a:pt x="62484" y="298703"/>
                </a:lnTo>
                <a:close/>
              </a:path>
              <a:path w="364490" h="398145">
                <a:moveTo>
                  <a:pt x="306414" y="257555"/>
                </a:moveTo>
                <a:lnTo>
                  <a:pt x="280416" y="257555"/>
                </a:lnTo>
                <a:lnTo>
                  <a:pt x="280416" y="161543"/>
                </a:lnTo>
                <a:lnTo>
                  <a:pt x="319468" y="161543"/>
                </a:lnTo>
                <a:lnTo>
                  <a:pt x="304799" y="172211"/>
                </a:lnTo>
                <a:lnTo>
                  <a:pt x="305061" y="209954"/>
                </a:lnTo>
                <a:lnTo>
                  <a:pt x="305763" y="241268"/>
                </a:lnTo>
                <a:lnTo>
                  <a:pt x="306414" y="257555"/>
                </a:lnTo>
                <a:close/>
              </a:path>
              <a:path w="364490" h="398145">
                <a:moveTo>
                  <a:pt x="280416" y="294131"/>
                </a:moveTo>
                <a:lnTo>
                  <a:pt x="280416" y="268223"/>
                </a:lnTo>
                <a:lnTo>
                  <a:pt x="306901" y="268223"/>
                </a:lnTo>
                <a:lnTo>
                  <a:pt x="307847" y="283463"/>
                </a:lnTo>
                <a:lnTo>
                  <a:pt x="280416" y="294131"/>
                </a:lnTo>
                <a:close/>
              </a:path>
              <a:path w="364490" h="398145">
                <a:moveTo>
                  <a:pt x="24384" y="397763"/>
                </a:moveTo>
                <a:lnTo>
                  <a:pt x="10668" y="397763"/>
                </a:lnTo>
                <a:lnTo>
                  <a:pt x="1524" y="391668"/>
                </a:lnTo>
                <a:lnTo>
                  <a:pt x="0" y="388620"/>
                </a:lnTo>
                <a:lnTo>
                  <a:pt x="0" y="381000"/>
                </a:lnTo>
                <a:lnTo>
                  <a:pt x="1524" y="376427"/>
                </a:lnTo>
                <a:lnTo>
                  <a:pt x="7620" y="371856"/>
                </a:lnTo>
                <a:lnTo>
                  <a:pt x="15073" y="366164"/>
                </a:lnTo>
                <a:lnTo>
                  <a:pt x="40957" y="334327"/>
                </a:lnTo>
                <a:lnTo>
                  <a:pt x="53340" y="307847"/>
                </a:lnTo>
                <a:lnTo>
                  <a:pt x="60960" y="307847"/>
                </a:lnTo>
                <a:lnTo>
                  <a:pt x="49530" y="361759"/>
                </a:lnTo>
                <a:lnTo>
                  <a:pt x="30480" y="394716"/>
                </a:lnTo>
                <a:lnTo>
                  <a:pt x="24384" y="397763"/>
                </a:lnTo>
                <a:close/>
              </a:path>
              <a:path w="364490" h="398145">
                <a:moveTo>
                  <a:pt x="146304" y="394716"/>
                </a:moveTo>
                <a:lnTo>
                  <a:pt x="140208" y="394716"/>
                </a:lnTo>
                <a:lnTo>
                  <a:pt x="138684" y="388620"/>
                </a:lnTo>
                <a:lnTo>
                  <a:pt x="137160" y="377951"/>
                </a:lnTo>
                <a:lnTo>
                  <a:pt x="134016" y="363926"/>
                </a:lnTo>
                <a:lnTo>
                  <a:pt x="129159" y="349186"/>
                </a:lnTo>
                <a:lnTo>
                  <a:pt x="122586" y="333589"/>
                </a:lnTo>
                <a:lnTo>
                  <a:pt x="114300" y="316991"/>
                </a:lnTo>
                <a:lnTo>
                  <a:pt x="117348" y="310895"/>
                </a:lnTo>
                <a:lnTo>
                  <a:pt x="154209" y="343900"/>
                </a:lnTo>
                <a:lnTo>
                  <a:pt x="163068" y="374904"/>
                </a:lnTo>
                <a:lnTo>
                  <a:pt x="160020" y="382524"/>
                </a:lnTo>
                <a:lnTo>
                  <a:pt x="155448" y="387096"/>
                </a:lnTo>
                <a:lnTo>
                  <a:pt x="149352" y="391668"/>
                </a:lnTo>
                <a:lnTo>
                  <a:pt x="146304" y="394716"/>
                </a:lnTo>
                <a:close/>
              </a:path>
              <a:path w="364490" h="398145">
                <a:moveTo>
                  <a:pt x="242316" y="393192"/>
                </a:moveTo>
                <a:lnTo>
                  <a:pt x="236220" y="393192"/>
                </a:lnTo>
                <a:lnTo>
                  <a:pt x="233172" y="385572"/>
                </a:lnTo>
                <a:lnTo>
                  <a:pt x="230124" y="371856"/>
                </a:lnTo>
                <a:lnTo>
                  <a:pt x="226956" y="357258"/>
                </a:lnTo>
                <a:lnTo>
                  <a:pt x="221932" y="343090"/>
                </a:lnTo>
                <a:lnTo>
                  <a:pt x="214907" y="329207"/>
                </a:lnTo>
                <a:lnTo>
                  <a:pt x="205740" y="315467"/>
                </a:lnTo>
                <a:lnTo>
                  <a:pt x="210312" y="309371"/>
                </a:lnTo>
                <a:lnTo>
                  <a:pt x="244816" y="340018"/>
                </a:lnTo>
                <a:lnTo>
                  <a:pt x="259080" y="364236"/>
                </a:lnTo>
                <a:lnTo>
                  <a:pt x="259080" y="373380"/>
                </a:lnTo>
                <a:lnTo>
                  <a:pt x="256032" y="377951"/>
                </a:lnTo>
                <a:lnTo>
                  <a:pt x="249935" y="384048"/>
                </a:lnTo>
                <a:lnTo>
                  <a:pt x="245364" y="390144"/>
                </a:lnTo>
                <a:lnTo>
                  <a:pt x="242316" y="393192"/>
                </a:lnTo>
                <a:close/>
              </a:path>
              <a:path w="364490" h="398145">
                <a:moveTo>
                  <a:pt x="350520" y="397763"/>
                </a:moveTo>
                <a:lnTo>
                  <a:pt x="344424" y="397763"/>
                </a:lnTo>
                <a:lnTo>
                  <a:pt x="339852" y="391668"/>
                </a:lnTo>
                <a:lnTo>
                  <a:pt x="336804" y="377951"/>
                </a:lnTo>
                <a:lnTo>
                  <a:pt x="331089" y="362521"/>
                </a:lnTo>
                <a:lnTo>
                  <a:pt x="323088" y="345947"/>
                </a:lnTo>
                <a:lnTo>
                  <a:pt x="312801" y="328231"/>
                </a:lnTo>
                <a:lnTo>
                  <a:pt x="300228" y="309371"/>
                </a:lnTo>
                <a:lnTo>
                  <a:pt x="303276" y="304799"/>
                </a:lnTo>
                <a:lnTo>
                  <a:pt x="343781" y="337161"/>
                </a:lnTo>
                <a:lnTo>
                  <a:pt x="364236" y="371856"/>
                </a:lnTo>
                <a:lnTo>
                  <a:pt x="364236" y="377951"/>
                </a:lnTo>
                <a:lnTo>
                  <a:pt x="362712" y="384048"/>
                </a:lnTo>
                <a:lnTo>
                  <a:pt x="353568" y="396239"/>
                </a:lnTo>
                <a:lnTo>
                  <a:pt x="350520" y="39776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" name="object 65"/>
          <p:cNvSpPr/>
          <p:nvPr/>
        </p:nvSpPr>
        <p:spPr>
          <a:xfrm>
            <a:off x="7039356" y="4716792"/>
            <a:ext cx="853440" cy="411480"/>
          </a:xfrm>
          <a:custGeom>
            <a:avLst/>
            <a:gdLst/>
            <a:ahLst/>
            <a:cxnLst/>
            <a:rect l="l" t="t" r="r" b="b"/>
            <a:pathLst>
              <a:path w="853440" h="411479">
                <a:moveTo>
                  <a:pt x="239268" y="38100"/>
                </a:moveTo>
                <a:lnTo>
                  <a:pt x="236220" y="33528"/>
                </a:lnTo>
                <a:lnTo>
                  <a:pt x="230124" y="27432"/>
                </a:lnTo>
                <a:lnTo>
                  <a:pt x="224764" y="21920"/>
                </a:lnTo>
                <a:lnTo>
                  <a:pt x="215836" y="16573"/>
                </a:lnTo>
                <a:lnTo>
                  <a:pt x="203758" y="10922"/>
                </a:lnTo>
                <a:lnTo>
                  <a:pt x="188976" y="4572"/>
                </a:lnTo>
                <a:lnTo>
                  <a:pt x="185928" y="10668"/>
                </a:lnTo>
                <a:lnTo>
                  <a:pt x="194500" y="20091"/>
                </a:lnTo>
                <a:lnTo>
                  <a:pt x="201930" y="30099"/>
                </a:lnTo>
                <a:lnTo>
                  <a:pt x="208216" y="40665"/>
                </a:lnTo>
                <a:lnTo>
                  <a:pt x="213360" y="51816"/>
                </a:lnTo>
                <a:lnTo>
                  <a:pt x="216408" y="62484"/>
                </a:lnTo>
                <a:lnTo>
                  <a:pt x="220980" y="67056"/>
                </a:lnTo>
                <a:lnTo>
                  <a:pt x="227076" y="67056"/>
                </a:lnTo>
                <a:lnTo>
                  <a:pt x="230124" y="64008"/>
                </a:lnTo>
                <a:lnTo>
                  <a:pt x="233172" y="59436"/>
                </a:lnTo>
                <a:lnTo>
                  <a:pt x="237744" y="53340"/>
                </a:lnTo>
                <a:lnTo>
                  <a:pt x="239268" y="47244"/>
                </a:lnTo>
                <a:lnTo>
                  <a:pt x="239268" y="38100"/>
                </a:lnTo>
                <a:close/>
              </a:path>
              <a:path w="853440" h="411479">
                <a:moveTo>
                  <a:pt x="377952" y="80772"/>
                </a:moveTo>
                <a:lnTo>
                  <a:pt x="369265" y="71628"/>
                </a:lnTo>
                <a:lnTo>
                  <a:pt x="348996" y="50292"/>
                </a:lnTo>
                <a:lnTo>
                  <a:pt x="327660" y="71628"/>
                </a:lnTo>
                <a:lnTo>
                  <a:pt x="204216" y="71628"/>
                </a:lnTo>
                <a:lnTo>
                  <a:pt x="204216" y="80772"/>
                </a:lnTo>
                <a:lnTo>
                  <a:pt x="204216" y="123444"/>
                </a:lnTo>
                <a:lnTo>
                  <a:pt x="204216" y="134112"/>
                </a:lnTo>
                <a:lnTo>
                  <a:pt x="204216" y="172212"/>
                </a:lnTo>
                <a:lnTo>
                  <a:pt x="204216" y="182880"/>
                </a:lnTo>
                <a:lnTo>
                  <a:pt x="204216" y="222504"/>
                </a:lnTo>
                <a:lnTo>
                  <a:pt x="105156" y="222504"/>
                </a:lnTo>
                <a:lnTo>
                  <a:pt x="105156" y="182880"/>
                </a:lnTo>
                <a:lnTo>
                  <a:pt x="204216" y="182880"/>
                </a:lnTo>
                <a:lnTo>
                  <a:pt x="204216" y="172212"/>
                </a:lnTo>
                <a:lnTo>
                  <a:pt x="105156" y="172212"/>
                </a:lnTo>
                <a:lnTo>
                  <a:pt x="105156" y="134112"/>
                </a:lnTo>
                <a:lnTo>
                  <a:pt x="204216" y="134112"/>
                </a:lnTo>
                <a:lnTo>
                  <a:pt x="204216" y="123444"/>
                </a:lnTo>
                <a:lnTo>
                  <a:pt x="105156" y="123444"/>
                </a:lnTo>
                <a:lnTo>
                  <a:pt x="105156" y="105156"/>
                </a:lnTo>
                <a:lnTo>
                  <a:pt x="105156" y="80772"/>
                </a:lnTo>
                <a:lnTo>
                  <a:pt x="204216" y="80772"/>
                </a:lnTo>
                <a:lnTo>
                  <a:pt x="204216" y="71628"/>
                </a:lnTo>
                <a:lnTo>
                  <a:pt x="109728" y="71628"/>
                </a:lnTo>
                <a:lnTo>
                  <a:pt x="135636" y="28956"/>
                </a:lnTo>
                <a:lnTo>
                  <a:pt x="150876" y="24384"/>
                </a:lnTo>
                <a:lnTo>
                  <a:pt x="115824" y="0"/>
                </a:lnTo>
                <a:lnTo>
                  <a:pt x="106934" y="22860"/>
                </a:lnTo>
                <a:lnTo>
                  <a:pt x="96202" y="45720"/>
                </a:lnTo>
                <a:lnTo>
                  <a:pt x="68580" y="91440"/>
                </a:lnTo>
                <a:lnTo>
                  <a:pt x="36004" y="133921"/>
                </a:lnTo>
                <a:lnTo>
                  <a:pt x="0" y="170688"/>
                </a:lnTo>
                <a:lnTo>
                  <a:pt x="3048" y="175260"/>
                </a:lnTo>
                <a:lnTo>
                  <a:pt x="25285" y="158940"/>
                </a:lnTo>
                <a:lnTo>
                  <a:pt x="46101" y="141922"/>
                </a:lnTo>
                <a:lnTo>
                  <a:pt x="65189" y="124028"/>
                </a:lnTo>
                <a:lnTo>
                  <a:pt x="82296" y="105156"/>
                </a:lnTo>
                <a:lnTo>
                  <a:pt x="82169" y="172212"/>
                </a:lnTo>
                <a:lnTo>
                  <a:pt x="82105" y="188785"/>
                </a:lnTo>
                <a:lnTo>
                  <a:pt x="81648" y="226669"/>
                </a:lnTo>
                <a:lnTo>
                  <a:pt x="80772" y="262128"/>
                </a:lnTo>
                <a:lnTo>
                  <a:pt x="105156" y="252984"/>
                </a:lnTo>
                <a:lnTo>
                  <a:pt x="105156" y="233172"/>
                </a:lnTo>
                <a:lnTo>
                  <a:pt x="374904" y="233172"/>
                </a:lnTo>
                <a:lnTo>
                  <a:pt x="365252" y="222504"/>
                </a:lnTo>
                <a:lnTo>
                  <a:pt x="345948" y="201168"/>
                </a:lnTo>
                <a:lnTo>
                  <a:pt x="324612" y="222504"/>
                </a:lnTo>
                <a:lnTo>
                  <a:pt x="227076" y="222504"/>
                </a:lnTo>
                <a:lnTo>
                  <a:pt x="227076" y="182880"/>
                </a:lnTo>
                <a:lnTo>
                  <a:pt x="352044" y="182880"/>
                </a:lnTo>
                <a:lnTo>
                  <a:pt x="342442" y="172212"/>
                </a:lnTo>
                <a:lnTo>
                  <a:pt x="324612" y="152400"/>
                </a:lnTo>
                <a:lnTo>
                  <a:pt x="306324" y="172212"/>
                </a:lnTo>
                <a:lnTo>
                  <a:pt x="227076" y="172212"/>
                </a:lnTo>
                <a:lnTo>
                  <a:pt x="227076" y="134112"/>
                </a:lnTo>
                <a:lnTo>
                  <a:pt x="356616" y="134112"/>
                </a:lnTo>
                <a:lnTo>
                  <a:pt x="346481" y="123444"/>
                </a:lnTo>
                <a:lnTo>
                  <a:pt x="327660" y="103632"/>
                </a:lnTo>
                <a:lnTo>
                  <a:pt x="309372" y="123444"/>
                </a:lnTo>
                <a:lnTo>
                  <a:pt x="227076" y="123444"/>
                </a:lnTo>
                <a:lnTo>
                  <a:pt x="227076" y="80772"/>
                </a:lnTo>
                <a:lnTo>
                  <a:pt x="377952" y="80772"/>
                </a:lnTo>
                <a:close/>
              </a:path>
              <a:path w="853440" h="411479">
                <a:moveTo>
                  <a:pt x="409956" y="371856"/>
                </a:moveTo>
                <a:lnTo>
                  <a:pt x="357759" y="362902"/>
                </a:lnTo>
                <a:lnTo>
                  <a:pt x="312420" y="345948"/>
                </a:lnTo>
                <a:lnTo>
                  <a:pt x="272796" y="320802"/>
                </a:lnTo>
                <a:lnTo>
                  <a:pt x="237744" y="286512"/>
                </a:lnTo>
                <a:lnTo>
                  <a:pt x="408432" y="286512"/>
                </a:lnTo>
                <a:lnTo>
                  <a:pt x="377952" y="256032"/>
                </a:lnTo>
                <a:lnTo>
                  <a:pt x="358140" y="275844"/>
                </a:lnTo>
                <a:lnTo>
                  <a:pt x="217932" y="275844"/>
                </a:lnTo>
                <a:lnTo>
                  <a:pt x="217932" y="260604"/>
                </a:lnTo>
                <a:lnTo>
                  <a:pt x="233172" y="248412"/>
                </a:lnTo>
                <a:lnTo>
                  <a:pt x="193548" y="234696"/>
                </a:lnTo>
                <a:lnTo>
                  <a:pt x="194665" y="243268"/>
                </a:lnTo>
                <a:lnTo>
                  <a:pt x="195643" y="252984"/>
                </a:lnTo>
                <a:lnTo>
                  <a:pt x="196329" y="263842"/>
                </a:lnTo>
                <a:lnTo>
                  <a:pt x="196596" y="275844"/>
                </a:lnTo>
                <a:lnTo>
                  <a:pt x="1524" y="275844"/>
                </a:lnTo>
                <a:lnTo>
                  <a:pt x="16764" y="292608"/>
                </a:lnTo>
                <a:lnTo>
                  <a:pt x="26403" y="289725"/>
                </a:lnTo>
                <a:lnTo>
                  <a:pt x="36766" y="287845"/>
                </a:lnTo>
                <a:lnTo>
                  <a:pt x="47409" y="286816"/>
                </a:lnTo>
                <a:lnTo>
                  <a:pt x="57912" y="286512"/>
                </a:lnTo>
                <a:lnTo>
                  <a:pt x="166116" y="286512"/>
                </a:lnTo>
                <a:lnTo>
                  <a:pt x="126682" y="324434"/>
                </a:lnTo>
                <a:lnTo>
                  <a:pt x="83820" y="355561"/>
                </a:lnTo>
                <a:lnTo>
                  <a:pt x="31242" y="385279"/>
                </a:lnTo>
                <a:lnTo>
                  <a:pt x="1524" y="399288"/>
                </a:lnTo>
                <a:lnTo>
                  <a:pt x="3048" y="406908"/>
                </a:lnTo>
                <a:lnTo>
                  <a:pt x="62484" y="382905"/>
                </a:lnTo>
                <a:lnTo>
                  <a:pt x="112776" y="356616"/>
                </a:lnTo>
                <a:lnTo>
                  <a:pt x="157543" y="325755"/>
                </a:lnTo>
                <a:lnTo>
                  <a:pt x="196596" y="288036"/>
                </a:lnTo>
                <a:lnTo>
                  <a:pt x="196329" y="321462"/>
                </a:lnTo>
                <a:lnTo>
                  <a:pt x="195643" y="353187"/>
                </a:lnTo>
                <a:lnTo>
                  <a:pt x="194665" y="383184"/>
                </a:lnTo>
                <a:lnTo>
                  <a:pt x="193548" y="411480"/>
                </a:lnTo>
                <a:lnTo>
                  <a:pt x="220980" y="397764"/>
                </a:lnTo>
                <a:lnTo>
                  <a:pt x="218884" y="357568"/>
                </a:lnTo>
                <a:lnTo>
                  <a:pt x="217932" y="288036"/>
                </a:lnTo>
                <a:lnTo>
                  <a:pt x="217932" y="286512"/>
                </a:lnTo>
                <a:lnTo>
                  <a:pt x="228600" y="286512"/>
                </a:lnTo>
                <a:lnTo>
                  <a:pt x="244881" y="309321"/>
                </a:lnTo>
                <a:lnTo>
                  <a:pt x="261747" y="329565"/>
                </a:lnTo>
                <a:lnTo>
                  <a:pt x="297180" y="361188"/>
                </a:lnTo>
                <a:lnTo>
                  <a:pt x="335851" y="383095"/>
                </a:lnTo>
                <a:lnTo>
                  <a:pt x="377952" y="399288"/>
                </a:lnTo>
                <a:lnTo>
                  <a:pt x="382524" y="391858"/>
                </a:lnTo>
                <a:lnTo>
                  <a:pt x="389382" y="385572"/>
                </a:lnTo>
                <a:lnTo>
                  <a:pt x="398526" y="380428"/>
                </a:lnTo>
                <a:lnTo>
                  <a:pt x="409956" y="376428"/>
                </a:lnTo>
                <a:lnTo>
                  <a:pt x="409956" y="371856"/>
                </a:lnTo>
                <a:close/>
              </a:path>
              <a:path w="853440" h="411479">
                <a:moveTo>
                  <a:pt x="761987" y="188963"/>
                </a:moveTo>
                <a:lnTo>
                  <a:pt x="729983" y="156959"/>
                </a:lnTo>
                <a:lnTo>
                  <a:pt x="707123" y="178295"/>
                </a:lnTo>
                <a:lnTo>
                  <a:pt x="533387" y="178295"/>
                </a:lnTo>
                <a:lnTo>
                  <a:pt x="548627" y="195059"/>
                </a:lnTo>
                <a:lnTo>
                  <a:pt x="558012" y="192189"/>
                </a:lnTo>
                <a:lnTo>
                  <a:pt x="567677" y="190296"/>
                </a:lnTo>
                <a:lnTo>
                  <a:pt x="577354" y="189280"/>
                </a:lnTo>
                <a:lnTo>
                  <a:pt x="586727" y="188963"/>
                </a:lnTo>
                <a:lnTo>
                  <a:pt x="761987" y="188963"/>
                </a:lnTo>
                <a:close/>
              </a:path>
              <a:path w="853440" h="411479">
                <a:moveTo>
                  <a:pt x="769607" y="259067"/>
                </a:moveTo>
                <a:lnTo>
                  <a:pt x="761987" y="251447"/>
                </a:lnTo>
                <a:lnTo>
                  <a:pt x="745223" y="234683"/>
                </a:lnTo>
                <a:lnTo>
                  <a:pt x="731507" y="248399"/>
                </a:lnTo>
                <a:lnTo>
                  <a:pt x="731507" y="262115"/>
                </a:lnTo>
                <a:lnTo>
                  <a:pt x="731507" y="359651"/>
                </a:lnTo>
                <a:lnTo>
                  <a:pt x="563867" y="359651"/>
                </a:lnTo>
                <a:lnTo>
                  <a:pt x="563867" y="262115"/>
                </a:lnTo>
                <a:lnTo>
                  <a:pt x="731507" y="262115"/>
                </a:lnTo>
                <a:lnTo>
                  <a:pt x="731507" y="248399"/>
                </a:lnTo>
                <a:lnTo>
                  <a:pt x="728459" y="251447"/>
                </a:lnTo>
                <a:lnTo>
                  <a:pt x="563867" y="251447"/>
                </a:lnTo>
                <a:lnTo>
                  <a:pt x="537959" y="237731"/>
                </a:lnTo>
                <a:lnTo>
                  <a:pt x="538848" y="258305"/>
                </a:lnTo>
                <a:lnTo>
                  <a:pt x="539292" y="278879"/>
                </a:lnTo>
                <a:lnTo>
                  <a:pt x="539470" y="299453"/>
                </a:lnTo>
                <a:lnTo>
                  <a:pt x="539470" y="339991"/>
                </a:lnTo>
                <a:lnTo>
                  <a:pt x="539292" y="360794"/>
                </a:lnTo>
                <a:lnTo>
                  <a:pt x="538848" y="382181"/>
                </a:lnTo>
                <a:lnTo>
                  <a:pt x="537959" y="403847"/>
                </a:lnTo>
                <a:lnTo>
                  <a:pt x="563867" y="393179"/>
                </a:lnTo>
                <a:lnTo>
                  <a:pt x="563867" y="370319"/>
                </a:lnTo>
                <a:lnTo>
                  <a:pt x="731507" y="370319"/>
                </a:lnTo>
                <a:lnTo>
                  <a:pt x="731507" y="399275"/>
                </a:lnTo>
                <a:lnTo>
                  <a:pt x="757415" y="388607"/>
                </a:lnTo>
                <a:lnTo>
                  <a:pt x="756691" y="370319"/>
                </a:lnTo>
                <a:lnTo>
                  <a:pt x="756539" y="366636"/>
                </a:lnTo>
                <a:lnTo>
                  <a:pt x="756424" y="359651"/>
                </a:lnTo>
                <a:lnTo>
                  <a:pt x="756094" y="339991"/>
                </a:lnTo>
                <a:lnTo>
                  <a:pt x="755980" y="320027"/>
                </a:lnTo>
                <a:lnTo>
                  <a:pt x="755891" y="271259"/>
                </a:lnTo>
                <a:lnTo>
                  <a:pt x="766178" y="262115"/>
                </a:lnTo>
                <a:lnTo>
                  <a:pt x="769607" y="259067"/>
                </a:lnTo>
                <a:close/>
              </a:path>
              <a:path w="853440" h="411479">
                <a:moveTo>
                  <a:pt x="853427" y="170675"/>
                </a:moveTo>
                <a:lnTo>
                  <a:pt x="815454" y="159461"/>
                </a:lnTo>
                <a:lnTo>
                  <a:pt x="752068" y="130175"/>
                </a:lnTo>
                <a:lnTo>
                  <a:pt x="705535" y="92075"/>
                </a:lnTo>
                <a:lnTo>
                  <a:pt x="671868" y="54876"/>
                </a:lnTo>
                <a:lnTo>
                  <a:pt x="659879" y="36563"/>
                </a:lnTo>
                <a:lnTo>
                  <a:pt x="675119" y="27419"/>
                </a:lnTo>
                <a:lnTo>
                  <a:pt x="638543" y="3035"/>
                </a:lnTo>
                <a:lnTo>
                  <a:pt x="622782" y="37922"/>
                </a:lnTo>
                <a:lnTo>
                  <a:pt x="584974" y="97980"/>
                </a:lnTo>
                <a:lnTo>
                  <a:pt x="536968" y="145719"/>
                </a:lnTo>
                <a:lnTo>
                  <a:pt x="478764" y="186867"/>
                </a:lnTo>
                <a:lnTo>
                  <a:pt x="446519" y="205727"/>
                </a:lnTo>
                <a:lnTo>
                  <a:pt x="448043" y="211823"/>
                </a:lnTo>
                <a:lnTo>
                  <a:pt x="506336" y="185534"/>
                </a:lnTo>
                <a:lnTo>
                  <a:pt x="557771" y="152387"/>
                </a:lnTo>
                <a:lnTo>
                  <a:pt x="605777" y="107619"/>
                </a:lnTo>
                <a:lnTo>
                  <a:pt x="653783" y="45707"/>
                </a:lnTo>
                <a:lnTo>
                  <a:pt x="661200" y="60312"/>
                </a:lnTo>
                <a:lnTo>
                  <a:pt x="685723" y="95224"/>
                </a:lnTo>
                <a:lnTo>
                  <a:pt x="723417" y="136626"/>
                </a:lnTo>
                <a:lnTo>
                  <a:pt x="780567" y="178828"/>
                </a:lnTo>
                <a:lnTo>
                  <a:pt x="816851" y="199631"/>
                </a:lnTo>
                <a:lnTo>
                  <a:pt x="822566" y="191109"/>
                </a:lnTo>
                <a:lnTo>
                  <a:pt x="830567" y="184010"/>
                </a:lnTo>
                <a:lnTo>
                  <a:pt x="840854" y="178638"/>
                </a:lnTo>
                <a:lnTo>
                  <a:pt x="853427" y="175247"/>
                </a:lnTo>
                <a:lnTo>
                  <a:pt x="853427" y="17067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" name="object 66"/>
          <p:cNvSpPr/>
          <p:nvPr/>
        </p:nvSpPr>
        <p:spPr>
          <a:xfrm>
            <a:off x="7967471" y="4927092"/>
            <a:ext cx="60960" cy="196850"/>
          </a:xfrm>
          <a:custGeom>
            <a:avLst/>
            <a:gdLst/>
            <a:ahLst/>
            <a:cxnLst/>
            <a:rect l="l" t="t" r="r" b="b"/>
            <a:pathLst>
              <a:path w="60959" h="196850">
                <a:moveTo>
                  <a:pt x="7620" y="196596"/>
                </a:moveTo>
                <a:lnTo>
                  <a:pt x="7620" y="193548"/>
                </a:lnTo>
                <a:lnTo>
                  <a:pt x="9144" y="192024"/>
                </a:lnTo>
                <a:lnTo>
                  <a:pt x="13716" y="190500"/>
                </a:lnTo>
                <a:lnTo>
                  <a:pt x="19812" y="185928"/>
                </a:lnTo>
                <a:lnTo>
                  <a:pt x="38100" y="152400"/>
                </a:lnTo>
                <a:lnTo>
                  <a:pt x="22860" y="152400"/>
                </a:lnTo>
                <a:lnTo>
                  <a:pt x="18288" y="150876"/>
                </a:lnTo>
                <a:lnTo>
                  <a:pt x="12192" y="149352"/>
                </a:lnTo>
                <a:lnTo>
                  <a:pt x="6096" y="140208"/>
                </a:lnTo>
                <a:lnTo>
                  <a:pt x="3048" y="131064"/>
                </a:lnTo>
                <a:lnTo>
                  <a:pt x="3048" y="126492"/>
                </a:lnTo>
                <a:lnTo>
                  <a:pt x="4572" y="120396"/>
                </a:lnTo>
                <a:lnTo>
                  <a:pt x="6096" y="115824"/>
                </a:lnTo>
                <a:lnTo>
                  <a:pt x="15240" y="106680"/>
                </a:lnTo>
                <a:lnTo>
                  <a:pt x="19812" y="105156"/>
                </a:lnTo>
                <a:lnTo>
                  <a:pt x="25908" y="102108"/>
                </a:lnTo>
                <a:lnTo>
                  <a:pt x="32004" y="102108"/>
                </a:lnTo>
                <a:lnTo>
                  <a:pt x="36576" y="103632"/>
                </a:lnTo>
                <a:lnTo>
                  <a:pt x="42672" y="105156"/>
                </a:lnTo>
                <a:lnTo>
                  <a:pt x="47244" y="106680"/>
                </a:lnTo>
                <a:lnTo>
                  <a:pt x="51816" y="111252"/>
                </a:lnTo>
                <a:lnTo>
                  <a:pt x="60960" y="129540"/>
                </a:lnTo>
                <a:lnTo>
                  <a:pt x="60960" y="141732"/>
                </a:lnTo>
                <a:lnTo>
                  <a:pt x="45029" y="177998"/>
                </a:lnTo>
                <a:lnTo>
                  <a:pt x="18288" y="195072"/>
                </a:lnTo>
                <a:lnTo>
                  <a:pt x="10668" y="195072"/>
                </a:lnTo>
                <a:lnTo>
                  <a:pt x="7620" y="196596"/>
                </a:lnTo>
                <a:close/>
              </a:path>
              <a:path w="60959" h="196850">
                <a:moveTo>
                  <a:pt x="35052" y="59436"/>
                </a:moveTo>
                <a:lnTo>
                  <a:pt x="25908" y="59436"/>
                </a:lnTo>
                <a:lnTo>
                  <a:pt x="19812" y="56388"/>
                </a:lnTo>
                <a:lnTo>
                  <a:pt x="0" y="28956"/>
                </a:lnTo>
                <a:lnTo>
                  <a:pt x="1476" y="21526"/>
                </a:lnTo>
                <a:lnTo>
                  <a:pt x="24384" y="0"/>
                </a:lnTo>
                <a:lnTo>
                  <a:pt x="35052" y="0"/>
                </a:lnTo>
                <a:lnTo>
                  <a:pt x="41148" y="1524"/>
                </a:lnTo>
                <a:lnTo>
                  <a:pt x="48768" y="3048"/>
                </a:lnTo>
                <a:lnTo>
                  <a:pt x="53887" y="6215"/>
                </a:lnTo>
                <a:lnTo>
                  <a:pt x="57721" y="11239"/>
                </a:lnTo>
                <a:lnTo>
                  <a:pt x="60126" y="18264"/>
                </a:lnTo>
                <a:lnTo>
                  <a:pt x="60960" y="27432"/>
                </a:lnTo>
                <a:lnTo>
                  <a:pt x="60898" y="36385"/>
                </a:lnTo>
                <a:lnTo>
                  <a:pt x="59055" y="43243"/>
                </a:lnTo>
                <a:lnTo>
                  <a:pt x="55387" y="49077"/>
                </a:lnTo>
                <a:lnTo>
                  <a:pt x="50292" y="53340"/>
                </a:lnTo>
                <a:lnTo>
                  <a:pt x="41148" y="56388"/>
                </a:lnTo>
                <a:lnTo>
                  <a:pt x="35052" y="5943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" name="object 67"/>
          <p:cNvSpPr/>
          <p:nvPr/>
        </p:nvSpPr>
        <p:spPr>
          <a:xfrm>
            <a:off x="8389608" y="4758956"/>
            <a:ext cx="326390" cy="404495"/>
          </a:xfrm>
          <a:custGeom>
            <a:avLst/>
            <a:gdLst/>
            <a:ahLst/>
            <a:cxnLst/>
            <a:rect l="l" t="t" r="r" b="b"/>
            <a:pathLst>
              <a:path w="326390" h="404495">
                <a:moveTo>
                  <a:pt x="202692" y="0"/>
                </a:moveTo>
                <a:lnTo>
                  <a:pt x="0" y="0"/>
                </a:lnTo>
                <a:lnTo>
                  <a:pt x="0" y="38100"/>
                </a:lnTo>
                <a:lnTo>
                  <a:pt x="0" y="128270"/>
                </a:lnTo>
                <a:lnTo>
                  <a:pt x="0" y="166370"/>
                </a:lnTo>
                <a:lnTo>
                  <a:pt x="0" y="287020"/>
                </a:lnTo>
                <a:lnTo>
                  <a:pt x="0" y="325120"/>
                </a:lnTo>
                <a:lnTo>
                  <a:pt x="202692" y="325120"/>
                </a:lnTo>
                <a:lnTo>
                  <a:pt x="202692" y="287020"/>
                </a:lnTo>
                <a:lnTo>
                  <a:pt x="42672" y="287020"/>
                </a:lnTo>
                <a:lnTo>
                  <a:pt x="42672" y="166370"/>
                </a:lnTo>
                <a:lnTo>
                  <a:pt x="192024" y="166370"/>
                </a:lnTo>
                <a:lnTo>
                  <a:pt x="192024" y="128270"/>
                </a:lnTo>
                <a:lnTo>
                  <a:pt x="42672" y="128270"/>
                </a:lnTo>
                <a:lnTo>
                  <a:pt x="42672" y="38100"/>
                </a:lnTo>
                <a:lnTo>
                  <a:pt x="202692" y="38100"/>
                </a:lnTo>
                <a:lnTo>
                  <a:pt x="202692" y="0"/>
                </a:lnTo>
                <a:close/>
              </a:path>
              <a:path w="326390" h="404495">
                <a:moveTo>
                  <a:pt x="326136" y="262636"/>
                </a:moveTo>
                <a:lnTo>
                  <a:pt x="271284" y="262636"/>
                </a:lnTo>
                <a:lnTo>
                  <a:pt x="233184" y="404368"/>
                </a:lnTo>
                <a:lnTo>
                  <a:pt x="265188" y="404368"/>
                </a:lnTo>
                <a:lnTo>
                  <a:pt x="326136" y="26263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" name="object 68"/>
          <p:cNvSpPr/>
          <p:nvPr/>
        </p:nvSpPr>
        <p:spPr>
          <a:xfrm>
            <a:off x="8907780" y="4718303"/>
            <a:ext cx="414655" cy="391795"/>
          </a:xfrm>
          <a:custGeom>
            <a:avLst/>
            <a:gdLst/>
            <a:ahLst/>
            <a:cxnLst/>
            <a:rect l="l" t="t" r="r" b="b"/>
            <a:pathLst>
              <a:path w="414654" h="391795">
                <a:moveTo>
                  <a:pt x="259080" y="103632"/>
                </a:moveTo>
                <a:lnTo>
                  <a:pt x="234696" y="103632"/>
                </a:lnTo>
                <a:lnTo>
                  <a:pt x="235553" y="72223"/>
                </a:lnTo>
                <a:lnTo>
                  <a:pt x="235649" y="62841"/>
                </a:lnTo>
                <a:lnTo>
                  <a:pt x="235754" y="37290"/>
                </a:lnTo>
                <a:lnTo>
                  <a:pt x="235534" y="19812"/>
                </a:lnTo>
                <a:lnTo>
                  <a:pt x="234696" y="0"/>
                </a:lnTo>
                <a:lnTo>
                  <a:pt x="277368" y="16764"/>
                </a:lnTo>
                <a:lnTo>
                  <a:pt x="263652" y="28956"/>
                </a:lnTo>
                <a:lnTo>
                  <a:pt x="262509" y="43838"/>
                </a:lnTo>
                <a:lnTo>
                  <a:pt x="261366" y="61150"/>
                </a:lnTo>
                <a:lnTo>
                  <a:pt x="260159" y="82296"/>
                </a:lnTo>
                <a:lnTo>
                  <a:pt x="259080" y="103632"/>
                </a:lnTo>
                <a:close/>
              </a:path>
              <a:path w="414654" h="391795">
                <a:moveTo>
                  <a:pt x="100583" y="91440"/>
                </a:moveTo>
                <a:lnTo>
                  <a:pt x="92964" y="91440"/>
                </a:lnTo>
                <a:lnTo>
                  <a:pt x="88392" y="85344"/>
                </a:lnTo>
                <a:lnTo>
                  <a:pt x="85344" y="71628"/>
                </a:lnTo>
                <a:lnTo>
                  <a:pt x="79890" y="58173"/>
                </a:lnTo>
                <a:lnTo>
                  <a:pt x="72580" y="45148"/>
                </a:lnTo>
                <a:lnTo>
                  <a:pt x="63269" y="32408"/>
                </a:lnTo>
                <a:lnTo>
                  <a:pt x="51816" y="19812"/>
                </a:lnTo>
                <a:lnTo>
                  <a:pt x="56388" y="13716"/>
                </a:lnTo>
                <a:lnTo>
                  <a:pt x="93464" y="37290"/>
                </a:lnTo>
                <a:lnTo>
                  <a:pt x="114300" y="68580"/>
                </a:lnTo>
                <a:lnTo>
                  <a:pt x="114300" y="76200"/>
                </a:lnTo>
                <a:lnTo>
                  <a:pt x="112776" y="82296"/>
                </a:lnTo>
                <a:lnTo>
                  <a:pt x="108204" y="85344"/>
                </a:lnTo>
                <a:lnTo>
                  <a:pt x="103632" y="89916"/>
                </a:lnTo>
                <a:lnTo>
                  <a:pt x="100583" y="91440"/>
                </a:lnTo>
                <a:close/>
              </a:path>
              <a:path w="414654" h="391795">
                <a:moveTo>
                  <a:pt x="146304" y="120396"/>
                </a:moveTo>
                <a:lnTo>
                  <a:pt x="131064" y="103632"/>
                </a:lnTo>
                <a:lnTo>
                  <a:pt x="341376" y="103632"/>
                </a:lnTo>
                <a:lnTo>
                  <a:pt x="358140" y="86868"/>
                </a:lnTo>
                <a:lnTo>
                  <a:pt x="382524" y="111252"/>
                </a:lnTo>
                <a:lnTo>
                  <a:pt x="379476" y="114300"/>
                </a:lnTo>
                <a:lnTo>
                  <a:pt x="188976" y="114300"/>
                </a:lnTo>
                <a:lnTo>
                  <a:pt x="177807" y="114609"/>
                </a:lnTo>
                <a:lnTo>
                  <a:pt x="167068" y="115633"/>
                </a:lnTo>
                <a:lnTo>
                  <a:pt x="156614" y="117514"/>
                </a:lnTo>
                <a:lnTo>
                  <a:pt x="146304" y="120396"/>
                </a:lnTo>
                <a:close/>
              </a:path>
              <a:path w="414654" h="391795">
                <a:moveTo>
                  <a:pt x="131064" y="329184"/>
                </a:moveTo>
                <a:lnTo>
                  <a:pt x="128016" y="323088"/>
                </a:lnTo>
                <a:lnTo>
                  <a:pt x="163104" y="291279"/>
                </a:lnTo>
                <a:lnTo>
                  <a:pt x="191463" y="254422"/>
                </a:lnTo>
                <a:lnTo>
                  <a:pt x="212945" y="212591"/>
                </a:lnTo>
                <a:lnTo>
                  <a:pt x="227405" y="165859"/>
                </a:lnTo>
                <a:lnTo>
                  <a:pt x="234696" y="114300"/>
                </a:lnTo>
                <a:lnTo>
                  <a:pt x="259080" y="114300"/>
                </a:lnTo>
                <a:lnTo>
                  <a:pt x="250301" y="169712"/>
                </a:lnTo>
                <a:lnTo>
                  <a:pt x="233111" y="218907"/>
                </a:lnTo>
                <a:lnTo>
                  <a:pt x="207507" y="261884"/>
                </a:lnTo>
                <a:lnTo>
                  <a:pt x="173492" y="298643"/>
                </a:lnTo>
                <a:lnTo>
                  <a:pt x="131064" y="329184"/>
                </a:lnTo>
                <a:close/>
              </a:path>
              <a:path w="414654" h="391795">
                <a:moveTo>
                  <a:pt x="342164" y="312705"/>
                </a:moveTo>
                <a:lnTo>
                  <a:pt x="299561" y="312705"/>
                </a:lnTo>
                <a:lnTo>
                  <a:pt x="307848" y="312420"/>
                </a:lnTo>
                <a:lnTo>
                  <a:pt x="313277" y="310419"/>
                </a:lnTo>
                <a:lnTo>
                  <a:pt x="329850" y="258960"/>
                </a:lnTo>
                <a:lnTo>
                  <a:pt x="338994" y="176045"/>
                </a:lnTo>
                <a:lnTo>
                  <a:pt x="344424" y="114300"/>
                </a:lnTo>
                <a:lnTo>
                  <a:pt x="379476" y="114300"/>
                </a:lnTo>
                <a:lnTo>
                  <a:pt x="370332" y="123444"/>
                </a:lnTo>
                <a:lnTo>
                  <a:pt x="364902" y="172902"/>
                </a:lnTo>
                <a:lnTo>
                  <a:pt x="360045" y="213931"/>
                </a:lnTo>
                <a:lnTo>
                  <a:pt x="355758" y="246673"/>
                </a:lnTo>
                <a:lnTo>
                  <a:pt x="352044" y="271272"/>
                </a:lnTo>
                <a:lnTo>
                  <a:pt x="349186" y="289512"/>
                </a:lnTo>
                <a:lnTo>
                  <a:pt x="345186" y="305181"/>
                </a:lnTo>
                <a:lnTo>
                  <a:pt x="342164" y="312705"/>
                </a:lnTo>
                <a:close/>
              </a:path>
              <a:path w="414654" h="391795">
                <a:moveTo>
                  <a:pt x="16764" y="164592"/>
                </a:moveTo>
                <a:lnTo>
                  <a:pt x="0" y="149352"/>
                </a:lnTo>
                <a:lnTo>
                  <a:pt x="70104" y="149352"/>
                </a:lnTo>
                <a:lnTo>
                  <a:pt x="88392" y="131064"/>
                </a:lnTo>
                <a:lnTo>
                  <a:pt x="112776" y="155448"/>
                </a:lnTo>
                <a:lnTo>
                  <a:pt x="106489" y="160020"/>
                </a:lnTo>
                <a:lnTo>
                  <a:pt x="57912" y="160020"/>
                </a:lnTo>
                <a:lnTo>
                  <a:pt x="46767" y="160305"/>
                </a:lnTo>
                <a:lnTo>
                  <a:pt x="36195" y="161163"/>
                </a:lnTo>
                <a:lnTo>
                  <a:pt x="26193" y="162591"/>
                </a:lnTo>
                <a:lnTo>
                  <a:pt x="16764" y="164592"/>
                </a:lnTo>
                <a:close/>
              </a:path>
              <a:path w="414654" h="391795">
                <a:moveTo>
                  <a:pt x="28956" y="370332"/>
                </a:moveTo>
                <a:lnTo>
                  <a:pt x="4571" y="347472"/>
                </a:lnTo>
                <a:lnTo>
                  <a:pt x="18287" y="338899"/>
                </a:lnTo>
                <a:lnTo>
                  <a:pt x="34289" y="329184"/>
                </a:lnTo>
                <a:lnTo>
                  <a:pt x="52577" y="318325"/>
                </a:lnTo>
                <a:lnTo>
                  <a:pt x="73152" y="306324"/>
                </a:lnTo>
                <a:lnTo>
                  <a:pt x="73152" y="160020"/>
                </a:lnTo>
                <a:lnTo>
                  <a:pt x="106489" y="160020"/>
                </a:lnTo>
                <a:lnTo>
                  <a:pt x="96012" y="167640"/>
                </a:lnTo>
                <a:lnTo>
                  <a:pt x="96012" y="306324"/>
                </a:lnTo>
                <a:lnTo>
                  <a:pt x="104632" y="314586"/>
                </a:lnTo>
                <a:lnTo>
                  <a:pt x="105650" y="315468"/>
                </a:lnTo>
                <a:lnTo>
                  <a:pt x="83820" y="315468"/>
                </a:lnTo>
                <a:lnTo>
                  <a:pt x="49315" y="342900"/>
                </a:lnTo>
                <a:lnTo>
                  <a:pt x="34980" y="361188"/>
                </a:lnTo>
                <a:lnTo>
                  <a:pt x="28956" y="370332"/>
                </a:lnTo>
                <a:close/>
              </a:path>
              <a:path w="414654" h="391795">
                <a:moveTo>
                  <a:pt x="294132" y="348995"/>
                </a:moveTo>
                <a:lnTo>
                  <a:pt x="287321" y="337018"/>
                </a:lnTo>
                <a:lnTo>
                  <a:pt x="276225" y="326326"/>
                </a:lnTo>
                <a:lnTo>
                  <a:pt x="261127" y="317063"/>
                </a:lnTo>
                <a:lnTo>
                  <a:pt x="242316" y="309372"/>
                </a:lnTo>
                <a:lnTo>
                  <a:pt x="243840" y="303275"/>
                </a:lnTo>
                <a:lnTo>
                  <a:pt x="267557" y="308133"/>
                </a:lnTo>
                <a:lnTo>
                  <a:pt x="286131" y="311277"/>
                </a:lnTo>
                <a:lnTo>
                  <a:pt x="299561" y="312705"/>
                </a:lnTo>
                <a:lnTo>
                  <a:pt x="342164" y="312705"/>
                </a:lnTo>
                <a:lnTo>
                  <a:pt x="340042" y="317992"/>
                </a:lnTo>
                <a:lnTo>
                  <a:pt x="333728" y="327683"/>
                </a:lnTo>
                <a:lnTo>
                  <a:pt x="326278" y="334208"/>
                </a:lnTo>
                <a:lnTo>
                  <a:pt x="317373" y="340042"/>
                </a:lnTo>
                <a:lnTo>
                  <a:pt x="306752" y="345019"/>
                </a:lnTo>
                <a:lnTo>
                  <a:pt x="294132" y="348995"/>
                </a:lnTo>
                <a:close/>
              </a:path>
              <a:path w="414654" h="391795">
                <a:moveTo>
                  <a:pt x="379476" y="391668"/>
                </a:moveTo>
                <a:lnTo>
                  <a:pt x="340328" y="391406"/>
                </a:lnTo>
                <a:lnTo>
                  <a:pt x="246888" y="388619"/>
                </a:lnTo>
                <a:lnTo>
                  <a:pt x="199644" y="383285"/>
                </a:lnTo>
                <a:lnTo>
                  <a:pt x="161544" y="373380"/>
                </a:lnTo>
                <a:lnTo>
                  <a:pt x="120610" y="347662"/>
                </a:lnTo>
                <a:lnTo>
                  <a:pt x="101153" y="327660"/>
                </a:lnTo>
                <a:lnTo>
                  <a:pt x="93916" y="320992"/>
                </a:lnTo>
                <a:lnTo>
                  <a:pt x="88082" y="316872"/>
                </a:lnTo>
                <a:lnTo>
                  <a:pt x="83820" y="315468"/>
                </a:lnTo>
                <a:lnTo>
                  <a:pt x="105650" y="315468"/>
                </a:lnTo>
                <a:lnTo>
                  <a:pt x="140208" y="341376"/>
                </a:lnTo>
                <a:lnTo>
                  <a:pt x="196786" y="358949"/>
                </a:lnTo>
                <a:lnTo>
                  <a:pt x="249388" y="362069"/>
                </a:lnTo>
                <a:lnTo>
                  <a:pt x="414528" y="362712"/>
                </a:lnTo>
                <a:lnTo>
                  <a:pt x="414528" y="365760"/>
                </a:lnTo>
                <a:lnTo>
                  <a:pt x="399407" y="370022"/>
                </a:lnTo>
                <a:lnTo>
                  <a:pt x="388429" y="375856"/>
                </a:lnTo>
                <a:lnTo>
                  <a:pt x="381738" y="383119"/>
                </a:lnTo>
                <a:lnTo>
                  <a:pt x="379476" y="391668"/>
                </a:lnTo>
                <a:close/>
              </a:path>
              <a:path w="414654" h="391795">
                <a:moveTo>
                  <a:pt x="414528" y="362712"/>
                </a:moveTo>
                <a:lnTo>
                  <a:pt x="324612" y="362712"/>
                </a:lnTo>
                <a:lnTo>
                  <a:pt x="347448" y="362426"/>
                </a:lnTo>
                <a:lnTo>
                  <a:pt x="370141" y="361569"/>
                </a:lnTo>
                <a:lnTo>
                  <a:pt x="392549" y="360140"/>
                </a:lnTo>
                <a:lnTo>
                  <a:pt x="414528" y="358140"/>
                </a:lnTo>
                <a:lnTo>
                  <a:pt x="414528" y="36271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" name="object 69"/>
          <p:cNvSpPr/>
          <p:nvPr/>
        </p:nvSpPr>
        <p:spPr>
          <a:xfrm>
            <a:off x="9390888" y="4719827"/>
            <a:ext cx="356870" cy="402590"/>
          </a:xfrm>
          <a:custGeom>
            <a:avLst/>
            <a:gdLst/>
            <a:ahLst/>
            <a:cxnLst/>
            <a:rect l="l" t="t" r="r" b="b"/>
            <a:pathLst>
              <a:path w="356870" h="402589">
                <a:moveTo>
                  <a:pt x="54864" y="89916"/>
                </a:moveTo>
                <a:lnTo>
                  <a:pt x="44196" y="89916"/>
                </a:lnTo>
                <a:lnTo>
                  <a:pt x="51554" y="62793"/>
                </a:lnTo>
                <a:lnTo>
                  <a:pt x="57340" y="38671"/>
                </a:lnTo>
                <a:lnTo>
                  <a:pt x="61126" y="17692"/>
                </a:lnTo>
                <a:lnTo>
                  <a:pt x="62484" y="0"/>
                </a:lnTo>
                <a:lnTo>
                  <a:pt x="100584" y="21336"/>
                </a:lnTo>
                <a:lnTo>
                  <a:pt x="91725" y="29051"/>
                </a:lnTo>
                <a:lnTo>
                  <a:pt x="81153" y="43053"/>
                </a:lnTo>
                <a:lnTo>
                  <a:pt x="68865" y="63341"/>
                </a:lnTo>
                <a:lnTo>
                  <a:pt x="54864" y="89916"/>
                </a:lnTo>
                <a:close/>
              </a:path>
              <a:path w="356870" h="402589">
                <a:moveTo>
                  <a:pt x="147828" y="192024"/>
                </a:moveTo>
                <a:lnTo>
                  <a:pt x="143256" y="187452"/>
                </a:lnTo>
                <a:lnTo>
                  <a:pt x="160377" y="160615"/>
                </a:lnTo>
                <a:lnTo>
                  <a:pt x="175069" y="135064"/>
                </a:lnTo>
                <a:lnTo>
                  <a:pt x="196596" y="88392"/>
                </a:lnTo>
                <a:lnTo>
                  <a:pt x="212407" y="44958"/>
                </a:lnTo>
                <a:lnTo>
                  <a:pt x="222503" y="1524"/>
                </a:lnTo>
                <a:lnTo>
                  <a:pt x="260603" y="24384"/>
                </a:lnTo>
                <a:lnTo>
                  <a:pt x="252864" y="32146"/>
                </a:lnTo>
                <a:lnTo>
                  <a:pt x="243268" y="46482"/>
                </a:lnTo>
                <a:lnTo>
                  <a:pt x="231671" y="67675"/>
                </a:lnTo>
                <a:lnTo>
                  <a:pt x="217932" y="96012"/>
                </a:lnTo>
                <a:lnTo>
                  <a:pt x="350520" y="96012"/>
                </a:lnTo>
                <a:lnTo>
                  <a:pt x="356616" y="102108"/>
                </a:lnTo>
                <a:lnTo>
                  <a:pt x="350901" y="106680"/>
                </a:lnTo>
                <a:lnTo>
                  <a:pt x="214884" y="106680"/>
                </a:lnTo>
                <a:lnTo>
                  <a:pt x="198834" y="130730"/>
                </a:lnTo>
                <a:lnTo>
                  <a:pt x="182499" y="152781"/>
                </a:lnTo>
                <a:lnTo>
                  <a:pt x="165592" y="173116"/>
                </a:lnTo>
                <a:lnTo>
                  <a:pt x="147828" y="192024"/>
                </a:lnTo>
                <a:close/>
              </a:path>
              <a:path w="356870" h="402589">
                <a:moveTo>
                  <a:pt x="146304" y="89916"/>
                </a:moveTo>
                <a:lnTo>
                  <a:pt x="111252" y="89916"/>
                </a:lnTo>
                <a:lnTo>
                  <a:pt x="129540" y="73152"/>
                </a:lnTo>
                <a:lnTo>
                  <a:pt x="146304" y="89916"/>
                </a:lnTo>
                <a:close/>
              </a:path>
              <a:path w="356870" h="402589">
                <a:moveTo>
                  <a:pt x="0" y="397764"/>
                </a:moveTo>
                <a:lnTo>
                  <a:pt x="834" y="359664"/>
                </a:lnTo>
                <a:lnTo>
                  <a:pt x="935" y="352615"/>
                </a:lnTo>
                <a:lnTo>
                  <a:pt x="1333" y="316992"/>
                </a:lnTo>
                <a:lnTo>
                  <a:pt x="1430" y="178308"/>
                </a:lnTo>
                <a:lnTo>
                  <a:pt x="1309" y="152781"/>
                </a:lnTo>
                <a:lnTo>
                  <a:pt x="881" y="114704"/>
                </a:lnTo>
                <a:lnTo>
                  <a:pt x="0" y="74676"/>
                </a:lnTo>
                <a:lnTo>
                  <a:pt x="25908" y="89916"/>
                </a:lnTo>
                <a:lnTo>
                  <a:pt x="146304" y="89916"/>
                </a:lnTo>
                <a:lnTo>
                  <a:pt x="155448" y="99060"/>
                </a:lnTo>
                <a:lnTo>
                  <a:pt x="153162" y="100584"/>
                </a:lnTo>
                <a:lnTo>
                  <a:pt x="24384" y="100584"/>
                </a:lnTo>
                <a:lnTo>
                  <a:pt x="24384" y="211836"/>
                </a:lnTo>
                <a:lnTo>
                  <a:pt x="137509" y="211836"/>
                </a:lnTo>
                <a:lnTo>
                  <a:pt x="137586" y="222504"/>
                </a:lnTo>
                <a:lnTo>
                  <a:pt x="24384" y="222504"/>
                </a:lnTo>
                <a:lnTo>
                  <a:pt x="24384" y="344424"/>
                </a:lnTo>
                <a:lnTo>
                  <a:pt x="139258" y="344424"/>
                </a:lnTo>
                <a:lnTo>
                  <a:pt x="139305" y="346850"/>
                </a:lnTo>
                <a:lnTo>
                  <a:pt x="139544" y="355092"/>
                </a:lnTo>
                <a:lnTo>
                  <a:pt x="24384" y="355092"/>
                </a:lnTo>
                <a:lnTo>
                  <a:pt x="24384" y="384048"/>
                </a:lnTo>
                <a:lnTo>
                  <a:pt x="0" y="397764"/>
                </a:lnTo>
                <a:close/>
              </a:path>
              <a:path w="356870" h="402589">
                <a:moveTo>
                  <a:pt x="350520" y="96012"/>
                </a:moveTo>
                <a:lnTo>
                  <a:pt x="312420" y="96012"/>
                </a:lnTo>
                <a:lnTo>
                  <a:pt x="330708" y="76200"/>
                </a:lnTo>
                <a:lnTo>
                  <a:pt x="350520" y="96012"/>
                </a:lnTo>
                <a:close/>
              </a:path>
              <a:path w="356870" h="402589">
                <a:moveTo>
                  <a:pt x="137509" y="211836"/>
                </a:moveTo>
                <a:lnTo>
                  <a:pt x="115824" y="211836"/>
                </a:lnTo>
                <a:lnTo>
                  <a:pt x="115824" y="100584"/>
                </a:lnTo>
                <a:lnTo>
                  <a:pt x="153162" y="100584"/>
                </a:lnTo>
                <a:lnTo>
                  <a:pt x="137160" y="111252"/>
                </a:lnTo>
                <a:lnTo>
                  <a:pt x="137271" y="160615"/>
                </a:lnTo>
                <a:lnTo>
                  <a:pt x="137390" y="195333"/>
                </a:lnTo>
                <a:lnTo>
                  <a:pt x="137509" y="211836"/>
                </a:lnTo>
                <a:close/>
              </a:path>
              <a:path w="356870" h="402589">
                <a:moveTo>
                  <a:pt x="327778" y="359664"/>
                </a:moveTo>
                <a:lnTo>
                  <a:pt x="283464" y="359664"/>
                </a:lnTo>
                <a:lnTo>
                  <a:pt x="292631" y="357925"/>
                </a:lnTo>
                <a:lnTo>
                  <a:pt x="299656" y="352615"/>
                </a:lnTo>
                <a:lnTo>
                  <a:pt x="309895" y="305562"/>
                </a:lnTo>
                <a:lnTo>
                  <a:pt x="311658" y="259842"/>
                </a:lnTo>
                <a:lnTo>
                  <a:pt x="313456" y="192024"/>
                </a:lnTo>
                <a:lnTo>
                  <a:pt x="315467" y="106680"/>
                </a:lnTo>
                <a:lnTo>
                  <a:pt x="350901" y="106680"/>
                </a:lnTo>
                <a:lnTo>
                  <a:pt x="341376" y="114300"/>
                </a:lnTo>
                <a:lnTo>
                  <a:pt x="339547" y="188719"/>
                </a:lnTo>
                <a:lnTo>
                  <a:pt x="337718" y="249167"/>
                </a:lnTo>
                <a:lnTo>
                  <a:pt x="335889" y="295570"/>
                </a:lnTo>
                <a:lnTo>
                  <a:pt x="334060" y="327855"/>
                </a:lnTo>
                <a:lnTo>
                  <a:pt x="332232" y="345948"/>
                </a:lnTo>
                <a:lnTo>
                  <a:pt x="328497" y="357925"/>
                </a:lnTo>
                <a:lnTo>
                  <a:pt x="327778" y="359664"/>
                </a:lnTo>
                <a:close/>
              </a:path>
              <a:path w="356870" h="402589">
                <a:moveTo>
                  <a:pt x="233172" y="269748"/>
                </a:moveTo>
                <a:lnTo>
                  <a:pt x="230124" y="269748"/>
                </a:lnTo>
                <a:lnTo>
                  <a:pt x="226956" y="268295"/>
                </a:lnTo>
                <a:lnTo>
                  <a:pt x="224218" y="263842"/>
                </a:lnTo>
                <a:lnTo>
                  <a:pt x="221765" y="256246"/>
                </a:lnTo>
                <a:lnTo>
                  <a:pt x="219456" y="245364"/>
                </a:lnTo>
                <a:lnTo>
                  <a:pt x="214907" y="228242"/>
                </a:lnTo>
                <a:lnTo>
                  <a:pt x="208216" y="211264"/>
                </a:lnTo>
                <a:lnTo>
                  <a:pt x="199524" y="194571"/>
                </a:lnTo>
                <a:lnTo>
                  <a:pt x="188976" y="178308"/>
                </a:lnTo>
                <a:lnTo>
                  <a:pt x="192024" y="172212"/>
                </a:lnTo>
                <a:lnTo>
                  <a:pt x="224980" y="199644"/>
                </a:lnTo>
                <a:lnTo>
                  <a:pt x="246888" y="236220"/>
                </a:lnTo>
                <a:lnTo>
                  <a:pt x="246888" y="248412"/>
                </a:lnTo>
                <a:lnTo>
                  <a:pt x="245364" y="254508"/>
                </a:lnTo>
                <a:lnTo>
                  <a:pt x="236220" y="266700"/>
                </a:lnTo>
                <a:lnTo>
                  <a:pt x="233172" y="269748"/>
                </a:lnTo>
                <a:close/>
              </a:path>
              <a:path w="356870" h="402589">
                <a:moveTo>
                  <a:pt x="139258" y="344424"/>
                </a:moveTo>
                <a:lnTo>
                  <a:pt x="115824" y="344424"/>
                </a:lnTo>
                <a:lnTo>
                  <a:pt x="115824" y="222504"/>
                </a:lnTo>
                <a:lnTo>
                  <a:pt x="137586" y="222504"/>
                </a:lnTo>
                <a:lnTo>
                  <a:pt x="137793" y="251435"/>
                </a:lnTo>
                <a:lnTo>
                  <a:pt x="138493" y="305562"/>
                </a:lnTo>
                <a:lnTo>
                  <a:pt x="139258" y="344424"/>
                </a:lnTo>
                <a:close/>
              </a:path>
              <a:path w="356870" h="402589">
                <a:moveTo>
                  <a:pt x="278891" y="402336"/>
                </a:moveTo>
                <a:lnTo>
                  <a:pt x="271986" y="389239"/>
                </a:lnTo>
                <a:lnTo>
                  <a:pt x="260223" y="377571"/>
                </a:lnTo>
                <a:lnTo>
                  <a:pt x="243316" y="367617"/>
                </a:lnTo>
                <a:lnTo>
                  <a:pt x="220979" y="359664"/>
                </a:lnTo>
                <a:lnTo>
                  <a:pt x="220979" y="352044"/>
                </a:lnTo>
                <a:lnTo>
                  <a:pt x="241244" y="355163"/>
                </a:lnTo>
                <a:lnTo>
                  <a:pt x="258508" y="357568"/>
                </a:lnTo>
                <a:lnTo>
                  <a:pt x="272629" y="359116"/>
                </a:lnTo>
                <a:lnTo>
                  <a:pt x="283464" y="359664"/>
                </a:lnTo>
                <a:lnTo>
                  <a:pt x="327778" y="359664"/>
                </a:lnTo>
                <a:lnTo>
                  <a:pt x="324231" y="368236"/>
                </a:lnTo>
                <a:lnTo>
                  <a:pt x="290310" y="397764"/>
                </a:lnTo>
                <a:lnTo>
                  <a:pt x="278891" y="402336"/>
                </a:lnTo>
                <a:close/>
              </a:path>
              <a:path w="356870" h="402589">
                <a:moveTo>
                  <a:pt x="115824" y="391668"/>
                </a:moveTo>
                <a:lnTo>
                  <a:pt x="115824" y="355092"/>
                </a:lnTo>
                <a:lnTo>
                  <a:pt x="139544" y="355092"/>
                </a:lnTo>
                <a:lnTo>
                  <a:pt x="140208" y="377952"/>
                </a:lnTo>
                <a:lnTo>
                  <a:pt x="115824" y="39166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" name="object 70"/>
          <p:cNvSpPr/>
          <p:nvPr/>
        </p:nvSpPr>
        <p:spPr>
          <a:xfrm>
            <a:off x="2122932" y="5251703"/>
            <a:ext cx="855344" cy="413384"/>
          </a:xfrm>
          <a:custGeom>
            <a:avLst/>
            <a:gdLst/>
            <a:ahLst/>
            <a:cxnLst/>
            <a:rect l="l" t="t" r="r" b="b"/>
            <a:pathLst>
              <a:path w="855344" h="413385">
                <a:moveTo>
                  <a:pt x="240792" y="39624"/>
                </a:moveTo>
                <a:lnTo>
                  <a:pt x="205066" y="11798"/>
                </a:lnTo>
                <a:lnTo>
                  <a:pt x="190500" y="6096"/>
                </a:lnTo>
                <a:lnTo>
                  <a:pt x="185928" y="10668"/>
                </a:lnTo>
                <a:lnTo>
                  <a:pt x="195376" y="20980"/>
                </a:lnTo>
                <a:lnTo>
                  <a:pt x="203263" y="31432"/>
                </a:lnTo>
                <a:lnTo>
                  <a:pt x="209715" y="42176"/>
                </a:lnTo>
                <a:lnTo>
                  <a:pt x="214884" y="53340"/>
                </a:lnTo>
                <a:lnTo>
                  <a:pt x="217932" y="62484"/>
                </a:lnTo>
                <a:lnTo>
                  <a:pt x="222504" y="68580"/>
                </a:lnTo>
                <a:lnTo>
                  <a:pt x="228600" y="68580"/>
                </a:lnTo>
                <a:lnTo>
                  <a:pt x="230124" y="65532"/>
                </a:lnTo>
                <a:lnTo>
                  <a:pt x="239268" y="53340"/>
                </a:lnTo>
                <a:lnTo>
                  <a:pt x="240792" y="48768"/>
                </a:lnTo>
                <a:lnTo>
                  <a:pt x="240792" y="39624"/>
                </a:lnTo>
                <a:close/>
              </a:path>
              <a:path w="855344" h="413385">
                <a:moveTo>
                  <a:pt x="379476" y="82296"/>
                </a:moveTo>
                <a:lnTo>
                  <a:pt x="369824" y="71628"/>
                </a:lnTo>
                <a:lnTo>
                  <a:pt x="350520" y="50292"/>
                </a:lnTo>
                <a:lnTo>
                  <a:pt x="329184" y="71628"/>
                </a:lnTo>
                <a:lnTo>
                  <a:pt x="205740" y="71628"/>
                </a:lnTo>
                <a:lnTo>
                  <a:pt x="205740" y="82296"/>
                </a:lnTo>
                <a:lnTo>
                  <a:pt x="205740" y="123444"/>
                </a:lnTo>
                <a:lnTo>
                  <a:pt x="205740" y="134112"/>
                </a:lnTo>
                <a:lnTo>
                  <a:pt x="205740" y="172212"/>
                </a:lnTo>
                <a:lnTo>
                  <a:pt x="205740" y="182880"/>
                </a:lnTo>
                <a:lnTo>
                  <a:pt x="205740" y="222504"/>
                </a:lnTo>
                <a:lnTo>
                  <a:pt x="106680" y="222504"/>
                </a:lnTo>
                <a:lnTo>
                  <a:pt x="106680" y="182880"/>
                </a:lnTo>
                <a:lnTo>
                  <a:pt x="205740" y="182880"/>
                </a:lnTo>
                <a:lnTo>
                  <a:pt x="205740" y="172212"/>
                </a:lnTo>
                <a:lnTo>
                  <a:pt x="106680" y="172212"/>
                </a:lnTo>
                <a:lnTo>
                  <a:pt x="106680" y="134112"/>
                </a:lnTo>
                <a:lnTo>
                  <a:pt x="205740" y="134112"/>
                </a:lnTo>
                <a:lnTo>
                  <a:pt x="205740" y="123444"/>
                </a:lnTo>
                <a:lnTo>
                  <a:pt x="106680" y="123444"/>
                </a:lnTo>
                <a:lnTo>
                  <a:pt x="106680" y="106680"/>
                </a:lnTo>
                <a:lnTo>
                  <a:pt x="106680" y="82296"/>
                </a:lnTo>
                <a:lnTo>
                  <a:pt x="205740" y="82296"/>
                </a:lnTo>
                <a:lnTo>
                  <a:pt x="205740" y="71628"/>
                </a:lnTo>
                <a:lnTo>
                  <a:pt x="109728" y="71628"/>
                </a:lnTo>
                <a:lnTo>
                  <a:pt x="135636" y="30480"/>
                </a:lnTo>
                <a:lnTo>
                  <a:pt x="152400" y="24384"/>
                </a:lnTo>
                <a:lnTo>
                  <a:pt x="117348" y="0"/>
                </a:lnTo>
                <a:lnTo>
                  <a:pt x="108458" y="22860"/>
                </a:lnTo>
                <a:lnTo>
                  <a:pt x="97726" y="45720"/>
                </a:lnTo>
                <a:lnTo>
                  <a:pt x="70104" y="91440"/>
                </a:lnTo>
                <a:lnTo>
                  <a:pt x="36766" y="134493"/>
                </a:lnTo>
                <a:lnTo>
                  <a:pt x="0" y="170688"/>
                </a:lnTo>
                <a:lnTo>
                  <a:pt x="4572" y="176784"/>
                </a:lnTo>
                <a:lnTo>
                  <a:pt x="26809" y="160477"/>
                </a:lnTo>
                <a:lnTo>
                  <a:pt x="47625" y="143446"/>
                </a:lnTo>
                <a:lnTo>
                  <a:pt x="66713" y="125564"/>
                </a:lnTo>
                <a:lnTo>
                  <a:pt x="83820" y="106680"/>
                </a:lnTo>
                <a:lnTo>
                  <a:pt x="83693" y="172212"/>
                </a:lnTo>
                <a:lnTo>
                  <a:pt x="83629" y="189166"/>
                </a:lnTo>
                <a:lnTo>
                  <a:pt x="83172" y="227342"/>
                </a:lnTo>
                <a:lnTo>
                  <a:pt x="82296" y="263652"/>
                </a:lnTo>
                <a:lnTo>
                  <a:pt x="106680" y="254508"/>
                </a:lnTo>
                <a:lnTo>
                  <a:pt x="106680" y="233172"/>
                </a:lnTo>
                <a:lnTo>
                  <a:pt x="376428" y="233172"/>
                </a:lnTo>
                <a:lnTo>
                  <a:pt x="365760" y="222504"/>
                </a:lnTo>
                <a:lnTo>
                  <a:pt x="345948" y="202692"/>
                </a:lnTo>
                <a:lnTo>
                  <a:pt x="326136" y="222504"/>
                </a:lnTo>
                <a:lnTo>
                  <a:pt x="228600" y="222504"/>
                </a:lnTo>
                <a:lnTo>
                  <a:pt x="228600" y="182880"/>
                </a:lnTo>
                <a:lnTo>
                  <a:pt x="353568" y="182880"/>
                </a:lnTo>
                <a:lnTo>
                  <a:pt x="343458" y="172212"/>
                </a:lnTo>
                <a:lnTo>
                  <a:pt x="326136" y="153924"/>
                </a:lnTo>
                <a:lnTo>
                  <a:pt x="306324" y="172212"/>
                </a:lnTo>
                <a:lnTo>
                  <a:pt x="228600" y="172212"/>
                </a:lnTo>
                <a:lnTo>
                  <a:pt x="228600" y="134112"/>
                </a:lnTo>
                <a:lnTo>
                  <a:pt x="356616" y="134112"/>
                </a:lnTo>
                <a:lnTo>
                  <a:pt x="346506" y="123444"/>
                </a:lnTo>
                <a:lnTo>
                  <a:pt x="329184" y="105156"/>
                </a:lnTo>
                <a:lnTo>
                  <a:pt x="310896" y="123444"/>
                </a:lnTo>
                <a:lnTo>
                  <a:pt x="228600" y="123444"/>
                </a:lnTo>
                <a:lnTo>
                  <a:pt x="228600" y="82296"/>
                </a:lnTo>
                <a:lnTo>
                  <a:pt x="379476" y="82296"/>
                </a:lnTo>
                <a:close/>
              </a:path>
              <a:path w="855344" h="413385">
                <a:moveTo>
                  <a:pt x="411480" y="373380"/>
                </a:moveTo>
                <a:lnTo>
                  <a:pt x="358711" y="363664"/>
                </a:lnTo>
                <a:lnTo>
                  <a:pt x="313944" y="345948"/>
                </a:lnTo>
                <a:lnTo>
                  <a:pt x="274320" y="320992"/>
                </a:lnTo>
                <a:lnTo>
                  <a:pt x="239268" y="288036"/>
                </a:lnTo>
                <a:lnTo>
                  <a:pt x="409956" y="288036"/>
                </a:lnTo>
                <a:lnTo>
                  <a:pt x="379476" y="256032"/>
                </a:lnTo>
                <a:lnTo>
                  <a:pt x="358140" y="277368"/>
                </a:lnTo>
                <a:lnTo>
                  <a:pt x="219456" y="277368"/>
                </a:lnTo>
                <a:lnTo>
                  <a:pt x="219456" y="262128"/>
                </a:lnTo>
                <a:lnTo>
                  <a:pt x="233172" y="249936"/>
                </a:lnTo>
                <a:lnTo>
                  <a:pt x="195072" y="234696"/>
                </a:lnTo>
                <a:lnTo>
                  <a:pt x="195948" y="243293"/>
                </a:lnTo>
                <a:lnTo>
                  <a:pt x="196405" y="253174"/>
                </a:lnTo>
                <a:lnTo>
                  <a:pt x="196570" y="264490"/>
                </a:lnTo>
                <a:lnTo>
                  <a:pt x="196596" y="277368"/>
                </a:lnTo>
                <a:lnTo>
                  <a:pt x="3048" y="277368"/>
                </a:lnTo>
                <a:lnTo>
                  <a:pt x="18288" y="292608"/>
                </a:lnTo>
                <a:lnTo>
                  <a:pt x="27711" y="290614"/>
                </a:lnTo>
                <a:lnTo>
                  <a:pt x="37719" y="289179"/>
                </a:lnTo>
                <a:lnTo>
                  <a:pt x="48285" y="288328"/>
                </a:lnTo>
                <a:lnTo>
                  <a:pt x="59436" y="288036"/>
                </a:lnTo>
                <a:lnTo>
                  <a:pt x="167640" y="288036"/>
                </a:lnTo>
                <a:lnTo>
                  <a:pt x="128206" y="324688"/>
                </a:lnTo>
                <a:lnTo>
                  <a:pt x="85344" y="356450"/>
                </a:lnTo>
                <a:lnTo>
                  <a:pt x="32766" y="386791"/>
                </a:lnTo>
                <a:lnTo>
                  <a:pt x="3048" y="400812"/>
                </a:lnTo>
                <a:lnTo>
                  <a:pt x="4572" y="406908"/>
                </a:lnTo>
                <a:lnTo>
                  <a:pt x="64008" y="382905"/>
                </a:lnTo>
                <a:lnTo>
                  <a:pt x="114300" y="356616"/>
                </a:lnTo>
                <a:lnTo>
                  <a:pt x="157734" y="325945"/>
                </a:lnTo>
                <a:lnTo>
                  <a:pt x="196596" y="289560"/>
                </a:lnTo>
                <a:lnTo>
                  <a:pt x="196469" y="339852"/>
                </a:lnTo>
                <a:lnTo>
                  <a:pt x="196354" y="356616"/>
                </a:lnTo>
                <a:lnTo>
                  <a:pt x="195948" y="383857"/>
                </a:lnTo>
                <a:lnTo>
                  <a:pt x="195072" y="413004"/>
                </a:lnTo>
                <a:lnTo>
                  <a:pt x="220980" y="399288"/>
                </a:lnTo>
                <a:lnTo>
                  <a:pt x="220751" y="383857"/>
                </a:lnTo>
                <a:lnTo>
                  <a:pt x="220218" y="359092"/>
                </a:lnTo>
                <a:lnTo>
                  <a:pt x="219684" y="327494"/>
                </a:lnTo>
                <a:lnTo>
                  <a:pt x="219456" y="289560"/>
                </a:lnTo>
                <a:lnTo>
                  <a:pt x="219456" y="288036"/>
                </a:lnTo>
                <a:lnTo>
                  <a:pt x="230124" y="288036"/>
                </a:lnTo>
                <a:lnTo>
                  <a:pt x="246405" y="310616"/>
                </a:lnTo>
                <a:lnTo>
                  <a:pt x="263271" y="330327"/>
                </a:lnTo>
                <a:lnTo>
                  <a:pt x="298704" y="361188"/>
                </a:lnTo>
                <a:lnTo>
                  <a:pt x="336804" y="383857"/>
                </a:lnTo>
                <a:lnTo>
                  <a:pt x="379476" y="400812"/>
                </a:lnTo>
                <a:lnTo>
                  <a:pt x="383184" y="392531"/>
                </a:lnTo>
                <a:lnTo>
                  <a:pt x="389763" y="385953"/>
                </a:lnTo>
                <a:lnTo>
                  <a:pt x="399186" y="381101"/>
                </a:lnTo>
                <a:lnTo>
                  <a:pt x="411480" y="377952"/>
                </a:lnTo>
                <a:lnTo>
                  <a:pt x="411480" y="373380"/>
                </a:lnTo>
                <a:close/>
              </a:path>
              <a:path w="855344" h="413385">
                <a:moveTo>
                  <a:pt x="763524" y="190512"/>
                </a:moveTo>
                <a:lnTo>
                  <a:pt x="729996" y="156984"/>
                </a:lnTo>
                <a:lnTo>
                  <a:pt x="708660" y="179844"/>
                </a:lnTo>
                <a:lnTo>
                  <a:pt x="534924" y="179844"/>
                </a:lnTo>
                <a:lnTo>
                  <a:pt x="550164" y="195084"/>
                </a:lnTo>
                <a:lnTo>
                  <a:pt x="559536" y="193078"/>
                </a:lnTo>
                <a:lnTo>
                  <a:pt x="569214" y="191655"/>
                </a:lnTo>
                <a:lnTo>
                  <a:pt x="578878" y="190792"/>
                </a:lnTo>
                <a:lnTo>
                  <a:pt x="588264" y="190512"/>
                </a:lnTo>
                <a:lnTo>
                  <a:pt x="763524" y="190512"/>
                </a:lnTo>
                <a:close/>
              </a:path>
              <a:path w="855344" h="413385">
                <a:moveTo>
                  <a:pt x="771144" y="259092"/>
                </a:moveTo>
                <a:lnTo>
                  <a:pt x="765048" y="252996"/>
                </a:lnTo>
                <a:lnTo>
                  <a:pt x="746760" y="234708"/>
                </a:lnTo>
                <a:lnTo>
                  <a:pt x="733044" y="248424"/>
                </a:lnTo>
                <a:lnTo>
                  <a:pt x="733044" y="263664"/>
                </a:lnTo>
                <a:lnTo>
                  <a:pt x="733044" y="361200"/>
                </a:lnTo>
                <a:lnTo>
                  <a:pt x="565404" y="361200"/>
                </a:lnTo>
                <a:lnTo>
                  <a:pt x="565404" y="263664"/>
                </a:lnTo>
                <a:lnTo>
                  <a:pt x="733044" y="263664"/>
                </a:lnTo>
                <a:lnTo>
                  <a:pt x="733044" y="248424"/>
                </a:lnTo>
                <a:lnTo>
                  <a:pt x="728472" y="252996"/>
                </a:lnTo>
                <a:lnTo>
                  <a:pt x="565404" y="252996"/>
                </a:lnTo>
                <a:lnTo>
                  <a:pt x="539496" y="239280"/>
                </a:lnTo>
                <a:lnTo>
                  <a:pt x="540334" y="259092"/>
                </a:lnTo>
                <a:lnTo>
                  <a:pt x="540829" y="280238"/>
                </a:lnTo>
                <a:lnTo>
                  <a:pt x="540994" y="300355"/>
                </a:lnTo>
                <a:lnTo>
                  <a:pt x="540994" y="340639"/>
                </a:lnTo>
                <a:lnTo>
                  <a:pt x="540829" y="361200"/>
                </a:lnTo>
                <a:lnTo>
                  <a:pt x="540372" y="382409"/>
                </a:lnTo>
                <a:lnTo>
                  <a:pt x="539496" y="403872"/>
                </a:lnTo>
                <a:lnTo>
                  <a:pt x="565404" y="393204"/>
                </a:lnTo>
                <a:lnTo>
                  <a:pt x="565404" y="370344"/>
                </a:lnTo>
                <a:lnTo>
                  <a:pt x="733044" y="370344"/>
                </a:lnTo>
                <a:lnTo>
                  <a:pt x="733044" y="400824"/>
                </a:lnTo>
                <a:lnTo>
                  <a:pt x="758952" y="390156"/>
                </a:lnTo>
                <a:lnTo>
                  <a:pt x="758177" y="370344"/>
                </a:lnTo>
                <a:lnTo>
                  <a:pt x="758063" y="367499"/>
                </a:lnTo>
                <a:lnTo>
                  <a:pt x="757961" y="361200"/>
                </a:lnTo>
                <a:lnTo>
                  <a:pt x="757618" y="340639"/>
                </a:lnTo>
                <a:lnTo>
                  <a:pt x="757504" y="320052"/>
                </a:lnTo>
                <a:lnTo>
                  <a:pt x="757428" y="271284"/>
                </a:lnTo>
                <a:lnTo>
                  <a:pt x="766000" y="263664"/>
                </a:lnTo>
                <a:lnTo>
                  <a:pt x="771144" y="259092"/>
                </a:lnTo>
                <a:close/>
              </a:path>
              <a:path w="855344" h="413385">
                <a:moveTo>
                  <a:pt x="854964" y="170700"/>
                </a:moveTo>
                <a:lnTo>
                  <a:pt x="816330" y="160147"/>
                </a:lnTo>
                <a:lnTo>
                  <a:pt x="753376" y="131051"/>
                </a:lnTo>
                <a:lnTo>
                  <a:pt x="707059" y="93370"/>
                </a:lnTo>
                <a:lnTo>
                  <a:pt x="673392" y="55130"/>
                </a:lnTo>
                <a:lnTo>
                  <a:pt x="661416" y="36588"/>
                </a:lnTo>
                <a:lnTo>
                  <a:pt x="676656" y="28968"/>
                </a:lnTo>
                <a:lnTo>
                  <a:pt x="640080" y="4584"/>
                </a:lnTo>
                <a:lnTo>
                  <a:pt x="624078" y="39446"/>
                </a:lnTo>
                <a:lnTo>
                  <a:pt x="585216" y="98882"/>
                </a:lnTo>
                <a:lnTo>
                  <a:pt x="537184" y="146596"/>
                </a:lnTo>
                <a:lnTo>
                  <a:pt x="479412" y="187744"/>
                </a:lnTo>
                <a:lnTo>
                  <a:pt x="446532" y="205752"/>
                </a:lnTo>
                <a:lnTo>
                  <a:pt x="449580" y="213372"/>
                </a:lnTo>
                <a:lnTo>
                  <a:pt x="507873" y="187083"/>
                </a:lnTo>
                <a:lnTo>
                  <a:pt x="559308" y="153936"/>
                </a:lnTo>
                <a:lnTo>
                  <a:pt x="607123" y="108407"/>
                </a:lnTo>
                <a:lnTo>
                  <a:pt x="653796" y="45732"/>
                </a:lnTo>
                <a:lnTo>
                  <a:pt x="661860" y="60540"/>
                </a:lnTo>
                <a:lnTo>
                  <a:pt x="686574" y="95872"/>
                </a:lnTo>
                <a:lnTo>
                  <a:pt x="724941" y="137312"/>
                </a:lnTo>
                <a:lnTo>
                  <a:pt x="782091" y="179692"/>
                </a:lnTo>
                <a:lnTo>
                  <a:pt x="818388" y="201180"/>
                </a:lnTo>
                <a:lnTo>
                  <a:pt x="824103" y="192011"/>
                </a:lnTo>
                <a:lnTo>
                  <a:pt x="832104" y="184988"/>
                </a:lnTo>
                <a:lnTo>
                  <a:pt x="842391" y="179959"/>
                </a:lnTo>
                <a:lnTo>
                  <a:pt x="854964" y="176796"/>
                </a:lnTo>
                <a:lnTo>
                  <a:pt x="854964" y="17070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</p:spTree>
  </p:cSld>
  <p:clrMapOvr>
    <a:masterClrMapping/>
  </p:clrMapOvr>
</p:sld>
</file>

<file path=ppt/slides/slide4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object 2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9555480" y="7231380"/>
            <a:ext cx="202691" cy="141732"/>
          </a:xfrm>
          <a:prstGeom prst="rect">
            <a:avLst/>
          </a:prstGeom>
        </p:spPr>
      </p:pic>
      <p:sp>
        <p:nvSpPr>
          <p:cNvPr id="3" name="object 3"/>
          <p:cNvSpPr/>
          <p:nvPr/>
        </p:nvSpPr>
        <p:spPr>
          <a:xfrm>
            <a:off x="1760219" y="1328927"/>
            <a:ext cx="218440" cy="447040"/>
          </a:xfrm>
          <a:custGeom>
            <a:avLst/>
            <a:gdLst/>
            <a:ahLst/>
            <a:cxnLst/>
            <a:rect l="l" t="t" r="r" b="b"/>
            <a:pathLst>
              <a:path w="218439" h="447039">
                <a:moveTo>
                  <a:pt x="217931" y="446532"/>
                </a:moveTo>
                <a:lnTo>
                  <a:pt x="0" y="446532"/>
                </a:lnTo>
                <a:lnTo>
                  <a:pt x="0" y="400812"/>
                </a:lnTo>
                <a:lnTo>
                  <a:pt x="80771" y="400812"/>
                </a:lnTo>
                <a:lnTo>
                  <a:pt x="80771" y="102108"/>
                </a:lnTo>
                <a:lnTo>
                  <a:pt x="0" y="102108"/>
                </a:lnTo>
                <a:lnTo>
                  <a:pt x="0" y="62484"/>
                </a:lnTo>
                <a:lnTo>
                  <a:pt x="21407" y="61626"/>
                </a:lnTo>
                <a:lnTo>
                  <a:pt x="39814" y="59055"/>
                </a:lnTo>
                <a:lnTo>
                  <a:pt x="77081" y="41362"/>
                </a:lnTo>
                <a:lnTo>
                  <a:pt x="91439" y="0"/>
                </a:lnTo>
                <a:lnTo>
                  <a:pt x="138683" y="0"/>
                </a:lnTo>
                <a:lnTo>
                  <a:pt x="138683" y="400812"/>
                </a:lnTo>
                <a:lnTo>
                  <a:pt x="217931" y="400812"/>
                </a:lnTo>
                <a:lnTo>
                  <a:pt x="217931" y="446532"/>
                </a:lnTo>
                <a:close/>
              </a:path>
            </a:pathLst>
          </a:custGeom>
          <a:solidFill>
            <a:srgbClr val="3333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" name="object 4"/>
          <p:cNvSpPr/>
          <p:nvPr/>
        </p:nvSpPr>
        <p:spPr>
          <a:xfrm>
            <a:off x="2084832" y="1690116"/>
            <a:ext cx="71755" cy="85725"/>
          </a:xfrm>
          <a:custGeom>
            <a:avLst/>
            <a:gdLst/>
            <a:ahLst/>
            <a:cxnLst/>
            <a:rect l="l" t="t" r="r" b="b"/>
            <a:pathLst>
              <a:path w="71755" h="85725">
                <a:moveTo>
                  <a:pt x="71627" y="85343"/>
                </a:moveTo>
                <a:lnTo>
                  <a:pt x="0" y="85343"/>
                </a:lnTo>
                <a:lnTo>
                  <a:pt x="0" y="0"/>
                </a:lnTo>
                <a:lnTo>
                  <a:pt x="71627" y="0"/>
                </a:lnTo>
                <a:lnTo>
                  <a:pt x="71627" y="85343"/>
                </a:lnTo>
                <a:close/>
              </a:path>
            </a:pathLst>
          </a:custGeom>
          <a:solidFill>
            <a:srgbClr val="3333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" name="object 5"/>
          <p:cNvSpPr/>
          <p:nvPr/>
        </p:nvSpPr>
        <p:spPr>
          <a:xfrm>
            <a:off x="2244852" y="1321307"/>
            <a:ext cx="276225" cy="454659"/>
          </a:xfrm>
          <a:custGeom>
            <a:avLst/>
            <a:gdLst/>
            <a:ahLst/>
            <a:cxnLst/>
            <a:rect l="l" t="t" r="r" b="b"/>
            <a:pathLst>
              <a:path w="276225" h="454660">
                <a:moveTo>
                  <a:pt x="275843" y="454151"/>
                </a:moveTo>
                <a:lnTo>
                  <a:pt x="0" y="454151"/>
                </a:lnTo>
                <a:lnTo>
                  <a:pt x="0" y="391667"/>
                </a:lnTo>
                <a:lnTo>
                  <a:pt x="29336" y="364426"/>
                </a:lnTo>
                <a:lnTo>
                  <a:pt x="43291" y="351162"/>
                </a:lnTo>
                <a:lnTo>
                  <a:pt x="56387" y="338327"/>
                </a:lnTo>
                <a:lnTo>
                  <a:pt x="69842" y="325493"/>
                </a:lnTo>
                <a:lnTo>
                  <a:pt x="82867" y="312229"/>
                </a:lnTo>
                <a:lnTo>
                  <a:pt x="131349" y="258079"/>
                </a:lnTo>
                <a:lnTo>
                  <a:pt x="165639" y="213407"/>
                </a:lnTo>
                <a:lnTo>
                  <a:pt x="185666" y="177903"/>
                </a:lnTo>
                <a:lnTo>
                  <a:pt x="196595" y="124967"/>
                </a:lnTo>
                <a:lnTo>
                  <a:pt x="196072" y="116109"/>
                </a:lnTo>
                <a:lnTo>
                  <a:pt x="178927" y="74961"/>
                </a:lnTo>
                <a:lnTo>
                  <a:pt x="142470" y="54387"/>
                </a:lnTo>
                <a:lnTo>
                  <a:pt x="120395" y="51815"/>
                </a:lnTo>
                <a:lnTo>
                  <a:pt x="112371" y="52077"/>
                </a:lnTo>
                <a:lnTo>
                  <a:pt x="71627" y="59626"/>
                </a:lnTo>
                <a:lnTo>
                  <a:pt x="24383" y="82295"/>
                </a:lnTo>
                <a:lnTo>
                  <a:pt x="18287" y="86867"/>
                </a:lnTo>
                <a:lnTo>
                  <a:pt x="13715" y="89915"/>
                </a:lnTo>
                <a:lnTo>
                  <a:pt x="10667" y="89915"/>
                </a:lnTo>
                <a:lnTo>
                  <a:pt x="10667" y="25908"/>
                </a:lnTo>
                <a:lnTo>
                  <a:pt x="60960" y="9143"/>
                </a:lnTo>
                <a:lnTo>
                  <a:pt x="109823" y="571"/>
                </a:lnTo>
                <a:lnTo>
                  <a:pt x="124967" y="0"/>
                </a:lnTo>
                <a:lnTo>
                  <a:pt x="154138" y="2024"/>
                </a:lnTo>
                <a:lnTo>
                  <a:pt x="202763" y="18645"/>
                </a:lnTo>
                <a:lnTo>
                  <a:pt x="237624" y="51196"/>
                </a:lnTo>
                <a:lnTo>
                  <a:pt x="255293" y="95678"/>
                </a:lnTo>
                <a:lnTo>
                  <a:pt x="257555" y="121919"/>
                </a:lnTo>
                <a:lnTo>
                  <a:pt x="257032" y="135112"/>
                </a:lnTo>
                <a:lnTo>
                  <a:pt x="247769" y="181832"/>
                </a:lnTo>
                <a:lnTo>
                  <a:pt x="228695" y="221218"/>
                </a:lnTo>
                <a:lnTo>
                  <a:pt x="191071" y="268986"/>
                </a:lnTo>
                <a:lnTo>
                  <a:pt x="159472" y="303156"/>
                </a:lnTo>
                <a:lnTo>
                  <a:pt x="128087" y="334541"/>
                </a:lnTo>
                <a:lnTo>
                  <a:pt x="111251" y="350519"/>
                </a:lnTo>
                <a:lnTo>
                  <a:pt x="94964" y="366569"/>
                </a:lnTo>
                <a:lnTo>
                  <a:pt x="67532" y="392953"/>
                </a:lnTo>
                <a:lnTo>
                  <a:pt x="56387" y="403859"/>
                </a:lnTo>
                <a:lnTo>
                  <a:pt x="275843" y="403859"/>
                </a:lnTo>
                <a:lnTo>
                  <a:pt x="275843" y="454151"/>
                </a:lnTo>
                <a:close/>
              </a:path>
            </a:pathLst>
          </a:custGeom>
          <a:solidFill>
            <a:srgbClr val="3333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" name="object 6"/>
          <p:cNvSpPr/>
          <p:nvPr/>
        </p:nvSpPr>
        <p:spPr>
          <a:xfrm>
            <a:off x="2773679" y="1299971"/>
            <a:ext cx="553720" cy="504825"/>
          </a:xfrm>
          <a:custGeom>
            <a:avLst/>
            <a:gdLst/>
            <a:ahLst/>
            <a:cxnLst/>
            <a:rect l="l" t="t" r="r" b="b"/>
            <a:pathLst>
              <a:path w="553720" h="504825">
                <a:moveTo>
                  <a:pt x="53339" y="54864"/>
                </a:moveTo>
                <a:lnTo>
                  <a:pt x="30480" y="33528"/>
                </a:lnTo>
                <a:lnTo>
                  <a:pt x="432816" y="33528"/>
                </a:lnTo>
                <a:lnTo>
                  <a:pt x="466344" y="0"/>
                </a:lnTo>
                <a:lnTo>
                  <a:pt x="515112" y="47244"/>
                </a:lnTo>
                <a:lnTo>
                  <a:pt x="109728" y="47244"/>
                </a:lnTo>
                <a:lnTo>
                  <a:pt x="94916" y="47791"/>
                </a:lnTo>
                <a:lnTo>
                  <a:pt x="80390" y="49339"/>
                </a:lnTo>
                <a:lnTo>
                  <a:pt x="66436" y="51744"/>
                </a:lnTo>
                <a:lnTo>
                  <a:pt x="53339" y="54864"/>
                </a:lnTo>
                <a:close/>
              </a:path>
              <a:path w="553720" h="504825">
                <a:moveTo>
                  <a:pt x="243839" y="219456"/>
                </a:moveTo>
                <a:lnTo>
                  <a:pt x="210312" y="219456"/>
                </a:lnTo>
                <a:lnTo>
                  <a:pt x="234695" y="47244"/>
                </a:lnTo>
                <a:lnTo>
                  <a:pt x="269747" y="47244"/>
                </a:lnTo>
                <a:lnTo>
                  <a:pt x="243839" y="219456"/>
                </a:lnTo>
                <a:close/>
              </a:path>
              <a:path w="553720" h="504825">
                <a:moveTo>
                  <a:pt x="79247" y="240792"/>
                </a:moveTo>
                <a:lnTo>
                  <a:pt x="57911" y="219456"/>
                </a:lnTo>
                <a:lnTo>
                  <a:pt x="387096" y="219456"/>
                </a:lnTo>
                <a:lnTo>
                  <a:pt x="409956" y="193548"/>
                </a:lnTo>
                <a:lnTo>
                  <a:pt x="448056" y="224028"/>
                </a:lnTo>
                <a:lnTo>
                  <a:pt x="434478" y="234696"/>
                </a:lnTo>
                <a:lnTo>
                  <a:pt x="137159" y="234696"/>
                </a:lnTo>
                <a:lnTo>
                  <a:pt x="121467" y="235005"/>
                </a:lnTo>
                <a:lnTo>
                  <a:pt x="106489" y="236029"/>
                </a:lnTo>
                <a:lnTo>
                  <a:pt x="92368" y="237910"/>
                </a:lnTo>
                <a:lnTo>
                  <a:pt x="79247" y="240792"/>
                </a:lnTo>
                <a:close/>
              </a:path>
              <a:path w="553720" h="504825">
                <a:moveTo>
                  <a:pt x="204215" y="483108"/>
                </a:moveTo>
                <a:lnTo>
                  <a:pt x="170688" y="483108"/>
                </a:lnTo>
                <a:lnTo>
                  <a:pt x="208788" y="234696"/>
                </a:lnTo>
                <a:lnTo>
                  <a:pt x="242315" y="234696"/>
                </a:lnTo>
                <a:lnTo>
                  <a:pt x="204215" y="483108"/>
                </a:lnTo>
                <a:close/>
              </a:path>
              <a:path w="553720" h="504825">
                <a:moveTo>
                  <a:pt x="416052" y="483108"/>
                </a:moveTo>
                <a:lnTo>
                  <a:pt x="382524" y="483108"/>
                </a:lnTo>
                <a:lnTo>
                  <a:pt x="393192" y="234696"/>
                </a:lnTo>
                <a:lnTo>
                  <a:pt x="434478" y="234696"/>
                </a:lnTo>
                <a:lnTo>
                  <a:pt x="426720" y="240792"/>
                </a:lnTo>
                <a:lnTo>
                  <a:pt x="416052" y="483108"/>
                </a:lnTo>
                <a:close/>
              </a:path>
              <a:path w="553720" h="504825">
                <a:moveTo>
                  <a:pt x="21335" y="504444"/>
                </a:moveTo>
                <a:lnTo>
                  <a:pt x="0" y="483108"/>
                </a:lnTo>
                <a:lnTo>
                  <a:pt x="461772" y="483108"/>
                </a:lnTo>
                <a:lnTo>
                  <a:pt x="499872" y="445008"/>
                </a:lnTo>
                <a:lnTo>
                  <a:pt x="553212" y="496824"/>
                </a:lnTo>
                <a:lnTo>
                  <a:pt x="79247" y="496824"/>
                </a:lnTo>
                <a:lnTo>
                  <a:pt x="63769" y="497371"/>
                </a:lnTo>
                <a:lnTo>
                  <a:pt x="49148" y="498919"/>
                </a:lnTo>
                <a:lnTo>
                  <a:pt x="35099" y="501324"/>
                </a:lnTo>
                <a:lnTo>
                  <a:pt x="21335" y="504444"/>
                </a:lnTo>
                <a:close/>
              </a:path>
            </a:pathLst>
          </a:custGeom>
          <a:solidFill>
            <a:srgbClr val="3333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" name="object 7"/>
          <p:cNvSpPr/>
          <p:nvPr/>
        </p:nvSpPr>
        <p:spPr>
          <a:xfrm>
            <a:off x="3377184" y="1271016"/>
            <a:ext cx="562610" cy="567055"/>
          </a:xfrm>
          <a:custGeom>
            <a:avLst/>
            <a:gdLst/>
            <a:ahLst/>
            <a:cxnLst/>
            <a:rect l="l" t="t" r="r" b="b"/>
            <a:pathLst>
              <a:path w="562610" h="567055">
                <a:moveTo>
                  <a:pt x="1524" y="310896"/>
                </a:moveTo>
                <a:lnTo>
                  <a:pt x="0" y="301752"/>
                </a:lnTo>
                <a:lnTo>
                  <a:pt x="49172" y="274081"/>
                </a:lnTo>
                <a:lnTo>
                  <a:pt x="93916" y="241554"/>
                </a:lnTo>
                <a:lnTo>
                  <a:pt x="134373" y="204454"/>
                </a:lnTo>
                <a:lnTo>
                  <a:pt x="170688" y="163067"/>
                </a:lnTo>
                <a:lnTo>
                  <a:pt x="202120" y="119372"/>
                </a:lnTo>
                <a:lnTo>
                  <a:pt x="227838" y="77533"/>
                </a:lnTo>
                <a:lnTo>
                  <a:pt x="247840" y="37695"/>
                </a:lnTo>
                <a:lnTo>
                  <a:pt x="262128" y="0"/>
                </a:lnTo>
                <a:lnTo>
                  <a:pt x="312420" y="28956"/>
                </a:lnTo>
                <a:lnTo>
                  <a:pt x="291084" y="42671"/>
                </a:lnTo>
                <a:lnTo>
                  <a:pt x="302074" y="57912"/>
                </a:lnTo>
                <a:lnTo>
                  <a:pt x="284988" y="57912"/>
                </a:lnTo>
                <a:lnTo>
                  <a:pt x="256365" y="102727"/>
                </a:lnTo>
                <a:lnTo>
                  <a:pt x="227457" y="143256"/>
                </a:lnTo>
                <a:lnTo>
                  <a:pt x="197977" y="179212"/>
                </a:lnTo>
                <a:lnTo>
                  <a:pt x="167640" y="210312"/>
                </a:lnTo>
                <a:lnTo>
                  <a:pt x="133326" y="238029"/>
                </a:lnTo>
                <a:lnTo>
                  <a:pt x="94297" y="264033"/>
                </a:lnTo>
                <a:lnTo>
                  <a:pt x="50411" y="288321"/>
                </a:lnTo>
                <a:lnTo>
                  <a:pt x="1524" y="310896"/>
                </a:lnTo>
                <a:close/>
              </a:path>
              <a:path w="562610" h="567055">
                <a:moveTo>
                  <a:pt x="507492" y="289559"/>
                </a:moveTo>
                <a:lnTo>
                  <a:pt x="472344" y="269271"/>
                </a:lnTo>
                <a:lnTo>
                  <a:pt x="440055" y="247269"/>
                </a:lnTo>
                <a:lnTo>
                  <a:pt x="384048" y="198119"/>
                </a:lnTo>
                <a:lnTo>
                  <a:pt x="334518" y="136588"/>
                </a:lnTo>
                <a:lnTo>
                  <a:pt x="309895" y="99321"/>
                </a:lnTo>
                <a:lnTo>
                  <a:pt x="284988" y="57912"/>
                </a:lnTo>
                <a:lnTo>
                  <a:pt x="302074" y="57912"/>
                </a:lnTo>
                <a:lnTo>
                  <a:pt x="324278" y="88701"/>
                </a:lnTo>
                <a:lnTo>
                  <a:pt x="357759" y="128587"/>
                </a:lnTo>
                <a:lnTo>
                  <a:pt x="391810" y="162472"/>
                </a:lnTo>
                <a:lnTo>
                  <a:pt x="426720" y="190500"/>
                </a:lnTo>
                <a:lnTo>
                  <a:pt x="461629" y="212193"/>
                </a:lnTo>
                <a:lnTo>
                  <a:pt x="529161" y="241292"/>
                </a:lnTo>
                <a:lnTo>
                  <a:pt x="562356" y="248412"/>
                </a:lnTo>
                <a:lnTo>
                  <a:pt x="562356" y="257556"/>
                </a:lnTo>
                <a:lnTo>
                  <a:pt x="544353" y="260413"/>
                </a:lnTo>
                <a:lnTo>
                  <a:pt x="529209" y="266700"/>
                </a:lnTo>
                <a:lnTo>
                  <a:pt x="516921" y="276415"/>
                </a:lnTo>
                <a:lnTo>
                  <a:pt x="507492" y="289559"/>
                </a:lnTo>
                <a:close/>
              </a:path>
              <a:path w="562610" h="567055">
                <a:moveTo>
                  <a:pt x="260604" y="566928"/>
                </a:moveTo>
                <a:lnTo>
                  <a:pt x="261485" y="522612"/>
                </a:lnTo>
                <a:lnTo>
                  <a:pt x="261937" y="485584"/>
                </a:lnTo>
                <a:lnTo>
                  <a:pt x="261980" y="477821"/>
                </a:lnTo>
                <a:lnTo>
                  <a:pt x="262069" y="247269"/>
                </a:lnTo>
                <a:lnTo>
                  <a:pt x="261946" y="229171"/>
                </a:lnTo>
                <a:lnTo>
                  <a:pt x="261513" y="202691"/>
                </a:lnTo>
                <a:lnTo>
                  <a:pt x="261396" y="198119"/>
                </a:lnTo>
                <a:lnTo>
                  <a:pt x="260604" y="172212"/>
                </a:lnTo>
                <a:lnTo>
                  <a:pt x="318516" y="202691"/>
                </a:lnTo>
                <a:lnTo>
                  <a:pt x="298704" y="217932"/>
                </a:lnTo>
                <a:lnTo>
                  <a:pt x="298751" y="477821"/>
                </a:lnTo>
                <a:lnTo>
                  <a:pt x="299085" y="498729"/>
                </a:lnTo>
                <a:lnTo>
                  <a:pt x="299989" y="520207"/>
                </a:lnTo>
                <a:lnTo>
                  <a:pt x="301752" y="542544"/>
                </a:lnTo>
                <a:lnTo>
                  <a:pt x="260604" y="566928"/>
                </a:lnTo>
                <a:close/>
              </a:path>
            </a:pathLst>
          </a:custGeom>
          <a:solidFill>
            <a:srgbClr val="3333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4000500" y="1275587"/>
            <a:ext cx="548640" cy="562610"/>
          </a:xfrm>
          <a:custGeom>
            <a:avLst/>
            <a:gdLst/>
            <a:ahLst/>
            <a:cxnLst/>
            <a:rect l="l" t="t" r="r" b="b"/>
            <a:pathLst>
              <a:path w="548639" h="562610">
                <a:moveTo>
                  <a:pt x="16764" y="562356"/>
                </a:moveTo>
                <a:lnTo>
                  <a:pt x="12192" y="554736"/>
                </a:lnTo>
                <a:lnTo>
                  <a:pt x="41886" y="538210"/>
                </a:lnTo>
                <a:lnTo>
                  <a:pt x="69151" y="520827"/>
                </a:lnTo>
                <a:lnTo>
                  <a:pt x="115824" y="484632"/>
                </a:lnTo>
                <a:lnTo>
                  <a:pt x="153543" y="448056"/>
                </a:lnTo>
                <a:lnTo>
                  <a:pt x="184404" y="411480"/>
                </a:lnTo>
                <a:lnTo>
                  <a:pt x="228600" y="454152"/>
                </a:lnTo>
                <a:lnTo>
                  <a:pt x="214884" y="457842"/>
                </a:lnTo>
                <a:lnTo>
                  <a:pt x="196596" y="466534"/>
                </a:lnTo>
                <a:lnTo>
                  <a:pt x="173736" y="480083"/>
                </a:lnTo>
                <a:lnTo>
                  <a:pt x="146304" y="498348"/>
                </a:lnTo>
                <a:lnTo>
                  <a:pt x="115133" y="516921"/>
                </a:lnTo>
                <a:lnTo>
                  <a:pt x="83248" y="533781"/>
                </a:lnTo>
                <a:lnTo>
                  <a:pt x="50506" y="548925"/>
                </a:lnTo>
                <a:lnTo>
                  <a:pt x="16764" y="562356"/>
                </a:lnTo>
                <a:close/>
              </a:path>
              <a:path w="548639" h="562610">
                <a:moveTo>
                  <a:pt x="478536" y="557784"/>
                </a:moveTo>
                <a:lnTo>
                  <a:pt x="477012" y="557784"/>
                </a:lnTo>
                <a:lnTo>
                  <a:pt x="470201" y="555498"/>
                </a:lnTo>
                <a:lnTo>
                  <a:pt x="461391" y="548640"/>
                </a:lnTo>
                <a:lnTo>
                  <a:pt x="450865" y="537210"/>
                </a:lnTo>
                <a:lnTo>
                  <a:pt x="438912" y="521208"/>
                </a:lnTo>
                <a:lnTo>
                  <a:pt x="418028" y="497205"/>
                </a:lnTo>
                <a:lnTo>
                  <a:pt x="391858" y="473202"/>
                </a:lnTo>
                <a:lnTo>
                  <a:pt x="360259" y="449199"/>
                </a:lnTo>
                <a:lnTo>
                  <a:pt x="323088" y="425196"/>
                </a:lnTo>
                <a:lnTo>
                  <a:pt x="329184" y="416052"/>
                </a:lnTo>
                <a:lnTo>
                  <a:pt x="389143" y="443436"/>
                </a:lnTo>
                <a:lnTo>
                  <a:pt x="433959" y="465963"/>
                </a:lnTo>
                <a:lnTo>
                  <a:pt x="477012" y="495300"/>
                </a:lnTo>
                <a:lnTo>
                  <a:pt x="489204" y="528828"/>
                </a:lnTo>
                <a:lnTo>
                  <a:pt x="489204" y="536448"/>
                </a:lnTo>
                <a:lnTo>
                  <a:pt x="487680" y="544068"/>
                </a:lnTo>
                <a:lnTo>
                  <a:pt x="484632" y="548640"/>
                </a:lnTo>
                <a:lnTo>
                  <a:pt x="481584" y="554736"/>
                </a:lnTo>
                <a:lnTo>
                  <a:pt x="478536" y="557784"/>
                </a:lnTo>
                <a:close/>
              </a:path>
              <a:path w="548639" h="562610">
                <a:moveTo>
                  <a:pt x="230124" y="117348"/>
                </a:moveTo>
                <a:lnTo>
                  <a:pt x="199644" y="117348"/>
                </a:lnTo>
                <a:lnTo>
                  <a:pt x="199644" y="59436"/>
                </a:lnTo>
                <a:lnTo>
                  <a:pt x="199402" y="45719"/>
                </a:lnTo>
                <a:lnTo>
                  <a:pt x="199293" y="42672"/>
                </a:lnTo>
                <a:lnTo>
                  <a:pt x="198691" y="29718"/>
                </a:lnTo>
                <a:lnTo>
                  <a:pt x="197650" y="14001"/>
                </a:lnTo>
                <a:lnTo>
                  <a:pt x="196596" y="0"/>
                </a:lnTo>
                <a:lnTo>
                  <a:pt x="246888" y="25908"/>
                </a:lnTo>
                <a:lnTo>
                  <a:pt x="230124" y="42672"/>
                </a:lnTo>
                <a:lnTo>
                  <a:pt x="230124" y="117348"/>
                </a:lnTo>
                <a:close/>
              </a:path>
              <a:path w="548639" h="562610">
                <a:moveTo>
                  <a:pt x="333756" y="117348"/>
                </a:moveTo>
                <a:lnTo>
                  <a:pt x="301752" y="117348"/>
                </a:lnTo>
                <a:lnTo>
                  <a:pt x="301716" y="42672"/>
                </a:lnTo>
                <a:lnTo>
                  <a:pt x="301574" y="29718"/>
                </a:lnTo>
                <a:lnTo>
                  <a:pt x="301478" y="25908"/>
                </a:lnTo>
                <a:lnTo>
                  <a:pt x="301109" y="14001"/>
                </a:lnTo>
                <a:lnTo>
                  <a:pt x="300228" y="0"/>
                </a:lnTo>
                <a:lnTo>
                  <a:pt x="352044" y="25908"/>
                </a:lnTo>
                <a:lnTo>
                  <a:pt x="333756" y="45719"/>
                </a:lnTo>
                <a:lnTo>
                  <a:pt x="333756" y="117348"/>
                </a:lnTo>
                <a:close/>
              </a:path>
              <a:path w="548639" h="562610">
                <a:moveTo>
                  <a:pt x="454429" y="117348"/>
                </a:moveTo>
                <a:lnTo>
                  <a:pt x="405384" y="117348"/>
                </a:lnTo>
                <a:lnTo>
                  <a:pt x="426720" y="92964"/>
                </a:lnTo>
                <a:lnTo>
                  <a:pt x="454429" y="117348"/>
                </a:lnTo>
                <a:close/>
              </a:path>
              <a:path w="548639" h="562610">
                <a:moveTo>
                  <a:pt x="124968" y="385572"/>
                </a:moveTo>
                <a:lnTo>
                  <a:pt x="94488" y="385572"/>
                </a:lnTo>
                <a:lnTo>
                  <a:pt x="94488" y="202692"/>
                </a:lnTo>
                <a:lnTo>
                  <a:pt x="94226" y="179022"/>
                </a:lnTo>
                <a:lnTo>
                  <a:pt x="93535" y="153924"/>
                </a:lnTo>
                <a:lnTo>
                  <a:pt x="92510" y="126492"/>
                </a:lnTo>
                <a:lnTo>
                  <a:pt x="91440" y="100584"/>
                </a:lnTo>
                <a:lnTo>
                  <a:pt x="124968" y="117348"/>
                </a:lnTo>
                <a:lnTo>
                  <a:pt x="454429" y="117348"/>
                </a:lnTo>
                <a:lnTo>
                  <a:pt x="464820" y="126492"/>
                </a:lnTo>
                <a:lnTo>
                  <a:pt x="457504" y="131064"/>
                </a:lnTo>
                <a:lnTo>
                  <a:pt x="124968" y="131064"/>
                </a:lnTo>
                <a:lnTo>
                  <a:pt x="124968" y="243840"/>
                </a:lnTo>
                <a:lnTo>
                  <a:pt x="440436" y="243840"/>
                </a:lnTo>
                <a:lnTo>
                  <a:pt x="440436" y="259080"/>
                </a:lnTo>
                <a:lnTo>
                  <a:pt x="124968" y="259080"/>
                </a:lnTo>
                <a:lnTo>
                  <a:pt x="124968" y="385572"/>
                </a:lnTo>
                <a:close/>
              </a:path>
              <a:path w="548639" h="562610">
                <a:moveTo>
                  <a:pt x="230124" y="243840"/>
                </a:moveTo>
                <a:lnTo>
                  <a:pt x="199644" y="243840"/>
                </a:lnTo>
                <a:lnTo>
                  <a:pt x="199644" y="131064"/>
                </a:lnTo>
                <a:lnTo>
                  <a:pt x="230124" y="131064"/>
                </a:lnTo>
                <a:lnTo>
                  <a:pt x="230124" y="243840"/>
                </a:lnTo>
                <a:close/>
              </a:path>
              <a:path w="548639" h="562610">
                <a:moveTo>
                  <a:pt x="333756" y="243840"/>
                </a:moveTo>
                <a:lnTo>
                  <a:pt x="301752" y="243840"/>
                </a:lnTo>
                <a:lnTo>
                  <a:pt x="301752" y="131064"/>
                </a:lnTo>
                <a:lnTo>
                  <a:pt x="333756" y="131064"/>
                </a:lnTo>
                <a:lnTo>
                  <a:pt x="333756" y="243840"/>
                </a:lnTo>
                <a:close/>
              </a:path>
              <a:path w="548639" h="562610">
                <a:moveTo>
                  <a:pt x="440436" y="243840"/>
                </a:moveTo>
                <a:lnTo>
                  <a:pt x="409956" y="243840"/>
                </a:lnTo>
                <a:lnTo>
                  <a:pt x="409956" y="131064"/>
                </a:lnTo>
                <a:lnTo>
                  <a:pt x="457504" y="131064"/>
                </a:lnTo>
                <a:lnTo>
                  <a:pt x="440436" y="141732"/>
                </a:lnTo>
                <a:lnTo>
                  <a:pt x="440436" y="243840"/>
                </a:lnTo>
                <a:close/>
              </a:path>
              <a:path w="548639" h="562610">
                <a:moveTo>
                  <a:pt x="230124" y="385572"/>
                </a:moveTo>
                <a:lnTo>
                  <a:pt x="199644" y="385572"/>
                </a:lnTo>
                <a:lnTo>
                  <a:pt x="199644" y="259080"/>
                </a:lnTo>
                <a:lnTo>
                  <a:pt x="230124" y="259080"/>
                </a:lnTo>
                <a:lnTo>
                  <a:pt x="230124" y="385572"/>
                </a:lnTo>
                <a:close/>
              </a:path>
              <a:path w="548639" h="562610">
                <a:moveTo>
                  <a:pt x="333756" y="385572"/>
                </a:moveTo>
                <a:lnTo>
                  <a:pt x="301752" y="385572"/>
                </a:lnTo>
                <a:lnTo>
                  <a:pt x="301752" y="259080"/>
                </a:lnTo>
                <a:lnTo>
                  <a:pt x="333756" y="259080"/>
                </a:lnTo>
                <a:lnTo>
                  <a:pt x="333756" y="385572"/>
                </a:lnTo>
                <a:close/>
              </a:path>
              <a:path w="548639" h="562610">
                <a:moveTo>
                  <a:pt x="440436" y="385572"/>
                </a:moveTo>
                <a:lnTo>
                  <a:pt x="409956" y="385572"/>
                </a:lnTo>
                <a:lnTo>
                  <a:pt x="409956" y="259080"/>
                </a:lnTo>
                <a:lnTo>
                  <a:pt x="440436" y="259080"/>
                </a:lnTo>
                <a:lnTo>
                  <a:pt x="440436" y="385572"/>
                </a:lnTo>
                <a:close/>
              </a:path>
              <a:path w="548639" h="562610">
                <a:moveTo>
                  <a:pt x="22860" y="406908"/>
                </a:moveTo>
                <a:lnTo>
                  <a:pt x="0" y="385572"/>
                </a:lnTo>
                <a:lnTo>
                  <a:pt x="461772" y="385572"/>
                </a:lnTo>
                <a:lnTo>
                  <a:pt x="498348" y="348996"/>
                </a:lnTo>
                <a:lnTo>
                  <a:pt x="548640" y="399288"/>
                </a:lnTo>
                <a:lnTo>
                  <a:pt x="79248" y="399288"/>
                </a:lnTo>
                <a:lnTo>
                  <a:pt x="64436" y="399835"/>
                </a:lnTo>
                <a:lnTo>
                  <a:pt x="49911" y="401383"/>
                </a:lnTo>
                <a:lnTo>
                  <a:pt x="35956" y="403788"/>
                </a:lnTo>
                <a:lnTo>
                  <a:pt x="22860" y="406908"/>
                </a:lnTo>
                <a:close/>
              </a:path>
            </a:pathLst>
          </a:custGeom>
          <a:solidFill>
            <a:srgbClr val="3333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4620767" y="1275588"/>
            <a:ext cx="528955" cy="536575"/>
          </a:xfrm>
          <a:custGeom>
            <a:avLst/>
            <a:gdLst/>
            <a:ahLst/>
            <a:cxnLst/>
            <a:rect l="l" t="t" r="r" b="b"/>
            <a:pathLst>
              <a:path w="528954" h="536575">
                <a:moveTo>
                  <a:pt x="486729" y="303276"/>
                </a:moveTo>
                <a:lnTo>
                  <a:pt x="441960" y="303276"/>
                </a:lnTo>
                <a:lnTo>
                  <a:pt x="448841" y="300656"/>
                </a:lnTo>
                <a:lnTo>
                  <a:pt x="453580" y="294894"/>
                </a:lnTo>
                <a:lnTo>
                  <a:pt x="456318" y="285702"/>
                </a:lnTo>
                <a:lnTo>
                  <a:pt x="457134" y="273748"/>
                </a:lnTo>
                <a:lnTo>
                  <a:pt x="457200" y="74676"/>
                </a:lnTo>
                <a:lnTo>
                  <a:pt x="456938" y="58078"/>
                </a:lnTo>
                <a:lnTo>
                  <a:pt x="456247" y="40195"/>
                </a:lnTo>
                <a:lnTo>
                  <a:pt x="455271" y="20883"/>
                </a:lnTo>
                <a:lnTo>
                  <a:pt x="454152" y="0"/>
                </a:lnTo>
                <a:lnTo>
                  <a:pt x="504444" y="24384"/>
                </a:lnTo>
                <a:lnTo>
                  <a:pt x="487680" y="41147"/>
                </a:lnTo>
                <a:lnTo>
                  <a:pt x="487680" y="286512"/>
                </a:lnTo>
                <a:lnTo>
                  <a:pt x="486729" y="303276"/>
                </a:lnTo>
                <a:close/>
              </a:path>
              <a:path w="528954" h="536575">
                <a:moveTo>
                  <a:pt x="45720" y="64008"/>
                </a:moveTo>
                <a:lnTo>
                  <a:pt x="25908" y="45720"/>
                </a:lnTo>
                <a:lnTo>
                  <a:pt x="243840" y="45720"/>
                </a:lnTo>
                <a:lnTo>
                  <a:pt x="272796" y="16764"/>
                </a:lnTo>
                <a:lnTo>
                  <a:pt x="315468" y="59435"/>
                </a:lnTo>
                <a:lnTo>
                  <a:pt x="74676" y="59435"/>
                </a:lnTo>
                <a:lnTo>
                  <a:pt x="45720" y="64008"/>
                </a:lnTo>
                <a:close/>
              </a:path>
              <a:path w="528954" h="536575">
                <a:moveTo>
                  <a:pt x="137160" y="160020"/>
                </a:moveTo>
                <a:lnTo>
                  <a:pt x="105156" y="160020"/>
                </a:lnTo>
                <a:lnTo>
                  <a:pt x="105156" y="59435"/>
                </a:lnTo>
                <a:lnTo>
                  <a:pt x="137160" y="59435"/>
                </a:lnTo>
                <a:lnTo>
                  <a:pt x="137160" y="160020"/>
                </a:lnTo>
                <a:close/>
              </a:path>
              <a:path w="528954" h="536575">
                <a:moveTo>
                  <a:pt x="237744" y="160020"/>
                </a:moveTo>
                <a:lnTo>
                  <a:pt x="205740" y="160020"/>
                </a:lnTo>
                <a:lnTo>
                  <a:pt x="205740" y="59435"/>
                </a:lnTo>
                <a:lnTo>
                  <a:pt x="237744" y="59435"/>
                </a:lnTo>
                <a:lnTo>
                  <a:pt x="237744" y="160020"/>
                </a:lnTo>
                <a:close/>
              </a:path>
              <a:path w="528954" h="536575">
                <a:moveTo>
                  <a:pt x="356616" y="259080"/>
                </a:moveTo>
                <a:lnTo>
                  <a:pt x="358711" y="204406"/>
                </a:lnTo>
                <a:lnTo>
                  <a:pt x="359664" y="150876"/>
                </a:lnTo>
                <a:lnTo>
                  <a:pt x="359402" y="125444"/>
                </a:lnTo>
                <a:lnTo>
                  <a:pt x="358711" y="101727"/>
                </a:lnTo>
                <a:lnTo>
                  <a:pt x="357708" y="79247"/>
                </a:lnTo>
                <a:lnTo>
                  <a:pt x="356616" y="59435"/>
                </a:lnTo>
                <a:lnTo>
                  <a:pt x="406908" y="79247"/>
                </a:lnTo>
                <a:lnTo>
                  <a:pt x="390144" y="96012"/>
                </a:lnTo>
                <a:lnTo>
                  <a:pt x="390144" y="246888"/>
                </a:lnTo>
                <a:lnTo>
                  <a:pt x="356616" y="259080"/>
                </a:lnTo>
                <a:close/>
              </a:path>
              <a:path w="528954" h="536575">
                <a:moveTo>
                  <a:pt x="24384" y="181356"/>
                </a:moveTo>
                <a:lnTo>
                  <a:pt x="3048" y="160020"/>
                </a:lnTo>
                <a:lnTo>
                  <a:pt x="263652" y="160020"/>
                </a:lnTo>
                <a:lnTo>
                  <a:pt x="294132" y="129540"/>
                </a:lnTo>
                <a:lnTo>
                  <a:pt x="339852" y="175259"/>
                </a:lnTo>
                <a:lnTo>
                  <a:pt x="80772" y="175259"/>
                </a:lnTo>
                <a:lnTo>
                  <a:pt x="65960" y="175569"/>
                </a:lnTo>
                <a:lnTo>
                  <a:pt x="51435" y="176593"/>
                </a:lnTo>
                <a:lnTo>
                  <a:pt x="37480" y="178474"/>
                </a:lnTo>
                <a:lnTo>
                  <a:pt x="24384" y="181356"/>
                </a:lnTo>
                <a:close/>
              </a:path>
              <a:path w="528954" h="536575">
                <a:moveTo>
                  <a:pt x="4572" y="370332"/>
                </a:moveTo>
                <a:lnTo>
                  <a:pt x="0" y="364236"/>
                </a:lnTo>
                <a:lnTo>
                  <a:pt x="35661" y="332585"/>
                </a:lnTo>
                <a:lnTo>
                  <a:pt x="64008" y="297935"/>
                </a:lnTo>
                <a:lnTo>
                  <a:pt x="85039" y="260213"/>
                </a:lnTo>
                <a:lnTo>
                  <a:pt x="98755" y="219346"/>
                </a:lnTo>
                <a:lnTo>
                  <a:pt x="105156" y="175259"/>
                </a:lnTo>
                <a:lnTo>
                  <a:pt x="137160" y="175259"/>
                </a:lnTo>
                <a:lnTo>
                  <a:pt x="130393" y="223345"/>
                </a:lnTo>
                <a:lnTo>
                  <a:pt x="113751" y="266968"/>
                </a:lnTo>
                <a:lnTo>
                  <a:pt x="87233" y="306055"/>
                </a:lnTo>
                <a:lnTo>
                  <a:pt x="50840" y="340534"/>
                </a:lnTo>
                <a:lnTo>
                  <a:pt x="4572" y="370332"/>
                </a:lnTo>
                <a:close/>
              </a:path>
              <a:path w="528954" h="536575">
                <a:moveTo>
                  <a:pt x="204216" y="339852"/>
                </a:moveTo>
                <a:lnTo>
                  <a:pt x="205464" y="294894"/>
                </a:lnTo>
                <a:lnTo>
                  <a:pt x="205740" y="175259"/>
                </a:lnTo>
                <a:lnTo>
                  <a:pt x="237744" y="175259"/>
                </a:lnTo>
                <a:lnTo>
                  <a:pt x="237767" y="273748"/>
                </a:lnTo>
                <a:lnTo>
                  <a:pt x="239268" y="320040"/>
                </a:lnTo>
                <a:lnTo>
                  <a:pt x="204216" y="339852"/>
                </a:lnTo>
                <a:close/>
              </a:path>
              <a:path w="528954" h="536575">
                <a:moveTo>
                  <a:pt x="437388" y="353568"/>
                </a:moveTo>
                <a:lnTo>
                  <a:pt x="431958" y="340447"/>
                </a:lnTo>
                <a:lnTo>
                  <a:pt x="417957" y="328612"/>
                </a:lnTo>
                <a:lnTo>
                  <a:pt x="395382" y="318206"/>
                </a:lnTo>
                <a:lnTo>
                  <a:pt x="364236" y="309372"/>
                </a:lnTo>
                <a:lnTo>
                  <a:pt x="364236" y="297180"/>
                </a:lnTo>
                <a:lnTo>
                  <a:pt x="392239" y="300061"/>
                </a:lnTo>
                <a:lnTo>
                  <a:pt x="414528" y="301942"/>
                </a:lnTo>
                <a:lnTo>
                  <a:pt x="431101" y="302966"/>
                </a:lnTo>
                <a:lnTo>
                  <a:pt x="441960" y="303276"/>
                </a:lnTo>
                <a:lnTo>
                  <a:pt x="486729" y="303276"/>
                </a:lnTo>
                <a:lnTo>
                  <a:pt x="486465" y="307919"/>
                </a:lnTo>
                <a:lnTo>
                  <a:pt x="477964" y="326326"/>
                </a:lnTo>
                <a:lnTo>
                  <a:pt x="461748" y="341590"/>
                </a:lnTo>
                <a:lnTo>
                  <a:pt x="437388" y="353568"/>
                </a:lnTo>
                <a:close/>
              </a:path>
              <a:path w="528954" h="536575">
                <a:moveTo>
                  <a:pt x="280416" y="402336"/>
                </a:moveTo>
                <a:lnTo>
                  <a:pt x="246888" y="402336"/>
                </a:lnTo>
                <a:lnTo>
                  <a:pt x="246626" y="383738"/>
                </a:lnTo>
                <a:lnTo>
                  <a:pt x="245926" y="364236"/>
                </a:lnTo>
                <a:lnTo>
                  <a:pt x="244726" y="339852"/>
                </a:lnTo>
                <a:lnTo>
                  <a:pt x="243840" y="323088"/>
                </a:lnTo>
                <a:lnTo>
                  <a:pt x="301752" y="347472"/>
                </a:lnTo>
                <a:lnTo>
                  <a:pt x="280416" y="364236"/>
                </a:lnTo>
                <a:lnTo>
                  <a:pt x="280416" y="402336"/>
                </a:lnTo>
                <a:close/>
              </a:path>
              <a:path w="528954" h="536575">
                <a:moveTo>
                  <a:pt x="91440" y="423672"/>
                </a:moveTo>
                <a:lnTo>
                  <a:pt x="70104" y="402336"/>
                </a:lnTo>
                <a:lnTo>
                  <a:pt x="393192" y="402336"/>
                </a:lnTo>
                <a:lnTo>
                  <a:pt x="426720" y="368808"/>
                </a:lnTo>
                <a:lnTo>
                  <a:pt x="473964" y="416052"/>
                </a:lnTo>
                <a:lnTo>
                  <a:pt x="147828" y="416052"/>
                </a:lnTo>
                <a:lnTo>
                  <a:pt x="133016" y="416599"/>
                </a:lnTo>
                <a:lnTo>
                  <a:pt x="118491" y="418147"/>
                </a:lnTo>
                <a:lnTo>
                  <a:pt x="104536" y="420552"/>
                </a:lnTo>
                <a:lnTo>
                  <a:pt x="91440" y="423672"/>
                </a:lnTo>
                <a:close/>
              </a:path>
              <a:path w="528954" h="536575">
                <a:moveTo>
                  <a:pt x="280416" y="515112"/>
                </a:moveTo>
                <a:lnTo>
                  <a:pt x="246888" y="515112"/>
                </a:lnTo>
                <a:lnTo>
                  <a:pt x="246888" y="416052"/>
                </a:lnTo>
                <a:lnTo>
                  <a:pt x="280416" y="416052"/>
                </a:lnTo>
                <a:lnTo>
                  <a:pt x="280416" y="515112"/>
                </a:lnTo>
                <a:close/>
              </a:path>
              <a:path w="528954" h="536575">
                <a:moveTo>
                  <a:pt x="21336" y="536448"/>
                </a:moveTo>
                <a:lnTo>
                  <a:pt x="0" y="515112"/>
                </a:lnTo>
                <a:lnTo>
                  <a:pt x="437388" y="515112"/>
                </a:lnTo>
                <a:lnTo>
                  <a:pt x="475488" y="475488"/>
                </a:lnTo>
                <a:lnTo>
                  <a:pt x="528828" y="528828"/>
                </a:lnTo>
                <a:lnTo>
                  <a:pt x="79248" y="528828"/>
                </a:lnTo>
                <a:lnTo>
                  <a:pt x="63769" y="529375"/>
                </a:lnTo>
                <a:lnTo>
                  <a:pt x="49149" y="530923"/>
                </a:lnTo>
                <a:lnTo>
                  <a:pt x="35099" y="533328"/>
                </a:lnTo>
                <a:lnTo>
                  <a:pt x="21336" y="536448"/>
                </a:lnTo>
                <a:close/>
              </a:path>
            </a:pathLst>
          </a:custGeom>
          <a:solidFill>
            <a:srgbClr val="3333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5283707" y="1280160"/>
            <a:ext cx="448309" cy="548640"/>
          </a:xfrm>
          <a:custGeom>
            <a:avLst/>
            <a:gdLst/>
            <a:ahLst/>
            <a:cxnLst/>
            <a:rect l="l" t="t" r="r" b="b"/>
            <a:pathLst>
              <a:path w="448310" h="548639">
                <a:moveTo>
                  <a:pt x="103632" y="117348"/>
                </a:moveTo>
                <a:lnTo>
                  <a:pt x="100584" y="117348"/>
                </a:lnTo>
                <a:lnTo>
                  <a:pt x="96273" y="115943"/>
                </a:lnTo>
                <a:lnTo>
                  <a:pt x="92392" y="111823"/>
                </a:lnTo>
                <a:lnTo>
                  <a:pt x="88796" y="105132"/>
                </a:lnTo>
                <a:lnTo>
                  <a:pt x="85344" y="96012"/>
                </a:lnTo>
                <a:lnTo>
                  <a:pt x="78176" y="76581"/>
                </a:lnTo>
                <a:lnTo>
                  <a:pt x="68008" y="54864"/>
                </a:lnTo>
                <a:lnTo>
                  <a:pt x="54697" y="30861"/>
                </a:lnTo>
                <a:lnTo>
                  <a:pt x="38100" y="4572"/>
                </a:lnTo>
                <a:lnTo>
                  <a:pt x="45720" y="0"/>
                </a:lnTo>
                <a:lnTo>
                  <a:pt x="85534" y="24384"/>
                </a:lnTo>
                <a:lnTo>
                  <a:pt x="115323" y="53030"/>
                </a:lnTo>
                <a:lnTo>
                  <a:pt x="124968" y="74676"/>
                </a:lnTo>
                <a:lnTo>
                  <a:pt x="124365" y="80700"/>
                </a:lnTo>
                <a:lnTo>
                  <a:pt x="122491" y="87249"/>
                </a:lnTo>
                <a:lnTo>
                  <a:pt x="119181" y="94392"/>
                </a:lnTo>
                <a:lnTo>
                  <a:pt x="114300" y="102108"/>
                </a:lnTo>
                <a:lnTo>
                  <a:pt x="108204" y="112776"/>
                </a:lnTo>
                <a:lnTo>
                  <a:pt x="103632" y="117348"/>
                </a:lnTo>
                <a:close/>
              </a:path>
              <a:path w="448310" h="548639">
                <a:moveTo>
                  <a:pt x="201168" y="83820"/>
                </a:moveTo>
                <a:lnTo>
                  <a:pt x="179831" y="62484"/>
                </a:lnTo>
                <a:lnTo>
                  <a:pt x="387096" y="62484"/>
                </a:lnTo>
                <a:lnTo>
                  <a:pt x="406908" y="33528"/>
                </a:lnTo>
                <a:lnTo>
                  <a:pt x="448056" y="67056"/>
                </a:lnTo>
                <a:lnTo>
                  <a:pt x="437505" y="76200"/>
                </a:lnTo>
                <a:lnTo>
                  <a:pt x="259080" y="76200"/>
                </a:lnTo>
                <a:lnTo>
                  <a:pt x="243387" y="76747"/>
                </a:lnTo>
                <a:lnTo>
                  <a:pt x="228409" y="78295"/>
                </a:lnTo>
                <a:lnTo>
                  <a:pt x="214288" y="80700"/>
                </a:lnTo>
                <a:lnTo>
                  <a:pt x="201168" y="83820"/>
                </a:lnTo>
                <a:close/>
              </a:path>
              <a:path w="448310" h="548639">
                <a:moveTo>
                  <a:pt x="423940" y="486156"/>
                </a:moveTo>
                <a:lnTo>
                  <a:pt x="364236" y="486156"/>
                </a:lnTo>
                <a:lnTo>
                  <a:pt x="375356" y="485846"/>
                </a:lnTo>
                <a:lnTo>
                  <a:pt x="383476" y="482536"/>
                </a:lnTo>
                <a:lnTo>
                  <a:pt x="388453" y="476083"/>
                </a:lnTo>
                <a:lnTo>
                  <a:pt x="390144" y="466344"/>
                </a:lnTo>
                <a:lnTo>
                  <a:pt x="390144" y="76200"/>
                </a:lnTo>
                <a:lnTo>
                  <a:pt x="437505" y="76200"/>
                </a:lnTo>
                <a:lnTo>
                  <a:pt x="425196" y="86868"/>
                </a:lnTo>
                <a:lnTo>
                  <a:pt x="425196" y="473964"/>
                </a:lnTo>
                <a:lnTo>
                  <a:pt x="423940" y="486156"/>
                </a:lnTo>
                <a:close/>
              </a:path>
              <a:path w="448310" h="548639">
                <a:moveTo>
                  <a:pt x="0" y="548640"/>
                </a:moveTo>
                <a:lnTo>
                  <a:pt x="1039" y="498276"/>
                </a:lnTo>
                <a:lnTo>
                  <a:pt x="1731" y="459955"/>
                </a:lnTo>
                <a:lnTo>
                  <a:pt x="2414" y="411041"/>
                </a:lnTo>
                <a:lnTo>
                  <a:pt x="2822" y="365379"/>
                </a:lnTo>
                <a:lnTo>
                  <a:pt x="3011" y="295656"/>
                </a:lnTo>
                <a:lnTo>
                  <a:pt x="2786" y="239077"/>
                </a:lnTo>
                <a:lnTo>
                  <a:pt x="2104" y="184404"/>
                </a:lnTo>
                <a:lnTo>
                  <a:pt x="1119" y="138493"/>
                </a:lnTo>
                <a:lnTo>
                  <a:pt x="0" y="103632"/>
                </a:lnTo>
                <a:lnTo>
                  <a:pt x="59436" y="137160"/>
                </a:lnTo>
                <a:lnTo>
                  <a:pt x="38100" y="150876"/>
                </a:lnTo>
                <a:lnTo>
                  <a:pt x="38100" y="531876"/>
                </a:lnTo>
                <a:lnTo>
                  <a:pt x="0" y="548640"/>
                </a:lnTo>
                <a:close/>
              </a:path>
              <a:path w="448310" h="548639">
                <a:moveTo>
                  <a:pt x="330226" y="208788"/>
                </a:moveTo>
                <a:lnTo>
                  <a:pt x="277368" y="208788"/>
                </a:lnTo>
                <a:lnTo>
                  <a:pt x="294131" y="181356"/>
                </a:lnTo>
                <a:lnTo>
                  <a:pt x="330226" y="208788"/>
                </a:lnTo>
                <a:close/>
              </a:path>
              <a:path w="448310" h="548639">
                <a:moveTo>
                  <a:pt x="112776" y="423671"/>
                </a:moveTo>
                <a:lnTo>
                  <a:pt x="113657" y="389096"/>
                </a:lnTo>
                <a:lnTo>
                  <a:pt x="114109" y="356235"/>
                </a:lnTo>
                <a:lnTo>
                  <a:pt x="114205" y="338328"/>
                </a:lnTo>
                <a:lnTo>
                  <a:pt x="114276" y="267985"/>
                </a:lnTo>
                <a:lnTo>
                  <a:pt x="114094" y="239077"/>
                </a:lnTo>
                <a:lnTo>
                  <a:pt x="113657" y="212074"/>
                </a:lnTo>
                <a:lnTo>
                  <a:pt x="112776" y="184404"/>
                </a:lnTo>
                <a:lnTo>
                  <a:pt x="147828" y="208788"/>
                </a:lnTo>
                <a:lnTo>
                  <a:pt x="330226" y="208788"/>
                </a:lnTo>
                <a:lnTo>
                  <a:pt x="332232" y="210312"/>
                </a:lnTo>
                <a:lnTo>
                  <a:pt x="318931" y="222504"/>
                </a:lnTo>
                <a:lnTo>
                  <a:pt x="147828" y="222504"/>
                </a:lnTo>
                <a:lnTo>
                  <a:pt x="147828" y="364236"/>
                </a:lnTo>
                <a:lnTo>
                  <a:pt x="314121" y="364236"/>
                </a:lnTo>
                <a:lnTo>
                  <a:pt x="314134" y="365379"/>
                </a:lnTo>
                <a:lnTo>
                  <a:pt x="314484" y="377952"/>
                </a:lnTo>
                <a:lnTo>
                  <a:pt x="147828" y="377952"/>
                </a:lnTo>
                <a:lnTo>
                  <a:pt x="147828" y="409956"/>
                </a:lnTo>
                <a:lnTo>
                  <a:pt x="112776" y="423671"/>
                </a:lnTo>
                <a:close/>
              </a:path>
              <a:path w="448310" h="548639">
                <a:moveTo>
                  <a:pt x="314121" y="364236"/>
                </a:moveTo>
                <a:lnTo>
                  <a:pt x="280416" y="364236"/>
                </a:lnTo>
                <a:lnTo>
                  <a:pt x="280416" y="222504"/>
                </a:lnTo>
                <a:lnTo>
                  <a:pt x="318931" y="222504"/>
                </a:lnTo>
                <a:lnTo>
                  <a:pt x="313943" y="227076"/>
                </a:lnTo>
                <a:lnTo>
                  <a:pt x="314064" y="359273"/>
                </a:lnTo>
                <a:lnTo>
                  <a:pt x="314121" y="364236"/>
                </a:lnTo>
                <a:close/>
              </a:path>
              <a:path w="448310" h="548639">
                <a:moveTo>
                  <a:pt x="280416" y="414528"/>
                </a:moveTo>
                <a:lnTo>
                  <a:pt x="280416" y="377952"/>
                </a:lnTo>
                <a:lnTo>
                  <a:pt x="314484" y="377952"/>
                </a:lnTo>
                <a:lnTo>
                  <a:pt x="314586" y="381619"/>
                </a:lnTo>
                <a:lnTo>
                  <a:pt x="315467" y="399288"/>
                </a:lnTo>
                <a:lnTo>
                  <a:pt x="280416" y="414528"/>
                </a:lnTo>
                <a:close/>
              </a:path>
              <a:path w="448310" h="548639">
                <a:moveTo>
                  <a:pt x="365760" y="548640"/>
                </a:moveTo>
                <a:lnTo>
                  <a:pt x="360640" y="528613"/>
                </a:lnTo>
                <a:lnTo>
                  <a:pt x="345376" y="511873"/>
                </a:lnTo>
                <a:lnTo>
                  <a:pt x="320111" y="498276"/>
                </a:lnTo>
                <a:lnTo>
                  <a:pt x="284988" y="487680"/>
                </a:lnTo>
                <a:lnTo>
                  <a:pt x="284988" y="478536"/>
                </a:lnTo>
                <a:lnTo>
                  <a:pt x="364236" y="486156"/>
                </a:lnTo>
                <a:lnTo>
                  <a:pt x="423940" y="486156"/>
                </a:lnTo>
                <a:lnTo>
                  <a:pt x="422338" y="501705"/>
                </a:lnTo>
                <a:lnTo>
                  <a:pt x="411480" y="523303"/>
                </a:lnTo>
                <a:lnTo>
                  <a:pt x="392620" y="538900"/>
                </a:lnTo>
                <a:lnTo>
                  <a:pt x="365760" y="548640"/>
                </a:lnTo>
                <a:close/>
              </a:path>
            </a:pathLst>
          </a:custGeom>
          <a:solidFill>
            <a:srgbClr val="3333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5826251" y="1289303"/>
            <a:ext cx="558165" cy="541020"/>
          </a:xfrm>
          <a:custGeom>
            <a:avLst/>
            <a:gdLst/>
            <a:ahLst/>
            <a:cxnLst/>
            <a:rect l="l" t="t" r="r" b="b"/>
            <a:pathLst>
              <a:path w="558164" h="541019">
                <a:moveTo>
                  <a:pt x="300228" y="50292"/>
                </a:moveTo>
                <a:lnTo>
                  <a:pt x="277368" y="28956"/>
                </a:lnTo>
                <a:lnTo>
                  <a:pt x="486156" y="28956"/>
                </a:lnTo>
                <a:lnTo>
                  <a:pt x="515112" y="0"/>
                </a:lnTo>
                <a:lnTo>
                  <a:pt x="553212" y="44196"/>
                </a:lnTo>
                <a:lnTo>
                  <a:pt x="356616" y="44196"/>
                </a:lnTo>
                <a:lnTo>
                  <a:pt x="341804" y="44505"/>
                </a:lnTo>
                <a:lnTo>
                  <a:pt x="327279" y="45529"/>
                </a:lnTo>
                <a:lnTo>
                  <a:pt x="313324" y="47410"/>
                </a:lnTo>
                <a:lnTo>
                  <a:pt x="300228" y="50292"/>
                </a:lnTo>
                <a:close/>
              </a:path>
              <a:path w="558164" h="541019">
                <a:moveTo>
                  <a:pt x="260924" y="27432"/>
                </a:moveTo>
                <a:lnTo>
                  <a:pt x="213360" y="27432"/>
                </a:lnTo>
                <a:lnTo>
                  <a:pt x="230124" y="3048"/>
                </a:lnTo>
                <a:lnTo>
                  <a:pt x="260924" y="27432"/>
                </a:lnTo>
                <a:close/>
              </a:path>
              <a:path w="558164" h="541019">
                <a:moveTo>
                  <a:pt x="71628" y="233172"/>
                </a:moveTo>
                <a:lnTo>
                  <a:pt x="73723" y="176974"/>
                </a:lnTo>
                <a:lnTo>
                  <a:pt x="74544" y="132588"/>
                </a:lnTo>
                <a:lnTo>
                  <a:pt x="74628" y="88201"/>
                </a:lnTo>
                <a:lnTo>
                  <a:pt x="74295" y="60198"/>
                </a:lnTo>
                <a:lnTo>
                  <a:pt x="73390" y="33337"/>
                </a:lnTo>
                <a:lnTo>
                  <a:pt x="71628" y="7620"/>
                </a:lnTo>
                <a:lnTo>
                  <a:pt x="105156" y="27432"/>
                </a:lnTo>
                <a:lnTo>
                  <a:pt x="260924" y="27432"/>
                </a:lnTo>
                <a:lnTo>
                  <a:pt x="266699" y="32004"/>
                </a:lnTo>
                <a:lnTo>
                  <a:pt x="255524" y="41148"/>
                </a:lnTo>
                <a:lnTo>
                  <a:pt x="105156" y="41148"/>
                </a:lnTo>
                <a:lnTo>
                  <a:pt x="105156" y="111252"/>
                </a:lnTo>
                <a:lnTo>
                  <a:pt x="250012" y="111252"/>
                </a:lnTo>
                <a:lnTo>
                  <a:pt x="250063" y="124968"/>
                </a:lnTo>
                <a:lnTo>
                  <a:pt x="105156" y="124968"/>
                </a:lnTo>
                <a:lnTo>
                  <a:pt x="105156" y="192024"/>
                </a:lnTo>
                <a:lnTo>
                  <a:pt x="250910" y="192024"/>
                </a:lnTo>
                <a:lnTo>
                  <a:pt x="251290" y="205740"/>
                </a:lnTo>
                <a:lnTo>
                  <a:pt x="105156" y="205740"/>
                </a:lnTo>
                <a:lnTo>
                  <a:pt x="105156" y="220979"/>
                </a:lnTo>
                <a:lnTo>
                  <a:pt x="71628" y="233172"/>
                </a:lnTo>
                <a:close/>
              </a:path>
              <a:path w="558164" h="541019">
                <a:moveTo>
                  <a:pt x="250012" y="111252"/>
                </a:moveTo>
                <a:lnTo>
                  <a:pt x="217932" y="111252"/>
                </a:lnTo>
                <a:lnTo>
                  <a:pt x="217932" y="41148"/>
                </a:lnTo>
                <a:lnTo>
                  <a:pt x="255524" y="41148"/>
                </a:lnTo>
                <a:lnTo>
                  <a:pt x="249936" y="45720"/>
                </a:lnTo>
                <a:lnTo>
                  <a:pt x="250012" y="111252"/>
                </a:lnTo>
                <a:close/>
              </a:path>
              <a:path w="558164" h="541019">
                <a:moveTo>
                  <a:pt x="385572" y="112776"/>
                </a:moveTo>
                <a:lnTo>
                  <a:pt x="373380" y="112776"/>
                </a:lnTo>
                <a:lnTo>
                  <a:pt x="377642" y="95416"/>
                </a:lnTo>
                <a:lnTo>
                  <a:pt x="381190" y="77914"/>
                </a:lnTo>
                <a:lnTo>
                  <a:pt x="383881" y="60698"/>
                </a:lnTo>
                <a:lnTo>
                  <a:pt x="385572" y="44196"/>
                </a:lnTo>
                <a:lnTo>
                  <a:pt x="426719" y="44196"/>
                </a:lnTo>
                <a:lnTo>
                  <a:pt x="420719" y="53625"/>
                </a:lnTo>
                <a:lnTo>
                  <a:pt x="411861" y="68199"/>
                </a:lnTo>
                <a:lnTo>
                  <a:pt x="400145" y="87915"/>
                </a:lnTo>
                <a:lnTo>
                  <a:pt x="385572" y="112776"/>
                </a:lnTo>
                <a:close/>
              </a:path>
              <a:path w="558164" h="541019">
                <a:moveTo>
                  <a:pt x="522642" y="112776"/>
                </a:moveTo>
                <a:lnTo>
                  <a:pt x="477012" y="112776"/>
                </a:lnTo>
                <a:lnTo>
                  <a:pt x="493776" y="91440"/>
                </a:lnTo>
                <a:lnTo>
                  <a:pt x="522642" y="112776"/>
                </a:lnTo>
                <a:close/>
              </a:path>
              <a:path w="558164" h="541019">
                <a:moveTo>
                  <a:pt x="309372" y="345948"/>
                </a:moveTo>
                <a:lnTo>
                  <a:pt x="310253" y="319373"/>
                </a:lnTo>
                <a:lnTo>
                  <a:pt x="310705" y="289941"/>
                </a:lnTo>
                <a:lnTo>
                  <a:pt x="310821" y="176974"/>
                </a:lnTo>
                <a:lnTo>
                  <a:pt x="310705" y="153924"/>
                </a:lnTo>
                <a:lnTo>
                  <a:pt x="310253" y="123063"/>
                </a:lnTo>
                <a:lnTo>
                  <a:pt x="309372" y="94488"/>
                </a:lnTo>
                <a:lnTo>
                  <a:pt x="342900" y="112776"/>
                </a:lnTo>
                <a:lnTo>
                  <a:pt x="522642" y="112776"/>
                </a:lnTo>
                <a:lnTo>
                  <a:pt x="528828" y="117348"/>
                </a:lnTo>
                <a:lnTo>
                  <a:pt x="517093" y="128016"/>
                </a:lnTo>
                <a:lnTo>
                  <a:pt x="342900" y="128016"/>
                </a:lnTo>
                <a:lnTo>
                  <a:pt x="342900" y="326136"/>
                </a:lnTo>
                <a:lnTo>
                  <a:pt x="309372" y="345948"/>
                </a:lnTo>
                <a:close/>
              </a:path>
              <a:path w="558164" h="541019">
                <a:moveTo>
                  <a:pt x="250910" y="192024"/>
                </a:moveTo>
                <a:lnTo>
                  <a:pt x="217932" y="192024"/>
                </a:lnTo>
                <a:lnTo>
                  <a:pt x="217932" y="124968"/>
                </a:lnTo>
                <a:lnTo>
                  <a:pt x="250063" y="124968"/>
                </a:lnTo>
                <a:lnTo>
                  <a:pt x="250126" y="141922"/>
                </a:lnTo>
                <a:lnTo>
                  <a:pt x="250578" y="180093"/>
                </a:lnTo>
                <a:lnTo>
                  <a:pt x="250910" y="192024"/>
                </a:lnTo>
                <a:close/>
              </a:path>
              <a:path w="558164" h="541019">
                <a:moveTo>
                  <a:pt x="481584" y="338328"/>
                </a:moveTo>
                <a:lnTo>
                  <a:pt x="481584" y="128016"/>
                </a:lnTo>
                <a:lnTo>
                  <a:pt x="517093" y="128016"/>
                </a:lnTo>
                <a:lnTo>
                  <a:pt x="512064" y="132588"/>
                </a:lnTo>
                <a:lnTo>
                  <a:pt x="512185" y="252293"/>
                </a:lnTo>
                <a:lnTo>
                  <a:pt x="512347" y="259079"/>
                </a:lnTo>
                <a:lnTo>
                  <a:pt x="513119" y="277296"/>
                </a:lnTo>
                <a:lnTo>
                  <a:pt x="514036" y="297179"/>
                </a:lnTo>
                <a:lnTo>
                  <a:pt x="515112" y="321564"/>
                </a:lnTo>
                <a:lnTo>
                  <a:pt x="481584" y="338328"/>
                </a:lnTo>
                <a:close/>
              </a:path>
              <a:path w="558164" h="541019">
                <a:moveTo>
                  <a:pt x="263651" y="477011"/>
                </a:moveTo>
                <a:lnTo>
                  <a:pt x="259080" y="469392"/>
                </a:lnTo>
                <a:lnTo>
                  <a:pt x="291917" y="449937"/>
                </a:lnTo>
                <a:lnTo>
                  <a:pt x="319468" y="430339"/>
                </a:lnTo>
                <a:lnTo>
                  <a:pt x="358140" y="390144"/>
                </a:lnTo>
                <a:lnTo>
                  <a:pt x="379666" y="345757"/>
                </a:lnTo>
                <a:lnTo>
                  <a:pt x="388601" y="291274"/>
                </a:lnTo>
                <a:lnTo>
                  <a:pt x="391033" y="233172"/>
                </a:lnTo>
                <a:lnTo>
                  <a:pt x="390977" y="197643"/>
                </a:lnTo>
                <a:lnTo>
                  <a:pt x="390144" y="163068"/>
                </a:lnTo>
                <a:lnTo>
                  <a:pt x="443484" y="188976"/>
                </a:lnTo>
                <a:lnTo>
                  <a:pt x="423672" y="205740"/>
                </a:lnTo>
                <a:lnTo>
                  <a:pt x="423052" y="252293"/>
                </a:lnTo>
                <a:lnTo>
                  <a:pt x="421005" y="291274"/>
                </a:lnTo>
                <a:lnTo>
                  <a:pt x="411480" y="345948"/>
                </a:lnTo>
                <a:lnTo>
                  <a:pt x="394335" y="384238"/>
                </a:lnTo>
                <a:lnTo>
                  <a:pt x="365760" y="419100"/>
                </a:lnTo>
                <a:lnTo>
                  <a:pt x="322707" y="450342"/>
                </a:lnTo>
                <a:lnTo>
                  <a:pt x="295036" y="464105"/>
                </a:lnTo>
                <a:lnTo>
                  <a:pt x="263651" y="477011"/>
                </a:lnTo>
                <a:close/>
              </a:path>
              <a:path w="558164" h="541019">
                <a:moveTo>
                  <a:pt x="217932" y="228600"/>
                </a:moveTo>
                <a:lnTo>
                  <a:pt x="217932" y="205740"/>
                </a:lnTo>
                <a:lnTo>
                  <a:pt x="251290" y="205740"/>
                </a:lnTo>
                <a:lnTo>
                  <a:pt x="251460" y="211836"/>
                </a:lnTo>
                <a:lnTo>
                  <a:pt x="217932" y="228600"/>
                </a:lnTo>
                <a:close/>
              </a:path>
              <a:path w="558164" h="541019">
                <a:moveTo>
                  <a:pt x="41148" y="280416"/>
                </a:moveTo>
                <a:lnTo>
                  <a:pt x="19812" y="259079"/>
                </a:lnTo>
                <a:lnTo>
                  <a:pt x="230124" y="259079"/>
                </a:lnTo>
                <a:lnTo>
                  <a:pt x="259080" y="230124"/>
                </a:lnTo>
                <a:lnTo>
                  <a:pt x="297180" y="272796"/>
                </a:lnTo>
                <a:lnTo>
                  <a:pt x="99060" y="272796"/>
                </a:lnTo>
                <a:lnTo>
                  <a:pt x="83581" y="273343"/>
                </a:lnTo>
                <a:lnTo>
                  <a:pt x="68961" y="274891"/>
                </a:lnTo>
                <a:lnTo>
                  <a:pt x="54911" y="277296"/>
                </a:lnTo>
                <a:lnTo>
                  <a:pt x="41148" y="280416"/>
                </a:lnTo>
                <a:close/>
              </a:path>
              <a:path w="558164" h="541019">
                <a:moveTo>
                  <a:pt x="179832" y="455676"/>
                </a:moveTo>
                <a:lnTo>
                  <a:pt x="149352" y="455676"/>
                </a:lnTo>
                <a:lnTo>
                  <a:pt x="149352" y="272796"/>
                </a:lnTo>
                <a:lnTo>
                  <a:pt x="179832" y="272796"/>
                </a:lnTo>
                <a:lnTo>
                  <a:pt x="179832" y="356616"/>
                </a:lnTo>
                <a:lnTo>
                  <a:pt x="274489" y="356616"/>
                </a:lnTo>
                <a:lnTo>
                  <a:pt x="288036" y="371856"/>
                </a:lnTo>
                <a:lnTo>
                  <a:pt x="179832" y="371856"/>
                </a:lnTo>
                <a:lnTo>
                  <a:pt x="179832" y="455676"/>
                </a:lnTo>
                <a:close/>
              </a:path>
              <a:path w="558164" h="541019">
                <a:moveTo>
                  <a:pt x="7620" y="541020"/>
                </a:moveTo>
                <a:lnTo>
                  <a:pt x="0" y="536448"/>
                </a:lnTo>
                <a:lnTo>
                  <a:pt x="13977" y="510159"/>
                </a:lnTo>
                <a:lnTo>
                  <a:pt x="26098" y="481584"/>
                </a:lnTo>
                <a:lnTo>
                  <a:pt x="44196" y="417576"/>
                </a:lnTo>
                <a:lnTo>
                  <a:pt x="56769" y="353949"/>
                </a:lnTo>
                <a:lnTo>
                  <a:pt x="62484" y="297179"/>
                </a:lnTo>
                <a:lnTo>
                  <a:pt x="111252" y="321564"/>
                </a:lnTo>
                <a:lnTo>
                  <a:pt x="101798" y="328707"/>
                </a:lnTo>
                <a:lnTo>
                  <a:pt x="93916" y="343281"/>
                </a:lnTo>
                <a:lnTo>
                  <a:pt x="87463" y="365283"/>
                </a:lnTo>
                <a:lnTo>
                  <a:pt x="82296" y="394716"/>
                </a:lnTo>
                <a:lnTo>
                  <a:pt x="94868" y="409956"/>
                </a:lnTo>
                <a:lnTo>
                  <a:pt x="77724" y="409956"/>
                </a:lnTo>
                <a:lnTo>
                  <a:pt x="62201" y="450723"/>
                </a:lnTo>
                <a:lnTo>
                  <a:pt x="45529" y="485775"/>
                </a:lnTo>
                <a:lnTo>
                  <a:pt x="27360" y="515826"/>
                </a:lnTo>
                <a:lnTo>
                  <a:pt x="7620" y="541020"/>
                </a:lnTo>
                <a:close/>
              </a:path>
              <a:path w="558164" h="541019">
                <a:moveTo>
                  <a:pt x="274489" y="356616"/>
                </a:moveTo>
                <a:lnTo>
                  <a:pt x="225552" y="356616"/>
                </a:lnTo>
                <a:lnTo>
                  <a:pt x="251460" y="330708"/>
                </a:lnTo>
                <a:lnTo>
                  <a:pt x="274489" y="356616"/>
                </a:lnTo>
                <a:close/>
              </a:path>
              <a:path w="558164" h="541019">
                <a:moveTo>
                  <a:pt x="522732" y="460248"/>
                </a:moveTo>
                <a:lnTo>
                  <a:pt x="519684" y="460248"/>
                </a:lnTo>
                <a:lnTo>
                  <a:pt x="516850" y="458795"/>
                </a:lnTo>
                <a:lnTo>
                  <a:pt x="513016" y="454342"/>
                </a:lnTo>
                <a:lnTo>
                  <a:pt x="508325" y="446746"/>
                </a:lnTo>
                <a:lnTo>
                  <a:pt x="502919" y="435864"/>
                </a:lnTo>
                <a:lnTo>
                  <a:pt x="490680" y="418457"/>
                </a:lnTo>
                <a:lnTo>
                  <a:pt x="472440" y="398335"/>
                </a:lnTo>
                <a:lnTo>
                  <a:pt x="448484" y="375642"/>
                </a:lnTo>
                <a:lnTo>
                  <a:pt x="419100" y="350520"/>
                </a:lnTo>
                <a:lnTo>
                  <a:pt x="423672" y="342900"/>
                </a:lnTo>
                <a:lnTo>
                  <a:pt x="465129" y="362664"/>
                </a:lnTo>
                <a:lnTo>
                  <a:pt x="516040" y="391334"/>
                </a:lnTo>
                <a:lnTo>
                  <a:pt x="533400" y="417576"/>
                </a:lnTo>
                <a:lnTo>
                  <a:pt x="533285" y="430339"/>
                </a:lnTo>
                <a:lnTo>
                  <a:pt x="531876" y="437387"/>
                </a:lnTo>
                <a:lnTo>
                  <a:pt x="525780" y="455676"/>
                </a:lnTo>
                <a:lnTo>
                  <a:pt x="522732" y="460248"/>
                </a:lnTo>
                <a:close/>
              </a:path>
              <a:path w="558164" h="541019">
                <a:moveTo>
                  <a:pt x="436510" y="524621"/>
                </a:moveTo>
                <a:lnTo>
                  <a:pt x="372514" y="523890"/>
                </a:lnTo>
                <a:lnTo>
                  <a:pt x="319930" y="522061"/>
                </a:lnTo>
                <a:lnTo>
                  <a:pt x="278611" y="519135"/>
                </a:lnTo>
                <a:lnTo>
                  <a:pt x="219241" y="508825"/>
                </a:lnTo>
                <a:lnTo>
                  <a:pt x="170616" y="492823"/>
                </a:lnTo>
                <a:lnTo>
                  <a:pt x="133230" y="470820"/>
                </a:lnTo>
                <a:lnTo>
                  <a:pt x="96226" y="434244"/>
                </a:lnTo>
                <a:lnTo>
                  <a:pt x="77724" y="409956"/>
                </a:lnTo>
                <a:lnTo>
                  <a:pt x="94868" y="409956"/>
                </a:lnTo>
                <a:lnTo>
                  <a:pt x="95988" y="411313"/>
                </a:lnTo>
                <a:lnTo>
                  <a:pt x="111823" y="426910"/>
                </a:lnTo>
                <a:lnTo>
                  <a:pt x="129659" y="441650"/>
                </a:lnTo>
                <a:lnTo>
                  <a:pt x="149352" y="455676"/>
                </a:lnTo>
                <a:lnTo>
                  <a:pt x="179832" y="455676"/>
                </a:lnTo>
                <a:lnTo>
                  <a:pt x="179832" y="464820"/>
                </a:lnTo>
                <a:lnTo>
                  <a:pt x="208121" y="473964"/>
                </a:lnTo>
                <a:lnTo>
                  <a:pt x="244983" y="480822"/>
                </a:lnTo>
                <a:lnTo>
                  <a:pt x="290417" y="485394"/>
                </a:lnTo>
                <a:lnTo>
                  <a:pt x="344424" y="487680"/>
                </a:lnTo>
                <a:lnTo>
                  <a:pt x="554208" y="487680"/>
                </a:lnTo>
                <a:lnTo>
                  <a:pt x="537781" y="494680"/>
                </a:lnTo>
                <a:lnTo>
                  <a:pt x="523494" y="504063"/>
                </a:lnTo>
                <a:lnTo>
                  <a:pt x="514921" y="514016"/>
                </a:lnTo>
                <a:lnTo>
                  <a:pt x="512064" y="524256"/>
                </a:lnTo>
                <a:lnTo>
                  <a:pt x="436510" y="524621"/>
                </a:lnTo>
                <a:close/>
              </a:path>
              <a:path w="558164" h="541019">
                <a:moveTo>
                  <a:pt x="554208" y="487680"/>
                </a:moveTo>
                <a:lnTo>
                  <a:pt x="344424" y="487680"/>
                </a:lnTo>
                <a:lnTo>
                  <a:pt x="400692" y="487084"/>
                </a:lnTo>
                <a:lnTo>
                  <a:pt x="455104" y="485203"/>
                </a:lnTo>
                <a:lnTo>
                  <a:pt x="507515" y="481893"/>
                </a:lnTo>
                <a:lnTo>
                  <a:pt x="557784" y="477011"/>
                </a:lnTo>
                <a:lnTo>
                  <a:pt x="557784" y="486156"/>
                </a:lnTo>
                <a:lnTo>
                  <a:pt x="554208" y="487680"/>
                </a:lnTo>
                <a:close/>
              </a:path>
            </a:pathLst>
          </a:custGeom>
          <a:solidFill>
            <a:srgbClr val="3333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1751075" y="2552700"/>
            <a:ext cx="155575" cy="155575"/>
          </a:xfrm>
          <a:custGeom>
            <a:avLst/>
            <a:gdLst/>
            <a:ahLst/>
            <a:cxnLst/>
            <a:rect l="l" t="t" r="r" b="b"/>
            <a:pathLst>
              <a:path w="155575" h="155575">
                <a:moveTo>
                  <a:pt x="155448" y="155448"/>
                </a:moveTo>
                <a:lnTo>
                  <a:pt x="0" y="155448"/>
                </a:lnTo>
                <a:lnTo>
                  <a:pt x="0" y="0"/>
                </a:lnTo>
                <a:lnTo>
                  <a:pt x="155448" y="0"/>
                </a:lnTo>
                <a:lnTo>
                  <a:pt x="155448" y="155448"/>
                </a:lnTo>
                <a:close/>
              </a:path>
            </a:pathLst>
          </a:custGeom>
          <a:solidFill>
            <a:srgbClr val="3333C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2156460" y="2374391"/>
            <a:ext cx="356870" cy="386080"/>
          </a:xfrm>
          <a:custGeom>
            <a:avLst/>
            <a:gdLst/>
            <a:ahLst/>
            <a:cxnLst/>
            <a:rect l="l" t="t" r="r" b="b"/>
            <a:pathLst>
              <a:path w="356869" h="386080">
                <a:moveTo>
                  <a:pt x="341839" y="24384"/>
                </a:moveTo>
                <a:lnTo>
                  <a:pt x="294132" y="24384"/>
                </a:lnTo>
                <a:lnTo>
                  <a:pt x="318516" y="0"/>
                </a:lnTo>
                <a:lnTo>
                  <a:pt x="341839" y="24384"/>
                </a:lnTo>
                <a:close/>
              </a:path>
              <a:path w="356869" h="386080">
                <a:moveTo>
                  <a:pt x="25908" y="385572"/>
                </a:moveTo>
                <a:lnTo>
                  <a:pt x="0" y="365760"/>
                </a:lnTo>
                <a:lnTo>
                  <a:pt x="10668" y="355092"/>
                </a:lnTo>
                <a:lnTo>
                  <a:pt x="10644" y="58221"/>
                </a:lnTo>
                <a:lnTo>
                  <a:pt x="10477" y="45529"/>
                </a:lnTo>
                <a:lnTo>
                  <a:pt x="10025" y="29122"/>
                </a:lnTo>
                <a:lnTo>
                  <a:pt x="9144" y="9144"/>
                </a:lnTo>
                <a:lnTo>
                  <a:pt x="35052" y="24384"/>
                </a:lnTo>
                <a:lnTo>
                  <a:pt x="341839" y="24384"/>
                </a:lnTo>
                <a:lnTo>
                  <a:pt x="352044" y="35052"/>
                </a:lnTo>
                <a:lnTo>
                  <a:pt x="35052" y="35052"/>
                </a:lnTo>
                <a:lnTo>
                  <a:pt x="35052" y="359664"/>
                </a:lnTo>
                <a:lnTo>
                  <a:pt x="346875" y="359664"/>
                </a:lnTo>
                <a:lnTo>
                  <a:pt x="356616" y="370332"/>
                </a:lnTo>
                <a:lnTo>
                  <a:pt x="36576" y="370332"/>
                </a:lnTo>
                <a:lnTo>
                  <a:pt x="25908" y="385572"/>
                </a:lnTo>
                <a:close/>
              </a:path>
              <a:path w="356869" h="386080">
                <a:moveTo>
                  <a:pt x="225102" y="173736"/>
                </a:moveTo>
                <a:lnTo>
                  <a:pt x="195072" y="173736"/>
                </a:lnTo>
                <a:lnTo>
                  <a:pt x="205978" y="158019"/>
                </a:lnTo>
                <a:lnTo>
                  <a:pt x="216027" y="142875"/>
                </a:lnTo>
                <a:lnTo>
                  <a:pt x="225504" y="128301"/>
                </a:lnTo>
                <a:lnTo>
                  <a:pt x="234720" y="114252"/>
                </a:lnTo>
                <a:lnTo>
                  <a:pt x="242149" y="100012"/>
                </a:lnTo>
                <a:lnTo>
                  <a:pt x="248602" y="86868"/>
                </a:lnTo>
                <a:lnTo>
                  <a:pt x="254198" y="74866"/>
                </a:lnTo>
                <a:lnTo>
                  <a:pt x="259080" y="64008"/>
                </a:lnTo>
                <a:lnTo>
                  <a:pt x="298704" y="91440"/>
                </a:lnTo>
                <a:lnTo>
                  <a:pt x="260604" y="126492"/>
                </a:lnTo>
                <a:lnTo>
                  <a:pt x="225671" y="172997"/>
                </a:lnTo>
                <a:lnTo>
                  <a:pt x="225102" y="173736"/>
                </a:lnTo>
                <a:close/>
              </a:path>
              <a:path w="356869" h="386080">
                <a:moveTo>
                  <a:pt x="70104" y="321564"/>
                </a:moveTo>
                <a:lnTo>
                  <a:pt x="65532" y="316992"/>
                </a:lnTo>
                <a:lnTo>
                  <a:pt x="81248" y="303276"/>
                </a:lnTo>
                <a:lnTo>
                  <a:pt x="96393" y="289560"/>
                </a:lnTo>
                <a:lnTo>
                  <a:pt x="124968" y="262127"/>
                </a:lnTo>
                <a:lnTo>
                  <a:pt x="153162" y="230124"/>
                </a:lnTo>
                <a:lnTo>
                  <a:pt x="181356" y="193548"/>
                </a:lnTo>
                <a:lnTo>
                  <a:pt x="157353" y="165782"/>
                </a:lnTo>
                <a:lnTo>
                  <a:pt x="133350" y="139446"/>
                </a:lnTo>
                <a:lnTo>
                  <a:pt x="109347" y="114252"/>
                </a:lnTo>
                <a:lnTo>
                  <a:pt x="85344" y="89916"/>
                </a:lnTo>
                <a:lnTo>
                  <a:pt x="89916" y="85344"/>
                </a:lnTo>
                <a:lnTo>
                  <a:pt x="114490" y="103655"/>
                </a:lnTo>
                <a:lnTo>
                  <a:pt x="140208" y="124396"/>
                </a:lnTo>
                <a:lnTo>
                  <a:pt x="167068" y="147708"/>
                </a:lnTo>
                <a:lnTo>
                  <a:pt x="195072" y="173736"/>
                </a:lnTo>
                <a:lnTo>
                  <a:pt x="225102" y="173736"/>
                </a:lnTo>
                <a:lnTo>
                  <a:pt x="213360" y="188976"/>
                </a:lnTo>
                <a:lnTo>
                  <a:pt x="235633" y="210312"/>
                </a:lnTo>
                <a:lnTo>
                  <a:pt x="198120" y="210312"/>
                </a:lnTo>
                <a:lnTo>
                  <a:pt x="162687" y="247459"/>
                </a:lnTo>
                <a:lnTo>
                  <a:pt x="129540" y="278892"/>
                </a:lnTo>
                <a:lnTo>
                  <a:pt x="97536" y="303085"/>
                </a:lnTo>
                <a:lnTo>
                  <a:pt x="83248" y="312967"/>
                </a:lnTo>
                <a:lnTo>
                  <a:pt x="70104" y="321564"/>
                </a:lnTo>
                <a:close/>
              </a:path>
              <a:path w="356869" h="386080">
                <a:moveTo>
                  <a:pt x="277368" y="316992"/>
                </a:moveTo>
                <a:lnTo>
                  <a:pt x="272796" y="316992"/>
                </a:lnTo>
                <a:lnTo>
                  <a:pt x="268223" y="310896"/>
                </a:lnTo>
                <a:lnTo>
                  <a:pt x="262128" y="298704"/>
                </a:lnTo>
                <a:lnTo>
                  <a:pt x="255270" y="287297"/>
                </a:lnTo>
                <a:lnTo>
                  <a:pt x="234696" y="254508"/>
                </a:lnTo>
                <a:lnTo>
                  <a:pt x="208121" y="222361"/>
                </a:lnTo>
                <a:lnTo>
                  <a:pt x="198120" y="210312"/>
                </a:lnTo>
                <a:lnTo>
                  <a:pt x="235633" y="210312"/>
                </a:lnTo>
                <a:lnTo>
                  <a:pt x="241649" y="216074"/>
                </a:lnTo>
                <a:lnTo>
                  <a:pt x="275939" y="253698"/>
                </a:lnTo>
                <a:lnTo>
                  <a:pt x="286511" y="283463"/>
                </a:lnTo>
                <a:lnTo>
                  <a:pt x="286511" y="294132"/>
                </a:lnTo>
                <a:lnTo>
                  <a:pt x="283464" y="306324"/>
                </a:lnTo>
                <a:lnTo>
                  <a:pt x="280416" y="313944"/>
                </a:lnTo>
                <a:lnTo>
                  <a:pt x="277368" y="316992"/>
                </a:lnTo>
                <a:close/>
              </a:path>
              <a:path w="356869" h="386080">
                <a:moveTo>
                  <a:pt x="346875" y="359664"/>
                </a:moveTo>
                <a:lnTo>
                  <a:pt x="300228" y="359664"/>
                </a:lnTo>
                <a:lnTo>
                  <a:pt x="324612" y="335280"/>
                </a:lnTo>
                <a:lnTo>
                  <a:pt x="346875" y="35966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2602991" y="2365247"/>
            <a:ext cx="350520" cy="401320"/>
          </a:xfrm>
          <a:custGeom>
            <a:avLst/>
            <a:gdLst/>
            <a:ahLst/>
            <a:cxnLst/>
            <a:rect l="l" t="t" r="r" b="b"/>
            <a:pathLst>
              <a:path w="350519" h="401319">
                <a:moveTo>
                  <a:pt x="131064" y="57912"/>
                </a:moveTo>
                <a:lnTo>
                  <a:pt x="114300" y="42672"/>
                </a:lnTo>
                <a:lnTo>
                  <a:pt x="307848" y="42672"/>
                </a:lnTo>
                <a:lnTo>
                  <a:pt x="326136" y="24384"/>
                </a:lnTo>
                <a:lnTo>
                  <a:pt x="350520" y="48768"/>
                </a:lnTo>
                <a:lnTo>
                  <a:pt x="343988" y="53340"/>
                </a:lnTo>
                <a:lnTo>
                  <a:pt x="172212" y="53340"/>
                </a:lnTo>
                <a:lnTo>
                  <a:pt x="161067" y="53625"/>
                </a:lnTo>
                <a:lnTo>
                  <a:pt x="150495" y="54483"/>
                </a:lnTo>
                <a:lnTo>
                  <a:pt x="140493" y="55911"/>
                </a:lnTo>
                <a:lnTo>
                  <a:pt x="131064" y="57912"/>
                </a:lnTo>
                <a:close/>
              </a:path>
              <a:path w="350519" h="401319">
                <a:moveTo>
                  <a:pt x="334462" y="360211"/>
                </a:moveTo>
                <a:lnTo>
                  <a:pt x="298251" y="360211"/>
                </a:lnTo>
                <a:lnTo>
                  <a:pt x="304800" y="359664"/>
                </a:lnTo>
                <a:lnTo>
                  <a:pt x="309372" y="358140"/>
                </a:lnTo>
                <a:lnTo>
                  <a:pt x="310896" y="353568"/>
                </a:lnTo>
                <a:lnTo>
                  <a:pt x="310896" y="53340"/>
                </a:lnTo>
                <a:lnTo>
                  <a:pt x="343988" y="53340"/>
                </a:lnTo>
                <a:lnTo>
                  <a:pt x="335280" y="59436"/>
                </a:lnTo>
                <a:lnTo>
                  <a:pt x="335280" y="345948"/>
                </a:lnTo>
                <a:lnTo>
                  <a:pt x="334946" y="356544"/>
                </a:lnTo>
                <a:lnTo>
                  <a:pt x="334462" y="360211"/>
                </a:lnTo>
                <a:close/>
              </a:path>
              <a:path w="350519" h="401319">
                <a:moveTo>
                  <a:pt x="242722" y="121920"/>
                </a:moveTo>
                <a:lnTo>
                  <a:pt x="208788" y="121920"/>
                </a:lnTo>
                <a:lnTo>
                  <a:pt x="227076" y="105156"/>
                </a:lnTo>
                <a:lnTo>
                  <a:pt x="242722" y="121920"/>
                </a:lnTo>
                <a:close/>
              </a:path>
              <a:path w="350519" h="401319">
                <a:moveTo>
                  <a:pt x="97536" y="326136"/>
                </a:moveTo>
                <a:lnTo>
                  <a:pt x="98417" y="297822"/>
                </a:lnTo>
                <a:lnTo>
                  <a:pt x="98869" y="269938"/>
                </a:lnTo>
                <a:lnTo>
                  <a:pt x="99036" y="242339"/>
                </a:lnTo>
                <a:lnTo>
                  <a:pt x="99036" y="187475"/>
                </a:lnTo>
                <a:lnTo>
                  <a:pt x="98869" y="160210"/>
                </a:lnTo>
                <a:lnTo>
                  <a:pt x="98395" y="132588"/>
                </a:lnTo>
                <a:lnTo>
                  <a:pt x="97536" y="106680"/>
                </a:lnTo>
                <a:lnTo>
                  <a:pt x="123444" y="121920"/>
                </a:lnTo>
                <a:lnTo>
                  <a:pt x="242722" y="121920"/>
                </a:lnTo>
                <a:lnTo>
                  <a:pt x="248412" y="128016"/>
                </a:lnTo>
                <a:lnTo>
                  <a:pt x="243268" y="132588"/>
                </a:lnTo>
                <a:lnTo>
                  <a:pt x="121920" y="132588"/>
                </a:lnTo>
                <a:lnTo>
                  <a:pt x="121920" y="201168"/>
                </a:lnTo>
                <a:lnTo>
                  <a:pt x="235020" y="201168"/>
                </a:lnTo>
                <a:lnTo>
                  <a:pt x="235124" y="210312"/>
                </a:lnTo>
                <a:lnTo>
                  <a:pt x="121920" y="210312"/>
                </a:lnTo>
                <a:lnTo>
                  <a:pt x="121920" y="283464"/>
                </a:lnTo>
                <a:lnTo>
                  <a:pt x="236028" y="283464"/>
                </a:lnTo>
                <a:lnTo>
                  <a:pt x="236112" y="294132"/>
                </a:lnTo>
                <a:lnTo>
                  <a:pt x="121920" y="294132"/>
                </a:lnTo>
                <a:lnTo>
                  <a:pt x="121920" y="313944"/>
                </a:lnTo>
                <a:lnTo>
                  <a:pt x="97536" y="326136"/>
                </a:lnTo>
                <a:close/>
              </a:path>
              <a:path w="350519" h="401319">
                <a:moveTo>
                  <a:pt x="235020" y="201168"/>
                </a:moveTo>
                <a:lnTo>
                  <a:pt x="211836" y="201168"/>
                </a:lnTo>
                <a:lnTo>
                  <a:pt x="211836" y="132588"/>
                </a:lnTo>
                <a:lnTo>
                  <a:pt x="243268" y="132588"/>
                </a:lnTo>
                <a:lnTo>
                  <a:pt x="234696" y="140208"/>
                </a:lnTo>
                <a:lnTo>
                  <a:pt x="234906" y="187475"/>
                </a:lnTo>
                <a:lnTo>
                  <a:pt x="235020" y="201168"/>
                </a:lnTo>
                <a:close/>
              </a:path>
              <a:path w="350519" h="401319">
                <a:moveTo>
                  <a:pt x="236028" y="283464"/>
                </a:moveTo>
                <a:lnTo>
                  <a:pt x="211836" y="283464"/>
                </a:lnTo>
                <a:lnTo>
                  <a:pt x="211836" y="210312"/>
                </a:lnTo>
                <a:lnTo>
                  <a:pt x="235124" y="210312"/>
                </a:lnTo>
                <a:lnTo>
                  <a:pt x="235497" y="242339"/>
                </a:lnTo>
                <a:lnTo>
                  <a:pt x="235981" y="277582"/>
                </a:lnTo>
                <a:lnTo>
                  <a:pt x="236028" y="283464"/>
                </a:lnTo>
                <a:close/>
              </a:path>
              <a:path w="350519" h="401319">
                <a:moveTo>
                  <a:pt x="211836" y="321564"/>
                </a:moveTo>
                <a:lnTo>
                  <a:pt x="211836" y="294132"/>
                </a:lnTo>
                <a:lnTo>
                  <a:pt x="236112" y="294132"/>
                </a:lnTo>
                <a:lnTo>
                  <a:pt x="236220" y="307848"/>
                </a:lnTo>
                <a:lnTo>
                  <a:pt x="211836" y="321564"/>
                </a:lnTo>
                <a:close/>
              </a:path>
              <a:path w="350519" h="401319">
                <a:moveTo>
                  <a:pt x="295655" y="400812"/>
                </a:moveTo>
                <a:lnTo>
                  <a:pt x="287107" y="387119"/>
                </a:lnTo>
                <a:lnTo>
                  <a:pt x="275272" y="375856"/>
                </a:lnTo>
                <a:lnTo>
                  <a:pt x="260294" y="367164"/>
                </a:lnTo>
                <a:lnTo>
                  <a:pt x="242316" y="361188"/>
                </a:lnTo>
                <a:lnTo>
                  <a:pt x="242316" y="353568"/>
                </a:lnTo>
                <a:lnTo>
                  <a:pt x="266866" y="357306"/>
                </a:lnTo>
                <a:lnTo>
                  <a:pt x="285559" y="359473"/>
                </a:lnTo>
                <a:lnTo>
                  <a:pt x="298251" y="360211"/>
                </a:lnTo>
                <a:lnTo>
                  <a:pt x="334462" y="360211"/>
                </a:lnTo>
                <a:lnTo>
                  <a:pt x="333756" y="365569"/>
                </a:lnTo>
                <a:lnTo>
                  <a:pt x="307086" y="395335"/>
                </a:lnTo>
                <a:lnTo>
                  <a:pt x="295655" y="400812"/>
                </a:lnTo>
                <a:close/>
              </a:path>
              <a:path w="350519" h="401319">
                <a:moveTo>
                  <a:pt x="76200" y="83820"/>
                </a:moveTo>
                <a:lnTo>
                  <a:pt x="71628" y="83820"/>
                </a:lnTo>
                <a:lnTo>
                  <a:pt x="68580" y="77724"/>
                </a:lnTo>
                <a:lnTo>
                  <a:pt x="64008" y="64008"/>
                </a:lnTo>
                <a:lnTo>
                  <a:pt x="59221" y="50887"/>
                </a:lnTo>
                <a:lnTo>
                  <a:pt x="52006" y="36766"/>
                </a:lnTo>
                <a:lnTo>
                  <a:pt x="42791" y="21788"/>
                </a:lnTo>
                <a:lnTo>
                  <a:pt x="32004" y="6096"/>
                </a:lnTo>
                <a:lnTo>
                  <a:pt x="36576" y="0"/>
                </a:lnTo>
                <a:lnTo>
                  <a:pt x="68770" y="22860"/>
                </a:lnTo>
                <a:lnTo>
                  <a:pt x="89916" y="50292"/>
                </a:lnTo>
                <a:lnTo>
                  <a:pt x="89916" y="60960"/>
                </a:lnTo>
                <a:lnTo>
                  <a:pt x="88392" y="68580"/>
                </a:lnTo>
                <a:lnTo>
                  <a:pt x="79248" y="80772"/>
                </a:lnTo>
                <a:lnTo>
                  <a:pt x="76200" y="83820"/>
                </a:lnTo>
                <a:close/>
              </a:path>
              <a:path w="350519" h="401319">
                <a:moveTo>
                  <a:pt x="0" y="399288"/>
                </a:moveTo>
                <a:lnTo>
                  <a:pt x="881" y="378380"/>
                </a:lnTo>
                <a:lnTo>
                  <a:pt x="1291" y="346186"/>
                </a:lnTo>
                <a:lnTo>
                  <a:pt x="1368" y="332232"/>
                </a:lnTo>
                <a:lnTo>
                  <a:pt x="1500" y="292560"/>
                </a:lnTo>
                <a:lnTo>
                  <a:pt x="1500" y="161377"/>
                </a:lnTo>
                <a:lnTo>
                  <a:pt x="1333" y="110680"/>
                </a:lnTo>
                <a:lnTo>
                  <a:pt x="861" y="74676"/>
                </a:lnTo>
                <a:lnTo>
                  <a:pt x="0" y="54864"/>
                </a:lnTo>
                <a:lnTo>
                  <a:pt x="42672" y="74676"/>
                </a:lnTo>
                <a:lnTo>
                  <a:pt x="25908" y="85344"/>
                </a:lnTo>
                <a:lnTo>
                  <a:pt x="25908" y="332232"/>
                </a:lnTo>
                <a:lnTo>
                  <a:pt x="26146" y="346186"/>
                </a:lnTo>
                <a:lnTo>
                  <a:pt x="27193" y="374665"/>
                </a:lnTo>
                <a:lnTo>
                  <a:pt x="27432" y="388620"/>
                </a:lnTo>
                <a:lnTo>
                  <a:pt x="0" y="39928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" name="object 15"/>
          <p:cNvSpPr/>
          <p:nvPr/>
        </p:nvSpPr>
        <p:spPr>
          <a:xfrm>
            <a:off x="3017520" y="2375916"/>
            <a:ext cx="387350" cy="391795"/>
          </a:xfrm>
          <a:custGeom>
            <a:avLst/>
            <a:gdLst/>
            <a:ahLst/>
            <a:cxnLst/>
            <a:rect l="l" t="t" r="r" b="b"/>
            <a:pathLst>
              <a:path w="387350" h="391794">
                <a:moveTo>
                  <a:pt x="94488" y="74676"/>
                </a:moveTo>
                <a:lnTo>
                  <a:pt x="86868" y="74676"/>
                </a:lnTo>
                <a:lnTo>
                  <a:pt x="82296" y="68580"/>
                </a:lnTo>
                <a:lnTo>
                  <a:pt x="79248" y="56388"/>
                </a:lnTo>
                <a:lnTo>
                  <a:pt x="73771" y="44672"/>
                </a:lnTo>
                <a:lnTo>
                  <a:pt x="66294" y="32385"/>
                </a:lnTo>
                <a:lnTo>
                  <a:pt x="56530" y="19526"/>
                </a:lnTo>
                <a:lnTo>
                  <a:pt x="44196" y="6096"/>
                </a:lnTo>
                <a:lnTo>
                  <a:pt x="47244" y="0"/>
                </a:lnTo>
                <a:lnTo>
                  <a:pt x="84105" y="20574"/>
                </a:lnTo>
                <a:lnTo>
                  <a:pt x="106680" y="53340"/>
                </a:lnTo>
                <a:lnTo>
                  <a:pt x="106680" y="64008"/>
                </a:lnTo>
                <a:lnTo>
                  <a:pt x="105156" y="68580"/>
                </a:lnTo>
                <a:lnTo>
                  <a:pt x="100584" y="71628"/>
                </a:lnTo>
                <a:lnTo>
                  <a:pt x="94488" y="74676"/>
                </a:lnTo>
                <a:close/>
              </a:path>
              <a:path w="387350" h="391794">
                <a:moveTo>
                  <a:pt x="377952" y="22860"/>
                </a:moveTo>
                <a:lnTo>
                  <a:pt x="347472" y="22860"/>
                </a:lnTo>
                <a:lnTo>
                  <a:pt x="362712" y="7620"/>
                </a:lnTo>
                <a:lnTo>
                  <a:pt x="377952" y="22860"/>
                </a:lnTo>
                <a:close/>
              </a:path>
              <a:path w="387350" h="391794">
                <a:moveTo>
                  <a:pt x="112776" y="391668"/>
                </a:moveTo>
                <a:lnTo>
                  <a:pt x="108204" y="385572"/>
                </a:lnTo>
                <a:lnTo>
                  <a:pt x="132207" y="347567"/>
                </a:lnTo>
                <a:lnTo>
                  <a:pt x="149352" y="306705"/>
                </a:lnTo>
                <a:lnTo>
                  <a:pt x="159639" y="262985"/>
                </a:lnTo>
                <a:lnTo>
                  <a:pt x="163068" y="216408"/>
                </a:lnTo>
                <a:lnTo>
                  <a:pt x="163068" y="89916"/>
                </a:lnTo>
                <a:lnTo>
                  <a:pt x="162829" y="73652"/>
                </a:lnTo>
                <a:lnTo>
                  <a:pt x="162306" y="54673"/>
                </a:lnTo>
                <a:lnTo>
                  <a:pt x="161791" y="33528"/>
                </a:lnTo>
                <a:lnTo>
                  <a:pt x="161544" y="9144"/>
                </a:lnTo>
                <a:lnTo>
                  <a:pt x="187452" y="22860"/>
                </a:lnTo>
                <a:lnTo>
                  <a:pt x="377952" y="22860"/>
                </a:lnTo>
                <a:lnTo>
                  <a:pt x="387096" y="32004"/>
                </a:lnTo>
                <a:lnTo>
                  <a:pt x="385136" y="33528"/>
                </a:lnTo>
                <a:lnTo>
                  <a:pt x="184404" y="33528"/>
                </a:lnTo>
                <a:lnTo>
                  <a:pt x="184404" y="179832"/>
                </a:lnTo>
                <a:lnTo>
                  <a:pt x="183684" y="233610"/>
                </a:lnTo>
                <a:lnTo>
                  <a:pt x="176089" y="281610"/>
                </a:lnTo>
                <a:lnTo>
                  <a:pt x="161690" y="323904"/>
                </a:lnTo>
                <a:lnTo>
                  <a:pt x="140561" y="360566"/>
                </a:lnTo>
                <a:lnTo>
                  <a:pt x="112776" y="391668"/>
                </a:lnTo>
                <a:close/>
              </a:path>
              <a:path w="387350" h="391794">
                <a:moveTo>
                  <a:pt x="275844" y="94488"/>
                </a:moveTo>
                <a:lnTo>
                  <a:pt x="254508" y="94488"/>
                </a:lnTo>
                <a:lnTo>
                  <a:pt x="254442" y="73652"/>
                </a:lnTo>
                <a:lnTo>
                  <a:pt x="254317" y="61722"/>
                </a:lnTo>
                <a:lnTo>
                  <a:pt x="253865" y="46910"/>
                </a:lnTo>
                <a:lnTo>
                  <a:pt x="252984" y="33528"/>
                </a:lnTo>
                <a:lnTo>
                  <a:pt x="259079" y="33528"/>
                </a:lnTo>
                <a:lnTo>
                  <a:pt x="288036" y="47244"/>
                </a:lnTo>
                <a:lnTo>
                  <a:pt x="275844" y="57912"/>
                </a:lnTo>
                <a:lnTo>
                  <a:pt x="275844" y="94488"/>
                </a:lnTo>
                <a:close/>
              </a:path>
              <a:path w="387350" h="391794">
                <a:moveTo>
                  <a:pt x="373380" y="353901"/>
                </a:moveTo>
                <a:lnTo>
                  <a:pt x="336351" y="353901"/>
                </a:lnTo>
                <a:lnTo>
                  <a:pt x="342900" y="353568"/>
                </a:lnTo>
                <a:lnTo>
                  <a:pt x="347472" y="352044"/>
                </a:lnTo>
                <a:lnTo>
                  <a:pt x="350456" y="347567"/>
                </a:lnTo>
                <a:lnTo>
                  <a:pt x="350520" y="33528"/>
                </a:lnTo>
                <a:lnTo>
                  <a:pt x="385136" y="33528"/>
                </a:lnTo>
                <a:lnTo>
                  <a:pt x="373380" y="42672"/>
                </a:lnTo>
                <a:lnTo>
                  <a:pt x="373380" y="353901"/>
                </a:lnTo>
                <a:close/>
              </a:path>
              <a:path w="387350" h="391794">
                <a:moveTo>
                  <a:pt x="211836" y="109728"/>
                </a:moveTo>
                <a:lnTo>
                  <a:pt x="195072" y="94488"/>
                </a:lnTo>
                <a:lnTo>
                  <a:pt x="295656" y="94488"/>
                </a:lnTo>
                <a:lnTo>
                  <a:pt x="312420" y="76200"/>
                </a:lnTo>
                <a:lnTo>
                  <a:pt x="338328" y="105156"/>
                </a:lnTo>
                <a:lnTo>
                  <a:pt x="252984" y="105156"/>
                </a:lnTo>
                <a:lnTo>
                  <a:pt x="241839" y="105441"/>
                </a:lnTo>
                <a:lnTo>
                  <a:pt x="231267" y="106299"/>
                </a:lnTo>
                <a:lnTo>
                  <a:pt x="221265" y="107727"/>
                </a:lnTo>
                <a:lnTo>
                  <a:pt x="211836" y="109728"/>
                </a:lnTo>
                <a:close/>
              </a:path>
              <a:path w="387350" h="391794">
                <a:moveTo>
                  <a:pt x="275844" y="153924"/>
                </a:moveTo>
                <a:lnTo>
                  <a:pt x="254508" y="153924"/>
                </a:lnTo>
                <a:lnTo>
                  <a:pt x="254508" y="105156"/>
                </a:lnTo>
                <a:lnTo>
                  <a:pt x="275844" y="105156"/>
                </a:lnTo>
                <a:lnTo>
                  <a:pt x="275844" y="153924"/>
                </a:lnTo>
                <a:close/>
              </a:path>
              <a:path w="387350" h="391794">
                <a:moveTo>
                  <a:pt x="15240" y="146304"/>
                </a:moveTo>
                <a:lnTo>
                  <a:pt x="0" y="131064"/>
                </a:lnTo>
                <a:lnTo>
                  <a:pt x="64008" y="131064"/>
                </a:lnTo>
                <a:lnTo>
                  <a:pt x="80772" y="112776"/>
                </a:lnTo>
                <a:lnTo>
                  <a:pt x="105156" y="137160"/>
                </a:lnTo>
                <a:lnTo>
                  <a:pt x="98869" y="141732"/>
                </a:lnTo>
                <a:lnTo>
                  <a:pt x="56388" y="141732"/>
                </a:lnTo>
                <a:lnTo>
                  <a:pt x="45243" y="142017"/>
                </a:lnTo>
                <a:lnTo>
                  <a:pt x="34671" y="142875"/>
                </a:lnTo>
                <a:lnTo>
                  <a:pt x="24669" y="144303"/>
                </a:lnTo>
                <a:lnTo>
                  <a:pt x="15240" y="146304"/>
                </a:lnTo>
                <a:close/>
              </a:path>
              <a:path w="387350" h="391794">
                <a:moveTo>
                  <a:pt x="201168" y="169164"/>
                </a:moveTo>
                <a:lnTo>
                  <a:pt x="185928" y="153924"/>
                </a:lnTo>
                <a:lnTo>
                  <a:pt x="301752" y="153924"/>
                </a:lnTo>
                <a:lnTo>
                  <a:pt x="321564" y="134112"/>
                </a:lnTo>
                <a:lnTo>
                  <a:pt x="348996" y="163068"/>
                </a:lnTo>
                <a:lnTo>
                  <a:pt x="242315" y="163068"/>
                </a:lnTo>
                <a:lnTo>
                  <a:pt x="231171" y="163591"/>
                </a:lnTo>
                <a:lnTo>
                  <a:pt x="220599" y="164973"/>
                </a:lnTo>
                <a:lnTo>
                  <a:pt x="210597" y="166925"/>
                </a:lnTo>
                <a:lnTo>
                  <a:pt x="201168" y="169164"/>
                </a:lnTo>
                <a:close/>
              </a:path>
              <a:path w="387350" h="391794">
                <a:moveTo>
                  <a:pt x="79248" y="353568"/>
                </a:moveTo>
                <a:lnTo>
                  <a:pt x="57912" y="329183"/>
                </a:lnTo>
                <a:lnTo>
                  <a:pt x="61031" y="323445"/>
                </a:lnTo>
                <a:lnTo>
                  <a:pt x="63436" y="317563"/>
                </a:lnTo>
                <a:lnTo>
                  <a:pt x="64984" y="311396"/>
                </a:lnTo>
                <a:lnTo>
                  <a:pt x="65405" y="306324"/>
                </a:lnTo>
                <a:lnTo>
                  <a:pt x="65532" y="141732"/>
                </a:lnTo>
                <a:lnTo>
                  <a:pt x="98869" y="141732"/>
                </a:lnTo>
                <a:lnTo>
                  <a:pt x="88392" y="149352"/>
                </a:lnTo>
                <a:lnTo>
                  <a:pt x="88392" y="304800"/>
                </a:lnTo>
                <a:lnTo>
                  <a:pt x="114015" y="304800"/>
                </a:lnTo>
                <a:lnTo>
                  <a:pt x="103251" y="319087"/>
                </a:lnTo>
                <a:lnTo>
                  <a:pt x="88677" y="339256"/>
                </a:lnTo>
                <a:lnTo>
                  <a:pt x="79248" y="353568"/>
                </a:lnTo>
                <a:close/>
              </a:path>
              <a:path w="387350" h="391794">
                <a:moveTo>
                  <a:pt x="214884" y="327659"/>
                </a:moveTo>
                <a:lnTo>
                  <a:pt x="215765" y="310515"/>
                </a:lnTo>
                <a:lnTo>
                  <a:pt x="216197" y="294132"/>
                </a:lnTo>
                <a:lnTo>
                  <a:pt x="216303" y="233610"/>
                </a:lnTo>
                <a:lnTo>
                  <a:pt x="216217" y="224790"/>
                </a:lnTo>
                <a:lnTo>
                  <a:pt x="215765" y="207645"/>
                </a:lnTo>
                <a:lnTo>
                  <a:pt x="214884" y="190500"/>
                </a:lnTo>
                <a:lnTo>
                  <a:pt x="237744" y="205739"/>
                </a:lnTo>
                <a:lnTo>
                  <a:pt x="318047" y="205739"/>
                </a:lnTo>
                <a:lnTo>
                  <a:pt x="324612" y="211836"/>
                </a:lnTo>
                <a:lnTo>
                  <a:pt x="319386" y="216408"/>
                </a:lnTo>
                <a:lnTo>
                  <a:pt x="237744" y="216408"/>
                </a:lnTo>
                <a:lnTo>
                  <a:pt x="237744" y="283464"/>
                </a:lnTo>
                <a:lnTo>
                  <a:pt x="312863" y="283464"/>
                </a:lnTo>
                <a:lnTo>
                  <a:pt x="313062" y="291726"/>
                </a:lnTo>
                <a:lnTo>
                  <a:pt x="313208" y="294132"/>
                </a:lnTo>
                <a:lnTo>
                  <a:pt x="237744" y="294132"/>
                </a:lnTo>
                <a:lnTo>
                  <a:pt x="237744" y="316991"/>
                </a:lnTo>
                <a:lnTo>
                  <a:pt x="214884" y="327659"/>
                </a:lnTo>
                <a:close/>
              </a:path>
              <a:path w="387350" h="391794">
                <a:moveTo>
                  <a:pt x="318047" y="205739"/>
                </a:moveTo>
                <a:lnTo>
                  <a:pt x="289560" y="205739"/>
                </a:lnTo>
                <a:lnTo>
                  <a:pt x="303276" y="192024"/>
                </a:lnTo>
                <a:lnTo>
                  <a:pt x="318047" y="205739"/>
                </a:lnTo>
                <a:close/>
              </a:path>
              <a:path w="387350" h="391794">
                <a:moveTo>
                  <a:pt x="312863" y="283464"/>
                </a:moveTo>
                <a:lnTo>
                  <a:pt x="291084" y="283464"/>
                </a:lnTo>
                <a:lnTo>
                  <a:pt x="291084" y="216408"/>
                </a:lnTo>
                <a:lnTo>
                  <a:pt x="319386" y="216408"/>
                </a:lnTo>
                <a:lnTo>
                  <a:pt x="312420" y="222503"/>
                </a:lnTo>
                <a:lnTo>
                  <a:pt x="312538" y="262985"/>
                </a:lnTo>
                <a:lnTo>
                  <a:pt x="312610" y="272986"/>
                </a:lnTo>
                <a:lnTo>
                  <a:pt x="312863" y="283464"/>
                </a:lnTo>
                <a:close/>
              </a:path>
              <a:path w="387350" h="391794">
                <a:moveTo>
                  <a:pt x="114015" y="304800"/>
                </a:moveTo>
                <a:lnTo>
                  <a:pt x="88392" y="304800"/>
                </a:lnTo>
                <a:lnTo>
                  <a:pt x="141732" y="256032"/>
                </a:lnTo>
                <a:lnTo>
                  <a:pt x="147828" y="260603"/>
                </a:lnTo>
                <a:lnTo>
                  <a:pt x="122967" y="292917"/>
                </a:lnTo>
                <a:lnTo>
                  <a:pt x="114015" y="304800"/>
                </a:lnTo>
                <a:close/>
              </a:path>
              <a:path w="387350" h="391794">
                <a:moveTo>
                  <a:pt x="291084" y="316991"/>
                </a:moveTo>
                <a:lnTo>
                  <a:pt x="291084" y="294132"/>
                </a:lnTo>
                <a:lnTo>
                  <a:pt x="313208" y="294132"/>
                </a:lnTo>
                <a:lnTo>
                  <a:pt x="313944" y="306324"/>
                </a:lnTo>
                <a:lnTo>
                  <a:pt x="291084" y="316991"/>
                </a:lnTo>
                <a:close/>
              </a:path>
              <a:path w="387350" h="391794">
                <a:moveTo>
                  <a:pt x="342900" y="391668"/>
                </a:moveTo>
                <a:lnTo>
                  <a:pt x="334851" y="379333"/>
                </a:lnTo>
                <a:lnTo>
                  <a:pt x="321945" y="369570"/>
                </a:lnTo>
                <a:lnTo>
                  <a:pt x="303895" y="362092"/>
                </a:lnTo>
                <a:lnTo>
                  <a:pt x="280415" y="356616"/>
                </a:lnTo>
                <a:lnTo>
                  <a:pt x="280415" y="347472"/>
                </a:lnTo>
                <a:lnTo>
                  <a:pt x="323659" y="352806"/>
                </a:lnTo>
                <a:lnTo>
                  <a:pt x="336351" y="353901"/>
                </a:lnTo>
                <a:lnTo>
                  <a:pt x="373380" y="353901"/>
                </a:lnTo>
                <a:lnTo>
                  <a:pt x="373380" y="359664"/>
                </a:lnTo>
                <a:lnTo>
                  <a:pt x="371856" y="368808"/>
                </a:lnTo>
                <a:lnTo>
                  <a:pt x="367283" y="373380"/>
                </a:lnTo>
                <a:lnTo>
                  <a:pt x="363259" y="377952"/>
                </a:lnTo>
                <a:lnTo>
                  <a:pt x="357949" y="382524"/>
                </a:lnTo>
                <a:lnTo>
                  <a:pt x="351210" y="387096"/>
                </a:lnTo>
                <a:lnTo>
                  <a:pt x="342900" y="39166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" name="object 16"/>
          <p:cNvSpPr/>
          <p:nvPr/>
        </p:nvSpPr>
        <p:spPr>
          <a:xfrm>
            <a:off x="3456432" y="2360675"/>
            <a:ext cx="403860" cy="410209"/>
          </a:xfrm>
          <a:custGeom>
            <a:avLst/>
            <a:gdLst/>
            <a:ahLst/>
            <a:cxnLst/>
            <a:rect l="l" t="t" r="r" b="b"/>
            <a:pathLst>
              <a:path w="403860" h="410210">
                <a:moveTo>
                  <a:pt x="230123" y="60959"/>
                </a:moveTo>
                <a:lnTo>
                  <a:pt x="219455" y="60959"/>
                </a:lnTo>
                <a:lnTo>
                  <a:pt x="217931" y="53340"/>
                </a:lnTo>
                <a:lnTo>
                  <a:pt x="211835" y="38100"/>
                </a:lnTo>
                <a:lnTo>
                  <a:pt x="207787" y="31551"/>
                </a:lnTo>
                <a:lnTo>
                  <a:pt x="202310" y="23431"/>
                </a:lnTo>
                <a:lnTo>
                  <a:pt x="195119" y="13882"/>
                </a:lnTo>
                <a:lnTo>
                  <a:pt x="185927" y="3047"/>
                </a:lnTo>
                <a:lnTo>
                  <a:pt x="192023" y="0"/>
                </a:lnTo>
                <a:lnTo>
                  <a:pt x="232314" y="21431"/>
                </a:lnTo>
                <a:lnTo>
                  <a:pt x="240791" y="33528"/>
                </a:lnTo>
                <a:lnTo>
                  <a:pt x="243839" y="36576"/>
                </a:lnTo>
                <a:lnTo>
                  <a:pt x="243839" y="38100"/>
                </a:lnTo>
                <a:lnTo>
                  <a:pt x="242982" y="43600"/>
                </a:lnTo>
                <a:lnTo>
                  <a:pt x="240410" y="48958"/>
                </a:lnTo>
                <a:lnTo>
                  <a:pt x="236124" y="54602"/>
                </a:lnTo>
                <a:lnTo>
                  <a:pt x="230123" y="60959"/>
                </a:lnTo>
                <a:close/>
              </a:path>
              <a:path w="403860" h="410210">
                <a:moveTo>
                  <a:pt x="391667" y="60959"/>
                </a:moveTo>
                <a:lnTo>
                  <a:pt x="342900" y="60959"/>
                </a:lnTo>
                <a:lnTo>
                  <a:pt x="367284" y="36576"/>
                </a:lnTo>
                <a:lnTo>
                  <a:pt x="391667" y="60959"/>
                </a:lnTo>
                <a:close/>
              </a:path>
              <a:path w="403860" h="410210">
                <a:moveTo>
                  <a:pt x="4571" y="409956"/>
                </a:moveTo>
                <a:lnTo>
                  <a:pt x="0" y="406908"/>
                </a:lnTo>
                <a:lnTo>
                  <a:pt x="15692" y="375999"/>
                </a:lnTo>
                <a:lnTo>
                  <a:pt x="28384" y="344805"/>
                </a:lnTo>
                <a:lnTo>
                  <a:pt x="44195" y="280416"/>
                </a:lnTo>
                <a:lnTo>
                  <a:pt x="51815" y="213169"/>
                </a:lnTo>
                <a:lnTo>
                  <a:pt x="54755" y="149352"/>
                </a:lnTo>
                <a:lnTo>
                  <a:pt x="54756" y="107823"/>
                </a:lnTo>
                <a:lnTo>
                  <a:pt x="54482" y="85153"/>
                </a:lnTo>
                <a:lnTo>
                  <a:pt x="53578" y="61841"/>
                </a:lnTo>
                <a:lnTo>
                  <a:pt x="51815" y="42671"/>
                </a:lnTo>
                <a:lnTo>
                  <a:pt x="82295" y="60959"/>
                </a:lnTo>
                <a:lnTo>
                  <a:pt x="391667" y="60959"/>
                </a:lnTo>
                <a:lnTo>
                  <a:pt x="402336" y="71628"/>
                </a:lnTo>
                <a:lnTo>
                  <a:pt x="80771" y="71628"/>
                </a:lnTo>
                <a:lnTo>
                  <a:pt x="80448" y="121038"/>
                </a:lnTo>
                <a:lnTo>
                  <a:pt x="79438" y="163830"/>
                </a:lnTo>
                <a:lnTo>
                  <a:pt x="74675" y="233172"/>
                </a:lnTo>
                <a:lnTo>
                  <a:pt x="64007" y="288036"/>
                </a:lnTo>
                <a:lnTo>
                  <a:pt x="48767" y="333756"/>
                </a:lnTo>
                <a:lnTo>
                  <a:pt x="28955" y="373570"/>
                </a:lnTo>
                <a:lnTo>
                  <a:pt x="17478" y="392263"/>
                </a:lnTo>
                <a:lnTo>
                  <a:pt x="4571" y="409956"/>
                </a:lnTo>
                <a:close/>
              </a:path>
              <a:path w="403860" h="410210">
                <a:moveTo>
                  <a:pt x="185927" y="135636"/>
                </a:moveTo>
                <a:lnTo>
                  <a:pt x="163067" y="135636"/>
                </a:lnTo>
                <a:lnTo>
                  <a:pt x="163044" y="121872"/>
                </a:lnTo>
                <a:lnTo>
                  <a:pt x="162882" y="108204"/>
                </a:lnTo>
                <a:lnTo>
                  <a:pt x="162412" y="92987"/>
                </a:lnTo>
                <a:lnTo>
                  <a:pt x="161543" y="77724"/>
                </a:lnTo>
                <a:lnTo>
                  <a:pt x="199643" y="97536"/>
                </a:lnTo>
                <a:lnTo>
                  <a:pt x="185927" y="105156"/>
                </a:lnTo>
                <a:lnTo>
                  <a:pt x="185927" y="135636"/>
                </a:lnTo>
                <a:close/>
              </a:path>
              <a:path w="403860" h="410210">
                <a:moveTo>
                  <a:pt x="306323" y="135636"/>
                </a:moveTo>
                <a:lnTo>
                  <a:pt x="283463" y="135636"/>
                </a:lnTo>
                <a:lnTo>
                  <a:pt x="283342" y="112776"/>
                </a:lnTo>
                <a:lnTo>
                  <a:pt x="283217" y="105156"/>
                </a:lnTo>
                <a:lnTo>
                  <a:pt x="282821" y="92987"/>
                </a:lnTo>
                <a:lnTo>
                  <a:pt x="281939" y="79248"/>
                </a:lnTo>
                <a:lnTo>
                  <a:pt x="321563" y="97536"/>
                </a:lnTo>
                <a:lnTo>
                  <a:pt x="306323" y="108204"/>
                </a:lnTo>
                <a:lnTo>
                  <a:pt x="306323" y="135636"/>
                </a:lnTo>
                <a:close/>
              </a:path>
              <a:path w="403860" h="410210">
                <a:moveTo>
                  <a:pt x="97535" y="149352"/>
                </a:moveTo>
                <a:lnTo>
                  <a:pt x="83819" y="135636"/>
                </a:lnTo>
                <a:lnTo>
                  <a:pt x="339851" y="135636"/>
                </a:lnTo>
                <a:lnTo>
                  <a:pt x="361187" y="112776"/>
                </a:lnTo>
                <a:lnTo>
                  <a:pt x="394716" y="146304"/>
                </a:lnTo>
                <a:lnTo>
                  <a:pt x="118871" y="146304"/>
                </a:lnTo>
                <a:lnTo>
                  <a:pt x="97535" y="149352"/>
                </a:lnTo>
                <a:close/>
              </a:path>
              <a:path w="403860" h="410210">
                <a:moveTo>
                  <a:pt x="161543" y="225552"/>
                </a:moveTo>
                <a:lnTo>
                  <a:pt x="162425" y="207811"/>
                </a:lnTo>
                <a:lnTo>
                  <a:pt x="162877" y="188785"/>
                </a:lnTo>
                <a:lnTo>
                  <a:pt x="162956" y="179046"/>
                </a:lnTo>
                <a:lnTo>
                  <a:pt x="163067" y="146304"/>
                </a:lnTo>
                <a:lnTo>
                  <a:pt x="185927" y="146304"/>
                </a:lnTo>
                <a:lnTo>
                  <a:pt x="185927" y="196596"/>
                </a:lnTo>
                <a:lnTo>
                  <a:pt x="306800" y="196596"/>
                </a:lnTo>
                <a:lnTo>
                  <a:pt x="306966" y="201810"/>
                </a:lnTo>
                <a:lnTo>
                  <a:pt x="307446" y="207264"/>
                </a:lnTo>
                <a:lnTo>
                  <a:pt x="185927" y="207264"/>
                </a:lnTo>
                <a:lnTo>
                  <a:pt x="185927" y="214884"/>
                </a:lnTo>
                <a:lnTo>
                  <a:pt x="161543" y="225552"/>
                </a:lnTo>
                <a:close/>
              </a:path>
              <a:path w="403860" h="410210">
                <a:moveTo>
                  <a:pt x="306800" y="196596"/>
                </a:moveTo>
                <a:lnTo>
                  <a:pt x="283463" y="196596"/>
                </a:lnTo>
                <a:lnTo>
                  <a:pt x="283463" y="146304"/>
                </a:lnTo>
                <a:lnTo>
                  <a:pt x="306323" y="146304"/>
                </a:lnTo>
                <a:lnTo>
                  <a:pt x="306436" y="179046"/>
                </a:lnTo>
                <a:lnTo>
                  <a:pt x="306550" y="188785"/>
                </a:lnTo>
                <a:lnTo>
                  <a:pt x="306800" y="196596"/>
                </a:lnTo>
                <a:close/>
              </a:path>
              <a:path w="403860" h="410210">
                <a:moveTo>
                  <a:pt x="283463" y="222504"/>
                </a:moveTo>
                <a:lnTo>
                  <a:pt x="283463" y="207264"/>
                </a:lnTo>
                <a:lnTo>
                  <a:pt x="307446" y="207264"/>
                </a:lnTo>
                <a:lnTo>
                  <a:pt x="307847" y="211836"/>
                </a:lnTo>
                <a:lnTo>
                  <a:pt x="283463" y="222504"/>
                </a:lnTo>
                <a:close/>
              </a:path>
              <a:path w="403860" h="410210">
                <a:moveTo>
                  <a:pt x="131063" y="257556"/>
                </a:moveTo>
                <a:lnTo>
                  <a:pt x="117347" y="243840"/>
                </a:lnTo>
                <a:lnTo>
                  <a:pt x="298703" y="243840"/>
                </a:lnTo>
                <a:lnTo>
                  <a:pt x="315467" y="227076"/>
                </a:lnTo>
                <a:lnTo>
                  <a:pt x="341375" y="252984"/>
                </a:lnTo>
                <a:lnTo>
                  <a:pt x="146303" y="252984"/>
                </a:lnTo>
                <a:lnTo>
                  <a:pt x="131063" y="257556"/>
                </a:lnTo>
                <a:close/>
              </a:path>
              <a:path w="403860" h="410210">
                <a:moveTo>
                  <a:pt x="59435" y="409956"/>
                </a:moveTo>
                <a:lnTo>
                  <a:pt x="57911" y="403860"/>
                </a:lnTo>
                <a:lnTo>
                  <a:pt x="102727" y="392715"/>
                </a:lnTo>
                <a:lnTo>
                  <a:pt x="145541" y="377571"/>
                </a:lnTo>
                <a:lnTo>
                  <a:pt x="186070" y="358425"/>
                </a:lnTo>
                <a:lnTo>
                  <a:pt x="224027" y="335280"/>
                </a:lnTo>
                <a:lnTo>
                  <a:pt x="208287" y="318135"/>
                </a:lnTo>
                <a:lnTo>
                  <a:pt x="192976" y="298704"/>
                </a:lnTo>
                <a:lnTo>
                  <a:pt x="177950" y="276987"/>
                </a:lnTo>
                <a:lnTo>
                  <a:pt x="163067" y="252984"/>
                </a:lnTo>
                <a:lnTo>
                  <a:pt x="172211" y="252984"/>
                </a:lnTo>
                <a:lnTo>
                  <a:pt x="188452" y="274439"/>
                </a:lnTo>
                <a:lnTo>
                  <a:pt x="204977" y="293179"/>
                </a:lnTo>
                <a:lnTo>
                  <a:pt x="221503" y="309348"/>
                </a:lnTo>
                <a:lnTo>
                  <a:pt x="237743" y="323088"/>
                </a:lnTo>
                <a:lnTo>
                  <a:pt x="270895" y="323088"/>
                </a:lnTo>
                <a:lnTo>
                  <a:pt x="270581" y="323421"/>
                </a:lnTo>
                <a:lnTo>
                  <a:pt x="256031" y="336804"/>
                </a:lnTo>
                <a:lnTo>
                  <a:pt x="282551" y="350520"/>
                </a:lnTo>
                <a:lnTo>
                  <a:pt x="240791" y="350520"/>
                </a:lnTo>
                <a:lnTo>
                  <a:pt x="197881" y="372237"/>
                </a:lnTo>
                <a:lnTo>
                  <a:pt x="153542" y="389382"/>
                </a:lnTo>
                <a:lnTo>
                  <a:pt x="107489" y="401955"/>
                </a:lnTo>
                <a:lnTo>
                  <a:pt x="59435" y="409956"/>
                </a:lnTo>
                <a:close/>
              </a:path>
              <a:path w="403860" h="410210">
                <a:moveTo>
                  <a:pt x="270895" y="323088"/>
                </a:moveTo>
                <a:lnTo>
                  <a:pt x="237743" y="323088"/>
                </a:lnTo>
                <a:lnTo>
                  <a:pt x="254960" y="306562"/>
                </a:lnTo>
                <a:lnTo>
                  <a:pt x="270319" y="289179"/>
                </a:lnTo>
                <a:lnTo>
                  <a:pt x="284249" y="271224"/>
                </a:lnTo>
                <a:lnTo>
                  <a:pt x="297179" y="252984"/>
                </a:lnTo>
                <a:lnTo>
                  <a:pt x="341375" y="252984"/>
                </a:lnTo>
                <a:lnTo>
                  <a:pt x="323087" y="262128"/>
                </a:lnTo>
                <a:lnTo>
                  <a:pt x="304252" y="285797"/>
                </a:lnTo>
                <a:lnTo>
                  <a:pt x="286702" y="306324"/>
                </a:lnTo>
                <a:lnTo>
                  <a:pt x="270895" y="323088"/>
                </a:lnTo>
                <a:close/>
              </a:path>
              <a:path w="403860" h="410210">
                <a:moveTo>
                  <a:pt x="370332" y="405384"/>
                </a:moveTo>
                <a:lnTo>
                  <a:pt x="331446" y="395954"/>
                </a:lnTo>
                <a:lnTo>
                  <a:pt x="296989" y="383667"/>
                </a:lnTo>
                <a:lnTo>
                  <a:pt x="266819" y="368522"/>
                </a:lnTo>
                <a:lnTo>
                  <a:pt x="240791" y="350520"/>
                </a:lnTo>
                <a:lnTo>
                  <a:pt x="282551" y="350520"/>
                </a:lnTo>
                <a:lnTo>
                  <a:pt x="285773" y="352186"/>
                </a:lnTo>
                <a:lnTo>
                  <a:pt x="320230" y="363855"/>
                </a:lnTo>
                <a:lnTo>
                  <a:pt x="359544" y="371522"/>
                </a:lnTo>
                <a:lnTo>
                  <a:pt x="403860" y="374904"/>
                </a:lnTo>
                <a:lnTo>
                  <a:pt x="403860" y="382524"/>
                </a:lnTo>
                <a:lnTo>
                  <a:pt x="391334" y="385667"/>
                </a:lnTo>
                <a:lnTo>
                  <a:pt x="381381" y="390525"/>
                </a:lnTo>
                <a:lnTo>
                  <a:pt x="374284" y="397097"/>
                </a:lnTo>
                <a:lnTo>
                  <a:pt x="370332" y="40538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" name="object 17"/>
          <p:cNvSpPr/>
          <p:nvPr/>
        </p:nvSpPr>
        <p:spPr>
          <a:xfrm>
            <a:off x="1751075" y="3195827"/>
            <a:ext cx="155575" cy="155575"/>
          </a:xfrm>
          <a:custGeom>
            <a:avLst/>
            <a:gdLst/>
            <a:ahLst/>
            <a:cxnLst/>
            <a:rect l="l" t="t" r="r" b="b"/>
            <a:pathLst>
              <a:path w="155575" h="155575">
                <a:moveTo>
                  <a:pt x="155448" y="155448"/>
                </a:moveTo>
                <a:lnTo>
                  <a:pt x="0" y="155448"/>
                </a:lnTo>
                <a:lnTo>
                  <a:pt x="0" y="0"/>
                </a:lnTo>
                <a:lnTo>
                  <a:pt x="155448" y="0"/>
                </a:lnTo>
                <a:lnTo>
                  <a:pt x="155448" y="155448"/>
                </a:lnTo>
                <a:close/>
              </a:path>
            </a:pathLst>
          </a:custGeom>
          <a:solidFill>
            <a:srgbClr val="3333C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" name="object 18"/>
          <p:cNvSpPr/>
          <p:nvPr/>
        </p:nvSpPr>
        <p:spPr>
          <a:xfrm>
            <a:off x="2135124" y="3006851"/>
            <a:ext cx="844550" cy="408940"/>
          </a:xfrm>
          <a:custGeom>
            <a:avLst/>
            <a:gdLst/>
            <a:ahLst/>
            <a:cxnLst/>
            <a:rect l="l" t="t" r="r" b="b"/>
            <a:pathLst>
              <a:path w="844550" h="408939">
                <a:moveTo>
                  <a:pt x="382524" y="83820"/>
                </a:moveTo>
                <a:lnTo>
                  <a:pt x="348996" y="48768"/>
                </a:lnTo>
                <a:lnTo>
                  <a:pt x="324612" y="73152"/>
                </a:lnTo>
                <a:lnTo>
                  <a:pt x="292608" y="73152"/>
                </a:lnTo>
                <a:lnTo>
                  <a:pt x="292608" y="33528"/>
                </a:lnTo>
                <a:lnTo>
                  <a:pt x="304800" y="22860"/>
                </a:lnTo>
                <a:lnTo>
                  <a:pt x="268224" y="3048"/>
                </a:lnTo>
                <a:lnTo>
                  <a:pt x="269100" y="18503"/>
                </a:lnTo>
                <a:lnTo>
                  <a:pt x="269544" y="35052"/>
                </a:lnTo>
                <a:lnTo>
                  <a:pt x="269671" y="48768"/>
                </a:lnTo>
                <a:lnTo>
                  <a:pt x="269748" y="73152"/>
                </a:lnTo>
                <a:lnTo>
                  <a:pt x="207264" y="73152"/>
                </a:lnTo>
                <a:lnTo>
                  <a:pt x="207264" y="30480"/>
                </a:lnTo>
                <a:lnTo>
                  <a:pt x="219456" y="21336"/>
                </a:lnTo>
                <a:lnTo>
                  <a:pt x="182880" y="1524"/>
                </a:lnTo>
                <a:lnTo>
                  <a:pt x="183756" y="17221"/>
                </a:lnTo>
                <a:lnTo>
                  <a:pt x="184213" y="35242"/>
                </a:lnTo>
                <a:lnTo>
                  <a:pt x="184340" y="48768"/>
                </a:lnTo>
                <a:lnTo>
                  <a:pt x="184404" y="73152"/>
                </a:lnTo>
                <a:lnTo>
                  <a:pt x="120396" y="73152"/>
                </a:lnTo>
                <a:lnTo>
                  <a:pt x="120396" y="35052"/>
                </a:lnTo>
                <a:lnTo>
                  <a:pt x="132588" y="22860"/>
                </a:lnTo>
                <a:lnTo>
                  <a:pt x="96012" y="3048"/>
                </a:lnTo>
                <a:lnTo>
                  <a:pt x="96888" y="18503"/>
                </a:lnTo>
                <a:lnTo>
                  <a:pt x="97332" y="35052"/>
                </a:lnTo>
                <a:lnTo>
                  <a:pt x="97459" y="48768"/>
                </a:lnTo>
                <a:lnTo>
                  <a:pt x="97536" y="73152"/>
                </a:lnTo>
                <a:lnTo>
                  <a:pt x="9144" y="73152"/>
                </a:lnTo>
                <a:lnTo>
                  <a:pt x="22860" y="86868"/>
                </a:lnTo>
                <a:lnTo>
                  <a:pt x="38100" y="83820"/>
                </a:lnTo>
                <a:lnTo>
                  <a:pt x="97536" y="83820"/>
                </a:lnTo>
                <a:lnTo>
                  <a:pt x="97409" y="108966"/>
                </a:lnTo>
                <a:lnTo>
                  <a:pt x="97345" y="114871"/>
                </a:lnTo>
                <a:lnTo>
                  <a:pt x="96888" y="128193"/>
                </a:lnTo>
                <a:lnTo>
                  <a:pt x="96012" y="140208"/>
                </a:lnTo>
                <a:lnTo>
                  <a:pt x="121920" y="129540"/>
                </a:lnTo>
                <a:lnTo>
                  <a:pt x="121031" y="117906"/>
                </a:lnTo>
                <a:lnTo>
                  <a:pt x="120586" y="106108"/>
                </a:lnTo>
                <a:lnTo>
                  <a:pt x="120497" y="100139"/>
                </a:lnTo>
                <a:lnTo>
                  <a:pt x="120396" y="83820"/>
                </a:lnTo>
                <a:lnTo>
                  <a:pt x="184404" y="83820"/>
                </a:lnTo>
                <a:lnTo>
                  <a:pt x="183756" y="124968"/>
                </a:lnTo>
                <a:lnTo>
                  <a:pt x="182880" y="138684"/>
                </a:lnTo>
                <a:lnTo>
                  <a:pt x="208788" y="128016"/>
                </a:lnTo>
                <a:lnTo>
                  <a:pt x="208521" y="117906"/>
                </a:lnTo>
                <a:lnTo>
                  <a:pt x="207556" y="97536"/>
                </a:lnTo>
                <a:lnTo>
                  <a:pt x="207467" y="94615"/>
                </a:lnTo>
                <a:lnTo>
                  <a:pt x="207264" y="83820"/>
                </a:lnTo>
                <a:lnTo>
                  <a:pt x="269748" y="83820"/>
                </a:lnTo>
                <a:lnTo>
                  <a:pt x="269633" y="106108"/>
                </a:lnTo>
                <a:lnTo>
                  <a:pt x="269557" y="112585"/>
                </a:lnTo>
                <a:lnTo>
                  <a:pt x="269100" y="126479"/>
                </a:lnTo>
                <a:lnTo>
                  <a:pt x="268224" y="140208"/>
                </a:lnTo>
                <a:lnTo>
                  <a:pt x="294132" y="129540"/>
                </a:lnTo>
                <a:lnTo>
                  <a:pt x="293243" y="119824"/>
                </a:lnTo>
                <a:lnTo>
                  <a:pt x="292798" y="108966"/>
                </a:lnTo>
                <a:lnTo>
                  <a:pt x="292671" y="100139"/>
                </a:lnTo>
                <a:lnTo>
                  <a:pt x="292608" y="83820"/>
                </a:lnTo>
                <a:lnTo>
                  <a:pt x="382524" y="83820"/>
                </a:lnTo>
                <a:close/>
              </a:path>
              <a:path w="844550" h="408939">
                <a:moveTo>
                  <a:pt x="393192" y="172212"/>
                </a:moveTo>
                <a:lnTo>
                  <a:pt x="390410" y="169164"/>
                </a:lnTo>
                <a:lnTo>
                  <a:pt x="380720" y="158496"/>
                </a:lnTo>
                <a:lnTo>
                  <a:pt x="362712" y="138684"/>
                </a:lnTo>
                <a:lnTo>
                  <a:pt x="345948" y="158496"/>
                </a:lnTo>
                <a:lnTo>
                  <a:pt x="45720" y="158496"/>
                </a:lnTo>
                <a:lnTo>
                  <a:pt x="45720" y="137160"/>
                </a:lnTo>
                <a:lnTo>
                  <a:pt x="38100" y="137160"/>
                </a:lnTo>
                <a:lnTo>
                  <a:pt x="20739" y="181533"/>
                </a:lnTo>
                <a:lnTo>
                  <a:pt x="4572" y="195072"/>
                </a:lnTo>
                <a:lnTo>
                  <a:pt x="0" y="199644"/>
                </a:lnTo>
                <a:lnTo>
                  <a:pt x="0" y="205740"/>
                </a:lnTo>
                <a:lnTo>
                  <a:pt x="1524" y="208788"/>
                </a:lnTo>
                <a:lnTo>
                  <a:pt x="4572" y="211836"/>
                </a:lnTo>
                <a:lnTo>
                  <a:pt x="7620" y="213360"/>
                </a:lnTo>
                <a:lnTo>
                  <a:pt x="12192" y="214884"/>
                </a:lnTo>
                <a:lnTo>
                  <a:pt x="21336" y="214884"/>
                </a:lnTo>
                <a:lnTo>
                  <a:pt x="45974" y="183718"/>
                </a:lnTo>
                <a:lnTo>
                  <a:pt x="45720" y="169164"/>
                </a:lnTo>
                <a:lnTo>
                  <a:pt x="184404" y="169164"/>
                </a:lnTo>
                <a:lnTo>
                  <a:pt x="184404" y="224028"/>
                </a:lnTo>
                <a:lnTo>
                  <a:pt x="99060" y="224028"/>
                </a:lnTo>
                <a:lnTo>
                  <a:pt x="74676" y="211836"/>
                </a:lnTo>
                <a:lnTo>
                  <a:pt x="75717" y="230124"/>
                </a:lnTo>
                <a:lnTo>
                  <a:pt x="76771" y="250698"/>
                </a:lnTo>
                <a:lnTo>
                  <a:pt x="77457" y="270129"/>
                </a:lnTo>
                <a:lnTo>
                  <a:pt x="77724" y="289560"/>
                </a:lnTo>
                <a:lnTo>
                  <a:pt x="77457" y="309549"/>
                </a:lnTo>
                <a:lnTo>
                  <a:pt x="76771" y="330517"/>
                </a:lnTo>
                <a:lnTo>
                  <a:pt x="75844" y="351167"/>
                </a:lnTo>
                <a:lnTo>
                  <a:pt x="74676" y="374904"/>
                </a:lnTo>
                <a:lnTo>
                  <a:pt x="99060" y="361188"/>
                </a:lnTo>
                <a:lnTo>
                  <a:pt x="99060" y="234696"/>
                </a:lnTo>
                <a:lnTo>
                  <a:pt x="184404" y="234696"/>
                </a:lnTo>
                <a:lnTo>
                  <a:pt x="184327" y="309549"/>
                </a:lnTo>
                <a:lnTo>
                  <a:pt x="184213" y="344424"/>
                </a:lnTo>
                <a:lnTo>
                  <a:pt x="183756" y="382143"/>
                </a:lnTo>
                <a:lnTo>
                  <a:pt x="182880" y="408432"/>
                </a:lnTo>
                <a:lnTo>
                  <a:pt x="208788" y="397764"/>
                </a:lnTo>
                <a:lnTo>
                  <a:pt x="208572" y="377952"/>
                </a:lnTo>
                <a:lnTo>
                  <a:pt x="208026" y="340804"/>
                </a:lnTo>
                <a:lnTo>
                  <a:pt x="207518" y="295275"/>
                </a:lnTo>
                <a:lnTo>
                  <a:pt x="207264" y="234696"/>
                </a:lnTo>
                <a:lnTo>
                  <a:pt x="295656" y="234696"/>
                </a:lnTo>
                <a:lnTo>
                  <a:pt x="295656" y="335280"/>
                </a:lnTo>
                <a:lnTo>
                  <a:pt x="292608" y="338328"/>
                </a:lnTo>
                <a:lnTo>
                  <a:pt x="283464" y="338328"/>
                </a:lnTo>
                <a:lnTo>
                  <a:pt x="275170" y="338048"/>
                </a:lnTo>
                <a:lnTo>
                  <a:pt x="264033" y="337185"/>
                </a:lnTo>
                <a:lnTo>
                  <a:pt x="250024" y="335762"/>
                </a:lnTo>
                <a:lnTo>
                  <a:pt x="233172" y="333756"/>
                </a:lnTo>
                <a:lnTo>
                  <a:pt x="233172" y="342900"/>
                </a:lnTo>
                <a:lnTo>
                  <a:pt x="255168" y="351167"/>
                </a:lnTo>
                <a:lnTo>
                  <a:pt x="270891" y="359854"/>
                </a:lnTo>
                <a:lnTo>
                  <a:pt x="280314" y="368833"/>
                </a:lnTo>
                <a:lnTo>
                  <a:pt x="283464" y="377952"/>
                </a:lnTo>
                <a:lnTo>
                  <a:pt x="299440" y="369341"/>
                </a:lnTo>
                <a:lnTo>
                  <a:pt x="310705" y="359283"/>
                </a:lnTo>
                <a:lnTo>
                  <a:pt x="317106" y="347522"/>
                </a:lnTo>
                <a:lnTo>
                  <a:pt x="318046" y="338328"/>
                </a:lnTo>
                <a:lnTo>
                  <a:pt x="318516" y="333756"/>
                </a:lnTo>
                <a:lnTo>
                  <a:pt x="318516" y="240792"/>
                </a:lnTo>
                <a:lnTo>
                  <a:pt x="327215" y="234696"/>
                </a:lnTo>
                <a:lnTo>
                  <a:pt x="333756" y="230124"/>
                </a:lnTo>
                <a:lnTo>
                  <a:pt x="326440" y="224028"/>
                </a:lnTo>
                <a:lnTo>
                  <a:pt x="306324" y="207264"/>
                </a:lnTo>
                <a:lnTo>
                  <a:pt x="291084" y="224028"/>
                </a:lnTo>
                <a:lnTo>
                  <a:pt x="207264" y="224028"/>
                </a:lnTo>
                <a:lnTo>
                  <a:pt x="207264" y="169164"/>
                </a:lnTo>
                <a:lnTo>
                  <a:pt x="348996" y="169164"/>
                </a:lnTo>
                <a:lnTo>
                  <a:pt x="326136" y="208788"/>
                </a:lnTo>
                <a:lnTo>
                  <a:pt x="330708" y="211836"/>
                </a:lnTo>
                <a:lnTo>
                  <a:pt x="349250" y="194932"/>
                </a:lnTo>
                <a:lnTo>
                  <a:pt x="365950" y="182880"/>
                </a:lnTo>
                <a:lnTo>
                  <a:pt x="380631" y="175412"/>
                </a:lnTo>
                <a:lnTo>
                  <a:pt x="393192" y="172212"/>
                </a:lnTo>
                <a:close/>
              </a:path>
              <a:path w="844550" h="408939">
                <a:moveTo>
                  <a:pt x="623303" y="115824"/>
                </a:moveTo>
                <a:lnTo>
                  <a:pt x="591299" y="85344"/>
                </a:lnTo>
                <a:lnTo>
                  <a:pt x="569963" y="105156"/>
                </a:lnTo>
                <a:lnTo>
                  <a:pt x="542531" y="105156"/>
                </a:lnTo>
                <a:lnTo>
                  <a:pt x="542531" y="30480"/>
                </a:lnTo>
                <a:lnTo>
                  <a:pt x="557771" y="16764"/>
                </a:lnTo>
                <a:lnTo>
                  <a:pt x="516623" y="0"/>
                </a:lnTo>
                <a:lnTo>
                  <a:pt x="517512" y="26289"/>
                </a:lnTo>
                <a:lnTo>
                  <a:pt x="517956" y="52578"/>
                </a:lnTo>
                <a:lnTo>
                  <a:pt x="518058" y="67056"/>
                </a:lnTo>
                <a:lnTo>
                  <a:pt x="518147" y="105156"/>
                </a:lnTo>
                <a:lnTo>
                  <a:pt x="431292" y="105156"/>
                </a:lnTo>
                <a:lnTo>
                  <a:pt x="444995" y="120396"/>
                </a:lnTo>
                <a:lnTo>
                  <a:pt x="461759" y="115824"/>
                </a:lnTo>
                <a:lnTo>
                  <a:pt x="516623" y="115824"/>
                </a:lnTo>
                <a:lnTo>
                  <a:pt x="501815" y="172999"/>
                </a:lnTo>
                <a:lnTo>
                  <a:pt x="482714" y="225742"/>
                </a:lnTo>
                <a:lnTo>
                  <a:pt x="459625" y="274205"/>
                </a:lnTo>
                <a:lnTo>
                  <a:pt x="432803" y="318516"/>
                </a:lnTo>
                <a:lnTo>
                  <a:pt x="437375" y="323088"/>
                </a:lnTo>
                <a:lnTo>
                  <a:pt x="461365" y="294513"/>
                </a:lnTo>
                <a:lnTo>
                  <a:pt x="482904" y="263652"/>
                </a:lnTo>
                <a:lnTo>
                  <a:pt x="501891" y="230505"/>
                </a:lnTo>
                <a:lnTo>
                  <a:pt x="518147" y="195072"/>
                </a:lnTo>
                <a:lnTo>
                  <a:pt x="518058" y="283464"/>
                </a:lnTo>
                <a:lnTo>
                  <a:pt x="517956" y="314325"/>
                </a:lnTo>
                <a:lnTo>
                  <a:pt x="517512" y="364388"/>
                </a:lnTo>
                <a:lnTo>
                  <a:pt x="516623" y="408432"/>
                </a:lnTo>
                <a:lnTo>
                  <a:pt x="544055" y="396240"/>
                </a:lnTo>
                <a:lnTo>
                  <a:pt x="543839" y="371856"/>
                </a:lnTo>
                <a:lnTo>
                  <a:pt x="543331" y="325932"/>
                </a:lnTo>
                <a:lnTo>
                  <a:pt x="542823" y="263652"/>
                </a:lnTo>
                <a:lnTo>
                  <a:pt x="542709" y="234873"/>
                </a:lnTo>
                <a:lnTo>
                  <a:pt x="542594" y="195072"/>
                </a:lnTo>
                <a:lnTo>
                  <a:pt x="542531" y="173736"/>
                </a:lnTo>
                <a:lnTo>
                  <a:pt x="569963" y="201358"/>
                </a:lnTo>
                <a:lnTo>
                  <a:pt x="594347" y="242316"/>
                </a:lnTo>
                <a:lnTo>
                  <a:pt x="598919" y="248412"/>
                </a:lnTo>
                <a:lnTo>
                  <a:pt x="605015" y="248412"/>
                </a:lnTo>
                <a:lnTo>
                  <a:pt x="606539" y="245364"/>
                </a:lnTo>
                <a:lnTo>
                  <a:pt x="612635" y="230124"/>
                </a:lnTo>
                <a:lnTo>
                  <a:pt x="614159" y="224028"/>
                </a:lnTo>
                <a:lnTo>
                  <a:pt x="614159" y="219456"/>
                </a:lnTo>
                <a:lnTo>
                  <a:pt x="592467" y="187934"/>
                </a:lnTo>
                <a:lnTo>
                  <a:pt x="542531" y="163068"/>
                </a:lnTo>
                <a:lnTo>
                  <a:pt x="542531" y="115824"/>
                </a:lnTo>
                <a:lnTo>
                  <a:pt x="623303" y="115824"/>
                </a:lnTo>
                <a:close/>
              </a:path>
              <a:path w="844550" h="408939">
                <a:moveTo>
                  <a:pt x="844283" y="365760"/>
                </a:moveTo>
                <a:lnTo>
                  <a:pt x="779716" y="338328"/>
                </a:lnTo>
                <a:lnTo>
                  <a:pt x="748068" y="314325"/>
                </a:lnTo>
                <a:lnTo>
                  <a:pt x="716280" y="283464"/>
                </a:lnTo>
                <a:lnTo>
                  <a:pt x="730084" y="259080"/>
                </a:lnTo>
                <a:lnTo>
                  <a:pt x="739724" y="242062"/>
                </a:lnTo>
                <a:lnTo>
                  <a:pt x="759904" y="193357"/>
                </a:lnTo>
                <a:lnTo>
                  <a:pt x="776922" y="137528"/>
                </a:lnTo>
                <a:lnTo>
                  <a:pt x="790956" y="74676"/>
                </a:lnTo>
                <a:lnTo>
                  <a:pt x="801420" y="67056"/>
                </a:lnTo>
                <a:lnTo>
                  <a:pt x="807707" y="62484"/>
                </a:lnTo>
                <a:lnTo>
                  <a:pt x="775716" y="38100"/>
                </a:lnTo>
                <a:lnTo>
                  <a:pt x="765048" y="55435"/>
                </a:lnTo>
                <a:lnTo>
                  <a:pt x="765048" y="67056"/>
                </a:lnTo>
                <a:lnTo>
                  <a:pt x="753351" y="124498"/>
                </a:lnTo>
                <a:lnTo>
                  <a:pt x="738949" y="175641"/>
                </a:lnTo>
                <a:lnTo>
                  <a:pt x="721969" y="220510"/>
                </a:lnTo>
                <a:lnTo>
                  <a:pt x="702564" y="259080"/>
                </a:lnTo>
                <a:lnTo>
                  <a:pt x="682815" y="221361"/>
                </a:lnTo>
                <a:lnTo>
                  <a:pt x="666940" y="176784"/>
                </a:lnTo>
                <a:lnTo>
                  <a:pt x="654761" y="125349"/>
                </a:lnTo>
                <a:lnTo>
                  <a:pt x="646176" y="67056"/>
                </a:lnTo>
                <a:lnTo>
                  <a:pt x="765048" y="67056"/>
                </a:lnTo>
                <a:lnTo>
                  <a:pt x="765048" y="55435"/>
                </a:lnTo>
                <a:lnTo>
                  <a:pt x="763524" y="57912"/>
                </a:lnTo>
                <a:lnTo>
                  <a:pt x="600443" y="57912"/>
                </a:lnTo>
                <a:lnTo>
                  <a:pt x="615683" y="73152"/>
                </a:lnTo>
                <a:lnTo>
                  <a:pt x="637019" y="67056"/>
                </a:lnTo>
                <a:lnTo>
                  <a:pt x="643597" y="129286"/>
                </a:lnTo>
                <a:lnTo>
                  <a:pt x="654177" y="185356"/>
                </a:lnTo>
                <a:lnTo>
                  <a:pt x="668743" y="234873"/>
                </a:lnTo>
                <a:lnTo>
                  <a:pt x="687324" y="277368"/>
                </a:lnTo>
                <a:lnTo>
                  <a:pt x="659904" y="311404"/>
                </a:lnTo>
                <a:lnTo>
                  <a:pt x="628065" y="342709"/>
                </a:lnTo>
                <a:lnTo>
                  <a:pt x="591947" y="371462"/>
                </a:lnTo>
                <a:lnTo>
                  <a:pt x="551675" y="397764"/>
                </a:lnTo>
                <a:lnTo>
                  <a:pt x="554723" y="403860"/>
                </a:lnTo>
                <a:lnTo>
                  <a:pt x="593013" y="384429"/>
                </a:lnTo>
                <a:lnTo>
                  <a:pt x="630161" y="360426"/>
                </a:lnTo>
                <a:lnTo>
                  <a:pt x="666178" y="331851"/>
                </a:lnTo>
                <a:lnTo>
                  <a:pt x="701040" y="298704"/>
                </a:lnTo>
                <a:lnTo>
                  <a:pt x="722185" y="325932"/>
                </a:lnTo>
                <a:lnTo>
                  <a:pt x="746760" y="350710"/>
                </a:lnTo>
                <a:lnTo>
                  <a:pt x="774750" y="373507"/>
                </a:lnTo>
                <a:lnTo>
                  <a:pt x="806183" y="394716"/>
                </a:lnTo>
                <a:lnTo>
                  <a:pt x="811072" y="386435"/>
                </a:lnTo>
                <a:lnTo>
                  <a:pt x="818959" y="379857"/>
                </a:lnTo>
                <a:lnTo>
                  <a:pt x="829983" y="375005"/>
                </a:lnTo>
                <a:lnTo>
                  <a:pt x="844283" y="371856"/>
                </a:lnTo>
                <a:lnTo>
                  <a:pt x="844283" y="36576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" name="object 19"/>
          <p:cNvSpPr/>
          <p:nvPr/>
        </p:nvSpPr>
        <p:spPr>
          <a:xfrm>
            <a:off x="3049523" y="3006851"/>
            <a:ext cx="356870" cy="401320"/>
          </a:xfrm>
          <a:custGeom>
            <a:avLst/>
            <a:gdLst/>
            <a:ahLst/>
            <a:cxnLst/>
            <a:rect l="l" t="t" r="r" b="b"/>
            <a:pathLst>
              <a:path w="356870" h="401320">
                <a:moveTo>
                  <a:pt x="54864" y="89916"/>
                </a:moveTo>
                <a:lnTo>
                  <a:pt x="44196" y="89916"/>
                </a:lnTo>
                <a:lnTo>
                  <a:pt x="51554" y="62150"/>
                </a:lnTo>
                <a:lnTo>
                  <a:pt x="57340" y="38100"/>
                </a:lnTo>
                <a:lnTo>
                  <a:pt x="61126" y="17478"/>
                </a:lnTo>
                <a:lnTo>
                  <a:pt x="62484" y="0"/>
                </a:lnTo>
                <a:lnTo>
                  <a:pt x="100584" y="21336"/>
                </a:lnTo>
                <a:lnTo>
                  <a:pt x="91725" y="28408"/>
                </a:lnTo>
                <a:lnTo>
                  <a:pt x="81153" y="42481"/>
                </a:lnTo>
                <a:lnTo>
                  <a:pt x="68865" y="63126"/>
                </a:lnTo>
                <a:lnTo>
                  <a:pt x="54864" y="89916"/>
                </a:lnTo>
                <a:close/>
              </a:path>
              <a:path w="356870" h="401320">
                <a:moveTo>
                  <a:pt x="147828" y="190500"/>
                </a:moveTo>
                <a:lnTo>
                  <a:pt x="143256" y="187452"/>
                </a:lnTo>
                <a:lnTo>
                  <a:pt x="160377" y="160615"/>
                </a:lnTo>
                <a:lnTo>
                  <a:pt x="175069" y="135064"/>
                </a:lnTo>
                <a:lnTo>
                  <a:pt x="196596" y="88392"/>
                </a:lnTo>
                <a:lnTo>
                  <a:pt x="211836" y="44958"/>
                </a:lnTo>
                <a:lnTo>
                  <a:pt x="222503" y="1524"/>
                </a:lnTo>
                <a:lnTo>
                  <a:pt x="260603" y="24384"/>
                </a:lnTo>
                <a:lnTo>
                  <a:pt x="252864" y="32146"/>
                </a:lnTo>
                <a:lnTo>
                  <a:pt x="243268" y="46482"/>
                </a:lnTo>
                <a:lnTo>
                  <a:pt x="231671" y="67675"/>
                </a:lnTo>
                <a:lnTo>
                  <a:pt x="217932" y="96012"/>
                </a:lnTo>
                <a:lnTo>
                  <a:pt x="350520" y="96012"/>
                </a:lnTo>
                <a:lnTo>
                  <a:pt x="356616" y="102108"/>
                </a:lnTo>
                <a:lnTo>
                  <a:pt x="352806" y="105156"/>
                </a:lnTo>
                <a:lnTo>
                  <a:pt x="214884" y="105156"/>
                </a:lnTo>
                <a:lnTo>
                  <a:pt x="198620" y="130063"/>
                </a:lnTo>
                <a:lnTo>
                  <a:pt x="181927" y="152400"/>
                </a:lnTo>
                <a:lnTo>
                  <a:pt x="164949" y="172450"/>
                </a:lnTo>
                <a:lnTo>
                  <a:pt x="147828" y="190500"/>
                </a:lnTo>
                <a:close/>
              </a:path>
              <a:path w="356870" h="401320">
                <a:moveTo>
                  <a:pt x="146304" y="89916"/>
                </a:moveTo>
                <a:lnTo>
                  <a:pt x="111252" y="89916"/>
                </a:lnTo>
                <a:lnTo>
                  <a:pt x="129540" y="73152"/>
                </a:lnTo>
                <a:lnTo>
                  <a:pt x="146304" y="89916"/>
                </a:lnTo>
                <a:close/>
              </a:path>
              <a:path w="356870" h="401320">
                <a:moveTo>
                  <a:pt x="0" y="397764"/>
                </a:moveTo>
                <a:lnTo>
                  <a:pt x="821" y="359664"/>
                </a:lnTo>
                <a:lnTo>
                  <a:pt x="907" y="354520"/>
                </a:lnTo>
                <a:lnTo>
                  <a:pt x="1333" y="316420"/>
                </a:lnTo>
                <a:lnTo>
                  <a:pt x="1423" y="176784"/>
                </a:lnTo>
                <a:lnTo>
                  <a:pt x="1305" y="152400"/>
                </a:lnTo>
                <a:lnTo>
                  <a:pt x="881" y="114704"/>
                </a:lnTo>
                <a:lnTo>
                  <a:pt x="0" y="74676"/>
                </a:lnTo>
                <a:lnTo>
                  <a:pt x="25908" y="89916"/>
                </a:lnTo>
                <a:lnTo>
                  <a:pt x="146304" y="89916"/>
                </a:lnTo>
                <a:lnTo>
                  <a:pt x="155448" y="99060"/>
                </a:lnTo>
                <a:lnTo>
                  <a:pt x="153162" y="100584"/>
                </a:lnTo>
                <a:lnTo>
                  <a:pt x="24384" y="100584"/>
                </a:lnTo>
                <a:lnTo>
                  <a:pt x="24384" y="211836"/>
                </a:lnTo>
                <a:lnTo>
                  <a:pt x="137509" y="211836"/>
                </a:lnTo>
                <a:lnTo>
                  <a:pt x="137586" y="222504"/>
                </a:lnTo>
                <a:lnTo>
                  <a:pt x="24384" y="222504"/>
                </a:lnTo>
                <a:lnTo>
                  <a:pt x="24384" y="344424"/>
                </a:lnTo>
                <a:lnTo>
                  <a:pt x="139258" y="344424"/>
                </a:lnTo>
                <a:lnTo>
                  <a:pt x="139305" y="346850"/>
                </a:lnTo>
                <a:lnTo>
                  <a:pt x="139544" y="355092"/>
                </a:lnTo>
                <a:lnTo>
                  <a:pt x="24384" y="355092"/>
                </a:lnTo>
                <a:lnTo>
                  <a:pt x="24384" y="384048"/>
                </a:lnTo>
                <a:lnTo>
                  <a:pt x="0" y="397764"/>
                </a:lnTo>
                <a:close/>
              </a:path>
              <a:path w="356870" h="401320">
                <a:moveTo>
                  <a:pt x="350520" y="96012"/>
                </a:moveTo>
                <a:lnTo>
                  <a:pt x="310896" y="96012"/>
                </a:lnTo>
                <a:lnTo>
                  <a:pt x="330708" y="76200"/>
                </a:lnTo>
                <a:lnTo>
                  <a:pt x="350520" y="96012"/>
                </a:lnTo>
                <a:close/>
              </a:path>
              <a:path w="356870" h="401320">
                <a:moveTo>
                  <a:pt x="137509" y="211836"/>
                </a:moveTo>
                <a:lnTo>
                  <a:pt x="115824" y="211836"/>
                </a:lnTo>
                <a:lnTo>
                  <a:pt x="115824" y="100584"/>
                </a:lnTo>
                <a:lnTo>
                  <a:pt x="153162" y="100584"/>
                </a:lnTo>
                <a:lnTo>
                  <a:pt x="137160" y="111252"/>
                </a:lnTo>
                <a:lnTo>
                  <a:pt x="137271" y="160615"/>
                </a:lnTo>
                <a:lnTo>
                  <a:pt x="137390" y="195333"/>
                </a:lnTo>
                <a:lnTo>
                  <a:pt x="137509" y="211836"/>
                </a:lnTo>
                <a:close/>
              </a:path>
              <a:path w="356870" h="401320">
                <a:moveTo>
                  <a:pt x="327433" y="359664"/>
                </a:moveTo>
                <a:lnTo>
                  <a:pt x="283464" y="359664"/>
                </a:lnTo>
                <a:lnTo>
                  <a:pt x="292631" y="357925"/>
                </a:lnTo>
                <a:lnTo>
                  <a:pt x="299656" y="352615"/>
                </a:lnTo>
                <a:lnTo>
                  <a:pt x="309895" y="305538"/>
                </a:lnTo>
                <a:lnTo>
                  <a:pt x="311658" y="259651"/>
                </a:lnTo>
                <a:lnTo>
                  <a:pt x="313558" y="186976"/>
                </a:lnTo>
                <a:lnTo>
                  <a:pt x="315467" y="105156"/>
                </a:lnTo>
                <a:lnTo>
                  <a:pt x="352806" y="105156"/>
                </a:lnTo>
                <a:lnTo>
                  <a:pt x="341376" y="114300"/>
                </a:lnTo>
                <a:lnTo>
                  <a:pt x="339492" y="190500"/>
                </a:lnTo>
                <a:lnTo>
                  <a:pt x="337718" y="249070"/>
                </a:lnTo>
                <a:lnTo>
                  <a:pt x="335889" y="295241"/>
                </a:lnTo>
                <a:lnTo>
                  <a:pt x="334060" y="327074"/>
                </a:lnTo>
                <a:lnTo>
                  <a:pt x="332232" y="344424"/>
                </a:lnTo>
                <a:lnTo>
                  <a:pt x="328517" y="357020"/>
                </a:lnTo>
                <a:lnTo>
                  <a:pt x="327433" y="359664"/>
                </a:lnTo>
                <a:close/>
              </a:path>
              <a:path w="356870" h="401320">
                <a:moveTo>
                  <a:pt x="231648" y="269748"/>
                </a:moveTo>
                <a:lnTo>
                  <a:pt x="230124" y="269748"/>
                </a:lnTo>
                <a:lnTo>
                  <a:pt x="226956" y="268081"/>
                </a:lnTo>
                <a:lnTo>
                  <a:pt x="224218" y="263271"/>
                </a:lnTo>
                <a:lnTo>
                  <a:pt x="221765" y="255603"/>
                </a:lnTo>
                <a:lnTo>
                  <a:pt x="219456" y="245364"/>
                </a:lnTo>
                <a:lnTo>
                  <a:pt x="214884" y="228219"/>
                </a:lnTo>
                <a:lnTo>
                  <a:pt x="208026" y="211074"/>
                </a:lnTo>
                <a:lnTo>
                  <a:pt x="198882" y="193929"/>
                </a:lnTo>
                <a:lnTo>
                  <a:pt x="187452" y="176784"/>
                </a:lnTo>
                <a:lnTo>
                  <a:pt x="192024" y="172212"/>
                </a:lnTo>
                <a:lnTo>
                  <a:pt x="224980" y="199644"/>
                </a:lnTo>
                <a:lnTo>
                  <a:pt x="246888" y="234696"/>
                </a:lnTo>
                <a:lnTo>
                  <a:pt x="246888" y="248412"/>
                </a:lnTo>
                <a:lnTo>
                  <a:pt x="245364" y="254508"/>
                </a:lnTo>
                <a:lnTo>
                  <a:pt x="236220" y="266700"/>
                </a:lnTo>
                <a:lnTo>
                  <a:pt x="231648" y="269748"/>
                </a:lnTo>
                <a:close/>
              </a:path>
              <a:path w="356870" h="401320">
                <a:moveTo>
                  <a:pt x="139258" y="344424"/>
                </a:moveTo>
                <a:lnTo>
                  <a:pt x="115824" y="344424"/>
                </a:lnTo>
                <a:lnTo>
                  <a:pt x="115824" y="222504"/>
                </a:lnTo>
                <a:lnTo>
                  <a:pt x="137586" y="222504"/>
                </a:lnTo>
                <a:lnTo>
                  <a:pt x="137793" y="251435"/>
                </a:lnTo>
                <a:lnTo>
                  <a:pt x="138493" y="305538"/>
                </a:lnTo>
                <a:lnTo>
                  <a:pt x="139258" y="344424"/>
                </a:lnTo>
                <a:close/>
              </a:path>
              <a:path w="356870" h="401320">
                <a:moveTo>
                  <a:pt x="278891" y="400812"/>
                </a:moveTo>
                <a:lnTo>
                  <a:pt x="271772" y="387953"/>
                </a:lnTo>
                <a:lnTo>
                  <a:pt x="259651" y="376809"/>
                </a:lnTo>
                <a:lnTo>
                  <a:pt x="242673" y="367379"/>
                </a:lnTo>
                <a:lnTo>
                  <a:pt x="220979" y="359664"/>
                </a:lnTo>
                <a:lnTo>
                  <a:pt x="220979" y="350520"/>
                </a:lnTo>
                <a:lnTo>
                  <a:pt x="241244" y="354520"/>
                </a:lnTo>
                <a:lnTo>
                  <a:pt x="258508" y="357378"/>
                </a:lnTo>
                <a:lnTo>
                  <a:pt x="272629" y="359092"/>
                </a:lnTo>
                <a:lnTo>
                  <a:pt x="283464" y="359664"/>
                </a:lnTo>
                <a:lnTo>
                  <a:pt x="327433" y="359664"/>
                </a:lnTo>
                <a:lnTo>
                  <a:pt x="324231" y="367474"/>
                </a:lnTo>
                <a:lnTo>
                  <a:pt x="290369" y="397097"/>
                </a:lnTo>
                <a:lnTo>
                  <a:pt x="278891" y="400812"/>
                </a:lnTo>
                <a:close/>
              </a:path>
              <a:path w="356870" h="401320">
                <a:moveTo>
                  <a:pt x="115824" y="391668"/>
                </a:moveTo>
                <a:lnTo>
                  <a:pt x="115824" y="355092"/>
                </a:lnTo>
                <a:lnTo>
                  <a:pt x="139544" y="355092"/>
                </a:lnTo>
                <a:lnTo>
                  <a:pt x="140208" y="377952"/>
                </a:lnTo>
                <a:lnTo>
                  <a:pt x="115824" y="39166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" name="object 20"/>
          <p:cNvSpPr/>
          <p:nvPr/>
        </p:nvSpPr>
        <p:spPr>
          <a:xfrm>
            <a:off x="3491484" y="3017520"/>
            <a:ext cx="356870" cy="386080"/>
          </a:xfrm>
          <a:custGeom>
            <a:avLst/>
            <a:gdLst/>
            <a:ahLst/>
            <a:cxnLst/>
            <a:rect l="l" t="t" r="r" b="b"/>
            <a:pathLst>
              <a:path w="356870" h="386079">
                <a:moveTo>
                  <a:pt x="340779" y="24384"/>
                </a:moveTo>
                <a:lnTo>
                  <a:pt x="294132" y="24384"/>
                </a:lnTo>
                <a:lnTo>
                  <a:pt x="318516" y="0"/>
                </a:lnTo>
                <a:lnTo>
                  <a:pt x="340779" y="24384"/>
                </a:lnTo>
                <a:close/>
              </a:path>
              <a:path w="356870" h="386079">
                <a:moveTo>
                  <a:pt x="25908" y="385572"/>
                </a:moveTo>
                <a:lnTo>
                  <a:pt x="0" y="364236"/>
                </a:lnTo>
                <a:lnTo>
                  <a:pt x="10668" y="355092"/>
                </a:lnTo>
                <a:lnTo>
                  <a:pt x="10593" y="64008"/>
                </a:lnTo>
                <a:lnTo>
                  <a:pt x="10429" y="57340"/>
                </a:lnTo>
                <a:lnTo>
                  <a:pt x="9906" y="44196"/>
                </a:lnTo>
                <a:lnTo>
                  <a:pt x="9382" y="27622"/>
                </a:lnTo>
                <a:lnTo>
                  <a:pt x="9144" y="7620"/>
                </a:lnTo>
                <a:lnTo>
                  <a:pt x="35052" y="24384"/>
                </a:lnTo>
                <a:lnTo>
                  <a:pt x="340779" y="24384"/>
                </a:lnTo>
                <a:lnTo>
                  <a:pt x="350520" y="35052"/>
                </a:lnTo>
                <a:lnTo>
                  <a:pt x="35052" y="35052"/>
                </a:lnTo>
                <a:lnTo>
                  <a:pt x="35052" y="359664"/>
                </a:lnTo>
                <a:lnTo>
                  <a:pt x="346875" y="359664"/>
                </a:lnTo>
                <a:lnTo>
                  <a:pt x="356616" y="370332"/>
                </a:lnTo>
                <a:lnTo>
                  <a:pt x="36576" y="370332"/>
                </a:lnTo>
                <a:lnTo>
                  <a:pt x="25908" y="385572"/>
                </a:lnTo>
                <a:close/>
              </a:path>
              <a:path w="356870" h="386079">
                <a:moveTo>
                  <a:pt x="225084" y="173736"/>
                </a:moveTo>
                <a:lnTo>
                  <a:pt x="195072" y="173736"/>
                </a:lnTo>
                <a:lnTo>
                  <a:pt x="205954" y="157995"/>
                </a:lnTo>
                <a:lnTo>
                  <a:pt x="215836" y="142684"/>
                </a:lnTo>
                <a:lnTo>
                  <a:pt x="224861" y="127658"/>
                </a:lnTo>
                <a:lnTo>
                  <a:pt x="233172" y="112776"/>
                </a:lnTo>
                <a:lnTo>
                  <a:pt x="241506" y="99369"/>
                </a:lnTo>
                <a:lnTo>
                  <a:pt x="248412" y="86677"/>
                </a:lnTo>
                <a:lnTo>
                  <a:pt x="254174" y="74842"/>
                </a:lnTo>
                <a:lnTo>
                  <a:pt x="259080" y="64008"/>
                </a:lnTo>
                <a:lnTo>
                  <a:pt x="298704" y="91440"/>
                </a:lnTo>
                <a:lnTo>
                  <a:pt x="260604" y="124968"/>
                </a:lnTo>
                <a:lnTo>
                  <a:pt x="249150" y="140970"/>
                </a:lnTo>
                <a:lnTo>
                  <a:pt x="237553" y="156972"/>
                </a:lnTo>
                <a:lnTo>
                  <a:pt x="225671" y="172974"/>
                </a:lnTo>
                <a:lnTo>
                  <a:pt x="225084" y="173736"/>
                </a:lnTo>
                <a:close/>
              </a:path>
              <a:path w="356870" h="386079">
                <a:moveTo>
                  <a:pt x="70104" y="321564"/>
                </a:moveTo>
                <a:lnTo>
                  <a:pt x="65532" y="315468"/>
                </a:lnTo>
                <a:lnTo>
                  <a:pt x="81248" y="302609"/>
                </a:lnTo>
                <a:lnTo>
                  <a:pt x="96393" y="289179"/>
                </a:lnTo>
                <a:lnTo>
                  <a:pt x="124968" y="260604"/>
                </a:lnTo>
                <a:lnTo>
                  <a:pt x="152590" y="229743"/>
                </a:lnTo>
                <a:lnTo>
                  <a:pt x="181356" y="192024"/>
                </a:lnTo>
                <a:lnTo>
                  <a:pt x="157353" y="165139"/>
                </a:lnTo>
                <a:lnTo>
                  <a:pt x="133350" y="139255"/>
                </a:lnTo>
                <a:lnTo>
                  <a:pt x="109347" y="114228"/>
                </a:lnTo>
                <a:lnTo>
                  <a:pt x="85344" y="89916"/>
                </a:lnTo>
                <a:lnTo>
                  <a:pt x="89916" y="85344"/>
                </a:lnTo>
                <a:lnTo>
                  <a:pt x="114490" y="103655"/>
                </a:lnTo>
                <a:lnTo>
                  <a:pt x="140208" y="124396"/>
                </a:lnTo>
                <a:lnTo>
                  <a:pt x="167068" y="147708"/>
                </a:lnTo>
                <a:lnTo>
                  <a:pt x="195072" y="173736"/>
                </a:lnTo>
                <a:lnTo>
                  <a:pt x="225084" y="173736"/>
                </a:lnTo>
                <a:lnTo>
                  <a:pt x="213360" y="188976"/>
                </a:lnTo>
                <a:lnTo>
                  <a:pt x="235640" y="210312"/>
                </a:lnTo>
                <a:lnTo>
                  <a:pt x="198120" y="210312"/>
                </a:lnTo>
                <a:lnTo>
                  <a:pt x="162496" y="246697"/>
                </a:lnTo>
                <a:lnTo>
                  <a:pt x="128016" y="277368"/>
                </a:lnTo>
                <a:lnTo>
                  <a:pt x="97345" y="302323"/>
                </a:lnTo>
                <a:lnTo>
                  <a:pt x="83224" y="312729"/>
                </a:lnTo>
                <a:lnTo>
                  <a:pt x="70104" y="321564"/>
                </a:lnTo>
                <a:close/>
              </a:path>
              <a:path w="356870" h="386079">
                <a:moveTo>
                  <a:pt x="277368" y="315468"/>
                </a:moveTo>
                <a:lnTo>
                  <a:pt x="272796" y="315468"/>
                </a:lnTo>
                <a:lnTo>
                  <a:pt x="268223" y="310896"/>
                </a:lnTo>
                <a:lnTo>
                  <a:pt x="262128" y="298704"/>
                </a:lnTo>
                <a:lnTo>
                  <a:pt x="255246" y="286654"/>
                </a:lnTo>
                <a:lnTo>
                  <a:pt x="248221" y="275463"/>
                </a:lnTo>
                <a:lnTo>
                  <a:pt x="240911" y="264842"/>
                </a:lnTo>
                <a:lnTo>
                  <a:pt x="233172" y="254508"/>
                </a:lnTo>
                <a:lnTo>
                  <a:pt x="225766" y="243959"/>
                </a:lnTo>
                <a:lnTo>
                  <a:pt x="217360" y="232981"/>
                </a:lnTo>
                <a:lnTo>
                  <a:pt x="208097" y="221718"/>
                </a:lnTo>
                <a:lnTo>
                  <a:pt x="198120" y="210312"/>
                </a:lnTo>
                <a:lnTo>
                  <a:pt x="235640" y="210312"/>
                </a:lnTo>
                <a:lnTo>
                  <a:pt x="275296" y="253055"/>
                </a:lnTo>
                <a:lnTo>
                  <a:pt x="286511" y="281939"/>
                </a:lnTo>
                <a:lnTo>
                  <a:pt x="286511" y="294132"/>
                </a:lnTo>
                <a:lnTo>
                  <a:pt x="284988" y="300227"/>
                </a:lnTo>
                <a:lnTo>
                  <a:pt x="277368" y="315468"/>
                </a:lnTo>
                <a:close/>
              </a:path>
              <a:path w="356870" h="386079">
                <a:moveTo>
                  <a:pt x="346875" y="359664"/>
                </a:moveTo>
                <a:lnTo>
                  <a:pt x="300228" y="359664"/>
                </a:lnTo>
                <a:lnTo>
                  <a:pt x="324612" y="335280"/>
                </a:lnTo>
                <a:lnTo>
                  <a:pt x="346875" y="35966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" name="object 21"/>
          <p:cNvSpPr/>
          <p:nvPr/>
        </p:nvSpPr>
        <p:spPr>
          <a:xfrm>
            <a:off x="3938015" y="3008376"/>
            <a:ext cx="349250" cy="399415"/>
          </a:xfrm>
          <a:custGeom>
            <a:avLst/>
            <a:gdLst/>
            <a:ahLst/>
            <a:cxnLst/>
            <a:rect l="l" t="t" r="r" b="b"/>
            <a:pathLst>
              <a:path w="349250" h="399414">
                <a:moveTo>
                  <a:pt x="131064" y="57912"/>
                </a:moveTo>
                <a:lnTo>
                  <a:pt x="114300" y="41148"/>
                </a:lnTo>
                <a:lnTo>
                  <a:pt x="307848" y="41148"/>
                </a:lnTo>
                <a:lnTo>
                  <a:pt x="324612" y="24384"/>
                </a:lnTo>
                <a:lnTo>
                  <a:pt x="348996" y="48768"/>
                </a:lnTo>
                <a:lnTo>
                  <a:pt x="345077" y="51816"/>
                </a:lnTo>
                <a:lnTo>
                  <a:pt x="172212" y="51816"/>
                </a:lnTo>
                <a:lnTo>
                  <a:pt x="161067" y="52125"/>
                </a:lnTo>
                <a:lnTo>
                  <a:pt x="150495" y="53149"/>
                </a:lnTo>
                <a:lnTo>
                  <a:pt x="140493" y="55030"/>
                </a:lnTo>
                <a:lnTo>
                  <a:pt x="131064" y="57912"/>
                </a:lnTo>
                <a:close/>
              </a:path>
              <a:path w="349250" h="399414">
                <a:moveTo>
                  <a:pt x="334140" y="359997"/>
                </a:moveTo>
                <a:lnTo>
                  <a:pt x="298251" y="359997"/>
                </a:lnTo>
                <a:lnTo>
                  <a:pt x="304800" y="359664"/>
                </a:lnTo>
                <a:lnTo>
                  <a:pt x="309372" y="358140"/>
                </a:lnTo>
                <a:lnTo>
                  <a:pt x="310896" y="352044"/>
                </a:lnTo>
                <a:lnTo>
                  <a:pt x="310896" y="51816"/>
                </a:lnTo>
                <a:lnTo>
                  <a:pt x="345077" y="51816"/>
                </a:lnTo>
                <a:lnTo>
                  <a:pt x="335280" y="59436"/>
                </a:lnTo>
                <a:lnTo>
                  <a:pt x="335280" y="345948"/>
                </a:lnTo>
                <a:lnTo>
                  <a:pt x="334732" y="356544"/>
                </a:lnTo>
                <a:lnTo>
                  <a:pt x="334140" y="359997"/>
                </a:lnTo>
                <a:close/>
              </a:path>
              <a:path w="349250" h="399414">
                <a:moveTo>
                  <a:pt x="243839" y="121920"/>
                </a:moveTo>
                <a:lnTo>
                  <a:pt x="208788" y="121920"/>
                </a:lnTo>
                <a:lnTo>
                  <a:pt x="225552" y="103632"/>
                </a:lnTo>
                <a:lnTo>
                  <a:pt x="243839" y="121920"/>
                </a:lnTo>
                <a:close/>
              </a:path>
              <a:path w="349250" h="399414">
                <a:moveTo>
                  <a:pt x="97536" y="324612"/>
                </a:moveTo>
                <a:lnTo>
                  <a:pt x="98417" y="297180"/>
                </a:lnTo>
                <a:lnTo>
                  <a:pt x="98869" y="269748"/>
                </a:lnTo>
                <a:lnTo>
                  <a:pt x="99036" y="242316"/>
                </a:lnTo>
                <a:lnTo>
                  <a:pt x="99036" y="187475"/>
                </a:lnTo>
                <a:lnTo>
                  <a:pt x="98869" y="160210"/>
                </a:lnTo>
                <a:lnTo>
                  <a:pt x="98395" y="132588"/>
                </a:lnTo>
                <a:lnTo>
                  <a:pt x="97536" y="106680"/>
                </a:lnTo>
                <a:lnTo>
                  <a:pt x="123444" y="121920"/>
                </a:lnTo>
                <a:lnTo>
                  <a:pt x="243839" y="121920"/>
                </a:lnTo>
                <a:lnTo>
                  <a:pt x="248412" y="126492"/>
                </a:lnTo>
                <a:lnTo>
                  <a:pt x="241554" y="132588"/>
                </a:lnTo>
                <a:lnTo>
                  <a:pt x="121920" y="132588"/>
                </a:lnTo>
                <a:lnTo>
                  <a:pt x="121920" y="199644"/>
                </a:lnTo>
                <a:lnTo>
                  <a:pt x="234744" y="199644"/>
                </a:lnTo>
                <a:lnTo>
                  <a:pt x="234783" y="210312"/>
                </a:lnTo>
                <a:lnTo>
                  <a:pt x="121920" y="210312"/>
                </a:lnTo>
                <a:lnTo>
                  <a:pt x="121920" y="283464"/>
                </a:lnTo>
                <a:lnTo>
                  <a:pt x="235525" y="283464"/>
                </a:lnTo>
                <a:lnTo>
                  <a:pt x="235829" y="294132"/>
                </a:lnTo>
                <a:lnTo>
                  <a:pt x="121920" y="294132"/>
                </a:lnTo>
                <a:lnTo>
                  <a:pt x="121920" y="312420"/>
                </a:lnTo>
                <a:lnTo>
                  <a:pt x="97536" y="324612"/>
                </a:lnTo>
                <a:close/>
              </a:path>
              <a:path w="349250" h="399414">
                <a:moveTo>
                  <a:pt x="234744" y="199644"/>
                </a:moveTo>
                <a:lnTo>
                  <a:pt x="211836" y="199644"/>
                </a:lnTo>
                <a:lnTo>
                  <a:pt x="211836" y="132588"/>
                </a:lnTo>
                <a:lnTo>
                  <a:pt x="241554" y="132588"/>
                </a:lnTo>
                <a:lnTo>
                  <a:pt x="234696" y="138684"/>
                </a:lnTo>
                <a:lnTo>
                  <a:pt x="234744" y="199644"/>
                </a:lnTo>
                <a:close/>
              </a:path>
              <a:path w="349250" h="399414">
                <a:moveTo>
                  <a:pt x="235525" y="283464"/>
                </a:moveTo>
                <a:lnTo>
                  <a:pt x="211836" y="283464"/>
                </a:lnTo>
                <a:lnTo>
                  <a:pt x="211836" y="210312"/>
                </a:lnTo>
                <a:lnTo>
                  <a:pt x="234783" y="210312"/>
                </a:lnTo>
                <a:lnTo>
                  <a:pt x="234886" y="238696"/>
                </a:lnTo>
                <a:lnTo>
                  <a:pt x="235338" y="276915"/>
                </a:lnTo>
                <a:lnTo>
                  <a:pt x="235525" y="283464"/>
                </a:lnTo>
                <a:close/>
              </a:path>
              <a:path w="349250" h="399414">
                <a:moveTo>
                  <a:pt x="211836" y="321564"/>
                </a:moveTo>
                <a:lnTo>
                  <a:pt x="211836" y="294132"/>
                </a:lnTo>
                <a:lnTo>
                  <a:pt x="235829" y="294132"/>
                </a:lnTo>
                <a:lnTo>
                  <a:pt x="236220" y="307848"/>
                </a:lnTo>
                <a:lnTo>
                  <a:pt x="211836" y="321564"/>
                </a:lnTo>
                <a:close/>
              </a:path>
              <a:path w="349250" h="399414">
                <a:moveTo>
                  <a:pt x="295655" y="399288"/>
                </a:moveTo>
                <a:lnTo>
                  <a:pt x="287107" y="386453"/>
                </a:lnTo>
                <a:lnTo>
                  <a:pt x="275272" y="375475"/>
                </a:lnTo>
                <a:lnTo>
                  <a:pt x="260294" y="366498"/>
                </a:lnTo>
                <a:lnTo>
                  <a:pt x="242316" y="359664"/>
                </a:lnTo>
                <a:lnTo>
                  <a:pt x="242316" y="353568"/>
                </a:lnTo>
                <a:lnTo>
                  <a:pt x="285559" y="358902"/>
                </a:lnTo>
                <a:lnTo>
                  <a:pt x="298251" y="359997"/>
                </a:lnTo>
                <a:lnTo>
                  <a:pt x="334140" y="359997"/>
                </a:lnTo>
                <a:lnTo>
                  <a:pt x="333184" y="365569"/>
                </a:lnTo>
                <a:lnTo>
                  <a:pt x="307086" y="394477"/>
                </a:lnTo>
                <a:lnTo>
                  <a:pt x="295655" y="399288"/>
                </a:lnTo>
                <a:close/>
              </a:path>
              <a:path w="349250" h="399414">
                <a:moveTo>
                  <a:pt x="76200" y="83820"/>
                </a:moveTo>
                <a:lnTo>
                  <a:pt x="71628" y="83820"/>
                </a:lnTo>
                <a:lnTo>
                  <a:pt x="67056" y="77724"/>
                </a:lnTo>
                <a:lnTo>
                  <a:pt x="64008" y="64008"/>
                </a:lnTo>
                <a:lnTo>
                  <a:pt x="58554" y="50863"/>
                </a:lnTo>
                <a:lnTo>
                  <a:pt x="51244" y="36576"/>
                </a:lnTo>
                <a:lnTo>
                  <a:pt x="41933" y="21145"/>
                </a:lnTo>
                <a:lnTo>
                  <a:pt x="30480" y="4572"/>
                </a:lnTo>
                <a:lnTo>
                  <a:pt x="36576" y="0"/>
                </a:lnTo>
                <a:lnTo>
                  <a:pt x="68199" y="21717"/>
                </a:lnTo>
                <a:lnTo>
                  <a:pt x="89916" y="48768"/>
                </a:lnTo>
                <a:lnTo>
                  <a:pt x="89916" y="60960"/>
                </a:lnTo>
                <a:lnTo>
                  <a:pt x="88392" y="67056"/>
                </a:lnTo>
                <a:lnTo>
                  <a:pt x="83820" y="74676"/>
                </a:lnTo>
                <a:lnTo>
                  <a:pt x="79248" y="80772"/>
                </a:lnTo>
                <a:lnTo>
                  <a:pt x="76200" y="83820"/>
                </a:lnTo>
                <a:close/>
              </a:path>
              <a:path w="349250" h="399414">
                <a:moveTo>
                  <a:pt x="0" y="397764"/>
                </a:moveTo>
                <a:lnTo>
                  <a:pt x="881" y="377499"/>
                </a:lnTo>
                <a:lnTo>
                  <a:pt x="1282" y="345971"/>
                </a:lnTo>
                <a:lnTo>
                  <a:pt x="1365" y="332232"/>
                </a:lnTo>
                <a:lnTo>
                  <a:pt x="1500" y="291250"/>
                </a:lnTo>
                <a:lnTo>
                  <a:pt x="1500" y="160067"/>
                </a:lnTo>
                <a:lnTo>
                  <a:pt x="1333" y="109728"/>
                </a:lnTo>
                <a:lnTo>
                  <a:pt x="881" y="74247"/>
                </a:lnTo>
                <a:lnTo>
                  <a:pt x="0" y="53340"/>
                </a:lnTo>
                <a:lnTo>
                  <a:pt x="41148" y="74676"/>
                </a:lnTo>
                <a:lnTo>
                  <a:pt x="25908" y="85344"/>
                </a:lnTo>
                <a:lnTo>
                  <a:pt x="25931" y="345971"/>
                </a:lnTo>
                <a:lnTo>
                  <a:pt x="26098" y="359854"/>
                </a:lnTo>
                <a:lnTo>
                  <a:pt x="26550" y="374022"/>
                </a:lnTo>
                <a:lnTo>
                  <a:pt x="27432" y="388620"/>
                </a:lnTo>
                <a:lnTo>
                  <a:pt x="0" y="39776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" name="object 22"/>
          <p:cNvSpPr/>
          <p:nvPr/>
        </p:nvSpPr>
        <p:spPr>
          <a:xfrm>
            <a:off x="4351020" y="3019044"/>
            <a:ext cx="388620" cy="391795"/>
          </a:xfrm>
          <a:custGeom>
            <a:avLst/>
            <a:gdLst/>
            <a:ahLst/>
            <a:cxnLst/>
            <a:rect l="l" t="t" r="r" b="b"/>
            <a:pathLst>
              <a:path w="388620" h="391795">
                <a:moveTo>
                  <a:pt x="96012" y="74676"/>
                </a:moveTo>
                <a:lnTo>
                  <a:pt x="88392" y="74676"/>
                </a:lnTo>
                <a:lnTo>
                  <a:pt x="83820" y="68580"/>
                </a:lnTo>
                <a:lnTo>
                  <a:pt x="80772" y="54864"/>
                </a:lnTo>
                <a:lnTo>
                  <a:pt x="75080" y="43791"/>
                </a:lnTo>
                <a:lnTo>
                  <a:pt x="67246" y="31432"/>
                </a:lnTo>
                <a:lnTo>
                  <a:pt x="57411" y="18216"/>
                </a:lnTo>
                <a:lnTo>
                  <a:pt x="45720" y="4572"/>
                </a:lnTo>
                <a:lnTo>
                  <a:pt x="48768" y="0"/>
                </a:lnTo>
                <a:lnTo>
                  <a:pt x="84986" y="20574"/>
                </a:lnTo>
                <a:lnTo>
                  <a:pt x="108204" y="53340"/>
                </a:lnTo>
                <a:lnTo>
                  <a:pt x="108204" y="62484"/>
                </a:lnTo>
                <a:lnTo>
                  <a:pt x="106680" y="68580"/>
                </a:lnTo>
                <a:lnTo>
                  <a:pt x="102108" y="71628"/>
                </a:lnTo>
                <a:lnTo>
                  <a:pt x="97536" y="73152"/>
                </a:lnTo>
                <a:lnTo>
                  <a:pt x="96012" y="74676"/>
                </a:lnTo>
                <a:close/>
              </a:path>
              <a:path w="388620" h="391795">
                <a:moveTo>
                  <a:pt x="381000" y="22860"/>
                </a:moveTo>
                <a:lnTo>
                  <a:pt x="348996" y="22860"/>
                </a:lnTo>
                <a:lnTo>
                  <a:pt x="364236" y="6096"/>
                </a:lnTo>
                <a:lnTo>
                  <a:pt x="381000" y="22860"/>
                </a:lnTo>
                <a:close/>
              </a:path>
              <a:path w="388620" h="391795">
                <a:moveTo>
                  <a:pt x="114300" y="391668"/>
                </a:moveTo>
                <a:lnTo>
                  <a:pt x="109728" y="385572"/>
                </a:lnTo>
                <a:lnTo>
                  <a:pt x="133731" y="347352"/>
                </a:lnTo>
                <a:lnTo>
                  <a:pt x="150876" y="306133"/>
                </a:lnTo>
                <a:lnTo>
                  <a:pt x="161163" y="262342"/>
                </a:lnTo>
                <a:lnTo>
                  <a:pt x="164592" y="216408"/>
                </a:lnTo>
                <a:lnTo>
                  <a:pt x="164592" y="89916"/>
                </a:lnTo>
                <a:lnTo>
                  <a:pt x="164330" y="73009"/>
                </a:lnTo>
                <a:lnTo>
                  <a:pt x="163639" y="54102"/>
                </a:lnTo>
                <a:lnTo>
                  <a:pt x="161544" y="9144"/>
                </a:lnTo>
                <a:lnTo>
                  <a:pt x="188976" y="22860"/>
                </a:lnTo>
                <a:lnTo>
                  <a:pt x="381000" y="22860"/>
                </a:lnTo>
                <a:lnTo>
                  <a:pt x="388620" y="30480"/>
                </a:lnTo>
                <a:lnTo>
                  <a:pt x="384701" y="33528"/>
                </a:lnTo>
                <a:lnTo>
                  <a:pt x="184404" y="33528"/>
                </a:lnTo>
                <a:lnTo>
                  <a:pt x="184278" y="190500"/>
                </a:lnTo>
                <a:lnTo>
                  <a:pt x="183843" y="232830"/>
                </a:lnTo>
                <a:lnTo>
                  <a:pt x="176625" y="281281"/>
                </a:lnTo>
                <a:lnTo>
                  <a:pt x="162677" y="323807"/>
                </a:lnTo>
                <a:lnTo>
                  <a:pt x="141927" y="360554"/>
                </a:lnTo>
                <a:lnTo>
                  <a:pt x="114300" y="391668"/>
                </a:lnTo>
                <a:close/>
              </a:path>
              <a:path w="388620" h="391795">
                <a:moveTo>
                  <a:pt x="277368" y="92964"/>
                </a:moveTo>
                <a:lnTo>
                  <a:pt x="256032" y="92964"/>
                </a:lnTo>
                <a:lnTo>
                  <a:pt x="255971" y="73009"/>
                </a:lnTo>
                <a:lnTo>
                  <a:pt x="255841" y="60960"/>
                </a:lnTo>
                <a:lnTo>
                  <a:pt x="255389" y="46672"/>
                </a:lnTo>
                <a:lnTo>
                  <a:pt x="254508" y="33528"/>
                </a:lnTo>
                <a:lnTo>
                  <a:pt x="259080" y="33528"/>
                </a:lnTo>
                <a:lnTo>
                  <a:pt x="289560" y="47244"/>
                </a:lnTo>
                <a:lnTo>
                  <a:pt x="277368" y="57912"/>
                </a:lnTo>
                <a:lnTo>
                  <a:pt x="277368" y="92964"/>
                </a:lnTo>
                <a:close/>
              </a:path>
              <a:path w="388620" h="391795">
                <a:moveTo>
                  <a:pt x="374904" y="353568"/>
                </a:moveTo>
                <a:lnTo>
                  <a:pt x="344424" y="353568"/>
                </a:lnTo>
                <a:lnTo>
                  <a:pt x="348996" y="352044"/>
                </a:lnTo>
                <a:lnTo>
                  <a:pt x="352044" y="347472"/>
                </a:lnTo>
                <a:lnTo>
                  <a:pt x="352044" y="33528"/>
                </a:lnTo>
                <a:lnTo>
                  <a:pt x="384701" y="33528"/>
                </a:lnTo>
                <a:lnTo>
                  <a:pt x="374904" y="41148"/>
                </a:lnTo>
                <a:lnTo>
                  <a:pt x="374904" y="353568"/>
                </a:lnTo>
                <a:close/>
              </a:path>
              <a:path w="388620" h="391795">
                <a:moveTo>
                  <a:pt x="213360" y="109728"/>
                </a:moveTo>
                <a:lnTo>
                  <a:pt x="196596" y="92964"/>
                </a:lnTo>
                <a:lnTo>
                  <a:pt x="295656" y="92964"/>
                </a:lnTo>
                <a:lnTo>
                  <a:pt x="313944" y="76200"/>
                </a:lnTo>
                <a:lnTo>
                  <a:pt x="339852" y="103632"/>
                </a:lnTo>
                <a:lnTo>
                  <a:pt x="254508" y="103632"/>
                </a:lnTo>
                <a:lnTo>
                  <a:pt x="243363" y="103941"/>
                </a:lnTo>
                <a:lnTo>
                  <a:pt x="232791" y="104965"/>
                </a:lnTo>
                <a:lnTo>
                  <a:pt x="222789" y="106846"/>
                </a:lnTo>
                <a:lnTo>
                  <a:pt x="213360" y="109728"/>
                </a:lnTo>
                <a:close/>
              </a:path>
              <a:path w="388620" h="391795">
                <a:moveTo>
                  <a:pt x="277368" y="152400"/>
                </a:moveTo>
                <a:lnTo>
                  <a:pt x="256032" y="152400"/>
                </a:lnTo>
                <a:lnTo>
                  <a:pt x="256032" y="103632"/>
                </a:lnTo>
                <a:lnTo>
                  <a:pt x="277368" y="103632"/>
                </a:lnTo>
                <a:lnTo>
                  <a:pt x="277368" y="152400"/>
                </a:lnTo>
                <a:close/>
              </a:path>
              <a:path w="388620" h="391795">
                <a:moveTo>
                  <a:pt x="16764" y="146304"/>
                </a:moveTo>
                <a:lnTo>
                  <a:pt x="0" y="129540"/>
                </a:lnTo>
                <a:lnTo>
                  <a:pt x="65532" y="129540"/>
                </a:lnTo>
                <a:lnTo>
                  <a:pt x="82296" y="112776"/>
                </a:lnTo>
                <a:lnTo>
                  <a:pt x="106680" y="137160"/>
                </a:lnTo>
                <a:lnTo>
                  <a:pt x="102489" y="140208"/>
                </a:lnTo>
                <a:lnTo>
                  <a:pt x="57912" y="140208"/>
                </a:lnTo>
                <a:lnTo>
                  <a:pt x="46767" y="140517"/>
                </a:lnTo>
                <a:lnTo>
                  <a:pt x="36195" y="141541"/>
                </a:lnTo>
                <a:lnTo>
                  <a:pt x="26193" y="143422"/>
                </a:lnTo>
                <a:lnTo>
                  <a:pt x="16764" y="146304"/>
                </a:lnTo>
                <a:close/>
              </a:path>
              <a:path w="388620" h="391795">
                <a:moveTo>
                  <a:pt x="202692" y="169164"/>
                </a:moveTo>
                <a:lnTo>
                  <a:pt x="185928" y="152400"/>
                </a:lnTo>
                <a:lnTo>
                  <a:pt x="303276" y="152400"/>
                </a:lnTo>
                <a:lnTo>
                  <a:pt x="321564" y="134112"/>
                </a:lnTo>
                <a:lnTo>
                  <a:pt x="350520" y="163067"/>
                </a:lnTo>
                <a:lnTo>
                  <a:pt x="243839" y="163067"/>
                </a:lnTo>
                <a:lnTo>
                  <a:pt x="232695" y="163377"/>
                </a:lnTo>
                <a:lnTo>
                  <a:pt x="222123" y="164401"/>
                </a:lnTo>
                <a:lnTo>
                  <a:pt x="212121" y="166282"/>
                </a:lnTo>
                <a:lnTo>
                  <a:pt x="202692" y="169164"/>
                </a:lnTo>
                <a:close/>
              </a:path>
              <a:path w="388620" h="391795">
                <a:moveTo>
                  <a:pt x="80772" y="353568"/>
                </a:moveTo>
                <a:lnTo>
                  <a:pt x="59436" y="329184"/>
                </a:lnTo>
                <a:lnTo>
                  <a:pt x="62555" y="323445"/>
                </a:lnTo>
                <a:lnTo>
                  <a:pt x="64960" y="317563"/>
                </a:lnTo>
                <a:lnTo>
                  <a:pt x="66508" y="311396"/>
                </a:lnTo>
                <a:lnTo>
                  <a:pt x="66929" y="306324"/>
                </a:lnTo>
                <a:lnTo>
                  <a:pt x="67056" y="140208"/>
                </a:lnTo>
                <a:lnTo>
                  <a:pt x="102489" y="140208"/>
                </a:lnTo>
                <a:lnTo>
                  <a:pt x="89916" y="149352"/>
                </a:lnTo>
                <a:lnTo>
                  <a:pt x="89916" y="304800"/>
                </a:lnTo>
                <a:lnTo>
                  <a:pt x="114653" y="304800"/>
                </a:lnTo>
                <a:lnTo>
                  <a:pt x="104584" y="318516"/>
                </a:lnTo>
                <a:lnTo>
                  <a:pt x="90177" y="339042"/>
                </a:lnTo>
                <a:lnTo>
                  <a:pt x="80772" y="353568"/>
                </a:lnTo>
                <a:close/>
              </a:path>
              <a:path w="388620" h="391795">
                <a:moveTo>
                  <a:pt x="216408" y="326135"/>
                </a:moveTo>
                <a:lnTo>
                  <a:pt x="217289" y="309872"/>
                </a:lnTo>
                <a:lnTo>
                  <a:pt x="217715" y="294132"/>
                </a:lnTo>
                <a:lnTo>
                  <a:pt x="217820" y="232830"/>
                </a:lnTo>
                <a:lnTo>
                  <a:pt x="217741" y="224599"/>
                </a:lnTo>
                <a:lnTo>
                  <a:pt x="217289" y="207002"/>
                </a:lnTo>
                <a:lnTo>
                  <a:pt x="216408" y="188976"/>
                </a:lnTo>
                <a:lnTo>
                  <a:pt x="239268" y="205740"/>
                </a:lnTo>
                <a:lnTo>
                  <a:pt x="320040" y="205740"/>
                </a:lnTo>
                <a:lnTo>
                  <a:pt x="326136" y="211836"/>
                </a:lnTo>
                <a:lnTo>
                  <a:pt x="322652" y="214884"/>
                </a:lnTo>
                <a:lnTo>
                  <a:pt x="239268" y="214884"/>
                </a:lnTo>
                <a:lnTo>
                  <a:pt x="239268" y="283464"/>
                </a:lnTo>
                <a:lnTo>
                  <a:pt x="314387" y="283464"/>
                </a:lnTo>
                <a:lnTo>
                  <a:pt x="314586" y="291726"/>
                </a:lnTo>
                <a:lnTo>
                  <a:pt x="314732" y="294132"/>
                </a:lnTo>
                <a:lnTo>
                  <a:pt x="239268" y="294132"/>
                </a:lnTo>
                <a:lnTo>
                  <a:pt x="239268" y="316991"/>
                </a:lnTo>
                <a:lnTo>
                  <a:pt x="216408" y="326135"/>
                </a:lnTo>
                <a:close/>
              </a:path>
              <a:path w="388620" h="391795">
                <a:moveTo>
                  <a:pt x="320040" y="205740"/>
                </a:moveTo>
                <a:lnTo>
                  <a:pt x="291084" y="205740"/>
                </a:lnTo>
                <a:lnTo>
                  <a:pt x="304800" y="190500"/>
                </a:lnTo>
                <a:lnTo>
                  <a:pt x="320040" y="205740"/>
                </a:lnTo>
                <a:close/>
              </a:path>
              <a:path w="388620" h="391795">
                <a:moveTo>
                  <a:pt x="314387" y="283464"/>
                </a:moveTo>
                <a:lnTo>
                  <a:pt x="292608" y="283464"/>
                </a:lnTo>
                <a:lnTo>
                  <a:pt x="292608" y="214884"/>
                </a:lnTo>
                <a:lnTo>
                  <a:pt x="322652" y="214884"/>
                </a:lnTo>
                <a:lnTo>
                  <a:pt x="313944" y="222503"/>
                </a:lnTo>
                <a:lnTo>
                  <a:pt x="314057" y="262342"/>
                </a:lnTo>
                <a:lnTo>
                  <a:pt x="314134" y="272986"/>
                </a:lnTo>
                <a:lnTo>
                  <a:pt x="314387" y="283464"/>
                </a:lnTo>
                <a:close/>
              </a:path>
              <a:path w="388620" h="391795">
                <a:moveTo>
                  <a:pt x="114653" y="304800"/>
                </a:moveTo>
                <a:lnTo>
                  <a:pt x="89916" y="304800"/>
                </a:lnTo>
                <a:lnTo>
                  <a:pt x="143256" y="256032"/>
                </a:lnTo>
                <a:lnTo>
                  <a:pt x="147828" y="260603"/>
                </a:lnTo>
                <a:lnTo>
                  <a:pt x="123848" y="292274"/>
                </a:lnTo>
                <a:lnTo>
                  <a:pt x="114653" y="304800"/>
                </a:lnTo>
                <a:close/>
              </a:path>
              <a:path w="388620" h="391795">
                <a:moveTo>
                  <a:pt x="292608" y="316991"/>
                </a:moveTo>
                <a:lnTo>
                  <a:pt x="292608" y="294132"/>
                </a:lnTo>
                <a:lnTo>
                  <a:pt x="314732" y="294132"/>
                </a:lnTo>
                <a:lnTo>
                  <a:pt x="315468" y="306324"/>
                </a:lnTo>
                <a:lnTo>
                  <a:pt x="292608" y="316991"/>
                </a:lnTo>
                <a:close/>
              </a:path>
              <a:path w="388620" h="391795">
                <a:moveTo>
                  <a:pt x="344424" y="391668"/>
                </a:moveTo>
                <a:lnTo>
                  <a:pt x="336161" y="379333"/>
                </a:lnTo>
                <a:lnTo>
                  <a:pt x="322897" y="369570"/>
                </a:lnTo>
                <a:lnTo>
                  <a:pt x="304776" y="362092"/>
                </a:lnTo>
                <a:lnTo>
                  <a:pt x="281939" y="356616"/>
                </a:lnTo>
                <a:lnTo>
                  <a:pt x="281939" y="347472"/>
                </a:lnTo>
                <a:lnTo>
                  <a:pt x="306276" y="350353"/>
                </a:lnTo>
                <a:lnTo>
                  <a:pt x="324612" y="352234"/>
                </a:lnTo>
                <a:lnTo>
                  <a:pt x="337232" y="353258"/>
                </a:lnTo>
                <a:lnTo>
                  <a:pt x="344424" y="353568"/>
                </a:lnTo>
                <a:lnTo>
                  <a:pt x="374904" y="353568"/>
                </a:lnTo>
                <a:lnTo>
                  <a:pt x="374904" y="359664"/>
                </a:lnTo>
                <a:lnTo>
                  <a:pt x="352734" y="387096"/>
                </a:lnTo>
                <a:lnTo>
                  <a:pt x="344424" y="39166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" name="object 23"/>
          <p:cNvSpPr/>
          <p:nvPr/>
        </p:nvSpPr>
        <p:spPr>
          <a:xfrm>
            <a:off x="4791455" y="3003804"/>
            <a:ext cx="403860" cy="410209"/>
          </a:xfrm>
          <a:custGeom>
            <a:avLst/>
            <a:gdLst/>
            <a:ahLst/>
            <a:cxnLst/>
            <a:rect l="l" t="t" r="r" b="b"/>
            <a:pathLst>
              <a:path w="403860" h="410210">
                <a:moveTo>
                  <a:pt x="228599" y="60959"/>
                </a:moveTo>
                <a:lnTo>
                  <a:pt x="219455" y="60959"/>
                </a:lnTo>
                <a:lnTo>
                  <a:pt x="217931" y="53340"/>
                </a:lnTo>
                <a:lnTo>
                  <a:pt x="211835" y="38100"/>
                </a:lnTo>
                <a:lnTo>
                  <a:pt x="207573" y="30908"/>
                </a:lnTo>
                <a:lnTo>
                  <a:pt x="201739" y="22860"/>
                </a:lnTo>
                <a:lnTo>
                  <a:pt x="194476" y="13668"/>
                </a:lnTo>
                <a:lnTo>
                  <a:pt x="185927" y="3047"/>
                </a:lnTo>
                <a:lnTo>
                  <a:pt x="190499" y="0"/>
                </a:lnTo>
                <a:lnTo>
                  <a:pt x="232290" y="20788"/>
                </a:lnTo>
                <a:lnTo>
                  <a:pt x="240791" y="32004"/>
                </a:lnTo>
                <a:lnTo>
                  <a:pt x="243839" y="36576"/>
                </a:lnTo>
                <a:lnTo>
                  <a:pt x="243839" y="38100"/>
                </a:lnTo>
                <a:lnTo>
                  <a:pt x="242958" y="42957"/>
                </a:lnTo>
                <a:lnTo>
                  <a:pt x="240220" y="48386"/>
                </a:lnTo>
                <a:lnTo>
                  <a:pt x="235481" y="54387"/>
                </a:lnTo>
                <a:lnTo>
                  <a:pt x="228599" y="60959"/>
                </a:lnTo>
                <a:close/>
              </a:path>
              <a:path w="403860" h="410210">
                <a:moveTo>
                  <a:pt x="391667" y="60959"/>
                </a:moveTo>
                <a:lnTo>
                  <a:pt x="342900" y="60959"/>
                </a:lnTo>
                <a:lnTo>
                  <a:pt x="367284" y="36576"/>
                </a:lnTo>
                <a:lnTo>
                  <a:pt x="391667" y="60959"/>
                </a:lnTo>
                <a:close/>
              </a:path>
              <a:path w="403860" h="410210">
                <a:moveTo>
                  <a:pt x="4571" y="409956"/>
                </a:moveTo>
                <a:lnTo>
                  <a:pt x="0" y="406908"/>
                </a:lnTo>
                <a:lnTo>
                  <a:pt x="15692" y="375761"/>
                </a:lnTo>
                <a:lnTo>
                  <a:pt x="28384" y="344043"/>
                </a:lnTo>
                <a:lnTo>
                  <a:pt x="44195" y="278892"/>
                </a:lnTo>
                <a:lnTo>
                  <a:pt x="51244" y="212407"/>
                </a:lnTo>
                <a:lnTo>
                  <a:pt x="54668" y="149352"/>
                </a:lnTo>
                <a:lnTo>
                  <a:pt x="54738" y="106299"/>
                </a:lnTo>
                <a:lnTo>
                  <a:pt x="54482" y="85153"/>
                </a:lnTo>
                <a:lnTo>
                  <a:pt x="53578" y="61841"/>
                </a:lnTo>
                <a:lnTo>
                  <a:pt x="51815" y="42671"/>
                </a:lnTo>
                <a:lnTo>
                  <a:pt x="80771" y="60959"/>
                </a:lnTo>
                <a:lnTo>
                  <a:pt x="391667" y="60959"/>
                </a:lnTo>
                <a:lnTo>
                  <a:pt x="400812" y="70104"/>
                </a:lnTo>
                <a:lnTo>
                  <a:pt x="79247" y="70104"/>
                </a:lnTo>
                <a:lnTo>
                  <a:pt x="79718" y="112776"/>
                </a:lnTo>
                <a:lnTo>
                  <a:pt x="79057" y="163639"/>
                </a:lnTo>
                <a:lnTo>
                  <a:pt x="73151" y="233172"/>
                </a:lnTo>
                <a:lnTo>
                  <a:pt x="63245" y="287464"/>
                </a:lnTo>
                <a:lnTo>
                  <a:pt x="48767" y="333756"/>
                </a:lnTo>
                <a:lnTo>
                  <a:pt x="28955" y="373570"/>
                </a:lnTo>
                <a:lnTo>
                  <a:pt x="17478" y="392263"/>
                </a:lnTo>
                <a:lnTo>
                  <a:pt x="4571" y="409956"/>
                </a:lnTo>
                <a:close/>
              </a:path>
              <a:path w="403860" h="410210">
                <a:moveTo>
                  <a:pt x="185927" y="135636"/>
                </a:moveTo>
                <a:lnTo>
                  <a:pt x="163067" y="135636"/>
                </a:lnTo>
                <a:lnTo>
                  <a:pt x="163044" y="121872"/>
                </a:lnTo>
                <a:lnTo>
                  <a:pt x="162877" y="107823"/>
                </a:lnTo>
                <a:lnTo>
                  <a:pt x="162425" y="93202"/>
                </a:lnTo>
                <a:lnTo>
                  <a:pt x="161543" y="77724"/>
                </a:lnTo>
                <a:lnTo>
                  <a:pt x="199643" y="96012"/>
                </a:lnTo>
                <a:lnTo>
                  <a:pt x="185927" y="105156"/>
                </a:lnTo>
                <a:lnTo>
                  <a:pt x="185927" y="135636"/>
                </a:lnTo>
                <a:close/>
              </a:path>
              <a:path w="403860" h="410210">
                <a:moveTo>
                  <a:pt x="306323" y="135636"/>
                </a:moveTo>
                <a:lnTo>
                  <a:pt x="283463" y="135636"/>
                </a:lnTo>
                <a:lnTo>
                  <a:pt x="283347" y="112776"/>
                </a:lnTo>
                <a:lnTo>
                  <a:pt x="283236" y="105156"/>
                </a:lnTo>
                <a:lnTo>
                  <a:pt x="282821" y="92344"/>
                </a:lnTo>
                <a:lnTo>
                  <a:pt x="281939" y="79248"/>
                </a:lnTo>
                <a:lnTo>
                  <a:pt x="321563" y="96012"/>
                </a:lnTo>
                <a:lnTo>
                  <a:pt x="306323" y="106680"/>
                </a:lnTo>
                <a:lnTo>
                  <a:pt x="306323" y="135636"/>
                </a:lnTo>
                <a:close/>
              </a:path>
              <a:path w="403860" h="410210">
                <a:moveTo>
                  <a:pt x="97535" y="149352"/>
                </a:moveTo>
                <a:lnTo>
                  <a:pt x="83819" y="135636"/>
                </a:lnTo>
                <a:lnTo>
                  <a:pt x="338327" y="135636"/>
                </a:lnTo>
                <a:lnTo>
                  <a:pt x="361187" y="112776"/>
                </a:lnTo>
                <a:lnTo>
                  <a:pt x="394716" y="144780"/>
                </a:lnTo>
                <a:lnTo>
                  <a:pt x="117347" y="144780"/>
                </a:lnTo>
                <a:lnTo>
                  <a:pt x="97535" y="149352"/>
                </a:lnTo>
                <a:close/>
              </a:path>
              <a:path w="403860" h="410210">
                <a:moveTo>
                  <a:pt x="161543" y="225552"/>
                </a:moveTo>
                <a:lnTo>
                  <a:pt x="162425" y="207573"/>
                </a:lnTo>
                <a:lnTo>
                  <a:pt x="162877" y="188023"/>
                </a:lnTo>
                <a:lnTo>
                  <a:pt x="162950" y="178808"/>
                </a:lnTo>
                <a:lnTo>
                  <a:pt x="163067" y="144780"/>
                </a:lnTo>
                <a:lnTo>
                  <a:pt x="185927" y="144780"/>
                </a:lnTo>
                <a:lnTo>
                  <a:pt x="185927" y="196596"/>
                </a:lnTo>
                <a:lnTo>
                  <a:pt x="306813" y="196596"/>
                </a:lnTo>
                <a:lnTo>
                  <a:pt x="306966" y="201572"/>
                </a:lnTo>
                <a:lnTo>
                  <a:pt x="307324" y="205740"/>
                </a:lnTo>
                <a:lnTo>
                  <a:pt x="185927" y="205740"/>
                </a:lnTo>
                <a:lnTo>
                  <a:pt x="185927" y="214884"/>
                </a:lnTo>
                <a:lnTo>
                  <a:pt x="161543" y="225552"/>
                </a:lnTo>
                <a:close/>
              </a:path>
              <a:path w="403860" h="410210">
                <a:moveTo>
                  <a:pt x="306813" y="196596"/>
                </a:moveTo>
                <a:lnTo>
                  <a:pt x="283463" y="196596"/>
                </a:lnTo>
                <a:lnTo>
                  <a:pt x="283463" y="144780"/>
                </a:lnTo>
                <a:lnTo>
                  <a:pt x="306323" y="144780"/>
                </a:lnTo>
                <a:lnTo>
                  <a:pt x="306443" y="178808"/>
                </a:lnTo>
                <a:lnTo>
                  <a:pt x="306549" y="188023"/>
                </a:lnTo>
                <a:lnTo>
                  <a:pt x="306813" y="196596"/>
                </a:lnTo>
                <a:close/>
              </a:path>
              <a:path w="403860" h="410210">
                <a:moveTo>
                  <a:pt x="283463" y="222504"/>
                </a:moveTo>
                <a:lnTo>
                  <a:pt x="283463" y="205740"/>
                </a:lnTo>
                <a:lnTo>
                  <a:pt x="307324" y="205740"/>
                </a:lnTo>
                <a:lnTo>
                  <a:pt x="307847" y="211836"/>
                </a:lnTo>
                <a:lnTo>
                  <a:pt x="283463" y="222504"/>
                </a:lnTo>
                <a:close/>
              </a:path>
              <a:path w="403860" h="410210">
                <a:moveTo>
                  <a:pt x="129539" y="256032"/>
                </a:moveTo>
                <a:lnTo>
                  <a:pt x="115823" y="242316"/>
                </a:lnTo>
                <a:lnTo>
                  <a:pt x="298703" y="242316"/>
                </a:lnTo>
                <a:lnTo>
                  <a:pt x="313943" y="227076"/>
                </a:lnTo>
                <a:lnTo>
                  <a:pt x="341375" y="252984"/>
                </a:lnTo>
                <a:lnTo>
                  <a:pt x="146303" y="252984"/>
                </a:lnTo>
                <a:lnTo>
                  <a:pt x="129539" y="256032"/>
                </a:lnTo>
                <a:close/>
              </a:path>
              <a:path w="403860" h="410210">
                <a:moveTo>
                  <a:pt x="59435" y="409956"/>
                </a:moveTo>
                <a:lnTo>
                  <a:pt x="57911" y="402336"/>
                </a:lnTo>
                <a:lnTo>
                  <a:pt x="102512" y="392072"/>
                </a:lnTo>
                <a:lnTo>
                  <a:pt x="144970" y="377380"/>
                </a:lnTo>
                <a:lnTo>
                  <a:pt x="185427" y="358401"/>
                </a:lnTo>
                <a:lnTo>
                  <a:pt x="224027" y="335280"/>
                </a:lnTo>
                <a:lnTo>
                  <a:pt x="208073" y="317492"/>
                </a:lnTo>
                <a:lnTo>
                  <a:pt x="192404" y="298132"/>
                </a:lnTo>
                <a:lnTo>
                  <a:pt x="177307" y="276772"/>
                </a:lnTo>
                <a:lnTo>
                  <a:pt x="163067" y="252984"/>
                </a:lnTo>
                <a:lnTo>
                  <a:pt x="172211" y="252984"/>
                </a:lnTo>
                <a:lnTo>
                  <a:pt x="188452" y="274439"/>
                </a:lnTo>
                <a:lnTo>
                  <a:pt x="204977" y="293179"/>
                </a:lnTo>
                <a:lnTo>
                  <a:pt x="221503" y="309348"/>
                </a:lnTo>
                <a:lnTo>
                  <a:pt x="237743" y="323088"/>
                </a:lnTo>
                <a:lnTo>
                  <a:pt x="270260" y="323088"/>
                </a:lnTo>
                <a:lnTo>
                  <a:pt x="256031" y="336804"/>
                </a:lnTo>
                <a:lnTo>
                  <a:pt x="282551" y="350520"/>
                </a:lnTo>
                <a:lnTo>
                  <a:pt x="239267" y="350520"/>
                </a:lnTo>
                <a:lnTo>
                  <a:pt x="197024" y="372237"/>
                </a:lnTo>
                <a:lnTo>
                  <a:pt x="152780" y="389382"/>
                </a:lnTo>
                <a:lnTo>
                  <a:pt x="106822" y="401955"/>
                </a:lnTo>
                <a:lnTo>
                  <a:pt x="59435" y="409956"/>
                </a:lnTo>
                <a:close/>
              </a:path>
              <a:path w="403860" h="410210">
                <a:moveTo>
                  <a:pt x="270260" y="323088"/>
                </a:moveTo>
                <a:lnTo>
                  <a:pt x="237743" y="323088"/>
                </a:lnTo>
                <a:lnTo>
                  <a:pt x="254317" y="305919"/>
                </a:lnTo>
                <a:lnTo>
                  <a:pt x="269747" y="288607"/>
                </a:lnTo>
                <a:lnTo>
                  <a:pt x="284035" y="271010"/>
                </a:lnTo>
                <a:lnTo>
                  <a:pt x="297179" y="252984"/>
                </a:lnTo>
                <a:lnTo>
                  <a:pt x="341375" y="252984"/>
                </a:lnTo>
                <a:lnTo>
                  <a:pt x="323087" y="262128"/>
                </a:lnTo>
                <a:lnTo>
                  <a:pt x="304252" y="285583"/>
                </a:lnTo>
                <a:lnTo>
                  <a:pt x="286702" y="305752"/>
                </a:lnTo>
                <a:lnTo>
                  <a:pt x="270581" y="322778"/>
                </a:lnTo>
                <a:lnTo>
                  <a:pt x="270260" y="323088"/>
                </a:lnTo>
                <a:close/>
              </a:path>
              <a:path w="403860" h="410210">
                <a:moveTo>
                  <a:pt x="370332" y="403860"/>
                </a:moveTo>
                <a:lnTo>
                  <a:pt x="331422" y="395311"/>
                </a:lnTo>
                <a:lnTo>
                  <a:pt x="296798" y="383476"/>
                </a:lnTo>
                <a:lnTo>
                  <a:pt x="266176" y="368498"/>
                </a:lnTo>
                <a:lnTo>
                  <a:pt x="239267" y="350520"/>
                </a:lnTo>
                <a:lnTo>
                  <a:pt x="282551" y="350520"/>
                </a:lnTo>
                <a:lnTo>
                  <a:pt x="285773" y="352186"/>
                </a:lnTo>
                <a:lnTo>
                  <a:pt x="320230" y="363855"/>
                </a:lnTo>
                <a:lnTo>
                  <a:pt x="359544" y="371522"/>
                </a:lnTo>
                <a:lnTo>
                  <a:pt x="403860" y="374904"/>
                </a:lnTo>
                <a:lnTo>
                  <a:pt x="403860" y="382524"/>
                </a:lnTo>
                <a:lnTo>
                  <a:pt x="390691" y="385643"/>
                </a:lnTo>
                <a:lnTo>
                  <a:pt x="380809" y="390334"/>
                </a:lnTo>
                <a:lnTo>
                  <a:pt x="374070" y="396454"/>
                </a:lnTo>
                <a:lnTo>
                  <a:pt x="370332" y="40386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" name="object 24"/>
          <p:cNvSpPr/>
          <p:nvPr/>
        </p:nvSpPr>
        <p:spPr>
          <a:xfrm>
            <a:off x="1751075" y="3838955"/>
            <a:ext cx="155575" cy="155575"/>
          </a:xfrm>
          <a:custGeom>
            <a:avLst/>
            <a:gdLst/>
            <a:ahLst/>
            <a:cxnLst/>
            <a:rect l="l" t="t" r="r" b="b"/>
            <a:pathLst>
              <a:path w="155575" h="155575">
                <a:moveTo>
                  <a:pt x="155448" y="155447"/>
                </a:moveTo>
                <a:lnTo>
                  <a:pt x="0" y="155447"/>
                </a:lnTo>
                <a:lnTo>
                  <a:pt x="0" y="0"/>
                </a:lnTo>
                <a:lnTo>
                  <a:pt x="155448" y="0"/>
                </a:lnTo>
                <a:lnTo>
                  <a:pt x="155448" y="155447"/>
                </a:lnTo>
                <a:close/>
              </a:path>
            </a:pathLst>
          </a:custGeom>
          <a:solidFill>
            <a:srgbClr val="3333C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" name="object 25"/>
          <p:cNvSpPr/>
          <p:nvPr/>
        </p:nvSpPr>
        <p:spPr>
          <a:xfrm>
            <a:off x="2130552" y="3717035"/>
            <a:ext cx="396240" cy="281940"/>
          </a:xfrm>
          <a:custGeom>
            <a:avLst/>
            <a:gdLst/>
            <a:ahLst/>
            <a:cxnLst/>
            <a:rect l="l" t="t" r="r" b="b"/>
            <a:pathLst>
              <a:path w="396239" h="281939">
                <a:moveTo>
                  <a:pt x="59436" y="39624"/>
                </a:moveTo>
                <a:lnTo>
                  <a:pt x="42672" y="24384"/>
                </a:lnTo>
                <a:lnTo>
                  <a:pt x="298703" y="24384"/>
                </a:lnTo>
                <a:lnTo>
                  <a:pt x="323088" y="0"/>
                </a:lnTo>
                <a:lnTo>
                  <a:pt x="358140" y="35052"/>
                </a:lnTo>
                <a:lnTo>
                  <a:pt x="99060" y="35052"/>
                </a:lnTo>
                <a:lnTo>
                  <a:pt x="88796" y="35337"/>
                </a:lnTo>
                <a:lnTo>
                  <a:pt x="78676" y="36195"/>
                </a:lnTo>
                <a:lnTo>
                  <a:pt x="68841" y="37623"/>
                </a:lnTo>
                <a:lnTo>
                  <a:pt x="59436" y="39624"/>
                </a:lnTo>
                <a:close/>
              </a:path>
              <a:path w="396239" h="281939">
                <a:moveTo>
                  <a:pt x="15240" y="281940"/>
                </a:moveTo>
                <a:lnTo>
                  <a:pt x="0" y="266700"/>
                </a:lnTo>
                <a:lnTo>
                  <a:pt x="323088" y="266700"/>
                </a:lnTo>
                <a:lnTo>
                  <a:pt x="355092" y="234696"/>
                </a:lnTo>
                <a:lnTo>
                  <a:pt x="396240" y="275844"/>
                </a:lnTo>
                <a:lnTo>
                  <a:pt x="59436" y="275844"/>
                </a:lnTo>
                <a:lnTo>
                  <a:pt x="47386" y="276367"/>
                </a:lnTo>
                <a:lnTo>
                  <a:pt x="36195" y="277749"/>
                </a:lnTo>
                <a:lnTo>
                  <a:pt x="25574" y="279701"/>
                </a:lnTo>
                <a:lnTo>
                  <a:pt x="15240" y="28194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" name="object 26"/>
          <p:cNvSpPr/>
          <p:nvPr/>
        </p:nvSpPr>
        <p:spPr>
          <a:xfrm>
            <a:off x="2574035" y="3653028"/>
            <a:ext cx="403860" cy="403860"/>
          </a:xfrm>
          <a:custGeom>
            <a:avLst/>
            <a:gdLst/>
            <a:ahLst/>
            <a:cxnLst/>
            <a:rect l="l" t="t" r="r" b="b"/>
            <a:pathLst>
              <a:path w="403860" h="403860">
                <a:moveTo>
                  <a:pt x="367284" y="204215"/>
                </a:moveTo>
                <a:lnTo>
                  <a:pt x="314706" y="168211"/>
                </a:lnTo>
                <a:lnTo>
                  <a:pt x="275844" y="121920"/>
                </a:lnTo>
                <a:lnTo>
                  <a:pt x="247078" y="64960"/>
                </a:lnTo>
                <a:lnTo>
                  <a:pt x="228600" y="0"/>
                </a:lnTo>
                <a:lnTo>
                  <a:pt x="262128" y="13716"/>
                </a:lnTo>
                <a:lnTo>
                  <a:pt x="248412" y="22860"/>
                </a:lnTo>
                <a:lnTo>
                  <a:pt x="259246" y="55387"/>
                </a:lnTo>
                <a:lnTo>
                  <a:pt x="290631" y="109013"/>
                </a:lnTo>
                <a:lnTo>
                  <a:pt x="332922" y="146994"/>
                </a:lnTo>
                <a:lnTo>
                  <a:pt x="379261" y="170473"/>
                </a:lnTo>
                <a:lnTo>
                  <a:pt x="403860" y="176784"/>
                </a:lnTo>
                <a:lnTo>
                  <a:pt x="403859" y="182880"/>
                </a:lnTo>
                <a:lnTo>
                  <a:pt x="391287" y="185142"/>
                </a:lnTo>
                <a:lnTo>
                  <a:pt x="381000" y="189547"/>
                </a:lnTo>
                <a:lnTo>
                  <a:pt x="372999" y="195953"/>
                </a:lnTo>
                <a:lnTo>
                  <a:pt x="367284" y="204215"/>
                </a:lnTo>
                <a:close/>
              </a:path>
              <a:path w="403860" h="403860">
                <a:moveTo>
                  <a:pt x="3048" y="219456"/>
                </a:moveTo>
                <a:lnTo>
                  <a:pt x="0" y="213360"/>
                </a:lnTo>
                <a:lnTo>
                  <a:pt x="21383" y="194238"/>
                </a:lnTo>
                <a:lnTo>
                  <a:pt x="41910" y="173545"/>
                </a:lnTo>
                <a:lnTo>
                  <a:pt x="79248" y="128016"/>
                </a:lnTo>
                <a:lnTo>
                  <a:pt x="112014" y="72961"/>
                </a:lnTo>
                <a:lnTo>
                  <a:pt x="140208" y="7620"/>
                </a:lnTo>
                <a:lnTo>
                  <a:pt x="175260" y="35052"/>
                </a:lnTo>
                <a:lnTo>
                  <a:pt x="160020" y="42672"/>
                </a:lnTo>
                <a:lnTo>
                  <a:pt x="144851" y="70151"/>
                </a:lnTo>
                <a:lnTo>
                  <a:pt x="128968" y="95631"/>
                </a:lnTo>
                <a:lnTo>
                  <a:pt x="94488" y="141732"/>
                </a:lnTo>
                <a:lnTo>
                  <a:pt x="53340" y="182880"/>
                </a:lnTo>
                <a:lnTo>
                  <a:pt x="29337" y="201739"/>
                </a:lnTo>
                <a:lnTo>
                  <a:pt x="3048" y="219456"/>
                </a:lnTo>
                <a:close/>
              </a:path>
              <a:path w="403860" h="403860">
                <a:moveTo>
                  <a:pt x="86868" y="190500"/>
                </a:moveTo>
                <a:lnTo>
                  <a:pt x="73152" y="176784"/>
                </a:lnTo>
                <a:lnTo>
                  <a:pt x="271272" y="176784"/>
                </a:lnTo>
                <a:lnTo>
                  <a:pt x="288036" y="160020"/>
                </a:lnTo>
                <a:lnTo>
                  <a:pt x="312420" y="184403"/>
                </a:lnTo>
                <a:lnTo>
                  <a:pt x="308501" y="187451"/>
                </a:lnTo>
                <a:lnTo>
                  <a:pt x="102108" y="187451"/>
                </a:lnTo>
                <a:lnTo>
                  <a:pt x="86868" y="190500"/>
                </a:lnTo>
                <a:close/>
              </a:path>
              <a:path w="403860" h="403860">
                <a:moveTo>
                  <a:pt x="22860" y="403859"/>
                </a:moveTo>
                <a:lnTo>
                  <a:pt x="18288" y="396240"/>
                </a:lnTo>
                <a:lnTo>
                  <a:pt x="54649" y="375689"/>
                </a:lnTo>
                <a:lnTo>
                  <a:pt x="84010" y="352996"/>
                </a:lnTo>
                <a:lnTo>
                  <a:pt x="123444" y="301751"/>
                </a:lnTo>
                <a:lnTo>
                  <a:pt x="145161" y="245745"/>
                </a:lnTo>
                <a:lnTo>
                  <a:pt x="155448" y="187451"/>
                </a:lnTo>
                <a:lnTo>
                  <a:pt x="184404" y="187451"/>
                </a:lnTo>
                <a:lnTo>
                  <a:pt x="168211" y="256413"/>
                </a:lnTo>
                <a:lnTo>
                  <a:pt x="141732" y="313944"/>
                </a:lnTo>
                <a:lnTo>
                  <a:pt x="96583" y="361759"/>
                </a:lnTo>
                <a:lnTo>
                  <a:pt x="63079" y="383595"/>
                </a:lnTo>
                <a:lnTo>
                  <a:pt x="22860" y="403859"/>
                </a:lnTo>
                <a:close/>
              </a:path>
              <a:path w="403860" h="403860">
                <a:moveTo>
                  <a:pt x="281940" y="361188"/>
                </a:moveTo>
                <a:lnTo>
                  <a:pt x="240792" y="361188"/>
                </a:lnTo>
                <a:lnTo>
                  <a:pt x="247102" y="359140"/>
                </a:lnTo>
                <a:lnTo>
                  <a:pt x="252412" y="355092"/>
                </a:lnTo>
                <a:lnTo>
                  <a:pt x="267462" y="292798"/>
                </a:lnTo>
                <a:lnTo>
                  <a:pt x="270891" y="247483"/>
                </a:lnTo>
                <a:lnTo>
                  <a:pt x="274320" y="187451"/>
                </a:lnTo>
                <a:lnTo>
                  <a:pt x="308501" y="187451"/>
                </a:lnTo>
                <a:lnTo>
                  <a:pt x="298703" y="195072"/>
                </a:lnTo>
                <a:lnTo>
                  <a:pt x="296727" y="256817"/>
                </a:lnTo>
                <a:lnTo>
                  <a:pt x="293179" y="304990"/>
                </a:lnTo>
                <a:lnTo>
                  <a:pt x="288202" y="339732"/>
                </a:lnTo>
                <a:lnTo>
                  <a:pt x="281940" y="361188"/>
                </a:lnTo>
                <a:close/>
              </a:path>
              <a:path w="403860" h="403860">
                <a:moveTo>
                  <a:pt x="233172" y="400812"/>
                </a:moveTo>
                <a:lnTo>
                  <a:pt x="227695" y="388191"/>
                </a:lnTo>
                <a:lnTo>
                  <a:pt x="217932" y="377571"/>
                </a:lnTo>
                <a:lnTo>
                  <a:pt x="203596" y="368665"/>
                </a:lnTo>
                <a:lnTo>
                  <a:pt x="184404" y="361188"/>
                </a:lnTo>
                <a:lnTo>
                  <a:pt x="184404" y="355092"/>
                </a:lnTo>
                <a:lnTo>
                  <a:pt x="204144" y="357973"/>
                </a:lnTo>
                <a:lnTo>
                  <a:pt x="220027" y="359854"/>
                </a:lnTo>
                <a:lnTo>
                  <a:pt x="232195" y="360878"/>
                </a:lnTo>
                <a:lnTo>
                  <a:pt x="240792" y="361188"/>
                </a:lnTo>
                <a:lnTo>
                  <a:pt x="281940" y="361188"/>
                </a:lnTo>
                <a:lnTo>
                  <a:pt x="273677" y="374022"/>
                </a:lnTo>
                <a:lnTo>
                  <a:pt x="262699" y="385000"/>
                </a:lnTo>
                <a:lnTo>
                  <a:pt x="249150" y="393977"/>
                </a:lnTo>
                <a:lnTo>
                  <a:pt x="233172" y="40081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" name="object 27"/>
          <p:cNvSpPr/>
          <p:nvPr/>
        </p:nvSpPr>
        <p:spPr>
          <a:xfrm>
            <a:off x="3035807" y="3663695"/>
            <a:ext cx="373380" cy="381000"/>
          </a:xfrm>
          <a:custGeom>
            <a:avLst/>
            <a:gdLst/>
            <a:ahLst/>
            <a:cxnLst/>
            <a:rect l="l" t="t" r="r" b="b"/>
            <a:pathLst>
              <a:path w="373379" h="381000">
                <a:moveTo>
                  <a:pt x="24384" y="380999"/>
                </a:moveTo>
                <a:lnTo>
                  <a:pt x="0" y="358139"/>
                </a:lnTo>
                <a:lnTo>
                  <a:pt x="10668" y="347472"/>
                </a:lnTo>
                <a:lnTo>
                  <a:pt x="10668" y="105155"/>
                </a:lnTo>
                <a:lnTo>
                  <a:pt x="10477" y="58292"/>
                </a:lnTo>
                <a:lnTo>
                  <a:pt x="10025" y="34004"/>
                </a:lnTo>
                <a:lnTo>
                  <a:pt x="9144" y="9143"/>
                </a:lnTo>
                <a:lnTo>
                  <a:pt x="35052" y="24383"/>
                </a:lnTo>
                <a:lnTo>
                  <a:pt x="303275" y="24383"/>
                </a:lnTo>
                <a:lnTo>
                  <a:pt x="329183" y="0"/>
                </a:lnTo>
                <a:lnTo>
                  <a:pt x="359663" y="33527"/>
                </a:lnTo>
                <a:lnTo>
                  <a:pt x="240792" y="33527"/>
                </a:lnTo>
                <a:lnTo>
                  <a:pt x="240792" y="242315"/>
                </a:lnTo>
                <a:lnTo>
                  <a:pt x="241934" y="257198"/>
                </a:lnTo>
                <a:lnTo>
                  <a:pt x="245363" y="267652"/>
                </a:lnTo>
                <a:lnTo>
                  <a:pt x="251078" y="273819"/>
                </a:lnTo>
                <a:lnTo>
                  <a:pt x="259080" y="275843"/>
                </a:lnTo>
                <a:lnTo>
                  <a:pt x="306324" y="275843"/>
                </a:lnTo>
                <a:lnTo>
                  <a:pt x="328040" y="207883"/>
                </a:lnTo>
                <a:lnTo>
                  <a:pt x="329183" y="193547"/>
                </a:lnTo>
                <a:lnTo>
                  <a:pt x="336804" y="193547"/>
                </a:lnTo>
                <a:lnTo>
                  <a:pt x="338732" y="232124"/>
                </a:lnTo>
                <a:lnTo>
                  <a:pt x="352925" y="267843"/>
                </a:lnTo>
                <a:lnTo>
                  <a:pt x="361187" y="271272"/>
                </a:lnTo>
                <a:lnTo>
                  <a:pt x="353163" y="282154"/>
                </a:lnTo>
                <a:lnTo>
                  <a:pt x="342709" y="289750"/>
                </a:lnTo>
                <a:lnTo>
                  <a:pt x="329684" y="294203"/>
                </a:lnTo>
                <a:lnTo>
                  <a:pt x="313944" y="295655"/>
                </a:lnTo>
                <a:lnTo>
                  <a:pt x="248411" y="295655"/>
                </a:lnTo>
                <a:lnTo>
                  <a:pt x="234434" y="292488"/>
                </a:lnTo>
                <a:lnTo>
                  <a:pt x="224599" y="285178"/>
                </a:lnTo>
                <a:lnTo>
                  <a:pt x="219051" y="273581"/>
                </a:lnTo>
                <a:lnTo>
                  <a:pt x="217932" y="257555"/>
                </a:lnTo>
                <a:lnTo>
                  <a:pt x="217932" y="33527"/>
                </a:lnTo>
                <a:lnTo>
                  <a:pt x="144780" y="33527"/>
                </a:lnTo>
                <a:lnTo>
                  <a:pt x="143827" y="87439"/>
                </a:lnTo>
                <a:lnTo>
                  <a:pt x="141732" y="135635"/>
                </a:lnTo>
                <a:lnTo>
                  <a:pt x="133731" y="181355"/>
                </a:lnTo>
                <a:lnTo>
                  <a:pt x="118872" y="227075"/>
                </a:lnTo>
                <a:lnTo>
                  <a:pt x="93916" y="272986"/>
                </a:lnTo>
                <a:lnTo>
                  <a:pt x="56388" y="320039"/>
                </a:lnTo>
                <a:lnTo>
                  <a:pt x="50292" y="313943"/>
                </a:lnTo>
                <a:lnTo>
                  <a:pt x="66270" y="290488"/>
                </a:lnTo>
                <a:lnTo>
                  <a:pt x="79819" y="268033"/>
                </a:lnTo>
                <a:lnTo>
                  <a:pt x="99060" y="225551"/>
                </a:lnTo>
                <a:lnTo>
                  <a:pt x="110490" y="184594"/>
                </a:lnTo>
                <a:lnTo>
                  <a:pt x="117348" y="140207"/>
                </a:lnTo>
                <a:lnTo>
                  <a:pt x="119443" y="89725"/>
                </a:lnTo>
                <a:lnTo>
                  <a:pt x="120396" y="33527"/>
                </a:lnTo>
                <a:lnTo>
                  <a:pt x="35052" y="33527"/>
                </a:lnTo>
                <a:lnTo>
                  <a:pt x="35052" y="353567"/>
                </a:lnTo>
                <a:lnTo>
                  <a:pt x="310896" y="353567"/>
                </a:lnTo>
                <a:lnTo>
                  <a:pt x="336804" y="327660"/>
                </a:lnTo>
                <a:lnTo>
                  <a:pt x="373380" y="364236"/>
                </a:lnTo>
                <a:lnTo>
                  <a:pt x="36576" y="364236"/>
                </a:lnTo>
                <a:lnTo>
                  <a:pt x="24384" y="38099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" name="object 28"/>
          <p:cNvSpPr/>
          <p:nvPr/>
        </p:nvSpPr>
        <p:spPr>
          <a:xfrm>
            <a:off x="3457955" y="3666744"/>
            <a:ext cx="408940" cy="382905"/>
          </a:xfrm>
          <a:custGeom>
            <a:avLst/>
            <a:gdLst/>
            <a:ahLst/>
            <a:cxnLst/>
            <a:rect l="l" t="t" r="r" b="b"/>
            <a:pathLst>
              <a:path w="408939" h="382904">
                <a:moveTo>
                  <a:pt x="242316" y="36576"/>
                </a:moveTo>
                <a:lnTo>
                  <a:pt x="227076" y="21336"/>
                </a:lnTo>
                <a:lnTo>
                  <a:pt x="347472" y="21336"/>
                </a:lnTo>
                <a:lnTo>
                  <a:pt x="359664" y="4572"/>
                </a:lnTo>
                <a:lnTo>
                  <a:pt x="387096" y="25908"/>
                </a:lnTo>
                <a:lnTo>
                  <a:pt x="381870" y="30480"/>
                </a:lnTo>
                <a:lnTo>
                  <a:pt x="283464" y="30480"/>
                </a:lnTo>
                <a:lnTo>
                  <a:pt x="272319" y="31003"/>
                </a:lnTo>
                <a:lnTo>
                  <a:pt x="261747" y="32385"/>
                </a:lnTo>
                <a:lnTo>
                  <a:pt x="251745" y="34337"/>
                </a:lnTo>
                <a:lnTo>
                  <a:pt x="242316" y="36576"/>
                </a:lnTo>
                <a:close/>
              </a:path>
              <a:path w="408939" h="382904">
                <a:moveTo>
                  <a:pt x="375562" y="146304"/>
                </a:moveTo>
                <a:lnTo>
                  <a:pt x="352044" y="146304"/>
                </a:lnTo>
                <a:lnTo>
                  <a:pt x="352044" y="30480"/>
                </a:lnTo>
                <a:lnTo>
                  <a:pt x="381870" y="30480"/>
                </a:lnTo>
                <a:lnTo>
                  <a:pt x="374904" y="36576"/>
                </a:lnTo>
                <a:lnTo>
                  <a:pt x="374927" y="78533"/>
                </a:lnTo>
                <a:lnTo>
                  <a:pt x="375094" y="115062"/>
                </a:lnTo>
                <a:lnTo>
                  <a:pt x="375562" y="146304"/>
                </a:lnTo>
                <a:close/>
              </a:path>
              <a:path w="408939" h="382904">
                <a:moveTo>
                  <a:pt x="368808" y="365760"/>
                </a:moveTo>
                <a:lnTo>
                  <a:pt x="278892" y="365760"/>
                </a:lnTo>
                <a:lnTo>
                  <a:pt x="258913" y="364021"/>
                </a:lnTo>
                <a:lnTo>
                  <a:pt x="244792" y="356425"/>
                </a:lnTo>
                <a:lnTo>
                  <a:pt x="236672" y="342828"/>
                </a:lnTo>
                <a:lnTo>
                  <a:pt x="234696" y="323088"/>
                </a:lnTo>
                <a:lnTo>
                  <a:pt x="234672" y="253650"/>
                </a:lnTo>
                <a:lnTo>
                  <a:pt x="234505" y="198501"/>
                </a:lnTo>
                <a:lnTo>
                  <a:pt x="234053" y="157638"/>
                </a:lnTo>
                <a:lnTo>
                  <a:pt x="233172" y="131064"/>
                </a:lnTo>
                <a:lnTo>
                  <a:pt x="257556" y="146304"/>
                </a:lnTo>
                <a:lnTo>
                  <a:pt x="375562" y="146304"/>
                </a:lnTo>
                <a:lnTo>
                  <a:pt x="375940" y="156972"/>
                </a:lnTo>
                <a:lnTo>
                  <a:pt x="257556" y="156972"/>
                </a:lnTo>
                <a:lnTo>
                  <a:pt x="257556" y="316992"/>
                </a:lnTo>
                <a:lnTo>
                  <a:pt x="259270" y="330088"/>
                </a:lnTo>
                <a:lnTo>
                  <a:pt x="264414" y="339471"/>
                </a:lnTo>
                <a:lnTo>
                  <a:pt x="272986" y="344852"/>
                </a:lnTo>
                <a:lnTo>
                  <a:pt x="284988" y="345948"/>
                </a:lnTo>
                <a:lnTo>
                  <a:pt x="405560" y="345948"/>
                </a:lnTo>
                <a:lnTo>
                  <a:pt x="401597" y="352258"/>
                </a:lnTo>
                <a:lnTo>
                  <a:pt x="392620" y="359854"/>
                </a:lnTo>
                <a:lnTo>
                  <a:pt x="381642" y="364307"/>
                </a:lnTo>
                <a:lnTo>
                  <a:pt x="368808" y="365760"/>
                </a:lnTo>
                <a:close/>
              </a:path>
              <a:path w="408939" h="382904">
                <a:moveTo>
                  <a:pt x="352044" y="181356"/>
                </a:moveTo>
                <a:lnTo>
                  <a:pt x="352044" y="156972"/>
                </a:lnTo>
                <a:lnTo>
                  <a:pt x="375940" y="156972"/>
                </a:lnTo>
                <a:lnTo>
                  <a:pt x="376428" y="170688"/>
                </a:lnTo>
                <a:lnTo>
                  <a:pt x="352044" y="181356"/>
                </a:lnTo>
                <a:close/>
              </a:path>
              <a:path w="408939" h="382904">
                <a:moveTo>
                  <a:pt x="405560" y="345948"/>
                </a:moveTo>
                <a:lnTo>
                  <a:pt x="364236" y="345948"/>
                </a:lnTo>
                <a:lnTo>
                  <a:pt x="370332" y="339852"/>
                </a:lnTo>
                <a:lnTo>
                  <a:pt x="371856" y="329184"/>
                </a:lnTo>
                <a:lnTo>
                  <a:pt x="373880" y="318277"/>
                </a:lnTo>
                <a:lnTo>
                  <a:pt x="375475" y="303657"/>
                </a:lnTo>
                <a:lnTo>
                  <a:pt x="376785" y="285035"/>
                </a:lnTo>
                <a:lnTo>
                  <a:pt x="377952" y="262128"/>
                </a:lnTo>
                <a:lnTo>
                  <a:pt x="387096" y="262128"/>
                </a:lnTo>
                <a:lnTo>
                  <a:pt x="388381" y="307347"/>
                </a:lnTo>
                <a:lnTo>
                  <a:pt x="408432" y="341376"/>
                </a:lnTo>
                <a:lnTo>
                  <a:pt x="405560" y="345948"/>
                </a:lnTo>
                <a:close/>
              </a:path>
              <a:path w="408939" h="382904">
                <a:moveTo>
                  <a:pt x="15240" y="36576"/>
                </a:moveTo>
                <a:lnTo>
                  <a:pt x="0" y="21336"/>
                </a:lnTo>
                <a:lnTo>
                  <a:pt x="175260" y="21336"/>
                </a:lnTo>
                <a:lnTo>
                  <a:pt x="196596" y="0"/>
                </a:lnTo>
                <a:lnTo>
                  <a:pt x="224028" y="30480"/>
                </a:lnTo>
                <a:lnTo>
                  <a:pt x="57912" y="30480"/>
                </a:lnTo>
                <a:lnTo>
                  <a:pt x="46743" y="31003"/>
                </a:lnTo>
                <a:lnTo>
                  <a:pt x="36004" y="32385"/>
                </a:lnTo>
                <a:lnTo>
                  <a:pt x="25550" y="34337"/>
                </a:lnTo>
                <a:lnTo>
                  <a:pt x="15240" y="36576"/>
                </a:lnTo>
                <a:close/>
              </a:path>
              <a:path w="408939" h="382904">
                <a:moveTo>
                  <a:pt x="100584" y="86868"/>
                </a:moveTo>
                <a:lnTo>
                  <a:pt x="80772" y="86868"/>
                </a:lnTo>
                <a:lnTo>
                  <a:pt x="80772" y="30480"/>
                </a:lnTo>
                <a:lnTo>
                  <a:pt x="100584" y="30480"/>
                </a:lnTo>
                <a:lnTo>
                  <a:pt x="100584" y="86868"/>
                </a:lnTo>
                <a:close/>
              </a:path>
              <a:path w="408939" h="382904">
                <a:moveTo>
                  <a:pt x="146304" y="86868"/>
                </a:moveTo>
                <a:lnTo>
                  <a:pt x="124968" y="86868"/>
                </a:lnTo>
                <a:lnTo>
                  <a:pt x="124968" y="30480"/>
                </a:lnTo>
                <a:lnTo>
                  <a:pt x="146304" y="30480"/>
                </a:lnTo>
                <a:lnTo>
                  <a:pt x="146304" y="86868"/>
                </a:lnTo>
                <a:close/>
              </a:path>
              <a:path w="408939" h="382904">
                <a:moveTo>
                  <a:pt x="204684" y="86868"/>
                </a:moveTo>
                <a:lnTo>
                  <a:pt x="173736" y="86868"/>
                </a:lnTo>
                <a:lnTo>
                  <a:pt x="185928" y="71628"/>
                </a:lnTo>
                <a:lnTo>
                  <a:pt x="204684" y="86868"/>
                </a:lnTo>
                <a:close/>
              </a:path>
              <a:path w="408939" h="382904">
                <a:moveTo>
                  <a:pt x="25908" y="382524"/>
                </a:moveTo>
                <a:lnTo>
                  <a:pt x="26789" y="352496"/>
                </a:lnTo>
                <a:lnTo>
                  <a:pt x="27241" y="317182"/>
                </a:lnTo>
                <a:lnTo>
                  <a:pt x="27350" y="168211"/>
                </a:lnTo>
                <a:lnTo>
                  <a:pt x="27241" y="140779"/>
                </a:lnTo>
                <a:lnTo>
                  <a:pt x="26789" y="104322"/>
                </a:lnTo>
                <a:lnTo>
                  <a:pt x="25908" y="73152"/>
                </a:lnTo>
                <a:lnTo>
                  <a:pt x="50291" y="86868"/>
                </a:lnTo>
                <a:lnTo>
                  <a:pt x="204684" y="86868"/>
                </a:lnTo>
                <a:lnTo>
                  <a:pt x="210312" y="91440"/>
                </a:lnTo>
                <a:lnTo>
                  <a:pt x="203345" y="97536"/>
                </a:lnTo>
                <a:lnTo>
                  <a:pt x="50291" y="97536"/>
                </a:lnTo>
                <a:lnTo>
                  <a:pt x="50291" y="214883"/>
                </a:lnTo>
                <a:lnTo>
                  <a:pt x="61100" y="214883"/>
                </a:lnTo>
                <a:lnTo>
                  <a:pt x="50291" y="225552"/>
                </a:lnTo>
                <a:lnTo>
                  <a:pt x="50291" y="249936"/>
                </a:lnTo>
                <a:lnTo>
                  <a:pt x="198684" y="249936"/>
                </a:lnTo>
                <a:lnTo>
                  <a:pt x="198774" y="260604"/>
                </a:lnTo>
                <a:lnTo>
                  <a:pt x="50291" y="260604"/>
                </a:lnTo>
                <a:lnTo>
                  <a:pt x="50291" y="326136"/>
                </a:lnTo>
                <a:lnTo>
                  <a:pt x="199350" y="326136"/>
                </a:lnTo>
                <a:lnTo>
                  <a:pt x="199449" y="336804"/>
                </a:lnTo>
                <a:lnTo>
                  <a:pt x="50291" y="336804"/>
                </a:lnTo>
                <a:lnTo>
                  <a:pt x="50291" y="373380"/>
                </a:lnTo>
                <a:lnTo>
                  <a:pt x="25908" y="382524"/>
                </a:lnTo>
                <a:close/>
              </a:path>
              <a:path w="408939" h="382904">
                <a:moveTo>
                  <a:pt x="61100" y="214883"/>
                </a:moveTo>
                <a:lnTo>
                  <a:pt x="50291" y="214883"/>
                </a:lnTo>
                <a:lnTo>
                  <a:pt x="63412" y="194619"/>
                </a:lnTo>
                <a:lnTo>
                  <a:pt x="72961" y="168211"/>
                </a:lnTo>
                <a:lnTo>
                  <a:pt x="78795" y="135802"/>
                </a:lnTo>
                <a:lnTo>
                  <a:pt x="80772" y="97536"/>
                </a:lnTo>
                <a:lnTo>
                  <a:pt x="100584" y="97536"/>
                </a:lnTo>
                <a:lnTo>
                  <a:pt x="97440" y="139827"/>
                </a:lnTo>
                <a:lnTo>
                  <a:pt x="88011" y="175260"/>
                </a:lnTo>
                <a:lnTo>
                  <a:pt x="72294" y="203835"/>
                </a:lnTo>
                <a:lnTo>
                  <a:pt x="61100" y="214883"/>
                </a:lnTo>
                <a:close/>
              </a:path>
              <a:path w="408939" h="382904">
                <a:moveTo>
                  <a:pt x="198684" y="249936"/>
                </a:moveTo>
                <a:lnTo>
                  <a:pt x="175260" y="249936"/>
                </a:lnTo>
                <a:lnTo>
                  <a:pt x="175260" y="211836"/>
                </a:lnTo>
                <a:lnTo>
                  <a:pt x="150876" y="211836"/>
                </a:lnTo>
                <a:lnTo>
                  <a:pt x="139112" y="210145"/>
                </a:lnTo>
                <a:lnTo>
                  <a:pt x="131064" y="205168"/>
                </a:lnTo>
                <a:lnTo>
                  <a:pt x="126444" y="197048"/>
                </a:lnTo>
                <a:lnTo>
                  <a:pt x="124968" y="185928"/>
                </a:lnTo>
                <a:lnTo>
                  <a:pt x="124968" y="97536"/>
                </a:lnTo>
                <a:lnTo>
                  <a:pt x="146304" y="97536"/>
                </a:lnTo>
                <a:lnTo>
                  <a:pt x="146304" y="187452"/>
                </a:lnTo>
                <a:lnTo>
                  <a:pt x="150876" y="193548"/>
                </a:lnTo>
                <a:lnTo>
                  <a:pt x="198351" y="193548"/>
                </a:lnTo>
                <a:lnTo>
                  <a:pt x="198684" y="249936"/>
                </a:lnTo>
                <a:close/>
              </a:path>
              <a:path w="408939" h="382904">
                <a:moveTo>
                  <a:pt x="198351" y="193548"/>
                </a:moveTo>
                <a:lnTo>
                  <a:pt x="175260" y="193548"/>
                </a:lnTo>
                <a:lnTo>
                  <a:pt x="175260" y="97536"/>
                </a:lnTo>
                <a:lnTo>
                  <a:pt x="203345" y="97536"/>
                </a:lnTo>
                <a:lnTo>
                  <a:pt x="198120" y="102108"/>
                </a:lnTo>
                <a:lnTo>
                  <a:pt x="198316" y="187452"/>
                </a:lnTo>
                <a:lnTo>
                  <a:pt x="198351" y="193548"/>
                </a:lnTo>
                <a:close/>
              </a:path>
              <a:path w="408939" h="382904">
                <a:moveTo>
                  <a:pt x="199350" y="326136"/>
                </a:moveTo>
                <a:lnTo>
                  <a:pt x="175260" y="326136"/>
                </a:lnTo>
                <a:lnTo>
                  <a:pt x="175260" y="260604"/>
                </a:lnTo>
                <a:lnTo>
                  <a:pt x="198774" y="260604"/>
                </a:lnTo>
                <a:lnTo>
                  <a:pt x="199350" y="326136"/>
                </a:lnTo>
                <a:close/>
              </a:path>
              <a:path w="408939" h="382904">
                <a:moveTo>
                  <a:pt x="175260" y="381000"/>
                </a:moveTo>
                <a:lnTo>
                  <a:pt x="175260" y="336804"/>
                </a:lnTo>
                <a:lnTo>
                  <a:pt x="199449" y="336804"/>
                </a:lnTo>
                <a:lnTo>
                  <a:pt x="199644" y="368808"/>
                </a:lnTo>
                <a:lnTo>
                  <a:pt x="175260" y="38100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" name="object 29"/>
          <p:cNvSpPr/>
          <p:nvPr/>
        </p:nvSpPr>
        <p:spPr>
          <a:xfrm>
            <a:off x="1751075" y="4480559"/>
            <a:ext cx="155575" cy="155575"/>
          </a:xfrm>
          <a:custGeom>
            <a:avLst/>
            <a:gdLst/>
            <a:ahLst/>
            <a:cxnLst/>
            <a:rect l="l" t="t" r="r" b="b"/>
            <a:pathLst>
              <a:path w="155575" h="155575">
                <a:moveTo>
                  <a:pt x="155448" y="155448"/>
                </a:moveTo>
                <a:lnTo>
                  <a:pt x="0" y="155448"/>
                </a:lnTo>
                <a:lnTo>
                  <a:pt x="0" y="0"/>
                </a:lnTo>
                <a:lnTo>
                  <a:pt x="155448" y="0"/>
                </a:lnTo>
                <a:lnTo>
                  <a:pt x="155448" y="155448"/>
                </a:lnTo>
                <a:close/>
              </a:path>
            </a:pathLst>
          </a:custGeom>
          <a:solidFill>
            <a:srgbClr val="3333C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" name="object 30"/>
          <p:cNvSpPr/>
          <p:nvPr/>
        </p:nvSpPr>
        <p:spPr>
          <a:xfrm>
            <a:off x="2122919" y="4288535"/>
            <a:ext cx="1300480" cy="411480"/>
          </a:xfrm>
          <a:custGeom>
            <a:avLst/>
            <a:gdLst/>
            <a:ahLst/>
            <a:cxnLst/>
            <a:rect l="l" t="t" r="r" b="b"/>
            <a:pathLst>
              <a:path w="1300479" h="411479">
                <a:moveTo>
                  <a:pt x="172212" y="33528"/>
                </a:moveTo>
                <a:lnTo>
                  <a:pt x="141732" y="12192"/>
                </a:lnTo>
                <a:lnTo>
                  <a:pt x="136613" y="24193"/>
                </a:lnTo>
                <a:lnTo>
                  <a:pt x="128206" y="39624"/>
                </a:lnTo>
                <a:lnTo>
                  <a:pt x="116662" y="58483"/>
                </a:lnTo>
                <a:lnTo>
                  <a:pt x="102108" y="80772"/>
                </a:lnTo>
                <a:lnTo>
                  <a:pt x="86131" y="66446"/>
                </a:lnTo>
                <a:lnTo>
                  <a:pt x="68008" y="52959"/>
                </a:lnTo>
                <a:lnTo>
                  <a:pt x="47891" y="40055"/>
                </a:lnTo>
                <a:lnTo>
                  <a:pt x="25908" y="27432"/>
                </a:lnTo>
                <a:lnTo>
                  <a:pt x="22860" y="33528"/>
                </a:lnTo>
                <a:lnTo>
                  <a:pt x="39725" y="46697"/>
                </a:lnTo>
                <a:lnTo>
                  <a:pt x="56007" y="61150"/>
                </a:lnTo>
                <a:lnTo>
                  <a:pt x="71729" y="77038"/>
                </a:lnTo>
                <a:lnTo>
                  <a:pt x="86868" y="94488"/>
                </a:lnTo>
                <a:lnTo>
                  <a:pt x="68897" y="112776"/>
                </a:lnTo>
                <a:lnTo>
                  <a:pt x="49339" y="131064"/>
                </a:lnTo>
                <a:lnTo>
                  <a:pt x="28371" y="149352"/>
                </a:lnTo>
                <a:lnTo>
                  <a:pt x="6096" y="167640"/>
                </a:lnTo>
                <a:lnTo>
                  <a:pt x="9144" y="172212"/>
                </a:lnTo>
                <a:lnTo>
                  <a:pt x="32575" y="159054"/>
                </a:lnTo>
                <a:lnTo>
                  <a:pt x="54864" y="144589"/>
                </a:lnTo>
                <a:lnTo>
                  <a:pt x="76009" y="128714"/>
                </a:lnTo>
                <a:lnTo>
                  <a:pt x="96012" y="111252"/>
                </a:lnTo>
                <a:lnTo>
                  <a:pt x="99428" y="121856"/>
                </a:lnTo>
                <a:lnTo>
                  <a:pt x="102679" y="133159"/>
                </a:lnTo>
                <a:lnTo>
                  <a:pt x="105664" y="145338"/>
                </a:lnTo>
                <a:lnTo>
                  <a:pt x="108204" y="158496"/>
                </a:lnTo>
                <a:lnTo>
                  <a:pt x="85940" y="199390"/>
                </a:lnTo>
                <a:lnTo>
                  <a:pt x="60388" y="237553"/>
                </a:lnTo>
                <a:lnTo>
                  <a:pt x="31699" y="273164"/>
                </a:lnTo>
                <a:lnTo>
                  <a:pt x="0" y="306324"/>
                </a:lnTo>
                <a:lnTo>
                  <a:pt x="3048" y="312420"/>
                </a:lnTo>
                <a:lnTo>
                  <a:pt x="36766" y="287591"/>
                </a:lnTo>
                <a:lnTo>
                  <a:pt x="67056" y="258889"/>
                </a:lnTo>
                <a:lnTo>
                  <a:pt x="93916" y="226491"/>
                </a:lnTo>
                <a:lnTo>
                  <a:pt x="117348" y="190500"/>
                </a:lnTo>
                <a:lnTo>
                  <a:pt x="118160" y="234556"/>
                </a:lnTo>
                <a:lnTo>
                  <a:pt x="116928" y="299808"/>
                </a:lnTo>
                <a:lnTo>
                  <a:pt x="110858" y="337858"/>
                </a:lnTo>
                <a:lnTo>
                  <a:pt x="85344" y="367284"/>
                </a:lnTo>
                <a:lnTo>
                  <a:pt x="79248" y="367284"/>
                </a:lnTo>
                <a:lnTo>
                  <a:pt x="71818" y="366979"/>
                </a:lnTo>
                <a:lnTo>
                  <a:pt x="63246" y="365950"/>
                </a:lnTo>
                <a:lnTo>
                  <a:pt x="53530" y="364070"/>
                </a:lnTo>
                <a:lnTo>
                  <a:pt x="42672" y="361188"/>
                </a:lnTo>
                <a:lnTo>
                  <a:pt x="42672" y="368808"/>
                </a:lnTo>
                <a:lnTo>
                  <a:pt x="58102" y="375361"/>
                </a:lnTo>
                <a:lnTo>
                  <a:pt x="70104" y="383476"/>
                </a:lnTo>
                <a:lnTo>
                  <a:pt x="78676" y="393026"/>
                </a:lnTo>
                <a:lnTo>
                  <a:pt x="83820" y="403860"/>
                </a:lnTo>
                <a:lnTo>
                  <a:pt x="100660" y="394131"/>
                </a:lnTo>
                <a:lnTo>
                  <a:pt x="132588" y="356616"/>
                </a:lnTo>
                <a:lnTo>
                  <a:pt x="141351" y="314134"/>
                </a:lnTo>
                <a:lnTo>
                  <a:pt x="143281" y="283464"/>
                </a:lnTo>
                <a:lnTo>
                  <a:pt x="143256" y="245364"/>
                </a:lnTo>
                <a:lnTo>
                  <a:pt x="141287" y="205346"/>
                </a:lnTo>
                <a:lnTo>
                  <a:pt x="135445" y="167449"/>
                </a:lnTo>
                <a:lnTo>
                  <a:pt x="118071" y="111252"/>
                </a:lnTo>
                <a:lnTo>
                  <a:pt x="112776" y="97536"/>
                </a:lnTo>
                <a:lnTo>
                  <a:pt x="121907" y="86398"/>
                </a:lnTo>
                <a:lnTo>
                  <a:pt x="147828" y="56388"/>
                </a:lnTo>
                <a:lnTo>
                  <a:pt x="167335" y="36677"/>
                </a:lnTo>
                <a:lnTo>
                  <a:pt x="172212" y="33528"/>
                </a:lnTo>
                <a:close/>
              </a:path>
              <a:path w="1300479" h="411479">
                <a:moveTo>
                  <a:pt x="403860" y="361188"/>
                </a:moveTo>
                <a:lnTo>
                  <a:pt x="380428" y="321183"/>
                </a:lnTo>
                <a:lnTo>
                  <a:pt x="335280" y="283464"/>
                </a:lnTo>
                <a:lnTo>
                  <a:pt x="330708" y="288036"/>
                </a:lnTo>
                <a:lnTo>
                  <a:pt x="342163" y="302285"/>
                </a:lnTo>
                <a:lnTo>
                  <a:pt x="351472" y="315087"/>
                </a:lnTo>
                <a:lnTo>
                  <a:pt x="358787" y="326186"/>
                </a:lnTo>
                <a:lnTo>
                  <a:pt x="364236" y="335280"/>
                </a:lnTo>
                <a:lnTo>
                  <a:pt x="288036" y="345948"/>
                </a:lnTo>
                <a:lnTo>
                  <a:pt x="288036" y="245364"/>
                </a:lnTo>
                <a:lnTo>
                  <a:pt x="345948" y="245364"/>
                </a:lnTo>
                <a:lnTo>
                  <a:pt x="345948" y="271272"/>
                </a:lnTo>
                <a:lnTo>
                  <a:pt x="371856" y="257556"/>
                </a:lnTo>
                <a:lnTo>
                  <a:pt x="371716" y="245364"/>
                </a:lnTo>
                <a:lnTo>
                  <a:pt x="371627" y="238125"/>
                </a:lnTo>
                <a:lnTo>
                  <a:pt x="371563" y="234696"/>
                </a:lnTo>
                <a:lnTo>
                  <a:pt x="371094" y="209550"/>
                </a:lnTo>
                <a:lnTo>
                  <a:pt x="370586" y="172212"/>
                </a:lnTo>
                <a:lnTo>
                  <a:pt x="370332" y="124968"/>
                </a:lnTo>
                <a:lnTo>
                  <a:pt x="384708" y="115824"/>
                </a:lnTo>
                <a:lnTo>
                  <a:pt x="387096" y="114300"/>
                </a:lnTo>
                <a:lnTo>
                  <a:pt x="379031" y="106680"/>
                </a:lnTo>
                <a:lnTo>
                  <a:pt x="359664" y="88392"/>
                </a:lnTo>
                <a:lnTo>
                  <a:pt x="345948" y="103365"/>
                </a:lnTo>
                <a:lnTo>
                  <a:pt x="345948" y="115824"/>
                </a:lnTo>
                <a:lnTo>
                  <a:pt x="345948" y="234696"/>
                </a:lnTo>
                <a:lnTo>
                  <a:pt x="288036" y="234696"/>
                </a:lnTo>
                <a:lnTo>
                  <a:pt x="288036" y="115824"/>
                </a:lnTo>
                <a:lnTo>
                  <a:pt x="345948" y="115824"/>
                </a:lnTo>
                <a:lnTo>
                  <a:pt x="345948" y="103365"/>
                </a:lnTo>
                <a:lnTo>
                  <a:pt x="342900" y="106680"/>
                </a:lnTo>
                <a:lnTo>
                  <a:pt x="288036" y="106680"/>
                </a:lnTo>
                <a:lnTo>
                  <a:pt x="288036" y="36576"/>
                </a:lnTo>
                <a:lnTo>
                  <a:pt x="300228" y="24384"/>
                </a:lnTo>
                <a:lnTo>
                  <a:pt x="260604" y="4572"/>
                </a:lnTo>
                <a:lnTo>
                  <a:pt x="261734" y="22034"/>
                </a:lnTo>
                <a:lnTo>
                  <a:pt x="262699" y="44767"/>
                </a:lnTo>
                <a:lnTo>
                  <a:pt x="263398" y="72948"/>
                </a:lnTo>
                <a:lnTo>
                  <a:pt x="263652" y="106680"/>
                </a:lnTo>
                <a:lnTo>
                  <a:pt x="263652" y="115824"/>
                </a:lnTo>
                <a:lnTo>
                  <a:pt x="263652" y="234696"/>
                </a:lnTo>
                <a:lnTo>
                  <a:pt x="204216" y="234696"/>
                </a:lnTo>
                <a:lnTo>
                  <a:pt x="204216" y="115824"/>
                </a:lnTo>
                <a:lnTo>
                  <a:pt x="263652" y="115824"/>
                </a:lnTo>
                <a:lnTo>
                  <a:pt x="263652" y="106680"/>
                </a:lnTo>
                <a:lnTo>
                  <a:pt x="204216" y="106680"/>
                </a:lnTo>
                <a:lnTo>
                  <a:pt x="178308" y="88392"/>
                </a:lnTo>
                <a:lnTo>
                  <a:pt x="178498" y="106680"/>
                </a:lnTo>
                <a:lnTo>
                  <a:pt x="178600" y="114300"/>
                </a:lnTo>
                <a:lnTo>
                  <a:pt x="179590" y="158496"/>
                </a:lnTo>
                <a:lnTo>
                  <a:pt x="179730" y="172212"/>
                </a:lnTo>
                <a:lnTo>
                  <a:pt x="179616" y="205346"/>
                </a:lnTo>
                <a:lnTo>
                  <a:pt x="179539" y="209550"/>
                </a:lnTo>
                <a:lnTo>
                  <a:pt x="178549" y="254889"/>
                </a:lnTo>
                <a:lnTo>
                  <a:pt x="178308" y="278892"/>
                </a:lnTo>
                <a:lnTo>
                  <a:pt x="204216" y="263652"/>
                </a:lnTo>
                <a:lnTo>
                  <a:pt x="204216" y="245364"/>
                </a:lnTo>
                <a:lnTo>
                  <a:pt x="263652" y="245364"/>
                </a:lnTo>
                <a:lnTo>
                  <a:pt x="263652" y="348996"/>
                </a:lnTo>
                <a:lnTo>
                  <a:pt x="203263" y="354711"/>
                </a:lnTo>
                <a:lnTo>
                  <a:pt x="177723" y="356717"/>
                </a:lnTo>
                <a:lnTo>
                  <a:pt x="155448" y="358140"/>
                </a:lnTo>
                <a:lnTo>
                  <a:pt x="170688" y="394716"/>
                </a:lnTo>
                <a:lnTo>
                  <a:pt x="179260" y="389890"/>
                </a:lnTo>
                <a:lnTo>
                  <a:pt x="193548" y="384619"/>
                </a:lnTo>
                <a:lnTo>
                  <a:pt x="213550" y="379082"/>
                </a:lnTo>
                <a:lnTo>
                  <a:pt x="239268" y="373380"/>
                </a:lnTo>
                <a:lnTo>
                  <a:pt x="267843" y="366509"/>
                </a:lnTo>
                <a:lnTo>
                  <a:pt x="331851" y="352171"/>
                </a:lnTo>
                <a:lnTo>
                  <a:pt x="360311" y="345948"/>
                </a:lnTo>
                <a:lnTo>
                  <a:pt x="367284" y="344424"/>
                </a:lnTo>
                <a:lnTo>
                  <a:pt x="371576" y="355307"/>
                </a:lnTo>
                <a:lnTo>
                  <a:pt x="375285" y="365188"/>
                </a:lnTo>
                <a:lnTo>
                  <a:pt x="378434" y="374218"/>
                </a:lnTo>
                <a:lnTo>
                  <a:pt x="381000" y="382524"/>
                </a:lnTo>
                <a:lnTo>
                  <a:pt x="385572" y="391668"/>
                </a:lnTo>
                <a:lnTo>
                  <a:pt x="390144" y="391668"/>
                </a:lnTo>
                <a:lnTo>
                  <a:pt x="402336" y="379476"/>
                </a:lnTo>
                <a:lnTo>
                  <a:pt x="403860" y="373380"/>
                </a:lnTo>
                <a:lnTo>
                  <a:pt x="403860" y="361188"/>
                </a:lnTo>
                <a:close/>
              </a:path>
              <a:path w="1300479" h="411479">
                <a:moveTo>
                  <a:pt x="617232" y="278892"/>
                </a:moveTo>
                <a:lnTo>
                  <a:pt x="606564" y="234696"/>
                </a:lnTo>
                <a:lnTo>
                  <a:pt x="588467" y="198691"/>
                </a:lnTo>
                <a:lnTo>
                  <a:pt x="553224" y="143256"/>
                </a:lnTo>
                <a:lnTo>
                  <a:pt x="545604" y="146304"/>
                </a:lnTo>
                <a:lnTo>
                  <a:pt x="555053" y="168592"/>
                </a:lnTo>
                <a:lnTo>
                  <a:pt x="562940" y="189738"/>
                </a:lnTo>
                <a:lnTo>
                  <a:pt x="574560" y="228600"/>
                </a:lnTo>
                <a:lnTo>
                  <a:pt x="585698" y="279615"/>
                </a:lnTo>
                <a:lnTo>
                  <a:pt x="589749" y="305587"/>
                </a:lnTo>
                <a:lnTo>
                  <a:pt x="592086" y="312610"/>
                </a:lnTo>
                <a:lnTo>
                  <a:pt x="595553" y="315353"/>
                </a:lnTo>
                <a:lnTo>
                  <a:pt x="600468" y="313944"/>
                </a:lnTo>
                <a:lnTo>
                  <a:pt x="608088" y="309372"/>
                </a:lnTo>
                <a:lnTo>
                  <a:pt x="612660" y="303276"/>
                </a:lnTo>
                <a:lnTo>
                  <a:pt x="614184" y="295656"/>
                </a:lnTo>
                <a:lnTo>
                  <a:pt x="617232" y="288036"/>
                </a:lnTo>
                <a:lnTo>
                  <a:pt x="617232" y="278892"/>
                </a:lnTo>
                <a:close/>
              </a:path>
              <a:path w="1300479" h="411479">
                <a:moveTo>
                  <a:pt x="669048" y="50292"/>
                </a:moveTo>
                <a:lnTo>
                  <a:pt x="642759" y="21336"/>
                </a:lnTo>
                <a:lnTo>
                  <a:pt x="609612" y="3048"/>
                </a:lnTo>
                <a:lnTo>
                  <a:pt x="605040" y="9144"/>
                </a:lnTo>
                <a:lnTo>
                  <a:pt x="617372" y="24244"/>
                </a:lnTo>
                <a:lnTo>
                  <a:pt x="627138" y="39624"/>
                </a:lnTo>
                <a:lnTo>
                  <a:pt x="634606" y="55016"/>
                </a:lnTo>
                <a:lnTo>
                  <a:pt x="640092" y="70104"/>
                </a:lnTo>
                <a:lnTo>
                  <a:pt x="643140" y="82296"/>
                </a:lnTo>
                <a:lnTo>
                  <a:pt x="647712" y="88392"/>
                </a:lnTo>
                <a:lnTo>
                  <a:pt x="655332" y="88392"/>
                </a:lnTo>
                <a:lnTo>
                  <a:pt x="658380" y="85344"/>
                </a:lnTo>
                <a:lnTo>
                  <a:pt x="667524" y="70104"/>
                </a:lnTo>
                <a:lnTo>
                  <a:pt x="669048" y="62484"/>
                </a:lnTo>
                <a:lnTo>
                  <a:pt x="669048" y="50292"/>
                </a:lnTo>
                <a:close/>
              </a:path>
              <a:path w="1300479" h="411479">
                <a:moveTo>
                  <a:pt x="830592" y="106680"/>
                </a:moveTo>
                <a:lnTo>
                  <a:pt x="797064" y="70104"/>
                </a:lnTo>
                <a:lnTo>
                  <a:pt x="771156" y="96012"/>
                </a:lnTo>
                <a:lnTo>
                  <a:pt x="473976" y="96012"/>
                </a:lnTo>
                <a:lnTo>
                  <a:pt x="489216" y="111252"/>
                </a:lnTo>
                <a:lnTo>
                  <a:pt x="498640" y="109258"/>
                </a:lnTo>
                <a:lnTo>
                  <a:pt x="508647" y="107823"/>
                </a:lnTo>
                <a:lnTo>
                  <a:pt x="519214" y="106972"/>
                </a:lnTo>
                <a:lnTo>
                  <a:pt x="530364" y="106680"/>
                </a:lnTo>
                <a:lnTo>
                  <a:pt x="830592" y="106680"/>
                </a:lnTo>
                <a:close/>
              </a:path>
              <a:path w="1300479" h="411479">
                <a:moveTo>
                  <a:pt x="854976" y="367284"/>
                </a:moveTo>
                <a:lnTo>
                  <a:pt x="821448" y="329184"/>
                </a:lnTo>
                <a:lnTo>
                  <a:pt x="795540" y="356616"/>
                </a:lnTo>
                <a:lnTo>
                  <a:pt x="676668" y="356616"/>
                </a:lnTo>
                <a:lnTo>
                  <a:pt x="694956" y="312877"/>
                </a:lnTo>
                <a:lnTo>
                  <a:pt x="713244" y="266128"/>
                </a:lnTo>
                <a:lnTo>
                  <a:pt x="731532" y="216242"/>
                </a:lnTo>
                <a:lnTo>
                  <a:pt x="749820" y="163068"/>
                </a:lnTo>
                <a:lnTo>
                  <a:pt x="768108" y="150876"/>
                </a:lnTo>
                <a:lnTo>
                  <a:pt x="722388" y="124968"/>
                </a:lnTo>
                <a:lnTo>
                  <a:pt x="717816" y="161353"/>
                </a:lnTo>
                <a:lnTo>
                  <a:pt x="709676" y="202780"/>
                </a:lnTo>
                <a:lnTo>
                  <a:pt x="698017" y="249186"/>
                </a:lnTo>
                <a:lnTo>
                  <a:pt x="682929" y="300494"/>
                </a:lnTo>
                <a:lnTo>
                  <a:pt x="664476" y="356616"/>
                </a:lnTo>
                <a:lnTo>
                  <a:pt x="445020" y="356616"/>
                </a:lnTo>
                <a:lnTo>
                  <a:pt x="461784" y="371856"/>
                </a:lnTo>
                <a:lnTo>
                  <a:pt x="471208" y="369862"/>
                </a:lnTo>
                <a:lnTo>
                  <a:pt x="481215" y="368427"/>
                </a:lnTo>
                <a:lnTo>
                  <a:pt x="491782" y="367576"/>
                </a:lnTo>
                <a:lnTo>
                  <a:pt x="502932" y="367284"/>
                </a:lnTo>
                <a:lnTo>
                  <a:pt x="854976" y="367284"/>
                </a:lnTo>
                <a:close/>
              </a:path>
              <a:path w="1300479" h="411479">
                <a:moveTo>
                  <a:pt x="1130808" y="38100"/>
                </a:moveTo>
                <a:lnTo>
                  <a:pt x="1095095" y="11150"/>
                </a:lnTo>
                <a:lnTo>
                  <a:pt x="1080516" y="4572"/>
                </a:lnTo>
                <a:lnTo>
                  <a:pt x="1075944" y="10668"/>
                </a:lnTo>
                <a:lnTo>
                  <a:pt x="1085405" y="20104"/>
                </a:lnTo>
                <a:lnTo>
                  <a:pt x="1093279" y="30099"/>
                </a:lnTo>
                <a:lnTo>
                  <a:pt x="1099743" y="40678"/>
                </a:lnTo>
                <a:lnTo>
                  <a:pt x="1104900" y="51816"/>
                </a:lnTo>
                <a:lnTo>
                  <a:pt x="1107948" y="62484"/>
                </a:lnTo>
                <a:lnTo>
                  <a:pt x="1110996" y="68580"/>
                </a:lnTo>
                <a:lnTo>
                  <a:pt x="1117092" y="68580"/>
                </a:lnTo>
                <a:lnTo>
                  <a:pt x="1120140" y="65532"/>
                </a:lnTo>
                <a:lnTo>
                  <a:pt x="1124712" y="59436"/>
                </a:lnTo>
                <a:lnTo>
                  <a:pt x="1127760" y="53340"/>
                </a:lnTo>
                <a:lnTo>
                  <a:pt x="1130808" y="48768"/>
                </a:lnTo>
                <a:lnTo>
                  <a:pt x="1130808" y="38100"/>
                </a:lnTo>
                <a:close/>
              </a:path>
              <a:path w="1300479" h="411479">
                <a:moveTo>
                  <a:pt x="1269492" y="82296"/>
                </a:moveTo>
                <a:lnTo>
                  <a:pt x="1259332" y="71628"/>
                </a:lnTo>
                <a:lnTo>
                  <a:pt x="1239012" y="50292"/>
                </a:lnTo>
                <a:lnTo>
                  <a:pt x="1219200" y="71628"/>
                </a:lnTo>
                <a:lnTo>
                  <a:pt x="1095756" y="71628"/>
                </a:lnTo>
                <a:lnTo>
                  <a:pt x="1095756" y="82296"/>
                </a:lnTo>
                <a:lnTo>
                  <a:pt x="1095756" y="123444"/>
                </a:lnTo>
                <a:lnTo>
                  <a:pt x="1095756" y="134112"/>
                </a:lnTo>
                <a:lnTo>
                  <a:pt x="1095756" y="172212"/>
                </a:lnTo>
                <a:lnTo>
                  <a:pt x="1095756" y="182880"/>
                </a:lnTo>
                <a:lnTo>
                  <a:pt x="1095756" y="222504"/>
                </a:lnTo>
                <a:lnTo>
                  <a:pt x="996696" y="222504"/>
                </a:lnTo>
                <a:lnTo>
                  <a:pt x="996696" y="182880"/>
                </a:lnTo>
                <a:lnTo>
                  <a:pt x="1095756" y="182880"/>
                </a:lnTo>
                <a:lnTo>
                  <a:pt x="1095756" y="172212"/>
                </a:lnTo>
                <a:lnTo>
                  <a:pt x="996696" y="172212"/>
                </a:lnTo>
                <a:lnTo>
                  <a:pt x="996696" y="134112"/>
                </a:lnTo>
                <a:lnTo>
                  <a:pt x="1095756" y="134112"/>
                </a:lnTo>
                <a:lnTo>
                  <a:pt x="1095756" y="123444"/>
                </a:lnTo>
                <a:lnTo>
                  <a:pt x="996696" y="123444"/>
                </a:lnTo>
                <a:lnTo>
                  <a:pt x="996696" y="106680"/>
                </a:lnTo>
                <a:lnTo>
                  <a:pt x="996696" y="82296"/>
                </a:lnTo>
                <a:lnTo>
                  <a:pt x="1095756" y="82296"/>
                </a:lnTo>
                <a:lnTo>
                  <a:pt x="1095756" y="71628"/>
                </a:lnTo>
                <a:lnTo>
                  <a:pt x="999744" y="71628"/>
                </a:lnTo>
                <a:lnTo>
                  <a:pt x="1025652" y="28956"/>
                </a:lnTo>
                <a:lnTo>
                  <a:pt x="1040892" y="24384"/>
                </a:lnTo>
                <a:lnTo>
                  <a:pt x="1007364" y="0"/>
                </a:lnTo>
                <a:lnTo>
                  <a:pt x="998486" y="22860"/>
                </a:lnTo>
                <a:lnTo>
                  <a:pt x="987742" y="45720"/>
                </a:lnTo>
                <a:lnTo>
                  <a:pt x="960120" y="91440"/>
                </a:lnTo>
                <a:lnTo>
                  <a:pt x="926782" y="133921"/>
                </a:lnTo>
                <a:lnTo>
                  <a:pt x="890016" y="170688"/>
                </a:lnTo>
                <a:lnTo>
                  <a:pt x="894588" y="175260"/>
                </a:lnTo>
                <a:lnTo>
                  <a:pt x="916838" y="159626"/>
                </a:lnTo>
                <a:lnTo>
                  <a:pt x="937641" y="142684"/>
                </a:lnTo>
                <a:lnTo>
                  <a:pt x="956741" y="124904"/>
                </a:lnTo>
                <a:lnTo>
                  <a:pt x="973836" y="106680"/>
                </a:lnTo>
                <a:lnTo>
                  <a:pt x="973721" y="172212"/>
                </a:lnTo>
                <a:lnTo>
                  <a:pt x="973645" y="188976"/>
                </a:lnTo>
                <a:lnTo>
                  <a:pt x="973201" y="226695"/>
                </a:lnTo>
                <a:lnTo>
                  <a:pt x="972312" y="262128"/>
                </a:lnTo>
                <a:lnTo>
                  <a:pt x="996696" y="254508"/>
                </a:lnTo>
                <a:lnTo>
                  <a:pt x="996696" y="233172"/>
                </a:lnTo>
                <a:lnTo>
                  <a:pt x="1266444" y="233172"/>
                </a:lnTo>
                <a:lnTo>
                  <a:pt x="1256284" y="222504"/>
                </a:lnTo>
                <a:lnTo>
                  <a:pt x="1235964" y="201168"/>
                </a:lnTo>
                <a:lnTo>
                  <a:pt x="1214628" y="222504"/>
                </a:lnTo>
                <a:lnTo>
                  <a:pt x="1118616" y="222504"/>
                </a:lnTo>
                <a:lnTo>
                  <a:pt x="1118616" y="182880"/>
                </a:lnTo>
                <a:lnTo>
                  <a:pt x="1243584" y="182880"/>
                </a:lnTo>
                <a:lnTo>
                  <a:pt x="1233449" y="172212"/>
                </a:lnTo>
                <a:lnTo>
                  <a:pt x="1214628" y="152400"/>
                </a:lnTo>
                <a:lnTo>
                  <a:pt x="1196340" y="172212"/>
                </a:lnTo>
                <a:lnTo>
                  <a:pt x="1118616" y="172212"/>
                </a:lnTo>
                <a:lnTo>
                  <a:pt x="1118616" y="134112"/>
                </a:lnTo>
                <a:lnTo>
                  <a:pt x="1246632" y="134112"/>
                </a:lnTo>
                <a:lnTo>
                  <a:pt x="1237030" y="123444"/>
                </a:lnTo>
                <a:lnTo>
                  <a:pt x="1219200" y="103632"/>
                </a:lnTo>
                <a:lnTo>
                  <a:pt x="1199388" y="123444"/>
                </a:lnTo>
                <a:lnTo>
                  <a:pt x="1118616" y="123444"/>
                </a:lnTo>
                <a:lnTo>
                  <a:pt x="1118616" y="82296"/>
                </a:lnTo>
                <a:lnTo>
                  <a:pt x="1269492" y="82296"/>
                </a:lnTo>
                <a:close/>
              </a:path>
              <a:path w="1300479" h="411479">
                <a:moveTo>
                  <a:pt x="1299972" y="371856"/>
                </a:moveTo>
                <a:lnTo>
                  <a:pt x="1248537" y="362902"/>
                </a:lnTo>
                <a:lnTo>
                  <a:pt x="1203960" y="345948"/>
                </a:lnTo>
                <a:lnTo>
                  <a:pt x="1163574" y="320802"/>
                </a:lnTo>
                <a:lnTo>
                  <a:pt x="1127760" y="286512"/>
                </a:lnTo>
                <a:lnTo>
                  <a:pt x="1298448" y="286512"/>
                </a:lnTo>
                <a:lnTo>
                  <a:pt x="1269492" y="256032"/>
                </a:lnTo>
                <a:lnTo>
                  <a:pt x="1248156" y="275844"/>
                </a:lnTo>
                <a:lnTo>
                  <a:pt x="1109472" y="275844"/>
                </a:lnTo>
                <a:lnTo>
                  <a:pt x="1109472" y="260604"/>
                </a:lnTo>
                <a:lnTo>
                  <a:pt x="1123188" y="248412"/>
                </a:lnTo>
                <a:lnTo>
                  <a:pt x="1085088" y="234696"/>
                </a:lnTo>
                <a:lnTo>
                  <a:pt x="1085977" y="243268"/>
                </a:lnTo>
                <a:lnTo>
                  <a:pt x="1086421" y="252984"/>
                </a:lnTo>
                <a:lnTo>
                  <a:pt x="1086548" y="260604"/>
                </a:lnTo>
                <a:lnTo>
                  <a:pt x="1086612" y="275844"/>
                </a:lnTo>
                <a:lnTo>
                  <a:pt x="891540" y="275844"/>
                </a:lnTo>
                <a:lnTo>
                  <a:pt x="908304" y="292608"/>
                </a:lnTo>
                <a:lnTo>
                  <a:pt x="917740" y="289737"/>
                </a:lnTo>
                <a:lnTo>
                  <a:pt x="927735" y="287845"/>
                </a:lnTo>
                <a:lnTo>
                  <a:pt x="938314" y="286829"/>
                </a:lnTo>
                <a:lnTo>
                  <a:pt x="949452" y="286512"/>
                </a:lnTo>
                <a:lnTo>
                  <a:pt x="1057656" y="286512"/>
                </a:lnTo>
                <a:lnTo>
                  <a:pt x="1018222" y="324446"/>
                </a:lnTo>
                <a:lnTo>
                  <a:pt x="975347" y="355574"/>
                </a:lnTo>
                <a:lnTo>
                  <a:pt x="922147" y="385292"/>
                </a:lnTo>
                <a:lnTo>
                  <a:pt x="891540" y="399288"/>
                </a:lnTo>
                <a:lnTo>
                  <a:pt x="894588" y="406908"/>
                </a:lnTo>
                <a:lnTo>
                  <a:pt x="954024" y="382905"/>
                </a:lnTo>
                <a:lnTo>
                  <a:pt x="1004316" y="356616"/>
                </a:lnTo>
                <a:lnTo>
                  <a:pt x="1047750" y="325755"/>
                </a:lnTo>
                <a:lnTo>
                  <a:pt x="1086612" y="288036"/>
                </a:lnTo>
                <a:lnTo>
                  <a:pt x="1086497" y="339852"/>
                </a:lnTo>
                <a:lnTo>
                  <a:pt x="1086370" y="356616"/>
                </a:lnTo>
                <a:lnTo>
                  <a:pt x="1085977" y="383197"/>
                </a:lnTo>
                <a:lnTo>
                  <a:pt x="1085088" y="411480"/>
                </a:lnTo>
                <a:lnTo>
                  <a:pt x="1110996" y="397764"/>
                </a:lnTo>
                <a:lnTo>
                  <a:pt x="1109599" y="345948"/>
                </a:lnTo>
                <a:lnTo>
                  <a:pt x="1109484" y="288036"/>
                </a:lnTo>
                <a:lnTo>
                  <a:pt x="1109472" y="286512"/>
                </a:lnTo>
                <a:lnTo>
                  <a:pt x="1120140" y="286512"/>
                </a:lnTo>
                <a:lnTo>
                  <a:pt x="1135557" y="309968"/>
                </a:lnTo>
                <a:lnTo>
                  <a:pt x="1151953" y="330136"/>
                </a:lnTo>
                <a:lnTo>
                  <a:pt x="1187196" y="361188"/>
                </a:lnTo>
                <a:lnTo>
                  <a:pt x="1226058" y="383095"/>
                </a:lnTo>
                <a:lnTo>
                  <a:pt x="1269492" y="399288"/>
                </a:lnTo>
                <a:lnTo>
                  <a:pt x="1273187" y="391883"/>
                </a:lnTo>
                <a:lnTo>
                  <a:pt x="1279588" y="385762"/>
                </a:lnTo>
                <a:lnTo>
                  <a:pt x="1288567" y="381076"/>
                </a:lnTo>
                <a:lnTo>
                  <a:pt x="1299972" y="377952"/>
                </a:lnTo>
                <a:lnTo>
                  <a:pt x="1299972" y="37185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" name="object 31"/>
          <p:cNvSpPr/>
          <p:nvPr/>
        </p:nvSpPr>
        <p:spPr>
          <a:xfrm>
            <a:off x="1751075" y="5123688"/>
            <a:ext cx="155575" cy="155575"/>
          </a:xfrm>
          <a:custGeom>
            <a:avLst/>
            <a:gdLst/>
            <a:ahLst/>
            <a:cxnLst/>
            <a:rect l="l" t="t" r="r" b="b"/>
            <a:pathLst>
              <a:path w="155575" h="155575">
                <a:moveTo>
                  <a:pt x="155448" y="155448"/>
                </a:moveTo>
                <a:lnTo>
                  <a:pt x="0" y="155448"/>
                </a:lnTo>
                <a:lnTo>
                  <a:pt x="0" y="0"/>
                </a:lnTo>
                <a:lnTo>
                  <a:pt x="155448" y="0"/>
                </a:lnTo>
                <a:lnTo>
                  <a:pt x="155448" y="155448"/>
                </a:lnTo>
                <a:close/>
              </a:path>
            </a:pathLst>
          </a:custGeom>
          <a:solidFill>
            <a:srgbClr val="3333C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" name="object 32"/>
          <p:cNvSpPr/>
          <p:nvPr/>
        </p:nvSpPr>
        <p:spPr>
          <a:xfrm>
            <a:off x="2129027" y="4931663"/>
            <a:ext cx="399415" cy="410209"/>
          </a:xfrm>
          <a:custGeom>
            <a:avLst/>
            <a:gdLst/>
            <a:ahLst/>
            <a:cxnLst/>
            <a:rect l="l" t="t" r="r" b="b"/>
            <a:pathLst>
              <a:path w="399414" h="410210">
                <a:moveTo>
                  <a:pt x="204216" y="64008"/>
                </a:moveTo>
                <a:lnTo>
                  <a:pt x="196596" y="64008"/>
                </a:lnTo>
                <a:lnTo>
                  <a:pt x="194286" y="55387"/>
                </a:lnTo>
                <a:lnTo>
                  <a:pt x="191833" y="47625"/>
                </a:lnTo>
                <a:lnTo>
                  <a:pt x="171140" y="12311"/>
                </a:lnTo>
                <a:lnTo>
                  <a:pt x="164592" y="4572"/>
                </a:lnTo>
                <a:lnTo>
                  <a:pt x="167640" y="0"/>
                </a:lnTo>
                <a:lnTo>
                  <a:pt x="210288" y="20788"/>
                </a:lnTo>
                <a:lnTo>
                  <a:pt x="216408" y="33528"/>
                </a:lnTo>
                <a:lnTo>
                  <a:pt x="217932" y="36576"/>
                </a:lnTo>
                <a:lnTo>
                  <a:pt x="217815" y="40433"/>
                </a:lnTo>
                <a:lnTo>
                  <a:pt x="217074" y="45577"/>
                </a:lnTo>
                <a:lnTo>
                  <a:pt x="214503" y="51816"/>
                </a:lnTo>
                <a:lnTo>
                  <a:pt x="210216" y="58054"/>
                </a:lnTo>
                <a:lnTo>
                  <a:pt x="204216" y="64008"/>
                </a:lnTo>
                <a:close/>
              </a:path>
              <a:path w="399414" h="410210">
                <a:moveTo>
                  <a:pt x="65532" y="79248"/>
                </a:moveTo>
                <a:lnTo>
                  <a:pt x="50292" y="64008"/>
                </a:lnTo>
                <a:lnTo>
                  <a:pt x="306323" y="64008"/>
                </a:lnTo>
                <a:lnTo>
                  <a:pt x="326136" y="42672"/>
                </a:lnTo>
                <a:lnTo>
                  <a:pt x="356616" y="74676"/>
                </a:lnTo>
                <a:lnTo>
                  <a:pt x="106680" y="74676"/>
                </a:lnTo>
                <a:lnTo>
                  <a:pt x="96393" y="74961"/>
                </a:lnTo>
                <a:lnTo>
                  <a:pt x="86106" y="75819"/>
                </a:lnTo>
                <a:lnTo>
                  <a:pt x="75819" y="77247"/>
                </a:lnTo>
                <a:lnTo>
                  <a:pt x="65532" y="79248"/>
                </a:lnTo>
                <a:close/>
              </a:path>
              <a:path w="399414" h="410210">
                <a:moveTo>
                  <a:pt x="242316" y="146304"/>
                </a:moveTo>
                <a:lnTo>
                  <a:pt x="230123" y="146304"/>
                </a:lnTo>
                <a:lnTo>
                  <a:pt x="240696" y="127182"/>
                </a:lnTo>
                <a:lnTo>
                  <a:pt x="249555" y="108775"/>
                </a:lnTo>
                <a:lnTo>
                  <a:pt x="256698" y="91225"/>
                </a:lnTo>
                <a:lnTo>
                  <a:pt x="262128" y="74676"/>
                </a:lnTo>
                <a:lnTo>
                  <a:pt x="295656" y="97536"/>
                </a:lnTo>
                <a:lnTo>
                  <a:pt x="278892" y="103632"/>
                </a:lnTo>
                <a:lnTo>
                  <a:pt x="268890" y="115657"/>
                </a:lnTo>
                <a:lnTo>
                  <a:pt x="259461" y="126682"/>
                </a:lnTo>
                <a:lnTo>
                  <a:pt x="242316" y="146304"/>
                </a:lnTo>
                <a:close/>
              </a:path>
              <a:path w="399414" h="410210">
                <a:moveTo>
                  <a:pt x="158496" y="146304"/>
                </a:moveTo>
                <a:lnTo>
                  <a:pt x="149352" y="146304"/>
                </a:lnTo>
                <a:lnTo>
                  <a:pt x="146804" y="135707"/>
                </a:lnTo>
                <a:lnTo>
                  <a:pt x="143827" y="126682"/>
                </a:lnTo>
                <a:lnTo>
                  <a:pt x="123658" y="93059"/>
                </a:lnTo>
                <a:lnTo>
                  <a:pt x="117348" y="85344"/>
                </a:lnTo>
                <a:lnTo>
                  <a:pt x="121920" y="79248"/>
                </a:lnTo>
                <a:lnTo>
                  <a:pt x="155567" y="100036"/>
                </a:lnTo>
                <a:lnTo>
                  <a:pt x="170688" y="117348"/>
                </a:lnTo>
                <a:lnTo>
                  <a:pt x="170688" y="123444"/>
                </a:lnTo>
                <a:lnTo>
                  <a:pt x="169854" y="128301"/>
                </a:lnTo>
                <a:lnTo>
                  <a:pt x="167449" y="133731"/>
                </a:lnTo>
                <a:lnTo>
                  <a:pt x="163615" y="139731"/>
                </a:lnTo>
                <a:lnTo>
                  <a:pt x="158496" y="146304"/>
                </a:lnTo>
                <a:close/>
              </a:path>
              <a:path w="399414" h="410210">
                <a:moveTo>
                  <a:pt x="15240" y="161544"/>
                </a:moveTo>
                <a:lnTo>
                  <a:pt x="0" y="146304"/>
                </a:lnTo>
                <a:lnTo>
                  <a:pt x="341376" y="146304"/>
                </a:lnTo>
                <a:lnTo>
                  <a:pt x="362712" y="124968"/>
                </a:lnTo>
                <a:lnTo>
                  <a:pt x="393192" y="155448"/>
                </a:lnTo>
                <a:lnTo>
                  <a:pt x="56388" y="155448"/>
                </a:lnTo>
                <a:lnTo>
                  <a:pt x="45886" y="155971"/>
                </a:lnTo>
                <a:lnTo>
                  <a:pt x="35242" y="157353"/>
                </a:lnTo>
                <a:lnTo>
                  <a:pt x="24884" y="159305"/>
                </a:lnTo>
                <a:lnTo>
                  <a:pt x="15240" y="161544"/>
                </a:lnTo>
                <a:close/>
              </a:path>
              <a:path w="399414" h="410210">
                <a:moveTo>
                  <a:pt x="309848" y="192024"/>
                </a:moveTo>
                <a:lnTo>
                  <a:pt x="275844" y="192024"/>
                </a:lnTo>
                <a:lnTo>
                  <a:pt x="294132" y="175260"/>
                </a:lnTo>
                <a:lnTo>
                  <a:pt x="309848" y="192024"/>
                </a:lnTo>
                <a:close/>
              </a:path>
              <a:path w="399414" h="410210">
                <a:moveTo>
                  <a:pt x="85344" y="301751"/>
                </a:moveTo>
                <a:lnTo>
                  <a:pt x="85582" y="284059"/>
                </a:lnTo>
                <a:lnTo>
                  <a:pt x="86139" y="266700"/>
                </a:lnTo>
                <a:lnTo>
                  <a:pt x="86629" y="252674"/>
                </a:lnTo>
                <a:lnTo>
                  <a:pt x="86868" y="239268"/>
                </a:lnTo>
                <a:lnTo>
                  <a:pt x="86629" y="225885"/>
                </a:lnTo>
                <a:lnTo>
                  <a:pt x="85582" y="195119"/>
                </a:lnTo>
                <a:lnTo>
                  <a:pt x="85344" y="178308"/>
                </a:lnTo>
                <a:lnTo>
                  <a:pt x="111252" y="192024"/>
                </a:lnTo>
                <a:lnTo>
                  <a:pt x="309848" y="192024"/>
                </a:lnTo>
                <a:lnTo>
                  <a:pt x="316992" y="199644"/>
                </a:lnTo>
                <a:lnTo>
                  <a:pt x="312637" y="202692"/>
                </a:lnTo>
                <a:lnTo>
                  <a:pt x="109728" y="202692"/>
                </a:lnTo>
                <a:lnTo>
                  <a:pt x="109728" y="266700"/>
                </a:lnTo>
                <a:lnTo>
                  <a:pt x="302963" y="266700"/>
                </a:lnTo>
                <a:lnTo>
                  <a:pt x="303037" y="269462"/>
                </a:lnTo>
                <a:lnTo>
                  <a:pt x="303139" y="277368"/>
                </a:lnTo>
                <a:lnTo>
                  <a:pt x="109728" y="277368"/>
                </a:lnTo>
                <a:lnTo>
                  <a:pt x="109728" y="294132"/>
                </a:lnTo>
                <a:lnTo>
                  <a:pt x="85344" y="301751"/>
                </a:lnTo>
                <a:close/>
              </a:path>
              <a:path w="399414" h="410210">
                <a:moveTo>
                  <a:pt x="302963" y="266700"/>
                </a:moveTo>
                <a:lnTo>
                  <a:pt x="278892" y="266700"/>
                </a:lnTo>
                <a:lnTo>
                  <a:pt x="278892" y="202692"/>
                </a:lnTo>
                <a:lnTo>
                  <a:pt x="312637" y="202692"/>
                </a:lnTo>
                <a:lnTo>
                  <a:pt x="301752" y="210312"/>
                </a:lnTo>
                <a:lnTo>
                  <a:pt x="301990" y="230600"/>
                </a:lnTo>
                <a:lnTo>
                  <a:pt x="302963" y="266700"/>
                </a:lnTo>
                <a:close/>
              </a:path>
              <a:path w="399414" h="410210">
                <a:moveTo>
                  <a:pt x="0" y="409956"/>
                </a:moveTo>
                <a:lnTo>
                  <a:pt x="0" y="402336"/>
                </a:lnTo>
                <a:lnTo>
                  <a:pt x="21955" y="397502"/>
                </a:lnTo>
                <a:lnTo>
                  <a:pt x="41910" y="392239"/>
                </a:lnTo>
                <a:lnTo>
                  <a:pt x="88701" y="373832"/>
                </a:lnTo>
                <a:lnTo>
                  <a:pt x="121920" y="347472"/>
                </a:lnTo>
                <a:lnTo>
                  <a:pt x="140136" y="300751"/>
                </a:lnTo>
                <a:lnTo>
                  <a:pt x="143256" y="277368"/>
                </a:lnTo>
                <a:lnTo>
                  <a:pt x="170688" y="277368"/>
                </a:lnTo>
                <a:lnTo>
                  <a:pt x="159448" y="327660"/>
                </a:lnTo>
                <a:lnTo>
                  <a:pt x="127325" y="370260"/>
                </a:lnTo>
                <a:lnTo>
                  <a:pt x="83820" y="393192"/>
                </a:lnTo>
                <a:lnTo>
                  <a:pt x="45910" y="402145"/>
                </a:lnTo>
                <a:lnTo>
                  <a:pt x="24026" y="406265"/>
                </a:lnTo>
                <a:lnTo>
                  <a:pt x="0" y="409956"/>
                </a:lnTo>
                <a:close/>
              </a:path>
              <a:path w="399414" h="410210">
                <a:moveTo>
                  <a:pt x="361188" y="394716"/>
                </a:moveTo>
                <a:lnTo>
                  <a:pt x="260604" y="394716"/>
                </a:lnTo>
                <a:lnTo>
                  <a:pt x="242363" y="392191"/>
                </a:lnTo>
                <a:lnTo>
                  <a:pt x="228981" y="384810"/>
                </a:lnTo>
                <a:lnTo>
                  <a:pt x="220741" y="372856"/>
                </a:lnTo>
                <a:lnTo>
                  <a:pt x="218035" y="357211"/>
                </a:lnTo>
                <a:lnTo>
                  <a:pt x="217932" y="277368"/>
                </a:lnTo>
                <a:lnTo>
                  <a:pt x="240792" y="277368"/>
                </a:lnTo>
                <a:lnTo>
                  <a:pt x="240792" y="353568"/>
                </a:lnTo>
                <a:lnTo>
                  <a:pt x="242482" y="363331"/>
                </a:lnTo>
                <a:lnTo>
                  <a:pt x="247459" y="369951"/>
                </a:lnTo>
                <a:lnTo>
                  <a:pt x="255579" y="373713"/>
                </a:lnTo>
                <a:lnTo>
                  <a:pt x="266699" y="374904"/>
                </a:lnTo>
                <a:lnTo>
                  <a:pt x="395071" y="374904"/>
                </a:lnTo>
                <a:lnTo>
                  <a:pt x="393573" y="377070"/>
                </a:lnTo>
                <a:lnTo>
                  <a:pt x="387858" y="383476"/>
                </a:lnTo>
                <a:lnTo>
                  <a:pt x="382143" y="387881"/>
                </a:lnTo>
                <a:lnTo>
                  <a:pt x="368808" y="393192"/>
                </a:lnTo>
                <a:lnTo>
                  <a:pt x="361188" y="394716"/>
                </a:lnTo>
                <a:close/>
              </a:path>
              <a:path w="399414" h="410210">
                <a:moveTo>
                  <a:pt x="278892" y="297180"/>
                </a:moveTo>
                <a:lnTo>
                  <a:pt x="278892" y="277368"/>
                </a:lnTo>
                <a:lnTo>
                  <a:pt x="303139" y="277368"/>
                </a:lnTo>
                <a:lnTo>
                  <a:pt x="303275" y="288036"/>
                </a:lnTo>
                <a:lnTo>
                  <a:pt x="278892" y="297180"/>
                </a:lnTo>
                <a:close/>
              </a:path>
              <a:path w="399414" h="410210">
                <a:moveTo>
                  <a:pt x="395071" y="374904"/>
                </a:moveTo>
                <a:lnTo>
                  <a:pt x="345948" y="374904"/>
                </a:lnTo>
                <a:lnTo>
                  <a:pt x="353091" y="371451"/>
                </a:lnTo>
                <a:lnTo>
                  <a:pt x="358521" y="365569"/>
                </a:lnTo>
                <a:lnTo>
                  <a:pt x="366552" y="320421"/>
                </a:lnTo>
                <a:lnTo>
                  <a:pt x="368808" y="291084"/>
                </a:lnTo>
                <a:lnTo>
                  <a:pt x="374904" y="291084"/>
                </a:lnTo>
                <a:lnTo>
                  <a:pt x="377952" y="335280"/>
                </a:lnTo>
                <a:lnTo>
                  <a:pt x="399288" y="368808"/>
                </a:lnTo>
                <a:lnTo>
                  <a:pt x="395071" y="37490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" name="object 33"/>
          <p:cNvSpPr/>
          <p:nvPr/>
        </p:nvSpPr>
        <p:spPr>
          <a:xfrm>
            <a:off x="2577083" y="4931664"/>
            <a:ext cx="399415" cy="411480"/>
          </a:xfrm>
          <a:custGeom>
            <a:avLst/>
            <a:gdLst/>
            <a:ahLst/>
            <a:cxnLst/>
            <a:rect l="l" t="t" r="r" b="b"/>
            <a:pathLst>
              <a:path w="399414" h="411479">
                <a:moveTo>
                  <a:pt x="12192" y="163068"/>
                </a:moveTo>
                <a:lnTo>
                  <a:pt x="9143" y="158496"/>
                </a:lnTo>
                <a:lnTo>
                  <a:pt x="29408" y="141636"/>
                </a:lnTo>
                <a:lnTo>
                  <a:pt x="48958" y="123063"/>
                </a:lnTo>
                <a:lnTo>
                  <a:pt x="102465" y="59364"/>
                </a:lnTo>
                <a:lnTo>
                  <a:pt x="129278" y="18835"/>
                </a:lnTo>
                <a:lnTo>
                  <a:pt x="138684" y="0"/>
                </a:lnTo>
                <a:lnTo>
                  <a:pt x="173736" y="22860"/>
                </a:lnTo>
                <a:lnTo>
                  <a:pt x="165711" y="26289"/>
                </a:lnTo>
                <a:lnTo>
                  <a:pt x="157543" y="32004"/>
                </a:lnTo>
                <a:lnTo>
                  <a:pt x="149090" y="40005"/>
                </a:lnTo>
                <a:lnTo>
                  <a:pt x="140208" y="50292"/>
                </a:lnTo>
                <a:lnTo>
                  <a:pt x="272338" y="50292"/>
                </a:lnTo>
                <a:lnTo>
                  <a:pt x="281940" y="59436"/>
                </a:lnTo>
                <a:lnTo>
                  <a:pt x="276341" y="60960"/>
                </a:lnTo>
                <a:lnTo>
                  <a:pt x="134112" y="60960"/>
                </a:lnTo>
                <a:lnTo>
                  <a:pt x="104132" y="91273"/>
                </a:lnTo>
                <a:lnTo>
                  <a:pt x="73723" y="118300"/>
                </a:lnTo>
                <a:lnTo>
                  <a:pt x="43029" y="142184"/>
                </a:lnTo>
                <a:lnTo>
                  <a:pt x="12192" y="163068"/>
                </a:lnTo>
                <a:close/>
              </a:path>
              <a:path w="399414" h="411479">
                <a:moveTo>
                  <a:pt x="272338" y="50292"/>
                </a:moveTo>
                <a:lnTo>
                  <a:pt x="234696" y="50292"/>
                </a:lnTo>
                <a:lnTo>
                  <a:pt x="249936" y="28956"/>
                </a:lnTo>
                <a:lnTo>
                  <a:pt x="272338" y="50292"/>
                </a:lnTo>
                <a:close/>
              </a:path>
              <a:path w="399414" h="411479">
                <a:moveTo>
                  <a:pt x="201168" y="124968"/>
                </a:moveTo>
                <a:lnTo>
                  <a:pt x="190500" y="124968"/>
                </a:lnTo>
                <a:lnTo>
                  <a:pt x="233172" y="60960"/>
                </a:lnTo>
                <a:lnTo>
                  <a:pt x="276341" y="60960"/>
                </a:lnTo>
                <a:lnTo>
                  <a:pt x="273629" y="61698"/>
                </a:lnTo>
                <a:lnTo>
                  <a:pt x="264604" y="66103"/>
                </a:lnTo>
                <a:lnTo>
                  <a:pt x="232671" y="91106"/>
                </a:lnTo>
                <a:lnTo>
                  <a:pt x="211478" y="112918"/>
                </a:lnTo>
                <a:lnTo>
                  <a:pt x="201168" y="124968"/>
                </a:lnTo>
                <a:close/>
              </a:path>
              <a:path w="399414" h="411479">
                <a:moveTo>
                  <a:pt x="85344" y="140208"/>
                </a:moveTo>
                <a:lnTo>
                  <a:pt x="70104" y="124968"/>
                </a:lnTo>
                <a:lnTo>
                  <a:pt x="298704" y="124968"/>
                </a:lnTo>
                <a:lnTo>
                  <a:pt x="313944" y="105156"/>
                </a:lnTo>
                <a:lnTo>
                  <a:pt x="342900" y="128016"/>
                </a:lnTo>
                <a:lnTo>
                  <a:pt x="331470" y="135636"/>
                </a:lnTo>
                <a:lnTo>
                  <a:pt x="126492" y="135636"/>
                </a:lnTo>
                <a:lnTo>
                  <a:pt x="115347" y="135921"/>
                </a:lnTo>
                <a:lnTo>
                  <a:pt x="104775" y="136779"/>
                </a:lnTo>
                <a:lnTo>
                  <a:pt x="94773" y="138207"/>
                </a:lnTo>
                <a:lnTo>
                  <a:pt x="85344" y="140208"/>
                </a:lnTo>
                <a:close/>
              </a:path>
              <a:path w="399414" h="411479">
                <a:moveTo>
                  <a:pt x="207264" y="199644"/>
                </a:moveTo>
                <a:lnTo>
                  <a:pt x="182880" y="199644"/>
                </a:lnTo>
                <a:lnTo>
                  <a:pt x="182880" y="135636"/>
                </a:lnTo>
                <a:lnTo>
                  <a:pt x="207264" y="135636"/>
                </a:lnTo>
                <a:lnTo>
                  <a:pt x="207264" y="199644"/>
                </a:lnTo>
                <a:close/>
              </a:path>
              <a:path w="399414" h="411479">
                <a:moveTo>
                  <a:pt x="324612" y="199644"/>
                </a:moveTo>
                <a:lnTo>
                  <a:pt x="301752" y="199644"/>
                </a:lnTo>
                <a:lnTo>
                  <a:pt x="301752" y="135636"/>
                </a:lnTo>
                <a:lnTo>
                  <a:pt x="331470" y="135636"/>
                </a:lnTo>
                <a:lnTo>
                  <a:pt x="324612" y="140208"/>
                </a:lnTo>
                <a:lnTo>
                  <a:pt x="324612" y="199644"/>
                </a:lnTo>
                <a:close/>
              </a:path>
              <a:path w="399414" h="411479">
                <a:moveTo>
                  <a:pt x="15240" y="214884"/>
                </a:moveTo>
                <a:lnTo>
                  <a:pt x="0" y="199644"/>
                </a:lnTo>
                <a:lnTo>
                  <a:pt x="341376" y="199644"/>
                </a:lnTo>
                <a:lnTo>
                  <a:pt x="364236" y="175260"/>
                </a:lnTo>
                <a:lnTo>
                  <a:pt x="399288" y="210312"/>
                </a:lnTo>
                <a:lnTo>
                  <a:pt x="57912" y="210312"/>
                </a:lnTo>
                <a:lnTo>
                  <a:pt x="46743" y="210597"/>
                </a:lnTo>
                <a:lnTo>
                  <a:pt x="36004" y="211455"/>
                </a:lnTo>
                <a:lnTo>
                  <a:pt x="25550" y="212883"/>
                </a:lnTo>
                <a:lnTo>
                  <a:pt x="15240" y="214884"/>
                </a:lnTo>
                <a:close/>
              </a:path>
              <a:path w="399414" h="411479">
                <a:moveTo>
                  <a:pt x="207264" y="274320"/>
                </a:moveTo>
                <a:lnTo>
                  <a:pt x="182880" y="274320"/>
                </a:lnTo>
                <a:lnTo>
                  <a:pt x="182880" y="210312"/>
                </a:lnTo>
                <a:lnTo>
                  <a:pt x="207264" y="210312"/>
                </a:lnTo>
                <a:lnTo>
                  <a:pt x="207264" y="274320"/>
                </a:lnTo>
                <a:close/>
              </a:path>
              <a:path w="399414" h="411479">
                <a:moveTo>
                  <a:pt x="60960" y="289560"/>
                </a:moveTo>
                <a:lnTo>
                  <a:pt x="45720" y="274320"/>
                </a:lnTo>
                <a:lnTo>
                  <a:pt x="301752" y="274320"/>
                </a:lnTo>
                <a:lnTo>
                  <a:pt x="301752" y="210312"/>
                </a:lnTo>
                <a:lnTo>
                  <a:pt x="324612" y="210312"/>
                </a:lnTo>
                <a:lnTo>
                  <a:pt x="324850" y="237505"/>
                </a:lnTo>
                <a:lnTo>
                  <a:pt x="325374" y="259842"/>
                </a:lnTo>
                <a:lnTo>
                  <a:pt x="325897" y="277606"/>
                </a:lnTo>
                <a:lnTo>
                  <a:pt x="326028" y="284987"/>
                </a:lnTo>
                <a:lnTo>
                  <a:pt x="102108" y="284987"/>
                </a:lnTo>
                <a:lnTo>
                  <a:pt x="90963" y="285273"/>
                </a:lnTo>
                <a:lnTo>
                  <a:pt x="80391" y="286131"/>
                </a:lnTo>
                <a:lnTo>
                  <a:pt x="70389" y="287559"/>
                </a:lnTo>
                <a:lnTo>
                  <a:pt x="60960" y="289560"/>
                </a:lnTo>
                <a:close/>
              </a:path>
              <a:path w="399414" h="411479">
                <a:moveTo>
                  <a:pt x="206266" y="370332"/>
                </a:moveTo>
                <a:lnTo>
                  <a:pt x="163068" y="370332"/>
                </a:lnTo>
                <a:lnTo>
                  <a:pt x="171950" y="368665"/>
                </a:lnTo>
                <a:lnTo>
                  <a:pt x="178117" y="363855"/>
                </a:lnTo>
                <a:lnTo>
                  <a:pt x="181713" y="356187"/>
                </a:lnTo>
                <a:lnTo>
                  <a:pt x="182880" y="345948"/>
                </a:lnTo>
                <a:lnTo>
                  <a:pt x="182880" y="284987"/>
                </a:lnTo>
                <a:lnTo>
                  <a:pt x="207264" y="284987"/>
                </a:lnTo>
                <a:lnTo>
                  <a:pt x="207248" y="365831"/>
                </a:lnTo>
                <a:lnTo>
                  <a:pt x="206266" y="370332"/>
                </a:lnTo>
                <a:close/>
              </a:path>
              <a:path w="399414" h="411479">
                <a:moveTo>
                  <a:pt x="301752" y="303275"/>
                </a:moveTo>
                <a:lnTo>
                  <a:pt x="301752" y="284987"/>
                </a:lnTo>
                <a:lnTo>
                  <a:pt x="326028" y="284987"/>
                </a:lnTo>
                <a:lnTo>
                  <a:pt x="326136" y="291084"/>
                </a:lnTo>
                <a:lnTo>
                  <a:pt x="301752" y="303275"/>
                </a:lnTo>
                <a:close/>
              </a:path>
              <a:path w="399414" h="411479">
                <a:moveTo>
                  <a:pt x="166116" y="411480"/>
                </a:moveTo>
                <a:lnTo>
                  <a:pt x="162401" y="399716"/>
                </a:lnTo>
                <a:lnTo>
                  <a:pt x="151257" y="389382"/>
                </a:lnTo>
                <a:lnTo>
                  <a:pt x="132683" y="380190"/>
                </a:lnTo>
                <a:lnTo>
                  <a:pt x="106680" y="371856"/>
                </a:lnTo>
                <a:lnTo>
                  <a:pt x="106680" y="362712"/>
                </a:lnTo>
                <a:lnTo>
                  <a:pt x="124063" y="365831"/>
                </a:lnTo>
                <a:lnTo>
                  <a:pt x="139446" y="368236"/>
                </a:lnTo>
                <a:lnTo>
                  <a:pt x="152542" y="369784"/>
                </a:lnTo>
                <a:lnTo>
                  <a:pt x="163068" y="370332"/>
                </a:lnTo>
                <a:lnTo>
                  <a:pt x="206266" y="370332"/>
                </a:lnTo>
                <a:lnTo>
                  <a:pt x="203835" y="381476"/>
                </a:lnTo>
                <a:lnTo>
                  <a:pt x="195834" y="394335"/>
                </a:lnTo>
                <a:lnTo>
                  <a:pt x="183261" y="404336"/>
                </a:lnTo>
                <a:lnTo>
                  <a:pt x="166116" y="41148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" name="object 34"/>
          <p:cNvSpPr/>
          <p:nvPr/>
        </p:nvSpPr>
        <p:spPr>
          <a:xfrm>
            <a:off x="3049523" y="4934711"/>
            <a:ext cx="356870" cy="401320"/>
          </a:xfrm>
          <a:custGeom>
            <a:avLst/>
            <a:gdLst/>
            <a:ahLst/>
            <a:cxnLst/>
            <a:rect l="l" t="t" r="r" b="b"/>
            <a:pathLst>
              <a:path w="356870" h="401320">
                <a:moveTo>
                  <a:pt x="54864" y="89916"/>
                </a:moveTo>
                <a:lnTo>
                  <a:pt x="44196" y="89916"/>
                </a:lnTo>
                <a:lnTo>
                  <a:pt x="51339" y="62793"/>
                </a:lnTo>
                <a:lnTo>
                  <a:pt x="56769" y="38671"/>
                </a:lnTo>
                <a:lnTo>
                  <a:pt x="60483" y="17692"/>
                </a:lnTo>
                <a:lnTo>
                  <a:pt x="62484" y="0"/>
                </a:lnTo>
                <a:lnTo>
                  <a:pt x="100584" y="21336"/>
                </a:lnTo>
                <a:lnTo>
                  <a:pt x="91725" y="29051"/>
                </a:lnTo>
                <a:lnTo>
                  <a:pt x="81153" y="43053"/>
                </a:lnTo>
                <a:lnTo>
                  <a:pt x="68865" y="63341"/>
                </a:lnTo>
                <a:lnTo>
                  <a:pt x="54864" y="89916"/>
                </a:lnTo>
                <a:close/>
              </a:path>
              <a:path w="356870" h="401320">
                <a:moveTo>
                  <a:pt x="147828" y="192024"/>
                </a:moveTo>
                <a:lnTo>
                  <a:pt x="143256" y="187452"/>
                </a:lnTo>
                <a:lnTo>
                  <a:pt x="160162" y="160615"/>
                </a:lnTo>
                <a:lnTo>
                  <a:pt x="174498" y="135064"/>
                </a:lnTo>
                <a:lnTo>
                  <a:pt x="196596" y="88392"/>
                </a:lnTo>
                <a:lnTo>
                  <a:pt x="211836" y="44958"/>
                </a:lnTo>
                <a:lnTo>
                  <a:pt x="222503" y="1524"/>
                </a:lnTo>
                <a:lnTo>
                  <a:pt x="260603" y="24384"/>
                </a:lnTo>
                <a:lnTo>
                  <a:pt x="252864" y="32146"/>
                </a:lnTo>
                <a:lnTo>
                  <a:pt x="243268" y="46482"/>
                </a:lnTo>
                <a:lnTo>
                  <a:pt x="231671" y="67675"/>
                </a:lnTo>
                <a:lnTo>
                  <a:pt x="217932" y="96012"/>
                </a:lnTo>
                <a:lnTo>
                  <a:pt x="350520" y="96012"/>
                </a:lnTo>
                <a:lnTo>
                  <a:pt x="356616" y="102108"/>
                </a:lnTo>
                <a:lnTo>
                  <a:pt x="350901" y="106680"/>
                </a:lnTo>
                <a:lnTo>
                  <a:pt x="213360" y="106680"/>
                </a:lnTo>
                <a:lnTo>
                  <a:pt x="197977" y="130730"/>
                </a:lnTo>
                <a:lnTo>
                  <a:pt x="181737" y="152781"/>
                </a:lnTo>
                <a:lnTo>
                  <a:pt x="164925" y="173116"/>
                </a:lnTo>
                <a:lnTo>
                  <a:pt x="147828" y="192024"/>
                </a:lnTo>
                <a:close/>
              </a:path>
              <a:path w="356870" h="401320">
                <a:moveTo>
                  <a:pt x="146304" y="89916"/>
                </a:moveTo>
                <a:lnTo>
                  <a:pt x="111252" y="89916"/>
                </a:lnTo>
                <a:lnTo>
                  <a:pt x="129540" y="73152"/>
                </a:lnTo>
                <a:lnTo>
                  <a:pt x="146304" y="89916"/>
                </a:lnTo>
                <a:close/>
              </a:path>
              <a:path w="356870" h="401320">
                <a:moveTo>
                  <a:pt x="0" y="397764"/>
                </a:moveTo>
                <a:lnTo>
                  <a:pt x="834" y="359664"/>
                </a:lnTo>
                <a:lnTo>
                  <a:pt x="914" y="354520"/>
                </a:lnTo>
                <a:lnTo>
                  <a:pt x="1333" y="316992"/>
                </a:lnTo>
                <a:lnTo>
                  <a:pt x="1423" y="176784"/>
                </a:lnTo>
                <a:lnTo>
                  <a:pt x="1309" y="152781"/>
                </a:lnTo>
                <a:lnTo>
                  <a:pt x="881" y="114704"/>
                </a:lnTo>
                <a:lnTo>
                  <a:pt x="0" y="74676"/>
                </a:lnTo>
                <a:lnTo>
                  <a:pt x="25908" y="89916"/>
                </a:lnTo>
                <a:lnTo>
                  <a:pt x="146304" y="89916"/>
                </a:lnTo>
                <a:lnTo>
                  <a:pt x="155448" y="99060"/>
                </a:lnTo>
                <a:lnTo>
                  <a:pt x="153162" y="100584"/>
                </a:lnTo>
                <a:lnTo>
                  <a:pt x="24384" y="100584"/>
                </a:lnTo>
                <a:lnTo>
                  <a:pt x="24384" y="211836"/>
                </a:lnTo>
                <a:lnTo>
                  <a:pt x="137464" y="211836"/>
                </a:lnTo>
                <a:lnTo>
                  <a:pt x="137526" y="222504"/>
                </a:lnTo>
                <a:lnTo>
                  <a:pt x="24384" y="222504"/>
                </a:lnTo>
                <a:lnTo>
                  <a:pt x="24384" y="344424"/>
                </a:lnTo>
                <a:lnTo>
                  <a:pt x="138504" y="344424"/>
                </a:lnTo>
                <a:lnTo>
                  <a:pt x="138567" y="355092"/>
                </a:lnTo>
                <a:lnTo>
                  <a:pt x="24384" y="355092"/>
                </a:lnTo>
                <a:lnTo>
                  <a:pt x="24384" y="384048"/>
                </a:lnTo>
                <a:lnTo>
                  <a:pt x="0" y="397764"/>
                </a:lnTo>
                <a:close/>
              </a:path>
              <a:path w="356870" h="401320">
                <a:moveTo>
                  <a:pt x="350520" y="96012"/>
                </a:moveTo>
                <a:lnTo>
                  <a:pt x="310896" y="96012"/>
                </a:lnTo>
                <a:lnTo>
                  <a:pt x="330708" y="76200"/>
                </a:lnTo>
                <a:lnTo>
                  <a:pt x="350520" y="96012"/>
                </a:lnTo>
                <a:close/>
              </a:path>
              <a:path w="356870" h="401320">
                <a:moveTo>
                  <a:pt x="137464" y="211836"/>
                </a:moveTo>
                <a:lnTo>
                  <a:pt x="114300" y="211836"/>
                </a:lnTo>
                <a:lnTo>
                  <a:pt x="114300" y="100584"/>
                </a:lnTo>
                <a:lnTo>
                  <a:pt x="153162" y="100584"/>
                </a:lnTo>
                <a:lnTo>
                  <a:pt x="137160" y="111252"/>
                </a:lnTo>
                <a:lnTo>
                  <a:pt x="137263" y="160615"/>
                </a:lnTo>
                <a:lnTo>
                  <a:pt x="137367" y="195333"/>
                </a:lnTo>
                <a:lnTo>
                  <a:pt x="137464" y="211836"/>
                </a:lnTo>
                <a:close/>
              </a:path>
              <a:path w="356870" h="401320">
                <a:moveTo>
                  <a:pt x="326904" y="359664"/>
                </a:moveTo>
                <a:lnTo>
                  <a:pt x="283464" y="359664"/>
                </a:lnTo>
                <a:lnTo>
                  <a:pt x="291965" y="357925"/>
                </a:lnTo>
                <a:lnTo>
                  <a:pt x="298894" y="352615"/>
                </a:lnTo>
                <a:lnTo>
                  <a:pt x="308610" y="305562"/>
                </a:lnTo>
                <a:lnTo>
                  <a:pt x="310896" y="259842"/>
                </a:lnTo>
                <a:lnTo>
                  <a:pt x="313222" y="192024"/>
                </a:lnTo>
                <a:lnTo>
                  <a:pt x="315467" y="106680"/>
                </a:lnTo>
                <a:lnTo>
                  <a:pt x="350901" y="106680"/>
                </a:lnTo>
                <a:lnTo>
                  <a:pt x="341376" y="114300"/>
                </a:lnTo>
                <a:lnTo>
                  <a:pt x="339535" y="188707"/>
                </a:lnTo>
                <a:lnTo>
                  <a:pt x="337620" y="249070"/>
                </a:lnTo>
                <a:lnTo>
                  <a:pt x="335560" y="295241"/>
                </a:lnTo>
                <a:lnTo>
                  <a:pt x="333280" y="327074"/>
                </a:lnTo>
                <a:lnTo>
                  <a:pt x="330708" y="344424"/>
                </a:lnTo>
                <a:lnTo>
                  <a:pt x="327874" y="357020"/>
                </a:lnTo>
                <a:lnTo>
                  <a:pt x="326904" y="359664"/>
                </a:lnTo>
                <a:close/>
              </a:path>
              <a:path w="356870" h="401320">
                <a:moveTo>
                  <a:pt x="231648" y="269748"/>
                </a:moveTo>
                <a:lnTo>
                  <a:pt x="230124" y="269748"/>
                </a:lnTo>
                <a:lnTo>
                  <a:pt x="226742" y="268295"/>
                </a:lnTo>
                <a:lnTo>
                  <a:pt x="223647" y="263842"/>
                </a:lnTo>
                <a:lnTo>
                  <a:pt x="221122" y="256246"/>
                </a:lnTo>
                <a:lnTo>
                  <a:pt x="219456" y="245364"/>
                </a:lnTo>
                <a:lnTo>
                  <a:pt x="214884" y="228219"/>
                </a:lnTo>
                <a:lnTo>
                  <a:pt x="208026" y="211074"/>
                </a:lnTo>
                <a:lnTo>
                  <a:pt x="198882" y="193929"/>
                </a:lnTo>
                <a:lnTo>
                  <a:pt x="187452" y="176784"/>
                </a:lnTo>
                <a:lnTo>
                  <a:pt x="192024" y="172212"/>
                </a:lnTo>
                <a:lnTo>
                  <a:pt x="224409" y="199644"/>
                </a:lnTo>
                <a:lnTo>
                  <a:pt x="246888" y="234696"/>
                </a:lnTo>
                <a:lnTo>
                  <a:pt x="246888" y="248412"/>
                </a:lnTo>
                <a:lnTo>
                  <a:pt x="245364" y="254508"/>
                </a:lnTo>
                <a:lnTo>
                  <a:pt x="236220" y="266700"/>
                </a:lnTo>
                <a:lnTo>
                  <a:pt x="231648" y="269748"/>
                </a:lnTo>
                <a:close/>
              </a:path>
              <a:path w="356870" h="401320">
                <a:moveTo>
                  <a:pt x="138504" y="344424"/>
                </a:moveTo>
                <a:lnTo>
                  <a:pt x="114300" y="344424"/>
                </a:lnTo>
                <a:lnTo>
                  <a:pt x="114300" y="222504"/>
                </a:lnTo>
                <a:lnTo>
                  <a:pt x="137526" y="222504"/>
                </a:lnTo>
                <a:lnTo>
                  <a:pt x="137723" y="254508"/>
                </a:lnTo>
                <a:lnTo>
                  <a:pt x="138504" y="344424"/>
                </a:lnTo>
                <a:close/>
              </a:path>
              <a:path w="356870" h="401320">
                <a:moveTo>
                  <a:pt x="278891" y="400812"/>
                </a:moveTo>
                <a:lnTo>
                  <a:pt x="271772" y="387953"/>
                </a:lnTo>
                <a:lnTo>
                  <a:pt x="259651" y="376809"/>
                </a:lnTo>
                <a:lnTo>
                  <a:pt x="242673" y="367379"/>
                </a:lnTo>
                <a:lnTo>
                  <a:pt x="220979" y="359664"/>
                </a:lnTo>
                <a:lnTo>
                  <a:pt x="220979" y="350520"/>
                </a:lnTo>
                <a:lnTo>
                  <a:pt x="241244" y="354520"/>
                </a:lnTo>
                <a:lnTo>
                  <a:pt x="258508" y="357378"/>
                </a:lnTo>
                <a:lnTo>
                  <a:pt x="272629" y="359092"/>
                </a:lnTo>
                <a:lnTo>
                  <a:pt x="283464" y="359664"/>
                </a:lnTo>
                <a:lnTo>
                  <a:pt x="326904" y="359664"/>
                </a:lnTo>
                <a:lnTo>
                  <a:pt x="324040" y="367474"/>
                </a:lnTo>
                <a:lnTo>
                  <a:pt x="289726" y="397097"/>
                </a:lnTo>
                <a:lnTo>
                  <a:pt x="278891" y="400812"/>
                </a:lnTo>
                <a:close/>
              </a:path>
              <a:path w="356870" h="401320">
                <a:moveTo>
                  <a:pt x="114300" y="391668"/>
                </a:moveTo>
                <a:lnTo>
                  <a:pt x="114300" y="355092"/>
                </a:lnTo>
                <a:lnTo>
                  <a:pt x="138567" y="355092"/>
                </a:lnTo>
                <a:lnTo>
                  <a:pt x="138684" y="377952"/>
                </a:lnTo>
                <a:lnTo>
                  <a:pt x="114300" y="39166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" name="object 35"/>
          <p:cNvSpPr/>
          <p:nvPr/>
        </p:nvSpPr>
        <p:spPr>
          <a:xfrm>
            <a:off x="3459467" y="4933188"/>
            <a:ext cx="838200" cy="410209"/>
          </a:xfrm>
          <a:custGeom>
            <a:avLst/>
            <a:gdLst/>
            <a:ahLst/>
            <a:cxnLst/>
            <a:rect l="l" t="t" r="r" b="b"/>
            <a:pathLst>
              <a:path w="838200" h="410210">
                <a:moveTo>
                  <a:pt x="135636" y="33528"/>
                </a:moveTo>
                <a:lnTo>
                  <a:pt x="97536" y="6096"/>
                </a:lnTo>
                <a:lnTo>
                  <a:pt x="94970" y="18961"/>
                </a:lnTo>
                <a:lnTo>
                  <a:pt x="89535" y="36957"/>
                </a:lnTo>
                <a:lnTo>
                  <a:pt x="70104" y="88392"/>
                </a:lnTo>
                <a:lnTo>
                  <a:pt x="40195" y="154114"/>
                </a:lnTo>
                <a:lnTo>
                  <a:pt x="21463" y="189344"/>
                </a:lnTo>
                <a:lnTo>
                  <a:pt x="0" y="225552"/>
                </a:lnTo>
                <a:lnTo>
                  <a:pt x="6096" y="231648"/>
                </a:lnTo>
                <a:lnTo>
                  <a:pt x="21818" y="211315"/>
                </a:lnTo>
                <a:lnTo>
                  <a:pt x="36957" y="191262"/>
                </a:lnTo>
                <a:lnTo>
                  <a:pt x="51536" y="171221"/>
                </a:lnTo>
                <a:lnTo>
                  <a:pt x="65532" y="150876"/>
                </a:lnTo>
                <a:lnTo>
                  <a:pt x="65468" y="330885"/>
                </a:lnTo>
                <a:lnTo>
                  <a:pt x="65278" y="343306"/>
                </a:lnTo>
                <a:lnTo>
                  <a:pt x="64579" y="362902"/>
                </a:lnTo>
                <a:lnTo>
                  <a:pt x="62484" y="409956"/>
                </a:lnTo>
                <a:lnTo>
                  <a:pt x="88392" y="397764"/>
                </a:lnTo>
                <a:lnTo>
                  <a:pt x="88163" y="382028"/>
                </a:lnTo>
                <a:lnTo>
                  <a:pt x="87109" y="351688"/>
                </a:lnTo>
                <a:lnTo>
                  <a:pt x="86982" y="343306"/>
                </a:lnTo>
                <a:lnTo>
                  <a:pt x="86868" y="150876"/>
                </a:lnTo>
                <a:lnTo>
                  <a:pt x="86868" y="149352"/>
                </a:lnTo>
                <a:lnTo>
                  <a:pt x="99060" y="140208"/>
                </a:lnTo>
                <a:lnTo>
                  <a:pt x="76200" y="126492"/>
                </a:lnTo>
                <a:lnTo>
                  <a:pt x="84188" y="110756"/>
                </a:lnTo>
                <a:lnTo>
                  <a:pt x="92011" y="95440"/>
                </a:lnTo>
                <a:lnTo>
                  <a:pt x="99568" y="80416"/>
                </a:lnTo>
                <a:lnTo>
                  <a:pt x="106680" y="65532"/>
                </a:lnTo>
                <a:lnTo>
                  <a:pt x="113563" y="53251"/>
                </a:lnTo>
                <a:lnTo>
                  <a:pt x="120586" y="43815"/>
                </a:lnTo>
                <a:lnTo>
                  <a:pt x="127901" y="37249"/>
                </a:lnTo>
                <a:lnTo>
                  <a:pt x="135636" y="33528"/>
                </a:lnTo>
                <a:close/>
              </a:path>
              <a:path w="838200" h="410210">
                <a:moveTo>
                  <a:pt x="405384" y="376428"/>
                </a:moveTo>
                <a:lnTo>
                  <a:pt x="387540" y="377837"/>
                </a:lnTo>
                <a:lnTo>
                  <a:pt x="367474" y="377761"/>
                </a:lnTo>
                <a:lnTo>
                  <a:pt x="347306" y="376224"/>
                </a:lnTo>
                <a:lnTo>
                  <a:pt x="326136" y="373380"/>
                </a:lnTo>
                <a:lnTo>
                  <a:pt x="304952" y="367931"/>
                </a:lnTo>
                <a:lnTo>
                  <a:pt x="284607" y="360616"/>
                </a:lnTo>
                <a:lnTo>
                  <a:pt x="276123" y="356616"/>
                </a:lnTo>
                <a:lnTo>
                  <a:pt x="264845" y="351307"/>
                </a:lnTo>
                <a:lnTo>
                  <a:pt x="245364" y="339852"/>
                </a:lnTo>
                <a:lnTo>
                  <a:pt x="250799" y="327660"/>
                </a:lnTo>
                <a:lnTo>
                  <a:pt x="254508" y="319303"/>
                </a:lnTo>
                <a:lnTo>
                  <a:pt x="261366" y="296608"/>
                </a:lnTo>
                <a:lnTo>
                  <a:pt x="265938" y="271919"/>
                </a:lnTo>
                <a:lnTo>
                  <a:pt x="268224" y="245364"/>
                </a:lnTo>
                <a:lnTo>
                  <a:pt x="341376" y="245364"/>
                </a:lnTo>
                <a:lnTo>
                  <a:pt x="341376" y="262128"/>
                </a:lnTo>
                <a:lnTo>
                  <a:pt x="365760" y="251460"/>
                </a:lnTo>
                <a:lnTo>
                  <a:pt x="365467" y="245364"/>
                </a:lnTo>
                <a:lnTo>
                  <a:pt x="364934" y="234696"/>
                </a:lnTo>
                <a:lnTo>
                  <a:pt x="364845" y="231648"/>
                </a:lnTo>
                <a:lnTo>
                  <a:pt x="364426" y="205549"/>
                </a:lnTo>
                <a:lnTo>
                  <a:pt x="364312" y="176784"/>
                </a:lnTo>
                <a:lnTo>
                  <a:pt x="364261" y="166116"/>
                </a:lnTo>
                <a:lnTo>
                  <a:pt x="364236" y="117348"/>
                </a:lnTo>
                <a:lnTo>
                  <a:pt x="375412" y="111252"/>
                </a:lnTo>
                <a:lnTo>
                  <a:pt x="381000" y="108204"/>
                </a:lnTo>
                <a:lnTo>
                  <a:pt x="372364" y="100584"/>
                </a:lnTo>
                <a:lnTo>
                  <a:pt x="355092" y="85344"/>
                </a:lnTo>
                <a:lnTo>
                  <a:pt x="341376" y="99060"/>
                </a:lnTo>
                <a:lnTo>
                  <a:pt x="341376" y="111252"/>
                </a:lnTo>
                <a:lnTo>
                  <a:pt x="341376" y="166116"/>
                </a:lnTo>
                <a:lnTo>
                  <a:pt x="341376" y="176784"/>
                </a:lnTo>
                <a:lnTo>
                  <a:pt x="341376" y="234696"/>
                </a:lnTo>
                <a:lnTo>
                  <a:pt x="268224" y="234696"/>
                </a:lnTo>
                <a:lnTo>
                  <a:pt x="268224" y="176784"/>
                </a:lnTo>
                <a:lnTo>
                  <a:pt x="341376" y="176784"/>
                </a:lnTo>
                <a:lnTo>
                  <a:pt x="341376" y="166116"/>
                </a:lnTo>
                <a:lnTo>
                  <a:pt x="268224" y="166116"/>
                </a:lnTo>
                <a:lnTo>
                  <a:pt x="268224" y="111252"/>
                </a:lnTo>
                <a:lnTo>
                  <a:pt x="341376" y="111252"/>
                </a:lnTo>
                <a:lnTo>
                  <a:pt x="341376" y="99060"/>
                </a:lnTo>
                <a:lnTo>
                  <a:pt x="339852" y="100584"/>
                </a:lnTo>
                <a:lnTo>
                  <a:pt x="268224" y="100584"/>
                </a:lnTo>
                <a:lnTo>
                  <a:pt x="268224" y="53340"/>
                </a:lnTo>
                <a:lnTo>
                  <a:pt x="402336" y="53340"/>
                </a:lnTo>
                <a:lnTo>
                  <a:pt x="370332" y="21336"/>
                </a:lnTo>
                <a:lnTo>
                  <a:pt x="350520" y="42672"/>
                </a:lnTo>
                <a:lnTo>
                  <a:pt x="124968" y="42672"/>
                </a:lnTo>
                <a:lnTo>
                  <a:pt x="141732" y="59436"/>
                </a:lnTo>
                <a:lnTo>
                  <a:pt x="151409" y="56565"/>
                </a:lnTo>
                <a:lnTo>
                  <a:pt x="161925" y="54673"/>
                </a:lnTo>
                <a:lnTo>
                  <a:pt x="173024" y="53657"/>
                </a:lnTo>
                <a:lnTo>
                  <a:pt x="184404" y="53340"/>
                </a:lnTo>
                <a:lnTo>
                  <a:pt x="245364" y="53340"/>
                </a:lnTo>
                <a:lnTo>
                  <a:pt x="245364" y="100584"/>
                </a:lnTo>
                <a:lnTo>
                  <a:pt x="245364" y="111252"/>
                </a:lnTo>
                <a:lnTo>
                  <a:pt x="245364" y="166116"/>
                </a:lnTo>
                <a:lnTo>
                  <a:pt x="245364" y="176784"/>
                </a:lnTo>
                <a:lnTo>
                  <a:pt x="245364" y="234696"/>
                </a:lnTo>
                <a:lnTo>
                  <a:pt x="173736" y="234696"/>
                </a:lnTo>
                <a:lnTo>
                  <a:pt x="173736" y="176784"/>
                </a:lnTo>
                <a:lnTo>
                  <a:pt x="245364" y="176784"/>
                </a:lnTo>
                <a:lnTo>
                  <a:pt x="245364" y="166116"/>
                </a:lnTo>
                <a:lnTo>
                  <a:pt x="173736" y="166116"/>
                </a:lnTo>
                <a:lnTo>
                  <a:pt x="173736" y="111252"/>
                </a:lnTo>
                <a:lnTo>
                  <a:pt x="245364" y="111252"/>
                </a:lnTo>
                <a:lnTo>
                  <a:pt x="245364" y="100584"/>
                </a:lnTo>
                <a:lnTo>
                  <a:pt x="175260" y="100584"/>
                </a:lnTo>
                <a:lnTo>
                  <a:pt x="149352" y="88392"/>
                </a:lnTo>
                <a:lnTo>
                  <a:pt x="150482" y="105854"/>
                </a:lnTo>
                <a:lnTo>
                  <a:pt x="151447" y="126301"/>
                </a:lnTo>
                <a:lnTo>
                  <a:pt x="152133" y="149352"/>
                </a:lnTo>
                <a:lnTo>
                  <a:pt x="152311" y="166814"/>
                </a:lnTo>
                <a:lnTo>
                  <a:pt x="152260" y="191262"/>
                </a:lnTo>
                <a:lnTo>
                  <a:pt x="152146" y="203885"/>
                </a:lnTo>
                <a:lnTo>
                  <a:pt x="151447" y="227838"/>
                </a:lnTo>
                <a:lnTo>
                  <a:pt x="150482" y="248373"/>
                </a:lnTo>
                <a:lnTo>
                  <a:pt x="149352" y="265176"/>
                </a:lnTo>
                <a:lnTo>
                  <a:pt x="173736" y="259080"/>
                </a:lnTo>
                <a:lnTo>
                  <a:pt x="173736" y="245364"/>
                </a:lnTo>
                <a:lnTo>
                  <a:pt x="245364" y="245364"/>
                </a:lnTo>
                <a:lnTo>
                  <a:pt x="243370" y="268516"/>
                </a:lnTo>
                <a:lnTo>
                  <a:pt x="239649" y="289941"/>
                </a:lnTo>
                <a:lnTo>
                  <a:pt x="234226" y="309664"/>
                </a:lnTo>
                <a:lnTo>
                  <a:pt x="227076" y="327660"/>
                </a:lnTo>
                <a:lnTo>
                  <a:pt x="214223" y="317093"/>
                </a:lnTo>
                <a:lnTo>
                  <a:pt x="200787" y="303657"/>
                </a:lnTo>
                <a:lnTo>
                  <a:pt x="186791" y="287375"/>
                </a:lnTo>
                <a:lnTo>
                  <a:pt x="172212" y="268224"/>
                </a:lnTo>
                <a:lnTo>
                  <a:pt x="167640" y="272796"/>
                </a:lnTo>
                <a:lnTo>
                  <a:pt x="181927" y="295973"/>
                </a:lnTo>
                <a:lnTo>
                  <a:pt x="195072" y="315277"/>
                </a:lnTo>
                <a:lnTo>
                  <a:pt x="207073" y="330885"/>
                </a:lnTo>
                <a:lnTo>
                  <a:pt x="217932" y="342900"/>
                </a:lnTo>
                <a:lnTo>
                  <a:pt x="209956" y="351142"/>
                </a:lnTo>
                <a:lnTo>
                  <a:pt x="173736" y="376428"/>
                </a:lnTo>
                <a:lnTo>
                  <a:pt x="120167" y="398081"/>
                </a:lnTo>
                <a:lnTo>
                  <a:pt x="97536" y="402336"/>
                </a:lnTo>
                <a:lnTo>
                  <a:pt x="97536" y="409956"/>
                </a:lnTo>
                <a:lnTo>
                  <a:pt x="140208" y="403669"/>
                </a:lnTo>
                <a:lnTo>
                  <a:pt x="178308" y="391668"/>
                </a:lnTo>
                <a:lnTo>
                  <a:pt x="222034" y="366598"/>
                </a:lnTo>
                <a:lnTo>
                  <a:pt x="233172" y="356616"/>
                </a:lnTo>
                <a:lnTo>
                  <a:pt x="248602" y="367245"/>
                </a:lnTo>
                <a:lnTo>
                  <a:pt x="282892" y="384479"/>
                </a:lnTo>
                <a:lnTo>
                  <a:pt x="320306" y="397725"/>
                </a:lnTo>
                <a:lnTo>
                  <a:pt x="358546" y="405815"/>
                </a:lnTo>
                <a:lnTo>
                  <a:pt x="377952" y="408432"/>
                </a:lnTo>
                <a:lnTo>
                  <a:pt x="382244" y="399910"/>
                </a:lnTo>
                <a:lnTo>
                  <a:pt x="388239" y="392811"/>
                </a:lnTo>
                <a:lnTo>
                  <a:pt x="395960" y="387438"/>
                </a:lnTo>
                <a:lnTo>
                  <a:pt x="405384" y="384048"/>
                </a:lnTo>
                <a:lnTo>
                  <a:pt x="405384" y="377888"/>
                </a:lnTo>
                <a:lnTo>
                  <a:pt x="405384" y="376428"/>
                </a:lnTo>
                <a:close/>
              </a:path>
              <a:path w="838200" h="410210">
                <a:moveTo>
                  <a:pt x="693420" y="144780"/>
                </a:moveTo>
                <a:lnTo>
                  <a:pt x="661416" y="111252"/>
                </a:lnTo>
                <a:lnTo>
                  <a:pt x="638556" y="134112"/>
                </a:lnTo>
                <a:lnTo>
                  <a:pt x="591312" y="134112"/>
                </a:lnTo>
                <a:lnTo>
                  <a:pt x="591312" y="48768"/>
                </a:lnTo>
                <a:lnTo>
                  <a:pt x="591312" y="45720"/>
                </a:lnTo>
                <a:lnTo>
                  <a:pt x="619607" y="40843"/>
                </a:lnTo>
                <a:lnTo>
                  <a:pt x="642747" y="37528"/>
                </a:lnTo>
                <a:lnTo>
                  <a:pt x="660755" y="35648"/>
                </a:lnTo>
                <a:lnTo>
                  <a:pt x="673608" y="35052"/>
                </a:lnTo>
                <a:lnTo>
                  <a:pt x="641604" y="1524"/>
                </a:lnTo>
                <a:lnTo>
                  <a:pt x="600036" y="22961"/>
                </a:lnTo>
                <a:lnTo>
                  <a:pt x="555104" y="35293"/>
                </a:lnTo>
                <a:lnTo>
                  <a:pt x="499618" y="45681"/>
                </a:lnTo>
                <a:lnTo>
                  <a:pt x="467868" y="50292"/>
                </a:lnTo>
                <a:lnTo>
                  <a:pt x="467868" y="57912"/>
                </a:lnTo>
                <a:lnTo>
                  <a:pt x="566928" y="48768"/>
                </a:lnTo>
                <a:lnTo>
                  <a:pt x="566928" y="134112"/>
                </a:lnTo>
                <a:lnTo>
                  <a:pt x="445008" y="134112"/>
                </a:lnTo>
                <a:lnTo>
                  <a:pt x="461772" y="149352"/>
                </a:lnTo>
                <a:lnTo>
                  <a:pt x="471208" y="147358"/>
                </a:lnTo>
                <a:lnTo>
                  <a:pt x="481203" y="145923"/>
                </a:lnTo>
                <a:lnTo>
                  <a:pt x="491782" y="145072"/>
                </a:lnTo>
                <a:lnTo>
                  <a:pt x="502920" y="144780"/>
                </a:lnTo>
                <a:lnTo>
                  <a:pt x="565404" y="144780"/>
                </a:lnTo>
                <a:lnTo>
                  <a:pt x="546811" y="188747"/>
                </a:lnTo>
                <a:lnTo>
                  <a:pt x="520636" y="233553"/>
                </a:lnTo>
                <a:lnTo>
                  <a:pt x="486752" y="278942"/>
                </a:lnTo>
                <a:lnTo>
                  <a:pt x="445008" y="324612"/>
                </a:lnTo>
                <a:lnTo>
                  <a:pt x="451104" y="330708"/>
                </a:lnTo>
                <a:lnTo>
                  <a:pt x="483133" y="304063"/>
                </a:lnTo>
                <a:lnTo>
                  <a:pt x="513016" y="274129"/>
                </a:lnTo>
                <a:lnTo>
                  <a:pt x="540905" y="240487"/>
                </a:lnTo>
                <a:lnTo>
                  <a:pt x="566928" y="202692"/>
                </a:lnTo>
                <a:lnTo>
                  <a:pt x="566864" y="335280"/>
                </a:lnTo>
                <a:lnTo>
                  <a:pt x="566737" y="349567"/>
                </a:lnTo>
                <a:lnTo>
                  <a:pt x="566293" y="374840"/>
                </a:lnTo>
                <a:lnTo>
                  <a:pt x="565404" y="405384"/>
                </a:lnTo>
                <a:lnTo>
                  <a:pt x="592836" y="393192"/>
                </a:lnTo>
                <a:lnTo>
                  <a:pt x="591959" y="380936"/>
                </a:lnTo>
                <a:lnTo>
                  <a:pt x="591502" y="367093"/>
                </a:lnTo>
                <a:lnTo>
                  <a:pt x="591337" y="351840"/>
                </a:lnTo>
                <a:lnTo>
                  <a:pt x="591312" y="202692"/>
                </a:lnTo>
                <a:lnTo>
                  <a:pt x="591312" y="195072"/>
                </a:lnTo>
                <a:lnTo>
                  <a:pt x="625792" y="224218"/>
                </a:lnTo>
                <a:lnTo>
                  <a:pt x="653796" y="262128"/>
                </a:lnTo>
                <a:lnTo>
                  <a:pt x="659892" y="268224"/>
                </a:lnTo>
                <a:lnTo>
                  <a:pt x="664464" y="268224"/>
                </a:lnTo>
                <a:lnTo>
                  <a:pt x="665988" y="265176"/>
                </a:lnTo>
                <a:lnTo>
                  <a:pt x="672084" y="256032"/>
                </a:lnTo>
                <a:lnTo>
                  <a:pt x="673608" y="249936"/>
                </a:lnTo>
                <a:lnTo>
                  <a:pt x="673531" y="240487"/>
                </a:lnTo>
                <a:lnTo>
                  <a:pt x="672084" y="234696"/>
                </a:lnTo>
                <a:lnTo>
                  <a:pt x="624459" y="199644"/>
                </a:lnTo>
                <a:lnTo>
                  <a:pt x="613410" y="195072"/>
                </a:lnTo>
                <a:lnTo>
                  <a:pt x="591312" y="185928"/>
                </a:lnTo>
                <a:lnTo>
                  <a:pt x="591312" y="144780"/>
                </a:lnTo>
                <a:lnTo>
                  <a:pt x="693420" y="144780"/>
                </a:lnTo>
                <a:close/>
              </a:path>
              <a:path w="838200" h="410210">
                <a:moveTo>
                  <a:pt x="748284" y="77724"/>
                </a:moveTo>
                <a:lnTo>
                  <a:pt x="710184" y="57912"/>
                </a:lnTo>
                <a:lnTo>
                  <a:pt x="710425" y="79375"/>
                </a:lnTo>
                <a:lnTo>
                  <a:pt x="710946" y="104965"/>
                </a:lnTo>
                <a:lnTo>
                  <a:pt x="711479" y="134861"/>
                </a:lnTo>
                <a:lnTo>
                  <a:pt x="711708" y="169164"/>
                </a:lnTo>
                <a:lnTo>
                  <a:pt x="711479" y="204025"/>
                </a:lnTo>
                <a:lnTo>
                  <a:pt x="710425" y="270319"/>
                </a:lnTo>
                <a:lnTo>
                  <a:pt x="710184" y="301752"/>
                </a:lnTo>
                <a:lnTo>
                  <a:pt x="736092" y="289560"/>
                </a:lnTo>
                <a:lnTo>
                  <a:pt x="735215" y="276707"/>
                </a:lnTo>
                <a:lnTo>
                  <a:pt x="734758" y="263271"/>
                </a:lnTo>
                <a:lnTo>
                  <a:pt x="734593" y="249275"/>
                </a:lnTo>
                <a:lnTo>
                  <a:pt x="734568" y="89916"/>
                </a:lnTo>
                <a:lnTo>
                  <a:pt x="748284" y="77724"/>
                </a:lnTo>
                <a:close/>
              </a:path>
              <a:path w="838200" h="410210">
                <a:moveTo>
                  <a:pt x="838200" y="16764"/>
                </a:moveTo>
                <a:lnTo>
                  <a:pt x="798576" y="0"/>
                </a:lnTo>
                <a:lnTo>
                  <a:pt x="799465" y="18059"/>
                </a:lnTo>
                <a:lnTo>
                  <a:pt x="799909" y="35814"/>
                </a:lnTo>
                <a:lnTo>
                  <a:pt x="800087" y="53581"/>
                </a:lnTo>
                <a:lnTo>
                  <a:pt x="800100" y="335280"/>
                </a:lnTo>
                <a:lnTo>
                  <a:pt x="798957" y="346138"/>
                </a:lnTo>
                <a:lnTo>
                  <a:pt x="795528" y="353568"/>
                </a:lnTo>
                <a:lnTo>
                  <a:pt x="789813" y="357568"/>
                </a:lnTo>
                <a:lnTo>
                  <a:pt x="781812" y="358140"/>
                </a:lnTo>
                <a:lnTo>
                  <a:pt x="770940" y="357886"/>
                </a:lnTo>
                <a:lnTo>
                  <a:pt x="716280" y="355092"/>
                </a:lnTo>
                <a:lnTo>
                  <a:pt x="716280" y="361188"/>
                </a:lnTo>
                <a:lnTo>
                  <a:pt x="746290" y="368312"/>
                </a:lnTo>
                <a:lnTo>
                  <a:pt x="767715" y="378142"/>
                </a:lnTo>
                <a:lnTo>
                  <a:pt x="780580" y="390550"/>
                </a:lnTo>
                <a:lnTo>
                  <a:pt x="784860" y="405384"/>
                </a:lnTo>
                <a:lnTo>
                  <a:pt x="803490" y="396836"/>
                </a:lnTo>
                <a:lnTo>
                  <a:pt x="816102" y="385000"/>
                </a:lnTo>
                <a:lnTo>
                  <a:pt x="823010" y="370027"/>
                </a:lnTo>
                <a:lnTo>
                  <a:pt x="823988" y="358140"/>
                </a:lnTo>
                <a:lnTo>
                  <a:pt x="824369" y="353568"/>
                </a:lnTo>
                <a:lnTo>
                  <a:pt x="824484" y="28956"/>
                </a:lnTo>
                <a:lnTo>
                  <a:pt x="838200" y="1676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" name="object 36"/>
          <p:cNvSpPr/>
          <p:nvPr/>
        </p:nvSpPr>
        <p:spPr>
          <a:xfrm>
            <a:off x="4347959" y="4931664"/>
            <a:ext cx="1297305" cy="402590"/>
          </a:xfrm>
          <a:custGeom>
            <a:avLst/>
            <a:gdLst/>
            <a:ahLst/>
            <a:cxnLst/>
            <a:rect l="l" t="t" r="r" b="b"/>
            <a:pathLst>
              <a:path w="1297304" h="402589">
                <a:moveTo>
                  <a:pt x="382536" y="172212"/>
                </a:moveTo>
                <a:lnTo>
                  <a:pt x="371868" y="161544"/>
                </a:lnTo>
                <a:lnTo>
                  <a:pt x="348996" y="138684"/>
                </a:lnTo>
                <a:lnTo>
                  <a:pt x="326136" y="161544"/>
                </a:lnTo>
                <a:lnTo>
                  <a:pt x="237744" y="161544"/>
                </a:lnTo>
                <a:lnTo>
                  <a:pt x="237744" y="112776"/>
                </a:lnTo>
                <a:lnTo>
                  <a:pt x="254508" y="100584"/>
                </a:lnTo>
                <a:lnTo>
                  <a:pt x="211836" y="80772"/>
                </a:lnTo>
                <a:lnTo>
                  <a:pt x="212725" y="95681"/>
                </a:lnTo>
                <a:lnTo>
                  <a:pt x="213169" y="110871"/>
                </a:lnTo>
                <a:lnTo>
                  <a:pt x="213309" y="122897"/>
                </a:lnTo>
                <a:lnTo>
                  <a:pt x="213360" y="248412"/>
                </a:lnTo>
                <a:lnTo>
                  <a:pt x="152400" y="248412"/>
                </a:lnTo>
                <a:lnTo>
                  <a:pt x="123444" y="233172"/>
                </a:lnTo>
                <a:lnTo>
                  <a:pt x="124282" y="254508"/>
                </a:lnTo>
                <a:lnTo>
                  <a:pt x="124396" y="259080"/>
                </a:lnTo>
                <a:lnTo>
                  <a:pt x="124777" y="277368"/>
                </a:lnTo>
                <a:lnTo>
                  <a:pt x="124853" y="286321"/>
                </a:lnTo>
                <a:lnTo>
                  <a:pt x="124777" y="357949"/>
                </a:lnTo>
                <a:lnTo>
                  <a:pt x="124333" y="379793"/>
                </a:lnTo>
                <a:lnTo>
                  <a:pt x="123444" y="402336"/>
                </a:lnTo>
                <a:lnTo>
                  <a:pt x="149352" y="393192"/>
                </a:lnTo>
                <a:lnTo>
                  <a:pt x="149352" y="364236"/>
                </a:lnTo>
                <a:lnTo>
                  <a:pt x="326136" y="364236"/>
                </a:lnTo>
                <a:lnTo>
                  <a:pt x="326136" y="393192"/>
                </a:lnTo>
                <a:lnTo>
                  <a:pt x="355092" y="382524"/>
                </a:lnTo>
                <a:lnTo>
                  <a:pt x="354215" y="367652"/>
                </a:lnTo>
                <a:lnTo>
                  <a:pt x="354152" y="364236"/>
                </a:lnTo>
                <a:lnTo>
                  <a:pt x="353949" y="353568"/>
                </a:lnTo>
                <a:lnTo>
                  <a:pt x="353809" y="345554"/>
                </a:lnTo>
                <a:lnTo>
                  <a:pt x="353682" y="326136"/>
                </a:lnTo>
                <a:lnTo>
                  <a:pt x="353568" y="266700"/>
                </a:lnTo>
                <a:lnTo>
                  <a:pt x="362140" y="259080"/>
                </a:lnTo>
                <a:lnTo>
                  <a:pt x="367284" y="254508"/>
                </a:lnTo>
                <a:lnTo>
                  <a:pt x="359676" y="248412"/>
                </a:lnTo>
                <a:lnTo>
                  <a:pt x="336804" y="230124"/>
                </a:lnTo>
                <a:lnTo>
                  <a:pt x="326136" y="244348"/>
                </a:lnTo>
                <a:lnTo>
                  <a:pt x="326136" y="259080"/>
                </a:lnTo>
                <a:lnTo>
                  <a:pt x="326136" y="353568"/>
                </a:lnTo>
                <a:lnTo>
                  <a:pt x="149352" y="353568"/>
                </a:lnTo>
                <a:lnTo>
                  <a:pt x="149352" y="259080"/>
                </a:lnTo>
                <a:lnTo>
                  <a:pt x="326136" y="259080"/>
                </a:lnTo>
                <a:lnTo>
                  <a:pt x="326136" y="244348"/>
                </a:lnTo>
                <a:lnTo>
                  <a:pt x="323088" y="248412"/>
                </a:lnTo>
                <a:lnTo>
                  <a:pt x="237744" y="248412"/>
                </a:lnTo>
                <a:lnTo>
                  <a:pt x="237744" y="172212"/>
                </a:lnTo>
                <a:lnTo>
                  <a:pt x="382536" y="172212"/>
                </a:lnTo>
                <a:close/>
              </a:path>
              <a:path w="1297304" h="402589">
                <a:moveTo>
                  <a:pt x="403860" y="74676"/>
                </a:moveTo>
                <a:lnTo>
                  <a:pt x="393192" y="64008"/>
                </a:lnTo>
                <a:lnTo>
                  <a:pt x="365760" y="36576"/>
                </a:lnTo>
                <a:lnTo>
                  <a:pt x="336804" y="64008"/>
                </a:lnTo>
                <a:lnTo>
                  <a:pt x="234696" y="64008"/>
                </a:lnTo>
                <a:lnTo>
                  <a:pt x="242316" y="56388"/>
                </a:lnTo>
                <a:lnTo>
                  <a:pt x="245364" y="48768"/>
                </a:lnTo>
                <a:lnTo>
                  <a:pt x="245364" y="39624"/>
                </a:lnTo>
                <a:lnTo>
                  <a:pt x="243840" y="35052"/>
                </a:lnTo>
                <a:lnTo>
                  <a:pt x="213360" y="8597"/>
                </a:lnTo>
                <a:lnTo>
                  <a:pt x="195072" y="0"/>
                </a:lnTo>
                <a:lnTo>
                  <a:pt x="190500" y="4572"/>
                </a:lnTo>
                <a:lnTo>
                  <a:pt x="202501" y="21145"/>
                </a:lnTo>
                <a:lnTo>
                  <a:pt x="211074" y="36576"/>
                </a:lnTo>
                <a:lnTo>
                  <a:pt x="216217" y="50863"/>
                </a:lnTo>
                <a:lnTo>
                  <a:pt x="217932" y="64008"/>
                </a:lnTo>
                <a:lnTo>
                  <a:pt x="89916" y="64008"/>
                </a:lnTo>
                <a:lnTo>
                  <a:pt x="57912" y="47244"/>
                </a:lnTo>
                <a:lnTo>
                  <a:pt x="58153" y="66370"/>
                </a:lnTo>
                <a:lnTo>
                  <a:pt x="58674" y="91630"/>
                </a:lnTo>
                <a:lnTo>
                  <a:pt x="59207" y="122897"/>
                </a:lnTo>
                <a:lnTo>
                  <a:pt x="59309" y="138684"/>
                </a:lnTo>
                <a:lnTo>
                  <a:pt x="59410" y="161544"/>
                </a:lnTo>
                <a:lnTo>
                  <a:pt x="58610" y="199250"/>
                </a:lnTo>
                <a:lnTo>
                  <a:pt x="52374" y="267398"/>
                </a:lnTo>
                <a:lnTo>
                  <a:pt x="39230" y="324040"/>
                </a:lnTo>
                <a:lnTo>
                  <a:pt x="15748" y="374332"/>
                </a:lnTo>
                <a:lnTo>
                  <a:pt x="0" y="397764"/>
                </a:lnTo>
                <a:lnTo>
                  <a:pt x="4572" y="402336"/>
                </a:lnTo>
                <a:lnTo>
                  <a:pt x="36576" y="364807"/>
                </a:lnTo>
                <a:lnTo>
                  <a:pt x="59436" y="326136"/>
                </a:lnTo>
                <a:lnTo>
                  <a:pt x="72961" y="286321"/>
                </a:lnTo>
                <a:lnTo>
                  <a:pt x="80772" y="245364"/>
                </a:lnTo>
                <a:lnTo>
                  <a:pt x="84201" y="181165"/>
                </a:lnTo>
                <a:lnTo>
                  <a:pt x="85064" y="133286"/>
                </a:lnTo>
                <a:lnTo>
                  <a:pt x="85344" y="74676"/>
                </a:lnTo>
                <a:lnTo>
                  <a:pt x="403860" y="74676"/>
                </a:lnTo>
                <a:close/>
              </a:path>
              <a:path w="1297304" h="402589">
                <a:moveTo>
                  <a:pt x="544360" y="78727"/>
                </a:moveTo>
                <a:lnTo>
                  <a:pt x="520458" y="44577"/>
                </a:lnTo>
                <a:lnTo>
                  <a:pt x="496836" y="27432"/>
                </a:lnTo>
                <a:lnTo>
                  <a:pt x="492264" y="28956"/>
                </a:lnTo>
                <a:lnTo>
                  <a:pt x="501662" y="47269"/>
                </a:lnTo>
                <a:lnTo>
                  <a:pt x="509219" y="63436"/>
                </a:lnTo>
                <a:lnTo>
                  <a:pt x="514756" y="77609"/>
                </a:lnTo>
                <a:lnTo>
                  <a:pt x="518172" y="89916"/>
                </a:lnTo>
                <a:lnTo>
                  <a:pt x="519696" y="102108"/>
                </a:lnTo>
                <a:lnTo>
                  <a:pt x="522744" y="106680"/>
                </a:lnTo>
                <a:lnTo>
                  <a:pt x="527316" y="106680"/>
                </a:lnTo>
                <a:lnTo>
                  <a:pt x="530364" y="105156"/>
                </a:lnTo>
                <a:lnTo>
                  <a:pt x="539508" y="99060"/>
                </a:lnTo>
                <a:lnTo>
                  <a:pt x="542556" y="92964"/>
                </a:lnTo>
                <a:lnTo>
                  <a:pt x="544080" y="85344"/>
                </a:lnTo>
                <a:lnTo>
                  <a:pt x="544360" y="78727"/>
                </a:lnTo>
                <a:close/>
              </a:path>
              <a:path w="1297304" h="402589">
                <a:moveTo>
                  <a:pt x="841260" y="313944"/>
                </a:moveTo>
                <a:lnTo>
                  <a:pt x="820877" y="276034"/>
                </a:lnTo>
                <a:lnTo>
                  <a:pt x="819924" y="248412"/>
                </a:lnTo>
                <a:lnTo>
                  <a:pt x="813828" y="248412"/>
                </a:lnTo>
                <a:lnTo>
                  <a:pt x="811771" y="267512"/>
                </a:lnTo>
                <a:lnTo>
                  <a:pt x="810018" y="283464"/>
                </a:lnTo>
                <a:lnTo>
                  <a:pt x="808253" y="295998"/>
                </a:lnTo>
                <a:lnTo>
                  <a:pt x="806208" y="304800"/>
                </a:lnTo>
                <a:lnTo>
                  <a:pt x="804684" y="313944"/>
                </a:lnTo>
                <a:lnTo>
                  <a:pt x="797064" y="318516"/>
                </a:lnTo>
                <a:lnTo>
                  <a:pt x="787920" y="316992"/>
                </a:lnTo>
                <a:lnTo>
                  <a:pt x="758964" y="316992"/>
                </a:lnTo>
                <a:lnTo>
                  <a:pt x="737628" y="187452"/>
                </a:lnTo>
                <a:lnTo>
                  <a:pt x="833640" y="187452"/>
                </a:lnTo>
                <a:lnTo>
                  <a:pt x="803160" y="153924"/>
                </a:lnTo>
                <a:lnTo>
                  <a:pt x="780300" y="176784"/>
                </a:lnTo>
                <a:lnTo>
                  <a:pt x="707148" y="176784"/>
                </a:lnTo>
                <a:lnTo>
                  <a:pt x="707148" y="105156"/>
                </a:lnTo>
                <a:lnTo>
                  <a:pt x="806208" y="105156"/>
                </a:lnTo>
                <a:lnTo>
                  <a:pt x="797928" y="96012"/>
                </a:lnTo>
                <a:lnTo>
                  <a:pt x="777252" y="73152"/>
                </a:lnTo>
                <a:lnTo>
                  <a:pt x="754392" y="96012"/>
                </a:lnTo>
                <a:lnTo>
                  <a:pt x="707148" y="96012"/>
                </a:lnTo>
                <a:lnTo>
                  <a:pt x="707148" y="36576"/>
                </a:lnTo>
                <a:lnTo>
                  <a:pt x="722388" y="22860"/>
                </a:lnTo>
                <a:lnTo>
                  <a:pt x="682764" y="4572"/>
                </a:lnTo>
                <a:lnTo>
                  <a:pt x="683641" y="21437"/>
                </a:lnTo>
                <a:lnTo>
                  <a:pt x="684098" y="42291"/>
                </a:lnTo>
                <a:lnTo>
                  <a:pt x="684212" y="60960"/>
                </a:lnTo>
                <a:lnTo>
                  <a:pt x="684288" y="96012"/>
                </a:lnTo>
                <a:lnTo>
                  <a:pt x="627900" y="96012"/>
                </a:lnTo>
                <a:lnTo>
                  <a:pt x="632206" y="86893"/>
                </a:lnTo>
                <a:lnTo>
                  <a:pt x="636092" y="77914"/>
                </a:lnTo>
                <a:lnTo>
                  <a:pt x="639686" y="69227"/>
                </a:lnTo>
                <a:lnTo>
                  <a:pt x="643140" y="60960"/>
                </a:lnTo>
                <a:lnTo>
                  <a:pt x="656856" y="53340"/>
                </a:lnTo>
                <a:lnTo>
                  <a:pt x="621804" y="32004"/>
                </a:lnTo>
                <a:lnTo>
                  <a:pt x="611136" y="85344"/>
                </a:lnTo>
                <a:lnTo>
                  <a:pt x="598563" y="122110"/>
                </a:lnTo>
                <a:lnTo>
                  <a:pt x="579132" y="160020"/>
                </a:lnTo>
                <a:lnTo>
                  <a:pt x="583704" y="163068"/>
                </a:lnTo>
                <a:lnTo>
                  <a:pt x="595680" y="149948"/>
                </a:lnTo>
                <a:lnTo>
                  <a:pt x="606374" y="135826"/>
                </a:lnTo>
                <a:lnTo>
                  <a:pt x="615632" y="120853"/>
                </a:lnTo>
                <a:lnTo>
                  <a:pt x="623328" y="105156"/>
                </a:lnTo>
                <a:lnTo>
                  <a:pt x="684288" y="105156"/>
                </a:lnTo>
                <a:lnTo>
                  <a:pt x="684288" y="176784"/>
                </a:lnTo>
                <a:lnTo>
                  <a:pt x="560844" y="176784"/>
                </a:lnTo>
                <a:lnTo>
                  <a:pt x="577608" y="192024"/>
                </a:lnTo>
                <a:lnTo>
                  <a:pt x="586460" y="190030"/>
                </a:lnTo>
                <a:lnTo>
                  <a:pt x="594753" y="188595"/>
                </a:lnTo>
                <a:lnTo>
                  <a:pt x="602462" y="187744"/>
                </a:lnTo>
                <a:lnTo>
                  <a:pt x="609612" y="187452"/>
                </a:lnTo>
                <a:lnTo>
                  <a:pt x="647712" y="187452"/>
                </a:lnTo>
                <a:lnTo>
                  <a:pt x="640867" y="236321"/>
                </a:lnTo>
                <a:lnTo>
                  <a:pt x="625043" y="277749"/>
                </a:lnTo>
                <a:lnTo>
                  <a:pt x="600354" y="311734"/>
                </a:lnTo>
                <a:lnTo>
                  <a:pt x="566940" y="338328"/>
                </a:lnTo>
                <a:lnTo>
                  <a:pt x="569988" y="344424"/>
                </a:lnTo>
                <a:lnTo>
                  <a:pt x="613156" y="320116"/>
                </a:lnTo>
                <a:lnTo>
                  <a:pt x="644474" y="285940"/>
                </a:lnTo>
                <a:lnTo>
                  <a:pt x="664070" y="241769"/>
                </a:lnTo>
                <a:lnTo>
                  <a:pt x="672096" y="187452"/>
                </a:lnTo>
                <a:lnTo>
                  <a:pt x="714768" y="187452"/>
                </a:lnTo>
                <a:lnTo>
                  <a:pt x="714883" y="304800"/>
                </a:lnTo>
                <a:lnTo>
                  <a:pt x="745248" y="336804"/>
                </a:lnTo>
                <a:lnTo>
                  <a:pt x="800112" y="336804"/>
                </a:lnTo>
                <a:lnTo>
                  <a:pt x="814679" y="336232"/>
                </a:lnTo>
                <a:lnTo>
                  <a:pt x="826401" y="332232"/>
                </a:lnTo>
                <a:lnTo>
                  <a:pt x="835253" y="324802"/>
                </a:lnTo>
                <a:lnTo>
                  <a:pt x="838733" y="318516"/>
                </a:lnTo>
                <a:lnTo>
                  <a:pt x="841260" y="313944"/>
                </a:lnTo>
                <a:close/>
              </a:path>
              <a:path w="1297304" h="402589">
                <a:moveTo>
                  <a:pt x="854976" y="362712"/>
                </a:moveTo>
                <a:lnTo>
                  <a:pt x="809231" y="367334"/>
                </a:lnTo>
                <a:lnTo>
                  <a:pt x="765632" y="369951"/>
                </a:lnTo>
                <a:lnTo>
                  <a:pt x="724027" y="370865"/>
                </a:lnTo>
                <a:lnTo>
                  <a:pt x="684288" y="370332"/>
                </a:lnTo>
                <a:lnTo>
                  <a:pt x="620471" y="364617"/>
                </a:lnTo>
                <a:lnTo>
                  <a:pt x="580656" y="352044"/>
                </a:lnTo>
                <a:lnTo>
                  <a:pt x="546341" y="327660"/>
                </a:lnTo>
                <a:lnTo>
                  <a:pt x="536460" y="316992"/>
                </a:lnTo>
                <a:lnTo>
                  <a:pt x="536460" y="179832"/>
                </a:lnTo>
                <a:lnTo>
                  <a:pt x="542747" y="175260"/>
                </a:lnTo>
                <a:lnTo>
                  <a:pt x="553224" y="167640"/>
                </a:lnTo>
                <a:lnTo>
                  <a:pt x="524268" y="147828"/>
                </a:lnTo>
                <a:lnTo>
                  <a:pt x="512076" y="164592"/>
                </a:lnTo>
                <a:lnTo>
                  <a:pt x="446544" y="164592"/>
                </a:lnTo>
                <a:lnTo>
                  <a:pt x="461784" y="179832"/>
                </a:lnTo>
                <a:lnTo>
                  <a:pt x="471258" y="177838"/>
                </a:lnTo>
                <a:lnTo>
                  <a:pt x="479310" y="176403"/>
                </a:lnTo>
                <a:lnTo>
                  <a:pt x="486206" y="175552"/>
                </a:lnTo>
                <a:lnTo>
                  <a:pt x="492264" y="175260"/>
                </a:lnTo>
                <a:lnTo>
                  <a:pt x="515124" y="175260"/>
                </a:lnTo>
                <a:lnTo>
                  <a:pt x="515124" y="313944"/>
                </a:lnTo>
                <a:lnTo>
                  <a:pt x="495350" y="323659"/>
                </a:lnTo>
                <a:lnTo>
                  <a:pt x="477024" y="334518"/>
                </a:lnTo>
                <a:lnTo>
                  <a:pt x="459828" y="346519"/>
                </a:lnTo>
                <a:lnTo>
                  <a:pt x="443496" y="359664"/>
                </a:lnTo>
                <a:lnTo>
                  <a:pt x="469404" y="382524"/>
                </a:lnTo>
                <a:lnTo>
                  <a:pt x="473684" y="374243"/>
                </a:lnTo>
                <a:lnTo>
                  <a:pt x="479691" y="365379"/>
                </a:lnTo>
                <a:lnTo>
                  <a:pt x="506501" y="337096"/>
                </a:lnTo>
                <a:lnTo>
                  <a:pt x="525792" y="327660"/>
                </a:lnTo>
                <a:lnTo>
                  <a:pt x="530313" y="330809"/>
                </a:lnTo>
                <a:lnTo>
                  <a:pt x="536841" y="335661"/>
                </a:lnTo>
                <a:lnTo>
                  <a:pt x="545071" y="342239"/>
                </a:lnTo>
                <a:lnTo>
                  <a:pt x="554748" y="350520"/>
                </a:lnTo>
                <a:lnTo>
                  <a:pt x="565619" y="360235"/>
                </a:lnTo>
                <a:lnTo>
                  <a:pt x="577799" y="368808"/>
                </a:lnTo>
                <a:lnTo>
                  <a:pt x="623709" y="387667"/>
                </a:lnTo>
                <a:lnTo>
                  <a:pt x="664857" y="394525"/>
                </a:lnTo>
                <a:lnTo>
                  <a:pt x="715733" y="397154"/>
                </a:lnTo>
                <a:lnTo>
                  <a:pt x="818400" y="399288"/>
                </a:lnTo>
                <a:lnTo>
                  <a:pt x="820686" y="390486"/>
                </a:lnTo>
                <a:lnTo>
                  <a:pt x="827544" y="382524"/>
                </a:lnTo>
                <a:lnTo>
                  <a:pt x="838974" y="375716"/>
                </a:lnTo>
                <a:lnTo>
                  <a:pt x="853414" y="370865"/>
                </a:lnTo>
                <a:lnTo>
                  <a:pt x="854976" y="370332"/>
                </a:lnTo>
                <a:lnTo>
                  <a:pt x="854976" y="362712"/>
                </a:lnTo>
                <a:close/>
              </a:path>
              <a:path w="1297304" h="402589">
                <a:moveTo>
                  <a:pt x="1059180" y="152412"/>
                </a:moveTo>
                <a:lnTo>
                  <a:pt x="1028700" y="123456"/>
                </a:lnTo>
                <a:lnTo>
                  <a:pt x="1010412" y="141744"/>
                </a:lnTo>
                <a:lnTo>
                  <a:pt x="982980" y="141744"/>
                </a:lnTo>
                <a:lnTo>
                  <a:pt x="982980" y="36588"/>
                </a:lnTo>
                <a:lnTo>
                  <a:pt x="999744" y="24396"/>
                </a:lnTo>
                <a:lnTo>
                  <a:pt x="955548" y="4584"/>
                </a:lnTo>
                <a:lnTo>
                  <a:pt x="956437" y="19177"/>
                </a:lnTo>
                <a:lnTo>
                  <a:pt x="956881" y="33350"/>
                </a:lnTo>
                <a:lnTo>
                  <a:pt x="956957" y="39636"/>
                </a:lnTo>
                <a:lnTo>
                  <a:pt x="957072" y="141744"/>
                </a:lnTo>
                <a:lnTo>
                  <a:pt x="891540" y="141744"/>
                </a:lnTo>
                <a:lnTo>
                  <a:pt x="906780" y="158508"/>
                </a:lnTo>
                <a:lnTo>
                  <a:pt x="917092" y="155625"/>
                </a:lnTo>
                <a:lnTo>
                  <a:pt x="927544" y="153746"/>
                </a:lnTo>
                <a:lnTo>
                  <a:pt x="938288" y="152717"/>
                </a:lnTo>
                <a:lnTo>
                  <a:pt x="949452" y="152412"/>
                </a:lnTo>
                <a:lnTo>
                  <a:pt x="957072" y="152412"/>
                </a:lnTo>
                <a:lnTo>
                  <a:pt x="957072" y="312432"/>
                </a:lnTo>
                <a:lnTo>
                  <a:pt x="941908" y="317614"/>
                </a:lnTo>
                <a:lnTo>
                  <a:pt x="926020" y="321957"/>
                </a:lnTo>
                <a:lnTo>
                  <a:pt x="909281" y="325716"/>
                </a:lnTo>
                <a:lnTo>
                  <a:pt x="891540" y="329196"/>
                </a:lnTo>
                <a:lnTo>
                  <a:pt x="912876" y="364248"/>
                </a:lnTo>
                <a:lnTo>
                  <a:pt x="926020" y="352526"/>
                </a:lnTo>
                <a:lnTo>
                  <a:pt x="954024" y="335673"/>
                </a:lnTo>
                <a:lnTo>
                  <a:pt x="996886" y="313664"/>
                </a:lnTo>
                <a:lnTo>
                  <a:pt x="1018971" y="303288"/>
                </a:lnTo>
                <a:lnTo>
                  <a:pt x="1054608" y="286524"/>
                </a:lnTo>
                <a:lnTo>
                  <a:pt x="1053084" y="278904"/>
                </a:lnTo>
                <a:lnTo>
                  <a:pt x="982980" y="303288"/>
                </a:lnTo>
                <a:lnTo>
                  <a:pt x="982980" y="152412"/>
                </a:lnTo>
                <a:lnTo>
                  <a:pt x="1059180" y="152412"/>
                </a:lnTo>
                <a:close/>
              </a:path>
              <a:path w="1297304" h="402589">
                <a:moveTo>
                  <a:pt x="1296924" y="384060"/>
                </a:moveTo>
                <a:lnTo>
                  <a:pt x="1260348" y="347484"/>
                </a:lnTo>
                <a:lnTo>
                  <a:pt x="1234440" y="373392"/>
                </a:lnTo>
                <a:lnTo>
                  <a:pt x="1178052" y="373392"/>
                </a:lnTo>
                <a:lnTo>
                  <a:pt x="1178052" y="182892"/>
                </a:lnTo>
                <a:lnTo>
                  <a:pt x="1289304" y="182892"/>
                </a:lnTo>
                <a:lnTo>
                  <a:pt x="1279131" y="172224"/>
                </a:lnTo>
                <a:lnTo>
                  <a:pt x="1257300" y="149364"/>
                </a:lnTo>
                <a:lnTo>
                  <a:pt x="1234440" y="172224"/>
                </a:lnTo>
                <a:lnTo>
                  <a:pt x="1178052" y="172224"/>
                </a:lnTo>
                <a:lnTo>
                  <a:pt x="1178052" y="39636"/>
                </a:lnTo>
                <a:lnTo>
                  <a:pt x="1193292" y="25920"/>
                </a:lnTo>
                <a:lnTo>
                  <a:pt x="1152144" y="6108"/>
                </a:lnTo>
                <a:lnTo>
                  <a:pt x="1153033" y="27559"/>
                </a:lnTo>
                <a:lnTo>
                  <a:pt x="1153477" y="46304"/>
                </a:lnTo>
                <a:lnTo>
                  <a:pt x="1153629" y="60972"/>
                </a:lnTo>
                <a:lnTo>
                  <a:pt x="1153668" y="373392"/>
                </a:lnTo>
                <a:lnTo>
                  <a:pt x="1098804" y="373392"/>
                </a:lnTo>
                <a:lnTo>
                  <a:pt x="1098804" y="150888"/>
                </a:lnTo>
                <a:lnTo>
                  <a:pt x="1114044" y="138696"/>
                </a:lnTo>
                <a:lnTo>
                  <a:pt x="1072896" y="115836"/>
                </a:lnTo>
                <a:lnTo>
                  <a:pt x="1073137" y="128117"/>
                </a:lnTo>
                <a:lnTo>
                  <a:pt x="1074115" y="149364"/>
                </a:lnTo>
                <a:lnTo>
                  <a:pt x="1074229" y="152717"/>
                </a:lnTo>
                <a:lnTo>
                  <a:pt x="1074356" y="158508"/>
                </a:lnTo>
                <a:lnTo>
                  <a:pt x="1074420" y="373392"/>
                </a:lnTo>
                <a:lnTo>
                  <a:pt x="998220" y="373392"/>
                </a:lnTo>
                <a:lnTo>
                  <a:pt x="1013460" y="388632"/>
                </a:lnTo>
                <a:lnTo>
                  <a:pt x="1022896" y="386626"/>
                </a:lnTo>
                <a:lnTo>
                  <a:pt x="1032891" y="385203"/>
                </a:lnTo>
                <a:lnTo>
                  <a:pt x="1043470" y="384340"/>
                </a:lnTo>
                <a:lnTo>
                  <a:pt x="1054608" y="384060"/>
                </a:lnTo>
                <a:lnTo>
                  <a:pt x="1296924" y="38406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" name="object 37"/>
          <p:cNvSpPr/>
          <p:nvPr/>
        </p:nvSpPr>
        <p:spPr>
          <a:xfrm>
            <a:off x="5733288" y="4937759"/>
            <a:ext cx="325120" cy="398145"/>
          </a:xfrm>
          <a:custGeom>
            <a:avLst/>
            <a:gdLst/>
            <a:ahLst/>
            <a:cxnLst/>
            <a:rect l="l" t="t" r="r" b="b"/>
            <a:pathLst>
              <a:path w="325120" h="398145">
                <a:moveTo>
                  <a:pt x="74676" y="85344"/>
                </a:moveTo>
                <a:lnTo>
                  <a:pt x="68580" y="85344"/>
                </a:lnTo>
                <a:lnTo>
                  <a:pt x="65532" y="80772"/>
                </a:lnTo>
                <a:lnTo>
                  <a:pt x="62484" y="70104"/>
                </a:lnTo>
                <a:lnTo>
                  <a:pt x="56984" y="56388"/>
                </a:lnTo>
                <a:lnTo>
                  <a:pt x="49530" y="40767"/>
                </a:lnTo>
                <a:lnTo>
                  <a:pt x="39766" y="23383"/>
                </a:lnTo>
                <a:lnTo>
                  <a:pt x="27432" y="4572"/>
                </a:lnTo>
                <a:lnTo>
                  <a:pt x="33528" y="0"/>
                </a:lnTo>
                <a:lnTo>
                  <a:pt x="72104" y="25717"/>
                </a:lnTo>
                <a:lnTo>
                  <a:pt x="89916" y="48768"/>
                </a:lnTo>
                <a:lnTo>
                  <a:pt x="89916" y="59436"/>
                </a:lnTo>
                <a:lnTo>
                  <a:pt x="88392" y="67056"/>
                </a:lnTo>
                <a:lnTo>
                  <a:pt x="79248" y="82296"/>
                </a:lnTo>
                <a:lnTo>
                  <a:pt x="74676" y="85344"/>
                </a:lnTo>
                <a:close/>
              </a:path>
              <a:path w="325120" h="398145">
                <a:moveTo>
                  <a:pt x="146304" y="60960"/>
                </a:moveTo>
                <a:lnTo>
                  <a:pt x="129540" y="45720"/>
                </a:lnTo>
                <a:lnTo>
                  <a:pt x="281940" y="45720"/>
                </a:lnTo>
                <a:lnTo>
                  <a:pt x="295656" y="24384"/>
                </a:lnTo>
                <a:lnTo>
                  <a:pt x="324612" y="48768"/>
                </a:lnTo>
                <a:lnTo>
                  <a:pt x="316145" y="56388"/>
                </a:lnTo>
                <a:lnTo>
                  <a:pt x="187452" y="56388"/>
                </a:lnTo>
                <a:lnTo>
                  <a:pt x="176307" y="56673"/>
                </a:lnTo>
                <a:lnTo>
                  <a:pt x="165735" y="57531"/>
                </a:lnTo>
                <a:lnTo>
                  <a:pt x="155733" y="58959"/>
                </a:lnTo>
                <a:lnTo>
                  <a:pt x="146304" y="60960"/>
                </a:lnTo>
                <a:close/>
              </a:path>
              <a:path w="325120" h="398145">
                <a:moveTo>
                  <a:pt x="308492" y="353568"/>
                </a:moveTo>
                <a:lnTo>
                  <a:pt x="263652" y="353568"/>
                </a:lnTo>
                <a:lnTo>
                  <a:pt x="272534" y="353568"/>
                </a:lnTo>
                <a:lnTo>
                  <a:pt x="278701" y="351282"/>
                </a:lnTo>
                <a:lnTo>
                  <a:pt x="282297" y="346710"/>
                </a:lnTo>
                <a:lnTo>
                  <a:pt x="283464" y="339852"/>
                </a:lnTo>
                <a:lnTo>
                  <a:pt x="283464" y="56388"/>
                </a:lnTo>
                <a:lnTo>
                  <a:pt x="316145" y="56388"/>
                </a:lnTo>
                <a:lnTo>
                  <a:pt x="309372" y="62484"/>
                </a:lnTo>
                <a:lnTo>
                  <a:pt x="309372" y="344424"/>
                </a:lnTo>
                <a:lnTo>
                  <a:pt x="308492" y="353568"/>
                </a:lnTo>
                <a:close/>
              </a:path>
              <a:path w="325120" h="398145">
                <a:moveTo>
                  <a:pt x="0" y="397763"/>
                </a:moveTo>
                <a:lnTo>
                  <a:pt x="881" y="359211"/>
                </a:lnTo>
                <a:lnTo>
                  <a:pt x="1333" y="316801"/>
                </a:lnTo>
                <a:lnTo>
                  <a:pt x="1451" y="161544"/>
                </a:lnTo>
                <a:lnTo>
                  <a:pt x="1328" y="132588"/>
                </a:lnTo>
                <a:lnTo>
                  <a:pt x="881" y="100107"/>
                </a:lnTo>
                <a:lnTo>
                  <a:pt x="0" y="74676"/>
                </a:lnTo>
                <a:lnTo>
                  <a:pt x="42672" y="99060"/>
                </a:lnTo>
                <a:lnTo>
                  <a:pt x="27432" y="109728"/>
                </a:lnTo>
                <a:lnTo>
                  <a:pt x="27432" y="387096"/>
                </a:lnTo>
                <a:lnTo>
                  <a:pt x="0" y="397763"/>
                </a:lnTo>
                <a:close/>
              </a:path>
              <a:path w="325120" h="398145">
                <a:moveTo>
                  <a:pt x="238832" y="152400"/>
                </a:moveTo>
                <a:lnTo>
                  <a:pt x="201168" y="152400"/>
                </a:lnTo>
                <a:lnTo>
                  <a:pt x="213360" y="132588"/>
                </a:lnTo>
                <a:lnTo>
                  <a:pt x="238832" y="152400"/>
                </a:lnTo>
                <a:close/>
              </a:path>
              <a:path w="325120" h="398145">
                <a:moveTo>
                  <a:pt x="82296" y="307848"/>
                </a:moveTo>
                <a:lnTo>
                  <a:pt x="82534" y="282392"/>
                </a:lnTo>
                <a:lnTo>
                  <a:pt x="83138" y="255079"/>
                </a:lnTo>
                <a:lnTo>
                  <a:pt x="83581" y="236053"/>
                </a:lnTo>
                <a:lnTo>
                  <a:pt x="83820" y="214884"/>
                </a:lnTo>
                <a:lnTo>
                  <a:pt x="83581" y="194548"/>
                </a:lnTo>
                <a:lnTo>
                  <a:pt x="82534" y="154447"/>
                </a:lnTo>
                <a:lnTo>
                  <a:pt x="82296" y="134112"/>
                </a:lnTo>
                <a:lnTo>
                  <a:pt x="108204" y="152400"/>
                </a:lnTo>
                <a:lnTo>
                  <a:pt x="238832" y="152400"/>
                </a:lnTo>
                <a:lnTo>
                  <a:pt x="240792" y="153924"/>
                </a:lnTo>
                <a:lnTo>
                  <a:pt x="232219" y="161544"/>
                </a:lnTo>
                <a:lnTo>
                  <a:pt x="108204" y="161544"/>
                </a:lnTo>
                <a:lnTo>
                  <a:pt x="108204" y="265176"/>
                </a:lnTo>
                <a:lnTo>
                  <a:pt x="227801" y="265176"/>
                </a:lnTo>
                <a:lnTo>
                  <a:pt x="228270" y="275844"/>
                </a:lnTo>
                <a:lnTo>
                  <a:pt x="108204" y="275844"/>
                </a:lnTo>
                <a:lnTo>
                  <a:pt x="108204" y="297180"/>
                </a:lnTo>
                <a:lnTo>
                  <a:pt x="82296" y="307848"/>
                </a:lnTo>
                <a:close/>
              </a:path>
              <a:path w="325120" h="398145">
                <a:moveTo>
                  <a:pt x="227801" y="265176"/>
                </a:moveTo>
                <a:lnTo>
                  <a:pt x="202692" y="265176"/>
                </a:lnTo>
                <a:lnTo>
                  <a:pt x="202692" y="161544"/>
                </a:lnTo>
                <a:lnTo>
                  <a:pt x="232219" y="161544"/>
                </a:lnTo>
                <a:lnTo>
                  <a:pt x="227076" y="166116"/>
                </a:lnTo>
                <a:lnTo>
                  <a:pt x="227076" y="245364"/>
                </a:lnTo>
                <a:lnTo>
                  <a:pt x="227314" y="255079"/>
                </a:lnTo>
                <a:lnTo>
                  <a:pt x="227801" y="265176"/>
                </a:lnTo>
                <a:close/>
              </a:path>
              <a:path w="325120" h="398145">
                <a:moveTo>
                  <a:pt x="202692" y="301752"/>
                </a:moveTo>
                <a:lnTo>
                  <a:pt x="202692" y="275844"/>
                </a:lnTo>
                <a:lnTo>
                  <a:pt x="228270" y="275844"/>
                </a:lnTo>
                <a:lnTo>
                  <a:pt x="228361" y="277939"/>
                </a:lnTo>
                <a:lnTo>
                  <a:pt x="228600" y="291083"/>
                </a:lnTo>
                <a:lnTo>
                  <a:pt x="202692" y="301752"/>
                </a:lnTo>
                <a:close/>
              </a:path>
              <a:path w="325120" h="398145">
                <a:moveTo>
                  <a:pt x="265176" y="397763"/>
                </a:moveTo>
                <a:lnTo>
                  <a:pt x="261699" y="383809"/>
                </a:lnTo>
                <a:lnTo>
                  <a:pt x="251079" y="371856"/>
                </a:lnTo>
                <a:lnTo>
                  <a:pt x="233029" y="362188"/>
                </a:lnTo>
                <a:lnTo>
                  <a:pt x="207264" y="355092"/>
                </a:lnTo>
                <a:lnTo>
                  <a:pt x="207264" y="347472"/>
                </a:lnTo>
                <a:lnTo>
                  <a:pt x="224647" y="349496"/>
                </a:lnTo>
                <a:lnTo>
                  <a:pt x="263652" y="353568"/>
                </a:lnTo>
                <a:lnTo>
                  <a:pt x="308492" y="353568"/>
                </a:lnTo>
                <a:lnTo>
                  <a:pt x="307395" y="364974"/>
                </a:lnTo>
                <a:lnTo>
                  <a:pt x="299275" y="380809"/>
                </a:lnTo>
                <a:lnTo>
                  <a:pt x="285154" y="391787"/>
                </a:lnTo>
                <a:lnTo>
                  <a:pt x="265176" y="39776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" name="object 38"/>
          <p:cNvSpPr/>
          <p:nvPr/>
        </p:nvSpPr>
        <p:spPr>
          <a:xfrm>
            <a:off x="6128003" y="4945379"/>
            <a:ext cx="403860" cy="393700"/>
          </a:xfrm>
          <a:custGeom>
            <a:avLst/>
            <a:gdLst/>
            <a:ahLst/>
            <a:cxnLst/>
            <a:rect l="l" t="t" r="r" b="b"/>
            <a:pathLst>
              <a:path w="403859" h="393700">
                <a:moveTo>
                  <a:pt x="216408" y="36576"/>
                </a:moveTo>
                <a:lnTo>
                  <a:pt x="201168" y="21336"/>
                </a:lnTo>
                <a:lnTo>
                  <a:pt x="352044" y="21336"/>
                </a:lnTo>
                <a:lnTo>
                  <a:pt x="373380" y="0"/>
                </a:lnTo>
                <a:lnTo>
                  <a:pt x="400812" y="30480"/>
                </a:lnTo>
                <a:lnTo>
                  <a:pt x="259080" y="30480"/>
                </a:lnTo>
                <a:lnTo>
                  <a:pt x="247911" y="31003"/>
                </a:lnTo>
                <a:lnTo>
                  <a:pt x="237172" y="32385"/>
                </a:lnTo>
                <a:lnTo>
                  <a:pt x="226718" y="34337"/>
                </a:lnTo>
                <a:lnTo>
                  <a:pt x="216408" y="36576"/>
                </a:lnTo>
                <a:close/>
              </a:path>
              <a:path w="403859" h="393700">
                <a:moveTo>
                  <a:pt x="186472" y="18288"/>
                </a:moveTo>
                <a:lnTo>
                  <a:pt x="153924" y="18288"/>
                </a:lnTo>
                <a:lnTo>
                  <a:pt x="166116" y="1524"/>
                </a:lnTo>
                <a:lnTo>
                  <a:pt x="186472" y="18288"/>
                </a:lnTo>
                <a:close/>
              </a:path>
              <a:path w="403859" h="393700">
                <a:moveTo>
                  <a:pt x="51816" y="169164"/>
                </a:moveTo>
                <a:lnTo>
                  <a:pt x="52697" y="148566"/>
                </a:lnTo>
                <a:lnTo>
                  <a:pt x="53149" y="127825"/>
                </a:lnTo>
                <a:lnTo>
                  <a:pt x="53250" y="55816"/>
                </a:lnTo>
                <a:lnTo>
                  <a:pt x="53145" y="43076"/>
                </a:lnTo>
                <a:lnTo>
                  <a:pt x="52697" y="23407"/>
                </a:lnTo>
                <a:lnTo>
                  <a:pt x="51816" y="4572"/>
                </a:lnTo>
                <a:lnTo>
                  <a:pt x="76200" y="18288"/>
                </a:lnTo>
                <a:lnTo>
                  <a:pt x="186472" y="18288"/>
                </a:lnTo>
                <a:lnTo>
                  <a:pt x="192024" y="22860"/>
                </a:lnTo>
                <a:lnTo>
                  <a:pt x="185057" y="28956"/>
                </a:lnTo>
                <a:lnTo>
                  <a:pt x="76200" y="28956"/>
                </a:lnTo>
                <a:lnTo>
                  <a:pt x="76200" y="79248"/>
                </a:lnTo>
                <a:lnTo>
                  <a:pt x="180284" y="79248"/>
                </a:lnTo>
                <a:lnTo>
                  <a:pt x="180512" y="89916"/>
                </a:lnTo>
                <a:lnTo>
                  <a:pt x="76200" y="89916"/>
                </a:lnTo>
                <a:lnTo>
                  <a:pt x="76200" y="138684"/>
                </a:lnTo>
                <a:lnTo>
                  <a:pt x="182189" y="138684"/>
                </a:lnTo>
                <a:lnTo>
                  <a:pt x="182726" y="149352"/>
                </a:lnTo>
                <a:lnTo>
                  <a:pt x="76200" y="149352"/>
                </a:lnTo>
                <a:lnTo>
                  <a:pt x="76200" y="160020"/>
                </a:lnTo>
                <a:lnTo>
                  <a:pt x="51816" y="169164"/>
                </a:lnTo>
                <a:close/>
              </a:path>
              <a:path w="403859" h="393700">
                <a:moveTo>
                  <a:pt x="180284" y="79248"/>
                </a:moveTo>
                <a:lnTo>
                  <a:pt x="158496" y="79248"/>
                </a:lnTo>
                <a:lnTo>
                  <a:pt x="158496" y="28956"/>
                </a:lnTo>
                <a:lnTo>
                  <a:pt x="185057" y="28956"/>
                </a:lnTo>
                <a:lnTo>
                  <a:pt x="179832" y="33528"/>
                </a:lnTo>
                <a:lnTo>
                  <a:pt x="180093" y="70318"/>
                </a:lnTo>
                <a:lnTo>
                  <a:pt x="180284" y="79248"/>
                </a:lnTo>
                <a:close/>
              </a:path>
              <a:path w="403859" h="393700">
                <a:moveTo>
                  <a:pt x="278892" y="82296"/>
                </a:moveTo>
                <a:lnTo>
                  <a:pt x="271272" y="82296"/>
                </a:lnTo>
                <a:lnTo>
                  <a:pt x="274391" y="68841"/>
                </a:lnTo>
                <a:lnTo>
                  <a:pt x="276796" y="55816"/>
                </a:lnTo>
                <a:lnTo>
                  <a:pt x="278344" y="43076"/>
                </a:lnTo>
                <a:lnTo>
                  <a:pt x="278892" y="30480"/>
                </a:lnTo>
                <a:lnTo>
                  <a:pt x="309372" y="30480"/>
                </a:lnTo>
                <a:lnTo>
                  <a:pt x="298132" y="48958"/>
                </a:lnTo>
                <a:lnTo>
                  <a:pt x="289440" y="63698"/>
                </a:lnTo>
                <a:lnTo>
                  <a:pt x="278892" y="82296"/>
                </a:lnTo>
                <a:close/>
              </a:path>
              <a:path w="403859" h="393700">
                <a:moveTo>
                  <a:pt x="380062" y="82296"/>
                </a:moveTo>
                <a:lnTo>
                  <a:pt x="345948" y="82296"/>
                </a:lnTo>
                <a:lnTo>
                  <a:pt x="358140" y="65532"/>
                </a:lnTo>
                <a:lnTo>
                  <a:pt x="380062" y="82296"/>
                </a:lnTo>
                <a:close/>
              </a:path>
              <a:path w="403859" h="393700">
                <a:moveTo>
                  <a:pt x="224028" y="249936"/>
                </a:moveTo>
                <a:lnTo>
                  <a:pt x="224909" y="230743"/>
                </a:lnTo>
                <a:lnTo>
                  <a:pt x="225324" y="211264"/>
                </a:lnTo>
                <a:lnTo>
                  <a:pt x="225410" y="202692"/>
                </a:lnTo>
                <a:lnTo>
                  <a:pt x="225532" y="138684"/>
                </a:lnTo>
                <a:lnTo>
                  <a:pt x="225408" y="117348"/>
                </a:lnTo>
                <a:lnTo>
                  <a:pt x="225283" y="106799"/>
                </a:lnTo>
                <a:lnTo>
                  <a:pt x="224909" y="88225"/>
                </a:lnTo>
                <a:lnTo>
                  <a:pt x="224028" y="67056"/>
                </a:lnTo>
                <a:lnTo>
                  <a:pt x="248412" y="82296"/>
                </a:lnTo>
                <a:lnTo>
                  <a:pt x="380062" y="82296"/>
                </a:lnTo>
                <a:lnTo>
                  <a:pt x="384048" y="85344"/>
                </a:lnTo>
                <a:lnTo>
                  <a:pt x="377081" y="91440"/>
                </a:lnTo>
                <a:lnTo>
                  <a:pt x="248412" y="91440"/>
                </a:lnTo>
                <a:lnTo>
                  <a:pt x="248412" y="236220"/>
                </a:lnTo>
                <a:lnTo>
                  <a:pt x="224028" y="249936"/>
                </a:lnTo>
                <a:close/>
              </a:path>
              <a:path w="403859" h="393700">
                <a:moveTo>
                  <a:pt x="182189" y="138684"/>
                </a:moveTo>
                <a:lnTo>
                  <a:pt x="158496" y="138684"/>
                </a:lnTo>
                <a:lnTo>
                  <a:pt x="158496" y="89916"/>
                </a:lnTo>
                <a:lnTo>
                  <a:pt x="180512" y="89916"/>
                </a:lnTo>
                <a:lnTo>
                  <a:pt x="180784" y="102679"/>
                </a:lnTo>
                <a:lnTo>
                  <a:pt x="181760" y="130182"/>
                </a:lnTo>
                <a:lnTo>
                  <a:pt x="182189" y="138684"/>
                </a:lnTo>
                <a:close/>
              </a:path>
              <a:path w="403859" h="393700">
                <a:moveTo>
                  <a:pt x="348996" y="245363"/>
                </a:moveTo>
                <a:lnTo>
                  <a:pt x="348996" y="91440"/>
                </a:lnTo>
                <a:lnTo>
                  <a:pt x="377081" y="91440"/>
                </a:lnTo>
                <a:lnTo>
                  <a:pt x="371856" y="96012"/>
                </a:lnTo>
                <a:lnTo>
                  <a:pt x="371911" y="189142"/>
                </a:lnTo>
                <a:lnTo>
                  <a:pt x="372035" y="198120"/>
                </a:lnTo>
                <a:lnTo>
                  <a:pt x="372525" y="214884"/>
                </a:lnTo>
                <a:lnTo>
                  <a:pt x="373380" y="233172"/>
                </a:lnTo>
                <a:lnTo>
                  <a:pt x="348996" y="245363"/>
                </a:lnTo>
                <a:close/>
              </a:path>
              <a:path w="403859" h="393700">
                <a:moveTo>
                  <a:pt x="190500" y="345948"/>
                </a:moveTo>
                <a:lnTo>
                  <a:pt x="187452" y="339852"/>
                </a:lnTo>
                <a:lnTo>
                  <a:pt x="211716" y="326112"/>
                </a:lnTo>
                <a:lnTo>
                  <a:pt x="231838" y="312229"/>
                </a:lnTo>
                <a:lnTo>
                  <a:pt x="259080" y="283463"/>
                </a:lnTo>
                <a:lnTo>
                  <a:pt x="279654" y="231171"/>
                </a:lnTo>
                <a:lnTo>
                  <a:pt x="282821" y="189142"/>
                </a:lnTo>
                <a:lnTo>
                  <a:pt x="283464" y="117348"/>
                </a:lnTo>
                <a:lnTo>
                  <a:pt x="321564" y="137160"/>
                </a:lnTo>
                <a:lnTo>
                  <a:pt x="307848" y="149352"/>
                </a:lnTo>
                <a:lnTo>
                  <a:pt x="307276" y="183094"/>
                </a:lnTo>
                <a:lnTo>
                  <a:pt x="305562" y="211264"/>
                </a:lnTo>
                <a:lnTo>
                  <a:pt x="298704" y="251460"/>
                </a:lnTo>
                <a:lnTo>
                  <a:pt x="276629" y="291322"/>
                </a:lnTo>
                <a:lnTo>
                  <a:pt x="234124" y="326326"/>
                </a:lnTo>
                <a:lnTo>
                  <a:pt x="213955" y="336494"/>
                </a:lnTo>
                <a:lnTo>
                  <a:pt x="190500" y="345948"/>
                </a:lnTo>
                <a:close/>
              </a:path>
              <a:path w="403859" h="393700">
                <a:moveTo>
                  <a:pt x="158496" y="164592"/>
                </a:moveTo>
                <a:lnTo>
                  <a:pt x="158496" y="149352"/>
                </a:lnTo>
                <a:lnTo>
                  <a:pt x="182726" y="149352"/>
                </a:lnTo>
                <a:lnTo>
                  <a:pt x="182880" y="152400"/>
                </a:lnTo>
                <a:lnTo>
                  <a:pt x="158496" y="164592"/>
                </a:lnTo>
                <a:close/>
              </a:path>
              <a:path w="403859" h="393700">
                <a:moveTo>
                  <a:pt x="28956" y="202692"/>
                </a:moveTo>
                <a:lnTo>
                  <a:pt x="13716" y="187451"/>
                </a:lnTo>
                <a:lnTo>
                  <a:pt x="166116" y="187451"/>
                </a:lnTo>
                <a:lnTo>
                  <a:pt x="187452" y="166116"/>
                </a:lnTo>
                <a:lnTo>
                  <a:pt x="214884" y="198120"/>
                </a:lnTo>
                <a:lnTo>
                  <a:pt x="71628" y="198120"/>
                </a:lnTo>
                <a:lnTo>
                  <a:pt x="60459" y="198405"/>
                </a:lnTo>
                <a:lnTo>
                  <a:pt x="49720" y="199263"/>
                </a:lnTo>
                <a:lnTo>
                  <a:pt x="39266" y="200691"/>
                </a:lnTo>
                <a:lnTo>
                  <a:pt x="28956" y="202692"/>
                </a:lnTo>
                <a:close/>
              </a:path>
              <a:path w="403859" h="393700">
                <a:moveTo>
                  <a:pt x="129540" y="330708"/>
                </a:moveTo>
                <a:lnTo>
                  <a:pt x="106680" y="330708"/>
                </a:lnTo>
                <a:lnTo>
                  <a:pt x="106680" y="198120"/>
                </a:lnTo>
                <a:lnTo>
                  <a:pt x="129540" y="198120"/>
                </a:lnTo>
                <a:lnTo>
                  <a:pt x="129540" y="259080"/>
                </a:lnTo>
                <a:lnTo>
                  <a:pt x="199720" y="259080"/>
                </a:lnTo>
                <a:lnTo>
                  <a:pt x="208788" y="269748"/>
                </a:lnTo>
                <a:lnTo>
                  <a:pt x="129540" y="269748"/>
                </a:lnTo>
                <a:lnTo>
                  <a:pt x="129540" y="330708"/>
                </a:lnTo>
                <a:close/>
              </a:path>
              <a:path w="403859" h="393700">
                <a:moveTo>
                  <a:pt x="4572" y="393192"/>
                </a:moveTo>
                <a:lnTo>
                  <a:pt x="0" y="388619"/>
                </a:lnTo>
                <a:lnTo>
                  <a:pt x="9715" y="369712"/>
                </a:lnTo>
                <a:lnTo>
                  <a:pt x="18288" y="349377"/>
                </a:lnTo>
                <a:lnTo>
                  <a:pt x="32004" y="303275"/>
                </a:lnTo>
                <a:lnTo>
                  <a:pt x="40957" y="256222"/>
                </a:lnTo>
                <a:lnTo>
                  <a:pt x="44196" y="214884"/>
                </a:lnTo>
                <a:lnTo>
                  <a:pt x="79248" y="233172"/>
                </a:lnTo>
                <a:lnTo>
                  <a:pt x="72937" y="238291"/>
                </a:lnTo>
                <a:lnTo>
                  <a:pt x="67627" y="248983"/>
                </a:lnTo>
                <a:lnTo>
                  <a:pt x="63170" y="265128"/>
                </a:lnTo>
                <a:lnTo>
                  <a:pt x="59436" y="286512"/>
                </a:lnTo>
                <a:lnTo>
                  <a:pt x="68248" y="297180"/>
                </a:lnTo>
                <a:lnTo>
                  <a:pt x="54864" y="297180"/>
                </a:lnTo>
                <a:lnTo>
                  <a:pt x="44005" y="326326"/>
                </a:lnTo>
                <a:lnTo>
                  <a:pt x="32004" y="352044"/>
                </a:lnTo>
                <a:lnTo>
                  <a:pt x="18859" y="374332"/>
                </a:lnTo>
                <a:lnTo>
                  <a:pt x="4572" y="393192"/>
                </a:lnTo>
                <a:close/>
              </a:path>
              <a:path w="403859" h="393700">
                <a:moveTo>
                  <a:pt x="199720" y="259080"/>
                </a:moveTo>
                <a:lnTo>
                  <a:pt x="163068" y="259080"/>
                </a:lnTo>
                <a:lnTo>
                  <a:pt x="182880" y="239268"/>
                </a:lnTo>
                <a:lnTo>
                  <a:pt x="199720" y="259080"/>
                </a:lnTo>
                <a:close/>
              </a:path>
              <a:path w="403859" h="393700">
                <a:moveTo>
                  <a:pt x="379476" y="333756"/>
                </a:moveTo>
                <a:lnTo>
                  <a:pt x="374904" y="333756"/>
                </a:lnTo>
                <a:lnTo>
                  <a:pt x="370332" y="327660"/>
                </a:lnTo>
                <a:lnTo>
                  <a:pt x="364236" y="315468"/>
                </a:lnTo>
                <a:lnTo>
                  <a:pt x="355353" y="302918"/>
                </a:lnTo>
                <a:lnTo>
                  <a:pt x="342328" y="288226"/>
                </a:lnTo>
                <a:lnTo>
                  <a:pt x="325016" y="271533"/>
                </a:lnTo>
                <a:lnTo>
                  <a:pt x="303276" y="252984"/>
                </a:lnTo>
                <a:lnTo>
                  <a:pt x="307848" y="248412"/>
                </a:lnTo>
                <a:lnTo>
                  <a:pt x="359283" y="274701"/>
                </a:lnTo>
                <a:lnTo>
                  <a:pt x="387006" y="302918"/>
                </a:lnTo>
                <a:lnTo>
                  <a:pt x="387096" y="312420"/>
                </a:lnTo>
                <a:lnTo>
                  <a:pt x="385572" y="316992"/>
                </a:lnTo>
                <a:lnTo>
                  <a:pt x="384048" y="324612"/>
                </a:lnTo>
                <a:lnTo>
                  <a:pt x="379476" y="333756"/>
                </a:lnTo>
                <a:close/>
              </a:path>
              <a:path w="403859" h="393700">
                <a:moveTo>
                  <a:pt x="371856" y="381000"/>
                </a:moveTo>
                <a:lnTo>
                  <a:pt x="304133" y="380666"/>
                </a:lnTo>
                <a:lnTo>
                  <a:pt x="249555" y="379476"/>
                </a:lnTo>
                <a:lnTo>
                  <a:pt x="208121" y="377142"/>
                </a:lnTo>
                <a:lnTo>
                  <a:pt x="158376" y="368522"/>
                </a:lnTo>
                <a:lnTo>
                  <a:pt x="109728" y="350519"/>
                </a:lnTo>
                <a:lnTo>
                  <a:pt x="68580" y="314944"/>
                </a:lnTo>
                <a:lnTo>
                  <a:pt x="54864" y="297180"/>
                </a:lnTo>
                <a:lnTo>
                  <a:pt x="68248" y="297180"/>
                </a:lnTo>
                <a:lnTo>
                  <a:pt x="69389" y="298561"/>
                </a:lnTo>
                <a:lnTo>
                  <a:pt x="80772" y="309753"/>
                </a:lnTo>
                <a:lnTo>
                  <a:pt x="93297" y="320373"/>
                </a:lnTo>
                <a:lnTo>
                  <a:pt x="106680" y="330708"/>
                </a:lnTo>
                <a:lnTo>
                  <a:pt x="129540" y="330708"/>
                </a:lnTo>
                <a:lnTo>
                  <a:pt x="129540" y="336804"/>
                </a:lnTo>
                <a:lnTo>
                  <a:pt x="150042" y="343923"/>
                </a:lnTo>
                <a:lnTo>
                  <a:pt x="176974" y="349186"/>
                </a:lnTo>
                <a:lnTo>
                  <a:pt x="209907" y="352448"/>
                </a:lnTo>
                <a:lnTo>
                  <a:pt x="248412" y="353568"/>
                </a:lnTo>
                <a:lnTo>
                  <a:pt x="400759" y="353568"/>
                </a:lnTo>
                <a:lnTo>
                  <a:pt x="389858" y="358925"/>
                </a:lnTo>
                <a:lnTo>
                  <a:pt x="379857" y="365950"/>
                </a:lnTo>
                <a:lnTo>
                  <a:pt x="373856" y="373260"/>
                </a:lnTo>
                <a:lnTo>
                  <a:pt x="371856" y="381000"/>
                </a:lnTo>
                <a:close/>
              </a:path>
              <a:path w="403859" h="393700">
                <a:moveTo>
                  <a:pt x="400759" y="353568"/>
                </a:moveTo>
                <a:lnTo>
                  <a:pt x="248412" y="353568"/>
                </a:lnTo>
                <a:lnTo>
                  <a:pt x="289845" y="353234"/>
                </a:lnTo>
                <a:lnTo>
                  <a:pt x="329565" y="352043"/>
                </a:lnTo>
                <a:lnTo>
                  <a:pt x="367569" y="349710"/>
                </a:lnTo>
                <a:lnTo>
                  <a:pt x="403860" y="345948"/>
                </a:lnTo>
                <a:lnTo>
                  <a:pt x="403859" y="352044"/>
                </a:lnTo>
                <a:lnTo>
                  <a:pt x="400759" y="35356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</p:spTree>
  </p:cSld>
  <p:clrMapOvr>
    <a:masterClrMapping/>
  </p:clrMapOvr>
</p:sld>
</file>

<file path=ppt/slides/slide4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object 2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9555480" y="7228331"/>
            <a:ext cx="202692" cy="147828"/>
          </a:xfrm>
          <a:prstGeom prst="rect">
            <a:avLst/>
          </a:prstGeom>
        </p:spPr>
      </p:pic>
      <p:sp>
        <p:nvSpPr>
          <p:cNvPr id="3" name="object 3"/>
          <p:cNvSpPr/>
          <p:nvPr/>
        </p:nvSpPr>
        <p:spPr>
          <a:xfrm>
            <a:off x="1760219" y="1328927"/>
            <a:ext cx="218440" cy="447040"/>
          </a:xfrm>
          <a:custGeom>
            <a:avLst/>
            <a:gdLst/>
            <a:ahLst/>
            <a:cxnLst/>
            <a:rect l="l" t="t" r="r" b="b"/>
            <a:pathLst>
              <a:path w="218439" h="447039">
                <a:moveTo>
                  <a:pt x="217931" y="446532"/>
                </a:moveTo>
                <a:lnTo>
                  <a:pt x="0" y="446532"/>
                </a:lnTo>
                <a:lnTo>
                  <a:pt x="0" y="400812"/>
                </a:lnTo>
                <a:lnTo>
                  <a:pt x="80771" y="400812"/>
                </a:lnTo>
                <a:lnTo>
                  <a:pt x="80771" y="102108"/>
                </a:lnTo>
                <a:lnTo>
                  <a:pt x="0" y="102108"/>
                </a:lnTo>
                <a:lnTo>
                  <a:pt x="0" y="62484"/>
                </a:lnTo>
                <a:lnTo>
                  <a:pt x="21407" y="61626"/>
                </a:lnTo>
                <a:lnTo>
                  <a:pt x="39814" y="59055"/>
                </a:lnTo>
                <a:lnTo>
                  <a:pt x="77081" y="41362"/>
                </a:lnTo>
                <a:lnTo>
                  <a:pt x="91439" y="0"/>
                </a:lnTo>
                <a:lnTo>
                  <a:pt x="138683" y="0"/>
                </a:lnTo>
                <a:lnTo>
                  <a:pt x="138683" y="400812"/>
                </a:lnTo>
                <a:lnTo>
                  <a:pt x="217931" y="400812"/>
                </a:lnTo>
                <a:lnTo>
                  <a:pt x="217931" y="446532"/>
                </a:lnTo>
                <a:close/>
              </a:path>
            </a:pathLst>
          </a:custGeom>
          <a:solidFill>
            <a:srgbClr val="3333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" name="object 4"/>
          <p:cNvSpPr/>
          <p:nvPr/>
        </p:nvSpPr>
        <p:spPr>
          <a:xfrm>
            <a:off x="2084832" y="1690116"/>
            <a:ext cx="71755" cy="85725"/>
          </a:xfrm>
          <a:custGeom>
            <a:avLst/>
            <a:gdLst/>
            <a:ahLst/>
            <a:cxnLst/>
            <a:rect l="l" t="t" r="r" b="b"/>
            <a:pathLst>
              <a:path w="71755" h="85725">
                <a:moveTo>
                  <a:pt x="71627" y="85343"/>
                </a:moveTo>
                <a:lnTo>
                  <a:pt x="0" y="85343"/>
                </a:lnTo>
                <a:lnTo>
                  <a:pt x="0" y="0"/>
                </a:lnTo>
                <a:lnTo>
                  <a:pt x="71627" y="0"/>
                </a:lnTo>
                <a:lnTo>
                  <a:pt x="71627" y="85343"/>
                </a:lnTo>
                <a:close/>
              </a:path>
            </a:pathLst>
          </a:custGeom>
          <a:solidFill>
            <a:srgbClr val="3333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" name="object 5"/>
          <p:cNvSpPr/>
          <p:nvPr/>
        </p:nvSpPr>
        <p:spPr>
          <a:xfrm>
            <a:off x="2244852" y="1321307"/>
            <a:ext cx="276225" cy="454659"/>
          </a:xfrm>
          <a:custGeom>
            <a:avLst/>
            <a:gdLst/>
            <a:ahLst/>
            <a:cxnLst/>
            <a:rect l="l" t="t" r="r" b="b"/>
            <a:pathLst>
              <a:path w="276225" h="454660">
                <a:moveTo>
                  <a:pt x="275843" y="454151"/>
                </a:moveTo>
                <a:lnTo>
                  <a:pt x="0" y="454151"/>
                </a:lnTo>
                <a:lnTo>
                  <a:pt x="0" y="391667"/>
                </a:lnTo>
                <a:lnTo>
                  <a:pt x="29336" y="364426"/>
                </a:lnTo>
                <a:lnTo>
                  <a:pt x="43291" y="351162"/>
                </a:lnTo>
                <a:lnTo>
                  <a:pt x="56387" y="338327"/>
                </a:lnTo>
                <a:lnTo>
                  <a:pt x="69842" y="325493"/>
                </a:lnTo>
                <a:lnTo>
                  <a:pt x="82867" y="312229"/>
                </a:lnTo>
                <a:lnTo>
                  <a:pt x="131349" y="258079"/>
                </a:lnTo>
                <a:lnTo>
                  <a:pt x="165639" y="213407"/>
                </a:lnTo>
                <a:lnTo>
                  <a:pt x="185666" y="177903"/>
                </a:lnTo>
                <a:lnTo>
                  <a:pt x="196595" y="124967"/>
                </a:lnTo>
                <a:lnTo>
                  <a:pt x="196072" y="116109"/>
                </a:lnTo>
                <a:lnTo>
                  <a:pt x="178927" y="74961"/>
                </a:lnTo>
                <a:lnTo>
                  <a:pt x="142470" y="54387"/>
                </a:lnTo>
                <a:lnTo>
                  <a:pt x="120395" y="51815"/>
                </a:lnTo>
                <a:lnTo>
                  <a:pt x="112371" y="52077"/>
                </a:lnTo>
                <a:lnTo>
                  <a:pt x="71627" y="59626"/>
                </a:lnTo>
                <a:lnTo>
                  <a:pt x="24383" y="82295"/>
                </a:lnTo>
                <a:lnTo>
                  <a:pt x="18287" y="86867"/>
                </a:lnTo>
                <a:lnTo>
                  <a:pt x="13715" y="89915"/>
                </a:lnTo>
                <a:lnTo>
                  <a:pt x="10667" y="89915"/>
                </a:lnTo>
                <a:lnTo>
                  <a:pt x="10667" y="25908"/>
                </a:lnTo>
                <a:lnTo>
                  <a:pt x="60960" y="9143"/>
                </a:lnTo>
                <a:lnTo>
                  <a:pt x="109823" y="571"/>
                </a:lnTo>
                <a:lnTo>
                  <a:pt x="124967" y="0"/>
                </a:lnTo>
                <a:lnTo>
                  <a:pt x="154138" y="2024"/>
                </a:lnTo>
                <a:lnTo>
                  <a:pt x="202763" y="18645"/>
                </a:lnTo>
                <a:lnTo>
                  <a:pt x="237624" y="51196"/>
                </a:lnTo>
                <a:lnTo>
                  <a:pt x="255293" y="95678"/>
                </a:lnTo>
                <a:lnTo>
                  <a:pt x="257555" y="121919"/>
                </a:lnTo>
                <a:lnTo>
                  <a:pt x="257032" y="135112"/>
                </a:lnTo>
                <a:lnTo>
                  <a:pt x="247769" y="181832"/>
                </a:lnTo>
                <a:lnTo>
                  <a:pt x="228695" y="221218"/>
                </a:lnTo>
                <a:lnTo>
                  <a:pt x="191071" y="268986"/>
                </a:lnTo>
                <a:lnTo>
                  <a:pt x="159472" y="303156"/>
                </a:lnTo>
                <a:lnTo>
                  <a:pt x="128087" y="334541"/>
                </a:lnTo>
                <a:lnTo>
                  <a:pt x="111251" y="350519"/>
                </a:lnTo>
                <a:lnTo>
                  <a:pt x="94964" y="366569"/>
                </a:lnTo>
                <a:lnTo>
                  <a:pt x="67532" y="392953"/>
                </a:lnTo>
                <a:lnTo>
                  <a:pt x="56387" y="403859"/>
                </a:lnTo>
                <a:lnTo>
                  <a:pt x="275843" y="403859"/>
                </a:lnTo>
                <a:lnTo>
                  <a:pt x="275843" y="454151"/>
                </a:lnTo>
                <a:close/>
              </a:path>
            </a:pathLst>
          </a:custGeom>
          <a:solidFill>
            <a:srgbClr val="3333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" name="object 6"/>
          <p:cNvSpPr/>
          <p:nvPr/>
        </p:nvSpPr>
        <p:spPr>
          <a:xfrm>
            <a:off x="2604516" y="1690116"/>
            <a:ext cx="71755" cy="85725"/>
          </a:xfrm>
          <a:custGeom>
            <a:avLst/>
            <a:gdLst/>
            <a:ahLst/>
            <a:cxnLst/>
            <a:rect l="l" t="t" r="r" b="b"/>
            <a:pathLst>
              <a:path w="71755" h="85725">
                <a:moveTo>
                  <a:pt x="71627" y="85343"/>
                </a:moveTo>
                <a:lnTo>
                  <a:pt x="0" y="85343"/>
                </a:lnTo>
                <a:lnTo>
                  <a:pt x="0" y="0"/>
                </a:lnTo>
                <a:lnTo>
                  <a:pt x="71627" y="0"/>
                </a:lnTo>
                <a:lnTo>
                  <a:pt x="71627" y="85343"/>
                </a:lnTo>
                <a:close/>
              </a:path>
            </a:pathLst>
          </a:custGeom>
          <a:solidFill>
            <a:srgbClr val="3333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" name="object 7"/>
          <p:cNvSpPr/>
          <p:nvPr/>
        </p:nvSpPr>
        <p:spPr>
          <a:xfrm>
            <a:off x="2801111" y="1328927"/>
            <a:ext cx="216535" cy="447040"/>
          </a:xfrm>
          <a:custGeom>
            <a:avLst/>
            <a:gdLst/>
            <a:ahLst/>
            <a:cxnLst/>
            <a:rect l="l" t="t" r="r" b="b"/>
            <a:pathLst>
              <a:path w="216535" h="447039">
                <a:moveTo>
                  <a:pt x="216407" y="446532"/>
                </a:moveTo>
                <a:lnTo>
                  <a:pt x="0" y="446532"/>
                </a:lnTo>
                <a:lnTo>
                  <a:pt x="0" y="400812"/>
                </a:lnTo>
                <a:lnTo>
                  <a:pt x="80771" y="400812"/>
                </a:lnTo>
                <a:lnTo>
                  <a:pt x="80771" y="102108"/>
                </a:lnTo>
                <a:lnTo>
                  <a:pt x="0" y="102108"/>
                </a:lnTo>
                <a:lnTo>
                  <a:pt x="0" y="62484"/>
                </a:lnTo>
                <a:lnTo>
                  <a:pt x="21193" y="61626"/>
                </a:lnTo>
                <a:lnTo>
                  <a:pt x="39242" y="59055"/>
                </a:lnTo>
                <a:lnTo>
                  <a:pt x="76438" y="41362"/>
                </a:lnTo>
                <a:lnTo>
                  <a:pt x="91439" y="0"/>
                </a:lnTo>
                <a:lnTo>
                  <a:pt x="137159" y="0"/>
                </a:lnTo>
                <a:lnTo>
                  <a:pt x="137159" y="400812"/>
                </a:lnTo>
                <a:lnTo>
                  <a:pt x="216407" y="400812"/>
                </a:lnTo>
                <a:lnTo>
                  <a:pt x="216407" y="446532"/>
                </a:lnTo>
                <a:close/>
              </a:path>
            </a:pathLst>
          </a:custGeom>
          <a:solidFill>
            <a:srgbClr val="3333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3331464" y="1289303"/>
            <a:ext cx="490855" cy="532130"/>
          </a:xfrm>
          <a:custGeom>
            <a:avLst/>
            <a:gdLst/>
            <a:ahLst/>
            <a:cxnLst/>
            <a:rect l="l" t="t" r="r" b="b"/>
            <a:pathLst>
              <a:path w="490854" h="532130">
                <a:moveTo>
                  <a:pt x="469296" y="33528"/>
                </a:moveTo>
                <a:lnTo>
                  <a:pt x="405384" y="33528"/>
                </a:lnTo>
                <a:lnTo>
                  <a:pt x="438912" y="0"/>
                </a:lnTo>
                <a:lnTo>
                  <a:pt x="469296" y="33528"/>
                </a:lnTo>
                <a:close/>
              </a:path>
              <a:path w="490854" h="532130">
                <a:moveTo>
                  <a:pt x="36576" y="531876"/>
                </a:moveTo>
                <a:lnTo>
                  <a:pt x="0" y="502920"/>
                </a:lnTo>
                <a:lnTo>
                  <a:pt x="15240" y="489204"/>
                </a:lnTo>
                <a:lnTo>
                  <a:pt x="15152" y="89916"/>
                </a:lnTo>
                <a:lnTo>
                  <a:pt x="14978" y="80772"/>
                </a:lnTo>
                <a:lnTo>
                  <a:pt x="14287" y="62484"/>
                </a:lnTo>
                <a:lnTo>
                  <a:pt x="13311" y="39624"/>
                </a:lnTo>
                <a:lnTo>
                  <a:pt x="12192" y="12192"/>
                </a:lnTo>
                <a:lnTo>
                  <a:pt x="48768" y="33528"/>
                </a:lnTo>
                <a:lnTo>
                  <a:pt x="469296" y="33528"/>
                </a:lnTo>
                <a:lnTo>
                  <a:pt x="483107" y="48768"/>
                </a:lnTo>
                <a:lnTo>
                  <a:pt x="48768" y="48768"/>
                </a:lnTo>
                <a:lnTo>
                  <a:pt x="48768" y="495300"/>
                </a:lnTo>
                <a:lnTo>
                  <a:pt x="477393" y="495300"/>
                </a:lnTo>
                <a:lnTo>
                  <a:pt x="490728" y="510540"/>
                </a:lnTo>
                <a:lnTo>
                  <a:pt x="50292" y="510540"/>
                </a:lnTo>
                <a:lnTo>
                  <a:pt x="36576" y="531876"/>
                </a:lnTo>
                <a:close/>
              </a:path>
              <a:path w="490854" h="532130">
                <a:moveTo>
                  <a:pt x="311209" y="239268"/>
                </a:moveTo>
                <a:lnTo>
                  <a:pt x="268224" y="239268"/>
                </a:lnTo>
                <a:lnTo>
                  <a:pt x="283416" y="218694"/>
                </a:lnTo>
                <a:lnTo>
                  <a:pt x="297180" y="198120"/>
                </a:lnTo>
                <a:lnTo>
                  <a:pt x="309800" y="177546"/>
                </a:lnTo>
                <a:lnTo>
                  <a:pt x="321564" y="156972"/>
                </a:lnTo>
                <a:lnTo>
                  <a:pt x="332398" y="138136"/>
                </a:lnTo>
                <a:lnTo>
                  <a:pt x="341947" y="120586"/>
                </a:lnTo>
                <a:lnTo>
                  <a:pt x="350067" y="104465"/>
                </a:lnTo>
                <a:lnTo>
                  <a:pt x="356616" y="89916"/>
                </a:lnTo>
                <a:lnTo>
                  <a:pt x="411480" y="128016"/>
                </a:lnTo>
                <a:lnTo>
                  <a:pt x="400383" y="132588"/>
                </a:lnTo>
                <a:lnTo>
                  <a:pt x="387858" y="141732"/>
                </a:lnTo>
                <a:lnTo>
                  <a:pt x="374189" y="155448"/>
                </a:lnTo>
                <a:lnTo>
                  <a:pt x="359664" y="173736"/>
                </a:lnTo>
                <a:lnTo>
                  <a:pt x="311209" y="239268"/>
                </a:lnTo>
                <a:close/>
              </a:path>
              <a:path w="490854" h="532130">
                <a:moveTo>
                  <a:pt x="96012" y="443484"/>
                </a:moveTo>
                <a:lnTo>
                  <a:pt x="91440" y="435864"/>
                </a:lnTo>
                <a:lnTo>
                  <a:pt x="112847" y="417552"/>
                </a:lnTo>
                <a:lnTo>
                  <a:pt x="133540" y="399097"/>
                </a:lnTo>
                <a:lnTo>
                  <a:pt x="172212" y="361188"/>
                </a:lnTo>
                <a:lnTo>
                  <a:pt x="211074" y="317373"/>
                </a:lnTo>
                <a:lnTo>
                  <a:pt x="249936" y="266700"/>
                </a:lnTo>
                <a:lnTo>
                  <a:pt x="217003" y="228695"/>
                </a:lnTo>
                <a:lnTo>
                  <a:pt x="184213" y="192405"/>
                </a:lnTo>
                <a:lnTo>
                  <a:pt x="151137" y="157829"/>
                </a:lnTo>
                <a:lnTo>
                  <a:pt x="117348" y="124968"/>
                </a:lnTo>
                <a:lnTo>
                  <a:pt x="124968" y="117348"/>
                </a:lnTo>
                <a:lnTo>
                  <a:pt x="158067" y="143041"/>
                </a:lnTo>
                <a:lnTo>
                  <a:pt x="193167" y="172021"/>
                </a:lnTo>
                <a:lnTo>
                  <a:pt x="229981" y="204144"/>
                </a:lnTo>
                <a:lnTo>
                  <a:pt x="268224" y="239268"/>
                </a:lnTo>
                <a:lnTo>
                  <a:pt x="311209" y="239268"/>
                </a:lnTo>
                <a:lnTo>
                  <a:pt x="294132" y="262128"/>
                </a:lnTo>
                <a:lnTo>
                  <a:pt x="323084" y="289560"/>
                </a:lnTo>
                <a:lnTo>
                  <a:pt x="272796" y="289560"/>
                </a:lnTo>
                <a:lnTo>
                  <a:pt x="223837" y="340804"/>
                </a:lnTo>
                <a:lnTo>
                  <a:pt x="178308" y="384048"/>
                </a:lnTo>
                <a:lnTo>
                  <a:pt x="134874" y="417195"/>
                </a:lnTo>
                <a:lnTo>
                  <a:pt x="114871" y="431196"/>
                </a:lnTo>
                <a:lnTo>
                  <a:pt x="96012" y="443484"/>
                </a:lnTo>
                <a:close/>
              </a:path>
              <a:path w="490854" h="532130">
                <a:moveTo>
                  <a:pt x="382524" y="435864"/>
                </a:moveTo>
                <a:lnTo>
                  <a:pt x="381000" y="435864"/>
                </a:lnTo>
                <a:lnTo>
                  <a:pt x="377261" y="434411"/>
                </a:lnTo>
                <a:lnTo>
                  <a:pt x="372808" y="429958"/>
                </a:lnTo>
                <a:lnTo>
                  <a:pt x="367498" y="422362"/>
                </a:lnTo>
                <a:lnTo>
                  <a:pt x="361188" y="411480"/>
                </a:lnTo>
                <a:lnTo>
                  <a:pt x="351782" y="395739"/>
                </a:lnTo>
                <a:lnTo>
                  <a:pt x="321564" y="350520"/>
                </a:lnTo>
                <a:lnTo>
                  <a:pt x="287059" y="306157"/>
                </a:lnTo>
                <a:lnTo>
                  <a:pt x="272796" y="289560"/>
                </a:lnTo>
                <a:lnTo>
                  <a:pt x="323084" y="289560"/>
                </a:lnTo>
                <a:lnTo>
                  <a:pt x="361378" y="328041"/>
                </a:lnTo>
                <a:lnTo>
                  <a:pt x="388620" y="364236"/>
                </a:lnTo>
                <a:lnTo>
                  <a:pt x="394619" y="395739"/>
                </a:lnTo>
                <a:lnTo>
                  <a:pt x="394523" y="401478"/>
                </a:lnTo>
                <a:lnTo>
                  <a:pt x="394406" y="403740"/>
                </a:lnTo>
                <a:lnTo>
                  <a:pt x="393382" y="410146"/>
                </a:lnTo>
                <a:lnTo>
                  <a:pt x="391501" y="416837"/>
                </a:lnTo>
                <a:lnTo>
                  <a:pt x="388620" y="423672"/>
                </a:lnTo>
                <a:lnTo>
                  <a:pt x="385572" y="431292"/>
                </a:lnTo>
                <a:lnTo>
                  <a:pt x="382524" y="435864"/>
                </a:lnTo>
                <a:close/>
              </a:path>
              <a:path w="490854" h="532130">
                <a:moveTo>
                  <a:pt x="477393" y="495300"/>
                </a:moveTo>
                <a:lnTo>
                  <a:pt x="414528" y="495300"/>
                </a:lnTo>
                <a:lnTo>
                  <a:pt x="448055" y="461772"/>
                </a:lnTo>
                <a:lnTo>
                  <a:pt x="477393" y="495300"/>
                </a:lnTo>
                <a:close/>
              </a:path>
            </a:pathLst>
          </a:custGeom>
          <a:solidFill>
            <a:srgbClr val="3333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3947160" y="1278635"/>
            <a:ext cx="480059" cy="550545"/>
          </a:xfrm>
          <a:custGeom>
            <a:avLst/>
            <a:gdLst/>
            <a:ahLst/>
            <a:cxnLst/>
            <a:rect l="l" t="t" r="r" b="b"/>
            <a:pathLst>
              <a:path w="480060" h="550544">
                <a:moveTo>
                  <a:pt x="178308" y="77724"/>
                </a:moveTo>
                <a:lnTo>
                  <a:pt x="156972" y="56388"/>
                </a:lnTo>
                <a:lnTo>
                  <a:pt x="422148" y="56388"/>
                </a:lnTo>
                <a:lnTo>
                  <a:pt x="446532" y="33528"/>
                </a:lnTo>
                <a:lnTo>
                  <a:pt x="480060" y="67056"/>
                </a:lnTo>
                <a:lnTo>
                  <a:pt x="473964" y="71628"/>
                </a:lnTo>
                <a:lnTo>
                  <a:pt x="236220" y="71628"/>
                </a:lnTo>
                <a:lnTo>
                  <a:pt x="220741" y="71937"/>
                </a:lnTo>
                <a:lnTo>
                  <a:pt x="206121" y="72961"/>
                </a:lnTo>
                <a:lnTo>
                  <a:pt x="192071" y="74842"/>
                </a:lnTo>
                <a:lnTo>
                  <a:pt x="178308" y="77724"/>
                </a:lnTo>
                <a:close/>
              </a:path>
              <a:path w="480060" h="550544">
                <a:moveTo>
                  <a:pt x="460301" y="494061"/>
                </a:moveTo>
                <a:lnTo>
                  <a:pt x="408741" y="494061"/>
                </a:lnTo>
                <a:lnTo>
                  <a:pt x="417576" y="493776"/>
                </a:lnTo>
                <a:lnTo>
                  <a:pt x="423672" y="490728"/>
                </a:lnTo>
                <a:lnTo>
                  <a:pt x="428244" y="484632"/>
                </a:lnTo>
                <a:lnTo>
                  <a:pt x="428244" y="71628"/>
                </a:lnTo>
                <a:lnTo>
                  <a:pt x="473964" y="71628"/>
                </a:lnTo>
                <a:lnTo>
                  <a:pt x="461772" y="80771"/>
                </a:lnTo>
                <a:lnTo>
                  <a:pt x="461772" y="475488"/>
                </a:lnTo>
                <a:lnTo>
                  <a:pt x="461009" y="489489"/>
                </a:lnTo>
                <a:lnTo>
                  <a:pt x="460894" y="490728"/>
                </a:lnTo>
                <a:lnTo>
                  <a:pt x="460301" y="494061"/>
                </a:lnTo>
                <a:close/>
              </a:path>
              <a:path w="480060" h="550544">
                <a:moveTo>
                  <a:pt x="333755" y="166116"/>
                </a:moveTo>
                <a:lnTo>
                  <a:pt x="286512" y="166116"/>
                </a:lnTo>
                <a:lnTo>
                  <a:pt x="310895" y="143256"/>
                </a:lnTo>
                <a:lnTo>
                  <a:pt x="333755" y="166116"/>
                </a:lnTo>
                <a:close/>
              </a:path>
              <a:path w="480060" h="550544">
                <a:moveTo>
                  <a:pt x="134112" y="446532"/>
                </a:moveTo>
                <a:lnTo>
                  <a:pt x="134350" y="408574"/>
                </a:lnTo>
                <a:lnTo>
                  <a:pt x="135397" y="332089"/>
                </a:lnTo>
                <a:lnTo>
                  <a:pt x="135577" y="303422"/>
                </a:lnTo>
                <a:lnTo>
                  <a:pt x="135580" y="250289"/>
                </a:lnTo>
                <a:lnTo>
                  <a:pt x="135445" y="220027"/>
                </a:lnTo>
                <a:lnTo>
                  <a:pt x="134966" y="181356"/>
                </a:lnTo>
                <a:lnTo>
                  <a:pt x="134112" y="144780"/>
                </a:lnTo>
                <a:lnTo>
                  <a:pt x="169164" y="166116"/>
                </a:lnTo>
                <a:lnTo>
                  <a:pt x="333755" y="166116"/>
                </a:lnTo>
                <a:lnTo>
                  <a:pt x="341376" y="173736"/>
                </a:lnTo>
                <a:lnTo>
                  <a:pt x="333063" y="181356"/>
                </a:lnTo>
                <a:lnTo>
                  <a:pt x="166116" y="181356"/>
                </a:lnTo>
                <a:lnTo>
                  <a:pt x="166116" y="274320"/>
                </a:lnTo>
                <a:lnTo>
                  <a:pt x="323138" y="274320"/>
                </a:lnTo>
                <a:lnTo>
                  <a:pt x="323163" y="289560"/>
                </a:lnTo>
                <a:lnTo>
                  <a:pt x="166116" y="289560"/>
                </a:lnTo>
                <a:lnTo>
                  <a:pt x="166116" y="388620"/>
                </a:lnTo>
                <a:lnTo>
                  <a:pt x="323859" y="388620"/>
                </a:lnTo>
                <a:lnTo>
                  <a:pt x="324196" y="403860"/>
                </a:lnTo>
                <a:lnTo>
                  <a:pt x="166116" y="403860"/>
                </a:lnTo>
                <a:lnTo>
                  <a:pt x="166116" y="429768"/>
                </a:lnTo>
                <a:lnTo>
                  <a:pt x="134112" y="446532"/>
                </a:lnTo>
                <a:close/>
              </a:path>
              <a:path w="480060" h="550544">
                <a:moveTo>
                  <a:pt x="323138" y="274320"/>
                </a:moveTo>
                <a:lnTo>
                  <a:pt x="291084" y="274320"/>
                </a:lnTo>
                <a:lnTo>
                  <a:pt x="291084" y="181356"/>
                </a:lnTo>
                <a:lnTo>
                  <a:pt x="333063" y="181356"/>
                </a:lnTo>
                <a:lnTo>
                  <a:pt x="323088" y="190500"/>
                </a:lnTo>
                <a:lnTo>
                  <a:pt x="323138" y="274320"/>
                </a:lnTo>
                <a:close/>
              </a:path>
              <a:path w="480060" h="550544">
                <a:moveTo>
                  <a:pt x="323859" y="388620"/>
                </a:moveTo>
                <a:lnTo>
                  <a:pt x="291084" y="388620"/>
                </a:lnTo>
                <a:lnTo>
                  <a:pt x="291084" y="289560"/>
                </a:lnTo>
                <a:lnTo>
                  <a:pt x="323163" y="289560"/>
                </a:lnTo>
                <a:lnTo>
                  <a:pt x="323185" y="303422"/>
                </a:lnTo>
                <a:lnTo>
                  <a:pt x="323417" y="349825"/>
                </a:lnTo>
                <a:lnTo>
                  <a:pt x="323859" y="388620"/>
                </a:lnTo>
                <a:close/>
              </a:path>
              <a:path w="480060" h="550544">
                <a:moveTo>
                  <a:pt x="291084" y="441960"/>
                </a:moveTo>
                <a:lnTo>
                  <a:pt x="291084" y="403860"/>
                </a:lnTo>
                <a:lnTo>
                  <a:pt x="324196" y="403860"/>
                </a:lnTo>
                <a:lnTo>
                  <a:pt x="324612" y="422148"/>
                </a:lnTo>
                <a:lnTo>
                  <a:pt x="291084" y="441960"/>
                </a:lnTo>
                <a:close/>
              </a:path>
              <a:path w="480060" h="550544">
                <a:moveTo>
                  <a:pt x="405384" y="550164"/>
                </a:moveTo>
                <a:lnTo>
                  <a:pt x="393954" y="531304"/>
                </a:lnTo>
                <a:lnTo>
                  <a:pt x="377952" y="515874"/>
                </a:lnTo>
                <a:lnTo>
                  <a:pt x="357378" y="503872"/>
                </a:lnTo>
                <a:lnTo>
                  <a:pt x="332232" y="495300"/>
                </a:lnTo>
                <a:lnTo>
                  <a:pt x="332232" y="484632"/>
                </a:lnTo>
                <a:lnTo>
                  <a:pt x="365926" y="489489"/>
                </a:lnTo>
                <a:lnTo>
                  <a:pt x="391477" y="492633"/>
                </a:lnTo>
                <a:lnTo>
                  <a:pt x="408741" y="494061"/>
                </a:lnTo>
                <a:lnTo>
                  <a:pt x="460301" y="494061"/>
                </a:lnTo>
                <a:lnTo>
                  <a:pt x="458724" y="502920"/>
                </a:lnTo>
                <a:lnTo>
                  <a:pt x="433959" y="535114"/>
                </a:lnTo>
                <a:lnTo>
                  <a:pt x="421100" y="542424"/>
                </a:lnTo>
                <a:lnTo>
                  <a:pt x="405384" y="550164"/>
                </a:lnTo>
                <a:close/>
              </a:path>
              <a:path w="480060" h="550544">
                <a:moveTo>
                  <a:pt x="103632" y="114300"/>
                </a:moveTo>
                <a:lnTo>
                  <a:pt x="102108" y="114300"/>
                </a:lnTo>
                <a:lnTo>
                  <a:pt x="98679" y="112609"/>
                </a:lnTo>
                <a:lnTo>
                  <a:pt x="95250" y="107632"/>
                </a:lnTo>
                <a:lnTo>
                  <a:pt x="91821" y="99512"/>
                </a:lnTo>
                <a:lnTo>
                  <a:pt x="88392" y="88392"/>
                </a:lnTo>
                <a:lnTo>
                  <a:pt x="80605" y="69532"/>
                </a:lnTo>
                <a:lnTo>
                  <a:pt x="70675" y="49530"/>
                </a:lnTo>
                <a:lnTo>
                  <a:pt x="58173" y="28384"/>
                </a:lnTo>
                <a:lnTo>
                  <a:pt x="42672" y="6095"/>
                </a:lnTo>
                <a:lnTo>
                  <a:pt x="50292" y="0"/>
                </a:lnTo>
                <a:lnTo>
                  <a:pt x="93726" y="29718"/>
                </a:lnTo>
                <a:lnTo>
                  <a:pt x="120396" y="59436"/>
                </a:lnTo>
                <a:lnTo>
                  <a:pt x="123444" y="67056"/>
                </a:lnTo>
                <a:lnTo>
                  <a:pt x="123444" y="73152"/>
                </a:lnTo>
                <a:lnTo>
                  <a:pt x="122872" y="80867"/>
                </a:lnTo>
                <a:lnTo>
                  <a:pt x="121158" y="88011"/>
                </a:lnTo>
                <a:lnTo>
                  <a:pt x="118300" y="94583"/>
                </a:lnTo>
                <a:lnTo>
                  <a:pt x="108204" y="109728"/>
                </a:lnTo>
                <a:lnTo>
                  <a:pt x="103632" y="114300"/>
                </a:lnTo>
                <a:close/>
              </a:path>
              <a:path w="480060" h="550544">
                <a:moveTo>
                  <a:pt x="0" y="547116"/>
                </a:moveTo>
                <a:lnTo>
                  <a:pt x="743" y="526060"/>
                </a:lnTo>
                <a:lnTo>
                  <a:pt x="1161" y="494538"/>
                </a:lnTo>
                <a:lnTo>
                  <a:pt x="1373" y="455676"/>
                </a:lnTo>
                <a:lnTo>
                  <a:pt x="1426" y="176296"/>
                </a:lnTo>
                <a:lnTo>
                  <a:pt x="1194" y="128747"/>
                </a:lnTo>
                <a:lnTo>
                  <a:pt x="743" y="94366"/>
                </a:lnTo>
                <a:lnTo>
                  <a:pt x="0" y="73152"/>
                </a:lnTo>
                <a:lnTo>
                  <a:pt x="56388" y="102108"/>
                </a:lnTo>
                <a:lnTo>
                  <a:pt x="35052" y="117348"/>
                </a:lnTo>
                <a:lnTo>
                  <a:pt x="35052" y="455676"/>
                </a:lnTo>
                <a:lnTo>
                  <a:pt x="35313" y="475107"/>
                </a:lnTo>
                <a:lnTo>
                  <a:pt x="36004" y="494538"/>
                </a:lnTo>
                <a:lnTo>
                  <a:pt x="36980" y="513969"/>
                </a:lnTo>
                <a:lnTo>
                  <a:pt x="38100" y="533400"/>
                </a:lnTo>
                <a:lnTo>
                  <a:pt x="0" y="547116"/>
                </a:lnTo>
                <a:close/>
              </a:path>
            </a:pathLst>
          </a:custGeom>
          <a:solidFill>
            <a:srgbClr val="3333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4515611" y="1292351"/>
            <a:ext cx="533400" cy="538480"/>
          </a:xfrm>
          <a:custGeom>
            <a:avLst/>
            <a:gdLst/>
            <a:ahLst/>
            <a:cxnLst/>
            <a:rect l="l" t="t" r="r" b="b"/>
            <a:pathLst>
              <a:path w="533400" h="538480">
                <a:moveTo>
                  <a:pt x="131064" y="103632"/>
                </a:moveTo>
                <a:lnTo>
                  <a:pt x="129540" y="103632"/>
                </a:lnTo>
                <a:lnTo>
                  <a:pt x="123872" y="101917"/>
                </a:lnTo>
                <a:lnTo>
                  <a:pt x="118491" y="96774"/>
                </a:lnTo>
                <a:lnTo>
                  <a:pt x="113680" y="88201"/>
                </a:lnTo>
                <a:lnTo>
                  <a:pt x="109728" y="76200"/>
                </a:lnTo>
                <a:lnTo>
                  <a:pt x="102560" y="60555"/>
                </a:lnTo>
                <a:lnTo>
                  <a:pt x="92392" y="43624"/>
                </a:lnTo>
                <a:lnTo>
                  <a:pt x="79081" y="25836"/>
                </a:lnTo>
                <a:lnTo>
                  <a:pt x="62484" y="7620"/>
                </a:lnTo>
                <a:lnTo>
                  <a:pt x="67056" y="0"/>
                </a:lnTo>
                <a:lnTo>
                  <a:pt x="102679" y="18288"/>
                </a:lnTo>
                <a:lnTo>
                  <a:pt x="136898" y="45743"/>
                </a:lnTo>
                <a:lnTo>
                  <a:pt x="147828" y="74676"/>
                </a:lnTo>
                <a:lnTo>
                  <a:pt x="147828" y="86868"/>
                </a:lnTo>
                <a:lnTo>
                  <a:pt x="146304" y="94488"/>
                </a:lnTo>
                <a:lnTo>
                  <a:pt x="134112" y="100584"/>
                </a:lnTo>
                <a:lnTo>
                  <a:pt x="131064" y="103632"/>
                </a:lnTo>
                <a:close/>
              </a:path>
              <a:path w="533400" h="538480">
                <a:moveTo>
                  <a:pt x="521208" y="30480"/>
                </a:moveTo>
                <a:lnTo>
                  <a:pt x="478536" y="30480"/>
                </a:lnTo>
                <a:lnTo>
                  <a:pt x="499871" y="9144"/>
                </a:lnTo>
                <a:lnTo>
                  <a:pt x="521208" y="30480"/>
                </a:lnTo>
                <a:close/>
              </a:path>
              <a:path w="533400" h="538480">
                <a:moveTo>
                  <a:pt x="155448" y="537972"/>
                </a:moveTo>
                <a:lnTo>
                  <a:pt x="150876" y="531876"/>
                </a:lnTo>
                <a:lnTo>
                  <a:pt x="177369" y="489618"/>
                </a:lnTo>
                <a:lnTo>
                  <a:pt x="198229" y="445093"/>
                </a:lnTo>
                <a:lnTo>
                  <a:pt x="213311" y="398227"/>
                </a:lnTo>
                <a:lnTo>
                  <a:pt x="222467" y="348947"/>
                </a:lnTo>
                <a:lnTo>
                  <a:pt x="225552" y="297180"/>
                </a:lnTo>
                <a:lnTo>
                  <a:pt x="225552" y="124968"/>
                </a:lnTo>
                <a:lnTo>
                  <a:pt x="225290" y="101560"/>
                </a:lnTo>
                <a:lnTo>
                  <a:pt x="224599" y="74866"/>
                </a:lnTo>
                <a:lnTo>
                  <a:pt x="223542" y="42672"/>
                </a:lnTo>
                <a:lnTo>
                  <a:pt x="222503" y="12192"/>
                </a:lnTo>
                <a:lnTo>
                  <a:pt x="259079" y="30480"/>
                </a:lnTo>
                <a:lnTo>
                  <a:pt x="521208" y="30480"/>
                </a:lnTo>
                <a:lnTo>
                  <a:pt x="533400" y="42672"/>
                </a:lnTo>
                <a:lnTo>
                  <a:pt x="529742" y="45720"/>
                </a:lnTo>
                <a:lnTo>
                  <a:pt x="252984" y="45720"/>
                </a:lnTo>
                <a:lnTo>
                  <a:pt x="253090" y="263651"/>
                </a:lnTo>
                <a:lnTo>
                  <a:pt x="253379" y="308983"/>
                </a:lnTo>
                <a:lnTo>
                  <a:pt x="247000" y="365703"/>
                </a:lnTo>
                <a:lnTo>
                  <a:pt x="233934" y="417004"/>
                </a:lnTo>
                <a:lnTo>
                  <a:pt x="214263" y="462844"/>
                </a:lnTo>
                <a:lnTo>
                  <a:pt x="188072" y="503181"/>
                </a:lnTo>
                <a:lnTo>
                  <a:pt x="155448" y="537972"/>
                </a:lnTo>
                <a:close/>
              </a:path>
              <a:path w="533400" h="538480">
                <a:moveTo>
                  <a:pt x="381000" y="129540"/>
                </a:moveTo>
                <a:lnTo>
                  <a:pt x="352044" y="129540"/>
                </a:lnTo>
                <a:lnTo>
                  <a:pt x="351782" y="106370"/>
                </a:lnTo>
                <a:lnTo>
                  <a:pt x="351091" y="84772"/>
                </a:lnTo>
                <a:lnTo>
                  <a:pt x="350079" y="64008"/>
                </a:lnTo>
                <a:lnTo>
                  <a:pt x="348996" y="45720"/>
                </a:lnTo>
                <a:lnTo>
                  <a:pt x="356616" y="45720"/>
                </a:lnTo>
                <a:lnTo>
                  <a:pt x="397764" y="64008"/>
                </a:lnTo>
                <a:lnTo>
                  <a:pt x="381000" y="79248"/>
                </a:lnTo>
                <a:lnTo>
                  <a:pt x="381000" y="129540"/>
                </a:lnTo>
                <a:close/>
              </a:path>
              <a:path w="533400" h="538480">
                <a:moveTo>
                  <a:pt x="514825" y="486465"/>
                </a:moveTo>
                <a:lnTo>
                  <a:pt x="462962" y="486465"/>
                </a:lnTo>
                <a:lnTo>
                  <a:pt x="472440" y="486156"/>
                </a:lnTo>
                <a:lnTo>
                  <a:pt x="480060" y="484632"/>
                </a:lnTo>
                <a:lnTo>
                  <a:pt x="483108" y="478536"/>
                </a:lnTo>
                <a:lnTo>
                  <a:pt x="483108" y="45720"/>
                </a:lnTo>
                <a:lnTo>
                  <a:pt x="529742" y="45720"/>
                </a:lnTo>
                <a:lnTo>
                  <a:pt x="515112" y="57912"/>
                </a:lnTo>
                <a:lnTo>
                  <a:pt x="515057" y="482512"/>
                </a:lnTo>
                <a:lnTo>
                  <a:pt x="514825" y="486465"/>
                </a:lnTo>
                <a:close/>
              </a:path>
              <a:path w="533400" h="538480">
                <a:moveTo>
                  <a:pt x="292608" y="150876"/>
                </a:moveTo>
                <a:lnTo>
                  <a:pt x="269748" y="129540"/>
                </a:lnTo>
                <a:lnTo>
                  <a:pt x="406908" y="129540"/>
                </a:lnTo>
                <a:lnTo>
                  <a:pt x="431292" y="105156"/>
                </a:lnTo>
                <a:lnTo>
                  <a:pt x="466344" y="143256"/>
                </a:lnTo>
                <a:lnTo>
                  <a:pt x="348996" y="143256"/>
                </a:lnTo>
                <a:lnTo>
                  <a:pt x="334184" y="143803"/>
                </a:lnTo>
                <a:lnTo>
                  <a:pt x="319659" y="145351"/>
                </a:lnTo>
                <a:lnTo>
                  <a:pt x="305704" y="147756"/>
                </a:lnTo>
                <a:lnTo>
                  <a:pt x="292608" y="150876"/>
                </a:lnTo>
                <a:close/>
              </a:path>
              <a:path w="533400" h="538480">
                <a:moveTo>
                  <a:pt x="381000" y="210312"/>
                </a:moveTo>
                <a:lnTo>
                  <a:pt x="352044" y="210312"/>
                </a:lnTo>
                <a:lnTo>
                  <a:pt x="352044" y="143256"/>
                </a:lnTo>
                <a:lnTo>
                  <a:pt x="381000" y="143256"/>
                </a:lnTo>
                <a:lnTo>
                  <a:pt x="381000" y="210312"/>
                </a:lnTo>
                <a:close/>
              </a:path>
              <a:path w="533400" h="538480">
                <a:moveTo>
                  <a:pt x="21336" y="201168"/>
                </a:moveTo>
                <a:lnTo>
                  <a:pt x="0" y="179832"/>
                </a:lnTo>
                <a:lnTo>
                  <a:pt x="88392" y="179832"/>
                </a:lnTo>
                <a:lnTo>
                  <a:pt x="112776" y="155448"/>
                </a:lnTo>
                <a:lnTo>
                  <a:pt x="146304" y="188976"/>
                </a:lnTo>
                <a:lnTo>
                  <a:pt x="139653" y="193548"/>
                </a:lnTo>
                <a:lnTo>
                  <a:pt x="79248" y="193548"/>
                </a:lnTo>
                <a:lnTo>
                  <a:pt x="63769" y="194095"/>
                </a:lnTo>
                <a:lnTo>
                  <a:pt x="49149" y="195643"/>
                </a:lnTo>
                <a:lnTo>
                  <a:pt x="35099" y="198048"/>
                </a:lnTo>
                <a:lnTo>
                  <a:pt x="21336" y="201168"/>
                </a:lnTo>
                <a:close/>
              </a:path>
              <a:path w="533400" h="538480">
                <a:moveTo>
                  <a:pt x="277367" y="231648"/>
                </a:moveTo>
                <a:lnTo>
                  <a:pt x="256032" y="210312"/>
                </a:lnTo>
                <a:lnTo>
                  <a:pt x="416052" y="210312"/>
                </a:lnTo>
                <a:lnTo>
                  <a:pt x="441960" y="184403"/>
                </a:lnTo>
                <a:lnTo>
                  <a:pt x="481584" y="225551"/>
                </a:lnTo>
                <a:lnTo>
                  <a:pt x="335280" y="225551"/>
                </a:lnTo>
                <a:lnTo>
                  <a:pt x="319801" y="225861"/>
                </a:lnTo>
                <a:lnTo>
                  <a:pt x="305181" y="226885"/>
                </a:lnTo>
                <a:lnTo>
                  <a:pt x="291131" y="228766"/>
                </a:lnTo>
                <a:lnTo>
                  <a:pt x="277367" y="231648"/>
                </a:lnTo>
                <a:close/>
              </a:path>
              <a:path w="533400" h="538480">
                <a:moveTo>
                  <a:pt x="109728" y="486156"/>
                </a:moveTo>
                <a:lnTo>
                  <a:pt x="80772" y="452628"/>
                </a:lnTo>
                <a:lnTo>
                  <a:pt x="85653" y="444603"/>
                </a:lnTo>
                <a:lnTo>
                  <a:pt x="88963" y="436435"/>
                </a:lnTo>
                <a:lnTo>
                  <a:pt x="90844" y="427982"/>
                </a:lnTo>
                <a:lnTo>
                  <a:pt x="91337" y="420624"/>
                </a:lnTo>
                <a:lnTo>
                  <a:pt x="91440" y="193548"/>
                </a:lnTo>
                <a:lnTo>
                  <a:pt x="139653" y="193548"/>
                </a:lnTo>
                <a:lnTo>
                  <a:pt x="121920" y="205739"/>
                </a:lnTo>
                <a:lnTo>
                  <a:pt x="121920" y="419100"/>
                </a:lnTo>
                <a:lnTo>
                  <a:pt x="157063" y="419100"/>
                </a:lnTo>
                <a:lnTo>
                  <a:pt x="143065" y="438150"/>
                </a:lnTo>
                <a:lnTo>
                  <a:pt x="123182" y="466153"/>
                </a:lnTo>
                <a:lnTo>
                  <a:pt x="109728" y="486156"/>
                </a:lnTo>
                <a:close/>
              </a:path>
              <a:path w="533400" h="538480">
                <a:moveTo>
                  <a:pt x="297179" y="449580"/>
                </a:moveTo>
                <a:lnTo>
                  <a:pt x="298061" y="426696"/>
                </a:lnTo>
                <a:lnTo>
                  <a:pt x="298509" y="403859"/>
                </a:lnTo>
                <a:lnTo>
                  <a:pt x="298610" y="390144"/>
                </a:lnTo>
                <a:lnTo>
                  <a:pt x="298680" y="332613"/>
                </a:lnTo>
                <a:lnTo>
                  <a:pt x="298516" y="308983"/>
                </a:lnTo>
                <a:lnTo>
                  <a:pt x="298061" y="284607"/>
                </a:lnTo>
                <a:lnTo>
                  <a:pt x="297179" y="260603"/>
                </a:lnTo>
                <a:lnTo>
                  <a:pt x="327660" y="281939"/>
                </a:lnTo>
                <a:lnTo>
                  <a:pt x="437388" y="281939"/>
                </a:lnTo>
                <a:lnTo>
                  <a:pt x="448056" y="292608"/>
                </a:lnTo>
                <a:lnTo>
                  <a:pt x="442468" y="297180"/>
                </a:lnTo>
                <a:lnTo>
                  <a:pt x="327660" y="297180"/>
                </a:lnTo>
                <a:lnTo>
                  <a:pt x="327660" y="390144"/>
                </a:lnTo>
                <a:lnTo>
                  <a:pt x="431739" y="390144"/>
                </a:lnTo>
                <a:lnTo>
                  <a:pt x="431881" y="398227"/>
                </a:lnTo>
                <a:lnTo>
                  <a:pt x="431975" y="402145"/>
                </a:lnTo>
                <a:lnTo>
                  <a:pt x="432053" y="403859"/>
                </a:lnTo>
                <a:lnTo>
                  <a:pt x="327660" y="403859"/>
                </a:lnTo>
                <a:lnTo>
                  <a:pt x="327660" y="435864"/>
                </a:lnTo>
                <a:lnTo>
                  <a:pt x="297179" y="449580"/>
                </a:lnTo>
                <a:close/>
              </a:path>
              <a:path w="533400" h="538480">
                <a:moveTo>
                  <a:pt x="437388" y="281939"/>
                </a:moveTo>
                <a:lnTo>
                  <a:pt x="399288" y="281939"/>
                </a:lnTo>
                <a:lnTo>
                  <a:pt x="419100" y="263651"/>
                </a:lnTo>
                <a:lnTo>
                  <a:pt x="437388" y="281939"/>
                </a:lnTo>
                <a:close/>
              </a:path>
              <a:path w="533400" h="538480">
                <a:moveTo>
                  <a:pt x="431739" y="390144"/>
                </a:moveTo>
                <a:lnTo>
                  <a:pt x="402336" y="390144"/>
                </a:lnTo>
                <a:lnTo>
                  <a:pt x="402336" y="297180"/>
                </a:lnTo>
                <a:lnTo>
                  <a:pt x="442468" y="297180"/>
                </a:lnTo>
                <a:lnTo>
                  <a:pt x="431292" y="306324"/>
                </a:lnTo>
                <a:lnTo>
                  <a:pt x="431391" y="358140"/>
                </a:lnTo>
                <a:lnTo>
                  <a:pt x="431482" y="375475"/>
                </a:lnTo>
                <a:lnTo>
                  <a:pt x="431739" y="390144"/>
                </a:lnTo>
                <a:close/>
              </a:path>
              <a:path w="533400" h="538480">
                <a:moveTo>
                  <a:pt x="157063" y="419100"/>
                </a:moveTo>
                <a:lnTo>
                  <a:pt x="121920" y="419100"/>
                </a:lnTo>
                <a:lnTo>
                  <a:pt x="196596" y="352044"/>
                </a:lnTo>
                <a:lnTo>
                  <a:pt x="202692" y="358140"/>
                </a:lnTo>
                <a:lnTo>
                  <a:pt x="169521" y="402145"/>
                </a:lnTo>
                <a:lnTo>
                  <a:pt x="157063" y="419100"/>
                </a:lnTo>
                <a:close/>
              </a:path>
              <a:path w="533400" h="538480">
                <a:moveTo>
                  <a:pt x="402336" y="435864"/>
                </a:moveTo>
                <a:lnTo>
                  <a:pt x="402336" y="403859"/>
                </a:lnTo>
                <a:lnTo>
                  <a:pt x="432053" y="403859"/>
                </a:lnTo>
                <a:lnTo>
                  <a:pt x="432816" y="420624"/>
                </a:lnTo>
                <a:lnTo>
                  <a:pt x="402336" y="435864"/>
                </a:lnTo>
                <a:close/>
              </a:path>
              <a:path w="533400" h="538480">
                <a:moveTo>
                  <a:pt x="473964" y="537972"/>
                </a:moveTo>
                <a:lnTo>
                  <a:pt x="462534" y="522017"/>
                </a:lnTo>
                <a:lnTo>
                  <a:pt x="444246" y="508635"/>
                </a:lnTo>
                <a:lnTo>
                  <a:pt x="419100" y="498109"/>
                </a:lnTo>
                <a:lnTo>
                  <a:pt x="387096" y="490728"/>
                </a:lnTo>
                <a:lnTo>
                  <a:pt x="387096" y="478536"/>
                </a:lnTo>
                <a:lnTo>
                  <a:pt x="420576" y="482512"/>
                </a:lnTo>
                <a:lnTo>
                  <a:pt x="445770" y="485203"/>
                </a:lnTo>
                <a:lnTo>
                  <a:pt x="462962" y="486465"/>
                </a:lnTo>
                <a:lnTo>
                  <a:pt x="514825" y="486465"/>
                </a:lnTo>
                <a:lnTo>
                  <a:pt x="514540" y="491323"/>
                </a:lnTo>
                <a:lnTo>
                  <a:pt x="493395" y="526542"/>
                </a:lnTo>
                <a:lnTo>
                  <a:pt x="484536" y="532257"/>
                </a:lnTo>
                <a:lnTo>
                  <a:pt x="473964" y="537972"/>
                </a:lnTo>
                <a:close/>
              </a:path>
            </a:pathLst>
          </a:custGeom>
          <a:solidFill>
            <a:srgbClr val="3333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5120640" y="1271016"/>
            <a:ext cx="554990" cy="563880"/>
          </a:xfrm>
          <a:custGeom>
            <a:avLst/>
            <a:gdLst/>
            <a:ahLst/>
            <a:cxnLst/>
            <a:rect l="l" t="t" r="r" b="b"/>
            <a:pathLst>
              <a:path w="554989" h="563880">
                <a:moveTo>
                  <a:pt x="315468" y="83819"/>
                </a:moveTo>
                <a:lnTo>
                  <a:pt x="301752" y="83819"/>
                </a:lnTo>
                <a:lnTo>
                  <a:pt x="300085" y="76676"/>
                </a:lnTo>
                <a:lnTo>
                  <a:pt x="297561" y="68960"/>
                </a:lnTo>
                <a:lnTo>
                  <a:pt x="278130" y="32194"/>
                </a:lnTo>
                <a:lnTo>
                  <a:pt x="256032" y="4571"/>
                </a:lnTo>
                <a:lnTo>
                  <a:pt x="263652" y="0"/>
                </a:lnTo>
                <a:lnTo>
                  <a:pt x="306895" y="20573"/>
                </a:lnTo>
                <a:lnTo>
                  <a:pt x="335280" y="50291"/>
                </a:lnTo>
                <a:lnTo>
                  <a:pt x="335280" y="51815"/>
                </a:lnTo>
                <a:lnTo>
                  <a:pt x="334113" y="59602"/>
                </a:lnTo>
                <a:lnTo>
                  <a:pt x="330517" y="67246"/>
                </a:lnTo>
                <a:lnTo>
                  <a:pt x="324350" y="75176"/>
                </a:lnTo>
                <a:lnTo>
                  <a:pt x="315468" y="83819"/>
                </a:lnTo>
                <a:close/>
              </a:path>
              <a:path w="554989" h="563880">
                <a:moveTo>
                  <a:pt x="539053" y="83819"/>
                </a:moveTo>
                <a:lnTo>
                  <a:pt x="470916" y="83819"/>
                </a:lnTo>
                <a:lnTo>
                  <a:pt x="504444" y="50291"/>
                </a:lnTo>
                <a:lnTo>
                  <a:pt x="539053" y="83819"/>
                </a:lnTo>
                <a:close/>
              </a:path>
              <a:path w="554989" h="563880">
                <a:moveTo>
                  <a:pt x="7620" y="563879"/>
                </a:moveTo>
                <a:lnTo>
                  <a:pt x="0" y="559308"/>
                </a:lnTo>
                <a:lnTo>
                  <a:pt x="21740" y="517374"/>
                </a:lnTo>
                <a:lnTo>
                  <a:pt x="39052" y="474154"/>
                </a:lnTo>
                <a:lnTo>
                  <a:pt x="52077" y="430077"/>
                </a:lnTo>
                <a:lnTo>
                  <a:pt x="60960" y="385572"/>
                </a:lnTo>
                <a:lnTo>
                  <a:pt x="66960" y="339590"/>
                </a:lnTo>
                <a:lnTo>
                  <a:pt x="71247" y="293179"/>
                </a:lnTo>
                <a:lnTo>
                  <a:pt x="73818" y="246483"/>
                </a:lnTo>
                <a:lnTo>
                  <a:pt x="74676" y="199643"/>
                </a:lnTo>
                <a:lnTo>
                  <a:pt x="75171" y="146303"/>
                </a:lnTo>
                <a:lnTo>
                  <a:pt x="74866" y="117538"/>
                </a:lnTo>
                <a:lnTo>
                  <a:pt x="73604" y="85415"/>
                </a:lnTo>
                <a:lnTo>
                  <a:pt x="71628" y="59435"/>
                </a:lnTo>
                <a:lnTo>
                  <a:pt x="112776" y="83819"/>
                </a:lnTo>
                <a:lnTo>
                  <a:pt x="539053" y="83819"/>
                </a:lnTo>
                <a:lnTo>
                  <a:pt x="553212" y="97535"/>
                </a:lnTo>
                <a:lnTo>
                  <a:pt x="109728" y="97535"/>
                </a:lnTo>
                <a:lnTo>
                  <a:pt x="109992" y="155662"/>
                </a:lnTo>
                <a:lnTo>
                  <a:pt x="108775" y="225551"/>
                </a:lnTo>
                <a:lnTo>
                  <a:pt x="106073" y="277677"/>
                </a:lnTo>
                <a:lnTo>
                  <a:pt x="102108" y="321564"/>
                </a:lnTo>
                <a:lnTo>
                  <a:pt x="95559" y="360140"/>
                </a:lnTo>
                <a:lnTo>
                  <a:pt x="77890" y="428720"/>
                </a:lnTo>
                <a:lnTo>
                  <a:pt x="54554" y="486727"/>
                </a:lnTo>
                <a:lnTo>
                  <a:pt x="24407" y="539305"/>
                </a:lnTo>
                <a:lnTo>
                  <a:pt x="7620" y="563879"/>
                </a:lnTo>
                <a:close/>
              </a:path>
              <a:path w="554989" h="563880">
                <a:moveTo>
                  <a:pt x="256032" y="185927"/>
                </a:moveTo>
                <a:lnTo>
                  <a:pt x="225552" y="185927"/>
                </a:lnTo>
                <a:lnTo>
                  <a:pt x="225290" y="167997"/>
                </a:lnTo>
                <a:lnTo>
                  <a:pt x="224599" y="148780"/>
                </a:lnTo>
                <a:lnTo>
                  <a:pt x="223599" y="128277"/>
                </a:lnTo>
                <a:lnTo>
                  <a:pt x="222504" y="108203"/>
                </a:lnTo>
                <a:lnTo>
                  <a:pt x="275844" y="134112"/>
                </a:lnTo>
                <a:lnTo>
                  <a:pt x="256032" y="146303"/>
                </a:lnTo>
                <a:lnTo>
                  <a:pt x="256032" y="185927"/>
                </a:lnTo>
                <a:close/>
              </a:path>
              <a:path w="554989" h="563880">
                <a:moveTo>
                  <a:pt x="420624" y="185927"/>
                </a:moveTo>
                <a:lnTo>
                  <a:pt x="390144" y="185927"/>
                </a:lnTo>
                <a:lnTo>
                  <a:pt x="389902" y="167997"/>
                </a:lnTo>
                <a:lnTo>
                  <a:pt x="389847" y="165544"/>
                </a:lnTo>
                <a:lnTo>
                  <a:pt x="389246" y="148780"/>
                </a:lnTo>
                <a:lnTo>
                  <a:pt x="389142" y="146303"/>
                </a:lnTo>
                <a:lnTo>
                  <a:pt x="388215" y="128277"/>
                </a:lnTo>
                <a:lnTo>
                  <a:pt x="387096" y="109727"/>
                </a:lnTo>
                <a:lnTo>
                  <a:pt x="441960" y="134112"/>
                </a:lnTo>
                <a:lnTo>
                  <a:pt x="420624" y="147827"/>
                </a:lnTo>
                <a:lnTo>
                  <a:pt x="420624" y="185927"/>
                </a:lnTo>
                <a:close/>
              </a:path>
              <a:path w="554989" h="563880">
                <a:moveTo>
                  <a:pt x="134112" y="205739"/>
                </a:moveTo>
                <a:lnTo>
                  <a:pt x="114300" y="185927"/>
                </a:lnTo>
                <a:lnTo>
                  <a:pt x="466344" y="185927"/>
                </a:lnTo>
                <a:lnTo>
                  <a:pt x="498348" y="155447"/>
                </a:lnTo>
                <a:lnTo>
                  <a:pt x="542544" y="201167"/>
                </a:lnTo>
                <a:lnTo>
                  <a:pt x="163068" y="201167"/>
                </a:lnTo>
                <a:lnTo>
                  <a:pt x="134112" y="205739"/>
                </a:lnTo>
                <a:close/>
              </a:path>
              <a:path w="554989" h="563880">
                <a:moveTo>
                  <a:pt x="222504" y="310895"/>
                </a:moveTo>
                <a:lnTo>
                  <a:pt x="224599" y="259460"/>
                </a:lnTo>
                <a:lnTo>
                  <a:pt x="225552" y="201167"/>
                </a:lnTo>
                <a:lnTo>
                  <a:pt x="256032" y="201167"/>
                </a:lnTo>
                <a:lnTo>
                  <a:pt x="256032" y="269747"/>
                </a:lnTo>
                <a:lnTo>
                  <a:pt x="422156" y="269747"/>
                </a:lnTo>
                <a:lnTo>
                  <a:pt x="422552" y="277677"/>
                </a:lnTo>
                <a:lnTo>
                  <a:pt x="423163" y="284987"/>
                </a:lnTo>
                <a:lnTo>
                  <a:pt x="256032" y="284987"/>
                </a:lnTo>
                <a:lnTo>
                  <a:pt x="256032" y="297179"/>
                </a:lnTo>
                <a:lnTo>
                  <a:pt x="222504" y="310895"/>
                </a:lnTo>
                <a:close/>
              </a:path>
              <a:path w="554989" h="563880">
                <a:moveTo>
                  <a:pt x="422156" y="269747"/>
                </a:moveTo>
                <a:lnTo>
                  <a:pt x="390144" y="269747"/>
                </a:lnTo>
                <a:lnTo>
                  <a:pt x="390144" y="201167"/>
                </a:lnTo>
                <a:lnTo>
                  <a:pt x="420624" y="201167"/>
                </a:lnTo>
                <a:lnTo>
                  <a:pt x="420885" y="232576"/>
                </a:lnTo>
                <a:lnTo>
                  <a:pt x="421576" y="258127"/>
                </a:lnTo>
                <a:lnTo>
                  <a:pt x="422156" y="269747"/>
                </a:lnTo>
                <a:close/>
              </a:path>
              <a:path w="554989" h="563880">
                <a:moveTo>
                  <a:pt x="390144" y="306323"/>
                </a:moveTo>
                <a:lnTo>
                  <a:pt x="390144" y="284987"/>
                </a:lnTo>
                <a:lnTo>
                  <a:pt x="423163" y="284987"/>
                </a:lnTo>
                <a:lnTo>
                  <a:pt x="423672" y="291083"/>
                </a:lnTo>
                <a:lnTo>
                  <a:pt x="390144" y="306323"/>
                </a:lnTo>
                <a:close/>
              </a:path>
              <a:path w="554989" h="563880">
                <a:moveTo>
                  <a:pt x="179832" y="353568"/>
                </a:moveTo>
                <a:lnTo>
                  <a:pt x="160020" y="335280"/>
                </a:lnTo>
                <a:lnTo>
                  <a:pt x="411480" y="335280"/>
                </a:lnTo>
                <a:lnTo>
                  <a:pt x="432816" y="313943"/>
                </a:lnTo>
                <a:lnTo>
                  <a:pt x="469392" y="348996"/>
                </a:lnTo>
                <a:lnTo>
                  <a:pt x="201168" y="348996"/>
                </a:lnTo>
                <a:lnTo>
                  <a:pt x="179832" y="353568"/>
                </a:lnTo>
                <a:close/>
              </a:path>
              <a:path w="554989" h="563880">
                <a:moveTo>
                  <a:pt x="80772" y="563879"/>
                </a:moveTo>
                <a:lnTo>
                  <a:pt x="79248" y="554736"/>
                </a:lnTo>
                <a:lnTo>
                  <a:pt x="128637" y="543604"/>
                </a:lnTo>
                <a:lnTo>
                  <a:pt x="176271" y="528596"/>
                </a:lnTo>
                <a:lnTo>
                  <a:pt x="222223" y="509857"/>
                </a:lnTo>
                <a:lnTo>
                  <a:pt x="266565" y="487533"/>
                </a:lnTo>
                <a:lnTo>
                  <a:pt x="309372" y="461772"/>
                </a:lnTo>
                <a:lnTo>
                  <a:pt x="286845" y="437507"/>
                </a:lnTo>
                <a:lnTo>
                  <a:pt x="265176" y="410527"/>
                </a:lnTo>
                <a:lnTo>
                  <a:pt x="244649" y="380976"/>
                </a:lnTo>
                <a:lnTo>
                  <a:pt x="225552" y="348996"/>
                </a:lnTo>
                <a:lnTo>
                  <a:pt x="236220" y="348996"/>
                </a:lnTo>
                <a:lnTo>
                  <a:pt x="259080" y="378142"/>
                </a:lnTo>
                <a:lnTo>
                  <a:pt x="281940" y="403860"/>
                </a:lnTo>
                <a:lnTo>
                  <a:pt x="304800" y="426148"/>
                </a:lnTo>
                <a:lnTo>
                  <a:pt x="327660" y="445008"/>
                </a:lnTo>
                <a:lnTo>
                  <a:pt x="372095" y="445008"/>
                </a:lnTo>
                <a:lnTo>
                  <a:pt x="352044" y="463296"/>
                </a:lnTo>
                <a:lnTo>
                  <a:pt x="390081" y="483108"/>
                </a:lnTo>
                <a:lnTo>
                  <a:pt x="330708" y="483108"/>
                </a:lnTo>
                <a:lnTo>
                  <a:pt x="283500" y="506870"/>
                </a:lnTo>
                <a:lnTo>
                  <a:pt x="235049" y="526901"/>
                </a:lnTo>
                <a:lnTo>
                  <a:pt x="185208" y="543129"/>
                </a:lnTo>
                <a:lnTo>
                  <a:pt x="133831" y="555479"/>
                </a:lnTo>
                <a:lnTo>
                  <a:pt x="80772" y="563879"/>
                </a:lnTo>
                <a:close/>
              </a:path>
              <a:path w="554989" h="563880">
                <a:moveTo>
                  <a:pt x="372095" y="445008"/>
                </a:moveTo>
                <a:lnTo>
                  <a:pt x="327660" y="445008"/>
                </a:lnTo>
                <a:lnTo>
                  <a:pt x="350781" y="421862"/>
                </a:lnTo>
                <a:lnTo>
                  <a:pt x="372046" y="398145"/>
                </a:lnTo>
                <a:lnTo>
                  <a:pt x="391310" y="373856"/>
                </a:lnTo>
                <a:lnTo>
                  <a:pt x="408432" y="348996"/>
                </a:lnTo>
                <a:lnTo>
                  <a:pt x="469392" y="348996"/>
                </a:lnTo>
                <a:lnTo>
                  <a:pt x="445008" y="361188"/>
                </a:lnTo>
                <a:lnTo>
                  <a:pt x="418695" y="393430"/>
                </a:lnTo>
                <a:lnTo>
                  <a:pt x="394525" y="421386"/>
                </a:lnTo>
                <a:lnTo>
                  <a:pt x="372356" y="444769"/>
                </a:lnTo>
                <a:lnTo>
                  <a:pt x="372095" y="445008"/>
                </a:lnTo>
                <a:close/>
              </a:path>
              <a:path w="554989" h="563880">
                <a:moveTo>
                  <a:pt x="509016" y="557784"/>
                </a:moveTo>
                <a:lnTo>
                  <a:pt x="455866" y="544615"/>
                </a:lnTo>
                <a:lnTo>
                  <a:pt x="408432" y="527875"/>
                </a:lnTo>
                <a:lnTo>
                  <a:pt x="366712" y="507420"/>
                </a:lnTo>
                <a:lnTo>
                  <a:pt x="330708" y="483108"/>
                </a:lnTo>
                <a:lnTo>
                  <a:pt x="390081" y="483108"/>
                </a:lnTo>
                <a:lnTo>
                  <a:pt x="393144" y="484703"/>
                </a:lnTo>
                <a:lnTo>
                  <a:pt x="440817" y="500824"/>
                </a:lnTo>
                <a:lnTo>
                  <a:pt x="494776" y="511516"/>
                </a:lnTo>
                <a:lnTo>
                  <a:pt x="554736" y="516636"/>
                </a:lnTo>
                <a:lnTo>
                  <a:pt x="554736" y="525779"/>
                </a:lnTo>
                <a:lnTo>
                  <a:pt x="538162" y="530352"/>
                </a:lnTo>
                <a:lnTo>
                  <a:pt x="525018" y="537210"/>
                </a:lnTo>
                <a:lnTo>
                  <a:pt x="515302" y="546354"/>
                </a:lnTo>
                <a:lnTo>
                  <a:pt x="509016" y="557784"/>
                </a:lnTo>
                <a:close/>
              </a:path>
            </a:pathLst>
          </a:custGeom>
          <a:solidFill>
            <a:srgbClr val="3333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5804915" y="1280160"/>
            <a:ext cx="447040" cy="548640"/>
          </a:xfrm>
          <a:custGeom>
            <a:avLst/>
            <a:gdLst/>
            <a:ahLst/>
            <a:cxnLst/>
            <a:rect l="l" t="t" r="r" b="b"/>
            <a:pathLst>
              <a:path w="447039" h="548639">
                <a:moveTo>
                  <a:pt x="103632" y="117348"/>
                </a:moveTo>
                <a:lnTo>
                  <a:pt x="100584" y="117348"/>
                </a:lnTo>
                <a:lnTo>
                  <a:pt x="96059" y="115943"/>
                </a:lnTo>
                <a:lnTo>
                  <a:pt x="91821" y="111823"/>
                </a:lnTo>
                <a:lnTo>
                  <a:pt x="88153" y="105132"/>
                </a:lnTo>
                <a:lnTo>
                  <a:pt x="85344" y="96012"/>
                </a:lnTo>
                <a:lnTo>
                  <a:pt x="78176" y="76581"/>
                </a:lnTo>
                <a:lnTo>
                  <a:pt x="68008" y="54864"/>
                </a:lnTo>
                <a:lnTo>
                  <a:pt x="54697" y="30861"/>
                </a:lnTo>
                <a:lnTo>
                  <a:pt x="38100" y="4572"/>
                </a:lnTo>
                <a:lnTo>
                  <a:pt x="45720" y="0"/>
                </a:lnTo>
                <a:lnTo>
                  <a:pt x="84391" y="24384"/>
                </a:lnTo>
                <a:lnTo>
                  <a:pt x="115085" y="53030"/>
                </a:lnTo>
                <a:lnTo>
                  <a:pt x="123444" y="74676"/>
                </a:lnTo>
                <a:lnTo>
                  <a:pt x="122866" y="80700"/>
                </a:lnTo>
                <a:lnTo>
                  <a:pt x="121158" y="87249"/>
                </a:lnTo>
                <a:lnTo>
                  <a:pt x="118300" y="94392"/>
                </a:lnTo>
                <a:lnTo>
                  <a:pt x="114300" y="102108"/>
                </a:lnTo>
                <a:lnTo>
                  <a:pt x="108204" y="112776"/>
                </a:lnTo>
                <a:lnTo>
                  <a:pt x="103632" y="117348"/>
                </a:lnTo>
                <a:close/>
              </a:path>
              <a:path w="447039" h="548639">
                <a:moveTo>
                  <a:pt x="201168" y="83820"/>
                </a:moveTo>
                <a:lnTo>
                  <a:pt x="179831" y="62484"/>
                </a:lnTo>
                <a:lnTo>
                  <a:pt x="387096" y="62484"/>
                </a:lnTo>
                <a:lnTo>
                  <a:pt x="406908" y="33528"/>
                </a:lnTo>
                <a:lnTo>
                  <a:pt x="446532" y="67056"/>
                </a:lnTo>
                <a:lnTo>
                  <a:pt x="436684" y="76200"/>
                </a:lnTo>
                <a:lnTo>
                  <a:pt x="257556" y="76200"/>
                </a:lnTo>
                <a:lnTo>
                  <a:pt x="242744" y="76747"/>
                </a:lnTo>
                <a:lnTo>
                  <a:pt x="228219" y="78295"/>
                </a:lnTo>
                <a:lnTo>
                  <a:pt x="214264" y="80700"/>
                </a:lnTo>
                <a:lnTo>
                  <a:pt x="201168" y="83820"/>
                </a:lnTo>
                <a:close/>
              </a:path>
              <a:path w="447039" h="548639">
                <a:moveTo>
                  <a:pt x="423940" y="486156"/>
                </a:moveTo>
                <a:lnTo>
                  <a:pt x="362712" y="486156"/>
                </a:lnTo>
                <a:lnTo>
                  <a:pt x="374713" y="485846"/>
                </a:lnTo>
                <a:lnTo>
                  <a:pt x="383286" y="482536"/>
                </a:lnTo>
                <a:lnTo>
                  <a:pt x="388429" y="476083"/>
                </a:lnTo>
                <a:lnTo>
                  <a:pt x="390144" y="466344"/>
                </a:lnTo>
                <a:lnTo>
                  <a:pt x="390144" y="76200"/>
                </a:lnTo>
                <a:lnTo>
                  <a:pt x="436684" y="76200"/>
                </a:lnTo>
                <a:lnTo>
                  <a:pt x="425196" y="86868"/>
                </a:lnTo>
                <a:lnTo>
                  <a:pt x="425196" y="473964"/>
                </a:lnTo>
                <a:lnTo>
                  <a:pt x="423940" y="486156"/>
                </a:lnTo>
                <a:close/>
              </a:path>
              <a:path w="447039" h="548639">
                <a:moveTo>
                  <a:pt x="0" y="548640"/>
                </a:moveTo>
                <a:lnTo>
                  <a:pt x="743" y="505870"/>
                </a:lnTo>
                <a:lnTo>
                  <a:pt x="1194" y="459955"/>
                </a:lnTo>
                <a:lnTo>
                  <a:pt x="1366" y="423671"/>
                </a:lnTo>
                <a:lnTo>
                  <a:pt x="1418" y="212074"/>
                </a:lnTo>
                <a:lnTo>
                  <a:pt x="1310" y="181356"/>
                </a:lnTo>
                <a:lnTo>
                  <a:pt x="881" y="138493"/>
                </a:lnTo>
                <a:lnTo>
                  <a:pt x="0" y="103632"/>
                </a:lnTo>
                <a:lnTo>
                  <a:pt x="59436" y="137160"/>
                </a:lnTo>
                <a:lnTo>
                  <a:pt x="38100" y="150876"/>
                </a:lnTo>
                <a:lnTo>
                  <a:pt x="38100" y="531876"/>
                </a:lnTo>
                <a:lnTo>
                  <a:pt x="0" y="548640"/>
                </a:lnTo>
                <a:close/>
              </a:path>
              <a:path w="447039" h="548639">
                <a:moveTo>
                  <a:pt x="330226" y="208788"/>
                </a:moveTo>
                <a:lnTo>
                  <a:pt x="277368" y="208788"/>
                </a:lnTo>
                <a:lnTo>
                  <a:pt x="294131" y="181356"/>
                </a:lnTo>
                <a:lnTo>
                  <a:pt x="330226" y="208788"/>
                </a:lnTo>
                <a:close/>
              </a:path>
              <a:path w="447039" h="548639">
                <a:moveTo>
                  <a:pt x="112776" y="423671"/>
                </a:moveTo>
                <a:lnTo>
                  <a:pt x="113657" y="389096"/>
                </a:lnTo>
                <a:lnTo>
                  <a:pt x="114109" y="356235"/>
                </a:lnTo>
                <a:lnTo>
                  <a:pt x="114205" y="338328"/>
                </a:lnTo>
                <a:lnTo>
                  <a:pt x="114276" y="267985"/>
                </a:lnTo>
                <a:lnTo>
                  <a:pt x="114094" y="239077"/>
                </a:lnTo>
                <a:lnTo>
                  <a:pt x="113657" y="212074"/>
                </a:lnTo>
                <a:lnTo>
                  <a:pt x="112776" y="184404"/>
                </a:lnTo>
                <a:lnTo>
                  <a:pt x="147828" y="208788"/>
                </a:lnTo>
                <a:lnTo>
                  <a:pt x="330226" y="208788"/>
                </a:lnTo>
                <a:lnTo>
                  <a:pt x="332232" y="210312"/>
                </a:lnTo>
                <a:lnTo>
                  <a:pt x="317823" y="222504"/>
                </a:lnTo>
                <a:lnTo>
                  <a:pt x="147828" y="222504"/>
                </a:lnTo>
                <a:lnTo>
                  <a:pt x="147828" y="364236"/>
                </a:lnTo>
                <a:lnTo>
                  <a:pt x="313318" y="364236"/>
                </a:lnTo>
                <a:lnTo>
                  <a:pt x="313372" y="365379"/>
                </a:lnTo>
                <a:lnTo>
                  <a:pt x="314128" y="377952"/>
                </a:lnTo>
                <a:lnTo>
                  <a:pt x="147828" y="377952"/>
                </a:lnTo>
                <a:lnTo>
                  <a:pt x="147828" y="409956"/>
                </a:lnTo>
                <a:lnTo>
                  <a:pt x="112776" y="423671"/>
                </a:lnTo>
                <a:close/>
              </a:path>
              <a:path w="447039" h="548639">
                <a:moveTo>
                  <a:pt x="313318" y="364236"/>
                </a:moveTo>
                <a:lnTo>
                  <a:pt x="278892" y="364236"/>
                </a:lnTo>
                <a:lnTo>
                  <a:pt x="278892" y="222504"/>
                </a:lnTo>
                <a:lnTo>
                  <a:pt x="317823" y="222504"/>
                </a:lnTo>
                <a:lnTo>
                  <a:pt x="312419" y="227076"/>
                </a:lnTo>
                <a:lnTo>
                  <a:pt x="312419" y="338328"/>
                </a:lnTo>
                <a:lnTo>
                  <a:pt x="312681" y="350853"/>
                </a:lnTo>
                <a:lnTo>
                  <a:pt x="313318" y="364236"/>
                </a:lnTo>
                <a:close/>
              </a:path>
              <a:path w="447039" h="548639">
                <a:moveTo>
                  <a:pt x="278892" y="414528"/>
                </a:moveTo>
                <a:lnTo>
                  <a:pt x="278892" y="377952"/>
                </a:lnTo>
                <a:lnTo>
                  <a:pt x="314128" y="377952"/>
                </a:lnTo>
                <a:lnTo>
                  <a:pt x="315467" y="399288"/>
                </a:lnTo>
                <a:lnTo>
                  <a:pt x="278892" y="414528"/>
                </a:lnTo>
                <a:close/>
              </a:path>
              <a:path w="447039" h="548639">
                <a:moveTo>
                  <a:pt x="365760" y="548640"/>
                </a:moveTo>
                <a:lnTo>
                  <a:pt x="360640" y="528613"/>
                </a:lnTo>
                <a:lnTo>
                  <a:pt x="345376" y="511873"/>
                </a:lnTo>
                <a:lnTo>
                  <a:pt x="320111" y="498276"/>
                </a:lnTo>
                <a:lnTo>
                  <a:pt x="284988" y="487680"/>
                </a:lnTo>
                <a:lnTo>
                  <a:pt x="284988" y="478536"/>
                </a:lnTo>
                <a:lnTo>
                  <a:pt x="362712" y="486156"/>
                </a:lnTo>
                <a:lnTo>
                  <a:pt x="423940" y="486156"/>
                </a:lnTo>
                <a:lnTo>
                  <a:pt x="422338" y="501705"/>
                </a:lnTo>
                <a:lnTo>
                  <a:pt x="411480" y="523303"/>
                </a:lnTo>
                <a:lnTo>
                  <a:pt x="392620" y="538900"/>
                </a:lnTo>
                <a:lnTo>
                  <a:pt x="365760" y="548640"/>
                </a:lnTo>
                <a:close/>
              </a:path>
            </a:pathLst>
          </a:custGeom>
          <a:solidFill>
            <a:srgbClr val="3333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6347459" y="1289303"/>
            <a:ext cx="558165" cy="541020"/>
          </a:xfrm>
          <a:custGeom>
            <a:avLst/>
            <a:gdLst/>
            <a:ahLst/>
            <a:cxnLst/>
            <a:rect l="l" t="t" r="r" b="b"/>
            <a:pathLst>
              <a:path w="558165" h="541019">
                <a:moveTo>
                  <a:pt x="298704" y="50292"/>
                </a:moveTo>
                <a:lnTo>
                  <a:pt x="277368" y="28956"/>
                </a:lnTo>
                <a:lnTo>
                  <a:pt x="486156" y="28956"/>
                </a:lnTo>
                <a:lnTo>
                  <a:pt x="513588" y="0"/>
                </a:lnTo>
                <a:lnTo>
                  <a:pt x="553212" y="44196"/>
                </a:lnTo>
                <a:lnTo>
                  <a:pt x="356616" y="44196"/>
                </a:lnTo>
                <a:lnTo>
                  <a:pt x="341137" y="44505"/>
                </a:lnTo>
                <a:lnTo>
                  <a:pt x="326517" y="45529"/>
                </a:lnTo>
                <a:lnTo>
                  <a:pt x="312467" y="47410"/>
                </a:lnTo>
                <a:lnTo>
                  <a:pt x="298704" y="50292"/>
                </a:lnTo>
                <a:close/>
              </a:path>
              <a:path w="558165" h="541019">
                <a:moveTo>
                  <a:pt x="259641" y="27432"/>
                </a:moveTo>
                <a:lnTo>
                  <a:pt x="213360" y="27432"/>
                </a:lnTo>
                <a:lnTo>
                  <a:pt x="230124" y="3048"/>
                </a:lnTo>
                <a:lnTo>
                  <a:pt x="259641" y="27432"/>
                </a:lnTo>
                <a:close/>
              </a:path>
              <a:path w="558165" h="541019">
                <a:moveTo>
                  <a:pt x="71628" y="233172"/>
                </a:moveTo>
                <a:lnTo>
                  <a:pt x="73723" y="176974"/>
                </a:lnTo>
                <a:lnTo>
                  <a:pt x="74544" y="132588"/>
                </a:lnTo>
                <a:lnTo>
                  <a:pt x="74621" y="111252"/>
                </a:lnTo>
                <a:lnTo>
                  <a:pt x="74407" y="87915"/>
                </a:lnTo>
                <a:lnTo>
                  <a:pt x="73723" y="60198"/>
                </a:lnTo>
                <a:lnTo>
                  <a:pt x="72689" y="32004"/>
                </a:lnTo>
                <a:lnTo>
                  <a:pt x="71628" y="7620"/>
                </a:lnTo>
                <a:lnTo>
                  <a:pt x="105156" y="27432"/>
                </a:lnTo>
                <a:lnTo>
                  <a:pt x="259641" y="27432"/>
                </a:lnTo>
                <a:lnTo>
                  <a:pt x="265175" y="32004"/>
                </a:lnTo>
                <a:lnTo>
                  <a:pt x="254000" y="41148"/>
                </a:lnTo>
                <a:lnTo>
                  <a:pt x="105156" y="41148"/>
                </a:lnTo>
                <a:lnTo>
                  <a:pt x="105156" y="111252"/>
                </a:lnTo>
                <a:lnTo>
                  <a:pt x="248891" y="111252"/>
                </a:lnTo>
                <a:lnTo>
                  <a:pt x="249102" y="124968"/>
                </a:lnTo>
                <a:lnTo>
                  <a:pt x="105156" y="124968"/>
                </a:lnTo>
                <a:lnTo>
                  <a:pt x="105156" y="192024"/>
                </a:lnTo>
                <a:lnTo>
                  <a:pt x="250761" y="192024"/>
                </a:lnTo>
                <a:lnTo>
                  <a:pt x="251245" y="205740"/>
                </a:lnTo>
                <a:lnTo>
                  <a:pt x="105156" y="205740"/>
                </a:lnTo>
                <a:lnTo>
                  <a:pt x="105156" y="220979"/>
                </a:lnTo>
                <a:lnTo>
                  <a:pt x="71628" y="233172"/>
                </a:lnTo>
                <a:close/>
              </a:path>
              <a:path w="558165" h="541019">
                <a:moveTo>
                  <a:pt x="248891" y="111252"/>
                </a:moveTo>
                <a:lnTo>
                  <a:pt x="217932" y="111252"/>
                </a:lnTo>
                <a:lnTo>
                  <a:pt x="217932" y="41148"/>
                </a:lnTo>
                <a:lnTo>
                  <a:pt x="254000" y="41148"/>
                </a:lnTo>
                <a:lnTo>
                  <a:pt x="248412" y="45720"/>
                </a:lnTo>
                <a:lnTo>
                  <a:pt x="248673" y="97178"/>
                </a:lnTo>
                <a:lnTo>
                  <a:pt x="248891" y="111252"/>
                </a:lnTo>
                <a:close/>
              </a:path>
              <a:path w="558165" h="541019">
                <a:moveTo>
                  <a:pt x="385572" y="112776"/>
                </a:moveTo>
                <a:lnTo>
                  <a:pt x="373380" y="112776"/>
                </a:lnTo>
                <a:lnTo>
                  <a:pt x="377642" y="95416"/>
                </a:lnTo>
                <a:lnTo>
                  <a:pt x="381190" y="77914"/>
                </a:lnTo>
                <a:lnTo>
                  <a:pt x="383881" y="60698"/>
                </a:lnTo>
                <a:lnTo>
                  <a:pt x="385572" y="44196"/>
                </a:lnTo>
                <a:lnTo>
                  <a:pt x="425195" y="44196"/>
                </a:lnTo>
                <a:lnTo>
                  <a:pt x="419219" y="53625"/>
                </a:lnTo>
                <a:lnTo>
                  <a:pt x="410527" y="68199"/>
                </a:lnTo>
                <a:lnTo>
                  <a:pt x="399264" y="87915"/>
                </a:lnTo>
                <a:lnTo>
                  <a:pt x="385572" y="112776"/>
                </a:lnTo>
                <a:close/>
              </a:path>
              <a:path w="558165" h="541019">
                <a:moveTo>
                  <a:pt x="522373" y="112776"/>
                </a:moveTo>
                <a:lnTo>
                  <a:pt x="475488" y="112776"/>
                </a:lnTo>
                <a:lnTo>
                  <a:pt x="492252" y="91440"/>
                </a:lnTo>
                <a:lnTo>
                  <a:pt x="522373" y="112776"/>
                </a:lnTo>
                <a:close/>
              </a:path>
              <a:path w="558165" h="541019">
                <a:moveTo>
                  <a:pt x="307848" y="345948"/>
                </a:moveTo>
                <a:lnTo>
                  <a:pt x="309943" y="289941"/>
                </a:lnTo>
                <a:lnTo>
                  <a:pt x="310816" y="233172"/>
                </a:lnTo>
                <a:lnTo>
                  <a:pt x="310873" y="205740"/>
                </a:lnTo>
                <a:lnTo>
                  <a:pt x="310746" y="176974"/>
                </a:lnTo>
                <a:lnTo>
                  <a:pt x="310515" y="153924"/>
                </a:lnTo>
                <a:lnTo>
                  <a:pt x="309610" y="123063"/>
                </a:lnTo>
                <a:lnTo>
                  <a:pt x="307848" y="94488"/>
                </a:lnTo>
                <a:lnTo>
                  <a:pt x="341376" y="112776"/>
                </a:lnTo>
                <a:lnTo>
                  <a:pt x="522373" y="112776"/>
                </a:lnTo>
                <a:lnTo>
                  <a:pt x="528828" y="117348"/>
                </a:lnTo>
                <a:lnTo>
                  <a:pt x="517093" y="128016"/>
                </a:lnTo>
                <a:lnTo>
                  <a:pt x="341376" y="128016"/>
                </a:lnTo>
                <a:lnTo>
                  <a:pt x="341376" y="326136"/>
                </a:lnTo>
                <a:lnTo>
                  <a:pt x="307848" y="345948"/>
                </a:lnTo>
                <a:close/>
              </a:path>
              <a:path w="558165" h="541019">
                <a:moveTo>
                  <a:pt x="250761" y="192024"/>
                </a:moveTo>
                <a:lnTo>
                  <a:pt x="217932" y="192024"/>
                </a:lnTo>
                <a:lnTo>
                  <a:pt x="217932" y="124968"/>
                </a:lnTo>
                <a:lnTo>
                  <a:pt x="249102" y="124968"/>
                </a:lnTo>
                <a:lnTo>
                  <a:pt x="249364" y="141922"/>
                </a:lnTo>
                <a:lnTo>
                  <a:pt x="250340" y="180093"/>
                </a:lnTo>
                <a:lnTo>
                  <a:pt x="250761" y="192024"/>
                </a:lnTo>
                <a:close/>
              </a:path>
              <a:path w="558165" h="541019">
                <a:moveTo>
                  <a:pt x="480060" y="338328"/>
                </a:moveTo>
                <a:lnTo>
                  <a:pt x="480060" y="128016"/>
                </a:lnTo>
                <a:lnTo>
                  <a:pt x="517093" y="128016"/>
                </a:lnTo>
                <a:lnTo>
                  <a:pt x="512064" y="132588"/>
                </a:lnTo>
                <a:lnTo>
                  <a:pt x="512119" y="261651"/>
                </a:lnTo>
                <a:lnTo>
                  <a:pt x="512236" y="273343"/>
                </a:lnTo>
                <a:lnTo>
                  <a:pt x="512706" y="296179"/>
                </a:lnTo>
                <a:lnTo>
                  <a:pt x="513588" y="321564"/>
                </a:lnTo>
                <a:lnTo>
                  <a:pt x="480060" y="338328"/>
                </a:lnTo>
                <a:close/>
              </a:path>
              <a:path w="558165" h="541019">
                <a:moveTo>
                  <a:pt x="263651" y="477011"/>
                </a:moveTo>
                <a:lnTo>
                  <a:pt x="257556" y="469392"/>
                </a:lnTo>
                <a:lnTo>
                  <a:pt x="291274" y="449937"/>
                </a:lnTo>
                <a:lnTo>
                  <a:pt x="319278" y="430339"/>
                </a:lnTo>
                <a:lnTo>
                  <a:pt x="358140" y="390144"/>
                </a:lnTo>
                <a:lnTo>
                  <a:pt x="379095" y="345757"/>
                </a:lnTo>
                <a:lnTo>
                  <a:pt x="388596" y="291274"/>
                </a:lnTo>
                <a:lnTo>
                  <a:pt x="391033" y="233172"/>
                </a:lnTo>
                <a:lnTo>
                  <a:pt x="390977" y="197643"/>
                </a:lnTo>
                <a:lnTo>
                  <a:pt x="390144" y="163068"/>
                </a:lnTo>
                <a:lnTo>
                  <a:pt x="441960" y="188976"/>
                </a:lnTo>
                <a:lnTo>
                  <a:pt x="423672" y="205740"/>
                </a:lnTo>
                <a:lnTo>
                  <a:pt x="422838" y="252293"/>
                </a:lnTo>
                <a:lnTo>
                  <a:pt x="420433" y="291274"/>
                </a:lnTo>
                <a:lnTo>
                  <a:pt x="411480" y="345948"/>
                </a:lnTo>
                <a:lnTo>
                  <a:pt x="394144" y="384238"/>
                </a:lnTo>
                <a:lnTo>
                  <a:pt x="364236" y="419100"/>
                </a:lnTo>
                <a:lnTo>
                  <a:pt x="321945" y="450342"/>
                </a:lnTo>
                <a:lnTo>
                  <a:pt x="294798" y="464105"/>
                </a:lnTo>
                <a:lnTo>
                  <a:pt x="263651" y="477011"/>
                </a:lnTo>
                <a:close/>
              </a:path>
              <a:path w="558165" h="541019">
                <a:moveTo>
                  <a:pt x="217932" y="228600"/>
                </a:moveTo>
                <a:lnTo>
                  <a:pt x="217932" y="205740"/>
                </a:lnTo>
                <a:lnTo>
                  <a:pt x="251245" y="205740"/>
                </a:lnTo>
                <a:lnTo>
                  <a:pt x="251460" y="211836"/>
                </a:lnTo>
                <a:lnTo>
                  <a:pt x="217932" y="228600"/>
                </a:lnTo>
                <a:close/>
              </a:path>
              <a:path w="558165" h="541019">
                <a:moveTo>
                  <a:pt x="41148" y="280416"/>
                </a:moveTo>
                <a:lnTo>
                  <a:pt x="18288" y="259079"/>
                </a:lnTo>
                <a:lnTo>
                  <a:pt x="230124" y="259079"/>
                </a:lnTo>
                <a:lnTo>
                  <a:pt x="257556" y="230124"/>
                </a:lnTo>
                <a:lnTo>
                  <a:pt x="297180" y="272796"/>
                </a:lnTo>
                <a:lnTo>
                  <a:pt x="97536" y="272796"/>
                </a:lnTo>
                <a:lnTo>
                  <a:pt x="82724" y="273343"/>
                </a:lnTo>
                <a:lnTo>
                  <a:pt x="68199" y="274891"/>
                </a:lnTo>
                <a:lnTo>
                  <a:pt x="54244" y="277296"/>
                </a:lnTo>
                <a:lnTo>
                  <a:pt x="41148" y="280416"/>
                </a:lnTo>
                <a:close/>
              </a:path>
              <a:path w="558165" h="541019">
                <a:moveTo>
                  <a:pt x="179832" y="455676"/>
                </a:moveTo>
                <a:lnTo>
                  <a:pt x="147828" y="455676"/>
                </a:lnTo>
                <a:lnTo>
                  <a:pt x="147828" y="272796"/>
                </a:lnTo>
                <a:lnTo>
                  <a:pt x="179832" y="272796"/>
                </a:lnTo>
                <a:lnTo>
                  <a:pt x="179832" y="356616"/>
                </a:lnTo>
                <a:lnTo>
                  <a:pt x="273529" y="356616"/>
                </a:lnTo>
                <a:lnTo>
                  <a:pt x="286512" y="371856"/>
                </a:lnTo>
                <a:lnTo>
                  <a:pt x="179832" y="371856"/>
                </a:lnTo>
                <a:lnTo>
                  <a:pt x="179832" y="455676"/>
                </a:lnTo>
                <a:close/>
              </a:path>
              <a:path w="558165" h="541019">
                <a:moveTo>
                  <a:pt x="7620" y="541020"/>
                </a:moveTo>
                <a:lnTo>
                  <a:pt x="0" y="536448"/>
                </a:lnTo>
                <a:lnTo>
                  <a:pt x="13120" y="510159"/>
                </a:lnTo>
                <a:lnTo>
                  <a:pt x="24955" y="481584"/>
                </a:lnTo>
                <a:lnTo>
                  <a:pt x="44196" y="417576"/>
                </a:lnTo>
                <a:lnTo>
                  <a:pt x="56769" y="353949"/>
                </a:lnTo>
                <a:lnTo>
                  <a:pt x="62484" y="297179"/>
                </a:lnTo>
                <a:lnTo>
                  <a:pt x="109728" y="321564"/>
                </a:lnTo>
                <a:lnTo>
                  <a:pt x="101131" y="328707"/>
                </a:lnTo>
                <a:lnTo>
                  <a:pt x="93535" y="343281"/>
                </a:lnTo>
                <a:lnTo>
                  <a:pt x="86796" y="365283"/>
                </a:lnTo>
                <a:lnTo>
                  <a:pt x="80772" y="394716"/>
                </a:lnTo>
                <a:lnTo>
                  <a:pt x="93934" y="409956"/>
                </a:lnTo>
                <a:lnTo>
                  <a:pt x="76200" y="409956"/>
                </a:lnTo>
                <a:lnTo>
                  <a:pt x="61412" y="450580"/>
                </a:lnTo>
                <a:lnTo>
                  <a:pt x="44767" y="485775"/>
                </a:lnTo>
                <a:lnTo>
                  <a:pt x="26693" y="515826"/>
                </a:lnTo>
                <a:lnTo>
                  <a:pt x="7620" y="541020"/>
                </a:lnTo>
                <a:close/>
              </a:path>
              <a:path w="558165" h="541019">
                <a:moveTo>
                  <a:pt x="273529" y="356616"/>
                </a:moveTo>
                <a:lnTo>
                  <a:pt x="224028" y="356616"/>
                </a:lnTo>
                <a:lnTo>
                  <a:pt x="251460" y="330708"/>
                </a:lnTo>
                <a:lnTo>
                  <a:pt x="273529" y="356616"/>
                </a:lnTo>
                <a:close/>
              </a:path>
              <a:path w="558165" h="541019">
                <a:moveTo>
                  <a:pt x="522732" y="460248"/>
                </a:moveTo>
                <a:lnTo>
                  <a:pt x="519684" y="460248"/>
                </a:lnTo>
                <a:lnTo>
                  <a:pt x="516850" y="458795"/>
                </a:lnTo>
                <a:lnTo>
                  <a:pt x="513016" y="454342"/>
                </a:lnTo>
                <a:lnTo>
                  <a:pt x="508325" y="446746"/>
                </a:lnTo>
                <a:lnTo>
                  <a:pt x="502919" y="435864"/>
                </a:lnTo>
                <a:lnTo>
                  <a:pt x="490037" y="418457"/>
                </a:lnTo>
                <a:lnTo>
                  <a:pt x="471868" y="398335"/>
                </a:lnTo>
                <a:lnTo>
                  <a:pt x="448270" y="375642"/>
                </a:lnTo>
                <a:lnTo>
                  <a:pt x="419100" y="350520"/>
                </a:lnTo>
                <a:lnTo>
                  <a:pt x="423672" y="342900"/>
                </a:lnTo>
                <a:lnTo>
                  <a:pt x="465129" y="362664"/>
                </a:lnTo>
                <a:lnTo>
                  <a:pt x="516040" y="391334"/>
                </a:lnTo>
                <a:lnTo>
                  <a:pt x="533400" y="417576"/>
                </a:lnTo>
                <a:lnTo>
                  <a:pt x="533285" y="430339"/>
                </a:lnTo>
                <a:lnTo>
                  <a:pt x="531876" y="437387"/>
                </a:lnTo>
                <a:lnTo>
                  <a:pt x="525780" y="455676"/>
                </a:lnTo>
                <a:lnTo>
                  <a:pt x="522732" y="460248"/>
                </a:lnTo>
                <a:close/>
              </a:path>
              <a:path w="558165" h="541019">
                <a:moveTo>
                  <a:pt x="436351" y="524621"/>
                </a:moveTo>
                <a:lnTo>
                  <a:pt x="371977" y="523890"/>
                </a:lnTo>
                <a:lnTo>
                  <a:pt x="318942" y="522061"/>
                </a:lnTo>
                <a:lnTo>
                  <a:pt x="277246" y="519135"/>
                </a:lnTo>
                <a:lnTo>
                  <a:pt x="218598" y="508825"/>
                </a:lnTo>
                <a:lnTo>
                  <a:pt x="170592" y="492823"/>
                </a:lnTo>
                <a:lnTo>
                  <a:pt x="132564" y="470820"/>
                </a:lnTo>
                <a:lnTo>
                  <a:pt x="95369" y="434244"/>
                </a:lnTo>
                <a:lnTo>
                  <a:pt x="76200" y="409956"/>
                </a:lnTo>
                <a:lnTo>
                  <a:pt x="93934" y="409956"/>
                </a:lnTo>
                <a:lnTo>
                  <a:pt x="95107" y="411313"/>
                </a:lnTo>
                <a:lnTo>
                  <a:pt x="110871" y="426910"/>
                </a:lnTo>
                <a:lnTo>
                  <a:pt x="128349" y="441650"/>
                </a:lnTo>
                <a:lnTo>
                  <a:pt x="147828" y="455676"/>
                </a:lnTo>
                <a:lnTo>
                  <a:pt x="179832" y="455676"/>
                </a:lnTo>
                <a:lnTo>
                  <a:pt x="179832" y="464820"/>
                </a:lnTo>
                <a:lnTo>
                  <a:pt x="207883" y="473964"/>
                </a:lnTo>
                <a:lnTo>
                  <a:pt x="244221" y="480822"/>
                </a:lnTo>
                <a:lnTo>
                  <a:pt x="289131" y="485394"/>
                </a:lnTo>
                <a:lnTo>
                  <a:pt x="342900" y="487680"/>
                </a:lnTo>
                <a:lnTo>
                  <a:pt x="554208" y="487680"/>
                </a:lnTo>
                <a:lnTo>
                  <a:pt x="537781" y="494680"/>
                </a:lnTo>
                <a:lnTo>
                  <a:pt x="523494" y="504063"/>
                </a:lnTo>
                <a:lnTo>
                  <a:pt x="514921" y="514016"/>
                </a:lnTo>
                <a:lnTo>
                  <a:pt x="512064" y="524256"/>
                </a:lnTo>
                <a:lnTo>
                  <a:pt x="436351" y="524621"/>
                </a:lnTo>
                <a:close/>
              </a:path>
              <a:path w="558165" h="541019">
                <a:moveTo>
                  <a:pt x="554208" y="487680"/>
                </a:moveTo>
                <a:lnTo>
                  <a:pt x="342900" y="487680"/>
                </a:lnTo>
                <a:lnTo>
                  <a:pt x="400050" y="487084"/>
                </a:lnTo>
                <a:lnTo>
                  <a:pt x="454914" y="485203"/>
                </a:lnTo>
                <a:lnTo>
                  <a:pt x="507492" y="481893"/>
                </a:lnTo>
                <a:lnTo>
                  <a:pt x="557784" y="477011"/>
                </a:lnTo>
                <a:lnTo>
                  <a:pt x="557784" y="486156"/>
                </a:lnTo>
                <a:lnTo>
                  <a:pt x="554208" y="487680"/>
                </a:lnTo>
                <a:close/>
              </a:path>
            </a:pathLst>
          </a:custGeom>
          <a:solidFill>
            <a:srgbClr val="3333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1751075" y="2552700"/>
            <a:ext cx="155575" cy="155575"/>
          </a:xfrm>
          <a:custGeom>
            <a:avLst/>
            <a:gdLst/>
            <a:ahLst/>
            <a:cxnLst/>
            <a:rect l="l" t="t" r="r" b="b"/>
            <a:pathLst>
              <a:path w="155575" h="155575">
                <a:moveTo>
                  <a:pt x="155448" y="155448"/>
                </a:moveTo>
                <a:lnTo>
                  <a:pt x="0" y="155448"/>
                </a:lnTo>
                <a:lnTo>
                  <a:pt x="0" y="0"/>
                </a:lnTo>
                <a:lnTo>
                  <a:pt x="155448" y="0"/>
                </a:lnTo>
                <a:lnTo>
                  <a:pt x="155448" y="155448"/>
                </a:lnTo>
                <a:close/>
              </a:path>
            </a:pathLst>
          </a:custGeom>
          <a:solidFill>
            <a:srgbClr val="3333C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" name="object 15"/>
          <p:cNvSpPr/>
          <p:nvPr/>
        </p:nvSpPr>
        <p:spPr>
          <a:xfrm>
            <a:off x="2173224" y="2366772"/>
            <a:ext cx="326390" cy="399415"/>
          </a:xfrm>
          <a:custGeom>
            <a:avLst/>
            <a:gdLst/>
            <a:ahLst/>
            <a:cxnLst/>
            <a:rect l="l" t="t" r="r" b="b"/>
            <a:pathLst>
              <a:path w="326389" h="399414">
                <a:moveTo>
                  <a:pt x="76200" y="85344"/>
                </a:moveTo>
                <a:lnTo>
                  <a:pt x="68580" y="85344"/>
                </a:lnTo>
                <a:lnTo>
                  <a:pt x="65532" y="80772"/>
                </a:lnTo>
                <a:lnTo>
                  <a:pt x="64008" y="70104"/>
                </a:lnTo>
                <a:lnTo>
                  <a:pt x="58293" y="56388"/>
                </a:lnTo>
                <a:lnTo>
                  <a:pt x="50482" y="40767"/>
                </a:lnTo>
                <a:lnTo>
                  <a:pt x="40647" y="23383"/>
                </a:lnTo>
                <a:lnTo>
                  <a:pt x="28956" y="4572"/>
                </a:lnTo>
                <a:lnTo>
                  <a:pt x="33528" y="0"/>
                </a:lnTo>
                <a:lnTo>
                  <a:pt x="72104" y="26360"/>
                </a:lnTo>
                <a:lnTo>
                  <a:pt x="91440" y="48768"/>
                </a:lnTo>
                <a:lnTo>
                  <a:pt x="91440" y="60960"/>
                </a:lnTo>
                <a:lnTo>
                  <a:pt x="88392" y="67056"/>
                </a:lnTo>
                <a:lnTo>
                  <a:pt x="79248" y="82296"/>
                </a:lnTo>
                <a:lnTo>
                  <a:pt x="76200" y="85344"/>
                </a:lnTo>
                <a:close/>
              </a:path>
              <a:path w="326389" h="399414">
                <a:moveTo>
                  <a:pt x="146304" y="60960"/>
                </a:moveTo>
                <a:lnTo>
                  <a:pt x="131064" y="45720"/>
                </a:lnTo>
                <a:lnTo>
                  <a:pt x="281940" y="45720"/>
                </a:lnTo>
                <a:lnTo>
                  <a:pt x="295656" y="24384"/>
                </a:lnTo>
                <a:lnTo>
                  <a:pt x="326136" y="48768"/>
                </a:lnTo>
                <a:lnTo>
                  <a:pt x="317669" y="56388"/>
                </a:lnTo>
                <a:lnTo>
                  <a:pt x="188976" y="56388"/>
                </a:lnTo>
                <a:lnTo>
                  <a:pt x="177807" y="56673"/>
                </a:lnTo>
                <a:lnTo>
                  <a:pt x="167068" y="57531"/>
                </a:lnTo>
                <a:lnTo>
                  <a:pt x="156614" y="58959"/>
                </a:lnTo>
                <a:lnTo>
                  <a:pt x="146304" y="60960"/>
                </a:lnTo>
                <a:close/>
              </a:path>
              <a:path w="326389" h="399414">
                <a:moveTo>
                  <a:pt x="309537" y="355092"/>
                </a:moveTo>
                <a:lnTo>
                  <a:pt x="277368" y="355092"/>
                </a:lnTo>
                <a:lnTo>
                  <a:pt x="283464" y="350520"/>
                </a:lnTo>
                <a:lnTo>
                  <a:pt x="283464" y="56388"/>
                </a:lnTo>
                <a:lnTo>
                  <a:pt x="317669" y="56388"/>
                </a:lnTo>
                <a:lnTo>
                  <a:pt x="310895" y="62484"/>
                </a:lnTo>
                <a:lnTo>
                  <a:pt x="310895" y="344424"/>
                </a:lnTo>
                <a:lnTo>
                  <a:pt x="309537" y="355092"/>
                </a:lnTo>
                <a:close/>
              </a:path>
              <a:path w="326389" h="399414">
                <a:moveTo>
                  <a:pt x="0" y="399288"/>
                </a:moveTo>
                <a:lnTo>
                  <a:pt x="1119" y="359854"/>
                </a:lnTo>
                <a:lnTo>
                  <a:pt x="2095" y="316992"/>
                </a:lnTo>
                <a:lnTo>
                  <a:pt x="2709" y="275844"/>
                </a:lnTo>
                <a:lnTo>
                  <a:pt x="3014" y="214884"/>
                </a:lnTo>
                <a:lnTo>
                  <a:pt x="2786" y="173474"/>
                </a:lnTo>
                <a:lnTo>
                  <a:pt x="2067" y="132588"/>
                </a:lnTo>
                <a:lnTo>
                  <a:pt x="1119" y="100750"/>
                </a:lnTo>
                <a:lnTo>
                  <a:pt x="0" y="74676"/>
                </a:lnTo>
                <a:lnTo>
                  <a:pt x="44196" y="99060"/>
                </a:lnTo>
                <a:lnTo>
                  <a:pt x="28956" y="109728"/>
                </a:lnTo>
                <a:lnTo>
                  <a:pt x="28956" y="387096"/>
                </a:lnTo>
                <a:lnTo>
                  <a:pt x="0" y="399288"/>
                </a:lnTo>
                <a:close/>
              </a:path>
              <a:path w="326389" h="399414">
                <a:moveTo>
                  <a:pt x="240356" y="152400"/>
                </a:moveTo>
                <a:lnTo>
                  <a:pt x="202692" y="152400"/>
                </a:lnTo>
                <a:lnTo>
                  <a:pt x="214883" y="132588"/>
                </a:lnTo>
                <a:lnTo>
                  <a:pt x="240356" y="152400"/>
                </a:lnTo>
                <a:close/>
              </a:path>
              <a:path w="326389" h="399414">
                <a:moveTo>
                  <a:pt x="82296" y="307848"/>
                </a:moveTo>
                <a:lnTo>
                  <a:pt x="83177" y="283035"/>
                </a:lnTo>
                <a:lnTo>
                  <a:pt x="83629" y="259080"/>
                </a:lnTo>
                <a:lnTo>
                  <a:pt x="83729" y="245364"/>
                </a:lnTo>
                <a:lnTo>
                  <a:pt x="83796" y="195191"/>
                </a:lnTo>
                <a:lnTo>
                  <a:pt x="83629" y="175069"/>
                </a:lnTo>
                <a:lnTo>
                  <a:pt x="83177" y="154662"/>
                </a:lnTo>
                <a:lnTo>
                  <a:pt x="82296" y="134112"/>
                </a:lnTo>
                <a:lnTo>
                  <a:pt x="108204" y="152400"/>
                </a:lnTo>
                <a:lnTo>
                  <a:pt x="240356" y="152400"/>
                </a:lnTo>
                <a:lnTo>
                  <a:pt x="242316" y="153924"/>
                </a:lnTo>
                <a:lnTo>
                  <a:pt x="232029" y="163068"/>
                </a:lnTo>
                <a:lnTo>
                  <a:pt x="108204" y="163068"/>
                </a:lnTo>
                <a:lnTo>
                  <a:pt x="108204" y="265176"/>
                </a:lnTo>
                <a:lnTo>
                  <a:pt x="228778" y="265176"/>
                </a:lnTo>
                <a:lnTo>
                  <a:pt x="228790" y="265938"/>
                </a:lnTo>
                <a:lnTo>
                  <a:pt x="229163" y="275844"/>
                </a:lnTo>
                <a:lnTo>
                  <a:pt x="108204" y="275844"/>
                </a:lnTo>
                <a:lnTo>
                  <a:pt x="108204" y="298704"/>
                </a:lnTo>
                <a:lnTo>
                  <a:pt x="82296" y="307848"/>
                </a:lnTo>
                <a:close/>
              </a:path>
              <a:path w="326389" h="399414">
                <a:moveTo>
                  <a:pt x="228778" y="265176"/>
                </a:moveTo>
                <a:lnTo>
                  <a:pt x="204216" y="265176"/>
                </a:lnTo>
                <a:lnTo>
                  <a:pt x="204216" y="163068"/>
                </a:lnTo>
                <a:lnTo>
                  <a:pt x="232029" y="163068"/>
                </a:lnTo>
                <a:lnTo>
                  <a:pt x="228600" y="166116"/>
                </a:lnTo>
                <a:lnTo>
                  <a:pt x="228685" y="259080"/>
                </a:lnTo>
                <a:lnTo>
                  <a:pt x="228778" y="265176"/>
                </a:lnTo>
                <a:close/>
              </a:path>
              <a:path w="326389" h="399414">
                <a:moveTo>
                  <a:pt x="204216" y="301752"/>
                </a:moveTo>
                <a:lnTo>
                  <a:pt x="204216" y="275844"/>
                </a:lnTo>
                <a:lnTo>
                  <a:pt x="229163" y="275844"/>
                </a:lnTo>
                <a:lnTo>
                  <a:pt x="229242" y="277939"/>
                </a:lnTo>
                <a:lnTo>
                  <a:pt x="230124" y="291083"/>
                </a:lnTo>
                <a:lnTo>
                  <a:pt x="204216" y="301752"/>
                </a:lnTo>
                <a:close/>
              </a:path>
              <a:path w="326389" h="399414">
                <a:moveTo>
                  <a:pt x="266700" y="399288"/>
                </a:moveTo>
                <a:lnTo>
                  <a:pt x="262985" y="384667"/>
                </a:lnTo>
                <a:lnTo>
                  <a:pt x="251841" y="372618"/>
                </a:lnTo>
                <a:lnTo>
                  <a:pt x="233267" y="362854"/>
                </a:lnTo>
                <a:lnTo>
                  <a:pt x="207264" y="355092"/>
                </a:lnTo>
                <a:lnTo>
                  <a:pt x="207264" y="348996"/>
                </a:lnTo>
                <a:lnTo>
                  <a:pt x="241363" y="351282"/>
                </a:lnTo>
                <a:lnTo>
                  <a:pt x="254627" y="352425"/>
                </a:lnTo>
                <a:lnTo>
                  <a:pt x="265176" y="353568"/>
                </a:lnTo>
                <a:lnTo>
                  <a:pt x="277368" y="355092"/>
                </a:lnTo>
                <a:lnTo>
                  <a:pt x="309537" y="355092"/>
                </a:lnTo>
                <a:lnTo>
                  <a:pt x="308276" y="364998"/>
                </a:lnTo>
                <a:lnTo>
                  <a:pt x="300228" y="381000"/>
                </a:lnTo>
                <a:lnTo>
                  <a:pt x="286464" y="392430"/>
                </a:lnTo>
                <a:lnTo>
                  <a:pt x="266700" y="39928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" name="object 16"/>
          <p:cNvSpPr/>
          <p:nvPr/>
        </p:nvSpPr>
        <p:spPr>
          <a:xfrm>
            <a:off x="2567940" y="2374392"/>
            <a:ext cx="405765" cy="393700"/>
          </a:xfrm>
          <a:custGeom>
            <a:avLst/>
            <a:gdLst/>
            <a:ahLst/>
            <a:cxnLst/>
            <a:rect l="l" t="t" r="r" b="b"/>
            <a:pathLst>
              <a:path w="405764" h="393700">
                <a:moveTo>
                  <a:pt x="217932" y="36576"/>
                </a:moveTo>
                <a:lnTo>
                  <a:pt x="202692" y="21336"/>
                </a:lnTo>
                <a:lnTo>
                  <a:pt x="353568" y="21336"/>
                </a:lnTo>
                <a:lnTo>
                  <a:pt x="374904" y="0"/>
                </a:lnTo>
                <a:lnTo>
                  <a:pt x="402336" y="32004"/>
                </a:lnTo>
                <a:lnTo>
                  <a:pt x="259080" y="32004"/>
                </a:lnTo>
                <a:lnTo>
                  <a:pt x="248578" y="32289"/>
                </a:lnTo>
                <a:lnTo>
                  <a:pt x="237934" y="33147"/>
                </a:lnTo>
                <a:lnTo>
                  <a:pt x="227576" y="34575"/>
                </a:lnTo>
                <a:lnTo>
                  <a:pt x="217932" y="36576"/>
                </a:lnTo>
                <a:close/>
              </a:path>
              <a:path w="405764" h="393700">
                <a:moveTo>
                  <a:pt x="189846" y="19812"/>
                </a:moveTo>
                <a:lnTo>
                  <a:pt x="155448" y="19812"/>
                </a:lnTo>
                <a:lnTo>
                  <a:pt x="167640" y="1524"/>
                </a:lnTo>
                <a:lnTo>
                  <a:pt x="189846" y="19812"/>
                </a:lnTo>
                <a:close/>
              </a:path>
              <a:path w="405764" h="393700">
                <a:moveTo>
                  <a:pt x="53340" y="169164"/>
                </a:moveTo>
                <a:lnTo>
                  <a:pt x="53578" y="148566"/>
                </a:lnTo>
                <a:lnTo>
                  <a:pt x="54625" y="106799"/>
                </a:lnTo>
                <a:lnTo>
                  <a:pt x="54745" y="96012"/>
                </a:lnTo>
                <a:lnTo>
                  <a:pt x="54830" y="82296"/>
                </a:lnTo>
                <a:lnTo>
                  <a:pt x="54620" y="63722"/>
                </a:lnTo>
                <a:lnTo>
                  <a:pt x="53578" y="23407"/>
                </a:lnTo>
                <a:lnTo>
                  <a:pt x="53340" y="4572"/>
                </a:lnTo>
                <a:lnTo>
                  <a:pt x="77724" y="19812"/>
                </a:lnTo>
                <a:lnTo>
                  <a:pt x="189846" y="19812"/>
                </a:lnTo>
                <a:lnTo>
                  <a:pt x="193548" y="22860"/>
                </a:lnTo>
                <a:lnTo>
                  <a:pt x="186581" y="28956"/>
                </a:lnTo>
                <a:lnTo>
                  <a:pt x="77724" y="28956"/>
                </a:lnTo>
                <a:lnTo>
                  <a:pt x="77724" y="79248"/>
                </a:lnTo>
                <a:lnTo>
                  <a:pt x="181422" y="79248"/>
                </a:lnTo>
                <a:lnTo>
                  <a:pt x="181477" y="89916"/>
                </a:lnTo>
                <a:lnTo>
                  <a:pt x="77724" y="89916"/>
                </a:lnTo>
                <a:lnTo>
                  <a:pt x="77724" y="138684"/>
                </a:lnTo>
                <a:lnTo>
                  <a:pt x="182330" y="138684"/>
                </a:lnTo>
                <a:lnTo>
                  <a:pt x="182757" y="149352"/>
                </a:lnTo>
                <a:lnTo>
                  <a:pt x="77724" y="149352"/>
                </a:lnTo>
                <a:lnTo>
                  <a:pt x="77724" y="160020"/>
                </a:lnTo>
                <a:lnTo>
                  <a:pt x="53340" y="169164"/>
                </a:lnTo>
                <a:close/>
              </a:path>
              <a:path w="405764" h="393700">
                <a:moveTo>
                  <a:pt x="181422" y="79248"/>
                </a:moveTo>
                <a:lnTo>
                  <a:pt x="158496" y="79248"/>
                </a:lnTo>
                <a:lnTo>
                  <a:pt x="158496" y="28956"/>
                </a:lnTo>
                <a:lnTo>
                  <a:pt x="186581" y="28956"/>
                </a:lnTo>
                <a:lnTo>
                  <a:pt x="181356" y="33528"/>
                </a:lnTo>
                <a:lnTo>
                  <a:pt x="181422" y="79248"/>
                </a:lnTo>
                <a:close/>
              </a:path>
              <a:path w="405764" h="393700">
                <a:moveTo>
                  <a:pt x="280416" y="82296"/>
                </a:moveTo>
                <a:lnTo>
                  <a:pt x="271272" y="82296"/>
                </a:lnTo>
                <a:lnTo>
                  <a:pt x="274415" y="68865"/>
                </a:lnTo>
                <a:lnTo>
                  <a:pt x="276987" y="56007"/>
                </a:lnTo>
                <a:lnTo>
                  <a:pt x="278987" y="43719"/>
                </a:lnTo>
                <a:lnTo>
                  <a:pt x="280416" y="32004"/>
                </a:lnTo>
                <a:lnTo>
                  <a:pt x="309372" y="32004"/>
                </a:lnTo>
                <a:lnTo>
                  <a:pt x="305061" y="38576"/>
                </a:lnTo>
                <a:lnTo>
                  <a:pt x="298894" y="49149"/>
                </a:lnTo>
                <a:lnTo>
                  <a:pt x="290607" y="63936"/>
                </a:lnTo>
                <a:lnTo>
                  <a:pt x="280416" y="82296"/>
                </a:lnTo>
                <a:close/>
              </a:path>
              <a:path w="405764" h="393700">
                <a:moveTo>
                  <a:pt x="381351" y="82296"/>
                </a:moveTo>
                <a:lnTo>
                  <a:pt x="345948" y="82296"/>
                </a:lnTo>
                <a:lnTo>
                  <a:pt x="358140" y="65532"/>
                </a:lnTo>
                <a:lnTo>
                  <a:pt x="381351" y="82296"/>
                </a:lnTo>
                <a:close/>
              </a:path>
              <a:path w="405764" h="393700">
                <a:moveTo>
                  <a:pt x="225552" y="249936"/>
                </a:moveTo>
                <a:lnTo>
                  <a:pt x="225790" y="230766"/>
                </a:lnTo>
                <a:lnTo>
                  <a:pt x="226767" y="189809"/>
                </a:lnTo>
                <a:lnTo>
                  <a:pt x="226872" y="183094"/>
                </a:lnTo>
                <a:lnTo>
                  <a:pt x="226965" y="149352"/>
                </a:lnTo>
                <a:lnTo>
                  <a:pt x="226855" y="137160"/>
                </a:lnTo>
                <a:lnTo>
                  <a:pt x="226734" y="130397"/>
                </a:lnTo>
                <a:lnTo>
                  <a:pt x="225790" y="88249"/>
                </a:lnTo>
                <a:lnTo>
                  <a:pt x="225552" y="67056"/>
                </a:lnTo>
                <a:lnTo>
                  <a:pt x="249936" y="82296"/>
                </a:lnTo>
                <a:lnTo>
                  <a:pt x="381351" y="82296"/>
                </a:lnTo>
                <a:lnTo>
                  <a:pt x="385572" y="85344"/>
                </a:lnTo>
                <a:lnTo>
                  <a:pt x="378605" y="91440"/>
                </a:lnTo>
                <a:lnTo>
                  <a:pt x="249936" y="91440"/>
                </a:lnTo>
                <a:lnTo>
                  <a:pt x="249936" y="236220"/>
                </a:lnTo>
                <a:lnTo>
                  <a:pt x="225552" y="249936"/>
                </a:lnTo>
                <a:close/>
              </a:path>
              <a:path w="405764" h="393700">
                <a:moveTo>
                  <a:pt x="182330" y="138684"/>
                </a:moveTo>
                <a:lnTo>
                  <a:pt x="158496" y="138684"/>
                </a:lnTo>
                <a:lnTo>
                  <a:pt x="158496" y="89916"/>
                </a:lnTo>
                <a:lnTo>
                  <a:pt x="181477" y="89916"/>
                </a:lnTo>
                <a:lnTo>
                  <a:pt x="181546" y="103251"/>
                </a:lnTo>
                <a:lnTo>
                  <a:pt x="181998" y="130397"/>
                </a:lnTo>
                <a:lnTo>
                  <a:pt x="182330" y="138684"/>
                </a:lnTo>
                <a:close/>
              </a:path>
              <a:path w="405764" h="393700">
                <a:moveTo>
                  <a:pt x="350520" y="245363"/>
                </a:moveTo>
                <a:lnTo>
                  <a:pt x="350520" y="91440"/>
                </a:lnTo>
                <a:lnTo>
                  <a:pt x="378605" y="91440"/>
                </a:lnTo>
                <a:lnTo>
                  <a:pt x="373380" y="96012"/>
                </a:lnTo>
                <a:lnTo>
                  <a:pt x="373427" y="189809"/>
                </a:lnTo>
                <a:lnTo>
                  <a:pt x="373552" y="198405"/>
                </a:lnTo>
                <a:lnTo>
                  <a:pt x="374038" y="214884"/>
                </a:lnTo>
                <a:lnTo>
                  <a:pt x="374904" y="233172"/>
                </a:lnTo>
                <a:lnTo>
                  <a:pt x="350520" y="245363"/>
                </a:lnTo>
                <a:close/>
              </a:path>
              <a:path w="405764" h="393700">
                <a:moveTo>
                  <a:pt x="192024" y="345948"/>
                </a:moveTo>
                <a:lnTo>
                  <a:pt x="188976" y="341376"/>
                </a:lnTo>
                <a:lnTo>
                  <a:pt x="212383" y="327398"/>
                </a:lnTo>
                <a:lnTo>
                  <a:pt x="232219" y="312991"/>
                </a:lnTo>
                <a:lnTo>
                  <a:pt x="260604" y="283463"/>
                </a:lnTo>
                <a:lnTo>
                  <a:pt x="281178" y="231814"/>
                </a:lnTo>
                <a:lnTo>
                  <a:pt x="284321" y="189809"/>
                </a:lnTo>
                <a:lnTo>
                  <a:pt x="284540" y="161544"/>
                </a:lnTo>
                <a:lnTo>
                  <a:pt x="284321" y="143470"/>
                </a:lnTo>
                <a:lnTo>
                  <a:pt x="283464" y="118872"/>
                </a:lnTo>
                <a:lnTo>
                  <a:pt x="321564" y="137160"/>
                </a:lnTo>
                <a:lnTo>
                  <a:pt x="307848" y="149352"/>
                </a:lnTo>
                <a:lnTo>
                  <a:pt x="307300" y="183094"/>
                </a:lnTo>
                <a:lnTo>
                  <a:pt x="305752" y="211264"/>
                </a:lnTo>
                <a:lnTo>
                  <a:pt x="300228" y="251460"/>
                </a:lnTo>
                <a:lnTo>
                  <a:pt x="276867" y="291965"/>
                </a:lnTo>
                <a:lnTo>
                  <a:pt x="234315" y="326517"/>
                </a:lnTo>
                <a:lnTo>
                  <a:pt x="214598" y="336518"/>
                </a:lnTo>
                <a:lnTo>
                  <a:pt x="192024" y="345948"/>
                </a:lnTo>
                <a:close/>
              </a:path>
              <a:path w="405764" h="393700">
                <a:moveTo>
                  <a:pt x="158496" y="164592"/>
                </a:moveTo>
                <a:lnTo>
                  <a:pt x="158496" y="149352"/>
                </a:lnTo>
                <a:lnTo>
                  <a:pt x="182757" y="149352"/>
                </a:lnTo>
                <a:lnTo>
                  <a:pt x="182880" y="152400"/>
                </a:lnTo>
                <a:lnTo>
                  <a:pt x="158496" y="164592"/>
                </a:lnTo>
                <a:close/>
              </a:path>
              <a:path w="405764" h="393700">
                <a:moveTo>
                  <a:pt x="30480" y="202692"/>
                </a:moveTo>
                <a:lnTo>
                  <a:pt x="13716" y="187451"/>
                </a:lnTo>
                <a:lnTo>
                  <a:pt x="167640" y="187451"/>
                </a:lnTo>
                <a:lnTo>
                  <a:pt x="188976" y="167640"/>
                </a:lnTo>
                <a:lnTo>
                  <a:pt x="216408" y="198120"/>
                </a:lnTo>
                <a:lnTo>
                  <a:pt x="71628" y="198120"/>
                </a:lnTo>
                <a:lnTo>
                  <a:pt x="60483" y="198405"/>
                </a:lnTo>
                <a:lnTo>
                  <a:pt x="49911" y="199263"/>
                </a:lnTo>
                <a:lnTo>
                  <a:pt x="39909" y="200691"/>
                </a:lnTo>
                <a:lnTo>
                  <a:pt x="30480" y="202692"/>
                </a:lnTo>
                <a:close/>
              </a:path>
              <a:path w="405764" h="393700">
                <a:moveTo>
                  <a:pt x="131064" y="330708"/>
                </a:moveTo>
                <a:lnTo>
                  <a:pt x="108204" y="330708"/>
                </a:lnTo>
                <a:lnTo>
                  <a:pt x="108204" y="198120"/>
                </a:lnTo>
                <a:lnTo>
                  <a:pt x="131064" y="198120"/>
                </a:lnTo>
                <a:lnTo>
                  <a:pt x="131064" y="259080"/>
                </a:lnTo>
                <a:lnTo>
                  <a:pt x="199720" y="259080"/>
                </a:lnTo>
                <a:lnTo>
                  <a:pt x="208788" y="269748"/>
                </a:lnTo>
                <a:lnTo>
                  <a:pt x="131064" y="269748"/>
                </a:lnTo>
                <a:lnTo>
                  <a:pt x="131064" y="330708"/>
                </a:lnTo>
                <a:close/>
              </a:path>
              <a:path w="405764" h="393700">
                <a:moveTo>
                  <a:pt x="6096" y="393192"/>
                </a:moveTo>
                <a:lnTo>
                  <a:pt x="0" y="390143"/>
                </a:lnTo>
                <a:lnTo>
                  <a:pt x="9715" y="370998"/>
                </a:lnTo>
                <a:lnTo>
                  <a:pt x="18288" y="350139"/>
                </a:lnTo>
                <a:lnTo>
                  <a:pt x="32004" y="303275"/>
                </a:lnTo>
                <a:lnTo>
                  <a:pt x="41148" y="256222"/>
                </a:lnTo>
                <a:lnTo>
                  <a:pt x="45720" y="214884"/>
                </a:lnTo>
                <a:lnTo>
                  <a:pt x="80772" y="233172"/>
                </a:lnTo>
                <a:lnTo>
                  <a:pt x="74223" y="238291"/>
                </a:lnTo>
                <a:lnTo>
                  <a:pt x="68389" y="248983"/>
                </a:lnTo>
                <a:lnTo>
                  <a:pt x="63403" y="265152"/>
                </a:lnTo>
                <a:lnTo>
                  <a:pt x="59436" y="286512"/>
                </a:lnTo>
                <a:lnTo>
                  <a:pt x="68269" y="297180"/>
                </a:lnTo>
                <a:lnTo>
                  <a:pt x="56388" y="297180"/>
                </a:lnTo>
                <a:lnTo>
                  <a:pt x="45529" y="326969"/>
                </a:lnTo>
                <a:lnTo>
                  <a:pt x="33527" y="352615"/>
                </a:lnTo>
                <a:lnTo>
                  <a:pt x="20383" y="374546"/>
                </a:lnTo>
                <a:lnTo>
                  <a:pt x="6096" y="393192"/>
                </a:lnTo>
                <a:close/>
              </a:path>
              <a:path w="405764" h="393700">
                <a:moveTo>
                  <a:pt x="199720" y="259080"/>
                </a:moveTo>
                <a:lnTo>
                  <a:pt x="164592" y="259080"/>
                </a:lnTo>
                <a:lnTo>
                  <a:pt x="182880" y="239268"/>
                </a:lnTo>
                <a:lnTo>
                  <a:pt x="199720" y="259080"/>
                </a:lnTo>
                <a:close/>
              </a:path>
              <a:path w="405764" h="393700">
                <a:moveTo>
                  <a:pt x="381000" y="333756"/>
                </a:moveTo>
                <a:lnTo>
                  <a:pt x="374904" y="333756"/>
                </a:lnTo>
                <a:lnTo>
                  <a:pt x="371706" y="327398"/>
                </a:lnTo>
                <a:lnTo>
                  <a:pt x="365760" y="316992"/>
                </a:lnTo>
                <a:lnTo>
                  <a:pt x="356877" y="303585"/>
                </a:lnTo>
                <a:lnTo>
                  <a:pt x="343852" y="288607"/>
                </a:lnTo>
                <a:lnTo>
                  <a:pt x="326540" y="272200"/>
                </a:lnTo>
                <a:lnTo>
                  <a:pt x="304800" y="254508"/>
                </a:lnTo>
                <a:lnTo>
                  <a:pt x="307848" y="248412"/>
                </a:lnTo>
                <a:lnTo>
                  <a:pt x="360616" y="274891"/>
                </a:lnTo>
                <a:lnTo>
                  <a:pt x="388620" y="303275"/>
                </a:lnTo>
                <a:lnTo>
                  <a:pt x="388620" y="312420"/>
                </a:lnTo>
                <a:lnTo>
                  <a:pt x="385572" y="324612"/>
                </a:lnTo>
                <a:lnTo>
                  <a:pt x="381000" y="333756"/>
                </a:lnTo>
                <a:close/>
              </a:path>
              <a:path w="405764" h="393700">
                <a:moveTo>
                  <a:pt x="305633" y="381309"/>
                </a:moveTo>
                <a:lnTo>
                  <a:pt x="250888" y="380047"/>
                </a:lnTo>
                <a:lnTo>
                  <a:pt x="209002" y="377356"/>
                </a:lnTo>
                <a:lnTo>
                  <a:pt x="159234" y="369165"/>
                </a:lnTo>
                <a:lnTo>
                  <a:pt x="109728" y="350519"/>
                </a:lnTo>
                <a:lnTo>
                  <a:pt x="70080" y="315158"/>
                </a:lnTo>
                <a:lnTo>
                  <a:pt x="56388" y="297180"/>
                </a:lnTo>
                <a:lnTo>
                  <a:pt x="68269" y="297180"/>
                </a:lnTo>
                <a:lnTo>
                  <a:pt x="69413" y="298561"/>
                </a:lnTo>
                <a:lnTo>
                  <a:pt x="80962" y="309753"/>
                </a:lnTo>
                <a:lnTo>
                  <a:pt x="93940" y="320373"/>
                </a:lnTo>
                <a:lnTo>
                  <a:pt x="108204" y="330708"/>
                </a:lnTo>
                <a:lnTo>
                  <a:pt x="131064" y="330708"/>
                </a:lnTo>
                <a:lnTo>
                  <a:pt x="131064" y="336804"/>
                </a:lnTo>
                <a:lnTo>
                  <a:pt x="177927" y="349186"/>
                </a:lnTo>
                <a:lnTo>
                  <a:pt x="249936" y="353568"/>
                </a:lnTo>
                <a:lnTo>
                  <a:pt x="404661" y="353877"/>
                </a:lnTo>
                <a:lnTo>
                  <a:pt x="391382" y="359568"/>
                </a:lnTo>
                <a:lnTo>
                  <a:pt x="381381" y="366141"/>
                </a:lnTo>
                <a:lnTo>
                  <a:pt x="375380" y="373284"/>
                </a:lnTo>
                <a:lnTo>
                  <a:pt x="373380" y="381000"/>
                </a:lnTo>
                <a:lnTo>
                  <a:pt x="305633" y="381309"/>
                </a:lnTo>
                <a:close/>
              </a:path>
              <a:path w="405764" h="393700">
                <a:moveTo>
                  <a:pt x="404661" y="353877"/>
                </a:moveTo>
                <a:lnTo>
                  <a:pt x="291369" y="353877"/>
                </a:lnTo>
                <a:lnTo>
                  <a:pt x="331089" y="352615"/>
                </a:lnTo>
                <a:lnTo>
                  <a:pt x="369093" y="349924"/>
                </a:lnTo>
                <a:lnTo>
                  <a:pt x="405384" y="345948"/>
                </a:lnTo>
                <a:lnTo>
                  <a:pt x="405384" y="353568"/>
                </a:lnTo>
                <a:lnTo>
                  <a:pt x="404661" y="35387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" name="object 17"/>
          <p:cNvSpPr/>
          <p:nvPr/>
        </p:nvSpPr>
        <p:spPr>
          <a:xfrm>
            <a:off x="3049523" y="2363723"/>
            <a:ext cx="356870" cy="402590"/>
          </a:xfrm>
          <a:custGeom>
            <a:avLst/>
            <a:gdLst/>
            <a:ahLst/>
            <a:cxnLst/>
            <a:rect l="l" t="t" r="r" b="b"/>
            <a:pathLst>
              <a:path w="356870" h="402589">
                <a:moveTo>
                  <a:pt x="54864" y="89916"/>
                </a:moveTo>
                <a:lnTo>
                  <a:pt x="44196" y="89916"/>
                </a:lnTo>
                <a:lnTo>
                  <a:pt x="51554" y="62793"/>
                </a:lnTo>
                <a:lnTo>
                  <a:pt x="57340" y="38671"/>
                </a:lnTo>
                <a:lnTo>
                  <a:pt x="61126" y="17692"/>
                </a:lnTo>
                <a:lnTo>
                  <a:pt x="62484" y="0"/>
                </a:lnTo>
                <a:lnTo>
                  <a:pt x="100584" y="21336"/>
                </a:lnTo>
                <a:lnTo>
                  <a:pt x="91725" y="29051"/>
                </a:lnTo>
                <a:lnTo>
                  <a:pt x="81153" y="43053"/>
                </a:lnTo>
                <a:lnTo>
                  <a:pt x="68865" y="63341"/>
                </a:lnTo>
                <a:lnTo>
                  <a:pt x="54864" y="89916"/>
                </a:lnTo>
                <a:close/>
              </a:path>
              <a:path w="356870" h="402589">
                <a:moveTo>
                  <a:pt x="147828" y="192024"/>
                </a:moveTo>
                <a:lnTo>
                  <a:pt x="143256" y="187452"/>
                </a:lnTo>
                <a:lnTo>
                  <a:pt x="160377" y="160615"/>
                </a:lnTo>
                <a:lnTo>
                  <a:pt x="175069" y="135064"/>
                </a:lnTo>
                <a:lnTo>
                  <a:pt x="196596" y="88392"/>
                </a:lnTo>
                <a:lnTo>
                  <a:pt x="211836" y="44958"/>
                </a:lnTo>
                <a:lnTo>
                  <a:pt x="222503" y="1524"/>
                </a:lnTo>
                <a:lnTo>
                  <a:pt x="260603" y="24384"/>
                </a:lnTo>
                <a:lnTo>
                  <a:pt x="252864" y="32361"/>
                </a:lnTo>
                <a:lnTo>
                  <a:pt x="243268" y="47053"/>
                </a:lnTo>
                <a:lnTo>
                  <a:pt x="231671" y="68318"/>
                </a:lnTo>
                <a:lnTo>
                  <a:pt x="217932" y="96012"/>
                </a:lnTo>
                <a:lnTo>
                  <a:pt x="350520" y="96012"/>
                </a:lnTo>
                <a:lnTo>
                  <a:pt x="356616" y="102108"/>
                </a:lnTo>
                <a:lnTo>
                  <a:pt x="350901" y="106680"/>
                </a:lnTo>
                <a:lnTo>
                  <a:pt x="214884" y="106680"/>
                </a:lnTo>
                <a:lnTo>
                  <a:pt x="198620" y="130730"/>
                </a:lnTo>
                <a:lnTo>
                  <a:pt x="181927" y="152781"/>
                </a:lnTo>
                <a:lnTo>
                  <a:pt x="164949" y="173116"/>
                </a:lnTo>
                <a:lnTo>
                  <a:pt x="147828" y="192024"/>
                </a:lnTo>
                <a:close/>
              </a:path>
              <a:path w="356870" h="402589">
                <a:moveTo>
                  <a:pt x="146304" y="89916"/>
                </a:moveTo>
                <a:lnTo>
                  <a:pt x="111252" y="89916"/>
                </a:lnTo>
                <a:lnTo>
                  <a:pt x="129540" y="73152"/>
                </a:lnTo>
                <a:lnTo>
                  <a:pt x="146304" y="89916"/>
                </a:lnTo>
                <a:close/>
              </a:path>
              <a:path w="356870" h="402589">
                <a:moveTo>
                  <a:pt x="0" y="397764"/>
                </a:moveTo>
                <a:lnTo>
                  <a:pt x="834" y="359664"/>
                </a:lnTo>
                <a:lnTo>
                  <a:pt x="935" y="352615"/>
                </a:lnTo>
                <a:lnTo>
                  <a:pt x="1333" y="316992"/>
                </a:lnTo>
                <a:lnTo>
                  <a:pt x="1430" y="178308"/>
                </a:lnTo>
                <a:lnTo>
                  <a:pt x="1309" y="152781"/>
                </a:lnTo>
                <a:lnTo>
                  <a:pt x="881" y="114704"/>
                </a:lnTo>
                <a:lnTo>
                  <a:pt x="0" y="74676"/>
                </a:lnTo>
                <a:lnTo>
                  <a:pt x="25908" y="89916"/>
                </a:lnTo>
                <a:lnTo>
                  <a:pt x="146304" y="89916"/>
                </a:lnTo>
                <a:lnTo>
                  <a:pt x="155448" y="99060"/>
                </a:lnTo>
                <a:lnTo>
                  <a:pt x="153162" y="100584"/>
                </a:lnTo>
                <a:lnTo>
                  <a:pt x="24384" y="100584"/>
                </a:lnTo>
                <a:lnTo>
                  <a:pt x="24384" y="211836"/>
                </a:lnTo>
                <a:lnTo>
                  <a:pt x="137509" y="211836"/>
                </a:lnTo>
                <a:lnTo>
                  <a:pt x="137586" y="222504"/>
                </a:lnTo>
                <a:lnTo>
                  <a:pt x="24384" y="222504"/>
                </a:lnTo>
                <a:lnTo>
                  <a:pt x="24384" y="344424"/>
                </a:lnTo>
                <a:lnTo>
                  <a:pt x="139258" y="344424"/>
                </a:lnTo>
                <a:lnTo>
                  <a:pt x="139305" y="346850"/>
                </a:lnTo>
                <a:lnTo>
                  <a:pt x="139544" y="355092"/>
                </a:lnTo>
                <a:lnTo>
                  <a:pt x="24384" y="355092"/>
                </a:lnTo>
                <a:lnTo>
                  <a:pt x="24384" y="384048"/>
                </a:lnTo>
                <a:lnTo>
                  <a:pt x="0" y="397764"/>
                </a:lnTo>
                <a:close/>
              </a:path>
              <a:path w="356870" h="402589">
                <a:moveTo>
                  <a:pt x="350520" y="96012"/>
                </a:moveTo>
                <a:lnTo>
                  <a:pt x="310896" y="96012"/>
                </a:lnTo>
                <a:lnTo>
                  <a:pt x="330708" y="76200"/>
                </a:lnTo>
                <a:lnTo>
                  <a:pt x="350520" y="96012"/>
                </a:lnTo>
                <a:close/>
              </a:path>
              <a:path w="356870" h="402589">
                <a:moveTo>
                  <a:pt x="137509" y="211836"/>
                </a:moveTo>
                <a:lnTo>
                  <a:pt x="115824" y="211836"/>
                </a:lnTo>
                <a:lnTo>
                  <a:pt x="115824" y="100584"/>
                </a:lnTo>
                <a:lnTo>
                  <a:pt x="153162" y="100584"/>
                </a:lnTo>
                <a:lnTo>
                  <a:pt x="137160" y="111252"/>
                </a:lnTo>
                <a:lnTo>
                  <a:pt x="137271" y="160615"/>
                </a:lnTo>
                <a:lnTo>
                  <a:pt x="137390" y="195333"/>
                </a:lnTo>
                <a:lnTo>
                  <a:pt x="137509" y="211836"/>
                </a:lnTo>
                <a:close/>
              </a:path>
              <a:path w="356870" h="402589">
                <a:moveTo>
                  <a:pt x="327778" y="359664"/>
                </a:moveTo>
                <a:lnTo>
                  <a:pt x="283464" y="359664"/>
                </a:lnTo>
                <a:lnTo>
                  <a:pt x="292631" y="357925"/>
                </a:lnTo>
                <a:lnTo>
                  <a:pt x="299656" y="352615"/>
                </a:lnTo>
                <a:lnTo>
                  <a:pt x="309895" y="305562"/>
                </a:lnTo>
                <a:lnTo>
                  <a:pt x="311658" y="259842"/>
                </a:lnTo>
                <a:lnTo>
                  <a:pt x="313456" y="192024"/>
                </a:lnTo>
                <a:lnTo>
                  <a:pt x="315467" y="106680"/>
                </a:lnTo>
                <a:lnTo>
                  <a:pt x="350901" y="106680"/>
                </a:lnTo>
                <a:lnTo>
                  <a:pt x="341376" y="114300"/>
                </a:lnTo>
                <a:lnTo>
                  <a:pt x="339547" y="188719"/>
                </a:lnTo>
                <a:lnTo>
                  <a:pt x="337718" y="249167"/>
                </a:lnTo>
                <a:lnTo>
                  <a:pt x="335889" y="295570"/>
                </a:lnTo>
                <a:lnTo>
                  <a:pt x="334060" y="327855"/>
                </a:lnTo>
                <a:lnTo>
                  <a:pt x="332232" y="345948"/>
                </a:lnTo>
                <a:lnTo>
                  <a:pt x="328497" y="357925"/>
                </a:lnTo>
                <a:lnTo>
                  <a:pt x="327778" y="359664"/>
                </a:lnTo>
                <a:close/>
              </a:path>
              <a:path w="356870" h="402589">
                <a:moveTo>
                  <a:pt x="231648" y="269748"/>
                </a:moveTo>
                <a:lnTo>
                  <a:pt x="230124" y="269748"/>
                </a:lnTo>
                <a:lnTo>
                  <a:pt x="226956" y="268295"/>
                </a:lnTo>
                <a:lnTo>
                  <a:pt x="224218" y="263842"/>
                </a:lnTo>
                <a:lnTo>
                  <a:pt x="221765" y="256246"/>
                </a:lnTo>
                <a:lnTo>
                  <a:pt x="219456" y="245364"/>
                </a:lnTo>
                <a:lnTo>
                  <a:pt x="214884" y="228242"/>
                </a:lnTo>
                <a:lnTo>
                  <a:pt x="208026" y="211264"/>
                </a:lnTo>
                <a:lnTo>
                  <a:pt x="198882" y="194571"/>
                </a:lnTo>
                <a:lnTo>
                  <a:pt x="187452" y="178308"/>
                </a:lnTo>
                <a:lnTo>
                  <a:pt x="192024" y="172212"/>
                </a:lnTo>
                <a:lnTo>
                  <a:pt x="224980" y="199644"/>
                </a:lnTo>
                <a:lnTo>
                  <a:pt x="246888" y="236220"/>
                </a:lnTo>
                <a:lnTo>
                  <a:pt x="246888" y="248412"/>
                </a:lnTo>
                <a:lnTo>
                  <a:pt x="245364" y="254508"/>
                </a:lnTo>
                <a:lnTo>
                  <a:pt x="236220" y="266700"/>
                </a:lnTo>
                <a:lnTo>
                  <a:pt x="231648" y="269748"/>
                </a:lnTo>
                <a:close/>
              </a:path>
              <a:path w="356870" h="402589">
                <a:moveTo>
                  <a:pt x="139258" y="344424"/>
                </a:moveTo>
                <a:lnTo>
                  <a:pt x="115824" y="344424"/>
                </a:lnTo>
                <a:lnTo>
                  <a:pt x="115824" y="222504"/>
                </a:lnTo>
                <a:lnTo>
                  <a:pt x="137586" y="222504"/>
                </a:lnTo>
                <a:lnTo>
                  <a:pt x="137793" y="251435"/>
                </a:lnTo>
                <a:lnTo>
                  <a:pt x="138493" y="305562"/>
                </a:lnTo>
                <a:lnTo>
                  <a:pt x="139258" y="344424"/>
                </a:lnTo>
                <a:close/>
              </a:path>
              <a:path w="356870" h="402589">
                <a:moveTo>
                  <a:pt x="278891" y="402336"/>
                </a:moveTo>
                <a:lnTo>
                  <a:pt x="271772" y="389453"/>
                </a:lnTo>
                <a:lnTo>
                  <a:pt x="259651" y="378142"/>
                </a:lnTo>
                <a:lnTo>
                  <a:pt x="242613" y="368236"/>
                </a:lnTo>
                <a:lnTo>
                  <a:pt x="220979" y="359664"/>
                </a:lnTo>
                <a:lnTo>
                  <a:pt x="220979" y="352044"/>
                </a:lnTo>
                <a:lnTo>
                  <a:pt x="241244" y="355163"/>
                </a:lnTo>
                <a:lnTo>
                  <a:pt x="258508" y="357568"/>
                </a:lnTo>
                <a:lnTo>
                  <a:pt x="272629" y="359116"/>
                </a:lnTo>
                <a:lnTo>
                  <a:pt x="283464" y="359664"/>
                </a:lnTo>
                <a:lnTo>
                  <a:pt x="327778" y="359664"/>
                </a:lnTo>
                <a:lnTo>
                  <a:pt x="324217" y="368260"/>
                </a:lnTo>
                <a:lnTo>
                  <a:pt x="290310" y="397764"/>
                </a:lnTo>
                <a:lnTo>
                  <a:pt x="278891" y="402336"/>
                </a:lnTo>
                <a:close/>
              </a:path>
              <a:path w="356870" h="402589">
                <a:moveTo>
                  <a:pt x="115824" y="391668"/>
                </a:moveTo>
                <a:lnTo>
                  <a:pt x="115824" y="355092"/>
                </a:lnTo>
                <a:lnTo>
                  <a:pt x="139544" y="355092"/>
                </a:lnTo>
                <a:lnTo>
                  <a:pt x="140208" y="377952"/>
                </a:lnTo>
                <a:lnTo>
                  <a:pt x="115824" y="39166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" name="object 18"/>
          <p:cNvSpPr/>
          <p:nvPr/>
        </p:nvSpPr>
        <p:spPr>
          <a:xfrm>
            <a:off x="3461004" y="2360675"/>
            <a:ext cx="852169" cy="407034"/>
          </a:xfrm>
          <a:custGeom>
            <a:avLst/>
            <a:gdLst/>
            <a:ahLst/>
            <a:cxnLst/>
            <a:rect l="l" t="t" r="r" b="b"/>
            <a:pathLst>
              <a:path w="852170" h="407035">
                <a:moveTo>
                  <a:pt x="167640" y="121920"/>
                </a:moveTo>
                <a:lnTo>
                  <a:pt x="138684" y="91440"/>
                </a:lnTo>
                <a:lnTo>
                  <a:pt x="118872" y="111252"/>
                </a:lnTo>
                <a:lnTo>
                  <a:pt x="100584" y="111252"/>
                </a:lnTo>
                <a:lnTo>
                  <a:pt x="100584" y="33528"/>
                </a:lnTo>
                <a:lnTo>
                  <a:pt x="117348" y="18288"/>
                </a:lnTo>
                <a:lnTo>
                  <a:pt x="73152" y="0"/>
                </a:lnTo>
                <a:lnTo>
                  <a:pt x="74269" y="20599"/>
                </a:lnTo>
                <a:lnTo>
                  <a:pt x="75247" y="45910"/>
                </a:lnTo>
                <a:lnTo>
                  <a:pt x="75933" y="76085"/>
                </a:lnTo>
                <a:lnTo>
                  <a:pt x="76200" y="111252"/>
                </a:lnTo>
                <a:lnTo>
                  <a:pt x="0" y="111252"/>
                </a:lnTo>
                <a:lnTo>
                  <a:pt x="16764" y="126492"/>
                </a:lnTo>
                <a:lnTo>
                  <a:pt x="35052" y="121920"/>
                </a:lnTo>
                <a:lnTo>
                  <a:pt x="76200" y="121920"/>
                </a:lnTo>
                <a:lnTo>
                  <a:pt x="76200" y="213360"/>
                </a:lnTo>
                <a:lnTo>
                  <a:pt x="51003" y="222770"/>
                </a:lnTo>
                <a:lnTo>
                  <a:pt x="30099" y="230314"/>
                </a:lnTo>
                <a:lnTo>
                  <a:pt x="13182" y="235864"/>
                </a:lnTo>
                <a:lnTo>
                  <a:pt x="0" y="239268"/>
                </a:lnTo>
                <a:lnTo>
                  <a:pt x="22860" y="271272"/>
                </a:lnTo>
                <a:lnTo>
                  <a:pt x="27762" y="264706"/>
                </a:lnTo>
                <a:lnTo>
                  <a:pt x="38100" y="256413"/>
                </a:lnTo>
                <a:lnTo>
                  <a:pt x="54140" y="246418"/>
                </a:lnTo>
                <a:lnTo>
                  <a:pt x="76200" y="234696"/>
                </a:lnTo>
                <a:lnTo>
                  <a:pt x="76200" y="347472"/>
                </a:lnTo>
                <a:lnTo>
                  <a:pt x="75069" y="357454"/>
                </a:lnTo>
                <a:lnTo>
                  <a:pt x="71818" y="364426"/>
                </a:lnTo>
                <a:lnTo>
                  <a:pt x="66548" y="368261"/>
                </a:lnTo>
                <a:lnTo>
                  <a:pt x="59436" y="368808"/>
                </a:lnTo>
                <a:lnTo>
                  <a:pt x="49695" y="367626"/>
                </a:lnTo>
                <a:lnTo>
                  <a:pt x="38671" y="366141"/>
                </a:lnTo>
                <a:lnTo>
                  <a:pt x="26212" y="364096"/>
                </a:lnTo>
                <a:lnTo>
                  <a:pt x="12192" y="361188"/>
                </a:lnTo>
                <a:lnTo>
                  <a:pt x="12192" y="370332"/>
                </a:lnTo>
                <a:lnTo>
                  <a:pt x="34213" y="377761"/>
                </a:lnTo>
                <a:lnTo>
                  <a:pt x="50101" y="386334"/>
                </a:lnTo>
                <a:lnTo>
                  <a:pt x="59982" y="396049"/>
                </a:lnTo>
                <a:lnTo>
                  <a:pt x="64008" y="406908"/>
                </a:lnTo>
                <a:lnTo>
                  <a:pt x="79146" y="398907"/>
                </a:lnTo>
                <a:lnTo>
                  <a:pt x="90297" y="388620"/>
                </a:lnTo>
                <a:lnTo>
                  <a:pt x="97434" y="376047"/>
                </a:lnTo>
                <a:lnTo>
                  <a:pt x="98971" y="368808"/>
                </a:lnTo>
                <a:lnTo>
                  <a:pt x="100584" y="361188"/>
                </a:lnTo>
                <a:lnTo>
                  <a:pt x="100584" y="234696"/>
                </a:lnTo>
                <a:lnTo>
                  <a:pt x="100584" y="222504"/>
                </a:lnTo>
                <a:lnTo>
                  <a:pt x="129006" y="205740"/>
                </a:lnTo>
                <a:lnTo>
                  <a:pt x="160020" y="187452"/>
                </a:lnTo>
                <a:lnTo>
                  <a:pt x="156972" y="182880"/>
                </a:lnTo>
                <a:lnTo>
                  <a:pt x="100584" y="205740"/>
                </a:lnTo>
                <a:lnTo>
                  <a:pt x="100584" y="121920"/>
                </a:lnTo>
                <a:lnTo>
                  <a:pt x="167640" y="121920"/>
                </a:lnTo>
                <a:close/>
              </a:path>
              <a:path w="852170" h="407035">
                <a:moveTo>
                  <a:pt x="387096" y="185928"/>
                </a:moveTo>
                <a:lnTo>
                  <a:pt x="383171" y="182880"/>
                </a:lnTo>
                <a:lnTo>
                  <a:pt x="359664" y="164592"/>
                </a:lnTo>
                <a:lnTo>
                  <a:pt x="352044" y="177660"/>
                </a:lnTo>
                <a:lnTo>
                  <a:pt x="352044" y="193548"/>
                </a:lnTo>
                <a:lnTo>
                  <a:pt x="352044" y="263652"/>
                </a:lnTo>
                <a:lnTo>
                  <a:pt x="352044" y="274320"/>
                </a:lnTo>
                <a:lnTo>
                  <a:pt x="352044" y="359664"/>
                </a:lnTo>
                <a:lnTo>
                  <a:pt x="283464" y="359664"/>
                </a:lnTo>
                <a:lnTo>
                  <a:pt x="283464" y="274320"/>
                </a:lnTo>
                <a:lnTo>
                  <a:pt x="352044" y="274320"/>
                </a:lnTo>
                <a:lnTo>
                  <a:pt x="352044" y="263652"/>
                </a:lnTo>
                <a:lnTo>
                  <a:pt x="283464" y="263652"/>
                </a:lnTo>
                <a:lnTo>
                  <a:pt x="283464" y="193548"/>
                </a:lnTo>
                <a:lnTo>
                  <a:pt x="352044" y="193548"/>
                </a:lnTo>
                <a:lnTo>
                  <a:pt x="352044" y="177660"/>
                </a:lnTo>
                <a:lnTo>
                  <a:pt x="348996" y="182880"/>
                </a:lnTo>
                <a:lnTo>
                  <a:pt x="262128" y="182880"/>
                </a:lnTo>
                <a:lnTo>
                  <a:pt x="262128" y="193548"/>
                </a:lnTo>
                <a:lnTo>
                  <a:pt x="262128" y="263652"/>
                </a:lnTo>
                <a:lnTo>
                  <a:pt x="262128" y="274320"/>
                </a:lnTo>
                <a:lnTo>
                  <a:pt x="262128" y="359664"/>
                </a:lnTo>
                <a:lnTo>
                  <a:pt x="192024" y="359664"/>
                </a:lnTo>
                <a:lnTo>
                  <a:pt x="192024" y="274320"/>
                </a:lnTo>
                <a:lnTo>
                  <a:pt x="262128" y="274320"/>
                </a:lnTo>
                <a:lnTo>
                  <a:pt x="262128" y="263652"/>
                </a:lnTo>
                <a:lnTo>
                  <a:pt x="192024" y="263652"/>
                </a:lnTo>
                <a:lnTo>
                  <a:pt x="192024" y="193548"/>
                </a:lnTo>
                <a:lnTo>
                  <a:pt x="262128" y="193548"/>
                </a:lnTo>
                <a:lnTo>
                  <a:pt x="262128" y="182880"/>
                </a:lnTo>
                <a:lnTo>
                  <a:pt x="192024" y="182880"/>
                </a:lnTo>
                <a:lnTo>
                  <a:pt x="167640" y="169164"/>
                </a:lnTo>
                <a:lnTo>
                  <a:pt x="168516" y="185432"/>
                </a:lnTo>
                <a:lnTo>
                  <a:pt x="168910" y="205740"/>
                </a:lnTo>
                <a:lnTo>
                  <a:pt x="168986" y="213360"/>
                </a:lnTo>
                <a:lnTo>
                  <a:pt x="169113" y="235864"/>
                </a:lnTo>
                <a:lnTo>
                  <a:pt x="169100" y="323659"/>
                </a:lnTo>
                <a:lnTo>
                  <a:pt x="168986" y="347472"/>
                </a:lnTo>
                <a:lnTo>
                  <a:pt x="168859" y="357454"/>
                </a:lnTo>
                <a:lnTo>
                  <a:pt x="168516" y="379818"/>
                </a:lnTo>
                <a:lnTo>
                  <a:pt x="167640" y="403860"/>
                </a:lnTo>
                <a:lnTo>
                  <a:pt x="192024" y="391668"/>
                </a:lnTo>
                <a:lnTo>
                  <a:pt x="192024" y="370332"/>
                </a:lnTo>
                <a:lnTo>
                  <a:pt x="352044" y="370332"/>
                </a:lnTo>
                <a:lnTo>
                  <a:pt x="352044" y="399288"/>
                </a:lnTo>
                <a:lnTo>
                  <a:pt x="376428" y="388620"/>
                </a:lnTo>
                <a:lnTo>
                  <a:pt x="375094" y="323659"/>
                </a:lnTo>
                <a:lnTo>
                  <a:pt x="374942" y="274320"/>
                </a:lnTo>
                <a:lnTo>
                  <a:pt x="374904" y="198120"/>
                </a:lnTo>
                <a:lnTo>
                  <a:pt x="379476" y="193548"/>
                </a:lnTo>
                <a:lnTo>
                  <a:pt x="387096" y="185928"/>
                </a:lnTo>
                <a:close/>
              </a:path>
              <a:path w="852170" h="407035">
                <a:moveTo>
                  <a:pt x="400812" y="97536"/>
                </a:moveTo>
                <a:lnTo>
                  <a:pt x="368808" y="65532"/>
                </a:lnTo>
                <a:lnTo>
                  <a:pt x="348996" y="86868"/>
                </a:lnTo>
                <a:lnTo>
                  <a:pt x="323088" y="86868"/>
                </a:lnTo>
                <a:lnTo>
                  <a:pt x="323088" y="36576"/>
                </a:lnTo>
                <a:lnTo>
                  <a:pt x="339852" y="24384"/>
                </a:lnTo>
                <a:lnTo>
                  <a:pt x="298704" y="6096"/>
                </a:lnTo>
                <a:lnTo>
                  <a:pt x="298945" y="24384"/>
                </a:lnTo>
                <a:lnTo>
                  <a:pt x="299974" y="63754"/>
                </a:lnTo>
                <a:lnTo>
                  <a:pt x="300228" y="86868"/>
                </a:lnTo>
                <a:lnTo>
                  <a:pt x="237744" y="86868"/>
                </a:lnTo>
                <a:lnTo>
                  <a:pt x="237744" y="38100"/>
                </a:lnTo>
                <a:lnTo>
                  <a:pt x="254508" y="25908"/>
                </a:lnTo>
                <a:lnTo>
                  <a:pt x="213360" y="6096"/>
                </a:lnTo>
                <a:lnTo>
                  <a:pt x="213626" y="24384"/>
                </a:lnTo>
                <a:lnTo>
                  <a:pt x="214642" y="63754"/>
                </a:lnTo>
                <a:lnTo>
                  <a:pt x="214884" y="86868"/>
                </a:lnTo>
                <a:lnTo>
                  <a:pt x="147828" y="86868"/>
                </a:lnTo>
                <a:lnTo>
                  <a:pt x="163068" y="100584"/>
                </a:lnTo>
                <a:lnTo>
                  <a:pt x="182880" y="97536"/>
                </a:lnTo>
                <a:lnTo>
                  <a:pt x="214884" y="97536"/>
                </a:lnTo>
                <a:lnTo>
                  <a:pt x="214642" y="112712"/>
                </a:lnTo>
                <a:lnTo>
                  <a:pt x="213588" y="145338"/>
                </a:lnTo>
                <a:lnTo>
                  <a:pt x="213360" y="163068"/>
                </a:lnTo>
                <a:lnTo>
                  <a:pt x="237744" y="152400"/>
                </a:lnTo>
                <a:lnTo>
                  <a:pt x="237744" y="97536"/>
                </a:lnTo>
                <a:lnTo>
                  <a:pt x="300228" y="97536"/>
                </a:lnTo>
                <a:lnTo>
                  <a:pt x="300228" y="158496"/>
                </a:lnTo>
                <a:lnTo>
                  <a:pt x="324612" y="149352"/>
                </a:lnTo>
                <a:lnTo>
                  <a:pt x="323723" y="135686"/>
                </a:lnTo>
                <a:lnTo>
                  <a:pt x="323278" y="122301"/>
                </a:lnTo>
                <a:lnTo>
                  <a:pt x="323151" y="112712"/>
                </a:lnTo>
                <a:lnTo>
                  <a:pt x="323088" y="97536"/>
                </a:lnTo>
                <a:lnTo>
                  <a:pt x="400812" y="97536"/>
                </a:lnTo>
                <a:close/>
              </a:path>
              <a:path w="852170" h="407035">
                <a:moveTo>
                  <a:pt x="539534" y="72390"/>
                </a:moveTo>
                <a:lnTo>
                  <a:pt x="510730" y="37909"/>
                </a:lnTo>
                <a:lnTo>
                  <a:pt x="484632" y="22860"/>
                </a:lnTo>
                <a:lnTo>
                  <a:pt x="478536" y="25908"/>
                </a:lnTo>
                <a:lnTo>
                  <a:pt x="488835" y="39624"/>
                </a:lnTo>
                <a:lnTo>
                  <a:pt x="497014" y="53340"/>
                </a:lnTo>
                <a:lnTo>
                  <a:pt x="503174" y="67056"/>
                </a:lnTo>
                <a:lnTo>
                  <a:pt x="507492" y="80772"/>
                </a:lnTo>
                <a:lnTo>
                  <a:pt x="510679" y="90779"/>
                </a:lnTo>
                <a:lnTo>
                  <a:pt x="513588" y="97917"/>
                </a:lnTo>
                <a:lnTo>
                  <a:pt x="516483" y="102209"/>
                </a:lnTo>
                <a:lnTo>
                  <a:pt x="519684" y="103632"/>
                </a:lnTo>
                <a:lnTo>
                  <a:pt x="522732" y="103632"/>
                </a:lnTo>
                <a:lnTo>
                  <a:pt x="525780" y="102108"/>
                </a:lnTo>
                <a:lnTo>
                  <a:pt x="530352" y="97536"/>
                </a:lnTo>
                <a:lnTo>
                  <a:pt x="534924" y="94488"/>
                </a:lnTo>
                <a:lnTo>
                  <a:pt x="537972" y="86868"/>
                </a:lnTo>
                <a:lnTo>
                  <a:pt x="539496" y="79248"/>
                </a:lnTo>
                <a:lnTo>
                  <a:pt x="539534" y="72390"/>
                </a:lnTo>
                <a:close/>
              </a:path>
              <a:path w="852170" h="407035">
                <a:moveTo>
                  <a:pt x="792480" y="60960"/>
                </a:moveTo>
                <a:lnTo>
                  <a:pt x="759904" y="41148"/>
                </a:lnTo>
                <a:lnTo>
                  <a:pt x="734568" y="33528"/>
                </a:lnTo>
                <a:lnTo>
                  <a:pt x="731520" y="38100"/>
                </a:lnTo>
                <a:lnTo>
                  <a:pt x="743229" y="49250"/>
                </a:lnTo>
                <a:lnTo>
                  <a:pt x="753237" y="59817"/>
                </a:lnTo>
                <a:lnTo>
                  <a:pt x="761517" y="69824"/>
                </a:lnTo>
                <a:lnTo>
                  <a:pt x="768096" y="79248"/>
                </a:lnTo>
                <a:lnTo>
                  <a:pt x="772668" y="88392"/>
                </a:lnTo>
                <a:lnTo>
                  <a:pt x="775716" y="92964"/>
                </a:lnTo>
                <a:lnTo>
                  <a:pt x="781812" y="92964"/>
                </a:lnTo>
                <a:lnTo>
                  <a:pt x="784860" y="91440"/>
                </a:lnTo>
                <a:lnTo>
                  <a:pt x="790956" y="82296"/>
                </a:lnTo>
                <a:lnTo>
                  <a:pt x="792480" y="76200"/>
                </a:lnTo>
                <a:lnTo>
                  <a:pt x="792480" y="60960"/>
                </a:lnTo>
                <a:close/>
              </a:path>
              <a:path w="852170" h="407035">
                <a:moveTo>
                  <a:pt x="839724" y="128016"/>
                </a:moveTo>
                <a:lnTo>
                  <a:pt x="807720" y="92964"/>
                </a:lnTo>
                <a:lnTo>
                  <a:pt x="783336" y="117348"/>
                </a:lnTo>
                <a:lnTo>
                  <a:pt x="701040" y="117348"/>
                </a:lnTo>
                <a:lnTo>
                  <a:pt x="701040" y="38100"/>
                </a:lnTo>
                <a:lnTo>
                  <a:pt x="716280" y="25908"/>
                </a:lnTo>
                <a:lnTo>
                  <a:pt x="675132" y="6096"/>
                </a:lnTo>
                <a:lnTo>
                  <a:pt x="676008" y="28409"/>
                </a:lnTo>
                <a:lnTo>
                  <a:pt x="676414" y="51816"/>
                </a:lnTo>
                <a:lnTo>
                  <a:pt x="676529" y="67056"/>
                </a:lnTo>
                <a:lnTo>
                  <a:pt x="676656" y="117348"/>
                </a:lnTo>
                <a:lnTo>
                  <a:pt x="550164" y="117348"/>
                </a:lnTo>
                <a:lnTo>
                  <a:pt x="565404" y="134112"/>
                </a:lnTo>
                <a:lnTo>
                  <a:pt x="575729" y="131241"/>
                </a:lnTo>
                <a:lnTo>
                  <a:pt x="586359" y="129349"/>
                </a:lnTo>
                <a:lnTo>
                  <a:pt x="597547" y="128333"/>
                </a:lnTo>
                <a:lnTo>
                  <a:pt x="609600" y="128016"/>
                </a:lnTo>
                <a:lnTo>
                  <a:pt x="665988" y="128016"/>
                </a:lnTo>
                <a:lnTo>
                  <a:pt x="645414" y="174548"/>
                </a:lnTo>
                <a:lnTo>
                  <a:pt x="617982" y="220218"/>
                </a:lnTo>
                <a:lnTo>
                  <a:pt x="583692" y="264756"/>
                </a:lnTo>
                <a:lnTo>
                  <a:pt x="542544" y="307848"/>
                </a:lnTo>
                <a:lnTo>
                  <a:pt x="547116" y="312420"/>
                </a:lnTo>
                <a:lnTo>
                  <a:pt x="587705" y="280987"/>
                </a:lnTo>
                <a:lnTo>
                  <a:pt x="622744" y="246126"/>
                </a:lnTo>
                <a:lnTo>
                  <a:pt x="652335" y="207835"/>
                </a:lnTo>
                <a:lnTo>
                  <a:pt x="676656" y="166116"/>
                </a:lnTo>
                <a:lnTo>
                  <a:pt x="676541" y="256603"/>
                </a:lnTo>
                <a:lnTo>
                  <a:pt x="676440" y="286512"/>
                </a:lnTo>
                <a:lnTo>
                  <a:pt x="676008" y="327279"/>
                </a:lnTo>
                <a:lnTo>
                  <a:pt x="675132" y="358140"/>
                </a:lnTo>
                <a:lnTo>
                  <a:pt x="702564" y="344424"/>
                </a:lnTo>
                <a:lnTo>
                  <a:pt x="702271" y="318516"/>
                </a:lnTo>
                <a:lnTo>
                  <a:pt x="701814" y="286512"/>
                </a:lnTo>
                <a:lnTo>
                  <a:pt x="701268" y="234276"/>
                </a:lnTo>
                <a:lnTo>
                  <a:pt x="701040" y="169164"/>
                </a:lnTo>
                <a:lnTo>
                  <a:pt x="719328" y="184886"/>
                </a:lnTo>
                <a:lnTo>
                  <a:pt x="735330" y="200025"/>
                </a:lnTo>
                <a:lnTo>
                  <a:pt x="770204" y="242963"/>
                </a:lnTo>
                <a:lnTo>
                  <a:pt x="794004" y="283464"/>
                </a:lnTo>
                <a:lnTo>
                  <a:pt x="800100" y="294132"/>
                </a:lnTo>
                <a:lnTo>
                  <a:pt x="803148" y="300228"/>
                </a:lnTo>
                <a:lnTo>
                  <a:pt x="809244" y="300228"/>
                </a:lnTo>
                <a:lnTo>
                  <a:pt x="812292" y="297180"/>
                </a:lnTo>
                <a:lnTo>
                  <a:pt x="815340" y="292608"/>
                </a:lnTo>
                <a:lnTo>
                  <a:pt x="818388" y="286512"/>
                </a:lnTo>
                <a:lnTo>
                  <a:pt x="819912" y="278892"/>
                </a:lnTo>
                <a:lnTo>
                  <a:pt x="819797" y="264756"/>
                </a:lnTo>
                <a:lnTo>
                  <a:pt x="798004" y="229628"/>
                </a:lnTo>
                <a:lnTo>
                  <a:pt x="768540" y="204787"/>
                </a:lnTo>
                <a:lnTo>
                  <a:pt x="726770" y="175069"/>
                </a:lnTo>
                <a:lnTo>
                  <a:pt x="712863" y="166116"/>
                </a:lnTo>
                <a:lnTo>
                  <a:pt x="701040" y="158496"/>
                </a:lnTo>
                <a:lnTo>
                  <a:pt x="701040" y="128016"/>
                </a:lnTo>
                <a:lnTo>
                  <a:pt x="839724" y="128016"/>
                </a:lnTo>
                <a:close/>
              </a:path>
              <a:path w="852170" h="407035">
                <a:moveTo>
                  <a:pt x="851916" y="361188"/>
                </a:moveTo>
                <a:lnTo>
                  <a:pt x="806208" y="366026"/>
                </a:lnTo>
                <a:lnTo>
                  <a:pt x="762952" y="368998"/>
                </a:lnTo>
                <a:lnTo>
                  <a:pt x="722249" y="369976"/>
                </a:lnTo>
                <a:lnTo>
                  <a:pt x="684276" y="368808"/>
                </a:lnTo>
                <a:lnTo>
                  <a:pt x="620268" y="362902"/>
                </a:lnTo>
                <a:lnTo>
                  <a:pt x="579120" y="348996"/>
                </a:lnTo>
                <a:lnTo>
                  <a:pt x="542899" y="325640"/>
                </a:lnTo>
                <a:lnTo>
                  <a:pt x="534924" y="318516"/>
                </a:lnTo>
                <a:lnTo>
                  <a:pt x="534924" y="178308"/>
                </a:lnTo>
                <a:lnTo>
                  <a:pt x="542544" y="173736"/>
                </a:lnTo>
                <a:lnTo>
                  <a:pt x="550164" y="169164"/>
                </a:lnTo>
                <a:lnTo>
                  <a:pt x="519684" y="146304"/>
                </a:lnTo>
                <a:lnTo>
                  <a:pt x="507492" y="163068"/>
                </a:lnTo>
                <a:lnTo>
                  <a:pt x="441960" y="163068"/>
                </a:lnTo>
                <a:lnTo>
                  <a:pt x="457200" y="178308"/>
                </a:lnTo>
                <a:lnTo>
                  <a:pt x="466915" y="176314"/>
                </a:lnTo>
                <a:lnTo>
                  <a:pt x="475488" y="174879"/>
                </a:lnTo>
                <a:lnTo>
                  <a:pt x="482917" y="174028"/>
                </a:lnTo>
                <a:lnTo>
                  <a:pt x="489204" y="173736"/>
                </a:lnTo>
                <a:lnTo>
                  <a:pt x="512064" y="173736"/>
                </a:lnTo>
                <a:lnTo>
                  <a:pt x="512064" y="316992"/>
                </a:lnTo>
                <a:lnTo>
                  <a:pt x="494030" y="325564"/>
                </a:lnTo>
                <a:lnTo>
                  <a:pt x="476440" y="335280"/>
                </a:lnTo>
                <a:lnTo>
                  <a:pt x="459117" y="346138"/>
                </a:lnTo>
                <a:lnTo>
                  <a:pt x="441960" y="358140"/>
                </a:lnTo>
                <a:lnTo>
                  <a:pt x="466344" y="381000"/>
                </a:lnTo>
                <a:lnTo>
                  <a:pt x="471487" y="372097"/>
                </a:lnTo>
                <a:lnTo>
                  <a:pt x="477774" y="363474"/>
                </a:lnTo>
                <a:lnTo>
                  <a:pt x="511111" y="332994"/>
                </a:lnTo>
                <a:lnTo>
                  <a:pt x="522732" y="329184"/>
                </a:lnTo>
                <a:lnTo>
                  <a:pt x="527253" y="330327"/>
                </a:lnTo>
                <a:lnTo>
                  <a:pt x="533781" y="333756"/>
                </a:lnTo>
                <a:lnTo>
                  <a:pt x="542010" y="339471"/>
                </a:lnTo>
                <a:lnTo>
                  <a:pt x="551688" y="347472"/>
                </a:lnTo>
                <a:lnTo>
                  <a:pt x="562775" y="357428"/>
                </a:lnTo>
                <a:lnTo>
                  <a:pt x="575310" y="366522"/>
                </a:lnTo>
                <a:lnTo>
                  <a:pt x="620649" y="386384"/>
                </a:lnTo>
                <a:lnTo>
                  <a:pt x="661797" y="394296"/>
                </a:lnTo>
                <a:lnTo>
                  <a:pt x="712889" y="398005"/>
                </a:lnTo>
                <a:lnTo>
                  <a:pt x="815340" y="399288"/>
                </a:lnTo>
                <a:lnTo>
                  <a:pt x="817626" y="391312"/>
                </a:lnTo>
                <a:lnTo>
                  <a:pt x="824484" y="383476"/>
                </a:lnTo>
                <a:lnTo>
                  <a:pt x="835914" y="375932"/>
                </a:lnTo>
                <a:lnTo>
                  <a:pt x="849287" y="369976"/>
                </a:lnTo>
                <a:lnTo>
                  <a:pt x="851916" y="368808"/>
                </a:lnTo>
                <a:lnTo>
                  <a:pt x="851916" y="36118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" name="object 19"/>
          <p:cNvSpPr/>
          <p:nvPr/>
        </p:nvSpPr>
        <p:spPr>
          <a:xfrm>
            <a:off x="4387548" y="2569464"/>
            <a:ext cx="62865" cy="165100"/>
          </a:xfrm>
          <a:custGeom>
            <a:avLst/>
            <a:gdLst/>
            <a:ahLst/>
            <a:cxnLst/>
            <a:rect l="l" t="t" r="r" b="b"/>
            <a:pathLst>
              <a:path w="62864" h="165100">
                <a:moveTo>
                  <a:pt x="33575" y="164592"/>
                </a:moveTo>
                <a:lnTo>
                  <a:pt x="25955" y="164592"/>
                </a:lnTo>
                <a:lnTo>
                  <a:pt x="21383" y="163068"/>
                </a:lnTo>
                <a:lnTo>
                  <a:pt x="0" y="125801"/>
                </a:lnTo>
                <a:lnTo>
                  <a:pt x="1952" y="119062"/>
                </a:lnTo>
                <a:lnTo>
                  <a:pt x="5619" y="113752"/>
                </a:lnTo>
                <a:lnTo>
                  <a:pt x="10715" y="109728"/>
                </a:lnTo>
                <a:lnTo>
                  <a:pt x="18335" y="106680"/>
                </a:lnTo>
                <a:lnTo>
                  <a:pt x="24431" y="103632"/>
                </a:lnTo>
                <a:lnTo>
                  <a:pt x="36623" y="103632"/>
                </a:lnTo>
                <a:lnTo>
                  <a:pt x="44243" y="106680"/>
                </a:lnTo>
                <a:lnTo>
                  <a:pt x="50339" y="111252"/>
                </a:lnTo>
                <a:lnTo>
                  <a:pt x="57959" y="115824"/>
                </a:lnTo>
                <a:lnTo>
                  <a:pt x="61007" y="123444"/>
                </a:lnTo>
                <a:lnTo>
                  <a:pt x="61007" y="134112"/>
                </a:lnTo>
                <a:lnTo>
                  <a:pt x="39671" y="163068"/>
                </a:lnTo>
                <a:lnTo>
                  <a:pt x="33575" y="164592"/>
                </a:lnTo>
                <a:close/>
              </a:path>
              <a:path w="62864" h="165100">
                <a:moveTo>
                  <a:pt x="33575" y="60960"/>
                </a:moveTo>
                <a:lnTo>
                  <a:pt x="24431" y="60960"/>
                </a:lnTo>
                <a:lnTo>
                  <a:pt x="18335" y="57912"/>
                </a:lnTo>
                <a:lnTo>
                  <a:pt x="10715" y="53340"/>
                </a:lnTo>
                <a:lnTo>
                  <a:pt x="5619" y="48458"/>
                </a:lnTo>
                <a:lnTo>
                  <a:pt x="1952" y="42862"/>
                </a:lnTo>
                <a:lnTo>
                  <a:pt x="0" y="36409"/>
                </a:lnTo>
                <a:lnTo>
                  <a:pt x="47" y="28956"/>
                </a:lnTo>
                <a:lnTo>
                  <a:pt x="27479" y="0"/>
                </a:lnTo>
                <a:lnTo>
                  <a:pt x="36623" y="0"/>
                </a:lnTo>
                <a:lnTo>
                  <a:pt x="42719" y="1524"/>
                </a:lnTo>
                <a:lnTo>
                  <a:pt x="50339" y="6096"/>
                </a:lnTo>
                <a:lnTo>
                  <a:pt x="56102" y="9477"/>
                </a:lnTo>
                <a:lnTo>
                  <a:pt x="59864" y="14859"/>
                </a:lnTo>
                <a:lnTo>
                  <a:pt x="61912" y="21955"/>
                </a:lnTo>
                <a:lnTo>
                  <a:pt x="62531" y="30480"/>
                </a:lnTo>
                <a:lnTo>
                  <a:pt x="61674" y="38790"/>
                </a:lnTo>
                <a:lnTo>
                  <a:pt x="59102" y="45529"/>
                </a:lnTo>
                <a:lnTo>
                  <a:pt x="54816" y="50839"/>
                </a:lnTo>
                <a:lnTo>
                  <a:pt x="48815" y="54864"/>
                </a:lnTo>
                <a:lnTo>
                  <a:pt x="39671" y="57912"/>
                </a:lnTo>
                <a:lnTo>
                  <a:pt x="33575" y="6096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" name="object 20"/>
          <p:cNvSpPr/>
          <p:nvPr/>
        </p:nvSpPr>
        <p:spPr>
          <a:xfrm>
            <a:off x="1751075" y="3212592"/>
            <a:ext cx="155575" cy="155575"/>
          </a:xfrm>
          <a:custGeom>
            <a:avLst/>
            <a:gdLst/>
            <a:ahLst/>
            <a:cxnLst/>
            <a:rect l="l" t="t" r="r" b="b"/>
            <a:pathLst>
              <a:path w="155575" h="155575">
                <a:moveTo>
                  <a:pt x="155448" y="155448"/>
                </a:moveTo>
                <a:lnTo>
                  <a:pt x="0" y="155448"/>
                </a:lnTo>
                <a:lnTo>
                  <a:pt x="0" y="0"/>
                </a:lnTo>
                <a:lnTo>
                  <a:pt x="155448" y="0"/>
                </a:lnTo>
                <a:lnTo>
                  <a:pt x="155448" y="155448"/>
                </a:lnTo>
                <a:close/>
              </a:path>
            </a:pathLst>
          </a:custGeom>
          <a:solidFill>
            <a:srgbClr val="3333C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" name="object 21"/>
          <p:cNvSpPr/>
          <p:nvPr/>
        </p:nvSpPr>
        <p:spPr>
          <a:xfrm>
            <a:off x="2125967" y="3020580"/>
            <a:ext cx="1727200" cy="410209"/>
          </a:xfrm>
          <a:custGeom>
            <a:avLst/>
            <a:gdLst/>
            <a:ahLst/>
            <a:cxnLst/>
            <a:rect l="l" t="t" r="r" b="b"/>
            <a:pathLst>
              <a:path w="1727200" h="410210">
                <a:moveTo>
                  <a:pt x="152400" y="25908"/>
                </a:moveTo>
                <a:lnTo>
                  <a:pt x="112776" y="0"/>
                </a:lnTo>
                <a:lnTo>
                  <a:pt x="106451" y="19685"/>
                </a:lnTo>
                <a:lnTo>
                  <a:pt x="98679" y="42100"/>
                </a:lnTo>
                <a:lnTo>
                  <a:pt x="77724" y="94488"/>
                </a:lnTo>
                <a:lnTo>
                  <a:pt x="45834" y="156019"/>
                </a:lnTo>
                <a:lnTo>
                  <a:pt x="24574" y="190500"/>
                </a:lnTo>
                <a:lnTo>
                  <a:pt x="0" y="227076"/>
                </a:lnTo>
                <a:lnTo>
                  <a:pt x="4572" y="230124"/>
                </a:lnTo>
                <a:lnTo>
                  <a:pt x="21983" y="212686"/>
                </a:lnTo>
                <a:lnTo>
                  <a:pt x="39814" y="192405"/>
                </a:lnTo>
                <a:lnTo>
                  <a:pt x="57937" y="169252"/>
                </a:lnTo>
                <a:lnTo>
                  <a:pt x="76200" y="143256"/>
                </a:lnTo>
                <a:lnTo>
                  <a:pt x="76161" y="304800"/>
                </a:lnTo>
                <a:lnTo>
                  <a:pt x="75971" y="318630"/>
                </a:lnTo>
                <a:lnTo>
                  <a:pt x="75438" y="341947"/>
                </a:lnTo>
                <a:lnTo>
                  <a:pt x="74968" y="368808"/>
                </a:lnTo>
                <a:lnTo>
                  <a:pt x="74879" y="377964"/>
                </a:lnTo>
                <a:lnTo>
                  <a:pt x="74676" y="408432"/>
                </a:lnTo>
                <a:lnTo>
                  <a:pt x="102108" y="390144"/>
                </a:lnTo>
                <a:lnTo>
                  <a:pt x="101231" y="376707"/>
                </a:lnTo>
                <a:lnTo>
                  <a:pt x="100774" y="361569"/>
                </a:lnTo>
                <a:lnTo>
                  <a:pt x="100685" y="352044"/>
                </a:lnTo>
                <a:lnTo>
                  <a:pt x="100584" y="143256"/>
                </a:lnTo>
                <a:lnTo>
                  <a:pt x="112776" y="135636"/>
                </a:lnTo>
                <a:lnTo>
                  <a:pt x="88392" y="120396"/>
                </a:lnTo>
                <a:lnTo>
                  <a:pt x="100088" y="98653"/>
                </a:lnTo>
                <a:lnTo>
                  <a:pt x="112204" y="76771"/>
                </a:lnTo>
                <a:lnTo>
                  <a:pt x="124612" y="54597"/>
                </a:lnTo>
                <a:lnTo>
                  <a:pt x="137160" y="32004"/>
                </a:lnTo>
                <a:lnTo>
                  <a:pt x="152400" y="25908"/>
                </a:lnTo>
                <a:close/>
              </a:path>
              <a:path w="1727200" h="410210">
                <a:moveTo>
                  <a:pt x="225552" y="208788"/>
                </a:moveTo>
                <a:lnTo>
                  <a:pt x="188976" y="185928"/>
                </a:lnTo>
                <a:lnTo>
                  <a:pt x="182956" y="208495"/>
                </a:lnTo>
                <a:lnTo>
                  <a:pt x="176212" y="230505"/>
                </a:lnTo>
                <a:lnTo>
                  <a:pt x="160020" y="272796"/>
                </a:lnTo>
                <a:lnTo>
                  <a:pt x="139446" y="313563"/>
                </a:lnTo>
                <a:lnTo>
                  <a:pt x="114300" y="352044"/>
                </a:lnTo>
                <a:lnTo>
                  <a:pt x="118872" y="356616"/>
                </a:lnTo>
                <a:lnTo>
                  <a:pt x="145808" y="326555"/>
                </a:lnTo>
                <a:lnTo>
                  <a:pt x="169735" y="293370"/>
                </a:lnTo>
                <a:lnTo>
                  <a:pt x="191096" y="256743"/>
                </a:lnTo>
                <a:lnTo>
                  <a:pt x="210312" y="216408"/>
                </a:lnTo>
                <a:lnTo>
                  <a:pt x="225552" y="208788"/>
                </a:lnTo>
                <a:close/>
              </a:path>
              <a:path w="1727200" h="410210">
                <a:moveTo>
                  <a:pt x="291084" y="144780"/>
                </a:moveTo>
                <a:lnTo>
                  <a:pt x="251460" y="129540"/>
                </a:lnTo>
                <a:lnTo>
                  <a:pt x="252361" y="144780"/>
                </a:lnTo>
                <a:lnTo>
                  <a:pt x="252704" y="156019"/>
                </a:lnTo>
                <a:lnTo>
                  <a:pt x="252806" y="160020"/>
                </a:lnTo>
                <a:lnTo>
                  <a:pt x="252920" y="169252"/>
                </a:lnTo>
                <a:lnTo>
                  <a:pt x="252984" y="347472"/>
                </a:lnTo>
                <a:lnTo>
                  <a:pt x="252082" y="356590"/>
                </a:lnTo>
                <a:lnTo>
                  <a:pt x="249174" y="363283"/>
                </a:lnTo>
                <a:lnTo>
                  <a:pt x="243992" y="367398"/>
                </a:lnTo>
                <a:lnTo>
                  <a:pt x="236220" y="368808"/>
                </a:lnTo>
                <a:lnTo>
                  <a:pt x="227101" y="368249"/>
                </a:lnTo>
                <a:lnTo>
                  <a:pt x="215836" y="366712"/>
                </a:lnTo>
                <a:lnTo>
                  <a:pt x="202577" y="364299"/>
                </a:lnTo>
                <a:lnTo>
                  <a:pt x="187452" y="361188"/>
                </a:lnTo>
                <a:lnTo>
                  <a:pt x="185928" y="368808"/>
                </a:lnTo>
                <a:lnTo>
                  <a:pt x="209054" y="377964"/>
                </a:lnTo>
                <a:lnTo>
                  <a:pt x="225742" y="387286"/>
                </a:lnTo>
                <a:lnTo>
                  <a:pt x="235864" y="396875"/>
                </a:lnTo>
                <a:lnTo>
                  <a:pt x="239268" y="406908"/>
                </a:lnTo>
                <a:lnTo>
                  <a:pt x="257009" y="399161"/>
                </a:lnTo>
                <a:lnTo>
                  <a:pt x="269176" y="389572"/>
                </a:lnTo>
                <a:lnTo>
                  <a:pt x="275920" y="377964"/>
                </a:lnTo>
                <a:lnTo>
                  <a:pt x="276885" y="368808"/>
                </a:lnTo>
                <a:lnTo>
                  <a:pt x="277368" y="364299"/>
                </a:lnTo>
                <a:lnTo>
                  <a:pt x="277368" y="156972"/>
                </a:lnTo>
                <a:lnTo>
                  <a:pt x="291084" y="144780"/>
                </a:lnTo>
                <a:close/>
              </a:path>
              <a:path w="1727200" h="410210">
                <a:moveTo>
                  <a:pt x="398335" y="314223"/>
                </a:moveTo>
                <a:lnTo>
                  <a:pt x="384263" y="272224"/>
                </a:lnTo>
                <a:lnTo>
                  <a:pt x="345757" y="229171"/>
                </a:lnTo>
                <a:lnTo>
                  <a:pt x="312420" y="198120"/>
                </a:lnTo>
                <a:lnTo>
                  <a:pt x="307848" y="201168"/>
                </a:lnTo>
                <a:lnTo>
                  <a:pt x="318122" y="214591"/>
                </a:lnTo>
                <a:lnTo>
                  <a:pt x="328231" y="229743"/>
                </a:lnTo>
                <a:lnTo>
                  <a:pt x="338074" y="246595"/>
                </a:lnTo>
                <a:lnTo>
                  <a:pt x="347472" y="265176"/>
                </a:lnTo>
                <a:lnTo>
                  <a:pt x="356908" y="282600"/>
                </a:lnTo>
                <a:lnTo>
                  <a:pt x="364617" y="298323"/>
                </a:lnTo>
                <a:lnTo>
                  <a:pt x="370624" y="312318"/>
                </a:lnTo>
                <a:lnTo>
                  <a:pt x="374904" y="324612"/>
                </a:lnTo>
                <a:lnTo>
                  <a:pt x="377952" y="335280"/>
                </a:lnTo>
                <a:lnTo>
                  <a:pt x="379476" y="339852"/>
                </a:lnTo>
                <a:lnTo>
                  <a:pt x="385572" y="339852"/>
                </a:lnTo>
                <a:lnTo>
                  <a:pt x="388620" y="338328"/>
                </a:lnTo>
                <a:lnTo>
                  <a:pt x="393192" y="332232"/>
                </a:lnTo>
                <a:lnTo>
                  <a:pt x="396049" y="327939"/>
                </a:lnTo>
                <a:lnTo>
                  <a:pt x="397764" y="321945"/>
                </a:lnTo>
                <a:lnTo>
                  <a:pt x="398335" y="314223"/>
                </a:lnTo>
                <a:close/>
              </a:path>
              <a:path w="1727200" h="410210">
                <a:moveTo>
                  <a:pt x="402336" y="112776"/>
                </a:moveTo>
                <a:lnTo>
                  <a:pt x="397764" y="108204"/>
                </a:lnTo>
                <a:lnTo>
                  <a:pt x="388620" y="99060"/>
                </a:lnTo>
                <a:lnTo>
                  <a:pt x="367284" y="77724"/>
                </a:lnTo>
                <a:lnTo>
                  <a:pt x="350520" y="99060"/>
                </a:lnTo>
                <a:lnTo>
                  <a:pt x="205740" y="99060"/>
                </a:lnTo>
                <a:lnTo>
                  <a:pt x="237744" y="39624"/>
                </a:lnTo>
                <a:lnTo>
                  <a:pt x="254508" y="30480"/>
                </a:lnTo>
                <a:lnTo>
                  <a:pt x="213360" y="4572"/>
                </a:lnTo>
                <a:lnTo>
                  <a:pt x="195580" y="63931"/>
                </a:lnTo>
                <a:lnTo>
                  <a:pt x="173913" y="117627"/>
                </a:lnTo>
                <a:lnTo>
                  <a:pt x="145859" y="167919"/>
                </a:lnTo>
                <a:lnTo>
                  <a:pt x="129540" y="190500"/>
                </a:lnTo>
                <a:lnTo>
                  <a:pt x="135636" y="193548"/>
                </a:lnTo>
                <a:lnTo>
                  <a:pt x="152768" y="176136"/>
                </a:lnTo>
                <a:lnTo>
                  <a:pt x="169735" y="156019"/>
                </a:lnTo>
                <a:lnTo>
                  <a:pt x="186436" y="133324"/>
                </a:lnTo>
                <a:lnTo>
                  <a:pt x="202692" y="108204"/>
                </a:lnTo>
                <a:lnTo>
                  <a:pt x="353568" y="108204"/>
                </a:lnTo>
                <a:lnTo>
                  <a:pt x="329184" y="160020"/>
                </a:lnTo>
                <a:lnTo>
                  <a:pt x="335280" y="163068"/>
                </a:lnTo>
                <a:lnTo>
                  <a:pt x="354126" y="141058"/>
                </a:lnTo>
                <a:lnTo>
                  <a:pt x="371665" y="125349"/>
                </a:lnTo>
                <a:lnTo>
                  <a:pt x="387794" y="115912"/>
                </a:lnTo>
                <a:lnTo>
                  <a:pt x="402336" y="112776"/>
                </a:lnTo>
                <a:close/>
              </a:path>
              <a:path w="1727200" h="410210">
                <a:moveTo>
                  <a:pt x="847356" y="82283"/>
                </a:moveTo>
                <a:lnTo>
                  <a:pt x="807732" y="42659"/>
                </a:lnTo>
                <a:lnTo>
                  <a:pt x="778764" y="71615"/>
                </a:lnTo>
                <a:lnTo>
                  <a:pt x="630948" y="71615"/>
                </a:lnTo>
                <a:lnTo>
                  <a:pt x="634898" y="63931"/>
                </a:lnTo>
                <a:lnTo>
                  <a:pt x="639711" y="54660"/>
                </a:lnTo>
                <a:lnTo>
                  <a:pt x="645083" y="43980"/>
                </a:lnTo>
                <a:lnTo>
                  <a:pt x="650760" y="31991"/>
                </a:lnTo>
                <a:lnTo>
                  <a:pt x="669048" y="25895"/>
                </a:lnTo>
                <a:lnTo>
                  <a:pt x="624852" y="1511"/>
                </a:lnTo>
                <a:lnTo>
                  <a:pt x="621677" y="16332"/>
                </a:lnTo>
                <a:lnTo>
                  <a:pt x="616661" y="33134"/>
                </a:lnTo>
                <a:lnTo>
                  <a:pt x="609625" y="51663"/>
                </a:lnTo>
                <a:lnTo>
                  <a:pt x="600468" y="71615"/>
                </a:lnTo>
                <a:lnTo>
                  <a:pt x="443484" y="71615"/>
                </a:lnTo>
                <a:lnTo>
                  <a:pt x="460248" y="88379"/>
                </a:lnTo>
                <a:lnTo>
                  <a:pt x="469684" y="85509"/>
                </a:lnTo>
                <a:lnTo>
                  <a:pt x="479679" y="83616"/>
                </a:lnTo>
                <a:lnTo>
                  <a:pt x="490258" y="82600"/>
                </a:lnTo>
                <a:lnTo>
                  <a:pt x="501396" y="82283"/>
                </a:lnTo>
                <a:lnTo>
                  <a:pt x="597420" y="82283"/>
                </a:lnTo>
                <a:lnTo>
                  <a:pt x="563118" y="139814"/>
                </a:lnTo>
                <a:lnTo>
                  <a:pt x="528828" y="185915"/>
                </a:lnTo>
                <a:lnTo>
                  <a:pt x="489585" y="226110"/>
                </a:lnTo>
                <a:lnTo>
                  <a:pt x="443484" y="265163"/>
                </a:lnTo>
                <a:lnTo>
                  <a:pt x="449580" y="271259"/>
                </a:lnTo>
                <a:lnTo>
                  <a:pt x="477583" y="252120"/>
                </a:lnTo>
                <a:lnTo>
                  <a:pt x="504444" y="231254"/>
                </a:lnTo>
                <a:lnTo>
                  <a:pt x="530161" y="208686"/>
                </a:lnTo>
                <a:lnTo>
                  <a:pt x="554736" y="184391"/>
                </a:lnTo>
                <a:lnTo>
                  <a:pt x="554659" y="295643"/>
                </a:lnTo>
                <a:lnTo>
                  <a:pt x="554545" y="338886"/>
                </a:lnTo>
                <a:lnTo>
                  <a:pt x="554101" y="384784"/>
                </a:lnTo>
                <a:lnTo>
                  <a:pt x="553212" y="409943"/>
                </a:lnTo>
                <a:lnTo>
                  <a:pt x="579132" y="394703"/>
                </a:lnTo>
                <a:lnTo>
                  <a:pt x="579132" y="295643"/>
                </a:lnTo>
                <a:lnTo>
                  <a:pt x="739140" y="295643"/>
                </a:lnTo>
                <a:lnTo>
                  <a:pt x="739140" y="365747"/>
                </a:lnTo>
                <a:lnTo>
                  <a:pt x="734580" y="371843"/>
                </a:lnTo>
                <a:lnTo>
                  <a:pt x="692835" y="368630"/>
                </a:lnTo>
                <a:lnTo>
                  <a:pt x="679716" y="365747"/>
                </a:lnTo>
                <a:lnTo>
                  <a:pt x="679716" y="374891"/>
                </a:lnTo>
                <a:lnTo>
                  <a:pt x="700570" y="382308"/>
                </a:lnTo>
                <a:lnTo>
                  <a:pt x="715149" y="390702"/>
                </a:lnTo>
                <a:lnTo>
                  <a:pt x="723430" y="399973"/>
                </a:lnTo>
                <a:lnTo>
                  <a:pt x="725436" y="409943"/>
                </a:lnTo>
                <a:lnTo>
                  <a:pt x="742315" y="402234"/>
                </a:lnTo>
                <a:lnTo>
                  <a:pt x="754202" y="392798"/>
                </a:lnTo>
                <a:lnTo>
                  <a:pt x="761225" y="381660"/>
                </a:lnTo>
                <a:lnTo>
                  <a:pt x="762977" y="371843"/>
                </a:lnTo>
                <a:lnTo>
                  <a:pt x="763536" y="368795"/>
                </a:lnTo>
                <a:lnTo>
                  <a:pt x="763536" y="163055"/>
                </a:lnTo>
                <a:lnTo>
                  <a:pt x="774014" y="155435"/>
                </a:lnTo>
                <a:lnTo>
                  <a:pt x="780300" y="150863"/>
                </a:lnTo>
                <a:lnTo>
                  <a:pt x="772172" y="144767"/>
                </a:lnTo>
                <a:lnTo>
                  <a:pt x="749820" y="128003"/>
                </a:lnTo>
                <a:lnTo>
                  <a:pt x="739140" y="141058"/>
                </a:lnTo>
                <a:lnTo>
                  <a:pt x="739140" y="155435"/>
                </a:lnTo>
                <a:lnTo>
                  <a:pt x="739140" y="216395"/>
                </a:lnTo>
                <a:lnTo>
                  <a:pt x="739140" y="227063"/>
                </a:lnTo>
                <a:lnTo>
                  <a:pt x="739140" y="284975"/>
                </a:lnTo>
                <a:lnTo>
                  <a:pt x="579132" y="284975"/>
                </a:lnTo>
                <a:lnTo>
                  <a:pt x="579132" y="227063"/>
                </a:lnTo>
                <a:lnTo>
                  <a:pt x="739140" y="227063"/>
                </a:lnTo>
                <a:lnTo>
                  <a:pt x="739140" y="216395"/>
                </a:lnTo>
                <a:lnTo>
                  <a:pt x="579132" y="216395"/>
                </a:lnTo>
                <a:lnTo>
                  <a:pt x="579132" y="184391"/>
                </a:lnTo>
                <a:lnTo>
                  <a:pt x="579132" y="155435"/>
                </a:lnTo>
                <a:lnTo>
                  <a:pt x="739140" y="155435"/>
                </a:lnTo>
                <a:lnTo>
                  <a:pt x="739140" y="141058"/>
                </a:lnTo>
                <a:lnTo>
                  <a:pt x="736104" y="144767"/>
                </a:lnTo>
                <a:lnTo>
                  <a:pt x="586752" y="144767"/>
                </a:lnTo>
                <a:lnTo>
                  <a:pt x="597014" y="130721"/>
                </a:lnTo>
                <a:lnTo>
                  <a:pt x="607136" y="115811"/>
                </a:lnTo>
                <a:lnTo>
                  <a:pt x="616966" y="99771"/>
                </a:lnTo>
                <a:lnTo>
                  <a:pt x="626376" y="82283"/>
                </a:lnTo>
                <a:lnTo>
                  <a:pt x="847356" y="82283"/>
                </a:lnTo>
                <a:close/>
              </a:path>
              <a:path w="1727200" h="410210">
                <a:moveTo>
                  <a:pt x="1292364" y="252971"/>
                </a:moveTo>
                <a:lnTo>
                  <a:pt x="1255788" y="217919"/>
                </a:lnTo>
                <a:lnTo>
                  <a:pt x="1231404" y="242303"/>
                </a:lnTo>
                <a:lnTo>
                  <a:pt x="1103388" y="242303"/>
                </a:lnTo>
                <a:lnTo>
                  <a:pt x="1103388" y="198107"/>
                </a:lnTo>
                <a:lnTo>
                  <a:pt x="1155204" y="198107"/>
                </a:lnTo>
                <a:lnTo>
                  <a:pt x="1155204" y="213347"/>
                </a:lnTo>
                <a:lnTo>
                  <a:pt x="1181112" y="202679"/>
                </a:lnTo>
                <a:lnTo>
                  <a:pt x="1180871" y="198107"/>
                </a:lnTo>
                <a:lnTo>
                  <a:pt x="1180338" y="187439"/>
                </a:lnTo>
                <a:lnTo>
                  <a:pt x="1180223" y="185280"/>
                </a:lnTo>
                <a:lnTo>
                  <a:pt x="1179779" y="158292"/>
                </a:lnTo>
                <a:lnTo>
                  <a:pt x="1179664" y="135623"/>
                </a:lnTo>
                <a:lnTo>
                  <a:pt x="1179614" y="124955"/>
                </a:lnTo>
                <a:lnTo>
                  <a:pt x="1179588" y="76187"/>
                </a:lnTo>
                <a:lnTo>
                  <a:pt x="1283220" y="76187"/>
                </a:lnTo>
                <a:lnTo>
                  <a:pt x="1249692" y="41135"/>
                </a:lnTo>
                <a:lnTo>
                  <a:pt x="1225308" y="65519"/>
                </a:lnTo>
                <a:lnTo>
                  <a:pt x="1179588" y="65519"/>
                </a:lnTo>
                <a:lnTo>
                  <a:pt x="1179588" y="30467"/>
                </a:lnTo>
                <a:lnTo>
                  <a:pt x="1193304" y="18275"/>
                </a:lnTo>
                <a:lnTo>
                  <a:pt x="1153680" y="3035"/>
                </a:lnTo>
                <a:lnTo>
                  <a:pt x="1154531" y="18275"/>
                </a:lnTo>
                <a:lnTo>
                  <a:pt x="1155014" y="34277"/>
                </a:lnTo>
                <a:lnTo>
                  <a:pt x="1155077" y="41135"/>
                </a:lnTo>
                <a:lnTo>
                  <a:pt x="1155204" y="65519"/>
                </a:lnTo>
                <a:lnTo>
                  <a:pt x="1155204" y="76187"/>
                </a:lnTo>
                <a:lnTo>
                  <a:pt x="1155204" y="124955"/>
                </a:lnTo>
                <a:lnTo>
                  <a:pt x="1155204" y="135623"/>
                </a:lnTo>
                <a:lnTo>
                  <a:pt x="1155204" y="187439"/>
                </a:lnTo>
                <a:lnTo>
                  <a:pt x="1028712" y="187439"/>
                </a:lnTo>
                <a:lnTo>
                  <a:pt x="1028712" y="135623"/>
                </a:lnTo>
                <a:lnTo>
                  <a:pt x="1155204" y="135623"/>
                </a:lnTo>
                <a:lnTo>
                  <a:pt x="1155204" y="124955"/>
                </a:lnTo>
                <a:lnTo>
                  <a:pt x="1028712" y="124955"/>
                </a:lnTo>
                <a:lnTo>
                  <a:pt x="1028712" y="76187"/>
                </a:lnTo>
                <a:lnTo>
                  <a:pt x="1155204" y="76187"/>
                </a:lnTo>
                <a:lnTo>
                  <a:pt x="1155204" y="65519"/>
                </a:lnTo>
                <a:lnTo>
                  <a:pt x="1028712" y="65519"/>
                </a:lnTo>
                <a:lnTo>
                  <a:pt x="1028712" y="31991"/>
                </a:lnTo>
                <a:lnTo>
                  <a:pt x="1042428" y="19799"/>
                </a:lnTo>
                <a:lnTo>
                  <a:pt x="1002804" y="4559"/>
                </a:lnTo>
                <a:lnTo>
                  <a:pt x="1003046" y="19799"/>
                </a:lnTo>
                <a:lnTo>
                  <a:pt x="1004087" y="49758"/>
                </a:lnTo>
                <a:lnTo>
                  <a:pt x="1004328" y="65519"/>
                </a:lnTo>
                <a:lnTo>
                  <a:pt x="903744" y="65519"/>
                </a:lnTo>
                <a:lnTo>
                  <a:pt x="918984" y="80759"/>
                </a:lnTo>
                <a:lnTo>
                  <a:pt x="928408" y="78765"/>
                </a:lnTo>
                <a:lnTo>
                  <a:pt x="938415" y="77330"/>
                </a:lnTo>
                <a:lnTo>
                  <a:pt x="948982" y="76479"/>
                </a:lnTo>
                <a:lnTo>
                  <a:pt x="960132" y="76187"/>
                </a:lnTo>
                <a:lnTo>
                  <a:pt x="1004328" y="76187"/>
                </a:lnTo>
                <a:lnTo>
                  <a:pt x="1004087" y="115036"/>
                </a:lnTo>
                <a:lnTo>
                  <a:pt x="1003566" y="151434"/>
                </a:lnTo>
                <a:lnTo>
                  <a:pt x="1003033" y="185280"/>
                </a:lnTo>
                <a:lnTo>
                  <a:pt x="1002804" y="216395"/>
                </a:lnTo>
                <a:lnTo>
                  <a:pt x="1028712" y="205727"/>
                </a:lnTo>
                <a:lnTo>
                  <a:pt x="1028712" y="198107"/>
                </a:lnTo>
                <a:lnTo>
                  <a:pt x="1079004" y="198107"/>
                </a:lnTo>
                <a:lnTo>
                  <a:pt x="1079004" y="242303"/>
                </a:lnTo>
                <a:lnTo>
                  <a:pt x="891552" y="242303"/>
                </a:lnTo>
                <a:lnTo>
                  <a:pt x="906792" y="259067"/>
                </a:lnTo>
                <a:lnTo>
                  <a:pt x="916216" y="256197"/>
                </a:lnTo>
                <a:lnTo>
                  <a:pt x="926223" y="254304"/>
                </a:lnTo>
                <a:lnTo>
                  <a:pt x="936790" y="253288"/>
                </a:lnTo>
                <a:lnTo>
                  <a:pt x="947940" y="252971"/>
                </a:lnTo>
                <a:lnTo>
                  <a:pt x="1048524" y="252971"/>
                </a:lnTo>
                <a:lnTo>
                  <a:pt x="1020495" y="294411"/>
                </a:lnTo>
                <a:lnTo>
                  <a:pt x="984326" y="331838"/>
                </a:lnTo>
                <a:lnTo>
                  <a:pt x="939863" y="365277"/>
                </a:lnTo>
                <a:lnTo>
                  <a:pt x="886980" y="394703"/>
                </a:lnTo>
                <a:lnTo>
                  <a:pt x="888504" y="400799"/>
                </a:lnTo>
                <a:lnTo>
                  <a:pt x="935672" y="382524"/>
                </a:lnTo>
                <a:lnTo>
                  <a:pt x="978382" y="358838"/>
                </a:lnTo>
                <a:lnTo>
                  <a:pt x="1016546" y="329806"/>
                </a:lnTo>
                <a:lnTo>
                  <a:pt x="1050112" y="295516"/>
                </a:lnTo>
                <a:lnTo>
                  <a:pt x="1079004" y="256019"/>
                </a:lnTo>
                <a:lnTo>
                  <a:pt x="1078801" y="293268"/>
                </a:lnTo>
                <a:lnTo>
                  <a:pt x="1078712" y="304126"/>
                </a:lnTo>
                <a:lnTo>
                  <a:pt x="1077861" y="366991"/>
                </a:lnTo>
                <a:lnTo>
                  <a:pt x="1077671" y="382524"/>
                </a:lnTo>
                <a:lnTo>
                  <a:pt x="1077480" y="409943"/>
                </a:lnTo>
                <a:lnTo>
                  <a:pt x="1104912" y="399275"/>
                </a:lnTo>
                <a:lnTo>
                  <a:pt x="1104023" y="377329"/>
                </a:lnTo>
                <a:lnTo>
                  <a:pt x="1103604" y="348132"/>
                </a:lnTo>
                <a:lnTo>
                  <a:pt x="1103515" y="329806"/>
                </a:lnTo>
                <a:lnTo>
                  <a:pt x="1103388" y="256019"/>
                </a:lnTo>
                <a:lnTo>
                  <a:pt x="1103388" y="252971"/>
                </a:lnTo>
                <a:lnTo>
                  <a:pt x="1107960" y="252971"/>
                </a:lnTo>
                <a:lnTo>
                  <a:pt x="1131697" y="296125"/>
                </a:lnTo>
                <a:lnTo>
                  <a:pt x="1164158" y="334124"/>
                </a:lnTo>
                <a:lnTo>
                  <a:pt x="1205471" y="366991"/>
                </a:lnTo>
                <a:lnTo>
                  <a:pt x="1255788" y="394703"/>
                </a:lnTo>
                <a:lnTo>
                  <a:pt x="1260640" y="384467"/>
                </a:lnTo>
                <a:lnTo>
                  <a:pt x="1268361" y="376796"/>
                </a:lnTo>
                <a:lnTo>
                  <a:pt x="1278928" y="371995"/>
                </a:lnTo>
                <a:lnTo>
                  <a:pt x="1292364" y="370319"/>
                </a:lnTo>
                <a:lnTo>
                  <a:pt x="1292364" y="362699"/>
                </a:lnTo>
                <a:lnTo>
                  <a:pt x="1235189" y="348132"/>
                </a:lnTo>
                <a:lnTo>
                  <a:pt x="1187018" y="324980"/>
                </a:lnTo>
                <a:lnTo>
                  <a:pt x="1147699" y="293268"/>
                </a:lnTo>
                <a:lnTo>
                  <a:pt x="1117104" y="252971"/>
                </a:lnTo>
                <a:lnTo>
                  <a:pt x="1292364" y="252971"/>
                </a:lnTo>
                <a:close/>
              </a:path>
              <a:path w="1727200" h="410210">
                <a:moveTo>
                  <a:pt x="1517904" y="141719"/>
                </a:moveTo>
                <a:lnTo>
                  <a:pt x="1488948" y="111239"/>
                </a:lnTo>
                <a:lnTo>
                  <a:pt x="1467612" y="131051"/>
                </a:lnTo>
                <a:lnTo>
                  <a:pt x="1447800" y="131051"/>
                </a:lnTo>
                <a:lnTo>
                  <a:pt x="1447800" y="56375"/>
                </a:lnTo>
                <a:lnTo>
                  <a:pt x="1447800" y="53327"/>
                </a:lnTo>
                <a:lnTo>
                  <a:pt x="1513332" y="44183"/>
                </a:lnTo>
                <a:lnTo>
                  <a:pt x="1487424" y="15227"/>
                </a:lnTo>
                <a:lnTo>
                  <a:pt x="1475740" y="22948"/>
                </a:lnTo>
                <a:lnTo>
                  <a:pt x="1461325" y="30086"/>
                </a:lnTo>
                <a:lnTo>
                  <a:pt x="1424940" y="42659"/>
                </a:lnTo>
                <a:lnTo>
                  <a:pt x="1384363" y="51993"/>
                </a:lnTo>
                <a:lnTo>
                  <a:pt x="1347216" y="57899"/>
                </a:lnTo>
                <a:lnTo>
                  <a:pt x="1347216" y="65519"/>
                </a:lnTo>
                <a:lnTo>
                  <a:pt x="1424940" y="56375"/>
                </a:lnTo>
                <a:lnTo>
                  <a:pt x="1424940" y="131051"/>
                </a:lnTo>
                <a:lnTo>
                  <a:pt x="1335024" y="131051"/>
                </a:lnTo>
                <a:lnTo>
                  <a:pt x="1351788" y="147815"/>
                </a:lnTo>
                <a:lnTo>
                  <a:pt x="1361224" y="144945"/>
                </a:lnTo>
                <a:lnTo>
                  <a:pt x="1371219" y="143052"/>
                </a:lnTo>
                <a:lnTo>
                  <a:pt x="1381798" y="142036"/>
                </a:lnTo>
                <a:lnTo>
                  <a:pt x="1392936" y="141719"/>
                </a:lnTo>
                <a:lnTo>
                  <a:pt x="1424940" y="141719"/>
                </a:lnTo>
                <a:lnTo>
                  <a:pt x="1410843" y="184010"/>
                </a:lnTo>
                <a:lnTo>
                  <a:pt x="1389888" y="228587"/>
                </a:lnTo>
                <a:lnTo>
                  <a:pt x="1363789" y="273354"/>
                </a:lnTo>
                <a:lnTo>
                  <a:pt x="1331976" y="316979"/>
                </a:lnTo>
                <a:lnTo>
                  <a:pt x="1335024" y="323075"/>
                </a:lnTo>
                <a:lnTo>
                  <a:pt x="1361084" y="298792"/>
                </a:lnTo>
                <a:lnTo>
                  <a:pt x="1384554" y="271640"/>
                </a:lnTo>
                <a:lnTo>
                  <a:pt x="1405750" y="241642"/>
                </a:lnTo>
                <a:lnTo>
                  <a:pt x="1424940" y="208775"/>
                </a:lnTo>
                <a:lnTo>
                  <a:pt x="1424711" y="266788"/>
                </a:lnTo>
                <a:lnTo>
                  <a:pt x="1424216" y="316979"/>
                </a:lnTo>
                <a:lnTo>
                  <a:pt x="1423657" y="367372"/>
                </a:lnTo>
                <a:lnTo>
                  <a:pt x="1423416" y="409943"/>
                </a:lnTo>
                <a:lnTo>
                  <a:pt x="1449324" y="397751"/>
                </a:lnTo>
                <a:lnTo>
                  <a:pt x="1448447" y="374370"/>
                </a:lnTo>
                <a:lnTo>
                  <a:pt x="1447990" y="331838"/>
                </a:lnTo>
                <a:lnTo>
                  <a:pt x="1447901" y="298792"/>
                </a:lnTo>
                <a:lnTo>
                  <a:pt x="1447812" y="208775"/>
                </a:lnTo>
                <a:lnTo>
                  <a:pt x="1447800" y="190487"/>
                </a:lnTo>
                <a:lnTo>
                  <a:pt x="1459547" y="201917"/>
                </a:lnTo>
                <a:lnTo>
                  <a:pt x="1469707" y="213347"/>
                </a:lnTo>
                <a:lnTo>
                  <a:pt x="1478457" y="224777"/>
                </a:lnTo>
                <a:lnTo>
                  <a:pt x="1485900" y="236207"/>
                </a:lnTo>
                <a:lnTo>
                  <a:pt x="1490472" y="246875"/>
                </a:lnTo>
                <a:lnTo>
                  <a:pt x="1493520" y="251447"/>
                </a:lnTo>
                <a:lnTo>
                  <a:pt x="1498092" y="251447"/>
                </a:lnTo>
                <a:lnTo>
                  <a:pt x="1501140" y="248399"/>
                </a:lnTo>
                <a:lnTo>
                  <a:pt x="1504188" y="240779"/>
                </a:lnTo>
                <a:lnTo>
                  <a:pt x="1507236" y="234683"/>
                </a:lnTo>
                <a:lnTo>
                  <a:pt x="1507236" y="216395"/>
                </a:lnTo>
                <a:lnTo>
                  <a:pt x="1504188" y="210299"/>
                </a:lnTo>
                <a:lnTo>
                  <a:pt x="1466380" y="187921"/>
                </a:lnTo>
                <a:lnTo>
                  <a:pt x="1447800" y="181343"/>
                </a:lnTo>
                <a:lnTo>
                  <a:pt x="1447800" y="141719"/>
                </a:lnTo>
                <a:lnTo>
                  <a:pt x="1517904" y="141719"/>
                </a:lnTo>
                <a:close/>
              </a:path>
              <a:path w="1727200" h="410210">
                <a:moveTo>
                  <a:pt x="1726692" y="115811"/>
                </a:moveTo>
                <a:lnTo>
                  <a:pt x="1724736" y="114287"/>
                </a:lnTo>
                <a:lnTo>
                  <a:pt x="1699260" y="94475"/>
                </a:lnTo>
                <a:lnTo>
                  <a:pt x="1690116" y="109334"/>
                </a:lnTo>
                <a:lnTo>
                  <a:pt x="1690116" y="124955"/>
                </a:lnTo>
                <a:lnTo>
                  <a:pt x="1690116" y="234683"/>
                </a:lnTo>
                <a:lnTo>
                  <a:pt x="1629156" y="234683"/>
                </a:lnTo>
                <a:lnTo>
                  <a:pt x="1629156" y="124955"/>
                </a:lnTo>
                <a:lnTo>
                  <a:pt x="1690116" y="124955"/>
                </a:lnTo>
                <a:lnTo>
                  <a:pt x="1690116" y="109334"/>
                </a:lnTo>
                <a:lnTo>
                  <a:pt x="1687068" y="114287"/>
                </a:lnTo>
                <a:lnTo>
                  <a:pt x="1629156" y="114287"/>
                </a:lnTo>
                <a:lnTo>
                  <a:pt x="1629156" y="33515"/>
                </a:lnTo>
                <a:lnTo>
                  <a:pt x="1645920" y="21323"/>
                </a:lnTo>
                <a:lnTo>
                  <a:pt x="1604772" y="3035"/>
                </a:lnTo>
                <a:lnTo>
                  <a:pt x="1605902" y="20205"/>
                </a:lnTo>
                <a:lnTo>
                  <a:pt x="1606867" y="44373"/>
                </a:lnTo>
                <a:lnTo>
                  <a:pt x="1607566" y="75692"/>
                </a:lnTo>
                <a:lnTo>
                  <a:pt x="1607820" y="114287"/>
                </a:lnTo>
                <a:lnTo>
                  <a:pt x="1607820" y="124955"/>
                </a:lnTo>
                <a:lnTo>
                  <a:pt x="1607820" y="234683"/>
                </a:lnTo>
                <a:lnTo>
                  <a:pt x="1551432" y="234683"/>
                </a:lnTo>
                <a:lnTo>
                  <a:pt x="1551432" y="124955"/>
                </a:lnTo>
                <a:lnTo>
                  <a:pt x="1607820" y="124955"/>
                </a:lnTo>
                <a:lnTo>
                  <a:pt x="1607820" y="114287"/>
                </a:lnTo>
                <a:lnTo>
                  <a:pt x="1551432" y="114287"/>
                </a:lnTo>
                <a:lnTo>
                  <a:pt x="1527048" y="100571"/>
                </a:lnTo>
                <a:lnTo>
                  <a:pt x="1527886" y="114287"/>
                </a:lnTo>
                <a:lnTo>
                  <a:pt x="1527949" y="115811"/>
                </a:lnTo>
                <a:lnTo>
                  <a:pt x="1528381" y="133908"/>
                </a:lnTo>
                <a:lnTo>
                  <a:pt x="1528559" y="156946"/>
                </a:lnTo>
                <a:lnTo>
                  <a:pt x="1528432" y="230047"/>
                </a:lnTo>
                <a:lnTo>
                  <a:pt x="1528381" y="236016"/>
                </a:lnTo>
                <a:lnTo>
                  <a:pt x="1527937" y="257911"/>
                </a:lnTo>
                <a:lnTo>
                  <a:pt x="1527048" y="277355"/>
                </a:lnTo>
                <a:lnTo>
                  <a:pt x="1551432" y="266687"/>
                </a:lnTo>
                <a:lnTo>
                  <a:pt x="1551432" y="243827"/>
                </a:lnTo>
                <a:lnTo>
                  <a:pt x="1607820" y="243827"/>
                </a:lnTo>
                <a:lnTo>
                  <a:pt x="1607566" y="291833"/>
                </a:lnTo>
                <a:lnTo>
                  <a:pt x="1606867" y="335267"/>
                </a:lnTo>
                <a:lnTo>
                  <a:pt x="1605902" y="374129"/>
                </a:lnTo>
                <a:lnTo>
                  <a:pt x="1604772" y="408419"/>
                </a:lnTo>
                <a:lnTo>
                  <a:pt x="1630680" y="397751"/>
                </a:lnTo>
                <a:lnTo>
                  <a:pt x="1630451" y="378853"/>
                </a:lnTo>
                <a:lnTo>
                  <a:pt x="1629918" y="347078"/>
                </a:lnTo>
                <a:lnTo>
                  <a:pt x="1629397" y="302171"/>
                </a:lnTo>
                <a:lnTo>
                  <a:pt x="1629156" y="243827"/>
                </a:lnTo>
                <a:lnTo>
                  <a:pt x="1690116" y="243827"/>
                </a:lnTo>
                <a:lnTo>
                  <a:pt x="1690116" y="268211"/>
                </a:lnTo>
                <a:lnTo>
                  <a:pt x="1714500" y="260591"/>
                </a:lnTo>
                <a:lnTo>
                  <a:pt x="1714017" y="243827"/>
                </a:lnTo>
                <a:lnTo>
                  <a:pt x="1713763" y="234683"/>
                </a:lnTo>
                <a:lnTo>
                  <a:pt x="1713623" y="230047"/>
                </a:lnTo>
                <a:lnTo>
                  <a:pt x="1713166" y="197916"/>
                </a:lnTo>
                <a:lnTo>
                  <a:pt x="1713103" y="184391"/>
                </a:lnTo>
                <a:lnTo>
                  <a:pt x="1712976" y="129527"/>
                </a:lnTo>
                <a:lnTo>
                  <a:pt x="1717548" y="124955"/>
                </a:lnTo>
                <a:lnTo>
                  <a:pt x="1726692" y="11581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" name="object 22"/>
          <p:cNvSpPr/>
          <p:nvPr/>
        </p:nvSpPr>
        <p:spPr>
          <a:xfrm>
            <a:off x="3922776" y="3022092"/>
            <a:ext cx="375285" cy="407034"/>
          </a:xfrm>
          <a:custGeom>
            <a:avLst/>
            <a:gdLst/>
            <a:ahLst/>
            <a:cxnLst/>
            <a:rect l="l" t="t" r="r" b="b"/>
            <a:pathLst>
              <a:path w="375285" h="407035">
                <a:moveTo>
                  <a:pt x="112776" y="117348"/>
                </a:moveTo>
                <a:lnTo>
                  <a:pt x="109728" y="114300"/>
                </a:lnTo>
                <a:lnTo>
                  <a:pt x="122848" y="101441"/>
                </a:lnTo>
                <a:lnTo>
                  <a:pt x="134683" y="88011"/>
                </a:lnTo>
                <a:lnTo>
                  <a:pt x="162520" y="45219"/>
                </a:lnTo>
                <a:lnTo>
                  <a:pt x="182880" y="0"/>
                </a:lnTo>
                <a:lnTo>
                  <a:pt x="214884" y="16764"/>
                </a:lnTo>
                <a:lnTo>
                  <a:pt x="201168" y="24384"/>
                </a:lnTo>
                <a:lnTo>
                  <a:pt x="184404" y="44196"/>
                </a:lnTo>
                <a:lnTo>
                  <a:pt x="341884" y="44196"/>
                </a:lnTo>
                <a:lnTo>
                  <a:pt x="352044" y="53340"/>
                </a:lnTo>
                <a:lnTo>
                  <a:pt x="348044" y="54864"/>
                </a:lnTo>
                <a:lnTo>
                  <a:pt x="179832" y="54864"/>
                </a:lnTo>
                <a:lnTo>
                  <a:pt x="164639" y="73413"/>
                </a:lnTo>
                <a:lnTo>
                  <a:pt x="148590" y="90106"/>
                </a:lnTo>
                <a:lnTo>
                  <a:pt x="131397" y="104798"/>
                </a:lnTo>
                <a:lnTo>
                  <a:pt x="112776" y="117348"/>
                </a:lnTo>
                <a:close/>
              </a:path>
              <a:path w="375285" h="407035">
                <a:moveTo>
                  <a:pt x="73152" y="70104"/>
                </a:moveTo>
                <a:lnTo>
                  <a:pt x="67056" y="70104"/>
                </a:lnTo>
                <a:lnTo>
                  <a:pt x="64008" y="67056"/>
                </a:lnTo>
                <a:lnTo>
                  <a:pt x="60959" y="57912"/>
                </a:lnTo>
                <a:lnTo>
                  <a:pt x="53220" y="48744"/>
                </a:lnTo>
                <a:lnTo>
                  <a:pt x="43624" y="39433"/>
                </a:lnTo>
                <a:lnTo>
                  <a:pt x="32027" y="29837"/>
                </a:lnTo>
                <a:lnTo>
                  <a:pt x="18288" y="19812"/>
                </a:lnTo>
                <a:lnTo>
                  <a:pt x="22859" y="15240"/>
                </a:lnTo>
                <a:lnTo>
                  <a:pt x="70223" y="28313"/>
                </a:lnTo>
                <a:lnTo>
                  <a:pt x="82296" y="42672"/>
                </a:lnTo>
                <a:lnTo>
                  <a:pt x="82296" y="54864"/>
                </a:lnTo>
                <a:lnTo>
                  <a:pt x="76200" y="67056"/>
                </a:lnTo>
                <a:lnTo>
                  <a:pt x="73152" y="70104"/>
                </a:lnTo>
                <a:close/>
              </a:path>
              <a:path w="375285" h="407035">
                <a:moveTo>
                  <a:pt x="341884" y="44196"/>
                </a:moveTo>
                <a:lnTo>
                  <a:pt x="307848" y="44196"/>
                </a:lnTo>
                <a:lnTo>
                  <a:pt x="321564" y="25908"/>
                </a:lnTo>
                <a:lnTo>
                  <a:pt x="341884" y="44196"/>
                </a:lnTo>
                <a:close/>
              </a:path>
              <a:path w="375285" h="407035">
                <a:moveTo>
                  <a:pt x="72088" y="115824"/>
                </a:moveTo>
                <a:lnTo>
                  <a:pt x="33528" y="115824"/>
                </a:lnTo>
                <a:lnTo>
                  <a:pt x="42671" y="112776"/>
                </a:lnTo>
                <a:lnTo>
                  <a:pt x="50292" y="109728"/>
                </a:lnTo>
                <a:lnTo>
                  <a:pt x="59697" y="102512"/>
                </a:lnTo>
                <a:lnTo>
                  <a:pt x="76390" y="87439"/>
                </a:lnTo>
                <a:lnTo>
                  <a:pt x="100226" y="64079"/>
                </a:lnTo>
                <a:lnTo>
                  <a:pt x="131064" y="32004"/>
                </a:lnTo>
                <a:lnTo>
                  <a:pt x="137160" y="36576"/>
                </a:lnTo>
                <a:lnTo>
                  <a:pt x="118014" y="59769"/>
                </a:lnTo>
                <a:lnTo>
                  <a:pt x="88296" y="95297"/>
                </a:lnTo>
                <a:lnTo>
                  <a:pt x="77723" y="108204"/>
                </a:lnTo>
                <a:lnTo>
                  <a:pt x="72088" y="115824"/>
                </a:lnTo>
                <a:close/>
              </a:path>
              <a:path w="375285" h="407035">
                <a:moveTo>
                  <a:pt x="286512" y="105156"/>
                </a:moveTo>
                <a:lnTo>
                  <a:pt x="281940" y="102108"/>
                </a:lnTo>
                <a:lnTo>
                  <a:pt x="309372" y="54864"/>
                </a:lnTo>
                <a:lnTo>
                  <a:pt x="348044" y="54864"/>
                </a:lnTo>
                <a:lnTo>
                  <a:pt x="339232" y="58221"/>
                </a:lnTo>
                <a:lnTo>
                  <a:pt x="323850" y="68389"/>
                </a:lnTo>
                <a:lnTo>
                  <a:pt x="306181" y="83986"/>
                </a:lnTo>
                <a:lnTo>
                  <a:pt x="286512" y="105156"/>
                </a:lnTo>
                <a:close/>
              </a:path>
              <a:path w="375285" h="407035">
                <a:moveTo>
                  <a:pt x="65532" y="198120"/>
                </a:moveTo>
                <a:lnTo>
                  <a:pt x="64008" y="192024"/>
                </a:lnTo>
                <a:lnTo>
                  <a:pt x="102250" y="182022"/>
                </a:lnTo>
                <a:lnTo>
                  <a:pt x="134493" y="170307"/>
                </a:lnTo>
                <a:lnTo>
                  <a:pt x="179832" y="141732"/>
                </a:lnTo>
                <a:lnTo>
                  <a:pt x="203835" y="108775"/>
                </a:lnTo>
                <a:lnTo>
                  <a:pt x="211836" y="70104"/>
                </a:lnTo>
                <a:lnTo>
                  <a:pt x="248412" y="86868"/>
                </a:lnTo>
                <a:lnTo>
                  <a:pt x="236220" y="92964"/>
                </a:lnTo>
                <a:lnTo>
                  <a:pt x="234696" y="100584"/>
                </a:lnTo>
                <a:lnTo>
                  <a:pt x="242662" y="109728"/>
                </a:lnTo>
                <a:lnTo>
                  <a:pt x="228600" y="109728"/>
                </a:lnTo>
                <a:lnTo>
                  <a:pt x="207406" y="142827"/>
                </a:lnTo>
                <a:lnTo>
                  <a:pt x="173355" y="168783"/>
                </a:lnTo>
                <a:lnTo>
                  <a:pt x="126158" y="187309"/>
                </a:lnTo>
                <a:lnTo>
                  <a:pt x="65532" y="198120"/>
                </a:lnTo>
                <a:close/>
              </a:path>
              <a:path w="375285" h="407035">
                <a:moveTo>
                  <a:pt x="336804" y="204216"/>
                </a:moveTo>
                <a:lnTo>
                  <a:pt x="300823" y="184523"/>
                </a:lnTo>
                <a:lnTo>
                  <a:pt x="270677" y="162091"/>
                </a:lnTo>
                <a:lnTo>
                  <a:pt x="246578" y="137136"/>
                </a:lnTo>
                <a:lnTo>
                  <a:pt x="228600" y="109728"/>
                </a:lnTo>
                <a:lnTo>
                  <a:pt x="242662" y="109728"/>
                </a:lnTo>
                <a:lnTo>
                  <a:pt x="259818" y="129420"/>
                </a:lnTo>
                <a:lnTo>
                  <a:pt x="291655" y="151828"/>
                </a:lnTo>
                <a:lnTo>
                  <a:pt x="330065" y="167663"/>
                </a:lnTo>
                <a:lnTo>
                  <a:pt x="374904" y="176784"/>
                </a:lnTo>
                <a:lnTo>
                  <a:pt x="374904" y="182880"/>
                </a:lnTo>
                <a:lnTo>
                  <a:pt x="360592" y="185142"/>
                </a:lnTo>
                <a:lnTo>
                  <a:pt x="349567" y="189547"/>
                </a:lnTo>
                <a:lnTo>
                  <a:pt x="341685" y="195953"/>
                </a:lnTo>
                <a:lnTo>
                  <a:pt x="336804" y="204216"/>
                </a:lnTo>
                <a:close/>
              </a:path>
              <a:path w="375285" h="407035">
                <a:moveTo>
                  <a:pt x="48768" y="204216"/>
                </a:moveTo>
                <a:lnTo>
                  <a:pt x="41147" y="204216"/>
                </a:lnTo>
                <a:lnTo>
                  <a:pt x="38100" y="202692"/>
                </a:lnTo>
                <a:lnTo>
                  <a:pt x="30480" y="198120"/>
                </a:lnTo>
                <a:lnTo>
                  <a:pt x="24383" y="195072"/>
                </a:lnTo>
                <a:lnTo>
                  <a:pt x="19812" y="190500"/>
                </a:lnTo>
                <a:lnTo>
                  <a:pt x="19812" y="179832"/>
                </a:lnTo>
                <a:lnTo>
                  <a:pt x="21335" y="175260"/>
                </a:lnTo>
                <a:lnTo>
                  <a:pt x="24383" y="170688"/>
                </a:lnTo>
                <a:lnTo>
                  <a:pt x="27527" y="162091"/>
                </a:lnTo>
                <a:lnTo>
                  <a:pt x="30099" y="154495"/>
                </a:lnTo>
                <a:lnTo>
                  <a:pt x="32099" y="147756"/>
                </a:lnTo>
                <a:lnTo>
                  <a:pt x="33528" y="141732"/>
                </a:lnTo>
                <a:lnTo>
                  <a:pt x="32361" y="135993"/>
                </a:lnTo>
                <a:lnTo>
                  <a:pt x="26479" y="130111"/>
                </a:lnTo>
                <a:lnTo>
                  <a:pt x="15740" y="123944"/>
                </a:lnTo>
                <a:lnTo>
                  <a:pt x="0" y="117348"/>
                </a:lnTo>
                <a:lnTo>
                  <a:pt x="1523" y="112776"/>
                </a:lnTo>
                <a:lnTo>
                  <a:pt x="28956" y="115562"/>
                </a:lnTo>
                <a:lnTo>
                  <a:pt x="33528" y="115824"/>
                </a:lnTo>
                <a:lnTo>
                  <a:pt x="72088" y="115824"/>
                </a:lnTo>
                <a:lnTo>
                  <a:pt x="69675" y="119086"/>
                </a:lnTo>
                <a:lnTo>
                  <a:pt x="54387" y="154876"/>
                </a:lnTo>
                <a:lnTo>
                  <a:pt x="51816" y="199644"/>
                </a:lnTo>
                <a:lnTo>
                  <a:pt x="48768" y="204216"/>
                </a:lnTo>
                <a:close/>
              </a:path>
              <a:path w="375285" h="407035">
                <a:moveTo>
                  <a:pt x="305151" y="208788"/>
                </a:moveTo>
                <a:lnTo>
                  <a:pt x="271272" y="208788"/>
                </a:lnTo>
                <a:lnTo>
                  <a:pt x="281940" y="192024"/>
                </a:lnTo>
                <a:lnTo>
                  <a:pt x="305151" y="208788"/>
                </a:lnTo>
                <a:close/>
              </a:path>
              <a:path w="375285" h="407035">
                <a:moveTo>
                  <a:pt x="62483" y="336804"/>
                </a:moveTo>
                <a:lnTo>
                  <a:pt x="62673" y="320230"/>
                </a:lnTo>
                <a:lnTo>
                  <a:pt x="62776" y="313944"/>
                </a:lnTo>
                <a:lnTo>
                  <a:pt x="63276" y="295798"/>
                </a:lnTo>
                <a:lnTo>
                  <a:pt x="63769" y="279368"/>
                </a:lnTo>
                <a:lnTo>
                  <a:pt x="63892" y="271272"/>
                </a:lnTo>
                <a:lnTo>
                  <a:pt x="63990" y="252007"/>
                </a:lnTo>
                <a:lnTo>
                  <a:pt x="63817" y="231457"/>
                </a:lnTo>
                <a:lnTo>
                  <a:pt x="63365" y="215003"/>
                </a:lnTo>
                <a:lnTo>
                  <a:pt x="62483" y="198120"/>
                </a:lnTo>
                <a:lnTo>
                  <a:pt x="86868" y="208788"/>
                </a:lnTo>
                <a:lnTo>
                  <a:pt x="305151" y="208788"/>
                </a:lnTo>
                <a:lnTo>
                  <a:pt x="309372" y="211836"/>
                </a:lnTo>
                <a:lnTo>
                  <a:pt x="302514" y="217932"/>
                </a:lnTo>
                <a:lnTo>
                  <a:pt x="86868" y="217932"/>
                </a:lnTo>
                <a:lnTo>
                  <a:pt x="86868" y="326136"/>
                </a:lnTo>
                <a:lnTo>
                  <a:pt x="62483" y="336804"/>
                </a:lnTo>
                <a:close/>
              </a:path>
              <a:path w="375285" h="407035">
                <a:moveTo>
                  <a:pt x="272796" y="326136"/>
                </a:moveTo>
                <a:lnTo>
                  <a:pt x="272796" y="217932"/>
                </a:lnTo>
                <a:lnTo>
                  <a:pt x="302514" y="217932"/>
                </a:lnTo>
                <a:lnTo>
                  <a:pt x="295656" y="224028"/>
                </a:lnTo>
                <a:lnTo>
                  <a:pt x="295759" y="263651"/>
                </a:lnTo>
                <a:lnTo>
                  <a:pt x="295846" y="276415"/>
                </a:lnTo>
                <a:lnTo>
                  <a:pt x="296302" y="297180"/>
                </a:lnTo>
                <a:lnTo>
                  <a:pt x="297180" y="313944"/>
                </a:lnTo>
                <a:lnTo>
                  <a:pt x="272796" y="326136"/>
                </a:lnTo>
                <a:close/>
              </a:path>
              <a:path w="375285" h="407035">
                <a:moveTo>
                  <a:pt x="1523" y="406908"/>
                </a:moveTo>
                <a:lnTo>
                  <a:pt x="0" y="400812"/>
                </a:lnTo>
                <a:lnTo>
                  <a:pt x="21478" y="396573"/>
                </a:lnTo>
                <a:lnTo>
                  <a:pt x="42672" y="390906"/>
                </a:lnTo>
                <a:lnTo>
                  <a:pt x="85344" y="376428"/>
                </a:lnTo>
                <a:lnTo>
                  <a:pt x="119824" y="359283"/>
                </a:lnTo>
                <a:lnTo>
                  <a:pt x="149137" y="330398"/>
                </a:lnTo>
                <a:lnTo>
                  <a:pt x="165068" y="284868"/>
                </a:lnTo>
                <a:lnTo>
                  <a:pt x="167640" y="236220"/>
                </a:lnTo>
                <a:lnTo>
                  <a:pt x="211836" y="259080"/>
                </a:lnTo>
                <a:lnTo>
                  <a:pt x="193548" y="271272"/>
                </a:lnTo>
                <a:lnTo>
                  <a:pt x="189499" y="295798"/>
                </a:lnTo>
                <a:lnTo>
                  <a:pt x="184023" y="316611"/>
                </a:lnTo>
                <a:lnTo>
                  <a:pt x="157091" y="356806"/>
                </a:lnTo>
                <a:lnTo>
                  <a:pt x="109728" y="382524"/>
                </a:lnTo>
                <a:lnTo>
                  <a:pt x="61912" y="396430"/>
                </a:lnTo>
                <a:lnTo>
                  <a:pt x="33218" y="402026"/>
                </a:lnTo>
                <a:lnTo>
                  <a:pt x="1523" y="406908"/>
                </a:lnTo>
                <a:close/>
              </a:path>
              <a:path w="375285" h="407035">
                <a:moveTo>
                  <a:pt x="341376" y="406908"/>
                </a:moveTo>
                <a:lnTo>
                  <a:pt x="335280" y="406908"/>
                </a:lnTo>
                <a:lnTo>
                  <a:pt x="329184" y="403860"/>
                </a:lnTo>
                <a:lnTo>
                  <a:pt x="321564" y="397764"/>
                </a:lnTo>
                <a:lnTo>
                  <a:pt x="309476" y="389977"/>
                </a:lnTo>
                <a:lnTo>
                  <a:pt x="266700" y="368808"/>
                </a:lnTo>
                <a:lnTo>
                  <a:pt x="211836" y="347591"/>
                </a:lnTo>
                <a:lnTo>
                  <a:pt x="188976" y="339852"/>
                </a:lnTo>
                <a:lnTo>
                  <a:pt x="188976" y="333756"/>
                </a:lnTo>
                <a:lnTo>
                  <a:pt x="248412" y="343471"/>
                </a:lnTo>
                <a:lnTo>
                  <a:pt x="294132" y="352044"/>
                </a:lnTo>
                <a:lnTo>
                  <a:pt x="332922" y="367045"/>
                </a:lnTo>
                <a:lnTo>
                  <a:pt x="345948" y="387096"/>
                </a:lnTo>
                <a:lnTo>
                  <a:pt x="344424" y="394716"/>
                </a:lnTo>
                <a:lnTo>
                  <a:pt x="344424" y="402336"/>
                </a:lnTo>
                <a:lnTo>
                  <a:pt x="341376" y="40690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" name="object 23"/>
          <p:cNvSpPr/>
          <p:nvPr/>
        </p:nvSpPr>
        <p:spPr>
          <a:xfrm>
            <a:off x="4346447" y="3035808"/>
            <a:ext cx="410209" cy="388620"/>
          </a:xfrm>
          <a:custGeom>
            <a:avLst/>
            <a:gdLst/>
            <a:ahLst/>
            <a:cxnLst/>
            <a:rect l="l" t="t" r="r" b="b"/>
            <a:pathLst>
              <a:path w="410210" h="388620">
                <a:moveTo>
                  <a:pt x="400215" y="24384"/>
                </a:moveTo>
                <a:lnTo>
                  <a:pt x="353568" y="24384"/>
                </a:lnTo>
                <a:lnTo>
                  <a:pt x="377952" y="0"/>
                </a:lnTo>
                <a:lnTo>
                  <a:pt x="400215" y="24384"/>
                </a:lnTo>
                <a:close/>
              </a:path>
              <a:path w="410210" h="388620">
                <a:moveTo>
                  <a:pt x="85344" y="74676"/>
                </a:moveTo>
                <a:lnTo>
                  <a:pt x="79248" y="74676"/>
                </a:lnTo>
                <a:lnTo>
                  <a:pt x="74676" y="70104"/>
                </a:lnTo>
                <a:lnTo>
                  <a:pt x="73152" y="60960"/>
                </a:lnTo>
                <a:lnTo>
                  <a:pt x="67460" y="48958"/>
                </a:lnTo>
                <a:lnTo>
                  <a:pt x="59626" y="35814"/>
                </a:lnTo>
                <a:lnTo>
                  <a:pt x="49791" y="21526"/>
                </a:lnTo>
                <a:lnTo>
                  <a:pt x="38100" y="6096"/>
                </a:lnTo>
                <a:lnTo>
                  <a:pt x="41148" y="1524"/>
                </a:lnTo>
                <a:lnTo>
                  <a:pt x="80772" y="20764"/>
                </a:lnTo>
                <a:lnTo>
                  <a:pt x="99441" y="50673"/>
                </a:lnTo>
                <a:lnTo>
                  <a:pt x="97964" y="56721"/>
                </a:lnTo>
                <a:lnTo>
                  <a:pt x="89916" y="70104"/>
                </a:lnTo>
                <a:lnTo>
                  <a:pt x="85344" y="74676"/>
                </a:lnTo>
                <a:close/>
              </a:path>
              <a:path w="410210" h="388620">
                <a:moveTo>
                  <a:pt x="73152" y="388620"/>
                </a:moveTo>
                <a:lnTo>
                  <a:pt x="70103" y="384048"/>
                </a:lnTo>
                <a:lnTo>
                  <a:pt x="90130" y="357258"/>
                </a:lnTo>
                <a:lnTo>
                  <a:pt x="106870" y="329755"/>
                </a:lnTo>
                <a:lnTo>
                  <a:pt x="131064" y="274320"/>
                </a:lnTo>
                <a:lnTo>
                  <a:pt x="143446" y="210502"/>
                </a:lnTo>
                <a:lnTo>
                  <a:pt x="147696" y="138779"/>
                </a:lnTo>
                <a:lnTo>
                  <a:pt x="147808" y="102203"/>
                </a:lnTo>
                <a:lnTo>
                  <a:pt x="147682" y="70199"/>
                </a:lnTo>
                <a:lnTo>
                  <a:pt x="147572" y="56721"/>
                </a:lnTo>
                <a:lnTo>
                  <a:pt x="147185" y="31242"/>
                </a:lnTo>
                <a:lnTo>
                  <a:pt x="146304" y="6096"/>
                </a:lnTo>
                <a:lnTo>
                  <a:pt x="172212" y="24384"/>
                </a:lnTo>
                <a:lnTo>
                  <a:pt x="400215" y="24384"/>
                </a:lnTo>
                <a:lnTo>
                  <a:pt x="409956" y="35052"/>
                </a:lnTo>
                <a:lnTo>
                  <a:pt x="172212" y="35052"/>
                </a:lnTo>
                <a:lnTo>
                  <a:pt x="172118" y="84558"/>
                </a:lnTo>
                <a:lnTo>
                  <a:pt x="171552" y="139422"/>
                </a:lnTo>
                <a:lnTo>
                  <a:pt x="169002" y="204597"/>
                </a:lnTo>
                <a:lnTo>
                  <a:pt x="156543" y="263294"/>
                </a:lnTo>
                <a:lnTo>
                  <a:pt x="132302" y="315539"/>
                </a:lnTo>
                <a:lnTo>
                  <a:pt x="95726" y="365212"/>
                </a:lnTo>
                <a:lnTo>
                  <a:pt x="73152" y="388620"/>
                </a:lnTo>
                <a:close/>
              </a:path>
              <a:path w="410210" h="388620">
                <a:moveTo>
                  <a:pt x="268224" y="96012"/>
                </a:moveTo>
                <a:lnTo>
                  <a:pt x="257556" y="96012"/>
                </a:lnTo>
                <a:lnTo>
                  <a:pt x="264961" y="76842"/>
                </a:lnTo>
                <a:lnTo>
                  <a:pt x="271081" y="60388"/>
                </a:lnTo>
                <a:lnTo>
                  <a:pt x="275772" y="46505"/>
                </a:lnTo>
                <a:lnTo>
                  <a:pt x="278892" y="35052"/>
                </a:lnTo>
                <a:lnTo>
                  <a:pt x="286512" y="35052"/>
                </a:lnTo>
                <a:lnTo>
                  <a:pt x="313944" y="50292"/>
                </a:lnTo>
                <a:lnTo>
                  <a:pt x="304800" y="53340"/>
                </a:lnTo>
                <a:lnTo>
                  <a:pt x="292608" y="62484"/>
                </a:lnTo>
                <a:lnTo>
                  <a:pt x="282702" y="75247"/>
                </a:lnTo>
                <a:lnTo>
                  <a:pt x="275891" y="84558"/>
                </a:lnTo>
                <a:lnTo>
                  <a:pt x="268224" y="96012"/>
                </a:lnTo>
                <a:close/>
              </a:path>
              <a:path w="410210" h="388620">
                <a:moveTo>
                  <a:pt x="77461" y="262128"/>
                </a:moveTo>
                <a:lnTo>
                  <a:pt x="42672" y="262128"/>
                </a:lnTo>
                <a:lnTo>
                  <a:pt x="47244" y="260604"/>
                </a:lnTo>
                <a:lnTo>
                  <a:pt x="53340" y="256032"/>
                </a:lnTo>
                <a:lnTo>
                  <a:pt x="80962" y="190500"/>
                </a:lnTo>
                <a:lnTo>
                  <a:pt x="100798" y="132207"/>
                </a:lnTo>
                <a:lnTo>
                  <a:pt x="126492" y="53340"/>
                </a:lnTo>
                <a:lnTo>
                  <a:pt x="134112" y="54864"/>
                </a:lnTo>
                <a:lnTo>
                  <a:pt x="109847" y="139422"/>
                </a:lnTo>
                <a:lnTo>
                  <a:pt x="92011" y="203263"/>
                </a:lnTo>
                <a:lnTo>
                  <a:pt x="80748" y="246245"/>
                </a:lnTo>
                <a:lnTo>
                  <a:pt x="77461" y="262128"/>
                </a:lnTo>
                <a:close/>
              </a:path>
              <a:path w="410210" h="388620">
                <a:moveTo>
                  <a:pt x="378866" y="96012"/>
                </a:moveTo>
                <a:lnTo>
                  <a:pt x="345948" y="96012"/>
                </a:lnTo>
                <a:lnTo>
                  <a:pt x="358140" y="77724"/>
                </a:lnTo>
                <a:lnTo>
                  <a:pt x="378866" y="96012"/>
                </a:lnTo>
                <a:close/>
              </a:path>
              <a:path w="410210" h="388620">
                <a:moveTo>
                  <a:pt x="208788" y="248412"/>
                </a:moveTo>
                <a:lnTo>
                  <a:pt x="209669" y="226075"/>
                </a:lnTo>
                <a:lnTo>
                  <a:pt x="210121" y="204597"/>
                </a:lnTo>
                <a:lnTo>
                  <a:pt x="210245" y="138112"/>
                </a:lnTo>
                <a:lnTo>
                  <a:pt x="210121" y="123063"/>
                </a:lnTo>
                <a:lnTo>
                  <a:pt x="209724" y="104775"/>
                </a:lnTo>
                <a:lnTo>
                  <a:pt x="209602" y="100584"/>
                </a:lnTo>
                <a:lnTo>
                  <a:pt x="208788" y="80772"/>
                </a:lnTo>
                <a:lnTo>
                  <a:pt x="233172" y="96012"/>
                </a:lnTo>
                <a:lnTo>
                  <a:pt x="378866" y="96012"/>
                </a:lnTo>
                <a:lnTo>
                  <a:pt x="384048" y="100584"/>
                </a:lnTo>
                <a:lnTo>
                  <a:pt x="378904" y="105156"/>
                </a:lnTo>
                <a:lnTo>
                  <a:pt x="233172" y="105156"/>
                </a:lnTo>
                <a:lnTo>
                  <a:pt x="233172" y="156972"/>
                </a:lnTo>
                <a:lnTo>
                  <a:pt x="370353" y="156972"/>
                </a:lnTo>
                <a:lnTo>
                  <a:pt x="370380" y="166116"/>
                </a:lnTo>
                <a:lnTo>
                  <a:pt x="233172" y="166116"/>
                </a:lnTo>
                <a:lnTo>
                  <a:pt x="233172" y="219456"/>
                </a:lnTo>
                <a:lnTo>
                  <a:pt x="370930" y="219456"/>
                </a:lnTo>
                <a:lnTo>
                  <a:pt x="370974" y="221861"/>
                </a:lnTo>
                <a:lnTo>
                  <a:pt x="371437" y="228600"/>
                </a:lnTo>
                <a:lnTo>
                  <a:pt x="233172" y="228600"/>
                </a:lnTo>
                <a:lnTo>
                  <a:pt x="233172" y="237744"/>
                </a:lnTo>
                <a:lnTo>
                  <a:pt x="208788" y="248412"/>
                </a:lnTo>
                <a:close/>
              </a:path>
              <a:path w="410210" h="388620">
                <a:moveTo>
                  <a:pt x="48767" y="181356"/>
                </a:moveTo>
                <a:lnTo>
                  <a:pt x="42672" y="181356"/>
                </a:lnTo>
                <a:lnTo>
                  <a:pt x="39624" y="175260"/>
                </a:lnTo>
                <a:lnTo>
                  <a:pt x="36576" y="163068"/>
                </a:lnTo>
                <a:lnTo>
                  <a:pt x="30861" y="151066"/>
                </a:lnTo>
                <a:lnTo>
                  <a:pt x="22860" y="137922"/>
                </a:lnTo>
                <a:lnTo>
                  <a:pt x="12573" y="123634"/>
                </a:lnTo>
                <a:lnTo>
                  <a:pt x="0" y="108204"/>
                </a:lnTo>
                <a:lnTo>
                  <a:pt x="3048" y="102108"/>
                </a:lnTo>
                <a:lnTo>
                  <a:pt x="29932" y="115252"/>
                </a:lnTo>
                <a:lnTo>
                  <a:pt x="48958" y="127254"/>
                </a:lnTo>
                <a:lnTo>
                  <a:pt x="60269" y="138112"/>
                </a:lnTo>
                <a:lnTo>
                  <a:pt x="64008" y="147828"/>
                </a:lnTo>
                <a:lnTo>
                  <a:pt x="64008" y="158496"/>
                </a:lnTo>
                <a:lnTo>
                  <a:pt x="62484" y="167640"/>
                </a:lnTo>
                <a:lnTo>
                  <a:pt x="57912" y="172212"/>
                </a:lnTo>
                <a:lnTo>
                  <a:pt x="53340" y="178308"/>
                </a:lnTo>
                <a:lnTo>
                  <a:pt x="48767" y="181356"/>
                </a:lnTo>
                <a:close/>
              </a:path>
              <a:path w="410210" h="388620">
                <a:moveTo>
                  <a:pt x="370353" y="156972"/>
                </a:moveTo>
                <a:lnTo>
                  <a:pt x="347472" y="156972"/>
                </a:lnTo>
                <a:lnTo>
                  <a:pt x="347472" y="105156"/>
                </a:lnTo>
                <a:lnTo>
                  <a:pt x="378904" y="105156"/>
                </a:lnTo>
                <a:lnTo>
                  <a:pt x="370332" y="112776"/>
                </a:lnTo>
                <a:lnTo>
                  <a:pt x="370353" y="156972"/>
                </a:lnTo>
                <a:close/>
              </a:path>
              <a:path w="410210" h="388620">
                <a:moveTo>
                  <a:pt x="370930" y="219456"/>
                </a:moveTo>
                <a:lnTo>
                  <a:pt x="347472" y="219456"/>
                </a:lnTo>
                <a:lnTo>
                  <a:pt x="347472" y="166116"/>
                </a:lnTo>
                <a:lnTo>
                  <a:pt x="370380" y="166116"/>
                </a:lnTo>
                <a:lnTo>
                  <a:pt x="370522" y="197167"/>
                </a:lnTo>
                <a:lnTo>
                  <a:pt x="370930" y="219456"/>
                </a:lnTo>
                <a:close/>
              </a:path>
              <a:path w="410210" h="388620">
                <a:moveTo>
                  <a:pt x="301069" y="352044"/>
                </a:moveTo>
                <a:lnTo>
                  <a:pt x="272796" y="352044"/>
                </a:lnTo>
                <a:lnTo>
                  <a:pt x="278892" y="348996"/>
                </a:lnTo>
                <a:lnTo>
                  <a:pt x="278892" y="228600"/>
                </a:lnTo>
                <a:lnTo>
                  <a:pt x="301752" y="228600"/>
                </a:lnTo>
                <a:lnTo>
                  <a:pt x="301752" y="344424"/>
                </a:lnTo>
                <a:lnTo>
                  <a:pt x="301069" y="352044"/>
                </a:lnTo>
                <a:close/>
              </a:path>
              <a:path w="410210" h="388620">
                <a:moveTo>
                  <a:pt x="347472" y="246888"/>
                </a:moveTo>
                <a:lnTo>
                  <a:pt x="347472" y="228600"/>
                </a:lnTo>
                <a:lnTo>
                  <a:pt x="371437" y="228600"/>
                </a:lnTo>
                <a:lnTo>
                  <a:pt x="371856" y="234696"/>
                </a:lnTo>
                <a:lnTo>
                  <a:pt x="347472" y="246888"/>
                </a:lnTo>
                <a:close/>
              </a:path>
              <a:path w="410210" h="388620">
                <a:moveTo>
                  <a:pt x="68579" y="371856"/>
                </a:moveTo>
                <a:lnTo>
                  <a:pt x="60960" y="371856"/>
                </a:lnTo>
                <a:lnTo>
                  <a:pt x="54864" y="370332"/>
                </a:lnTo>
                <a:lnTo>
                  <a:pt x="39624" y="364236"/>
                </a:lnTo>
                <a:lnTo>
                  <a:pt x="36576" y="358140"/>
                </a:lnTo>
                <a:lnTo>
                  <a:pt x="36690" y="340804"/>
                </a:lnTo>
                <a:lnTo>
                  <a:pt x="38100" y="333756"/>
                </a:lnTo>
                <a:lnTo>
                  <a:pt x="39624" y="324612"/>
                </a:lnTo>
                <a:lnTo>
                  <a:pt x="41862" y="316896"/>
                </a:lnTo>
                <a:lnTo>
                  <a:pt x="43815" y="309753"/>
                </a:lnTo>
                <a:lnTo>
                  <a:pt x="45196" y="303180"/>
                </a:lnTo>
                <a:lnTo>
                  <a:pt x="45720" y="297180"/>
                </a:lnTo>
                <a:lnTo>
                  <a:pt x="45720" y="289560"/>
                </a:lnTo>
                <a:lnTo>
                  <a:pt x="3048" y="265175"/>
                </a:lnTo>
                <a:lnTo>
                  <a:pt x="3048" y="259080"/>
                </a:lnTo>
                <a:lnTo>
                  <a:pt x="36909" y="261866"/>
                </a:lnTo>
                <a:lnTo>
                  <a:pt x="42672" y="262128"/>
                </a:lnTo>
                <a:lnTo>
                  <a:pt x="77461" y="262128"/>
                </a:lnTo>
                <a:lnTo>
                  <a:pt x="76200" y="268224"/>
                </a:lnTo>
                <a:lnTo>
                  <a:pt x="74175" y="279344"/>
                </a:lnTo>
                <a:lnTo>
                  <a:pt x="72580" y="292036"/>
                </a:lnTo>
                <a:lnTo>
                  <a:pt x="71241" y="306538"/>
                </a:lnTo>
                <a:lnTo>
                  <a:pt x="70103" y="321564"/>
                </a:lnTo>
                <a:lnTo>
                  <a:pt x="70222" y="342900"/>
                </a:lnTo>
                <a:lnTo>
                  <a:pt x="70340" y="348996"/>
                </a:lnTo>
                <a:lnTo>
                  <a:pt x="70711" y="356616"/>
                </a:lnTo>
                <a:lnTo>
                  <a:pt x="70792" y="357711"/>
                </a:lnTo>
                <a:lnTo>
                  <a:pt x="71628" y="364236"/>
                </a:lnTo>
                <a:lnTo>
                  <a:pt x="71628" y="368808"/>
                </a:lnTo>
                <a:lnTo>
                  <a:pt x="68579" y="371856"/>
                </a:lnTo>
                <a:close/>
              </a:path>
              <a:path w="410210" h="388620">
                <a:moveTo>
                  <a:pt x="141732" y="373380"/>
                </a:moveTo>
                <a:lnTo>
                  <a:pt x="138684" y="368808"/>
                </a:lnTo>
                <a:lnTo>
                  <a:pt x="167592" y="338804"/>
                </a:lnTo>
                <a:lnTo>
                  <a:pt x="190500" y="310515"/>
                </a:lnTo>
                <a:lnTo>
                  <a:pt x="207692" y="283940"/>
                </a:lnTo>
                <a:lnTo>
                  <a:pt x="219456" y="259080"/>
                </a:lnTo>
                <a:lnTo>
                  <a:pt x="249936" y="283463"/>
                </a:lnTo>
                <a:lnTo>
                  <a:pt x="240530" y="288917"/>
                </a:lnTo>
                <a:lnTo>
                  <a:pt x="230695" y="296227"/>
                </a:lnTo>
                <a:lnTo>
                  <a:pt x="220575" y="305538"/>
                </a:lnTo>
                <a:lnTo>
                  <a:pt x="210312" y="316992"/>
                </a:lnTo>
                <a:lnTo>
                  <a:pt x="197453" y="329231"/>
                </a:lnTo>
                <a:lnTo>
                  <a:pt x="181737" y="342900"/>
                </a:lnTo>
                <a:lnTo>
                  <a:pt x="163163" y="357711"/>
                </a:lnTo>
                <a:lnTo>
                  <a:pt x="141732" y="373380"/>
                </a:lnTo>
                <a:close/>
              </a:path>
              <a:path w="410210" h="388620">
                <a:moveTo>
                  <a:pt x="387096" y="368808"/>
                </a:moveTo>
                <a:lnTo>
                  <a:pt x="381000" y="368808"/>
                </a:lnTo>
                <a:lnTo>
                  <a:pt x="376428" y="361188"/>
                </a:lnTo>
                <a:lnTo>
                  <a:pt x="370332" y="347472"/>
                </a:lnTo>
                <a:lnTo>
                  <a:pt x="362664" y="331493"/>
                </a:lnTo>
                <a:lnTo>
                  <a:pt x="351282" y="313372"/>
                </a:lnTo>
                <a:lnTo>
                  <a:pt x="336470" y="293250"/>
                </a:lnTo>
                <a:lnTo>
                  <a:pt x="318516" y="271272"/>
                </a:lnTo>
                <a:lnTo>
                  <a:pt x="321564" y="265175"/>
                </a:lnTo>
                <a:lnTo>
                  <a:pt x="367093" y="295846"/>
                </a:lnTo>
                <a:lnTo>
                  <a:pt x="394716" y="323088"/>
                </a:lnTo>
                <a:lnTo>
                  <a:pt x="397764" y="330708"/>
                </a:lnTo>
                <a:lnTo>
                  <a:pt x="397764" y="342900"/>
                </a:lnTo>
                <a:lnTo>
                  <a:pt x="396240" y="348996"/>
                </a:lnTo>
                <a:lnTo>
                  <a:pt x="390144" y="364236"/>
                </a:lnTo>
                <a:lnTo>
                  <a:pt x="387096" y="368808"/>
                </a:lnTo>
                <a:close/>
              </a:path>
              <a:path w="410210" h="388620">
                <a:moveTo>
                  <a:pt x="266700" y="388620"/>
                </a:moveTo>
                <a:lnTo>
                  <a:pt x="263247" y="378047"/>
                </a:lnTo>
                <a:lnTo>
                  <a:pt x="255079" y="369189"/>
                </a:lnTo>
                <a:lnTo>
                  <a:pt x="242054" y="362045"/>
                </a:lnTo>
                <a:lnTo>
                  <a:pt x="224028" y="356616"/>
                </a:lnTo>
                <a:lnTo>
                  <a:pt x="224028" y="348996"/>
                </a:lnTo>
                <a:lnTo>
                  <a:pt x="244792" y="351091"/>
                </a:lnTo>
                <a:lnTo>
                  <a:pt x="253817" y="351782"/>
                </a:lnTo>
                <a:lnTo>
                  <a:pt x="262128" y="352044"/>
                </a:lnTo>
                <a:lnTo>
                  <a:pt x="301069" y="352044"/>
                </a:lnTo>
                <a:lnTo>
                  <a:pt x="300347" y="360116"/>
                </a:lnTo>
                <a:lnTo>
                  <a:pt x="293941" y="372808"/>
                </a:lnTo>
                <a:lnTo>
                  <a:pt x="282678" y="382357"/>
                </a:lnTo>
                <a:lnTo>
                  <a:pt x="266700" y="3886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" name="object 24"/>
          <p:cNvSpPr/>
          <p:nvPr/>
        </p:nvSpPr>
        <p:spPr>
          <a:xfrm>
            <a:off x="5031938" y="3055310"/>
            <a:ext cx="121285" cy="342900"/>
          </a:xfrm>
          <a:custGeom>
            <a:avLst/>
            <a:gdLst/>
            <a:ahLst/>
            <a:cxnLst/>
            <a:rect l="l" t="t" r="r" b="b"/>
            <a:pathLst>
              <a:path w="121285" h="342900">
                <a:moveTo>
                  <a:pt x="117848" y="342280"/>
                </a:moveTo>
                <a:lnTo>
                  <a:pt x="73866" y="314682"/>
                </a:lnTo>
                <a:lnTo>
                  <a:pt x="44767" y="288488"/>
                </a:lnTo>
                <a:lnTo>
                  <a:pt x="19383" y="254793"/>
                </a:lnTo>
                <a:lnTo>
                  <a:pt x="4000" y="210740"/>
                </a:lnTo>
                <a:lnTo>
                  <a:pt x="0" y="158996"/>
                </a:lnTo>
                <a:lnTo>
                  <a:pt x="3548" y="134421"/>
                </a:lnTo>
                <a:lnTo>
                  <a:pt x="21645" y="88701"/>
                </a:lnTo>
                <a:lnTo>
                  <a:pt x="50601" y="51173"/>
                </a:lnTo>
                <a:lnTo>
                  <a:pt x="84129" y="21645"/>
                </a:lnTo>
                <a:lnTo>
                  <a:pt x="117562" y="0"/>
                </a:lnTo>
                <a:lnTo>
                  <a:pt x="120705" y="309"/>
                </a:lnTo>
                <a:lnTo>
                  <a:pt x="119252" y="3452"/>
                </a:lnTo>
                <a:lnTo>
                  <a:pt x="114800" y="8310"/>
                </a:lnTo>
                <a:lnTo>
                  <a:pt x="107203" y="14882"/>
                </a:lnTo>
                <a:lnTo>
                  <a:pt x="96321" y="23169"/>
                </a:lnTo>
                <a:lnTo>
                  <a:pt x="84653" y="34575"/>
                </a:lnTo>
                <a:lnTo>
                  <a:pt x="49077" y="81081"/>
                </a:lnTo>
                <a:lnTo>
                  <a:pt x="31170" y="123182"/>
                </a:lnTo>
                <a:lnTo>
                  <a:pt x="24693" y="175569"/>
                </a:lnTo>
                <a:lnTo>
                  <a:pt x="26122" y="202453"/>
                </a:lnTo>
                <a:lnTo>
                  <a:pt x="37552" y="246506"/>
                </a:lnTo>
                <a:lnTo>
                  <a:pt x="59269" y="279368"/>
                </a:lnTo>
                <a:lnTo>
                  <a:pt x="97845" y="317301"/>
                </a:lnTo>
                <a:lnTo>
                  <a:pt x="109561" y="326683"/>
                </a:lnTo>
                <a:lnTo>
                  <a:pt x="117276" y="334065"/>
                </a:lnTo>
                <a:lnTo>
                  <a:pt x="120991" y="339161"/>
                </a:lnTo>
                <a:lnTo>
                  <a:pt x="120705" y="341685"/>
                </a:lnTo>
                <a:lnTo>
                  <a:pt x="117848" y="34228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" name="object 25"/>
          <p:cNvSpPr/>
          <p:nvPr/>
        </p:nvSpPr>
        <p:spPr>
          <a:xfrm>
            <a:off x="5234939" y="3026663"/>
            <a:ext cx="410209" cy="405765"/>
          </a:xfrm>
          <a:custGeom>
            <a:avLst/>
            <a:gdLst/>
            <a:ahLst/>
            <a:cxnLst/>
            <a:rect l="l" t="t" r="r" b="b"/>
            <a:pathLst>
              <a:path w="410210" h="405764">
                <a:moveTo>
                  <a:pt x="188975" y="397764"/>
                </a:moveTo>
                <a:lnTo>
                  <a:pt x="189857" y="369189"/>
                </a:lnTo>
                <a:lnTo>
                  <a:pt x="190263" y="345567"/>
                </a:lnTo>
                <a:lnTo>
                  <a:pt x="190390" y="331279"/>
                </a:lnTo>
                <a:lnTo>
                  <a:pt x="190441" y="66865"/>
                </a:lnTo>
                <a:lnTo>
                  <a:pt x="190309" y="49911"/>
                </a:lnTo>
                <a:lnTo>
                  <a:pt x="189857" y="29098"/>
                </a:lnTo>
                <a:lnTo>
                  <a:pt x="188975" y="9144"/>
                </a:lnTo>
                <a:lnTo>
                  <a:pt x="216407" y="24384"/>
                </a:lnTo>
                <a:lnTo>
                  <a:pt x="352044" y="24384"/>
                </a:lnTo>
                <a:lnTo>
                  <a:pt x="361188" y="33528"/>
                </a:lnTo>
                <a:lnTo>
                  <a:pt x="358902" y="35052"/>
                </a:lnTo>
                <a:lnTo>
                  <a:pt x="214883" y="35052"/>
                </a:lnTo>
                <a:lnTo>
                  <a:pt x="214883" y="173736"/>
                </a:lnTo>
                <a:lnTo>
                  <a:pt x="364235" y="173736"/>
                </a:lnTo>
                <a:lnTo>
                  <a:pt x="374903" y="184404"/>
                </a:lnTo>
                <a:lnTo>
                  <a:pt x="214883" y="184404"/>
                </a:lnTo>
                <a:lnTo>
                  <a:pt x="214883" y="365760"/>
                </a:lnTo>
                <a:lnTo>
                  <a:pt x="230293" y="365760"/>
                </a:lnTo>
                <a:lnTo>
                  <a:pt x="214883" y="376428"/>
                </a:lnTo>
                <a:lnTo>
                  <a:pt x="214883" y="388620"/>
                </a:lnTo>
                <a:lnTo>
                  <a:pt x="188975" y="397764"/>
                </a:lnTo>
                <a:close/>
              </a:path>
              <a:path w="410210" h="405764">
                <a:moveTo>
                  <a:pt x="352044" y="24384"/>
                </a:moveTo>
                <a:lnTo>
                  <a:pt x="321564" y="24384"/>
                </a:lnTo>
                <a:lnTo>
                  <a:pt x="336804" y="9144"/>
                </a:lnTo>
                <a:lnTo>
                  <a:pt x="352044" y="24384"/>
                </a:lnTo>
                <a:close/>
              </a:path>
              <a:path w="410210" h="405764">
                <a:moveTo>
                  <a:pt x="339071" y="121920"/>
                </a:moveTo>
                <a:lnTo>
                  <a:pt x="304799" y="121920"/>
                </a:lnTo>
                <a:lnTo>
                  <a:pt x="309371" y="120396"/>
                </a:lnTo>
                <a:lnTo>
                  <a:pt x="312419" y="118872"/>
                </a:lnTo>
                <a:lnTo>
                  <a:pt x="320301" y="80700"/>
                </a:lnTo>
                <a:lnTo>
                  <a:pt x="321004" y="66675"/>
                </a:lnTo>
                <a:lnTo>
                  <a:pt x="322083" y="49911"/>
                </a:lnTo>
                <a:lnTo>
                  <a:pt x="323088" y="35052"/>
                </a:lnTo>
                <a:lnTo>
                  <a:pt x="358902" y="35052"/>
                </a:lnTo>
                <a:lnTo>
                  <a:pt x="347472" y="42672"/>
                </a:lnTo>
                <a:lnTo>
                  <a:pt x="346352" y="54387"/>
                </a:lnTo>
                <a:lnTo>
                  <a:pt x="345366" y="66865"/>
                </a:lnTo>
                <a:lnTo>
                  <a:pt x="344685" y="79533"/>
                </a:lnTo>
                <a:lnTo>
                  <a:pt x="344424" y="92964"/>
                </a:lnTo>
                <a:lnTo>
                  <a:pt x="342971" y="105798"/>
                </a:lnTo>
                <a:lnTo>
                  <a:pt x="340804" y="116776"/>
                </a:lnTo>
                <a:lnTo>
                  <a:pt x="339071" y="121920"/>
                </a:lnTo>
                <a:close/>
              </a:path>
              <a:path w="410210" h="405764">
                <a:moveTo>
                  <a:pt x="301751" y="156972"/>
                </a:moveTo>
                <a:lnTo>
                  <a:pt x="295751" y="146375"/>
                </a:lnTo>
                <a:lnTo>
                  <a:pt x="286892" y="137350"/>
                </a:lnTo>
                <a:lnTo>
                  <a:pt x="275177" y="129754"/>
                </a:lnTo>
                <a:lnTo>
                  <a:pt x="260603" y="123444"/>
                </a:lnTo>
                <a:lnTo>
                  <a:pt x="260603" y="117348"/>
                </a:lnTo>
                <a:lnTo>
                  <a:pt x="271700" y="119348"/>
                </a:lnTo>
                <a:lnTo>
                  <a:pt x="281939" y="120777"/>
                </a:lnTo>
                <a:lnTo>
                  <a:pt x="291036" y="121634"/>
                </a:lnTo>
                <a:lnTo>
                  <a:pt x="298703" y="121920"/>
                </a:lnTo>
                <a:lnTo>
                  <a:pt x="339071" y="121920"/>
                </a:lnTo>
                <a:lnTo>
                  <a:pt x="337780" y="125753"/>
                </a:lnTo>
                <a:lnTo>
                  <a:pt x="333756" y="132588"/>
                </a:lnTo>
                <a:lnTo>
                  <a:pt x="328326" y="139184"/>
                </a:lnTo>
                <a:lnTo>
                  <a:pt x="321183" y="145351"/>
                </a:lnTo>
                <a:lnTo>
                  <a:pt x="312324" y="151233"/>
                </a:lnTo>
                <a:lnTo>
                  <a:pt x="301751" y="156972"/>
                </a:lnTo>
                <a:close/>
              </a:path>
              <a:path w="410210" h="405764">
                <a:moveTo>
                  <a:pt x="364235" y="173736"/>
                </a:moveTo>
                <a:lnTo>
                  <a:pt x="333756" y="173736"/>
                </a:lnTo>
                <a:lnTo>
                  <a:pt x="348996" y="158496"/>
                </a:lnTo>
                <a:lnTo>
                  <a:pt x="364235" y="173736"/>
                </a:lnTo>
                <a:close/>
              </a:path>
              <a:path w="410210" h="405764">
                <a:moveTo>
                  <a:pt x="230293" y="365760"/>
                </a:moveTo>
                <a:lnTo>
                  <a:pt x="214883" y="365760"/>
                </a:lnTo>
                <a:lnTo>
                  <a:pt x="234624" y="348329"/>
                </a:lnTo>
                <a:lnTo>
                  <a:pt x="252793" y="330327"/>
                </a:lnTo>
                <a:lnTo>
                  <a:pt x="269533" y="311753"/>
                </a:lnTo>
                <a:lnTo>
                  <a:pt x="284987" y="292608"/>
                </a:lnTo>
                <a:lnTo>
                  <a:pt x="269867" y="271414"/>
                </a:lnTo>
                <a:lnTo>
                  <a:pt x="256603" y="246507"/>
                </a:lnTo>
                <a:lnTo>
                  <a:pt x="245340" y="217598"/>
                </a:lnTo>
                <a:lnTo>
                  <a:pt x="236219" y="184404"/>
                </a:lnTo>
                <a:lnTo>
                  <a:pt x="245363" y="184404"/>
                </a:lnTo>
                <a:lnTo>
                  <a:pt x="255365" y="210716"/>
                </a:lnTo>
                <a:lnTo>
                  <a:pt x="267080" y="234886"/>
                </a:lnTo>
                <a:lnTo>
                  <a:pt x="280511" y="257055"/>
                </a:lnTo>
                <a:lnTo>
                  <a:pt x="295655" y="277368"/>
                </a:lnTo>
                <a:lnTo>
                  <a:pt x="318690" y="277368"/>
                </a:lnTo>
                <a:lnTo>
                  <a:pt x="309371" y="292608"/>
                </a:lnTo>
                <a:lnTo>
                  <a:pt x="327037" y="307848"/>
                </a:lnTo>
                <a:lnTo>
                  <a:pt x="297179" y="307848"/>
                </a:lnTo>
                <a:lnTo>
                  <a:pt x="278320" y="326707"/>
                </a:lnTo>
                <a:lnTo>
                  <a:pt x="258317" y="344424"/>
                </a:lnTo>
                <a:lnTo>
                  <a:pt x="237172" y="360997"/>
                </a:lnTo>
                <a:lnTo>
                  <a:pt x="230293" y="365760"/>
                </a:lnTo>
                <a:close/>
              </a:path>
              <a:path w="410210" h="405764">
                <a:moveTo>
                  <a:pt x="318690" y="277368"/>
                </a:moveTo>
                <a:lnTo>
                  <a:pt x="295655" y="277368"/>
                </a:lnTo>
                <a:lnTo>
                  <a:pt x="306776" y="256198"/>
                </a:lnTo>
                <a:lnTo>
                  <a:pt x="317182" y="233743"/>
                </a:lnTo>
                <a:lnTo>
                  <a:pt x="326731" y="209859"/>
                </a:lnTo>
                <a:lnTo>
                  <a:pt x="335280" y="184404"/>
                </a:lnTo>
                <a:lnTo>
                  <a:pt x="374903" y="184404"/>
                </a:lnTo>
                <a:lnTo>
                  <a:pt x="358140" y="193548"/>
                </a:lnTo>
                <a:lnTo>
                  <a:pt x="345590" y="223813"/>
                </a:lnTo>
                <a:lnTo>
                  <a:pt x="333184" y="250507"/>
                </a:lnTo>
                <a:lnTo>
                  <a:pt x="321063" y="273486"/>
                </a:lnTo>
                <a:lnTo>
                  <a:pt x="318690" y="277368"/>
                </a:lnTo>
                <a:close/>
              </a:path>
              <a:path w="410210" h="405764">
                <a:moveTo>
                  <a:pt x="376427" y="376428"/>
                </a:moveTo>
                <a:lnTo>
                  <a:pt x="355258" y="361854"/>
                </a:lnTo>
                <a:lnTo>
                  <a:pt x="335089" y="345567"/>
                </a:lnTo>
                <a:lnTo>
                  <a:pt x="315777" y="327564"/>
                </a:lnTo>
                <a:lnTo>
                  <a:pt x="297179" y="307848"/>
                </a:lnTo>
                <a:lnTo>
                  <a:pt x="327037" y="307848"/>
                </a:lnTo>
                <a:lnTo>
                  <a:pt x="334517" y="314301"/>
                </a:lnTo>
                <a:lnTo>
                  <a:pt x="359663" y="331279"/>
                </a:lnTo>
                <a:lnTo>
                  <a:pt x="384809" y="343400"/>
                </a:lnTo>
                <a:lnTo>
                  <a:pt x="409956" y="350520"/>
                </a:lnTo>
                <a:lnTo>
                  <a:pt x="409956" y="355092"/>
                </a:lnTo>
                <a:lnTo>
                  <a:pt x="397644" y="358854"/>
                </a:lnTo>
                <a:lnTo>
                  <a:pt x="388048" y="363474"/>
                </a:lnTo>
                <a:lnTo>
                  <a:pt x="381023" y="369236"/>
                </a:lnTo>
                <a:lnTo>
                  <a:pt x="376427" y="376428"/>
                </a:lnTo>
                <a:close/>
              </a:path>
              <a:path w="410210" h="405764">
                <a:moveTo>
                  <a:pt x="109727" y="100584"/>
                </a:moveTo>
                <a:lnTo>
                  <a:pt x="85343" y="100584"/>
                </a:lnTo>
                <a:lnTo>
                  <a:pt x="85082" y="72866"/>
                </a:lnTo>
                <a:lnTo>
                  <a:pt x="84391" y="46863"/>
                </a:lnTo>
                <a:lnTo>
                  <a:pt x="83415" y="22574"/>
                </a:lnTo>
                <a:lnTo>
                  <a:pt x="82295" y="0"/>
                </a:lnTo>
                <a:lnTo>
                  <a:pt x="123443" y="19812"/>
                </a:lnTo>
                <a:lnTo>
                  <a:pt x="109727" y="32004"/>
                </a:lnTo>
                <a:lnTo>
                  <a:pt x="109727" y="100584"/>
                </a:lnTo>
                <a:close/>
              </a:path>
              <a:path w="410210" h="405764">
                <a:moveTo>
                  <a:pt x="13715" y="114300"/>
                </a:moveTo>
                <a:lnTo>
                  <a:pt x="0" y="100584"/>
                </a:lnTo>
                <a:lnTo>
                  <a:pt x="131063" y="100584"/>
                </a:lnTo>
                <a:lnTo>
                  <a:pt x="150875" y="82296"/>
                </a:lnTo>
                <a:lnTo>
                  <a:pt x="179831" y="111252"/>
                </a:lnTo>
                <a:lnTo>
                  <a:pt x="33527" y="111252"/>
                </a:lnTo>
                <a:lnTo>
                  <a:pt x="13715" y="114300"/>
                </a:lnTo>
                <a:close/>
              </a:path>
              <a:path w="410210" h="405764">
                <a:moveTo>
                  <a:pt x="24383" y="256032"/>
                </a:moveTo>
                <a:lnTo>
                  <a:pt x="3047" y="224028"/>
                </a:lnTo>
                <a:lnTo>
                  <a:pt x="11620" y="223194"/>
                </a:lnTo>
                <a:lnTo>
                  <a:pt x="28193" y="218503"/>
                </a:lnTo>
                <a:lnTo>
                  <a:pt x="52768" y="210097"/>
                </a:lnTo>
                <a:lnTo>
                  <a:pt x="85343" y="198120"/>
                </a:lnTo>
                <a:lnTo>
                  <a:pt x="85343" y="111252"/>
                </a:lnTo>
                <a:lnTo>
                  <a:pt x="109727" y="111252"/>
                </a:lnTo>
                <a:lnTo>
                  <a:pt x="109727" y="192024"/>
                </a:lnTo>
                <a:lnTo>
                  <a:pt x="141069" y="192024"/>
                </a:lnTo>
                <a:lnTo>
                  <a:pt x="109727" y="208788"/>
                </a:lnTo>
                <a:lnTo>
                  <a:pt x="109727" y="219456"/>
                </a:lnTo>
                <a:lnTo>
                  <a:pt x="85343" y="219456"/>
                </a:lnTo>
                <a:lnTo>
                  <a:pt x="59316" y="232029"/>
                </a:lnTo>
                <a:lnTo>
                  <a:pt x="40576" y="242316"/>
                </a:lnTo>
                <a:lnTo>
                  <a:pt x="28979" y="250317"/>
                </a:lnTo>
                <a:lnTo>
                  <a:pt x="24383" y="256032"/>
                </a:lnTo>
                <a:close/>
              </a:path>
              <a:path w="410210" h="405764">
                <a:moveTo>
                  <a:pt x="141069" y="192024"/>
                </a:moveTo>
                <a:lnTo>
                  <a:pt x="109727" y="192024"/>
                </a:lnTo>
                <a:lnTo>
                  <a:pt x="172211" y="167640"/>
                </a:lnTo>
                <a:lnTo>
                  <a:pt x="175259" y="173736"/>
                </a:lnTo>
                <a:lnTo>
                  <a:pt x="141069" y="192024"/>
                </a:lnTo>
                <a:close/>
              </a:path>
              <a:path w="410210" h="405764">
                <a:moveTo>
                  <a:pt x="109272" y="366069"/>
                </a:moveTo>
                <a:lnTo>
                  <a:pt x="64579" y="366069"/>
                </a:lnTo>
                <a:lnTo>
                  <a:pt x="73151" y="365760"/>
                </a:lnTo>
                <a:lnTo>
                  <a:pt x="78271" y="363474"/>
                </a:lnTo>
                <a:lnTo>
                  <a:pt x="82105" y="358902"/>
                </a:lnTo>
                <a:lnTo>
                  <a:pt x="84510" y="352044"/>
                </a:lnTo>
                <a:lnTo>
                  <a:pt x="85343" y="342900"/>
                </a:lnTo>
                <a:lnTo>
                  <a:pt x="85343" y="219456"/>
                </a:lnTo>
                <a:lnTo>
                  <a:pt x="109727" y="219456"/>
                </a:lnTo>
                <a:lnTo>
                  <a:pt x="109727" y="364236"/>
                </a:lnTo>
                <a:lnTo>
                  <a:pt x="109272" y="366069"/>
                </a:lnTo>
                <a:close/>
              </a:path>
              <a:path w="410210" h="405764">
                <a:moveTo>
                  <a:pt x="70103" y="405384"/>
                </a:moveTo>
                <a:lnTo>
                  <a:pt x="66936" y="394501"/>
                </a:lnTo>
                <a:lnTo>
                  <a:pt x="57340" y="384619"/>
                </a:lnTo>
                <a:lnTo>
                  <a:pt x="41171" y="375594"/>
                </a:lnTo>
                <a:lnTo>
                  <a:pt x="18288" y="367284"/>
                </a:lnTo>
                <a:lnTo>
                  <a:pt x="18288" y="358140"/>
                </a:lnTo>
                <a:lnTo>
                  <a:pt x="37147" y="362116"/>
                </a:lnTo>
                <a:lnTo>
                  <a:pt x="52577" y="364807"/>
                </a:lnTo>
                <a:lnTo>
                  <a:pt x="64579" y="366069"/>
                </a:lnTo>
                <a:lnTo>
                  <a:pt x="109272" y="366069"/>
                </a:lnTo>
                <a:lnTo>
                  <a:pt x="106322" y="377952"/>
                </a:lnTo>
                <a:lnTo>
                  <a:pt x="98488" y="389382"/>
                </a:lnTo>
                <a:lnTo>
                  <a:pt x="86367" y="398526"/>
                </a:lnTo>
                <a:lnTo>
                  <a:pt x="70103" y="40538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" name="object 26"/>
          <p:cNvSpPr/>
          <p:nvPr/>
        </p:nvSpPr>
        <p:spPr>
          <a:xfrm>
            <a:off x="5693664" y="3023616"/>
            <a:ext cx="386080" cy="411480"/>
          </a:xfrm>
          <a:custGeom>
            <a:avLst/>
            <a:gdLst/>
            <a:ahLst/>
            <a:cxnLst/>
            <a:rect l="l" t="t" r="r" b="b"/>
            <a:pathLst>
              <a:path w="386079" h="411479">
                <a:moveTo>
                  <a:pt x="321781" y="239268"/>
                </a:moveTo>
                <a:lnTo>
                  <a:pt x="284988" y="239268"/>
                </a:lnTo>
                <a:lnTo>
                  <a:pt x="300228" y="222504"/>
                </a:lnTo>
                <a:lnTo>
                  <a:pt x="321781" y="239268"/>
                </a:lnTo>
                <a:close/>
              </a:path>
              <a:path w="386079" h="411479">
                <a:moveTo>
                  <a:pt x="76200" y="411480"/>
                </a:moveTo>
                <a:lnTo>
                  <a:pt x="77081" y="389239"/>
                </a:lnTo>
                <a:lnTo>
                  <a:pt x="77511" y="367284"/>
                </a:lnTo>
                <a:lnTo>
                  <a:pt x="77580" y="359473"/>
                </a:lnTo>
                <a:lnTo>
                  <a:pt x="77700" y="293893"/>
                </a:lnTo>
                <a:lnTo>
                  <a:pt x="77533" y="270129"/>
                </a:lnTo>
                <a:lnTo>
                  <a:pt x="77081" y="246935"/>
                </a:lnTo>
                <a:lnTo>
                  <a:pt x="76200" y="224028"/>
                </a:lnTo>
                <a:lnTo>
                  <a:pt x="103632" y="239268"/>
                </a:lnTo>
                <a:lnTo>
                  <a:pt x="321781" y="239268"/>
                </a:lnTo>
                <a:lnTo>
                  <a:pt x="327660" y="243840"/>
                </a:lnTo>
                <a:lnTo>
                  <a:pt x="320886" y="249936"/>
                </a:lnTo>
                <a:lnTo>
                  <a:pt x="102108" y="249936"/>
                </a:lnTo>
                <a:lnTo>
                  <a:pt x="102108" y="356616"/>
                </a:lnTo>
                <a:lnTo>
                  <a:pt x="312583" y="356616"/>
                </a:lnTo>
                <a:lnTo>
                  <a:pt x="312610" y="359473"/>
                </a:lnTo>
                <a:lnTo>
                  <a:pt x="312845" y="367284"/>
                </a:lnTo>
                <a:lnTo>
                  <a:pt x="102108" y="367284"/>
                </a:lnTo>
                <a:lnTo>
                  <a:pt x="102108" y="397764"/>
                </a:lnTo>
                <a:lnTo>
                  <a:pt x="76200" y="411480"/>
                </a:lnTo>
                <a:close/>
              </a:path>
              <a:path w="386079" h="411479">
                <a:moveTo>
                  <a:pt x="312583" y="356616"/>
                </a:moveTo>
                <a:lnTo>
                  <a:pt x="288036" y="356616"/>
                </a:lnTo>
                <a:lnTo>
                  <a:pt x="288036" y="249936"/>
                </a:lnTo>
                <a:lnTo>
                  <a:pt x="320886" y="249936"/>
                </a:lnTo>
                <a:lnTo>
                  <a:pt x="312419" y="257556"/>
                </a:lnTo>
                <a:lnTo>
                  <a:pt x="312449" y="342471"/>
                </a:lnTo>
                <a:lnTo>
                  <a:pt x="312583" y="356616"/>
                </a:lnTo>
                <a:close/>
              </a:path>
              <a:path w="386079" h="411479">
                <a:moveTo>
                  <a:pt x="288036" y="400812"/>
                </a:moveTo>
                <a:lnTo>
                  <a:pt x="288036" y="367284"/>
                </a:lnTo>
                <a:lnTo>
                  <a:pt x="312845" y="367284"/>
                </a:lnTo>
                <a:lnTo>
                  <a:pt x="313062" y="374499"/>
                </a:lnTo>
                <a:lnTo>
                  <a:pt x="313943" y="387096"/>
                </a:lnTo>
                <a:lnTo>
                  <a:pt x="288036" y="400812"/>
                </a:lnTo>
                <a:close/>
              </a:path>
              <a:path w="386079" h="411479">
                <a:moveTo>
                  <a:pt x="208788" y="83819"/>
                </a:moveTo>
                <a:lnTo>
                  <a:pt x="182880" y="83819"/>
                </a:lnTo>
                <a:lnTo>
                  <a:pt x="182618" y="59793"/>
                </a:lnTo>
                <a:lnTo>
                  <a:pt x="181927" y="37909"/>
                </a:lnTo>
                <a:lnTo>
                  <a:pt x="180964" y="18288"/>
                </a:lnTo>
                <a:lnTo>
                  <a:pt x="179832" y="0"/>
                </a:lnTo>
                <a:lnTo>
                  <a:pt x="224028" y="18288"/>
                </a:lnTo>
                <a:lnTo>
                  <a:pt x="208788" y="28956"/>
                </a:lnTo>
                <a:lnTo>
                  <a:pt x="208788" y="83819"/>
                </a:lnTo>
                <a:close/>
              </a:path>
              <a:path w="386079" h="411479">
                <a:moveTo>
                  <a:pt x="24384" y="158496"/>
                </a:moveTo>
                <a:lnTo>
                  <a:pt x="16764" y="153924"/>
                </a:lnTo>
                <a:lnTo>
                  <a:pt x="31027" y="137636"/>
                </a:lnTo>
                <a:lnTo>
                  <a:pt x="44005" y="120777"/>
                </a:lnTo>
                <a:lnTo>
                  <a:pt x="65532" y="85343"/>
                </a:lnTo>
                <a:lnTo>
                  <a:pt x="81343" y="49911"/>
                </a:lnTo>
                <a:lnTo>
                  <a:pt x="91440" y="16764"/>
                </a:lnTo>
                <a:lnTo>
                  <a:pt x="126492" y="38100"/>
                </a:lnTo>
                <a:lnTo>
                  <a:pt x="111252" y="48767"/>
                </a:lnTo>
                <a:lnTo>
                  <a:pt x="89916" y="83819"/>
                </a:lnTo>
                <a:lnTo>
                  <a:pt x="333320" y="83819"/>
                </a:lnTo>
                <a:lnTo>
                  <a:pt x="342900" y="92964"/>
                </a:lnTo>
                <a:lnTo>
                  <a:pt x="82296" y="92964"/>
                </a:lnTo>
                <a:lnTo>
                  <a:pt x="70032" y="110704"/>
                </a:lnTo>
                <a:lnTo>
                  <a:pt x="56197" y="127444"/>
                </a:lnTo>
                <a:lnTo>
                  <a:pt x="40933" y="143327"/>
                </a:lnTo>
                <a:lnTo>
                  <a:pt x="24384" y="158496"/>
                </a:lnTo>
                <a:close/>
              </a:path>
              <a:path w="386079" h="411479">
                <a:moveTo>
                  <a:pt x="333320" y="83819"/>
                </a:moveTo>
                <a:lnTo>
                  <a:pt x="286512" y="83819"/>
                </a:lnTo>
                <a:lnTo>
                  <a:pt x="309372" y="60960"/>
                </a:lnTo>
                <a:lnTo>
                  <a:pt x="333320" y="83819"/>
                </a:lnTo>
                <a:close/>
              </a:path>
              <a:path w="386079" h="411479">
                <a:moveTo>
                  <a:pt x="208788" y="176784"/>
                </a:moveTo>
                <a:lnTo>
                  <a:pt x="182880" y="176784"/>
                </a:lnTo>
                <a:lnTo>
                  <a:pt x="182880" y="92964"/>
                </a:lnTo>
                <a:lnTo>
                  <a:pt x="208788" y="92964"/>
                </a:lnTo>
                <a:lnTo>
                  <a:pt x="208788" y="176784"/>
                </a:lnTo>
                <a:close/>
              </a:path>
              <a:path w="386079" h="411479">
                <a:moveTo>
                  <a:pt x="15240" y="193548"/>
                </a:moveTo>
                <a:lnTo>
                  <a:pt x="0" y="176784"/>
                </a:lnTo>
                <a:lnTo>
                  <a:pt x="323088" y="176784"/>
                </a:lnTo>
                <a:lnTo>
                  <a:pt x="348996" y="150876"/>
                </a:lnTo>
                <a:lnTo>
                  <a:pt x="385572" y="187452"/>
                </a:lnTo>
                <a:lnTo>
                  <a:pt x="56388" y="187452"/>
                </a:lnTo>
                <a:lnTo>
                  <a:pt x="45886" y="187761"/>
                </a:lnTo>
                <a:lnTo>
                  <a:pt x="35242" y="188785"/>
                </a:lnTo>
                <a:lnTo>
                  <a:pt x="24884" y="190666"/>
                </a:lnTo>
                <a:lnTo>
                  <a:pt x="15240" y="19354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" name="object 27"/>
          <p:cNvSpPr/>
          <p:nvPr/>
        </p:nvSpPr>
        <p:spPr>
          <a:xfrm>
            <a:off x="6134100" y="3032759"/>
            <a:ext cx="399415" cy="390525"/>
          </a:xfrm>
          <a:custGeom>
            <a:avLst/>
            <a:gdLst/>
            <a:ahLst/>
            <a:cxnLst/>
            <a:rect l="l" t="t" r="r" b="b"/>
            <a:pathLst>
              <a:path w="399415" h="390525">
                <a:moveTo>
                  <a:pt x="374477" y="27432"/>
                </a:moveTo>
                <a:lnTo>
                  <a:pt x="318516" y="27432"/>
                </a:lnTo>
                <a:lnTo>
                  <a:pt x="345948" y="0"/>
                </a:lnTo>
                <a:lnTo>
                  <a:pt x="374477" y="27432"/>
                </a:lnTo>
                <a:close/>
              </a:path>
              <a:path w="399415" h="390525">
                <a:moveTo>
                  <a:pt x="6096" y="390144"/>
                </a:moveTo>
                <a:lnTo>
                  <a:pt x="0" y="387096"/>
                </a:lnTo>
                <a:lnTo>
                  <a:pt x="12644" y="366807"/>
                </a:lnTo>
                <a:lnTo>
                  <a:pt x="23431" y="344805"/>
                </a:lnTo>
                <a:lnTo>
                  <a:pt x="41148" y="295656"/>
                </a:lnTo>
                <a:lnTo>
                  <a:pt x="51435" y="233743"/>
                </a:lnTo>
                <a:lnTo>
                  <a:pt x="55721" y="116943"/>
                </a:lnTo>
                <a:lnTo>
                  <a:pt x="56007" y="79057"/>
                </a:lnTo>
                <a:lnTo>
                  <a:pt x="55721" y="43172"/>
                </a:lnTo>
                <a:lnTo>
                  <a:pt x="54864" y="9143"/>
                </a:lnTo>
                <a:lnTo>
                  <a:pt x="80772" y="27432"/>
                </a:lnTo>
                <a:lnTo>
                  <a:pt x="374477" y="27432"/>
                </a:lnTo>
                <a:lnTo>
                  <a:pt x="385572" y="38100"/>
                </a:lnTo>
                <a:lnTo>
                  <a:pt x="80772" y="38100"/>
                </a:lnTo>
                <a:lnTo>
                  <a:pt x="80772" y="131064"/>
                </a:lnTo>
                <a:lnTo>
                  <a:pt x="80486" y="181427"/>
                </a:lnTo>
                <a:lnTo>
                  <a:pt x="77343" y="225361"/>
                </a:lnTo>
                <a:lnTo>
                  <a:pt x="71342" y="263294"/>
                </a:lnTo>
                <a:lnTo>
                  <a:pt x="52173" y="323064"/>
                </a:lnTo>
                <a:lnTo>
                  <a:pt x="24122" y="370451"/>
                </a:lnTo>
                <a:lnTo>
                  <a:pt x="6096" y="390144"/>
                </a:lnTo>
                <a:close/>
              </a:path>
              <a:path w="399415" h="390525">
                <a:moveTo>
                  <a:pt x="105156" y="129540"/>
                </a:moveTo>
                <a:lnTo>
                  <a:pt x="89916" y="114300"/>
                </a:lnTo>
                <a:lnTo>
                  <a:pt x="339852" y="114300"/>
                </a:lnTo>
                <a:lnTo>
                  <a:pt x="365760" y="88392"/>
                </a:lnTo>
                <a:lnTo>
                  <a:pt x="399288" y="124968"/>
                </a:lnTo>
                <a:lnTo>
                  <a:pt x="146304" y="124968"/>
                </a:lnTo>
                <a:lnTo>
                  <a:pt x="135159" y="125253"/>
                </a:lnTo>
                <a:lnTo>
                  <a:pt x="124587" y="126111"/>
                </a:lnTo>
                <a:lnTo>
                  <a:pt x="114585" y="127539"/>
                </a:lnTo>
                <a:lnTo>
                  <a:pt x="105156" y="129540"/>
                </a:lnTo>
                <a:close/>
              </a:path>
              <a:path w="399415" h="390525">
                <a:moveTo>
                  <a:pt x="256920" y="344424"/>
                </a:moveTo>
                <a:lnTo>
                  <a:pt x="214884" y="344424"/>
                </a:lnTo>
                <a:lnTo>
                  <a:pt x="223742" y="343257"/>
                </a:lnTo>
                <a:lnTo>
                  <a:pt x="229743" y="339661"/>
                </a:lnTo>
                <a:lnTo>
                  <a:pt x="232886" y="333494"/>
                </a:lnTo>
                <a:lnTo>
                  <a:pt x="233172" y="324612"/>
                </a:lnTo>
                <a:lnTo>
                  <a:pt x="233172" y="124968"/>
                </a:lnTo>
                <a:lnTo>
                  <a:pt x="257556" y="124968"/>
                </a:lnTo>
                <a:lnTo>
                  <a:pt x="257556" y="329184"/>
                </a:lnTo>
                <a:lnTo>
                  <a:pt x="256920" y="344424"/>
                </a:lnTo>
                <a:close/>
              </a:path>
              <a:path w="399415" h="390525">
                <a:moveTo>
                  <a:pt x="217932" y="387096"/>
                </a:moveTo>
                <a:lnTo>
                  <a:pt x="214764" y="375142"/>
                </a:lnTo>
                <a:lnTo>
                  <a:pt x="205168" y="364617"/>
                </a:lnTo>
                <a:lnTo>
                  <a:pt x="188999" y="355806"/>
                </a:lnTo>
                <a:lnTo>
                  <a:pt x="166116" y="348996"/>
                </a:lnTo>
                <a:lnTo>
                  <a:pt x="166116" y="339852"/>
                </a:lnTo>
                <a:lnTo>
                  <a:pt x="179522" y="341852"/>
                </a:lnTo>
                <a:lnTo>
                  <a:pt x="192214" y="343281"/>
                </a:lnTo>
                <a:lnTo>
                  <a:pt x="204049" y="344138"/>
                </a:lnTo>
                <a:lnTo>
                  <a:pt x="214884" y="344424"/>
                </a:lnTo>
                <a:lnTo>
                  <a:pt x="256920" y="344424"/>
                </a:lnTo>
                <a:lnTo>
                  <a:pt x="256722" y="349162"/>
                </a:lnTo>
                <a:lnTo>
                  <a:pt x="249745" y="365569"/>
                </a:lnTo>
                <a:lnTo>
                  <a:pt x="236767" y="378261"/>
                </a:lnTo>
                <a:lnTo>
                  <a:pt x="217932" y="38709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pic>
        <p:nvPicPr>
          <p:cNvPr id="28" name="object 28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6609588" y="3285172"/>
            <a:ext cx="68580" cy="117919"/>
          </a:xfrm>
          <a:prstGeom prst="rect">
            <a:avLst/>
          </a:prstGeom>
        </p:spPr>
      </p:pic>
      <p:sp>
        <p:nvSpPr>
          <p:cNvPr id="29" name="object 29"/>
          <p:cNvSpPr/>
          <p:nvPr/>
        </p:nvSpPr>
        <p:spPr>
          <a:xfrm>
            <a:off x="7016496" y="3023628"/>
            <a:ext cx="845819" cy="405765"/>
          </a:xfrm>
          <a:custGeom>
            <a:avLst/>
            <a:gdLst/>
            <a:ahLst/>
            <a:cxnLst/>
            <a:rect l="l" t="t" r="r" b="b"/>
            <a:pathLst>
              <a:path w="845820" h="405764">
                <a:moveTo>
                  <a:pt x="388620" y="219456"/>
                </a:moveTo>
                <a:lnTo>
                  <a:pt x="381000" y="211836"/>
                </a:lnTo>
                <a:lnTo>
                  <a:pt x="362712" y="193548"/>
                </a:lnTo>
                <a:lnTo>
                  <a:pt x="348996" y="208521"/>
                </a:lnTo>
                <a:lnTo>
                  <a:pt x="348996" y="222504"/>
                </a:lnTo>
                <a:lnTo>
                  <a:pt x="348996" y="307848"/>
                </a:lnTo>
                <a:lnTo>
                  <a:pt x="248412" y="307848"/>
                </a:lnTo>
                <a:lnTo>
                  <a:pt x="248412" y="222504"/>
                </a:lnTo>
                <a:lnTo>
                  <a:pt x="348996" y="222504"/>
                </a:lnTo>
                <a:lnTo>
                  <a:pt x="348996" y="208521"/>
                </a:lnTo>
                <a:lnTo>
                  <a:pt x="345948" y="211836"/>
                </a:lnTo>
                <a:lnTo>
                  <a:pt x="249936" y="211836"/>
                </a:lnTo>
                <a:lnTo>
                  <a:pt x="222504" y="195072"/>
                </a:lnTo>
                <a:lnTo>
                  <a:pt x="222732" y="212471"/>
                </a:lnTo>
                <a:lnTo>
                  <a:pt x="223786" y="248412"/>
                </a:lnTo>
                <a:lnTo>
                  <a:pt x="223977" y="263461"/>
                </a:lnTo>
                <a:lnTo>
                  <a:pt x="223875" y="278384"/>
                </a:lnTo>
                <a:lnTo>
                  <a:pt x="223786" y="286105"/>
                </a:lnTo>
                <a:lnTo>
                  <a:pt x="222808" y="328155"/>
                </a:lnTo>
                <a:lnTo>
                  <a:pt x="222707" y="333756"/>
                </a:lnTo>
                <a:lnTo>
                  <a:pt x="222504" y="356616"/>
                </a:lnTo>
                <a:lnTo>
                  <a:pt x="248412" y="342900"/>
                </a:lnTo>
                <a:lnTo>
                  <a:pt x="248412" y="318516"/>
                </a:lnTo>
                <a:lnTo>
                  <a:pt x="348996" y="318516"/>
                </a:lnTo>
                <a:lnTo>
                  <a:pt x="348996" y="344424"/>
                </a:lnTo>
                <a:lnTo>
                  <a:pt x="373380" y="333756"/>
                </a:lnTo>
                <a:lnTo>
                  <a:pt x="372618" y="318516"/>
                </a:lnTo>
                <a:lnTo>
                  <a:pt x="372491" y="316039"/>
                </a:lnTo>
                <a:lnTo>
                  <a:pt x="372338" y="307848"/>
                </a:lnTo>
                <a:lnTo>
                  <a:pt x="372046" y="292608"/>
                </a:lnTo>
                <a:lnTo>
                  <a:pt x="371957" y="278384"/>
                </a:lnTo>
                <a:lnTo>
                  <a:pt x="371856" y="228600"/>
                </a:lnTo>
                <a:lnTo>
                  <a:pt x="383032" y="222504"/>
                </a:lnTo>
                <a:lnTo>
                  <a:pt x="388620" y="219456"/>
                </a:lnTo>
                <a:close/>
              </a:path>
              <a:path w="845820" h="405764">
                <a:moveTo>
                  <a:pt x="396240" y="47244"/>
                </a:moveTo>
                <a:lnTo>
                  <a:pt x="373380" y="24384"/>
                </a:lnTo>
                <a:lnTo>
                  <a:pt x="358140" y="41148"/>
                </a:lnTo>
                <a:lnTo>
                  <a:pt x="201168" y="41148"/>
                </a:lnTo>
                <a:lnTo>
                  <a:pt x="216408" y="56388"/>
                </a:lnTo>
                <a:lnTo>
                  <a:pt x="226707" y="54381"/>
                </a:lnTo>
                <a:lnTo>
                  <a:pt x="237172" y="52959"/>
                </a:lnTo>
                <a:lnTo>
                  <a:pt x="247904" y="52095"/>
                </a:lnTo>
                <a:lnTo>
                  <a:pt x="259080" y="51816"/>
                </a:lnTo>
                <a:lnTo>
                  <a:pt x="253365" y="96100"/>
                </a:lnTo>
                <a:lnTo>
                  <a:pt x="238506" y="135255"/>
                </a:lnTo>
                <a:lnTo>
                  <a:pt x="214503" y="169252"/>
                </a:lnTo>
                <a:lnTo>
                  <a:pt x="181356" y="198120"/>
                </a:lnTo>
                <a:lnTo>
                  <a:pt x="185928" y="205740"/>
                </a:lnTo>
                <a:lnTo>
                  <a:pt x="228219" y="177393"/>
                </a:lnTo>
                <a:lnTo>
                  <a:pt x="259080" y="142494"/>
                </a:lnTo>
                <a:lnTo>
                  <a:pt x="278511" y="100723"/>
                </a:lnTo>
                <a:lnTo>
                  <a:pt x="286512" y="51816"/>
                </a:lnTo>
                <a:lnTo>
                  <a:pt x="359664" y="51816"/>
                </a:lnTo>
                <a:lnTo>
                  <a:pt x="357632" y="75222"/>
                </a:lnTo>
                <a:lnTo>
                  <a:pt x="354723" y="111175"/>
                </a:lnTo>
                <a:lnTo>
                  <a:pt x="353568" y="123444"/>
                </a:lnTo>
                <a:lnTo>
                  <a:pt x="352044" y="137160"/>
                </a:lnTo>
                <a:lnTo>
                  <a:pt x="348996" y="144780"/>
                </a:lnTo>
                <a:lnTo>
                  <a:pt x="344424" y="146304"/>
                </a:lnTo>
                <a:lnTo>
                  <a:pt x="339852" y="146304"/>
                </a:lnTo>
                <a:lnTo>
                  <a:pt x="336804" y="147828"/>
                </a:lnTo>
                <a:lnTo>
                  <a:pt x="333756" y="147828"/>
                </a:lnTo>
                <a:lnTo>
                  <a:pt x="327444" y="147561"/>
                </a:lnTo>
                <a:lnTo>
                  <a:pt x="319849" y="146875"/>
                </a:lnTo>
                <a:lnTo>
                  <a:pt x="300228" y="144780"/>
                </a:lnTo>
                <a:lnTo>
                  <a:pt x="300228" y="150876"/>
                </a:lnTo>
                <a:lnTo>
                  <a:pt x="314553" y="157162"/>
                </a:lnTo>
                <a:lnTo>
                  <a:pt x="325755" y="164592"/>
                </a:lnTo>
                <a:lnTo>
                  <a:pt x="334086" y="173164"/>
                </a:lnTo>
                <a:lnTo>
                  <a:pt x="339852" y="182880"/>
                </a:lnTo>
                <a:lnTo>
                  <a:pt x="348996" y="178308"/>
                </a:lnTo>
                <a:lnTo>
                  <a:pt x="373087" y="147828"/>
                </a:lnTo>
                <a:lnTo>
                  <a:pt x="374751" y="142278"/>
                </a:lnTo>
                <a:lnTo>
                  <a:pt x="380238" y="102489"/>
                </a:lnTo>
                <a:lnTo>
                  <a:pt x="384048" y="56388"/>
                </a:lnTo>
                <a:lnTo>
                  <a:pt x="390144" y="51816"/>
                </a:lnTo>
                <a:lnTo>
                  <a:pt x="396240" y="47244"/>
                </a:lnTo>
                <a:close/>
              </a:path>
              <a:path w="845820" h="405764">
                <a:moveTo>
                  <a:pt x="409956" y="370332"/>
                </a:moveTo>
                <a:lnTo>
                  <a:pt x="393039" y="371208"/>
                </a:lnTo>
                <a:lnTo>
                  <a:pt x="374142" y="371665"/>
                </a:lnTo>
                <a:lnTo>
                  <a:pt x="350380" y="371767"/>
                </a:lnTo>
                <a:lnTo>
                  <a:pt x="283654" y="371665"/>
                </a:lnTo>
                <a:lnTo>
                  <a:pt x="230124" y="370332"/>
                </a:lnTo>
                <a:lnTo>
                  <a:pt x="173926" y="363283"/>
                </a:lnTo>
                <a:lnTo>
                  <a:pt x="123444" y="345948"/>
                </a:lnTo>
                <a:lnTo>
                  <a:pt x="123444" y="333756"/>
                </a:lnTo>
                <a:lnTo>
                  <a:pt x="123444" y="259080"/>
                </a:lnTo>
                <a:lnTo>
                  <a:pt x="207264" y="259080"/>
                </a:lnTo>
                <a:lnTo>
                  <a:pt x="197662" y="248412"/>
                </a:lnTo>
                <a:lnTo>
                  <a:pt x="179832" y="228600"/>
                </a:lnTo>
                <a:lnTo>
                  <a:pt x="160020" y="248412"/>
                </a:lnTo>
                <a:lnTo>
                  <a:pt x="123444" y="248412"/>
                </a:lnTo>
                <a:lnTo>
                  <a:pt x="123444" y="173736"/>
                </a:lnTo>
                <a:lnTo>
                  <a:pt x="202692" y="173736"/>
                </a:lnTo>
                <a:lnTo>
                  <a:pt x="173736" y="141732"/>
                </a:lnTo>
                <a:lnTo>
                  <a:pt x="152400" y="163068"/>
                </a:lnTo>
                <a:lnTo>
                  <a:pt x="118872" y="163068"/>
                </a:lnTo>
                <a:lnTo>
                  <a:pt x="118872" y="89916"/>
                </a:lnTo>
                <a:lnTo>
                  <a:pt x="198120" y="89916"/>
                </a:lnTo>
                <a:lnTo>
                  <a:pt x="169164" y="60960"/>
                </a:lnTo>
                <a:lnTo>
                  <a:pt x="150876" y="79248"/>
                </a:lnTo>
                <a:lnTo>
                  <a:pt x="118872" y="79248"/>
                </a:lnTo>
                <a:lnTo>
                  <a:pt x="118872" y="33528"/>
                </a:lnTo>
                <a:lnTo>
                  <a:pt x="137160" y="18288"/>
                </a:lnTo>
                <a:lnTo>
                  <a:pt x="94488" y="0"/>
                </a:lnTo>
                <a:lnTo>
                  <a:pt x="95364" y="15379"/>
                </a:lnTo>
                <a:lnTo>
                  <a:pt x="95808" y="33528"/>
                </a:lnTo>
                <a:lnTo>
                  <a:pt x="95923" y="47244"/>
                </a:lnTo>
                <a:lnTo>
                  <a:pt x="96012" y="79248"/>
                </a:lnTo>
                <a:lnTo>
                  <a:pt x="18288" y="79248"/>
                </a:lnTo>
                <a:lnTo>
                  <a:pt x="33528" y="96012"/>
                </a:lnTo>
                <a:lnTo>
                  <a:pt x="43827" y="93129"/>
                </a:lnTo>
                <a:lnTo>
                  <a:pt x="54292" y="91249"/>
                </a:lnTo>
                <a:lnTo>
                  <a:pt x="65024" y="90220"/>
                </a:lnTo>
                <a:lnTo>
                  <a:pt x="76200" y="89916"/>
                </a:lnTo>
                <a:lnTo>
                  <a:pt x="96012" y="89916"/>
                </a:lnTo>
                <a:lnTo>
                  <a:pt x="96012" y="163068"/>
                </a:lnTo>
                <a:lnTo>
                  <a:pt x="4572" y="163068"/>
                </a:lnTo>
                <a:lnTo>
                  <a:pt x="19812" y="178308"/>
                </a:lnTo>
                <a:lnTo>
                  <a:pt x="30111" y="176301"/>
                </a:lnTo>
                <a:lnTo>
                  <a:pt x="40576" y="174879"/>
                </a:lnTo>
                <a:lnTo>
                  <a:pt x="51308" y="174015"/>
                </a:lnTo>
                <a:lnTo>
                  <a:pt x="62484" y="173736"/>
                </a:lnTo>
                <a:lnTo>
                  <a:pt x="100584" y="173736"/>
                </a:lnTo>
                <a:lnTo>
                  <a:pt x="100584" y="333756"/>
                </a:lnTo>
                <a:lnTo>
                  <a:pt x="88531" y="324370"/>
                </a:lnTo>
                <a:lnTo>
                  <a:pt x="77343" y="314706"/>
                </a:lnTo>
                <a:lnTo>
                  <a:pt x="66446" y="304800"/>
                </a:lnTo>
                <a:lnTo>
                  <a:pt x="56388" y="295656"/>
                </a:lnTo>
                <a:lnTo>
                  <a:pt x="58674" y="283959"/>
                </a:lnTo>
                <a:lnTo>
                  <a:pt x="60960" y="269557"/>
                </a:lnTo>
                <a:lnTo>
                  <a:pt x="63246" y="252577"/>
                </a:lnTo>
                <a:lnTo>
                  <a:pt x="65532" y="233172"/>
                </a:lnTo>
                <a:lnTo>
                  <a:pt x="79248" y="222504"/>
                </a:lnTo>
                <a:lnTo>
                  <a:pt x="41148" y="205740"/>
                </a:lnTo>
                <a:lnTo>
                  <a:pt x="40589" y="229755"/>
                </a:lnTo>
                <a:lnTo>
                  <a:pt x="39052" y="253936"/>
                </a:lnTo>
                <a:lnTo>
                  <a:pt x="33528" y="303276"/>
                </a:lnTo>
                <a:lnTo>
                  <a:pt x="20764" y="352615"/>
                </a:lnTo>
                <a:lnTo>
                  <a:pt x="0" y="400812"/>
                </a:lnTo>
                <a:lnTo>
                  <a:pt x="4572" y="405384"/>
                </a:lnTo>
                <a:lnTo>
                  <a:pt x="22288" y="381088"/>
                </a:lnTo>
                <a:lnTo>
                  <a:pt x="36576" y="356235"/>
                </a:lnTo>
                <a:lnTo>
                  <a:pt x="47434" y="330796"/>
                </a:lnTo>
                <a:lnTo>
                  <a:pt x="54864" y="304800"/>
                </a:lnTo>
                <a:lnTo>
                  <a:pt x="71412" y="325056"/>
                </a:lnTo>
                <a:lnTo>
                  <a:pt x="107365" y="356438"/>
                </a:lnTo>
                <a:lnTo>
                  <a:pt x="148488" y="376682"/>
                </a:lnTo>
                <a:lnTo>
                  <a:pt x="201066" y="389775"/>
                </a:lnTo>
                <a:lnTo>
                  <a:pt x="265645" y="396303"/>
                </a:lnTo>
                <a:lnTo>
                  <a:pt x="338797" y="400253"/>
                </a:lnTo>
                <a:lnTo>
                  <a:pt x="377952" y="400812"/>
                </a:lnTo>
                <a:lnTo>
                  <a:pt x="382308" y="392493"/>
                </a:lnTo>
                <a:lnTo>
                  <a:pt x="388810" y="385762"/>
                </a:lnTo>
                <a:lnTo>
                  <a:pt x="397878" y="380441"/>
                </a:lnTo>
                <a:lnTo>
                  <a:pt x="409956" y="376428"/>
                </a:lnTo>
                <a:lnTo>
                  <a:pt x="409956" y="371856"/>
                </a:lnTo>
                <a:lnTo>
                  <a:pt x="409956" y="370332"/>
                </a:lnTo>
                <a:close/>
              </a:path>
              <a:path w="845820" h="405764">
                <a:moveTo>
                  <a:pt x="608076" y="301739"/>
                </a:moveTo>
                <a:lnTo>
                  <a:pt x="558063" y="318084"/>
                </a:lnTo>
                <a:lnTo>
                  <a:pt x="515493" y="330695"/>
                </a:lnTo>
                <a:lnTo>
                  <a:pt x="480339" y="339890"/>
                </a:lnTo>
                <a:lnTo>
                  <a:pt x="452628" y="345935"/>
                </a:lnTo>
                <a:lnTo>
                  <a:pt x="473964" y="379463"/>
                </a:lnTo>
                <a:lnTo>
                  <a:pt x="509016" y="353555"/>
                </a:lnTo>
                <a:lnTo>
                  <a:pt x="546544" y="336029"/>
                </a:lnTo>
                <a:lnTo>
                  <a:pt x="608076" y="309359"/>
                </a:lnTo>
                <a:lnTo>
                  <a:pt x="608076" y="301739"/>
                </a:lnTo>
                <a:close/>
              </a:path>
              <a:path w="845820" h="405764">
                <a:moveTo>
                  <a:pt x="626364" y="111239"/>
                </a:moveTo>
                <a:lnTo>
                  <a:pt x="594360" y="85331"/>
                </a:lnTo>
                <a:lnTo>
                  <a:pt x="588048" y="100241"/>
                </a:lnTo>
                <a:lnTo>
                  <a:pt x="580453" y="115430"/>
                </a:lnTo>
                <a:lnTo>
                  <a:pt x="571423" y="131203"/>
                </a:lnTo>
                <a:lnTo>
                  <a:pt x="560832" y="147815"/>
                </a:lnTo>
                <a:lnTo>
                  <a:pt x="480060" y="149339"/>
                </a:lnTo>
                <a:lnTo>
                  <a:pt x="502081" y="121653"/>
                </a:lnTo>
                <a:lnTo>
                  <a:pt x="522541" y="93522"/>
                </a:lnTo>
                <a:lnTo>
                  <a:pt x="541566" y="65125"/>
                </a:lnTo>
                <a:lnTo>
                  <a:pt x="559308" y="36563"/>
                </a:lnTo>
                <a:lnTo>
                  <a:pt x="574548" y="25895"/>
                </a:lnTo>
                <a:lnTo>
                  <a:pt x="537972" y="4559"/>
                </a:lnTo>
                <a:lnTo>
                  <a:pt x="532231" y="24853"/>
                </a:lnTo>
                <a:lnTo>
                  <a:pt x="524065" y="46850"/>
                </a:lnTo>
                <a:lnTo>
                  <a:pt x="499872" y="95999"/>
                </a:lnTo>
                <a:lnTo>
                  <a:pt x="473392" y="135813"/>
                </a:lnTo>
                <a:lnTo>
                  <a:pt x="452628" y="149339"/>
                </a:lnTo>
                <a:lnTo>
                  <a:pt x="472440" y="181343"/>
                </a:lnTo>
                <a:lnTo>
                  <a:pt x="509016" y="164579"/>
                </a:lnTo>
                <a:lnTo>
                  <a:pt x="556260" y="156959"/>
                </a:lnTo>
                <a:lnTo>
                  <a:pt x="536232" y="183248"/>
                </a:lnTo>
                <a:lnTo>
                  <a:pt x="505891" y="222110"/>
                </a:lnTo>
                <a:lnTo>
                  <a:pt x="475869" y="252780"/>
                </a:lnTo>
                <a:lnTo>
                  <a:pt x="458724" y="260591"/>
                </a:lnTo>
                <a:lnTo>
                  <a:pt x="478536" y="294119"/>
                </a:lnTo>
                <a:lnTo>
                  <a:pt x="494296" y="284403"/>
                </a:lnTo>
                <a:lnTo>
                  <a:pt x="521208" y="273545"/>
                </a:lnTo>
                <a:lnTo>
                  <a:pt x="559536" y="261543"/>
                </a:lnTo>
                <a:lnTo>
                  <a:pt x="568972" y="259067"/>
                </a:lnTo>
                <a:lnTo>
                  <a:pt x="609600" y="248399"/>
                </a:lnTo>
                <a:lnTo>
                  <a:pt x="609600" y="239255"/>
                </a:lnTo>
                <a:lnTo>
                  <a:pt x="495300" y="259067"/>
                </a:lnTo>
                <a:lnTo>
                  <a:pt x="527304" y="221919"/>
                </a:lnTo>
                <a:lnTo>
                  <a:pt x="557022" y="185915"/>
                </a:lnTo>
                <a:lnTo>
                  <a:pt x="579805" y="156959"/>
                </a:lnTo>
                <a:lnTo>
                  <a:pt x="584454" y="151053"/>
                </a:lnTo>
                <a:lnTo>
                  <a:pt x="585724" y="149339"/>
                </a:lnTo>
                <a:lnTo>
                  <a:pt x="609600" y="117335"/>
                </a:lnTo>
                <a:lnTo>
                  <a:pt x="626364" y="111239"/>
                </a:lnTo>
                <a:close/>
              </a:path>
              <a:path w="845820" h="405764">
                <a:moveTo>
                  <a:pt x="845820" y="370319"/>
                </a:moveTo>
                <a:lnTo>
                  <a:pt x="796861" y="347459"/>
                </a:lnTo>
                <a:lnTo>
                  <a:pt x="755904" y="310883"/>
                </a:lnTo>
                <a:lnTo>
                  <a:pt x="766851" y="292595"/>
                </a:lnTo>
                <a:lnTo>
                  <a:pt x="773328" y="281787"/>
                </a:lnTo>
                <a:lnTo>
                  <a:pt x="789051" y="249542"/>
                </a:lnTo>
                <a:lnTo>
                  <a:pt x="803046" y="214452"/>
                </a:lnTo>
                <a:lnTo>
                  <a:pt x="815340" y="176771"/>
                </a:lnTo>
                <a:lnTo>
                  <a:pt x="824865" y="169151"/>
                </a:lnTo>
                <a:lnTo>
                  <a:pt x="830580" y="164579"/>
                </a:lnTo>
                <a:lnTo>
                  <a:pt x="824484" y="158483"/>
                </a:lnTo>
                <a:lnTo>
                  <a:pt x="806196" y="140195"/>
                </a:lnTo>
                <a:lnTo>
                  <a:pt x="790956" y="155435"/>
                </a:lnTo>
                <a:lnTo>
                  <a:pt x="790956" y="169151"/>
                </a:lnTo>
                <a:lnTo>
                  <a:pt x="780072" y="206019"/>
                </a:lnTo>
                <a:lnTo>
                  <a:pt x="767905" y="238874"/>
                </a:lnTo>
                <a:lnTo>
                  <a:pt x="754303" y="267741"/>
                </a:lnTo>
                <a:lnTo>
                  <a:pt x="739140" y="292595"/>
                </a:lnTo>
                <a:lnTo>
                  <a:pt x="722566" y="267982"/>
                </a:lnTo>
                <a:lnTo>
                  <a:pt x="707136" y="237350"/>
                </a:lnTo>
                <a:lnTo>
                  <a:pt x="692848" y="200444"/>
                </a:lnTo>
                <a:lnTo>
                  <a:pt x="685228" y="175247"/>
                </a:lnTo>
                <a:lnTo>
                  <a:pt x="679704" y="156959"/>
                </a:lnTo>
                <a:lnTo>
                  <a:pt x="679907" y="135813"/>
                </a:lnTo>
                <a:lnTo>
                  <a:pt x="680021" y="128574"/>
                </a:lnTo>
                <a:lnTo>
                  <a:pt x="680656" y="105143"/>
                </a:lnTo>
                <a:lnTo>
                  <a:pt x="681621" y="79387"/>
                </a:lnTo>
                <a:lnTo>
                  <a:pt x="682752" y="53327"/>
                </a:lnTo>
                <a:lnTo>
                  <a:pt x="769620" y="53327"/>
                </a:lnTo>
                <a:lnTo>
                  <a:pt x="763371" y="69380"/>
                </a:lnTo>
                <a:lnTo>
                  <a:pt x="756285" y="85712"/>
                </a:lnTo>
                <a:lnTo>
                  <a:pt x="748614" y="102628"/>
                </a:lnTo>
                <a:lnTo>
                  <a:pt x="740664" y="120383"/>
                </a:lnTo>
                <a:lnTo>
                  <a:pt x="732675" y="135559"/>
                </a:lnTo>
                <a:lnTo>
                  <a:pt x="724852" y="146862"/>
                </a:lnTo>
                <a:lnTo>
                  <a:pt x="717296" y="154470"/>
                </a:lnTo>
                <a:lnTo>
                  <a:pt x="710184" y="158483"/>
                </a:lnTo>
                <a:lnTo>
                  <a:pt x="733044" y="182867"/>
                </a:lnTo>
                <a:lnTo>
                  <a:pt x="742188" y="169151"/>
                </a:lnTo>
                <a:lnTo>
                  <a:pt x="790956" y="169151"/>
                </a:lnTo>
                <a:lnTo>
                  <a:pt x="790956" y="155435"/>
                </a:lnTo>
                <a:lnTo>
                  <a:pt x="787908" y="158483"/>
                </a:lnTo>
                <a:lnTo>
                  <a:pt x="746760" y="158483"/>
                </a:lnTo>
                <a:lnTo>
                  <a:pt x="763841" y="121653"/>
                </a:lnTo>
                <a:lnTo>
                  <a:pt x="792480" y="63995"/>
                </a:lnTo>
                <a:lnTo>
                  <a:pt x="812292" y="53327"/>
                </a:lnTo>
                <a:lnTo>
                  <a:pt x="784860" y="25895"/>
                </a:lnTo>
                <a:lnTo>
                  <a:pt x="768096" y="42659"/>
                </a:lnTo>
                <a:lnTo>
                  <a:pt x="601980" y="42659"/>
                </a:lnTo>
                <a:lnTo>
                  <a:pt x="618744" y="59423"/>
                </a:lnTo>
                <a:lnTo>
                  <a:pt x="628167" y="56553"/>
                </a:lnTo>
                <a:lnTo>
                  <a:pt x="638175" y="54660"/>
                </a:lnTo>
                <a:lnTo>
                  <a:pt x="648741" y="53644"/>
                </a:lnTo>
                <a:lnTo>
                  <a:pt x="659892" y="53327"/>
                </a:lnTo>
                <a:lnTo>
                  <a:pt x="658456" y="92176"/>
                </a:lnTo>
                <a:lnTo>
                  <a:pt x="653897" y="162318"/>
                </a:lnTo>
                <a:lnTo>
                  <a:pt x="646455" y="222643"/>
                </a:lnTo>
                <a:lnTo>
                  <a:pt x="632739" y="276263"/>
                </a:lnTo>
                <a:lnTo>
                  <a:pt x="610184" y="323342"/>
                </a:lnTo>
                <a:lnTo>
                  <a:pt x="567372" y="370725"/>
                </a:lnTo>
                <a:lnTo>
                  <a:pt x="537972" y="394703"/>
                </a:lnTo>
                <a:lnTo>
                  <a:pt x="541020" y="399275"/>
                </a:lnTo>
                <a:lnTo>
                  <a:pt x="597598" y="360032"/>
                </a:lnTo>
                <a:lnTo>
                  <a:pt x="637032" y="313931"/>
                </a:lnTo>
                <a:lnTo>
                  <a:pt x="662368" y="255447"/>
                </a:lnTo>
                <a:lnTo>
                  <a:pt x="670242" y="218135"/>
                </a:lnTo>
                <a:lnTo>
                  <a:pt x="675132" y="175247"/>
                </a:lnTo>
                <a:lnTo>
                  <a:pt x="684276" y="214668"/>
                </a:lnTo>
                <a:lnTo>
                  <a:pt x="695706" y="250494"/>
                </a:lnTo>
                <a:lnTo>
                  <a:pt x="709422" y="282625"/>
                </a:lnTo>
                <a:lnTo>
                  <a:pt x="725424" y="310883"/>
                </a:lnTo>
                <a:lnTo>
                  <a:pt x="700557" y="336892"/>
                </a:lnTo>
                <a:lnTo>
                  <a:pt x="671703" y="360032"/>
                </a:lnTo>
                <a:lnTo>
                  <a:pt x="638835" y="380326"/>
                </a:lnTo>
                <a:lnTo>
                  <a:pt x="601980" y="397751"/>
                </a:lnTo>
                <a:lnTo>
                  <a:pt x="606552" y="403847"/>
                </a:lnTo>
                <a:lnTo>
                  <a:pt x="644842" y="390474"/>
                </a:lnTo>
                <a:lnTo>
                  <a:pt x="679704" y="373367"/>
                </a:lnTo>
                <a:lnTo>
                  <a:pt x="711136" y="352844"/>
                </a:lnTo>
                <a:lnTo>
                  <a:pt x="739140" y="329171"/>
                </a:lnTo>
                <a:lnTo>
                  <a:pt x="755688" y="347751"/>
                </a:lnTo>
                <a:lnTo>
                  <a:pt x="773239" y="364604"/>
                </a:lnTo>
                <a:lnTo>
                  <a:pt x="791641" y="379755"/>
                </a:lnTo>
                <a:lnTo>
                  <a:pt x="810768" y="393179"/>
                </a:lnTo>
                <a:lnTo>
                  <a:pt x="817092" y="384543"/>
                </a:lnTo>
                <a:lnTo>
                  <a:pt x="824865" y="378891"/>
                </a:lnTo>
                <a:lnTo>
                  <a:pt x="834339" y="375831"/>
                </a:lnTo>
                <a:lnTo>
                  <a:pt x="845820" y="374891"/>
                </a:lnTo>
                <a:lnTo>
                  <a:pt x="845820" y="37031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" name="object 30"/>
          <p:cNvSpPr/>
          <p:nvPr/>
        </p:nvSpPr>
        <p:spPr>
          <a:xfrm>
            <a:off x="7908036" y="3020567"/>
            <a:ext cx="1300480" cy="413384"/>
          </a:xfrm>
          <a:custGeom>
            <a:avLst/>
            <a:gdLst/>
            <a:ahLst/>
            <a:cxnLst/>
            <a:rect l="l" t="t" r="r" b="b"/>
            <a:pathLst>
              <a:path w="1300479" h="413385">
                <a:moveTo>
                  <a:pt x="118872" y="68592"/>
                </a:moveTo>
                <a:lnTo>
                  <a:pt x="95745" y="37960"/>
                </a:lnTo>
                <a:lnTo>
                  <a:pt x="51816" y="15252"/>
                </a:lnTo>
                <a:lnTo>
                  <a:pt x="50292" y="19824"/>
                </a:lnTo>
                <a:lnTo>
                  <a:pt x="63119" y="32397"/>
                </a:lnTo>
                <a:lnTo>
                  <a:pt x="74104" y="44970"/>
                </a:lnTo>
                <a:lnTo>
                  <a:pt x="83070" y="57543"/>
                </a:lnTo>
                <a:lnTo>
                  <a:pt x="89916" y="70116"/>
                </a:lnTo>
                <a:lnTo>
                  <a:pt x="93357" y="79235"/>
                </a:lnTo>
                <a:lnTo>
                  <a:pt x="96964" y="85928"/>
                </a:lnTo>
                <a:lnTo>
                  <a:pt x="100838" y="90043"/>
                </a:lnTo>
                <a:lnTo>
                  <a:pt x="105156" y="91452"/>
                </a:lnTo>
                <a:lnTo>
                  <a:pt x="106680" y="91452"/>
                </a:lnTo>
                <a:lnTo>
                  <a:pt x="109728" y="89928"/>
                </a:lnTo>
                <a:lnTo>
                  <a:pt x="117348" y="82308"/>
                </a:lnTo>
                <a:lnTo>
                  <a:pt x="118872" y="76212"/>
                </a:lnTo>
                <a:lnTo>
                  <a:pt x="118872" y="68592"/>
                </a:lnTo>
                <a:close/>
              </a:path>
              <a:path w="1300479" h="413385">
                <a:moveTo>
                  <a:pt x="167640" y="286524"/>
                </a:moveTo>
                <a:lnTo>
                  <a:pt x="164592" y="280428"/>
                </a:lnTo>
                <a:lnTo>
                  <a:pt x="96012" y="339864"/>
                </a:lnTo>
                <a:lnTo>
                  <a:pt x="96012" y="178320"/>
                </a:lnTo>
                <a:lnTo>
                  <a:pt x="105156" y="172224"/>
                </a:lnTo>
                <a:lnTo>
                  <a:pt x="114300" y="166128"/>
                </a:lnTo>
                <a:lnTo>
                  <a:pt x="89916" y="141744"/>
                </a:lnTo>
                <a:lnTo>
                  <a:pt x="70104" y="161556"/>
                </a:lnTo>
                <a:lnTo>
                  <a:pt x="0" y="161556"/>
                </a:lnTo>
                <a:lnTo>
                  <a:pt x="15240" y="176796"/>
                </a:lnTo>
                <a:lnTo>
                  <a:pt x="24041" y="174790"/>
                </a:lnTo>
                <a:lnTo>
                  <a:pt x="32004" y="173367"/>
                </a:lnTo>
                <a:lnTo>
                  <a:pt x="38811" y="172504"/>
                </a:lnTo>
                <a:lnTo>
                  <a:pt x="44196" y="172224"/>
                </a:lnTo>
                <a:lnTo>
                  <a:pt x="74676" y="172224"/>
                </a:lnTo>
                <a:lnTo>
                  <a:pt x="74676" y="327672"/>
                </a:lnTo>
                <a:lnTo>
                  <a:pt x="74117" y="338264"/>
                </a:lnTo>
                <a:lnTo>
                  <a:pt x="72580" y="347294"/>
                </a:lnTo>
                <a:lnTo>
                  <a:pt x="70167" y="354888"/>
                </a:lnTo>
                <a:lnTo>
                  <a:pt x="67056" y="361200"/>
                </a:lnTo>
                <a:lnTo>
                  <a:pt x="92964" y="390156"/>
                </a:lnTo>
                <a:lnTo>
                  <a:pt x="102908" y="374167"/>
                </a:lnTo>
                <a:lnTo>
                  <a:pt x="118872" y="351485"/>
                </a:lnTo>
                <a:lnTo>
                  <a:pt x="127469" y="339864"/>
                </a:lnTo>
                <a:lnTo>
                  <a:pt x="140538" y="322211"/>
                </a:lnTo>
                <a:lnTo>
                  <a:pt x="167640" y="286524"/>
                </a:lnTo>
                <a:close/>
              </a:path>
              <a:path w="1300479" h="413385">
                <a:moveTo>
                  <a:pt x="408432" y="173748"/>
                </a:moveTo>
                <a:lnTo>
                  <a:pt x="376428" y="140220"/>
                </a:lnTo>
                <a:lnTo>
                  <a:pt x="353568" y="163080"/>
                </a:lnTo>
                <a:lnTo>
                  <a:pt x="275844" y="163080"/>
                </a:lnTo>
                <a:lnTo>
                  <a:pt x="275844" y="44208"/>
                </a:lnTo>
                <a:lnTo>
                  <a:pt x="289560" y="30492"/>
                </a:lnTo>
                <a:lnTo>
                  <a:pt x="248412" y="12204"/>
                </a:lnTo>
                <a:lnTo>
                  <a:pt x="249288" y="34493"/>
                </a:lnTo>
                <a:lnTo>
                  <a:pt x="249745" y="67068"/>
                </a:lnTo>
                <a:lnTo>
                  <a:pt x="249910" y="109931"/>
                </a:lnTo>
                <a:lnTo>
                  <a:pt x="249936" y="163080"/>
                </a:lnTo>
                <a:lnTo>
                  <a:pt x="131064" y="163080"/>
                </a:lnTo>
                <a:lnTo>
                  <a:pt x="147828" y="178320"/>
                </a:lnTo>
                <a:lnTo>
                  <a:pt x="157226" y="176314"/>
                </a:lnTo>
                <a:lnTo>
                  <a:pt x="167068" y="174891"/>
                </a:lnTo>
                <a:lnTo>
                  <a:pt x="177177" y="174028"/>
                </a:lnTo>
                <a:lnTo>
                  <a:pt x="187452" y="173748"/>
                </a:lnTo>
                <a:lnTo>
                  <a:pt x="249936" y="173748"/>
                </a:lnTo>
                <a:lnTo>
                  <a:pt x="249834" y="332244"/>
                </a:lnTo>
                <a:lnTo>
                  <a:pt x="249694" y="341579"/>
                </a:lnTo>
                <a:lnTo>
                  <a:pt x="249174" y="360438"/>
                </a:lnTo>
                <a:lnTo>
                  <a:pt x="248678" y="381101"/>
                </a:lnTo>
                <a:lnTo>
                  <a:pt x="248577" y="390156"/>
                </a:lnTo>
                <a:lnTo>
                  <a:pt x="248412" y="408444"/>
                </a:lnTo>
                <a:lnTo>
                  <a:pt x="277368" y="396252"/>
                </a:lnTo>
                <a:lnTo>
                  <a:pt x="276479" y="381101"/>
                </a:lnTo>
                <a:lnTo>
                  <a:pt x="276034" y="365391"/>
                </a:lnTo>
                <a:lnTo>
                  <a:pt x="275920" y="354888"/>
                </a:lnTo>
                <a:lnTo>
                  <a:pt x="275844" y="173748"/>
                </a:lnTo>
                <a:lnTo>
                  <a:pt x="408432" y="173748"/>
                </a:lnTo>
                <a:close/>
              </a:path>
              <a:path w="1300479" h="413385">
                <a:moveTo>
                  <a:pt x="662927" y="64020"/>
                </a:moveTo>
                <a:lnTo>
                  <a:pt x="653783" y="53352"/>
                </a:lnTo>
                <a:lnTo>
                  <a:pt x="635495" y="32016"/>
                </a:lnTo>
                <a:lnTo>
                  <a:pt x="614159" y="53352"/>
                </a:lnTo>
                <a:lnTo>
                  <a:pt x="537959" y="53352"/>
                </a:lnTo>
                <a:lnTo>
                  <a:pt x="543153" y="45923"/>
                </a:lnTo>
                <a:lnTo>
                  <a:pt x="547484" y="39636"/>
                </a:lnTo>
                <a:lnTo>
                  <a:pt x="551256" y="34493"/>
                </a:lnTo>
                <a:lnTo>
                  <a:pt x="554723" y="30492"/>
                </a:lnTo>
                <a:lnTo>
                  <a:pt x="563867" y="21336"/>
                </a:lnTo>
                <a:lnTo>
                  <a:pt x="571487" y="18288"/>
                </a:lnTo>
                <a:lnTo>
                  <a:pt x="536435" y="0"/>
                </a:lnTo>
                <a:lnTo>
                  <a:pt x="514337" y="53733"/>
                </a:lnTo>
                <a:lnTo>
                  <a:pt x="492239" y="91452"/>
                </a:lnTo>
                <a:lnTo>
                  <a:pt x="463956" y="128308"/>
                </a:lnTo>
                <a:lnTo>
                  <a:pt x="455663" y="137172"/>
                </a:lnTo>
                <a:lnTo>
                  <a:pt x="460235" y="141744"/>
                </a:lnTo>
                <a:lnTo>
                  <a:pt x="491286" y="115836"/>
                </a:lnTo>
                <a:lnTo>
                  <a:pt x="524510" y="76250"/>
                </a:lnTo>
                <a:lnTo>
                  <a:pt x="533387" y="64020"/>
                </a:lnTo>
                <a:lnTo>
                  <a:pt x="562343" y="64020"/>
                </a:lnTo>
                <a:lnTo>
                  <a:pt x="580631" y="97548"/>
                </a:lnTo>
                <a:lnTo>
                  <a:pt x="582155" y="103644"/>
                </a:lnTo>
                <a:lnTo>
                  <a:pt x="585203" y="112788"/>
                </a:lnTo>
                <a:lnTo>
                  <a:pt x="586727" y="114312"/>
                </a:lnTo>
                <a:lnTo>
                  <a:pt x="592823" y="114312"/>
                </a:lnTo>
                <a:lnTo>
                  <a:pt x="595871" y="112788"/>
                </a:lnTo>
                <a:lnTo>
                  <a:pt x="597395" y="111264"/>
                </a:lnTo>
                <a:lnTo>
                  <a:pt x="600443" y="109740"/>
                </a:lnTo>
                <a:lnTo>
                  <a:pt x="603491" y="105168"/>
                </a:lnTo>
                <a:lnTo>
                  <a:pt x="606539" y="96024"/>
                </a:lnTo>
                <a:lnTo>
                  <a:pt x="606259" y="88874"/>
                </a:lnTo>
                <a:lnTo>
                  <a:pt x="600824" y="81165"/>
                </a:lnTo>
                <a:lnTo>
                  <a:pt x="590257" y="72872"/>
                </a:lnTo>
                <a:lnTo>
                  <a:pt x="574535" y="64020"/>
                </a:lnTo>
                <a:lnTo>
                  <a:pt x="662927" y="64020"/>
                </a:lnTo>
                <a:close/>
              </a:path>
              <a:path w="1300479" h="413385">
                <a:moveTo>
                  <a:pt x="844283" y="65544"/>
                </a:moveTo>
                <a:lnTo>
                  <a:pt x="834745" y="54876"/>
                </a:lnTo>
                <a:lnTo>
                  <a:pt x="818375" y="36588"/>
                </a:lnTo>
                <a:lnTo>
                  <a:pt x="797039" y="54876"/>
                </a:lnTo>
                <a:lnTo>
                  <a:pt x="704075" y="54876"/>
                </a:lnTo>
                <a:lnTo>
                  <a:pt x="707529" y="50038"/>
                </a:lnTo>
                <a:lnTo>
                  <a:pt x="711123" y="44780"/>
                </a:lnTo>
                <a:lnTo>
                  <a:pt x="715010" y="39230"/>
                </a:lnTo>
                <a:lnTo>
                  <a:pt x="719315" y="33540"/>
                </a:lnTo>
                <a:lnTo>
                  <a:pt x="729983" y="22872"/>
                </a:lnTo>
                <a:lnTo>
                  <a:pt x="736079" y="21336"/>
                </a:lnTo>
                <a:lnTo>
                  <a:pt x="705599" y="1524"/>
                </a:lnTo>
                <a:lnTo>
                  <a:pt x="685787" y="48780"/>
                </a:lnTo>
                <a:lnTo>
                  <a:pt x="666546" y="82308"/>
                </a:lnTo>
                <a:lnTo>
                  <a:pt x="646163" y="111264"/>
                </a:lnTo>
                <a:lnTo>
                  <a:pt x="650735" y="114312"/>
                </a:lnTo>
                <a:lnTo>
                  <a:pt x="657339" y="108572"/>
                </a:lnTo>
                <a:lnTo>
                  <a:pt x="663498" y="102692"/>
                </a:lnTo>
                <a:lnTo>
                  <a:pt x="669391" y="96520"/>
                </a:lnTo>
                <a:lnTo>
                  <a:pt x="675119" y="89928"/>
                </a:lnTo>
                <a:lnTo>
                  <a:pt x="680834" y="83972"/>
                </a:lnTo>
                <a:lnTo>
                  <a:pt x="692264" y="71488"/>
                </a:lnTo>
                <a:lnTo>
                  <a:pt x="697979" y="65544"/>
                </a:lnTo>
                <a:lnTo>
                  <a:pt x="739127" y="65544"/>
                </a:lnTo>
                <a:lnTo>
                  <a:pt x="768083" y="97548"/>
                </a:lnTo>
                <a:lnTo>
                  <a:pt x="771131" y="102120"/>
                </a:lnTo>
                <a:lnTo>
                  <a:pt x="774179" y="108216"/>
                </a:lnTo>
                <a:lnTo>
                  <a:pt x="777227" y="112788"/>
                </a:lnTo>
                <a:lnTo>
                  <a:pt x="778751" y="115836"/>
                </a:lnTo>
                <a:lnTo>
                  <a:pt x="783323" y="115836"/>
                </a:lnTo>
                <a:lnTo>
                  <a:pt x="784847" y="114312"/>
                </a:lnTo>
                <a:lnTo>
                  <a:pt x="789419" y="111264"/>
                </a:lnTo>
                <a:lnTo>
                  <a:pt x="793991" y="106692"/>
                </a:lnTo>
                <a:lnTo>
                  <a:pt x="795515" y="100596"/>
                </a:lnTo>
                <a:lnTo>
                  <a:pt x="795515" y="92976"/>
                </a:lnTo>
                <a:lnTo>
                  <a:pt x="792683" y="86118"/>
                </a:lnTo>
                <a:lnTo>
                  <a:pt x="784275" y="79260"/>
                </a:lnTo>
                <a:lnTo>
                  <a:pt x="770445" y="72402"/>
                </a:lnTo>
                <a:lnTo>
                  <a:pt x="751319" y="65544"/>
                </a:lnTo>
                <a:lnTo>
                  <a:pt x="844283" y="65544"/>
                </a:lnTo>
                <a:close/>
              </a:path>
              <a:path w="1300479" h="413385">
                <a:moveTo>
                  <a:pt x="851903" y="323100"/>
                </a:moveTo>
                <a:lnTo>
                  <a:pt x="841730" y="312432"/>
                </a:lnTo>
                <a:lnTo>
                  <a:pt x="819899" y="289572"/>
                </a:lnTo>
                <a:lnTo>
                  <a:pt x="795515" y="312432"/>
                </a:lnTo>
                <a:lnTo>
                  <a:pt x="717791" y="312432"/>
                </a:lnTo>
                <a:lnTo>
                  <a:pt x="717791" y="260616"/>
                </a:lnTo>
                <a:lnTo>
                  <a:pt x="743699" y="260616"/>
                </a:lnTo>
                <a:lnTo>
                  <a:pt x="743699" y="277380"/>
                </a:lnTo>
                <a:lnTo>
                  <a:pt x="769607" y="266712"/>
                </a:lnTo>
                <a:lnTo>
                  <a:pt x="769226" y="260616"/>
                </a:lnTo>
                <a:lnTo>
                  <a:pt x="768731" y="252730"/>
                </a:lnTo>
                <a:lnTo>
                  <a:pt x="768629" y="249948"/>
                </a:lnTo>
                <a:lnTo>
                  <a:pt x="768273" y="240614"/>
                </a:lnTo>
                <a:lnTo>
                  <a:pt x="768108" y="230492"/>
                </a:lnTo>
                <a:lnTo>
                  <a:pt x="768083" y="213372"/>
                </a:lnTo>
                <a:lnTo>
                  <a:pt x="768083" y="202704"/>
                </a:lnTo>
                <a:lnTo>
                  <a:pt x="768083" y="169176"/>
                </a:lnTo>
                <a:lnTo>
                  <a:pt x="768083" y="160032"/>
                </a:lnTo>
                <a:lnTo>
                  <a:pt x="768083" y="131076"/>
                </a:lnTo>
                <a:lnTo>
                  <a:pt x="771575" y="128028"/>
                </a:lnTo>
                <a:lnTo>
                  <a:pt x="780275" y="120408"/>
                </a:lnTo>
                <a:lnTo>
                  <a:pt x="775449" y="117360"/>
                </a:lnTo>
                <a:lnTo>
                  <a:pt x="751319" y="102120"/>
                </a:lnTo>
                <a:lnTo>
                  <a:pt x="743699" y="114820"/>
                </a:lnTo>
                <a:lnTo>
                  <a:pt x="743699" y="128028"/>
                </a:lnTo>
                <a:lnTo>
                  <a:pt x="743699" y="160032"/>
                </a:lnTo>
                <a:lnTo>
                  <a:pt x="743699" y="169176"/>
                </a:lnTo>
                <a:lnTo>
                  <a:pt x="743699" y="202704"/>
                </a:lnTo>
                <a:lnTo>
                  <a:pt x="743699" y="213372"/>
                </a:lnTo>
                <a:lnTo>
                  <a:pt x="743699" y="249948"/>
                </a:lnTo>
                <a:lnTo>
                  <a:pt x="693407" y="249948"/>
                </a:lnTo>
                <a:lnTo>
                  <a:pt x="693407" y="260616"/>
                </a:lnTo>
                <a:lnTo>
                  <a:pt x="693407" y="313956"/>
                </a:lnTo>
                <a:lnTo>
                  <a:pt x="608063" y="313956"/>
                </a:lnTo>
                <a:lnTo>
                  <a:pt x="609193" y="301332"/>
                </a:lnTo>
                <a:lnTo>
                  <a:pt x="610209" y="289572"/>
                </a:lnTo>
                <a:lnTo>
                  <a:pt x="612635" y="260616"/>
                </a:lnTo>
                <a:lnTo>
                  <a:pt x="693407" y="260616"/>
                </a:lnTo>
                <a:lnTo>
                  <a:pt x="693407" y="249948"/>
                </a:lnTo>
                <a:lnTo>
                  <a:pt x="556247" y="249948"/>
                </a:lnTo>
                <a:lnTo>
                  <a:pt x="556247" y="213372"/>
                </a:lnTo>
                <a:lnTo>
                  <a:pt x="743699" y="213372"/>
                </a:lnTo>
                <a:lnTo>
                  <a:pt x="743699" y="202704"/>
                </a:lnTo>
                <a:lnTo>
                  <a:pt x="556247" y="202704"/>
                </a:lnTo>
                <a:lnTo>
                  <a:pt x="556247" y="169176"/>
                </a:lnTo>
                <a:lnTo>
                  <a:pt x="743699" y="169176"/>
                </a:lnTo>
                <a:lnTo>
                  <a:pt x="743699" y="160032"/>
                </a:lnTo>
                <a:lnTo>
                  <a:pt x="556247" y="160032"/>
                </a:lnTo>
                <a:lnTo>
                  <a:pt x="556247" y="128028"/>
                </a:lnTo>
                <a:lnTo>
                  <a:pt x="743699" y="128028"/>
                </a:lnTo>
                <a:lnTo>
                  <a:pt x="743699" y="114820"/>
                </a:lnTo>
                <a:lnTo>
                  <a:pt x="742175" y="117360"/>
                </a:lnTo>
                <a:lnTo>
                  <a:pt x="556247" y="117360"/>
                </a:lnTo>
                <a:lnTo>
                  <a:pt x="528815" y="103644"/>
                </a:lnTo>
                <a:lnTo>
                  <a:pt x="529945" y="112217"/>
                </a:lnTo>
                <a:lnTo>
                  <a:pt x="530910" y="126504"/>
                </a:lnTo>
                <a:lnTo>
                  <a:pt x="531609" y="146507"/>
                </a:lnTo>
                <a:lnTo>
                  <a:pt x="531863" y="172224"/>
                </a:lnTo>
                <a:lnTo>
                  <a:pt x="532511" y="200533"/>
                </a:lnTo>
                <a:lnTo>
                  <a:pt x="532409" y="230492"/>
                </a:lnTo>
                <a:lnTo>
                  <a:pt x="532053" y="260616"/>
                </a:lnTo>
                <a:lnTo>
                  <a:pt x="531863" y="283476"/>
                </a:lnTo>
                <a:lnTo>
                  <a:pt x="556247" y="274332"/>
                </a:lnTo>
                <a:lnTo>
                  <a:pt x="556247" y="260616"/>
                </a:lnTo>
                <a:lnTo>
                  <a:pt x="586727" y="260616"/>
                </a:lnTo>
                <a:lnTo>
                  <a:pt x="585635" y="274332"/>
                </a:lnTo>
                <a:lnTo>
                  <a:pt x="584492" y="287858"/>
                </a:lnTo>
                <a:lnTo>
                  <a:pt x="582155" y="313956"/>
                </a:lnTo>
                <a:lnTo>
                  <a:pt x="448043" y="313956"/>
                </a:lnTo>
                <a:lnTo>
                  <a:pt x="463283" y="329196"/>
                </a:lnTo>
                <a:lnTo>
                  <a:pt x="472935" y="327190"/>
                </a:lnTo>
                <a:lnTo>
                  <a:pt x="483285" y="325767"/>
                </a:lnTo>
                <a:lnTo>
                  <a:pt x="493941" y="324904"/>
                </a:lnTo>
                <a:lnTo>
                  <a:pt x="504431" y="324624"/>
                </a:lnTo>
                <a:lnTo>
                  <a:pt x="579107" y="324624"/>
                </a:lnTo>
                <a:lnTo>
                  <a:pt x="555752" y="360629"/>
                </a:lnTo>
                <a:lnTo>
                  <a:pt x="512241" y="388632"/>
                </a:lnTo>
                <a:lnTo>
                  <a:pt x="467855" y="406920"/>
                </a:lnTo>
                <a:lnTo>
                  <a:pt x="470903" y="411492"/>
                </a:lnTo>
                <a:lnTo>
                  <a:pt x="513956" y="401205"/>
                </a:lnTo>
                <a:lnTo>
                  <a:pt x="554723" y="384060"/>
                </a:lnTo>
                <a:lnTo>
                  <a:pt x="586917" y="358914"/>
                </a:lnTo>
                <a:lnTo>
                  <a:pt x="606539" y="324624"/>
                </a:lnTo>
                <a:lnTo>
                  <a:pt x="693407" y="324624"/>
                </a:lnTo>
                <a:lnTo>
                  <a:pt x="693178" y="342912"/>
                </a:lnTo>
                <a:lnTo>
                  <a:pt x="692772" y="358914"/>
                </a:lnTo>
                <a:lnTo>
                  <a:pt x="692175" y="384060"/>
                </a:lnTo>
                <a:lnTo>
                  <a:pt x="692061" y="393484"/>
                </a:lnTo>
                <a:lnTo>
                  <a:pt x="691883" y="411492"/>
                </a:lnTo>
                <a:lnTo>
                  <a:pt x="719315" y="399300"/>
                </a:lnTo>
                <a:lnTo>
                  <a:pt x="718439" y="387819"/>
                </a:lnTo>
                <a:lnTo>
                  <a:pt x="718019" y="372630"/>
                </a:lnTo>
                <a:lnTo>
                  <a:pt x="717905" y="360629"/>
                </a:lnTo>
                <a:lnTo>
                  <a:pt x="717804" y="324624"/>
                </a:lnTo>
                <a:lnTo>
                  <a:pt x="717791" y="323100"/>
                </a:lnTo>
                <a:lnTo>
                  <a:pt x="851903" y="323100"/>
                </a:lnTo>
                <a:close/>
              </a:path>
              <a:path w="1300479" h="413385">
                <a:moveTo>
                  <a:pt x="1065263" y="123456"/>
                </a:moveTo>
                <a:lnTo>
                  <a:pt x="1034783" y="92976"/>
                </a:lnTo>
                <a:lnTo>
                  <a:pt x="1016495" y="112788"/>
                </a:lnTo>
                <a:lnTo>
                  <a:pt x="992111" y="112788"/>
                </a:lnTo>
                <a:lnTo>
                  <a:pt x="992111" y="27444"/>
                </a:lnTo>
                <a:lnTo>
                  <a:pt x="1004303" y="15252"/>
                </a:lnTo>
                <a:lnTo>
                  <a:pt x="966203" y="12"/>
                </a:lnTo>
                <a:lnTo>
                  <a:pt x="966470" y="27444"/>
                </a:lnTo>
                <a:lnTo>
                  <a:pt x="967498" y="82511"/>
                </a:lnTo>
                <a:lnTo>
                  <a:pt x="967727" y="112788"/>
                </a:lnTo>
                <a:lnTo>
                  <a:pt x="894575" y="112788"/>
                </a:lnTo>
                <a:lnTo>
                  <a:pt x="908291" y="126504"/>
                </a:lnTo>
                <a:lnTo>
                  <a:pt x="923531" y="123456"/>
                </a:lnTo>
                <a:lnTo>
                  <a:pt x="966203" y="123456"/>
                </a:lnTo>
                <a:lnTo>
                  <a:pt x="951039" y="180606"/>
                </a:lnTo>
                <a:lnTo>
                  <a:pt x="932865" y="233184"/>
                </a:lnTo>
                <a:lnTo>
                  <a:pt x="911555" y="281190"/>
                </a:lnTo>
                <a:lnTo>
                  <a:pt x="886955" y="324624"/>
                </a:lnTo>
                <a:lnTo>
                  <a:pt x="891527" y="329196"/>
                </a:lnTo>
                <a:lnTo>
                  <a:pt x="915009" y="300621"/>
                </a:lnTo>
                <a:lnTo>
                  <a:pt x="935342" y="269760"/>
                </a:lnTo>
                <a:lnTo>
                  <a:pt x="952830" y="236613"/>
                </a:lnTo>
                <a:lnTo>
                  <a:pt x="967727" y="201180"/>
                </a:lnTo>
                <a:lnTo>
                  <a:pt x="967498" y="265137"/>
                </a:lnTo>
                <a:lnTo>
                  <a:pt x="966444" y="372478"/>
                </a:lnTo>
                <a:lnTo>
                  <a:pt x="966203" y="413016"/>
                </a:lnTo>
                <a:lnTo>
                  <a:pt x="993635" y="400824"/>
                </a:lnTo>
                <a:lnTo>
                  <a:pt x="992759" y="372478"/>
                </a:lnTo>
                <a:lnTo>
                  <a:pt x="992378" y="333070"/>
                </a:lnTo>
                <a:lnTo>
                  <a:pt x="992251" y="303225"/>
                </a:lnTo>
                <a:lnTo>
                  <a:pt x="992124" y="201180"/>
                </a:lnTo>
                <a:lnTo>
                  <a:pt x="992111" y="178320"/>
                </a:lnTo>
                <a:lnTo>
                  <a:pt x="1006094" y="189763"/>
                </a:lnTo>
                <a:lnTo>
                  <a:pt x="1018209" y="201371"/>
                </a:lnTo>
                <a:lnTo>
                  <a:pt x="1028331" y="213245"/>
                </a:lnTo>
                <a:lnTo>
                  <a:pt x="1036307" y="225564"/>
                </a:lnTo>
                <a:lnTo>
                  <a:pt x="1043927" y="237756"/>
                </a:lnTo>
                <a:lnTo>
                  <a:pt x="1048499" y="242328"/>
                </a:lnTo>
                <a:lnTo>
                  <a:pt x="1053071" y="242328"/>
                </a:lnTo>
                <a:lnTo>
                  <a:pt x="1054595" y="239280"/>
                </a:lnTo>
                <a:lnTo>
                  <a:pt x="1057643" y="234708"/>
                </a:lnTo>
                <a:lnTo>
                  <a:pt x="1059167" y="228612"/>
                </a:lnTo>
                <a:lnTo>
                  <a:pt x="1059167" y="216420"/>
                </a:lnTo>
                <a:lnTo>
                  <a:pt x="1026401" y="183654"/>
                </a:lnTo>
                <a:lnTo>
                  <a:pt x="1014323" y="178320"/>
                </a:lnTo>
                <a:lnTo>
                  <a:pt x="1010970" y="176834"/>
                </a:lnTo>
                <a:lnTo>
                  <a:pt x="992111" y="169176"/>
                </a:lnTo>
                <a:lnTo>
                  <a:pt x="992111" y="123456"/>
                </a:lnTo>
                <a:lnTo>
                  <a:pt x="1065263" y="123456"/>
                </a:lnTo>
                <a:close/>
              </a:path>
              <a:path w="1300479" h="413385">
                <a:moveTo>
                  <a:pt x="1299959" y="361200"/>
                </a:moveTo>
                <a:lnTo>
                  <a:pt x="1279601" y="321957"/>
                </a:lnTo>
                <a:lnTo>
                  <a:pt x="1278623" y="289572"/>
                </a:lnTo>
                <a:lnTo>
                  <a:pt x="1269479" y="289572"/>
                </a:lnTo>
                <a:lnTo>
                  <a:pt x="1267790" y="329196"/>
                </a:lnTo>
                <a:lnTo>
                  <a:pt x="1258811" y="365772"/>
                </a:lnTo>
                <a:lnTo>
                  <a:pt x="1220711" y="365772"/>
                </a:lnTo>
                <a:lnTo>
                  <a:pt x="1214615" y="361200"/>
                </a:lnTo>
                <a:lnTo>
                  <a:pt x="1214615" y="65544"/>
                </a:lnTo>
                <a:lnTo>
                  <a:pt x="1226591" y="57924"/>
                </a:lnTo>
                <a:lnTo>
                  <a:pt x="1231379" y="54876"/>
                </a:lnTo>
                <a:lnTo>
                  <a:pt x="1224521" y="48780"/>
                </a:lnTo>
                <a:lnTo>
                  <a:pt x="1203947" y="30492"/>
                </a:lnTo>
                <a:lnTo>
                  <a:pt x="1188707" y="48780"/>
                </a:lnTo>
                <a:lnTo>
                  <a:pt x="1107935" y="48780"/>
                </a:lnTo>
                <a:lnTo>
                  <a:pt x="1082027" y="30492"/>
                </a:lnTo>
                <a:lnTo>
                  <a:pt x="1082878" y="53543"/>
                </a:lnTo>
                <a:lnTo>
                  <a:pt x="1082979" y="57924"/>
                </a:lnTo>
                <a:lnTo>
                  <a:pt x="1083360" y="78498"/>
                </a:lnTo>
                <a:lnTo>
                  <a:pt x="1083462" y="92976"/>
                </a:lnTo>
                <a:lnTo>
                  <a:pt x="1083551" y="210324"/>
                </a:lnTo>
                <a:lnTo>
                  <a:pt x="1078699" y="266877"/>
                </a:lnTo>
                <a:lnTo>
                  <a:pt x="1064120" y="317576"/>
                </a:lnTo>
                <a:lnTo>
                  <a:pt x="1039837" y="362267"/>
                </a:lnTo>
                <a:lnTo>
                  <a:pt x="1005827" y="400824"/>
                </a:lnTo>
                <a:lnTo>
                  <a:pt x="1010399" y="406920"/>
                </a:lnTo>
                <a:lnTo>
                  <a:pt x="1045718" y="377101"/>
                </a:lnTo>
                <a:lnTo>
                  <a:pt x="1073048" y="342544"/>
                </a:lnTo>
                <a:lnTo>
                  <a:pt x="1092479" y="303225"/>
                </a:lnTo>
                <a:lnTo>
                  <a:pt x="1104087" y="259143"/>
                </a:lnTo>
                <a:lnTo>
                  <a:pt x="1107935" y="210324"/>
                </a:lnTo>
                <a:lnTo>
                  <a:pt x="1107935" y="57924"/>
                </a:lnTo>
                <a:lnTo>
                  <a:pt x="1190231" y="57924"/>
                </a:lnTo>
                <a:lnTo>
                  <a:pt x="1190231" y="359676"/>
                </a:lnTo>
                <a:lnTo>
                  <a:pt x="1191971" y="371678"/>
                </a:lnTo>
                <a:lnTo>
                  <a:pt x="1197279" y="380250"/>
                </a:lnTo>
                <a:lnTo>
                  <a:pt x="1206309" y="385394"/>
                </a:lnTo>
                <a:lnTo>
                  <a:pt x="1219187" y="387108"/>
                </a:lnTo>
                <a:lnTo>
                  <a:pt x="1263383" y="387108"/>
                </a:lnTo>
                <a:lnTo>
                  <a:pt x="1297101" y="365772"/>
                </a:lnTo>
                <a:lnTo>
                  <a:pt x="1299959" y="36120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pic>
        <p:nvPicPr>
          <p:cNvPr id="31" name="object 31"/>
          <p:cNvPicPr/>
          <p:nvPr/>
        </p:nvPicPr>
        <p:blipFill>
          <a:blip r:embed="rId4" cstate="print"/>
          <a:stretch>
            <a:fillRect/>
          </a:stretch>
        </p:blipFill>
        <p:spPr>
          <a:xfrm>
            <a:off x="9281159" y="3285172"/>
            <a:ext cx="70104" cy="117919"/>
          </a:xfrm>
          <a:prstGeom prst="rect">
            <a:avLst/>
          </a:prstGeom>
        </p:spPr>
      </p:pic>
      <p:sp>
        <p:nvSpPr>
          <p:cNvPr id="32" name="object 32"/>
          <p:cNvSpPr/>
          <p:nvPr/>
        </p:nvSpPr>
        <p:spPr>
          <a:xfrm>
            <a:off x="2176272" y="3558539"/>
            <a:ext cx="798830" cy="407034"/>
          </a:xfrm>
          <a:custGeom>
            <a:avLst/>
            <a:gdLst/>
            <a:ahLst/>
            <a:cxnLst/>
            <a:rect l="l" t="t" r="r" b="b"/>
            <a:pathLst>
              <a:path w="798830" h="407035">
                <a:moveTo>
                  <a:pt x="348996" y="368808"/>
                </a:moveTo>
                <a:lnTo>
                  <a:pt x="325945" y="325183"/>
                </a:lnTo>
                <a:lnTo>
                  <a:pt x="324612" y="289560"/>
                </a:lnTo>
                <a:lnTo>
                  <a:pt x="315468" y="289560"/>
                </a:lnTo>
                <a:lnTo>
                  <a:pt x="314553" y="312470"/>
                </a:lnTo>
                <a:lnTo>
                  <a:pt x="313944" y="331089"/>
                </a:lnTo>
                <a:lnTo>
                  <a:pt x="313321" y="345719"/>
                </a:lnTo>
                <a:lnTo>
                  <a:pt x="294132" y="374904"/>
                </a:lnTo>
                <a:lnTo>
                  <a:pt x="175260" y="374904"/>
                </a:lnTo>
                <a:lnTo>
                  <a:pt x="166128" y="373532"/>
                </a:lnTo>
                <a:lnTo>
                  <a:pt x="159448" y="369570"/>
                </a:lnTo>
                <a:lnTo>
                  <a:pt x="155321" y="363334"/>
                </a:lnTo>
                <a:lnTo>
                  <a:pt x="153924" y="355092"/>
                </a:lnTo>
                <a:lnTo>
                  <a:pt x="153924" y="277368"/>
                </a:lnTo>
                <a:lnTo>
                  <a:pt x="262128" y="277368"/>
                </a:lnTo>
                <a:lnTo>
                  <a:pt x="262128" y="297180"/>
                </a:lnTo>
                <a:lnTo>
                  <a:pt x="288036" y="284988"/>
                </a:lnTo>
                <a:lnTo>
                  <a:pt x="287743" y="277368"/>
                </a:lnTo>
                <a:lnTo>
                  <a:pt x="287350" y="266700"/>
                </a:lnTo>
                <a:lnTo>
                  <a:pt x="287147" y="261277"/>
                </a:lnTo>
                <a:lnTo>
                  <a:pt x="286702" y="224409"/>
                </a:lnTo>
                <a:lnTo>
                  <a:pt x="286575" y="188976"/>
                </a:lnTo>
                <a:lnTo>
                  <a:pt x="286537" y="178308"/>
                </a:lnTo>
                <a:lnTo>
                  <a:pt x="286512" y="111252"/>
                </a:lnTo>
                <a:lnTo>
                  <a:pt x="296037" y="103632"/>
                </a:lnTo>
                <a:lnTo>
                  <a:pt x="301752" y="99060"/>
                </a:lnTo>
                <a:lnTo>
                  <a:pt x="295656" y="92964"/>
                </a:lnTo>
                <a:lnTo>
                  <a:pt x="277368" y="74676"/>
                </a:lnTo>
                <a:lnTo>
                  <a:pt x="262128" y="91313"/>
                </a:lnTo>
                <a:lnTo>
                  <a:pt x="262128" y="103632"/>
                </a:lnTo>
                <a:lnTo>
                  <a:pt x="262128" y="178308"/>
                </a:lnTo>
                <a:lnTo>
                  <a:pt x="262128" y="188976"/>
                </a:lnTo>
                <a:lnTo>
                  <a:pt x="262128" y="266700"/>
                </a:lnTo>
                <a:lnTo>
                  <a:pt x="153924" y="266700"/>
                </a:lnTo>
                <a:lnTo>
                  <a:pt x="153924" y="188976"/>
                </a:lnTo>
                <a:lnTo>
                  <a:pt x="262128" y="188976"/>
                </a:lnTo>
                <a:lnTo>
                  <a:pt x="262128" y="178308"/>
                </a:lnTo>
                <a:lnTo>
                  <a:pt x="153924" y="178308"/>
                </a:lnTo>
                <a:lnTo>
                  <a:pt x="153924" y="103632"/>
                </a:lnTo>
                <a:lnTo>
                  <a:pt x="262128" y="103632"/>
                </a:lnTo>
                <a:lnTo>
                  <a:pt x="262128" y="91313"/>
                </a:lnTo>
                <a:lnTo>
                  <a:pt x="260604" y="92964"/>
                </a:lnTo>
                <a:lnTo>
                  <a:pt x="153924" y="92964"/>
                </a:lnTo>
                <a:lnTo>
                  <a:pt x="153924" y="32004"/>
                </a:lnTo>
                <a:lnTo>
                  <a:pt x="167640" y="19812"/>
                </a:lnTo>
                <a:lnTo>
                  <a:pt x="128016" y="0"/>
                </a:lnTo>
                <a:lnTo>
                  <a:pt x="128892" y="22034"/>
                </a:lnTo>
                <a:lnTo>
                  <a:pt x="129349" y="44767"/>
                </a:lnTo>
                <a:lnTo>
                  <a:pt x="129514" y="68376"/>
                </a:lnTo>
                <a:lnTo>
                  <a:pt x="129540" y="92964"/>
                </a:lnTo>
                <a:lnTo>
                  <a:pt x="129540" y="103632"/>
                </a:lnTo>
                <a:lnTo>
                  <a:pt x="129540" y="178308"/>
                </a:lnTo>
                <a:lnTo>
                  <a:pt x="129540" y="188976"/>
                </a:lnTo>
                <a:lnTo>
                  <a:pt x="129540" y="266700"/>
                </a:lnTo>
                <a:lnTo>
                  <a:pt x="25908" y="266700"/>
                </a:lnTo>
                <a:lnTo>
                  <a:pt x="25908" y="188976"/>
                </a:lnTo>
                <a:lnTo>
                  <a:pt x="129540" y="188976"/>
                </a:lnTo>
                <a:lnTo>
                  <a:pt x="129540" y="178308"/>
                </a:lnTo>
                <a:lnTo>
                  <a:pt x="25908" y="178308"/>
                </a:lnTo>
                <a:lnTo>
                  <a:pt x="25908" y="103632"/>
                </a:lnTo>
                <a:lnTo>
                  <a:pt x="129540" y="103632"/>
                </a:lnTo>
                <a:lnTo>
                  <a:pt x="129540" y="92964"/>
                </a:lnTo>
                <a:lnTo>
                  <a:pt x="27432" y="92964"/>
                </a:lnTo>
                <a:lnTo>
                  <a:pt x="0" y="77724"/>
                </a:lnTo>
                <a:lnTo>
                  <a:pt x="228" y="103733"/>
                </a:lnTo>
                <a:lnTo>
                  <a:pt x="762" y="131445"/>
                </a:lnTo>
                <a:lnTo>
                  <a:pt x="1282" y="160883"/>
                </a:lnTo>
                <a:lnTo>
                  <a:pt x="1524" y="192024"/>
                </a:lnTo>
                <a:lnTo>
                  <a:pt x="1282" y="222872"/>
                </a:lnTo>
                <a:lnTo>
                  <a:pt x="228" y="284988"/>
                </a:lnTo>
                <a:lnTo>
                  <a:pt x="0" y="313944"/>
                </a:lnTo>
                <a:lnTo>
                  <a:pt x="25908" y="301752"/>
                </a:lnTo>
                <a:lnTo>
                  <a:pt x="25908" y="277368"/>
                </a:lnTo>
                <a:lnTo>
                  <a:pt x="129540" y="277368"/>
                </a:lnTo>
                <a:lnTo>
                  <a:pt x="129540" y="359664"/>
                </a:lnTo>
                <a:lnTo>
                  <a:pt x="131826" y="375437"/>
                </a:lnTo>
                <a:lnTo>
                  <a:pt x="138684" y="386334"/>
                </a:lnTo>
                <a:lnTo>
                  <a:pt x="150114" y="392671"/>
                </a:lnTo>
                <a:lnTo>
                  <a:pt x="166116" y="394716"/>
                </a:lnTo>
                <a:lnTo>
                  <a:pt x="301752" y="394716"/>
                </a:lnTo>
                <a:lnTo>
                  <a:pt x="340995" y="381000"/>
                </a:lnTo>
                <a:lnTo>
                  <a:pt x="345516" y="374904"/>
                </a:lnTo>
                <a:lnTo>
                  <a:pt x="348996" y="368808"/>
                </a:lnTo>
                <a:close/>
              </a:path>
              <a:path w="798830" h="407035">
                <a:moveTo>
                  <a:pt x="798563" y="192024"/>
                </a:moveTo>
                <a:lnTo>
                  <a:pt x="760463" y="153924"/>
                </a:lnTo>
                <a:lnTo>
                  <a:pt x="733031" y="181356"/>
                </a:lnTo>
                <a:lnTo>
                  <a:pt x="612635" y="181356"/>
                </a:lnTo>
                <a:lnTo>
                  <a:pt x="612635" y="147828"/>
                </a:lnTo>
                <a:lnTo>
                  <a:pt x="632447" y="138684"/>
                </a:lnTo>
                <a:lnTo>
                  <a:pt x="615683" y="128016"/>
                </a:lnTo>
                <a:lnTo>
                  <a:pt x="668261" y="91249"/>
                </a:lnTo>
                <a:lnTo>
                  <a:pt x="707123" y="67056"/>
                </a:lnTo>
                <a:lnTo>
                  <a:pt x="749350" y="49911"/>
                </a:lnTo>
                <a:lnTo>
                  <a:pt x="760463" y="48768"/>
                </a:lnTo>
                <a:lnTo>
                  <a:pt x="726935" y="10668"/>
                </a:lnTo>
                <a:lnTo>
                  <a:pt x="705599" y="32004"/>
                </a:lnTo>
                <a:lnTo>
                  <a:pt x="449567" y="32004"/>
                </a:lnTo>
                <a:lnTo>
                  <a:pt x="464807" y="47244"/>
                </a:lnTo>
                <a:lnTo>
                  <a:pt x="475119" y="45250"/>
                </a:lnTo>
                <a:lnTo>
                  <a:pt x="485571" y="43815"/>
                </a:lnTo>
                <a:lnTo>
                  <a:pt x="496316" y="42964"/>
                </a:lnTo>
                <a:lnTo>
                  <a:pt x="507479" y="42672"/>
                </a:lnTo>
                <a:lnTo>
                  <a:pt x="705599" y="42672"/>
                </a:lnTo>
                <a:lnTo>
                  <a:pt x="609587" y="121920"/>
                </a:lnTo>
                <a:lnTo>
                  <a:pt x="585203" y="106680"/>
                </a:lnTo>
                <a:lnTo>
                  <a:pt x="586092" y="124993"/>
                </a:lnTo>
                <a:lnTo>
                  <a:pt x="586536" y="143446"/>
                </a:lnTo>
                <a:lnTo>
                  <a:pt x="586727" y="181356"/>
                </a:lnTo>
                <a:lnTo>
                  <a:pt x="393179" y="181356"/>
                </a:lnTo>
                <a:lnTo>
                  <a:pt x="409943" y="196596"/>
                </a:lnTo>
                <a:lnTo>
                  <a:pt x="419379" y="194602"/>
                </a:lnTo>
                <a:lnTo>
                  <a:pt x="429374" y="193167"/>
                </a:lnTo>
                <a:lnTo>
                  <a:pt x="439953" y="192316"/>
                </a:lnTo>
                <a:lnTo>
                  <a:pt x="451091" y="192024"/>
                </a:lnTo>
                <a:lnTo>
                  <a:pt x="586727" y="192024"/>
                </a:lnTo>
                <a:lnTo>
                  <a:pt x="586727" y="348576"/>
                </a:lnTo>
                <a:lnTo>
                  <a:pt x="584441" y="356235"/>
                </a:lnTo>
                <a:lnTo>
                  <a:pt x="579869" y="361048"/>
                </a:lnTo>
                <a:lnTo>
                  <a:pt x="573011" y="362712"/>
                </a:lnTo>
                <a:lnTo>
                  <a:pt x="563041" y="362191"/>
                </a:lnTo>
                <a:lnTo>
                  <a:pt x="510527" y="356616"/>
                </a:lnTo>
                <a:lnTo>
                  <a:pt x="510527" y="365760"/>
                </a:lnTo>
                <a:lnTo>
                  <a:pt x="535419" y="374332"/>
                </a:lnTo>
                <a:lnTo>
                  <a:pt x="553008" y="384048"/>
                </a:lnTo>
                <a:lnTo>
                  <a:pt x="563473" y="394906"/>
                </a:lnTo>
                <a:lnTo>
                  <a:pt x="566915" y="406908"/>
                </a:lnTo>
                <a:lnTo>
                  <a:pt x="586917" y="398005"/>
                </a:lnTo>
                <a:lnTo>
                  <a:pt x="601205" y="387096"/>
                </a:lnTo>
                <a:lnTo>
                  <a:pt x="609777" y="373913"/>
                </a:lnTo>
                <a:lnTo>
                  <a:pt x="612635" y="358140"/>
                </a:lnTo>
                <a:lnTo>
                  <a:pt x="612635" y="192024"/>
                </a:lnTo>
                <a:lnTo>
                  <a:pt x="798563" y="19202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" name="object 33"/>
          <p:cNvSpPr/>
          <p:nvPr/>
        </p:nvSpPr>
        <p:spPr>
          <a:xfrm>
            <a:off x="3023615" y="3570732"/>
            <a:ext cx="387350" cy="364490"/>
          </a:xfrm>
          <a:custGeom>
            <a:avLst/>
            <a:gdLst/>
            <a:ahLst/>
            <a:cxnLst/>
            <a:rect l="l" t="t" r="r" b="b"/>
            <a:pathLst>
              <a:path w="387350" h="364489">
                <a:moveTo>
                  <a:pt x="323392" y="18287"/>
                </a:moveTo>
                <a:lnTo>
                  <a:pt x="284988" y="18287"/>
                </a:lnTo>
                <a:lnTo>
                  <a:pt x="300228" y="0"/>
                </a:lnTo>
                <a:lnTo>
                  <a:pt x="323392" y="18287"/>
                </a:lnTo>
                <a:close/>
              </a:path>
              <a:path w="387350" h="364489">
                <a:moveTo>
                  <a:pt x="76200" y="185927"/>
                </a:moveTo>
                <a:lnTo>
                  <a:pt x="77081" y="169949"/>
                </a:lnTo>
                <a:lnTo>
                  <a:pt x="77533" y="149542"/>
                </a:lnTo>
                <a:lnTo>
                  <a:pt x="77700" y="124848"/>
                </a:lnTo>
                <a:lnTo>
                  <a:pt x="77700" y="66913"/>
                </a:lnTo>
                <a:lnTo>
                  <a:pt x="77533" y="41528"/>
                </a:lnTo>
                <a:lnTo>
                  <a:pt x="77081" y="20145"/>
                </a:lnTo>
                <a:lnTo>
                  <a:pt x="76200" y="3048"/>
                </a:lnTo>
                <a:lnTo>
                  <a:pt x="102108" y="18287"/>
                </a:lnTo>
                <a:lnTo>
                  <a:pt x="323392" y="18287"/>
                </a:lnTo>
                <a:lnTo>
                  <a:pt x="329184" y="22859"/>
                </a:lnTo>
                <a:lnTo>
                  <a:pt x="319604" y="28955"/>
                </a:lnTo>
                <a:lnTo>
                  <a:pt x="102108" y="28955"/>
                </a:lnTo>
                <a:lnTo>
                  <a:pt x="102108" y="86867"/>
                </a:lnTo>
                <a:lnTo>
                  <a:pt x="312706" y="86867"/>
                </a:lnTo>
                <a:lnTo>
                  <a:pt x="312847" y="97535"/>
                </a:lnTo>
                <a:lnTo>
                  <a:pt x="102108" y="97535"/>
                </a:lnTo>
                <a:lnTo>
                  <a:pt x="102108" y="152399"/>
                </a:lnTo>
                <a:lnTo>
                  <a:pt x="313713" y="152399"/>
                </a:lnTo>
                <a:lnTo>
                  <a:pt x="313828" y="161543"/>
                </a:lnTo>
                <a:lnTo>
                  <a:pt x="102108" y="161543"/>
                </a:lnTo>
                <a:lnTo>
                  <a:pt x="102108" y="176783"/>
                </a:lnTo>
                <a:lnTo>
                  <a:pt x="76200" y="185927"/>
                </a:lnTo>
                <a:close/>
              </a:path>
              <a:path w="387350" h="364489">
                <a:moveTo>
                  <a:pt x="312706" y="86867"/>
                </a:moveTo>
                <a:lnTo>
                  <a:pt x="288036" y="86867"/>
                </a:lnTo>
                <a:lnTo>
                  <a:pt x="288036" y="28955"/>
                </a:lnTo>
                <a:lnTo>
                  <a:pt x="319604" y="28955"/>
                </a:lnTo>
                <a:lnTo>
                  <a:pt x="312420" y="33527"/>
                </a:lnTo>
                <a:lnTo>
                  <a:pt x="312579" y="66913"/>
                </a:lnTo>
                <a:lnTo>
                  <a:pt x="312706" y="86867"/>
                </a:lnTo>
                <a:close/>
              </a:path>
              <a:path w="387350" h="364489">
                <a:moveTo>
                  <a:pt x="313713" y="152399"/>
                </a:moveTo>
                <a:lnTo>
                  <a:pt x="288036" y="152399"/>
                </a:lnTo>
                <a:lnTo>
                  <a:pt x="288036" y="97535"/>
                </a:lnTo>
                <a:lnTo>
                  <a:pt x="312847" y="97535"/>
                </a:lnTo>
                <a:lnTo>
                  <a:pt x="313220" y="124848"/>
                </a:lnTo>
                <a:lnTo>
                  <a:pt x="313713" y="152399"/>
                </a:lnTo>
                <a:close/>
              </a:path>
              <a:path w="387350" h="364489">
                <a:moveTo>
                  <a:pt x="288036" y="182879"/>
                </a:moveTo>
                <a:lnTo>
                  <a:pt x="288036" y="161543"/>
                </a:lnTo>
                <a:lnTo>
                  <a:pt x="313828" y="161543"/>
                </a:lnTo>
                <a:lnTo>
                  <a:pt x="313944" y="170687"/>
                </a:lnTo>
                <a:lnTo>
                  <a:pt x="288036" y="182879"/>
                </a:lnTo>
                <a:close/>
              </a:path>
              <a:path w="387350" h="364489">
                <a:moveTo>
                  <a:pt x="160020" y="347472"/>
                </a:moveTo>
                <a:lnTo>
                  <a:pt x="135636" y="347472"/>
                </a:lnTo>
                <a:lnTo>
                  <a:pt x="135565" y="274700"/>
                </a:lnTo>
                <a:lnTo>
                  <a:pt x="135456" y="243673"/>
                </a:lnTo>
                <a:lnTo>
                  <a:pt x="134993" y="204739"/>
                </a:lnTo>
                <a:lnTo>
                  <a:pt x="134112" y="181355"/>
                </a:lnTo>
                <a:lnTo>
                  <a:pt x="175260" y="202691"/>
                </a:lnTo>
                <a:lnTo>
                  <a:pt x="160020" y="213359"/>
                </a:lnTo>
                <a:lnTo>
                  <a:pt x="160020" y="347472"/>
                </a:lnTo>
                <a:close/>
              </a:path>
              <a:path w="387350" h="364489">
                <a:moveTo>
                  <a:pt x="248412" y="347472"/>
                </a:moveTo>
                <a:lnTo>
                  <a:pt x="224028" y="347472"/>
                </a:lnTo>
                <a:lnTo>
                  <a:pt x="224028" y="182879"/>
                </a:lnTo>
                <a:lnTo>
                  <a:pt x="263652" y="204215"/>
                </a:lnTo>
                <a:lnTo>
                  <a:pt x="248412" y="216407"/>
                </a:lnTo>
                <a:lnTo>
                  <a:pt x="248412" y="321563"/>
                </a:lnTo>
                <a:lnTo>
                  <a:pt x="263675" y="321563"/>
                </a:lnTo>
                <a:lnTo>
                  <a:pt x="248412" y="333756"/>
                </a:lnTo>
                <a:lnTo>
                  <a:pt x="248412" y="347472"/>
                </a:lnTo>
                <a:close/>
              </a:path>
              <a:path w="387350" h="364489">
                <a:moveTo>
                  <a:pt x="263675" y="321563"/>
                </a:moveTo>
                <a:lnTo>
                  <a:pt x="248412" y="321563"/>
                </a:lnTo>
                <a:lnTo>
                  <a:pt x="275510" y="292417"/>
                </a:lnTo>
                <a:lnTo>
                  <a:pt x="299466" y="262127"/>
                </a:lnTo>
                <a:lnTo>
                  <a:pt x="319992" y="230695"/>
                </a:lnTo>
                <a:lnTo>
                  <a:pt x="336804" y="198119"/>
                </a:lnTo>
                <a:lnTo>
                  <a:pt x="370332" y="228599"/>
                </a:lnTo>
                <a:lnTo>
                  <a:pt x="338399" y="249388"/>
                </a:lnTo>
                <a:lnTo>
                  <a:pt x="309491" y="280177"/>
                </a:lnTo>
                <a:lnTo>
                  <a:pt x="291655" y="297560"/>
                </a:lnTo>
                <a:lnTo>
                  <a:pt x="271248" y="315515"/>
                </a:lnTo>
                <a:lnTo>
                  <a:pt x="263675" y="321563"/>
                </a:lnTo>
                <a:close/>
              </a:path>
              <a:path w="387350" h="364489">
                <a:moveTo>
                  <a:pt x="89916" y="320039"/>
                </a:moveTo>
                <a:lnTo>
                  <a:pt x="83819" y="320039"/>
                </a:lnTo>
                <a:lnTo>
                  <a:pt x="79248" y="313943"/>
                </a:lnTo>
                <a:lnTo>
                  <a:pt x="74676" y="301751"/>
                </a:lnTo>
                <a:lnTo>
                  <a:pt x="67865" y="285440"/>
                </a:lnTo>
                <a:lnTo>
                  <a:pt x="56769" y="266128"/>
                </a:lnTo>
                <a:lnTo>
                  <a:pt x="41671" y="243673"/>
                </a:lnTo>
                <a:lnTo>
                  <a:pt x="22860" y="217931"/>
                </a:lnTo>
                <a:lnTo>
                  <a:pt x="25908" y="213359"/>
                </a:lnTo>
                <a:lnTo>
                  <a:pt x="61341" y="237172"/>
                </a:lnTo>
                <a:lnTo>
                  <a:pt x="93106" y="266414"/>
                </a:lnTo>
                <a:lnTo>
                  <a:pt x="102108" y="289559"/>
                </a:lnTo>
                <a:lnTo>
                  <a:pt x="102108" y="294131"/>
                </a:lnTo>
                <a:lnTo>
                  <a:pt x="100584" y="300227"/>
                </a:lnTo>
                <a:lnTo>
                  <a:pt x="96012" y="307847"/>
                </a:lnTo>
                <a:lnTo>
                  <a:pt x="92964" y="316991"/>
                </a:lnTo>
                <a:lnTo>
                  <a:pt x="89916" y="320039"/>
                </a:lnTo>
                <a:close/>
              </a:path>
              <a:path w="387350" h="364489">
                <a:moveTo>
                  <a:pt x="15240" y="364236"/>
                </a:moveTo>
                <a:lnTo>
                  <a:pt x="0" y="347472"/>
                </a:lnTo>
                <a:lnTo>
                  <a:pt x="324612" y="347472"/>
                </a:lnTo>
                <a:lnTo>
                  <a:pt x="350520" y="321563"/>
                </a:lnTo>
                <a:lnTo>
                  <a:pt x="387096" y="358139"/>
                </a:lnTo>
                <a:lnTo>
                  <a:pt x="57912" y="358139"/>
                </a:lnTo>
                <a:lnTo>
                  <a:pt x="46743" y="358449"/>
                </a:lnTo>
                <a:lnTo>
                  <a:pt x="36004" y="359473"/>
                </a:lnTo>
                <a:lnTo>
                  <a:pt x="25550" y="361354"/>
                </a:lnTo>
                <a:lnTo>
                  <a:pt x="15240" y="36423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" name="object 34"/>
          <p:cNvSpPr/>
          <p:nvPr/>
        </p:nvSpPr>
        <p:spPr>
          <a:xfrm>
            <a:off x="3457943" y="3555504"/>
            <a:ext cx="852169" cy="411480"/>
          </a:xfrm>
          <a:custGeom>
            <a:avLst/>
            <a:gdLst/>
            <a:ahLst/>
            <a:cxnLst/>
            <a:rect l="l" t="t" r="r" b="b"/>
            <a:pathLst>
              <a:path w="852170" h="411479">
                <a:moveTo>
                  <a:pt x="97536" y="33515"/>
                </a:moveTo>
                <a:lnTo>
                  <a:pt x="67056" y="10655"/>
                </a:lnTo>
                <a:lnTo>
                  <a:pt x="64160" y="20142"/>
                </a:lnTo>
                <a:lnTo>
                  <a:pt x="59817" y="30467"/>
                </a:lnTo>
                <a:lnTo>
                  <a:pt x="37172" y="68592"/>
                </a:lnTo>
                <a:lnTo>
                  <a:pt x="6096" y="111239"/>
                </a:lnTo>
                <a:lnTo>
                  <a:pt x="10668" y="114287"/>
                </a:lnTo>
                <a:lnTo>
                  <a:pt x="25844" y="100596"/>
                </a:lnTo>
                <a:lnTo>
                  <a:pt x="39433" y="87045"/>
                </a:lnTo>
                <a:lnTo>
                  <a:pt x="51612" y="73787"/>
                </a:lnTo>
                <a:lnTo>
                  <a:pt x="62484" y="60947"/>
                </a:lnTo>
                <a:lnTo>
                  <a:pt x="72466" y="49809"/>
                </a:lnTo>
                <a:lnTo>
                  <a:pt x="81724" y="41516"/>
                </a:lnTo>
                <a:lnTo>
                  <a:pt x="90131" y="36093"/>
                </a:lnTo>
                <a:lnTo>
                  <a:pt x="97536" y="33515"/>
                </a:lnTo>
                <a:close/>
              </a:path>
              <a:path w="852170" h="411479">
                <a:moveTo>
                  <a:pt x="112776" y="121907"/>
                </a:moveTo>
                <a:lnTo>
                  <a:pt x="82296" y="99047"/>
                </a:lnTo>
                <a:lnTo>
                  <a:pt x="78562" y="108788"/>
                </a:lnTo>
                <a:lnTo>
                  <a:pt x="74104" y="119811"/>
                </a:lnTo>
                <a:lnTo>
                  <a:pt x="55346" y="161137"/>
                </a:lnTo>
                <a:lnTo>
                  <a:pt x="21653" y="218211"/>
                </a:lnTo>
                <a:lnTo>
                  <a:pt x="0" y="249923"/>
                </a:lnTo>
                <a:lnTo>
                  <a:pt x="6096" y="254495"/>
                </a:lnTo>
                <a:lnTo>
                  <a:pt x="21513" y="236766"/>
                </a:lnTo>
                <a:lnTo>
                  <a:pt x="35623" y="220014"/>
                </a:lnTo>
                <a:lnTo>
                  <a:pt x="48260" y="204203"/>
                </a:lnTo>
                <a:lnTo>
                  <a:pt x="59436" y="188963"/>
                </a:lnTo>
                <a:lnTo>
                  <a:pt x="59321" y="363461"/>
                </a:lnTo>
                <a:lnTo>
                  <a:pt x="59220" y="372414"/>
                </a:lnTo>
                <a:lnTo>
                  <a:pt x="58801" y="389928"/>
                </a:lnTo>
                <a:lnTo>
                  <a:pt x="57912" y="409943"/>
                </a:lnTo>
                <a:lnTo>
                  <a:pt x="82296" y="397751"/>
                </a:lnTo>
                <a:lnTo>
                  <a:pt x="82296" y="188963"/>
                </a:lnTo>
                <a:lnTo>
                  <a:pt x="82296" y="158483"/>
                </a:lnTo>
                <a:lnTo>
                  <a:pt x="90068" y="144195"/>
                </a:lnTo>
                <a:lnTo>
                  <a:pt x="97536" y="133337"/>
                </a:lnTo>
                <a:lnTo>
                  <a:pt x="105016" y="125907"/>
                </a:lnTo>
                <a:lnTo>
                  <a:pt x="112776" y="121907"/>
                </a:lnTo>
                <a:close/>
              </a:path>
              <a:path w="852170" h="411479">
                <a:moveTo>
                  <a:pt x="252984" y="192011"/>
                </a:moveTo>
                <a:lnTo>
                  <a:pt x="225552" y="164579"/>
                </a:lnTo>
                <a:lnTo>
                  <a:pt x="210312" y="181343"/>
                </a:lnTo>
                <a:lnTo>
                  <a:pt x="111252" y="181343"/>
                </a:lnTo>
                <a:lnTo>
                  <a:pt x="126492" y="196583"/>
                </a:lnTo>
                <a:lnTo>
                  <a:pt x="135686" y="194589"/>
                </a:lnTo>
                <a:lnTo>
                  <a:pt x="145161" y="193154"/>
                </a:lnTo>
                <a:lnTo>
                  <a:pt x="155219" y="192303"/>
                </a:lnTo>
                <a:lnTo>
                  <a:pt x="166116" y="192011"/>
                </a:lnTo>
                <a:lnTo>
                  <a:pt x="252984" y="192011"/>
                </a:lnTo>
                <a:close/>
              </a:path>
              <a:path w="852170" h="411479">
                <a:moveTo>
                  <a:pt x="256032" y="63995"/>
                </a:moveTo>
                <a:lnTo>
                  <a:pt x="220980" y="48755"/>
                </a:lnTo>
                <a:lnTo>
                  <a:pt x="221869" y="65620"/>
                </a:lnTo>
                <a:lnTo>
                  <a:pt x="222224" y="80378"/>
                </a:lnTo>
                <a:lnTo>
                  <a:pt x="222351" y="87312"/>
                </a:lnTo>
                <a:lnTo>
                  <a:pt x="222453" y="100596"/>
                </a:lnTo>
                <a:lnTo>
                  <a:pt x="222504" y="126479"/>
                </a:lnTo>
                <a:lnTo>
                  <a:pt x="195072" y="126479"/>
                </a:lnTo>
                <a:lnTo>
                  <a:pt x="195072" y="31991"/>
                </a:lnTo>
                <a:lnTo>
                  <a:pt x="207264" y="21323"/>
                </a:lnTo>
                <a:lnTo>
                  <a:pt x="172212" y="6083"/>
                </a:lnTo>
                <a:lnTo>
                  <a:pt x="173482" y="49809"/>
                </a:lnTo>
                <a:lnTo>
                  <a:pt x="173723" y="100596"/>
                </a:lnTo>
                <a:lnTo>
                  <a:pt x="173736" y="126479"/>
                </a:lnTo>
                <a:lnTo>
                  <a:pt x="146304" y="126479"/>
                </a:lnTo>
                <a:lnTo>
                  <a:pt x="146304" y="73139"/>
                </a:lnTo>
                <a:lnTo>
                  <a:pt x="158496" y="62471"/>
                </a:lnTo>
                <a:lnTo>
                  <a:pt x="123444" y="47231"/>
                </a:lnTo>
                <a:lnTo>
                  <a:pt x="124929" y="96647"/>
                </a:lnTo>
                <a:lnTo>
                  <a:pt x="124968" y="120383"/>
                </a:lnTo>
                <a:lnTo>
                  <a:pt x="114300" y="126479"/>
                </a:lnTo>
                <a:lnTo>
                  <a:pt x="135636" y="147815"/>
                </a:lnTo>
                <a:lnTo>
                  <a:pt x="146304" y="137147"/>
                </a:lnTo>
                <a:lnTo>
                  <a:pt x="222504" y="137147"/>
                </a:lnTo>
                <a:lnTo>
                  <a:pt x="222504" y="150863"/>
                </a:lnTo>
                <a:lnTo>
                  <a:pt x="245364" y="143243"/>
                </a:lnTo>
                <a:lnTo>
                  <a:pt x="245021" y="137147"/>
                </a:lnTo>
                <a:lnTo>
                  <a:pt x="244487" y="128028"/>
                </a:lnTo>
                <a:lnTo>
                  <a:pt x="244449" y="126479"/>
                </a:lnTo>
                <a:lnTo>
                  <a:pt x="244030" y="111810"/>
                </a:lnTo>
                <a:lnTo>
                  <a:pt x="243967" y="104482"/>
                </a:lnTo>
                <a:lnTo>
                  <a:pt x="243840" y="74663"/>
                </a:lnTo>
                <a:lnTo>
                  <a:pt x="256032" y="63995"/>
                </a:lnTo>
                <a:close/>
              </a:path>
              <a:path w="852170" h="411479">
                <a:moveTo>
                  <a:pt x="278892" y="280403"/>
                </a:moveTo>
                <a:lnTo>
                  <a:pt x="274320" y="274307"/>
                </a:lnTo>
                <a:lnTo>
                  <a:pt x="224028" y="315455"/>
                </a:lnTo>
                <a:lnTo>
                  <a:pt x="224028" y="249923"/>
                </a:lnTo>
                <a:lnTo>
                  <a:pt x="228904" y="246875"/>
                </a:lnTo>
                <a:lnTo>
                  <a:pt x="236220" y="242303"/>
                </a:lnTo>
                <a:lnTo>
                  <a:pt x="229260" y="236207"/>
                </a:lnTo>
                <a:lnTo>
                  <a:pt x="211836" y="220967"/>
                </a:lnTo>
                <a:lnTo>
                  <a:pt x="201168" y="236207"/>
                </a:lnTo>
                <a:lnTo>
                  <a:pt x="160020" y="236207"/>
                </a:lnTo>
                <a:lnTo>
                  <a:pt x="135636" y="222491"/>
                </a:lnTo>
                <a:lnTo>
                  <a:pt x="136525" y="232829"/>
                </a:lnTo>
                <a:lnTo>
                  <a:pt x="136969" y="243446"/>
                </a:lnTo>
                <a:lnTo>
                  <a:pt x="137083" y="250405"/>
                </a:lnTo>
                <a:lnTo>
                  <a:pt x="137007" y="274307"/>
                </a:lnTo>
                <a:lnTo>
                  <a:pt x="136855" y="281787"/>
                </a:lnTo>
                <a:lnTo>
                  <a:pt x="131064" y="327647"/>
                </a:lnTo>
                <a:lnTo>
                  <a:pt x="110070" y="374802"/>
                </a:lnTo>
                <a:lnTo>
                  <a:pt x="97536" y="391655"/>
                </a:lnTo>
                <a:lnTo>
                  <a:pt x="102108" y="394703"/>
                </a:lnTo>
                <a:lnTo>
                  <a:pt x="132778" y="363461"/>
                </a:lnTo>
                <a:lnTo>
                  <a:pt x="155740" y="315036"/>
                </a:lnTo>
                <a:lnTo>
                  <a:pt x="160210" y="274307"/>
                </a:lnTo>
                <a:lnTo>
                  <a:pt x="160248" y="266687"/>
                </a:lnTo>
                <a:lnTo>
                  <a:pt x="160020" y="246875"/>
                </a:lnTo>
                <a:lnTo>
                  <a:pt x="204216" y="246875"/>
                </a:lnTo>
                <a:lnTo>
                  <a:pt x="204165" y="307835"/>
                </a:lnTo>
                <a:lnTo>
                  <a:pt x="196596" y="335267"/>
                </a:lnTo>
                <a:lnTo>
                  <a:pt x="216408" y="359651"/>
                </a:lnTo>
                <a:lnTo>
                  <a:pt x="225539" y="343636"/>
                </a:lnTo>
                <a:lnTo>
                  <a:pt x="239077" y="325170"/>
                </a:lnTo>
                <a:lnTo>
                  <a:pt x="247319" y="315455"/>
                </a:lnTo>
                <a:lnTo>
                  <a:pt x="256921" y="304152"/>
                </a:lnTo>
                <a:lnTo>
                  <a:pt x="278892" y="280403"/>
                </a:lnTo>
                <a:close/>
              </a:path>
              <a:path w="852170" h="411479">
                <a:moveTo>
                  <a:pt x="409956" y="370319"/>
                </a:moveTo>
                <a:lnTo>
                  <a:pt x="370903" y="350507"/>
                </a:lnTo>
                <a:lnTo>
                  <a:pt x="335280" y="307835"/>
                </a:lnTo>
                <a:lnTo>
                  <a:pt x="343458" y="284975"/>
                </a:lnTo>
                <a:lnTo>
                  <a:pt x="347853" y="272694"/>
                </a:lnTo>
                <a:lnTo>
                  <a:pt x="358140" y="231254"/>
                </a:lnTo>
                <a:lnTo>
                  <a:pt x="366141" y="183540"/>
                </a:lnTo>
                <a:lnTo>
                  <a:pt x="371856" y="129527"/>
                </a:lnTo>
                <a:lnTo>
                  <a:pt x="408432" y="129527"/>
                </a:lnTo>
                <a:lnTo>
                  <a:pt x="398297" y="118859"/>
                </a:lnTo>
                <a:lnTo>
                  <a:pt x="379476" y="99047"/>
                </a:lnTo>
                <a:lnTo>
                  <a:pt x="359664" y="118859"/>
                </a:lnTo>
                <a:lnTo>
                  <a:pt x="348996" y="118859"/>
                </a:lnTo>
                <a:lnTo>
                  <a:pt x="348996" y="129527"/>
                </a:lnTo>
                <a:lnTo>
                  <a:pt x="346430" y="171818"/>
                </a:lnTo>
                <a:lnTo>
                  <a:pt x="340995" y="211823"/>
                </a:lnTo>
                <a:lnTo>
                  <a:pt x="332714" y="249542"/>
                </a:lnTo>
                <a:lnTo>
                  <a:pt x="321564" y="284975"/>
                </a:lnTo>
                <a:lnTo>
                  <a:pt x="311277" y="250405"/>
                </a:lnTo>
                <a:lnTo>
                  <a:pt x="303276" y="212966"/>
                </a:lnTo>
                <a:lnTo>
                  <a:pt x="297561" y="172681"/>
                </a:lnTo>
                <a:lnTo>
                  <a:pt x="295706" y="149339"/>
                </a:lnTo>
                <a:lnTo>
                  <a:pt x="294132" y="129527"/>
                </a:lnTo>
                <a:lnTo>
                  <a:pt x="348996" y="129527"/>
                </a:lnTo>
                <a:lnTo>
                  <a:pt x="348996" y="118859"/>
                </a:lnTo>
                <a:lnTo>
                  <a:pt x="297180" y="118859"/>
                </a:lnTo>
                <a:lnTo>
                  <a:pt x="303999" y="97434"/>
                </a:lnTo>
                <a:lnTo>
                  <a:pt x="310515" y="76568"/>
                </a:lnTo>
                <a:lnTo>
                  <a:pt x="316471" y="56286"/>
                </a:lnTo>
                <a:lnTo>
                  <a:pt x="321564" y="36563"/>
                </a:lnTo>
                <a:lnTo>
                  <a:pt x="335280" y="27419"/>
                </a:lnTo>
                <a:lnTo>
                  <a:pt x="295656" y="9131"/>
                </a:lnTo>
                <a:lnTo>
                  <a:pt x="294805" y="24041"/>
                </a:lnTo>
                <a:lnTo>
                  <a:pt x="292227" y="43802"/>
                </a:lnTo>
                <a:lnTo>
                  <a:pt x="275399" y="131940"/>
                </a:lnTo>
                <a:lnTo>
                  <a:pt x="257733" y="196570"/>
                </a:lnTo>
                <a:lnTo>
                  <a:pt x="246888" y="228587"/>
                </a:lnTo>
                <a:lnTo>
                  <a:pt x="252984" y="230111"/>
                </a:lnTo>
                <a:lnTo>
                  <a:pt x="262724" y="211277"/>
                </a:lnTo>
                <a:lnTo>
                  <a:pt x="271386" y="191630"/>
                </a:lnTo>
                <a:lnTo>
                  <a:pt x="279349" y="170751"/>
                </a:lnTo>
                <a:lnTo>
                  <a:pt x="286512" y="149339"/>
                </a:lnTo>
                <a:lnTo>
                  <a:pt x="288683" y="188963"/>
                </a:lnTo>
                <a:lnTo>
                  <a:pt x="288874" y="192011"/>
                </a:lnTo>
                <a:lnTo>
                  <a:pt x="293560" y="231635"/>
                </a:lnTo>
                <a:lnTo>
                  <a:pt x="300875" y="269354"/>
                </a:lnTo>
                <a:lnTo>
                  <a:pt x="310896" y="304787"/>
                </a:lnTo>
                <a:lnTo>
                  <a:pt x="284657" y="333603"/>
                </a:lnTo>
                <a:lnTo>
                  <a:pt x="254127" y="360413"/>
                </a:lnTo>
                <a:lnTo>
                  <a:pt x="219608" y="384949"/>
                </a:lnTo>
                <a:lnTo>
                  <a:pt x="181356" y="406895"/>
                </a:lnTo>
                <a:lnTo>
                  <a:pt x="184404" y="411467"/>
                </a:lnTo>
                <a:lnTo>
                  <a:pt x="225552" y="393166"/>
                </a:lnTo>
                <a:lnTo>
                  <a:pt x="262128" y="372414"/>
                </a:lnTo>
                <a:lnTo>
                  <a:pt x="294132" y="349110"/>
                </a:lnTo>
                <a:lnTo>
                  <a:pt x="321564" y="323075"/>
                </a:lnTo>
                <a:lnTo>
                  <a:pt x="334479" y="344792"/>
                </a:lnTo>
                <a:lnTo>
                  <a:pt x="348234" y="364223"/>
                </a:lnTo>
                <a:lnTo>
                  <a:pt x="363143" y="381368"/>
                </a:lnTo>
                <a:lnTo>
                  <a:pt x="379476" y="396227"/>
                </a:lnTo>
                <a:lnTo>
                  <a:pt x="383171" y="389089"/>
                </a:lnTo>
                <a:lnTo>
                  <a:pt x="389572" y="383654"/>
                </a:lnTo>
                <a:lnTo>
                  <a:pt x="398551" y="379945"/>
                </a:lnTo>
                <a:lnTo>
                  <a:pt x="409956" y="377939"/>
                </a:lnTo>
                <a:lnTo>
                  <a:pt x="409956" y="370319"/>
                </a:lnTo>
                <a:close/>
              </a:path>
              <a:path w="852170" h="411479">
                <a:moveTo>
                  <a:pt x="608076" y="97536"/>
                </a:moveTo>
                <a:lnTo>
                  <a:pt x="597979" y="86868"/>
                </a:lnTo>
                <a:lnTo>
                  <a:pt x="580644" y="68580"/>
                </a:lnTo>
                <a:lnTo>
                  <a:pt x="562356" y="86868"/>
                </a:lnTo>
                <a:lnTo>
                  <a:pt x="519684" y="86868"/>
                </a:lnTo>
                <a:lnTo>
                  <a:pt x="535114" y="51282"/>
                </a:lnTo>
                <a:lnTo>
                  <a:pt x="557784" y="24384"/>
                </a:lnTo>
                <a:lnTo>
                  <a:pt x="519684" y="6096"/>
                </a:lnTo>
                <a:lnTo>
                  <a:pt x="503974" y="64122"/>
                </a:lnTo>
                <a:lnTo>
                  <a:pt x="486537" y="114871"/>
                </a:lnTo>
                <a:lnTo>
                  <a:pt x="467398" y="158470"/>
                </a:lnTo>
                <a:lnTo>
                  <a:pt x="446532" y="195072"/>
                </a:lnTo>
                <a:lnTo>
                  <a:pt x="452628" y="199644"/>
                </a:lnTo>
                <a:lnTo>
                  <a:pt x="461441" y="189014"/>
                </a:lnTo>
                <a:lnTo>
                  <a:pt x="469392" y="179832"/>
                </a:lnTo>
                <a:lnTo>
                  <a:pt x="476211" y="171780"/>
                </a:lnTo>
                <a:lnTo>
                  <a:pt x="481584" y="164592"/>
                </a:lnTo>
                <a:lnTo>
                  <a:pt x="515112" y="164592"/>
                </a:lnTo>
                <a:lnTo>
                  <a:pt x="515112" y="234696"/>
                </a:lnTo>
                <a:lnTo>
                  <a:pt x="451104" y="234696"/>
                </a:lnTo>
                <a:lnTo>
                  <a:pt x="466344" y="249936"/>
                </a:lnTo>
                <a:lnTo>
                  <a:pt x="475780" y="247929"/>
                </a:lnTo>
                <a:lnTo>
                  <a:pt x="485775" y="246507"/>
                </a:lnTo>
                <a:lnTo>
                  <a:pt x="496354" y="245643"/>
                </a:lnTo>
                <a:lnTo>
                  <a:pt x="507492" y="245364"/>
                </a:lnTo>
                <a:lnTo>
                  <a:pt x="515112" y="245364"/>
                </a:lnTo>
                <a:lnTo>
                  <a:pt x="515112" y="335280"/>
                </a:lnTo>
                <a:lnTo>
                  <a:pt x="514565" y="342963"/>
                </a:lnTo>
                <a:lnTo>
                  <a:pt x="513016" y="349948"/>
                </a:lnTo>
                <a:lnTo>
                  <a:pt x="510616" y="356057"/>
                </a:lnTo>
                <a:lnTo>
                  <a:pt x="507492" y="361188"/>
                </a:lnTo>
                <a:lnTo>
                  <a:pt x="527304" y="387096"/>
                </a:lnTo>
                <a:lnTo>
                  <a:pt x="535305" y="374497"/>
                </a:lnTo>
                <a:lnTo>
                  <a:pt x="550062" y="357301"/>
                </a:lnTo>
                <a:lnTo>
                  <a:pt x="565658" y="341376"/>
                </a:lnTo>
                <a:lnTo>
                  <a:pt x="571881" y="335013"/>
                </a:lnTo>
                <a:lnTo>
                  <a:pt x="600456" y="307848"/>
                </a:lnTo>
                <a:lnTo>
                  <a:pt x="595884" y="300228"/>
                </a:lnTo>
                <a:lnTo>
                  <a:pt x="539496" y="341376"/>
                </a:lnTo>
                <a:lnTo>
                  <a:pt x="539496" y="245364"/>
                </a:lnTo>
                <a:lnTo>
                  <a:pt x="608076" y="245364"/>
                </a:lnTo>
                <a:lnTo>
                  <a:pt x="580644" y="216408"/>
                </a:lnTo>
                <a:lnTo>
                  <a:pt x="562356" y="234696"/>
                </a:lnTo>
                <a:lnTo>
                  <a:pt x="539496" y="234696"/>
                </a:lnTo>
                <a:lnTo>
                  <a:pt x="539496" y="164592"/>
                </a:lnTo>
                <a:lnTo>
                  <a:pt x="597408" y="164592"/>
                </a:lnTo>
                <a:lnTo>
                  <a:pt x="588746" y="155448"/>
                </a:lnTo>
                <a:lnTo>
                  <a:pt x="569976" y="135636"/>
                </a:lnTo>
                <a:lnTo>
                  <a:pt x="551688" y="155448"/>
                </a:lnTo>
                <a:lnTo>
                  <a:pt x="484632" y="155448"/>
                </a:lnTo>
                <a:lnTo>
                  <a:pt x="491744" y="143256"/>
                </a:lnTo>
                <a:lnTo>
                  <a:pt x="499389" y="129540"/>
                </a:lnTo>
                <a:lnTo>
                  <a:pt x="507669" y="114300"/>
                </a:lnTo>
                <a:lnTo>
                  <a:pt x="516636" y="97536"/>
                </a:lnTo>
                <a:lnTo>
                  <a:pt x="608076" y="97536"/>
                </a:lnTo>
                <a:close/>
              </a:path>
              <a:path w="852170" h="411479">
                <a:moveTo>
                  <a:pt x="690372" y="123444"/>
                </a:moveTo>
                <a:lnTo>
                  <a:pt x="664159" y="84747"/>
                </a:lnTo>
                <a:lnTo>
                  <a:pt x="650748" y="76200"/>
                </a:lnTo>
                <a:lnTo>
                  <a:pt x="646176" y="82296"/>
                </a:lnTo>
                <a:lnTo>
                  <a:pt x="654443" y="93675"/>
                </a:lnTo>
                <a:lnTo>
                  <a:pt x="660844" y="104775"/>
                </a:lnTo>
                <a:lnTo>
                  <a:pt x="665251" y="115290"/>
                </a:lnTo>
                <a:lnTo>
                  <a:pt x="667512" y="124968"/>
                </a:lnTo>
                <a:lnTo>
                  <a:pt x="669036" y="134112"/>
                </a:lnTo>
                <a:lnTo>
                  <a:pt x="670560" y="138684"/>
                </a:lnTo>
                <a:lnTo>
                  <a:pt x="676656" y="138684"/>
                </a:lnTo>
                <a:lnTo>
                  <a:pt x="679704" y="137160"/>
                </a:lnTo>
                <a:lnTo>
                  <a:pt x="684276" y="132588"/>
                </a:lnTo>
                <a:lnTo>
                  <a:pt x="688848" y="129540"/>
                </a:lnTo>
                <a:lnTo>
                  <a:pt x="690372" y="123444"/>
                </a:lnTo>
                <a:close/>
              </a:path>
              <a:path w="852170" h="411479">
                <a:moveTo>
                  <a:pt x="726948" y="35052"/>
                </a:moveTo>
                <a:lnTo>
                  <a:pt x="698563" y="7442"/>
                </a:lnTo>
                <a:lnTo>
                  <a:pt x="684276" y="0"/>
                </a:lnTo>
                <a:lnTo>
                  <a:pt x="681228" y="6096"/>
                </a:lnTo>
                <a:lnTo>
                  <a:pt x="689279" y="16586"/>
                </a:lnTo>
                <a:lnTo>
                  <a:pt x="695325" y="27241"/>
                </a:lnTo>
                <a:lnTo>
                  <a:pt x="699668" y="37592"/>
                </a:lnTo>
                <a:lnTo>
                  <a:pt x="702564" y="47244"/>
                </a:lnTo>
                <a:lnTo>
                  <a:pt x="704088" y="54864"/>
                </a:lnTo>
                <a:lnTo>
                  <a:pt x="705612" y="59436"/>
                </a:lnTo>
                <a:lnTo>
                  <a:pt x="711708" y="59436"/>
                </a:lnTo>
                <a:lnTo>
                  <a:pt x="714756" y="57912"/>
                </a:lnTo>
                <a:lnTo>
                  <a:pt x="723900" y="48768"/>
                </a:lnTo>
                <a:lnTo>
                  <a:pt x="726948" y="44196"/>
                </a:lnTo>
                <a:lnTo>
                  <a:pt x="726948" y="35052"/>
                </a:lnTo>
                <a:close/>
              </a:path>
              <a:path w="852170" h="411479">
                <a:moveTo>
                  <a:pt x="815340" y="71628"/>
                </a:moveTo>
                <a:lnTo>
                  <a:pt x="787908" y="42672"/>
                </a:lnTo>
                <a:lnTo>
                  <a:pt x="768096" y="60960"/>
                </a:lnTo>
                <a:lnTo>
                  <a:pt x="606552" y="60960"/>
                </a:lnTo>
                <a:lnTo>
                  <a:pt x="621792" y="76200"/>
                </a:lnTo>
                <a:lnTo>
                  <a:pt x="632104" y="74193"/>
                </a:lnTo>
                <a:lnTo>
                  <a:pt x="642556" y="72771"/>
                </a:lnTo>
                <a:lnTo>
                  <a:pt x="653300" y="71907"/>
                </a:lnTo>
                <a:lnTo>
                  <a:pt x="664464" y="71628"/>
                </a:lnTo>
                <a:lnTo>
                  <a:pt x="815340" y="71628"/>
                </a:lnTo>
                <a:close/>
              </a:path>
              <a:path w="852170" h="411479">
                <a:moveTo>
                  <a:pt x="844296" y="152400"/>
                </a:moveTo>
                <a:lnTo>
                  <a:pt x="816864" y="123444"/>
                </a:lnTo>
                <a:lnTo>
                  <a:pt x="798576" y="143256"/>
                </a:lnTo>
                <a:lnTo>
                  <a:pt x="739140" y="143256"/>
                </a:lnTo>
                <a:lnTo>
                  <a:pt x="768286" y="109816"/>
                </a:lnTo>
                <a:lnTo>
                  <a:pt x="789432" y="97536"/>
                </a:lnTo>
                <a:lnTo>
                  <a:pt x="757428" y="74676"/>
                </a:lnTo>
                <a:lnTo>
                  <a:pt x="753999" y="86461"/>
                </a:lnTo>
                <a:lnTo>
                  <a:pt x="748284" y="101536"/>
                </a:lnTo>
                <a:lnTo>
                  <a:pt x="740283" y="120319"/>
                </a:lnTo>
                <a:lnTo>
                  <a:pt x="729996" y="143256"/>
                </a:lnTo>
                <a:lnTo>
                  <a:pt x="594360" y="143256"/>
                </a:lnTo>
                <a:lnTo>
                  <a:pt x="609600" y="158496"/>
                </a:lnTo>
                <a:lnTo>
                  <a:pt x="619912" y="156248"/>
                </a:lnTo>
                <a:lnTo>
                  <a:pt x="630364" y="154305"/>
                </a:lnTo>
                <a:lnTo>
                  <a:pt x="641108" y="152920"/>
                </a:lnTo>
                <a:lnTo>
                  <a:pt x="652272" y="152400"/>
                </a:lnTo>
                <a:lnTo>
                  <a:pt x="844296" y="152400"/>
                </a:lnTo>
                <a:close/>
              </a:path>
              <a:path w="852170" h="411479">
                <a:moveTo>
                  <a:pt x="851916" y="373380"/>
                </a:moveTo>
                <a:lnTo>
                  <a:pt x="831634" y="340461"/>
                </a:lnTo>
                <a:lnTo>
                  <a:pt x="829056" y="310896"/>
                </a:lnTo>
                <a:lnTo>
                  <a:pt x="822960" y="310896"/>
                </a:lnTo>
                <a:lnTo>
                  <a:pt x="819531" y="354825"/>
                </a:lnTo>
                <a:lnTo>
                  <a:pt x="798576" y="381000"/>
                </a:lnTo>
                <a:lnTo>
                  <a:pt x="765048" y="381000"/>
                </a:lnTo>
                <a:lnTo>
                  <a:pt x="755929" y="379590"/>
                </a:lnTo>
                <a:lnTo>
                  <a:pt x="749236" y="375475"/>
                </a:lnTo>
                <a:lnTo>
                  <a:pt x="745121" y="368782"/>
                </a:lnTo>
                <a:lnTo>
                  <a:pt x="743712" y="359664"/>
                </a:lnTo>
                <a:lnTo>
                  <a:pt x="743712" y="291084"/>
                </a:lnTo>
                <a:lnTo>
                  <a:pt x="772668" y="291084"/>
                </a:lnTo>
                <a:lnTo>
                  <a:pt x="772668" y="307848"/>
                </a:lnTo>
                <a:lnTo>
                  <a:pt x="795528" y="297180"/>
                </a:lnTo>
                <a:lnTo>
                  <a:pt x="795439" y="291084"/>
                </a:lnTo>
                <a:lnTo>
                  <a:pt x="795286" y="280416"/>
                </a:lnTo>
                <a:lnTo>
                  <a:pt x="794766" y="259842"/>
                </a:lnTo>
                <a:lnTo>
                  <a:pt x="794410" y="242316"/>
                </a:lnTo>
                <a:lnTo>
                  <a:pt x="794258" y="234696"/>
                </a:lnTo>
                <a:lnTo>
                  <a:pt x="794232" y="231648"/>
                </a:lnTo>
                <a:lnTo>
                  <a:pt x="794004" y="204216"/>
                </a:lnTo>
                <a:lnTo>
                  <a:pt x="805764" y="195072"/>
                </a:lnTo>
                <a:lnTo>
                  <a:pt x="807720" y="193548"/>
                </a:lnTo>
                <a:lnTo>
                  <a:pt x="798576" y="184404"/>
                </a:lnTo>
                <a:lnTo>
                  <a:pt x="783336" y="169164"/>
                </a:lnTo>
                <a:lnTo>
                  <a:pt x="772668" y="179832"/>
                </a:lnTo>
                <a:lnTo>
                  <a:pt x="772668" y="195072"/>
                </a:lnTo>
                <a:lnTo>
                  <a:pt x="772668" y="231648"/>
                </a:lnTo>
                <a:lnTo>
                  <a:pt x="772668" y="242316"/>
                </a:lnTo>
                <a:lnTo>
                  <a:pt x="772668" y="280416"/>
                </a:lnTo>
                <a:lnTo>
                  <a:pt x="646176" y="280416"/>
                </a:lnTo>
                <a:lnTo>
                  <a:pt x="646176" y="242316"/>
                </a:lnTo>
                <a:lnTo>
                  <a:pt x="772668" y="242316"/>
                </a:lnTo>
                <a:lnTo>
                  <a:pt x="772668" y="231648"/>
                </a:lnTo>
                <a:lnTo>
                  <a:pt x="646176" y="231648"/>
                </a:lnTo>
                <a:lnTo>
                  <a:pt x="646176" y="195072"/>
                </a:lnTo>
                <a:lnTo>
                  <a:pt x="772668" y="195072"/>
                </a:lnTo>
                <a:lnTo>
                  <a:pt x="772668" y="179832"/>
                </a:lnTo>
                <a:lnTo>
                  <a:pt x="768096" y="184404"/>
                </a:lnTo>
                <a:lnTo>
                  <a:pt x="649224" y="184404"/>
                </a:lnTo>
                <a:lnTo>
                  <a:pt x="621792" y="169164"/>
                </a:lnTo>
                <a:lnTo>
                  <a:pt x="622922" y="187490"/>
                </a:lnTo>
                <a:lnTo>
                  <a:pt x="623887" y="206121"/>
                </a:lnTo>
                <a:lnTo>
                  <a:pt x="624586" y="225310"/>
                </a:lnTo>
                <a:lnTo>
                  <a:pt x="624801" y="242316"/>
                </a:lnTo>
                <a:lnTo>
                  <a:pt x="624789" y="249936"/>
                </a:lnTo>
                <a:lnTo>
                  <a:pt x="624586" y="264452"/>
                </a:lnTo>
                <a:lnTo>
                  <a:pt x="623887" y="282702"/>
                </a:lnTo>
                <a:lnTo>
                  <a:pt x="622922" y="299796"/>
                </a:lnTo>
                <a:lnTo>
                  <a:pt x="621792" y="315468"/>
                </a:lnTo>
                <a:lnTo>
                  <a:pt x="646176" y="304800"/>
                </a:lnTo>
                <a:lnTo>
                  <a:pt x="646176" y="291084"/>
                </a:lnTo>
                <a:lnTo>
                  <a:pt x="664464" y="291084"/>
                </a:lnTo>
                <a:lnTo>
                  <a:pt x="655129" y="328803"/>
                </a:lnTo>
                <a:lnTo>
                  <a:pt x="620077" y="372160"/>
                </a:lnTo>
                <a:lnTo>
                  <a:pt x="572071" y="395452"/>
                </a:lnTo>
                <a:lnTo>
                  <a:pt x="539496" y="405384"/>
                </a:lnTo>
                <a:lnTo>
                  <a:pt x="541020" y="409956"/>
                </a:lnTo>
                <a:lnTo>
                  <a:pt x="593217" y="399859"/>
                </a:lnTo>
                <a:lnTo>
                  <a:pt x="638556" y="379476"/>
                </a:lnTo>
                <a:lnTo>
                  <a:pt x="672846" y="344995"/>
                </a:lnTo>
                <a:lnTo>
                  <a:pt x="688848" y="291084"/>
                </a:lnTo>
                <a:lnTo>
                  <a:pt x="720852" y="291084"/>
                </a:lnTo>
                <a:lnTo>
                  <a:pt x="720852" y="365760"/>
                </a:lnTo>
                <a:lnTo>
                  <a:pt x="723138" y="380631"/>
                </a:lnTo>
                <a:lnTo>
                  <a:pt x="729996" y="391096"/>
                </a:lnTo>
                <a:lnTo>
                  <a:pt x="741426" y="397256"/>
                </a:lnTo>
                <a:lnTo>
                  <a:pt x="757428" y="399288"/>
                </a:lnTo>
                <a:lnTo>
                  <a:pt x="803148" y="399288"/>
                </a:lnTo>
                <a:lnTo>
                  <a:pt x="840486" y="390144"/>
                </a:lnTo>
                <a:lnTo>
                  <a:pt x="847280" y="381000"/>
                </a:lnTo>
                <a:lnTo>
                  <a:pt x="851916" y="37338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" name="object 35"/>
          <p:cNvSpPr/>
          <p:nvPr/>
        </p:nvSpPr>
        <p:spPr>
          <a:xfrm>
            <a:off x="4395215" y="3585376"/>
            <a:ext cx="128270" cy="349250"/>
          </a:xfrm>
          <a:custGeom>
            <a:avLst/>
            <a:gdLst/>
            <a:ahLst/>
            <a:cxnLst/>
            <a:rect l="l" t="t" r="r" b="b"/>
            <a:pathLst>
              <a:path w="128270" h="349250">
                <a:moveTo>
                  <a:pt x="2905" y="348900"/>
                </a:moveTo>
                <a:lnTo>
                  <a:pt x="0" y="348067"/>
                </a:lnTo>
                <a:lnTo>
                  <a:pt x="1690" y="344924"/>
                </a:lnTo>
                <a:lnTo>
                  <a:pt x="6667" y="340066"/>
                </a:lnTo>
                <a:lnTo>
                  <a:pt x="14787" y="333494"/>
                </a:lnTo>
                <a:lnTo>
                  <a:pt x="25908" y="325207"/>
                </a:lnTo>
                <a:lnTo>
                  <a:pt x="38504" y="314658"/>
                </a:lnTo>
                <a:lnTo>
                  <a:pt x="64269" y="285559"/>
                </a:lnTo>
                <a:lnTo>
                  <a:pt x="88796" y="245864"/>
                </a:lnTo>
                <a:lnTo>
                  <a:pt x="100655" y="197858"/>
                </a:lnTo>
                <a:lnTo>
                  <a:pt x="100584" y="171283"/>
                </a:lnTo>
                <a:lnTo>
                  <a:pt x="92011" y="122515"/>
                </a:lnTo>
                <a:lnTo>
                  <a:pt x="73152" y="82891"/>
                </a:lnTo>
                <a:lnTo>
                  <a:pt x="50101" y="50696"/>
                </a:lnTo>
                <a:lnTo>
                  <a:pt x="14787" y="17097"/>
                </a:lnTo>
                <a:lnTo>
                  <a:pt x="6667" y="9548"/>
                </a:lnTo>
                <a:lnTo>
                  <a:pt x="1690" y="4000"/>
                </a:lnTo>
                <a:lnTo>
                  <a:pt x="0" y="595"/>
                </a:lnTo>
                <a:lnTo>
                  <a:pt x="2881" y="0"/>
                </a:lnTo>
                <a:lnTo>
                  <a:pt x="49530" y="29956"/>
                </a:lnTo>
                <a:lnTo>
                  <a:pt x="81534" y="62579"/>
                </a:lnTo>
                <a:lnTo>
                  <a:pt x="110656" y="104584"/>
                </a:lnTo>
                <a:lnTo>
                  <a:pt x="126039" y="154257"/>
                </a:lnTo>
                <a:lnTo>
                  <a:pt x="128016" y="181951"/>
                </a:lnTo>
                <a:lnTo>
                  <a:pt x="125396" y="209359"/>
                </a:lnTo>
                <a:lnTo>
                  <a:pt x="110442" y="256746"/>
                </a:lnTo>
                <a:lnTo>
                  <a:pt x="83272" y="293608"/>
                </a:lnTo>
                <a:lnTo>
                  <a:pt x="51887" y="321659"/>
                </a:lnTo>
                <a:lnTo>
                  <a:pt x="9525" y="346733"/>
                </a:lnTo>
                <a:lnTo>
                  <a:pt x="2905" y="34890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pic>
        <p:nvPicPr>
          <p:cNvPr id="36" name="object 36"/>
          <p:cNvPicPr/>
          <p:nvPr/>
        </p:nvPicPr>
        <p:blipFill>
          <a:blip r:embed="rId5" cstate="print"/>
          <a:stretch>
            <a:fillRect/>
          </a:stretch>
        </p:blipFill>
        <p:spPr>
          <a:xfrm>
            <a:off x="4829555" y="3820739"/>
            <a:ext cx="70104" cy="118800"/>
          </a:xfrm>
          <a:prstGeom prst="rect">
            <a:avLst/>
          </a:prstGeom>
        </p:spPr>
      </p:pic>
      <p:sp>
        <p:nvSpPr>
          <p:cNvPr id="37" name="object 37"/>
          <p:cNvSpPr/>
          <p:nvPr/>
        </p:nvSpPr>
        <p:spPr>
          <a:xfrm>
            <a:off x="5239511" y="3558539"/>
            <a:ext cx="408940" cy="407034"/>
          </a:xfrm>
          <a:custGeom>
            <a:avLst/>
            <a:gdLst/>
            <a:ahLst/>
            <a:cxnLst/>
            <a:rect l="l" t="t" r="r" b="b"/>
            <a:pathLst>
              <a:path w="408939" h="407035">
                <a:moveTo>
                  <a:pt x="134112" y="181356"/>
                </a:moveTo>
                <a:lnTo>
                  <a:pt x="128016" y="176784"/>
                </a:lnTo>
                <a:lnTo>
                  <a:pt x="143184" y="154471"/>
                </a:lnTo>
                <a:lnTo>
                  <a:pt x="156781" y="130873"/>
                </a:lnTo>
                <a:lnTo>
                  <a:pt x="179832" y="79248"/>
                </a:lnTo>
                <a:lnTo>
                  <a:pt x="195834" y="33337"/>
                </a:lnTo>
                <a:lnTo>
                  <a:pt x="202692" y="0"/>
                </a:lnTo>
                <a:lnTo>
                  <a:pt x="245364" y="22860"/>
                </a:lnTo>
                <a:lnTo>
                  <a:pt x="218122" y="57150"/>
                </a:lnTo>
                <a:lnTo>
                  <a:pt x="205740" y="82296"/>
                </a:lnTo>
                <a:lnTo>
                  <a:pt x="377317" y="82296"/>
                </a:lnTo>
                <a:lnTo>
                  <a:pt x="387096" y="92964"/>
                </a:lnTo>
                <a:lnTo>
                  <a:pt x="201168" y="92964"/>
                </a:lnTo>
                <a:lnTo>
                  <a:pt x="185975" y="117276"/>
                </a:lnTo>
                <a:lnTo>
                  <a:pt x="169926" y="140017"/>
                </a:lnTo>
                <a:lnTo>
                  <a:pt x="152733" y="161329"/>
                </a:lnTo>
                <a:lnTo>
                  <a:pt x="134112" y="181356"/>
                </a:lnTo>
                <a:close/>
              </a:path>
              <a:path w="408939" h="407035">
                <a:moveTo>
                  <a:pt x="88392" y="91440"/>
                </a:moveTo>
                <a:lnTo>
                  <a:pt x="82295" y="91440"/>
                </a:lnTo>
                <a:lnTo>
                  <a:pt x="77724" y="85344"/>
                </a:lnTo>
                <a:lnTo>
                  <a:pt x="74676" y="73152"/>
                </a:lnTo>
                <a:lnTo>
                  <a:pt x="70080" y="61388"/>
                </a:lnTo>
                <a:lnTo>
                  <a:pt x="63055" y="48768"/>
                </a:lnTo>
                <a:lnTo>
                  <a:pt x="53459" y="35004"/>
                </a:lnTo>
                <a:lnTo>
                  <a:pt x="41148" y="19812"/>
                </a:lnTo>
                <a:lnTo>
                  <a:pt x="45719" y="15240"/>
                </a:lnTo>
                <a:lnTo>
                  <a:pt x="82581" y="35171"/>
                </a:lnTo>
                <a:lnTo>
                  <a:pt x="103655" y="58935"/>
                </a:lnTo>
                <a:lnTo>
                  <a:pt x="103631" y="74676"/>
                </a:lnTo>
                <a:lnTo>
                  <a:pt x="100583" y="80772"/>
                </a:lnTo>
                <a:lnTo>
                  <a:pt x="96012" y="85344"/>
                </a:lnTo>
                <a:lnTo>
                  <a:pt x="91440" y="88392"/>
                </a:lnTo>
                <a:lnTo>
                  <a:pt x="88392" y="91440"/>
                </a:lnTo>
                <a:close/>
              </a:path>
              <a:path w="408939" h="407035">
                <a:moveTo>
                  <a:pt x="377317" y="82296"/>
                </a:moveTo>
                <a:lnTo>
                  <a:pt x="329184" y="82296"/>
                </a:lnTo>
                <a:lnTo>
                  <a:pt x="353568" y="56388"/>
                </a:lnTo>
                <a:lnTo>
                  <a:pt x="377317" y="82296"/>
                </a:lnTo>
                <a:close/>
              </a:path>
              <a:path w="408939" h="407035">
                <a:moveTo>
                  <a:pt x="284988" y="213360"/>
                </a:moveTo>
                <a:lnTo>
                  <a:pt x="260604" y="213360"/>
                </a:lnTo>
                <a:lnTo>
                  <a:pt x="260604" y="92964"/>
                </a:lnTo>
                <a:lnTo>
                  <a:pt x="284988" y="92964"/>
                </a:lnTo>
                <a:lnTo>
                  <a:pt x="284988" y="213360"/>
                </a:lnTo>
                <a:close/>
              </a:path>
              <a:path w="408939" h="407035">
                <a:moveTo>
                  <a:pt x="15240" y="164592"/>
                </a:moveTo>
                <a:lnTo>
                  <a:pt x="0" y="147828"/>
                </a:lnTo>
                <a:lnTo>
                  <a:pt x="68580" y="147828"/>
                </a:lnTo>
                <a:lnTo>
                  <a:pt x="77724" y="131064"/>
                </a:lnTo>
                <a:lnTo>
                  <a:pt x="108204" y="152400"/>
                </a:lnTo>
                <a:lnTo>
                  <a:pt x="99822" y="158496"/>
                </a:lnTo>
                <a:lnTo>
                  <a:pt x="47244" y="158496"/>
                </a:lnTo>
                <a:lnTo>
                  <a:pt x="40957" y="158805"/>
                </a:lnTo>
                <a:lnTo>
                  <a:pt x="33528" y="159829"/>
                </a:lnTo>
                <a:lnTo>
                  <a:pt x="24955" y="161710"/>
                </a:lnTo>
                <a:lnTo>
                  <a:pt x="15240" y="164592"/>
                </a:lnTo>
                <a:close/>
              </a:path>
              <a:path w="408939" h="407035">
                <a:moveTo>
                  <a:pt x="88392" y="370332"/>
                </a:moveTo>
                <a:lnTo>
                  <a:pt x="62483" y="341376"/>
                </a:lnTo>
                <a:lnTo>
                  <a:pt x="65603" y="335613"/>
                </a:lnTo>
                <a:lnTo>
                  <a:pt x="68008" y="329565"/>
                </a:lnTo>
                <a:lnTo>
                  <a:pt x="69556" y="322945"/>
                </a:lnTo>
                <a:lnTo>
                  <a:pt x="70104" y="315468"/>
                </a:lnTo>
                <a:lnTo>
                  <a:pt x="70104" y="158496"/>
                </a:lnTo>
                <a:lnTo>
                  <a:pt x="99822" y="158496"/>
                </a:lnTo>
                <a:lnTo>
                  <a:pt x="91440" y="164592"/>
                </a:lnTo>
                <a:lnTo>
                  <a:pt x="91440" y="324612"/>
                </a:lnTo>
                <a:lnTo>
                  <a:pt x="120091" y="324612"/>
                </a:lnTo>
                <a:lnTo>
                  <a:pt x="118871" y="326136"/>
                </a:lnTo>
                <a:lnTo>
                  <a:pt x="110251" y="337327"/>
                </a:lnTo>
                <a:lnTo>
                  <a:pt x="102489" y="348234"/>
                </a:lnTo>
                <a:lnTo>
                  <a:pt x="95297" y="359140"/>
                </a:lnTo>
                <a:lnTo>
                  <a:pt x="88392" y="370332"/>
                </a:lnTo>
                <a:close/>
              </a:path>
              <a:path w="408939" h="407035">
                <a:moveTo>
                  <a:pt x="135636" y="228600"/>
                </a:moveTo>
                <a:lnTo>
                  <a:pt x="120395" y="213360"/>
                </a:lnTo>
                <a:lnTo>
                  <a:pt x="350520" y="213360"/>
                </a:lnTo>
                <a:lnTo>
                  <a:pt x="377952" y="188976"/>
                </a:lnTo>
                <a:lnTo>
                  <a:pt x="408432" y="222504"/>
                </a:lnTo>
                <a:lnTo>
                  <a:pt x="169164" y="222504"/>
                </a:lnTo>
                <a:lnTo>
                  <a:pt x="161782" y="223027"/>
                </a:lnTo>
                <a:lnTo>
                  <a:pt x="153543" y="224409"/>
                </a:lnTo>
                <a:lnTo>
                  <a:pt x="144732" y="226361"/>
                </a:lnTo>
                <a:lnTo>
                  <a:pt x="135636" y="228600"/>
                </a:lnTo>
                <a:close/>
              </a:path>
              <a:path w="408939" h="407035">
                <a:moveTo>
                  <a:pt x="259080" y="406908"/>
                </a:moveTo>
                <a:lnTo>
                  <a:pt x="259951" y="359140"/>
                </a:lnTo>
                <a:lnTo>
                  <a:pt x="260396" y="313610"/>
                </a:lnTo>
                <a:lnTo>
                  <a:pt x="260520" y="282844"/>
                </a:lnTo>
                <a:lnTo>
                  <a:pt x="260604" y="222504"/>
                </a:lnTo>
                <a:lnTo>
                  <a:pt x="284988" y="222504"/>
                </a:lnTo>
                <a:lnTo>
                  <a:pt x="285074" y="299085"/>
                </a:lnTo>
                <a:lnTo>
                  <a:pt x="285185" y="329565"/>
                </a:lnTo>
                <a:lnTo>
                  <a:pt x="285630" y="366307"/>
                </a:lnTo>
                <a:lnTo>
                  <a:pt x="286512" y="393192"/>
                </a:lnTo>
                <a:lnTo>
                  <a:pt x="259080" y="406908"/>
                </a:lnTo>
                <a:close/>
              </a:path>
              <a:path w="408939" h="407035">
                <a:moveTo>
                  <a:pt x="120091" y="324612"/>
                </a:moveTo>
                <a:lnTo>
                  <a:pt x="91440" y="324612"/>
                </a:lnTo>
                <a:lnTo>
                  <a:pt x="164592" y="259080"/>
                </a:lnTo>
                <a:lnTo>
                  <a:pt x="170688" y="265176"/>
                </a:lnTo>
                <a:lnTo>
                  <a:pt x="154662" y="282844"/>
                </a:lnTo>
                <a:lnTo>
                  <a:pt x="140779" y="299085"/>
                </a:lnTo>
                <a:lnTo>
                  <a:pt x="128897" y="313610"/>
                </a:lnTo>
                <a:lnTo>
                  <a:pt x="120091" y="32461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" name="object 38"/>
          <p:cNvSpPr/>
          <p:nvPr/>
        </p:nvSpPr>
        <p:spPr>
          <a:xfrm>
            <a:off x="5704332" y="3558539"/>
            <a:ext cx="364490" cy="405765"/>
          </a:xfrm>
          <a:custGeom>
            <a:avLst/>
            <a:gdLst/>
            <a:ahLst/>
            <a:cxnLst/>
            <a:rect l="l" t="t" r="r" b="b"/>
            <a:pathLst>
              <a:path w="364489" h="405764">
                <a:moveTo>
                  <a:pt x="15240" y="141732"/>
                </a:moveTo>
                <a:lnTo>
                  <a:pt x="12192" y="134112"/>
                </a:lnTo>
                <a:lnTo>
                  <a:pt x="43910" y="117586"/>
                </a:lnTo>
                <a:lnTo>
                  <a:pt x="72771" y="100203"/>
                </a:lnTo>
                <a:lnTo>
                  <a:pt x="121920" y="64008"/>
                </a:lnTo>
                <a:lnTo>
                  <a:pt x="157734" y="29718"/>
                </a:lnTo>
                <a:lnTo>
                  <a:pt x="179832" y="0"/>
                </a:lnTo>
                <a:lnTo>
                  <a:pt x="210312" y="27432"/>
                </a:lnTo>
                <a:lnTo>
                  <a:pt x="193548" y="32004"/>
                </a:lnTo>
                <a:lnTo>
                  <a:pt x="161544" y="59436"/>
                </a:lnTo>
                <a:lnTo>
                  <a:pt x="332232" y="59436"/>
                </a:lnTo>
                <a:lnTo>
                  <a:pt x="342900" y="70104"/>
                </a:lnTo>
                <a:lnTo>
                  <a:pt x="152400" y="70104"/>
                </a:lnTo>
                <a:lnTo>
                  <a:pt x="131064" y="82296"/>
                </a:lnTo>
                <a:lnTo>
                  <a:pt x="136206" y="85344"/>
                </a:lnTo>
                <a:lnTo>
                  <a:pt x="126492" y="85344"/>
                </a:lnTo>
                <a:lnTo>
                  <a:pt x="76200" y="114300"/>
                </a:lnTo>
                <a:lnTo>
                  <a:pt x="32051" y="134874"/>
                </a:lnTo>
                <a:lnTo>
                  <a:pt x="15240" y="141732"/>
                </a:lnTo>
                <a:close/>
              </a:path>
              <a:path w="364489" h="405764">
                <a:moveTo>
                  <a:pt x="332232" y="59436"/>
                </a:moveTo>
                <a:lnTo>
                  <a:pt x="294132" y="59436"/>
                </a:lnTo>
                <a:lnTo>
                  <a:pt x="313943" y="41148"/>
                </a:lnTo>
                <a:lnTo>
                  <a:pt x="332232" y="59436"/>
                </a:lnTo>
                <a:close/>
              </a:path>
              <a:path w="364489" h="405764">
                <a:moveTo>
                  <a:pt x="3048" y="225552"/>
                </a:moveTo>
                <a:lnTo>
                  <a:pt x="1524" y="217932"/>
                </a:lnTo>
                <a:lnTo>
                  <a:pt x="43195" y="209026"/>
                </a:lnTo>
                <a:lnTo>
                  <a:pt x="83439" y="198120"/>
                </a:lnTo>
                <a:lnTo>
                  <a:pt x="121967" y="184927"/>
                </a:lnTo>
                <a:lnTo>
                  <a:pt x="158496" y="169164"/>
                </a:lnTo>
                <a:lnTo>
                  <a:pt x="194476" y="150899"/>
                </a:lnTo>
                <a:lnTo>
                  <a:pt x="229171" y="128206"/>
                </a:lnTo>
                <a:lnTo>
                  <a:pt x="262437" y="101226"/>
                </a:lnTo>
                <a:lnTo>
                  <a:pt x="294132" y="70104"/>
                </a:lnTo>
                <a:lnTo>
                  <a:pt x="342900" y="70104"/>
                </a:lnTo>
                <a:lnTo>
                  <a:pt x="344424" y="71628"/>
                </a:lnTo>
                <a:lnTo>
                  <a:pt x="326136" y="79248"/>
                </a:lnTo>
                <a:lnTo>
                  <a:pt x="299585" y="101822"/>
                </a:lnTo>
                <a:lnTo>
                  <a:pt x="238482" y="145256"/>
                </a:lnTo>
                <a:lnTo>
                  <a:pt x="204216" y="166116"/>
                </a:lnTo>
                <a:lnTo>
                  <a:pt x="164211" y="185261"/>
                </a:lnTo>
                <a:lnTo>
                  <a:pt x="117348" y="201549"/>
                </a:lnTo>
                <a:lnTo>
                  <a:pt x="63627" y="214979"/>
                </a:lnTo>
                <a:lnTo>
                  <a:pt x="3048" y="225552"/>
                </a:lnTo>
                <a:close/>
              </a:path>
              <a:path w="364489" h="405764">
                <a:moveTo>
                  <a:pt x="164592" y="152400"/>
                </a:moveTo>
                <a:lnTo>
                  <a:pt x="158496" y="152400"/>
                </a:lnTo>
                <a:lnTo>
                  <a:pt x="153924" y="138684"/>
                </a:lnTo>
                <a:lnTo>
                  <a:pt x="150495" y="127777"/>
                </a:lnTo>
                <a:lnTo>
                  <a:pt x="144780" y="115443"/>
                </a:lnTo>
                <a:lnTo>
                  <a:pt x="136672" y="101226"/>
                </a:lnTo>
                <a:lnTo>
                  <a:pt x="126492" y="85344"/>
                </a:lnTo>
                <a:lnTo>
                  <a:pt x="136206" y="85344"/>
                </a:lnTo>
                <a:lnTo>
                  <a:pt x="168568" y="106727"/>
                </a:lnTo>
                <a:lnTo>
                  <a:pt x="178308" y="123444"/>
                </a:lnTo>
                <a:lnTo>
                  <a:pt x="178308" y="132588"/>
                </a:lnTo>
                <a:lnTo>
                  <a:pt x="176784" y="138684"/>
                </a:lnTo>
                <a:lnTo>
                  <a:pt x="170688" y="143256"/>
                </a:lnTo>
                <a:lnTo>
                  <a:pt x="166116" y="149352"/>
                </a:lnTo>
                <a:lnTo>
                  <a:pt x="164592" y="152400"/>
                </a:lnTo>
                <a:close/>
              </a:path>
              <a:path w="364489" h="405764">
                <a:moveTo>
                  <a:pt x="28956" y="313944"/>
                </a:moveTo>
                <a:lnTo>
                  <a:pt x="25908" y="306323"/>
                </a:lnTo>
                <a:lnTo>
                  <a:pt x="50744" y="293227"/>
                </a:lnTo>
                <a:lnTo>
                  <a:pt x="74866" y="279273"/>
                </a:lnTo>
                <a:lnTo>
                  <a:pt x="120396" y="249935"/>
                </a:lnTo>
                <a:lnTo>
                  <a:pt x="160401" y="215646"/>
                </a:lnTo>
                <a:lnTo>
                  <a:pt x="198120" y="172212"/>
                </a:lnTo>
                <a:lnTo>
                  <a:pt x="227076" y="201168"/>
                </a:lnTo>
                <a:lnTo>
                  <a:pt x="210312" y="205740"/>
                </a:lnTo>
                <a:lnTo>
                  <a:pt x="206001" y="208883"/>
                </a:lnTo>
                <a:lnTo>
                  <a:pt x="199834" y="213741"/>
                </a:lnTo>
                <a:lnTo>
                  <a:pt x="181356" y="228599"/>
                </a:lnTo>
                <a:lnTo>
                  <a:pt x="352653" y="228599"/>
                </a:lnTo>
                <a:lnTo>
                  <a:pt x="362788" y="239268"/>
                </a:lnTo>
                <a:lnTo>
                  <a:pt x="173736" y="239268"/>
                </a:lnTo>
                <a:lnTo>
                  <a:pt x="141470" y="260365"/>
                </a:lnTo>
                <a:lnTo>
                  <a:pt x="106489" y="280035"/>
                </a:lnTo>
                <a:lnTo>
                  <a:pt x="68937" y="297989"/>
                </a:lnTo>
                <a:lnTo>
                  <a:pt x="28956" y="313944"/>
                </a:lnTo>
                <a:close/>
              </a:path>
              <a:path w="364489" h="405764">
                <a:moveTo>
                  <a:pt x="352653" y="228599"/>
                </a:moveTo>
                <a:lnTo>
                  <a:pt x="316992" y="228599"/>
                </a:lnTo>
                <a:lnTo>
                  <a:pt x="335280" y="210312"/>
                </a:lnTo>
                <a:lnTo>
                  <a:pt x="352653" y="228599"/>
                </a:lnTo>
                <a:close/>
              </a:path>
              <a:path w="364489" h="405764">
                <a:moveTo>
                  <a:pt x="0" y="405384"/>
                </a:moveTo>
                <a:lnTo>
                  <a:pt x="0" y="399288"/>
                </a:lnTo>
                <a:lnTo>
                  <a:pt x="47101" y="391025"/>
                </a:lnTo>
                <a:lnTo>
                  <a:pt x="92202" y="380047"/>
                </a:lnTo>
                <a:lnTo>
                  <a:pt x="135016" y="366498"/>
                </a:lnTo>
                <a:lnTo>
                  <a:pt x="175260" y="350520"/>
                </a:lnTo>
                <a:lnTo>
                  <a:pt x="214122" y="329922"/>
                </a:lnTo>
                <a:lnTo>
                  <a:pt x="250698" y="304609"/>
                </a:lnTo>
                <a:lnTo>
                  <a:pt x="284988" y="274439"/>
                </a:lnTo>
                <a:lnTo>
                  <a:pt x="316992" y="239268"/>
                </a:lnTo>
                <a:lnTo>
                  <a:pt x="362788" y="239268"/>
                </a:lnTo>
                <a:lnTo>
                  <a:pt x="364236" y="240792"/>
                </a:lnTo>
                <a:lnTo>
                  <a:pt x="344424" y="248411"/>
                </a:lnTo>
                <a:lnTo>
                  <a:pt x="301251" y="290155"/>
                </a:lnTo>
                <a:lnTo>
                  <a:pt x="258508" y="324040"/>
                </a:lnTo>
                <a:lnTo>
                  <a:pt x="216050" y="350210"/>
                </a:lnTo>
                <a:lnTo>
                  <a:pt x="173736" y="368808"/>
                </a:lnTo>
                <a:lnTo>
                  <a:pt x="130302" y="382238"/>
                </a:lnTo>
                <a:lnTo>
                  <a:pt x="86868" y="392811"/>
                </a:lnTo>
                <a:lnTo>
                  <a:pt x="43434" y="400526"/>
                </a:lnTo>
                <a:lnTo>
                  <a:pt x="0" y="405384"/>
                </a:lnTo>
                <a:close/>
              </a:path>
              <a:path w="364489" h="405764">
                <a:moveTo>
                  <a:pt x="169164" y="339852"/>
                </a:moveTo>
                <a:lnTo>
                  <a:pt x="161544" y="339852"/>
                </a:lnTo>
                <a:lnTo>
                  <a:pt x="158496" y="333756"/>
                </a:lnTo>
                <a:lnTo>
                  <a:pt x="156884" y="324040"/>
                </a:lnTo>
                <a:lnTo>
                  <a:pt x="154971" y="311491"/>
                </a:lnTo>
                <a:lnTo>
                  <a:pt x="151257" y="297370"/>
                </a:lnTo>
                <a:lnTo>
                  <a:pt x="145795" y="282321"/>
                </a:lnTo>
                <a:lnTo>
                  <a:pt x="138684" y="266699"/>
                </a:lnTo>
                <a:lnTo>
                  <a:pt x="143256" y="260604"/>
                </a:lnTo>
                <a:lnTo>
                  <a:pt x="175831" y="290607"/>
                </a:lnTo>
                <a:lnTo>
                  <a:pt x="182880" y="304799"/>
                </a:lnTo>
                <a:lnTo>
                  <a:pt x="185928" y="309372"/>
                </a:lnTo>
                <a:lnTo>
                  <a:pt x="185928" y="320040"/>
                </a:lnTo>
                <a:lnTo>
                  <a:pt x="182880" y="326136"/>
                </a:lnTo>
                <a:lnTo>
                  <a:pt x="169164" y="33985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" name="object 39"/>
          <p:cNvSpPr/>
          <p:nvPr/>
        </p:nvSpPr>
        <p:spPr>
          <a:xfrm>
            <a:off x="6131052" y="3563111"/>
            <a:ext cx="405765" cy="398145"/>
          </a:xfrm>
          <a:custGeom>
            <a:avLst/>
            <a:gdLst/>
            <a:ahLst/>
            <a:cxnLst/>
            <a:rect l="l" t="t" r="r" b="b"/>
            <a:pathLst>
              <a:path w="405765" h="398145">
                <a:moveTo>
                  <a:pt x="3048" y="397763"/>
                </a:moveTo>
                <a:lnTo>
                  <a:pt x="0" y="391667"/>
                </a:lnTo>
                <a:lnTo>
                  <a:pt x="34290" y="369141"/>
                </a:lnTo>
                <a:lnTo>
                  <a:pt x="64008" y="345186"/>
                </a:lnTo>
                <a:lnTo>
                  <a:pt x="109728" y="294131"/>
                </a:lnTo>
                <a:lnTo>
                  <a:pt x="141922" y="234505"/>
                </a:lnTo>
                <a:lnTo>
                  <a:pt x="161544" y="160019"/>
                </a:lnTo>
                <a:lnTo>
                  <a:pt x="166639" y="120014"/>
                </a:lnTo>
                <a:lnTo>
                  <a:pt x="170307" y="80009"/>
                </a:lnTo>
                <a:lnTo>
                  <a:pt x="172259" y="40004"/>
                </a:lnTo>
                <a:lnTo>
                  <a:pt x="172212" y="0"/>
                </a:lnTo>
                <a:lnTo>
                  <a:pt x="224028" y="22859"/>
                </a:lnTo>
                <a:lnTo>
                  <a:pt x="207264" y="38100"/>
                </a:lnTo>
                <a:lnTo>
                  <a:pt x="212955" y="82105"/>
                </a:lnTo>
                <a:lnTo>
                  <a:pt x="220789" y="122682"/>
                </a:lnTo>
                <a:lnTo>
                  <a:pt x="230624" y="159829"/>
                </a:lnTo>
                <a:lnTo>
                  <a:pt x="256032" y="225051"/>
                </a:lnTo>
                <a:lnTo>
                  <a:pt x="290322" y="279487"/>
                </a:lnTo>
                <a:lnTo>
                  <a:pt x="332303" y="322945"/>
                </a:lnTo>
                <a:lnTo>
                  <a:pt x="379690" y="349138"/>
                </a:lnTo>
                <a:lnTo>
                  <a:pt x="405384" y="355091"/>
                </a:lnTo>
                <a:lnTo>
                  <a:pt x="405384" y="364236"/>
                </a:lnTo>
                <a:lnTo>
                  <a:pt x="389405" y="366545"/>
                </a:lnTo>
                <a:lnTo>
                  <a:pt x="375856" y="371284"/>
                </a:lnTo>
                <a:lnTo>
                  <a:pt x="364878" y="378594"/>
                </a:lnTo>
                <a:lnTo>
                  <a:pt x="356616" y="388619"/>
                </a:lnTo>
                <a:lnTo>
                  <a:pt x="333756" y="371760"/>
                </a:lnTo>
                <a:lnTo>
                  <a:pt x="294894" y="332898"/>
                </a:lnTo>
                <a:lnTo>
                  <a:pt x="264628" y="288631"/>
                </a:lnTo>
                <a:lnTo>
                  <a:pt x="240101" y="241244"/>
                </a:lnTo>
                <a:lnTo>
                  <a:pt x="220670" y="188952"/>
                </a:lnTo>
                <a:lnTo>
                  <a:pt x="206335" y="119753"/>
                </a:lnTo>
                <a:lnTo>
                  <a:pt x="201168" y="77724"/>
                </a:lnTo>
                <a:lnTo>
                  <a:pt x="197143" y="118062"/>
                </a:lnTo>
                <a:lnTo>
                  <a:pt x="185094" y="187880"/>
                </a:lnTo>
                <a:lnTo>
                  <a:pt x="167092" y="245030"/>
                </a:lnTo>
                <a:lnTo>
                  <a:pt x="137993" y="296370"/>
                </a:lnTo>
                <a:lnTo>
                  <a:pt x="95416" y="342042"/>
                </a:lnTo>
                <a:lnTo>
                  <a:pt x="37647" y="380904"/>
                </a:lnTo>
                <a:lnTo>
                  <a:pt x="3048" y="39776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" name="object 40"/>
          <p:cNvSpPr/>
          <p:nvPr/>
        </p:nvSpPr>
        <p:spPr>
          <a:xfrm>
            <a:off x="6597395" y="3563111"/>
            <a:ext cx="375285" cy="402590"/>
          </a:xfrm>
          <a:custGeom>
            <a:avLst/>
            <a:gdLst/>
            <a:ahLst/>
            <a:cxnLst/>
            <a:rect l="l" t="t" r="r" b="b"/>
            <a:pathLst>
              <a:path w="375284" h="402589">
                <a:moveTo>
                  <a:pt x="54864" y="38100"/>
                </a:moveTo>
                <a:lnTo>
                  <a:pt x="39624" y="22860"/>
                </a:lnTo>
                <a:lnTo>
                  <a:pt x="278892" y="22860"/>
                </a:lnTo>
                <a:lnTo>
                  <a:pt x="301751" y="0"/>
                </a:lnTo>
                <a:lnTo>
                  <a:pt x="335280" y="32004"/>
                </a:lnTo>
                <a:lnTo>
                  <a:pt x="88392" y="32004"/>
                </a:lnTo>
                <a:lnTo>
                  <a:pt x="81224" y="32527"/>
                </a:lnTo>
                <a:lnTo>
                  <a:pt x="73342" y="33909"/>
                </a:lnTo>
                <a:lnTo>
                  <a:pt x="54864" y="38100"/>
                </a:lnTo>
                <a:close/>
              </a:path>
              <a:path w="375284" h="402589">
                <a:moveTo>
                  <a:pt x="196596" y="65531"/>
                </a:moveTo>
                <a:lnTo>
                  <a:pt x="173736" y="65531"/>
                </a:lnTo>
                <a:lnTo>
                  <a:pt x="173736" y="32004"/>
                </a:lnTo>
                <a:lnTo>
                  <a:pt x="196596" y="32004"/>
                </a:lnTo>
                <a:lnTo>
                  <a:pt x="196596" y="65531"/>
                </a:lnTo>
                <a:close/>
              </a:path>
              <a:path w="375284" h="402589">
                <a:moveTo>
                  <a:pt x="361873" y="65531"/>
                </a:moveTo>
                <a:lnTo>
                  <a:pt x="329184" y="65531"/>
                </a:lnTo>
                <a:lnTo>
                  <a:pt x="345948" y="48768"/>
                </a:lnTo>
                <a:lnTo>
                  <a:pt x="361873" y="65531"/>
                </a:lnTo>
                <a:close/>
              </a:path>
              <a:path w="375284" h="402589">
                <a:moveTo>
                  <a:pt x="24384" y="120396"/>
                </a:moveTo>
                <a:lnTo>
                  <a:pt x="4572" y="120396"/>
                </a:lnTo>
                <a:lnTo>
                  <a:pt x="0" y="115824"/>
                </a:lnTo>
                <a:lnTo>
                  <a:pt x="0" y="109728"/>
                </a:lnTo>
                <a:lnTo>
                  <a:pt x="3048" y="105156"/>
                </a:lnTo>
                <a:lnTo>
                  <a:pt x="7620" y="99060"/>
                </a:lnTo>
                <a:lnTo>
                  <a:pt x="13954" y="91011"/>
                </a:lnTo>
                <a:lnTo>
                  <a:pt x="19431" y="80391"/>
                </a:lnTo>
                <a:lnTo>
                  <a:pt x="24336" y="66913"/>
                </a:lnTo>
                <a:lnTo>
                  <a:pt x="28956" y="50292"/>
                </a:lnTo>
                <a:lnTo>
                  <a:pt x="33528" y="50292"/>
                </a:lnTo>
                <a:lnTo>
                  <a:pt x="36576" y="65531"/>
                </a:lnTo>
                <a:lnTo>
                  <a:pt x="361873" y="65531"/>
                </a:lnTo>
                <a:lnTo>
                  <a:pt x="372008" y="76200"/>
                </a:lnTo>
                <a:lnTo>
                  <a:pt x="36576" y="76200"/>
                </a:lnTo>
                <a:lnTo>
                  <a:pt x="37385" y="84177"/>
                </a:lnTo>
                <a:lnTo>
                  <a:pt x="37338" y="92011"/>
                </a:lnTo>
                <a:lnTo>
                  <a:pt x="36147" y="99560"/>
                </a:lnTo>
                <a:lnTo>
                  <a:pt x="33528" y="106680"/>
                </a:lnTo>
                <a:lnTo>
                  <a:pt x="30480" y="115824"/>
                </a:lnTo>
                <a:lnTo>
                  <a:pt x="24384" y="120396"/>
                </a:lnTo>
                <a:close/>
              </a:path>
              <a:path w="375284" h="402589">
                <a:moveTo>
                  <a:pt x="172212" y="176784"/>
                </a:moveTo>
                <a:lnTo>
                  <a:pt x="172483" y="150876"/>
                </a:lnTo>
                <a:lnTo>
                  <a:pt x="173497" y="102203"/>
                </a:lnTo>
                <a:lnTo>
                  <a:pt x="173736" y="76200"/>
                </a:lnTo>
                <a:lnTo>
                  <a:pt x="196596" y="76200"/>
                </a:lnTo>
                <a:lnTo>
                  <a:pt x="196666" y="120396"/>
                </a:lnTo>
                <a:lnTo>
                  <a:pt x="196786" y="140017"/>
                </a:lnTo>
                <a:lnTo>
                  <a:pt x="197238" y="157853"/>
                </a:lnTo>
                <a:lnTo>
                  <a:pt x="198120" y="166116"/>
                </a:lnTo>
                <a:lnTo>
                  <a:pt x="172212" y="176784"/>
                </a:lnTo>
                <a:close/>
              </a:path>
              <a:path w="375284" h="402589">
                <a:moveTo>
                  <a:pt x="315468" y="118872"/>
                </a:moveTo>
                <a:lnTo>
                  <a:pt x="310896" y="115824"/>
                </a:lnTo>
                <a:lnTo>
                  <a:pt x="332232" y="76200"/>
                </a:lnTo>
                <a:lnTo>
                  <a:pt x="372008" y="76200"/>
                </a:lnTo>
                <a:lnTo>
                  <a:pt x="374904" y="79248"/>
                </a:lnTo>
                <a:lnTo>
                  <a:pt x="367284" y="79248"/>
                </a:lnTo>
                <a:lnTo>
                  <a:pt x="359664" y="80772"/>
                </a:lnTo>
                <a:lnTo>
                  <a:pt x="352044" y="85343"/>
                </a:lnTo>
                <a:lnTo>
                  <a:pt x="344614" y="89082"/>
                </a:lnTo>
                <a:lnTo>
                  <a:pt x="336042" y="95821"/>
                </a:lnTo>
                <a:lnTo>
                  <a:pt x="326326" y="105703"/>
                </a:lnTo>
                <a:lnTo>
                  <a:pt x="315468" y="118872"/>
                </a:lnTo>
                <a:close/>
              </a:path>
              <a:path w="375284" h="402589">
                <a:moveTo>
                  <a:pt x="140208" y="118872"/>
                </a:moveTo>
                <a:lnTo>
                  <a:pt x="62484" y="118872"/>
                </a:lnTo>
                <a:lnTo>
                  <a:pt x="62484" y="109728"/>
                </a:lnTo>
                <a:lnTo>
                  <a:pt x="140208" y="109728"/>
                </a:lnTo>
                <a:lnTo>
                  <a:pt x="140208" y="118872"/>
                </a:lnTo>
                <a:close/>
              </a:path>
              <a:path w="375284" h="402589">
                <a:moveTo>
                  <a:pt x="297180" y="118872"/>
                </a:moveTo>
                <a:lnTo>
                  <a:pt x="216408" y="118872"/>
                </a:lnTo>
                <a:lnTo>
                  <a:pt x="216408" y="109728"/>
                </a:lnTo>
                <a:lnTo>
                  <a:pt x="297180" y="109728"/>
                </a:lnTo>
                <a:lnTo>
                  <a:pt x="297180" y="118872"/>
                </a:lnTo>
                <a:close/>
              </a:path>
              <a:path w="375284" h="402589">
                <a:moveTo>
                  <a:pt x="140208" y="161544"/>
                </a:moveTo>
                <a:lnTo>
                  <a:pt x="56388" y="161544"/>
                </a:lnTo>
                <a:lnTo>
                  <a:pt x="56388" y="150876"/>
                </a:lnTo>
                <a:lnTo>
                  <a:pt x="140208" y="150876"/>
                </a:lnTo>
                <a:lnTo>
                  <a:pt x="140208" y="161544"/>
                </a:lnTo>
                <a:close/>
              </a:path>
              <a:path w="375284" h="402589">
                <a:moveTo>
                  <a:pt x="297180" y="161544"/>
                </a:moveTo>
                <a:lnTo>
                  <a:pt x="216408" y="161544"/>
                </a:lnTo>
                <a:lnTo>
                  <a:pt x="216408" y="150876"/>
                </a:lnTo>
                <a:lnTo>
                  <a:pt x="297180" y="150876"/>
                </a:lnTo>
                <a:lnTo>
                  <a:pt x="297180" y="161544"/>
                </a:lnTo>
                <a:close/>
              </a:path>
              <a:path w="375284" h="402589">
                <a:moveTo>
                  <a:pt x="16764" y="210312"/>
                </a:moveTo>
                <a:lnTo>
                  <a:pt x="1524" y="193548"/>
                </a:lnTo>
                <a:lnTo>
                  <a:pt x="309372" y="193548"/>
                </a:lnTo>
                <a:lnTo>
                  <a:pt x="332232" y="172212"/>
                </a:lnTo>
                <a:lnTo>
                  <a:pt x="362712" y="204216"/>
                </a:lnTo>
                <a:lnTo>
                  <a:pt x="50292" y="204216"/>
                </a:lnTo>
                <a:lnTo>
                  <a:pt x="43124" y="204525"/>
                </a:lnTo>
                <a:lnTo>
                  <a:pt x="35242" y="205549"/>
                </a:lnTo>
                <a:lnTo>
                  <a:pt x="26503" y="207430"/>
                </a:lnTo>
                <a:lnTo>
                  <a:pt x="16764" y="210312"/>
                </a:lnTo>
                <a:close/>
              </a:path>
              <a:path w="375284" h="402589">
                <a:moveTo>
                  <a:pt x="149352" y="248412"/>
                </a:moveTo>
                <a:lnTo>
                  <a:pt x="140208" y="248412"/>
                </a:lnTo>
                <a:lnTo>
                  <a:pt x="152400" y="204216"/>
                </a:lnTo>
                <a:lnTo>
                  <a:pt x="184404" y="204216"/>
                </a:lnTo>
                <a:lnTo>
                  <a:pt x="172069" y="217336"/>
                </a:lnTo>
                <a:lnTo>
                  <a:pt x="162306" y="229171"/>
                </a:lnTo>
                <a:lnTo>
                  <a:pt x="154828" y="239577"/>
                </a:lnTo>
                <a:lnTo>
                  <a:pt x="149352" y="248412"/>
                </a:lnTo>
                <a:close/>
              </a:path>
              <a:path w="375284" h="402589">
                <a:moveTo>
                  <a:pt x="335045" y="248412"/>
                </a:moveTo>
                <a:lnTo>
                  <a:pt x="303276" y="248412"/>
                </a:lnTo>
                <a:lnTo>
                  <a:pt x="313944" y="233172"/>
                </a:lnTo>
                <a:lnTo>
                  <a:pt x="335045" y="248412"/>
                </a:lnTo>
                <a:close/>
              </a:path>
              <a:path w="375284" h="402589">
                <a:moveTo>
                  <a:pt x="36576" y="402336"/>
                </a:moveTo>
                <a:lnTo>
                  <a:pt x="36814" y="382905"/>
                </a:lnTo>
                <a:lnTo>
                  <a:pt x="37338" y="361188"/>
                </a:lnTo>
                <a:lnTo>
                  <a:pt x="37861" y="337185"/>
                </a:lnTo>
                <a:lnTo>
                  <a:pt x="38100" y="310896"/>
                </a:lnTo>
                <a:lnTo>
                  <a:pt x="37861" y="285702"/>
                </a:lnTo>
                <a:lnTo>
                  <a:pt x="37338" y="264795"/>
                </a:lnTo>
                <a:lnTo>
                  <a:pt x="36814" y="247888"/>
                </a:lnTo>
                <a:lnTo>
                  <a:pt x="36576" y="234696"/>
                </a:lnTo>
                <a:lnTo>
                  <a:pt x="62484" y="248412"/>
                </a:lnTo>
                <a:lnTo>
                  <a:pt x="335045" y="248412"/>
                </a:lnTo>
                <a:lnTo>
                  <a:pt x="341376" y="252984"/>
                </a:lnTo>
                <a:lnTo>
                  <a:pt x="334518" y="259080"/>
                </a:lnTo>
                <a:lnTo>
                  <a:pt x="62484" y="259080"/>
                </a:lnTo>
                <a:lnTo>
                  <a:pt x="62484" y="390144"/>
                </a:lnTo>
                <a:lnTo>
                  <a:pt x="36576" y="402336"/>
                </a:lnTo>
                <a:close/>
              </a:path>
              <a:path w="375284" h="402589">
                <a:moveTo>
                  <a:pt x="129540" y="385572"/>
                </a:moveTo>
                <a:lnTo>
                  <a:pt x="129540" y="259080"/>
                </a:lnTo>
                <a:lnTo>
                  <a:pt x="152400" y="259080"/>
                </a:lnTo>
                <a:lnTo>
                  <a:pt x="152400" y="373380"/>
                </a:lnTo>
                <a:lnTo>
                  <a:pt x="129540" y="385572"/>
                </a:lnTo>
                <a:close/>
              </a:path>
              <a:path w="375284" h="402589">
                <a:moveTo>
                  <a:pt x="213360" y="382524"/>
                </a:moveTo>
                <a:lnTo>
                  <a:pt x="213360" y="259080"/>
                </a:lnTo>
                <a:lnTo>
                  <a:pt x="236220" y="259080"/>
                </a:lnTo>
                <a:lnTo>
                  <a:pt x="236220" y="370332"/>
                </a:lnTo>
                <a:lnTo>
                  <a:pt x="213360" y="382524"/>
                </a:lnTo>
                <a:close/>
              </a:path>
              <a:path w="375284" h="402589">
                <a:moveTo>
                  <a:pt x="327660" y="365760"/>
                </a:moveTo>
                <a:lnTo>
                  <a:pt x="301751" y="365760"/>
                </a:lnTo>
                <a:lnTo>
                  <a:pt x="304800" y="362712"/>
                </a:lnTo>
                <a:lnTo>
                  <a:pt x="304800" y="259080"/>
                </a:lnTo>
                <a:lnTo>
                  <a:pt x="334518" y="259080"/>
                </a:lnTo>
                <a:lnTo>
                  <a:pt x="327660" y="265176"/>
                </a:lnTo>
                <a:lnTo>
                  <a:pt x="327660" y="365760"/>
                </a:lnTo>
                <a:close/>
              </a:path>
              <a:path w="375284" h="402589">
                <a:moveTo>
                  <a:pt x="297180" y="400812"/>
                </a:moveTo>
                <a:lnTo>
                  <a:pt x="292893" y="390501"/>
                </a:lnTo>
                <a:lnTo>
                  <a:pt x="284607" y="382333"/>
                </a:lnTo>
                <a:lnTo>
                  <a:pt x="272319" y="376166"/>
                </a:lnTo>
                <a:lnTo>
                  <a:pt x="256032" y="371856"/>
                </a:lnTo>
                <a:lnTo>
                  <a:pt x="256032" y="364236"/>
                </a:lnTo>
                <a:lnTo>
                  <a:pt x="266890" y="365117"/>
                </a:lnTo>
                <a:lnTo>
                  <a:pt x="276606" y="365569"/>
                </a:lnTo>
                <a:lnTo>
                  <a:pt x="285178" y="365736"/>
                </a:lnTo>
                <a:lnTo>
                  <a:pt x="327660" y="365760"/>
                </a:lnTo>
                <a:lnTo>
                  <a:pt x="325683" y="378094"/>
                </a:lnTo>
                <a:lnTo>
                  <a:pt x="319849" y="387858"/>
                </a:lnTo>
                <a:lnTo>
                  <a:pt x="310300" y="395335"/>
                </a:lnTo>
                <a:lnTo>
                  <a:pt x="297180" y="40081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" name="object 41"/>
          <p:cNvSpPr/>
          <p:nvPr/>
        </p:nvSpPr>
        <p:spPr>
          <a:xfrm>
            <a:off x="7019544" y="3555491"/>
            <a:ext cx="1740535" cy="412115"/>
          </a:xfrm>
          <a:custGeom>
            <a:avLst/>
            <a:gdLst/>
            <a:ahLst/>
            <a:cxnLst/>
            <a:rect l="l" t="t" r="r" b="b"/>
            <a:pathLst>
              <a:path w="1740534" h="412114">
                <a:moveTo>
                  <a:pt x="393192" y="47244"/>
                </a:moveTo>
                <a:lnTo>
                  <a:pt x="358140" y="10668"/>
                </a:lnTo>
                <a:lnTo>
                  <a:pt x="329184" y="36576"/>
                </a:lnTo>
                <a:lnTo>
                  <a:pt x="236220" y="36576"/>
                </a:lnTo>
                <a:lnTo>
                  <a:pt x="236220" y="47244"/>
                </a:lnTo>
                <a:lnTo>
                  <a:pt x="236220" y="99060"/>
                </a:lnTo>
                <a:lnTo>
                  <a:pt x="236220" y="109728"/>
                </a:lnTo>
                <a:lnTo>
                  <a:pt x="236220" y="173736"/>
                </a:lnTo>
                <a:lnTo>
                  <a:pt x="166116" y="173736"/>
                </a:lnTo>
                <a:lnTo>
                  <a:pt x="166116" y="109728"/>
                </a:lnTo>
                <a:lnTo>
                  <a:pt x="236220" y="109728"/>
                </a:lnTo>
                <a:lnTo>
                  <a:pt x="236220" y="99060"/>
                </a:lnTo>
                <a:lnTo>
                  <a:pt x="166116" y="99060"/>
                </a:lnTo>
                <a:lnTo>
                  <a:pt x="166116" y="47244"/>
                </a:lnTo>
                <a:lnTo>
                  <a:pt x="236220" y="47244"/>
                </a:lnTo>
                <a:lnTo>
                  <a:pt x="236220" y="36576"/>
                </a:lnTo>
                <a:lnTo>
                  <a:pt x="16764" y="36576"/>
                </a:lnTo>
                <a:lnTo>
                  <a:pt x="32004" y="51816"/>
                </a:lnTo>
                <a:lnTo>
                  <a:pt x="41998" y="49822"/>
                </a:lnTo>
                <a:lnTo>
                  <a:pt x="51435" y="48387"/>
                </a:lnTo>
                <a:lnTo>
                  <a:pt x="60286" y="47536"/>
                </a:lnTo>
                <a:lnTo>
                  <a:pt x="68580" y="47244"/>
                </a:lnTo>
                <a:lnTo>
                  <a:pt x="143256" y="47244"/>
                </a:lnTo>
                <a:lnTo>
                  <a:pt x="143256" y="99060"/>
                </a:lnTo>
                <a:lnTo>
                  <a:pt x="143256" y="109728"/>
                </a:lnTo>
                <a:lnTo>
                  <a:pt x="143256" y="173736"/>
                </a:lnTo>
                <a:lnTo>
                  <a:pt x="83820" y="173736"/>
                </a:lnTo>
                <a:lnTo>
                  <a:pt x="83820" y="109728"/>
                </a:lnTo>
                <a:lnTo>
                  <a:pt x="143256" y="109728"/>
                </a:lnTo>
                <a:lnTo>
                  <a:pt x="143256" y="99060"/>
                </a:lnTo>
                <a:lnTo>
                  <a:pt x="86868" y="99060"/>
                </a:lnTo>
                <a:lnTo>
                  <a:pt x="59436" y="85344"/>
                </a:lnTo>
                <a:lnTo>
                  <a:pt x="59677" y="100584"/>
                </a:lnTo>
                <a:lnTo>
                  <a:pt x="60718" y="129921"/>
                </a:lnTo>
                <a:lnTo>
                  <a:pt x="60845" y="138239"/>
                </a:lnTo>
                <a:lnTo>
                  <a:pt x="60718" y="160782"/>
                </a:lnTo>
                <a:lnTo>
                  <a:pt x="59690" y="192024"/>
                </a:lnTo>
                <a:lnTo>
                  <a:pt x="59436" y="208788"/>
                </a:lnTo>
                <a:lnTo>
                  <a:pt x="83820" y="198120"/>
                </a:lnTo>
                <a:lnTo>
                  <a:pt x="83820" y="184404"/>
                </a:lnTo>
                <a:lnTo>
                  <a:pt x="320040" y="184404"/>
                </a:lnTo>
                <a:lnTo>
                  <a:pt x="320040" y="204216"/>
                </a:lnTo>
                <a:lnTo>
                  <a:pt x="344424" y="192024"/>
                </a:lnTo>
                <a:lnTo>
                  <a:pt x="343827" y="184404"/>
                </a:lnTo>
                <a:lnTo>
                  <a:pt x="343293" y="177723"/>
                </a:lnTo>
                <a:lnTo>
                  <a:pt x="343077" y="173736"/>
                </a:lnTo>
                <a:lnTo>
                  <a:pt x="342328" y="159829"/>
                </a:lnTo>
                <a:lnTo>
                  <a:pt x="341630" y="138239"/>
                </a:lnTo>
                <a:lnTo>
                  <a:pt x="341376" y="112776"/>
                </a:lnTo>
                <a:lnTo>
                  <a:pt x="345186" y="109728"/>
                </a:lnTo>
                <a:lnTo>
                  <a:pt x="356616" y="100584"/>
                </a:lnTo>
                <a:lnTo>
                  <a:pt x="354380" y="99060"/>
                </a:lnTo>
                <a:lnTo>
                  <a:pt x="327660" y="80772"/>
                </a:lnTo>
                <a:lnTo>
                  <a:pt x="320040" y="92202"/>
                </a:lnTo>
                <a:lnTo>
                  <a:pt x="320040" y="109728"/>
                </a:lnTo>
                <a:lnTo>
                  <a:pt x="320040" y="173736"/>
                </a:lnTo>
                <a:lnTo>
                  <a:pt x="259080" y="173736"/>
                </a:lnTo>
                <a:lnTo>
                  <a:pt x="259080" y="109728"/>
                </a:lnTo>
                <a:lnTo>
                  <a:pt x="320040" y="109728"/>
                </a:lnTo>
                <a:lnTo>
                  <a:pt x="320040" y="92202"/>
                </a:lnTo>
                <a:lnTo>
                  <a:pt x="315468" y="99060"/>
                </a:lnTo>
                <a:lnTo>
                  <a:pt x="259080" y="99060"/>
                </a:lnTo>
                <a:lnTo>
                  <a:pt x="259080" y="47244"/>
                </a:lnTo>
                <a:lnTo>
                  <a:pt x="393192" y="47244"/>
                </a:lnTo>
                <a:close/>
              </a:path>
              <a:path w="1740534" h="412114">
                <a:moveTo>
                  <a:pt x="402336" y="254508"/>
                </a:moveTo>
                <a:lnTo>
                  <a:pt x="365760" y="217932"/>
                </a:lnTo>
                <a:lnTo>
                  <a:pt x="336804" y="243840"/>
                </a:lnTo>
                <a:lnTo>
                  <a:pt x="263652" y="243840"/>
                </a:lnTo>
                <a:lnTo>
                  <a:pt x="263652" y="254508"/>
                </a:lnTo>
                <a:lnTo>
                  <a:pt x="253974" y="273088"/>
                </a:lnTo>
                <a:lnTo>
                  <a:pt x="243459" y="289941"/>
                </a:lnTo>
                <a:lnTo>
                  <a:pt x="232359" y="305092"/>
                </a:lnTo>
                <a:lnTo>
                  <a:pt x="220980" y="318516"/>
                </a:lnTo>
                <a:lnTo>
                  <a:pt x="191566" y="314236"/>
                </a:lnTo>
                <a:lnTo>
                  <a:pt x="121920" y="304800"/>
                </a:lnTo>
                <a:lnTo>
                  <a:pt x="131622" y="290131"/>
                </a:lnTo>
                <a:lnTo>
                  <a:pt x="141541" y="275082"/>
                </a:lnTo>
                <a:lnTo>
                  <a:pt x="149136" y="263652"/>
                </a:lnTo>
                <a:lnTo>
                  <a:pt x="155448" y="254508"/>
                </a:lnTo>
                <a:lnTo>
                  <a:pt x="263652" y="254508"/>
                </a:lnTo>
                <a:lnTo>
                  <a:pt x="263652" y="243840"/>
                </a:lnTo>
                <a:lnTo>
                  <a:pt x="160020" y="243840"/>
                </a:lnTo>
                <a:lnTo>
                  <a:pt x="164592" y="236131"/>
                </a:lnTo>
                <a:lnTo>
                  <a:pt x="169164" y="228981"/>
                </a:lnTo>
                <a:lnTo>
                  <a:pt x="173736" y="222415"/>
                </a:lnTo>
                <a:lnTo>
                  <a:pt x="178308" y="216408"/>
                </a:lnTo>
                <a:lnTo>
                  <a:pt x="192024" y="208788"/>
                </a:lnTo>
                <a:lnTo>
                  <a:pt x="155448" y="187452"/>
                </a:lnTo>
                <a:lnTo>
                  <a:pt x="151460" y="201409"/>
                </a:lnTo>
                <a:lnTo>
                  <a:pt x="146494" y="215646"/>
                </a:lnTo>
                <a:lnTo>
                  <a:pt x="140652" y="229895"/>
                </a:lnTo>
                <a:lnTo>
                  <a:pt x="134112" y="243840"/>
                </a:lnTo>
                <a:lnTo>
                  <a:pt x="0" y="243840"/>
                </a:lnTo>
                <a:lnTo>
                  <a:pt x="15240" y="259080"/>
                </a:lnTo>
                <a:lnTo>
                  <a:pt x="24333" y="257086"/>
                </a:lnTo>
                <a:lnTo>
                  <a:pt x="33147" y="255651"/>
                </a:lnTo>
                <a:lnTo>
                  <a:pt x="41376" y="254800"/>
                </a:lnTo>
                <a:lnTo>
                  <a:pt x="48768" y="254508"/>
                </a:lnTo>
                <a:lnTo>
                  <a:pt x="128016" y="254508"/>
                </a:lnTo>
                <a:lnTo>
                  <a:pt x="116052" y="274256"/>
                </a:lnTo>
                <a:lnTo>
                  <a:pt x="105651" y="289941"/>
                </a:lnTo>
                <a:lnTo>
                  <a:pt x="96723" y="302310"/>
                </a:lnTo>
                <a:lnTo>
                  <a:pt x="89916" y="310896"/>
                </a:lnTo>
                <a:lnTo>
                  <a:pt x="117678" y="314883"/>
                </a:lnTo>
                <a:lnTo>
                  <a:pt x="146304" y="319849"/>
                </a:lnTo>
                <a:lnTo>
                  <a:pt x="176060" y="325691"/>
                </a:lnTo>
                <a:lnTo>
                  <a:pt x="207264" y="332232"/>
                </a:lnTo>
                <a:lnTo>
                  <a:pt x="172377" y="352552"/>
                </a:lnTo>
                <a:lnTo>
                  <a:pt x="127063" y="370141"/>
                </a:lnTo>
                <a:lnTo>
                  <a:pt x="71170" y="385178"/>
                </a:lnTo>
                <a:lnTo>
                  <a:pt x="4572" y="397764"/>
                </a:lnTo>
                <a:lnTo>
                  <a:pt x="6096" y="405384"/>
                </a:lnTo>
                <a:lnTo>
                  <a:pt x="52971" y="399389"/>
                </a:lnTo>
                <a:lnTo>
                  <a:pt x="93154" y="392811"/>
                </a:lnTo>
                <a:lnTo>
                  <a:pt x="153924" y="377952"/>
                </a:lnTo>
                <a:lnTo>
                  <a:pt x="197548" y="360807"/>
                </a:lnTo>
                <a:lnTo>
                  <a:pt x="233172" y="341376"/>
                </a:lnTo>
                <a:lnTo>
                  <a:pt x="270865" y="354571"/>
                </a:lnTo>
                <a:lnTo>
                  <a:pt x="301561" y="366903"/>
                </a:lnTo>
                <a:lnTo>
                  <a:pt x="325107" y="378675"/>
                </a:lnTo>
                <a:lnTo>
                  <a:pt x="341376" y="390144"/>
                </a:lnTo>
                <a:lnTo>
                  <a:pt x="350520" y="396240"/>
                </a:lnTo>
                <a:lnTo>
                  <a:pt x="356616" y="399288"/>
                </a:lnTo>
                <a:lnTo>
                  <a:pt x="364236" y="399288"/>
                </a:lnTo>
                <a:lnTo>
                  <a:pt x="365760" y="394716"/>
                </a:lnTo>
                <a:lnTo>
                  <a:pt x="365760" y="382524"/>
                </a:lnTo>
                <a:lnTo>
                  <a:pt x="339852" y="353568"/>
                </a:lnTo>
                <a:lnTo>
                  <a:pt x="308724" y="341376"/>
                </a:lnTo>
                <a:lnTo>
                  <a:pt x="303657" y="339661"/>
                </a:lnTo>
                <a:lnTo>
                  <a:pt x="277698" y="332359"/>
                </a:lnTo>
                <a:lnTo>
                  <a:pt x="246888" y="324612"/>
                </a:lnTo>
                <a:lnTo>
                  <a:pt x="251739" y="318516"/>
                </a:lnTo>
                <a:lnTo>
                  <a:pt x="260045" y="308089"/>
                </a:lnTo>
                <a:lnTo>
                  <a:pt x="272224" y="290703"/>
                </a:lnTo>
                <a:lnTo>
                  <a:pt x="283527" y="272757"/>
                </a:lnTo>
                <a:lnTo>
                  <a:pt x="294132" y="254508"/>
                </a:lnTo>
                <a:lnTo>
                  <a:pt x="402336" y="254508"/>
                </a:lnTo>
                <a:close/>
              </a:path>
              <a:path w="1740534" h="412114">
                <a:moveTo>
                  <a:pt x="835139" y="89916"/>
                </a:moveTo>
                <a:lnTo>
                  <a:pt x="798563" y="53340"/>
                </a:lnTo>
                <a:lnTo>
                  <a:pt x="772655" y="80772"/>
                </a:lnTo>
                <a:lnTo>
                  <a:pt x="620255" y="80772"/>
                </a:lnTo>
                <a:lnTo>
                  <a:pt x="627456" y="65900"/>
                </a:lnTo>
                <a:lnTo>
                  <a:pt x="633133" y="53340"/>
                </a:lnTo>
                <a:lnTo>
                  <a:pt x="637832" y="42418"/>
                </a:lnTo>
                <a:lnTo>
                  <a:pt x="641591" y="33528"/>
                </a:lnTo>
                <a:lnTo>
                  <a:pt x="658355" y="22860"/>
                </a:lnTo>
                <a:lnTo>
                  <a:pt x="618731" y="1524"/>
                </a:lnTo>
                <a:lnTo>
                  <a:pt x="614718" y="18415"/>
                </a:lnTo>
                <a:lnTo>
                  <a:pt x="609396" y="37147"/>
                </a:lnTo>
                <a:lnTo>
                  <a:pt x="602665" y="57899"/>
                </a:lnTo>
                <a:lnTo>
                  <a:pt x="594347" y="80772"/>
                </a:lnTo>
                <a:lnTo>
                  <a:pt x="457187" y="80772"/>
                </a:lnTo>
                <a:lnTo>
                  <a:pt x="472427" y="96012"/>
                </a:lnTo>
                <a:lnTo>
                  <a:pt x="482079" y="93776"/>
                </a:lnTo>
                <a:lnTo>
                  <a:pt x="492429" y="91821"/>
                </a:lnTo>
                <a:lnTo>
                  <a:pt x="503085" y="90449"/>
                </a:lnTo>
                <a:lnTo>
                  <a:pt x="513575" y="89916"/>
                </a:lnTo>
                <a:lnTo>
                  <a:pt x="591299" y="89916"/>
                </a:lnTo>
                <a:lnTo>
                  <a:pt x="576681" y="116205"/>
                </a:lnTo>
                <a:lnTo>
                  <a:pt x="562343" y="140208"/>
                </a:lnTo>
                <a:lnTo>
                  <a:pt x="548017" y="161925"/>
                </a:lnTo>
                <a:lnTo>
                  <a:pt x="533387" y="181356"/>
                </a:lnTo>
                <a:lnTo>
                  <a:pt x="515099" y="173736"/>
                </a:lnTo>
                <a:lnTo>
                  <a:pt x="516191" y="182880"/>
                </a:lnTo>
                <a:lnTo>
                  <a:pt x="517194" y="190690"/>
                </a:lnTo>
                <a:lnTo>
                  <a:pt x="517893" y="196240"/>
                </a:lnTo>
                <a:lnTo>
                  <a:pt x="518147" y="199644"/>
                </a:lnTo>
                <a:lnTo>
                  <a:pt x="503923" y="216408"/>
                </a:lnTo>
                <a:lnTo>
                  <a:pt x="486143" y="234886"/>
                </a:lnTo>
                <a:lnTo>
                  <a:pt x="464997" y="254723"/>
                </a:lnTo>
                <a:lnTo>
                  <a:pt x="440423" y="275844"/>
                </a:lnTo>
                <a:lnTo>
                  <a:pt x="444995" y="281940"/>
                </a:lnTo>
                <a:lnTo>
                  <a:pt x="462457" y="270535"/>
                </a:lnTo>
                <a:lnTo>
                  <a:pt x="480618" y="256984"/>
                </a:lnTo>
                <a:lnTo>
                  <a:pt x="499656" y="241439"/>
                </a:lnTo>
                <a:lnTo>
                  <a:pt x="519671" y="224028"/>
                </a:lnTo>
                <a:lnTo>
                  <a:pt x="519671" y="356616"/>
                </a:lnTo>
                <a:lnTo>
                  <a:pt x="519442" y="368338"/>
                </a:lnTo>
                <a:lnTo>
                  <a:pt x="518401" y="393192"/>
                </a:lnTo>
                <a:lnTo>
                  <a:pt x="518147" y="406908"/>
                </a:lnTo>
                <a:lnTo>
                  <a:pt x="544055" y="393192"/>
                </a:lnTo>
                <a:lnTo>
                  <a:pt x="544055" y="224028"/>
                </a:lnTo>
                <a:lnTo>
                  <a:pt x="544055" y="199644"/>
                </a:lnTo>
                <a:lnTo>
                  <a:pt x="560311" y="181356"/>
                </a:lnTo>
                <a:lnTo>
                  <a:pt x="562343" y="179070"/>
                </a:lnTo>
                <a:lnTo>
                  <a:pt x="580631" y="153924"/>
                </a:lnTo>
                <a:lnTo>
                  <a:pt x="598919" y="124206"/>
                </a:lnTo>
                <a:lnTo>
                  <a:pt x="617207" y="89916"/>
                </a:lnTo>
                <a:lnTo>
                  <a:pt x="835139" y="89916"/>
                </a:lnTo>
                <a:close/>
              </a:path>
              <a:path w="1740534" h="412114">
                <a:moveTo>
                  <a:pt x="845807" y="365760"/>
                </a:moveTo>
                <a:lnTo>
                  <a:pt x="810755" y="330708"/>
                </a:lnTo>
                <a:lnTo>
                  <a:pt x="786371" y="355092"/>
                </a:lnTo>
                <a:lnTo>
                  <a:pt x="699503" y="355092"/>
                </a:lnTo>
                <a:lnTo>
                  <a:pt x="699503" y="216408"/>
                </a:lnTo>
                <a:lnTo>
                  <a:pt x="821423" y="216408"/>
                </a:lnTo>
                <a:lnTo>
                  <a:pt x="789419" y="182880"/>
                </a:lnTo>
                <a:lnTo>
                  <a:pt x="766559" y="205740"/>
                </a:lnTo>
                <a:lnTo>
                  <a:pt x="699503" y="205740"/>
                </a:lnTo>
                <a:lnTo>
                  <a:pt x="699503" y="134112"/>
                </a:lnTo>
                <a:lnTo>
                  <a:pt x="713219" y="121920"/>
                </a:lnTo>
                <a:lnTo>
                  <a:pt x="673595" y="105156"/>
                </a:lnTo>
                <a:lnTo>
                  <a:pt x="674484" y="119113"/>
                </a:lnTo>
                <a:lnTo>
                  <a:pt x="674928" y="131064"/>
                </a:lnTo>
                <a:lnTo>
                  <a:pt x="675106" y="140741"/>
                </a:lnTo>
                <a:lnTo>
                  <a:pt x="675119" y="205740"/>
                </a:lnTo>
                <a:lnTo>
                  <a:pt x="574535" y="205740"/>
                </a:lnTo>
                <a:lnTo>
                  <a:pt x="591299" y="220980"/>
                </a:lnTo>
                <a:lnTo>
                  <a:pt x="600735" y="218986"/>
                </a:lnTo>
                <a:lnTo>
                  <a:pt x="610730" y="217551"/>
                </a:lnTo>
                <a:lnTo>
                  <a:pt x="621309" y="216700"/>
                </a:lnTo>
                <a:lnTo>
                  <a:pt x="632447" y="216408"/>
                </a:lnTo>
                <a:lnTo>
                  <a:pt x="675119" y="216408"/>
                </a:lnTo>
                <a:lnTo>
                  <a:pt x="675119" y="355092"/>
                </a:lnTo>
                <a:lnTo>
                  <a:pt x="551675" y="355092"/>
                </a:lnTo>
                <a:lnTo>
                  <a:pt x="568439" y="370332"/>
                </a:lnTo>
                <a:lnTo>
                  <a:pt x="577875" y="368338"/>
                </a:lnTo>
                <a:lnTo>
                  <a:pt x="587870" y="366903"/>
                </a:lnTo>
                <a:lnTo>
                  <a:pt x="598449" y="366052"/>
                </a:lnTo>
                <a:lnTo>
                  <a:pt x="609587" y="365760"/>
                </a:lnTo>
                <a:lnTo>
                  <a:pt x="845807" y="365760"/>
                </a:lnTo>
                <a:close/>
              </a:path>
              <a:path w="1740534" h="412114">
                <a:moveTo>
                  <a:pt x="1292352" y="254508"/>
                </a:moveTo>
                <a:lnTo>
                  <a:pt x="1255776" y="219456"/>
                </a:lnTo>
                <a:lnTo>
                  <a:pt x="1231392" y="243840"/>
                </a:lnTo>
                <a:lnTo>
                  <a:pt x="1103376" y="243840"/>
                </a:lnTo>
                <a:lnTo>
                  <a:pt x="1103376" y="198120"/>
                </a:lnTo>
                <a:lnTo>
                  <a:pt x="1155192" y="198120"/>
                </a:lnTo>
                <a:lnTo>
                  <a:pt x="1155192" y="213360"/>
                </a:lnTo>
                <a:lnTo>
                  <a:pt x="1181100" y="204216"/>
                </a:lnTo>
                <a:lnTo>
                  <a:pt x="1180795" y="198120"/>
                </a:lnTo>
                <a:lnTo>
                  <a:pt x="1180287" y="187452"/>
                </a:lnTo>
                <a:lnTo>
                  <a:pt x="1180211" y="185928"/>
                </a:lnTo>
                <a:lnTo>
                  <a:pt x="1179766" y="158496"/>
                </a:lnTo>
                <a:lnTo>
                  <a:pt x="1179652" y="135636"/>
                </a:lnTo>
                <a:lnTo>
                  <a:pt x="1179601" y="124968"/>
                </a:lnTo>
                <a:lnTo>
                  <a:pt x="1179576" y="76200"/>
                </a:lnTo>
                <a:lnTo>
                  <a:pt x="1284732" y="76200"/>
                </a:lnTo>
                <a:lnTo>
                  <a:pt x="1249680" y="42672"/>
                </a:lnTo>
                <a:lnTo>
                  <a:pt x="1225296" y="65532"/>
                </a:lnTo>
                <a:lnTo>
                  <a:pt x="1179576" y="65532"/>
                </a:lnTo>
                <a:lnTo>
                  <a:pt x="1179576" y="32004"/>
                </a:lnTo>
                <a:lnTo>
                  <a:pt x="1193292" y="19812"/>
                </a:lnTo>
                <a:lnTo>
                  <a:pt x="1153668" y="3048"/>
                </a:lnTo>
                <a:lnTo>
                  <a:pt x="1154544" y="19037"/>
                </a:lnTo>
                <a:lnTo>
                  <a:pt x="1155001" y="35814"/>
                </a:lnTo>
                <a:lnTo>
                  <a:pt x="1155077" y="42672"/>
                </a:lnTo>
                <a:lnTo>
                  <a:pt x="1155192" y="65532"/>
                </a:lnTo>
                <a:lnTo>
                  <a:pt x="1155192" y="76200"/>
                </a:lnTo>
                <a:lnTo>
                  <a:pt x="1155192" y="124968"/>
                </a:lnTo>
                <a:lnTo>
                  <a:pt x="1155192" y="135636"/>
                </a:lnTo>
                <a:lnTo>
                  <a:pt x="1155192" y="187452"/>
                </a:lnTo>
                <a:lnTo>
                  <a:pt x="1028700" y="187452"/>
                </a:lnTo>
                <a:lnTo>
                  <a:pt x="1028700" y="135636"/>
                </a:lnTo>
                <a:lnTo>
                  <a:pt x="1155192" y="135636"/>
                </a:lnTo>
                <a:lnTo>
                  <a:pt x="1155192" y="124968"/>
                </a:lnTo>
                <a:lnTo>
                  <a:pt x="1028700" y="124968"/>
                </a:lnTo>
                <a:lnTo>
                  <a:pt x="1028700" y="76200"/>
                </a:lnTo>
                <a:lnTo>
                  <a:pt x="1155192" y="76200"/>
                </a:lnTo>
                <a:lnTo>
                  <a:pt x="1155192" y="65532"/>
                </a:lnTo>
                <a:lnTo>
                  <a:pt x="1028700" y="65532"/>
                </a:lnTo>
                <a:lnTo>
                  <a:pt x="1028700" y="33528"/>
                </a:lnTo>
                <a:lnTo>
                  <a:pt x="1042416" y="21336"/>
                </a:lnTo>
                <a:lnTo>
                  <a:pt x="1002792" y="6096"/>
                </a:lnTo>
                <a:lnTo>
                  <a:pt x="1003681" y="21336"/>
                </a:lnTo>
                <a:lnTo>
                  <a:pt x="1004125" y="35814"/>
                </a:lnTo>
                <a:lnTo>
                  <a:pt x="1004201" y="42672"/>
                </a:lnTo>
                <a:lnTo>
                  <a:pt x="1004316" y="65532"/>
                </a:lnTo>
                <a:lnTo>
                  <a:pt x="903732" y="65532"/>
                </a:lnTo>
                <a:lnTo>
                  <a:pt x="918972" y="82296"/>
                </a:lnTo>
                <a:lnTo>
                  <a:pt x="928611" y="79425"/>
                </a:lnTo>
                <a:lnTo>
                  <a:pt x="938974" y="77533"/>
                </a:lnTo>
                <a:lnTo>
                  <a:pt x="949617" y="76517"/>
                </a:lnTo>
                <a:lnTo>
                  <a:pt x="960120" y="76200"/>
                </a:lnTo>
                <a:lnTo>
                  <a:pt x="1004316" y="76200"/>
                </a:lnTo>
                <a:lnTo>
                  <a:pt x="1004189" y="135636"/>
                </a:lnTo>
                <a:lnTo>
                  <a:pt x="1004125" y="151638"/>
                </a:lnTo>
                <a:lnTo>
                  <a:pt x="1003668" y="185928"/>
                </a:lnTo>
                <a:lnTo>
                  <a:pt x="1002792" y="217932"/>
                </a:lnTo>
                <a:lnTo>
                  <a:pt x="1028700" y="207264"/>
                </a:lnTo>
                <a:lnTo>
                  <a:pt x="1028700" y="198120"/>
                </a:lnTo>
                <a:lnTo>
                  <a:pt x="1078992" y="198120"/>
                </a:lnTo>
                <a:lnTo>
                  <a:pt x="1078992" y="243840"/>
                </a:lnTo>
                <a:lnTo>
                  <a:pt x="891540" y="243840"/>
                </a:lnTo>
                <a:lnTo>
                  <a:pt x="906780" y="259080"/>
                </a:lnTo>
                <a:lnTo>
                  <a:pt x="916419" y="257086"/>
                </a:lnTo>
                <a:lnTo>
                  <a:pt x="926782" y="255651"/>
                </a:lnTo>
                <a:lnTo>
                  <a:pt x="937425" y="254800"/>
                </a:lnTo>
                <a:lnTo>
                  <a:pt x="947928" y="254508"/>
                </a:lnTo>
                <a:lnTo>
                  <a:pt x="1050036" y="254508"/>
                </a:lnTo>
                <a:lnTo>
                  <a:pt x="1021143" y="295706"/>
                </a:lnTo>
                <a:lnTo>
                  <a:pt x="984694" y="332613"/>
                </a:lnTo>
                <a:lnTo>
                  <a:pt x="940511" y="365531"/>
                </a:lnTo>
                <a:lnTo>
                  <a:pt x="888492" y="394716"/>
                </a:lnTo>
                <a:lnTo>
                  <a:pt x="890016" y="402336"/>
                </a:lnTo>
                <a:lnTo>
                  <a:pt x="937018" y="383476"/>
                </a:lnTo>
                <a:lnTo>
                  <a:pt x="979347" y="359714"/>
                </a:lnTo>
                <a:lnTo>
                  <a:pt x="1017079" y="330911"/>
                </a:lnTo>
                <a:lnTo>
                  <a:pt x="1050264" y="296900"/>
                </a:lnTo>
                <a:lnTo>
                  <a:pt x="1078992" y="257556"/>
                </a:lnTo>
                <a:lnTo>
                  <a:pt x="1078865" y="325183"/>
                </a:lnTo>
                <a:lnTo>
                  <a:pt x="1078750" y="345757"/>
                </a:lnTo>
                <a:lnTo>
                  <a:pt x="1078344" y="378002"/>
                </a:lnTo>
                <a:lnTo>
                  <a:pt x="1077468" y="409956"/>
                </a:lnTo>
                <a:lnTo>
                  <a:pt x="1104900" y="399288"/>
                </a:lnTo>
                <a:lnTo>
                  <a:pt x="1103591" y="348170"/>
                </a:lnTo>
                <a:lnTo>
                  <a:pt x="1103376" y="257556"/>
                </a:lnTo>
                <a:lnTo>
                  <a:pt x="1103376" y="254508"/>
                </a:lnTo>
                <a:lnTo>
                  <a:pt x="1107948" y="254508"/>
                </a:lnTo>
                <a:lnTo>
                  <a:pt x="1131684" y="296786"/>
                </a:lnTo>
                <a:lnTo>
                  <a:pt x="1164145" y="334327"/>
                </a:lnTo>
                <a:lnTo>
                  <a:pt x="1205458" y="367030"/>
                </a:lnTo>
                <a:lnTo>
                  <a:pt x="1255776" y="394716"/>
                </a:lnTo>
                <a:lnTo>
                  <a:pt x="1260627" y="384695"/>
                </a:lnTo>
                <a:lnTo>
                  <a:pt x="1268349" y="377380"/>
                </a:lnTo>
                <a:lnTo>
                  <a:pt x="1278915" y="372643"/>
                </a:lnTo>
                <a:lnTo>
                  <a:pt x="1292352" y="370332"/>
                </a:lnTo>
                <a:lnTo>
                  <a:pt x="1292352" y="362712"/>
                </a:lnTo>
                <a:lnTo>
                  <a:pt x="1235176" y="348170"/>
                </a:lnTo>
                <a:lnTo>
                  <a:pt x="1187005" y="325183"/>
                </a:lnTo>
                <a:lnTo>
                  <a:pt x="1147686" y="293928"/>
                </a:lnTo>
                <a:lnTo>
                  <a:pt x="1117092" y="254508"/>
                </a:lnTo>
                <a:lnTo>
                  <a:pt x="1292352" y="254508"/>
                </a:lnTo>
                <a:close/>
              </a:path>
              <a:path w="1740534" h="412114">
                <a:moveTo>
                  <a:pt x="1563611" y="147840"/>
                </a:moveTo>
                <a:lnTo>
                  <a:pt x="1522463" y="124980"/>
                </a:lnTo>
                <a:lnTo>
                  <a:pt x="1523301" y="144792"/>
                </a:lnTo>
                <a:lnTo>
                  <a:pt x="1523415" y="149174"/>
                </a:lnTo>
                <a:lnTo>
                  <a:pt x="1523746" y="163385"/>
                </a:lnTo>
                <a:lnTo>
                  <a:pt x="1523873" y="173266"/>
                </a:lnTo>
                <a:lnTo>
                  <a:pt x="1523758" y="331762"/>
                </a:lnTo>
                <a:lnTo>
                  <a:pt x="1523225" y="353199"/>
                </a:lnTo>
                <a:lnTo>
                  <a:pt x="1522730" y="378739"/>
                </a:lnTo>
                <a:lnTo>
                  <a:pt x="1522463" y="411492"/>
                </a:lnTo>
                <a:lnTo>
                  <a:pt x="1551419" y="394728"/>
                </a:lnTo>
                <a:lnTo>
                  <a:pt x="1550543" y="378739"/>
                </a:lnTo>
                <a:lnTo>
                  <a:pt x="1550085" y="362915"/>
                </a:lnTo>
                <a:lnTo>
                  <a:pt x="1549984" y="353199"/>
                </a:lnTo>
                <a:lnTo>
                  <a:pt x="1549895" y="158508"/>
                </a:lnTo>
                <a:lnTo>
                  <a:pt x="1563611" y="147840"/>
                </a:lnTo>
                <a:close/>
              </a:path>
              <a:path w="1740534" h="412114">
                <a:moveTo>
                  <a:pt x="1740395" y="181368"/>
                </a:moveTo>
                <a:lnTo>
                  <a:pt x="1692770" y="166890"/>
                </a:lnTo>
                <a:lnTo>
                  <a:pt x="1642859" y="138696"/>
                </a:lnTo>
                <a:lnTo>
                  <a:pt x="1592948" y="93929"/>
                </a:lnTo>
                <a:lnTo>
                  <a:pt x="1552854" y="42672"/>
                </a:lnTo>
                <a:lnTo>
                  <a:pt x="1545323" y="32016"/>
                </a:lnTo>
                <a:lnTo>
                  <a:pt x="1560563" y="21348"/>
                </a:lnTo>
                <a:lnTo>
                  <a:pt x="1523987" y="0"/>
                </a:lnTo>
                <a:lnTo>
                  <a:pt x="1513090" y="28003"/>
                </a:lnTo>
                <a:lnTo>
                  <a:pt x="1498460" y="57150"/>
                </a:lnTo>
                <a:lnTo>
                  <a:pt x="1456931" y="118884"/>
                </a:lnTo>
                <a:lnTo>
                  <a:pt x="1430337" y="149174"/>
                </a:lnTo>
                <a:lnTo>
                  <a:pt x="1400797" y="175983"/>
                </a:lnTo>
                <a:lnTo>
                  <a:pt x="1367993" y="199466"/>
                </a:lnTo>
                <a:lnTo>
                  <a:pt x="1331963" y="219468"/>
                </a:lnTo>
                <a:lnTo>
                  <a:pt x="1335011" y="225564"/>
                </a:lnTo>
                <a:lnTo>
                  <a:pt x="1370088" y="209842"/>
                </a:lnTo>
                <a:lnTo>
                  <a:pt x="1429956" y="173266"/>
                </a:lnTo>
                <a:lnTo>
                  <a:pt x="1476438" y="130124"/>
                </a:lnTo>
                <a:lnTo>
                  <a:pt x="1519250" y="75260"/>
                </a:lnTo>
                <a:lnTo>
                  <a:pt x="1539227" y="42672"/>
                </a:lnTo>
                <a:lnTo>
                  <a:pt x="1557515" y="72986"/>
                </a:lnTo>
                <a:lnTo>
                  <a:pt x="1594091" y="123901"/>
                </a:lnTo>
                <a:lnTo>
                  <a:pt x="1631556" y="163385"/>
                </a:lnTo>
                <a:lnTo>
                  <a:pt x="1675612" y="196011"/>
                </a:lnTo>
                <a:lnTo>
                  <a:pt x="1700771" y="210324"/>
                </a:lnTo>
                <a:lnTo>
                  <a:pt x="1708251" y="201180"/>
                </a:lnTo>
                <a:lnTo>
                  <a:pt x="1717154" y="194322"/>
                </a:lnTo>
                <a:lnTo>
                  <a:pt x="1727784" y="189750"/>
                </a:lnTo>
                <a:lnTo>
                  <a:pt x="1740395" y="187464"/>
                </a:lnTo>
                <a:lnTo>
                  <a:pt x="1740395" y="18136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" name="object 42"/>
          <p:cNvSpPr/>
          <p:nvPr/>
        </p:nvSpPr>
        <p:spPr>
          <a:xfrm>
            <a:off x="8817864" y="3558540"/>
            <a:ext cx="381000" cy="403860"/>
          </a:xfrm>
          <a:custGeom>
            <a:avLst/>
            <a:gdLst/>
            <a:ahLst/>
            <a:cxnLst/>
            <a:rect l="l" t="t" r="r" b="b"/>
            <a:pathLst>
              <a:path w="381000" h="403860">
                <a:moveTo>
                  <a:pt x="298703" y="114300"/>
                </a:moveTo>
                <a:lnTo>
                  <a:pt x="274319" y="114300"/>
                </a:lnTo>
                <a:lnTo>
                  <a:pt x="274245" y="72270"/>
                </a:lnTo>
                <a:lnTo>
                  <a:pt x="274129" y="51435"/>
                </a:lnTo>
                <a:lnTo>
                  <a:pt x="273677" y="24288"/>
                </a:lnTo>
                <a:lnTo>
                  <a:pt x="272795" y="0"/>
                </a:lnTo>
                <a:lnTo>
                  <a:pt x="316991" y="22860"/>
                </a:lnTo>
                <a:lnTo>
                  <a:pt x="298703" y="35052"/>
                </a:lnTo>
                <a:lnTo>
                  <a:pt x="298703" y="114300"/>
                </a:lnTo>
                <a:close/>
              </a:path>
              <a:path w="381000" h="403860">
                <a:moveTo>
                  <a:pt x="130149" y="65532"/>
                </a:moveTo>
                <a:lnTo>
                  <a:pt x="94488" y="65532"/>
                </a:lnTo>
                <a:lnTo>
                  <a:pt x="108203" y="47244"/>
                </a:lnTo>
                <a:lnTo>
                  <a:pt x="130149" y="65532"/>
                </a:lnTo>
                <a:close/>
              </a:path>
              <a:path w="381000" h="403860">
                <a:moveTo>
                  <a:pt x="0" y="362712"/>
                </a:moveTo>
                <a:lnTo>
                  <a:pt x="881" y="330946"/>
                </a:lnTo>
                <a:lnTo>
                  <a:pt x="1320" y="293751"/>
                </a:lnTo>
                <a:lnTo>
                  <a:pt x="1438" y="129540"/>
                </a:lnTo>
                <a:lnTo>
                  <a:pt x="1333" y="103822"/>
                </a:lnTo>
                <a:lnTo>
                  <a:pt x="915" y="74676"/>
                </a:lnTo>
                <a:lnTo>
                  <a:pt x="794" y="70104"/>
                </a:lnTo>
                <a:lnTo>
                  <a:pt x="0" y="50292"/>
                </a:lnTo>
                <a:lnTo>
                  <a:pt x="27431" y="65532"/>
                </a:lnTo>
                <a:lnTo>
                  <a:pt x="130149" y="65532"/>
                </a:lnTo>
                <a:lnTo>
                  <a:pt x="135635" y="70104"/>
                </a:lnTo>
                <a:lnTo>
                  <a:pt x="130492" y="74676"/>
                </a:lnTo>
                <a:lnTo>
                  <a:pt x="25907" y="74676"/>
                </a:lnTo>
                <a:lnTo>
                  <a:pt x="25907" y="179832"/>
                </a:lnTo>
                <a:lnTo>
                  <a:pt x="121919" y="179832"/>
                </a:lnTo>
                <a:lnTo>
                  <a:pt x="121919" y="190500"/>
                </a:lnTo>
                <a:lnTo>
                  <a:pt x="25907" y="190500"/>
                </a:lnTo>
                <a:lnTo>
                  <a:pt x="25907" y="301752"/>
                </a:lnTo>
                <a:lnTo>
                  <a:pt x="122267" y="301752"/>
                </a:lnTo>
                <a:lnTo>
                  <a:pt x="122476" y="312419"/>
                </a:lnTo>
                <a:lnTo>
                  <a:pt x="25907" y="312419"/>
                </a:lnTo>
                <a:lnTo>
                  <a:pt x="25907" y="347472"/>
                </a:lnTo>
                <a:lnTo>
                  <a:pt x="0" y="362712"/>
                </a:lnTo>
                <a:close/>
              </a:path>
              <a:path w="381000" h="403860">
                <a:moveTo>
                  <a:pt x="121919" y="179832"/>
                </a:moveTo>
                <a:lnTo>
                  <a:pt x="97536" y="179832"/>
                </a:lnTo>
                <a:lnTo>
                  <a:pt x="97536" y="74676"/>
                </a:lnTo>
                <a:lnTo>
                  <a:pt x="130492" y="74676"/>
                </a:lnTo>
                <a:lnTo>
                  <a:pt x="121919" y="82296"/>
                </a:lnTo>
                <a:lnTo>
                  <a:pt x="121919" y="179832"/>
                </a:lnTo>
                <a:close/>
              </a:path>
              <a:path w="381000" h="403860">
                <a:moveTo>
                  <a:pt x="143255" y="129540"/>
                </a:moveTo>
                <a:lnTo>
                  <a:pt x="126491" y="114300"/>
                </a:lnTo>
                <a:lnTo>
                  <a:pt x="324612" y="114300"/>
                </a:lnTo>
                <a:lnTo>
                  <a:pt x="347472" y="91440"/>
                </a:lnTo>
                <a:lnTo>
                  <a:pt x="381000" y="123444"/>
                </a:lnTo>
                <a:lnTo>
                  <a:pt x="184403" y="123444"/>
                </a:lnTo>
                <a:lnTo>
                  <a:pt x="173259" y="123967"/>
                </a:lnTo>
                <a:lnTo>
                  <a:pt x="162686" y="125349"/>
                </a:lnTo>
                <a:lnTo>
                  <a:pt x="152685" y="127301"/>
                </a:lnTo>
                <a:lnTo>
                  <a:pt x="143255" y="129540"/>
                </a:lnTo>
                <a:close/>
              </a:path>
              <a:path w="381000" h="403860">
                <a:moveTo>
                  <a:pt x="297809" y="362712"/>
                </a:moveTo>
                <a:lnTo>
                  <a:pt x="262127" y="362712"/>
                </a:lnTo>
                <a:lnTo>
                  <a:pt x="271271" y="361188"/>
                </a:lnTo>
                <a:lnTo>
                  <a:pt x="274319" y="353568"/>
                </a:lnTo>
                <a:lnTo>
                  <a:pt x="274319" y="123444"/>
                </a:lnTo>
                <a:lnTo>
                  <a:pt x="298703" y="123444"/>
                </a:lnTo>
                <a:lnTo>
                  <a:pt x="298703" y="356616"/>
                </a:lnTo>
                <a:lnTo>
                  <a:pt x="297809" y="362712"/>
                </a:lnTo>
                <a:close/>
              </a:path>
              <a:path w="381000" h="403860">
                <a:moveTo>
                  <a:pt x="205739" y="260604"/>
                </a:moveTo>
                <a:lnTo>
                  <a:pt x="199643" y="260604"/>
                </a:lnTo>
                <a:lnTo>
                  <a:pt x="196595" y="254508"/>
                </a:lnTo>
                <a:lnTo>
                  <a:pt x="193547" y="240792"/>
                </a:lnTo>
                <a:lnTo>
                  <a:pt x="187832" y="224504"/>
                </a:lnTo>
                <a:lnTo>
                  <a:pt x="179831" y="207645"/>
                </a:lnTo>
                <a:lnTo>
                  <a:pt x="169544" y="190214"/>
                </a:lnTo>
                <a:lnTo>
                  <a:pt x="156971" y="172212"/>
                </a:lnTo>
                <a:lnTo>
                  <a:pt x="161543" y="167640"/>
                </a:lnTo>
                <a:lnTo>
                  <a:pt x="197357" y="194119"/>
                </a:lnTo>
                <a:lnTo>
                  <a:pt x="222503" y="225552"/>
                </a:lnTo>
                <a:lnTo>
                  <a:pt x="222503" y="236220"/>
                </a:lnTo>
                <a:lnTo>
                  <a:pt x="219455" y="242316"/>
                </a:lnTo>
                <a:lnTo>
                  <a:pt x="214883" y="249936"/>
                </a:lnTo>
                <a:lnTo>
                  <a:pt x="208787" y="257556"/>
                </a:lnTo>
                <a:lnTo>
                  <a:pt x="205739" y="260604"/>
                </a:lnTo>
                <a:close/>
              </a:path>
              <a:path w="381000" h="403860">
                <a:moveTo>
                  <a:pt x="122267" y="301752"/>
                </a:moveTo>
                <a:lnTo>
                  <a:pt x="97536" y="301752"/>
                </a:lnTo>
                <a:lnTo>
                  <a:pt x="97536" y="190500"/>
                </a:lnTo>
                <a:lnTo>
                  <a:pt x="121919" y="190500"/>
                </a:lnTo>
                <a:lnTo>
                  <a:pt x="121943" y="263223"/>
                </a:lnTo>
                <a:lnTo>
                  <a:pt x="122110" y="293751"/>
                </a:lnTo>
                <a:lnTo>
                  <a:pt x="122267" y="301752"/>
                </a:lnTo>
                <a:close/>
              </a:path>
              <a:path w="381000" h="403860">
                <a:moveTo>
                  <a:pt x="97536" y="345948"/>
                </a:moveTo>
                <a:lnTo>
                  <a:pt x="97536" y="312419"/>
                </a:lnTo>
                <a:lnTo>
                  <a:pt x="122476" y="312419"/>
                </a:lnTo>
                <a:lnTo>
                  <a:pt x="122562" y="316849"/>
                </a:lnTo>
                <a:lnTo>
                  <a:pt x="123443" y="332232"/>
                </a:lnTo>
                <a:lnTo>
                  <a:pt x="97536" y="345948"/>
                </a:lnTo>
                <a:close/>
              </a:path>
              <a:path w="381000" h="403860">
                <a:moveTo>
                  <a:pt x="260603" y="403860"/>
                </a:moveTo>
                <a:lnTo>
                  <a:pt x="256293" y="391906"/>
                </a:lnTo>
                <a:lnTo>
                  <a:pt x="245554" y="381381"/>
                </a:lnTo>
                <a:lnTo>
                  <a:pt x="228242" y="372570"/>
                </a:lnTo>
                <a:lnTo>
                  <a:pt x="204215" y="365760"/>
                </a:lnTo>
                <a:lnTo>
                  <a:pt x="204215" y="356616"/>
                </a:lnTo>
                <a:lnTo>
                  <a:pt x="225051" y="359497"/>
                </a:lnTo>
                <a:lnTo>
                  <a:pt x="241744" y="361378"/>
                </a:lnTo>
                <a:lnTo>
                  <a:pt x="254150" y="362402"/>
                </a:lnTo>
                <a:lnTo>
                  <a:pt x="262127" y="362712"/>
                </a:lnTo>
                <a:lnTo>
                  <a:pt x="297809" y="362712"/>
                </a:lnTo>
                <a:lnTo>
                  <a:pt x="296394" y="372356"/>
                </a:lnTo>
                <a:lnTo>
                  <a:pt x="289369" y="385381"/>
                </a:lnTo>
                <a:lnTo>
                  <a:pt x="277487" y="395835"/>
                </a:lnTo>
                <a:lnTo>
                  <a:pt x="260603" y="40386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" name="object 43"/>
          <p:cNvSpPr/>
          <p:nvPr/>
        </p:nvSpPr>
        <p:spPr>
          <a:xfrm>
            <a:off x="9279635" y="3561588"/>
            <a:ext cx="349250" cy="399415"/>
          </a:xfrm>
          <a:custGeom>
            <a:avLst/>
            <a:gdLst/>
            <a:ahLst/>
            <a:cxnLst/>
            <a:rect l="l" t="t" r="r" b="b"/>
            <a:pathLst>
              <a:path w="349250" h="399414">
                <a:moveTo>
                  <a:pt x="131064" y="56388"/>
                </a:moveTo>
                <a:lnTo>
                  <a:pt x="114300" y="41148"/>
                </a:lnTo>
                <a:lnTo>
                  <a:pt x="307848" y="41148"/>
                </a:lnTo>
                <a:lnTo>
                  <a:pt x="324612" y="24384"/>
                </a:lnTo>
                <a:lnTo>
                  <a:pt x="348996" y="47244"/>
                </a:lnTo>
                <a:lnTo>
                  <a:pt x="343117" y="51816"/>
                </a:lnTo>
                <a:lnTo>
                  <a:pt x="172212" y="51816"/>
                </a:lnTo>
                <a:lnTo>
                  <a:pt x="161067" y="52101"/>
                </a:lnTo>
                <a:lnTo>
                  <a:pt x="150495" y="52959"/>
                </a:lnTo>
                <a:lnTo>
                  <a:pt x="140493" y="54387"/>
                </a:lnTo>
                <a:lnTo>
                  <a:pt x="131064" y="56388"/>
                </a:lnTo>
                <a:close/>
              </a:path>
              <a:path w="349250" h="399414">
                <a:moveTo>
                  <a:pt x="334508" y="358687"/>
                </a:moveTo>
                <a:lnTo>
                  <a:pt x="298251" y="358687"/>
                </a:lnTo>
                <a:lnTo>
                  <a:pt x="304800" y="358140"/>
                </a:lnTo>
                <a:lnTo>
                  <a:pt x="309372" y="356616"/>
                </a:lnTo>
                <a:lnTo>
                  <a:pt x="310896" y="352044"/>
                </a:lnTo>
                <a:lnTo>
                  <a:pt x="310896" y="51816"/>
                </a:lnTo>
                <a:lnTo>
                  <a:pt x="343117" y="51816"/>
                </a:lnTo>
                <a:lnTo>
                  <a:pt x="335280" y="57912"/>
                </a:lnTo>
                <a:lnTo>
                  <a:pt x="335280" y="344424"/>
                </a:lnTo>
                <a:lnTo>
                  <a:pt x="334946" y="355234"/>
                </a:lnTo>
                <a:lnTo>
                  <a:pt x="334508" y="358687"/>
                </a:lnTo>
                <a:close/>
              </a:path>
              <a:path w="349250" h="399414">
                <a:moveTo>
                  <a:pt x="242315" y="120396"/>
                </a:moveTo>
                <a:lnTo>
                  <a:pt x="208788" y="120396"/>
                </a:lnTo>
                <a:lnTo>
                  <a:pt x="225552" y="103632"/>
                </a:lnTo>
                <a:lnTo>
                  <a:pt x="242315" y="120396"/>
                </a:lnTo>
                <a:close/>
              </a:path>
              <a:path w="349250" h="399414">
                <a:moveTo>
                  <a:pt x="97536" y="324612"/>
                </a:moveTo>
                <a:lnTo>
                  <a:pt x="98417" y="296941"/>
                </a:lnTo>
                <a:lnTo>
                  <a:pt x="98869" y="268986"/>
                </a:lnTo>
                <a:lnTo>
                  <a:pt x="99036" y="241030"/>
                </a:lnTo>
                <a:lnTo>
                  <a:pt x="99036" y="186166"/>
                </a:lnTo>
                <a:lnTo>
                  <a:pt x="98869" y="159258"/>
                </a:lnTo>
                <a:lnTo>
                  <a:pt x="98417" y="132349"/>
                </a:lnTo>
                <a:lnTo>
                  <a:pt x="97536" y="105156"/>
                </a:lnTo>
                <a:lnTo>
                  <a:pt x="123444" y="120396"/>
                </a:lnTo>
                <a:lnTo>
                  <a:pt x="242315" y="120396"/>
                </a:lnTo>
                <a:lnTo>
                  <a:pt x="248412" y="126492"/>
                </a:lnTo>
                <a:lnTo>
                  <a:pt x="243268" y="131064"/>
                </a:lnTo>
                <a:lnTo>
                  <a:pt x="121920" y="131064"/>
                </a:lnTo>
                <a:lnTo>
                  <a:pt x="121920" y="199644"/>
                </a:lnTo>
                <a:lnTo>
                  <a:pt x="234747" y="199644"/>
                </a:lnTo>
                <a:lnTo>
                  <a:pt x="234786" y="210312"/>
                </a:lnTo>
                <a:lnTo>
                  <a:pt x="121920" y="210312"/>
                </a:lnTo>
                <a:lnTo>
                  <a:pt x="121920" y="281940"/>
                </a:lnTo>
                <a:lnTo>
                  <a:pt x="235510" y="281940"/>
                </a:lnTo>
                <a:lnTo>
                  <a:pt x="235820" y="292608"/>
                </a:lnTo>
                <a:lnTo>
                  <a:pt x="121920" y="292608"/>
                </a:lnTo>
                <a:lnTo>
                  <a:pt x="121920" y="312420"/>
                </a:lnTo>
                <a:lnTo>
                  <a:pt x="97536" y="324612"/>
                </a:lnTo>
                <a:close/>
              </a:path>
              <a:path w="349250" h="399414">
                <a:moveTo>
                  <a:pt x="234747" y="199644"/>
                </a:moveTo>
                <a:lnTo>
                  <a:pt x="211836" y="199644"/>
                </a:lnTo>
                <a:lnTo>
                  <a:pt x="211836" y="131064"/>
                </a:lnTo>
                <a:lnTo>
                  <a:pt x="243268" y="131064"/>
                </a:lnTo>
                <a:lnTo>
                  <a:pt x="234696" y="138684"/>
                </a:lnTo>
                <a:lnTo>
                  <a:pt x="234747" y="199644"/>
                </a:lnTo>
                <a:close/>
              </a:path>
              <a:path w="349250" h="399414">
                <a:moveTo>
                  <a:pt x="235510" y="281940"/>
                </a:moveTo>
                <a:lnTo>
                  <a:pt x="211836" y="281940"/>
                </a:lnTo>
                <a:lnTo>
                  <a:pt x="211836" y="210312"/>
                </a:lnTo>
                <a:lnTo>
                  <a:pt x="234786" y="210312"/>
                </a:lnTo>
                <a:lnTo>
                  <a:pt x="234886" y="237934"/>
                </a:lnTo>
                <a:lnTo>
                  <a:pt x="235338" y="276058"/>
                </a:lnTo>
                <a:lnTo>
                  <a:pt x="235510" y="281940"/>
                </a:lnTo>
                <a:close/>
              </a:path>
              <a:path w="349250" h="399414">
                <a:moveTo>
                  <a:pt x="211836" y="321564"/>
                </a:moveTo>
                <a:lnTo>
                  <a:pt x="211836" y="292608"/>
                </a:lnTo>
                <a:lnTo>
                  <a:pt x="235820" y="292608"/>
                </a:lnTo>
                <a:lnTo>
                  <a:pt x="236220" y="306324"/>
                </a:lnTo>
                <a:lnTo>
                  <a:pt x="211836" y="321564"/>
                </a:lnTo>
                <a:close/>
              </a:path>
              <a:path w="349250" h="399414">
                <a:moveTo>
                  <a:pt x="295655" y="399288"/>
                </a:moveTo>
                <a:lnTo>
                  <a:pt x="287107" y="385595"/>
                </a:lnTo>
                <a:lnTo>
                  <a:pt x="275272" y="374332"/>
                </a:lnTo>
                <a:lnTo>
                  <a:pt x="260294" y="365640"/>
                </a:lnTo>
                <a:lnTo>
                  <a:pt x="242316" y="359664"/>
                </a:lnTo>
                <a:lnTo>
                  <a:pt x="242316" y="352044"/>
                </a:lnTo>
                <a:lnTo>
                  <a:pt x="266866" y="355782"/>
                </a:lnTo>
                <a:lnTo>
                  <a:pt x="285559" y="357949"/>
                </a:lnTo>
                <a:lnTo>
                  <a:pt x="298251" y="358687"/>
                </a:lnTo>
                <a:lnTo>
                  <a:pt x="334508" y="358687"/>
                </a:lnTo>
                <a:lnTo>
                  <a:pt x="333756" y="364617"/>
                </a:lnTo>
                <a:lnTo>
                  <a:pt x="307086" y="393811"/>
                </a:lnTo>
                <a:lnTo>
                  <a:pt x="295655" y="399288"/>
                </a:lnTo>
                <a:close/>
              </a:path>
              <a:path w="349250" h="399414">
                <a:moveTo>
                  <a:pt x="76200" y="82296"/>
                </a:moveTo>
                <a:lnTo>
                  <a:pt x="71628" y="82296"/>
                </a:lnTo>
                <a:lnTo>
                  <a:pt x="68580" y="76200"/>
                </a:lnTo>
                <a:lnTo>
                  <a:pt x="64008" y="64008"/>
                </a:lnTo>
                <a:lnTo>
                  <a:pt x="59221" y="50006"/>
                </a:lnTo>
                <a:lnTo>
                  <a:pt x="52006" y="35433"/>
                </a:lnTo>
                <a:lnTo>
                  <a:pt x="42791" y="20288"/>
                </a:lnTo>
                <a:lnTo>
                  <a:pt x="32004" y="4572"/>
                </a:lnTo>
                <a:lnTo>
                  <a:pt x="36576" y="0"/>
                </a:lnTo>
                <a:lnTo>
                  <a:pt x="68770" y="21717"/>
                </a:lnTo>
                <a:lnTo>
                  <a:pt x="89916" y="48768"/>
                </a:lnTo>
                <a:lnTo>
                  <a:pt x="89916" y="59436"/>
                </a:lnTo>
                <a:lnTo>
                  <a:pt x="88392" y="67056"/>
                </a:lnTo>
                <a:lnTo>
                  <a:pt x="79248" y="79248"/>
                </a:lnTo>
                <a:lnTo>
                  <a:pt x="76200" y="82296"/>
                </a:lnTo>
                <a:close/>
              </a:path>
              <a:path w="349250" h="399414">
                <a:moveTo>
                  <a:pt x="0" y="397764"/>
                </a:moveTo>
                <a:lnTo>
                  <a:pt x="881" y="376856"/>
                </a:lnTo>
                <a:lnTo>
                  <a:pt x="1291" y="344662"/>
                </a:lnTo>
                <a:lnTo>
                  <a:pt x="1368" y="330708"/>
                </a:lnTo>
                <a:lnTo>
                  <a:pt x="1500" y="291036"/>
                </a:lnTo>
                <a:lnTo>
                  <a:pt x="1500" y="159853"/>
                </a:lnTo>
                <a:lnTo>
                  <a:pt x="1333" y="109156"/>
                </a:lnTo>
                <a:lnTo>
                  <a:pt x="881" y="73604"/>
                </a:lnTo>
                <a:lnTo>
                  <a:pt x="0" y="53340"/>
                </a:lnTo>
                <a:lnTo>
                  <a:pt x="42672" y="74676"/>
                </a:lnTo>
                <a:lnTo>
                  <a:pt x="25908" y="83820"/>
                </a:lnTo>
                <a:lnTo>
                  <a:pt x="25908" y="330708"/>
                </a:lnTo>
                <a:lnTo>
                  <a:pt x="26146" y="344662"/>
                </a:lnTo>
                <a:lnTo>
                  <a:pt x="27193" y="373141"/>
                </a:lnTo>
                <a:lnTo>
                  <a:pt x="27432" y="387096"/>
                </a:lnTo>
                <a:lnTo>
                  <a:pt x="0" y="39776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" name="object 44"/>
          <p:cNvSpPr/>
          <p:nvPr/>
        </p:nvSpPr>
        <p:spPr>
          <a:xfrm>
            <a:off x="2125967" y="4076712"/>
            <a:ext cx="1260475" cy="410209"/>
          </a:xfrm>
          <a:custGeom>
            <a:avLst/>
            <a:gdLst/>
            <a:ahLst/>
            <a:cxnLst/>
            <a:rect l="l" t="t" r="r" b="b"/>
            <a:pathLst>
              <a:path w="1260475" h="410210">
                <a:moveTo>
                  <a:pt x="198120" y="266687"/>
                </a:moveTo>
                <a:lnTo>
                  <a:pt x="193548" y="260591"/>
                </a:lnTo>
                <a:lnTo>
                  <a:pt x="70104" y="288023"/>
                </a:lnTo>
                <a:lnTo>
                  <a:pt x="70104" y="210299"/>
                </a:lnTo>
                <a:lnTo>
                  <a:pt x="175260" y="210299"/>
                </a:lnTo>
                <a:lnTo>
                  <a:pt x="164592" y="199631"/>
                </a:lnTo>
                <a:lnTo>
                  <a:pt x="146304" y="181343"/>
                </a:lnTo>
                <a:lnTo>
                  <a:pt x="129540" y="199631"/>
                </a:lnTo>
                <a:lnTo>
                  <a:pt x="70104" y="199631"/>
                </a:lnTo>
                <a:lnTo>
                  <a:pt x="70104" y="129527"/>
                </a:lnTo>
                <a:lnTo>
                  <a:pt x="176784" y="129527"/>
                </a:lnTo>
                <a:lnTo>
                  <a:pt x="166116" y="118859"/>
                </a:lnTo>
                <a:lnTo>
                  <a:pt x="149352" y="102095"/>
                </a:lnTo>
                <a:lnTo>
                  <a:pt x="131064" y="118859"/>
                </a:lnTo>
                <a:lnTo>
                  <a:pt x="70104" y="118859"/>
                </a:lnTo>
                <a:lnTo>
                  <a:pt x="70104" y="54851"/>
                </a:lnTo>
                <a:lnTo>
                  <a:pt x="87249" y="52311"/>
                </a:lnTo>
                <a:lnTo>
                  <a:pt x="104394" y="49326"/>
                </a:lnTo>
                <a:lnTo>
                  <a:pt x="131013" y="44183"/>
                </a:lnTo>
                <a:lnTo>
                  <a:pt x="138684" y="42659"/>
                </a:lnTo>
                <a:lnTo>
                  <a:pt x="154101" y="39789"/>
                </a:lnTo>
                <a:lnTo>
                  <a:pt x="168211" y="37896"/>
                </a:lnTo>
                <a:lnTo>
                  <a:pt x="180911" y="36880"/>
                </a:lnTo>
                <a:lnTo>
                  <a:pt x="192024" y="36563"/>
                </a:lnTo>
                <a:lnTo>
                  <a:pt x="166116" y="6083"/>
                </a:lnTo>
                <a:lnTo>
                  <a:pt x="107213" y="35610"/>
                </a:lnTo>
                <a:lnTo>
                  <a:pt x="71628" y="44183"/>
                </a:lnTo>
                <a:lnTo>
                  <a:pt x="45720" y="28943"/>
                </a:lnTo>
                <a:lnTo>
                  <a:pt x="46621" y="46075"/>
                </a:lnTo>
                <a:lnTo>
                  <a:pt x="47015" y="67386"/>
                </a:lnTo>
                <a:lnTo>
                  <a:pt x="47129" y="82283"/>
                </a:lnTo>
                <a:lnTo>
                  <a:pt x="47244" y="291071"/>
                </a:lnTo>
                <a:lnTo>
                  <a:pt x="30657" y="295071"/>
                </a:lnTo>
                <a:lnTo>
                  <a:pt x="17335" y="297929"/>
                </a:lnTo>
                <a:lnTo>
                  <a:pt x="7175" y="299643"/>
                </a:lnTo>
                <a:lnTo>
                  <a:pt x="0" y="300215"/>
                </a:lnTo>
                <a:lnTo>
                  <a:pt x="16764" y="332219"/>
                </a:lnTo>
                <a:lnTo>
                  <a:pt x="19583" y="327914"/>
                </a:lnTo>
                <a:lnTo>
                  <a:pt x="25717" y="323837"/>
                </a:lnTo>
                <a:lnTo>
                  <a:pt x="34988" y="319798"/>
                </a:lnTo>
                <a:lnTo>
                  <a:pt x="47244" y="315455"/>
                </a:lnTo>
                <a:lnTo>
                  <a:pt x="47142" y="350989"/>
                </a:lnTo>
                <a:lnTo>
                  <a:pt x="47053" y="362889"/>
                </a:lnTo>
                <a:lnTo>
                  <a:pt x="46659" y="382511"/>
                </a:lnTo>
                <a:lnTo>
                  <a:pt x="46532" y="386880"/>
                </a:lnTo>
                <a:lnTo>
                  <a:pt x="45720" y="406895"/>
                </a:lnTo>
                <a:lnTo>
                  <a:pt x="71628" y="390131"/>
                </a:lnTo>
                <a:lnTo>
                  <a:pt x="71399" y="374891"/>
                </a:lnTo>
                <a:lnTo>
                  <a:pt x="70345" y="334200"/>
                </a:lnTo>
                <a:lnTo>
                  <a:pt x="70167" y="315455"/>
                </a:lnTo>
                <a:lnTo>
                  <a:pt x="70104" y="309359"/>
                </a:lnTo>
                <a:lnTo>
                  <a:pt x="134112" y="288023"/>
                </a:lnTo>
                <a:lnTo>
                  <a:pt x="198120" y="266687"/>
                </a:lnTo>
                <a:close/>
              </a:path>
              <a:path w="1260475" h="410210">
                <a:moveTo>
                  <a:pt x="393192" y="150863"/>
                </a:moveTo>
                <a:lnTo>
                  <a:pt x="393115" y="147650"/>
                </a:lnTo>
                <a:lnTo>
                  <a:pt x="391668" y="144767"/>
                </a:lnTo>
                <a:lnTo>
                  <a:pt x="388239" y="140195"/>
                </a:lnTo>
                <a:lnTo>
                  <a:pt x="382524" y="132575"/>
                </a:lnTo>
                <a:lnTo>
                  <a:pt x="377952" y="131051"/>
                </a:lnTo>
                <a:lnTo>
                  <a:pt x="368808" y="137147"/>
                </a:lnTo>
                <a:lnTo>
                  <a:pt x="362712" y="138671"/>
                </a:lnTo>
                <a:lnTo>
                  <a:pt x="355092" y="140195"/>
                </a:lnTo>
                <a:lnTo>
                  <a:pt x="332232" y="140195"/>
                </a:lnTo>
                <a:lnTo>
                  <a:pt x="326136" y="134099"/>
                </a:lnTo>
                <a:lnTo>
                  <a:pt x="326136" y="53327"/>
                </a:lnTo>
                <a:lnTo>
                  <a:pt x="335940" y="45707"/>
                </a:lnTo>
                <a:lnTo>
                  <a:pt x="339852" y="42659"/>
                </a:lnTo>
                <a:lnTo>
                  <a:pt x="333349" y="36563"/>
                </a:lnTo>
                <a:lnTo>
                  <a:pt x="315468" y="19799"/>
                </a:lnTo>
                <a:lnTo>
                  <a:pt x="301752" y="36563"/>
                </a:lnTo>
                <a:lnTo>
                  <a:pt x="240792" y="36563"/>
                </a:lnTo>
                <a:lnTo>
                  <a:pt x="214884" y="19799"/>
                </a:lnTo>
                <a:lnTo>
                  <a:pt x="215709" y="35610"/>
                </a:lnTo>
                <a:lnTo>
                  <a:pt x="215811" y="39789"/>
                </a:lnTo>
                <a:lnTo>
                  <a:pt x="215925" y="46075"/>
                </a:lnTo>
                <a:lnTo>
                  <a:pt x="215988" y="54851"/>
                </a:lnTo>
                <a:lnTo>
                  <a:pt x="215747" y="67386"/>
                </a:lnTo>
                <a:lnTo>
                  <a:pt x="211455" y="109524"/>
                </a:lnTo>
                <a:lnTo>
                  <a:pt x="199745" y="148221"/>
                </a:lnTo>
                <a:lnTo>
                  <a:pt x="164592" y="187439"/>
                </a:lnTo>
                <a:lnTo>
                  <a:pt x="169164" y="192011"/>
                </a:lnTo>
                <a:lnTo>
                  <a:pt x="208026" y="163245"/>
                </a:lnTo>
                <a:lnTo>
                  <a:pt x="228600" y="131051"/>
                </a:lnTo>
                <a:lnTo>
                  <a:pt x="237363" y="93522"/>
                </a:lnTo>
                <a:lnTo>
                  <a:pt x="239318" y="70840"/>
                </a:lnTo>
                <a:lnTo>
                  <a:pt x="239268" y="45707"/>
                </a:lnTo>
                <a:lnTo>
                  <a:pt x="303276" y="45707"/>
                </a:lnTo>
                <a:lnTo>
                  <a:pt x="303276" y="137147"/>
                </a:lnTo>
                <a:lnTo>
                  <a:pt x="305231" y="147154"/>
                </a:lnTo>
                <a:lnTo>
                  <a:pt x="310896" y="154292"/>
                </a:lnTo>
                <a:lnTo>
                  <a:pt x="320001" y="158584"/>
                </a:lnTo>
                <a:lnTo>
                  <a:pt x="332232" y="160007"/>
                </a:lnTo>
                <a:lnTo>
                  <a:pt x="367284" y="160007"/>
                </a:lnTo>
                <a:lnTo>
                  <a:pt x="379056" y="159435"/>
                </a:lnTo>
                <a:lnTo>
                  <a:pt x="387096" y="157721"/>
                </a:lnTo>
                <a:lnTo>
                  <a:pt x="391718" y="154863"/>
                </a:lnTo>
                <a:lnTo>
                  <a:pt x="393192" y="150863"/>
                </a:lnTo>
                <a:close/>
              </a:path>
              <a:path w="1260475" h="410210">
                <a:moveTo>
                  <a:pt x="408432" y="374891"/>
                </a:moveTo>
                <a:lnTo>
                  <a:pt x="366001" y="365036"/>
                </a:lnTo>
                <a:lnTo>
                  <a:pt x="319278" y="340029"/>
                </a:lnTo>
                <a:lnTo>
                  <a:pt x="305422" y="329171"/>
                </a:lnTo>
                <a:lnTo>
                  <a:pt x="303809" y="327914"/>
                </a:lnTo>
                <a:lnTo>
                  <a:pt x="288036" y="313931"/>
                </a:lnTo>
                <a:lnTo>
                  <a:pt x="295808" y="303987"/>
                </a:lnTo>
                <a:lnTo>
                  <a:pt x="300278" y="297167"/>
                </a:lnTo>
                <a:lnTo>
                  <a:pt x="325335" y="252095"/>
                </a:lnTo>
                <a:lnTo>
                  <a:pt x="342900" y="210299"/>
                </a:lnTo>
                <a:lnTo>
                  <a:pt x="354876" y="202679"/>
                </a:lnTo>
                <a:lnTo>
                  <a:pt x="359664" y="199631"/>
                </a:lnTo>
                <a:lnTo>
                  <a:pt x="332232" y="175247"/>
                </a:lnTo>
                <a:lnTo>
                  <a:pt x="316992" y="192011"/>
                </a:lnTo>
                <a:lnTo>
                  <a:pt x="316992" y="202679"/>
                </a:lnTo>
                <a:lnTo>
                  <a:pt x="313283" y="215252"/>
                </a:lnTo>
                <a:lnTo>
                  <a:pt x="298704" y="252971"/>
                </a:lnTo>
                <a:lnTo>
                  <a:pt x="279425" y="287693"/>
                </a:lnTo>
                <a:lnTo>
                  <a:pt x="272796" y="297167"/>
                </a:lnTo>
                <a:lnTo>
                  <a:pt x="265303" y="287743"/>
                </a:lnTo>
                <a:lnTo>
                  <a:pt x="238772" y="244043"/>
                </a:lnTo>
                <a:lnTo>
                  <a:pt x="220980" y="202679"/>
                </a:lnTo>
                <a:lnTo>
                  <a:pt x="316992" y="202679"/>
                </a:lnTo>
                <a:lnTo>
                  <a:pt x="316992" y="192011"/>
                </a:lnTo>
                <a:lnTo>
                  <a:pt x="179832" y="192011"/>
                </a:lnTo>
                <a:lnTo>
                  <a:pt x="193548" y="205727"/>
                </a:lnTo>
                <a:lnTo>
                  <a:pt x="213360" y="202679"/>
                </a:lnTo>
                <a:lnTo>
                  <a:pt x="218198" y="221284"/>
                </a:lnTo>
                <a:lnTo>
                  <a:pt x="234696" y="268211"/>
                </a:lnTo>
                <a:lnTo>
                  <a:pt x="251841" y="302933"/>
                </a:lnTo>
                <a:lnTo>
                  <a:pt x="257556" y="312407"/>
                </a:lnTo>
                <a:lnTo>
                  <a:pt x="242112" y="325843"/>
                </a:lnTo>
                <a:lnTo>
                  <a:pt x="207200" y="350989"/>
                </a:lnTo>
                <a:lnTo>
                  <a:pt x="165976" y="373545"/>
                </a:lnTo>
                <a:lnTo>
                  <a:pt x="123596" y="391210"/>
                </a:lnTo>
                <a:lnTo>
                  <a:pt x="102108" y="397751"/>
                </a:lnTo>
                <a:lnTo>
                  <a:pt x="103632" y="403847"/>
                </a:lnTo>
                <a:lnTo>
                  <a:pt x="149161" y="392417"/>
                </a:lnTo>
                <a:lnTo>
                  <a:pt x="193548" y="376415"/>
                </a:lnTo>
                <a:lnTo>
                  <a:pt x="234886" y="355079"/>
                </a:lnTo>
                <a:lnTo>
                  <a:pt x="272796" y="329171"/>
                </a:lnTo>
                <a:lnTo>
                  <a:pt x="287401" y="345173"/>
                </a:lnTo>
                <a:lnTo>
                  <a:pt x="329184" y="379463"/>
                </a:lnTo>
                <a:lnTo>
                  <a:pt x="365620" y="397687"/>
                </a:lnTo>
                <a:lnTo>
                  <a:pt x="376428" y="400799"/>
                </a:lnTo>
                <a:lnTo>
                  <a:pt x="381000" y="393446"/>
                </a:lnTo>
                <a:lnTo>
                  <a:pt x="387858" y="387654"/>
                </a:lnTo>
                <a:lnTo>
                  <a:pt x="397002" y="383870"/>
                </a:lnTo>
                <a:lnTo>
                  <a:pt x="408432" y="382511"/>
                </a:lnTo>
                <a:lnTo>
                  <a:pt x="408432" y="374891"/>
                </a:lnTo>
                <a:close/>
              </a:path>
              <a:path w="1260475" h="410210">
                <a:moveTo>
                  <a:pt x="586740" y="22860"/>
                </a:moveTo>
                <a:lnTo>
                  <a:pt x="550164" y="0"/>
                </a:lnTo>
                <a:lnTo>
                  <a:pt x="540219" y="33070"/>
                </a:lnTo>
                <a:lnTo>
                  <a:pt x="528828" y="65722"/>
                </a:lnTo>
                <a:lnTo>
                  <a:pt x="502920" y="128016"/>
                </a:lnTo>
                <a:lnTo>
                  <a:pt x="473202" y="184023"/>
                </a:lnTo>
                <a:lnTo>
                  <a:pt x="443484" y="228600"/>
                </a:lnTo>
                <a:lnTo>
                  <a:pt x="449580" y="233172"/>
                </a:lnTo>
                <a:lnTo>
                  <a:pt x="468439" y="212026"/>
                </a:lnTo>
                <a:lnTo>
                  <a:pt x="486156" y="189738"/>
                </a:lnTo>
                <a:lnTo>
                  <a:pt x="502729" y="166306"/>
                </a:lnTo>
                <a:lnTo>
                  <a:pt x="518160" y="141732"/>
                </a:lnTo>
                <a:lnTo>
                  <a:pt x="518071" y="361848"/>
                </a:lnTo>
                <a:lnTo>
                  <a:pt x="517969" y="371856"/>
                </a:lnTo>
                <a:lnTo>
                  <a:pt x="517525" y="389572"/>
                </a:lnTo>
                <a:lnTo>
                  <a:pt x="516636" y="408432"/>
                </a:lnTo>
                <a:lnTo>
                  <a:pt x="541020" y="396240"/>
                </a:lnTo>
                <a:lnTo>
                  <a:pt x="541020" y="143256"/>
                </a:lnTo>
                <a:lnTo>
                  <a:pt x="543306" y="141732"/>
                </a:lnTo>
                <a:lnTo>
                  <a:pt x="554736" y="134112"/>
                </a:lnTo>
                <a:lnTo>
                  <a:pt x="528828" y="118872"/>
                </a:lnTo>
                <a:lnTo>
                  <a:pt x="537667" y="103124"/>
                </a:lnTo>
                <a:lnTo>
                  <a:pt x="548068" y="83248"/>
                </a:lnTo>
                <a:lnTo>
                  <a:pt x="559904" y="59067"/>
                </a:lnTo>
                <a:lnTo>
                  <a:pt x="573024" y="30480"/>
                </a:lnTo>
                <a:lnTo>
                  <a:pt x="586740" y="22860"/>
                </a:lnTo>
                <a:close/>
              </a:path>
              <a:path w="1260475" h="410210">
                <a:moveTo>
                  <a:pt x="847344" y="374904"/>
                </a:moveTo>
                <a:lnTo>
                  <a:pt x="806005" y="370141"/>
                </a:lnTo>
                <a:lnTo>
                  <a:pt x="763524" y="359664"/>
                </a:lnTo>
                <a:lnTo>
                  <a:pt x="725805" y="343662"/>
                </a:lnTo>
                <a:lnTo>
                  <a:pt x="719429" y="339852"/>
                </a:lnTo>
                <a:lnTo>
                  <a:pt x="709523" y="333946"/>
                </a:lnTo>
                <a:lnTo>
                  <a:pt x="694944" y="323088"/>
                </a:lnTo>
                <a:lnTo>
                  <a:pt x="700087" y="307848"/>
                </a:lnTo>
                <a:lnTo>
                  <a:pt x="702094" y="301891"/>
                </a:lnTo>
                <a:lnTo>
                  <a:pt x="707517" y="279273"/>
                </a:lnTo>
                <a:lnTo>
                  <a:pt x="711238" y="254927"/>
                </a:lnTo>
                <a:lnTo>
                  <a:pt x="713232" y="228600"/>
                </a:lnTo>
                <a:lnTo>
                  <a:pt x="783336" y="228600"/>
                </a:lnTo>
                <a:lnTo>
                  <a:pt x="783336" y="248412"/>
                </a:lnTo>
                <a:lnTo>
                  <a:pt x="807720" y="239268"/>
                </a:lnTo>
                <a:lnTo>
                  <a:pt x="806843" y="228600"/>
                </a:lnTo>
                <a:lnTo>
                  <a:pt x="806386" y="217932"/>
                </a:lnTo>
                <a:lnTo>
                  <a:pt x="806297" y="212026"/>
                </a:lnTo>
                <a:lnTo>
                  <a:pt x="806196" y="149352"/>
                </a:lnTo>
                <a:lnTo>
                  <a:pt x="812292" y="144780"/>
                </a:lnTo>
                <a:lnTo>
                  <a:pt x="818388" y="140208"/>
                </a:lnTo>
                <a:lnTo>
                  <a:pt x="812838" y="135636"/>
                </a:lnTo>
                <a:lnTo>
                  <a:pt x="792480" y="118872"/>
                </a:lnTo>
                <a:lnTo>
                  <a:pt x="783336" y="131445"/>
                </a:lnTo>
                <a:lnTo>
                  <a:pt x="783336" y="144780"/>
                </a:lnTo>
                <a:lnTo>
                  <a:pt x="783336" y="217932"/>
                </a:lnTo>
                <a:lnTo>
                  <a:pt x="713232" y="217932"/>
                </a:lnTo>
                <a:lnTo>
                  <a:pt x="714121" y="195351"/>
                </a:lnTo>
                <a:lnTo>
                  <a:pt x="714565" y="175641"/>
                </a:lnTo>
                <a:lnTo>
                  <a:pt x="714641" y="169062"/>
                </a:lnTo>
                <a:lnTo>
                  <a:pt x="714756" y="144780"/>
                </a:lnTo>
                <a:lnTo>
                  <a:pt x="783336" y="144780"/>
                </a:lnTo>
                <a:lnTo>
                  <a:pt x="783336" y="131445"/>
                </a:lnTo>
                <a:lnTo>
                  <a:pt x="780288" y="135636"/>
                </a:lnTo>
                <a:lnTo>
                  <a:pt x="714756" y="135636"/>
                </a:lnTo>
                <a:lnTo>
                  <a:pt x="714756" y="85344"/>
                </a:lnTo>
                <a:lnTo>
                  <a:pt x="845820" y="85344"/>
                </a:lnTo>
                <a:lnTo>
                  <a:pt x="813816" y="53340"/>
                </a:lnTo>
                <a:lnTo>
                  <a:pt x="794004" y="74676"/>
                </a:lnTo>
                <a:lnTo>
                  <a:pt x="714756" y="74676"/>
                </a:lnTo>
                <a:lnTo>
                  <a:pt x="714756" y="28956"/>
                </a:lnTo>
                <a:lnTo>
                  <a:pt x="726948" y="16764"/>
                </a:lnTo>
                <a:lnTo>
                  <a:pt x="690372" y="1524"/>
                </a:lnTo>
                <a:lnTo>
                  <a:pt x="692442" y="28956"/>
                </a:lnTo>
                <a:lnTo>
                  <a:pt x="693166" y="40525"/>
                </a:lnTo>
                <a:lnTo>
                  <a:pt x="693420" y="50292"/>
                </a:lnTo>
                <a:lnTo>
                  <a:pt x="693420" y="74676"/>
                </a:lnTo>
                <a:lnTo>
                  <a:pt x="574548" y="74676"/>
                </a:lnTo>
                <a:lnTo>
                  <a:pt x="589788" y="89916"/>
                </a:lnTo>
                <a:lnTo>
                  <a:pt x="600100" y="87909"/>
                </a:lnTo>
                <a:lnTo>
                  <a:pt x="610552" y="86487"/>
                </a:lnTo>
                <a:lnTo>
                  <a:pt x="621296" y="85623"/>
                </a:lnTo>
                <a:lnTo>
                  <a:pt x="632460" y="85344"/>
                </a:lnTo>
                <a:lnTo>
                  <a:pt x="693420" y="85344"/>
                </a:lnTo>
                <a:lnTo>
                  <a:pt x="693420" y="135636"/>
                </a:lnTo>
                <a:lnTo>
                  <a:pt x="693420" y="144780"/>
                </a:lnTo>
                <a:lnTo>
                  <a:pt x="693166" y="157924"/>
                </a:lnTo>
                <a:lnTo>
                  <a:pt x="692467" y="174498"/>
                </a:lnTo>
                <a:lnTo>
                  <a:pt x="690372" y="217932"/>
                </a:lnTo>
                <a:lnTo>
                  <a:pt x="624840" y="217932"/>
                </a:lnTo>
                <a:lnTo>
                  <a:pt x="624840" y="144780"/>
                </a:lnTo>
                <a:lnTo>
                  <a:pt x="693420" y="144780"/>
                </a:lnTo>
                <a:lnTo>
                  <a:pt x="693420" y="135636"/>
                </a:lnTo>
                <a:lnTo>
                  <a:pt x="624840" y="135636"/>
                </a:lnTo>
                <a:lnTo>
                  <a:pt x="600456" y="121920"/>
                </a:lnTo>
                <a:lnTo>
                  <a:pt x="601345" y="137058"/>
                </a:lnTo>
                <a:lnTo>
                  <a:pt x="601789" y="152781"/>
                </a:lnTo>
                <a:lnTo>
                  <a:pt x="601853" y="158775"/>
                </a:lnTo>
                <a:lnTo>
                  <a:pt x="601980" y="184023"/>
                </a:lnTo>
                <a:lnTo>
                  <a:pt x="601865" y="212026"/>
                </a:lnTo>
                <a:lnTo>
                  <a:pt x="601789" y="218884"/>
                </a:lnTo>
                <a:lnTo>
                  <a:pt x="601345" y="234137"/>
                </a:lnTo>
                <a:lnTo>
                  <a:pt x="600456" y="248412"/>
                </a:lnTo>
                <a:lnTo>
                  <a:pt x="624840" y="237744"/>
                </a:lnTo>
                <a:lnTo>
                  <a:pt x="624840" y="228600"/>
                </a:lnTo>
                <a:lnTo>
                  <a:pt x="690372" y="228600"/>
                </a:lnTo>
                <a:lnTo>
                  <a:pt x="689521" y="250621"/>
                </a:lnTo>
                <a:lnTo>
                  <a:pt x="686943" y="271081"/>
                </a:lnTo>
                <a:lnTo>
                  <a:pt x="682663" y="290106"/>
                </a:lnTo>
                <a:lnTo>
                  <a:pt x="676656" y="307848"/>
                </a:lnTo>
                <a:lnTo>
                  <a:pt x="665797" y="296392"/>
                </a:lnTo>
                <a:lnTo>
                  <a:pt x="653796" y="282511"/>
                </a:lnTo>
                <a:lnTo>
                  <a:pt x="640651" y="266052"/>
                </a:lnTo>
                <a:lnTo>
                  <a:pt x="626364" y="246888"/>
                </a:lnTo>
                <a:lnTo>
                  <a:pt x="621792" y="249936"/>
                </a:lnTo>
                <a:lnTo>
                  <a:pt x="634111" y="273380"/>
                </a:lnTo>
                <a:lnTo>
                  <a:pt x="645985" y="293560"/>
                </a:lnTo>
                <a:lnTo>
                  <a:pt x="657593" y="310578"/>
                </a:lnTo>
                <a:lnTo>
                  <a:pt x="669036" y="324612"/>
                </a:lnTo>
                <a:lnTo>
                  <a:pt x="660400" y="334899"/>
                </a:lnTo>
                <a:lnTo>
                  <a:pt x="623430" y="365683"/>
                </a:lnTo>
                <a:lnTo>
                  <a:pt x="589788" y="385191"/>
                </a:lnTo>
                <a:lnTo>
                  <a:pt x="551688" y="402336"/>
                </a:lnTo>
                <a:lnTo>
                  <a:pt x="554736" y="409956"/>
                </a:lnTo>
                <a:lnTo>
                  <a:pt x="592455" y="395859"/>
                </a:lnTo>
                <a:lnTo>
                  <a:pt x="645058" y="370916"/>
                </a:lnTo>
                <a:lnTo>
                  <a:pt x="684276" y="339852"/>
                </a:lnTo>
                <a:lnTo>
                  <a:pt x="713092" y="361848"/>
                </a:lnTo>
                <a:lnTo>
                  <a:pt x="744474" y="379857"/>
                </a:lnTo>
                <a:lnTo>
                  <a:pt x="778154" y="393852"/>
                </a:lnTo>
                <a:lnTo>
                  <a:pt x="813816" y="403860"/>
                </a:lnTo>
                <a:lnTo>
                  <a:pt x="818629" y="395592"/>
                </a:lnTo>
                <a:lnTo>
                  <a:pt x="826008" y="389191"/>
                </a:lnTo>
                <a:lnTo>
                  <a:pt x="835685" y="384784"/>
                </a:lnTo>
                <a:lnTo>
                  <a:pt x="847344" y="382524"/>
                </a:lnTo>
                <a:lnTo>
                  <a:pt x="847344" y="374904"/>
                </a:lnTo>
                <a:close/>
              </a:path>
              <a:path w="1260475" h="410210">
                <a:moveTo>
                  <a:pt x="1260348" y="30480"/>
                </a:moveTo>
                <a:lnTo>
                  <a:pt x="1258239" y="28956"/>
                </a:lnTo>
                <a:lnTo>
                  <a:pt x="1232916" y="10668"/>
                </a:lnTo>
                <a:lnTo>
                  <a:pt x="1222248" y="26670"/>
                </a:lnTo>
                <a:lnTo>
                  <a:pt x="1222248" y="39624"/>
                </a:lnTo>
                <a:lnTo>
                  <a:pt x="1222248" y="135636"/>
                </a:lnTo>
                <a:lnTo>
                  <a:pt x="1222248" y="144780"/>
                </a:lnTo>
                <a:lnTo>
                  <a:pt x="1222248" y="237744"/>
                </a:lnTo>
                <a:lnTo>
                  <a:pt x="1106424" y="237744"/>
                </a:lnTo>
                <a:lnTo>
                  <a:pt x="1106424" y="144780"/>
                </a:lnTo>
                <a:lnTo>
                  <a:pt x="1222248" y="144780"/>
                </a:lnTo>
                <a:lnTo>
                  <a:pt x="1222248" y="135636"/>
                </a:lnTo>
                <a:lnTo>
                  <a:pt x="1106424" y="135636"/>
                </a:lnTo>
                <a:lnTo>
                  <a:pt x="1106424" y="39624"/>
                </a:lnTo>
                <a:lnTo>
                  <a:pt x="1222248" y="39624"/>
                </a:lnTo>
                <a:lnTo>
                  <a:pt x="1222248" y="26670"/>
                </a:lnTo>
                <a:lnTo>
                  <a:pt x="1220724" y="28956"/>
                </a:lnTo>
                <a:lnTo>
                  <a:pt x="1083564" y="28956"/>
                </a:lnTo>
                <a:lnTo>
                  <a:pt x="1083564" y="39624"/>
                </a:lnTo>
                <a:lnTo>
                  <a:pt x="1083564" y="135636"/>
                </a:lnTo>
                <a:lnTo>
                  <a:pt x="1083564" y="144780"/>
                </a:lnTo>
                <a:lnTo>
                  <a:pt x="1083564" y="237744"/>
                </a:lnTo>
                <a:lnTo>
                  <a:pt x="969264" y="237744"/>
                </a:lnTo>
                <a:lnTo>
                  <a:pt x="970178" y="224929"/>
                </a:lnTo>
                <a:lnTo>
                  <a:pt x="970788" y="204978"/>
                </a:lnTo>
                <a:lnTo>
                  <a:pt x="971410" y="178155"/>
                </a:lnTo>
                <a:lnTo>
                  <a:pt x="972312" y="144780"/>
                </a:lnTo>
                <a:lnTo>
                  <a:pt x="1083564" y="144780"/>
                </a:lnTo>
                <a:lnTo>
                  <a:pt x="1083564" y="135636"/>
                </a:lnTo>
                <a:lnTo>
                  <a:pt x="972312" y="135636"/>
                </a:lnTo>
                <a:lnTo>
                  <a:pt x="972312" y="39624"/>
                </a:lnTo>
                <a:lnTo>
                  <a:pt x="1083564" y="39624"/>
                </a:lnTo>
                <a:lnTo>
                  <a:pt x="1083564" y="28956"/>
                </a:lnTo>
                <a:lnTo>
                  <a:pt x="972312" y="28956"/>
                </a:lnTo>
                <a:lnTo>
                  <a:pt x="946404" y="12192"/>
                </a:lnTo>
                <a:lnTo>
                  <a:pt x="947293" y="31546"/>
                </a:lnTo>
                <a:lnTo>
                  <a:pt x="947737" y="59626"/>
                </a:lnTo>
                <a:lnTo>
                  <a:pt x="947915" y="95986"/>
                </a:lnTo>
                <a:lnTo>
                  <a:pt x="947851" y="144780"/>
                </a:lnTo>
                <a:lnTo>
                  <a:pt x="947102" y="186512"/>
                </a:lnTo>
                <a:lnTo>
                  <a:pt x="944689" y="227266"/>
                </a:lnTo>
                <a:lnTo>
                  <a:pt x="935736" y="292608"/>
                </a:lnTo>
                <a:lnTo>
                  <a:pt x="918781" y="348615"/>
                </a:lnTo>
                <a:lnTo>
                  <a:pt x="891540" y="402336"/>
                </a:lnTo>
                <a:lnTo>
                  <a:pt x="896112" y="406908"/>
                </a:lnTo>
                <a:lnTo>
                  <a:pt x="923836" y="372059"/>
                </a:lnTo>
                <a:lnTo>
                  <a:pt x="945261" y="333946"/>
                </a:lnTo>
                <a:lnTo>
                  <a:pt x="960412" y="292671"/>
                </a:lnTo>
                <a:lnTo>
                  <a:pt x="969264" y="248412"/>
                </a:lnTo>
                <a:lnTo>
                  <a:pt x="1083564" y="248412"/>
                </a:lnTo>
                <a:lnTo>
                  <a:pt x="1083449" y="292671"/>
                </a:lnTo>
                <a:lnTo>
                  <a:pt x="1083373" y="306895"/>
                </a:lnTo>
                <a:lnTo>
                  <a:pt x="1082916" y="346798"/>
                </a:lnTo>
                <a:lnTo>
                  <a:pt x="1082040" y="391668"/>
                </a:lnTo>
                <a:lnTo>
                  <a:pt x="1107948" y="379476"/>
                </a:lnTo>
                <a:lnTo>
                  <a:pt x="1107071" y="363486"/>
                </a:lnTo>
                <a:lnTo>
                  <a:pt x="1106627" y="336804"/>
                </a:lnTo>
                <a:lnTo>
                  <a:pt x="1106551" y="320890"/>
                </a:lnTo>
                <a:lnTo>
                  <a:pt x="1106424" y="248412"/>
                </a:lnTo>
                <a:lnTo>
                  <a:pt x="1222248" y="248412"/>
                </a:lnTo>
                <a:lnTo>
                  <a:pt x="1222248" y="336804"/>
                </a:lnTo>
                <a:lnTo>
                  <a:pt x="1221638" y="346798"/>
                </a:lnTo>
                <a:lnTo>
                  <a:pt x="1153668" y="358140"/>
                </a:lnTo>
                <a:lnTo>
                  <a:pt x="1153668" y="365760"/>
                </a:lnTo>
                <a:lnTo>
                  <a:pt x="1176820" y="371703"/>
                </a:lnTo>
                <a:lnTo>
                  <a:pt x="1193673" y="380238"/>
                </a:lnTo>
                <a:lnTo>
                  <a:pt x="1204252" y="391045"/>
                </a:lnTo>
                <a:lnTo>
                  <a:pt x="1208532" y="403860"/>
                </a:lnTo>
                <a:lnTo>
                  <a:pt x="1226273" y="396138"/>
                </a:lnTo>
                <a:lnTo>
                  <a:pt x="1238440" y="384429"/>
                </a:lnTo>
                <a:lnTo>
                  <a:pt x="1245184" y="368706"/>
                </a:lnTo>
                <a:lnTo>
                  <a:pt x="1245806" y="360273"/>
                </a:lnTo>
                <a:lnTo>
                  <a:pt x="1246632" y="348996"/>
                </a:lnTo>
                <a:lnTo>
                  <a:pt x="1246632" y="248412"/>
                </a:lnTo>
                <a:lnTo>
                  <a:pt x="1246632" y="237744"/>
                </a:lnTo>
                <a:lnTo>
                  <a:pt x="1246632" y="144780"/>
                </a:lnTo>
                <a:lnTo>
                  <a:pt x="1246632" y="135636"/>
                </a:lnTo>
                <a:lnTo>
                  <a:pt x="1246632" y="44196"/>
                </a:lnTo>
                <a:lnTo>
                  <a:pt x="1251204" y="39624"/>
                </a:lnTo>
                <a:lnTo>
                  <a:pt x="1260348" y="3048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" name="object 45"/>
          <p:cNvSpPr/>
          <p:nvPr/>
        </p:nvSpPr>
        <p:spPr>
          <a:xfrm>
            <a:off x="3459480" y="4075176"/>
            <a:ext cx="852169" cy="411480"/>
          </a:xfrm>
          <a:custGeom>
            <a:avLst/>
            <a:gdLst/>
            <a:ahLst/>
            <a:cxnLst/>
            <a:rect l="l" t="t" r="r" b="b"/>
            <a:pathLst>
              <a:path w="852170" h="411479">
                <a:moveTo>
                  <a:pt x="96050" y="57175"/>
                </a:moveTo>
                <a:lnTo>
                  <a:pt x="67246" y="24003"/>
                </a:lnTo>
                <a:lnTo>
                  <a:pt x="41148" y="7620"/>
                </a:lnTo>
                <a:lnTo>
                  <a:pt x="36576" y="12192"/>
                </a:lnTo>
                <a:lnTo>
                  <a:pt x="47764" y="29629"/>
                </a:lnTo>
                <a:lnTo>
                  <a:pt x="56388" y="45339"/>
                </a:lnTo>
                <a:lnTo>
                  <a:pt x="62712" y="59347"/>
                </a:lnTo>
                <a:lnTo>
                  <a:pt x="67056" y="71628"/>
                </a:lnTo>
                <a:lnTo>
                  <a:pt x="68580" y="83820"/>
                </a:lnTo>
                <a:lnTo>
                  <a:pt x="73152" y="89916"/>
                </a:lnTo>
                <a:lnTo>
                  <a:pt x="79248" y="89916"/>
                </a:lnTo>
                <a:lnTo>
                  <a:pt x="82296" y="88392"/>
                </a:lnTo>
                <a:lnTo>
                  <a:pt x="91440" y="79248"/>
                </a:lnTo>
                <a:lnTo>
                  <a:pt x="94488" y="73152"/>
                </a:lnTo>
                <a:lnTo>
                  <a:pt x="96012" y="64008"/>
                </a:lnTo>
                <a:lnTo>
                  <a:pt x="96050" y="57175"/>
                </a:lnTo>
                <a:close/>
              </a:path>
              <a:path w="852170" h="411479">
                <a:moveTo>
                  <a:pt x="271272" y="51816"/>
                </a:moveTo>
                <a:lnTo>
                  <a:pt x="233210" y="17106"/>
                </a:lnTo>
                <a:lnTo>
                  <a:pt x="216408" y="7620"/>
                </a:lnTo>
                <a:lnTo>
                  <a:pt x="211836" y="12192"/>
                </a:lnTo>
                <a:lnTo>
                  <a:pt x="223240" y="27609"/>
                </a:lnTo>
                <a:lnTo>
                  <a:pt x="232219" y="41719"/>
                </a:lnTo>
                <a:lnTo>
                  <a:pt x="238620" y="54419"/>
                </a:lnTo>
                <a:lnTo>
                  <a:pt x="242316" y="65532"/>
                </a:lnTo>
                <a:lnTo>
                  <a:pt x="243840" y="76200"/>
                </a:lnTo>
                <a:lnTo>
                  <a:pt x="246888" y="80772"/>
                </a:lnTo>
                <a:lnTo>
                  <a:pt x="251460" y="80772"/>
                </a:lnTo>
                <a:lnTo>
                  <a:pt x="254508" y="79248"/>
                </a:lnTo>
                <a:lnTo>
                  <a:pt x="259080" y="76200"/>
                </a:lnTo>
                <a:lnTo>
                  <a:pt x="265176" y="67056"/>
                </a:lnTo>
                <a:lnTo>
                  <a:pt x="271272" y="51816"/>
                </a:lnTo>
                <a:close/>
              </a:path>
              <a:path w="852170" h="411479">
                <a:moveTo>
                  <a:pt x="396240" y="106680"/>
                </a:moveTo>
                <a:lnTo>
                  <a:pt x="365760" y="68580"/>
                </a:lnTo>
                <a:lnTo>
                  <a:pt x="339852" y="96012"/>
                </a:lnTo>
                <a:lnTo>
                  <a:pt x="129540" y="96012"/>
                </a:lnTo>
                <a:lnTo>
                  <a:pt x="144780" y="112776"/>
                </a:lnTo>
                <a:lnTo>
                  <a:pt x="153873" y="109905"/>
                </a:lnTo>
                <a:lnTo>
                  <a:pt x="162687" y="108013"/>
                </a:lnTo>
                <a:lnTo>
                  <a:pt x="170916" y="106997"/>
                </a:lnTo>
                <a:lnTo>
                  <a:pt x="178308" y="106680"/>
                </a:lnTo>
                <a:lnTo>
                  <a:pt x="294132" y="106680"/>
                </a:lnTo>
                <a:lnTo>
                  <a:pt x="288417" y="131826"/>
                </a:lnTo>
                <a:lnTo>
                  <a:pt x="280416" y="156972"/>
                </a:lnTo>
                <a:lnTo>
                  <a:pt x="270129" y="182118"/>
                </a:lnTo>
                <a:lnTo>
                  <a:pt x="257556" y="207264"/>
                </a:lnTo>
                <a:lnTo>
                  <a:pt x="239814" y="194741"/>
                </a:lnTo>
                <a:lnTo>
                  <a:pt x="218503" y="180213"/>
                </a:lnTo>
                <a:lnTo>
                  <a:pt x="193471" y="163982"/>
                </a:lnTo>
                <a:lnTo>
                  <a:pt x="164592" y="146304"/>
                </a:lnTo>
                <a:lnTo>
                  <a:pt x="160020" y="152400"/>
                </a:lnTo>
                <a:lnTo>
                  <a:pt x="181711" y="168744"/>
                </a:lnTo>
                <a:lnTo>
                  <a:pt x="203263" y="185928"/>
                </a:lnTo>
                <a:lnTo>
                  <a:pt x="224523" y="204266"/>
                </a:lnTo>
                <a:lnTo>
                  <a:pt x="245364" y="224028"/>
                </a:lnTo>
                <a:lnTo>
                  <a:pt x="225120" y="249199"/>
                </a:lnTo>
                <a:lnTo>
                  <a:pt x="198882" y="274510"/>
                </a:lnTo>
                <a:lnTo>
                  <a:pt x="166916" y="300113"/>
                </a:lnTo>
                <a:lnTo>
                  <a:pt x="129540" y="326136"/>
                </a:lnTo>
                <a:lnTo>
                  <a:pt x="132588" y="330708"/>
                </a:lnTo>
                <a:lnTo>
                  <a:pt x="168922" y="313855"/>
                </a:lnTo>
                <a:lnTo>
                  <a:pt x="202692" y="292989"/>
                </a:lnTo>
                <a:lnTo>
                  <a:pt x="234162" y="268135"/>
                </a:lnTo>
                <a:lnTo>
                  <a:pt x="263652" y="239268"/>
                </a:lnTo>
                <a:lnTo>
                  <a:pt x="280225" y="255460"/>
                </a:lnTo>
                <a:lnTo>
                  <a:pt x="290004" y="265633"/>
                </a:lnTo>
                <a:lnTo>
                  <a:pt x="300228" y="277368"/>
                </a:lnTo>
                <a:lnTo>
                  <a:pt x="310794" y="289140"/>
                </a:lnTo>
                <a:lnTo>
                  <a:pt x="319659" y="299466"/>
                </a:lnTo>
                <a:lnTo>
                  <a:pt x="326796" y="308660"/>
                </a:lnTo>
                <a:lnTo>
                  <a:pt x="332232" y="316992"/>
                </a:lnTo>
                <a:lnTo>
                  <a:pt x="338328" y="329184"/>
                </a:lnTo>
                <a:lnTo>
                  <a:pt x="342900" y="333756"/>
                </a:lnTo>
                <a:lnTo>
                  <a:pt x="345948" y="333756"/>
                </a:lnTo>
                <a:lnTo>
                  <a:pt x="350520" y="332232"/>
                </a:lnTo>
                <a:lnTo>
                  <a:pt x="353568" y="324612"/>
                </a:lnTo>
                <a:lnTo>
                  <a:pt x="356616" y="312420"/>
                </a:lnTo>
                <a:lnTo>
                  <a:pt x="356590" y="303276"/>
                </a:lnTo>
                <a:lnTo>
                  <a:pt x="329653" y="264947"/>
                </a:lnTo>
                <a:lnTo>
                  <a:pt x="298538" y="239268"/>
                </a:lnTo>
                <a:lnTo>
                  <a:pt x="277368" y="222504"/>
                </a:lnTo>
                <a:lnTo>
                  <a:pt x="285165" y="207264"/>
                </a:lnTo>
                <a:lnTo>
                  <a:pt x="291122" y="195630"/>
                </a:lnTo>
                <a:lnTo>
                  <a:pt x="302895" y="167449"/>
                </a:lnTo>
                <a:lnTo>
                  <a:pt x="312940" y="137858"/>
                </a:lnTo>
                <a:lnTo>
                  <a:pt x="321564" y="106680"/>
                </a:lnTo>
                <a:lnTo>
                  <a:pt x="396240" y="106680"/>
                </a:lnTo>
                <a:close/>
              </a:path>
              <a:path w="852170" h="411479">
                <a:moveTo>
                  <a:pt x="406908" y="355092"/>
                </a:moveTo>
                <a:lnTo>
                  <a:pt x="387134" y="357124"/>
                </a:lnTo>
                <a:lnTo>
                  <a:pt x="366522" y="358711"/>
                </a:lnTo>
                <a:lnTo>
                  <a:pt x="321564" y="361188"/>
                </a:lnTo>
                <a:lnTo>
                  <a:pt x="305066" y="361632"/>
                </a:lnTo>
                <a:lnTo>
                  <a:pt x="273558" y="361569"/>
                </a:lnTo>
                <a:lnTo>
                  <a:pt x="220980" y="359664"/>
                </a:lnTo>
                <a:lnTo>
                  <a:pt x="174307" y="353949"/>
                </a:lnTo>
                <a:lnTo>
                  <a:pt x="126441" y="333375"/>
                </a:lnTo>
                <a:lnTo>
                  <a:pt x="107975" y="320040"/>
                </a:lnTo>
                <a:lnTo>
                  <a:pt x="104622" y="317373"/>
                </a:lnTo>
                <a:lnTo>
                  <a:pt x="96012" y="309372"/>
                </a:lnTo>
                <a:lnTo>
                  <a:pt x="96012" y="169164"/>
                </a:lnTo>
                <a:lnTo>
                  <a:pt x="102781" y="163068"/>
                </a:lnTo>
                <a:lnTo>
                  <a:pt x="111252" y="155448"/>
                </a:lnTo>
                <a:lnTo>
                  <a:pt x="82296" y="132588"/>
                </a:lnTo>
                <a:lnTo>
                  <a:pt x="70104" y="152400"/>
                </a:lnTo>
                <a:lnTo>
                  <a:pt x="0" y="152400"/>
                </a:lnTo>
                <a:lnTo>
                  <a:pt x="16764" y="167640"/>
                </a:lnTo>
                <a:lnTo>
                  <a:pt x="26187" y="165646"/>
                </a:lnTo>
                <a:lnTo>
                  <a:pt x="36195" y="164211"/>
                </a:lnTo>
                <a:lnTo>
                  <a:pt x="46761" y="163360"/>
                </a:lnTo>
                <a:lnTo>
                  <a:pt x="57912" y="163068"/>
                </a:lnTo>
                <a:lnTo>
                  <a:pt x="73152" y="163068"/>
                </a:lnTo>
                <a:lnTo>
                  <a:pt x="73152" y="306324"/>
                </a:lnTo>
                <a:lnTo>
                  <a:pt x="54000" y="314883"/>
                </a:lnTo>
                <a:lnTo>
                  <a:pt x="35433" y="324421"/>
                </a:lnTo>
                <a:lnTo>
                  <a:pt x="17424" y="334835"/>
                </a:lnTo>
                <a:lnTo>
                  <a:pt x="0" y="345948"/>
                </a:lnTo>
                <a:lnTo>
                  <a:pt x="25908" y="371856"/>
                </a:lnTo>
                <a:lnTo>
                  <a:pt x="30429" y="363816"/>
                </a:lnTo>
                <a:lnTo>
                  <a:pt x="36957" y="355473"/>
                </a:lnTo>
                <a:lnTo>
                  <a:pt x="64312" y="328828"/>
                </a:lnTo>
                <a:lnTo>
                  <a:pt x="83820" y="320040"/>
                </a:lnTo>
                <a:lnTo>
                  <a:pt x="88963" y="322287"/>
                </a:lnTo>
                <a:lnTo>
                  <a:pt x="95250" y="326517"/>
                </a:lnTo>
                <a:lnTo>
                  <a:pt x="102679" y="332473"/>
                </a:lnTo>
                <a:lnTo>
                  <a:pt x="111252" y="339852"/>
                </a:lnTo>
                <a:lnTo>
                  <a:pt x="121246" y="348716"/>
                </a:lnTo>
                <a:lnTo>
                  <a:pt x="132969" y="356997"/>
                </a:lnTo>
                <a:lnTo>
                  <a:pt x="179565" y="378129"/>
                </a:lnTo>
                <a:lnTo>
                  <a:pt x="221335" y="386651"/>
                </a:lnTo>
                <a:lnTo>
                  <a:pt x="271310" y="390385"/>
                </a:lnTo>
                <a:lnTo>
                  <a:pt x="370332" y="391668"/>
                </a:lnTo>
                <a:lnTo>
                  <a:pt x="372618" y="382219"/>
                </a:lnTo>
                <a:lnTo>
                  <a:pt x="379476" y="374332"/>
                </a:lnTo>
                <a:lnTo>
                  <a:pt x="390906" y="367880"/>
                </a:lnTo>
                <a:lnTo>
                  <a:pt x="406908" y="362712"/>
                </a:lnTo>
                <a:lnTo>
                  <a:pt x="406908" y="361810"/>
                </a:lnTo>
                <a:lnTo>
                  <a:pt x="406908" y="355092"/>
                </a:lnTo>
                <a:close/>
              </a:path>
              <a:path w="852170" h="411479">
                <a:moveTo>
                  <a:pt x="675132" y="146304"/>
                </a:moveTo>
                <a:lnTo>
                  <a:pt x="632460" y="124968"/>
                </a:lnTo>
                <a:lnTo>
                  <a:pt x="633577" y="145859"/>
                </a:lnTo>
                <a:lnTo>
                  <a:pt x="634555" y="165163"/>
                </a:lnTo>
                <a:lnTo>
                  <a:pt x="635241" y="183057"/>
                </a:lnTo>
                <a:lnTo>
                  <a:pt x="635431" y="195122"/>
                </a:lnTo>
                <a:lnTo>
                  <a:pt x="635508" y="313944"/>
                </a:lnTo>
                <a:lnTo>
                  <a:pt x="635241" y="330263"/>
                </a:lnTo>
                <a:lnTo>
                  <a:pt x="634555" y="351853"/>
                </a:lnTo>
                <a:lnTo>
                  <a:pt x="633628" y="377215"/>
                </a:lnTo>
                <a:lnTo>
                  <a:pt x="632460" y="411480"/>
                </a:lnTo>
                <a:lnTo>
                  <a:pt x="662940" y="393192"/>
                </a:lnTo>
                <a:lnTo>
                  <a:pt x="662051" y="377215"/>
                </a:lnTo>
                <a:lnTo>
                  <a:pt x="661606" y="361378"/>
                </a:lnTo>
                <a:lnTo>
                  <a:pt x="661492" y="351853"/>
                </a:lnTo>
                <a:lnTo>
                  <a:pt x="661416" y="156972"/>
                </a:lnTo>
                <a:lnTo>
                  <a:pt x="675132" y="146304"/>
                </a:lnTo>
                <a:close/>
              </a:path>
              <a:path w="852170" h="411479">
                <a:moveTo>
                  <a:pt x="851916" y="179832"/>
                </a:moveTo>
                <a:lnTo>
                  <a:pt x="804291" y="165925"/>
                </a:lnTo>
                <a:lnTo>
                  <a:pt x="754380" y="137160"/>
                </a:lnTo>
                <a:lnTo>
                  <a:pt x="703707" y="92964"/>
                </a:lnTo>
                <a:lnTo>
                  <a:pt x="663003" y="41148"/>
                </a:lnTo>
                <a:lnTo>
                  <a:pt x="655320" y="30480"/>
                </a:lnTo>
                <a:lnTo>
                  <a:pt x="672084" y="19812"/>
                </a:lnTo>
                <a:lnTo>
                  <a:pt x="635508" y="0"/>
                </a:lnTo>
                <a:lnTo>
                  <a:pt x="624382" y="27127"/>
                </a:lnTo>
                <a:lnTo>
                  <a:pt x="609409" y="55816"/>
                </a:lnTo>
                <a:lnTo>
                  <a:pt x="568452" y="117348"/>
                </a:lnTo>
                <a:lnTo>
                  <a:pt x="541845" y="147637"/>
                </a:lnTo>
                <a:lnTo>
                  <a:pt x="512254" y="174498"/>
                </a:lnTo>
                <a:lnTo>
                  <a:pt x="479501" y="197929"/>
                </a:lnTo>
                <a:lnTo>
                  <a:pt x="443484" y="217932"/>
                </a:lnTo>
                <a:lnTo>
                  <a:pt x="445008" y="225552"/>
                </a:lnTo>
                <a:lnTo>
                  <a:pt x="480745" y="208978"/>
                </a:lnTo>
                <a:lnTo>
                  <a:pt x="540804" y="172402"/>
                </a:lnTo>
                <a:lnTo>
                  <a:pt x="587730" y="129882"/>
                </a:lnTo>
                <a:lnTo>
                  <a:pt x="630123" y="73964"/>
                </a:lnTo>
                <a:lnTo>
                  <a:pt x="650748" y="41148"/>
                </a:lnTo>
                <a:lnTo>
                  <a:pt x="669036" y="71678"/>
                </a:lnTo>
                <a:lnTo>
                  <a:pt x="705612" y="123024"/>
                </a:lnTo>
                <a:lnTo>
                  <a:pt x="743064" y="161886"/>
                </a:lnTo>
                <a:lnTo>
                  <a:pt x="787120" y="195122"/>
                </a:lnTo>
                <a:lnTo>
                  <a:pt x="812292" y="210312"/>
                </a:lnTo>
                <a:lnTo>
                  <a:pt x="819124" y="200317"/>
                </a:lnTo>
                <a:lnTo>
                  <a:pt x="828103" y="193167"/>
                </a:lnTo>
                <a:lnTo>
                  <a:pt x="839076" y="188887"/>
                </a:lnTo>
                <a:lnTo>
                  <a:pt x="851916" y="187452"/>
                </a:lnTo>
                <a:lnTo>
                  <a:pt x="851916" y="17983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" name="object 46"/>
          <p:cNvSpPr/>
          <p:nvPr/>
        </p:nvSpPr>
        <p:spPr>
          <a:xfrm>
            <a:off x="4367784" y="4076700"/>
            <a:ext cx="375285" cy="407034"/>
          </a:xfrm>
          <a:custGeom>
            <a:avLst/>
            <a:gdLst/>
            <a:ahLst/>
            <a:cxnLst/>
            <a:rect l="l" t="t" r="r" b="b"/>
            <a:pathLst>
              <a:path w="375285" h="407035">
                <a:moveTo>
                  <a:pt x="112776" y="117348"/>
                </a:moveTo>
                <a:lnTo>
                  <a:pt x="108204" y="114300"/>
                </a:lnTo>
                <a:lnTo>
                  <a:pt x="121991" y="101441"/>
                </a:lnTo>
                <a:lnTo>
                  <a:pt x="133921" y="88011"/>
                </a:lnTo>
                <a:lnTo>
                  <a:pt x="162496" y="44577"/>
                </a:lnTo>
                <a:lnTo>
                  <a:pt x="181356" y="0"/>
                </a:lnTo>
                <a:lnTo>
                  <a:pt x="214884" y="16764"/>
                </a:lnTo>
                <a:lnTo>
                  <a:pt x="201168" y="24384"/>
                </a:lnTo>
                <a:lnTo>
                  <a:pt x="182880" y="44196"/>
                </a:lnTo>
                <a:lnTo>
                  <a:pt x="341884" y="44196"/>
                </a:lnTo>
                <a:lnTo>
                  <a:pt x="352044" y="53340"/>
                </a:lnTo>
                <a:lnTo>
                  <a:pt x="347843" y="54864"/>
                </a:lnTo>
                <a:lnTo>
                  <a:pt x="179832" y="54864"/>
                </a:lnTo>
                <a:lnTo>
                  <a:pt x="164425" y="73413"/>
                </a:lnTo>
                <a:lnTo>
                  <a:pt x="148018" y="90106"/>
                </a:lnTo>
                <a:lnTo>
                  <a:pt x="130754" y="104798"/>
                </a:lnTo>
                <a:lnTo>
                  <a:pt x="112776" y="117348"/>
                </a:lnTo>
                <a:close/>
              </a:path>
              <a:path w="375285" h="407035">
                <a:moveTo>
                  <a:pt x="73152" y="70104"/>
                </a:moveTo>
                <a:lnTo>
                  <a:pt x="67056" y="70104"/>
                </a:lnTo>
                <a:lnTo>
                  <a:pt x="64008" y="67056"/>
                </a:lnTo>
                <a:lnTo>
                  <a:pt x="60960" y="57912"/>
                </a:lnTo>
                <a:lnTo>
                  <a:pt x="53220" y="48744"/>
                </a:lnTo>
                <a:lnTo>
                  <a:pt x="43624" y="39433"/>
                </a:lnTo>
                <a:lnTo>
                  <a:pt x="32027" y="29837"/>
                </a:lnTo>
                <a:lnTo>
                  <a:pt x="18288" y="19812"/>
                </a:lnTo>
                <a:lnTo>
                  <a:pt x="21336" y="15240"/>
                </a:lnTo>
                <a:lnTo>
                  <a:pt x="59055" y="24193"/>
                </a:lnTo>
                <a:lnTo>
                  <a:pt x="82296" y="42672"/>
                </a:lnTo>
                <a:lnTo>
                  <a:pt x="82296" y="50292"/>
                </a:lnTo>
                <a:lnTo>
                  <a:pt x="80772" y="54864"/>
                </a:lnTo>
                <a:lnTo>
                  <a:pt x="77724" y="60960"/>
                </a:lnTo>
                <a:lnTo>
                  <a:pt x="76200" y="67056"/>
                </a:lnTo>
                <a:lnTo>
                  <a:pt x="73152" y="70104"/>
                </a:lnTo>
                <a:close/>
              </a:path>
              <a:path w="375285" h="407035">
                <a:moveTo>
                  <a:pt x="341884" y="44196"/>
                </a:moveTo>
                <a:lnTo>
                  <a:pt x="306324" y="44196"/>
                </a:lnTo>
                <a:lnTo>
                  <a:pt x="321564" y="25908"/>
                </a:lnTo>
                <a:lnTo>
                  <a:pt x="341884" y="44196"/>
                </a:lnTo>
                <a:close/>
              </a:path>
              <a:path w="375285" h="407035">
                <a:moveTo>
                  <a:pt x="71734" y="115824"/>
                </a:moveTo>
                <a:lnTo>
                  <a:pt x="33528" y="115824"/>
                </a:lnTo>
                <a:lnTo>
                  <a:pt x="36576" y="114300"/>
                </a:lnTo>
                <a:lnTo>
                  <a:pt x="42672" y="112776"/>
                </a:lnTo>
                <a:lnTo>
                  <a:pt x="50292" y="109728"/>
                </a:lnTo>
                <a:lnTo>
                  <a:pt x="59697" y="102512"/>
                </a:lnTo>
                <a:lnTo>
                  <a:pt x="76390" y="87439"/>
                </a:lnTo>
                <a:lnTo>
                  <a:pt x="100226" y="64079"/>
                </a:lnTo>
                <a:lnTo>
                  <a:pt x="131064" y="32004"/>
                </a:lnTo>
                <a:lnTo>
                  <a:pt x="137160" y="36576"/>
                </a:lnTo>
                <a:lnTo>
                  <a:pt x="117371" y="59769"/>
                </a:lnTo>
                <a:lnTo>
                  <a:pt x="101155" y="79248"/>
                </a:lnTo>
                <a:lnTo>
                  <a:pt x="88082" y="95297"/>
                </a:lnTo>
                <a:lnTo>
                  <a:pt x="77724" y="108204"/>
                </a:lnTo>
                <a:lnTo>
                  <a:pt x="71734" y="115824"/>
                </a:lnTo>
                <a:close/>
              </a:path>
              <a:path w="375285" h="407035">
                <a:moveTo>
                  <a:pt x="286512" y="105156"/>
                </a:moveTo>
                <a:lnTo>
                  <a:pt x="280416" y="102108"/>
                </a:lnTo>
                <a:lnTo>
                  <a:pt x="309372" y="54864"/>
                </a:lnTo>
                <a:lnTo>
                  <a:pt x="347843" y="54864"/>
                </a:lnTo>
                <a:lnTo>
                  <a:pt x="338589" y="58221"/>
                </a:lnTo>
                <a:lnTo>
                  <a:pt x="323278" y="68389"/>
                </a:lnTo>
                <a:lnTo>
                  <a:pt x="305966" y="83986"/>
                </a:lnTo>
                <a:lnTo>
                  <a:pt x="286512" y="105156"/>
                </a:lnTo>
                <a:close/>
              </a:path>
              <a:path w="375285" h="407035">
                <a:moveTo>
                  <a:pt x="65532" y="198120"/>
                </a:moveTo>
                <a:lnTo>
                  <a:pt x="64008" y="192024"/>
                </a:lnTo>
                <a:lnTo>
                  <a:pt x="102250" y="182022"/>
                </a:lnTo>
                <a:lnTo>
                  <a:pt x="134493" y="170307"/>
                </a:lnTo>
                <a:lnTo>
                  <a:pt x="179832" y="141732"/>
                </a:lnTo>
                <a:lnTo>
                  <a:pt x="203835" y="108775"/>
                </a:lnTo>
                <a:lnTo>
                  <a:pt x="211836" y="70104"/>
                </a:lnTo>
                <a:lnTo>
                  <a:pt x="248412" y="86868"/>
                </a:lnTo>
                <a:lnTo>
                  <a:pt x="236220" y="92964"/>
                </a:lnTo>
                <a:lnTo>
                  <a:pt x="234696" y="100584"/>
                </a:lnTo>
                <a:lnTo>
                  <a:pt x="242594" y="109728"/>
                </a:lnTo>
                <a:lnTo>
                  <a:pt x="228600" y="109728"/>
                </a:lnTo>
                <a:lnTo>
                  <a:pt x="207406" y="142827"/>
                </a:lnTo>
                <a:lnTo>
                  <a:pt x="173355" y="168783"/>
                </a:lnTo>
                <a:lnTo>
                  <a:pt x="126158" y="187309"/>
                </a:lnTo>
                <a:lnTo>
                  <a:pt x="65532" y="198120"/>
                </a:lnTo>
                <a:close/>
              </a:path>
              <a:path w="375285" h="407035">
                <a:moveTo>
                  <a:pt x="336804" y="204216"/>
                </a:moveTo>
                <a:lnTo>
                  <a:pt x="300791" y="184499"/>
                </a:lnTo>
                <a:lnTo>
                  <a:pt x="270700" y="162115"/>
                </a:lnTo>
                <a:lnTo>
                  <a:pt x="246578" y="137136"/>
                </a:lnTo>
                <a:lnTo>
                  <a:pt x="228600" y="109728"/>
                </a:lnTo>
                <a:lnTo>
                  <a:pt x="242594" y="109728"/>
                </a:lnTo>
                <a:lnTo>
                  <a:pt x="259603" y="129420"/>
                </a:lnTo>
                <a:lnTo>
                  <a:pt x="291084" y="151828"/>
                </a:lnTo>
                <a:lnTo>
                  <a:pt x="329422" y="167663"/>
                </a:lnTo>
                <a:lnTo>
                  <a:pt x="374904" y="176784"/>
                </a:lnTo>
                <a:lnTo>
                  <a:pt x="374904" y="181356"/>
                </a:lnTo>
                <a:lnTo>
                  <a:pt x="360538" y="184523"/>
                </a:lnTo>
                <a:lnTo>
                  <a:pt x="349567" y="189357"/>
                </a:lnTo>
                <a:lnTo>
                  <a:pt x="341685" y="195929"/>
                </a:lnTo>
                <a:lnTo>
                  <a:pt x="336804" y="204216"/>
                </a:lnTo>
                <a:close/>
              </a:path>
              <a:path w="375285" h="407035">
                <a:moveTo>
                  <a:pt x="48768" y="204216"/>
                </a:moveTo>
                <a:lnTo>
                  <a:pt x="41148" y="204216"/>
                </a:lnTo>
                <a:lnTo>
                  <a:pt x="38100" y="202692"/>
                </a:lnTo>
                <a:lnTo>
                  <a:pt x="30480" y="198120"/>
                </a:lnTo>
                <a:lnTo>
                  <a:pt x="24384" y="195072"/>
                </a:lnTo>
                <a:lnTo>
                  <a:pt x="19812" y="188976"/>
                </a:lnTo>
                <a:lnTo>
                  <a:pt x="19812" y="179832"/>
                </a:lnTo>
                <a:lnTo>
                  <a:pt x="21336" y="175260"/>
                </a:lnTo>
                <a:lnTo>
                  <a:pt x="24384" y="169164"/>
                </a:lnTo>
                <a:lnTo>
                  <a:pt x="27527" y="161448"/>
                </a:lnTo>
                <a:lnTo>
                  <a:pt x="30099" y="154305"/>
                </a:lnTo>
                <a:lnTo>
                  <a:pt x="32099" y="147732"/>
                </a:lnTo>
                <a:lnTo>
                  <a:pt x="33528" y="141732"/>
                </a:lnTo>
                <a:lnTo>
                  <a:pt x="32361" y="135993"/>
                </a:lnTo>
                <a:lnTo>
                  <a:pt x="26479" y="130111"/>
                </a:lnTo>
                <a:lnTo>
                  <a:pt x="15740" y="123944"/>
                </a:lnTo>
                <a:lnTo>
                  <a:pt x="0" y="117348"/>
                </a:lnTo>
                <a:lnTo>
                  <a:pt x="1524" y="112776"/>
                </a:lnTo>
                <a:lnTo>
                  <a:pt x="28956" y="115562"/>
                </a:lnTo>
                <a:lnTo>
                  <a:pt x="33528" y="115824"/>
                </a:lnTo>
                <a:lnTo>
                  <a:pt x="71734" y="115824"/>
                </a:lnTo>
                <a:lnTo>
                  <a:pt x="69675" y="118443"/>
                </a:lnTo>
                <a:lnTo>
                  <a:pt x="54387" y="154876"/>
                </a:lnTo>
                <a:lnTo>
                  <a:pt x="51816" y="198120"/>
                </a:lnTo>
                <a:lnTo>
                  <a:pt x="48768" y="204216"/>
                </a:lnTo>
                <a:close/>
              </a:path>
              <a:path w="375285" h="407035">
                <a:moveTo>
                  <a:pt x="304917" y="208788"/>
                </a:moveTo>
                <a:lnTo>
                  <a:pt x="269748" y="208788"/>
                </a:lnTo>
                <a:lnTo>
                  <a:pt x="280416" y="192024"/>
                </a:lnTo>
                <a:lnTo>
                  <a:pt x="304917" y="208788"/>
                </a:lnTo>
                <a:close/>
              </a:path>
              <a:path w="375285" h="407035">
                <a:moveTo>
                  <a:pt x="62484" y="336804"/>
                </a:moveTo>
                <a:lnTo>
                  <a:pt x="62673" y="320230"/>
                </a:lnTo>
                <a:lnTo>
                  <a:pt x="62775" y="313944"/>
                </a:lnTo>
                <a:lnTo>
                  <a:pt x="63269" y="295798"/>
                </a:lnTo>
                <a:lnTo>
                  <a:pt x="63769" y="278725"/>
                </a:lnTo>
                <a:lnTo>
                  <a:pt x="63888" y="254531"/>
                </a:lnTo>
                <a:lnTo>
                  <a:pt x="63769" y="246983"/>
                </a:lnTo>
                <a:lnTo>
                  <a:pt x="62722" y="214979"/>
                </a:lnTo>
                <a:lnTo>
                  <a:pt x="62484" y="198120"/>
                </a:lnTo>
                <a:lnTo>
                  <a:pt x="86868" y="208788"/>
                </a:lnTo>
                <a:lnTo>
                  <a:pt x="304917" y="208788"/>
                </a:lnTo>
                <a:lnTo>
                  <a:pt x="309372" y="211836"/>
                </a:lnTo>
                <a:lnTo>
                  <a:pt x="301752" y="217932"/>
                </a:lnTo>
                <a:lnTo>
                  <a:pt x="86868" y="217932"/>
                </a:lnTo>
                <a:lnTo>
                  <a:pt x="86868" y="326136"/>
                </a:lnTo>
                <a:lnTo>
                  <a:pt x="62484" y="336804"/>
                </a:lnTo>
                <a:close/>
              </a:path>
              <a:path w="375285" h="407035">
                <a:moveTo>
                  <a:pt x="272796" y="326136"/>
                </a:moveTo>
                <a:lnTo>
                  <a:pt x="272796" y="217932"/>
                </a:lnTo>
                <a:lnTo>
                  <a:pt x="301752" y="217932"/>
                </a:lnTo>
                <a:lnTo>
                  <a:pt x="294132" y="224028"/>
                </a:lnTo>
                <a:lnTo>
                  <a:pt x="294348" y="246983"/>
                </a:lnTo>
                <a:lnTo>
                  <a:pt x="294472" y="254531"/>
                </a:lnTo>
                <a:lnTo>
                  <a:pt x="295084" y="275844"/>
                </a:lnTo>
                <a:lnTo>
                  <a:pt x="296106" y="297180"/>
                </a:lnTo>
                <a:lnTo>
                  <a:pt x="297180" y="313944"/>
                </a:lnTo>
                <a:lnTo>
                  <a:pt x="272796" y="326136"/>
                </a:lnTo>
                <a:close/>
              </a:path>
              <a:path w="375285" h="407035">
                <a:moveTo>
                  <a:pt x="1524" y="406908"/>
                </a:moveTo>
                <a:lnTo>
                  <a:pt x="0" y="400812"/>
                </a:lnTo>
                <a:lnTo>
                  <a:pt x="21455" y="395930"/>
                </a:lnTo>
                <a:lnTo>
                  <a:pt x="42481" y="390334"/>
                </a:lnTo>
                <a:lnTo>
                  <a:pt x="83820" y="376428"/>
                </a:lnTo>
                <a:lnTo>
                  <a:pt x="119634" y="358711"/>
                </a:lnTo>
                <a:lnTo>
                  <a:pt x="149137" y="330398"/>
                </a:lnTo>
                <a:lnTo>
                  <a:pt x="165068" y="284868"/>
                </a:lnTo>
                <a:lnTo>
                  <a:pt x="167640" y="236220"/>
                </a:lnTo>
                <a:lnTo>
                  <a:pt x="211836" y="259080"/>
                </a:lnTo>
                <a:lnTo>
                  <a:pt x="193548" y="271272"/>
                </a:lnTo>
                <a:lnTo>
                  <a:pt x="189499" y="295798"/>
                </a:lnTo>
                <a:lnTo>
                  <a:pt x="184023" y="316611"/>
                </a:lnTo>
                <a:lnTo>
                  <a:pt x="157067" y="356806"/>
                </a:lnTo>
                <a:lnTo>
                  <a:pt x="108204" y="382524"/>
                </a:lnTo>
                <a:lnTo>
                  <a:pt x="61722" y="396430"/>
                </a:lnTo>
                <a:lnTo>
                  <a:pt x="33194" y="402026"/>
                </a:lnTo>
                <a:lnTo>
                  <a:pt x="1524" y="406908"/>
                </a:lnTo>
                <a:close/>
              </a:path>
              <a:path w="375285" h="407035">
                <a:moveTo>
                  <a:pt x="341376" y="406908"/>
                </a:moveTo>
                <a:lnTo>
                  <a:pt x="335280" y="406908"/>
                </a:lnTo>
                <a:lnTo>
                  <a:pt x="329184" y="403860"/>
                </a:lnTo>
                <a:lnTo>
                  <a:pt x="321564" y="397764"/>
                </a:lnTo>
                <a:lnTo>
                  <a:pt x="309520" y="389977"/>
                </a:lnTo>
                <a:lnTo>
                  <a:pt x="266700" y="367284"/>
                </a:lnTo>
                <a:lnTo>
                  <a:pt x="211193" y="346710"/>
                </a:lnTo>
                <a:lnTo>
                  <a:pt x="188976" y="339852"/>
                </a:lnTo>
                <a:lnTo>
                  <a:pt x="188976" y="333756"/>
                </a:lnTo>
                <a:lnTo>
                  <a:pt x="248221" y="342900"/>
                </a:lnTo>
                <a:lnTo>
                  <a:pt x="292608" y="352044"/>
                </a:lnTo>
                <a:lnTo>
                  <a:pt x="332898" y="366402"/>
                </a:lnTo>
                <a:lnTo>
                  <a:pt x="344424" y="387096"/>
                </a:lnTo>
                <a:lnTo>
                  <a:pt x="344424" y="402336"/>
                </a:lnTo>
                <a:lnTo>
                  <a:pt x="341376" y="40690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" name="object 47"/>
          <p:cNvSpPr/>
          <p:nvPr/>
        </p:nvSpPr>
        <p:spPr>
          <a:xfrm>
            <a:off x="4791456" y="4090416"/>
            <a:ext cx="410209" cy="388620"/>
          </a:xfrm>
          <a:custGeom>
            <a:avLst/>
            <a:gdLst/>
            <a:ahLst/>
            <a:cxnLst/>
            <a:rect l="l" t="t" r="r" b="b"/>
            <a:pathLst>
              <a:path w="410210" h="388620">
                <a:moveTo>
                  <a:pt x="399751" y="24384"/>
                </a:moveTo>
                <a:lnTo>
                  <a:pt x="352044" y="24384"/>
                </a:lnTo>
                <a:lnTo>
                  <a:pt x="376428" y="0"/>
                </a:lnTo>
                <a:lnTo>
                  <a:pt x="399751" y="24384"/>
                </a:lnTo>
                <a:close/>
              </a:path>
              <a:path w="410210" h="388620">
                <a:moveTo>
                  <a:pt x="85344" y="74676"/>
                </a:moveTo>
                <a:lnTo>
                  <a:pt x="79248" y="74676"/>
                </a:lnTo>
                <a:lnTo>
                  <a:pt x="74676" y="70104"/>
                </a:lnTo>
                <a:lnTo>
                  <a:pt x="73152" y="60960"/>
                </a:lnTo>
                <a:lnTo>
                  <a:pt x="67460" y="48958"/>
                </a:lnTo>
                <a:lnTo>
                  <a:pt x="59626" y="35814"/>
                </a:lnTo>
                <a:lnTo>
                  <a:pt x="49791" y="21526"/>
                </a:lnTo>
                <a:lnTo>
                  <a:pt x="38100" y="6096"/>
                </a:lnTo>
                <a:lnTo>
                  <a:pt x="41148" y="1524"/>
                </a:lnTo>
                <a:lnTo>
                  <a:pt x="80200" y="20764"/>
                </a:lnTo>
                <a:lnTo>
                  <a:pt x="98988" y="44053"/>
                </a:lnTo>
                <a:lnTo>
                  <a:pt x="98869" y="50673"/>
                </a:lnTo>
                <a:lnTo>
                  <a:pt x="97321" y="56721"/>
                </a:lnTo>
                <a:lnTo>
                  <a:pt x="94488" y="62484"/>
                </a:lnTo>
                <a:lnTo>
                  <a:pt x="89916" y="70104"/>
                </a:lnTo>
                <a:lnTo>
                  <a:pt x="85344" y="74676"/>
                </a:lnTo>
                <a:close/>
              </a:path>
              <a:path w="410210" h="388620">
                <a:moveTo>
                  <a:pt x="73152" y="388620"/>
                </a:moveTo>
                <a:lnTo>
                  <a:pt x="68579" y="384048"/>
                </a:lnTo>
                <a:lnTo>
                  <a:pt x="88820" y="356592"/>
                </a:lnTo>
                <a:lnTo>
                  <a:pt x="105918" y="328993"/>
                </a:lnTo>
                <a:lnTo>
                  <a:pt x="129540" y="272796"/>
                </a:lnTo>
                <a:lnTo>
                  <a:pt x="143256" y="210312"/>
                </a:lnTo>
                <a:lnTo>
                  <a:pt x="147675" y="139398"/>
                </a:lnTo>
                <a:lnTo>
                  <a:pt x="147712" y="115252"/>
                </a:lnTo>
                <a:lnTo>
                  <a:pt x="147589" y="95250"/>
                </a:lnTo>
                <a:lnTo>
                  <a:pt x="146542" y="31242"/>
                </a:lnTo>
                <a:lnTo>
                  <a:pt x="146304" y="6096"/>
                </a:lnTo>
                <a:lnTo>
                  <a:pt x="172212" y="24384"/>
                </a:lnTo>
                <a:lnTo>
                  <a:pt x="399751" y="24384"/>
                </a:lnTo>
                <a:lnTo>
                  <a:pt x="409956" y="35052"/>
                </a:lnTo>
                <a:lnTo>
                  <a:pt x="172212" y="35052"/>
                </a:lnTo>
                <a:lnTo>
                  <a:pt x="172118" y="84558"/>
                </a:lnTo>
                <a:lnTo>
                  <a:pt x="172016" y="105156"/>
                </a:lnTo>
                <a:lnTo>
                  <a:pt x="170688" y="172212"/>
                </a:lnTo>
                <a:lnTo>
                  <a:pt x="164211" y="234315"/>
                </a:lnTo>
                <a:lnTo>
                  <a:pt x="146304" y="289560"/>
                </a:lnTo>
                <a:lnTo>
                  <a:pt x="115443" y="340804"/>
                </a:lnTo>
                <a:lnTo>
                  <a:pt x="95726" y="365212"/>
                </a:lnTo>
                <a:lnTo>
                  <a:pt x="73152" y="388620"/>
                </a:lnTo>
                <a:close/>
              </a:path>
              <a:path w="410210" h="388620">
                <a:moveTo>
                  <a:pt x="266700" y="96012"/>
                </a:moveTo>
                <a:lnTo>
                  <a:pt x="257556" y="96012"/>
                </a:lnTo>
                <a:lnTo>
                  <a:pt x="264937" y="76842"/>
                </a:lnTo>
                <a:lnTo>
                  <a:pt x="270891" y="60388"/>
                </a:lnTo>
                <a:lnTo>
                  <a:pt x="275129" y="46505"/>
                </a:lnTo>
                <a:lnTo>
                  <a:pt x="277368" y="35052"/>
                </a:lnTo>
                <a:lnTo>
                  <a:pt x="286512" y="35052"/>
                </a:lnTo>
                <a:lnTo>
                  <a:pt x="313944" y="50292"/>
                </a:lnTo>
                <a:lnTo>
                  <a:pt x="304800" y="53340"/>
                </a:lnTo>
                <a:lnTo>
                  <a:pt x="297180" y="57912"/>
                </a:lnTo>
                <a:lnTo>
                  <a:pt x="292608" y="62484"/>
                </a:lnTo>
                <a:lnTo>
                  <a:pt x="288345" y="67937"/>
                </a:lnTo>
                <a:lnTo>
                  <a:pt x="282511" y="75247"/>
                </a:lnTo>
                <a:lnTo>
                  <a:pt x="275248" y="84558"/>
                </a:lnTo>
                <a:lnTo>
                  <a:pt x="266700" y="96012"/>
                </a:lnTo>
                <a:close/>
              </a:path>
              <a:path w="410210" h="388620">
                <a:moveTo>
                  <a:pt x="76085" y="261223"/>
                </a:moveTo>
                <a:lnTo>
                  <a:pt x="36909" y="261223"/>
                </a:lnTo>
                <a:lnTo>
                  <a:pt x="42672" y="260604"/>
                </a:lnTo>
                <a:lnTo>
                  <a:pt x="47244" y="260604"/>
                </a:lnTo>
                <a:lnTo>
                  <a:pt x="53340" y="256032"/>
                </a:lnTo>
                <a:lnTo>
                  <a:pt x="80962" y="190500"/>
                </a:lnTo>
                <a:lnTo>
                  <a:pt x="100798" y="132207"/>
                </a:lnTo>
                <a:lnTo>
                  <a:pt x="126492" y="53340"/>
                </a:lnTo>
                <a:lnTo>
                  <a:pt x="134112" y="54864"/>
                </a:lnTo>
                <a:lnTo>
                  <a:pt x="109823" y="139398"/>
                </a:lnTo>
                <a:lnTo>
                  <a:pt x="91821" y="203073"/>
                </a:lnTo>
                <a:lnTo>
                  <a:pt x="80105" y="245602"/>
                </a:lnTo>
                <a:lnTo>
                  <a:pt x="76085" y="261223"/>
                </a:lnTo>
                <a:close/>
              </a:path>
              <a:path w="410210" h="388620">
                <a:moveTo>
                  <a:pt x="378866" y="96012"/>
                </a:moveTo>
                <a:lnTo>
                  <a:pt x="345948" y="96012"/>
                </a:lnTo>
                <a:lnTo>
                  <a:pt x="358140" y="77724"/>
                </a:lnTo>
                <a:lnTo>
                  <a:pt x="378866" y="96012"/>
                </a:lnTo>
                <a:close/>
              </a:path>
              <a:path w="410210" h="388620">
                <a:moveTo>
                  <a:pt x="208788" y="248412"/>
                </a:moveTo>
                <a:lnTo>
                  <a:pt x="209026" y="226075"/>
                </a:lnTo>
                <a:lnTo>
                  <a:pt x="210073" y="183689"/>
                </a:lnTo>
                <a:lnTo>
                  <a:pt x="210171" y="175260"/>
                </a:lnTo>
                <a:lnTo>
                  <a:pt x="210284" y="160758"/>
                </a:lnTo>
                <a:lnTo>
                  <a:pt x="210073" y="143351"/>
                </a:lnTo>
                <a:lnTo>
                  <a:pt x="209026" y="102203"/>
                </a:lnTo>
                <a:lnTo>
                  <a:pt x="208788" y="80772"/>
                </a:lnTo>
                <a:lnTo>
                  <a:pt x="233172" y="96012"/>
                </a:lnTo>
                <a:lnTo>
                  <a:pt x="378866" y="96012"/>
                </a:lnTo>
                <a:lnTo>
                  <a:pt x="384048" y="100584"/>
                </a:lnTo>
                <a:lnTo>
                  <a:pt x="378904" y="105156"/>
                </a:lnTo>
                <a:lnTo>
                  <a:pt x="233172" y="105156"/>
                </a:lnTo>
                <a:lnTo>
                  <a:pt x="233172" y="155448"/>
                </a:lnTo>
                <a:lnTo>
                  <a:pt x="370353" y="155448"/>
                </a:lnTo>
                <a:lnTo>
                  <a:pt x="370380" y="166116"/>
                </a:lnTo>
                <a:lnTo>
                  <a:pt x="233172" y="166116"/>
                </a:lnTo>
                <a:lnTo>
                  <a:pt x="233172" y="219456"/>
                </a:lnTo>
                <a:lnTo>
                  <a:pt x="370930" y="219456"/>
                </a:lnTo>
                <a:lnTo>
                  <a:pt x="370974" y="221861"/>
                </a:lnTo>
                <a:lnTo>
                  <a:pt x="371437" y="228600"/>
                </a:lnTo>
                <a:lnTo>
                  <a:pt x="233172" y="228600"/>
                </a:lnTo>
                <a:lnTo>
                  <a:pt x="233172" y="237744"/>
                </a:lnTo>
                <a:lnTo>
                  <a:pt x="208788" y="248412"/>
                </a:lnTo>
                <a:close/>
              </a:path>
              <a:path w="410210" h="388620">
                <a:moveTo>
                  <a:pt x="48767" y="179832"/>
                </a:moveTo>
                <a:lnTo>
                  <a:pt x="42672" y="179832"/>
                </a:lnTo>
                <a:lnTo>
                  <a:pt x="39624" y="175260"/>
                </a:lnTo>
                <a:lnTo>
                  <a:pt x="36576" y="163068"/>
                </a:lnTo>
                <a:lnTo>
                  <a:pt x="30861" y="151066"/>
                </a:lnTo>
                <a:lnTo>
                  <a:pt x="22860" y="137922"/>
                </a:lnTo>
                <a:lnTo>
                  <a:pt x="12573" y="123634"/>
                </a:lnTo>
                <a:lnTo>
                  <a:pt x="0" y="108204"/>
                </a:lnTo>
                <a:lnTo>
                  <a:pt x="3048" y="102108"/>
                </a:lnTo>
                <a:lnTo>
                  <a:pt x="29932" y="115252"/>
                </a:lnTo>
                <a:lnTo>
                  <a:pt x="48958" y="127254"/>
                </a:lnTo>
                <a:lnTo>
                  <a:pt x="60269" y="138112"/>
                </a:lnTo>
                <a:lnTo>
                  <a:pt x="64008" y="147828"/>
                </a:lnTo>
                <a:lnTo>
                  <a:pt x="63674" y="155495"/>
                </a:lnTo>
                <a:lnTo>
                  <a:pt x="62484" y="162306"/>
                </a:lnTo>
                <a:lnTo>
                  <a:pt x="60150" y="167973"/>
                </a:lnTo>
                <a:lnTo>
                  <a:pt x="56388" y="172212"/>
                </a:lnTo>
                <a:lnTo>
                  <a:pt x="51815" y="178308"/>
                </a:lnTo>
                <a:lnTo>
                  <a:pt x="48767" y="179832"/>
                </a:lnTo>
                <a:close/>
              </a:path>
              <a:path w="410210" h="388620">
                <a:moveTo>
                  <a:pt x="370353" y="155448"/>
                </a:moveTo>
                <a:lnTo>
                  <a:pt x="347472" y="155448"/>
                </a:lnTo>
                <a:lnTo>
                  <a:pt x="347472" y="105156"/>
                </a:lnTo>
                <a:lnTo>
                  <a:pt x="378904" y="105156"/>
                </a:lnTo>
                <a:lnTo>
                  <a:pt x="370332" y="112776"/>
                </a:lnTo>
                <a:lnTo>
                  <a:pt x="370353" y="155448"/>
                </a:lnTo>
                <a:close/>
              </a:path>
              <a:path w="410210" h="388620">
                <a:moveTo>
                  <a:pt x="370930" y="219456"/>
                </a:moveTo>
                <a:lnTo>
                  <a:pt x="347472" y="219456"/>
                </a:lnTo>
                <a:lnTo>
                  <a:pt x="347472" y="166116"/>
                </a:lnTo>
                <a:lnTo>
                  <a:pt x="370380" y="166116"/>
                </a:lnTo>
                <a:lnTo>
                  <a:pt x="370522" y="197167"/>
                </a:lnTo>
                <a:lnTo>
                  <a:pt x="370930" y="219456"/>
                </a:lnTo>
                <a:close/>
              </a:path>
              <a:path w="410210" h="388620">
                <a:moveTo>
                  <a:pt x="301058" y="352044"/>
                </a:moveTo>
                <a:lnTo>
                  <a:pt x="272796" y="352044"/>
                </a:lnTo>
                <a:lnTo>
                  <a:pt x="277368" y="347472"/>
                </a:lnTo>
                <a:lnTo>
                  <a:pt x="277368" y="228600"/>
                </a:lnTo>
                <a:lnTo>
                  <a:pt x="301752" y="228600"/>
                </a:lnTo>
                <a:lnTo>
                  <a:pt x="301752" y="344424"/>
                </a:lnTo>
                <a:lnTo>
                  <a:pt x="301058" y="352044"/>
                </a:lnTo>
                <a:close/>
              </a:path>
              <a:path w="410210" h="388620">
                <a:moveTo>
                  <a:pt x="347472" y="246888"/>
                </a:moveTo>
                <a:lnTo>
                  <a:pt x="347472" y="228600"/>
                </a:lnTo>
                <a:lnTo>
                  <a:pt x="371437" y="228600"/>
                </a:lnTo>
                <a:lnTo>
                  <a:pt x="371856" y="234696"/>
                </a:lnTo>
                <a:lnTo>
                  <a:pt x="347472" y="246888"/>
                </a:lnTo>
                <a:close/>
              </a:path>
              <a:path w="410210" h="388620">
                <a:moveTo>
                  <a:pt x="68579" y="371856"/>
                </a:moveTo>
                <a:lnTo>
                  <a:pt x="60960" y="371856"/>
                </a:lnTo>
                <a:lnTo>
                  <a:pt x="54864" y="370332"/>
                </a:lnTo>
                <a:lnTo>
                  <a:pt x="39624" y="364236"/>
                </a:lnTo>
                <a:lnTo>
                  <a:pt x="36576" y="358140"/>
                </a:lnTo>
                <a:lnTo>
                  <a:pt x="36671" y="340804"/>
                </a:lnTo>
                <a:lnTo>
                  <a:pt x="38100" y="332232"/>
                </a:lnTo>
                <a:lnTo>
                  <a:pt x="39624" y="324612"/>
                </a:lnTo>
                <a:lnTo>
                  <a:pt x="41624" y="316682"/>
                </a:lnTo>
                <a:lnTo>
                  <a:pt x="43053" y="309181"/>
                </a:lnTo>
                <a:lnTo>
                  <a:pt x="43910" y="302537"/>
                </a:lnTo>
                <a:lnTo>
                  <a:pt x="44196" y="297180"/>
                </a:lnTo>
                <a:lnTo>
                  <a:pt x="44196" y="289560"/>
                </a:lnTo>
                <a:lnTo>
                  <a:pt x="3048" y="265175"/>
                </a:lnTo>
                <a:lnTo>
                  <a:pt x="3048" y="259080"/>
                </a:lnTo>
                <a:lnTo>
                  <a:pt x="28575" y="260985"/>
                </a:lnTo>
                <a:lnTo>
                  <a:pt x="36909" y="261223"/>
                </a:lnTo>
                <a:lnTo>
                  <a:pt x="76085" y="261223"/>
                </a:lnTo>
                <a:lnTo>
                  <a:pt x="74676" y="266699"/>
                </a:lnTo>
                <a:lnTo>
                  <a:pt x="71818" y="291846"/>
                </a:lnTo>
                <a:lnTo>
                  <a:pt x="70604" y="306133"/>
                </a:lnTo>
                <a:lnTo>
                  <a:pt x="70103" y="321564"/>
                </a:lnTo>
                <a:lnTo>
                  <a:pt x="70230" y="342900"/>
                </a:lnTo>
                <a:lnTo>
                  <a:pt x="70294" y="347472"/>
                </a:lnTo>
                <a:lnTo>
                  <a:pt x="70721" y="356592"/>
                </a:lnTo>
                <a:lnTo>
                  <a:pt x="70871" y="358140"/>
                </a:lnTo>
                <a:lnTo>
                  <a:pt x="71628" y="364236"/>
                </a:lnTo>
                <a:lnTo>
                  <a:pt x="71628" y="368808"/>
                </a:lnTo>
                <a:lnTo>
                  <a:pt x="68579" y="371856"/>
                </a:lnTo>
                <a:close/>
              </a:path>
              <a:path w="410210" h="388620">
                <a:moveTo>
                  <a:pt x="141732" y="373380"/>
                </a:moveTo>
                <a:lnTo>
                  <a:pt x="138684" y="368808"/>
                </a:lnTo>
                <a:lnTo>
                  <a:pt x="166949" y="338804"/>
                </a:lnTo>
                <a:lnTo>
                  <a:pt x="189928" y="310515"/>
                </a:lnTo>
                <a:lnTo>
                  <a:pt x="207478" y="283940"/>
                </a:lnTo>
                <a:lnTo>
                  <a:pt x="219456" y="259080"/>
                </a:lnTo>
                <a:lnTo>
                  <a:pt x="249936" y="283463"/>
                </a:lnTo>
                <a:lnTo>
                  <a:pt x="240530" y="288250"/>
                </a:lnTo>
                <a:lnTo>
                  <a:pt x="230695" y="295465"/>
                </a:lnTo>
                <a:lnTo>
                  <a:pt x="220575" y="304680"/>
                </a:lnTo>
                <a:lnTo>
                  <a:pt x="210241" y="315539"/>
                </a:lnTo>
                <a:lnTo>
                  <a:pt x="197453" y="328588"/>
                </a:lnTo>
                <a:lnTo>
                  <a:pt x="181737" y="342709"/>
                </a:lnTo>
                <a:lnTo>
                  <a:pt x="163163" y="357687"/>
                </a:lnTo>
                <a:lnTo>
                  <a:pt x="141732" y="373380"/>
                </a:lnTo>
                <a:close/>
              </a:path>
              <a:path w="410210" h="388620">
                <a:moveTo>
                  <a:pt x="385572" y="368808"/>
                </a:moveTo>
                <a:lnTo>
                  <a:pt x="381000" y="368808"/>
                </a:lnTo>
                <a:lnTo>
                  <a:pt x="376428" y="361188"/>
                </a:lnTo>
                <a:lnTo>
                  <a:pt x="370332" y="347472"/>
                </a:lnTo>
                <a:lnTo>
                  <a:pt x="362021" y="331493"/>
                </a:lnTo>
                <a:lnTo>
                  <a:pt x="350710" y="313372"/>
                </a:lnTo>
                <a:lnTo>
                  <a:pt x="336256" y="293250"/>
                </a:lnTo>
                <a:lnTo>
                  <a:pt x="318516" y="271272"/>
                </a:lnTo>
                <a:lnTo>
                  <a:pt x="321564" y="265175"/>
                </a:lnTo>
                <a:lnTo>
                  <a:pt x="367093" y="295846"/>
                </a:lnTo>
                <a:lnTo>
                  <a:pt x="394716" y="323088"/>
                </a:lnTo>
                <a:lnTo>
                  <a:pt x="397764" y="330708"/>
                </a:lnTo>
                <a:lnTo>
                  <a:pt x="397764" y="342900"/>
                </a:lnTo>
                <a:lnTo>
                  <a:pt x="396240" y="348996"/>
                </a:lnTo>
                <a:lnTo>
                  <a:pt x="393192" y="356616"/>
                </a:lnTo>
                <a:lnTo>
                  <a:pt x="388620" y="364236"/>
                </a:lnTo>
                <a:lnTo>
                  <a:pt x="385572" y="368808"/>
                </a:lnTo>
                <a:close/>
              </a:path>
              <a:path w="410210" h="388620">
                <a:moveTo>
                  <a:pt x="265176" y="388620"/>
                </a:moveTo>
                <a:lnTo>
                  <a:pt x="262389" y="377832"/>
                </a:lnTo>
                <a:lnTo>
                  <a:pt x="254317" y="368617"/>
                </a:lnTo>
                <a:lnTo>
                  <a:pt x="241387" y="361402"/>
                </a:lnTo>
                <a:lnTo>
                  <a:pt x="224028" y="356616"/>
                </a:lnTo>
                <a:lnTo>
                  <a:pt x="224028" y="348996"/>
                </a:lnTo>
                <a:lnTo>
                  <a:pt x="234910" y="349900"/>
                </a:lnTo>
                <a:lnTo>
                  <a:pt x="253817" y="351139"/>
                </a:lnTo>
                <a:lnTo>
                  <a:pt x="262128" y="352044"/>
                </a:lnTo>
                <a:lnTo>
                  <a:pt x="301058" y="352044"/>
                </a:lnTo>
                <a:lnTo>
                  <a:pt x="300323" y="360116"/>
                </a:lnTo>
                <a:lnTo>
                  <a:pt x="293751" y="372808"/>
                </a:lnTo>
                <a:lnTo>
                  <a:pt x="282035" y="382357"/>
                </a:lnTo>
                <a:lnTo>
                  <a:pt x="265176" y="3886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pic>
        <p:nvPicPr>
          <p:cNvPr id="48" name="object 48"/>
          <p:cNvPicPr/>
          <p:nvPr/>
        </p:nvPicPr>
        <p:blipFill>
          <a:blip r:embed="rId6" cstate="print"/>
          <a:stretch>
            <a:fillRect/>
          </a:stretch>
        </p:blipFill>
        <p:spPr>
          <a:xfrm>
            <a:off x="5282184" y="4347971"/>
            <a:ext cx="96012" cy="94488"/>
          </a:xfrm>
          <a:prstGeom prst="rect">
            <a:avLst/>
          </a:prstGeom>
        </p:spPr>
      </p:pic>
      <p:sp>
        <p:nvSpPr>
          <p:cNvPr id="49" name="object 49"/>
          <p:cNvSpPr/>
          <p:nvPr/>
        </p:nvSpPr>
        <p:spPr>
          <a:xfrm>
            <a:off x="5689092" y="4075176"/>
            <a:ext cx="847725" cy="411480"/>
          </a:xfrm>
          <a:custGeom>
            <a:avLst/>
            <a:gdLst/>
            <a:ahLst/>
            <a:cxnLst/>
            <a:rect l="l" t="t" r="r" b="b"/>
            <a:pathLst>
              <a:path w="847725" h="411479">
                <a:moveTo>
                  <a:pt x="396240" y="192024"/>
                </a:moveTo>
                <a:lnTo>
                  <a:pt x="358140" y="153924"/>
                </a:lnTo>
                <a:lnTo>
                  <a:pt x="324612" y="181356"/>
                </a:lnTo>
                <a:lnTo>
                  <a:pt x="0" y="181356"/>
                </a:lnTo>
                <a:lnTo>
                  <a:pt x="16764" y="198120"/>
                </a:lnTo>
                <a:lnTo>
                  <a:pt x="26479" y="195249"/>
                </a:lnTo>
                <a:lnTo>
                  <a:pt x="37338" y="193357"/>
                </a:lnTo>
                <a:lnTo>
                  <a:pt x="49339" y="192341"/>
                </a:lnTo>
                <a:lnTo>
                  <a:pt x="62484" y="192024"/>
                </a:lnTo>
                <a:lnTo>
                  <a:pt x="396240" y="192024"/>
                </a:lnTo>
                <a:close/>
              </a:path>
              <a:path w="847725" h="411479">
                <a:moveTo>
                  <a:pt x="669036" y="146304"/>
                </a:moveTo>
                <a:lnTo>
                  <a:pt x="627888" y="124968"/>
                </a:lnTo>
                <a:lnTo>
                  <a:pt x="628777" y="146304"/>
                </a:lnTo>
                <a:lnTo>
                  <a:pt x="629221" y="165925"/>
                </a:lnTo>
                <a:lnTo>
                  <a:pt x="629348" y="179070"/>
                </a:lnTo>
                <a:lnTo>
                  <a:pt x="629259" y="345833"/>
                </a:lnTo>
                <a:lnTo>
                  <a:pt x="629221" y="351853"/>
                </a:lnTo>
                <a:lnTo>
                  <a:pt x="628764" y="378891"/>
                </a:lnTo>
                <a:lnTo>
                  <a:pt x="627888" y="411480"/>
                </a:lnTo>
                <a:lnTo>
                  <a:pt x="656844" y="393192"/>
                </a:lnTo>
                <a:lnTo>
                  <a:pt x="656602" y="377215"/>
                </a:lnTo>
                <a:lnTo>
                  <a:pt x="655548" y="345833"/>
                </a:lnTo>
                <a:lnTo>
                  <a:pt x="655320" y="330708"/>
                </a:lnTo>
                <a:lnTo>
                  <a:pt x="655320" y="156972"/>
                </a:lnTo>
                <a:lnTo>
                  <a:pt x="669036" y="146304"/>
                </a:lnTo>
                <a:close/>
              </a:path>
              <a:path w="847725" h="411479">
                <a:moveTo>
                  <a:pt x="847344" y="179832"/>
                </a:moveTo>
                <a:lnTo>
                  <a:pt x="798957" y="165925"/>
                </a:lnTo>
                <a:lnTo>
                  <a:pt x="748284" y="137160"/>
                </a:lnTo>
                <a:lnTo>
                  <a:pt x="698373" y="92964"/>
                </a:lnTo>
                <a:lnTo>
                  <a:pt x="658215" y="41148"/>
                </a:lnTo>
                <a:lnTo>
                  <a:pt x="650748" y="30480"/>
                </a:lnTo>
                <a:lnTo>
                  <a:pt x="665988" y="19812"/>
                </a:lnTo>
                <a:lnTo>
                  <a:pt x="629412" y="0"/>
                </a:lnTo>
                <a:lnTo>
                  <a:pt x="604456" y="55816"/>
                </a:lnTo>
                <a:lnTo>
                  <a:pt x="562356" y="117348"/>
                </a:lnTo>
                <a:lnTo>
                  <a:pt x="536422" y="147637"/>
                </a:lnTo>
                <a:lnTo>
                  <a:pt x="506920" y="174498"/>
                </a:lnTo>
                <a:lnTo>
                  <a:pt x="474268" y="197929"/>
                </a:lnTo>
                <a:lnTo>
                  <a:pt x="438912" y="217932"/>
                </a:lnTo>
                <a:lnTo>
                  <a:pt x="440436" y="225552"/>
                </a:lnTo>
                <a:lnTo>
                  <a:pt x="476173" y="208978"/>
                </a:lnTo>
                <a:lnTo>
                  <a:pt x="536232" y="172402"/>
                </a:lnTo>
                <a:lnTo>
                  <a:pt x="582498" y="129882"/>
                </a:lnTo>
                <a:lnTo>
                  <a:pt x="624687" y="73964"/>
                </a:lnTo>
                <a:lnTo>
                  <a:pt x="644652" y="41148"/>
                </a:lnTo>
                <a:lnTo>
                  <a:pt x="662940" y="71678"/>
                </a:lnTo>
                <a:lnTo>
                  <a:pt x="699516" y="123024"/>
                </a:lnTo>
                <a:lnTo>
                  <a:pt x="737209" y="161886"/>
                </a:lnTo>
                <a:lnTo>
                  <a:pt x="782307" y="195122"/>
                </a:lnTo>
                <a:lnTo>
                  <a:pt x="807720" y="210312"/>
                </a:lnTo>
                <a:lnTo>
                  <a:pt x="814552" y="200317"/>
                </a:lnTo>
                <a:lnTo>
                  <a:pt x="823531" y="193167"/>
                </a:lnTo>
                <a:lnTo>
                  <a:pt x="834504" y="188887"/>
                </a:lnTo>
                <a:lnTo>
                  <a:pt x="847344" y="187452"/>
                </a:lnTo>
                <a:lnTo>
                  <a:pt x="847344" y="17983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50" name="object 50"/>
          <p:cNvGrpSpPr/>
          <p:nvPr/>
        </p:nvGrpSpPr>
        <p:grpSpPr>
          <a:xfrm>
            <a:off x="6592823" y="4075176"/>
            <a:ext cx="387350" cy="416559"/>
            <a:chOff x="6592823" y="4075176"/>
            <a:chExt cx="387350" cy="416559"/>
          </a:xfrm>
        </p:grpSpPr>
        <p:sp>
          <p:nvSpPr>
            <p:cNvPr id="51" name="object 51"/>
            <p:cNvSpPr/>
            <p:nvPr/>
          </p:nvSpPr>
          <p:spPr>
            <a:xfrm>
              <a:off x="6598920" y="4081272"/>
              <a:ext cx="375285" cy="403860"/>
            </a:xfrm>
            <a:custGeom>
              <a:avLst/>
              <a:gdLst/>
              <a:ahLst/>
              <a:cxnLst/>
              <a:rect l="l" t="t" r="r" b="b"/>
              <a:pathLst>
                <a:path w="375284" h="403860">
                  <a:moveTo>
                    <a:pt x="54864" y="38100"/>
                  </a:moveTo>
                  <a:lnTo>
                    <a:pt x="39624" y="22860"/>
                  </a:lnTo>
                  <a:lnTo>
                    <a:pt x="278892" y="22860"/>
                  </a:lnTo>
                  <a:lnTo>
                    <a:pt x="301751" y="0"/>
                  </a:lnTo>
                  <a:lnTo>
                    <a:pt x="335280" y="33528"/>
                  </a:lnTo>
                  <a:lnTo>
                    <a:pt x="88392" y="33528"/>
                  </a:lnTo>
                  <a:lnTo>
                    <a:pt x="81010" y="33813"/>
                  </a:lnTo>
                  <a:lnTo>
                    <a:pt x="72771" y="34671"/>
                  </a:lnTo>
                  <a:lnTo>
                    <a:pt x="63960" y="36099"/>
                  </a:lnTo>
                  <a:lnTo>
                    <a:pt x="54864" y="38100"/>
                  </a:lnTo>
                  <a:close/>
                </a:path>
                <a:path w="375284" h="403860">
                  <a:moveTo>
                    <a:pt x="195072" y="65531"/>
                  </a:moveTo>
                  <a:lnTo>
                    <a:pt x="173736" y="65531"/>
                  </a:lnTo>
                  <a:lnTo>
                    <a:pt x="173736" y="33528"/>
                  </a:lnTo>
                  <a:lnTo>
                    <a:pt x="195072" y="33528"/>
                  </a:lnTo>
                  <a:lnTo>
                    <a:pt x="195072" y="65531"/>
                  </a:lnTo>
                  <a:close/>
                </a:path>
                <a:path w="375284" h="403860">
                  <a:moveTo>
                    <a:pt x="360389" y="65531"/>
                  </a:moveTo>
                  <a:lnTo>
                    <a:pt x="329184" y="65531"/>
                  </a:lnTo>
                  <a:lnTo>
                    <a:pt x="344424" y="48768"/>
                  </a:lnTo>
                  <a:lnTo>
                    <a:pt x="360389" y="65531"/>
                  </a:lnTo>
                  <a:close/>
                </a:path>
                <a:path w="375284" h="403860">
                  <a:moveTo>
                    <a:pt x="9144" y="121920"/>
                  </a:moveTo>
                  <a:lnTo>
                    <a:pt x="3048" y="120396"/>
                  </a:lnTo>
                  <a:lnTo>
                    <a:pt x="1524" y="118872"/>
                  </a:lnTo>
                  <a:lnTo>
                    <a:pt x="0" y="115824"/>
                  </a:lnTo>
                  <a:lnTo>
                    <a:pt x="0" y="109728"/>
                  </a:lnTo>
                  <a:lnTo>
                    <a:pt x="1524" y="105156"/>
                  </a:lnTo>
                  <a:lnTo>
                    <a:pt x="7620" y="99060"/>
                  </a:lnTo>
                  <a:lnTo>
                    <a:pt x="13311" y="91654"/>
                  </a:lnTo>
                  <a:lnTo>
                    <a:pt x="18859" y="80962"/>
                  </a:lnTo>
                  <a:lnTo>
                    <a:pt x="24122" y="67127"/>
                  </a:lnTo>
                  <a:lnTo>
                    <a:pt x="28956" y="50292"/>
                  </a:lnTo>
                  <a:lnTo>
                    <a:pt x="33528" y="50292"/>
                  </a:lnTo>
                  <a:lnTo>
                    <a:pt x="35052" y="65531"/>
                  </a:lnTo>
                  <a:lnTo>
                    <a:pt x="360389" y="65531"/>
                  </a:lnTo>
                  <a:lnTo>
                    <a:pt x="370549" y="76200"/>
                  </a:lnTo>
                  <a:lnTo>
                    <a:pt x="35052" y="76200"/>
                  </a:lnTo>
                  <a:lnTo>
                    <a:pt x="36742" y="85034"/>
                  </a:lnTo>
                  <a:lnTo>
                    <a:pt x="37147" y="93154"/>
                  </a:lnTo>
                  <a:lnTo>
                    <a:pt x="36123" y="100417"/>
                  </a:lnTo>
                  <a:lnTo>
                    <a:pt x="33528" y="106680"/>
                  </a:lnTo>
                  <a:lnTo>
                    <a:pt x="30480" y="115824"/>
                  </a:lnTo>
                  <a:lnTo>
                    <a:pt x="24384" y="120396"/>
                  </a:lnTo>
                  <a:lnTo>
                    <a:pt x="16764" y="120396"/>
                  </a:lnTo>
                  <a:lnTo>
                    <a:pt x="9144" y="121920"/>
                  </a:lnTo>
                  <a:close/>
                </a:path>
                <a:path w="375284" h="403860">
                  <a:moveTo>
                    <a:pt x="170688" y="176784"/>
                  </a:moveTo>
                  <a:lnTo>
                    <a:pt x="171870" y="150876"/>
                  </a:lnTo>
                  <a:lnTo>
                    <a:pt x="172783" y="127635"/>
                  </a:lnTo>
                  <a:lnTo>
                    <a:pt x="173474" y="102203"/>
                  </a:lnTo>
                  <a:lnTo>
                    <a:pt x="173736" y="76200"/>
                  </a:lnTo>
                  <a:lnTo>
                    <a:pt x="195072" y="76200"/>
                  </a:lnTo>
                  <a:lnTo>
                    <a:pt x="195426" y="117348"/>
                  </a:lnTo>
                  <a:lnTo>
                    <a:pt x="197000" y="159353"/>
                  </a:lnTo>
                  <a:lnTo>
                    <a:pt x="198120" y="167640"/>
                  </a:lnTo>
                  <a:lnTo>
                    <a:pt x="170688" y="176784"/>
                  </a:lnTo>
                  <a:close/>
                </a:path>
                <a:path w="375284" h="403860">
                  <a:moveTo>
                    <a:pt x="315468" y="120396"/>
                  </a:moveTo>
                  <a:lnTo>
                    <a:pt x="310896" y="117348"/>
                  </a:lnTo>
                  <a:lnTo>
                    <a:pt x="330708" y="76200"/>
                  </a:lnTo>
                  <a:lnTo>
                    <a:pt x="370549" y="76200"/>
                  </a:lnTo>
                  <a:lnTo>
                    <a:pt x="374904" y="80772"/>
                  </a:lnTo>
                  <a:lnTo>
                    <a:pt x="367284" y="80772"/>
                  </a:lnTo>
                  <a:lnTo>
                    <a:pt x="359664" y="82295"/>
                  </a:lnTo>
                  <a:lnTo>
                    <a:pt x="350520" y="85343"/>
                  </a:lnTo>
                  <a:lnTo>
                    <a:pt x="343971" y="89320"/>
                  </a:lnTo>
                  <a:lnTo>
                    <a:pt x="335851" y="96583"/>
                  </a:lnTo>
                  <a:lnTo>
                    <a:pt x="326302" y="106989"/>
                  </a:lnTo>
                  <a:lnTo>
                    <a:pt x="315468" y="120396"/>
                  </a:lnTo>
                  <a:close/>
                </a:path>
                <a:path w="375284" h="403860">
                  <a:moveTo>
                    <a:pt x="140208" y="120396"/>
                  </a:moveTo>
                  <a:lnTo>
                    <a:pt x="62484" y="120396"/>
                  </a:lnTo>
                  <a:lnTo>
                    <a:pt x="62484" y="109728"/>
                  </a:lnTo>
                  <a:lnTo>
                    <a:pt x="140208" y="109728"/>
                  </a:lnTo>
                  <a:lnTo>
                    <a:pt x="140208" y="120396"/>
                  </a:lnTo>
                  <a:close/>
                </a:path>
                <a:path w="375284" h="403860">
                  <a:moveTo>
                    <a:pt x="297180" y="120396"/>
                  </a:moveTo>
                  <a:lnTo>
                    <a:pt x="216408" y="120396"/>
                  </a:lnTo>
                  <a:lnTo>
                    <a:pt x="216408" y="109728"/>
                  </a:lnTo>
                  <a:lnTo>
                    <a:pt x="297180" y="109728"/>
                  </a:lnTo>
                  <a:lnTo>
                    <a:pt x="297180" y="120396"/>
                  </a:lnTo>
                  <a:close/>
                </a:path>
                <a:path w="375284" h="403860">
                  <a:moveTo>
                    <a:pt x="140208" y="161544"/>
                  </a:moveTo>
                  <a:lnTo>
                    <a:pt x="56388" y="161544"/>
                  </a:lnTo>
                  <a:lnTo>
                    <a:pt x="56388" y="150876"/>
                  </a:lnTo>
                  <a:lnTo>
                    <a:pt x="140208" y="150876"/>
                  </a:lnTo>
                  <a:lnTo>
                    <a:pt x="140208" y="161544"/>
                  </a:lnTo>
                  <a:close/>
                </a:path>
                <a:path w="375284" h="403860">
                  <a:moveTo>
                    <a:pt x="297180" y="161544"/>
                  </a:moveTo>
                  <a:lnTo>
                    <a:pt x="216408" y="161544"/>
                  </a:lnTo>
                  <a:lnTo>
                    <a:pt x="216408" y="150876"/>
                  </a:lnTo>
                  <a:lnTo>
                    <a:pt x="297180" y="150876"/>
                  </a:lnTo>
                  <a:lnTo>
                    <a:pt x="297180" y="161544"/>
                  </a:lnTo>
                  <a:close/>
                </a:path>
                <a:path w="375284" h="403860">
                  <a:moveTo>
                    <a:pt x="16764" y="210312"/>
                  </a:moveTo>
                  <a:lnTo>
                    <a:pt x="1524" y="195072"/>
                  </a:lnTo>
                  <a:lnTo>
                    <a:pt x="307848" y="195072"/>
                  </a:lnTo>
                  <a:lnTo>
                    <a:pt x="330708" y="172212"/>
                  </a:lnTo>
                  <a:lnTo>
                    <a:pt x="362712" y="205740"/>
                  </a:lnTo>
                  <a:lnTo>
                    <a:pt x="50292" y="205740"/>
                  </a:lnTo>
                  <a:lnTo>
                    <a:pt x="42910" y="206025"/>
                  </a:lnTo>
                  <a:lnTo>
                    <a:pt x="34671" y="206883"/>
                  </a:lnTo>
                  <a:lnTo>
                    <a:pt x="25860" y="208311"/>
                  </a:lnTo>
                  <a:lnTo>
                    <a:pt x="16764" y="210312"/>
                  </a:lnTo>
                  <a:close/>
                </a:path>
                <a:path w="375284" h="403860">
                  <a:moveTo>
                    <a:pt x="149352" y="248412"/>
                  </a:moveTo>
                  <a:lnTo>
                    <a:pt x="140208" y="248412"/>
                  </a:lnTo>
                  <a:lnTo>
                    <a:pt x="152400" y="205740"/>
                  </a:lnTo>
                  <a:lnTo>
                    <a:pt x="182880" y="205740"/>
                  </a:lnTo>
                  <a:lnTo>
                    <a:pt x="171211" y="218622"/>
                  </a:lnTo>
                  <a:lnTo>
                    <a:pt x="161544" y="229933"/>
                  </a:lnTo>
                  <a:lnTo>
                    <a:pt x="154162" y="239815"/>
                  </a:lnTo>
                  <a:lnTo>
                    <a:pt x="149352" y="248412"/>
                  </a:lnTo>
                  <a:close/>
                </a:path>
                <a:path w="375284" h="403860">
                  <a:moveTo>
                    <a:pt x="333538" y="248412"/>
                  </a:moveTo>
                  <a:lnTo>
                    <a:pt x="303276" y="248412"/>
                  </a:lnTo>
                  <a:lnTo>
                    <a:pt x="313944" y="233172"/>
                  </a:lnTo>
                  <a:lnTo>
                    <a:pt x="333538" y="248412"/>
                  </a:lnTo>
                  <a:close/>
                </a:path>
                <a:path w="375284" h="403860">
                  <a:moveTo>
                    <a:pt x="35052" y="403860"/>
                  </a:moveTo>
                  <a:lnTo>
                    <a:pt x="36171" y="384429"/>
                  </a:lnTo>
                  <a:lnTo>
                    <a:pt x="37147" y="362712"/>
                  </a:lnTo>
                  <a:lnTo>
                    <a:pt x="37838" y="338709"/>
                  </a:lnTo>
                  <a:lnTo>
                    <a:pt x="38100" y="312420"/>
                  </a:lnTo>
                  <a:lnTo>
                    <a:pt x="37838" y="286988"/>
                  </a:lnTo>
                  <a:lnTo>
                    <a:pt x="37147" y="265557"/>
                  </a:lnTo>
                  <a:lnTo>
                    <a:pt x="36171" y="248126"/>
                  </a:lnTo>
                  <a:lnTo>
                    <a:pt x="35052" y="234696"/>
                  </a:lnTo>
                  <a:lnTo>
                    <a:pt x="62484" y="248412"/>
                  </a:lnTo>
                  <a:lnTo>
                    <a:pt x="333538" y="248412"/>
                  </a:lnTo>
                  <a:lnTo>
                    <a:pt x="341376" y="254508"/>
                  </a:lnTo>
                  <a:lnTo>
                    <a:pt x="336232" y="259080"/>
                  </a:lnTo>
                  <a:lnTo>
                    <a:pt x="62484" y="259080"/>
                  </a:lnTo>
                  <a:lnTo>
                    <a:pt x="62484" y="391668"/>
                  </a:lnTo>
                  <a:lnTo>
                    <a:pt x="35052" y="403860"/>
                  </a:lnTo>
                  <a:close/>
                </a:path>
                <a:path w="375284" h="403860">
                  <a:moveTo>
                    <a:pt x="129540" y="385572"/>
                  </a:moveTo>
                  <a:lnTo>
                    <a:pt x="129540" y="259080"/>
                  </a:lnTo>
                  <a:lnTo>
                    <a:pt x="152400" y="259080"/>
                  </a:lnTo>
                  <a:lnTo>
                    <a:pt x="152400" y="373380"/>
                  </a:lnTo>
                  <a:lnTo>
                    <a:pt x="129540" y="385572"/>
                  </a:lnTo>
                  <a:close/>
                </a:path>
                <a:path w="375284" h="403860">
                  <a:moveTo>
                    <a:pt x="213360" y="382524"/>
                  </a:moveTo>
                  <a:lnTo>
                    <a:pt x="213360" y="259080"/>
                  </a:lnTo>
                  <a:lnTo>
                    <a:pt x="236220" y="259080"/>
                  </a:lnTo>
                  <a:lnTo>
                    <a:pt x="236220" y="370332"/>
                  </a:lnTo>
                  <a:lnTo>
                    <a:pt x="213360" y="382524"/>
                  </a:lnTo>
                  <a:close/>
                </a:path>
                <a:path w="375284" h="403860">
                  <a:moveTo>
                    <a:pt x="327660" y="367284"/>
                  </a:moveTo>
                  <a:lnTo>
                    <a:pt x="300227" y="367284"/>
                  </a:lnTo>
                  <a:lnTo>
                    <a:pt x="304800" y="362712"/>
                  </a:lnTo>
                  <a:lnTo>
                    <a:pt x="304800" y="259080"/>
                  </a:lnTo>
                  <a:lnTo>
                    <a:pt x="336232" y="259080"/>
                  </a:lnTo>
                  <a:lnTo>
                    <a:pt x="327660" y="266700"/>
                  </a:lnTo>
                  <a:lnTo>
                    <a:pt x="327660" y="367284"/>
                  </a:lnTo>
                  <a:close/>
                </a:path>
                <a:path w="375284" h="403860">
                  <a:moveTo>
                    <a:pt x="297180" y="402336"/>
                  </a:moveTo>
                  <a:lnTo>
                    <a:pt x="292893" y="391787"/>
                  </a:lnTo>
                  <a:lnTo>
                    <a:pt x="284607" y="383095"/>
                  </a:lnTo>
                  <a:lnTo>
                    <a:pt x="272319" y="376404"/>
                  </a:lnTo>
                  <a:lnTo>
                    <a:pt x="256032" y="371856"/>
                  </a:lnTo>
                  <a:lnTo>
                    <a:pt x="256032" y="365760"/>
                  </a:lnTo>
                  <a:lnTo>
                    <a:pt x="266890" y="365998"/>
                  </a:lnTo>
                  <a:lnTo>
                    <a:pt x="285178" y="367045"/>
                  </a:lnTo>
                  <a:lnTo>
                    <a:pt x="292608" y="367284"/>
                  </a:lnTo>
                  <a:lnTo>
                    <a:pt x="327660" y="367284"/>
                  </a:lnTo>
                  <a:lnTo>
                    <a:pt x="325683" y="378975"/>
                  </a:lnTo>
                  <a:lnTo>
                    <a:pt x="319849" y="388810"/>
                  </a:lnTo>
                  <a:lnTo>
                    <a:pt x="310300" y="396644"/>
                  </a:lnTo>
                  <a:lnTo>
                    <a:pt x="297180" y="402336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" name="object 52"/>
            <p:cNvSpPr/>
            <p:nvPr/>
          </p:nvSpPr>
          <p:spPr>
            <a:xfrm>
              <a:off x="6600444" y="4253484"/>
              <a:ext cx="361315" cy="231775"/>
            </a:xfrm>
            <a:custGeom>
              <a:avLst/>
              <a:gdLst/>
              <a:ahLst/>
              <a:cxnLst/>
              <a:rect l="l" t="t" r="r" b="b"/>
              <a:pathLst>
                <a:path w="361315" h="231775">
                  <a:moveTo>
                    <a:pt x="138683" y="76200"/>
                  </a:moveTo>
                  <a:lnTo>
                    <a:pt x="150875" y="33527"/>
                  </a:lnTo>
                  <a:lnTo>
                    <a:pt x="48767" y="33527"/>
                  </a:lnTo>
                  <a:lnTo>
                    <a:pt x="41386" y="33813"/>
                  </a:lnTo>
                  <a:lnTo>
                    <a:pt x="33146" y="34670"/>
                  </a:lnTo>
                  <a:lnTo>
                    <a:pt x="24336" y="36099"/>
                  </a:lnTo>
                  <a:lnTo>
                    <a:pt x="15239" y="38100"/>
                  </a:lnTo>
                  <a:lnTo>
                    <a:pt x="0" y="22860"/>
                  </a:lnTo>
                  <a:lnTo>
                    <a:pt x="306323" y="22860"/>
                  </a:lnTo>
                  <a:lnTo>
                    <a:pt x="329183" y="0"/>
                  </a:lnTo>
                  <a:lnTo>
                    <a:pt x="361188" y="33527"/>
                  </a:lnTo>
                  <a:lnTo>
                    <a:pt x="181355" y="33527"/>
                  </a:lnTo>
                  <a:lnTo>
                    <a:pt x="169687" y="46410"/>
                  </a:lnTo>
                  <a:lnTo>
                    <a:pt x="160019" y="57721"/>
                  </a:lnTo>
                  <a:lnTo>
                    <a:pt x="152638" y="67603"/>
                  </a:lnTo>
                  <a:lnTo>
                    <a:pt x="147827" y="76200"/>
                  </a:lnTo>
                  <a:lnTo>
                    <a:pt x="301752" y="76200"/>
                  </a:lnTo>
                  <a:lnTo>
                    <a:pt x="312419" y="60960"/>
                  </a:lnTo>
                  <a:lnTo>
                    <a:pt x="339852" y="82296"/>
                  </a:lnTo>
                  <a:lnTo>
                    <a:pt x="326135" y="94488"/>
                  </a:lnTo>
                  <a:lnTo>
                    <a:pt x="326135" y="195072"/>
                  </a:lnTo>
                  <a:lnTo>
                    <a:pt x="324159" y="206763"/>
                  </a:lnTo>
                  <a:lnTo>
                    <a:pt x="318325" y="216598"/>
                  </a:lnTo>
                  <a:lnTo>
                    <a:pt x="308776" y="224432"/>
                  </a:lnTo>
                  <a:lnTo>
                    <a:pt x="295655" y="230124"/>
                  </a:lnTo>
                  <a:lnTo>
                    <a:pt x="291369" y="219575"/>
                  </a:lnTo>
                  <a:lnTo>
                    <a:pt x="283082" y="210883"/>
                  </a:lnTo>
                  <a:lnTo>
                    <a:pt x="270795" y="204192"/>
                  </a:lnTo>
                  <a:lnTo>
                    <a:pt x="254507" y="199644"/>
                  </a:lnTo>
                  <a:lnTo>
                    <a:pt x="254507" y="193548"/>
                  </a:lnTo>
                  <a:lnTo>
                    <a:pt x="265366" y="193786"/>
                  </a:lnTo>
                  <a:lnTo>
                    <a:pt x="275081" y="194310"/>
                  </a:lnTo>
                  <a:lnTo>
                    <a:pt x="283654" y="194833"/>
                  </a:lnTo>
                  <a:lnTo>
                    <a:pt x="291083" y="195072"/>
                  </a:lnTo>
                  <a:lnTo>
                    <a:pt x="298703" y="195072"/>
                  </a:lnTo>
                  <a:lnTo>
                    <a:pt x="303276" y="190500"/>
                  </a:lnTo>
                  <a:lnTo>
                    <a:pt x="303276" y="182879"/>
                  </a:lnTo>
                  <a:lnTo>
                    <a:pt x="303276" y="86868"/>
                  </a:lnTo>
                  <a:lnTo>
                    <a:pt x="234695" y="86868"/>
                  </a:lnTo>
                  <a:lnTo>
                    <a:pt x="234695" y="198120"/>
                  </a:lnTo>
                  <a:lnTo>
                    <a:pt x="211835" y="210312"/>
                  </a:lnTo>
                  <a:lnTo>
                    <a:pt x="211835" y="86868"/>
                  </a:lnTo>
                  <a:lnTo>
                    <a:pt x="150875" y="86868"/>
                  </a:lnTo>
                  <a:lnTo>
                    <a:pt x="150875" y="201168"/>
                  </a:lnTo>
                  <a:lnTo>
                    <a:pt x="128015" y="213360"/>
                  </a:lnTo>
                  <a:lnTo>
                    <a:pt x="128015" y="86868"/>
                  </a:lnTo>
                  <a:lnTo>
                    <a:pt x="60959" y="86868"/>
                  </a:lnTo>
                  <a:lnTo>
                    <a:pt x="60959" y="219456"/>
                  </a:lnTo>
                  <a:lnTo>
                    <a:pt x="33527" y="231648"/>
                  </a:lnTo>
                  <a:lnTo>
                    <a:pt x="34647" y="212217"/>
                  </a:lnTo>
                  <a:lnTo>
                    <a:pt x="35623" y="190500"/>
                  </a:lnTo>
                  <a:lnTo>
                    <a:pt x="36314" y="166497"/>
                  </a:lnTo>
                  <a:lnTo>
                    <a:pt x="36575" y="140208"/>
                  </a:lnTo>
                  <a:lnTo>
                    <a:pt x="36314" y="114776"/>
                  </a:lnTo>
                  <a:lnTo>
                    <a:pt x="35623" y="93345"/>
                  </a:lnTo>
                  <a:lnTo>
                    <a:pt x="34647" y="75914"/>
                  </a:lnTo>
                  <a:lnTo>
                    <a:pt x="33527" y="62484"/>
                  </a:lnTo>
                  <a:lnTo>
                    <a:pt x="60959" y="76200"/>
                  </a:lnTo>
                  <a:lnTo>
                    <a:pt x="138683" y="76200"/>
                  </a:lnTo>
                  <a:close/>
                </a:path>
              </a:pathLst>
            </a:custGeom>
            <a:ln w="1219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" name="object 53"/>
            <p:cNvSpPr/>
            <p:nvPr/>
          </p:nvSpPr>
          <p:spPr>
            <a:xfrm>
              <a:off x="6815328" y="4232148"/>
              <a:ext cx="81280" cy="10795"/>
            </a:xfrm>
            <a:custGeom>
              <a:avLst/>
              <a:gdLst/>
              <a:ahLst/>
              <a:cxnLst/>
              <a:rect l="l" t="t" r="r" b="b"/>
              <a:pathLst>
                <a:path w="81279" h="10795">
                  <a:moveTo>
                    <a:pt x="0" y="0"/>
                  </a:moveTo>
                  <a:lnTo>
                    <a:pt x="80771" y="0"/>
                  </a:lnTo>
                  <a:lnTo>
                    <a:pt x="80771" y="10667"/>
                  </a:lnTo>
                  <a:lnTo>
                    <a:pt x="0" y="10667"/>
                  </a:lnTo>
                  <a:lnTo>
                    <a:pt x="0" y="0"/>
                  </a:lnTo>
                  <a:close/>
                </a:path>
              </a:pathLst>
            </a:custGeom>
            <a:ln w="1219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4" name="object 54"/>
            <p:cNvSpPr/>
            <p:nvPr/>
          </p:nvSpPr>
          <p:spPr>
            <a:xfrm>
              <a:off x="6598919" y="4081272"/>
              <a:ext cx="375285" cy="177165"/>
            </a:xfrm>
            <a:custGeom>
              <a:avLst/>
              <a:gdLst/>
              <a:ahLst/>
              <a:cxnLst/>
              <a:rect l="l" t="t" r="r" b="b"/>
              <a:pathLst>
                <a:path w="375284" h="177164">
                  <a:moveTo>
                    <a:pt x="198119" y="167639"/>
                  </a:moveTo>
                  <a:lnTo>
                    <a:pt x="170687" y="176783"/>
                  </a:lnTo>
                  <a:lnTo>
                    <a:pt x="171807" y="152495"/>
                  </a:lnTo>
                  <a:lnTo>
                    <a:pt x="172783" y="127634"/>
                  </a:lnTo>
                  <a:lnTo>
                    <a:pt x="173474" y="102203"/>
                  </a:lnTo>
                  <a:lnTo>
                    <a:pt x="173735" y="76199"/>
                  </a:lnTo>
                  <a:lnTo>
                    <a:pt x="35051" y="76199"/>
                  </a:lnTo>
                  <a:lnTo>
                    <a:pt x="36742" y="85034"/>
                  </a:lnTo>
                  <a:lnTo>
                    <a:pt x="37147" y="93154"/>
                  </a:lnTo>
                  <a:lnTo>
                    <a:pt x="36123" y="100417"/>
                  </a:lnTo>
                  <a:lnTo>
                    <a:pt x="33527" y="106679"/>
                  </a:lnTo>
                  <a:lnTo>
                    <a:pt x="30479" y="115823"/>
                  </a:lnTo>
                  <a:lnTo>
                    <a:pt x="24383" y="120395"/>
                  </a:lnTo>
                  <a:lnTo>
                    <a:pt x="16763" y="120395"/>
                  </a:lnTo>
                  <a:lnTo>
                    <a:pt x="9143" y="121919"/>
                  </a:lnTo>
                  <a:lnTo>
                    <a:pt x="3047" y="120395"/>
                  </a:lnTo>
                  <a:lnTo>
                    <a:pt x="1523" y="118871"/>
                  </a:lnTo>
                  <a:lnTo>
                    <a:pt x="0" y="115823"/>
                  </a:lnTo>
                  <a:lnTo>
                    <a:pt x="0" y="114299"/>
                  </a:lnTo>
                  <a:lnTo>
                    <a:pt x="0" y="112775"/>
                  </a:lnTo>
                  <a:lnTo>
                    <a:pt x="0" y="109727"/>
                  </a:lnTo>
                  <a:lnTo>
                    <a:pt x="1523" y="105155"/>
                  </a:lnTo>
                  <a:lnTo>
                    <a:pt x="7619" y="99059"/>
                  </a:lnTo>
                  <a:lnTo>
                    <a:pt x="13311" y="91654"/>
                  </a:lnTo>
                  <a:lnTo>
                    <a:pt x="18859" y="80962"/>
                  </a:lnTo>
                  <a:lnTo>
                    <a:pt x="24122" y="67127"/>
                  </a:lnTo>
                  <a:lnTo>
                    <a:pt x="28955" y="50291"/>
                  </a:lnTo>
                  <a:lnTo>
                    <a:pt x="33527" y="50291"/>
                  </a:lnTo>
                  <a:lnTo>
                    <a:pt x="35051" y="65531"/>
                  </a:lnTo>
                  <a:lnTo>
                    <a:pt x="173735" y="65531"/>
                  </a:lnTo>
                  <a:lnTo>
                    <a:pt x="173735" y="33527"/>
                  </a:lnTo>
                  <a:lnTo>
                    <a:pt x="88391" y="33527"/>
                  </a:lnTo>
                  <a:lnTo>
                    <a:pt x="81010" y="33813"/>
                  </a:lnTo>
                  <a:lnTo>
                    <a:pt x="72770" y="34670"/>
                  </a:lnTo>
                  <a:lnTo>
                    <a:pt x="63960" y="36099"/>
                  </a:lnTo>
                  <a:lnTo>
                    <a:pt x="54863" y="38099"/>
                  </a:lnTo>
                  <a:lnTo>
                    <a:pt x="39623" y="22859"/>
                  </a:lnTo>
                  <a:lnTo>
                    <a:pt x="278891" y="22859"/>
                  </a:lnTo>
                  <a:lnTo>
                    <a:pt x="301751" y="0"/>
                  </a:lnTo>
                  <a:lnTo>
                    <a:pt x="335279" y="33527"/>
                  </a:lnTo>
                  <a:lnTo>
                    <a:pt x="195071" y="33527"/>
                  </a:lnTo>
                  <a:lnTo>
                    <a:pt x="195071" y="65531"/>
                  </a:lnTo>
                  <a:lnTo>
                    <a:pt x="329183" y="65531"/>
                  </a:lnTo>
                  <a:lnTo>
                    <a:pt x="344423" y="48767"/>
                  </a:lnTo>
                  <a:lnTo>
                    <a:pt x="374903" y="80771"/>
                  </a:lnTo>
                  <a:lnTo>
                    <a:pt x="367283" y="80771"/>
                  </a:lnTo>
                  <a:lnTo>
                    <a:pt x="359663" y="82295"/>
                  </a:lnTo>
                  <a:lnTo>
                    <a:pt x="326302" y="106989"/>
                  </a:lnTo>
                  <a:lnTo>
                    <a:pt x="315467" y="120395"/>
                  </a:lnTo>
                  <a:lnTo>
                    <a:pt x="310895" y="117347"/>
                  </a:lnTo>
                  <a:lnTo>
                    <a:pt x="330707" y="76199"/>
                  </a:lnTo>
                  <a:lnTo>
                    <a:pt x="195071" y="76199"/>
                  </a:lnTo>
                  <a:lnTo>
                    <a:pt x="195333" y="113633"/>
                  </a:lnTo>
                  <a:lnTo>
                    <a:pt x="196024" y="141350"/>
                  </a:lnTo>
                  <a:lnTo>
                    <a:pt x="197000" y="159353"/>
                  </a:lnTo>
                  <a:lnTo>
                    <a:pt x="198119" y="167639"/>
                  </a:lnTo>
                  <a:close/>
                </a:path>
              </a:pathLst>
            </a:custGeom>
            <a:ln w="1219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5" name="object 55"/>
            <p:cNvSpPr/>
            <p:nvPr/>
          </p:nvSpPr>
          <p:spPr>
            <a:xfrm>
              <a:off x="6655307" y="4191000"/>
              <a:ext cx="241300" cy="52069"/>
            </a:xfrm>
            <a:custGeom>
              <a:avLst/>
              <a:gdLst/>
              <a:ahLst/>
              <a:cxnLst/>
              <a:rect l="l" t="t" r="r" b="b"/>
              <a:pathLst>
                <a:path w="241300" h="52070">
                  <a:moveTo>
                    <a:pt x="6096" y="0"/>
                  </a:moveTo>
                  <a:lnTo>
                    <a:pt x="83820" y="0"/>
                  </a:lnTo>
                  <a:lnTo>
                    <a:pt x="83820" y="10667"/>
                  </a:lnTo>
                  <a:lnTo>
                    <a:pt x="6096" y="10667"/>
                  </a:lnTo>
                  <a:lnTo>
                    <a:pt x="6096" y="0"/>
                  </a:lnTo>
                  <a:close/>
                </a:path>
                <a:path w="241300" h="52070">
                  <a:moveTo>
                    <a:pt x="160020" y="0"/>
                  </a:moveTo>
                  <a:lnTo>
                    <a:pt x="240792" y="0"/>
                  </a:lnTo>
                  <a:lnTo>
                    <a:pt x="240792" y="10667"/>
                  </a:lnTo>
                  <a:lnTo>
                    <a:pt x="160020" y="10667"/>
                  </a:lnTo>
                  <a:lnTo>
                    <a:pt x="160020" y="0"/>
                  </a:lnTo>
                  <a:close/>
                </a:path>
                <a:path w="241300" h="52070">
                  <a:moveTo>
                    <a:pt x="0" y="41148"/>
                  </a:moveTo>
                  <a:lnTo>
                    <a:pt x="83820" y="41148"/>
                  </a:lnTo>
                  <a:lnTo>
                    <a:pt x="83820" y="51816"/>
                  </a:lnTo>
                  <a:lnTo>
                    <a:pt x="0" y="51816"/>
                  </a:lnTo>
                  <a:lnTo>
                    <a:pt x="0" y="41148"/>
                  </a:lnTo>
                  <a:close/>
                </a:path>
              </a:pathLst>
            </a:custGeom>
            <a:ln w="1219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56" name="object 56"/>
          <p:cNvGrpSpPr/>
          <p:nvPr/>
        </p:nvGrpSpPr>
        <p:grpSpPr>
          <a:xfrm>
            <a:off x="7019544" y="4072128"/>
            <a:ext cx="856615" cy="417830"/>
            <a:chOff x="7019544" y="4072128"/>
            <a:chExt cx="856615" cy="417830"/>
          </a:xfrm>
        </p:grpSpPr>
        <p:sp>
          <p:nvSpPr>
            <p:cNvPr id="57" name="object 57"/>
            <p:cNvSpPr/>
            <p:nvPr/>
          </p:nvSpPr>
          <p:spPr>
            <a:xfrm>
              <a:off x="7025640" y="4078224"/>
              <a:ext cx="403860" cy="405765"/>
            </a:xfrm>
            <a:custGeom>
              <a:avLst/>
              <a:gdLst/>
              <a:ahLst/>
              <a:cxnLst/>
              <a:rect l="l" t="t" r="r" b="b"/>
              <a:pathLst>
                <a:path w="403859" h="405764">
                  <a:moveTo>
                    <a:pt x="208787" y="100584"/>
                  </a:moveTo>
                  <a:lnTo>
                    <a:pt x="182879" y="100584"/>
                  </a:lnTo>
                  <a:lnTo>
                    <a:pt x="182786" y="54149"/>
                  </a:lnTo>
                  <a:lnTo>
                    <a:pt x="182689" y="37719"/>
                  </a:lnTo>
                  <a:lnTo>
                    <a:pt x="182237" y="15716"/>
                  </a:lnTo>
                  <a:lnTo>
                    <a:pt x="181355" y="0"/>
                  </a:lnTo>
                  <a:lnTo>
                    <a:pt x="222503" y="22860"/>
                  </a:lnTo>
                  <a:lnTo>
                    <a:pt x="208787" y="36576"/>
                  </a:lnTo>
                  <a:lnTo>
                    <a:pt x="208787" y="100584"/>
                  </a:lnTo>
                  <a:close/>
                </a:path>
                <a:path w="403859" h="405764">
                  <a:moveTo>
                    <a:pt x="315467" y="88392"/>
                  </a:moveTo>
                  <a:lnTo>
                    <a:pt x="309371" y="88392"/>
                  </a:lnTo>
                  <a:lnTo>
                    <a:pt x="300227" y="74676"/>
                  </a:lnTo>
                  <a:lnTo>
                    <a:pt x="291941" y="62650"/>
                  </a:lnTo>
                  <a:lnTo>
                    <a:pt x="280796" y="49339"/>
                  </a:lnTo>
                  <a:lnTo>
                    <a:pt x="266795" y="34599"/>
                  </a:lnTo>
                  <a:lnTo>
                    <a:pt x="249935" y="18288"/>
                  </a:lnTo>
                  <a:lnTo>
                    <a:pt x="254507" y="13716"/>
                  </a:lnTo>
                  <a:lnTo>
                    <a:pt x="299084" y="31718"/>
                  </a:lnTo>
                  <a:lnTo>
                    <a:pt x="324612" y="60960"/>
                  </a:lnTo>
                  <a:lnTo>
                    <a:pt x="324612" y="68580"/>
                  </a:lnTo>
                  <a:lnTo>
                    <a:pt x="318515" y="83820"/>
                  </a:lnTo>
                  <a:lnTo>
                    <a:pt x="315467" y="88392"/>
                  </a:lnTo>
                  <a:close/>
                </a:path>
                <a:path w="403859" h="405764">
                  <a:moveTo>
                    <a:pt x="25907" y="115824"/>
                  </a:moveTo>
                  <a:lnTo>
                    <a:pt x="10667" y="100584"/>
                  </a:lnTo>
                  <a:lnTo>
                    <a:pt x="330708" y="100584"/>
                  </a:lnTo>
                  <a:lnTo>
                    <a:pt x="355092" y="74676"/>
                  </a:lnTo>
                  <a:lnTo>
                    <a:pt x="390144" y="111252"/>
                  </a:lnTo>
                  <a:lnTo>
                    <a:pt x="68579" y="111252"/>
                  </a:lnTo>
                  <a:lnTo>
                    <a:pt x="57411" y="111537"/>
                  </a:lnTo>
                  <a:lnTo>
                    <a:pt x="46672" y="112395"/>
                  </a:lnTo>
                  <a:lnTo>
                    <a:pt x="36218" y="113823"/>
                  </a:lnTo>
                  <a:lnTo>
                    <a:pt x="25907" y="115824"/>
                  </a:lnTo>
                  <a:close/>
                </a:path>
                <a:path w="403859" h="405764">
                  <a:moveTo>
                    <a:pt x="27431" y="356616"/>
                  </a:moveTo>
                  <a:lnTo>
                    <a:pt x="0" y="321564"/>
                  </a:lnTo>
                  <a:lnTo>
                    <a:pt x="11715" y="318373"/>
                  </a:lnTo>
                  <a:lnTo>
                    <a:pt x="26288" y="313182"/>
                  </a:lnTo>
                  <a:lnTo>
                    <a:pt x="43719" y="305704"/>
                  </a:lnTo>
                  <a:lnTo>
                    <a:pt x="64007" y="295656"/>
                  </a:lnTo>
                  <a:lnTo>
                    <a:pt x="148018" y="253007"/>
                  </a:lnTo>
                  <a:lnTo>
                    <a:pt x="182879" y="234696"/>
                  </a:lnTo>
                  <a:lnTo>
                    <a:pt x="182879" y="111252"/>
                  </a:lnTo>
                  <a:lnTo>
                    <a:pt x="210311" y="111252"/>
                  </a:lnTo>
                  <a:lnTo>
                    <a:pt x="217428" y="132588"/>
                  </a:lnTo>
                  <a:lnTo>
                    <a:pt x="208787" y="132588"/>
                  </a:lnTo>
                  <a:lnTo>
                    <a:pt x="208787" y="245364"/>
                  </a:lnTo>
                  <a:lnTo>
                    <a:pt x="182879" y="245364"/>
                  </a:lnTo>
                  <a:lnTo>
                    <a:pt x="76200" y="313944"/>
                  </a:lnTo>
                  <a:lnTo>
                    <a:pt x="58507" y="326826"/>
                  </a:lnTo>
                  <a:lnTo>
                    <a:pt x="44386" y="338137"/>
                  </a:lnTo>
                  <a:lnTo>
                    <a:pt x="33980" y="348019"/>
                  </a:lnTo>
                  <a:lnTo>
                    <a:pt x="27431" y="356616"/>
                  </a:lnTo>
                  <a:close/>
                </a:path>
                <a:path w="403859" h="405764">
                  <a:moveTo>
                    <a:pt x="364236" y="368808"/>
                  </a:moveTo>
                  <a:lnTo>
                    <a:pt x="325628" y="343161"/>
                  </a:lnTo>
                  <a:lnTo>
                    <a:pt x="292099" y="311968"/>
                  </a:lnTo>
                  <a:lnTo>
                    <a:pt x="263651" y="275272"/>
                  </a:lnTo>
                  <a:lnTo>
                    <a:pt x="240283" y="233115"/>
                  </a:lnTo>
                  <a:lnTo>
                    <a:pt x="221995" y="185539"/>
                  </a:lnTo>
                  <a:lnTo>
                    <a:pt x="208787" y="132588"/>
                  </a:lnTo>
                  <a:lnTo>
                    <a:pt x="217428" y="132588"/>
                  </a:lnTo>
                  <a:lnTo>
                    <a:pt x="221765" y="145589"/>
                  </a:lnTo>
                  <a:lnTo>
                    <a:pt x="233362" y="175641"/>
                  </a:lnTo>
                  <a:lnTo>
                    <a:pt x="245244" y="201691"/>
                  </a:lnTo>
                  <a:lnTo>
                    <a:pt x="257555" y="224028"/>
                  </a:lnTo>
                  <a:lnTo>
                    <a:pt x="275720" y="224028"/>
                  </a:lnTo>
                  <a:lnTo>
                    <a:pt x="260603" y="233172"/>
                  </a:lnTo>
                  <a:lnTo>
                    <a:pt x="291774" y="271438"/>
                  </a:lnTo>
                  <a:lnTo>
                    <a:pt x="325945" y="301561"/>
                  </a:lnTo>
                  <a:lnTo>
                    <a:pt x="363259" y="323397"/>
                  </a:lnTo>
                  <a:lnTo>
                    <a:pt x="403860" y="336803"/>
                  </a:lnTo>
                  <a:lnTo>
                    <a:pt x="403860" y="344424"/>
                  </a:lnTo>
                  <a:lnTo>
                    <a:pt x="390167" y="346733"/>
                  </a:lnTo>
                  <a:lnTo>
                    <a:pt x="378904" y="351472"/>
                  </a:lnTo>
                  <a:lnTo>
                    <a:pt x="370212" y="358782"/>
                  </a:lnTo>
                  <a:lnTo>
                    <a:pt x="364236" y="368808"/>
                  </a:lnTo>
                  <a:close/>
                </a:path>
                <a:path w="403859" h="405764">
                  <a:moveTo>
                    <a:pt x="115823" y="231647"/>
                  </a:moveTo>
                  <a:lnTo>
                    <a:pt x="109727" y="231647"/>
                  </a:lnTo>
                  <a:lnTo>
                    <a:pt x="105155" y="224028"/>
                  </a:lnTo>
                  <a:lnTo>
                    <a:pt x="100583" y="211835"/>
                  </a:lnTo>
                  <a:lnTo>
                    <a:pt x="93130" y="197548"/>
                  </a:lnTo>
                  <a:lnTo>
                    <a:pt x="82105" y="182117"/>
                  </a:lnTo>
                  <a:lnTo>
                    <a:pt x="67365" y="165544"/>
                  </a:lnTo>
                  <a:lnTo>
                    <a:pt x="48767" y="147828"/>
                  </a:lnTo>
                  <a:lnTo>
                    <a:pt x="51815" y="141732"/>
                  </a:lnTo>
                  <a:lnTo>
                    <a:pt x="93154" y="160020"/>
                  </a:lnTo>
                  <a:lnTo>
                    <a:pt x="127634" y="187261"/>
                  </a:lnTo>
                  <a:lnTo>
                    <a:pt x="131063" y="199644"/>
                  </a:lnTo>
                  <a:lnTo>
                    <a:pt x="131063" y="204216"/>
                  </a:lnTo>
                  <a:lnTo>
                    <a:pt x="123443" y="219456"/>
                  </a:lnTo>
                  <a:lnTo>
                    <a:pt x="118871" y="227076"/>
                  </a:lnTo>
                  <a:lnTo>
                    <a:pt x="115823" y="231647"/>
                  </a:lnTo>
                  <a:close/>
                </a:path>
                <a:path w="403859" h="405764">
                  <a:moveTo>
                    <a:pt x="275720" y="224028"/>
                  </a:moveTo>
                  <a:lnTo>
                    <a:pt x="257555" y="224028"/>
                  </a:lnTo>
                  <a:lnTo>
                    <a:pt x="281249" y="203739"/>
                  </a:lnTo>
                  <a:lnTo>
                    <a:pt x="301942" y="184023"/>
                  </a:lnTo>
                  <a:lnTo>
                    <a:pt x="319492" y="164877"/>
                  </a:lnTo>
                  <a:lnTo>
                    <a:pt x="333756" y="146304"/>
                  </a:lnTo>
                  <a:lnTo>
                    <a:pt x="364236" y="178308"/>
                  </a:lnTo>
                  <a:lnTo>
                    <a:pt x="323088" y="195072"/>
                  </a:lnTo>
                  <a:lnTo>
                    <a:pt x="311396" y="202525"/>
                  </a:lnTo>
                  <a:lnTo>
                    <a:pt x="275720" y="224028"/>
                  </a:lnTo>
                  <a:close/>
                </a:path>
                <a:path w="403859" h="405764">
                  <a:moveTo>
                    <a:pt x="207683" y="361188"/>
                  </a:moveTo>
                  <a:lnTo>
                    <a:pt x="175259" y="361188"/>
                  </a:lnTo>
                  <a:lnTo>
                    <a:pt x="181355" y="356616"/>
                  </a:lnTo>
                  <a:lnTo>
                    <a:pt x="182767" y="346733"/>
                  </a:lnTo>
                  <a:lnTo>
                    <a:pt x="182879" y="245364"/>
                  </a:lnTo>
                  <a:lnTo>
                    <a:pt x="208787" y="245364"/>
                  </a:lnTo>
                  <a:lnTo>
                    <a:pt x="208689" y="351472"/>
                  </a:lnTo>
                  <a:lnTo>
                    <a:pt x="207683" y="361188"/>
                  </a:lnTo>
                  <a:close/>
                </a:path>
                <a:path w="403859" h="405764">
                  <a:moveTo>
                    <a:pt x="166115" y="405384"/>
                  </a:moveTo>
                  <a:lnTo>
                    <a:pt x="161853" y="393382"/>
                  </a:lnTo>
                  <a:lnTo>
                    <a:pt x="151447" y="382524"/>
                  </a:lnTo>
                  <a:lnTo>
                    <a:pt x="135040" y="372808"/>
                  </a:lnTo>
                  <a:lnTo>
                    <a:pt x="112775" y="364236"/>
                  </a:lnTo>
                  <a:lnTo>
                    <a:pt x="112775" y="358140"/>
                  </a:lnTo>
                  <a:lnTo>
                    <a:pt x="157567" y="360926"/>
                  </a:lnTo>
                  <a:lnTo>
                    <a:pt x="166115" y="361188"/>
                  </a:lnTo>
                  <a:lnTo>
                    <a:pt x="207683" y="361188"/>
                  </a:lnTo>
                  <a:lnTo>
                    <a:pt x="206835" y="369379"/>
                  </a:lnTo>
                  <a:lnTo>
                    <a:pt x="198881" y="384810"/>
                  </a:lnTo>
                  <a:lnTo>
                    <a:pt x="185213" y="396811"/>
                  </a:lnTo>
                  <a:lnTo>
                    <a:pt x="166115" y="405384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58" name="object 58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7269480" y="4085844"/>
              <a:ext cx="86868" cy="86868"/>
            </a:xfrm>
            <a:prstGeom prst="rect">
              <a:avLst/>
            </a:prstGeom>
          </p:spPr>
        </p:pic>
        <p:sp>
          <p:nvSpPr>
            <p:cNvPr id="59" name="object 59"/>
            <p:cNvSpPr/>
            <p:nvPr/>
          </p:nvSpPr>
          <p:spPr>
            <a:xfrm>
              <a:off x="7025640" y="4078224"/>
              <a:ext cx="403860" cy="405765"/>
            </a:xfrm>
            <a:custGeom>
              <a:avLst/>
              <a:gdLst/>
              <a:ahLst/>
              <a:cxnLst/>
              <a:rect l="l" t="t" r="r" b="b"/>
              <a:pathLst>
                <a:path w="403859" h="405764">
                  <a:moveTo>
                    <a:pt x="181356" y="0"/>
                  </a:moveTo>
                  <a:lnTo>
                    <a:pt x="222504" y="22859"/>
                  </a:lnTo>
                  <a:lnTo>
                    <a:pt x="208788" y="36576"/>
                  </a:lnTo>
                  <a:lnTo>
                    <a:pt x="208788" y="100584"/>
                  </a:lnTo>
                  <a:lnTo>
                    <a:pt x="330708" y="100584"/>
                  </a:lnTo>
                  <a:lnTo>
                    <a:pt x="355092" y="74676"/>
                  </a:lnTo>
                  <a:lnTo>
                    <a:pt x="390144" y="111252"/>
                  </a:lnTo>
                  <a:lnTo>
                    <a:pt x="210312" y="111252"/>
                  </a:lnTo>
                  <a:lnTo>
                    <a:pt x="221765" y="145589"/>
                  </a:lnTo>
                  <a:lnTo>
                    <a:pt x="233362" y="175640"/>
                  </a:lnTo>
                  <a:lnTo>
                    <a:pt x="245244" y="201691"/>
                  </a:lnTo>
                  <a:lnTo>
                    <a:pt x="257556" y="224028"/>
                  </a:lnTo>
                  <a:lnTo>
                    <a:pt x="281249" y="203739"/>
                  </a:lnTo>
                  <a:lnTo>
                    <a:pt x="301942" y="184022"/>
                  </a:lnTo>
                  <a:lnTo>
                    <a:pt x="319492" y="164877"/>
                  </a:lnTo>
                  <a:lnTo>
                    <a:pt x="333756" y="146304"/>
                  </a:lnTo>
                  <a:lnTo>
                    <a:pt x="364236" y="178307"/>
                  </a:lnTo>
                  <a:lnTo>
                    <a:pt x="323088" y="195072"/>
                  </a:lnTo>
                  <a:lnTo>
                    <a:pt x="311396" y="202525"/>
                  </a:lnTo>
                  <a:lnTo>
                    <a:pt x="296989" y="211264"/>
                  </a:lnTo>
                  <a:lnTo>
                    <a:pt x="280011" y="221432"/>
                  </a:lnTo>
                  <a:lnTo>
                    <a:pt x="260604" y="233172"/>
                  </a:lnTo>
                  <a:lnTo>
                    <a:pt x="291774" y="271438"/>
                  </a:lnTo>
                  <a:lnTo>
                    <a:pt x="325945" y="301561"/>
                  </a:lnTo>
                  <a:lnTo>
                    <a:pt x="363259" y="323397"/>
                  </a:lnTo>
                  <a:lnTo>
                    <a:pt x="403860" y="336804"/>
                  </a:lnTo>
                  <a:lnTo>
                    <a:pt x="403860" y="344423"/>
                  </a:lnTo>
                  <a:lnTo>
                    <a:pt x="390167" y="346733"/>
                  </a:lnTo>
                  <a:lnTo>
                    <a:pt x="378904" y="351472"/>
                  </a:lnTo>
                  <a:lnTo>
                    <a:pt x="370212" y="358782"/>
                  </a:lnTo>
                  <a:lnTo>
                    <a:pt x="364236" y="368808"/>
                  </a:lnTo>
                  <a:lnTo>
                    <a:pt x="325628" y="343161"/>
                  </a:lnTo>
                  <a:lnTo>
                    <a:pt x="292100" y="311968"/>
                  </a:lnTo>
                  <a:lnTo>
                    <a:pt x="263652" y="275272"/>
                  </a:lnTo>
                  <a:lnTo>
                    <a:pt x="240284" y="233115"/>
                  </a:lnTo>
                  <a:lnTo>
                    <a:pt x="221996" y="185539"/>
                  </a:lnTo>
                  <a:lnTo>
                    <a:pt x="208788" y="132588"/>
                  </a:lnTo>
                  <a:lnTo>
                    <a:pt x="208788" y="350519"/>
                  </a:lnTo>
                  <a:lnTo>
                    <a:pt x="206835" y="369379"/>
                  </a:lnTo>
                  <a:lnTo>
                    <a:pt x="198882" y="384809"/>
                  </a:lnTo>
                  <a:lnTo>
                    <a:pt x="185213" y="396811"/>
                  </a:lnTo>
                  <a:lnTo>
                    <a:pt x="166116" y="405384"/>
                  </a:lnTo>
                  <a:lnTo>
                    <a:pt x="161853" y="393382"/>
                  </a:lnTo>
                  <a:lnTo>
                    <a:pt x="151447" y="382524"/>
                  </a:lnTo>
                  <a:lnTo>
                    <a:pt x="135040" y="372808"/>
                  </a:lnTo>
                  <a:lnTo>
                    <a:pt x="112776" y="364236"/>
                  </a:lnTo>
                  <a:lnTo>
                    <a:pt x="112776" y="358139"/>
                  </a:lnTo>
                  <a:lnTo>
                    <a:pt x="130754" y="359259"/>
                  </a:lnTo>
                  <a:lnTo>
                    <a:pt x="145732" y="360235"/>
                  </a:lnTo>
                  <a:lnTo>
                    <a:pt x="157567" y="360926"/>
                  </a:lnTo>
                  <a:lnTo>
                    <a:pt x="166116" y="361187"/>
                  </a:lnTo>
                  <a:lnTo>
                    <a:pt x="175260" y="361187"/>
                  </a:lnTo>
                  <a:lnTo>
                    <a:pt x="181356" y="356615"/>
                  </a:lnTo>
                  <a:lnTo>
                    <a:pt x="182880" y="345948"/>
                  </a:lnTo>
                  <a:lnTo>
                    <a:pt x="182880" y="245364"/>
                  </a:lnTo>
                  <a:lnTo>
                    <a:pt x="150566" y="265937"/>
                  </a:lnTo>
                  <a:lnTo>
                    <a:pt x="97369" y="300227"/>
                  </a:lnTo>
                  <a:lnTo>
                    <a:pt x="58507" y="326826"/>
                  </a:lnTo>
                  <a:lnTo>
                    <a:pt x="27432" y="356615"/>
                  </a:lnTo>
                  <a:lnTo>
                    <a:pt x="0" y="321563"/>
                  </a:lnTo>
                  <a:lnTo>
                    <a:pt x="43719" y="305704"/>
                  </a:lnTo>
                  <a:lnTo>
                    <a:pt x="88582" y="283344"/>
                  </a:lnTo>
                  <a:lnTo>
                    <a:pt x="148018" y="253007"/>
                  </a:lnTo>
                  <a:lnTo>
                    <a:pt x="182880" y="234695"/>
                  </a:lnTo>
                  <a:lnTo>
                    <a:pt x="182880" y="111252"/>
                  </a:lnTo>
                  <a:lnTo>
                    <a:pt x="68580" y="111252"/>
                  </a:lnTo>
                  <a:lnTo>
                    <a:pt x="57411" y="111537"/>
                  </a:lnTo>
                  <a:lnTo>
                    <a:pt x="46672" y="112395"/>
                  </a:lnTo>
                  <a:lnTo>
                    <a:pt x="36218" y="113823"/>
                  </a:lnTo>
                  <a:lnTo>
                    <a:pt x="25908" y="115824"/>
                  </a:lnTo>
                  <a:lnTo>
                    <a:pt x="10668" y="100584"/>
                  </a:lnTo>
                  <a:lnTo>
                    <a:pt x="182880" y="100584"/>
                  </a:lnTo>
                  <a:lnTo>
                    <a:pt x="182856" y="66008"/>
                  </a:lnTo>
                  <a:lnTo>
                    <a:pt x="182689" y="37719"/>
                  </a:lnTo>
                  <a:lnTo>
                    <a:pt x="182237" y="15716"/>
                  </a:lnTo>
                  <a:lnTo>
                    <a:pt x="181356" y="0"/>
                  </a:lnTo>
                  <a:close/>
                </a:path>
              </a:pathLst>
            </a:custGeom>
            <a:ln w="1219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60" name="object 60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7068312" y="4213860"/>
              <a:ext cx="94488" cy="102108"/>
            </a:xfrm>
            <a:prstGeom prst="rect">
              <a:avLst/>
            </a:prstGeom>
          </p:spPr>
        </p:pic>
        <p:sp>
          <p:nvSpPr>
            <p:cNvPr id="61" name="object 61"/>
            <p:cNvSpPr/>
            <p:nvPr/>
          </p:nvSpPr>
          <p:spPr>
            <a:xfrm>
              <a:off x="7478268" y="4082796"/>
              <a:ext cx="398145" cy="394970"/>
            </a:xfrm>
            <a:custGeom>
              <a:avLst/>
              <a:gdLst/>
              <a:ahLst/>
              <a:cxnLst/>
              <a:rect l="l" t="t" r="r" b="b"/>
              <a:pathLst>
                <a:path w="398145" h="394970">
                  <a:moveTo>
                    <a:pt x="308457" y="18288"/>
                  </a:moveTo>
                  <a:lnTo>
                    <a:pt x="271272" y="18288"/>
                  </a:lnTo>
                  <a:lnTo>
                    <a:pt x="286512" y="0"/>
                  </a:lnTo>
                  <a:lnTo>
                    <a:pt x="308457" y="18288"/>
                  </a:lnTo>
                  <a:close/>
                </a:path>
                <a:path w="398145" h="394970">
                  <a:moveTo>
                    <a:pt x="97536" y="178308"/>
                  </a:moveTo>
                  <a:lnTo>
                    <a:pt x="97774" y="156591"/>
                  </a:lnTo>
                  <a:lnTo>
                    <a:pt x="98821" y="113157"/>
                  </a:lnTo>
                  <a:lnTo>
                    <a:pt x="99060" y="91440"/>
                  </a:lnTo>
                  <a:lnTo>
                    <a:pt x="98821" y="70318"/>
                  </a:lnTo>
                  <a:lnTo>
                    <a:pt x="97774" y="25217"/>
                  </a:lnTo>
                  <a:lnTo>
                    <a:pt x="97536" y="1524"/>
                  </a:lnTo>
                  <a:lnTo>
                    <a:pt x="124968" y="18288"/>
                  </a:lnTo>
                  <a:lnTo>
                    <a:pt x="308457" y="18288"/>
                  </a:lnTo>
                  <a:lnTo>
                    <a:pt x="313944" y="22860"/>
                  </a:lnTo>
                  <a:lnTo>
                    <a:pt x="306324" y="28956"/>
                  </a:lnTo>
                  <a:lnTo>
                    <a:pt x="123444" y="28956"/>
                  </a:lnTo>
                  <a:lnTo>
                    <a:pt x="123444" y="79248"/>
                  </a:lnTo>
                  <a:lnTo>
                    <a:pt x="298727" y="79248"/>
                  </a:lnTo>
                  <a:lnTo>
                    <a:pt x="298768" y="88392"/>
                  </a:lnTo>
                  <a:lnTo>
                    <a:pt x="123444" y="88392"/>
                  </a:lnTo>
                  <a:lnTo>
                    <a:pt x="123444" y="141732"/>
                  </a:lnTo>
                  <a:lnTo>
                    <a:pt x="299342" y="141732"/>
                  </a:lnTo>
                  <a:lnTo>
                    <a:pt x="299781" y="150876"/>
                  </a:lnTo>
                  <a:lnTo>
                    <a:pt x="123444" y="150876"/>
                  </a:lnTo>
                  <a:lnTo>
                    <a:pt x="123444" y="167640"/>
                  </a:lnTo>
                  <a:lnTo>
                    <a:pt x="97536" y="178308"/>
                  </a:lnTo>
                  <a:close/>
                </a:path>
                <a:path w="398145" h="394970">
                  <a:moveTo>
                    <a:pt x="298727" y="79248"/>
                  </a:moveTo>
                  <a:lnTo>
                    <a:pt x="274320" y="79248"/>
                  </a:lnTo>
                  <a:lnTo>
                    <a:pt x="274320" y="28956"/>
                  </a:lnTo>
                  <a:lnTo>
                    <a:pt x="306324" y="28956"/>
                  </a:lnTo>
                  <a:lnTo>
                    <a:pt x="298704" y="35052"/>
                  </a:lnTo>
                  <a:lnTo>
                    <a:pt x="298727" y="79248"/>
                  </a:lnTo>
                  <a:close/>
                </a:path>
                <a:path w="398145" h="394970">
                  <a:moveTo>
                    <a:pt x="299342" y="141732"/>
                  </a:moveTo>
                  <a:lnTo>
                    <a:pt x="274320" y="141732"/>
                  </a:lnTo>
                  <a:lnTo>
                    <a:pt x="274320" y="88392"/>
                  </a:lnTo>
                  <a:lnTo>
                    <a:pt x="298768" y="88392"/>
                  </a:lnTo>
                  <a:lnTo>
                    <a:pt x="298894" y="115252"/>
                  </a:lnTo>
                  <a:lnTo>
                    <a:pt x="299342" y="141732"/>
                  </a:lnTo>
                  <a:close/>
                </a:path>
                <a:path w="398145" h="394970">
                  <a:moveTo>
                    <a:pt x="274320" y="173736"/>
                  </a:moveTo>
                  <a:lnTo>
                    <a:pt x="274320" y="150876"/>
                  </a:lnTo>
                  <a:lnTo>
                    <a:pt x="299781" y="150876"/>
                  </a:lnTo>
                  <a:lnTo>
                    <a:pt x="300227" y="160020"/>
                  </a:lnTo>
                  <a:lnTo>
                    <a:pt x="274320" y="173736"/>
                  </a:lnTo>
                  <a:close/>
                </a:path>
                <a:path w="398145" h="394970">
                  <a:moveTo>
                    <a:pt x="19812" y="211836"/>
                  </a:moveTo>
                  <a:lnTo>
                    <a:pt x="4572" y="196596"/>
                  </a:lnTo>
                  <a:lnTo>
                    <a:pt x="326136" y="196596"/>
                  </a:lnTo>
                  <a:lnTo>
                    <a:pt x="352044" y="170688"/>
                  </a:lnTo>
                  <a:lnTo>
                    <a:pt x="388620" y="207264"/>
                  </a:lnTo>
                  <a:lnTo>
                    <a:pt x="62484" y="207264"/>
                  </a:lnTo>
                  <a:lnTo>
                    <a:pt x="51315" y="207549"/>
                  </a:lnTo>
                  <a:lnTo>
                    <a:pt x="40576" y="208407"/>
                  </a:lnTo>
                  <a:lnTo>
                    <a:pt x="30122" y="209835"/>
                  </a:lnTo>
                  <a:lnTo>
                    <a:pt x="19812" y="211836"/>
                  </a:lnTo>
                  <a:close/>
                </a:path>
                <a:path w="398145" h="394970">
                  <a:moveTo>
                    <a:pt x="213360" y="341376"/>
                  </a:moveTo>
                  <a:lnTo>
                    <a:pt x="188976" y="341376"/>
                  </a:lnTo>
                  <a:lnTo>
                    <a:pt x="188976" y="207264"/>
                  </a:lnTo>
                  <a:lnTo>
                    <a:pt x="213360" y="207264"/>
                  </a:lnTo>
                  <a:lnTo>
                    <a:pt x="213360" y="266699"/>
                  </a:lnTo>
                  <a:lnTo>
                    <a:pt x="348995" y="266699"/>
                  </a:lnTo>
                  <a:lnTo>
                    <a:pt x="359664" y="277368"/>
                  </a:lnTo>
                  <a:lnTo>
                    <a:pt x="213360" y="277368"/>
                  </a:lnTo>
                  <a:lnTo>
                    <a:pt x="213360" y="341376"/>
                  </a:lnTo>
                  <a:close/>
                </a:path>
                <a:path w="398145" h="394970">
                  <a:moveTo>
                    <a:pt x="3048" y="394716"/>
                  </a:moveTo>
                  <a:lnTo>
                    <a:pt x="0" y="390144"/>
                  </a:lnTo>
                  <a:lnTo>
                    <a:pt x="34266" y="357854"/>
                  </a:lnTo>
                  <a:lnTo>
                    <a:pt x="61531" y="318135"/>
                  </a:lnTo>
                  <a:lnTo>
                    <a:pt x="81653" y="270986"/>
                  </a:lnTo>
                  <a:lnTo>
                    <a:pt x="94488" y="216408"/>
                  </a:lnTo>
                  <a:lnTo>
                    <a:pt x="132588" y="237744"/>
                  </a:lnTo>
                  <a:lnTo>
                    <a:pt x="108561" y="273367"/>
                  </a:lnTo>
                  <a:lnTo>
                    <a:pt x="105156" y="281940"/>
                  </a:lnTo>
                  <a:lnTo>
                    <a:pt x="113712" y="291084"/>
                  </a:lnTo>
                  <a:lnTo>
                    <a:pt x="100584" y="291084"/>
                  </a:lnTo>
                  <a:lnTo>
                    <a:pt x="81700" y="324850"/>
                  </a:lnTo>
                  <a:lnTo>
                    <a:pt x="59245" y="353187"/>
                  </a:lnTo>
                  <a:lnTo>
                    <a:pt x="33075" y="376380"/>
                  </a:lnTo>
                  <a:lnTo>
                    <a:pt x="3048" y="394716"/>
                  </a:lnTo>
                  <a:close/>
                </a:path>
                <a:path w="398145" h="394970">
                  <a:moveTo>
                    <a:pt x="348995" y="266699"/>
                  </a:moveTo>
                  <a:lnTo>
                    <a:pt x="303275" y="266699"/>
                  </a:lnTo>
                  <a:lnTo>
                    <a:pt x="326136" y="243840"/>
                  </a:lnTo>
                  <a:lnTo>
                    <a:pt x="348995" y="266699"/>
                  </a:lnTo>
                  <a:close/>
                </a:path>
                <a:path w="398145" h="394970">
                  <a:moveTo>
                    <a:pt x="362712" y="390144"/>
                  </a:moveTo>
                  <a:lnTo>
                    <a:pt x="315015" y="387524"/>
                  </a:lnTo>
                  <a:lnTo>
                    <a:pt x="274891" y="384048"/>
                  </a:lnTo>
                  <a:lnTo>
                    <a:pt x="217932" y="373380"/>
                  </a:lnTo>
                  <a:lnTo>
                    <a:pt x="178879" y="358330"/>
                  </a:lnTo>
                  <a:lnTo>
                    <a:pt x="134659" y="329017"/>
                  </a:lnTo>
                  <a:lnTo>
                    <a:pt x="100584" y="291084"/>
                  </a:lnTo>
                  <a:lnTo>
                    <a:pt x="113712" y="291084"/>
                  </a:lnTo>
                  <a:lnTo>
                    <a:pt x="121467" y="299370"/>
                  </a:lnTo>
                  <a:lnTo>
                    <a:pt x="140779" y="315087"/>
                  </a:lnTo>
                  <a:lnTo>
                    <a:pt x="163234" y="329088"/>
                  </a:lnTo>
                  <a:lnTo>
                    <a:pt x="188976" y="341376"/>
                  </a:lnTo>
                  <a:lnTo>
                    <a:pt x="213360" y="341376"/>
                  </a:lnTo>
                  <a:lnTo>
                    <a:pt x="213360" y="347472"/>
                  </a:lnTo>
                  <a:lnTo>
                    <a:pt x="230838" y="351496"/>
                  </a:lnTo>
                  <a:lnTo>
                    <a:pt x="251460" y="354520"/>
                  </a:lnTo>
                  <a:lnTo>
                    <a:pt x="275510" y="356687"/>
                  </a:lnTo>
                  <a:lnTo>
                    <a:pt x="303275" y="358140"/>
                  </a:lnTo>
                  <a:lnTo>
                    <a:pt x="397764" y="358140"/>
                  </a:lnTo>
                  <a:lnTo>
                    <a:pt x="397764" y="361188"/>
                  </a:lnTo>
                  <a:lnTo>
                    <a:pt x="383714" y="365712"/>
                  </a:lnTo>
                  <a:lnTo>
                    <a:pt x="373380" y="372237"/>
                  </a:lnTo>
                  <a:lnTo>
                    <a:pt x="366474" y="380476"/>
                  </a:lnTo>
                  <a:lnTo>
                    <a:pt x="362712" y="390144"/>
                  </a:lnTo>
                  <a:close/>
                </a:path>
                <a:path w="398145" h="394970">
                  <a:moveTo>
                    <a:pt x="397764" y="358140"/>
                  </a:moveTo>
                  <a:lnTo>
                    <a:pt x="303275" y="358140"/>
                  </a:lnTo>
                  <a:lnTo>
                    <a:pt x="330684" y="357854"/>
                  </a:lnTo>
                  <a:lnTo>
                    <a:pt x="355663" y="356997"/>
                  </a:lnTo>
                  <a:lnTo>
                    <a:pt x="378071" y="355568"/>
                  </a:lnTo>
                  <a:lnTo>
                    <a:pt x="397764" y="353568"/>
                  </a:lnTo>
                  <a:lnTo>
                    <a:pt x="397764" y="35814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62" name="object 62"/>
          <p:cNvSpPr/>
          <p:nvPr/>
        </p:nvSpPr>
        <p:spPr>
          <a:xfrm>
            <a:off x="7921752" y="4081271"/>
            <a:ext cx="403860" cy="403860"/>
          </a:xfrm>
          <a:custGeom>
            <a:avLst/>
            <a:gdLst/>
            <a:ahLst/>
            <a:cxnLst/>
            <a:rect l="l" t="t" r="r" b="b"/>
            <a:pathLst>
              <a:path w="403859" h="403860">
                <a:moveTo>
                  <a:pt x="103632" y="403860"/>
                </a:moveTo>
                <a:lnTo>
                  <a:pt x="99060" y="397764"/>
                </a:lnTo>
                <a:lnTo>
                  <a:pt x="114800" y="386024"/>
                </a:lnTo>
                <a:lnTo>
                  <a:pt x="130111" y="373570"/>
                </a:lnTo>
                <a:lnTo>
                  <a:pt x="160020" y="345948"/>
                </a:lnTo>
                <a:lnTo>
                  <a:pt x="184213" y="315087"/>
                </a:lnTo>
                <a:lnTo>
                  <a:pt x="210145" y="264509"/>
                </a:lnTo>
                <a:lnTo>
                  <a:pt x="222194" y="227933"/>
                </a:lnTo>
                <a:lnTo>
                  <a:pt x="231362" y="188523"/>
                </a:lnTo>
                <a:lnTo>
                  <a:pt x="238220" y="143422"/>
                </a:lnTo>
                <a:lnTo>
                  <a:pt x="241887" y="91725"/>
                </a:lnTo>
                <a:lnTo>
                  <a:pt x="242935" y="32289"/>
                </a:lnTo>
                <a:lnTo>
                  <a:pt x="242316" y="0"/>
                </a:lnTo>
                <a:lnTo>
                  <a:pt x="288035" y="21336"/>
                </a:lnTo>
                <a:lnTo>
                  <a:pt x="272796" y="35052"/>
                </a:lnTo>
                <a:lnTo>
                  <a:pt x="271653" y="67056"/>
                </a:lnTo>
                <a:lnTo>
                  <a:pt x="272796" y="99060"/>
                </a:lnTo>
                <a:lnTo>
                  <a:pt x="275082" y="120396"/>
                </a:lnTo>
                <a:lnTo>
                  <a:pt x="265176" y="120396"/>
                </a:lnTo>
                <a:lnTo>
                  <a:pt x="261747" y="163806"/>
                </a:lnTo>
                <a:lnTo>
                  <a:pt x="256032" y="202501"/>
                </a:lnTo>
                <a:lnTo>
                  <a:pt x="237744" y="265176"/>
                </a:lnTo>
                <a:lnTo>
                  <a:pt x="211455" y="312991"/>
                </a:lnTo>
                <a:lnTo>
                  <a:pt x="178308" y="350520"/>
                </a:lnTo>
                <a:lnTo>
                  <a:pt x="140398" y="380619"/>
                </a:lnTo>
                <a:lnTo>
                  <a:pt x="121943" y="392953"/>
                </a:lnTo>
                <a:lnTo>
                  <a:pt x="103632" y="403860"/>
                </a:lnTo>
                <a:close/>
              </a:path>
              <a:path w="403859" h="403860">
                <a:moveTo>
                  <a:pt x="4572" y="384048"/>
                </a:moveTo>
                <a:lnTo>
                  <a:pt x="0" y="379476"/>
                </a:lnTo>
                <a:lnTo>
                  <a:pt x="17406" y="355734"/>
                </a:lnTo>
                <a:lnTo>
                  <a:pt x="32956" y="332422"/>
                </a:lnTo>
                <a:lnTo>
                  <a:pt x="57912" y="286511"/>
                </a:lnTo>
                <a:lnTo>
                  <a:pt x="76200" y="236791"/>
                </a:lnTo>
                <a:lnTo>
                  <a:pt x="89916" y="176784"/>
                </a:lnTo>
                <a:lnTo>
                  <a:pt x="98869" y="100012"/>
                </a:lnTo>
                <a:lnTo>
                  <a:pt x="101274" y="53554"/>
                </a:lnTo>
                <a:lnTo>
                  <a:pt x="102108" y="1524"/>
                </a:lnTo>
                <a:lnTo>
                  <a:pt x="144780" y="21336"/>
                </a:lnTo>
                <a:lnTo>
                  <a:pt x="129540" y="33528"/>
                </a:lnTo>
                <a:lnTo>
                  <a:pt x="126111" y="83558"/>
                </a:lnTo>
                <a:lnTo>
                  <a:pt x="122682" y="124015"/>
                </a:lnTo>
                <a:lnTo>
                  <a:pt x="119253" y="155043"/>
                </a:lnTo>
                <a:lnTo>
                  <a:pt x="115824" y="176784"/>
                </a:lnTo>
                <a:lnTo>
                  <a:pt x="129104" y="187452"/>
                </a:lnTo>
                <a:lnTo>
                  <a:pt x="114300" y="187452"/>
                </a:lnTo>
                <a:lnTo>
                  <a:pt x="104322" y="225171"/>
                </a:lnTo>
                <a:lnTo>
                  <a:pt x="92773" y="258318"/>
                </a:lnTo>
                <a:lnTo>
                  <a:pt x="65532" y="310896"/>
                </a:lnTo>
                <a:lnTo>
                  <a:pt x="35539" y="350996"/>
                </a:lnTo>
                <a:lnTo>
                  <a:pt x="20312" y="368331"/>
                </a:lnTo>
                <a:lnTo>
                  <a:pt x="4572" y="384048"/>
                </a:lnTo>
                <a:close/>
              </a:path>
              <a:path w="403859" h="403860">
                <a:moveTo>
                  <a:pt x="367284" y="387096"/>
                </a:moveTo>
                <a:lnTo>
                  <a:pt x="339852" y="354330"/>
                </a:lnTo>
                <a:lnTo>
                  <a:pt x="316992" y="316992"/>
                </a:lnTo>
                <a:lnTo>
                  <a:pt x="299847" y="276987"/>
                </a:lnTo>
                <a:lnTo>
                  <a:pt x="284988" y="234696"/>
                </a:lnTo>
                <a:lnTo>
                  <a:pt x="273939" y="184404"/>
                </a:lnTo>
                <a:lnTo>
                  <a:pt x="265176" y="120396"/>
                </a:lnTo>
                <a:lnTo>
                  <a:pt x="275082" y="120396"/>
                </a:lnTo>
                <a:lnTo>
                  <a:pt x="276225" y="131064"/>
                </a:lnTo>
                <a:lnTo>
                  <a:pt x="281940" y="163068"/>
                </a:lnTo>
                <a:lnTo>
                  <a:pt x="300228" y="224599"/>
                </a:lnTo>
                <a:lnTo>
                  <a:pt x="327660" y="284988"/>
                </a:lnTo>
                <a:lnTo>
                  <a:pt x="362902" y="334137"/>
                </a:lnTo>
                <a:lnTo>
                  <a:pt x="403860" y="362712"/>
                </a:lnTo>
                <a:lnTo>
                  <a:pt x="403860" y="370332"/>
                </a:lnTo>
                <a:lnTo>
                  <a:pt x="389572" y="372951"/>
                </a:lnTo>
                <a:lnTo>
                  <a:pt x="378714" y="376428"/>
                </a:lnTo>
                <a:lnTo>
                  <a:pt x="371284" y="381047"/>
                </a:lnTo>
                <a:lnTo>
                  <a:pt x="367284" y="387096"/>
                </a:lnTo>
                <a:close/>
              </a:path>
              <a:path w="403859" h="403860">
                <a:moveTo>
                  <a:pt x="173736" y="291084"/>
                </a:moveTo>
                <a:lnTo>
                  <a:pt x="150733" y="246816"/>
                </a:lnTo>
                <a:lnTo>
                  <a:pt x="141351" y="228409"/>
                </a:lnTo>
                <a:lnTo>
                  <a:pt x="129111" y="208573"/>
                </a:lnTo>
                <a:lnTo>
                  <a:pt x="114300" y="187452"/>
                </a:lnTo>
                <a:lnTo>
                  <a:pt x="129104" y="187452"/>
                </a:lnTo>
                <a:lnTo>
                  <a:pt x="162758" y="217717"/>
                </a:lnTo>
                <a:lnTo>
                  <a:pt x="187856" y="254103"/>
                </a:lnTo>
                <a:lnTo>
                  <a:pt x="188976" y="262128"/>
                </a:lnTo>
                <a:lnTo>
                  <a:pt x="188976" y="272796"/>
                </a:lnTo>
                <a:lnTo>
                  <a:pt x="185928" y="280416"/>
                </a:lnTo>
                <a:lnTo>
                  <a:pt x="181356" y="284988"/>
                </a:lnTo>
                <a:lnTo>
                  <a:pt x="176784" y="288035"/>
                </a:lnTo>
                <a:lnTo>
                  <a:pt x="173736" y="29108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" name="object 63"/>
          <p:cNvSpPr/>
          <p:nvPr/>
        </p:nvSpPr>
        <p:spPr>
          <a:xfrm>
            <a:off x="8382000" y="4078223"/>
            <a:ext cx="381000" cy="402590"/>
          </a:xfrm>
          <a:custGeom>
            <a:avLst/>
            <a:gdLst/>
            <a:ahLst/>
            <a:cxnLst/>
            <a:rect l="l" t="t" r="r" b="b"/>
            <a:pathLst>
              <a:path w="381000" h="402589">
                <a:moveTo>
                  <a:pt x="298703" y="112776"/>
                </a:moveTo>
                <a:lnTo>
                  <a:pt x="274319" y="112776"/>
                </a:lnTo>
                <a:lnTo>
                  <a:pt x="274246" y="71413"/>
                </a:lnTo>
                <a:lnTo>
                  <a:pt x="274129" y="50673"/>
                </a:lnTo>
                <a:lnTo>
                  <a:pt x="273677" y="24050"/>
                </a:lnTo>
                <a:lnTo>
                  <a:pt x="272795" y="0"/>
                </a:lnTo>
                <a:lnTo>
                  <a:pt x="316991" y="22860"/>
                </a:lnTo>
                <a:lnTo>
                  <a:pt x="298703" y="35052"/>
                </a:lnTo>
                <a:lnTo>
                  <a:pt x="298703" y="112776"/>
                </a:lnTo>
                <a:close/>
              </a:path>
              <a:path w="381000" h="402589">
                <a:moveTo>
                  <a:pt x="129757" y="64008"/>
                </a:moveTo>
                <a:lnTo>
                  <a:pt x="94488" y="64008"/>
                </a:lnTo>
                <a:lnTo>
                  <a:pt x="108203" y="47244"/>
                </a:lnTo>
                <a:lnTo>
                  <a:pt x="129757" y="64008"/>
                </a:lnTo>
                <a:close/>
              </a:path>
              <a:path w="381000" h="402589">
                <a:moveTo>
                  <a:pt x="0" y="361188"/>
                </a:moveTo>
                <a:lnTo>
                  <a:pt x="881" y="330088"/>
                </a:lnTo>
                <a:lnTo>
                  <a:pt x="1326" y="292417"/>
                </a:lnTo>
                <a:lnTo>
                  <a:pt x="1435" y="128016"/>
                </a:lnTo>
                <a:lnTo>
                  <a:pt x="1333" y="102679"/>
                </a:lnTo>
                <a:lnTo>
                  <a:pt x="881" y="71413"/>
                </a:lnTo>
                <a:lnTo>
                  <a:pt x="0" y="50292"/>
                </a:lnTo>
                <a:lnTo>
                  <a:pt x="27431" y="64008"/>
                </a:lnTo>
                <a:lnTo>
                  <a:pt x="129757" y="64008"/>
                </a:lnTo>
                <a:lnTo>
                  <a:pt x="135635" y="68580"/>
                </a:lnTo>
                <a:lnTo>
                  <a:pt x="128777" y="74676"/>
                </a:lnTo>
                <a:lnTo>
                  <a:pt x="25907" y="74676"/>
                </a:lnTo>
                <a:lnTo>
                  <a:pt x="25907" y="178308"/>
                </a:lnTo>
                <a:lnTo>
                  <a:pt x="121919" y="178308"/>
                </a:lnTo>
                <a:lnTo>
                  <a:pt x="121919" y="188976"/>
                </a:lnTo>
                <a:lnTo>
                  <a:pt x="25907" y="188976"/>
                </a:lnTo>
                <a:lnTo>
                  <a:pt x="25907" y="300228"/>
                </a:lnTo>
                <a:lnTo>
                  <a:pt x="122260" y="300228"/>
                </a:lnTo>
                <a:lnTo>
                  <a:pt x="122465" y="310895"/>
                </a:lnTo>
                <a:lnTo>
                  <a:pt x="25907" y="310895"/>
                </a:lnTo>
                <a:lnTo>
                  <a:pt x="25907" y="347472"/>
                </a:lnTo>
                <a:lnTo>
                  <a:pt x="0" y="361188"/>
                </a:lnTo>
                <a:close/>
              </a:path>
              <a:path w="381000" h="402589">
                <a:moveTo>
                  <a:pt x="121919" y="178308"/>
                </a:moveTo>
                <a:lnTo>
                  <a:pt x="97536" y="178308"/>
                </a:lnTo>
                <a:lnTo>
                  <a:pt x="97536" y="74676"/>
                </a:lnTo>
                <a:lnTo>
                  <a:pt x="128777" y="74676"/>
                </a:lnTo>
                <a:lnTo>
                  <a:pt x="121919" y="80772"/>
                </a:lnTo>
                <a:lnTo>
                  <a:pt x="121919" y="178308"/>
                </a:lnTo>
                <a:close/>
              </a:path>
              <a:path w="381000" h="402589">
                <a:moveTo>
                  <a:pt x="143255" y="128016"/>
                </a:moveTo>
                <a:lnTo>
                  <a:pt x="126491" y="112776"/>
                </a:lnTo>
                <a:lnTo>
                  <a:pt x="324612" y="112776"/>
                </a:lnTo>
                <a:lnTo>
                  <a:pt x="347472" y="89916"/>
                </a:lnTo>
                <a:lnTo>
                  <a:pt x="381000" y="123444"/>
                </a:lnTo>
                <a:lnTo>
                  <a:pt x="184403" y="123444"/>
                </a:lnTo>
                <a:lnTo>
                  <a:pt x="173259" y="123729"/>
                </a:lnTo>
                <a:lnTo>
                  <a:pt x="162686" y="124587"/>
                </a:lnTo>
                <a:lnTo>
                  <a:pt x="152685" y="126015"/>
                </a:lnTo>
                <a:lnTo>
                  <a:pt x="143255" y="128016"/>
                </a:lnTo>
                <a:close/>
              </a:path>
              <a:path w="381000" h="402589">
                <a:moveTo>
                  <a:pt x="297904" y="361759"/>
                </a:moveTo>
                <a:lnTo>
                  <a:pt x="254126" y="361759"/>
                </a:lnTo>
                <a:lnTo>
                  <a:pt x="262127" y="361188"/>
                </a:lnTo>
                <a:lnTo>
                  <a:pt x="271271" y="359664"/>
                </a:lnTo>
                <a:lnTo>
                  <a:pt x="274319" y="353568"/>
                </a:lnTo>
                <a:lnTo>
                  <a:pt x="274319" y="123444"/>
                </a:lnTo>
                <a:lnTo>
                  <a:pt x="298703" y="123444"/>
                </a:lnTo>
                <a:lnTo>
                  <a:pt x="298703" y="356616"/>
                </a:lnTo>
                <a:lnTo>
                  <a:pt x="297904" y="361759"/>
                </a:lnTo>
                <a:close/>
              </a:path>
              <a:path w="381000" h="402589">
                <a:moveTo>
                  <a:pt x="205739" y="260604"/>
                </a:moveTo>
                <a:lnTo>
                  <a:pt x="199643" y="260604"/>
                </a:lnTo>
                <a:lnTo>
                  <a:pt x="196595" y="252984"/>
                </a:lnTo>
                <a:lnTo>
                  <a:pt x="193547" y="239268"/>
                </a:lnTo>
                <a:lnTo>
                  <a:pt x="187832" y="223861"/>
                </a:lnTo>
                <a:lnTo>
                  <a:pt x="179831" y="207454"/>
                </a:lnTo>
                <a:lnTo>
                  <a:pt x="169544" y="190190"/>
                </a:lnTo>
                <a:lnTo>
                  <a:pt x="156971" y="172212"/>
                </a:lnTo>
                <a:lnTo>
                  <a:pt x="161543" y="166116"/>
                </a:lnTo>
                <a:lnTo>
                  <a:pt x="197357" y="192786"/>
                </a:lnTo>
                <a:lnTo>
                  <a:pt x="222420" y="223861"/>
                </a:lnTo>
                <a:lnTo>
                  <a:pt x="222503" y="234696"/>
                </a:lnTo>
                <a:lnTo>
                  <a:pt x="219455" y="240792"/>
                </a:lnTo>
                <a:lnTo>
                  <a:pt x="214883" y="248412"/>
                </a:lnTo>
                <a:lnTo>
                  <a:pt x="208787" y="256032"/>
                </a:lnTo>
                <a:lnTo>
                  <a:pt x="205739" y="260604"/>
                </a:lnTo>
                <a:close/>
              </a:path>
              <a:path w="381000" h="402589">
                <a:moveTo>
                  <a:pt x="122260" y="300228"/>
                </a:moveTo>
                <a:lnTo>
                  <a:pt x="97536" y="300228"/>
                </a:lnTo>
                <a:lnTo>
                  <a:pt x="97536" y="188976"/>
                </a:lnTo>
                <a:lnTo>
                  <a:pt x="121919" y="188976"/>
                </a:lnTo>
                <a:lnTo>
                  <a:pt x="121943" y="261723"/>
                </a:lnTo>
                <a:lnTo>
                  <a:pt x="122110" y="292417"/>
                </a:lnTo>
                <a:lnTo>
                  <a:pt x="122260" y="300228"/>
                </a:lnTo>
                <a:close/>
              </a:path>
              <a:path w="381000" h="402589">
                <a:moveTo>
                  <a:pt x="97536" y="345948"/>
                </a:moveTo>
                <a:lnTo>
                  <a:pt x="97536" y="310895"/>
                </a:lnTo>
                <a:lnTo>
                  <a:pt x="122465" y="310895"/>
                </a:lnTo>
                <a:lnTo>
                  <a:pt x="122562" y="315968"/>
                </a:lnTo>
                <a:lnTo>
                  <a:pt x="123443" y="332232"/>
                </a:lnTo>
                <a:lnTo>
                  <a:pt x="97536" y="345948"/>
                </a:lnTo>
                <a:close/>
              </a:path>
              <a:path w="381000" h="402589">
                <a:moveTo>
                  <a:pt x="260603" y="402336"/>
                </a:moveTo>
                <a:lnTo>
                  <a:pt x="256270" y="390596"/>
                </a:lnTo>
                <a:lnTo>
                  <a:pt x="245363" y="380428"/>
                </a:lnTo>
                <a:lnTo>
                  <a:pt x="227599" y="371689"/>
                </a:lnTo>
                <a:lnTo>
                  <a:pt x="202691" y="364236"/>
                </a:lnTo>
                <a:lnTo>
                  <a:pt x="202691" y="356616"/>
                </a:lnTo>
                <a:lnTo>
                  <a:pt x="224408" y="359473"/>
                </a:lnTo>
                <a:lnTo>
                  <a:pt x="241553" y="361188"/>
                </a:lnTo>
                <a:lnTo>
                  <a:pt x="254126" y="361759"/>
                </a:lnTo>
                <a:lnTo>
                  <a:pt x="297904" y="361759"/>
                </a:lnTo>
                <a:lnTo>
                  <a:pt x="296394" y="371475"/>
                </a:lnTo>
                <a:lnTo>
                  <a:pt x="289369" y="384048"/>
                </a:lnTo>
                <a:lnTo>
                  <a:pt x="277487" y="394335"/>
                </a:lnTo>
                <a:lnTo>
                  <a:pt x="260603" y="40233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" name="object 64"/>
          <p:cNvSpPr/>
          <p:nvPr/>
        </p:nvSpPr>
        <p:spPr>
          <a:xfrm>
            <a:off x="8810232" y="4079747"/>
            <a:ext cx="1047115" cy="407034"/>
          </a:xfrm>
          <a:custGeom>
            <a:avLst/>
            <a:gdLst/>
            <a:ahLst/>
            <a:cxnLst/>
            <a:rect l="l" t="t" r="r" b="b"/>
            <a:pathLst>
              <a:path w="1047115" h="407035">
                <a:moveTo>
                  <a:pt x="150876" y="42672"/>
                </a:moveTo>
                <a:lnTo>
                  <a:pt x="148005" y="34937"/>
                </a:lnTo>
                <a:lnTo>
                  <a:pt x="139255" y="25336"/>
                </a:lnTo>
                <a:lnTo>
                  <a:pt x="124523" y="13741"/>
                </a:lnTo>
                <a:lnTo>
                  <a:pt x="103632" y="0"/>
                </a:lnTo>
                <a:lnTo>
                  <a:pt x="99060" y="3048"/>
                </a:lnTo>
                <a:lnTo>
                  <a:pt x="107594" y="16484"/>
                </a:lnTo>
                <a:lnTo>
                  <a:pt x="114681" y="29337"/>
                </a:lnTo>
                <a:lnTo>
                  <a:pt x="120065" y="41630"/>
                </a:lnTo>
                <a:lnTo>
                  <a:pt x="123444" y="53340"/>
                </a:lnTo>
                <a:lnTo>
                  <a:pt x="124968" y="65532"/>
                </a:lnTo>
                <a:lnTo>
                  <a:pt x="129540" y="71628"/>
                </a:lnTo>
                <a:lnTo>
                  <a:pt x="135636" y="71628"/>
                </a:lnTo>
                <a:lnTo>
                  <a:pt x="143256" y="64008"/>
                </a:lnTo>
                <a:lnTo>
                  <a:pt x="149352" y="59436"/>
                </a:lnTo>
                <a:lnTo>
                  <a:pt x="150876" y="53340"/>
                </a:lnTo>
                <a:lnTo>
                  <a:pt x="150876" y="42672"/>
                </a:lnTo>
                <a:close/>
              </a:path>
              <a:path w="1047115" h="407035">
                <a:moveTo>
                  <a:pt x="246888" y="222504"/>
                </a:moveTo>
                <a:lnTo>
                  <a:pt x="213360" y="190500"/>
                </a:lnTo>
                <a:lnTo>
                  <a:pt x="195364" y="221361"/>
                </a:lnTo>
                <a:lnTo>
                  <a:pt x="175641" y="249936"/>
                </a:lnTo>
                <a:lnTo>
                  <a:pt x="131064" y="300228"/>
                </a:lnTo>
                <a:lnTo>
                  <a:pt x="75247" y="347091"/>
                </a:lnTo>
                <a:lnTo>
                  <a:pt x="39992" y="369671"/>
                </a:lnTo>
                <a:lnTo>
                  <a:pt x="0" y="391668"/>
                </a:lnTo>
                <a:lnTo>
                  <a:pt x="1524" y="397764"/>
                </a:lnTo>
                <a:lnTo>
                  <a:pt x="48628" y="378002"/>
                </a:lnTo>
                <a:lnTo>
                  <a:pt x="91440" y="355092"/>
                </a:lnTo>
                <a:lnTo>
                  <a:pt x="129692" y="328764"/>
                </a:lnTo>
                <a:lnTo>
                  <a:pt x="163068" y="298704"/>
                </a:lnTo>
                <a:lnTo>
                  <a:pt x="177863" y="316166"/>
                </a:lnTo>
                <a:lnTo>
                  <a:pt x="189928" y="332041"/>
                </a:lnTo>
                <a:lnTo>
                  <a:pt x="198869" y="346506"/>
                </a:lnTo>
                <a:lnTo>
                  <a:pt x="204216" y="359664"/>
                </a:lnTo>
                <a:lnTo>
                  <a:pt x="208788" y="371856"/>
                </a:lnTo>
                <a:lnTo>
                  <a:pt x="211836" y="376428"/>
                </a:lnTo>
                <a:lnTo>
                  <a:pt x="219456" y="376428"/>
                </a:lnTo>
                <a:lnTo>
                  <a:pt x="222504" y="374904"/>
                </a:lnTo>
                <a:lnTo>
                  <a:pt x="227076" y="368808"/>
                </a:lnTo>
                <a:lnTo>
                  <a:pt x="230124" y="364236"/>
                </a:lnTo>
                <a:lnTo>
                  <a:pt x="231648" y="356616"/>
                </a:lnTo>
                <a:lnTo>
                  <a:pt x="231648" y="344424"/>
                </a:lnTo>
                <a:lnTo>
                  <a:pt x="196938" y="309499"/>
                </a:lnTo>
                <a:lnTo>
                  <a:pt x="170688" y="292608"/>
                </a:lnTo>
                <a:lnTo>
                  <a:pt x="196977" y="261556"/>
                </a:lnTo>
                <a:lnTo>
                  <a:pt x="210985" y="244817"/>
                </a:lnTo>
                <a:lnTo>
                  <a:pt x="225552" y="227076"/>
                </a:lnTo>
                <a:lnTo>
                  <a:pt x="246888" y="222504"/>
                </a:lnTo>
                <a:close/>
              </a:path>
              <a:path w="1047115" h="407035">
                <a:moveTo>
                  <a:pt x="259080" y="88392"/>
                </a:moveTo>
                <a:lnTo>
                  <a:pt x="225552" y="54864"/>
                </a:lnTo>
                <a:lnTo>
                  <a:pt x="202692" y="77724"/>
                </a:lnTo>
                <a:lnTo>
                  <a:pt x="3048" y="77724"/>
                </a:lnTo>
                <a:lnTo>
                  <a:pt x="18288" y="94488"/>
                </a:lnTo>
                <a:lnTo>
                  <a:pt x="28600" y="91617"/>
                </a:lnTo>
                <a:lnTo>
                  <a:pt x="39052" y="89725"/>
                </a:lnTo>
                <a:lnTo>
                  <a:pt x="49796" y="88709"/>
                </a:lnTo>
                <a:lnTo>
                  <a:pt x="60960" y="88392"/>
                </a:lnTo>
                <a:lnTo>
                  <a:pt x="109728" y="88392"/>
                </a:lnTo>
                <a:lnTo>
                  <a:pt x="87439" y="130835"/>
                </a:lnTo>
                <a:lnTo>
                  <a:pt x="57150" y="166497"/>
                </a:lnTo>
                <a:lnTo>
                  <a:pt x="36576" y="176784"/>
                </a:lnTo>
                <a:lnTo>
                  <a:pt x="51816" y="207264"/>
                </a:lnTo>
                <a:lnTo>
                  <a:pt x="97536" y="190500"/>
                </a:lnTo>
                <a:lnTo>
                  <a:pt x="149352" y="185928"/>
                </a:lnTo>
                <a:lnTo>
                  <a:pt x="133921" y="205930"/>
                </a:lnTo>
                <a:lnTo>
                  <a:pt x="99631" y="242506"/>
                </a:lnTo>
                <a:lnTo>
                  <a:pt x="61087" y="274726"/>
                </a:lnTo>
                <a:lnTo>
                  <a:pt x="20561" y="302590"/>
                </a:lnTo>
                <a:lnTo>
                  <a:pt x="0" y="313944"/>
                </a:lnTo>
                <a:lnTo>
                  <a:pt x="3048" y="320040"/>
                </a:lnTo>
                <a:lnTo>
                  <a:pt x="55816" y="294894"/>
                </a:lnTo>
                <a:lnTo>
                  <a:pt x="105156" y="260604"/>
                </a:lnTo>
                <a:lnTo>
                  <a:pt x="154305" y="214503"/>
                </a:lnTo>
                <a:lnTo>
                  <a:pt x="177749" y="185928"/>
                </a:lnTo>
                <a:lnTo>
                  <a:pt x="178028" y="185597"/>
                </a:lnTo>
                <a:lnTo>
                  <a:pt x="183108" y="178308"/>
                </a:lnTo>
                <a:lnTo>
                  <a:pt x="201168" y="152400"/>
                </a:lnTo>
                <a:lnTo>
                  <a:pt x="220980" y="147828"/>
                </a:lnTo>
                <a:lnTo>
                  <a:pt x="184404" y="120396"/>
                </a:lnTo>
                <a:lnTo>
                  <a:pt x="164909" y="161124"/>
                </a:lnTo>
                <a:lnTo>
                  <a:pt x="64008" y="178308"/>
                </a:lnTo>
                <a:lnTo>
                  <a:pt x="75996" y="168021"/>
                </a:lnTo>
                <a:lnTo>
                  <a:pt x="91249" y="153162"/>
                </a:lnTo>
                <a:lnTo>
                  <a:pt x="109664" y="133731"/>
                </a:lnTo>
                <a:lnTo>
                  <a:pt x="131064" y="109728"/>
                </a:lnTo>
                <a:lnTo>
                  <a:pt x="147828" y="106680"/>
                </a:lnTo>
                <a:lnTo>
                  <a:pt x="123444" y="88392"/>
                </a:lnTo>
                <a:lnTo>
                  <a:pt x="259080" y="88392"/>
                </a:lnTo>
                <a:close/>
              </a:path>
              <a:path w="1047115" h="407035">
                <a:moveTo>
                  <a:pt x="323088" y="79248"/>
                </a:moveTo>
                <a:lnTo>
                  <a:pt x="283464" y="64008"/>
                </a:lnTo>
                <a:lnTo>
                  <a:pt x="283705" y="91186"/>
                </a:lnTo>
                <a:lnTo>
                  <a:pt x="284226" y="120205"/>
                </a:lnTo>
                <a:lnTo>
                  <a:pt x="284759" y="151244"/>
                </a:lnTo>
                <a:lnTo>
                  <a:pt x="284988" y="184404"/>
                </a:lnTo>
                <a:lnTo>
                  <a:pt x="284759" y="217601"/>
                </a:lnTo>
                <a:lnTo>
                  <a:pt x="284289" y="245364"/>
                </a:lnTo>
                <a:lnTo>
                  <a:pt x="283705" y="278282"/>
                </a:lnTo>
                <a:lnTo>
                  <a:pt x="283464" y="306324"/>
                </a:lnTo>
                <a:lnTo>
                  <a:pt x="309372" y="294132"/>
                </a:lnTo>
                <a:lnTo>
                  <a:pt x="308495" y="282448"/>
                </a:lnTo>
                <a:lnTo>
                  <a:pt x="308038" y="270319"/>
                </a:lnTo>
                <a:lnTo>
                  <a:pt x="307873" y="257924"/>
                </a:lnTo>
                <a:lnTo>
                  <a:pt x="307848" y="94488"/>
                </a:lnTo>
                <a:lnTo>
                  <a:pt x="323088" y="79248"/>
                </a:lnTo>
                <a:close/>
              </a:path>
              <a:path w="1047115" h="407035">
                <a:moveTo>
                  <a:pt x="394716" y="15240"/>
                </a:moveTo>
                <a:lnTo>
                  <a:pt x="358140" y="0"/>
                </a:lnTo>
                <a:lnTo>
                  <a:pt x="359029" y="14554"/>
                </a:lnTo>
                <a:lnTo>
                  <a:pt x="359473" y="30670"/>
                </a:lnTo>
                <a:lnTo>
                  <a:pt x="359651" y="48221"/>
                </a:lnTo>
                <a:lnTo>
                  <a:pt x="359664" y="338328"/>
                </a:lnTo>
                <a:lnTo>
                  <a:pt x="359435" y="349453"/>
                </a:lnTo>
                <a:lnTo>
                  <a:pt x="356616" y="357568"/>
                </a:lnTo>
                <a:lnTo>
                  <a:pt x="351523" y="362546"/>
                </a:lnTo>
                <a:lnTo>
                  <a:pt x="344551" y="364210"/>
                </a:lnTo>
                <a:lnTo>
                  <a:pt x="335026" y="364197"/>
                </a:lnTo>
                <a:lnTo>
                  <a:pt x="322897" y="363855"/>
                </a:lnTo>
                <a:lnTo>
                  <a:pt x="308216" y="362953"/>
                </a:lnTo>
                <a:lnTo>
                  <a:pt x="291084" y="361188"/>
                </a:lnTo>
                <a:lnTo>
                  <a:pt x="291084" y="370332"/>
                </a:lnTo>
                <a:lnTo>
                  <a:pt x="314261" y="375196"/>
                </a:lnTo>
                <a:lnTo>
                  <a:pt x="331279" y="382905"/>
                </a:lnTo>
                <a:lnTo>
                  <a:pt x="342315" y="393484"/>
                </a:lnTo>
                <a:lnTo>
                  <a:pt x="347472" y="406908"/>
                </a:lnTo>
                <a:lnTo>
                  <a:pt x="363245" y="398322"/>
                </a:lnTo>
                <a:lnTo>
                  <a:pt x="374142" y="386143"/>
                </a:lnTo>
                <a:lnTo>
                  <a:pt x="380479" y="370268"/>
                </a:lnTo>
                <a:lnTo>
                  <a:pt x="381101" y="364236"/>
                </a:lnTo>
                <a:lnTo>
                  <a:pt x="382524" y="350520"/>
                </a:lnTo>
                <a:lnTo>
                  <a:pt x="382524" y="27432"/>
                </a:lnTo>
                <a:lnTo>
                  <a:pt x="394716" y="15240"/>
                </a:lnTo>
                <a:close/>
              </a:path>
              <a:path w="1047115" h="407035">
                <a:moveTo>
                  <a:pt x="614172" y="291084"/>
                </a:moveTo>
                <a:lnTo>
                  <a:pt x="600456" y="248412"/>
                </a:lnTo>
                <a:lnTo>
                  <a:pt x="559308" y="227076"/>
                </a:lnTo>
                <a:lnTo>
                  <a:pt x="551688" y="224028"/>
                </a:lnTo>
                <a:lnTo>
                  <a:pt x="542544" y="222504"/>
                </a:lnTo>
                <a:lnTo>
                  <a:pt x="536448" y="220980"/>
                </a:lnTo>
                <a:lnTo>
                  <a:pt x="521208" y="217932"/>
                </a:lnTo>
                <a:lnTo>
                  <a:pt x="489204" y="204216"/>
                </a:lnTo>
                <a:lnTo>
                  <a:pt x="483108" y="199644"/>
                </a:lnTo>
                <a:lnTo>
                  <a:pt x="481584" y="192024"/>
                </a:lnTo>
                <a:lnTo>
                  <a:pt x="481584" y="181356"/>
                </a:lnTo>
                <a:lnTo>
                  <a:pt x="510349" y="149923"/>
                </a:lnTo>
                <a:lnTo>
                  <a:pt x="528828" y="147828"/>
                </a:lnTo>
                <a:lnTo>
                  <a:pt x="538861" y="148145"/>
                </a:lnTo>
                <a:lnTo>
                  <a:pt x="576694" y="158521"/>
                </a:lnTo>
                <a:lnTo>
                  <a:pt x="601980" y="173736"/>
                </a:lnTo>
                <a:lnTo>
                  <a:pt x="605028" y="173736"/>
                </a:lnTo>
                <a:lnTo>
                  <a:pt x="605028" y="131064"/>
                </a:lnTo>
                <a:lnTo>
                  <a:pt x="597623" y="127000"/>
                </a:lnTo>
                <a:lnTo>
                  <a:pt x="559714" y="115354"/>
                </a:lnTo>
                <a:lnTo>
                  <a:pt x="530352" y="112776"/>
                </a:lnTo>
                <a:lnTo>
                  <a:pt x="510667" y="114185"/>
                </a:lnTo>
                <a:lnTo>
                  <a:pt x="463296" y="134112"/>
                </a:lnTo>
                <a:lnTo>
                  <a:pt x="440588" y="171411"/>
                </a:lnTo>
                <a:lnTo>
                  <a:pt x="438912" y="187452"/>
                </a:lnTo>
                <a:lnTo>
                  <a:pt x="439750" y="198577"/>
                </a:lnTo>
                <a:lnTo>
                  <a:pt x="458825" y="235419"/>
                </a:lnTo>
                <a:lnTo>
                  <a:pt x="515112" y="257556"/>
                </a:lnTo>
                <a:lnTo>
                  <a:pt x="524256" y="260604"/>
                </a:lnTo>
                <a:lnTo>
                  <a:pt x="530352" y="262128"/>
                </a:lnTo>
                <a:lnTo>
                  <a:pt x="536448" y="262128"/>
                </a:lnTo>
                <a:lnTo>
                  <a:pt x="545236" y="265353"/>
                </a:lnTo>
                <a:lnTo>
                  <a:pt x="553021" y="268414"/>
                </a:lnTo>
                <a:lnTo>
                  <a:pt x="559384" y="271780"/>
                </a:lnTo>
                <a:lnTo>
                  <a:pt x="563880" y="275844"/>
                </a:lnTo>
                <a:lnTo>
                  <a:pt x="569976" y="280416"/>
                </a:lnTo>
                <a:lnTo>
                  <a:pt x="571500" y="288036"/>
                </a:lnTo>
                <a:lnTo>
                  <a:pt x="571500" y="304800"/>
                </a:lnTo>
                <a:lnTo>
                  <a:pt x="569976" y="310896"/>
                </a:lnTo>
                <a:lnTo>
                  <a:pt x="568452" y="313944"/>
                </a:lnTo>
                <a:lnTo>
                  <a:pt x="566928" y="318516"/>
                </a:lnTo>
                <a:lnTo>
                  <a:pt x="553212" y="327660"/>
                </a:lnTo>
                <a:lnTo>
                  <a:pt x="548640" y="329184"/>
                </a:lnTo>
                <a:lnTo>
                  <a:pt x="533400" y="332232"/>
                </a:lnTo>
                <a:lnTo>
                  <a:pt x="513067" y="332193"/>
                </a:lnTo>
                <a:lnTo>
                  <a:pt x="463296" y="316992"/>
                </a:lnTo>
                <a:lnTo>
                  <a:pt x="448056" y="306324"/>
                </a:lnTo>
                <a:lnTo>
                  <a:pt x="443484" y="303276"/>
                </a:lnTo>
                <a:lnTo>
                  <a:pt x="440436" y="301752"/>
                </a:lnTo>
                <a:lnTo>
                  <a:pt x="437388" y="301752"/>
                </a:lnTo>
                <a:lnTo>
                  <a:pt x="437388" y="347472"/>
                </a:lnTo>
                <a:lnTo>
                  <a:pt x="483870" y="364070"/>
                </a:lnTo>
                <a:lnTo>
                  <a:pt x="518160" y="367284"/>
                </a:lnTo>
                <a:lnTo>
                  <a:pt x="530161" y="366979"/>
                </a:lnTo>
                <a:lnTo>
                  <a:pt x="567931" y="358355"/>
                </a:lnTo>
                <a:lnTo>
                  <a:pt x="600075" y="334137"/>
                </a:lnTo>
                <a:lnTo>
                  <a:pt x="613651" y="299072"/>
                </a:lnTo>
                <a:lnTo>
                  <a:pt x="614172" y="291084"/>
                </a:lnTo>
                <a:close/>
              </a:path>
              <a:path w="1047115" h="407035">
                <a:moveTo>
                  <a:pt x="1046988" y="188976"/>
                </a:moveTo>
                <a:lnTo>
                  <a:pt x="1008888" y="150876"/>
                </a:lnTo>
                <a:lnTo>
                  <a:pt x="979944" y="178308"/>
                </a:lnTo>
                <a:lnTo>
                  <a:pt x="925080" y="178308"/>
                </a:lnTo>
                <a:lnTo>
                  <a:pt x="925080" y="48768"/>
                </a:lnTo>
                <a:lnTo>
                  <a:pt x="1024140" y="48768"/>
                </a:lnTo>
                <a:lnTo>
                  <a:pt x="987552" y="12192"/>
                </a:lnTo>
                <a:lnTo>
                  <a:pt x="961656" y="38100"/>
                </a:lnTo>
                <a:lnTo>
                  <a:pt x="899172" y="38100"/>
                </a:lnTo>
                <a:lnTo>
                  <a:pt x="899172" y="48768"/>
                </a:lnTo>
                <a:lnTo>
                  <a:pt x="899172" y="178308"/>
                </a:lnTo>
                <a:lnTo>
                  <a:pt x="790968" y="178308"/>
                </a:lnTo>
                <a:lnTo>
                  <a:pt x="790968" y="48768"/>
                </a:lnTo>
                <a:lnTo>
                  <a:pt x="899172" y="48768"/>
                </a:lnTo>
                <a:lnTo>
                  <a:pt x="899172" y="38100"/>
                </a:lnTo>
                <a:lnTo>
                  <a:pt x="664464" y="38100"/>
                </a:lnTo>
                <a:lnTo>
                  <a:pt x="679704" y="53340"/>
                </a:lnTo>
                <a:lnTo>
                  <a:pt x="690016" y="51346"/>
                </a:lnTo>
                <a:lnTo>
                  <a:pt x="700468" y="49911"/>
                </a:lnTo>
                <a:lnTo>
                  <a:pt x="711212" y="49060"/>
                </a:lnTo>
                <a:lnTo>
                  <a:pt x="722376" y="48768"/>
                </a:lnTo>
                <a:lnTo>
                  <a:pt x="765048" y="48768"/>
                </a:lnTo>
                <a:lnTo>
                  <a:pt x="765048" y="178308"/>
                </a:lnTo>
                <a:lnTo>
                  <a:pt x="640080" y="178308"/>
                </a:lnTo>
                <a:lnTo>
                  <a:pt x="655320" y="195072"/>
                </a:lnTo>
                <a:lnTo>
                  <a:pt x="665632" y="192201"/>
                </a:lnTo>
                <a:lnTo>
                  <a:pt x="676084" y="190309"/>
                </a:lnTo>
                <a:lnTo>
                  <a:pt x="686828" y="189293"/>
                </a:lnTo>
                <a:lnTo>
                  <a:pt x="697992" y="188976"/>
                </a:lnTo>
                <a:lnTo>
                  <a:pt x="765048" y="188976"/>
                </a:lnTo>
                <a:lnTo>
                  <a:pt x="756094" y="259461"/>
                </a:lnTo>
                <a:lnTo>
                  <a:pt x="734568" y="313944"/>
                </a:lnTo>
                <a:lnTo>
                  <a:pt x="697801" y="358711"/>
                </a:lnTo>
                <a:lnTo>
                  <a:pt x="646176" y="397764"/>
                </a:lnTo>
                <a:lnTo>
                  <a:pt x="652272" y="403860"/>
                </a:lnTo>
                <a:lnTo>
                  <a:pt x="687133" y="382739"/>
                </a:lnTo>
                <a:lnTo>
                  <a:pt x="739711" y="337642"/>
                </a:lnTo>
                <a:lnTo>
                  <a:pt x="771461" y="287350"/>
                </a:lnTo>
                <a:lnTo>
                  <a:pt x="788085" y="225005"/>
                </a:lnTo>
                <a:lnTo>
                  <a:pt x="790968" y="188976"/>
                </a:lnTo>
                <a:lnTo>
                  <a:pt x="899172" y="188976"/>
                </a:lnTo>
                <a:lnTo>
                  <a:pt x="899134" y="313944"/>
                </a:lnTo>
                <a:lnTo>
                  <a:pt x="898931" y="330073"/>
                </a:lnTo>
                <a:lnTo>
                  <a:pt x="898410" y="351091"/>
                </a:lnTo>
                <a:lnTo>
                  <a:pt x="897890" y="373481"/>
                </a:lnTo>
                <a:lnTo>
                  <a:pt x="897648" y="399288"/>
                </a:lnTo>
                <a:lnTo>
                  <a:pt x="926604" y="388620"/>
                </a:lnTo>
                <a:lnTo>
                  <a:pt x="925715" y="373481"/>
                </a:lnTo>
                <a:lnTo>
                  <a:pt x="925296" y="358711"/>
                </a:lnTo>
                <a:lnTo>
                  <a:pt x="925195" y="351091"/>
                </a:lnTo>
                <a:lnTo>
                  <a:pt x="925080" y="188976"/>
                </a:lnTo>
                <a:lnTo>
                  <a:pt x="1046988" y="18897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" name="object 65"/>
          <p:cNvSpPr/>
          <p:nvPr/>
        </p:nvSpPr>
        <p:spPr>
          <a:xfrm>
            <a:off x="2125979" y="4611623"/>
            <a:ext cx="396240" cy="407034"/>
          </a:xfrm>
          <a:custGeom>
            <a:avLst/>
            <a:gdLst/>
            <a:ahLst/>
            <a:cxnLst/>
            <a:rect l="l" t="t" r="r" b="b"/>
            <a:pathLst>
              <a:path w="396239" h="407035">
                <a:moveTo>
                  <a:pt x="375920" y="228600"/>
                </a:moveTo>
                <a:lnTo>
                  <a:pt x="341376" y="228600"/>
                </a:lnTo>
                <a:lnTo>
                  <a:pt x="353568" y="211836"/>
                </a:lnTo>
                <a:lnTo>
                  <a:pt x="375920" y="228600"/>
                </a:lnTo>
                <a:close/>
              </a:path>
              <a:path w="396239" h="407035">
                <a:moveTo>
                  <a:pt x="204216" y="403860"/>
                </a:moveTo>
                <a:lnTo>
                  <a:pt x="205097" y="387858"/>
                </a:lnTo>
                <a:lnTo>
                  <a:pt x="205549" y="367284"/>
                </a:lnTo>
                <a:lnTo>
                  <a:pt x="205630" y="355092"/>
                </a:lnTo>
                <a:lnTo>
                  <a:pt x="205716" y="281511"/>
                </a:lnTo>
                <a:lnTo>
                  <a:pt x="205549" y="254889"/>
                </a:lnTo>
                <a:lnTo>
                  <a:pt x="205097" y="232267"/>
                </a:lnTo>
                <a:lnTo>
                  <a:pt x="204216" y="213360"/>
                </a:lnTo>
                <a:lnTo>
                  <a:pt x="230124" y="228600"/>
                </a:lnTo>
                <a:lnTo>
                  <a:pt x="375920" y="228600"/>
                </a:lnTo>
                <a:lnTo>
                  <a:pt x="384048" y="234696"/>
                </a:lnTo>
                <a:lnTo>
                  <a:pt x="378904" y="239268"/>
                </a:lnTo>
                <a:lnTo>
                  <a:pt x="230124" y="239268"/>
                </a:lnTo>
                <a:lnTo>
                  <a:pt x="230124" y="355092"/>
                </a:lnTo>
                <a:lnTo>
                  <a:pt x="370717" y="355092"/>
                </a:lnTo>
                <a:lnTo>
                  <a:pt x="370861" y="364236"/>
                </a:lnTo>
                <a:lnTo>
                  <a:pt x="230124" y="364236"/>
                </a:lnTo>
                <a:lnTo>
                  <a:pt x="230124" y="393192"/>
                </a:lnTo>
                <a:lnTo>
                  <a:pt x="204216" y="403860"/>
                </a:lnTo>
                <a:close/>
              </a:path>
              <a:path w="396239" h="407035">
                <a:moveTo>
                  <a:pt x="370717" y="355092"/>
                </a:moveTo>
                <a:lnTo>
                  <a:pt x="345948" y="355092"/>
                </a:lnTo>
                <a:lnTo>
                  <a:pt x="345948" y="239268"/>
                </a:lnTo>
                <a:lnTo>
                  <a:pt x="378904" y="239268"/>
                </a:lnTo>
                <a:lnTo>
                  <a:pt x="370332" y="246888"/>
                </a:lnTo>
                <a:lnTo>
                  <a:pt x="370401" y="312420"/>
                </a:lnTo>
                <a:lnTo>
                  <a:pt x="370522" y="342709"/>
                </a:lnTo>
                <a:lnTo>
                  <a:pt x="370717" y="355092"/>
                </a:lnTo>
                <a:close/>
              </a:path>
              <a:path w="396239" h="407035">
                <a:moveTo>
                  <a:pt x="345948" y="399288"/>
                </a:moveTo>
                <a:lnTo>
                  <a:pt x="345948" y="364236"/>
                </a:lnTo>
                <a:lnTo>
                  <a:pt x="370861" y="364236"/>
                </a:lnTo>
                <a:lnTo>
                  <a:pt x="370974" y="371403"/>
                </a:lnTo>
                <a:lnTo>
                  <a:pt x="371856" y="387096"/>
                </a:lnTo>
                <a:lnTo>
                  <a:pt x="345948" y="399288"/>
                </a:lnTo>
                <a:close/>
              </a:path>
              <a:path w="396239" h="407035">
                <a:moveTo>
                  <a:pt x="199644" y="190500"/>
                </a:moveTo>
                <a:lnTo>
                  <a:pt x="178308" y="153924"/>
                </a:lnTo>
                <a:lnTo>
                  <a:pt x="187737" y="148470"/>
                </a:lnTo>
                <a:lnTo>
                  <a:pt x="197739" y="138874"/>
                </a:lnTo>
                <a:lnTo>
                  <a:pt x="219456" y="106680"/>
                </a:lnTo>
                <a:lnTo>
                  <a:pt x="240030" y="60198"/>
                </a:lnTo>
                <a:lnTo>
                  <a:pt x="260604" y="0"/>
                </a:lnTo>
                <a:lnTo>
                  <a:pt x="298704" y="24384"/>
                </a:lnTo>
                <a:lnTo>
                  <a:pt x="283464" y="32004"/>
                </a:lnTo>
                <a:lnTo>
                  <a:pt x="258270" y="76557"/>
                </a:lnTo>
                <a:lnTo>
                  <a:pt x="237363" y="111823"/>
                </a:lnTo>
                <a:lnTo>
                  <a:pt x="220456" y="137660"/>
                </a:lnTo>
                <a:lnTo>
                  <a:pt x="207264" y="153924"/>
                </a:lnTo>
                <a:lnTo>
                  <a:pt x="396240" y="153924"/>
                </a:lnTo>
                <a:lnTo>
                  <a:pt x="396240" y="158496"/>
                </a:lnTo>
                <a:lnTo>
                  <a:pt x="362712" y="158496"/>
                </a:lnTo>
                <a:lnTo>
                  <a:pt x="327517" y="161043"/>
                </a:lnTo>
                <a:lnTo>
                  <a:pt x="271414" y="167282"/>
                </a:lnTo>
                <a:lnTo>
                  <a:pt x="233076" y="175283"/>
                </a:lnTo>
                <a:lnTo>
                  <a:pt x="207930" y="185046"/>
                </a:lnTo>
                <a:lnTo>
                  <a:pt x="199644" y="190500"/>
                </a:lnTo>
                <a:close/>
              </a:path>
              <a:path w="396239" h="407035">
                <a:moveTo>
                  <a:pt x="86868" y="109728"/>
                </a:moveTo>
                <a:lnTo>
                  <a:pt x="62484" y="109728"/>
                </a:lnTo>
                <a:lnTo>
                  <a:pt x="69865" y="74842"/>
                </a:lnTo>
                <a:lnTo>
                  <a:pt x="75835" y="45434"/>
                </a:lnTo>
                <a:lnTo>
                  <a:pt x="80057" y="21645"/>
                </a:lnTo>
                <a:lnTo>
                  <a:pt x="82296" y="3048"/>
                </a:lnTo>
                <a:lnTo>
                  <a:pt x="123444" y="22860"/>
                </a:lnTo>
                <a:lnTo>
                  <a:pt x="106680" y="32004"/>
                </a:lnTo>
                <a:lnTo>
                  <a:pt x="102917" y="45529"/>
                </a:lnTo>
                <a:lnTo>
                  <a:pt x="98488" y="62865"/>
                </a:lnTo>
                <a:lnTo>
                  <a:pt x="86868" y="109728"/>
                </a:lnTo>
                <a:close/>
              </a:path>
              <a:path w="396239" h="407035">
                <a:moveTo>
                  <a:pt x="396240" y="153924"/>
                </a:moveTo>
                <a:lnTo>
                  <a:pt x="207264" y="153924"/>
                </a:lnTo>
                <a:lnTo>
                  <a:pt x="233005" y="153423"/>
                </a:lnTo>
                <a:lnTo>
                  <a:pt x="359664" y="149352"/>
                </a:lnTo>
                <a:lnTo>
                  <a:pt x="349924" y="132492"/>
                </a:lnTo>
                <a:lnTo>
                  <a:pt x="338899" y="116205"/>
                </a:lnTo>
                <a:lnTo>
                  <a:pt x="326445" y="100488"/>
                </a:lnTo>
                <a:lnTo>
                  <a:pt x="312420" y="85344"/>
                </a:lnTo>
                <a:lnTo>
                  <a:pt x="316992" y="79248"/>
                </a:lnTo>
                <a:lnTo>
                  <a:pt x="370903" y="118110"/>
                </a:lnTo>
                <a:lnTo>
                  <a:pt x="394716" y="146304"/>
                </a:lnTo>
                <a:lnTo>
                  <a:pt x="396240" y="153924"/>
                </a:lnTo>
                <a:close/>
              </a:path>
              <a:path w="396239" h="407035">
                <a:moveTo>
                  <a:pt x="15240" y="124968"/>
                </a:moveTo>
                <a:lnTo>
                  <a:pt x="0" y="109728"/>
                </a:lnTo>
                <a:lnTo>
                  <a:pt x="140208" y="109728"/>
                </a:lnTo>
                <a:lnTo>
                  <a:pt x="152400" y="92964"/>
                </a:lnTo>
                <a:lnTo>
                  <a:pt x="179832" y="115824"/>
                </a:lnTo>
                <a:lnTo>
                  <a:pt x="175913" y="118872"/>
                </a:lnTo>
                <a:lnTo>
                  <a:pt x="56388" y="118872"/>
                </a:lnTo>
                <a:lnTo>
                  <a:pt x="45243" y="119395"/>
                </a:lnTo>
                <a:lnTo>
                  <a:pt x="34670" y="120777"/>
                </a:lnTo>
                <a:lnTo>
                  <a:pt x="24669" y="122729"/>
                </a:lnTo>
                <a:lnTo>
                  <a:pt x="15240" y="124968"/>
                </a:lnTo>
                <a:close/>
              </a:path>
              <a:path w="396239" h="407035">
                <a:moveTo>
                  <a:pt x="6096" y="406908"/>
                </a:moveTo>
                <a:lnTo>
                  <a:pt x="3048" y="400812"/>
                </a:lnTo>
                <a:lnTo>
                  <a:pt x="31027" y="376499"/>
                </a:lnTo>
                <a:lnTo>
                  <a:pt x="55435" y="351472"/>
                </a:lnTo>
                <a:lnTo>
                  <a:pt x="76128" y="325588"/>
                </a:lnTo>
                <a:lnTo>
                  <a:pt x="92964" y="298704"/>
                </a:lnTo>
                <a:lnTo>
                  <a:pt x="72104" y="287226"/>
                </a:lnTo>
                <a:lnTo>
                  <a:pt x="52958" y="277749"/>
                </a:lnTo>
                <a:lnTo>
                  <a:pt x="35528" y="269986"/>
                </a:lnTo>
                <a:lnTo>
                  <a:pt x="19812" y="263652"/>
                </a:lnTo>
                <a:lnTo>
                  <a:pt x="30075" y="228814"/>
                </a:lnTo>
                <a:lnTo>
                  <a:pt x="40195" y="192976"/>
                </a:lnTo>
                <a:lnTo>
                  <a:pt x="50030" y="156281"/>
                </a:lnTo>
                <a:lnTo>
                  <a:pt x="59436" y="118872"/>
                </a:lnTo>
                <a:lnTo>
                  <a:pt x="83820" y="118872"/>
                </a:lnTo>
                <a:lnTo>
                  <a:pt x="76962" y="143160"/>
                </a:lnTo>
                <a:lnTo>
                  <a:pt x="66316" y="180022"/>
                </a:lnTo>
                <a:lnTo>
                  <a:pt x="56388" y="214026"/>
                </a:lnTo>
                <a:lnTo>
                  <a:pt x="42672" y="260604"/>
                </a:lnTo>
                <a:lnTo>
                  <a:pt x="58150" y="265437"/>
                </a:lnTo>
                <a:lnTo>
                  <a:pt x="72770" y="270700"/>
                </a:lnTo>
                <a:lnTo>
                  <a:pt x="86820" y="276248"/>
                </a:lnTo>
                <a:lnTo>
                  <a:pt x="100584" y="281940"/>
                </a:lnTo>
                <a:lnTo>
                  <a:pt x="126126" y="281940"/>
                </a:lnTo>
                <a:lnTo>
                  <a:pt x="123444" y="289560"/>
                </a:lnTo>
                <a:lnTo>
                  <a:pt x="137993" y="298108"/>
                </a:lnTo>
                <a:lnTo>
                  <a:pt x="149542" y="305371"/>
                </a:lnTo>
                <a:lnTo>
                  <a:pt x="155306" y="309372"/>
                </a:lnTo>
                <a:lnTo>
                  <a:pt x="114300" y="309372"/>
                </a:lnTo>
                <a:lnTo>
                  <a:pt x="91178" y="338756"/>
                </a:lnTo>
                <a:lnTo>
                  <a:pt x="65341" y="364998"/>
                </a:lnTo>
                <a:lnTo>
                  <a:pt x="36933" y="387810"/>
                </a:lnTo>
                <a:lnTo>
                  <a:pt x="6096" y="406908"/>
                </a:lnTo>
                <a:close/>
              </a:path>
              <a:path w="396239" h="407035">
                <a:moveTo>
                  <a:pt x="126126" y="281940"/>
                </a:moveTo>
                <a:lnTo>
                  <a:pt x="100584" y="281940"/>
                </a:lnTo>
                <a:lnTo>
                  <a:pt x="112585" y="249388"/>
                </a:lnTo>
                <a:lnTo>
                  <a:pt x="123444" y="211264"/>
                </a:lnTo>
                <a:lnTo>
                  <a:pt x="133159" y="167711"/>
                </a:lnTo>
                <a:lnTo>
                  <a:pt x="141732" y="118872"/>
                </a:lnTo>
                <a:lnTo>
                  <a:pt x="175913" y="118872"/>
                </a:lnTo>
                <a:lnTo>
                  <a:pt x="166116" y="126492"/>
                </a:lnTo>
                <a:lnTo>
                  <a:pt x="156448" y="175974"/>
                </a:lnTo>
                <a:lnTo>
                  <a:pt x="145923" y="219456"/>
                </a:lnTo>
                <a:lnTo>
                  <a:pt x="134826" y="257222"/>
                </a:lnTo>
                <a:lnTo>
                  <a:pt x="126126" y="281940"/>
                </a:lnTo>
                <a:close/>
              </a:path>
              <a:path w="396239" h="407035">
                <a:moveTo>
                  <a:pt x="381000" y="188976"/>
                </a:moveTo>
                <a:lnTo>
                  <a:pt x="376428" y="188976"/>
                </a:lnTo>
                <a:lnTo>
                  <a:pt x="374904" y="187452"/>
                </a:lnTo>
                <a:lnTo>
                  <a:pt x="373380" y="182880"/>
                </a:lnTo>
                <a:lnTo>
                  <a:pt x="370855" y="176283"/>
                </a:lnTo>
                <a:lnTo>
                  <a:pt x="368046" y="170116"/>
                </a:lnTo>
                <a:lnTo>
                  <a:pt x="365141" y="164020"/>
                </a:lnTo>
                <a:lnTo>
                  <a:pt x="362712" y="158496"/>
                </a:lnTo>
                <a:lnTo>
                  <a:pt x="396240" y="158496"/>
                </a:lnTo>
                <a:lnTo>
                  <a:pt x="396211" y="167711"/>
                </a:lnTo>
                <a:lnTo>
                  <a:pt x="393192" y="175260"/>
                </a:lnTo>
                <a:lnTo>
                  <a:pt x="388620" y="179832"/>
                </a:lnTo>
                <a:lnTo>
                  <a:pt x="384048" y="185928"/>
                </a:lnTo>
                <a:lnTo>
                  <a:pt x="381000" y="188976"/>
                </a:lnTo>
                <a:close/>
              </a:path>
              <a:path w="396239" h="407035">
                <a:moveTo>
                  <a:pt x="166116" y="362712"/>
                </a:moveTo>
                <a:lnTo>
                  <a:pt x="161544" y="362712"/>
                </a:lnTo>
                <a:lnTo>
                  <a:pt x="156972" y="358140"/>
                </a:lnTo>
                <a:lnTo>
                  <a:pt x="150876" y="348996"/>
                </a:lnTo>
                <a:lnTo>
                  <a:pt x="142589" y="338089"/>
                </a:lnTo>
                <a:lnTo>
                  <a:pt x="133731" y="328041"/>
                </a:lnTo>
                <a:lnTo>
                  <a:pt x="124301" y="318563"/>
                </a:lnTo>
                <a:lnTo>
                  <a:pt x="114300" y="309372"/>
                </a:lnTo>
                <a:lnTo>
                  <a:pt x="155306" y="309372"/>
                </a:lnTo>
                <a:lnTo>
                  <a:pt x="157948" y="311205"/>
                </a:lnTo>
                <a:lnTo>
                  <a:pt x="163068" y="315468"/>
                </a:lnTo>
                <a:lnTo>
                  <a:pt x="167640" y="321564"/>
                </a:lnTo>
                <a:lnTo>
                  <a:pt x="169164" y="329184"/>
                </a:lnTo>
                <a:lnTo>
                  <a:pt x="169164" y="350520"/>
                </a:lnTo>
                <a:lnTo>
                  <a:pt x="167640" y="355092"/>
                </a:lnTo>
                <a:lnTo>
                  <a:pt x="167640" y="361188"/>
                </a:lnTo>
                <a:lnTo>
                  <a:pt x="166116" y="36271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pic>
        <p:nvPicPr>
          <p:cNvPr id="66" name="object 66"/>
          <p:cNvPicPr/>
          <p:nvPr/>
        </p:nvPicPr>
        <p:blipFill>
          <a:blip r:embed="rId4" cstate="print"/>
          <a:stretch>
            <a:fillRect/>
          </a:stretch>
        </p:blipFill>
        <p:spPr>
          <a:xfrm>
            <a:off x="2604516" y="4874704"/>
            <a:ext cx="70104" cy="117919"/>
          </a:xfrm>
          <a:prstGeom prst="rect">
            <a:avLst/>
          </a:prstGeom>
        </p:spPr>
      </p:pic>
      <p:sp>
        <p:nvSpPr>
          <p:cNvPr id="67" name="object 67"/>
          <p:cNvSpPr/>
          <p:nvPr/>
        </p:nvSpPr>
        <p:spPr>
          <a:xfrm>
            <a:off x="3025139" y="4616196"/>
            <a:ext cx="384175" cy="403860"/>
          </a:xfrm>
          <a:custGeom>
            <a:avLst/>
            <a:gdLst/>
            <a:ahLst/>
            <a:cxnLst/>
            <a:rect l="l" t="t" r="r" b="b"/>
            <a:pathLst>
              <a:path w="384175" h="403860">
                <a:moveTo>
                  <a:pt x="22860" y="48768"/>
                </a:moveTo>
                <a:lnTo>
                  <a:pt x="7620" y="33528"/>
                </a:lnTo>
                <a:lnTo>
                  <a:pt x="182880" y="33528"/>
                </a:lnTo>
                <a:lnTo>
                  <a:pt x="205740" y="10668"/>
                </a:lnTo>
                <a:lnTo>
                  <a:pt x="239268" y="44196"/>
                </a:lnTo>
                <a:lnTo>
                  <a:pt x="64008" y="44196"/>
                </a:lnTo>
                <a:lnTo>
                  <a:pt x="53506" y="44481"/>
                </a:lnTo>
                <a:lnTo>
                  <a:pt x="42862" y="45339"/>
                </a:lnTo>
                <a:lnTo>
                  <a:pt x="32504" y="46767"/>
                </a:lnTo>
                <a:lnTo>
                  <a:pt x="22860" y="48768"/>
                </a:lnTo>
                <a:close/>
              </a:path>
              <a:path w="384175" h="403860">
                <a:moveTo>
                  <a:pt x="33528" y="178308"/>
                </a:moveTo>
                <a:lnTo>
                  <a:pt x="18288" y="146304"/>
                </a:lnTo>
                <a:lnTo>
                  <a:pt x="30003" y="143398"/>
                </a:lnTo>
                <a:lnTo>
                  <a:pt x="42291" y="136779"/>
                </a:lnTo>
                <a:lnTo>
                  <a:pt x="80581" y="94988"/>
                </a:lnTo>
                <a:lnTo>
                  <a:pt x="101155" y="61317"/>
                </a:lnTo>
                <a:lnTo>
                  <a:pt x="109728" y="44196"/>
                </a:lnTo>
                <a:lnTo>
                  <a:pt x="117348" y="44196"/>
                </a:lnTo>
                <a:lnTo>
                  <a:pt x="147828" y="62484"/>
                </a:lnTo>
                <a:lnTo>
                  <a:pt x="137517" y="67056"/>
                </a:lnTo>
                <a:lnTo>
                  <a:pt x="127063" y="73914"/>
                </a:lnTo>
                <a:lnTo>
                  <a:pt x="116324" y="83058"/>
                </a:lnTo>
                <a:lnTo>
                  <a:pt x="105156" y="94488"/>
                </a:lnTo>
                <a:lnTo>
                  <a:pt x="92297" y="107299"/>
                </a:lnTo>
                <a:lnTo>
                  <a:pt x="78867" y="120396"/>
                </a:lnTo>
                <a:lnTo>
                  <a:pt x="64865" y="133492"/>
                </a:lnTo>
                <a:lnTo>
                  <a:pt x="50292" y="146304"/>
                </a:lnTo>
                <a:lnTo>
                  <a:pt x="226450" y="146304"/>
                </a:lnTo>
                <a:lnTo>
                  <a:pt x="229049" y="150876"/>
                </a:lnTo>
                <a:lnTo>
                  <a:pt x="193548" y="150876"/>
                </a:lnTo>
                <a:lnTo>
                  <a:pt x="174378" y="152923"/>
                </a:lnTo>
                <a:lnTo>
                  <a:pt x="137183" y="156448"/>
                </a:lnTo>
                <a:lnTo>
                  <a:pt x="118872" y="158496"/>
                </a:lnTo>
                <a:lnTo>
                  <a:pt x="108204" y="158496"/>
                </a:lnTo>
                <a:lnTo>
                  <a:pt x="80248" y="163091"/>
                </a:lnTo>
                <a:lnTo>
                  <a:pt x="58293" y="167830"/>
                </a:lnTo>
                <a:lnTo>
                  <a:pt x="42624" y="172854"/>
                </a:lnTo>
                <a:lnTo>
                  <a:pt x="33528" y="178308"/>
                </a:lnTo>
                <a:close/>
              </a:path>
              <a:path w="384175" h="403860">
                <a:moveTo>
                  <a:pt x="226450" y="146304"/>
                </a:moveTo>
                <a:lnTo>
                  <a:pt x="50292" y="146304"/>
                </a:lnTo>
                <a:lnTo>
                  <a:pt x="190500" y="143256"/>
                </a:lnTo>
                <a:lnTo>
                  <a:pt x="181927" y="130683"/>
                </a:lnTo>
                <a:lnTo>
                  <a:pt x="172212" y="118110"/>
                </a:lnTo>
                <a:lnTo>
                  <a:pt x="161353" y="105537"/>
                </a:lnTo>
                <a:lnTo>
                  <a:pt x="149352" y="92964"/>
                </a:lnTo>
                <a:lnTo>
                  <a:pt x="155448" y="86868"/>
                </a:lnTo>
                <a:lnTo>
                  <a:pt x="187499" y="110013"/>
                </a:lnTo>
                <a:lnTo>
                  <a:pt x="210693" y="129159"/>
                </a:lnTo>
                <a:lnTo>
                  <a:pt x="225313" y="144303"/>
                </a:lnTo>
                <a:lnTo>
                  <a:pt x="226450" y="146304"/>
                </a:lnTo>
                <a:close/>
              </a:path>
              <a:path w="384175" h="403860">
                <a:moveTo>
                  <a:pt x="216408" y="190500"/>
                </a:moveTo>
                <a:lnTo>
                  <a:pt x="211836" y="190500"/>
                </a:lnTo>
                <a:lnTo>
                  <a:pt x="210312" y="187452"/>
                </a:lnTo>
                <a:lnTo>
                  <a:pt x="208788" y="182880"/>
                </a:lnTo>
                <a:lnTo>
                  <a:pt x="205978" y="176593"/>
                </a:lnTo>
                <a:lnTo>
                  <a:pt x="198072" y="160591"/>
                </a:lnTo>
                <a:lnTo>
                  <a:pt x="193548" y="150876"/>
                </a:lnTo>
                <a:lnTo>
                  <a:pt x="229049" y="150876"/>
                </a:lnTo>
                <a:lnTo>
                  <a:pt x="231648" y="155448"/>
                </a:lnTo>
                <a:lnTo>
                  <a:pt x="232862" y="163139"/>
                </a:lnTo>
                <a:lnTo>
                  <a:pt x="232219" y="170116"/>
                </a:lnTo>
                <a:lnTo>
                  <a:pt x="230147" y="176236"/>
                </a:lnTo>
                <a:lnTo>
                  <a:pt x="227076" y="181356"/>
                </a:lnTo>
                <a:lnTo>
                  <a:pt x="220980" y="187452"/>
                </a:lnTo>
                <a:lnTo>
                  <a:pt x="216408" y="190500"/>
                </a:lnTo>
                <a:close/>
              </a:path>
              <a:path w="384175" h="403860">
                <a:moveTo>
                  <a:pt x="132588" y="240792"/>
                </a:moveTo>
                <a:lnTo>
                  <a:pt x="108204" y="240792"/>
                </a:lnTo>
                <a:lnTo>
                  <a:pt x="108204" y="158496"/>
                </a:lnTo>
                <a:lnTo>
                  <a:pt x="118872" y="158496"/>
                </a:lnTo>
                <a:lnTo>
                  <a:pt x="146304" y="172212"/>
                </a:lnTo>
                <a:lnTo>
                  <a:pt x="132588" y="184404"/>
                </a:lnTo>
                <a:lnTo>
                  <a:pt x="132588" y="240792"/>
                </a:lnTo>
                <a:close/>
              </a:path>
              <a:path w="384175" h="403860">
                <a:moveTo>
                  <a:pt x="21336" y="254508"/>
                </a:moveTo>
                <a:lnTo>
                  <a:pt x="7620" y="240792"/>
                </a:lnTo>
                <a:lnTo>
                  <a:pt x="179832" y="240792"/>
                </a:lnTo>
                <a:lnTo>
                  <a:pt x="199644" y="219456"/>
                </a:lnTo>
                <a:lnTo>
                  <a:pt x="231648" y="251460"/>
                </a:lnTo>
                <a:lnTo>
                  <a:pt x="42672" y="251460"/>
                </a:lnTo>
                <a:lnTo>
                  <a:pt x="21336" y="254508"/>
                </a:lnTo>
                <a:close/>
              </a:path>
              <a:path w="384175" h="403860">
                <a:moveTo>
                  <a:pt x="19812" y="390144"/>
                </a:moveTo>
                <a:lnTo>
                  <a:pt x="0" y="355092"/>
                </a:lnTo>
                <a:lnTo>
                  <a:pt x="108204" y="339852"/>
                </a:lnTo>
                <a:lnTo>
                  <a:pt x="108204" y="251460"/>
                </a:lnTo>
                <a:lnTo>
                  <a:pt x="132588" y="251460"/>
                </a:lnTo>
                <a:lnTo>
                  <a:pt x="132588" y="333756"/>
                </a:lnTo>
                <a:lnTo>
                  <a:pt x="192675" y="333756"/>
                </a:lnTo>
                <a:lnTo>
                  <a:pt x="145399" y="346209"/>
                </a:lnTo>
                <a:lnTo>
                  <a:pt x="80772" y="365188"/>
                </a:lnTo>
                <a:lnTo>
                  <a:pt x="39004" y="379880"/>
                </a:lnTo>
                <a:lnTo>
                  <a:pt x="19812" y="390144"/>
                </a:lnTo>
                <a:close/>
              </a:path>
              <a:path w="384175" h="403860">
                <a:moveTo>
                  <a:pt x="192675" y="333756"/>
                </a:moveTo>
                <a:lnTo>
                  <a:pt x="132588" y="333756"/>
                </a:lnTo>
                <a:lnTo>
                  <a:pt x="231648" y="315468"/>
                </a:lnTo>
                <a:lnTo>
                  <a:pt x="233172" y="323088"/>
                </a:lnTo>
                <a:lnTo>
                  <a:pt x="192675" y="333756"/>
                </a:lnTo>
                <a:close/>
              </a:path>
              <a:path w="384175" h="403860">
                <a:moveTo>
                  <a:pt x="369444" y="359664"/>
                </a:moveTo>
                <a:lnTo>
                  <a:pt x="338328" y="359664"/>
                </a:lnTo>
                <a:lnTo>
                  <a:pt x="342900" y="358140"/>
                </a:lnTo>
                <a:lnTo>
                  <a:pt x="345757" y="355592"/>
                </a:lnTo>
                <a:lnTo>
                  <a:pt x="347472" y="350329"/>
                </a:lnTo>
                <a:lnTo>
                  <a:pt x="348043" y="342495"/>
                </a:lnTo>
                <a:lnTo>
                  <a:pt x="347472" y="332232"/>
                </a:lnTo>
                <a:lnTo>
                  <a:pt x="347448" y="46291"/>
                </a:lnTo>
                <a:lnTo>
                  <a:pt x="347281" y="32004"/>
                </a:lnTo>
                <a:lnTo>
                  <a:pt x="346829" y="16573"/>
                </a:lnTo>
                <a:lnTo>
                  <a:pt x="345948" y="0"/>
                </a:lnTo>
                <a:lnTo>
                  <a:pt x="384048" y="18288"/>
                </a:lnTo>
                <a:lnTo>
                  <a:pt x="370332" y="30480"/>
                </a:lnTo>
                <a:lnTo>
                  <a:pt x="370332" y="347472"/>
                </a:lnTo>
                <a:lnTo>
                  <a:pt x="369444" y="359664"/>
                </a:lnTo>
                <a:close/>
              </a:path>
              <a:path w="384175" h="403860">
                <a:moveTo>
                  <a:pt x="263652" y="307848"/>
                </a:moveTo>
                <a:lnTo>
                  <a:pt x="263890" y="278391"/>
                </a:lnTo>
                <a:lnTo>
                  <a:pt x="264414" y="247078"/>
                </a:lnTo>
                <a:lnTo>
                  <a:pt x="264937" y="213764"/>
                </a:lnTo>
                <a:lnTo>
                  <a:pt x="265176" y="178308"/>
                </a:lnTo>
                <a:lnTo>
                  <a:pt x="264937" y="144041"/>
                </a:lnTo>
                <a:lnTo>
                  <a:pt x="264414" y="112204"/>
                </a:lnTo>
                <a:lnTo>
                  <a:pt x="263890" y="82938"/>
                </a:lnTo>
                <a:lnTo>
                  <a:pt x="263652" y="56388"/>
                </a:lnTo>
                <a:lnTo>
                  <a:pt x="303276" y="76200"/>
                </a:lnTo>
                <a:lnTo>
                  <a:pt x="288035" y="88392"/>
                </a:lnTo>
                <a:lnTo>
                  <a:pt x="288059" y="260318"/>
                </a:lnTo>
                <a:lnTo>
                  <a:pt x="288226" y="270891"/>
                </a:lnTo>
                <a:lnTo>
                  <a:pt x="288678" y="283178"/>
                </a:lnTo>
                <a:lnTo>
                  <a:pt x="289560" y="297180"/>
                </a:lnTo>
                <a:lnTo>
                  <a:pt x="263652" y="307848"/>
                </a:lnTo>
                <a:close/>
              </a:path>
              <a:path w="384175" h="403860">
                <a:moveTo>
                  <a:pt x="332232" y="403860"/>
                </a:moveTo>
                <a:lnTo>
                  <a:pt x="327707" y="391906"/>
                </a:lnTo>
                <a:lnTo>
                  <a:pt x="316611" y="381381"/>
                </a:lnTo>
                <a:lnTo>
                  <a:pt x="299227" y="372570"/>
                </a:lnTo>
                <a:lnTo>
                  <a:pt x="275844" y="365760"/>
                </a:lnTo>
                <a:lnTo>
                  <a:pt x="275844" y="356616"/>
                </a:lnTo>
                <a:lnTo>
                  <a:pt x="288393" y="358378"/>
                </a:lnTo>
                <a:lnTo>
                  <a:pt x="300799" y="359283"/>
                </a:lnTo>
                <a:lnTo>
                  <a:pt x="312920" y="359616"/>
                </a:lnTo>
                <a:lnTo>
                  <a:pt x="369444" y="359664"/>
                </a:lnTo>
                <a:lnTo>
                  <a:pt x="368879" y="367426"/>
                </a:lnTo>
                <a:lnTo>
                  <a:pt x="362140" y="383667"/>
                </a:lnTo>
                <a:lnTo>
                  <a:pt x="349972" y="395906"/>
                </a:lnTo>
                <a:lnTo>
                  <a:pt x="332232" y="40386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" name="object 68"/>
          <p:cNvSpPr/>
          <p:nvPr/>
        </p:nvSpPr>
        <p:spPr>
          <a:xfrm>
            <a:off x="3479291" y="4613147"/>
            <a:ext cx="381000" cy="403860"/>
          </a:xfrm>
          <a:custGeom>
            <a:avLst/>
            <a:gdLst/>
            <a:ahLst/>
            <a:cxnLst/>
            <a:rect l="l" t="t" r="r" b="b"/>
            <a:pathLst>
              <a:path w="381000" h="403860">
                <a:moveTo>
                  <a:pt x="298703" y="112776"/>
                </a:moveTo>
                <a:lnTo>
                  <a:pt x="274319" y="112776"/>
                </a:lnTo>
                <a:lnTo>
                  <a:pt x="274246" y="71413"/>
                </a:lnTo>
                <a:lnTo>
                  <a:pt x="274129" y="50673"/>
                </a:lnTo>
                <a:lnTo>
                  <a:pt x="273677" y="24050"/>
                </a:lnTo>
                <a:lnTo>
                  <a:pt x="272795" y="0"/>
                </a:lnTo>
                <a:lnTo>
                  <a:pt x="316991" y="22860"/>
                </a:lnTo>
                <a:lnTo>
                  <a:pt x="298703" y="35052"/>
                </a:lnTo>
                <a:lnTo>
                  <a:pt x="298703" y="112776"/>
                </a:lnTo>
                <a:close/>
              </a:path>
              <a:path w="381000" h="403860">
                <a:moveTo>
                  <a:pt x="128320" y="64008"/>
                </a:moveTo>
                <a:lnTo>
                  <a:pt x="94488" y="64008"/>
                </a:lnTo>
                <a:lnTo>
                  <a:pt x="108203" y="47244"/>
                </a:lnTo>
                <a:lnTo>
                  <a:pt x="128320" y="64008"/>
                </a:lnTo>
                <a:close/>
              </a:path>
              <a:path w="381000" h="403860">
                <a:moveTo>
                  <a:pt x="0" y="361188"/>
                </a:moveTo>
                <a:lnTo>
                  <a:pt x="881" y="330088"/>
                </a:lnTo>
                <a:lnTo>
                  <a:pt x="1319" y="292989"/>
                </a:lnTo>
                <a:lnTo>
                  <a:pt x="1435" y="128016"/>
                </a:lnTo>
                <a:lnTo>
                  <a:pt x="1333" y="102679"/>
                </a:lnTo>
                <a:lnTo>
                  <a:pt x="928" y="74676"/>
                </a:lnTo>
                <a:lnTo>
                  <a:pt x="826" y="70104"/>
                </a:lnTo>
                <a:lnTo>
                  <a:pt x="0" y="50292"/>
                </a:lnTo>
                <a:lnTo>
                  <a:pt x="27431" y="64008"/>
                </a:lnTo>
                <a:lnTo>
                  <a:pt x="128320" y="64008"/>
                </a:lnTo>
                <a:lnTo>
                  <a:pt x="135635" y="70104"/>
                </a:lnTo>
                <a:lnTo>
                  <a:pt x="130492" y="74676"/>
                </a:lnTo>
                <a:lnTo>
                  <a:pt x="25907" y="74676"/>
                </a:lnTo>
                <a:lnTo>
                  <a:pt x="25907" y="178308"/>
                </a:lnTo>
                <a:lnTo>
                  <a:pt x="121919" y="178308"/>
                </a:lnTo>
                <a:lnTo>
                  <a:pt x="121919" y="188976"/>
                </a:lnTo>
                <a:lnTo>
                  <a:pt x="25907" y="188976"/>
                </a:lnTo>
                <a:lnTo>
                  <a:pt x="25907" y="300228"/>
                </a:lnTo>
                <a:lnTo>
                  <a:pt x="122251" y="300228"/>
                </a:lnTo>
                <a:lnTo>
                  <a:pt x="122459" y="310895"/>
                </a:lnTo>
                <a:lnTo>
                  <a:pt x="25907" y="310895"/>
                </a:lnTo>
                <a:lnTo>
                  <a:pt x="25907" y="347472"/>
                </a:lnTo>
                <a:lnTo>
                  <a:pt x="0" y="361188"/>
                </a:lnTo>
                <a:close/>
              </a:path>
              <a:path w="381000" h="403860">
                <a:moveTo>
                  <a:pt x="121919" y="178308"/>
                </a:moveTo>
                <a:lnTo>
                  <a:pt x="97536" y="178308"/>
                </a:lnTo>
                <a:lnTo>
                  <a:pt x="97536" y="74676"/>
                </a:lnTo>
                <a:lnTo>
                  <a:pt x="130492" y="74676"/>
                </a:lnTo>
                <a:lnTo>
                  <a:pt x="121919" y="82296"/>
                </a:lnTo>
                <a:lnTo>
                  <a:pt x="121919" y="178308"/>
                </a:lnTo>
                <a:close/>
              </a:path>
              <a:path w="381000" h="403860">
                <a:moveTo>
                  <a:pt x="141731" y="128016"/>
                </a:moveTo>
                <a:lnTo>
                  <a:pt x="126491" y="112776"/>
                </a:lnTo>
                <a:lnTo>
                  <a:pt x="324612" y="112776"/>
                </a:lnTo>
                <a:lnTo>
                  <a:pt x="347472" y="89916"/>
                </a:lnTo>
                <a:lnTo>
                  <a:pt x="381000" y="123444"/>
                </a:lnTo>
                <a:lnTo>
                  <a:pt x="184403" y="123444"/>
                </a:lnTo>
                <a:lnTo>
                  <a:pt x="173235" y="123729"/>
                </a:lnTo>
                <a:lnTo>
                  <a:pt x="162496" y="124587"/>
                </a:lnTo>
                <a:lnTo>
                  <a:pt x="152042" y="126015"/>
                </a:lnTo>
                <a:lnTo>
                  <a:pt x="141731" y="128016"/>
                </a:lnTo>
                <a:close/>
              </a:path>
              <a:path w="381000" h="403860">
                <a:moveTo>
                  <a:pt x="297917" y="361759"/>
                </a:moveTo>
                <a:lnTo>
                  <a:pt x="254126" y="361759"/>
                </a:lnTo>
                <a:lnTo>
                  <a:pt x="262127" y="361188"/>
                </a:lnTo>
                <a:lnTo>
                  <a:pt x="269747" y="361188"/>
                </a:lnTo>
                <a:lnTo>
                  <a:pt x="274319" y="353568"/>
                </a:lnTo>
                <a:lnTo>
                  <a:pt x="274319" y="123444"/>
                </a:lnTo>
                <a:lnTo>
                  <a:pt x="298703" y="123444"/>
                </a:lnTo>
                <a:lnTo>
                  <a:pt x="298703" y="356616"/>
                </a:lnTo>
                <a:lnTo>
                  <a:pt x="297917" y="361759"/>
                </a:lnTo>
                <a:close/>
              </a:path>
              <a:path w="381000" h="403860">
                <a:moveTo>
                  <a:pt x="205739" y="260604"/>
                </a:moveTo>
                <a:lnTo>
                  <a:pt x="199643" y="260604"/>
                </a:lnTo>
                <a:lnTo>
                  <a:pt x="196595" y="254508"/>
                </a:lnTo>
                <a:lnTo>
                  <a:pt x="193547" y="239268"/>
                </a:lnTo>
                <a:lnTo>
                  <a:pt x="187832" y="223861"/>
                </a:lnTo>
                <a:lnTo>
                  <a:pt x="179831" y="207454"/>
                </a:lnTo>
                <a:lnTo>
                  <a:pt x="169544" y="190190"/>
                </a:lnTo>
                <a:lnTo>
                  <a:pt x="156971" y="172212"/>
                </a:lnTo>
                <a:lnTo>
                  <a:pt x="161543" y="166116"/>
                </a:lnTo>
                <a:lnTo>
                  <a:pt x="197357" y="193357"/>
                </a:lnTo>
                <a:lnTo>
                  <a:pt x="222420" y="223861"/>
                </a:lnTo>
                <a:lnTo>
                  <a:pt x="222503" y="234696"/>
                </a:lnTo>
                <a:lnTo>
                  <a:pt x="219455" y="242316"/>
                </a:lnTo>
                <a:lnTo>
                  <a:pt x="214883" y="249936"/>
                </a:lnTo>
                <a:lnTo>
                  <a:pt x="208787" y="257556"/>
                </a:lnTo>
                <a:lnTo>
                  <a:pt x="205739" y="260604"/>
                </a:lnTo>
                <a:close/>
              </a:path>
              <a:path w="381000" h="403860">
                <a:moveTo>
                  <a:pt x="122251" y="300228"/>
                </a:moveTo>
                <a:lnTo>
                  <a:pt x="97536" y="300228"/>
                </a:lnTo>
                <a:lnTo>
                  <a:pt x="97536" y="188976"/>
                </a:lnTo>
                <a:lnTo>
                  <a:pt x="121919" y="188976"/>
                </a:lnTo>
                <a:lnTo>
                  <a:pt x="121943" y="262366"/>
                </a:lnTo>
                <a:lnTo>
                  <a:pt x="122110" y="292989"/>
                </a:lnTo>
                <a:lnTo>
                  <a:pt x="122251" y="300228"/>
                </a:lnTo>
                <a:close/>
              </a:path>
              <a:path w="381000" h="403860">
                <a:moveTo>
                  <a:pt x="97536" y="345948"/>
                </a:moveTo>
                <a:lnTo>
                  <a:pt x="97536" y="310895"/>
                </a:lnTo>
                <a:lnTo>
                  <a:pt x="122459" y="310895"/>
                </a:lnTo>
                <a:lnTo>
                  <a:pt x="122562" y="316182"/>
                </a:lnTo>
                <a:lnTo>
                  <a:pt x="123443" y="332232"/>
                </a:lnTo>
                <a:lnTo>
                  <a:pt x="97536" y="345948"/>
                </a:lnTo>
                <a:close/>
              </a:path>
              <a:path w="381000" h="403860">
                <a:moveTo>
                  <a:pt x="260603" y="403860"/>
                </a:moveTo>
                <a:lnTo>
                  <a:pt x="256270" y="391263"/>
                </a:lnTo>
                <a:lnTo>
                  <a:pt x="245363" y="380809"/>
                </a:lnTo>
                <a:lnTo>
                  <a:pt x="227599" y="372356"/>
                </a:lnTo>
                <a:lnTo>
                  <a:pt x="202691" y="365760"/>
                </a:lnTo>
                <a:lnTo>
                  <a:pt x="202691" y="356616"/>
                </a:lnTo>
                <a:lnTo>
                  <a:pt x="224408" y="359473"/>
                </a:lnTo>
                <a:lnTo>
                  <a:pt x="241553" y="361188"/>
                </a:lnTo>
                <a:lnTo>
                  <a:pt x="254126" y="361759"/>
                </a:lnTo>
                <a:lnTo>
                  <a:pt x="297917" y="361759"/>
                </a:lnTo>
                <a:lnTo>
                  <a:pt x="296394" y="371713"/>
                </a:lnTo>
                <a:lnTo>
                  <a:pt x="289369" y="384810"/>
                </a:lnTo>
                <a:lnTo>
                  <a:pt x="277487" y="395620"/>
                </a:lnTo>
                <a:lnTo>
                  <a:pt x="260603" y="40386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" name="object 69"/>
          <p:cNvSpPr/>
          <p:nvPr/>
        </p:nvSpPr>
        <p:spPr>
          <a:xfrm>
            <a:off x="3905999" y="4611636"/>
            <a:ext cx="984885" cy="410209"/>
          </a:xfrm>
          <a:custGeom>
            <a:avLst/>
            <a:gdLst/>
            <a:ahLst/>
            <a:cxnLst/>
            <a:rect l="l" t="t" r="r" b="b"/>
            <a:pathLst>
              <a:path w="984885" h="410210">
                <a:moveTo>
                  <a:pt x="152412" y="47231"/>
                </a:moveTo>
                <a:lnTo>
                  <a:pt x="149313" y="38620"/>
                </a:lnTo>
                <a:lnTo>
                  <a:pt x="140220" y="28562"/>
                </a:lnTo>
                <a:lnTo>
                  <a:pt x="125399" y="16802"/>
                </a:lnTo>
                <a:lnTo>
                  <a:pt x="105156" y="3035"/>
                </a:lnTo>
                <a:lnTo>
                  <a:pt x="99060" y="6083"/>
                </a:lnTo>
                <a:lnTo>
                  <a:pt x="108229" y="19519"/>
                </a:lnTo>
                <a:lnTo>
                  <a:pt x="115252" y="32372"/>
                </a:lnTo>
                <a:lnTo>
                  <a:pt x="120281" y="44665"/>
                </a:lnTo>
                <a:lnTo>
                  <a:pt x="123444" y="56375"/>
                </a:lnTo>
                <a:lnTo>
                  <a:pt x="126492" y="68567"/>
                </a:lnTo>
                <a:lnTo>
                  <a:pt x="129540" y="74663"/>
                </a:lnTo>
                <a:lnTo>
                  <a:pt x="137172" y="74663"/>
                </a:lnTo>
                <a:lnTo>
                  <a:pt x="149364" y="62471"/>
                </a:lnTo>
                <a:lnTo>
                  <a:pt x="152412" y="56375"/>
                </a:lnTo>
                <a:lnTo>
                  <a:pt x="152412" y="47231"/>
                </a:lnTo>
                <a:close/>
              </a:path>
              <a:path w="984885" h="410210">
                <a:moveTo>
                  <a:pt x="246900" y="225539"/>
                </a:moveTo>
                <a:lnTo>
                  <a:pt x="214896" y="195059"/>
                </a:lnTo>
                <a:lnTo>
                  <a:pt x="196888" y="225044"/>
                </a:lnTo>
                <a:lnTo>
                  <a:pt x="177177" y="253161"/>
                </a:lnTo>
                <a:lnTo>
                  <a:pt x="132600" y="303263"/>
                </a:lnTo>
                <a:lnTo>
                  <a:pt x="76581" y="350126"/>
                </a:lnTo>
                <a:lnTo>
                  <a:pt x="40868" y="372706"/>
                </a:lnTo>
                <a:lnTo>
                  <a:pt x="0" y="394703"/>
                </a:lnTo>
                <a:lnTo>
                  <a:pt x="3048" y="400799"/>
                </a:lnTo>
                <a:lnTo>
                  <a:pt x="49936" y="381038"/>
                </a:lnTo>
                <a:lnTo>
                  <a:pt x="92392" y="358127"/>
                </a:lnTo>
                <a:lnTo>
                  <a:pt x="130568" y="331800"/>
                </a:lnTo>
                <a:lnTo>
                  <a:pt x="164604" y="301739"/>
                </a:lnTo>
                <a:lnTo>
                  <a:pt x="179171" y="319417"/>
                </a:lnTo>
                <a:lnTo>
                  <a:pt x="190893" y="335648"/>
                </a:lnTo>
                <a:lnTo>
                  <a:pt x="199720" y="350126"/>
                </a:lnTo>
                <a:lnTo>
                  <a:pt x="205752" y="362699"/>
                </a:lnTo>
                <a:lnTo>
                  <a:pt x="208800" y="374891"/>
                </a:lnTo>
                <a:lnTo>
                  <a:pt x="213372" y="380987"/>
                </a:lnTo>
                <a:lnTo>
                  <a:pt x="220992" y="380987"/>
                </a:lnTo>
                <a:lnTo>
                  <a:pt x="224040" y="377939"/>
                </a:lnTo>
                <a:lnTo>
                  <a:pt x="227088" y="373367"/>
                </a:lnTo>
                <a:lnTo>
                  <a:pt x="231660" y="367271"/>
                </a:lnTo>
                <a:lnTo>
                  <a:pt x="233184" y="359651"/>
                </a:lnTo>
                <a:lnTo>
                  <a:pt x="233184" y="348983"/>
                </a:lnTo>
                <a:lnTo>
                  <a:pt x="228561" y="338937"/>
                </a:lnTo>
                <a:lnTo>
                  <a:pt x="216801" y="326885"/>
                </a:lnTo>
                <a:lnTo>
                  <a:pt x="197599" y="312559"/>
                </a:lnTo>
                <a:lnTo>
                  <a:pt x="180390" y="301739"/>
                </a:lnTo>
                <a:lnTo>
                  <a:pt x="170700" y="295643"/>
                </a:lnTo>
                <a:lnTo>
                  <a:pt x="184429" y="281355"/>
                </a:lnTo>
                <a:lnTo>
                  <a:pt x="198323" y="265925"/>
                </a:lnTo>
                <a:lnTo>
                  <a:pt x="212483" y="249351"/>
                </a:lnTo>
                <a:lnTo>
                  <a:pt x="227088" y="231635"/>
                </a:lnTo>
                <a:lnTo>
                  <a:pt x="246900" y="225539"/>
                </a:lnTo>
                <a:close/>
              </a:path>
              <a:path w="984885" h="410210">
                <a:moveTo>
                  <a:pt x="259092" y="91427"/>
                </a:moveTo>
                <a:lnTo>
                  <a:pt x="227088" y="59423"/>
                </a:lnTo>
                <a:lnTo>
                  <a:pt x="204228" y="80759"/>
                </a:lnTo>
                <a:lnTo>
                  <a:pt x="4572" y="80759"/>
                </a:lnTo>
                <a:lnTo>
                  <a:pt x="19812" y="97523"/>
                </a:lnTo>
                <a:lnTo>
                  <a:pt x="29464" y="94653"/>
                </a:lnTo>
                <a:lnTo>
                  <a:pt x="39814" y="92760"/>
                </a:lnTo>
                <a:lnTo>
                  <a:pt x="50469" y="91744"/>
                </a:lnTo>
                <a:lnTo>
                  <a:pt x="60960" y="91427"/>
                </a:lnTo>
                <a:lnTo>
                  <a:pt x="109728" y="91427"/>
                </a:lnTo>
                <a:lnTo>
                  <a:pt x="88950" y="133870"/>
                </a:lnTo>
                <a:lnTo>
                  <a:pt x="58483" y="169532"/>
                </a:lnTo>
                <a:lnTo>
                  <a:pt x="36576" y="179819"/>
                </a:lnTo>
                <a:lnTo>
                  <a:pt x="53340" y="210299"/>
                </a:lnTo>
                <a:lnTo>
                  <a:pt x="63919" y="204279"/>
                </a:lnTo>
                <a:lnTo>
                  <a:pt x="75057" y="199821"/>
                </a:lnTo>
                <a:lnTo>
                  <a:pt x="86779" y="196799"/>
                </a:lnTo>
                <a:lnTo>
                  <a:pt x="99060" y="195059"/>
                </a:lnTo>
                <a:lnTo>
                  <a:pt x="111658" y="193040"/>
                </a:lnTo>
                <a:lnTo>
                  <a:pt x="124396" y="191439"/>
                </a:lnTo>
                <a:lnTo>
                  <a:pt x="137426" y="190131"/>
                </a:lnTo>
                <a:lnTo>
                  <a:pt x="150888" y="188963"/>
                </a:lnTo>
                <a:lnTo>
                  <a:pt x="135432" y="208965"/>
                </a:lnTo>
                <a:lnTo>
                  <a:pt x="100520" y="245541"/>
                </a:lnTo>
                <a:lnTo>
                  <a:pt x="61302" y="278434"/>
                </a:lnTo>
                <a:lnTo>
                  <a:pt x="21196" y="306489"/>
                </a:lnTo>
                <a:lnTo>
                  <a:pt x="0" y="318503"/>
                </a:lnTo>
                <a:lnTo>
                  <a:pt x="4572" y="323075"/>
                </a:lnTo>
                <a:lnTo>
                  <a:pt x="56769" y="297929"/>
                </a:lnTo>
                <a:lnTo>
                  <a:pt x="106680" y="263639"/>
                </a:lnTo>
                <a:lnTo>
                  <a:pt x="154698" y="217538"/>
                </a:lnTo>
                <a:lnTo>
                  <a:pt x="178422" y="188963"/>
                </a:lnTo>
                <a:lnTo>
                  <a:pt x="178701" y="188633"/>
                </a:lnTo>
                <a:lnTo>
                  <a:pt x="182867" y="182867"/>
                </a:lnTo>
                <a:lnTo>
                  <a:pt x="202704" y="155435"/>
                </a:lnTo>
                <a:lnTo>
                  <a:pt x="220992" y="150863"/>
                </a:lnTo>
                <a:lnTo>
                  <a:pt x="184416" y="123431"/>
                </a:lnTo>
                <a:lnTo>
                  <a:pt x="165760" y="164160"/>
                </a:lnTo>
                <a:lnTo>
                  <a:pt x="65532" y="182867"/>
                </a:lnTo>
                <a:lnTo>
                  <a:pt x="77520" y="171704"/>
                </a:lnTo>
                <a:lnTo>
                  <a:pt x="92773" y="156387"/>
                </a:lnTo>
                <a:lnTo>
                  <a:pt x="111188" y="136791"/>
                </a:lnTo>
                <a:lnTo>
                  <a:pt x="132600" y="112763"/>
                </a:lnTo>
                <a:lnTo>
                  <a:pt x="147840" y="109715"/>
                </a:lnTo>
                <a:lnTo>
                  <a:pt x="123444" y="91427"/>
                </a:lnTo>
                <a:lnTo>
                  <a:pt x="259092" y="91427"/>
                </a:lnTo>
                <a:close/>
              </a:path>
              <a:path w="984885" h="410210">
                <a:moveTo>
                  <a:pt x="324624" y="83807"/>
                </a:moveTo>
                <a:lnTo>
                  <a:pt x="283476" y="67043"/>
                </a:lnTo>
                <a:lnTo>
                  <a:pt x="284594" y="94221"/>
                </a:lnTo>
                <a:lnTo>
                  <a:pt x="285572" y="123240"/>
                </a:lnTo>
                <a:lnTo>
                  <a:pt x="286258" y="154279"/>
                </a:lnTo>
                <a:lnTo>
                  <a:pt x="286524" y="187439"/>
                </a:lnTo>
                <a:lnTo>
                  <a:pt x="286258" y="220637"/>
                </a:lnTo>
                <a:lnTo>
                  <a:pt x="285572" y="251828"/>
                </a:lnTo>
                <a:lnTo>
                  <a:pt x="284594" y="281317"/>
                </a:lnTo>
                <a:lnTo>
                  <a:pt x="283476" y="309359"/>
                </a:lnTo>
                <a:lnTo>
                  <a:pt x="310896" y="297167"/>
                </a:lnTo>
                <a:lnTo>
                  <a:pt x="307924" y="251828"/>
                </a:lnTo>
                <a:lnTo>
                  <a:pt x="307860" y="97523"/>
                </a:lnTo>
                <a:lnTo>
                  <a:pt x="324624" y="83807"/>
                </a:lnTo>
                <a:close/>
              </a:path>
              <a:path w="984885" h="410210">
                <a:moveTo>
                  <a:pt x="394728" y="18275"/>
                </a:moveTo>
                <a:lnTo>
                  <a:pt x="358152" y="3035"/>
                </a:lnTo>
                <a:lnTo>
                  <a:pt x="359270" y="17614"/>
                </a:lnTo>
                <a:lnTo>
                  <a:pt x="360248" y="33896"/>
                </a:lnTo>
                <a:lnTo>
                  <a:pt x="360934" y="51904"/>
                </a:lnTo>
                <a:lnTo>
                  <a:pt x="361137" y="67043"/>
                </a:lnTo>
                <a:lnTo>
                  <a:pt x="361200" y="342887"/>
                </a:lnTo>
                <a:lnTo>
                  <a:pt x="360311" y="353136"/>
                </a:lnTo>
                <a:lnTo>
                  <a:pt x="357581" y="360794"/>
                </a:lnTo>
                <a:lnTo>
                  <a:pt x="352831" y="365607"/>
                </a:lnTo>
                <a:lnTo>
                  <a:pt x="345960" y="367271"/>
                </a:lnTo>
                <a:lnTo>
                  <a:pt x="336550" y="367868"/>
                </a:lnTo>
                <a:lnTo>
                  <a:pt x="324434" y="367461"/>
                </a:lnTo>
                <a:lnTo>
                  <a:pt x="309740" y="366204"/>
                </a:lnTo>
                <a:lnTo>
                  <a:pt x="292608" y="364223"/>
                </a:lnTo>
                <a:lnTo>
                  <a:pt x="292608" y="373367"/>
                </a:lnTo>
                <a:lnTo>
                  <a:pt x="315785" y="378231"/>
                </a:lnTo>
                <a:lnTo>
                  <a:pt x="332816" y="385940"/>
                </a:lnTo>
                <a:lnTo>
                  <a:pt x="343839" y="396519"/>
                </a:lnTo>
                <a:lnTo>
                  <a:pt x="348996" y="409943"/>
                </a:lnTo>
                <a:lnTo>
                  <a:pt x="364744" y="401370"/>
                </a:lnTo>
                <a:lnTo>
                  <a:pt x="375488" y="389369"/>
                </a:lnTo>
                <a:lnTo>
                  <a:pt x="381368" y="373938"/>
                </a:lnTo>
                <a:lnTo>
                  <a:pt x="381736" y="367868"/>
                </a:lnTo>
                <a:lnTo>
                  <a:pt x="382536" y="355079"/>
                </a:lnTo>
                <a:lnTo>
                  <a:pt x="382536" y="30467"/>
                </a:lnTo>
                <a:lnTo>
                  <a:pt x="394728" y="18275"/>
                </a:lnTo>
                <a:close/>
              </a:path>
              <a:path w="984885" h="410210">
                <a:moveTo>
                  <a:pt x="582180" y="28943"/>
                </a:moveTo>
                <a:lnTo>
                  <a:pt x="569988" y="25895"/>
                </a:lnTo>
                <a:lnTo>
                  <a:pt x="562368" y="25895"/>
                </a:lnTo>
                <a:lnTo>
                  <a:pt x="556272" y="24371"/>
                </a:lnTo>
                <a:lnTo>
                  <a:pt x="541032" y="24371"/>
                </a:lnTo>
                <a:lnTo>
                  <a:pt x="522503" y="25806"/>
                </a:lnTo>
                <a:lnTo>
                  <a:pt x="480072" y="47231"/>
                </a:lnTo>
                <a:lnTo>
                  <a:pt x="460133" y="93738"/>
                </a:lnTo>
                <a:lnTo>
                  <a:pt x="458736" y="114287"/>
                </a:lnTo>
                <a:lnTo>
                  <a:pt x="458736" y="121907"/>
                </a:lnTo>
                <a:lnTo>
                  <a:pt x="431304" y="121907"/>
                </a:lnTo>
                <a:lnTo>
                  <a:pt x="431304" y="155435"/>
                </a:lnTo>
                <a:lnTo>
                  <a:pt x="458736" y="155435"/>
                </a:lnTo>
                <a:lnTo>
                  <a:pt x="458736" y="364236"/>
                </a:lnTo>
                <a:lnTo>
                  <a:pt x="499884" y="364236"/>
                </a:lnTo>
                <a:lnTo>
                  <a:pt x="499884" y="155435"/>
                </a:lnTo>
                <a:lnTo>
                  <a:pt x="566940" y="155435"/>
                </a:lnTo>
                <a:lnTo>
                  <a:pt x="566940" y="121907"/>
                </a:lnTo>
                <a:lnTo>
                  <a:pt x="498360" y="121907"/>
                </a:lnTo>
                <a:lnTo>
                  <a:pt x="498360" y="114287"/>
                </a:lnTo>
                <a:lnTo>
                  <a:pt x="510552" y="71615"/>
                </a:lnTo>
                <a:lnTo>
                  <a:pt x="547128" y="59423"/>
                </a:lnTo>
                <a:lnTo>
                  <a:pt x="551700" y="59423"/>
                </a:lnTo>
                <a:lnTo>
                  <a:pt x="557796" y="60947"/>
                </a:lnTo>
                <a:lnTo>
                  <a:pt x="565416" y="62471"/>
                </a:lnTo>
                <a:lnTo>
                  <a:pt x="571512" y="62471"/>
                </a:lnTo>
                <a:lnTo>
                  <a:pt x="577608" y="63995"/>
                </a:lnTo>
                <a:lnTo>
                  <a:pt x="580656" y="65519"/>
                </a:lnTo>
                <a:lnTo>
                  <a:pt x="582180" y="65519"/>
                </a:lnTo>
                <a:lnTo>
                  <a:pt x="582180" y="28943"/>
                </a:lnTo>
                <a:close/>
              </a:path>
              <a:path w="984885" h="410210">
                <a:moveTo>
                  <a:pt x="755916" y="118872"/>
                </a:moveTo>
                <a:lnTo>
                  <a:pt x="723912" y="97536"/>
                </a:lnTo>
                <a:lnTo>
                  <a:pt x="717600" y="111556"/>
                </a:lnTo>
                <a:lnTo>
                  <a:pt x="710006" y="126301"/>
                </a:lnTo>
                <a:lnTo>
                  <a:pt x="700976" y="141897"/>
                </a:lnTo>
                <a:lnTo>
                  <a:pt x="690384" y="158496"/>
                </a:lnTo>
                <a:lnTo>
                  <a:pt x="621804" y="160020"/>
                </a:lnTo>
                <a:lnTo>
                  <a:pt x="639203" y="131724"/>
                </a:lnTo>
                <a:lnTo>
                  <a:pt x="657047" y="101727"/>
                </a:lnTo>
                <a:lnTo>
                  <a:pt x="675157" y="70002"/>
                </a:lnTo>
                <a:lnTo>
                  <a:pt x="693432" y="36576"/>
                </a:lnTo>
                <a:lnTo>
                  <a:pt x="708672" y="27432"/>
                </a:lnTo>
                <a:lnTo>
                  <a:pt x="672096" y="7620"/>
                </a:lnTo>
                <a:lnTo>
                  <a:pt x="664641" y="33858"/>
                </a:lnTo>
                <a:lnTo>
                  <a:pt x="655904" y="59817"/>
                </a:lnTo>
                <a:lnTo>
                  <a:pt x="633996" y="109728"/>
                </a:lnTo>
                <a:lnTo>
                  <a:pt x="612470" y="147447"/>
                </a:lnTo>
                <a:lnTo>
                  <a:pt x="594372" y="160020"/>
                </a:lnTo>
                <a:lnTo>
                  <a:pt x="609612" y="190500"/>
                </a:lnTo>
                <a:lnTo>
                  <a:pt x="617893" y="185991"/>
                </a:lnTo>
                <a:lnTo>
                  <a:pt x="626757" y="181927"/>
                </a:lnTo>
                <a:lnTo>
                  <a:pt x="636181" y="178701"/>
                </a:lnTo>
                <a:lnTo>
                  <a:pt x="646188" y="176784"/>
                </a:lnTo>
                <a:lnTo>
                  <a:pt x="655586" y="174498"/>
                </a:lnTo>
                <a:lnTo>
                  <a:pt x="685812" y="167640"/>
                </a:lnTo>
                <a:lnTo>
                  <a:pt x="665187" y="196253"/>
                </a:lnTo>
                <a:lnTo>
                  <a:pt x="648855" y="218313"/>
                </a:lnTo>
                <a:lnTo>
                  <a:pt x="621919" y="249237"/>
                </a:lnTo>
                <a:lnTo>
                  <a:pt x="601992" y="260604"/>
                </a:lnTo>
                <a:lnTo>
                  <a:pt x="621804" y="291084"/>
                </a:lnTo>
                <a:lnTo>
                  <a:pt x="666165" y="269862"/>
                </a:lnTo>
                <a:lnTo>
                  <a:pt x="707885" y="257556"/>
                </a:lnTo>
                <a:lnTo>
                  <a:pt x="754392" y="245364"/>
                </a:lnTo>
                <a:lnTo>
                  <a:pt x="754392" y="237744"/>
                </a:lnTo>
                <a:lnTo>
                  <a:pt x="633996" y="257556"/>
                </a:lnTo>
                <a:lnTo>
                  <a:pt x="662000" y="224663"/>
                </a:lnTo>
                <a:lnTo>
                  <a:pt x="688860" y="192214"/>
                </a:lnTo>
                <a:lnTo>
                  <a:pt x="708494" y="167640"/>
                </a:lnTo>
                <a:lnTo>
                  <a:pt x="714590" y="160020"/>
                </a:lnTo>
                <a:lnTo>
                  <a:pt x="739152" y="128016"/>
                </a:lnTo>
                <a:lnTo>
                  <a:pt x="755916" y="118872"/>
                </a:lnTo>
                <a:close/>
              </a:path>
              <a:path w="984885" h="410210">
                <a:moveTo>
                  <a:pt x="758964" y="315468"/>
                </a:moveTo>
                <a:lnTo>
                  <a:pt x="757440" y="309372"/>
                </a:lnTo>
                <a:lnTo>
                  <a:pt x="695718" y="326707"/>
                </a:lnTo>
                <a:lnTo>
                  <a:pt x="652284" y="338328"/>
                </a:lnTo>
                <a:lnTo>
                  <a:pt x="620471" y="344805"/>
                </a:lnTo>
                <a:lnTo>
                  <a:pt x="606628" y="347319"/>
                </a:lnTo>
                <a:lnTo>
                  <a:pt x="594372" y="348996"/>
                </a:lnTo>
                <a:lnTo>
                  <a:pt x="611136" y="382524"/>
                </a:lnTo>
                <a:lnTo>
                  <a:pt x="627367" y="372249"/>
                </a:lnTo>
                <a:lnTo>
                  <a:pt x="657618" y="357568"/>
                </a:lnTo>
                <a:lnTo>
                  <a:pt x="701573" y="338582"/>
                </a:lnTo>
                <a:lnTo>
                  <a:pt x="758964" y="315468"/>
                </a:lnTo>
                <a:close/>
              </a:path>
              <a:path w="984885" h="410210">
                <a:moveTo>
                  <a:pt x="961656" y="256032"/>
                </a:moveTo>
                <a:lnTo>
                  <a:pt x="953084" y="246888"/>
                </a:lnTo>
                <a:lnTo>
                  <a:pt x="938796" y="231648"/>
                </a:lnTo>
                <a:lnTo>
                  <a:pt x="923556" y="245503"/>
                </a:lnTo>
                <a:lnTo>
                  <a:pt x="923556" y="257556"/>
                </a:lnTo>
                <a:lnTo>
                  <a:pt x="923556" y="356616"/>
                </a:lnTo>
                <a:lnTo>
                  <a:pt x="800112" y="356616"/>
                </a:lnTo>
                <a:lnTo>
                  <a:pt x="800112" y="257556"/>
                </a:lnTo>
                <a:lnTo>
                  <a:pt x="923556" y="257556"/>
                </a:lnTo>
                <a:lnTo>
                  <a:pt x="923556" y="245503"/>
                </a:lnTo>
                <a:lnTo>
                  <a:pt x="922032" y="246888"/>
                </a:lnTo>
                <a:lnTo>
                  <a:pt x="804684" y="246888"/>
                </a:lnTo>
                <a:lnTo>
                  <a:pt x="775728" y="231648"/>
                </a:lnTo>
                <a:lnTo>
                  <a:pt x="776846" y="250786"/>
                </a:lnTo>
                <a:lnTo>
                  <a:pt x="777824" y="271653"/>
                </a:lnTo>
                <a:lnTo>
                  <a:pt x="778510" y="294220"/>
                </a:lnTo>
                <a:lnTo>
                  <a:pt x="778675" y="309372"/>
                </a:lnTo>
                <a:lnTo>
                  <a:pt x="778548" y="338582"/>
                </a:lnTo>
                <a:lnTo>
                  <a:pt x="778446" y="344805"/>
                </a:lnTo>
                <a:lnTo>
                  <a:pt x="777824" y="365569"/>
                </a:lnTo>
                <a:lnTo>
                  <a:pt x="776846" y="386880"/>
                </a:lnTo>
                <a:lnTo>
                  <a:pt x="775728" y="406908"/>
                </a:lnTo>
                <a:lnTo>
                  <a:pt x="800112" y="394716"/>
                </a:lnTo>
                <a:lnTo>
                  <a:pt x="800112" y="367284"/>
                </a:lnTo>
                <a:lnTo>
                  <a:pt x="923556" y="367284"/>
                </a:lnTo>
                <a:lnTo>
                  <a:pt x="923556" y="400812"/>
                </a:lnTo>
                <a:lnTo>
                  <a:pt x="947940" y="391668"/>
                </a:lnTo>
                <a:lnTo>
                  <a:pt x="947699" y="382231"/>
                </a:lnTo>
                <a:lnTo>
                  <a:pt x="947267" y="372249"/>
                </a:lnTo>
                <a:lnTo>
                  <a:pt x="947077" y="367284"/>
                </a:lnTo>
                <a:lnTo>
                  <a:pt x="946708" y="356616"/>
                </a:lnTo>
                <a:lnTo>
                  <a:pt x="946645" y="354799"/>
                </a:lnTo>
                <a:lnTo>
                  <a:pt x="946518" y="344805"/>
                </a:lnTo>
                <a:lnTo>
                  <a:pt x="946416" y="265176"/>
                </a:lnTo>
                <a:lnTo>
                  <a:pt x="959116" y="257556"/>
                </a:lnTo>
                <a:lnTo>
                  <a:pt x="961656" y="256032"/>
                </a:lnTo>
                <a:close/>
              </a:path>
              <a:path w="984885" h="410210">
                <a:moveTo>
                  <a:pt x="984516" y="103632"/>
                </a:moveTo>
                <a:lnTo>
                  <a:pt x="955560" y="73152"/>
                </a:lnTo>
                <a:lnTo>
                  <a:pt x="934224" y="92964"/>
                </a:lnTo>
                <a:lnTo>
                  <a:pt x="870216" y="92964"/>
                </a:lnTo>
                <a:lnTo>
                  <a:pt x="870216" y="35052"/>
                </a:lnTo>
                <a:lnTo>
                  <a:pt x="886980" y="22860"/>
                </a:lnTo>
                <a:lnTo>
                  <a:pt x="845832" y="0"/>
                </a:lnTo>
                <a:lnTo>
                  <a:pt x="846709" y="14300"/>
                </a:lnTo>
                <a:lnTo>
                  <a:pt x="847140" y="33858"/>
                </a:lnTo>
                <a:lnTo>
                  <a:pt x="847318" y="59817"/>
                </a:lnTo>
                <a:lnTo>
                  <a:pt x="847356" y="92964"/>
                </a:lnTo>
                <a:lnTo>
                  <a:pt x="746772" y="92964"/>
                </a:lnTo>
                <a:lnTo>
                  <a:pt x="762012" y="109728"/>
                </a:lnTo>
                <a:lnTo>
                  <a:pt x="772312" y="106845"/>
                </a:lnTo>
                <a:lnTo>
                  <a:pt x="782777" y="104965"/>
                </a:lnTo>
                <a:lnTo>
                  <a:pt x="793508" y="103936"/>
                </a:lnTo>
                <a:lnTo>
                  <a:pt x="804684" y="103632"/>
                </a:lnTo>
                <a:lnTo>
                  <a:pt x="847356" y="103632"/>
                </a:lnTo>
                <a:lnTo>
                  <a:pt x="847356" y="182880"/>
                </a:lnTo>
                <a:lnTo>
                  <a:pt x="762012" y="182880"/>
                </a:lnTo>
                <a:lnTo>
                  <a:pt x="778776" y="198120"/>
                </a:lnTo>
                <a:lnTo>
                  <a:pt x="788200" y="195872"/>
                </a:lnTo>
                <a:lnTo>
                  <a:pt x="798207" y="193929"/>
                </a:lnTo>
                <a:lnTo>
                  <a:pt x="808774" y="192544"/>
                </a:lnTo>
                <a:lnTo>
                  <a:pt x="819924" y="192024"/>
                </a:lnTo>
                <a:lnTo>
                  <a:pt x="967752" y="192024"/>
                </a:lnTo>
                <a:lnTo>
                  <a:pt x="938796" y="161544"/>
                </a:lnTo>
                <a:lnTo>
                  <a:pt x="917460" y="182880"/>
                </a:lnTo>
                <a:lnTo>
                  <a:pt x="870216" y="182880"/>
                </a:lnTo>
                <a:lnTo>
                  <a:pt x="870216" y="103632"/>
                </a:lnTo>
                <a:lnTo>
                  <a:pt x="984516" y="10363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" name="object 70"/>
          <p:cNvSpPr/>
          <p:nvPr/>
        </p:nvSpPr>
        <p:spPr>
          <a:xfrm>
            <a:off x="4936236" y="4610100"/>
            <a:ext cx="403860" cy="411480"/>
          </a:xfrm>
          <a:custGeom>
            <a:avLst/>
            <a:gdLst/>
            <a:ahLst/>
            <a:cxnLst/>
            <a:rect l="l" t="t" r="r" b="b"/>
            <a:pathLst>
              <a:path w="403860" h="411479">
                <a:moveTo>
                  <a:pt x="213360" y="64008"/>
                </a:moveTo>
                <a:lnTo>
                  <a:pt x="187452" y="64008"/>
                </a:lnTo>
                <a:lnTo>
                  <a:pt x="187351" y="39624"/>
                </a:lnTo>
                <a:lnTo>
                  <a:pt x="187261" y="30861"/>
                </a:lnTo>
                <a:lnTo>
                  <a:pt x="186809" y="15144"/>
                </a:lnTo>
                <a:lnTo>
                  <a:pt x="185928" y="0"/>
                </a:lnTo>
                <a:lnTo>
                  <a:pt x="231648" y="18288"/>
                </a:lnTo>
                <a:lnTo>
                  <a:pt x="213360" y="32004"/>
                </a:lnTo>
                <a:lnTo>
                  <a:pt x="213360" y="64008"/>
                </a:lnTo>
                <a:close/>
              </a:path>
              <a:path w="403860" h="411479">
                <a:moveTo>
                  <a:pt x="22860" y="79248"/>
                </a:moveTo>
                <a:lnTo>
                  <a:pt x="7620" y="64008"/>
                </a:lnTo>
                <a:lnTo>
                  <a:pt x="344424" y="64008"/>
                </a:lnTo>
                <a:lnTo>
                  <a:pt x="368808" y="39624"/>
                </a:lnTo>
                <a:lnTo>
                  <a:pt x="403860" y="74676"/>
                </a:lnTo>
                <a:lnTo>
                  <a:pt x="64008" y="74676"/>
                </a:lnTo>
                <a:lnTo>
                  <a:pt x="52863" y="74961"/>
                </a:lnTo>
                <a:lnTo>
                  <a:pt x="42291" y="75819"/>
                </a:lnTo>
                <a:lnTo>
                  <a:pt x="32289" y="77247"/>
                </a:lnTo>
                <a:lnTo>
                  <a:pt x="22860" y="79248"/>
                </a:lnTo>
                <a:close/>
              </a:path>
              <a:path w="403860" h="411479">
                <a:moveTo>
                  <a:pt x="213360" y="129540"/>
                </a:moveTo>
                <a:lnTo>
                  <a:pt x="187452" y="129540"/>
                </a:lnTo>
                <a:lnTo>
                  <a:pt x="187452" y="74676"/>
                </a:lnTo>
                <a:lnTo>
                  <a:pt x="213360" y="74676"/>
                </a:lnTo>
                <a:lnTo>
                  <a:pt x="213360" y="129540"/>
                </a:lnTo>
                <a:close/>
              </a:path>
              <a:path w="403860" h="411479">
                <a:moveTo>
                  <a:pt x="347689" y="129540"/>
                </a:moveTo>
                <a:lnTo>
                  <a:pt x="307848" y="129540"/>
                </a:lnTo>
                <a:lnTo>
                  <a:pt x="321564" y="111252"/>
                </a:lnTo>
                <a:lnTo>
                  <a:pt x="347689" y="129540"/>
                </a:lnTo>
                <a:close/>
              </a:path>
              <a:path w="403860" h="411479">
                <a:moveTo>
                  <a:pt x="64008" y="268224"/>
                </a:moveTo>
                <a:lnTo>
                  <a:pt x="64889" y="250769"/>
                </a:lnTo>
                <a:lnTo>
                  <a:pt x="65327" y="233172"/>
                </a:lnTo>
                <a:lnTo>
                  <a:pt x="65382" y="227909"/>
                </a:lnTo>
                <a:lnTo>
                  <a:pt x="65508" y="173235"/>
                </a:lnTo>
                <a:lnTo>
                  <a:pt x="65341" y="153352"/>
                </a:lnTo>
                <a:lnTo>
                  <a:pt x="64889" y="133754"/>
                </a:lnTo>
                <a:lnTo>
                  <a:pt x="64008" y="114300"/>
                </a:lnTo>
                <a:lnTo>
                  <a:pt x="94488" y="129540"/>
                </a:lnTo>
                <a:lnTo>
                  <a:pt x="347689" y="129540"/>
                </a:lnTo>
                <a:lnTo>
                  <a:pt x="352044" y="132588"/>
                </a:lnTo>
                <a:lnTo>
                  <a:pt x="341158" y="140208"/>
                </a:lnTo>
                <a:lnTo>
                  <a:pt x="91440" y="140208"/>
                </a:lnTo>
                <a:lnTo>
                  <a:pt x="91440" y="222504"/>
                </a:lnTo>
                <a:lnTo>
                  <a:pt x="338500" y="222504"/>
                </a:lnTo>
                <a:lnTo>
                  <a:pt x="338732" y="227909"/>
                </a:lnTo>
                <a:lnTo>
                  <a:pt x="339070" y="233172"/>
                </a:lnTo>
                <a:lnTo>
                  <a:pt x="91440" y="233172"/>
                </a:lnTo>
                <a:lnTo>
                  <a:pt x="91440" y="257556"/>
                </a:lnTo>
                <a:lnTo>
                  <a:pt x="64008" y="268224"/>
                </a:lnTo>
                <a:close/>
              </a:path>
              <a:path w="403860" h="411479">
                <a:moveTo>
                  <a:pt x="213360" y="222504"/>
                </a:moveTo>
                <a:lnTo>
                  <a:pt x="187452" y="222504"/>
                </a:lnTo>
                <a:lnTo>
                  <a:pt x="187452" y="140208"/>
                </a:lnTo>
                <a:lnTo>
                  <a:pt x="213360" y="140208"/>
                </a:lnTo>
                <a:lnTo>
                  <a:pt x="213360" y="222504"/>
                </a:lnTo>
                <a:close/>
              </a:path>
              <a:path w="403860" h="411479">
                <a:moveTo>
                  <a:pt x="338500" y="222504"/>
                </a:moveTo>
                <a:lnTo>
                  <a:pt x="310896" y="222504"/>
                </a:lnTo>
                <a:lnTo>
                  <a:pt x="310896" y="140208"/>
                </a:lnTo>
                <a:lnTo>
                  <a:pt x="341158" y="140208"/>
                </a:lnTo>
                <a:lnTo>
                  <a:pt x="336804" y="143256"/>
                </a:lnTo>
                <a:lnTo>
                  <a:pt x="337065" y="176998"/>
                </a:lnTo>
                <a:lnTo>
                  <a:pt x="337756" y="205168"/>
                </a:lnTo>
                <a:lnTo>
                  <a:pt x="338500" y="222504"/>
                </a:lnTo>
                <a:close/>
              </a:path>
              <a:path w="403860" h="411479">
                <a:moveTo>
                  <a:pt x="3048" y="399288"/>
                </a:moveTo>
                <a:lnTo>
                  <a:pt x="0" y="394716"/>
                </a:lnTo>
                <a:lnTo>
                  <a:pt x="42269" y="366357"/>
                </a:lnTo>
                <a:lnTo>
                  <a:pt x="79564" y="336096"/>
                </a:lnTo>
                <a:lnTo>
                  <a:pt x="112032" y="303861"/>
                </a:lnTo>
                <a:lnTo>
                  <a:pt x="139817" y="269577"/>
                </a:lnTo>
                <a:lnTo>
                  <a:pt x="163068" y="233172"/>
                </a:lnTo>
                <a:lnTo>
                  <a:pt x="213360" y="233172"/>
                </a:lnTo>
                <a:lnTo>
                  <a:pt x="213411" y="245364"/>
                </a:lnTo>
                <a:lnTo>
                  <a:pt x="187452" y="245364"/>
                </a:lnTo>
                <a:lnTo>
                  <a:pt x="158910" y="284488"/>
                </a:lnTo>
                <a:lnTo>
                  <a:pt x="126272" y="319515"/>
                </a:lnTo>
                <a:lnTo>
                  <a:pt x="89464" y="350373"/>
                </a:lnTo>
                <a:lnTo>
                  <a:pt x="48414" y="376988"/>
                </a:lnTo>
                <a:lnTo>
                  <a:pt x="3048" y="399288"/>
                </a:lnTo>
                <a:close/>
              </a:path>
              <a:path w="403860" h="411479">
                <a:moveTo>
                  <a:pt x="361188" y="387096"/>
                </a:moveTo>
                <a:lnTo>
                  <a:pt x="313801" y="355115"/>
                </a:lnTo>
                <a:lnTo>
                  <a:pt x="274701" y="318706"/>
                </a:lnTo>
                <a:lnTo>
                  <a:pt x="244173" y="278010"/>
                </a:lnTo>
                <a:lnTo>
                  <a:pt x="222504" y="233172"/>
                </a:lnTo>
                <a:lnTo>
                  <a:pt x="231648" y="233172"/>
                </a:lnTo>
                <a:lnTo>
                  <a:pt x="262770" y="278606"/>
                </a:lnTo>
                <a:lnTo>
                  <a:pt x="301180" y="314325"/>
                </a:lnTo>
                <a:lnTo>
                  <a:pt x="346733" y="340328"/>
                </a:lnTo>
                <a:lnTo>
                  <a:pt x="399288" y="356616"/>
                </a:lnTo>
                <a:lnTo>
                  <a:pt x="399288" y="362712"/>
                </a:lnTo>
                <a:lnTo>
                  <a:pt x="384976" y="366093"/>
                </a:lnTo>
                <a:lnTo>
                  <a:pt x="373951" y="371475"/>
                </a:lnTo>
                <a:lnTo>
                  <a:pt x="366069" y="378571"/>
                </a:lnTo>
                <a:lnTo>
                  <a:pt x="361188" y="387096"/>
                </a:lnTo>
                <a:close/>
              </a:path>
              <a:path w="403860" h="411479">
                <a:moveTo>
                  <a:pt x="310896" y="257556"/>
                </a:moveTo>
                <a:lnTo>
                  <a:pt x="310896" y="233172"/>
                </a:lnTo>
                <a:lnTo>
                  <a:pt x="339070" y="233172"/>
                </a:lnTo>
                <a:lnTo>
                  <a:pt x="339852" y="245364"/>
                </a:lnTo>
                <a:lnTo>
                  <a:pt x="310896" y="257556"/>
                </a:lnTo>
                <a:close/>
              </a:path>
              <a:path w="403860" h="411479">
                <a:moveTo>
                  <a:pt x="185928" y="411480"/>
                </a:moveTo>
                <a:lnTo>
                  <a:pt x="186809" y="375451"/>
                </a:lnTo>
                <a:lnTo>
                  <a:pt x="187210" y="340328"/>
                </a:lnTo>
                <a:lnTo>
                  <a:pt x="187327" y="318706"/>
                </a:lnTo>
                <a:lnTo>
                  <a:pt x="187452" y="245364"/>
                </a:lnTo>
                <a:lnTo>
                  <a:pt x="213411" y="245364"/>
                </a:lnTo>
                <a:lnTo>
                  <a:pt x="213621" y="294894"/>
                </a:lnTo>
                <a:lnTo>
                  <a:pt x="214312" y="342900"/>
                </a:lnTo>
                <a:lnTo>
                  <a:pt x="216408" y="397764"/>
                </a:lnTo>
                <a:lnTo>
                  <a:pt x="185928" y="41148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pic>
        <p:nvPicPr>
          <p:cNvPr id="71" name="object 71"/>
          <p:cNvPicPr/>
          <p:nvPr/>
        </p:nvPicPr>
        <p:blipFill>
          <a:blip r:embed="rId9" cstate="print"/>
          <a:stretch>
            <a:fillRect/>
          </a:stretch>
        </p:blipFill>
        <p:spPr>
          <a:xfrm>
            <a:off x="5423916" y="4882896"/>
            <a:ext cx="96012" cy="96012"/>
          </a:xfrm>
          <a:prstGeom prst="rect">
            <a:avLst/>
          </a:prstGeom>
        </p:spPr>
      </p:pic>
      <p:sp>
        <p:nvSpPr>
          <p:cNvPr id="72" name="object 72"/>
          <p:cNvSpPr/>
          <p:nvPr/>
        </p:nvSpPr>
        <p:spPr>
          <a:xfrm>
            <a:off x="5824728" y="4610100"/>
            <a:ext cx="1744980" cy="413384"/>
          </a:xfrm>
          <a:custGeom>
            <a:avLst/>
            <a:gdLst/>
            <a:ahLst/>
            <a:cxnLst/>
            <a:rect l="l" t="t" r="r" b="b"/>
            <a:pathLst>
              <a:path w="1744979" h="413385">
                <a:moveTo>
                  <a:pt x="124968" y="27432"/>
                </a:moveTo>
                <a:lnTo>
                  <a:pt x="91440" y="6096"/>
                </a:lnTo>
                <a:lnTo>
                  <a:pt x="86271" y="25196"/>
                </a:lnTo>
                <a:lnTo>
                  <a:pt x="79819" y="48006"/>
                </a:lnTo>
                <a:lnTo>
                  <a:pt x="62484" y="103632"/>
                </a:lnTo>
                <a:lnTo>
                  <a:pt x="35814" y="166116"/>
                </a:lnTo>
                <a:lnTo>
                  <a:pt x="0" y="228600"/>
                </a:lnTo>
                <a:lnTo>
                  <a:pt x="3048" y="234696"/>
                </a:lnTo>
                <a:lnTo>
                  <a:pt x="18757" y="216941"/>
                </a:lnTo>
                <a:lnTo>
                  <a:pt x="33909" y="197739"/>
                </a:lnTo>
                <a:lnTo>
                  <a:pt x="48475" y="176834"/>
                </a:lnTo>
                <a:lnTo>
                  <a:pt x="62484" y="153924"/>
                </a:lnTo>
                <a:lnTo>
                  <a:pt x="62382" y="330949"/>
                </a:lnTo>
                <a:lnTo>
                  <a:pt x="62293" y="345186"/>
                </a:lnTo>
                <a:lnTo>
                  <a:pt x="61836" y="375526"/>
                </a:lnTo>
                <a:lnTo>
                  <a:pt x="60960" y="413004"/>
                </a:lnTo>
                <a:lnTo>
                  <a:pt x="86868" y="400812"/>
                </a:lnTo>
                <a:lnTo>
                  <a:pt x="85979" y="377723"/>
                </a:lnTo>
                <a:lnTo>
                  <a:pt x="85534" y="354330"/>
                </a:lnTo>
                <a:lnTo>
                  <a:pt x="85458" y="345186"/>
                </a:lnTo>
                <a:lnTo>
                  <a:pt x="85344" y="153924"/>
                </a:lnTo>
                <a:lnTo>
                  <a:pt x="85344" y="140208"/>
                </a:lnTo>
                <a:lnTo>
                  <a:pt x="97536" y="129540"/>
                </a:lnTo>
                <a:lnTo>
                  <a:pt x="79248" y="120396"/>
                </a:lnTo>
                <a:lnTo>
                  <a:pt x="97345" y="72390"/>
                </a:lnTo>
                <a:lnTo>
                  <a:pt x="104317" y="53530"/>
                </a:lnTo>
                <a:lnTo>
                  <a:pt x="109728" y="38100"/>
                </a:lnTo>
                <a:lnTo>
                  <a:pt x="124968" y="27432"/>
                </a:lnTo>
                <a:close/>
              </a:path>
              <a:path w="1744979" h="413385">
                <a:moveTo>
                  <a:pt x="262128" y="39624"/>
                </a:moveTo>
                <a:lnTo>
                  <a:pt x="255587" y="33528"/>
                </a:lnTo>
                <a:lnTo>
                  <a:pt x="239268" y="18288"/>
                </a:lnTo>
                <a:lnTo>
                  <a:pt x="224028" y="32143"/>
                </a:lnTo>
                <a:lnTo>
                  <a:pt x="224028" y="44196"/>
                </a:lnTo>
                <a:lnTo>
                  <a:pt x="224028" y="126492"/>
                </a:lnTo>
                <a:lnTo>
                  <a:pt x="156972" y="126492"/>
                </a:lnTo>
                <a:lnTo>
                  <a:pt x="156972" y="44196"/>
                </a:lnTo>
                <a:lnTo>
                  <a:pt x="224028" y="44196"/>
                </a:lnTo>
                <a:lnTo>
                  <a:pt x="224028" y="32143"/>
                </a:lnTo>
                <a:lnTo>
                  <a:pt x="222504" y="33528"/>
                </a:lnTo>
                <a:lnTo>
                  <a:pt x="156972" y="33528"/>
                </a:lnTo>
                <a:lnTo>
                  <a:pt x="132588" y="18288"/>
                </a:lnTo>
                <a:lnTo>
                  <a:pt x="133451" y="50292"/>
                </a:lnTo>
                <a:lnTo>
                  <a:pt x="133921" y="76962"/>
                </a:lnTo>
                <a:lnTo>
                  <a:pt x="134086" y="97586"/>
                </a:lnTo>
                <a:lnTo>
                  <a:pt x="134023" y="326136"/>
                </a:lnTo>
                <a:lnTo>
                  <a:pt x="133908" y="341376"/>
                </a:lnTo>
                <a:lnTo>
                  <a:pt x="133477" y="371665"/>
                </a:lnTo>
                <a:lnTo>
                  <a:pt x="132588" y="409956"/>
                </a:lnTo>
                <a:lnTo>
                  <a:pt x="156972" y="397764"/>
                </a:lnTo>
                <a:lnTo>
                  <a:pt x="156972" y="291084"/>
                </a:lnTo>
                <a:lnTo>
                  <a:pt x="246888" y="291084"/>
                </a:lnTo>
                <a:lnTo>
                  <a:pt x="236220" y="280416"/>
                </a:lnTo>
                <a:lnTo>
                  <a:pt x="220980" y="265176"/>
                </a:lnTo>
                <a:lnTo>
                  <a:pt x="205740" y="280416"/>
                </a:lnTo>
                <a:lnTo>
                  <a:pt x="156972" y="280416"/>
                </a:lnTo>
                <a:lnTo>
                  <a:pt x="156972" y="211836"/>
                </a:lnTo>
                <a:lnTo>
                  <a:pt x="239268" y="211836"/>
                </a:lnTo>
                <a:lnTo>
                  <a:pt x="227965" y="201168"/>
                </a:lnTo>
                <a:lnTo>
                  <a:pt x="211836" y="185928"/>
                </a:lnTo>
                <a:lnTo>
                  <a:pt x="196596" y="201168"/>
                </a:lnTo>
                <a:lnTo>
                  <a:pt x="156972" y="201168"/>
                </a:lnTo>
                <a:lnTo>
                  <a:pt x="156972" y="137160"/>
                </a:lnTo>
                <a:lnTo>
                  <a:pt x="224028" y="137160"/>
                </a:lnTo>
                <a:lnTo>
                  <a:pt x="224028" y="153924"/>
                </a:lnTo>
                <a:lnTo>
                  <a:pt x="248412" y="141732"/>
                </a:lnTo>
                <a:lnTo>
                  <a:pt x="248246" y="137160"/>
                </a:lnTo>
                <a:lnTo>
                  <a:pt x="248170" y="134620"/>
                </a:lnTo>
                <a:lnTo>
                  <a:pt x="247611" y="126492"/>
                </a:lnTo>
                <a:lnTo>
                  <a:pt x="247116" y="119240"/>
                </a:lnTo>
                <a:lnTo>
                  <a:pt x="246926" y="112776"/>
                </a:lnTo>
                <a:lnTo>
                  <a:pt x="246888" y="50292"/>
                </a:lnTo>
                <a:lnTo>
                  <a:pt x="255587" y="44196"/>
                </a:lnTo>
                <a:lnTo>
                  <a:pt x="262128" y="39624"/>
                </a:lnTo>
                <a:close/>
              </a:path>
              <a:path w="1744979" h="413385">
                <a:moveTo>
                  <a:pt x="391668" y="41148"/>
                </a:moveTo>
                <a:lnTo>
                  <a:pt x="367284" y="18288"/>
                </a:lnTo>
                <a:lnTo>
                  <a:pt x="352044" y="33528"/>
                </a:lnTo>
                <a:lnTo>
                  <a:pt x="269748" y="33528"/>
                </a:lnTo>
                <a:lnTo>
                  <a:pt x="284988" y="50292"/>
                </a:lnTo>
                <a:lnTo>
                  <a:pt x="313944" y="44196"/>
                </a:lnTo>
                <a:lnTo>
                  <a:pt x="353568" y="44196"/>
                </a:lnTo>
                <a:lnTo>
                  <a:pt x="353568" y="126492"/>
                </a:lnTo>
                <a:lnTo>
                  <a:pt x="266700" y="126492"/>
                </a:lnTo>
                <a:lnTo>
                  <a:pt x="280416" y="140208"/>
                </a:lnTo>
                <a:lnTo>
                  <a:pt x="306324" y="137160"/>
                </a:lnTo>
                <a:lnTo>
                  <a:pt x="353568" y="137160"/>
                </a:lnTo>
                <a:lnTo>
                  <a:pt x="353568" y="155448"/>
                </a:lnTo>
                <a:lnTo>
                  <a:pt x="377952" y="144780"/>
                </a:lnTo>
                <a:lnTo>
                  <a:pt x="377215" y="137160"/>
                </a:lnTo>
                <a:lnTo>
                  <a:pt x="377063" y="135623"/>
                </a:lnTo>
                <a:lnTo>
                  <a:pt x="376618" y="126492"/>
                </a:lnTo>
                <a:lnTo>
                  <a:pt x="376491" y="119240"/>
                </a:lnTo>
                <a:lnTo>
                  <a:pt x="376428" y="51816"/>
                </a:lnTo>
                <a:lnTo>
                  <a:pt x="387311" y="44196"/>
                </a:lnTo>
                <a:lnTo>
                  <a:pt x="391668" y="41148"/>
                </a:lnTo>
                <a:close/>
              </a:path>
              <a:path w="1744979" h="413385">
                <a:moveTo>
                  <a:pt x="409956" y="382524"/>
                </a:moveTo>
                <a:lnTo>
                  <a:pt x="384568" y="373722"/>
                </a:lnTo>
                <a:lnTo>
                  <a:pt x="361188" y="361188"/>
                </a:lnTo>
                <a:lnTo>
                  <a:pt x="340080" y="345236"/>
                </a:lnTo>
                <a:lnTo>
                  <a:pt x="336346" y="341376"/>
                </a:lnTo>
                <a:lnTo>
                  <a:pt x="321564" y="326136"/>
                </a:lnTo>
                <a:lnTo>
                  <a:pt x="331749" y="309372"/>
                </a:lnTo>
                <a:lnTo>
                  <a:pt x="335254" y="303618"/>
                </a:lnTo>
                <a:lnTo>
                  <a:pt x="348805" y="277368"/>
                </a:lnTo>
                <a:lnTo>
                  <a:pt x="362064" y="247700"/>
                </a:lnTo>
                <a:lnTo>
                  <a:pt x="374904" y="214884"/>
                </a:lnTo>
                <a:lnTo>
                  <a:pt x="383603" y="208788"/>
                </a:lnTo>
                <a:lnTo>
                  <a:pt x="390144" y="204216"/>
                </a:lnTo>
                <a:lnTo>
                  <a:pt x="365760" y="181356"/>
                </a:lnTo>
                <a:lnTo>
                  <a:pt x="352044" y="196443"/>
                </a:lnTo>
                <a:lnTo>
                  <a:pt x="352044" y="208788"/>
                </a:lnTo>
                <a:lnTo>
                  <a:pt x="343446" y="233934"/>
                </a:lnTo>
                <a:lnTo>
                  <a:pt x="333565" y="259080"/>
                </a:lnTo>
                <a:lnTo>
                  <a:pt x="322249" y="284226"/>
                </a:lnTo>
                <a:lnTo>
                  <a:pt x="309372" y="309372"/>
                </a:lnTo>
                <a:lnTo>
                  <a:pt x="298246" y="289369"/>
                </a:lnTo>
                <a:lnTo>
                  <a:pt x="287845" y="265938"/>
                </a:lnTo>
                <a:lnTo>
                  <a:pt x="278295" y="239077"/>
                </a:lnTo>
                <a:lnTo>
                  <a:pt x="269748" y="208788"/>
                </a:lnTo>
                <a:lnTo>
                  <a:pt x="352044" y="208788"/>
                </a:lnTo>
                <a:lnTo>
                  <a:pt x="352044" y="196443"/>
                </a:lnTo>
                <a:lnTo>
                  <a:pt x="350520" y="198120"/>
                </a:lnTo>
                <a:lnTo>
                  <a:pt x="240792" y="198120"/>
                </a:lnTo>
                <a:lnTo>
                  <a:pt x="254508" y="211836"/>
                </a:lnTo>
                <a:lnTo>
                  <a:pt x="260604" y="208788"/>
                </a:lnTo>
                <a:lnTo>
                  <a:pt x="268033" y="241058"/>
                </a:lnTo>
                <a:lnTo>
                  <a:pt x="276606" y="271462"/>
                </a:lnTo>
                <a:lnTo>
                  <a:pt x="286321" y="299872"/>
                </a:lnTo>
                <a:lnTo>
                  <a:pt x="297180" y="326136"/>
                </a:lnTo>
                <a:lnTo>
                  <a:pt x="272618" y="350697"/>
                </a:lnTo>
                <a:lnTo>
                  <a:pt x="244792" y="371665"/>
                </a:lnTo>
                <a:lnTo>
                  <a:pt x="213804" y="388937"/>
                </a:lnTo>
                <a:lnTo>
                  <a:pt x="179832" y="402336"/>
                </a:lnTo>
                <a:lnTo>
                  <a:pt x="182880" y="409956"/>
                </a:lnTo>
                <a:lnTo>
                  <a:pt x="220853" y="397103"/>
                </a:lnTo>
                <a:lnTo>
                  <a:pt x="254698" y="381381"/>
                </a:lnTo>
                <a:lnTo>
                  <a:pt x="284238" y="362813"/>
                </a:lnTo>
                <a:lnTo>
                  <a:pt x="309372" y="341376"/>
                </a:lnTo>
                <a:lnTo>
                  <a:pt x="324815" y="360807"/>
                </a:lnTo>
                <a:lnTo>
                  <a:pt x="341566" y="377952"/>
                </a:lnTo>
                <a:lnTo>
                  <a:pt x="359727" y="392811"/>
                </a:lnTo>
                <a:lnTo>
                  <a:pt x="379476" y="405384"/>
                </a:lnTo>
                <a:lnTo>
                  <a:pt x="384873" y="398246"/>
                </a:lnTo>
                <a:lnTo>
                  <a:pt x="391858" y="392811"/>
                </a:lnTo>
                <a:lnTo>
                  <a:pt x="400253" y="389102"/>
                </a:lnTo>
                <a:lnTo>
                  <a:pt x="409956" y="387096"/>
                </a:lnTo>
                <a:lnTo>
                  <a:pt x="409956" y="382524"/>
                </a:lnTo>
                <a:close/>
              </a:path>
              <a:path w="1744979" h="413385">
                <a:moveTo>
                  <a:pt x="554736" y="56388"/>
                </a:moveTo>
                <a:lnTo>
                  <a:pt x="528256" y="27813"/>
                </a:lnTo>
                <a:lnTo>
                  <a:pt x="504444" y="12192"/>
                </a:lnTo>
                <a:lnTo>
                  <a:pt x="499872" y="15240"/>
                </a:lnTo>
                <a:lnTo>
                  <a:pt x="509270" y="30937"/>
                </a:lnTo>
                <a:lnTo>
                  <a:pt x="516826" y="45910"/>
                </a:lnTo>
                <a:lnTo>
                  <a:pt x="522363" y="60032"/>
                </a:lnTo>
                <a:lnTo>
                  <a:pt x="525780" y="73152"/>
                </a:lnTo>
                <a:lnTo>
                  <a:pt x="527304" y="83820"/>
                </a:lnTo>
                <a:lnTo>
                  <a:pt x="531876" y="89916"/>
                </a:lnTo>
                <a:lnTo>
                  <a:pt x="536448" y="89916"/>
                </a:lnTo>
                <a:lnTo>
                  <a:pt x="541020" y="86868"/>
                </a:lnTo>
                <a:lnTo>
                  <a:pt x="550164" y="77724"/>
                </a:lnTo>
                <a:lnTo>
                  <a:pt x="553212" y="71628"/>
                </a:lnTo>
                <a:lnTo>
                  <a:pt x="554736" y="64008"/>
                </a:lnTo>
                <a:lnTo>
                  <a:pt x="554736" y="56388"/>
                </a:lnTo>
                <a:close/>
              </a:path>
              <a:path w="1744979" h="413385">
                <a:moveTo>
                  <a:pt x="618744" y="266700"/>
                </a:moveTo>
                <a:lnTo>
                  <a:pt x="614172" y="262128"/>
                </a:lnTo>
                <a:lnTo>
                  <a:pt x="548640" y="321564"/>
                </a:lnTo>
                <a:lnTo>
                  <a:pt x="548640" y="167640"/>
                </a:lnTo>
                <a:lnTo>
                  <a:pt x="557022" y="161544"/>
                </a:lnTo>
                <a:lnTo>
                  <a:pt x="565404" y="155448"/>
                </a:lnTo>
                <a:lnTo>
                  <a:pt x="534924" y="132588"/>
                </a:lnTo>
                <a:lnTo>
                  <a:pt x="522732" y="150876"/>
                </a:lnTo>
                <a:lnTo>
                  <a:pt x="452615" y="150876"/>
                </a:lnTo>
                <a:lnTo>
                  <a:pt x="467855" y="166116"/>
                </a:lnTo>
                <a:lnTo>
                  <a:pt x="477596" y="164122"/>
                </a:lnTo>
                <a:lnTo>
                  <a:pt x="486333" y="162687"/>
                </a:lnTo>
                <a:lnTo>
                  <a:pt x="494220" y="161836"/>
                </a:lnTo>
                <a:lnTo>
                  <a:pt x="501396" y="161544"/>
                </a:lnTo>
                <a:lnTo>
                  <a:pt x="524256" y="161544"/>
                </a:lnTo>
                <a:lnTo>
                  <a:pt x="524167" y="323088"/>
                </a:lnTo>
                <a:lnTo>
                  <a:pt x="515112" y="345948"/>
                </a:lnTo>
                <a:lnTo>
                  <a:pt x="541020" y="370332"/>
                </a:lnTo>
                <a:lnTo>
                  <a:pt x="564159" y="335407"/>
                </a:lnTo>
                <a:lnTo>
                  <a:pt x="593598" y="296608"/>
                </a:lnTo>
                <a:lnTo>
                  <a:pt x="605599" y="282155"/>
                </a:lnTo>
                <a:lnTo>
                  <a:pt x="618744" y="266700"/>
                </a:lnTo>
                <a:close/>
              </a:path>
              <a:path w="1744979" h="413385">
                <a:moveTo>
                  <a:pt x="847344" y="144780"/>
                </a:moveTo>
                <a:lnTo>
                  <a:pt x="845820" y="140208"/>
                </a:lnTo>
                <a:lnTo>
                  <a:pt x="842772" y="134112"/>
                </a:lnTo>
                <a:lnTo>
                  <a:pt x="841629" y="132588"/>
                </a:lnTo>
                <a:lnTo>
                  <a:pt x="838200" y="128016"/>
                </a:lnTo>
                <a:lnTo>
                  <a:pt x="832104" y="126492"/>
                </a:lnTo>
                <a:lnTo>
                  <a:pt x="821423" y="128016"/>
                </a:lnTo>
                <a:lnTo>
                  <a:pt x="812292" y="130022"/>
                </a:lnTo>
                <a:lnTo>
                  <a:pt x="803148" y="131445"/>
                </a:lnTo>
                <a:lnTo>
                  <a:pt x="794004" y="132308"/>
                </a:lnTo>
                <a:lnTo>
                  <a:pt x="784860" y="132588"/>
                </a:lnTo>
                <a:lnTo>
                  <a:pt x="775970" y="131686"/>
                </a:lnTo>
                <a:lnTo>
                  <a:pt x="769810" y="128778"/>
                </a:lnTo>
                <a:lnTo>
                  <a:pt x="766203" y="123596"/>
                </a:lnTo>
                <a:lnTo>
                  <a:pt x="765048" y="115824"/>
                </a:lnTo>
                <a:lnTo>
                  <a:pt x="765048" y="44196"/>
                </a:lnTo>
                <a:lnTo>
                  <a:pt x="770915" y="39624"/>
                </a:lnTo>
                <a:lnTo>
                  <a:pt x="778764" y="33528"/>
                </a:lnTo>
                <a:lnTo>
                  <a:pt x="772553" y="28956"/>
                </a:lnTo>
                <a:lnTo>
                  <a:pt x="749808" y="12192"/>
                </a:lnTo>
                <a:lnTo>
                  <a:pt x="737603" y="28956"/>
                </a:lnTo>
                <a:lnTo>
                  <a:pt x="662940" y="28956"/>
                </a:lnTo>
                <a:lnTo>
                  <a:pt x="635508" y="15240"/>
                </a:lnTo>
                <a:lnTo>
                  <a:pt x="636384" y="27584"/>
                </a:lnTo>
                <a:lnTo>
                  <a:pt x="636841" y="39624"/>
                </a:lnTo>
                <a:lnTo>
                  <a:pt x="637006" y="51676"/>
                </a:lnTo>
                <a:lnTo>
                  <a:pt x="637032" y="64008"/>
                </a:lnTo>
                <a:lnTo>
                  <a:pt x="636460" y="76898"/>
                </a:lnTo>
                <a:lnTo>
                  <a:pt x="627888" y="120396"/>
                </a:lnTo>
                <a:lnTo>
                  <a:pt x="605980" y="155638"/>
                </a:lnTo>
                <a:lnTo>
                  <a:pt x="562356" y="196596"/>
                </a:lnTo>
                <a:lnTo>
                  <a:pt x="565404" y="201168"/>
                </a:lnTo>
                <a:lnTo>
                  <a:pt x="616077" y="168783"/>
                </a:lnTo>
                <a:lnTo>
                  <a:pt x="646176" y="134112"/>
                </a:lnTo>
                <a:lnTo>
                  <a:pt x="659701" y="92583"/>
                </a:lnTo>
                <a:lnTo>
                  <a:pt x="662940" y="39624"/>
                </a:lnTo>
                <a:lnTo>
                  <a:pt x="739140" y="39624"/>
                </a:lnTo>
                <a:lnTo>
                  <a:pt x="739140" y="126492"/>
                </a:lnTo>
                <a:lnTo>
                  <a:pt x="740257" y="138493"/>
                </a:lnTo>
                <a:lnTo>
                  <a:pt x="745807" y="147066"/>
                </a:lnTo>
                <a:lnTo>
                  <a:pt x="755637" y="152209"/>
                </a:lnTo>
                <a:lnTo>
                  <a:pt x="769620" y="153924"/>
                </a:lnTo>
                <a:lnTo>
                  <a:pt x="842772" y="153924"/>
                </a:lnTo>
                <a:lnTo>
                  <a:pt x="845820" y="152400"/>
                </a:lnTo>
                <a:lnTo>
                  <a:pt x="847344" y="150876"/>
                </a:lnTo>
                <a:lnTo>
                  <a:pt x="847344" y="144780"/>
                </a:lnTo>
                <a:close/>
              </a:path>
              <a:path w="1744979" h="413385">
                <a:moveTo>
                  <a:pt x="851916" y="368808"/>
                </a:moveTo>
                <a:lnTo>
                  <a:pt x="815644" y="362508"/>
                </a:lnTo>
                <a:lnTo>
                  <a:pt x="782383" y="352615"/>
                </a:lnTo>
                <a:lnTo>
                  <a:pt x="752259" y="339026"/>
                </a:lnTo>
                <a:lnTo>
                  <a:pt x="746506" y="335280"/>
                </a:lnTo>
                <a:lnTo>
                  <a:pt x="725424" y="321564"/>
                </a:lnTo>
                <a:lnTo>
                  <a:pt x="738263" y="303276"/>
                </a:lnTo>
                <a:lnTo>
                  <a:pt x="743115" y="296379"/>
                </a:lnTo>
                <a:lnTo>
                  <a:pt x="759523" y="268605"/>
                </a:lnTo>
                <a:lnTo>
                  <a:pt x="774496" y="237985"/>
                </a:lnTo>
                <a:lnTo>
                  <a:pt x="787908" y="204216"/>
                </a:lnTo>
                <a:lnTo>
                  <a:pt x="806196" y="196596"/>
                </a:lnTo>
                <a:lnTo>
                  <a:pt x="774179" y="167640"/>
                </a:lnTo>
                <a:lnTo>
                  <a:pt x="762000" y="183896"/>
                </a:lnTo>
                <a:lnTo>
                  <a:pt x="762000" y="196596"/>
                </a:lnTo>
                <a:lnTo>
                  <a:pt x="750874" y="228053"/>
                </a:lnTo>
                <a:lnTo>
                  <a:pt x="738187" y="256222"/>
                </a:lnTo>
                <a:lnTo>
                  <a:pt x="724065" y="281254"/>
                </a:lnTo>
                <a:lnTo>
                  <a:pt x="708660" y="303276"/>
                </a:lnTo>
                <a:lnTo>
                  <a:pt x="693204" y="285330"/>
                </a:lnTo>
                <a:lnTo>
                  <a:pt x="678751" y="261366"/>
                </a:lnTo>
                <a:lnTo>
                  <a:pt x="665149" y="231698"/>
                </a:lnTo>
                <a:lnTo>
                  <a:pt x="652272" y="196596"/>
                </a:lnTo>
                <a:lnTo>
                  <a:pt x="762000" y="196596"/>
                </a:lnTo>
                <a:lnTo>
                  <a:pt x="762000" y="183896"/>
                </a:lnTo>
                <a:lnTo>
                  <a:pt x="760476" y="185928"/>
                </a:lnTo>
                <a:lnTo>
                  <a:pt x="605028" y="185928"/>
                </a:lnTo>
                <a:lnTo>
                  <a:pt x="618744" y="199644"/>
                </a:lnTo>
                <a:lnTo>
                  <a:pt x="635508" y="196596"/>
                </a:lnTo>
                <a:lnTo>
                  <a:pt x="643128" y="196596"/>
                </a:lnTo>
                <a:lnTo>
                  <a:pt x="651167" y="229133"/>
                </a:lnTo>
                <a:lnTo>
                  <a:pt x="661797" y="260223"/>
                </a:lnTo>
                <a:lnTo>
                  <a:pt x="675271" y="289610"/>
                </a:lnTo>
                <a:lnTo>
                  <a:pt x="691896" y="316992"/>
                </a:lnTo>
                <a:lnTo>
                  <a:pt x="665670" y="342125"/>
                </a:lnTo>
                <a:lnTo>
                  <a:pt x="630745" y="364807"/>
                </a:lnTo>
                <a:lnTo>
                  <a:pt x="587514" y="384937"/>
                </a:lnTo>
                <a:lnTo>
                  <a:pt x="536448" y="402336"/>
                </a:lnTo>
                <a:lnTo>
                  <a:pt x="537972" y="408432"/>
                </a:lnTo>
                <a:lnTo>
                  <a:pt x="585660" y="398716"/>
                </a:lnTo>
                <a:lnTo>
                  <a:pt x="630364" y="383286"/>
                </a:lnTo>
                <a:lnTo>
                  <a:pt x="671906" y="362140"/>
                </a:lnTo>
                <a:lnTo>
                  <a:pt x="710184" y="335280"/>
                </a:lnTo>
                <a:lnTo>
                  <a:pt x="733894" y="355574"/>
                </a:lnTo>
                <a:lnTo>
                  <a:pt x="759333" y="372999"/>
                </a:lnTo>
                <a:lnTo>
                  <a:pt x="786472" y="387578"/>
                </a:lnTo>
                <a:lnTo>
                  <a:pt x="815327" y="399288"/>
                </a:lnTo>
                <a:lnTo>
                  <a:pt x="818476" y="390956"/>
                </a:lnTo>
                <a:lnTo>
                  <a:pt x="825627" y="384048"/>
                </a:lnTo>
                <a:lnTo>
                  <a:pt x="836764" y="378294"/>
                </a:lnTo>
                <a:lnTo>
                  <a:pt x="851916" y="373380"/>
                </a:lnTo>
                <a:lnTo>
                  <a:pt x="851916" y="368808"/>
                </a:lnTo>
                <a:close/>
              </a:path>
              <a:path w="1744979" h="413385">
                <a:moveTo>
                  <a:pt x="1120127" y="272796"/>
                </a:moveTo>
                <a:lnTo>
                  <a:pt x="1077988" y="239610"/>
                </a:lnTo>
                <a:lnTo>
                  <a:pt x="1059167" y="230124"/>
                </a:lnTo>
                <a:lnTo>
                  <a:pt x="1056119" y="236220"/>
                </a:lnTo>
                <a:lnTo>
                  <a:pt x="1069581" y="251675"/>
                </a:lnTo>
                <a:lnTo>
                  <a:pt x="1080312" y="266128"/>
                </a:lnTo>
                <a:lnTo>
                  <a:pt x="1088491" y="279730"/>
                </a:lnTo>
                <a:lnTo>
                  <a:pt x="1094219" y="292608"/>
                </a:lnTo>
                <a:lnTo>
                  <a:pt x="1097267" y="304800"/>
                </a:lnTo>
                <a:lnTo>
                  <a:pt x="1101839" y="310896"/>
                </a:lnTo>
                <a:lnTo>
                  <a:pt x="1106411" y="310896"/>
                </a:lnTo>
                <a:lnTo>
                  <a:pt x="1109459" y="307848"/>
                </a:lnTo>
                <a:lnTo>
                  <a:pt x="1118603" y="292608"/>
                </a:lnTo>
                <a:lnTo>
                  <a:pt x="1120127" y="286512"/>
                </a:lnTo>
                <a:lnTo>
                  <a:pt x="1120127" y="272796"/>
                </a:lnTo>
                <a:close/>
              </a:path>
              <a:path w="1744979" h="413385">
                <a:moveTo>
                  <a:pt x="1123175" y="169164"/>
                </a:moveTo>
                <a:lnTo>
                  <a:pt x="1092314" y="145732"/>
                </a:lnTo>
                <a:lnTo>
                  <a:pt x="1062215" y="132588"/>
                </a:lnTo>
                <a:lnTo>
                  <a:pt x="1059167" y="138684"/>
                </a:lnTo>
                <a:lnTo>
                  <a:pt x="1072870" y="152361"/>
                </a:lnTo>
                <a:lnTo>
                  <a:pt x="1084122" y="165735"/>
                </a:lnTo>
                <a:lnTo>
                  <a:pt x="1092822" y="178549"/>
                </a:lnTo>
                <a:lnTo>
                  <a:pt x="1098791" y="190500"/>
                </a:lnTo>
                <a:lnTo>
                  <a:pt x="1103363" y="201168"/>
                </a:lnTo>
                <a:lnTo>
                  <a:pt x="1107935" y="205740"/>
                </a:lnTo>
                <a:lnTo>
                  <a:pt x="1112507" y="205740"/>
                </a:lnTo>
                <a:lnTo>
                  <a:pt x="1115555" y="202692"/>
                </a:lnTo>
                <a:lnTo>
                  <a:pt x="1118603" y="196596"/>
                </a:lnTo>
                <a:lnTo>
                  <a:pt x="1121651" y="188976"/>
                </a:lnTo>
                <a:lnTo>
                  <a:pt x="1123175" y="182880"/>
                </a:lnTo>
                <a:lnTo>
                  <a:pt x="1123175" y="169164"/>
                </a:lnTo>
                <a:close/>
              </a:path>
              <a:path w="1744979" h="413385">
                <a:moveTo>
                  <a:pt x="1275575" y="65532"/>
                </a:moveTo>
                <a:lnTo>
                  <a:pt x="1264907" y="54864"/>
                </a:lnTo>
                <a:lnTo>
                  <a:pt x="1238999" y="28956"/>
                </a:lnTo>
                <a:lnTo>
                  <a:pt x="1213091" y="54864"/>
                </a:lnTo>
                <a:lnTo>
                  <a:pt x="1005827" y="54864"/>
                </a:lnTo>
                <a:lnTo>
                  <a:pt x="1010399" y="48895"/>
                </a:lnTo>
                <a:lnTo>
                  <a:pt x="1014971" y="42481"/>
                </a:lnTo>
                <a:lnTo>
                  <a:pt x="1019543" y="35801"/>
                </a:lnTo>
                <a:lnTo>
                  <a:pt x="1024115" y="28956"/>
                </a:lnTo>
                <a:lnTo>
                  <a:pt x="1037831" y="21336"/>
                </a:lnTo>
                <a:lnTo>
                  <a:pt x="999731" y="0"/>
                </a:lnTo>
                <a:lnTo>
                  <a:pt x="992860" y="19989"/>
                </a:lnTo>
                <a:lnTo>
                  <a:pt x="983538" y="40957"/>
                </a:lnTo>
                <a:lnTo>
                  <a:pt x="957059" y="85344"/>
                </a:lnTo>
                <a:lnTo>
                  <a:pt x="925055" y="126682"/>
                </a:lnTo>
                <a:lnTo>
                  <a:pt x="893051" y="160020"/>
                </a:lnTo>
                <a:lnTo>
                  <a:pt x="896099" y="164592"/>
                </a:lnTo>
                <a:lnTo>
                  <a:pt x="929246" y="141732"/>
                </a:lnTo>
                <a:lnTo>
                  <a:pt x="966952" y="106260"/>
                </a:lnTo>
                <a:lnTo>
                  <a:pt x="999731" y="65532"/>
                </a:lnTo>
                <a:lnTo>
                  <a:pt x="1275575" y="65532"/>
                </a:lnTo>
                <a:close/>
              </a:path>
              <a:path w="1744979" h="413385">
                <a:moveTo>
                  <a:pt x="1299959" y="222504"/>
                </a:moveTo>
                <a:lnTo>
                  <a:pt x="1264907" y="187452"/>
                </a:lnTo>
                <a:lnTo>
                  <a:pt x="1240523" y="211836"/>
                </a:lnTo>
                <a:lnTo>
                  <a:pt x="1217663" y="211836"/>
                </a:lnTo>
                <a:lnTo>
                  <a:pt x="1220711" y="131064"/>
                </a:lnTo>
                <a:lnTo>
                  <a:pt x="1226997" y="126492"/>
                </a:lnTo>
                <a:lnTo>
                  <a:pt x="1237475" y="118872"/>
                </a:lnTo>
                <a:lnTo>
                  <a:pt x="1233131" y="115824"/>
                </a:lnTo>
                <a:lnTo>
                  <a:pt x="1206995" y="97536"/>
                </a:lnTo>
                <a:lnTo>
                  <a:pt x="1196327" y="111760"/>
                </a:lnTo>
                <a:lnTo>
                  <a:pt x="1196327" y="126492"/>
                </a:lnTo>
                <a:lnTo>
                  <a:pt x="1193279" y="211836"/>
                </a:lnTo>
                <a:lnTo>
                  <a:pt x="1191755" y="211836"/>
                </a:lnTo>
                <a:lnTo>
                  <a:pt x="1191755" y="222504"/>
                </a:lnTo>
                <a:lnTo>
                  <a:pt x="1185659" y="320040"/>
                </a:lnTo>
                <a:lnTo>
                  <a:pt x="987539" y="320040"/>
                </a:lnTo>
                <a:lnTo>
                  <a:pt x="999731" y="222504"/>
                </a:lnTo>
                <a:lnTo>
                  <a:pt x="1191755" y="222504"/>
                </a:lnTo>
                <a:lnTo>
                  <a:pt x="1191755" y="211836"/>
                </a:lnTo>
                <a:lnTo>
                  <a:pt x="1002779" y="211836"/>
                </a:lnTo>
                <a:lnTo>
                  <a:pt x="1010399" y="126492"/>
                </a:lnTo>
                <a:lnTo>
                  <a:pt x="1196327" y="126492"/>
                </a:lnTo>
                <a:lnTo>
                  <a:pt x="1196327" y="111760"/>
                </a:lnTo>
                <a:lnTo>
                  <a:pt x="1193279" y="115824"/>
                </a:lnTo>
                <a:lnTo>
                  <a:pt x="1011923" y="115824"/>
                </a:lnTo>
                <a:lnTo>
                  <a:pt x="987539" y="100584"/>
                </a:lnTo>
                <a:lnTo>
                  <a:pt x="978395" y="211836"/>
                </a:lnTo>
                <a:lnTo>
                  <a:pt x="890003" y="211836"/>
                </a:lnTo>
                <a:lnTo>
                  <a:pt x="905243" y="225552"/>
                </a:lnTo>
                <a:lnTo>
                  <a:pt x="931151" y="222504"/>
                </a:lnTo>
                <a:lnTo>
                  <a:pt x="975347" y="222504"/>
                </a:lnTo>
                <a:lnTo>
                  <a:pt x="963155" y="312420"/>
                </a:lnTo>
                <a:lnTo>
                  <a:pt x="949439" y="323088"/>
                </a:lnTo>
                <a:lnTo>
                  <a:pt x="973823" y="345948"/>
                </a:lnTo>
                <a:lnTo>
                  <a:pt x="987539" y="329184"/>
                </a:lnTo>
                <a:lnTo>
                  <a:pt x="1184135" y="329184"/>
                </a:lnTo>
                <a:lnTo>
                  <a:pt x="1182192" y="349186"/>
                </a:lnTo>
                <a:lnTo>
                  <a:pt x="1178801" y="363474"/>
                </a:lnTo>
                <a:lnTo>
                  <a:pt x="1174280" y="372046"/>
                </a:lnTo>
                <a:lnTo>
                  <a:pt x="1168895" y="374904"/>
                </a:lnTo>
                <a:lnTo>
                  <a:pt x="1160068" y="374319"/>
                </a:lnTo>
                <a:lnTo>
                  <a:pt x="1147368" y="372427"/>
                </a:lnTo>
                <a:lnTo>
                  <a:pt x="1130973" y="369125"/>
                </a:lnTo>
                <a:lnTo>
                  <a:pt x="1110983" y="364236"/>
                </a:lnTo>
                <a:lnTo>
                  <a:pt x="1110983" y="373380"/>
                </a:lnTo>
                <a:lnTo>
                  <a:pt x="1131849" y="382549"/>
                </a:lnTo>
                <a:lnTo>
                  <a:pt x="1146416" y="391858"/>
                </a:lnTo>
                <a:lnTo>
                  <a:pt x="1154709" y="401459"/>
                </a:lnTo>
                <a:lnTo>
                  <a:pt x="1156703" y="411480"/>
                </a:lnTo>
                <a:lnTo>
                  <a:pt x="1172133" y="407466"/>
                </a:lnTo>
                <a:lnTo>
                  <a:pt x="1202118" y="376770"/>
                </a:lnTo>
                <a:lnTo>
                  <a:pt x="1202626" y="374904"/>
                </a:lnTo>
                <a:lnTo>
                  <a:pt x="1205661" y="363855"/>
                </a:lnTo>
                <a:lnTo>
                  <a:pt x="1208354" y="348094"/>
                </a:lnTo>
                <a:lnTo>
                  <a:pt x="1210043" y="329184"/>
                </a:lnTo>
                <a:lnTo>
                  <a:pt x="1290815" y="329184"/>
                </a:lnTo>
                <a:lnTo>
                  <a:pt x="1281264" y="320040"/>
                </a:lnTo>
                <a:lnTo>
                  <a:pt x="1255763" y="295656"/>
                </a:lnTo>
                <a:lnTo>
                  <a:pt x="1231379" y="320040"/>
                </a:lnTo>
                <a:lnTo>
                  <a:pt x="1213091" y="320040"/>
                </a:lnTo>
                <a:lnTo>
                  <a:pt x="1217663" y="222504"/>
                </a:lnTo>
                <a:lnTo>
                  <a:pt x="1299959" y="222504"/>
                </a:lnTo>
                <a:close/>
              </a:path>
              <a:path w="1744979" h="413385">
                <a:moveTo>
                  <a:pt x="1566659" y="147840"/>
                </a:moveTo>
                <a:lnTo>
                  <a:pt x="1525511" y="124980"/>
                </a:lnTo>
                <a:lnTo>
                  <a:pt x="1526400" y="145859"/>
                </a:lnTo>
                <a:lnTo>
                  <a:pt x="1526857" y="165938"/>
                </a:lnTo>
                <a:lnTo>
                  <a:pt x="1526933" y="174675"/>
                </a:lnTo>
                <a:lnTo>
                  <a:pt x="1526844" y="352437"/>
                </a:lnTo>
                <a:lnTo>
                  <a:pt x="1526400" y="379526"/>
                </a:lnTo>
                <a:lnTo>
                  <a:pt x="1525511" y="411492"/>
                </a:lnTo>
                <a:lnTo>
                  <a:pt x="1554467" y="394728"/>
                </a:lnTo>
                <a:lnTo>
                  <a:pt x="1554238" y="377888"/>
                </a:lnTo>
                <a:lnTo>
                  <a:pt x="1553705" y="361772"/>
                </a:lnTo>
                <a:lnTo>
                  <a:pt x="1553184" y="346506"/>
                </a:lnTo>
                <a:lnTo>
                  <a:pt x="1552943" y="332244"/>
                </a:lnTo>
                <a:lnTo>
                  <a:pt x="1552943" y="156984"/>
                </a:lnTo>
                <a:lnTo>
                  <a:pt x="1566659" y="147840"/>
                </a:lnTo>
                <a:close/>
              </a:path>
              <a:path w="1744979" h="413385">
                <a:moveTo>
                  <a:pt x="1744967" y="179844"/>
                </a:moveTo>
                <a:lnTo>
                  <a:pt x="1696580" y="165938"/>
                </a:lnTo>
                <a:lnTo>
                  <a:pt x="1645907" y="137172"/>
                </a:lnTo>
                <a:lnTo>
                  <a:pt x="1595996" y="92976"/>
                </a:lnTo>
                <a:lnTo>
                  <a:pt x="1555851" y="41160"/>
                </a:lnTo>
                <a:lnTo>
                  <a:pt x="1548371" y="30492"/>
                </a:lnTo>
                <a:lnTo>
                  <a:pt x="1563611" y="19824"/>
                </a:lnTo>
                <a:lnTo>
                  <a:pt x="1527035" y="12"/>
                </a:lnTo>
                <a:lnTo>
                  <a:pt x="1516773" y="27127"/>
                </a:lnTo>
                <a:lnTo>
                  <a:pt x="1502079" y="55829"/>
                </a:lnTo>
                <a:lnTo>
                  <a:pt x="1459979" y="117360"/>
                </a:lnTo>
                <a:lnTo>
                  <a:pt x="1434058" y="147650"/>
                </a:lnTo>
                <a:lnTo>
                  <a:pt x="1404543" y="174510"/>
                </a:lnTo>
                <a:lnTo>
                  <a:pt x="1371904" y="197942"/>
                </a:lnTo>
                <a:lnTo>
                  <a:pt x="1336535" y="217944"/>
                </a:lnTo>
                <a:lnTo>
                  <a:pt x="1338059" y="225564"/>
                </a:lnTo>
                <a:lnTo>
                  <a:pt x="1373809" y="208991"/>
                </a:lnTo>
                <a:lnTo>
                  <a:pt x="1433868" y="172415"/>
                </a:lnTo>
                <a:lnTo>
                  <a:pt x="1480134" y="129882"/>
                </a:lnTo>
                <a:lnTo>
                  <a:pt x="1522323" y="73964"/>
                </a:lnTo>
                <a:lnTo>
                  <a:pt x="1542275" y="41160"/>
                </a:lnTo>
                <a:lnTo>
                  <a:pt x="1560563" y="71678"/>
                </a:lnTo>
                <a:lnTo>
                  <a:pt x="1597139" y="123024"/>
                </a:lnTo>
                <a:lnTo>
                  <a:pt x="1634845" y="162102"/>
                </a:lnTo>
                <a:lnTo>
                  <a:pt x="1679943" y="195770"/>
                </a:lnTo>
                <a:lnTo>
                  <a:pt x="1705343" y="210324"/>
                </a:lnTo>
                <a:lnTo>
                  <a:pt x="1712188" y="201180"/>
                </a:lnTo>
                <a:lnTo>
                  <a:pt x="1721154" y="194322"/>
                </a:lnTo>
                <a:lnTo>
                  <a:pt x="1732140" y="189750"/>
                </a:lnTo>
                <a:lnTo>
                  <a:pt x="1744967" y="187464"/>
                </a:lnTo>
                <a:lnTo>
                  <a:pt x="1744967" y="17984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" name="object 73"/>
          <p:cNvSpPr/>
          <p:nvPr/>
        </p:nvSpPr>
        <p:spPr>
          <a:xfrm>
            <a:off x="7626095" y="4613147"/>
            <a:ext cx="381000" cy="403860"/>
          </a:xfrm>
          <a:custGeom>
            <a:avLst/>
            <a:gdLst/>
            <a:ahLst/>
            <a:cxnLst/>
            <a:rect l="l" t="t" r="r" b="b"/>
            <a:pathLst>
              <a:path w="381000" h="403860">
                <a:moveTo>
                  <a:pt x="300227" y="112776"/>
                </a:moveTo>
                <a:lnTo>
                  <a:pt x="275843" y="112776"/>
                </a:lnTo>
                <a:lnTo>
                  <a:pt x="275621" y="82296"/>
                </a:lnTo>
                <a:lnTo>
                  <a:pt x="275014" y="47244"/>
                </a:lnTo>
                <a:lnTo>
                  <a:pt x="274546" y="22860"/>
                </a:lnTo>
                <a:lnTo>
                  <a:pt x="274319" y="0"/>
                </a:lnTo>
                <a:lnTo>
                  <a:pt x="316991" y="22860"/>
                </a:lnTo>
                <a:lnTo>
                  <a:pt x="300227" y="35052"/>
                </a:lnTo>
                <a:lnTo>
                  <a:pt x="300227" y="112776"/>
                </a:lnTo>
                <a:close/>
              </a:path>
              <a:path w="381000" h="403860">
                <a:moveTo>
                  <a:pt x="128320" y="64008"/>
                </a:moveTo>
                <a:lnTo>
                  <a:pt x="94487" y="64008"/>
                </a:lnTo>
                <a:lnTo>
                  <a:pt x="108203" y="47244"/>
                </a:lnTo>
                <a:lnTo>
                  <a:pt x="128320" y="64008"/>
                </a:lnTo>
                <a:close/>
              </a:path>
              <a:path w="381000" h="403860">
                <a:moveTo>
                  <a:pt x="0" y="361188"/>
                </a:moveTo>
                <a:lnTo>
                  <a:pt x="2095" y="291846"/>
                </a:lnTo>
                <a:lnTo>
                  <a:pt x="2786" y="246745"/>
                </a:lnTo>
                <a:lnTo>
                  <a:pt x="3022" y="190190"/>
                </a:lnTo>
                <a:lnTo>
                  <a:pt x="2786" y="143946"/>
                </a:lnTo>
                <a:lnTo>
                  <a:pt x="2095" y="102679"/>
                </a:lnTo>
                <a:lnTo>
                  <a:pt x="1119" y="71413"/>
                </a:lnTo>
                <a:lnTo>
                  <a:pt x="0" y="50292"/>
                </a:lnTo>
                <a:lnTo>
                  <a:pt x="28955" y="64008"/>
                </a:lnTo>
                <a:lnTo>
                  <a:pt x="128320" y="64008"/>
                </a:lnTo>
                <a:lnTo>
                  <a:pt x="135635" y="70104"/>
                </a:lnTo>
                <a:lnTo>
                  <a:pt x="130492" y="74676"/>
                </a:lnTo>
                <a:lnTo>
                  <a:pt x="27431" y="74676"/>
                </a:lnTo>
                <a:lnTo>
                  <a:pt x="27431" y="178308"/>
                </a:lnTo>
                <a:lnTo>
                  <a:pt x="121919" y="178308"/>
                </a:lnTo>
                <a:lnTo>
                  <a:pt x="121919" y="188976"/>
                </a:lnTo>
                <a:lnTo>
                  <a:pt x="27431" y="188976"/>
                </a:lnTo>
                <a:lnTo>
                  <a:pt x="27431" y="300228"/>
                </a:lnTo>
                <a:lnTo>
                  <a:pt x="123177" y="300228"/>
                </a:lnTo>
                <a:lnTo>
                  <a:pt x="123626" y="310895"/>
                </a:lnTo>
                <a:lnTo>
                  <a:pt x="27431" y="310895"/>
                </a:lnTo>
                <a:lnTo>
                  <a:pt x="27431" y="347472"/>
                </a:lnTo>
                <a:lnTo>
                  <a:pt x="0" y="361188"/>
                </a:lnTo>
                <a:close/>
              </a:path>
              <a:path w="381000" h="403860">
                <a:moveTo>
                  <a:pt x="121919" y="178308"/>
                </a:moveTo>
                <a:lnTo>
                  <a:pt x="97536" y="178308"/>
                </a:lnTo>
                <a:lnTo>
                  <a:pt x="97536" y="74676"/>
                </a:lnTo>
                <a:lnTo>
                  <a:pt x="130492" y="74676"/>
                </a:lnTo>
                <a:lnTo>
                  <a:pt x="121919" y="82296"/>
                </a:lnTo>
                <a:lnTo>
                  <a:pt x="121919" y="178308"/>
                </a:lnTo>
                <a:close/>
              </a:path>
              <a:path w="381000" h="403860">
                <a:moveTo>
                  <a:pt x="143255" y="128016"/>
                </a:moveTo>
                <a:lnTo>
                  <a:pt x="128015" y="112776"/>
                </a:lnTo>
                <a:lnTo>
                  <a:pt x="326136" y="112776"/>
                </a:lnTo>
                <a:lnTo>
                  <a:pt x="348996" y="89916"/>
                </a:lnTo>
                <a:lnTo>
                  <a:pt x="381000" y="123444"/>
                </a:lnTo>
                <a:lnTo>
                  <a:pt x="184403" y="123444"/>
                </a:lnTo>
                <a:lnTo>
                  <a:pt x="173902" y="123729"/>
                </a:lnTo>
                <a:lnTo>
                  <a:pt x="163258" y="124587"/>
                </a:lnTo>
                <a:lnTo>
                  <a:pt x="152900" y="126015"/>
                </a:lnTo>
                <a:lnTo>
                  <a:pt x="143255" y="128016"/>
                </a:lnTo>
                <a:close/>
              </a:path>
              <a:path w="381000" h="403860">
                <a:moveTo>
                  <a:pt x="299368" y="361759"/>
                </a:moveTo>
                <a:lnTo>
                  <a:pt x="255008" y="361759"/>
                </a:lnTo>
                <a:lnTo>
                  <a:pt x="263651" y="361188"/>
                </a:lnTo>
                <a:lnTo>
                  <a:pt x="271271" y="361188"/>
                </a:lnTo>
                <a:lnTo>
                  <a:pt x="275843" y="353568"/>
                </a:lnTo>
                <a:lnTo>
                  <a:pt x="275843" y="123444"/>
                </a:lnTo>
                <a:lnTo>
                  <a:pt x="300227" y="123444"/>
                </a:lnTo>
                <a:lnTo>
                  <a:pt x="300227" y="356616"/>
                </a:lnTo>
                <a:lnTo>
                  <a:pt x="299368" y="361759"/>
                </a:lnTo>
                <a:close/>
              </a:path>
              <a:path w="381000" h="403860">
                <a:moveTo>
                  <a:pt x="207263" y="260604"/>
                </a:moveTo>
                <a:lnTo>
                  <a:pt x="201167" y="260604"/>
                </a:lnTo>
                <a:lnTo>
                  <a:pt x="196595" y="254508"/>
                </a:lnTo>
                <a:lnTo>
                  <a:pt x="193547" y="239268"/>
                </a:lnTo>
                <a:lnTo>
                  <a:pt x="187832" y="223861"/>
                </a:lnTo>
                <a:lnTo>
                  <a:pt x="179831" y="207454"/>
                </a:lnTo>
                <a:lnTo>
                  <a:pt x="169544" y="190190"/>
                </a:lnTo>
                <a:lnTo>
                  <a:pt x="156971" y="172212"/>
                </a:lnTo>
                <a:lnTo>
                  <a:pt x="163067" y="166116"/>
                </a:lnTo>
                <a:lnTo>
                  <a:pt x="198119" y="193357"/>
                </a:lnTo>
                <a:lnTo>
                  <a:pt x="223944" y="223861"/>
                </a:lnTo>
                <a:lnTo>
                  <a:pt x="224027" y="234696"/>
                </a:lnTo>
                <a:lnTo>
                  <a:pt x="220979" y="242316"/>
                </a:lnTo>
                <a:lnTo>
                  <a:pt x="214883" y="249936"/>
                </a:lnTo>
                <a:lnTo>
                  <a:pt x="210311" y="257556"/>
                </a:lnTo>
                <a:lnTo>
                  <a:pt x="207263" y="260604"/>
                </a:lnTo>
                <a:close/>
              </a:path>
              <a:path w="381000" h="403860">
                <a:moveTo>
                  <a:pt x="123177" y="300228"/>
                </a:moveTo>
                <a:lnTo>
                  <a:pt x="97536" y="300228"/>
                </a:lnTo>
                <a:lnTo>
                  <a:pt x="97536" y="188976"/>
                </a:lnTo>
                <a:lnTo>
                  <a:pt x="121919" y="188976"/>
                </a:lnTo>
                <a:lnTo>
                  <a:pt x="122044" y="242316"/>
                </a:lnTo>
                <a:lnTo>
                  <a:pt x="122181" y="262366"/>
                </a:lnTo>
                <a:lnTo>
                  <a:pt x="122872" y="292989"/>
                </a:lnTo>
                <a:lnTo>
                  <a:pt x="123177" y="300228"/>
                </a:lnTo>
                <a:close/>
              </a:path>
              <a:path w="381000" h="403860">
                <a:moveTo>
                  <a:pt x="97536" y="345948"/>
                </a:moveTo>
                <a:lnTo>
                  <a:pt x="97536" y="310895"/>
                </a:lnTo>
                <a:lnTo>
                  <a:pt x="123626" y="310895"/>
                </a:lnTo>
                <a:lnTo>
                  <a:pt x="123848" y="316182"/>
                </a:lnTo>
                <a:lnTo>
                  <a:pt x="124967" y="332232"/>
                </a:lnTo>
                <a:lnTo>
                  <a:pt x="97536" y="345948"/>
                </a:lnTo>
                <a:close/>
              </a:path>
              <a:path w="381000" h="403860">
                <a:moveTo>
                  <a:pt x="262127" y="403860"/>
                </a:moveTo>
                <a:lnTo>
                  <a:pt x="257579" y="391263"/>
                </a:lnTo>
                <a:lnTo>
                  <a:pt x="246316" y="380809"/>
                </a:lnTo>
                <a:lnTo>
                  <a:pt x="228480" y="372356"/>
                </a:lnTo>
                <a:lnTo>
                  <a:pt x="204215" y="365760"/>
                </a:lnTo>
                <a:lnTo>
                  <a:pt x="204215" y="356616"/>
                </a:lnTo>
                <a:lnTo>
                  <a:pt x="225718" y="359473"/>
                </a:lnTo>
                <a:lnTo>
                  <a:pt x="242506" y="361188"/>
                </a:lnTo>
                <a:lnTo>
                  <a:pt x="255008" y="361759"/>
                </a:lnTo>
                <a:lnTo>
                  <a:pt x="299368" y="361759"/>
                </a:lnTo>
                <a:lnTo>
                  <a:pt x="297703" y="371713"/>
                </a:lnTo>
                <a:lnTo>
                  <a:pt x="290321" y="384810"/>
                </a:lnTo>
                <a:lnTo>
                  <a:pt x="278368" y="395620"/>
                </a:lnTo>
                <a:lnTo>
                  <a:pt x="262127" y="40386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4" name="object 74"/>
          <p:cNvSpPr/>
          <p:nvPr/>
        </p:nvSpPr>
        <p:spPr>
          <a:xfrm>
            <a:off x="8054340" y="4614671"/>
            <a:ext cx="394970" cy="407034"/>
          </a:xfrm>
          <a:custGeom>
            <a:avLst/>
            <a:gdLst/>
            <a:ahLst/>
            <a:cxnLst/>
            <a:rect l="l" t="t" r="r" b="b"/>
            <a:pathLst>
              <a:path w="394970" h="407035">
                <a:moveTo>
                  <a:pt x="137160" y="71628"/>
                </a:moveTo>
                <a:lnTo>
                  <a:pt x="129540" y="71628"/>
                </a:lnTo>
                <a:lnTo>
                  <a:pt x="126492" y="65532"/>
                </a:lnTo>
                <a:lnTo>
                  <a:pt x="123444" y="53340"/>
                </a:lnTo>
                <a:lnTo>
                  <a:pt x="120276" y="41624"/>
                </a:lnTo>
                <a:lnTo>
                  <a:pt x="115252" y="29337"/>
                </a:lnTo>
                <a:lnTo>
                  <a:pt x="108227" y="16478"/>
                </a:lnTo>
                <a:lnTo>
                  <a:pt x="99060" y="3048"/>
                </a:lnTo>
                <a:lnTo>
                  <a:pt x="105156" y="0"/>
                </a:lnTo>
                <a:lnTo>
                  <a:pt x="125396" y="13763"/>
                </a:lnTo>
                <a:lnTo>
                  <a:pt x="140208" y="25527"/>
                </a:lnTo>
                <a:lnTo>
                  <a:pt x="149304" y="35575"/>
                </a:lnTo>
                <a:lnTo>
                  <a:pt x="152400" y="44196"/>
                </a:lnTo>
                <a:lnTo>
                  <a:pt x="152400" y="53340"/>
                </a:lnTo>
                <a:lnTo>
                  <a:pt x="149352" y="59436"/>
                </a:lnTo>
                <a:lnTo>
                  <a:pt x="137160" y="71628"/>
                </a:lnTo>
                <a:close/>
              </a:path>
              <a:path w="394970" h="407035">
                <a:moveTo>
                  <a:pt x="19812" y="94488"/>
                </a:moveTo>
                <a:lnTo>
                  <a:pt x="4572" y="77724"/>
                </a:lnTo>
                <a:lnTo>
                  <a:pt x="204216" y="77724"/>
                </a:lnTo>
                <a:lnTo>
                  <a:pt x="227076" y="56388"/>
                </a:lnTo>
                <a:lnTo>
                  <a:pt x="259080" y="88392"/>
                </a:lnTo>
                <a:lnTo>
                  <a:pt x="60960" y="88392"/>
                </a:lnTo>
                <a:lnTo>
                  <a:pt x="49815" y="88701"/>
                </a:lnTo>
                <a:lnTo>
                  <a:pt x="39243" y="89725"/>
                </a:lnTo>
                <a:lnTo>
                  <a:pt x="29241" y="91606"/>
                </a:lnTo>
                <a:lnTo>
                  <a:pt x="19812" y="94488"/>
                </a:lnTo>
                <a:close/>
              </a:path>
              <a:path w="394970" h="407035">
                <a:moveTo>
                  <a:pt x="51816" y="207264"/>
                </a:moveTo>
                <a:lnTo>
                  <a:pt x="36576" y="176784"/>
                </a:lnTo>
                <a:lnTo>
                  <a:pt x="46886" y="173069"/>
                </a:lnTo>
                <a:lnTo>
                  <a:pt x="57340" y="166497"/>
                </a:lnTo>
                <a:lnTo>
                  <a:pt x="88939" y="130825"/>
                </a:lnTo>
                <a:lnTo>
                  <a:pt x="109728" y="88392"/>
                </a:lnTo>
                <a:lnTo>
                  <a:pt x="123444" y="88392"/>
                </a:lnTo>
                <a:lnTo>
                  <a:pt x="147828" y="106680"/>
                </a:lnTo>
                <a:lnTo>
                  <a:pt x="132588" y="109728"/>
                </a:lnTo>
                <a:lnTo>
                  <a:pt x="110513" y="133754"/>
                </a:lnTo>
                <a:lnTo>
                  <a:pt x="92011" y="153352"/>
                </a:lnTo>
                <a:lnTo>
                  <a:pt x="76652" y="168663"/>
                </a:lnTo>
                <a:lnTo>
                  <a:pt x="64008" y="179832"/>
                </a:lnTo>
                <a:lnTo>
                  <a:pt x="182855" y="179832"/>
                </a:lnTo>
                <a:lnTo>
                  <a:pt x="178689" y="185594"/>
                </a:lnTo>
                <a:lnTo>
                  <a:pt x="178412" y="185928"/>
                </a:lnTo>
                <a:lnTo>
                  <a:pt x="149352" y="185928"/>
                </a:lnTo>
                <a:lnTo>
                  <a:pt x="136779" y="187094"/>
                </a:lnTo>
                <a:lnTo>
                  <a:pt x="124206" y="188404"/>
                </a:lnTo>
                <a:lnTo>
                  <a:pt x="111633" y="189999"/>
                </a:lnTo>
                <a:lnTo>
                  <a:pt x="99060" y="192024"/>
                </a:lnTo>
                <a:lnTo>
                  <a:pt x="86748" y="193762"/>
                </a:lnTo>
                <a:lnTo>
                  <a:pt x="74866" y="196786"/>
                </a:lnTo>
                <a:lnTo>
                  <a:pt x="63269" y="201239"/>
                </a:lnTo>
                <a:lnTo>
                  <a:pt x="51816" y="207264"/>
                </a:lnTo>
                <a:close/>
              </a:path>
              <a:path w="394970" h="407035">
                <a:moveTo>
                  <a:pt x="182855" y="179832"/>
                </a:moveTo>
                <a:lnTo>
                  <a:pt x="64008" y="179832"/>
                </a:lnTo>
                <a:lnTo>
                  <a:pt x="156972" y="176784"/>
                </a:lnTo>
                <a:lnTo>
                  <a:pt x="165544" y="161115"/>
                </a:lnTo>
                <a:lnTo>
                  <a:pt x="172974" y="146304"/>
                </a:lnTo>
                <a:lnTo>
                  <a:pt x="179260" y="132635"/>
                </a:lnTo>
                <a:lnTo>
                  <a:pt x="184404" y="120396"/>
                </a:lnTo>
                <a:lnTo>
                  <a:pt x="220980" y="147828"/>
                </a:lnTo>
                <a:lnTo>
                  <a:pt x="202692" y="152400"/>
                </a:lnTo>
                <a:lnTo>
                  <a:pt x="182855" y="179832"/>
                </a:lnTo>
                <a:close/>
              </a:path>
              <a:path w="394970" h="407035">
                <a:moveTo>
                  <a:pt x="4572" y="320040"/>
                </a:moveTo>
                <a:lnTo>
                  <a:pt x="0" y="315468"/>
                </a:lnTo>
                <a:lnTo>
                  <a:pt x="20550" y="303442"/>
                </a:lnTo>
                <a:lnTo>
                  <a:pt x="40957" y="290131"/>
                </a:lnTo>
                <a:lnTo>
                  <a:pt x="80772" y="259080"/>
                </a:lnTo>
                <a:lnTo>
                  <a:pt x="117348" y="224790"/>
                </a:lnTo>
                <a:lnTo>
                  <a:pt x="149352" y="185928"/>
                </a:lnTo>
                <a:lnTo>
                  <a:pt x="178412" y="185928"/>
                </a:lnTo>
                <a:lnTo>
                  <a:pt x="130683" y="239410"/>
                </a:lnTo>
                <a:lnTo>
                  <a:pt x="82153" y="278892"/>
                </a:lnTo>
                <a:lnTo>
                  <a:pt x="30813" y="308610"/>
                </a:lnTo>
                <a:lnTo>
                  <a:pt x="4572" y="320040"/>
                </a:lnTo>
                <a:close/>
              </a:path>
              <a:path w="394970" h="407035">
                <a:moveTo>
                  <a:pt x="1524" y="397764"/>
                </a:moveTo>
                <a:lnTo>
                  <a:pt x="0" y="391668"/>
                </a:lnTo>
                <a:lnTo>
                  <a:pt x="40005" y="369665"/>
                </a:lnTo>
                <a:lnTo>
                  <a:pt x="75438" y="347091"/>
                </a:lnTo>
                <a:lnTo>
                  <a:pt x="106299" y="323945"/>
                </a:lnTo>
                <a:lnTo>
                  <a:pt x="154876" y="276248"/>
                </a:lnTo>
                <a:lnTo>
                  <a:pt x="196024" y="222003"/>
                </a:lnTo>
                <a:lnTo>
                  <a:pt x="214884" y="192024"/>
                </a:lnTo>
                <a:lnTo>
                  <a:pt x="246888" y="222504"/>
                </a:lnTo>
                <a:lnTo>
                  <a:pt x="227076" y="228600"/>
                </a:lnTo>
                <a:lnTo>
                  <a:pt x="212264" y="246316"/>
                </a:lnTo>
                <a:lnTo>
                  <a:pt x="197739" y="262890"/>
                </a:lnTo>
                <a:lnTo>
                  <a:pt x="183784" y="278320"/>
                </a:lnTo>
                <a:lnTo>
                  <a:pt x="170688" y="292608"/>
                </a:lnTo>
                <a:lnTo>
                  <a:pt x="180390" y="298704"/>
                </a:lnTo>
                <a:lnTo>
                  <a:pt x="163068" y="298704"/>
                </a:lnTo>
                <a:lnTo>
                  <a:pt x="129897" y="328755"/>
                </a:lnTo>
                <a:lnTo>
                  <a:pt x="92011" y="355092"/>
                </a:lnTo>
                <a:lnTo>
                  <a:pt x="49268" y="377999"/>
                </a:lnTo>
                <a:lnTo>
                  <a:pt x="1524" y="397764"/>
                </a:lnTo>
                <a:close/>
              </a:path>
              <a:path w="394970" h="407035">
                <a:moveTo>
                  <a:pt x="219456" y="377952"/>
                </a:moveTo>
                <a:lnTo>
                  <a:pt x="213360" y="377952"/>
                </a:lnTo>
                <a:lnTo>
                  <a:pt x="208788" y="371856"/>
                </a:lnTo>
                <a:lnTo>
                  <a:pt x="205740" y="359664"/>
                </a:lnTo>
                <a:lnTo>
                  <a:pt x="199685" y="347091"/>
                </a:lnTo>
                <a:lnTo>
                  <a:pt x="190690" y="332613"/>
                </a:lnTo>
                <a:lnTo>
                  <a:pt x="178522" y="316372"/>
                </a:lnTo>
                <a:lnTo>
                  <a:pt x="163068" y="298704"/>
                </a:lnTo>
                <a:lnTo>
                  <a:pt x="180390" y="298704"/>
                </a:lnTo>
                <a:lnTo>
                  <a:pt x="197596" y="309514"/>
                </a:lnTo>
                <a:lnTo>
                  <a:pt x="216789" y="323850"/>
                </a:lnTo>
                <a:lnTo>
                  <a:pt x="228552" y="335899"/>
                </a:lnTo>
                <a:lnTo>
                  <a:pt x="233172" y="345948"/>
                </a:lnTo>
                <a:lnTo>
                  <a:pt x="233172" y="356616"/>
                </a:lnTo>
                <a:lnTo>
                  <a:pt x="231648" y="364236"/>
                </a:lnTo>
                <a:lnTo>
                  <a:pt x="227076" y="370332"/>
                </a:lnTo>
                <a:lnTo>
                  <a:pt x="224028" y="374904"/>
                </a:lnTo>
                <a:lnTo>
                  <a:pt x="219456" y="377952"/>
                </a:lnTo>
                <a:close/>
              </a:path>
              <a:path w="394970" h="407035">
                <a:moveTo>
                  <a:pt x="381571" y="364831"/>
                </a:moveTo>
                <a:lnTo>
                  <a:pt x="335899" y="364831"/>
                </a:lnTo>
                <a:lnTo>
                  <a:pt x="345948" y="364236"/>
                </a:lnTo>
                <a:lnTo>
                  <a:pt x="352806" y="362569"/>
                </a:lnTo>
                <a:lnTo>
                  <a:pt x="357378" y="357759"/>
                </a:lnTo>
                <a:lnTo>
                  <a:pt x="359664" y="350091"/>
                </a:lnTo>
                <a:lnTo>
                  <a:pt x="359640" y="48863"/>
                </a:lnTo>
                <a:lnTo>
                  <a:pt x="359473" y="30861"/>
                </a:lnTo>
                <a:lnTo>
                  <a:pt x="359021" y="14573"/>
                </a:lnTo>
                <a:lnTo>
                  <a:pt x="358140" y="0"/>
                </a:lnTo>
                <a:lnTo>
                  <a:pt x="394716" y="15240"/>
                </a:lnTo>
                <a:lnTo>
                  <a:pt x="382524" y="27432"/>
                </a:lnTo>
                <a:lnTo>
                  <a:pt x="382524" y="352044"/>
                </a:lnTo>
                <a:lnTo>
                  <a:pt x="381571" y="364831"/>
                </a:lnTo>
                <a:close/>
              </a:path>
              <a:path w="394970" h="407035">
                <a:moveTo>
                  <a:pt x="283464" y="306323"/>
                </a:moveTo>
                <a:lnTo>
                  <a:pt x="284345" y="278272"/>
                </a:lnTo>
                <a:lnTo>
                  <a:pt x="284797" y="248793"/>
                </a:lnTo>
                <a:lnTo>
                  <a:pt x="284964" y="217598"/>
                </a:lnTo>
                <a:lnTo>
                  <a:pt x="284964" y="151233"/>
                </a:lnTo>
                <a:lnTo>
                  <a:pt x="284797" y="120205"/>
                </a:lnTo>
                <a:lnTo>
                  <a:pt x="284345" y="91178"/>
                </a:lnTo>
                <a:lnTo>
                  <a:pt x="283464" y="64008"/>
                </a:lnTo>
                <a:lnTo>
                  <a:pt x="323088" y="80772"/>
                </a:lnTo>
                <a:lnTo>
                  <a:pt x="307848" y="94488"/>
                </a:lnTo>
                <a:lnTo>
                  <a:pt x="307913" y="248793"/>
                </a:lnTo>
                <a:lnTo>
                  <a:pt x="308086" y="257913"/>
                </a:lnTo>
                <a:lnTo>
                  <a:pt x="309133" y="282440"/>
                </a:lnTo>
                <a:lnTo>
                  <a:pt x="309371" y="294132"/>
                </a:lnTo>
                <a:lnTo>
                  <a:pt x="283464" y="306323"/>
                </a:lnTo>
                <a:close/>
              </a:path>
              <a:path w="394970" h="407035">
                <a:moveTo>
                  <a:pt x="347472" y="406908"/>
                </a:moveTo>
                <a:lnTo>
                  <a:pt x="343185" y="393477"/>
                </a:lnTo>
                <a:lnTo>
                  <a:pt x="332613" y="382905"/>
                </a:lnTo>
                <a:lnTo>
                  <a:pt x="315753" y="375189"/>
                </a:lnTo>
                <a:lnTo>
                  <a:pt x="292607" y="370332"/>
                </a:lnTo>
                <a:lnTo>
                  <a:pt x="292607" y="361188"/>
                </a:lnTo>
                <a:lnTo>
                  <a:pt x="309514" y="363164"/>
                </a:lnTo>
                <a:lnTo>
                  <a:pt x="323850" y="364426"/>
                </a:lnTo>
                <a:lnTo>
                  <a:pt x="335899" y="364831"/>
                </a:lnTo>
                <a:lnTo>
                  <a:pt x="381571" y="364831"/>
                </a:lnTo>
                <a:lnTo>
                  <a:pt x="381119" y="370903"/>
                </a:lnTo>
                <a:lnTo>
                  <a:pt x="374713" y="386334"/>
                </a:lnTo>
                <a:lnTo>
                  <a:pt x="363450" y="398335"/>
                </a:lnTo>
                <a:lnTo>
                  <a:pt x="347472" y="40690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5" name="object 75"/>
          <p:cNvSpPr/>
          <p:nvPr/>
        </p:nvSpPr>
        <p:spPr>
          <a:xfrm>
            <a:off x="8502395" y="4622291"/>
            <a:ext cx="402590" cy="370840"/>
          </a:xfrm>
          <a:custGeom>
            <a:avLst/>
            <a:gdLst/>
            <a:ahLst/>
            <a:cxnLst/>
            <a:rect l="l" t="t" r="r" b="b"/>
            <a:pathLst>
              <a:path w="402590" h="370839">
                <a:moveTo>
                  <a:pt x="16764" y="370331"/>
                </a:moveTo>
                <a:lnTo>
                  <a:pt x="0" y="353568"/>
                </a:lnTo>
                <a:lnTo>
                  <a:pt x="188976" y="353568"/>
                </a:lnTo>
                <a:lnTo>
                  <a:pt x="188976" y="259079"/>
                </a:lnTo>
                <a:lnTo>
                  <a:pt x="102108" y="259079"/>
                </a:lnTo>
                <a:lnTo>
                  <a:pt x="90939" y="259365"/>
                </a:lnTo>
                <a:lnTo>
                  <a:pt x="80200" y="260223"/>
                </a:lnTo>
                <a:lnTo>
                  <a:pt x="69746" y="261651"/>
                </a:lnTo>
                <a:lnTo>
                  <a:pt x="59436" y="263652"/>
                </a:lnTo>
                <a:lnTo>
                  <a:pt x="44196" y="248412"/>
                </a:lnTo>
                <a:lnTo>
                  <a:pt x="188976" y="248412"/>
                </a:lnTo>
                <a:lnTo>
                  <a:pt x="188976" y="166116"/>
                </a:lnTo>
                <a:lnTo>
                  <a:pt x="142303" y="171640"/>
                </a:lnTo>
                <a:lnTo>
                  <a:pt x="94488" y="181737"/>
                </a:lnTo>
                <a:lnTo>
                  <a:pt x="67056" y="192024"/>
                </a:lnTo>
                <a:lnTo>
                  <a:pt x="45720" y="152400"/>
                </a:lnTo>
                <a:lnTo>
                  <a:pt x="89344" y="132730"/>
                </a:lnTo>
                <a:lnTo>
                  <a:pt x="121920" y="100584"/>
                </a:lnTo>
                <a:lnTo>
                  <a:pt x="157067" y="54506"/>
                </a:lnTo>
                <a:lnTo>
                  <a:pt x="167640" y="36575"/>
                </a:lnTo>
                <a:lnTo>
                  <a:pt x="74676" y="36575"/>
                </a:lnTo>
                <a:lnTo>
                  <a:pt x="64389" y="36861"/>
                </a:lnTo>
                <a:lnTo>
                  <a:pt x="54102" y="37719"/>
                </a:lnTo>
                <a:lnTo>
                  <a:pt x="43815" y="39147"/>
                </a:lnTo>
                <a:lnTo>
                  <a:pt x="33528" y="41148"/>
                </a:lnTo>
                <a:lnTo>
                  <a:pt x="18288" y="25908"/>
                </a:lnTo>
                <a:lnTo>
                  <a:pt x="323088" y="25908"/>
                </a:lnTo>
                <a:lnTo>
                  <a:pt x="350520" y="0"/>
                </a:lnTo>
                <a:lnTo>
                  <a:pt x="387096" y="36575"/>
                </a:lnTo>
                <a:lnTo>
                  <a:pt x="205739" y="36575"/>
                </a:lnTo>
                <a:lnTo>
                  <a:pt x="143256" y="105156"/>
                </a:lnTo>
                <a:lnTo>
                  <a:pt x="131802" y="116252"/>
                </a:lnTo>
                <a:lnTo>
                  <a:pt x="117919" y="128778"/>
                </a:lnTo>
                <a:lnTo>
                  <a:pt x="101465" y="142446"/>
                </a:lnTo>
                <a:lnTo>
                  <a:pt x="82296" y="156972"/>
                </a:lnTo>
                <a:lnTo>
                  <a:pt x="136302" y="154638"/>
                </a:lnTo>
                <a:lnTo>
                  <a:pt x="190881" y="152019"/>
                </a:lnTo>
                <a:lnTo>
                  <a:pt x="246030" y="148828"/>
                </a:lnTo>
                <a:lnTo>
                  <a:pt x="301751" y="144780"/>
                </a:lnTo>
                <a:lnTo>
                  <a:pt x="286654" y="129397"/>
                </a:lnTo>
                <a:lnTo>
                  <a:pt x="268985" y="113157"/>
                </a:lnTo>
                <a:lnTo>
                  <a:pt x="249031" y="96345"/>
                </a:lnTo>
                <a:lnTo>
                  <a:pt x="227076" y="79248"/>
                </a:lnTo>
                <a:lnTo>
                  <a:pt x="230124" y="74676"/>
                </a:lnTo>
                <a:lnTo>
                  <a:pt x="266390" y="91773"/>
                </a:lnTo>
                <a:lnTo>
                  <a:pt x="316063" y="117967"/>
                </a:lnTo>
                <a:lnTo>
                  <a:pt x="348900" y="145137"/>
                </a:lnTo>
                <a:lnTo>
                  <a:pt x="353568" y="158496"/>
                </a:lnTo>
                <a:lnTo>
                  <a:pt x="353568" y="167640"/>
                </a:lnTo>
                <a:lnTo>
                  <a:pt x="350520" y="175260"/>
                </a:lnTo>
                <a:lnTo>
                  <a:pt x="347472" y="184404"/>
                </a:lnTo>
                <a:lnTo>
                  <a:pt x="342900" y="188976"/>
                </a:lnTo>
                <a:lnTo>
                  <a:pt x="336803" y="188976"/>
                </a:lnTo>
                <a:lnTo>
                  <a:pt x="335280" y="185928"/>
                </a:lnTo>
                <a:lnTo>
                  <a:pt x="327398" y="174498"/>
                </a:lnTo>
                <a:lnTo>
                  <a:pt x="322135" y="167640"/>
                </a:lnTo>
                <a:lnTo>
                  <a:pt x="310896" y="153924"/>
                </a:lnTo>
                <a:lnTo>
                  <a:pt x="233743" y="162282"/>
                </a:lnTo>
                <a:lnTo>
                  <a:pt x="214884" y="164592"/>
                </a:lnTo>
                <a:lnTo>
                  <a:pt x="214884" y="248412"/>
                </a:lnTo>
                <a:lnTo>
                  <a:pt x="298703" y="248412"/>
                </a:lnTo>
                <a:lnTo>
                  <a:pt x="326136" y="220979"/>
                </a:lnTo>
                <a:lnTo>
                  <a:pt x="361187" y="259079"/>
                </a:lnTo>
                <a:lnTo>
                  <a:pt x="214884" y="259079"/>
                </a:lnTo>
                <a:lnTo>
                  <a:pt x="214884" y="353568"/>
                </a:lnTo>
                <a:lnTo>
                  <a:pt x="336803" y="353568"/>
                </a:lnTo>
                <a:lnTo>
                  <a:pt x="367283" y="324612"/>
                </a:lnTo>
                <a:lnTo>
                  <a:pt x="402335" y="364236"/>
                </a:lnTo>
                <a:lnTo>
                  <a:pt x="57912" y="364236"/>
                </a:lnTo>
                <a:lnTo>
                  <a:pt x="46767" y="364545"/>
                </a:lnTo>
                <a:lnTo>
                  <a:pt x="36195" y="365569"/>
                </a:lnTo>
                <a:lnTo>
                  <a:pt x="26193" y="367450"/>
                </a:lnTo>
                <a:lnTo>
                  <a:pt x="16764" y="37033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6" name="object 76"/>
          <p:cNvSpPr/>
          <p:nvPr/>
        </p:nvSpPr>
        <p:spPr>
          <a:xfrm>
            <a:off x="8965692" y="4613147"/>
            <a:ext cx="365760" cy="405765"/>
          </a:xfrm>
          <a:custGeom>
            <a:avLst/>
            <a:gdLst/>
            <a:ahLst/>
            <a:cxnLst/>
            <a:rect l="l" t="t" r="r" b="b"/>
            <a:pathLst>
              <a:path w="365759" h="405764">
                <a:moveTo>
                  <a:pt x="15240" y="140208"/>
                </a:moveTo>
                <a:lnTo>
                  <a:pt x="12192" y="134112"/>
                </a:lnTo>
                <a:lnTo>
                  <a:pt x="44767" y="116943"/>
                </a:lnTo>
                <a:lnTo>
                  <a:pt x="73914" y="99631"/>
                </a:lnTo>
                <a:lnTo>
                  <a:pt x="121920" y="64008"/>
                </a:lnTo>
                <a:lnTo>
                  <a:pt x="158496" y="28575"/>
                </a:lnTo>
                <a:lnTo>
                  <a:pt x="181356" y="0"/>
                </a:lnTo>
                <a:lnTo>
                  <a:pt x="210312" y="25908"/>
                </a:lnTo>
                <a:lnTo>
                  <a:pt x="195072" y="30480"/>
                </a:lnTo>
                <a:lnTo>
                  <a:pt x="161544" y="59436"/>
                </a:lnTo>
                <a:lnTo>
                  <a:pt x="334336" y="59436"/>
                </a:lnTo>
                <a:lnTo>
                  <a:pt x="344496" y="70104"/>
                </a:lnTo>
                <a:lnTo>
                  <a:pt x="152400" y="70104"/>
                </a:lnTo>
                <a:lnTo>
                  <a:pt x="132588" y="82296"/>
                </a:lnTo>
                <a:lnTo>
                  <a:pt x="137839" y="85344"/>
                </a:lnTo>
                <a:lnTo>
                  <a:pt x="126492" y="85344"/>
                </a:lnTo>
                <a:lnTo>
                  <a:pt x="90916" y="105918"/>
                </a:lnTo>
                <a:lnTo>
                  <a:pt x="48768" y="126492"/>
                </a:lnTo>
                <a:lnTo>
                  <a:pt x="32718" y="133350"/>
                </a:lnTo>
                <a:lnTo>
                  <a:pt x="15240" y="140208"/>
                </a:lnTo>
                <a:close/>
              </a:path>
              <a:path w="365759" h="405764">
                <a:moveTo>
                  <a:pt x="334336" y="59436"/>
                </a:moveTo>
                <a:lnTo>
                  <a:pt x="295656" y="59436"/>
                </a:lnTo>
                <a:lnTo>
                  <a:pt x="315468" y="39624"/>
                </a:lnTo>
                <a:lnTo>
                  <a:pt x="334336" y="59436"/>
                </a:lnTo>
                <a:close/>
              </a:path>
              <a:path w="365759" h="405764">
                <a:moveTo>
                  <a:pt x="3048" y="224028"/>
                </a:moveTo>
                <a:lnTo>
                  <a:pt x="1524" y="217932"/>
                </a:lnTo>
                <a:lnTo>
                  <a:pt x="43219" y="208811"/>
                </a:lnTo>
                <a:lnTo>
                  <a:pt x="83629" y="197548"/>
                </a:lnTo>
                <a:lnTo>
                  <a:pt x="122610" y="184284"/>
                </a:lnTo>
                <a:lnTo>
                  <a:pt x="160020" y="169164"/>
                </a:lnTo>
                <a:lnTo>
                  <a:pt x="196000" y="150042"/>
                </a:lnTo>
                <a:lnTo>
                  <a:pt x="230695" y="127063"/>
                </a:lnTo>
                <a:lnTo>
                  <a:pt x="263961" y="100369"/>
                </a:lnTo>
                <a:lnTo>
                  <a:pt x="295656" y="70104"/>
                </a:lnTo>
                <a:lnTo>
                  <a:pt x="344496" y="70104"/>
                </a:lnTo>
                <a:lnTo>
                  <a:pt x="345948" y="71628"/>
                </a:lnTo>
                <a:lnTo>
                  <a:pt x="327660" y="77724"/>
                </a:lnTo>
                <a:lnTo>
                  <a:pt x="301085" y="101179"/>
                </a:lnTo>
                <a:lnTo>
                  <a:pt x="239363" y="145232"/>
                </a:lnTo>
                <a:lnTo>
                  <a:pt x="204216" y="166116"/>
                </a:lnTo>
                <a:lnTo>
                  <a:pt x="165068" y="185023"/>
                </a:lnTo>
                <a:lnTo>
                  <a:pt x="118491" y="200787"/>
                </a:lnTo>
                <a:lnTo>
                  <a:pt x="64484" y="213693"/>
                </a:lnTo>
                <a:lnTo>
                  <a:pt x="3048" y="224028"/>
                </a:lnTo>
                <a:close/>
              </a:path>
              <a:path w="365759" h="405764">
                <a:moveTo>
                  <a:pt x="164592" y="150876"/>
                </a:moveTo>
                <a:lnTo>
                  <a:pt x="160020" y="150876"/>
                </a:lnTo>
                <a:lnTo>
                  <a:pt x="156972" y="146304"/>
                </a:lnTo>
                <a:lnTo>
                  <a:pt x="155448" y="137160"/>
                </a:lnTo>
                <a:lnTo>
                  <a:pt x="151137" y="126920"/>
                </a:lnTo>
                <a:lnTo>
                  <a:pt x="144970" y="114681"/>
                </a:lnTo>
                <a:lnTo>
                  <a:pt x="136802" y="100726"/>
                </a:lnTo>
                <a:lnTo>
                  <a:pt x="126492" y="85344"/>
                </a:lnTo>
                <a:lnTo>
                  <a:pt x="137839" y="85344"/>
                </a:lnTo>
                <a:lnTo>
                  <a:pt x="173736" y="111252"/>
                </a:lnTo>
                <a:lnTo>
                  <a:pt x="176784" y="117348"/>
                </a:lnTo>
                <a:lnTo>
                  <a:pt x="179832" y="121920"/>
                </a:lnTo>
                <a:lnTo>
                  <a:pt x="179832" y="132588"/>
                </a:lnTo>
                <a:lnTo>
                  <a:pt x="176784" y="138684"/>
                </a:lnTo>
                <a:lnTo>
                  <a:pt x="164592" y="150876"/>
                </a:lnTo>
                <a:close/>
              </a:path>
              <a:path w="365759" h="405764">
                <a:moveTo>
                  <a:pt x="28956" y="312420"/>
                </a:moveTo>
                <a:lnTo>
                  <a:pt x="25908" y="306323"/>
                </a:lnTo>
                <a:lnTo>
                  <a:pt x="51601" y="292584"/>
                </a:lnTo>
                <a:lnTo>
                  <a:pt x="76009" y="278701"/>
                </a:lnTo>
                <a:lnTo>
                  <a:pt x="120396" y="249935"/>
                </a:lnTo>
                <a:lnTo>
                  <a:pt x="161544" y="214503"/>
                </a:lnTo>
                <a:lnTo>
                  <a:pt x="198120" y="172212"/>
                </a:lnTo>
                <a:lnTo>
                  <a:pt x="227076" y="199644"/>
                </a:lnTo>
                <a:lnTo>
                  <a:pt x="210312" y="205740"/>
                </a:lnTo>
                <a:lnTo>
                  <a:pt x="206883" y="208859"/>
                </a:lnTo>
                <a:lnTo>
                  <a:pt x="201168" y="213550"/>
                </a:lnTo>
                <a:lnTo>
                  <a:pt x="193167" y="219670"/>
                </a:lnTo>
                <a:lnTo>
                  <a:pt x="182880" y="227076"/>
                </a:lnTo>
                <a:lnTo>
                  <a:pt x="352926" y="227076"/>
                </a:lnTo>
                <a:lnTo>
                  <a:pt x="364155" y="237744"/>
                </a:lnTo>
                <a:lnTo>
                  <a:pt x="173736" y="237744"/>
                </a:lnTo>
                <a:lnTo>
                  <a:pt x="142327" y="259484"/>
                </a:lnTo>
                <a:lnTo>
                  <a:pt x="107632" y="279082"/>
                </a:lnTo>
                <a:lnTo>
                  <a:pt x="69794" y="296679"/>
                </a:lnTo>
                <a:lnTo>
                  <a:pt x="28956" y="312420"/>
                </a:lnTo>
                <a:close/>
              </a:path>
              <a:path w="365759" h="405764">
                <a:moveTo>
                  <a:pt x="352926" y="227076"/>
                </a:moveTo>
                <a:lnTo>
                  <a:pt x="318516" y="227076"/>
                </a:lnTo>
                <a:lnTo>
                  <a:pt x="335280" y="210312"/>
                </a:lnTo>
                <a:lnTo>
                  <a:pt x="352926" y="227076"/>
                </a:lnTo>
                <a:close/>
              </a:path>
              <a:path w="365759" h="405764">
                <a:moveTo>
                  <a:pt x="0" y="405384"/>
                </a:moveTo>
                <a:lnTo>
                  <a:pt x="0" y="397764"/>
                </a:lnTo>
                <a:lnTo>
                  <a:pt x="47767" y="389715"/>
                </a:lnTo>
                <a:lnTo>
                  <a:pt x="92964" y="379095"/>
                </a:lnTo>
                <a:lnTo>
                  <a:pt x="135874" y="365617"/>
                </a:lnTo>
                <a:lnTo>
                  <a:pt x="176784" y="348996"/>
                </a:lnTo>
                <a:lnTo>
                  <a:pt x="214788" y="329255"/>
                </a:lnTo>
                <a:lnTo>
                  <a:pt x="251079" y="304228"/>
                </a:lnTo>
                <a:lnTo>
                  <a:pt x="285654" y="273772"/>
                </a:lnTo>
                <a:lnTo>
                  <a:pt x="318516" y="237744"/>
                </a:lnTo>
                <a:lnTo>
                  <a:pt x="364155" y="237744"/>
                </a:lnTo>
                <a:lnTo>
                  <a:pt x="365760" y="239268"/>
                </a:lnTo>
                <a:lnTo>
                  <a:pt x="345948" y="248411"/>
                </a:lnTo>
                <a:lnTo>
                  <a:pt x="302537" y="290155"/>
                </a:lnTo>
                <a:lnTo>
                  <a:pt x="259270" y="324040"/>
                </a:lnTo>
                <a:lnTo>
                  <a:pt x="216288" y="350210"/>
                </a:lnTo>
                <a:lnTo>
                  <a:pt x="173736" y="368808"/>
                </a:lnTo>
                <a:lnTo>
                  <a:pt x="131159" y="382238"/>
                </a:lnTo>
                <a:lnTo>
                  <a:pt x="88011" y="392811"/>
                </a:lnTo>
                <a:lnTo>
                  <a:pt x="44291" y="400526"/>
                </a:lnTo>
                <a:lnTo>
                  <a:pt x="0" y="405384"/>
                </a:lnTo>
                <a:close/>
              </a:path>
              <a:path w="365759" h="405764">
                <a:moveTo>
                  <a:pt x="169164" y="338328"/>
                </a:moveTo>
                <a:lnTo>
                  <a:pt x="163068" y="338328"/>
                </a:lnTo>
                <a:lnTo>
                  <a:pt x="160020" y="333756"/>
                </a:lnTo>
                <a:lnTo>
                  <a:pt x="158496" y="323088"/>
                </a:lnTo>
                <a:lnTo>
                  <a:pt x="155614" y="310824"/>
                </a:lnTo>
                <a:lnTo>
                  <a:pt x="151447" y="296989"/>
                </a:lnTo>
                <a:lnTo>
                  <a:pt x="145779" y="281559"/>
                </a:lnTo>
                <a:lnTo>
                  <a:pt x="138684" y="265176"/>
                </a:lnTo>
                <a:lnTo>
                  <a:pt x="144780" y="260604"/>
                </a:lnTo>
                <a:lnTo>
                  <a:pt x="176498" y="289321"/>
                </a:lnTo>
                <a:lnTo>
                  <a:pt x="185928" y="309372"/>
                </a:lnTo>
                <a:lnTo>
                  <a:pt x="185928" y="320040"/>
                </a:lnTo>
                <a:lnTo>
                  <a:pt x="182880" y="326136"/>
                </a:lnTo>
                <a:lnTo>
                  <a:pt x="178308" y="330708"/>
                </a:lnTo>
                <a:lnTo>
                  <a:pt x="173736" y="336804"/>
                </a:lnTo>
                <a:lnTo>
                  <a:pt x="169164" y="33832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7" name="object 77"/>
          <p:cNvSpPr/>
          <p:nvPr/>
        </p:nvSpPr>
        <p:spPr>
          <a:xfrm>
            <a:off x="9396983" y="4764023"/>
            <a:ext cx="396240" cy="44450"/>
          </a:xfrm>
          <a:custGeom>
            <a:avLst/>
            <a:gdLst/>
            <a:ahLst/>
            <a:cxnLst/>
            <a:rect l="l" t="t" r="r" b="b"/>
            <a:pathLst>
              <a:path w="396240" h="44450">
                <a:moveTo>
                  <a:pt x="15240" y="44195"/>
                </a:moveTo>
                <a:lnTo>
                  <a:pt x="0" y="27431"/>
                </a:lnTo>
                <a:lnTo>
                  <a:pt x="323087" y="27431"/>
                </a:lnTo>
                <a:lnTo>
                  <a:pt x="358139" y="0"/>
                </a:lnTo>
                <a:lnTo>
                  <a:pt x="396239" y="38099"/>
                </a:lnTo>
                <a:lnTo>
                  <a:pt x="62484" y="38099"/>
                </a:lnTo>
                <a:lnTo>
                  <a:pt x="49315" y="38409"/>
                </a:lnTo>
                <a:lnTo>
                  <a:pt x="37147" y="39433"/>
                </a:lnTo>
                <a:lnTo>
                  <a:pt x="25836" y="41314"/>
                </a:lnTo>
                <a:lnTo>
                  <a:pt x="15240" y="4419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8" name="object 78"/>
          <p:cNvSpPr/>
          <p:nvPr/>
        </p:nvSpPr>
        <p:spPr>
          <a:xfrm>
            <a:off x="2122932" y="5161800"/>
            <a:ext cx="1710055" cy="413384"/>
          </a:xfrm>
          <a:custGeom>
            <a:avLst/>
            <a:gdLst/>
            <a:ahLst/>
            <a:cxnLst/>
            <a:rect l="l" t="t" r="r" b="b"/>
            <a:pathLst>
              <a:path w="1710054" h="413385">
                <a:moveTo>
                  <a:pt x="231648" y="147828"/>
                </a:moveTo>
                <a:lnTo>
                  <a:pt x="190500" y="124968"/>
                </a:lnTo>
                <a:lnTo>
                  <a:pt x="191325" y="144780"/>
                </a:lnTo>
                <a:lnTo>
                  <a:pt x="191439" y="149161"/>
                </a:lnTo>
                <a:lnTo>
                  <a:pt x="191770" y="163372"/>
                </a:lnTo>
                <a:lnTo>
                  <a:pt x="191897" y="173253"/>
                </a:lnTo>
                <a:lnTo>
                  <a:pt x="191782" y="331774"/>
                </a:lnTo>
                <a:lnTo>
                  <a:pt x="191262" y="353377"/>
                </a:lnTo>
                <a:lnTo>
                  <a:pt x="190728" y="380403"/>
                </a:lnTo>
                <a:lnTo>
                  <a:pt x="190500" y="413004"/>
                </a:lnTo>
                <a:lnTo>
                  <a:pt x="219456" y="394716"/>
                </a:lnTo>
                <a:lnTo>
                  <a:pt x="218567" y="378726"/>
                </a:lnTo>
                <a:lnTo>
                  <a:pt x="218122" y="362902"/>
                </a:lnTo>
                <a:lnTo>
                  <a:pt x="218008" y="353377"/>
                </a:lnTo>
                <a:lnTo>
                  <a:pt x="217932" y="158496"/>
                </a:lnTo>
                <a:lnTo>
                  <a:pt x="231648" y="147828"/>
                </a:lnTo>
                <a:close/>
              </a:path>
              <a:path w="1710054" h="413385">
                <a:moveTo>
                  <a:pt x="409956" y="181356"/>
                </a:moveTo>
                <a:lnTo>
                  <a:pt x="360997" y="166878"/>
                </a:lnTo>
                <a:lnTo>
                  <a:pt x="310896" y="138684"/>
                </a:lnTo>
                <a:lnTo>
                  <a:pt x="260985" y="93916"/>
                </a:lnTo>
                <a:lnTo>
                  <a:pt x="219798" y="41148"/>
                </a:lnTo>
                <a:lnTo>
                  <a:pt x="213360" y="32004"/>
                </a:lnTo>
                <a:lnTo>
                  <a:pt x="228600" y="21336"/>
                </a:lnTo>
                <a:lnTo>
                  <a:pt x="192024" y="0"/>
                </a:lnTo>
                <a:lnTo>
                  <a:pt x="166497" y="57150"/>
                </a:lnTo>
                <a:lnTo>
                  <a:pt x="124968" y="118872"/>
                </a:lnTo>
                <a:lnTo>
                  <a:pt x="98361" y="149161"/>
                </a:lnTo>
                <a:lnTo>
                  <a:pt x="68821" y="175971"/>
                </a:lnTo>
                <a:lnTo>
                  <a:pt x="36017" y="199453"/>
                </a:lnTo>
                <a:lnTo>
                  <a:pt x="0" y="219456"/>
                </a:lnTo>
                <a:lnTo>
                  <a:pt x="3048" y="225552"/>
                </a:lnTo>
                <a:lnTo>
                  <a:pt x="38112" y="209829"/>
                </a:lnTo>
                <a:lnTo>
                  <a:pt x="97980" y="173253"/>
                </a:lnTo>
                <a:lnTo>
                  <a:pt x="144462" y="130086"/>
                </a:lnTo>
                <a:lnTo>
                  <a:pt x="187274" y="74599"/>
                </a:lnTo>
                <a:lnTo>
                  <a:pt x="207264" y="41148"/>
                </a:lnTo>
                <a:lnTo>
                  <a:pt x="225552" y="72339"/>
                </a:lnTo>
                <a:lnTo>
                  <a:pt x="262128" y="123863"/>
                </a:lnTo>
                <a:lnTo>
                  <a:pt x="299580" y="163372"/>
                </a:lnTo>
                <a:lnTo>
                  <a:pt x="343636" y="195999"/>
                </a:lnTo>
                <a:lnTo>
                  <a:pt x="368808" y="210312"/>
                </a:lnTo>
                <a:lnTo>
                  <a:pt x="376301" y="201168"/>
                </a:lnTo>
                <a:lnTo>
                  <a:pt x="385381" y="194310"/>
                </a:lnTo>
                <a:lnTo>
                  <a:pt x="396443" y="189738"/>
                </a:lnTo>
                <a:lnTo>
                  <a:pt x="409956" y="187452"/>
                </a:lnTo>
                <a:lnTo>
                  <a:pt x="409956" y="181356"/>
                </a:lnTo>
                <a:close/>
              </a:path>
              <a:path w="1710054" h="413385">
                <a:moveTo>
                  <a:pt x="854964" y="364223"/>
                </a:moveTo>
                <a:lnTo>
                  <a:pt x="804672" y="346125"/>
                </a:lnTo>
                <a:lnTo>
                  <a:pt x="758952" y="310883"/>
                </a:lnTo>
                <a:lnTo>
                  <a:pt x="721423" y="261162"/>
                </a:lnTo>
                <a:lnTo>
                  <a:pt x="691896" y="201155"/>
                </a:lnTo>
                <a:lnTo>
                  <a:pt x="670179" y="130289"/>
                </a:lnTo>
                <a:lnTo>
                  <a:pt x="661885" y="89712"/>
                </a:lnTo>
                <a:lnTo>
                  <a:pt x="655320" y="45707"/>
                </a:lnTo>
                <a:lnTo>
                  <a:pt x="673608" y="28943"/>
                </a:lnTo>
                <a:lnTo>
                  <a:pt x="621792" y="7607"/>
                </a:lnTo>
                <a:lnTo>
                  <a:pt x="621169" y="47612"/>
                </a:lnTo>
                <a:lnTo>
                  <a:pt x="619125" y="87617"/>
                </a:lnTo>
                <a:lnTo>
                  <a:pt x="615353" y="127622"/>
                </a:lnTo>
                <a:lnTo>
                  <a:pt x="609600" y="167627"/>
                </a:lnTo>
                <a:lnTo>
                  <a:pt x="601306" y="206806"/>
                </a:lnTo>
                <a:lnTo>
                  <a:pt x="576160" y="273723"/>
                </a:lnTo>
                <a:lnTo>
                  <a:pt x="538734" y="327723"/>
                </a:lnTo>
                <a:lnTo>
                  <a:pt x="483870" y="377393"/>
                </a:lnTo>
                <a:lnTo>
                  <a:pt x="449580" y="400799"/>
                </a:lnTo>
                <a:lnTo>
                  <a:pt x="452628" y="405371"/>
                </a:lnTo>
                <a:lnTo>
                  <a:pt x="487197" y="388518"/>
                </a:lnTo>
                <a:lnTo>
                  <a:pt x="544347" y="349656"/>
                </a:lnTo>
                <a:lnTo>
                  <a:pt x="586066" y="304203"/>
                </a:lnTo>
                <a:lnTo>
                  <a:pt x="615784" y="253288"/>
                </a:lnTo>
                <a:lnTo>
                  <a:pt x="634669" y="195491"/>
                </a:lnTo>
                <a:lnTo>
                  <a:pt x="646722" y="125679"/>
                </a:lnTo>
                <a:lnTo>
                  <a:pt x="650748" y="85331"/>
                </a:lnTo>
                <a:lnTo>
                  <a:pt x="655891" y="127368"/>
                </a:lnTo>
                <a:lnTo>
                  <a:pt x="669607" y="196570"/>
                </a:lnTo>
                <a:lnTo>
                  <a:pt x="689038" y="248856"/>
                </a:lnTo>
                <a:lnTo>
                  <a:pt x="714184" y="296240"/>
                </a:lnTo>
                <a:lnTo>
                  <a:pt x="744474" y="340512"/>
                </a:lnTo>
                <a:lnTo>
                  <a:pt x="783336" y="379374"/>
                </a:lnTo>
                <a:lnTo>
                  <a:pt x="806196" y="396227"/>
                </a:lnTo>
                <a:lnTo>
                  <a:pt x="814235" y="386207"/>
                </a:lnTo>
                <a:lnTo>
                  <a:pt x="824865" y="378891"/>
                </a:lnTo>
                <a:lnTo>
                  <a:pt x="838339" y="374154"/>
                </a:lnTo>
                <a:lnTo>
                  <a:pt x="854964" y="371843"/>
                </a:lnTo>
                <a:lnTo>
                  <a:pt x="854964" y="364223"/>
                </a:lnTo>
                <a:close/>
              </a:path>
              <a:path w="1710054" h="413385">
                <a:moveTo>
                  <a:pt x="1034783" y="24371"/>
                </a:moveTo>
                <a:lnTo>
                  <a:pt x="998207" y="1511"/>
                </a:lnTo>
                <a:lnTo>
                  <a:pt x="988263" y="35255"/>
                </a:lnTo>
                <a:lnTo>
                  <a:pt x="976871" y="67995"/>
                </a:lnTo>
                <a:lnTo>
                  <a:pt x="950963" y="131051"/>
                </a:lnTo>
                <a:lnTo>
                  <a:pt x="921245" y="185915"/>
                </a:lnTo>
                <a:lnTo>
                  <a:pt x="891527" y="231635"/>
                </a:lnTo>
                <a:lnTo>
                  <a:pt x="897623" y="234683"/>
                </a:lnTo>
                <a:lnTo>
                  <a:pt x="916482" y="214426"/>
                </a:lnTo>
                <a:lnTo>
                  <a:pt x="934199" y="192582"/>
                </a:lnTo>
                <a:lnTo>
                  <a:pt x="950772" y="169329"/>
                </a:lnTo>
                <a:lnTo>
                  <a:pt x="966203" y="144767"/>
                </a:lnTo>
                <a:lnTo>
                  <a:pt x="966089" y="368084"/>
                </a:lnTo>
                <a:lnTo>
                  <a:pt x="965974" y="376186"/>
                </a:lnTo>
                <a:lnTo>
                  <a:pt x="965568" y="391972"/>
                </a:lnTo>
                <a:lnTo>
                  <a:pt x="964679" y="409943"/>
                </a:lnTo>
                <a:lnTo>
                  <a:pt x="989063" y="397751"/>
                </a:lnTo>
                <a:lnTo>
                  <a:pt x="989063" y="146291"/>
                </a:lnTo>
                <a:lnTo>
                  <a:pt x="991031" y="144767"/>
                </a:lnTo>
                <a:lnTo>
                  <a:pt x="1002779" y="135623"/>
                </a:lnTo>
                <a:lnTo>
                  <a:pt x="976871" y="121907"/>
                </a:lnTo>
                <a:lnTo>
                  <a:pt x="985710" y="105956"/>
                </a:lnTo>
                <a:lnTo>
                  <a:pt x="996111" y="85712"/>
                </a:lnTo>
                <a:lnTo>
                  <a:pt x="1007948" y="61480"/>
                </a:lnTo>
                <a:lnTo>
                  <a:pt x="1021067" y="33515"/>
                </a:lnTo>
                <a:lnTo>
                  <a:pt x="1034783" y="24371"/>
                </a:lnTo>
                <a:close/>
              </a:path>
              <a:path w="1710054" h="413385">
                <a:moveTo>
                  <a:pt x="1295387" y="377939"/>
                </a:moveTo>
                <a:lnTo>
                  <a:pt x="1254048" y="372986"/>
                </a:lnTo>
                <a:lnTo>
                  <a:pt x="1211567" y="361175"/>
                </a:lnTo>
                <a:lnTo>
                  <a:pt x="1173848" y="345173"/>
                </a:lnTo>
                <a:lnTo>
                  <a:pt x="1170025" y="342887"/>
                </a:lnTo>
                <a:lnTo>
                  <a:pt x="1157566" y="335457"/>
                </a:lnTo>
                <a:lnTo>
                  <a:pt x="1142987" y="324599"/>
                </a:lnTo>
                <a:lnTo>
                  <a:pt x="1148461" y="309359"/>
                </a:lnTo>
                <a:lnTo>
                  <a:pt x="1150353" y="304076"/>
                </a:lnTo>
                <a:lnTo>
                  <a:pt x="1156131" y="281546"/>
                </a:lnTo>
                <a:lnTo>
                  <a:pt x="1159929" y="257314"/>
                </a:lnTo>
                <a:lnTo>
                  <a:pt x="1161275" y="231635"/>
                </a:lnTo>
                <a:lnTo>
                  <a:pt x="1231379" y="231635"/>
                </a:lnTo>
                <a:lnTo>
                  <a:pt x="1231379" y="249923"/>
                </a:lnTo>
                <a:lnTo>
                  <a:pt x="1255763" y="242303"/>
                </a:lnTo>
                <a:lnTo>
                  <a:pt x="1254887" y="231635"/>
                </a:lnTo>
                <a:lnTo>
                  <a:pt x="1254442" y="220967"/>
                </a:lnTo>
                <a:lnTo>
                  <a:pt x="1254340" y="214426"/>
                </a:lnTo>
                <a:lnTo>
                  <a:pt x="1254239" y="150863"/>
                </a:lnTo>
                <a:lnTo>
                  <a:pt x="1259116" y="147815"/>
                </a:lnTo>
                <a:lnTo>
                  <a:pt x="1266431" y="143243"/>
                </a:lnTo>
                <a:lnTo>
                  <a:pt x="1259039" y="137147"/>
                </a:lnTo>
                <a:lnTo>
                  <a:pt x="1240523" y="121907"/>
                </a:lnTo>
                <a:lnTo>
                  <a:pt x="1231379" y="133337"/>
                </a:lnTo>
                <a:lnTo>
                  <a:pt x="1231379" y="147815"/>
                </a:lnTo>
                <a:lnTo>
                  <a:pt x="1231379" y="220967"/>
                </a:lnTo>
                <a:lnTo>
                  <a:pt x="1161275" y="220967"/>
                </a:lnTo>
                <a:lnTo>
                  <a:pt x="1162164" y="198399"/>
                </a:lnTo>
                <a:lnTo>
                  <a:pt x="1162608" y="178676"/>
                </a:lnTo>
                <a:lnTo>
                  <a:pt x="1162685" y="172085"/>
                </a:lnTo>
                <a:lnTo>
                  <a:pt x="1162799" y="147815"/>
                </a:lnTo>
                <a:lnTo>
                  <a:pt x="1231379" y="147815"/>
                </a:lnTo>
                <a:lnTo>
                  <a:pt x="1231379" y="133337"/>
                </a:lnTo>
                <a:lnTo>
                  <a:pt x="1228331" y="137147"/>
                </a:lnTo>
                <a:lnTo>
                  <a:pt x="1162799" y="137147"/>
                </a:lnTo>
                <a:lnTo>
                  <a:pt x="1162799" y="86855"/>
                </a:lnTo>
                <a:lnTo>
                  <a:pt x="1293863" y="86855"/>
                </a:lnTo>
                <a:lnTo>
                  <a:pt x="1261859" y="56375"/>
                </a:lnTo>
                <a:lnTo>
                  <a:pt x="1242047" y="76187"/>
                </a:lnTo>
                <a:lnTo>
                  <a:pt x="1162799" y="76187"/>
                </a:lnTo>
                <a:lnTo>
                  <a:pt x="1162799" y="31991"/>
                </a:lnTo>
                <a:lnTo>
                  <a:pt x="1174991" y="19799"/>
                </a:lnTo>
                <a:lnTo>
                  <a:pt x="1138415" y="3035"/>
                </a:lnTo>
                <a:lnTo>
                  <a:pt x="1140510" y="31419"/>
                </a:lnTo>
                <a:lnTo>
                  <a:pt x="1141209" y="42684"/>
                </a:lnTo>
                <a:lnTo>
                  <a:pt x="1141463" y="51803"/>
                </a:lnTo>
                <a:lnTo>
                  <a:pt x="1141463" y="76187"/>
                </a:lnTo>
                <a:lnTo>
                  <a:pt x="1022591" y="76187"/>
                </a:lnTo>
                <a:lnTo>
                  <a:pt x="1037831" y="92951"/>
                </a:lnTo>
                <a:lnTo>
                  <a:pt x="1048143" y="90081"/>
                </a:lnTo>
                <a:lnTo>
                  <a:pt x="1058595" y="88188"/>
                </a:lnTo>
                <a:lnTo>
                  <a:pt x="1069340" y="87172"/>
                </a:lnTo>
                <a:lnTo>
                  <a:pt x="1080503" y="86855"/>
                </a:lnTo>
                <a:lnTo>
                  <a:pt x="1141463" y="86855"/>
                </a:lnTo>
                <a:lnTo>
                  <a:pt x="1141463" y="137147"/>
                </a:lnTo>
                <a:lnTo>
                  <a:pt x="1141463" y="147815"/>
                </a:lnTo>
                <a:lnTo>
                  <a:pt x="1141209" y="160959"/>
                </a:lnTo>
                <a:lnTo>
                  <a:pt x="1140510" y="177533"/>
                </a:lnTo>
                <a:lnTo>
                  <a:pt x="1138415" y="220967"/>
                </a:lnTo>
                <a:lnTo>
                  <a:pt x="1072883" y="220967"/>
                </a:lnTo>
                <a:lnTo>
                  <a:pt x="1072883" y="147815"/>
                </a:lnTo>
                <a:lnTo>
                  <a:pt x="1141463" y="147815"/>
                </a:lnTo>
                <a:lnTo>
                  <a:pt x="1141463" y="137147"/>
                </a:lnTo>
                <a:lnTo>
                  <a:pt x="1072883" y="137147"/>
                </a:lnTo>
                <a:lnTo>
                  <a:pt x="1048499" y="123431"/>
                </a:lnTo>
                <a:lnTo>
                  <a:pt x="1049388" y="139458"/>
                </a:lnTo>
                <a:lnTo>
                  <a:pt x="1049832" y="155625"/>
                </a:lnTo>
                <a:lnTo>
                  <a:pt x="1049896" y="161823"/>
                </a:lnTo>
                <a:lnTo>
                  <a:pt x="1050023" y="185915"/>
                </a:lnTo>
                <a:lnTo>
                  <a:pt x="1049909" y="214426"/>
                </a:lnTo>
                <a:lnTo>
                  <a:pt x="1049832" y="221157"/>
                </a:lnTo>
                <a:lnTo>
                  <a:pt x="1049388" y="235902"/>
                </a:lnTo>
                <a:lnTo>
                  <a:pt x="1048499" y="249923"/>
                </a:lnTo>
                <a:lnTo>
                  <a:pt x="1072883" y="240779"/>
                </a:lnTo>
                <a:lnTo>
                  <a:pt x="1072883" y="231635"/>
                </a:lnTo>
                <a:lnTo>
                  <a:pt x="1138415" y="231635"/>
                </a:lnTo>
                <a:lnTo>
                  <a:pt x="1137564" y="253644"/>
                </a:lnTo>
                <a:lnTo>
                  <a:pt x="1134986" y="273926"/>
                </a:lnTo>
                <a:lnTo>
                  <a:pt x="1130706" y="292506"/>
                </a:lnTo>
                <a:lnTo>
                  <a:pt x="1124699" y="309359"/>
                </a:lnTo>
                <a:lnTo>
                  <a:pt x="1113840" y="298767"/>
                </a:lnTo>
                <a:lnTo>
                  <a:pt x="1101839" y="285165"/>
                </a:lnTo>
                <a:lnTo>
                  <a:pt x="1088694" y="268427"/>
                </a:lnTo>
                <a:lnTo>
                  <a:pt x="1074407" y="248399"/>
                </a:lnTo>
                <a:lnTo>
                  <a:pt x="1069835" y="252971"/>
                </a:lnTo>
                <a:lnTo>
                  <a:pt x="1082154" y="276428"/>
                </a:lnTo>
                <a:lnTo>
                  <a:pt x="1094028" y="296595"/>
                </a:lnTo>
                <a:lnTo>
                  <a:pt x="1105636" y="313626"/>
                </a:lnTo>
                <a:lnTo>
                  <a:pt x="1117079" y="327647"/>
                </a:lnTo>
                <a:lnTo>
                  <a:pt x="1108443" y="337934"/>
                </a:lnTo>
                <a:lnTo>
                  <a:pt x="1071359" y="368795"/>
                </a:lnTo>
                <a:lnTo>
                  <a:pt x="1037831" y="388226"/>
                </a:lnTo>
                <a:lnTo>
                  <a:pt x="999731" y="405371"/>
                </a:lnTo>
                <a:lnTo>
                  <a:pt x="1002779" y="412991"/>
                </a:lnTo>
                <a:lnTo>
                  <a:pt x="1040498" y="398894"/>
                </a:lnTo>
                <a:lnTo>
                  <a:pt x="1093101" y="373964"/>
                </a:lnTo>
                <a:lnTo>
                  <a:pt x="1132319" y="342887"/>
                </a:lnTo>
                <a:lnTo>
                  <a:pt x="1161135" y="364248"/>
                </a:lnTo>
                <a:lnTo>
                  <a:pt x="1192517" y="382320"/>
                </a:lnTo>
                <a:lnTo>
                  <a:pt x="1226197" y="396684"/>
                </a:lnTo>
                <a:lnTo>
                  <a:pt x="1261859" y="406895"/>
                </a:lnTo>
                <a:lnTo>
                  <a:pt x="1267320" y="398614"/>
                </a:lnTo>
                <a:lnTo>
                  <a:pt x="1274622" y="392036"/>
                </a:lnTo>
                <a:lnTo>
                  <a:pt x="1283944" y="387184"/>
                </a:lnTo>
                <a:lnTo>
                  <a:pt x="1295387" y="384035"/>
                </a:lnTo>
                <a:lnTo>
                  <a:pt x="1295387" y="377939"/>
                </a:lnTo>
                <a:close/>
              </a:path>
              <a:path w="1710054" h="413385">
                <a:moveTo>
                  <a:pt x="1709915" y="33515"/>
                </a:moveTo>
                <a:lnTo>
                  <a:pt x="1707857" y="31991"/>
                </a:lnTo>
                <a:lnTo>
                  <a:pt x="1680959" y="12179"/>
                </a:lnTo>
                <a:lnTo>
                  <a:pt x="1670291" y="29514"/>
                </a:lnTo>
                <a:lnTo>
                  <a:pt x="1670291" y="41135"/>
                </a:lnTo>
                <a:lnTo>
                  <a:pt x="1670291" y="137147"/>
                </a:lnTo>
                <a:lnTo>
                  <a:pt x="1670291" y="147815"/>
                </a:lnTo>
                <a:lnTo>
                  <a:pt x="1670291" y="240779"/>
                </a:lnTo>
                <a:lnTo>
                  <a:pt x="1554467" y="240779"/>
                </a:lnTo>
                <a:lnTo>
                  <a:pt x="1554467" y="147815"/>
                </a:lnTo>
                <a:lnTo>
                  <a:pt x="1670291" y="147815"/>
                </a:lnTo>
                <a:lnTo>
                  <a:pt x="1670291" y="137147"/>
                </a:lnTo>
                <a:lnTo>
                  <a:pt x="1554467" y="137147"/>
                </a:lnTo>
                <a:lnTo>
                  <a:pt x="1554467" y="41135"/>
                </a:lnTo>
                <a:lnTo>
                  <a:pt x="1670291" y="41135"/>
                </a:lnTo>
                <a:lnTo>
                  <a:pt x="1670291" y="29514"/>
                </a:lnTo>
                <a:lnTo>
                  <a:pt x="1668767" y="31991"/>
                </a:lnTo>
                <a:lnTo>
                  <a:pt x="1531607" y="31991"/>
                </a:lnTo>
                <a:lnTo>
                  <a:pt x="1531607" y="41135"/>
                </a:lnTo>
                <a:lnTo>
                  <a:pt x="1531607" y="137147"/>
                </a:lnTo>
                <a:lnTo>
                  <a:pt x="1531607" y="147815"/>
                </a:lnTo>
                <a:lnTo>
                  <a:pt x="1531607" y="240779"/>
                </a:lnTo>
                <a:lnTo>
                  <a:pt x="1417307" y="240779"/>
                </a:lnTo>
                <a:lnTo>
                  <a:pt x="1418221" y="227330"/>
                </a:lnTo>
                <a:lnTo>
                  <a:pt x="1418831" y="207441"/>
                </a:lnTo>
                <a:lnTo>
                  <a:pt x="1419453" y="180987"/>
                </a:lnTo>
                <a:lnTo>
                  <a:pt x="1420355" y="147815"/>
                </a:lnTo>
                <a:lnTo>
                  <a:pt x="1531607" y="147815"/>
                </a:lnTo>
                <a:lnTo>
                  <a:pt x="1531607" y="137147"/>
                </a:lnTo>
                <a:lnTo>
                  <a:pt x="1420355" y="137147"/>
                </a:lnTo>
                <a:lnTo>
                  <a:pt x="1420355" y="41135"/>
                </a:lnTo>
                <a:lnTo>
                  <a:pt x="1531607" y="41135"/>
                </a:lnTo>
                <a:lnTo>
                  <a:pt x="1531607" y="31991"/>
                </a:lnTo>
                <a:lnTo>
                  <a:pt x="1420355" y="31991"/>
                </a:lnTo>
                <a:lnTo>
                  <a:pt x="1394447" y="13703"/>
                </a:lnTo>
                <a:lnTo>
                  <a:pt x="1395336" y="33731"/>
                </a:lnTo>
                <a:lnTo>
                  <a:pt x="1395780" y="61899"/>
                </a:lnTo>
                <a:lnTo>
                  <a:pt x="1395958" y="98361"/>
                </a:lnTo>
                <a:lnTo>
                  <a:pt x="1395895" y="147815"/>
                </a:lnTo>
                <a:lnTo>
                  <a:pt x="1395145" y="188925"/>
                </a:lnTo>
                <a:lnTo>
                  <a:pt x="1392732" y="229730"/>
                </a:lnTo>
                <a:lnTo>
                  <a:pt x="1383779" y="295643"/>
                </a:lnTo>
                <a:lnTo>
                  <a:pt x="1366634" y="350507"/>
                </a:lnTo>
                <a:lnTo>
                  <a:pt x="1338059" y="405371"/>
                </a:lnTo>
                <a:lnTo>
                  <a:pt x="1344155" y="408419"/>
                </a:lnTo>
                <a:lnTo>
                  <a:pt x="1371879" y="373799"/>
                </a:lnTo>
                <a:lnTo>
                  <a:pt x="1393304" y="336029"/>
                </a:lnTo>
                <a:lnTo>
                  <a:pt x="1408455" y="294843"/>
                </a:lnTo>
                <a:lnTo>
                  <a:pt x="1417307" y="249923"/>
                </a:lnTo>
                <a:lnTo>
                  <a:pt x="1531607" y="249923"/>
                </a:lnTo>
                <a:lnTo>
                  <a:pt x="1531493" y="295643"/>
                </a:lnTo>
                <a:lnTo>
                  <a:pt x="1531416" y="309168"/>
                </a:lnTo>
                <a:lnTo>
                  <a:pt x="1530946" y="349846"/>
                </a:lnTo>
                <a:lnTo>
                  <a:pt x="1530083" y="394703"/>
                </a:lnTo>
                <a:lnTo>
                  <a:pt x="1555991" y="382511"/>
                </a:lnTo>
                <a:lnTo>
                  <a:pt x="1555115" y="366509"/>
                </a:lnTo>
                <a:lnTo>
                  <a:pt x="1554670" y="339839"/>
                </a:lnTo>
                <a:lnTo>
                  <a:pt x="1554594" y="323075"/>
                </a:lnTo>
                <a:lnTo>
                  <a:pt x="1554467" y="249923"/>
                </a:lnTo>
                <a:lnTo>
                  <a:pt x="1670291" y="249923"/>
                </a:lnTo>
                <a:lnTo>
                  <a:pt x="1670291" y="339839"/>
                </a:lnTo>
                <a:lnTo>
                  <a:pt x="1669681" y="349846"/>
                </a:lnTo>
                <a:lnTo>
                  <a:pt x="1622310" y="361416"/>
                </a:lnTo>
                <a:lnTo>
                  <a:pt x="1601711" y="359651"/>
                </a:lnTo>
                <a:lnTo>
                  <a:pt x="1601711" y="368795"/>
                </a:lnTo>
                <a:lnTo>
                  <a:pt x="1624863" y="374535"/>
                </a:lnTo>
                <a:lnTo>
                  <a:pt x="1641716" y="382701"/>
                </a:lnTo>
                <a:lnTo>
                  <a:pt x="1652295" y="393446"/>
                </a:lnTo>
                <a:lnTo>
                  <a:pt x="1656575" y="406895"/>
                </a:lnTo>
                <a:lnTo>
                  <a:pt x="1674317" y="399186"/>
                </a:lnTo>
                <a:lnTo>
                  <a:pt x="1686483" y="387464"/>
                </a:lnTo>
                <a:lnTo>
                  <a:pt x="1693227" y="371754"/>
                </a:lnTo>
                <a:lnTo>
                  <a:pt x="1693900" y="362699"/>
                </a:lnTo>
                <a:lnTo>
                  <a:pt x="1694675" y="352031"/>
                </a:lnTo>
                <a:lnTo>
                  <a:pt x="1694675" y="249923"/>
                </a:lnTo>
                <a:lnTo>
                  <a:pt x="1694675" y="240779"/>
                </a:lnTo>
                <a:lnTo>
                  <a:pt x="1694675" y="147815"/>
                </a:lnTo>
                <a:lnTo>
                  <a:pt x="1694675" y="137147"/>
                </a:lnTo>
                <a:lnTo>
                  <a:pt x="1694675" y="47231"/>
                </a:lnTo>
                <a:lnTo>
                  <a:pt x="1701457" y="41135"/>
                </a:lnTo>
                <a:lnTo>
                  <a:pt x="1709915" y="3351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9" name="object 79"/>
          <p:cNvSpPr/>
          <p:nvPr/>
        </p:nvSpPr>
        <p:spPr>
          <a:xfrm>
            <a:off x="3904488" y="5161800"/>
            <a:ext cx="852169" cy="413384"/>
          </a:xfrm>
          <a:custGeom>
            <a:avLst/>
            <a:gdLst/>
            <a:ahLst/>
            <a:cxnLst/>
            <a:rect l="l" t="t" r="r" b="b"/>
            <a:pathLst>
              <a:path w="852170" h="413385">
                <a:moveTo>
                  <a:pt x="96050" y="57162"/>
                </a:moveTo>
                <a:lnTo>
                  <a:pt x="67246" y="24765"/>
                </a:lnTo>
                <a:lnTo>
                  <a:pt x="41148" y="9144"/>
                </a:lnTo>
                <a:lnTo>
                  <a:pt x="36576" y="12192"/>
                </a:lnTo>
                <a:lnTo>
                  <a:pt x="47764" y="29641"/>
                </a:lnTo>
                <a:lnTo>
                  <a:pt x="56388" y="45529"/>
                </a:lnTo>
                <a:lnTo>
                  <a:pt x="62712" y="59982"/>
                </a:lnTo>
                <a:lnTo>
                  <a:pt x="67056" y="73152"/>
                </a:lnTo>
                <a:lnTo>
                  <a:pt x="68580" y="85344"/>
                </a:lnTo>
                <a:lnTo>
                  <a:pt x="71628" y="89916"/>
                </a:lnTo>
                <a:lnTo>
                  <a:pt x="79248" y="89916"/>
                </a:lnTo>
                <a:lnTo>
                  <a:pt x="82296" y="88392"/>
                </a:lnTo>
                <a:lnTo>
                  <a:pt x="86868" y="83820"/>
                </a:lnTo>
                <a:lnTo>
                  <a:pt x="91440" y="80772"/>
                </a:lnTo>
                <a:lnTo>
                  <a:pt x="94488" y="73152"/>
                </a:lnTo>
                <a:lnTo>
                  <a:pt x="96012" y="64008"/>
                </a:lnTo>
                <a:lnTo>
                  <a:pt x="96050" y="57162"/>
                </a:lnTo>
                <a:close/>
              </a:path>
              <a:path w="852170" h="413385">
                <a:moveTo>
                  <a:pt x="271272" y="51816"/>
                </a:moveTo>
                <a:lnTo>
                  <a:pt x="233210" y="17945"/>
                </a:lnTo>
                <a:lnTo>
                  <a:pt x="216408" y="9144"/>
                </a:lnTo>
                <a:lnTo>
                  <a:pt x="211836" y="12192"/>
                </a:lnTo>
                <a:lnTo>
                  <a:pt x="223240" y="28232"/>
                </a:lnTo>
                <a:lnTo>
                  <a:pt x="232219" y="42291"/>
                </a:lnTo>
                <a:lnTo>
                  <a:pt x="238620" y="54622"/>
                </a:lnTo>
                <a:lnTo>
                  <a:pt x="242316" y="65532"/>
                </a:lnTo>
                <a:lnTo>
                  <a:pt x="243840" y="76200"/>
                </a:lnTo>
                <a:lnTo>
                  <a:pt x="246888" y="82296"/>
                </a:lnTo>
                <a:lnTo>
                  <a:pt x="251460" y="82296"/>
                </a:lnTo>
                <a:lnTo>
                  <a:pt x="254508" y="80772"/>
                </a:lnTo>
                <a:lnTo>
                  <a:pt x="262128" y="73152"/>
                </a:lnTo>
                <a:lnTo>
                  <a:pt x="266700" y="67056"/>
                </a:lnTo>
                <a:lnTo>
                  <a:pt x="268224" y="59436"/>
                </a:lnTo>
                <a:lnTo>
                  <a:pt x="271272" y="51816"/>
                </a:lnTo>
                <a:close/>
              </a:path>
              <a:path w="852170" h="413385">
                <a:moveTo>
                  <a:pt x="396240" y="108204"/>
                </a:moveTo>
                <a:lnTo>
                  <a:pt x="365760" y="70104"/>
                </a:lnTo>
                <a:lnTo>
                  <a:pt x="339852" y="97536"/>
                </a:lnTo>
                <a:lnTo>
                  <a:pt x="129540" y="97536"/>
                </a:lnTo>
                <a:lnTo>
                  <a:pt x="144780" y="112776"/>
                </a:lnTo>
                <a:lnTo>
                  <a:pt x="153873" y="110769"/>
                </a:lnTo>
                <a:lnTo>
                  <a:pt x="162687" y="109347"/>
                </a:lnTo>
                <a:lnTo>
                  <a:pt x="170916" y="108483"/>
                </a:lnTo>
                <a:lnTo>
                  <a:pt x="178308" y="108204"/>
                </a:lnTo>
                <a:lnTo>
                  <a:pt x="294132" y="108204"/>
                </a:lnTo>
                <a:lnTo>
                  <a:pt x="288417" y="132486"/>
                </a:lnTo>
                <a:lnTo>
                  <a:pt x="280416" y="157353"/>
                </a:lnTo>
                <a:lnTo>
                  <a:pt x="270129" y="182778"/>
                </a:lnTo>
                <a:lnTo>
                  <a:pt x="257556" y="208788"/>
                </a:lnTo>
                <a:lnTo>
                  <a:pt x="239839" y="195643"/>
                </a:lnTo>
                <a:lnTo>
                  <a:pt x="218503" y="181165"/>
                </a:lnTo>
                <a:lnTo>
                  <a:pt x="193471" y="165277"/>
                </a:lnTo>
                <a:lnTo>
                  <a:pt x="164592" y="147828"/>
                </a:lnTo>
                <a:lnTo>
                  <a:pt x="160020" y="152400"/>
                </a:lnTo>
                <a:lnTo>
                  <a:pt x="181711" y="168948"/>
                </a:lnTo>
                <a:lnTo>
                  <a:pt x="203263" y="186499"/>
                </a:lnTo>
                <a:lnTo>
                  <a:pt x="224523" y="204901"/>
                </a:lnTo>
                <a:lnTo>
                  <a:pt x="245364" y="224028"/>
                </a:lnTo>
                <a:lnTo>
                  <a:pt x="225120" y="249428"/>
                </a:lnTo>
                <a:lnTo>
                  <a:pt x="198882" y="275272"/>
                </a:lnTo>
                <a:lnTo>
                  <a:pt x="166916" y="301383"/>
                </a:lnTo>
                <a:lnTo>
                  <a:pt x="129540" y="327660"/>
                </a:lnTo>
                <a:lnTo>
                  <a:pt x="132588" y="332232"/>
                </a:lnTo>
                <a:lnTo>
                  <a:pt x="168922" y="315366"/>
                </a:lnTo>
                <a:lnTo>
                  <a:pt x="202692" y="294513"/>
                </a:lnTo>
                <a:lnTo>
                  <a:pt x="234162" y="269646"/>
                </a:lnTo>
                <a:lnTo>
                  <a:pt x="263652" y="240792"/>
                </a:lnTo>
                <a:lnTo>
                  <a:pt x="280225" y="256984"/>
                </a:lnTo>
                <a:lnTo>
                  <a:pt x="290004" y="267144"/>
                </a:lnTo>
                <a:lnTo>
                  <a:pt x="300228" y="278892"/>
                </a:lnTo>
                <a:lnTo>
                  <a:pt x="310794" y="290004"/>
                </a:lnTo>
                <a:lnTo>
                  <a:pt x="319659" y="300418"/>
                </a:lnTo>
                <a:lnTo>
                  <a:pt x="326796" y="309956"/>
                </a:lnTo>
                <a:lnTo>
                  <a:pt x="332232" y="318516"/>
                </a:lnTo>
                <a:lnTo>
                  <a:pt x="338328" y="330708"/>
                </a:lnTo>
                <a:lnTo>
                  <a:pt x="342900" y="335280"/>
                </a:lnTo>
                <a:lnTo>
                  <a:pt x="345948" y="333756"/>
                </a:lnTo>
                <a:lnTo>
                  <a:pt x="350520" y="332232"/>
                </a:lnTo>
                <a:lnTo>
                  <a:pt x="353568" y="326136"/>
                </a:lnTo>
                <a:lnTo>
                  <a:pt x="356616" y="313944"/>
                </a:lnTo>
                <a:lnTo>
                  <a:pt x="357225" y="304800"/>
                </a:lnTo>
                <a:lnTo>
                  <a:pt x="354711" y="295656"/>
                </a:lnTo>
                <a:lnTo>
                  <a:pt x="330301" y="266217"/>
                </a:lnTo>
                <a:lnTo>
                  <a:pt x="300304" y="240792"/>
                </a:lnTo>
                <a:lnTo>
                  <a:pt x="297865" y="238785"/>
                </a:lnTo>
                <a:lnTo>
                  <a:pt x="277368" y="222504"/>
                </a:lnTo>
                <a:lnTo>
                  <a:pt x="284505" y="208788"/>
                </a:lnTo>
                <a:lnTo>
                  <a:pt x="291338" y="195643"/>
                </a:lnTo>
                <a:lnTo>
                  <a:pt x="303466" y="167640"/>
                </a:lnTo>
                <a:lnTo>
                  <a:pt x="313575" y="138493"/>
                </a:lnTo>
                <a:lnTo>
                  <a:pt x="321564" y="108204"/>
                </a:lnTo>
                <a:lnTo>
                  <a:pt x="396240" y="108204"/>
                </a:lnTo>
                <a:close/>
              </a:path>
              <a:path w="852170" h="413385">
                <a:moveTo>
                  <a:pt x="406908" y="356616"/>
                </a:moveTo>
                <a:lnTo>
                  <a:pt x="387781" y="358609"/>
                </a:lnTo>
                <a:lnTo>
                  <a:pt x="367093" y="360045"/>
                </a:lnTo>
                <a:lnTo>
                  <a:pt x="344970" y="360895"/>
                </a:lnTo>
                <a:lnTo>
                  <a:pt x="321564" y="361188"/>
                </a:lnTo>
                <a:lnTo>
                  <a:pt x="298132" y="362038"/>
                </a:lnTo>
                <a:lnTo>
                  <a:pt x="273558" y="362331"/>
                </a:lnTo>
                <a:lnTo>
                  <a:pt x="247840" y="362038"/>
                </a:lnTo>
                <a:lnTo>
                  <a:pt x="220980" y="361188"/>
                </a:lnTo>
                <a:lnTo>
                  <a:pt x="174307" y="355473"/>
                </a:lnTo>
                <a:lnTo>
                  <a:pt x="126441" y="334873"/>
                </a:lnTo>
                <a:lnTo>
                  <a:pt x="96012" y="309372"/>
                </a:lnTo>
                <a:lnTo>
                  <a:pt x="96012" y="170688"/>
                </a:lnTo>
                <a:lnTo>
                  <a:pt x="104470" y="163068"/>
                </a:lnTo>
                <a:lnTo>
                  <a:pt x="111252" y="156972"/>
                </a:lnTo>
                <a:lnTo>
                  <a:pt x="82296" y="134112"/>
                </a:lnTo>
                <a:lnTo>
                  <a:pt x="70104" y="152400"/>
                </a:lnTo>
                <a:lnTo>
                  <a:pt x="0" y="152400"/>
                </a:lnTo>
                <a:lnTo>
                  <a:pt x="16764" y="169164"/>
                </a:lnTo>
                <a:lnTo>
                  <a:pt x="26187" y="166281"/>
                </a:lnTo>
                <a:lnTo>
                  <a:pt x="36195" y="164401"/>
                </a:lnTo>
                <a:lnTo>
                  <a:pt x="46761" y="163372"/>
                </a:lnTo>
                <a:lnTo>
                  <a:pt x="57912" y="163068"/>
                </a:lnTo>
                <a:lnTo>
                  <a:pt x="73152" y="163068"/>
                </a:lnTo>
                <a:lnTo>
                  <a:pt x="73152" y="307848"/>
                </a:lnTo>
                <a:lnTo>
                  <a:pt x="54000" y="316153"/>
                </a:lnTo>
                <a:lnTo>
                  <a:pt x="35433" y="325183"/>
                </a:lnTo>
                <a:lnTo>
                  <a:pt x="17424" y="335064"/>
                </a:lnTo>
                <a:lnTo>
                  <a:pt x="0" y="345948"/>
                </a:lnTo>
                <a:lnTo>
                  <a:pt x="25908" y="371856"/>
                </a:lnTo>
                <a:lnTo>
                  <a:pt x="30429" y="364680"/>
                </a:lnTo>
                <a:lnTo>
                  <a:pt x="36957" y="356806"/>
                </a:lnTo>
                <a:lnTo>
                  <a:pt x="64312" y="329488"/>
                </a:lnTo>
                <a:lnTo>
                  <a:pt x="78651" y="320967"/>
                </a:lnTo>
                <a:lnTo>
                  <a:pt x="83820" y="321564"/>
                </a:lnTo>
                <a:lnTo>
                  <a:pt x="88963" y="323583"/>
                </a:lnTo>
                <a:lnTo>
                  <a:pt x="95250" y="327469"/>
                </a:lnTo>
                <a:lnTo>
                  <a:pt x="102679" y="333349"/>
                </a:lnTo>
                <a:lnTo>
                  <a:pt x="111252" y="341376"/>
                </a:lnTo>
                <a:lnTo>
                  <a:pt x="121246" y="350227"/>
                </a:lnTo>
                <a:lnTo>
                  <a:pt x="161544" y="373380"/>
                </a:lnTo>
                <a:lnTo>
                  <a:pt x="199453" y="384048"/>
                </a:lnTo>
                <a:lnTo>
                  <a:pt x="245364" y="390144"/>
                </a:lnTo>
                <a:lnTo>
                  <a:pt x="300990" y="392239"/>
                </a:lnTo>
                <a:lnTo>
                  <a:pt x="370332" y="393192"/>
                </a:lnTo>
                <a:lnTo>
                  <a:pt x="372618" y="383514"/>
                </a:lnTo>
                <a:lnTo>
                  <a:pt x="379476" y="375285"/>
                </a:lnTo>
                <a:lnTo>
                  <a:pt x="390906" y="368757"/>
                </a:lnTo>
                <a:lnTo>
                  <a:pt x="406908" y="364236"/>
                </a:lnTo>
                <a:lnTo>
                  <a:pt x="406908" y="362331"/>
                </a:lnTo>
                <a:lnTo>
                  <a:pt x="406908" y="356616"/>
                </a:lnTo>
                <a:close/>
              </a:path>
              <a:path w="852170" h="413385">
                <a:moveTo>
                  <a:pt x="675132" y="147828"/>
                </a:moveTo>
                <a:lnTo>
                  <a:pt x="632460" y="124968"/>
                </a:lnTo>
                <a:lnTo>
                  <a:pt x="633501" y="144780"/>
                </a:lnTo>
                <a:lnTo>
                  <a:pt x="634555" y="165735"/>
                </a:lnTo>
                <a:lnTo>
                  <a:pt x="635241" y="183680"/>
                </a:lnTo>
                <a:lnTo>
                  <a:pt x="635444" y="195999"/>
                </a:lnTo>
                <a:lnTo>
                  <a:pt x="635508" y="315468"/>
                </a:lnTo>
                <a:lnTo>
                  <a:pt x="635241" y="331774"/>
                </a:lnTo>
                <a:lnTo>
                  <a:pt x="634555" y="353377"/>
                </a:lnTo>
                <a:lnTo>
                  <a:pt x="633628" y="378726"/>
                </a:lnTo>
                <a:lnTo>
                  <a:pt x="632460" y="413004"/>
                </a:lnTo>
                <a:lnTo>
                  <a:pt x="662940" y="394716"/>
                </a:lnTo>
                <a:lnTo>
                  <a:pt x="662051" y="378726"/>
                </a:lnTo>
                <a:lnTo>
                  <a:pt x="661606" y="362902"/>
                </a:lnTo>
                <a:lnTo>
                  <a:pt x="661492" y="353377"/>
                </a:lnTo>
                <a:lnTo>
                  <a:pt x="661416" y="158496"/>
                </a:lnTo>
                <a:lnTo>
                  <a:pt x="675132" y="147828"/>
                </a:lnTo>
                <a:close/>
              </a:path>
              <a:path w="852170" h="413385">
                <a:moveTo>
                  <a:pt x="851916" y="181356"/>
                </a:moveTo>
                <a:lnTo>
                  <a:pt x="804291" y="166878"/>
                </a:lnTo>
                <a:lnTo>
                  <a:pt x="754380" y="138684"/>
                </a:lnTo>
                <a:lnTo>
                  <a:pt x="703707" y="93916"/>
                </a:lnTo>
                <a:lnTo>
                  <a:pt x="661949" y="41148"/>
                </a:lnTo>
                <a:lnTo>
                  <a:pt x="655320" y="32004"/>
                </a:lnTo>
                <a:lnTo>
                  <a:pt x="672084" y="21336"/>
                </a:lnTo>
                <a:lnTo>
                  <a:pt x="635508" y="0"/>
                </a:lnTo>
                <a:lnTo>
                  <a:pt x="609409" y="57150"/>
                </a:lnTo>
                <a:lnTo>
                  <a:pt x="568452" y="118872"/>
                </a:lnTo>
                <a:lnTo>
                  <a:pt x="541845" y="149161"/>
                </a:lnTo>
                <a:lnTo>
                  <a:pt x="512305" y="175971"/>
                </a:lnTo>
                <a:lnTo>
                  <a:pt x="479501" y="199453"/>
                </a:lnTo>
                <a:lnTo>
                  <a:pt x="443484" y="219456"/>
                </a:lnTo>
                <a:lnTo>
                  <a:pt x="445008" y="225552"/>
                </a:lnTo>
                <a:lnTo>
                  <a:pt x="480745" y="209829"/>
                </a:lnTo>
                <a:lnTo>
                  <a:pt x="540804" y="173253"/>
                </a:lnTo>
                <a:lnTo>
                  <a:pt x="587730" y="130086"/>
                </a:lnTo>
                <a:lnTo>
                  <a:pt x="630123" y="74599"/>
                </a:lnTo>
                <a:lnTo>
                  <a:pt x="650748" y="41148"/>
                </a:lnTo>
                <a:lnTo>
                  <a:pt x="669036" y="72339"/>
                </a:lnTo>
                <a:lnTo>
                  <a:pt x="705612" y="123863"/>
                </a:lnTo>
                <a:lnTo>
                  <a:pt x="743064" y="163372"/>
                </a:lnTo>
                <a:lnTo>
                  <a:pt x="787120" y="195999"/>
                </a:lnTo>
                <a:lnTo>
                  <a:pt x="812292" y="210312"/>
                </a:lnTo>
                <a:lnTo>
                  <a:pt x="819124" y="201168"/>
                </a:lnTo>
                <a:lnTo>
                  <a:pt x="828103" y="194310"/>
                </a:lnTo>
                <a:lnTo>
                  <a:pt x="839076" y="189738"/>
                </a:lnTo>
                <a:lnTo>
                  <a:pt x="851916" y="187452"/>
                </a:lnTo>
                <a:lnTo>
                  <a:pt x="851916" y="18135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0" name="object 80"/>
          <p:cNvSpPr/>
          <p:nvPr/>
        </p:nvSpPr>
        <p:spPr>
          <a:xfrm>
            <a:off x="4812791" y="5163312"/>
            <a:ext cx="375285" cy="407034"/>
          </a:xfrm>
          <a:custGeom>
            <a:avLst/>
            <a:gdLst/>
            <a:ahLst/>
            <a:cxnLst/>
            <a:rect l="l" t="t" r="r" b="b"/>
            <a:pathLst>
              <a:path w="375285" h="407035">
                <a:moveTo>
                  <a:pt x="112776" y="118872"/>
                </a:moveTo>
                <a:lnTo>
                  <a:pt x="108204" y="115824"/>
                </a:lnTo>
                <a:lnTo>
                  <a:pt x="121991" y="102108"/>
                </a:lnTo>
                <a:lnTo>
                  <a:pt x="133921" y="88392"/>
                </a:lnTo>
                <a:lnTo>
                  <a:pt x="162496" y="46077"/>
                </a:lnTo>
                <a:lnTo>
                  <a:pt x="181356" y="0"/>
                </a:lnTo>
                <a:lnTo>
                  <a:pt x="214884" y="18288"/>
                </a:lnTo>
                <a:lnTo>
                  <a:pt x="201168" y="24384"/>
                </a:lnTo>
                <a:lnTo>
                  <a:pt x="184404" y="45720"/>
                </a:lnTo>
                <a:lnTo>
                  <a:pt x="342418" y="45720"/>
                </a:lnTo>
                <a:lnTo>
                  <a:pt x="352044" y="54864"/>
                </a:lnTo>
                <a:lnTo>
                  <a:pt x="347192" y="56388"/>
                </a:lnTo>
                <a:lnTo>
                  <a:pt x="179832" y="56388"/>
                </a:lnTo>
                <a:lnTo>
                  <a:pt x="164425" y="74080"/>
                </a:lnTo>
                <a:lnTo>
                  <a:pt x="148018" y="90487"/>
                </a:lnTo>
                <a:lnTo>
                  <a:pt x="130754" y="105465"/>
                </a:lnTo>
                <a:lnTo>
                  <a:pt x="112776" y="118872"/>
                </a:lnTo>
                <a:close/>
              </a:path>
              <a:path w="375285" h="407035">
                <a:moveTo>
                  <a:pt x="73152" y="71628"/>
                </a:moveTo>
                <a:lnTo>
                  <a:pt x="67056" y="71628"/>
                </a:lnTo>
                <a:lnTo>
                  <a:pt x="64008" y="67056"/>
                </a:lnTo>
                <a:lnTo>
                  <a:pt x="59436" y="59436"/>
                </a:lnTo>
                <a:lnTo>
                  <a:pt x="52578" y="50053"/>
                </a:lnTo>
                <a:lnTo>
                  <a:pt x="43434" y="40386"/>
                </a:lnTo>
                <a:lnTo>
                  <a:pt x="32004" y="30718"/>
                </a:lnTo>
                <a:lnTo>
                  <a:pt x="18288" y="21336"/>
                </a:lnTo>
                <a:lnTo>
                  <a:pt x="21336" y="15240"/>
                </a:lnTo>
                <a:lnTo>
                  <a:pt x="59055" y="24384"/>
                </a:lnTo>
                <a:lnTo>
                  <a:pt x="82296" y="44196"/>
                </a:lnTo>
                <a:lnTo>
                  <a:pt x="82296" y="50292"/>
                </a:lnTo>
                <a:lnTo>
                  <a:pt x="80772" y="56388"/>
                </a:lnTo>
                <a:lnTo>
                  <a:pt x="77724" y="62484"/>
                </a:lnTo>
                <a:lnTo>
                  <a:pt x="76200" y="68580"/>
                </a:lnTo>
                <a:lnTo>
                  <a:pt x="73152" y="71628"/>
                </a:lnTo>
                <a:close/>
              </a:path>
              <a:path w="375285" h="407035">
                <a:moveTo>
                  <a:pt x="342418" y="45720"/>
                </a:moveTo>
                <a:lnTo>
                  <a:pt x="307848" y="45720"/>
                </a:lnTo>
                <a:lnTo>
                  <a:pt x="321564" y="25908"/>
                </a:lnTo>
                <a:lnTo>
                  <a:pt x="342418" y="45720"/>
                </a:lnTo>
                <a:close/>
              </a:path>
              <a:path w="375285" h="407035">
                <a:moveTo>
                  <a:pt x="72351" y="116419"/>
                </a:moveTo>
                <a:lnTo>
                  <a:pt x="28956" y="116419"/>
                </a:lnTo>
                <a:lnTo>
                  <a:pt x="33528" y="115824"/>
                </a:lnTo>
                <a:lnTo>
                  <a:pt x="36576" y="115824"/>
                </a:lnTo>
                <a:lnTo>
                  <a:pt x="42672" y="112776"/>
                </a:lnTo>
                <a:lnTo>
                  <a:pt x="76390" y="88201"/>
                </a:lnTo>
                <a:lnTo>
                  <a:pt x="131064" y="33528"/>
                </a:lnTo>
                <a:lnTo>
                  <a:pt x="137160" y="36576"/>
                </a:lnTo>
                <a:lnTo>
                  <a:pt x="117371" y="60007"/>
                </a:lnTo>
                <a:lnTo>
                  <a:pt x="101155" y="80010"/>
                </a:lnTo>
                <a:lnTo>
                  <a:pt x="77724" y="109728"/>
                </a:lnTo>
                <a:lnTo>
                  <a:pt x="72351" y="116419"/>
                </a:lnTo>
                <a:close/>
              </a:path>
              <a:path w="375285" h="407035">
                <a:moveTo>
                  <a:pt x="286512" y="106680"/>
                </a:moveTo>
                <a:lnTo>
                  <a:pt x="280416" y="103632"/>
                </a:lnTo>
                <a:lnTo>
                  <a:pt x="309372" y="56388"/>
                </a:lnTo>
                <a:lnTo>
                  <a:pt x="347192" y="56388"/>
                </a:lnTo>
                <a:lnTo>
                  <a:pt x="339232" y="58888"/>
                </a:lnTo>
                <a:lnTo>
                  <a:pt x="323850" y="68770"/>
                </a:lnTo>
                <a:lnTo>
                  <a:pt x="306181" y="84653"/>
                </a:lnTo>
                <a:lnTo>
                  <a:pt x="286512" y="106680"/>
                </a:lnTo>
                <a:close/>
              </a:path>
              <a:path w="375285" h="407035">
                <a:moveTo>
                  <a:pt x="65532" y="198120"/>
                </a:moveTo>
                <a:lnTo>
                  <a:pt x="64008" y="193548"/>
                </a:lnTo>
                <a:lnTo>
                  <a:pt x="102250" y="183332"/>
                </a:lnTo>
                <a:lnTo>
                  <a:pt x="134493" y="171259"/>
                </a:lnTo>
                <a:lnTo>
                  <a:pt x="179832" y="143256"/>
                </a:lnTo>
                <a:lnTo>
                  <a:pt x="203835" y="109728"/>
                </a:lnTo>
                <a:lnTo>
                  <a:pt x="211836" y="71628"/>
                </a:lnTo>
                <a:lnTo>
                  <a:pt x="248412" y="86868"/>
                </a:lnTo>
                <a:lnTo>
                  <a:pt x="236220" y="94488"/>
                </a:lnTo>
                <a:lnTo>
                  <a:pt x="234696" y="100584"/>
                </a:lnTo>
                <a:lnTo>
                  <a:pt x="242415" y="109728"/>
                </a:lnTo>
                <a:lnTo>
                  <a:pt x="228600" y="109728"/>
                </a:lnTo>
                <a:lnTo>
                  <a:pt x="207406" y="143470"/>
                </a:lnTo>
                <a:lnTo>
                  <a:pt x="173355" y="169354"/>
                </a:lnTo>
                <a:lnTo>
                  <a:pt x="126158" y="187523"/>
                </a:lnTo>
                <a:lnTo>
                  <a:pt x="65532" y="198120"/>
                </a:lnTo>
                <a:close/>
              </a:path>
              <a:path w="375285" h="407035">
                <a:moveTo>
                  <a:pt x="336804" y="205740"/>
                </a:moveTo>
                <a:lnTo>
                  <a:pt x="300823" y="185166"/>
                </a:lnTo>
                <a:lnTo>
                  <a:pt x="270700" y="162306"/>
                </a:lnTo>
                <a:lnTo>
                  <a:pt x="246578" y="137160"/>
                </a:lnTo>
                <a:lnTo>
                  <a:pt x="228600" y="109728"/>
                </a:lnTo>
                <a:lnTo>
                  <a:pt x="242415" y="109728"/>
                </a:lnTo>
                <a:lnTo>
                  <a:pt x="259603" y="130087"/>
                </a:lnTo>
                <a:lnTo>
                  <a:pt x="291084" y="152590"/>
                </a:lnTo>
                <a:lnTo>
                  <a:pt x="329422" y="168521"/>
                </a:lnTo>
                <a:lnTo>
                  <a:pt x="374904" y="178308"/>
                </a:lnTo>
                <a:lnTo>
                  <a:pt x="374904" y="182880"/>
                </a:lnTo>
                <a:lnTo>
                  <a:pt x="360592" y="185808"/>
                </a:lnTo>
                <a:lnTo>
                  <a:pt x="349567" y="190309"/>
                </a:lnTo>
                <a:lnTo>
                  <a:pt x="341685" y="196810"/>
                </a:lnTo>
                <a:lnTo>
                  <a:pt x="336804" y="205740"/>
                </a:lnTo>
                <a:close/>
              </a:path>
              <a:path w="375285" h="407035">
                <a:moveTo>
                  <a:pt x="48768" y="205740"/>
                </a:moveTo>
                <a:lnTo>
                  <a:pt x="41148" y="205740"/>
                </a:lnTo>
                <a:lnTo>
                  <a:pt x="38100" y="204216"/>
                </a:lnTo>
                <a:lnTo>
                  <a:pt x="30480" y="199644"/>
                </a:lnTo>
                <a:lnTo>
                  <a:pt x="24384" y="195072"/>
                </a:lnTo>
                <a:lnTo>
                  <a:pt x="19812" y="190500"/>
                </a:lnTo>
                <a:lnTo>
                  <a:pt x="19812" y="179832"/>
                </a:lnTo>
                <a:lnTo>
                  <a:pt x="21336" y="175260"/>
                </a:lnTo>
                <a:lnTo>
                  <a:pt x="24384" y="170688"/>
                </a:lnTo>
                <a:lnTo>
                  <a:pt x="27527" y="162091"/>
                </a:lnTo>
                <a:lnTo>
                  <a:pt x="30099" y="154495"/>
                </a:lnTo>
                <a:lnTo>
                  <a:pt x="32099" y="147756"/>
                </a:lnTo>
                <a:lnTo>
                  <a:pt x="33528" y="141732"/>
                </a:lnTo>
                <a:lnTo>
                  <a:pt x="32361" y="136017"/>
                </a:lnTo>
                <a:lnTo>
                  <a:pt x="26479" y="130302"/>
                </a:lnTo>
                <a:lnTo>
                  <a:pt x="15740" y="124587"/>
                </a:lnTo>
                <a:lnTo>
                  <a:pt x="0" y="118872"/>
                </a:lnTo>
                <a:lnTo>
                  <a:pt x="1524" y="112776"/>
                </a:lnTo>
                <a:lnTo>
                  <a:pt x="12954" y="114752"/>
                </a:lnTo>
                <a:lnTo>
                  <a:pt x="22098" y="116014"/>
                </a:lnTo>
                <a:lnTo>
                  <a:pt x="28956" y="116419"/>
                </a:lnTo>
                <a:lnTo>
                  <a:pt x="72351" y="116419"/>
                </a:lnTo>
                <a:lnTo>
                  <a:pt x="69675" y="119753"/>
                </a:lnTo>
                <a:lnTo>
                  <a:pt x="54387" y="156376"/>
                </a:lnTo>
                <a:lnTo>
                  <a:pt x="51816" y="199644"/>
                </a:lnTo>
                <a:lnTo>
                  <a:pt x="48768" y="205740"/>
                </a:lnTo>
                <a:close/>
              </a:path>
              <a:path w="375285" h="407035">
                <a:moveTo>
                  <a:pt x="304546" y="208788"/>
                </a:moveTo>
                <a:lnTo>
                  <a:pt x="271272" y="208788"/>
                </a:lnTo>
                <a:lnTo>
                  <a:pt x="280416" y="193548"/>
                </a:lnTo>
                <a:lnTo>
                  <a:pt x="304546" y="208788"/>
                </a:lnTo>
                <a:close/>
              </a:path>
              <a:path w="375285" h="407035">
                <a:moveTo>
                  <a:pt x="62484" y="338328"/>
                </a:moveTo>
                <a:lnTo>
                  <a:pt x="62677" y="321183"/>
                </a:lnTo>
                <a:lnTo>
                  <a:pt x="62769" y="315468"/>
                </a:lnTo>
                <a:lnTo>
                  <a:pt x="63277" y="296465"/>
                </a:lnTo>
                <a:lnTo>
                  <a:pt x="63769" y="279606"/>
                </a:lnTo>
                <a:lnTo>
                  <a:pt x="63814" y="276606"/>
                </a:lnTo>
                <a:lnTo>
                  <a:pt x="63936" y="259080"/>
                </a:lnTo>
                <a:lnTo>
                  <a:pt x="63769" y="248483"/>
                </a:lnTo>
                <a:lnTo>
                  <a:pt x="62722" y="215860"/>
                </a:lnTo>
                <a:lnTo>
                  <a:pt x="62484" y="198120"/>
                </a:lnTo>
                <a:lnTo>
                  <a:pt x="86868" y="208788"/>
                </a:lnTo>
                <a:lnTo>
                  <a:pt x="304546" y="208788"/>
                </a:lnTo>
                <a:lnTo>
                  <a:pt x="309372" y="211836"/>
                </a:lnTo>
                <a:lnTo>
                  <a:pt x="300799" y="219456"/>
                </a:lnTo>
                <a:lnTo>
                  <a:pt x="86868" y="219456"/>
                </a:lnTo>
                <a:lnTo>
                  <a:pt x="86868" y="327660"/>
                </a:lnTo>
                <a:lnTo>
                  <a:pt x="62484" y="338328"/>
                </a:lnTo>
                <a:close/>
              </a:path>
              <a:path w="375285" h="407035">
                <a:moveTo>
                  <a:pt x="272796" y="327660"/>
                </a:moveTo>
                <a:lnTo>
                  <a:pt x="272796" y="219456"/>
                </a:lnTo>
                <a:lnTo>
                  <a:pt x="300799" y="219456"/>
                </a:lnTo>
                <a:lnTo>
                  <a:pt x="295656" y="224028"/>
                </a:lnTo>
                <a:lnTo>
                  <a:pt x="295758" y="263651"/>
                </a:lnTo>
                <a:lnTo>
                  <a:pt x="295846" y="276606"/>
                </a:lnTo>
                <a:lnTo>
                  <a:pt x="296271" y="296465"/>
                </a:lnTo>
                <a:lnTo>
                  <a:pt x="296346" y="298704"/>
                </a:lnTo>
                <a:lnTo>
                  <a:pt x="297180" y="315468"/>
                </a:lnTo>
                <a:lnTo>
                  <a:pt x="272796" y="327660"/>
                </a:lnTo>
                <a:close/>
              </a:path>
              <a:path w="375285" h="407035">
                <a:moveTo>
                  <a:pt x="1524" y="406908"/>
                </a:moveTo>
                <a:lnTo>
                  <a:pt x="0" y="402336"/>
                </a:lnTo>
                <a:lnTo>
                  <a:pt x="21455" y="397430"/>
                </a:lnTo>
                <a:lnTo>
                  <a:pt x="42481" y="391668"/>
                </a:lnTo>
                <a:lnTo>
                  <a:pt x="83820" y="376428"/>
                </a:lnTo>
                <a:lnTo>
                  <a:pt x="119634" y="359473"/>
                </a:lnTo>
                <a:lnTo>
                  <a:pt x="149137" y="331708"/>
                </a:lnTo>
                <a:lnTo>
                  <a:pt x="165068" y="286154"/>
                </a:lnTo>
                <a:lnTo>
                  <a:pt x="167640" y="236220"/>
                </a:lnTo>
                <a:lnTo>
                  <a:pt x="211836" y="259080"/>
                </a:lnTo>
                <a:lnTo>
                  <a:pt x="193548" y="271272"/>
                </a:lnTo>
                <a:lnTo>
                  <a:pt x="189499" y="296465"/>
                </a:lnTo>
                <a:lnTo>
                  <a:pt x="184023" y="317373"/>
                </a:lnTo>
                <a:lnTo>
                  <a:pt x="157067" y="357473"/>
                </a:lnTo>
                <a:lnTo>
                  <a:pt x="108204" y="384048"/>
                </a:lnTo>
                <a:lnTo>
                  <a:pt x="61722" y="396621"/>
                </a:lnTo>
                <a:lnTo>
                  <a:pt x="33194" y="402050"/>
                </a:lnTo>
                <a:lnTo>
                  <a:pt x="1524" y="406908"/>
                </a:lnTo>
                <a:close/>
              </a:path>
              <a:path w="375285" h="407035">
                <a:moveTo>
                  <a:pt x="341376" y="406908"/>
                </a:moveTo>
                <a:lnTo>
                  <a:pt x="335280" y="406908"/>
                </a:lnTo>
                <a:lnTo>
                  <a:pt x="329184" y="403860"/>
                </a:lnTo>
                <a:lnTo>
                  <a:pt x="321564" y="399288"/>
                </a:lnTo>
                <a:lnTo>
                  <a:pt x="309562" y="391310"/>
                </a:lnTo>
                <a:lnTo>
                  <a:pt x="296418" y="383476"/>
                </a:lnTo>
                <a:lnTo>
                  <a:pt x="250483" y="361950"/>
                </a:lnTo>
                <a:lnTo>
                  <a:pt x="211193" y="348234"/>
                </a:lnTo>
                <a:lnTo>
                  <a:pt x="188976" y="341376"/>
                </a:lnTo>
                <a:lnTo>
                  <a:pt x="188976" y="333756"/>
                </a:lnTo>
                <a:lnTo>
                  <a:pt x="248221" y="344233"/>
                </a:lnTo>
                <a:lnTo>
                  <a:pt x="292608" y="353568"/>
                </a:lnTo>
                <a:lnTo>
                  <a:pt x="332898" y="367926"/>
                </a:lnTo>
                <a:lnTo>
                  <a:pt x="345948" y="388620"/>
                </a:lnTo>
                <a:lnTo>
                  <a:pt x="344424" y="396240"/>
                </a:lnTo>
                <a:lnTo>
                  <a:pt x="344424" y="403860"/>
                </a:lnTo>
                <a:lnTo>
                  <a:pt x="341376" y="40690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1" name="object 81"/>
          <p:cNvSpPr/>
          <p:nvPr/>
        </p:nvSpPr>
        <p:spPr>
          <a:xfrm>
            <a:off x="5236463" y="5177027"/>
            <a:ext cx="410209" cy="390525"/>
          </a:xfrm>
          <a:custGeom>
            <a:avLst/>
            <a:gdLst/>
            <a:ahLst/>
            <a:cxnLst/>
            <a:rect l="l" t="t" r="r" b="b"/>
            <a:pathLst>
              <a:path w="410210" h="390525">
                <a:moveTo>
                  <a:pt x="399751" y="24384"/>
                </a:moveTo>
                <a:lnTo>
                  <a:pt x="352044" y="24384"/>
                </a:lnTo>
                <a:lnTo>
                  <a:pt x="376428" y="0"/>
                </a:lnTo>
                <a:lnTo>
                  <a:pt x="399751" y="24384"/>
                </a:lnTo>
                <a:close/>
              </a:path>
              <a:path w="410210" h="390525">
                <a:moveTo>
                  <a:pt x="85344" y="74676"/>
                </a:moveTo>
                <a:lnTo>
                  <a:pt x="79248" y="74676"/>
                </a:lnTo>
                <a:lnTo>
                  <a:pt x="74676" y="70104"/>
                </a:lnTo>
                <a:lnTo>
                  <a:pt x="73152" y="60960"/>
                </a:lnTo>
                <a:lnTo>
                  <a:pt x="67460" y="49196"/>
                </a:lnTo>
                <a:lnTo>
                  <a:pt x="59626" y="36576"/>
                </a:lnTo>
                <a:lnTo>
                  <a:pt x="49791" y="22812"/>
                </a:lnTo>
                <a:lnTo>
                  <a:pt x="38100" y="7620"/>
                </a:lnTo>
                <a:lnTo>
                  <a:pt x="41148" y="1524"/>
                </a:lnTo>
                <a:lnTo>
                  <a:pt x="80200" y="21526"/>
                </a:lnTo>
                <a:lnTo>
                  <a:pt x="98988" y="44934"/>
                </a:lnTo>
                <a:lnTo>
                  <a:pt x="98869" y="51625"/>
                </a:lnTo>
                <a:lnTo>
                  <a:pt x="97321" y="58031"/>
                </a:lnTo>
                <a:lnTo>
                  <a:pt x="94488" y="64008"/>
                </a:lnTo>
                <a:lnTo>
                  <a:pt x="89916" y="71628"/>
                </a:lnTo>
                <a:lnTo>
                  <a:pt x="85344" y="74676"/>
                </a:lnTo>
                <a:close/>
              </a:path>
              <a:path w="410210" h="390525">
                <a:moveTo>
                  <a:pt x="73152" y="390144"/>
                </a:moveTo>
                <a:lnTo>
                  <a:pt x="68579" y="385572"/>
                </a:lnTo>
                <a:lnTo>
                  <a:pt x="88820" y="358116"/>
                </a:lnTo>
                <a:lnTo>
                  <a:pt x="105918" y="330517"/>
                </a:lnTo>
                <a:lnTo>
                  <a:pt x="129540" y="274320"/>
                </a:lnTo>
                <a:lnTo>
                  <a:pt x="143256" y="211264"/>
                </a:lnTo>
                <a:lnTo>
                  <a:pt x="147723" y="139255"/>
                </a:lnTo>
                <a:lnTo>
                  <a:pt x="147811" y="132873"/>
                </a:lnTo>
                <a:lnTo>
                  <a:pt x="147578" y="96012"/>
                </a:lnTo>
                <a:lnTo>
                  <a:pt x="146582" y="35052"/>
                </a:lnTo>
                <a:lnTo>
                  <a:pt x="146304" y="7620"/>
                </a:lnTo>
                <a:lnTo>
                  <a:pt x="172212" y="24384"/>
                </a:lnTo>
                <a:lnTo>
                  <a:pt x="399751" y="24384"/>
                </a:lnTo>
                <a:lnTo>
                  <a:pt x="409956" y="35052"/>
                </a:lnTo>
                <a:lnTo>
                  <a:pt x="172212" y="35052"/>
                </a:lnTo>
                <a:lnTo>
                  <a:pt x="172118" y="84582"/>
                </a:lnTo>
                <a:lnTo>
                  <a:pt x="171996" y="106680"/>
                </a:lnTo>
                <a:lnTo>
                  <a:pt x="170688" y="172212"/>
                </a:lnTo>
                <a:lnTo>
                  <a:pt x="164211" y="235077"/>
                </a:lnTo>
                <a:lnTo>
                  <a:pt x="146304" y="291084"/>
                </a:lnTo>
                <a:lnTo>
                  <a:pt x="115443" y="341757"/>
                </a:lnTo>
                <a:lnTo>
                  <a:pt x="95726" y="366093"/>
                </a:lnTo>
                <a:lnTo>
                  <a:pt x="73152" y="390144"/>
                </a:lnTo>
                <a:close/>
              </a:path>
              <a:path w="410210" h="390525">
                <a:moveTo>
                  <a:pt x="268224" y="96012"/>
                </a:moveTo>
                <a:lnTo>
                  <a:pt x="257556" y="96012"/>
                </a:lnTo>
                <a:lnTo>
                  <a:pt x="264937" y="77485"/>
                </a:lnTo>
                <a:lnTo>
                  <a:pt x="270891" y="60960"/>
                </a:lnTo>
                <a:lnTo>
                  <a:pt x="275129" y="46720"/>
                </a:lnTo>
                <a:lnTo>
                  <a:pt x="277368" y="35052"/>
                </a:lnTo>
                <a:lnTo>
                  <a:pt x="286512" y="35052"/>
                </a:lnTo>
                <a:lnTo>
                  <a:pt x="313944" y="50292"/>
                </a:lnTo>
                <a:lnTo>
                  <a:pt x="304800" y="54864"/>
                </a:lnTo>
                <a:lnTo>
                  <a:pt x="292608" y="64008"/>
                </a:lnTo>
                <a:lnTo>
                  <a:pt x="288369" y="68580"/>
                </a:lnTo>
                <a:lnTo>
                  <a:pt x="282702" y="75438"/>
                </a:lnTo>
                <a:lnTo>
                  <a:pt x="275891" y="84582"/>
                </a:lnTo>
                <a:lnTo>
                  <a:pt x="268224" y="96012"/>
                </a:lnTo>
                <a:close/>
              </a:path>
              <a:path w="410210" h="390525">
                <a:moveTo>
                  <a:pt x="76049" y="262723"/>
                </a:moveTo>
                <a:lnTo>
                  <a:pt x="36909" y="262723"/>
                </a:lnTo>
                <a:lnTo>
                  <a:pt x="42672" y="262128"/>
                </a:lnTo>
                <a:lnTo>
                  <a:pt x="47244" y="262128"/>
                </a:lnTo>
                <a:lnTo>
                  <a:pt x="53340" y="256032"/>
                </a:lnTo>
                <a:lnTo>
                  <a:pt x="80962" y="190881"/>
                </a:lnTo>
                <a:lnTo>
                  <a:pt x="100798" y="132873"/>
                </a:lnTo>
                <a:lnTo>
                  <a:pt x="126492" y="54864"/>
                </a:lnTo>
                <a:lnTo>
                  <a:pt x="134112" y="56388"/>
                </a:lnTo>
                <a:lnTo>
                  <a:pt x="109823" y="140708"/>
                </a:lnTo>
                <a:lnTo>
                  <a:pt x="91821" y="204025"/>
                </a:lnTo>
                <a:lnTo>
                  <a:pt x="80004" y="246888"/>
                </a:lnTo>
                <a:lnTo>
                  <a:pt x="76049" y="262723"/>
                </a:lnTo>
                <a:close/>
              </a:path>
              <a:path w="410210" h="390525">
                <a:moveTo>
                  <a:pt x="377139" y="96012"/>
                </a:moveTo>
                <a:lnTo>
                  <a:pt x="345948" y="96012"/>
                </a:lnTo>
                <a:lnTo>
                  <a:pt x="358140" y="79248"/>
                </a:lnTo>
                <a:lnTo>
                  <a:pt x="377139" y="96012"/>
                </a:lnTo>
                <a:close/>
              </a:path>
              <a:path w="410210" h="390525">
                <a:moveTo>
                  <a:pt x="208788" y="249936"/>
                </a:moveTo>
                <a:lnTo>
                  <a:pt x="209026" y="227385"/>
                </a:lnTo>
                <a:lnTo>
                  <a:pt x="210073" y="184570"/>
                </a:lnTo>
                <a:lnTo>
                  <a:pt x="210184" y="175260"/>
                </a:lnTo>
                <a:lnTo>
                  <a:pt x="210247" y="138993"/>
                </a:lnTo>
                <a:lnTo>
                  <a:pt x="210121" y="123444"/>
                </a:lnTo>
                <a:lnTo>
                  <a:pt x="209636" y="102108"/>
                </a:lnTo>
                <a:lnTo>
                  <a:pt x="208788" y="82296"/>
                </a:lnTo>
                <a:lnTo>
                  <a:pt x="233172" y="96012"/>
                </a:lnTo>
                <a:lnTo>
                  <a:pt x="377139" y="96012"/>
                </a:lnTo>
                <a:lnTo>
                  <a:pt x="384048" y="102108"/>
                </a:lnTo>
                <a:lnTo>
                  <a:pt x="378904" y="106680"/>
                </a:lnTo>
                <a:lnTo>
                  <a:pt x="233172" y="106680"/>
                </a:lnTo>
                <a:lnTo>
                  <a:pt x="233172" y="156972"/>
                </a:lnTo>
                <a:lnTo>
                  <a:pt x="370353" y="156972"/>
                </a:lnTo>
                <a:lnTo>
                  <a:pt x="370381" y="167640"/>
                </a:lnTo>
                <a:lnTo>
                  <a:pt x="233172" y="167640"/>
                </a:lnTo>
                <a:lnTo>
                  <a:pt x="233172" y="219456"/>
                </a:lnTo>
                <a:lnTo>
                  <a:pt x="370925" y="219456"/>
                </a:lnTo>
                <a:lnTo>
                  <a:pt x="370974" y="222099"/>
                </a:lnTo>
                <a:lnTo>
                  <a:pt x="371536" y="230124"/>
                </a:lnTo>
                <a:lnTo>
                  <a:pt x="233172" y="230124"/>
                </a:lnTo>
                <a:lnTo>
                  <a:pt x="233172" y="239268"/>
                </a:lnTo>
                <a:lnTo>
                  <a:pt x="208788" y="249936"/>
                </a:lnTo>
                <a:close/>
              </a:path>
              <a:path w="410210" h="390525">
                <a:moveTo>
                  <a:pt x="48767" y="181356"/>
                </a:moveTo>
                <a:lnTo>
                  <a:pt x="42672" y="181356"/>
                </a:lnTo>
                <a:lnTo>
                  <a:pt x="39624" y="175260"/>
                </a:lnTo>
                <a:lnTo>
                  <a:pt x="36576" y="164592"/>
                </a:lnTo>
                <a:lnTo>
                  <a:pt x="30861" y="152566"/>
                </a:lnTo>
                <a:lnTo>
                  <a:pt x="22860" y="139255"/>
                </a:lnTo>
                <a:lnTo>
                  <a:pt x="12573" y="124515"/>
                </a:lnTo>
                <a:lnTo>
                  <a:pt x="0" y="108204"/>
                </a:lnTo>
                <a:lnTo>
                  <a:pt x="3048" y="103632"/>
                </a:lnTo>
                <a:lnTo>
                  <a:pt x="29932" y="116752"/>
                </a:lnTo>
                <a:lnTo>
                  <a:pt x="48958" y="128587"/>
                </a:lnTo>
                <a:lnTo>
                  <a:pt x="60269" y="138993"/>
                </a:lnTo>
                <a:lnTo>
                  <a:pt x="64008" y="147828"/>
                </a:lnTo>
                <a:lnTo>
                  <a:pt x="63674" y="156162"/>
                </a:lnTo>
                <a:lnTo>
                  <a:pt x="62484" y="163068"/>
                </a:lnTo>
                <a:lnTo>
                  <a:pt x="60150" y="168830"/>
                </a:lnTo>
                <a:lnTo>
                  <a:pt x="56388" y="173736"/>
                </a:lnTo>
                <a:lnTo>
                  <a:pt x="48767" y="181356"/>
                </a:lnTo>
                <a:close/>
              </a:path>
              <a:path w="410210" h="390525">
                <a:moveTo>
                  <a:pt x="370353" y="156972"/>
                </a:moveTo>
                <a:lnTo>
                  <a:pt x="347472" y="156972"/>
                </a:lnTo>
                <a:lnTo>
                  <a:pt x="347472" y="106680"/>
                </a:lnTo>
                <a:lnTo>
                  <a:pt x="378904" y="106680"/>
                </a:lnTo>
                <a:lnTo>
                  <a:pt x="370332" y="114300"/>
                </a:lnTo>
                <a:lnTo>
                  <a:pt x="370353" y="156972"/>
                </a:lnTo>
                <a:close/>
              </a:path>
              <a:path w="410210" h="390525">
                <a:moveTo>
                  <a:pt x="370925" y="219456"/>
                </a:moveTo>
                <a:lnTo>
                  <a:pt x="347472" y="219456"/>
                </a:lnTo>
                <a:lnTo>
                  <a:pt x="347472" y="167640"/>
                </a:lnTo>
                <a:lnTo>
                  <a:pt x="370381" y="167640"/>
                </a:lnTo>
                <a:lnTo>
                  <a:pt x="370522" y="197929"/>
                </a:lnTo>
                <a:lnTo>
                  <a:pt x="370925" y="219456"/>
                </a:lnTo>
                <a:close/>
              </a:path>
              <a:path w="410210" h="390525">
                <a:moveTo>
                  <a:pt x="300920" y="353568"/>
                </a:moveTo>
                <a:lnTo>
                  <a:pt x="272796" y="353568"/>
                </a:lnTo>
                <a:lnTo>
                  <a:pt x="277368" y="348996"/>
                </a:lnTo>
                <a:lnTo>
                  <a:pt x="277368" y="230124"/>
                </a:lnTo>
                <a:lnTo>
                  <a:pt x="301752" y="230124"/>
                </a:lnTo>
                <a:lnTo>
                  <a:pt x="301752" y="344424"/>
                </a:lnTo>
                <a:lnTo>
                  <a:pt x="300920" y="353568"/>
                </a:lnTo>
                <a:close/>
              </a:path>
              <a:path w="410210" h="390525">
                <a:moveTo>
                  <a:pt x="347472" y="246888"/>
                </a:moveTo>
                <a:lnTo>
                  <a:pt x="347472" y="230124"/>
                </a:lnTo>
                <a:lnTo>
                  <a:pt x="371536" y="230124"/>
                </a:lnTo>
                <a:lnTo>
                  <a:pt x="371856" y="234696"/>
                </a:lnTo>
                <a:lnTo>
                  <a:pt x="347472" y="246888"/>
                </a:lnTo>
                <a:close/>
              </a:path>
              <a:path w="410210" h="390525">
                <a:moveTo>
                  <a:pt x="68579" y="373380"/>
                </a:moveTo>
                <a:lnTo>
                  <a:pt x="60960" y="373380"/>
                </a:lnTo>
                <a:lnTo>
                  <a:pt x="54864" y="371856"/>
                </a:lnTo>
                <a:lnTo>
                  <a:pt x="39624" y="365760"/>
                </a:lnTo>
                <a:lnTo>
                  <a:pt x="36576" y="359664"/>
                </a:lnTo>
                <a:lnTo>
                  <a:pt x="36576" y="333756"/>
                </a:lnTo>
                <a:lnTo>
                  <a:pt x="39624" y="326136"/>
                </a:lnTo>
                <a:lnTo>
                  <a:pt x="41624" y="317539"/>
                </a:lnTo>
                <a:lnTo>
                  <a:pt x="43053" y="309943"/>
                </a:lnTo>
                <a:lnTo>
                  <a:pt x="43910" y="303204"/>
                </a:lnTo>
                <a:lnTo>
                  <a:pt x="44186" y="297370"/>
                </a:lnTo>
                <a:lnTo>
                  <a:pt x="44196" y="291084"/>
                </a:lnTo>
                <a:lnTo>
                  <a:pt x="42672" y="284987"/>
                </a:lnTo>
                <a:lnTo>
                  <a:pt x="3048" y="266699"/>
                </a:lnTo>
                <a:lnTo>
                  <a:pt x="3048" y="259080"/>
                </a:lnTo>
                <a:lnTo>
                  <a:pt x="17383" y="261056"/>
                </a:lnTo>
                <a:lnTo>
                  <a:pt x="28575" y="262318"/>
                </a:lnTo>
                <a:lnTo>
                  <a:pt x="36909" y="262723"/>
                </a:lnTo>
                <a:lnTo>
                  <a:pt x="76049" y="262723"/>
                </a:lnTo>
                <a:lnTo>
                  <a:pt x="74676" y="268223"/>
                </a:lnTo>
                <a:lnTo>
                  <a:pt x="71818" y="293179"/>
                </a:lnTo>
                <a:lnTo>
                  <a:pt x="70604" y="307014"/>
                </a:lnTo>
                <a:lnTo>
                  <a:pt x="70103" y="321564"/>
                </a:lnTo>
                <a:lnTo>
                  <a:pt x="70225" y="343662"/>
                </a:lnTo>
                <a:lnTo>
                  <a:pt x="70303" y="348996"/>
                </a:lnTo>
                <a:lnTo>
                  <a:pt x="70746" y="358640"/>
                </a:lnTo>
                <a:lnTo>
                  <a:pt x="71628" y="365760"/>
                </a:lnTo>
                <a:lnTo>
                  <a:pt x="71628" y="370332"/>
                </a:lnTo>
                <a:lnTo>
                  <a:pt x="68579" y="373380"/>
                </a:lnTo>
                <a:close/>
              </a:path>
              <a:path w="410210" h="390525">
                <a:moveTo>
                  <a:pt x="141732" y="374904"/>
                </a:moveTo>
                <a:lnTo>
                  <a:pt x="138684" y="368808"/>
                </a:lnTo>
                <a:lnTo>
                  <a:pt x="166949" y="339661"/>
                </a:lnTo>
                <a:lnTo>
                  <a:pt x="189928" y="311658"/>
                </a:lnTo>
                <a:lnTo>
                  <a:pt x="207478" y="284797"/>
                </a:lnTo>
                <a:lnTo>
                  <a:pt x="219456" y="259080"/>
                </a:lnTo>
                <a:lnTo>
                  <a:pt x="249936" y="283463"/>
                </a:lnTo>
                <a:lnTo>
                  <a:pt x="240530" y="288917"/>
                </a:lnTo>
                <a:lnTo>
                  <a:pt x="230695" y="296227"/>
                </a:lnTo>
                <a:lnTo>
                  <a:pt x="220575" y="305538"/>
                </a:lnTo>
                <a:lnTo>
                  <a:pt x="210312" y="316992"/>
                </a:lnTo>
                <a:lnTo>
                  <a:pt x="197453" y="329898"/>
                </a:lnTo>
                <a:lnTo>
                  <a:pt x="181737" y="343662"/>
                </a:lnTo>
                <a:lnTo>
                  <a:pt x="163069" y="358640"/>
                </a:lnTo>
                <a:lnTo>
                  <a:pt x="141732" y="374904"/>
                </a:lnTo>
                <a:close/>
              </a:path>
              <a:path w="410210" h="390525">
                <a:moveTo>
                  <a:pt x="387096" y="368808"/>
                </a:moveTo>
                <a:lnTo>
                  <a:pt x="381000" y="368808"/>
                </a:lnTo>
                <a:lnTo>
                  <a:pt x="376428" y="362712"/>
                </a:lnTo>
                <a:lnTo>
                  <a:pt x="370240" y="348805"/>
                </a:lnTo>
                <a:lnTo>
                  <a:pt x="362664" y="332994"/>
                </a:lnTo>
                <a:lnTo>
                  <a:pt x="351282" y="314706"/>
                </a:lnTo>
                <a:lnTo>
                  <a:pt x="336470" y="294132"/>
                </a:lnTo>
                <a:lnTo>
                  <a:pt x="318516" y="271272"/>
                </a:lnTo>
                <a:lnTo>
                  <a:pt x="321564" y="266699"/>
                </a:lnTo>
                <a:lnTo>
                  <a:pt x="367093" y="297370"/>
                </a:lnTo>
                <a:lnTo>
                  <a:pt x="397687" y="330517"/>
                </a:lnTo>
                <a:lnTo>
                  <a:pt x="397764" y="344424"/>
                </a:lnTo>
                <a:lnTo>
                  <a:pt x="396240" y="350520"/>
                </a:lnTo>
                <a:lnTo>
                  <a:pt x="393192" y="358140"/>
                </a:lnTo>
                <a:lnTo>
                  <a:pt x="388620" y="365760"/>
                </a:lnTo>
                <a:lnTo>
                  <a:pt x="387096" y="368808"/>
                </a:lnTo>
                <a:close/>
              </a:path>
              <a:path w="410210" h="390525">
                <a:moveTo>
                  <a:pt x="265176" y="390144"/>
                </a:moveTo>
                <a:lnTo>
                  <a:pt x="262604" y="378690"/>
                </a:lnTo>
                <a:lnTo>
                  <a:pt x="254889" y="369379"/>
                </a:lnTo>
                <a:lnTo>
                  <a:pt x="242030" y="362069"/>
                </a:lnTo>
                <a:lnTo>
                  <a:pt x="224028" y="356616"/>
                </a:lnTo>
                <a:lnTo>
                  <a:pt x="224028" y="350520"/>
                </a:lnTo>
                <a:lnTo>
                  <a:pt x="234910" y="350758"/>
                </a:lnTo>
                <a:lnTo>
                  <a:pt x="253817" y="351805"/>
                </a:lnTo>
                <a:lnTo>
                  <a:pt x="262128" y="352044"/>
                </a:lnTo>
                <a:lnTo>
                  <a:pt x="272796" y="353568"/>
                </a:lnTo>
                <a:lnTo>
                  <a:pt x="300920" y="353568"/>
                </a:lnTo>
                <a:lnTo>
                  <a:pt x="300323" y="360140"/>
                </a:lnTo>
                <a:lnTo>
                  <a:pt x="293751" y="372999"/>
                </a:lnTo>
                <a:lnTo>
                  <a:pt x="282035" y="383000"/>
                </a:lnTo>
                <a:lnTo>
                  <a:pt x="265176" y="39014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pic>
        <p:nvPicPr>
          <p:cNvPr id="82" name="object 82"/>
          <p:cNvPicPr/>
          <p:nvPr/>
        </p:nvPicPr>
        <p:blipFill>
          <a:blip r:embed="rId10" cstate="print"/>
          <a:stretch>
            <a:fillRect/>
          </a:stretch>
        </p:blipFill>
        <p:spPr>
          <a:xfrm>
            <a:off x="5727191" y="5434584"/>
            <a:ext cx="96012" cy="96012"/>
          </a:xfrm>
          <a:prstGeom prst="rect">
            <a:avLst/>
          </a:prstGeom>
        </p:spPr>
      </p:pic>
      <p:sp>
        <p:nvSpPr>
          <p:cNvPr id="83" name="object 83"/>
          <p:cNvSpPr/>
          <p:nvPr/>
        </p:nvSpPr>
        <p:spPr>
          <a:xfrm>
            <a:off x="6134100" y="5161800"/>
            <a:ext cx="1274445" cy="413384"/>
          </a:xfrm>
          <a:custGeom>
            <a:avLst/>
            <a:gdLst/>
            <a:ahLst/>
            <a:cxnLst/>
            <a:rect l="l" t="t" r="r" b="b"/>
            <a:pathLst>
              <a:path w="1274445" h="413385">
                <a:moveTo>
                  <a:pt x="397751" y="193535"/>
                </a:moveTo>
                <a:lnTo>
                  <a:pt x="358127" y="155435"/>
                </a:lnTo>
                <a:lnTo>
                  <a:pt x="324612" y="182867"/>
                </a:lnTo>
                <a:lnTo>
                  <a:pt x="0" y="182867"/>
                </a:lnTo>
                <a:lnTo>
                  <a:pt x="16764" y="198107"/>
                </a:lnTo>
                <a:lnTo>
                  <a:pt x="26479" y="196113"/>
                </a:lnTo>
                <a:lnTo>
                  <a:pt x="37338" y="194678"/>
                </a:lnTo>
                <a:lnTo>
                  <a:pt x="49339" y="193827"/>
                </a:lnTo>
                <a:lnTo>
                  <a:pt x="62484" y="193535"/>
                </a:lnTo>
                <a:lnTo>
                  <a:pt x="397751" y="193535"/>
                </a:lnTo>
                <a:close/>
              </a:path>
              <a:path w="1274445" h="413385">
                <a:moveTo>
                  <a:pt x="670547" y="147828"/>
                </a:moveTo>
                <a:lnTo>
                  <a:pt x="627875" y="124968"/>
                </a:lnTo>
                <a:lnTo>
                  <a:pt x="628713" y="144780"/>
                </a:lnTo>
                <a:lnTo>
                  <a:pt x="628827" y="149161"/>
                </a:lnTo>
                <a:lnTo>
                  <a:pt x="629158" y="163372"/>
                </a:lnTo>
                <a:lnTo>
                  <a:pt x="629285" y="173253"/>
                </a:lnTo>
                <a:lnTo>
                  <a:pt x="629208" y="353377"/>
                </a:lnTo>
                <a:lnTo>
                  <a:pt x="628764" y="380403"/>
                </a:lnTo>
                <a:lnTo>
                  <a:pt x="627875" y="413004"/>
                </a:lnTo>
                <a:lnTo>
                  <a:pt x="658355" y="394716"/>
                </a:lnTo>
                <a:lnTo>
                  <a:pt x="657364" y="380403"/>
                </a:lnTo>
                <a:lnTo>
                  <a:pt x="656259" y="362902"/>
                </a:lnTo>
                <a:lnTo>
                  <a:pt x="655574" y="347345"/>
                </a:lnTo>
                <a:lnTo>
                  <a:pt x="655307" y="332232"/>
                </a:lnTo>
                <a:lnTo>
                  <a:pt x="655307" y="158496"/>
                </a:lnTo>
                <a:lnTo>
                  <a:pt x="670547" y="147828"/>
                </a:lnTo>
                <a:close/>
              </a:path>
              <a:path w="1274445" h="413385">
                <a:moveTo>
                  <a:pt x="847331" y="181356"/>
                </a:moveTo>
                <a:lnTo>
                  <a:pt x="798944" y="166878"/>
                </a:lnTo>
                <a:lnTo>
                  <a:pt x="748271" y="138684"/>
                </a:lnTo>
                <a:lnTo>
                  <a:pt x="698931" y="93916"/>
                </a:lnTo>
                <a:lnTo>
                  <a:pt x="657364" y="41148"/>
                </a:lnTo>
                <a:lnTo>
                  <a:pt x="650735" y="32004"/>
                </a:lnTo>
                <a:lnTo>
                  <a:pt x="665975" y="21336"/>
                </a:lnTo>
                <a:lnTo>
                  <a:pt x="629399" y="0"/>
                </a:lnTo>
                <a:lnTo>
                  <a:pt x="619137" y="28003"/>
                </a:lnTo>
                <a:lnTo>
                  <a:pt x="604443" y="57150"/>
                </a:lnTo>
                <a:lnTo>
                  <a:pt x="562343" y="118872"/>
                </a:lnTo>
                <a:lnTo>
                  <a:pt x="536422" y="149161"/>
                </a:lnTo>
                <a:lnTo>
                  <a:pt x="506971" y="175971"/>
                </a:lnTo>
                <a:lnTo>
                  <a:pt x="474268" y="199453"/>
                </a:lnTo>
                <a:lnTo>
                  <a:pt x="438899" y="219456"/>
                </a:lnTo>
                <a:lnTo>
                  <a:pt x="440423" y="225552"/>
                </a:lnTo>
                <a:lnTo>
                  <a:pt x="476173" y="209829"/>
                </a:lnTo>
                <a:lnTo>
                  <a:pt x="536232" y="173253"/>
                </a:lnTo>
                <a:lnTo>
                  <a:pt x="582523" y="130086"/>
                </a:lnTo>
                <a:lnTo>
                  <a:pt x="625335" y="74599"/>
                </a:lnTo>
                <a:lnTo>
                  <a:pt x="646163" y="41148"/>
                </a:lnTo>
                <a:lnTo>
                  <a:pt x="664222" y="72339"/>
                </a:lnTo>
                <a:lnTo>
                  <a:pt x="699744" y="123863"/>
                </a:lnTo>
                <a:lnTo>
                  <a:pt x="737209" y="163372"/>
                </a:lnTo>
                <a:lnTo>
                  <a:pt x="782307" y="195999"/>
                </a:lnTo>
                <a:lnTo>
                  <a:pt x="807707" y="210312"/>
                </a:lnTo>
                <a:lnTo>
                  <a:pt x="814552" y="201168"/>
                </a:lnTo>
                <a:lnTo>
                  <a:pt x="823518" y="194310"/>
                </a:lnTo>
                <a:lnTo>
                  <a:pt x="834504" y="189738"/>
                </a:lnTo>
                <a:lnTo>
                  <a:pt x="847331" y="187452"/>
                </a:lnTo>
                <a:lnTo>
                  <a:pt x="847331" y="181356"/>
                </a:lnTo>
                <a:close/>
              </a:path>
              <a:path w="1274445" h="413385">
                <a:moveTo>
                  <a:pt x="995159" y="70091"/>
                </a:moveTo>
                <a:lnTo>
                  <a:pt x="971943" y="35801"/>
                </a:lnTo>
                <a:lnTo>
                  <a:pt x="935723" y="15227"/>
                </a:lnTo>
                <a:lnTo>
                  <a:pt x="932675" y="21323"/>
                </a:lnTo>
                <a:lnTo>
                  <a:pt x="944346" y="34759"/>
                </a:lnTo>
                <a:lnTo>
                  <a:pt x="954011" y="47612"/>
                </a:lnTo>
                <a:lnTo>
                  <a:pt x="961402" y="59905"/>
                </a:lnTo>
                <a:lnTo>
                  <a:pt x="966203" y="71615"/>
                </a:lnTo>
                <a:lnTo>
                  <a:pt x="970775" y="83807"/>
                </a:lnTo>
                <a:lnTo>
                  <a:pt x="975347" y="89903"/>
                </a:lnTo>
                <a:lnTo>
                  <a:pt x="984491" y="89903"/>
                </a:lnTo>
                <a:lnTo>
                  <a:pt x="989063" y="86855"/>
                </a:lnTo>
                <a:lnTo>
                  <a:pt x="992111" y="85331"/>
                </a:lnTo>
                <a:lnTo>
                  <a:pt x="995159" y="79235"/>
                </a:lnTo>
                <a:lnTo>
                  <a:pt x="995159" y="70091"/>
                </a:lnTo>
                <a:close/>
              </a:path>
              <a:path w="1274445" h="413385">
                <a:moveTo>
                  <a:pt x="1034783" y="277355"/>
                </a:moveTo>
                <a:lnTo>
                  <a:pt x="1030211" y="271259"/>
                </a:lnTo>
                <a:lnTo>
                  <a:pt x="975347" y="320027"/>
                </a:lnTo>
                <a:lnTo>
                  <a:pt x="975347" y="164579"/>
                </a:lnTo>
                <a:lnTo>
                  <a:pt x="986777" y="156959"/>
                </a:lnTo>
                <a:lnTo>
                  <a:pt x="993635" y="152387"/>
                </a:lnTo>
                <a:lnTo>
                  <a:pt x="969251" y="129527"/>
                </a:lnTo>
                <a:lnTo>
                  <a:pt x="950963" y="146291"/>
                </a:lnTo>
                <a:lnTo>
                  <a:pt x="886955" y="146291"/>
                </a:lnTo>
                <a:lnTo>
                  <a:pt x="902195" y="161531"/>
                </a:lnTo>
                <a:lnTo>
                  <a:pt x="912507" y="159537"/>
                </a:lnTo>
                <a:lnTo>
                  <a:pt x="922959" y="158102"/>
                </a:lnTo>
                <a:lnTo>
                  <a:pt x="933704" y="157251"/>
                </a:lnTo>
                <a:lnTo>
                  <a:pt x="944867" y="156959"/>
                </a:lnTo>
                <a:lnTo>
                  <a:pt x="952487" y="156959"/>
                </a:lnTo>
                <a:lnTo>
                  <a:pt x="952487" y="329171"/>
                </a:lnTo>
                <a:lnTo>
                  <a:pt x="950963" y="336791"/>
                </a:lnTo>
                <a:lnTo>
                  <a:pt x="946391" y="344411"/>
                </a:lnTo>
                <a:lnTo>
                  <a:pt x="966203" y="368795"/>
                </a:lnTo>
                <a:lnTo>
                  <a:pt x="976287" y="354507"/>
                </a:lnTo>
                <a:lnTo>
                  <a:pt x="990777" y="334505"/>
                </a:lnTo>
                <a:lnTo>
                  <a:pt x="1001687" y="320027"/>
                </a:lnTo>
                <a:lnTo>
                  <a:pt x="1010145" y="308787"/>
                </a:lnTo>
                <a:lnTo>
                  <a:pt x="1034783" y="277355"/>
                </a:lnTo>
                <a:close/>
              </a:path>
              <a:path w="1274445" h="413385">
                <a:moveTo>
                  <a:pt x="1211567" y="228587"/>
                </a:moveTo>
                <a:lnTo>
                  <a:pt x="1204493" y="220967"/>
                </a:lnTo>
                <a:lnTo>
                  <a:pt x="1191755" y="207251"/>
                </a:lnTo>
                <a:lnTo>
                  <a:pt x="1179563" y="219443"/>
                </a:lnTo>
                <a:lnTo>
                  <a:pt x="1179563" y="231635"/>
                </a:lnTo>
                <a:lnTo>
                  <a:pt x="1179563" y="298691"/>
                </a:lnTo>
                <a:lnTo>
                  <a:pt x="1124699" y="298691"/>
                </a:lnTo>
                <a:lnTo>
                  <a:pt x="1124699" y="231635"/>
                </a:lnTo>
                <a:lnTo>
                  <a:pt x="1179563" y="231635"/>
                </a:lnTo>
                <a:lnTo>
                  <a:pt x="1179563" y="219443"/>
                </a:lnTo>
                <a:lnTo>
                  <a:pt x="1178039" y="220967"/>
                </a:lnTo>
                <a:lnTo>
                  <a:pt x="1124699" y="220967"/>
                </a:lnTo>
                <a:lnTo>
                  <a:pt x="1101839" y="205727"/>
                </a:lnTo>
                <a:lnTo>
                  <a:pt x="1102969" y="222872"/>
                </a:lnTo>
                <a:lnTo>
                  <a:pt x="1103934" y="240017"/>
                </a:lnTo>
                <a:lnTo>
                  <a:pt x="1104633" y="257162"/>
                </a:lnTo>
                <a:lnTo>
                  <a:pt x="1104849" y="271259"/>
                </a:lnTo>
                <a:lnTo>
                  <a:pt x="1104836" y="278244"/>
                </a:lnTo>
                <a:lnTo>
                  <a:pt x="1104633" y="292100"/>
                </a:lnTo>
                <a:lnTo>
                  <a:pt x="1103934" y="309359"/>
                </a:lnTo>
                <a:lnTo>
                  <a:pt x="1102969" y="325958"/>
                </a:lnTo>
                <a:lnTo>
                  <a:pt x="1101839" y="342887"/>
                </a:lnTo>
                <a:lnTo>
                  <a:pt x="1124699" y="332219"/>
                </a:lnTo>
                <a:lnTo>
                  <a:pt x="1124699" y="309359"/>
                </a:lnTo>
                <a:lnTo>
                  <a:pt x="1179563" y="309359"/>
                </a:lnTo>
                <a:lnTo>
                  <a:pt x="1179563" y="332219"/>
                </a:lnTo>
                <a:lnTo>
                  <a:pt x="1202423" y="321551"/>
                </a:lnTo>
                <a:lnTo>
                  <a:pt x="1201496" y="309359"/>
                </a:lnTo>
                <a:lnTo>
                  <a:pt x="1201305" y="306959"/>
                </a:lnTo>
                <a:lnTo>
                  <a:pt x="1200873" y="298691"/>
                </a:lnTo>
                <a:lnTo>
                  <a:pt x="1200327" y="288213"/>
                </a:lnTo>
                <a:lnTo>
                  <a:pt x="1199642" y="265188"/>
                </a:lnTo>
                <a:lnTo>
                  <a:pt x="1199375" y="237731"/>
                </a:lnTo>
                <a:lnTo>
                  <a:pt x="1207503" y="231635"/>
                </a:lnTo>
                <a:lnTo>
                  <a:pt x="1211567" y="228587"/>
                </a:lnTo>
                <a:close/>
              </a:path>
              <a:path w="1274445" h="413385">
                <a:moveTo>
                  <a:pt x="1274051" y="47231"/>
                </a:moveTo>
                <a:lnTo>
                  <a:pt x="1264907" y="38087"/>
                </a:lnTo>
                <a:lnTo>
                  <a:pt x="1249667" y="22847"/>
                </a:lnTo>
                <a:lnTo>
                  <a:pt x="1234427" y="38087"/>
                </a:lnTo>
                <a:lnTo>
                  <a:pt x="1074407" y="38087"/>
                </a:lnTo>
                <a:lnTo>
                  <a:pt x="1048499" y="24371"/>
                </a:lnTo>
                <a:lnTo>
                  <a:pt x="1049388" y="48755"/>
                </a:lnTo>
                <a:lnTo>
                  <a:pt x="1049832" y="70091"/>
                </a:lnTo>
                <a:lnTo>
                  <a:pt x="1050010" y="92951"/>
                </a:lnTo>
                <a:lnTo>
                  <a:pt x="1050023" y="231635"/>
                </a:lnTo>
                <a:lnTo>
                  <a:pt x="1046619" y="278244"/>
                </a:lnTo>
                <a:lnTo>
                  <a:pt x="1036497" y="322122"/>
                </a:lnTo>
                <a:lnTo>
                  <a:pt x="1019810" y="363448"/>
                </a:lnTo>
                <a:lnTo>
                  <a:pt x="996683" y="402323"/>
                </a:lnTo>
                <a:lnTo>
                  <a:pt x="999731" y="406895"/>
                </a:lnTo>
                <a:lnTo>
                  <a:pt x="1027493" y="376415"/>
                </a:lnTo>
                <a:lnTo>
                  <a:pt x="1048651" y="339801"/>
                </a:lnTo>
                <a:lnTo>
                  <a:pt x="1063053" y="297281"/>
                </a:lnTo>
                <a:lnTo>
                  <a:pt x="1070648" y="248996"/>
                </a:lnTo>
                <a:lnTo>
                  <a:pt x="1071359" y="195059"/>
                </a:lnTo>
                <a:lnTo>
                  <a:pt x="1071359" y="48755"/>
                </a:lnTo>
                <a:lnTo>
                  <a:pt x="1141463" y="48755"/>
                </a:lnTo>
                <a:lnTo>
                  <a:pt x="1141717" y="62471"/>
                </a:lnTo>
                <a:lnTo>
                  <a:pt x="1142758" y="92951"/>
                </a:lnTo>
                <a:lnTo>
                  <a:pt x="1142987" y="109715"/>
                </a:lnTo>
                <a:lnTo>
                  <a:pt x="1083551" y="109715"/>
                </a:lnTo>
                <a:lnTo>
                  <a:pt x="1098791" y="124955"/>
                </a:lnTo>
                <a:lnTo>
                  <a:pt x="1109103" y="122961"/>
                </a:lnTo>
                <a:lnTo>
                  <a:pt x="1119555" y="121526"/>
                </a:lnTo>
                <a:lnTo>
                  <a:pt x="1130300" y="120675"/>
                </a:lnTo>
                <a:lnTo>
                  <a:pt x="1141463" y="120383"/>
                </a:lnTo>
                <a:lnTo>
                  <a:pt x="1142987" y="120383"/>
                </a:lnTo>
                <a:lnTo>
                  <a:pt x="1142987" y="169151"/>
                </a:lnTo>
                <a:lnTo>
                  <a:pt x="1072883" y="169151"/>
                </a:lnTo>
                <a:lnTo>
                  <a:pt x="1088123" y="184391"/>
                </a:lnTo>
                <a:lnTo>
                  <a:pt x="1098435" y="182397"/>
                </a:lnTo>
                <a:lnTo>
                  <a:pt x="1108887" y="180962"/>
                </a:lnTo>
                <a:lnTo>
                  <a:pt x="1119632" y="180111"/>
                </a:lnTo>
                <a:lnTo>
                  <a:pt x="1130795" y="179819"/>
                </a:lnTo>
                <a:lnTo>
                  <a:pt x="1235951" y="179819"/>
                </a:lnTo>
                <a:lnTo>
                  <a:pt x="1208519" y="149339"/>
                </a:lnTo>
                <a:lnTo>
                  <a:pt x="1190231" y="169151"/>
                </a:lnTo>
                <a:lnTo>
                  <a:pt x="1162799" y="169151"/>
                </a:lnTo>
                <a:lnTo>
                  <a:pt x="1162799" y="120383"/>
                </a:lnTo>
                <a:lnTo>
                  <a:pt x="1225283" y="120383"/>
                </a:lnTo>
                <a:lnTo>
                  <a:pt x="1199375" y="92951"/>
                </a:lnTo>
                <a:lnTo>
                  <a:pt x="1182611" y="109715"/>
                </a:lnTo>
                <a:lnTo>
                  <a:pt x="1162799" y="109715"/>
                </a:lnTo>
                <a:lnTo>
                  <a:pt x="1162799" y="73139"/>
                </a:lnTo>
                <a:lnTo>
                  <a:pt x="1174991" y="62471"/>
                </a:lnTo>
                <a:lnTo>
                  <a:pt x="1146035" y="48755"/>
                </a:lnTo>
                <a:lnTo>
                  <a:pt x="1237475" y="48755"/>
                </a:lnTo>
                <a:lnTo>
                  <a:pt x="1237475" y="362699"/>
                </a:lnTo>
                <a:lnTo>
                  <a:pt x="1235951" y="367271"/>
                </a:lnTo>
                <a:lnTo>
                  <a:pt x="1229855" y="368795"/>
                </a:lnTo>
                <a:lnTo>
                  <a:pt x="1223340" y="369366"/>
                </a:lnTo>
                <a:lnTo>
                  <a:pt x="1210805" y="368795"/>
                </a:lnTo>
                <a:lnTo>
                  <a:pt x="1192568" y="367080"/>
                </a:lnTo>
                <a:lnTo>
                  <a:pt x="1168895" y="364223"/>
                </a:lnTo>
                <a:lnTo>
                  <a:pt x="1168895" y="371843"/>
                </a:lnTo>
                <a:lnTo>
                  <a:pt x="1191742" y="377545"/>
                </a:lnTo>
                <a:lnTo>
                  <a:pt x="1209852" y="385368"/>
                </a:lnTo>
                <a:lnTo>
                  <a:pt x="1223124" y="395211"/>
                </a:lnTo>
                <a:lnTo>
                  <a:pt x="1231379" y="406895"/>
                </a:lnTo>
                <a:lnTo>
                  <a:pt x="1239672" y="402348"/>
                </a:lnTo>
                <a:lnTo>
                  <a:pt x="1260335" y="376415"/>
                </a:lnTo>
                <a:lnTo>
                  <a:pt x="1260335" y="369366"/>
                </a:lnTo>
                <a:lnTo>
                  <a:pt x="1260335" y="57899"/>
                </a:lnTo>
                <a:lnTo>
                  <a:pt x="1272095" y="48755"/>
                </a:lnTo>
                <a:lnTo>
                  <a:pt x="1274051" y="4723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4" name="object 84"/>
          <p:cNvSpPr/>
          <p:nvPr/>
        </p:nvSpPr>
        <p:spPr>
          <a:xfrm>
            <a:off x="7459980" y="5161787"/>
            <a:ext cx="403860" cy="410209"/>
          </a:xfrm>
          <a:custGeom>
            <a:avLst/>
            <a:gdLst/>
            <a:ahLst/>
            <a:cxnLst/>
            <a:rect l="l" t="t" r="r" b="b"/>
            <a:pathLst>
              <a:path w="403859" h="410210">
                <a:moveTo>
                  <a:pt x="230124" y="60959"/>
                </a:moveTo>
                <a:lnTo>
                  <a:pt x="219456" y="60959"/>
                </a:lnTo>
                <a:lnTo>
                  <a:pt x="219456" y="53340"/>
                </a:lnTo>
                <a:lnTo>
                  <a:pt x="211836" y="38100"/>
                </a:lnTo>
                <a:lnTo>
                  <a:pt x="207811" y="31551"/>
                </a:lnTo>
                <a:lnTo>
                  <a:pt x="202501" y="23431"/>
                </a:lnTo>
                <a:lnTo>
                  <a:pt x="195762" y="13882"/>
                </a:lnTo>
                <a:lnTo>
                  <a:pt x="187452" y="3047"/>
                </a:lnTo>
                <a:lnTo>
                  <a:pt x="192024" y="0"/>
                </a:lnTo>
                <a:lnTo>
                  <a:pt x="232957" y="22288"/>
                </a:lnTo>
                <a:lnTo>
                  <a:pt x="243840" y="36576"/>
                </a:lnTo>
                <a:lnTo>
                  <a:pt x="243840" y="38100"/>
                </a:lnTo>
                <a:lnTo>
                  <a:pt x="242982" y="43815"/>
                </a:lnTo>
                <a:lnTo>
                  <a:pt x="240411" y="49530"/>
                </a:lnTo>
                <a:lnTo>
                  <a:pt x="236124" y="55244"/>
                </a:lnTo>
                <a:lnTo>
                  <a:pt x="230124" y="60959"/>
                </a:lnTo>
                <a:close/>
              </a:path>
              <a:path w="403859" h="410210">
                <a:moveTo>
                  <a:pt x="391668" y="60959"/>
                </a:moveTo>
                <a:lnTo>
                  <a:pt x="342900" y="60959"/>
                </a:lnTo>
                <a:lnTo>
                  <a:pt x="367284" y="36576"/>
                </a:lnTo>
                <a:lnTo>
                  <a:pt x="391668" y="60959"/>
                </a:lnTo>
                <a:close/>
              </a:path>
              <a:path w="403859" h="410210">
                <a:moveTo>
                  <a:pt x="6096" y="409956"/>
                </a:moveTo>
                <a:lnTo>
                  <a:pt x="0" y="406908"/>
                </a:lnTo>
                <a:lnTo>
                  <a:pt x="16359" y="376642"/>
                </a:lnTo>
                <a:lnTo>
                  <a:pt x="29146" y="345376"/>
                </a:lnTo>
                <a:lnTo>
                  <a:pt x="45720" y="280416"/>
                </a:lnTo>
                <a:lnTo>
                  <a:pt x="52578" y="213169"/>
                </a:lnTo>
                <a:lnTo>
                  <a:pt x="54864" y="144780"/>
                </a:lnTo>
                <a:lnTo>
                  <a:pt x="55321" y="121110"/>
                </a:lnTo>
                <a:lnTo>
                  <a:pt x="55445" y="108394"/>
                </a:lnTo>
                <a:lnTo>
                  <a:pt x="55245" y="85344"/>
                </a:lnTo>
                <a:lnTo>
                  <a:pt x="54435" y="62484"/>
                </a:lnTo>
                <a:lnTo>
                  <a:pt x="53340" y="44195"/>
                </a:lnTo>
                <a:lnTo>
                  <a:pt x="82296" y="60959"/>
                </a:lnTo>
                <a:lnTo>
                  <a:pt x="391668" y="60959"/>
                </a:lnTo>
                <a:lnTo>
                  <a:pt x="402336" y="71628"/>
                </a:lnTo>
                <a:lnTo>
                  <a:pt x="80772" y="71628"/>
                </a:lnTo>
                <a:lnTo>
                  <a:pt x="81049" y="112776"/>
                </a:lnTo>
                <a:lnTo>
                  <a:pt x="80010" y="164592"/>
                </a:lnTo>
                <a:lnTo>
                  <a:pt x="74676" y="234696"/>
                </a:lnTo>
                <a:lnTo>
                  <a:pt x="64579" y="288226"/>
                </a:lnTo>
                <a:lnTo>
                  <a:pt x="48768" y="333756"/>
                </a:lnTo>
                <a:lnTo>
                  <a:pt x="29718" y="373570"/>
                </a:lnTo>
                <a:lnTo>
                  <a:pt x="18335" y="392263"/>
                </a:lnTo>
                <a:lnTo>
                  <a:pt x="6096" y="409956"/>
                </a:lnTo>
                <a:close/>
              </a:path>
              <a:path w="403859" h="410210">
                <a:moveTo>
                  <a:pt x="187452" y="135636"/>
                </a:moveTo>
                <a:lnTo>
                  <a:pt x="164592" y="135636"/>
                </a:lnTo>
                <a:lnTo>
                  <a:pt x="164353" y="122515"/>
                </a:lnTo>
                <a:lnTo>
                  <a:pt x="163770" y="106680"/>
                </a:lnTo>
                <a:lnTo>
                  <a:pt x="163306" y="93416"/>
                </a:lnTo>
                <a:lnTo>
                  <a:pt x="163068" y="77724"/>
                </a:lnTo>
                <a:lnTo>
                  <a:pt x="201168" y="97536"/>
                </a:lnTo>
                <a:lnTo>
                  <a:pt x="187452" y="106680"/>
                </a:lnTo>
                <a:lnTo>
                  <a:pt x="187452" y="135636"/>
                </a:lnTo>
                <a:close/>
              </a:path>
              <a:path w="403859" h="410210">
                <a:moveTo>
                  <a:pt x="306324" y="135636"/>
                </a:moveTo>
                <a:lnTo>
                  <a:pt x="283464" y="135636"/>
                </a:lnTo>
                <a:lnTo>
                  <a:pt x="283341" y="112776"/>
                </a:lnTo>
                <a:lnTo>
                  <a:pt x="283260" y="106680"/>
                </a:lnTo>
                <a:lnTo>
                  <a:pt x="282806" y="93416"/>
                </a:lnTo>
                <a:lnTo>
                  <a:pt x="281940" y="80772"/>
                </a:lnTo>
                <a:lnTo>
                  <a:pt x="323088" y="97536"/>
                </a:lnTo>
                <a:lnTo>
                  <a:pt x="306324" y="108204"/>
                </a:lnTo>
                <a:lnTo>
                  <a:pt x="306324" y="135636"/>
                </a:lnTo>
                <a:close/>
              </a:path>
              <a:path w="403859" h="410210">
                <a:moveTo>
                  <a:pt x="97536" y="149352"/>
                </a:moveTo>
                <a:lnTo>
                  <a:pt x="83820" y="135636"/>
                </a:lnTo>
                <a:lnTo>
                  <a:pt x="339852" y="135636"/>
                </a:lnTo>
                <a:lnTo>
                  <a:pt x="362712" y="112776"/>
                </a:lnTo>
                <a:lnTo>
                  <a:pt x="396240" y="146304"/>
                </a:lnTo>
                <a:lnTo>
                  <a:pt x="118872" y="146304"/>
                </a:lnTo>
                <a:lnTo>
                  <a:pt x="97536" y="149352"/>
                </a:lnTo>
                <a:close/>
              </a:path>
              <a:path w="403859" h="410210">
                <a:moveTo>
                  <a:pt x="163068" y="225552"/>
                </a:moveTo>
                <a:lnTo>
                  <a:pt x="163321" y="207264"/>
                </a:lnTo>
                <a:lnTo>
                  <a:pt x="163859" y="187642"/>
                </a:lnTo>
                <a:lnTo>
                  <a:pt x="164331" y="169187"/>
                </a:lnTo>
                <a:lnTo>
                  <a:pt x="164592" y="146304"/>
                </a:lnTo>
                <a:lnTo>
                  <a:pt x="187452" y="146304"/>
                </a:lnTo>
                <a:lnTo>
                  <a:pt x="187452" y="196596"/>
                </a:lnTo>
                <a:lnTo>
                  <a:pt x="307417" y="196596"/>
                </a:lnTo>
                <a:lnTo>
                  <a:pt x="307622" y="202358"/>
                </a:lnTo>
                <a:lnTo>
                  <a:pt x="307739" y="207264"/>
                </a:lnTo>
                <a:lnTo>
                  <a:pt x="187452" y="207264"/>
                </a:lnTo>
                <a:lnTo>
                  <a:pt x="187452" y="216408"/>
                </a:lnTo>
                <a:lnTo>
                  <a:pt x="163068" y="225552"/>
                </a:lnTo>
                <a:close/>
              </a:path>
              <a:path w="403859" h="410210">
                <a:moveTo>
                  <a:pt x="307417" y="196596"/>
                </a:moveTo>
                <a:lnTo>
                  <a:pt x="283464" y="196596"/>
                </a:lnTo>
                <a:lnTo>
                  <a:pt x="283464" y="146304"/>
                </a:lnTo>
                <a:lnTo>
                  <a:pt x="306324" y="146304"/>
                </a:lnTo>
                <a:lnTo>
                  <a:pt x="306562" y="169187"/>
                </a:lnTo>
                <a:lnTo>
                  <a:pt x="307128" y="188785"/>
                </a:lnTo>
                <a:lnTo>
                  <a:pt x="307417" y="196596"/>
                </a:lnTo>
                <a:close/>
              </a:path>
              <a:path w="403859" h="410210">
                <a:moveTo>
                  <a:pt x="283464" y="222504"/>
                </a:moveTo>
                <a:lnTo>
                  <a:pt x="283464" y="207264"/>
                </a:lnTo>
                <a:lnTo>
                  <a:pt x="307739" y="207264"/>
                </a:lnTo>
                <a:lnTo>
                  <a:pt x="307848" y="211836"/>
                </a:lnTo>
                <a:lnTo>
                  <a:pt x="283464" y="222504"/>
                </a:lnTo>
                <a:close/>
              </a:path>
              <a:path w="403859" h="410210">
                <a:moveTo>
                  <a:pt x="131064" y="257556"/>
                </a:moveTo>
                <a:lnTo>
                  <a:pt x="117348" y="243840"/>
                </a:lnTo>
                <a:lnTo>
                  <a:pt x="300228" y="243840"/>
                </a:lnTo>
                <a:lnTo>
                  <a:pt x="315468" y="228600"/>
                </a:lnTo>
                <a:lnTo>
                  <a:pt x="341376" y="254508"/>
                </a:lnTo>
                <a:lnTo>
                  <a:pt x="146304" y="254508"/>
                </a:lnTo>
                <a:lnTo>
                  <a:pt x="131064" y="257556"/>
                </a:lnTo>
                <a:close/>
              </a:path>
              <a:path w="403859" h="410210">
                <a:moveTo>
                  <a:pt x="59436" y="409956"/>
                </a:moveTo>
                <a:lnTo>
                  <a:pt x="57912" y="403860"/>
                </a:lnTo>
                <a:lnTo>
                  <a:pt x="102750" y="392715"/>
                </a:lnTo>
                <a:lnTo>
                  <a:pt x="145732" y="377571"/>
                </a:lnTo>
                <a:lnTo>
                  <a:pt x="186713" y="358425"/>
                </a:lnTo>
                <a:lnTo>
                  <a:pt x="225552" y="335280"/>
                </a:lnTo>
                <a:lnTo>
                  <a:pt x="208954" y="318158"/>
                </a:lnTo>
                <a:lnTo>
                  <a:pt x="193357" y="298894"/>
                </a:lnTo>
                <a:lnTo>
                  <a:pt x="178617" y="277629"/>
                </a:lnTo>
                <a:lnTo>
                  <a:pt x="164592" y="254508"/>
                </a:lnTo>
                <a:lnTo>
                  <a:pt x="172212" y="254508"/>
                </a:lnTo>
                <a:lnTo>
                  <a:pt x="189118" y="275296"/>
                </a:lnTo>
                <a:lnTo>
                  <a:pt x="205740" y="293941"/>
                </a:lnTo>
                <a:lnTo>
                  <a:pt x="222361" y="310014"/>
                </a:lnTo>
                <a:lnTo>
                  <a:pt x="239268" y="323088"/>
                </a:lnTo>
                <a:lnTo>
                  <a:pt x="270922" y="323088"/>
                </a:lnTo>
                <a:lnTo>
                  <a:pt x="270605" y="323421"/>
                </a:lnTo>
                <a:lnTo>
                  <a:pt x="256032" y="336804"/>
                </a:lnTo>
                <a:lnTo>
                  <a:pt x="285087" y="352044"/>
                </a:lnTo>
                <a:lnTo>
                  <a:pt x="240792" y="352044"/>
                </a:lnTo>
                <a:lnTo>
                  <a:pt x="197881" y="372879"/>
                </a:lnTo>
                <a:lnTo>
                  <a:pt x="153543" y="389572"/>
                </a:lnTo>
                <a:lnTo>
                  <a:pt x="107489" y="401978"/>
                </a:lnTo>
                <a:lnTo>
                  <a:pt x="59436" y="409956"/>
                </a:lnTo>
                <a:close/>
              </a:path>
              <a:path w="403859" h="410210">
                <a:moveTo>
                  <a:pt x="270922" y="323088"/>
                </a:moveTo>
                <a:lnTo>
                  <a:pt x="239268" y="323088"/>
                </a:lnTo>
                <a:lnTo>
                  <a:pt x="255841" y="306800"/>
                </a:lnTo>
                <a:lnTo>
                  <a:pt x="271272" y="289941"/>
                </a:lnTo>
                <a:lnTo>
                  <a:pt x="285559" y="272510"/>
                </a:lnTo>
                <a:lnTo>
                  <a:pt x="298704" y="254508"/>
                </a:lnTo>
                <a:lnTo>
                  <a:pt x="341376" y="254508"/>
                </a:lnTo>
                <a:lnTo>
                  <a:pt x="324612" y="262128"/>
                </a:lnTo>
                <a:lnTo>
                  <a:pt x="304895" y="285797"/>
                </a:lnTo>
                <a:lnTo>
                  <a:pt x="286893" y="306324"/>
                </a:lnTo>
                <a:lnTo>
                  <a:pt x="270922" y="323088"/>
                </a:lnTo>
                <a:close/>
              </a:path>
              <a:path w="403859" h="410210">
                <a:moveTo>
                  <a:pt x="371856" y="405384"/>
                </a:moveTo>
                <a:lnTo>
                  <a:pt x="332732" y="395978"/>
                </a:lnTo>
                <a:lnTo>
                  <a:pt x="297751" y="383857"/>
                </a:lnTo>
                <a:lnTo>
                  <a:pt x="267057" y="369165"/>
                </a:lnTo>
                <a:lnTo>
                  <a:pt x="240792" y="352044"/>
                </a:lnTo>
                <a:lnTo>
                  <a:pt x="285087" y="352044"/>
                </a:lnTo>
                <a:lnTo>
                  <a:pt x="286631" y="352853"/>
                </a:lnTo>
                <a:lnTo>
                  <a:pt x="321373" y="364617"/>
                </a:lnTo>
                <a:lnTo>
                  <a:pt x="360402" y="372379"/>
                </a:lnTo>
                <a:lnTo>
                  <a:pt x="403860" y="376428"/>
                </a:lnTo>
                <a:lnTo>
                  <a:pt x="403860" y="382524"/>
                </a:lnTo>
                <a:lnTo>
                  <a:pt x="391572" y="385667"/>
                </a:lnTo>
                <a:lnTo>
                  <a:pt x="382143" y="390525"/>
                </a:lnTo>
                <a:lnTo>
                  <a:pt x="375570" y="397097"/>
                </a:lnTo>
                <a:lnTo>
                  <a:pt x="371856" y="40538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5" name="object 85"/>
          <p:cNvSpPr/>
          <p:nvPr/>
        </p:nvSpPr>
        <p:spPr>
          <a:xfrm>
            <a:off x="7924800" y="5170932"/>
            <a:ext cx="347980" cy="399415"/>
          </a:xfrm>
          <a:custGeom>
            <a:avLst/>
            <a:gdLst/>
            <a:ahLst/>
            <a:cxnLst/>
            <a:rect l="l" t="t" r="r" b="b"/>
            <a:pathLst>
              <a:path w="347979" h="399414">
                <a:moveTo>
                  <a:pt x="334409" y="152400"/>
                </a:moveTo>
                <a:lnTo>
                  <a:pt x="297180" y="152400"/>
                </a:lnTo>
                <a:lnTo>
                  <a:pt x="310895" y="134112"/>
                </a:lnTo>
                <a:lnTo>
                  <a:pt x="334409" y="152400"/>
                </a:lnTo>
                <a:close/>
              </a:path>
              <a:path w="347979" h="399414">
                <a:moveTo>
                  <a:pt x="57912" y="307848"/>
                </a:moveTo>
                <a:lnTo>
                  <a:pt x="58150" y="284202"/>
                </a:lnTo>
                <a:lnTo>
                  <a:pt x="59197" y="240339"/>
                </a:lnTo>
                <a:lnTo>
                  <a:pt x="59436" y="220980"/>
                </a:lnTo>
                <a:lnTo>
                  <a:pt x="59197" y="201263"/>
                </a:lnTo>
                <a:lnTo>
                  <a:pt x="58150" y="160115"/>
                </a:lnTo>
                <a:lnTo>
                  <a:pt x="57912" y="138684"/>
                </a:lnTo>
                <a:lnTo>
                  <a:pt x="85344" y="152400"/>
                </a:lnTo>
                <a:lnTo>
                  <a:pt x="334409" y="152400"/>
                </a:lnTo>
                <a:lnTo>
                  <a:pt x="338328" y="155448"/>
                </a:lnTo>
                <a:lnTo>
                  <a:pt x="329755" y="163068"/>
                </a:lnTo>
                <a:lnTo>
                  <a:pt x="83820" y="163068"/>
                </a:lnTo>
                <a:lnTo>
                  <a:pt x="83820" y="297180"/>
                </a:lnTo>
                <a:lnTo>
                  <a:pt x="57912" y="307848"/>
                </a:lnTo>
                <a:close/>
              </a:path>
              <a:path w="347979" h="399414">
                <a:moveTo>
                  <a:pt x="300228" y="300228"/>
                </a:moveTo>
                <a:lnTo>
                  <a:pt x="300228" y="163068"/>
                </a:lnTo>
                <a:lnTo>
                  <a:pt x="329755" y="163068"/>
                </a:lnTo>
                <a:lnTo>
                  <a:pt x="324612" y="167640"/>
                </a:lnTo>
                <a:lnTo>
                  <a:pt x="324652" y="249864"/>
                </a:lnTo>
                <a:lnTo>
                  <a:pt x="324873" y="257841"/>
                </a:lnTo>
                <a:lnTo>
                  <a:pt x="325564" y="267843"/>
                </a:lnTo>
                <a:lnTo>
                  <a:pt x="326540" y="278415"/>
                </a:lnTo>
                <a:lnTo>
                  <a:pt x="327660" y="289560"/>
                </a:lnTo>
                <a:lnTo>
                  <a:pt x="300228" y="300228"/>
                </a:lnTo>
                <a:close/>
              </a:path>
              <a:path w="347979" h="399414">
                <a:moveTo>
                  <a:pt x="1524" y="399288"/>
                </a:moveTo>
                <a:lnTo>
                  <a:pt x="0" y="393192"/>
                </a:lnTo>
                <a:lnTo>
                  <a:pt x="41981" y="379476"/>
                </a:lnTo>
                <a:lnTo>
                  <a:pt x="76390" y="365760"/>
                </a:lnTo>
                <a:lnTo>
                  <a:pt x="121920" y="338328"/>
                </a:lnTo>
                <a:lnTo>
                  <a:pt x="147066" y="308800"/>
                </a:lnTo>
                <a:lnTo>
                  <a:pt x="163068" y="271272"/>
                </a:lnTo>
                <a:lnTo>
                  <a:pt x="172593" y="226885"/>
                </a:lnTo>
                <a:lnTo>
                  <a:pt x="175260" y="176784"/>
                </a:lnTo>
                <a:lnTo>
                  <a:pt x="217931" y="196596"/>
                </a:lnTo>
                <a:lnTo>
                  <a:pt x="202692" y="210312"/>
                </a:lnTo>
                <a:lnTo>
                  <a:pt x="198643" y="237720"/>
                </a:lnTo>
                <a:lnTo>
                  <a:pt x="193167" y="262699"/>
                </a:lnTo>
                <a:lnTo>
                  <a:pt x="176784" y="304800"/>
                </a:lnTo>
                <a:lnTo>
                  <a:pt x="153924" y="337756"/>
                </a:lnTo>
                <a:lnTo>
                  <a:pt x="121920" y="362712"/>
                </a:lnTo>
                <a:lnTo>
                  <a:pt x="73723" y="382143"/>
                </a:lnTo>
                <a:lnTo>
                  <a:pt x="40695" y="391001"/>
                </a:lnTo>
                <a:lnTo>
                  <a:pt x="1524" y="399288"/>
                </a:lnTo>
                <a:close/>
              </a:path>
              <a:path w="347979" h="399414">
                <a:moveTo>
                  <a:pt x="342900" y="391668"/>
                </a:moveTo>
                <a:lnTo>
                  <a:pt x="335280" y="391668"/>
                </a:lnTo>
                <a:lnTo>
                  <a:pt x="330708" y="388620"/>
                </a:lnTo>
                <a:lnTo>
                  <a:pt x="324612" y="382524"/>
                </a:lnTo>
                <a:lnTo>
                  <a:pt x="314896" y="373380"/>
                </a:lnTo>
                <a:lnTo>
                  <a:pt x="278892" y="345948"/>
                </a:lnTo>
                <a:lnTo>
                  <a:pt x="244411" y="325755"/>
                </a:lnTo>
                <a:lnTo>
                  <a:pt x="199644" y="303276"/>
                </a:lnTo>
                <a:lnTo>
                  <a:pt x="201168" y="297180"/>
                </a:lnTo>
                <a:lnTo>
                  <a:pt x="258627" y="312324"/>
                </a:lnTo>
                <a:lnTo>
                  <a:pt x="300799" y="325755"/>
                </a:lnTo>
                <a:lnTo>
                  <a:pt x="339852" y="347472"/>
                </a:lnTo>
                <a:lnTo>
                  <a:pt x="347781" y="372332"/>
                </a:lnTo>
                <a:lnTo>
                  <a:pt x="347472" y="379476"/>
                </a:lnTo>
                <a:lnTo>
                  <a:pt x="344424" y="387096"/>
                </a:lnTo>
                <a:lnTo>
                  <a:pt x="342900" y="391668"/>
                </a:lnTo>
                <a:close/>
              </a:path>
              <a:path w="347979" h="399414">
                <a:moveTo>
                  <a:pt x="305308" y="15240"/>
                </a:moveTo>
                <a:lnTo>
                  <a:pt x="272795" y="15240"/>
                </a:lnTo>
                <a:lnTo>
                  <a:pt x="284988" y="0"/>
                </a:lnTo>
                <a:lnTo>
                  <a:pt x="305308" y="15240"/>
                </a:lnTo>
                <a:close/>
              </a:path>
              <a:path w="347979" h="399414">
                <a:moveTo>
                  <a:pt x="86868" y="132588"/>
                </a:moveTo>
                <a:lnTo>
                  <a:pt x="87749" y="114871"/>
                </a:lnTo>
                <a:lnTo>
                  <a:pt x="88201" y="98298"/>
                </a:lnTo>
                <a:lnTo>
                  <a:pt x="88308" y="88392"/>
                </a:lnTo>
                <a:lnTo>
                  <a:pt x="88368" y="53411"/>
                </a:lnTo>
                <a:lnTo>
                  <a:pt x="88201" y="37528"/>
                </a:lnTo>
                <a:lnTo>
                  <a:pt x="87749" y="20788"/>
                </a:lnTo>
                <a:lnTo>
                  <a:pt x="86868" y="3048"/>
                </a:lnTo>
                <a:lnTo>
                  <a:pt x="111252" y="15240"/>
                </a:lnTo>
                <a:lnTo>
                  <a:pt x="305308" y="15240"/>
                </a:lnTo>
                <a:lnTo>
                  <a:pt x="309372" y="18288"/>
                </a:lnTo>
                <a:lnTo>
                  <a:pt x="300663" y="25908"/>
                </a:lnTo>
                <a:lnTo>
                  <a:pt x="111252" y="25908"/>
                </a:lnTo>
                <a:lnTo>
                  <a:pt x="111252" y="96012"/>
                </a:lnTo>
                <a:lnTo>
                  <a:pt x="297342" y="96012"/>
                </a:lnTo>
                <a:lnTo>
                  <a:pt x="297408" y="98298"/>
                </a:lnTo>
                <a:lnTo>
                  <a:pt x="297747" y="105155"/>
                </a:lnTo>
                <a:lnTo>
                  <a:pt x="111252" y="105155"/>
                </a:lnTo>
                <a:lnTo>
                  <a:pt x="111252" y="121920"/>
                </a:lnTo>
                <a:lnTo>
                  <a:pt x="86868" y="132588"/>
                </a:lnTo>
                <a:close/>
              </a:path>
              <a:path w="347979" h="399414">
                <a:moveTo>
                  <a:pt x="297342" y="96012"/>
                </a:moveTo>
                <a:lnTo>
                  <a:pt x="274319" y="96012"/>
                </a:lnTo>
                <a:lnTo>
                  <a:pt x="274319" y="25908"/>
                </a:lnTo>
                <a:lnTo>
                  <a:pt x="300663" y="25908"/>
                </a:lnTo>
                <a:lnTo>
                  <a:pt x="297180" y="28955"/>
                </a:lnTo>
                <a:lnTo>
                  <a:pt x="297203" y="88392"/>
                </a:lnTo>
                <a:lnTo>
                  <a:pt x="297342" y="96012"/>
                </a:lnTo>
                <a:close/>
              </a:path>
              <a:path w="347979" h="399414">
                <a:moveTo>
                  <a:pt x="274319" y="126491"/>
                </a:moveTo>
                <a:lnTo>
                  <a:pt x="274319" y="105155"/>
                </a:lnTo>
                <a:lnTo>
                  <a:pt x="297747" y="105155"/>
                </a:lnTo>
                <a:lnTo>
                  <a:pt x="297822" y="106680"/>
                </a:lnTo>
                <a:lnTo>
                  <a:pt x="298704" y="115824"/>
                </a:lnTo>
                <a:lnTo>
                  <a:pt x="274319" y="12649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6" name="object 86"/>
          <p:cNvSpPr/>
          <p:nvPr/>
        </p:nvSpPr>
        <p:spPr>
          <a:xfrm>
            <a:off x="8349996" y="5161788"/>
            <a:ext cx="413384" cy="408940"/>
          </a:xfrm>
          <a:custGeom>
            <a:avLst/>
            <a:gdLst/>
            <a:ahLst/>
            <a:cxnLst/>
            <a:rect l="l" t="t" r="r" b="b"/>
            <a:pathLst>
              <a:path w="413384" h="408939">
                <a:moveTo>
                  <a:pt x="99059" y="100584"/>
                </a:moveTo>
                <a:lnTo>
                  <a:pt x="77723" y="100584"/>
                </a:lnTo>
                <a:lnTo>
                  <a:pt x="77481" y="70104"/>
                </a:lnTo>
                <a:lnTo>
                  <a:pt x="77369" y="64008"/>
                </a:lnTo>
                <a:lnTo>
                  <a:pt x="76755" y="39624"/>
                </a:lnTo>
                <a:lnTo>
                  <a:pt x="75795" y="17430"/>
                </a:lnTo>
                <a:lnTo>
                  <a:pt x="74675" y="0"/>
                </a:lnTo>
                <a:lnTo>
                  <a:pt x="114299" y="19812"/>
                </a:lnTo>
                <a:lnTo>
                  <a:pt x="99059" y="32004"/>
                </a:lnTo>
                <a:lnTo>
                  <a:pt x="99059" y="100584"/>
                </a:lnTo>
                <a:close/>
              </a:path>
              <a:path w="413384" h="408939">
                <a:moveTo>
                  <a:pt x="269747" y="68580"/>
                </a:moveTo>
                <a:lnTo>
                  <a:pt x="265175" y="68580"/>
                </a:lnTo>
                <a:lnTo>
                  <a:pt x="262127" y="64008"/>
                </a:lnTo>
                <a:lnTo>
                  <a:pt x="259079" y="53340"/>
                </a:lnTo>
                <a:lnTo>
                  <a:pt x="254769" y="42767"/>
                </a:lnTo>
                <a:lnTo>
                  <a:pt x="248602" y="31623"/>
                </a:lnTo>
                <a:lnTo>
                  <a:pt x="240354" y="19812"/>
                </a:lnTo>
                <a:lnTo>
                  <a:pt x="230123" y="7620"/>
                </a:lnTo>
                <a:lnTo>
                  <a:pt x="234695" y="3048"/>
                </a:lnTo>
                <a:lnTo>
                  <a:pt x="269843" y="24693"/>
                </a:lnTo>
                <a:lnTo>
                  <a:pt x="283463" y="39624"/>
                </a:lnTo>
                <a:lnTo>
                  <a:pt x="283463" y="48768"/>
                </a:lnTo>
                <a:lnTo>
                  <a:pt x="281939" y="53340"/>
                </a:lnTo>
                <a:lnTo>
                  <a:pt x="272795" y="65532"/>
                </a:lnTo>
                <a:lnTo>
                  <a:pt x="269747" y="68580"/>
                </a:lnTo>
                <a:close/>
              </a:path>
              <a:path w="413384" h="408939">
                <a:moveTo>
                  <a:pt x="173735" y="85344"/>
                </a:moveTo>
                <a:lnTo>
                  <a:pt x="158495" y="70104"/>
                </a:lnTo>
                <a:lnTo>
                  <a:pt x="342900" y="70104"/>
                </a:lnTo>
                <a:lnTo>
                  <a:pt x="362712" y="50292"/>
                </a:lnTo>
                <a:lnTo>
                  <a:pt x="391668" y="80772"/>
                </a:lnTo>
                <a:lnTo>
                  <a:pt x="213359" y="80772"/>
                </a:lnTo>
                <a:lnTo>
                  <a:pt x="202239" y="81057"/>
                </a:lnTo>
                <a:lnTo>
                  <a:pt x="191833" y="81915"/>
                </a:lnTo>
                <a:lnTo>
                  <a:pt x="182284" y="83343"/>
                </a:lnTo>
                <a:lnTo>
                  <a:pt x="173735" y="85344"/>
                </a:lnTo>
                <a:close/>
              </a:path>
              <a:path w="413384" h="408939">
                <a:moveTo>
                  <a:pt x="19811" y="114300"/>
                </a:moveTo>
                <a:lnTo>
                  <a:pt x="6095" y="100584"/>
                </a:lnTo>
                <a:lnTo>
                  <a:pt x="121919" y="100584"/>
                </a:lnTo>
                <a:lnTo>
                  <a:pt x="141731" y="82296"/>
                </a:lnTo>
                <a:lnTo>
                  <a:pt x="170687" y="111252"/>
                </a:lnTo>
                <a:lnTo>
                  <a:pt x="41147" y="111252"/>
                </a:lnTo>
                <a:lnTo>
                  <a:pt x="19811" y="114300"/>
                </a:lnTo>
                <a:close/>
              </a:path>
              <a:path w="413384" h="408939">
                <a:moveTo>
                  <a:pt x="291083" y="160020"/>
                </a:moveTo>
                <a:lnTo>
                  <a:pt x="280415" y="160020"/>
                </a:lnTo>
                <a:lnTo>
                  <a:pt x="287464" y="143637"/>
                </a:lnTo>
                <a:lnTo>
                  <a:pt x="291345" y="134731"/>
                </a:lnTo>
                <a:lnTo>
                  <a:pt x="295655" y="124968"/>
                </a:lnTo>
                <a:lnTo>
                  <a:pt x="299084" y="115300"/>
                </a:lnTo>
                <a:lnTo>
                  <a:pt x="302513" y="104775"/>
                </a:lnTo>
                <a:lnTo>
                  <a:pt x="305942" y="93678"/>
                </a:lnTo>
                <a:lnTo>
                  <a:pt x="309371" y="82296"/>
                </a:lnTo>
                <a:lnTo>
                  <a:pt x="344424" y="106680"/>
                </a:lnTo>
                <a:lnTo>
                  <a:pt x="329184" y="109728"/>
                </a:lnTo>
                <a:lnTo>
                  <a:pt x="317444" y="125730"/>
                </a:lnTo>
                <a:lnTo>
                  <a:pt x="307276" y="139446"/>
                </a:lnTo>
                <a:lnTo>
                  <a:pt x="298537" y="150876"/>
                </a:lnTo>
                <a:lnTo>
                  <a:pt x="291083" y="160020"/>
                </a:lnTo>
                <a:close/>
              </a:path>
              <a:path w="413384" h="408939">
                <a:moveTo>
                  <a:pt x="233171" y="156972"/>
                </a:moveTo>
                <a:lnTo>
                  <a:pt x="227075" y="156972"/>
                </a:lnTo>
                <a:lnTo>
                  <a:pt x="224027" y="150876"/>
                </a:lnTo>
                <a:lnTo>
                  <a:pt x="220979" y="141732"/>
                </a:lnTo>
                <a:lnTo>
                  <a:pt x="217574" y="129992"/>
                </a:lnTo>
                <a:lnTo>
                  <a:pt x="212026" y="117538"/>
                </a:lnTo>
                <a:lnTo>
                  <a:pt x="204477" y="104227"/>
                </a:lnTo>
                <a:lnTo>
                  <a:pt x="195071" y="89916"/>
                </a:lnTo>
                <a:lnTo>
                  <a:pt x="201167" y="86868"/>
                </a:lnTo>
                <a:lnTo>
                  <a:pt x="239315" y="116443"/>
                </a:lnTo>
                <a:lnTo>
                  <a:pt x="245363" y="128016"/>
                </a:lnTo>
                <a:lnTo>
                  <a:pt x="246887" y="131064"/>
                </a:lnTo>
                <a:lnTo>
                  <a:pt x="246887" y="138684"/>
                </a:lnTo>
                <a:lnTo>
                  <a:pt x="245363" y="143256"/>
                </a:lnTo>
                <a:lnTo>
                  <a:pt x="240791" y="149352"/>
                </a:lnTo>
                <a:lnTo>
                  <a:pt x="233171" y="156972"/>
                </a:lnTo>
                <a:close/>
              </a:path>
              <a:path w="413384" h="408939">
                <a:moveTo>
                  <a:pt x="22859" y="266699"/>
                </a:moveTo>
                <a:lnTo>
                  <a:pt x="0" y="236220"/>
                </a:lnTo>
                <a:lnTo>
                  <a:pt x="16859" y="231076"/>
                </a:lnTo>
                <a:lnTo>
                  <a:pt x="35432" y="224790"/>
                </a:lnTo>
                <a:lnTo>
                  <a:pt x="55721" y="217360"/>
                </a:lnTo>
                <a:lnTo>
                  <a:pt x="77723" y="208788"/>
                </a:lnTo>
                <a:lnTo>
                  <a:pt x="77723" y="111252"/>
                </a:lnTo>
                <a:lnTo>
                  <a:pt x="99059" y="111252"/>
                </a:lnTo>
                <a:lnTo>
                  <a:pt x="99059" y="199644"/>
                </a:lnTo>
                <a:lnTo>
                  <a:pt x="126999" y="199644"/>
                </a:lnTo>
                <a:lnTo>
                  <a:pt x="99059" y="216408"/>
                </a:lnTo>
                <a:lnTo>
                  <a:pt x="99059" y="228599"/>
                </a:lnTo>
                <a:lnTo>
                  <a:pt x="77723" y="228599"/>
                </a:lnTo>
                <a:lnTo>
                  <a:pt x="56292" y="241196"/>
                </a:lnTo>
                <a:lnTo>
                  <a:pt x="40004" y="251650"/>
                </a:lnTo>
                <a:lnTo>
                  <a:pt x="28860" y="260103"/>
                </a:lnTo>
                <a:lnTo>
                  <a:pt x="22859" y="266699"/>
                </a:lnTo>
                <a:close/>
              </a:path>
              <a:path w="413384" h="408939">
                <a:moveTo>
                  <a:pt x="147827" y="173736"/>
                </a:moveTo>
                <a:lnTo>
                  <a:pt x="134111" y="160020"/>
                </a:lnTo>
                <a:lnTo>
                  <a:pt x="355091" y="160020"/>
                </a:lnTo>
                <a:lnTo>
                  <a:pt x="376427" y="138684"/>
                </a:lnTo>
                <a:lnTo>
                  <a:pt x="406908" y="170688"/>
                </a:lnTo>
                <a:lnTo>
                  <a:pt x="164591" y="170688"/>
                </a:lnTo>
                <a:lnTo>
                  <a:pt x="147827" y="173736"/>
                </a:lnTo>
                <a:close/>
              </a:path>
              <a:path w="413384" h="408939">
                <a:moveTo>
                  <a:pt x="237743" y="242316"/>
                </a:moveTo>
                <a:lnTo>
                  <a:pt x="213359" y="242316"/>
                </a:lnTo>
                <a:lnTo>
                  <a:pt x="228218" y="204216"/>
                </a:lnTo>
                <a:lnTo>
                  <a:pt x="234791" y="187023"/>
                </a:lnTo>
                <a:lnTo>
                  <a:pt x="240791" y="170688"/>
                </a:lnTo>
                <a:lnTo>
                  <a:pt x="243839" y="170688"/>
                </a:lnTo>
                <a:lnTo>
                  <a:pt x="275843" y="188976"/>
                </a:lnTo>
                <a:lnTo>
                  <a:pt x="262127" y="196596"/>
                </a:lnTo>
                <a:lnTo>
                  <a:pt x="237743" y="242316"/>
                </a:lnTo>
                <a:close/>
              </a:path>
              <a:path w="413384" h="408939">
                <a:moveTo>
                  <a:pt x="126999" y="199644"/>
                </a:moveTo>
                <a:lnTo>
                  <a:pt x="99059" y="199644"/>
                </a:lnTo>
                <a:lnTo>
                  <a:pt x="147827" y="179832"/>
                </a:lnTo>
                <a:lnTo>
                  <a:pt x="152399" y="184404"/>
                </a:lnTo>
                <a:lnTo>
                  <a:pt x="126999" y="199644"/>
                </a:lnTo>
                <a:close/>
              </a:path>
              <a:path w="413384" h="408939">
                <a:moveTo>
                  <a:pt x="131063" y="256032"/>
                </a:moveTo>
                <a:lnTo>
                  <a:pt x="117347" y="242316"/>
                </a:lnTo>
                <a:lnTo>
                  <a:pt x="362712" y="242316"/>
                </a:lnTo>
                <a:lnTo>
                  <a:pt x="382524" y="220980"/>
                </a:lnTo>
                <a:lnTo>
                  <a:pt x="413003" y="252984"/>
                </a:lnTo>
                <a:lnTo>
                  <a:pt x="146303" y="252984"/>
                </a:lnTo>
                <a:lnTo>
                  <a:pt x="131063" y="256032"/>
                </a:lnTo>
                <a:close/>
              </a:path>
              <a:path w="413384" h="408939">
                <a:moveTo>
                  <a:pt x="98528" y="367617"/>
                </a:moveTo>
                <a:lnTo>
                  <a:pt x="62269" y="367617"/>
                </a:lnTo>
                <a:lnTo>
                  <a:pt x="68579" y="367284"/>
                </a:lnTo>
                <a:lnTo>
                  <a:pt x="74676" y="367284"/>
                </a:lnTo>
                <a:lnTo>
                  <a:pt x="77723" y="362712"/>
                </a:lnTo>
                <a:lnTo>
                  <a:pt x="77723" y="228599"/>
                </a:lnTo>
                <a:lnTo>
                  <a:pt x="99059" y="228599"/>
                </a:lnTo>
                <a:lnTo>
                  <a:pt x="99052" y="364283"/>
                </a:lnTo>
                <a:lnTo>
                  <a:pt x="98528" y="367617"/>
                </a:lnTo>
                <a:close/>
              </a:path>
              <a:path w="413384" h="408939">
                <a:moveTo>
                  <a:pt x="109727" y="408432"/>
                </a:moveTo>
                <a:lnTo>
                  <a:pt x="109727" y="402336"/>
                </a:lnTo>
                <a:lnTo>
                  <a:pt x="128277" y="398597"/>
                </a:lnTo>
                <a:lnTo>
                  <a:pt x="147256" y="394144"/>
                </a:lnTo>
                <a:lnTo>
                  <a:pt x="185927" y="382524"/>
                </a:lnTo>
                <a:lnTo>
                  <a:pt x="224599" y="362902"/>
                </a:lnTo>
                <a:lnTo>
                  <a:pt x="262127" y="335280"/>
                </a:lnTo>
                <a:lnTo>
                  <a:pt x="241244" y="327826"/>
                </a:lnTo>
                <a:lnTo>
                  <a:pt x="219646" y="321373"/>
                </a:lnTo>
                <a:lnTo>
                  <a:pt x="197191" y="315777"/>
                </a:lnTo>
                <a:lnTo>
                  <a:pt x="173735" y="310896"/>
                </a:lnTo>
                <a:lnTo>
                  <a:pt x="191833" y="281940"/>
                </a:lnTo>
                <a:lnTo>
                  <a:pt x="200525" y="267604"/>
                </a:lnTo>
                <a:lnTo>
                  <a:pt x="208787" y="252984"/>
                </a:lnTo>
                <a:lnTo>
                  <a:pt x="233171" y="252984"/>
                </a:lnTo>
                <a:lnTo>
                  <a:pt x="225170" y="265818"/>
                </a:lnTo>
                <a:lnTo>
                  <a:pt x="217169" y="279082"/>
                </a:lnTo>
                <a:lnTo>
                  <a:pt x="209168" y="292631"/>
                </a:lnTo>
                <a:lnTo>
                  <a:pt x="201167" y="306323"/>
                </a:lnTo>
                <a:lnTo>
                  <a:pt x="237743" y="313372"/>
                </a:lnTo>
                <a:lnTo>
                  <a:pt x="256031" y="317253"/>
                </a:lnTo>
                <a:lnTo>
                  <a:pt x="274319" y="321564"/>
                </a:lnTo>
                <a:lnTo>
                  <a:pt x="301410" y="321564"/>
                </a:lnTo>
                <a:lnTo>
                  <a:pt x="295655" y="329184"/>
                </a:lnTo>
                <a:lnTo>
                  <a:pt x="312872" y="335137"/>
                </a:lnTo>
                <a:lnTo>
                  <a:pt x="328231" y="341376"/>
                </a:lnTo>
                <a:lnTo>
                  <a:pt x="335037" y="344424"/>
                </a:lnTo>
                <a:lnTo>
                  <a:pt x="283463" y="344424"/>
                </a:lnTo>
                <a:lnTo>
                  <a:pt x="269128" y="356425"/>
                </a:lnTo>
                <a:lnTo>
                  <a:pt x="235886" y="376999"/>
                </a:lnTo>
                <a:lnTo>
                  <a:pt x="195238" y="393858"/>
                </a:lnTo>
                <a:lnTo>
                  <a:pt x="142041" y="405288"/>
                </a:lnTo>
                <a:lnTo>
                  <a:pt x="109727" y="408432"/>
                </a:lnTo>
                <a:close/>
              </a:path>
              <a:path w="413384" h="408939">
                <a:moveTo>
                  <a:pt x="301410" y="321564"/>
                </a:moveTo>
                <a:lnTo>
                  <a:pt x="274319" y="321564"/>
                </a:lnTo>
                <a:lnTo>
                  <a:pt x="284559" y="306133"/>
                </a:lnTo>
                <a:lnTo>
                  <a:pt x="294512" y="289560"/>
                </a:lnTo>
                <a:lnTo>
                  <a:pt x="303895" y="271843"/>
                </a:lnTo>
                <a:lnTo>
                  <a:pt x="312419" y="252984"/>
                </a:lnTo>
                <a:lnTo>
                  <a:pt x="339852" y="252984"/>
                </a:lnTo>
                <a:lnTo>
                  <a:pt x="326945" y="278391"/>
                </a:lnTo>
                <a:lnTo>
                  <a:pt x="315468" y="299656"/>
                </a:lnTo>
                <a:lnTo>
                  <a:pt x="305133" y="316634"/>
                </a:lnTo>
                <a:lnTo>
                  <a:pt x="301410" y="321564"/>
                </a:lnTo>
                <a:close/>
              </a:path>
              <a:path w="413384" h="408939">
                <a:moveTo>
                  <a:pt x="382524" y="406908"/>
                </a:moveTo>
                <a:lnTo>
                  <a:pt x="376427" y="406908"/>
                </a:lnTo>
                <a:lnTo>
                  <a:pt x="370332" y="403860"/>
                </a:lnTo>
                <a:lnTo>
                  <a:pt x="364236" y="396240"/>
                </a:lnTo>
                <a:lnTo>
                  <a:pt x="356128" y="388429"/>
                </a:lnTo>
                <a:lnTo>
                  <a:pt x="323111" y="363069"/>
                </a:lnTo>
                <a:lnTo>
                  <a:pt x="283463" y="344424"/>
                </a:lnTo>
                <a:lnTo>
                  <a:pt x="335037" y="344424"/>
                </a:lnTo>
                <a:lnTo>
                  <a:pt x="374713" y="366141"/>
                </a:lnTo>
                <a:lnTo>
                  <a:pt x="388620" y="396240"/>
                </a:lnTo>
                <a:lnTo>
                  <a:pt x="384048" y="405384"/>
                </a:lnTo>
                <a:lnTo>
                  <a:pt x="382524" y="406908"/>
                </a:lnTo>
                <a:close/>
              </a:path>
              <a:path w="413384" h="408939">
                <a:moveTo>
                  <a:pt x="65531" y="406908"/>
                </a:moveTo>
                <a:lnTo>
                  <a:pt x="63769" y="397525"/>
                </a:lnTo>
                <a:lnTo>
                  <a:pt x="56006" y="387858"/>
                </a:lnTo>
                <a:lnTo>
                  <a:pt x="41957" y="378190"/>
                </a:lnTo>
                <a:lnTo>
                  <a:pt x="21335" y="368808"/>
                </a:lnTo>
                <a:lnTo>
                  <a:pt x="21335" y="361188"/>
                </a:lnTo>
                <a:lnTo>
                  <a:pt x="38790" y="364283"/>
                </a:lnTo>
                <a:lnTo>
                  <a:pt x="52387" y="366522"/>
                </a:lnTo>
                <a:lnTo>
                  <a:pt x="62269" y="367617"/>
                </a:lnTo>
                <a:lnTo>
                  <a:pt x="98528" y="367617"/>
                </a:lnTo>
                <a:lnTo>
                  <a:pt x="97035" y="377118"/>
                </a:lnTo>
                <a:lnTo>
                  <a:pt x="90868" y="388429"/>
                </a:lnTo>
                <a:lnTo>
                  <a:pt x="80414" y="398311"/>
                </a:lnTo>
                <a:lnTo>
                  <a:pt x="65531" y="40690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7" name="object 87"/>
          <p:cNvSpPr/>
          <p:nvPr/>
        </p:nvSpPr>
        <p:spPr>
          <a:xfrm>
            <a:off x="8813292" y="5161788"/>
            <a:ext cx="394970" cy="413384"/>
          </a:xfrm>
          <a:custGeom>
            <a:avLst/>
            <a:gdLst/>
            <a:ahLst/>
            <a:cxnLst/>
            <a:rect l="l" t="t" r="r" b="b"/>
            <a:pathLst>
              <a:path w="394970" h="413385">
                <a:moveTo>
                  <a:pt x="135635" y="220980"/>
                </a:moveTo>
                <a:lnTo>
                  <a:pt x="129539" y="217932"/>
                </a:lnTo>
                <a:lnTo>
                  <a:pt x="148559" y="179173"/>
                </a:lnTo>
                <a:lnTo>
                  <a:pt x="165384" y="137928"/>
                </a:lnTo>
                <a:lnTo>
                  <a:pt x="180014" y="94268"/>
                </a:lnTo>
                <a:lnTo>
                  <a:pt x="192450" y="48268"/>
                </a:lnTo>
                <a:lnTo>
                  <a:pt x="202691" y="0"/>
                </a:lnTo>
                <a:lnTo>
                  <a:pt x="246887" y="21336"/>
                </a:lnTo>
                <a:lnTo>
                  <a:pt x="213931" y="65532"/>
                </a:lnTo>
                <a:lnTo>
                  <a:pt x="198119" y="106680"/>
                </a:lnTo>
                <a:lnTo>
                  <a:pt x="376428" y="106680"/>
                </a:lnTo>
                <a:lnTo>
                  <a:pt x="387096" y="117348"/>
                </a:lnTo>
                <a:lnTo>
                  <a:pt x="198119" y="117348"/>
                </a:lnTo>
                <a:lnTo>
                  <a:pt x="198737" y="120396"/>
                </a:lnTo>
                <a:lnTo>
                  <a:pt x="190499" y="120396"/>
                </a:lnTo>
                <a:lnTo>
                  <a:pt x="178284" y="148113"/>
                </a:lnTo>
                <a:lnTo>
                  <a:pt x="164782" y="174117"/>
                </a:lnTo>
                <a:lnTo>
                  <a:pt x="150423" y="198405"/>
                </a:lnTo>
                <a:lnTo>
                  <a:pt x="135635" y="220980"/>
                </a:lnTo>
                <a:close/>
              </a:path>
              <a:path w="394970" h="413385">
                <a:moveTo>
                  <a:pt x="67539" y="268224"/>
                </a:moveTo>
                <a:lnTo>
                  <a:pt x="28955" y="268224"/>
                </a:lnTo>
                <a:lnTo>
                  <a:pt x="88391" y="246888"/>
                </a:lnTo>
                <a:lnTo>
                  <a:pt x="88339" y="150876"/>
                </a:lnTo>
                <a:lnTo>
                  <a:pt x="88230" y="106680"/>
                </a:lnTo>
                <a:lnTo>
                  <a:pt x="87997" y="65532"/>
                </a:lnTo>
                <a:lnTo>
                  <a:pt x="86867" y="1524"/>
                </a:lnTo>
                <a:lnTo>
                  <a:pt x="126491" y="21336"/>
                </a:lnTo>
                <a:lnTo>
                  <a:pt x="111251" y="35052"/>
                </a:lnTo>
                <a:lnTo>
                  <a:pt x="111251" y="256032"/>
                </a:lnTo>
                <a:lnTo>
                  <a:pt x="88391" y="256032"/>
                </a:lnTo>
                <a:lnTo>
                  <a:pt x="67539" y="268224"/>
                </a:lnTo>
                <a:close/>
              </a:path>
              <a:path w="394970" h="413385">
                <a:moveTo>
                  <a:pt x="18288" y="309372"/>
                </a:moveTo>
                <a:lnTo>
                  <a:pt x="0" y="283464"/>
                </a:lnTo>
                <a:lnTo>
                  <a:pt x="3095" y="278558"/>
                </a:lnTo>
                <a:lnTo>
                  <a:pt x="5333" y="272796"/>
                </a:lnTo>
                <a:lnTo>
                  <a:pt x="6429" y="265890"/>
                </a:lnTo>
                <a:lnTo>
                  <a:pt x="6095" y="257556"/>
                </a:lnTo>
                <a:lnTo>
                  <a:pt x="6072" y="133707"/>
                </a:lnTo>
                <a:lnTo>
                  <a:pt x="5905" y="116395"/>
                </a:lnTo>
                <a:lnTo>
                  <a:pt x="5453" y="98798"/>
                </a:lnTo>
                <a:lnTo>
                  <a:pt x="4571" y="80772"/>
                </a:lnTo>
                <a:lnTo>
                  <a:pt x="44195" y="99060"/>
                </a:lnTo>
                <a:lnTo>
                  <a:pt x="28955" y="111252"/>
                </a:lnTo>
                <a:lnTo>
                  <a:pt x="28955" y="268224"/>
                </a:lnTo>
                <a:lnTo>
                  <a:pt x="67539" y="268224"/>
                </a:lnTo>
                <a:lnTo>
                  <a:pt x="63507" y="270581"/>
                </a:lnTo>
                <a:lnTo>
                  <a:pt x="43624" y="284416"/>
                </a:lnTo>
                <a:lnTo>
                  <a:pt x="28598" y="297394"/>
                </a:lnTo>
                <a:lnTo>
                  <a:pt x="18288" y="309372"/>
                </a:lnTo>
                <a:close/>
              </a:path>
              <a:path w="394970" h="413385">
                <a:moveTo>
                  <a:pt x="376428" y="106680"/>
                </a:moveTo>
                <a:lnTo>
                  <a:pt x="332232" y="106680"/>
                </a:lnTo>
                <a:lnTo>
                  <a:pt x="353568" y="83820"/>
                </a:lnTo>
                <a:lnTo>
                  <a:pt x="376428" y="106680"/>
                </a:lnTo>
                <a:close/>
              </a:path>
              <a:path w="394970" h="413385">
                <a:moveTo>
                  <a:pt x="283732" y="283464"/>
                </a:moveTo>
                <a:lnTo>
                  <a:pt x="259079" y="283464"/>
                </a:lnTo>
                <a:lnTo>
                  <a:pt x="272200" y="253436"/>
                </a:lnTo>
                <a:lnTo>
                  <a:pt x="284035" y="215836"/>
                </a:lnTo>
                <a:lnTo>
                  <a:pt x="294441" y="170521"/>
                </a:lnTo>
                <a:lnTo>
                  <a:pt x="303275" y="117348"/>
                </a:lnTo>
                <a:lnTo>
                  <a:pt x="330708" y="117348"/>
                </a:lnTo>
                <a:lnTo>
                  <a:pt x="320397" y="170211"/>
                </a:lnTo>
                <a:lnTo>
                  <a:pt x="307657" y="219075"/>
                </a:lnTo>
                <a:lnTo>
                  <a:pt x="292346" y="263937"/>
                </a:lnTo>
                <a:lnTo>
                  <a:pt x="283732" y="283464"/>
                </a:lnTo>
                <a:close/>
              </a:path>
              <a:path w="394970" h="413385">
                <a:moveTo>
                  <a:pt x="126491" y="408432"/>
                </a:moveTo>
                <a:lnTo>
                  <a:pt x="123443" y="403860"/>
                </a:lnTo>
                <a:lnTo>
                  <a:pt x="155995" y="384738"/>
                </a:lnTo>
                <a:lnTo>
                  <a:pt x="187261" y="361759"/>
                </a:lnTo>
                <a:lnTo>
                  <a:pt x="217098" y="335065"/>
                </a:lnTo>
                <a:lnTo>
                  <a:pt x="245363" y="304800"/>
                </a:lnTo>
                <a:lnTo>
                  <a:pt x="223932" y="261627"/>
                </a:lnTo>
                <a:lnTo>
                  <a:pt x="207644" y="216598"/>
                </a:lnTo>
                <a:lnTo>
                  <a:pt x="196500" y="169568"/>
                </a:lnTo>
                <a:lnTo>
                  <a:pt x="190499" y="120396"/>
                </a:lnTo>
                <a:lnTo>
                  <a:pt x="198737" y="120396"/>
                </a:lnTo>
                <a:lnTo>
                  <a:pt x="208073" y="166449"/>
                </a:lnTo>
                <a:lnTo>
                  <a:pt x="221741" y="210693"/>
                </a:lnTo>
                <a:lnTo>
                  <a:pt x="238839" y="249793"/>
                </a:lnTo>
                <a:lnTo>
                  <a:pt x="259079" y="283464"/>
                </a:lnTo>
                <a:lnTo>
                  <a:pt x="283732" y="283464"/>
                </a:lnTo>
                <a:lnTo>
                  <a:pt x="274319" y="304800"/>
                </a:lnTo>
                <a:lnTo>
                  <a:pt x="292468" y="321564"/>
                </a:lnTo>
                <a:lnTo>
                  <a:pt x="259079" y="321564"/>
                </a:lnTo>
                <a:lnTo>
                  <a:pt x="228504" y="348424"/>
                </a:lnTo>
                <a:lnTo>
                  <a:pt x="196214" y="371856"/>
                </a:lnTo>
                <a:lnTo>
                  <a:pt x="162210" y="391858"/>
                </a:lnTo>
                <a:lnTo>
                  <a:pt x="126491" y="408432"/>
                </a:lnTo>
                <a:close/>
              </a:path>
              <a:path w="394970" h="413385">
                <a:moveTo>
                  <a:pt x="86867" y="413004"/>
                </a:moveTo>
                <a:lnTo>
                  <a:pt x="87106" y="375832"/>
                </a:lnTo>
                <a:lnTo>
                  <a:pt x="88153" y="297489"/>
                </a:lnTo>
                <a:lnTo>
                  <a:pt x="88391" y="256032"/>
                </a:lnTo>
                <a:lnTo>
                  <a:pt x="111251" y="256032"/>
                </a:lnTo>
                <a:lnTo>
                  <a:pt x="111251" y="397764"/>
                </a:lnTo>
                <a:lnTo>
                  <a:pt x="86867" y="413004"/>
                </a:lnTo>
                <a:close/>
              </a:path>
              <a:path w="394970" h="413385">
                <a:moveTo>
                  <a:pt x="353568" y="403860"/>
                </a:moveTo>
                <a:lnTo>
                  <a:pt x="326159" y="386072"/>
                </a:lnTo>
                <a:lnTo>
                  <a:pt x="301180" y="366712"/>
                </a:lnTo>
                <a:lnTo>
                  <a:pt x="278772" y="345352"/>
                </a:lnTo>
                <a:lnTo>
                  <a:pt x="259079" y="321564"/>
                </a:lnTo>
                <a:lnTo>
                  <a:pt x="292468" y="321564"/>
                </a:lnTo>
                <a:lnTo>
                  <a:pt x="304919" y="333065"/>
                </a:lnTo>
                <a:lnTo>
                  <a:pt x="335089" y="353758"/>
                </a:lnTo>
                <a:lnTo>
                  <a:pt x="364974" y="366736"/>
                </a:lnTo>
                <a:lnTo>
                  <a:pt x="394715" y="371856"/>
                </a:lnTo>
                <a:lnTo>
                  <a:pt x="394715" y="379476"/>
                </a:lnTo>
                <a:lnTo>
                  <a:pt x="381857" y="381785"/>
                </a:lnTo>
                <a:lnTo>
                  <a:pt x="370713" y="386524"/>
                </a:lnTo>
                <a:lnTo>
                  <a:pt x="361283" y="393834"/>
                </a:lnTo>
                <a:lnTo>
                  <a:pt x="353568" y="40386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8" name="object 88"/>
          <p:cNvSpPr/>
          <p:nvPr/>
        </p:nvSpPr>
        <p:spPr>
          <a:xfrm>
            <a:off x="9285732" y="5175503"/>
            <a:ext cx="327660" cy="396240"/>
          </a:xfrm>
          <a:custGeom>
            <a:avLst/>
            <a:gdLst/>
            <a:ahLst/>
            <a:cxnLst/>
            <a:rect l="l" t="t" r="r" b="b"/>
            <a:pathLst>
              <a:path w="327659" h="396239">
                <a:moveTo>
                  <a:pt x="134111" y="396240"/>
                </a:moveTo>
                <a:lnTo>
                  <a:pt x="130921" y="384214"/>
                </a:lnTo>
                <a:lnTo>
                  <a:pt x="118871" y="373189"/>
                </a:lnTo>
                <a:lnTo>
                  <a:pt x="97678" y="363021"/>
                </a:lnTo>
                <a:lnTo>
                  <a:pt x="67055" y="353567"/>
                </a:lnTo>
                <a:lnTo>
                  <a:pt x="68579" y="344424"/>
                </a:lnTo>
                <a:lnTo>
                  <a:pt x="88653" y="347543"/>
                </a:lnTo>
                <a:lnTo>
                  <a:pt x="105727" y="349948"/>
                </a:lnTo>
                <a:lnTo>
                  <a:pt x="120229" y="351496"/>
                </a:lnTo>
                <a:lnTo>
                  <a:pt x="132587" y="352043"/>
                </a:lnTo>
                <a:lnTo>
                  <a:pt x="141684" y="350067"/>
                </a:lnTo>
                <a:lnTo>
                  <a:pt x="148208" y="344233"/>
                </a:lnTo>
                <a:lnTo>
                  <a:pt x="151876" y="334684"/>
                </a:lnTo>
                <a:lnTo>
                  <a:pt x="152399" y="321564"/>
                </a:lnTo>
                <a:lnTo>
                  <a:pt x="152376" y="150566"/>
                </a:lnTo>
                <a:lnTo>
                  <a:pt x="152209" y="133540"/>
                </a:lnTo>
                <a:lnTo>
                  <a:pt x="151757" y="117943"/>
                </a:lnTo>
                <a:lnTo>
                  <a:pt x="150875" y="103632"/>
                </a:lnTo>
                <a:lnTo>
                  <a:pt x="175259" y="117348"/>
                </a:lnTo>
                <a:lnTo>
                  <a:pt x="275843" y="27432"/>
                </a:lnTo>
                <a:lnTo>
                  <a:pt x="56387" y="27432"/>
                </a:lnTo>
                <a:lnTo>
                  <a:pt x="45243" y="27955"/>
                </a:lnTo>
                <a:lnTo>
                  <a:pt x="34671" y="29337"/>
                </a:lnTo>
                <a:lnTo>
                  <a:pt x="24669" y="31289"/>
                </a:lnTo>
                <a:lnTo>
                  <a:pt x="15240" y="33528"/>
                </a:lnTo>
                <a:lnTo>
                  <a:pt x="0" y="18288"/>
                </a:lnTo>
                <a:lnTo>
                  <a:pt x="277367" y="18288"/>
                </a:lnTo>
                <a:lnTo>
                  <a:pt x="297179" y="0"/>
                </a:lnTo>
                <a:lnTo>
                  <a:pt x="327659" y="38100"/>
                </a:lnTo>
                <a:lnTo>
                  <a:pt x="306514" y="42410"/>
                </a:lnTo>
                <a:lnTo>
                  <a:pt x="275081" y="57721"/>
                </a:lnTo>
                <a:lnTo>
                  <a:pt x="233362" y="84177"/>
                </a:lnTo>
                <a:lnTo>
                  <a:pt x="181355" y="121920"/>
                </a:lnTo>
                <a:lnTo>
                  <a:pt x="196595" y="132588"/>
                </a:lnTo>
                <a:lnTo>
                  <a:pt x="178307" y="138684"/>
                </a:lnTo>
                <a:lnTo>
                  <a:pt x="178307" y="345948"/>
                </a:lnTo>
                <a:lnTo>
                  <a:pt x="175474" y="362164"/>
                </a:lnTo>
                <a:lnTo>
                  <a:pt x="167068" y="376237"/>
                </a:lnTo>
                <a:lnTo>
                  <a:pt x="153233" y="387738"/>
                </a:lnTo>
                <a:lnTo>
                  <a:pt x="134111" y="39624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9" name="object 89"/>
          <p:cNvSpPr/>
          <p:nvPr/>
        </p:nvSpPr>
        <p:spPr>
          <a:xfrm>
            <a:off x="2130551" y="5852160"/>
            <a:ext cx="396240" cy="44450"/>
          </a:xfrm>
          <a:custGeom>
            <a:avLst/>
            <a:gdLst/>
            <a:ahLst/>
            <a:cxnLst/>
            <a:rect l="l" t="t" r="r" b="b"/>
            <a:pathLst>
              <a:path w="396239" h="44450">
                <a:moveTo>
                  <a:pt x="15240" y="44195"/>
                </a:moveTo>
                <a:lnTo>
                  <a:pt x="0" y="27431"/>
                </a:lnTo>
                <a:lnTo>
                  <a:pt x="323087" y="27431"/>
                </a:lnTo>
                <a:lnTo>
                  <a:pt x="358139" y="0"/>
                </a:lnTo>
                <a:lnTo>
                  <a:pt x="396239" y="38099"/>
                </a:lnTo>
                <a:lnTo>
                  <a:pt x="62484" y="38099"/>
                </a:lnTo>
                <a:lnTo>
                  <a:pt x="49315" y="38409"/>
                </a:lnTo>
                <a:lnTo>
                  <a:pt x="37147" y="39433"/>
                </a:lnTo>
                <a:lnTo>
                  <a:pt x="25836" y="41314"/>
                </a:lnTo>
                <a:lnTo>
                  <a:pt x="15240" y="4419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0" name="object 90"/>
          <p:cNvSpPr/>
          <p:nvPr/>
        </p:nvSpPr>
        <p:spPr>
          <a:xfrm>
            <a:off x="2577083" y="5699760"/>
            <a:ext cx="375920" cy="405765"/>
          </a:xfrm>
          <a:custGeom>
            <a:avLst/>
            <a:gdLst/>
            <a:ahLst/>
            <a:cxnLst/>
            <a:rect l="l" t="t" r="r" b="b"/>
            <a:pathLst>
              <a:path w="375919" h="405764">
                <a:moveTo>
                  <a:pt x="45719" y="54864"/>
                </a:moveTo>
                <a:lnTo>
                  <a:pt x="45719" y="48768"/>
                </a:lnTo>
                <a:lnTo>
                  <a:pt x="94868" y="44172"/>
                </a:lnTo>
                <a:lnTo>
                  <a:pt x="139445" y="39433"/>
                </a:lnTo>
                <a:lnTo>
                  <a:pt x="179450" y="34409"/>
                </a:lnTo>
                <a:lnTo>
                  <a:pt x="246840" y="22717"/>
                </a:lnTo>
                <a:lnTo>
                  <a:pt x="302752" y="7953"/>
                </a:lnTo>
                <a:lnTo>
                  <a:pt x="326135" y="0"/>
                </a:lnTo>
                <a:lnTo>
                  <a:pt x="353567" y="32004"/>
                </a:lnTo>
                <a:lnTo>
                  <a:pt x="338947" y="32075"/>
                </a:lnTo>
                <a:lnTo>
                  <a:pt x="322325" y="32575"/>
                </a:lnTo>
                <a:lnTo>
                  <a:pt x="303418" y="33932"/>
                </a:lnTo>
                <a:lnTo>
                  <a:pt x="281939" y="36576"/>
                </a:lnTo>
                <a:lnTo>
                  <a:pt x="238505" y="41338"/>
                </a:lnTo>
                <a:lnTo>
                  <a:pt x="216788" y="44076"/>
                </a:lnTo>
                <a:lnTo>
                  <a:pt x="195071" y="47243"/>
                </a:lnTo>
                <a:lnTo>
                  <a:pt x="198258" y="48768"/>
                </a:lnTo>
                <a:lnTo>
                  <a:pt x="187451" y="48768"/>
                </a:lnTo>
                <a:lnTo>
                  <a:pt x="140017" y="51649"/>
                </a:lnTo>
                <a:lnTo>
                  <a:pt x="100583" y="53530"/>
                </a:lnTo>
                <a:lnTo>
                  <a:pt x="69151" y="54554"/>
                </a:lnTo>
                <a:lnTo>
                  <a:pt x="45719" y="54864"/>
                </a:lnTo>
                <a:close/>
              </a:path>
              <a:path w="375919" h="405764">
                <a:moveTo>
                  <a:pt x="86867" y="172212"/>
                </a:moveTo>
                <a:lnTo>
                  <a:pt x="70103" y="137160"/>
                </a:lnTo>
                <a:lnTo>
                  <a:pt x="82391" y="134564"/>
                </a:lnTo>
                <a:lnTo>
                  <a:pt x="96392" y="128968"/>
                </a:lnTo>
                <a:lnTo>
                  <a:pt x="129539" y="108204"/>
                </a:lnTo>
                <a:lnTo>
                  <a:pt x="161924" y="79629"/>
                </a:lnTo>
                <a:lnTo>
                  <a:pt x="187451" y="48768"/>
                </a:lnTo>
                <a:lnTo>
                  <a:pt x="198258" y="48768"/>
                </a:lnTo>
                <a:lnTo>
                  <a:pt x="230123" y="64007"/>
                </a:lnTo>
                <a:lnTo>
                  <a:pt x="217598" y="67127"/>
                </a:lnTo>
                <a:lnTo>
                  <a:pt x="203072" y="74104"/>
                </a:lnTo>
                <a:lnTo>
                  <a:pt x="186832" y="84796"/>
                </a:lnTo>
                <a:lnTo>
                  <a:pt x="169163" y="99060"/>
                </a:lnTo>
                <a:lnTo>
                  <a:pt x="149994" y="112752"/>
                </a:lnTo>
                <a:lnTo>
                  <a:pt x="133540" y="124015"/>
                </a:lnTo>
                <a:lnTo>
                  <a:pt x="119657" y="132707"/>
                </a:lnTo>
                <a:lnTo>
                  <a:pt x="108203" y="138684"/>
                </a:lnTo>
                <a:lnTo>
                  <a:pt x="272439" y="138684"/>
                </a:lnTo>
                <a:lnTo>
                  <a:pt x="269890" y="140231"/>
                </a:lnTo>
                <a:lnTo>
                  <a:pt x="264687" y="143256"/>
                </a:lnTo>
                <a:lnTo>
                  <a:pt x="230123" y="143256"/>
                </a:lnTo>
                <a:lnTo>
                  <a:pt x="197524" y="146685"/>
                </a:lnTo>
                <a:lnTo>
                  <a:pt x="148899" y="153543"/>
                </a:lnTo>
                <a:lnTo>
                  <a:pt x="107441" y="164020"/>
                </a:lnTo>
                <a:lnTo>
                  <a:pt x="96583" y="167901"/>
                </a:lnTo>
                <a:lnTo>
                  <a:pt x="86867" y="172212"/>
                </a:lnTo>
                <a:close/>
              </a:path>
              <a:path w="375919" h="405764">
                <a:moveTo>
                  <a:pt x="272439" y="138684"/>
                </a:moveTo>
                <a:lnTo>
                  <a:pt x="108203" y="138684"/>
                </a:lnTo>
                <a:lnTo>
                  <a:pt x="245363" y="134112"/>
                </a:lnTo>
                <a:lnTo>
                  <a:pt x="260508" y="122682"/>
                </a:lnTo>
                <a:lnTo>
                  <a:pt x="273938" y="111252"/>
                </a:lnTo>
                <a:lnTo>
                  <a:pt x="285654" y="99822"/>
                </a:lnTo>
                <a:lnTo>
                  <a:pt x="295655" y="88392"/>
                </a:lnTo>
                <a:lnTo>
                  <a:pt x="329183" y="115824"/>
                </a:lnTo>
                <a:lnTo>
                  <a:pt x="318849" y="117562"/>
                </a:lnTo>
                <a:lnTo>
                  <a:pt x="308228" y="120586"/>
                </a:lnTo>
                <a:lnTo>
                  <a:pt x="297037" y="125039"/>
                </a:lnTo>
                <a:lnTo>
                  <a:pt x="284987" y="131064"/>
                </a:lnTo>
                <a:lnTo>
                  <a:pt x="272439" y="138684"/>
                </a:lnTo>
                <a:close/>
              </a:path>
              <a:path w="375919" h="405764">
                <a:moveTo>
                  <a:pt x="73151" y="262128"/>
                </a:moveTo>
                <a:lnTo>
                  <a:pt x="56387" y="228600"/>
                </a:lnTo>
                <a:lnTo>
                  <a:pt x="66960" y="227218"/>
                </a:lnTo>
                <a:lnTo>
                  <a:pt x="80390" y="223266"/>
                </a:lnTo>
                <a:lnTo>
                  <a:pt x="115823" y="208788"/>
                </a:lnTo>
                <a:lnTo>
                  <a:pt x="164972" y="182308"/>
                </a:lnTo>
                <a:lnTo>
                  <a:pt x="230123" y="143256"/>
                </a:lnTo>
                <a:lnTo>
                  <a:pt x="264687" y="143256"/>
                </a:lnTo>
                <a:lnTo>
                  <a:pt x="196595" y="182880"/>
                </a:lnTo>
                <a:lnTo>
                  <a:pt x="144208" y="211645"/>
                </a:lnTo>
                <a:lnTo>
                  <a:pt x="106679" y="230124"/>
                </a:lnTo>
                <a:lnTo>
                  <a:pt x="300837" y="230124"/>
                </a:lnTo>
                <a:lnTo>
                  <a:pt x="224027" y="236220"/>
                </a:lnTo>
                <a:lnTo>
                  <a:pt x="224027" y="239268"/>
                </a:lnTo>
                <a:lnTo>
                  <a:pt x="199643" y="239268"/>
                </a:lnTo>
                <a:lnTo>
                  <a:pt x="156019" y="243840"/>
                </a:lnTo>
                <a:lnTo>
                  <a:pt x="106370" y="251841"/>
                </a:lnTo>
                <a:lnTo>
                  <a:pt x="82891" y="258699"/>
                </a:lnTo>
                <a:lnTo>
                  <a:pt x="73151" y="262128"/>
                </a:lnTo>
                <a:close/>
              </a:path>
              <a:path w="375919" h="405764">
                <a:moveTo>
                  <a:pt x="300837" y="230124"/>
                </a:moveTo>
                <a:lnTo>
                  <a:pt x="106679" y="230124"/>
                </a:lnTo>
                <a:lnTo>
                  <a:pt x="312419" y="220980"/>
                </a:lnTo>
                <a:lnTo>
                  <a:pt x="300180" y="208383"/>
                </a:lnTo>
                <a:lnTo>
                  <a:pt x="288797" y="197929"/>
                </a:lnTo>
                <a:lnTo>
                  <a:pt x="278558" y="189476"/>
                </a:lnTo>
                <a:lnTo>
                  <a:pt x="269747" y="182880"/>
                </a:lnTo>
                <a:lnTo>
                  <a:pt x="272795" y="176784"/>
                </a:lnTo>
                <a:lnTo>
                  <a:pt x="313943" y="193167"/>
                </a:lnTo>
                <a:lnTo>
                  <a:pt x="351162" y="214122"/>
                </a:lnTo>
                <a:lnTo>
                  <a:pt x="362394" y="228600"/>
                </a:lnTo>
                <a:lnTo>
                  <a:pt x="320039" y="228600"/>
                </a:lnTo>
                <a:lnTo>
                  <a:pt x="300837" y="230124"/>
                </a:lnTo>
                <a:close/>
              </a:path>
              <a:path w="375919" h="405764">
                <a:moveTo>
                  <a:pt x="352043" y="269748"/>
                </a:moveTo>
                <a:lnTo>
                  <a:pt x="347471" y="269748"/>
                </a:lnTo>
                <a:lnTo>
                  <a:pt x="341375" y="260604"/>
                </a:lnTo>
                <a:lnTo>
                  <a:pt x="337399" y="253460"/>
                </a:lnTo>
                <a:lnTo>
                  <a:pt x="332422" y="245745"/>
                </a:lnTo>
                <a:lnTo>
                  <a:pt x="326588" y="237458"/>
                </a:lnTo>
                <a:lnTo>
                  <a:pt x="320039" y="228600"/>
                </a:lnTo>
                <a:lnTo>
                  <a:pt x="362394" y="228600"/>
                </a:lnTo>
                <a:lnTo>
                  <a:pt x="364235" y="234696"/>
                </a:lnTo>
                <a:lnTo>
                  <a:pt x="363902" y="242411"/>
                </a:lnTo>
                <a:lnTo>
                  <a:pt x="362711" y="249555"/>
                </a:lnTo>
                <a:lnTo>
                  <a:pt x="360378" y="256127"/>
                </a:lnTo>
                <a:lnTo>
                  <a:pt x="356615" y="262128"/>
                </a:lnTo>
                <a:lnTo>
                  <a:pt x="352043" y="269748"/>
                </a:lnTo>
                <a:close/>
              </a:path>
              <a:path w="375919" h="405764">
                <a:moveTo>
                  <a:pt x="223489" y="362712"/>
                </a:moveTo>
                <a:lnTo>
                  <a:pt x="188975" y="362712"/>
                </a:lnTo>
                <a:lnTo>
                  <a:pt x="194071" y="361259"/>
                </a:lnTo>
                <a:lnTo>
                  <a:pt x="197738" y="356806"/>
                </a:lnTo>
                <a:lnTo>
                  <a:pt x="199691" y="349210"/>
                </a:lnTo>
                <a:lnTo>
                  <a:pt x="199643" y="239268"/>
                </a:lnTo>
                <a:lnTo>
                  <a:pt x="224027" y="239268"/>
                </a:lnTo>
                <a:lnTo>
                  <a:pt x="224027" y="350520"/>
                </a:lnTo>
                <a:lnTo>
                  <a:pt x="223489" y="362712"/>
                </a:lnTo>
                <a:close/>
              </a:path>
              <a:path w="375919" h="405764">
                <a:moveTo>
                  <a:pt x="3047" y="390144"/>
                </a:moveTo>
                <a:lnTo>
                  <a:pt x="0" y="385572"/>
                </a:lnTo>
                <a:lnTo>
                  <a:pt x="19145" y="373808"/>
                </a:lnTo>
                <a:lnTo>
                  <a:pt x="37718" y="361188"/>
                </a:lnTo>
                <a:lnTo>
                  <a:pt x="73151" y="332232"/>
                </a:lnTo>
                <a:lnTo>
                  <a:pt x="105536" y="301180"/>
                </a:lnTo>
                <a:lnTo>
                  <a:pt x="131063" y="266700"/>
                </a:lnTo>
                <a:lnTo>
                  <a:pt x="161543" y="298704"/>
                </a:lnTo>
                <a:lnTo>
                  <a:pt x="152709" y="300728"/>
                </a:lnTo>
                <a:lnTo>
                  <a:pt x="140017" y="306895"/>
                </a:lnTo>
                <a:lnTo>
                  <a:pt x="123610" y="317349"/>
                </a:lnTo>
                <a:lnTo>
                  <a:pt x="103631" y="332232"/>
                </a:lnTo>
                <a:lnTo>
                  <a:pt x="81057" y="348781"/>
                </a:lnTo>
                <a:lnTo>
                  <a:pt x="56768" y="364045"/>
                </a:lnTo>
                <a:lnTo>
                  <a:pt x="30765" y="377880"/>
                </a:lnTo>
                <a:lnTo>
                  <a:pt x="3047" y="390144"/>
                </a:lnTo>
                <a:close/>
              </a:path>
              <a:path w="375919" h="405764">
                <a:moveTo>
                  <a:pt x="364235" y="387096"/>
                </a:moveTo>
                <a:lnTo>
                  <a:pt x="362711" y="387096"/>
                </a:lnTo>
                <a:lnTo>
                  <a:pt x="358782" y="385905"/>
                </a:lnTo>
                <a:lnTo>
                  <a:pt x="354139" y="382143"/>
                </a:lnTo>
                <a:lnTo>
                  <a:pt x="349210" y="375523"/>
                </a:lnTo>
                <a:lnTo>
                  <a:pt x="344423" y="365760"/>
                </a:lnTo>
                <a:lnTo>
                  <a:pt x="331565" y="349186"/>
                </a:lnTo>
                <a:lnTo>
                  <a:pt x="311276" y="329184"/>
                </a:lnTo>
                <a:lnTo>
                  <a:pt x="283559" y="305752"/>
                </a:lnTo>
                <a:lnTo>
                  <a:pt x="248411" y="278892"/>
                </a:lnTo>
                <a:lnTo>
                  <a:pt x="251459" y="274320"/>
                </a:lnTo>
                <a:lnTo>
                  <a:pt x="288631" y="290298"/>
                </a:lnTo>
                <a:lnTo>
                  <a:pt x="339542" y="314825"/>
                </a:lnTo>
                <a:lnTo>
                  <a:pt x="373499" y="345590"/>
                </a:lnTo>
                <a:lnTo>
                  <a:pt x="375393" y="360140"/>
                </a:lnTo>
                <a:lnTo>
                  <a:pt x="375351" y="362712"/>
                </a:lnTo>
                <a:lnTo>
                  <a:pt x="374903" y="368046"/>
                </a:lnTo>
                <a:lnTo>
                  <a:pt x="373189" y="373713"/>
                </a:lnTo>
                <a:lnTo>
                  <a:pt x="370331" y="377952"/>
                </a:lnTo>
                <a:lnTo>
                  <a:pt x="367283" y="384048"/>
                </a:lnTo>
                <a:lnTo>
                  <a:pt x="364235" y="387096"/>
                </a:lnTo>
                <a:close/>
              </a:path>
              <a:path w="375919" h="405764">
                <a:moveTo>
                  <a:pt x="184403" y="405384"/>
                </a:moveTo>
                <a:lnTo>
                  <a:pt x="180998" y="391882"/>
                </a:lnTo>
                <a:lnTo>
                  <a:pt x="170878" y="380809"/>
                </a:lnTo>
                <a:lnTo>
                  <a:pt x="154185" y="371736"/>
                </a:lnTo>
                <a:lnTo>
                  <a:pt x="131063" y="364236"/>
                </a:lnTo>
                <a:lnTo>
                  <a:pt x="131063" y="358140"/>
                </a:lnTo>
                <a:lnTo>
                  <a:pt x="151042" y="360140"/>
                </a:lnTo>
                <a:lnTo>
                  <a:pt x="167449" y="361569"/>
                </a:lnTo>
                <a:lnTo>
                  <a:pt x="180141" y="362426"/>
                </a:lnTo>
                <a:lnTo>
                  <a:pt x="188975" y="362712"/>
                </a:lnTo>
                <a:lnTo>
                  <a:pt x="223489" y="362712"/>
                </a:lnTo>
                <a:lnTo>
                  <a:pt x="223194" y="369379"/>
                </a:lnTo>
                <a:lnTo>
                  <a:pt x="216217" y="384810"/>
                </a:lnTo>
                <a:lnTo>
                  <a:pt x="203239" y="396811"/>
                </a:lnTo>
                <a:lnTo>
                  <a:pt x="184403" y="40538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1" name="object 91"/>
          <p:cNvSpPr/>
          <p:nvPr/>
        </p:nvSpPr>
        <p:spPr>
          <a:xfrm>
            <a:off x="3022091" y="5705856"/>
            <a:ext cx="382905" cy="401320"/>
          </a:xfrm>
          <a:custGeom>
            <a:avLst/>
            <a:gdLst/>
            <a:ahLst/>
            <a:cxnLst/>
            <a:rect l="l" t="t" r="r" b="b"/>
            <a:pathLst>
              <a:path w="382904" h="401320">
                <a:moveTo>
                  <a:pt x="27432" y="57912"/>
                </a:moveTo>
                <a:lnTo>
                  <a:pt x="12192" y="42672"/>
                </a:lnTo>
                <a:lnTo>
                  <a:pt x="195072" y="42672"/>
                </a:lnTo>
                <a:lnTo>
                  <a:pt x="216408" y="19812"/>
                </a:lnTo>
                <a:lnTo>
                  <a:pt x="249935" y="53340"/>
                </a:lnTo>
                <a:lnTo>
                  <a:pt x="70104" y="53340"/>
                </a:lnTo>
                <a:lnTo>
                  <a:pt x="58935" y="53625"/>
                </a:lnTo>
                <a:lnTo>
                  <a:pt x="48196" y="54483"/>
                </a:lnTo>
                <a:lnTo>
                  <a:pt x="37742" y="55911"/>
                </a:lnTo>
                <a:lnTo>
                  <a:pt x="27432" y="57912"/>
                </a:lnTo>
                <a:close/>
              </a:path>
              <a:path w="382904" h="401320">
                <a:moveTo>
                  <a:pt x="12192" y="263652"/>
                </a:moveTo>
                <a:lnTo>
                  <a:pt x="7620" y="257555"/>
                </a:lnTo>
                <a:lnTo>
                  <a:pt x="26169" y="231314"/>
                </a:lnTo>
                <a:lnTo>
                  <a:pt x="42862" y="205359"/>
                </a:lnTo>
                <a:lnTo>
                  <a:pt x="70104" y="155448"/>
                </a:lnTo>
                <a:lnTo>
                  <a:pt x="89154" y="105537"/>
                </a:lnTo>
                <a:lnTo>
                  <a:pt x="103632" y="53340"/>
                </a:lnTo>
                <a:lnTo>
                  <a:pt x="135636" y="53340"/>
                </a:lnTo>
                <a:lnTo>
                  <a:pt x="128778" y="73366"/>
                </a:lnTo>
                <a:lnTo>
                  <a:pt x="121920" y="92392"/>
                </a:lnTo>
                <a:lnTo>
                  <a:pt x="115062" y="110561"/>
                </a:lnTo>
                <a:lnTo>
                  <a:pt x="108204" y="128016"/>
                </a:lnTo>
                <a:lnTo>
                  <a:pt x="213987" y="128016"/>
                </a:lnTo>
                <a:lnTo>
                  <a:pt x="222504" y="135636"/>
                </a:lnTo>
                <a:lnTo>
                  <a:pt x="220109" y="137160"/>
                </a:lnTo>
                <a:lnTo>
                  <a:pt x="103632" y="137160"/>
                </a:lnTo>
                <a:lnTo>
                  <a:pt x="99702" y="146304"/>
                </a:lnTo>
                <a:lnTo>
                  <a:pt x="95059" y="155448"/>
                </a:lnTo>
                <a:lnTo>
                  <a:pt x="90130" y="164592"/>
                </a:lnTo>
                <a:lnTo>
                  <a:pt x="85344" y="173736"/>
                </a:lnTo>
                <a:lnTo>
                  <a:pt x="94105" y="181356"/>
                </a:lnTo>
                <a:lnTo>
                  <a:pt x="82296" y="181356"/>
                </a:lnTo>
                <a:lnTo>
                  <a:pt x="65984" y="202787"/>
                </a:lnTo>
                <a:lnTo>
                  <a:pt x="48958" y="223647"/>
                </a:lnTo>
                <a:lnTo>
                  <a:pt x="31075" y="243935"/>
                </a:lnTo>
                <a:lnTo>
                  <a:pt x="12192" y="263652"/>
                </a:lnTo>
                <a:close/>
              </a:path>
              <a:path w="382904" h="401320">
                <a:moveTo>
                  <a:pt x="213987" y="128016"/>
                </a:moveTo>
                <a:lnTo>
                  <a:pt x="176784" y="128016"/>
                </a:lnTo>
                <a:lnTo>
                  <a:pt x="193548" y="109728"/>
                </a:lnTo>
                <a:lnTo>
                  <a:pt x="213987" y="128016"/>
                </a:lnTo>
                <a:close/>
              </a:path>
              <a:path w="382904" h="401320">
                <a:moveTo>
                  <a:pt x="3048" y="394716"/>
                </a:moveTo>
                <a:lnTo>
                  <a:pt x="0" y="390144"/>
                </a:lnTo>
                <a:lnTo>
                  <a:pt x="35694" y="366712"/>
                </a:lnTo>
                <a:lnTo>
                  <a:pt x="67246" y="342138"/>
                </a:lnTo>
                <a:lnTo>
                  <a:pt x="117348" y="289560"/>
                </a:lnTo>
                <a:lnTo>
                  <a:pt x="153924" y="223075"/>
                </a:lnTo>
                <a:lnTo>
                  <a:pt x="168783" y="182618"/>
                </a:lnTo>
                <a:lnTo>
                  <a:pt x="181356" y="137160"/>
                </a:lnTo>
                <a:lnTo>
                  <a:pt x="220109" y="137160"/>
                </a:lnTo>
                <a:lnTo>
                  <a:pt x="205740" y="146304"/>
                </a:lnTo>
                <a:lnTo>
                  <a:pt x="196572" y="178617"/>
                </a:lnTo>
                <a:lnTo>
                  <a:pt x="187261" y="207073"/>
                </a:lnTo>
                <a:lnTo>
                  <a:pt x="167640" y="252984"/>
                </a:lnTo>
                <a:lnTo>
                  <a:pt x="143446" y="290131"/>
                </a:lnTo>
                <a:lnTo>
                  <a:pt x="111252" y="326136"/>
                </a:lnTo>
                <a:lnTo>
                  <a:pt x="65722" y="361569"/>
                </a:lnTo>
                <a:lnTo>
                  <a:pt x="36456" y="378428"/>
                </a:lnTo>
                <a:lnTo>
                  <a:pt x="3048" y="394716"/>
                </a:lnTo>
                <a:close/>
              </a:path>
              <a:path w="382904" h="401320">
                <a:moveTo>
                  <a:pt x="109728" y="259079"/>
                </a:moveTo>
                <a:lnTo>
                  <a:pt x="105156" y="259079"/>
                </a:lnTo>
                <a:lnTo>
                  <a:pt x="102108" y="252984"/>
                </a:lnTo>
                <a:lnTo>
                  <a:pt x="100584" y="239267"/>
                </a:lnTo>
                <a:lnTo>
                  <a:pt x="98369" y="225504"/>
                </a:lnTo>
                <a:lnTo>
                  <a:pt x="94297" y="211454"/>
                </a:lnTo>
                <a:lnTo>
                  <a:pt x="88796" y="196834"/>
                </a:lnTo>
                <a:lnTo>
                  <a:pt x="82296" y="181356"/>
                </a:lnTo>
                <a:lnTo>
                  <a:pt x="94105" y="181356"/>
                </a:lnTo>
                <a:lnTo>
                  <a:pt x="105084" y="190904"/>
                </a:lnTo>
                <a:lnTo>
                  <a:pt x="118681" y="205930"/>
                </a:lnTo>
                <a:lnTo>
                  <a:pt x="126277" y="218955"/>
                </a:lnTo>
                <a:lnTo>
                  <a:pt x="128016" y="230124"/>
                </a:lnTo>
                <a:lnTo>
                  <a:pt x="126563" y="238648"/>
                </a:lnTo>
                <a:lnTo>
                  <a:pt x="124396" y="245745"/>
                </a:lnTo>
                <a:lnTo>
                  <a:pt x="121372" y="251126"/>
                </a:lnTo>
                <a:lnTo>
                  <a:pt x="117348" y="254508"/>
                </a:lnTo>
                <a:lnTo>
                  <a:pt x="109728" y="259079"/>
                </a:lnTo>
                <a:close/>
              </a:path>
              <a:path w="382904" h="401320">
                <a:moveTo>
                  <a:pt x="367009" y="356616"/>
                </a:moveTo>
                <a:lnTo>
                  <a:pt x="326136" y="356616"/>
                </a:lnTo>
                <a:lnTo>
                  <a:pt x="334137" y="355187"/>
                </a:lnTo>
                <a:lnTo>
                  <a:pt x="339852" y="350901"/>
                </a:lnTo>
                <a:lnTo>
                  <a:pt x="343281" y="343757"/>
                </a:lnTo>
                <a:lnTo>
                  <a:pt x="344424" y="333756"/>
                </a:lnTo>
                <a:lnTo>
                  <a:pt x="344334" y="73152"/>
                </a:lnTo>
                <a:lnTo>
                  <a:pt x="344185" y="55292"/>
                </a:lnTo>
                <a:lnTo>
                  <a:pt x="343662" y="31623"/>
                </a:lnTo>
                <a:lnTo>
                  <a:pt x="343138" y="13096"/>
                </a:lnTo>
                <a:lnTo>
                  <a:pt x="342900" y="0"/>
                </a:lnTo>
                <a:lnTo>
                  <a:pt x="382524" y="18288"/>
                </a:lnTo>
                <a:lnTo>
                  <a:pt x="368808" y="32004"/>
                </a:lnTo>
                <a:lnTo>
                  <a:pt x="368695" y="343757"/>
                </a:lnTo>
                <a:lnTo>
                  <a:pt x="367009" y="356616"/>
                </a:lnTo>
                <a:close/>
              </a:path>
              <a:path w="382904" h="401320">
                <a:moveTo>
                  <a:pt x="259080" y="313944"/>
                </a:moveTo>
                <a:lnTo>
                  <a:pt x="259961" y="282797"/>
                </a:lnTo>
                <a:lnTo>
                  <a:pt x="260413" y="251079"/>
                </a:lnTo>
                <a:lnTo>
                  <a:pt x="260580" y="218789"/>
                </a:lnTo>
                <a:lnTo>
                  <a:pt x="260580" y="154805"/>
                </a:lnTo>
                <a:lnTo>
                  <a:pt x="260413" y="125539"/>
                </a:lnTo>
                <a:lnTo>
                  <a:pt x="259961" y="98274"/>
                </a:lnTo>
                <a:lnTo>
                  <a:pt x="259080" y="73152"/>
                </a:lnTo>
                <a:lnTo>
                  <a:pt x="297180" y="89916"/>
                </a:lnTo>
                <a:lnTo>
                  <a:pt x="283464" y="103632"/>
                </a:lnTo>
                <a:lnTo>
                  <a:pt x="283487" y="260199"/>
                </a:lnTo>
                <a:lnTo>
                  <a:pt x="283654" y="274891"/>
                </a:lnTo>
                <a:lnTo>
                  <a:pt x="284106" y="289298"/>
                </a:lnTo>
                <a:lnTo>
                  <a:pt x="284987" y="303276"/>
                </a:lnTo>
                <a:lnTo>
                  <a:pt x="259080" y="313944"/>
                </a:lnTo>
                <a:close/>
              </a:path>
              <a:path w="382904" h="401320">
                <a:moveTo>
                  <a:pt x="324612" y="400811"/>
                </a:moveTo>
                <a:lnTo>
                  <a:pt x="319754" y="387072"/>
                </a:lnTo>
                <a:lnTo>
                  <a:pt x="307467" y="375475"/>
                </a:lnTo>
                <a:lnTo>
                  <a:pt x="287750" y="365879"/>
                </a:lnTo>
                <a:lnTo>
                  <a:pt x="260604" y="358140"/>
                </a:lnTo>
                <a:lnTo>
                  <a:pt x="260604" y="352044"/>
                </a:lnTo>
                <a:lnTo>
                  <a:pt x="282844" y="353187"/>
                </a:lnTo>
                <a:lnTo>
                  <a:pt x="301371" y="354330"/>
                </a:lnTo>
                <a:lnTo>
                  <a:pt x="315896" y="355473"/>
                </a:lnTo>
                <a:lnTo>
                  <a:pt x="326136" y="356616"/>
                </a:lnTo>
                <a:lnTo>
                  <a:pt x="367009" y="356616"/>
                </a:lnTo>
                <a:lnTo>
                  <a:pt x="366188" y="362878"/>
                </a:lnTo>
                <a:lnTo>
                  <a:pt x="358140" y="379285"/>
                </a:lnTo>
                <a:lnTo>
                  <a:pt x="344376" y="391977"/>
                </a:lnTo>
                <a:lnTo>
                  <a:pt x="324612" y="40081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2" name="object 92"/>
          <p:cNvSpPr/>
          <p:nvPr/>
        </p:nvSpPr>
        <p:spPr>
          <a:xfrm>
            <a:off x="3494532" y="5701283"/>
            <a:ext cx="356870" cy="401320"/>
          </a:xfrm>
          <a:custGeom>
            <a:avLst/>
            <a:gdLst/>
            <a:ahLst/>
            <a:cxnLst/>
            <a:rect l="l" t="t" r="r" b="b"/>
            <a:pathLst>
              <a:path w="356870" h="401320">
                <a:moveTo>
                  <a:pt x="53340" y="89916"/>
                </a:moveTo>
                <a:lnTo>
                  <a:pt x="44196" y="89916"/>
                </a:lnTo>
                <a:lnTo>
                  <a:pt x="51339" y="62150"/>
                </a:lnTo>
                <a:lnTo>
                  <a:pt x="56769" y="38100"/>
                </a:lnTo>
                <a:lnTo>
                  <a:pt x="60483" y="17478"/>
                </a:lnTo>
                <a:lnTo>
                  <a:pt x="62484" y="0"/>
                </a:lnTo>
                <a:lnTo>
                  <a:pt x="100584" y="21336"/>
                </a:lnTo>
                <a:lnTo>
                  <a:pt x="91487" y="28408"/>
                </a:lnTo>
                <a:lnTo>
                  <a:pt x="80391" y="42481"/>
                </a:lnTo>
                <a:lnTo>
                  <a:pt x="67579" y="63126"/>
                </a:lnTo>
                <a:lnTo>
                  <a:pt x="53340" y="89916"/>
                </a:lnTo>
                <a:close/>
              </a:path>
              <a:path w="356870" h="401320">
                <a:moveTo>
                  <a:pt x="147828" y="190500"/>
                </a:moveTo>
                <a:lnTo>
                  <a:pt x="143256" y="187452"/>
                </a:lnTo>
                <a:lnTo>
                  <a:pt x="160162" y="160615"/>
                </a:lnTo>
                <a:lnTo>
                  <a:pt x="174498" y="135064"/>
                </a:lnTo>
                <a:lnTo>
                  <a:pt x="196596" y="88392"/>
                </a:lnTo>
                <a:lnTo>
                  <a:pt x="211836" y="44958"/>
                </a:lnTo>
                <a:lnTo>
                  <a:pt x="222503" y="1524"/>
                </a:lnTo>
                <a:lnTo>
                  <a:pt x="260603" y="24384"/>
                </a:lnTo>
                <a:lnTo>
                  <a:pt x="252864" y="32146"/>
                </a:lnTo>
                <a:lnTo>
                  <a:pt x="243268" y="46482"/>
                </a:lnTo>
                <a:lnTo>
                  <a:pt x="231671" y="67675"/>
                </a:lnTo>
                <a:lnTo>
                  <a:pt x="217932" y="96012"/>
                </a:lnTo>
                <a:lnTo>
                  <a:pt x="350520" y="96012"/>
                </a:lnTo>
                <a:lnTo>
                  <a:pt x="356616" y="102108"/>
                </a:lnTo>
                <a:lnTo>
                  <a:pt x="352806" y="105156"/>
                </a:lnTo>
                <a:lnTo>
                  <a:pt x="213360" y="105156"/>
                </a:lnTo>
                <a:lnTo>
                  <a:pt x="197977" y="130063"/>
                </a:lnTo>
                <a:lnTo>
                  <a:pt x="181737" y="152400"/>
                </a:lnTo>
                <a:lnTo>
                  <a:pt x="164925" y="172450"/>
                </a:lnTo>
                <a:lnTo>
                  <a:pt x="147828" y="190500"/>
                </a:lnTo>
                <a:close/>
              </a:path>
              <a:path w="356870" h="401320">
                <a:moveTo>
                  <a:pt x="146304" y="89916"/>
                </a:moveTo>
                <a:lnTo>
                  <a:pt x="111252" y="89916"/>
                </a:lnTo>
                <a:lnTo>
                  <a:pt x="129540" y="73152"/>
                </a:lnTo>
                <a:lnTo>
                  <a:pt x="146304" y="89916"/>
                </a:lnTo>
                <a:close/>
              </a:path>
              <a:path w="356870" h="401320">
                <a:moveTo>
                  <a:pt x="0" y="397764"/>
                </a:moveTo>
                <a:lnTo>
                  <a:pt x="820" y="359664"/>
                </a:lnTo>
                <a:lnTo>
                  <a:pt x="907" y="354520"/>
                </a:lnTo>
                <a:lnTo>
                  <a:pt x="1333" y="316230"/>
                </a:lnTo>
                <a:lnTo>
                  <a:pt x="1425" y="176784"/>
                </a:lnTo>
                <a:lnTo>
                  <a:pt x="1307" y="152400"/>
                </a:lnTo>
                <a:lnTo>
                  <a:pt x="881" y="114681"/>
                </a:lnTo>
                <a:lnTo>
                  <a:pt x="0" y="74676"/>
                </a:lnTo>
                <a:lnTo>
                  <a:pt x="25908" y="89916"/>
                </a:lnTo>
                <a:lnTo>
                  <a:pt x="146304" y="89916"/>
                </a:lnTo>
                <a:lnTo>
                  <a:pt x="155448" y="99060"/>
                </a:lnTo>
                <a:lnTo>
                  <a:pt x="153162" y="100584"/>
                </a:lnTo>
                <a:lnTo>
                  <a:pt x="24384" y="100584"/>
                </a:lnTo>
                <a:lnTo>
                  <a:pt x="24384" y="211836"/>
                </a:lnTo>
                <a:lnTo>
                  <a:pt x="137464" y="211836"/>
                </a:lnTo>
                <a:lnTo>
                  <a:pt x="137527" y="222504"/>
                </a:lnTo>
                <a:lnTo>
                  <a:pt x="24384" y="222504"/>
                </a:lnTo>
                <a:lnTo>
                  <a:pt x="24384" y="344424"/>
                </a:lnTo>
                <a:lnTo>
                  <a:pt x="138510" y="344424"/>
                </a:lnTo>
                <a:lnTo>
                  <a:pt x="138572" y="355092"/>
                </a:lnTo>
                <a:lnTo>
                  <a:pt x="24384" y="355092"/>
                </a:lnTo>
                <a:lnTo>
                  <a:pt x="24384" y="384048"/>
                </a:lnTo>
                <a:lnTo>
                  <a:pt x="0" y="397764"/>
                </a:lnTo>
                <a:close/>
              </a:path>
              <a:path w="356870" h="401320">
                <a:moveTo>
                  <a:pt x="350520" y="96012"/>
                </a:moveTo>
                <a:lnTo>
                  <a:pt x="310896" y="96012"/>
                </a:lnTo>
                <a:lnTo>
                  <a:pt x="330708" y="76200"/>
                </a:lnTo>
                <a:lnTo>
                  <a:pt x="350520" y="96012"/>
                </a:lnTo>
                <a:close/>
              </a:path>
              <a:path w="356870" h="401320">
                <a:moveTo>
                  <a:pt x="137464" y="211836"/>
                </a:moveTo>
                <a:lnTo>
                  <a:pt x="114300" y="211836"/>
                </a:lnTo>
                <a:lnTo>
                  <a:pt x="114300" y="100584"/>
                </a:lnTo>
                <a:lnTo>
                  <a:pt x="153162" y="100584"/>
                </a:lnTo>
                <a:lnTo>
                  <a:pt x="137160" y="111252"/>
                </a:lnTo>
                <a:lnTo>
                  <a:pt x="137263" y="160615"/>
                </a:lnTo>
                <a:lnTo>
                  <a:pt x="137363" y="194691"/>
                </a:lnTo>
                <a:lnTo>
                  <a:pt x="137464" y="211836"/>
                </a:lnTo>
                <a:close/>
              </a:path>
              <a:path w="356870" h="401320">
                <a:moveTo>
                  <a:pt x="326904" y="359664"/>
                </a:moveTo>
                <a:lnTo>
                  <a:pt x="283464" y="359664"/>
                </a:lnTo>
                <a:lnTo>
                  <a:pt x="291750" y="357925"/>
                </a:lnTo>
                <a:lnTo>
                  <a:pt x="298323" y="352615"/>
                </a:lnTo>
                <a:lnTo>
                  <a:pt x="308610" y="305538"/>
                </a:lnTo>
                <a:lnTo>
                  <a:pt x="310896" y="259651"/>
                </a:lnTo>
                <a:lnTo>
                  <a:pt x="313120" y="194691"/>
                </a:lnTo>
                <a:lnTo>
                  <a:pt x="315467" y="105156"/>
                </a:lnTo>
                <a:lnTo>
                  <a:pt x="352806" y="105156"/>
                </a:lnTo>
                <a:lnTo>
                  <a:pt x="341376" y="114300"/>
                </a:lnTo>
                <a:lnTo>
                  <a:pt x="339574" y="186964"/>
                </a:lnTo>
                <a:lnTo>
                  <a:pt x="337620" y="248631"/>
                </a:lnTo>
                <a:lnTo>
                  <a:pt x="335560" y="294583"/>
                </a:lnTo>
                <a:lnTo>
                  <a:pt x="333280" y="326489"/>
                </a:lnTo>
                <a:lnTo>
                  <a:pt x="330708" y="344424"/>
                </a:lnTo>
                <a:lnTo>
                  <a:pt x="327874" y="357020"/>
                </a:lnTo>
                <a:lnTo>
                  <a:pt x="326904" y="359664"/>
                </a:lnTo>
                <a:close/>
              </a:path>
              <a:path w="356870" h="401320">
                <a:moveTo>
                  <a:pt x="231648" y="269748"/>
                </a:moveTo>
                <a:lnTo>
                  <a:pt x="230124" y="269748"/>
                </a:lnTo>
                <a:lnTo>
                  <a:pt x="226742" y="268081"/>
                </a:lnTo>
                <a:lnTo>
                  <a:pt x="223647" y="263271"/>
                </a:lnTo>
                <a:lnTo>
                  <a:pt x="221122" y="255603"/>
                </a:lnTo>
                <a:lnTo>
                  <a:pt x="219456" y="245364"/>
                </a:lnTo>
                <a:lnTo>
                  <a:pt x="214884" y="228219"/>
                </a:lnTo>
                <a:lnTo>
                  <a:pt x="208026" y="211074"/>
                </a:lnTo>
                <a:lnTo>
                  <a:pt x="198882" y="193929"/>
                </a:lnTo>
                <a:lnTo>
                  <a:pt x="187452" y="176784"/>
                </a:lnTo>
                <a:lnTo>
                  <a:pt x="192024" y="172212"/>
                </a:lnTo>
                <a:lnTo>
                  <a:pt x="224218" y="199644"/>
                </a:lnTo>
                <a:lnTo>
                  <a:pt x="246888" y="234696"/>
                </a:lnTo>
                <a:lnTo>
                  <a:pt x="246833" y="248631"/>
                </a:lnTo>
                <a:lnTo>
                  <a:pt x="245364" y="254508"/>
                </a:lnTo>
                <a:lnTo>
                  <a:pt x="239267" y="260603"/>
                </a:lnTo>
                <a:lnTo>
                  <a:pt x="236220" y="266700"/>
                </a:lnTo>
                <a:lnTo>
                  <a:pt x="231648" y="269748"/>
                </a:lnTo>
                <a:close/>
              </a:path>
              <a:path w="356870" h="401320">
                <a:moveTo>
                  <a:pt x="138510" y="344424"/>
                </a:moveTo>
                <a:lnTo>
                  <a:pt x="114300" y="344424"/>
                </a:lnTo>
                <a:lnTo>
                  <a:pt x="114300" y="222504"/>
                </a:lnTo>
                <a:lnTo>
                  <a:pt x="137527" y="222504"/>
                </a:lnTo>
                <a:lnTo>
                  <a:pt x="137723" y="254508"/>
                </a:lnTo>
                <a:lnTo>
                  <a:pt x="138510" y="344424"/>
                </a:lnTo>
                <a:close/>
              </a:path>
              <a:path w="356870" h="401320">
                <a:moveTo>
                  <a:pt x="278891" y="400812"/>
                </a:moveTo>
                <a:lnTo>
                  <a:pt x="271772" y="387953"/>
                </a:lnTo>
                <a:lnTo>
                  <a:pt x="259651" y="376809"/>
                </a:lnTo>
                <a:lnTo>
                  <a:pt x="242673" y="367379"/>
                </a:lnTo>
                <a:lnTo>
                  <a:pt x="220979" y="359664"/>
                </a:lnTo>
                <a:lnTo>
                  <a:pt x="220979" y="350520"/>
                </a:lnTo>
                <a:lnTo>
                  <a:pt x="241244" y="354520"/>
                </a:lnTo>
                <a:lnTo>
                  <a:pt x="258508" y="357378"/>
                </a:lnTo>
                <a:lnTo>
                  <a:pt x="272629" y="359092"/>
                </a:lnTo>
                <a:lnTo>
                  <a:pt x="283464" y="359664"/>
                </a:lnTo>
                <a:lnTo>
                  <a:pt x="326904" y="359664"/>
                </a:lnTo>
                <a:lnTo>
                  <a:pt x="324040" y="367474"/>
                </a:lnTo>
                <a:lnTo>
                  <a:pt x="289726" y="396882"/>
                </a:lnTo>
                <a:lnTo>
                  <a:pt x="278891" y="400812"/>
                </a:lnTo>
                <a:close/>
              </a:path>
              <a:path w="356870" h="401320">
                <a:moveTo>
                  <a:pt x="114300" y="391668"/>
                </a:moveTo>
                <a:lnTo>
                  <a:pt x="114300" y="355092"/>
                </a:lnTo>
                <a:lnTo>
                  <a:pt x="138572" y="355092"/>
                </a:lnTo>
                <a:lnTo>
                  <a:pt x="138684" y="376428"/>
                </a:lnTo>
                <a:lnTo>
                  <a:pt x="114300" y="39166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3" name="object 93"/>
          <p:cNvSpPr/>
          <p:nvPr/>
        </p:nvSpPr>
        <p:spPr>
          <a:xfrm>
            <a:off x="3927348" y="5704332"/>
            <a:ext cx="375285" cy="403860"/>
          </a:xfrm>
          <a:custGeom>
            <a:avLst/>
            <a:gdLst/>
            <a:ahLst/>
            <a:cxnLst/>
            <a:rect l="l" t="t" r="r" b="b"/>
            <a:pathLst>
              <a:path w="375285" h="403860">
                <a:moveTo>
                  <a:pt x="56388" y="38100"/>
                </a:moveTo>
                <a:lnTo>
                  <a:pt x="39624" y="22860"/>
                </a:lnTo>
                <a:lnTo>
                  <a:pt x="280416" y="22860"/>
                </a:lnTo>
                <a:lnTo>
                  <a:pt x="303276" y="0"/>
                </a:lnTo>
                <a:lnTo>
                  <a:pt x="335280" y="33528"/>
                </a:lnTo>
                <a:lnTo>
                  <a:pt x="88392" y="33528"/>
                </a:lnTo>
                <a:lnTo>
                  <a:pt x="81248" y="33813"/>
                </a:lnTo>
                <a:lnTo>
                  <a:pt x="73533" y="34671"/>
                </a:lnTo>
                <a:lnTo>
                  <a:pt x="65246" y="36099"/>
                </a:lnTo>
                <a:lnTo>
                  <a:pt x="56388" y="38100"/>
                </a:lnTo>
                <a:close/>
              </a:path>
              <a:path w="375285" h="403860">
                <a:moveTo>
                  <a:pt x="196596" y="67055"/>
                </a:moveTo>
                <a:lnTo>
                  <a:pt x="173736" y="67055"/>
                </a:lnTo>
                <a:lnTo>
                  <a:pt x="173736" y="33528"/>
                </a:lnTo>
                <a:lnTo>
                  <a:pt x="196596" y="33528"/>
                </a:lnTo>
                <a:lnTo>
                  <a:pt x="196596" y="67055"/>
                </a:lnTo>
                <a:close/>
              </a:path>
              <a:path w="375285" h="403860">
                <a:moveTo>
                  <a:pt x="362494" y="67055"/>
                </a:moveTo>
                <a:lnTo>
                  <a:pt x="330708" y="67055"/>
                </a:lnTo>
                <a:lnTo>
                  <a:pt x="345948" y="48768"/>
                </a:lnTo>
                <a:lnTo>
                  <a:pt x="362494" y="67055"/>
                </a:lnTo>
                <a:close/>
              </a:path>
              <a:path w="375285" h="403860">
                <a:moveTo>
                  <a:pt x="9144" y="121920"/>
                </a:moveTo>
                <a:lnTo>
                  <a:pt x="4572" y="120396"/>
                </a:lnTo>
                <a:lnTo>
                  <a:pt x="3048" y="118872"/>
                </a:lnTo>
                <a:lnTo>
                  <a:pt x="1524" y="115824"/>
                </a:lnTo>
                <a:lnTo>
                  <a:pt x="0" y="114300"/>
                </a:lnTo>
                <a:lnTo>
                  <a:pt x="0" y="109728"/>
                </a:lnTo>
                <a:lnTo>
                  <a:pt x="3048" y="105156"/>
                </a:lnTo>
                <a:lnTo>
                  <a:pt x="9144" y="99060"/>
                </a:lnTo>
                <a:lnTo>
                  <a:pt x="14811" y="91654"/>
                </a:lnTo>
                <a:lnTo>
                  <a:pt x="20193" y="80962"/>
                </a:lnTo>
                <a:lnTo>
                  <a:pt x="25019" y="67055"/>
                </a:lnTo>
                <a:lnTo>
                  <a:pt x="28956" y="50292"/>
                </a:lnTo>
                <a:lnTo>
                  <a:pt x="35052" y="50292"/>
                </a:lnTo>
                <a:lnTo>
                  <a:pt x="36576" y="67055"/>
                </a:lnTo>
                <a:lnTo>
                  <a:pt x="362494" y="67055"/>
                </a:lnTo>
                <a:lnTo>
                  <a:pt x="370767" y="76200"/>
                </a:lnTo>
                <a:lnTo>
                  <a:pt x="36576" y="76200"/>
                </a:lnTo>
                <a:lnTo>
                  <a:pt x="38052" y="85034"/>
                </a:lnTo>
                <a:lnTo>
                  <a:pt x="38100" y="93154"/>
                </a:lnTo>
                <a:lnTo>
                  <a:pt x="37004" y="100417"/>
                </a:lnTo>
                <a:lnTo>
                  <a:pt x="34948" y="106989"/>
                </a:lnTo>
                <a:lnTo>
                  <a:pt x="32004" y="115824"/>
                </a:lnTo>
                <a:lnTo>
                  <a:pt x="25908" y="120396"/>
                </a:lnTo>
                <a:lnTo>
                  <a:pt x="16764" y="120396"/>
                </a:lnTo>
                <a:lnTo>
                  <a:pt x="9144" y="121920"/>
                </a:lnTo>
                <a:close/>
              </a:path>
              <a:path w="375285" h="403860">
                <a:moveTo>
                  <a:pt x="172212" y="178308"/>
                </a:moveTo>
                <a:lnTo>
                  <a:pt x="173093" y="153138"/>
                </a:lnTo>
                <a:lnTo>
                  <a:pt x="173545" y="127825"/>
                </a:lnTo>
                <a:lnTo>
                  <a:pt x="173613" y="117348"/>
                </a:lnTo>
                <a:lnTo>
                  <a:pt x="173736" y="76200"/>
                </a:lnTo>
                <a:lnTo>
                  <a:pt x="196596" y="76200"/>
                </a:lnTo>
                <a:lnTo>
                  <a:pt x="196705" y="127825"/>
                </a:lnTo>
                <a:lnTo>
                  <a:pt x="196786" y="141351"/>
                </a:lnTo>
                <a:lnTo>
                  <a:pt x="197238" y="159353"/>
                </a:lnTo>
                <a:lnTo>
                  <a:pt x="198120" y="167640"/>
                </a:lnTo>
                <a:lnTo>
                  <a:pt x="172212" y="178308"/>
                </a:lnTo>
                <a:close/>
              </a:path>
              <a:path w="375285" h="403860">
                <a:moveTo>
                  <a:pt x="316991" y="120396"/>
                </a:moveTo>
                <a:lnTo>
                  <a:pt x="310896" y="117348"/>
                </a:lnTo>
                <a:lnTo>
                  <a:pt x="332232" y="76200"/>
                </a:lnTo>
                <a:lnTo>
                  <a:pt x="370767" y="76200"/>
                </a:lnTo>
                <a:lnTo>
                  <a:pt x="374904" y="80772"/>
                </a:lnTo>
                <a:lnTo>
                  <a:pt x="368808" y="80772"/>
                </a:lnTo>
                <a:lnTo>
                  <a:pt x="361188" y="82295"/>
                </a:lnTo>
                <a:lnTo>
                  <a:pt x="352044" y="85343"/>
                </a:lnTo>
                <a:lnTo>
                  <a:pt x="344852" y="89320"/>
                </a:lnTo>
                <a:lnTo>
                  <a:pt x="336804" y="96583"/>
                </a:lnTo>
                <a:lnTo>
                  <a:pt x="327612" y="106989"/>
                </a:lnTo>
                <a:lnTo>
                  <a:pt x="316991" y="120396"/>
                </a:lnTo>
                <a:close/>
              </a:path>
              <a:path w="375285" h="403860">
                <a:moveTo>
                  <a:pt x="140208" y="120396"/>
                </a:moveTo>
                <a:lnTo>
                  <a:pt x="62484" y="120396"/>
                </a:lnTo>
                <a:lnTo>
                  <a:pt x="62484" y="109728"/>
                </a:lnTo>
                <a:lnTo>
                  <a:pt x="140208" y="109728"/>
                </a:lnTo>
                <a:lnTo>
                  <a:pt x="140208" y="120396"/>
                </a:lnTo>
                <a:close/>
              </a:path>
              <a:path w="375285" h="403860">
                <a:moveTo>
                  <a:pt x="297180" y="120396"/>
                </a:moveTo>
                <a:lnTo>
                  <a:pt x="217932" y="120396"/>
                </a:lnTo>
                <a:lnTo>
                  <a:pt x="217932" y="109728"/>
                </a:lnTo>
                <a:lnTo>
                  <a:pt x="297180" y="109728"/>
                </a:lnTo>
                <a:lnTo>
                  <a:pt x="297180" y="120396"/>
                </a:lnTo>
                <a:close/>
              </a:path>
              <a:path w="375285" h="403860">
                <a:moveTo>
                  <a:pt x="140208" y="161544"/>
                </a:moveTo>
                <a:lnTo>
                  <a:pt x="57912" y="161544"/>
                </a:lnTo>
                <a:lnTo>
                  <a:pt x="57912" y="150876"/>
                </a:lnTo>
                <a:lnTo>
                  <a:pt x="140208" y="150876"/>
                </a:lnTo>
                <a:lnTo>
                  <a:pt x="140208" y="161544"/>
                </a:lnTo>
                <a:close/>
              </a:path>
              <a:path w="375285" h="403860">
                <a:moveTo>
                  <a:pt x="297180" y="161544"/>
                </a:moveTo>
                <a:lnTo>
                  <a:pt x="217932" y="161544"/>
                </a:lnTo>
                <a:lnTo>
                  <a:pt x="217932" y="150876"/>
                </a:lnTo>
                <a:lnTo>
                  <a:pt x="297180" y="150876"/>
                </a:lnTo>
                <a:lnTo>
                  <a:pt x="297180" y="161544"/>
                </a:lnTo>
                <a:close/>
              </a:path>
              <a:path w="375285" h="403860">
                <a:moveTo>
                  <a:pt x="16764" y="210312"/>
                </a:moveTo>
                <a:lnTo>
                  <a:pt x="1524" y="195072"/>
                </a:lnTo>
                <a:lnTo>
                  <a:pt x="309372" y="195072"/>
                </a:lnTo>
                <a:lnTo>
                  <a:pt x="332232" y="172212"/>
                </a:lnTo>
                <a:lnTo>
                  <a:pt x="362712" y="205740"/>
                </a:lnTo>
                <a:lnTo>
                  <a:pt x="50292" y="205740"/>
                </a:lnTo>
                <a:lnTo>
                  <a:pt x="43124" y="206025"/>
                </a:lnTo>
                <a:lnTo>
                  <a:pt x="35242" y="206883"/>
                </a:lnTo>
                <a:lnTo>
                  <a:pt x="26503" y="208311"/>
                </a:lnTo>
                <a:lnTo>
                  <a:pt x="16764" y="210312"/>
                </a:lnTo>
                <a:close/>
              </a:path>
              <a:path w="375285" h="403860">
                <a:moveTo>
                  <a:pt x="149352" y="248412"/>
                </a:moveTo>
                <a:lnTo>
                  <a:pt x="140208" y="248412"/>
                </a:lnTo>
                <a:lnTo>
                  <a:pt x="152400" y="205740"/>
                </a:lnTo>
                <a:lnTo>
                  <a:pt x="184404" y="205740"/>
                </a:lnTo>
                <a:lnTo>
                  <a:pt x="172712" y="218622"/>
                </a:lnTo>
                <a:lnTo>
                  <a:pt x="162877" y="229933"/>
                </a:lnTo>
                <a:lnTo>
                  <a:pt x="155043" y="239815"/>
                </a:lnTo>
                <a:lnTo>
                  <a:pt x="149352" y="248412"/>
                </a:lnTo>
                <a:close/>
              </a:path>
              <a:path w="375285" h="403860">
                <a:moveTo>
                  <a:pt x="334626" y="248412"/>
                </a:moveTo>
                <a:lnTo>
                  <a:pt x="304800" y="248412"/>
                </a:lnTo>
                <a:lnTo>
                  <a:pt x="313944" y="233172"/>
                </a:lnTo>
                <a:lnTo>
                  <a:pt x="334626" y="248412"/>
                </a:lnTo>
                <a:close/>
              </a:path>
              <a:path w="375285" h="403860">
                <a:moveTo>
                  <a:pt x="36576" y="403860"/>
                </a:moveTo>
                <a:lnTo>
                  <a:pt x="37457" y="384429"/>
                </a:lnTo>
                <a:lnTo>
                  <a:pt x="37909" y="362712"/>
                </a:lnTo>
                <a:lnTo>
                  <a:pt x="38076" y="338709"/>
                </a:lnTo>
                <a:lnTo>
                  <a:pt x="38076" y="286988"/>
                </a:lnTo>
                <a:lnTo>
                  <a:pt x="37909" y="265557"/>
                </a:lnTo>
                <a:lnTo>
                  <a:pt x="37457" y="248126"/>
                </a:lnTo>
                <a:lnTo>
                  <a:pt x="36576" y="234696"/>
                </a:lnTo>
                <a:lnTo>
                  <a:pt x="62484" y="248412"/>
                </a:lnTo>
                <a:lnTo>
                  <a:pt x="334626" y="248412"/>
                </a:lnTo>
                <a:lnTo>
                  <a:pt x="342900" y="254508"/>
                </a:lnTo>
                <a:lnTo>
                  <a:pt x="337756" y="259080"/>
                </a:lnTo>
                <a:lnTo>
                  <a:pt x="62484" y="259080"/>
                </a:lnTo>
                <a:lnTo>
                  <a:pt x="62484" y="391668"/>
                </a:lnTo>
                <a:lnTo>
                  <a:pt x="36576" y="403860"/>
                </a:lnTo>
                <a:close/>
              </a:path>
              <a:path w="375285" h="403860">
                <a:moveTo>
                  <a:pt x="131064" y="385572"/>
                </a:moveTo>
                <a:lnTo>
                  <a:pt x="131064" y="259080"/>
                </a:lnTo>
                <a:lnTo>
                  <a:pt x="152400" y="259080"/>
                </a:lnTo>
                <a:lnTo>
                  <a:pt x="152400" y="373380"/>
                </a:lnTo>
                <a:lnTo>
                  <a:pt x="131064" y="385572"/>
                </a:lnTo>
                <a:close/>
              </a:path>
              <a:path w="375285" h="403860">
                <a:moveTo>
                  <a:pt x="213360" y="382524"/>
                </a:moveTo>
                <a:lnTo>
                  <a:pt x="213360" y="259080"/>
                </a:lnTo>
                <a:lnTo>
                  <a:pt x="236220" y="259080"/>
                </a:lnTo>
                <a:lnTo>
                  <a:pt x="236220" y="370332"/>
                </a:lnTo>
                <a:lnTo>
                  <a:pt x="213360" y="382524"/>
                </a:lnTo>
                <a:close/>
              </a:path>
              <a:path w="375285" h="403860">
                <a:moveTo>
                  <a:pt x="329184" y="367284"/>
                </a:moveTo>
                <a:lnTo>
                  <a:pt x="301751" y="367284"/>
                </a:lnTo>
                <a:lnTo>
                  <a:pt x="306324" y="362712"/>
                </a:lnTo>
                <a:lnTo>
                  <a:pt x="306324" y="259080"/>
                </a:lnTo>
                <a:lnTo>
                  <a:pt x="337756" y="259080"/>
                </a:lnTo>
                <a:lnTo>
                  <a:pt x="329184" y="266700"/>
                </a:lnTo>
                <a:lnTo>
                  <a:pt x="329184" y="367284"/>
                </a:lnTo>
                <a:close/>
              </a:path>
              <a:path w="375285" h="403860">
                <a:moveTo>
                  <a:pt x="297180" y="402336"/>
                </a:moveTo>
                <a:lnTo>
                  <a:pt x="293774" y="391787"/>
                </a:lnTo>
                <a:lnTo>
                  <a:pt x="285940" y="383095"/>
                </a:lnTo>
                <a:lnTo>
                  <a:pt x="273819" y="376404"/>
                </a:lnTo>
                <a:lnTo>
                  <a:pt x="257556" y="371856"/>
                </a:lnTo>
                <a:lnTo>
                  <a:pt x="257556" y="365760"/>
                </a:lnTo>
                <a:lnTo>
                  <a:pt x="268390" y="365998"/>
                </a:lnTo>
                <a:lnTo>
                  <a:pt x="286059" y="367045"/>
                </a:lnTo>
                <a:lnTo>
                  <a:pt x="292608" y="367284"/>
                </a:lnTo>
                <a:lnTo>
                  <a:pt x="329184" y="367284"/>
                </a:lnTo>
                <a:lnTo>
                  <a:pt x="327183" y="378975"/>
                </a:lnTo>
                <a:lnTo>
                  <a:pt x="321183" y="388810"/>
                </a:lnTo>
                <a:lnTo>
                  <a:pt x="311181" y="396644"/>
                </a:lnTo>
                <a:lnTo>
                  <a:pt x="297180" y="40233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4" name="object 94"/>
          <p:cNvSpPr/>
          <p:nvPr/>
        </p:nvSpPr>
        <p:spPr>
          <a:xfrm>
            <a:off x="4351020" y="5701284"/>
            <a:ext cx="403860" cy="405765"/>
          </a:xfrm>
          <a:custGeom>
            <a:avLst/>
            <a:gdLst/>
            <a:ahLst/>
            <a:cxnLst/>
            <a:rect l="l" t="t" r="r" b="b"/>
            <a:pathLst>
              <a:path w="403860" h="405764">
                <a:moveTo>
                  <a:pt x="208787" y="100584"/>
                </a:moveTo>
                <a:lnTo>
                  <a:pt x="182879" y="100584"/>
                </a:lnTo>
                <a:lnTo>
                  <a:pt x="182787" y="54363"/>
                </a:lnTo>
                <a:lnTo>
                  <a:pt x="182689" y="37719"/>
                </a:lnTo>
                <a:lnTo>
                  <a:pt x="182237" y="15716"/>
                </a:lnTo>
                <a:lnTo>
                  <a:pt x="181355" y="0"/>
                </a:lnTo>
                <a:lnTo>
                  <a:pt x="222503" y="22860"/>
                </a:lnTo>
                <a:lnTo>
                  <a:pt x="208787" y="36576"/>
                </a:lnTo>
                <a:lnTo>
                  <a:pt x="208787" y="100584"/>
                </a:lnTo>
                <a:close/>
              </a:path>
              <a:path w="403860" h="405764">
                <a:moveTo>
                  <a:pt x="315467" y="88392"/>
                </a:moveTo>
                <a:lnTo>
                  <a:pt x="309371" y="88392"/>
                </a:lnTo>
                <a:lnTo>
                  <a:pt x="306323" y="83820"/>
                </a:lnTo>
                <a:lnTo>
                  <a:pt x="301751" y="74676"/>
                </a:lnTo>
                <a:lnTo>
                  <a:pt x="293465" y="62650"/>
                </a:lnTo>
                <a:lnTo>
                  <a:pt x="282320" y="49339"/>
                </a:lnTo>
                <a:lnTo>
                  <a:pt x="268319" y="34599"/>
                </a:lnTo>
                <a:lnTo>
                  <a:pt x="251459" y="18288"/>
                </a:lnTo>
                <a:lnTo>
                  <a:pt x="254507" y="13716"/>
                </a:lnTo>
                <a:lnTo>
                  <a:pt x="299299" y="31718"/>
                </a:lnTo>
                <a:lnTo>
                  <a:pt x="326136" y="60960"/>
                </a:lnTo>
                <a:lnTo>
                  <a:pt x="326094" y="62650"/>
                </a:lnTo>
                <a:lnTo>
                  <a:pt x="324612" y="68580"/>
                </a:lnTo>
                <a:lnTo>
                  <a:pt x="318515" y="83820"/>
                </a:lnTo>
                <a:lnTo>
                  <a:pt x="315467" y="88392"/>
                </a:lnTo>
                <a:close/>
              </a:path>
              <a:path w="403860" h="405764">
                <a:moveTo>
                  <a:pt x="25907" y="115824"/>
                </a:moveTo>
                <a:lnTo>
                  <a:pt x="10667" y="100584"/>
                </a:lnTo>
                <a:lnTo>
                  <a:pt x="330708" y="100584"/>
                </a:lnTo>
                <a:lnTo>
                  <a:pt x="355092" y="74676"/>
                </a:lnTo>
                <a:lnTo>
                  <a:pt x="390144" y="111252"/>
                </a:lnTo>
                <a:lnTo>
                  <a:pt x="68579" y="111252"/>
                </a:lnTo>
                <a:lnTo>
                  <a:pt x="57411" y="111537"/>
                </a:lnTo>
                <a:lnTo>
                  <a:pt x="46672" y="112395"/>
                </a:lnTo>
                <a:lnTo>
                  <a:pt x="36218" y="113823"/>
                </a:lnTo>
                <a:lnTo>
                  <a:pt x="25907" y="115824"/>
                </a:lnTo>
                <a:close/>
              </a:path>
              <a:path w="403860" h="405764">
                <a:moveTo>
                  <a:pt x="28955" y="356616"/>
                </a:moveTo>
                <a:lnTo>
                  <a:pt x="0" y="321564"/>
                </a:lnTo>
                <a:lnTo>
                  <a:pt x="11739" y="318373"/>
                </a:lnTo>
                <a:lnTo>
                  <a:pt x="26479" y="313182"/>
                </a:lnTo>
                <a:lnTo>
                  <a:pt x="44362" y="305704"/>
                </a:lnTo>
                <a:lnTo>
                  <a:pt x="65531" y="295656"/>
                </a:lnTo>
                <a:lnTo>
                  <a:pt x="182879" y="234696"/>
                </a:lnTo>
                <a:lnTo>
                  <a:pt x="182879" y="111252"/>
                </a:lnTo>
                <a:lnTo>
                  <a:pt x="210311" y="111252"/>
                </a:lnTo>
                <a:lnTo>
                  <a:pt x="217384" y="132588"/>
                </a:lnTo>
                <a:lnTo>
                  <a:pt x="208787" y="132588"/>
                </a:lnTo>
                <a:lnTo>
                  <a:pt x="208787" y="245364"/>
                </a:lnTo>
                <a:lnTo>
                  <a:pt x="182879" y="245364"/>
                </a:lnTo>
                <a:lnTo>
                  <a:pt x="76200" y="313944"/>
                </a:lnTo>
                <a:lnTo>
                  <a:pt x="58531" y="326826"/>
                </a:lnTo>
                <a:lnTo>
                  <a:pt x="44576" y="338137"/>
                </a:lnTo>
                <a:lnTo>
                  <a:pt x="34623" y="348019"/>
                </a:lnTo>
                <a:lnTo>
                  <a:pt x="28955" y="356616"/>
                </a:lnTo>
                <a:close/>
              </a:path>
              <a:path w="403860" h="405764">
                <a:moveTo>
                  <a:pt x="364236" y="368808"/>
                </a:moveTo>
                <a:lnTo>
                  <a:pt x="325628" y="343161"/>
                </a:lnTo>
                <a:lnTo>
                  <a:pt x="292099" y="311968"/>
                </a:lnTo>
                <a:lnTo>
                  <a:pt x="263651" y="275272"/>
                </a:lnTo>
                <a:lnTo>
                  <a:pt x="240283" y="233115"/>
                </a:lnTo>
                <a:lnTo>
                  <a:pt x="221995" y="185539"/>
                </a:lnTo>
                <a:lnTo>
                  <a:pt x="208787" y="132588"/>
                </a:lnTo>
                <a:lnTo>
                  <a:pt x="217384" y="132588"/>
                </a:lnTo>
                <a:lnTo>
                  <a:pt x="221765" y="145803"/>
                </a:lnTo>
                <a:lnTo>
                  <a:pt x="233362" y="176212"/>
                </a:lnTo>
                <a:lnTo>
                  <a:pt x="245244" y="202334"/>
                </a:lnTo>
                <a:lnTo>
                  <a:pt x="257555" y="224028"/>
                </a:lnTo>
                <a:lnTo>
                  <a:pt x="276221" y="224028"/>
                </a:lnTo>
                <a:lnTo>
                  <a:pt x="260603" y="233172"/>
                </a:lnTo>
                <a:lnTo>
                  <a:pt x="291774" y="271438"/>
                </a:lnTo>
                <a:lnTo>
                  <a:pt x="325945" y="301561"/>
                </a:lnTo>
                <a:lnTo>
                  <a:pt x="363259" y="323397"/>
                </a:lnTo>
                <a:lnTo>
                  <a:pt x="403860" y="336803"/>
                </a:lnTo>
                <a:lnTo>
                  <a:pt x="403860" y="344424"/>
                </a:lnTo>
                <a:lnTo>
                  <a:pt x="390167" y="346948"/>
                </a:lnTo>
                <a:lnTo>
                  <a:pt x="378904" y="352044"/>
                </a:lnTo>
                <a:lnTo>
                  <a:pt x="370212" y="359425"/>
                </a:lnTo>
                <a:lnTo>
                  <a:pt x="364236" y="368808"/>
                </a:lnTo>
                <a:close/>
              </a:path>
              <a:path w="403860" h="405764">
                <a:moveTo>
                  <a:pt x="115823" y="231647"/>
                </a:moveTo>
                <a:lnTo>
                  <a:pt x="109727" y="231647"/>
                </a:lnTo>
                <a:lnTo>
                  <a:pt x="106679" y="224028"/>
                </a:lnTo>
                <a:lnTo>
                  <a:pt x="100583" y="211835"/>
                </a:lnTo>
                <a:lnTo>
                  <a:pt x="93130" y="197548"/>
                </a:lnTo>
                <a:lnTo>
                  <a:pt x="82105" y="182117"/>
                </a:lnTo>
                <a:lnTo>
                  <a:pt x="67365" y="165544"/>
                </a:lnTo>
                <a:lnTo>
                  <a:pt x="48767" y="147828"/>
                </a:lnTo>
                <a:lnTo>
                  <a:pt x="53339" y="141732"/>
                </a:lnTo>
                <a:lnTo>
                  <a:pt x="94487" y="160210"/>
                </a:lnTo>
                <a:lnTo>
                  <a:pt x="127634" y="187452"/>
                </a:lnTo>
                <a:lnTo>
                  <a:pt x="131063" y="199644"/>
                </a:lnTo>
                <a:lnTo>
                  <a:pt x="130980" y="204382"/>
                </a:lnTo>
                <a:lnTo>
                  <a:pt x="123443" y="219456"/>
                </a:lnTo>
                <a:lnTo>
                  <a:pt x="118871" y="227076"/>
                </a:lnTo>
                <a:lnTo>
                  <a:pt x="115823" y="231647"/>
                </a:lnTo>
                <a:close/>
              </a:path>
              <a:path w="403860" h="405764">
                <a:moveTo>
                  <a:pt x="276221" y="224028"/>
                </a:moveTo>
                <a:lnTo>
                  <a:pt x="257555" y="224028"/>
                </a:lnTo>
                <a:lnTo>
                  <a:pt x="281249" y="204382"/>
                </a:lnTo>
                <a:lnTo>
                  <a:pt x="301942" y="184594"/>
                </a:lnTo>
                <a:lnTo>
                  <a:pt x="319492" y="165092"/>
                </a:lnTo>
                <a:lnTo>
                  <a:pt x="333756" y="146304"/>
                </a:lnTo>
                <a:lnTo>
                  <a:pt x="364236" y="178308"/>
                </a:lnTo>
                <a:lnTo>
                  <a:pt x="323088" y="195072"/>
                </a:lnTo>
                <a:lnTo>
                  <a:pt x="311610" y="202525"/>
                </a:lnTo>
                <a:lnTo>
                  <a:pt x="297560" y="211264"/>
                </a:lnTo>
                <a:lnTo>
                  <a:pt x="280654" y="221432"/>
                </a:lnTo>
                <a:lnTo>
                  <a:pt x="276221" y="224028"/>
                </a:lnTo>
                <a:close/>
              </a:path>
              <a:path w="403860" h="405764">
                <a:moveTo>
                  <a:pt x="207719" y="361188"/>
                </a:moveTo>
                <a:lnTo>
                  <a:pt x="176783" y="361188"/>
                </a:lnTo>
                <a:lnTo>
                  <a:pt x="181355" y="356616"/>
                </a:lnTo>
                <a:lnTo>
                  <a:pt x="182879" y="345948"/>
                </a:lnTo>
                <a:lnTo>
                  <a:pt x="182879" y="245364"/>
                </a:lnTo>
                <a:lnTo>
                  <a:pt x="208787" y="245364"/>
                </a:lnTo>
                <a:lnTo>
                  <a:pt x="208787" y="350520"/>
                </a:lnTo>
                <a:lnTo>
                  <a:pt x="207719" y="361188"/>
                </a:lnTo>
                <a:close/>
              </a:path>
              <a:path w="403860" h="405764">
                <a:moveTo>
                  <a:pt x="166115" y="405384"/>
                </a:moveTo>
                <a:lnTo>
                  <a:pt x="162067" y="393382"/>
                </a:lnTo>
                <a:lnTo>
                  <a:pt x="152018" y="382524"/>
                </a:lnTo>
                <a:lnTo>
                  <a:pt x="135683" y="372808"/>
                </a:lnTo>
                <a:lnTo>
                  <a:pt x="112775" y="364236"/>
                </a:lnTo>
                <a:lnTo>
                  <a:pt x="112775" y="358140"/>
                </a:lnTo>
                <a:lnTo>
                  <a:pt x="157567" y="360926"/>
                </a:lnTo>
                <a:lnTo>
                  <a:pt x="166115" y="361188"/>
                </a:lnTo>
                <a:lnTo>
                  <a:pt x="207719" y="361188"/>
                </a:lnTo>
                <a:lnTo>
                  <a:pt x="206835" y="370022"/>
                </a:lnTo>
                <a:lnTo>
                  <a:pt x="198881" y="385381"/>
                </a:lnTo>
                <a:lnTo>
                  <a:pt x="185213" y="397025"/>
                </a:lnTo>
                <a:lnTo>
                  <a:pt x="166115" y="40538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pic>
        <p:nvPicPr>
          <p:cNvPr id="95" name="object 95"/>
          <p:cNvPicPr/>
          <p:nvPr/>
        </p:nvPicPr>
        <p:blipFill>
          <a:blip r:embed="rId11" cstate="print"/>
          <a:stretch>
            <a:fillRect/>
          </a:stretch>
        </p:blipFill>
        <p:spPr>
          <a:xfrm>
            <a:off x="4829555" y="5962840"/>
            <a:ext cx="70104" cy="117919"/>
          </a:xfrm>
          <a:prstGeom prst="rect">
            <a:avLst/>
          </a:prstGeom>
        </p:spPr>
      </p:pic>
      <p:sp>
        <p:nvSpPr>
          <p:cNvPr id="96" name="object 96"/>
          <p:cNvSpPr/>
          <p:nvPr/>
        </p:nvSpPr>
        <p:spPr>
          <a:xfrm>
            <a:off x="5237988" y="5698235"/>
            <a:ext cx="410209" cy="410209"/>
          </a:xfrm>
          <a:custGeom>
            <a:avLst/>
            <a:gdLst/>
            <a:ahLst/>
            <a:cxnLst/>
            <a:rect l="l" t="t" r="r" b="b"/>
            <a:pathLst>
              <a:path w="410210" h="410210">
                <a:moveTo>
                  <a:pt x="4571" y="246888"/>
                </a:moveTo>
                <a:lnTo>
                  <a:pt x="0" y="242316"/>
                </a:lnTo>
                <a:lnTo>
                  <a:pt x="18811" y="209145"/>
                </a:lnTo>
                <a:lnTo>
                  <a:pt x="36194" y="175831"/>
                </a:lnTo>
                <a:lnTo>
                  <a:pt x="65531" y="108204"/>
                </a:lnTo>
                <a:lnTo>
                  <a:pt x="87629" y="47815"/>
                </a:lnTo>
                <a:lnTo>
                  <a:pt x="100583" y="0"/>
                </a:lnTo>
                <a:lnTo>
                  <a:pt x="140207" y="19812"/>
                </a:lnTo>
                <a:lnTo>
                  <a:pt x="112775" y="57912"/>
                </a:lnTo>
                <a:lnTo>
                  <a:pt x="90916" y="106989"/>
                </a:lnTo>
                <a:lnTo>
                  <a:pt x="83819" y="124968"/>
                </a:lnTo>
                <a:lnTo>
                  <a:pt x="112775" y="140208"/>
                </a:lnTo>
                <a:lnTo>
                  <a:pt x="108857" y="143256"/>
                </a:lnTo>
                <a:lnTo>
                  <a:pt x="74675" y="143256"/>
                </a:lnTo>
                <a:lnTo>
                  <a:pt x="54935" y="177236"/>
                </a:lnTo>
                <a:lnTo>
                  <a:pt x="36766" y="205930"/>
                </a:lnTo>
                <a:lnTo>
                  <a:pt x="20026" y="229195"/>
                </a:lnTo>
                <a:lnTo>
                  <a:pt x="4571" y="246888"/>
                </a:lnTo>
                <a:close/>
              </a:path>
              <a:path w="410210" h="410210">
                <a:moveTo>
                  <a:pt x="227533" y="155448"/>
                </a:moveTo>
                <a:lnTo>
                  <a:pt x="185927" y="155448"/>
                </a:lnTo>
                <a:lnTo>
                  <a:pt x="245363" y="140208"/>
                </a:lnTo>
                <a:lnTo>
                  <a:pt x="245161" y="108204"/>
                </a:lnTo>
                <a:lnTo>
                  <a:pt x="245052" y="97536"/>
                </a:lnTo>
                <a:lnTo>
                  <a:pt x="244078" y="33909"/>
                </a:lnTo>
                <a:lnTo>
                  <a:pt x="243839" y="3048"/>
                </a:lnTo>
                <a:lnTo>
                  <a:pt x="283463" y="19812"/>
                </a:lnTo>
                <a:lnTo>
                  <a:pt x="268223" y="32004"/>
                </a:lnTo>
                <a:lnTo>
                  <a:pt x="268223" y="132588"/>
                </a:lnTo>
                <a:lnTo>
                  <a:pt x="312835" y="132588"/>
                </a:lnTo>
                <a:lnTo>
                  <a:pt x="268223" y="143256"/>
                </a:lnTo>
                <a:lnTo>
                  <a:pt x="268223" y="150876"/>
                </a:lnTo>
                <a:lnTo>
                  <a:pt x="245363" y="150876"/>
                </a:lnTo>
                <a:lnTo>
                  <a:pt x="227533" y="155448"/>
                </a:lnTo>
                <a:close/>
              </a:path>
              <a:path w="410210" h="410210">
                <a:moveTo>
                  <a:pt x="128015" y="185928"/>
                </a:moveTo>
                <a:lnTo>
                  <a:pt x="111251" y="173736"/>
                </a:lnTo>
                <a:lnTo>
                  <a:pt x="163067" y="161544"/>
                </a:lnTo>
                <a:lnTo>
                  <a:pt x="162961" y="132588"/>
                </a:lnTo>
                <a:lnTo>
                  <a:pt x="162877" y="122872"/>
                </a:lnTo>
                <a:lnTo>
                  <a:pt x="162425" y="103893"/>
                </a:lnTo>
                <a:lnTo>
                  <a:pt x="161543" y="85344"/>
                </a:lnTo>
                <a:lnTo>
                  <a:pt x="202691" y="102108"/>
                </a:lnTo>
                <a:lnTo>
                  <a:pt x="185927" y="114300"/>
                </a:lnTo>
                <a:lnTo>
                  <a:pt x="185927" y="155448"/>
                </a:lnTo>
                <a:lnTo>
                  <a:pt x="227533" y="155448"/>
                </a:lnTo>
                <a:lnTo>
                  <a:pt x="185927" y="166116"/>
                </a:lnTo>
                <a:lnTo>
                  <a:pt x="185927" y="172212"/>
                </a:lnTo>
                <a:lnTo>
                  <a:pt x="163067" y="172212"/>
                </a:lnTo>
                <a:lnTo>
                  <a:pt x="138683" y="178308"/>
                </a:lnTo>
                <a:lnTo>
                  <a:pt x="128015" y="185928"/>
                </a:lnTo>
                <a:close/>
              </a:path>
              <a:path w="410210" h="410210">
                <a:moveTo>
                  <a:pt x="312835" y="132588"/>
                </a:moveTo>
                <a:lnTo>
                  <a:pt x="268223" y="132588"/>
                </a:lnTo>
                <a:lnTo>
                  <a:pt x="333755" y="115824"/>
                </a:lnTo>
                <a:lnTo>
                  <a:pt x="344423" y="97536"/>
                </a:lnTo>
                <a:lnTo>
                  <a:pt x="373379" y="115824"/>
                </a:lnTo>
                <a:lnTo>
                  <a:pt x="362711" y="126492"/>
                </a:lnTo>
                <a:lnTo>
                  <a:pt x="338327" y="126492"/>
                </a:lnTo>
                <a:lnTo>
                  <a:pt x="312835" y="132588"/>
                </a:lnTo>
                <a:close/>
              </a:path>
              <a:path w="410210" h="410210">
                <a:moveTo>
                  <a:pt x="357537" y="252984"/>
                </a:moveTo>
                <a:lnTo>
                  <a:pt x="323087" y="252984"/>
                </a:lnTo>
                <a:lnTo>
                  <a:pt x="332231" y="249936"/>
                </a:lnTo>
                <a:lnTo>
                  <a:pt x="333755" y="243840"/>
                </a:lnTo>
                <a:lnTo>
                  <a:pt x="337375" y="194881"/>
                </a:lnTo>
                <a:lnTo>
                  <a:pt x="338327" y="126492"/>
                </a:lnTo>
                <a:lnTo>
                  <a:pt x="362711" y="126492"/>
                </a:lnTo>
                <a:lnTo>
                  <a:pt x="361187" y="128016"/>
                </a:lnTo>
                <a:lnTo>
                  <a:pt x="361521" y="181165"/>
                </a:lnTo>
                <a:lnTo>
                  <a:pt x="360425" y="221742"/>
                </a:lnTo>
                <a:lnTo>
                  <a:pt x="358187" y="249745"/>
                </a:lnTo>
                <a:lnTo>
                  <a:pt x="357537" y="252984"/>
                </a:lnTo>
                <a:close/>
              </a:path>
              <a:path w="410210" h="410210">
                <a:moveTo>
                  <a:pt x="73151" y="409956"/>
                </a:moveTo>
                <a:lnTo>
                  <a:pt x="74033" y="385333"/>
                </a:lnTo>
                <a:lnTo>
                  <a:pt x="74461" y="364998"/>
                </a:lnTo>
                <a:lnTo>
                  <a:pt x="74553" y="356258"/>
                </a:lnTo>
                <a:lnTo>
                  <a:pt x="74675" y="143256"/>
                </a:lnTo>
                <a:lnTo>
                  <a:pt x="108857" y="143256"/>
                </a:lnTo>
                <a:lnTo>
                  <a:pt x="99059" y="150876"/>
                </a:lnTo>
                <a:lnTo>
                  <a:pt x="99059" y="397764"/>
                </a:lnTo>
                <a:lnTo>
                  <a:pt x="73151" y="409956"/>
                </a:lnTo>
                <a:close/>
              </a:path>
              <a:path w="410210" h="410210">
                <a:moveTo>
                  <a:pt x="245363" y="329184"/>
                </a:moveTo>
                <a:lnTo>
                  <a:pt x="245363" y="150876"/>
                </a:lnTo>
                <a:lnTo>
                  <a:pt x="268223" y="150876"/>
                </a:lnTo>
                <a:lnTo>
                  <a:pt x="268223" y="315468"/>
                </a:lnTo>
                <a:lnTo>
                  <a:pt x="245363" y="329184"/>
                </a:lnTo>
                <a:close/>
              </a:path>
              <a:path w="410210" h="410210">
                <a:moveTo>
                  <a:pt x="352043" y="394716"/>
                </a:moveTo>
                <a:lnTo>
                  <a:pt x="204215" y="394716"/>
                </a:lnTo>
                <a:lnTo>
                  <a:pt x="185999" y="392691"/>
                </a:lnTo>
                <a:lnTo>
                  <a:pt x="172783" y="386524"/>
                </a:lnTo>
                <a:lnTo>
                  <a:pt x="164996" y="376070"/>
                </a:lnTo>
                <a:lnTo>
                  <a:pt x="163067" y="361188"/>
                </a:lnTo>
                <a:lnTo>
                  <a:pt x="163067" y="172212"/>
                </a:lnTo>
                <a:lnTo>
                  <a:pt x="185927" y="172212"/>
                </a:lnTo>
                <a:lnTo>
                  <a:pt x="185927" y="353568"/>
                </a:lnTo>
                <a:lnTo>
                  <a:pt x="187070" y="362688"/>
                </a:lnTo>
                <a:lnTo>
                  <a:pt x="190499" y="369379"/>
                </a:lnTo>
                <a:lnTo>
                  <a:pt x="196214" y="373499"/>
                </a:lnTo>
                <a:lnTo>
                  <a:pt x="204215" y="374904"/>
                </a:lnTo>
                <a:lnTo>
                  <a:pt x="404891" y="374904"/>
                </a:lnTo>
                <a:lnTo>
                  <a:pt x="401978" y="379285"/>
                </a:lnTo>
                <a:lnTo>
                  <a:pt x="389572" y="387858"/>
                </a:lnTo>
                <a:lnTo>
                  <a:pt x="372879" y="393001"/>
                </a:lnTo>
                <a:lnTo>
                  <a:pt x="352043" y="394716"/>
                </a:lnTo>
                <a:close/>
              </a:path>
              <a:path w="410210" h="410210">
                <a:moveTo>
                  <a:pt x="323087" y="288035"/>
                </a:moveTo>
                <a:lnTo>
                  <a:pt x="322278" y="279225"/>
                </a:lnTo>
                <a:lnTo>
                  <a:pt x="315467" y="271272"/>
                </a:lnTo>
                <a:lnTo>
                  <a:pt x="302942" y="264461"/>
                </a:lnTo>
                <a:lnTo>
                  <a:pt x="284987" y="259080"/>
                </a:lnTo>
                <a:lnTo>
                  <a:pt x="284987" y="251460"/>
                </a:lnTo>
                <a:lnTo>
                  <a:pt x="292703" y="252341"/>
                </a:lnTo>
                <a:lnTo>
                  <a:pt x="299846" y="252793"/>
                </a:lnTo>
                <a:lnTo>
                  <a:pt x="306419" y="252960"/>
                </a:lnTo>
                <a:lnTo>
                  <a:pt x="357537" y="252984"/>
                </a:lnTo>
                <a:lnTo>
                  <a:pt x="355091" y="265176"/>
                </a:lnTo>
                <a:lnTo>
                  <a:pt x="349662" y="272605"/>
                </a:lnTo>
                <a:lnTo>
                  <a:pt x="342518" y="278892"/>
                </a:lnTo>
                <a:lnTo>
                  <a:pt x="333660" y="284035"/>
                </a:lnTo>
                <a:lnTo>
                  <a:pt x="323087" y="288035"/>
                </a:lnTo>
                <a:close/>
              </a:path>
              <a:path w="410210" h="410210">
                <a:moveTo>
                  <a:pt x="404891" y="374904"/>
                </a:moveTo>
                <a:lnTo>
                  <a:pt x="358139" y="374904"/>
                </a:lnTo>
                <a:lnTo>
                  <a:pt x="363307" y="370593"/>
                </a:lnTo>
                <a:lnTo>
                  <a:pt x="367474" y="364426"/>
                </a:lnTo>
                <a:lnTo>
                  <a:pt x="374713" y="322516"/>
                </a:lnTo>
                <a:lnTo>
                  <a:pt x="374903" y="295656"/>
                </a:lnTo>
                <a:lnTo>
                  <a:pt x="384047" y="295656"/>
                </a:lnTo>
                <a:lnTo>
                  <a:pt x="388619" y="344424"/>
                </a:lnTo>
                <a:lnTo>
                  <a:pt x="409955" y="367284"/>
                </a:lnTo>
                <a:lnTo>
                  <a:pt x="404891" y="37490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7" name="object 97"/>
          <p:cNvSpPr/>
          <p:nvPr/>
        </p:nvSpPr>
        <p:spPr>
          <a:xfrm>
            <a:off x="5707379" y="5704332"/>
            <a:ext cx="375285" cy="403860"/>
          </a:xfrm>
          <a:custGeom>
            <a:avLst/>
            <a:gdLst/>
            <a:ahLst/>
            <a:cxnLst/>
            <a:rect l="l" t="t" r="r" b="b"/>
            <a:pathLst>
              <a:path w="375285" h="403860">
                <a:moveTo>
                  <a:pt x="54864" y="38100"/>
                </a:moveTo>
                <a:lnTo>
                  <a:pt x="39624" y="22860"/>
                </a:lnTo>
                <a:lnTo>
                  <a:pt x="278892" y="22860"/>
                </a:lnTo>
                <a:lnTo>
                  <a:pt x="301751" y="0"/>
                </a:lnTo>
                <a:lnTo>
                  <a:pt x="335280" y="33528"/>
                </a:lnTo>
                <a:lnTo>
                  <a:pt x="88392" y="33528"/>
                </a:lnTo>
                <a:lnTo>
                  <a:pt x="81224" y="33813"/>
                </a:lnTo>
                <a:lnTo>
                  <a:pt x="73342" y="34671"/>
                </a:lnTo>
                <a:lnTo>
                  <a:pt x="64603" y="36099"/>
                </a:lnTo>
                <a:lnTo>
                  <a:pt x="54864" y="38100"/>
                </a:lnTo>
                <a:close/>
              </a:path>
              <a:path w="375285" h="403860">
                <a:moveTo>
                  <a:pt x="196596" y="67055"/>
                </a:moveTo>
                <a:lnTo>
                  <a:pt x="173736" y="67055"/>
                </a:lnTo>
                <a:lnTo>
                  <a:pt x="173736" y="33528"/>
                </a:lnTo>
                <a:lnTo>
                  <a:pt x="196596" y="33528"/>
                </a:lnTo>
                <a:lnTo>
                  <a:pt x="196596" y="67055"/>
                </a:lnTo>
                <a:close/>
              </a:path>
              <a:path w="375285" h="403860">
                <a:moveTo>
                  <a:pt x="362494" y="67055"/>
                </a:moveTo>
                <a:lnTo>
                  <a:pt x="329184" y="67055"/>
                </a:lnTo>
                <a:lnTo>
                  <a:pt x="345948" y="48768"/>
                </a:lnTo>
                <a:lnTo>
                  <a:pt x="362494" y="67055"/>
                </a:lnTo>
                <a:close/>
              </a:path>
              <a:path w="375285" h="403860">
                <a:moveTo>
                  <a:pt x="9144" y="121920"/>
                </a:moveTo>
                <a:lnTo>
                  <a:pt x="4572" y="120396"/>
                </a:lnTo>
                <a:lnTo>
                  <a:pt x="0" y="115824"/>
                </a:lnTo>
                <a:lnTo>
                  <a:pt x="0" y="109728"/>
                </a:lnTo>
                <a:lnTo>
                  <a:pt x="3048" y="105156"/>
                </a:lnTo>
                <a:lnTo>
                  <a:pt x="9144" y="99060"/>
                </a:lnTo>
                <a:lnTo>
                  <a:pt x="14597" y="91654"/>
                </a:lnTo>
                <a:lnTo>
                  <a:pt x="19621" y="80962"/>
                </a:lnTo>
                <a:lnTo>
                  <a:pt x="24379" y="67055"/>
                </a:lnTo>
                <a:lnTo>
                  <a:pt x="28956" y="50292"/>
                </a:lnTo>
                <a:lnTo>
                  <a:pt x="35052" y="50292"/>
                </a:lnTo>
                <a:lnTo>
                  <a:pt x="36576" y="67055"/>
                </a:lnTo>
                <a:lnTo>
                  <a:pt x="362494" y="67055"/>
                </a:lnTo>
                <a:lnTo>
                  <a:pt x="370767" y="76200"/>
                </a:lnTo>
                <a:lnTo>
                  <a:pt x="36576" y="76200"/>
                </a:lnTo>
                <a:lnTo>
                  <a:pt x="37409" y="85034"/>
                </a:lnTo>
                <a:lnTo>
                  <a:pt x="37528" y="93154"/>
                </a:lnTo>
                <a:lnTo>
                  <a:pt x="36790" y="100417"/>
                </a:lnTo>
                <a:lnTo>
                  <a:pt x="35052" y="106680"/>
                </a:lnTo>
                <a:lnTo>
                  <a:pt x="30480" y="115824"/>
                </a:lnTo>
                <a:lnTo>
                  <a:pt x="25908" y="120396"/>
                </a:lnTo>
                <a:lnTo>
                  <a:pt x="16764" y="120396"/>
                </a:lnTo>
                <a:lnTo>
                  <a:pt x="9144" y="121920"/>
                </a:lnTo>
                <a:close/>
              </a:path>
              <a:path w="375285" h="403860">
                <a:moveTo>
                  <a:pt x="172212" y="178308"/>
                </a:moveTo>
                <a:lnTo>
                  <a:pt x="172370" y="161544"/>
                </a:lnTo>
                <a:lnTo>
                  <a:pt x="172496" y="150876"/>
                </a:lnTo>
                <a:lnTo>
                  <a:pt x="173497" y="102227"/>
                </a:lnTo>
                <a:lnTo>
                  <a:pt x="173736" y="76200"/>
                </a:lnTo>
                <a:lnTo>
                  <a:pt x="196596" y="76200"/>
                </a:lnTo>
                <a:lnTo>
                  <a:pt x="196669" y="121920"/>
                </a:lnTo>
                <a:lnTo>
                  <a:pt x="196786" y="141351"/>
                </a:lnTo>
                <a:lnTo>
                  <a:pt x="197238" y="159353"/>
                </a:lnTo>
                <a:lnTo>
                  <a:pt x="198120" y="167640"/>
                </a:lnTo>
                <a:lnTo>
                  <a:pt x="172212" y="178308"/>
                </a:lnTo>
                <a:close/>
              </a:path>
              <a:path w="375285" h="403860">
                <a:moveTo>
                  <a:pt x="315468" y="120396"/>
                </a:moveTo>
                <a:lnTo>
                  <a:pt x="310896" y="117348"/>
                </a:lnTo>
                <a:lnTo>
                  <a:pt x="332232" y="76200"/>
                </a:lnTo>
                <a:lnTo>
                  <a:pt x="370767" y="76200"/>
                </a:lnTo>
                <a:lnTo>
                  <a:pt x="374904" y="80772"/>
                </a:lnTo>
                <a:lnTo>
                  <a:pt x="368808" y="80772"/>
                </a:lnTo>
                <a:lnTo>
                  <a:pt x="359664" y="82295"/>
                </a:lnTo>
                <a:lnTo>
                  <a:pt x="352044" y="85343"/>
                </a:lnTo>
                <a:lnTo>
                  <a:pt x="344614" y="89320"/>
                </a:lnTo>
                <a:lnTo>
                  <a:pt x="336042" y="96583"/>
                </a:lnTo>
                <a:lnTo>
                  <a:pt x="326326" y="106989"/>
                </a:lnTo>
                <a:lnTo>
                  <a:pt x="315468" y="120396"/>
                </a:lnTo>
                <a:close/>
              </a:path>
              <a:path w="375285" h="403860">
                <a:moveTo>
                  <a:pt x="140208" y="120396"/>
                </a:moveTo>
                <a:lnTo>
                  <a:pt x="62484" y="120396"/>
                </a:lnTo>
                <a:lnTo>
                  <a:pt x="62484" y="109728"/>
                </a:lnTo>
                <a:lnTo>
                  <a:pt x="140208" y="109728"/>
                </a:lnTo>
                <a:lnTo>
                  <a:pt x="140208" y="120396"/>
                </a:lnTo>
                <a:close/>
              </a:path>
              <a:path w="375285" h="403860">
                <a:moveTo>
                  <a:pt x="297180" y="120396"/>
                </a:moveTo>
                <a:lnTo>
                  <a:pt x="216408" y="120396"/>
                </a:lnTo>
                <a:lnTo>
                  <a:pt x="216408" y="109728"/>
                </a:lnTo>
                <a:lnTo>
                  <a:pt x="297180" y="109728"/>
                </a:lnTo>
                <a:lnTo>
                  <a:pt x="297180" y="120396"/>
                </a:lnTo>
                <a:close/>
              </a:path>
              <a:path w="375285" h="403860">
                <a:moveTo>
                  <a:pt x="140208" y="161544"/>
                </a:moveTo>
                <a:lnTo>
                  <a:pt x="56388" y="161544"/>
                </a:lnTo>
                <a:lnTo>
                  <a:pt x="56388" y="150876"/>
                </a:lnTo>
                <a:lnTo>
                  <a:pt x="140208" y="150876"/>
                </a:lnTo>
                <a:lnTo>
                  <a:pt x="140208" y="161544"/>
                </a:lnTo>
                <a:close/>
              </a:path>
              <a:path w="375285" h="403860">
                <a:moveTo>
                  <a:pt x="297180" y="161544"/>
                </a:moveTo>
                <a:lnTo>
                  <a:pt x="216408" y="161544"/>
                </a:lnTo>
                <a:lnTo>
                  <a:pt x="216408" y="150876"/>
                </a:lnTo>
                <a:lnTo>
                  <a:pt x="297180" y="150876"/>
                </a:lnTo>
                <a:lnTo>
                  <a:pt x="297180" y="161544"/>
                </a:lnTo>
                <a:close/>
              </a:path>
              <a:path w="375285" h="403860">
                <a:moveTo>
                  <a:pt x="16764" y="210312"/>
                </a:moveTo>
                <a:lnTo>
                  <a:pt x="1524" y="195072"/>
                </a:lnTo>
                <a:lnTo>
                  <a:pt x="309372" y="195072"/>
                </a:lnTo>
                <a:lnTo>
                  <a:pt x="332232" y="172212"/>
                </a:lnTo>
                <a:lnTo>
                  <a:pt x="362712" y="205740"/>
                </a:lnTo>
                <a:lnTo>
                  <a:pt x="50292" y="205740"/>
                </a:lnTo>
                <a:lnTo>
                  <a:pt x="43124" y="206025"/>
                </a:lnTo>
                <a:lnTo>
                  <a:pt x="35242" y="206883"/>
                </a:lnTo>
                <a:lnTo>
                  <a:pt x="26503" y="208311"/>
                </a:lnTo>
                <a:lnTo>
                  <a:pt x="16764" y="210312"/>
                </a:lnTo>
                <a:close/>
              </a:path>
              <a:path w="375285" h="403860">
                <a:moveTo>
                  <a:pt x="149352" y="248412"/>
                </a:moveTo>
                <a:lnTo>
                  <a:pt x="140208" y="248412"/>
                </a:lnTo>
                <a:lnTo>
                  <a:pt x="152400" y="205740"/>
                </a:lnTo>
                <a:lnTo>
                  <a:pt x="184404" y="205740"/>
                </a:lnTo>
                <a:lnTo>
                  <a:pt x="172069" y="218622"/>
                </a:lnTo>
                <a:lnTo>
                  <a:pt x="162306" y="229933"/>
                </a:lnTo>
                <a:lnTo>
                  <a:pt x="154828" y="239815"/>
                </a:lnTo>
                <a:lnTo>
                  <a:pt x="149352" y="248412"/>
                </a:lnTo>
                <a:close/>
              </a:path>
              <a:path w="375285" h="403860">
                <a:moveTo>
                  <a:pt x="333538" y="248412"/>
                </a:moveTo>
                <a:lnTo>
                  <a:pt x="303276" y="248412"/>
                </a:lnTo>
                <a:lnTo>
                  <a:pt x="313944" y="233172"/>
                </a:lnTo>
                <a:lnTo>
                  <a:pt x="333538" y="248412"/>
                </a:lnTo>
                <a:close/>
              </a:path>
              <a:path w="375285" h="403860">
                <a:moveTo>
                  <a:pt x="36576" y="403860"/>
                </a:moveTo>
                <a:lnTo>
                  <a:pt x="36846" y="383095"/>
                </a:lnTo>
                <a:lnTo>
                  <a:pt x="37338" y="362712"/>
                </a:lnTo>
                <a:lnTo>
                  <a:pt x="37861" y="338709"/>
                </a:lnTo>
                <a:lnTo>
                  <a:pt x="38100" y="312420"/>
                </a:lnTo>
                <a:lnTo>
                  <a:pt x="38076" y="286988"/>
                </a:lnTo>
                <a:lnTo>
                  <a:pt x="37909" y="265557"/>
                </a:lnTo>
                <a:lnTo>
                  <a:pt x="37457" y="248126"/>
                </a:lnTo>
                <a:lnTo>
                  <a:pt x="36576" y="234696"/>
                </a:lnTo>
                <a:lnTo>
                  <a:pt x="62484" y="248412"/>
                </a:lnTo>
                <a:lnTo>
                  <a:pt x="333538" y="248412"/>
                </a:lnTo>
                <a:lnTo>
                  <a:pt x="341376" y="254508"/>
                </a:lnTo>
                <a:lnTo>
                  <a:pt x="336232" y="259080"/>
                </a:lnTo>
                <a:lnTo>
                  <a:pt x="62484" y="259080"/>
                </a:lnTo>
                <a:lnTo>
                  <a:pt x="62484" y="391668"/>
                </a:lnTo>
                <a:lnTo>
                  <a:pt x="36576" y="403860"/>
                </a:lnTo>
                <a:close/>
              </a:path>
              <a:path w="375285" h="403860">
                <a:moveTo>
                  <a:pt x="129540" y="385572"/>
                </a:moveTo>
                <a:lnTo>
                  <a:pt x="129540" y="259080"/>
                </a:lnTo>
                <a:lnTo>
                  <a:pt x="152400" y="259080"/>
                </a:lnTo>
                <a:lnTo>
                  <a:pt x="152400" y="373380"/>
                </a:lnTo>
                <a:lnTo>
                  <a:pt x="129540" y="385572"/>
                </a:lnTo>
                <a:close/>
              </a:path>
              <a:path w="375285" h="403860">
                <a:moveTo>
                  <a:pt x="213360" y="382524"/>
                </a:moveTo>
                <a:lnTo>
                  <a:pt x="213360" y="259080"/>
                </a:lnTo>
                <a:lnTo>
                  <a:pt x="236220" y="259080"/>
                </a:lnTo>
                <a:lnTo>
                  <a:pt x="236220" y="370332"/>
                </a:lnTo>
                <a:lnTo>
                  <a:pt x="213360" y="382524"/>
                </a:lnTo>
                <a:close/>
              </a:path>
              <a:path w="375285" h="403860">
                <a:moveTo>
                  <a:pt x="327660" y="367284"/>
                </a:moveTo>
                <a:lnTo>
                  <a:pt x="301751" y="367284"/>
                </a:lnTo>
                <a:lnTo>
                  <a:pt x="306324" y="362712"/>
                </a:lnTo>
                <a:lnTo>
                  <a:pt x="306324" y="259080"/>
                </a:lnTo>
                <a:lnTo>
                  <a:pt x="336232" y="259080"/>
                </a:lnTo>
                <a:lnTo>
                  <a:pt x="327660" y="266700"/>
                </a:lnTo>
                <a:lnTo>
                  <a:pt x="327660" y="367284"/>
                </a:lnTo>
                <a:close/>
              </a:path>
              <a:path w="375285" h="403860">
                <a:moveTo>
                  <a:pt x="297180" y="402336"/>
                </a:moveTo>
                <a:lnTo>
                  <a:pt x="293131" y="391787"/>
                </a:lnTo>
                <a:lnTo>
                  <a:pt x="285369" y="383095"/>
                </a:lnTo>
                <a:lnTo>
                  <a:pt x="273605" y="376404"/>
                </a:lnTo>
                <a:lnTo>
                  <a:pt x="257556" y="371856"/>
                </a:lnTo>
                <a:lnTo>
                  <a:pt x="257556" y="365760"/>
                </a:lnTo>
                <a:lnTo>
                  <a:pt x="267533" y="365998"/>
                </a:lnTo>
                <a:lnTo>
                  <a:pt x="285202" y="367045"/>
                </a:lnTo>
                <a:lnTo>
                  <a:pt x="292608" y="367284"/>
                </a:lnTo>
                <a:lnTo>
                  <a:pt x="327660" y="367284"/>
                </a:lnTo>
                <a:lnTo>
                  <a:pt x="325897" y="378975"/>
                </a:lnTo>
                <a:lnTo>
                  <a:pt x="320421" y="388810"/>
                </a:lnTo>
                <a:lnTo>
                  <a:pt x="310943" y="396644"/>
                </a:lnTo>
                <a:lnTo>
                  <a:pt x="297180" y="40233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8" name="object 98"/>
          <p:cNvSpPr/>
          <p:nvPr/>
        </p:nvSpPr>
        <p:spPr>
          <a:xfrm>
            <a:off x="6129528" y="5701284"/>
            <a:ext cx="847725" cy="408940"/>
          </a:xfrm>
          <a:custGeom>
            <a:avLst/>
            <a:gdLst/>
            <a:ahLst/>
            <a:cxnLst/>
            <a:rect l="l" t="t" r="r" b="b"/>
            <a:pathLst>
              <a:path w="847725" h="408939">
                <a:moveTo>
                  <a:pt x="393192" y="42672"/>
                </a:moveTo>
                <a:lnTo>
                  <a:pt x="358140" y="6096"/>
                </a:lnTo>
                <a:lnTo>
                  <a:pt x="330708" y="33528"/>
                </a:lnTo>
                <a:lnTo>
                  <a:pt x="236220" y="33528"/>
                </a:lnTo>
                <a:lnTo>
                  <a:pt x="236220" y="42672"/>
                </a:lnTo>
                <a:lnTo>
                  <a:pt x="236220" y="96012"/>
                </a:lnTo>
                <a:lnTo>
                  <a:pt x="236220" y="105156"/>
                </a:lnTo>
                <a:lnTo>
                  <a:pt x="236220" y="170688"/>
                </a:lnTo>
                <a:lnTo>
                  <a:pt x="166116" y="170688"/>
                </a:lnTo>
                <a:lnTo>
                  <a:pt x="166116" y="105156"/>
                </a:lnTo>
                <a:lnTo>
                  <a:pt x="236220" y="105156"/>
                </a:lnTo>
                <a:lnTo>
                  <a:pt x="236220" y="96012"/>
                </a:lnTo>
                <a:lnTo>
                  <a:pt x="166116" y="96012"/>
                </a:lnTo>
                <a:lnTo>
                  <a:pt x="166116" y="42672"/>
                </a:lnTo>
                <a:lnTo>
                  <a:pt x="236220" y="42672"/>
                </a:lnTo>
                <a:lnTo>
                  <a:pt x="236220" y="33528"/>
                </a:lnTo>
                <a:lnTo>
                  <a:pt x="16764" y="33528"/>
                </a:lnTo>
                <a:lnTo>
                  <a:pt x="33528" y="48768"/>
                </a:lnTo>
                <a:lnTo>
                  <a:pt x="42672" y="46532"/>
                </a:lnTo>
                <a:lnTo>
                  <a:pt x="51816" y="44577"/>
                </a:lnTo>
                <a:lnTo>
                  <a:pt x="60960" y="43205"/>
                </a:lnTo>
                <a:lnTo>
                  <a:pt x="70104" y="42672"/>
                </a:lnTo>
                <a:lnTo>
                  <a:pt x="144780" y="42672"/>
                </a:lnTo>
                <a:lnTo>
                  <a:pt x="144780" y="96012"/>
                </a:lnTo>
                <a:lnTo>
                  <a:pt x="144780" y="105156"/>
                </a:lnTo>
                <a:lnTo>
                  <a:pt x="144780" y="170688"/>
                </a:lnTo>
                <a:lnTo>
                  <a:pt x="83820" y="170688"/>
                </a:lnTo>
                <a:lnTo>
                  <a:pt x="83820" y="105156"/>
                </a:lnTo>
                <a:lnTo>
                  <a:pt x="144780" y="105156"/>
                </a:lnTo>
                <a:lnTo>
                  <a:pt x="144780" y="96012"/>
                </a:lnTo>
                <a:lnTo>
                  <a:pt x="86868" y="96012"/>
                </a:lnTo>
                <a:lnTo>
                  <a:pt x="59436" y="82296"/>
                </a:lnTo>
                <a:lnTo>
                  <a:pt x="59664" y="96012"/>
                </a:lnTo>
                <a:lnTo>
                  <a:pt x="60718" y="126669"/>
                </a:lnTo>
                <a:lnTo>
                  <a:pt x="60833" y="134302"/>
                </a:lnTo>
                <a:lnTo>
                  <a:pt x="60718" y="156857"/>
                </a:lnTo>
                <a:lnTo>
                  <a:pt x="59664" y="188239"/>
                </a:lnTo>
                <a:lnTo>
                  <a:pt x="59436" y="204216"/>
                </a:lnTo>
                <a:lnTo>
                  <a:pt x="83820" y="195072"/>
                </a:lnTo>
                <a:lnTo>
                  <a:pt x="83820" y="181356"/>
                </a:lnTo>
                <a:lnTo>
                  <a:pt x="320040" y="181356"/>
                </a:lnTo>
                <a:lnTo>
                  <a:pt x="320040" y="199644"/>
                </a:lnTo>
                <a:lnTo>
                  <a:pt x="344424" y="187452"/>
                </a:lnTo>
                <a:lnTo>
                  <a:pt x="344043" y="181356"/>
                </a:lnTo>
                <a:lnTo>
                  <a:pt x="343535" y="173164"/>
                </a:lnTo>
                <a:lnTo>
                  <a:pt x="343471" y="170688"/>
                </a:lnTo>
                <a:lnTo>
                  <a:pt x="343090" y="155448"/>
                </a:lnTo>
                <a:lnTo>
                  <a:pt x="342976" y="141732"/>
                </a:lnTo>
                <a:lnTo>
                  <a:pt x="342900" y="109728"/>
                </a:lnTo>
                <a:lnTo>
                  <a:pt x="348043" y="105156"/>
                </a:lnTo>
                <a:lnTo>
                  <a:pt x="356616" y="97536"/>
                </a:lnTo>
                <a:lnTo>
                  <a:pt x="354545" y="96012"/>
                </a:lnTo>
                <a:lnTo>
                  <a:pt x="327660" y="76200"/>
                </a:lnTo>
                <a:lnTo>
                  <a:pt x="320040" y="88582"/>
                </a:lnTo>
                <a:lnTo>
                  <a:pt x="320040" y="105156"/>
                </a:lnTo>
                <a:lnTo>
                  <a:pt x="320040" y="170688"/>
                </a:lnTo>
                <a:lnTo>
                  <a:pt x="259080" y="170688"/>
                </a:lnTo>
                <a:lnTo>
                  <a:pt x="259080" y="105156"/>
                </a:lnTo>
                <a:lnTo>
                  <a:pt x="320040" y="105156"/>
                </a:lnTo>
                <a:lnTo>
                  <a:pt x="320040" y="88582"/>
                </a:lnTo>
                <a:lnTo>
                  <a:pt x="315468" y="96012"/>
                </a:lnTo>
                <a:lnTo>
                  <a:pt x="259080" y="96012"/>
                </a:lnTo>
                <a:lnTo>
                  <a:pt x="259080" y="42672"/>
                </a:lnTo>
                <a:lnTo>
                  <a:pt x="393192" y="42672"/>
                </a:lnTo>
                <a:close/>
              </a:path>
              <a:path w="847725" h="408939">
                <a:moveTo>
                  <a:pt x="402336" y="249936"/>
                </a:moveTo>
                <a:lnTo>
                  <a:pt x="367284" y="213360"/>
                </a:lnTo>
                <a:lnTo>
                  <a:pt x="336804" y="239268"/>
                </a:lnTo>
                <a:lnTo>
                  <a:pt x="263652" y="239268"/>
                </a:lnTo>
                <a:lnTo>
                  <a:pt x="263652" y="249936"/>
                </a:lnTo>
                <a:lnTo>
                  <a:pt x="253974" y="269367"/>
                </a:lnTo>
                <a:lnTo>
                  <a:pt x="243459" y="286512"/>
                </a:lnTo>
                <a:lnTo>
                  <a:pt x="232359" y="301371"/>
                </a:lnTo>
                <a:lnTo>
                  <a:pt x="220980" y="313944"/>
                </a:lnTo>
                <a:lnTo>
                  <a:pt x="191566" y="309664"/>
                </a:lnTo>
                <a:lnTo>
                  <a:pt x="121920" y="300228"/>
                </a:lnTo>
                <a:lnTo>
                  <a:pt x="132537" y="285089"/>
                </a:lnTo>
                <a:lnTo>
                  <a:pt x="149771" y="259943"/>
                </a:lnTo>
                <a:lnTo>
                  <a:pt x="156972" y="249936"/>
                </a:lnTo>
                <a:lnTo>
                  <a:pt x="263652" y="249936"/>
                </a:lnTo>
                <a:lnTo>
                  <a:pt x="263652" y="239268"/>
                </a:lnTo>
                <a:lnTo>
                  <a:pt x="160020" y="239268"/>
                </a:lnTo>
                <a:lnTo>
                  <a:pt x="164795" y="231559"/>
                </a:lnTo>
                <a:lnTo>
                  <a:pt x="169735" y="224409"/>
                </a:lnTo>
                <a:lnTo>
                  <a:pt x="174371" y="217843"/>
                </a:lnTo>
                <a:lnTo>
                  <a:pt x="178308" y="211836"/>
                </a:lnTo>
                <a:lnTo>
                  <a:pt x="193548" y="204216"/>
                </a:lnTo>
                <a:lnTo>
                  <a:pt x="156972" y="184404"/>
                </a:lnTo>
                <a:lnTo>
                  <a:pt x="152323" y="198120"/>
                </a:lnTo>
                <a:lnTo>
                  <a:pt x="147256" y="211836"/>
                </a:lnTo>
                <a:lnTo>
                  <a:pt x="141325" y="225552"/>
                </a:lnTo>
                <a:lnTo>
                  <a:pt x="134112" y="239268"/>
                </a:lnTo>
                <a:lnTo>
                  <a:pt x="0" y="239268"/>
                </a:lnTo>
                <a:lnTo>
                  <a:pt x="15240" y="256032"/>
                </a:lnTo>
                <a:lnTo>
                  <a:pt x="24968" y="253161"/>
                </a:lnTo>
                <a:lnTo>
                  <a:pt x="33718" y="251269"/>
                </a:lnTo>
                <a:lnTo>
                  <a:pt x="41592" y="250253"/>
                </a:lnTo>
                <a:lnTo>
                  <a:pt x="48768" y="249936"/>
                </a:lnTo>
                <a:lnTo>
                  <a:pt x="128016" y="249936"/>
                </a:lnTo>
                <a:lnTo>
                  <a:pt x="116268" y="269925"/>
                </a:lnTo>
                <a:lnTo>
                  <a:pt x="106108" y="286321"/>
                </a:lnTo>
                <a:lnTo>
                  <a:pt x="97358" y="299021"/>
                </a:lnTo>
                <a:lnTo>
                  <a:pt x="89916" y="307848"/>
                </a:lnTo>
                <a:lnTo>
                  <a:pt x="117678" y="311594"/>
                </a:lnTo>
                <a:lnTo>
                  <a:pt x="146304" y="316039"/>
                </a:lnTo>
                <a:lnTo>
                  <a:pt x="176060" y="321360"/>
                </a:lnTo>
                <a:lnTo>
                  <a:pt x="207264" y="327660"/>
                </a:lnTo>
                <a:lnTo>
                  <a:pt x="172377" y="348221"/>
                </a:lnTo>
                <a:lnTo>
                  <a:pt x="127063" y="366331"/>
                </a:lnTo>
                <a:lnTo>
                  <a:pt x="71170" y="381889"/>
                </a:lnTo>
                <a:lnTo>
                  <a:pt x="4572" y="394716"/>
                </a:lnTo>
                <a:lnTo>
                  <a:pt x="6096" y="400812"/>
                </a:lnTo>
                <a:lnTo>
                  <a:pt x="52971" y="395693"/>
                </a:lnTo>
                <a:lnTo>
                  <a:pt x="93154" y="389572"/>
                </a:lnTo>
                <a:lnTo>
                  <a:pt x="153924" y="374904"/>
                </a:lnTo>
                <a:lnTo>
                  <a:pt x="197548" y="356425"/>
                </a:lnTo>
                <a:lnTo>
                  <a:pt x="233172" y="336804"/>
                </a:lnTo>
                <a:lnTo>
                  <a:pt x="270891" y="350215"/>
                </a:lnTo>
                <a:lnTo>
                  <a:pt x="301752" y="362902"/>
                </a:lnTo>
                <a:lnTo>
                  <a:pt x="325755" y="374738"/>
                </a:lnTo>
                <a:lnTo>
                  <a:pt x="342900" y="385572"/>
                </a:lnTo>
                <a:lnTo>
                  <a:pt x="350520" y="393192"/>
                </a:lnTo>
                <a:lnTo>
                  <a:pt x="356616" y="396240"/>
                </a:lnTo>
                <a:lnTo>
                  <a:pt x="364236" y="396240"/>
                </a:lnTo>
                <a:lnTo>
                  <a:pt x="365760" y="390144"/>
                </a:lnTo>
                <a:lnTo>
                  <a:pt x="365760" y="379476"/>
                </a:lnTo>
                <a:lnTo>
                  <a:pt x="364058" y="370649"/>
                </a:lnTo>
                <a:lnTo>
                  <a:pt x="324675" y="343001"/>
                </a:lnTo>
                <a:lnTo>
                  <a:pt x="305409" y="336804"/>
                </a:lnTo>
                <a:lnTo>
                  <a:pt x="304228" y="336423"/>
                </a:lnTo>
                <a:lnTo>
                  <a:pt x="278333" y="329285"/>
                </a:lnTo>
                <a:lnTo>
                  <a:pt x="246888" y="321564"/>
                </a:lnTo>
                <a:lnTo>
                  <a:pt x="252717" y="313944"/>
                </a:lnTo>
                <a:lnTo>
                  <a:pt x="260045" y="304380"/>
                </a:lnTo>
                <a:lnTo>
                  <a:pt x="272224" y="286893"/>
                </a:lnTo>
                <a:lnTo>
                  <a:pt x="283527" y="268846"/>
                </a:lnTo>
                <a:lnTo>
                  <a:pt x="294132" y="249936"/>
                </a:lnTo>
                <a:lnTo>
                  <a:pt x="402336" y="249936"/>
                </a:lnTo>
                <a:close/>
              </a:path>
              <a:path w="847725" h="408939">
                <a:moveTo>
                  <a:pt x="565404" y="22860"/>
                </a:moveTo>
                <a:lnTo>
                  <a:pt x="531876" y="0"/>
                </a:lnTo>
                <a:lnTo>
                  <a:pt x="528675" y="14312"/>
                </a:lnTo>
                <a:lnTo>
                  <a:pt x="523494" y="34480"/>
                </a:lnTo>
                <a:lnTo>
                  <a:pt x="505968" y="92964"/>
                </a:lnTo>
                <a:lnTo>
                  <a:pt x="478726" y="161734"/>
                </a:lnTo>
                <a:lnTo>
                  <a:pt x="443484" y="227076"/>
                </a:lnTo>
                <a:lnTo>
                  <a:pt x="448056" y="231648"/>
                </a:lnTo>
                <a:lnTo>
                  <a:pt x="460629" y="216789"/>
                </a:lnTo>
                <a:lnTo>
                  <a:pt x="473202" y="199644"/>
                </a:lnTo>
                <a:lnTo>
                  <a:pt x="485775" y="180213"/>
                </a:lnTo>
                <a:lnTo>
                  <a:pt x="498348" y="158496"/>
                </a:lnTo>
                <a:lnTo>
                  <a:pt x="498233" y="341757"/>
                </a:lnTo>
                <a:lnTo>
                  <a:pt x="498132" y="352806"/>
                </a:lnTo>
                <a:lnTo>
                  <a:pt x="497700" y="377024"/>
                </a:lnTo>
                <a:lnTo>
                  <a:pt x="496824" y="408432"/>
                </a:lnTo>
                <a:lnTo>
                  <a:pt x="522732" y="399288"/>
                </a:lnTo>
                <a:lnTo>
                  <a:pt x="521843" y="386410"/>
                </a:lnTo>
                <a:lnTo>
                  <a:pt x="521436" y="370141"/>
                </a:lnTo>
                <a:lnTo>
                  <a:pt x="521322" y="358140"/>
                </a:lnTo>
                <a:lnTo>
                  <a:pt x="521208" y="158496"/>
                </a:lnTo>
                <a:lnTo>
                  <a:pt x="521208" y="141732"/>
                </a:lnTo>
                <a:lnTo>
                  <a:pt x="533400" y="132588"/>
                </a:lnTo>
                <a:lnTo>
                  <a:pt x="518160" y="120396"/>
                </a:lnTo>
                <a:lnTo>
                  <a:pt x="532257" y="82105"/>
                </a:lnTo>
                <a:lnTo>
                  <a:pt x="548894" y="40436"/>
                </a:lnTo>
                <a:lnTo>
                  <a:pt x="559701" y="25679"/>
                </a:lnTo>
                <a:lnTo>
                  <a:pt x="565404" y="22860"/>
                </a:lnTo>
                <a:close/>
              </a:path>
              <a:path w="847725" h="408939">
                <a:moveTo>
                  <a:pt x="705612" y="123444"/>
                </a:moveTo>
                <a:lnTo>
                  <a:pt x="676656" y="94488"/>
                </a:lnTo>
                <a:lnTo>
                  <a:pt x="656844" y="112776"/>
                </a:lnTo>
                <a:lnTo>
                  <a:pt x="630936" y="112776"/>
                </a:lnTo>
                <a:lnTo>
                  <a:pt x="630936" y="39624"/>
                </a:lnTo>
                <a:lnTo>
                  <a:pt x="644652" y="27432"/>
                </a:lnTo>
                <a:lnTo>
                  <a:pt x="608076" y="10668"/>
                </a:lnTo>
                <a:lnTo>
                  <a:pt x="608952" y="34886"/>
                </a:lnTo>
                <a:lnTo>
                  <a:pt x="609409" y="55626"/>
                </a:lnTo>
                <a:lnTo>
                  <a:pt x="609536" y="66179"/>
                </a:lnTo>
                <a:lnTo>
                  <a:pt x="609600" y="112776"/>
                </a:lnTo>
                <a:lnTo>
                  <a:pt x="544068" y="112776"/>
                </a:lnTo>
                <a:lnTo>
                  <a:pt x="559308" y="128016"/>
                </a:lnTo>
                <a:lnTo>
                  <a:pt x="569595" y="126022"/>
                </a:lnTo>
                <a:lnTo>
                  <a:pt x="579882" y="124587"/>
                </a:lnTo>
                <a:lnTo>
                  <a:pt x="590169" y="123736"/>
                </a:lnTo>
                <a:lnTo>
                  <a:pt x="600456" y="123444"/>
                </a:lnTo>
                <a:lnTo>
                  <a:pt x="609600" y="123444"/>
                </a:lnTo>
                <a:lnTo>
                  <a:pt x="609600" y="211836"/>
                </a:lnTo>
                <a:lnTo>
                  <a:pt x="582168" y="211836"/>
                </a:lnTo>
                <a:lnTo>
                  <a:pt x="559308" y="198120"/>
                </a:lnTo>
                <a:lnTo>
                  <a:pt x="560171" y="215696"/>
                </a:lnTo>
                <a:lnTo>
                  <a:pt x="560641" y="236982"/>
                </a:lnTo>
                <a:lnTo>
                  <a:pt x="560730" y="250558"/>
                </a:lnTo>
                <a:lnTo>
                  <a:pt x="560641" y="341757"/>
                </a:lnTo>
                <a:lnTo>
                  <a:pt x="560184" y="363715"/>
                </a:lnTo>
                <a:lnTo>
                  <a:pt x="559308" y="382524"/>
                </a:lnTo>
                <a:lnTo>
                  <a:pt x="582168" y="371856"/>
                </a:lnTo>
                <a:lnTo>
                  <a:pt x="582168" y="335280"/>
                </a:lnTo>
                <a:lnTo>
                  <a:pt x="656844" y="335280"/>
                </a:lnTo>
                <a:lnTo>
                  <a:pt x="656844" y="362712"/>
                </a:lnTo>
                <a:lnTo>
                  <a:pt x="679704" y="350520"/>
                </a:lnTo>
                <a:lnTo>
                  <a:pt x="678180" y="228600"/>
                </a:lnTo>
                <a:lnTo>
                  <a:pt x="687324" y="222504"/>
                </a:lnTo>
                <a:lnTo>
                  <a:pt x="691896" y="219456"/>
                </a:lnTo>
                <a:lnTo>
                  <a:pt x="683729" y="211836"/>
                </a:lnTo>
                <a:lnTo>
                  <a:pt x="669036" y="198120"/>
                </a:lnTo>
                <a:lnTo>
                  <a:pt x="656844" y="210312"/>
                </a:lnTo>
                <a:lnTo>
                  <a:pt x="656844" y="222504"/>
                </a:lnTo>
                <a:lnTo>
                  <a:pt x="656844" y="324612"/>
                </a:lnTo>
                <a:lnTo>
                  <a:pt x="582168" y="324612"/>
                </a:lnTo>
                <a:lnTo>
                  <a:pt x="582168" y="222504"/>
                </a:lnTo>
                <a:lnTo>
                  <a:pt x="656844" y="222504"/>
                </a:lnTo>
                <a:lnTo>
                  <a:pt x="656844" y="210312"/>
                </a:lnTo>
                <a:lnTo>
                  <a:pt x="655320" y="211836"/>
                </a:lnTo>
                <a:lnTo>
                  <a:pt x="630936" y="211836"/>
                </a:lnTo>
                <a:lnTo>
                  <a:pt x="630936" y="123444"/>
                </a:lnTo>
                <a:lnTo>
                  <a:pt x="705612" y="123444"/>
                </a:lnTo>
                <a:close/>
              </a:path>
              <a:path w="847725" h="408939">
                <a:moveTo>
                  <a:pt x="847344" y="373380"/>
                </a:moveTo>
                <a:lnTo>
                  <a:pt x="803148" y="348996"/>
                </a:lnTo>
                <a:lnTo>
                  <a:pt x="775500" y="319646"/>
                </a:lnTo>
                <a:lnTo>
                  <a:pt x="768096" y="309372"/>
                </a:lnTo>
                <a:lnTo>
                  <a:pt x="776820" y="289560"/>
                </a:lnTo>
                <a:lnTo>
                  <a:pt x="778548" y="284988"/>
                </a:lnTo>
                <a:lnTo>
                  <a:pt x="791667" y="245935"/>
                </a:lnTo>
                <a:lnTo>
                  <a:pt x="801331" y="198869"/>
                </a:lnTo>
                <a:lnTo>
                  <a:pt x="808189" y="148145"/>
                </a:lnTo>
                <a:lnTo>
                  <a:pt x="810768" y="121920"/>
                </a:lnTo>
                <a:lnTo>
                  <a:pt x="845820" y="121920"/>
                </a:lnTo>
                <a:lnTo>
                  <a:pt x="835152" y="111252"/>
                </a:lnTo>
                <a:lnTo>
                  <a:pt x="818388" y="94488"/>
                </a:lnTo>
                <a:lnTo>
                  <a:pt x="801624" y="111252"/>
                </a:lnTo>
                <a:lnTo>
                  <a:pt x="789432" y="111252"/>
                </a:lnTo>
                <a:lnTo>
                  <a:pt x="789432" y="121920"/>
                </a:lnTo>
                <a:lnTo>
                  <a:pt x="786003" y="150495"/>
                </a:lnTo>
                <a:lnTo>
                  <a:pt x="779145" y="200787"/>
                </a:lnTo>
                <a:lnTo>
                  <a:pt x="771118" y="241922"/>
                </a:lnTo>
                <a:lnTo>
                  <a:pt x="755904" y="284988"/>
                </a:lnTo>
                <a:lnTo>
                  <a:pt x="750443" y="272084"/>
                </a:lnTo>
                <a:lnTo>
                  <a:pt x="736092" y="227076"/>
                </a:lnTo>
                <a:lnTo>
                  <a:pt x="723658" y="168783"/>
                </a:lnTo>
                <a:lnTo>
                  <a:pt x="720852" y="144780"/>
                </a:lnTo>
                <a:lnTo>
                  <a:pt x="728472" y="121920"/>
                </a:lnTo>
                <a:lnTo>
                  <a:pt x="789432" y="121920"/>
                </a:lnTo>
                <a:lnTo>
                  <a:pt x="789432" y="111252"/>
                </a:lnTo>
                <a:lnTo>
                  <a:pt x="729996" y="111252"/>
                </a:lnTo>
                <a:lnTo>
                  <a:pt x="737184" y="87249"/>
                </a:lnTo>
                <a:lnTo>
                  <a:pt x="742950" y="67818"/>
                </a:lnTo>
                <a:lnTo>
                  <a:pt x="747560" y="52959"/>
                </a:lnTo>
                <a:lnTo>
                  <a:pt x="751332" y="42672"/>
                </a:lnTo>
                <a:lnTo>
                  <a:pt x="753922" y="35267"/>
                </a:lnTo>
                <a:lnTo>
                  <a:pt x="757237" y="29146"/>
                </a:lnTo>
                <a:lnTo>
                  <a:pt x="761403" y="24460"/>
                </a:lnTo>
                <a:lnTo>
                  <a:pt x="766572" y="21336"/>
                </a:lnTo>
                <a:lnTo>
                  <a:pt x="733044" y="1524"/>
                </a:lnTo>
                <a:lnTo>
                  <a:pt x="725043" y="55626"/>
                </a:lnTo>
                <a:lnTo>
                  <a:pt x="714756" y="109728"/>
                </a:lnTo>
                <a:lnTo>
                  <a:pt x="700659" y="159639"/>
                </a:lnTo>
                <a:lnTo>
                  <a:pt x="684276" y="202692"/>
                </a:lnTo>
                <a:lnTo>
                  <a:pt x="690372" y="204216"/>
                </a:lnTo>
                <a:lnTo>
                  <a:pt x="696341" y="195122"/>
                </a:lnTo>
                <a:lnTo>
                  <a:pt x="702754" y="184023"/>
                </a:lnTo>
                <a:lnTo>
                  <a:pt x="709434" y="171221"/>
                </a:lnTo>
                <a:lnTo>
                  <a:pt x="716280" y="156972"/>
                </a:lnTo>
                <a:lnTo>
                  <a:pt x="717461" y="177888"/>
                </a:lnTo>
                <a:lnTo>
                  <a:pt x="723900" y="233172"/>
                </a:lnTo>
                <a:lnTo>
                  <a:pt x="738898" y="285902"/>
                </a:lnTo>
                <a:lnTo>
                  <a:pt x="745236" y="303276"/>
                </a:lnTo>
                <a:lnTo>
                  <a:pt x="734352" y="317855"/>
                </a:lnTo>
                <a:lnTo>
                  <a:pt x="693420" y="358140"/>
                </a:lnTo>
                <a:lnTo>
                  <a:pt x="662178" y="381000"/>
                </a:lnTo>
                <a:lnTo>
                  <a:pt x="630936" y="399288"/>
                </a:lnTo>
                <a:lnTo>
                  <a:pt x="633984" y="405384"/>
                </a:lnTo>
                <a:lnTo>
                  <a:pt x="672338" y="387388"/>
                </a:lnTo>
                <a:lnTo>
                  <a:pt x="708317" y="365950"/>
                </a:lnTo>
                <a:lnTo>
                  <a:pt x="741375" y="338518"/>
                </a:lnTo>
                <a:lnTo>
                  <a:pt x="755904" y="323088"/>
                </a:lnTo>
                <a:lnTo>
                  <a:pt x="763016" y="334238"/>
                </a:lnTo>
                <a:lnTo>
                  <a:pt x="770445" y="344639"/>
                </a:lnTo>
                <a:lnTo>
                  <a:pt x="778395" y="354812"/>
                </a:lnTo>
                <a:lnTo>
                  <a:pt x="786384" y="364236"/>
                </a:lnTo>
                <a:lnTo>
                  <a:pt x="794385" y="373951"/>
                </a:lnTo>
                <a:lnTo>
                  <a:pt x="802386" y="382524"/>
                </a:lnTo>
                <a:lnTo>
                  <a:pt x="810387" y="389953"/>
                </a:lnTo>
                <a:lnTo>
                  <a:pt x="818388" y="396240"/>
                </a:lnTo>
                <a:lnTo>
                  <a:pt x="823544" y="389128"/>
                </a:lnTo>
                <a:lnTo>
                  <a:pt x="830008" y="383857"/>
                </a:lnTo>
                <a:lnTo>
                  <a:pt x="837882" y="380606"/>
                </a:lnTo>
                <a:lnTo>
                  <a:pt x="847344" y="379476"/>
                </a:lnTo>
                <a:lnTo>
                  <a:pt x="847344" y="37338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9" name="object 99"/>
          <p:cNvSpPr/>
          <p:nvPr/>
        </p:nvSpPr>
        <p:spPr>
          <a:xfrm>
            <a:off x="7056120" y="5707379"/>
            <a:ext cx="335280" cy="393700"/>
          </a:xfrm>
          <a:custGeom>
            <a:avLst/>
            <a:gdLst/>
            <a:ahLst/>
            <a:cxnLst/>
            <a:rect l="l" t="t" r="r" b="b"/>
            <a:pathLst>
              <a:path w="335279" h="393700">
                <a:moveTo>
                  <a:pt x="297179" y="393191"/>
                </a:moveTo>
                <a:lnTo>
                  <a:pt x="297179" y="365760"/>
                </a:lnTo>
                <a:lnTo>
                  <a:pt x="36575" y="365760"/>
                </a:lnTo>
                <a:lnTo>
                  <a:pt x="24383" y="377952"/>
                </a:lnTo>
                <a:lnTo>
                  <a:pt x="0" y="358140"/>
                </a:lnTo>
                <a:lnTo>
                  <a:pt x="12192" y="345948"/>
                </a:lnTo>
                <a:lnTo>
                  <a:pt x="12192" y="278891"/>
                </a:lnTo>
                <a:lnTo>
                  <a:pt x="11953" y="265771"/>
                </a:lnTo>
                <a:lnTo>
                  <a:pt x="10906" y="236672"/>
                </a:lnTo>
                <a:lnTo>
                  <a:pt x="10668" y="220980"/>
                </a:lnTo>
                <a:lnTo>
                  <a:pt x="50292" y="242315"/>
                </a:lnTo>
                <a:lnTo>
                  <a:pt x="36575" y="254508"/>
                </a:lnTo>
                <a:lnTo>
                  <a:pt x="36575" y="355091"/>
                </a:lnTo>
                <a:lnTo>
                  <a:pt x="152399" y="355091"/>
                </a:lnTo>
                <a:lnTo>
                  <a:pt x="152399" y="187452"/>
                </a:lnTo>
                <a:lnTo>
                  <a:pt x="51815" y="187452"/>
                </a:lnTo>
                <a:lnTo>
                  <a:pt x="38099" y="198120"/>
                </a:lnTo>
                <a:lnTo>
                  <a:pt x="13715" y="179832"/>
                </a:lnTo>
                <a:lnTo>
                  <a:pt x="25907" y="169164"/>
                </a:lnTo>
                <a:lnTo>
                  <a:pt x="25907" y="97536"/>
                </a:lnTo>
                <a:lnTo>
                  <a:pt x="25669" y="86987"/>
                </a:lnTo>
                <a:lnTo>
                  <a:pt x="24622" y="64746"/>
                </a:lnTo>
                <a:lnTo>
                  <a:pt x="24383" y="53340"/>
                </a:lnTo>
                <a:lnTo>
                  <a:pt x="65532" y="73152"/>
                </a:lnTo>
                <a:lnTo>
                  <a:pt x="50292" y="83820"/>
                </a:lnTo>
                <a:lnTo>
                  <a:pt x="50292" y="176784"/>
                </a:lnTo>
                <a:lnTo>
                  <a:pt x="152399" y="176784"/>
                </a:lnTo>
                <a:lnTo>
                  <a:pt x="152376" y="45862"/>
                </a:lnTo>
                <a:lnTo>
                  <a:pt x="152209" y="30480"/>
                </a:lnTo>
                <a:lnTo>
                  <a:pt x="151757" y="15097"/>
                </a:lnTo>
                <a:lnTo>
                  <a:pt x="150875" y="0"/>
                </a:lnTo>
                <a:lnTo>
                  <a:pt x="190499" y="19812"/>
                </a:lnTo>
                <a:lnTo>
                  <a:pt x="176783" y="35052"/>
                </a:lnTo>
                <a:lnTo>
                  <a:pt x="176783" y="176784"/>
                </a:lnTo>
                <a:lnTo>
                  <a:pt x="278891" y="176784"/>
                </a:lnTo>
                <a:lnTo>
                  <a:pt x="278868" y="86915"/>
                </a:lnTo>
                <a:lnTo>
                  <a:pt x="278701" y="75438"/>
                </a:lnTo>
                <a:lnTo>
                  <a:pt x="278249" y="62817"/>
                </a:lnTo>
                <a:lnTo>
                  <a:pt x="277367" y="48768"/>
                </a:lnTo>
                <a:lnTo>
                  <a:pt x="316991" y="68580"/>
                </a:lnTo>
                <a:lnTo>
                  <a:pt x="303275" y="80772"/>
                </a:lnTo>
                <a:lnTo>
                  <a:pt x="303275" y="147828"/>
                </a:lnTo>
                <a:lnTo>
                  <a:pt x="303561" y="157805"/>
                </a:lnTo>
                <a:lnTo>
                  <a:pt x="304418" y="169354"/>
                </a:lnTo>
                <a:lnTo>
                  <a:pt x="305847" y="182332"/>
                </a:lnTo>
                <a:lnTo>
                  <a:pt x="307847" y="196596"/>
                </a:lnTo>
                <a:lnTo>
                  <a:pt x="278891" y="207264"/>
                </a:lnTo>
                <a:lnTo>
                  <a:pt x="278891" y="187452"/>
                </a:lnTo>
                <a:lnTo>
                  <a:pt x="176783" y="187452"/>
                </a:lnTo>
                <a:lnTo>
                  <a:pt x="176783" y="355091"/>
                </a:lnTo>
                <a:lnTo>
                  <a:pt x="297179" y="355091"/>
                </a:lnTo>
                <a:lnTo>
                  <a:pt x="297179" y="278891"/>
                </a:lnTo>
                <a:lnTo>
                  <a:pt x="296941" y="266271"/>
                </a:lnTo>
                <a:lnTo>
                  <a:pt x="295894" y="239887"/>
                </a:lnTo>
                <a:lnTo>
                  <a:pt x="295655" y="225552"/>
                </a:lnTo>
                <a:lnTo>
                  <a:pt x="335279" y="246888"/>
                </a:lnTo>
                <a:lnTo>
                  <a:pt x="321563" y="257555"/>
                </a:lnTo>
                <a:lnTo>
                  <a:pt x="321587" y="337566"/>
                </a:lnTo>
                <a:lnTo>
                  <a:pt x="321754" y="353568"/>
                </a:lnTo>
                <a:lnTo>
                  <a:pt x="322206" y="369570"/>
                </a:lnTo>
                <a:lnTo>
                  <a:pt x="323087" y="385572"/>
                </a:lnTo>
                <a:lnTo>
                  <a:pt x="297179" y="39319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0" name="object 100"/>
          <p:cNvSpPr/>
          <p:nvPr/>
        </p:nvSpPr>
        <p:spPr>
          <a:xfrm>
            <a:off x="7476732" y="5701296"/>
            <a:ext cx="829310" cy="408940"/>
          </a:xfrm>
          <a:custGeom>
            <a:avLst/>
            <a:gdLst/>
            <a:ahLst/>
            <a:cxnLst/>
            <a:rect l="l" t="t" r="r" b="b"/>
            <a:pathLst>
              <a:path w="829309" h="408939">
                <a:moveTo>
                  <a:pt x="83820" y="94488"/>
                </a:moveTo>
                <a:lnTo>
                  <a:pt x="66865" y="59245"/>
                </a:lnTo>
                <a:lnTo>
                  <a:pt x="22860" y="30480"/>
                </a:lnTo>
                <a:lnTo>
                  <a:pt x="18288" y="35052"/>
                </a:lnTo>
                <a:lnTo>
                  <a:pt x="31965" y="52476"/>
                </a:lnTo>
                <a:lnTo>
                  <a:pt x="43053" y="68199"/>
                </a:lnTo>
                <a:lnTo>
                  <a:pt x="51295" y="82194"/>
                </a:lnTo>
                <a:lnTo>
                  <a:pt x="56388" y="94488"/>
                </a:lnTo>
                <a:lnTo>
                  <a:pt x="60960" y="105156"/>
                </a:lnTo>
                <a:lnTo>
                  <a:pt x="64008" y="111252"/>
                </a:lnTo>
                <a:lnTo>
                  <a:pt x="70104" y="111252"/>
                </a:lnTo>
                <a:lnTo>
                  <a:pt x="73152" y="109728"/>
                </a:lnTo>
                <a:lnTo>
                  <a:pt x="77724" y="105156"/>
                </a:lnTo>
                <a:lnTo>
                  <a:pt x="82296" y="102108"/>
                </a:lnTo>
                <a:lnTo>
                  <a:pt x="83820" y="94488"/>
                </a:lnTo>
                <a:close/>
              </a:path>
              <a:path w="829309" h="408939">
                <a:moveTo>
                  <a:pt x="134112" y="71628"/>
                </a:moveTo>
                <a:lnTo>
                  <a:pt x="126492" y="67056"/>
                </a:lnTo>
                <a:lnTo>
                  <a:pt x="99047" y="135648"/>
                </a:lnTo>
                <a:lnTo>
                  <a:pt x="78295" y="186118"/>
                </a:lnTo>
                <a:lnTo>
                  <a:pt x="64135" y="218567"/>
                </a:lnTo>
                <a:lnTo>
                  <a:pt x="56388" y="233172"/>
                </a:lnTo>
                <a:lnTo>
                  <a:pt x="51816" y="239268"/>
                </a:lnTo>
                <a:lnTo>
                  <a:pt x="45720" y="243840"/>
                </a:lnTo>
                <a:lnTo>
                  <a:pt x="39624" y="243840"/>
                </a:lnTo>
                <a:lnTo>
                  <a:pt x="34137" y="244424"/>
                </a:lnTo>
                <a:lnTo>
                  <a:pt x="24955" y="244411"/>
                </a:lnTo>
                <a:lnTo>
                  <a:pt x="13703" y="244043"/>
                </a:lnTo>
                <a:lnTo>
                  <a:pt x="0" y="243840"/>
                </a:lnTo>
                <a:lnTo>
                  <a:pt x="0" y="251460"/>
                </a:lnTo>
                <a:lnTo>
                  <a:pt x="13462" y="254647"/>
                </a:lnTo>
                <a:lnTo>
                  <a:pt x="24193" y="257556"/>
                </a:lnTo>
                <a:lnTo>
                  <a:pt x="46253" y="282295"/>
                </a:lnTo>
                <a:lnTo>
                  <a:pt x="45758" y="292036"/>
                </a:lnTo>
                <a:lnTo>
                  <a:pt x="45694" y="292798"/>
                </a:lnTo>
                <a:lnTo>
                  <a:pt x="44348" y="302653"/>
                </a:lnTo>
                <a:lnTo>
                  <a:pt x="41021" y="322110"/>
                </a:lnTo>
                <a:lnTo>
                  <a:pt x="39624" y="332232"/>
                </a:lnTo>
                <a:lnTo>
                  <a:pt x="38201" y="341033"/>
                </a:lnTo>
                <a:lnTo>
                  <a:pt x="38481" y="348996"/>
                </a:lnTo>
                <a:lnTo>
                  <a:pt x="40487" y="355803"/>
                </a:lnTo>
                <a:lnTo>
                  <a:pt x="44196" y="361188"/>
                </a:lnTo>
                <a:lnTo>
                  <a:pt x="48768" y="368808"/>
                </a:lnTo>
                <a:lnTo>
                  <a:pt x="56388" y="371856"/>
                </a:lnTo>
                <a:lnTo>
                  <a:pt x="64008" y="371856"/>
                </a:lnTo>
                <a:lnTo>
                  <a:pt x="68872" y="369900"/>
                </a:lnTo>
                <a:lnTo>
                  <a:pt x="72009" y="364236"/>
                </a:lnTo>
                <a:lnTo>
                  <a:pt x="73342" y="355803"/>
                </a:lnTo>
                <a:lnTo>
                  <a:pt x="73406" y="353441"/>
                </a:lnTo>
                <a:lnTo>
                  <a:pt x="73152" y="342900"/>
                </a:lnTo>
                <a:lnTo>
                  <a:pt x="71399" y="327774"/>
                </a:lnTo>
                <a:lnTo>
                  <a:pt x="70485" y="312229"/>
                </a:lnTo>
                <a:lnTo>
                  <a:pt x="70154" y="296392"/>
                </a:lnTo>
                <a:lnTo>
                  <a:pt x="70104" y="280416"/>
                </a:lnTo>
                <a:lnTo>
                  <a:pt x="74104" y="254431"/>
                </a:lnTo>
                <a:lnTo>
                  <a:pt x="76847" y="244475"/>
                </a:lnTo>
                <a:lnTo>
                  <a:pt x="86106" y="210883"/>
                </a:lnTo>
                <a:lnTo>
                  <a:pt x="106108" y="149898"/>
                </a:lnTo>
                <a:lnTo>
                  <a:pt x="134112" y="71628"/>
                </a:lnTo>
                <a:close/>
              </a:path>
              <a:path w="829309" h="408939">
                <a:moveTo>
                  <a:pt x="396240" y="233172"/>
                </a:moveTo>
                <a:lnTo>
                  <a:pt x="364236" y="199644"/>
                </a:lnTo>
                <a:lnTo>
                  <a:pt x="341376" y="222504"/>
                </a:lnTo>
                <a:lnTo>
                  <a:pt x="327660" y="222504"/>
                </a:lnTo>
                <a:lnTo>
                  <a:pt x="327660" y="117348"/>
                </a:lnTo>
                <a:lnTo>
                  <a:pt x="334975" y="112776"/>
                </a:lnTo>
                <a:lnTo>
                  <a:pt x="339852" y="109728"/>
                </a:lnTo>
                <a:lnTo>
                  <a:pt x="316992" y="86868"/>
                </a:lnTo>
                <a:lnTo>
                  <a:pt x="304800" y="99060"/>
                </a:lnTo>
                <a:lnTo>
                  <a:pt x="304800" y="112776"/>
                </a:lnTo>
                <a:lnTo>
                  <a:pt x="304800" y="222504"/>
                </a:lnTo>
                <a:lnTo>
                  <a:pt x="227076" y="222504"/>
                </a:lnTo>
                <a:lnTo>
                  <a:pt x="229247" y="195072"/>
                </a:lnTo>
                <a:lnTo>
                  <a:pt x="231267" y="166497"/>
                </a:lnTo>
                <a:lnTo>
                  <a:pt x="232613" y="140208"/>
                </a:lnTo>
                <a:lnTo>
                  <a:pt x="232727" y="135648"/>
                </a:lnTo>
                <a:lnTo>
                  <a:pt x="233172" y="112776"/>
                </a:lnTo>
                <a:lnTo>
                  <a:pt x="304800" y="112776"/>
                </a:lnTo>
                <a:lnTo>
                  <a:pt x="304800" y="99060"/>
                </a:lnTo>
                <a:lnTo>
                  <a:pt x="301752" y="102108"/>
                </a:lnTo>
                <a:lnTo>
                  <a:pt x="233172" y="102108"/>
                </a:lnTo>
                <a:lnTo>
                  <a:pt x="233172" y="30480"/>
                </a:lnTo>
                <a:lnTo>
                  <a:pt x="246888" y="18288"/>
                </a:lnTo>
                <a:lnTo>
                  <a:pt x="208788" y="0"/>
                </a:lnTo>
                <a:lnTo>
                  <a:pt x="209029" y="15951"/>
                </a:lnTo>
                <a:lnTo>
                  <a:pt x="209550" y="38481"/>
                </a:lnTo>
                <a:lnTo>
                  <a:pt x="210070" y="67056"/>
                </a:lnTo>
                <a:lnTo>
                  <a:pt x="210312" y="102108"/>
                </a:lnTo>
                <a:lnTo>
                  <a:pt x="141732" y="102108"/>
                </a:lnTo>
                <a:lnTo>
                  <a:pt x="155448" y="115824"/>
                </a:lnTo>
                <a:lnTo>
                  <a:pt x="178308" y="112776"/>
                </a:lnTo>
                <a:lnTo>
                  <a:pt x="210312" y="112776"/>
                </a:lnTo>
                <a:lnTo>
                  <a:pt x="210007" y="140208"/>
                </a:lnTo>
                <a:lnTo>
                  <a:pt x="208978" y="167640"/>
                </a:lnTo>
                <a:lnTo>
                  <a:pt x="207098" y="195072"/>
                </a:lnTo>
                <a:lnTo>
                  <a:pt x="204216" y="222504"/>
                </a:lnTo>
                <a:lnTo>
                  <a:pt x="99060" y="222504"/>
                </a:lnTo>
                <a:lnTo>
                  <a:pt x="112776" y="236220"/>
                </a:lnTo>
                <a:lnTo>
                  <a:pt x="137160" y="233172"/>
                </a:lnTo>
                <a:lnTo>
                  <a:pt x="202692" y="233172"/>
                </a:lnTo>
                <a:lnTo>
                  <a:pt x="184213" y="288607"/>
                </a:lnTo>
                <a:lnTo>
                  <a:pt x="155448" y="333756"/>
                </a:lnTo>
                <a:lnTo>
                  <a:pt x="116586" y="371284"/>
                </a:lnTo>
                <a:lnTo>
                  <a:pt x="68580" y="400812"/>
                </a:lnTo>
                <a:lnTo>
                  <a:pt x="70104" y="408432"/>
                </a:lnTo>
                <a:lnTo>
                  <a:pt x="128778" y="378714"/>
                </a:lnTo>
                <a:lnTo>
                  <a:pt x="173736" y="339852"/>
                </a:lnTo>
                <a:lnTo>
                  <a:pt x="205930" y="292798"/>
                </a:lnTo>
                <a:lnTo>
                  <a:pt x="225552" y="233172"/>
                </a:lnTo>
                <a:lnTo>
                  <a:pt x="240792" y="233172"/>
                </a:lnTo>
                <a:lnTo>
                  <a:pt x="258889" y="296227"/>
                </a:lnTo>
                <a:lnTo>
                  <a:pt x="284988" y="344424"/>
                </a:lnTo>
                <a:lnTo>
                  <a:pt x="315087" y="379476"/>
                </a:lnTo>
                <a:lnTo>
                  <a:pt x="347472" y="405384"/>
                </a:lnTo>
                <a:lnTo>
                  <a:pt x="353428" y="397116"/>
                </a:lnTo>
                <a:lnTo>
                  <a:pt x="361950" y="390715"/>
                </a:lnTo>
                <a:lnTo>
                  <a:pt x="372770" y="386308"/>
                </a:lnTo>
                <a:lnTo>
                  <a:pt x="385572" y="384048"/>
                </a:lnTo>
                <a:lnTo>
                  <a:pt x="385572" y="379476"/>
                </a:lnTo>
                <a:lnTo>
                  <a:pt x="343090" y="362331"/>
                </a:lnTo>
                <a:lnTo>
                  <a:pt x="306324" y="333756"/>
                </a:lnTo>
                <a:lnTo>
                  <a:pt x="275272" y="292036"/>
                </a:lnTo>
                <a:lnTo>
                  <a:pt x="249936" y="233172"/>
                </a:lnTo>
                <a:lnTo>
                  <a:pt x="396240" y="233172"/>
                </a:lnTo>
                <a:close/>
              </a:path>
              <a:path w="829309" h="408939">
                <a:moveTo>
                  <a:pt x="656844" y="41135"/>
                </a:moveTo>
                <a:lnTo>
                  <a:pt x="621131" y="10083"/>
                </a:lnTo>
                <a:lnTo>
                  <a:pt x="606552" y="1511"/>
                </a:lnTo>
                <a:lnTo>
                  <a:pt x="601980" y="4559"/>
                </a:lnTo>
                <a:lnTo>
                  <a:pt x="612292" y="19113"/>
                </a:lnTo>
                <a:lnTo>
                  <a:pt x="620458" y="32943"/>
                </a:lnTo>
                <a:lnTo>
                  <a:pt x="626630" y="45923"/>
                </a:lnTo>
                <a:lnTo>
                  <a:pt x="630936" y="57899"/>
                </a:lnTo>
                <a:lnTo>
                  <a:pt x="630936" y="67043"/>
                </a:lnTo>
                <a:lnTo>
                  <a:pt x="633984" y="73139"/>
                </a:lnTo>
                <a:lnTo>
                  <a:pt x="640080" y="73139"/>
                </a:lnTo>
                <a:lnTo>
                  <a:pt x="649224" y="63995"/>
                </a:lnTo>
                <a:lnTo>
                  <a:pt x="653796" y="57899"/>
                </a:lnTo>
                <a:lnTo>
                  <a:pt x="656844" y="51803"/>
                </a:lnTo>
                <a:lnTo>
                  <a:pt x="656844" y="41135"/>
                </a:lnTo>
                <a:close/>
              </a:path>
              <a:path w="829309" h="408939">
                <a:moveTo>
                  <a:pt x="821436" y="94475"/>
                </a:moveTo>
                <a:lnTo>
                  <a:pt x="816406" y="88379"/>
                </a:lnTo>
                <a:lnTo>
                  <a:pt x="807593" y="77711"/>
                </a:lnTo>
                <a:lnTo>
                  <a:pt x="792480" y="59423"/>
                </a:lnTo>
                <a:lnTo>
                  <a:pt x="772668" y="77711"/>
                </a:lnTo>
                <a:lnTo>
                  <a:pt x="499872" y="77711"/>
                </a:lnTo>
                <a:lnTo>
                  <a:pt x="499872" y="54851"/>
                </a:lnTo>
                <a:lnTo>
                  <a:pt x="493776" y="54851"/>
                </a:lnTo>
                <a:lnTo>
                  <a:pt x="489546" y="73736"/>
                </a:lnTo>
                <a:lnTo>
                  <a:pt x="483870" y="89331"/>
                </a:lnTo>
                <a:lnTo>
                  <a:pt x="477062" y="101790"/>
                </a:lnTo>
                <a:lnTo>
                  <a:pt x="469392" y="111239"/>
                </a:lnTo>
                <a:lnTo>
                  <a:pt x="458724" y="118859"/>
                </a:lnTo>
                <a:lnTo>
                  <a:pt x="454152" y="124955"/>
                </a:lnTo>
                <a:lnTo>
                  <a:pt x="454152" y="131051"/>
                </a:lnTo>
                <a:lnTo>
                  <a:pt x="457200" y="134099"/>
                </a:lnTo>
                <a:lnTo>
                  <a:pt x="460248" y="135623"/>
                </a:lnTo>
                <a:lnTo>
                  <a:pt x="464820" y="138671"/>
                </a:lnTo>
                <a:lnTo>
                  <a:pt x="469392" y="140195"/>
                </a:lnTo>
                <a:lnTo>
                  <a:pt x="477012" y="140195"/>
                </a:lnTo>
                <a:lnTo>
                  <a:pt x="500164" y="106667"/>
                </a:lnTo>
                <a:lnTo>
                  <a:pt x="499872" y="88379"/>
                </a:lnTo>
                <a:lnTo>
                  <a:pt x="775716" y="88379"/>
                </a:lnTo>
                <a:lnTo>
                  <a:pt x="754380" y="132575"/>
                </a:lnTo>
                <a:lnTo>
                  <a:pt x="758952" y="135623"/>
                </a:lnTo>
                <a:lnTo>
                  <a:pt x="777290" y="117627"/>
                </a:lnTo>
                <a:lnTo>
                  <a:pt x="793623" y="104762"/>
                </a:lnTo>
                <a:lnTo>
                  <a:pt x="808253" y="97053"/>
                </a:lnTo>
                <a:lnTo>
                  <a:pt x="821436" y="94475"/>
                </a:lnTo>
                <a:close/>
              </a:path>
              <a:path w="829309" h="408939">
                <a:moveTo>
                  <a:pt x="829056" y="361175"/>
                </a:moveTo>
                <a:lnTo>
                  <a:pt x="809078" y="363181"/>
                </a:lnTo>
                <a:lnTo>
                  <a:pt x="788098" y="364604"/>
                </a:lnTo>
                <a:lnTo>
                  <a:pt x="766267" y="365467"/>
                </a:lnTo>
                <a:lnTo>
                  <a:pt x="743712" y="365747"/>
                </a:lnTo>
                <a:lnTo>
                  <a:pt x="719709" y="365417"/>
                </a:lnTo>
                <a:lnTo>
                  <a:pt x="695706" y="364223"/>
                </a:lnTo>
                <a:lnTo>
                  <a:pt x="671703" y="361899"/>
                </a:lnTo>
                <a:lnTo>
                  <a:pt x="647700" y="358127"/>
                </a:lnTo>
                <a:lnTo>
                  <a:pt x="647700" y="350507"/>
                </a:lnTo>
                <a:lnTo>
                  <a:pt x="647700" y="268211"/>
                </a:lnTo>
                <a:lnTo>
                  <a:pt x="781812" y="268211"/>
                </a:lnTo>
                <a:lnTo>
                  <a:pt x="771144" y="257543"/>
                </a:lnTo>
                <a:lnTo>
                  <a:pt x="748284" y="234683"/>
                </a:lnTo>
                <a:lnTo>
                  <a:pt x="725424" y="257543"/>
                </a:lnTo>
                <a:lnTo>
                  <a:pt x="647700" y="257543"/>
                </a:lnTo>
                <a:lnTo>
                  <a:pt x="647700" y="172199"/>
                </a:lnTo>
                <a:lnTo>
                  <a:pt x="798576" y="172199"/>
                </a:lnTo>
                <a:lnTo>
                  <a:pt x="763524" y="137147"/>
                </a:lnTo>
                <a:lnTo>
                  <a:pt x="740664" y="161531"/>
                </a:lnTo>
                <a:lnTo>
                  <a:pt x="469392" y="161531"/>
                </a:lnTo>
                <a:lnTo>
                  <a:pt x="484632" y="176771"/>
                </a:lnTo>
                <a:lnTo>
                  <a:pt x="494068" y="174777"/>
                </a:lnTo>
                <a:lnTo>
                  <a:pt x="504063" y="173342"/>
                </a:lnTo>
                <a:lnTo>
                  <a:pt x="514642" y="172491"/>
                </a:lnTo>
                <a:lnTo>
                  <a:pt x="525780" y="172199"/>
                </a:lnTo>
                <a:lnTo>
                  <a:pt x="623316" y="172199"/>
                </a:lnTo>
                <a:lnTo>
                  <a:pt x="623316" y="350507"/>
                </a:lnTo>
                <a:lnTo>
                  <a:pt x="612800" y="346494"/>
                </a:lnTo>
                <a:lnTo>
                  <a:pt x="569506" y="316407"/>
                </a:lnTo>
                <a:lnTo>
                  <a:pt x="546061" y="289547"/>
                </a:lnTo>
                <a:lnTo>
                  <a:pt x="539496" y="280403"/>
                </a:lnTo>
                <a:lnTo>
                  <a:pt x="544258" y="260972"/>
                </a:lnTo>
                <a:lnTo>
                  <a:pt x="547001" y="250405"/>
                </a:lnTo>
                <a:lnTo>
                  <a:pt x="550164" y="239255"/>
                </a:lnTo>
                <a:lnTo>
                  <a:pt x="563880" y="227063"/>
                </a:lnTo>
                <a:lnTo>
                  <a:pt x="522732" y="207251"/>
                </a:lnTo>
                <a:lnTo>
                  <a:pt x="517385" y="255257"/>
                </a:lnTo>
                <a:lnTo>
                  <a:pt x="505777" y="304596"/>
                </a:lnTo>
                <a:lnTo>
                  <a:pt x="481584" y="353656"/>
                </a:lnTo>
                <a:lnTo>
                  <a:pt x="456526" y="385559"/>
                </a:lnTo>
                <a:lnTo>
                  <a:pt x="440436" y="400799"/>
                </a:lnTo>
                <a:lnTo>
                  <a:pt x="445008" y="406895"/>
                </a:lnTo>
                <a:lnTo>
                  <a:pt x="477774" y="380415"/>
                </a:lnTo>
                <a:lnTo>
                  <a:pt x="511162" y="341630"/>
                </a:lnTo>
                <a:lnTo>
                  <a:pt x="536448" y="289547"/>
                </a:lnTo>
                <a:lnTo>
                  <a:pt x="548170" y="308102"/>
                </a:lnTo>
                <a:lnTo>
                  <a:pt x="573316" y="339483"/>
                </a:lnTo>
                <a:lnTo>
                  <a:pt x="617220" y="371652"/>
                </a:lnTo>
                <a:lnTo>
                  <a:pt x="656844" y="385559"/>
                </a:lnTo>
                <a:lnTo>
                  <a:pt x="713232" y="392607"/>
                </a:lnTo>
                <a:lnTo>
                  <a:pt x="792480" y="396227"/>
                </a:lnTo>
                <a:lnTo>
                  <a:pt x="797344" y="385940"/>
                </a:lnTo>
                <a:lnTo>
                  <a:pt x="805053" y="377939"/>
                </a:lnTo>
                <a:lnTo>
                  <a:pt x="815632" y="372224"/>
                </a:lnTo>
                <a:lnTo>
                  <a:pt x="829056" y="368795"/>
                </a:lnTo>
                <a:lnTo>
                  <a:pt x="829056" y="365747"/>
                </a:lnTo>
                <a:lnTo>
                  <a:pt x="829056" y="36117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pic>
        <p:nvPicPr>
          <p:cNvPr id="101" name="object 101"/>
          <p:cNvPicPr/>
          <p:nvPr/>
        </p:nvPicPr>
        <p:blipFill>
          <a:blip r:embed="rId12" cstate="print"/>
          <a:stretch>
            <a:fillRect/>
          </a:stretch>
        </p:blipFill>
        <p:spPr>
          <a:xfrm>
            <a:off x="8391144" y="5905500"/>
            <a:ext cx="64008" cy="166116"/>
          </a:xfrm>
          <a:prstGeom prst="rect">
            <a:avLst/>
          </a:prstGeom>
        </p:spPr>
      </p:pic>
      <p:sp>
        <p:nvSpPr>
          <p:cNvPr id="102" name="object 102"/>
          <p:cNvSpPr/>
          <p:nvPr/>
        </p:nvSpPr>
        <p:spPr>
          <a:xfrm>
            <a:off x="8881871" y="5719572"/>
            <a:ext cx="257810" cy="382905"/>
          </a:xfrm>
          <a:custGeom>
            <a:avLst/>
            <a:gdLst/>
            <a:ahLst/>
            <a:cxnLst/>
            <a:rect l="l" t="t" r="r" b="b"/>
            <a:pathLst>
              <a:path w="257809" h="382904">
                <a:moveTo>
                  <a:pt x="0" y="382524"/>
                </a:moveTo>
                <a:lnTo>
                  <a:pt x="881" y="347948"/>
                </a:lnTo>
                <a:lnTo>
                  <a:pt x="1333" y="305943"/>
                </a:lnTo>
                <a:lnTo>
                  <a:pt x="1426" y="118872"/>
                </a:lnTo>
                <a:lnTo>
                  <a:pt x="1333" y="89535"/>
                </a:lnTo>
                <a:lnTo>
                  <a:pt x="881" y="42338"/>
                </a:lnTo>
                <a:lnTo>
                  <a:pt x="0" y="0"/>
                </a:lnTo>
                <a:lnTo>
                  <a:pt x="28956" y="19812"/>
                </a:lnTo>
                <a:lnTo>
                  <a:pt x="251269" y="19812"/>
                </a:lnTo>
                <a:lnTo>
                  <a:pt x="257556" y="24383"/>
                </a:lnTo>
                <a:lnTo>
                  <a:pt x="249173" y="30480"/>
                </a:lnTo>
                <a:lnTo>
                  <a:pt x="28956" y="30480"/>
                </a:lnTo>
                <a:lnTo>
                  <a:pt x="28956" y="118872"/>
                </a:lnTo>
                <a:lnTo>
                  <a:pt x="240792" y="118872"/>
                </a:lnTo>
                <a:lnTo>
                  <a:pt x="240792" y="129540"/>
                </a:lnTo>
                <a:lnTo>
                  <a:pt x="28956" y="129540"/>
                </a:lnTo>
                <a:lnTo>
                  <a:pt x="28956" y="216408"/>
                </a:lnTo>
                <a:lnTo>
                  <a:pt x="240792" y="216408"/>
                </a:lnTo>
                <a:lnTo>
                  <a:pt x="240792" y="227076"/>
                </a:lnTo>
                <a:lnTo>
                  <a:pt x="28956" y="227076"/>
                </a:lnTo>
                <a:lnTo>
                  <a:pt x="28956" y="321564"/>
                </a:lnTo>
                <a:lnTo>
                  <a:pt x="240841" y="321564"/>
                </a:lnTo>
                <a:lnTo>
                  <a:pt x="240929" y="332232"/>
                </a:lnTo>
                <a:lnTo>
                  <a:pt x="28956" y="332232"/>
                </a:lnTo>
                <a:lnTo>
                  <a:pt x="28956" y="367284"/>
                </a:lnTo>
                <a:lnTo>
                  <a:pt x="0" y="382524"/>
                </a:lnTo>
                <a:close/>
              </a:path>
              <a:path w="257809" h="382904">
                <a:moveTo>
                  <a:pt x="251269" y="19812"/>
                </a:moveTo>
                <a:lnTo>
                  <a:pt x="210312" y="19812"/>
                </a:lnTo>
                <a:lnTo>
                  <a:pt x="224028" y="0"/>
                </a:lnTo>
                <a:lnTo>
                  <a:pt x="251269" y="19812"/>
                </a:lnTo>
                <a:close/>
              </a:path>
              <a:path w="257809" h="382904">
                <a:moveTo>
                  <a:pt x="240792" y="118872"/>
                </a:moveTo>
                <a:lnTo>
                  <a:pt x="214884" y="118872"/>
                </a:lnTo>
                <a:lnTo>
                  <a:pt x="214884" y="30480"/>
                </a:lnTo>
                <a:lnTo>
                  <a:pt x="249173" y="30480"/>
                </a:lnTo>
                <a:lnTo>
                  <a:pt x="240792" y="36576"/>
                </a:lnTo>
                <a:lnTo>
                  <a:pt x="240792" y="118872"/>
                </a:lnTo>
                <a:close/>
              </a:path>
              <a:path w="257809" h="382904">
                <a:moveTo>
                  <a:pt x="240792" y="216408"/>
                </a:moveTo>
                <a:lnTo>
                  <a:pt x="214884" y="216408"/>
                </a:lnTo>
                <a:lnTo>
                  <a:pt x="214884" y="129540"/>
                </a:lnTo>
                <a:lnTo>
                  <a:pt x="240792" y="129540"/>
                </a:lnTo>
                <a:lnTo>
                  <a:pt x="240792" y="216408"/>
                </a:lnTo>
                <a:close/>
              </a:path>
              <a:path w="257809" h="382904">
                <a:moveTo>
                  <a:pt x="240841" y="321564"/>
                </a:moveTo>
                <a:lnTo>
                  <a:pt x="214884" y="321564"/>
                </a:lnTo>
                <a:lnTo>
                  <a:pt x="214884" y="227076"/>
                </a:lnTo>
                <a:lnTo>
                  <a:pt x="240792" y="227076"/>
                </a:lnTo>
                <a:lnTo>
                  <a:pt x="240841" y="321564"/>
                </a:lnTo>
                <a:close/>
              </a:path>
              <a:path w="257809" h="382904">
                <a:moveTo>
                  <a:pt x="214884" y="381000"/>
                </a:moveTo>
                <a:lnTo>
                  <a:pt x="214884" y="332232"/>
                </a:lnTo>
                <a:lnTo>
                  <a:pt x="240929" y="332232"/>
                </a:lnTo>
                <a:lnTo>
                  <a:pt x="240982" y="338709"/>
                </a:lnTo>
                <a:lnTo>
                  <a:pt x="241434" y="354996"/>
                </a:lnTo>
                <a:lnTo>
                  <a:pt x="242316" y="367284"/>
                </a:lnTo>
                <a:lnTo>
                  <a:pt x="214884" y="38100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3" name="object 103"/>
          <p:cNvSpPr/>
          <p:nvPr/>
        </p:nvSpPr>
        <p:spPr>
          <a:xfrm>
            <a:off x="9281159" y="5701283"/>
            <a:ext cx="356870" cy="401320"/>
          </a:xfrm>
          <a:custGeom>
            <a:avLst/>
            <a:gdLst/>
            <a:ahLst/>
            <a:cxnLst/>
            <a:rect l="l" t="t" r="r" b="b"/>
            <a:pathLst>
              <a:path w="356870" h="401320">
                <a:moveTo>
                  <a:pt x="54864" y="89916"/>
                </a:moveTo>
                <a:lnTo>
                  <a:pt x="44196" y="89916"/>
                </a:lnTo>
                <a:lnTo>
                  <a:pt x="51554" y="62150"/>
                </a:lnTo>
                <a:lnTo>
                  <a:pt x="57340" y="38100"/>
                </a:lnTo>
                <a:lnTo>
                  <a:pt x="61126" y="17478"/>
                </a:lnTo>
                <a:lnTo>
                  <a:pt x="62484" y="0"/>
                </a:lnTo>
                <a:lnTo>
                  <a:pt x="100584" y="21336"/>
                </a:lnTo>
                <a:lnTo>
                  <a:pt x="91725" y="28408"/>
                </a:lnTo>
                <a:lnTo>
                  <a:pt x="81153" y="42481"/>
                </a:lnTo>
                <a:lnTo>
                  <a:pt x="68865" y="63126"/>
                </a:lnTo>
                <a:lnTo>
                  <a:pt x="54864" y="89916"/>
                </a:lnTo>
                <a:close/>
              </a:path>
              <a:path w="356870" h="401320">
                <a:moveTo>
                  <a:pt x="147828" y="190500"/>
                </a:moveTo>
                <a:lnTo>
                  <a:pt x="143256" y="187452"/>
                </a:lnTo>
                <a:lnTo>
                  <a:pt x="160377" y="160615"/>
                </a:lnTo>
                <a:lnTo>
                  <a:pt x="175069" y="135064"/>
                </a:lnTo>
                <a:lnTo>
                  <a:pt x="196596" y="88392"/>
                </a:lnTo>
                <a:lnTo>
                  <a:pt x="211836" y="44958"/>
                </a:lnTo>
                <a:lnTo>
                  <a:pt x="222503" y="1524"/>
                </a:lnTo>
                <a:lnTo>
                  <a:pt x="260603" y="24384"/>
                </a:lnTo>
                <a:lnTo>
                  <a:pt x="252864" y="32146"/>
                </a:lnTo>
                <a:lnTo>
                  <a:pt x="243268" y="46482"/>
                </a:lnTo>
                <a:lnTo>
                  <a:pt x="231671" y="67675"/>
                </a:lnTo>
                <a:lnTo>
                  <a:pt x="217932" y="96012"/>
                </a:lnTo>
                <a:lnTo>
                  <a:pt x="350520" y="96012"/>
                </a:lnTo>
                <a:lnTo>
                  <a:pt x="356616" y="102108"/>
                </a:lnTo>
                <a:lnTo>
                  <a:pt x="352806" y="105156"/>
                </a:lnTo>
                <a:lnTo>
                  <a:pt x="214884" y="105156"/>
                </a:lnTo>
                <a:lnTo>
                  <a:pt x="198834" y="130063"/>
                </a:lnTo>
                <a:lnTo>
                  <a:pt x="182499" y="152400"/>
                </a:lnTo>
                <a:lnTo>
                  <a:pt x="165592" y="172450"/>
                </a:lnTo>
                <a:lnTo>
                  <a:pt x="147828" y="190500"/>
                </a:lnTo>
                <a:close/>
              </a:path>
              <a:path w="356870" h="401320">
                <a:moveTo>
                  <a:pt x="146304" y="89916"/>
                </a:moveTo>
                <a:lnTo>
                  <a:pt x="111252" y="89916"/>
                </a:lnTo>
                <a:lnTo>
                  <a:pt x="129540" y="73152"/>
                </a:lnTo>
                <a:lnTo>
                  <a:pt x="146304" y="89916"/>
                </a:lnTo>
                <a:close/>
              </a:path>
              <a:path w="356870" h="401320">
                <a:moveTo>
                  <a:pt x="0" y="397764"/>
                </a:moveTo>
                <a:lnTo>
                  <a:pt x="820" y="359664"/>
                </a:lnTo>
                <a:lnTo>
                  <a:pt x="907" y="354520"/>
                </a:lnTo>
                <a:lnTo>
                  <a:pt x="1333" y="316230"/>
                </a:lnTo>
                <a:lnTo>
                  <a:pt x="1425" y="176784"/>
                </a:lnTo>
                <a:lnTo>
                  <a:pt x="1307" y="152400"/>
                </a:lnTo>
                <a:lnTo>
                  <a:pt x="881" y="114681"/>
                </a:lnTo>
                <a:lnTo>
                  <a:pt x="0" y="74676"/>
                </a:lnTo>
                <a:lnTo>
                  <a:pt x="25908" y="89916"/>
                </a:lnTo>
                <a:lnTo>
                  <a:pt x="146304" y="89916"/>
                </a:lnTo>
                <a:lnTo>
                  <a:pt x="155448" y="99060"/>
                </a:lnTo>
                <a:lnTo>
                  <a:pt x="153162" y="100584"/>
                </a:lnTo>
                <a:lnTo>
                  <a:pt x="24384" y="100584"/>
                </a:lnTo>
                <a:lnTo>
                  <a:pt x="24384" y="211836"/>
                </a:lnTo>
                <a:lnTo>
                  <a:pt x="137509" y="211836"/>
                </a:lnTo>
                <a:lnTo>
                  <a:pt x="137586" y="222504"/>
                </a:lnTo>
                <a:lnTo>
                  <a:pt x="24384" y="222504"/>
                </a:lnTo>
                <a:lnTo>
                  <a:pt x="24384" y="344424"/>
                </a:lnTo>
                <a:lnTo>
                  <a:pt x="139273" y="344424"/>
                </a:lnTo>
                <a:lnTo>
                  <a:pt x="139573" y="355092"/>
                </a:lnTo>
                <a:lnTo>
                  <a:pt x="24384" y="355092"/>
                </a:lnTo>
                <a:lnTo>
                  <a:pt x="24384" y="384048"/>
                </a:lnTo>
                <a:lnTo>
                  <a:pt x="0" y="397764"/>
                </a:lnTo>
                <a:close/>
              </a:path>
              <a:path w="356870" h="401320">
                <a:moveTo>
                  <a:pt x="350520" y="96012"/>
                </a:moveTo>
                <a:lnTo>
                  <a:pt x="310896" y="96012"/>
                </a:lnTo>
                <a:lnTo>
                  <a:pt x="330708" y="76200"/>
                </a:lnTo>
                <a:lnTo>
                  <a:pt x="350520" y="96012"/>
                </a:lnTo>
                <a:close/>
              </a:path>
              <a:path w="356870" h="401320">
                <a:moveTo>
                  <a:pt x="137509" y="211836"/>
                </a:moveTo>
                <a:lnTo>
                  <a:pt x="115824" y="211836"/>
                </a:lnTo>
                <a:lnTo>
                  <a:pt x="115824" y="100584"/>
                </a:lnTo>
                <a:lnTo>
                  <a:pt x="153162" y="100584"/>
                </a:lnTo>
                <a:lnTo>
                  <a:pt x="137160" y="111252"/>
                </a:lnTo>
                <a:lnTo>
                  <a:pt x="137271" y="160615"/>
                </a:lnTo>
                <a:lnTo>
                  <a:pt x="137386" y="194691"/>
                </a:lnTo>
                <a:lnTo>
                  <a:pt x="137509" y="211836"/>
                </a:lnTo>
                <a:close/>
              </a:path>
              <a:path w="356870" h="401320">
                <a:moveTo>
                  <a:pt x="327433" y="359664"/>
                </a:moveTo>
                <a:lnTo>
                  <a:pt x="283464" y="359664"/>
                </a:lnTo>
                <a:lnTo>
                  <a:pt x="292631" y="357925"/>
                </a:lnTo>
                <a:lnTo>
                  <a:pt x="299656" y="352615"/>
                </a:lnTo>
                <a:lnTo>
                  <a:pt x="309252" y="305538"/>
                </a:lnTo>
                <a:lnTo>
                  <a:pt x="311086" y="259651"/>
                </a:lnTo>
                <a:lnTo>
                  <a:pt x="313149" y="194691"/>
                </a:lnTo>
                <a:lnTo>
                  <a:pt x="315467" y="105156"/>
                </a:lnTo>
                <a:lnTo>
                  <a:pt x="352806" y="105156"/>
                </a:lnTo>
                <a:lnTo>
                  <a:pt x="341376" y="114300"/>
                </a:lnTo>
                <a:lnTo>
                  <a:pt x="339488" y="190500"/>
                </a:lnTo>
                <a:lnTo>
                  <a:pt x="337718" y="248631"/>
                </a:lnTo>
                <a:lnTo>
                  <a:pt x="335889" y="294583"/>
                </a:lnTo>
                <a:lnTo>
                  <a:pt x="334060" y="326489"/>
                </a:lnTo>
                <a:lnTo>
                  <a:pt x="332232" y="344424"/>
                </a:lnTo>
                <a:lnTo>
                  <a:pt x="328517" y="357020"/>
                </a:lnTo>
                <a:lnTo>
                  <a:pt x="327433" y="359664"/>
                </a:lnTo>
                <a:close/>
              </a:path>
              <a:path w="356870" h="401320">
                <a:moveTo>
                  <a:pt x="231648" y="269748"/>
                </a:moveTo>
                <a:lnTo>
                  <a:pt x="230124" y="269748"/>
                </a:lnTo>
                <a:lnTo>
                  <a:pt x="226956" y="268081"/>
                </a:lnTo>
                <a:lnTo>
                  <a:pt x="224218" y="263271"/>
                </a:lnTo>
                <a:lnTo>
                  <a:pt x="221765" y="255603"/>
                </a:lnTo>
                <a:lnTo>
                  <a:pt x="219456" y="245364"/>
                </a:lnTo>
                <a:lnTo>
                  <a:pt x="214884" y="228219"/>
                </a:lnTo>
                <a:lnTo>
                  <a:pt x="208026" y="211074"/>
                </a:lnTo>
                <a:lnTo>
                  <a:pt x="198882" y="193929"/>
                </a:lnTo>
                <a:lnTo>
                  <a:pt x="187452" y="176784"/>
                </a:lnTo>
                <a:lnTo>
                  <a:pt x="192024" y="172212"/>
                </a:lnTo>
                <a:lnTo>
                  <a:pt x="224980" y="199644"/>
                </a:lnTo>
                <a:lnTo>
                  <a:pt x="246888" y="234696"/>
                </a:lnTo>
                <a:lnTo>
                  <a:pt x="246833" y="248631"/>
                </a:lnTo>
                <a:lnTo>
                  <a:pt x="245364" y="254508"/>
                </a:lnTo>
                <a:lnTo>
                  <a:pt x="236220" y="266700"/>
                </a:lnTo>
                <a:lnTo>
                  <a:pt x="231648" y="269748"/>
                </a:lnTo>
                <a:close/>
              </a:path>
              <a:path w="356870" h="401320">
                <a:moveTo>
                  <a:pt x="139273" y="344424"/>
                </a:moveTo>
                <a:lnTo>
                  <a:pt x="115824" y="344424"/>
                </a:lnTo>
                <a:lnTo>
                  <a:pt x="115824" y="222504"/>
                </a:lnTo>
                <a:lnTo>
                  <a:pt x="137586" y="222504"/>
                </a:lnTo>
                <a:lnTo>
                  <a:pt x="137793" y="251338"/>
                </a:lnTo>
                <a:lnTo>
                  <a:pt x="138499" y="305538"/>
                </a:lnTo>
                <a:lnTo>
                  <a:pt x="139273" y="344424"/>
                </a:lnTo>
                <a:close/>
              </a:path>
              <a:path w="356870" h="401320">
                <a:moveTo>
                  <a:pt x="278891" y="400812"/>
                </a:moveTo>
                <a:lnTo>
                  <a:pt x="271772" y="387953"/>
                </a:lnTo>
                <a:lnTo>
                  <a:pt x="259651" y="376809"/>
                </a:lnTo>
                <a:lnTo>
                  <a:pt x="242673" y="367379"/>
                </a:lnTo>
                <a:lnTo>
                  <a:pt x="220979" y="359664"/>
                </a:lnTo>
                <a:lnTo>
                  <a:pt x="220979" y="350520"/>
                </a:lnTo>
                <a:lnTo>
                  <a:pt x="241244" y="354520"/>
                </a:lnTo>
                <a:lnTo>
                  <a:pt x="258508" y="357378"/>
                </a:lnTo>
                <a:lnTo>
                  <a:pt x="272629" y="359092"/>
                </a:lnTo>
                <a:lnTo>
                  <a:pt x="283464" y="359664"/>
                </a:lnTo>
                <a:lnTo>
                  <a:pt x="327433" y="359664"/>
                </a:lnTo>
                <a:lnTo>
                  <a:pt x="324231" y="367474"/>
                </a:lnTo>
                <a:lnTo>
                  <a:pt x="289726" y="396882"/>
                </a:lnTo>
                <a:lnTo>
                  <a:pt x="278891" y="400812"/>
                </a:lnTo>
                <a:close/>
              </a:path>
              <a:path w="356870" h="401320">
                <a:moveTo>
                  <a:pt x="115824" y="391668"/>
                </a:moveTo>
                <a:lnTo>
                  <a:pt x="115824" y="355092"/>
                </a:lnTo>
                <a:lnTo>
                  <a:pt x="139573" y="355092"/>
                </a:lnTo>
                <a:lnTo>
                  <a:pt x="140208" y="376428"/>
                </a:lnTo>
                <a:lnTo>
                  <a:pt x="115824" y="39166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04" name="object 104"/>
          <p:cNvGrpSpPr/>
          <p:nvPr/>
        </p:nvGrpSpPr>
        <p:grpSpPr>
          <a:xfrm>
            <a:off x="2130551" y="6210299"/>
            <a:ext cx="2641600" cy="424180"/>
            <a:chOff x="2130551" y="6210299"/>
            <a:chExt cx="2641600" cy="424180"/>
          </a:xfrm>
        </p:grpSpPr>
        <p:sp>
          <p:nvSpPr>
            <p:cNvPr id="105" name="object 105"/>
            <p:cNvSpPr/>
            <p:nvPr/>
          </p:nvSpPr>
          <p:spPr>
            <a:xfrm>
              <a:off x="2130539" y="6217919"/>
              <a:ext cx="1737995" cy="410209"/>
            </a:xfrm>
            <a:custGeom>
              <a:avLst/>
              <a:gdLst/>
              <a:ahLst/>
              <a:cxnLst/>
              <a:rect l="l" t="t" r="r" b="b"/>
              <a:pathLst>
                <a:path w="1737995" h="410209">
                  <a:moveTo>
                    <a:pt x="315468" y="28956"/>
                  </a:moveTo>
                  <a:lnTo>
                    <a:pt x="309676" y="24384"/>
                  </a:lnTo>
                  <a:lnTo>
                    <a:pt x="286524" y="6096"/>
                  </a:lnTo>
                  <a:lnTo>
                    <a:pt x="274320" y="20739"/>
                  </a:lnTo>
                  <a:lnTo>
                    <a:pt x="274320" y="35052"/>
                  </a:lnTo>
                  <a:lnTo>
                    <a:pt x="274320" y="85344"/>
                  </a:lnTo>
                  <a:lnTo>
                    <a:pt x="274320" y="96012"/>
                  </a:lnTo>
                  <a:lnTo>
                    <a:pt x="274320" y="147828"/>
                  </a:lnTo>
                  <a:lnTo>
                    <a:pt x="123444" y="147828"/>
                  </a:lnTo>
                  <a:lnTo>
                    <a:pt x="123444" y="96012"/>
                  </a:lnTo>
                  <a:lnTo>
                    <a:pt x="274320" y="96012"/>
                  </a:lnTo>
                  <a:lnTo>
                    <a:pt x="274320" y="85344"/>
                  </a:lnTo>
                  <a:lnTo>
                    <a:pt x="123444" y="85344"/>
                  </a:lnTo>
                  <a:lnTo>
                    <a:pt x="123444" y="35052"/>
                  </a:lnTo>
                  <a:lnTo>
                    <a:pt x="274320" y="35052"/>
                  </a:lnTo>
                  <a:lnTo>
                    <a:pt x="274320" y="20739"/>
                  </a:lnTo>
                  <a:lnTo>
                    <a:pt x="271272" y="24384"/>
                  </a:lnTo>
                  <a:lnTo>
                    <a:pt x="124968" y="24384"/>
                  </a:lnTo>
                  <a:lnTo>
                    <a:pt x="97536" y="9144"/>
                  </a:lnTo>
                  <a:lnTo>
                    <a:pt x="98425" y="31965"/>
                  </a:lnTo>
                  <a:lnTo>
                    <a:pt x="98869" y="54483"/>
                  </a:lnTo>
                  <a:lnTo>
                    <a:pt x="99047" y="76441"/>
                  </a:lnTo>
                  <a:lnTo>
                    <a:pt x="99021" y="121348"/>
                  </a:lnTo>
                  <a:lnTo>
                    <a:pt x="98869" y="140970"/>
                  </a:lnTo>
                  <a:lnTo>
                    <a:pt x="98425" y="162687"/>
                  </a:lnTo>
                  <a:lnTo>
                    <a:pt x="97536" y="184404"/>
                  </a:lnTo>
                  <a:lnTo>
                    <a:pt x="123444" y="173736"/>
                  </a:lnTo>
                  <a:lnTo>
                    <a:pt x="123444" y="158496"/>
                  </a:lnTo>
                  <a:lnTo>
                    <a:pt x="274320" y="158496"/>
                  </a:lnTo>
                  <a:lnTo>
                    <a:pt x="274320" y="181356"/>
                  </a:lnTo>
                  <a:lnTo>
                    <a:pt x="300228" y="166116"/>
                  </a:lnTo>
                  <a:lnTo>
                    <a:pt x="300139" y="158496"/>
                  </a:lnTo>
                  <a:lnTo>
                    <a:pt x="299986" y="147828"/>
                  </a:lnTo>
                  <a:lnTo>
                    <a:pt x="299466" y="121348"/>
                  </a:lnTo>
                  <a:lnTo>
                    <a:pt x="299097" y="96012"/>
                  </a:lnTo>
                  <a:lnTo>
                    <a:pt x="298945" y="85344"/>
                  </a:lnTo>
                  <a:lnTo>
                    <a:pt x="298704" y="41148"/>
                  </a:lnTo>
                  <a:lnTo>
                    <a:pt x="307086" y="35052"/>
                  </a:lnTo>
                  <a:lnTo>
                    <a:pt x="315468" y="28956"/>
                  </a:lnTo>
                  <a:close/>
                </a:path>
                <a:path w="1737995" h="410209">
                  <a:moveTo>
                    <a:pt x="397764" y="359664"/>
                  </a:moveTo>
                  <a:lnTo>
                    <a:pt x="378294" y="361670"/>
                  </a:lnTo>
                  <a:lnTo>
                    <a:pt x="356235" y="363093"/>
                  </a:lnTo>
                  <a:lnTo>
                    <a:pt x="331330" y="363956"/>
                  </a:lnTo>
                  <a:lnTo>
                    <a:pt x="303276" y="364236"/>
                  </a:lnTo>
                  <a:lnTo>
                    <a:pt x="276161" y="363461"/>
                  </a:lnTo>
                  <a:lnTo>
                    <a:pt x="252031" y="361378"/>
                  </a:lnTo>
                  <a:lnTo>
                    <a:pt x="231063" y="358457"/>
                  </a:lnTo>
                  <a:lnTo>
                    <a:pt x="213360" y="355092"/>
                  </a:lnTo>
                  <a:lnTo>
                    <a:pt x="213360" y="347472"/>
                  </a:lnTo>
                  <a:lnTo>
                    <a:pt x="213360" y="283464"/>
                  </a:lnTo>
                  <a:lnTo>
                    <a:pt x="359664" y="283464"/>
                  </a:lnTo>
                  <a:lnTo>
                    <a:pt x="348996" y="272796"/>
                  </a:lnTo>
                  <a:lnTo>
                    <a:pt x="326148" y="249936"/>
                  </a:lnTo>
                  <a:lnTo>
                    <a:pt x="304812" y="272796"/>
                  </a:lnTo>
                  <a:lnTo>
                    <a:pt x="213360" y="272796"/>
                  </a:lnTo>
                  <a:lnTo>
                    <a:pt x="213360" y="213360"/>
                  </a:lnTo>
                  <a:lnTo>
                    <a:pt x="390144" y="213360"/>
                  </a:lnTo>
                  <a:lnTo>
                    <a:pt x="353568" y="176784"/>
                  </a:lnTo>
                  <a:lnTo>
                    <a:pt x="326148" y="202692"/>
                  </a:lnTo>
                  <a:lnTo>
                    <a:pt x="4572" y="202692"/>
                  </a:lnTo>
                  <a:lnTo>
                    <a:pt x="21336" y="219456"/>
                  </a:lnTo>
                  <a:lnTo>
                    <a:pt x="30772" y="216585"/>
                  </a:lnTo>
                  <a:lnTo>
                    <a:pt x="40767" y="214693"/>
                  </a:lnTo>
                  <a:lnTo>
                    <a:pt x="51346" y="213677"/>
                  </a:lnTo>
                  <a:lnTo>
                    <a:pt x="62484" y="213360"/>
                  </a:lnTo>
                  <a:lnTo>
                    <a:pt x="188976" y="213360"/>
                  </a:lnTo>
                  <a:lnTo>
                    <a:pt x="188976" y="347472"/>
                  </a:lnTo>
                  <a:lnTo>
                    <a:pt x="163906" y="335191"/>
                  </a:lnTo>
                  <a:lnTo>
                    <a:pt x="141541" y="321183"/>
                  </a:lnTo>
                  <a:lnTo>
                    <a:pt x="122326" y="305473"/>
                  </a:lnTo>
                  <a:lnTo>
                    <a:pt x="114896" y="297180"/>
                  </a:lnTo>
                  <a:lnTo>
                    <a:pt x="106680" y="288036"/>
                  </a:lnTo>
                  <a:lnTo>
                    <a:pt x="109880" y="279463"/>
                  </a:lnTo>
                  <a:lnTo>
                    <a:pt x="112776" y="272034"/>
                  </a:lnTo>
                  <a:lnTo>
                    <a:pt x="115684" y="265747"/>
                  </a:lnTo>
                  <a:lnTo>
                    <a:pt x="118872" y="260604"/>
                  </a:lnTo>
                  <a:lnTo>
                    <a:pt x="121920" y="254508"/>
                  </a:lnTo>
                  <a:lnTo>
                    <a:pt x="126492" y="249936"/>
                  </a:lnTo>
                  <a:lnTo>
                    <a:pt x="134112" y="245364"/>
                  </a:lnTo>
                  <a:lnTo>
                    <a:pt x="96012" y="222504"/>
                  </a:lnTo>
                  <a:lnTo>
                    <a:pt x="82296" y="277088"/>
                  </a:lnTo>
                  <a:lnTo>
                    <a:pt x="61722" y="324231"/>
                  </a:lnTo>
                  <a:lnTo>
                    <a:pt x="34290" y="363956"/>
                  </a:lnTo>
                  <a:lnTo>
                    <a:pt x="0" y="396240"/>
                  </a:lnTo>
                  <a:lnTo>
                    <a:pt x="3048" y="400812"/>
                  </a:lnTo>
                  <a:lnTo>
                    <a:pt x="33299" y="383120"/>
                  </a:lnTo>
                  <a:lnTo>
                    <a:pt x="59817" y="359854"/>
                  </a:lnTo>
                  <a:lnTo>
                    <a:pt x="82346" y="331165"/>
                  </a:lnTo>
                  <a:lnTo>
                    <a:pt x="100584" y="297180"/>
                  </a:lnTo>
                  <a:lnTo>
                    <a:pt x="111429" y="310591"/>
                  </a:lnTo>
                  <a:lnTo>
                    <a:pt x="149352" y="345948"/>
                  </a:lnTo>
                  <a:lnTo>
                    <a:pt x="198005" y="372960"/>
                  </a:lnTo>
                  <a:lnTo>
                    <a:pt x="243344" y="385749"/>
                  </a:lnTo>
                  <a:lnTo>
                    <a:pt x="315874" y="394271"/>
                  </a:lnTo>
                  <a:lnTo>
                    <a:pt x="362724" y="396240"/>
                  </a:lnTo>
                  <a:lnTo>
                    <a:pt x="366699" y="386816"/>
                  </a:lnTo>
                  <a:lnTo>
                    <a:pt x="373951" y="379095"/>
                  </a:lnTo>
                  <a:lnTo>
                    <a:pt x="384365" y="373100"/>
                  </a:lnTo>
                  <a:lnTo>
                    <a:pt x="397764" y="368808"/>
                  </a:lnTo>
                  <a:lnTo>
                    <a:pt x="397764" y="364236"/>
                  </a:lnTo>
                  <a:lnTo>
                    <a:pt x="397764" y="359664"/>
                  </a:lnTo>
                  <a:close/>
                </a:path>
                <a:path w="1737995" h="410209">
                  <a:moveTo>
                    <a:pt x="582168" y="22860"/>
                  </a:moveTo>
                  <a:lnTo>
                    <a:pt x="545592" y="0"/>
                  </a:lnTo>
                  <a:lnTo>
                    <a:pt x="535647" y="33718"/>
                  </a:lnTo>
                  <a:lnTo>
                    <a:pt x="524256" y="66294"/>
                  </a:lnTo>
                  <a:lnTo>
                    <a:pt x="498348" y="128016"/>
                  </a:lnTo>
                  <a:lnTo>
                    <a:pt x="468630" y="184213"/>
                  </a:lnTo>
                  <a:lnTo>
                    <a:pt x="438912" y="230124"/>
                  </a:lnTo>
                  <a:lnTo>
                    <a:pt x="445008" y="233172"/>
                  </a:lnTo>
                  <a:lnTo>
                    <a:pt x="463892" y="212026"/>
                  </a:lnTo>
                  <a:lnTo>
                    <a:pt x="481774" y="189738"/>
                  </a:lnTo>
                  <a:lnTo>
                    <a:pt x="498805" y="166306"/>
                  </a:lnTo>
                  <a:lnTo>
                    <a:pt x="515112" y="141732"/>
                  </a:lnTo>
                  <a:lnTo>
                    <a:pt x="515035" y="345948"/>
                  </a:lnTo>
                  <a:lnTo>
                    <a:pt x="514845" y="356768"/>
                  </a:lnTo>
                  <a:lnTo>
                    <a:pt x="514159" y="372618"/>
                  </a:lnTo>
                  <a:lnTo>
                    <a:pt x="512064" y="408432"/>
                  </a:lnTo>
                  <a:lnTo>
                    <a:pt x="536448" y="396240"/>
                  </a:lnTo>
                  <a:lnTo>
                    <a:pt x="536448" y="144780"/>
                  </a:lnTo>
                  <a:lnTo>
                    <a:pt x="540372" y="141732"/>
                  </a:lnTo>
                  <a:lnTo>
                    <a:pt x="550164" y="134112"/>
                  </a:lnTo>
                  <a:lnTo>
                    <a:pt x="524256" y="120396"/>
                  </a:lnTo>
                  <a:lnTo>
                    <a:pt x="533095" y="103784"/>
                  </a:lnTo>
                  <a:lnTo>
                    <a:pt x="543496" y="83439"/>
                  </a:lnTo>
                  <a:lnTo>
                    <a:pt x="555332" y="59105"/>
                  </a:lnTo>
                  <a:lnTo>
                    <a:pt x="568452" y="30480"/>
                  </a:lnTo>
                  <a:lnTo>
                    <a:pt x="582168" y="22860"/>
                  </a:lnTo>
                  <a:close/>
                </a:path>
                <a:path w="1737995" h="410209">
                  <a:moveTo>
                    <a:pt x="842772" y="374904"/>
                  </a:moveTo>
                  <a:lnTo>
                    <a:pt x="801433" y="370713"/>
                  </a:lnTo>
                  <a:lnTo>
                    <a:pt x="758952" y="359664"/>
                  </a:lnTo>
                  <a:lnTo>
                    <a:pt x="721233" y="343662"/>
                  </a:lnTo>
                  <a:lnTo>
                    <a:pt x="717410" y="341376"/>
                  </a:lnTo>
                  <a:lnTo>
                    <a:pt x="704951" y="333946"/>
                  </a:lnTo>
                  <a:lnTo>
                    <a:pt x="690372" y="323088"/>
                  </a:lnTo>
                  <a:lnTo>
                    <a:pt x="695845" y="307848"/>
                  </a:lnTo>
                  <a:lnTo>
                    <a:pt x="697738" y="302564"/>
                  </a:lnTo>
                  <a:lnTo>
                    <a:pt x="703516" y="280035"/>
                  </a:lnTo>
                  <a:lnTo>
                    <a:pt x="707313" y="255803"/>
                  </a:lnTo>
                  <a:lnTo>
                    <a:pt x="708660" y="230124"/>
                  </a:lnTo>
                  <a:lnTo>
                    <a:pt x="778764" y="230124"/>
                  </a:lnTo>
                  <a:lnTo>
                    <a:pt x="778764" y="248412"/>
                  </a:lnTo>
                  <a:lnTo>
                    <a:pt x="803148" y="239268"/>
                  </a:lnTo>
                  <a:lnTo>
                    <a:pt x="802373" y="230124"/>
                  </a:lnTo>
                  <a:lnTo>
                    <a:pt x="802271" y="228968"/>
                  </a:lnTo>
                  <a:lnTo>
                    <a:pt x="801865" y="219456"/>
                  </a:lnTo>
                  <a:lnTo>
                    <a:pt x="801725" y="212026"/>
                  </a:lnTo>
                  <a:lnTo>
                    <a:pt x="801624" y="149352"/>
                  </a:lnTo>
                  <a:lnTo>
                    <a:pt x="805688" y="146304"/>
                  </a:lnTo>
                  <a:lnTo>
                    <a:pt x="813816" y="140208"/>
                  </a:lnTo>
                  <a:lnTo>
                    <a:pt x="807847" y="135636"/>
                  </a:lnTo>
                  <a:lnTo>
                    <a:pt x="787908" y="120396"/>
                  </a:lnTo>
                  <a:lnTo>
                    <a:pt x="778764" y="131826"/>
                  </a:lnTo>
                  <a:lnTo>
                    <a:pt x="778764" y="146304"/>
                  </a:lnTo>
                  <a:lnTo>
                    <a:pt x="778764" y="219456"/>
                  </a:lnTo>
                  <a:lnTo>
                    <a:pt x="708660" y="219456"/>
                  </a:lnTo>
                  <a:lnTo>
                    <a:pt x="709523" y="196596"/>
                  </a:lnTo>
                  <a:lnTo>
                    <a:pt x="709993" y="176022"/>
                  </a:lnTo>
                  <a:lnTo>
                    <a:pt x="710095" y="166306"/>
                  </a:lnTo>
                  <a:lnTo>
                    <a:pt x="710184" y="146304"/>
                  </a:lnTo>
                  <a:lnTo>
                    <a:pt x="778764" y="146304"/>
                  </a:lnTo>
                  <a:lnTo>
                    <a:pt x="778764" y="131826"/>
                  </a:lnTo>
                  <a:lnTo>
                    <a:pt x="775716" y="135636"/>
                  </a:lnTo>
                  <a:lnTo>
                    <a:pt x="710184" y="135636"/>
                  </a:lnTo>
                  <a:lnTo>
                    <a:pt x="710184" y="85344"/>
                  </a:lnTo>
                  <a:lnTo>
                    <a:pt x="841248" y="85344"/>
                  </a:lnTo>
                  <a:lnTo>
                    <a:pt x="810768" y="53340"/>
                  </a:lnTo>
                  <a:lnTo>
                    <a:pt x="789432" y="74676"/>
                  </a:lnTo>
                  <a:lnTo>
                    <a:pt x="710184" y="74676"/>
                  </a:lnTo>
                  <a:lnTo>
                    <a:pt x="710184" y="28956"/>
                  </a:lnTo>
                  <a:lnTo>
                    <a:pt x="722376" y="16764"/>
                  </a:lnTo>
                  <a:lnTo>
                    <a:pt x="687324" y="1524"/>
                  </a:lnTo>
                  <a:lnTo>
                    <a:pt x="687565" y="16433"/>
                  </a:lnTo>
                  <a:lnTo>
                    <a:pt x="688073" y="28956"/>
                  </a:lnTo>
                  <a:lnTo>
                    <a:pt x="688619" y="40538"/>
                  </a:lnTo>
                  <a:lnTo>
                    <a:pt x="688848" y="50292"/>
                  </a:lnTo>
                  <a:lnTo>
                    <a:pt x="688848" y="74676"/>
                  </a:lnTo>
                  <a:lnTo>
                    <a:pt x="569976" y="74676"/>
                  </a:lnTo>
                  <a:lnTo>
                    <a:pt x="585216" y="89916"/>
                  </a:lnTo>
                  <a:lnTo>
                    <a:pt x="595528" y="87922"/>
                  </a:lnTo>
                  <a:lnTo>
                    <a:pt x="605980" y="86487"/>
                  </a:lnTo>
                  <a:lnTo>
                    <a:pt x="616724" y="85636"/>
                  </a:lnTo>
                  <a:lnTo>
                    <a:pt x="627888" y="85344"/>
                  </a:lnTo>
                  <a:lnTo>
                    <a:pt x="688848" y="85344"/>
                  </a:lnTo>
                  <a:lnTo>
                    <a:pt x="688848" y="135636"/>
                  </a:lnTo>
                  <a:lnTo>
                    <a:pt x="688848" y="146304"/>
                  </a:lnTo>
                  <a:lnTo>
                    <a:pt x="688619" y="159448"/>
                  </a:lnTo>
                  <a:lnTo>
                    <a:pt x="688086" y="176022"/>
                  </a:lnTo>
                  <a:lnTo>
                    <a:pt x="687565" y="196024"/>
                  </a:lnTo>
                  <a:lnTo>
                    <a:pt x="687324" y="219456"/>
                  </a:lnTo>
                  <a:lnTo>
                    <a:pt x="620268" y="219456"/>
                  </a:lnTo>
                  <a:lnTo>
                    <a:pt x="620268" y="146304"/>
                  </a:lnTo>
                  <a:lnTo>
                    <a:pt x="688848" y="146304"/>
                  </a:lnTo>
                  <a:lnTo>
                    <a:pt x="688848" y="135636"/>
                  </a:lnTo>
                  <a:lnTo>
                    <a:pt x="620268" y="135636"/>
                  </a:lnTo>
                  <a:lnTo>
                    <a:pt x="595884" y="121920"/>
                  </a:lnTo>
                  <a:lnTo>
                    <a:pt x="596773" y="137312"/>
                  </a:lnTo>
                  <a:lnTo>
                    <a:pt x="597217" y="153543"/>
                  </a:lnTo>
                  <a:lnTo>
                    <a:pt x="597344" y="166306"/>
                  </a:lnTo>
                  <a:lnTo>
                    <a:pt x="597217" y="219075"/>
                  </a:lnTo>
                  <a:lnTo>
                    <a:pt x="596773" y="234175"/>
                  </a:lnTo>
                  <a:lnTo>
                    <a:pt x="595884" y="248412"/>
                  </a:lnTo>
                  <a:lnTo>
                    <a:pt x="620268" y="237744"/>
                  </a:lnTo>
                  <a:lnTo>
                    <a:pt x="620268" y="230124"/>
                  </a:lnTo>
                  <a:lnTo>
                    <a:pt x="687324" y="230124"/>
                  </a:lnTo>
                  <a:lnTo>
                    <a:pt x="685596" y="251269"/>
                  </a:lnTo>
                  <a:lnTo>
                    <a:pt x="682561" y="271272"/>
                  </a:lnTo>
                  <a:lnTo>
                    <a:pt x="678116" y="290131"/>
                  </a:lnTo>
                  <a:lnTo>
                    <a:pt x="672084" y="307848"/>
                  </a:lnTo>
                  <a:lnTo>
                    <a:pt x="661225" y="296405"/>
                  </a:lnTo>
                  <a:lnTo>
                    <a:pt x="649224" y="282511"/>
                  </a:lnTo>
                  <a:lnTo>
                    <a:pt x="636079" y="266065"/>
                  </a:lnTo>
                  <a:lnTo>
                    <a:pt x="621792" y="246888"/>
                  </a:lnTo>
                  <a:lnTo>
                    <a:pt x="617220" y="249936"/>
                  </a:lnTo>
                  <a:lnTo>
                    <a:pt x="629754" y="273608"/>
                  </a:lnTo>
                  <a:lnTo>
                    <a:pt x="641985" y="294132"/>
                  </a:lnTo>
                  <a:lnTo>
                    <a:pt x="653656" y="311238"/>
                  </a:lnTo>
                  <a:lnTo>
                    <a:pt x="664464" y="324612"/>
                  </a:lnTo>
                  <a:lnTo>
                    <a:pt x="656463" y="335140"/>
                  </a:lnTo>
                  <a:lnTo>
                    <a:pt x="618744" y="367284"/>
                  </a:lnTo>
                  <a:lnTo>
                    <a:pt x="585216" y="386715"/>
                  </a:lnTo>
                  <a:lnTo>
                    <a:pt x="547116" y="403860"/>
                  </a:lnTo>
                  <a:lnTo>
                    <a:pt x="550164" y="409956"/>
                  </a:lnTo>
                  <a:lnTo>
                    <a:pt x="587883" y="396621"/>
                  </a:lnTo>
                  <a:lnTo>
                    <a:pt x="623316" y="381000"/>
                  </a:lnTo>
                  <a:lnTo>
                    <a:pt x="668540" y="351650"/>
                  </a:lnTo>
                  <a:lnTo>
                    <a:pt x="679704" y="341376"/>
                  </a:lnTo>
                  <a:lnTo>
                    <a:pt x="708545" y="362521"/>
                  </a:lnTo>
                  <a:lnTo>
                    <a:pt x="740092" y="380238"/>
                  </a:lnTo>
                  <a:lnTo>
                    <a:pt x="774217" y="394525"/>
                  </a:lnTo>
                  <a:lnTo>
                    <a:pt x="810768" y="405384"/>
                  </a:lnTo>
                  <a:lnTo>
                    <a:pt x="815340" y="396240"/>
                  </a:lnTo>
                  <a:lnTo>
                    <a:pt x="822198" y="389382"/>
                  </a:lnTo>
                  <a:lnTo>
                    <a:pt x="831342" y="384810"/>
                  </a:lnTo>
                  <a:lnTo>
                    <a:pt x="842772" y="382524"/>
                  </a:lnTo>
                  <a:lnTo>
                    <a:pt x="842772" y="374904"/>
                  </a:lnTo>
                  <a:close/>
                </a:path>
                <a:path w="1737995" h="410209">
                  <a:moveTo>
                    <a:pt x="1027188" y="27432"/>
                  </a:moveTo>
                  <a:lnTo>
                    <a:pt x="995184" y="1524"/>
                  </a:lnTo>
                  <a:lnTo>
                    <a:pt x="987488" y="16408"/>
                  </a:lnTo>
                  <a:lnTo>
                    <a:pt x="978230" y="31432"/>
                  </a:lnTo>
                  <a:lnTo>
                    <a:pt x="955560" y="62484"/>
                  </a:lnTo>
                  <a:lnTo>
                    <a:pt x="926223" y="94678"/>
                  </a:lnTo>
                  <a:lnTo>
                    <a:pt x="890028" y="128016"/>
                  </a:lnTo>
                  <a:lnTo>
                    <a:pt x="893076" y="134112"/>
                  </a:lnTo>
                  <a:lnTo>
                    <a:pt x="934859" y="104965"/>
                  </a:lnTo>
                  <a:lnTo>
                    <a:pt x="974420" y="71437"/>
                  </a:lnTo>
                  <a:lnTo>
                    <a:pt x="993660" y="53340"/>
                  </a:lnTo>
                  <a:lnTo>
                    <a:pt x="1001674" y="45872"/>
                  </a:lnTo>
                  <a:lnTo>
                    <a:pt x="1009853" y="39243"/>
                  </a:lnTo>
                  <a:lnTo>
                    <a:pt x="1018298" y="33197"/>
                  </a:lnTo>
                  <a:lnTo>
                    <a:pt x="1027188" y="27432"/>
                  </a:lnTo>
                  <a:close/>
                </a:path>
                <a:path w="1737995" h="410209">
                  <a:moveTo>
                    <a:pt x="1043952" y="114300"/>
                  </a:moveTo>
                  <a:lnTo>
                    <a:pt x="1011948" y="88392"/>
                  </a:lnTo>
                  <a:lnTo>
                    <a:pt x="1007948" y="97878"/>
                  </a:lnTo>
                  <a:lnTo>
                    <a:pt x="1002804" y="108204"/>
                  </a:lnTo>
                  <a:lnTo>
                    <a:pt x="980351" y="145808"/>
                  </a:lnTo>
                  <a:lnTo>
                    <a:pt x="957364" y="177380"/>
                  </a:lnTo>
                  <a:lnTo>
                    <a:pt x="927862" y="212534"/>
                  </a:lnTo>
                  <a:lnTo>
                    <a:pt x="898575" y="242874"/>
                  </a:lnTo>
                  <a:lnTo>
                    <a:pt x="883932" y="256032"/>
                  </a:lnTo>
                  <a:lnTo>
                    <a:pt x="888504" y="262128"/>
                  </a:lnTo>
                  <a:lnTo>
                    <a:pt x="907364" y="249275"/>
                  </a:lnTo>
                  <a:lnTo>
                    <a:pt x="925080" y="235839"/>
                  </a:lnTo>
                  <a:lnTo>
                    <a:pt x="941654" y="221843"/>
                  </a:lnTo>
                  <a:lnTo>
                    <a:pt x="957084" y="207264"/>
                  </a:lnTo>
                  <a:lnTo>
                    <a:pt x="957033" y="352044"/>
                  </a:lnTo>
                  <a:lnTo>
                    <a:pt x="956945" y="362712"/>
                  </a:lnTo>
                  <a:lnTo>
                    <a:pt x="956818" y="371500"/>
                  </a:lnTo>
                  <a:lnTo>
                    <a:pt x="956437" y="388797"/>
                  </a:lnTo>
                  <a:lnTo>
                    <a:pt x="955560" y="409956"/>
                  </a:lnTo>
                  <a:lnTo>
                    <a:pt x="981468" y="396240"/>
                  </a:lnTo>
                  <a:lnTo>
                    <a:pt x="981468" y="207264"/>
                  </a:lnTo>
                  <a:lnTo>
                    <a:pt x="981468" y="182880"/>
                  </a:lnTo>
                  <a:lnTo>
                    <a:pt x="994041" y="168046"/>
                  </a:lnTo>
                  <a:lnTo>
                    <a:pt x="1004328" y="155638"/>
                  </a:lnTo>
                  <a:lnTo>
                    <a:pt x="1012329" y="145808"/>
                  </a:lnTo>
                  <a:lnTo>
                    <a:pt x="1018044" y="138684"/>
                  </a:lnTo>
                  <a:lnTo>
                    <a:pt x="1024013" y="132740"/>
                  </a:lnTo>
                  <a:lnTo>
                    <a:pt x="1030427" y="126492"/>
                  </a:lnTo>
                  <a:lnTo>
                    <a:pt x="1037107" y="120256"/>
                  </a:lnTo>
                  <a:lnTo>
                    <a:pt x="1043952" y="114300"/>
                  </a:lnTo>
                  <a:close/>
                </a:path>
                <a:path w="1737995" h="410209">
                  <a:moveTo>
                    <a:pt x="1118527" y="330860"/>
                  </a:moveTo>
                  <a:lnTo>
                    <a:pt x="1095578" y="296227"/>
                  </a:lnTo>
                  <a:lnTo>
                    <a:pt x="1063764" y="274320"/>
                  </a:lnTo>
                  <a:lnTo>
                    <a:pt x="1060716" y="280416"/>
                  </a:lnTo>
                  <a:lnTo>
                    <a:pt x="1071257" y="294728"/>
                  </a:lnTo>
                  <a:lnTo>
                    <a:pt x="1079957" y="308038"/>
                  </a:lnTo>
                  <a:lnTo>
                    <a:pt x="1086637" y="320497"/>
                  </a:lnTo>
                  <a:lnTo>
                    <a:pt x="1091196" y="332232"/>
                  </a:lnTo>
                  <a:lnTo>
                    <a:pt x="1093978" y="341972"/>
                  </a:lnTo>
                  <a:lnTo>
                    <a:pt x="1097483" y="348424"/>
                  </a:lnTo>
                  <a:lnTo>
                    <a:pt x="1101267" y="351739"/>
                  </a:lnTo>
                  <a:lnTo>
                    <a:pt x="1104912" y="352044"/>
                  </a:lnTo>
                  <a:lnTo>
                    <a:pt x="1111008" y="350520"/>
                  </a:lnTo>
                  <a:lnTo>
                    <a:pt x="1115580" y="345948"/>
                  </a:lnTo>
                  <a:lnTo>
                    <a:pt x="1117104" y="336804"/>
                  </a:lnTo>
                  <a:lnTo>
                    <a:pt x="1118527" y="330860"/>
                  </a:lnTo>
                  <a:close/>
                </a:path>
                <a:path w="1737995" h="410209">
                  <a:moveTo>
                    <a:pt x="1249692" y="39624"/>
                  </a:moveTo>
                  <a:lnTo>
                    <a:pt x="1240548" y="30480"/>
                  </a:lnTo>
                  <a:lnTo>
                    <a:pt x="1225308" y="15240"/>
                  </a:lnTo>
                  <a:lnTo>
                    <a:pt x="1211592" y="28956"/>
                  </a:lnTo>
                  <a:lnTo>
                    <a:pt x="1211592" y="41148"/>
                  </a:lnTo>
                  <a:lnTo>
                    <a:pt x="1211592" y="89916"/>
                  </a:lnTo>
                  <a:lnTo>
                    <a:pt x="1211592" y="100584"/>
                  </a:lnTo>
                  <a:lnTo>
                    <a:pt x="1211592" y="152400"/>
                  </a:lnTo>
                  <a:lnTo>
                    <a:pt x="1082052" y="152400"/>
                  </a:lnTo>
                  <a:lnTo>
                    <a:pt x="1082052" y="100584"/>
                  </a:lnTo>
                  <a:lnTo>
                    <a:pt x="1211592" y="100584"/>
                  </a:lnTo>
                  <a:lnTo>
                    <a:pt x="1211592" y="89916"/>
                  </a:lnTo>
                  <a:lnTo>
                    <a:pt x="1082052" y="89916"/>
                  </a:lnTo>
                  <a:lnTo>
                    <a:pt x="1082052" y="41148"/>
                  </a:lnTo>
                  <a:lnTo>
                    <a:pt x="1211592" y="41148"/>
                  </a:lnTo>
                  <a:lnTo>
                    <a:pt x="1211592" y="28956"/>
                  </a:lnTo>
                  <a:lnTo>
                    <a:pt x="1210068" y="30480"/>
                  </a:lnTo>
                  <a:lnTo>
                    <a:pt x="1082052" y="30480"/>
                  </a:lnTo>
                  <a:lnTo>
                    <a:pt x="1059192" y="18288"/>
                  </a:lnTo>
                  <a:lnTo>
                    <a:pt x="1059421" y="36918"/>
                  </a:lnTo>
                  <a:lnTo>
                    <a:pt x="1060475" y="77012"/>
                  </a:lnTo>
                  <a:lnTo>
                    <a:pt x="1060589" y="88392"/>
                  </a:lnTo>
                  <a:lnTo>
                    <a:pt x="1060475" y="121399"/>
                  </a:lnTo>
                  <a:lnTo>
                    <a:pt x="1059497" y="160972"/>
                  </a:lnTo>
                  <a:lnTo>
                    <a:pt x="1059370" y="168046"/>
                  </a:lnTo>
                  <a:lnTo>
                    <a:pt x="1059192" y="184404"/>
                  </a:lnTo>
                  <a:lnTo>
                    <a:pt x="1082052" y="173736"/>
                  </a:lnTo>
                  <a:lnTo>
                    <a:pt x="1082052" y="163068"/>
                  </a:lnTo>
                  <a:lnTo>
                    <a:pt x="1211592" y="163068"/>
                  </a:lnTo>
                  <a:lnTo>
                    <a:pt x="1211592" y="182880"/>
                  </a:lnTo>
                  <a:lnTo>
                    <a:pt x="1237500" y="170688"/>
                  </a:lnTo>
                  <a:lnTo>
                    <a:pt x="1237157" y="163068"/>
                  </a:lnTo>
                  <a:lnTo>
                    <a:pt x="1236700" y="152400"/>
                  </a:lnTo>
                  <a:lnTo>
                    <a:pt x="1236040" y="100584"/>
                  </a:lnTo>
                  <a:lnTo>
                    <a:pt x="1235976" y="50292"/>
                  </a:lnTo>
                  <a:lnTo>
                    <a:pt x="1247724" y="41148"/>
                  </a:lnTo>
                  <a:lnTo>
                    <a:pt x="1249692" y="39624"/>
                  </a:lnTo>
                  <a:close/>
                </a:path>
                <a:path w="1737995" h="410209">
                  <a:moveTo>
                    <a:pt x="1293888" y="268224"/>
                  </a:moveTo>
                  <a:lnTo>
                    <a:pt x="1261884" y="236220"/>
                  </a:lnTo>
                  <a:lnTo>
                    <a:pt x="1240548" y="257556"/>
                  </a:lnTo>
                  <a:lnTo>
                    <a:pt x="1214640" y="257556"/>
                  </a:lnTo>
                  <a:lnTo>
                    <a:pt x="1214640" y="210312"/>
                  </a:lnTo>
                  <a:lnTo>
                    <a:pt x="1275600" y="210312"/>
                  </a:lnTo>
                  <a:lnTo>
                    <a:pt x="1246644" y="181356"/>
                  </a:lnTo>
                  <a:lnTo>
                    <a:pt x="1226832" y="199644"/>
                  </a:lnTo>
                  <a:lnTo>
                    <a:pt x="1025664" y="199644"/>
                  </a:lnTo>
                  <a:lnTo>
                    <a:pt x="1040904" y="214884"/>
                  </a:lnTo>
                  <a:lnTo>
                    <a:pt x="1051191" y="212890"/>
                  </a:lnTo>
                  <a:lnTo>
                    <a:pt x="1061478" y="211455"/>
                  </a:lnTo>
                  <a:lnTo>
                    <a:pt x="1071765" y="210604"/>
                  </a:lnTo>
                  <a:lnTo>
                    <a:pt x="1082052" y="210312"/>
                  </a:lnTo>
                  <a:lnTo>
                    <a:pt x="1190256" y="210312"/>
                  </a:lnTo>
                  <a:lnTo>
                    <a:pt x="1190256" y="257556"/>
                  </a:lnTo>
                  <a:lnTo>
                    <a:pt x="1004328" y="257556"/>
                  </a:lnTo>
                  <a:lnTo>
                    <a:pt x="1019568" y="272796"/>
                  </a:lnTo>
                  <a:lnTo>
                    <a:pt x="1029868" y="270802"/>
                  </a:lnTo>
                  <a:lnTo>
                    <a:pt x="1040333" y="269367"/>
                  </a:lnTo>
                  <a:lnTo>
                    <a:pt x="1051064" y="268516"/>
                  </a:lnTo>
                  <a:lnTo>
                    <a:pt x="1062240" y="268224"/>
                  </a:lnTo>
                  <a:lnTo>
                    <a:pt x="1190256" y="268224"/>
                  </a:lnTo>
                  <a:lnTo>
                    <a:pt x="1190256" y="362712"/>
                  </a:lnTo>
                  <a:lnTo>
                    <a:pt x="1188732" y="367284"/>
                  </a:lnTo>
                  <a:lnTo>
                    <a:pt x="1184160" y="370332"/>
                  </a:lnTo>
                  <a:lnTo>
                    <a:pt x="1177874" y="371500"/>
                  </a:lnTo>
                  <a:lnTo>
                    <a:pt x="1165872" y="370522"/>
                  </a:lnTo>
                  <a:lnTo>
                    <a:pt x="1148156" y="367550"/>
                  </a:lnTo>
                  <a:lnTo>
                    <a:pt x="1124724" y="362712"/>
                  </a:lnTo>
                  <a:lnTo>
                    <a:pt x="1124724" y="370332"/>
                  </a:lnTo>
                  <a:lnTo>
                    <a:pt x="1147838" y="380580"/>
                  </a:lnTo>
                  <a:lnTo>
                    <a:pt x="1164539" y="390525"/>
                  </a:lnTo>
                  <a:lnTo>
                    <a:pt x="1174648" y="399910"/>
                  </a:lnTo>
                  <a:lnTo>
                    <a:pt x="1178064" y="408432"/>
                  </a:lnTo>
                  <a:lnTo>
                    <a:pt x="1194066" y="400431"/>
                  </a:lnTo>
                  <a:lnTo>
                    <a:pt x="1205496" y="390144"/>
                  </a:lnTo>
                  <a:lnTo>
                    <a:pt x="1212354" y="377571"/>
                  </a:lnTo>
                  <a:lnTo>
                    <a:pt x="1213281" y="371500"/>
                  </a:lnTo>
                  <a:lnTo>
                    <a:pt x="1214640" y="362712"/>
                  </a:lnTo>
                  <a:lnTo>
                    <a:pt x="1214640" y="268224"/>
                  </a:lnTo>
                  <a:lnTo>
                    <a:pt x="1293888" y="268224"/>
                  </a:lnTo>
                  <a:close/>
                </a:path>
                <a:path w="1737995" h="410209">
                  <a:moveTo>
                    <a:pt x="1434096" y="42684"/>
                  </a:moveTo>
                  <a:lnTo>
                    <a:pt x="1400111" y="10337"/>
                  </a:lnTo>
                  <a:lnTo>
                    <a:pt x="1383804" y="1536"/>
                  </a:lnTo>
                  <a:lnTo>
                    <a:pt x="1380756" y="6108"/>
                  </a:lnTo>
                  <a:lnTo>
                    <a:pt x="1390205" y="18656"/>
                  </a:lnTo>
                  <a:lnTo>
                    <a:pt x="1398092" y="31064"/>
                  </a:lnTo>
                  <a:lnTo>
                    <a:pt x="1404543" y="43180"/>
                  </a:lnTo>
                  <a:lnTo>
                    <a:pt x="1409712" y="54876"/>
                  </a:lnTo>
                  <a:lnTo>
                    <a:pt x="1412760" y="65544"/>
                  </a:lnTo>
                  <a:lnTo>
                    <a:pt x="1417332" y="71640"/>
                  </a:lnTo>
                  <a:lnTo>
                    <a:pt x="1421904" y="71640"/>
                  </a:lnTo>
                  <a:lnTo>
                    <a:pt x="1423428" y="68592"/>
                  </a:lnTo>
                  <a:lnTo>
                    <a:pt x="1432572" y="56400"/>
                  </a:lnTo>
                  <a:lnTo>
                    <a:pt x="1434096" y="51828"/>
                  </a:lnTo>
                  <a:lnTo>
                    <a:pt x="1434096" y="42684"/>
                  </a:lnTo>
                  <a:close/>
                </a:path>
                <a:path w="1737995" h="410209">
                  <a:moveTo>
                    <a:pt x="1493532" y="176796"/>
                  </a:moveTo>
                  <a:lnTo>
                    <a:pt x="1463052" y="153936"/>
                  </a:lnTo>
                  <a:lnTo>
                    <a:pt x="1458493" y="169367"/>
                  </a:lnTo>
                  <a:lnTo>
                    <a:pt x="1451813" y="185940"/>
                  </a:lnTo>
                  <a:lnTo>
                    <a:pt x="1443113" y="203657"/>
                  </a:lnTo>
                  <a:lnTo>
                    <a:pt x="1432572" y="222516"/>
                  </a:lnTo>
                  <a:lnTo>
                    <a:pt x="1421904" y="217944"/>
                  </a:lnTo>
                  <a:lnTo>
                    <a:pt x="1421904" y="211848"/>
                  </a:lnTo>
                  <a:lnTo>
                    <a:pt x="1421904" y="182892"/>
                  </a:lnTo>
                  <a:lnTo>
                    <a:pt x="1433639" y="163118"/>
                  </a:lnTo>
                  <a:lnTo>
                    <a:pt x="1443812" y="144792"/>
                  </a:lnTo>
                  <a:lnTo>
                    <a:pt x="1452549" y="127596"/>
                  </a:lnTo>
                  <a:lnTo>
                    <a:pt x="1460004" y="111264"/>
                  </a:lnTo>
                  <a:lnTo>
                    <a:pt x="1470888" y="103644"/>
                  </a:lnTo>
                  <a:lnTo>
                    <a:pt x="1475244" y="100596"/>
                  </a:lnTo>
                  <a:lnTo>
                    <a:pt x="1450860" y="76212"/>
                  </a:lnTo>
                  <a:lnTo>
                    <a:pt x="1434096" y="92976"/>
                  </a:lnTo>
                  <a:lnTo>
                    <a:pt x="1336560" y="92976"/>
                  </a:lnTo>
                  <a:lnTo>
                    <a:pt x="1351800" y="109740"/>
                  </a:lnTo>
                  <a:lnTo>
                    <a:pt x="1362100" y="106857"/>
                  </a:lnTo>
                  <a:lnTo>
                    <a:pt x="1372565" y="104978"/>
                  </a:lnTo>
                  <a:lnTo>
                    <a:pt x="1383296" y="103949"/>
                  </a:lnTo>
                  <a:lnTo>
                    <a:pt x="1394472" y="103644"/>
                  </a:lnTo>
                  <a:lnTo>
                    <a:pt x="1435620" y="103644"/>
                  </a:lnTo>
                  <a:lnTo>
                    <a:pt x="1415808" y="149174"/>
                  </a:lnTo>
                  <a:lnTo>
                    <a:pt x="1391424" y="193560"/>
                  </a:lnTo>
                  <a:lnTo>
                    <a:pt x="1361706" y="234708"/>
                  </a:lnTo>
                  <a:lnTo>
                    <a:pt x="1327416" y="271284"/>
                  </a:lnTo>
                  <a:lnTo>
                    <a:pt x="1331988" y="275856"/>
                  </a:lnTo>
                  <a:lnTo>
                    <a:pt x="1349743" y="262420"/>
                  </a:lnTo>
                  <a:lnTo>
                    <a:pt x="1366659" y="247281"/>
                  </a:lnTo>
                  <a:lnTo>
                    <a:pt x="1382991" y="230416"/>
                  </a:lnTo>
                  <a:lnTo>
                    <a:pt x="1399044" y="211848"/>
                  </a:lnTo>
                  <a:lnTo>
                    <a:pt x="1398943" y="304812"/>
                  </a:lnTo>
                  <a:lnTo>
                    <a:pt x="1398854" y="337388"/>
                  </a:lnTo>
                  <a:lnTo>
                    <a:pt x="1398397" y="379222"/>
                  </a:lnTo>
                  <a:lnTo>
                    <a:pt x="1397520" y="406920"/>
                  </a:lnTo>
                  <a:lnTo>
                    <a:pt x="1423428" y="394728"/>
                  </a:lnTo>
                  <a:lnTo>
                    <a:pt x="1422539" y="368935"/>
                  </a:lnTo>
                  <a:lnTo>
                    <a:pt x="1422095" y="332435"/>
                  </a:lnTo>
                  <a:lnTo>
                    <a:pt x="1421993" y="304812"/>
                  </a:lnTo>
                  <a:lnTo>
                    <a:pt x="1421904" y="225564"/>
                  </a:lnTo>
                  <a:lnTo>
                    <a:pt x="1435328" y="241579"/>
                  </a:lnTo>
                  <a:lnTo>
                    <a:pt x="1445907" y="255473"/>
                  </a:lnTo>
                  <a:lnTo>
                    <a:pt x="1453616" y="267347"/>
                  </a:lnTo>
                  <a:lnTo>
                    <a:pt x="1458480" y="277380"/>
                  </a:lnTo>
                  <a:lnTo>
                    <a:pt x="1461528" y="288048"/>
                  </a:lnTo>
                  <a:lnTo>
                    <a:pt x="1463052" y="292620"/>
                  </a:lnTo>
                  <a:lnTo>
                    <a:pt x="1467624" y="292620"/>
                  </a:lnTo>
                  <a:lnTo>
                    <a:pt x="1478292" y="281952"/>
                  </a:lnTo>
                  <a:lnTo>
                    <a:pt x="1479816" y="275856"/>
                  </a:lnTo>
                  <a:lnTo>
                    <a:pt x="1479816" y="265188"/>
                  </a:lnTo>
                  <a:lnTo>
                    <a:pt x="1453400" y="235254"/>
                  </a:lnTo>
                  <a:lnTo>
                    <a:pt x="1437144" y="225564"/>
                  </a:lnTo>
                  <a:lnTo>
                    <a:pt x="1440256" y="222516"/>
                  </a:lnTo>
                  <a:lnTo>
                    <a:pt x="1447660" y="215277"/>
                  </a:lnTo>
                  <a:lnTo>
                    <a:pt x="1469288" y="194703"/>
                  </a:lnTo>
                  <a:lnTo>
                    <a:pt x="1479816" y="184416"/>
                  </a:lnTo>
                  <a:lnTo>
                    <a:pt x="1493532" y="176796"/>
                  </a:lnTo>
                  <a:close/>
                </a:path>
                <a:path w="1737995" h="410209">
                  <a:moveTo>
                    <a:pt x="1737372" y="374916"/>
                  </a:moveTo>
                  <a:lnTo>
                    <a:pt x="1674888" y="356819"/>
                  </a:lnTo>
                  <a:lnTo>
                    <a:pt x="1641805" y="335292"/>
                  </a:lnTo>
                  <a:lnTo>
                    <a:pt x="1626120" y="321576"/>
                  </a:lnTo>
                  <a:lnTo>
                    <a:pt x="1638579" y="304812"/>
                  </a:lnTo>
                  <a:lnTo>
                    <a:pt x="1642694" y="299288"/>
                  </a:lnTo>
                  <a:lnTo>
                    <a:pt x="1658124" y="273570"/>
                  </a:lnTo>
                  <a:lnTo>
                    <a:pt x="1672412" y="244424"/>
                  </a:lnTo>
                  <a:lnTo>
                    <a:pt x="1685556" y="211848"/>
                  </a:lnTo>
                  <a:lnTo>
                    <a:pt x="1702320" y="201180"/>
                  </a:lnTo>
                  <a:lnTo>
                    <a:pt x="1691652" y="190512"/>
                  </a:lnTo>
                  <a:lnTo>
                    <a:pt x="1676412" y="175272"/>
                  </a:lnTo>
                  <a:lnTo>
                    <a:pt x="1661172" y="189128"/>
                  </a:lnTo>
                  <a:lnTo>
                    <a:pt x="1661172" y="201180"/>
                  </a:lnTo>
                  <a:lnTo>
                    <a:pt x="1650314" y="232587"/>
                  </a:lnTo>
                  <a:lnTo>
                    <a:pt x="1638312" y="260426"/>
                  </a:lnTo>
                  <a:lnTo>
                    <a:pt x="1625168" y="284543"/>
                  </a:lnTo>
                  <a:lnTo>
                    <a:pt x="1610880" y="304812"/>
                  </a:lnTo>
                  <a:lnTo>
                    <a:pt x="1596326" y="283679"/>
                  </a:lnTo>
                  <a:lnTo>
                    <a:pt x="1582496" y="259283"/>
                  </a:lnTo>
                  <a:lnTo>
                    <a:pt x="1569516" y="231724"/>
                  </a:lnTo>
                  <a:lnTo>
                    <a:pt x="1557540" y="201180"/>
                  </a:lnTo>
                  <a:lnTo>
                    <a:pt x="1661172" y="201180"/>
                  </a:lnTo>
                  <a:lnTo>
                    <a:pt x="1661172" y="189128"/>
                  </a:lnTo>
                  <a:lnTo>
                    <a:pt x="1659648" y="190512"/>
                  </a:lnTo>
                  <a:lnTo>
                    <a:pt x="1613928" y="190512"/>
                  </a:lnTo>
                  <a:lnTo>
                    <a:pt x="1613928" y="99072"/>
                  </a:lnTo>
                  <a:lnTo>
                    <a:pt x="1684032" y="99072"/>
                  </a:lnTo>
                  <a:lnTo>
                    <a:pt x="1664220" y="144792"/>
                  </a:lnTo>
                  <a:lnTo>
                    <a:pt x="1670316" y="147840"/>
                  </a:lnTo>
                  <a:lnTo>
                    <a:pt x="1700314" y="115265"/>
                  </a:lnTo>
                  <a:lnTo>
                    <a:pt x="1729752" y="103644"/>
                  </a:lnTo>
                  <a:lnTo>
                    <a:pt x="1725612" y="99072"/>
                  </a:lnTo>
                  <a:lnTo>
                    <a:pt x="1715960" y="88404"/>
                  </a:lnTo>
                  <a:lnTo>
                    <a:pt x="1700796" y="71640"/>
                  </a:lnTo>
                  <a:lnTo>
                    <a:pt x="1682508" y="88404"/>
                  </a:lnTo>
                  <a:lnTo>
                    <a:pt x="1613928" y="88404"/>
                  </a:lnTo>
                  <a:lnTo>
                    <a:pt x="1613928" y="28968"/>
                  </a:lnTo>
                  <a:lnTo>
                    <a:pt x="1626120" y="15252"/>
                  </a:lnTo>
                  <a:lnTo>
                    <a:pt x="1589544" y="12"/>
                  </a:lnTo>
                  <a:lnTo>
                    <a:pt x="1589773" y="16598"/>
                  </a:lnTo>
                  <a:lnTo>
                    <a:pt x="1590294" y="36588"/>
                  </a:lnTo>
                  <a:lnTo>
                    <a:pt x="1590827" y="60655"/>
                  </a:lnTo>
                  <a:lnTo>
                    <a:pt x="1591068" y="88404"/>
                  </a:lnTo>
                  <a:lnTo>
                    <a:pt x="1591068" y="99072"/>
                  </a:lnTo>
                  <a:lnTo>
                    <a:pt x="1591068" y="190512"/>
                  </a:lnTo>
                  <a:lnTo>
                    <a:pt x="1528584" y="190512"/>
                  </a:lnTo>
                  <a:lnTo>
                    <a:pt x="1528584" y="99072"/>
                  </a:lnTo>
                  <a:lnTo>
                    <a:pt x="1591068" y="99072"/>
                  </a:lnTo>
                  <a:lnTo>
                    <a:pt x="1591068" y="88404"/>
                  </a:lnTo>
                  <a:lnTo>
                    <a:pt x="1531632" y="88404"/>
                  </a:lnTo>
                  <a:lnTo>
                    <a:pt x="1504200" y="71640"/>
                  </a:lnTo>
                  <a:lnTo>
                    <a:pt x="1504467" y="99072"/>
                  </a:lnTo>
                  <a:lnTo>
                    <a:pt x="1504683" y="115265"/>
                  </a:lnTo>
                  <a:lnTo>
                    <a:pt x="1504784" y="133553"/>
                  </a:lnTo>
                  <a:lnTo>
                    <a:pt x="1504696" y="163118"/>
                  </a:lnTo>
                  <a:lnTo>
                    <a:pt x="1503070" y="229793"/>
                  </a:lnTo>
                  <a:lnTo>
                    <a:pt x="1494548" y="292760"/>
                  </a:lnTo>
                  <a:lnTo>
                    <a:pt x="1478026" y="341960"/>
                  </a:lnTo>
                  <a:lnTo>
                    <a:pt x="1451216" y="385394"/>
                  </a:lnTo>
                  <a:lnTo>
                    <a:pt x="1434096" y="405396"/>
                  </a:lnTo>
                  <a:lnTo>
                    <a:pt x="1438668" y="409968"/>
                  </a:lnTo>
                  <a:lnTo>
                    <a:pt x="1481531" y="366725"/>
                  </a:lnTo>
                  <a:lnTo>
                    <a:pt x="1507248" y="320052"/>
                  </a:lnTo>
                  <a:lnTo>
                    <a:pt x="1521917" y="266331"/>
                  </a:lnTo>
                  <a:lnTo>
                    <a:pt x="1528584" y="201180"/>
                  </a:lnTo>
                  <a:lnTo>
                    <a:pt x="1549920" y="201180"/>
                  </a:lnTo>
                  <a:lnTo>
                    <a:pt x="1559648" y="236042"/>
                  </a:lnTo>
                  <a:lnTo>
                    <a:pt x="1570634" y="267347"/>
                  </a:lnTo>
                  <a:lnTo>
                    <a:pt x="1583131" y="295478"/>
                  </a:lnTo>
                  <a:lnTo>
                    <a:pt x="1597164" y="320052"/>
                  </a:lnTo>
                  <a:lnTo>
                    <a:pt x="1570304" y="343738"/>
                  </a:lnTo>
                  <a:lnTo>
                    <a:pt x="1541919" y="364820"/>
                  </a:lnTo>
                  <a:lnTo>
                    <a:pt x="1511896" y="383247"/>
                  </a:lnTo>
                  <a:lnTo>
                    <a:pt x="1479816" y="399300"/>
                  </a:lnTo>
                  <a:lnTo>
                    <a:pt x="1481340" y="406920"/>
                  </a:lnTo>
                  <a:lnTo>
                    <a:pt x="1516151" y="393788"/>
                  </a:lnTo>
                  <a:lnTo>
                    <a:pt x="1549539" y="377393"/>
                  </a:lnTo>
                  <a:lnTo>
                    <a:pt x="1581200" y="357835"/>
                  </a:lnTo>
                  <a:lnTo>
                    <a:pt x="1610880" y="335292"/>
                  </a:lnTo>
                  <a:lnTo>
                    <a:pt x="1633118" y="356450"/>
                  </a:lnTo>
                  <a:lnTo>
                    <a:pt x="1656219" y="374345"/>
                  </a:lnTo>
                  <a:lnTo>
                    <a:pt x="1679879" y="389077"/>
                  </a:lnTo>
                  <a:lnTo>
                    <a:pt x="1703844" y="400824"/>
                  </a:lnTo>
                  <a:lnTo>
                    <a:pt x="1709508" y="393433"/>
                  </a:lnTo>
                  <a:lnTo>
                    <a:pt x="1717179" y="387489"/>
                  </a:lnTo>
                  <a:lnTo>
                    <a:pt x="1726501" y="383273"/>
                  </a:lnTo>
                  <a:lnTo>
                    <a:pt x="1737372" y="381012"/>
                  </a:lnTo>
                  <a:lnTo>
                    <a:pt x="1737372" y="374916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6" name="object 106"/>
            <p:cNvSpPr/>
            <p:nvPr/>
          </p:nvSpPr>
          <p:spPr>
            <a:xfrm>
              <a:off x="3659123" y="6316979"/>
              <a:ext cx="62865" cy="91440"/>
            </a:xfrm>
            <a:custGeom>
              <a:avLst/>
              <a:gdLst/>
              <a:ahLst/>
              <a:cxnLst/>
              <a:rect l="l" t="t" r="r" b="b"/>
              <a:pathLst>
                <a:path w="62864" h="91439">
                  <a:moveTo>
                    <a:pt x="0" y="0"/>
                  </a:moveTo>
                  <a:lnTo>
                    <a:pt x="0" y="91439"/>
                  </a:lnTo>
                  <a:lnTo>
                    <a:pt x="62483" y="91439"/>
                  </a:lnTo>
                  <a:lnTo>
                    <a:pt x="62483" y="0"/>
                  </a:lnTo>
                  <a:lnTo>
                    <a:pt x="0" y="0"/>
                  </a:lnTo>
                  <a:close/>
                </a:path>
              </a:pathLst>
            </a:custGeom>
            <a:ln w="1219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7" name="object 107"/>
            <p:cNvSpPr/>
            <p:nvPr/>
          </p:nvSpPr>
          <p:spPr>
            <a:xfrm>
              <a:off x="3688080" y="6419087"/>
              <a:ext cx="104139" cy="104139"/>
            </a:xfrm>
            <a:custGeom>
              <a:avLst/>
              <a:gdLst/>
              <a:ahLst/>
              <a:cxnLst/>
              <a:rect l="l" t="t" r="r" b="b"/>
              <a:pathLst>
                <a:path w="104139" h="104140">
                  <a:moveTo>
                    <a:pt x="0" y="0"/>
                  </a:moveTo>
                  <a:lnTo>
                    <a:pt x="11977" y="30551"/>
                  </a:lnTo>
                  <a:lnTo>
                    <a:pt x="24955" y="58102"/>
                  </a:lnTo>
                  <a:lnTo>
                    <a:pt x="38790" y="82510"/>
                  </a:lnTo>
                  <a:lnTo>
                    <a:pt x="53339" y="103632"/>
                  </a:lnTo>
                  <a:lnTo>
                    <a:pt x="67627" y="83367"/>
                  </a:lnTo>
                  <a:lnTo>
                    <a:pt x="80772" y="59245"/>
                  </a:lnTo>
                  <a:lnTo>
                    <a:pt x="92773" y="31408"/>
                  </a:lnTo>
                  <a:lnTo>
                    <a:pt x="103632" y="0"/>
                  </a:lnTo>
                  <a:lnTo>
                    <a:pt x="0" y="0"/>
                  </a:lnTo>
                  <a:close/>
                </a:path>
              </a:pathLst>
            </a:custGeom>
            <a:ln w="1219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8" name="object 108"/>
            <p:cNvSpPr/>
            <p:nvPr/>
          </p:nvSpPr>
          <p:spPr>
            <a:xfrm>
              <a:off x="3564636" y="6217919"/>
              <a:ext cx="303530" cy="410209"/>
            </a:xfrm>
            <a:custGeom>
              <a:avLst/>
              <a:gdLst/>
              <a:ahLst/>
              <a:cxnLst/>
              <a:rect l="l" t="t" r="r" b="b"/>
              <a:pathLst>
                <a:path w="303529" h="410209">
                  <a:moveTo>
                    <a:pt x="251460" y="211836"/>
                  </a:moveTo>
                  <a:lnTo>
                    <a:pt x="238315" y="244411"/>
                  </a:lnTo>
                  <a:lnTo>
                    <a:pt x="224028" y="273558"/>
                  </a:lnTo>
                  <a:lnTo>
                    <a:pt x="208597" y="299275"/>
                  </a:lnTo>
                  <a:lnTo>
                    <a:pt x="192024" y="321564"/>
                  </a:lnTo>
                  <a:lnTo>
                    <a:pt x="214550" y="341256"/>
                  </a:lnTo>
                  <a:lnTo>
                    <a:pt x="240792" y="356806"/>
                  </a:lnTo>
                  <a:lnTo>
                    <a:pt x="270462" y="368069"/>
                  </a:lnTo>
                  <a:lnTo>
                    <a:pt x="303276" y="374904"/>
                  </a:lnTo>
                  <a:lnTo>
                    <a:pt x="303276" y="381000"/>
                  </a:lnTo>
                  <a:lnTo>
                    <a:pt x="292465" y="383238"/>
                  </a:lnTo>
                  <a:lnTo>
                    <a:pt x="283083" y="387476"/>
                  </a:lnTo>
                  <a:lnTo>
                    <a:pt x="275415" y="393430"/>
                  </a:lnTo>
                  <a:lnTo>
                    <a:pt x="269748" y="400812"/>
                  </a:lnTo>
                  <a:lnTo>
                    <a:pt x="245792" y="389072"/>
                  </a:lnTo>
                  <a:lnTo>
                    <a:pt x="222123" y="374332"/>
                  </a:lnTo>
                  <a:lnTo>
                    <a:pt x="199024" y="356449"/>
                  </a:lnTo>
                  <a:lnTo>
                    <a:pt x="176784" y="335280"/>
                  </a:lnTo>
                  <a:lnTo>
                    <a:pt x="147113" y="357830"/>
                  </a:lnTo>
                  <a:lnTo>
                    <a:pt x="115442" y="377380"/>
                  </a:lnTo>
                  <a:lnTo>
                    <a:pt x="82057" y="393787"/>
                  </a:lnTo>
                  <a:lnTo>
                    <a:pt x="47243" y="406908"/>
                  </a:lnTo>
                  <a:lnTo>
                    <a:pt x="45720" y="399288"/>
                  </a:lnTo>
                  <a:lnTo>
                    <a:pt x="77771" y="383262"/>
                  </a:lnTo>
                  <a:lnTo>
                    <a:pt x="107823" y="364807"/>
                  </a:lnTo>
                  <a:lnTo>
                    <a:pt x="136159" y="343781"/>
                  </a:lnTo>
                  <a:lnTo>
                    <a:pt x="163068" y="320040"/>
                  </a:lnTo>
                  <a:lnTo>
                    <a:pt x="149042" y="295465"/>
                  </a:lnTo>
                  <a:lnTo>
                    <a:pt x="136588" y="267462"/>
                  </a:lnTo>
                  <a:lnTo>
                    <a:pt x="125563" y="236029"/>
                  </a:lnTo>
                  <a:lnTo>
                    <a:pt x="115824" y="201168"/>
                  </a:lnTo>
                  <a:lnTo>
                    <a:pt x="94488" y="201168"/>
                  </a:lnTo>
                  <a:lnTo>
                    <a:pt x="87820" y="266319"/>
                  </a:lnTo>
                  <a:lnTo>
                    <a:pt x="73152" y="320040"/>
                  </a:lnTo>
                  <a:lnTo>
                    <a:pt x="47434" y="366712"/>
                  </a:lnTo>
                  <a:lnTo>
                    <a:pt x="4572" y="409955"/>
                  </a:lnTo>
                  <a:lnTo>
                    <a:pt x="0" y="405384"/>
                  </a:lnTo>
                  <a:lnTo>
                    <a:pt x="17121" y="385381"/>
                  </a:lnTo>
                  <a:lnTo>
                    <a:pt x="31813" y="364236"/>
                  </a:lnTo>
                  <a:lnTo>
                    <a:pt x="53340" y="318516"/>
                  </a:lnTo>
                  <a:lnTo>
                    <a:pt x="65722" y="263271"/>
                  </a:lnTo>
                  <a:lnTo>
                    <a:pt x="70103" y="192024"/>
                  </a:lnTo>
                  <a:lnTo>
                    <a:pt x="70746" y="154566"/>
                  </a:lnTo>
                  <a:lnTo>
                    <a:pt x="70675" y="122110"/>
                  </a:lnTo>
                  <a:lnTo>
                    <a:pt x="70318" y="94511"/>
                  </a:lnTo>
                  <a:lnTo>
                    <a:pt x="70103" y="71628"/>
                  </a:lnTo>
                  <a:lnTo>
                    <a:pt x="97536" y="88392"/>
                  </a:lnTo>
                  <a:lnTo>
                    <a:pt x="156972" y="88392"/>
                  </a:lnTo>
                  <a:lnTo>
                    <a:pt x="156733" y="60650"/>
                  </a:lnTo>
                  <a:lnTo>
                    <a:pt x="156210" y="36766"/>
                  </a:lnTo>
                  <a:lnTo>
                    <a:pt x="155686" y="16597"/>
                  </a:lnTo>
                  <a:lnTo>
                    <a:pt x="155448" y="0"/>
                  </a:lnTo>
                  <a:lnTo>
                    <a:pt x="192024" y="15240"/>
                  </a:lnTo>
                  <a:lnTo>
                    <a:pt x="179832" y="28955"/>
                  </a:lnTo>
                  <a:lnTo>
                    <a:pt x="179832" y="88392"/>
                  </a:lnTo>
                  <a:lnTo>
                    <a:pt x="248412" y="88392"/>
                  </a:lnTo>
                  <a:lnTo>
                    <a:pt x="266700" y="71628"/>
                  </a:lnTo>
                  <a:lnTo>
                    <a:pt x="295656" y="103632"/>
                  </a:lnTo>
                  <a:lnTo>
                    <a:pt x="257937" y="122682"/>
                  </a:lnTo>
                  <a:lnTo>
                    <a:pt x="236220" y="147828"/>
                  </a:lnTo>
                  <a:lnTo>
                    <a:pt x="230124" y="144780"/>
                  </a:lnTo>
                  <a:lnTo>
                    <a:pt x="249936" y="99060"/>
                  </a:lnTo>
                  <a:lnTo>
                    <a:pt x="179832" y="99060"/>
                  </a:lnTo>
                  <a:lnTo>
                    <a:pt x="179832" y="190500"/>
                  </a:lnTo>
                  <a:lnTo>
                    <a:pt x="225552" y="190500"/>
                  </a:lnTo>
                  <a:lnTo>
                    <a:pt x="242316" y="175260"/>
                  </a:lnTo>
                  <a:lnTo>
                    <a:pt x="268224" y="201168"/>
                  </a:lnTo>
                  <a:lnTo>
                    <a:pt x="251460" y="211836"/>
                  </a:lnTo>
                  <a:close/>
                </a:path>
              </a:pathLst>
            </a:custGeom>
            <a:ln w="1219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9" name="object 109"/>
            <p:cNvSpPr/>
            <p:nvPr/>
          </p:nvSpPr>
          <p:spPr>
            <a:xfrm>
              <a:off x="3457955" y="6294119"/>
              <a:ext cx="166370" cy="330835"/>
            </a:xfrm>
            <a:custGeom>
              <a:avLst/>
              <a:gdLst/>
              <a:ahLst/>
              <a:cxnLst/>
              <a:rect l="l" t="t" r="r" b="b"/>
              <a:pathLst>
                <a:path w="166370" h="330834">
                  <a:moveTo>
                    <a:pt x="132587" y="35051"/>
                  </a:moveTo>
                  <a:lnTo>
                    <a:pt x="125134" y="51387"/>
                  </a:lnTo>
                  <a:lnTo>
                    <a:pt x="116395" y="68579"/>
                  </a:lnTo>
                  <a:lnTo>
                    <a:pt x="106227" y="86915"/>
                  </a:lnTo>
                  <a:lnTo>
                    <a:pt x="94487" y="106679"/>
                  </a:lnTo>
                  <a:lnTo>
                    <a:pt x="94487" y="141731"/>
                  </a:lnTo>
                  <a:lnTo>
                    <a:pt x="124396" y="109727"/>
                  </a:lnTo>
                  <a:lnTo>
                    <a:pt x="135635" y="77723"/>
                  </a:lnTo>
                  <a:lnTo>
                    <a:pt x="166115" y="100583"/>
                  </a:lnTo>
                  <a:lnTo>
                    <a:pt x="152399" y="108203"/>
                  </a:lnTo>
                  <a:lnTo>
                    <a:pt x="141874" y="118490"/>
                  </a:lnTo>
                  <a:lnTo>
                    <a:pt x="131063" y="128777"/>
                  </a:lnTo>
                  <a:lnTo>
                    <a:pt x="120253" y="139064"/>
                  </a:lnTo>
                  <a:lnTo>
                    <a:pt x="109727" y="149351"/>
                  </a:lnTo>
                  <a:lnTo>
                    <a:pt x="125991" y="159043"/>
                  </a:lnTo>
                  <a:lnTo>
                    <a:pt x="138112" y="167449"/>
                  </a:lnTo>
                  <a:lnTo>
                    <a:pt x="145946" y="174426"/>
                  </a:lnTo>
                  <a:lnTo>
                    <a:pt x="149351" y="179831"/>
                  </a:lnTo>
                  <a:lnTo>
                    <a:pt x="150875" y="184403"/>
                  </a:lnTo>
                  <a:lnTo>
                    <a:pt x="152399" y="188975"/>
                  </a:lnTo>
                  <a:lnTo>
                    <a:pt x="152399" y="193547"/>
                  </a:lnTo>
                  <a:lnTo>
                    <a:pt x="152399" y="199644"/>
                  </a:lnTo>
                  <a:lnTo>
                    <a:pt x="150875" y="205739"/>
                  </a:lnTo>
                  <a:lnTo>
                    <a:pt x="146303" y="210311"/>
                  </a:lnTo>
                  <a:lnTo>
                    <a:pt x="143255" y="213359"/>
                  </a:lnTo>
                  <a:lnTo>
                    <a:pt x="140207" y="216408"/>
                  </a:lnTo>
                  <a:lnTo>
                    <a:pt x="135635" y="216408"/>
                  </a:lnTo>
                  <a:lnTo>
                    <a:pt x="134111" y="211835"/>
                  </a:lnTo>
                  <a:lnTo>
                    <a:pt x="107918" y="165377"/>
                  </a:lnTo>
                  <a:lnTo>
                    <a:pt x="94487" y="149351"/>
                  </a:lnTo>
                  <a:lnTo>
                    <a:pt x="94511" y="208573"/>
                  </a:lnTo>
                  <a:lnTo>
                    <a:pt x="94678" y="256222"/>
                  </a:lnTo>
                  <a:lnTo>
                    <a:pt x="95130" y="292727"/>
                  </a:lnTo>
                  <a:lnTo>
                    <a:pt x="96011" y="318515"/>
                  </a:lnTo>
                  <a:lnTo>
                    <a:pt x="70103" y="330708"/>
                  </a:lnTo>
                  <a:lnTo>
                    <a:pt x="70985" y="303014"/>
                  </a:lnTo>
                  <a:lnTo>
                    <a:pt x="71437" y="261175"/>
                  </a:lnTo>
                  <a:lnTo>
                    <a:pt x="71604" y="205335"/>
                  </a:lnTo>
                  <a:lnTo>
                    <a:pt x="71627" y="135635"/>
                  </a:lnTo>
                  <a:lnTo>
                    <a:pt x="55578" y="154209"/>
                  </a:lnTo>
                  <a:lnTo>
                    <a:pt x="39242" y="171069"/>
                  </a:lnTo>
                  <a:lnTo>
                    <a:pt x="22336" y="186213"/>
                  </a:lnTo>
                  <a:lnTo>
                    <a:pt x="4571" y="199644"/>
                  </a:lnTo>
                  <a:lnTo>
                    <a:pt x="0" y="195071"/>
                  </a:lnTo>
                  <a:lnTo>
                    <a:pt x="17716" y="177355"/>
                  </a:lnTo>
                  <a:lnTo>
                    <a:pt x="34289" y="158495"/>
                  </a:lnTo>
                  <a:lnTo>
                    <a:pt x="64007" y="117347"/>
                  </a:lnTo>
                  <a:lnTo>
                    <a:pt x="88391" y="72961"/>
                  </a:lnTo>
                  <a:lnTo>
                    <a:pt x="108203" y="27431"/>
                  </a:lnTo>
                  <a:lnTo>
                    <a:pt x="67055" y="27431"/>
                  </a:lnTo>
                  <a:lnTo>
                    <a:pt x="55887" y="27741"/>
                  </a:lnTo>
                  <a:lnTo>
                    <a:pt x="45148" y="28765"/>
                  </a:lnTo>
                  <a:lnTo>
                    <a:pt x="34694" y="30646"/>
                  </a:lnTo>
                  <a:lnTo>
                    <a:pt x="24383" y="33527"/>
                  </a:lnTo>
                  <a:lnTo>
                    <a:pt x="9143" y="16763"/>
                  </a:lnTo>
                  <a:lnTo>
                    <a:pt x="106679" y="16763"/>
                  </a:lnTo>
                  <a:lnTo>
                    <a:pt x="123443" y="0"/>
                  </a:lnTo>
                  <a:lnTo>
                    <a:pt x="147827" y="24383"/>
                  </a:lnTo>
                  <a:lnTo>
                    <a:pt x="132587" y="35051"/>
                  </a:lnTo>
                  <a:close/>
                </a:path>
              </a:pathLst>
            </a:custGeom>
            <a:ln w="1219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10" name="object 110"/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3505199" y="6213348"/>
              <a:ext cx="65532" cy="82296"/>
            </a:xfrm>
            <a:prstGeom prst="rect">
              <a:avLst/>
            </a:prstGeom>
          </p:spPr>
        </p:pic>
        <p:pic>
          <p:nvPicPr>
            <p:cNvPr id="111" name="object 111"/>
            <p:cNvPicPr/>
            <p:nvPr/>
          </p:nvPicPr>
          <p:blipFill>
            <a:blip r:embed="rId14" cstate="print"/>
            <a:stretch>
              <a:fillRect/>
            </a:stretch>
          </p:blipFill>
          <p:spPr>
            <a:xfrm>
              <a:off x="3899916" y="6210299"/>
              <a:ext cx="871727" cy="423672"/>
            </a:xfrm>
            <a:prstGeom prst="rect">
              <a:avLst/>
            </a:prstGeom>
          </p:spPr>
        </p:pic>
      </p:grpSp>
      <p:grpSp>
        <p:nvGrpSpPr>
          <p:cNvPr id="112" name="object 112"/>
          <p:cNvGrpSpPr/>
          <p:nvPr/>
        </p:nvGrpSpPr>
        <p:grpSpPr>
          <a:xfrm>
            <a:off x="4834127" y="6213348"/>
            <a:ext cx="368935" cy="414655"/>
            <a:chOff x="4834127" y="6213348"/>
            <a:chExt cx="368935" cy="414655"/>
          </a:xfrm>
        </p:grpSpPr>
        <p:sp>
          <p:nvSpPr>
            <p:cNvPr id="113" name="object 113"/>
            <p:cNvSpPr/>
            <p:nvPr/>
          </p:nvSpPr>
          <p:spPr>
            <a:xfrm>
              <a:off x="4840224" y="6219444"/>
              <a:ext cx="356870" cy="402590"/>
            </a:xfrm>
            <a:custGeom>
              <a:avLst/>
              <a:gdLst/>
              <a:ahLst/>
              <a:cxnLst/>
              <a:rect l="l" t="t" r="r" b="b"/>
              <a:pathLst>
                <a:path w="356870" h="402590">
                  <a:moveTo>
                    <a:pt x="54864" y="89916"/>
                  </a:moveTo>
                  <a:lnTo>
                    <a:pt x="44196" y="89916"/>
                  </a:lnTo>
                  <a:lnTo>
                    <a:pt x="51554" y="62793"/>
                  </a:lnTo>
                  <a:lnTo>
                    <a:pt x="57340" y="38671"/>
                  </a:lnTo>
                  <a:lnTo>
                    <a:pt x="61126" y="17692"/>
                  </a:lnTo>
                  <a:lnTo>
                    <a:pt x="62484" y="0"/>
                  </a:lnTo>
                  <a:lnTo>
                    <a:pt x="102108" y="21336"/>
                  </a:lnTo>
                  <a:lnTo>
                    <a:pt x="92368" y="28408"/>
                  </a:lnTo>
                  <a:lnTo>
                    <a:pt x="81343" y="42481"/>
                  </a:lnTo>
                  <a:lnTo>
                    <a:pt x="68889" y="63126"/>
                  </a:lnTo>
                  <a:lnTo>
                    <a:pt x="54864" y="89916"/>
                  </a:lnTo>
                  <a:close/>
                </a:path>
                <a:path w="356870" h="402590">
                  <a:moveTo>
                    <a:pt x="147828" y="192024"/>
                  </a:moveTo>
                  <a:lnTo>
                    <a:pt x="143256" y="187452"/>
                  </a:lnTo>
                  <a:lnTo>
                    <a:pt x="160377" y="160615"/>
                  </a:lnTo>
                  <a:lnTo>
                    <a:pt x="175069" y="135064"/>
                  </a:lnTo>
                  <a:lnTo>
                    <a:pt x="196596" y="88392"/>
                  </a:lnTo>
                  <a:lnTo>
                    <a:pt x="212407" y="44958"/>
                  </a:lnTo>
                  <a:lnTo>
                    <a:pt x="222503" y="1524"/>
                  </a:lnTo>
                  <a:lnTo>
                    <a:pt x="262127" y="24384"/>
                  </a:lnTo>
                  <a:lnTo>
                    <a:pt x="254150" y="32146"/>
                  </a:lnTo>
                  <a:lnTo>
                    <a:pt x="244030" y="46482"/>
                  </a:lnTo>
                  <a:lnTo>
                    <a:pt x="231909" y="67675"/>
                  </a:lnTo>
                  <a:lnTo>
                    <a:pt x="217932" y="96012"/>
                  </a:lnTo>
                  <a:lnTo>
                    <a:pt x="350520" y="96012"/>
                  </a:lnTo>
                  <a:lnTo>
                    <a:pt x="356616" y="102108"/>
                  </a:lnTo>
                  <a:lnTo>
                    <a:pt x="350901" y="106680"/>
                  </a:lnTo>
                  <a:lnTo>
                    <a:pt x="214884" y="106680"/>
                  </a:lnTo>
                  <a:lnTo>
                    <a:pt x="198834" y="130730"/>
                  </a:lnTo>
                  <a:lnTo>
                    <a:pt x="182499" y="152781"/>
                  </a:lnTo>
                  <a:lnTo>
                    <a:pt x="165592" y="173116"/>
                  </a:lnTo>
                  <a:lnTo>
                    <a:pt x="147828" y="192024"/>
                  </a:lnTo>
                  <a:close/>
                </a:path>
                <a:path w="356870" h="402590">
                  <a:moveTo>
                    <a:pt x="146304" y="89916"/>
                  </a:moveTo>
                  <a:lnTo>
                    <a:pt x="111252" y="89916"/>
                  </a:lnTo>
                  <a:lnTo>
                    <a:pt x="129540" y="73152"/>
                  </a:lnTo>
                  <a:lnTo>
                    <a:pt x="146304" y="89916"/>
                  </a:lnTo>
                  <a:close/>
                </a:path>
                <a:path w="356870" h="402590">
                  <a:moveTo>
                    <a:pt x="0" y="397764"/>
                  </a:moveTo>
                  <a:lnTo>
                    <a:pt x="1251" y="352044"/>
                  </a:lnTo>
                  <a:lnTo>
                    <a:pt x="2786" y="276463"/>
                  </a:lnTo>
                  <a:lnTo>
                    <a:pt x="2999" y="228600"/>
                  </a:lnTo>
                  <a:lnTo>
                    <a:pt x="2762" y="193929"/>
                  </a:lnTo>
                  <a:lnTo>
                    <a:pt x="2095" y="154876"/>
                  </a:lnTo>
                  <a:lnTo>
                    <a:pt x="1013" y="110942"/>
                  </a:lnTo>
                  <a:lnTo>
                    <a:pt x="0" y="74676"/>
                  </a:lnTo>
                  <a:lnTo>
                    <a:pt x="27432" y="89916"/>
                  </a:lnTo>
                  <a:lnTo>
                    <a:pt x="146304" y="89916"/>
                  </a:lnTo>
                  <a:lnTo>
                    <a:pt x="155448" y="99060"/>
                  </a:lnTo>
                  <a:lnTo>
                    <a:pt x="153352" y="100584"/>
                  </a:lnTo>
                  <a:lnTo>
                    <a:pt x="24384" y="100584"/>
                  </a:lnTo>
                  <a:lnTo>
                    <a:pt x="24384" y="211836"/>
                  </a:lnTo>
                  <a:lnTo>
                    <a:pt x="138729" y="211836"/>
                  </a:lnTo>
                  <a:lnTo>
                    <a:pt x="138743" y="222504"/>
                  </a:lnTo>
                  <a:lnTo>
                    <a:pt x="24384" y="222504"/>
                  </a:lnTo>
                  <a:lnTo>
                    <a:pt x="24384" y="344424"/>
                  </a:lnTo>
                  <a:lnTo>
                    <a:pt x="139438" y="344424"/>
                  </a:lnTo>
                  <a:lnTo>
                    <a:pt x="139464" y="346850"/>
                  </a:lnTo>
                  <a:lnTo>
                    <a:pt x="139661" y="355092"/>
                  </a:lnTo>
                  <a:lnTo>
                    <a:pt x="24384" y="355092"/>
                  </a:lnTo>
                  <a:lnTo>
                    <a:pt x="24384" y="384048"/>
                  </a:lnTo>
                  <a:lnTo>
                    <a:pt x="0" y="397764"/>
                  </a:lnTo>
                  <a:close/>
                </a:path>
                <a:path w="356870" h="402590">
                  <a:moveTo>
                    <a:pt x="350520" y="96012"/>
                  </a:moveTo>
                  <a:lnTo>
                    <a:pt x="312420" y="96012"/>
                  </a:lnTo>
                  <a:lnTo>
                    <a:pt x="330708" y="76200"/>
                  </a:lnTo>
                  <a:lnTo>
                    <a:pt x="350520" y="96012"/>
                  </a:lnTo>
                  <a:close/>
                </a:path>
                <a:path w="356870" h="402590">
                  <a:moveTo>
                    <a:pt x="138729" y="211836"/>
                  </a:moveTo>
                  <a:lnTo>
                    <a:pt x="115824" y="211836"/>
                  </a:lnTo>
                  <a:lnTo>
                    <a:pt x="115824" y="100584"/>
                  </a:lnTo>
                  <a:lnTo>
                    <a:pt x="153352" y="100584"/>
                  </a:lnTo>
                  <a:lnTo>
                    <a:pt x="138684" y="111252"/>
                  </a:lnTo>
                  <a:lnTo>
                    <a:pt x="138729" y="211836"/>
                  </a:lnTo>
                  <a:close/>
                </a:path>
                <a:path w="356870" h="402590">
                  <a:moveTo>
                    <a:pt x="327778" y="359664"/>
                  </a:moveTo>
                  <a:lnTo>
                    <a:pt x="283464" y="359664"/>
                  </a:lnTo>
                  <a:lnTo>
                    <a:pt x="292631" y="357925"/>
                  </a:lnTo>
                  <a:lnTo>
                    <a:pt x="299656" y="352615"/>
                  </a:lnTo>
                  <a:lnTo>
                    <a:pt x="309895" y="305562"/>
                  </a:lnTo>
                  <a:lnTo>
                    <a:pt x="311658" y="259842"/>
                  </a:lnTo>
                  <a:lnTo>
                    <a:pt x="313456" y="192024"/>
                  </a:lnTo>
                  <a:lnTo>
                    <a:pt x="315467" y="106680"/>
                  </a:lnTo>
                  <a:lnTo>
                    <a:pt x="350901" y="106680"/>
                  </a:lnTo>
                  <a:lnTo>
                    <a:pt x="341376" y="114300"/>
                  </a:lnTo>
                  <a:lnTo>
                    <a:pt x="340304" y="186976"/>
                  </a:lnTo>
                  <a:lnTo>
                    <a:pt x="338815" y="249167"/>
                  </a:lnTo>
                  <a:lnTo>
                    <a:pt x="336986" y="295570"/>
                  </a:lnTo>
                  <a:lnTo>
                    <a:pt x="334792" y="327855"/>
                  </a:lnTo>
                  <a:lnTo>
                    <a:pt x="332232" y="345948"/>
                  </a:lnTo>
                  <a:lnTo>
                    <a:pt x="328497" y="357925"/>
                  </a:lnTo>
                  <a:lnTo>
                    <a:pt x="327778" y="359664"/>
                  </a:lnTo>
                  <a:close/>
                </a:path>
                <a:path w="356870" h="402590">
                  <a:moveTo>
                    <a:pt x="233172" y="269748"/>
                  </a:moveTo>
                  <a:lnTo>
                    <a:pt x="230124" y="269748"/>
                  </a:lnTo>
                  <a:lnTo>
                    <a:pt x="226956" y="268295"/>
                  </a:lnTo>
                  <a:lnTo>
                    <a:pt x="224218" y="263842"/>
                  </a:lnTo>
                  <a:lnTo>
                    <a:pt x="221765" y="256246"/>
                  </a:lnTo>
                  <a:lnTo>
                    <a:pt x="219456" y="245364"/>
                  </a:lnTo>
                  <a:lnTo>
                    <a:pt x="214907" y="228219"/>
                  </a:lnTo>
                  <a:lnTo>
                    <a:pt x="208216" y="211074"/>
                  </a:lnTo>
                  <a:lnTo>
                    <a:pt x="199524" y="193929"/>
                  </a:lnTo>
                  <a:lnTo>
                    <a:pt x="188976" y="176784"/>
                  </a:lnTo>
                  <a:lnTo>
                    <a:pt x="192024" y="172212"/>
                  </a:lnTo>
                  <a:lnTo>
                    <a:pt x="224980" y="199644"/>
                  </a:lnTo>
                  <a:lnTo>
                    <a:pt x="246888" y="234696"/>
                  </a:lnTo>
                  <a:lnTo>
                    <a:pt x="246888" y="248412"/>
                  </a:lnTo>
                  <a:lnTo>
                    <a:pt x="245364" y="254508"/>
                  </a:lnTo>
                  <a:lnTo>
                    <a:pt x="236220" y="266700"/>
                  </a:lnTo>
                  <a:lnTo>
                    <a:pt x="233172" y="269748"/>
                  </a:lnTo>
                  <a:close/>
                </a:path>
                <a:path w="356870" h="402590">
                  <a:moveTo>
                    <a:pt x="139438" y="344424"/>
                  </a:moveTo>
                  <a:lnTo>
                    <a:pt x="115824" y="344424"/>
                  </a:lnTo>
                  <a:lnTo>
                    <a:pt x="115824" y="222504"/>
                  </a:lnTo>
                  <a:lnTo>
                    <a:pt x="138743" y="222504"/>
                  </a:lnTo>
                  <a:lnTo>
                    <a:pt x="138861" y="269748"/>
                  </a:lnTo>
                  <a:lnTo>
                    <a:pt x="139022" y="305562"/>
                  </a:lnTo>
                  <a:lnTo>
                    <a:pt x="139438" y="344424"/>
                  </a:lnTo>
                  <a:close/>
                </a:path>
                <a:path w="356870" h="402590">
                  <a:moveTo>
                    <a:pt x="278891" y="402336"/>
                  </a:moveTo>
                  <a:lnTo>
                    <a:pt x="271986" y="389239"/>
                  </a:lnTo>
                  <a:lnTo>
                    <a:pt x="260223" y="377571"/>
                  </a:lnTo>
                  <a:lnTo>
                    <a:pt x="243316" y="367617"/>
                  </a:lnTo>
                  <a:lnTo>
                    <a:pt x="220979" y="359664"/>
                  </a:lnTo>
                  <a:lnTo>
                    <a:pt x="220979" y="352044"/>
                  </a:lnTo>
                  <a:lnTo>
                    <a:pt x="241244" y="355163"/>
                  </a:lnTo>
                  <a:lnTo>
                    <a:pt x="258508" y="357568"/>
                  </a:lnTo>
                  <a:lnTo>
                    <a:pt x="272629" y="359116"/>
                  </a:lnTo>
                  <a:lnTo>
                    <a:pt x="283464" y="359664"/>
                  </a:lnTo>
                  <a:lnTo>
                    <a:pt x="327778" y="359664"/>
                  </a:lnTo>
                  <a:lnTo>
                    <a:pt x="324231" y="368236"/>
                  </a:lnTo>
                  <a:lnTo>
                    <a:pt x="290310" y="397764"/>
                  </a:lnTo>
                  <a:lnTo>
                    <a:pt x="278891" y="402336"/>
                  </a:lnTo>
                  <a:close/>
                </a:path>
                <a:path w="356870" h="402590">
                  <a:moveTo>
                    <a:pt x="115824" y="391668"/>
                  </a:moveTo>
                  <a:lnTo>
                    <a:pt x="115824" y="355092"/>
                  </a:lnTo>
                  <a:lnTo>
                    <a:pt x="139661" y="355092"/>
                  </a:lnTo>
                  <a:lnTo>
                    <a:pt x="140208" y="377952"/>
                  </a:lnTo>
                  <a:lnTo>
                    <a:pt x="115824" y="391668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4" name="object 114"/>
            <p:cNvSpPr/>
            <p:nvPr/>
          </p:nvSpPr>
          <p:spPr>
            <a:xfrm>
              <a:off x="4864608" y="6320028"/>
              <a:ext cx="91440" cy="243840"/>
            </a:xfrm>
            <a:custGeom>
              <a:avLst/>
              <a:gdLst/>
              <a:ahLst/>
              <a:cxnLst/>
              <a:rect l="l" t="t" r="r" b="b"/>
              <a:pathLst>
                <a:path w="91439" h="243840">
                  <a:moveTo>
                    <a:pt x="0" y="0"/>
                  </a:moveTo>
                  <a:lnTo>
                    <a:pt x="0" y="111251"/>
                  </a:lnTo>
                  <a:lnTo>
                    <a:pt x="91440" y="111251"/>
                  </a:lnTo>
                  <a:lnTo>
                    <a:pt x="91440" y="0"/>
                  </a:lnTo>
                  <a:lnTo>
                    <a:pt x="0" y="0"/>
                  </a:lnTo>
                  <a:close/>
                </a:path>
                <a:path w="91439" h="243840">
                  <a:moveTo>
                    <a:pt x="0" y="121919"/>
                  </a:moveTo>
                  <a:lnTo>
                    <a:pt x="0" y="243839"/>
                  </a:lnTo>
                  <a:lnTo>
                    <a:pt x="91440" y="243839"/>
                  </a:lnTo>
                  <a:lnTo>
                    <a:pt x="91440" y="121919"/>
                  </a:lnTo>
                  <a:lnTo>
                    <a:pt x="0" y="121919"/>
                  </a:lnTo>
                  <a:close/>
                </a:path>
              </a:pathLst>
            </a:custGeom>
            <a:ln w="1219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5" name="object 115"/>
            <p:cNvSpPr/>
            <p:nvPr/>
          </p:nvSpPr>
          <p:spPr>
            <a:xfrm>
              <a:off x="4840223" y="6219444"/>
              <a:ext cx="155575" cy="398145"/>
            </a:xfrm>
            <a:custGeom>
              <a:avLst/>
              <a:gdLst/>
              <a:ahLst/>
              <a:cxnLst/>
              <a:rect l="l" t="t" r="r" b="b"/>
              <a:pathLst>
                <a:path w="155575" h="398145">
                  <a:moveTo>
                    <a:pt x="138684" y="111251"/>
                  </a:moveTo>
                  <a:lnTo>
                    <a:pt x="138696" y="186976"/>
                  </a:lnTo>
                  <a:lnTo>
                    <a:pt x="138781" y="251435"/>
                  </a:lnTo>
                  <a:lnTo>
                    <a:pt x="139013" y="304702"/>
                  </a:lnTo>
                  <a:lnTo>
                    <a:pt x="139464" y="346850"/>
                  </a:lnTo>
                  <a:lnTo>
                    <a:pt x="140208" y="377951"/>
                  </a:lnTo>
                  <a:lnTo>
                    <a:pt x="115824" y="391668"/>
                  </a:lnTo>
                  <a:lnTo>
                    <a:pt x="115824" y="355091"/>
                  </a:lnTo>
                  <a:lnTo>
                    <a:pt x="24384" y="355091"/>
                  </a:lnTo>
                  <a:lnTo>
                    <a:pt x="24384" y="384047"/>
                  </a:lnTo>
                  <a:lnTo>
                    <a:pt x="0" y="397763"/>
                  </a:lnTo>
                  <a:lnTo>
                    <a:pt x="1119" y="357520"/>
                  </a:lnTo>
                  <a:lnTo>
                    <a:pt x="2095" y="316991"/>
                  </a:lnTo>
                  <a:lnTo>
                    <a:pt x="2786" y="276463"/>
                  </a:lnTo>
                  <a:lnTo>
                    <a:pt x="3048" y="236219"/>
                  </a:lnTo>
                  <a:lnTo>
                    <a:pt x="2786" y="195333"/>
                  </a:lnTo>
                  <a:lnTo>
                    <a:pt x="2095" y="154876"/>
                  </a:lnTo>
                  <a:lnTo>
                    <a:pt x="1119" y="114704"/>
                  </a:lnTo>
                  <a:lnTo>
                    <a:pt x="0" y="74675"/>
                  </a:lnTo>
                  <a:lnTo>
                    <a:pt x="27432" y="89915"/>
                  </a:lnTo>
                  <a:lnTo>
                    <a:pt x="44196" y="89915"/>
                  </a:lnTo>
                  <a:lnTo>
                    <a:pt x="51554" y="62793"/>
                  </a:lnTo>
                  <a:lnTo>
                    <a:pt x="57340" y="38671"/>
                  </a:lnTo>
                  <a:lnTo>
                    <a:pt x="61126" y="17692"/>
                  </a:lnTo>
                  <a:lnTo>
                    <a:pt x="62484" y="0"/>
                  </a:lnTo>
                  <a:lnTo>
                    <a:pt x="102108" y="21335"/>
                  </a:lnTo>
                  <a:lnTo>
                    <a:pt x="92368" y="28408"/>
                  </a:lnTo>
                  <a:lnTo>
                    <a:pt x="81343" y="42481"/>
                  </a:lnTo>
                  <a:lnTo>
                    <a:pt x="68889" y="63126"/>
                  </a:lnTo>
                  <a:lnTo>
                    <a:pt x="54864" y="89915"/>
                  </a:lnTo>
                  <a:lnTo>
                    <a:pt x="111252" y="89915"/>
                  </a:lnTo>
                  <a:lnTo>
                    <a:pt x="129540" y="73151"/>
                  </a:lnTo>
                  <a:lnTo>
                    <a:pt x="155448" y="99059"/>
                  </a:lnTo>
                  <a:lnTo>
                    <a:pt x="138684" y="111251"/>
                  </a:lnTo>
                  <a:close/>
                </a:path>
              </a:pathLst>
            </a:custGeom>
            <a:ln w="1219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6" name="object 116"/>
            <p:cNvSpPr/>
            <p:nvPr/>
          </p:nvSpPr>
          <p:spPr>
            <a:xfrm>
              <a:off x="4983480" y="6220968"/>
              <a:ext cx="213360" cy="401320"/>
            </a:xfrm>
            <a:custGeom>
              <a:avLst/>
              <a:gdLst/>
              <a:ahLst/>
              <a:cxnLst/>
              <a:rect l="l" t="t" r="r" b="b"/>
              <a:pathLst>
                <a:path w="213360" h="401320">
                  <a:moveTo>
                    <a:pt x="79248" y="0"/>
                  </a:moveTo>
                  <a:lnTo>
                    <a:pt x="118872" y="22859"/>
                  </a:lnTo>
                  <a:lnTo>
                    <a:pt x="110894" y="30622"/>
                  </a:lnTo>
                  <a:lnTo>
                    <a:pt x="100774" y="44958"/>
                  </a:lnTo>
                  <a:lnTo>
                    <a:pt x="88653" y="66151"/>
                  </a:lnTo>
                  <a:lnTo>
                    <a:pt x="74676" y="94488"/>
                  </a:lnTo>
                  <a:lnTo>
                    <a:pt x="169164" y="94488"/>
                  </a:lnTo>
                  <a:lnTo>
                    <a:pt x="187452" y="74676"/>
                  </a:lnTo>
                  <a:lnTo>
                    <a:pt x="213360" y="100584"/>
                  </a:lnTo>
                  <a:lnTo>
                    <a:pt x="198120" y="112775"/>
                  </a:lnTo>
                  <a:lnTo>
                    <a:pt x="197022" y="187195"/>
                  </a:lnTo>
                  <a:lnTo>
                    <a:pt x="195559" y="247643"/>
                  </a:lnTo>
                  <a:lnTo>
                    <a:pt x="193730" y="294046"/>
                  </a:lnTo>
                  <a:lnTo>
                    <a:pt x="188976" y="344423"/>
                  </a:lnTo>
                  <a:lnTo>
                    <a:pt x="170688" y="381000"/>
                  </a:lnTo>
                  <a:lnTo>
                    <a:pt x="135636" y="400812"/>
                  </a:lnTo>
                  <a:lnTo>
                    <a:pt x="128730" y="387715"/>
                  </a:lnTo>
                  <a:lnTo>
                    <a:pt x="116967" y="376047"/>
                  </a:lnTo>
                  <a:lnTo>
                    <a:pt x="100060" y="366093"/>
                  </a:lnTo>
                  <a:lnTo>
                    <a:pt x="77724" y="358139"/>
                  </a:lnTo>
                  <a:lnTo>
                    <a:pt x="77724" y="350519"/>
                  </a:lnTo>
                  <a:lnTo>
                    <a:pt x="97988" y="353639"/>
                  </a:lnTo>
                  <a:lnTo>
                    <a:pt x="115252" y="356044"/>
                  </a:lnTo>
                  <a:lnTo>
                    <a:pt x="129373" y="357592"/>
                  </a:lnTo>
                  <a:lnTo>
                    <a:pt x="140208" y="358139"/>
                  </a:lnTo>
                  <a:lnTo>
                    <a:pt x="149375" y="356401"/>
                  </a:lnTo>
                  <a:lnTo>
                    <a:pt x="166639" y="304038"/>
                  </a:lnTo>
                  <a:lnTo>
                    <a:pt x="168402" y="258317"/>
                  </a:lnTo>
                  <a:lnTo>
                    <a:pt x="170164" y="192023"/>
                  </a:lnTo>
                  <a:lnTo>
                    <a:pt x="172212" y="105155"/>
                  </a:lnTo>
                  <a:lnTo>
                    <a:pt x="71628" y="105155"/>
                  </a:lnTo>
                  <a:lnTo>
                    <a:pt x="55578" y="129206"/>
                  </a:lnTo>
                  <a:lnTo>
                    <a:pt x="39243" y="151257"/>
                  </a:lnTo>
                  <a:lnTo>
                    <a:pt x="22336" y="171592"/>
                  </a:lnTo>
                  <a:lnTo>
                    <a:pt x="4572" y="190500"/>
                  </a:lnTo>
                  <a:lnTo>
                    <a:pt x="0" y="185928"/>
                  </a:lnTo>
                  <a:lnTo>
                    <a:pt x="17121" y="159091"/>
                  </a:lnTo>
                  <a:lnTo>
                    <a:pt x="31813" y="133540"/>
                  </a:lnTo>
                  <a:lnTo>
                    <a:pt x="53340" y="86868"/>
                  </a:lnTo>
                  <a:lnTo>
                    <a:pt x="69151" y="43434"/>
                  </a:lnTo>
                  <a:lnTo>
                    <a:pt x="74985" y="21717"/>
                  </a:lnTo>
                  <a:lnTo>
                    <a:pt x="79248" y="0"/>
                  </a:lnTo>
                  <a:close/>
                </a:path>
              </a:pathLst>
            </a:custGeom>
            <a:ln w="12191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17" name="object 117"/>
            <p:cNvPicPr/>
            <p:nvPr/>
          </p:nvPicPr>
          <p:blipFill>
            <a:blip r:embed="rId15" cstate="print"/>
            <a:stretch>
              <a:fillRect/>
            </a:stretch>
          </p:blipFill>
          <p:spPr>
            <a:xfrm>
              <a:off x="5023104" y="6385559"/>
              <a:ext cx="70104" cy="109728"/>
            </a:xfrm>
            <a:prstGeom prst="rect">
              <a:avLst/>
            </a:prstGeom>
          </p:spPr>
        </p:pic>
      </p:grpSp>
      <p:grpSp>
        <p:nvGrpSpPr>
          <p:cNvPr id="118" name="object 118"/>
          <p:cNvGrpSpPr/>
          <p:nvPr/>
        </p:nvGrpSpPr>
        <p:grpSpPr>
          <a:xfrm>
            <a:off x="5271516" y="6216396"/>
            <a:ext cx="387350" cy="416559"/>
            <a:chOff x="5271516" y="6216396"/>
            <a:chExt cx="387350" cy="416559"/>
          </a:xfrm>
        </p:grpSpPr>
        <p:sp>
          <p:nvSpPr>
            <p:cNvPr id="119" name="object 119"/>
            <p:cNvSpPr/>
            <p:nvPr/>
          </p:nvSpPr>
          <p:spPr>
            <a:xfrm>
              <a:off x="5277612" y="6222491"/>
              <a:ext cx="375285" cy="403860"/>
            </a:xfrm>
            <a:custGeom>
              <a:avLst/>
              <a:gdLst/>
              <a:ahLst/>
              <a:cxnLst/>
              <a:rect l="l" t="t" r="r" b="b"/>
              <a:pathLst>
                <a:path w="375285" h="403859">
                  <a:moveTo>
                    <a:pt x="54864" y="38100"/>
                  </a:moveTo>
                  <a:lnTo>
                    <a:pt x="39624" y="22860"/>
                  </a:lnTo>
                  <a:lnTo>
                    <a:pt x="278892" y="22860"/>
                  </a:lnTo>
                  <a:lnTo>
                    <a:pt x="301751" y="0"/>
                  </a:lnTo>
                  <a:lnTo>
                    <a:pt x="335280" y="33528"/>
                  </a:lnTo>
                  <a:lnTo>
                    <a:pt x="88392" y="33528"/>
                  </a:lnTo>
                  <a:lnTo>
                    <a:pt x="81224" y="33813"/>
                  </a:lnTo>
                  <a:lnTo>
                    <a:pt x="73342" y="34671"/>
                  </a:lnTo>
                  <a:lnTo>
                    <a:pt x="64603" y="36099"/>
                  </a:lnTo>
                  <a:lnTo>
                    <a:pt x="54864" y="38100"/>
                  </a:lnTo>
                  <a:close/>
                </a:path>
                <a:path w="375285" h="403859">
                  <a:moveTo>
                    <a:pt x="196596" y="67055"/>
                  </a:moveTo>
                  <a:lnTo>
                    <a:pt x="173736" y="67055"/>
                  </a:lnTo>
                  <a:lnTo>
                    <a:pt x="173736" y="33528"/>
                  </a:lnTo>
                  <a:lnTo>
                    <a:pt x="196596" y="33528"/>
                  </a:lnTo>
                  <a:lnTo>
                    <a:pt x="196596" y="67055"/>
                  </a:lnTo>
                  <a:close/>
                </a:path>
                <a:path w="375285" h="403859">
                  <a:moveTo>
                    <a:pt x="362494" y="67055"/>
                  </a:moveTo>
                  <a:lnTo>
                    <a:pt x="330708" y="67055"/>
                  </a:lnTo>
                  <a:lnTo>
                    <a:pt x="345948" y="48768"/>
                  </a:lnTo>
                  <a:lnTo>
                    <a:pt x="362494" y="67055"/>
                  </a:lnTo>
                  <a:close/>
                </a:path>
                <a:path w="375285" h="403859">
                  <a:moveTo>
                    <a:pt x="16764" y="121920"/>
                  </a:moveTo>
                  <a:lnTo>
                    <a:pt x="9144" y="121920"/>
                  </a:lnTo>
                  <a:lnTo>
                    <a:pt x="4572" y="120396"/>
                  </a:lnTo>
                  <a:lnTo>
                    <a:pt x="1524" y="118872"/>
                  </a:lnTo>
                  <a:lnTo>
                    <a:pt x="0" y="115824"/>
                  </a:lnTo>
                  <a:lnTo>
                    <a:pt x="0" y="109728"/>
                  </a:lnTo>
                  <a:lnTo>
                    <a:pt x="3048" y="105156"/>
                  </a:lnTo>
                  <a:lnTo>
                    <a:pt x="7620" y="99060"/>
                  </a:lnTo>
                  <a:lnTo>
                    <a:pt x="13954" y="91654"/>
                  </a:lnTo>
                  <a:lnTo>
                    <a:pt x="19431" y="80962"/>
                  </a:lnTo>
                  <a:lnTo>
                    <a:pt x="24355" y="67055"/>
                  </a:lnTo>
                  <a:lnTo>
                    <a:pt x="28956" y="50292"/>
                  </a:lnTo>
                  <a:lnTo>
                    <a:pt x="35052" y="50292"/>
                  </a:lnTo>
                  <a:lnTo>
                    <a:pt x="36576" y="67055"/>
                  </a:lnTo>
                  <a:lnTo>
                    <a:pt x="362494" y="67055"/>
                  </a:lnTo>
                  <a:lnTo>
                    <a:pt x="372146" y="77724"/>
                  </a:lnTo>
                  <a:lnTo>
                    <a:pt x="36576" y="77724"/>
                  </a:lnTo>
                  <a:lnTo>
                    <a:pt x="37374" y="85343"/>
                  </a:lnTo>
                  <a:lnTo>
                    <a:pt x="37466" y="89320"/>
                  </a:lnTo>
                  <a:lnTo>
                    <a:pt x="25908" y="120396"/>
                  </a:lnTo>
                  <a:lnTo>
                    <a:pt x="16764" y="121920"/>
                  </a:lnTo>
                  <a:close/>
                </a:path>
                <a:path w="375285" h="403859">
                  <a:moveTo>
                    <a:pt x="172212" y="178308"/>
                  </a:moveTo>
                  <a:lnTo>
                    <a:pt x="172466" y="152400"/>
                  </a:lnTo>
                  <a:lnTo>
                    <a:pt x="173412" y="106989"/>
                  </a:lnTo>
                  <a:lnTo>
                    <a:pt x="173520" y="100441"/>
                  </a:lnTo>
                  <a:lnTo>
                    <a:pt x="173736" y="77724"/>
                  </a:lnTo>
                  <a:lnTo>
                    <a:pt x="196596" y="77724"/>
                  </a:lnTo>
                  <a:lnTo>
                    <a:pt x="196666" y="121920"/>
                  </a:lnTo>
                  <a:lnTo>
                    <a:pt x="196786" y="141541"/>
                  </a:lnTo>
                  <a:lnTo>
                    <a:pt x="197238" y="159377"/>
                  </a:lnTo>
                  <a:lnTo>
                    <a:pt x="198120" y="167640"/>
                  </a:lnTo>
                  <a:lnTo>
                    <a:pt x="172212" y="178308"/>
                  </a:lnTo>
                  <a:close/>
                </a:path>
                <a:path w="375285" h="403859">
                  <a:moveTo>
                    <a:pt x="315468" y="120396"/>
                  </a:moveTo>
                  <a:lnTo>
                    <a:pt x="310896" y="117348"/>
                  </a:lnTo>
                  <a:lnTo>
                    <a:pt x="332232" y="77724"/>
                  </a:lnTo>
                  <a:lnTo>
                    <a:pt x="372146" y="77724"/>
                  </a:lnTo>
                  <a:lnTo>
                    <a:pt x="374904" y="80772"/>
                  </a:lnTo>
                  <a:lnTo>
                    <a:pt x="368808" y="80772"/>
                  </a:lnTo>
                  <a:lnTo>
                    <a:pt x="361188" y="82295"/>
                  </a:lnTo>
                  <a:lnTo>
                    <a:pt x="352044" y="85343"/>
                  </a:lnTo>
                  <a:lnTo>
                    <a:pt x="344614" y="89320"/>
                  </a:lnTo>
                  <a:lnTo>
                    <a:pt x="336042" y="96583"/>
                  </a:lnTo>
                  <a:lnTo>
                    <a:pt x="326326" y="106989"/>
                  </a:lnTo>
                  <a:lnTo>
                    <a:pt x="315468" y="120396"/>
                  </a:lnTo>
                  <a:close/>
                </a:path>
                <a:path w="375285" h="403859">
                  <a:moveTo>
                    <a:pt x="140208" y="120396"/>
                  </a:moveTo>
                  <a:lnTo>
                    <a:pt x="62484" y="120396"/>
                  </a:lnTo>
                  <a:lnTo>
                    <a:pt x="62484" y="109728"/>
                  </a:lnTo>
                  <a:lnTo>
                    <a:pt x="140208" y="109728"/>
                  </a:lnTo>
                  <a:lnTo>
                    <a:pt x="140208" y="120396"/>
                  </a:lnTo>
                  <a:close/>
                </a:path>
                <a:path w="375285" h="403859">
                  <a:moveTo>
                    <a:pt x="297180" y="120396"/>
                  </a:moveTo>
                  <a:lnTo>
                    <a:pt x="216408" y="120396"/>
                  </a:lnTo>
                  <a:lnTo>
                    <a:pt x="216408" y="109728"/>
                  </a:lnTo>
                  <a:lnTo>
                    <a:pt x="297180" y="109728"/>
                  </a:lnTo>
                  <a:lnTo>
                    <a:pt x="297180" y="120396"/>
                  </a:lnTo>
                  <a:close/>
                </a:path>
                <a:path w="375285" h="403859">
                  <a:moveTo>
                    <a:pt x="140208" y="161544"/>
                  </a:moveTo>
                  <a:lnTo>
                    <a:pt x="56388" y="161544"/>
                  </a:lnTo>
                  <a:lnTo>
                    <a:pt x="56388" y="152400"/>
                  </a:lnTo>
                  <a:lnTo>
                    <a:pt x="140208" y="152400"/>
                  </a:lnTo>
                  <a:lnTo>
                    <a:pt x="140208" y="161544"/>
                  </a:lnTo>
                  <a:close/>
                </a:path>
                <a:path w="375285" h="403859">
                  <a:moveTo>
                    <a:pt x="297180" y="161544"/>
                  </a:moveTo>
                  <a:lnTo>
                    <a:pt x="216408" y="161544"/>
                  </a:lnTo>
                  <a:lnTo>
                    <a:pt x="216408" y="152400"/>
                  </a:lnTo>
                  <a:lnTo>
                    <a:pt x="297180" y="152400"/>
                  </a:lnTo>
                  <a:lnTo>
                    <a:pt x="297180" y="161544"/>
                  </a:lnTo>
                  <a:close/>
                </a:path>
                <a:path w="375285" h="403859">
                  <a:moveTo>
                    <a:pt x="16764" y="210312"/>
                  </a:moveTo>
                  <a:lnTo>
                    <a:pt x="1524" y="195072"/>
                  </a:lnTo>
                  <a:lnTo>
                    <a:pt x="309372" y="195072"/>
                  </a:lnTo>
                  <a:lnTo>
                    <a:pt x="332232" y="172212"/>
                  </a:lnTo>
                  <a:lnTo>
                    <a:pt x="362712" y="205740"/>
                  </a:lnTo>
                  <a:lnTo>
                    <a:pt x="50292" y="205740"/>
                  </a:lnTo>
                  <a:lnTo>
                    <a:pt x="43124" y="206025"/>
                  </a:lnTo>
                  <a:lnTo>
                    <a:pt x="35242" y="206883"/>
                  </a:lnTo>
                  <a:lnTo>
                    <a:pt x="26503" y="208311"/>
                  </a:lnTo>
                  <a:lnTo>
                    <a:pt x="16764" y="210312"/>
                  </a:lnTo>
                  <a:close/>
                </a:path>
                <a:path w="375285" h="403859">
                  <a:moveTo>
                    <a:pt x="149352" y="248412"/>
                  </a:moveTo>
                  <a:lnTo>
                    <a:pt x="140208" y="248412"/>
                  </a:lnTo>
                  <a:lnTo>
                    <a:pt x="152400" y="205740"/>
                  </a:lnTo>
                  <a:lnTo>
                    <a:pt x="184404" y="205740"/>
                  </a:lnTo>
                  <a:lnTo>
                    <a:pt x="172069" y="218836"/>
                  </a:lnTo>
                  <a:lnTo>
                    <a:pt x="162306" y="230505"/>
                  </a:lnTo>
                  <a:lnTo>
                    <a:pt x="154828" y="240458"/>
                  </a:lnTo>
                  <a:lnTo>
                    <a:pt x="149352" y="248412"/>
                  </a:lnTo>
                  <a:close/>
                </a:path>
                <a:path w="375285" h="403859">
                  <a:moveTo>
                    <a:pt x="334626" y="248412"/>
                  </a:moveTo>
                  <a:lnTo>
                    <a:pt x="303276" y="248412"/>
                  </a:lnTo>
                  <a:lnTo>
                    <a:pt x="313944" y="233172"/>
                  </a:lnTo>
                  <a:lnTo>
                    <a:pt x="334626" y="248412"/>
                  </a:lnTo>
                  <a:close/>
                </a:path>
                <a:path w="375285" h="403859">
                  <a:moveTo>
                    <a:pt x="36576" y="403860"/>
                  </a:moveTo>
                  <a:lnTo>
                    <a:pt x="36814" y="384429"/>
                  </a:lnTo>
                  <a:lnTo>
                    <a:pt x="37338" y="362712"/>
                  </a:lnTo>
                  <a:lnTo>
                    <a:pt x="37861" y="338709"/>
                  </a:lnTo>
                  <a:lnTo>
                    <a:pt x="38100" y="312420"/>
                  </a:lnTo>
                  <a:lnTo>
                    <a:pt x="37861" y="286988"/>
                  </a:lnTo>
                  <a:lnTo>
                    <a:pt x="37338" y="265557"/>
                  </a:lnTo>
                  <a:lnTo>
                    <a:pt x="36814" y="248126"/>
                  </a:lnTo>
                  <a:lnTo>
                    <a:pt x="36576" y="234696"/>
                  </a:lnTo>
                  <a:lnTo>
                    <a:pt x="62484" y="248412"/>
                  </a:lnTo>
                  <a:lnTo>
                    <a:pt x="334626" y="248412"/>
                  </a:lnTo>
                  <a:lnTo>
                    <a:pt x="342900" y="254508"/>
                  </a:lnTo>
                  <a:lnTo>
                    <a:pt x="337185" y="259080"/>
                  </a:lnTo>
                  <a:lnTo>
                    <a:pt x="62484" y="259080"/>
                  </a:lnTo>
                  <a:lnTo>
                    <a:pt x="62484" y="391668"/>
                  </a:lnTo>
                  <a:lnTo>
                    <a:pt x="36576" y="403860"/>
                  </a:lnTo>
                  <a:close/>
                </a:path>
                <a:path w="375285" h="403859">
                  <a:moveTo>
                    <a:pt x="129540" y="387096"/>
                  </a:moveTo>
                  <a:lnTo>
                    <a:pt x="129540" y="259080"/>
                  </a:lnTo>
                  <a:lnTo>
                    <a:pt x="152400" y="259080"/>
                  </a:lnTo>
                  <a:lnTo>
                    <a:pt x="152400" y="374904"/>
                  </a:lnTo>
                  <a:lnTo>
                    <a:pt x="129540" y="387096"/>
                  </a:lnTo>
                  <a:close/>
                </a:path>
                <a:path w="375285" h="403859">
                  <a:moveTo>
                    <a:pt x="213360" y="382524"/>
                  </a:moveTo>
                  <a:lnTo>
                    <a:pt x="213360" y="259080"/>
                  </a:lnTo>
                  <a:lnTo>
                    <a:pt x="236220" y="259080"/>
                  </a:lnTo>
                  <a:lnTo>
                    <a:pt x="236220" y="370332"/>
                  </a:lnTo>
                  <a:lnTo>
                    <a:pt x="213360" y="382524"/>
                  </a:lnTo>
                  <a:close/>
                </a:path>
                <a:path w="375285" h="403859">
                  <a:moveTo>
                    <a:pt x="327660" y="367284"/>
                  </a:moveTo>
                  <a:lnTo>
                    <a:pt x="301751" y="367284"/>
                  </a:lnTo>
                  <a:lnTo>
                    <a:pt x="306324" y="362712"/>
                  </a:lnTo>
                  <a:lnTo>
                    <a:pt x="306324" y="259080"/>
                  </a:lnTo>
                  <a:lnTo>
                    <a:pt x="337185" y="259080"/>
                  </a:lnTo>
                  <a:lnTo>
                    <a:pt x="327660" y="266700"/>
                  </a:lnTo>
                  <a:lnTo>
                    <a:pt x="327660" y="367284"/>
                  </a:lnTo>
                  <a:close/>
                </a:path>
                <a:path w="375285" h="403859">
                  <a:moveTo>
                    <a:pt x="297180" y="402336"/>
                  </a:moveTo>
                  <a:lnTo>
                    <a:pt x="293131" y="392025"/>
                  </a:lnTo>
                  <a:lnTo>
                    <a:pt x="285369" y="383857"/>
                  </a:lnTo>
                  <a:lnTo>
                    <a:pt x="273605" y="377690"/>
                  </a:lnTo>
                  <a:lnTo>
                    <a:pt x="257556" y="373380"/>
                  </a:lnTo>
                  <a:lnTo>
                    <a:pt x="257556" y="365760"/>
                  </a:lnTo>
                  <a:lnTo>
                    <a:pt x="267533" y="366641"/>
                  </a:lnTo>
                  <a:lnTo>
                    <a:pt x="276796" y="367093"/>
                  </a:lnTo>
                  <a:lnTo>
                    <a:pt x="285202" y="367260"/>
                  </a:lnTo>
                  <a:lnTo>
                    <a:pt x="327660" y="367284"/>
                  </a:lnTo>
                  <a:lnTo>
                    <a:pt x="325897" y="379618"/>
                  </a:lnTo>
                  <a:lnTo>
                    <a:pt x="320421" y="389382"/>
                  </a:lnTo>
                  <a:lnTo>
                    <a:pt x="310943" y="396859"/>
                  </a:lnTo>
                  <a:lnTo>
                    <a:pt x="297180" y="402336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0" name="object 120"/>
            <p:cNvSpPr/>
            <p:nvPr/>
          </p:nvSpPr>
          <p:spPr>
            <a:xfrm>
              <a:off x="5279136" y="6394703"/>
              <a:ext cx="361315" cy="231775"/>
            </a:xfrm>
            <a:custGeom>
              <a:avLst/>
              <a:gdLst/>
              <a:ahLst/>
              <a:cxnLst/>
              <a:rect l="l" t="t" r="r" b="b"/>
              <a:pathLst>
                <a:path w="361314" h="231775">
                  <a:moveTo>
                    <a:pt x="138684" y="76200"/>
                  </a:moveTo>
                  <a:lnTo>
                    <a:pt x="150876" y="33527"/>
                  </a:lnTo>
                  <a:lnTo>
                    <a:pt x="48768" y="33527"/>
                  </a:lnTo>
                  <a:lnTo>
                    <a:pt x="41600" y="33813"/>
                  </a:lnTo>
                  <a:lnTo>
                    <a:pt x="33718" y="34670"/>
                  </a:lnTo>
                  <a:lnTo>
                    <a:pt x="24979" y="36099"/>
                  </a:lnTo>
                  <a:lnTo>
                    <a:pt x="15240" y="38100"/>
                  </a:lnTo>
                  <a:lnTo>
                    <a:pt x="0" y="22860"/>
                  </a:lnTo>
                  <a:lnTo>
                    <a:pt x="307848" y="22860"/>
                  </a:lnTo>
                  <a:lnTo>
                    <a:pt x="330708" y="0"/>
                  </a:lnTo>
                  <a:lnTo>
                    <a:pt x="361188" y="33527"/>
                  </a:lnTo>
                  <a:lnTo>
                    <a:pt x="182880" y="33527"/>
                  </a:lnTo>
                  <a:lnTo>
                    <a:pt x="170545" y="46624"/>
                  </a:lnTo>
                  <a:lnTo>
                    <a:pt x="160782" y="58293"/>
                  </a:lnTo>
                  <a:lnTo>
                    <a:pt x="153304" y="68246"/>
                  </a:lnTo>
                  <a:lnTo>
                    <a:pt x="147828" y="76200"/>
                  </a:lnTo>
                  <a:lnTo>
                    <a:pt x="301752" y="76200"/>
                  </a:lnTo>
                  <a:lnTo>
                    <a:pt x="312420" y="60960"/>
                  </a:lnTo>
                  <a:lnTo>
                    <a:pt x="341376" y="82296"/>
                  </a:lnTo>
                  <a:lnTo>
                    <a:pt x="326136" y="94488"/>
                  </a:lnTo>
                  <a:lnTo>
                    <a:pt x="326136" y="195072"/>
                  </a:lnTo>
                  <a:lnTo>
                    <a:pt x="324373" y="207406"/>
                  </a:lnTo>
                  <a:lnTo>
                    <a:pt x="318896" y="217170"/>
                  </a:lnTo>
                  <a:lnTo>
                    <a:pt x="309419" y="224647"/>
                  </a:lnTo>
                  <a:lnTo>
                    <a:pt x="295656" y="230124"/>
                  </a:lnTo>
                  <a:lnTo>
                    <a:pt x="291607" y="219813"/>
                  </a:lnTo>
                  <a:lnTo>
                    <a:pt x="283845" y="211645"/>
                  </a:lnTo>
                  <a:lnTo>
                    <a:pt x="272081" y="205478"/>
                  </a:lnTo>
                  <a:lnTo>
                    <a:pt x="256032" y="201168"/>
                  </a:lnTo>
                  <a:lnTo>
                    <a:pt x="256032" y="193548"/>
                  </a:lnTo>
                  <a:lnTo>
                    <a:pt x="266009" y="194429"/>
                  </a:lnTo>
                  <a:lnTo>
                    <a:pt x="275272" y="194881"/>
                  </a:lnTo>
                  <a:lnTo>
                    <a:pt x="283678" y="195048"/>
                  </a:lnTo>
                  <a:lnTo>
                    <a:pt x="291084" y="195072"/>
                  </a:lnTo>
                  <a:lnTo>
                    <a:pt x="300227" y="195072"/>
                  </a:lnTo>
                  <a:lnTo>
                    <a:pt x="304800" y="190500"/>
                  </a:lnTo>
                  <a:lnTo>
                    <a:pt x="304800" y="182879"/>
                  </a:lnTo>
                  <a:lnTo>
                    <a:pt x="304800" y="86868"/>
                  </a:lnTo>
                  <a:lnTo>
                    <a:pt x="234696" y="86868"/>
                  </a:lnTo>
                  <a:lnTo>
                    <a:pt x="234696" y="198120"/>
                  </a:lnTo>
                  <a:lnTo>
                    <a:pt x="211836" y="210312"/>
                  </a:lnTo>
                  <a:lnTo>
                    <a:pt x="211836" y="86868"/>
                  </a:lnTo>
                  <a:lnTo>
                    <a:pt x="150876" y="86868"/>
                  </a:lnTo>
                  <a:lnTo>
                    <a:pt x="150876" y="202692"/>
                  </a:lnTo>
                  <a:lnTo>
                    <a:pt x="128016" y="214884"/>
                  </a:lnTo>
                  <a:lnTo>
                    <a:pt x="128016" y="86868"/>
                  </a:lnTo>
                  <a:lnTo>
                    <a:pt x="60960" y="86868"/>
                  </a:lnTo>
                  <a:lnTo>
                    <a:pt x="60960" y="219456"/>
                  </a:lnTo>
                  <a:lnTo>
                    <a:pt x="35052" y="231648"/>
                  </a:lnTo>
                  <a:lnTo>
                    <a:pt x="35290" y="212217"/>
                  </a:lnTo>
                  <a:lnTo>
                    <a:pt x="35814" y="190500"/>
                  </a:lnTo>
                  <a:lnTo>
                    <a:pt x="36337" y="166497"/>
                  </a:lnTo>
                  <a:lnTo>
                    <a:pt x="36576" y="140208"/>
                  </a:lnTo>
                  <a:lnTo>
                    <a:pt x="36337" y="114776"/>
                  </a:lnTo>
                  <a:lnTo>
                    <a:pt x="35814" y="93345"/>
                  </a:lnTo>
                  <a:lnTo>
                    <a:pt x="35290" y="75914"/>
                  </a:lnTo>
                  <a:lnTo>
                    <a:pt x="35052" y="62484"/>
                  </a:lnTo>
                  <a:lnTo>
                    <a:pt x="60960" y="76200"/>
                  </a:lnTo>
                  <a:lnTo>
                    <a:pt x="138684" y="76200"/>
                  </a:lnTo>
                  <a:close/>
                </a:path>
              </a:pathLst>
            </a:custGeom>
            <a:ln w="1219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1" name="object 121"/>
            <p:cNvSpPr/>
            <p:nvPr/>
          </p:nvSpPr>
          <p:spPr>
            <a:xfrm>
              <a:off x="5494020" y="6374892"/>
              <a:ext cx="81280" cy="9525"/>
            </a:xfrm>
            <a:custGeom>
              <a:avLst/>
              <a:gdLst/>
              <a:ahLst/>
              <a:cxnLst/>
              <a:rect l="l" t="t" r="r" b="b"/>
              <a:pathLst>
                <a:path w="81279" h="9525">
                  <a:moveTo>
                    <a:pt x="0" y="0"/>
                  </a:moveTo>
                  <a:lnTo>
                    <a:pt x="80772" y="0"/>
                  </a:lnTo>
                  <a:lnTo>
                    <a:pt x="80772" y="9143"/>
                  </a:lnTo>
                  <a:lnTo>
                    <a:pt x="0" y="9143"/>
                  </a:lnTo>
                  <a:lnTo>
                    <a:pt x="0" y="0"/>
                  </a:lnTo>
                  <a:close/>
                </a:path>
              </a:pathLst>
            </a:custGeom>
            <a:ln w="1219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2" name="object 122"/>
            <p:cNvSpPr/>
            <p:nvPr/>
          </p:nvSpPr>
          <p:spPr>
            <a:xfrm>
              <a:off x="5277612" y="6222492"/>
              <a:ext cx="375285" cy="178435"/>
            </a:xfrm>
            <a:custGeom>
              <a:avLst/>
              <a:gdLst/>
              <a:ahLst/>
              <a:cxnLst/>
              <a:rect l="l" t="t" r="r" b="b"/>
              <a:pathLst>
                <a:path w="375285" h="178435">
                  <a:moveTo>
                    <a:pt x="198119" y="167639"/>
                  </a:moveTo>
                  <a:lnTo>
                    <a:pt x="172211" y="178307"/>
                  </a:lnTo>
                  <a:lnTo>
                    <a:pt x="172450" y="153161"/>
                  </a:lnTo>
                  <a:lnTo>
                    <a:pt x="172973" y="128015"/>
                  </a:lnTo>
                  <a:lnTo>
                    <a:pt x="173497" y="102869"/>
                  </a:lnTo>
                  <a:lnTo>
                    <a:pt x="173735" y="77723"/>
                  </a:lnTo>
                  <a:lnTo>
                    <a:pt x="36575" y="77723"/>
                  </a:lnTo>
                  <a:lnTo>
                    <a:pt x="37409" y="85677"/>
                  </a:lnTo>
                  <a:lnTo>
                    <a:pt x="37528" y="93344"/>
                  </a:lnTo>
                  <a:lnTo>
                    <a:pt x="16763" y="121919"/>
                  </a:lnTo>
                  <a:lnTo>
                    <a:pt x="9143" y="121919"/>
                  </a:lnTo>
                  <a:lnTo>
                    <a:pt x="4571" y="120395"/>
                  </a:lnTo>
                  <a:lnTo>
                    <a:pt x="1523" y="118871"/>
                  </a:lnTo>
                  <a:lnTo>
                    <a:pt x="0" y="115823"/>
                  </a:lnTo>
                  <a:lnTo>
                    <a:pt x="0" y="114299"/>
                  </a:lnTo>
                  <a:lnTo>
                    <a:pt x="0" y="112775"/>
                  </a:lnTo>
                  <a:lnTo>
                    <a:pt x="0" y="109727"/>
                  </a:lnTo>
                  <a:lnTo>
                    <a:pt x="3047" y="105155"/>
                  </a:lnTo>
                  <a:lnTo>
                    <a:pt x="7619" y="99059"/>
                  </a:lnTo>
                  <a:lnTo>
                    <a:pt x="13954" y="91654"/>
                  </a:lnTo>
                  <a:lnTo>
                    <a:pt x="19430" y="80962"/>
                  </a:lnTo>
                  <a:lnTo>
                    <a:pt x="24336" y="67127"/>
                  </a:lnTo>
                  <a:lnTo>
                    <a:pt x="28955" y="50291"/>
                  </a:lnTo>
                  <a:lnTo>
                    <a:pt x="35051" y="50291"/>
                  </a:lnTo>
                  <a:lnTo>
                    <a:pt x="36575" y="67055"/>
                  </a:lnTo>
                  <a:lnTo>
                    <a:pt x="173735" y="67055"/>
                  </a:lnTo>
                  <a:lnTo>
                    <a:pt x="173735" y="33527"/>
                  </a:lnTo>
                  <a:lnTo>
                    <a:pt x="88391" y="33527"/>
                  </a:lnTo>
                  <a:lnTo>
                    <a:pt x="81224" y="33813"/>
                  </a:lnTo>
                  <a:lnTo>
                    <a:pt x="73342" y="34670"/>
                  </a:lnTo>
                  <a:lnTo>
                    <a:pt x="64603" y="36099"/>
                  </a:lnTo>
                  <a:lnTo>
                    <a:pt x="54863" y="38099"/>
                  </a:lnTo>
                  <a:lnTo>
                    <a:pt x="39623" y="22859"/>
                  </a:lnTo>
                  <a:lnTo>
                    <a:pt x="278891" y="22859"/>
                  </a:lnTo>
                  <a:lnTo>
                    <a:pt x="301751" y="0"/>
                  </a:lnTo>
                  <a:lnTo>
                    <a:pt x="335279" y="33527"/>
                  </a:lnTo>
                  <a:lnTo>
                    <a:pt x="196595" y="33527"/>
                  </a:lnTo>
                  <a:lnTo>
                    <a:pt x="196595" y="67055"/>
                  </a:lnTo>
                  <a:lnTo>
                    <a:pt x="330707" y="67055"/>
                  </a:lnTo>
                  <a:lnTo>
                    <a:pt x="345947" y="48767"/>
                  </a:lnTo>
                  <a:lnTo>
                    <a:pt x="374903" y="80771"/>
                  </a:lnTo>
                  <a:lnTo>
                    <a:pt x="368807" y="80771"/>
                  </a:lnTo>
                  <a:lnTo>
                    <a:pt x="361187" y="82295"/>
                  </a:lnTo>
                  <a:lnTo>
                    <a:pt x="326326" y="106989"/>
                  </a:lnTo>
                  <a:lnTo>
                    <a:pt x="315467" y="120395"/>
                  </a:lnTo>
                  <a:lnTo>
                    <a:pt x="310895" y="117347"/>
                  </a:lnTo>
                  <a:lnTo>
                    <a:pt x="332231" y="77723"/>
                  </a:lnTo>
                  <a:lnTo>
                    <a:pt x="196595" y="77723"/>
                  </a:lnTo>
                  <a:lnTo>
                    <a:pt x="196619" y="114276"/>
                  </a:lnTo>
                  <a:lnTo>
                    <a:pt x="196786" y="141541"/>
                  </a:lnTo>
                  <a:lnTo>
                    <a:pt x="197238" y="159377"/>
                  </a:lnTo>
                  <a:lnTo>
                    <a:pt x="198119" y="167639"/>
                  </a:lnTo>
                  <a:close/>
                </a:path>
              </a:pathLst>
            </a:custGeom>
            <a:ln w="1219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3" name="object 123"/>
            <p:cNvSpPr/>
            <p:nvPr/>
          </p:nvSpPr>
          <p:spPr>
            <a:xfrm>
              <a:off x="5334000" y="6332219"/>
              <a:ext cx="241300" cy="52069"/>
            </a:xfrm>
            <a:custGeom>
              <a:avLst/>
              <a:gdLst/>
              <a:ahLst/>
              <a:cxnLst/>
              <a:rect l="l" t="t" r="r" b="b"/>
              <a:pathLst>
                <a:path w="241300" h="52070">
                  <a:moveTo>
                    <a:pt x="6096" y="0"/>
                  </a:moveTo>
                  <a:lnTo>
                    <a:pt x="83819" y="0"/>
                  </a:lnTo>
                  <a:lnTo>
                    <a:pt x="83819" y="10667"/>
                  </a:lnTo>
                  <a:lnTo>
                    <a:pt x="6096" y="10667"/>
                  </a:lnTo>
                  <a:lnTo>
                    <a:pt x="6096" y="0"/>
                  </a:lnTo>
                  <a:close/>
                </a:path>
                <a:path w="241300" h="52070">
                  <a:moveTo>
                    <a:pt x="160019" y="0"/>
                  </a:moveTo>
                  <a:lnTo>
                    <a:pt x="240792" y="0"/>
                  </a:lnTo>
                  <a:lnTo>
                    <a:pt x="240792" y="10667"/>
                  </a:lnTo>
                  <a:lnTo>
                    <a:pt x="160019" y="10667"/>
                  </a:lnTo>
                  <a:lnTo>
                    <a:pt x="160019" y="0"/>
                  </a:lnTo>
                  <a:close/>
                </a:path>
                <a:path w="241300" h="52070">
                  <a:moveTo>
                    <a:pt x="0" y="42672"/>
                  </a:moveTo>
                  <a:lnTo>
                    <a:pt x="83819" y="42672"/>
                  </a:lnTo>
                  <a:lnTo>
                    <a:pt x="83819" y="51816"/>
                  </a:lnTo>
                  <a:lnTo>
                    <a:pt x="0" y="51816"/>
                  </a:lnTo>
                  <a:lnTo>
                    <a:pt x="0" y="42672"/>
                  </a:lnTo>
                  <a:close/>
                </a:path>
              </a:pathLst>
            </a:custGeom>
            <a:ln w="1219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24" name="object 124"/>
          <p:cNvGrpSpPr/>
          <p:nvPr/>
        </p:nvGrpSpPr>
        <p:grpSpPr>
          <a:xfrm>
            <a:off x="5698235" y="6211823"/>
            <a:ext cx="867410" cy="422275"/>
            <a:chOff x="5698235" y="6211823"/>
            <a:chExt cx="867410" cy="422275"/>
          </a:xfrm>
        </p:grpSpPr>
        <p:sp>
          <p:nvSpPr>
            <p:cNvPr id="125" name="object 125"/>
            <p:cNvSpPr/>
            <p:nvPr/>
          </p:nvSpPr>
          <p:spPr>
            <a:xfrm>
              <a:off x="5704331" y="6219444"/>
              <a:ext cx="403860" cy="405765"/>
            </a:xfrm>
            <a:custGeom>
              <a:avLst/>
              <a:gdLst/>
              <a:ahLst/>
              <a:cxnLst/>
              <a:rect l="l" t="t" r="r" b="b"/>
              <a:pathLst>
                <a:path w="403860" h="405765">
                  <a:moveTo>
                    <a:pt x="208787" y="100584"/>
                  </a:moveTo>
                  <a:lnTo>
                    <a:pt x="182879" y="100584"/>
                  </a:lnTo>
                  <a:lnTo>
                    <a:pt x="182784" y="54387"/>
                  </a:lnTo>
                  <a:lnTo>
                    <a:pt x="182689" y="38290"/>
                  </a:lnTo>
                  <a:lnTo>
                    <a:pt x="182237" y="15930"/>
                  </a:lnTo>
                  <a:lnTo>
                    <a:pt x="181355" y="0"/>
                  </a:lnTo>
                  <a:lnTo>
                    <a:pt x="222503" y="22860"/>
                  </a:lnTo>
                  <a:lnTo>
                    <a:pt x="208787" y="36576"/>
                  </a:lnTo>
                  <a:lnTo>
                    <a:pt x="208787" y="100584"/>
                  </a:lnTo>
                  <a:close/>
                </a:path>
                <a:path w="403860" h="405765">
                  <a:moveTo>
                    <a:pt x="315467" y="88392"/>
                  </a:moveTo>
                  <a:lnTo>
                    <a:pt x="310895" y="88392"/>
                  </a:lnTo>
                  <a:lnTo>
                    <a:pt x="306323" y="83820"/>
                  </a:lnTo>
                  <a:lnTo>
                    <a:pt x="301751" y="74676"/>
                  </a:lnTo>
                  <a:lnTo>
                    <a:pt x="293465" y="62674"/>
                  </a:lnTo>
                  <a:lnTo>
                    <a:pt x="282320" y="49530"/>
                  </a:lnTo>
                  <a:lnTo>
                    <a:pt x="268319" y="35242"/>
                  </a:lnTo>
                  <a:lnTo>
                    <a:pt x="251459" y="19812"/>
                  </a:lnTo>
                  <a:lnTo>
                    <a:pt x="254507" y="13716"/>
                  </a:lnTo>
                  <a:lnTo>
                    <a:pt x="299942" y="32361"/>
                  </a:lnTo>
                  <a:lnTo>
                    <a:pt x="326136" y="60960"/>
                  </a:lnTo>
                  <a:lnTo>
                    <a:pt x="326088" y="62674"/>
                  </a:lnTo>
                  <a:lnTo>
                    <a:pt x="324612" y="68580"/>
                  </a:lnTo>
                  <a:lnTo>
                    <a:pt x="318515" y="83820"/>
                  </a:lnTo>
                  <a:lnTo>
                    <a:pt x="315467" y="88392"/>
                  </a:lnTo>
                  <a:close/>
                </a:path>
                <a:path w="403860" h="405765">
                  <a:moveTo>
                    <a:pt x="27431" y="115824"/>
                  </a:moveTo>
                  <a:lnTo>
                    <a:pt x="10667" y="100584"/>
                  </a:lnTo>
                  <a:lnTo>
                    <a:pt x="330708" y="100584"/>
                  </a:lnTo>
                  <a:lnTo>
                    <a:pt x="355092" y="74676"/>
                  </a:lnTo>
                  <a:lnTo>
                    <a:pt x="390144" y="111252"/>
                  </a:lnTo>
                  <a:lnTo>
                    <a:pt x="68579" y="111252"/>
                  </a:lnTo>
                  <a:lnTo>
                    <a:pt x="57435" y="111537"/>
                  </a:lnTo>
                  <a:lnTo>
                    <a:pt x="46862" y="112395"/>
                  </a:lnTo>
                  <a:lnTo>
                    <a:pt x="36861" y="113823"/>
                  </a:lnTo>
                  <a:lnTo>
                    <a:pt x="27431" y="115824"/>
                  </a:lnTo>
                  <a:close/>
                </a:path>
                <a:path w="403860" h="405765">
                  <a:moveTo>
                    <a:pt x="28955" y="356616"/>
                  </a:moveTo>
                  <a:lnTo>
                    <a:pt x="0" y="321564"/>
                  </a:lnTo>
                  <a:lnTo>
                    <a:pt x="11739" y="319016"/>
                  </a:lnTo>
                  <a:lnTo>
                    <a:pt x="26479" y="313753"/>
                  </a:lnTo>
                  <a:lnTo>
                    <a:pt x="44362" y="305919"/>
                  </a:lnTo>
                  <a:lnTo>
                    <a:pt x="65531" y="295656"/>
                  </a:lnTo>
                  <a:lnTo>
                    <a:pt x="182879" y="234696"/>
                  </a:lnTo>
                  <a:lnTo>
                    <a:pt x="182879" y="111252"/>
                  </a:lnTo>
                  <a:lnTo>
                    <a:pt x="210311" y="111252"/>
                  </a:lnTo>
                  <a:lnTo>
                    <a:pt x="217517" y="132588"/>
                  </a:lnTo>
                  <a:lnTo>
                    <a:pt x="208787" y="132588"/>
                  </a:lnTo>
                  <a:lnTo>
                    <a:pt x="208787" y="245364"/>
                  </a:lnTo>
                  <a:lnTo>
                    <a:pt x="182879" y="245364"/>
                  </a:lnTo>
                  <a:lnTo>
                    <a:pt x="97583" y="300870"/>
                  </a:lnTo>
                  <a:lnTo>
                    <a:pt x="58745" y="327469"/>
                  </a:lnTo>
                  <a:lnTo>
                    <a:pt x="45148" y="338328"/>
                  </a:lnTo>
                  <a:lnTo>
                    <a:pt x="35266" y="348043"/>
                  </a:lnTo>
                  <a:lnTo>
                    <a:pt x="28955" y="356616"/>
                  </a:lnTo>
                  <a:close/>
                </a:path>
                <a:path w="403860" h="405765">
                  <a:moveTo>
                    <a:pt x="364236" y="368808"/>
                  </a:moveTo>
                  <a:lnTo>
                    <a:pt x="325628" y="343266"/>
                  </a:lnTo>
                  <a:lnTo>
                    <a:pt x="292099" y="312307"/>
                  </a:lnTo>
                  <a:lnTo>
                    <a:pt x="263651" y="275844"/>
                  </a:lnTo>
                  <a:lnTo>
                    <a:pt x="240283" y="233792"/>
                  </a:lnTo>
                  <a:lnTo>
                    <a:pt x="221995" y="186069"/>
                  </a:lnTo>
                  <a:lnTo>
                    <a:pt x="208787" y="132588"/>
                  </a:lnTo>
                  <a:lnTo>
                    <a:pt x="217517" y="132588"/>
                  </a:lnTo>
                  <a:lnTo>
                    <a:pt x="221980" y="145803"/>
                  </a:lnTo>
                  <a:lnTo>
                    <a:pt x="233933" y="176212"/>
                  </a:lnTo>
                  <a:lnTo>
                    <a:pt x="245887" y="202334"/>
                  </a:lnTo>
                  <a:lnTo>
                    <a:pt x="257555" y="224028"/>
                  </a:lnTo>
                  <a:lnTo>
                    <a:pt x="277244" y="224028"/>
                  </a:lnTo>
                  <a:lnTo>
                    <a:pt x="262127" y="233172"/>
                  </a:lnTo>
                  <a:lnTo>
                    <a:pt x="292631" y="271438"/>
                  </a:lnTo>
                  <a:lnTo>
                    <a:pt x="326707" y="301561"/>
                  </a:lnTo>
                  <a:lnTo>
                    <a:pt x="363926" y="323397"/>
                  </a:lnTo>
                  <a:lnTo>
                    <a:pt x="403860" y="336803"/>
                  </a:lnTo>
                  <a:lnTo>
                    <a:pt x="403860" y="344424"/>
                  </a:lnTo>
                  <a:lnTo>
                    <a:pt x="390167" y="346948"/>
                  </a:lnTo>
                  <a:lnTo>
                    <a:pt x="378904" y="352044"/>
                  </a:lnTo>
                  <a:lnTo>
                    <a:pt x="370212" y="359425"/>
                  </a:lnTo>
                  <a:lnTo>
                    <a:pt x="364236" y="368808"/>
                  </a:lnTo>
                  <a:close/>
                </a:path>
                <a:path w="403860" h="405765">
                  <a:moveTo>
                    <a:pt x="115823" y="231647"/>
                  </a:moveTo>
                  <a:lnTo>
                    <a:pt x="109727" y="231647"/>
                  </a:lnTo>
                  <a:lnTo>
                    <a:pt x="106679" y="225552"/>
                  </a:lnTo>
                  <a:lnTo>
                    <a:pt x="102107" y="211835"/>
                  </a:lnTo>
                  <a:lnTo>
                    <a:pt x="93773" y="197548"/>
                  </a:lnTo>
                  <a:lnTo>
                    <a:pt x="82296" y="182117"/>
                  </a:lnTo>
                  <a:lnTo>
                    <a:pt x="67389" y="165544"/>
                  </a:lnTo>
                  <a:lnTo>
                    <a:pt x="48767" y="147828"/>
                  </a:lnTo>
                  <a:lnTo>
                    <a:pt x="53339" y="143256"/>
                  </a:lnTo>
                  <a:lnTo>
                    <a:pt x="94487" y="160401"/>
                  </a:lnTo>
                  <a:lnTo>
                    <a:pt x="127634" y="187452"/>
                  </a:lnTo>
                  <a:lnTo>
                    <a:pt x="131063" y="199644"/>
                  </a:lnTo>
                  <a:lnTo>
                    <a:pt x="131063" y="204216"/>
                  </a:lnTo>
                  <a:lnTo>
                    <a:pt x="123443" y="219456"/>
                  </a:lnTo>
                  <a:lnTo>
                    <a:pt x="118871" y="227076"/>
                  </a:lnTo>
                  <a:lnTo>
                    <a:pt x="115823" y="231647"/>
                  </a:lnTo>
                  <a:close/>
                </a:path>
                <a:path w="403860" h="405765">
                  <a:moveTo>
                    <a:pt x="277244" y="224028"/>
                  </a:moveTo>
                  <a:lnTo>
                    <a:pt x="257555" y="224028"/>
                  </a:lnTo>
                  <a:lnTo>
                    <a:pt x="281273" y="204597"/>
                  </a:lnTo>
                  <a:lnTo>
                    <a:pt x="302132" y="185166"/>
                  </a:lnTo>
                  <a:lnTo>
                    <a:pt x="320135" y="165735"/>
                  </a:lnTo>
                  <a:lnTo>
                    <a:pt x="335280" y="146304"/>
                  </a:lnTo>
                  <a:lnTo>
                    <a:pt x="364236" y="179832"/>
                  </a:lnTo>
                  <a:lnTo>
                    <a:pt x="324612" y="195072"/>
                  </a:lnTo>
                  <a:lnTo>
                    <a:pt x="312920" y="202525"/>
                  </a:lnTo>
                  <a:lnTo>
                    <a:pt x="277244" y="224028"/>
                  </a:lnTo>
                  <a:close/>
                </a:path>
                <a:path w="403860" h="405765">
                  <a:moveTo>
                    <a:pt x="207944" y="361188"/>
                  </a:moveTo>
                  <a:lnTo>
                    <a:pt x="176783" y="361188"/>
                  </a:lnTo>
                  <a:lnTo>
                    <a:pt x="181355" y="356616"/>
                  </a:lnTo>
                  <a:lnTo>
                    <a:pt x="182879" y="345948"/>
                  </a:lnTo>
                  <a:lnTo>
                    <a:pt x="182879" y="245364"/>
                  </a:lnTo>
                  <a:lnTo>
                    <a:pt x="208787" y="245364"/>
                  </a:lnTo>
                  <a:lnTo>
                    <a:pt x="208787" y="352044"/>
                  </a:lnTo>
                  <a:lnTo>
                    <a:pt x="207944" y="361188"/>
                  </a:lnTo>
                  <a:close/>
                </a:path>
                <a:path w="403860" h="405765">
                  <a:moveTo>
                    <a:pt x="166115" y="405384"/>
                  </a:moveTo>
                  <a:lnTo>
                    <a:pt x="162091" y="393620"/>
                  </a:lnTo>
                  <a:lnTo>
                    <a:pt x="152209" y="383286"/>
                  </a:lnTo>
                  <a:lnTo>
                    <a:pt x="136326" y="374094"/>
                  </a:lnTo>
                  <a:lnTo>
                    <a:pt x="114299" y="365760"/>
                  </a:lnTo>
                  <a:lnTo>
                    <a:pt x="114299" y="358140"/>
                  </a:lnTo>
                  <a:lnTo>
                    <a:pt x="131397" y="359902"/>
                  </a:lnTo>
                  <a:lnTo>
                    <a:pt x="145922" y="360807"/>
                  </a:lnTo>
                  <a:lnTo>
                    <a:pt x="157591" y="361140"/>
                  </a:lnTo>
                  <a:lnTo>
                    <a:pt x="207944" y="361188"/>
                  </a:lnTo>
                  <a:lnTo>
                    <a:pt x="207049" y="370879"/>
                  </a:lnTo>
                  <a:lnTo>
                    <a:pt x="199453" y="386143"/>
                  </a:lnTo>
                  <a:lnTo>
                    <a:pt x="185856" y="397692"/>
                  </a:lnTo>
                  <a:lnTo>
                    <a:pt x="166115" y="405384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26" name="object 126"/>
            <p:cNvPicPr/>
            <p:nvPr/>
          </p:nvPicPr>
          <p:blipFill>
            <a:blip r:embed="rId16" cstate="print"/>
            <a:stretch>
              <a:fillRect/>
            </a:stretch>
          </p:blipFill>
          <p:spPr>
            <a:xfrm>
              <a:off x="5949695" y="6227064"/>
              <a:ext cx="86868" cy="86868"/>
            </a:xfrm>
            <a:prstGeom prst="rect">
              <a:avLst/>
            </a:prstGeom>
          </p:spPr>
        </p:pic>
        <p:sp>
          <p:nvSpPr>
            <p:cNvPr id="127" name="object 127"/>
            <p:cNvSpPr/>
            <p:nvPr/>
          </p:nvSpPr>
          <p:spPr>
            <a:xfrm>
              <a:off x="5704331" y="6219444"/>
              <a:ext cx="403860" cy="405765"/>
            </a:xfrm>
            <a:custGeom>
              <a:avLst/>
              <a:gdLst/>
              <a:ahLst/>
              <a:cxnLst/>
              <a:rect l="l" t="t" r="r" b="b"/>
              <a:pathLst>
                <a:path w="403860" h="405765">
                  <a:moveTo>
                    <a:pt x="181356" y="0"/>
                  </a:moveTo>
                  <a:lnTo>
                    <a:pt x="222504" y="22859"/>
                  </a:lnTo>
                  <a:lnTo>
                    <a:pt x="208788" y="36576"/>
                  </a:lnTo>
                  <a:lnTo>
                    <a:pt x="208788" y="100584"/>
                  </a:lnTo>
                  <a:lnTo>
                    <a:pt x="330708" y="100584"/>
                  </a:lnTo>
                  <a:lnTo>
                    <a:pt x="355092" y="74676"/>
                  </a:lnTo>
                  <a:lnTo>
                    <a:pt x="390144" y="111252"/>
                  </a:lnTo>
                  <a:lnTo>
                    <a:pt x="210312" y="111252"/>
                  </a:lnTo>
                  <a:lnTo>
                    <a:pt x="221980" y="145803"/>
                  </a:lnTo>
                  <a:lnTo>
                    <a:pt x="233934" y="176212"/>
                  </a:lnTo>
                  <a:lnTo>
                    <a:pt x="245887" y="202334"/>
                  </a:lnTo>
                  <a:lnTo>
                    <a:pt x="257556" y="224028"/>
                  </a:lnTo>
                  <a:lnTo>
                    <a:pt x="281273" y="204596"/>
                  </a:lnTo>
                  <a:lnTo>
                    <a:pt x="302133" y="185165"/>
                  </a:lnTo>
                  <a:lnTo>
                    <a:pt x="320135" y="165734"/>
                  </a:lnTo>
                  <a:lnTo>
                    <a:pt x="335280" y="146304"/>
                  </a:lnTo>
                  <a:lnTo>
                    <a:pt x="364236" y="179831"/>
                  </a:lnTo>
                  <a:lnTo>
                    <a:pt x="324612" y="195072"/>
                  </a:lnTo>
                  <a:lnTo>
                    <a:pt x="312920" y="202525"/>
                  </a:lnTo>
                  <a:lnTo>
                    <a:pt x="298513" y="211264"/>
                  </a:lnTo>
                  <a:lnTo>
                    <a:pt x="281535" y="221432"/>
                  </a:lnTo>
                  <a:lnTo>
                    <a:pt x="262128" y="233172"/>
                  </a:lnTo>
                  <a:lnTo>
                    <a:pt x="292631" y="271438"/>
                  </a:lnTo>
                  <a:lnTo>
                    <a:pt x="326707" y="301561"/>
                  </a:lnTo>
                  <a:lnTo>
                    <a:pt x="363926" y="323397"/>
                  </a:lnTo>
                  <a:lnTo>
                    <a:pt x="403860" y="336804"/>
                  </a:lnTo>
                  <a:lnTo>
                    <a:pt x="403860" y="344423"/>
                  </a:lnTo>
                  <a:lnTo>
                    <a:pt x="390167" y="346948"/>
                  </a:lnTo>
                  <a:lnTo>
                    <a:pt x="378904" y="352043"/>
                  </a:lnTo>
                  <a:lnTo>
                    <a:pt x="370212" y="359425"/>
                  </a:lnTo>
                  <a:lnTo>
                    <a:pt x="364236" y="368808"/>
                  </a:lnTo>
                  <a:lnTo>
                    <a:pt x="325628" y="343266"/>
                  </a:lnTo>
                  <a:lnTo>
                    <a:pt x="292100" y="312307"/>
                  </a:lnTo>
                  <a:lnTo>
                    <a:pt x="263652" y="275843"/>
                  </a:lnTo>
                  <a:lnTo>
                    <a:pt x="240284" y="233792"/>
                  </a:lnTo>
                  <a:lnTo>
                    <a:pt x="221996" y="186069"/>
                  </a:lnTo>
                  <a:lnTo>
                    <a:pt x="208788" y="132588"/>
                  </a:lnTo>
                  <a:lnTo>
                    <a:pt x="208788" y="352043"/>
                  </a:lnTo>
                  <a:lnTo>
                    <a:pt x="207049" y="370879"/>
                  </a:lnTo>
                  <a:lnTo>
                    <a:pt x="199453" y="386143"/>
                  </a:lnTo>
                  <a:lnTo>
                    <a:pt x="185856" y="397692"/>
                  </a:lnTo>
                  <a:lnTo>
                    <a:pt x="166116" y="405384"/>
                  </a:lnTo>
                  <a:lnTo>
                    <a:pt x="162091" y="393620"/>
                  </a:lnTo>
                  <a:lnTo>
                    <a:pt x="152209" y="383286"/>
                  </a:lnTo>
                  <a:lnTo>
                    <a:pt x="136326" y="374094"/>
                  </a:lnTo>
                  <a:lnTo>
                    <a:pt x="114300" y="365760"/>
                  </a:lnTo>
                  <a:lnTo>
                    <a:pt x="114300" y="358139"/>
                  </a:lnTo>
                  <a:lnTo>
                    <a:pt x="131397" y="359902"/>
                  </a:lnTo>
                  <a:lnTo>
                    <a:pt x="145923" y="360806"/>
                  </a:lnTo>
                  <a:lnTo>
                    <a:pt x="157591" y="361140"/>
                  </a:lnTo>
                  <a:lnTo>
                    <a:pt x="166116" y="361187"/>
                  </a:lnTo>
                  <a:lnTo>
                    <a:pt x="176784" y="361187"/>
                  </a:lnTo>
                  <a:lnTo>
                    <a:pt x="181356" y="356615"/>
                  </a:lnTo>
                  <a:lnTo>
                    <a:pt x="182880" y="345948"/>
                  </a:lnTo>
                  <a:lnTo>
                    <a:pt x="182880" y="245364"/>
                  </a:lnTo>
                  <a:lnTo>
                    <a:pt x="151209" y="265961"/>
                  </a:lnTo>
                  <a:lnTo>
                    <a:pt x="122682" y="284416"/>
                  </a:lnTo>
                  <a:lnTo>
                    <a:pt x="76200" y="315467"/>
                  </a:lnTo>
                  <a:lnTo>
                    <a:pt x="45148" y="338328"/>
                  </a:lnTo>
                  <a:lnTo>
                    <a:pt x="28956" y="356615"/>
                  </a:lnTo>
                  <a:lnTo>
                    <a:pt x="0" y="321563"/>
                  </a:lnTo>
                  <a:lnTo>
                    <a:pt x="44362" y="305919"/>
                  </a:lnTo>
                  <a:lnTo>
                    <a:pt x="89225" y="283344"/>
                  </a:lnTo>
                  <a:lnTo>
                    <a:pt x="116776" y="269176"/>
                  </a:lnTo>
                  <a:lnTo>
                    <a:pt x="148042" y="253007"/>
                  </a:lnTo>
                  <a:lnTo>
                    <a:pt x="182880" y="234695"/>
                  </a:lnTo>
                  <a:lnTo>
                    <a:pt x="182880" y="111252"/>
                  </a:lnTo>
                  <a:lnTo>
                    <a:pt x="68580" y="111252"/>
                  </a:lnTo>
                  <a:lnTo>
                    <a:pt x="57435" y="111537"/>
                  </a:lnTo>
                  <a:lnTo>
                    <a:pt x="46863" y="112395"/>
                  </a:lnTo>
                  <a:lnTo>
                    <a:pt x="36861" y="113823"/>
                  </a:lnTo>
                  <a:lnTo>
                    <a:pt x="27432" y="115824"/>
                  </a:lnTo>
                  <a:lnTo>
                    <a:pt x="10668" y="100584"/>
                  </a:lnTo>
                  <a:lnTo>
                    <a:pt x="182880" y="100584"/>
                  </a:lnTo>
                  <a:lnTo>
                    <a:pt x="182856" y="66651"/>
                  </a:lnTo>
                  <a:lnTo>
                    <a:pt x="182689" y="38290"/>
                  </a:lnTo>
                  <a:lnTo>
                    <a:pt x="182237" y="15930"/>
                  </a:lnTo>
                  <a:lnTo>
                    <a:pt x="181356" y="0"/>
                  </a:lnTo>
                  <a:close/>
                </a:path>
              </a:pathLst>
            </a:custGeom>
            <a:ln w="1219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28" name="object 128"/>
            <p:cNvPicPr/>
            <p:nvPr/>
          </p:nvPicPr>
          <p:blipFill>
            <a:blip r:embed="rId17" cstate="print"/>
            <a:stretch>
              <a:fillRect/>
            </a:stretch>
          </p:blipFill>
          <p:spPr>
            <a:xfrm>
              <a:off x="5747003" y="6356604"/>
              <a:ext cx="94488" cy="100584"/>
            </a:xfrm>
            <a:prstGeom prst="rect">
              <a:avLst/>
            </a:prstGeom>
          </p:spPr>
        </p:pic>
        <p:sp>
          <p:nvSpPr>
            <p:cNvPr id="129" name="object 129"/>
            <p:cNvSpPr/>
            <p:nvPr/>
          </p:nvSpPr>
          <p:spPr>
            <a:xfrm>
              <a:off x="6153911" y="6217920"/>
              <a:ext cx="405765" cy="410209"/>
            </a:xfrm>
            <a:custGeom>
              <a:avLst/>
              <a:gdLst/>
              <a:ahLst/>
              <a:cxnLst/>
              <a:rect l="l" t="t" r="r" b="b"/>
              <a:pathLst>
                <a:path w="405765" h="410209">
                  <a:moveTo>
                    <a:pt x="134112" y="109728"/>
                  </a:moveTo>
                  <a:lnTo>
                    <a:pt x="111252" y="109728"/>
                  </a:lnTo>
                  <a:lnTo>
                    <a:pt x="111087" y="88392"/>
                  </a:lnTo>
                  <a:lnTo>
                    <a:pt x="110964" y="76200"/>
                  </a:lnTo>
                  <a:lnTo>
                    <a:pt x="110005" y="25955"/>
                  </a:lnTo>
                  <a:lnTo>
                    <a:pt x="109728" y="0"/>
                  </a:lnTo>
                  <a:lnTo>
                    <a:pt x="147828" y="16764"/>
                  </a:lnTo>
                  <a:lnTo>
                    <a:pt x="134112" y="28956"/>
                  </a:lnTo>
                  <a:lnTo>
                    <a:pt x="134112" y="109728"/>
                  </a:lnTo>
                  <a:close/>
                </a:path>
                <a:path w="405765" h="410209">
                  <a:moveTo>
                    <a:pt x="195072" y="214884"/>
                  </a:moveTo>
                  <a:lnTo>
                    <a:pt x="188976" y="211836"/>
                  </a:lnTo>
                  <a:lnTo>
                    <a:pt x="208954" y="172735"/>
                  </a:lnTo>
                  <a:lnTo>
                    <a:pt x="227647" y="124206"/>
                  </a:lnTo>
                  <a:lnTo>
                    <a:pt x="244911" y="66532"/>
                  </a:lnTo>
                  <a:lnTo>
                    <a:pt x="260604" y="0"/>
                  </a:lnTo>
                  <a:lnTo>
                    <a:pt x="300228" y="22860"/>
                  </a:lnTo>
                  <a:lnTo>
                    <a:pt x="274843" y="52935"/>
                  </a:lnTo>
                  <a:lnTo>
                    <a:pt x="269367" y="67627"/>
                  </a:lnTo>
                  <a:lnTo>
                    <a:pt x="262175" y="86606"/>
                  </a:lnTo>
                  <a:lnTo>
                    <a:pt x="252984" y="109728"/>
                  </a:lnTo>
                  <a:lnTo>
                    <a:pt x="394716" y="109728"/>
                  </a:lnTo>
                  <a:lnTo>
                    <a:pt x="405384" y="120396"/>
                  </a:lnTo>
                  <a:lnTo>
                    <a:pt x="251460" y="120396"/>
                  </a:lnTo>
                  <a:lnTo>
                    <a:pt x="252601" y="129540"/>
                  </a:lnTo>
                  <a:lnTo>
                    <a:pt x="245364" y="129540"/>
                  </a:lnTo>
                  <a:lnTo>
                    <a:pt x="235362" y="152090"/>
                  </a:lnTo>
                  <a:lnTo>
                    <a:pt x="223647" y="173926"/>
                  </a:lnTo>
                  <a:lnTo>
                    <a:pt x="210216" y="194905"/>
                  </a:lnTo>
                  <a:lnTo>
                    <a:pt x="195072" y="214884"/>
                  </a:lnTo>
                  <a:close/>
                </a:path>
                <a:path w="405765" h="410209">
                  <a:moveTo>
                    <a:pt x="153924" y="99060"/>
                  </a:moveTo>
                  <a:lnTo>
                    <a:pt x="149352" y="96012"/>
                  </a:lnTo>
                  <a:lnTo>
                    <a:pt x="163877" y="71437"/>
                  </a:lnTo>
                  <a:lnTo>
                    <a:pt x="175260" y="50292"/>
                  </a:lnTo>
                  <a:lnTo>
                    <a:pt x="183213" y="32575"/>
                  </a:lnTo>
                  <a:lnTo>
                    <a:pt x="187452" y="18288"/>
                  </a:lnTo>
                  <a:lnTo>
                    <a:pt x="219456" y="39624"/>
                  </a:lnTo>
                  <a:lnTo>
                    <a:pt x="212002" y="42267"/>
                  </a:lnTo>
                  <a:lnTo>
                    <a:pt x="205549" y="45910"/>
                  </a:lnTo>
                  <a:lnTo>
                    <a:pt x="199953" y="50982"/>
                  </a:lnTo>
                  <a:lnTo>
                    <a:pt x="195072" y="57912"/>
                  </a:lnTo>
                  <a:lnTo>
                    <a:pt x="187571" y="65627"/>
                  </a:lnTo>
                  <a:lnTo>
                    <a:pt x="178498" y="75057"/>
                  </a:lnTo>
                  <a:lnTo>
                    <a:pt x="167425" y="86201"/>
                  </a:lnTo>
                  <a:lnTo>
                    <a:pt x="153924" y="99060"/>
                  </a:lnTo>
                  <a:close/>
                </a:path>
                <a:path w="405765" h="410209">
                  <a:moveTo>
                    <a:pt x="71628" y="97536"/>
                  </a:moveTo>
                  <a:lnTo>
                    <a:pt x="65532" y="97536"/>
                  </a:lnTo>
                  <a:lnTo>
                    <a:pt x="62484" y="91440"/>
                  </a:lnTo>
                  <a:lnTo>
                    <a:pt x="59436" y="79248"/>
                  </a:lnTo>
                  <a:lnTo>
                    <a:pt x="55149" y="67294"/>
                  </a:lnTo>
                  <a:lnTo>
                    <a:pt x="49149" y="54483"/>
                  </a:lnTo>
                  <a:lnTo>
                    <a:pt x="41433" y="41100"/>
                  </a:lnTo>
                  <a:lnTo>
                    <a:pt x="32004" y="27432"/>
                  </a:lnTo>
                  <a:lnTo>
                    <a:pt x="38100" y="24384"/>
                  </a:lnTo>
                  <a:lnTo>
                    <a:pt x="72604" y="49458"/>
                  </a:lnTo>
                  <a:lnTo>
                    <a:pt x="82296" y="62484"/>
                  </a:lnTo>
                  <a:lnTo>
                    <a:pt x="85344" y="67056"/>
                  </a:lnTo>
                  <a:lnTo>
                    <a:pt x="85344" y="76200"/>
                  </a:lnTo>
                  <a:lnTo>
                    <a:pt x="79248" y="88392"/>
                  </a:lnTo>
                  <a:lnTo>
                    <a:pt x="74676" y="94488"/>
                  </a:lnTo>
                  <a:lnTo>
                    <a:pt x="71628" y="97536"/>
                  </a:lnTo>
                  <a:close/>
                </a:path>
                <a:path w="405765" h="410209">
                  <a:moveTo>
                    <a:pt x="394716" y="109728"/>
                  </a:moveTo>
                  <a:lnTo>
                    <a:pt x="352044" y="109728"/>
                  </a:lnTo>
                  <a:lnTo>
                    <a:pt x="373380" y="88392"/>
                  </a:lnTo>
                  <a:lnTo>
                    <a:pt x="394716" y="109728"/>
                  </a:lnTo>
                  <a:close/>
                </a:path>
                <a:path w="405765" h="410209">
                  <a:moveTo>
                    <a:pt x="24384" y="124968"/>
                  </a:moveTo>
                  <a:lnTo>
                    <a:pt x="7620" y="109728"/>
                  </a:lnTo>
                  <a:lnTo>
                    <a:pt x="176784" y="109728"/>
                  </a:lnTo>
                  <a:lnTo>
                    <a:pt x="196596" y="89916"/>
                  </a:lnTo>
                  <a:lnTo>
                    <a:pt x="225552" y="120396"/>
                  </a:lnTo>
                  <a:lnTo>
                    <a:pt x="65532" y="120396"/>
                  </a:lnTo>
                  <a:lnTo>
                    <a:pt x="54387" y="120681"/>
                  </a:lnTo>
                  <a:lnTo>
                    <a:pt x="43815" y="121539"/>
                  </a:lnTo>
                  <a:lnTo>
                    <a:pt x="33813" y="122967"/>
                  </a:lnTo>
                  <a:lnTo>
                    <a:pt x="24384" y="124968"/>
                  </a:lnTo>
                  <a:close/>
                </a:path>
                <a:path w="405765" h="410209">
                  <a:moveTo>
                    <a:pt x="3048" y="222504"/>
                  </a:moveTo>
                  <a:lnTo>
                    <a:pt x="0" y="217932"/>
                  </a:lnTo>
                  <a:lnTo>
                    <a:pt x="30027" y="194548"/>
                  </a:lnTo>
                  <a:lnTo>
                    <a:pt x="56197" y="170307"/>
                  </a:lnTo>
                  <a:lnTo>
                    <a:pt x="78652" y="145494"/>
                  </a:lnTo>
                  <a:lnTo>
                    <a:pt x="97536" y="120396"/>
                  </a:lnTo>
                  <a:lnTo>
                    <a:pt x="134112" y="120396"/>
                  </a:lnTo>
                  <a:lnTo>
                    <a:pt x="134112" y="135636"/>
                  </a:lnTo>
                  <a:lnTo>
                    <a:pt x="146555" y="138684"/>
                  </a:lnTo>
                  <a:lnTo>
                    <a:pt x="111252" y="138684"/>
                  </a:lnTo>
                  <a:lnTo>
                    <a:pt x="86629" y="164425"/>
                  </a:lnTo>
                  <a:lnTo>
                    <a:pt x="60579" y="186880"/>
                  </a:lnTo>
                  <a:lnTo>
                    <a:pt x="32813" y="206192"/>
                  </a:lnTo>
                  <a:lnTo>
                    <a:pt x="3048" y="222504"/>
                  </a:lnTo>
                  <a:close/>
                </a:path>
                <a:path w="405765" h="410209">
                  <a:moveTo>
                    <a:pt x="319600" y="288036"/>
                  </a:moveTo>
                  <a:lnTo>
                    <a:pt x="294132" y="288036"/>
                  </a:lnTo>
                  <a:lnTo>
                    <a:pt x="306443" y="255412"/>
                  </a:lnTo>
                  <a:lnTo>
                    <a:pt x="316039" y="216789"/>
                  </a:lnTo>
                  <a:lnTo>
                    <a:pt x="323064" y="171878"/>
                  </a:lnTo>
                  <a:lnTo>
                    <a:pt x="327660" y="120396"/>
                  </a:lnTo>
                  <a:lnTo>
                    <a:pt x="355092" y="120396"/>
                  </a:lnTo>
                  <a:lnTo>
                    <a:pt x="347948" y="180379"/>
                  </a:lnTo>
                  <a:lnTo>
                    <a:pt x="337947" y="232219"/>
                  </a:lnTo>
                  <a:lnTo>
                    <a:pt x="325088" y="275772"/>
                  </a:lnTo>
                  <a:lnTo>
                    <a:pt x="319600" y="288036"/>
                  </a:lnTo>
                  <a:close/>
                </a:path>
                <a:path w="405765" h="410209">
                  <a:moveTo>
                    <a:pt x="155448" y="409956"/>
                  </a:moveTo>
                  <a:lnTo>
                    <a:pt x="152400" y="405384"/>
                  </a:lnTo>
                  <a:lnTo>
                    <a:pt x="190380" y="385667"/>
                  </a:lnTo>
                  <a:lnTo>
                    <a:pt x="224218" y="363093"/>
                  </a:lnTo>
                  <a:lnTo>
                    <a:pt x="253769" y="337661"/>
                  </a:lnTo>
                  <a:lnTo>
                    <a:pt x="278892" y="309372"/>
                  </a:lnTo>
                  <a:lnTo>
                    <a:pt x="264652" y="267342"/>
                  </a:lnTo>
                  <a:lnTo>
                    <a:pt x="254127" y="223456"/>
                  </a:lnTo>
                  <a:lnTo>
                    <a:pt x="247602" y="177569"/>
                  </a:lnTo>
                  <a:lnTo>
                    <a:pt x="245364" y="129540"/>
                  </a:lnTo>
                  <a:lnTo>
                    <a:pt x="252601" y="129540"/>
                  </a:lnTo>
                  <a:lnTo>
                    <a:pt x="257484" y="168663"/>
                  </a:lnTo>
                  <a:lnTo>
                    <a:pt x="266509" y="212788"/>
                  </a:lnTo>
                  <a:lnTo>
                    <a:pt x="278677" y="252626"/>
                  </a:lnTo>
                  <a:lnTo>
                    <a:pt x="294132" y="288036"/>
                  </a:lnTo>
                  <a:lnTo>
                    <a:pt x="319600" y="288036"/>
                  </a:lnTo>
                  <a:lnTo>
                    <a:pt x="309371" y="310896"/>
                  </a:lnTo>
                  <a:lnTo>
                    <a:pt x="326489" y="329184"/>
                  </a:lnTo>
                  <a:lnTo>
                    <a:pt x="294132" y="329184"/>
                  </a:lnTo>
                  <a:lnTo>
                    <a:pt x="263890" y="354877"/>
                  </a:lnTo>
                  <a:lnTo>
                    <a:pt x="230505" y="376999"/>
                  </a:lnTo>
                  <a:lnTo>
                    <a:pt x="194262" y="395406"/>
                  </a:lnTo>
                  <a:lnTo>
                    <a:pt x="155448" y="409956"/>
                  </a:lnTo>
                  <a:close/>
                </a:path>
                <a:path w="405765" h="410209">
                  <a:moveTo>
                    <a:pt x="115146" y="210312"/>
                  </a:moveTo>
                  <a:lnTo>
                    <a:pt x="111252" y="210312"/>
                  </a:lnTo>
                  <a:lnTo>
                    <a:pt x="111252" y="138684"/>
                  </a:lnTo>
                  <a:lnTo>
                    <a:pt x="146555" y="138684"/>
                  </a:lnTo>
                  <a:lnTo>
                    <a:pt x="151804" y="139969"/>
                  </a:lnTo>
                  <a:lnTo>
                    <a:pt x="165925" y="144018"/>
                  </a:lnTo>
                  <a:lnTo>
                    <a:pt x="167884" y="144780"/>
                  </a:lnTo>
                  <a:lnTo>
                    <a:pt x="134112" y="144780"/>
                  </a:lnTo>
                  <a:lnTo>
                    <a:pt x="134112" y="198120"/>
                  </a:lnTo>
                  <a:lnTo>
                    <a:pt x="115146" y="210312"/>
                  </a:lnTo>
                  <a:close/>
                </a:path>
                <a:path w="405765" h="410209">
                  <a:moveTo>
                    <a:pt x="187452" y="193548"/>
                  </a:moveTo>
                  <a:lnTo>
                    <a:pt x="182880" y="193548"/>
                  </a:lnTo>
                  <a:lnTo>
                    <a:pt x="179832" y="188976"/>
                  </a:lnTo>
                  <a:lnTo>
                    <a:pt x="173736" y="181356"/>
                  </a:lnTo>
                  <a:lnTo>
                    <a:pt x="166044" y="171354"/>
                  </a:lnTo>
                  <a:lnTo>
                    <a:pt x="156781" y="161925"/>
                  </a:lnTo>
                  <a:lnTo>
                    <a:pt x="146089" y="153066"/>
                  </a:lnTo>
                  <a:lnTo>
                    <a:pt x="134112" y="144780"/>
                  </a:lnTo>
                  <a:lnTo>
                    <a:pt x="167884" y="144780"/>
                  </a:lnTo>
                  <a:lnTo>
                    <a:pt x="192024" y="179832"/>
                  </a:lnTo>
                  <a:lnTo>
                    <a:pt x="190500" y="184404"/>
                  </a:lnTo>
                  <a:lnTo>
                    <a:pt x="190500" y="190500"/>
                  </a:lnTo>
                  <a:lnTo>
                    <a:pt x="187452" y="193548"/>
                  </a:lnTo>
                  <a:close/>
                </a:path>
                <a:path w="405765" h="410209">
                  <a:moveTo>
                    <a:pt x="114300" y="248412"/>
                  </a:moveTo>
                  <a:lnTo>
                    <a:pt x="88392" y="248412"/>
                  </a:lnTo>
                  <a:lnTo>
                    <a:pt x="91821" y="239625"/>
                  </a:lnTo>
                  <a:lnTo>
                    <a:pt x="95250" y="229552"/>
                  </a:lnTo>
                  <a:lnTo>
                    <a:pt x="98679" y="218622"/>
                  </a:lnTo>
                  <a:lnTo>
                    <a:pt x="102108" y="207264"/>
                  </a:lnTo>
                  <a:lnTo>
                    <a:pt x="111252" y="210312"/>
                  </a:lnTo>
                  <a:lnTo>
                    <a:pt x="115146" y="210312"/>
                  </a:lnTo>
                  <a:lnTo>
                    <a:pt x="112776" y="211836"/>
                  </a:lnTo>
                  <a:lnTo>
                    <a:pt x="137160" y="222504"/>
                  </a:lnTo>
                  <a:lnTo>
                    <a:pt x="132302" y="225051"/>
                  </a:lnTo>
                  <a:lnTo>
                    <a:pt x="126873" y="230314"/>
                  </a:lnTo>
                  <a:lnTo>
                    <a:pt x="120872" y="238148"/>
                  </a:lnTo>
                  <a:lnTo>
                    <a:pt x="114300" y="248412"/>
                  </a:lnTo>
                  <a:close/>
                </a:path>
                <a:path w="405765" h="410209">
                  <a:moveTo>
                    <a:pt x="19812" y="263652"/>
                  </a:moveTo>
                  <a:lnTo>
                    <a:pt x="4572" y="248412"/>
                  </a:lnTo>
                  <a:lnTo>
                    <a:pt x="167640" y="248412"/>
                  </a:lnTo>
                  <a:lnTo>
                    <a:pt x="179832" y="233172"/>
                  </a:lnTo>
                  <a:lnTo>
                    <a:pt x="207264" y="256032"/>
                  </a:lnTo>
                  <a:lnTo>
                    <a:pt x="200558" y="259080"/>
                  </a:lnTo>
                  <a:lnTo>
                    <a:pt x="62484" y="259080"/>
                  </a:lnTo>
                  <a:lnTo>
                    <a:pt x="51315" y="259365"/>
                  </a:lnTo>
                  <a:lnTo>
                    <a:pt x="40576" y="260223"/>
                  </a:lnTo>
                  <a:lnTo>
                    <a:pt x="30122" y="261651"/>
                  </a:lnTo>
                  <a:lnTo>
                    <a:pt x="19812" y="263652"/>
                  </a:lnTo>
                  <a:close/>
                </a:path>
                <a:path w="405765" h="410209">
                  <a:moveTo>
                    <a:pt x="1524" y="399288"/>
                  </a:moveTo>
                  <a:lnTo>
                    <a:pt x="0" y="394716"/>
                  </a:lnTo>
                  <a:lnTo>
                    <a:pt x="37742" y="381000"/>
                  </a:lnTo>
                  <a:lnTo>
                    <a:pt x="71056" y="364998"/>
                  </a:lnTo>
                  <a:lnTo>
                    <a:pt x="100083" y="346710"/>
                  </a:lnTo>
                  <a:lnTo>
                    <a:pt x="124968" y="326136"/>
                  </a:lnTo>
                  <a:lnTo>
                    <a:pt x="107823" y="320730"/>
                  </a:lnTo>
                  <a:lnTo>
                    <a:pt x="90678" y="316039"/>
                  </a:lnTo>
                  <a:lnTo>
                    <a:pt x="73533" y="312205"/>
                  </a:lnTo>
                  <a:lnTo>
                    <a:pt x="56388" y="309372"/>
                  </a:lnTo>
                  <a:lnTo>
                    <a:pt x="61026" y="301752"/>
                  </a:lnTo>
                  <a:lnTo>
                    <a:pt x="67437" y="291084"/>
                  </a:lnTo>
                  <a:lnTo>
                    <a:pt x="75676" y="276796"/>
                  </a:lnTo>
                  <a:lnTo>
                    <a:pt x="85344" y="259080"/>
                  </a:lnTo>
                  <a:lnTo>
                    <a:pt x="109728" y="259080"/>
                  </a:lnTo>
                  <a:lnTo>
                    <a:pt x="102893" y="270248"/>
                  </a:lnTo>
                  <a:lnTo>
                    <a:pt x="96202" y="280987"/>
                  </a:lnTo>
                  <a:lnTo>
                    <a:pt x="89796" y="291441"/>
                  </a:lnTo>
                  <a:lnTo>
                    <a:pt x="83820" y="301752"/>
                  </a:lnTo>
                  <a:lnTo>
                    <a:pt x="94940" y="304942"/>
                  </a:lnTo>
                  <a:lnTo>
                    <a:pt x="107632" y="307848"/>
                  </a:lnTo>
                  <a:lnTo>
                    <a:pt x="137160" y="313944"/>
                  </a:lnTo>
                  <a:lnTo>
                    <a:pt x="164611" y="313944"/>
                  </a:lnTo>
                  <a:lnTo>
                    <a:pt x="160020" y="320040"/>
                  </a:lnTo>
                  <a:lnTo>
                    <a:pt x="172593" y="323492"/>
                  </a:lnTo>
                  <a:lnTo>
                    <a:pt x="182880" y="327088"/>
                  </a:lnTo>
                  <a:lnTo>
                    <a:pt x="190881" y="330969"/>
                  </a:lnTo>
                  <a:lnTo>
                    <a:pt x="196612" y="335280"/>
                  </a:lnTo>
                  <a:lnTo>
                    <a:pt x="146304" y="335280"/>
                  </a:lnTo>
                  <a:lnTo>
                    <a:pt x="114038" y="357497"/>
                  </a:lnTo>
                  <a:lnTo>
                    <a:pt x="79057" y="375856"/>
                  </a:lnTo>
                  <a:lnTo>
                    <a:pt x="41505" y="389929"/>
                  </a:lnTo>
                  <a:lnTo>
                    <a:pt x="1524" y="399288"/>
                  </a:lnTo>
                  <a:close/>
                </a:path>
                <a:path w="405765" h="410209">
                  <a:moveTo>
                    <a:pt x="164611" y="313944"/>
                  </a:moveTo>
                  <a:lnTo>
                    <a:pt x="137160" y="313944"/>
                  </a:lnTo>
                  <a:lnTo>
                    <a:pt x="145137" y="304514"/>
                  </a:lnTo>
                  <a:lnTo>
                    <a:pt x="152971" y="292227"/>
                  </a:lnTo>
                  <a:lnTo>
                    <a:pt x="160520" y="277082"/>
                  </a:lnTo>
                  <a:lnTo>
                    <a:pt x="167640" y="259080"/>
                  </a:lnTo>
                  <a:lnTo>
                    <a:pt x="200558" y="259080"/>
                  </a:lnTo>
                  <a:lnTo>
                    <a:pt x="190500" y="263652"/>
                  </a:lnTo>
                  <a:lnTo>
                    <a:pt x="182522" y="282535"/>
                  </a:lnTo>
                  <a:lnTo>
                    <a:pt x="174688" y="298132"/>
                  </a:lnTo>
                  <a:lnTo>
                    <a:pt x="167139" y="310586"/>
                  </a:lnTo>
                  <a:lnTo>
                    <a:pt x="164611" y="313944"/>
                  </a:lnTo>
                  <a:close/>
                </a:path>
                <a:path w="405765" h="410209">
                  <a:moveTo>
                    <a:pt x="368808" y="399288"/>
                  </a:moveTo>
                  <a:lnTo>
                    <a:pt x="347067" y="383619"/>
                  </a:lnTo>
                  <a:lnTo>
                    <a:pt x="327469" y="366522"/>
                  </a:lnTo>
                  <a:lnTo>
                    <a:pt x="309872" y="348281"/>
                  </a:lnTo>
                  <a:lnTo>
                    <a:pt x="294132" y="329184"/>
                  </a:lnTo>
                  <a:lnTo>
                    <a:pt x="326489" y="329184"/>
                  </a:lnTo>
                  <a:lnTo>
                    <a:pt x="329922" y="332851"/>
                  </a:lnTo>
                  <a:lnTo>
                    <a:pt x="352615" y="350520"/>
                  </a:lnTo>
                  <a:lnTo>
                    <a:pt x="377309" y="363616"/>
                  </a:lnTo>
                  <a:lnTo>
                    <a:pt x="403860" y="371856"/>
                  </a:lnTo>
                  <a:lnTo>
                    <a:pt x="403860" y="379476"/>
                  </a:lnTo>
                  <a:lnTo>
                    <a:pt x="388739" y="382571"/>
                  </a:lnTo>
                  <a:lnTo>
                    <a:pt x="377761" y="387096"/>
                  </a:lnTo>
                  <a:lnTo>
                    <a:pt x="371070" y="392763"/>
                  </a:lnTo>
                  <a:lnTo>
                    <a:pt x="368808" y="399288"/>
                  </a:lnTo>
                  <a:close/>
                </a:path>
                <a:path w="405765" h="410209">
                  <a:moveTo>
                    <a:pt x="204216" y="367284"/>
                  </a:moveTo>
                  <a:lnTo>
                    <a:pt x="198120" y="367284"/>
                  </a:lnTo>
                  <a:lnTo>
                    <a:pt x="193548" y="364236"/>
                  </a:lnTo>
                  <a:lnTo>
                    <a:pt x="188976" y="359664"/>
                  </a:lnTo>
                  <a:lnTo>
                    <a:pt x="179308" y="353067"/>
                  </a:lnTo>
                  <a:lnTo>
                    <a:pt x="168783" y="346900"/>
                  </a:lnTo>
                  <a:lnTo>
                    <a:pt x="157686" y="341018"/>
                  </a:lnTo>
                  <a:lnTo>
                    <a:pt x="146304" y="335280"/>
                  </a:lnTo>
                  <a:lnTo>
                    <a:pt x="196612" y="335280"/>
                  </a:lnTo>
                  <a:lnTo>
                    <a:pt x="202692" y="339852"/>
                  </a:lnTo>
                  <a:lnTo>
                    <a:pt x="207264" y="345948"/>
                  </a:lnTo>
                  <a:lnTo>
                    <a:pt x="207264" y="362712"/>
                  </a:lnTo>
                  <a:lnTo>
                    <a:pt x="204216" y="367284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30" name="object 130"/>
            <p:cNvPicPr/>
            <p:nvPr/>
          </p:nvPicPr>
          <p:blipFill>
            <a:blip r:embed="rId18" cstate="print"/>
            <a:stretch>
              <a:fillRect/>
            </a:stretch>
          </p:blipFill>
          <p:spPr>
            <a:xfrm>
              <a:off x="6231635" y="6470904"/>
              <a:ext cx="96012" cy="67056"/>
            </a:xfrm>
            <a:prstGeom prst="rect">
              <a:avLst/>
            </a:prstGeom>
          </p:spPr>
        </p:pic>
        <p:pic>
          <p:nvPicPr>
            <p:cNvPr id="131" name="object 131"/>
            <p:cNvPicPr/>
            <p:nvPr/>
          </p:nvPicPr>
          <p:blipFill>
            <a:blip r:embed="rId19" cstate="print"/>
            <a:stretch>
              <a:fillRect/>
            </a:stretch>
          </p:blipFill>
          <p:spPr>
            <a:xfrm>
              <a:off x="6179820" y="6236207"/>
              <a:ext cx="65532" cy="85344"/>
            </a:xfrm>
            <a:prstGeom prst="rect">
              <a:avLst/>
            </a:prstGeom>
          </p:spPr>
        </p:pic>
        <p:pic>
          <p:nvPicPr>
            <p:cNvPr id="132" name="object 132"/>
            <p:cNvPicPr/>
            <p:nvPr/>
          </p:nvPicPr>
          <p:blipFill>
            <a:blip r:embed="rId20" cstate="print"/>
            <a:stretch>
              <a:fillRect/>
            </a:stretch>
          </p:blipFill>
          <p:spPr>
            <a:xfrm>
              <a:off x="6297168" y="6230111"/>
              <a:ext cx="82296" cy="92964"/>
            </a:xfrm>
            <a:prstGeom prst="rect">
              <a:avLst/>
            </a:prstGeom>
          </p:spPr>
        </p:pic>
        <p:sp>
          <p:nvSpPr>
            <p:cNvPr id="133" name="object 133"/>
            <p:cNvSpPr/>
            <p:nvPr/>
          </p:nvSpPr>
          <p:spPr>
            <a:xfrm>
              <a:off x="6153911" y="6217919"/>
              <a:ext cx="226060" cy="399415"/>
            </a:xfrm>
            <a:custGeom>
              <a:avLst/>
              <a:gdLst/>
              <a:ahLst/>
              <a:cxnLst/>
              <a:rect l="l" t="t" r="r" b="b"/>
              <a:pathLst>
                <a:path w="226060" h="399415">
                  <a:moveTo>
                    <a:pt x="109727" y="0"/>
                  </a:moveTo>
                  <a:lnTo>
                    <a:pt x="147827" y="16764"/>
                  </a:lnTo>
                  <a:lnTo>
                    <a:pt x="134111" y="28956"/>
                  </a:lnTo>
                  <a:lnTo>
                    <a:pt x="134111" y="109728"/>
                  </a:lnTo>
                  <a:lnTo>
                    <a:pt x="176783" y="109728"/>
                  </a:lnTo>
                  <a:lnTo>
                    <a:pt x="196595" y="89916"/>
                  </a:lnTo>
                  <a:lnTo>
                    <a:pt x="225551" y="120396"/>
                  </a:lnTo>
                  <a:lnTo>
                    <a:pt x="134111" y="120396"/>
                  </a:lnTo>
                  <a:lnTo>
                    <a:pt x="134111" y="135636"/>
                  </a:lnTo>
                  <a:lnTo>
                    <a:pt x="151804" y="139969"/>
                  </a:lnTo>
                  <a:lnTo>
                    <a:pt x="165925" y="144018"/>
                  </a:lnTo>
                  <a:lnTo>
                    <a:pt x="176331" y="148066"/>
                  </a:lnTo>
                  <a:lnTo>
                    <a:pt x="182879" y="152400"/>
                  </a:lnTo>
                  <a:lnTo>
                    <a:pt x="188975" y="156972"/>
                  </a:lnTo>
                  <a:lnTo>
                    <a:pt x="192023" y="164592"/>
                  </a:lnTo>
                  <a:lnTo>
                    <a:pt x="192023" y="172211"/>
                  </a:lnTo>
                  <a:lnTo>
                    <a:pt x="192023" y="175260"/>
                  </a:lnTo>
                  <a:lnTo>
                    <a:pt x="192023" y="179831"/>
                  </a:lnTo>
                  <a:lnTo>
                    <a:pt x="190499" y="184404"/>
                  </a:lnTo>
                  <a:lnTo>
                    <a:pt x="190499" y="190500"/>
                  </a:lnTo>
                  <a:lnTo>
                    <a:pt x="187451" y="193548"/>
                  </a:lnTo>
                  <a:lnTo>
                    <a:pt x="185927" y="193548"/>
                  </a:lnTo>
                  <a:lnTo>
                    <a:pt x="182879" y="193548"/>
                  </a:lnTo>
                  <a:lnTo>
                    <a:pt x="179831" y="188976"/>
                  </a:lnTo>
                  <a:lnTo>
                    <a:pt x="173735" y="181356"/>
                  </a:lnTo>
                  <a:lnTo>
                    <a:pt x="166044" y="171354"/>
                  </a:lnTo>
                  <a:lnTo>
                    <a:pt x="156781" y="161925"/>
                  </a:lnTo>
                  <a:lnTo>
                    <a:pt x="146089" y="153066"/>
                  </a:lnTo>
                  <a:lnTo>
                    <a:pt x="134111" y="144779"/>
                  </a:lnTo>
                  <a:lnTo>
                    <a:pt x="134111" y="198119"/>
                  </a:lnTo>
                  <a:lnTo>
                    <a:pt x="112775" y="211836"/>
                  </a:lnTo>
                  <a:lnTo>
                    <a:pt x="137159" y="222504"/>
                  </a:lnTo>
                  <a:lnTo>
                    <a:pt x="132302" y="225051"/>
                  </a:lnTo>
                  <a:lnTo>
                    <a:pt x="126872" y="230314"/>
                  </a:lnTo>
                  <a:lnTo>
                    <a:pt x="120872" y="238148"/>
                  </a:lnTo>
                  <a:lnTo>
                    <a:pt x="114299" y="248411"/>
                  </a:lnTo>
                  <a:lnTo>
                    <a:pt x="167639" y="248411"/>
                  </a:lnTo>
                  <a:lnTo>
                    <a:pt x="179831" y="233172"/>
                  </a:lnTo>
                  <a:lnTo>
                    <a:pt x="207263" y="256031"/>
                  </a:lnTo>
                  <a:lnTo>
                    <a:pt x="190499" y="263652"/>
                  </a:lnTo>
                  <a:lnTo>
                    <a:pt x="182522" y="282535"/>
                  </a:lnTo>
                  <a:lnTo>
                    <a:pt x="174688" y="298132"/>
                  </a:lnTo>
                  <a:lnTo>
                    <a:pt x="167139" y="310586"/>
                  </a:lnTo>
                  <a:lnTo>
                    <a:pt x="160019" y="320039"/>
                  </a:lnTo>
                  <a:lnTo>
                    <a:pt x="172592" y="323492"/>
                  </a:lnTo>
                  <a:lnTo>
                    <a:pt x="182879" y="327088"/>
                  </a:lnTo>
                  <a:lnTo>
                    <a:pt x="190880" y="330969"/>
                  </a:lnTo>
                  <a:lnTo>
                    <a:pt x="196595" y="335280"/>
                  </a:lnTo>
                  <a:lnTo>
                    <a:pt x="202691" y="339852"/>
                  </a:lnTo>
                  <a:lnTo>
                    <a:pt x="207263" y="345948"/>
                  </a:lnTo>
                  <a:lnTo>
                    <a:pt x="207263" y="355091"/>
                  </a:lnTo>
                  <a:lnTo>
                    <a:pt x="207263" y="362712"/>
                  </a:lnTo>
                  <a:lnTo>
                    <a:pt x="204215" y="367284"/>
                  </a:lnTo>
                  <a:lnTo>
                    <a:pt x="201167" y="367284"/>
                  </a:lnTo>
                  <a:lnTo>
                    <a:pt x="198119" y="367284"/>
                  </a:lnTo>
                  <a:lnTo>
                    <a:pt x="193547" y="364236"/>
                  </a:lnTo>
                  <a:lnTo>
                    <a:pt x="188975" y="359663"/>
                  </a:lnTo>
                  <a:lnTo>
                    <a:pt x="179308" y="353067"/>
                  </a:lnTo>
                  <a:lnTo>
                    <a:pt x="168782" y="346900"/>
                  </a:lnTo>
                  <a:lnTo>
                    <a:pt x="157686" y="341018"/>
                  </a:lnTo>
                  <a:lnTo>
                    <a:pt x="146303" y="335280"/>
                  </a:lnTo>
                  <a:lnTo>
                    <a:pt x="114038" y="357497"/>
                  </a:lnTo>
                  <a:lnTo>
                    <a:pt x="79057" y="375856"/>
                  </a:lnTo>
                  <a:lnTo>
                    <a:pt x="41505" y="389929"/>
                  </a:lnTo>
                  <a:lnTo>
                    <a:pt x="1523" y="399287"/>
                  </a:lnTo>
                  <a:lnTo>
                    <a:pt x="0" y="394715"/>
                  </a:lnTo>
                  <a:lnTo>
                    <a:pt x="37742" y="380999"/>
                  </a:lnTo>
                  <a:lnTo>
                    <a:pt x="71056" y="364997"/>
                  </a:lnTo>
                  <a:lnTo>
                    <a:pt x="100083" y="346710"/>
                  </a:lnTo>
                  <a:lnTo>
                    <a:pt x="124967" y="326136"/>
                  </a:lnTo>
                  <a:lnTo>
                    <a:pt x="107822" y="320730"/>
                  </a:lnTo>
                  <a:lnTo>
                    <a:pt x="90677" y="316039"/>
                  </a:lnTo>
                  <a:lnTo>
                    <a:pt x="73532" y="312205"/>
                  </a:lnTo>
                  <a:lnTo>
                    <a:pt x="56387" y="309372"/>
                  </a:lnTo>
                  <a:lnTo>
                    <a:pt x="60912" y="301942"/>
                  </a:lnTo>
                  <a:lnTo>
                    <a:pt x="67436" y="291084"/>
                  </a:lnTo>
                  <a:lnTo>
                    <a:pt x="75676" y="276796"/>
                  </a:lnTo>
                  <a:lnTo>
                    <a:pt x="85343" y="259080"/>
                  </a:lnTo>
                  <a:lnTo>
                    <a:pt x="62483" y="259080"/>
                  </a:lnTo>
                  <a:lnTo>
                    <a:pt x="51315" y="259365"/>
                  </a:lnTo>
                  <a:lnTo>
                    <a:pt x="40576" y="260223"/>
                  </a:lnTo>
                  <a:lnTo>
                    <a:pt x="30122" y="261651"/>
                  </a:lnTo>
                  <a:lnTo>
                    <a:pt x="19811" y="263652"/>
                  </a:lnTo>
                  <a:lnTo>
                    <a:pt x="4571" y="248411"/>
                  </a:lnTo>
                  <a:lnTo>
                    <a:pt x="88391" y="248411"/>
                  </a:lnTo>
                  <a:lnTo>
                    <a:pt x="91820" y="239625"/>
                  </a:lnTo>
                  <a:lnTo>
                    <a:pt x="95249" y="229552"/>
                  </a:lnTo>
                  <a:lnTo>
                    <a:pt x="98678" y="218622"/>
                  </a:lnTo>
                  <a:lnTo>
                    <a:pt x="102107" y="207264"/>
                  </a:lnTo>
                  <a:lnTo>
                    <a:pt x="111251" y="210311"/>
                  </a:lnTo>
                  <a:lnTo>
                    <a:pt x="111251" y="138684"/>
                  </a:lnTo>
                  <a:lnTo>
                    <a:pt x="86629" y="164425"/>
                  </a:lnTo>
                  <a:lnTo>
                    <a:pt x="60578" y="186880"/>
                  </a:lnTo>
                  <a:lnTo>
                    <a:pt x="32813" y="206192"/>
                  </a:lnTo>
                  <a:lnTo>
                    <a:pt x="3047" y="222504"/>
                  </a:lnTo>
                  <a:lnTo>
                    <a:pt x="0" y="217931"/>
                  </a:lnTo>
                  <a:lnTo>
                    <a:pt x="30027" y="194548"/>
                  </a:lnTo>
                  <a:lnTo>
                    <a:pt x="56197" y="170306"/>
                  </a:lnTo>
                  <a:lnTo>
                    <a:pt x="78652" y="145494"/>
                  </a:lnTo>
                  <a:lnTo>
                    <a:pt x="97535" y="120396"/>
                  </a:lnTo>
                  <a:lnTo>
                    <a:pt x="65531" y="120396"/>
                  </a:lnTo>
                  <a:lnTo>
                    <a:pt x="54387" y="120681"/>
                  </a:lnTo>
                  <a:lnTo>
                    <a:pt x="43814" y="121539"/>
                  </a:lnTo>
                  <a:lnTo>
                    <a:pt x="33813" y="122967"/>
                  </a:lnTo>
                  <a:lnTo>
                    <a:pt x="24383" y="124968"/>
                  </a:lnTo>
                  <a:lnTo>
                    <a:pt x="7619" y="109728"/>
                  </a:lnTo>
                  <a:lnTo>
                    <a:pt x="111251" y="109728"/>
                  </a:lnTo>
                  <a:lnTo>
                    <a:pt x="111013" y="78866"/>
                  </a:lnTo>
                  <a:lnTo>
                    <a:pt x="110489" y="50291"/>
                  </a:lnTo>
                  <a:lnTo>
                    <a:pt x="109966" y="24002"/>
                  </a:lnTo>
                  <a:lnTo>
                    <a:pt x="109727" y="0"/>
                  </a:lnTo>
                  <a:close/>
                </a:path>
              </a:pathLst>
            </a:custGeom>
            <a:ln w="1219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34" name="object 134"/>
            <p:cNvPicPr/>
            <p:nvPr/>
          </p:nvPicPr>
          <p:blipFill>
            <a:blip r:embed="rId21" cstate="print"/>
            <a:stretch>
              <a:fillRect/>
            </a:stretch>
          </p:blipFill>
          <p:spPr>
            <a:xfrm>
              <a:off x="6399275" y="6332220"/>
              <a:ext cx="88392" cy="179832"/>
            </a:xfrm>
            <a:prstGeom prst="rect">
              <a:avLst/>
            </a:prstGeom>
          </p:spPr>
        </p:pic>
        <p:sp>
          <p:nvSpPr>
            <p:cNvPr id="135" name="object 135"/>
            <p:cNvSpPr/>
            <p:nvPr/>
          </p:nvSpPr>
          <p:spPr>
            <a:xfrm>
              <a:off x="6306312" y="6217919"/>
              <a:ext cx="253365" cy="410209"/>
            </a:xfrm>
            <a:custGeom>
              <a:avLst/>
              <a:gdLst/>
              <a:ahLst/>
              <a:cxnLst/>
              <a:rect l="l" t="t" r="r" b="b"/>
              <a:pathLst>
                <a:path w="253365" h="410209">
                  <a:moveTo>
                    <a:pt x="108203" y="0"/>
                  </a:moveTo>
                  <a:lnTo>
                    <a:pt x="147827" y="22859"/>
                  </a:lnTo>
                  <a:lnTo>
                    <a:pt x="141493" y="25955"/>
                  </a:lnTo>
                  <a:lnTo>
                    <a:pt x="136016" y="30480"/>
                  </a:lnTo>
                  <a:lnTo>
                    <a:pt x="131111" y="36147"/>
                  </a:lnTo>
                  <a:lnTo>
                    <a:pt x="126491" y="42672"/>
                  </a:lnTo>
                  <a:lnTo>
                    <a:pt x="122443" y="52935"/>
                  </a:lnTo>
                  <a:lnTo>
                    <a:pt x="116966" y="67627"/>
                  </a:lnTo>
                  <a:lnTo>
                    <a:pt x="109775" y="86606"/>
                  </a:lnTo>
                  <a:lnTo>
                    <a:pt x="100583" y="109728"/>
                  </a:lnTo>
                  <a:lnTo>
                    <a:pt x="199643" y="109728"/>
                  </a:lnTo>
                  <a:lnTo>
                    <a:pt x="220979" y="88391"/>
                  </a:lnTo>
                  <a:lnTo>
                    <a:pt x="252983" y="120396"/>
                  </a:lnTo>
                  <a:lnTo>
                    <a:pt x="202691" y="120396"/>
                  </a:lnTo>
                  <a:lnTo>
                    <a:pt x="195548" y="180379"/>
                  </a:lnTo>
                  <a:lnTo>
                    <a:pt x="185546" y="232219"/>
                  </a:lnTo>
                  <a:lnTo>
                    <a:pt x="172688" y="275772"/>
                  </a:lnTo>
                  <a:lnTo>
                    <a:pt x="156971" y="310895"/>
                  </a:lnTo>
                  <a:lnTo>
                    <a:pt x="177522" y="332851"/>
                  </a:lnTo>
                  <a:lnTo>
                    <a:pt x="200215" y="350520"/>
                  </a:lnTo>
                  <a:lnTo>
                    <a:pt x="224909" y="363616"/>
                  </a:lnTo>
                  <a:lnTo>
                    <a:pt x="251459" y="371856"/>
                  </a:lnTo>
                  <a:lnTo>
                    <a:pt x="251459" y="379476"/>
                  </a:lnTo>
                  <a:lnTo>
                    <a:pt x="236339" y="382571"/>
                  </a:lnTo>
                  <a:lnTo>
                    <a:pt x="225361" y="387095"/>
                  </a:lnTo>
                  <a:lnTo>
                    <a:pt x="218670" y="392763"/>
                  </a:lnTo>
                  <a:lnTo>
                    <a:pt x="216407" y="399287"/>
                  </a:lnTo>
                  <a:lnTo>
                    <a:pt x="194667" y="383619"/>
                  </a:lnTo>
                  <a:lnTo>
                    <a:pt x="175069" y="366521"/>
                  </a:lnTo>
                  <a:lnTo>
                    <a:pt x="157472" y="348281"/>
                  </a:lnTo>
                  <a:lnTo>
                    <a:pt x="141731" y="329184"/>
                  </a:lnTo>
                  <a:lnTo>
                    <a:pt x="111490" y="354877"/>
                  </a:lnTo>
                  <a:lnTo>
                    <a:pt x="78104" y="376999"/>
                  </a:lnTo>
                  <a:lnTo>
                    <a:pt x="41862" y="395406"/>
                  </a:lnTo>
                  <a:lnTo>
                    <a:pt x="3047" y="409956"/>
                  </a:lnTo>
                  <a:lnTo>
                    <a:pt x="0" y="405384"/>
                  </a:lnTo>
                  <a:lnTo>
                    <a:pt x="37980" y="385667"/>
                  </a:lnTo>
                  <a:lnTo>
                    <a:pt x="71818" y="363092"/>
                  </a:lnTo>
                  <a:lnTo>
                    <a:pt x="101369" y="337661"/>
                  </a:lnTo>
                  <a:lnTo>
                    <a:pt x="126491" y="309372"/>
                  </a:lnTo>
                  <a:lnTo>
                    <a:pt x="112252" y="267342"/>
                  </a:lnTo>
                  <a:lnTo>
                    <a:pt x="101726" y="223456"/>
                  </a:lnTo>
                  <a:lnTo>
                    <a:pt x="95202" y="177569"/>
                  </a:lnTo>
                  <a:lnTo>
                    <a:pt x="92963" y="129539"/>
                  </a:lnTo>
                  <a:lnTo>
                    <a:pt x="82962" y="152090"/>
                  </a:lnTo>
                  <a:lnTo>
                    <a:pt x="71246" y="173926"/>
                  </a:lnTo>
                  <a:lnTo>
                    <a:pt x="57816" y="194905"/>
                  </a:lnTo>
                  <a:lnTo>
                    <a:pt x="42671" y="214883"/>
                  </a:lnTo>
                  <a:lnTo>
                    <a:pt x="36575" y="211836"/>
                  </a:lnTo>
                  <a:lnTo>
                    <a:pt x="56554" y="172735"/>
                  </a:lnTo>
                  <a:lnTo>
                    <a:pt x="75247" y="124206"/>
                  </a:lnTo>
                  <a:lnTo>
                    <a:pt x="92511" y="66532"/>
                  </a:lnTo>
                  <a:lnTo>
                    <a:pt x="108203" y="0"/>
                  </a:lnTo>
                  <a:close/>
                </a:path>
              </a:pathLst>
            </a:custGeom>
            <a:ln w="1219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36" name="object 136"/>
          <p:cNvGrpSpPr/>
          <p:nvPr/>
        </p:nvGrpSpPr>
        <p:grpSpPr>
          <a:xfrm>
            <a:off x="6678168" y="6233160"/>
            <a:ext cx="269875" cy="394970"/>
            <a:chOff x="6678168" y="6233160"/>
            <a:chExt cx="269875" cy="394970"/>
          </a:xfrm>
        </p:grpSpPr>
        <p:sp>
          <p:nvSpPr>
            <p:cNvPr id="137" name="object 137"/>
            <p:cNvSpPr/>
            <p:nvPr/>
          </p:nvSpPr>
          <p:spPr>
            <a:xfrm>
              <a:off x="6684264" y="6239255"/>
              <a:ext cx="257810" cy="382905"/>
            </a:xfrm>
            <a:custGeom>
              <a:avLst/>
              <a:gdLst/>
              <a:ahLst/>
              <a:cxnLst/>
              <a:rect l="l" t="t" r="r" b="b"/>
              <a:pathLst>
                <a:path w="257809" h="382904">
                  <a:moveTo>
                    <a:pt x="0" y="382524"/>
                  </a:moveTo>
                  <a:lnTo>
                    <a:pt x="238" y="347067"/>
                  </a:lnTo>
                  <a:lnTo>
                    <a:pt x="762" y="304609"/>
                  </a:lnTo>
                  <a:lnTo>
                    <a:pt x="1285" y="255008"/>
                  </a:lnTo>
                  <a:lnTo>
                    <a:pt x="1409" y="225552"/>
                  </a:lnTo>
                  <a:lnTo>
                    <a:pt x="1426" y="117348"/>
                  </a:lnTo>
                  <a:lnTo>
                    <a:pt x="1333" y="88201"/>
                  </a:lnTo>
                  <a:lnTo>
                    <a:pt x="881" y="41457"/>
                  </a:lnTo>
                  <a:lnTo>
                    <a:pt x="0" y="0"/>
                  </a:lnTo>
                  <a:lnTo>
                    <a:pt x="27432" y="18288"/>
                  </a:lnTo>
                  <a:lnTo>
                    <a:pt x="249174" y="18288"/>
                  </a:lnTo>
                  <a:lnTo>
                    <a:pt x="257556" y="24383"/>
                  </a:lnTo>
                  <a:lnTo>
                    <a:pt x="250697" y="28956"/>
                  </a:lnTo>
                  <a:lnTo>
                    <a:pt x="27432" y="28956"/>
                  </a:lnTo>
                  <a:lnTo>
                    <a:pt x="27432" y="117348"/>
                  </a:lnTo>
                  <a:lnTo>
                    <a:pt x="239268" y="117348"/>
                  </a:lnTo>
                  <a:lnTo>
                    <a:pt x="239268" y="128016"/>
                  </a:lnTo>
                  <a:lnTo>
                    <a:pt x="27432" y="128016"/>
                  </a:lnTo>
                  <a:lnTo>
                    <a:pt x="27432" y="214884"/>
                  </a:lnTo>
                  <a:lnTo>
                    <a:pt x="239268" y="214884"/>
                  </a:lnTo>
                  <a:lnTo>
                    <a:pt x="239268" y="225552"/>
                  </a:lnTo>
                  <a:lnTo>
                    <a:pt x="27432" y="225552"/>
                  </a:lnTo>
                  <a:lnTo>
                    <a:pt x="27432" y="321564"/>
                  </a:lnTo>
                  <a:lnTo>
                    <a:pt x="239626" y="321564"/>
                  </a:lnTo>
                  <a:lnTo>
                    <a:pt x="239902" y="332232"/>
                  </a:lnTo>
                  <a:lnTo>
                    <a:pt x="27432" y="332232"/>
                  </a:lnTo>
                  <a:lnTo>
                    <a:pt x="27432" y="365760"/>
                  </a:lnTo>
                  <a:lnTo>
                    <a:pt x="0" y="382524"/>
                  </a:lnTo>
                  <a:close/>
                </a:path>
                <a:path w="257809" h="382904">
                  <a:moveTo>
                    <a:pt x="249174" y="18288"/>
                  </a:moveTo>
                  <a:lnTo>
                    <a:pt x="210312" y="18288"/>
                  </a:lnTo>
                  <a:lnTo>
                    <a:pt x="224027" y="0"/>
                  </a:lnTo>
                  <a:lnTo>
                    <a:pt x="249174" y="18288"/>
                  </a:lnTo>
                  <a:close/>
                </a:path>
                <a:path w="257809" h="382904">
                  <a:moveTo>
                    <a:pt x="239268" y="117348"/>
                  </a:moveTo>
                  <a:lnTo>
                    <a:pt x="213360" y="117348"/>
                  </a:lnTo>
                  <a:lnTo>
                    <a:pt x="213360" y="28956"/>
                  </a:lnTo>
                  <a:lnTo>
                    <a:pt x="250697" y="28956"/>
                  </a:lnTo>
                  <a:lnTo>
                    <a:pt x="239268" y="36576"/>
                  </a:lnTo>
                  <a:lnTo>
                    <a:pt x="239268" y="117348"/>
                  </a:lnTo>
                  <a:close/>
                </a:path>
                <a:path w="257809" h="382904">
                  <a:moveTo>
                    <a:pt x="239268" y="214884"/>
                  </a:moveTo>
                  <a:lnTo>
                    <a:pt x="213360" y="214884"/>
                  </a:lnTo>
                  <a:lnTo>
                    <a:pt x="213360" y="128016"/>
                  </a:lnTo>
                  <a:lnTo>
                    <a:pt x="239268" y="128016"/>
                  </a:lnTo>
                  <a:lnTo>
                    <a:pt x="239268" y="214884"/>
                  </a:lnTo>
                  <a:close/>
                </a:path>
                <a:path w="257809" h="382904">
                  <a:moveTo>
                    <a:pt x="239626" y="321564"/>
                  </a:moveTo>
                  <a:lnTo>
                    <a:pt x="213360" y="321564"/>
                  </a:lnTo>
                  <a:lnTo>
                    <a:pt x="213360" y="225552"/>
                  </a:lnTo>
                  <a:lnTo>
                    <a:pt x="239268" y="225552"/>
                  </a:lnTo>
                  <a:lnTo>
                    <a:pt x="239385" y="304609"/>
                  </a:lnTo>
                  <a:lnTo>
                    <a:pt x="239506" y="316896"/>
                  </a:lnTo>
                  <a:lnTo>
                    <a:pt x="239626" y="321564"/>
                  </a:lnTo>
                  <a:close/>
                </a:path>
                <a:path w="257809" h="382904">
                  <a:moveTo>
                    <a:pt x="213360" y="379476"/>
                  </a:moveTo>
                  <a:lnTo>
                    <a:pt x="213360" y="332232"/>
                  </a:lnTo>
                  <a:lnTo>
                    <a:pt x="239902" y="332232"/>
                  </a:lnTo>
                  <a:lnTo>
                    <a:pt x="240030" y="337185"/>
                  </a:lnTo>
                  <a:lnTo>
                    <a:pt x="240553" y="353472"/>
                  </a:lnTo>
                  <a:lnTo>
                    <a:pt x="240792" y="365760"/>
                  </a:lnTo>
                  <a:lnTo>
                    <a:pt x="213360" y="379476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8" name="object 138"/>
            <p:cNvSpPr/>
            <p:nvPr/>
          </p:nvSpPr>
          <p:spPr>
            <a:xfrm>
              <a:off x="6711696" y="6464807"/>
              <a:ext cx="186055" cy="96520"/>
            </a:xfrm>
            <a:custGeom>
              <a:avLst/>
              <a:gdLst/>
              <a:ahLst/>
              <a:cxnLst/>
              <a:rect l="l" t="t" r="r" b="b"/>
              <a:pathLst>
                <a:path w="186054" h="96520">
                  <a:moveTo>
                    <a:pt x="0" y="0"/>
                  </a:moveTo>
                  <a:lnTo>
                    <a:pt x="0" y="96012"/>
                  </a:lnTo>
                  <a:lnTo>
                    <a:pt x="185927" y="96012"/>
                  </a:lnTo>
                  <a:lnTo>
                    <a:pt x="185927" y="0"/>
                  </a:lnTo>
                  <a:lnTo>
                    <a:pt x="0" y="0"/>
                  </a:lnTo>
                  <a:close/>
                </a:path>
              </a:pathLst>
            </a:custGeom>
            <a:ln w="1219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9" name="object 139"/>
            <p:cNvSpPr/>
            <p:nvPr/>
          </p:nvSpPr>
          <p:spPr>
            <a:xfrm>
              <a:off x="6684264" y="6239256"/>
              <a:ext cx="257810" cy="382905"/>
            </a:xfrm>
            <a:custGeom>
              <a:avLst/>
              <a:gdLst/>
              <a:ahLst/>
              <a:cxnLst/>
              <a:rect l="l" t="t" r="r" b="b"/>
              <a:pathLst>
                <a:path w="257809" h="382904">
                  <a:moveTo>
                    <a:pt x="0" y="382524"/>
                  </a:moveTo>
                  <a:lnTo>
                    <a:pt x="238" y="347067"/>
                  </a:lnTo>
                  <a:lnTo>
                    <a:pt x="762" y="304609"/>
                  </a:lnTo>
                  <a:lnTo>
                    <a:pt x="1285" y="255008"/>
                  </a:lnTo>
                  <a:lnTo>
                    <a:pt x="1524" y="198119"/>
                  </a:lnTo>
                  <a:lnTo>
                    <a:pt x="1500" y="140374"/>
                  </a:lnTo>
                  <a:lnTo>
                    <a:pt x="1333" y="88201"/>
                  </a:lnTo>
                  <a:lnTo>
                    <a:pt x="881" y="41457"/>
                  </a:lnTo>
                  <a:lnTo>
                    <a:pt x="0" y="0"/>
                  </a:lnTo>
                  <a:lnTo>
                    <a:pt x="27432" y="18287"/>
                  </a:lnTo>
                  <a:lnTo>
                    <a:pt x="210311" y="18287"/>
                  </a:lnTo>
                  <a:lnTo>
                    <a:pt x="224028" y="0"/>
                  </a:lnTo>
                  <a:lnTo>
                    <a:pt x="257556" y="24384"/>
                  </a:lnTo>
                  <a:lnTo>
                    <a:pt x="239268" y="36576"/>
                  </a:lnTo>
                  <a:lnTo>
                    <a:pt x="239268" y="292608"/>
                  </a:lnTo>
                  <a:lnTo>
                    <a:pt x="239506" y="316896"/>
                  </a:lnTo>
                  <a:lnTo>
                    <a:pt x="240030" y="337185"/>
                  </a:lnTo>
                  <a:lnTo>
                    <a:pt x="240553" y="353472"/>
                  </a:lnTo>
                  <a:lnTo>
                    <a:pt x="240792" y="365760"/>
                  </a:lnTo>
                  <a:lnTo>
                    <a:pt x="213359" y="379476"/>
                  </a:lnTo>
                  <a:lnTo>
                    <a:pt x="213359" y="332232"/>
                  </a:lnTo>
                  <a:lnTo>
                    <a:pt x="27432" y="332232"/>
                  </a:lnTo>
                  <a:lnTo>
                    <a:pt x="27432" y="365760"/>
                  </a:lnTo>
                  <a:lnTo>
                    <a:pt x="0" y="382524"/>
                  </a:lnTo>
                  <a:close/>
                </a:path>
              </a:pathLst>
            </a:custGeom>
            <a:ln w="1219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0" name="object 140"/>
            <p:cNvSpPr/>
            <p:nvPr/>
          </p:nvSpPr>
          <p:spPr>
            <a:xfrm>
              <a:off x="6711696" y="6268212"/>
              <a:ext cx="186055" cy="186055"/>
            </a:xfrm>
            <a:custGeom>
              <a:avLst/>
              <a:gdLst/>
              <a:ahLst/>
              <a:cxnLst/>
              <a:rect l="l" t="t" r="r" b="b"/>
              <a:pathLst>
                <a:path w="186054" h="186054">
                  <a:moveTo>
                    <a:pt x="0" y="0"/>
                  </a:moveTo>
                  <a:lnTo>
                    <a:pt x="0" y="88391"/>
                  </a:lnTo>
                  <a:lnTo>
                    <a:pt x="185927" y="88391"/>
                  </a:lnTo>
                  <a:lnTo>
                    <a:pt x="185927" y="0"/>
                  </a:lnTo>
                  <a:lnTo>
                    <a:pt x="0" y="0"/>
                  </a:lnTo>
                  <a:close/>
                </a:path>
                <a:path w="186054" h="186054">
                  <a:moveTo>
                    <a:pt x="0" y="99059"/>
                  </a:moveTo>
                  <a:lnTo>
                    <a:pt x="0" y="185927"/>
                  </a:lnTo>
                  <a:lnTo>
                    <a:pt x="185927" y="185927"/>
                  </a:lnTo>
                  <a:lnTo>
                    <a:pt x="185927" y="99059"/>
                  </a:lnTo>
                  <a:lnTo>
                    <a:pt x="0" y="99059"/>
                  </a:lnTo>
                  <a:close/>
                </a:path>
              </a:pathLst>
            </a:custGeom>
            <a:ln w="1219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41" name="object 141"/>
          <p:cNvGrpSpPr/>
          <p:nvPr/>
        </p:nvGrpSpPr>
        <p:grpSpPr>
          <a:xfrm>
            <a:off x="7046976" y="6211823"/>
            <a:ext cx="862965" cy="422275"/>
            <a:chOff x="7046976" y="6211823"/>
            <a:chExt cx="862965" cy="422275"/>
          </a:xfrm>
        </p:grpSpPr>
        <p:sp>
          <p:nvSpPr>
            <p:cNvPr id="142" name="object 142"/>
            <p:cNvSpPr/>
            <p:nvPr/>
          </p:nvSpPr>
          <p:spPr>
            <a:xfrm>
              <a:off x="7053072" y="6219443"/>
              <a:ext cx="399415" cy="408940"/>
            </a:xfrm>
            <a:custGeom>
              <a:avLst/>
              <a:gdLst/>
              <a:ahLst/>
              <a:cxnLst/>
              <a:rect l="l" t="t" r="r" b="b"/>
              <a:pathLst>
                <a:path w="399415" h="408940">
                  <a:moveTo>
                    <a:pt x="333102" y="19812"/>
                  </a:moveTo>
                  <a:lnTo>
                    <a:pt x="292608" y="19812"/>
                  </a:lnTo>
                  <a:lnTo>
                    <a:pt x="304800" y="0"/>
                  </a:lnTo>
                  <a:lnTo>
                    <a:pt x="333102" y="19812"/>
                  </a:lnTo>
                  <a:close/>
                </a:path>
                <a:path w="399415" h="408940">
                  <a:moveTo>
                    <a:pt x="82296" y="149352"/>
                  </a:moveTo>
                  <a:lnTo>
                    <a:pt x="83415" y="132802"/>
                  </a:lnTo>
                  <a:lnTo>
                    <a:pt x="84391" y="115252"/>
                  </a:lnTo>
                  <a:lnTo>
                    <a:pt x="85082" y="96845"/>
                  </a:lnTo>
                  <a:lnTo>
                    <a:pt x="85344" y="77724"/>
                  </a:lnTo>
                  <a:lnTo>
                    <a:pt x="85082" y="58578"/>
                  </a:lnTo>
                  <a:lnTo>
                    <a:pt x="84391" y="40005"/>
                  </a:lnTo>
                  <a:lnTo>
                    <a:pt x="83372" y="21336"/>
                  </a:lnTo>
                  <a:lnTo>
                    <a:pt x="82296" y="4572"/>
                  </a:lnTo>
                  <a:lnTo>
                    <a:pt x="108204" y="19812"/>
                  </a:lnTo>
                  <a:lnTo>
                    <a:pt x="333102" y="19812"/>
                  </a:lnTo>
                  <a:lnTo>
                    <a:pt x="335280" y="21336"/>
                  </a:lnTo>
                  <a:lnTo>
                    <a:pt x="326707" y="28956"/>
                  </a:lnTo>
                  <a:lnTo>
                    <a:pt x="108204" y="28956"/>
                  </a:lnTo>
                  <a:lnTo>
                    <a:pt x="108204" y="68580"/>
                  </a:lnTo>
                  <a:lnTo>
                    <a:pt x="321585" y="68580"/>
                  </a:lnTo>
                  <a:lnTo>
                    <a:pt x="321622" y="77724"/>
                  </a:lnTo>
                  <a:lnTo>
                    <a:pt x="108204" y="77724"/>
                  </a:lnTo>
                  <a:lnTo>
                    <a:pt x="108204" y="115824"/>
                  </a:lnTo>
                  <a:lnTo>
                    <a:pt x="322065" y="115824"/>
                  </a:lnTo>
                  <a:lnTo>
                    <a:pt x="322206" y="122467"/>
                  </a:lnTo>
                  <a:lnTo>
                    <a:pt x="322476" y="126492"/>
                  </a:lnTo>
                  <a:lnTo>
                    <a:pt x="108204" y="126492"/>
                  </a:lnTo>
                  <a:lnTo>
                    <a:pt x="108204" y="140208"/>
                  </a:lnTo>
                  <a:lnTo>
                    <a:pt x="82296" y="149352"/>
                  </a:lnTo>
                  <a:close/>
                </a:path>
                <a:path w="399415" h="408940">
                  <a:moveTo>
                    <a:pt x="321585" y="68580"/>
                  </a:moveTo>
                  <a:lnTo>
                    <a:pt x="297180" y="68580"/>
                  </a:lnTo>
                  <a:lnTo>
                    <a:pt x="297180" y="28956"/>
                  </a:lnTo>
                  <a:lnTo>
                    <a:pt x="326707" y="28956"/>
                  </a:lnTo>
                  <a:lnTo>
                    <a:pt x="321564" y="33528"/>
                  </a:lnTo>
                  <a:lnTo>
                    <a:pt x="321585" y="68580"/>
                  </a:lnTo>
                  <a:close/>
                </a:path>
                <a:path w="399415" h="408940">
                  <a:moveTo>
                    <a:pt x="322065" y="115824"/>
                  </a:moveTo>
                  <a:lnTo>
                    <a:pt x="297180" y="115824"/>
                  </a:lnTo>
                  <a:lnTo>
                    <a:pt x="297180" y="77724"/>
                  </a:lnTo>
                  <a:lnTo>
                    <a:pt x="321622" y="77724"/>
                  </a:lnTo>
                  <a:lnTo>
                    <a:pt x="321754" y="101155"/>
                  </a:lnTo>
                  <a:lnTo>
                    <a:pt x="322065" y="115824"/>
                  </a:lnTo>
                  <a:close/>
                </a:path>
                <a:path w="399415" h="408940">
                  <a:moveTo>
                    <a:pt x="297180" y="147828"/>
                  </a:moveTo>
                  <a:lnTo>
                    <a:pt x="297180" y="126492"/>
                  </a:lnTo>
                  <a:lnTo>
                    <a:pt x="322476" y="126492"/>
                  </a:lnTo>
                  <a:lnTo>
                    <a:pt x="323088" y="135636"/>
                  </a:lnTo>
                  <a:lnTo>
                    <a:pt x="297180" y="147828"/>
                  </a:lnTo>
                  <a:close/>
                </a:path>
                <a:path w="399415" h="408940">
                  <a:moveTo>
                    <a:pt x="13716" y="176784"/>
                  </a:moveTo>
                  <a:lnTo>
                    <a:pt x="0" y="163068"/>
                  </a:lnTo>
                  <a:lnTo>
                    <a:pt x="332232" y="163068"/>
                  </a:lnTo>
                  <a:lnTo>
                    <a:pt x="359664" y="135636"/>
                  </a:lnTo>
                  <a:lnTo>
                    <a:pt x="397764" y="173736"/>
                  </a:lnTo>
                  <a:lnTo>
                    <a:pt x="36576" y="173736"/>
                  </a:lnTo>
                  <a:lnTo>
                    <a:pt x="13716" y="176784"/>
                  </a:lnTo>
                  <a:close/>
                </a:path>
                <a:path w="399415" h="408940">
                  <a:moveTo>
                    <a:pt x="24384" y="373380"/>
                  </a:moveTo>
                  <a:lnTo>
                    <a:pt x="3048" y="341376"/>
                  </a:lnTo>
                  <a:lnTo>
                    <a:pt x="15954" y="339090"/>
                  </a:lnTo>
                  <a:lnTo>
                    <a:pt x="29718" y="336804"/>
                  </a:lnTo>
                  <a:lnTo>
                    <a:pt x="44624" y="334518"/>
                  </a:lnTo>
                  <a:lnTo>
                    <a:pt x="60960" y="332232"/>
                  </a:lnTo>
                  <a:lnTo>
                    <a:pt x="60960" y="173736"/>
                  </a:lnTo>
                  <a:lnTo>
                    <a:pt x="85344" y="173736"/>
                  </a:lnTo>
                  <a:lnTo>
                    <a:pt x="85344" y="210312"/>
                  </a:lnTo>
                  <a:lnTo>
                    <a:pt x="188976" y="210312"/>
                  </a:lnTo>
                  <a:lnTo>
                    <a:pt x="188976" y="220980"/>
                  </a:lnTo>
                  <a:lnTo>
                    <a:pt x="85344" y="220980"/>
                  </a:lnTo>
                  <a:lnTo>
                    <a:pt x="85344" y="260604"/>
                  </a:lnTo>
                  <a:lnTo>
                    <a:pt x="188976" y="260604"/>
                  </a:lnTo>
                  <a:lnTo>
                    <a:pt x="188976" y="271272"/>
                  </a:lnTo>
                  <a:lnTo>
                    <a:pt x="85344" y="271272"/>
                  </a:lnTo>
                  <a:lnTo>
                    <a:pt x="85344" y="327660"/>
                  </a:lnTo>
                  <a:lnTo>
                    <a:pt x="166116" y="327660"/>
                  </a:lnTo>
                  <a:lnTo>
                    <a:pt x="122705" y="338232"/>
                  </a:lnTo>
                  <a:lnTo>
                    <a:pt x="88582" y="347091"/>
                  </a:lnTo>
                  <a:lnTo>
                    <a:pt x="63888" y="354234"/>
                  </a:lnTo>
                  <a:lnTo>
                    <a:pt x="48768" y="359664"/>
                  </a:lnTo>
                  <a:lnTo>
                    <a:pt x="38742" y="363093"/>
                  </a:lnTo>
                  <a:lnTo>
                    <a:pt x="31432" y="366522"/>
                  </a:lnTo>
                  <a:lnTo>
                    <a:pt x="26693" y="369951"/>
                  </a:lnTo>
                  <a:lnTo>
                    <a:pt x="24384" y="373380"/>
                  </a:lnTo>
                  <a:close/>
                </a:path>
                <a:path w="399415" h="408940">
                  <a:moveTo>
                    <a:pt x="188976" y="210312"/>
                  </a:moveTo>
                  <a:lnTo>
                    <a:pt x="166116" y="210312"/>
                  </a:lnTo>
                  <a:lnTo>
                    <a:pt x="166116" y="173736"/>
                  </a:lnTo>
                  <a:lnTo>
                    <a:pt x="188976" y="173736"/>
                  </a:lnTo>
                  <a:lnTo>
                    <a:pt x="188976" y="210312"/>
                  </a:lnTo>
                  <a:close/>
                </a:path>
                <a:path w="399415" h="408940">
                  <a:moveTo>
                    <a:pt x="210312" y="219456"/>
                  </a:moveTo>
                  <a:lnTo>
                    <a:pt x="196596" y="205740"/>
                  </a:lnTo>
                  <a:lnTo>
                    <a:pt x="329184" y="205740"/>
                  </a:lnTo>
                  <a:lnTo>
                    <a:pt x="344424" y="187452"/>
                  </a:lnTo>
                  <a:lnTo>
                    <a:pt x="371856" y="211836"/>
                  </a:lnTo>
                  <a:lnTo>
                    <a:pt x="364236" y="216408"/>
                  </a:lnTo>
                  <a:lnTo>
                    <a:pt x="233172" y="216408"/>
                  </a:lnTo>
                  <a:lnTo>
                    <a:pt x="210312" y="219456"/>
                  </a:lnTo>
                  <a:close/>
                </a:path>
                <a:path w="399415" h="408940">
                  <a:moveTo>
                    <a:pt x="193548" y="403860"/>
                  </a:moveTo>
                  <a:lnTo>
                    <a:pt x="188976" y="397764"/>
                  </a:lnTo>
                  <a:lnTo>
                    <a:pt x="213240" y="380071"/>
                  </a:lnTo>
                  <a:lnTo>
                    <a:pt x="235648" y="361378"/>
                  </a:lnTo>
                  <a:lnTo>
                    <a:pt x="256120" y="341757"/>
                  </a:lnTo>
                  <a:lnTo>
                    <a:pt x="274320" y="321564"/>
                  </a:lnTo>
                  <a:lnTo>
                    <a:pt x="266842" y="309872"/>
                  </a:lnTo>
                  <a:lnTo>
                    <a:pt x="260223" y="297751"/>
                  </a:lnTo>
                  <a:lnTo>
                    <a:pt x="244101" y="259699"/>
                  </a:lnTo>
                  <a:lnTo>
                    <a:pt x="233172" y="216408"/>
                  </a:lnTo>
                  <a:lnTo>
                    <a:pt x="240792" y="216408"/>
                  </a:lnTo>
                  <a:lnTo>
                    <a:pt x="244530" y="228076"/>
                  </a:lnTo>
                  <a:lnTo>
                    <a:pt x="248983" y="240030"/>
                  </a:lnTo>
                  <a:lnTo>
                    <a:pt x="254293" y="251983"/>
                  </a:lnTo>
                  <a:lnTo>
                    <a:pt x="260604" y="263652"/>
                  </a:lnTo>
                  <a:lnTo>
                    <a:pt x="266580" y="275653"/>
                  </a:lnTo>
                  <a:lnTo>
                    <a:pt x="272986" y="286512"/>
                  </a:lnTo>
                  <a:lnTo>
                    <a:pt x="279677" y="296227"/>
                  </a:lnTo>
                  <a:lnTo>
                    <a:pt x="286512" y="304800"/>
                  </a:lnTo>
                  <a:lnTo>
                    <a:pt x="310585" y="304800"/>
                  </a:lnTo>
                  <a:lnTo>
                    <a:pt x="300227" y="320040"/>
                  </a:lnTo>
                  <a:lnTo>
                    <a:pt x="313634" y="331755"/>
                  </a:lnTo>
                  <a:lnTo>
                    <a:pt x="318106" y="335280"/>
                  </a:lnTo>
                  <a:lnTo>
                    <a:pt x="286512" y="335280"/>
                  </a:lnTo>
                  <a:lnTo>
                    <a:pt x="267914" y="352425"/>
                  </a:lnTo>
                  <a:lnTo>
                    <a:pt x="246316" y="369570"/>
                  </a:lnTo>
                  <a:lnTo>
                    <a:pt x="221575" y="386715"/>
                  </a:lnTo>
                  <a:lnTo>
                    <a:pt x="193548" y="403860"/>
                  </a:lnTo>
                  <a:close/>
                </a:path>
                <a:path w="399415" h="408940">
                  <a:moveTo>
                    <a:pt x="310585" y="304800"/>
                  </a:moveTo>
                  <a:lnTo>
                    <a:pt x="286512" y="304800"/>
                  </a:lnTo>
                  <a:lnTo>
                    <a:pt x="293108" y="294251"/>
                  </a:lnTo>
                  <a:lnTo>
                    <a:pt x="299275" y="283273"/>
                  </a:lnTo>
                  <a:lnTo>
                    <a:pt x="316587" y="249197"/>
                  </a:lnTo>
                  <a:lnTo>
                    <a:pt x="332232" y="216408"/>
                  </a:lnTo>
                  <a:lnTo>
                    <a:pt x="364236" y="216408"/>
                  </a:lnTo>
                  <a:lnTo>
                    <a:pt x="356616" y="220980"/>
                  </a:lnTo>
                  <a:lnTo>
                    <a:pt x="342876" y="249316"/>
                  </a:lnTo>
                  <a:lnTo>
                    <a:pt x="328993" y="275082"/>
                  </a:lnTo>
                  <a:lnTo>
                    <a:pt x="314825" y="298561"/>
                  </a:lnTo>
                  <a:lnTo>
                    <a:pt x="310585" y="304800"/>
                  </a:lnTo>
                  <a:close/>
                </a:path>
                <a:path w="399415" h="408940">
                  <a:moveTo>
                    <a:pt x="188976" y="260604"/>
                  </a:moveTo>
                  <a:lnTo>
                    <a:pt x="166116" y="260604"/>
                  </a:lnTo>
                  <a:lnTo>
                    <a:pt x="166116" y="220980"/>
                  </a:lnTo>
                  <a:lnTo>
                    <a:pt x="188976" y="220980"/>
                  </a:lnTo>
                  <a:lnTo>
                    <a:pt x="188976" y="260604"/>
                  </a:lnTo>
                  <a:close/>
                </a:path>
                <a:path w="399415" h="408940">
                  <a:moveTo>
                    <a:pt x="166116" y="408432"/>
                  </a:moveTo>
                  <a:lnTo>
                    <a:pt x="166116" y="327660"/>
                  </a:lnTo>
                  <a:lnTo>
                    <a:pt x="85344" y="327660"/>
                  </a:lnTo>
                  <a:lnTo>
                    <a:pt x="166116" y="312420"/>
                  </a:lnTo>
                  <a:lnTo>
                    <a:pt x="166116" y="271272"/>
                  </a:lnTo>
                  <a:lnTo>
                    <a:pt x="188976" y="271272"/>
                  </a:lnTo>
                  <a:lnTo>
                    <a:pt x="188976" y="307848"/>
                  </a:lnTo>
                  <a:lnTo>
                    <a:pt x="230428" y="307848"/>
                  </a:lnTo>
                  <a:lnTo>
                    <a:pt x="188976" y="320040"/>
                  </a:lnTo>
                  <a:lnTo>
                    <a:pt x="188976" y="394716"/>
                  </a:lnTo>
                  <a:lnTo>
                    <a:pt x="166116" y="408432"/>
                  </a:lnTo>
                  <a:close/>
                </a:path>
                <a:path w="399415" h="408940">
                  <a:moveTo>
                    <a:pt x="230428" y="307848"/>
                  </a:moveTo>
                  <a:lnTo>
                    <a:pt x="188976" y="307848"/>
                  </a:lnTo>
                  <a:lnTo>
                    <a:pt x="239268" y="297180"/>
                  </a:lnTo>
                  <a:lnTo>
                    <a:pt x="240792" y="304800"/>
                  </a:lnTo>
                  <a:lnTo>
                    <a:pt x="230428" y="307848"/>
                  </a:lnTo>
                  <a:close/>
                </a:path>
                <a:path w="399415" h="408940">
                  <a:moveTo>
                    <a:pt x="364236" y="396240"/>
                  </a:moveTo>
                  <a:lnTo>
                    <a:pt x="326136" y="373380"/>
                  </a:lnTo>
                  <a:lnTo>
                    <a:pt x="296775" y="346162"/>
                  </a:lnTo>
                  <a:lnTo>
                    <a:pt x="286512" y="335280"/>
                  </a:lnTo>
                  <a:lnTo>
                    <a:pt x="318106" y="335280"/>
                  </a:lnTo>
                  <a:lnTo>
                    <a:pt x="326428" y="341828"/>
                  </a:lnTo>
                  <a:lnTo>
                    <a:pt x="338161" y="350043"/>
                  </a:lnTo>
                  <a:lnTo>
                    <a:pt x="385000" y="367331"/>
                  </a:lnTo>
                  <a:lnTo>
                    <a:pt x="399288" y="368808"/>
                  </a:lnTo>
                  <a:lnTo>
                    <a:pt x="399288" y="376428"/>
                  </a:lnTo>
                  <a:lnTo>
                    <a:pt x="386738" y="378666"/>
                  </a:lnTo>
                  <a:lnTo>
                    <a:pt x="376618" y="382905"/>
                  </a:lnTo>
                  <a:lnTo>
                    <a:pt x="369069" y="388858"/>
                  </a:lnTo>
                  <a:lnTo>
                    <a:pt x="364236" y="39624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43" name="object 143"/>
            <p:cNvPicPr/>
            <p:nvPr/>
          </p:nvPicPr>
          <p:blipFill>
            <a:blip r:embed="rId22" cstate="print"/>
            <a:stretch>
              <a:fillRect/>
            </a:stretch>
          </p:blipFill>
          <p:spPr>
            <a:xfrm>
              <a:off x="7132320" y="6387083"/>
              <a:ext cx="92963" cy="166115"/>
            </a:xfrm>
            <a:prstGeom prst="rect">
              <a:avLst/>
            </a:prstGeom>
          </p:spPr>
        </p:pic>
        <p:pic>
          <p:nvPicPr>
            <p:cNvPr id="144" name="object 144"/>
            <p:cNvPicPr/>
            <p:nvPr/>
          </p:nvPicPr>
          <p:blipFill>
            <a:blip r:embed="rId23" cstate="print"/>
            <a:stretch>
              <a:fillRect/>
            </a:stretch>
          </p:blipFill>
          <p:spPr>
            <a:xfrm>
              <a:off x="7287768" y="6429755"/>
              <a:ext cx="103632" cy="100584"/>
            </a:xfrm>
            <a:prstGeom prst="rect">
              <a:avLst/>
            </a:prstGeom>
          </p:spPr>
        </p:pic>
        <p:sp>
          <p:nvSpPr>
            <p:cNvPr id="145" name="object 145"/>
            <p:cNvSpPr/>
            <p:nvPr/>
          </p:nvSpPr>
          <p:spPr>
            <a:xfrm>
              <a:off x="7053072" y="6355080"/>
              <a:ext cx="398145" cy="273050"/>
            </a:xfrm>
            <a:custGeom>
              <a:avLst/>
              <a:gdLst/>
              <a:ahLst/>
              <a:cxnLst/>
              <a:rect l="l" t="t" r="r" b="b"/>
              <a:pathLst>
                <a:path w="398145" h="273050">
                  <a:moveTo>
                    <a:pt x="0" y="27432"/>
                  </a:moveTo>
                  <a:lnTo>
                    <a:pt x="332232" y="27432"/>
                  </a:lnTo>
                  <a:lnTo>
                    <a:pt x="359663" y="0"/>
                  </a:lnTo>
                  <a:lnTo>
                    <a:pt x="397763" y="38100"/>
                  </a:lnTo>
                  <a:lnTo>
                    <a:pt x="188976" y="38100"/>
                  </a:lnTo>
                  <a:lnTo>
                    <a:pt x="188976" y="172212"/>
                  </a:lnTo>
                  <a:lnTo>
                    <a:pt x="239268" y="161544"/>
                  </a:lnTo>
                  <a:lnTo>
                    <a:pt x="240792" y="169164"/>
                  </a:lnTo>
                  <a:lnTo>
                    <a:pt x="188976" y="184404"/>
                  </a:lnTo>
                  <a:lnTo>
                    <a:pt x="188976" y="259080"/>
                  </a:lnTo>
                  <a:lnTo>
                    <a:pt x="166116" y="272796"/>
                  </a:lnTo>
                  <a:lnTo>
                    <a:pt x="166116" y="192024"/>
                  </a:lnTo>
                  <a:lnTo>
                    <a:pt x="122705" y="202596"/>
                  </a:lnTo>
                  <a:lnTo>
                    <a:pt x="88582" y="211454"/>
                  </a:lnTo>
                  <a:lnTo>
                    <a:pt x="63888" y="218598"/>
                  </a:lnTo>
                  <a:lnTo>
                    <a:pt x="48768" y="224027"/>
                  </a:lnTo>
                  <a:lnTo>
                    <a:pt x="38742" y="227457"/>
                  </a:lnTo>
                  <a:lnTo>
                    <a:pt x="31432" y="230886"/>
                  </a:lnTo>
                  <a:lnTo>
                    <a:pt x="26693" y="234315"/>
                  </a:lnTo>
                  <a:lnTo>
                    <a:pt x="24384" y="237744"/>
                  </a:lnTo>
                  <a:lnTo>
                    <a:pt x="3048" y="205739"/>
                  </a:lnTo>
                  <a:lnTo>
                    <a:pt x="15954" y="203453"/>
                  </a:lnTo>
                  <a:lnTo>
                    <a:pt x="29718" y="201167"/>
                  </a:lnTo>
                  <a:lnTo>
                    <a:pt x="44624" y="198881"/>
                  </a:lnTo>
                  <a:lnTo>
                    <a:pt x="60960" y="196596"/>
                  </a:lnTo>
                  <a:lnTo>
                    <a:pt x="60960" y="38100"/>
                  </a:lnTo>
                  <a:lnTo>
                    <a:pt x="36576" y="38100"/>
                  </a:lnTo>
                  <a:lnTo>
                    <a:pt x="13716" y="41148"/>
                  </a:lnTo>
                  <a:lnTo>
                    <a:pt x="0" y="27432"/>
                  </a:lnTo>
                  <a:close/>
                </a:path>
              </a:pathLst>
            </a:custGeom>
            <a:ln w="1219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46" name="object 146"/>
            <p:cNvPicPr/>
            <p:nvPr/>
          </p:nvPicPr>
          <p:blipFill>
            <a:blip r:embed="rId24" cstate="print"/>
            <a:stretch>
              <a:fillRect/>
            </a:stretch>
          </p:blipFill>
          <p:spPr>
            <a:xfrm>
              <a:off x="7235952" y="6400799"/>
              <a:ext cx="222504" cy="228599"/>
            </a:xfrm>
            <a:prstGeom prst="rect">
              <a:avLst/>
            </a:prstGeom>
          </p:spPr>
        </p:pic>
        <p:sp>
          <p:nvSpPr>
            <p:cNvPr id="147" name="object 147"/>
            <p:cNvSpPr/>
            <p:nvPr/>
          </p:nvSpPr>
          <p:spPr>
            <a:xfrm>
              <a:off x="7161276" y="6248399"/>
              <a:ext cx="189230" cy="86995"/>
            </a:xfrm>
            <a:custGeom>
              <a:avLst/>
              <a:gdLst/>
              <a:ahLst/>
              <a:cxnLst/>
              <a:rect l="l" t="t" r="r" b="b"/>
              <a:pathLst>
                <a:path w="189229" h="86995">
                  <a:moveTo>
                    <a:pt x="0" y="0"/>
                  </a:moveTo>
                  <a:lnTo>
                    <a:pt x="0" y="39623"/>
                  </a:lnTo>
                  <a:lnTo>
                    <a:pt x="188975" y="39623"/>
                  </a:lnTo>
                  <a:lnTo>
                    <a:pt x="188975" y="0"/>
                  </a:lnTo>
                  <a:lnTo>
                    <a:pt x="0" y="0"/>
                  </a:lnTo>
                  <a:close/>
                </a:path>
                <a:path w="189229" h="86995">
                  <a:moveTo>
                    <a:pt x="0" y="48767"/>
                  </a:moveTo>
                  <a:lnTo>
                    <a:pt x="0" y="86867"/>
                  </a:lnTo>
                  <a:lnTo>
                    <a:pt x="188975" y="86867"/>
                  </a:lnTo>
                  <a:lnTo>
                    <a:pt x="188975" y="48767"/>
                  </a:lnTo>
                  <a:lnTo>
                    <a:pt x="0" y="48767"/>
                  </a:lnTo>
                  <a:close/>
                </a:path>
              </a:pathLst>
            </a:custGeom>
            <a:ln w="1219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8" name="object 148"/>
            <p:cNvSpPr/>
            <p:nvPr/>
          </p:nvSpPr>
          <p:spPr>
            <a:xfrm>
              <a:off x="7135368" y="6219443"/>
              <a:ext cx="253365" cy="149860"/>
            </a:xfrm>
            <a:custGeom>
              <a:avLst/>
              <a:gdLst/>
              <a:ahLst/>
              <a:cxnLst/>
              <a:rect l="l" t="t" r="r" b="b"/>
              <a:pathLst>
                <a:path w="253365" h="149860">
                  <a:moveTo>
                    <a:pt x="0" y="4572"/>
                  </a:moveTo>
                  <a:lnTo>
                    <a:pt x="25908" y="19812"/>
                  </a:lnTo>
                  <a:lnTo>
                    <a:pt x="210311" y="19812"/>
                  </a:lnTo>
                  <a:lnTo>
                    <a:pt x="222504" y="0"/>
                  </a:lnTo>
                  <a:lnTo>
                    <a:pt x="252983" y="21336"/>
                  </a:lnTo>
                  <a:lnTo>
                    <a:pt x="239268" y="33528"/>
                  </a:lnTo>
                  <a:lnTo>
                    <a:pt x="239291" y="71556"/>
                  </a:lnTo>
                  <a:lnTo>
                    <a:pt x="239458" y="101155"/>
                  </a:lnTo>
                  <a:lnTo>
                    <a:pt x="239910" y="122467"/>
                  </a:lnTo>
                  <a:lnTo>
                    <a:pt x="240792" y="135636"/>
                  </a:lnTo>
                  <a:lnTo>
                    <a:pt x="214883" y="147828"/>
                  </a:lnTo>
                  <a:lnTo>
                    <a:pt x="214883" y="126492"/>
                  </a:lnTo>
                  <a:lnTo>
                    <a:pt x="25908" y="126492"/>
                  </a:lnTo>
                  <a:lnTo>
                    <a:pt x="25908" y="140208"/>
                  </a:lnTo>
                  <a:lnTo>
                    <a:pt x="0" y="149352"/>
                  </a:lnTo>
                  <a:lnTo>
                    <a:pt x="1119" y="132802"/>
                  </a:lnTo>
                  <a:lnTo>
                    <a:pt x="2095" y="115252"/>
                  </a:lnTo>
                  <a:lnTo>
                    <a:pt x="2786" y="96845"/>
                  </a:lnTo>
                  <a:lnTo>
                    <a:pt x="3048" y="77724"/>
                  </a:lnTo>
                  <a:lnTo>
                    <a:pt x="2786" y="58578"/>
                  </a:lnTo>
                  <a:lnTo>
                    <a:pt x="2095" y="40005"/>
                  </a:lnTo>
                  <a:lnTo>
                    <a:pt x="1119" y="22002"/>
                  </a:lnTo>
                  <a:lnTo>
                    <a:pt x="0" y="4572"/>
                  </a:lnTo>
                  <a:close/>
                </a:path>
              </a:pathLst>
            </a:custGeom>
            <a:ln w="1219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9" name="object 149"/>
            <p:cNvSpPr/>
            <p:nvPr/>
          </p:nvSpPr>
          <p:spPr>
            <a:xfrm>
              <a:off x="7501128" y="6217919"/>
              <a:ext cx="402590" cy="408940"/>
            </a:xfrm>
            <a:custGeom>
              <a:avLst/>
              <a:gdLst/>
              <a:ahLst/>
              <a:cxnLst/>
              <a:rect l="l" t="t" r="r" b="b"/>
              <a:pathLst>
                <a:path w="402590" h="408940">
                  <a:moveTo>
                    <a:pt x="1524" y="408432"/>
                  </a:moveTo>
                  <a:lnTo>
                    <a:pt x="0" y="400812"/>
                  </a:lnTo>
                  <a:lnTo>
                    <a:pt x="29456" y="387357"/>
                  </a:lnTo>
                  <a:lnTo>
                    <a:pt x="56197" y="372046"/>
                  </a:lnTo>
                  <a:lnTo>
                    <a:pt x="102108" y="335280"/>
                  </a:lnTo>
                  <a:lnTo>
                    <a:pt x="138112" y="292417"/>
                  </a:lnTo>
                  <a:lnTo>
                    <a:pt x="161544" y="243840"/>
                  </a:lnTo>
                  <a:lnTo>
                    <a:pt x="174307" y="190119"/>
                  </a:lnTo>
                  <a:lnTo>
                    <a:pt x="181356" y="134112"/>
                  </a:lnTo>
                  <a:lnTo>
                    <a:pt x="42672" y="134112"/>
                  </a:lnTo>
                  <a:lnTo>
                    <a:pt x="18288" y="137160"/>
                  </a:lnTo>
                  <a:lnTo>
                    <a:pt x="4572" y="123444"/>
                  </a:lnTo>
                  <a:lnTo>
                    <a:pt x="181356" y="123444"/>
                  </a:lnTo>
                  <a:lnTo>
                    <a:pt x="181094" y="81438"/>
                  </a:lnTo>
                  <a:lnTo>
                    <a:pt x="180403" y="46863"/>
                  </a:lnTo>
                  <a:lnTo>
                    <a:pt x="179427" y="19716"/>
                  </a:lnTo>
                  <a:lnTo>
                    <a:pt x="178308" y="0"/>
                  </a:lnTo>
                  <a:lnTo>
                    <a:pt x="220980" y="18288"/>
                  </a:lnTo>
                  <a:lnTo>
                    <a:pt x="207264" y="33528"/>
                  </a:lnTo>
                  <a:lnTo>
                    <a:pt x="207264" y="123444"/>
                  </a:lnTo>
                  <a:lnTo>
                    <a:pt x="335280" y="123444"/>
                  </a:lnTo>
                  <a:lnTo>
                    <a:pt x="362712" y="96012"/>
                  </a:lnTo>
                  <a:lnTo>
                    <a:pt x="402336" y="134112"/>
                  </a:lnTo>
                  <a:lnTo>
                    <a:pt x="207264" y="134112"/>
                  </a:lnTo>
                  <a:lnTo>
                    <a:pt x="207264" y="147828"/>
                  </a:lnTo>
                  <a:lnTo>
                    <a:pt x="231076" y="212026"/>
                  </a:lnTo>
                  <a:lnTo>
                    <a:pt x="269748" y="277368"/>
                  </a:lnTo>
                  <a:lnTo>
                    <a:pt x="295775" y="307038"/>
                  </a:lnTo>
                  <a:lnTo>
                    <a:pt x="325945" y="331850"/>
                  </a:lnTo>
                  <a:lnTo>
                    <a:pt x="360402" y="351520"/>
                  </a:lnTo>
                  <a:lnTo>
                    <a:pt x="399288" y="365760"/>
                  </a:lnTo>
                  <a:lnTo>
                    <a:pt x="399288" y="371856"/>
                  </a:lnTo>
                  <a:lnTo>
                    <a:pt x="387548" y="374142"/>
                  </a:lnTo>
                  <a:lnTo>
                    <a:pt x="377380" y="378714"/>
                  </a:lnTo>
                  <a:lnTo>
                    <a:pt x="368641" y="385572"/>
                  </a:lnTo>
                  <a:lnTo>
                    <a:pt x="361188" y="394716"/>
                  </a:lnTo>
                  <a:lnTo>
                    <a:pt x="333708" y="375856"/>
                  </a:lnTo>
                  <a:lnTo>
                    <a:pt x="284464" y="327850"/>
                  </a:lnTo>
                  <a:lnTo>
                    <a:pt x="242982" y="268438"/>
                  </a:lnTo>
                  <a:lnTo>
                    <a:pt x="213264" y="205049"/>
                  </a:lnTo>
                  <a:lnTo>
                    <a:pt x="202692" y="172212"/>
                  </a:lnTo>
                  <a:lnTo>
                    <a:pt x="193309" y="221599"/>
                  </a:lnTo>
                  <a:lnTo>
                    <a:pt x="179070" y="264414"/>
                  </a:lnTo>
                  <a:lnTo>
                    <a:pt x="160258" y="300370"/>
                  </a:lnTo>
                  <a:lnTo>
                    <a:pt x="109751" y="353782"/>
                  </a:lnTo>
                  <a:lnTo>
                    <a:pt x="77914" y="375094"/>
                  </a:lnTo>
                  <a:lnTo>
                    <a:pt x="41790" y="393263"/>
                  </a:lnTo>
                  <a:lnTo>
                    <a:pt x="1524" y="408432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0" name="object 150"/>
            <p:cNvSpPr/>
            <p:nvPr/>
          </p:nvSpPr>
          <p:spPr>
            <a:xfrm>
              <a:off x="7501128" y="6217919"/>
              <a:ext cx="402590" cy="408940"/>
            </a:xfrm>
            <a:custGeom>
              <a:avLst/>
              <a:gdLst/>
              <a:ahLst/>
              <a:cxnLst/>
              <a:rect l="l" t="t" r="r" b="b"/>
              <a:pathLst>
                <a:path w="402590" h="408940">
                  <a:moveTo>
                    <a:pt x="181356" y="123444"/>
                  </a:moveTo>
                  <a:lnTo>
                    <a:pt x="181094" y="81438"/>
                  </a:lnTo>
                  <a:lnTo>
                    <a:pt x="180403" y="46863"/>
                  </a:lnTo>
                  <a:lnTo>
                    <a:pt x="179427" y="19716"/>
                  </a:lnTo>
                  <a:lnTo>
                    <a:pt x="178308" y="0"/>
                  </a:lnTo>
                  <a:lnTo>
                    <a:pt x="220980" y="18288"/>
                  </a:lnTo>
                  <a:lnTo>
                    <a:pt x="207264" y="33528"/>
                  </a:lnTo>
                  <a:lnTo>
                    <a:pt x="207264" y="123444"/>
                  </a:lnTo>
                  <a:lnTo>
                    <a:pt x="335280" y="123444"/>
                  </a:lnTo>
                  <a:lnTo>
                    <a:pt x="362712" y="96012"/>
                  </a:lnTo>
                  <a:lnTo>
                    <a:pt x="402336" y="134112"/>
                  </a:lnTo>
                  <a:lnTo>
                    <a:pt x="207264" y="134112"/>
                  </a:lnTo>
                  <a:lnTo>
                    <a:pt x="207264" y="147828"/>
                  </a:lnTo>
                  <a:lnTo>
                    <a:pt x="231076" y="212026"/>
                  </a:lnTo>
                  <a:lnTo>
                    <a:pt x="269748" y="277368"/>
                  </a:lnTo>
                  <a:lnTo>
                    <a:pt x="295775" y="307038"/>
                  </a:lnTo>
                  <a:lnTo>
                    <a:pt x="325945" y="331850"/>
                  </a:lnTo>
                  <a:lnTo>
                    <a:pt x="360402" y="351520"/>
                  </a:lnTo>
                  <a:lnTo>
                    <a:pt x="399288" y="365760"/>
                  </a:lnTo>
                  <a:lnTo>
                    <a:pt x="399288" y="371856"/>
                  </a:lnTo>
                  <a:lnTo>
                    <a:pt x="387548" y="374142"/>
                  </a:lnTo>
                  <a:lnTo>
                    <a:pt x="377380" y="378714"/>
                  </a:lnTo>
                  <a:lnTo>
                    <a:pt x="368641" y="385572"/>
                  </a:lnTo>
                  <a:lnTo>
                    <a:pt x="361188" y="394716"/>
                  </a:lnTo>
                  <a:lnTo>
                    <a:pt x="333708" y="375856"/>
                  </a:lnTo>
                  <a:lnTo>
                    <a:pt x="284464" y="327850"/>
                  </a:lnTo>
                  <a:lnTo>
                    <a:pt x="242982" y="268438"/>
                  </a:lnTo>
                  <a:lnTo>
                    <a:pt x="213264" y="205049"/>
                  </a:lnTo>
                  <a:lnTo>
                    <a:pt x="202692" y="172212"/>
                  </a:lnTo>
                  <a:lnTo>
                    <a:pt x="193309" y="221599"/>
                  </a:lnTo>
                  <a:lnTo>
                    <a:pt x="179070" y="264414"/>
                  </a:lnTo>
                  <a:lnTo>
                    <a:pt x="160258" y="300370"/>
                  </a:lnTo>
                  <a:lnTo>
                    <a:pt x="109751" y="353782"/>
                  </a:lnTo>
                  <a:lnTo>
                    <a:pt x="77914" y="375094"/>
                  </a:lnTo>
                  <a:lnTo>
                    <a:pt x="41790" y="393263"/>
                  </a:lnTo>
                  <a:lnTo>
                    <a:pt x="1524" y="408432"/>
                  </a:lnTo>
                  <a:lnTo>
                    <a:pt x="0" y="400812"/>
                  </a:lnTo>
                  <a:lnTo>
                    <a:pt x="29456" y="387357"/>
                  </a:lnTo>
                  <a:lnTo>
                    <a:pt x="56197" y="372046"/>
                  </a:lnTo>
                  <a:lnTo>
                    <a:pt x="102108" y="335280"/>
                  </a:lnTo>
                  <a:lnTo>
                    <a:pt x="138112" y="292417"/>
                  </a:lnTo>
                  <a:lnTo>
                    <a:pt x="161544" y="243840"/>
                  </a:lnTo>
                  <a:lnTo>
                    <a:pt x="174307" y="190119"/>
                  </a:lnTo>
                  <a:lnTo>
                    <a:pt x="181356" y="134112"/>
                  </a:lnTo>
                  <a:lnTo>
                    <a:pt x="42672" y="134112"/>
                  </a:lnTo>
                  <a:lnTo>
                    <a:pt x="18288" y="137160"/>
                  </a:lnTo>
                  <a:lnTo>
                    <a:pt x="4572" y="123444"/>
                  </a:lnTo>
                  <a:lnTo>
                    <a:pt x="181356" y="123444"/>
                  </a:lnTo>
                  <a:close/>
                </a:path>
              </a:pathLst>
            </a:custGeom>
            <a:ln w="1219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pic>
        <p:nvPicPr>
          <p:cNvPr id="151" name="object 151"/>
          <p:cNvPicPr/>
          <p:nvPr/>
        </p:nvPicPr>
        <p:blipFill>
          <a:blip r:embed="rId25" cstate="print"/>
          <a:stretch>
            <a:fillRect/>
          </a:stretch>
        </p:blipFill>
        <p:spPr>
          <a:xfrm>
            <a:off x="7987283" y="6489192"/>
            <a:ext cx="96012" cy="96012"/>
          </a:xfrm>
          <a:prstGeom prst="rect">
            <a:avLst/>
          </a:prstGeom>
        </p:spPr>
      </p:pic>
    </p:spTree>
  </p:cSld>
  <p:clrMapOvr>
    <a:masterClrMapping/>
  </p:clrMapOvr>
</p:sld>
</file>

<file path=ppt/slides/slide4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object 2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9555480" y="7229856"/>
            <a:ext cx="201118" cy="146304"/>
          </a:xfrm>
          <a:prstGeom prst="rect">
            <a:avLst/>
          </a:prstGeom>
        </p:spPr>
      </p:pic>
      <p:sp>
        <p:nvSpPr>
          <p:cNvPr id="3" name="object 3"/>
          <p:cNvSpPr/>
          <p:nvPr/>
        </p:nvSpPr>
        <p:spPr>
          <a:xfrm>
            <a:off x="1760219" y="1328927"/>
            <a:ext cx="218440" cy="447040"/>
          </a:xfrm>
          <a:custGeom>
            <a:avLst/>
            <a:gdLst/>
            <a:ahLst/>
            <a:cxnLst/>
            <a:rect l="l" t="t" r="r" b="b"/>
            <a:pathLst>
              <a:path w="218439" h="447039">
                <a:moveTo>
                  <a:pt x="217931" y="446532"/>
                </a:moveTo>
                <a:lnTo>
                  <a:pt x="0" y="446532"/>
                </a:lnTo>
                <a:lnTo>
                  <a:pt x="0" y="400812"/>
                </a:lnTo>
                <a:lnTo>
                  <a:pt x="80771" y="400812"/>
                </a:lnTo>
                <a:lnTo>
                  <a:pt x="80771" y="102108"/>
                </a:lnTo>
                <a:lnTo>
                  <a:pt x="0" y="102108"/>
                </a:lnTo>
                <a:lnTo>
                  <a:pt x="0" y="62484"/>
                </a:lnTo>
                <a:lnTo>
                  <a:pt x="21407" y="61626"/>
                </a:lnTo>
                <a:lnTo>
                  <a:pt x="39814" y="59055"/>
                </a:lnTo>
                <a:lnTo>
                  <a:pt x="77081" y="41362"/>
                </a:lnTo>
                <a:lnTo>
                  <a:pt x="91439" y="0"/>
                </a:lnTo>
                <a:lnTo>
                  <a:pt x="138683" y="0"/>
                </a:lnTo>
                <a:lnTo>
                  <a:pt x="138683" y="400812"/>
                </a:lnTo>
                <a:lnTo>
                  <a:pt x="217931" y="400812"/>
                </a:lnTo>
                <a:lnTo>
                  <a:pt x="217931" y="446532"/>
                </a:lnTo>
                <a:close/>
              </a:path>
            </a:pathLst>
          </a:custGeom>
          <a:solidFill>
            <a:srgbClr val="3333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" name="object 4"/>
          <p:cNvSpPr/>
          <p:nvPr/>
        </p:nvSpPr>
        <p:spPr>
          <a:xfrm>
            <a:off x="2084832" y="1690116"/>
            <a:ext cx="71755" cy="85725"/>
          </a:xfrm>
          <a:custGeom>
            <a:avLst/>
            <a:gdLst/>
            <a:ahLst/>
            <a:cxnLst/>
            <a:rect l="l" t="t" r="r" b="b"/>
            <a:pathLst>
              <a:path w="71755" h="85725">
                <a:moveTo>
                  <a:pt x="71627" y="85343"/>
                </a:moveTo>
                <a:lnTo>
                  <a:pt x="0" y="85343"/>
                </a:lnTo>
                <a:lnTo>
                  <a:pt x="0" y="0"/>
                </a:lnTo>
                <a:lnTo>
                  <a:pt x="71627" y="0"/>
                </a:lnTo>
                <a:lnTo>
                  <a:pt x="71627" y="85343"/>
                </a:lnTo>
                <a:close/>
              </a:path>
            </a:pathLst>
          </a:custGeom>
          <a:solidFill>
            <a:srgbClr val="3333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" name="object 5"/>
          <p:cNvSpPr/>
          <p:nvPr/>
        </p:nvSpPr>
        <p:spPr>
          <a:xfrm>
            <a:off x="2244852" y="1321307"/>
            <a:ext cx="276225" cy="454659"/>
          </a:xfrm>
          <a:custGeom>
            <a:avLst/>
            <a:gdLst/>
            <a:ahLst/>
            <a:cxnLst/>
            <a:rect l="l" t="t" r="r" b="b"/>
            <a:pathLst>
              <a:path w="276225" h="454660">
                <a:moveTo>
                  <a:pt x="275843" y="454151"/>
                </a:moveTo>
                <a:lnTo>
                  <a:pt x="0" y="454151"/>
                </a:lnTo>
                <a:lnTo>
                  <a:pt x="0" y="391667"/>
                </a:lnTo>
                <a:lnTo>
                  <a:pt x="29336" y="364426"/>
                </a:lnTo>
                <a:lnTo>
                  <a:pt x="43291" y="351162"/>
                </a:lnTo>
                <a:lnTo>
                  <a:pt x="56387" y="338327"/>
                </a:lnTo>
                <a:lnTo>
                  <a:pt x="69842" y="325493"/>
                </a:lnTo>
                <a:lnTo>
                  <a:pt x="82867" y="312229"/>
                </a:lnTo>
                <a:lnTo>
                  <a:pt x="131349" y="258079"/>
                </a:lnTo>
                <a:lnTo>
                  <a:pt x="165639" y="213407"/>
                </a:lnTo>
                <a:lnTo>
                  <a:pt x="185666" y="177903"/>
                </a:lnTo>
                <a:lnTo>
                  <a:pt x="196595" y="124967"/>
                </a:lnTo>
                <a:lnTo>
                  <a:pt x="196072" y="116109"/>
                </a:lnTo>
                <a:lnTo>
                  <a:pt x="178927" y="74961"/>
                </a:lnTo>
                <a:lnTo>
                  <a:pt x="142470" y="54387"/>
                </a:lnTo>
                <a:lnTo>
                  <a:pt x="120395" y="51815"/>
                </a:lnTo>
                <a:lnTo>
                  <a:pt x="112371" y="52077"/>
                </a:lnTo>
                <a:lnTo>
                  <a:pt x="71627" y="59626"/>
                </a:lnTo>
                <a:lnTo>
                  <a:pt x="24383" y="82295"/>
                </a:lnTo>
                <a:lnTo>
                  <a:pt x="18287" y="86867"/>
                </a:lnTo>
                <a:lnTo>
                  <a:pt x="13715" y="89915"/>
                </a:lnTo>
                <a:lnTo>
                  <a:pt x="10667" y="89915"/>
                </a:lnTo>
                <a:lnTo>
                  <a:pt x="10667" y="25908"/>
                </a:lnTo>
                <a:lnTo>
                  <a:pt x="60960" y="9143"/>
                </a:lnTo>
                <a:lnTo>
                  <a:pt x="109823" y="571"/>
                </a:lnTo>
                <a:lnTo>
                  <a:pt x="124967" y="0"/>
                </a:lnTo>
                <a:lnTo>
                  <a:pt x="154138" y="2024"/>
                </a:lnTo>
                <a:lnTo>
                  <a:pt x="202763" y="18645"/>
                </a:lnTo>
                <a:lnTo>
                  <a:pt x="237624" y="51196"/>
                </a:lnTo>
                <a:lnTo>
                  <a:pt x="255293" y="95678"/>
                </a:lnTo>
                <a:lnTo>
                  <a:pt x="257555" y="121919"/>
                </a:lnTo>
                <a:lnTo>
                  <a:pt x="257032" y="135112"/>
                </a:lnTo>
                <a:lnTo>
                  <a:pt x="247769" y="181832"/>
                </a:lnTo>
                <a:lnTo>
                  <a:pt x="228695" y="221218"/>
                </a:lnTo>
                <a:lnTo>
                  <a:pt x="191071" y="268986"/>
                </a:lnTo>
                <a:lnTo>
                  <a:pt x="159472" y="303156"/>
                </a:lnTo>
                <a:lnTo>
                  <a:pt x="128087" y="334541"/>
                </a:lnTo>
                <a:lnTo>
                  <a:pt x="111251" y="350519"/>
                </a:lnTo>
                <a:lnTo>
                  <a:pt x="94964" y="366569"/>
                </a:lnTo>
                <a:lnTo>
                  <a:pt x="67532" y="392953"/>
                </a:lnTo>
                <a:lnTo>
                  <a:pt x="56387" y="403859"/>
                </a:lnTo>
                <a:lnTo>
                  <a:pt x="275843" y="403859"/>
                </a:lnTo>
                <a:lnTo>
                  <a:pt x="275843" y="454151"/>
                </a:lnTo>
                <a:close/>
              </a:path>
            </a:pathLst>
          </a:custGeom>
          <a:solidFill>
            <a:srgbClr val="3333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" name="object 6"/>
          <p:cNvSpPr/>
          <p:nvPr/>
        </p:nvSpPr>
        <p:spPr>
          <a:xfrm>
            <a:off x="2604516" y="1690116"/>
            <a:ext cx="71755" cy="85725"/>
          </a:xfrm>
          <a:custGeom>
            <a:avLst/>
            <a:gdLst/>
            <a:ahLst/>
            <a:cxnLst/>
            <a:rect l="l" t="t" r="r" b="b"/>
            <a:pathLst>
              <a:path w="71755" h="85725">
                <a:moveTo>
                  <a:pt x="71627" y="85343"/>
                </a:moveTo>
                <a:lnTo>
                  <a:pt x="0" y="85343"/>
                </a:lnTo>
                <a:lnTo>
                  <a:pt x="0" y="0"/>
                </a:lnTo>
                <a:lnTo>
                  <a:pt x="71627" y="0"/>
                </a:lnTo>
                <a:lnTo>
                  <a:pt x="71627" y="85343"/>
                </a:lnTo>
                <a:close/>
              </a:path>
            </a:pathLst>
          </a:custGeom>
          <a:solidFill>
            <a:srgbClr val="3333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" name="object 7"/>
          <p:cNvSpPr/>
          <p:nvPr/>
        </p:nvSpPr>
        <p:spPr>
          <a:xfrm>
            <a:off x="2801111" y="1328927"/>
            <a:ext cx="216535" cy="447040"/>
          </a:xfrm>
          <a:custGeom>
            <a:avLst/>
            <a:gdLst/>
            <a:ahLst/>
            <a:cxnLst/>
            <a:rect l="l" t="t" r="r" b="b"/>
            <a:pathLst>
              <a:path w="216535" h="447039">
                <a:moveTo>
                  <a:pt x="216407" y="446532"/>
                </a:moveTo>
                <a:lnTo>
                  <a:pt x="0" y="446532"/>
                </a:lnTo>
                <a:lnTo>
                  <a:pt x="0" y="400812"/>
                </a:lnTo>
                <a:lnTo>
                  <a:pt x="80771" y="400812"/>
                </a:lnTo>
                <a:lnTo>
                  <a:pt x="80771" y="102108"/>
                </a:lnTo>
                <a:lnTo>
                  <a:pt x="0" y="102108"/>
                </a:lnTo>
                <a:lnTo>
                  <a:pt x="0" y="62484"/>
                </a:lnTo>
                <a:lnTo>
                  <a:pt x="21193" y="61626"/>
                </a:lnTo>
                <a:lnTo>
                  <a:pt x="39242" y="59055"/>
                </a:lnTo>
                <a:lnTo>
                  <a:pt x="76438" y="41362"/>
                </a:lnTo>
                <a:lnTo>
                  <a:pt x="91439" y="0"/>
                </a:lnTo>
                <a:lnTo>
                  <a:pt x="137159" y="0"/>
                </a:lnTo>
                <a:lnTo>
                  <a:pt x="137159" y="400812"/>
                </a:lnTo>
                <a:lnTo>
                  <a:pt x="216407" y="400812"/>
                </a:lnTo>
                <a:lnTo>
                  <a:pt x="216407" y="446532"/>
                </a:lnTo>
                <a:close/>
              </a:path>
            </a:pathLst>
          </a:custGeom>
          <a:solidFill>
            <a:srgbClr val="3333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3331464" y="1289303"/>
            <a:ext cx="490855" cy="532130"/>
          </a:xfrm>
          <a:custGeom>
            <a:avLst/>
            <a:gdLst/>
            <a:ahLst/>
            <a:cxnLst/>
            <a:rect l="l" t="t" r="r" b="b"/>
            <a:pathLst>
              <a:path w="490854" h="532130">
                <a:moveTo>
                  <a:pt x="469296" y="33528"/>
                </a:moveTo>
                <a:lnTo>
                  <a:pt x="405384" y="33528"/>
                </a:lnTo>
                <a:lnTo>
                  <a:pt x="438912" y="0"/>
                </a:lnTo>
                <a:lnTo>
                  <a:pt x="469296" y="33528"/>
                </a:lnTo>
                <a:close/>
              </a:path>
              <a:path w="490854" h="532130">
                <a:moveTo>
                  <a:pt x="36576" y="531876"/>
                </a:moveTo>
                <a:lnTo>
                  <a:pt x="0" y="502920"/>
                </a:lnTo>
                <a:lnTo>
                  <a:pt x="15240" y="489204"/>
                </a:lnTo>
                <a:lnTo>
                  <a:pt x="15152" y="89916"/>
                </a:lnTo>
                <a:lnTo>
                  <a:pt x="14978" y="80772"/>
                </a:lnTo>
                <a:lnTo>
                  <a:pt x="14287" y="62484"/>
                </a:lnTo>
                <a:lnTo>
                  <a:pt x="13311" y="39624"/>
                </a:lnTo>
                <a:lnTo>
                  <a:pt x="12192" y="12192"/>
                </a:lnTo>
                <a:lnTo>
                  <a:pt x="48768" y="33528"/>
                </a:lnTo>
                <a:lnTo>
                  <a:pt x="469296" y="33528"/>
                </a:lnTo>
                <a:lnTo>
                  <a:pt x="483107" y="48768"/>
                </a:lnTo>
                <a:lnTo>
                  <a:pt x="48768" y="48768"/>
                </a:lnTo>
                <a:lnTo>
                  <a:pt x="48768" y="495300"/>
                </a:lnTo>
                <a:lnTo>
                  <a:pt x="477393" y="495300"/>
                </a:lnTo>
                <a:lnTo>
                  <a:pt x="490728" y="510540"/>
                </a:lnTo>
                <a:lnTo>
                  <a:pt x="50292" y="510540"/>
                </a:lnTo>
                <a:lnTo>
                  <a:pt x="36576" y="531876"/>
                </a:lnTo>
                <a:close/>
              </a:path>
              <a:path w="490854" h="532130">
                <a:moveTo>
                  <a:pt x="311209" y="239268"/>
                </a:moveTo>
                <a:lnTo>
                  <a:pt x="268224" y="239268"/>
                </a:lnTo>
                <a:lnTo>
                  <a:pt x="283416" y="218694"/>
                </a:lnTo>
                <a:lnTo>
                  <a:pt x="297180" y="198120"/>
                </a:lnTo>
                <a:lnTo>
                  <a:pt x="309800" y="177546"/>
                </a:lnTo>
                <a:lnTo>
                  <a:pt x="321564" y="156972"/>
                </a:lnTo>
                <a:lnTo>
                  <a:pt x="332398" y="138136"/>
                </a:lnTo>
                <a:lnTo>
                  <a:pt x="341947" y="120586"/>
                </a:lnTo>
                <a:lnTo>
                  <a:pt x="350067" y="104465"/>
                </a:lnTo>
                <a:lnTo>
                  <a:pt x="356616" y="89916"/>
                </a:lnTo>
                <a:lnTo>
                  <a:pt x="411480" y="128016"/>
                </a:lnTo>
                <a:lnTo>
                  <a:pt x="400383" y="132588"/>
                </a:lnTo>
                <a:lnTo>
                  <a:pt x="387858" y="141732"/>
                </a:lnTo>
                <a:lnTo>
                  <a:pt x="374189" y="155448"/>
                </a:lnTo>
                <a:lnTo>
                  <a:pt x="359664" y="173736"/>
                </a:lnTo>
                <a:lnTo>
                  <a:pt x="311209" y="239268"/>
                </a:lnTo>
                <a:close/>
              </a:path>
              <a:path w="490854" h="532130">
                <a:moveTo>
                  <a:pt x="96012" y="443484"/>
                </a:moveTo>
                <a:lnTo>
                  <a:pt x="91440" y="435864"/>
                </a:lnTo>
                <a:lnTo>
                  <a:pt x="112847" y="417552"/>
                </a:lnTo>
                <a:lnTo>
                  <a:pt x="133540" y="399097"/>
                </a:lnTo>
                <a:lnTo>
                  <a:pt x="172212" y="361188"/>
                </a:lnTo>
                <a:lnTo>
                  <a:pt x="211074" y="317373"/>
                </a:lnTo>
                <a:lnTo>
                  <a:pt x="249936" y="266700"/>
                </a:lnTo>
                <a:lnTo>
                  <a:pt x="217003" y="228695"/>
                </a:lnTo>
                <a:lnTo>
                  <a:pt x="184213" y="192405"/>
                </a:lnTo>
                <a:lnTo>
                  <a:pt x="151137" y="157829"/>
                </a:lnTo>
                <a:lnTo>
                  <a:pt x="117348" y="124968"/>
                </a:lnTo>
                <a:lnTo>
                  <a:pt x="124968" y="117348"/>
                </a:lnTo>
                <a:lnTo>
                  <a:pt x="158067" y="143041"/>
                </a:lnTo>
                <a:lnTo>
                  <a:pt x="193167" y="172021"/>
                </a:lnTo>
                <a:lnTo>
                  <a:pt x="229981" y="204144"/>
                </a:lnTo>
                <a:lnTo>
                  <a:pt x="268224" y="239268"/>
                </a:lnTo>
                <a:lnTo>
                  <a:pt x="311209" y="239268"/>
                </a:lnTo>
                <a:lnTo>
                  <a:pt x="294132" y="262128"/>
                </a:lnTo>
                <a:lnTo>
                  <a:pt x="323084" y="289560"/>
                </a:lnTo>
                <a:lnTo>
                  <a:pt x="272796" y="289560"/>
                </a:lnTo>
                <a:lnTo>
                  <a:pt x="223837" y="340804"/>
                </a:lnTo>
                <a:lnTo>
                  <a:pt x="178308" y="384048"/>
                </a:lnTo>
                <a:lnTo>
                  <a:pt x="134874" y="417195"/>
                </a:lnTo>
                <a:lnTo>
                  <a:pt x="114871" y="431196"/>
                </a:lnTo>
                <a:lnTo>
                  <a:pt x="96012" y="443484"/>
                </a:lnTo>
                <a:close/>
              </a:path>
              <a:path w="490854" h="532130">
                <a:moveTo>
                  <a:pt x="382524" y="435864"/>
                </a:moveTo>
                <a:lnTo>
                  <a:pt x="381000" y="435864"/>
                </a:lnTo>
                <a:lnTo>
                  <a:pt x="377261" y="434411"/>
                </a:lnTo>
                <a:lnTo>
                  <a:pt x="372808" y="429958"/>
                </a:lnTo>
                <a:lnTo>
                  <a:pt x="367498" y="422362"/>
                </a:lnTo>
                <a:lnTo>
                  <a:pt x="361188" y="411480"/>
                </a:lnTo>
                <a:lnTo>
                  <a:pt x="351782" y="395739"/>
                </a:lnTo>
                <a:lnTo>
                  <a:pt x="321564" y="350520"/>
                </a:lnTo>
                <a:lnTo>
                  <a:pt x="287059" y="306157"/>
                </a:lnTo>
                <a:lnTo>
                  <a:pt x="272796" y="289560"/>
                </a:lnTo>
                <a:lnTo>
                  <a:pt x="323084" y="289560"/>
                </a:lnTo>
                <a:lnTo>
                  <a:pt x="361378" y="328041"/>
                </a:lnTo>
                <a:lnTo>
                  <a:pt x="388620" y="364236"/>
                </a:lnTo>
                <a:lnTo>
                  <a:pt x="394619" y="395739"/>
                </a:lnTo>
                <a:lnTo>
                  <a:pt x="394523" y="401478"/>
                </a:lnTo>
                <a:lnTo>
                  <a:pt x="394406" y="403740"/>
                </a:lnTo>
                <a:lnTo>
                  <a:pt x="393382" y="410146"/>
                </a:lnTo>
                <a:lnTo>
                  <a:pt x="391501" y="416837"/>
                </a:lnTo>
                <a:lnTo>
                  <a:pt x="388620" y="423672"/>
                </a:lnTo>
                <a:lnTo>
                  <a:pt x="385572" y="431292"/>
                </a:lnTo>
                <a:lnTo>
                  <a:pt x="382524" y="435864"/>
                </a:lnTo>
                <a:close/>
              </a:path>
              <a:path w="490854" h="532130">
                <a:moveTo>
                  <a:pt x="477393" y="495300"/>
                </a:moveTo>
                <a:lnTo>
                  <a:pt x="414528" y="495300"/>
                </a:lnTo>
                <a:lnTo>
                  <a:pt x="448055" y="461772"/>
                </a:lnTo>
                <a:lnTo>
                  <a:pt x="477393" y="495300"/>
                </a:lnTo>
                <a:close/>
              </a:path>
            </a:pathLst>
          </a:custGeom>
          <a:solidFill>
            <a:srgbClr val="3333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3947160" y="1278635"/>
            <a:ext cx="480059" cy="550545"/>
          </a:xfrm>
          <a:custGeom>
            <a:avLst/>
            <a:gdLst/>
            <a:ahLst/>
            <a:cxnLst/>
            <a:rect l="l" t="t" r="r" b="b"/>
            <a:pathLst>
              <a:path w="480060" h="550544">
                <a:moveTo>
                  <a:pt x="178308" y="77724"/>
                </a:moveTo>
                <a:lnTo>
                  <a:pt x="156972" y="56388"/>
                </a:lnTo>
                <a:lnTo>
                  <a:pt x="422148" y="56388"/>
                </a:lnTo>
                <a:lnTo>
                  <a:pt x="446532" y="33528"/>
                </a:lnTo>
                <a:lnTo>
                  <a:pt x="480060" y="67056"/>
                </a:lnTo>
                <a:lnTo>
                  <a:pt x="473964" y="71628"/>
                </a:lnTo>
                <a:lnTo>
                  <a:pt x="236220" y="71628"/>
                </a:lnTo>
                <a:lnTo>
                  <a:pt x="220741" y="71937"/>
                </a:lnTo>
                <a:lnTo>
                  <a:pt x="206121" y="72961"/>
                </a:lnTo>
                <a:lnTo>
                  <a:pt x="192071" y="74842"/>
                </a:lnTo>
                <a:lnTo>
                  <a:pt x="178308" y="77724"/>
                </a:lnTo>
                <a:close/>
              </a:path>
              <a:path w="480060" h="550544">
                <a:moveTo>
                  <a:pt x="460301" y="494061"/>
                </a:moveTo>
                <a:lnTo>
                  <a:pt x="408741" y="494061"/>
                </a:lnTo>
                <a:lnTo>
                  <a:pt x="417576" y="493776"/>
                </a:lnTo>
                <a:lnTo>
                  <a:pt x="423672" y="490728"/>
                </a:lnTo>
                <a:lnTo>
                  <a:pt x="428244" y="484632"/>
                </a:lnTo>
                <a:lnTo>
                  <a:pt x="428244" y="71628"/>
                </a:lnTo>
                <a:lnTo>
                  <a:pt x="473964" y="71628"/>
                </a:lnTo>
                <a:lnTo>
                  <a:pt x="461772" y="80771"/>
                </a:lnTo>
                <a:lnTo>
                  <a:pt x="461772" y="475488"/>
                </a:lnTo>
                <a:lnTo>
                  <a:pt x="461009" y="489489"/>
                </a:lnTo>
                <a:lnTo>
                  <a:pt x="460894" y="490728"/>
                </a:lnTo>
                <a:lnTo>
                  <a:pt x="460301" y="494061"/>
                </a:lnTo>
                <a:close/>
              </a:path>
              <a:path w="480060" h="550544">
                <a:moveTo>
                  <a:pt x="333755" y="166116"/>
                </a:moveTo>
                <a:lnTo>
                  <a:pt x="286512" y="166116"/>
                </a:lnTo>
                <a:lnTo>
                  <a:pt x="310895" y="143256"/>
                </a:lnTo>
                <a:lnTo>
                  <a:pt x="333755" y="166116"/>
                </a:lnTo>
                <a:close/>
              </a:path>
              <a:path w="480060" h="550544">
                <a:moveTo>
                  <a:pt x="134112" y="446532"/>
                </a:moveTo>
                <a:lnTo>
                  <a:pt x="134350" y="408574"/>
                </a:lnTo>
                <a:lnTo>
                  <a:pt x="135397" y="332089"/>
                </a:lnTo>
                <a:lnTo>
                  <a:pt x="135577" y="303422"/>
                </a:lnTo>
                <a:lnTo>
                  <a:pt x="135580" y="250289"/>
                </a:lnTo>
                <a:lnTo>
                  <a:pt x="135445" y="220027"/>
                </a:lnTo>
                <a:lnTo>
                  <a:pt x="134966" y="181356"/>
                </a:lnTo>
                <a:lnTo>
                  <a:pt x="134112" y="144780"/>
                </a:lnTo>
                <a:lnTo>
                  <a:pt x="169164" y="166116"/>
                </a:lnTo>
                <a:lnTo>
                  <a:pt x="333755" y="166116"/>
                </a:lnTo>
                <a:lnTo>
                  <a:pt x="341376" y="173736"/>
                </a:lnTo>
                <a:lnTo>
                  <a:pt x="333063" y="181356"/>
                </a:lnTo>
                <a:lnTo>
                  <a:pt x="166116" y="181356"/>
                </a:lnTo>
                <a:lnTo>
                  <a:pt x="166116" y="274320"/>
                </a:lnTo>
                <a:lnTo>
                  <a:pt x="323138" y="274320"/>
                </a:lnTo>
                <a:lnTo>
                  <a:pt x="323163" y="289560"/>
                </a:lnTo>
                <a:lnTo>
                  <a:pt x="166116" y="289560"/>
                </a:lnTo>
                <a:lnTo>
                  <a:pt x="166116" y="388620"/>
                </a:lnTo>
                <a:lnTo>
                  <a:pt x="323859" y="388620"/>
                </a:lnTo>
                <a:lnTo>
                  <a:pt x="324196" y="403860"/>
                </a:lnTo>
                <a:lnTo>
                  <a:pt x="166116" y="403860"/>
                </a:lnTo>
                <a:lnTo>
                  <a:pt x="166116" y="429768"/>
                </a:lnTo>
                <a:lnTo>
                  <a:pt x="134112" y="446532"/>
                </a:lnTo>
                <a:close/>
              </a:path>
              <a:path w="480060" h="550544">
                <a:moveTo>
                  <a:pt x="323138" y="274320"/>
                </a:moveTo>
                <a:lnTo>
                  <a:pt x="291084" y="274320"/>
                </a:lnTo>
                <a:lnTo>
                  <a:pt x="291084" y="181356"/>
                </a:lnTo>
                <a:lnTo>
                  <a:pt x="333063" y="181356"/>
                </a:lnTo>
                <a:lnTo>
                  <a:pt x="323088" y="190500"/>
                </a:lnTo>
                <a:lnTo>
                  <a:pt x="323138" y="274320"/>
                </a:lnTo>
                <a:close/>
              </a:path>
              <a:path w="480060" h="550544">
                <a:moveTo>
                  <a:pt x="323859" y="388620"/>
                </a:moveTo>
                <a:lnTo>
                  <a:pt x="291084" y="388620"/>
                </a:lnTo>
                <a:lnTo>
                  <a:pt x="291084" y="289560"/>
                </a:lnTo>
                <a:lnTo>
                  <a:pt x="323163" y="289560"/>
                </a:lnTo>
                <a:lnTo>
                  <a:pt x="323185" y="303422"/>
                </a:lnTo>
                <a:lnTo>
                  <a:pt x="323417" y="349825"/>
                </a:lnTo>
                <a:lnTo>
                  <a:pt x="323859" y="388620"/>
                </a:lnTo>
                <a:close/>
              </a:path>
              <a:path w="480060" h="550544">
                <a:moveTo>
                  <a:pt x="291084" y="441960"/>
                </a:moveTo>
                <a:lnTo>
                  <a:pt x="291084" y="403860"/>
                </a:lnTo>
                <a:lnTo>
                  <a:pt x="324196" y="403860"/>
                </a:lnTo>
                <a:lnTo>
                  <a:pt x="324612" y="422148"/>
                </a:lnTo>
                <a:lnTo>
                  <a:pt x="291084" y="441960"/>
                </a:lnTo>
                <a:close/>
              </a:path>
              <a:path w="480060" h="550544">
                <a:moveTo>
                  <a:pt x="405384" y="550164"/>
                </a:moveTo>
                <a:lnTo>
                  <a:pt x="393954" y="531304"/>
                </a:lnTo>
                <a:lnTo>
                  <a:pt x="377952" y="515874"/>
                </a:lnTo>
                <a:lnTo>
                  <a:pt x="357378" y="503872"/>
                </a:lnTo>
                <a:lnTo>
                  <a:pt x="332232" y="495300"/>
                </a:lnTo>
                <a:lnTo>
                  <a:pt x="332232" y="484632"/>
                </a:lnTo>
                <a:lnTo>
                  <a:pt x="365926" y="489489"/>
                </a:lnTo>
                <a:lnTo>
                  <a:pt x="391477" y="492633"/>
                </a:lnTo>
                <a:lnTo>
                  <a:pt x="408741" y="494061"/>
                </a:lnTo>
                <a:lnTo>
                  <a:pt x="460301" y="494061"/>
                </a:lnTo>
                <a:lnTo>
                  <a:pt x="458724" y="502920"/>
                </a:lnTo>
                <a:lnTo>
                  <a:pt x="433959" y="535114"/>
                </a:lnTo>
                <a:lnTo>
                  <a:pt x="421100" y="542424"/>
                </a:lnTo>
                <a:lnTo>
                  <a:pt x="405384" y="550164"/>
                </a:lnTo>
                <a:close/>
              </a:path>
              <a:path w="480060" h="550544">
                <a:moveTo>
                  <a:pt x="103632" y="114300"/>
                </a:moveTo>
                <a:lnTo>
                  <a:pt x="102108" y="114300"/>
                </a:lnTo>
                <a:lnTo>
                  <a:pt x="98679" y="112609"/>
                </a:lnTo>
                <a:lnTo>
                  <a:pt x="95250" y="107632"/>
                </a:lnTo>
                <a:lnTo>
                  <a:pt x="91821" y="99512"/>
                </a:lnTo>
                <a:lnTo>
                  <a:pt x="88392" y="88392"/>
                </a:lnTo>
                <a:lnTo>
                  <a:pt x="80605" y="69532"/>
                </a:lnTo>
                <a:lnTo>
                  <a:pt x="70675" y="49530"/>
                </a:lnTo>
                <a:lnTo>
                  <a:pt x="58173" y="28384"/>
                </a:lnTo>
                <a:lnTo>
                  <a:pt x="42672" y="6095"/>
                </a:lnTo>
                <a:lnTo>
                  <a:pt x="50292" y="0"/>
                </a:lnTo>
                <a:lnTo>
                  <a:pt x="93726" y="29718"/>
                </a:lnTo>
                <a:lnTo>
                  <a:pt x="120396" y="59436"/>
                </a:lnTo>
                <a:lnTo>
                  <a:pt x="123444" y="67056"/>
                </a:lnTo>
                <a:lnTo>
                  <a:pt x="123444" y="73152"/>
                </a:lnTo>
                <a:lnTo>
                  <a:pt x="122872" y="80867"/>
                </a:lnTo>
                <a:lnTo>
                  <a:pt x="121158" y="88011"/>
                </a:lnTo>
                <a:lnTo>
                  <a:pt x="118300" y="94583"/>
                </a:lnTo>
                <a:lnTo>
                  <a:pt x="108204" y="109728"/>
                </a:lnTo>
                <a:lnTo>
                  <a:pt x="103632" y="114300"/>
                </a:lnTo>
                <a:close/>
              </a:path>
              <a:path w="480060" h="550544">
                <a:moveTo>
                  <a:pt x="0" y="547116"/>
                </a:moveTo>
                <a:lnTo>
                  <a:pt x="743" y="526060"/>
                </a:lnTo>
                <a:lnTo>
                  <a:pt x="1161" y="494538"/>
                </a:lnTo>
                <a:lnTo>
                  <a:pt x="1373" y="455676"/>
                </a:lnTo>
                <a:lnTo>
                  <a:pt x="1426" y="176296"/>
                </a:lnTo>
                <a:lnTo>
                  <a:pt x="1194" y="128747"/>
                </a:lnTo>
                <a:lnTo>
                  <a:pt x="743" y="94366"/>
                </a:lnTo>
                <a:lnTo>
                  <a:pt x="0" y="73152"/>
                </a:lnTo>
                <a:lnTo>
                  <a:pt x="56388" y="102108"/>
                </a:lnTo>
                <a:lnTo>
                  <a:pt x="35052" y="117348"/>
                </a:lnTo>
                <a:lnTo>
                  <a:pt x="35052" y="455676"/>
                </a:lnTo>
                <a:lnTo>
                  <a:pt x="35313" y="475107"/>
                </a:lnTo>
                <a:lnTo>
                  <a:pt x="36004" y="494538"/>
                </a:lnTo>
                <a:lnTo>
                  <a:pt x="36980" y="513969"/>
                </a:lnTo>
                <a:lnTo>
                  <a:pt x="38100" y="533400"/>
                </a:lnTo>
                <a:lnTo>
                  <a:pt x="0" y="547116"/>
                </a:lnTo>
                <a:close/>
              </a:path>
            </a:pathLst>
          </a:custGeom>
          <a:solidFill>
            <a:srgbClr val="3333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4515611" y="1292351"/>
            <a:ext cx="533400" cy="538480"/>
          </a:xfrm>
          <a:custGeom>
            <a:avLst/>
            <a:gdLst/>
            <a:ahLst/>
            <a:cxnLst/>
            <a:rect l="l" t="t" r="r" b="b"/>
            <a:pathLst>
              <a:path w="533400" h="538480">
                <a:moveTo>
                  <a:pt x="131064" y="103632"/>
                </a:moveTo>
                <a:lnTo>
                  <a:pt x="129540" y="103632"/>
                </a:lnTo>
                <a:lnTo>
                  <a:pt x="123872" y="101917"/>
                </a:lnTo>
                <a:lnTo>
                  <a:pt x="118491" y="96774"/>
                </a:lnTo>
                <a:lnTo>
                  <a:pt x="113680" y="88201"/>
                </a:lnTo>
                <a:lnTo>
                  <a:pt x="109728" y="76200"/>
                </a:lnTo>
                <a:lnTo>
                  <a:pt x="102560" y="60555"/>
                </a:lnTo>
                <a:lnTo>
                  <a:pt x="92392" y="43624"/>
                </a:lnTo>
                <a:lnTo>
                  <a:pt x="79081" y="25836"/>
                </a:lnTo>
                <a:lnTo>
                  <a:pt x="62484" y="7620"/>
                </a:lnTo>
                <a:lnTo>
                  <a:pt x="67056" y="0"/>
                </a:lnTo>
                <a:lnTo>
                  <a:pt x="102679" y="18288"/>
                </a:lnTo>
                <a:lnTo>
                  <a:pt x="136898" y="45743"/>
                </a:lnTo>
                <a:lnTo>
                  <a:pt x="147828" y="74676"/>
                </a:lnTo>
                <a:lnTo>
                  <a:pt x="147828" y="86868"/>
                </a:lnTo>
                <a:lnTo>
                  <a:pt x="146304" y="94488"/>
                </a:lnTo>
                <a:lnTo>
                  <a:pt x="134112" y="100584"/>
                </a:lnTo>
                <a:lnTo>
                  <a:pt x="131064" y="103632"/>
                </a:lnTo>
                <a:close/>
              </a:path>
              <a:path w="533400" h="538480">
                <a:moveTo>
                  <a:pt x="521208" y="30480"/>
                </a:moveTo>
                <a:lnTo>
                  <a:pt x="478536" y="30480"/>
                </a:lnTo>
                <a:lnTo>
                  <a:pt x="499871" y="9144"/>
                </a:lnTo>
                <a:lnTo>
                  <a:pt x="521208" y="30480"/>
                </a:lnTo>
                <a:close/>
              </a:path>
              <a:path w="533400" h="538480">
                <a:moveTo>
                  <a:pt x="155448" y="537972"/>
                </a:moveTo>
                <a:lnTo>
                  <a:pt x="150876" y="531876"/>
                </a:lnTo>
                <a:lnTo>
                  <a:pt x="177369" y="489618"/>
                </a:lnTo>
                <a:lnTo>
                  <a:pt x="198229" y="445093"/>
                </a:lnTo>
                <a:lnTo>
                  <a:pt x="213311" y="398227"/>
                </a:lnTo>
                <a:lnTo>
                  <a:pt x="222467" y="348947"/>
                </a:lnTo>
                <a:lnTo>
                  <a:pt x="225552" y="297180"/>
                </a:lnTo>
                <a:lnTo>
                  <a:pt x="225552" y="124968"/>
                </a:lnTo>
                <a:lnTo>
                  <a:pt x="225290" y="101560"/>
                </a:lnTo>
                <a:lnTo>
                  <a:pt x="224599" y="74866"/>
                </a:lnTo>
                <a:lnTo>
                  <a:pt x="223542" y="42672"/>
                </a:lnTo>
                <a:lnTo>
                  <a:pt x="222503" y="12192"/>
                </a:lnTo>
                <a:lnTo>
                  <a:pt x="259079" y="30480"/>
                </a:lnTo>
                <a:lnTo>
                  <a:pt x="521208" y="30480"/>
                </a:lnTo>
                <a:lnTo>
                  <a:pt x="533400" y="42672"/>
                </a:lnTo>
                <a:lnTo>
                  <a:pt x="529742" y="45720"/>
                </a:lnTo>
                <a:lnTo>
                  <a:pt x="252984" y="45720"/>
                </a:lnTo>
                <a:lnTo>
                  <a:pt x="253090" y="263651"/>
                </a:lnTo>
                <a:lnTo>
                  <a:pt x="253379" y="308983"/>
                </a:lnTo>
                <a:lnTo>
                  <a:pt x="247000" y="365703"/>
                </a:lnTo>
                <a:lnTo>
                  <a:pt x="233934" y="417004"/>
                </a:lnTo>
                <a:lnTo>
                  <a:pt x="214263" y="462844"/>
                </a:lnTo>
                <a:lnTo>
                  <a:pt x="188072" y="503181"/>
                </a:lnTo>
                <a:lnTo>
                  <a:pt x="155448" y="537972"/>
                </a:lnTo>
                <a:close/>
              </a:path>
              <a:path w="533400" h="538480">
                <a:moveTo>
                  <a:pt x="381000" y="129540"/>
                </a:moveTo>
                <a:lnTo>
                  <a:pt x="352044" y="129540"/>
                </a:lnTo>
                <a:lnTo>
                  <a:pt x="351782" y="106370"/>
                </a:lnTo>
                <a:lnTo>
                  <a:pt x="351091" y="84772"/>
                </a:lnTo>
                <a:lnTo>
                  <a:pt x="350079" y="64008"/>
                </a:lnTo>
                <a:lnTo>
                  <a:pt x="348996" y="45720"/>
                </a:lnTo>
                <a:lnTo>
                  <a:pt x="356616" y="45720"/>
                </a:lnTo>
                <a:lnTo>
                  <a:pt x="397764" y="64008"/>
                </a:lnTo>
                <a:lnTo>
                  <a:pt x="381000" y="79248"/>
                </a:lnTo>
                <a:lnTo>
                  <a:pt x="381000" y="129540"/>
                </a:lnTo>
                <a:close/>
              </a:path>
              <a:path w="533400" h="538480">
                <a:moveTo>
                  <a:pt x="514825" y="486465"/>
                </a:moveTo>
                <a:lnTo>
                  <a:pt x="462962" y="486465"/>
                </a:lnTo>
                <a:lnTo>
                  <a:pt x="472440" y="486156"/>
                </a:lnTo>
                <a:lnTo>
                  <a:pt x="480060" y="484632"/>
                </a:lnTo>
                <a:lnTo>
                  <a:pt x="483108" y="478536"/>
                </a:lnTo>
                <a:lnTo>
                  <a:pt x="483108" y="45720"/>
                </a:lnTo>
                <a:lnTo>
                  <a:pt x="529742" y="45720"/>
                </a:lnTo>
                <a:lnTo>
                  <a:pt x="515112" y="57912"/>
                </a:lnTo>
                <a:lnTo>
                  <a:pt x="515057" y="482512"/>
                </a:lnTo>
                <a:lnTo>
                  <a:pt x="514825" y="486465"/>
                </a:lnTo>
                <a:close/>
              </a:path>
              <a:path w="533400" h="538480">
                <a:moveTo>
                  <a:pt x="292608" y="150876"/>
                </a:moveTo>
                <a:lnTo>
                  <a:pt x="269748" y="129540"/>
                </a:lnTo>
                <a:lnTo>
                  <a:pt x="406908" y="129540"/>
                </a:lnTo>
                <a:lnTo>
                  <a:pt x="431292" y="105156"/>
                </a:lnTo>
                <a:lnTo>
                  <a:pt x="466344" y="143256"/>
                </a:lnTo>
                <a:lnTo>
                  <a:pt x="348996" y="143256"/>
                </a:lnTo>
                <a:lnTo>
                  <a:pt x="334184" y="143803"/>
                </a:lnTo>
                <a:lnTo>
                  <a:pt x="319659" y="145351"/>
                </a:lnTo>
                <a:lnTo>
                  <a:pt x="305704" y="147756"/>
                </a:lnTo>
                <a:lnTo>
                  <a:pt x="292608" y="150876"/>
                </a:lnTo>
                <a:close/>
              </a:path>
              <a:path w="533400" h="538480">
                <a:moveTo>
                  <a:pt x="381000" y="210312"/>
                </a:moveTo>
                <a:lnTo>
                  <a:pt x="352044" y="210312"/>
                </a:lnTo>
                <a:lnTo>
                  <a:pt x="352044" y="143256"/>
                </a:lnTo>
                <a:lnTo>
                  <a:pt x="381000" y="143256"/>
                </a:lnTo>
                <a:lnTo>
                  <a:pt x="381000" y="210312"/>
                </a:lnTo>
                <a:close/>
              </a:path>
              <a:path w="533400" h="538480">
                <a:moveTo>
                  <a:pt x="21336" y="201168"/>
                </a:moveTo>
                <a:lnTo>
                  <a:pt x="0" y="179832"/>
                </a:lnTo>
                <a:lnTo>
                  <a:pt x="88392" y="179832"/>
                </a:lnTo>
                <a:lnTo>
                  <a:pt x="112776" y="155448"/>
                </a:lnTo>
                <a:lnTo>
                  <a:pt x="146304" y="188976"/>
                </a:lnTo>
                <a:lnTo>
                  <a:pt x="139653" y="193548"/>
                </a:lnTo>
                <a:lnTo>
                  <a:pt x="79248" y="193548"/>
                </a:lnTo>
                <a:lnTo>
                  <a:pt x="63769" y="194095"/>
                </a:lnTo>
                <a:lnTo>
                  <a:pt x="49149" y="195643"/>
                </a:lnTo>
                <a:lnTo>
                  <a:pt x="35099" y="198048"/>
                </a:lnTo>
                <a:lnTo>
                  <a:pt x="21336" y="201168"/>
                </a:lnTo>
                <a:close/>
              </a:path>
              <a:path w="533400" h="538480">
                <a:moveTo>
                  <a:pt x="277367" y="231648"/>
                </a:moveTo>
                <a:lnTo>
                  <a:pt x="256032" y="210312"/>
                </a:lnTo>
                <a:lnTo>
                  <a:pt x="416052" y="210312"/>
                </a:lnTo>
                <a:lnTo>
                  <a:pt x="441960" y="184403"/>
                </a:lnTo>
                <a:lnTo>
                  <a:pt x="481584" y="225551"/>
                </a:lnTo>
                <a:lnTo>
                  <a:pt x="335280" y="225551"/>
                </a:lnTo>
                <a:lnTo>
                  <a:pt x="319801" y="225861"/>
                </a:lnTo>
                <a:lnTo>
                  <a:pt x="305181" y="226885"/>
                </a:lnTo>
                <a:lnTo>
                  <a:pt x="291131" y="228766"/>
                </a:lnTo>
                <a:lnTo>
                  <a:pt x="277367" y="231648"/>
                </a:lnTo>
                <a:close/>
              </a:path>
              <a:path w="533400" h="538480">
                <a:moveTo>
                  <a:pt x="109728" y="486156"/>
                </a:moveTo>
                <a:lnTo>
                  <a:pt x="80772" y="452628"/>
                </a:lnTo>
                <a:lnTo>
                  <a:pt x="85653" y="444603"/>
                </a:lnTo>
                <a:lnTo>
                  <a:pt x="88963" y="436435"/>
                </a:lnTo>
                <a:lnTo>
                  <a:pt x="90844" y="427982"/>
                </a:lnTo>
                <a:lnTo>
                  <a:pt x="91337" y="420624"/>
                </a:lnTo>
                <a:lnTo>
                  <a:pt x="91440" y="193548"/>
                </a:lnTo>
                <a:lnTo>
                  <a:pt x="139653" y="193548"/>
                </a:lnTo>
                <a:lnTo>
                  <a:pt x="121920" y="205739"/>
                </a:lnTo>
                <a:lnTo>
                  <a:pt x="121920" y="419100"/>
                </a:lnTo>
                <a:lnTo>
                  <a:pt x="157063" y="419100"/>
                </a:lnTo>
                <a:lnTo>
                  <a:pt x="143065" y="438150"/>
                </a:lnTo>
                <a:lnTo>
                  <a:pt x="123182" y="466153"/>
                </a:lnTo>
                <a:lnTo>
                  <a:pt x="109728" y="486156"/>
                </a:lnTo>
                <a:close/>
              </a:path>
              <a:path w="533400" h="538480">
                <a:moveTo>
                  <a:pt x="297179" y="449580"/>
                </a:moveTo>
                <a:lnTo>
                  <a:pt x="298061" y="426696"/>
                </a:lnTo>
                <a:lnTo>
                  <a:pt x="298509" y="403859"/>
                </a:lnTo>
                <a:lnTo>
                  <a:pt x="298610" y="390144"/>
                </a:lnTo>
                <a:lnTo>
                  <a:pt x="298680" y="332613"/>
                </a:lnTo>
                <a:lnTo>
                  <a:pt x="298516" y="308983"/>
                </a:lnTo>
                <a:lnTo>
                  <a:pt x="298061" y="284607"/>
                </a:lnTo>
                <a:lnTo>
                  <a:pt x="297179" y="260603"/>
                </a:lnTo>
                <a:lnTo>
                  <a:pt x="327660" y="281939"/>
                </a:lnTo>
                <a:lnTo>
                  <a:pt x="437388" y="281939"/>
                </a:lnTo>
                <a:lnTo>
                  <a:pt x="448056" y="292608"/>
                </a:lnTo>
                <a:lnTo>
                  <a:pt x="442468" y="297180"/>
                </a:lnTo>
                <a:lnTo>
                  <a:pt x="327660" y="297180"/>
                </a:lnTo>
                <a:lnTo>
                  <a:pt x="327660" y="390144"/>
                </a:lnTo>
                <a:lnTo>
                  <a:pt x="431739" y="390144"/>
                </a:lnTo>
                <a:lnTo>
                  <a:pt x="431881" y="398227"/>
                </a:lnTo>
                <a:lnTo>
                  <a:pt x="431975" y="402145"/>
                </a:lnTo>
                <a:lnTo>
                  <a:pt x="432053" y="403859"/>
                </a:lnTo>
                <a:lnTo>
                  <a:pt x="327660" y="403859"/>
                </a:lnTo>
                <a:lnTo>
                  <a:pt x="327660" y="435864"/>
                </a:lnTo>
                <a:lnTo>
                  <a:pt x="297179" y="449580"/>
                </a:lnTo>
                <a:close/>
              </a:path>
              <a:path w="533400" h="538480">
                <a:moveTo>
                  <a:pt x="437388" y="281939"/>
                </a:moveTo>
                <a:lnTo>
                  <a:pt x="399288" y="281939"/>
                </a:lnTo>
                <a:lnTo>
                  <a:pt x="419100" y="263651"/>
                </a:lnTo>
                <a:lnTo>
                  <a:pt x="437388" y="281939"/>
                </a:lnTo>
                <a:close/>
              </a:path>
              <a:path w="533400" h="538480">
                <a:moveTo>
                  <a:pt x="431739" y="390144"/>
                </a:moveTo>
                <a:lnTo>
                  <a:pt x="402336" y="390144"/>
                </a:lnTo>
                <a:lnTo>
                  <a:pt x="402336" y="297180"/>
                </a:lnTo>
                <a:lnTo>
                  <a:pt x="442468" y="297180"/>
                </a:lnTo>
                <a:lnTo>
                  <a:pt x="431292" y="306324"/>
                </a:lnTo>
                <a:lnTo>
                  <a:pt x="431391" y="358140"/>
                </a:lnTo>
                <a:lnTo>
                  <a:pt x="431482" y="375475"/>
                </a:lnTo>
                <a:lnTo>
                  <a:pt x="431739" y="390144"/>
                </a:lnTo>
                <a:close/>
              </a:path>
              <a:path w="533400" h="538480">
                <a:moveTo>
                  <a:pt x="157063" y="419100"/>
                </a:moveTo>
                <a:lnTo>
                  <a:pt x="121920" y="419100"/>
                </a:lnTo>
                <a:lnTo>
                  <a:pt x="196596" y="352044"/>
                </a:lnTo>
                <a:lnTo>
                  <a:pt x="202692" y="358140"/>
                </a:lnTo>
                <a:lnTo>
                  <a:pt x="169521" y="402145"/>
                </a:lnTo>
                <a:lnTo>
                  <a:pt x="157063" y="419100"/>
                </a:lnTo>
                <a:close/>
              </a:path>
              <a:path w="533400" h="538480">
                <a:moveTo>
                  <a:pt x="402336" y="435864"/>
                </a:moveTo>
                <a:lnTo>
                  <a:pt x="402336" y="403859"/>
                </a:lnTo>
                <a:lnTo>
                  <a:pt x="432053" y="403859"/>
                </a:lnTo>
                <a:lnTo>
                  <a:pt x="432816" y="420624"/>
                </a:lnTo>
                <a:lnTo>
                  <a:pt x="402336" y="435864"/>
                </a:lnTo>
                <a:close/>
              </a:path>
              <a:path w="533400" h="538480">
                <a:moveTo>
                  <a:pt x="473964" y="537972"/>
                </a:moveTo>
                <a:lnTo>
                  <a:pt x="462534" y="522017"/>
                </a:lnTo>
                <a:lnTo>
                  <a:pt x="444246" y="508635"/>
                </a:lnTo>
                <a:lnTo>
                  <a:pt x="419100" y="498109"/>
                </a:lnTo>
                <a:lnTo>
                  <a:pt x="387096" y="490728"/>
                </a:lnTo>
                <a:lnTo>
                  <a:pt x="387096" y="478536"/>
                </a:lnTo>
                <a:lnTo>
                  <a:pt x="420576" y="482512"/>
                </a:lnTo>
                <a:lnTo>
                  <a:pt x="445770" y="485203"/>
                </a:lnTo>
                <a:lnTo>
                  <a:pt x="462962" y="486465"/>
                </a:lnTo>
                <a:lnTo>
                  <a:pt x="514825" y="486465"/>
                </a:lnTo>
                <a:lnTo>
                  <a:pt x="514540" y="491323"/>
                </a:lnTo>
                <a:lnTo>
                  <a:pt x="493395" y="526542"/>
                </a:lnTo>
                <a:lnTo>
                  <a:pt x="484536" y="532257"/>
                </a:lnTo>
                <a:lnTo>
                  <a:pt x="473964" y="537972"/>
                </a:lnTo>
                <a:close/>
              </a:path>
            </a:pathLst>
          </a:custGeom>
          <a:solidFill>
            <a:srgbClr val="3333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5120640" y="1271016"/>
            <a:ext cx="554990" cy="563880"/>
          </a:xfrm>
          <a:custGeom>
            <a:avLst/>
            <a:gdLst/>
            <a:ahLst/>
            <a:cxnLst/>
            <a:rect l="l" t="t" r="r" b="b"/>
            <a:pathLst>
              <a:path w="554989" h="563880">
                <a:moveTo>
                  <a:pt x="315468" y="83819"/>
                </a:moveTo>
                <a:lnTo>
                  <a:pt x="301752" y="83819"/>
                </a:lnTo>
                <a:lnTo>
                  <a:pt x="300085" y="76676"/>
                </a:lnTo>
                <a:lnTo>
                  <a:pt x="297561" y="68960"/>
                </a:lnTo>
                <a:lnTo>
                  <a:pt x="278130" y="32194"/>
                </a:lnTo>
                <a:lnTo>
                  <a:pt x="256032" y="4571"/>
                </a:lnTo>
                <a:lnTo>
                  <a:pt x="263652" y="0"/>
                </a:lnTo>
                <a:lnTo>
                  <a:pt x="306895" y="20573"/>
                </a:lnTo>
                <a:lnTo>
                  <a:pt x="335280" y="50291"/>
                </a:lnTo>
                <a:lnTo>
                  <a:pt x="335280" y="51815"/>
                </a:lnTo>
                <a:lnTo>
                  <a:pt x="334113" y="59602"/>
                </a:lnTo>
                <a:lnTo>
                  <a:pt x="330517" y="67246"/>
                </a:lnTo>
                <a:lnTo>
                  <a:pt x="324350" y="75176"/>
                </a:lnTo>
                <a:lnTo>
                  <a:pt x="315468" y="83819"/>
                </a:lnTo>
                <a:close/>
              </a:path>
              <a:path w="554989" h="563880">
                <a:moveTo>
                  <a:pt x="539053" y="83819"/>
                </a:moveTo>
                <a:lnTo>
                  <a:pt x="470916" y="83819"/>
                </a:lnTo>
                <a:lnTo>
                  <a:pt x="504444" y="50291"/>
                </a:lnTo>
                <a:lnTo>
                  <a:pt x="539053" y="83819"/>
                </a:lnTo>
                <a:close/>
              </a:path>
              <a:path w="554989" h="563880">
                <a:moveTo>
                  <a:pt x="7620" y="563879"/>
                </a:moveTo>
                <a:lnTo>
                  <a:pt x="0" y="559308"/>
                </a:lnTo>
                <a:lnTo>
                  <a:pt x="21740" y="517374"/>
                </a:lnTo>
                <a:lnTo>
                  <a:pt x="39052" y="474154"/>
                </a:lnTo>
                <a:lnTo>
                  <a:pt x="52077" y="430077"/>
                </a:lnTo>
                <a:lnTo>
                  <a:pt x="60960" y="385572"/>
                </a:lnTo>
                <a:lnTo>
                  <a:pt x="66960" y="339590"/>
                </a:lnTo>
                <a:lnTo>
                  <a:pt x="71247" y="293179"/>
                </a:lnTo>
                <a:lnTo>
                  <a:pt x="73818" y="246483"/>
                </a:lnTo>
                <a:lnTo>
                  <a:pt x="74676" y="199643"/>
                </a:lnTo>
                <a:lnTo>
                  <a:pt x="75171" y="146303"/>
                </a:lnTo>
                <a:lnTo>
                  <a:pt x="74866" y="117538"/>
                </a:lnTo>
                <a:lnTo>
                  <a:pt x="73604" y="85415"/>
                </a:lnTo>
                <a:lnTo>
                  <a:pt x="71628" y="59435"/>
                </a:lnTo>
                <a:lnTo>
                  <a:pt x="112776" y="83819"/>
                </a:lnTo>
                <a:lnTo>
                  <a:pt x="539053" y="83819"/>
                </a:lnTo>
                <a:lnTo>
                  <a:pt x="553212" y="97535"/>
                </a:lnTo>
                <a:lnTo>
                  <a:pt x="109728" y="97535"/>
                </a:lnTo>
                <a:lnTo>
                  <a:pt x="109992" y="155662"/>
                </a:lnTo>
                <a:lnTo>
                  <a:pt x="108775" y="225551"/>
                </a:lnTo>
                <a:lnTo>
                  <a:pt x="106073" y="277677"/>
                </a:lnTo>
                <a:lnTo>
                  <a:pt x="102108" y="321564"/>
                </a:lnTo>
                <a:lnTo>
                  <a:pt x="95559" y="360140"/>
                </a:lnTo>
                <a:lnTo>
                  <a:pt x="77890" y="428720"/>
                </a:lnTo>
                <a:lnTo>
                  <a:pt x="54554" y="486727"/>
                </a:lnTo>
                <a:lnTo>
                  <a:pt x="24407" y="539305"/>
                </a:lnTo>
                <a:lnTo>
                  <a:pt x="7620" y="563879"/>
                </a:lnTo>
                <a:close/>
              </a:path>
              <a:path w="554989" h="563880">
                <a:moveTo>
                  <a:pt x="256032" y="185927"/>
                </a:moveTo>
                <a:lnTo>
                  <a:pt x="225552" y="185927"/>
                </a:lnTo>
                <a:lnTo>
                  <a:pt x="225290" y="167997"/>
                </a:lnTo>
                <a:lnTo>
                  <a:pt x="224599" y="148780"/>
                </a:lnTo>
                <a:lnTo>
                  <a:pt x="223599" y="128277"/>
                </a:lnTo>
                <a:lnTo>
                  <a:pt x="222504" y="108203"/>
                </a:lnTo>
                <a:lnTo>
                  <a:pt x="275844" y="134112"/>
                </a:lnTo>
                <a:lnTo>
                  <a:pt x="256032" y="146303"/>
                </a:lnTo>
                <a:lnTo>
                  <a:pt x="256032" y="185927"/>
                </a:lnTo>
                <a:close/>
              </a:path>
              <a:path w="554989" h="563880">
                <a:moveTo>
                  <a:pt x="420624" y="185927"/>
                </a:moveTo>
                <a:lnTo>
                  <a:pt x="390144" y="185927"/>
                </a:lnTo>
                <a:lnTo>
                  <a:pt x="389902" y="167997"/>
                </a:lnTo>
                <a:lnTo>
                  <a:pt x="389847" y="165544"/>
                </a:lnTo>
                <a:lnTo>
                  <a:pt x="389246" y="148780"/>
                </a:lnTo>
                <a:lnTo>
                  <a:pt x="389142" y="146303"/>
                </a:lnTo>
                <a:lnTo>
                  <a:pt x="388215" y="128277"/>
                </a:lnTo>
                <a:lnTo>
                  <a:pt x="387096" y="109727"/>
                </a:lnTo>
                <a:lnTo>
                  <a:pt x="441960" y="134112"/>
                </a:lnTo>
                <a:lnTo>
                  <a:pt x="420624" y="147827"/>
                </a:lnTo>
                <a:lnTo>
                  <a:pt x="420624" y="185927"/>
                </a:lnTo>
                <a:close/>
              </a:path>
              <a:path w="554989" h="563880">
                <a:moveTo>
                  <a:pt x="134112" y="205739"/>
                </a:moveTo>
                <a:lnTo>
                  <a:pt x="114300" y="185927"/>
                </a:lnTo>
                <a:lnTo>
                  <a:pt x="466344" y="185927"/>
                </a:lnTo>
                <a:lnTo>
                  <a:pt x="498348" y="155447"/>
                </a:lnTo>
                <a:lnTo>
                  <a:pt x="542544" y="201167"/>
                </a:lnTo>
                <a:lnTo>
                  <a:pt x="163068" y="201167"/>
                </a:lnTo>
                <a:lnTo>
                  <a:pt x="134112" y="205739"/>
                </a:lnTo>
                <a:close/>
              </a:path>
              <a:path w="554989" h="563880">
                <a:moveTo>
                  <a:pt x="222504" y="310895"/>
                </a:moveTo>
                <a:lnTo>
                  <a:pt x="224599" y="259460"/>
                </a:lnTo>
                <a:lnTo>
                  <a:pt x="225552" y="201167"/>
                </a:lnTo>
                <a:lnTo>
                  <a:pt x="256032" y="201167"/>
                </a:lnTo>
                <a:lnTo>
                  <a:pt x="256032" y="269747"/>
                </a:lnTo>
                <a:lnTo>
                  <a:pt x="422156" y="269747"/>
                </a:lnTo>
                <a:lnTo>
                  <a:pt x="422552" y="277677"/>
                </a:lnTo>
                <a:lnTo>
                  <a:pt x="423163" y="284987"/>
                </a:lnTo>
                <a:lnTo>
                  <a:pt x="256032" y="284987"/>
                </a:lnTo>
                <a:lnTo>
                  <a:pt x="256032" y="297179"/>
                </a:lnTo>
                <a:lnTo>
                  <a:pt x="222504" y="310895"/>
                </a:lnTo>
                <a:close/>
              </a:path>
              <a:path w="554989" h="563880">
                <a:moveTo>
                  <a:pt x="422156" y="269747"/>
                </a:moveTo>
                <a:lnTo>
                  <a:pt x="390144" y="269747"/>
                </a:lnTo>
                <a:lnTo>
                  <a:pt x="390144" y="201167"/>
                </a:lnTo>
                <a:lnTo>
                  <a:pt x="420624" y="201167"/>
                </a:lnTo>
                <a:lnTo>
                  <a:pt x="420885" y="232576"/>
                </a:lnTo>
                <a:lnTo>
                  <a:pt x="421576" y="258127"/>
                </a:lnTo>
                <a:lnTo>
                  <a:pt x="422156" y="269747"/>
                </a:lnTo>
                <a:close/>
              </a:path>
              <a:path w="554989" h="563880">
                <a:moveTo>
                  <a:pt x="390144" y="306323"/>
                </a:moveTo>
                <a:lnTo>
                  <a:pt x="390144" y="284987"/>
                </a:lnTo>
                <a:lnTo>
                  <a:pt x="423163" y="284987"/>
                </a:lnTo>
                <a:lnTo>
                  <a:pt x="423672" y="291083"/>
                </a:lnTo>
                <a:lnTo>
                  <a:pt x="390144" y="306323"/>
                </a:lnTo>
                <a:close/>
              </a:path>
              <a:path w="554989" h="563880">
                <a:moveTo>
                  <a:pt x="179832" y="353568"/>
                </a:moveTo>
                <a:lnTo>
                  <a:pt x="160020" y="335280"/>
                </a:lnTo>
                <a:lnTo>
                  <a:pt x="411480" y="335280"/>
                </a:lnTo>
                <a:lnTo>
                  <a:pt x="432816" y="313943"/>
                </a:lnTo>
                <a:lnTo>
                  <a:pt x="469392" y="348996"/>
                </a:lnTo>
                <a:lnTo>
                  <a:pt x="201168" y="348996"/>
                </a:lnTo>
                <a:lnTo>
                  <a:pt x="179832" y="353568"/>
                </a:lnTo>
                <a:close/>
              </a:path>
              <a:path w="554989" h="563880">
                <a:moveTo>
                  <a:pt x="80772" y="563879"/>
                </a:moveTo>
                <a:lnTo>
                  <a:pt x="79248" y="554736"/>
                </a:lnTo>
                <a:lnTo>
                  <a:pt x="128637" y="543604"/>
                </a:lnTo>
                <a:lnTo>
                  <a:pt x="176271" y="528596"/>
                </a:lnTo>
                <a:lnTo>
                  <a:pt x="222223" y="509857"/>
                </a:lnTo>
                <a:lnTo>
                  <a:pt x="266565" y="487533"/>
                </a:lnTo>
                <a:lnTo>
                  <a:pt x="309372" y="461772"/>
                </a:lnTo>
                <a:lnTo>
                  <a:pt x="286845" y="437507"/>
                </a:lnTo>
                <a:lnTo>
                  <a:pt x="265176" y="410527"/>
                </a:lnTo>
                <a:lnTo>
                  <a:pt x="244649" y="380976"/>
                </a:lnTo>
                <a:lnTo>
                  <a:pt x="225552" y="348996"/>
                </a:lnTo>
                <a:lnTo>
                  <a:pt x="236220" y="348996"/>
                </a:lnTo>
                <a:lnTo>
                  <a:pt x="259080" y="378142"/>
                </a:lnTo>
                <a:lnTo>
                  <a:pt x="281940" y="403860"/>
                </a:lnTo>
                <a:lnTo>
                  <a:pt x="304800" y="426148"/>
                </a:lnTo>
                <a:lnTo>
                  <a:pt x="327660" y="445008"/>
                </a:lnTo>
                <a:lnTo>
                  <a:pt x="372095" y="445008"/>
                </a:lnTo>
                <a:lnTo>
                  <a:pt x="352044" y="463296"/>
                </a:lnTo>
                <a:lnTo>
                  <a:pt x="390081" y="483108"/>
                </a:lnTo>
                <a:lnTo>
                  <a:pt x="330708" y="483108"/>
                </a:lnTo>
                <a:lnTo>
                  <a:pt x="283500" y="506870"/>
                </a:lnTo>
                <a:lnTo>
                  <a:pt x="235049" y="526901"/>
                </a:lnTo>
                <a:lnTo>
                  <a:pt x="185208" y="543129"/>
                </a:lnTo>
                <a:lnTo>
                  <a:pt x="133831" y="555479"/>
                </a:lnTo>
                <a:lnTo>
                  <a:pt x="80772" y="563879"/>
                </a:lnTo>
                <a:close/>
              </a:path>
              <a:path w="554989" h="563880">
                <a:moveTo>
                  <a:pt x="372095" y="445008"/>
                </a:moveTo>
                <a:lnTo>
                  <a:pt x="327660" y="445008"/>
                </a:lnTo>
                <a:lnTo>
                  <a:pt x="350781" y="421862"/>
                </a:lnTo>
                <a:lnTo>
                  <a:pt x="372046" y="398145"/>
                </a:lnTo>
                <a:lnTo>
                  <a:pt x="391310" y="373856"/>
                </a:lnTo>
                <a:lnTo>
                  <a:pt x="408432" y="348996"/>
                </a:lnTo>
                <a:lnTo>
                  <a:pt x="469392" y="348996"/>
                </a:lnTo>
                <a:lnTo>
                  <a:pt x="445008" y="361188"/>
                </a:lnTo>
                <a:lnTo>
                  <a:pt x="418695" y="393430"/>
                </a:lnTo>
                <a:lnTo>
                  <a:pt x="394525" y="421386"/>
                </a:lnTo>
                <a:lnTo>
                  <a:pt x="372356" y="444769"/>
                </a:lnTo>
                <a:lnTo>
                  <a:pt x="372095" y="445008"/>
                </a:lnTo>
                <a:close/>
              </a:path>
              <a:path w="554989" h="563880">
                <a:moveTo>
                  <a:pt x="509016" y="557784"/>
                </a:moveTo>
                <a:lnTo>
                  <a:pt x="455866" y="544615"/>
                </a:lnTo>
                <a:lnTo>
                  <a:pt x="408432" y="527875"/>
                </a:lnTo>
                <a:lnTo>
                  <a:pt x="366712" y="507420"/>
                </a:lnTo>
                <a:lnTo>
                  <a:pt x="330708" y="483108"/>
                </a:lnTo>
                <a:lnTo>
                  <a:pt x="390081" y="483108"/>
                </a:lnTo>
                <a:lnTo>
                  <a:pt x="393144" y="484703"/>
                </a:lnTo>
                <a:lnTo>
                  <a:pt x="440817" y="500824"/>
                </a:lnTo>
                <a:lnTo>
                  <a:pt x="494776" y="511516"/>
                </a:lnTo>
                <a:lnTo>
                  <a:pt x="554736" y="516636"/>
                </a:lnTo>
                <a:lnTo>
                  <a:pt x="554736" y="525779"/>
                </a:lnTo>
                <a:lnTo>
                  <a:pt x="538162" y="530352"/>
                </a:lnTo>
                <a:lnTo>
                  <a:pt x="525018" y="537210"/>
                </a:lnTo>
                <a:lnTo>
                  <a:pt x="515302" y="546354"/>
                </a:lnTo>
                <a:lnTo>
                  <a:pt x="509016" y="557784"/>
                </a:lnTo>
                <a:close/>
              </a:path>
            </a:pathLst>
          </a:custGeom>
          <a:solidFill>
            <a:srgbClr val="3333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5804915" y="1280160"/>
            <a:ext cx="447040" cy="548640"/>
          </a:xfrm>
          <a:custGeom>
            <a:avLst/>
            <a:gdLst/>
            <a:ahLst/>
            <a:cxnLst/>
            <a:rect l="l" t="t" r="r" b="b"/>
            <a:pathLst>
              <a:path w="447039" h="548639">
                <a:moveTo>
                  <a:pt x="103632" y="117348"/>
                </a:moveTo>
                <a:lnTo>
                  <a:pt x="100584" y="117348"/>
                </a:lnTo>
                <a:lnTo>
                  <a:pt x="96059" y="115943"/>
                </a:lnTo>
                <a:lnTo>
                  <a:pt x="91821" y="111823"/>
                </a:lnTo>
                <a:lnTo>
                  <a:pt x="88153" y="105132"/>
                </a:lnTo>
                <a:lnTo>
                  <a:pt x="85344" y="96012"/>
                </a:lnTo>
                <a:lnTo>
                  <a:pt x="78176" y="76581"/>
                </a:lnTo>
                <a:lnTo>
                  <a:pt x="68008" y="54864"/>
                </a:lnTo>
                <a:lnTo>
                  <a:pt x="54697" y="30861"/>
                </a:lnTo>
                <a:lnTo>
                  <a:pt x="38100" y="4572"/>
                </a:lnTo>
                <a:lnTo>
                  <a:pt x="45720" y="0"/>
                </a:lnTo>
                <a:lnTo>
                  <a:pt x="84391" y="24384"/>
                </a:lnTo>
                <a:lnTo>
                  <a:pt x="115085" y="53030"/>
                </a:lnTo>
                <a:lnTo>
                  <a:pt x="123444" y="74676"/>
                </a:lnTo>
                <a:lnTo>
                  <a:pt x="122866" y="80700"/>
                </a:lnTo>
                <a:lnTo>
                  <a:pt x="121158" y="87249"/>
                </a:lnTo>
                <a:lnTo>
                  <a:pt x="118300" y="94392"/>
                </a:lnTo>
                <a:lnTo>
                  <a:pt x="114300" y="102108"/>
                </a:lnTo>
                <a:lnTo>
                  <a:pt x="108204" y="112776"/>
                </a:lnTo>
                <a:lnTo>
                  <a:pt x="103632" y="117348"/>
                </a:lnTo>
                <a:close/>
              </a:path>
              <a:path w="447039" h="548639">
                <a:moveTo>
                  <a:pt x="201168" y="83820"/>
                </a:moveTo>
                <a:lnTo>
                  <a:pt x="179831" y="62484"/>
                </a:lnTo>
                <a:lnTo>
                  <a:pt x="387096" y="62484"/>
                </a:lnTo>
                <a:lnTo>
                  <a:pt x="406908" y="33528"/>
                </a:lnTo>
                <a:lnTo>
                  <a:pt x="446532" y="67056"/>
                </a:lnTo>
                <a:lnTo>
                  <a:pt x="436684" y="76200"/>
                </a:lnTo>
                <a:lnTo>
                  <a:pt x="257556" y="76200"/>
                </a:lnTo>
                <a:lnTo>
                  <a:pt x="242744" y="76747"/>
                </a:lnTo>
                <a:lnTo>
                  <a:pt x="228219" y="78295"/>
                </a:lnTo>
                <a:lnTo>
                  <a:pt x="214264" y="80700"/>
                </a:lnTo>
                <a:lnTo>
                  <a:pt x="201168" y="83820"/>
                </a:lnTo>
                <a:close/>
              </a:path>
              <a:path w="447039" h="548639">
                <a:moveTo>
                  <a:pt x="423940" y="486156"/>
                </a:moveTo>
                <a:lnTo>
                  <a:pt x="362712" y="486156"/>
                </a:lnTo>
                <a:lnTo>
                  <a:pt x="374713" y="485846"/>
                </a:lnTo>
                <a:lnTo>
                  <a:pt x="383286" y="482536"/>
                </a:lnTo>
                <a:lnTo>
                  <a:pt x="388429" y="476083"/>
                </a:lnTo>
                <a:lnTo>
                  <a:pt x="390144" y="466344"/>
                </a:lnTo>
                <a:lnTo>
                  <a:pt x="390144" y="76200"/>
                </a:lnTo>
                <a:lnTo>
                  <a:pt x="436684" y="76200"/>
                </a:lnTo>
                <a:lnTo>
                  <a:pt x="425196" y="86868"/>
                </a:lnTo>
                <a:lnTo>
                  <a:pt x="425196" y="473964"/>
                </a:lnTo>
                <a:lnTo>
                  <a:pt x="423940" y="486156"/>
                </a:lnTo>
                <a:close/>
              </a:path>
              <a:path w="447039" h="548639">
                <a:moveTo>
                  <a:pt x="0" y="548640"/>
                </a:moveTo>
                <a:lnTo>
                  <a:pt x="743" y="505870"/>
                </a:lnTo>
                <a:lnTo>
                  <a:pt x="1194" y="459955"/>
                </a:lnTo>
                <a:lnTo>
                  <a:pt x="1366" y="423671"/>
                </a:lnTo>
                <a:lnTo>
                  <a:pt x="1418" y="212074"/>
                </a:lnTo>
                <a:lnTo>
                  <a:pt x="1310" y="181356"/>
                </a:lnTo>
                <a:lnTo>
                  <a:pt x="881" y="138493"/>
                </a:lnTo>
                <a:lnTo>
                  <a:pt x="0" y="103632"/>
                </a:lnTo>
                <a:lnTo>
                  <a:pt x="59436" y="137160"/>
                </a:lnTo>
                <a:lnTo>
                  <a:pt x="38100" y="150876"/>
                </a:lnTo>
                <a:lnTo>
                  <a:pt x="38100" y="531876"/>
                </a:lnTo>
                <a:lnTo>
                  <a:pt x="0" y="548640"/>
                </a:lnTo>
                <a:close/>
              </a:path>
              <a:path w="447039" h="548639">
                <a:moveTo>
                  <a:pt x="330226" y="208788"/>
                </a:moveTo>
                <a:lnTo>
                  <a:pt x="277368" y="208788"/>
                </a:lnTo>
                <a:lnTo>
                  <a:pt x="294131" y="181356"/>
                </a:lnTo>
                <a:lnTo>
                  <a:pt x="330226" y="208788"/>
                </a:lnTo>
                <a:close/>
              </a:path>
              <a:path w="447039" h="548639">
                <a:moveTo>
                  <a:pt x="112776" y="423671"/>
                </a:moveTo>
                <a:lnTo>
                  <a:pt x="113657" y="389096"/>
                </a:lnTo>
                <a:lnTo>
                  <a:pt x="114109" y="356235"/>
                </a:lnTo>
                <a:lnTo>
                  <a:pt x="114205" y="338328"/>
                </a:lnTo>
                <a:lnTo>
                  <a:pt x="114276" y="267985"/>
                </a:lnTo>
                <a:lnTo>
                  <a:pt x="114094" y="239077"/>
                </a:lnTo>
                <a:lnTo>
                  <a:pt x="113657" y="212074"/>
                </a:lnTo>
                <a:lnTo>
                  <a:pt x="112776" y="184404"/>
                </a:lnTo>
                <a:lnTo>
                  <a:pt x="147828" y="208788"/>
                </a:lnTo>
                <a:lnTo>
                  <a:pt x="330226" y="208788"/>
                </a:lnTo>
                <a:lnTo>
                  <a:pt x="332232" y="210312"/>
                </a:lnTo>
                <a:lnTo>
                  <a:pt x="317823" y="222504"/>
                </a:lnTo>
                <a:lnTo>
                  <a:pt x="147828" y="222504"/>
                </a:lnTo>
                <a:lnTo>
                  <a:pt x="147828" y="364236"/>
                </a:lnTo>
                <a:lnTo>
                  <a:pt x="313318" y="364236"/>
                </a:lnTo>
                <a:lnTo>
                  <a:pt x="313372" y="365379"/>
                </a:lnTo>
                <a:lnTo>
                  <a:pt x="314128" y="377952"/>
                </a:lnTo>
                <a:lnTo>
                  <a:pt x="147828" y="377952"/>
                </a:lnTo>
                <a:lnTo>
                  <a:pt x="147828" y="409956"/>
                </a:lnTo>
                <a:lnTo>
                  <a:pt x="112776" y="423671"/>
                </a:lnTo>
                <a:close/>
              </a:path>
              <a:path w="447039" h="548639">
                <a:moveTo>
                  <a:pt x="313318" y="364236"/>
                </a:moveTo>
                <a:lnTo>
                  <a:pt x="278892" y="364236"/>
                </a:lnTo>
                <a:lnTo>
                  <a:pt x="278892" y="222504"/>
                </a:lnTo>
                <a:lnTo>
                  <a:pt x="317823" y="222504"/>
                </a:lnTo>
                <a:lnTo>
                  <a:pt x="312419" y="227076"/>
                </a:lnTo>
                <a:lnTo>
                  <a:pt x="312419" y="338328"/>
                </a:lnTo>
                <a:lnTo>
                  <a:pt x="312681" y="350853"/>
                </a:lnTo>
                <a:lnTo>
                  <a:pt x="313318" y="364236"/>
                </a:lnTo>
                <a:close/>
              </a:path>
              <a:path w="447039" h="548639">
                <a:moveTo>
                  <a:pt x="278892" y="414528"/>
                </a:moveTo>
                <a:lnTo>
                  <a:pt x="278892" y="377952"/>
                </a:lnTo>
                <a:lnTo>
                  <a:pt x="314128" y="377952"/>
                </a:lnTo>
                <a:lnTo>
                  <a:pt x="315467" y="399288"/>
                </a:lnTo>
                <a:lnTo>
                  <a:pt x="278892" y="414528"/>
                </a:lnTo>
                <a:close/>
              </a:path>
              <a:path w="447039" h="548639">
                <a:moveTo>
                  <a:pt x="365760" y="548640"/>
                </a:moveTo>
                <a:lnTo>
                  <a:pt x="360640" y="528613"/>
                </a:lnTo>
                <a:lnTo>
                  <a:pt x="345376" y="511873"/>
                </a:lnTo>
                <a:lnTo>
                  <a:pt x="320111" y="498276"/>
                </a:lnTo>
                <a:lnTo>
                  <a:pt x="284988" y="487680"/>
                </a:lnTo>
                <a:lnTo>
                  <a:pt x="284988" y="478536"/>
                </a:lnTo>
                <a:lnTo>
                  <a:pt x="362712" y="486156"/>
                </a:lnTo>
                <a:lnTo>
                  <a:pt x="423940" y="486156"/>
                </a:lnTo>
                <a:lnTo>
                  <a:pt x="422338" y="501705"/>
                </a:lnTo>
                <a:lnTo>
                  <a:pt x="411480" y="523303"/>
                </a:lnTo>
                <a:lnTo>
                  <a:pt x="392620" y="538900"/>
                </a:lnTo>
                <a:lnTo>
                  <a:pt x="365760" y="548640"/>
                </a:lnTo>
                <a:close/>
              </a:path>
            </a:pathLst>
          </a:custGeom>
          <a:solidFill>
            <a:srgbClr val="3333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6347459" y="1289303"/>
            <a:ext cx="558165" cy="541020"/>
          </a:xfrm>
          <a:custGeom>
            <a:avLst/>
            <a:gdLst/>
            <a:ahLst/>
            <a:cxnLst/>
            <a:rect l="l" t="t" r="r" b="b"/>
            <a:pathLst>
              <a:path w="558165" h="541019">
                <a:moveTo>
                  <a:pt x="298704" y="50292"/>
                </a:moveTo>
                <a:lnTo>
                  <a:pt x="277368" y="28956"/>
                </a:lnTo>
                <a:lnTo>
                  <a:pt x="486156" y="28956"/>
                </a:lnTo>
                <a:lnTo>
                  <a:pt x="513588" y="0"/>
                </a:lnTo>
                <a:lnTo>
                  <a:pt x="553212" y="44196"/>
                </a:lnTo>
                <a:lnTo>
                  <a:pt x="356616" y="44196"/>
                </a:lnTo>
                <a:lnTo>
                  <a:pt x="341137" y="44505"/>
                </a:lnTo>
                <a:lnTo>
                  <a:pt x="326517" y="45529"/>
                </a:lnTo>
                <a:lnTo>
                  <a:pt x="312467" y="47410"/>
                </a:lnTo>
                <a:lnTo>
                  <a:pt x="298704" y="50292"/>
                </a:lnTo>
                <a:close/>
              </a:path>
              <a:path w="558165" h="541019">
                <a:moveTo>
                  <a:pt x="259641" y="27432"/>
                </a:moveTo>
                <a:lnTo>
                  <a:pt x="213360" y="27432"/>
                </a:lnTo>
                <a:lnTo>
                  <a:pt x="230124" y="3048"/>
                </a:lnTo>
                <a:lnTo>
                  <a:pt x="259641" y="27432"/>
                </a:lnTo>
                <a:close/>
              </a:path>
              <a:path w="558165" h="541019">
                <a:moveTo>
                  <a:pt x="71628" y="233172"/>
                </a:moveTo>
                <a:lnTo>
                  <a:pt x="73723" y="176974"/>
                </a:lnTo>
                <a:lnTo>
                  <a:pt x="74544" y="132588"/>
                </a:lnTo>
                <a:lnTo>
                  <a:pt x="74621" y="111252"/>
                </a:lnTo>
                <a:lnTo>
                  <a:pt x="74407" y="87915"/>
                </a:lnTo>
                <a:lnTo>
                  <a:pt x="73723" y="60198"/>
                </a:lnTo>
                <a:lnTo>
                  <a:pt x="72689" y="32004"/>
                </a:lnTo>
                <a:lnTo>
                  <a:pt x="71628" y="7620"/>
                </a:lnTo>
                <a:lnTo>
                  <a:pt x="105156" y="27432"/>
                </a:lnTo>
                <a:lnTo>
                  <a:pt x="259641" y="27432"/>
                </a:lnTo>
                <a:lnTo>
                  <a:pt x="265175" y="32004"/>
                </a:lnTo>
                <a:lnTo>
                  <a:pt x="254000" y="41148"/>
                </a:lnTo>
                <a:lnTo>
                  <a:pt x="105156" y="41148"/>
                </a:lnTo>
                <a:lnTo>
                  <a:pt x="105156" y="111252"/>
                </a:lnTo>
                <a:lnTo>
                  <a:pt x="248891" y="111252"/>
                </a:lnTo>
                <a:lnTo>
                  <a:pt x="249102" y="124968"/>
                </a:lnTo>
                <a:lnTo>
                  <a:pt x="105156" y="124968"/>
                </a:lnTo>
                <a:lnTo>
                  <a:pt x="105156" y="192024"/>
                </a:lnTo>
                <a:lnTo>
                  <a:pt x="250761" y="192024"/>
                </a:lnTo>
                <a:lnTo>
                  <a:pt x="251245" y="205740"/>
                </a:lnTo>
                <a:lnTo>
                  <a:pt x="105156" y="205740"/>
                </a:lnTo>
                <a:lnTo>
                  <a:pt x="105156" y="220979"/>
                </a:lnTo>
                <a:lnTo>
                  <a:pt x="71628" y="233172"/>
                </a:lnTo>
                <a:close/>
              </a:path>
              <a:path w="558165" h="541019">
                <a:moveTo>
                  <a:pt x="248891" y="111252"/>
                </a:moveTo>
                <a:lnTo>
                  <a:pt x="217932" y="111252"/>
                </a:lnTo>
                <a:lnTo>
                  <a:pt x="217932" y="41148"/>
                </a:lnTo>
                <a:lnTo>
                  <a:pt x="254000" y="41148"/>
                </a:lnTo>
                <a:lnTo>
                  <a:pt x="248412" y="45720"/>
                </a:lnTo>
                <a:lnTo>
                  <a:pt x="248673" y="97178"/>
                </a:lnTo>
                <a:lnTo>
                  <a:pt x="248891" y="111252"/>
                </a:lnTo>
                <a:close/>
              </a:path>
              <a:path w="558165" h="541019">
                <a:moveTo>
                  <a:pt x="385572" y="112776"/>
                </a:moveTo>
                <a:lnTo>
                  <a:pt x="373380" y="112776"/>
                </a:lnTo>
                <a:lnTo>
                  <a:pt x="377642" y="95416"/>
                </a:lnTo>
                <a:lnTo>
                  <a:pt x="381190" y="77914"/>
                </a:lnTo>
                <a:lnTo>
                  <a:pt x="383881" y="60698"/>
                </a:lnTo>
                <a:lnTo>
                  <a:pt x="385572" y="44196"/>
                </a:lnTo>
                <a:lnTo>
                  <a:pt x="425195" y="44196"/>
                </a:lnTo>
                <a:lnTo>
                  <a:pt x="419219" y="53625"/>
                </a:lnTo>
                <a:lnTo>
                  <a:pt x="410527" y="68199"/>
                </a:lnTo>
                <a:lnTo>
                  <a:pt x="399264" y="87915"/>
                </a:lnTo>
                <a:lnTo>
                  <a:pt x="385572" y="112776"/>
                </a:lnTo>
                <a:close/>
              </a:path>
              <a:path w="558165" h="541019">
                <a:moveTo>
                  <a:pt x="522373" y="112776"/>
                </a:moveTo>
                <a:lnTo>
                  <a:pt x="475488" y="112776"/>
                </a:lnTo>
                <a:lnTo>
                  <a:pt x="492252" y="91440"/>
                </a:lnTo>
                <a:lnTo>
                  <a:pt x="522373" y="112776"/>
                </a:lnTo>
                <a:close/>
              </a:path>
              <a:path w="558165" h="541019">
                <a:moveTo>
                  <a:pt x="307848" y="345948"/>
                </a:moveTo>
                <a:lnTo>
                  <a:pt x="309943" y="289941"/>
                </a:lnTo>
                <a:lnTo>
                  <a:pt x="310816" y="233172"/>
                </a:lnTo>
                <a:lnTo>
                  <a:pt x="310873" y="205740"/>
                </a:lnTo>
                <a:lnTo>
                  <a:pt x="310746" y="176974"/>
                </a:lnTo>
                <a:lnTo>
                  <a:pt x="310515" y="153924"/>
                </a:lnTo>
                <a:lnTo>
                  <a:pt x="309610" y="123063"/>
                </a:lnTo>
                <a:lnTo>
                  <a:pt x="307848" y="94488"/>
                </a:lnTo>
                <a:lnTo>
                  <a:pt x="341376" y="112776"/>
                </a:lnTo>
                <a:lnTo>
                  <a:pt x="522373" y="112776"/>
                </a:lnTo>
                <a:lnTo>
                  <a:pt x="528828" y="117348"/>
                </a:lnTo>
                <a:lnTo>
                  <a:pt x="517093" y="128016"/>
                </a:lnTo>
                <a:lnTo>
                  <a:pt x="341376" y="128016"/>
                </a:lnTo>
                <a:lnTo>
                  <a:pt x="341376" y="326136"/>
                </a:lnTo>
                <a:lnTo>
                  <a:pt x="307848" y="345948"/>
                </a:lnTo>
                <a:close/>
              </a:path>
              <a:path w="558165" h="541019">
                <a:moveTo>
                  <a:pt x="250761" y="192024"/>
                </a:moveTo>
                <a:lnTo>
                  <a:pt x="217932" y="192024"/>
                </a:lnTo>
                <a:lnTo>
                  <a:pt x="217932" y="124968"/>
                </a:lnTo>
                <a:lnTo>
                  <a:pt x="249102" y="124968"/>
                </a:lnTo>
                <a:lnTo>
                  <a:pt x="249364" y="141922"/>
                </a:lnTo>
                <a:lnTo>
                  <a:pt x="250340" y="180093"/>
                </a:lnTo>
                <a:lnTo>
                  <a:pt x="250761" y="192024"/>
                </a:lnTo>
                <a:close/>
              </a:path>
              <a:path w="558165" h="541019">
                <a:moveTo>
                  <a:pt x="480060" y="338328"/>
                </a:moveTo>
                <a:lnTo>
                  <a:pt x="480060" y="128016"/>
                </a:lnTo>
                <a:lnTo>
                  <a:pt x="517093" y="128016"/>
                </a:lnTo>
                <a:lnTo>
                  <a:pt x="512064" y="132588"/>
                </a:lnTo>
                <a:lnTo>
                  <a:pt x="512119" y="261651"/>
                </a:lnTo>
                <a:lnTo>
                  <a:pt x="512236" y="273343"/>
                </a:lnTo>
                <a:lnTo>
                  <a:pt x="512706" y="296179"/>
                </a:lnTo>
                <a:lnTo>
                  <a:pt x="513588" y="321564"/>
                </a:lnTo>
                <a:lnTo>
                  <a:pt x="480060" y="338328"/>
                </a:lnTo>
                <a:close/>
              </a:path>
              <a:path w="558165" h="541019">
                <a:moveTo>
                  <a:pt x="263651" y="477011"/>
                </a:moveTo>
                <a:lnTo>
                  <a:pt x="257556" y="469392"/>
                </a:lnTo>
                <a:lnTo>
                  <a:pt x="291274" y="449937"/>
                </a:lnTo>
                <a:lnTo>
                  <a:pt x="319278" y="430339"/>
                </a:lnTo>
                <a:lnTo>
                  <a:pt x="358140" y="390144"/>
                </a:lnTo>
                <a:lnTo>
                  <a:pt x="379095" y="345757"/>
                </a:lnTo>
                <a:lnTo>
                  <a:pt x="388596" y="291274"/>
                </a:lnTo>
                <a:lnTo>
                  <a:pt x="391033" y="233172"/>
                </a:lnTo>
                <a:lnTo>
                  <a:pt x="390977" y="197643"/>
                </a:lnTo>
                <a:lnTo>
                  <a:pt x="390144" y="163068"/>
                </a:lnTo>
                <a:lnTo>
                  <a:pt x="441960" y="188976"/>
                </a:lnTo>
                <a:lnTo>
                  <a:pt x="423672" y="205740"/>
                </a:lnTo>
                <a:lnTo>
                  <a:pt x="422838" y="252293"/>
                </a:lnTo>
                <a:lnTo>
                  <a:pt x="420433" y="291274"/>
                </a:lnTo>
                <a:lnTo>
                  <a:pt x="411480" y="345948"/>
                </a:lnTo>
                <a:lnTo>
                  <a:pt x="394144" y="384238"/>
                </a:lnTo>
                <a:lnTo>
                  <a:pt x="364236" y="419100"/>
                </a:lnTo>
                <a:lnTo>
                  <a:pt x="321945" y="450342"/>
                </a:lnTo>
                <a:lnTo>
                  <a:pt x="294798" y="464105"/>
                </a:lnTo>
                <a:lnTo>
                  <a:pt x="263651" y="477011"/>
                </a:lnTo>
                <a:close/>
              </a:path>
              <a:path w="558165" h="541019">
                <a:moveTo>
                  <a:pt x="217932" y="228600"/>
                </a:moveTo>
                <a:lnTo>
                  <a:pt x="217932" y="205740"/>
                </a:lnTo>
                <a:lnTo>
                  <a:pt x="251245" y="205740"/>
                </a:lnTo>
                <a:lnTo>
                  <a:pt x="251460" y="211836"/>
                </a:lnTo>
                <a:lnTo>
                  <a:pt x="217932" y="228600"/>
                </a:lnTo>
                <a:close/>
              </a:path>
              <a:path w="558165" h="541019">
                <a:moveTo>
                  <a:pt x="41148" y="280416"/>
                </a:moveTo>
                <a:lnTo>
                  <a:pt x="18288" y="259079"/>
                </a:lnTo>
                <a:lnTo>
                  <a:pt x="230124" y="259079"/>
                </a:lnTo>
                <a:lnTo>
                  <a:pt x="257556" y="230124"/>
                </a:lnTo>
                <a:lnTo>
                  <a:pt x="297180" y="272796"/>
                </a:lnTo>
                <a:lnTo>
                  <a:pt x="97536" y="272796"/>
                </a:lnTo>
                <a:lnTo>
                  <a:pt x="82724" y="273343"/>
                </a:lnTo>
                <a:lnTo>
                  <a:pt x="68199" y="274891"/>
                </a:lnTo>
                <a:lnTo>
                  <a:pt x="54244" y="277296"/>
                </a:lnTo>
                <a:lnTo>
                  <a:pt x="41148" y="280416"/>
                </a:lnTo>
                <a:close/>
              </a:path>
              <a:path w="558165" h="541019">
                <a:moveTo>
                  <a:pt x="179832" y="455676"/>
                </a:moveTo>
                <a:lnTo>
                  <a:pt x="147828" y="455676"/>
                </a:lnTo>
                <a:lnTo>
                  <a:pt x="147828" y="272796"/>
                </a:lnTo>
                <a:lnTo>
                  <a:pt x="179832" y="272796"/>
                </a:lnTo>
                <a:lnTo>
                  <a:pt x="179832" y="356616"/>
                </a:lnTo>
                <a:lnTo>
                  <a:pt x="273529" y="356616"/>
                </a:lnTo>
                <a:lnTo>
                  <a:pt x="286512" y="371856"/>
                </a:lnTo>
                <a:lnTo>
                  <a:pt x="179832" y="371856"/>
                </a:lnTo>
                <a:lnTo>
                  <a:pt x="179832" y="455676"/>
                </a:lnTo>
                <a:close/>
              </a:path>
              <a:path w="558165" h="541019">
                <a:moveTo>
                  <a:pt x="7620" y="541020"/>
                </a:moveTo>
                <a:lnTo>
                  <a:pt x="0" y="536448"/>
                </a:lnTo>
                <a:lnTo>
                  <a:pt x="13120" y="510159"/>
                </a:lnTo>
                <a:lnTo>
                  <a:pt x="24955" y="481584"/>
                </a:lnTo>
                <a:lnTo>
                  <a:pt x="44196" y="417576"/>
                </a:lnTo>
                <a:lnTo>
                  <a:pt x="56769" y="353949"/>
                </a:lnTo>
                <a:lnTo>
                  <a:pt x="62484" y="297179"/>
                </a:lnTo>
                <a:lnTo>
                  <a:pt x="109728" y="321564"/>
                </a:lnTo>
                <a:lnTo>
                  <a:pt x="101131" y="328707"/>
                </a:lnTo>
                <a:lnTo>
                  <a:pt x="93535" y="343281"/>
                </a:lnTo>
                <a:lnTo>
                  <a:pt x="86796" y="365283"/>
                </a:lnTo>
                <a:lnTo>
                  <a:pt x="80772" y="394716"/>
                </a:lnTo>
                <a:lnTo>
                  <a:pt x="93934" y="409956"/>
                </a:lnTo>
                <a:lnTo>
                  <a:pt x="76200" y="409956"/>
                </a:lnTo>
                <a:lnTo>
                  <a:pt x="61412" y="450580"/>
                </a:lnTo>
                <a:lnTo>
                  <a:pt x="44767" y="485775"/>
                </a:lnTo>
                <a:lnTo>
                  <a:pt x="26693" y="515826"/>
                </a:lnTo>
                <a:lnTo>
                  <a:pt x="7620" y="541020"/>
                </a:lnTo>
                <a:close/>
              </a:path>
              <a:path w="558165" h="541019">
                <a:moveTo>
                  <a:pt x="273529" y="356616"/>
                </a:moveTo>
                <a:lnTo>
                  <a:pt x="224028" y="356616"/>
                </a:lnTo>
                <a:lnTo>
                  <a:pt x="251460" y="330708"/>
                </a:lnTo>
                <a:lnTo>
                  <a:pt x="273529" y="356616"/>
                </a:lnTo>
                <a:close/>
              </a:path>
              <a:path w="558165" h="541019">
                <a:moveTo>
                  <a:pt x="522732" y="460248"/>
                </a:moveTo>
                <a:lnTo>
                  <a:pt x="519684" y="460248"/>
                </a:lnTo>
                <a:lnTo>
                  <a:pt x="516850" y="458795"/>
                </a:lnTo>
                <a:lnTo>
                  <a:pt x="513016" y="454342"/>
                </a:lnTo>
                <a:lnTo>
                  <a:pt x="508325" y="446746"/>
                </a:lnTo>
                <a:lnTo>
                  <a:pt x="502919" y="435864"/>
                </a:lnTo>
                <a:lnTo>
                  <a:pt x="490037" y="418457"/>
                </a:lnTo>
                <a:lnTo>
                  <a:pt x="471868" y="398335"/>
                </a:lnTo>
                <a:lnTo>
                  <a:pt x="448270" y="375642"/>
                </a:lnTo>
                <a:lnTo>
                  <a:pt x="419100" y="350520"/>
                </a:lnTo>
                <a:lnTo>
                  <a:pt x="423672" y="342900"/>
                </a:lnTo>
                <a:lnTo>
                  <a:pt x="465129" y="362664"/>
                </a:lnTo>
                <a:lnTo>
                  <a:pt x="516040" y="391334"/>
                </a:lnTo>
                <a:lnTo>
                  <a:pt x="533400" y="417576"/>
                </a:lnTo>
                <a:lnTo>
                  <a:pt x="533285" y="430339"/>
                </a:lnTo>
                <a:lnTo>
                  <a:pt x="531876" y="437387"/>
                </a:lnTo>
                <a:lnTo>
                  <a:pt x="525780" y="455676"/>
                </a:lnTo>
                <a:lnTo>
                  <a:pt x="522732" y="460248"/>
                </a:lnTo>
                <a:close/>
              </a:path>
              <a:path w="558165" h="541019">
                <a:moveTo>
                  <a:pt x="436351" y="524621"/>
                </a:moveTo>
                <a:lnTo>
                  <a:pt x="371977" y="523890"/>
                </a:lnTo>
                <a:lnTo>
                  <a:pt x="318942" y="522061"/>
                </a:lnTo>
                <a:lnTo>
                  <a:pt x="277246" y="519135"/>
                </a:lnTo>
                <a:lnTo>
                  <a:pt x="218598" y="508825"/>
                </a:lnTo>
                <a:lnTo>
                  <a:pt x="170592" y="492823"/>
                </a:lnTo>
                <a:lnTo>
                  <a:pt x="132564" y="470820"/>
                </a:lnTo>
                <a:lnTo>
                  <a:pt x="95369" y="434244"/>
                </a:lnTo>
                <a:lnTo>
                  <a:pt x="76200" y="409956"/>
                </a:lnTo>
                <a:lnTo>
                  <a:pt x="93934" y="409956"/>
                </a:lnTo>
                <a:lnTo>
                  <a:pt x="95107" y="411313"/>
                </a:lnTo>
                <a:lnTo>
                  <a:pt x="110871" y="426910"/>
                </a:lnTo>
                <a:lnTo>
                  <a:pt x="128349" y="441650"/>
                </a:lnTo>
                <a:lnTo>
                  <a:pt x="147828" y="455676"/>
                </a:lnTo>
                <a:lnTo>
                  <a:pt x="179832" y="455676"/>
                </a:lnTo>
                <a:lnTo>
                  <a:pt x="179832" y="464820"/>
                </a:lnTo>
                <a:lnTo>
                  <a:pt x="207883" y="473964"/>
                </a:lnTo>
                <a:lnTo>
                  <a:pt x="244221" y="480822"/>
                </a:lnTo>
                <a:lnTo>
                  <a:pt x="289131" y="485394"/>
                </a:lnTo>
                <a:lnTo>
                  <a:pt x="342900" y="487680"/>
                </a:lnTo>
                <a:lnTo>
                  <a:pt x="554208" y="487680"/>
                </a:lnTo>
                <a:lnTo>
                  <a:pt x="537781" y="494680"/>
                </a:lnTo>
                <a:lnTo>
                  <a:pt x="523494" y="504063"/>
                </a:lnTo>
                <a:lnTo>
                  <a:pt x="514921" y="514016"/>
                </a:lnTo>
                <a:lnTo>
                  <a:pt x="512064" y="524256"/>
                </a:lnTo>
                <a:lnTo>
                  <a:pt x="436351" y="524621"/>
                </a:lnTo>
                <a:close/>
              </a:path>
              <a:path w="558165" h="541019">
                <a:moveTo>
                  <a:pt x="554208" y="487680"/>
                </a:moveTo>
                <a:lnTo>
                  <a:pt x="342900" y="487680"/>
                </a:lnTo>
                <a:lnTo>
                  <a:pt x="400050" y="487084"/>
                </a:lnTo>
                <a:lnTo>
                  <a:pt x="454914" y="485203"/>
                </a:lnTo>
                <a:lnTo>
                  <a:pt x="507492" y="481893"/>
                </a:lnTo>
                <a:lnTo>
                  <a:pt x="557784" y="477011"/>
                </a:lnTo>
                <a:lnTo>
                  <a:pt x="557784" y="486156"/>
                </a:lnTo>
                <a:lnTo>
                  <a:pt x="554208" y="487680"/>
                </a:lnTo>
                <a:close/>
              </a:path>
            </a:pathLst>
          </a:custGeom>
          <a:solidFill>
            <a:srgbClr val="3333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1751075" y="2552700"/>
            <a:ext cx="155575" cy="155575"/>
          </a:xfrm>
          <a:custGeom>
            <a:avLst/>
            <a:gdLst/>
            <a:ahLst/>
            <a:cxnLst/>
            <a:rect l="l" t="t" r="r" b="b"/>
            <a:pathLst>
              <a:path w="155575" h="155575">
                <a:moveTo>
                  <a:pt x="155448" y="155448"/>
                </a:moveTo>
                <a:lnTo>
                  <a:pt x="0" y="155448"/>
                </a:lnTo>
                <a:lnTo>
                  <a:pt x="0" y="0"/>
                </a:lnTo>
                <a:lnTo>
                  <a:pt x="155448" y="0"/>
                </a:lnTo>
                <a:lnTo>
                  <a:pt x="155448" y="155448"/>
                </a:lnTo>
                <a:close/>
              </a:path>
            </a:pathLst>
          </a:custGeom>
          <a:solidFill>
            <a:srgbClr val="3333C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" name="object 15"/>
          <p:cNvSpPr/>
          <p:nvPr/>
        </p:nvSpPr>
        <p:spPr>
          <a:xfrm>
            <a:off x="2129027" y="2377440"/>
            <a:ext cx="401320" cy="390525"/>
          </a:xfrm>
          <a:custGeom>
            <a:avLst/>
            <a:gdLst/>
            <a:ahLst/>
            <a:cxnLst/>
            <a:rect l="l" t="t" r="r" b="b"/>
            <a:pathLst>
              <a:path w="401319" h="390525">
                <a:moveTo>
                  <a:pt x="243840" y="132588"/>
                </a:moveTo>
                <a:lnTo>
                  <a:pt x="239268" y="128016"/>
                </a:lnTo>
                <a:lnTo>
                  <a:pt x="251888" y="115966"/>
                </a:lnTo>
                <a:lnTo>
                  <a:pt x="264795" y="102489"/>
                </a:lnTo>
                <a:lnTo>
                  <a:pt x="292608" y="70104"/>
                </a:lnTo>
                <a:lnTo>
                  <a:pt x="317563" y="35623"/>
                </a:lnTo>
                <a:lnTo>
                  <a:pt x="336804" y="0"/>
                </a:lnTo>
                <a:lnTo>
                  <a:pt x="370332" y="24384"/>
                </a:lnTo>
                <a:lnTo>
                  <a:pt x="336684" y="48815"/>
                </a:lnTo>
                <a:lnTo>
                  <a:pt x="304490" y="82010"/>
                </a:lnTo>
                <a:lnTo>
                  <a:pt x="285559" y="99441"/>
                </a:lnTo>
                <a:lnTo>
                  <a:pt x="265199" y="116300"/>
                </a:lnTo>
                <a:lnTo>
                  <a:pt x="243840" y="132588"/>
                </a:lnTo>
                <a:close/>
              </a:path>
              <a:path w="401319" h="390525">
                <a:moveTo>
                  <a:pt x="27432" y="41148"/>
                </a:moveTo>
                <a:lnTo>
                  <a:pt x="13716" y="25908"/>
                </a:lnTo>
                <a:lnTo>
                  <a:pt x="201168" y="25908"/>
                </a:lnTo>
                <a:lnTo>
                  <a:pt x="224028" y="4572"/>
                </a:lnTo>
                <a:lnTo>
                  <a:pt x="257556" y="36576"/>
                </a:lnTo>
                <a:lnTo>
                  <a:pt x="48768" y="36576"/>
                </a:lnTo>
                <a:lnTo>
                  <a:pt x="27432" y="41148"/>
                </a:lnTo>
                <a:close/>
              </a:path>
              <a:path w="401319" h="390525">
                <a:moveTo>
                  <a:pt x="102108" y="155448"/>
                </a:moveTo>
                <a:lnTo>
                  <a:pt x="77724" y="155448"/>
                </a:lnTo>
                <a:lnTo>
                  <a:pt x="77724" y="36576"/>
                </a:lnTo>
                <a:lnTo>
                  <a:pt x="102108" y="36576"/>
                </a:lnTo>
                <a:lnTo>
                  <a:pt x="102108" y="155448"/>
                </a:lnTo>
                <a:close/>
              </a:path>
              <a:path w="401319" h="390525">
                <a:moveTo>
                  <a:pt x="188976" y="155448"/>
                </a:moveTo>
                <a:lnTo>
                  <a:pt x="166116" y="155448"/>
                </a:lnTo>
                <a:lnTo>
                  <a:pt x="166116" y="36576"/>
                </a:lnTo>
                <a:lnTo>
                  <a:pt x="188976" y="36576"/>
                </a:lnTo>
                <a:lnTo>
                  <a:pt x="188976" y="155448"/>
                </a:lnTo>
                <a:close/>
              </a:path>
              <a:path w="401319" h="390525">
                <a:moveTo>
                  <a:pt x="225552" y="256031"/>
                </a:moveTo>
                <a:lnTo>
                  <a:pt x="222504" y="251460"/>
                </a:lnTo>
                <a:lnTo>
                  <a:pt x="246530" y="232933"/>
                </a:lnTo>
                <a:lnTo>
                  <a:pt x="268414" y="214122"/>
                </a:lnTo>
                <a:lnTo>
                  <a:pt x="306324" y="176783"/>
                </a:lnTo>
                <a:lnTo>
                  <a:pt x="335280" y="143637"/>
                </a:lnTo>
                <a:lnTo>
                  <a:pt x="355092" y="117348"/>
                </a:lnTo>
                <a:lnTo>
                  <a:pt x="384048" y="144780"/>
                </a:lnTo>
                <a:lnTo>
                  <a:pt x="374332" y="149328"/>
                </a:lnTo>
                <a:lnTo>
                  <a:pt x="361188" y="158305"/>
                </a:lnTo>
                <a:lnTo>
                  <a:pt x="344614" y="171569"/>
                </a:lnTo>
                <a:lnTo>
                  <a:pt x="324612" y="188976"/>
                </a:lnTo>
                <a:lnTo>
                  <a:pt x="302275" y="207811"/>
                </a:lnTo>
                <a:lnTo>
                  <a:pt x="278511" y="225361"/>
                </a:lnTo>
                <a:lnTo>
                  <a:pt x="253031" y="241482"/>
                </a:lnTo>
                <a:lnTo>
                  <a:pt x="225552" y="256031"/>
                </a:lnTo>
                <a:close/>
              </a:path>
              <a:path w="401319" h="390525">
                <a:moveTo>
                  <a:pt x="15240" y="169164"/>
                </a:moveTo>
                <a:lnTo>
                  <a:pt x="1524" y="155448"/>
                </a:lnTo>
                <a:lnTo>
                  <a:pt x="207264" y="155448"/>
                </a:lnTo>
                <a:lnTo>
                  <a:pt x="228600" y="132588"/>
                </a:lnTo>
                <a:lnTo>
                  <a:pt x="262128" y="166116"/>
                </a:lnTo>
                <a:lnTo>
                  <a:pt x="36576" y="166116"/>
                </a:lnTo>
                <a:lnTo>
                  <a:pt x="15240" y="169164"/>
                </a:lnTo>
                <a:close/>
              </a:path>
              <a:path w="401319" h="390525">
                <a:moveTo>
                  <a:pt x="3048" y="387096"/>
                </a:moveTo>
                <a:lnTo>
                  <a:pt x="0" y="381000"/>
                </a:lnTo>
                <a:lnTo>
                  <a:pt x="26517" y="347532"/>
                </a:lnTo>
                <a:lnTo>
                  <a:pt x="47548" y="309311"/>
                </a:lnTo>
                <a:lnTo>
                  <a:pt x="63093" y="266334"/>
                </a:lnTo>
                <a:lnTo>
                  <a:pt x="73152" y="218602"/>
                </a:lnTo>
                <a:lnTo>
                  <a:pt x="77724" y="166116"/>
                </a:lnTo>
                <a:lnTo>
                  <a:pt x="102108" y="166116"/>
                </a:lnTo>
                <a:lnTo>
                  <a:pt x="97365" y="221870"/>
                </a:lnTo>
                <a:lnTo>
                  <a:pt x="85014" y="271991"/>
                </a:lnTo>
                <a:lnTo>
                  <a:pt x="65129" y="316333"/>
                </a:lnTo>
                <a:lnTo>
                  <a:pt x="37783" y="354750"/>
                </a:lnTo>
                <a:lnTo>
                  <a:pt x="3048" y="387096"/>
                </a:lnTo>
                <a:close/>
              </a:path>
              <a:path w="401319" h="390525">
                <a:moveTo>
                  <a:pt x="164592" y="371856"/>
                </a:moveTo>
                <a:lnTo>
                  <a:pt x="165473" y="338423"/>
                </a:lnTo>
                <a:lnTo>
                  <a:pt x="165898" y="295656"/>
                </a:lnTo>
                <a:lnTo>
                  <a:pt x="165994" y="269367"/>
                </a:lnTo>
                <a:lnTo>
                  <a:pt x="166116" y="166116"/>
                </a:lnTo>
                <a:lnTo>
                  <a:pt x="188976" y="166116"/>
                </a:lnTo>
                <a:lnTo>
                  <a:pt x="189199" y="232933"/>
                </a:lnTo>
                <a:lnTo>
                  <a:pt x="189258" y="241935"/>
                </a:lnTo>
                <a:lnTo>
                  <a:pt x="189775" y="295656"/>
                </a:lnTo>
                <a:lnTo>
                  <a:pt x="190284" y="334946"/>
                </a:lnTo>
                <a:lnTo>
                  <a:pt x="190500" y="356616"/>
                </a:lnTo>
                <a:lnTo>
                  <a:pt x="164592" y="371856"/>
                </a:lnTo>
                <a:close/>
              </a:path>
              <a:path w="401319" h="390525">
                <a:moveTo>
                  <a:pt x="196596" y="390144"/>
                </a:moveTo>
                <a:lnTo>
                  <a:pt x="192024" y="384048"/>
                </a:lnTo>
                <a:lnTo>
                  <a:pt x="202358" y="379214"/>
                </a:lnTo>
                <a:lnTo>
                  <a:pt x="215265" y="371665"/>
                </a:lnTo>
                <a:lnTo>
                  <a:pt x="249936" y="348996"/>
                </a:lnTo>
                <a:lnTo>
                  <a:pt x="287655" y="320040"/>
                </a:lnTo>
                <a:lnTo>
                  <a:pt x="323088" y="286512"/>
                </a:lnTo>
                <a:lnTo>
                  <a:pt x="352425" y="254508"/>
                </a:lnTo>
                <a:lnTo>
                  <a:pt x="370332" y="231648"/>
                </a:lnTo>
                <a:lnTo>
                  <a:pt x="400812" y="263652"/>
                </a:lnTo>
                <a:lnTo>
                  <a:pt x="365236" y="282297"/>
                </a:lnTo>
                <a:lnTo>
                  <a:pt x="330398" y="312015"/>
                </a:lnTo>
                <a:lnTo>
                  <a:pt x="311086" y="327088"/>
                </a:lnTo>
                <a:lnTo>
                  <a:pt x="269748" y="355092"/>
                </a:lnTo>
                <a:lnTo>
                  <a:pt x="230314" y="375475"/>
                </a:lnTo>
                <a:lnTo>
                  <a:pt x="212526" y="383595"/>
                </a:lnTo>
                <a:lnTo>
                  <a:pt x="196596" y="39014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" name="object 16"/>
          <p:cNvSpPr/>
          <p:nvPr/>
        </p:nvSpPr>
        <p:spPr>
          <a:xfrm>
            <a:off x="2577083" y="2363723"/>
            <a:ext cx="401320" cy="405765"/>
          </a:xfrm>
          <a:custGeom>
            <a:avLst/>
            <a:gdLst/>
            <a:ahLst/>
            <a:cxnLst/>
            <a:rect l="l" t="t" r="r" b="b"/>
            <a:pathLst>
              <a:path w="401319" h="405764">
                <a:moveTo>
                  <a:pt x="245364" y="100583"/>
                </a:moveTo>
                <a:lnTo>
                  <a:pt x="219456" y="100583"/>
                </a:lnTo>
                <a:lnTo>
                  <a:pt x="218248" y="73151"/>
                </a:lnTo>
                <a:lnTo>
                  <a:pt x="217382" y="50863"/>
                </a:lnTo>
                <a:lnTo>
                  <a:pt x="216669" y="25145"/>
                </a:lnTo>
                <a:lnTo>
                  <a:pt x="216408" y="0"/>
                </a:lnTo>
                <a:lnTo>
                  <a:pt x="259080" y="19811"/>
                </a:lnTo>
                <a:lnTo>
                  <a:pt x="243840" y="32003"/>
                </a:lnTo>
                <a:lnTo>
                  <a:pt x="243958" y="60959"/>
                </a:lnTo>
                <a:lnTo>
                  <a:pt x="244072" y="70103"/>
                </a:lnTo>
                <a:lnTo>
                  <a:pt x="244482" y="85153"/>
                </a:lnTo>
                <a:lnTo>
                  <a:pt x="245364" y="100583"/>
                </a:lnTo>
                <a:close/>
              </a:path>
              <a:path w="401319" h="405764">
                <a:moveTo>
                  <a:pt x="330708" y="83819"/>
                </a:moveTo>
                <a:lnTo>
                  <a:pt x="324612" y="83819"/>
                </a:lnTo>
                <a:lnTo>
                  <a:pt x="320040" y="79247"/>
                </a:lnTo>
                <a:lnTo>
                  <a:pt x="316992" y="70103"/>
                </a:lnTo>
                <a:lnTo>
                  <a:pt x="310395" y="59293"/>
                </a:lnTo>
                <a:lnTo>
                  <a:pt x="301942" y="47624"/>
                </a:lnTo>
                <a:lnTo>
                  <a:pt x="291488" y="35385"/>
                </a:lnTo>
                <a:lnTo>
                  <a:pt x="278892" y="22859"/>
                </a:lnTo>
                <a:lnTo>
                  <a:pt x="281940" y="18287"/>
                </a:lnTo>
                <a:lnTo>
                  <a:pt x="320944" y="34790"/>
                </a:lnTo>
                <a:lnTo>
                  <a:pt x="342900" y="55268"/>
                </a:lnTo>
                <a:lnTo>
                  <a:pt x="342900" y="68579"/>
                </a:lnTo>
                <a:lnTo>
                  <a:pt x="341376" y="74675"/>
                </a:lnTo>
                <a:lnTo>
                  <a:pt x="336804" y="77723"/>
                </a:lnTo>
                <a:lnTo>
                  <a:pt x="333756" y="82295"/>
                </a:lnTo>
                <a:lnTo>
                  <a:pt x="330708" y="83819"/>
                </a:lnTo>
                <a:close/>
              </a:path>
              <a:path w="401319" h="405764">
                <a:moveTo>
                  <a:pt x="25908" y="117347"/>
                </a:moveTo>
                <a:lnTo>
                  <a:pt x="10668" y="100583"/>
                </a:lnTo>
                <a:lnTo>
                  <a:pt x="324612" y="100583"/>
                </a:lnTo>
                <a:lnTo>
                  <a:pt x="353568" y="73151"/>
                </a:lnTo>
                <a:lnTo>
                  <a:pt x="391668" y="111251"/>
                </a:lnTo>
                <a:lnTo>
                  <a:pt x="68580" y="111251"/>
                </a:lnTo>
                <a:lnTo>
                  <a:pt x="57411" y="111561"/>
                </a:lnTo>
                <a:lnTo>
                  <a:pt x="46672" y="112585"/>
                </a:lnTo>
                <a:lnTo>
                  <a:pt x="36218" y="114466"/>
                </a:lnTo>
                <a:lnTo>
                  <a:pt x="25908" y="117347"/>
                </a:lnTo>
                <a:close/>
              </a:path>
              <a:path w="401319" h="405764">
                <a:moveTo>
                  <a:pt x="399288" y="405383"/>
                </a:moveTo>
                <a:lnTo>
                  <a:pt x="394716" y="405383"/>
                </a:lnTo>
                <a:lnTo>
                  <a:pt x="389810" y="404788"/>
                </a:lnTo>
                <a:lnTo>
                  <a:pt x="339351" y="387596"/>
                </a:lnTo>
                <a:lnTo>
                  <a:pt x="294132" y="350519"/>
                </a:lnTo>
                <a:lnTo>
                  <a:pt x="266890" y="311848"/>
                </a:lnTo>
                <a:lnTo>
                  <a:pt x="245364" y="260603"/>
                </a:lnTo>
                <a:lnTo>
                  <a:pt x="229743" y="195071"/>
                </a:lnTo>
                <a:lnTo>
                  <a:pt x="224361" y="155590"/>
                </a:lnTo>
                <a:lnTo>
                  <a:pt x="220980" y="111251"/>
                </a:lnTo>
                <a:lnTo>
                  <a:pt x="245364" y="111251"/>
                </a:lnTo>
                <a:lnTo>
                  <a:pt x="249364" y="153257"/>
                </a:lnTo>
                <a:lnTo>
                  <a:pt x="254508" y="190118"/>
                </a:lnTo>
                <a:lnTo>
                  <a:pt x="268224" y="248411"/>
                </a:lnTo>
                <a:lnTo>
                  <a:pt x="286702" y="290702"/>
                </a:lnTo>
                <a:lnTo>
                  <a:pt x="318373" y="334208"/>
                </a:lnTo>
                <a:lnTo>
                  <a:pt x="364236" y="362711"/>
                </a:lnTo>
                <a:lnTo>
                  <a:pt x="386342" y="362711"/>
                </a:lnTo>
                <a:lnTo>
                  <a:pt x="387096" y="368807"/>
                </a:lnTo>
                <a:lnTo>
                  <a:pt x="400812" y="403859"/>
                </a:lnTo>
                <a:lnTo>
                  <a:pt x="399288" y="405383"/>
                </a:lnTo>
                <a:close/>
              </a:path>
              <a:path w="401319" h="405764">
                <a:moveTo>
                  <a:pt x="32004" y="202691"/>
                </a:moveTo>
                <a:lnTo>
                  <a:pt x="15240" y="185927"/>
                </a:lnTo>
                <a:lnTo>
                  <a:pt x="156972" y="185927"/>
                </a:lnTo>
                <a:lnTo>
                  <a:pt x="179832" y="163067"/>
                </a:lnTo>
                <a:lnTo>
                  <a:pt x="211836" y="196595"/>
                </a:lnTo>
                <a:lnTo>
                  <a:pt x="73152" y="196595"/>
                </a:lnTo>
                <a:lnTo>
                  <a:pt x="62007" y="196905"/>
                </a:lnTo>
                <a:lnTo>
                  <a:pt x="51435" y="197929"/>
                </a:lnTo>
                <a:lnTo>
                  <a:pt x="41433" y="199810"/>
                </a:lnTo>
                <a:lnTo>
                  <a:pt x="32004" y="202691"/>
                </a:lnTo>
                <a:close/>
              </a:path>
              <a:path w="401319" h="405764">
                <a:moveTo>
                  <a:pt x="24384" y="384047"/>
                </a:moveTo>
                <a:lnTo>
                  <a:pt x="0" y="352043"/>
                </a:lnTo>
                <a:lnTo>
                  <a:pt x="78438" y="336184"/>
                </a:lnTo>
                <a:lnTo>
                  <a:pt x="102108" y="330707"/>
                </a:lnTo>
                <a:lnTo>
                  <a:pt x="102108" y="196595"/>
                </a:lnTo>
                <a:lnTo>
                  <a:pt x="126492" y="196595"/>
                </a:lnTo>
                <a:lnTo>
                  <a:pt x="126492" y="323087"/>
                </a:lnTo>
                <a:lnTo>
                  <a:pt x="182105" y="323087"/>
                </a:lnTo>
                <a:lnTo>
                  <a:pt x="138493" y="336994"/>
                </a:lnTo>
                <a:lnTo>
                  <a:pt x="57173" y="365831"/>
                </a:lnTo>
                <a:lnTo>
                  <a:pt x="30360" y="378928"/>
                </a:lnTo>
                <a:lnTo>
                  <a:pt x="24384" y="384047"/>
                </a:lnTo>
                <a:close/>
              </a:path>
              <a:path w="401319" h="405764">
                <a:moveTo>
                  <a:pt x="386342" y="362711"/>
                </a:moveTo>
                <a:lnTo>
                  <a:pt x="364236" y="362711"/>
                </a:lnTo>
                <a:lnTo>
                  <a:pt x="366569" y="343828"/>
                </a:lnTo>
                <a:lnTo>
                  <a:pt x="369273" y="323087"/>
                </a:lnTo>
                <a:lnTo>
                  <a:pt x="372433" y="301751"/>
                </a:lnTo>
                <a:lnTo>
                  <a:pt x="376428" y="278891"/>
                </a:lnTo>
                <a:lnTo>
                  <a:pt x="384048" y="278891"/>
                </a:lnTo>
                <a:lnTo>
                  <a:pt x="384127" y="311848"/>
                </a:lnTo>
                <a:lnTo>
                  <a:pt x="384376" y="330707"/>
                </a:lnTo>
                <a:lnTo>
                  <a:pt x="384496" y="336184"/>
                </a:lnTo>
                <a:lnTo>
                  <a:pt x="385333" y="354544"/>
                </a:lnTo>
                <a:lnTo>
                  <a:pt x="386342" y="362711"/>
                </a:lnTo>
                <a:close/>
              </a:path>
              <a:path w="401319" h="405764">
                <a:moveTo>
                  <a:pt x="182105" y="323087"/>
                </a:moveTo>
                <a:lnTo>
                  <a:pt x="126492" y="323087"/>
                </a:lnTo>
                <a:lnTo>
                  <a:pt x="228600" y="301751"/>
                </a:lnTo>
                <a:lnTo>
                  <a:pt x="230124" y="307847"/>
                </a:lnTo>
                <a:lnTo>
                  <a:pt x="182105" y="32308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" name="object 17"/>
          <p:cNvSpPr/>
          <p:nvPr/>
        </p:nvSpPr>
        <p:spPr>
          <a:xfrm>
            <a:off x="3049523" y="2363723"/>
            <a:ext cx="356870" cy="402590"/>
          </a:xfrm>
          <a:custGeom>
            <a:avLst/>
            <a:gdLst/>
            <a:ahLst/>
            <a:cxnLst/>
            <a:rect l="l" t="t" r="r" b="b"/>
            <a:pathLst>
              <a:path w="356870" h="402589">
                <a:moveTo>
                  <a:pt x="54864" y="89916"/>
                </a:moveTo>
                <a:lnTo>
                  <a:pt x="44196" y="89916"/>
                </a:lnTo>
                <a:lnTo>
                  <a:pt x="51554" y="62793"/>
                </a:lnTo>
                <a:lnTo>
                  <a:pt x="57340" y="38671"/>
                </a:lnTo>
                <a:lnTo>
                  <a:pt x="61126" y="17692"/>
                </a:lnTo>
                <a:lnTo>
                  <a:pt x="62484" y="0"/>
                </a:lnTo>
                <a:lnTo>
                  <a:pt x="100584" y="21336"/>
                </a:lnTo>
                <a:lnTo>
                  <a:pt x="91725" y="29051"/>
                </a:lnTo>
                <a:lnTo>
                  <a:pt x="81153" y="43053"/>
                </a:lnTo>
                <a:lnTo>
                  <a:pt x="68865" y="63341"/>
                </a:lnTo>
                <a:lnTo>
                  <a:pt x="54864" y="89916"/>
                </a:lnTo>
                <a:close/>
              </a:path>
              <a:path w="356870" h="402589">
                <a:moveTo>
                  <a:pt x="147828" y="192024"/>
                </a:moveTo>
                <a:lnTo>
                  <a:pt x="143256" y="187452"/>
                </a:lnTo>
                <a:lnTo>
                  <a:pt x="160377" y="160615"/>
                </a:lnTo>
                <a:lnTo>
                  <a:pt x="175069" y="135064"/>
                </a:lnTo>
                <a:lnTo>
                  <a:pt x="196596" y="88392"/>
                </a:lnTo>
                <a:lnTo>
                  <a:pt x="211836" y="44958"/>
                </a:lnTo>
                <a:lnTo>
                  <a:pt x="222503" y="1524"/>
                </a:lnTo>
                <a:lnTo>
                  <a:pt x="260603" y="24384"/>
                </a:lnTo>
                <a:lnTo>
                  <a:pt x="252864" y="32361"/>
                </a:lnTo>
                <a:lnTo>
                  <a:pt x="243268" y="47053"/>
                </a:lnTo>
                <a:lnTo>
                  <a:pt x="231671" y="68318"/>
                </a:lnTo>
                <a:lnTo>
                  <a:pt x="217932" y="96012"/>
                </a:lnTo>
                <a:lnTo>
                  <a:pt x="350520" y="96012"/>
                </a:lnTo>
                <a:lnTo>
                  <a:pt x="356616" y="102108"/>
                </a:lnTo>
                <a:lnTo>
                  <a:pt x="350901" y="106680"/>
                </a:lnTo>
                <a:lnTo>
                  <a:pt x="214884" y="106680"/>
                </a:lnTo>
                <a:lnTo>
                  <a:pt x="198620" y="130730"/>
                </a:lnTo>
                <a:lnTo>
                  <a:pt x="181927" y="152781"/>
                </a:lnTo>
                <a:lnTo>
                  <a:pt x="164949" y="173116"/>
                </a:lnTo>
                <a:lnTo>
                  <a:pt x="147828" y="192024"/>
                </a:lnTo>
                <a:close/>
              </a:path>
              <a:path w="356870" h="402589">
                <a:moveTo>
                  <a:pt x="146304" y="89916"/>
                </a:moveTo>
                <a:lnTo>
                  <a:pt x="111252" y="89916"/>
                </a:lnTo>
                <a:lnTo>
                  <a:pt x="129540" y="73152"/>
                </a:lnTo>
                <a:lnTo>
                  <a:pt x="146304" y="89916"/>
                </a:lnTo>
                <a:close/>
              </a:path>
              <a:path w="356870" h="402589">
                <a:moveTo>
                  <a:pt x="0" y="397764"/>
                </a:moveTo>
                <a:lnTo>
                  <a:pt x="834" y="359664"/>
                </a:lnTo>
                <a:lnTo>
                  <a:pt x="935" y="352615"/>
                </a:lnTo>
                <a:lnTo>
                  <a:pt x="1333" y="316992"/>
                </a:lnTo>
                <a:lnTo>
                  <a:pt x="1430" y="178308"/>
                </a:lnTo>
                <a:lnTo>
                  <a:pt x="1309" y="152781"/>
                </a:lnTo>
                <a:lnTo>
                  <a:pt x="881" y="114704"/>
                </a:lnTo>
                <a:lnTo>
                  <a:pt x="0" y="74676"/>
                </a:lnTo>
                <a:lnTo>
                  <a:pt x="25908" y="89916"/>
                </a:lnTo>
                <a:lnTo>
                  <a:pt x="146304" y="89916"/>
                </a:lnTo>
                <a:lnTo>
                  <a:pt x="155448" y="99060"/>
                </a:lnTo>
                <a:lnTo>
                  <a:pt x="153162" y="100584"/>
                </a:lnTo>
                <a:lnTo>
                  <a:pt x="24384" y="100584"/>
                </a:lnTo>
                <a:lnTo>
                  <a:pt x="24384" y="211836"/>
                </a:lnTo>
                <a:lnTo>
                  <a:pt x="137509" y="211836"/>
                </a:lnTo>
                <a:lnTo>
                  <a:pt x="137586" y="222504"/>
                </a:lnTo>
                <a:lnTo>
                  <a:pt x="24384" y="222504"/>
                </a:lnTo>
                <a:lnTo>
                  <a:pt x="24384" y="344424"/>
                </a:lnTo>
                <a:lnTo>
                  <a:pt x="139258" y="344424"/>
                </a:lnTo>
                <a:lnTo>
                  <a:pt x="139305" y="346850"/>
                </a:lnTo>
                <a:lnTo>
                  <a:pt x="139544" y="355092"/>
                </a:lnTo>
                <a:lnTo>
                  <a:pt x="24384" y="355092"/>
                </a:lnTo>
                <a:lnTo>
                  <a:pt x="24384" y="384048"/>
                </a:lnTo>
                <a:lnTo>
                  <a:pt x="0" y="397764"/>
                </a:lnTo>
                <a:close/>
              </a:path>
              <a:path w="356870" h="402589">
                <a:moveTo>
                  <a:pt x="350520" y="96012"/>
                </a:moveTo>
                <a:lnTo>
                  <a:pt x="310896" y="96012"/>
                </a:lnTo>
                <a:lnTo>
                  <a:pt x="330708" y="76200"/>
                </a:lnTo>
                <a:lnTo>
                  <a:pt x="350520" y="96012"/>
                </a:lnTo>
                <a:close/>
              </a:path>
              <a:path w="356870" h="402589">
                <a:moveTo>
                  <a:pt x="137509" y="211836"/>
                </a:moveTo>
                <a:lnTo>
                  <a:pt x="115824" y="211836"/>
                </a:lnTo>
                <a:lnTo>
                  <a:pt x="115824" y="100584"/>
                </a:lnTo>
                <a:lnTo>
                  <a:pt x="153162" y="100584"/>
                </a:lnTo>
                <a:lnTo>
                  <a:pt x="137160" y="111252"/>
                </a:lnTo>
                <a:lnTo>
                  <a:pt x="137271" y="160615"/>
                </a:lnTo>
                <a:lnTo>
                  <a:pt x="137390" y="195333"/>
                </a:lnTo>
                <a:lnTo>
                  <a:pt x="137509" y="211836"/>
                </a:lnTo>
                <a:close/>
              </a:path>
              <a:path w="356870" h="402589">
                <a:moveTo>
                  <a:pt x="327778" y="359664"/>
                </a:moveTo>
                <a:lnTo>
                  <a:pt x="283464" y="359664"/>
                </a:lnTo>
                <a:lnTo>
                  <a:pt x="292631" y="357925"/>
                </a:lnTo>
                <a:lnTo>
                  <a:pt x="299656" y="352615"/>
                </a:lnTo>
                <a:lnTo>
                  <a:pt x="309895" y="305562"/>
                </a:lnTo>
                <a:lnTo>
                  <a:pt x="311658" y="259842"/>
                </a:lnTo>
                <a:lnTo>
                  <a:pt x="313456" y="192024"/>
                </a:lnTo>
                <a:lnTo>
                  <a:pt x="315467" y="106680"/>
                </a:lnTo>
                <a:lnTo>
                  <a:pt x="350901" y="106680"/>
                </a:lnTo>
                <a:lnTo>
                  <a:pt x="341376" y="114300"/>
                </a:lnTo>
                <a:lnTo>
                  <a:pt x="339547" y="188719"/>
                </a:lnTo>
                <a:lnTo>
                  <a:pt x="337718" y="249167"/>
                </a:lnTo>
                <a:lnTo>
                  <a:pt x="335889" y="295570"/>
                </a:lnTo>
                <a:lnTo>
                  <a:pt x="334060" y="327855"/>
                </a:lnTo>
                <a:lnTo>
                  <a:pt x="332232" y="345948"/>
                </a:lnTo>
                <a:lnTo>
                  <a:pt x="328497" y="357925"/>
                </a:lnTo>
                <a:lnTo>
                  <a:pt x="327778" y="359664"/>
                </a:lnTo>
                <a:close/>
              </a:path>
              <a:path w="356870" h="402589">
                <a:moveTo>
                  <a:pt x="231648" y="269748"/>
                </a:moveTo>
                <a:lnTo>
                  <a:pt x="230124" y="269748"/>
                </a:lnTo>
                <a:lnTo>
                  <a:pt x="226956" y="268295"/>
                </a:lnTo>
                <a:lnTo>
                  <a:pt x="224218" y="263842"/>
                </a:lnTo>
                <a:lnTo>
                  <a:pt x="221765" y="256246"/>
                </a:lnTo>
                <a:lnTo>
                  <a:pt x="219456" y="245364"/>
                </a:lnTo>
                <a:lnTo>
                  <a:pt x="214884" y="228242"/>
                </a:lnTo>
                <a:lnTo>
                  <a:pt x="208026" y="211264"/>
                </a:lnTo>
                <a:lnTo>
                  <a:pt x="198882" y="194571"/>
                </a:lnTo>
                <a:lnTo>
                  <a:pt x="187452" y="178308"/>
                </a:lnTo>
                <a:lnTo>
                  <a:pt x="192024" y="172212"/>
                </a:lnTo>
                <a:lnTo>
                  <a:pt x="224980" y="199644"/>
                </a:lnTo>
                <a:lnTo>
                  <a:pt x="246888" y="236220"/>
                </a:lnTo>
                <a:lnTo>
                  <a:pt x="246888" y="248412"/>
                </a:lnTo>
                <a:lnTo>
                  <a:pt x="245364" y="254508"/>
                </a:lnTo>
                <a:lnTo>
                  <a:pt x="236220" y="266700"/>
                </a:lnTo>
                <a:lnTo>
                  <a:pt x="231648" y="269748"/>
                </a:lnTo>
                <a:close/>
              </a:path>
              <a:path w="356870" h="402589">
                <a:moveTo>
                  <a:pt x="139258" y="344424"/>
                </a:moveTo>
                <a:lnTo>
                  <a:pt x="115824" y="344424"/>
                </a:lnTo>
                <a:lnTo>
                  <a:pt x="115824" y="222504"/>
                </a:lnTo>
                <a:lnTo>
                  <a:pt x="137586" y="222504"/>
                </a:lnTo>
                <a:lnTo>
                  <a:pt x="137793" y="251435"/>
                </a:lnTo>
                <a:lnTo>
                  <a:pt x="138493" y="305562"/>
                </a:lnTo>
                <a:lnTo>
                  <a:pt x="139258" y="344424"/>
                </a:lnTo>
                <a:close/>
              </a:path>
              <a:path w="356870" h="402589">
                <a:moveTo>
                  <a:pt x="278891" y="402336"/>
                </a:moveTo>
                <a:lnTo>
                  <a:pt x="271772" y="389453"/>
                </a:lnTo>
                <a:lnTo>
                  <a:pt x="259651" y="378142"/>
                </a:lnTo>
                <a:lnTo>
                  <a:pt x="242613" y="368236"/>
                </a:lnTo>
                <a:lnTo>
                  <a:pt x="220979" y="359664"/>
                </a:lnTo>
                <a:lnTo>
                  <a:pt x="220979" y="352044"/>
                </a:lnTo>
                <a:lnTo>
                  <a:pt x="241244" y="355163"/>
                </a:lnTo>
                <a:lnTo>
                  <a:pt x="258508" y="357568"/>
                </a:lnTo>
                <a:lnTo>
                  <a:pt x="272629" y="359116"/>
                </a:lnTo>
                <a:lnTo>
                  <a:pt x="283464" y="359664"/>
                </a:lnTo>
                <a:lnTo>
                  <a:pt x="327778" y="359664"/>
                </a:lnTo>
                <a:lnTo>
                  <a:pt x="324217" y="368260"/>
                </a:lnTo>
                <a:lnTo>
                  <a:pt x="290310" y="397764"/>
                </a:lnTo>
                <a:lnTo>
                  <a:pt x="278891" y="402336"/>
                </a:lnTo>
                <a:close/>
              </a:path>
              <a:path w="356870" h="402589">
                <a:moveTo>
                  <a:pt x="115824" y="391668"/>
                </a:moveTo>
                <a:lnTo>
                  <a:pt x="115824" y="355092"/>
                </a:lnTo>
                <a:lnTo>
                  <a:pt x="139544" y="355092"/>
                </a:lnTo>
                <a:lnTo>
                  <a:pt x="140208" y="377952"/>
                </a:lnTo>
                <a:lnTo>
                  <a:pt x="115824" y="39166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" name="object 18"/>
          <p:cNvSpPr/>
          <p:nvPr/>
        </p:nvSpPr>
        <p:spPr>
          <a:xfrm>
            <a:off x="3464039" y="2360675"/>
            <a:ext cx="852169" cy="410209"/>
          </a:xfrm>
          <a:custGeom>
            <a:avLst/>
            <a:gdLst/>
            <a:ahLst/>
            <a:cxnLst/>
            <a:rect l="l" t="t" r="r" b="b"/>
            <a:pathLst>
              <a:path w="852170" h="410210">
                <a:moveTo>
                  <a:pt x="115824" y="70040"/>
                </a:moveTo>
                <a:lnTo>
                  <a:pt x="80200" y="39255"/>
                </a:lnTo>
                <a:lnTo>
                  <a:pt x="45720" y="24396"/>
                </a:lnTo>
                <a:lnTo>
                  <a:pt x="42672" y="30492"/>
                </a:lnTo>
                <a:lnTo>
                  <a:pt x="59270" y="45681"/>
                </a:lnTo>
                <a:lnTo>
                  <a:pt x="72580" y="59448"/>
                </a:lnTo>
                <a:lnTo>
                  <a:pt x="82753" y="72059"/>
                </a:lnTo>
                <a:lnTo>
                  <a:pt x="89916" y="83832"/>
                </a:lnTo>
                <a:lnTo>
                  <a:pt x="96012" y="94500"/>
                </a:lnTo>
                <a:lnTo>
                  <a:pt x="100584" y="100596"/>
                </a:lnTo>
                <a:lnTo>
                  <a:pt x="105156" y="100596"/>
                </a:lnTo>
                <a:lnTo>
                  <a:pt x="106680" y="99072"/>
                </a:lnTo>
                <a:lnTo>
                  <a:pt x="109728" y="97548"/>
                </a:lnTo>
                <a:lnTo>
                  <a:pt x="112776" y="94500"/>
                </a:lnTo>
                <a:lnTo>
                  <a:pt x="114300" y="88404"/>
                </a:lnTo>
                <a:lnTo>
                  <a:pt x="115785" y="78041"/>
                </a:lnTo>
                <a:lnTo>
                  <a:pt x="115824" y="70040"/>
                </a:lnTo>
                <a:close/>
              </a:path>
              <a:path w="852170" h="410210">
                <a:moveTo>
                  <a:pt x="166116" y="274332"/>
                </a:moveTo>
                <a:lnTo>
                  <a:pt x="161544" y="269760"/>
                </a:lnTo>
                <a:lnTo>
                  <a:pt x="92964" y="333768"/>
                </a:lnTo>
                <a:lnTo>
                  <a:pt x="92964" y="175272"/>
                </a:lnTo>
                <a:lnTo>
                  <a:pt x="100418" y="169176"/>
                </a:lnTo>
                <a:lnTo>
                  <a:pt x="109728" y="161556"/>
                </a:lnTo>
                <a:lnTo>
                  <a:pt x="80772" y="137172"/>
                </a:lnTo>
                <a:lnTo>
                  <a:pt x="67056" y="158508"/>
                </a:lnTo>
                <a:lnTo>
                  <a:pt x="0" y="158508"/>
                </a:lnTo>
                <a:lnTo>
                  <a:pt x="15252" y="173748"/>
                </a:lnTo>
                <a:lnTo>
                  <a:pt x="24345" y="171742"/>
                </a:lnTo>
                <a:lnTo>
                  <a:pt x="33147" y="170319"/>
                </a:lnTo>
                <a:lnTo>
                  <a:pt x="41389" y="169456"/>
                </a:lnTo>
                <a:lnTo>
                  <a:pt x="48768" y="169176"/>
                </a:lnTo>
                <a:lnTo>
                  <a:pt x="68580" y="169176"/>
                </a:lnTo>
                <a:lnTo>
                  <a:pt x="68707" y="333768"/>
                </a:lnTo>
                <a:lnTo>
                  <a:pt x="68897" y="338670"/>
                </a:lnTo>
                <a:lnTo>
                  <a:pt x="67627" y="346341"/>
                </a:lnTo>
                <a:lnTo>
                  <a:pt x="64947" y="353428"/>
                </a:lnTo>
                <a:lnTo>
                  <a:pt x="60960" y="359676"/>
                </a:lnTo>
                <a:lnTo>
                  <a:pt x="82296" y="382536"/>
                </a:lnTo>
                <a:lnTo>
                  <a:pt x="89446" y="372833"/>
                </a:lnTo>
                <a:lnTo>
                  <a:pt x="97104" y="362216"/>
                </a:lnTo>
                <a:lnTo>
                  <a:pt x="105448" y="350596"/>
                </a:lnTo>
                <a:lnTo>
                  <a:pt x="114300" y="338340"/>
                </a:lnTo>
                <a:lnTo>
                  <a:pt x="118033" y="333768"/>
                </a:lnTo>
                <a:lnTo>
                  <a:pt x="124548" y="325767"/>
                </a:lnTo>
                <a:lnTo>
                  <a:pt x="136779" y="310908"/>
                </a:lnTo>
                <a:lnTo>
                  <a:pt x="150736" y="293763"/>
                </a:lnTo>
                <a:lnTo>
                  <a:pt x="166116" y="274332"/>
                </a:lnTo>
                <a:close/>
              </a:path>
              <a:path w="852170" h="410210">
                <a:moveTo>
                  <a:pt x="239280" y="73164"/>
                </a:moveTo>
                <a:lnTo>
                  <a:pt x="215087" y="32753"/>
                </a:lnTo>
                <a:lnTo>
                  <a:pt x="185928" y="10680"/>
                </a:lnTo>
                <a:lnTo>
                  <a:pt x="179832" y="13728"/>
                </a:lnTo>
                <a:lnTo>
                  <a:pt x="190347" y="30492"/>
                </a:lnTo>
                <a:lnTo>
                  <a:pt x="199085" y="46685"/>
                </a:lnTo>
                <a:lnTo>
                  <a:pt x="205765" y="61937"/>
                </a:lnTo>
                <a:lnTo>
                  <a:pt x="210324" y="76212"/>
                </a:lnTo>
                <a:lnTo>
                  <a:pt x="211848" y="89928"/>
                </a:lnTo>
                <a:lnTo>
                  <a:pt x="216420" y="97548"/>
                </a:lnTo>
                <a:lnTo>
                  <a:pt x="220992" y="97548"/>
                </a:lnTo>
                <a:lnTo>
                  <a:pt x="225564" y="94500"/>
                </a:lnTo>
                <a:lnTo>
                  <a:pt x="230136" y="86880"/>
                </a:lnTo>
                <a:lnTo>
                  <a:pt x="236232" y="80784"/>
                </a:lnTo>
                <a:lnTo>
                  <a:pt x="239280" y="73164"/>
                </a:lnTo>
                <a:close/>
              </a:path>
              <a:path w="852170" h="410210">
                <a:moveTo>
                  <a:pt x="402348" y="367296"/>
                </a:moveTo>
                <a:lnTo>
                  <a:pt x="382981" y="331101"/>
                </a:lnTo>
                <a:lnTo>
                  <a:pt x="381012" y="295668"/>
                </a:lnTo>
                <a:lnTo>
                  <a:pt x="373380" y="295668"/>
                </a:lnTo>
                <a:lnTo>
                  <a:pt x="372262" y="314807"/>
                </a:lnTo>
                <a:lnTo>
                  <a:pt x="371322" y="330593"/>
                </a:lnTo>
                <a:lnTo>
                  <a:pt x="370598" y="344525"/>
                </a:lnTo>
                <a:lnTo>
                  <a:pt x="349008" y="371868"/>
                </a:lnTo>
                <a:lnTo>
                  <a:pt x="315480" y="371868"/>
                </a:lnTo>
                <a:lnTo>
                  <a:pt x="305473" y="371309"/>
                </a:lnTo>
                <a:lnTo>
                  <a:pt x="298335" y="367487"/>
                </a:lnTo>
                <a:lnTo>
                  <a:pt x="294043" y="360502"/>
                </a:lnTo>
                <a:lnTo>
                  <a:pt x="292620" y="350596"/>
                </a:lnTo>
                <a:lnTo>
                  <a:pt x="292620" y="225564"/>
                </a:lnTo>
                <a:lnTo>
                  <a:pt x="324624" y="225564"/>
                </a:lnTo>
                <a:lnTo>
                  <a:pt x="324624" y="246900"/>
                </a:lnTo>
                <a:lnTo>
                  <a:pt x="350532" y="234708"/>
                </a:lnTo>
                <a:lnTo>
                  <a:pt x="349973" y="225564"/>
                </a:lnTo>
                <a:lnTo>
                  <a:pt x="349643" y="220154"/>
                </a:lnTo>
                <a:lnTo>
                  <a:pt x="349542" y="214896"/>
                </a:lnTo>
                <a:lnTo>
                  <a:pt x="349199" y="197180"/>
                </a:lnTo>
                <a:lnTo>
                  <a:pt x="349072" y="175272"/>
                </a:lnTo>
                <a:lnTo>
                  <a:pt x="349008" y="126504"/>
                </a:lnTo>
                <a:lnTo>
                  <a:pt x="355536" y="121932"/>
                </a:lnTo>
                <a:lnTo>
                  <a:pt x="364248" y="115836"/>
                </a:lnTo>
                <a:lnTo>
                  <a:pt x="358813" y="111264"/>
                </a:lnTo>
                <a:lnTo>
                  <a:pt x="335292" y="91452"/>
                </a:lnTo>
                <a:lnTo>
                  <a:pt x="324624" y="106870"/>
                </a:lnTo>
                <a:lnTo>
                  <a:pt x="324624" y="121932"/>
                </a:lnTo>
                <a:lnTo>
                  <a:pt x="324624" y="214896"/>
                </a:lnTo>
                <a:lnTo>
                  <a:pt x="193560" y="214896"/>
                </a:lnTo>
                <a:lnTo>
                  <a:pt x="193560" y="121932"/>
                </a:lnTo>
                <a:lnTo>
                  <a:pt x="324624" y="121932"/>
                </a:lnTo>
                <a:lnTo>
                  <a:pt x="324624" y="106870"/>
                </a:lnTo>
                <a:lnTo>
                  <a:pt x="321576" y="111264"/>
                </a:lnTo>
                <a:lnTo>
                  <a:pt x="280428" y="111264"/>
                </a:lnTo>
                <a:lnTo>
                  <a:pt x="316636" y="53822"/>
                </a:lnTo>
                <a:lnTo>
                  <a:pt x="329196" y="33540"/>
                </a:lnTo>
                <a:lnTo>
                  <a:pt x="347484" y="25920"/>
                </a:lnTo>
                <a:lnTo>
                  <a:pt x="307860" y="1536"/>
                </a:lnTo>
                <a:lnTo>
                  <a:pt x="302996" y="23609"/>
                </a:lnTo>
                <a:lnTo>
                  <a:pt x="295287" y="48971"/>
                </a:lnTo>
                <a:lnTo>
                  <a:pt x="284822" y="77736"/>
                </a:lnTo>
                <a:lnTo>
                  <a:pt x="271284" y="111264"/>
                </a:lnTo>
                <a:lnTo>
                  <a:pt x="193560" y="111264"/>
                </a:lnTo>
                <a:lnTo>
                  <a:pt x="167640" y="96024"/>
                </a:lnTo>
                <a:lnTo>
                  <a:pt x="168529" y="109181"/>
                </a:lnTo>
                <a:lnTo>
                  <a:pt x="168986" y="126504"/>
                </a:lnTo>
                <a:lnTo>
                  <a:pt x="169075" y="137172"/>
                </a:lnTo>
                <a:lnTo>
                  <a:pt x="168973" y="216420"/>
                </a:lnTo>
                <a:lnTo>
                  <a:pt x="168529" y="234137"/>
                </a:lnTo>
                <a:lnTo>
                  <a:pt x="167640" y="248424"/>
                </a:lnTo>
                <a:lnTo>
                  <a:pt x="193560" y="239280"/>
                </a:lnTo>
                <a:lnTo>
                  <a:pt x="193560" y="225564"/>
                </a:lnTo>
                <a:lnTo>
                  <a:pt x="216420" y="225564"/>
                </a:lnTo>
                <a:lnTo>
                  <a:pt x="206895" y="291858"/>
                </a:lnTo>
                <a:lnTo>
                  <a:pt x="181356" y="339864"/>
                </a:lnTo>
                <a:lnTo>
                  <a:pt x="141541" y="375488"/>
                </a:lnTo>
                <a:lnTo>
                  <a:pt x="86868" y="405396"/>
                </a:lnTo>
                <a:lnTo>
                  <a:pt x="89916" y="409968"/>
                </a:lnTo>
                <a:lnTo>
                  <a:pt x="127063" y="396532"/>
                </a:lnTo>
                <a:lnTo>
                  <a:pt x="184213" y="364528"/>
                </a:lnTo>
                <a:lnTo>
                  <a:pt x="219367" y="323075"/>
                </a:lnTo>
                <a:lnTo>
                  <a:pt x="237655" y="263017"/>
                </a:lnTo>
                <a:lnTo>
                  <a:pt x="240804" y="225564"/>
                </a:lnTo>
                <a:lnTo>
                  <a:pt x="271284" y="225564"/>
                </a:lnTo>
                <a:lnTo>
                  <a:pt x="271360" y="360502"/>
                </a:lnTo>
                <a:lnTo>
                  <a:pt x="309384" y="393204"/>
                </a:lnTo>
                <a:lnTo>
                  <a:pt x="362724" y="393204"/>
                </a:lnTo>
                <a:lnTo>
                  <a:pt x="375551" y="391502"/>
                </a:lnTo>
                <a:lnTo>
                  <a:pt x="386537" y="386537"/>
                </a:lnTo>
                <a:lnTo>
                  <a:pt x="395503" y="378409"/>
                </a:lnTo>
                <a:lnTo>
                  <a:pt x="399529" y="371868"/>
                </a:lnTo>
                <a:lnTo>
                  <a:pt x="402348" y="367296"/>
                </a:lnTo>
                <a:close/>
              </a:path>
              <a:path w="852170" h="410210">
                <a:moveTo>
                  <a:pt x="504444" y="167640"/>
                </a:moveTo>
                <a:lnTo>
                  <a:pt x="500735" y="156768"/>
                </a:lnTo>
                <a:lnTo>
                  <a:pt x="489585" y="144589"/>
                </a:lnTo>
                <a:lnTo>
                  <a:pt x="471017" y="131000"/>
                </a:lnTo>
                <a:lnTo>
                  <a:pt x="445008" y="115824"/>
                </a:lnTo>
                <a:lnTo>
                  <a:pt x="440436" y="121920"/>
                </a:lnTo>
                <a:lnTo>
                  <a:pt x="454113" y="137350"/>
                </a:lnTo>
                <a:lnTo>
                  <a:pt x="465201" y="151638"/>
                </a:lnTo>
                <a:lnTo>
                  <a:pt x="473443" y="164782"/>
                </a:lnTo>
                <a:lnTo>
                  <a:pt x="478536" y="176784"/>
                </a:lnTo>
                <a:lnTo>
                  <a:pt x="482231" y="187363"/>
                </a:lnTo>
                <a:lnTo>
                  <a:pt x="486346" y="193929"/>
                </a:lnTo>
                <a:lnTo>
                  <a:pt x="490753" y="196507"/>
                </a:lnTo>
                <a:lnTo>
                  <a:pt x="495300" y="195072"/>
                </a:lnTo>
                <a:lnTo>
                  <a:pt x="499300" y="190792"/>
                </a:lnTo>
                <a:lnTo>
                  <a:pt x="502158" y="184785"/>
                </a:lnTo>
                <a:lnTo>
                  <a:pt x="503872" y="177076"/>
                </a:lnTo>
                <a:lnTo>
                  <a:pt x="504444" y="167640"/>
                </a:lnTo>
                <a:close/>
              </a:path>
              <a:path w="852170" h="410210">
                <a:moveTo>
                  <a:pt x="541020" y="65532"/>
                </a:moveTo>
                <a:lnTo>
                  <a:pt x="539496" y="59436"/>
                </a:lnTo>
                <a:lnTo>
                  <a:pt x="537972" y="51816"/>
                </a:lnTo>
                <a:lnTo>
                  <a:pt x="532853" y="45250"/>
                </a:lnTo>
                <a:lnTo>
                  <a:pt x="522160" y="36957"/>
                </a:lnTo>
                <a:lnTo>
                  <a:pt x="506044" y="26962"/>
                </a:lnTo>
                <a:lnTo>
                  <a:pt x="484632" y="15240"/>
                </a:lnTo>
                <a:lnTo>
                  <a:pt x="481584" y="21336"/>
                </a:lnTo>
                <a:lnTo>
                  <a:pt x="493255" y="35890"/>
                </a:lnTo>
                <a:lnTo>
                  <a:pt x="502920" y="49720"/>
                </a:lnTo>
                <a:lnTo>
                  <a:pt x="510311" y="62699"/>
                </a:lnTo>
                <a:lnTo>
                  <a:pt x="515112" y="74676"/>
                </a:lnTo>
                <a:lnTo>
                  <a:pt x="519684" y="86868"/>
                </a:lnTo>
                <a:lnTo>
                  <a:pt x="522732" y="91440"/>
                </a:lnTo>
                <a:lnTo>
                  <a:pt x="528828" y="91440"/>
                </a:lnTo>
                <a:lnTo>
                  <a:pt x="531876" y="89916"/>
                </a:lnTo>
                <a:lnTo>
                  <a:pt x="534924" y="85344"/>
                </a:lnTo>
                <a:lnTo>
                  <a:pt x="539496" y="80772"/>
                </a:lnTo>
                <a:lnTo>
                  <a:pt x="541020" y="74676"/>
                </a:lnTo>
                <a:lnTo>
                  <a:pt x="541020" y="65532"/>
                </a:lnTo>
                <a:close/>
              </a:path>
              <a:path w="852170" h="410210">
                <a:moveTo>
                  <a:pt x="586740" y="77724"/>
                </a:moveTo>
                <a:lnTo>
                  <a:pt x="580644" y="76200"/>
                </a:lnTo>
                <a:lnTo>
                  <a:pt x="548284" y="151980"/>
                </a:lnTo>
                <a:lnTo>
                  <a:pt x="524065" y="208026"/>
                </a:lnTo>
                <a:lnTo>
                  <a:pt x="507593" y="244602"/>
                </a:lnTo>
                <a:lnTo>
                  <a:pt x="498348" y="262128"/>
                </a:lnTo>
                <a:lnTo>
                  <a:pt x="492252" y="271272"/>
                </a:lnTo>
                <a:lnTo>
                  <a:pt x="487692" y="277342"/>
                </a:lnTo>
                <a:lnTo>
                  <a:pt x="476465" y="277329"/>
                </a:lnTo>
                <a:lnTo>
                  <a:pt x="468058" y="276987"/>
                </a:lnTo>
                <a:lnTo>
                  <a:pt x="456514" y="276085"/>
                </a:lnTo>
                <a:lnTo>
                  <a:pt x="441960" y="274320"/>
                </a:lnTo>
                <a:lnTo>
                  <a:pt x="441960" y="281940"/>
                </a:lnTo>
                <a:lnTo>
                  <a:pt x="481584" y="300228"/>
                </a:lnTo>
                <a:lnTo>
                  <a:pt x="484632" y="306324"/>
                </a:lnTo>
                <a:lnTo>
                  <a:pt x="484593" y="314896"/>
                </a:lnTo>
                <a:lnTo>
                  <a:pt x="484327" y="319976"/>
                </a:lnTo>
                <a:lnTo>
                  <a:pt x="483298" y="326707"/>
                </a:lnTo>
                <a:lnTo>
                  <a:pt x="481418" y="334314"/>
                </a:lnTo>
                <a:lnTo>
                  <a:pt x="478536" y="342900"/>
                </a:lnTo>
                <a:lnTo>
                  <a:pt x="476542" y="350596"/>
                </a:lnTo>
                <a:lnTo>
                  <a:pt x="475107" y="357568"/>
                </a:lnTo>
                <a:lnTo>
                  <a:pt x="474256" y="363689"/>
                </a:lnTo>
                <a:lnTo>
                  <a:pt x="474052" y="367284"/>
                </a:lnTo>
                <a:lnTo>
                  <a:pt x="473964" y="376428"/>
                </a:lnTo>
                <a:lnTo>
                  <a:pt x="477012" y="382524"/>
                </a:lnTo>
                <a:lnTo>
                  <a:pt x="484632" y="384048"/>
                </a:lnTo>
                <a:lnTo>
                  <a:pt x="490728" y="387096"/>
                </a:lnTo>
                <a:lnTo>
                  <a:pt x="507492" y="387096"/>
                </a:lnTo>
                <a:lnTo>
                  <a:pt x="510540" y="385572"/>
                </a:lnTo>
                <a:lnTo>
                  <a:pt x="510540" y="381000"/>
                </a:lnTo>
                <a:lnTo>
                  <a:pt x="509663" y="373380"/>
                </a:lnTo>
                <a:lnTo>
                  <a:pt x="509041" y="363689"/>
                </a:lnTo>
                <a:lnTo>
                  <a:pt x="508406" y="351434"/>
                </a:lnTo>
                <a:lnTo>
                  <a:pt x="507504" y="336931"/>
                </a:lnTo>
                <a:lnTo>
                  <a:pt x="507809" y="322262"/>
                </a:lnTo>
                <a:lnTo>
                  <a:pt x="508825" y="308419"/>
                </a:lnTo>
                <a:lnTo>
                  <a:pt x="510717" y="295452"/>
                </a:lnTo>
                <a:lnTo>
                  <a:pt x="513588" y="283464"/>
                </a:lnTo>
                <a:lnTo>
                  <a:pt x="515454" y="277368"/>
                </a:lnTo>
                <a:lnTo>
                  <a:pt x="519874" y="262890"/>
                </a:lnTo>
                <a:lnTo>
                  <a:pt x="534162" y="221742"/>
                </a:lnTo>
                <a:lnTo>
                  <a:pt x="556450" y="160020"/>
                </a:lnTo>
                <a:lnTo>
                  <a:pt x="586740" y="77724"/>
                </a:lnTo>
                <a:close/>
              </a:path>
              <a:path w="852170" h="410210">
                <a:moveTo>
                  <a:pt x="851916" y="213360"/>
                </a:moveTo>
                <a:lnTo>
                  <a:pt x="821436" y="182880"/>
                </a:lnTo>
                <a:lnTo>
                  <a:pt x="800100" y="202692"/>
                </a:lnTo>
                <a:lnTo>
                  <a:pt x="708660" y="202692"/>
                </a:lnTo>
                <a:lnTo>
                  <a:pt x="708660" y="109728"/>
                </a:lnTo>
                <a:lnTo>
                  <a:pt x="822960" y="109728"/>
                </a:lnTo>
                <a:lnTo>
                  <a:pt x="795528" y="79248"/>
                </a:lnTo>
                <a:lnTo>
                  <a:pt x="777240" y="99060"/>
                </a:lnTo>
                <a:lnTo>
                  <a:pt x="708660" y="99060"/>
                </a:lnTo>
                <a:lnTo>
                  <a:pt x="708660" y="38100"/>
                </a:lnTo>
                <a:lnTo>
                  <a:pt x="725424" y="21336"/>
                </a:lnTo>
                <a:lnTo>
                  <a:pt x="684276" y="0"/>
                </a:lnTo>
                <a:lnTo>
                  <a:pt x="685152" y="15240"/>
                </a:lnTo>
                <a:lnTo>
                  <a:pt x="685596" y="35890"/>
                </a:lnTo>
                <a:lnTo>
                  <a:pt x="685711" y="51816"/>
                </a:lnTo>
                <a:lnTo>
                  <a:pt x="685800" y="99060"/>
                </a:lnTo>
                <a:lnTo>
                  <a:pt x="589788" y="99060"/>
                </a:lnTo>
                <a:lnTo>
                  <a:pt x="606552" y="114300"/>
                </a:lnTo>
                <a:lnTo>
                  <a:pt x="615988" y="112306"/>
                </a:lnTo>
                <a:lnTo>
                  <a:pt x="625983" y="110871"/>
                </a:lnTo>
                <a:lnTo>
                  <a:pt x="636562" y="110020"/>
                </a:lnTo>
                <a:lnTo>
                  <a:pt x="647700" y="109728"/>
                </a:lnTo>
                <a:lnTo>
                  <a:pt x="685800" y="109728"/>
                </a:lnTo>
                <a:lnTo>
                  <a:pt x="685800" y="202692"/>
                </a:lnTo>
                <a:lnTo>
                  <a:pt x="557784" y="202692"/>
                </a:lnTo>
                <a:lnTo>
                  <a:pt x="573024" y="219456"/>
                </a:lnTo>
                <a:lnTo>
                  <a:pt x="582676" y="216585"/>
                </a:lnTo>
                <a:lnTo>
                  <a:pt x="593026" y="214693"/>
                </a:lnTo>
                <a:lnTo>
                  <a:pt x="603681" y="213677"/>
                </a:lnTo>
                <a:lnTo>
                  <a:pt x="614172" y="213360"/>
                </a:lnTo>
                <a:lnTo>
                  <a:pt x="679704" y="213360"/>
                </a:lnTo>
                <a:lnTo>
                  <a:pt x="658939" y="256984"/>
                </a:lnTo>
                <a:lnTo>
                  <a:pt x="627888" y="306324"/>
                </a:lnTo>
                <a:lnTo>
                  <a:pt x="594169" y="345376"/>
                </a:lnTo>
                <a:lnTo>
                  <a:pt x="568452" y="358140"/>
                </a:lnTo>
                <a:lnTo>
                  <a:pt x="585216" y="397764"/>
                </a:lnTo>
                <a:lnTo>
                  <a:pt x="620585" y="382765"/>
                </a:lnTo>
                <a:lnTo>
                  <a:pt x="671156" y="370738"/>
                </a:lnTo>
                <a:lnTo>
                  <a:pt x="744931" y="359930"/>
                </a:lnTo>
                <a:lnTo>
                  <a:pt x="790956" y="355092"/>
                </a:lnTo>
                <a:lnTo>
                  <a:pt x="795274" y="363093"/>
                </a:lnTo>
                <a:lnTo>
                  <a:pt x="799147" y="371094"/>
                </a:lnTo>
                <a:lnTo>
                  <a:pt x="802754" y="379095"/>
                </a:lnTo>
                <a:lnTo>
                  <a:pt x="806196" y="387096"/>
                </a:lnTo>
                <a:lnTo>
                  <a:pt x="807720" y="394716"/>
                </a:lnTo>
                <a:lnTo>
                  <a:pt x="810768" y="397764"/>
                </a:lnTo>
                <a:lnTo>
                  <a:pt x="815340" y="397764"/>
                </a:lnTo>
                <a:lnTo>
                  <a:pt x="818388" y="394716"/>
                </a:lnTo>
                <a:lnTo>
                  <a:pt x="822960" y="387096"/>
                </a:lnTo>
                <a:lnTo>
                  <a:pt x="827532" y="381000"/>
                </a:lnTo>
                <a:lnTo>
                  <a:pt x="830580" y="373380"/>
                </a:lnTo>
                <a:lnTo>
                  <a:pt x="830580" y="367284"/>
                </a:lnTo>
                <a:lnTo>
                  <a:pt x="805624" y="330517"/>
                </a:lnTo>
                <a:lnTo>
                  <a:pt x="789432" y="316992"/>
                </a:lnTo>
                <a:lnTo>
                  <a:pt x="779462" y="308711"/>
                </a:lnTo>
                <a:lnTo>
                  <a:pt x="767943" y="299872"/>
                </a:lnTo>
                <a:lnTo>
                  <a:pt x="754938" y="290423"/>
                </a:lnTo>
                <a:lnTo>
                  <a:pt x="740664" y="280416"/>
                </a:lnTo>
                <a:lnTo>
                  <a:pt x="736092" y="284988"/>
                </a:lnTo>
                <a:lnTo>
                  <a:pt x="749274" y="299847"/>
                </a:lnTo>
                <a:lnTo>
                  <a:pt x="761619" y="314896"/>
                </a:lnTo>
                <a:lnTo>
                  <a:pt x="773391" y="330212"/>
                </a:lnTo>
                <a:lnTo>
                  <a:pt x="784860" y="345948"/>
                </a:lnTo>
                <a:lnTo>
                  <a:pt x="601980" y="358140"/>
                </a:lnTo>
                <a:lnTo>
                  <a:pt x="630897" y="327545"/>
                </a:lnTo>
                <a:lnTo>
                  <a:pt x="653796" y="301942"/>
                </a:lnTo>
                <a:lnTo>
                  <a:pt x="670991" y="281203"/>
                </a:lnTo>
                <a:lnTo>
                  <a:pt x="682752" y="265176"/>
                </a:lnTo>
                <a:lnTo>
                  <a:pt x="691642" y="253746"/>
                </a:lnTo>
                <a:lnTo>
                  <a:pt x="700049" y="244652"/>
                </a:lnTo>
                <a:lnTo>
                  <a:pt x="708266" y="237744"/>
                </a:lnTo>
                <a:lnTo>
                  <a:pt x="716280" y="233172"/>
                </a:lnTo>
                <a:lnTo>
                  <a:pt x="687324" y="213360"/>
                </a:lnTo>
                <a:lnTo>
                  <a:pt x="851916" y="21336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" name="object 19"/>
          <p:cNvSpPr/>
          <p:nvPr/>
        </p:nvSpPr>
        <p:spPr>
          <a:xfrm>
            <a:off x="4387548" y="2569464"/>
            <a:ext cx="62865" cy="165100"/>
          </a:xfrm>
          <a:custGeom>
            <a:avLst/>
            <a:gdLst/>
            <a:ahLst/>
            <a:cxnLst/>
            <a:rect l="l" t="t" r="r" b="b"/>
            <a:pathLst>
              <a:path w="62864" h="165100">
                <a:moveTo>
                  <a:pt x="33575" y="164592"/>
                </a:moveTo>
                <a:lnTo>
                  <a:pt x="25955" y="164592"/>
                </a:lnTo>
                <a:lnTo>
                  <a:pt x="21383" y="163068"/>
                </a:lnTo>
                <a:lnTo>
                  <a:pt x="0" y="125801"/>
                </a:lnTo>
                <a:lnTo>
                  <a:pt x="1952" y="119062"/>
                </a:lnTo>
                <a:lnTo>
                  <a:pt x="5619" y="113752"/>
                </a:lnTo>
                <a:lnTo>
                  <a:pt x="10715" y="109728"/>
                </a:lnTo>
                <a:lnTo>
                  <a:pt x="18335" y="106680"/>
                </a:lnTo>
                <a:lnTo>
                  <a:pt x="24431" y="103632"/>
                </a:lnTo>
                <a:lnTo>
                  <a:pt x="36623" y="103632"/>
                </a:lnTo>
                <a:lnTo>
                  <a:pt x="44243" y="106680"/>
                </a:lnTo>
                <a:lnTo>
                  <a:pt x="50339" y="111252"/>
                </a:lnTo>
                <a:lnTo>
                  <a:pt x="57959" y="115824"/>
                </a:lnTo>
                <a:lnTo>
                  <a:pt x="61007" y="123444"/>
                </a:lnTo>
                <a:lnTo>
                  <a:pt x="61007" y="134112"/>
                </a:lnTo>
                <a:lnTo>
                  <a:pt x="39671" y="163068"/>
                </a:lnTo>
                <a:lnTo>
                  <a:pt x="33575" y="164592"/>
                </a:lnTo>
                <a:close/>
              </a:path>
              <a:path w="62864" h="165100">
                <a:moveTo>
                  <a:pt x="33575" y="60960"/>
                </a:moveTo>
                <a:lnTo>
                  <a:pt x="24431" y="60960"/>
                </a:lnTo>
                <a:lnTo>
                  <a:pt x="18335" y="57912"/>
                </a:lnTo>
                <a:lnTo>
                  <a:pt x="10715" y="53340"/>
                </a:lnTo>
                <a:lnTo>
                  <a:pt x="5619" y="48458"/>
                </a:lnTo>
                <a:lnTo>
                  <a:pt x="1952" y="42862"/>
                </a:lnTo>
                <a:lnTo>
                  <a:pt x="0" y="36409"/>
                </a:lnTo>
                <a:lnTo>
                  <a:pt x="47" y="28956"/>
                </a:lnTo>
                <a:lnTo>
                  <a:pt x="27479" y="0"/>
                </a:lnTo>
                <a:lnTo>
                  <a:pt x="36623" y="0"/>
                </a:lnTo>
                <a:lnTo>
                  <a:pt x="42719" y="1524"/>
                </a:lnTo>
                <a:lnTo>
                  <a:pt x="50339" y="6096"/>
                </a:lnTo>
                <a:lnTo>
                  <a:pt x="56102" y="9477"/>
                </a:lnTo>
                <a:lnTo>
                  <a:pt x="59864" y="14859"/>
                </a:lnTo>
                <a:lnTo>
                  <a:pt x="61912" y="21955"/>
                </a:lnTo>
                <a:lnTo>
                  <a:pt x="62531" y="30480"/>
                </a:lnTo>
                <a:lnTo>
                  <a:pt x="61674" y="38790"/>
                </a:lnTo>
                <a:lnTo>
                  <a:pt x="59102" y="45529"/>
                </a:lnTo>
                <a:lnTo>
                  <a:pt x="54816" y="50839"/>
                </a:lnTo>
                <a:lnTo>
                  <a:pt x="48815" y="54864"/>
                </a:lnTo>
                <a:lnTo>
                  <a:pt x="39671" y="57912"/>
                </a:lnTo>
                <a:lnTo>
                  <a:pt x="33575" y="6096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" name="object 20"/>
          <p:cNvSpPr/>
          <p:nvPr/>
        </p:nvSpPr>
        <p:spPr>
          <a:xfrm>
            <a:off x="2165604" y="2993148"/>
            <a:ext cx="1737360" cy="410209"/>
          </a:xfrm>
          <a:custGeom>
            <a:avLst/>
            <a:gdLst/>
            <a:ahLst/>
            <a:cxnLst/>
            <a:rect l="l" t="t" r="r" b="b"/>
            <a:pathLst>
              <a:path w="1737360" h="410210">
                <a:moveTo>
                  <a:pt x="403860" y="83807"/>
                </a:moveTo>
                <a:lnTo>
                  <a:pt x="362712" y="44183"/>
                </a:lnTo>
                <a:lnTo>
                  <a:pt x="333756" y="73139"/>
                </a:lnTo>
                <a:lnTo>
                  <a:pt x="185928" y="73139"/>
                </a:lnTo>
                <a:lnTo>
                  <a:pt x="190538" y="64592"/>
                </a:lnTo>
                <a:lnTo>
                  <a:pt x="195453" y="55041"/>
                </a:lnTo>
                <a:lnTo>
                  <a:pt x="200926" y="44640"/>
                </a:lnTo>
                <a:lnTo>
                  <a:pt x="207264" y="33515"/>
                </a:lnTo>
                <a:lnTo>
                  <a:pt x="224028" y="25895"/>
                </a:lnTo>
                <a:lnTo>
                  <a:pt x="181356" y="1511"/>
                </a:lnTo>
                <a:lnTo>
                  <a:pt x="177330" y="16357"/>
                </a:lnTo>
                <a:lnTo>
                  <a:pt x="172021" y="33324"/>
                </a:lnTo>
                <a:lnTo>
                  <a:pt x="165277" y="52311"/>
                </a:lnTo>
                <a:lnTo>
                  <a:pt x="156972" y="73139"/>
                </a:lnTo>
                <a:lnTo>
                  <a:pt x="0" y="73139"/>
                </a:lnTo>
                <a:lnTo>
                  <a:pt x="15240" y="88379"/>
                </a:lnTo>
                <a:lnTo>
                  <a:pt x="25539" y="86385"/>
                </a:lnTo>
                <a:lnTo>
                  <a:pt x="36004" y="84950"/>
                </a:lnTo>
                <a:lnTo>
                  <a:pt x="46736" y="84099"/>
                </a:lnTo>
                <a:lnTo>
                  <a:pt x="57912" y="83807"/>
                </a:lnTo>
                <a:lnTo>
                  <a:pt x="152400" y="83807"/>
                </a:lnTo>
                <a:lnTo>
                  <a:pt x="119253" y="140766"/>
                </a:lnTo>
                <a:lnTo>
                  <a:pt x="83820" y="187439"/>
                </a:lnTo>
                <a:lnTo>
                  <a:pt x="45339" y="227634"/>
                </a:lnTo>
                <a:lnTo>
                  <a:pt x="0" y="266687"/>
                </a:lnTo>
                <a:lnTo>
                  <a:pt x="4572" y="271259"/>
                </a:lnTo>
                <a:lnTo>
                  <a:pt x="32804" y="252971"/>
                </a:lnTo>
                <a:lnTo>
                  <a:pt x="60198" y="232397"/>
                </a:lnTo>
                <a:lnTo>
                  <a:pt x="86436" y="209537"/>
                </a:lnTo>
                <a:lnTo>
                  <a:pt x="111252" y="184391"/>
                </a:lnTo>
                <a:lnTo>
                  <a:pt x="111010" y="272148"/>
                </a:lnTo>
                <a:lnTo>
                  <a:pt x="110490" y="338886"/>
                </a:lnTo>
                <a:lnTo>
                  <a:pt x="110159" y="367271"/>
                </a:lnTo>
                <a:lnTo>
                  <a:pt x="109728" y="409943"/>
                </a:lnTo>
                <a:lnTo>
                  <a:pt x="135636" y="394703"/>
                </a:lnTo>
                <a:lnTo>
                  <a:pt x="135636" y="295643"/>
                </a:lnTo>
                <a:lnTo>
                  <a:pt x="295656" y="295643"/>
                </a:lnTo>
                <a:lnTo>
                  <a:pt x="295656" y="367271"/>
                </a:lnTo>
                <a:lnTo>
                  <a:pt x="289560" y="371843"/>
                </a:lnTo>
                <a:lnTo>
                  <a:pt x="280416" y="371843"/>
                </a:lnTo>
                <a:lnTo>
                  <a:pt x="271551" y="371563"/>
                </a:lnTo>
                <a:lnTo>
                  <a:pt x="260985" y="370700"/>
                </a:lnTo>
                <a:lnTo>
                  <a:pt x="248691" y="369277"/>
                </a:lnTo>
                <a:lnTo>
                  <a:pt x="234696" y="367271"/>
                </a:lnTo>
                <a:lnTo>
                  <a:pt x="234696" y="376415"/>
                </a:lnTo>
                <a:lnTo>
                  <a:pt x="255574" y="383590"/>
                </a:lnTo>
                <a:lnTo>
                  <a:pt x="270319" y="391464"/>
                </a:lnTo>
                <a:lnTo>
                  <a:pt x="279057" y="400215"/>
                </a:lnTo>
                <a:lnTo>
                  <a:pt x="281940" y="409943"/>
                </a:lnTo>
                <a:lnTo>
                  <a:pt x="298818" y="402234"/>
                </a:lnTo>
                <a:lnTo>
                  <a:pt x="310705" y="392798"/>
                </a:lnTo>
                <a:lnTo>
                  <a:pt x="317728" y="381660"/>
                </a:lnTo>
                <a:lnTo>
                  <a:pt x="319481" y="371843"/>
                </a:lnTo>
                <a:lnTo>
                  <a:pt x="319951" y="369277"/>
                </a:lnTo>
                <a:lnTo>
                  <a:pt x="320040" y="295643"/>
                </a:lnTo>
                <a:lnTo>
                  <a:pt x="320040" y="284975"/>
                </a:lnTo>
                <a:lnTo>
                  <a:pt x="320040" y="227063"/>
                </a:lnTo>
                <a:lnTo>
                  <a:pt x="320040" y="217919"/>
                </a:lnTo>
                <a:lnTo>
                  <a:pt x="320040" y="163055"/>
                </a:lnTo>
                <a:lnTo>
                  <a:pt x="327660" y="156959"/>
                </a:lnTo>
                <a:lnTo>
                  <a:pt x="335280" y="150863"/>
                </a:lnTo>
                <a:lnTo>
                  <a:pt x="329488" y="146291"/>
                </a:lnTo>
                <a:lnTo>
                  <a:pt x="306324" y="128003"/>
                </a:lnTo>
                <a:lnTo>
                  <a:pt x="295656" y="142227"/>
                </a:lnTo>
                <a:lnTo>
                  <a:pt x="295656" y="156959"/>
                </a:lnTo>
                <a:lnTo>
                  <a:pt x="295656" y="217919"/>
                </a:lnTo>
                <a:lnTo>
                  <a:pt x="295656" y="227063"/>
                </a:lnTo>
                <a:lnTo>
                  <a:pt x="295656" y="284975"/>
                </a:lnTo>
                <a:lnTo>
                  <a:pt x="135636" y="284975"/>
                </a:lnTo>
                <a:lnTo>
                  <a:pt x="135636" y="227063"/>
                </a:lnTo>
                <a:lnTo>
                  <a:pt x="295656" y="227063"/>
                </a:lnTo>
                <a:lnTo>
                  <a:pt x="295656" y="217919"/>
                </a:lnTo>
                <a:lnTo>
                  <a:pt x="135636" y="217919"/>
                </a:lnTo>
                <a:lnTo>
                  <a:pt x="135636" y="184391"/>
                </a:lnTo>
                <a:lnTo>
                  <a:pt x="135636" y="156959"/>
                </a:lnTo>
                <a:lnTo>
                  <a:pt x="295656" y="156959"/>
                </a:lnTo>
                <a:lnTo>
                  <a:pt x="295656" y="142227"/>
                </a:lnTo>
                <a:lnTo>
                  <a:pt x="292608" y="146291"/>
                </a:lnTo>
                <a:lnTo>
                  <a:pt x="141732" y="146291"/>
                </a:lnTo>
                <a:lnTo>
                  <a:pt x="152654" y="132029"/>
                </a:lnTo>
                <a:lnTo>
                  <a:pt x="162877" y="116763"/>
                </a:lnTo>
                <a:lnTo>
                  <a:pt x="172796" y="100647"/>
                </a:lnTo>
                <a:lnTo>
                  <a:pt x="182880" y="83807"/>
                </a:lnTo>
                <a:lnTo>
                  <a:pt x="403860" y="83807"/>
                </a:lnTo>
                <a:close/>
              </a:path>
              <a:path w="1737360" h="410210">
                <a:moveTo>
                  <a:pt x="612648" y="124968"/>
                </a:moveTo>
                <a:lnTo>
                  <a:pt x="583692" y="96012"/>
                </a:lnTo>
                <a:lnTo>
                  <a:pt x="565404" y="114300"/>
                </a:lnTo>
                <a:lnTo>
                  <a:pt x="542544" y="114300"/>
                </a:lnTo>
                <a:lnTo>
                  <a:pt x="542544" y="33528"/>
                </a:lnTo>
                <a:lnTo>
                  <a:pt x="557784" y="21336"/>
                </a:lnTo>
                <a:lnTo>
                  <a:pt x="516636" y="0"/>
                </a:lnTo>
                <a:lnTo>
                  <a:pt x="516877" y="25908"/>
                </a:lnTo>
                <a:lnTo>
                  <a:pt x="517283" y="47244"/>
                </a:lnTo>
                <a:lnTo>
                  <a:pt x="517918" y="82296"/>
                </a:lnTo>
                <a:lnTo>
                  <a:pt x="518160" y="114300"/>
                </a:lnTo>
                <a:lnTo>
                  <a:pt x="445008" y="114300"/>
                </a:lnTo>
                <a:lnTo>
                  <a:pt x="458724" y="128016"/>
                </a:lnTo>
                <a:lnTo>
                  <a:pt x="473964" y="124968"/>
                </a:lnTo>
                <a:lnTo>
                  <a:pt x="518160" y="124968"/>
                </a:lnTo>
                <a:lnTo>
                  <a:pt x="504202" y="176784"/>
                </a:lnTo>
                <a:lnTo>
                  <a:pt x="487299" y="225361"/>
                </a:lnTo>
                <a:lnTo>
                  <a:pt x="467575" y="270052"/>
                </a:lnTo>
                <a:lnTo>
                  <a:pt x="445008" y="310896"/>
                </a:lnTo>
                <a:lnTo>
                  <a:pt x="449580" y="318516"/>
                </a:lnTo>
                <a:lnTo>
                  <a:pt x="469290" y="291668"/>
                </a:lnTo>
                <a:lnTo>
                  <a:pt x="487299" y="263842"/>
                </a:lnTo>
                <a:lnTo>
                  <a:pt x="503580" y="235140"/>
                </a:lnTo>
                <a:lnTo>
                  <a:pt x="518160" y="205740"/>
                </a:lnTo>
                <a:lnTo>
                  <a:pt x="517918" y="267436"/>
                </a:lnTo>
                <a:lnTo>
                  <a:pt x="516851" y="372656"/>
                </a:lnTo>
                <a:lnTo>
                  <a:pt x="516636" y="409956"/>
                </a:lnTo>
                <a:lnTo>
                  <a:pt x="544068" y="399288"/>
                </a:lnTo>
                <a:lnTo>
                  <a:pt x="543179" y="372656"/>
                </a:lnTo>
                <a:lnTo>
                  <a:pt x="542734" y="326898"/>
                </a:lnTo>
                <a:lnTo>
                  <a:pt x="542658" y="301574"/>
                </a:lnTo>
                <a:lnTo>
                  <a:pt x="542544" y="205740"/>
                </a:lnTo>
                <a:lnTo>
                  <a:pt x="542544" y="176784"/>
                </a:lnTo>
                <a:lnTo>
                  <a:pt x="565251" y="209359"/>
                </a:lnTo>
                <a:lnTo>
                  <a:pt x="576072" y="236220"/>
                </a:lnTo>
                <a:lnTo>
                  <a:pt x="580644" y="243840"/>
                </a:lnTo>
                <a:lnTo>
                  <a:pt x="586740" y="243840"/>
                </a:lnTo>
                <a:lnTo>
                  <a:pt x="589788" y="240792"/>
                </a:lnTo>
                <a:lnTo>
                  <a:pt x="592836" y="233172"/>
                </a:lnTo>
                <a:lnTo>
                  <a:pt x="595884" y="227076"/>
                </a:lnTo>
                <a:lnTo>
                  <a:pt x="597408" y="222504"/>
                </a:lnTo>
                <a:lnTo>
                  <a:pt x="597408" y="213360"/>
                </a:lnTo>
                <a:lnTo>
                  <a:pt x="569785" y="184785"/>
                </a:lnTo>
                <a:lnTo>
                  <a:pt x="556755" y="176784"/>
                </a:lnTo>
                <a:lnTo>
                  <a:pt x="542544" y="169164"/>
                </a:lnTo>
                <a:lnTo>
                  <a:pt x="542544" y="124968"/>
                </a:lnTo>
                <a:lnTo>
                  <a:pt x="612648" y="124968"/>
                </a:lnTo>
                <a:close/>
              </a:path>
              <a:path w="1737360" h="410210">
                <a:moveTo>
                  <a:pt x="681228" y="231648"/>
                </a:moveTo>
                <a:lnTo>
                  <a:pt x="643128" y="208788"/>
                </a:lnTo>
                <a:lnTo>
                  <a:pt x="628002" y="250786"/>
                </a:lnTo>
                <a:lnTo>
                  <a:pt x="610171" y="289941"/>
                </a:lnTo>
                <a:lnTo>
                  <a:pt x="589813" y="326136"/>
                </a:lnTo>
                <a:lnTo>
                  <a:pt x="566928" y="359664"/>
                </a:lnTo>
                <a:lnTo>
                  <a:pt x="571500" y="365760"/>
                </a:lnTo>
                <a:lnTo>
                  <a:pt x="595452" y="339991"/>
                </a:lnTo>
                <a:lnTo>
                  <a:pt x="619125" y="310515"/>
                </a:lnTo>
                <a:lnTo>
                  <a:pt x="642213" y="277025"/>
                </a:lnTo>
                <a:lnTo>
                  <a:pt x="664464" y="239268"/>
                </a:lnTo>
                <a:lnTo>
                  <a:pt x="681228" y="231648"/>
                </a:lnTo>
                <a:close/>
              </a:path>
              <a:path w="1737360" h="410210">
                <a:moveTo>
                  <a:pt x="824484" y="57912"/>
                </a:moveTo>
                <a:lnTo>
                  <a:pt x="792480" y="25908"/>
                </a:lnTo>
                <a:lnTo>
                  <a:pt x="771144" y="47244"/>
                </a:lnTo>
                <a:lnTo>
                  <a:pt x="617220" y="47244"/>
                </a:lnTo>
                <a:lnTo>
                  <a:pt x="630936" y="60960"/>
                </a:lnTo>
                <a:lnTo>
                  <a:pt x="646176" y="57912"/>
                </a:lnTo>
                <a:lnTo>
                  <a:pt x="824484" y="57912"/>
                </a:lnTo>
                <a:close/>
              </a:path>
              <a:path w="1737360" h="410210">
                <a:moveTo>
                  <a:pt x="838200" y="318516"/>
                </a:moveTo>
                <a:lnTo>
                  <a:pt x="823429" y="282981"/>
                </a:lnTo>
                <a:lnTo>
                  <a:pt x="786853" y="241833"/>
                </a:lnTo>
                <a:lnTo>
                  <a:pt x="757428" y="211836"/>
                </a:lnTo>
                <a:lnTo>
                  <a:pt x="752856" y="216408"/>
                </a:lnTo>
                <a:lnTo>
                  <a:pt x="771690" y="247192"/>
                </a:lnTo>
                <a:lnTo>
                  <a:pt x="786955" y="275272"/>
                </a:lnTo>
                <a:lnTo>
                  <a:pt x="798499" y="300202"/>
                </a:lnTo>
                <a:lnTo>
                  <a:pt x="806196" y="321564"/>
                </a:lnTo>
                <a:lnTo>
                  <a:pt x="809853" y="334683"/>
                </a:lnTo>
                <a:lnTo>
                  <a:pt x="813816" y="344233"/>
                </a:lnTo>
                <a:lnTo>
                  <a:pt x="817765" y="350062"/>
                </a:lnTo>
                <a:lnTo>
                  <a:pt x="821436" y="352044"/>
                </a:lnTo>
                <a:lnTo>
                  <a:pt x="822960" y="352044"/>
                </a:lnTo>
                <a:lnTo>
                  <a:pt x="826008" y="347472"/>
                </a:lnTo>
                <a:lnTo>
                  <a:pt x="830580" y="341376"/>
                </a:lnTo>
                <a:lnTo>
                  <a:pt x="835152" y="333756"/>
                </a:lnTo>
                <a:lnTo>
                  <a:pt x="838161" y="326224"/>
                </a:lnTo>
                <a:lnTo>
                  <a:pt x="838200" y="318516"/>
                </a:lnTo>
                <a:close/>
              </a:path>
              <a:path w="1737360" h="410210">
                <a:moveTo>
                  <a:pt x="853440" y="161544"/>
                </a:moveTo>
                <a:lnTo>
                  <a:pt x="819912" y="128016"/>
                </a:lnTo>
                <a:lnTo>
                  <a:pt x="797052" y="150876"/>
                </a:lnTo>
                <a:lnTo>
                  <a:pt x="591312" y="150876"/>
                </a:lnTo>
                <a:lnTo>
                  <a:pt x="605028" y="164592"/>
                </a:lnTo>
                <a:lnTo>
                  <a:pt x="620268" y="161544"/>
                </a:lnTo>
                <a:lnTo>
                  <a:pt x="705612" y="161544"/>
                </a:lnTo>
                <a:lnTo>
                  <a:pt x="705612" y="362712"/>
                </a:lnTo>
                <a:lnTo>
                  <a:pt x="702564" y="367284"/>
                </a:lnTo>
                <a:lnTo>
                  <a:pt x="696468" y="368808"/>
                </a:lnTo>
                <a:lnTo>
                  <a:pt x="689610" y="369112"/>
                </a:lnTo>
                <a:lnTo>
                  <a:pt x="678180" y="367855"/>
                </a:lnTo>
                <a:lnTo>
                  <a:pt x="662178" y="365163"/>
                </a:lnTo>
                <a:lnTo>
                  <a:pt x="641604" y="361188"/>
                </a:lnTo>
                <a:lnTo>
                  <a:pt x="641604" y="370332"/>
                </a:lnTo>
                <a:lnTo>
                  <a:pt x="664476" y="379488"/>
                </a:lnTo>
                <a:lnTo>
                  <a:pt x="680656" y="388810"/>
                </a:lnTo>
                <a:lnTo>
                  <a:pt x="690245" y="398399"/>
                </a:lnTo>
                <a:lnTo>
                  <a:pt x="693420" y="408432"/>
                </a:lnTo>
                <a:lnTo>
                  <a:pt x="709434" y="401586"/>
                </a:lnTo>
                <a:lnTo>
                  <a:pt x="721042" y="392620"/>
                </a:lnTo>
                <a:lnTo>
                  <a:pt x="728345" y="381635"/>
                </a:lnTo>
                <a:lnTo>
                  <a:pt x="731431" y="369112"/>
                </a:lnTo>
                <a:lnTo>
                  <a:pt x="731520" y="161544"/>
                </a:lnTo>
                <a:lnTo>
                  <a:pt x="853440" y="161544"/>
                </a:lnTo>
                <a:close/>
              </a:path>
              <a:path w="1737360" h="410210">
                <a:moveTo>
                  <a:pt x="1007364" y="67043"/>
                </a:moveTo>
                <a:lnTo>
                  <a:pt x="978522" y="31496"/>
                </a:lnTo>
                <a:lnTo>
                  <a:pt x="944880" y="13703"/>
                </a:lnTo>
                <a:lnTo>
                  <a:pt x="941832" y="19799"/>
                </a:lnTo>
                <a:lnTo>
                  <a:pt x="954405" y="34137"/>
                </a:lnTo>
                <a:lnTo>
                  <a:pt x="964692" y="47612"/>
                </a:lnTo>
                <a:lnTo>
                  <a:pt x="972693" y="60528"/>
                </a:lnTo>
                <a:lnTo>
                  <a:pt x="978408" y="73139"/>
                </a:lnTo>
                <a:lnTo>
                  <a:pt x="982091" y="83477"/>
                </a:lnTo>
                <a:lnTo>
                  <a:pt x="986218" y="89522"/>
                </a:lnTo>
                <a:lnTo>
                  <a:pt x="990612" y="91579"/>
                </a:lnTo>
                <a:lnTo>
                  <a:pt x="995172" y="89903"/>
                </a:lnTo>
                <a:lnTo>
                  <a:pt x="1000290" y="85902"/>
                </a:lnTo>
                <a:lnTo>
                  <a:pt x="1004125" y="80759"/>
                </a:lnTo>
                <a:lnTo>
                  <a:pt x="1006525" y="74472"/>
                </a:lnTo>
                <a:lnTo>
                  <a:pt x="1007364" y="67043"/>
                </a:lnTo>
                <a:close/>
              </a:path>
              <a:path w="1737360" h="410210">
                <a:moveTo>
                  <a:pt x="1054608" y="286499"/>
                </a:moveTo>
                <a:lnTo>
                  <a:pt x="1050036" y="281927"/>
                </a:lnTo>
                <a:lnTo>
                  <a:pt x="989076" y="339839"/>
                </a:lnTo>
                <a:lnTo>
                  <a:pt x="989076" y="176771"/>
                </a:lnTo>
                <a:lnTo>
                  <a:pt x="998601" y="169151"/>
                </a:lnTo>
                <a:lnTo>
                  <a:pt x="1004316" y="164579"/>
                </a:lnTo>
                <a:lnTo>
                  <a:pt x="979932" y="140195"/>
                </a:lnTo>
                <a:lnTo>
                  <a:pt x="963168" y="158483"/>
                </a:lnTo>
                <a:lnTo>
                  <a:pt x="885444" y="158483"/>
                </a:lnTo>
                <a:lnTo>
                  <a:pt x="902208" y="173723"/>
                </a:lnTo>
                <a:lnTo>
                  <a:pt x="911631" y="171729"/>
                </a:lnTo>
                <a:lnTo>
                  <a:pt x="921639" y="170294"/>
                </a:lnTo>
                <a:lnTo>
                  <a:pt x="932205" y="169443"/>
                </a:lnTo>
                <a:lnTo>
                  <a:pt x="943356" y="169151"/>
                </a:lnTo>
                <a:lnTo>
                  <a:pt x="964692" y="169151"/>
                </a:lnTo>
                <a:lnTo>
                  <a:pt x="964692" y="330695"/>
                </a:lnTo>
                <a:lnTo>
                  <a:pt x="964133" y="340398"/>
                </a:lnTo>
                <a:lnTo>
                  <a:pt x="962596" y="348792"/>
                </a:lnTo>
                <a:lnTo>
                  <a:pt x="960183" y="355777"/>
                </a:lnTo>
                <a:lnTo>
                  <a:pt x="957072" y="361175"/>
                </a:lnTo>
                <a:lnTo>
                  <a:pt x="979932" y="390131"/>
                </a:lnTo>
                <a:lnTo>
                  <a:pt x="990523" y="373519"/>
                </a:lnTo>
                <a:lnTo>
                  <a:pt x="1006411" y="350888"/>
                </a:lnTo>
                <a:lnTo>
                  <a:pt x="1014552" y="339839"/>
                </a:lnTo>
                <a:lnTo>
                  <a:pt x="1027722" y="321983"/>
                </a:lnTo>
                <a:lnTo>
                  <a:pt x="1054608" y="286499"/>
                </a:lnTo>
                <a:close/>
              </a:path>
              <a:path w="1737360" h="410210">
                <a:moveTo>
                  <a:pt x="1295400" y="364223"/>
                </a:moveTo>
                <a:lnTo>
                  <a:pt x="1272540" y="329171"/>
                </a:lnTo>
                <a:lnTo>
                  <a:pt x="1269492" y="281927"/>
                </a:lnTo>
                <a:lnTo>
                  <a:pt x="1260348" y="281927"/>
                </a:lnTo>
                <a:lnTo>
                  <a:pt x="1257871" y="324027"/>
                </a:lnTo>
                <a:lnTo>
                  <a:pt x="1245108" y="367271"/>
                </a:lnTo>
                <a:lnTo>
                  <a:pt x="1124712" y="367271"/>
                </a:lnTo>
                <a:lnTo>
                  <a:pt x="1112939" y="365277"/>
                </a:lnTo>
                <a:lnTo>
                  <a:pt x="1104900" y="359270"/>
                </a:lnTo>
                <a:lnTo>
                  <a:pt x="1100277" y="349275"/>
                </a:lnTo>
                <a:lnTo>
                  <a:pt x="1098804" y="335267"/>
                </a:lnTo>
                <a:lnTo>
                  <a:pt x="1098804" y="193535"/>
                </a:lnTo>
                <a:lnTo>
                  <a:pt x="1220724" y="193535"/>
                </a:lnTo>
                <a:lnTo>
                  <a:pt x="1220724" y="217919"/>
                </a:lnTo>
                <a:lnTo>
                  <a:pt x="1246632" y="205727"/>
                </a:lnTo>
                <a:lnTo>
                  <a:pt x="1246060" y="193535"/>
                </a:lnTo>
                <a:lnTo>
                  <a:pt x="1245743" y="186855"/>
                </a:lnTo>
                <a:lnTo>
                  <a:pt x="1245679" y="182867"/>
                </a:lnTo>
                <a:lnTo>
                  <a:pt x="1245311" y="158483"/>
                </a:lnTo>
                <a:lnTo>
                  <a:pt x="1245222" y="140195"/>
                </a:lnTo>
                <a:lnTo>
                  <a:pt x="1245108" y="67043"/>
                </a:lnTo>
                <a:lnTo>
                  <a:pt x="1255268" y="60947"/>
                </a:lnTo>
                <a:lnTo>
                  <a:pt x="1260348" y="57899"/>
                </a:lnTo>
                <a:lnTo>
                  <a:pt x="1235964" y="33515"/>
                </a:lnTo>
                <a:lnTo>
                  <a:pt x="1217676" y="50279"/>
                </a:lnTo>
                <a:lnTo>
                  <a:pt x="1053084" y="50279"/>
                </a:lnTo>
                <a:lnTo>
                  <a:pt x="1068324" y="65519"/>
                </a:lnTo>
                <a:lnTo>
                  <a:pt x="1078052" y="63525"/>
                </a:lnTo>
                <a:lnTo>
                  <a:pt x="1086802" y="62090"/>
                </a:lnTo>
                <a:lnTo>
                  <a:pt x="1094676" y="61239"/>
                </a:lnTo>
                <a:lnTo>
                  <a:pt x="1101852" y="60947"/>
                </a:lnTo>
                <a:lnTo>
                  <a:pt x="1220724" y="60947"/>
                </a:lnTo>
                <a:lnTo>
                  <a:pt x="1220724" y="182867"/>
                </a:lnTo>
                <a:lnTo>
                  <a:pt x="1100328" y="182867"/>
                </a:lnTo>
                <a:lnTo>
                  <a:pt x="1072896" y="164579"/>
                </a:lnTo>
                <a:lnTo>
                  <a:pt x="1073124" y="180301"/>
                </a:lnTo>
                <a:lnTo>
                  <a:pt x="1074178" y="210019"/>
                </a:lnTo>
                <a:lnTo>
                  <a:pt x="1074305" y="217919"/>
                </a:lnTo>
                <a:lnTo>
                  <a:pt x="1074420" y="344411"/>
                </a:lnTo>
                <a:lnTo>
                  <a:pt x="1077010" y="363296"/>
                </a:lnTo>
                <a:lnTo>
                  <a:pt x="1084897" y="376605"/>
                </a:lnTo>
                <a:lnTo>
                  <a:pt x="1098207" y="384492"/>
                </a:lnTo>
                <a:lnTo>
                  <a:pt x="1117092" y="387083"/>
                </a:lnTo>
                <a:lnTo>
                  <a:pt x="1251204" y="387083"/>
                </a:lnTo>
                <a:lnTo>
                  <a:pt x="1265821" y="385660"/>
                </a:lnTo>
                <a:lnTo>
                  <a:pt x="1277874" y="381368"/>
                </a:lnTo>
                <a:lnTo>
                  <a:pt x="1287627" y="374230"/>
                </a:lnTo>
                <a:lnTo>
                  <a:pt x="1293025" y="367271"/>
                </a:lnTo>
                <a:lnTo>
                  <a:pt x="1295400" y="364223"/>
                </a:lnTo>
                <a:close/>
              </a:path>
              <a:path w="1737360" h="410210">
                <a:moveTo>
                  <a:pt x="1467535" y="88455"/>
                </a:moveTo>
                <a:lnTo>
                  <a:pt x="1429219" y="44551"/>
                </a:lnTo>
                <a:lnTo>
                  <a:pt x="1402067" y="27419"/>
                </a:lnTo>
                <a:lnTo>
                  <a:pt x="1397495" y="33515"/>
                </a:lnTo>
                <a:lnTo>
                  <a:pt x="1412316" y="51231"/>
                </a:lnTo>
                <a:lnTo>
                  <a:pt x="1424546" y="67805"/>
                </a:lnTo>
                <a:lnTo>
                  <a:pt x="1433931" y="83235"/>
                </a:lnTo>
                <a:lnTo>
                  <a:pt x="1440167" y="97523"/>
                </a:lnTo>
                <a:lnTo>
                  <a:pt x="1444739" y="109715"/>
                </a:lnTo>
                <a:lnTo>
                  <a:pt x="1447787" y="114287"/>
                </a:lnTo>
                <a:lnTo>
                  <a:pt x="1455407" y="114287"/>
                </a:lnTo>
                <a:lnTo>
                  <a:pt x="1463027" y="106667"/>
                </a:lnTo>
                <a:lnTo>
                  <a:pt x="1465872" y="101549"/>
                </a:lnTo>
                <a:lnTo>
                  <a:pt x="1467408" y="95427"/>
                </a:lnTo>
                <a:lnTo>
                  <a:pt x="1467535" y="88455"/>
                </a:lnTo>
                <a:close/>
              </a:path>
              <a:path w="1737360" h="410210">
                <a:moveTo>
                  <a:pt x="1645907" y="266687"/>
                </a:moveTo>
                <a:lnTo>
                  <a:pt x="1610283" y="230492"/>
                </a:lnTo>
                <a:lnTo>
                  <a:pt x="1548371" y="199631"/>
                </a:lnTo>
                <a:lnTo>
                  <a:pt x="1545323" y="207251"/>
                </a:lnTo>
                <a:lnTo>
                  <a:pt x="1570443" y="228955"/>
                </a:lnTo>
                <a:lnTo>
                  <a:pt x="1591043" y="248399"/>
                </a:lnTo>
                <a:lnTo>
                  <a:pt x="1607045" y="265544"/>
                </a:lnTo>
                <a:lnTo>
                  <a:pt x="1618475" y="280403"/>
                </a:lnTo>
                <a:lnTo>
                  <a:pt x="1626095" y="292595"/>
                </a:lnTo>
                <a:lnTo>
                  <a:pt x="1632191" y="298691"/>
                </a:lnTo>
                <a:lnTo>
                  <a:pt x="1638287" y="298691"/>
                </a:lnTo>
                <a:lnTo>
                  <a:pt x="1639811" y="295643"/>
                </a:lnTo>
                <a:lnTo>
                  <a:pt x="1642859" y="291071"/>
                </a:lnTo>
                <a:lnTo>
                  <a:pt x="1645907" y="278879"/>
                </a:lnTo>
                <a:lnTo>
                  <a:pt x="1645907" y="266687"/>
                </a:lnTo>
                <a:close/>
              </a:path>
              <a:path w="1737360" h="410210">
                <a:moveTo>
                  <a:pt x="1737360" y="138671"/>
                </a:moveTo>
                <a:lnTo>
                  <a:pt x="1706867" y="114287"/>
                </a:lnTo>
                <a:lnTo>
                  <a:pt x="1693151" y="137147"/>
                </a:lnTo>
                <a:lnTo>
                  <a:pt x="1545323" y="137147"/>
                </a:lnTo>
                <a:lnTo>
                  <a:pt x="1548523" y="112001"/>
                </a:lnTo>
                <a:lnTo>
                  <a:pt x="1554327" y="61709"/>
                </a:lnTo>
                <a:lnTo>
                  <a:pt x="1557515" y="36563"/>
                </a:lnTo>
                <a:lnTo>
                  <a:pt x="1574279" y="24371"/>
                </a:lnTo>
                <a:lnTo>
                  <a:pt x="1527035" y="1511"/>
                </a:lnTo>
                <a:lnTo>
                  <a:pt x="1526451" y="38354"/>
                </a:lnTo>
                <a:lnTo>
                  <a:pt x="1524558" y="73329"/>
                </a:lnTo>
                <a:lnTo>
                  <a:pt x="1521256" y="106311"/>
                </a:lnTo>
                <a:lnTo>
                  <a:pt x="1516367" y="137147"/>
                </a:lnTo>
                <a:lnTo>
                  <a:pt x="1354823" y="137147"/>
                </a:lnTo>
                <a:lnTo>
                  <a:pt x="1371587" y="152387"/>
                </a:lnTo>
                <a:lnTo>
                  <a:pt x="1381023" y="150393"/>
                </a:lnTo>
                <a:lnTo>
                  <a:pt x="1391018" y="148958"/>
                </a:lnTo>
                <a:lnTo>
                  <a:pt x="1401597" y="148107"/>
                </a:lnTo>
                <a:lnTo>
                  <a:pt x="1412735" y="147815"/>
                </a:lnTo>
                <a:lnTo>
                  <a:pt x="1514843" y="147815"/>
                </a:lnTo>
                <a:lnTo>
                  <a:pt x="1505496" y="188734"/>
                </a:lnTo>
                <a:lnTo>
                  <a:pt x="1491411" y="227063"/>
                </a:lnTo>
                <a:lnTo>
                  <a:pt x="1473060" y="263118"/>
                </a:lnTo>
                <a:lnTo>
                  <a:pt x="1450835" y="297167"/>
                </a:lnTo>
                <a:lnTo>
                  <a:pt x="1425714" y="327990"/>
                </a:lnTo>
                <a:lnTo>
                  <a:pt x="1398447" y="356222"/>
                </a:lnTo>
                <a:lnTo>
                  <a:pt x="1369187" y="381609"/>
                </a:lnTo>
                <a:lnTo>
                  <a:pt x="1338059" y="403847"/>
                </a:lnTo>
                <a:lnTo>
                  <a:pt x="1341107" y="408419"/>
                </a:lnTo>
                <a:lnTo>
                  <a:pt x="1401876" y="373367"/>
                </a:lnTo>
                <a:lnTo>
                  <a:pt x="1431772" y="348843"/>
                </a:lnTo>
                <a:lnTo>
                  <a:pt x="1461503" y="320027"/>
                </a:lnTo>
                <a:lnTo>
                  <a:pt x="1488935" y="286054"/>
                </a:lnTo>
                <a:lnTo>
                  <a:pt x="1511795" y="245922"/>
                </a:lnTo>
                <a:lnTo>
                  <a:pt x="1530083" y="199809"/>
                </a:lnTo>
                <a:lnTo>
                  <a:pt x="1543799" y="147815"/>
                </a:lnTo>
                <a:lnTo>
                  <a:pt x="1696199" y="147815"/>
                </a:lnTo>
                <a:lnTo>
                  <a:pt x="1688757" y="228955"/>
                </a:lnTo>
                <a:lnTo>
                  <a:pt x="1682292" y="289356"/>
                </a:lnTo>
                <a:lnTo>
                  <a:pt x="1676704" y="328917"/>
                </a:lnTo>
                <a:lnTo>
                  <a:pt x="1652955" y="364604"/>
                </a:lnTo>
                <a:lnTo>
                  <a:pt x="1631797" y="366064"/>
                </a:lnTo>
                <a:lnTo>
                  <a:pt x="1614474" y="364794"/>
                </a:lnTo>
                <a:lnTo>
                  <a:pt x="1592313" y="362115"/>
                </a:lnTo>
                <a:lnTo>
                  <a:pt x="1565135" y="358127"/>
                </a:lnTo>
                <a:lnTo>
                  <a:pt x="1565135" y="367271"/>
                </a:lnTo>
                <a:lnTo>
                  <a:pt x="1592834" y="374129"/>
                </a:lnTo>
                <a:lnTo>
                  <a:pt x="1614093" y="383273"/>
                </a:lnTo>
                <a:lnTo>
                  <a:pt x="1628787" y="394703"/>
                </a:lnTo>
                <a:lnTo>
                  <a:pt x="1636763" y="408419"/>
                </a:lnTo>
                <a:lnTo>
                  <a:pt x="1649679" y="404418"/>
                </a:lnTo>
                <a:lnTo>
                  <a:pt x="1688604" y="377355"/>
                </a:lnTo>
                <a:lnTo>
                  <a:pt x="1703819" y="339839"/>
                </a:lnTo>
                <a:lnTo>
                  <a:pt x="1711820" y="278117"/>
                </a:lnTo>
                <a:lnTo>
                  <a:pt x="1716684" y="223253"/>
                </a:lnTo>
                <a:lnTo>
                  <a:pt x="1722107" y="152387"/>
                </a:lnTo>
                <a:lnTo>
                  <a:pt x="1727187" y="147815"/>
                </a:lnTo>
                <a:lnTo>
                  <a:pt x="1737360" y="13867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" name="object 21"/>
          <p:cNvSpPr/>
          <p:nvPr/>
        </p:nvSpPr>
        <p:spPr>
          <a:xfrm>
            <a:off x="3976116" y="3035807"/>
            <a:ext cx="157480" cy="325120"/>
          </a:xfrm>
          <a:custGeom>
            <a:avLst/>
            <a:gdLst/>
            <a:ahLst/>
            <a:cxnLst/>
            <a:rect l="l" t="t" r="r" b="b"/>
            <a:pathLst>
              <a:path w="157479" h="325120">
                <a:moveTo>
                  <a:pt x="156972" y="324612"/>
                </a:moveTo>
                <a:lnTo>
                  <a:pt x="0" y="324612"/>
                </a:lnTo>
                <a:lnTo>
                  <a:pt x="0" y="291084"/>
                </a:lnTo>
                <a:lnTo>
                  <a:pt x="57912" y="291084"/>
                </a:lnTo>
                <a:lnTo>
                  <a:pt x="57912" y="74676"/>
                </a:lnTo>
                <a:lnTo>
                  <a:pt x="0" y="74676"/>
                </a:lnTo>
                <a:lnTo>
                  <a:pt x="0" y="44196"/>
                </a:lnTo>
                <a:lnTo>
                  <a:pt x="15120" y="43624"/>
                </a:lnTo>
                <a:lnTo>
                  <a:pt x="28384" y="41910"/>
                </a:lnTo>
                <a:lnTo>
                  <a:pt x="61341" y="21526"/>
                </a:lnTo>
                <a:lnTo>
                  <a:pt x="67056" y="0"/>
                </a:lnTo>
                <a:lnTo>
                  <a:pt x="100584" y="0"/>
                </a:lnTo>
                <a:lnTo>
                  <a:pt x="100584" y="291084"/>
                </a:lnTo>
                <a:lnTo>
                  <a:pt x="156972" y="291084"/>
                </a:lnTo>
                <a:lnTo>
                  <a:pt x="156972" y="32461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pic>
        <p:nvPicPr>
          <p:cNvPr id="22" name="object 22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4224527" y="3258383"/>
            <a:ext cx="70104" cy="118800"/>
          </a:xfrm>
          <a:prstGeom prst="rect">
            <a:avLst/>
          </a:prstGeom>
        </p:spPr>
      </p:pic>
      <p:sp>
        <p:nvSpPr>
          <p:cNvPr id="23" name="object 23"/>
          <p:cNvSpPr/>
          <p:nvPr/>
        </p:nvSpPr>
        <p:spPr>
          <a:xfrm>
            <a:off x="4639055" y="3029711"/>
            <a:ext cx="200025" cy="330835"/>
          </a:xfrm>
          <a:custGeom>
            <a:avLst/>
            <a:gdLst/>
            <a:ahLst/>
            <a:cxnLst/>
            <a:rect l="l" t="t" r="r" b="b"/>
            <a:pathLst>
              <a:path w="200025" h="330835">
                <a:moveTo>
                  <a:pt x="199643" y="330708"/>
                </a:moveTo>
                <a:lnTo>
                  <a:pt x="0" y="330708"/>
                </a:lnTo>
                <a:lnTo>
                  <a:pt x="0" y="284988"/>
                </a:lnTo>
                <a:lnTo>
                  <a:pt x="10929" y="274939"/>
                </a:lnTo>
                <a:lnTo>
                  <a:pt x="21145" y="265176"/>
                </a:lnTo>
                <a:lnTo>
                  <a:pt x="50291" y="236196"/>
                </a:lnTo>
                <a:lnTo>
                  <a:pt x="95464" y="187809"/>
                </a:lnTo>
                <a:lnTo>
                  <a:pt x="121229" y="155186"/>
                </a:lnTo>
                <a:lnTo>
                  <a:pt x="138493" y="116586"/>
                </a:lnTo>
                <a:lnTo>
                  <a:pt x="141731" y="91439"/>
                </a:lnTo>
                <a:lnTo>
                  <a:pt x="141731" y="82296"/>
                </a:lnTo>
                <a:lnTo>
                  <a:pt x="121919" y="45720"/>
                </a:lnTo>
                <a:lnTo>
                  <a:pt x="108203" y="41148"/>
                </a:lnTo>
                <a:lnTo>
                  <a:pt x="102107" y="38100"/>
                </a:lnTo>
                <a:lnTo>
                  <a:pt x="71627" y="38100"/>
                </a:lnTo>
                <a:lnTo>
                  <a:pt x="64007" y="41148"/>
                </a:lnTo>
                <a:lnTo>
                  <a:pt x="48767" y="44196"/>
                </a:lnTo>
                <a:lnTo>
                  <a:pt x="41148" y="47244"/>
                </a:lnTo>
                <a:lnTo>
                  <a:pt x="16763" y="59436"/>
                </a:lnTo>
                <a:lnTo>
                  <a:pt x="13715" y="62484"/>
                </a:lnTo>
                <a:lnTo>
                  <a:pt x="9143" y="65532"/>
                </a:lnTo>
                <a:lnTo>
                  <a:pt x="7619" y="65532"/>
                </a:lnTo>
                <a:lnTo>
                  <a:pt x="7619" y="19812"/>
                </a:lnTo>
                <a:lnTo>
                  <a:pt x="44195" y="6095"/>
                </a:lnTo>
                <a:lnTo>
                  <a:pt x="89915" y="0"/>
                </a:lnTo>
                <a:lnTo>
                  <a:pt x="111394" y="1452"/>
                </a:lnTo>
                <a:lnTo>
                  <a:pt x="161543" y="24384"/>
                </a:lnTo>
                <a:lnTo>
                  <a:pt x="184475" y="68961"/>
                </a:lnTo>
                <a:lnTo>
                  <a:pt x="185927" y="88391"/>
                </a:lnTo>
                <a:lnTo>
                  <a:pt x="185880" y="98155"/>
                </a:lnTo>
                <a:lnTo>
                  <a:pt x="177164" y="139255"/>
                </a:lnTo>
                <a:lnTo>
                  <a:pt x="169163" y="153924"/>
                </a:lnTo>
                <a:lnTo>
                  <a:pt x="165449" y="160782"/>
                </a:lnTo>
                <a:lnTo>
                  <a:pt x="139255" y="195072"/>
                </a:lnTo>
                <a:lnTo>
                  <a:pt x="126491" y="208788"/>
                </a:lnTo>
                <a:lnTo>
                  <a:pt x="115919" y="220241"/>
                </a:lnTo>
                <a:lnTo>
                  <a:pt x="104774" y="231838"/>
                </a:lnTo>
                <a:lnTo>
                  <a:pt x="80771" y="256032"/>
                </a:lnTo>
                <a:lnTo>
                  <a:pt x="48839" y="285178"/>
                </a:lnTo>
                <a:lnTo>
                  <a:pt x="41148" y="292608"/>
                </a:lnTo>
                <a:lnTo>
                  <a:pt x="199643" y="292608"/>
                </a:lnTo>
                <a:lnTo>
                  <a:pt x="199643" y="33070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pic>
        <p:nvPicPr>
          <p:cNvPr id="24" name="object 24"/>
          <p:cNvPicPr/>
          <p:nvPr/>
        </p:nvPicPr>
        <p:blipFill>
          <a:blip r:embed="rId4" cstate="print"/>
          <a:stretch>
            <a:fillRect/>
          </a:stretch>
        </p:blipFill>
        <p:spPr>
          <a:xfrm>
            <a:off x="4913376" y="3258383"/>
            <a:ext cx="70104" cy="118800"/>
          </a:xfrm>
          <a:prstGeom prst="rect">
            <a:avLst/>
          </a:prstGeom>
        </p:spPr>
      </p:pic>
      <p:sp>
        <p:nvSpPr>
          <p:cNvPr id="25" name="object 25"/>
          <p:cNvSpPr/>
          <p:nvPr/>
        </p:nvSpPr>
        <p:spPr>
          <a:xfrm>
            <a:off x="5355335" y="3317748"/>
            <a:ext cx="344805" cy="48895"/>
          </a:xfrm>
          <a:custGeom>
            <a:avLst/>
            <a:gdLst/>
            <a:ahLst/>
            <a:cxnLst/>
            <a:rect l="l" t="t" r="r" b="b"/>
            <a:pathLst>
              <a:path w="344804" h="48895">
                <a:moveTo>
                  <a:pt x="30480" y="48768"/>
                </a:moveTo>
                <a:lnTo>
                  <a:pt x="16764" y="48768"/>
                </a:lnTo>
                <a:lnTo>
                  <a:pt x="12192" y="45720"/>
                </a:lnTo>
                <a:lnTo>
                  <a:pt x="6096" y="41148"/>
                </a:lnTo>
                <a:lnTo>
                  <a:pt x="1524" y="36576"/>
                </a:lnTo>
                <a:lnTo>
                  <a:pt x="0" y="30480"/>
                </a:lnTo>
                <a:lnTo>
                  <a:pt x="0" y="18288"/>
                </a:lnTo>
                <a:lnTo>
                  <a:pt x="1524" y="12192"/>
                </a:lnTo>
                <a:lnTo>
                  <a:pt x="6096" y="7620"/>
                </a:lnTo>
                <a:lnTo>
                  <a:pt x="12192" y="3048"/>
                </a:lnTo>
                <a:lnTo>
                  <a:pt x="16764" y="0"/>
                </a:lnTo>
                <a:lnTo>
                  <a:pt x="30480" y="0"/>
                </a:lnTo>
                <a:lnTo>
                  <a:pt x="36576" y="3048"/>
                </a:lnTo>
                <a:lnTo>
                  <a:pt x="45720" y="12192"/>
                </a:lnTo>
                <a:lnTo>
                  <a:pt x="48768" y="18288"/>
                </a:lnTo>
                <a:lnTo>
                  <a:pt x="48768" y="30480"/>
                </a:lnTo>
                <a:lnTo>
                  <a:pt x="45720" y="36576"/>
                </a:lnTo>
                <a:lnTo>
                  <a:pt x="36576" y="45720"/>
                </a:lnTo>
                <a:lnTo>
                  <a:pt x="30480" y="48768"/>
                </a:lnTo>
                <a:close/>
              </a:path>
              <a:path w="344804" h="48895">
                <a:moveTo>
                  <a:pt x="179832" y="48768"/>
                </a:moveTo>
                <a:lnTo>
                  <a:pt x="166116" y="48768"/>
                </a:lnTo>
                <a:lnTo>
                  <a:pt x="160020" y="45720"/>
                </a:lnTo>
                <a:lnTo>
                  <a:pt x="150876" y="36576"/>
                </a:lnTo>
                <a:lnTo>
                  <a:pt x="147828" y="30480"/>
                </a:lnTo>
                <a:lnTo>
                  <a:pt x="147828" y="18288"/>
                </a:lnTo>
                <a:lnTo>
                  <a:pt x="150876" y="12192"/>
                </a:lnTo>
                <a:lnTo>
                  <a:pt x="160020" y="3048"/>
                </a:lnTo>
                <a:lnTo>
                  <a:pt x="166116" y="0"/>
                </a:lnTo>
                <a:lnTo>
                  <a:pt x="178308" y="0"/>
                </a:lnTo>
                <a:lnTo>
                  <a:pt x="184403" y="3048"/>
                </a:lnTo>
                <a:lnTo>
                  <a:pt x="193548" y="12192"/>
                </a:lnTo>
                <a:lnTo>
                  <a:pt x="196596" y="18288"/>
                </a:lnTo>
                <a:lnTo>
                  <a:pt x="196596" y="30480"/>
                </a:lnTo>
                <a:lnTo>
                  <a:pt x="193548" y="36576"/>
                </a:lnTo>
                <a:lnTo>
                  <a:pt x="184403" y="45720"/>
                </a:lnTo>
                <a:lnTo>
                  <a:pt x="179832" y="48768"/>
                </a:lnTo>
                <a:close/>
              </a:path>
              <a:path w="344804" h="48895">
                <a:moveTo>
                  <a:pt x="327660" y="48768"/>
                </a:moveTo>
                <a:lnTo>
                  <a:pt x="313944" y="48768"/>
                </a:lnTo>
                <a:lnTo>
                  <a:pt x="307848" y="45720"/>
                </a:lnTo>
                <a:lnTo>
                  <a:pt x="298703" y="36576"/>
                </a:lnTo>
                <a:lnTo>
                  <a:pt x="297179" y="30480"/>
                </a:lnTo>
                <a:lnTo>
                  <a:pt x="297179" y="18288"/>
                </a:lnTo>
                <a:lnTo>
                  <a:pt x="298703" y="12192"/>
                </a:lnTo>
                <a:lnTo>
                  <a:pt x="307848" y="3048"/>
                </a:lnTo>
                <a:lnTo>
                  <a:pt x="313944" y="0"/>
                </a:lnTo>
                <a:lnTo>
                  <a:pt x="327660" y="0"/>
                </a:lnTo>
                <a:lnTo>
                  <a:pt x="333756" y="3048"/>
                </a:lnTo>
                <a:lnTo>
                  <a:pt x="342900" y="12192"/>
                </a:lnTo>
                <a:lnTo>
                  <a:pt x="344423" y="18288"/>
                </a:lnTo>
                <a:lnTo>
                  <a:pt x="344423" y="30480"/>
                </a:lnTo>
                <a:lnTo>
                  <a:pt x="342900" y="36576"/>
                </a:lnTo>
                <a:lnTo>
                  <a:pt x="333756" y="45720"/>
                </a:lnTo>
                <a:lnTo>
                  <a:pt x="327660" y="4876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" name="object 26"/>
          <p:cNvSpPr/>
          <p:nvPr/>
        </p:nvSpPr>
        <p:spPr>
          <a:xfrm>
            <a:off x="5766815" y="3297935"/>
            <a:ext cx="91440" cy="143510"/>
          </a:xfrm>
          <a:custGeom>
            <a:avLst/>
            <a:gdLst/>
            <a:ahLst/>
            <a:cxnLst/>
            <a:rect l="l" t="t" r="r" b="b"/>
            <a:pathLst>
              <a:path w="91439" h="143510">
                <a:moveTo>
                  <a:pt x="30480" y="143256"/>
                </a:moveTo>
                <a:lnTo>
                  <a:pt x="0" y="143256"/>
                </a:lnTo>
                <a:lnTo>
                  <a:pt x="38100" y="0"/>
                </a:lnTo>
                <a:lnTo>
                  <a:pt x="91439" y="0"/>
                </a:lnTo>
                <a:lnTo>
                  <a:pt x="30480" y="14325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pic>
        <p:nvPicPr>
          <p:cNvPr id="27" name="object 27"/>
          <p:cNvPicPr/>
          <p:nvPr/>
        </p:nvPicPr>
        <p:blipFill>
          <a:blip r:embed="rId5" cstate="print"/>
          <a:stretch>
            <a:fillRect/>
          </a:stretch>
        </p:blipFill>
        <p:spPr>
          <a:xfrm>
            <a:off x="6060947" y="3110483"/>
            <a:ext cx="190500" cy="249936"/>
          </a:xfrm>
          <a:prstGeom prst="rect">
            <a:avLst/>
          </a:prstGeom>
        </p:spPr>
      </p:pic>
      <p:sp>
        <p:nvSpPr>
          <p:cNvPr id="28" name="object 28"/>
          <p:cNvSpPr/>
          <p:nvPr/>
        </p:nvSpPr>
        <p:spPr>
          <a:xfrm>
            <a:off x="6477000" y="2996183"/>
            <a:ext cx="356870" cy="402590"/>
          </a:xfrm>
          <a:custGeom>
            <a:avLst/>
            <a:gdLst/>
            <a:ahLst/>
            <a:cxnLst/>
            <a:rect l="l" t="t" r="r" b="b"/>
            <a:pathLst>
              <a:path w="356870" h="402589">
                <a:moveTo>
                  <a:pt x="53340" y="91440"/>
                </a:moveTo>
                <a:lnTo>
                  <a:pt x="42672" y="91440"/>
                </a:lnTo>
                <a:lnTo>
                  <a:pt x="50696" y="63436"/>
                </a:lnTo>
                <a:lnTo>
                  <a:pt x="56578" y="38862"/>
                </a:lnTo>
                <a:lnTo>
                  <a:pt x="60459" y="17716"/>
                </a:lnTo>
                <a:lnTo>
                  <a:pt x="62484" y="0"/>
                </a:lnTo>
                <a:lnTo>
                  <a:pt x="100584" y="21336"/>
                </a:lnTo>
                <a:lnTo>
                  <a:pt x="90844" y="29075"/>
                </a:lnTo>
                <a:lnTo>
                  <a:pt x="79819" y="43243"/>
                </a:lnTo>
                <a:lnTo>
                  <a:pt x="67365" y="63984"/>
                </a:lnTo>
                <a:lnTo>
                  <a:pt x="53340" y="91440"/>
                </a:lnTo>
                <a:close/>
              </a:path>
              <a:path w="356870" h="402589">
                <a:moveTo>
                  <a:pt x="147828" y="192024"/>
                </a:moveTo>
                <a:lnTo>
                  <a:pt x="141732" y="188976"/>
                </a:lnTo>
                <a:lnTo>
                  <a:pt x="158877" y="161472"/>
                </a:lnTo>
                <a:lnTo>
                  <a:pt x="173736" y="135826"/>
                </a:lnTo>
                <a:lnTo>
                  <a:pt x="196596" y="88392"/>
                </a:lnTo>
                <a:lnTo>
                  <a:pt x="211264" y="45529"/>
                </a:lnTo>
                <a:lnTo>
                  <a:pt x="222503" y="1524"/>
                </a:lnTo>
                <a:lnTo>
                  <a:pt x="260603" y="24384"/>
                </a:lnTo>
                <a:lnTo>
                  <a:pt x="252626" y="32361"/>
                </a:lnTo>
                <a:lnTo>
                  <a:pt x="242506" y="47053"/>
                </a:lnTo>
                <a:lnTo>
                  <a:pt x="230385" y="68318"/>
                </a:lnTo>
                <a:lnTo>
                  <a:pt x="216408" y="96012"/>
                </a:lnTo>
                <a:lnTo>
                  <a:pt x="349419" y="96012"/>
                </a:lnTo>
                <a:lnTo>
                  <a:pt x="356616" y="103632"/>
                </a:lnTo>
                <a:lnTo>
                  <a:pt x="352425" y="106680"/>
                </a:lnTo>
                <a:lnTo>
                  <a:pt x="213360" y="106680"/>
                </a:lnTo>
                <a:lnTo>
                  <a:pt x="197334" y="130944"/>
                </a:lnTo>
                <a:lnTo>
                  <a:pt x="181165" y="153352"/>
                </a:lnTo>
                <a:lnTo>
                  <a:pt x="164711" y="173759"/>
                </a:lnTo>
                <a:lnTo>
                  <a:pt x="147828" y="192024"/>
                </a:lnTo>
                <a:close/>
              </a:path>
              <a:path w="356870" h="402589">
                <a:moveTo>
                  <a:pt x="146304" y="91440"/>
                </a:moveTo>
                <a:lnTo>
                  <a:pt x="111252" y="91440"/>
                </a:lnTo>
                <a:lnTo>
                  <a:pt x="128016" y="73152"/>
                </a:lnTo>
                <a:lnTo>
                  <a:pt x="146304" y="91440"/>
                </a:lnTo>
                <a:close/>
              </a:path>
              <a:path w="356870" h="402589">
                <a:moveTo>
                  <a:pt x="0" y="399288"/>
                </a:moveTo>
                <a:lnTo>
                  <a:pt x="175" y="368903"/>
                </a:lnTo>
                <a:lnTo>
                  <a:pt x="299" y="353377"/>
                </a:lnTo>
                <a:lnTo>
                  <a:pt x="1285" y="276486"/>
                </a:lnTo>
                <a:lnTo>
                  <a:pt x="1325" y="269748"/>
                </a:lnTo>
                <a:lnTo>
                  <a:pt x="1427" y="178308"/>
                </a:lnTo>
                <a:lnTo>
                  <a:pt x="1310" y="153352"/>
                </a:lnTo>
                <a:lnTo>
                  <a:pt x="891" y="115824"/>
                </a:lnTo>
                <a:lnTo>
                  <a:pt x="0" y="74676"/>
                </a:lnTo>
                <a:lnTo>
                  <a:pt x="25908" y="91440"/>
                </a:lnTo>
                <a:lnTo>
                  <a:pt x="146304" y="91440"/>
                </a:lnTo>
                <a:lnTo>
                  <a:pt x="153924" y="99060"/>
                </a:lnTo>
                <a:lnTo>
                  <a:pt x="151828" y="100584"/>
                </a:lnTo>
                <a:lnTo>
                  <a:pt x="24384" y="100584"/>
                </a:lnTo>
                <a:lnTo>
                  <a:pt x="24384" y="213360"/>
                </a:lnTo>
                <a:lnTo>
                  <a:pt x="137206" y="213360"/>
                </a:lnTo>
                <a:lnTo>
                  <a:pt x="137218" y="222504"/>
                </a:lnTo>
                <a:lnTo>
                  <a:pt x="24384" y="222504"/>
                </a:lnTo>
                <a:lnTo>
                  <a:pt x="24384" y="344424"/>
                </a:lnTo>
                <a:lnTo>
                  <a:pt x="137908" y="344424"/>
                </a:lnTo>
                <a:lnTo>
                  <a:pt x="137940" y="347435"/>
                </a:lnTo>
                <a:lnTo>
                  <a:pt x="138126" y="355092"/>
                </a:lnTo>
                <a:lnTo>
                  <a:pt x="24384" y="355092"/>
                </a:lnTo>
                <a:lnTo>
                  <a:pt x="24384" y="384048"/>
                </a:lnTo>
                <a:lnTo>
                  <a:pt x="0" y="399288"/>
                </a:lnTo>
                <a:close/>
              </a:path>
              <a:path w="356870" h="402589">
                <a:moveTo>
                  <a:pt x="349419" y="96012"/>
                </a:moveTo>
                <a:lnTo>
                  <a:pt x="310896" y="96012"/>
                </a:lnTo>
                <a:lnTo>
                  <a:pt x="330708" y="76200"/>
                </a:lnTo>
                <a:lnTo>
                  <a:pt x="349419" y="96012"/>
                </a:lnTo>
                <a:close/>
              </a:path>
              <a:path w="356870" h="402589">
                <a:moveTo>
                  <a:pt x="137206" y="213360"/>
                </a:moveTo>
                <a:lnTo>
                  <a:pt x="114300" y="213360"/>
                </a:lnTo>
                <a:lnTo>
                  <a:pt x="114300" y="100584"/>
                </a:lnTo>
                <a:lnTo>
                  <a:pt x="151828" y="100584"/>
                </a:lnTo>
                <a:lnTo>
                  <a:pt x="137160" y="111252"/>
                </a:lnTo>
                <a:lnTo>
                  <a:pt x="137206" y="213360"/>
                </a:lnTo>
                <a:close/>
              </a:path>
              <a:path w="356870" h="402589">
                <a:moveTo>
                  <a:pt x="326255" y="361188"/>
                </a:moveTo>
                <a:lnTo>
                  <a:pt x="283464" y="361188"/>
                </a:lnTo>
                <a:lnTo>
                  <a:pt x="291750" y="359211"/>
                </a:lnTo>
                <a:lnTo>
                  <a:pt x="298323" y="353377"/>
                </a:lnTo>
                <a:lnTo>
                  <a:pt x="308595" y="305360"/>
                </a:lnTo>
                <a:lnTo>
                  <a:pt x="310705" y="259842"/>
                </a:lnTo>
                <a:lnTo>
                  <a:pt x="312539" y="193548"/>
                </a:lnTo>
                <a:lnTo>
                  <a:pt x="313944" y="106680"/>
                </a:lnTo>
                <a:lnTo>
                  <a:pt x="352425" y="106680"/>
                </a:lnTo>
                <a:lnTo>
                  <a:pt x="339852" y="115824"/>
                </a:lnTo>
                <a:lnTo>
                  <a:pt x="338798" y="187094"/>
                </a:lnTo>
                <a:lnTo>
                  <a:pt x="338707" y="192024"/>
                </a:lnTo>
                <a:lnTo>
                  <a:pt x="337291" y="250155"/>
                </a:lnTo>
                <a:lnTo>
                  <a:pt x="335462" y="296107"/>
                </a:lnTo>
                <a:lnTo>
                  <a:pt x="330708" y="345948"/>
                </a:lnTo>
                <a:lnTo>
                  <a:pt x="327231" y="358521"/>
                </a:lnTo>
                <a:lnTo>
                  <a:pt x="326255" y="361188"/>
                </a:lnTo>
                <a:close/>
              </a:path>
              <a:path w="356870" h="402589">
                <a:moveTo>
                  <a:pt x="231648" y="269748"/>
                </a:moveTo>
                <a:lnTo>
                  <a:pt x="228600" y="269748"/>
                </a:lnTo>
                <a:lnTo>
                  <a:pt x="225456" y="268295"/>
                </a:lnTo>
                <a:lnTo>
                  <a:pt x="222885" y="263842"/>
                </a:lnTo>
                <a:lnTo>
                  <a:pt x="220884" y="256246"/>
                </a:lnTo>
                <a:lnTo>
                  <a:pt x="219456" y="245364"/>
                </a:lnTo>
                <a:lnTo>
                  <a:pt x="214884" y="228242"/>
                </a:lnTo>
                <a:lnTo>
                  <a:pt x="208026" y="211264"/>
                </a:lnTo>
                <a:lnTo>
                  <a:pt x="198882" y="194571"/>
                </a:lnTo>
                <a:lnTo>
                  <a:pt x="187452" y="178308"/>
                </a:lnTo>
                <a:lnTo>
                  <a:pt x="190500" y="172212"/>
                </a:lnTo>
                <a:lnTo>
                  <a:pt x="224028" y="199834"/>
                </a:lnTo>
                <a:lnTo>
                  <a:pt x="246888" y="236220"/>
                </a:lnTo>
                <a:lnTo>
                  <a:pt x="246888" y="248412"/>
                </a:lnTo>
                <a:lnTo>
                  <a:pt x="243840" y="256032"/>
                </a:lnTo>
                <a:lnTo>
                  <a:pt x="239267" y="260603"/>
                </a:lnTo>
                <a:lnTo>
                  <a:pt x="234696" y="266700"/>
                </a:lnTo>
                <a:lnTo>
                  <a:pt x="231648" y="269748"/>
                </a:lnTo>
                <a:close/>
              </a:path>
              <a:path w="356870" h="402589">
                <a:moveTo>
                  <a:pt x="137908" y="344424"/>
                </a:moveTo>
                <a:lnTo>
                  <a:pt x="114300" y="344424"/>
                </a:lnTo>
                <a:lnTo>
                  <a:pt x="114300" y="222504"/>
                </a:lnTo>
                <a:lnTo>
                  <a:pt x="137218" y="222504"/>
                </a:lnTo>
                <a:lnTo>
                  <a:pt x="137334" y="269748"/>
                </a:lnTo>
                <a:lnTo>
                  <a:pt x="137491" y="305562"/>
                </a:lnTo>
                <a:lnTo>
                  <a:pt x="137908" y="344424"/>
                </a:lnTo>
                <a:close/>
              </a:path>
              <a:path w="356870" h="402589">
                <a:moveTo>
                  <a:pt x="277367" y="402336"/>
                </a:moveTo>
                <a:lnTo>
                  <a:pt x="271129" y="389477"/>
                </a:lnTo>
                <a:lnTo>
                  <a:pt x="259461" y="378333"/>
                </a:lnTo>
                <a:lnTo>
                  <a:pt x="242649" y="368903"/>
                </a:lnTo>
                <a:lnTo>
                  <a:pt x="220979" y="361188"/>
                </a:lnTo>
                <a:lnTo>
                  <a:pt x="220979" y="352044"/>
                </a:lnTo>
                <a:lnTo>
                  <a:pt x="241030" y="356044"/>
                </a:lnTo>
                <a:lnTo>
                  <a:pt x="257937" y="358902"/>
                </a:lnTo>
                <a:lnTo>
                  <a:pt x="271986" y="360616"/>
                </a:lnTo>
                <a:lnTo>
                  <a:pt x="283464" y="361188"/>
                </a:lnTo>
                <a:lnTo>
                  <a:pt x="326255" y="361188"/>
                </a:lnTo>
                <a:lnTo>
                  <a:pt x="323469" y="368808"/>
                </a:lnTo>
                <a:lnTo>
                  <a:pt x="289083" y="397740"/>
                </a:lnTo>
                <a:lnTo>
                  <a:pt x="277367" y="402336"/>
                </a:lnTo>
                <a:close/>
              </a:path>
              <a:path w="356870" h="402589">
                <a:moveTo>
                  <a:pt x="114300" y="391668"/>
                </a:moveTo>
                <a:lnTo>
                  <a:pt x="114300" y="355092"/>
                </a:lnTo>
                <a:lnTo>
                  <a:pt x="138126" y="355092"/>
                </a:lnTo>
                <a:lnTo>
                  <a:pt x="138684" y="377952"/>
                </a:lnTo>
                <a:lnTo>
                  <a:pt x="114300" y="39166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29" name="object 29"/>
          <p:cNvGrpSpPr/>
          <p:nvPr/>
        </p:nvGrpSpPr>
        <p:grpSpPr>
          <a:xfrm>
            <a:off x="6897623" y="2993135"/>
            <a:ext cx="645160" cy="411480"/>
            <a:chOff x="6897623" y="2993135"/>
            <a:chExt cx="645160" cy="411480"/>
          </a:xfrm>
        </p:grpSpPr>
        <p:pic>
          <p:nvPicPr>
            <p:cNvPr id="30" name="object 30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6897623" y="3110483"/>
              <a:ext cx="190500" cy="249936"/>
            </a:xfrm>
            <a:prstGeom prst="rect">
              <a:avLst/>
            </a:prstGeom>
          </p:spPr>
        </p:pic>
        <p:sp>
          <p:nvSpPr>
            <p:cNvPr id="31" name="object 31"/>
            <p:cNvSpPr/>
            <p:nvPr/>
          </p:nvSpPr>
          <p:spPr>
            <a:xfrm>
              <a:off x="7132320" y="2993135"/>
              <a:ext cx="410209" cy="411480"/>
            </a:xfrm>
            <a:custGeom>
              <a:avLst/>
              <a:gdLst/>
              <a:ahLst/>
              <a:cxnLst/>
              <a:rect l="l" t="t" r="r" b="b"/>
              <a:pathLst>
                <a:path w="410209" h="411479">
                  <a:moveTo>
                    <a:pt x="3048" y="225552"/>
                  </a:moveTo>
                  <a:lnTo>
                    <a:pt x="0" y="219456"/>
                  </a:lnTo>
                  <a:lnTo>
                    <a:pt x="36028" y="199453"/>
                  </a:lnTo>
                  <a:lnTo>
                    <a:pt x="68822" y="175974"/>
                  </a:lnTo>
                  <a:lnTo>
                    <a:pt x="98369" y="149161"/>
                  </a:lnTo>
                  <a:lnTo>
                    <a:pt x="124968" y="118872"/>
                  </a:lnTo>
                  <a:lnTo>
                    <a:pt x="147875" y="86796"/>
                  </a:lnTo>
                  <a:lnTo>
                    <a:pt x="181117" y="27789"/>
                  </a:lnTo>
                  <a:lnTo>
                    <a:pt x="192024" y="0"/>
                  </a:lnTo>
                  <a:lnTo>
                    <a:pt x="228600" y="21336"/>
                  </a:lnTo>
                  <a:lnTo>
                    <a:pt x="213360" y="32004"/>
                  </a:lnTo>
                  <a:lnTo>
                    <a:pt x="219806" y="41148"/>
                  </a:lnTo>
                  <a:lnTo>
                    <a:pt x="207264" y="41148"/>
                  </a:lnTo>
                  <a:lnTo>
                    <a:pt x="187285" y="74604"/>
                  </a:lnTo>
                  <a:lnTo>
                    <a:pt x="144470" y="130087"/>
                  </a:lnTo>
                  <a:lnTo>
                    <a:pt x="97988" y="173259"/>
                  </a:lnTo>
                  <a:lnTo>
                    <a:pt x="38123" y="209835"/>
                  </a:lnTo>
                  <a:lnTo>
                    <a:pt x="3048" y="225552"/>
                  </a:lnTo>
                  <a:close/>
                </a:path>
                <a:path w="410209" h="411479">
                  <a:moveTo>
                    <a:pt x="368808" y="210312"/>
                  </a:moveTo>
                  <a:lnTo>
                    <a:pt x="321183" y="179832"/>
                  </a:lnTo>
                  <a:lnTo>
                    <a:pt x="280416" y="144780"/>
                  </a:lnTo>
                  <a:lnTo>
                    <a:pt x="243840" y="99822"/>
                  </a:lnTo>
                  <a:lnTo>
                    <a:pt x="207264" y="41148"/>
                  </a:lnTo>
                  <a:lnTo>
                    <a:pt x="219806" y="41148"/>
                  </a:lnTo>
                  <a:lnTo>
                    <a:pt x="236743" y="65174"/>
                  </a:lnTo>
                  <a:lnTo>
                    <a:pt x="260985" y="93916"/>
                  </a:lnTo>
                  <a:lnTo>
                    <a:pt x="310896" y="138684"/>
                  </a:lnTo>
                  <a:lnTo>
                    <a:pt x="361569" y="166878"/>
                  </a:lnTo>
                  <a:lnTo>
                    <a:pt x="409956" y="181356"/>
                  </a:lnTo>
                  <a:lnTo>
                    <a:pt x="409956" y="187452"/>
                  </a:lnTo>
                  <a:lnTo>
                    <a:pt x="396454" y="189738"/>
                  </a:lnTo>
                  <a:lnTo>
                    <a:pt x="385381" y="194310"/>
                  </a:lnTo>
                  <a:lnTo>
                    <a:pt x="376308" y="201168"/>
                  </a:lnTo>
                  <a:lnTo>
                    <a:pt x="368808" y="210312"/>
                  </a:lnTo>
                  <a:close/>
                </a:path>
                <a:path w="410209" h="411479">
                  <a:moveTo>
                    <a:pt x="190500" y="411480"/>
                  </a:moveTo>
                  <a:lnTo>
                    <a:pt x="191398" y="378737"/>
                  </a:lnTo>
                  <a:lnTo>
                    <a:pt x="191833" y="353187"/>
                  </a:lnTo>
                  <a:lnTo>
                    <a:pt x="191878" y="347352"/>
                  </a:lnTo>
                  <a:lnTo>
                    <a:pt x="191964" y="179832"/>
                  </a:lnTo>
                  <a:lnTo>
                    <a:pt x="191844" y="166878"/>
                  </a:lnTo>
                  <a:lnTo>
                    <a:pt x="191452" y="149161"/>
                  </a:lnTo>
                  <a:lnTo>
                    <a:pt x="191327" y="144780"/>
                  </a:lnTo>
                  <a:lnTo>
                    <a:pt x="190500" y="124968"/>
                  </a:lnTo>
                  <a:lnTo>
                    <a:pt x="231648" y="147828"/>
                  </a:lnTo>
                  <a:lnTo>
                    <a:pt x="217932" y="158496"/>
                  </a:lnTo>
                  <a:lnTo>
                    <a:pt x="218018" y="353187"/>
                  </a:lnTo>
                  <a:lnTo>
                    <a:pt x="218122" y="362902"/>
                  </a:lnTo>
                  <a:lnTo>
                    <a:pt x="218574" y="378737"/>
                  </a:lnTo>
                  <a:lnTo>
                    <a:pt x="219456" y="394716"/>
                  </a:lnTo>
                  <a:lnTo>
                    <a:pt x="190500" y="41148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32" name="object 32"/>
          <p:cNvSpPr/>
          <p:nvPr/>
        </p:nvSpPr>
        <p:spPr>
          <a:xfrm>
            <a:off x="7601711" y="3000755"/>
            <a:ext cx="376555" cy="402590"/>
          </a:xfrm>
          <a:custGeom>
            <a:avLst/>
            <a:gdLst/>
            <a:ahLst/>
            <a:cxnLst/>
            <a:rect l="l" t="t" r="r" b="b"/>
            <a:pathLst>
              <a:path w="376554" h="402589">
                <a:moveTo>
                  <a:pt x="56388" y="38100"/>
                </a:moveTo>
                <a:lnTo>
                  <a:pt x="41148" y="21336"/>
                </a:lnTo>
                <a:lnTo>
                  <a:pt x="280416" y="21336"/>
                </a:lnTo>
                <a:lnTo>
                  <a:pt x="303275" y="0"/>
                </a:lnTo>
                <a:lnTo>
                  <a:pt x="336804" y="32004"/>
                </a:lnTo>
                <a:lnTo>
                  <a:pt x="89916" y="32004"/>
                </a:lnTo>
                <a:lnTo>
                  <a:pt x="81891" y="32313"/>
                </a:lnTo>
                <a:lnTo>
                  <a:pt x="73723" y="33337"/>
                </a:lnTo>
                <a:lnTo>
                  <a:pt x="65270" y="35218"/>
                </a:lnTo>
                <a:lnTo>
                  <a:pt x="56388" y="38100"/>
                </a:lnTo>
                <a:close/>
              </a:path>
              <a:path w="376554" h="402589">
                <a:moveTo>
                  <a:pt x="196596" y="65531"/>
                </a:moveTo>
                <a:lnTo>
                  <a:pt x="173736" y="65531"/>
                </a:lnTo>
                <a:lnTo>
                  <a:pt x="173736" y="32004"/>
                </a:lnTo>
                <a:lnTo>
                  <a:pt x="196596" y="32004"/>
                </a:lnTo>
                <a:lnTo>
                  <a:pt x="196596" y="65531"/>
                </a:lnTo>
                <a:close/>
              </a:path>
              <a:path w="376554" h="402589">
                <a:moveTo>
                  <a:pt x="362711" y="65531"/>
                </a:moveTo>
                <a:lnTo>
                  <a:pt x="330708" y="65531"/>
                </a:lnTo>
                <a:lnTo>
                  <a:pt x="345948" y="48768"/>
                </a:lnTo>
                <a:lnTo>
                  <a:pt x="362711" y="65531"/>
                </a:lnTo>
                <a:close/>
              </a:path>
              <a:path w="376554" h="402589">
                <a:moveTo>
                  <a:pt x="18288" y="120396"/>
                </a:moveTo>
                <a:lnTo>
                  <a:pt x="4572" y="120396"/>
                </a:lnTo>
                <a:lnTo>
                  <a:pt x="3048" y="117348"/>
                </a:lnTo>
                <a:lnTo>
                  <a:pt x="0" y="114300"/>
                </a:lnTo>
                <a:lnTo>
                  <a:pt x="0" y="108204"/>
                </a:lnTo>
                <a:lnTo>
                  <a:pt x="3048" y="103632"/>
                </a:lnTo>
                <a:lnTo>
                  <a:pt x="9144" y="99060"/>
                </a:lnTo>
                <a:lnTo>
                  <a:pt x="14835" y="91011"/>
                </a:lnTo>
                <a:lnTo>
                  <a:pt x="20383" y="80391"/>
                </a:lnTo>
                <a:lnTo>
                  <a:pt x="25646" y="66913"/>
                </a:lnTo>
                <a:lnTo>
                  <a:pt x="30480" y="50292"/>
                </a:lnTo>
                <a:lnTo>
                  <a:pt x="35052" y="50292"/>
                </a:lnTo>
                <a:lnTo>
                  <a:pt x="36576" y="65531"/>
                </a:lnTo>
                <a:lnTo>
                  <a:pt x="362711" y="65531"/>
                </a:lnTo>
                <a:lnTo>
                  <a:pt x="373380" y="76200"/>
                </a:lnTo>
                <a:lnTo>
                  <a:pt x="36576" y="76200"/>
                </a:lnTo>
                <a:lnTo>
                  <a:pt x="37986" y="83819"/>
                </a:lnTo>
                <a:lnTo>
                  <a:pt x="38100" y="92011"/>
                </a:lnTo>
                <a:lnTo>
                  <a:pt x="37004" y="99560"/>
                </a:lnTo>
                <a:lnTo>
                  <a:pt x="35052" y="106680"/>
                </a:lnTo>
                <a:lnTo>
                  <a:pt x="32004" y="114300"/>
                </a:lnTo>
                <a:lnTo>
                  <a:pt x="25908" y="118872"/>
                </a:lnTo>
                <a:lnTo>
                  <a:pt x="18288" y="120396"/>
                </a:lnTo>
                <a:close/>
              </a:path>
              <a:path w="376554" h="402589">
                <a:moveTo>
                  <a:pt x="172212" y="176784"/>
                </a:moveTo>
                <a:lnTo>
                  <a:pt x="173093" y="152495"/>
                </a:lnTo>
                <a:lnTo>
                  <a:pt x="173545" y="127635"/>
                </a:lnTo>
                <a:lnTo>
                  <a:pt x="173612" y="117348"/>
                </a:lnTo>
                <a:lnTo>
                  <a:pt x="173736" y="76200"/>
                </a:lnTo>
                <a:lnTo>
                  <a:pt x="196596" y="76200"/>
                </a:lnTo>
                <a:lnTo>
                  <a:pt x="196834" y="112752"/>
                </a:lnTo>
                <a:lnTo>
                  <a:pt x="197358" y="140017"/>
                </a:lnTo>
                <a:lnTo>
                  <a:pt x="198120" y="166116"/>
                </a:lnTo>
                <a:lnTo>
                  <a:pt x="172212" y="176784"/>
                </a:lnTo>
                <a:close/>
              </a:path>
              <a:path w="376554" h="402589">
                <a:moveTo>
                  <a:pt x="316992" y="118872"/>
                </a:moveTo>
                <a:lnTo>
                  <a:pt x="312420" y="115824"/>
                </a:lnTo>
                <a:lnTo>
                  <a:pt x="332232" y="76200"/>
                </a:lnTo>
                <a:lnTo>
                  <a:pt x="373380" y="76200"/>
                </a:lnTo>
                <a:lnTo>
                  <a:pt x="376428" y="79248"/>
                </a:lnTo>
                <a:lnTo>
                  <a:pt x="368808" y="79248"/>
                </a:lnTo>
                <a:lnTo>
                  <a:pt x="361188" y="80772"/>
                </a:lnTo>
                <a:lnTo>
                  <a:pt x="352044" y="83819"/>
                </a:lnTo>
                <a:lnTo>
                  <a:pt x="345495" y="88439"/>
                </a:lnTo>
                <a:lnTo>
                  <a:pt x="337375" y="95631"/>
                </a:lnTo>
                <a:lnTo>
                  <a:pt x="327826" y="105679"/>
                </a:lnTo>
                <a:lnTo>
                  <a:pt x="316992" y="118872"/>
                </a:lnTo>
                <a:close/>
              </a:path>
              <a:path w="376554" h="402589">
                <a:moveTo>
                  <a:pt x="141732" y="118872"/>
                </a:moveTo>
                <a:lnTo>
                  <a:pt x="62484" y="118872"/>
                </a:lnTo>
                <a:lnTo>
                  <a:pt x="62484" y="108204"/>
                </a:lnTo>
                <a:lnTo>
                  <a:pt x="141732" y="108204"/>
                </a:lnTo>
                <a:lnTo>
                  <a:pt x="141732" y="118872"/>
                </a:lnTo>
                <a:close/>
              </a:path>
              <a:path w="376554" h="402589">
                <a:moveTo>
                  <a:pt x="297180" y="118872"/>
                </a:moveTo>
                <a:lnTo>
                  <a:pt x="217932" y="118872"/>
                </a:lnTo>
                <a:lnTo>
                  <a:pt x="217932" y="108204"/>
                </a:lnTo>
                <a:lnTo>
                  <a:pt x="297180" y="108204"/>
                </a:lnTo>
                <a:lnTo>
                  <a:pt x="297180" y="118872"/>
                </a:lnTo>
                <a:close/>
              </a:path>
              <a:path w="376554" h="402589">
                <a:moveTo>
                  <a:pt x="141732" y="161544"/>
                </a:moveTo>
                <a:lnTo>
                  <a:pt x="57912" y="161544"/>
                </a:lnTo>
                <a:lnTo>
                  <a:pt x="57912" y="150876"/>
                </a:lnTo>
                <a:lnTo>
                  <a:pt x="141732" y="150876"/>
                </a:lnTo>
                <a:lnTo>
                  <a:pt x="141732" y="161544"/>
                </a:lnTo>
                <a:close/>
              </a:path>
              <a:path w="376554" h="402589">
                <a:moveTo>
                  <a:pt x="297180" y="161544"/>
                </a:moveTo>
                <a:lnTo>
                  <a:pt x="217932" y="161544"/>
                </a:lnTo>
                <a:lnTo>
                  <a:pt x="217932" y="150876"/>
                </a:lnTo>
                <a:lnTo>
                  <a:pt x="297180" y="150876"/>
                </a:lnTo>
                <a:lnTo>
                  <a:pt x="297180" y="161544"/>
                </a:lnTo>
                <a:close/>
              </a:path>
              <a:path w="376554" h="402589">
                <a:moveTo>
                  <a:pt x="18288" y="210312"/>
                </a:moveTo>
                <a:lnTo>
                  <a:pt x="1524" y="193548"/>
                </a:lnTo>
                <a:lnTo>
                  <a:pt x="309372" y="193548"/>
                </a:lnTo>
                <a:lnTo>
                  <a:pt x="332232" y="172212"/>
                </a:lnTo>
                <a:lnTo>
                  <a:pt x="364236" y="204216"/>
                </a:lnTo>
                <a:lnTo>
                  <a:pt x="50292" y="204216"/>
                </a:lnTo>
                <a:lnTo>
                  <a:pt x="43148" y="204525"/>
                </a:lnTo>
                <a:lnTo>
                  <a:pt x="35433" y="205549"/>
                </a:lnTo>
                <a:lnTo>
                  <a:pt x="27146" y="207430"/>
                </a:lnTo>
                <a:lnTo>
                  <a:pt x="18288" y="210312"/>
                </a:lnTo>
                <a:close/>
              </a:path>
              <a:path w="376554" h="402589">
                <a:moveTo>
                  <a:pt x="149352" y="248412"/>
                </a:moveTo>
                <a:lnTo>
                  <a:pt x="141732" y="248412"/>
                </a:lnTo>
                <a:lnTo>
                  <a:pt x="153924" y="204216"/>
                </a:lnTo>
                <a:lnTo>
                  <a:pt x="184404" y="204216"/>
                </a:lnTo>
                <a:lnTo>
                  <a:pt x="172712" y="217336"/>
                </a:lnTo>
                <a:lnTo>
                  <a:pt x="162877" y="229171"/>
                </a:lnTo>
                <a:lnTo>
                  <a:pt x="155043" y="239577"/>
                </a:lnTo>
                <a:lnTo>
                  <a:pt x="149352" y="248412"/>
                </a:lnTo>
                <a:close/>
              </a:path>
              <a:path w="376554" h="402589">
                <a:moveTo>
                  <a:pt x="337021" y="248412"/>
                </a:moveTo>
                <a:lnTo>
                  <a:pt x="304800" y="248412"/>
                </a:lnTo>
                <a:lnTo>
                  <a:pt x="315468" y="231648"/>
                </a:lnTo>
                <a:lnTo>
                  <a:pt x="337021" y="248412"/>
                </a:lnTo>
                <a:close/>
              </a:path>
              <a:path w="376554" h="402589">
                <a:moveTo>
                  <a:pt x="36576" y="402336"/>
                </a:moveTo>
                <a:lnTo>
                  <a:pt x="37457" y="382905"/>
                </a:lnTo>
                <a:lnTo>
                  <a:pt x="37909" y="361188"/>
                </a:lnTo>
                <a:lnTo>
                  <a:pt x="38076" y="337185"/>
                </a:lnTo>
                <a:lnTo>
                  <a:pt x="38076" y="285702"/>
                </a:lnTo>
                <a:lnTo>
                  <a:pt x="37909" y="264795"/>
                </a:lnTo>
                <a:lnTo>
                  <a:pt x="37457" y="247888"/>
                </a:lnTo>
                <a:lnTo>
                  <a:pt x="36576" y="234696"/>
                </a:lnTo>
                <a:lnTo>
                  <a:pt x="62484" y="248412"/>
                </a:lnTo>
                <a:lnTo>
                  <a:pt x="337021" y="248412"/>
                </a:lnTo>
                <a:lnTo>
                  <a:pt x="342900" y="252984"/>
                </a:lnTo>
                <a:lnTo>
                  <a:pt x="336042" y="259080"/>
                </a:lnTo>
                <a:lnTo>
                  <a:pt x="62484" y="259080"/>
                </a:lnTo>
                <a:lnTo>
                  <a:pt x="62484" y="390144"/>
                </a:lnTo>
                <a:lnTo>
                  <a:pt x="36576" y="402336"/>
                </a:lnTo>
                <a:close/>
              </a:path>
              <a:path w="376554" h="402589">
                <a:moveTo>
                  <a:pt x="131064" y="385572"/>
                </a:moveTo>
                <a:lnTo>
                  <a:pt x="131064" y="259080"/>
                </a:lnTo>
                <a:lnTo>
                  <a:pt x="153924" y="259080"/>
                </a:lnTo>
                <a:lnTo>
                  <a:pt x="153924" y="373380"/>
                </a:lnTo>
                <a:lnTo>
                  <a:pt x="131064" y="385572"/>
                </a:lnTo>
                <a:close/>
              </a:path>
              <a:path w="376554" h="402589">
                <a:moveTo>
                  <a:pt x="214884" y="382524"/>
                </a:moveTo>
                <a:lnTo>
                  <a:pt x="214884" y="259080"/>
                </a:lnTo>
                <a:lnTo>
                  <a:pt x="237744" y="259080"/>
                </a:lnTo>
                <a:lnTo>
                  <a:pt x="237744" y="370332"/>
                </a:lnTo>
                <a:lnTo>
                  <a:pt x="214884" y="382524"/>
                </a:lnTo>
                <a:close/>
              </a:path>
              <a:path w="376554" h="402589">
                <a:moveTo>
                  <a:pt x="329184" y="365760"/>
                </a:moveTo>
                <a:lnTo>
                  <a:pt x="301751" y="365760"/>
                </a:lnTo>
                <a:lnTo>
                  <a:pt x="306324" y="362712"/>
                </a:lnTo>
                <a:lnTo>
                  <a:pt x="306324" y="259080"/>
                </a:lnTo>
                <a:lnTo>
                  <a:pt x="336042" y="259080"/>
                </a:lnTo>
                <a:lnTo>
                  <a:pt x="329184" y="265176"/>
                </a:lnTo>
                <a:lnTo>
                  <a:pt x="329184" y="365760"/>
                </a:lnTo>
                <a:close/>
              </a:path>
              <a:path w="376554" h="402589">
                <a:moveTo>
                  <a:pt x="297180" y="400812"/>
                </a:moveTo>
                <a:lnTo>
                  <a:pt x="293774" y="390501"/>
                </a:lnTo>
                <a:lnTo>
                  <a:pt x="285940" y="382333"/>
                </a:lnTo>
                <a:lnTo>
                  <a:pt x="273819" y="376166"/>
                </a:lnTo>
                <a:lnTo>
                  <a:pt x="257556" y="371856"/>
                </a:lnTo>
                <a:lnTo>
                  <a:pt x="257556" y="364236"/>
                </a:lnTo>
                <a:lnTo>
                  <a:pt x="268414" y="365117"/>
                </a:lnTo>
                <a:lnTo>
                  <a:pt x="278130" y="365569"/>
                </a:lnTo>
                <a:lnTo>
                  <a:pt x="286702" y="365736"/>
                </a:lnTo>
                <a:lnTo>
                  <a:pt x="329184" y="365760"/>
                </a:lnTo>
                <a:lnTo>
                  <a:pt x="327183" y="378094"/>
                </a:lnTo>
                <a:lnTo>
                  <a:pt x="321183" y="387858"/>
                </a:lnTo>
                <a:lnTo>
                  <a:pt x="311181" y="395335"/>
                </a:lnTo>
                <a:lnTo>
                  <a:pt x="297180" y="40081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" name="object 33"/>
          <p:cNvSpPr/>
          <p:nvPr/>
        </p:nvSpPr>
        <p:spPr>
          <a:xfrm>
            <a:off x="8026908" y="2996183"/>
            <a:ext cx="402590" cy="405765"/>
          </a:xfrm>
          <a:custGeom>
            <a:avLst/>
            <a:gdLst/>
            <a:ahLst/>
            <a:cxnLst/>
            <a:rect l="l" t="t" r="r" b="b"/>
            <a:pathLst>
              <a:path w="402590" h="405764">
                <a:moveTo>
                  <a:pt x="207263" y="100584"/>
                </a:moveTo>
                <a:lnTo>
                  <a:pt x="181355" y="100584"/>
                </a:lnTo>
                <a:lnTo>
                  <a:pt x="181257" y="54387"/>
                </a:lnTo>
                <a:lnTo>
                  <a:pt x="181165" y="38862"/>
                </a:lnTo>
                <a:lnTo>
                  <a:pt x="180713" y="16573"/>
                </a:lnTo>
                <a:lnTo>
                  <a:pt x="179831" y="0"/>
                </a:lnTo>
                <a:lnTo>
                  <a:pt x="222503" y="22860"/>
                </a:lnTo>
                <a:lnTo>
                  <a:pt x="207263" y="36576"/>
                </a:lnTo>
                <a:lnTo>
                  <a:pt x="207263" y="100584"/>
                </a:lnTo>
                <a:close/>
              </a:path>
              <a:path w="402590" h="405764">
                <a:moveTo>
                  <a:pt x="315467" y="88392"/>
                </a:moveTo>
                <a:lnTo>
                  <a:pt x="309371" y="88392"/>
                </a:lnTo>
                <a:lnTo>
                  <a:pt x="304799" y="83820"/>
                </a:lnTo>
                <a:lnTo>
                  <a:pt x="300227" y="74676"/>
                </a:lnTo>
                <a:lnTo>
                  <a:pt x="291941" y="63317"/>
                </a:lnTo>
                <a:lnTo>
                  <a:pt x="280796" y="50101"/>
                </a:lnTo>
                <a:lnTo>
                  <a:pt x="266795" y="35456"/>
                </a:lnTo>
                <a:lnTo>
                  <a:pt x="249935" y="19812"/>
                </a:lnTo>
                <a:lnTo>
                  <a:pt x="252983" y="13716"/>
                </a:lnTo>
                <a:lnTo>
                  <a:pt x="298418" y="33004"/>
                </a:lnTo>
                <a:lnTo>
                  <a:pt x="324612" y="60960"/>
                </a:lnTo>
                <a:lnTo>
                  <a:pt x="324612" y="64008"/>
                </a:lnTo>
                <a:lnTo>
                  <a:pt x="323088" y="68580"/>
                </a:lnTo>
                <a:lnTo>
                  <a:pt x="320040" y="76200"/>
                </a:lnTo>
                <a:lnTo>
                  <a:pt x="316991" y="85344"/>
                </a:lnTo>
                <a:lnTo>
                  <a:pt x="315467" y="88392"/>
                </a:lnTo>
                <a:close/>
              </a:path>
              <a:path w="402590" h="405764">
                <a:moveTo>
                  <a:pt x="25907" y="117348"/>
                </a:moveTo>
                <a:lnTo>
                  <a:pt x="9143" y="100584"/>
                </a:lnTo>
                <a:lnTo>
                  <a:pt x="329184" y="100584"/>
                </a:lnTo>
                <a:lnTo>
                  <a:pt x="353568" y="74676"/>
                </a:lnTo>
                <a:lnTo>
                  <a:pt x="388620" y="111252"/>
                </a:lnTo>
                <a:lnTo>
                  <a:pt x="67055" y="111252"/>
                </a:lnTo>
                <a:lnTo>
                  <a:pt x="55911" y="111561"/>
                </a:lnTo>
                <a:lnTo>
                  <a:pt x="45338" y="112585"/>
                </a:lnTo>
                <a:lnTo>
                  <a:pt x="35337" y="114466"/>
                </a:lnTo>
                <a:lnTo>
                  <a:pt x="25907" y="117348"/>
                </a:lnTo>
                <a:close/>
              </a:path>
              <a:path w="402590" h="405764">
                <a:moveTo>
                  <a:pt x="27431" y="356616"/>
                </a:moveTo>
                <a:lnTo>
                  <a:pt x="0" y="321564"/>
                </a:lnTo>
                <a:lnTo>
                  <a:pt x="10858" y="319016"/>
                </a:lnTo>
                <a:lnTo>
                  <a:pt x="25145" y="313753"/>
                </a:lnTo>
                <a:lnTo>
                  <a:pt x="42862" y="305919"/>
                </a:lnTo>
                <a:lnTo>
                  <a:pt x="64007" y="295656"/>
                </a:lnTo>
                <a:lnTo>
                  <a:pt x="115823" y="269176"/>
                </a:lnTo>
                <a:lnTo>
                  <a:pt x="181355" y="234696"/>
                </a:lnTo>
                <a:lnTo>
                  <a:pt x="181355" y="111252"/>
                </a:lnTo>
                <a:lnTo>
                  <a:pt x="210311" y="111252"/>
                </a:lnTo>
                <a:lnTo>
                  <a:pt x="216973" y="132588"/>
                </a:lnTo>
                <a:lnTo>
                  <a:pt x="207263" y="132588"/>
                </a:lnTo>
                <a:lnTo>
                  <a:pt x="207263" y="245364"/>
                </a:lnTo>
                <a:lnTo>
                  <a:pt x="181355" y="245364"/>
                </a:lnTo>
                <a:lnTo>
                  <a:pt x="96059" y="300870"/>
                </a:lnTo>
                <a:lnTo>
                  <a:pt x="57221" y="327469"/>
                </a:lnTo>
                <a:lnTo>
                  <a:pt x="43624" y="338328"/>
                </a:lnTo>
                <a:lnTo>
                  <a:pt x="33742" y="348043"/>
                </a:lnTo>
                <a:lnTo>
                  <a:pt x="27431" y="356616"/>
                </a:lnTo>
                <a:close/>
              </a:path>
              <a:path w="402590" h="405764">
                <a:moveTo>
                  <a:pt x="362712" y="368808"/>
                </a:moveTo>
                <a:lnTo>
                  <a:pt x="324104" y="343796"/>
                </a:lnTo>
                <a:lnTo>
                  <a:pt x="290575" y="312984"/>
                </a:lnTo>
                <a:lnTo>
                  <a:pt x="262127" y="276415"/>
                </a:lnTo>
                <a:lnTo>
                  <a:pt x="238759" y="234131"/>
                </a:lnTo>
                <a:lnTo>
                  <a:pt x="220471" y="186174"/>
                </a:lnTo>
                <a:lnTo>
                  <a:pt x="207263" y="132588"/>
                </a:lnTo>
                <a:lnTo>
                  <a:pt x="216973" y="132588"/>
                </a:lnTo>
                <a:lnTo>
                  <a:pt x="221099" y="145803"/>
                </a:lnTo>
                <a:lnTo>
                  <a:pt x="232600" y="176212"/>
                </a:lnTo>
                <a:lnTo>
                  <a:pt x="244387" y="202334"/>
                </a:lnTo>
                <a:lnTo>
                  <a:pt x="256031" y="224028"/>
                </a:lnTo>
                <a:lnTo>
                  <a:pt x="276596" y="224028"/>
                </a:lnTo>
                <a:lnTo>
                  <a:pt x="260603" y="233172"/>
                </a:lnTo>
                <a:lnTo>
                  <a:pt x="291750" y="271462"/>
                </a:lnTo>
                <a:lnTo>
                  <a:pt x="325755" y="301752"/>
                </a:lnTo>
                <a:lnTo>
                  <a:pt x="362616" y="324040"/>
                </a:lnTo>
                <a:lnTo>
                  <a:pt x="402335" y="338328"/>
                </a:lnTo>
                <a:lnTo>
                  <a:pt x="402336" y="344424"/>
                </a:lnTo>
                <a:lnTo>
                  <a:pt x="388858" y="347591"/>
                </a:lnTo>
                <a:lnTo>
                  <a:pt x="377952" y="352615"/>
                </a:lnTo>
                <a:lnTo>
                  <a:pt x="369331" y="359640"/>
                </a:lnTo>
                <a:lnTo>
                  <a:pt x="362712" y="368808"/>
                </a:lnTo>
                <a:close/>
              </a:path>
              <a:path w="402590" h="405764">
                <a:moveTo>
                  <a:pt x="114299" y="231647"/>
                </a:moveTo>
                <a:lnTo>
                  <a:pt x="108203" y="231647"/>
                </a:lnTo>
                <a:lnTo>
                  <a:pt x="105155" y="225552"/>
                </a:lnTo>
                <a:lnTo>
                  <a:pt x="100583" y="213359"/>
                </a:lnTo>
                <a:lnTo>
                  <a:pt x="92273" y="198191"/>
                </a:lnTo>
                <a:lnTo>
                  <a:pt x="80962" y="182308"/>
                </a:lnTo>
                <a:lnTo>
                  <a:pt x="66508" y="165568"/>
                </a:lnTo>
                <a:lnTo>
                  <a:pt x="48767" y="147828"/>
                </a:lnTo>
                <a:lnTo>
                  <a:pt x="51815" y="143256"/>
                </a:lnTo>
                <a:lnTo>
                  <a:pt x="92963" y="160401"/>
                </a:lnTo>
                <a:lnTo>
                  <a:pt x="126110" y="188214"/>
                </a:lnTo>
                <a:lnTo>
                  <a:pt x="129539" y="201168"/>
                </a:lnTo>
                <a:lnTo>
                  <a:pt x="129539" y="205740"/>
                </a:lnTo>
                <a:lnTo>
                  <a:pt x="128015" y="211836"/>
                </a:lnTo>
                <a:lnTo>
                  <a:pt x="118871" y="227076"/>
                </a:lnTo>
                <a:lnTo>
                  <a:pt x="114299" y="231647"/>
                </a:lnTo>
                <a:close/>
              </a:path>
              <a:path w="402590" h="405764">
                <a:moveTo>
                  <a:pt x="276596" y="224028"/>
                </a:moveTo>
                <a:lnTo>
                  <a:pt x="256031" y="224028"/>
                </a:lnTo>
                <a:lnTo>
                  <a:pt x="279749" y="204597"/>
                </a:lnTo>
                <a:lnTo>
                  <a:pt x="300608" y="185166"/>
                </a:lnTo>
                <a:lnTo>
                  <a:pt x="318611" y="165735"/>
                </a:lnTo>
                <a:lnTo>
                  <a:pt x="333756" y="146304"/>
                </a:lnTo>
                <a:lnTo>
                  <a:pt x="362712" y="179832"/>
                </a:lnTo>
                <a:lnTo>
                  <a:pt x="323088" y="195072"/>
                </a:lnTo>
                <a:lnTo>
                  <a:pt x="311396" y="202739"/>
                </a:lnTo>
                <a:lnTo>
                  <a:pt x="296989" y="211836"/>
                </a:lnTo>
                <a:lnTo>
                  <a:pt x="280011" y="222075"/>
                </a:lnTo>
                <a:lnTo>
                  <a:pt x="276596" y="224028"/>
                </a:lnTo>
                <a:close/>
              </a:path>
              <a:path w="402590" h="405764">
                <a:moveTo>
                  <a:pt x="206279" y="362712"/>
                </a:moveTo>
                <a:lnTo>
                  <a:pt x="175259" y="362712"/>
                </a:lnTo>
                <a:lnTo>
                  <a:pt x="181355" y="356616"/>
                </a:lnTo>
                <a:lnTo>
                  <a:pt x="181355" y="245364"/>
                </a:lnTo>
                <a:lnTo>
                  <a:pt x="207263" y="245364"/>
                </a:lnTo>
                <a:lnTo>
                  <a:pt x="207211" y="352615"/>
                </a:lnTo>
                <a:lnTo>
                  <a:pt x="206279" y="362712"/>
                </a:lnTo>
                <a:close/>
              </a:path>
              <a:path w="402590" h="405764">
                <a:moveTo>
                  <a:pt x="164591" y="405384"/>
                </a:moveTo>
                <a:lnTo>
                  <a:pt x="160567" y="394263"/>
                </a:lnTo>
                <a:lnTo>
                  <a:pt x="150685" y="383857"/>
                </a:lnTo>
                <a:lnTo>
                  <a:pt x="134802" y="374308"/>
                </a:lnTo>
                <a:lnTo>
                  <a:pt x="112775" y="365760"/>
                </a:lnTo>
                <a:lnTo>
                  <a:pt x="112775" y="358140"/>
                </a:lnTo>
                <a:lnTo>
                  <a:pt x="129897" y="360140"/>
                </a:lnTo>
                <a:lnTo>
                  <a:pt x="144589" y="361569"/>
                </a:lnTo>
                <a:lnTo>
                  <a:pt x="156710" y="362426"/>
                </a:lnTo>
                <a:lnTo>
                  <a:pt x="166115" y="362712"/>
                </a:lnTo>
                <a:lnTo>
                  <a:pt x="206279" y="362712"/>
                </a:lnTo>
                <a:lnTo>
                  <a:pt x="205525" y="370879"/>
                </a:lnTo>
                <a:lnTo>
                  <a:pt x="197929" y="386143"/>
                </a:lnTo>
                <a:lnTo>
                  <a:pt x="184332" y="397692"/>
                </a:lnTo>
                <a:lnTo>
                  <a:pt x="164591" y="40538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pic>
        <p:nvPicPr>
          <p:cNvPr id="34" name="object 34"/>
          <p:cNvPicPr/>
          <p:nvPr/>
        </p:nvPicPr>
        <p:blipFill>
          <a:blip r:embed="rId7" cstate="print"/>
          <a:stretch>
            <a:fillRect/>
          </a:stretch>
        </p:blipFill>
        <p:spPr>
          <a:xfrm>
            <a:off x="8503920" y="3258383"/>
            <a:ext cx="70103" cy="118800"/>
          </a:xfrm>
          <a:prstGeom prst="rect">
            <a:avLst/>
          </a:prstGeom>
        </p:spPr>
      </p:pic>
      <p:sp>
        <p:nvSpPr>
          <p:cNvPr id="35" name="object 35"/>
          <p:cNvSpPr/>
          <p:nvPr/>
        </p:nvSpPr>
        <p:spPr>
          <a:xfrm>
            <a:off x="8912352" y="2993135"/>
            <a:ext cx="853440" cy="412115"/>
          </a:xfrm>
          <a:custGeom>
            <a:avLst/>
            <a:gdLst/>
            <a:ahLst/>
            <a:cxnLst/>
            <a:rect l="l" t="t" r="r" b="b"/>
            <a:pathLst>
              <a:path w="853440" h="412114">
                <a:moveTo>
                  <a:pt x="230124" y="274332"/>
                </a:moveTo>
                <a:lnTo>
                  <a:pt x="187756" y="240461"/>
                </a:lnTo>
                <a:lnTo>
                  <a:pt x="169164" y="231660"/>
                </a:lnTo>
                <a:lnTo>
                  <a:pt x="166116" y="236232"/>
                </a:lnTo>
                <a:lnTo>
                  <a:pt x="179565" y="251701"/>
                </a:lnTo>
                <a:lnTo>
                  <a:pt x="190309" y="266331"/>
                </a:lnTo>
                <a:lnTo>
                  <a:pt x="198475" y="280377"/>
                </a:lnTo>
                <a:lnTo>
                  <a:pt x="204216" y="294144"/>
                </a:lnTo>
                <a:lnTo>
                  <a:pt x="207264" y="304812"/>
                </a:lnTo>
                <a:lnTo>
                  <a:pt x="210312" y="310908"/>
                </a:lnTo>
                <a:lnTo>
                  <a:pt x="216408" y="310908"/>
                </a:lnTo>
                <a:lnTo>
                  <a:pt x="219456" y="307860"/>
                </a:lnTo>
                <a:lnTo>
                  <a:pt x="224028" y="300240"/>
                </a:lnTo>
                <a:lnTo>
                  <a:pt x="227076" y="294144"/>
                </a:lnTo>
                <a:lnTo>
                  <a:pt x="230124" y="286524"/>
                </a:lnTo>
                <a:lnTo>
                  <a:pt x="230124" y="274332"/>
                </a:lnTo>
                <a:close/>
              </a:path>
              <a:path w="853440" h="412114">
                <a:moveTo>
                  <a:pt x="233172" y="169176"/>
                </a:moveTo>
                <a:lnTo>
                  <a:pt x="201739" y="146697"/>
                </a:lnTo>
                <a:lnTo>
                  <a:pt x="172212" y="134124"/>
                </a:lnTo>
                <a:lnTo>
                  <a:pt x="169164" y="138696"/>
                </a:lnTo>
                <a:lnTo>
                  <a:pt x="182854" y="152387"/>
                </a:lnTo>
                <a:lnTo>
                  <a:pt x="194119" y="165938"/>
                </a:lnTo>
                <a:lnTo>
                  <a:pt x="202806" y="179197"/>
                </a:lnTo>
                <a:lnTo>
                  <a:pt x="208788" y="192036"/>
                </a:lnTo>
                <a:lnTo>
                  <a:pt x="213360" y="201180"/>
                </a:lnTo>
                <a:lnTo>
                  <a:pt x="217932" y="207276"/>
                </a:lnTo>
                <a:lnTo>
                  <a:pt x="222504" y="207276"/>
                </a:lnTo>
                <a:lnTo>
                  <a:pt x="224028" y="204228"/>
                </a:lnTo>
                <a:lnTo>
                  <a:pt x="228600" y="196608"/>
                </a:lnTo>
                <a:lnTo>
                  <a:pt x="231648" y="188988"/>
                </a:lnTo>
                <a:lnTo>
                  <a:pt x="233172" y="182892"/>
                </a:lnTo>
                <a:lnTo>
                  <a:pt x="233172" y="169176"/>
                </a:lnTo>
                <a:close/>
              </a:path>
              <a:path w="853440" h="412114">
                <a:moveTo>
                  <a:pt x="384048" y="65544"/>
                </a:moveTo>
                <a:lnTo>
                  <a:pt x="374904" y="56400"/>
                </a:lnTo>
                <a:lnTo>
                  <a:pt x="347472" y="28968"/>
                </a:lnTo>
                <a:lnTo>
                  <a:pt x="321564" y="56400"/>
                </a:lnTo>
                <a:lnTo>
                  <a:pt x="114300" y="56400"/>
                </a:lnTo>
                <a:lnTo>
                  <a:pt x="118884" y="49542"/>
                </a:lnTo>
                <a:lnTo>
                  <a:pt x="123634" y="42684"/>
                </a:lnTo>
                <a:lnTo>
                  <a:pt x="128651" y="35826"/>
                </a:lnTo>
                <a:lnTo>
                  <a:pt x="134112" y="28968"/>
                </a:lnTo>
                <a:lnTo>
                  <a:pt x="147828" y="22872"/>
                </a:lnTo>
                <a:lnTo>
                  <a:pt x="109728" y="12"/>
                </a:lnTo>
                <a:lnTo>
                  <a:pt x="92964" y="41541"/>
                </a:lnTo>
                <a:lnTo>
                  <a:pt x="67056" y="85356"/>
                </a:lnTo>
                <a:lnTo>
                  <a:pt x="34861" y="127838"/>
                </a:lnTo>
                <a:lnTo>
                  <a:pt x="1524" y="160032"/>
                </a:lnTo>
                <a:lnTo>
                  <a:pt x="6096" y="164604"/>
                </a:lnTo>
                <a:lnTo>
                  <a:pt x="39052" y="141744"/>
                </a:lnTo>
                <a:lnTo>
                  <a:pt x="75438" y="106895"/>
                </a:lnTo>
                <a:lnTo>
                  <a:pt x="109728" y="65544"/>
                </a:lnTo>
                <a:lnTo>
                  <a:pt x="384048" y="65544"/>
                </a:lnTo>
                <a:close/>
              </a:path>
              <a:path w="853440" h="412114">
                <a:moveTo>
                  <a:pt x="408432" y="222516"/>
                </a:moveTo>
                <a:lnTo>
                  <a:pt x="373380" y="187464"/>
                </a:lnTo>
                <a:lnTo>
                  <a:pt x="350520" y="211848"/>
                </a:lnTo>
                <a:lnTo>
                  <a:pt x="327660" y="211848"/>
                </a:lnTo>
                <a:lnTo>
                  <a:pt x="330708" y="132600"/>
                </a:lnTo>
                <a:lnTo>
                  <a:pt x="338328" y="126504"/>
                </a:lnTo>
                <a:lnTo>
                  <a:pt x="345948" y="120408"/>
                </a:lnTo>
                <a:lnTo>
                  <a:pt x="340156" y="115836"/>
                </a:lnTo>
                <a:lnTo>
                  <a:pt x="316992" y="97548"/>
                </a:lnTo>
                <a:lnTo>
                  <a:pt x="306324" y="111772"/>
                </a:lnTo>
                <a:lnTo>
                  <a:pt x="306324" y="126504"/>
                </a:lnTo>
                <a:lnTo>
                  <a:pt x="303276" y="211848"/>
                </a:lnTo>
                <a:lnTo>
                  <a:pt x="301752" y="211848"/>
                </a:lnTo>
                <a:lnTo>
                  <a:pt x="301752" y="222516"/>
                </a:lnTo>
                <a:lnTo>
                  <a:pt x="295656" y="320052"/>
                </a:lnTo>
                <a:lnTo>
                  <a:pt x="97536" y="320052"/>
                </a:lnTo>
                <a:lnTo>
                  <a:pt x="109728" y="222516"/>
                </a:lnTo>
                <a:lnTo>
                  <a:pt x="301752" y="222516"/>
                </a:lnTo>
                <a:lnTo>
                  <a:pt x="301752" y="211848"/>
                </a:lnTo>
                <a:lnTo>
                  <a:pt x="111252" y="211848"/>
                </a:lnTo>
                <a:lnTo>
                  <a:pt x="120396" y="126504"/>
                </a:lnTo>
                <a:lnTo>
                  <a:pt x="306324" y="126504"/>
                </a:lnTo>
                <a:lnTo>
                  <a:pt x="306324" y="111772"/>
                </a:lnTo>
                <a:lnTo>
                  <a:pt x="303276" y="115836"/>
                </a:lnTo>
                <a:lnTo>
                  <a:pt x="121920" y="115836"/>
                </a:lnTo>
                <a:lnTo>
                  <a:pt x="97536" y="100596"/>
                </a:lnTo>
                <a:lnTo>
                  <a:pt x="86868" y="211848"/>
                </a:lnTo>
                <a:lnTo>
                  <a:pt x="0" y="211848"/>
                </a:lnTo>
                <a:lnTo>
                  <a:pt x="13716" y="225564"/>
                </a:lnTo>
                <a:lnTo>
                  <a:pt x="39624" y="222516"/>
                </a:lnTo>
                <a:lnTo>
                  <a:pt x="85344" y="222516"/>
                </a:lnTo>
                <a:lnTo>
                  <a:pt x="73152" y="312432"/>
                </a:lnTo>
                <a:lnTo>
                  <a:pt x="59436" y="323100"/>
                </a:lnTo>
                <a:lnTo>
                  <a:pt x="83820" y="345960"/>
                </a:lnTo>
                <a:lnTo>
                  <a:pt x="97536" y="330720"/>
                </a:lnTo>
                <a:lnTo>
                  <a:pt x="294132" y="330720"/>
                </a:lnTo>
                <a:lnTo>
                  <a:pt x="291503" y="350723"/>
                </a:lnTo>
                <a:lnTo>
                  <a:pt x="288036" y="365010"/>
                </a:lnTo>
                <a:lnTo>
                  <a:pt x="283413" y="373583"/>
                </a:lnTo>
                <a:lnTo>
                  <a:pt x="277368" y="376440"/>
                </a:lnTo>
                <a:lnTo>
                  <a:pt x="268770" y="375627"/>
                </a:lnTo>
                <a:lnTo>
                  <a:pt x="256603" y="373392"/>
                </a:lnTo>
                <a:lnTo>
                  <a:pt x="220980" y="365772"/>
                </a:lnTo>
                <a:lnTo>
                  <a:pt x="220980" y="373392"/>
                </a:lnTo>
                <a:lnTo>
                  <a:pt x="241617" y="382549"/>
                </a:lnTo>
                <a:lnTo>
                  <a:pt x="255841" y="391871"/>
                </a:lnTo>
                <a:lnTo>
                  <a:pt x="264045" y="401459"/>
                </a:lnTo>
                <a:lnTo>
                  <a:pt x="266700" y="411492"/>
                </a:lnTo>
                <a:lnTo>
                  <a:pt x="281266" y="407466"/>
                </a:lnTo>
                <a:lnTo>
                  <a:pt x="312102" y="377431"/>
                </a:lnTo>
                <a:lnTo>
                  <a:pt x="320040" y="330720"/>
                </a:lnTo>
                <a:lnTo>
                  <a:pt x="400812" y="330720"/>
                </a:lnTo>
                <a:lnTo>
                  <a:pt x="390144" y="320052"/>
                </a:lnTo>
                <a:lnTo>
                  <a:pt x="365760" y="295668"/>
                </a:lnTo>
                <a:lnTo>
                  <a:pt x="341376" y="320052"/>
                </a:lnTo>
                <a:lnTo>
                  <a:pt x="321564" y="320052"/>
                </a:lnTo>
                <a:lnTo>
                  <a:pt x="327660" y="222516"/>
                </a:lnTo>
                <a:lnTo>
                  <a:pt x="408432" y="222516"/>
                </a:lnTo>
                <a:close/>
              </a:path>
              <a:path w="853440" h="412114">
                <a:moveTo>
                  <a:pt x="676643" y="147828"/>
                </a:moveTo>
                <a:lnTo>
                  <a:pt x="633971" y="124968"/>
                </a:lnTo>
                <a:lnTo>
                  <a:pt x="635025" y="144780"/>
                </a:lnTo>
                <a:lnTo>
                  <a:pt x="636066" y="165735"/>
                </a:lnTo>
                <a:lnTo>
                  <a:pt x="636765" y="183692"/>
                </a:lnTo>
                <a:lnTo>
                  <a:pt x="636968" y="195795"/>
                </a:lnTo>
                <a:lnTo>
                  <a:pt x="637019" y="315468"/>
                </a:lnTo>
                <a:lnTo>
                  <a:pt x="636765" y="331762"/>
                </a:lnTo>
                <a:lnTo>
                  <a:pt x="636066" y="353187"/>
                </a:lnTo>
                <a:lnTo>
                  <a:pt x="635139" y="378739"/>
                </a:lnTo>
                <a:lnTo>
                  <a:pt x="633971" y="411480"/>
                </a:lnTo>
                <a:lnTo>
                  <a:pt x="664451" y="394716"/>
                </a:lnTo>
                <a:lnTo>
                  <a:pt x="663575" y="378739"/>
                </a:lnTo>
                <a:lnTo>
                  <a:pt x="663117" y="362902"/>
                </a:lnTo>
                <a:lnTo>
                  <a:pt x="663016" y="353187"/>
                </a:lnTo>
                <a:lnTo>
                  <a:pt x="662927" y="158496"/>
                </a:lnTo>
                <a:lnTo>
                  <a:pt x="676643" y="147828"/>
                </a:lnTo>
                <a:close/>
              </a:path>
              <a:path w="853440" h="412114">
                <a:moveTo>
                  <a:pt x="853427" y="181356"/>
                </a:moveTo>
                <a:lnTo>
                  <a:pt x="805802" y="166878"/>
                </a:lnTo>
                <a:lnTo>
                  <a:pt x="755891" y="138684"/>
                </a:lnTo>
                <a:lnTo>
                  <a:pt x="705218" y="93916"/>
                </a:lnTo>
                <a:lnTo>
                  <a:pt x="663473" y="41148"/>
                </a:lnTo>
                <a:lnTo>
                  <a:pt x="656831" y="32004"/>
                </a:lnTo>
                <a:lnTo>
                  <a:pt x="673595" y="21336"/>
                </a:lnTo>
                <a:lnTo>
                  <a:pt x="637019" y="0"/>
                </a:lnTo>
                <a:lnTo>
                  <a:pt x="625906" y="27800"/>
                </a:lnTo>
                <a:lnTo>
                  <a:pt x="610920" y="56578"/>
                </a:lnTo>
                <a:lnTo>
                  <a:pt x="569963" y="118872"/>
                </a:lnTo>
                <a:lnTo>
                  <a:pt x="543369" y="149161"/>
                </a:lnTo>
                <a:lnTo>
                  <a:pt x="513829" y="175983"/>
                </a:lnTo>
                <a:lnTo>
                  <a:pt x="481025" y="199453"/>
                </a:lnTo>
                <a:lnTo>
                  <a:pt x="444995" y="219456"/>
                </a:lnTo>
                <a:lnTo>
                  <a:pt x="446519" y="225552"/>
                </a:lnTo>
                <a:lnTo>
                  <a:pt x="482269" y="209842"/>
                </a:lnTo>
                <a:lnTo>
                  <a:pt x="542328" y="173266"/>
                </a:lnTo>
                <a:lnTo>
                  <a:pt x="589254" y="130098"/>
                </a:lnTo>
                <a:lnTo>
                  <a:pt x="631647" y="74612"/>
                </a:lnTo>
                <a:lnTo>
                  <a:pt x="652259" y="41148"/>
                </a:lnTo>
                <a:lnTo>
                  <a:pt x="670547" y="72351"/>
                </a:lnTo>
                <a:lnTo>
                  <a:pt x="707123" y="123875"/>
                </a:lnTo>
                <a:lnTo>
                  <a:pt x="744588" y="162737"/>
                </a:lnTo>
                <a:lnTo>
                  <a:pt x="788644" y="195795"/>
                </a:lnTo>
                <a:lnTo>
                  <a:pt x="813803" y="210312"/>
                </a:lnTo>
                <a:lnTo>
                  <a:pt x="820648" y="201168"/>
                </a:lnTo>
                <a:lnTo>
                  <a:pt x="829614" y="194310"/>
                </a:lnTo>
                <a:lnTo>
                  <a:pt x="840600" y="189738"/>
                </a:lnTo>
                <a:lnTo>
                  <a:pt x="853427" y="187452"/>
                </a:lnTo>
                <a:lnTo>
                  <a:pt x="853427" y="18135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" name="object 36"/>
          <p:cNvSpPr/>
          <p:nvPr/>
        </p:nvSpPr>
        <p:spPr>
          <a:xfrm>
            <a:off x="2147316" y="3546347"/>
            <a:ext cx="376555" cy="402590"/>
          </a:xfrm>
          <a:custGeom>
            <a:avLst/>
            <a:gdLst/>
            <a:ahLst/>
            <a:cxnLst/>
            <a:rect l="l" t="t" r="r" b="b"/>
            <a:pathLst>
              <a:path w="376555" h="402589">
                <a:moveTo>
                  <a:pt x="56388" y="38100"/>
                </a:moveTo>
                <a:lnTo>
                  <a:pt x="41148" y="22860"/>
                </a:lnTo>
                <a:lnTo>
                  <a:pt x="280416" y="22860"/>
                </a:lnTo>
                <a:lnTo>
                  <a:pt x="303275" y="0"/>
                </a:lnTo>
                <a:lnTo>
                  <a:pt x="335280" y="32004"/>
                </a:lnTo>
                <a:lnTo>
                  <a:pt x="88392" y="32004"/>
                </a:lnTo>
                <a:lnTo>
                  <a:pt x="81248" y="32527"/>
                </a:lnTo>
                <a:lnTo>
                  <a:pt x="73533" y="33909"/>
                </a:lnTo>
                <a:lnTo>
                  <a:pt x="65246" y="35861"/>
                </a:lnTo>
                <a:lnTo>
                  <a:pt x="56388" y="38100"/>
                </a:lnTo>
                <a:close/>
              </a:path>
              <a:path w="376555" h="402589">
                <a:moveTo>
                  <a:pt x="196596" y="65531"/>
                </a:moveTo>
                <a:lnTo>
                  <a:pt x="173736" y="65531"/>
                </a:lnTo>
                <a:lnTo>
                  <a:pt x="173736" y="32004"/>
                </a:lnTo>
                <a:lnTo>
                  <a:pt x="196596" y="32004"/>
                </a:lnTo>
                <a:lnTo>
                  <a:pt x="196596" y="65531"/>
                </a:lnTo>
                <a:close/>
              </a:path>
              <a:path w="376555" h="402589">
                <a:moveTo>
                  <a:pt x="362711" y="65531"/>
                </a:moveTo>
                <a:lnTo>
                  <a:pt x="330708" y="65531"/>
                </a:lnTo>
                <a:lnTo>
                  <a:pt x="345948" y="48768"/>
                </a:lnTo>
                <a:lnTo>
                  <a:pt x="362711" y="65531"/>
                </a:lnTo>
                <a:close/>
              </a:path>
              <a:path w="376555" h="402589">
                <a:moveTo>
                  <a:pt x="25908" y="120396"/>
                </a:moveTo>
                <a:lnTo>
                  <a:pt x="4572" y="120396"/>
                </a:lnTo>
                <a:lnTo>
                  <a:pt x="3048" y="117348"/>
                </a:lnTo>
                <a:lnTo>
                  <a:pt x="0" y="114300"/>
                </a:lnTo>
                <a:lnTo>
                  <a:pt x="0" y="109728"/>
                </a:lnTo>
                <a:lnTo>
                  <a:pt x="3048" y="105156"/>
                </a:lnTo>
                <a:lnTo>
                  <a:pt x="9144" y="99060"/>
                </a:lnTo>
                <a:lnTo>
                  <a:pt x="14835" y="91011"/>
                </a:lnTo>
                <a:lnTo>
                  <a:pt x="20383" y="80391"/>
                </a:lnTo>
                <a:lnTo>
                  <a:pt x="25646" y="66913"/>
                </a:lnTo>
                <a:lnTo>
                  <a:pt x="30480" y="50292"/>
                </a:lnTo>
                <a:lnTo>
                  <a:pt x="35052" y="50292"/>
                </a:lnTo>
                <a:lnTo>
                  <a:pt x="36576" y="65531"/>
                </a:lnTo>
                <a:lnTo>
                  <a:pt x="362711" y="65531"/>
                </a:lnTo>
                <a:lnTo>
                  <a:pt x="373380" y="76200"/>
                </a:lnTo>
                <a:lnTo>
                  <a:pt x="36576" y="76200"/>
                </a:lnTo>
                <a:lnTo>
                  <a:pt x="38052" y="84177"/>
                </a:lnTo>
                <a:lnTo>
                  <a:pt x="38100" y="92011"/>
                </a:lnTo>
                <a:lnTo>
                  <a:pt x="37004" y="99560"/>
                </a:lnTo>
                <a:lnTo>
                  <a:pt x="35052" y="106680"/>
                </a:lnTo>
                <a:lnTo>
                  <a:pt x="32004" y="115824"/>
                </a:lnTo>
                <a:lnTo>
                  <a:pt x="25908" y="120396"/>
                </a:lnTo>
                <a:close/>
              </a:path>
              <a:path w="376555" h="402589">
                <a:moveTo>
                  <a:pt x="172212" y="176784"/>
                </a:moveTo>
                <a:lnTo>
                  <a:pt x="173093" y="152495"/>
                </a:lnTo>
                <a:lnTo>
                  <a:pt x="173545" y="127635"/>
                </a:lnTo>
                <a:lnTo>
                  <a:pt x="173612" y="117348"/>
                </a:lnTo>
                <a:lnTo>
                  <a:pt x="173736" y="76200"/>
                </a:lnTo>
                <a:lnTo>
                  <a:pt x="196596" y="76200"/>
                </a:lnTo>
                <a:lnTo>
                  <a:pt x="196814" y="109728"/>
                </a:lnTo>
                <a:lnTo>
                  <a:pt x="196980" y="120396"/>
                </a:lnTo>
                <a:lnTo>
                  <a:pt x="197358" y="140017"/>
                </a:lnTo>
                <a:lnTo>
                  <a:pt x="198120" y="166116"/>
                </a:lnTo>
                <a:lnTo>
                  <a:pt x="172212" y="176784"/>
                </a:lnTo>
                <a:close/>
              </a:path>
              <a:path w="376555" h="402589">
                <a:moveTo>
                  <a:pt x="316992" y="118872"/>
                </a:moveTo>
                <a:lnTo>
                  <a:pt x="310896" y="115824"/>
                </a:lnTo>
                <a:lnTo>
                  <a:pt x="332232" y="76200"/>
                </a:lnTo>
                <a:lnTo>
                  <a:pt x="373380" y="76200"/>
                </a:lnTo>
                <a:lnTo>
                  <a:pt x="376428" y="79248"/>
                </a:lnTo>
                <a:lnTo>
                  <a:pt x="368808" y="79248"/>
                </a:lnTo>
                <a:lnTo>
                  <a:pt x="361188" y="80772"/>
                </a:lnTo>
                <a:lnTo>
                  <a:pt x="352044" y="85343"/>
                </a:lnTo>
                <a:lnTo>
                  <a:pt x="345495" y="89082"/>
                </a:lnTo>
                <a:lnTo>
                  <a:pt x="337375" y="95821"/>
                </a:lnTo>
                <a:lnTo>
                  <a:pt x="327826" y="105703"/>
                </a:lnTo>
                <a:lnTo>
                  <a:pt x="316992" y="118872"/>
                </a:lnTo>
                <a:close/>
              </a:path>
              <a:path w="376555" h="402589">
                <a:moveTo>
                  <a:pt x="141732" y="118872"/>
                </a:moveTo>
                <a:lnTo>
                  <a:pt x="62484" y="118872"/>
                </a:lnTo>
                <a:lnTo>
                  <a:pt x="62484" y="109728"/>
                </a:lnTo>
                <a:lnTo>
                  <a:pt x="141732" y="109728"/>
                </a:lnTo>
                <a:lnTo>
                  <a:pt x="141732" y="118872"/>
                </a:lnTo>
                <a:close/>
              </a:path>
              <a:path w="376555" h="402589">
                <a:moveTo>
                  <a:pt x="297180" y="118872"/>
                </a:moveTo>
                <a:lnTo>
                  <a:pt x="217932" y="118872"/>
                </a:lnTo>
                <a:lnTo>
                  <a:pt x="217932" y="109728"/>
                </a:lnTo>
                <a:lnTo>
                  <a:pt x="297180" y="109728"/>
                </a:lnTo>
                <a:lnTo>
                  <a:pt x="297180" y="118872"/>
                </a:lnTo>
                <a:close/>
              </a:path>
              <a:path w="376555" h="402589">
                <a:moveTo>
                  <a:pt x="141732" y="161544"/>
                </a:moveTo>
                <a:lnTo>
                  <a:pt x="57912" y="161544"/>
                </a:lnTo>
                <a:lnTo>
                  <a:pt x="57912" y="150876"/>
                </a:lnTo>
                <a:lnTo>
                  <a:pt x="141732" y="150876"/>
                </a:lnTo>
                <a:lnTo>
                  <a:pt x="141732" y="161544"/>
                </a:lnTo>
                <a:close/>
              </a:path>
              <a:path w="376555" h="402589">
                <a:moveTo>
                  <a:pt x="297180" y="161544"/>
                </a:moveTo>
                <a:lnTo>
                  <a:pt x="217932" y="161544"/>
                </a:lnTo>
                <a:lnTo>
                  <a:pt x="217932" y="150876"/>
                </a:lnTo>
                <a:lnTo>
                  <a:pt x="297180" y="150876"/>
                </a:lnTo>
                <a:lnTo>
                  <a:pt x="297180" y="161544"/>
                </a:lnTo>
                <a:close/>
              </a:path>
              <a:path w="376555" h="402589">
                <a:moveTo>
                  <a:pt x="18288" y="210312"/>
                </a:moveTo>
                <a:lnTo>
                  <a:pt x="1524" y="193548"/>
                </a:lnTo>
                <a:lnTo>
                  <a:pt x="309372" y="193548"/>
                </a:lnTo>
                <a:lnTo>
                  <a:pt x="332232" y="172212"/>
                </a:lnTo>
                <a:lnTo>
                  <a:pt x="364236" y="204216"/>
                </a:lnTo>
                <a:lnTo>
                  <a:pt x="50292" y="204216"/>
                </a:lnTo>
                <a:lnTo>
                  <a:pt x="43148" y="204525"/>
                </a:lnTo>
                <a:lnTo>
                  <a:pt x="35433" y="205549"/>
                </a:lnTo>
                <a:lnTo>
                  <a:pt x="27146" y="207430"/>
                </a:lnTo>
                <a:lnTo>
                  <a:pt x="18288" y="210312"/>
                </a:lnTo>
                <a:close/>
              </a:path>
              <a:path w="376555" h="402589">
                <a:moveTo>
                  <a:pt x="149352" y="248412"/>
                </a:moveTo>
                <a:lnTo>
                  <a:pt x="141732" y="248412"/>
                </a:lnTo>
                <a:lnTo>
                  <a:pt x="153924" y="204216"/>
                </a:lnTo>
                <a:lnTo>
                  <a:pt x="184404" y="204216"/>
                </a:lnTo>
                <a:lnTo>
                  <a:pt x="172712" y="217336"/>
                </a:lnTo>
                <a:lnTo>
                  <a:pt x="162877" y="229171"/>
                </a:lnTo>
                <a:lnTo>
                  <a:pt x="155043" y="239577"/>
                </a:lnTo>
                <a:lnTo>
                  <a:pt x="149352" y="248412"/>
                </a:lnTo>
                <a:close/>
              </a:path>
              <a:path w="376555" h="402589">
                <a:moveTo>
                  <a:pt x="336569" y="248412"/>
                </a:moveTo>
                <a:lnTo>
                  <a:pt x="304800" y="248412"/>
                </a:lnTo>
                <a:lnTo>
                  <a:pt x="315468" y="233172"/>
                </a:lnTo>
                <a:lnTo>
                  <a:pt x="336569" y="248412"/>
                </a:lnTo>
                <a:close/>
              </a:path>
              <a:path w="376555" h="402589">
                <a:moveTo>
                  <a:pt x="36576" y="402336"/>
                </a:moveTo>
                <a:lnTo>
                  <a:pt x="37457" y="382905"/>
                </a:lnTo>
                <a:lnTo>
                  <a:pt x="37909" y="361188"/>
                </a:lnTo>
                <a:lnTo>
                  <a:pt x="38076" y="337185"/>
                </a:lnTo>
                <a:lnTo>
                  <a:pt x="38076" y="285702"/>
                </a:lnTo>
                <a:lnTo>
                  <a:pt x="37909" y="264795"/>
                </a:lnTo>
                <a:lnTo>
                  <a:pt x="37457" y="247888"/>
                </a:lnTo>
                <a:lnTo>
                  <a:pt x="36576" y="234696"/>
                </a:lnTo>
                <a:lnTo>
                  <a:pt x="62484" y="248412"/>
                </a:lnTo>
                <a:lnTo>
                  <a:pt x="336569" y="248412"/>
                </a:lnTo>
                <a:lnTo>
                  <a:pt x="342900" y="252984"/>
                </a:lnTo>
                <a:lnTo>
                  <a:pt x="336042" y="259080"/>
                </a:lnTo>
                <a:lnTo>
                  <a:pt x="62484" y="259080"/>
                </a:lnTo>
                <a:lnTo>
                  <a:pt x="62484" y="390144"/>
                </a:lnTo>
                <a:lnTo>
                  <a:pt x="36576" y="402336"/>
                </a:lnTo>
                <a:close/>
              </a:path>
              <a:path w="376555" h="402589">
                <a:moveTo>
                  <a:pt x="131064" y="385572"/>
                </a:moveTo>
                <a:lnTo>
                  <a:pt x="131064" y="259080"/>
                </a:lnTo>
                <a:lnTo>
                  <a:pt x="153924" y="259080"/>
                </a:lnTo>
                <a:lnTo>
                  <a:pt x="153924" y="373380"/>
                </a:lnTo>
                <a:lnTo>
                  <a:pt x="131064" y="385572"/>
                </a:lnTo>
                <a:close/>
              </a:path>
              <a:path w="376555" h="402589">
                <a:moveTo>
                  <a:pt x="214884" y="382524"/>
                </a:moveTo>
                <a:lnTo>
                  <a:pt x="214884" y="259080"/>
                </a:lnTo>
                <a:lnTo>
                  <a:pt x="236220" y="259080"/>
                </a:lnTo>
                <a:lnTo>
                  <a:pt x="236220" y="370332"/>
                </a:lnTo>
                <a:lnTo>
                  <a:pt x="214884" y="382524"/>
                </a:lnTo>
                <a:close/>
              </a:path>
              <a:path w="376555" h="402589">
                <a:moveTo>
                  <a:pt x="329184" y="365760"/>
                </a:moveTo>
                <a:lnTo>
                  <a:pt x="301751" y="365760"/>
                </a:lnTo>
                <a:lnTo>
                  <a:pt x="306324" y="362712"/>
                </a:lnTo>
                <a:lnTo>
                  <a:pt x="306324" y="259080"/>
                </a:lnTo>
                <a:lnTo>
                  <a:pt x="336042" y="259080"/>
                </a:lnTo>
                <a:lnTo>
                  <a:pt x="329184" y="265176"/>
                </a:lnTo>
                <a:lnTo>
                  <a:pt x="329184" y="365760"/>
                </a:lnTo>
                <a:close/>
              </a:path>
              <a:path w="376555" h="402589">
                <a:moveTo>
                  <a:pt x="297180" y="400812"/>
                </a:moveTo>
                <a:lnTo>
                  <a:pt x="293774" y="390501"/>
                </a:lnTo>
                <a:lnTo>
                  <a:pt x="285940" y="382333"/>
                </a:lnTo>
                <a:lnTo>
                  <a:pt x="273819" y="376166"/>
                </a:lnTo>
                <a:lnTo>
                  <a:pt x="257556" y="371856"/>
                </a:lnTo>
                <a:lnTo>
                  <a:pt x="257556" y="364236"/>
                </a:lnTo>
                <a:lnTo>
                  <a:pt x="268390" y="365117"/>
                </a:lnTo>
                <a:lnTo>
                  <a:pt x="277939" y="365569"/>
                </a:lnTo>
                <a:lnTo>
                  <a:pt x="286059" y="365736"/>
                </a:lnTo>
                <a:lnTo>
                  <a:pt x="329184" y="365760"/>
                </a:lnTo>
                <a:lnTo>
                  <a:pt x="327183" y="378094"/>
                </a:lnTo>
                <a:lnTo>
                  <a:pt x="321183" y="387858"/>
                </a:lnTo>
                <a:lnTo>
                  <a:pt x="311181" y="395335"/>
                </a:lnTo>
                <a:lnTo>
                  <a:pt x="297180" y="40081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" name="object 37"/>
          <p:cNvSpPr/>
          <p:nvPr/>
        </p:nvSpPr>
        <p:spPr>
          <a:xfrm>
            <a:off x="2572512" y="3541776"/>
            <a:ext cx="402590" cy="405765"/>
          </a:xfrm>
          <a:custGeom>
            <a:avLst/>
            <a:gdLst/>
            <a:ahLst/>
            <a:cxnLst/>
            <a:rect l="l" t="t" r="r" b="b"/>
            <a:pathLst>
              <a:path w="402589" h="405764">
                <a:moveTo>
                  <a:pt x="207263" y="102108"/>
                </a:moveTo>
                <a:lnTo>
                  <a:pt x="181355" y="102108"/>
                </a:lnTo>
                <a:lnTo>
                  <a:pt x="181255" y="54387"/>
                </a:lnTo>
                <a:lnTo>
                  <a:pt x="181165" y="39052"/>
                </a:lnTo>
                <a:lnTo>
                  <a:pt x="180713" y="16597"/>
                </a:lnTo>
                <a:lnTo>
                  <a:pt x="179831" y="0"/>
                </a:lnTo>
                <a:lnTo>
                  <a:pt x="222503" y="22860"/>
                </a:lnTo>
                <a:lnTo>
                  <a:pt x="207263" y="36576"/>
                </a:lnTo>
                <a:lnTo>
                  <a:pt x="207263" y="102108"/>
                </a:lnTo>
                <a:close/>
              </a:path>
              <a:path w="402589" h="405764">
                <a:moveTo>
                  <a:pt x="313943" y="89916"/>
                </a:moveTo>
                <a:lnTo>
                  <a:pt x="309371" y="89916"/>
                </a:lnTo>
                <a:lnTo>
                  <a:pt x="304799" y="85344"/>
                </a:lnTo>
                <a:lnTo>
                  <a:pt x="300227" y="74676"/>
                </a:lnTo>
                <a:lnTo>
                  <a:pt x="291941" y="63317"/>
                </a:lnTo>
                <a:lnTo>
                  <a:pt x="280796" y="50101"/>
                </a:lnTo>
                <a:lnTo>
                  <a:pt x="266795" y="35456"/>
                </a:lnTo>
                <a:lnTo>
                  <a:pt x="249935" y="19812"/>
                </a:lnTo>
                <a:lnTo>
                  <a:pt x="252983" y="15240"/>
                </a:lnTo>
                <a:lnTo>
                  <a:pt x="298418" y="33242"/>
                </a:lnTo>
                <a:lnTo>
                  <a:pt x="324612" y="60960"/>
                </a:lnTo>
                <a:lnTo>
                  <a:pt x="324612" y="64008"/>
                </a:lnTo>
                <a:lnTo>
                  <a:pt x="320040" y="77724"/>
                </a:lnTo>
                <a:lnTo>
                  <a:pt x="316991" y="85344"/>
                </a:lnTo>
                <a:lnTo>
                  <a:pt x="313943" y="89916"/>
                </a:lnTo>
                <a:close/>
              </a:path>
              <a:path w="402589" h="405764">
                <a:moveTo>
                  <a:pt x="25907" y="117348"/>
                </a:moveTo>
                <a:lnTo>
                  <a:pt x="9143" y="102108"/>
                </a:lnTo>
                <a:lnTo>
                  <a:pt x="329184" y="102108"/>
                </a:lnTo>
                <a:lnTo>
                  <a:pt x="353568" y="74676"/>
                </a:lnTo>
                <a:lnTo>
                  <a:pt x="388620" y="111252"/>
                </a:lnTo>
                <a:lnTo>
                  <a:pt x="67055" y="111252"/>
                </a:lnTo>
                <a:lnTo>
                  <a:pt x="55911" y="111775"/>
                </a:lnTo>
                <a:lnTo>
                  <a:pt x="45338" y="113157"/>
                </a:lnTo>
                <a:lnTo>
                  <a:pt x="35337" y="115109"/>
                </a:lnTo>
                <a:lnTo>
                  <a:pt x="25907" y="117348"/>
                </a:lnTo>
                <a:close/>
              </a:path>
              <a:path w="402589" h="405764">
                <a:moveTo>
                  <a:pt x="27431" y="356616"/>
                </a:moveTo>
                <a:lnTo>
                  <a:pt x="0" y="321564"/>
                </a:lnTo>
                <a:lnTo>
                  <a:pt x="10858" y="319016"/>
                </a:lnTo>
                <a:lnTo>
                  <a:pt x="25145" y="313753"/>
                </a:lnTo>
                <a:lnTo>
                  <a:pt x="42862" y="305919"/>
                </a:lnTo>
                <a:lnTo>
                  <a:pt x="64007" y="295656"/>
                </a:lnTo>
                <a:lnTo>
                  <a:pt x="115823" y="269176"/>
                </a:lnTo>
                <a:lnTo>
                  <a:pt x="181355" y="234696"/>
                </a:lnTo>
                <a:lnTo>
                  <a:pt x="181355" y="111252"/>
                </a:lnTo>
                <a:lnTo>
                  <a:pt x="210311" y="111252"/>
                </a:lnTo>
                <a:lnTo>
                  <a:pt x="216968" y="132588"/>
                </a:lnTo>
                <a:lnTo>
                  <a:pt x="207263" y="132588"/>
                </a:lnTo>
                <a:lnTo>
                  <a:pt x="207263" y="245364"/>
                </a:lnTo>
                <a:lnTo>
                  <a:pt x="181355" y="245364"/>
                </a:lnTo>
                <a:lnTo>
                  <a:pt x="96059" y="300870"/>
                </a:lnTo>
                <a:lnTo>
                  <a:pt x="57221" y="327469"/>
                </a:lnTo>
                <a:lnTo>
                  <a:pt x="43624" y="338328"/>
                </a:lnTo>
                <a:lnTo>
                  <a:pt x="33742" y="348043"/>
                </a:lnTo>
                <a:lnTo>
                  <a:pt x="27431" y="356616"/>
                </a:lnTo>
                <a:close/>
              </a:path>
              <a:path w="402589" h="405764">
                <a:moveTo>
                  <a:pt x="362712" y="368808"/>
                </a:moveTo>
                <a:lnTo>
                  <a:pt x="324104" y="343796"/>
                </a:lnTo>
                <a:lnTo>
                  <a:pt x="290575" y="312984"/>
                </a:lnTo>
                <a:lnTo>
                  <a:pt x="262127" y="276415"/>
                </a:lnTo>
                <a:lnTo>
                  <a:pt x="238759" y="234131"/>
                </a:lnTo>
                <a:lnTo>
                  <a:pt x="220471" y="186174"/>
                </a:lnTo>
                <a:lnTo>
                  <a:pt x="207263" y="132588"/>
                </a:lnTo>
                <a:lnTo>
                  <a:pt x="216968" y="132588"/>
                </a:lnTo>
                <a:lnTo>
                  <a:pt x="221099" y="145827"/>
                </a:lnTo>
                <a:lnTo>
                  <a:pt x="232600" y="176403"/>
                </a:lnTo>
                <a:lnTo>
                  <a:pt x="244387" y="202977"/>
                </a:lnTo>
                <a:lnTo>
                  <a:pt x="256031" y="225552"/>
                </a:lnTo>
                <a:lnTo>
                  <a:pt x="273930" y="225552"/>
                </a:lnTo>
                <a:lnTo>
                  <a:pt x="260603" y="233171"/>
                </a:lnTo>
                <a:lnTo>
                  <a:pt x="291107" y="271462"/>
                </a:lnTo>
                <a:lnTo>
                  <a:pt x="325183" y="301752"/>
                </a:lnTo>
                <a:lnTo>
                  <a:pt x="362402" y="324040"/>
                </a:lnTo>
                <a:lnTo>
                  <a:pt x="402336" y="338327"/>
                </a:lnTo>
                <a:lnTo>
                  <a:pt x="402336" y="344424"/>
                </a:lnTo>
                <a:lnTo>
                  <a:pt x="388643" y="347591"/>
                </a:lnTo>
                <a:lnTo>
                  <a:pt x="377380" y="352615"/>
                </a:lnTo>
                <a:lnTo>
                  <a:pt x="368688" y="359640"/>
                </a:lnTo>
                <a:lnTo>
                  <a:pt x="362712" y="368808"/>
                </a:lnTo>
                <a:close/>
              </a:path>
              <a:path w="402589" h="405764">
                <a:moveTo>
                  <a:pt x="114299" y="231647"/>
                </a:moveTo>
                <a:lnTo>
                  <a:pt x="108203" y="231647"/>
                </a:lnTo>
                <a:lnTo>
                  <a:pt x="105155" y="225552"/>
                </a:lnTo>
                <a:lnTo>
                  <a:pt x="100583" y="213359"/>
                </a:lnTo>
                <a:lnTo>
                  <a:pt x="92273" y="198191"/>
                </a:lnTo>
                <a:lnTo>
                  <a:pt x="80962" y="182308"/>
                </a:lnTo>
                <a:lnTo>
                  <a:pt x="66508" y="165568"/>
                </a:lnTo>
                <a:lnTo>
                  <a:pt x="48767" y="147828"/>
                </a:lnTo>
                <a:lnTo>
                  <a:pt x="51815" y="143256"/>
                </a:lnTo>
                <a:lnTo>
                  <a:pt x="92963" y="160401"/>
                </a:lnTo>
                <a:lnTo>
                  <a:pt x="126110" y="188214"/>
                </a:lnTo>
                <a:lnTo>
                  <a:pt x="129539" y="201168"/>
                </a:lnTo>
                <a:lnTo>
                  <a:pt x="129539" y="205740"/>
                </a:lnTo>
                <a:lnTo>
                  <a:pt x="128015" y="211836"/>
                </a:lnTo>
                <a:lnTo>
                  <a:pt x="118871" y="227076"/>
                </a:lnTo>
                <a:lnTo>
                  <a:pt x="114299" y="231647"/>
                </a:lnTo>
                <a:close/>
              </a:path>
              <a:path w="402589" h="405764">
                <a:moveTo>
                  <a:pt x="273930" y="225552"/>
                </a:moveTo>
                <a:lnTo>
                  <a:pt x="256031" y="225552"/>
                </a:lnTo>
                <a:lnTo>
                  <a:pt x="279749" y="205239"/>
                </a:lnTo>
                <a:lnTo>
                  <a:pt x="300608" y="185356"/>
                </a:lnTo>
                <a:lnTo>
                  <a:pt x="318611" y="165758"/>
                </a:lnTo>
                <a:lnTo>
                  <a:pt x="333756" y="146304"/>
                </a:lnTo>
                <a:lnTo>
                  <a:pt x="362712" y="179832"/>
                </a:lnTo>
                <a:lnTo>
                  <a:pt x="323088" y="195071"/>
                </a:lnTo>
                <a:lnTo>
                  <a:pt x="311396" y="202739"/>
                </a:lnTo>
                <a:lnTo>
                  <a:pt x="296989" y="211836"/>
                </a:lnTo>
                <a:lnTo>
                  <a:pt x="280011" y="222075"/>
                </a:lnTo>
                <a:lnTo>
                  <a:pt x="273930" y="225552"/>
                </a:lnTo>
                <a:close/>
              </a:path>
              <a:path w="402589" h="405764">
                <a:moveTo>
                  <a:pt x="206279" y="362712"/>
                </a:moveTo>
                <a:lnTo>
                  <a:pt x="175259" y="362712"/>
                </a:lnTo>
                <a:lnTo>
                  <a:pt x="181355" y="356616"/>
                </a:lnTo>
                <a:lnTo>
                  <a:pt x="181355" y="245364"/>
                </a:lnTo>
                <a:lnTo>
                  <a:pt x="207263" y="245364"/>
                </a:lnTo>
                <a:lnTo>
                  <a:pt x="207211" y="352615"/>
                </a:lnTo>
                <a:lnTo>
                  <a:pt x="206279" y="362712"/>
                </a:lnTo>
                <a:close/>
              </a:path>
              <a:path w="402589" h="405764">
                <a:moveTo>
                  <a:pt x="164591" y="405384"/>
                </a:moveTo>
                <a:lnTo>
                  <a:pt x="160567" y="394263"/>
                </a:lnTo>
                <a:lnTo>
                  <a:pt x="150685" y="383857"/>
                </a:lnTo>
                <a:lnTo>
                  <a:pt x="134802" y="374308"/>
                </a:lnTo>
                <a:lnTo>
                  <a:pt x="112775" y="365760"/>
                </a:lnTo>
                <a:lnTo>
                  <a:pt x="112775" y="358140"/>
                </a:lnTo>
                <a:lnTo>
                  <a:pt x="129873" y="360140"/>
                </a:lnTo>
                <a:lnTo>
                  <a:pt x="144398" y="361569"/>
                </a:lnTo>
                <a:lnTo>
                  <a:pt x="156067" y="362426"/>
                </a:lnTo>
                <a:lnTo>
                  <a:pt x="164591" y="362712"/>
                </a:lnTo>
                <a:lnTo>
                  <a:pt x="206279" y="362712"/>
                </a:lnTo>
                <a:lnTo>
                  <a:pt x="205525" y="370879"/>
                </a:lnTo>
                <a:lnTo>
                  <a:pt x="197929" y="386143"/>
                </a:lnTo>
                <a:lnTo>
                  <a:pt x="184332" y="397692"/>
                </a:lnTo>
                <a:lnTo>
                  <a:pt x="164591" y="40538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" name="object 38"/>
          <p:cNvSpPr/>
          <p:nvPr/>
        </p:nvSpPr>
        <p:spPr>
          <a:xfrm>
            <a:off x="3023603" y="3579876"/>
            <a:ext cx="47625" cy="326390"/>
          </a:xfrm>
          <a:custGeom>
            <a:avLst/>
            <a:gdLst/>
            <a:ahLst/>
            <a:cxnLst/>
            <a:rect l="l" t="t" r="r" b="b"/>
            <a:pathLst>
              <a:path w="47625" h="326389">
                <a:moveTo>
                  <a:pt x="44196" y="83820"/>
                </a:moveTo>
                <a:lnTo>
                  <a:pt x="3048" y="83820"/>
                </a:lnTo>
                <a:lnTo>
                  <a:pt x="3048" y="326136"/>
                </a:lnTo>
                <a:lnTo>
                  <a:pt x="44196" y="326136"/>
                </a:lnTo>
                <a:lnTo>
                  <a:pt x="44196" y="83820"/>
                </a:lnTo>
                <a:close/>
              </a:path>
              <a:path w="47625" h="326389">
                <a:moveTo>
                  <a:pt x="47244" y="0"/>
                </a:moveTo>
                <a:lnTo>
                  <a:pt x="0" y="0"/>
                </a:lnTo>
                <a:lnTo>
                  <a:pt x="0" y="42672"/>
                </a:lnTo>
                <a:lnTo>
                  <a:pt x="47244" y="42672"/>
                </a:lnTo>
                <a:lnTo>
                  <a:pt x="47244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" name="object 39"/>
          <p:cNvSpPr/>
          <p:nvPr/>
        </p:nvSpPr>
        <p:spPr>
          <a:xfrm>
            <a:off x="3119627" y="3546347"/>
            <a:ext cx="403860" cy="402590"/>
          </a:xfrm>
          <a:custGeom>
            <a:avLst/>
            <a:gdLst/>
            <a:ahLst/>
            <a:cxnLst/>
            <a:rect l="l" t="t" r="r" b="b"/>
            <a:pathLst>
              <a:path w="403860" h="402589">
                <a:moveTo>
                  <a:pt x="103632" y="402336"/>
                </a:moveTo>
                <a:lnTo>
                  <a:pt x="99060" y="397764"/>
                </a:lnTo>
                <a:lnTo>
                  <a:pt x="114800" y="386024"/>
                </a:lnTo>
                <a:lnTo>
                  <a:pt x="130111" y="373570"/>
                </a:lnTo>
                <a:lnTo>
                  <a:pt x="160020" y="345948"/>
                </a:lnTo>
                <a:lnTo>
                  <a:pt x="184213" y="314896"/>
                </a:lnTo>
                <a:lnTo>
                  <a:pt x="202692" y="280416"/>
                </a:lnTo>
                <a:lnTo>
                  <a:pt x="222194" y="227052"/>
                </a:lnTo>
                <a:lnTo>
                  <a:pt x="231362" y="188499"/>
                </a:lnTo>
                <a:lnTo>
                  <a:pt x="238220" y="142779"/>
                </a:lnTo>
                <a:lnTo>
                  <a:pt x="241887" y="90439"/>
                </a:lnTo>
                <a:lnTo>
                  <a:pt x="242934" y="32004"/>
                </a:lnTo>
                <a:lnTo>
                  <a:pt x="242316" y="0"/>
                </a:lnTo>
                <a:lnTo>
                  <a:pt x="288035" y="19812"/>
                </a:lnTo>
                <a:lnTo>
                  <a:pt x="272796" y="35052"/>
                </a:lnTo>
                <a:lnTo>
                  <a:pt x="271653" y="67032"/>
                </a:lnTo>
                <a:lnTo>
                  <a:pt x="272796" y="98869"/>
                </a:lnTo>
                <a:lnTo>
                  <a:pt x="274969" y="118872"/>
                </a:lnTo>
                <a:lnTo>
                  <a:pt x="265176" y="118872"/>
                </a:lnTo>
                <a:lnTo>
                  <a:pt x="261747" y="162948"/>
                </a:lnTo>
                <a:lnTo>
                  <a:pt x="256032" y="201739"/>
                </a:lnTo>
                <a:lnTo>
                  <a:pt x="237744" y="265176"/>
                </a:lnTo>
                <a:lnTo>
                  <a:pt x="211455" y="312991"/>
                </a:lnTo>
                <a:lnTo>
                  <a:pt x="178308" y="350520"/>
                </a:lnTo>
                <a:lnTo>
                  <a:pt x="140398" y="379857"/>
                </a:lnTo>
                <a:lnTo>
                  <a:pt x="121943" y="392096"/>
                </a:lnTo>
                <a:lnTo>
                  <a:pt x="103632" y="402336"/>
                </a:lnTo>
                <a:close/>
              </a:path>
              <a:path w="403860" h="402589">
                <a:moveTo>
                  <a:pt x="4572" y="384048"/>
                </a:moveTo>
                <a:lnTo>
                  <a:pt x="0" y="377952"/>
                </a:lnTo>
                <a:lnTo>
                  <a:pt x="17406" y="355092"/>
                </a:lnTo>
                <a:lnTo>
                  <a:pt x="32956" y="332232"/>
                </a:lnTo>
                <a:lnTo>
                  <a:pt x="57912" y="286511"/>
                </a:lnTo>
                <a:lnTo>
                  <a:pt x="76200" y="236029"/>
                </a:lnTo>
                <a:lnTo>
                  <a:pt x="89916" y="175260"/>
                </a:lnTo>
                <a:lnTo>
                  <a:pt x="98869" y="99822"/>
                </a:lnTo>
                <a:lnTo>
                  <a:pt x="101274" y="53530"/>
                </a:lnTo>
                <a:lnTo>
                  <a:pt x="102108" y="1524"/>
                </a:lnTo>
                <a:lnTo>
                  <a:pt x="144780" y="19812"/>
                </a:lnTo>
                <a:lnTo>
                  <a:pt x="129540" y="32004"/>
                </a:lnTo>
                <a:lnTo>
                  <a:pt x="126111" y="82272"/>
                </a:lnTo>
                <a:lnTo>
                  <a:pt x="122682" y="123253"/>
                </a:lnTo>
                <a:lnTo>
                  <a:pt x="119253" y="154805"/>
                </a:lnTo>
                <a:lnTo>
                  <a:pt x="115824" y="176784"/>
                </a:lnTo>
                <a:lnTo>
                  <a:pt x="129125" y="187452"/>
                </a:lnTo>
                <a:lnTo>
                  <a:pt x="114300" y="187452"/>
                </a:lnTo>
                <a:lnTo>
                  <a:pt x="104322" y="225171"/>
                </a:lnTo>
                <a:lnTo>
                  <a:pt x="92773" y="258318"/>
                </a:lnTo>
                <a:lnTo>
                  <a:pt x="65532" y="310896"/>
                </a:lnTo>
                <a:lnTo>
                  <a:pt x="35539" y="350996"/>
                </a:lnTo>
                <a:lnTo>
                  <a:pt x="20312" y="368331"/>
                </a:lnTo>
                <a:lnTo>
                  <a:pt x="4572" y="384048"/>
                </a:lnTo>
                <a:close/>
              </a:path>
              <a:path w="403860" h="402589">
                <a:moveTo>
                  <a:pt x="367284" y="387096"/>
                </a:moveTo>
                <a:lnTo>
                  <a:pt x="339852" y="353758"/>
                </a:lnTo>
                <a:lnTo>
                  <a:pt x="316992" y="316992"/>
                </a:lnTo>
                <a:lnTo>
                  <a:pt x="299847" y="276987"/>
                </a:lnTo>
                <a:lnTo>
                  <a:pt x="284988" y="234696"/>
                </a:lnTo>
                <a:lnTo>
                  <a:pt x="273939" y="184213"/>
                </a:lnTo>
                <a:lnTo>
                  <a:pt x="265176" y="118872"/>
                </a:lnTo>
                <a:lnTo>
                  <a:pt x="274969" y="118872"/>
                </a:lnTo>
                <a:lnTo>
                  <a:pt x="276225" y="130421"/>
                </a:lnTo>
                <a:lnTo>
                  <a:pt x="281940" y="161544"/>
                </a:lnTo>
                <a:lnTo>
                  <a:pt x="300228" y="224409"/>
                </a:lnTo>
                <a:lnTo>
                  <a:pt x="327660" y="284987"/>
                </a:lnTo>
                <a:lnTo>
                  <a:pt x="362902" y="334137"/>
                </a:lnTo>
                <a:lnTo>
                  <a:pt x="403860" y="362712"/>
                </a:lnTo>
                <a:lnTo>
                  <a:pt x="403860" y="370332"/>
                </a:lnTo>
                <a:lnTo>
                  <a:pt x="389572" y="372308"/>
                </a:lnTo>
                <a:lnTo>
                  <a:pt x="378714" y="375856"/>
                </a:lnTo>
                <a:lnTo>
                  <a:pt x="371284" y="380833"/>
                </a:lnTo>
                <a:lnTo>
                  <a:pt x="367284" y="387096"/>
                </a:lnTo>
                <a:close/>
              </a:path>
              <a:path w="403860" h="402589">
                <a:moveTo>
                  <a:pt x="175260" y="289560"/>
                </a:moveTo>
                <a:lnTo>
                  <a:pt x="173736" y="289560"/>
                </a:lnTo>
                <a:lnTo>
                  <a:pt x="170045" y="287869"/>
                </a:lnTo>
                <a:lnTo>
                  <a:pt x="165925" y="282892"/>
                </a:lnTo>
                <a:lnTo>
                  <a:pt x="161520" y="274772"/>
                </a:lnTo>
                <a:lnTo>
                  <a:pt x="156972" y="263652"/>
                </a:lnTo>
                <a:lnTo>
                  <a:pt x="150733" y="246816"/>
                </a:lnTo>
                <a:lnTo>
                  <a:pt x="141351" y="228409"/>
                </a:lnTo>
                <a:lnTo>
                  <a:pt x="129111" y="208573"/>
                </a:lnTo>
                <a:lnTo>
                  <a:pt x="114300" y="187452"/>
                </a:lnTo>
                <a:lnTo>
                  <a:pt x="129125" y="187452"/>
                </a:lnTo>
                <a:lnTo>
                  <a:pt x="162758" y="217074"/>
                </a:lnTo>
                <a:lnTo>
                  <a:pt x="187856" y="253865"/>
                </a:lnTo>
                <a:lnTo>
                  <a:pt x="188976" y="262128"/>
                </a:lnTo>
                <a:lnTo>
                  <a:pt x="188976" y="272796"/>
                </a:lnTo>
                <a:lnTo>
                  <a:pt x="187452" y="278892"/>
                </a:lnTo>
                <a:lnTo>
                  <a:pt x="181356" y="283464"/>
                </a:lnTo>
                <a:lnTo>
                  <a:pt x="175260" y="28956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" name="object 40"/>
          <p:cNvSpPr/>
          <p:nvPr/>
        </p:nvSpPr>
        <p:spPr>
          <a:xfrm>
            <a:off x="3579876" y="3541776"/>
            <a:ext cx="381000" cy="403860"/>
          </a:xfrm>
          <a:custGeom>
            <a:avLst/>
            <a:gdLst/>
            <a:ahLst/>
            <a:cxnLst/>
            <a:rect l="l" t="t" r="r" b="b"/>
            <a:pathLst>
              <a:path w="381000" h="403860">
                <a:moveTo>
                  <a:pt x="298703" y="114300"/>
                </a:moveTo>
                <a:lnTo>
                  <a:pt x="274319" y="114300"/>
                </a:lnTo>
                <a:lnTo>
                  <a:pt x="274258" y="74676"/>
                </a:lnTo>
                <a:lnTo>
                  <a:pt x="274131" y="51816"/>
                </a:lnTo>
                <a:lnTo>
                  <a:pt x="273677" y="24288"/>
                </a:lnTo>
                <a:lnTo>
                  <a:pt x="272795" y="0"/>
                </a:lnTo>
                <a:lnTo>
                  <a:pt x="315467" y="22860"/>
                </a:lnTo>
                <a:lnTo>
                  <a:pt x="298703" y="35052"/>
                </a:lnTo>
                <a:lnTo>
                  <a:pt x="298703" y="114300"/>
                </a:lnTo>
                <a:close/>
              </a:path>
              <a:path w="381000" h="403860">
                <a:moveTo>
                  <a:pt x="130149" y="65532"/>
                </a:moveTo>
                <a:lnTo>
                  <a:pt x="92963" y="65532"/>
                </a:lnTo>
                <a:lnTo>
                  <a:pt x="108203" y="47244"/>
                </a:lnTo>
                <a:lnTo>
                  <a:pt x="130149" y="65532"/>
                </a:lnTo>
                <a:close/>
              </a:path>
              <a:path w="381000" h="403860">
                <a:moveTo>
                  <a:pt x="0" y="362712"/>
                </a:moveTo>
                <a:lnTo>
                  <a:pt x="881" y="330946"/>
                </a:lnTo>
                <a:lnTo>
                  <a:pt x="1320" y="293751"/>
                </a:lnTo>
                <a:lnTo>
                  <a:pt x="1437" y="129540"/>
                </a:lnTo>
                <a:lnTo>
                  <a:pt x="1333" y="104013"/>
                </a:lnTo>
                <a:lnTo>
                  <a:pt x="881" y="72913"/>
                </a:lnTo>
                <a:lnTo>
                  <a:pt x="0" y="51816"/>
                </a:lnTo>
                <a:lnTo>
                  <a:pt x="27431" y="65532"/>
                </a:lnTo>
                <a:lnTo>
                  <a:pt x="130149" y="65532"/>
                </a:lnTo>
                <a:lnTo>
                  <a:pt x="135635" y="70104"/>
                </a:lnTo>
                <a:lnTo>
                  <a:pt x="130492" y="74676"/>
                </a:lnTo>
                <a:lnTo>
                  <a:pt x="25907" y="74676"/>
                </a:lnTo>
                <a:lnTo>
                  <a:pt x="25907" y="179832"/>
                </a:lnTo>
                <a:lnTo>
                  <a:pt x="121919" y="179832"/>
                </a:lnTo>
                <a:lnTo>
                  <a:pt x="121919" y="190500"/>
                </a:lnTo>
                <a:lnTo>
                  <a:pt x="25907" y="190500"/>
                </a:lnTo>
                <a:lnTo>
                  <a:pt x="25907" y="301752"/>
                </a:lnTo>
                <a:lnTo>
                  <a:pt x="122267" y="301752"/>
                </a:lnTo>
                <a:lnTo>
                  <a:pt x="122476" y="312419"/>
                </a:lnTo>
                <a:lnTo>
                  <a:pt x="25907" y="312419"/>
                </a:lnTo>
                <a:lnTo>
                  <a:pt x="25907" y="348996"/>
                </a:lnTo>
                <a:lnTo>
                  <a:pt x="0" y="362712"/>
                </a:lnTo>
                <a:close/>
              </a:path>
              <a:path w="381000" h="403860">
                <a:moveTo>
                  <a:pt x="121919" y="179832"/>
                </a:moveTo>
                <a:lnTo>
                  <a:pt x="97536" y="179832"/>
                </a:lnTo>
                <a:lnTo>
                  <a:pt x="97536" y="74676"/>
                </a:lnTo>
                <a:lnTo>
                  <a:pt x="130492" y="74676"/>
                </a:lnTo>
                <a:lnTo>
                  <a:pt x="121919" y="82296"/>
                </a:lnTo>
                <a:lnTo>
                  <a:pt x="121919" y="179832"/>
                </a:lnTo>
                <a:close/>
              </a:path>
              <a:path w="381000" h="403860">
                <a:moveTo>
                  <a:pt x="141731" y="129540"/>
                </a:moveTo>
                <a:lnTo>
                  <a:pt x="126491" y="114300"/>
                </a:lnTo>
                <a:lnTo>
                  <a:pt x="324612" y="114300"/>
                </a:lnTo>
                <a:lnTo>
                  <a:pt x="347472" y="91440"/>
                </a:lnTo>
                <a:lnTo>
                  <a:pt x="381000" y="123444"/>
                </a:lnTo>
                <a:lnTo>
                  <a:pt x="184403" y="123444"/>
                </a:lnTo>
                <a:lnTo>
                  <a:pt x="173235" y="123967"/>
                </a:lnTo>
                <a:lnTo>
                  <a:pt x="162496" y="125349"/>
                </a:lnTo>
                <a:lnTo>
                  <a:pt x="152042" y="127301"/>
                </a:lnTo>
                <a:lnTo>
                  <a:pt x="141731" y="129540"/>
                </a:lnTo>
                <a:close/>
              </a:path>
              <a:path w="381000" h="403860">
                <a:moveTo>
                  <a:pt x="297809" y="362712"/>
                </a:moveTo>
                <a:lnTo>
                  <a:pt x="262127" y="362712"/>
                </a:lnTo>
                <a:lnTo>
                  <a:pt x="269747" y="361188"/>
                </a:lnTo>
                <a:lnTo>
                  <a:pt x="274319" y="353568"/>
                </a:lnTo>
                <a:lnTo>
                  <a:pt x="274319" y="123444"/>
                </a:lnTo>
                <a:lnTo>
                  <a:pt x="298703" y="123444"/>
                </a:lnTo>
                <a:lnTo>
                  <a:pt x="298703" y="356616"/>
                </a:lnTo>
                <a:lnTo>
                  <a:pt x="297809" y="362712"/>
                </a:lnTo>
                <a:close/>
              </a:path>
              <a:path w="381000" h="403860">
                <a:moveTo>
                  <a:pt x="205739" y="262128"/>
                </a:moveTo>
                <a:lnTo>
                  <a:pt x="199643" y="262128"/>
                </a:lnTo>
                <a:lnTo>
                  <a:pt x="196595" y="254508"/>
                </a:lnTo>
                <a:lnTo>
                  <a:pt x="192023" y="240792"/>
                </a:lnTo>
                <a:lnTo>
                  <a:pt x="187190" y="224504"/>
                </a:lnTo>
                <a:lnTo>
                  <a:pt x="179641" y="207645"/>
                </a:lnTo>
                <a:lnTo>
                  <a:pt x="169521" y="190214"/>
                </a:lnTo>
                <a:lnTo>
                  <a:pt x="156971" y="172212"/>
                </a:lnTo>
                <a:lnTo>
                  <a:pt x="161543" y="167640"/>
                </a:lnTo>
                <a:lnTo>
                  <a:pt x="197357" y="194119"/>
                </a:lnTo>
                <a:lnTo>
                  <a:pt x="222503" y="225552"/>
                </a:lnTo>
                <a:lnTo>
                  <a:pt x="222503" y="236220"/>
                </a:lnTo>
                <a:lnTo>
                  <a:pt x="219455" y="242316"/>
                </a:lnTo>
                <a:lnTo>
                  <a:pt x="214883" y="249936"/>
                </a:lnTo>
                <a:lnTo>
                  <a:pt x="208787" y="257556"/>
                </a:lnTo>
                <a:lnTo>
                  <a:pt x="205739" y="262128"/>
                </a:lnTo>
                <a:close/>
              </a:path>
              <a:path w="381000" h="403860">
                <a:moveTo>
                  <a:pt x="122267" y="301752"/>
                </a:moveTo>
                <a:lnTo>
                  <a:pt x="97536" y="301752"/>
                </a:lnTo>
                <a:lnTo>
                  <a:pt x="97536" y="190500"/>
                </a:lnTo>
                <a:lnTo>
                  <a:pt x="121919" y="190500"/>
                </a:lnTo>
                <a:lnTo>
                  <a:pt x="121943" y="263223"/>
                </a:lnTo>
                <a:lnTo>
                  <a:pt x="122110" y="293751"/>
                </a:lnTo>
                <a:lnTo>
                  <a:pt x="122267" y="301752"/>
                </a:lnTo>
                <a:close/>
              </a:path>
              <a:path w="381000" h="403860">
                <a:moveTo>
                  <a:pt x="97536" y="345948"/>
                </a:moveTo>
                <a:lnTo>
                  <a:pt x="97536" y="312419"/>
                </a:lnTo>
                <a:lnTo>
                  <a:pt x="122476" y="312419"/>
                </a:lnTo>
                <a:lnTo>
                  <a:pt x="122562" y="316849"/>
                </a:lnTo>
                <a:lnTo>
                  <a:pt x="123443" y="332232"/>
                </a:lnTo>
                <a:lnTo>
                  <a:pt x="97536" y="345948"/>
                </a:lnTo>
                <a:close/>
              </a:path>
              <a:path w="381000" h="403860">
                <a:moveTo>
                  <a:pt x="260603" y="403860"/>
                </a:moveTo>
                <a:lnTo>
                  <a:pt x="256270" y="391906"/>
                </a:lnTo>
                <a:lnTo>
                  <a:pt x="245363" y="381381"/>
                </a:lnTo>
                <a:lnTo>
                  <a:pt x="227599" y="372570"/>
                </a:lnTo>
                <a:lnTo>
                  <a:pt x="202691" y="365760"/>
                </a:lnTo>
                <a:lnTo>
                  <a:pt x="202691" y="356616"/>
                </a:lnTo>
                <a:lnTo>
                  <a:pt x="224408" y="359497"/>
                </a:lnTo>
                <a:lnTo>
                  <a:pt x="241553" y="361378"/>
                </a:lnTo>
                <a:lnTo>
                  <a:pt x="254126" y="362402"/>
                </a:lnTo>
                <a:lnTo>
                  <a:pt x="262127" y="362712"/>
                </a:lnTo>
                <a:lnTo>
                  <a:pt x="297809" y="362712"/>
                </a:lnTo>
                <a:lnTo>
                  <a:pt x="296394" y="372356"/>
                </a:lnTo>
                <a:lnTo>
                  <a:pt x="289369" y="385381"/>
                </a:lnTo>
                <a:lnTo>
                  <a:pt x="277487" y="395835"/>
                </a:lnTo>
                <a:lnTo>
                  <a:pt x="260603" y="40386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" name="object 41"/>
          <p:cNvSpPr/>
          <p:nvPr/>
        </p:nvSpPr>
        <p:spPr>
          <a:xfrm>
            <a:off x="4006596" y="3544823"/>
            <a:ext cx="394970" cy="405765"/>
          </a:xfrm>
          <a:custGeom>
            <a:avLst/>
            <a:gdLst/>
            <a:ahLst/>
            <a:cxnLst/>
            <a:rect l="l" t="t" r="r" b="b"/>
            <a:pathLst>
              <a:path w="394970" h="405764">
                <a:moveTo>
                  <a:pt x="137160" y="70104"/>
                </a:moveTo>
                <a:lnTo>
                  <a:pt x="129540" y="70104"/>
                </a:lnTo>
                <a:lnTo>
                  <a:pt x="126492" y="65532"/>
                </a:lnTo>
                <a:lnTo>
                  <a:pt x="120276" y="40767"/>
                </a:lnTo>
                <a:lnTo>
                  <a:pt x="115252" y="28194"/>
                </a:lnTo>
                <a:lnTo>
                  <a:pt x="108227" y="15621"/>
                </a:lnTo>
                <a:lnTo>
                  <a:pt x="99060" y="3048"/>
                </a:lnTo>
                <a:lnTo>
                  <a:pt x="105156" y="0"/>
                </a:lnTo>
                <a:lnTo>
                  <a:pt x="125396" y="13096"/>
                </a:lnTo>
                <a:lnTo>
                  <a:pt x="140208" y="24765"/>
                </a:lnTo>
                <a:lnTo>
                  <a:pt x="149304" y="34718"/>
                </a:lnTo>
                <a:lnTo>
                  <a:pt x="152400" y="42672"/>
                </a:lnTo>
                <a:lnTo>
                  <a:pt x="152400" y="51816"/>
                </a:lnTo>
                <a:lnTo>
                  <a:pt x="149352" y="59436"/>
                </a:lnTo>
                <a:lnTo>
                  <a:pt x="140208" y="68580"/>
                </a:lnTo>
                <a:lnTo>
                  <a:pt x="137160" y="70104"/>
                </a:lnTo>
                <a:close/>
              </a:path>
              <a:path w="394970" h="405764">
                <a:moveTo>
                  <a:pt x="19812" y="92964"/>
                </a:moveTo>
                <a:lnTo>
                  <a:pt x="4572" y="77724"/>
                </a:lnTo>
                <a:lnTo>
                  <a:pt x="204216" y="77724"/>
                </a:lnTo>
                <a:lnTo>
                  <a:pt x="227076" y="54864"/>
                </a:lnTo>
                <a:lnTo>
                  <a:pt x="259080" y="88392"/>
                </a:lnTo>
                <a:lnTo>
                  <a:pt x="60960" y="88392"/>
                </a:lnTo>
                <a:lnTo>
                  <a:pt x="50458" y="88677"/>
                </a:lnTo>
                <a:lnTo>
                  <a:pt x="39814" y="89535"/>
                </a:lnTo>
                <a:lnTo>
                  <a:pt x="29456" y="90963"/>
                </a:lnTo>
                <a:lnTo>
                  <a:pt x="19812" y="92964"/>
                </a:lnTo>
                <a:close/>
              </a:path>
              <a:path w="394970" h="405764">
                <a:moveTo>
                  <a:pt x="53340" y="205740"/>
                </a:moveTo>
                <a:lnTo>
                  <a:pt x="36576" y="176784"/>
                </a:lnTo>
                <a:lnTo>
                  <a:pt x="47101" y="172831"/>
                </a:lnTo>
                <a:lnTo>
                  <a:pt x="57912" y="165735"/>
                </a:lnTo>
                <a:lnTo>
                  <a:pt x="88939" y="129540"/>
                </a:lnTo>
                <a:lnTo>
                  <a:pt x="109728" y="88392"/>
                </a:lnTo>
                <a:lnTo>
                  <a:pt x="123444" y="88392"/>
                </a:lnTo>
                <a:lnTo>
                  <a:pt x="147828" y="105156"/>
                </a:lnTo>
                <a:lnTo>
                  <a:pt x="132588" y="108204"/>
                </a:lnTo>
                <a:lnTo>
                  <a:pt x="111180" y="132230"/>
                </a:lnTo>
                <a:lnTo>
                  <a:pt x="92773" y="151828"/>
                </a:lnTo>
                <a:lnTo>
                  <a:pt x="77509" y="167139"/>
                </a:lnTo>
                <a:lnTo>
                  <a:pt x="65532" y="178308"/>
                </a:lnTo>
                <a:lnTo>
                  <a:pt x="183587" y="178308"/>
                </a:lnTo>
                <a:lnTo>
                  <a:pt x="178689" y="184951"/>
                </a:lnTo>
                <a:lnTo>
                  <a:pt x="177880" y="185928"/>
                </a:lnTo>
                <a:lnTo>
                  <a:pt x="150876" y="185928"/>
                </a:lnTo>
                <a:lnTo>
                  <a:pt x="137421" y="186213"/>
                </a:lnTo>
                <a:lnTo>
                  <a:pt x="99060" y="190500"/>
                </a:lnTo>
                <a:lnTo>
                  <a:pt x="63912" y="200572"/>
                </a:lnTo>
                <a:lnTo>
                  <a:pt x="53340" y="205740"/>
                </a:lnTo>
                <a:close/>
              </a:path>
              <a:path w="394970" h="405764">
                <a:moveTo>
                  <a:pt x="183587" y="178308"/>
                </a:moveTo>
                <a:lnTo>
                  <a:pt x="65532" y="178308"/>
                </a:lnTo>
                <a:lnTo>
                  <a:pt x="156972" y="176784"/>
                </a:lnTo>
                <a:lnTo>
                  <a:pt x="165544" y="161091"/>
                </a:lnTo>
                <a:lnTo>
                  <a:pt x="172974" y="146113"/>
                </a:lnTo>
                <a:lnTo>
                  <a:pt x="179260" y="131992"/>
                </a:lnTo>
                <a:lnTo>
                  <a:pt x="184404" y="118872"/>
                </a:lnTo>
                <a:lnTo>
                  <a:pt x="220980" y="147828"/>
                </a:lnTo>
                <a:lnTo>
                  <a:pt x="202692" y="152400"/>
                </a:lnTo>
                <a:lnTo>
                  <a:pt x="183587" y="178308"/>
                </a:lnTo>
                <a:close/>
              </a:path>
              <a:path w="394970" h="405764">
                <a:moveTo>
                  <a:pt x="4572" y="318516"/>
                </a:moveTo>
                <a:lnTo>
                  <a:pt x="0" y="313944"/>
                </a:lnTo>
                <a:lnTo>
                  <a:pt x="21193" y="301942"/>
                </a:lnTo>
                <a:lnTo>
                  <a:pt x="41529" y="288798"/>
                </a:lnTo>
                <a:lnTo>
                  <a:pt x="80772" y="259080"/>
                </a:lnTo>
                <a:lnTo>
                  <a:pt x="118681" y="223647"/>
                </a:lnTo>
                <a:lnTo>
                  <a:pt x="150876" y="185928"/>
                </a:lnTo>
                <a:lnTo>
                  <a:pt x="177880" y="185928"/>
                </a:lnTo>
                <a:lnTo>
                  <a:pt x="130683" y="239196"/>
                </a:lnTo>
                <a:lnTo>
                  <a:pt x="82153" y="278010"/>
                </a:lnTo>
                <a:lnTo>
                  <a:pt x="30813" y="307109"/>
                </a:lnTo>
                <a:lnTo>
                  <a:pt x="4572" y="318516"/>
                </a:lnTo>
                <a:close/>
              </a:path>
              <a:path w="394970" h="405764">
                <a:moveTo>
                  <a:pt x="3048" y="397764"/>
                </a:moveTo>
                <a:lnTo>
                  <a:pt x="0" y="390144"/>
                </a:lnTo>
                <a:lnTo>
                  <a:pt x="40862" y="368165"/>
                </a:lnTo>
                <a:lnTo>
                  <a:pt x="76581" y="345757"/>
                </a:lnTo>
                <a:lnTo>
                  <a:pt x="132588" y="300228"/>
                </a:lnTo>
                <a:lnTo>
                  <a:pt x="176593" y="248793"/>
                </a:lnTo>
                <a:lnTo>
                  <a:pt x="214884" y="190500"/>
                </a:lnTo>
                <a:lnTo>
                  <a:pt x="246888" y="222504"/>
                </a:lnTo>
                <a:lnTo>
                  <a:pt x="227076" y="227076"/>
                </a:lnTo>
                <a:lnTo>
                  <a:pt x="212478" y="244792"/>
                </a:lnTo>
                <a:lnTo>
                  <a:pt x="198310" y="261366"/>
                </a:lnTo>
                <a:lnTo>
                  <a:pt x="184427" y="276796"/>
                </a:lnTo>
                <a:lnTo>
                  <a:pt x="170688" y="291084"/>
                </a:lnTo>
                <a:lnTo>
                  <a:pt x="182663" y="298704"/>
                </a:lnTo>
                <a:lnTo>
                  <a:pt x="164592" y="298704"/>
                </a:lnTo>
                <a:lnTo>
                  <a:pt x="130563" y="328112"/>
                </a:lnTo>
                <a:lnTo>
                  <a:pt x="92392" y="354520"/>
                </a:lnTo>
                <a:lnTo>
                  <a:pt x="49934" y="377785"/>
                </a:lnTo>
                <a:lnTo>
                  <a:pt x="3048" y="397764"/>
                </a:lnTo>
                <a:close/>
              </a:path>
              <a:path w="394970" h="405764">
                <a:moveTo>
                  <a:pt x="220980" y="376428"/>
                </a:moveTo>
                <a:lnTo>
                  <a:pt x="213360" y="376428"/>
                </a:lnTo>
                <a:lnTo>
                  <a:pt x="208788" y="370332"/>
                </a:lnTo>
                <a:lnTo>
                  <a:pt x="205740" y="359664"/>
                </a:lnTo>
                <a:lnTo>
                  <a:pt x="199739" y="346495"/>
                </a:lnTo>
                <a:lnTo>
                  <a:pt x="190881" y="332041"/>
                </a:lnTo>
                <a:lnTo>
                  <a:pt x="179165" y="316158"/>
                </a:lnTo>
                <a:lnTo>
                  <a:pt x="164592" y="298704"/>
                </a:lnTo>
                <a:lnTo>
                  <a:pt x="182663" y="298704"/>
                </a:lnTo>
                <a:lnTo>
                  <a:pt x="197596" y="308205"/>
                </a:lnTo>
                <a:lnTo>
                  <a:pt x="216789" y="322897"/>
                </a:lnTo>
                <a:lnTo>
                  <a:pt x="228552" y="335018"/>
                </a:lnTo>
                <a:lnTo>
                  <a:pt x="233172" y="344424"/>
                </a:lnTo>
                <a:lnTo>
                  <a:pt x="233172" y="355092"/>
                </a:lnTo>
                <a:lnTo>
                  <a:pt x="231648" y="362712"/>
                </a:lnTo>
                <a:lnTo>
                  <a:pt x="227076" y="368808"/>
                </a:lnTo>
                <a:lnTo>
                  <a:pt x="224028" y="373380"/>
                </a:lnTo>
                <a:lnTo>
                  <a:pt x="220980" y="376428"/>
                </a:lnTo>
                <a:close/>
              </a:path>
              <a:path w="394970" h="405764">
                <a:moveTo>
                  <a:pt x="381585" y="363331"/>
                </a:moveTo>
                <a:lnTo>
                  <a:pt x="336542" y="363331"/>
                </a:lnTo>
                <a:lnTo>
                  <a:pt x="345948" y="362712"/>
                </a:lnTo>
                <a:lnTo>
                  <a:pt x="352806" y="361259"/>
                </a:lnTo>
                <a:lnTo>
                  <a:pt x="357378" y="356806"/>
                </a:lnTo>
                <a:lnTo>
                  <a:pt x="359664" y="349210"/>
                </a:lnTo>
                <a:lnTo>
                  <a:pt x="359640" y="48220"/>
                </a:lnTo>
                <a:lnTo>
                  <a:pt x="359473" y="30670"/>
                </a:lnTo>
                <a:lnTo>
                  <a:pt x="359021" y="14549"/>
                </a:lnTo>
                <a:lnTo>
                  <a:pt x="358140" y="0"/>
                </a:lnTo>
                <a:lnTo>
                  <a:pt x="394716" y="15240"/>
                </a:lnTo>
                <a:lnTo>
                  <a:pt x="382524" y="27432"/>
                </a:lnTo>
                <a:lnTo>
                  <a:pt x="382524" y="350520"/>
                </a:lnTo>
                <a:lnTo>
                  <a:pt x="381585" y="363331"/>
                </a:lnTo>
                <a:close/>
              </a:path>
              <a:path w="394970" h="405764">
                <a:moveTo>
                  <a:pt x="283464" y="304799"/>
                </a:moveTo>
                <a:lnTo>
                  <a:pt x="284345" y="277391"/>
                </a:lnTo>
                <a:lnTo>
                  <a:pt x="284797" y="247840"/>
                </a:lnTo>
                <a:lnTo>
                  <a:pt x="284964" y="216288"/>
                </a:lnTo>
                <a:lnTo>
                  <a:pt x="284964" y="150590"/>
                </a:lnTo>
                <a:lnTo>
                  <a:pt x="284797" y="120015"/>
                </a:lnTo>
                <a:lnTo>
                  <a:pt x="284345" y="91154"/>
                </a:lnTo>
                <a:lnTo>
                  <a:pt x="283464" y="64008"/>
                </a:lnTo>
                <a:lnTo>
                  <a:pt x="324612" y="79248"/>
                </a:lnTo>
                <a:lnTo>
                  <a:pt x="307848" y="92964"/>
                </a:lnTo>
                <a:lnTo>
                  <a:pt x="307920" y="247840"/>
                </a:lnTo>
                <a:lnTo>
                  <a:pt x="308086" y="257032"/>
                </a:lnTo>
                <a:lnTo>
                  <a:pt x="309133" y="281130"/>
                </a:lnTo>
                <a:lnTo>
                  <a:pt x="309371" y="292608"/>
                </a:lnTo>
                <a:lnTo>
                  <a:pt x="283464" y="304799"/>
                </a:lnTo>
                <a:close/>
              </a:path>
              <a:path w="394970" h="405764">
                <a:moveTo>
                  <a:pt x="348996" y="405384"/>
                </a:moveTo>
                <a:lnTo>
                  <a:pt x="343828" y="392811"/>
                </a:lnTo>
                <a:lnTo>
                  <a:pt x="332803" y="382524"/>
                </a:lnTo>
                <a:lnTo>
                  <a:pt x="315777" y="374523"/>
                </a:lnTo>
                <a:lnTo>
                  <a:pt x="292607" y="368808"/>
                </a:lnTo>
                <a:lnTo>
                  <a:pt x="292607" y="361188"/>
                </a:lnTo>
                <a:lnTo>
                  <a:pt x="324421" y="363093"/>
                </a:lnTo>
                <a:lnTo>
                  <a:pt x="336542" y="363331"/>
                </a:lnTo>
                <a:lnTo>
                  <a:pt x="381585" y="363331"/>
                </a:lnTo>
                <a:lnTo>
                  <a:pt x="381142" y="369379"/>
                </a:lnTo>
                <a:lnTo>
                  <a:pt x="374904" y="384810"/>
                </a:lnTo>
                <a:lnTo>
                  <a:pt x="364093" y="396811"/>
                </a:lnTo>
                <a:lnTo>
                  <a:pt x="348996" y="40538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" name="object 42"/>
          <p:cNvSpPr/>
          <p:nvPr/>
        </p:nvSpPr>
        <p:spPr>
          <a:xfrm>
            <a:off x="4447032" y="3540251"/>
            <a:ext cx="1092835" cy="407034"/>
          </a:xfrm>
          <a:custGeom>
            <a:avLst/>
            <a:gdLst/>
            <a:ahLst/>
            <a:cxnLst/>
            <a:rect l="l" t="t" r="r" b="b"/>
            <a:pathLst>
              <a:path w="1092835" h="407035">
                <a:moveTo>
                  <a:pt x="175260" y="295656"/>
                </a:moveTo>
                <a:lnTo>
                  <a:pt x="161544" y="252984"/>
                </a:lnTo>
                <a:lnTo>
                  <a:pt x="120396" y="230124"/>
                </a:lnTo>
                <a:lnTo>
                  <a:pt x="82296" y="222504"/>
                </a:lnTo>
                <a:lnTo>
                  <a:pt x="76200" y="220980"/>
                </a:lnTo>
                <a:lnTo>
                  <a:pt x="42672" y="195072"/>
                </a:lnTo>
                <a:lnTo>
                  <a:pt x="42672" y="185928"/>
                </a:lnTo>
                <a:lnTo>
                  <a:pt x="71437" y="153162"/>
                </a:lnTo>
                <a:lnTo>
                  <a:pt x="89916" y="150876"/>
                </a:lnTo>
                <a:lnTo>
                  <a:pt x="99961" y="151434"/>
                </a:lnTo>
                <a:lnTo>
                  <a:pt x="138633" y="162242"/>
                </a:lnTo>
                <a:lnTo>
                  <a:pt x="163068" y="178308"/>
                </a:lnTo>
                <a:lnTo>
                  <a:pt x="166116" y="178308"/>
                </a:lnTo>
                <a:lnTo>
                  <a:pt x="166116" y="134112"/>
                </a:lnTo>
                <a:lnTo>
                  <a:pt x="158699" y="130708"/>
                </a:lnTo>
                <a:lnTo>
                  <a:pt x="120789" y="119926"/>
                </a:lnTo>
                <a:lnTo>
                  <a:pt x="91440" y="117348"/>
                </a:lnTo>
                <a:lnTo>
                  <a:pt x="71742" y="118516"/>
                </a:lnTo>
                <a:lnTo>
                  <a:pt x="24384" y="137160"/>
                </a:lnTo>
                <a:lnTo>
                  <a:pt x="1663" y="175094"/>
                </a:lnTo>
                <a:lnTo>
                  <a:pt x="0" y="190500"/>
                </a:lnTo>
                <a:lnTo>
                  <a:pt x="825" y="202501"/>
                </a:lnTo>
                <a:lnTo>
                  <a:pt x="19900" y="239318"/>
                </a:lnTo>
                <a:lnTo>
                  <a:pt x="53340" y="256032"/>
                </a:lnTo>
                <a:lnTo>
                  <a:pt x="60960" y="259080"/>
                </a:lnTo>
                <a:lnTo>
                  <a:pt x="76200" y="262128"/>
                </a:lnTo>
                <a:lnTo>
                  <a:pt x="85344" y="263652"/>
                </a:lnTo>
                <a:lnTo>
                  <a:pt x="97536" y="266700"/>
                </a:lnTo>
                <a:lnTo>
                  <a:pt x="132588" y="291084"/>
                </a:lnTo>
                <a:lnTo>
                  <a:pt x="132588" y="313944"/>
                </a:lnTo>
                <a:lnTo>
                  <a:pt x="129540" y="318516"/>
                </a:lnTo>
                <a:lnTo>
                  <a:pt x="128016" y="321564"/>
                </a:lnTo>
                <a:lnTo>
                  <a:pt x="123444" y="326136"/>
                </a:lnTo>
                <a:lnTo>
                  <a:pt x="118872" y="329184"/>
                </a:lnTo>
                <a:lnTo>
                  <a:pt x="109728" y="332232"/>
                </a:lnTo>
                <a:lnTo>
                  <a:pt x="94488" y="335280"/>
                </a:lnTo>
                <a:lnTo>
                  <a:pt x="88392" y="336804"/>
                </a:lnTo>
                <a:lnTo>
                  <a:pt x="80772" y="336804"/>
                </a:lnTo>
                <a:lnTo>
                  <a:pt x="74142" y="336550"/>
                </a:lnTo>
                <a:lnTo>
                  <a:pt x="67818" y="335851"/>
                </a:lnTo>
                <a:lnTo>
                  <a:pt x="54864" y="333756"/>
                </a:lnTo>
                <a:lnTo>
                  <a:pt x="24384" y="321564"/>
                </a:lnTo>
                <a:lnTo>
                  <a:pt x="18288" y="316992"/>
                </a:lnTo>
                <a:lnTo>
                  <a:pt x="4572" y="307848"/>
                </a:lnTo>
                <a:lnTo>
                  <a:pt x="1524" y="304800"/>
                </a:lnTo>
                <a:lnTo>
                  <a:pt x="0" y="304800"/>
                </a:lnTo>
                <a:lnTo>
                  <a:pt x="0" y="350520"/>
                </a:lnTo>
                <a:lnTo>
                  <a:pt x="7188" y="354812"/>
                </a:lnTo>
                <a:lnTo>
                  <a:pt x="15240" y="358521"/>
                </a:lnTo>
                <a:lnTo>
                  <a:pt x="24422" y="361670"/>
                </a:lnTo>
                <a:lnTo>
                  <a:pt x="35052" y="364236"/>
                </a:lnTo>
                <a:lnTo>
                  <a:pt x="45593" y="367360"/>
                </a:lnTo>
                <a:lnTo>
                  <a:pt x="56578" y="369760"/>
                </a:lnTo>
                <a:lnTo>
                  <a:pt x="67830" y="371309"/>
                </a:lnTo>
                <a:lnTo>
                  <a:pt x="79248" y="371856"/>
                </a:lnTo>
                <a:lnTo>
                  <a:pt x="91249" y="371335"/>
                </a:lnTo>
                <a:lnTo>
                  <a:pt x="129006" y="362292"/>
                </a:lnTo>
                <a:lnTo>
                  <a:pt x="161163" y="337947"/>
                </a:lnTo>
                <a:lnTo>
                  <a:pt x="174726" y="303403"/>
                </a:lnTo>
                <a:lnTo>
                  <a:pt x="175260" y="295656"/>
                </a:lnTo>
                <a:close/>
              </a:path>
              <a:path w="1092835" h="407035">
                <a:moveTo>
                  <a:pt x="217932" y="243840"/>
                </a:moveTo>
                <a:lnTo>
                  <a:pt x="198120" y="243840"/>
                </a:lnTo>
                <a:lnTo>
                  <a:pt x="198120" y="365760"/>
                </a:lnTo>
                <a:lnTo>
                  <a:pt x="217932" y="365760"/>
                </a:lnTo>
                <a:lnTo>
                  <a:pt x="217932" y="243840"/>
                </a:lnTo>
                <a:close/>
              </a:path>
              <a:path w="1092835" h="407035">
                <a:moveTo>
                  <a:pt x="219456" y="201168"/>
                </a:moveTo>
                <a:lnTo>
                  <a:pt x="196596" y="201168"/>
                </a:lnTo>
                <a:lnTo>
                  <a:pt x="196596" y="222504"/>
                </a:lnTo>
                <a:lnTo>
                  <a:pt x="219456" y="222504"/>
                </a:lnTo>
                <a:lnTo>
                  <a:pt x="219456" y="201168"/>
                </a:lnTo>
                <a:close/>
              </a:path>
              <a:path w="1092835" h="407035">
                <a:moveTo>
                  <a:pt x="658355" y="193548"/>
                </a:moveTo>
                <a:lnTo>
                  <a:pt x="620255" y="155448"/>
                </a:lnTo>
                <a:lnTo>
                  <a:pt x="591299" y="182880"/>
                </a:lnTo>
                <a:lnTo>
                  <a:pt x="536435" y="182880"/>
                </a:lnTo>
                <a:lnTo>
                  <a:pt x="536435" y="53340"/>
                </a:lnTo>
                <a:lnTo>
                  <a:pt x="635495" y="53340"/>
                </a:lnTo>
                <a:lnTo>
                  <a:pt x="598919" y="16764"/>
                </a:lnTo>
                <a:lnTo>
                  <a:pt x="573011" y="42672"/>
                </a:lnTo>
                <a:lnTo>
                  <a:pt x="510527" y="42672"/>
                </a:lnTo>
                <a:lnTo>
                  <a:pt x="510527" y="53340"/>
                </a:lnTo>
                <a:lnTo>
                  <a:pt x="510527" y="182880"/>
                </a:lnTo>
                <a:lnTo>
                  <a:pt x="402323" y="182880"/>
                </a:lnTo>
                <a:lnTo>
                  <a:pt x="402323" y="53340"/>
                </a:lnTo>
                <a:lnTo>
                  <a:pt x="510527" y="53340"/>
                </a:lnTo>
                <a:lnTo>
                  <a:pt x="510527" y="42672"/>
                </a:lnTo>
                <a:lnTo>
                  <a:pt x="275831" y="42672"/>
                </a:lnTo>
                <a:lnTo>
                  <a:pt x="291071" y="57912"/>
                </a:lnTo>
                <a:lnTo>
                  <a:pt x="301383" y="55918"/>
                </a:lnTo>
                <a:lnTo>
                  <a:pt x="311835" y="54483"/>
                </a:lnTo>
                <a:lnTo>
                  <a:pt x="322580" y="53632"/>
                </a:lnTo>
                <a:lnTo>
                  <a:pt x="333743" y="53340"/>
                </a:lnTo>
                <a:lnTo>
                  <a:pt x="376415" y="53340"/>
                </a:lnTo>
                <a:lnTo>
                  <a:pt x="376415" y="182880"/>
                </a:lnTo>
                <a:lnTo>
                  <a:pt x="251447" y="182880"/>
                </a:lnTo>
                <a:lnTo>
                  <a:pt x="266687" y="198120"/>
                </a:lnTo>
                <a:lnTo>
                  <a:pt x="276999" y="196126"/>
                </a:lnTo>
                <a:lnTo>
                  <a:pt x="287451" y="194691"/>
                </a:lnTo>
                <a:lnTo>
                  <a:pt x="298196" y="193840"/>
                </a:lnTo>
                <a:lnTo>
                  <a:pt x="309359" y="193548"/>
                </a:lnTo>
                <a:lnTo>
                  <a:pt x="376415" y="193548"/>
                </a:lnTo>
                <a:lnTo>
                  <a:pt x="367461" y="263461"/>
                </a:lnTo>
                <a:lnTo>
                  <a:pt x="345935" y="318516"/>
                </a:lnTo>
                <a:lnTo>
                  <a:pt x="309168" y="363283"/>
                </a:lnTo>
                <a:lnTo>
                  <a:pt x="257543" y="402336"/>
                </a:lnTo>
                <a:lnTo>
                  <a:pt x="263639" y="406908"/>
                </a:lnTo>
                <a:lnTo>
                  <a:pt x="298500" y="386651"/>
                </a:lnTo>
                <a:lnTo>
                  <a:pt x="351078" y="341553"/>
                </a:lnTo>
                <a:lnTo>
                  <a:pt x="382828" y="291274"/>
                </a:lnTo>
                <a:lnTo>
                  <a:pt x="399453" y="229552"/>
                </a:lnTo>
                <a:lnTo>
                  <a:pt x="402323" y="193548"/>
                </a:lnTo>
                <a:lnTo>
                  <a:pt x="510527" y="193548"/>
                </a:lnTo>
                <a:lnTo>
                  <a:pt x="510501" y="318516"/>
                </a:lnTo>
                <a:lnTo>
                  <a:pt x="510298" y="334645"/>
                </a:lnTo>
                <a:lnTo>
                  <a:pt x="509765" y="355663"/>
                </a:lnTo>
                <a:lnTo>
                  <a:pt x="509282" y="377190"/>
                </a:lnTo>
                <a:lnTo>
                  <a:pt x="509168" y="386651"/>
                </a:lnTo>
                <a:lnTo>
                  <a:pt x="509003" y="403860"/>
                </a:lnTo>
                <a:lnTo>
                  <a:pt x="537959" y="393192"/>
                </a:lnTo>
                <a:lnTo>
                  <a:pt x="537083" y="377190"/>
                </a:lnTo>
                <a:lnTo>
                  <a:pt x="536689" y="363283"/>
                </a:lnTo>
                <a:lnTo>
                  <a:pt x="536575" y="355663"/>
                </a:lnTo>
                <a:lnTo>
                  <a:pt x="536460" y="345186"/>
                </a:lnTo>
                <a:lnTo>
                  <a:pt x="536435" y="193548"/>
                </a:lnTo>
                <a:lnTo>
                  <a:pt x="658355" y="193548"/>
                </a:lnTo>
                <a:close/>
              </a:path>
              <a:path w="1092835" h="407035">
                <a:moveTo>
                  <a:pt x="877824" y="117348"/>
                </a:moveTo>
                <a:lnTo>
                  <a:pt x="848868" y="94488"/>
                </a:lnTo>
                <a:lnTo>
                  <a:pt x="839724" y="105918"/>
                </a:lnTo>
                <a:lnTo>
                  <a:pt x="839724" y="120396"/>
                </a:lnTo>
                <a:lnTo>
                  <a:pt x="831126" y="168998"/>
                </a:lnTo>
                <a:lnTo>
                  <a:pt x="821245" y="212026"/>
                </a:lnTo>
                <a:lnTo>
                  <a:pt x="809929" y="249631"/>
                </a:lnTo>
                <a:lnTo>
                  <a:pt x="797052" y="281940"/>
                </a:lnTo>
                <a:lnTo>
                  <a:pt x="783945" y="276466"/>
                </a:lnTo>
                <a:lnTo>
                  <a:pt x="770001" y="271272"/>
                </a:lnTo>
                <a:lnTo>
                  <a:pt x="755472" y="266090"/>
                </a:lnTo>
                <a:lnTo>
                  <a:pt x="740664" y="260604"/>
                </a:lnTo>
                <a:lnTo>
                  <a:pt x="754380" y="214058"/>
                </a:lnTo>
                <a:lnTo>
                  <a:pt x="781812" y="120396"/>
                </a:lnTo>
                <a:lnTo>
                  <a:pt x="839724" y="120396"/>
                </a:lnTo>
                <a:lnTo>
                  <a:pt x="839724" y="105918"/>
                </a:lnTo>
                <a:lnTo>
                  <a:pt x="836676" y="109728"/>
                </a:lnTo>
                <a:lnTo>
                  <a:pt x="783336" y="109728"/>
                </a:lnTo>
                <a:lnTo>
                  <a:pt x="795718" y="64198"/>
                </a:lnTo>
                <a:lnTo>
                  <a:pt x="819912" y="22860"/>
                </a:lnTo>
                <a:lnTo>
                  <a:pt x="780288" y="4572"/>
                </a:lnTo>
                <a:lnTo>
                  <a:pt x="777379" y="22288"/>
                </a:lnTo>
                <a:lnTo>
                  <a:pt x="773049" y="45720"/>
                </a:lnTo>
                <a:lnTo>
                  <a:pt x="766991" y="74866"/>
                </a:lnTo>
                <a:lnTo>
                  <a:pt x="758952" y="109728"/>
                </a:lnTo>
                <a:lnTo>
                  <a:pt x="696468" y="109728"/>
                </a:lnTo>
                <a:lnTo>
                  <a:pt x="711708" y="124968"/>
                </a:lnTo>
                <a:lnTo>
                  <a:pt x="722007" y="122974"/>
                </a:lnTo>
                <a:lnTo>
                  <a:pt x="732472" y="121539"/>
                </a:lnTo>
                <a:lnTo>
                  <a:pt x="743204" y="120688"/>
                </a:lnTo>
                <a:lnTo>
                  <a:pt x="754380" y="120396"/>
                </a:lnTo>
                <a:lnTo>
                  <a:pt x="757428" y="120396"/>
                </a:lnTo>
                <a:lnTo>
                  <a:pt x="748017" y="157594"/>
                </a:lnTo>
                <a:lnTo>
                  <a:pt x="738187" y="193929"/>
                </a:lnTo>
                <a:lnTo>
                  <a:pt x="728065" y="229704"/>
                </a:lnTo>
                <a:lnTo>
                  <a:pt x="717804" y="265176"/>
                </a:lnTo>
                <a:lnTo>
                  <a:pt x="733513" y="270852"/>
                </a:lnTo>
                <a:lnTo>
                  <a:pt x="750951" y="278511"/>
                </a:lnTo>
                <a:lnTo>
                  <a:pt x="770089" y="287896"/>
                </a:lnTo>
                <a:lnTo>
                  <a:pt x="790956" y="298704"/>
                </a:lnTo>
                <a:lnTo>
                  <a:pt x="774090" y="325615"/>
                </a:lnTo>
                <a:lnTo>
                  <a:pt x="753237" y="351663"/>
                </a:lnTo>
                <a:lnTo>
                  <a:pt x="728370" y="377151"/>
                </a:lnTo>
                <a:lnTo>
                  <a:pt x="699516" y="402336"/>
                </a:lnTo>
                <a:lnTo>
                  <a:pt x="704088" y="406908"/>
                </a:lnTo>
                <a:lnTo>
                  <a:pt x="734682" y="388035"/>
                </a:lnTo>
                <a:lnTo>
                  <a:pt x="762571" y="365569"/>
                </a:lnTo>
                <a:lnTo>
                  <a:pt x="787882" y="339407"/>
                </a:lnTo>
                <a:lnTo>
                  <a:pt x="810768" y="309372"/>
                </a:lnTo>
                <a:lnTo>
                  <a:pt x="820762" y="318808"/>
                </a:lnTo>
                <a:lnTo>
                  <a:pt x="830199" y="328803"/>
                </a:lnTo>
                <a:lnTo>
                  <a:pt x="839050" y="339382"/>
                </a:lnTo>
                <a:lnTo>
                  <a:pt x="847344" y="350520"/>
                </a:lnTo>
                <a:lnTo>
                  <a:pt x="853440" y="359664"/>
                </a:lnTo>
                <a:lnTo>
                  <a:pt x="858012" y="364236"/>
                </a:lnTo>
                <a:lnTo>
                  <a:pt x="862584" y="364236"/>
                </a:lnTo>
                <a:lnTo>
                  <a:pt x="864108" y="361188"/>
                </a:lnTo>
                <a:lnTo>
                  <a:pt x="865632" y="356616"/>
                </a:lnTo>
                <a:lnTo>
                  <a:pt x="865632" y="350520"/>
                </a:lnTo>
                <a:lnTo>
                  <a:pt x="867156" y="344424"/>
                </a:lnTo>
                <a:lnTo>
                  <a:pt x="867156" y="330708"/>
                </a:lnTo>
                <a:lnTo>
                  <a:pt x="864108" y="323088"/>
                </a:lnTo>
                <a:lnTo>
                  <a:pt x="834453" y="298780"/>
                </a:lnTo>
                <a:lnTo>
                  <a:pt x="819912" y="291084"/>
                </a:lnTo>
                <a:lnTo>
                  <a:pt x="823290" y="281940"/>
                </a:lnTo>
                <a:lnTo>
                  <a:pt x="831951" y="258533"/>
                </a:lnTo>
                <a:lnTo>
                  <a:pt x="843153" y="220408"/>
                </a:lnTo>
                <a:lnTo>
                  <a:pt x="853744" y="176936"/>
                </a:lnTo>
                <a:lnTo>
                  <a:pt x="864108" y="128016"/>
                </a:lnTo>
                <a:lnTo>
                  <a:pt x="873899" y="120396"/>
                </a:lnTo>
                <a:lnTo>
                  <a:pt x="877824" y="117348"/>
                </a:lnTo>
                <a:close/>
              </a:path>
              <a:path w="1092835" h="407035">
                <a:moveTo>
                  <a:pt x="1080516" y="234696"/>
                </a:moveTo>
                <a:lnTo>
                  <a:pt x="1074724" y="230124"/>
                </a:lnTo>
                <a:lnTo>
                  <a:pt x="1051560" y="211836"/>
                </a:lnTo>
                <a:lnTo>
                  <a:pt x="1042416" y="225552"/>
                </a:lnTo>
                <a:lnTo>
                  <a:pt x="1042416" y="240792"/>
                </a:lnTo>
                <a:lnTo>
                  <a:pt x="1042416" y="355092"/>
                </a:lnTo>
                <a:lnTo>
                  <a:pt x="928116" y="355092"/>
                </a:lnTo>
                <a:lnTo>
                  <a:pt x="928116" y="240792"/>
                </a:lnTo>
                <a:lnTo>
                  <a:pt x="1042416" y="240792"/>
                </a:lnTo>
                <a:lnTo>
                  <a:pt x="1042416" y="225552"/>
                </a:lnTo>
                <a:lnTo>
                  <a:pt x="1039368" y="230124"/>
                </a:lnTo>
                <a:lnTo>
                  <a:pt x="928116" y="230124"/>
                </a:lnTo>
                <a:lnTo>
                  <a:pt x="902208" y="214884"/>
                </a:lnTo>
                <a:lnTo>
                  <a:pt x="902398" y="230124"/>
                </a:lnTo>
                <a:lnTo>
                  <a:pt x="902487" y="234696"/>
                </a:lnTo>
                <a:lnTo>
                  <a:pt x="902970" y="255079"/>
                </a:lnTo>
                <a:lnTo>
                  <a:pt x="903490" y="281546"/>
                </a:lnTo>
                <a:lnTo>
                  <a:pt x="903732" y="312420"/>
                </a:lnTo>
                <a:lnTo>
                  <a:pt x="903490" y="342785"/>
                </a:lnTo>
                <a:lnTo>
                  <a:pt x="903008" y="365760"/>
                </a:lnTo>
                <a:lnTo>
                  <a:pt x="902436" y="388073"/>
                </a:lnTo>
                <a:lnTo>
                  <a:pt x="902208" y="403860"/>
                </a:lnTo>
                <a:lnTo>
                  <a:pt x="928116" y="393192"/>
                </a:lnTo>
                <a:lnTo>
                  <a:pt x="928116" y="365760"/>
                </a:lnTo>
                <a:lnTo>
                  <a:pt x="1042416" y="365760"/>
                </a:lnTo>
                <a:lnTo>
                  <a:pt x="1042416" y="400812"/>
                </a:lnTo>
                <a:lnTo>
                  <a:pt x="1068324" y="388620"/>
                </a:lnTo>
                <a:lnTo>
                  <a:pt x="1067435" y="372046"/>
                </a:lnTo>
                <a:lnTo>
                  <a:pt x="1067333" y="365760"/>
                </a:lnTo>
                <a:lnTo>
                  <a:pt x="1067168" y="355092"/>
                </a:lnTo>
                <a:lnTo>
                  <a:pt x="1066990" y="342900"/>
                </a:lnTo>
                <a:lnTo>
                  <a:pt x="1066863" y="312420"/>
                </a:lnTo>
                <a:lnTo>
                  <a:pt x="1066800" y="246888"/>
                </a:lnTo>
                <a:lnTo>
                  <a:pt x="1073658" y="240792"/>
                </a:lnTo>
                <a:lnTo>
                  <a:pt x="1080516" y="234696"/>
                </a:lnTo>
                <a:close/>
              </a:path>
              <a:path w="1092835" h="407035">
                <a:moveTo>
                  <a:pt x="1092708" y="153924"/>
                </a:moveTo>
                <a:lnTo>
                  <a:pt x="1067562" y="118491"/>
                </a:lnTo>
                <a:lnTo>
                  <a:pt x="1014984" y="80772"/>
                </a:lnTo>
                <a:lnTo>
                  <a:pt x="1008888" y="85344"/>
                </a:lnTo>
                <a:lnTo>
                  <a:pt x="1023124" y="101346"/>
                </a:lnTo>
                <a:lnTo>
                  <a:pt x="1035939" y="117348"/>
                </a:lnTo>
                <a:lnTo>
                  <a:pt x="1047026" y="133350"/>
                </a:lnTo>
                <a:lnTo>
                  <a:pt x="1056132" y="149352"/>
                </a:lnTo>
                <a:lnTo>
                  <a:pt x="905256" y="155448"/>
                </a:lnTo>
                <a:lnTo>
                  <a:pt x="917562" y="138544"/>
                </a:lnTo>
                <a:lnTo>
                  <a:pt x="934021" y="112776"/>
                </a:lnTo>
                <a:lnTo>
                  <a:pt x="954760" y="77876"/>
                </a:lnTo>
                <a:lnTo>
                  <a:pt x="979932" y="33528"/>
                </a:lnTo>
                <a:lnTo>
                  <a:pt x="995172" y="24384"/>
                </a:lnTo>
                <a:lnTo>
                  <a:pt x="957072" y="0"/>
                </a:lnTo>
                <a:lnTo>
                  <a:pt x="947635" y="32562"/>
                </a:lnTo>
                <a:lnTo>
                  <a:pt x="937641" y="61531"/>
                </a:lnTo>
                <a:lnTo>
                  <a:pt x="915924" y="108204"/>
                </a:lnTo>
                <a:lnTo>
                  <a:pt x="895540" y="140398"/>
                </a:lnTo>
                <a:lnTo>
                  <a:pt x="876300" y="155448"/>
                </a:lnTo>
                <a:lnTo>
                  <a:pt x="896112" y="192024"/>
                </a:lnTo>
                <a:lnTo>
                  <a:pt x="930821" y="175958"/>
                </a:lnTo>
                <a:lnTo>
                  <a:pt x="968730" y="167932"/>
                </a:lnTo>
                <a:lnTo>
                  <a:pt x="1024648" y="161074"/>
                </a:lnTo>
                <a:lnTo>
                  <a:pt x="1059180" y="158496"/>
                </a:lnTo>
                <a:lnTo>
                  <a:pt x="1062342" y="164452"/>
                </a:lnTo>
                <a:lnTo>
                  <a:pt x="1065085" y="170688"/>
                </a:lnTo>
                <a:lnTo>
                  <a:pt x="1067498" y="176860"/>
                </a:lnTo>
                <a:lnTo>
                  <a:pt x="1069848" y="182880"/>
                </a:lnTo>
                <a:lnTo>
                  <a:pt x="1071372" y="187452"/>
                </a:lnTo>
                <a:lnTo>
                  <a:pt x="1072896" y="190500"/>
                </a:lnTo>
                <a:lnTo>
                  <a:pt x="1077468" y="190500"/>
                </a:lnTo>
                <a:lnTo>
                  <a:pt x="1082040" y="187452"/>
                </a:lnTo>
                <a:lnTo>
                  <a:pt x="1091184" y="175260"/>
                </a:lnTo>
                <a:lnTo>
                  <a:pt x="1092644" y="167932"/>
                </a:lnTo>
                <a:lnTo>
                  <a:pt x="1092708" y="158496"/>
                </a:lnTo>
                <a:lnTo>
                  <a:pt x="1092708" y="155448"/>
                </a:lnTo>
                <a:lnTo>
                  <a:pt x="1092708" y="15392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pic>
        <p:nvPicPr>
          <p:cNvPr id="43" name="object 43"/>
          <p:cNvPicPr/>
          <p:nvPr/>
        </p:nvPicPr>
        <p:blipFill>
          <a:blip r:embed="rId8" cstate="print"/>
          <a:stretch>
            <a:fillRect/>
          </a:stretch>
        </p:blipFill>
        <p:spPr>
          <a:xfrm>
            <a:off x="5623559" y="3803975"/>
            <a:ext cx="70104" cy="118800"/>
          </a:xfrm>
          <a:prstGeom prst="rect">
            <a:avLst/>
          </a:prstGeom>
        </p:spPr>
      </p:pic>
      <p:sp>
        <p:nvSpPr>
          <p:cNvPr id="44" name="object 44"/>
          <p:cNvSpPr/>
          <p:nvPr/>
        </p:nvSpPr>
        <p:spPr>
          <a:xfrm>
            <a:off x="6044171" y="3540251"/>
            <a:ext cx="1024255" cy="408940"/>
          </a:xfrm>
          <a:custGeom>
            <a:avLst/>
            <a:gdLst/>
            <a:ahLst/>
            <a:cxnLst/>
            <a:rect l="l" t="t" r="r" b="b"/>
            <a:pathLst>
              <a:path w="1024254" h="408939">
                <a:moveTo>
                  <a:pt x="237744" y="48768"/>
                </a:moveTo>
                <a:lnTo>
                  <a:pt x="205740" y="16764"/>
                </a:lnTo>
                <a:lnTo>
                  <a:pt x="182880" y="38100"/>
                </a:lnTo>
                <a:lnTo>
                  <a:pt x="7620" y="38100"/>
                </a:lnTo>
                <a:lnTo>
                  <a:pt x="22860" y="54864"/>
                </a:lnTo>
                <a:lnTo>
                  <a:pt x="32512" y="51993"/>
                </a:lnTo>
                <a:lnTo>
                  <a:pt x="42862" y="50101"/>
                </a:lnTo>
                <a:lnTo>
                  <a:pt x="53517" y="49085"/>
                </a:lnTo>
                <a:lnTo>
                  <a:pt x="64008" y="48768"/>
                </a:lnTo>
                <a:lnTo>
                  <a:pt x="109728" y="48768"/>
                </a:lnTo>
                <a:lnTo>
                  <a:pt x="91440" y="83058"/>
                </a:lnTo>
                <a:lnTo>
                  <a:pt x="68580" y="117348"/>
                </a:lnTo>
                <a:lnTo>
                  <a:pt x="30010" y="149288"/>
                </a:lnTo>
                <a:lnTo>
                  <a:pt x="18288" y="152400"/>
                </a:lnTo>
                <a:lnTo>
                  <a:pt x="33528" y="182880"/>
                </a:lnTo>
                <a:lnTo>
                  <a:pt x="42633" y="177431"/>
                </a:lnTo>
                <a:lnTo>
                  <a:pt x="58293" y="172402"/>
                </a:lnTo>
                <a:lnTo>
                  <a:pt x="80251" y="167665"/>
                </a:lnTo>
                <a:lnTo>
                  <a:pt x="108204" y="163068"/>
                </a:lnTo>
                <a:lnTo>
                  <a:pt x="108204" y="245364"/>
                </a:lnTo>
                <a:lnTo>
                  <a:pt x="7620" y="245364"/>
                </a:lnTo>
                <a:lnTo>
                  <a:pt x="21336" y="259080"/>
                </a:lnTo>
                <a:lnTo>
                  <a:pt x="42672" y="256032"/>
                </a:lnTo>
                <a:lnTo>
                  <a:pt x="108204" y="256032"/>
                </a:lnTo>
                <a:lnTo>
                  <a:pt x="108204" y="344424"/>
                </a:lnTo>
                <a:lnTo>
                  <a:pt x="17983" y="357720"/>
                </a:lnTo>
                <a:lnTo>
                  <a:pt x="0" y="359664"/>
                </a:lnTo>
                <a:lnTo>
                  <a:pt x="19812" y="394716"/>
                </a:lnTo>
                <a:lnTo>
                  <a:pt x="39014" y="384695"/>
                </a:lnTo>
                <a:lnTo>
                  <a:pt x="80772" y="370522"/>
                </a:lnTo>
                <a:lnTo>
                  <a:pt x="145402" y="352069"/>
                </a:lnTo>
                <a:lnTo>
                  <a:pt x="192265" y="339852"/>
                </a:lnTo>
                <a:lnTo>
                  <a:pt x="233172" y="329184"/>
                </a:lnTo>
                <a:lnTo>
                  <a:pt x="231648" y="320040"/>
                </a:lnTo>
                <a:lnTo>
                  <a:pt x="132588" y="339852"/>
                </a:lnTo>
                <a:lnTo>
                  <a:pt x="132588" y="256032"/>
                </a:lnTo>
                <a:lnTo>
                  <a:pt x="231648" y="256032"/>
                </a:lnTo>
                <a:lnTo>
                  <a:pt x="199644" y="224028"/>
                </a:lnTo>
                <a:lnTo>
                  <a:pt x="179832" y="245364"/>
                </a:lnTo>
                <a:lnTo>
                  <a:pt x="132588" y="245364"/>
                </a:lnTo>
                <a:lnTo>
                  <a:pt x="132588" y="190500"/>
                </a:lnTo>
                <a:lnTo>
                  <a:pt x="146304" y="178308"/>
                </a:lnTo>
                <a:lnTo>
                  <a:pt x="118872" y="163068"/>
                </a:lnTo>
                <a:lnTo>
                  <a:pt x="137185" y="161696"/>
                </a:lnTo>
                <a:lnTo>
                  <a:pt x="174383" y="158356"/>
                </a:lnTo>
                <a:lnTo>
                  <a:pt x="193548" y="156972"/>
                </a:lnTo>
                <a:lnTo>
                  <a:pt x="198081" y="165811"/>
                </a:lnTo>
                <a:lnTo>
                  <a:pt x="202311" y="173926"/>
                </a:lnTo>
                <a:lnTo>
                  <a:pt x="205905" y="181025"/>
                </a:lnTo>
                <a:lnTo>
                  <a:pt x="208788" y="187452"/>
                </a:lnTo>
                <a:lnTo>
                  <a:pt x="210312" y="193548"/>
                </a:lnTo>
                <a:lnTo>
                  <a:pt x="211836" y="195072"/>
                </a:lnTo>
                <a:lnTo>
                  <a:pt x="216408" y="195072"/>
                </a:lnTo>
                <a:lnTo>
                  <a:pt x="220980" y="192024"/>
                </a:lnTo>
                <a:lnTo>
                  <a:pt x="225552" y="185928"/>
                </a:lnTo>
                <a:lnTo>
                  <a:pt x="229298" y="181025"/>
                </a:lnTo>
                <a:lnTo>
                  <a:pt x="231457" y="175260"/>
                </a:lnTo>
                <a:lnTo>
                  <a:pt x="232206" y="168363"/>
                </a:lnTo>
                <a:lnTo>
                  <a:pt x="231648" y="160020"/>
                </a:lnTo>
                <a:lnTo>
                  <a:pt x="229768" y="156972"/>
                </a:lnTo>
                <a:lnTo>
                  <a:pt x="226949" y="152400"/>
                </a:lnTo>
                <a:lnTo>
                  <a:pt x="225323" y="149758"/>
                </a:lnTo>
                <a:lnTo>
                  <a:pt x="210693" y="135064"/>
                </a:lnTo>
                <a:lnTo>
                  <a:pt x="187502" y="116090"/>
                </a:lnTo>
                <a:lnTo>
                  <a:pt x="155448" y="92964"/>
                </a:lnTo>
                <a:lnTo>
                  <a:pt x="149352" y="97536"/>
                </a:lnTo>
                <a:lnTo>
                  <a:pt x="161353" y="110972"/>
                </a:lnTo>
                <a:lnTo>
                  <a:pt x="172212" y="123825"/>
                </a:lnTo>
                <a:lnTo>
                  <a:pt x="181927" y="136118"/>
                </a:lnTo>
                <a:lnTo>
                  <a:pt x="190500" y="147828"/>
                </a:lnTo>
                <a:lnTo>
                  <a:pt x="50292" y="152400"/>
                </a:lnTo>
                <a:lnTo>
                  <a:pt x="64871" y="138925"/>
                </a:lnTo>
                <a:lnTo>
                  <a:pt x="78867" y="125730"/>
                </a:lnTo>
                <a:lnTo>
                  <a:pt x="92303" y="112547"/>
                </a:lnTo>
                <a:lnTo>
                  <a:pt x="105156" y="99060"/>
                </a:lnTo>
                <a:lnTo>
                  <a:pt x="116332" y="88519"/>
                </a:lnTo>
                <a:lnTo>
                  <a:pt x="127063" y="79819"/>
                </a:lnTo>
                <a:lnTo>
                  <a:pt x="137528" y="73139"/>
                </a:lnTo>
                <a:lnTo>
                  <a:pt x="147828" y="68580"/>
                </a:lnTo>
                <a:lnTo>
                  <a:pt x="117348" y="48768"/>
                </a:lnTo>
                <a:lnTo>
                  <a:pt x="237744" y="48768"/>
                </a:lnTo>
                <a:close/>
              </a:path>
              <a:path w="1024254" h="408939">
                <a:moveTo>
                  <a:pt x="303276" y="82296"/>
                </a:moveTo>
                <a:lnTo>
                  <a:pt x="262128" y="60960"/>
                </a:lnTo>
                <a:lnTo>
                  <a:pt x="263258" y="87541"/>
                </a:lnTo>
                <a:lnTo>
                  <a:pt x="264223" y="116967"/>
                </a:lnTo>
                <a:lnTo>
                  <a:pt x="264922" y="149263"/>
                </a:lnTo>
                <a:lnTo>
                  <a:pt x="265176" y="184404"/>
                </a:lnTo>
                <a:lnTo>
                  <a:pt x="264922" y="219011"/>
                </a:lnTo>
                <a:lnTo>
                  <a:pt x="264223" y="252031"/>
                </a:lnTo>
                <a:lnTo>
                  <a:pt x="263258" y="283641"/>
                </a:lnTo>
                <a:lnTo>
                  <a:pt x="262128" y="313944"/>
                </a:lnTo>
                <a:lnTo>
                  <a:pt x="289560" y="303276"/>
                </a:lnTo>
                <a:lnTo>
                  <a:pt x="288442" y="289039"/>
                </a:lnTo>
                <a:lnTo>
                  <a:pt x="287464" y="276225"/>
                </a:lnTo>
                <a:lnTo>
                  <a:pt x="286778" y="265137"/>
                </a:lnTo>
                <a:lnTo>
                  <a:pt x="286512" y="256032"/>
                </a:lnTo>
                <a:lnTo>
                  <a:pt x="286512" y="94488"/>
                </a:lnTo>
                <a:lnTo>
                  <a:pt x="303276" y="82296"/>
                </a:lnTo>
                <a:close/>
              </a:path>
              <a:path w="1024254" h="408939">
                <a:moveTo>
                  <a:pt x="384048" y="22860"/>
                </a:moveTo>
                <a:lnTo>
                  <a:pt x="345948" y="6096"/>
                </a:lnTo>
                <a:lnTo>
                  <a:pt x="346837" y="21793"/>
                </a:lnTo>
                <a:lnTo>
                  <a:pt x="347281" y="36766"/>
                </a:lnTo>
                <a:lnTo>
                  <a:pt x="347459" y="50888"/>
                </a:lnTo>
                <a:lnTo>
                  <a:pt x="347472" y="338328"/>
                </a:lnTo>
                <a:lnTo>
                  <a:pt x="348043" y="347713"/>
                </a:lnTo>
                <a:lnTo>
                  <a:pt x="332232" y="365760"/>
                </a:lnTo>
                <a:lnTo>
                  <a:pt x="323088" y="365760"/>
                </a:lnTo>
                <a:lnTo>
                  <a:pt x="311619" y="365506"/>
                </a:lnTo>
                <a:lnTo>
                  <a:pt x="299847" y="364807"/>
                </a:lnTo>
                <a:lnTo>
                  <a:pt x="274320" y="362712"/>
                </a:lnTo>
                <a:lnTo>
                  <a:pt x="274320" y="370332"/>
                </a:lnTo>
                <a:lnTo>
                  <a:pt x="298589" y="377786"/>
                </a:lnTo>
                <a:lnTo>
                  <a:pt x="316420" y="386524"/>
                </a:lnTo>
                <a:lnTo>
                  <a:pt x="327685" y="396697"/>
                </a:lnTo>
                <a:lnTo>
                  <a:pt x="332232" y="408432"/>
                </a:lnTo>
                <a:lnTo>
                  <a:pt x="349973" y="400723"/>
                </a:lnTo>
                <a:lnTo>
                  <a:pt x="369443" y="365760"/>
                </a:lnTo>
                <a:lnTo>
                  <a:pt x="370332" y="35052"/>
                </a:lnTo>
                <a:lnTo>
                  <a:pt x="384048" y="22860"/>
                </a:lnTo>
                <a:close/>
              </a:path>
              <a:path w="1024254" h="408939">
                <a:moveTo>
                  <a:pt x="573024" y="28956"/>
                </a:moveTo>
                <a:lnTo>
                  <a:pt x="566928" y="27432"/>
                </a:lnTo>
                <a:lnTo>
                  <a:pt x="559308" y="27432"/>
                </a:lnTo>
                <a:lnTo>
                  <a:pt x="553212" y="25908"/>
                </a:lnTo>
                <a:lnTo>
                  <a:pt x="530352" y="25908"/>
                </a:lnTo>
                <a:lnTo>
                  <a:pt x="512064" y="27343"/>
                </a:lnTo>
                <a:lnTo>
                  <a:pt x="470916" y="48768"/>
                </a:lnTo>
                <a:lnTo>
                  <a:pt x="450773" y="93776"/>
                </a:lnTo>
                <a:lnTo>
                  <a:pt x="449580" y="114300"/>
                </a:lnTo>
                <a:lnTo>
                  <a:pt x="449580" y="123444"/>
                </a:lnTo>
                <a:lnTo>
                  <a:pt x="422148" y="123444"/>
                </a:lnTo>
                <a:lnTo>
                  <a:pt x="422148" y="156972"/>
                </a:lnTo>
                <a:lnTo>
                  <a:pt x="449580" y="156972"/>
                </a:lnTo>
                <a:lnTo>
                  <a:pt x="449580" y="365760"/>
                </a:lnTo>
                <a:lnTo>
                  <a:pt x="490728" y="365760"/>
                </a:lnTo>
                <a:lnTo>
                  <a:pt x="490728" y="156972"/>
                </a:lnTo>
                <a:lnTo>
                  <a:pt x="556260" y="156972"/>
                </a:lnTo>
                <a:lnTo>
                  <a:pt x="556260" y="123444"/>
                </a:lnTo>
                <a:lnTo>
                  <a:pt x="489204" y="123444"/>
                </a:lnTo>
                <a:lnTo>
                  <a:pt x="489204" y="114300"/>
                </a:lnTo>
                <a:lnTo>
                  <a:pt x="499872" y="73152"/>
                </a:lnTo>
                <a:lnTo>
                  <a:pt x="536448" y="60960"/>
                </a:lnTo>
                <a:lnTo>
                  <a:pt x="548640" y="60960"/>
                </a:lnTo>
                <a:lnTo>
                  <a:pt x="566928" y="65532"/>
                </a:lnTo>
                <a:lnTo>
                  <a:pt x="569976" y="67056"/>
                </a:lnTo>
                <a:lnTo>
                  <a:pt x="573024" y="67056"/>
                </a:lnTo>
                <a:lnTo>
                  <a:pt x="573024" y="28956"/>
                </a:lnTo>
                <a:close/>
              </a:path>
              <a:path w="1024254" h="408939">
                <a:moveTo>
                  <a:pt x="591324" y="243840"/>
                </a:moveTo>
                <a:lnTo>
                  <a:pt x="571512" y="243840"/>
                </a:lnTo>
                <a:lnTo>
                  <a:pt x="571512" y="365760"/>
                </a:lnTo>
                <a:lnTo>
                  <a:pt x="591324" y="365760"/>
                </a:lnTo>
                <a:lnTo>
                  <a:pt x="591324" y="243840"/>
                </a:lnTo>
                <a:close/>
              </a:path>
              <a:path w="1024254" h="408939">
                <a:moveTo>
                  <a:pt x="592848" y="201168"/>
                </a:moveTo>
                <a:lnTo>
                  <a:pt x="569988" y="201168"/>
                </a:lnTo>
                <a:lnTo>
                  <a:pt x="569988" y="222504"/>
                </a:lnTo>
                <a:lnTo>
                  <a:pt x="592848" y="222504"/>
                </a:lnTo>
                <a:lnTo>
                  <a:pt x="592848" y="201168"/>
                </a:lnTo>
                <a:close/>
              </a:path>
              <a:path w="1024254" h="408939">
                <a:moveTo>
                  <a:pt x="795528" y="120396"/>
                </a:moveTo>
                <a:lnTo>
                  <a:pt x="763524" y="97536"/>
                </a:lnTo>
                <a:lnTo>
                  <a:pt x="757237" y="111785"/>
                </a:lnTo>
                <a:lnTo>
                  <a:pt x="749808" y="126873"/>
                </a:lnTo>
                <a:lnTo>
                  <a:pt x="741235" y="142544"/>
                </a:lnTo>
                <a:lnTo>
                  <a:pt x="731520" y="158496"/>
                </a:lnTo>
                <a:lnTo>
                  <a:pt x="661416" y="160020"/>
                </a:lnTo>
                <a:lnTo>
                  <a:pt x="678827" y="132588"/>
                </a:lnTo>
                <a:lnTo>
                  <a:pt x="696658" y="102870"/>
                </a:lnTo>
                <a:lnTo>
                  <a:pt x="714781" y="70866"/>
                </a:lnTo>
                <a:lnTo>
                  <a:pt x="733044" y="36576"/>
                </a:lnTo>
                <a:lnTo>
                  <a:pt x="748284" y="28956"/>
                </a:lnTo>
                <a:lnTo>
                  <a:pt x="711708" y="9144"/>
                </a:lnTo>
                <a:lnTo>
                  <a:pt x="704316" y="35052"/>
                </a:lnTo>
                <a:lnTo>
                  <a:pt x="695706" y="60769"/>
                </a:lnTo>
                <a:lnTo>
                  <a:pt x="675132" y="111252"/>
                </a:lnTo>
                <a:lnTo>
                  <a:pt x="652272" y="147637"/>
                </a:lnTo>
                <a:lnTo>
                  <a:pt x="633984" y="160020"/>
                </a:lnTo>
                <a:lnTo>
                  <a:pt x="649224" y="192024"/>
                </a:lnTo>
                <a:lnTo>
                  <a:pt x="685800" y="176784"/>
                </a:lnTo>
                <a:lnTo>
                  <a:pt x="725424" y="169164"/>
                </a:lnTo>
                <a:lnTo>
                  <a:pt x="688657" y="219075"/>
                </a:lnTo>
                <a:lnTo>
                  <a:pt x="662419" y="249250"/>
                </a:lnTo>
                <a:lnTo>
                  <a:pt x="643128" y="260604"/>
                </a:lnTo>
                <a:lnTo>
                  <a:pt x="661416" y="292608"/>
                </a:lnTo>
                <a:lnTo>
                  <a:pt x="706424" y="270535"/>
                </a:lnTo>
                <a:lnTo>
                  <a:pt x="747712" y="257556"/>
                </a:lnTo>
                <a:lnTo>
                  <a:pt x="794004" y="245364"/>
                </a:lnTo>
                <a:lnTo>
                  <a:pt x="794004" y="239268"/>
                </a:lnTo>
                <a:lnTo>
                  <a:pt x="673608" y="257556"/>
                </a:lnTo>
                <a:lnTo>
                  <a:pt x="701636" y="225552"/>
                </a:lnTo>
                <a:lnTo>
                  <a:pt x="728662" y="193548"/>
                </a:lnTo>
                <a:lnTo>
                  <a:pt x="748601" y="169164"/>
                </a:lnTo>
                <a:lnTo>
                  <a:pt x="754837" y="161544"/>
                </a:lnTo>
                <a:lnTo>
                  <a:pt x="756056" y="160020"/>
                </a:lnTo>
                <a:lnTo>
                  <a:pt x="780288" y="129540"/>
                </a:lnTo>
                <a:lnTo>
                  <a:pt x="795528" y="120396"/>
                </a:lnTo>
                <a:close/>
              </a:path>
              <a:path w="1024254" h="408939">
                <a:moveTo>
                  <a:pt x="798576" y="316992"/>
                </a:moveTo>
                <a:lnTo>
                  <a:pt x="797052" y="309372"/>
                </a:lnTo>
                <a:lnTo>
                  <a:pt x="735330" y="327279"/>
                </a:lnTo>
                <a:lnTo>
                  <a:pt x="711327" y="333806"/>
                </a:lnTo>
                <a:lnTo>
                  <a:pt x="691896" y="338328"/>
                </a:lnTo>
                <a:lnTo>
                  <a:pt x="675347" y="342379"/>
                </a:lnTo>
                <a:lnTo>
                  <a:pt x="660082" y="345567"/>
                </a:lnTo>
                <a:lnTo>
                  <a:pt x="633984" y="350520"/>
                </a:lnTo>
                <a:lnTo>
                  <a:pt x="650748" y="382524"/>
                </a:lnTo>
                <a:lnTo>
                  <a:pt x="667639" y="372503"/>
                </a:lnTo>
                <a:lnTo>
                  <a:pt x="697801" y="358330"/>
                </a:lnTo>
                <a:lnTo>
                  <a:pt x="741413" y="339877"/>
                </a:lnTo>
                <a:lnTo>
                  <a:pt x="798576" y="316992"/>
                </a:lnTo>
                <a:close/>
              </a:path>
              <a:path w="1024254" h="408939">
                <a:moveTo>
                  <a:pt x="1002792" y="256032"/>
                </a:moveTo>
                <a:lnTo>
                  <a:pt x="993648" y="246888"/>
                </a:lnTo>
                <a:lnTo>
                  <a:pt x="978408" y="231648"/>
                </a:lnTo>
                <a:lnTo>
                  <a:pt x="964692" y="244119"/>
                </a:lnTo>
                <a:lnTo>
                  <a:pt x="964692" y="257556"/>
                </a:lnTo>
                <a:lnTo>
                  <a:pt x="964692" y="356616"/>
                </a:lnTo>
                <a:lnTo>
                  <a:pt x="841248" y="356616"/>
                </a:lnTo>
                <a:lnTo>
                  <a:pt x="841248" y="257556"/>
                </a:lnTo>
                <a:lnTo>
                  <a:pt x="964692" y="257556"/>
                </a:lnTo>
                <a:lnTo>
                  <a:pt x="964692" y="244119"/>
                </a:lnTo>
                <a:lnTo>
                  <a:pt x="961644" y="246888"/>
                </a:lnTo>
                <a:lnTo>
                  <a:pt x="844296" y="246888"/>
                </a:lnTo>
                <a:lnTo>
                  <a:pt x="816864" y="231648"/>
                </a:lnTo>
                <a:lnTo>
                  <a:pt x="817092" y="249250"/>
                </a:lnTo>
                <a:lnTo>
                  <a:pt x="817181" y="253936"/>
                </a:lnTo>
                <a:lnTo>
                  <a:pt x="818159" y="294233"/>
                </a:lnTo>
                <a:lnTo>
                  <a:pt x="818299" y="309372"/>
                </a:lnTo>
                <a:lnTo>
                  <a:pt x="818184" y="339877"/>
                </a:lnTo>
                <a:lnTo>
                  <a:pt x="818095" y="345567"/>
                </a:lnTo>
                <a:lnTo>
                  <a:pt x="817105" y="386892"/>
                </a:lnTo>
                <a:lnTo>
                  <a:pt x="816864" y="406908"/>
                </a:lnTo>
                <a:lnTo>
                  <a:pt x="841248" y="394716"/>
                </a:lnTo>
                <a:lnTo>
                  <a:pt x="841248" y="367284"/>
                </a:lnTo>
                <a:lnTo>
                  <a:pt x="964692" y="367284"/>
                </a:lnTo>
                <a:lnTo>
                  <a:pt x="964692" y="402336"/>
                </a:lnTo>
                <a:lnTo>
                  <a:pt x="987552" y="391668"/>
                </a:lnTo>
                <a:lnTo>
                  <a:pt x="987323" y="382270"/>
                </a:lnTo>
                <a:lnTo>
                  <a:pt x="986904" y="372503"/>
                </a:lnTo>
                <a:lnTo>
                  <a:pt x="986688" y="367284"/>
                </a:lnTo>
                <a:lnTo>
                  <a:pt x="986320" y="356616"/>
                </a:lnTo>
                <a:lnTo>
                  <a:pt x="986129" y="345567"/>
                </a:lnTo>
                <a:lnTo>
                  <a:pt x="986028" y="266700"/>
                </a:lnTo>
                <a:lnTo>
                  <a:pt x="1000404" y="257556"/>
                </a:lnTo>
                <a:lnTo>
                  <a:pt x="1002792" y="256032"/>
                </a:lnTo>
                <a:close/>
              </a:path>
              <a:path w="1024254" h="408939">
                <a:moveTo>
                  <a:pt x="1024128" y="105156"/>
                </a:moveTo>
                <a:lnTo>
                  <a:pt x="995172" y="73152"/>
                </a:lnTo>
                <a:lnTo>
                  <a:pt x="973836" y="94488"/>
                </a:lnTo>
                <a:lnTo>
                  <a:pt x="909828" y="94488"/>
                </a:lnTo>
                <a:lnTo>
                  <a:pt x="909828" y="35052"/>
                </a:lnTo>
                <a:lnTo>
                  <a:pt x="928116" y="22860"/>
                </a:lnTo>
                <a:lnTo>
                  <a:pt x="885444" y="0"/>
                </a:lnTo>
                <a:lnTo>
                  <a:pt x="886333" y="14554"/>
                </a:lnTo>
                <a:lnTo>
                  <a:pt x="886777" y="35052"/>
                </a:lnTo>
                <a:lnTo>
                  <a:pt x="886942" y="60769"/>
                </a:lnTo>
                <a:lnTo>
                  <a:pt x="886968" y="94488"/>
                </a:lnTo>
                <a:lnTo>
                  <a:pt x="786384" y="94488"/>
                </a:lnTo>
                <a:lnTo>
                  <a:pt x="801624" y="109728"/>
                </a:lnTo>
                <a:lnTo>
                  <a:pt x="811936" y="107734"/>
                </a:lnTo>
                <a:lnTo>
                  <a:pt x="822388" y="106299"/>
                </a:lnTo>
                <a:lnTo>
                  <a:pt x="833132" y="105448"/>
                </a:lnTo>
                <a:lnTo>
                  <a:pt x="844296" y="105156"/>
                </a:lnTo>
                <a:lnTo>
                  <a:pt x="886968" y="105156"/>
                </a:lnTo>
                <a:lnTo>
                  <a:pt x="886968" y="182880"/>
                </a:lnTo>
                <a:lnTo>
                  <a:pt x="801624" y="182880"/>
                </a:lnTo>
                <a:lnTo>
                  <a:pt x="818388" y="198120"/>
                </a:lnTo>
                <a:lnTo>
                  <a:pt x="827824" y="196126"/>
                </a:lnTo>
                <a:lnTo>
                  <a:pt x="837819" y="194691"/>
                </a:lnTo>
                <a:lnTo>
                  <a:pt x="848398" y="193840"/>
                </a:lnTo>
                <a:lnTo>
                  <a:pt x="859536" y="193548"/>
                </a:lnTo>
                <a:lnTo>
                  <a:pt x="1007364" y="193548"/>
                </a:lnTo>
                <a:lnTo>
                  <a:pt x="978408" y="161544"/>
                </a:lnTo>
                <a:lnTo>
                  <a:pt x="957072" y="182880"/>
                </a:lnTo>
                <a:lnTo>
                  <a:pt x="909828" y="182880"/>
                </a:lnTo>
                <a:lnTo>
                  <a:pt x="909828" y="105156"/>
                </a:lnTo>
                <a:lnTo>
                  <a:pt x="1024128" y="10515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" name="object 45"/>
          <p:cNvSpPr/>
          <p:nvPr/>
        </p:nvSpPr>
        <p:spPr>
          <a:xfrm>
            <a:off x="7117080" y="3538727"/>
            <a:ext cx="403860" cy="411480"/>
          </a:xfrm>
          <a:custGeom>
            <a:avLst/>
            <a:gdLst/>
            <a:ahLst/>
            <a:cxnLst/>
            <a:rect l="l" t="t" r="r" b="b"/>
            <a:pathLst>
              <a:path w="403859" h="411479">
                <a:moveTo>
                  <a:pt x="214883" y="64008"/>
                </a:moveTo>
                <a:lnTo>
                  <a:pt x="188975" y="64008"/>
                </a:lnTo>
                <a:lnTo>
                  <a:pt x="188737" y="48006"/>
                </a:lnTo>
                <a:lnTo>
                  <a:pt x="187690" y="16002"/>
                </a:lnTo>
                <a:lnTo>
                  <a:pt x="187451" y="0"/>
                </a:lnTo>
                <a:lnTo>
                  <a:pt x="231647" y="19812"/>
                </a:lnTo>
                <a:lnTo>
                  <a:pt x="214883" y="33528"/>
                </a:lnTo>
                <a:lnTo>
                  <a:pt x="214883" y="64008"/>
                </a:lnTo>
                <a:close/>
              </a:path>
              <a:path w="403859" h="411479">
                <a:moveTo>
                  <a:pt x="22859" y="80772"/>
                </a:moveTo>
                <a:lnTo>
                  <a:pt x="7619" y="64008"/>
                </a:lnTo>
                <a:lnTo>
                  <a:pt x="344424" y="64008"/>
                </a:lnTo>
                <a:lnTo>
                  <a:pt x="368808" y="39624"/>
                </a:lnTo>
                <a:lnTo>
                  <a:pt x="403860" y="74676"/>
                </a:lnTo>
                <a:lnTo>
                  <a:pt x="65531" y="74676"/>
                </a:lnTo>
                <a:lnTo>
                  <a:pt x="54363" y="74985"/>
                </a:lnTo>
                <a:lnTo>
                  <a:pt x="43624" y="76009"/>
                </a:lnTo>
                <a:lnTo>
                  <a:pt x="33170" y="77890"/>
                </a:lnTo>
                <a:lnTo>
                  <a:pt x="22859" y="80772"/>
                </a:lnTo>
                <a:close/>
              </a:path>
              <a:path w="403859" h="411479">
                <a:moveTo>
                  <a:pt x="214883" y="131064"/>
                </a:moveTo>
                <a:lnTo>
                  <a:pt x="188975" y="131064"/>
                </a:lnTo>
                <a:lnTo>
                  <a:pt x="188975" y="74676"/>
                </a:lnTo>
                <a:lnTo>
                  <a:pt x="214883" y="74676"/>
                </a:lnTo>
                <a:lnTo>
                  <a:pt x="214883" y="131064"/>
                </a:lnTo>
                <a:close/>
              </a:path>
              <a:path w="403859" h="411479">
                <a:moveTo>
                  <a:pt x="347980" y="131064"/>
                </a:moveTo>
                <a:lnTo>
                  <a:pt x="307847" y="131064"/>
                </a:lnTo>
                <a:lnTo>
                  <a:pt x="321564" y="111252"/>
                </a:lnTo>
                <a:lnTo>
                  <a:pt x="347980" y="131064"/>
                </a:lnTo>
                <a:close/>
              </a:path>
              <a:path w="403859" h="411479">
                <a:moveTo>
                  <a:pt x="65531" y="269748"/>
                </a:moveTo>
                <a:lnTo>
                  <a:pt x="65770" y="252055"/>
                </a:lnTo>
                <a:lnTo>
                  <a:pt x="66817" y="213812"/>
                </a:lnTo>
                <a:lnTo>
                  <a:pt x="67055" y="193548"/>
                </a:lnTo>
                <a:lnTo>
                  <a:pt x="66817" y="173235"/>
                </a:lnTo>
                <a:lnTo>
                  <a:pt x="65779" y="134112"/>
                </a:lnTo>
                <a:lnTo>
                  <a:pt x="65531" y="114300"/>
                </a:lnTo>
                <a:lnTo>
                  <a:pt x="94487" y="131064"/>
                </a:lnTo>
                <a:lnTo>
                  <a:pt x="347980" y="131064"/>
                </a:lnTo>
                <a:lnTo>
                  <a:pt x="352044" y="134112"/>
                </a:lnTo>
                <a:lnTo>
                  <a:pt x="342246" y="141732"/>
                </a:lnTo>
                <a:lnTo>
                  <a:pt x="92963" y="141732"/>
                </a:lnTo>
                <a:lnTo>
                  <a:pt x="92963" y="222504"/>
                </a:lnTo>
                <a:lnTo>
                  <a:pt x="338843" y="222504"/>
                </a:lnTo>
                <a:lnTo>
                  <a:pt x="338970" y="228790"/>
                </a:lnTo>
                <a:lnTo>
                  <a:pt x="339203" y="233172"/>
                </a:lnTo>
                <a:lnTo>
                  <a:pt x="92963" y="233172"/>
                </a:lnTo>
                <a:lnTo>
                  <a:pt x="92963" y="257556"/>
                </a:lnTo>
                <a:lnTo>
                  <a:pt x="65531" y="269748"/>
                </a:lnTo>
                <a:close/>
              </a:path>
              <a:path w="403859" h="411479">
                <a:moveTo>
                  <a:pt x="214883" y="222504"/>
                </a:moveTo>
                <a:lnTo>
                  <a:pt x="188975" y="222504"/>
                </a:lnTo>
                <a:lnTo>
                  <a:pt x="188975" y="141732"/>
                </a:lnTo>
                <a:lnTo>
                  <a:pt x="214883" y="141732"/>
                </a:lnTo>
                <a:lnTo>
                  <a:pt x="214883" y="222504"/>
                </a:lnTo>
                <a:close/>
              </a:path>
              <a:path w="403859" h="411479">
                <a:moveTo>
                  <a:pt x="338843" y="222504"/>
                </a:moveTo>
                <a:lnTo>
                  <a:pt x="312419" y="222504"/>
                </a:lnTo>
                <a:lnTo>
                  <a:pt x="312419" y="141732"/>
                </a:lnTo>
                <a:lnTo>
                  <a:pt x="342246" y="141732"/>
                </a:lnTo>
                <a:lnTo>
                  <a:pt x="338328" y="144780"/>
                </a:lnTo>
                <a:lnTo>
                  <a:pt x="338441" y="193548"/>
                </a:lnTo>
                <a:lnTo>
                  <a:pt x="338518" y="206502"/>
                </a:lnTo>
                <a:lnTo>
                  <a:pt x="338843" y="222504"/>
                </a:lnTo>
                <a:close/>
              </a:path>
              <a:path w="403859" h="411479">
                <a:moveTo>
                  <a:pt x="4571" y="399288"/>
                </a:moveTo>
                <a:lnTo>
                  <a:pt x="0" y="394716"/>
                </a:lnTo>
                <a:lnTo>
                  <a:pt x="42428" y="366357"/>
                </a:lnTo>
                <a:lnTo>
                  <a:pt x="80101" y="336096"/>
                </a:lnTo>
                <a:lnTo>
                  <a:pt x="113019" y="303861"/>
                </a:lnTo>
                <a:lnTo>
                  <a:pt x="141183" y="269577"/>
                </a:lnTo>
                <a:lnTo>
                  <a:pt x="164591" y="233172"/>
                </a:lnTo>
                <a:lnTo>
                  <a:pt x="214883" y="233172"/>
                </a:lnTo>
                <a:lnTo>
                  <a:pt x="214888" y="245364"/>
                </a:lnTo>
                <a:lnTo>
                  <a:pt x="188975" y="245364"/>
                </a:lnTo>
                <a:lnTo>
                  <a:pt x="160434" y="285073"/>
                </a:lnTo>
                <a:lnTo>
                  <a:pt x="127796" y="320174"/>
                </a:lnTo>
                <a:lnTo>
                  <a:pt x="90988" y="350812"/>
                </a:lnTo>
                <a:lnTo>
                  <a:pt x="49938" y="377135"/>
                </a:lnTo>
                <a:lnTo>
                  <a:pt x="4571" y="399288"/>
                </a:lnTo>
                <a:close/>
              </a:path>
              <a:path w="403859" h="411479">
                <a:moveTo>
                  <a:pt x="362712" y="387096"/>
                </a:moveTo>
                <a:lnTo>
                  <a:pt x="314658" y="355973"/>
                </a:lnTo>
                <a:lnTo>
                  <a:pt x="275462" y="319849"/>
                </a:lnTo>
                <a:lnTo>
                  <a:pt x="244840" y="278868"/>
                </a:lnTo>
                <a:lnTo>
                  <a:pt x="222503" y="233172"/>
                </a:lnTo>
                <a:lnTo>
                  <a:pt x="231647" y="233172"/>
                </a:lnTo>
                <a:lnTo>
                  <a:pt x="262794" y="278606"/>
                </a:lnTo>
                <a:lnTo>
                  <a:pt x="301370" y="314325"/>
                </a:lnTo>
                <a:lnTo>
                  <a:pt x="347376" y="340328"/>
                </a:lnTo>
                <a:lnTo>
                  <a:pt x="400812" y="356616"/>
                </a:lnTo>
                <a:lnTo>
                  <a:pt x="400812" y="364236"/>
                </a:lnTo>
                <a:lnTo>
                  <a:pt x="385643" y="367379"/>
                </a:lnTo>
                <a:lnTo>
                  <a:pt x="374332" y="372237"/>
                </a:lnTo>
                <a:lnTo>
                  <a:pt x="366736" y="378809"/>
                </a:lnTo>
                <a:lnTo>
                  <a:pt x="362712" y="387096"/>
                </a:lnTo>
                <a:close/>
              </a:path>
              <a:path w="403859" h="411479">
                <a:moveTo>
                  <a:pt x="312419" y="257556"/>
                </a:moveTo>
                <a:lnTo>
                  <a:pt x="312419" y="233172"/>
                </a:lnTo>
                <a:lnTo>
                  <a:pt x="339203" y="233172"/>
                </a:lnTo>
                <a:lnTo>
                  <a:pt x="339852" y="245364"/>
                </a:lnTo>
                <a:lnTo>
                  <a:pt x="312419" y="257556"/>
                </a:lnTo>
                <a:close/>
              </a:path>
              <a:path w="403859" h="411479">
                <a:moveTo>
                  <a:pt x="187451" y="411480"/>
                </a:moveTo>
                <a:lnTo>
                  <a:pt x="187616" y="387096"/>
                </a:lnTo>
                <a:lnTo>
                  <a:pt x="187741" y="372237"/>
                </a:lnTo>
                <a:lnTo>
                  <a:pt x="188217" y="336096"/>
                </a:lnTo>
                <a:lnTo>
                  <a:pt x="188737" y="292750"/>
                </a:lnTo>
                <a:lnTo>
                  <a:pt x="188975" y="245364"/>
                </a:lnTo>
                <a:lnTo>
                  <a:pt x="214888" y="245364"/>
                </a:lnTo>
                <a:lnTo>
                  <a:pt x="214995" y="320174"/>
                </a:lnTo>
                <a:lnTo>
                  <a:pt x="215074" y="342900"/>
                </a:lnTo>
                <a:lnTo>
                  <a:pt x="215526" y="377190"/>
                </a:lnTo>
                <a:lnTo>
                  <a:pt x="216407" y="397764"/>
                </a:lnTo>
                <a:lnTo>
                  <a:pt x="187451" y="41148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" name="object 46"/>
          <p:cNvSpPr/>
          <p:nvPr/>
        </p:nvSpPr>
        <p:spPr>
          <a:xfrm>
            <a:off x="7566647" y="3567683"/>
            <a:ext cx="382905" cy="428625"/>
          </a:xfrm>
          <a:custGeom>
            <a:avLst/>
            <a:gdLst/>
            <a:ahLst/>
            <a:cxnLst/>
            <a:rect l="l" t="t" r="r" b="b"/>
            <a:pathLst>
              <a:path w="382904" h="428625">
                <a:moveTo>
                  <a:pt x="131064" y="0"/>
                </a:moveTo>
                <a:lnTo>
                  <a:pt x="82296" y="0"/>
                </a:lnTo>
                <a:lnTo>
                  <a:pt x="63995" y="23152"/>
                </a:lnTo>
                <a:lnTo>
                  <a:pt x="33655" y="71158"/>
                </a:lnTo>
                <a:lnTo>
                  <a:pt x="12217" y="122288"/>
                </a:lnTo>
                <a:lnTo>
                  <a:pt x="1409" y="181102"/>
                </a:lnTo>
                <a:lnTo>
                  <a:pt x="0" y="213360"/>
                </a:lnTo>
                <a:lnTo>
                  <a:pt x="1435" y="246507"/>
                </a:lnTo>
                <a:lnTo>
                  <a:pt x="12865" y="305943"/>
                </a:lnTo>
                <a:lnTo>
                  <a:pt x="34290" y="357098"/>
                </a:lnTo>
                <a:lnTo>
                  <a:pt x="64008" y="405104"/>
                </a:lnTo>
                <a:lnTo>
                  <a:pt x="82296" y="428244"/>
                </a:lnTo>
                <a:lnTo>
                  <a:pt x="131064" y="428244"/>
                </a:lnTo>
                <a:lnTo>
                  <a:pt x="131064" y="425196"/>
                </a:lnTo>
                <a:lnTo>
                  <a:pt x="122834" y="417563"/>
                </a:lnTo>
                <a:lnTo>
                  <a:pt x="114300" y="408622"/>
                </a:lnTo>
                <a:lnTo>
                  <a:pt x="89585" y="377786"/>
                </a:lnTo>
                <a:lnTo>
                  <a:pt x="62039" y="325882"/>
                </a:lnTo>
                <a:lnTo>
                  <a:pt x="47244" y="281940"/>
                </a:lnTo>
                <a:lnTo>
                  <a:pt x="38671" y="231368"/>
                </a:lnTo>
                <a:lnTo>
                  <a:pt x="38100" y="213360"/>
                </a:lnTo>
                <a:lnTo>
                  <a:pt x="38671" y="196240"/>
                </a:lnTo>
                <a:lnTo>
                  <a:pt x="51231" y="130594"/>
                </a:lnTo>
                <a:lnTo>
                  <a:pt x="68580" y="86868"/>
                </a:lnTo>
                <a:lnTo>
                  <a:pt x="89801" y="48945"/>
                </a:lnTo>
                <a:lnTo>
                  <a:pt x="113728" y="18669"/>
                </a:lnTo>
                <a:lnTo>
                  <a:pt x="131064" y="1524"/>
                </a:lnTo>
                <a:lnTo>
                  <a:pt x="131064" y="0"/>
                </a:lnTo>
                <a:close/>
              </a:path>
              <a:path w="382904" h="428625">
                <a:moveTo>
                  <a:pt x="338340" y="268224"/>
                </a:moveTo>
                <a:lnTo>
                  <a:pt x="324624" y="225552"/>
                </a:lnTo>
                <a:lnTo>
                  <a:pt x="283476" y="202692"/>
                </a:lnTo>
                <a:lnTo>
                  <a:pt x="245376" y="195072"/>
                </a:lnTo>
                <a:lnTo>
                  <a:pt x="239280" y="193548"/>
                </a:lnTo>
                <a:lnTo>
                  <a:pt x="205752" y="167640"/>
                </a:lnTo>
                <a:lnTo>
                  <a:pt x="205752" y="158496"/>
                </a:lnTo>
                <a:lnTo>
                  <a:pt x="234518" y="125730"/>
                </a:lnTo>
                <a:lnTo>
                  <a:pt x="252996" y="123444"/>
                </a:lnTo>
                <a:lnTo>
                  <a:pt x="263017" y="124002"/>
                </a:lnTo>
                <a:lnTo>
                  <a:pt x="301066" y="134810"/>
                </a:lnTo>
                <a:lnTo>
                  <a:pt x="326148" y="150876"/>
                </a:lnTo>
                <a:lnTo>
                  <a:pt x="329196" y="150876"/>
                </a:lnTo>
                <a:lnTo>
                  <a:pt x="329196" y="106680"/>
                </a:lnTo>
                <a:lnTo>
                  <a:pt x="321779" y="103276"/>
                </a:lnTo>
                <a:lnTo>
                  <a:pt x="283870" y="92494"/>
                </a:lnTo>
                <a:lnTo>
                  <a:pt x="254520" y="89916"/>
                </a:lnTo>
                <a:lnTo>
                  <a:pt x="234823" y="91084"/>
                </a:lnTo>
                <a:lnTo>
                  <a:pt x="187464" y="109728"/>
                </a:lnTo>
                <a:lnTo>
                  <a:pt x="164744" y="147662"/>
                </a:lnTo>
                <a:lnTo>
                  <a:pt x="163080" y="163068"/>
                </a:lnTo>
                <a:lnTo>
                  <a:pt x="163906" y="175069"/>
                </a:lnTo>
                <a:lnTo>
                  <a:pt x="182981" y="211886"/>
                </a:lnTo>
                <a:lnTo>
                  <a:pt x="216420" y="228600"/>
                </a:lnTo>
                <a:lnTo>
                  <a:pt x="224040" y="231648"/>
                </a:lnTo>
                <a:lnTo>
                  <a:pt x="239280" y="234696"/>
                </a:lnTo>
                <a:lnTo>
                  <a:pt x="248424" y="236220"/>
                </a:lnTo>
                <a:lnTo>
                  <a:pt x="260616" y="239268"/>
                </a:lnTo>
                <a:lnTo>
                  <a:pt x="295668" y="263652"/>
                </a:lnTo>
                <a:lnTo>
                  <a:pt x="295668" y="281940"/>
                </a:lnTo>
                <a:lnTo>
                  <a:pt x="257568" y="307848"/>
                </a:lnTo>
                <a:lnTo>
                  <a:pt x="251472" y="309372"/>
                </a:lnTo>
                <a:lnTo>
                  <a:pt x="243852" y="309372"/>
                </a:lnTo>
                <a:lnTo>
                  <a:pt x="237223" y="309118"/>
                </a:lnTo>
                <a:lnTo>
                  <a:pt x="230898" y="308419"/>
                </a:lnTo>
                <a:lnTo>
                  <a:pt x="217944" y="306324"/>
                </a:lnTo>
                <a:lnTo>
                  <a:pt x="187464" y="294132"/>
                </a:lnTo>
                <a:lnTo>
                  <a:pt x="181368" y="289560"/>
                </a:lnTo>
                <a:lnTo>
                  <a:pt x="167652" y="280416"/>
                </a:lnTo>
                <a:lnTo>
                  <a:pt x="164604" y="277368"/>
                </a:lnTo>
                <a:lnTo>
                  <a:pt x="161556" y="277368"/>
                </a:lnTo>
                <a:lnTo>
                  <a:pt x="161556" y="323088"/>
                </a:lnTo>
                <a:lnTo>
                  <a:pt x="208038" y="339928"/>
                </a:lnTo>
                <a:lnTo>
                  <a:pt x="242328" y="344424"/>
                </a:lnTo>
                <a:lnTo>
                  <a:pt x="254330" y="343903"/>
                </a:lnTo>
                <a:lnTo>
                  <a:pt x="292087" y="334860"/>
                </a:lnTo>
                <a:lnTo>
                  <a:pt x="324243" y="310515"/>
                </a:lnTo>
                <a:lnTo>
                  <a:pt x="337807" y="275971"/>
                </a:lnTo>
                <a:lnTo>
                  <a:pt x="338340" y="268224"/>
                </a:lnTo>
                <a:close/>
              </a:path>
              <a:path w="382904" h="428625">
                <a:moveTo>
                  <a:pt x="381012" y="216408"/>
                </a:moveTo>
                <a:lnTo>
                  <a:pt x="361200" y="216408"/>
                </a:lnTo>
                <a:lnTo>
                  <a:pt x="361200" y="338328"/>
                </a:lnTo>
                <a:lnTo>
                  <a:pt x="381012" y="338328"/>
                </a:lnTo>
                <a:lnTo>
                  <a:pt x="381012" y="216408"/>
                </a:lnTo>
                <a:close/>
              </a:path>
              <a:path w="382904" h="428625">
                <a:moveTo>
                  <a:pt x="382536" y="173736"/>
                </a:moveTo>
                <a:lnTo>
                  <a:pt x="359676" y="173736"/>
                </a:lnTo>
                <a:lnTo>
                  <a:pt x="359676" y="195072"/>
                </a:lnTo>
                <a:lnTo>
                  <a:pt x="382536" y="195072"/>
                </a:lnTo>
                <a:lnTo>
                  <a:pt x="382536" y="17373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pic>
        <p:nvPicPr>
          <p:cNvPr id="47" name="object 47"/>
          <p:cNvPicPr/>
          <p:nvPr/>
        </p:nvPicPr>
        <p:blipFill>
          <a:blip r:embed="rId9" cstate="print"/>
          <a:stretch>
            <a:fillRect/>
          </a:stretch>
        </p:blipFill>
        <p:spPr>
          <a:xfrm>
            <a:off x="8005572" y="3639311"/>
            <a:ext cx="233172" cy="249936"/>
          </a:xfrm>
          <a:prstGeom prst="rect">
            <a:avLst/>
          </a:prstGeom>
        </p:spPr>
      </p:pic>
      <p:sp>
        <p:nvSpPr>
          <p:cNvPr id="48" name="object 48"/>
          <p:cNvSpPr/>
          <p:nvPr/>
        </p:nvSpPr>
        <p:spPr>
          <a:xfrm>
            <a:off x="8296656" y="3566159"/>
            <a:ext cx="330835" cy="429895"/>
          </a:xfrm>
          <a:custGeom>
            <a:avLst/>
            <a:gdLst/>
            <a:ahLst/>
            <a:cxnLst/>
            <a:rect l="l" t="t" r="r" b="b"/>
            <a:pathLst>
              <a:path w="330834" h="429895">
                <a:moveTo>
                  <a:pt x="150876" y="3048"/>
                </a:moveTo>
                <a:lnTo>
                  <a:pt x="144780" y="1524"/>
                </a:lnTo>
                <a:lnTo>
                  <a:pt x="138684" y="1524"/>
                </a:lnTo>
                <a:lnTo>
                  <a:pt x="131064" y="0"/>
                </a:lnTo>
                <a:lnTo>
                  <a:pt x="108204" y="0"/>
                </a:lnTo>
                <a:lnTo>
                  <a:pt x="89916" y="1435"/>
                </a:lnTo>
                <a:lnTo>
                  <a:pt x="48768" y="22860"/>
                </a:lnTo>
                <a:lnTo>
                  <a:pt x="28613" y="67868"/>
                </a:lnTo>
                <a:lnTo>
                  <a:pt x="27432" y="88392"/>
                </a:lnTo>
                <a:lnTo>
                  <a:pt x="27432" y="97536"/>
                </a:lnTo>
                <a:lnTo>
                  <a:pt x="0" y="97536"/>
                </a:lnTo>
                <a:lnTo>
                  <a:pt x="0" y="131064"/>
                </a:lnTo>
                <a:lnTo>
                  <a:pt x="27432" y="131064"/>
                </a:lnTo>
                <a:lnTo>
                  <a:pt x="27432" y="339852"/>
                </a:lnTo>
                <a:lnTo>
                  <a:pt x="68580" y="339852"/>
                </a:lnTo>
                <a:lnTo>
                  <a:pt x="68580" y="131064"/>
                </a:lnTo>
                <a:lnTo>
                  <a:pt x="134112" y="131064"/>
                </a:lnTo>
                <a:lnTo>
                  <a:pt x="134112" y="97536"/>
                </a:lnTo>
                <a:lnTo>
                  <a:pt x="67056" y="97536"/>
                </a:lnTo>
                <a:lnTo>
                  <a:pt x="67056" y="88392"/>
                </a:lnTo>
                <a:lnTo>
                  <a:pt x="77724" y="47244"/>
                </a:lnTo>
                <a:lnTo>
                  <a:pt x="114300" y="35052"/>
                </a:lnTo>
                <a:lnTo>
                  <a:pt x="126492" y="35052"/>
                </a:lnTo>
                <a:lnTo>
                  <a:pt x="132588" y="36576"/>
                </a:lnTo>
                <a:lnTo>
                  <a:pt x="140208" y="38100"/>
                </a:lnTo>
                <a:lnTo>
                  <a:pt x="144780" y="39624"/>
                </a:lnTo>
                <a:lnTo>
                  <a:pt x="147828" y="41148"/>
                </a:lnTo>
                <a:lnTo>
                  <a:pt x="150876" y="41148"/>
                </a:lnTo>
                <a:lnTo>
                  <a:pt x="150876" y="3048"/>
                </a:lnTo>
                <a:close/>
              </a:path>
              <a:path w="330834" h="429895">
                <a:moveTo>
                  <a:pt x="169151" y="217932"/>
                </a:moveTo>
                <a:lnTo>
                  <a:pt x="149339" y="217932"/>
                </a:lnTo>
                <a:lnTo>
                  <a:pt x="149339" y="339852"/>
                </a:lnTo>
                <a:lnTo>
                  <a:pt x="169151" y="339852"/>
                </a:lnTo>
                <a:lnTo>
                  <a:pt x="169151" y="217932"/>
                </a:lnTo>
                <a:close/>
              </a:path>
              <a:path w="330834" h="429895">
                <a:moveTo>
                  <a:pt x="170675" y="175260"/>
                </a:moveTo>
                <a:lnTo>
                  <a:pt x="147815" y="175260"/>
                </a:lnTo>
                <a:lnTo>
                  <a:pt x="147815" y="196596"/>
                </a:lnTo>
                <a:lnTo>
                  <a:pt x="170675" y="196596"/>
                </a:lnTo>
                <a:lnTo>
                  <a:pt x="170675" y="175260"/>
                </a:lnTo>
                <a:close/>
              </a:path>
              <a:path w="330834" h="429895">
                <a:moveTo>
                  <a:pt x="330708" y="214884"/>
                </a:moveTo>
                <a:lnTo>
                  <a:pt x="325183" y="152209"/>
                </a:lnTo>
                <a:lnTo>
                  <a:pt x="309372" y="97536"/>
                </a:lnTo>
                <a:lnTo>
                  <a:pt x="283083" y="48387"/>
                </a:lnTo>
                <a:lnTo>
                  <a:pt x="249936" y="1524"/>
                </a:lnTo>
                <a:lnTo>
                  <a:pt x="199644" y="1524"/>
                </a:lnTo>
                <a:lnTo>
                  <a:pt x="199644" y="3048"/>
                </a:lnTo>
                <a:lnTo>
                  <a:pt x="208521" y="11341"/>
                </a:lnTo>
                <a:lnTo>
                  <a:pt x="216979" y="20193"/>
                </a:lnTo>
                <a:lnTo>
                  <a:pt x="241147" y="51104"/>
                </a:lnTo>
                <a:lnTo>
                  <a:pt x="263652" y="88392"/>
                </a:lnTo>
                <a:lnTo>
                  <a:pt x="280365" y="132118"/>
                </a:lnTo>
                <a:lnTo>
                  <a:pt x="290512" y="180784"/>
                </a:lnTo>
                <a:lnTo>
                  <a:pt x="292608" y="214884"/>
                </a:lnTo>
                <a:lnTo>
                  <a:pt x="292049" y="232892"/>
                </a:lnTo>
                <a:lnTo>
                  <a:pt x="284988" y="283464"/>
                </a:lnTo>
                <a:lnTo>
                  <a:pt x="269976" y="327406"/>
                </a:lnTo>
                <a:lnTo>
                  <a:pt x="249555" y="366903"/>
                </a:lnTo>
                <a:lnTo>
                  <a:pt x="225145" y="400367"/>
                </a:lnTo>
                <a:lnTo>
                  <a:pt x="199644" y="426720"/>
                </a:lnTo>
                <a:lnTo>
                  <a:pt x="199644" y="429768"/>
                </a:lnTo>
                <a:lnTo>
                  <a:pt x="249936" y="429768"/>
                </a:lnTo>
                <a:lnTo>
                  <a:pt x="268224" y="406628"/>
                </a:lnTo>
                <a:lnTo>
                  <a:pt x="297942" y="358622"/>
                </a:lnTo>
                <a:lnTo>
                  <a:pt x="318490" y="306832"/>
                </a:lnTo>
                <a:lnTo>
                  <a:pt x="329298" y="247827"/>
                </a:lnTo>
                <a:lnTo>
                  <a:pt x="330708" y="21488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pic>
        <p:nvPicPr>
          <p:cNvPr id="49" name="object 49"/>
          <p:cNvPicPr/>
          <p:nvPr/>
        </p:nvPicPr>
        <p:blipFill>
          <a:blip r:embed="rId10" cstate="print"/>
          <a:stretch>
            <a:fillRect/>
          </a:stretch>
        </p:blipFill>
        <p:spPr>
          <a:xfrm>
            <a:off x="8712707" y="3811523"/>
            <a:ext cx="96012" cy="96012"/>
          </a:xfrm>
          <a:prstGeom prst="rect">
            <a:avLst/>
          </a:prstGeom>
        </p:spPr>
      </p:pic>
      <p:sp>
        <p:nvSpPr>
          <p:cNvPr id="50" name="object 50"/>
          <p:cNvSpPr/>
          <p:nvPr/>
        </p:nvSpPr>
        <p:spPr>
          <a:xfrm>
            <a:off x="9201911" y="3561588"/>
            <a:ext cx="257810" cy="382905"/>
          </a:xfrm>
          <a:custGeom>
            <a:avLst/>
            <a:gdLst/>
            <a:ahLst/>
            <a:cxnLst/>
            <a:rect l="l" t="t" r="r" b="b"/>
            <a:pathLst>
              <a:path w="257809" h="382904">
                <a:moveTo>
                  <a:pt x="0" y="382524"/>
                </a:moveTo>
                <a:lnTo>
                  <a:pt x="881" y="347733"/>
                </a:lnTo>
                <a:lnTo>
                  <a:pt x="1333" y="305371"/>
                </a:lnTo>
                <a:lnTo>
                  <a:pt x="1457" y="128016"/>
                </a:lnTo>
                <a:lnTo>
                  <a:pt x="1333" y="88963"/>
                </a:lnTo>
                <a:lnTo>
                  <a:pt x="881" y="41695"/>
                </a:lnTo>
                <a:lnTo>
                  <a:pt x="0" y="0"/>
                </a:lnTo>
                <a:lnTo>
                  <a:pt x="28956" y="19812"/>
                </a:lnTo>
                <a:lnTo>
                  <a:pt x="251269" y="19812"/>
                </a:lnTo>
                <a:lnTo>
                  <a:pt x="257556" y="24383"/>
                </a:lnTo>
                <a:lnTo>
                  <a:pt x="251269" y="28956"/>
                </a:lnTo>
                <a:lnTo>
                  <a:pt x="28956" y="28956"/>
                </a:lnTo>
                <a:lnTo>
                  <a:pt x="28956" y="118872"/>
                </a:lnTo>
                <a:lnTo>
                  <a:pt x="240792" y="118872"/>
                </a:lnTo>
                <a:lnTo>
                  <a:pt x="240792" y="128016"/>
                </a:lnTo>
                <a:lnTo>
                  <a:pt x="28956" y="128016"/>
                </a:lnTo>
                <a:lnTo>
                  <a:pt x="28956" y="214884"/>
                </a:lnTo>
                <a:lnTo>
                  <a:pt x="240792" y="214884"/>
                </a:lnTo>
                <a:lnTo>
                  <a:pt x="240792" y="225552"/>
                </a:lnTo>
                <a:lnTo>
                  <a:pt x="28956" y="225552"/>
                </a:lnTo>
                <a:lnTo>
                  <a:pt x="28956" y="321564"/>
                </a:lnTo>
                <a:lnTo>
                  <a:pt x="240843" y="321564"/>
                </a:lnTo>
                <a:lnTo>
                  <a:pt x="240933" y="332232"/>
                </a:lnTo>
                <a:lnTo>
                  <a:pt x="28956" y="332232"/>
                </a:lnTo>
                <a:lnTo>
                  <a:pt x="28956" y="367284"/>
                </a:lnTo>
                <a:lnTo>
                  <a:pt x="0" y="382524"/>
                </a:lnTo>
                <a:close/>
              </a:path>
              <a:path w="257809" h="382904">
                <a:moveTo>
                  <a:pt x="251269" y="19812"/>
                </a:moveTo>
                <a:lnTo>
                  <a:pt x="210312" y="19812"/>
                </a:lnTo>
                <a:lnTo>
                  <a:pt x="224028" y="0"/>
                </a:lnTo>
                <a:lnTo>
                  <a:pt x="251269" y="19812"/>
                </a:lnTo>
                <a:close/>
              </a:path>
              <a:path w="257809" h="382904">
                <a:moveTo>
                  <a:pt x="240792" y="118872"/>
                </a:moveTo>
                <a:lnTo>
                  <a:pt x="214884" y="118872"/>
                </a:lnTo>
                <a:lnTo>
                  <a:pt x="214884" y="28956"/>
                </a:lnTo>
                <a:lnTo>
                  <a:pt x="251269" y="28956"/>
                </a:lnTo>
                <a:lnTo>
                  <a:pt x="240792" y="36576"/>
                </a:lnTo>
                <a:lnTo>
                  <a:pt x="240792" y="118872"/>
                </a:lnTo>
                <a:close/>
              </a:path>
              <a:path w="257809" h="382904">
                <a:moveTo>
                  <a:pt x="240792" y="214884"/>
                </a:moveTo>
                <a:lnTo>
                  <a:pt x="214884" y="214884"/>
                </a:lnTo>
                <a:lnTo>
                  <a:pt x="214884" y="128016"/>
                </a:lnTo>
                <a:lnTo>
                  <a:pt x="240792" y="128016"/>
                </a:lnTo>
                <a:lnTo>
                  <a:pt x="240792" y="214884"/>
                </a:lnTo>
                <a:close/>
              </a:path>
              <a:path w="257809" h="382904">
                <a:moveTo>
                  <a:pt x="240843" y="321564"/>
                </a:moveTo>
                <a:lnTo>
                  <a:pt x="214884" y="321564"/>
                </a:lnTo>
                <a:lnTo>
                  <a:pt x="214884" y="225552"/>
                </a:lnTo>
                <a:lnTo>
                  <a:pt x="240792" y="225552"/>
                </a:lnTo>
                <a:lnTo>
                  <a:pt x="240843" y="321564"/>
                </a:lnTo>
                <a:close/>
              </a:path>
              <a:path w="257809" h="382904">
                <a:moveTo>
                  <a:pt x="214884" y="381000"/>
                </a:moveTo>
                <a:lnTo>
                  <a:pt x="214884" y="332232"/>
                </a:lnTo>
                <a:lnTo>
                  <a:pt x="240933" y="332232"/>
                </a:lnTo>
                <a:lnTo>
                  <a:pt x="240982" y="338137"/>
                </a:lnTo>
                <a:lnTo>
                  <a:pt x="241434" y="354353"/>
                </a:lnTo>
                <a:lnTo>
                  <a:pt x="242316" y="367284"/>
                </a:lnTo>
                <a:lnTo>
                  <a:pt x="214884" y="38100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" name="object 51"/>
          <p:cNvSpPr/>
          <p:nvPr/>
        </p:nvSpPr>
        <p:spPr>
          <a:xfrm>
            <a:off x="9564623" y="3538728"/>
            <a:ext cx="408940" cy="410209"/>
          </a:xfrm>
          <a:custGeom>
            <a:avLst/>
            <a:gdLst/>
            <a:ahLst/>
            <a:cxnLst/>
            <a:rect l="l" t="t" r="r" b="b"/>
            <a:pathLst>
              <a:path w="408940" h="410210">
                <a:moveTo>
                  <a:pt x="96012" y="114300"/>
                </a:moveTo>
                <a:lnTo>
                  <a:pt x="71627" y="114300"/>
                </a:lnTo>
                <a:lnTo>
                  <a:pt x="71604" y="82938"/>
                </a:lnTo>
                <a:lnTo>
                  <a:pt x="71464" y="57912"/>
                </a:lnTo>
                <a:lnTo>
                  <a:pt x="71341" y="47243"/>
                </a:lnTo>
                <a:lnTo>
                  <a:pt x="70985" y="25360"/>
                </a:lnTo>
                <a:lnTo>
                  <a:pt x="70103" y="0"/>
                </a:lnTo>
                <a:lnTo>
                  <a:pt x="112776" y="21336"/>
                </a:lnTo>
                <a:lnTo>
                  <a:pt x="96012" y="33528"/>
                </a:lnTo>
                <a:lnTo>
                  <a:pt x="96012" y="114300"/>
                </a:lnTo>
                <a:close/>
              </a:path>
              <a:path w="408940" h="410210">
                <a:moveTo>
                  <a:pt x="185927" y="60960"/>
                </a:moveTo>
                <a:lnTo>
                  <a:pt x="170687" y="47243"/>
                </a:lnTo>
                <a:lnTo>
                  <a:pt x="326136" y="47243"/>
                </a:lnTo>
                <a:lnTo>
                  <a:pt x="347472" y="25908"/>
                </a:lnTo>
                <a:lnTo>
                  <a:pt x="377952" y="57912"/>
                </a:lnTo>
                <a:lnTo>
                  <a:pt x="201167" y="57912"/>
                </a:lnTo>
                <a:lnTo>
                  <a:pt x="185927" y="60960"/>
                </a:lnTo>
                <a:close/>
              </a:path>
              <a:path w="408940" h="410210">
                <a:moveTo>
                  <a:pt x="13715" y="129540"/>
                </a:moveTo>
                <a:lnTo>
                  <a:pt x="0" y="114300"/>
                </a:lnTo>
                <a:lnTo>
                  <a:pt x="118871" y="114300"/>
                </a:lnTo>
                <a:lnTo>
                  <a:pt x="138683" y="96012"/>
                </a:lnTo>
                <a:lnTo>
                  <a:pt x="167639" y="124968"/>
                </a:lnTo>
                <a:lnTo>
                  <a:pt x="28955" y="124968"/>
                </a:lnTo>
                <a:lnTo>
                  <a:pt x="13715" y="129540"/>
                </a:lnTo>
                <a:close/>
              </a:path>
              <a:path w="408940" h="410210">
                <a:moveTo>
                  <a:pt x="4571" y="318516"/>
                </a:moveTo>
                <a:lnTo>
                  <a:pt x="0" y="310896"/>
                </a:lnTo>
                <a:lnTo>
                  <a:pt x="22550" y="270057"/>
                </a:lnTo>
                <a:lnTo>
                  <a:pt x="42100" y="225361"/>
                </a:lnTo>
                <a:lnTo>
                  <a:pt x="58450" y="177117"/>
                </a:lnTo>
                <a:lnTo>
                  <a:pt x="58549" y="176784"/>
                </a:lnTo>
                <a:lnTo>
                  <a:pt x="71627" y="124968"/>
                </a:lnTo>
                <a:lnTo>
                  <a:pt x="96012" y="124968"/>
                </a:lnTo>
                <a:lnTo>
                  <a:pt x="96012" y="169164"/>
                </a:lnTo>
                <a:lnTo>
                  <a:pt x="111046" y="176784"/>
                </a:lnTo>
                <a:lnTo>
                  <a:pt x="96012" y="176784"/>
                </a:lnTo>
                <a:lnTo>
                  <a:pt x="96101" y="205740"/>
                </a:lnTo>
                <a:lnTo>
                  <a:pt x="71627" y="205740"/>
                </a:lnTo>
                <a:lnTo>
                  <a:pt x="57935" y="235148"/>
                </a:lnTo>
                <a:lnTo>
                  <a:pt x="42100" y="263842"/>
                </a:lnTo>
                <a:lnTo>
                  <a:pt x="24264" y="291679"/>
                </a:lnTo>
                <a:lnTo>
                  <a:pt x="4571" y="318516"/>
                </a:lnTo>
                <a:close/>
              </a:path>
              <a:path w="408940" h="410210">
                <a:moveTo>
                  <a:pt x="158495" y="164592"/>
                </a:moveTo>
                <a:lnTo>
                  <a:pt x="144779" y="150876"/>
                </a:lnTo>
                <a:lnTo>
                  <a:pt x="352044" y="150876"/>
                </a:lnTo>
                <a:lnTo>
                  <a:pt x="374904" y="129540"/>
                </a:lnTo>
                <a:lnTo>
                  <a:pt x="408432" y="161544"/>
                </a:lnTo>
                <a:lnTo>
                  <a:pt x="175259" y="161544"/>
                </a:lnTo>
                <a:lnTo>
                  <a:pt x="158495" y="164592"/>
                </a:lnTo>
                <a:close/>
              </a:path>
              <a:path w="408940" h="410210">
                <a:moveTo>
                  <a:pt x="286435" y="369117"/>
                </a:moveTo>
                <a:lnTo>
                  <a:pt x="244578" y="369117"/>
                </a:lnTo>
                <a:lnTo>
                  <a:pt x="251459" y="368808"/>
                </a:lnTo>
                <a:lnTo>
                  <a:pt x="257555" y="367284"/>
                </a:lnTo>
                <a:lnTo>
                  <a:pt x="260603" y="362712"/>
                </a:lnTo>
                <a:lnTo>
                  <a:pt x="260603" y="161544"/>
                </a:lnTo>
                <a:lnTo>
                  <a:pt x="286511" y="161544"/>
                </a:lnTo>
                <a:lnTo>
                  <a:pt x="286435" y="369117"/>
                </a:lnTo>
                <a:close/>
              </a:path>
              <a:path w="408940" h="410210">
                <a:moveTo>
                  <a:pt x="140207" y="243840"/>
                </a:moveTo>
                <a:lnTo>
                  <a:pt x="135636" y="243840"/>
                </a:lnTo>
                <a:lnTo>
                  <a:pt x="131063" y="236220"/>
                </a:lnTo>
                <a:lnTo>
                  <a:pt x="126491" y="222504"/>
                </a:lnTo>
                <a:lnTo>
                  <a:pt x="120229" y="209359"/>
                </a:lnTo>
                <a:lnTo>
                  <a:pt x="112966" y="197358"/>
                </a:lnTo>
                <a:lnTo>
                  <a:pt x="104846" y="186499"/>
                </a:lnTo>
                <a:lnTo>
                  <a:pt x="96012" y="176784"/>
                </a:lnTo>
                <a:lnTo>
                  <a:pt x="111046" y="176784"/>
                </a:lnTo>
                <a:lnTo>
                  <a:pt x="147827" y="205740"/>
                </a:lnTo>
                <a:lnTo>
                  <a:pt x="152400" y="213360"/>
                </a:lnTo>
                <a:lnTo>
                  <a:pt x="152400" y="222504"/>
                </a:lnTo>
                <a:lnTo>
                  <a:pt x="150876" y="227076"/>
                </a:lnTo>
                <a:lnTo>
                  <a:pt x="146303" y="234696"/>
                </a:lnTo>
                <a:lnTo>
                  <a:pt x="143255" y="240792"/>
                </a:lnTo>
                <a:lnTo>
                  <a:pt x="140207" y="243840"/>
                </a:lnTo>
                <a:close/>
              </a:path>
              <a:path w="408940" h="410210">
                <a:moveTo>
                  <a:pt x="70103" y="409956"/>
                </a:moveTo>
                <a:lnTo>
                  <a:pt x="71028" y="365164"/>
                </a:lnTo>
                <a:lnTo>
                  <a:pt x="71392" y="326898"/>
                </a:lnTo>
                <a:lnTo>
                  <a:pt x="71627" y="205740"/>
                </a:lnTo>
                <a:lnTo>
                  <a:pt x="96101" y="205740"/>
                </a:lnTo>
                <a:lnTo>
                  <a:pt x="96218" y="243840"/>
                </a:lnTo>
                <a:lnTo>
                  <a:pt x="96964" y="326898"/>
                </a:lnTo>
                <a:lnTo>
                  <a:pt x="97940" y="372665"/>
                </a:lnTo>
                <a:lnTo>
                  <a:pt x="99059" y="399288"/>
                </a:lnTo>
                <a:lnTo>
                  <a:pt x="70103" y="409956"/>
                </a:lnTo>
                <a:close/>
              </a:path>
              <a:path w="408940" h="410210">
                <a:moveTo>
                  <a:pt x="126491" y="365760"/>
                </a:moveTo>
                <a:lnTo>
                  <a:pt x="120395" y="359664"/>
                </a:lnTo>
                <a:lnTo>
                  <a:pt x="143952" y="326136"/>
                </a:lnTo>
                <a:lnTo>
                  <a:pt x="164401" y="289941"/>
                </a:lnTo>
                <a:lnTo>
                  <a:pt x="182332" y="250793"/>
                </a:lnTo>
                <a:lnTo>
                  <a:pt x="198119" y="208788"/>
                </a:lnTo>
                <a:lnTo>
                  <a:pt x="236219" y="231648"/>
                </a:lnTo>
                <a:lnTo>
                  <a:pt x="217931" y="240792"/>
                </a:lnTo>
                <a:lnTo>
                  <a:pt x="195929" y="277677"/>
                </a:lnTo>
                <a:lnTo>
                  <a:pt x="173354" y="310705"/>
                </a:lnTo>
                <a:lnTo>
                  <a:pt x="150209" y="340018"/>
                </a:lnTo>
                <a:lnTo>
                  <a:pt x="126491" y="365760"/>
                </a:lnTo>
                <a:close/>
              </a:path>
              <a:path w="408940" h="410210">
                <a:moveTo>
                  <a:pt x="377952" y="352044"/>
                </a:moveTo>
                <a:lnTo>
                  <a:pt x="376428" y="352044"/>
                </a:lnTo>
                <a:lnTo>
                  <a:pt x="372117" y="350067"/>
                </a:lnTo>
                <a:lnTo>
                  <a:pt x="368236" y="344233"/>
                </a:lnTo>
                <a:lnTo>
                  <a:pt x="364640" y="334684"/>
                </a:lnTo>
                <a:lnTo>
                  <a:pt x="361188" y="321564"/>
                </a:lnTo>
                <a:lnTo>
                  <a:pt x="352829" y="300418"/>
                </a:lnTo>
                <a:lnTo>
                  <a:pt x="341185" y="275844"/>
                </a:lnTo>
                <a:lnTo>
                  <a:pt x="325826" y="247840"/>
                </a:lnTo>
                <a:lnTo>
                  <a:pt x="306323" y="216408"/>
                </a:lnTo>
                <a:lnTo>
                  <a:pt x="312419" y="211836"/>
                </a:lnTo>
                <a:lnTo>
                  <a:pt x="341852" y="241839"/>
                </a:lnTo>
                <a:lnTo>
                  <a:pt x="378428" y="282987"/>
                </a:lnTo>
                <a:lnTo>
                  <a:pt x="391668" y="312420"/>
                </a:lnTo>
                <a:lnTo>
                  <a:pt x="391648" y="326231"/>
                </a:lnTo>
                <a:lnTo>
                  <a:pt x="390144" y="333756"/>
                </a:lnTo>
                <a:lnTo>
                  <a:pt x="385572" y="341376"/>
                </a:lnTo>
                <a:lnTo>
                  <a:pt x="381000" y="347472"/>
                </a:lnTo>
                <a:lnTo>
                  <a:pt x="377952" y="352044"/>
                </a:lnTo>
                <a:close/>
              </a:path>
              <a:path w="408940" h="410210">
                <a:moveTo>
                  <a:pt x="248411" y="408432"/>
                </a:moveTo>
                <a:lnTo>
                  <a:pt x="245006" y="398406"/>
                </a:lnTo>
                <a:lnTo>
                  <a:pt x="234886" y="388810"/>
                </a:lnTo>
                <a:lnTo>
                  <a:pt x="218193" y="379499"/>
                </a:lnTo>
                <a:lnTo>
                  <a:pt x="195071" y="370332"/>
                </a:lnTo>
                <a:lnTo>
                  <a:pt x="195071" y="361188"/>
                </a:lnTo>
                <a:lnTo>
                  <a:pt x="216527" y="365164"/>
                </a:lnTo>
                <a:lnTo>
                  <a:pt x="232981" y="367855"/>
                </a:lnTo>
                <a:lnTo>
                  <a:pt x="244578" y="369117"/>
                </a:lnTo>
                <a:lnTo>
                  <a:pt x="286435" y="369117"/>
                </a:lnTo>
                <a:lnTo>
                  <a:pt x="283344" y="381642"/>
                </a:lnTo>
                <a:lnTo>
                  <a:pt x="276034" y="392620"/>
                </a:lnTo>
                <a:lnTo>
                  <a:pt x="264437" y="401597"/>
                </a:lnTo>
                <a:lnTo>
                  <a:pt x="248411" y="40843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" name="object 52"/>
          <p:cNvSpPr/>
          <p:nvPr/>
        </p:nvSpPr>
        <p:spPr>
          <a:xfrm>
            <a:off x="2127504" y="4081271"/>
            <a:ext cx="402590" cy="403860"/>
          </a:xfrm>
          <a:custGeom>
            <a:avLst/>
            <a:gdLst/>
            <a:ahLst/>
            <a:cxnLst/>
            <a:rect l="l" t="t" r="r" b="b"/>
            <a:pathLst>
              <a:path w="402589" h="403860">
                <a:moveTo>
                  <a:pt x="118872" y="68580"/>
                </a:moveTo>
                <a:lnTo>
                  <a:pt x="114300" y="68580"/>
                </a:lnTo>
                <a:lnTo>
                  <a:pt x="111252" y="60960"/>
                </a:lnTo>
                <a:lnTo>
                  <a:pt x="108204" y="48768"/>
                </a:lnTo>
                <a:lnTo>
                  <a:pt x="104846" y="37338"/>
                </a:lnTo>
                <a:lnTo>
                  <a:pt x="99631" y="25908"/>
                </a:lnTo>
                <a:lnTo>
                  <a:pt x="92987" y="14478"/>
                </a:lnTo>
                <a:lnTo>
                  <a:pt x="85344" y="3048"/>
                </a:lnTo>
                <a:lnTo>
                  <a:pt x="89916" y="0"/>
                </a:lnTo>
                <a:lnTo>
                  <a:pt x="124968" y="24384"/>
                </a:lnTo>
                <a:lnTo>
                  <a:pt x="134397" y="41529"/>
                </a:lnTo>
                <a:lnTo>
                  <a:pt x="134112" y="47244"/>
                </a:lnTo>
                <a:lnTo>
                  <a:pt x="132588" y="53340"/>
                </a:lnTo>
                <a:lnTo>
                  <a:pt x="129540" y="59436"/>
                </a:lnTo>
                <a:lnTo>
                  <a:pt x="126492" y="62484"/>
                </a:lnTo>
                <a:lnTo>
                  <a:pt x="118872" y="68580"/>
                </a:lnTo>
                <a:close/>
              </a:path>
              <a:path w="402589" h="403860">
                <a:moveTo>
                  <a:pt x="268224" y="131064"/>
                </a:moveTo>
                <a:lnTo>
                  <a:pt x="246888" y="131064"/>
                </a:lnTo>
                <a:lnTo>
                  <a:pt x="246654" y="85629"/>
                </a:lnTo>
                <a:lnTo>
                  <a:pt x="246528" y="74676"/>
                </a:lnTo>
                <a:lnTo>
                  <a:pt x="245973" y="43648"/>
                </a:lnTo>
                <a:lnTo>
                  <a:pt x="245907" y="40767"/>
                </a:lnTo>
                <a:lnTo>
                  <a:pt x="244959" y="14906"/>
                </a:lnTo>
                <a:lnTo>
                  <a:pt x="243840" y="0"/>
                </a:lnTo>
                <a:lnTo>
                  <a:pt x="280416" y="18288"/>
                </a:lnTo>
                <a:lnTo>
                  <a:pt x="268224" y="30480"/>
                </a:lnTo>
                <a:lnTo>
                  <a:pt x="268224" y="131064"/>
                </a:lnTo>
                <a:close/>
              </a:path>
              <a:path w="402589" h="403860">
                <a:moveTo>
                  <a:pt x="342900" y="97536"/>
                </a:moveTo>
                <a:lnTo>
                  <a:pt x="336804" y="97536"/>
                </a:lnTo>
                <a:lnTo>
                  <a:pt x="333756" y="91440"/>
                </a:lnTo>
                <a:lnTo>
                  <a:pt x="329184" y="77724"/>
                </a:lnTo>
                <a:lnTo>
                  <a:pt x="324873" y="66936"/>
                </a:lnTo>
                <a:lnTo>
                  <a:pt x="318706" y="55435"/>
                </a:lnTo>
                <a:lnTo>
                  <a:pt x="310538" y="43648"/>
                </a:lnTo>
                <a:lnTo>
                  <a:pt x="300228" y="32004"/>
                </a:lnTo>
                <a:lnTo>
                  <a:pt x="303276" y="25908"/>
                </a:lnTo>
                <a:lnTo>
                  <a:pt x="339709" y="47339"/>
                </a:lnTo>
                <a:lnTo>
                  <a:pt x="356258" y="71127"/>
                </a:lnTo>
                <a:lnTo>
                  <a:pt x="355092" y="77724"/>
                </a:lnTo>
                <a:lnTo>
                  <a:pt x="353568" y="86868"/>
                </a:lnTo>
                <a:lnTo>
                  <a:pt x="350520" y="91440"/>
                </a:lnTo>
                <a:lnTo>
                  <a:pt x="347472" y="94488"/>
                </a:lnTo>
                <a:lnTo>
                  <a:pt x="344424" y="96012"/>
                </a:lnTo>
                <a:lnTo>
                  <a:pt x="342900" y="97536"/>
                </a:lnTo>
                <a:close/>
              </a:path>
              <a:path w="402589" h="403860">
                <a:moveTo>
                  <a:pt x="24384" y="89916"/>
                </a:moveTo>
                <a:lnTo>
                  <a:pt x="7620" y="74676"/>
                </a:lnTo>
                <a:lnTo>
                  <a:pt x="175260" y="74676"/>
                </a:lnTo>
                <a:lnTo>
                  <a:pt x="193548" y="56388"/>
                </a:lnTo>
                <a:lnTo>
                  <a:pt x="224028" y="85344"/>
                </a:lnTo>
                <a:lnTo>
                  <a:pt x="65532" y="85344"/>
                </a:lnTo>
                <a:lnTo>
                  <a:pt x="53316" y="85629"/>
                </a:lnTo>
                <a:lnTo>
                  <a:pt x="42100" y="86487"/>
                </a:lnTo>
                <a:lnTo>
                  <a:pt x="32313" y="87915"/>
                </a:lnTo>
                <a:lnTo>
                  <a:pt x="24384" y="89916"/>
                </a:lnTo>
                <a:close/>
              </a:path>
              <a:path w="402589" h="403860">
                <a:moveTo>
                  <a:pt x="211836" y="144780"/>
                </a:moveTo>
                <a:lnTo>
                  <a:pt x="198120" y="131064"/>
                </a:lnTo>
                <a:lnTo>
                  <a:pt x="350520" y="131064"/>
                </a:lnTo>
                <a:lnTo>
                  <a:pt x="371856" y="109728"/>
                </a:lnTo>
                <a:lnTo>
                  <a:pt x="400812" y="140208"/>
                </a:lnTo>
                <a:lnTo>
                  <a:pt x="227076" y="140208"/>
                </a:lnTo>
                <a:lnTo>
                  <a:pt x="211836" y="144780"/>
                </a:lnTo>
                <a:close/>
              </a:path>
              <a:path w="402589" h="403860">
                <a:moveTo>
                  <a:pt x="191617" y="131064"/>
                </a:moveTo>
                <a:lnTo>
                  <a:pt x="160020" y="131064"/>
                </a:lnTo>
                <a:lnTo>
                  <a:pt x="173736" y="114300"/>
                </a:lnTo>
                <a:lnTo>
                  <a:pt x="191617" y="131064"/>
                </a:lnTo>
                <a:close/>
              </a:path>
              <a:path w="402589" h="403860">
                <a:moveTo>
                  <a:pt x="41148" y="233172"/>
                </a:moveTo>
                <a:lnTo>
                  <a:pt x="42029" y="219194"/>
                </a:lnTo>
                <a:lnTo>
                  <a:pt x="42488" y="204216"/>
                </a:lnTo>
                <a:lnTo>
                  <a:pt x="42645" y="190309"/>
                </a:lnTo>
                <a:lnTo>
                  <a:pt x="42648" y="160424"/>
                </a:lnTo>
                <a:lnTo>
                  <a:pt x="42505" y="147828"/>
                </a:lnTo>
                <a:lnTo>
                  <a:pt x="42451" y="144780"/>
                </a:lnTo>
                <a:lnTo>
                  <a:pt x="42012" y="131064"/>
                </a:lnTo>
                <a:lnTo>
                  <a:pt x="41148" y="117348"/>
                </a:lnTo>
                <a:lnTo>
                  <a:pt x="65532" y="131064"/>
                </a:lnTo>
                <a:lnTo>
                  <a:pt x="191617" y="131064"/>
                </a:lnTo>
                <a:lnTo>
                  <a:pt x="198120" y="137160"/>
                </a:lnTo>
                <a:lnTo>
                  <a:pt x="194201" y="140208"/>
                </a:lnTo>
                <a:lnTo>
                  <a:pt x="65532" y="140208"/>
                </a:lnTo>
                <a:lnTo>
                  <a:pt x="65532" y="204216"/>
                </a:lnTo>
                <a:lnTo>
                  <a:pt x="184957" y="204216"/>
                </a:lnTo>
                <a:lnTo>
                  <a:pt x="185046" y="207621"/>
                </a:lnTo>
                <a:lnTo>
                  <a:pt x="185386" y="213360"/>
                </a:lnTo>
                <a:lnTo>
                  <a:pt x="65532" y="213360"/>
                </a:lnTo>
                <a:lnTo>
                  <a:pt x="65532" y="224028"/>
                </a:lnTo>
                <a:lnTo>
                  <a:pt x="41148" y="233172"/>
                </a:lnTo>
                <a:close/>
              </a:path>
              <a:path w="402589" h="403860">
                <a:moveTo>
                  <a:pt x="184957" y="204216"/>
                </a:moveTo>
                <a:lnTo>
                  <a:pt x="161544" y="204216"/>
                </a:lnTo>
                <a:lnTo>
                  <a:pt x="161544" y="140208"/>
                </a:lnTo>
                <a:lnTo>
                  <a:pt x="194201" y="140208"/>
                </a:lnTo>
                <a:lnTo>
                  <a:pt x="184404" y="147828"/>
                </a:lnTo>
                <a:lnTo>
                  <a:pt x="184468" y="175260"/>
                </a:lnTo>
                <a:lnTo>
                  <a:pt x="184594" y="190309"/>
                </a:lnTo>
                <a:lnTo>
                  <a:pt x="184957" y="204216"/>
                </a:lnTo>
                <a:close/>
              </a:path>
              <a:path w="402589" h="403860">
                <a:moveTo>
                  <a:pt x="155448" y="403860"/>
                </a:moveTo>
                <a:lnTo>
                  <a:pt x="150876" y="397764"/>
                </a:lnTo>
                <a:lnTo>
                  <a:pt x="175402" y="374046"/>
                </a:lnTo>
                <a:lnTo>
                  <a:pt x="196215" y="348615"/>
                </a:lnTo>
                <a:lnTo>
                  <a:pt x="225552" y="292608"/>
                </a:lnTo>
                <a:lnTo>
                  <a:pt x="241935" y="226123"/>
                </a:lnTo>
                <a:lnTo>
                  <a:pt x="245697" y="185666"/>
                </a:lnTo>
                <a:lnTo>
                  <a:pt x="246888" y="140208"/>
                </a:lnTo>
                <a:lnTo>
                  <a:pt x="268224" y="140208"/>
                </a:lnTo>
                <a:lnTo>
                  <a:pt x="267676" y="185904"/>
                </a:lnTo>
                <a:lnTo>
                  <a:pt x="263842" y="226885"/>
                </a:lnTo>
                <a:lnTo>
                  <a:pt x="246888" y="294132"/>
                </a:lnTo>
                <a:lnTo>
                  <a:pt x="212598" y="351282"/>
                </a:lnTo>
                <a:lnTo>
                  <a:pt x="186880" y="378142"/>
                </a:lnTo>
                <a:lnTo>
                  <a:pt x="155448" y="403860"/>
                </a:lnTo>
                <a:close/>
              </a:path>
              <a:path w="402589" h="403860">
                <a:moveTo>
                  <a:pt x="362712" y="384048"/>
                </a:moveTo>
                <a:lnTo>
                  <a:pt x="326136" y="384048"/>
                </a:lnTo>
                <a:lnTo>
                  <a:pt x="311015" y="382071"/>
                </a:lnTo>
                <a:lnTo>
                  <a:pt x="300037" y="376237"/>
                </a:lnTo>
                <a:lnTo>
                  <a:pt x="293346" y="366688"/>
                </a:lnTo>
                <a:lnTo>
                  <a:pt x="291084" y="353568"/>
                </a:lnTo>
                <a:lnTo>
                  <a:pt x="291084" y="140208"/>
                </a:lnTo>
                <a:lnTo>
                  <a:pt x="313944" y="140208"/>
                </a:lnTo>
                <a:lnTo>
                  <a:pt x="314002" y="344805"/>
                </a:lnTo>
                <a:lnTo>
                  <a:pt x="315363" y="353568"/>
                </a:lnTo>
                <a:lnTo>
                  <a:pt x="319468" y="360235"/>
                </a:lnTo>
                <a:lnTo>
                  <a:pt x="326159" y="364355"/>
                </a:lnTo>
                <a:lnTo>
                  <a:pt x="335280" y="365760"/>
                </a:lnTo>
                <a:lnTo>
                  <a:pt x="400202" y="365760"/>
                </a:lnTo>
                <a:lnTo>
                  <a:pt x="395501" y="372475"/>
                </a:lnTo>
                <a:lnTo>
                  <a:pt x="386524" y="379095"/>
                </a:lnTo>
                <a:lnTo>
                  <a:pt x="375546" y="382857"/>
                </a:lnTo>
                <a:lnTo>
                  <a:pt x="362712" y="384048"/>
                </a:lnTo>
                <a:close/>
              </a:path>
              <a:path w="402589" h="403860">
                <a:moveTo>
                  <a:pt x="127687" y="355663"/>
                </a:moveTo>
                <a:lnTo>
                  <a:pt x="92511" y="355663"/>
                </a:lnTo>
                <a:lnTo>
                  <a:pt x="99060" y="355092"/>
                </a:lnTo>
                <a:lnTo>
                  <a:pt x="103632" y="355092"/>
                </a:lnTo>
                <a:lnTo>
                  <a:pt x="106680" y="350520"/>
                </a:lnTo>
                <a:lnTo>
                  <a:pt x="106680" y="213360"/>
                </a:lnTo>
                <a:lnTo>
                  <a:pt x="128016" y="213360"/>
                </a:lnTo>
                <a:lnTo>
                  <a:pt x="127943" y="351663"/>
                </a:lnTo>
                <a:lnTo>
                  <a:pt x="127687" y="355663"/>
                </a:lnTo>
                <a:close/>
              </a:path>
              <a:path w="402589" h="403860">
                <a:moveTo>
                  <a:pt x="161544" y="233172"/>
                </a:moveTo>
                <a:lnTo>
                  <a:pt x="161544" y="213360"/>
                </a:lnTo>
                <a:lnTo>
                  <a:pt x="185386" y="213360"/>
                </a:lnTo>
                <a:lnTo>
                  <a:pt x="185928" y="222504"/>
                </a:lnTo>
                <a:lnTo>
                  <a:pt x="161544" y="233172"/>
                </a:lnTo>
                <a:close/>
              </a:path>
              <a:path w="402589" h="403860">
                <a:moveTo>
                  <a:pt x="4572" y="362712"/>
                </a:moveTo>
                <a:lnTo>
                  <a:pt x="0" y="359664"/>
                </a:lnTo>
                <a:lnTo>
                  <a:pt x="8882" y="344805"/>
                </a:lnTo>
                <a:lnTo>
                  <a:pt x="17335" y="329946"/>
                </a:lnTo>
                <a:lnTo>
                  <a:pt x="40076" y="286535"/>
                </a:lnTo>
                <a:lnTo>
                  <a:pt x="54864" y="246888"/>
                </a:lnTo>
                <a:lnTo>
                  <a:pt x="86868" y="268224"/>
                </a:lnTo>
                <a:lnTo>
                  <a:pt x="70104" y="275844"/>
                </a:lnTo>
                <a:lnTo>
                  <a:pt x="53220" y="301847"/>
                </a:lnTo>
                <a:lnTo>
                  <a:pt x="36766" y="324993"/>
                </a:lnTo>
                <a:lnTo>
                  <a:pt x="20597" y="345281"/>
                </a:lnTo>
                <a:lnTo>
                  <a:pt x="4572" y="362712"/>
                </a:lnTo>
                <a:close/>
              </a:path>
              <a:path w="402589" h="403860">
                <a:moveTo>
                  <a:pt x="182880" y="327660"/>
                </a:moveTo>
                <a:lnTo>
                  <a:pt x="178308" y="327660"/>
                </a:lnTo>
                <a:lnTo>
                  <a:pt x="175260" y="321564"/>
                </a:lnTo>
                <a:lnTo>
                  <a:pt x="173736" y="309372"/>
                </a:lnTo>
                <a:lnTo>
                  <a:pt x="169687" y="296775"/>
                </a:lnTo>
                <a:lnTo>
                  <a:pt x="164211" y="284035"/>
                </a:lnTo>
                <a:lnTo>
                  <a:pt x="157019" y="271010"/>
                </a:lnTo>
                <a:lnTo>
                  <a:pt x="147828" y="257556"/>
                </a:lnTo>
                <a:lnTo>
                  <a:pt x="150876" y="251460"/>
                </a:lnTo>
                <a:lnTo>
                  <a:pt x="187452" y="278892"/>
                </a:lnTo>
                <a:lnTo>
                  <a:pt x="198120" y="292608"/>
                </a:lnTo>
                <a:lnTo>
                  <a:pt x="198120" y="307848"/>
                </a:lnTo>
                <a:lnTo>
                  <a:pt x="195072" y="313944"/>
                </a:lnTo>
                <a:lnTo>
                  <a:pt x="190500" y="318516"/>
                </a:lnTo>
                <a:lnTo>
                  <a:pt x="185928" y="324612"/>
                </a:lnTo>
                <a:lnTo>
                  <a:pt x="182880" y="327660"/>
                </a:lnTo>
                <a:close/>
              </a:path>
              <a:path w="402589" h="403860">
                <a:moveTo>
                  <a:pt x="400202" y="365760"/>
                </a:moveTo>
                <a:lnTo>
                  <a:pt x="348996" y="365760"/>
                </a:lnTo>
                <a:lnTo>
                  <a:pt x="357258" y="364617"/>
                </a:lnTo>
                <a:lnTo>
                  <a:pt x="363664" y="361188"/>
                </a:lnTo>
                <a:lnTo>
                  <a:pt x="368069" y="355473"/>
                </a:lnTo>
                <a:lnTo>
                  <a:pt x="370332" y="347472"/>
                </a:lnTo>
                <a:lnTo>
                  <a:pt x="370570" y="337185"/>
                </a:lnTo>
                <a:lnTo>
                  <a:pt x="371078" y="324993"/>
                </a:lnTo>
                <a:lnTo>
                  <a:pt x="371617" y="309753"/>
                </a:lnTo>
                <a:lnTo>
                  <a:pt x="371856" y="292608"/>
                </a:lnTo>
                <a:lnTo>
                  <a:pt x="379476" y="292608"/>
                </a:lnTo>
                <a:lnTo>
                  <a:pt x="384048" y="333756"/>
                </a:lnTo>
                <a:lnTo>
                  <a:pt x="402336" y="362712"/>
                </a:lnTo>
                <a:lnTo>
                  <a:pt x="400202" y="365760"/>
                </a:lnTo>
                <a:close/>
              </a:path>
              <a:path w="402589" h="403860">
                <a:moveTo>
                  <a:pt x="94488" y="393192"/>
                </a:moveTo>
                <a:lnTo>
                  <a:pt x="91654" y="383214"/>
                </a:lnTo>
                <a:lnTo>
                  <a:pt x="83248" y="373951"/>
                </a:lnTo>
                <a:lnTo>
                  <a:pt x="69413" y="365545"/>
                </a:lnTo>
                <a:lnTo>
                  <a:pt x="50414" y="358187"/>
                </a:lnTo>
                <a:lnTo>
                  <a:pt x="50292" y="350520"/>
                </a:lnTo>
                <a:lnTo>
                  <a:pt x="67984" y="353377"/>
                </a:lnTo>
                <a:lnTo>
                  <a:pt x="82105" y="355092"/>
                </a:lnTo>
                <a:lnTo>
                  <a:pt x="92511" y="355663"/>
                </a:lnTo>
                <a:lnTo>
                  <a:pt x="127687" y="355663"/>
                </a:lnTo>
                <a:lnTo>
                  <a:pt x="127468" y="359092"/>
                </a:lnTo>
                <a:lnTo>
                  <a:pt x="102822" y="389524"/>
                </a:lnTo>
                <a:lnTo>
                  <a:pt x="94488" y="39319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" name="object 53"/>
          <p:cNvSpPr/>
          <p:nvPr/>
        </p:nvSpPr>
        <p:spPr>
          <a:xfrm>
            <a:off x="2575547" y="4075176"/>
            <a:ext cx="3069590" cy="411480"/>
          </a:xfrm>
          <a:custGeom>
            <a:avLst/>
            <a:gdLst/>
            <a:ahLst/>
            <a:cxnLst/>
            <a:rect l="l" t="t" r="r" b="b"/>
            <a:pathLst>
              <a:path w="3069590" h="411479">
                <a:moveTo>
                  <a:pt x="313944" y="30492"/>
                </a:moveTo>
                <a:lnTo>
                  <a:pt x="308457" y="25920"/>
                </a:lnTo>
                <a:lnTo>
                  <a:pt x="286512" y="7632"/>
                </a:lnTo>
                <a:lnTo>
                  <a:pt x="274320" y="22263"/>
                </a:lnTo>
                <a:lnTo>
                  <a:pt x="274320" y="36588"/>
                </a:lnTo>
                <a:lnTo>
                  <a:pt x="274320" y="86880"/>
                </a:lnTo>
                <a:lnTo>
                  <a:pt x="274320" y="96024"/>
                </a:lnTo>
                <a:lnTo>
                  <a:pt x="274320" y="149364"/>
                </a:lnTo>
                <a:lnTo>
                  <a:pt x="123444" y="149364"/>
                </a:lnTo>
                <a:lnTo>
                  <a:pt x="123444" y="96024"/>
                </a:lnTo>
                <a:lnTo>
                  <a:pt x="274320" y="96024"/>
                </a:lnTo>
                <a:lnTo>
                  <a:pt x="274320" y="86880"/>
                </a:lnTo>
                <a:lnTo>
                  <a:pt x="123444" y="86880"/>
                </a:lnTo>
                <a:lnTo>
                  <a:pt x="123444" y="36588"/>
                </a:lnTo>
                <a:lnTo>
                  <a:pt x="274320" y="36588"/>
                </a:lnTo>
                <a:lnTo>
                  <a:pt x="274320" y="22263"/>
                </a:lnTo>
                <a:lnTo>
                  <a:pt x="271272" y="25920"/>
                </a:lnTo>
                <a:lnTo>
                  <a:pt x="124968" y="25920"/>
                </a:lnTo>
                <a:lnTo>
                  <a:pt x="97536" y="9156"/>
                </a:lnTo>
                <a:lnTo>
                  <a:pt x="98425" y="32842"/>
                </a:lnTo>
                <a:lnTo>
                  <a:pt x="98869" y="55829"/>
                </a:lnTo>
                <a:lnTo>
                  <a:pt x="99047" y="77939"/>
                </a:lnTo>
                <a:lnTo>
                  <a:pt x="99060" y="99072"/>
                </a:lnTo>
                <a:lnTo>
                  <a:pt x="98831" y="120789"/>
                </a:lnTo>
                <a:lnTo>
                  <a:pt x="97777" y="164223"/>
                </a:lnTo>
                <a:lnTo>
                  <a:pt x="97536" y="185940"/>
                </a:lnTo>
                <a:lnTo>
                  <a:pt x="123444" y="175272"/>
                </a:lnTo>
                <a:lnTo>
                  <a:pt x="123444" y="158508"/>
                </a:lnTo>
                <a:lnTo>
                  <a:pt x="274320" y="158508"/>
                </a:lnTo>
                <a:lnTo>
                  <a:pt x="274320" y="181368"/>
                </a:lnTo>
                <a:lnTo>
                  <a:pt x="300228" y="167652"/>
                </a:lnTo>
                <a:lnTo>
                  <a:pt x="299783" y="158508"/>
                </a:lnTo>
                <a:lnTo>
                  <a:pt x="299351" y="149364"/>
                </a:lnTo>
                <a:lnTo>
                  <a:pt x="298894" y="122885"/>
                </a:lnTo>
                <a:lnTo>
                  <a:pt x="298780" y="96024"/>
                </a:lnTo>
                <a:lnTo>
                  <a:pt x="298729" y="86880"/>
                </a:lnTo>
                <a:lnTo>
                  <a:pt x="298704" y="42684"/>
                </a:lnTo>
                <a:lnTo>
                  <a:pt x="306324" y="36588"/>
                </a:lnTo>
                <a:lnTo>
                  <a:pt x="313944" y="30492"/>
                </a:lnTo>
                <a:close/>
              </a:path>
              <a:path w="3069590" h="411479">
                <a:moveTo>
                  <a:pt x="397764" y="361200"/>
                </a:moveTo>
                <a:lnTo>
                  <a:pt x="378079" y="363194"/>
                </a:lnTo>
                <a:lnTo>
                  <a:pt x="355663" y="364629"/>
                </a:lnTo>
                <a:lnTo>
                  <a:pt x="330695" y="365480"/>
                </a:lnTo>
                <a:lnTo>
                  <a:pt x="303276" y="365772"/>
                </a:lnTo>
                <a:lnTo>
                  <a:pt x="275513" y="364312"/>
                </a:lnTo>
                <a:lnTo>
                  <a:pt x="251460" y="362153"/>
                </a:lnTo>
                <a:lnTo>
                  <a:pt x="230847" y="359117"/>
                </a:lnTo>
                <a:lnTo>
                  <a:pt x="213360" y="355104"/>
                </a:lnTo>
                <a:lnTo>
                  <a:pt x="213360" y="349008"/>
                </a:lnTo>
                <a:lnTo>
                  <a:pt x="213360" y="285000"/>
                </a:lnTo>
                <a:lnTo>
                  <a:pt x="359664" y="285000"/>
                </a:lnTo>
                <a:lnTo>
                  <a:pt x="348996" y="274332"/>
                </a:lnTo>
                <a:lnTo>
                  <a:pt x="326136" y="251472"/>
                </a:lnTo>
                <a:lnTo>
                  <a:pt x="303276" y="274332"/>
                </a:lnTo>
                <a:lnTo>
                  <a:pt x="213360" y="274332"/>
                </a:lnTo>
                <a:lnTo>
                  <a:pt x="213360" y="214896"/>
                </a:lnTo>
                <a:lnTo>
                  <a:pt x="388620" y="214896"/>
                </a:lnTo>
                <a:lnTo>
                  <a:pt x="352044" y="178320"/>
                </a:lnTo>
                <a:lnTo>
                  <a:pt x="326136" y="204228"/>
                </a:lnTo>
                <a:lnTo>
                  <a:pt x="4572" y="204228"/>
                </a:lnTo>
                <a:lnTo>
                  <a:pt x="21336" y="219468"/>
                </a:lnTo>
                <a:lnTo>
                  <a:pt x="30772" y="217462"/>
                </a:lnTo>
                <a:lnTo>
                  <a:pt x="40767" y="216039"/>
                </a:lnTo>
                <a:lnTo>
                  <a:pt x="51346" y="215176"/>
                </a:lnTo>
                <a:lnTo>
                  <a:pt x="62484" y="214896"/>
                </a:lnTo>
                <a:lnTo>
                  <a:pt x="188976" y="214896"/>
                </a:lnTo>
                <a:lnTo>
                  <a:pt x="188976" y="349008"/>
                </a:lnTo>
                <a:lnTo>
                  <a:pt x="163880" y="336715"/>
                </a:lnTo>
                <a:lnTo>
                  <a:pt x="121691" y="306997"/>
                </a:lnTo>
                <a:lnTo>
                  <a:pt x="114808" y="267284"/>
                </a:lnTo>
                <a:lnTo>
                  <a:pt x="134112" y="245376"/>
                </a:lnTo>
                <a:lnTo>
                  <a:pt x="96012" y="224040"/>
                </a:lnTo>
                <a:lnTo>
                  <a:pt x="82296" y="278612"/>
                </a:lnTo>
                <a:lnTo>
                  <a:pt x="61722" y="325767"/>
                </a:lnTo>
                <a:lnTo>
                  <a:pt x="34290" y="365480"/>
                </a:lnTo>
                <a:lnTo>
                  <a:pt x="0" y="397776"/>
                </a:lnTo>
                <a:lnTo>
                  <a:pt x="3048" y="402348"/>
                </a:lnTo>
                <a:lnTo>
                  <a:pt x="33299" y="384009"/>
                </a:lnTo>
                <a:lnTo>
                  <a:pt x="59817" y="360819"/>
                </a:lnTo>
                <a:lnTo>
                  <a:pt x="82346" y="332473"/>
                </a:lnTo>
                <a:lnTo>
                  <a:pt x="100584" y="298716"/>
                </a:lnTo>
                <a:lnTo>
                  <a:pt x="111404" y="312115"/>
                </a:lnTo>
                <a:lnTo>
                  <a:pt x="147828" y="347484"/>
                </a:lnTo>
                <a:lnTo>
                  <a:pt x="197345" y="373837"/>
                </a:lnTo>
                <a:lnTo>
                  <a:pt x="243128" y="387057"/>
                </a:lnTo>
                <a:lnTo>
                  <a:pt x="315239" y="395147"/>
                </a:lnTo>
                <a:lnTo>
                  <a:pt x="362712" y="397776"/>
                </a:lnTo>
                <a:lnTo>
                  <a:pt x="366483" y="388099"/>
                </a:lnTo>
                <a:lnTo>
                  <a:pt x="373380" y="379869"/>
                </a:lnTo>
                <a:lnTo>
                  <a:pt x="383717" y="373341"/>
                </a:lnTo>
                <a:lnTo>
                  <a:pt x="397764" y="368820"/>
                </a:lnTo>
                <a:lnTo>
                  <a:pt x="397764" y="365772"/>
                </a:lnTo>
                <a:lnTo>
                  <a:pt x="397764" y="361200"/>
                </a:lnTo>
                <a:close/>
              </a:path>
              <a:path w="3069590" h="411479">
                <a:moveTo>
                  <a:pt x="536765" y="78092"/>
                </a:moveTo>
                <a:lnTo>
                  <a:pt x="513600" y="44589"/>
                </a:lnTo>
                <a:lnTo>
                  <a:pt x="489216" y="27444"/>
                </a:lnTo>
                <a:lnTo>
                  <a:pt x="484644" y="28968"/>
                </a:lnTo>
                <a:lnTo>
                  <a:pt x="494042" y="47269"/>
                </a:lnTo>
                <a:lnTo>
                  <a:pt x="501599" y="63449"/>
                </a:lnTo>
                <a:lnTo>
                  <a:pt x="507111" y="77546"/>
                </a:lnTo>
                <a:lnTo>
                  <a:pt x="510552" y="89928"/>
                </a:lnTo>
                <a:lnTo>
                  <a:pt x="513600" y="100596"/>
                </a:lnTo>
                <a:lnTo>
                  <a:pt x="516648" y="106692"/>
                </a:lnTo>
                <a:lnTo>
                  <a:pt x="521220" y="106692"/>
                </a:lnTo>
                <a:lnTo>
                  <a:pt x="524268" y="105168"/>
                </a:lnTo>
                <a:lnTo>
                  <a:pt x="533412" y="99072"/>
                </a:lnTo>
                <a:lnTo>
                  <a:pt x="536460" y="92976"/>
                </a:lnTo>
                <a:lnTo>
                  <a:pt x="536460" y="83832"/>
                </a:lnTo>
                <a:lnTo>
                  <a:pt x="536765" y="78092"/>
                </a:lnTo>
                <a:close/>
              </a:path>
              <a:path w="3069590" h="411479">
                <a:moveTo>
                  <a:pt x="833640" y="313956"/>
                </a:moveTo>
                <a:lnTo>
                  <a:pt x="814019" y="275285"/>
                </a:lnTo>
                <a:lnTo>
                  <a:pt x="813828" y="248424"/>
                </a:lnTo>
                <a:lnTo>
                  <a:pt x="806208" y="248424"/>
                </a:lnTo>
                <a:lnTo>
                  <a:pt x="804151" y="267296"/>
                </a:lnTo>
                <a:lnTo>
                  <a:pt x="802398" y="282905"/>
                </a:lnTo>
                <a:lnTo>
                  <a:pt x="800633" y="295351"/>
                </a:lnTo>
                <a:lnTo>
                  <a:pt x="798588" y="304812"/>
                </a:lnTo>
                <a:lnTo>
                  <a:pt x="797064" y="313956"/>
                </a:lnTo>
                <a:lnTo>
                  <a:pt x="790968" y="318528"/>
                </a:lnTo>
                <a:lnTo>
                  <a:pt x="780300" y="317004"/>
                </a:lnTo>
                <a:lnTo>
                  <a:pt x="752868" y="317004"/>
                </a:lnTo>
                <a:lnTo>
                  <a:pt x="730008" y="187464"/>
                </a:lnTo>
                <a:lnTo>
                  <a:pt x="827544" y="187464"/>
                </a:lnTo>
                <a:lnTo>
                  <a:pt x="795540" y="153936"/>
                </a:lnTo>
                <a:lnTo>
                  <a:pt x="772680" y="176796"/>
                </a:lnTo>
                <a:lnTo>
                  <a:pt x="699528" y="176796"/>
                </a:lnTo>
                <a:lnTo>
                  <a:pt x="699528" y="105168"/>
                </a:lnTo>
                <a:lnTo>
                  <a:pt x="798588" y="105168"/>
                </a:lnTo>
                <a:lnTo>
                  <a:pt x="789368" y="94500"/>
                </a:lnTo>
                <a:lnTo>
                  <a:pt x="769632" y="71640"/>
                </a:lnTo>
                <a:lnTo>
                  <a:pt x="746772" y="94500"/>
                </a:lnTo>
                <a:lnTo>
                  <a:pt x="699528" y="94500"/>
                </a:lnTo>
                <a:lnTo>
                  <a:pt x="699528" y="36588"/>
                </a:lnTo>
                <a:lnTo>
                  <a:pt x="716292" y="21348"/>
                </a:lnTo>
                <a:lnTo>
                  <a:pt x="675144" y="4584"/>
                </a:lnTo>
                <a:lnTo>
                  <a:pt x="677303" y="44589"/>
                </a:lnTo>
                <a:lnTo>
                  <a:pt x="678192" y="94500"/>
                </a:lnTo>
                <a:lnTo>
                  <a:pt x="620280" y="94500"/>
                </a:lnTo>
                <a:lnTo>
                  <a:pt x="624586" y="86233"/>
                </a:lnTo>
                <a:lnTo>
                  <a:pt x="628434" y="77609"/>
                </a:lnTo>
                <a:lnTo>
                  <a:pt x="632066" y="68567"/>
                </a:lnTo>
                <a:lnTo>
                  <a:pt x="635520" y="59448"/>
                </a:lnTo>
                <a:lnTo>
                  <a:pt x="649236" y="53352"/>
                </a:lnTo>
                <a:lnTo>
                  <a:pt x="615708" y="32016"/>
                </a:lnTo>
                <a:lnTo>
                  <a:pt x="614006" y="41173"/>
                </a:lnTo>
                <a:lnTo>
                  <a:pt x="611428" y="52298"/>
                </a:lnTo>
                <a:lnTo>
                  <a:pt x="598081" y="102349"/>
                </a:lnTo>
                <a:lnTo>
                  <a:pt x="582079" y="139979"/>
                </a:lnTo>
                <a:lnTo>
                  <a:pt x="571512" y="158508"/>
                </a:lnTo>
                <a:lnTo>
                  <a:pt x="576084" y="163080"/>
                </a:lnTo>
                <a:lnTo>
                  <a:pt x="588086" y="149313"/>
                </a:lnTo>
                <a:lnTo>
                  <a:pt x="598944" y="135267"/>
                </a:lnTo>
                <a:lnTo>
                  <a:pt x="608660" y="120637"/>
                </a:lnTo>
                <a:lnTo>
                  <a:pt x="617232" y="105168"/>
                </a:lnTo>
                <a:lnTo>
                  <a:pt x="678192" y="105168"/>
                </a:lnTo>
                <a:lnTo>
                  <a:pt x="678192" y="176796"/>
                </a:lnTo>
                <a:lnTo>
                  <a:pt x="554748" y="176796"/>
                </a:lnTo>
                <a:lnTo>
                  <a:pt x="569988" y="192036"/>
                </a:lnTo>
                <a:lnTo>
                  <a:pt x="579081" y="190030"/>
                </a:lnTo>
                <a:lnTo>
                  <a:pt x="587895" y="188607"/>
                </a:lnTo>
                <a:lnTo>
                  <a:pt x="596125" y="187744"/>
                </a:lnTo>
                <a:lnTo>
                  <a:pt x="603516" y="187464"/>
                </a:lnTo>
                <a:lnTo>
                  <a:pt x="641616" y="187464"/>
                </a:lnTo>
                <a:lnTo>
                  <a:pt x="633895" y="235470"/>
                </a:lnTo>
                <a:lnTo>
                  <a:pt x="617613" y="276618"/>
                </a:lnTo>
                <a:lnTo>
                  <a:pt x="592747" y="310908"/>
                </a:lnTo>
                <a:lnTo>
                  <a:pt x="559320" y="338340"/>
                </a:lnTo>
                <a:lnTo>
                  <a:pt x="562368" y="342912"/>
                </a:lnTo>
                <a:lnTo>
                  <a:pt x="605561" y="319265"/>
                </a:lnTo>
                <a:lnTo>
                  <a:pt x="637044" y="285191"/>
                </a:lnTo>
                <a:lnTo>
                  <a:pt x="657085" y="241109"/>
                </a:lnTo>
                <a:lnTo>
                  <a:pt x="666000" y="187464"/>
                </a:lnTo>
                <a:lnTo>
                  <a:pt x="707148" y="187464"/>
                </a:lnTo>
                <a:lnTo>
                  <a:pt x="707263" y="304812"/>
                </a:lnTo>
                <a:lnTo>
                  <a:pt x="739152" y="336816"/>
                </a:lnTo>
                <a:lnTo>
                  <a:pt x="792492" y="336816"/>
                </a:lnTo>
                <a:lnTo>
                  <a:pt x="807059" y="336245"/>
                </a:lnTo>
                <a:lnTo>
                  <a:pt x="818781" y="332244"/>
                </a:lnTo>
                <a:lnTo>
                  <a:pt x="827633" y="324815"/>
                </a:lnTo>
                <a:lnTo>
                  <a:pt x="831113" y="318528"/>
                </a:lnTo>
                <a:lnTo>
                  <a:pt x="833640" y="313956"/>
                </a:lnTo>
                <a:close/>
              </a:path>
              <a:path w="3069590" h="411479">
                <a:moveTo>
                  <a:pt x="847356" y="362724"/>
                </a:moveTo>
                <a:lnTo>
                  <a:pt x="801636" y="366699"/>
                </a:lnTo>
                <a:lnTo>
                  <a:pt x="758202" y="369392"/>
                </a:lnTo>
                <a:lnTo>
                  <a:pt x="724230" y="370433"/>
                </a:lnTo>
                <a:lnTo>
                  <a:pt x="678192" y="370344"/>
                </a:lnTo>
                <a:lnTo>
                  <a:pt x="613041" y="364629"/>
                </a:lnTo>
                <a:lnTo>
                  <a:pt x="573036" y="352056"/>
                </a:lnTo>
                <a:lnTo>
                  <a:pt x="539953" y="327672"/>
                </a:lnTo>
                <a:lnTo>
                  <a:pt x="530364" y="317004"/>
                </a:lnTo>
                <a:lnTo>
                  <a:pt x="530364" y="179844"/>
                </a:lnTo>
                <a:lnTo>
                  <a:pt x="536079" y="175272"/>
                </a:lnTo>
                <a:lnTo>
                  <a:pt x="545604" y="167652"/>
                </a:lnTo>
                <a:lnTo>
                  <a:pt x="518172" y="146316"/>
                </a:lnTo>
                <a:lnTo>
                  <a:pt x="505980" y="164604"/>
                </a:lnTo>
                <a:lnTo>
                  <a:pt x="438924" y="164604"/>
                </a:lnTo>
                <a:lnTo>
                  <a:pt x="455688" y="179844"/>
                </a:lnTo>
                <a:lnTo>
                  <a:pt x="464273" y="177838"/>
                </a:lnTo>
                <a:lnTo>
                  <a:pt x="471881" y="176415"/>
                </a:lnTo>
                <a:lnTo>
                  <a:pt x="478612" y="175552"/>
                </a:lnTo>
                <a:lnTo>
                  <a:pt x="484644" y="175272"/>
                </a:lnTo>
                <a:lnTo>
                  <a:pt x="507504" y="175272"/>
                </a:lnTo>
                <a:lnTo>
                  <a:pt x="507504" y="313956"/>
                </a:lnTo>
                <a:lnTo>
                  <a:pt x="487730" y="323672"/>
                </a:lnTo>
                <a:lnTo>
                  <a:pt x="469404" y="334530"/>
                </a:lnTo>
                <a:lnTo>
                  <a:pt x="452208" y="346532"/>
                </a:lnTo>
                <a:lnTo>
                  <a:pt x="435876" y="359676"/>
                </a:lnTo>
                <a:lnTo>
                  <a:pt x="461784" y="381012"/>
                </a:lnTo>
                <a:lnTo>
                  <a:pt x="466064" y="373595"/>
                </a:lnTo>
                <a:lnTo>
                  <a:pt x="472071" y="365201"/>
                </a:lnTo>
                <a:lnTo>
                  <a:pt x="499516" y="336448"/>
                </a:lnTo>
                <a:lnTo>
                  <a:pt x="518172" y="327672"/>
                </a:lnTo>
                <a:lnTo>
                  <a:pt x="523328" y="330809"/>
                </a:lnTo>
                <a:lnTo>
                  <a:pt x="529793" y="335673"/>
                </a:lnTo>
                <a:lnTo>
                  <a:pt x="537667" y="342239"/>
                </a:lnTo>
                <a:lnTo>
                  <a:pt x="558215" y="360248"/>
                </a:lnTo>
                <a:lnTo>
                  <a:pt x="570750" y="368820"/>
                </a:lnTo>
                <a:lnTo>
                  <a:pt x="616089" y="387680"/>
                </a:lnTo>
                <a:lnTo>
                  <a:pt x="657237" y="394538"/>
                </a:lnTo>
                <a:lnTo>
                  <a:pt x="708329" y="396506"/>
                </a:lnTo>
                <a:lnTo>
                  <a:pt x="810780" y="399300"/>
                </a:lnTo>
                <a:lnTo>
                  <a:pt x="842505" y="370649"/>
                </a:lnTo>
                <a:lnTo>
                  <a:pt x="847356" y="368820"/>
                </a:lnTo>
                <a:lnTo>
                  <a:pt x="847356" y="362724"/>
                </a:lnTo>
                <a:close/>
              </a:path>
              <a:path w="3069590" h="411479">
                <a:moveTo>
                  <a:pt x="1074432" y="112776"/>
                </a:moveTo>
                <a:lnTo>
                  <a:pt x="1043952" y="82296"/>
                </a:lnTo>
                <a:lnTo>
                  <a:pt x="1025652" y="102108"/>
                </a:lnTo>
                <a:lnTo>
                  <a:pt x="996696" y="102108"/>
                </a:lnTo>
                <a:lnTo>
                  <a:pt x="996696" y="33528"/>
                </a:lnTo>
                <a:lnTo>
                  <a:pt x="1013460" y="21336"/>
                </a:lnTo>
                <a:lnTo>
                  <a:pt x="970788" y="3048"/>
                </a:lnTo>
                <a:lnTo>
                  <a:pt x="972121" y="43434"/>
                </a:lnTo>
                <a:lnTo>
                  <a:pt x="972299" y="82296"/>
                </a:lnTo>
                <a:lnTo>
                  <a:pt x="972312" y="102108"/>
                </a:lnTo>
                <a:lnTo>
                  <a:pt x="890016" y="102108"/>
                </a:lnTo>
                <a:lnTo>
                  <a:pt x="905256" y="117348"/>
                </a:lnTo>
                <a:lnTo>
                  <a:pt x="914908" y="115354"/>
                </a:lnTo>
                <a:lnTo>
                  <a:pt x="925258" y="113919"/>
                </a:lnTo>
                <a:lnTo>
                  <a:pt x="935913" y="113068"/>
                </a:lnTo>
                <a:lnTo>
                  <a:pt x="946404" y="112776"/>
                </a:lnTo>
                <a:lnTo>
                  <a:pt x="972312" y="112776"/>
                </a:lnTo>
                <a:lnTo>
                  <a:pt x="972312" y="195072"/>
                </a:lnTo>
                <a:lnTo>
                  <a:pt x="942886" y="208483"/>
                </a:lnTo>
                <a:lnTo>
                  <a:pt x="918591" y="218884"/>
                </a:lnTo>
                <a:lnTo>
                  <a:pt x="899452" y="226148"/>
                </a:lnTo>
                <a:lnTo>
                  <a:pt x="885456" y="230124"/>
                </a:lnTo>
                <a:lnTo>
                  <a:pt x="909828" y="260604"/>
                </a:lnTo>
                <a:lnTo>
                  <a:pt x="917244" y="251968"/>
                </a:lnTo>
                <a:lnTo>
                  <a:pt x="930097" y="241846"/>
                </a:lnTo>
                <a:lnTo>
                  <a:pt x="948626" y="229539"/>
                </a:lnTo>
                <a:lnTo>
                  <a:pt x="972312" y="214884"/>
                </a:lnTo>
                <a:lnTo>
                  <a:pt x="972312" y="342900"/>
                </a:lnTo>
                <a:lnTo>
                  <a:pt x="971156" y="352882"/>
                </a:lnTo>
                <a:lnTo>
                  <a:pt x="967549" y="359854"/>
                </a:lnTo>
                <a:lnTo>
                  <a:pt x="961390" y="363689"/>
                </a:lnTo>
                <a:lnTo>
                  <a:pt x="952500" y="364236"/>
                </a:lnTo>
                <a:lnTo>
                  <a:pt x="942784" y="363054"/>
                </a:lnTo>
                <a:lnTo>
                  <a:pt x="931926" y="361569"/>
                </a:lnTo>
                <a:lnTo>
                  <a:pt x="919924" y="359524"/>
                </a:lnTo>
                <a:lnTo>
                  <a:pt x="906780" y="356616"/>
                </a:lnTo>
                <a:lnTo>
                  <a:pt x="906780" y="365760"/>
                </a:lnTo>
                <a:lnTo>
                  <a:pt x="929640" y="375170"/>
                </a:lnTo>
                <a:lnTo>
                  <a:pt x="945642" y="385000"/>
                </a:lnTo>
                <a:lnTo>
                  <a:pt x="954786" y="395122"/>
                </a:lnTo>
                <a:lnTo>
                  <a:pt x="957072" y="405384"/>
                </a:lnTo>
                <a:lnTo>
                  <a:pt x="974204" y="397129"/>
                </a:lnTo>
                <a:lnTo>
                  <a:pt x="986599" y="386143"/>
                </a:lnTo>
                <a:lnTo>
                  <a:pt x="994156" y="372605"/>
                </a:lnTo>
                <a:lnTo>
                  <a:pt x="995489" y="364236"/>
                </a:lnTo>
                <a:lnTo>
                  <a:pt x="996696" y="356616"/>
                </a:lnTo>
                <a:lnTo>
                  <a:pt x="996696" y="214884"/>
                </a:lnTo>
                <a:lnTo>
                  <a:pt x="996696" y="202692"/>
                </a:lnTo>
                <a:lnTo>
                  <a:pt x="1023404" y="185928"/>
                </a:lnTo>
                <a:lnTo>
                  <a:pt x="1062240" y="161544"/>
                </a:lnTo>
                <a:lnTo>
                  <a:pt x="1057668" y="155448"/>
                </a:lnTo>
                <a:lnTo>
                  <a:pt x="996696" y="185928"/>
                </a:lnTo>
                <a:lnTo>
                  <a:pt x="996696" y="112776"/>
                </a:lnTo>
                <a:lnTo>
                  <a:pt x="1074432" y="112776"/>
                </a:lnTo>
                <a:close/>
              </a:path>
              <a:path w="3069590" h="411479">
                <a:moveTo>
                  <a:pt x="1287792" y="166116"/>
                </a:moveTo>
                <a:lnTo>
                  <a:pt x="1242783" y="162902"/>
                </a:lnTo>
                <a:lnTo>
                  <a:pt x="1202258" y="149733"/>
                </a:lnTo>
                <a:lnTo>
                  <a:pt x="1195197" y="146304"/>
                </a:lnTo>
                <a:lnTo>
                  <a:pt x="1186370" y="142024"/>
                </a:lnTo>
                <a:lnTo>
                  <a:pt x="1168920" y="132588"/>
                </a:lnTo>
                <a:lnTo>
                  <a:pt x="1182852" y="118872"/>
                </a:lnTo>
                <a:lnTo>
                  <a:pt x="1187183" y="114617"/>
                </a:lnTo>
                <a:lnTo>
                  <a:pt x="1205306" y="95059"/>
                </a:lnTo>
                <a:lnTo>
                  <a:pt x="1223137" y="74091"/>
                </a:lnTo>
                <a:lnTo>
                  <a:pt x="1240536" y="51816"/>
                </a:lnTo>
                <a:lnTo>
                  <a:pt x="1252740" y="45720"/>
                </a:lnTo>
                <a:lnTo>
                  <a:pt x="1255788" y="44196"/>
                </a:lnTo>
                <a:lnTo>
                  <a:pt x="1226832" y="18288"/>
                </a:lnTo>
                <a:lnTo>
                  <a:pt x="1213116" y="34747"/>
                </a:lnTo>
                <a:lnTo>
                  <a:pt x="1213116" y="45720"/>
                </a:lnTo>
                <a:lnTo>
                  <a:pt x="1200797" y="64008"/>
                </a:lnTo>
                <a:lnTo>
                  <a:pt x="1186637" y="82296"/>
                </a:lnTo>
                <a:lnTo>
                  <a:pt x="1170457" y="100584"/>
                </a:lnTo>
                <a:lnTo>
                  <a:pt x="1152156" y="118872"/>
                </a:lnTo>
                <a:lnTo>
                  <a:pt x="1135837" y="105727"/>
                </a:lnTo>
                <a:lnTo>
                  <a:pt x="1121105" y="89154"/>
                </a:lnTo>
                <a:lnTo>
                  <a:pt x="1107782" y="69151"/>
                </a:lnTo>
                <a:lnTo>
                  <a:pt x="1095768" y="45720"/>
                </a:lnTo>
                <a:lnTo>
                  <a:pt x="1213116" y="45720"/>
                </a:lnTo>
                <a:lnTo>
                  <a:pt x="1213116" y="34747"/>
                </a:lnTo>
                <a:lnTo>
                  <a:pt x="1211592" y="36576"/>
                </a:lnTo>
                <a:lnTo>
                  <a:pt x="1043952" y="36576"/>
                </a:lnTo>
                <a:lnTo>
                  <a:pt x="1057668" y="50292"/>
                </a:lnTo>
                <a:lnTo>
                  <a:pt x="1077480" y="45720"/>
                </a:lnTo>
                <a:lnTo>
                  <a:pt x="1088148" y="45720"/>
                </a:lnTo>
                <a:lnTo>
                  <a:pt x="1097051" y="68300"/>
                </a:lnTo>
                <a:lnTo>
                  <a:pt x="1107960" y="90297"/>
                </a:lnTo>
                <a:lnTo>
                  <a:pt x="1121143" y="111734"/>
                </a:lnTo>
                <a:lnTo>
                  <a:pt x="1136916" y="132588"/>
                </a:lnTo>
                <a:lnTo>
                  <a:pt x="1111453" y="153454"/>
                </a:lnTo>
                <a:lnTo>
                  <a:pt x="1083005" y="172593"/>
                </a:lnTo>
                <a:lnTo>
                  <a:pt x="1051394" y="190030"/>
                </a:lnTo>
                <a:lnTo>
                  <a:pt x="1016508" y="205740"/>
                </a:lnTo>
                <a:lnTo>
                  <a:pt x="1018032" y="213360"/>
                </a:lnTo>
                <a:lnTo>
                  <a:pt x="1052918" y="201383"/>
                </a:lnTo>
                <a:lnTo>
                  <a:pt x="1086815" y="186118"/>
                </a:lnTo>
                <a:lnTo>
                  <a:pt x="1119835" y="167716"/>
                </a:lnTo>
                <a:lnTo>
                  <a:pt x="1152156" y="146304"/>
                </a:lnTo>
                <a:lnTo>
                  <a:pt x="1175842" y="163195"/>
                </a:lnTo>
                <a:lnTo>
                  <a:pt x="1201115" y="177355"/>
                </a:lnTo>
                <a:lnTo>
                  <a:pt x="1227797" y="188963"/>
                </a:lnTo>
                <a:lnTo>
                  <a:pt x="1255788" y="198120"/>
                </a:lnTo>
                <a:lnTo>
                  <a:pt x="1258646" y="188963"/>
                </a:lnTo>
                <a:lnTo>
                  <a:pt x="1264932" y="181927"/>
                </a:lnTo>
                <a:lnTo>
                  <a:pt x="1274648" y="176911"/>
                </a:lnTo>
                <a:lnTo>
                  <a:pt x="1287792" y="173736"/>
                </a:lnTo>
                <a:lnTo>
                  <a:pt x="1287792" y="166116"/>
                </a:lnTo>
                <a:close/>
              </a:path>
              <a:path w="3069590" h="411479">
                <a:moveTo>
                  <a:pt x="1290840" y="310896"/>
                </a:moveTo>
                <a:lnTo>
                  <a:pt x="1257312" y="277368"/>
                </a:lnTo>
                <a:lnTo>
                  <a:pt x="1235976" y="300228"/>
                </a:lnTo>
                <a:lnTo>
                  <a:pt x="1164348" y="300228"/>
                </a:lnTo>
                <a:lnTo>
                  <a:pt x="1164348" y="239268"/>
                </a:lnTo>
                <a:lnTo>
                  <a:pt x="1266456" y="239268"/>
                </a:lnTo>
                <a:lnTo>
                  <a:pt x="1235976" y="207264"/>
                </a:lnTo>
                <a:lnTo>
                  <a:pt x="1214640" y="228600"/>
                </a:lnTo>
                <a:lnTo>
                  <a:pt x="1164348" y="228600"/>
                </a:lnTo>
                <a:lnTo>
                  <a:pt x="1164348" y="195072"/>
                </a:lnTo>
                <a:lnTo>
                  <a:pt x="1181112" y="185928"/>
                </a:lnTo>
                <a:lnTo>
                  <a:pt x="1138440" y="164592"/>
                </a:lnTo>
                <a:lnTo>
                  <a:pt x="1139317" y="180594"/>
                </a:lnTo>
                <a:lnTo>
                  <a:pt x="1139723" y="195072"/>
                </a:lnTo>
                <a:lnTo>
                  <a:pt x="1139837" y="202692"/>
                </a:lnTo>
                <a:lnTo>
                  <a:pt x="1139964" y="228600"/>
                </a:lnTo>
                <a:lnTo>
                  <a:pt x="1043952" y="228600"/>
                </a:lnTo>
                <a:lnTo>
                  <a:pt x="1059192" y="243840"/>
                </a:lnTo>
                <a:lnTo>
                  <a:pt x="1069492" y="241846"/>
                </a:lnTo>
                <a:lnTo>
                  <a:pt x="1079957" y="240411"/>
                </a:lnTo>
                <a:lnTo>
                  <a:pt x="1090688" y="239560"/>
                </a:lnTo>
                <a:lnTo>
                  <a:pt x="1101864" y="239268"/>
                </a:lnTo>
                <a:lnTo>
                  <a:pt x="1139964" y="239268"/>
                </a:lnTo>
                <a:lnTo>
                  <a:pt x="1139964" y="300228"/>
                </a:lnTo>
                <a:lnTo>
                  <a:pt x="1021080" y="300228"/>
                </a:lnTo>
                <a:lnTo>
                  <a:pt x="1037844" y="315468"/>
                </a:lnTo>
                <a:lnTo>
                  <a:pt x="1047280" y="313474"/>
                </a:lnTo>
                <a:lnTo>
                  <a:pt x="1057287" y="312039"/>
                </a:lnTo>
                <a:lnTo>
                  <a:pt x="1067854" y="311188"/>
                </a:lnTo>
                <a:lnTo>
                  <a:pt x="1079004" y="310896"/>
                </a:lnTo>
                <a:lnTo>
                  <a:pt x="1139964" y="310896"/>
                </a:lnTo>
                <a:lnTo>
                  <a:pt x="1139748" y="359524"/>
                </a:lnTo>
                <a:lnTo>
                  <a:pt x="1138440" y="408432"/>
                </a:lnTo>
                <a:lnTo>
                  <a:pt x="1165872" y="397764"/>
                </a:lnTo>
                <a:lnTo>
                  <a:pt x="1164983" y="381190"/>
                </a:lnTo>
                <a:lnTo>
                  <a:pt x="1164526" y="359854"/>
                </a:lnTo>
                <a:lnTo>
                  <a:pt x="1164399" y="342900"/>
                </a:lnTo>
                <a:lnTo>
                  <a:pt x="1164348" y="310896"/>
                </a:lnTo>
                <a:lnTo>
                  <a:pt x="1290840" y="310896"/>
                </a:lnTo>
                <a:close/>
              </a:path>
              <a:path w="3069590" h="411479">
                <a:moveTo>
                  <a:pt x="1731264" y="192024"/>
                </a:moveTo>
                <a:lnTo>
                  <a:pt x="1693164" y="153924"/>
                </a:lnTo>
                <a:lnTo>
                  <a:pt x="1658112" y="181356"/>
                </a:lnTo>
                <a:lnTo>
                  <a:pt x="1335024" y="181356"/>
                </a:lnTo>
                <a:lnTo>
                  <a:pt x="1350264" y="198120"/>
                </a:lnTo>
                <a:lnTo>
                  <a:pt x="1360220" y="195249"/>
                </a:lnTo>
                <a:lnTo>
                  <a:pt x="1371600" y="193357"/>
                </a:lnTo>
                <a:lnTo>
                  <a:pt x="1384134" y="192341"/>
                </a:lnTo>
                <a:lnTo>
                  <a:pt x="1397508" y="192024"/>
                </a:lnTo>
                <a:lnTo>
                  <a:pt x="1731264" y="192024"/>
                </a:lnTo>
                <a:close/>
              </a:path>
              <a:path w="3069590" h="411479">
                <a:moveTo>
                  <a:pt x="2004072" y="146304"/>
                </a:moveTo>
                <a:lnTo>
                  <a:pt x="1961400" y="124968"/>
                </a:lnTo>
                <a:lnTo>
                  <a:pt x="1962289" y="146304"/>
                </a:lnTo>
                <a:lnTo>
                  <a:pt x="1962734" y="165925"/>
                </a:lnTo>
                <a:lnTo>
                  <a:pt x="1962861" y="179070"/>
                </a:lnTo>
                <a:lnTo>
                  <a:pt x="1962772" y="345833"/>
                </a:lnTo>
                <a:lnTo>
                  <a:pt x="1962734" y="351853"/>
                </a:lnTo>
                <a:lnTo>
                  <a:pt x="1962277" y="378891"/>
                </a:lnTo>
                <a:lnTo>
                  <a:pt x="1961400" y="411480"/>
                </a:lnTo>
                <a:lnTo>
                  <a:pt x="1991880" y="393192"/>
                </a:lnTo>
                <a:lnTo>
                  <a:pt x="1990991" y="377215"/>
                </a:lnTo>
                <a:lnTo>
                  <a:pt x="1990547" y="361378"/>
                </a:lnTo>
                <a:lnTo>
                  <a:pt x="1990432" y="351853"/>
                </a:lnTo>
                <a:lnTo>
                  <a:pt x="1990356" y="156972"/>
                </a:lnTo>
                <a:lnTo>
                  <a:pt x="2004072" y="146304"/>
                </a:lnTo>
                <a:close/>
              </a:path>
              <a:path w="3069590" h="411479">
                <a:moveTo>
                  <a:pt x="2180856" y="179832"/>
                </a:moveTo>
                <a:lnTo>
                  <a:pt x="2133231" y="165925"/>
                </a:lnTo>
                <a:lnTo>
                  <a:pt x="2083320" y="137160"/>
                </a:lnTo>
                <a:lnTo>
                  <a:pt x="2032647" y="92964"/>
                </a:lnTo>
                <a:lnTo>
                  <a:pt x="1991944" y="41148"/>
                </a:lnTo>
                <a:lnTo>
                  <a:pt x="1984260" y="30480"/>
                </a:lnTo>
                <a:lnTo>
                  <a:pt x="1999500" y="19812"/>
                </a:lnTo>
                <a:lnTo>
                  <a:pt x="1962924" y="0"/>
                </a:lnTo>
                <a:lnTo>
                  <a:pt x="1952675" y="27127"/>
                </a:lnTo>
                <a:lnTo>
                  <a:pt x="1938159" y="55816"/>
                </a:lnTo>
                <a:lnTo>
                  <a:pt x="1897392" y="117348"/>
                </a:lnTo>
                <a:lnTo>
                  <a:pt x="1870786" y="147637"/>
                </a:lnTo>
                <a:lnTo>
                  <a:pt x="1841195" y="174498"/>
                </a:lnTo>
                <a:lnTo>
                  <a:pt x="1808441" y="197929"/>
                </a:lnTo>
                <a:lnTo>
                  <a:pt x="1772424" y="217932"/>
                </a:lnTo>
                <a:lnTo>
                  <a:pt x="1773948" y="225552"/>
                </a:lnTo>
                <a:lnTo>
                  <a:pt x="1809686" y="208978"/>
                </a:lnTo>
                <a:lnTo>
                  <a:pt x="1869744" y="172402"/>
                </a:lnTo>
                <a:lnTo>
                  <a:pt x="1916671" y="129882"/>
                </a:lnTo>
                <a:lnTo>
                  <a:pt x="1959063" y="73964"/>
                </a:lnTo>
                <a:lnTo>
                  <a:pt x="1979688" y="41148"/>
                </a:lnTo>
                <a:lnTo>
                  <a:pt x="1997976" y="71678"/>
                </a:lnTo>
                <a:lnTo>
                  <a:pt x="2034552" y="123024"/>
                </a:lnTo>
                <a:lnTo>
                  <a:pt x="2072005" y="161886"/>
                </a:lnTo>
                <a:lnTo>
                  <a:pt x="2116061" y="195122"/>
                </a:lnTo>
                <a:lnTo>
                  <a:pt x="2141232" y="210312"/>
                </a:lnTo>
                <a:lnTo>
                  <a:pt x="2148065" y="200317"/>
                </a:lnTo>
                <a:lnTo>
                  <a:pt x="2157044" y="193167"/>
                </a:lnTo>
                <a:lnTo>
                  <a:pt x="2168017" y="188887"/>
                </a:lnTo>
                <a:lnTo>
                  <a:pt x="2180856" y="187452"/>
                </a:lnTo>
                <a:lnTo>
                  <a:pt x="2180856" y="179832"/>
                </a:lnTo>
                <a:close/>
              </a:path>
              <a:path w="3069590" h="411479">
                <a:moveTo>
                  <a:pt x="2557284" y="24384"/>
                </a:moveTo>
                <a:lnTo>
                  <a:pt x="2553144" y="21336"/>
                </a:lnTo>
                <a:lnTo>
                  <a:pt x="2528328" y="3048"/>
                </a:lnTo>
                <a:lnTo>
                  <a:pt x="2519184" y="16764"/>
                </a:lnTo>
                <a:lnTo>
                  <a:pt x="2519184" y="32004"/>
                </a:lnTo>
                <a:lnTo>
                  <a:pt x="2519184" y="70104"/>
                </a:lnTo>
                <a:lnTo>
                  <a:pt x="2519184" y="80772"/>
                </a:lnTo>
                <a:lnTo>
                  <a:pt x="2519184" y="118872"/>
                </a:lnTo>
                <a:lnTo>
                  <a:pt x="2331732" y="118872"/>
                </a:lnTo>
                <a:lnTo>
                  <a:pt x="2331732" y="80772"/>
                </a:lnTo>
                <a:lnTo>
                  <a:pt x="2519184" y="80772"/>
                </a:lnTo>
                <a:lnTo>
                  <a:pt x="2519184" y="70104"/>
                </a:lnTo>
                <a:lnTo>
                  <a:pt x="2331732" y="70104"/>
                </a:lnTo>
                <a:lnTo>
                  <a:pt x="2331732" y="32004"/>
                </a:lnTo>
                <a:lnTo>
                  <a:pt x="2519184" y="32004"/>
                </a:lnTo>
                <a:lnTo>
                  <a:pt x="2519184" y="16764"/>
                </a:lnTo>
                <a:lnTo>
                  <a:pt x="2516136" y="21336"/>
                </a:lnTo>
                <a:lnTo>
                  <a:pt x="2331732" y="21336"/>
                </a:lnTo>
                <a:lnTo>
                  <a:pt x="2305824" y="7620"/>
                </a:lnTo>
                <a:lnTo>
                  <a:pt x="2306675" y="24384"/>
                </a:lnTo>
                <a:lnTo>
                  <a:pt x="2307158" y="42481"/>
                </a:lnTo>
                <a:lnTo>
                  <a:pt x="2307323" y="60985"/>
                </a:lnTo>
                <a:lnTo>
                  <a:pt x="2307285" y="104203"/>
                </a:lnTo>
                <a:lnTo>
                  <a:pt x="2307158" y="118300"/>
                </a:lnTo>
                <a:lnTo>
                  <a:pt x="2306701" y="135851"/>
                </a:lnTo>
                <a:lnTo>
                  <a:pt x="2305824" y="152400"/>
                </a:lnTo>
                <a:lnTo>
                  <a:pt x="2331732" y="143256"/>
                </a:lnTo>
                <a:lnTo>
                  <a:pt x="2331732" y="129540"/>
                </a:lnTo>
                <a:lnTo>
                  <a:pt x="2519184" y="129540"/>
                </a:lnTo>
                <a:lnTo>
                  <a:pt x="2519184" y="150876"/>
                </a:lnTo>
                <a:lnTo>
                  <a:pt x="2546616" y="138684"/>
                </a:lnTo>
                <a:lnTo>
                  <a:pt x="2543962" y="80772"/>
                </a:lnTo>
                <a:lnTo>
                  <a:pt x="2543797" y="70104"/>
                </a:lnTo>
                <a:lnTo>
                  <a:pt x="2543568" y="36576"/>
                </a:lnTo>
                <a:lnTo>
                  <a:pt x="2548712" y="32004"/>
                </a:lnTo>
                <a:lnTo>
                  <a:pt x="2557284" y="24384"/>
                </a:lnTo>
                <a:close/>
              </a:path>
              <a:path w="3069590" h="411479">
                <a:moveTo>
                  <a:pt x="2621292" y="176784"/>
                </a:moveTo>
                <a:lnTo>
                  <a:pt x="2581668" y="138684"/>
                </a:lnTo>
                <a:lnTo>
                  <a:pt x="2554236" y="166116"/>
                </a:lnTo>
                <a:lnTo>
                  <a:pt x="2389644" y="166116"/>
                </a:lnTo>
                <a:lnTo>
                  <a:pt x="2389644" y="315468"/>
                </a:lnTo>
                <a:lnTo>
                  <a:pt x="2307348" y="329184"/>
                </a:lnTo>
                <a:lnTo>
                  <a:pt x="2307348" y="274320"/>
                </a:lnTo>
                <a:lnTo>
                  <a:pt x="2389644" y="274320"/>
                </a:lnTo>
                <a:lnTo>
                  <a:pt x="2389644" y="263652"/>
                </a:lnTo>
                <a:lnTo>
                  <a:pt x="2307348" y="263652"/>
                </a:lnTo>
                <a:lnTo>
                  <a:pt x="2307348" y="224028"/>
                </a:lnTo>
                <a:lnTo>
                  <a:pt x="2389644" y="224028"/>
                </a:lnTo>
                <a:lnTo>
                  <a:pt x="2389644" y="213360"/>
                </a:lnTo>
                <a:lnTo>
                  <a:pt x="2307348" y="213360"/>
                </a:lnTo>
                <a:lnTo>
                  <a:pt x="2307348" y="176784"/>
                </a:lnTo>
                <a:lnTo>
                  <a:pt x="2389644" y="176784"/>
                </a:lnTo>
                <a:lnTo>
                  <a:pt x="2389644" y="166116"/>
                </a:lnTo>
                <a:lnTo>
                  <a:pt x="2222004" y="166116"/>
                </a:lnTo>
                <a:lnTo>
                  <a:pt x="2237244" y="179832"/>
                </a:lnTo>
                <a:lnTo>
                  <a:pt x="2258580" y="176784"/>
                </a:lnTo>
                <a:lnTo>
                  <a:pt x="2282964" y="176784"/>
                </a:lnTo>
                <a:lnTo>
                  <a:pt x="2282964" y="335280"/>
                </a:lnTo>
                <a:lnTo>
                  <a:pt x="2238806" y="341503"/>
                </a:lnTo>
                <a:lnTo>
                  <a:pt x="2226576" y="342900"/>
                </a:lnTo>
                <a:lnTo>
                  <a:pt x="2246388" y="376428"/>
                </a:lnTo>
                <a:lnTo>
                  <a:pt x="2285911" y="356616"/>
                </a:lnTo>
                <a:lnTo>
                  <a:pt x="2389644" y="329184"/>
                </a:lnTo>
                <a:lnTo>
                  <a:pt x="2389644" y="411480"/>
                </a:lnTo>
                <a:lnTo>
                  <a:pt x="2412504" y="397764"/>
                </a:lnTo>
                <a:lnTo>
                  <a:pt x="2412504" y="323088"/>
                </a:lnTo>
                <a:lnTo>
                  <a:pt x="2450185" y="310896"/>
                </a:lnTo>
                <a:lnTo>
                  <a:pt x="2464320" y="306324"/>
                </a:lnTo>
                <a:lnTo>
                  <a:pt x="2462796" y="300228"/>
                </a:lnTo>
                <a:lnTo>
                  <a:pt x="2412504" y="310896"/>
                </a:lnTo>
                <a:lnTo>
                  <a:pt x="2412504" y="274320"/>
                </a:lnTo>
                <a:lnTo>
                  <a:pt x="2412504" y="263652"/>
                </a:lnTo>
                <a:lnTo>
                  <a:pt x="2412504" y="224028"/>
                </a:lnTo>
                <a:lnTo>
                  <a:pt x="2412504" y="213360"/>
                </a:lnTo>
                <a:lnTo>
                  <a:pt x="2412504" y="176784"/>
                </a:lnTo>
                <a:lnTo>
                  <a:pt x="2621292" y="176784"/>
                </a:lnTo>
                <a:close/>
              </a:path>
              <a:path w="3069590" h="411479">
                <a:moveTo>
                  <a:pt x="2622816" y="371856"/>
                </a:moveTo>
                <a:lnTo>
                  <a:pt x="2583383" y="363931"/>
                </a:lnTo>
                <a:lnTo>
                  <a:pt x="2549372" y="344881"/>
                </a:lnTo>
                <a:lnTo>
                  <a:pt x="2541295" y="338328"/>
                </a:lnTo>
                <a:lnTo>
                  <a:pt x="2536939" y="334810"/>
                </a:lnTo>
                <a:lnTo>
                  <a:pt x="2523756" y="323088"/>
                </a:lnTo>
                <a:lnTo>
                  <a:pt x="2535009" y="306324"/>
                </a:lnTo>
                <a:lnTo>
                  <a:pt x="2538323" y="301396"/>
                </a:lnTo>
                <a:lnTo>
                  <a:pt x="2552331" y="277558"/>
                </a:lnTo>
                <a:lnTo>
                  <a:pt x="2565755" y="251726"/>
                </a:lnTo>
                <a:lnTo>
                  <a:pt x="2578620" y="224028"/>
                </a:lnTo>
                <a:lnTo>
                  <a:pt x="2588780" y="217932"/>
                </a:lnTo>
                <a:lnTo>
                  <a:pt x="2593860" y="214884"/>
                </a:lnTo>
                <a:lnTo>
                  <a:pt x="2566428" y="190500"/>
                </a:lnTo>
                <a:lnTo>
                  <a:pt x="2554236" y="205409"/>
                </a:lnTo>
                <a:lnTo>
                  <a:pt x="2554236" y="217932"/>
                </a:lnTo>
                <a:lnTo>
                  <a:pt x="2549639" y="229362"/>
                </a:lnTo>
                <a:lnTo>
                  <a:pt x="2528684" y="274828"/>
                </a:lnTo>
                <a:lnTo>
                  <a:pt x="2510040" y="306324"/>
                </a:lnTo>
                <a:lnTo>
                  <a:pt x="2502535" y="298640"/>
                </a:lnTo>
                <a:lnTo>
                  <a:pt x="2477173" y="254368"/>
                </a:lnTo>
                <a:lnTo>
                  <a:pt x="2464320" y="217932"/>
                </a:lnTo>
                <a:lnTo>
                  <a:pt x="2554236" y="217932"/>
                </a:lnTo>
                <a:lnTo>
                  <a:pt x="2554236" y="205409"/>
                </a:lnTo>
                <a:lnTo>
                  <a:pt x="2552712" y="207264"/>
                </a:lnTo>
                <a:lnTo>
                  <a:pt x="2418600" y="207264"/>
                </a:lnTo>
                <a:lnTo>
                  <a:pt x="2432316" y="222504"/>
                </a:lnTo>
                <a:lnTo>
                  <a:pt x="2455176" y="217932"/>
                </a:lnTo>
                <a:lnTo>
                  <a:pt x="2458859" y="233387"/>
                </a:lnTo>
                <a:lnTo>
                  <a:pt x="2462987" y="247840"/>
                </a:lnTo>
                <a:lnTo>
                  <a:pt x="2477058" y="286893"/>
                </a:lnTo>
                <a:lnTo>
                  <a:pt x="2497848" y="324612"/>
                </a:lnTo>
                <a:lnTo>
                  <a:pt x="2479002" y="344805"/>
                </a:lnTo>
                <a:lnTo>
                  <a:pt x="2458605" y="364426"/>
                </a:lnTo>
                <a:lnTo>
                  <a:pt x="2436545" y="383120"/>
                </a:lnTo>
                <a:lnTo>
                  <a:pt x="2412504" y="400812"/>
                </a:lnTo>
                <a:lnTo>
                  <a:pt x="2417076" y="405384"/>
                </a:lnTo>
                <a:lnTo>
                  <a:pt x="2444242" y="389128"/>
                </a:lnTo>
                <a:lnTo>
                  <a:pt x="2468702" y="372427"/>
                </a:lnTo>
                <a:lnTo>
                  <a:pt x="2490584" y="355460"/>
                </a:lnTo>
                <a:lnTo>
                  <a:pt x="2510040" y="338328"/>
                </a:lnTo>
                <a:lnTo>
                  <a:pt x="2520086" y="349186"/>
                </a:lnTo>
                <a:lnTo>
                  <a:pt x="2529852" y="358902"/>
                </a:lnTo>
                <a:lnTo>
                  <a:pt x="2539606" y="367474"/>
                </a:lnTo>
                <a:lnTo>
                  <a:pt x="2549664" y="374904"/>
                </a:lnTo>
                <a:lnTo>
                  <a:pt x="2559037" y="382358"/>
                </a:lnTo>
                <a:lnTo>
                  <a:pt x="2568714" y="388810"/>
                </a:lnTo>
                <a:lnTo>
                  <a:pt x="2578379" y="394411"/>
                </a:lnTo>
                <a:lnTo>
                  <a:pt x="2587764" y="399288"/>
                </a:lnTo>
                <a:lnTo>
                  <a:pt x="2592590" y="391248"/>
                </a:lnTo>
                <a:lnTo>
                  <a:pt x="2600147" y="385191"/>
                </a:lnTo>
                <a:lnTo>
                  <a:pt x="2610256" y="380860"/>
                </a:lnTo>
                <a:lnTo>
                  <a:pt x="2622816" y="377952"/>
                </a:lnTo>
                <a:lnTo>
                  <a:pt x="2622816" y="371856"/>
                </a:lnTo>
                <a:close/>
              </a:path>
              <a:path w="3069590" h="411479">
                <a:moveTo>
                  <a:pt x="3069348" y="135636"/>
                </a:moveTo>
                <a:lnTo>
                  <a:pt x="3031248" y="96012"/>
                </a:lnTo>
                <a:lnTo>
                  <a:pt x="3002292" y="124968"/>
                </a:lnTo>
                <a:lnTo>
                  <a:pt x="2874276" y="124968"/>
                </a:lnTo>
                <a:lnTo>
                  <a:pt x="2874276" y="33528"/>
                </a:lnTo>
                <a:lnTo>
                  <a:pt x="2887992" y="19812"/>
                </a:lnTo>
                <a:lnTo>
                  <a:pt x="2846844" y="1524"/>
                </a:lnTo>
                <a:lnTo>
                  <a:pt x="2847721" y="20383"/>
                </a:lnTo>
                <a:lnTo>
                  <a:pt x="2848178" y="47244"/>
                </a:lnTo>
                <a:lnTo>
                  <a:pt x="2848368" y="124968"/>
                </a:lnTo>
                <a:lnTo>
                  <a:pt x="2673108" y="124968"/>
                </a:lnTo>
                <a:lnTo>
                  <a:pt x="2686824" y="138684"/>
                </a:lnTo>
                <a:lnTo>
                  <a:pt x="2711208" y="135636"/>
                </a:lnTo>
                <a:lnTo>
                  <a:pt x="2848368" y="135636"/>
                </a:lnTo>
                <a:lnTo>
                  <a:pt x="2841320" y="191452"/>
                </a:lnTo>
                <a:lnTo>
                  <a:pt x="2828556" y="243840"/>
                </a:lnTo>
                <a:lnTo>
                  <a:pt x="2805887" y="293179"/>
                </a:lnTo>
                <a:lnTo>
                  <a:pt x="2770644" y="336804"/>
                </a:lnTo>
                <a:lnTo>
                  <a:pt x="2723400" y="372999"/>
                </a:lnTo>
                <a:lnTo>
                  <a:pt x="2667012" y="402336"/>
                </a:lnTo>
                <a:lnTo>
                  <a:pt x="2668536" y="409956"/>
                </a:lnTo>
                <a:lnTo>
                  <a:pt x="2709443" y="394576"/>
                </a:lnTo>
                <a:lnTo>
                  <a:pt x="2745498" y="376047"/>
                </a:lnTo>
                <a:lnTo>
                  <a:pt x="2804172" y="330708"/>
                </a:lnTo>
                <a:lnTo>
                  <a:pt x="2846844" y="265366"/>
                </a:lnTo>
                <a:lnTo>
                  <a:pt x="2861170" y="222910"/>
                </a:lnTo>
                <a:lnTo>
                  <a:pt x="2871228" y="173736"/>
                </a:lnTo>
                <a:lnTo>
                  <a:pt x="2880944" y="206362"/>
                </a:lnTo>
                <a:lnTo>
                  <a:pt x="2910662" y="269328"/>
                </a:lnTo>
                <a:lnTo>
                  <a:pt x="2952140" y="329171"/>
                </a:lnTo>
                <a:lnTo>
                  <a:pt x="3001378" y="376745"/>
                </a:lnTo>
                <a:lnTo>
                  <a:pt x="3029724" y="396240"/>
                </a:lnTo>
                <a:lnTo>
                  <a:pt x="3036316" y="386245"/>
                </a:lnTo>
                <a:lnTo>
                  <a:pt x="3044774" y="379095"/>
                </a:lnTo>
                <a:lnTo>
                  <a:pt x="3055226" y="374815"/>
                </a:lnTo>
                <a:lnTo>
                  <a:pt x="3067824" y="373380"/>
                </a:lnTo>
                <a:lnTo>
                  <a:pt x="3067824" y="365760"/>
                </a:lnTo>
                <a:lnTo>
                  <a:pt x="3028073" y="351764"/>
                </a:lnTo>
                <a:lnTo>
                  <a:pt x="2993339" y="332613"/>
                </a:lnTo>
                <a:lnTo>
                  <a:pt x="2963443" y="308330"/>
                </a:lnTo>
                <a:lnTo>
                  <a:pt x="2938284" y="278892"/>
                </a:lnTo>
                <a:lnTo>
                  <a:pt x="2916491" y="246011"/>
                </a:lnTo>
                <a:lnTo>
                  <a:pt x="2884919" y="181381"/>
                </a:lnTo>
                <a:lnTo>
                  <a:pt x="2874276" y="149352"/>
                </a:lnTo>
                <a:lnTo>
                  <a:pt x="2874276" y="135636"/>
                </a:lnTo>
                <a:lnTo>
                  <a:pt x="3069348" y="13563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" name="object 54"/>
          <p:cNvSpPr/>
          <p:nvPr/>
        </p:nvSpPr>
        <p:spPr>
          <a:xfrm>
            <a:off x="5719571" y="4078223"/>
            <a:ext cx="356870" cy="401320"/>
          </a:xfrm>
          <a:custGeom>
            <a:avLst/>
            <a:gdLst/>
            <a:ahLst/>
            <a:cxnLst/>
            <a:rect l="l" t="t" r="r" b="b"/>
            <a:pathLst>
              <a:path w="356870" h="401320">
                <a:moveTo>
                  <a:pt x="53340" y="89916"/>
                </a:moveTo>
                <a:lnTo>
                  <a:pt x="42672" y="89916"/>
                </a:lnTo>
                <a:lnTo>
                  <a:pt x="50696" y="62150"/>
                </a:lnTo>
                <a:lnTo>
                  <a:pt x="56578" y="38100"/>
                </a:lnTo>
                <a:lnTo>
                  <a:pt x="60459" y="17478"/>
                </a:lnTo>
                <a:lnTo>
                  <a:pt x="62484" y="0"/>
                </a:lnTo>
                <a:lnTo>
                  <a:pt x="100584" y="21336"/>
                </a:lnTo>
                <a:lnTo>
                  <a:pt x="90844" y="28194"/>
                </a:lnTo>
                <a:lnTo>
                  <a:pt x="79819" y="41910"/>
                </a:lnTo>
                <a:lnTo>
                  <a:pt x="67365" y="62484"/>
                </a:lnTo>
                <a:lnTo>
                  <a:pt x="53340" y="89916"/>
                </a:lnTo>
                <a:close/>
              </a:path>
              <a:path w="356870" h="401320">
                <a:moveTo>
                  <a:pt x="147828" y="190500"/>
                </a:moveTo>
                <a:lnTo>
                  <a:pt x="141732" y="187452"/>
                </a:lnTo>
                <a:lnTo>
                  <a:pt x="158877" y="160615"/>
                </a:lnTo>
                <a:lnTo>
                  <a:pt x="173736" y="135064"/>
                </a:lnTo>
                <a:lnTo>
                  <a:pt x="196596" y="88392"/>
                </a:lnTo>
                <a:lnTo>
                  <a:pt x="211264" y="44958"/>
                </a:lnTo>
                <a:lnTo>
                  <a:pt x="222503" y="1524"/>
                </a:lnTo>
                <a:lnTo>
                  <a:pt x="260603" y="24384"/>
                </a:lnTo>
                <a:lnTo>
                  <a:pt x="252626" y="32146"/>
                </a:lnTo>
                <a:lnTo>
                  <a:pt x="242506" y="46482"/>
                </a:lnTo>
                <a:lnTo>
                  <a:pt x="230385" y="67675"/>
                </a:lnTo>
                <a:lnTo>
                  <a:pt x="216408" y="96012"/>
                </a:lnTo>
                <a:lnTo>
                  <a:pt x="350161" y="96012"/>
                </a:lnTo>
                <a:lnTo>
                  <a:pt x="356616" y="102108"/>
                </a:lnTo>
                <a:lnTo>
                  <a:pt x="352425" y="105156"/>
                </a:lnTo>
                <a:lnTo>
                  <a:pt x="213360" y="105156"/>
                </a:lnTo>
                <a:lnTo>
                  <a:pt x="197334" y="129420"/>
                </a:lnTo>
                <a:lnTo>
                  <a:pt x="181165" y="151828"/>
                </a:lnTo>
                <a:lnTo>
                  <a:pt x="164711" y="172235"/>
                </a:lnTo>
                <a:lnTo>
                  <a:pt x="147828" y="190500"/>
                </a:lnTo>
                <a:close/>
              </a:path>
              <a:path w="356870" h="401320">
                <a:moveTo>
                  <a:pt x="144780" y="89916"/>
                </a:moveTo>
                <a:lnTo>
                  <a:pt x="111252" y="89916"/>
                </a:lnTo>
                <a:lnTo>
                  <a:pt x="128016" y="73152"/>
                </a:lnTo>
                <a:lnTo>
                  <a:pt x="144780" y="89916"/>
                </a:lnTo>
                <a:close/>
              </a:path>
              <a:path w="356870" h="401320">
                <a:moveTo>
                  <a:pt x="0" y="397764"/>
                </a:moveTo>
                <a:lnTo>
                  <a:pt x="820" y="359664"/>
                </a:lnTo>
                <a:lnTo>
                  <a:pt x="917" y="353568"/>
                </a:lnTo>
                <a:lnTo>
                  <a:pt x="1333" y="316230"/>
                </a:lnTo>
                <a:lnTo>
                  <a:pt x="1425" y="176784"/>
                </a:lnTo>
                <a:lnTo>
                  <a:pt x="1301" y="151828"/>
                </a:lnTo>
                <a:lnTo>
                  <a:pt x="881" y="114681"/>
                </a:lnTo>
                <a:lnTo>
                  <a:pt x="0" y="74676"/>
                </a:lnTo>
                <a:lnTo>
                  <a:pt x="25908" y="89916"/>
                </a:lnTo>
                <a:lnTo>
                  <a:pt x="144780" y="89916"/>
                </a:lnTo>
                <a:lnTo>
                  <a:pt x="153924" y="99060"/>
                </a:lnTo>
                <a:lnTo>
                  <a:pt x="151828" y="100584"/>
                </a:lnTo>
                <a:lnTo>
                  <a:pt x="24384" y="100584"/>
                </a:lnTo>
                <a:lnTo>
                  <a:pt x="24384" y="211836"/>
                </a:lnTo>
                <a:lnTo>
                  <a:pt x="137205" y="211836"/>
                </a:lnTo>
                <a:lnTo>
                  <a:pt x="137219" y="222504"/>
                </a:lnTo>
                <a:lnTo>
                  <a:pt x="24384" y="222504"/>
                </a:lnTo>
                <a:lnTo>
                  <a:pt x="24384" y="344424"/>
                </a:lnTo>
                <a:lnTo>
                  <a:pt x="137922" y="344424"/>
                </a:lnTo>
                <a:lnTo>
                  <a:pt x="138123" y="353568"/>
                </a:lnTo>
                <a:lnTo>
                  <a:pt x="24384" y="353568"/>
                </a:lnTo>
                <a:lnTo>
                  <a:pt x="24384" y="384048"/>
                </a:lnTo>
                <a:lnTo>
                  <a:pt x="0" y="397764"/>
                </a:lnTo>
                <a:close/>
              </a:path>
              <a:path w="356870" h="401320">
                <a:moveTo>
                  <a:pt x="350161" y="96012"/>
                </a:moveTo>
                <a:lnTo>
                  <a:pt x="310896" y="96012"/>
                </a:lnTo>
                <a:lnTo>
                  <a:pt x="329184" y="76200"/>
                </a:lnTo>
                <a:lnTo>
                  <a:pt x="350161" y="96012"/>
                </a:lnTo>
                <a:close/>
              </a:path>
              <a:path w="356870" h="401320">
                <a:moveTo>
                  <a:pt x="137205" y="211836"/>
                </a:moveTo>
                <a:lnTo>
                  <a:pt x="114300" y="211836"/>
                </a:lnTo>
                <a:lnTo>
                  <a:pt x="114300" y="100584"/>
                </a:lnTo>
                <a:lnTo>
                  <a:pt x="151828" y="100584"/>
                </a:lnTo>
                <a:lnTo>
                  <a:pt x="137160" y="111252"/>
                </a:lnTo>
                <a:lnTo>
                  <a:pt x="137205" y="211836"/>
                </a:lnTo>
                <a:close/>
              </a:path>
              <a:path w="356870" h="401320">
                <a:moveTo>
                  <a:pt x="326280" y="359664"/>
                </a:moveTo>
                <a:lnTo>
                  <a:pt x="283464" y="359664"/>
                </a:lnTo>
                <a:lnTo>
                  <a:pt x="291750" y="357711"/>
                </a:lnTo>
                <a:lnTo>
                  <a:pt x="298323" y="352044"/>
                </a:lnTo>
                <a:lnTo>
                  <a:pt x="308586" y="305538"/>
                </a:lnTo>
                <a:lnTo>
                  <a:pt x="310705" y="259651"/>
                </a:lnTo>
                <a:lnTo>
                  <a:pt x="312539" y="192905"/>
                </a:lnTo>
                <a:lnTo>
                  <a:pt x="313944" y="105156"/>
                </a:lnTo>
                <a:lnTo>
                  <a:pt x="352425" y="105156"/>
                </a:lnTo>
                <a:lnTo>
                  <a:pt x="339852" y="114300"/>
                </a:lnTo>
                <a:lnTo>
                  <a:pt x="338789" y="186213"/>
                </a:lnTo>
                <a:lnTo>
                  <a:pt x="337291" y="248631"/>
                </a:lnTo>
                <a:lnTo>
                  <a:pt x="335462" y="294583"/>
                </a:lnTo>
                <a:lnTo>
                  <a:pt x="333268" y="326489"/>
                </a:lnTo>
                <a:lnTo>
                  <a:pt x="330708" y="344424"/>
                </a:lnTo>
                <a:lnTo>
                  <a:pt x="327231" y="357020"/>
                </a:lnTo>
                <a:lnTo>
                  <a:pt x="326280" y="359664"/>
                </a:lnTo>
                <a:close/>
              </a:path>
              <a:path w="356870" h="401320">
                <a:moveTo>
                  <a:pt x="231648" y="269748"/>
                </a:moveTo>
                <a:lnTo>
                  <a:pt x="228600" y="269748"/>
                </a:lnTo>
                <a:lnTo>
                  <a:pt x="225432" y="268081"/>
                </a:lnTo>
                <a:lnTo>
                  <a:pt x="222694" y="263271"/>
                </a:lnTo>
                <a:lnTo>
                  <a:pt x="220241" y="255603"/>
                </a:lnTo>
                <a:lnTo>
                  <a:pt x="217932" y="245364"/>
                </a:lnTo>
                <a:lnTo>
                  <a:pt x="213598" y="227576"/>
                </a:lnTo>
                <a:lnTo>
                  <a:pt x="207264" y="210502"/>
                </a:lnTo>
                <a:lnTo>
                  <a:pt x="198643" y="193714"/>
                </a:lnTo>
                <a:lnTo>
                  <a:pt x="187452" y="176784"/>
                </a:lnTo>
                <a:lnTo>
                  <a:pt x="190500" y="172212"/>
                </a:lnTo>
                <a:lnTo>
                  <a:pt x="223456" y="198501"/>
                </a:lnTo>
                <a:lnTo>
                  <a:pt x="246888" y="234696"/>
                </a:lnTo>
                <a:lnTo>
                  <a:pt x="246888" y="246888"/>
                </a:lnTo>
                <a:lnTo>
                  <a:pt x="243840" y="254508"/>
                </a:lnTo>
                <a:lnTo>
                  <a:pt x="234696" y="266700"/>
                </a:lnTo>
                <a:lnTo>
                  <a:pt x="231648" y="269748"/>
                </a:lnTo>
                <a:close/>
              </a:path>
              <a:path w="356870" h="401320">
                <a:moveTo>
                  <a:pt x="137922" y="344424"/>
                </a:moveTo>
                <a:lnTo>
                  <a:pt x="114300" y="344424"/>
                </a:lnTo>
                <a:lnTo>
                  <a:pt x="114300" y="222504"/>
                </a:lnTo>
                <a:lnTo>
                  <a:pt x="137219" y="222504"/>
                </a:lnTo>
                <a:lnTo>
                  <a:pt x="137337" y="269748"/>
                </a:lnTo>
                <a:lnTo>
                  <a:pt x="137501" y="305538"/>
                </a:lnTo>
                <a:lnTo>
                  <a:pt x="137922" y="344424"/>
                </a:lnTo>
                <a:close/>
              </a:path>
              <a:path w="356870" h="401320">
                <a:moveTo>
                  <a:pt x="277367" y="400812"/>
                </a:moveTo>
                <a:lnTo>
                  <a:pt x="270486" y="387953"/>
                </a:lnTo>
                <a:lnTo>
                  <a:pt x="258889" y="376809"/>
                </a:lnTo>
                <a:lnTo>
                  <a:pt x="242435" y="367379"/>
                </a:lnTo>
                <a:lnTo>
                  <a:pt x="220979" y="359664"/>
                </a:lnTo>
                <a:lnTo>
                  <a:pt x="220979" y="350520"/>
                </a:lnTo>
                <a:lnTo>
                  <a:pt x="241030" y="354520"/>
                </a:lnTo>
                <a:lnTo>
                  <a:pt x="257937" y="357378"/>
                </a:lnTo>
                <a:lnTo>
                  <a:pt x="271986" y="359092"/>
                </a:lnTo>
                <a:lnTo>
                  <a:pt x="283464" y="359664"/>
                </a:lnTo>
                <a:lnTo>
                  <a:pt x="326280" y="359664"/>
                </a:lnTo>
                <a:lnTo>
                  <a:pt x="323469" y="367474"/>
                </a:lnTo>
                <a:lnTo>
                  <a:pt x="289083" y="396240"/>
                </a:lnTo>
                <a:lnTo>
                  <a:pt x="277367" y="400812"/>
                </a:lnTo>
                <a:close/>
              </a:path>
              <a:path w="356870" h="401320">
                <a:moveTo>
                  <a:pt x="114300" y="390144"/>
                </a:moveTo>
                <a:lnTo>
                  <a:pt x="114300" y="353568"/>
                </a:lnTo>
                <a:lnTo>
                  <a:pt x="138123" y="353568"/>
                </a:lnTo>
                <a:lnTo>
                  <a:pt x="138684" y="376428"/>
                </a:lnTo>
                <a:lnTo>
                  <a:pt x="114300" y="39014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" name="object 55"/>
          <p:cNvSpPr/>
          <p:nvPr/>
        </p:nvSpPr>
        <p:spPr>
          <a:xfrm>
            <a:off x="6128003" y="4079747"/>
            <a:ext cx="390525" cy="401320"/>
          </a:xfrm>
          <a:custGeom>
            <a:avLst/>
            <a:gdLst/>
            <a:ahLst/>
            <a:cxnLst/>
            <a:rect l="l" t="t" r="r" b="b"/>
            <a:pathLst>
              <a:path w="390525" h="401320">
                <a:moveTo>
                  <a:pt x="384714" y="48767"/>
                </a:moveTo>
                <a:lnTo>
                  <a:pt x="347472" y="48767"/>
                </a:lnTo>
                <a:lnTo>
                  <a:pt x="361188" y="28955"/>
                </a:lnTo>
                <a:lnTo>
                  <a:pt x="384714" y="48767"/>
                </a:lnTo>
                <a:close/>
              </a:path>
              <a:path w="390525" h="401320">
                <a:moveTo>
                  <a:pt x="213360" y="399288"/>
                </a:moveTo>
                <a:lnTo>
                  <a:pt x="214241" y="370427"/>
                </a:lnTo>
                <a:lnTo>
                  <a:pt x="214694" y="329127"/>
                </a:lnTo>
                <a:lnTo>
                  <a:pt x="214840" y="282892"/>
                </a:lnTo>
                <a:lnTo>
                  <a:pt x="214854" y="146304"/>
                </a:lnTo>
                <a:lnTo>
                  <a:pt x="214693" y="96774"/>
                </a:lnTo>
                <a:lnTo>
                  <a:pt x="214241" y="57959"/>
                </a:lnTo>
                <a:lnTo>
                  <a:pt x="213360" y="32004"/>
                </a:lnTo>
                <a:lnTo>
                  <a:pt x="239268" y="48767"/>
                </a:lnTo>
                <a:lnTo>
                  <a:pt x="384714" y="48767"/>
                </a:lnTo>
                <a:lnTo>
                  <a:pt x="390144" y="53340"/>
                </a:lnTo>
                <a:lnTo>
                  <a:pt x="382524" y="59436"/>
                </a:lnTo>
                <a:lnTo>
                  <a:pt x="239268" y="59436"/>
                </a:lnTo>
                <a:lnTo>
                  <a:pt x="239268" y="146304"/>
                </a:lnTo>
                <a:lnTo>
                  <a:pt x="374910" y="146304"/>
                </a:lnTo>
                <a:lnTo>
                  <a:pt x="374915" y="156972"/>
                </a:lnTo>
                <a:lnTo>
                  <a:pt x="239268" y="156972"/>
                </a:lnTo>
                <a:lnTo>
                  <a:pt x="239268" y="239268"/>
                </a:lnTo>
                <a:lnTo>
                  <a:pt x="374995" y="239268"/>
                </a:lnTo>
                <a:lnTo>
                  <a:pt x="375020" y="249936"/>
                </a:lnTo>
                <a:lnTo>
                  <a:pt x="239268" y="249936"/>
                </a:lnTo>
                <a:lnTo>
                  <a:pt x="239268" y="347472"/>
                </a:lnTo>
                <a:lnTo>
                  <a:pt x="375593" y="347472"/>
                </a:lnTo>
                <a:lnTo>
                  <a:pt x="375731" y="358140"/>
                </a:lnTo>
                <a:lnTo>
                  <a:pt x="239268" y="358140"/>
                </a:lnTo>
                <a:lnTo>
                  <a:pt x="239268" y="388620"/>
                </a:lnTo>
                <a:lnTo>
                  <a:pt x="213360" y="399288"/>
                </a:lnTo>
                <a:close/>
              </a:path>
              <a:path w="390525" h="401320">
                <a:moveTo>
                  <a:pt x="374910" y="146304"/>
                </a:moveTo>
                <a:lnTo>
                  <a:pt x="350520" y="146304"/>
                </a:lnTo>
                <a:lnTo>
                  <a:pt x="350520" y="59436"/>
                </a:lnTo>
                <a:lnTo>
                  <a:pt x="382524" y="59436"/>
                </a:lnTo>
                <a:lnTo>
                  <a:pt x="374904" y="65531"/>
                </a:lnTo>
                <a:lnTo>
                  <a:pt x="374910" y="146304"/>
                </a:lnTo>
                <a:close/>
              </a:path>
              <a:path w="390525" h="401320">
                <a:moveTo>
                  <a:pt x="374995" y="239268"/>
                </a:moveTo>
                <a:lnTo>
                  <a:pt x="350520" y="239268"/>
                </a:lnTo>
                <a:lnTo>
                  <a:pt x="350520" y="156972"/>
                </a:lnTo>
                <a:lnTo>
                  <a:pt x="374915" y="156972"/>
                </a:lnTo>
                <a:lnTo>
                  <a:pt x="374995" y="239268"/>
                </a:lnTo>
                <a:close/>
              </a:path>
              <a:path w="390525" h="401320">
                <a:moveTo>
                  <a:pt x="375593" y="347472"/>
                </a:moveTo>
                <a:lnTo>
                  <a:pt x="350520" y="347472"/>
                </a:lnTo>
                <a:lnTo>
                  <a:pt x="350520" y="249936"/>
                </a:lnTo>
                <a:lnTo>
                  <a:pt x="375020" y="249936"/>
                </a:lnTo>
                <a:lnTo>
                  <a:pt x="375094" y="282892"/>
                </a:lnTo>
                <a:lnTo>
                  <a:pt x="375361" y="329565"/>
                </a:lnTo>
                <a:lnTo>
                  <a:pt x="375593" y="347472"/>
                </a:lnTo>
                <a:close/>
              </a:path>
              <a:path w="390525" h="401320">
                <a:moveTo>
                  <a:pt x="350520" y="394716"/>
                </a:moveTo>
                <a:lnTo>
                  <a:pt x="350520" y="358140"/>
                </a:lnTo>
                <a:lnTo>
                  <a:pt x="375731" y="358140"/>
                </a:lnTo>
                <a:lnTo>
                  <a:pt x="375785" y="362323"/>
                </a:lnTo>
                <a:lnTo>
                  <a:pt x="376428" y="382524"/>
                </a:lnTo>
                <a:lnTo>
                  <a:pt x="350520" y="394716"/>
                </a:lnTo>
                <a:close/>
              </a:path>
              <a:path w="390525" h="401320">
                <a:moveTo>
                  <a:pt x="118872" y="114300"/>
                </a:moveTo>
                <a:lnTo>
                  <a:pt x="97536" y="114300"/>
                </a:lnTo>
                <a:lnTo>
                  <a:pt x="97297" y="81438"/>
                </a:lnTo>
                <a:lnTo>
                  <a:pt x="96774" y="51434"/>
                </a:lnTo>
                <a:lnTo>
                  <a:pt x="96250" y="24288"/>
                </a:lnTo>
                <a:lnTo>
                  <a:pt x="96012" y="0"/>
                </a:lnTo>
                <a:lnTo>
                  <a:pt x="135636" y="16764"/>
                </a:lnTo>
                <a:lnTo>
                  <a:pt x="118872" y="32004"/>
                </a:lnTo>
                <a:lnTo>
                  <a:pt x="118872" y="114300"/>
                </a:lnTo>
                <a:close/>
              </a:path>
              <a:path w="390525" h="401320">
                <a:moveTo>
                  <a:pt x="25908" y="131064"/>
                </a:moveTo>
                <a:lnTo>
                  <a:pt x="10668" y="114300"/>
                </a:lnTo>
                <a:lnTo>
                  <a:pt x="153924" y="114300"/>
                </a:lnTo>
                <a:lnTo>
                  <a:pt x="175260" y="91440"/>
                </a:lnTo>
                <a:lnTo>
                  <a:pt x="204216" y="124968"/>
                </a:lnTo>
                <a:lnTo>
                  <a:pt x="67056" y="124968"/>
                </a:lnTo>
                <a:lnTo>
                  <a:pt x="55911" y="125277"/>
                </a:lnTo>
                <a:lnTo>
                  <a:pt x="45339" y="126301"/>
                </a:lnTo>
                <a:lnTo>
                  <a:pt x="35337" y="128182"/>
                </a:lnTo>
                <a:lnTo>
                  <a:pt x="25908" y="131064"/>
                </a:lnTo>
                <a:close/>
              </a:path>
              <a:path w="390525" h="401320">
                <a:moveTo>
                  <a:pt x="4572" y="335280"/>
                </a:moveTo>
                <a:lnTo>
                  <a:pt x="0" y="332232"/>
                </a:lnTo>
                <a:lnTo>
                  <a:pt x="25761" y="291071"/>
                </a:lnTo>
                <a:lnTo>
                  <a:pt x="48085" y="249838"/>
                </a:lnTo>
                <a:lnTo>
                  <a:pt x="66824" y="208458"/>
                </a:lnTo>
                <a:lnTo>
                  <a:pt x="81832" y="166859"/>
                </a:lnTo>
                <a:lnTo>
                  <a:pt x="92964" y="124968"/>
                </a:lnTo>
                <a:lnTo>
                  <a:pt x="118872" y="124968"/>
                </a:lnTo>
                <a:lnTo>
                  <a:pt x="118872" y="166116"/>
                </a:lnTo>
                <a:lnTo>
                  <a:pt x="135493" y="171807"/>
                </a:lnTo>
                <a:lnTo>
                  <a:pt x="143880" y="175260"/>
                </a:lnTo>
                <a:lnTo>
                  <a:pt x="118872" y="175260"/>
                </a:lnTo>
                <a:lnTo>
                  <a:pt x="118944" y="196596"/>
                </a:lnTo>
                <a:lnTo>
                  <a:pt x="97536" y="196596"/>
                </a:lnTo>
                <a:lnTo>
                  <a:pt x="78081" y="234338"/>
                </a:lnTo>
                <a:lnTo>
                  <a:pt x="56197" y="269938"/>
                </a:lnTo>
                <a:lnTo>
                  <a:pt x="31742" y="303537"/>
                </a:lnTo>
                <a:lnTo>
                  <a:pt x="4572" y="335280"/>
                </a:lnTo>
                <a:close/>
              </a:path>
              <a:path w="390525" h="401320">
                <a:moveTo>
                  <a:pt x="172212" y="237744"/>
                </a:moveTo>
                <a:lnTo>
                  <a:pt x="167640" y="237744"/>
                </a:lnTo>
                <a:lnTo>
                  <a:pt x="163068" y="231648"/>
                </a:lnTo>
                <a:lnTo>
                  <a:pt x="158496" y="220980"/>
                </a:lnTo>
                <a:lnTo>
                  <a:pt x="150804" y="208049"/>
                </a:lnTo>
                <a:lnTo>
                  <a:pt x="141541" y="196405"/>
                </a:lnTo>
                <a:lnTo>
                  <a:pt x="130849" y="185618"/>
                </a:lnTo>
                <a:lnTo>
                  <a:pt x="118872" y="175260"/>
                </a:lnTo>
                <a:lnTo>
                  <a:pt x="143880" y="175260"/>
                </a:lnTo>
                <a:lnTo>
                  <a:pt x="177165" y="198882"/>
                </a:lnTo>
                <a:lnTo>
                  <a:pt x="179832" y="210312"/>
                </a:lnTo>
                <a:lnTo>
                  <a:pt x="179832" y="220980"/>
                </a:lnTo>
                <a:lnTo>
                  <a:pt x="176784" y="227076"/>
                </a:lnTo>
                <a:lnTo>
                  <a:pt x="175260" y="234696"/>
                </a:lnTo>
                <a:lnTo>
                  <a:pt x="172212" y="237744"/>
                </a:lnTo>
                <a:close/>
              </a:path>
              <a:path w="390525" h="401320">
                <a:moveTo>
                  <a:pt x="96012" y="400812"/>
                </a:moveTo>
                <a:lnTo>
                  <a:pt x="96250" y="347686"/>
                </a:lnTo>
                <a:lnTo>
                  <a:pt x="97297" y="245435"/>
                </a:lnTo>
                <a:lnTo>
                  <a:pt x="97536" y="196596"/>
                </a:lnTo>
                <a:lnTo>
                  <a:pt x="118944" y="196596"/>
                </a:lnTo>
                <a:lnTo>
                  <a:pt x="119133" y="252745"/>
                </a:lnTo>
                <a:lnTo>
                  <a:pt x="119824" y="313944"/>
                </a:lnTo>
                <a:lnTo>
                  <a:pt x="120800" y="359140"/>
                </a:lnTo>
                <a:lnTo>
                  <a:pt x="121920" y="388620"/>
                </a:lnTo>
                <a:lnTo>
                  <a:pt x="96012" y="40081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" name="object 56"/>
          <p:cNvSpPr/>
          <p:nvPr/>
        </p:nvSpPr>
        <p:spPr>
          <a:xfrm>
            <a:off x="6577583" y="4076700"/>
            <a:ext cx="399415" cy="408940"/>
          </a:xfrm>
          <a:custGeom>
            <a:avLst/>
            <a:gdLst/>
            <a:ahLst/>
            <a:cxnLst/>
            <a:rect l="l" t="t" r="r" b="b"/>
            <a:pathLst>
              <a:path w="399415" h="408939">
                <a:moveTo>
                  <a:pt x="208788" y="64008"/>
                </a:moveTo>
                <a:lnTo>
                  <a:pt x="204216" y="64008"/>
                </a:lnTo>
                <a:lnTo>
                  <a:pt x="199644" y="59436"/>
                </a:lnTo>
                <a:lnTo>
                  <a:pt x="196596" y="50292"/>
                </a:lnTo>
                <a:lnTo>
                  <a:pt x="190023" y="39719"/>
                </a:lnTo>
                <a:lnTo>
                  <a:pt x="181737" y="28575"/>
                </a:lnTo>
                <a:lnTo>
                  <a:pt x="171735" y="16859"/>
                </a:lnTo>
                <a:lnTo>
                  <a:pt x="160020" y="4572"/>
                </a:lnTo>
                <a:lnTo>
                  <a:pt x="163068" y="0"/>
                </a:lnTo>
                <a:lnTo>
                  <a:pt x="178784" y="4572"/>
                </a:lnTo>
                <a:lnTo>
                  <a:pt x="191643" y="9144"/>
                </a:lnTo>
                <a:lnTo>
                  <a:pt x="201644" y="13716"/>
                </a:lnTo>
                <a:lnTo>
                  <a:pt x="208788" y="18288"/>
                </a:lnTo>
                <a:lnTo>
                  <a:pt x="216408" y="22860"/>
                </a:lnTo>
                <a:lnTo>
                  <a:pt x="220980" y="28956"/>
                </a:lnTo>
                <a:lnTo>
                  <a:pt x="220980" y="41148"/>
                </a:lnTo>
                <a:lnTo>
                  <a:pt x="219456" y="45720"/>
                </a:lnTo>
                <a:lnTo>
                  <a:pt x="216408" y="53340"/>
                </a:lnTo>
                <a:lnTo>
                  <a:pt x="211836" y="60960"/>
                </a:lnTo>
                <a:lnTo>
                  <a:pt x="208788" y="64008"/>
                </a:lnTo>
                <a:close/>
              </a:path>
              <a:path w="399415" h="408939">
                <a:moveTo>
                  <a:pt x="38552" y="126515"/>
                </a:moveTo>
                <a:lnTo>
                  <a:pt x="32004" y="126492"/>
                </a:lnTo>
                <a:lnTo>
                  <a:pt x="22860" y="124968"/>
                </a:lnTo>
                <a:lnTo>
                  <a:pt x="18288" y="123444"/>
                </a:lnTo>
                <a:lnTo>
                  <a:pt x="18288" y="114300"/>
                </a:lnTo>
                <a:lnTo>
                  <a:pt x="19812" y="109728"/>
                </a:lnTo>
                <a:lnTo>
                  <a:pt x="25908" y="102108"/>
                </a:lnTo>
                <a:lnTo>
                  <a:pt x="33348" y="90678"/>
                </a:lnTo>
                <a:lnTo>
                  <a:pt x="39624" y="77152"/>
                </a:lnTo>
                <a:lnTo>
                  <a:pt x="44767" y="61602"/>
                </a:lnTo>
                <a:lnTo>
                  <a:pt x="48768" y="44196"/>
                </a:lnTo>
                <a:lnTo>
                  <a:pt x="56388" y="44196"/>
                </a:lnTo>
                <a:lnTo>
                  <a:pt x="57912" y="65532"/>
                </a:lnTo>
                <a:lnTo>
                  <a:pt x="376428" y="65532"/>
                </a:lnTo>
                <a:lnTo>
                  <a:pt x="387096" y="76200"/>
                </a:lnTo>
                <a:lnTo>
                  <a:pt x="57912" y="76200"/>
                </a:lnTo>
                <a:lnTo>
                  <a:pt x="58483" y="87296"/>
                </a:lnTo>
                <a:lnTo>
                  <a:pt x="57912" y="97536"/>
                </a:lnTo>
                <a:lnTo>
                  <a:pt x="56197" y="106632"/>
                </a:lnTo>
                <a:lnTo>
                  <a:pt x="53340" y="114300"/>
                </a:lnTo>
                <a:lnTo>
                  <a:pt x="49363" y="120276"/>
                </a:lnTo>
                <a:lnTo>
                  <a:pt x="44386" y="124396"/>
                </a:lnTo>
                <a:lnTo>
                  <a:pt x="38552" y="126515"/>
                </a:lnTo>
                <a:close/>
              </a:path>
              <a:path w="399415" h="408939">
                <a:moveTo>
                  <a:pt x="376428" y="65532"/>
                </a:moveTo>
                <a:lnTo>
                  <a:pt x="344424" y="65532"/>
                </a:lnTo>
                <a:lnTo>
                  <a:pt x="359664" y="48768"/>
                </a:lnTo>
                <a:lnTo>
                  <a:pt x="376428" y="65532"/>
                </a:lnTo>
                <a:close/>
              </a:path>
              <a:path w="399415" h="408939">
                <a:moveTo>
                  <a:pt x="330708" y="118872"/>
                </a:moveTo>
                <a:lnTo>
                  <a:pt x="324612" y="115824"/>
                </a:lnTo>
                <a:lnTo>
                  <a:pt x="345948" y="76200"/>
                </a:lnTo>
                <a:lnTo>
                  <a:pt x="387096" y="76200"/>
                </a:lnTo>
                <a:lnTo>
                  <a:pt x="391668" y="80772"/>
                </a:lnTo>
                <a:lnTo>
                  <a:pt x="378499" y="83296"/>
                </a:lnTo>
                <a:lnTo>
                  <a:pt x="364013" y="90701"/>
                </a:lnTo>
                <a:lnTo>
                  <a:pt x="348162" y="102631"/>
                </a:lnTo>
                <a:lnTo>
                  <a:pt x="330708" y="118872"/>
                </a:lnTo>
                <a:close/>
              </a:path>
              <a:path w="399415" h="408939">
                <a:moveTo>
                  <a:pt x="24384" y="202692"/>
                </a:moveTo>
                <a:lnTo>
                  <a:pt x="21336" y="198120"/>
                </a:lnTo>
                <a:lnTo>
                  <a:pt x="54459" y="172640"/>
                </a:lnTo>
                <a:lnTo>
                  <a:pt x="82867" y="146304"/>
                </a:lnTo>
                <a:lnTo>
                  <a:pt x="106418" y="118824"/>
                </a:lnTo>
                <a:lnTo>
                  <a:pt x="124968" y="89916"/>
                </a:lnTo>
                <a:lnTo>
                  <a:pt x="156972" y="117348"/>
                </a:lnTo>
                <a:lnTo>
                  <a:pt x="111252" y="144780"/>
                </a:lnTo>
                <a:lnTo>
                  <a:pt x="93821" y="159615"/>
                </a:lnTo>
                <a:lnTo>
                  <a:pt x="73533" y="174307"/>
                </a:lnTo>
                <a:lnTo>
                  <a:pt x="50387" y="188714"/>
                </a:lnTo>
                <a:lnTo>
                  <a:pt x="24384" y="202692"/>
                </a:lnTo>
                <a:close/>
              </a:path>
              <a:path w="399415" h="408939">
                <a:moveTo>
                  <a:pt x="344424" y="192024"/>
                </a:moveTo>
                <a:lnTo>
                  <a:pt x="335280" y="192024"/>
                </a:lnTo>
                <a:lnTo>
                  <a:pt x="329184" y="187452"/>
                </a:lnTo>
                <a:lnTo>
                  <a:pt x="321564" y="176784"/>
                </a:lnTo>
                <a:lnTo>
                  <a:pt x="308133" y="161948"/>
                </a:lnTo>
                <a:lnTo>
                  <a:pt x="288417" y="144970"/>
                </a:lnTo>
                <a:lnTo>
                  <a:pt x="262413" y="125991"/>
                </a:lnTo>
                <a:lnTo>
                  <a:pt x="230124" y="105156"/>
                </a:lnTo>
                <a:lnTo>
                  <a:pt x="233172" y="100584"/>
                </a:lnTo>
                <a:lnTo>
                  <a:pt x="295084" y="123253"/>
                </a:lnTo>
                <a:lnTo>
                  <a:pt x="330708" y="140208"/>
                </a:lnTo>
                <a:lnTo>
                  <a:pt x="349567" y="163996"/>
                </a:lnTo>
                <a:lnTo>
                  <a:pt x="348996" y="173736"/>
                </a:lnTo>
                <a:lnTo>
                  <a:pt x="347472" y="185928"/>
                </a:lnTo>
                <a:lnTo>
                  <a:pt x="344424" y="192024"/>
                </a:lnTo>
                <a:close/>
              </a:path>
              <a:path w="399415" h="408939">
                <a:moveTo>
                  <a:pt x="1524" y="307847"/>
                </a:moveTo>
                <a:lnTo>
                  <a:pt x="0" y="301752"/>
                </a:lnTo>
                <a:lnTo>
                  <a:pt x="25146" y="289798"/>
                </a:lnTo>
                <a:lnTo>
                  <a:pt x="48006" y="276986"/>
                </a:lnTo>
                <a:lnTo>
                  <a:pt x="86868" y="249935"/>
                </a:lnTo>
                <a:lnTo>
                  <a:pt x="118491" y="221932"/>
                </a:lnTo>
                <a:lnTo>
                  <a:pt x="147828" y="190500"/>
                </a:lnTo>
                <a:lnTo>
                  <a:pt x="172974" y="155257"/>
                </a:lnTo>
                <a:lnTo>
                  <a:pt x="193548" y="118872"/>
                </a:lnTo>
                <a:lnTo>
                  <a:pt x="225552" y="144780"/>
                </a:lnTo>
                <a:lnTo>
                  <a:pt x="207264" y="155448"/>
                </a:lnTo>
                <a:lnTo>
                  <a:pt x="214531" y="163068"/>
                </a:lnTo>
                <a:lnTo>
                  <a:pt x="201168" y="163068"/>
                </a:lnTo>
                <a:lnTo>
                  <a:pt x="181213" y="188237"/>
                </a:lnTo>
                <a:lnTo>
                  <a:pt x="160401" y="211264"/>
                </a:lnTo>
                <a:lnTo>
                  <a:pt x="139017" y="232290"/>
                </a:lnTo>
                <a:lnTo>
                  <a:pt x="117348" y="251459"/>
                </a:lnTo>
                <a:lnTo>
                  <a:pt x="124968" y="259080"/>
                </a:lnTo>
                <a:lnTo>
                  <a:pt x="106680" y="259080"/>
                </a:lnTo>
                <a:lnTo>
                  <a:pt x="83820" y="273343"/>
                </a:lnTo>
                <a:lnTo>
                  <a:pt x="58674" y="286321"/>
                </a:lnTo>
                <a:lnTo>
                  <a:pt x="31242" y="297870"/>
                </a:lnTo>
                <a:lnTo>
                  <a:pt x="1524" y="307847"/>
                </a:lnTo>
                <a:close/>
              </a:path>
              <a:path w="399415" h="408939">
                <a:moveTo>
                  <a:pt x="365760" y="289559"/>
                </a:moveTo>
                <a:lnTo>
                  <a:pt x="318897" y="268986"/>
                </a:lnTo>
                <a:lnTo>
                  <a:pt x="274320" y="239268"/>
                </a:lnTo>
                <a:lnTo>
                  <a:pt x="234315" y="204025"/>
                </a:lnTo>
                <a:lnTo>
                  <a:pt x="201168" y="163068"/>
                </a:lnTo>
                <a:lnTo>
                  <a:pt x="214531" y="163068"/>
                </a:lnTo>
                <a:lnTo>
                  <a:pt x="231290" y="180641"/>
                </a:lnTo>
                <a:lnTo>
                  <a:pt x="255460" y="201549"/>
                </a:lnTo>
                <a:lnTo>
                  <a:pt x="304799" y="231648"/>
                </a:lnTo>
                <a:lnTo>
                  <a:pt x="352615" y="248412"/>
                </a:lnTo>
                <a:lnTo>
                  <a:pt x="399288" y="256032"/>
                </a:lnTo>
                <a:lnTo>
                  <a:pt x="399288" y="263652"/>
                </a:lnTo>
                <a:lnTo>
                  <a:pt x="387619" y="267057"/>
                </a:lnTo>
                <a:lnTo>
                  <a:pt x="377952" y="272605"/>
                </a:lnTo>
                <a:lnTo>
                  <a:pt x="370570" y="280154"/>
                </a:lnTo>
                <a:lnTo>
                  <a:pt x="365760" y="289559"/>
                </a:lnTo>
                <a:close/>
              </a:path>
              <a:path w="399415" h="408939">
                <a:moveTo>
                  <a:pt x="300037" y="265176"/>
                </a:moveTo>
                <a:lnTo>
                  <a:pt x="268224" y="265176"/>
                </a:lnTo>
                <a:lnTo>
                  <a:pt x="281940" y="249935"/>
                </a:lnTo>
                <a:lnTo>
                  <a:pt x="300037" y="265176"/>
                </a:lnTo>
                <a:close/>
              </a:path>
              <a:path w="399415" h="408939">
                <a:moveTo>
                  <a:pt x="105156" y="408432"/>
                </a:moveTo>
                <a:lnTo>
                  <a:pt x="105394" y="386167"/>
                </a:lnTo>
                <a:lnTo>
                  <a:pt x="105934" y="352425"/>
                </a:lnTo>
                <a:lnTo>
                  <a:pt x="106441" y="311348"/>
                </a:lnTo>
                <a:lnTo>
                  <a:pt x="106680" y="259080"/>
                </a:lnTo>
                <a:lnTo>
                  <a:pt x="124968" y="259080"/>
                </a:lnTo>
                <a:lnTo>
                  <a:pt x="131064" y="265176"/>
                </a:lnTo>
                <a:lnTo>
                  <a:pt x="300037" y="265176"/>
                </a:lnTo>
                <a:lnTo>
                  <a:pt x="310896" y="274320"/>
                </a:lnTo>
                <a:lnTo>
                  <a:pt x="308718" y="275844"/>
                </a:lnTo>
                <a:lnTo>
                  <a:pt x="131064" y="275844"/>
                </a:lnTo>
                <a:lnTo>
                  <a:pt x="131064" y="371856"/>
                </a:lnTo>
                <a:lnTo>
                  <a:pt x="296208" y="371856"/>
                </a:lnTo>
                <a:lnTo>
                  <a:pt x="296298" y="376713"/>
                </a:lnTo>
                <a:lnTo>
                  <a:pt x="296583" y="382524"/>
                </a:lnTo>
                <a:lnTo>
                  <a:pt x="131064" y="382524"/>
                </a:lnTo>
                <a:lnTo>
                  <a:pt x="131064" y="396240"/>
                </a:lnTo>
                <a:lnTo>
                  <a:pt x="105156" y="408432"/>
                </a:lnTo>
                <a:close/>
              </a:path>
              <a:path w="399415" h="408939">
                <a:moveTo>
                  <a:pt x="296208" y="371856"/>
                </a:moveTo>
                <a:lnTo>
                  <a:pt x="271272" y="371856"/>
                </a:lnTo>
                <a:lnTo>
                  <a:pt x="271272" y="275844"/>
                </a:lnTo>
                <a:lnTo>
                  <a:pt x="308718" y="275844"/>
                </a:lnTo>
                <a:lnTo>
                  <a:pt x="295656" y="284988"/>
                </a:lnTo>
                <a:lnTo>
                  <a:pt x="295679" y="321849"/>
                </a:lnTo>
                <a:lnTo>
                  <a:pt x="295846" y="352425"/>
                </a:lnTo>
                <a:lnTo>
                  <a:pt x="296208" y="371856"/>
                </a:lnTo>
                <a:close/>
              </a:path>
              <a:path w="399415" h="408939">
                <a:moveTo>
                  <a:pt x="271272" y="406908"/>
                </a:moveTo>
                <a:lnTo>
                  <a:pt x="271272" y="382524"/>
                </a:lnTo>
                <a:lnTo>
                  <a:pt x="296583" y="382524"/>
                </a:lnTo>
                <a:lnTo>
                  <a:pt x="297180" y="394716"/>
                </a:lnTo>
                <a:lnTo>
                  <a:pt x="271272" y="40690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" name="object 57"/>
          <p:cNvSpPr/>
          <p:nvPr/>
        </p:nvSpPr>
        <p:spPr>
          <a:xfrm>
            <a:off x="7042404" y="4081271"/>
            <a:ext cx="375285" cy="403860"/>
          </a:xfrm>
          <a:custGeom>
            <a:avLst/>
            <a:gdLst/>
            <a:ahLst/>
            <a:cxnLst/>
            <a:rect l="l" t="t" r="r" b="b"/>
            <a:pathLst>
              <a:path w="375284" h="403860">
                <a:moveTo>
                  <a:pt x="54864" y="38100"/>
                </a:moveTo>
                <a:lnTo>
                  <a:pt x="39624" y="22860"/>
                </a:lnTo>
                <a:lnTo>
                  <a:pt x="278892" y="22860"/>
                </a:lnTo>
                <a:lnTo>
                  <a:pt x="301751" y="0"/>
                </a:lnTo>
                <a:lnTo>
                  <a:pt x="335280" y="33528"/>
                </a:lnTo>
                <a:lnTo>
                  <a:pt x="88392" y="33528"/>
                </a:lnTo>
                <a:lnTo>
                  <a:pt x="81224" y="33813"/>
                </a:lnTo>
                <a:lnTo>
                  <a:pt x="73342" y="34671"/>
                </a:lnTo>
                <a:lnTo>
                  <a:pt x="64603" y="36099"/>
                </a:lnTo>
                <a:lnTo>
                  <a:pt x="54864" y="38100"/>
                </a:lnTo>
                <a:close/>
              </a:path>
              <a:path w="375284" h="403860">
                <a:moveTo>
                  <a:pt x="195072" y="65531"/>
                </a:moveTo>
                <a:lnTo>
                  <a:pt x="173736" y="65531"/>
                </a:lnTo>
                <a:lnTo>
                  <a:pt x="173736" y="33528"/>
                </a:lnTo>
                <a:lnTo>
                  <a:pt x="195072" y="33528"/>
                </a:lnTo>
                <a:lnTo>
                  <a:pt x="195072" y="65531"/>
                </a:lnTo>
                <a:close/>
              </a:path>
              <a:path w="375284" h="403860">
                <a:moveTo>
                  <a:pt x="361115" y="65531"/>
                </a:moveTo>
                <a:lnTo>
                  <a:pt x="329184" y="65531"/>
                </a:lnTo>
                <a:lnTo>
                  <a:pt x="345948" y="48768"/>
                </a:lnTo>
                <a:lnTo>
                  <a:pt x="361115" y="65531"/>
                </a:lnTo>
                <a:close/>
              </a:path>
              <a:path w="375284" h="403860">
                <a:moveTo>
                  <a:pt x="9144" y="121920"/>
                </a:moveTo>
                <a:lnTo>
                  <a:pt x="3048" y="120396"/>
                </a:lnTo>
                <a:lnTo>
                  <a:pt x="1524" y="118872"/>
                </a:lnTo>
                <a:lnTo>
                  <a:pt x="0" y="115824"/>
                </a:lnTo>
                <a:lnTo>
                  <a:pt x="0" y="109728"/>
                </a:lnTo>
                <a:lnTo>
                  <a:pt x="1524" y="105156"/>
                </a:lnTo>
                <a:lnTo>
                  <a:pt x="7620" y="99060"/>
                </a:lnTo>
                <a:lnTo>
                  <a:pt x="13954" y="91654"/>
                </a:lnTo>
                <a:lnTo>
                  <a:pt x="19431" y="80962"/>
                </a:lnTo>
                <a:lnTo>
                  <a:pt x="24336" y="67127"/>
                </a:lnTo>
                <a:lnTo>
                  <a:pt x="28956" y="50292"/>
                </a:lnTo>
                <a:lnTo>
                  <a:pt x="33528" y="50292"/>
                </a:lnTo>
                <a:lnTo>
                  <a:pt x="36576" y="65531"/>
                </a:lnTo>
                <a:lnTo>
                  <a:pt x="361115" y="65531"/>
                </a:lnTo>
                <a:lnTo>
                  <a:pt x="370767" y="76200"/>
                </a:lnTo>
                <a:lnTo>
                  <a:pt x="36576" y="76200"/>
                </a:lnTo>
                <a:lnTo>
                  <a:pt x="37385" y="85034"/>
                </a:lnTo>
                <a:lnTo>
                  <a:pt x="37338" y="93154"/>
                </a:lnTo>
                <a:lnTo>
                  <a:pt x="36147" y="100417"/>
                </a:lnTo>
                <a:lnTo>
                  <a:pt x="33528" y="106680"/>
                </a:lnTo>
                <a:lnTo>
                  <a:pt x="30480" y="115824"/>
                </a:lnTo>
                <a:lnTo>
                  <a:pt x="24384" y="120396"/>
                </a:lnTo>
                <a:lnTo>
                  <a:pt x="16764" y="120396"/>
                </a:lnTo>
                <a:lnTo>
                  <a:pt x="9144" y="121920"/>
                </a:lnTo>
                <a:close/>
              </a:path>
              <a:path w="375284" h="403860">
                <a:moveTo>
                  <a:pt x="172212" y="176784"/>
                </a:moveTo>
                <a:lnTo>
                  <a:pt x="172483" y="150876"/>
                </a:lnTo>
                <a:lnTo>
                  <a:pt x="173497" y="102203"/>
                </a:lnTo>
                <a:lnTo>
                  <a:pt x="173736" y="76200"/>
                </a:lnTo>
                <a:lnTo>
                  <a:pt x="195072" y="76200"/>
                </a:lnTo>
                <a:lnTo>
                  <a:pt x="195306" y="109728"/>
                </a:lnTo>
                <a:lnTo>
                  <a:pt x="195426" y="117348"/>
                </a:lnTo>
                <a:lnTo>
                  <a:pt x="196024" y="141351"/>
                </a:lnTo>
                <a:lnTo>
                  <a:pt x="197000" y="159353"/>
                </a:lnTo>
                <a:lnTo>
                  <a:pt x="198120" y="167640"/>
                </a:lnTo>
                <a:lnTo>
                  <a:pt x="172212" y="176784"/>
                </a:lnTo>
                <a:close/>
              </a:path>
              <a:path w="375284" h="403860">
                <a:moveTo>
                  <a:pt x="315468" y="120396"/>
                </a:moveTo>
                <a:lnTo>
                  <a:pt x="310896" y="117348"/>
                </a:lnTo>
                <a:lnTo>
                  <a:pt x="330708" y="76200"/>
                </a:lnTo>
                <a:lnTo>
                  <a:pt x="370767" y="76200"/>
                </a:lnTo>
                <a:lnTo>
                  <a:pt x="374904" y="80772"/>
                </a:lnTo>
                <a:lnTo>
                  <a:pt x="367284" y="80772"/>
                </a:lnTo>
                <a:lnTo>
                  <a:pt x="359664" y="82295"/>
                </a:lnTo>
                <a:lnTo>
                  <a:pt x="352044" y="85343"/>
                </a:lnTo>
                <a:lnTo>
                  <a:pt x="344614" y="89320"/>
                </a:lnTo>
                <a:lnTo>
                  <a:pt x="336042" y="96583"/>
                </a:lnTo>
                <a:lnTo>
                  <a:pt x="326326" y="106989"/>
                </a:lnTo>
                <a:lnTo>
                  <a:pt x="315468" y="120396"/>
                </a:lnTo>
                <a:close/>
              </a:path>
              <a:path w="375284" h="403860">
                <a:moveTo>
                  <a:pt x="140208" y="120396"/>
                </a:moveTo>
                <a:lnTo>
                  <a:pt x="62484" y="120396"/>
                </a:lnTo>
                <a:lnTo>
                  <a:pt x="62484" y="109728"/>
                </a:lnTo>
                <a:lnTo>
                  <a:pt x="140208" y="109728"/>
                </a:lnTo>
                <a:lnTo>
                  <a:pt x="140208" y="120396"/>
                </a:lnTo>
                <a:close/>
              </a:path>
              <a:path w="375284" h="403860">
                <a:moveTo>
                  <a:pt x="297180" y="120396"/>
                </a:moveTo>
                <a:lnTo>
                  <a:pt x="216408" y="120396"/>
                </a:lnTo>
                <a:lnTo>
                  <a:pt x="216408" y="109728"/>
                </a:lnTo>
                <a:lnTo>
                  <a:pt x="297180" y="109728"/>
                </a:lnTo>
                <a:lnTo>
                  <a:pt x="297180" y="120396"/>
                </a:lnTo>
                <a:close/>
              </a:path>
              <a:path w="375284" h="403860">
                <a:moveTo>
                  <a:pt x="140208" y="161544"/>
                </a:moveTo>
                <a:lnTo>
                  <a:pt x="56388" y="161544"/>
                </a:lnTo>
                <a:lnTo>
                  <a:pt x="56388" y="150876"/>
                </a:lnTo>
                <a:lnTo>
                  <a:pt x="140208" y="150876"/>
                </a:lnTo>
                <a:lnTo>
                  <a:pt x="140208" y="161544"/>
                </a:lnTo>
                <a:close/>
              </a:path>
              <a:path w="375284" h="403860">
                <a:moveTo>
                  <a:pt x="297180" y="161544"/>
                </a:moveTo>
                <a:lnTo>
                  <a:pt x="216408" y="161544"/>
                </a:lnTo>
                <a:lnTo>
                  <a:pt x="216408" y="150876"/>
                </a:lnTo>
                <a:lnTo>
                  <a:pt x="297180" y="150876"/>
                </a:lnTo>
                <a:lnTo>
                  <a:pt x="297180" y="161544"/>
                </a:lnTo>
                <a:close/>
              </a:path>
              <a:path w="375284" h="403860">
                <a:moveTo>
                  <a:pt x="16764" y="210312"/>
                </a:moveTo>
                <a:lnTo>
                  <a:pt x="1524" y="195072"/>
                </a:lnTo>
                <a:lnTo>
                  <a:pt x="309372" y="195072"/>
                </a:lnTo>
                <a:lnTo>
                  <a:pt x="330708" y="172212"/>
                </a:lnTo>
                <a:lnTo>
                  <a:pt x="362712" y="205740"/>
                </a:lnTo>
                <a:lnTo>
                  <a:pt x="50292" y="205740"/>
                </a:lnTo>
                <a:lnTo>
                  <a:pt x="42910" y="206025"/>
                </a:lnTo>
                <a:lnTo>
                  <a:pt x="34671" y="206883"/>
                </a:lnTo>
                <a:lnTo>
                  <a:pt x="25860" y="208311"/>
                </a:lnTo>
                <a:lnTo>
                  <a:pt x="16764" y="210312"/>
                </a:lnTo>
                <a:close/>
              </a:path>
              <a:path w="375284" h="403860">
                <a:moveTo>
                  <a:pt x="149352" y="248412"/>
                </a:moveTo>
                <a:lnTo>
                  <a:pt x="140208" y="248412"/>
                </a:lnTo>
                <a:lnTo>
                  <a:pt x="152400" y="205740"/>
                </a:lnTo>
                <a:lnTo>
                  <a:pt x="184404" y="205740"/>
                </a:lnTo>
                <a:lnTo>
                  <a:pt x="172069" y="218622"/>
                </a:lnTo>
                <a:lnTo>
                  <a:pt x="162306" y="229933"/>
                </a:lnTo>
                <a:lnTo>
                  <a:pt x="154828" y="239815"/>
                </a:lnTo>
                <a:lnTo>
                  <a:pt x="149352" y="248412"/>
                </a:lnTo>
                <a:close/>
              </a:path>
              <a:path w="375284" h="403860">
                <a:moveTo>
                  <a:pt x="333538" y="248412"/>
                </a:moveTo>
                <a:lnTo>
                  <a:pt x="303276" y="248412"/>
                </a:lnTo>
                <a:lnTo>
                  <a:pt x="313944" y="233172"/>
                </a:lnTo>
                <a:lnTo>
                  <a:pt x="333538" y="248412"/>
                </a:lnTo>
                <a:close/>
              </a:path>
              <a:path w="375284" h="403860">
                <a:moveTo>
                  <a:pt x="36576" y="403860"/>
                </a:moveTo>
                <a:lnTo>
                  <a:pt x="36846" y="383095"/>
                </a:lnTo>
                <a:lnTo>
                  <a:pt x="37338" y="362712"/>
                </a:lnTo>
                <a:lnTo>
                  <a:pt x="37861" y="338709"/>
                </a:lnTo>
                <a:lnTo>
                  <a:pt x="38100" y="312420"/>
                </a:lnTo>
                <a:lnTo>
                  <a:pt x="37861" y="286988"/>
                </a:lnTo>
                <a:lnTo>
                  <a:pt x="37338" y="265557"/>
                </a:lnTo>
                <a:lnTo>
                  <a:pt x="36814" y="248126"/>
                </a:lnTo>
                <a:lnTo>
                  <a:pt x="36576" y="234696"/>
                </a:lnTo>
                <a:lnTo>
                  <a:pt x="62484" y="248412"/>
                </a:lnTo>
                <a:lnTo>
                  <a:pt x="333538" y="248412"/>
                </a:lnTo>
                <a:lnTo>
                  <a:pt x="341376" y="254508"/>
                </a:lnTo>
                <a:lnTo>
                  <a:pt x="336232" y="259080"/>
                </a:lnTo>
                <a:lnTo>
                  <a:pt x="62484" y="259080"/>
                </a:lnTo>
                <a:lnTo>
                  <a:pt x="62484" y="391668"/>
                </a:lnTo>
                <a:lnTo>
                  <a:pt x="36576" y="403860"/>
                </a:lnTo>
                <a:close/>
              </a:path>
              <a:path w="375284" h="403860">
                <a:moveTo>
                  <a:pt x="129540" y="385572"/>
                </a:moveTo>
                <a:lnTo>
                  <a:pt x="129540" y="259080"/>
                </a:lnTo>
                <a:lnTo>
                  <a:pt x="152400" y="259080"/>
                </a:lnTo>
                <a:lnTo>
                  <a:pt x="152400" y="373380"/>
                </a:lnTo>
                <a:lnTo>
                  <a:pt x="129540" y="385572"/>
                </a:lnTo>
                <a:close/>
              </a:path>
              <a:path w="375284" h="403860">
                <a:moveTo>
                  <a:pt x="213360" y="382524"/>
                </a:moveTo>
                <a:lnTo>
                  <a:pt x="213360" y="259080"/>
                </a:lnTo>
                <a:lnTo>
                  <a:pt x="236220" y="259080"/>
                </a:lnTo>
                <a:lnTo>
                  <a:pt x="236220" y="370332"/>
                </a:lnTo>
                <a:lnTo>
                  <a:pt x="213360" y="382524"/>
                </a:lnTo>
                <a:close/>
              </a:path>
              <a:path w="375284" h="403860">
                <a:moveTo>
                  <a:pt x="327660" y="367284"/>
                </a:moveTo>
                <a:lnTo>
                  <a:pt x="300227" y="367284"/>
                </a:lnTo>
                <a:lnTo>
                  <a:pt x="304800" y="362712"/>
                </a:lnTo>
                <a:lnTo>
                  <a:pt x="304800" y="259080"/>
                </a:lnTo>
                <a:lnTo>
                  <a:pt x="336232" y="259080"/>
                </a:lnTo>
                <a:lnTo>
                  <a:pt x="327660" y="266700"/>
                </a:lnTo>
                <a:lnTo>
                  <a:pt x="327660" y="367284"/>
                </a:lnTo>
                <a:close/>
              </a:path>
              <a:path w="375284" h="403860">
                <a:moveTo>
                  <a:pt x="297180" y="402336"/>
                </a:moveTo>
                <a:lnTo>
                  <a:pt x="292893" y="391787"/>
                </a:lnTo>
                <a:lnTo>
                  <a:pt x="284607" y="383095"/>
                </a:lnTo>
                <a:lnTo>
                  <a:pt x="272319" y="376404"/>
                </a:lnTo>
                <a:lnTo>
                  <a:pt x="256032" y="371856"/>
                </a:lnTo>
                <a:lnTo>
                  <a:pt x="256032" y="365760"/>
                </a:lnTo>
                <a:lnTo>
                  <a:pt x="266890" y="365998"/>
                </a:lnTo>
                <a:lnTo>
                  <a:pt x="285178" y="367045"/>
                </a:lnTo>
                <a:lnTo>
                  <a:pt x="292608" y="367284"/>
                </a:lnTo>
                <a:lnTo>
                  <a:pt x="327660" y="367284"/>
                </a:lnTo>
                <a:lnTo>
                  <a:pt x="325683" y="378975"/>
                </a:lnTo>
                <a:lnTo>
                  <a:pt x="319849" y="388810"/>
                </a:lnTo>
                <a:lnTo>
                  <a:pt x="310300" y="396644"/>
                </a:lnTo>
                <a:lnTo>
                  <a:pt x="297180" y="40233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" name="object 58"/>
          <p:cNvSpPr/>
          <p:nvPr/>
        </p:nvSpPr>
        <p:spPr>
          <a:xfrm>
            <a:off x="7466076" y="4075176"/>
            <a:ext cx="1297305" cy="411480"/>
          </a:xfrm>
          <a:custGeom>
            <a:avLst/>
            <a:gdLst/>
            <a:ahLst/>
            <a:cxnLst/>
            <a:rect l="l" t="t" r="r" b="b"/>
            <a:pathLst>
              <a:path w="1297304" h="411479">
                <a:moveTo>
                  <a:pt x="129540" y="202692"/>
                </a:moveTo>
                <a:lnTo>
                  <a:pt x="106680" y="170497"/>
                </a:lnTo>
                <a:lnTo>
                  <a:pt x="51816" y="144780"/>
                </a:lnTo>
                <a:lnTo>
                  <a:pt x="48768" y="150876"/>
                </a:lnTo>
                <a:lnTo>
                  <a:pt x="66713" y="168592"/>
                </a:lnTo>
                <a:lnTo>
                  <a:pt x="81534" y="185166"/>
                </a:lnTo>
                <a:lnTo>
                  <a:pt x="92913" y="200596"/>
                </a:lnTo>
                <a:lnTo>
                  <a:pt x="100584" y="214884"/>
                </a:lnTo>
                <a:lnTo>
                  <a:pt x="105156" y="227076"/>
                </a:lnTo>
                <a:lnTo>
                  <a:pt x="109728" y="234696"/>
                </a:lnTo>
                <a:lnTo>
                  <a:pt x="115824" y="234696"/>
                </a:lnTo>
                <a:lnTo>
                  <a:pt x="118872" y="230124"/>
                </a:lnTo>
                <a:lnTo>
                  <a:pt x="123444" y="222504"/>
                </a:lnTo>
                <a:lnTo>
                  <a:pt x="128016" y="213360"/>
                </a:lnTo>
                <a:lnTo>
                  <a:pt x="129540" y="207264"/>
                </a:lnTo>
                <a:lnTo>
                  <a:pt x="129540" y="202692"/>
                </a:lnTo>
                <a:close/>
              </a:path>
              <a:path w="1297304" h="411479">
                <a:moveTo>
                  <a:pt x="324612" y="64008"/>
                </a:moveTo>
                <a:lnTo>
                  <a:pt x="298411" y="34772"/>
                </a:lnTo>
                <a:lnTo>
                  <a:pt x="252984" y="16764"/>
                </a:lnTo>
                <a:lnTo>
                  <a:pt x="249936" y="21336"/>
                </a:lnTo>
                <a:lnTo>
                  <a:pt x="266788" y="37655"/>
                </a:lnTo>
                <a:lnTo>
                  <a:pt x="280797" y="52387"/>
                </a:lnTo>
                <a:lnTo>
                  <a:pt x="291934" y="65709"/>
                </a:lnTo>
                <a:lnTo>
                  <a:pt x="300228" y="77724"/>
                </a:lnTo>
                <a:lnTo>
                  <a:pt x="304800" y="86868"/>
                </a:lnTo>
                <a:lnTo>
                  <a:pt x="309372" y="91440"/>
                </a:lnTo>
                <a:lnTo>
                  <a:pt x="315468" y="91440"/>
                </a:lnTo>
                <a:lnTo>
                  <a:pt x="316992" y="86868"/>
                </a:lnTo>
                <a:lnTo>
                  <a:pt x="323088" y="71628"/>
                </a:lnTo>
                <a:lnTo>
                  <a:pt x="324561" y="65709"/>
                </a:lnTo>
                <a:lnTo>
                  <a:pt x="324612" y="64008"/>
                </a:lnTo>
                <a:close/>
              </a:path>
              <a:path w="1297304" h="411479">
                <a:moveTo>
                  <a:pt x="402336" y="339852"/>
                </a:moveTo>
                <a:lnTo>
                  <a:pt x="362610" y="326453"/>
                </a:lnTo>
                <a:lnTo>
                  <a:pt x="325755" y="304609"/>
                </a:lnTo>
                <a:lnTo>
                  <a:pt x="291744" y="274497"/>
                </a:lnTo>
                <a:lnTo>
                  <a:pt x="260604" y="236220"/>
                </a:lnTo>
                <a:lnTo>
                  <a:pt x="275717" y="227076"/>
                </a:lnTo>
                <a:lnTo>
                  <a:pt x="311391" y="205574"/>
                </a:lnTo>
                <a:lnTo>
                  <a:pt x="323088" y="198120"/>
                </a:lnTo>
                <a:lnTo>
                  <a:pt x="333349" y="192074"/>
                </a:lnTo>
                <a:lnTo>
                  <a:pt x="343471" y="187452"/>
                </a:lnTo>
                <a:lnTo>
                  <a:pt x="353301" y="183984"/>
                </a:lnTo>
                <a:lnTo>
                  <a:pt x="362712" y="181356"/>
                </a:lnTo>
                <a:lnTo>
                  <a:pt x="333756" y="149352"/>
                </a:lnTo>
                <a:lnTo>
                  <a:pt x="318846" y="167932"/>
                </a:lnTo>
                <a:lnTo>
                  <a:pt x="301371" y="187071"/>
                </a:lnTo>
                <a:lnTo>
                  <a:pt x="281025" y="206794"/>
                </a:lnTo>
                <a:lnTo>
                  <a:pt x="257556" y="227076"/>
                </a:lnTo>
                <a:lnTo>
                  <a:pt x="245237" y="204749"/>
                </a:lnTo>
                <a:lnTo>
                  <a:pt x="233362" y="178689"/>
                </a:lnTo>
                <a:lnTo>
                  <a:pt x="221754" y="148640"/>
                </a:lnTo>
                <a:lnTo>
                  <a:pt x="217424" y="135636"/>
                </a:lnTo>
                <a:lnTo>
                  <a:pt x="210312" y="114300"/>
                </a:lnTo>
                <a:lnTo>
                  <a:pt x="388620" y="114300"/>
                </a:lnTo>
                <a:lnTo>
                  <a:pt x="355092" y="77724"/>
                </a:lnTo>
                <a:lnTo>
                  <a:pt x="330708" y="103632"/>
                </a:lnTo>
                <a:lnTo>
                  <a:pt x="208788" y="103632"/>
                </a:lnTo>
                <a:lnTo>
                  <a:pt x="208788" y="39624"/>
                </a:lnTo>
                <a:lnTo>
                  <a:pt x="222504" y="25908"/>
                </a:lnTo>
                <a:lnTo>
                  <a:pt x="179832" y="3048"/>
                </a:lnTo>
                <a:lnTo>
                  <a:pt x="180949" y="18770"/>
                </a:lnTo>
                <a:lnTo>
                  <a:pt x="181927" y="40767"/>
                </a:lnTo>
                <a:lnTo>
                  <a:pt x="182613" y="69062"/>
                </a:lnTo>
                <a:lnTo>
                  <a:pt x="182880" y="103632"/>
                </a:lnTo>
                <a:lnTo>
                  <a:pt x="10668" y="103632"/>
                </a:lnTo>
                <a:lnTo>
                  <a:pt x="25908" y="118872"/>
                </a:lnTo>
                <a:lnTo>
                  <a:pt x="35547" y="116878"/>
                </a:lnTo>
                <a:lnTo>
                  <a:pt x="45910" y="115443"/>
                </a:lnTo>
                <a:lnTo>
                  <a:pt x="56553" y="114592"/>
                </a:lnTo>
                <a:lnTo>
                  <a:pt x="67056" y="114300"/>
                </a:lnTo>
                <a:lnTo>
                  <a:pt x="182880" y="114300"/>
                </a:lnTo>
                <a:lnTo>
                  <a:pt x="182880" y="237744"/>
                </a:lnTo>
                <a:lnTo>
                  <a:pt x="148018" y="256057"/>
                </a:lnTo>
                <a:lnTo>
                  <a:pt x="64008" y="298704"/>
                </a:lnTo>
                <a:lnTo>
                  <a:pt x="25146" y="316230"/>
                </a:lnTo>
                <a:lnTo>
                  <a:pt x="0" y="324612"/>
                </a:lnTo>
                <a:lnTo>
                  <a:pt x="27432" y="359664"/>
                </a:lnTo>
                <a:lnTo>
                  <a:pt x="57213" y="329882"/>
                </a:lnTo>
                <a:lnTo>
                  <a:pt x="96723" y="303276"/>
                </a:lnTo>
                <a:lnTo>
                  <a:pt x="182880" y="248412"/>
                </a:lnTo>
                <a:lnTo>
                  <a:pt x="182765" y="349783"/>
                </a:lnTo>
                <a:lnTo>
                  <a:pt x="181356" y="359664"/>
                </a:lnTo>
                <a:lnTo>
                  <a:pt x="175260" y="364236"/>
                </a:lnTo>
                <a:lnTo>
                  <a:pt x="166116" y="364236"/>
                </a:lnTo>
                <a:lnTo>
                  <a:pt x="156921" y="363982"/>
                </a:lnTo>
                <a:lnTo>
                  <a:pt x="112776" y="361188"/>
                </a:lnTo>
                <a:lnTo>
                  <a:pt x="112776" y="367284"/>
                </a:lnTo>
                <a:lnTo>
                  <a:pt x="134797" y="375856"/>
                </a:lnTo>
                <a:lnTo>
                  <a:pt x="150685" y="385572"/>
                </a:lnTo>
                <a:lnTo>
                  <a:pt x="160566" y="396430"/>
                </a:lnTo>
                <a:lnTo>
                  <a:pt x="164592" y="408432"/>
                </a:lnTo>
                <a:lnTo>
                  <a:pt x="184353" y="399859"/>
                </a:lnTo>
                <a:lnTo>
                  <a:pt x="198120" y="387858"/>
                </a:lnTo>
                <a:lnTo>
                  <a:pt x="206159" y="372427"/>
                </a:lnTo>
                <a:lnTo>
                  <a:pt x="207302" y="364236"/>
                </a:lnTo>
                <a:lnTo>
                  <a:pt x="208788" y="353568"/>
                </a:lnTo>
                <a:lnTo>
                  <a:pt x="208788" y="248412"/>
                </a:lnTo>
                <a:lnTo>
                  <a:pt x="208788" y="135636"/>
                </a:lnTo>
                <a:lnTo>
                  <a:pt x="221348" y="188595"/>
                </a:lnTo>
                <a:lnTo>
                  <a:pt x="239204" y="236169"/>
                </a:lnTo>
                <a:lnTo>
                  <a:pt x="262318" y="278320"/>
                </a:lnTo>
                <a:lnTo>
                  <a:pt x="290626" y="315023"/>
                </a:lnTo>
                <a:lnTo>
                  <a:pt x="324104" y="346214"/>
                </a:lnTo>
                <a:lnTo>
                  <a:pt x="362712" y="371856"/>
                </a:lnTo>
                <a:lnTo>
                  <a:pt x="369544" y="361835"/>
                </a:lnTo>
                <a:lnTo>
                  <a:pt x="378523" y="354520"/>
                </a:lnTo>
                <a:lnTo>
                  <a:pt x="389496" y="349783"/>
                </a:lnTo>
                <a:lnTo>
                  <a:pt x="402336" y="347472"/>
                </a:lnTo>
                <a:lnTo>
                  <a:pt x="402336" y="339852"/>
                </a:lnTo>
                <a:close/>
              </a:path>
              <a:path w="1297304" h="411479">
                <a:moveTo>
                  <a:pt x="847331" y="193548"/>
                </a:moveTo>
                <a:lnTo>
                  <a:pt x="809231" y="155448"/>
                </a:lnTo>
                <a:lnTo>
                  <a:pt x="781799" y="182880"/>
                </a:lnTo>
                <a:lnTo>
                  <a:pt x="661403" y="182880"/>
                </a:lnTo>
                <a:lnTo>
                  <a:pt x="661403" y="150876"/>
                </a:lnTo>
                <a:lnTo>
                  <a:pt x="681215" y="140208"/>
                </a:lnTo>
                <a:lnTo>
                  <a:pt x="665975" y="129540"/>
                </a:lnTo>
                <a:lnTo>
                  <a:pt x="717981" y="94107"/>
                </a:lnTo>
                <a:lnTo>
                  <a:pt x="757415" y="70104"/>
                </a:lnTo>
                <a:lnTo>
                  <a:pt x="798360" y="52959"/>
                </a:lnTo>
                <a:lnTo>
                  <a:pt x="809231" y="51816"/>
                </a:lnTo>
                <a:lnTo>
                  <a:pt x="777227" y="13716"/>
                </a:lnTo>
                <a:lnTo>
                  <a:pt x="754367" y="33528"/>
                </a:lnTo>
                <a:lnTo>
                  <a:pt x="498335" y="33528"/>
                </a:lnTo>
                <a:lnTo>
                  <a:pt x="513575" y="50292"/>
                </a:lnTo>
                <a:lnTo>
                  <a:pt x="523887" y="47421"/>
                </a:lnTo>
                <a:lnTo>
                  <a:pt x="534339" y="45529"/>
                </a:lnTo>
                <a:lnTo>
                  <a:pt x="545084" y="44513"/>
                </a:lnTo>
                <a:lnTo>
                  <a:pt x="556247" y="44196"/>
                </a:lnTo>
                <a:lnTo>
                  <a:pt x="754367" y="44196"/>
                </a:lnTo>
                <a:lnTo>
                  <a:pt x="658355" y="124968"/>
                </a:lnTo>
                <a:lnTo>
                  <a:pt x="633971" y="108204"/>
                </a:lnTo>
                <a:lnTo>
                  <a:pt x="634860" y="126733"/>
                </a:lnTo>
                <a:lnTo>
                  <a:pt x="635304" y="145542"/>
                </a:lnTo>
                <a:lnTo>
                  <a:pt x="635495" y="182880"/>
                </a:lnTo>
                <a:lnTo>
                  <a:pt x="443471" y="182880"/>
                </a:lnTo>
                <a:lnTo>
                  <a:pt x="458711" y="199644"/>
                </a:lnTo>
                <a:lnTo>
                  <a:pt x="468147" y="196773"/>
                </a:lnTo>
                <a:lnTo>
                  <a:pt x="478142" y="194881"/>
                </a:lnTo>
                <a:lnTo>
                  <a:pt x="488721" y="193865"/>
                </a:lnTo>
                <a:lnTo>
                  <a:pt x="499859" y="193548"/>
                </a:lnTo>
                <a:lnTo>
                  <a:pt x="635495" y="193548"/>
                </a:lnTo>
                <a:lnTo>
                  <a:pt x="635495" y="350735"/>
                </a:lnTo>
                <a:lnTo>
                  <a:pt x="633209" y="358330"/>
                </a:lnTo>
                <a:lnTo>
                  <a:pt x="628637" y="362788"/>
                </a:lnTo>
                <a:lnTo>
                  <a:pt x="621779" y="364236"/>
                </a:lnTo>
                <a:lnTo>
                  <a:pt x="612025" y="363956"/>
                </a:lnTo>
                <a:lnTo>
                  <a:pt x="598538" y="363093"/>
                </a:lnTo>
                <a:lnTo>
                  <a:pt x="581063" y="361670"/>
                </a:lnTo>
                <a:lnTo>
                  <a:pt x="559295" y="359664"/>
                </a:lnTo>
                <a:lnTo>
                  <a:pt x="559295" y="367284"/>
                </a:lnTo>
                <a:lnTo>
                  <a:pt x="584428" y="375881"/>
                </a:lnTo>
                <a:lnTo>
                  <a:pt x="602538" y="385762"/>
                </a:lnTo>
                <a:lnTo>
                  <a:pt x="613524" y="397078"/>
                </a:lnTo>
                <a:lnTo>
                  <a:pt x="617207" y="409956"/>
                </a:lnTo>
                <a:lnTo>
                  <a:pt x="636981" y="400837"/>
                </a:lnTo>
                <a:lnTo>
                  <a:pt x="650735" y="389572"/>
                </a:lnTo>
                <a:lnTo>
                  <a:pt x="658787" y="376313"/>
                </a:lnTo>
                <a:lnTo>
                  <a:pt x="661403" y="361188"/>
                </a:lnTo>
                <a:lnTo>
                  <a:pt x="661403" y="193548"/>
                </a:lnTo>
                <a:lnTo>
                  <a:pt x="847331" y="193548"/>
                </a:lnTo>
                <a:close/>
              </a:path>
              <a:path w="1297304" h="411479">
                <a:moveTo>
                  <a:pt x="1126236" y="38100"/>
                </a:moveTo>
                <a:lnTo>
                  <a:pt x="1090510" y="10274"/>
                </a:lnTo>
                <a:lnTo>
                  <a:pt x="1075944" y="4572"/>
                </a:lnTo>
                <a:lnTo>
                  <a:pt x="1071372" y="9144"/>
                </a:lnTo>
                <a:lnTo>
                  <a:pt x="1080820" y="19456"/>
                </a:lnTo>
                <a:lnTo>
                  <a:pt x="1088707" y="29908"/>
                </a:lnTo>
                <a:lnTo>
                  <a:pt x="1095159" y="40652"/>
                </a:lnTo>
                <a:lnTo>
                  <a:pt x="1100328" y="51816"/>
                </a:lnTo>
                <a:lnTo>
                  <a:pt x="1103376" y="62484"/>
                </a:lnTo>
                <a:lnTo>
                  <a:pt x="1107948" y="67056"/>
                </a:lnTo>
                <a:lnTo>
                  <a:pt x="1112520" y="67056"/>
                </a:lnTo>
                <a:lnTo>
                  <a:pt x="1115568" y="64008"/>
                </a:lnTo>
                <a:lnTo>
                  <a:pt x="1124712" y="51816"/>
                </a:lnTo>
                <a:lnTo>
                  <a:pt x="1126236" y="47244"/>
                </a:lnTo>
                <a:lnTo>
                  <a:pt x="1126236" y="38100"/>
                </a:lnTo>
                <a:close/>
              </a:path>
              <a:path w="1297304" h="411479">
                <a:moveTo>
                  <a:pt x="1264907" y="80772"/>
                </a:moveTo>
                <a:lnTo>
                  <a:pt x="1254785" y="70104"/>
                </a:lnTo>
                <a:lnTo>
                  <a:pt x="1235964" y="50292"/>
                </a:lnTo>
                <a:lnTo>
                  <a:pt x="1214628" y="70104"/>
                </a:lnTo>
                <a:lnTo>
                  <a:pt x="1091184" y="70104"/>
                </a:lnTo>
                <a:lnTo>
                  <a:pt x="1091184" y="222504"/>
                </a:lnTo>
                <a:lnTo>
                  <a:pt x="992124" y="222504"/>
                </a:lnTo>
                <a:lnTo>
                  <a:pt x="992124" y="181356"/>
                </a:lnTo>
                <a:lnTo>
                  <a:pt x="1091184" y="181356"/>
                </a:lnTo>
                <a:lnTo>
                  <a:pt x="1091184" y="170688"/>
                </a:lnTo>
                <a:lnTo>
                  <a:pt x="992124" y="170688"/>
                </a:lnTo>
                <a:lnTo>
                  <a:pt x="992124" y="132588"/>
                </a:lnTo>
                <a:lnTo>
                  <a:pt x="1091184" y="132588"/>
                </a:lnTo>
                <a:lnTo>
                  <a:pt x="1091184" y="123444"/>
                </a:lnTo>
                <a:lnTo>
                  <a:pt x="992124" y="123444"/>
                </a:lnTo>
                <a:lnTo>
                  <a:pt x="992124" y="105156"/>
                </a:lnTo>
                <a:lnTo>
                  <a:pt x="992124" y="80772"/>
                </a:lnTo>
                <a:lnTo>
                  <a:pt x="1091184" y="80772"/>
                </a:lnTo>
                <a:lnTo>
                  <a:pt x="1091184" y="70104"/>
                </a:lnTo>
                <a:lnTo>
                  <a:pt x="995172" y="70104"/>
                </a:lnTo>
                <a:lnTo>
                  <a:pt x="1021080" y="28956"/>
                </a:lnTo>
                <a:lnTo>
                  <a:pt x="1037844" y="24384"/>
                </a:lnTo>
                <a:lnTo>
                  <a:pt x="1002792" y="0"/>
                </a:lnTo>
                <a:lnTo>
                  <a:pt x="993902" y="21983"/>
                </a:lnTo>
                <a:lnTo>
                  <a:pt x="983157" y="44386"/>
                </a:lnTo>
                <a:lnTo>
                  <a:pt x="955535" y="89916"/>
                </a:lnTo>
                <a:lnTo>
                  <a:pt x="922197" y="133540"/>
                </a:lnTo>
                <a:lnTo>
                  <a:pt x="885431" y="169164"/>
                </a:lnTo>
                <a:lnTo>
                  <a:pt x="890003" y="175260"/>
                </a:lnTo>
                <a:lnTo>
                  <a:pt x="912253" y="158953"/>
                </a:lnTo>
                <a:lnTo>
                  <a:pt x="933056" y="141922"/>
                </a:lnTo>
                <a:lnTo>
                  <a:pt x="952157" y="124040"/>
                </a:lnTo>
                <a:lnTo>
                  <a:pt x="969251" y="105156"/>
                </a:lnTo>
                <a:lnTo>
                  <a:pt x="969137" y="170688"/>
                </a:lnTo>
                <a:lnTo>
                  <a:pt x="969060" y="187642"/>
                </a:lnTo>
                <a:lnTo>
                  <a:pt x="968616" y="225818"/>
                </a:lnTo>
                <a:lnTo>
                  <a:pt x="967727" y="262128"/>
                </a:lnTo>
                <a:lnTo>
                  <a:pt x="992124" y="252984"/>
                </a:lnTo>
                <a:lnTo>
                  <a:pt x="992124" y="231648"/>
                </a:lnTo>
                <a:lnTo>
                  <a:pt x="1261872" y="231648"/>
                </a:lnTo>
                <a:lnTo>
                  <a:pt x="1252728" y="222504"/>
                </a:lnTo>
                <a:lnTo>
                  <a:pt x="1231392" y="201168"/>
                </a:lnTo>
                <a:lnTo>
                  <a:pt x="1211580" y="222504"/>
                </a:lnTo>
                <a:lnTo>
                  <a:pt x="1114044" y="222504"/>
                </a:lnTo>
                <a:lnTo>
                  <a:pt x="1114044" y="181356"/>
                </a:lnTo>
                <a:lnTo>
                  <a:pt x="1239012" y="181356"/>
                </a:lnTo>
                <a:lnTo>
                  <a:pt x="1228902" y="170688"/>
                </a:lnTo>
                <a:lnTo>
                  <a:pt x="1211580" y="152400"/>
                </a:lnTo>
                <a:lnTo>
                  <a:pt x="1191755" y="170688"/>
                </a:lnTo>
                <a:lnTo>
                  <a:pt x="1114044" y="170688"/>
                </a:lnTo>
                <a:lnTo>
                  <a:pt x="1114044" y="132588"/>
                </a:lnTo>
                <a:lnTo>
                  <a:pt x="1242060" y="132588"/>
                </a:lnTo>
                <a:lnTo>
                  <a:pt x="1233385" y="123444"/>
                </a:lnTo>
                <a:lnTo>
                  <a:pt x="1214628" y="103632"/>
                </a:lnTo>
                <a:lnTo>
                  <a:pt x="1194816" y="123444"/>
                </a:lnTo>
                <a:lnTo>
                  <a:pt x="1114044" y="123444"/>
                </a:lnTo>
                <a:lnTo>
                  <a:pt x="1114044" y="80772"/>
                </a:lnTo>
                <a:lnTo>
                  <a:pt x="1264907" y="80772"/>
                </a:lnTo>
                <a:close/>
              </a:path>
              <a:path w="1297304" h="411479">
                <a:moveTo>
                  <a:pt x="1296924" y="371856"/>
                </a:moveTo>
                <a:lnTo>
                  <a:pt x="1244155" y="362331"/>
                </a:lnTo>
                <a:lnTo>
                  <a:pt x="1199388" y="345948"/>
                </a:lnTo>
                <a:lnTo>
                  <a:pt x="1159192" y="319659"/>
                </a:lnTo>
                <a:lnTo>
                  <a:pt x="1124712" y="286512"/>
                </a:lnTo>
                <a:lnTo>
                  <a:pt x="1293876" y="286512"/>
                </a:lnTo>
                <a:lnTo>
                  <a:pt x="1264907" y="254508"/>
                </a:lnTo>
                <a:lnTo>
                  <a:pt x="1243584" y="275844"/>
                </a:lnTo>
                <a:lnTo>
                  <a:pt x="1104900" y="275844"/>
                </a:lnTo>
                <a:lnTo>
                  <a:pt x="1104900" y="260604"/>
                </a:lnTo>
                <a:lnTo>
                  <a:pt x="1118616" y="248412"/>
                </a:lnTo>
                <a:lnTo>
                  <a:pt x="1080516" y="234696"/>
                </a:lnTo>
                <a:lnTo>
                  <a:pt x="1081392" y="242417"/>
                </a:lnTo>
                <a:lnTo>
                  <a:pt x="1081849" y="251841"/>
                </a:lnTo>
                <a:lnTo>
                  <a:pt x="1082014" y="262991"/>
                </a:lnTo>
                <a:lnTo>
                  <a:pt x="1082040" y="275844"/>
                </a:lnTo>
                <a:lnTo>
                  <a:pt x="888479" y="275844"/>
                </a:lnTo>
                <a:lnTo>
                  <a:pt x="903719" y="291084"/>
                </a:lnTo>
                <a:lnTo>
                  <a:pt x="913155" y="289090"/>
                </a:lnTo>
                <a:lnTo>
                  <a:pt x="923150" y="287655"/>
                </a:lnTo>
                <a:lnTo>
                  <a:pt x="933729" y="286804"/>
                </a:lnTo>
                <a:lnTo>
                  <a:pt x="944867" y="286512"/>
                </a:lnTo>
                <a:lnTo>
                  <a:pt x="1053084" y="286512"/>
                </a:lnTo>
                <a:lnTo>
                  <a:pt x="1013650" y="323811"/>
                </a:lnTo>
                <a:lnTo>
                  <a:pt x="970775" y="355574"/>
                </a:lnTo>
                <a:lnTo>
                  <a:pt x="918197" y="385292"/>
                </a:lnTo>
                <a:lnTo>
                  <a:pt x="888479" y="399288"/>
                </a:lnTo>
                <a:lnTo>
                  <a:pt x="890003" y="405384"/>
                </a:lnTo>
                <a:lnTo>
                  <a:pt x="949439" y="381952"/>
                </a:lnTo>
                <a:lnTo>
                  <a:pt x="999655" y="355142"/>
                </a:lnTo>
                <a:lnTo>
                  <a:pt x="1043178" y="324421"/>
                </a:lnTo>
                <a:lnTo>
                  <a:pt x="1082040" y="288036"/>
                </a:lnTo>
                <a:lnTo>
                  <a:pt x="1081913" y="340550"/>
                </a:lnTo>
                <a:lnTo>
                  <a:pt x="1081811" y="355574"/>
                </a:lnTo>
                <a:lnTo>
                  <a:pt x="1081392" y="383197"/>
                </a:lnTo>
                <a:lnTo>
                  <a:pt x="1080516" y="411480"/>
                </a:lnTo>
                <a:lnTo>
                  <a:pt x="1106424" y="397764"/>
                </a:lnTo>
                <a:lnTo>
                  <a:pt x="1106195" y="382333"/>
                </a:lnTo>
                <a:lnTo>
                  <a:pt x="1105763" y="362331"/>
                </a:lnTo>
                <a:lnTo>
                  <a:pt x="1105128" y="325970"/>
                </a:lnTo>
                <a:lnTo>
                  <a:pt x="1104900" y="288036"/>
                </a:lnTo>
                <a:lnTo>
                  <a:pt x="1104900" y="286512"/>
                </a:lnTo>
                <a:lnTo>
                  <a:pt x="1115568" y="286512"/>
                </a:lnTo>
                <a:lnTo>
                  <a:pt x="1131824" y="309092"/>
                </a:lnTo>
                <a:lnTo>
                  <a:pt x="1148524" y="328803"/>
                </a:lnTo>
                <a:lnTo>
                  <a:pt x="1182624" y="359664"/>
                </a:lnTo>
                <a:lnTo>
                  <a:pt x="1221486" y="382333"/>
                </a:lnTo>
                <a:lnTo>
                  <a:pt x="1264907" y="399288"/>
                </a:lnTo>
                <a:lnTo>
                  <a:pt x="1268628" y="391007"/>
                </a:lnTo>
                <a:lnTo>
                  <a:pt x="1275207" y="384429"/>
                </a:lnTo>
                <a:lnTo>
                  <a:pt x="1284630" y="379577"/>
                </a:lnTo>
                <a:lnTo>
                  <a:pt x="1296924" y="376428"/>
                </a:lnTo>
                <a:lnTo>
                  <a:pt x="1296924" y="37185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pic>
        <p:nvPicPr>
          <p:cNvPr id="59" name="object 59"/>
          <p:cNvPicPr/>
          <p:nvPr/>
        </p:nvPicPr>
        <p:blipFill>
          <a:blip r:embed="rId11" cstate="print"/>
          <a:stretch>
            <a:fillRect/>
          </a:stretch>
        </p:blipFill>
        <p:spPr>
          <a:xfrm>
            <a:off x="8840723" y="4347971"/>
            <a:ext cx="97536" cy="94488"/>
          </a:xfrm>
          <a:prstGeom prst="rect">
            <a:avLst/>
          </a:prstGeom>
        </p:spPr>
      </p:pic>
      <p:sp>
        <p:nvSpPr>
          <p:cNvPr id="60" name="object 60"/>
          <p:cNvSpPr/>
          <p:nvPr/>
        </p:nvSpPr>
        <p:spPr>
          <a:xfrm>
            <a:off x="1983962" y="4751522"/>
            <a:ext cx="122555" cy="342900"/>
          </a:xfrm>
          <a:custGeom>
            <a:avLst/>
            <a:gdLst/>
            <a:ahLst/>
            <a:cxnLst/>
            <a:rect l="l" t="t" r="r" b="b"/>
            <a:pathLst>
              <a:path w="122555" h="342900">
                <a:moveTo>
                  <a:pt x="118467" y="342304"/>
                </a:moveTo>
                <a:lnTo>
                  <a:pt x="74080" y="315325"/>
                </a:lnTo>
                <a:lnTo>
                  <a:pt x="46029" y="288512"/>
                </a:lnTo>
                <a:lnTo>
                  <a:pt x="20002" y="254817"/>
                </a:lnTo>
                <a:lnTo>
                  <a:pt x="4000" y="211383"/>
                </a:lnTo>
                <a:lnTo>
                  <a:pt x="0" y="159638"/>
                </a:lnTo>
                <a:lnTo>
                  <a:pt x="3714" y="134612"/>
                </a:lnTo>
                <a:lnTo>
                  <a:pt x="23145" y="88701"/>
                </a:lnTo>
                <a:lnTo>
                  <a:pt x="50768" y="51173"/>
                </a:lnTo>
                <a:lnTo>
                  <a:pt x="84105" y="21645"/>
                </a:lnTo>
                <a:lnTo>
                  <a:pt x="118395" y="0"/>
                </a:lnTo>
                <a:lnTo>
                  <a:pt x="120681" y="309"/>
                </a:lnTo>
                <a:lnTo>
                  <a:pt x="85272" y="35861"/>
                </a:lnTo>
                <a:lnTo>
                  <a:pt x="72866" y="48887"/>
                </a:lnTo>
                <a:lnTo>
                  <a:pt x="49053" y="81081"/>
                </a:lnTo>
                <a:lnTo>
                  <a:pt x="31908" y="123182"/>
                </a:lnTo>
                <a:lnTo>
                  <a:pt x="26193" y="175569"/>
                </a:lnTo>
                <a:lnTo>
                  <a:pt x="27622" y="202691"/>
                </a:lnTo>
                <a:lnTo>
                  <a:pt x="39052" y="247792"/>
                </a:lnTo>
                <a:lnTo>
                  <a:pt x="59888" y="280677"/>
                </a:lnTo>
                <a:lnTo>
                  <a:pt x="97821" y="318825"/>
                </a:lnTo>
                <a:lnTo>
                  <a:pt x="109561" y="327969"/>
                </a:lnTo>
                <a:lnTo>
                  <a:pt x="117443" y="334827"/>
                </a:lnTo>
                <a:lnTo>
                  <a:pt x="121610" y="339399"/>
                </a:lnTo>
                <a:lnTo>
                  <a:pt x="122205" y="341685"/>
                </a:lnTo>
                <a:lnTo>
                  <a:pt x="118467" y="34230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" name="object 61"/>
          <p:cNvSpPr/>
          <p:nvPr/>
        </p:nvSpPr>
        <p:spPr>
          <a:xfrm>
            <a:off x="2189988" y="4721352"/>
            <a:ext cx="391795" cy="402590"/>
          </a:xfrm>
          <a:custGeom>
            <a:avLst/>
            <a:gdLst/>
            <a:ahLst/>
            <a:cxnLst/>
            <a:rect l="l" t="t" r="r" b="b"/>
            <a:pathLst>
              <a:path w="391794" h="402589">
                <a:moveTo>
                  <a:pt x="384429" y="48767"/>
                </a:moveTo>
                <a:lnTo>
                  <a:pt x="348996" y="48767"/>
                </a:lnTo>
                <a:lnTo>
                  <a:pt x="362712" y="30479"/>
                </a:lnTo>
                <a:lnTo>
                  <a:pt x="384429" y="48767"/>
                </a:lnTo>
                <a:close/>
              </a:path>
              <a:path w="391794" h="402589">
                <a:moveTo>
                  <a:pt x="214884" y="400812"/>
                </a:moveTo>
                <a:lnTo>
                  <a:pt x="215122" y="371070"/>
                </a:lnTo>
                <a:lnTo>
                  <a:pt x="215646" y="329755"/>
                </a:lnTo>
                <a:lnTo>
                  <a:pt x="216169" y="276725"/>
                </a:lnTo>
                <a:lnTo>
                  <a:pt x="216408" y="211836"/>
                </a:lnTo>
                <a:lnTo>
                  <a:pt x="216150" y="146304"/>
                </a:lnTo>
                <a:lnTo>
                  <a:pt x="215646" y="96774"/>
                </a:lnTo>
                <a:lnTo>
                  <a:pt x="215142" y="59436"/>
                </a:lnTo>
                <a:lnTo>
                  <a:pt x="214884" y="32003"/>
                </a:lnTo>
                <a:lnTo>
                  <a:pt x="240792" y="48767"/>
                </a:lnTo>
                <a:lnTo>
                  <a:pt x="384429" y="48767"/>
                </a:lnTo>
                <a:lnTo>
                  <a:pt x="391668" y="54864"/>
                </a:lnTo>
                <a:lnTo>
                  <a:pt x="385953" y="59436"/>
                </a:lnTo>
                <a:lnTo>
                  <a:pt x="240792" y="59436"/>
                </a:lnTo>
                <a:lnTo>
                  <a:pt x="240792" y="146304"/>
                </a:lnTo>
                <a:lnTo>
                  <a:pt x="376434" y="146304"/>
                </a:lnTo>
                <a:lnTo>
                  <a:pt x="376438" y="156972"/>
                </a:lnTo>
                <a:lnTo>
                  <a:pt x="240792" y="156972"/>
                </a:lnTo>
                <a:lnTo>
                  <a:pt x="240792" y="240792"/>
                </a:lnTo>
                <a:lnTo>
                  <a:pt x="376520" y="240792"/>
                </a:lnTo>
                <a:lnTo>
                  <a:pt x="376544" y="251460"/>
                </a:lnTo>
                <a:lnTo>
                  <a:pt x="240792" y="251460"/>
                </a:lnTo>
                <a:lnTo>
                  <a:pt x="240792" y="348996"/>
                </a:lnTo>
                <a:lnTo>
                  <a:pt x="377126" y="348996"/>
                </a:lnTo>
                <a:lnTo>
                  <a:pt x="377246" y="358140"/>
                </a:lnTo>
                <a:lnTo>
                  <a:pt x="240792" y="358140"/>
                </a:lnTo>
                <a:lnTo>
                  <a:pt x="240792" y="390144"/>
                </a:lnTo>
                <a:lnTo>
                  <a:pt x="214884" y="400812"/>
                </a:lnTo>
                <a:close/>
              </a:path>
              <a:path w="391794" h="402589">
                <a:moveTo>
                  <a:pt x="376434" y="146304"/>
                </a:moveTo>
                <a:lnTo>
                  <a:pt x="352044" y="146304"/>
                </a:lnTo>
                <a:lnTo>
                  <a:pt x="352044" y="59436"/>
                </a:lnTo>
                <a:lnTo>
                  <a:pt x="385953" y="59436"/>
                </a:lnTo>
                <a:lnTo>
                  <a:pt x="376428" y="67055"/>
                </a:lnTo>
                <a:lnTo>
                  <a:pt x="376434" y="146304"/>
                </a:lnTo>
                <a:close/>
              </a:path>
              <a:path w="391794" h="402589">
                <a:moveTo>
                  <a:pt x="376520" y="240792"/>
                </a:moveTo>
                <a:lnTo>
                  <a:pt x="352044" y="240792"/>
                </a:lnTo>
                <a:lnTo>
                  <a:pt x="352044" y="156972"/>
                </a:lnTo>
                <a:lnTo>
                  <a:pt x="376438" y="156972"/>
                </a:lnTo>
                <a:lnTo>
                  <a:pt x="376520" y="240792"/>
                </a:lnTo>
                <a:close/>
              </a:path>
              <a:path w="391794" h="402589">
                <a:moveTo>
                  <a:pt x="377126" y="348996"/>
                </a:moveTo>
                <a:lnTo>
                  <a:pt x="352044" y="348996"/>
                </a:lnTo>
                <a:lnTo>
                  <a:pt x="352044" y="251460"/>
                </a:lnTo>
                <a:lnTo>
                  <a:pt x="376544" y="251460"/>
                </a:lnTo>
                <a:lnTo>
                  <a:pt x="376618" y="284226"/>
                </a:lnTo>
                <a:lnTo>
                  <a:pt x="376879" y="330200"/>
                </a:lnTo>
                <a:lnTo>
                  <a:pt x="377126" y="348996"/>
                </a:lnTo>
                <a:close/>
              </a:path>
              <a:path w="391794" h="402589">
                <a:moveTo>
                  <a:pt x="352044" y="394716"/>
                </a:moveTo>
                <a:lnTo>
                  <a:pt x="352044" y="358140"/>
                </a:lnTo>
                <a:lnTo>
                  <a:pt x="377246" y="358140"/>
                </a:lnTo>
                <a:lnTo>
                  <a:pt x="377309" y="362966"/>
                </a:lnTo>
                <a:lnTo>
                  <a:pt x="377952" y="382524"/>
                </a:lnTo>
                <a:lnTo>
                  <a:pt x="352044" y="394716"/>
                </a:lnTo>
                <a:close/>
              </a:path>
              <a:path w="391794" h="402589">
                <a:moveTo>
                  <a:pt x="120396" y="115824"/>
                </a:moveTo>
                <a:lnTo>
                  <a:pt x="97536" y="115824"/>
                </a:lnTo>
                <a:lnTo>
                  <a:pt x="97512" y="82081"/>
                </a:lnTo>
                <a:lnTo>
                  <a:pt x="97345" y="51625"/>
                </a:lnTo>
                <a:lnTo>
                  <a:pt x="96893" y="24312"/>
                </a:lnTo>
                <a:lnTo>
                  <a:pt x="96012" y="0"/>
                </a:lnTo>
                <a:lnTo>
                  <a:pt x="135636" y="18288"/>
                </a:lnTo>
                <a:lnTo>
                  <a:pt x="120396" y="32003"/>
                </a:lnTo>
                <a:lnTo>
                  <a:pt x="120396" y="115824"/>
                </a:lnTo>
                <a:close/>
              </a:path>
              <a:path w="391794" h="402589">
                <a:moveTo>
                  <a:pt x="25908" y="131064"/>
                </a:moveTo>
                <a:lnTo>
                  <a:pt x="10668" y="115824"/>
                </a:lnTo>
                <a:lnTo>
                  <a:pt x="155448" y="115824"/>
                </a:lnTo>
                <a:lnTo>
                  <a:pt x="176784" y="92964"/>
                </a:lnTo>
                <a:lnTo>
                  <a:pt x="205740" y="124968"/>
                </a:lnTo>
                <a:lnTo>
                  <a:pt x="68580" y="124968"/>
                </a:lnTo>
                <a:lnTo>
                  <a:pt x="57411" y="125491"/>
                </a:lnTo>
                <a:lnTo>
                  <a:pt x="46672" y="126873"/>
                </a:lnTo>
                <a:lnTo>
                  <a:pt x="36218" y="128825"/>
                </a:lnTo>
                <a:lnTo>
                  <a:pt x="25908" y="131064"/>
                </a:lnTo>
                <a:close/>
              </a:path>
              <a:path w="391794" h="402589">
                <a:moveTo>
                  <a:pt x="6096" y="336804"/>
                </a:moveTo>
                <a:lnTo>
                  <a:pt x="0" y="332232"/>
                </a:lnTo>
                <a:lnTo>
                  <a:pt x="26359" y="291071"/>
                </a:lnTo>
                <a:lnTo>
                  <a:pt x="48841" y="249838"/>
                </a:lnTo>
                <a:lnTo>
                  <a:pt x="67592" y="208458"/>
                </a:lnTo>
                <a:lnTo>
                  <a:pt x="82759" y="166859"/>
                </a:lnTo>
                <a:lnTo>
                  <a:pt x="94488" y="124968"/>
                </a:lnTo>
                <a:lnTo>
                  <a:pt x="120396" y="124968"/>
                </a:lnTo>
                <a:lnTo>
                  <a:pt x="120396" y="167640"/>
                </a:lnTo>
                <a:lnTo>
                  <a:pt x="136350" y="172473"/>
                </a:lnTo>
                <a:lnTo>
                  <a:pt x="147310" y="176784"/>
                </a:lnTo>
                <a:lnTo>
                  <a:pt x="120396" y="176784"/>
                </a:lnTo>
                <a:lnTo>
                  <a:pt x="120402" y="196596"/>
                </a:lnTo>
                <a:lnTo>
                  <a:pt x="97536" y="196596"/>
                </a:lnTo>
                <a:lnTo>
                  <a:pt x="78891" y="234696"/>
                </a:lnTo>
                <a:lnTo>
                  <a:pt x="57531" y="270700"/>
                </a:lnTo>
                <a:lnTo>
                  <a:pt x="33242" y="304823"/>
                </a:lnTo>
                <a:lnTo>
                  <a:pt x="6096" y="336804"/>
                </a:lnTo>
                <a:close/>
              </a:path>
              <a:path w="391794" h="402589">
                <a:moveTo>
                  <a:pt x="173736" y="239268"/>
                </a:moveTo>
                <a:lnTo>
                  <a:pt x="169164" y="239268"/>
                </a:lnTo>
                <a:lnTo>
                  <a:pt x="164592" y="233172"/>
                </a:lnTo>
                <a:lnTo>
                  <a:pt x="158496" y="220980"/>
                </a:lnTo>
                <a:lnTo>
                  <a:pt x="151042" y="208716"/>
                </a:lnTo>
                <a:lnTo>
                  <a:pt x="142303" y="197167"/>
                </a:lnTo>
                <a:lnTo>
                  <a:pt x="132135" y="186475"/>
                </a:lnTo>
                <a:lnTo>
                  <a:pt x="120396" y="176784"/>
                </a:lnTo>
                <a:lnTo>
                  <a:pt x="147310" y="176784"/>
                </a:lnTo>
                <a:lnTo>
                  <a:pt x="149733" y="177736"/>
                </a:lnTo>
                <a:lnTo>
                  <a:pt x="160258" y="183284"/>
                </a:lnTo>
                <a:lnTo>
                  <a:pt x="167640" y="188976"/>
                </a:lnTo>
                <a:lnTo>
                  <a:pt x="176784" y="195072"/>
                </a:lnTo>
                <a:lnTo>
                  <a:pt x="181356" y="202692"/>
                </a:lnTo>
                <a:lnTo>
                  <a:pt x="181356" y="214884"/>
                </a:lnTo>
                <a:lnTo>
                  <a:pt x="179832" y="220980"/>
                </a:lnTo>
                <a:lnTo>
                  <a:pt x="178308" y="228600"/>
                </a:lnTo>
                <a:lnTo>
                  <a:pt x="175260" y="234696"/>
                </a:lnTo>
                <a:lnTo>
                  <a:pt x="173736" y="239268"/>
                </a:lnTo>
                <a:close/>
              </a:path>
              <a:path w="391794" h="402589">
                <a:moveTo>
                  <a:pt x="96012" y="402336"/>
                </a:moveTo>
                <a:lnTo>
                  <a:pt x="96893" y="349186"/>
                </a:lnTo>
                <a:lnTo>
                  <a:pt x="97345" y="297180"/>
                </a:lnTo>
                <a:lnTo>
                  <a:pt x="97432" y="270700"/>
                </a:lnTo>
                <a:lnTo>
                  <a:pt x="97536" y="196596"/>
                </a:lnTo>
                <a:lnTo>
                  <a:pt x="120402" y="196596"/>
                </a:lnTo>
                <a:lnTo>
                  <a:pt x="120521" y="291071"/>
                </a:lnTo>
                <a:lnTo>
                  <a:pt x="120586" y="314896"/>
                </a:lnTo>
                <a:lnTo>
                  <a:pt x="121038" y="360449"/>
                </a:lnTo>
                <a:lnTo>
                  <a:pt x="121920" y="390144"/>
                </a:lnTo>
                <a:lnTo>
                  <a:pt x="96012" y="402336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" name="object 62"/>
          <p:cNvSpPr/>
          <p:nvPr/>
        </p:nvSpPr>
        <p:spPr>
          <a:xfrm>
            <a:off x="2641091" y="4718303"/>
            <a:ext cx="399415" cy="408940"/>
          </a:xfrm>
          <a:custGeom>
            <a:avLst/>
            <a:gdLst/>
            <a:ahLst/>
            <a:cxnLst/>
            <a:rect l="l" t="t" r="r" b="b"/>
            <a:pathLst>
              <a:path w="399414" h="408939">
                <a:moveTo>
                  <a:pt x="208788" y="64008"/>
                </a:moveTo>
                <a:lnTo>
                  <a:pt x="202692" y="64008"/>
                </a:lnTo>
                <a:lnTo>
                  <a:pt x="199644" y="59436"/>
                </a:lnTo>
                <a:lnTo>
                  <a:pt x="196596" y="50292"/>
                </a:lnTo>
                <a:lnTo>
                  <a:pt x="190023" y="39719"/>
                </a:lnTo>
                <a:lnTo>
                  <a:pt x="181737" y="28575"/>
                </a:lnTo>
                <a:lnTo>
                  <a:pt x="171735" y="16859"/>
                </a:lnTo>
                <a:lnTo>
                  <a:pt x="160020" y="4572"/>
                </a:lnTo>
                <a:lnTo>
                  <a:pt x="163068" y="0"/>
                </a:lnTo>
                <a:lnTo>
                  <a:pt x="200787" y="14573"/>
                </a:lnTo>
                <a:lnTo>
                  <a:pt x="220980" y="28956"/>
                </a:lnTo>
                <a:lnTo>
                  <a:pt x="220980" y="41148"/>
                </a:lnTo>
                <a:lnTo>
                  <a:pt x="214884" y="53340"/>
                </a:lnTo>
                <a:lnTo>
                  <a:pt x="211836" y="60960"/>
                </a:lnTo>
                <a:lnTo>
                  <a:pt x="208788" y="64008"/>
                </a:lnTo>
                <a:close/>
              </a:path>
              <a:path w="399414" h="408939">
                <a:moveTo>
                  <a:pt x="37028" y="126515"/>
                </a:moveTo>
                <a:lnTo>
                  <a:pt x="30480" y="126492"/>
                </a:lnTo>
                <a:lnTo>
                  <a:pt x="21336" y="126492"/>
                </a:lnTo>
                <a:lnTo>
                  <a:pt x="16764" y="123444"/>
                </a:lnTo>
                <a:lnTo>
                  <a:pt x="16764" y="115824"/>
                </a:lnTo>
                <a:lnTo>
                  <a:pt x="19812" y="109728"/>
                </a:lnTo>
                <a:lnTo>
                  <a:pt x="25908" y="102108"/>
                </a:lnTo>
                <a:lnTo>
                  <a:pt x="33337" y="90939"/>
                </a:lnTo>
                <a:lnTo>
                  <a:pt x="39624" y="77914"/>
                </a:lnTo>
                <a:lnTo>
                  <a:pt x="44767" y="62888"/>
                </a:lnTo>
                <a:lnTo>
                  <a:pt x="48768" y="45720"/>
                </a:lnTo>
                <a:lnTo>
                  <a:pt x="54864" y="45720"/>
                </a:lnTo>
                <a:lnTo>
                  <a:pt x="56388" y="65532"/>
                </a:lnTo>
                <a:lnTo>
                  <a:pt x="374904" y="65532"/>
                </a:lnTo>
                <a:lnTo>
                  <a:pt x="384602" y="76200"/>
                </a:lnTo>
                <a:lnTo>
                  <a:pt x="56388" y="76200"/>
                </a:lnTo>
                <a:lnTo>
                  <a:pt x="57816" y="87939"/>
                </a:lnTo>
                <a:lnTo>
                  <a:pt x="57531" y="98107"/>
                </a:lnTo>
                <a:lnTo>
                  <a:pt x="55530" y="106846"/>
                </a:lnTo>
                <a:lnTo>
                  <a:pt x="51816" y="114300"/>
                </a:lnTo>
                <a:lnTo>
                  <a:pt x="47839" y="120276"/>
                </a:lnTo>
                <a:lnTo>
                  <a:pt x="42862" y="124396"/>
                </a:lnTo>
                <a:lnTo>
                  <a:pt x="37028" y="126515"/>
                </a:lnTo>
                <a:close/>
              </a:path>
              <a:path w="399414" h="408939">
                <a:moveTo>
                  <a:pt x="374904" y="65532"/>
                </a:moveTo>
                <a:lnTo>
                  <a:pt x="344424" y="65532"/>
                </a:lnTo>
                <a:lnTo>
                  <a:pt x="359664" y="48768"/>
                </a:lnTo>
                <a:lnTo>
                  <a:pt x="374904" y="65532"/>
                </a:lnTo>
                <a:close/>
              </a:path>
              <a:path w="399414" h="408939">
                <a:moveTo>
                  <a:pt x="329184" y="120396"/>
                </a:moveTo>
                <a:lnTo>
                  <a:pt x="324612" y="115824"/>
                </a:lnTo>
                <a:lnTo>
                  <a:pt x="345948" y="76200"/>
                </a:lnTo>
                <a:lnTo>
                  <a:pt x="384602" y="76200"/>
                </a:lnTo>
                <a:lnTo>
                  <a:pt x="390144" y="82296"/>
                </a:lnTo>
                <a:lnTo>
                  <a:pt x="377618" y="84605"/>
                </a:lnTo>
                <a:lnTo>
                  <a:pt x="363093" y="91630"/>
                </a:lnTo>
                <a:lnTo>
                  <a:pt x="346852" y="103512"/>
                </a:lnTo>
                <a:lnTo>
                  <a:pt x="329184" y="120396"/>
                </a:lnTo>
                <a:close/>
              </a:path>
              <a:path w="399414" h="408939">
                <a:moveTo>
                  <a:pt x="24384" y="204216"/>
                </a:moveTo>
                <a:lnTo>
                  <a:pt x="19812" y="198120"/>
                </a:lnTo>
                <a:lnTo>
                  <a:pt x="53601" y="173283"/>
                </a:lnTo>
                <a:lnTo>
                  <a:pt x="82105" y="146875"/>
                </a:lnTo>
                <a:lnTo>
                  <a:pt x="105751" y="119038"/>
                </a:lnTo>
                <a:lnTo>
                  <a:pt x="124968" y="89916"/>
                </a:lnTo>
                <a:lnTo>
                  <a:pt x="155448" y="118872"/>
                </a:lnTo>
                <a:lnTo>
                  <a:pt x="147470" y="120586"/>
                </a:lnTo>
                <a:lnTo>
                  <a:pt x="137350" y="125730"/>
                </a:lnTo>
                <a:lnTo>
                  <a:pt x="125229" y="134302"/>
                </a:lnTo>
                <a:lnTo>
                  <a:pt x="111252" y="146304"/>
                </a:lnTo>
                <a:lnTo>
                  <a:pt x="93821" y="160924"/>
                </a:lnTo>
                <a:lnTo>
                  <a:pt x="73533" y="175260"/>
                </a:lnTo>
                <a:lnTo>
                  <a:pt x="50387" y="189595"/>
                </a:lnTo>
                <a:lnTo>
                  <a:pt x="24384" y="204216"/>
                </a:lnTo>
                <a:close/>
              </a:path>
              <a:path w="399414" h="408939">
                <a:moveTo>
                  <a:pt x="342900" y="193548"/>
                </a:moveTo>
                <a:lnTo>
                  <a:pt x="333756" y="193548"/>
                </a:lnTo>
                <a:lnTo>
                  <a:pt x="327660" y="187452"/>
                </a:lnTo>
                <a:lnTo>
                  <a:pt x="321564" y="176784"/>
                </a:lnTo>
                <a:lnTo>
                  <a:pt x="308109" y="162186"/>
                </a:lnTo>
                <a:lnTo>
                  <a:pt x="288226" y="145732"/>
                </a:lnTo>
                <a:lnTo>
                  <a:pt x="261770" y="127277"/>
                </a:lnTo>
                <a:lnTo>
                  <a:pt x="228600" y="106680"/>
                </a:lnTo>
                <a:lnTo>
                  <a:pt x="233172" y="100584"/>
                </a:lnTo>
                <a:lnTo>
                  <a:pt x="294322" y="123825"/>
                </a:lnTo>
                <a:lnTo>
                  <a:pt x="329184" y="140208"/>
                </a:lnTo>
                <a:lnTo>
                  <a:pt x="349329" y="164639"/>
                </a:lnTo>
                <a:lnTo>
                  <a:pt x="348996" y="173736"/>
                </a:lnTo>
                <a:lnTo>
                  <a:pt x="347472" y="185928"/>
                </a:lnTo>
                <a:lnTo>
                  <a:pt x="342900" y="193548"/>
                </a:lnTo>
                <a:close/>
              </a:path>
              <a:path w="399414" h="408939">
                <a:moveTo>
                  <a:pt x="1524" y="307847"/>
                </a:moveTo>
                <a:lnTo>
                  <a:pt x="0" y="303276"/>
                </a:lnTo>
                <a:lnTo>
                  <a:pt x="24264" y="290679"/>
                </a:lnTo>
                <a:lnTo>
                  <a:pt x="46672" y="277939"/>
                </a:lnTo>
                <a:lnTo>
                  <a:pt x="85344" y="251459"/>
                </a:lnTo>
                <a:lnTo>
                  <a:pt x="117729" y="222694"/>
                </a:lnTo>
                <a:lnTo>
                  <a:pt x="147828" y="190500"/>
                </a:lnTo>
                <a:lnTo>
                  <a:pt x="172783" y="156019"/>
                </a:lnTo>
                <a:lnTo>
                  <a:pt x="192024" y="120396"/>
                </a:lnTo>
                <a:lnTo>
                  <a:pt x="225552" y="146304"/>
                </a:lnTo>
                <a:lnTo>
                  <a:pt x="205740" y="156972"/>
                </a:lnTo>
                <a:lnTo>
                  <a:pt x="211924" y="163068"/>
                </a:lnTo>
                <a:lnTo>
                  <a:pt x="201168" y="163068"/>
                </a:lnTo>
                <a:lnTo>
                  <a:pt x="181189" y="188237"/>
                </a:lnTo>
                <a:lnTo>
                  <a:pt x="160210" y="211264"/>
                </a:lnTo>
                <a:lnTo>
                  <a:pt x="138374" y="232290"/>
                </a:lnTo>
                <a:lnTo>
                  <a:pt x="115824" y="251459"/>
                </a:lnTo>
                <a:lnTo>
                  <a:pt x="122682" y="259080"/>
                </a:lnTo>
                <a:lnTo>
                  <a:pt x="105156" y="259080"/>
                </a:lnTo>
                <a:lnTo>
                  <a:pt x="82319" y="273986"/>
                </a:lnTo>
                <a:lnTo>
                  <a:pt x="57340" y="286893"/>
                </a:lnTo>
                <a:lnTo>
                  <a:pt x="30360" y="298084"/>
                </a:lnTo>
                <a:lnTo>
                  <a:pt x="1524" y="307847"/>
                </a:lnTo>
                <a:close/>
              </a:path>
              <a:path w="399414" h="408939">
                <a:moveTo>
                  <a:pt x="364236" y="291084"/>
                </a:moveTo>
                <a:lnTo>
                  <a:pt x="318706" y="269176"/>
                </a:lnTo>
                <a:lnTo>
                  <a:pt x="274320" y="239268"/>
                </a:lnTo>
                <a:lnTo>
                  <a:pt x="234315" y="204025"/>
                </a:lnTo>
                <a:lnTo>
                  <a:pt x="201168" y="163068"/>
                </a:lnTo>
                <a:lnTo>
                  <a:pt x="211924" y="163068"/>
                </a:lnTo>
                <a:lnTo>
                  <a:pt x="230624" y="181498"/>
                </a:lnTo>
                <a:lnTo>
                  <a:pt x="255079" y="202311"/>
                </a:lnTo>
                <a:lnTo>
                  <a:pt x="303275" y="231648"/>
                </a:lnTo>
                <a:lnTo>
                  <a:pt x="352425" y="249174"/>
                </a:lnTo>
                <a:lnTo>
                  <a:pt x="399288" y="257556"/>
                </a:lnTo>
                <a:lnTo>
                  <a:pt x="399288" y="263652"/>
                </a:lnTo>
                <a:lnTo>
                  <a:pt x="387596" y="267723"/>
                </a:lnTo>
                <a:lnTo>
                  <a:pt x="377761" y="273367"/>
                </a:lnTo>
                <a:lnTo>
                  <a:pt x="369927" y="281011"/>
                </a:lnTo>
                <a:lnTo>
                  <a:pt x="364236" y="291084"/>
                </a:lnTo>
                <a:close/>
              </a:path>
              <a:path w="399414" h="408939">
                <a:moveTo>
                  <a:pt x="301847" y="266699"/>
                </a:moveTo>
                <a:lnTo>
                  <a:pt x="266700" y="266699"/>
                </a:lnTo>
                <a:lnTo>
                  <a:pt x="281940" y="249935"/>
                </a:lnTo>
                <a:lnTo>
                  <a:pt x="301847" y="266699"/>
                </a:lnTo>
                <a:close/>
              </a:path>
              <a:path w="399414" h="408939">
                <a:moveTo>
                  <a:pt x="103632" y="408432"/>
                </a:moveTo>
                <a:lnTo>
                  <a:pt x="104513" y="386167"/>
                </a:lnTo>
                <a:lnTo>
                  <a:pt x="104965" y="353758"/>
                </a:lnTo>
                <a:lnTo>
                  <a:pt x="105087" y="322707"/>
                </a:lnTo>
                <a:lnTo>
                  <a:pt x="105156" y="259080"/>
                </a:lnTo>
                <a:lnTo>
                  <a:pt x="122682" y="259080"/>
                </a:lnTo>
                <a:lnTo>
                  <a:pt x="129540" y="266699"/>
                </a:lnTo>
                <a:lnTo>
                  <a:pt x="301847" y="266699"/>
                </a:lnTo>
                <a:lnTo>
                  <a:pt x="310896" y="274320"/>
                </a:lnTo>
                <a:lnTo>
                  <a:pt x="308718" y="275844"/>
                </a:lnTo>
                <a:lnTo>
                  <a:pt x="129540" y="275844"/>
                </a:lnTo>
                <a:lnTo>
                  <a:pt x="129540" y="371856"/>
                </a:lnTo>
                <a:lnTo>
                  <a:pt x="296191" y="371856"/>
                </a:lnTo>
                <a:lnTo>
                  <a:pt x="296298" y="377571"/>
                </a:lnTo>
                <a:lnTo>
                  <a:pt x="296553" y="382524"/>
                </a:lnTo>
                <a:lnTo>
                  <a:pt x="129540" y="382524"/>
                </a:lnTo>
                <a:lnTo>
                  <a:pt x="129540" y="396240"/>
                </a:lnTo>
                <a:lnTo>
                  <a:pt x="103632" y="408432"/>
                </a:lnTo>
                <a:close/>
              </a:path>
              <a:path w="399414" h="408939">
                <a:moveTo>
                  <a:pt x="296191" y="371856"/>
                </a:moveTo>
                <a:lnTo>
                  <a:pt x="271272" y="371856"/>
                </a:lnTo>
                <a:lnTo>
                  <a:pt x="271272" y="275844"/>
                </a:lnTo>
                <a:lnTo>
                  <a:pt x="308718" y="275844"/>
                </a:lnTo>
                <a:lnTo>
                  <a:pt x="295656" y="284988"/>
                </a:lnTo>
                <a:lnTo>
                  <a:pt x="295679" y="322707"/>
                </a:lnTo>
                <a:lnTo>
                  <a:pt x="295850" y="353758"/>
                </a:lnTo>
                <a:lnTo>
                  <a:pt x="296191" y="371856"/>
                </a:lnTo>
                <a:close/>
              </a:path>
              <a:path w="399414" h="408939">
                <a:moveTo>
                  <a:pt x="271272" y="406908"/>
                </a:moveTo>
                <a:lnTo>
                  <a:pt x="271272" y="382524"/>
                </a:lnTo>
                <a:lnTo>
                  <a:pt x="296553" y="382524"/>
                </a:lnTo>
                <a:lnTo>
                  <a:pt x="297180" y="394716"/>
                </a:lnTo>
                <a:lnTo>
                  <a:pt x="271272" y="406908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pic>
        <p:nvPicPr>
          <p:cNvPr id="63" name="object 63"/>
          <p:cNvPicPr/>
          <p:nvPr/>
        </p:nvPicPr>
        <p:blipFill>
          <a:blip r:embed="rId12" cstate="print"/>
          <a:stretch>
            <a:fillRect/>
          </a:stretch>
        </p:blipFill>
        <p:spPr>
          <a:xfrm>
            <a:off x="3119627" y="4925567"/>
            <a:ext cx="64008" cy="164592"/>
          </a:xfrm>
          <a:prstGeom prst="rect">
            <a:avLst/>
          </a:prstGeom>
        </p:spPr>
      </p:pic>
      <p:sp>
        <p:nvSpPr>
          <p:cNvPr id="64" name="object 64"/>
          <p:cNvSpPr/>
          <p:nvPr/>
        </p:nvSpPr>
        <p:spPr>
          <a:xfrm>
            <a:off x="3529584" y="4716792"/>
            <a:ext cx="853440" cy="411480"/>
          </a:xfrm>
          <a:custGeom>
            <a:avLst/>
            <a:gdLst/>
            <a:ahLst/>
            <a:cxnLst/>
            <a:rect l="l" t="t" r="r" b="b"/>
            <a:pathLst>
              <a:path w="853439" h="411479">
                <a:moveTo>
                  <a:pt x="405384" y="51803"/>
                </a:moveTo>
                <a:lnTo>
                  <a:pt x="368808" y="15227"/>
                </a:lnTo>
                <a:lnTo>
                  <a:pt x="342900" y="41135"/>
                </a:lnTo>
                <a:lnTo>
                  <a:pt x="237744" y="41135"/>
                </a:lnTo>
                <a:lnTo>
                  <a:pt x="237744" y="51803"/>
                </a:lnTo>
                <a:lnTo>
                  <a:pt x="237744" y="134099"/>
                </a:lnTo>
                <a:lnTo>
                  <a:pt x="160020" y="134099"/>
                </a:lnTo>
                <a:lnTo>
                  <a:pt x="160020" y="51803"/>
                </a:lnTo>
                <a:lnTo>
                  <a:pt x="237744" y="51803"/>
                </a:lnTo>
                <a:lnTo>
                  <a:pt x="237744" y="41135"/>
                </a:lnTo>
                <a:lnTo>
                  <a:pt x="0" y="41135"/>
                </a:lnTo>
                <a:lnTo>
                  <a:pt x="16764" y="56375"/>
                </a:lnTo>
                <a:lnTo>
                  <a:pt x="26187" y="54381"/>
                </a:lnTo>
                <a:lnTo>
                  <a:pt x="36195" y="52946"/>
                </a:lnTo>
                <a:lnTo>
                  <a:pt x="46761" y="52095"/>
                </a:lnTo>
                <a:lnTo>
                  <a:pt x="57912" y="51803"/>
                </a:lnTo>
                <a:lnTo>
                  <a:pt x="135636" y="51803"/>
                </a:lnTo>
                <a:lnTo>
                  <a:pt x="135636" y="134099"/>
                </a:lnTo>
                <a:lnTo>
                  <a:pt x="65532" y="134099"/>
                </a:lnTo>
                <a:lnTo>
                  <a:pt x="38100" y="120383"/>
                </a:lnTo>
                <a:lnTo>
                  <a:pt x="39217" y="140030"/>
                </a:lnTo>
                <a:lnTo>
                  <a:pt x="40195" y="168960"/>
                </a:lnTo>
                <a:lnTo>
                  <a:pt x="40855" y="205727"/>
                </a:lnTo>
                <a:lnTo>
                  <a:pt x="41109" y="246494"/>
                </a:lnTo>
                <a:lnTo>
                  <a:pt x="40995" y="280428"/>
                </a:lnTo>
                <a:lnTo>
                  <a:pt x="40881" y="301510"/>
                </a:lnTo>
                <a:lnTo>
                  <a:pt x="40195" y="344030"/>
                </a:lnTo>
                <a:lnTo>
                  <a:pt x="39217" y="380276"/>
                </a:lnTo>
                <a:lnTo>
                  <a:pt x="38100" y="409943"/>
                </a:lnTo>
                <a:lnTo>
                  <a:pt x="65532" y="396227"/>
                </a:lnTo>
                <a:lnTo>
                  <a:pt x="65532" y="144767"/>
                </a:lnTo>
                <a:lnTo>
                  <a:pt x="135636" y="144767"/>
                </a:lnTo>
                <a:lnTo>
                  <a:pt x="131394" y="194183"/>
                </a:lnTo>
                <a:lnTo>
                  <a:pt x="118872" y="239445"/>
                </a:lnTo>
                <a:lnTo>
                  <a:pt x="98336" y="280428"/>
                </a:lnTo>
                <a:lnTo>
                  <a:pt x="70104" y="316979"/>
                </a:lnTo>
                <a:lnTo>
                  <a:pt x="73152" y="321551"/>
                </a:lnTo>
                <a:lnTo>
                  <a:pt x="100558" y="297243"/>
                </a:lnTo>
                <a:lnTo>
                  <a:pt x="123253" y="269925"/>
                </a:lnTo>
                <a:lnTo>
                  <a:pt x="141084" y="239471"/>
                </a:lnTo>
                <a:lnTo>
                  <a:pt x="153924" y="205727"/>
                </a:lnTo>
                <a:lnTo>
                  <a:pt x="161353" y="215188"/>
                </a:lnTo>
                <a:lnTo>
                  <a:pt x="167640" y="225348"/>
                </a:lnTo>
                <a:lnTo>
                  <a:pt x="172783" y="236385"/>
                </a:lnTo>
                <a:lnTo>
                  <a:pt x="176784" y="248399"/>
                </a:lnTo>
                <a:lnTo>
                  <a:pt x="179832" y="260591"/>
                </a:lnTo>
                <a:lnTo>
                  <a:pt x="182880" y="265163"/>
                </a:lnTo>
                <a:lnTo>
                  <a:pt x="188976" y="265163"/>
                </a:lnTo>
                <a:lnTo>
                  <a:pt x="192024" y="263639"/>
                </a:lnTo>
                <a:lnTo>
                  <a:pt x="196596" y="257543"/>
                </a:lnTo>
                <a:lnTo>
                  <a:pt x="199644" y="252971"/>
                </a:lnTo>
                <a:lnTo>
                  <a:pt x="201168" y="245351"/>
                </a:lnTo>
                <a:lnTo>
                  <a:pt x="198120" y="234683"/>
                </a:lnTo>
                <a:lnTo>
                  <a:pt x="169760" y="205727"/>
                </a:lnTo>
                <a:lnTo>
                  <a:pt x="155448" y="196583"/>
                </a:lnTo>
                <a:lnTo>
                  <a:pt x="157441" y="182918"/>
                </a:lnTo>
                <a:lnTo>
                  <a:pt x="158877" y="169532"/>
                </a:lnTo>
                <a:lnTo>
                  <a:pt x="159727" y="156730"/>
                </a:lnTo>
                <a:lnTo>
                  <a:pt x="160020" y="144767"/>
                </a:lnTo>
                <a:lnTo>
                  <a:pt x="237744" y="144767"/>
                </a:lnTo>
                <a:lnTo>
                  <a:pt x="233718" y="197637"/>
                </a:lnTo>
                <a:lnTo>
                  <a:pt x="219265" y="246494"/>
                </a:lnTo>
                <a:lnTo>
                  <a:pt x="194233" y="291363"/>
                </a:lnTo>
                <a:lnTo>
                  <a:pt x="158496" y="332219"/>
                </a:lnTo>
                <a:lnTo>
                  <a:pt x="163068" y="336791"/>
                </a:lnTo>
                <a:lnTo>
                  <a:pt x="193611" y="312242"/>
                </a:lnTo>
                <a:lnTo>
                  <a:pt x="218884" y="284403"/>
                </a:lnTo>
                <a:lnTo>
                  <a:pt x="238709" y="253428"/>
                </a:lnTo>
                <a:lnTo>
                  <a:pt x="252984" y="219443"/>
                </a:lnTo>
                <a:lnTo>
                  <a:pt x="267843" y="234048"/>
                </a:lnTo>
                <a:lnTo>
                  <a:pt x="280416" y="248208"/>
                </a:lnTo>
                <a:lnTo>
                  <a:pt x="290703" y="262102"/>
                </a:lnTo>
                <a:lnTo>
                  <a:pt x="298704" y="275831"/>
                </a:lnTo>
                <a:lnTo>
                  <a:pt x="303276" y="289547"/>
                </a:lnTo>
                <a:lnTo>
                  <a:pt x="306324" y="295643"/>
                </a:lnTo>
                <a:lnTo>
                  <a:pt x="310896" y="295643"/>
                </a:lnTo>
                <a:lnTo>
                  <a:pt x="313944" y="292595"/>
                </a:lnTo>
                <a:lnTo>
                  <a:pt x="316992" y="286499"/>
                </a:lnTo>
                <a:lnTo>
                  <a:pt x="320040" y="278879"/>
                </a:lnTo>
                <a:lnTo>
                  <a:pt x="323088" y="272783"/>
                </a:lnTo>
                <a:lnTo>
                  <a:pt x="323088" y="263639"/>
                </a:lnTo>
                <a:lnTo>
                  <a:pt x="321564" y="257543"/>
                </a:lnTo>
                <a:lnTo>
                  <a:pt x="280797" y="224002"/>
                </a:lnTo>
                <a:lnTo>
                  <a:pt x="254508" y="210299"/>
                </a:lnTo>
                <a:lnTo>
                  <a:pt x="256768" y="196634"/>
                </a:lnTo>
                <a:lnTo>
                  <a:pt x="258889" y="180962"/>
                </a:lnTo>
                <a:lnTo>
                  <a:pt x="260718" y="163588"/>
                </a:lnTo>
                <a:lnTo>
                  <a:pt x="262128" y="144767"/>
                </a:lnTo>
                <a:lnTo>
                  <a:pt x="338328" y="144767"/>
                </a:lnTo>
                <a:lnTo>
                  <a:pt x="338328" y="341363"/>
                </a:lnTo>
                <a:lnTo>
                  <a:pt x="337223" y="351612"/>
                </a:lnTo>
                <a:lnTo>
                  <a:pt x="334137" y="359270"/>
                </a:lnTo>
                <a:lnTo>
                  <a:pt x="329323" y="364083"/>
                </a:lnTo>
                <a:lnTo>
                  <a:pt x="323088" y="365747"/>
                </a:lnTo>
                <a:lnTo>
                  <a:pt x="313385" y="366090"/>
                </a:lnTo>
                <a:lnTo>
                  <a:pt x="300418" y="364985"/>
                </a:lnTo>
                <a:lnTo>
                  <a:pt x="284289" y="362750"/>
                </a:lnTo>
                <a:lnTo>
                  <a:pt x="265176" y="359651"/>
                </a:lnTo>
                <a:lnTo>
                  <a:pt x="265176" y="368795"/>
                </a:lnTo>
                <a:lnTo>
                  <a:pt x="289458" y="376250"/>
                </a:lnTo>
                <a:lnTo>
                  <a:pt x="307467" y="384987"/>
                </a:lnTo>
                <a:lnTo>
                  <a:pt x="319176" y="395160"/>
                </a:lnTo>
                <a:lnTo>
                  <a:pt x="324612" y="406895"/>
                </a:lnTo>
                <a:lnTo>
                  <a:pt x="340842" y="397776"/>
                </a:lnTo>
                <a:lnTo>
                  <a:pt x="352806" y="386511"/>
                </a:lnTo>
                <a:lnTo>
                  <a:pt x="360184" y="373253"/>
                </a:lnTo>
                <a:lnTo>
                  <a:pt x="361378" y="366090"/>
                </a:lnTo>
                <a:lnTo>
                  <a:pt x="362712" y="358127"/>
                </a:lnTo>
                <a:lnTo>
                  <a:pt x="362712" y="149339"/>
                </a:lnTo>
                <a:lnTo>
                  <a:pt x="369239" y="144767"/>
                </a:lnTo>
                <a:lnTo>
                  <a:pt x="377952" y="138671"/>
                </a:lnTo>
                <a:lnTo>
                  <a:pt x="372160" y="134099"/>
                </a:lnTo>
                <a:lnTo>
                  <a:pt x="348996" y="115811"/>
                </a:lnTo>
                <a:lnTo>
                  <a:pt x="335280" y="134099"/>
                </a:lnTo>
                <a:lnTo>
                  <a:pt x="262128" y="134099"/>
                </a:lnTo>
                <a:lnTo>
                  <a:pt x="262128" y="51803"/>
                </a:lnTo>
                <a:lnTo>
                  <a:pt x="405384" y="51803"/>
                </a:lnTo>
                <a:close/>
              </a:path>
              <a:path w="853439" h="411479">
                <a:moveTo>
                  <a:pt x="675119" y="147828"/>
                </a:moveTo>
                <a:lnTo>
                  <a:pt x="633971" y="124968"/>
                </a:lnTo>
                <a:lnTo>
                  <a:pt x="634809" y="144780"/>
                </a:lnTo>
                <a:lnTo>
                  <a:pt x="634923" y="148513"/>
                </a:lnTo>
                <a:lnTo>
                  <a:pt x="635317" y="166306"/>
                </a:lnTo>
                <a:lnTo>
                  <a:pt x="635444" y="179832"/>
                </a:lnTo>
                <a:lnTo>
                  <a:pt x="635355" y="347129"/>
                </a:lnTo>
                <a:lnTo>
                  <a:pt x="635304" y="352996"/>
                </a:lnTo>
                <a:lnTo>
                  <a:pt x="634860" y="379730"/>
                </a:lnTo>
                <a:lnTo>
                  <a:pt x="633971" y="411480"/>
                </a:lnTo>
                <a:lnTo>
                  <a:pt x="662927" y="394716"/>
                </a:lnTo>
                <a:lnTo>
                  <a:pt x="662051" y="378091"/>
                </a:lnTo>
                <a:lnTo>
                  <a:pt x="661593" y="362331"/>
                </a:lnTo>
                <a:lnTo>
                  <a:pt x="661492" y="352996"/>
                </a:lnTo>
                <a:lnTo>
                  <a:pt x="661403" y="158496"/>
                </a:lnTo>
                <a:lnTo>
                  <a:pt x="675119" y="147828"/>
                </a:lnTo>
                <a:close/>
              </a:path>
              <a:path w="853439" h="411479">
                <a:moveTo>
                  <a:pt x="853427" y="181356"/>
                </a:moveTo>
                <a:lnTo>
                  <a:pt x="805040" y="166306"/>
                </a:lnTo>
                <a:lnTo>
                  <a:pt x="754367" y="138684"/>
                </a:lnTo>
                <a:lnTo>
                  <a:pt x="704456" y="93726"/>
                </a:lnTo>
                <a:lnTo>
                  <a:pt x="664159" y="41148"/>
                </a:lnTo>
                <a:lnTo>
                  <a:pt x="656831" y="30480"/>
                </a:lnTo>
                <a:lnTo>
                  <a:pt x="672071" y="21336"/>
                </a:lnTo>
                <a:lnTo>
                  <a:pt x="635495" y="0"/>
                </a:lnTo>
                <a:lnTo>
                  <a:pt x="609968" y="55816"/>
                </a:lnTo>
                <a:lnTo>
                  <a:pt x="568439" y="117348"/>
                </a:lnTo>
                <a:lnTo>
                  <a:pt x="541845" y="148513"/>
                </a:lnTo>
                <a:lnTo>
                  <a:pt x="512241" y="175831"/>
                </a:lnTo>
                <a:lnTo>
                  <a:pt x="479501" y="199428"/>
                </a:lnTo>
                <a:lnTo>
                  <a:pt x="443471" y="219456"/>
                </a:lnTo>
                <a:lnTo>
                  <a:pt x="446519" y="225552"/>
                </a:lnTo>
                <a:lnTo>
                  <a:pt x="481596" y="209829"/>
                </a:lnTo>
                <a:lnTo>
                  <a:pt x="541464" y="173253"/>
                </a:lnTo>
                <a:lnTo>
                  <a:pt x="587946" y="130086"/>
                </a:lnTo>
                <a:lnTo>
                  <a:pt x="630758" y="74599"/>
                </a:lnTo>
                <a:lnTo>
                  <a:pt x="650735" y="41148"/>
                </a:lnTo>
                <a:lnTo>
                  <a:pt x="669023" y="71691"/>
                </a:lnTo>
                <a:lnTo>
                  <a:pt x="705599" y="123647"/>
                </a:lnTo>
                <a:lnTo>
                  <a:pt x="743280" y="162725"/>
                </a:lnTo>
                <a:lnTo>
                  <a:pt x="787755" y="195783"/>
                </a:lnTo>
                <a:lnTo>
                  <a:pt x="812279" y="210312"/>
                </a:lnTo>
                <a:lnTo>
                  <a:pt x="819785" y="201168"/>
                </a:lnTo>
                <a:lnTo>
                  <a:pt x="828852" y="194310"/>
                </a:lnTo>
                <a:lnTo>
                  <a:pt x="839927" y="189738"/>
                </a:lnTo>
                <a:lnTo>
                  <a:pt x="853427" y="187452"/>
                </a:lnTo>
                <a:lnTo>
                  <a:pt x="853427" y="18135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" name="object 65"/>
          <p:cNvSpPr/>
          <p:nvPr/>
        </p:nvSpPr>
        <p:spPr>
          <a:xfrm>
            <a:off x="4443984" y="4722876"/>
            <a:ext cx="375285" cy="403860"/>
          </a:xfrm>
          <a:custGeom>
            <a:avLst/>
            <a:gdLst/>
            <a:ahLst/>
            <a:cxnLst/>
            <a:rect l="l" t="t" r="r" b="b"/>
            <a:pathLst>
              <a:path w="375285" h="403860">
                <a:moveTo>
                  <a:pt x="54864" y="39624"/>
                </a:moveTo>
                <a:lnTo>
                  <a:pt x="39624" y="22860"/>
                </a:lnTo>
                <a:lnTo>
                  <a:pt x="278892" y="22860"/>
                </a:lnTo>
                <a:lnTo>
                  <a:pt x="301751" y="0"/>
                </a:lnTo>
                <a:lnTo>
                  <a:pt x="335280" y="33528"/>
                </a:lnTo>
                <a:lnTo>
                  <a:pt x="88392" y="33528"/>
                </a:lnTo>
                <a:lnTo>
                  <a:pt x="81010" y="33837"/>
                </a:lnTo>
                <a:lnTo>
                  <a:pt x="72771" y="34861"/>
                </a:lnTo>
                <a:lnTo>
                  <a:pt x="63960" y="36742"/>
                </a:lnTo>
                <a:lnTo>
                  <a:pt x="54864" y="39624"/>
                </a:lnTo>
                <a:close/>
              </a:path>
              <a:path w="375285" h="403860">
                <a:moveTo>
                  <a:pt x="195072" y="67055"/>
                </a:moveTo>
                <a:lnTo>
                  <a:pt x="173736" y="67055"/>
                </a:lnTo>
                <a:lnTo>
                  <a:pt x="173736" y="33528"/>
                </a:lnTo>
                <a:lnTo>
                  <a:pt x="195072" y="33528"/>
                </a:lnTo>
                <a:lnTo>
                  <a:pt x="195072" y="67055"/>
                </a:lnTo>
                <a:close/>
              </a:path>
              <a:path w="375285" h="403860">
                <a:moveTo>
                  <a:pt x="362494" y="67055"/>
                </a:moveTo>
                <a:lnTo>
                  <a:pt x="329184" y="67055"/>
                </a:lnTo>
                <a:lnTo>
                  <a:pt x="345948" y="48767"/>
                </a:lnTo>
                <a:lnTo>
                  <a:pt x="362494" y="67055"/>
                </a:lnTo>
                <a:close/>
              </a:path>
              <a:path w="375285" h="403860">
                <a:moveTo>
                  <a:pt x="16764" y="121920"/>
                </a:moveTo>
                <a:lnTo>
                  <a:pt x="3048" y="121920"/>
                </a:lnTo>
                <a:lnTo>
                  <a:pt x="1524" y="118872"/>
                </a:lnTo>
                <a:lnTo>
                  <a:pt x="0" y="117348"/>
                </a:lnTo>
                <a:lnTo>
                  <a:pt x="0" y="109728"/>
                </a:lnTo>
                <a:lnTo>
                  <a:pt x="1524" y="105156"/>
                </a:lnTo>
                <a:lnTo>
                  <a:pt x="7620" y="99060"/>
                </a:lnTo>
                <a:lnTo>
                  <a:pt x="13954" y="91654"/>
                </a:lnTo>
                <a:lnTo>
                  <a:pt x="19431" y="80962"/>
                </a:lnTo>
                <a:lnTo>
                  <a:pt x="24355" y="67055"/>
                </a:lnTo>
                <a:lnTo>
                  <a:pt x="28956" y="50292"/>
                </a:lnTo>
                <a:lnTo>
                  <a:pt x="33528" y="50292"/>
                </a:lnTo>
                <a:lnTo>
                  <a:pt x="35052" y="67055"/>
                </a:lnTo>
                <a:lnTo>
                  <a:pt x="362494" y="67055"/>
                </a:lnTo>
                <a:lnTo>
                  <a:pt x="372146" y="77724"/>
                </a:lnTo>
                <a:lnTo>
                  <a:pt x="35052" y="77724"/>
                </a:lnTo>
                <a:lnTo>
                  <a:pt x="36742" y="85701"/>
                </a:lnTo>
                <a:lnTo>
                  <a:pt x="37147" y="93535"/>
                </a:lnTo>
                <a:lnTo>
                  <a:pt x="36123" y="101084"/>
                </a:lnTo>
                <a:lnTo>
                  <a:pt x="33528" y="108204"/>
                </a:lnTo>
                <a:lnTo>
                  <a:pt x="30480" y="115824"/>
                </a:lnTo>
                <a:lnTo>
                  <a:pt x="24384" y="120396"/>
                </a:lnTo>
                <a:lnTo>
                  <a:pt x="16764" y="121920"/>
                </a:lnTo>
                <a:close/>
              </a:path>
              <a:path w="375285" h="403860">
                <a:moveTo>
                  <a:pt x="172212" y="178308"/>
                </a:moveTo>
                <a:lnTo>
                  <a:pt x="172479" y="152400"/>
                </a:lnTo>
                <a:lnTo>
                  <a:pt x="173497" y="103084"/>
                </a:lnTo>
                <a:lnTo>
                  <a:pt x="173736" y="77724"/>
                </a:lnTo>
                <a:lnTo>
                  <a:pt x="195072" y="77724"/>
                </a:lnTo>
                <a:lnTo>
                  <a:pt x="195301" y="109728"/>
                </a:lnTo>
                <a:lnTo>
                  <a:pt x="195411" y="117348"/>
                </a:lnTo>
                <a:lnTo>
                  <a:pt x="196024" y="141541"/>
                </a:lnTo>
                <a:lnTo>
                  <a:pt x="197000" y="159377"/>
                </a:lnTo>
                <a:lnTo>
                  <a:pt x="198120" y="167640"/>
                </a:lnTo>
                <a:lnTo>
                  <a:pt x="172212" y="178308"/>
                </a:lnTo>
                <a:close/>
              </a:path>
              <a:path w="375285" h="403860">
                <a:moveTo>
                  <a:pt x="315468" y="120396"/>
                </a:moveTo>
                <a:lnTo>
                  <a:pt x="310896" y="117348"/>
                </a:lnTo>
                <a:lnTo>
                  <a:pt x="332232" y="77724"/>
                </a:lnTo>
                <a:lnTo>
                  <a:pt x="372146" y="77724"/>
                </a:lnTo>
                <a:lnTo>
                  <a:pt x="374904" y="80772"/>
                </a:lnTo>
                <a:lnTo>
                  <a:pt x="367284" y="80772"/>
                </a:lnTo>
                <a:lnTo>
                  <a:pt x="359664" y="82296"/>
                </a:lnTo>
                <a:lnTo>
                  <a:pt x="352044" y="85343"/>
                </a:lnTo>
                <a:lnTo>
                  <a:pt x="344614" y="89963"/>
                </a:lnTo>
                <a:lnTo>
                  <a:pt x="336042" y="97155"/>
                </a:lnTo>
                <a:lnTo>
                  <a:pt x="326326" y="107203"/>
                </a:lnTo>
                <a:lnTo>
                  <a:pt x="315468" y="120396"/>
                </a:lnTo>
                <a:close/>
              </a:path>
              <a:path w="375285" h="403860">
                <a:moveTo>
                  <a:pt x="140208" y="120396"/>
                </a:moveTo>
                <a:lnTo>
                  <a:pt x="62484" y="120396"/>
                </a:lnTo>
                <a:lnTo>
                  <a:pt x="62484" y="109728"/>
                </a:lnTo>
                <a:lnTo>
                  <a:pt x="140208" y="109728"/>
                </a:lnTo>
                <a:lnTo>
                  <a:pt x="140208" y="120396"/>
                </a:lnTo>
                <a:close/>
              </a:path>
              <a:path w="375285" h="403860">
                <a:moveTo>
                  <a:pt x="297180" y="120396"/>
                </a:moveTo>
                <a:lnTo>
                  <a:pt x="216408" y="120396"/>
                </a:lnTo>
                <a:lnTo>
                  <a:pt x="216408" y="109728"/>
                </a:lnTo>
                <a:lnTo>
                  <a:pt x="297180" y="109728"/>
                </a:lnTo>
                <a:lnTo>
                  <a:pt x="297180" y="120396"/>
                </a:lnTo>
                <a:close/>
              </a:path>
              <a:path w="375285" h="403860">
                <a:moveTo>
                  <a:pt x="140208" y="163068"/>
                </a:moveTo>
                <a:lnTo>
                  <a:pt x="56388" y="163068"/>
                </a:lnTo>
                <a:lnTo>
                  <a:pt x="56388" y="152400"/>
                </a:lnTo>
                <a:lnTo>
                  <a:pt x="140208" y="152400"/>
                </a:lnTo>
                <a:lnTo>
                  <a:pt x="140208" y="163068"/>
                </a:lnTo>
                <a:close/>
              </a:path>
              <a:path w="375285" h="403860">
                <a:moveTo>
                  <a:pt x="297180" y="163068"/>
                </a:moveTo>
                <a:lnTo>
                  <a:pt x="216408" y="163068"/>
                </a:lnTo>
                <a:lnTo>
                  <a:pt x="216408" y="152400"/>
                </a:lnTo>
                <a:lnTo>
                  <a:pt x="297180" y="152400"/>
                </a:lnTo>
                <a:lnTo>
                  <a:pt x="297180" y="163068"/>
                </a:lnTo>
                <a:close/>
              </a:path>
              <a:path w="375285" h="403860">
                <a:moveTo>
                  <a:pt x="16764" y="210312"/>
                </a:moveTo>
                <a:lnTo>
                  <a:pt x="1524" y="195072"/>
                </a:lnTo>
                <a:lnTo>
                  <a:pt x="309372" y="195072"/>
                </a:lnTo>
                <a:lnTo>
                  <a:pt x="332232" y="172212"/>
                </a:lnTo>
                <a:lnTo>
                  <a:pt x="362712" y="205740"/>
                </a:lnTo>
                <a:lnTo>
                  <a:pt x="50292" y="205740"/>
                </a:lnTo>
                <a:lnTo>
                  <a:pt x="42910" y="206025"/>
                </a:lnTo>
                <a:lnTo>
                  <a:pt x="34671" y="206883"/>
                </a:lnTo>
                <a:lnTo>
                  <a:pt x="25860" y="208311"/>
                </a:lnTo>
                <a:lnTo>
                  <a:pt x="16764" y="210312"/>
                </a:lnTo>
                <a:close/>
              </a:path>
              <a:path w="375285" h="403860">
                <a:moveTo>
                  <a:pt x="149352" y="249936"/>
                </a:moveTo>
                <a:lnTo>
                  <a:pt x="140208" y="249936"/>
                </a:lnTo>
                <a:lnTo>
                  <a:pt x="152400" y="205740"/>
                </a:lnTo>
                <a:lnTo>
                  <a:pt x="184404" y="205740"/>
                </a:lnTo>
                <a:lnTo>
                  <a:pt x="172069" y="218860"/>
                </a:lnTo>
                <a:lnTo>
                  <a:pt x="162306" y="230695"/>
                </a:lnTo>
                <a:lnTo>
                  <a:pt x="154828" y="241101"/>
                </a:lnTo>
                <a:lnTo>
                  <a:pt x="149352" y="249936"/>
                </a:lnTo>
                <a:close/>
              </a:path>
              <a:path w="375285" h="403860">
                <a:moveTo>
                  <a:pt x="335497" y="249936"/>
                </a:moveTo>
                <a:lnTo>
                  <a:pt x="303276" y="249936"/>
                </a:lnTo>
                <a:lnTo>
                  <a:pt x="313944" y="233172"/>
                </a:lnTo>
                <a:lnTo>
                  <a:pt x="335497" y="249936"/>
                </a:lnTo>
                <a:close/>
              </a:path>
              <a:path w="375285" h="403860">
                <a:moveTo>
                  <a:pt x="35052" y="403860"/>
                </a:moveTo>
                <a:lnTo>
                  <a:pt x="36171" y="384429"/>
                </a:lnTo>
                <a:lnTo>
                  <a:pt x="37147" y="362712"/>
                </a:lnTo>
                <a:lnTo>
                  <a:pt x="37838" y="338709"/>
                </a:lnTo>
                <a:lnTo>
                  <a:pt x="38100" y="312420"/>
                </a:lnTo>
                <a:lnTo>
                  <a:pt x="37838" y="286988"/>
                </a:lnTo>
                <a:lnTo>
                  <a:pt x="37147" y="265557"/>
                </a:lnTo>
                <a:lnTo>
                  <a:pt x="36171" y="248126"/>
                </a:lnTo>
                <a:lnTo>
                  <a:pt x="35052" y="234696"/>
                </a:lnTo>
                <a:lnTo>
                  <a:pt x="62484" y="249936"/>
                </a:lnTo>
                <a:lnTo>
                  <a:pt x="335497" y="249936"/>
                </a:lnTo>
                <a:lnTo>
                  <a:pt x="341376" y="254508"/>
                </a:lnTo>
                <a:lnTo>
                  <a:pt x="336232" y="259080"/>
                </a:lnTo>
                <a:lnTo>
                  <a:pt x="62484" y="259080"/>
                </a:lnTo>
                <a:lnTo>
                  <a:pt x="62484" y="391668"/>
                </a:lnTo>
                <a:lnTo>
                  <a:pt x="35052" y="403860"/>
                </a:lnTo>
                <a:close/>
              </a:path>
              <a:path w="375285" h="403860">
                <a:moveTo>
                  <a:pt x="129540" y="387096"/>
                </a:moveTo>
                <a:lnTo>
                  <a:pt x="129540" y="259080"/>
                </a:lnTo>
                <a:lnTo>
                  <a:pt x="152400" y="259080"/>
                </a:lnTo>
                <a:lnTo>
                  <a:pt x="152400" y="374904"/>
                </a:lnTo>
                <a:lnTo>
                  <a:pt x="129540" y="387096"/>
                </a:lnTo>
                <a:close/>
              </a:path>
              <a:path w="375285" h="403860">
                <a:moveTo>
                  <a:pt x="213360" y="382524"/>
                </a:moveTo>
                <a:lnTo>
                  <a:pt x="213360" y="259080"/>
                </a:lnTo>
                <a:lnTo>
                  <a:pt x="236220" y="259080"/>
                </a:lnTo>
                <a:lnTo>
                  <a:pt x="236220" y="370332"/>
                </a:lnTo>
                <a:lnTo>
                  <a:pt x="213360" y="382524"/>
                </a:lnTo>
                <a:close/>
              </a:path>
              <a:path w="375285" h="403860">
                <a:moveTo>
                  <a:pt x="327660" y="367284"/>
                </a:moveTo>
                <a:lnTo>
                  <a:pt x="301751" y="367284"/>
                </a:lnTo>
                <a:lnTo>
                  <a:pt x="304800" y="364236"/>
                </a:lnTo>
                <a:lnTo>
                  <a:pt x="304800" y="259080"/>
                </a:lnTo>
                <a:lnTo>
                  <a:pt x="336232" y="259080"/>
                </a:lnTo>
                <a:lnTo>
                  <a:pt x="327660" y="266700"/>
                </a:lnTo>
                <a:lnTo>
                  <a:pt x="327660" y="367284"/>
                </a:lnTo>
                <a:close/>
              </a:path>
              <a:path w="375285" h="403860">
                <a:moveTo>
                  <a:pt x="297180" y="402336"/>
                </a:moveTo>
                <a:lnTo>
                  <a:pt x="292893" y="392025"/>
                </a:lnTo>
                <a:lnTo>
                  <a:pt x="284607" y="383857"/>
                </a:lnTo>
                <a:lnTo>
                  <a:pt x="272319" y="377690"/>
                </a:lnTo>
                <a:lnTo>
                  <a:pt x="256032" y="373380"/>
                </a:lnTo>
                <a:lnTo>
                  <a:pt x="256032" y="365760"/>
                </a:lnTo>
                <a:lnTo>
                  <a:pt x="266890" y="366641"/>
                </a:lnTo>
                <a:lnTo>
                  <a:pt x="276606" y="367093"/>
                </a:lnTo>
                <a:lnTo>
                  <a:pt x="285178" y="367260"/>
                </a:lnTo>
                <a:lnTo>
                  <a:pt x="327660" y="367284"/>
                </a:lnTo>
                <a:lnTo>
                  <a:pt x="325683" y="379618"/>
                </a:lnTo>
                <a:lnTo>
                  <a:pt x="319849" y="389382"/>
                </a:lnTo>
                <a:lnTo>
                  <a:pt x="310300" y="396859"/>
                </a:lnTo>
                <a:lnTo>
                  <a:pt x="297180" y="40233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" name="object 66"/>
          <p:cNvSpPr/>
          <p:nvPr/>
        </p:nvSpPr>
        <p:spPr>
          <a:xfrm>
            <a:off x="4869179" y="4719827"/>
            <a:ext cx="403860" cy="405765"/>
          </a:xfrm>
          <a:custGeom>
            <a:avLst/>
            <a:gdLst/>
            <a:ahLst/>
            <a:cxnLst/>
            <a:rect l="l" t="t" r="r" b="b"/>
            <a:pathLst>
              <a:path w="403860" h="405764">
                <a:moveTo>
                  <a:pt x="208787" y="100584"/>
                </a:moveTo>
                <a:lnTo>
                  <a:pt x="182879" y="100584"/>
                </a:lnTo>
                <a:lnTo>
                  <a:pt x="182781" y="54387"/>
                </a:lnTo>
                <a:lnTo>
                  <a:pt x="182674" y="38100"/>
                </a:lnTo>
                <a:lnTo>
                  <a:pt x="182237" y="16573"/>
                </a:lnTo>
                <a:lnTo>
                  <a:pt x="181355" y="0"/>
                </a:lnTo>
                <a:lnTo>
                  <a:pt x="222503" y="22860"/>
                </a:lnTo>
                <a:lnTo>
                  <a:pt x="208787" y="36576"/>
                </a:lnTo>
                <a:lnTo>
                  <a:pt x="208787" y="100584"/>
                </a:lnTo>
                <a:close/>
              </a:path>
              <a:path w="403860" h="405764">
                <a:moveTo>
                  <a:pt x="315467" y="88392"/>
                </a:moveTo>
                <a:lnTo>
                  <a:pt x="309371" y="88392"/>
                </a:lnTo>
                <a:lnTo>
                  <a:pt x="306323" y="83820"/>
                </a:lnTo>
                <a:lnTo>
                  <a:pt x="301751" y="74676"/>
                </a:lnTo>
                <a:lnTo>
                  <a:pt x="293227" y="62674"/>
                </a:lnTo>
                <a:lnTo>
                  <a:pt x="281558" y="49530"/>
                </a:lnTo>
                <a:lnTo>
                  <a:pt x="267033" y="35242"/>
                </a:lnTo>
                <a:lnTo>
                  <a:pt x="249935" y="19812"/>
                </a:lnTo>
                <a:lnTo>
                  <a:pt x="254507" y="13716"/>
                </a:lnTo>
                <a:lnTo>
                  <a:pt x="299084" y="32361"/>
                </a:lnTo>
                <a:lnTo>
                  <a:pt x="326136" y="60960"/>
                </a:lnTo>
                <a:lnTo>
                  <a:pt x="326136" y="64008"/>
                </a:lnTo>
                <a:lnTo>
                  <a:pt x="324612" y="68580"/>
                </a:lnTo>
                <a:lnTo>
                  <a:pt x="321564" y="76200"/>
                </a:lnTo>
                <a:lnTo>
                  <a:pt x="318515" y="85344"/>
                </a:lnTo>
                <a:lnTo>
                  <a:pt x="315467" y="88392"/>
                </a:lnTo>
                <a:close/>
              </a:path>
              <a:path w="403860" h="405764">
                <a:moveTo>
                  <a:pt x="25907" y="117348"/>
                </a:moveTo>
                <a:lnTo>
                  <a:pt x="10667" y="100584"/>
                </a:lnTo>
                <a:lnTo>
                  <a:pt x="330708" y="100584"/>
                </a:lnTo>
                <a:lnTo>
                  <a:pt x="355092" y="74676"/>
                </a:lnTo>
                <a:lnTo>
                  <a:pt x="390144" y="111252"/>
                </a:lnTo>
                <a:lnTo>
                  <a:pt x="68579" y="111252"/>
                </a:lnTo>
                <a:lnTo>
                  <a:pt x="57411" y="111561"/>
                </a:lnTo>
                <a:lnTo>
                  <a:pt x="46672" y="112585"/>
                </a:lnTo>
                <a:lnTo>
                  <a:pt x="36218" y="114466"/>
                </a:lnTo>
                <a:lnTo>
                  <a:pt x="25907" y="117348"/>
                </a:lnTo>
                <a:close/>
              </a:path>
              <a:path w="403860" h="405764">
                <a:moveTo>
                  <a:pt x="27431" y="356616"/>
                </a:moveTo>
                <a:lnTo>
                  <a:pt x="0" y="321564"/>
                </a:lnTo>
                <a:lnTo>
                  <a:pt x="11715" y="319016"/>
                </a:lnTo>
                <a:lnTo>
                  <a:pt x="26288" y="313753"/>
                </a:lnTo>
                <a:lnTo>
                  <a:pt x="43719" y="305919"/>
                </a:lnTo>
                <a:lnTo>
                  <a:pt x="148018" y="253007"/>
                </a:lnTo>
                <a:lnTo>
                  <a:pt x="182879" y="234696"/>
                </a:lnTo>
                <a:lnTo>
                  <a:pt x="182879" y="111252"/>
                </a:lnTo>
                <a:lnTo>
                  <a:pt x="210311" y="111252"/>
                </a:lnTo>
                <a:lnTo>
                  <a:pt x="217384" y="132588"/>
                </a:lnTo>
                <a:lnTo>
                  <a:pt x="208787" y="132588"/>
                </a:lnTo>
                <a:lnTo>
                  <a:pt x="208787" y="245364"/>
                </a:lnTo>
                <a:lnTo>
                  <a:pt x="182879" y="245364"/>
                </a:lnTo>
                <a:lnTo>
                  <a:pt x="150566" y="265961"/>
                </a:lnTo>
                <a:lnTo>
                  <a:pt x="122110" y="284416"/>
                </a:lnTo>
                <a:lnTo>
                  <a:pt x="97369" y="300870"/>
                </a:lnTo>
                <a:lnTo>
                  <a:pt x="76200" y="315468"/>
                </a:lnTo>
                <a:lnTo>
                  <a:pt x="58507" y="327469"/>
                </a:lnTo>
                <a:lnTo>
                  <a:pt x="44386" y="338328"/>
                </a:lnTo>
                <a:lnTo>
                  <a:pt x="33980" y="348043"/>
                </a:lnTo>
                <a:lnTo>
                  <a:pt x="27431" y="356616"/>
                </a:lnTo>
                <a:close/>
              </a:path>
              <a:path w="403860" h="405764">
                <a:moveTo>
                  <a:pt x="364236" y="368808"/>
                </a:moveTo>
                <a:lnTo>
                  <a:pt x="325628" y="343266"/>
                </a:lnTo>
                <a:lnTo>
                  <a:pt x="292099" y="312307"/>
                </a:lnTo>
                <a:lnTo>
                  <a:pt x="263651" y="275844"/>
                </a:lnTo>
                <a:lnTo>
                  <a:pt x="240283" y="233792"/>
                </a:lnTo>
                <a:lnTo>
                  <a:pt x="221995" y="186069"/>
                </a:lnTo>
                <a:lnTo>
                  <a:pt x="208787" y="132588"/>
                </a:lnTo>
                <a:lnTo>
                  <a:pt x="217384" y="132588"/>
                </a:lnTo>
                <a:lnTo>
                  <a:pt x="221765" y="145803"/>
                </a:lnTo>
                <a:lnTo>
                  <a:pt x="233362" y="176212"/>
                </a:lnTo>
                <a:lnTo>
                  <a:pt x="245244" y="202334"/>
                </a:lnTo>
                <a:lnTo>
                  <a:pt x="257555" y="224028"/>
                </a:lnTo>
                <a:lnTo>
                  <a:pt x="276221" y="224028"/>
                </a:lnTo>
                <a:lnTo>
                  <a:pt x="260603" y="233172"/>
                </a:lnTo>
                <a:lnTo>
                  <a:pt x="291774" y="271462"/>
                </a:lnTo>
                <a:lnTo>
                  <a:pt x="325945" y="301752"/>
                </a:lnTo>
                <a:lnTo>
                  <a:pt x="363259" y="324040"/>
                </a:lnTo>
                <a:lnTo>
                  <a:pt x="403859" y="338328"/>
                </a:lnTo>
                <a:lnTo>
                  <a:pt x="403860" y="344424"/>
                </a:lnTo>
                <a:lnTo>
                  <a:pt x="390167" y="347591"/>
                </a:lnTo>
                <a:lnTo>
                  <a:pt x="378904" y="352615"/>
                </a:lnTo>
                <a:lnTo>
                  <a:pt x="370212" y="359640"/>
                </a:lnTo>
                <a:lnTo>
                  <a:pt x="364236" y="368808"/>
                </a:lnTo>
                <a:close/>
              </a:path>
              <a:path w="403860" h="405764">
                <a:moveTo>
                  <a:pt x="115823" y="231647"/>
                </a:moveTo>
                <a:lnTo>
                  <a:pt x="109727" y="231647"/>
                </a:lnTo>
                <a:lnTo>
                  <a:pt x="105155" y="225552"/>
                </a:lnTo>
                <a:lnTo>
                  <a:pt x="100583" y="211835"/>
                </a:lnTo>
                <a:lnTo>
                  <a:pt x="93130" y="197548"/>
                </a:lnTo>
                <a:lnTo>
                  <a:pt x="82105" y="182117"/>
                </a:lnTo>
                <a:lnTo>
                  <a:pt x="67365" y="165544"/>
                </a:lnTo>
                <a:lnTo>
                  <a:pt x="48767" y="147828"/>
                </a:lnTo>
                <a:lnTo>
                  <a:pt x="51815" y="143256"/>
                </a:lnTo>
                <a:lnTo>
                  <a:pt x="93154" y="160401"/>
                </a:lnTo>
                <a:lnTo>
                  <a:pt x="127634" y="188023"/>
                </a:lnTo>
                <a:lnTo>
                  <a:pt x="131063" y="199644"/>
                </a:lnTo>
                <a:lnTo>
                  <a:pt x="131063" y="204216"/>
                </a:lnTo>
                <a:lnTo>
                  <a:pt x="128015" y="211835"/>
                </a:lnTo>
                <a:lnTo>
                  <a:pt x="118871" y="227076"/>
                </a:lnTo>
                <a:lnTo>
                  <a:pt x="115823" y="231647"/>
                </a:lnTo>
                <a:close/>
              </a:path>
              <a:path w="403860" h="405764">
                <a:moveTo>
                  <a:pt x="276221" y="224028"/>
                </a:moveTo>
                <a:lnTo>
                  <a:pt x="257555" y="224028"/>
                </a:lnTo>
                <a:lnTo>
                  <a:pt x="281249" y="204597"/>
                </a:lnTo>
                <a:lnTo>
                  <a:pt x="301942" y="185166"/>
                </a:lnTo>
                <a:lnTo>
                  <a:pt x="319492" y="165735"/>
                </a:lnTo>
                <a:lnTo>
                  <a:pt x="333756" y="146304"/>
                </a:lnTo>
                <a:lnTo>
                  <a:pt x="364236" y="179832"/>
                </a:lnTo>
                <a:lnTo>
                  <a:pt x="323088" y="195072"/>
                </a:lnTo>
                <a:lnTo>
                  <a:pt x="311610" y="202525"/>
                </a:lnTo>
                <a:lnTo>
                  <a:pt x="297560" y="211264"/>
                </a:lnTo>
                <a:lnTo>
                  <a:pt x="280654" y="221432"/>
                </a:lnTo>
                <a:lnTo>
                  <a:pt x="276221" y="224028"/>
                </a:lnTo>
                <a:close/>
              </a:path>
              <a:path w="403860" h="405764">
                <a:moveTo>
                  <a:pt x="207682" y="362712"/>
                </a:moveTo>
                <a:lnTo>
                  <a:pt x="176783" y="362712"/>
                </a:lnTo>
                <a:lnTo>
                  <a:pt x="181355" y="356616"/>
                </a:lnTo>
                <a:lnTo>
                  <a:pt x="182879" y="345948"/>
                </a:lnTo>
                <a:lnTo>
                  <a:pt x="182879" y="245364"/>
                </a:lnTo>
                <a:lnTo>
                  <a:pt x="208787" y="245364"/>
                </a:lnTo>
                <a:lnTo>
                  <a:pt x="208728" y="352615"/>
                </a:lnTo>
                <a:lnTo>
                  <a:pt x="207682" y="362712"/>
                </a:lnTo>
                <a:close/>
              </a:path>
              <a:path w="403860" h="405764">
                <a:moveTo>
                  <a:pt x="166115" y="405384"/>
                </a:moveTo>
                <a:lnTo>
                  <a:pt x="161853" y="393620"/>
                </a:lnTo>
                <a:lnTo>
                  <a:pt x="151447" y="383286"/>
                </a:lnTo>
                <a:lnTo>
                  <a:pt x="135040" y="374094"/>
                </a:lnTo>
                <a:lnTo>
                  <a:pt x="112775" y="365760"/>
                </a:lnTo>
                <a:lnTo>
                  <a:pt x="112775" y="358140"/>
                </a:lnTo>
                <a:lnTo>
                  <a:pt x="130754" y="360140"/>
                </a:lnTo>
                <a:lnTo>
                  <a:pt x="145732" y="361569"/>
                </a:lnTo>
                <a:lnTo>
                  <a:pt x="157567" y="362426"/>
                </a:lnTo>
                <a:lnTo>
                  <a:pt x="166115" y="362712"/>
                </a:lnTo>
                <a:lnTo>
                  <a:pt x="207682" y="362712"/>
                </a:lnTo>
                <a:lnTo>
                  <a:pt x="206835" y="370879"/>
                </a:lnTo>
                <a:lnTo>
                  <a:pt x="198881" y="386143"/>
                </a:lnTo>
                <a:lnTo>
                  <a:pt x="185213" y="397692"/>
                </a:lnTo>
                <a:lnTo>
                  <a:pt x="166115" y="40538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" name="object 67"/>
          <p:cNvSpPr/>
          <p:nvPr/>
        </p:nvSpPr>
        <p:spPr>
          <a:xfrm>
            <a:off x="5323319" y="4757927"/>
            <a:ext cx="45720" cy="326390"/>
          </a:xfrm>
          <a:custGeom>
            <a:avLst/>
            <a:gdLst/>
            <a:ahLst/>
            <a:cxnLst/>
            <a:rect l="l" t="t" r="r" b="b"/>
            <a:pathLst>
              <a:path w="45720" h="326389">
                <a:moveTo>
                  <a:pt x="42672" y="82296"/>
                </a:moveTo>
                <a:lnTo>
                  <a:pt x="1524" y="82296"/>
                </a:lnTo>
                <a:lnTo>
                  <a:pt x="1524" y="326148"/>
                </a:lnTo>
                <a:lnTo>
                  <a:pt x="42672" y="326148"/>
                </a:lnTo>
                <a:lnTo>
                  <a:pt x="42672" y="82296"/>
                </a:lnTo>
                <a:close/>
              </a:path>
              <a:path w="45720" h="326389">
                <a:moveTo>
                  <a:pt x="45720" y="0"/>
                </a:moveTo>
                <a:lnTo>
                  <a:pt x="0" y="0"/>
                </a:lnTo>
                <a:lnTo>
                  <a:pt x="0" y="42672"/>
                </a:lnTo>
                <a:lnTo>
                  <a:pt x="45720" y="42672"/>
                </a:lnTo>
                <a:lnTo>
                  <a:pt x="4572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" name="object 68"/>
          <p:cNvSpPr/>
          <p:nvPr/>
        </p:nvSpPr>
        <p:spPr>
          <a:xfrm>
            <a:off x="5414771" y="5021580"/>
            <a:ext cx="93345" cy="142240"/>
          </a:xfrm>
          <a:custGeom>
            <a:avLst/>
            <a:gdLst/>
            <a:ahLst/>
            <a:cxnLst/>
            <a:rect l="l" t="t" r="r" b="b"/>
            <a:pathLst>
              <a:path w="93345" h="142239">
                <a:moveTo>
                  <a:pt x="32004" y="141732"/>
                </a:moveTo>
                <a:lnTo>
                  <a:pt x="0" y="141732"/>
                </a:lnTo>
                <a:lnTo>
                  <a:pt x="38100" y="0"/>
                </a:lnTo>
                <a:lnTo>
                  <a:pt x="92964" y="0"/>
                </a:lnTo>
                <a:lnTo>
                  <a:pt x="32004" y="14173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" name="object 69"/>
          <p:cNvSpPr/>
          <p:nvPr/>
        </p:nvSpPr>
        <p:spPr>
          <a:xfrm>
            <a:off x="5652515" y="4757928"/>
            <a:ext cx="116205" cy="417830"/>
          </a:xfrm>
          <a:custGeom>
            <a:avLst/>
            <a:gdLst/>
            <a:ahLst/>
            <a:cxnLst/>
            <a:rect l="l" t="t" r="r" b="b"/>
            <a:pathLst>
              <a:path w="116204" h="417829">
                <a:moveTo>
                  <a:pt x="104247" y="381000"/>
                </a:moveTo>
                <a:lnTo>
                  <a:pt x="24384" y="381000"/>
                </a:lnTo>
                <a:lnTo>
                  <a:pt x="32099" y="380738"/>
                </a:lnTo>
                <a:lnTo>
                  <a:pt x="39243" y="380047"/>
                </a:lnTo>
                <a:lnTo>
                  <a:pt x="67056" y="364236"/>
                </a:lnTo>
                <a:lnTo>
                  <a:pt x="70104" y="359664"/>
                </a:lnTo>
                <a:lnTo>
                  <a:pt x="73152" y="353568"/>
                </a:lnTo>
                <a:lnTo>
                  <a:pt x="73152" y="344424"/>
                </a:lnTo>
                <a:lnTo>
                  <a:pt x="74033" y="338399"/>
                </a:lnTo>
                <a:lnTo>
                  <a:pt x="74485" y="331660"/>
                </a:lnTo>
                <a:lnTo>
                  <a:pt x="74652" y="324064"/>
                </a:lnTo>
                <a:lnTo>
                  <a:pt x="74676" y="117348"/>
                </a:lnTo>
                <a:lnTo>
                  <a:pt x="30480" y="117348"/>
                </a:lnTo>
                <a:lnTo>
                  <a:pt x="30480" y="82296"/>
                </a:lnTo>
                <a:lnTo>
                  <a:pt x="115824" y="82296"/>
                </a:lnTo>
                <a:lnTo>
                  <a:pt x="115824" y="332232"/>
                </a:lnTo>
                <a:lnTo>
                  <a:pt x="114395" y="351663"/>
                </a:lnTo>
                <a:lnTo>
                  <a:pt x="110109" y="368808"/>
                </a:lnTo>
                <a:lnTo>
                  <a:pt x="104247" y="381000"/>
                </a:lnTo>
                <a:close/>
              </a:path>
              <a:path w="116204" h="417829">
                <a:moveTo>
                  <a:pt x="32004" y="417576"/>
                </a:moveTo>
                <a:lnTo>
                  <a:pt x="16764" y="417576"/>
                </a:lnTo>
                <a:lnTo>
                  <a:pt x="12192" y="416052"/>
                </a:lnTo>
                <a:lnTo>
                  <a:pt x="6096" y="416052"/>
                </a:lnTo>
                <a:lnTo>
                  <a:pt x="0" y="414528"/>
                </a:lnTo>
                <a:lnTo>
                  <a:pt x="0" y="377952"/>
                </a:lnTo>
                <a:lnTo>
                  <a:pt x="3048" y="377952"/>
                </a:lnTo>
                <a:lnTo>
                  <a:pt x="6096" y="379476"/>
                </a:lnTo>
                <a:lnTo>
                  <a:pt x="9144" y="379476"/>
                </a:lnTo>
                <a:lnTo>
                  <a:pt x="13716" y="381000"/>
                </a:lnTo>
                <a:lnTo>
                  <a:pt x="104247" y="381000"/>
                </a:lnTo>
                <a:lnTo>
                  <a:pt x="102965" y="383667"/>
                </a:lnTo>
                <a:lnTo>
                  <a:pt x="92964" y="396240"/>
                </a:lnTo>
                <a:lnTo>
                  <a:pt x="81295" y="405360"/>
                </a:lnTo>
                <a:lnTo>
                  <a:pt x="67056" y="412051"/>
                </a:lnTo>
                <a:lnTo>
                  <a:pt x="50530" y="416171"/>
                </a:lnTo>
                <a:lnTo>
                  <a:pt x="32004" y="417576"/>
                </a:lnTo>
                <a:close/>
              </a:path>
              <a:path w="116204" h="417829">
                <a:moveTo>
                  <a:pt x="115824" y="42672"/>
                </a:moveTo>
                <a:lnTo>
                  <a:pt x="70104" y="42672"/>
                </a:lnTo>
                <a:lnTo>
                  <a:pt x="70104" y="0"/>
                </a:lnTo>
                <a:lnTo>
                  <a:pt x="115824" y="0"/>
                </a:lnTo>
                <a:lnTo>
                  <a:pt x="115824" y="4267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" name="object 70"/>
          <p:cNvSpPr/>
          <p:nvPr/>
        </p:nvSpPr>
        <p:spPr>
          <a:xfrm>
            <a:off x="5954268" y="4722888"/>
            <a:ext cx="852169" cy="403860"/>
          </a:xfrm>
          <a:custGeom>
            <a:avLst/>
            <a:gdLst/>
            <a:ahLst/>
            <a:cxnLst/>
            <a:rect l="l" t="t" r="r" b="b"/>
            <a:pathLst>
              <a:path w="852170" h="403860">
                <a:moveTo>
                  <a:pt x="204216" y="32004"/>
                </a:moveTo>
                <a:lnTo>
                  <a:pt x="176784" y="3048"/>
                </a:lnTo>
                <a:lnTo>
                  <a:pt x="168186" y="9639"/>
                </a:lnTo>
                <a:lnTo>
                  <a:pt x="158305" y="15811"/>
                </a:lnTo>
                <a:lnTo>
                  <a:pt x="121005" y="32004"/>
                </a:lnTo>
                <a:lnTo>
                  <a:pt x="77724" y="45720"/>
                </a:lnTo>
                <a:lnTo>
                  <a:pt x="48768" y="30480"/>
                </a:lnTo>
                <a:lnTo>
                  <a:pt x="49885" y="51930"/>
                </a:lnTo>
                <a:lnTo>
                  <a:pt x="50863" y="79819"/>
                </a:lnTo>
                <a:lnTo>
                  <a:pt x="51460" y="109728"/>
                </a:lnTo>
                <a:lnTo>
                  <a:pt x="51562" y="115824"/>
                </a:lnTo>
                <a:lnTo>
                  <a:pt x="51968" y="178130"/>
                </a:lnTo>
                <a:lnTo>
                  <a:pt x="51904" y="202692"/>
                </a:lnTo>
                <a:lnTo>
                  <a:pt x="47523" y="268605"/>
                </a:lnTo>
                <a:lnTo>
                  <a:pt x="36639" y="323443"/>
                </a:lnTo>
                <a:lnTo>
                  <a:pt x="15443" y="375399"/>
                </a:lnTo>
                <a:lnTo>
                  <a:pt x="0" y="400812"/>
                </a:lnTo>
                <a:lnTo>
                  <a:pt x="6096" y="403860"/>
                </a:lnTo>
                <a:lnTo>
                  <a:pt x="36118" y="364972"/>
                </a:lnTo>
                <a:lnTo>
                  <a:pt x="57721" y="323659"/>
                </a:lnTo>
                <a:lnTo>
                  <a:pt x="71031" y="279768"/>
                </a:lnTo>
                <a:lnTo>
                  <a:pt x="76200" y="233172"/>
                </a:lnTo>
                <a:lnTo>
                  <a:pt x="156972" y="233172"/>
                </a:lnTo>
                <a:lnTo>
                  <a:pt x="156972" y="259080"/>
                </a:lnTo>
                <a:lnTo>
                  <a:pt x="182880" y="249936"/>
                </a:lnTo>
                <a:lnTo>
                  <a:pt x="182664" y="233172"/>
                </a:lnTo>
                <a:lnTo>
                  <a:pt x="182448" y="222504"/>
                </a:lnTo>
                <a:lnTo>
                  <a:pt x="182118" y="207454"/>
                </a:lnTo>
                <a:lnTo>
                  <a:pt x="181610" y="179260"/>
                </a:lnTo>
                <a:lnTo>
                  <a:pt x="181356" y="143256"/>
                </a:lnTo>
                <a:lnTo>
                  <a:pt x="191147" y="135636"/>
                </a:lnTo>
                <a:lnTo>
                  <a:pt x="195072" y="132588"/>
                </a:lnTo>
                <a:lnTo>
                  <a:pt x="188163" y="126492"/>
                </a:lnTo>
                <a:lnTo>
                  <a:pt x="169164" y="109728"/>
                </a:lnTo>
                <a:lnTo>
                  <a:pt x="156972" y="124637"/>
                </a:lnTo>
                <a:lnTo>
                  <a:pt x="156972" y="135636"/>
                </a:lnTo>
                <a:lnTo>
                  <a:pt x="156972" y="222504"/>
                </a:lnTo>
                <a:lnTo>
                  <a:pt x="76200" y="222504"/>
                </a:lnTo>
                <a:lnTo>
                  <a:pt x="77724" y="135636"/>
                </a:lnTo>
                <a:lnTo>
                  <a:pt x="156972" y="135636"/>
                </a:lnTo>
                <a:lnTo>
                  <a:pt x="156972" y="124637"/>
                </a:lnTo>
                <a:lnTo>
                  <a:pt x="155448" y="126492"/>
                </a:lnTo>
                <a:lnTo>
                  <a:pt x="77724" y="126492"/>
                </a:lnTo>
                <a:lnTo>
                  <a:pt x="77724" y="56388"/>
                </a:lnTo>
                <a:lnTo>
                  <a:pt x="120624" y="45720"/>
                </a:lnTo>
                <a:lnTo>
                  <a:pt x="121488" y="45504"/>
                </a:lnTo>
                <a:lnTo>
                  <a:pt x="156972" y="37909"/>
                </a:lnTo>
                <a:lnTo>
                  <a:pt x="184442" y="33451"/>
                </a:lnTo>
                <a:lnTo>
                  <a:pt x="204216" y="32004"/>
                </a:lnTo>
                <a:close/>
              </a:path>
              <a:path w="852170" h="403860">
                <a:moveTo>
                  <a:pt x="413004" y="156972"/>
                </a:moveTo>
                <a:lnTo>
                  <a:pt x="401802" y="146304"/>
                </a:lnTo>
                <a:lnTo>
                  <a:pt x="381000" y="126492"/>
                </a:lnTo>
                <a:lnTo>
                  <a:pt x="361188" y="146304"/>
                </a:lnTo>
                <a:lnTo>
                  <a:pt x="248412" y="146304"/>
                </a:lnTo>
                <a:lnTo>
                  <a:pt x="248412" y="54864"/>
                </a:lnTo>
                <a:lnTo>
                  <a:pt x="297878" y="45720"/>
                </a:lnTo>
                <a:lnTo>
                  <a:pt x="305866" y="44234"/>
                </a:lnTo>
                <a:lnTo>
                  <a:pt x="350329" y="37338"/>
                </a:lnTo>
                <a:lnTo>
                  <a:pt x="381927" y="33858"/>
                </a:lnTo>
                <a:lnTo>
                  <a:pt x="400812" y="33528"/>
                </a:lnTo>
                <a:lnTo>
                  <a:pt x="367284" y="0"/>
                </a:lnTo>
                <a:lnTo>
                  <a:pt x="351282" y="11214"/>
                </a:lnTo>
                <a:lnTo>
                  <a:pt x="326136" y="22288"/>
                </a:lnTo>
                <a:lnTo>
                  <a:pt x="291846" y="33642"/>
                </a:lnTo>
                <a:lnTo>
                  <a:pt x="248412" y="45720"/>
                </a:lnTo>
                <a:lnTo>
                  <a:pt x="219456" y="30480"/>
                </a:lnTo>
                <a:lnTo>
                  <a:pt x="220332" y="50241"/>
                </a:lnTo>
                <a:lnTo>
                  <a:pt x="220789" y="70866"/>
                </a:lnTo>
                <a:lnTo>
                  <a:pt x="220853" y="79819"/>
                </a:lnTo>
                <a:lnTo>
                  <a:pt x="220789" y="156972"/>
                </a:lnTo>
                <a:lnTo>
                  <a:pt x="219456" y="202692"/>
                </a:lnTo>
                <a:lnTo>
                  <a:pt x="211264" y="252984"/>
                </a:lnTo>
                <a:lnTo>
                  <a:pt x="190500" y="307848"/>
                </a:lnTo>
                <a:lnTo>
                  <a:pt x="161353" y="359283"/>
                </a:lnTo>
                <a:lnTo>
                  <a:pt x="126492" y="399288"/>
                </a:lnTo>
                <a:lnTo>
                  <a:pt x="131064" y="403860"/>
                </a:lnTo>
                <a:lnTo>
                  <a:pt x="167271" y="371602"/>
                </a:lnTo>
                <a:lnTo>
                  <a:pt x="196697" y="335788"/>
                </a:lnTo>
                <a:lnTo>
                  <a:pt x="219456" y="296418"/>
                </a:lnTo>
                <a:lnTo>
                  <a:pt x="235597" y="253492"/>
                </a:lnTo>
                <a:lnTo>
                  <a:pt x="245211" y="207010"/>
                </a:lnTo>
                <a:lnTo>
                  <a:pt x="248412" y="156972"/>
                </a:lnTo>
                <a:lnTo>
                  <a:pt x="316992" y="156972"/>
                </a:lnTo>
                <a:lnTo>
                  <a:pt x="316865" y="341439"/>
                </a:lnTo>
                <a:lnTo>
                  <a:pt x="316801" y="350520"/>
                </a:lnTo>
                <a:lnTo>
                  <a:pt x="316331" y="375399"/>
                </a:lnTo>
                <a:lnTo>
                  <a:pt x="315468" y="400812"/>
                </a:lnTo>
                <a:lnTo>
                  <a:pt x="342900" y="387096"/>
                </a:lnTo>
                <a:lnTo>
                  <a:pt x="342658" y="370535"/>
                </a:lnTo>
                <a:lnTo>
                  <a:pt x="342138" y="355282"/>
                </a:lnTo>
                <a:lnTo>
                  <a:pt x="341604" y="341439"/>
                </a:lnTo>
                <a:lnTo>
                  <a:pt x="341477" y="334987"/>
                </a:lnTo>
                <a:lnTo>
                  <a:pt x="341376" y="156972"/>
                </a:lnTo>
                <a:lnTo>
                  <a:pt x="413004" y="156972"/>
                </a:lnTo>
                <a:close/>
              </a:path>
              <a:path w="852170" h="403860">
                <a:moveTo>
                  <a:pt x="841235" y="41135"/>
                </a:moveTo>
                <a:lnTo>
                  <a:pt x="806183" y="4559"/>
                </a:lnTo>
                <a:lnTo>
                  <a:pt x="778751" y="30467"/>
                </a:lnTo>
                <a:lnTo>
                  <a:pt x="684263" y="30467"/>
                </a:lnTo>
                <a:lnTo>
                  <a:pt x="684263" y="41135"/>
                </a:lnTo>
                <a:lnTo>
                  <a:pt x="684263" y="92951"/>
                </a:lnTo>
                <a:lnTo>
                  <a:pt x="684263" y="103619"/>
                </a:lnTo>
                <a:lnTo>
                  <a:pt x="684263" y="167627"/>
                </a:lnTo>
                <a:lnTo>
                  <a:pt x="614159" y="167627"/>
                </a:lnTo>
                <a:lnTo>
                  <a:pt x="614159" y="103619"/>
                </a:lnTo>
                <a:lnTo>
                  <a:pt x="684263" y="103619"/>
                </a:lnTo>
                <a:lnTo>
                  <a:pt x="684263" y="92951"/>
                </a:lnTo>
                <a:lnTo>
                  <a:pt x="614159" y="92951"/>
                </a:lnTo>
                <a:lnTo>
                  <a:pt x="614159" y="41135"/>
                </a:lnTo>
                <a:lnTo>
                  <a:pt x="684263" y="41135"/>
                </a:lnTo>
                <a:lnTo>
                  <a:pt x="684263" y="30467"/>
                </a:lnTo>
                <a:lnTo>
                  <a:pt x="464807" y="30467"/>
                </a:lnTo>
                <a:lnTo>
                  <a:pt x="480047" y="45707"/>
                </a:lnTo>
                <a:lnTo>
                  <a:pt x="490054" y="43713"/>
                </a:lnTo>
                <a:lnTo>
                  <a:pt x="499478" y="42278"/>
                </a:lnTo>
                <a:lnTo>
                  <a:pt x="508342" y="41427"/>
                </a:lnTo>
                <a:lnTo>
                  <a:pt x="516623" y="41135"/>
                </a:lnTo>
                <a:lnTo>
                  <a:pt x="591299" y="41135"/>
                </a:lnTo>
                <a:lnTo>
                  <a:pt x="591299" y="92951"/>
                </a:lnTo>
                <a:lnTo>
                  <a:pt x="591299" y="103619"/>
                </a:lnTo>
                <a:lnTo>
                  <a:pt x="591299" y="167627"/>
                </a:lnTo>
                <a:lnTo>
                  <a:pt x="531863" y="167627"/>
                </a:lnTo>
                <a:lnTo>
                  <a:pt x="531863" y="103619"/>
                </a:lnTo>
                <a:lnTo>
                  <a:pt x="591299" y="103619"/>
                </a:lnTo>
                <a:lnTo>
                  <a:pt x="591299" y="92951"/>
                </a:lnTo>
                <a:lnTo>
                  <a:pt x="534911" y="92951"/>
                </a:lnTo>
                <a:lnTo>
                  <a:pt x="507479" y="79235"/>
                </a:lnTo>
                <a:lnTo>
                  <a:pt x="507733" y="94475"/>
                </a:lnTo>
                <a:lnTo>
                  <a:pt x="508774" y="123812"/>
                </a:lnTo>
                <a:lnTo>
                  <a:pt x="509003" y="138671"/>
                </a:lnTo>
                <a:lnTo>
                  <a:pt x="508774" y="153530"/>
                </a:lnTo>
                <a:lnTo>
                  <a:pt x="507720" y="185826"/>
                </a:lnTo>
                <a:lnTo>
                  <a:pt x="507479" y="202679"/>
                </a:lnTo>
                <a:lnTo>
                  <a:pt x="531863" y="192011"/>
                </a:lnTo>
                <a:lnTo>
                  <a:pt x="531863" y="178295"/>
                </a:lnTo>
                <a:lnTo>
                  <a:pt x="768083" y="178295"/>
                </a:lnTo>
                <a:lnTo>
                  <a:pt x="768083" y="196583"/>
                </a:lnTo>
                <a:lnTo>
                  <a:pt x="792467" y="184391"/>
                </a:lnTo>
                <a:lnTo>
                  <a:pt x="792073" y="178295"/>
                </a:lnTo>
                <a:lnTo>
                  <a:pt x="791591" y="170967"/>
                </a:lnTo>
                <a:lnTo>
                  <a:pt x="791502" y="167627"/>
                </a:lnTo>
                <a:lnTo>
                  <a:pt x="791146" y="153822"/>
                </a:lnTo>
                <a:lnTo>
                  <a:pt x="791019" y="138671"/>
                </a:lnTo>
                <a:lnTo>
                  <a:pt x="790943" y="106667"/>
                </a:lnTo>
                <a:lnTo>
                  <a:pt x="794372" y="103619"/>
                </a:lnTo>
                <a:lnTo>
                  <a:pt x="804659" y="94475"/>
                </a:lnTo>
                <a:lnTo>
                  <a:pt x="802601" y="92951"/>
                </a:lnTo>
                <a:lnTo>
                  <a:pt x="775703" y="73139"/>
                </a:lnTo>
                <a:lnTo>
                  <a:pt x="768083" y="85521"/>
                </a:lnTo>
                <a:lnTo>
                  <a:pt x="768083" y="103619"/>
                </a:lnTo>
                <a:lnTo>
                  <a:pt x="768083" y="167627"/>
                </a:lnTo>
                <a:lnTo>
                  <a:pt x="707123" y="167627"/>
                </a:lnTo>
                <a:lnTo>
                  <a:pt x="707123" y="103619"/>
                </a:lnTo>
                <a:lnTo>
                  <a:pt x="768083" y="103619"/>
                </a:lnTo>
                <a:lnTo>
                  <a:pt x="768083" y="85521"/>
                </a:lnTo>
                <a:lnTo>
                  <a:pt x="763511" y="92951"/>
                </a:lnTo>
                <a:lnTo>
                  <a:pt x="707123" y="92951"/>
                </a:lnTo>
                <a:lnTo>
                  <a:pt x="707123" y="41135"/>
                </a:lnTo>
                <a:lnTo>
                  <a:pt x="841235" y="41135"/>
                </a:lnTo>
                <a:close/>
              </a:path>
              <a:path w="852170" h="403860">
                <a:moveTo>
                  <a:pt x="851903" y="246875"/>
                </a:moveTo>
                <a:lnTo>
                  <a:pt x="815327" y="210299"/>
                </a:lnTo>
                <a:lnTo>
                  <a:pt x="784847" y="237731"/>
                </a:lnTo>
                <a:lnTo>
                  <a:pt x="711695" y="237731"/>
                </a:lnTo>
                <a:lnTo>
                  <a:pt x="711695" y="246875"/>
                </a:lnTo>
                <a:lnTo>
                  <a:pt x="702030" y="266331"/>
                </a:lnTo>
                <a:lnTo>
                  <a:pt x="691502" y="283641"/>
                </a:lnTo>
                <a:lnTo>
                  <a:pt x="680415" y="298958"/>
                </a:lnTo>
                <a:lnTo>
                  <a:pt x="669023" y="312407"/>
                </a:lnTo>
                <a:lnTo>
                  <a:pt x="639622" y="308127"/>
                </a:lnTo>
                <a:lnTo>
                  <a:pt x="569963" y="298691"/>
                </a:lnTo>
                <a:lnTo>
                  <a:pt x="579793" y="283832"/>
                </a:lnTo>
                <a:lnTo>
                  <a:pt x="589584" y="268782"/>
                </a:lnTo>
                <a:lnTo>
                  <a:pt x="597192" y="256908"/>
                </a:lnTo>
                <a:lnTo>
                  <a:pt x="603491" y="246875"/>
                </a:lnTo>
                <a:lnTo>
                  <a:pt x="711695" y="246875"/>
                </a:lnTo>
                <a:lnTo>
                  <a:pt x="711695" y="237731"/>
                </a:lnTo>
                <a:lnTo>
                  <a:pt x="608063" y="237731"/>
                </a:lnTo>
                <a:lnTo>
                  <a:pt x="612851" y="229997"/>
                </a:lnTo>
                <a:lnTo>
                  <a:pt x="617778" y="222681"/>
                </a:lnTo>
                <a:lnTo>
                  <a:pt x="622427" y="215658"/>
                </a:lnTo>
                <a:lnTo>
                  <a:pt x="626351" y="208775"/>
                </a:lnTo>
                <a:lnTo>
                  <a:pt x="640067" y="202679"/>
                </a:lnTo>
                <a:lnTo>
                  <a:pt x="603491" y="181343"/>
                </a:lnTo>
                <a:lnTo>
                  <a:pt x="599516" y="195084"/>
                </a:lnTo>
                <a:lnTo>
                  <a:pt x="594614" y="208775"/>
                </a:lnTo>
                <a:lnTo>
                  <a:pt x="588708" y="223139"/>
                </a:lnTo>
                <a:lnTo>
                  <a:pt x="582155" y="237731"/>
                </a:lnTo>
                <a:lnTo>
                  <a:pt x="448043" y="237731"/>
                </a:lnTo>
                <a:lnTo>
                  <a:pt x="463283" y="252971"/>
                </a:lnTo>
                <a:lnTo>
                  <a:pt x="472389" y="250736"/>
                </a:lnTo>
                <a:lnTo>
                  <a:pt x="481190" y="248780"/>
                </a:lnTo>
                <a:lnTo>
                  <a:pt x="489432" y="247408"/>
                </a:lnTo>
                <a:lnTo>
                  <a:pt x="496811" y="246875"/>
                </a:lnTo>
                <a:lnTo>
                  <a:pt x="576059" y="246875"/>
                </a:lnTo>
                <a:lnTo>
                  <a:pt x="564108" y="267500"/>
                </a:lnTo>
                <a:lnTo>
                  <a:pt x="553707" y="283641"/>
                </a:lnTo>
                <a:lnTo>
                  <a:pt x="544779" y="296176"/>
                </a:lnTo>
                <a:lnTo>
                  <a:pt x="537959" y="304787"/>
                </a:lnTo>
                <a:lnTo>
                  <a:pt x="565734" y="308775"/>
                </a:lnTo>
                <a:lnTo>
                  <a:pt x="594347" y="313740"/>
                </a:lnTo>
                <a:lnTo>
                  <a:pt x="624116" y="319582"/>
                </a:lnTo>
                <a:lnTo>
                  <a:pt x="655307" y="326123"/>
                </a:lnTo>
                <a:lnTo>
                  <a:pt x="620433" y="346443"/>
                </a:lnTo>
                <a:lnTo>
                  <a:pt x="575106" y="364032"/>
                </a:lnTo>
                <a:lnTo>
                  <a:pt x="519226" y="379069"/>
                </a:lnTo>
                <a:lnTo>
                  <a:pt x="452615" y="391655"/>
                </a:lnTo>
                <a:lnTo>
                  <a:pt x="454139" y="399275"/>
                </a:lnTo>
                <a:lnTo>
                  <a:pt x="501027" y="393280"/>
                </a:lnTo>
                <a:lnTo>
                  <a:pt x="541197" y="386702"/>
                </a:lnTo>
                <a:lnTo>
                  <a:pt x="601967" y="371843"/>
                </a:lnTo>
                <a:lnTo>
                  <a:pt x="645591" y="354698"/>
                </a:lnTo>
                <a:lnTo>
                  <a:pt x="681215" y="335267"/>
                </a:lnTo>
                <a:lnTo>
                  <a:pt x="718934" y="348437"/>
                </a:lnTo>
                <a:lnTo>
                  <a:pt x="749795" y="360603"/>
                </a:lnTo>
                <a:lnTo>
                  <a:pt x="773798" y="371919"/>
                </a:lnTo>
                <a:lnTo>
                  <a:pt x="790943" y="382511"/>
                </a:lnTo>
                <a:lnTo>
                  <a:pt x="798563" y="390131"/>
                </a:lnTo>
                <a:lnTo>
                  <a:pt x="804659" y="393179"/>
                </a:lnTo>
                <a:lnTo>
                  <a:pt x="812279" y="393179"/>
                </a:lnTo>
                <a:lnTo>
                  <a:pt x="813803" y="387083"/>
                </a:lnTo>
                <a:lnTo>
                  <a:pt x="813803" y="376415"/>
                </a:lnTo>
                <a:lnTo>
                  <a:pt x="812114" y="367830"/>
                </a:lnTo>
                <a:lnTo>
                  <a:pt x="772731" y="340588"/>
                </a:lnTo>
                <a:lnTo>
                  <a:pt x="726389" y="326250"/>
                </a:lnTo>
                <a:lnTo>
                  <a:pt x="694931" y="318503"/>
                </a:lnTo>
                <a:lnTo>
                  <a:pt x="699782" y="312407"/>
                </a:lnTo>
                <a:lnTo>
                  <a:pt x="708101" y="301955"/>
                </a:lnTo>
                <a:lnTo>
                  <a:pt x="720267" y="284403"/>
                </a:lnTo>
                <a:lnTo>
                  <a:pt x="731583" y="266001"/>
                </a:lnTo>
                <a:lnTo>
                  <a:pt x="742175" y="246875"/>
                </a:lnTo>
                <a:lnTo>
                  <a:pt x="851903" y="24687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" name="object 71"/>
          <p:cNvSpPr/>
          <p:nvPr/>
        </p:nvSpPr>
        <p:spPr>
          <a:xfrm>
            <a:off x="6851903" y="4719827"/>
            <a:ext cx="402590" cy="405765"/>
          </a:xfrm>
          <a:custGeom>
            <a:avLst/>
            <a:gdLst/>
            <a:ahLst/>
            <a:cxnLst/>
            <a:rect l="l" t="t" r="r" b="b"/>
            <a:pathLst>
              <a:path w="402590" h="405764">
                <a:moveTo>
                  <a:pt x="207263" y="100584"/>
                </a:moveTo>
                <a:lnTo>
                  <a:pt x="181355" y="100584"/>
                </a:lnTo>
                <a:lnTo>
                  <a:pt x="181257" y="54387"/>
                </a:lnTo>
                <a:lnTo>
                  <a:pt x="181150" y="38100"/>
                </a:lnTo>
                <a:lnTo>
                  <a:pt x="180713" y="16573"/>
                </a:lnTo>
                <a:lnTo>
                  <a:pt x="179831" y="0"/>
                </a:lnTo>
                <a:lnTo>
                  <a:pt x="222503" y="22860"/>
                </a:lnTo>
                <a:lnTo>
                  <a:pt x="207263" y="36576"/>
                </a:lnTo>
                <a:lnTo>
                  <a:pt x="207263" y="100584"/>
                </a:lnTo>
                <a:close/>
              </a:path>
              <a:path w="402590" h="405764">
                <a:moveTo>
                  <a:pt x="315467" y="88392"/>
                </a:moveTo>
                <a:lnTo>
                  <a:pt x="309371" y="88392"/>
                </a:lnTo>
                <a:lnTo>
                  <a:pt x="304799" y="83820"/>
                </a:lnTo>
                <a:lnTo>
                  <a:pt x="300227" y="74676"/>
                </a:lnTo>
                <a:lnTo>
                  <a:pt x="291941" y="62674"/>
                </a:lnTo>
                <a:lnTo>
                  <a:pt x="280796" y="49530"/>
                </a:lnTo>
                <a:lnTo>
                  <a:pt x="266795" y="35242"/>
                </a:lnTo>
                <a:lnTo>
                  <a:pt x="249935" y="19812"/>
                </a:lnTo>
                <a:lnTo>
                  <a:pt x="252983" y="13716"/>
                </a:lnTo>
                <a:lnTo>
                  <a:pt x="298418" y="32361"/>
                </a:lnTo>
                <a:lnTo>
                  <a:pt x="324612" y="60960"/>
                </a:lnTo>
                <a:lnTo>
                  <a:pt x="324612" y="64008"/>
                </a:lnTo>
                <a:lnTo>
                  <a:pt x="323088" y="68580"/>
                </a:lnTo>
                <a:lnTo>
                  <a:pt x="320040" y="76200"/>
                </a:lnTo>
                <a:lnTo>
                  <a:pt x="316991" y="85344"/>
                </a:lnTo>
                <a:lnTo>
                  <a:pt x="315467" y="88392"/>
                </a:lnTo>
                <a:close/>
              </a:path>
              <a:path w="402590" h="405764">
                <a:moveTo>
                  <a:pt x="25907" y="117348"/>
                </a:moveTo>
                <a:lnTo>
                  <a:pt x="9143" y="100584"/>
                </a:lnTo>
                <a:lnTo>
                  <a:pt x="329184" y="100584"/>
                </a:lnTo>
                <a:lnTo>
                  <a:pt x="353568" y="74676"/>
                </a:lnTo>
                <a:lnTo>
                  <a:pt x="388620" y="111252"/>
                </a:lnTo>
                <a:lnTo>
                  <a:pt x="67055" y="111252"/>
                </a:lnTo>
                <a:lnTo>
                  <a:pt x="55911" y="111561"/>
                </a:lnTo>
                <a:lnTo>
                  <a:pt x="45338" y="112585"/>
                </a:lnTo>
                <a:lnTo>
                  <a:pt x="35337" y="114466"/>
                </a:lnTo>
                <a:lnTo>
                  <a:pt x="25907" y="117348"/>
                </a:lnTo>
                <a:close/>
              </a:path>
              <a:path w="402590" h="405764">
                <a:moveTo>
                  <a:pt x="27431" y="356616"/>
                </a:moveTo>
                <a:lnTo>
                  <a:pt x="0" y="321564"/>
                </a:lnTo>
                <a:lnTo>
                  <a:pt x="10858" y="319016"/>
                </a:lnTo>
                <a:lnTo>
                  <a:pt x="25145" y="313753"/>
                </a:lnTo>
                <a:lnTo>
                  <a:pt x="42862" y="305919"/>
                </a:lnTo>
                <a:lnTo>
                  <a:pt x="64007" y="295656"/>
                </a:lnTo>
                <a:lnTo>
                  <a:pt x="115823" y="269176"/>
                </a:lnTo>
                <a:lnTo>
                  <a:pt x="181355" y="234696"/>
                </a:lnTo>
                <a:lnTo>
                  <a:pt x="181355" y="111252"/>
                </a:lnTo>
                <a:lnTo>
                  <a:pt x="210311" y="111252"/>
                </a:lnTo>
                <a:lnTo>
                  <a:pt x="216973" y="132588"/>
                </a:lnTo>
                <a:lnTo>
                  <a:pt x="207263" y="132588"/>
                </a:lnTo>
                <a:lnTo>
                  <a:pt x="207263" y="245364"/>
                </a:lnTo>
                <a:lnTo>
                  <a:pt x="181355" y="245364"/>
                </a:lnTo>
                <a:lnTo>
                  <a:pt x="96059" y="300870"/>
                </a:lnTo>
                <a:lnTo>
                  <a:pt x="57221" y="327469"/>
                </a:lnTo>
                <a:lnTo>
                  <a:pt x="43624" y="338328"/>
                </a:lnTo>
                <a:lnTo>
                  <a:pt x="33742" y="348043"/>
                </a:lnTo>
                <a:lnTo>
                  <a:pt x="27431" y="356616"/>
                </a:lnTo>
                <a:close/>
              </a:path>
              <a:path w="402590" h="405764">
                <a:moveTo>
                  <a:pt x="362712" y="368808"/>
                </a:moveTo>
                <a:lnTo>
                  <a:pt x="324104" y="343266"/>
                </a:lnTo>
                <a:lnTo>
                  <a:pt x="290575" y="312307"/>
                </a:lnTo>
                <a:lnTo>
                  <a:pt x="262127" y="275844"/>
                </a:lnTo>
                <a:lnTo>
                  <a:pt x="238759" y="233792"/>
                </a:lnTo>
                <a:lnTo>
                  <a:pt x="220471" y="186069"/>
                </a:lnTo>
                <a:lnTo>
                  <a:pt x="207263" y="132588"/>
                </a:lnTo>
                <a:lnTo>
                  <a:pt x="216973" y="132588"/>
                </a:lnTo>
                <a:lnTo>
                  <a:pt x="221099" y="145803"/>
                </a:lnTo>
                <a:lnTo>
                  <a:pt x="232600" y="176212"/>
                </a:lnTo>
                <a:lnTo>
                  <a:pt x="244387" y="202334"/>
                </a:lnTo>
                <a:lnTo>
                  <a:pt x="256031" y="224028"/>
                </a:lnTo>
                <a:lnTo>
                  <a:pt x="275720" y="224028"/>
                </a:lnTo>
                <a:lnTo>
                  <a:pt x="260603" y="233172"/>
                </a:lnTo>
                <a:lnTo>
                  <a:pt x="291750" y="271462"/>
                </a:lnTo>
                <a:lnTo>
                  <a:pt x="325755" y="301752"/>
                </a:lnTo>
                <a:lnTo>
                  <a:pt x="362616" y="324040"/>
                </a:lnTo>
                <a:lnTo>
                  <a:pt x="402335" y="338328"/>
                </a:lnTo>
                <a:lnTo>
                  <a:pt x="402336" y="344424"/>
                </a:lnTo>
                <a:lnTo>
                  <a:pt x="388858" y="347591"/>
                </a:lnTo>
                <a:lnTo>
                  <a:pt x="377952" y="352615"/>
                </a:lnTo>
                <a:lnTo>
                  <a:pt x="369331" y="359640"/>
                </a:lnTo>
                <a:lnTo>
                  <a:pt x="362712" y="368808"/>
                </a:lnTo>
                <a:close/>
              </a:path>
              <a:path w="402590" h="405764">
                <a:moveTo>
                  <a:pt x="114299" y="231647"/>
                </a:moveTo>
                <a:lnTo>
                  <a:pt x="108203" y="231647"/>
                </a:lnTo>
                <a:lnTo>
                  <a:pt x="105155" y="225552"/>
                </a:lnTo>
                <a:lnTo>
                  <a:pt x="100583" y="211835"/>
                </a:lnTo>
                <a:lnTo>
                  <a:pt x="92249" y="197548"/>
                </a:lnTo>
                <a:lnTo>
                  <a:pt x="80772" y="182117"/>
                </a:lnTo>
                <a:lnTo>
                  <a:pt x="65865" y="165544"/>
                </a:lnTo>
                <a:lnTo>
                  <a:pt x="47243" y="147828"/>
                </a:lnTo>
                <a:lnTo>
                  <a:pt x="51815" y="143256"/>
                </a:lnTo>
                <a:lnTo>
                  <a:pt x="92963" y="160401"/>
                </a:lnTo>
                <a:lnTo>
                  <a:pt x="126110" y="188023"/>
                </a:lnTo>
                <a:lnTo>
                  <a:pt x="129539" y="199644"/>
                </a:lnTo>
                <a:lnTo>
                  <a:pt x="129463" y="204597"/>
                </a:lnTo>
                <a:lnTo>
                  <a:pt x="128015" y="211835"/>
                </a:lnTo>
                <a:lnTo>
                  <a:pt x="118871" y="227076"/>
                </a:lnTo>
                <a:lnTo>
                  <a:pt x="114299" y="231647"/>
                </a:lnTo>
                <a:close/>
              </a:path>
              <a:path w="402590" h="405764">
                <a:moveTo>
                  <a:pt x="275720" y="224028"/>
                </a:moveTo>
                <a:lnTo>
                  <a:pt x="256031" y="224028"/>
                </a:lnTo>
                <a:lnTo>
                  <a:pt x="279749" y="204597"/>
                </a:lnTo>
                <a:lnTo>
                  <a:pt x="300608" y="185166"/>
                </a:lnTo>
                <a:lnTo>
                  <a:pt x="318611" y="165735"/>
                </a:lnTo>
                <a:lnTo>
                  <a:pt x="333756" y="146304"/>
                </a:lnTo>
                <a:lnTo>
                  <a:pt x="362712" y="179832"/>
                </a:lnTo>
                <a:lnTo>
                  <a:pt x="323088" y="195072"/>
                </a:lnTo>
                <a:lnTo>
                  <a:pt x="311396" y="202525"/>
                </a:lnTo>
                <a:lnTo>
                  <a:pt x="275720" y="224028"/>
                </a:lnTo>
                <a:close/>
              </a:path>
              <a:path w="402590" h="405764">
                <a:moveTo>
                  <a:pt x="206279" y="362712"/>
                </a:moveTo>
                <a:lnTo>
                  <a:pt x="175259" y="362712"/>
                </a:lnTo>
                <a:lnTo>
                  <a:pt x="181355" y="356616"/>
                </a:lnTo>
                <a:lnTo>
                  <a:pt x="181355" y="245364"/>
                </a:lnTo>
                <a:lnTo>
                  <a:pt x="207263" y="245364"/>
                </a:lnTo>
                <a:lnTo>
                  <a:pt x="207211" y="352615"/>
                </a:lnTo>
                <a:lnTo>
                  <a:pt x="206279" y="362712"/>
                </a:lnTo>
                <a:close/>
              </a:path>
              <a:path w="402590" h="405764">
                <a:moveTo>
                  <a:pt x="164591" y="405384"/>
                </a:moveTo>
                <a:lnTo>
                  <a:pt x="160567" y="393620"/>
                </a:lnTo>
                <a:lnTo>
                  <a:pt x="150685" y="383286"/>
                </a:lnTo>
                <a:lnTo>
                  <a:pt x="134802" y="374094"/>
                </a:lnTo>
                <a:lnTo>
                  <a:pt x="112775" y="365760"/>
                </a:lnTo>
                <a:lnTo>
                  <a:pt x="112775" y="358140"/>
                </a:lnTo>
                <a:lnTo>
                  <a:pt x="129897" y="360140"/>
                </a:lnTo>
                <a:lnTo>
                  <a:pt x="144589" y="361569"/>
                </a:lnTo>
                <a:lnTo>
                  <a:pt x="156710" y="362426"/>
                </a:lnTo>
                <a:lnTo>
                  <a:pt x="166115" y="362712"/>
                </a:lnTo>
                <a:lnTo>
                  <a:pt x="206279" y="362712"/>
                </a:lnTo>
                <a:lnTo>
                  <a:pt x="205525" y="370879"/>
                </a:lnTo>
                <a:lnTo>
                  <a:pt x="197929" y="386143"/>
                </a:lnTo>
                <a:lnTo>
                  <a:pt x="184332" y="397692"/>
                </a:lnTo>
                <a:lnTo>
                  <a:pt x="164591" y="40538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" name="object 72"/>
          <p:cNvSpPr/>
          <p:nvPr/>
        </p:nvSpPr>
        <p:spPr>
          <a:xfrm>
            <a:off x="7328916" y="4719827"/>
            <a:ext cx="356870" cy="402590"/>
          </a:xfrm>
          <a:custGeom>
            <a:avLst/>
            <a:gdLst/>
            <a:ahLst/>
            <a:cxnLst/>
            <a:rect l="l" t="t" r="r" b="b"/>
            <a:pathLst>
              <a:path w="356870" h="402589">
                <a:moveTo>
                  <a:pt x="54864" y="89916"/>
                </a:moveTo>
                <a:lnTo>
                  <a:pt x="44196" y="89916"/>
                </a:lnTo>
                <a:lnTo>
                  <a:pt x="51554" y="62793"/>
                </a:lnTo>
                <a:lnTo>
                  <a:pt x="57340" y="38671"/>
                </a:lnTo>
                <a:lnTo>
                  <a:pt x="61126" y="17692"/>
                </a:lnTo>
                <a:lnTo>
                  <a:pt x="62484" y="0"/>
                </a:lnTo>
                <a:lnTo>
                  <a:pt x="102108" y="21336"/>
                </a:lnTo>
                <a:lnTo>
                  <a:pt x="92368" y="29051"/>
                </a:lnTo>
                <a:lnTo>
                  <a:pt x="81343" y="43053"/>
                </a:lnTo>
                <a:lnTo>
                  <a:pt x="68889" y="63341"/>
                </a:lnTo>
                <a:lnTo>
                  <a:pt x="54864" y="89916"/>
                </a:lnTo>
                <a:close/>
              </a:path>
              <a:path w="356870" h="402589">
                <a:moveTo>
                  <a:pt x="147828" y="192024"/>
                </a:moveTo>
                <a:lnTo>
                  <a:pt x="143256" y="187452"/>
                </a:lnTo>
                <a:lnTo>
                  <a:pt x="160377" y="160615"/>
                </a:lnTo>
                <a:lnTo>
                  <a:pt x="175069" y="135064"/>
                </a:lnTo>
                <a:lnTo>
                  <a:pt x="196596" y="88392"/>
                </a:lnTo>
                <a:lnTo>
                  <a:pt x="212407" y="44958"/>
                </a:lnTo>
                <a:lnTo>
                  <a:pt x="222503" y="1524"/>
                </a:lnTo>
                <a:lnTo>
                  <a:pt x="262127" y="24384"/>
                </a:lnTo>
                <a:lnTo>
                  <a:pt x="253507" y="32146"/>
                </a:lnTo>
                <a:lnTo>
                  <a:pt x="243459" y="46482"/>
                </a:lnTo>
                <a:lnTo>
                  <a:pt x="231695" y="67675"/>
                </a:lnTo>
                <a:lnTo>
                  <a:pt x="217932" y="96012"/>
                </a:lnTo>
                <a:lnTo>
                  <a:pt x="350520" y="96012"/>
                </a:lnTo>
                <a:lnTo>
                  <a:pt x="356616" y="102108"/>
                </a:lnTo>
                <a:lnTo>
                  <a:pt x="350901" y="106680"/>
                </a:lnTo>
                <a:lnTo>
                  <a:pt x="214884" y="106680"/>
                </a:lnTo>
                <a:lnTo>
                  <a:pt x="198834" y="130730"/>
                </a:lnTo>
                <a:lnTo>
                  <a:pt x="182499" y="152781"/>
                </a:lnTo>
                <a:lnTo>
                  <a:pt x="165592" y="173116"/>
                </a:lnTo>
                <a:lnTo>
                  <a:pt x="147828" y="192024"/>
                </a:lnTo>
                <a:close/>
              </a:path>
              <a:path w="356870" h="402589">
                <a:moveTo>
                  <a:pt x="146304" y="89916"/>
                </a:moveTo>
                <a:lnTo>
                  <a:pt x="111252" y="89916"/>
                </a:lnTo>
                <a:lnTo>
                  <a:pt x="129540" y="73152"/>
                </a:lnTo>
                <a:lnTo>
                  <a:pt x="146304" y="89916"/>
                </a:lnTo>
                <a:close/>
              </a:path>
              <a:path w="356870" h="402589">
                <a:moveTo>
                  <a:pt x="0" y="397764"/>
                </a:moveTo>
                <a:lnTo>
                  <a:pt x="1251" y="352044"/>
                </a:lnTo>
                <a:lnTo>
                  <a:pt x="2786" y="276463"/>
                </a:lnTo>
                <a:lnTo>
                  <a:pt x="2999" y="228600"/>
                </a:lnTo>
                <a:lnTo>
                  <a:pt x="2755" y="193548"/>
                </a:lnTo>
                <a:lnTo>
                  <a:pt x="2095" y="154876"/>
                </a:lnTo>
                <a:lnTo>
                  <a:pt x="1013" y="110942"/>
                </a:lnTo>
                <a:lnTo>
                  <a:pt x="0" y="74676"/>
                </a:lnTo>
                <a:lnTo>
                  <a:pt x="25908" y="89916"/>
                </a:lnTo>
                <a:lnTo>
                  <a:pt x="146304" y="89916"/>
                </a:lnTo>
                <a:lnTo>
                  <a:pt x="155448" y="99060"/>
                </a:lnTo>
                <a:lnTo>
                  <a:pt x="153352" y="100584"/>
                </a:lnTo>
                <a:lnTo>
                  <a:pt x="24384" y="100584"/>
                </a:lnTo>
                <a:lnTo>
                  <a:pt x="24384" y="211836"/>
                </a:lnTo>
                <a:lnTo>
                  <a:pt x="138729" y="211836"/>
                </a:lnTo>
                <a:lnTo>
                  <a:pt x="138743" y="222504"/>
                </a:lnTo>
                <a:lnTo>
                  <a:pt x="24384" y="222504"/>
                </a:lnTo>
                <a:lnTo>
                  <a:pt x="24384" y="344424"/>
                </a:lnTo>
                <a:lnTo>
                  <a:pt x="139438" y="344424"/>
                </a:lnTo>
                <a:lnTo>
                  <a:pt x="139464" y="346850"/>
                </a:lnTo>
                <a:lnTo>
                  <a:pt x="139661" y="355092"/>
                </a:lnTo>
                <a:lnTo>
                  <a:pt x="24384" y="355092"/>
                </a:lnTo>
                <a:lnTo>
                  <a:pt x="24384" y="384048"/>
                </a:lnTo>
                <a:lnTo>
                  <a:pt x="0" y="397764"/>
                </a:lnTo>
                <a:close/>
              </a:path>
              <a:path w="356870" h="402589">
                <a:moveTo>
                  <a:pt x="350520" y="96012"/>
                </a:moveTo>
                <a:lnTo>
                  <a:pt x="312420" y="96012"/>
                </a:lnTo>
                <a:lnTo>
                  <a:pt x="330708" y="76200"/>
                </a:lnTo>
                <a:lnTo>
                  <a:pt x="350520" y="96012"/>
                </a:lnTo>
                <a:close/>
              </a:path>
              <a:path w="356870" h="402589">
                <a:moveTo>
                  <a:pt x="138729" y="211836"/>
                </a:moveTo>
                <a:lnTo>
                  <a:pt x="115824" y="211836"/>
                </a:lnTo>
                <a:lnTo>
                  <a:pt x="115824" y="100584"/>
                </a:lnTo>
                <a:lnTo>
                  <a:pt x="153352" y="100584"/>
                </a:lnTo>
                <a:lnTo>
                  <a:pt x="138684" y="111252"/>
                </a:lnTo>
                <a:lnTo>
                  <a:pt x="138729" y="211836"/>
                </a:lnTo>
                <a:close/>
              </a:path>
              <a:path w="356870" h="402589">
                <a:moveTo>
                  <a:pt x="327778" y="359664"/>
                </a:moveTo>
                <a:lnTo>
                  <a:pt x="283464" y="359664"/>
                </a:lnTo>
                <a:lnTo>
                  <a:pt x="292631" y="357925"/>
                </a:lnTo>
                <a:lnTo>
                  <a:pt x="299656" y="352615"/>
                </a:lnTo>
                <a:lnTo>
                  <a:pt x="309895" y="305562"/>
                </a:lnTo>
                <a:lnTo>
                  <a:pt x="311658" y="259842"/>
                </a:lnTo>
                <a:lnTo>
                  <a:pt x="313456" y="192024"/>
                </a:lnTo>
                <a:lnTo>
                  <a:pt x="315467" y="106680"/>
                </a:lnTo>
                <a:lnTo>
                  <a:pt x="350901" y="106680"/>
                </a:lnTo>
                <a:lnTo>
                  <a:pt x="341376" y="114300"/>
                </a:lnTo>
                <a:lnTo>
                  <a:pt x="340161" y="186976"/>
                </a:lnTo>
                <a:lnTo>
                  <a:pt x="338376" y="249167"/>
                </a:lnTo>
                <a:lnTo>
                  <a:pt x="336328" y="295570"/>
                </a:lnTo>
                <a:lnTo>
                  <a:pt x="334207" y="327855"/>
                </a:lnTo>
                <a:lnTo>
                  <a:pt x="332232" y="345948"/>
                </a:lnTo>
                <a:lnTo>
                  <a:pt x="328497" y="357925"/>
                </a:lnTo>
                <a:lnTo>
                  <a:pt x="327778" y="359664"/>
                </a:lnTo>
                <a:close/>
              </a:path>
              <a:path w="356870" h="402589">
                <a:moveTo>
                  <a:pt x="233172" y="269748"/>
                </a:moveTo>
                <a:lnTo>
                  <a:pt x="230124" y="269748"/>
                </a:lnTo>
                <a:lnTo>
                  <a:pt x="226956" y="268295"/>
                </a:lnTo>
                <a:lnTo>
                  <a:pt x="224218" y="263842"/>
                </a:lnTo>
                <a:lnTo>
                  <a:pt x="221765" y="256246"/>
                </a:lnTo>
                <a:lnTo>
                  <a:pt x="219456" y="245364"/>
                </a:lnTo>
                <a:lnTo>
                  <a:pt x="214907" y="228242"/>
                </a:lnTo>
                <a:lnTo>
                  <a:pt x="208216" y="211264"/>
                </a:lnTo>
                <a:lnTo>
                  <a:pt x="199524" y="194571"/>
                </a:lnTo>
                <a:lnTo>
                  <a:pt x="188976" y="178308"/>
                </a:lnTo>
                <a:lnTo>
                  <a:pt x="192024" y="172212"/>
                </a:lnTo>
                <a:lnTo>
                  <a:pt x="224980" y="199644"/>
                </a:lnTo>
                <a:lnTo>
                  <a:pt x="246888" y="236220"/>
                </a:lnTo>
                <a:lnTo>
                  <a:pt x="246888" y="248412"/>
                </a:lnTo>
                <a:lnTo>
                  <a:pt x="245364" y="254508"/>
                </a:lnTo>
                <a:lnTo>
                  <a:pt x="236220" y="266700"/>
                </a:lnTo>
                <a:lnTo>
                  <a:pt x="233172" y="269748"/>
                </a:lnTo>
                <a:close/>
              </a:path>
              <a:path w="356870" h="402589">
                <a:moveTo>
                  <a:pt x="139438" y="344424"/>
                </a:moveTo>
                <a:lnTo>
                  <a:pt x="115824" y="344424"/>
                </a:lnTo>
                <a:lnTo>
                  <a:pt x="115824" y="222504"/>
                </a:lnTo>
                <a:lnTo>
                  <a:pt x="138743" y="222504"/>
                </a:lnTo>
                <a:lnTo>
                  <a:pt x="138861" y="269748"/>
                </a:lnTo>
                <a:lnTo>
                  <a:pt x="139022" y="305562"/>
                </a:lnTo>
                <a:lnTo>
                  <a:pt x="139438" y="344424"/>
                </a:lnTo>
                <a:close/>
              </a:path>
              <a:path w="356870" h="402589">
                <a:moveTo>
                  <a:pt x="278891" y="402336"/>
                </a:moveTo>
                <a:lnTo>
                  <a:pt x="271986" y="389239"/>
                </a:lnTo>
                <a:lnTo>
                  <a:pt x="260223" y="377571"/>
                </a:lnTo>
                <a:lnTo>
                  <a:pt x="243316" y="367617"/>
                </a:lnTo>
                <a:lnTo>
                  <a:pt x="220979" y="359664"/>
                </a:lnTo>
                <a:lnTo>
                  <a:pt x="220979" y="352044"/>
                </a:lnTo>
                <a:lnTo>
                  <a:pt x="241244" y="355163"/>
                </a:lnTo>
                <a:lnTo>
                  <a:pt x="258508" y="357568"/>
                </a:lnTo>
                <a:lnTo>
                  <a:pt x="272629" y="359116"/>
                </a:lnTo>
                <a:lnTo>
                  <a:pt x="283464" y="359664"/>
                </a:lnTo>
                <a:lnTo>
                  <a:pt x="327778" y="359664"/>
                </a:lnTo>
                <a:lnTo>
                  <a:pt x="324231" y="368236"/>
                </a:lnTo>
                <a:lnTo>
                  <a:pt x="290310" y="397764"/>
                </a:lnTo>
                <a:lnTo>
                  <a:pt x="278891" y="402336"/>
                </a:lnTo>
                <a:close/>
              </a:path>
              <a:path w="356870" h="402589">
                <a:moveTo>
                  <a:pt x="115824" y="391668"/>
                </a:moveTo>
                <a:lnTo>
                  <a:pt x="115824" y="355092"/>
                </a:lnTo>
                <a:lnTo>
                  <a:pt x="139661" y="355092"/>
                </a:lnTo>
                <a:lnTo>
                  <a:pt x="140208" y="377952"/>
                </a:lnTo>
                <a:lnTo>
                  <a:pt x="115824" y="39166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" name="object 73"/>
          <p:cNvSpPr/>
          <p:nvPr/>
        </p:nvSpPr>
        <p:spPr>
          <a:xfrm>
            <a:off x="7770876" y="4730496"/>
            <a:ext cx="356870" cy="386080"/>
          </a:xfrm>
          <a:custGeom>
            <a:avLst/>
            <a:gdLst/>
            <a:ahLst/>
            <a:cxnLst/>
            <a:rect l="l" t="t" r="r" b="b"/>
            <a:pathLst>
              <a:path w="356870" h="386079">
                <a:moveTo>
                  <a:pt x="341839" y="24384"/>
                </a:moveTo>
                <a:lnTo>
                  <a:pt x="294132" y="24384"/>
                </a:lnTo>
                <a:lnTo>
                  <a:pt x="318516" y="0"/>
                </a:lnTo>
                <a:lnTo>
                  <a:pt x="341839" y="24384"/>
                </a:lnTo>
                <a:close/>
              </a:path>
              <a:path w="356870" h="386079">
                <a:moveTo>
                  <a:pt x="25908" y="385572"/>
                </a:moveTo>
                <a:lnTo>
                  <a:pt x="0" y="365760"/>
                </a:lnTo>
                <a:lnTo>
                  <a:pt x="10668" y="355092"/>
                </a:lnTo>
                <a:lnTo>
                  <a:pt x="10644" y="58221"/>
                </a:lnTo>
                <a:lnTo>
                  <a:pt x="10477" y="45529"/>
                </a:lnTo>
                <a:lnTo>
                  <a:pt x="10025" y="29122"/>
                </a:lnTo>
                <a:lnTo>
                  <a:pt x="9144" y="9144"/>
                </a:lnTo>
                <a:lnTo>
                  <a:pt x="35052" y="24384"/>
                </a:lnTo>
                <a:lnTo>
                  <a:pt x="341839" y="24384"/>
                </a:lnTo>
                <a:lnTo>
                  <a:pt x="352044" y="35052"/>
                </a:lnTo>
                <a:lnTo>
                  <a:pt x="35052" y="35052"/>
                </a:lnTo>
                <a:lnTo>
                  <a:pt x="35052" y="359664"/>
                </a:lnTo>
                <a:lnTo>
                  <a:pt x="347339" y="359664"/>
                </a:lnTo>
                <a:lnTo>
                  <a:pt x="356616" y="370332"/>
                </a:lnTo>
                <a:lnTo>
                  <a:pt x="36576" y="370332"/>
                </a:lnTo>
                <a:lnTo>
                  <a:pt x="25908" y="385572"/>
                </a:lnTo>
                <a:close/>
              </a:path>
              <a:path w="356870" h="386079">
                <a:moveTo>
                  <a:pt x="225990" y="173736"/>
                </a:moveTo>
                <a:lnTo>
                  <a:pt x="195072" y="173736"/>
                </a:lnTo>
                <a:lnTo>
                  <a:pt x="205978" y="158019"/>
                </a:lnTo>
                <a:lnTo>
                  <a:pt x="216027" y="142875"/>
                </a:lnTo>
                <a:lnTo>
                  <a:pt x="225504" y="128301"/>
                </a:lnTo>
                <a:lnTo>
                  <a:pt x="234720" y="114252"/>
                </a:lnTo>
                <a:lnTo>
                  <a:pt x="242149" y="100012"/>
                </a:lnTo>
                <a:lnTo>
                  <a:pt x="248602" y="86868"/>
                </a:lnTo>
                <a:lnTo>
                  <a:pt x="254198" y="74866"/>
                </a:lnTo>
                <a:lnTo>
                  <a:pt x="259080" y="64008"/>
                </a:lnTo>
                <a:lnTo>
                  <a:pt x="300228" y="91440"/>
                </a:lnTo>
                <a:lnTo>
                  <a:pt x="260604" y="126492"/>
                </a:lnTo>
                <a:lnTo>
                  <a:pt x="249816" y="141612"/>
                </a:lnTo>
                <a:lnTo>
                  <a:pt x="225990" y="173736"/>
                </a:lnTo>
                <a:close/>
              </a:path>
              <a:path w="356870" h="386079">
                <a:moveTo>
                  <a:pt x="70104" y="321564"/>
                </a:moveTo>
                <a:lnTo>
                  <a:pt x="67056" y="316992"/>
                </a:lnTo>
                <a:lnTo>
                  <a:pt x="96583" y="289560"/>
                </a:lnTo>
                <a:lnTo>
                  <a:pt x="110990" y="275844"/>
                </a:lnTo>
                <a:lnTo>
                  <a:pt x="139565" y="246697"/>
                </a:lnTo>
                <a:lnTo>
                  <a:pt x="167616" y="212407"/>
                </a:lnTo>
                <a:lnTo>
                  <a:pt x="181356" y="193548"/>
                </a:lnTo>
                <a:lnTo>
                  <a:pt x="157353" y="165782"/>
                </a:lnTo>
                <a:lnTo>
                  <a:pt x="133350" y="139446"/>
                </a:lnTo>
                <a:lnTo>
                  <a:pt x="109347" y="114252"/>
                </a:lnTo>
                <a:lnTo>
                  <a:pt x="85344" y="89916"/>
                </a:lnTo>
                <a:lnTo>
                  <a:pt x="91440" y="85344"/>
                </a:lnTo>
                <a:lnTo>
                  <a:pt x="115133" y="103655"/>
                </a:lnTo>
                <a:lnTo>
                  <a:pt x="140398" y="124396"/>
                </a:lnTo>
                <a:lnTo>
                  <a:pt x="167092" y="147708"/>
                </a:lnTo>
                <a:lnTo>
                  <a:pt x="195072" y="173736"/>
                </a:lnTo>
                <a:lnTo>
                  <a:pt x="225990" y="173736"/>
                </a:lnTo>
                <a:lnTo>
                  <a:pt x="214884" y="188976"/>
                </a:lnTo>
                <a:lnTo>
                  <a:pt x="236463" y="210312"/>
                </a:lnTo>
                <a:lnTo>
                  <a:pt x="198120" y="210312"/>
                </a:lnTo>
                <a:lnTo>
                  <a:pt x="162687" y="247459"/>
                </a:lnTo>
                <a:lnTo>
                  <a:pt x="129540" y="278892"/>
                </a:lnTo>
                <a:lnTo>
                  <a:pt x="97536" y="303085"/>
                </a:lnTo>
                <a:lnTo>
                  <a:pt x="83248" y="312967"/>
                </a:lnTo>
                <a:lnTo>
                  <a:pt x="70104" y="321564"/>
                </a:lnTo>
                <a:close/>
              </a:path>
              <a:path w="356870" h="386079">
                <a:moveTo>
                  <a:pt x="277368" y="316992"/>
                </a:moveTo>
                <a:lnTo>
                  <a:pt x="272796" y="316992"/>
                </a:lnTo>
                <a:lnTo>
                  <a:pt x="268223" y="310896"/>
                </a:lnTo>
                <a:lnTo>
                  <a:pt x="263652" y="298704"/>
                </a:lnTo>
                <a:lnTo>
                  <a:pt x="256555" y="287297"/>
                </a:lnTo>
                <a:lnTo>
                  <a:pt x="234696" y="254508"/>
                </a:lnTo>
                <a:lnTo>
                  <a:pt x="208121" y="222361"/>
                </a:lnTo>
                <a:lnTo>
                  <a:pt x="198120" y="210312"/>
                </a:lnTo>
                <a:lnTo>
                  <a:pt x="236463" y="210312"/>
                </a:lnTo>
                <a:lnTo>
                  <a:pt x="242292" y="216074"/>
                </a:lnTo>
                <a:lnTo>
                  <a:pt x="262699" y="237744"/>
                </a:lnTo>
                <a:lnTo>
                  <a:pt x="275963" y="253698"/>
                </a:lnTo>
                <a:lnTo>
                  <a:pt x="281946" y="263675"/>
                </a:lnTo>
                <a:lnTo>
                  <a:pt x="284988" y="274320"/>
                </a:lnTo>
                <a:lnTo>
                  <a:pt x="288035" y="283463"/>
                </a:lnTo>
                <a:lnTo>
                  <a:pt x="288035" y="294132"/>
                </a:lnTo>
                <a:lnTo>
                  <a:pt x="286512" y="300227"/>
                </a:lnTo>
                <a:lnTo>
                  <a:pt x="283464" y="306324"/>
                </a:lnTo>
                <a:lnTo>
                  <a:pt x="280416" y="313944"/>
                </a:lnTo>
                <a:lnTo>
                  <a:pt x="277368" y="316992"/>
                </a:lnTo>
                <a:close/>
              </a:path>
              <a:path w="356870" h="386079">
                <a:moveTo>
                  <a:pt x="347339" y="359664"/>
                </a:moveTo>
                <a:lnTo>
                  <a:pt x="301752" y="359664"/>
                </a:lnTo>
                <a:lnTo>
                  <a:pt x="326136" y="335280"/>
                </a:lnTo>
                <a:lnTo>
                  <a:pt x="347339" y="35966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4" name="object 74"/>
          <p:cNvSpPr/>
          <p:nvPr/>
        </p:nvSpPr>
        <p:spPr>
          <a:xfrm>
            <a:off x="8220456" y="4721351"/>
            <a:ext cx="349250" cy="401320"/>
          </a:xfrm>
          <a:custGeom>
            <a:avLst/>
            <a:gdLst/>
            <a:ahLst/>
            <a:cxnLst/>
            <a:rect l="l" t="t" r="r" b="b"/>
            <a:pathLst>
              <a:path w="349250" h="401320">
                <a:moveTo>
                  <a:pt x="129540" y="57912"/>
                </a:moveTo>
                <a:lnTo>
                  <a:pt x="114300" y="42672"/>
                </a:lnTo>
                <a:lnTo>
                  <a:pt x="307848" y="42672"/>
                </a:lnTo>
                <a:lnTo>
                  <a:pt x="324612" y="24384"/>
                </a:lnTo>
                <a:lnTo>
                  <a:pt x="348996" y="48768"/>
                </a:lnTo>
                <a:lnTo>
                  <a:pt x="345077" y="51816"/>
                </a:lnTo>
                <a:lnTo>
                  <a:pt x="172212" y="51816"/>
                </a:lnTo>
                <a:lnTo>
                  <a:pt x="161043" y="52339"/>
                </a:lnTo>
                <a:lnTo>
                  <a:pt x="150304" y="53721"/>
                </a:lnTo>
                <a:lnTo>
                  <a:pt x="139850" y="55673"/>
                </a:lnTo>
                <a:lnTo>
                  <a:pt x="129540" y="57912"/>
                </a:lnTo>
                <a:close/>
              </a:path>
              <a:path w="349250" h="401320">
                <a:moveTo>
                  <a:pt x="334103" y="360211"/>
                </a:moveTo>
                <a:lnTo>
                  <a:pt x="296941" y="360211"/>
                </a:lnTo>
                <a:lnTo>
                  <a:pt x="303276" y="359664"/>
                </a:lnTo>
                <a:lnTo>
                  <a:pt x="307848" y="358140"/>
                </a:lnTo>
                <a:lnTo>
                  <a:pt x="310896" y="353568"/>
                </a:lnTo>
                <a:lnTo>
                  <a:pt x="310896" y="51816"/>
                </a:lnTo>
                <a:lnTo>
                  <a:pt x="345077" y="51816"/>
                </a:lnTo>
                <a:lnTo>
                  <a:pt x="335280" y="59436"/>
                </a:lnTo>
                <a:lnTo>
                  <a:pt x="335280" y="345948"/>
                </a:lnTo>
                <a:lnTo>
                  <a:pt x="334732" y="356544"/>
                </a:lnTo>
                <a:lnTo>
                  <a:pt x="334103" y="360211"/>
                </a:lnTo>
                <a:close/>
              </a:path>
              <a:path w="349250" h="401320">
                <a:moveTo>
                  <a:pt x="242315" y="121920"/>
                </a:moveTo>
                <a:lnTo>
                  <a:pt x="208788" y="121920"/>
                </a:lnTo>
                <a:lnTo>
                  <a:pt x="225552" y="105156"/>
                </a:lnTo>
                <a:lnTo>
                  <a:pt x="242315" y="121920"/>
                </a:lnTo>
                <a:close/>
              </a:path>
              <a:path w="349250" h="401320">
                <a:moveTo>
                  <a:pt x="97536" y="326136"/>
                </a:moveTo>
                <a:lnTo>
                  <a:pt x="97774" y="297822"/>
                </a:lnTo>
                <a:lnTo>
                  <a:pt x="98821" y="242339"/>
                </a:lnTo>
                <a:lnTo>
                  <a:pt x="98940" y="201168"/>
                </a:lnTo>
                <a:lnTo>
                  <a:pt x="98821" y="187475"/>
                </a:lnTo>
                <a:lnTo>
                  <a:pt x="97774" y="133230"/>
                </a:lnTo>
                <a:lnTo>
                  <a:pt x="97536" y="106680"/>
                </a:lnTo>
                <a:lnTo>
                  <a:pt x="123444" y="121920"/>
                </a:lnTo>
                <a:lnTo>
                  <a:pt x="242315" y="121920"/>
                </a:lnTo>
                <a:lnTo>
                  <a:pt x="248412" y="128016"/>
                </a:lnTo>
                <a:lnTo>
                  <a:pt x="243268" y="132588"/>
                </a:lnTo>
                <a:lnTo>
                  <a:pt x="121920" y="132588"/>
                </a:lnTo>
                <a:lnTo>
                  <a:pt x="121920" y="201168"/>
                </a:lnTo>
                <a:lnTo>
                  <a:pt x="234747" y="201168"/>
                </a:lnTo>
                <a:lnTo>
                  <a:pt x="234780" y="210312"/>
                </a:lnTo>
                <a:lnTo>
                  <a:pt x="121920" y="210312"/>
                </a:lnTo>
                <a:lnTo>
                  <a:pt x="121920" y="283464"/>
                </a:lnTo>
                <a:lnTo>
                  <a:pt x="235510" y="283464"/>
                </a:lnTo>
                <a:lnTo>
                  <a:pt x="235820" y="294132"/>
                </a:lnTo>
                <a:lnTo>
                  <a:pt x="121920" y="294132"/>
                </a:lnTo>
                <a:lnTo>
                  <a:pt x="121920" y="313944"/>
                </a:lnTo>
                <a:lnTo>
                  <a:pt x="97536" y="326136"/>
                </a:lnTo>
                <a:close/>
              </a:path>
              <a:path w="349250" h="401320">
                <a:moveTo>
                  <a:pt x="234747" y="201168"/>
                </a:moveTo>
                <a:lnTo>
                  <a:pt x="211836" y="201168"/>
                </a:lnTo>
                <a:lnTo>
                  <a:pt x="211836" y="132588"/>
                </a:lnTo>
                <a:lnTo>
                  <a:pt x="243268" y="132588"/>
                </a:lnTo>
                <a:lnTo>
                  <a:pt x="234696" y="140208"/>
                </a:lnTo>
                <a:lnTo>
                  <a:pt x="234747" y="201168"/>
                </a:lnTo>
                <a:close/>
              </a:path>
              <a:path w="349250" h="401320">
                <a:moveTo>
                  <a:pt x="235510" y="283464"/>
                </a:moveTo>
                <a:lnTo>
                  <a:pt x="211836" y="283464"/>
                </a:lnTo>
                <a:lnTo>
                  <a:pt x="211836" y="210312"/>
                </a:lnTo>
                <a:lnTo>
                  <a:pt x="234780" y="210312"/>
                </a:lnTo>
                <a:lnTo>
                  <a:pt x="234886" y="239458"/>
                </a:lnTo>
                <a:lnTo>
                  <a:pt x="235338" y="277582"/>
                </a:lnTo>
                <a:lnTo>
                  <a:pt x="235510" y="283464"/>
                </a:lnTo>
                <a:close/>
              </a:path>
              <a:path w="349250" h="401320">
                <a:moveTo>
                  <a:pt x="211836" y="321564"/>
                </a:moveTo>
                <a:lnTo>
                  <a:pt x="211836" y="294132"/>
                </a:lnTo>
                <a:lnTo>
                  <a:pt x="235820" y="294132"/>
                </a:lnTo>
                <a:lnTo>
                  <a:pt x="236220" y="307848"/>
                </a:lnTo>
                <a:lnTo>
                  <a:pt x="211836" y="321564"/>
                </a:lnTo>
                <a:close/>
              </a:path>
              <a:path w="349250" h="401320">
                <a:moveTo>
                  <a:pt x="295655" y="400812"/>
                </a:moveTo>
                <a:lnTo>
                  <a:pt x="287083" y="387119"/>
                </a:lnTo>
                <a:lnTo>
                  <a:pt x="275082" y="375856"/>
                </a:lnTo>
                <a:lnTo>
                  <a:pt x="259651" y="367164"/>
                </a:lnTo>
                <a:lnTo>
                  <a:pt x="240792" y="361188"/>
                </a:lnTo>
                <a:lnTo>
                  <a:pt x="240792" y="353568"/>
                </a:lnTo>
                <a:lnTo>
                  <a:pt x="265985" y="357306"/>
                </a:lnTo>
                <a:lnTo>
                  <a:pt x="284607" y="359473"/>
                </a:lnTo>
                <a:lnTo>
                  <a:pt x="296941" y="360211"/>
                </a:lnTo>
                <a:lnTo>
                  <a:pt x="334103" y="360211"/>
                </a:lnTo>
                <a:lnTo>
                  <a:pt x="333184" y="365569"/>
                </a:lnTo>
                <a:lnTo>
                  <a:pt x="306228" y="395335"/>
                </a:lnTo>
                <a:lnTo>
                  <a:pt x="295655" y="400812"/>
                </a:lnTo>
                <a:close/>
              </a:path>
              <a:path w="349250" h="401320">
                <a:moveTo>
                  <a:pt x="76200" y="83820"/>
                </a:moveTo>
                <a:lnTo>
                  <a:pt x="70104" y="83820"/>
                </a:lnTo>
                <a:lnTo>
                  <a:pt x="67056" y="77724"/>
                </a:lnTo>
                <a:lnTo>
                  <a:pt x="64008" y="64008"/>
                </a:lnTo>
                <a:lnTo>
                  <a:pt x="58554" y="50887"/>
                </a:lnTo>
                <a:lnTo>
                  <a:pt x="51244" y="36766"/>
                </a:lnTo>
                <a:lnTo>
                  <a:pt x="41933" y="21788"/>
                </a:lnTo>
                <a:lnTo>
                  <a:pt x="30480" y="6096"/>
                </a:lnTo>
                <a:lnTo>
                  <a:pt x="36576" y="0"/>
                </a:lnTo>
                <a:lnTo>
                  <a:pt x="67437" y="22860"/>
                </a:lnTo>
                <a:lnTo>
                  <a:pt x="89916" y="50292"/>
                </a:lnTo>
                <a:lnTo>
                  <a:pt x="89916" y="60960"/>
                </a:lnTo>
                <a:lnTo>
                  <a:pt x="88392" y="68580"/>
                </a:lnTo>
                <a:lnTo>
                  <a:pt x="82296" y="74676"/>
                </a:lnTo>
                <a:lnTo>
                  <a:pt x="77724" y="80772"/>
                </a:lnTo>
                <a:lnTo>
                  <a:pt x="76200" y="83820"/>
                </a:lnTo>
                <a:close/>
              </a:path>
              <a:path w="349250" h="401320">
                <a:moveTo>
                  <a:pt x="0" y="399288"/>
                </a:moveTo>
                <a:lnTo>
                  <a:pt x="292" y="374665"/>
                </a:lnTo>
                <a:lnTo>
                  <a:pt x="762" y="342900"/>
                </a:lnTo>
                <a:lnTo>
                  <a:pt x="1285" y="292560"/>
                </a:lnTo>
                <a:lnTo>
                  <a:pt x="1524" y="227076"/>
                </a:lnTo>
                <a:lnTo>
                  <a:pt x="1285" y="161377"/>
                </a:lnTo>
                <a:lnTo>
                  <a:pt x="762" y="110680"/>
                </a:lnTo>
                <a:lnTo>
                  <a:pt x="232" y="74676"/>
                </a:lnTo>
                <a:lnTo>
                  <a:pt x="0" y="54864"/>
                </a:lnTo>
                <a:lnTo>
                  <a:pt x="41148" y="74676"/>
                </a:lnTo>
                <a:lnTo>
                  <a:pt x="25908" y="85344"/>
                </a:lnTo>
                <a:lnTo>
                  <a:pt x="25931" y="346186"/>
                </a:lnTo>
                <a:lnTo>
                  <a:pt x="26098" y="360426"/>
                </a:lnTo>
                <a:lnTo>
                  <a:pt x="26550" y="374665"/>
                </a:lnTo>
                <a:lnTo>
                  <a:pt x="27432" y="388620"/>
                </a:lnTo>
                <a:lnTo>
                  <a:pt x="0" y="39928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5" name="object 75"/>
          <p:cNvSpPr/>
          <p:nvPr/>
        </p:nvSpPr>
        <p:spPr>
          <a:xfrm>
            <a:off x="8638032" y="4722876"/>
            <a:ext cx="844550" cy="399415"/>
          </a:xfrm>
          <a:custGeom>
            <a:avLst/>
            <a:gdLst/>
            <a:ahLst/>
            <a:cxnLst/>
            <a:rect l="l" t="t" r="r" b="b"/>
            <a:pathLst>
              <a:path w="844550" h="399414">
                <a:moveTo>
                  <a:pt x="385572" y="257556"/>
                </a:moveTo>
                <a:lnTo>
                  <a:pt x="362902" y="217792"/>
                </a:lnTo>
                <a:lnTo>
                  <a:pt x="301180" y="173126"/>
                </a:lnTo>
                <a:lnTo>
                  <a:pt x="251460" y="140208"/>
                </a:lnTo>
                <a:lnTo>
                  <a:pt x="246888" y="144780"/>
                </a:lnTo>
                <a:lnTo>
                  <a:pt x="284289" y="179959"/>
                </a:lnTo>
                <a:lnTo>
                  <a:pt x="314134" y="210121"/>
                </a:lnTo>
                <a:lnTo>
                  <a:pt x="336245" y="235445"/>
                </a:lnTo>
                <a:lnTo>
                  <a:pt x="350520" y="256032"/>
                </a:lnTo>
                <a:lnTo>
                  <a:pt x="357060" y="268033"/>
                </a:lnTo>
                <a:lnTo>
                  <a:pt x="362902" y="276606"/>
                </a:lnTo>
                <a:lnTo>
                  <a:pt x="367868" y="281749"/>
                </a:lnTo>
                <a:lnTo>
                  <a:pt x="371856" y="283464"/>
                </a:lnTo>
                <a:lnTo>
                  <a:pt x="373380" y="283464"/>
                </a:lnTo>
                <a:lnTo>
                  <a:pt x="376428" y="280416"/>
                </a:lnTo>
                <a:lnTo>
                  <a:pt x="380974" y="274345"/>
                </a:lnTo>
                <a:lnTo>
                  <a:pt x="384048" y="268224"/>
                </a:lnTo>
                <a:lnTo>
                  <a:pt x="385572" y="262128"/>
                </a:lnTo>
                <a:lnTo>
                  <a:pt x="385572" y="257556"/>
                </a:lnTo>
                <a:close/>
              </a:path>
              <a:path w="844550" h="399414">
                <a:moveTo>
                  <a:pt x="396240" y="41148"/>
                </a:moveTo>
                <a:lnTo>
                  <a:pt x="359664" y="4572"/>
                </a:lnTo>
                <a:lnTo>
                  <a:pt x="333756" y="30480"/>
                </a:lnTo>
                <a:lnTo>
                  <a:pt x="3048" y="30480"/>
                </a:lnTo>
                <a:lnTo>
                  <a:pt x="18288" y="45720"/>
                </a:lnTo>
                <a:lnTo>
                  <a:pt x="28587" y="43726"/>
                </a:lnTo>
                <a:lnTo>
                  <a:pt x="39052" y="42291"/>
                </a:lnTo>
                <a:lnTo>
                  <a:pt x="49784" y="41440"/>
                </a:lnTo>
                <a:lnTo>
                  <a:pt x="60960" y="41148"/>
                </a:lnTo>
                <a:lnTo>
                  <a:pt x="196596" y="41148"/>
                </a:lnTo>
                <a:lnTo>
                  <a:pt x="178308" y="82042"/>
                </a:lnTo>
                <a:lnTo>
                  <a:pt x="157734" y="120205"/>
                </a:lnTo>
                <a:lnTo>
                  <a:pt x="134874" y="155816"/>
                </a:lnTo>
                <a:lnTo>
                  <a:pt x="109728" y="188976"/>
                </a:lnTo>
                <a:lnTo>
                  <a:pt x="83146" y="219557"/>
                </a:lnTo>
                <a:lnTo>
                  <a:pt x="56007" y="247269"/>
                </a:lnTo>
                <a:lnTo>
                  <a:pt x="0" y="294132"/>
                </a:lnTo>
                <a:lnTo>
                  <a:pt x="3048" y="301752"/>
                </a:lnTo>
                <a:lnTo>
                  <a:pt x="46037" y="274345"/>
                </a:lnTo>
                <a:lnTo>
                  <a:pt x="85534" y="243433"/>
                </a:lnTo>
                <a:lnTo>
                  <a:pt x="121653" y="209143"/>
                </a:lnTo>
                <a:lnTo>
                  <a:pt x="154559" y="171640"/>
                </a:lnTo>
                <a:lnTo>
                  <a:pt x="184404" y="131064"/>
                </a:lnTo>
                <a:lnTo>
                  <a:pt x="184289" y="294132"/>
                </a:lnTo>
                <a:lnTo>
                  <a:pt x="184137" y="309499"/>
                </a:lnTo>
                <a:lnTo>
                  <a:pt x="183451" y="337375"/>
                </a:lnTo>
                <a:lnTo>
                  <a:pt x="182473" y="367271"/>
                </a:lnTo>
                <a:lnTo>
                  <a:pt x="181356" y="399288"/>
                </a:lnTo>
                <a:lnTo>
                  <a:pt x="211836" y="387096"/>
                </a:lnTo>
                <a:lnTo>
                  <a:pt x="210947" y="371690"/>
                </a:lnTo>
                <a:lnTo>
                  <a:pt x="210502" y="352996"/>
                </a:lnTo>
                <a:lnTo>
                  <a:pt x="210375" y="337375"/>
                </a:lnTo>
                <a:lnTo>
                  <a:pt x="210312" y="140208"/>
                </a:lnTo>
                <a:lnTo>
                  <a:pt x="221742" y="131064"/>
                </a:lnTo>
                <a:lnTo>
                  <a:pt x="225552" y="128016"/>
                </a:lnTo>
                <a:lnTo>
                  <a:pt x="196596" y="109728"/>
                </a:lnTo>
                <a:lnTo>
                  <a:pt x="205689" y="90868"/>
                </a:lnTo>
                <a:lnTo>
                  <a:pt x="222732" y="56578"/>
                </a:lnTo>
                <a:lnTo>
                  <a:pt x="230124" y="41148"/>
                </a:lnTo>
                <a:lnTo>
                  <a:pt x="396240" y="41148"/>
                </a:lnTo>
                <a:close/>
              </a:path>
              <a:path w="844550" h="399414">
                <a:moveTo>
                  <a:pt x="844283" y="379476"/>
                </a:moveTo>
                <a:lnTo>
                  <a:pt x="809231" y="341376"/>
                </a:lnTo>
                <a:lnTo>
                  <a:pt x="781799" y="368808"/>
                </a:lnTo>
                <a:lnTo>
                  <a:pt x="652259" y="368808"/>
                </a:lnTo>
                <a:lnTo>
                  <a:pt x="652259" y="316992"/>
                </a:lnTo>
                <a:lnTo>
                  <a:pt x="800087" y="316992"/>
                </a:lnTo>
                <a:lnTo>
                  <a:pt x="768083" y="283464"/>
                </a:lnTo>
                <a:lnTo>
                  <a:pt x="745223" y="306324"/>
                </a:lnTo>
                <a:lnTo>
                  <a:pt x="652259" y="306324"/>
                </a:lnTo>
                <a:lnTo>
                  <a:pt x="652259" y="259080"/>
                </a:lnTo>
                <a:lnTo>
                  <a:pt x="739127" y="259080"/>
                </a:lnTo>
                <a:lnTo>
                  <a:pt x="739127" y="280416"/>
                </a:lnTo>
                <a:lnTo>
                  <a:pt x="763511" y="268224"/>
                </a:lnTo>
                <a:lnTo>
                  <a:pt x="763079" y="259080"/>
                </a:lnTo>
                <a:lnTo>
                  <a:pt x="762647" y="249936"/>
                </a:lnTo>
                <a:lnTo>
                  <a:pt x="762393" y="244779"/>
                </a:lnTo>
                <a:lnTo>
                  <a:pt x="761415" y="217741"/>
                </a:lnTo>
                <a:lnTo>
                  <a:pt x="761085" y="202692"/>
                </a:lnTo>
                <a:lnTo>
                  <a:pt x="760844" y="192024"/>
                </a:lnTo>
                <a:lnTo>
                  <a:pt x="760730" y="187007"/>
                </a:lnTo>
                <a:lnTo>
                  <a:pt x="760463" y="152400"/>
                </a:lnTo>
                <a:lnTo>
                  <a:pt x="768083" y="146304"/>
                </a:lnTo>
                <a:lnTo>
                  <a:pt x="775703" y="140208"/>
                </a:lnTo>
                <a:lnTo>
                  <a:pt x="769835" y="135636"/>
                </a:lnTo>
                <a:lnTo>
                  <a:pt x="748271" y="118872"/>
                </a:lnTo>
                <a:lnTo>
                  <a:pt x="739127" y="131445"/>
                </a:lnTo>
                <a:lnTo>
                  <a:pt x="739127" y="146304"/>
                </a:lnTo>
                <a:lnTo>
                  <a:pt x="739127" y="192024"/>
                </a:lnTo>
                <a:lnTo>
                  <a:pt x="739127" y="202692"/>
                </a:lnTo>
                <a:lnTo>
                  <a:pt x="739127" y="249936"/>
                </a:lnTo>
                <a:lnTo>
                  <a:pt x="652259" y="249936"/>
                </a:lnTo>
                <a:lnTo>
                  <a:pt x="652259" y="202692"/>
                </a:lnTo>
                <a:lnTo>
                  <a:pt x="739127" y="202692"/>
                </a:lnTo>
                <a:lnTo>
                  <a:pt x="739127" y="192024"/>
                </a:lnTo>
                <a:lnTo>
                  <a:pt x="652259" y="192024"/>
                </a:lnTo>
                <a:lnTo>
                  <a:pt x="652259" y="146304"/>
                </a:lnTo>
                <a:lnTo>
                  <a:pt x="739127" y="146304"/>
                </a:lnTo>
                <a:lnTo>
                  <a:pt x="739127" y="131445"/>
                </a:lnTo>
                <a:lnTo>
                  <a:pt x="736079" y="135636"/>
                </a:lnTo>
                <a:lnTo>
                  <a:pt x="652259" y="135636"/>
                </a:lnTo>
                <a:lnTo>
                  <a:pt x="652259" y="96012"/>
                </a:lnTo>
                <a:lnTo>
                  <a:pt x="825995" y="96012"/>
                </a:lnTo>
                <a:lnTo>
                  <a:pt x="792467" y="60960"/>
                </a:lnTo>
                <a:lnTo>
                  <a:pt x="766559" y="85344"/>
                </a:lnTo>
                <a:lnTo>
                  <a:pt x="652259" y="85344"/>
                </a:lnTo>
                <a:lnTo>
                  <a:pt x="652259" y="44196"/>
                </a:lnTo>
                <a:lnTo>
                  <a:pt x="652259" y="41148"/>
                </a:lnTo>
                <a:lnTo>
                  <a:pt x="717207" y="33439"/>
                </a:lnTo>
                <a:lnTo>
                  <a:pt x="731507" y="32004"/>
                </a:lnTo>
                <a:lnTo>
                  <a:pt x="742708" y="31153"/>
                </a:lnTo>
                <a:lnTo>
                  <a:pt x="753605" y="30861"/>
                </a:lnTo>
                <a:lnTo>
                  <a:pt x="764514" y="31153"/>
                </a:lnTo>
                <a:lnTo>
                  <a:pt x="775703" y="32004"/>
                </a:lnTo>
                <a:lnTo>
                  <a:pt x="774725" y="30861"/>
                </a:lnTo>
                <a:lnTo>
                  <a:pt x="748271" y="0"/>
                </a:lnTo>
                <a:lnTo>
                  <a:pt x="732866" y="7480"/>
                </a:lnTo>
                <a:lnTo>
                  <a:pt x="711885" y="14097"/>
                </a:lnTo>
                <a:lnTo>
                  <a:pt x="653783" y="25908"/>
                </a:lnTo>
                <a:lnTo>
                  <a:pt x="579488" y="36004"/>
                </a:lnTo>
                <a:lnTo>
                  <a:pt x="539775" y="39839"/>
                </a:lnTo>
                <a:lnTo>
                  <a:pt x="498335" y="42672"/>
                </a:lnTo>
                <a:lnTo>
                  <a:pt x="498335" y="48768"/>
                </a:lnTo>
                <a:lnTo>
                  <a:pt x="521817" y="48272"/>
                </a:lnTo>
                <a:lnTo>
                  <a:pt x="629399" y="44196"/>
                </a:lnTo>
                <a:lnTo>
                  <a:pt x="629399" y="85344"/>
                </a:lnTo>
                <a:lnTo>
                  <a:pt x="460235" y="85344"/>
                </a:lnTo>
                <a:lnTo>
                  <a:pt x="475475" y="102108"/>
                </a:lnTo>
                <a:lnTo>
                  <a:pt x="485787" y="99237"/>
                </a:lnTo>
                <a:lnTo>
                  <a:pt x="496239" y="97345"/>
                </a:lnTo>
                <a:lnTo>
                  <a:pt x="506984" y="96329"/>
                </a:lnTo>
                <a:lnTo>
                  <a:pt x="518147" y="96012"/>
                </a:lnTo>
                <a:lnTo>
                  <a:pt x="629399" y="96012"/>
                </a:lnTo>
                <a:lnTo>
                  <a:pt x="629399" y="135636"/>
                </a:lnTo>
                <a:lnTo>
                  <a:pt x="629399" y="146304"/>
                </a:lnTo>
                <a:lnTo>
                  <a:pt x="629399" y="192024"/>
                </a:lnTo>
                <a:lnTo>
                  <a:pt x="629399" y="202692"/>
                </a:lnTo>
                <a:lnTo>
                  <a:pt x="629399" y="249936"/>
                </a:lnTo>
                <a:lnTo>
                  <a:pt x="544055" y="249936"/>
                </a:lnTo>
                <a:lnTo>
                  <a:pt x="544055" y="202692"/>
                </a:lnTo>
                <a:lnTo>
                  <a:pt x="629399" y="202692"/>
                </a:lnTo>
                <a:lnTo>
                  <a:pt x="629399" y="192024"/>
                </a:lnTo>
                <a:lnTo>
                  <a:pt x="544055" y="192024"/>
                </a:lnTo>
                <a:lnTo>
                  <a:pt x="544055" y="146304"/>
                </a:lnTo>
                <a:lnTo>
                  <a:pt x="629399" y="146304"/>
                </a:lnTo>
                <a:lnTo>
                  <a:pt x="629399" y="135636"/>
                </a:lnTo>
                <a:lnTo>
                  <a:pt x="544055" y="135636"/>
                </a:lnTo>
                <a:lnTo>
                  <a:pt x="518147" y="121920"/>
                </a:lnTo>
                <a:lnTo>
                  <a:pt x="518388" y="142240"/>
                </a:lnTo>
                <a:lnTo>
                  <a:pt x="519442" y="181724"/>
                </a:lnTo>
                <a:lnTo>
                  <a:pt x="519569" y="192024"/>
                </a:lnTo>
                <a:lnTo>
                  <a:pt x="519442" y="219989"/>
                </a:lnTo>
                <a:lnTo>
                  <a:pt x="518414" y="259080"/>
                </a:lnTo>
                <a:lnTo>
                  <a:pt x="518147" y="280416"/>
                </a:lnTo>
                <a:lnTo>
                  <a:pt x="544055" y="269748"/>
                </a:lnTo>
                <a:lnTo>
                  <a:pt x="544055" y="259080"/>
                </a:lnTo>
                <a:lnTo>
                  <a:pt x="629399" y="259080"/>
                </a:lnTo>
                <a:lnTo>
                  <a:pt x="629399" y="306324"/>
                </a:lnTo>
                <a:lnTo>
                  <a:pt x="483095" y="306324"/>
                </a:lnTo>
                <a:lnTo>
                  <a:pt x="498335" y="323088"/>
                </a:lnTo>
                <a:lnTo>
                  <a:pt x="508647" y="320217"/>
                </a:lnTo>
                <a:lnTo>
                  <a:pt x="519099" y="318325"/>
                </a:lnTo>
                <a:lnTo>
                  <a:pt x="529844" y="317309"/>
                </a:lnTo>
                <a:lnTo>
                  <a:pt x="541007" y="316992"/>
                </a:lnTo>
                <a:lnTo>
                  <a:pt x="629399" y="316992"/>
                </a:lnTo>
                <a:lnTo>
                  <a:pt x="629399" y="368808"/>
                </a:lnTo>
                <a:lnTo>
                  <a:pt x="438899" y="368808"/>
                </a:lnTo>
                <a:lnTo>
                  <a:pt x="455663" y="385572"/>
                </a:lnTo>
                <a:lnTo>
                  <a:pt x="465099" y="382701"/>
                </a:lnTo>
                <a:lnTo>
                  <a:pt x="475094" y="380809"/>
                </a:lnTo>
                <a:lnTo>
                  <a:pt x="485673" y="379793"/>
                </a:lnTo>
                <a:lnTo>
                  <a:pt x="496811" y="379476"/>
                </a:lnTo>
                <a:lnTo>
                  <a:pt x="844283" y="37947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6" name="object 76"/>
          <p:cNvSpPr/>
          <p:nvPr/>
        </p:nvSpPr>
        <p:spPr>
          <a:xfrm>
            <a:off x="9529571" y="4722876"/>
            <a:ext cx="394970" cy="393700"/>
          </a:xfrm>
          <a:custGeom>
            <a:avLst/>
            <a:gdLst/>
            <a:ahLst/>
            <a:cxnLst/>
            <a:rect l="l" t="t" r="r" b="b"/>
            <a:pathLst>
              <a:path w="394970" h="393700">
                <a:moveTo>
                  <a:pt x="97536" y="28956"/>
                </a:moveTo>
                <a:lnTo>
                  <a:pt x="82296" y="12191"/>
                </a:lnTo>
                <a:lnTo>
                  <a:pt x="268224" y="12191"/>
                </a:lnTo>
                <a:lnTo>
                  <a:pt x="283464" y="0"/>
                </a:lnTo>
                <a:lnTo>
                  <a:pt x="302514" y="22860"/>
                </a:lnTo>
                <a:lnTo>
                  <a:pt x="138684" y="22860"/>
                </a:lnTo>
                <a:lnTo>
                  <a:pt x="128182" y="23169"/>
                </a:lnTo>
                <a:lnTo>
                  <a:pt x="117538" y="24193"/>
                </a:lnTo>
                <a:lnTo>
                  <a:pt x="107180" y="26074"/>
                </a:lnTo>
                <a:lnTo>
                  <a:pt x="97536" y="28956"/>
                </a:lnTo>
                <a:close/>
              </a:path>
              <a:path w="394970" h="393700">
                <a:moveTo>
                  <a:pt x="254529" y="50292"/>
                </a:moveTo>
                <a:lnTo>
                  <a:pt x="217932" y="50292"/>
                </a:lnTo>
                <a:lnTo>
                  <a:pt x="229724" y="43362"/>
                </a:lnTo>
                <a:lnTo>
                  <a:pt x="253507" y="29718"/>
                </a:lnTo>
                <a:lnTo>
                  <a:pt x="265176" y="22860"/>
                </a:lnTo>
                <a:lnTo>
                  <a:pt x="302514" y="22860"/>
                </a:lnTo>
                <a:lnTo>
                  <a:pt x="306324" y="27432"/>
                </a:lnTo>
                <a:lnTo>
                  <a:pt x="286512" y="32004"/>
                </a:lnTo>
                <a:lnTo>
                  <a:pt x="274867" y="38838"/>
                </a:lnTo>
                <a:lnTo>
                  <a:pt x="263080" y="45529"/>
                </a:lnTo>
                <a:lnTo>
                  <a:pt x="254529" y="50292"/>
                </a:lnTo>
                <a:close/>
              </a:path>
              <a:path w="394970" h="393700">
                <a:moveTo>
                  <a:pt x="65532" y="102107"/>
                </a:moveTo>
                <a:lnTo>
                  <a:pt x="68580" y="94488"/>
                </a:lnTo>
                <a:lnTo>
                  <a:pt x="106846" y="87082"/>
                </a:lnTo>
                <a:lnTo>
                  <a:pt x="141541" y="78676"/>
                </a:lnTo>
                <a:lnTo>
                  <a:pt x="172521" y="69413"/>
                </a:lnTo>
                <a:lnTo>
                  <a:pt x="199644" y="59436"/>
                </a:lnTo>
                <a:lnTo>
                  <a:pt x="136207" y="43362"/>
                </a:lnTo>
                <a:lnTo>
                  <a:pt x="121920" y="39624"/>
                </a:lnTo>
                <a:lnTo>
                  <a:pt x="123444" y="32004"/>
                </a:lnTo>
                <a:lnTo>
                  <a:pt x="168973" y="41148"/>
                </a:lnTo>
                <a:lnTo>
                  <a:pt x="217932" y="50292"/>
                </a:lnTo>
                <a:lnTo>
                  <a:pt x="254529" y="50292"/>
                </a:lnTo>
                <a:lnTo>
                  <a:pt x="240792" y="57912"/>
                </a:lnTo>
                <a:lnTo>
                  <a:pt x="257389" y="63365"/>
                </a:lnTo>
                <a:lnTo>
                  <a:pt x="267167" y="67056"/>
                </a:lnTo>
                <a:lnTo>
                  <a:pt x="220980" y="67056"/>
                </a:lnTo>
                <a:lnTo>
                  <a:pt x="190690" y="77676"/>
                </a:lnTo>
                <a:lnTo>
                  <a:pt x="154686" y="86867"/>
                </a:lnTo>
                <a:lnTo>
                  <a:pt x="112966" y="94916"/>
                </a:lnTo>
                <a:lnTo>
                  <a:pt x="65532" y="102107"/>
                </a:lnTo>
                <a:close/>
              </a:path>
              <a:path w="394970" h="393700">
                <a:moveTo>
                  <a:pt x="292608" y="103631"/>
                </a:moveTo>
                <a:lnTo>
                  <a:pt x="284988" y="103631"/>
                </a:lnTo>
                <a:lnTo>
                  <a:pt x="280415" y="100583"/>
                </a:lnTo>
                <a:lnTo>
                  <a:pt x="274320" y="96012"/>
                </a:lnTo>
                <a:lnTo>
                  <a:pt x="264914" y="89130"/>
                </a:lnTo>
                <a:lnTo>
                  <a:pt x="252793" y="82105"/>
                </a:lnTo>
                <a:lnTo>
                  <a:pt x="238101" y="74795"/>
                </a:lnTo>
                <a:lnTo>
                  <a:pt x="220980" y="67056"/>
                </a:lnTo>
                <a:lnTo>
                  <a:pt x="267167" y="67056"/>
                </a:lnTo>
                <a:lnTo>
                  <a:pt x="270700" y="68389"/>
                </a:lnTo>
                <a:lnTo>
                  <a:pt x="280868" y="73128"/>
                </a:lnTo>
                <a:lnTo>
                  <a:pt x="288036" y="77724"/>
                </a:lnTo>
                <a:lnTo>
                  <a:pt x="295656" y="82295"/>
                </a:lnTo>
                <a:lnTo>
                  <a:pt x="298703" y="88392"/>
                </a:lnTo>
                <a:lnTo>
                  <a:pt x="297179" y="94488"/>
                </a:lnTo>
                <a:lnTo>
                  <a:pt x="292608" y="103631"/>
                </a:lnTo>
                <a:close/>
              </a:path>
              <a:path w="394970" h="393700">
                <a:moveTo>
                  <a:pt x="44196" y="123443"/>
                </a:moveTo>
                <a:lnTo>
                  <a:pt x="28956" y="109728"/>
                </a:lnTo>
                <a:lnTo>
                  <a:pt x="146304" y="109728"/>
                </a:lnTo>
                <a:lnTo>
                  <a:pt x="164592" y="96012"/>
                </a:lnTo>
                <a:lnTo>
                  <a:pt x="183557" y="120395"/>
                </a:lnTo>
                <a:lnTo>
                  <a:pt x="64008" y="120395"/>
                </a:lnTo>
                <a:lnTo>
                  <a:pt x="44196" y="123443"/>
                </a:lnTo>
                <a:close/>
              </a:path>
              <a:path w="394970" h="393700">
                <a:moveTo>
                  <a:pt x="208788" y="123443"/>
                </a:moveTo>
                <a:lnTo>
                  <a:pt x="195072" y="109728"/>
                </a:lnTo>
                <a:lnTo>
                  <a:pt x="320040" y="109728"/>
                </a:lnTo>
                <a:lnTo>
                  <a:pt x="335280" y="96012"/>
                </a:lnTo>
                <a:lnTo>
                  <a:pt x="358140" y="120395"/>
                </a:lnTo>
                <a:lnTo>
                  <a:pt x="230124" y="120395"/>
                </a:lnTo>
                <a:lnTo>
                  <a:pt x="208788" y="123443"/>
                </a:lnTo>
                <a:close/>
              </a:path>
              <a:path w="394970" h="393700">
                <a:moveTo>
                  <a:pt x="146972" y="141731"/>
                </a:moveTo>
                <a:lnTo>
                  <a:pt x="118872" y="141731"/>
                </a:lnTo>
                <a:lnTo>
                  <a:pt x="125730" y="136255"/>
                </a:lnTo>
                <a:lnTo>
                  <a:pt x="139446" y="125872"/>
                </a:lnTo>
                <a:lnTo>
                  <a:pt x="146304" y="120395"/>
                </a:lnTo>
                <a:lnTo>
                  <a:pt x="183557" y="120395"/>
                </a:lnTo>
                <a:lnTo>
                  <a:pt x="185928" y="123443"/>
                </a:lnTo>
                <a:lnTo>
                  <a:pt x="172212" y="126492"/>
                </a:lnTo>
                <a:lnTo>
                  <a:pt x="163068" y="132183"/>
                </a:lnTo>
                <a:lnTo>
                  <a:pt x="153924" y="137731"/>
                </a:lnTo>
                <a:lnTo>
                  <a:pt x="146972" y="141731"/>
                </a:lnTo>
                <a:close/>
              </a:path>
              <a:path w="394970" h="393700">
                <a:moveTo>
                  <a:pt x="321456" y="143256"/>
                </a:moveTo>
                <a:lnTo>
                  <a:pt x="291084" y="143256"/>
                </a:lnTo>
                <a:lnTo>
                  <a:pt x="303847" y="132969"/>
                </a:lnTo>
                <a:lnTo>
                  <a:pt x="311443" y="126968"/>
                </a:lnTo>
                <a:lnTo>
                  <a:pt x="320040" y="120395"/>
                </a:lnTo>
                <a:lnTo>
                  <a:pt x="358140" y="120395"/>
                </a:lnTo>
                <a:lnTo>
                  <a:pt x="342900" y="126492"/>
                </a:lnTo>
                <a:lnTo>
                  <a:pt x="334899" y="133088"/>
                </a:lnTo>
                <a:lnTo>
                  <a:pt x="326800" y="139326"/>
                </a:lnTo>
                <a:lnTo>
                  <a:pt x="321456" y="143256"/>
                </a:lnTo>
                <a:close/>
              </a:path>
              <a:path w="394970" h="393700">
                <a:moveTo>
                  <a:pt x="9144" y="196596"/>
                </a:moveTo>
                <a:lnTo>
                  <a:pt x="7620" y="190500"/>
                </a:lnTo>
                <a:lnTo>
                  <a:pt x="34218" y="183689"/>
                </a:lnTo>
                <a:lnTo>
                  <a:pt x="59245" y="174879"/>
                </a:lnTo>
                <a:lnTo>
                  <a:pt x="82843" y="164353"/>
                </a:lnTo>
                <a:lnTo>
                  <a:pt x="105156" y="152400"/>
                </a:lnTo>
                <a:lnTo>
                  <a:pt x="94868" y="147828"/>
                </a:lnTo>
                <a:lnTo>
                  <a:pt x="82296" y="143256"/>
                </a:lnTo>
                <a:lnTo>
                  <a:pt x="67437" y="138684"/>
                </a:lnTo>
                <a:lnTo>
                  <a:pt x="50292" y="134112"/>
                </a:lnTo>
                <a:lnTo>
                  <a:pt x="51816" y="128016"/>
                </a:lnTo>
                <a:lnTo>
                  <a:pt x="68722" y="130587"/>
                </a:lnTo>
                <a:lnTo>
                  <a:pt x="85344" y="133731"/>
                </a:lnTo>
                <a:lnTo>
                  <a:pt x="101965" y="137445"/>
                </a:lnTo>
                <a:lnTo>
                  <a:pt x="118872" y="141731"/>
                </a:lnTo>
                <a:lnTo>
                  <a:pt x="146972" y="141731"/>
                </a:lnTo>
                <a:lnTo>
                  <a:pt x="144780" y="142994"/>
                </a:lnTo>
                <a:lnTo>
                  <a:pt x="135636" y="147828"/>
                </a:lnTo>
                <a:lnTo>
                  <a:pt x="146849" y="152400"/>
                </a:lnTo>
                <a:lnTo>
                  <a:pt x="155257" y="156781"/>
                </a:lnTo>
                <a:lnTo>
                  <a:pt x="159881" y="160019"/>
                </a:lnTo>
                <a:lnTo>
                  <a:pt x="118872" y="160019"/>
                </a:lnTo>
                <a:lnTo>
                  <a:pt x="94869" y="171735"/>
                </a:lnTo>
                <a:lnTo>
                  <a:pt x="68579" y="181737"/>
                </a:lnTo>
                <a:lnTo>
                  <a:pt x="40005" y="190023"/>
                </a:lnTo>
                <a:lnTo>
                  <a:pt x="9144" y="196596"/>
                </a:lnTo>
                <a:close/>
              </a:path>
              <a:path w="394970" h="393700">
                <a:moveTo>
                  <a:pt x="182880" y="201168"/>
                </a:moveTo>
                <a:lnTo>
                  <a:pt x="181356" y="193548"/>
                </a:lnTo>
                <a:lnTo>
                  <a:pt x="211383" y="183261"/>
                </a:lnTo>
                <a:lnTo>
                  <a:pt x="237553" y="172974"/>
                </a:lnTo>
                <a:lnTo>
                  <a:pt x="260008" y="162687"/>
                </a:lnTo>
                <a:lnTo>
                  <a:pt x="278891" y="152400"/>
                </a:lnTo>
                <a:lnTo>
                  <a:pt x="266201" y="147828"/>
                </a:lnTo>
                <a:lnTo>
                  <a:pt x="253365" y="143446"/>
                </a:lnTo>
                <a:lnTo>
                  <a:pt x="239887" y="139326"/>
                </a:lnTo>
                <a:lnTo>
                  <a:pt x="225552" y="135636"/>
                </a:lnTo>
                <a:lnTo>
                  <a:pt x="228600" y="129540"/>
                </a:lnTo>
                <a:lnTo>
                  <a:pt x="242006" y="131254"/>
                </a:lnTo>
                <a:lnTo>
                  <a:pt x="256984" y="134112"/>
                </a:lnTo>
                <a:lnTo>
                  <a:pt x="273391" y="138112"/>
                </a:lnTo>
                <a:lnTo>
                  <a:pt x="291084" y="143256"/>
                </a:lnTo>
                <a:lnTo>
                  <a:pt x="321456" y="143256"/>
                </a:lnTo>
                <a:lnTo>
                  <a:pt x="318897" y="145137"/>
                </a:lnTo>
                <a:lnTo>
                  <a:pt x="310896" y="150876"/>
                </a:lnTo>
                <a:lnTo>
                  <a:pt x="325183" y="156305"/>
                </a:lnTo>
                <a:lnTo>
                  <a:pt x="333487" y="160019"/>
                </a:lnTo>
                <a:lnTo>
                  <a:pt x="295656" y="160019"/>
                </a:lnTo>
                <a:lnTo>
                  <a:pt x="271605" y="171164"/>
                </a:lnTo>
                <a:lnTo>
                  <a:pt x="244983" y="181737"/>
                </a:lnTo>
                <a:lnTo>
                  <a:pt x="215503" y="191738"/>
                </a:lnTo>
                <a:lnTo>
                  <a:pt x="182880" y="201168"/>
                </a:lnTo>
                <a:close/>
              </a:path>
              <a:path w="394970" h="393700">
                <a:moveTo>
                  <a:pt x="166116" y="193548"/>
                </a:moveTo>
                <a:lnTo>
                  <a:pt x="161544" y="193548"/>
                </a:lnTo>
                <a:lnTo>
                  <a:pt x="152400" y="184404"/>
                </a:lnTo>
                <a:lnTo>
                  <a:pt x="145232" y="177807"/>
                </a:lnTo>
                <a:lnTo>
                  <a:pt x="137350" y="171640"/>
                </a:lnTo>
                <a:lnTo>
                  <a:pt x="128611" y="165758"/>
                </a:lnTo>
                <a:lnTo>
                  <a:pt x="118872" y="160019"/>
                </a:lnTo>
                <a:lnTo>
                  <a:pt x="159881" y="160019"/>
                </a:lnTo>
                <a:lnTo>
                  <a:pt x="161139" y="160901"/>
                </a:lnTo>
                <a:lnTo>
                  <a:pt x="164592" y="164592"/>
                </a:lnTo>
                <a:lnTo>
                  <a:pt x="169164" y="169164"/>
                </a:lnTo>
                <a:lnTo>
                  <a:pt x="170688" y="173736"/>
                </a:lnTo>
                <a:lnTo>
                  <a:pt x="170688" y="185928"/>
                </a:lnTo>
                <a:lnTo>
                  <a:pt x="167640" y="192024"/>
                </a:lnTo>
                <a:lnTo>
                  <a:pt x="166116" y="193548"/>
                </a:lnTo>
                <a:close/>
              </a:path>
              <a:path w="394970" h="393700">
                <a:moveTo>
                  <a:pt x="348495" y="194667"/>
                </a:moveTo>
                <a:lnTo>
                  <a:pt x="344614" y="193357"/>
                </a:lnTo>
                <a:lnTo>
                  <a:pt x="338732" y="189476"/>
                </a:lnTo>
                <a:lnTo>
                  <a:pt x="330708" y="182880"/>
                </a:lnTo>
                <a:lnTo>
                  <a:pt x="321802" y="176307"/>
                </a:lnTo>
                <a:lnTo>
                  <a:pt x="313182" y="170307"/>
                </a:lnTo>
                <a:lnTo>
                  <a:pt x="304561" y="164877"/>
                </a:lnTo>
                <a:lnTo>
                  <a:pt x="295656" y="160019"/>
                </a:lnTo>
                <a:lnTo>
                  <a:pt x="333487" y="160019"/>
                </a:lnTo>
                <a:lnTo>
                  <a:pt x="353568" y="178307"/>
                </a:lnTo>
                <a:lnTo>
                  <a:pt x="353568" y="187452"/>
                </a:lnTo>
                <a:lnTo>
                  <a:pt x="350520" y="193548"/>
                </a:lnTo>
                <a:lnTo>
                  <a:pt x="348495" y="194667"/>
                </a:lnTo>
                <a:close/>
              </a:path>
              <a:path w="394970" h="393700">
                <a:moveTo>
                  <a:pt x="374904" y="205740"/>
                </a:moveTo>
                <a:lnTo>
                  <a:pt x="344424" y="205740"/>
                </a:lnTo>
                <a:lnTo>
                  <a:pt x="359664" y="190500"/>
                </a:lnTo>
                <a:lnTo>
                  <a:pt x="374904" y="205740"/>
                </a:lnTo>
                <a:close/>
              </a:path>
              <a:path w="394970" h="393700">
                <a:moveTo>
                  <a:pt x="27432" y="268224"/>
                </a:moveTo>
                <a:lnTo>
                  <a:pt x="15240" y="268224"/>
                </a:lnTo>
                <a:lnTo>
                  <a:pt x="10668" y="265176"/>
                </a:lnTo>
                <a:lnTo>
                  <a:pt x="6096" y="263652"/>
                </a:lnTo>
                <a:lnTo>
                  <a:pt x="3048" y="262128"/>
                </a:lnTo>
                <a:lnTo>
                  <a:pt x="3048" y="256032"/>
                </a:lnTo>
                <a:lnTo>
                  <a:pt x="24431" y="234696"/>
                </a:lnTo>
                <a:lnTo>
                  <a:pt x="31623" y="223266"/>
                </a:lnTo>
                <a:lnTo>
                  <a:pt x="37099" y="209550"/>
                </a:lnTo>
                <a:lnTo>
                  <a:pt x="41148" y="193548"/>
                </a:lnTo>
                <a:lnTo>
                  <a:pt x="48768" y="193548"/>
                </a:lnTo>
                <a:lnTo>
                  <a:pt x="48768" y="205740"/>
                </a:lnTo>
                <a:lnTo>
                  <a:pt x="374904" y="205740"/>
                </a:lnTo>
                <a:lnTo>
                  <a:pt x="385572" y="216408"/>
                </a:lnTo>
                <a:lnTo>
                  <a:pt x="48768" y="216408"/>
                </a:lnTo>
                <a:lnTo>
                  <a:pt x="48196" y="232076"/>
                </a:lnTo>
                <a:lnTo>
                  <a:pt x="46482" y="244602"/>
                </a:lnTo>
                <a:lnTo>
                  <a:pt x="43624" y="253698"/>
                </a:lnTo>
                <a:lnTo>
                  <a:pt x="39624" y="259080"/>
                </a:lnTo>
                <a:lnTo>
                  <a:pt x="33528" y="265176"/>
                </a:lnTo>
                <a:lnTo>
                  <a:pt x="27432" y="268224"/>
                </a:lnTo>
                <a:close/>
              </a:path>
              <a:path w="394970" h="393700">
                <a:moveTo>
                  <a:pt x="332232" y="262128"/>
                </a:moveTo>
                <a:lnTo>
                  <a:pt x="327660" y="257556"/>
                </a:lnTo>
                <a:lnTo>
                  <a:pt x="345948" y="216408"/>
                </a:lnTo>
                <a:lnTo>
                  <a:pt x="385572" y="216408"/>
                </a:lnTo>
                <a:lnTo>
                  <a:pt x="390144" y="220980"/>
                </a:lnTo>
                <a:lnTo>
                  <a:pt x="380690" y="223289"/>
                </a:lnTo>
                <a:lnTo>
                  <a:pt x="372808" y="225742"/>
                </a:lnTo>
                <a:lnTo>
                  <a:pt x="341042" y="251579"/>
                </a:lnTo>
                <a:lnTo>
                  <a:pt x="332232" y="262128"/>
                </a:lnTo>
                <a:close/>
              </a:path>
              <a:path w="394970" h="393700">
                <a:moveTo>
                  <a:pt x="120396" y="377952"/>
                </a:moveTo>
                <a:lnTo>
                  <a:pt x="97536" y="377952"/>
                </a:lnTo>
                <a:lnTo>
                  <a:pt x="97536" y="230124"/>
                </a:lnTo>
                <a:lnTo>
                  <a:pt x="121920" y="245364"/>
                </a:lnTo>
                <a:lnTo>
                  <a:pt x="300228" y="245364"/>
                </a:lnTo>
                <a:lnTo>
                  <a:pt x="307848" y="252984"/>
                </a:lnTo>
                <a:lnTo>
                  <a:pt x="303929" y="256032"/>
                </a:lnTo>
                <a:lnTo>
                  <a:pt x="120396" y="256032"/>
                </a:lnTo>
                <a:lnTo>
                  <a:pt x="120396" y="289560"/>
                </a:lnTo>
                <a:lnTo>
                  <a:pt x="294132" y="289560"/>
                </a:lnTo>
                <a:lnTo>
                  <a:pt x="294132" y="300228"/>
                </a:lnTo>
                <a:lnTo>
                  <a:pt x="120396" y="300228"/>
                </a:lnTo>
                <a:lnTo>
                  <a:pt x="120396" y="332232"/>
                </a:lnTo>
                <a:lnTo>
                  <a:pt x="294132" y="332232"/>
                </a:lnTo>
                <a:lnTo>
                  <a:pt x="294132" y="342900"/>
                </a:lnTo>
                <a:lnTo>
                  <a:pt x="120396" y="342900"/>
                </a:lnTo>
                <a:lnTo>
                  <a:pt x="120396" y="377952"/>
                </a:lnTo>
                <a:close/>
              </a:path>
              <a:path w="394970" h="393700">
                <a:moveTo>
                  <a:pt x="300228" y="245364"/>
                </a:moveTo>
                <a:lnTo>
                  <a:pt x="269748" y="245364"/>
                </a:lnTo>
                <a:lnTo>
                  <a:pt x="284988" y="230124"/>
                </a:lnTo>
                <a:lnTo>
                  <a:pt x="300228" y="245364"/>
                </a:lnTo>
                <a:close/>
              </a:path>
              <a:path w="394970" h="393700">
                <a:moveTo>
                  <a:pt x="294132" y="289560"/>
                </a:moveTo>
                <a:lnTo>
                  <a:pt x="271272" y="289560"/>
                </a:lnTo>
                <a:lnTo>
                  <a:pt x="271272" y="256032"/>
                </a:lnTo>
                <a:lnTo>
                  <a:pt x="303929" y="256032"/>
                </a:lnTo>
                <a:lnTo>
                  <a:pt x="294132" y="263652"/>
                </a:lnTo>
                <a:lnTo>
                  <a:pt x="294132" y="289560"/>
                </a:lnTo>
                <a:close/>
              </a:path>
              <a:path w="394970" h="393700">
                <a:moveTo>
                  <a:pt x="294132" y="332232"/>
                </a:moveTo>
                <a:lnTo>
                  <a:pt x="271272" y="332232"/>
                </a:lnTo>
                <a:lnTo>
                  <a:pt x="271272" y="300228"/>
                </a:lnTo>
                <a:lnTo>
                  <a:pt x="294132" y="300228"/>
                </a:lnTo>
                <a:lnTo>
                  <a:pt x="294132" y="332232"/>
                </a:lnTo>
                <a:close/>
              </a:path>
              <a:path w="394970" h="393700">
                <a:moveTo>
                  <a:pt x="294132" y="377952"/>
                </a:moveTo>
                <a:lnTo>
                  <a:pt x="271272" y="377952"/>
                </a:lnTo>
                <a:lnTo>
                  <a:pt x="271272" y="342900"/>
                </a:lnTo>
                <a:lnTo>
                  <a:pt x="294132" y="342900"/>
                </a:lnTo>
                <a:lnTo>
                  <a:pt x="294132" y="377952"/>
                </a:lnTo>
                <a:close/>
              </a:path>
              <a:path w="394970" h="393700">
                <a:moveTo>
                  <a:pt x="15240" y="393192"/>
                </a:moveTo>
                <a:lnTo>
                  <a:pt x="0" y="377952"/>
                </a:lnTo>
                <a:lnTo>
                  <a:pt x="332232" y="377952"/>
                </a:lnTo>
                <a:lnTo>
                  <a:pt x="358140" y="352044"/>
                </a:lnTo>
                <a:lnTo>
                  <a:pt x="394716" y="388620"/>
                </a:lnTo>
                <a:lnTo>
                  <a:pt x="57912" y="388620"/>
                </a:lnTo>
                <a:lnTo>
                  <a:pt x="46743" y="388905"/>
                </a:lnTo>
                <a:lnTo>
                  <a:pt x="36004" y="389763"/>
                </a:lnTo>
                <a:lnTo>
                  <a:pt x="25550" y="391191"/>
                </a:lnTo>
                <a:lnTo>
                  <a:pt x="15240" y="39319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7" name="object 77"/>
          <p:cNvSpPr/>
          <p:nvPr/>
        </p:nvSpPr>
        <p:spPr>
          <a:xfrm>
            <a:off x="10015728" y="4746664"/>
            <a:ext cx="127000" cy="349250"/>
          </a:xfrm>
          <a:custGeom>
            <a:avLst/>
            <a:gdLst/>
            <a:ahLst/>
            <a:cxnLst/>
            <a:rect l="l" t="t" r="r" b="b"/>
            <a:pathLst>
              <a:path w="127000" h="349250">
                <a:moveTo>
                  <a:pt x="2262" y="348686"/>
                </a:moveTo>
                <a:lnTo>
                  <a:pt x="0" y="348067"/>
                </a:lnTo>
                <a:lnTo>
                  <a:pt x="1476" y="344924"/>
                </a:lnTo>
                <a:lnTo>
                  <a:pt x="6095" y="340066"/>
                </a:lnTo>
                <a:lnTo>
                  <a:pt x="14144" y="333494"/>
                </a:lnTo>
                <a:lnTo>
                  <a:pt x="25907" y="325207"/>
                </a:lnTo>
                <a:lnTo>
                  <a:pt x="37623" y="314634"/>
                </a:lnTo>
                <a:lnTo>
                  <a:pt x="62769" y="284916"/>
                </a:lnTo>
                <a:lnTo>
                  <a:pt x="87939" y="245221"/>
                </a:lnTo>
                <a:lnTo>
                  <a:pt x="99988" y="197834"/>
                </a:lnTo>
                <a:lnTo>
                  <a:pt x="100583" y="171283"/>
                </a:lnTo>
                <a:lnTo>
                  <a:pt x="97154" y="145875"/>
                </a:lnTo>
                <a:lnTo>
                  <a:pt x="83438" y="100774"/>
                </a:lnTo>
                <a:lnTo>
                  <a:pt x="61483" y="64841"/>
                </a:lnTo>
                <a:lnTo>
                  <a:pt x="25907" y="24979"/>
                </a:lnTo>
                <a:lnTo>
                  <a:pt x="14144" y="15811"/>
                </a:lnTo>
                <a:lnTo>
                  <a:pt x="6095" y="8786"/>
                </a:lnTo>
                <a:lnTo>
                  <a:pt x="1476" y="3762"/>
                </a:lnTo>
                <a:lnTo>
                  <a:pt x="0" y="595"/>
                </a:lnTo>
                <a:lnTo>
                  <a:pt x="2238" y="0"/>
                </a:lnTo>
                <a:lnTo>
                  <a:pt x="49506" y="29932"/>
                </a:lnTo>
                <a:lnTo>
                  <a:pt x="80891" y="61936"/>
                </a:lnTo>
                <a:lnTo>
                  <a:pt x="109989" y="103941"/>
                </a:lnTo>
                <a:lnTo>
                  <a:pt x="125372" y="154233"/>
                </a:lnTo>
                <a:lnTo>
                  <a:pt x="126491" y="181951"/>
                </a:lnTo>
                <a:lnTo>
                  <a:pt x="124753" y="209359"/>
                </a:lnTo>
                <a:lnTo>
                  <a:pt x="110418" y="256746"/>
                </a:lnTo>
                <a:lnTo>
                  <a:pt x="82629" y="293608"/>
                </a:lnTo>
                <a:lnTo>
                  <a:pt x="51673" y="321659"/>
                </a:lnTo>
                <a:lnTo>
                  <a:pt x="8953" y="346162"/>
                </a:lnTo>
                <a:lnTo>
                  <a:pt x="2262" y="34868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</p:spTree>
  </p:cSld>
  <p:clrMapOvr>
    <a:masterClrMapping/>
  </p:clrMapOvr>
</p:sld>
</file>

<file path=ppt/slides/slide4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9563100" y="7229855"/>
            <a:ext cx="193675" cy="146685"/>
            <a:chOff x="9563100" y="7229855"/>
            <a:chExt cx="193675" cy="146685"/>
          </a:xfrm>
        </p:grpSpPr>
        <p:pic>
          <p:nvPicPr>
            <p:cNvPr id="3" name="object 3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9563100" y="7231379"/>
              <a:ext cx="83820" cy="144779"/>
            </a:xfrm>
            <a:prstGeom prst="rect">
              <a:avLst/>
            </a:prstGeom>
          </p:spPr>
        </p:pic>
        <p:pic>
          <p:nvPicPr>
            <p:cNvPr id="4" name="object 4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9666731" y="7229855"/>
              <a:ext cx="89916" cy="146304"/>
            </a:xfrm>
            <a:prstGeom prst="rect">
              <a:avLst/>
            </a:prstGeom>
          </p:spPr>
        </p:pic>
      </p:grpSp>
      <p:sp>
        <p:nvSpPr>
          <p:cNvPr id="5" name="object 5"/>
          <p:cNvSpPr/>
          <p:nvPr/>
        </p:nvSpPr>
        <p:spPr>
          <a:xfrm>
            <a:off x="1752600" y="1319783"/>
            <a:ext cx="216535" cy="447040"/>
          </a:xfrm>
          <a:custGeom>
            <a:avLst/>
            <a:gdLst/>
            <a:ahLst/>
            <a:cxnLst/>
            <a:rect l="l" t="t" r="r" b="b"/>
            <a:pathLst>
              <a:path w="216535" h="447039">
                <a:moveTo>
                  <a:pt x="216407" y="446532"/>
                </a:moveTo>
                <a:lnTo>
                  <a:pt x="0" y="446532"/>
                </a:lnTo>
                <a:lnTo>
                  <a:pt x="0" y="402336"/>
                </a:lnTo>
                <a:lnTo>
                  <a:pt x="79247" y="402336"/>
                </a:lnTo>
                <a:lnTo>
                  <a:pt x="79247" y="103632"/>
                </a:lnTo>
                <a:lnTo>
                  <a:pt x="0" y="103632"/>
                </a:lnTo>
                <a:lnTo>
                  <a:pt x="0" y="62484"/>
                </a:lnTo>
                <a:lnTo>
                  <a:pt x="21193" y="61650"/>
                </a:lnTo>
                <a:lnTo>
                  <a:pt x="39242" y="59245"/>
                </a:lnTo>
                <a:lnTo>
                  <a:pt x="76438" y="42005"/>
                </a:lnTo>
                <a:lnTo>
                  <a:pt x="91439" y="0"/>
                </a:lnTo>
                <a:lnTo>
                  <a:pt x="137159" y="0"/>
                </a:lnTo>
                <a:lnTo>
                  <a:pt x="137159" y="402336"/>
                </a:lnTo>
                <a:lnTo>
                  <a:pt x="216407" y="402336"/>
                </a:lnTo>
                <a:lnTo>
                  <a:pt x="216407" y="446532"/>
                </a:lnTo>
                <a:close/>
              </a:path>
            </a:pathLst>
          </a:custGeom>
          <a:solidFill>
            <a:srgbClr val="3333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" name="object 6"/>
          <p:cNvSpPr/>
          <p:nvPr/>
        </p:nvSpPr>
        <p:spPr>
          <a:xfrm>
            <a:off x="2075688" y="1682495"/>
            <a:ext cx="71755" cy="85725"/>
          </a:xfrm>
          <a:custGeom>
            <a:avLst/>
            <a:gdLst/>
            <a:ahLst/>
            <a:cxnLst/>
            <a:rect l="l" t="t" r="r" b="b"/>
            <a:pathLst>
              <a:path w="71755" h="85725">
                <a:moveTo>
                  <a:pt x="71628" y="85344"/>
                </a:moveTo>
                <a:lnTo>
                  <a:pt x="0" y="85344"/>
                </a:lnTo>
                <a:lnTo>
                  <a:pt x="0" y="0"/>
                </a:lnTo>
                <a:lnTo>
                  <a:pt x="71628" y="0"/>
                </a:lnTo>
                <a:lnTo>
                  <a:pt x="71628" y="85344"/>
                </a:lnTo>
                <a:close/>
              </a:path>
            </a:pathLst>
          </a:custGeom>
          <a:solidFill>
            <a:srgbClr val="3333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" name="object 7"/>
          <p:cNvSpPr/>
          <p:nvPr/>
        </p:nvSpPr>
        <p:spPr>
          <a:xfrm>
            <a:off x="2237231" y="1312163"/>
            <a:ext cx="274320" cy="454659"/>
          </a:xfrm>
          <a:custGeom>
            <a:avLst/>
            <a:gdLst/>
            <a:ahLst/>
            <a:cxnLst/>
            <a:rect l="l" t="t" r="r" b="b"/>
            <a:pathLst>
              <a:path w="274319" h="454660">
                <a:moveTo>
                  <a:pt x="274319" y="454151"/>
                </a:moveTo>
                <a:lnTo>
                  <a:pt x="0" y="454151"/>
                </a:lnTo>
                <a:lnTo>
                  <a:pt x="0" y="391667"/>
                </a:lnTo>
                <a:lnTo>
                  <a:pt x="14573" y="377975"/>
                </a:lnTo>
                <a:lnTo>
                  <a:pt x="28574" y="364426"/>
                </a:lnTo>
                <a:lnTo>
                  <a:pt x="54863" y="338327"/>
                </a:lnTo>
                <a:lnTo>
                  <a:pt x="68318" y="325493"/>
                </a:lnTo>
                <a:lnTo>
                  <a:pt x="81343" y="312229"/>
                </a:lnTo>
                <a:lnTo>
                  <a:pt x="130063" y="258722"/>
                </a:lnTo>
                <a:lnTo>
                  <a:pt x="165401" y="213621"/>
                </a:lnTo>
                <a:lnTo>
                  <a:pt x="184784" y="178569"/>
                </a:lnTo>
                <a:lnTo>
                  <a:pt x="195071" y="126491"/>
                </a:lnTo>
                <a:lnTo>
                  <a:pt x="194762" y="117395"/>
                </a:lnTo>
                <a:lnTo>
                  <a:pt x="182498" y="80390"/>
                </a:lnTo>
                <a:lnTo>
                  <a:pt x="149351" y="56388"/>
                </a:lnTo>
                <a:lnTo>
                  <a:pt x="118871" y="51815"/>
                </a:lnTo>
                <a:lnTo>
                  <a:pt x="110870" y="52101"/>
                </a:lnTo>
                <a:lnTo>
                  <a:pt x="54863" y="65532"/>
                </a:lnTo>
                <a:lnTo>
                  <a:pt x="22859" y="83819"/>
                </a:lnTo>
                <a:lnTo>
                  <a:pt x="16763" y="86867"/>
                </a:lnTo>
                <a:lnTo>
                  <a:pt x="12191" y="89915"/>
                </a:lnTo>
                <a:lnTo>
                  <a:pt x="9143" y="89915"/>
                </a:lnTo>
                <a:lnTo>
                  <a:pt x="9143" y="27432"/>
                </a:lnTo>
                <a:lnTo>
                  <a:pt x="44934" y="13715"/>
                </a:lnTo>
                <a:lnTo>
                  <a:pt x="92773" y="2285"/>
                </a:lnTo>
                <a:lnTo>
                  <a:pt x="123443" y="0"/>
                </a:lnTo>
                <a:lnTo>
                  <a:pt x="152614" y="2024"/>
                </a:lnTo>
                <a:lnTo>
                  <a:pt x="201239" y="18645"/>
                </a:lnTo>
                <a:lnTo>
                  <a:pt x="236100" y="51220"/>
                </a:lnTo>
                <a:lnTo>
                  <a:pt x="253769" y="96321"/>
                </a:lnTo>
                <a:lnTo>
                  <a:pt x="256031" y="123443"/>
                </a:lnTo>
                <a:lnTo>
                  <a:pt x="255722" y="135969"/>
                </a:lnTo>
                <a:lnTo>
                  <a:pt x="246459" y="181832"/>
                </a:lnTo>
                <a:lnTo>
                  <a:pt x="227171" y="221861"/>
                </a:lnTo>
                <a:lnTo>
                  <a:pt x="205739" y="249935"/>
                </a:lnTo>
                <a:lnTo>
                  <a:pt x="198381" y="259961"/>
                </a:lnTo>
                <a:lnTo>
                  <a:pt x="159472" y="303823"/>
                </a:lnTo>
                <a:lnTo>
                  <a:pt x="111251" y="352043"/>
                </a:lnTo>
                <a:lnTo>
                  <a:pt x="66246" y="392977"/>
                </a:lnTo>
                <a:lnTo>
                  <a:pt x="54863" y="403859"/>
                </a:lnTo>
                <a:lnTo>
                  <a:pt x="274319" y="403859"/>
                </a:lnTo>
                <a:lnTo>
                  <a:pt x="274319" y="454151"/>
                </a:lnTo>
                <a:close/>
              </a:path>
            </a:pathLst>
          </a:custGeom>
          <a:solidFill>
            <a:srgbClr val="3333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2595372" y="1682495"/>
            <a:ext cx="71755" cy="85725"/>
          </a:xfrm>
          <a:custGeom>
            <a:avLst/>
            <a:gdLst/>
            <a:ahLst/>
            <a:cxnLst/>
            <a:rect l="l" t="t" r="r" b="b"/>
            <a:pathLst>
              <a:path w="71755" h="85725">
                <a:moveTo>
                  <a:pt x="71627" y="85344"/>
                </a:moveTo>
                <a:lnTo>
                  <a:pt x="0" y="85344"/>
                </a:lnTo>
                <a:lnTo>
                  <a:pt x="0" y="0"/>
                </a:lnTo>
                <a:lnTo>
                  <a:pt x="71627" y="0"/>
                </a:lnTo>
                <a:lnTo>
                  <a:pt x="71627" y="85344"/>
                </a:lnTo>
                <a:close/>
              </a:path>
            </a:pathLst>
          </a:custGeom>
          <a:solidFill>
            <a:srgbClr val="3333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2791967" y="1319783"/>
            <a:ext cx="216535" cy="447040"/>
          </a:xfrm>
          <a:custGeom>
            <a:avLst/>
            <a:gdLst/>
            <a:ahLst/>
            <a:cxnLst/>
            <a:rect l="l" t="t" r="r" b="b"/>
            <a:pathLst>
              <a:path w="216535" h="447039">
                <a:moveTo>
                  <a:pt x="216407" y="446532"/>
                </a:moveTo>
                <a:lnTo>
                  <a:pt x="0" y="446532"/>
                </a:lnTo>
                <a:lnTo>
                  <a:pt x="0" y="402336"/>
                </a:lnTo>
                <a:lnTo>
                  <a:pt x="80771" y="402336"/>
                </a:lnTo>
                <a:lnTo>
                  <a:pt x="80771" y="103632"/>
                </a:lnTo>
                <a:lnTo>
                  <a:pt x="0" y="103632"/>
                </a:lnTo>
                <a:lnTo>
                  <a:pt x="0" y="62484"/>
                </a:lnTo>
                <a:lnTo>
                  <a:pt x="21407" y="61650"/>
                </a:lnTo>
                <a:lnTo>
                  <a:pt x="39814" y="59245"/>
                </a:lnTo>
                <a:lnTo>
                  <a:pt x="77081" y="42005"/>
                </a:lnTo>
                <a:lnTo>
                  <a:pt x="91439" y="0"/>
                </a:lnTo>
                <a:lnTo>
                  <a:pt x="138683" y="0"/>
                </a:lnTo>
                <a:lnTo>
                  <a:pt x="138683" y="402336"/>
                </a:lnTo>
                <a:lnTo>
                  <a:pt x="216407" y="402336"/>
                </a:lnTo>
                <a:lnTo>
                  <a:pt x="216407" y="446532"/>
                </a:lnTo>
                <a:close/>
              </a:path>
            </a:pathLst>
          </a:custGeom>
          <a:solidFill>
            <a:srgbClr val="3333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3323844" y="1281684"/>
            <a:ext cx="489584" cy="530860"/>
          </a:xfrm>
          <a:custGeom>
            <a:avLst/>
            <a:gdLst/>
            <a:ahLst/>
            <a:cxnLst/>
            <a:rect l="l" t="t" r="r" b="b"/>
            <a:pathLst>
              <a:path w="489585" h="530860">
                <a:moveTo>
                  <a:pt x="469834" y="33528"/>
                </a:moveTo>
                <a:lnTo>
                  <a:pt x="403860" y="33528"/>
                </a:lnTo>
                <a:lnTo>
                  <a:pt x="437388" y="0"/>
                </a:lnTo>
                <a:lnTo>
                  <a:pt x="469834" y="33528"/>
                </a:lnTo>
                <a:close/>
              </a:path>
              <a:path w="489585" h="530860">
                <a:moveTo>
                  <a:pt x="35052" y="530352"/>
                </a:moveTo>
                <a:lnTo>
                  <a:pt x="0" y="501396"/>
                </a:lnTo>
                <a:lnTo>
                  <a:pt x="13716" y="487680"/>
                </a:lnTo>
                <a:lnTo>
                  <a:pt x="13622" y="88392"/>
                </a:lnTo>
                <a:lnTo>
                  <a:pt x="13454" y="80129"/>
                </a:lnTo>
                <a:lnTo>
                  <a:pt x="12763" y="62293"/>
                </a:lnTo>
                <a:lnTo>
                  <a:pt x="11787" y="39600"/>
                </a:lnTo>
                <a:lnTo>
                  <a:pt x="10668" y="12192"/>
                </a:lnTo>
                <a:lnTo>
                  <a:pt x="47244" y="33528"/>
                </a:lnTo>
                <a:lnTo>
                  <a:pt x="469834" y="33528"/>
                </a:lnTo>
                <a:lnTo>
                  <a:pt x="483107" y="47244"/>
                </a:lnTo>
                <a:lnTo>
                  <a:pt x="47244" y="47244"/>
                </a:lnTo>
                <a:lnTo>
                  <a:pt x="47244" y="495300"/>
                </a:lnTo>
                <a:lnTo>
                  <a:pt x="476815" y="495300"/>
                </a:lnTo>
                <a:lnTo>
                  <a:pt x="489204" y="509016"/>
                </a:lnTo>
                <a:lnTo>
                  <a:pt x="50292" y="509016"/>
                </a:lnTo>
                <a:lnTo>
                  <a:pt x="35052" y="530352"/>
                </a:lnTo>
                <a:close/>
              </a:path>
              <a:path w="489585" h="530860">
                <a:moveTo>
                  <a:pt x="309458" y="239268"/>
                </a:moveTo>
                <a:lnTo>
                  <a:pt x="266700" y="239268"/>
                </a:lnTo>
                <a:lnTo>
                  <a:pt x="282130" y="217836"/>
                </a:lnTo>
                <a:lnTo>
                  <a:pt x="296418" y="196977"/>
                </a:lnTo>
                <a:lnTo>
                  <a:pt x="321564" y="156972"/>
                </a:lnTo>
                <a:lnTo>
                  <a:pt x="341185" y="119253"/>
                </a:lnTo>
                <a:lnTo>
                  <a:pt x="355092" y="88392"/>
                </a:lnTo>
                <a:lnTo>
                  <a:pt x="411480" y="126492"/>
                </a:lnTo>
                <a:lnTo>
                  <a:pt x="373332" y="154566"/>
                </a:lnTo>
                <a:lnTo>
                  <a:pt x="342780" y="194595"/>
                </a:lnTo>
                <a:lnTo>
                  <a:pt x="326707" y="216027"/>
                </a:lnTo>
                <a:lnTo>
                  <a:pt x="310348" y="238029"/>
                </a:lnTo>
                <a:lnTo>
                  <a:pt x="309458" y="239268"/>
                </a:lnTo>
                <a:close/>
              </a:path>
              <a:path w="489585" h="530860">
                <a:moveTo>
                  <a:pt x="94488" y="441960"/>
                </a:moveTo>
                <a:lnTo>
                  <a:pt x="89916" y="434340"/>
                </a:lnTo>
                <a:lnTo>
                  <a:pt x="111347" y="416671"/>
                </a:lnTo>
                <a:lnTo>
                  <a:pt x="132207" y="398145"/>
                </a:lnTo>
                <a:lnTo>
                  <a:pt x="172212" y="359664"/>
                </a:lnTo>
                <a:lnTo>
                  <a:pt x="209740" y="316420"/>
                </a:lnTo>
                <a:lnTo>
                  <a:pt x="248412" y="265176"/>
                </a:lnTo>
                <a:lnTo>
                  <a:pt x="216122" y="228028"/>
                </a:lnTo>
                <a:lnTo>
                  <a:pt x="183261" y="192024"/>
                </a:lnTo>
                <a:lnTo>
                  <a:pt x="149828" y="157162"/>
                </a:lnTo>
                <a:lnTo>
                  <a:pt x="115824" y="123444"/>
                </a:lnTo>
                <a:lnTo>
                  <a:pt x="123444" y="117348"/>
                </a:lnTo>
                <a:lnTo>
                  <a:pt x="156543" y="142827"/>
                </a:lnTo>
                <a:lnTo>
                  <a:pt x="191643" y="171450"/>
                </a:lnTo>
                <a:lnTo>
                  <a:pt x="228457" y="203501"/>
                </a:lnTo>
                <a:lnTo>
                  <a:pt x="266700" y="239268"/>
                </a:lnTo>
                <a:lnTo>
                  <a:pt x="309458" y="239268"/>
                </a:lnTo>
                <a:lnTo>
                  <a:pt x="294132" y="260604"/>
                </a:lnTo>
                <a:lnTo>
                  <a:pt x="323994" y="289560"/>
                </a:lnTo>
                <a:lnTo>
                  <a:pt x="272796" y="289560"/>
                </a:lnTo>
                <a:lnTo>
                  <a:pt x="223647" y="340042"/>
                </a:lnTo>
                <a:lnTo>
                  <a:pt x="176784" y="382524"/>
                </a:lnTo>
                <a:lnTo>
                  <a:pt x="133350" y="416814"/>
                </a:lnTo>
                <a:lnTo>
                  <a:pt x="113347" y="430530"/>
                </a:lnTo>
                <a:lnTo>
                  <a:pt x="94488" y="441960"/>
                </a:lnTo>
                <a:close/>
              </a:path>
              <a:path w="489585" h="530860">
                <a:moveTo>
                  <a:pt x="381000" y="434340"/>
                </a:moveTo>
                <a:lnTo>
                  <a:pt x="379476" y="434340"/>
                </a:lnTo>
                <a:lnTo>
                  <a:pt x="375761" y="432911"/>
                </a:lnTo>
                <a:lnTo>
                  <a:pt x="371475" y="428625"/>
                </a:lnTo>
                <a:lnTo>
                  <a:pt x="366617" y="421481"/>
                </a:lnTo>
                <a:lnTo>
                  <a:pt x="361188" y="411480"/>
                </a:lnTo>
                <a:lnTo>
                  <a:pt x="351139" y="394882"/>
                </a:lnTo>
                <a:lnTo>
                  <a:pt x="321564" y="350520"/>
                </a:lnTo>
                <a:lnTo>
                  <a:pt x="286202" y="305514"/>
                </a:lnTo>
                <a:lnTo>
                  <a:pt x="272796" y="289560"/>
                </a:lnTo>
                <a:lnTo>
                  <a:pt x="323994" y="289560"/>
                </a:lnTo>
                <a:lnTo>
                  <a:pt x="360045" y="326517"/>
                </a:lnTo>
                <a:lnTo>
                  <a:pt x="387096" y="362712"/>
                </a:lnTo>
                <a:lnTo>
                  <a:pt x="394716" y="396240"/>
                </a:lnTo>
                <a:lnTo>
                  <a:pt x="394192" y="402859"/>
                </a:lnTo>
                <a:lnTo>
                  <a:pt x="392811" y="409194"/>
                </a:lnTo>
                <a:lnTo>
                  <a:pt x="390858" y="415528"/>
                </a:lnTo>
                <a:lnTo>
                  <a:pt x="388620" y="422148"/>
                </a:lnTo>
                <a:lnTo>
                  <a:pt x="384048" y="431292"/>
                </a:lnTo>
                <a:lnTo>
                  <a:pt x="381000" y="434340"/>
                </a:lnTo>
                <a:close/>
              </a:path>
              <a:path w="489585" h="530860">
                <a:moveTo>
                  <a:pt x="476815" y="495300"/>
                </a:moveTo>
                <a:lnTo>
                  <a:pt x="413004" y="495300"/>
                </a:lnTo>
                <a:lnTo>
                  <a:pt x="446531" y="461772"/>
                </a:lnTo>
                <a:lnTo>
                  <a:pt x="476815" y="495300"/>
                </a:lnTo>
                <a:close/>
              </a:path>
            </a:pathLst>
          </a:custGeom>
          <a:solidFill>
            <a:srgbClr val="3333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3938015" y="1269491"/>
            <a:ext cx="480059" cy="550545"/>
          </a:xfrm>
          <a:custGeom>
            <a:avLst/>
            <a:gdLst/>
            <a:ahLst/>
            <a:cxnLst/>
            <a:rect l="l" t="t" r="r" b="b"/>
            <a:pathLst>
              <a:path w="480060" h="550544">
                <a:moveTo>
                  <a:pt x="179832" y="79248"/>
                </a:moveTo>
                <a:lnTo>
                  <a:pt x="156972" y="57912"/>
                </a:lnTo>
                <a:lnTo>
                  <a:pt x="423672" y="57912"/>
                </a:lnTo>
                <a:lnTo>
                  <a:pt x="446532" y="33528"/>
                </a:lnTo>
                <a:lnTo>
                  <a:pt x="480060" y="67056"/>
                </a:lnTo>
                <a:lnTo>
                  <a:pt x="473964" y="71628"/>
                </a:lnTo>
                <a:lnTo>
                  <a:pt x="236220" y="71628"/>
                </a:lnTo>
                <a:lnTo>
                  <a:pt x="221408" y="72175"/>
                </a:lnTo>
                <a:lnTo>
                  <a:pt x="206883" y="73723"/>
                </a:lnTo>
                <a:lnTo>
                  <a:pt x="192928" y="76128"/>
                </a:lnTo>
                <a:lnTo>
                  <a:pt x="179832" y="79248"/>
                </a:lnTo>
                <a:close/>
              </a:path>
              <a:path w="480060" h="550544">
                <a:moveTo>
                  <a:pt x="460144" y="494942"/>
                </a:moveTo>
                <a:lnTo>
                  <a:pt x="409598" y="494942"/>
                </a:lnTo>
                <a:lnTo>
                  <a:pt x="419100" y="493776"/>
                </a:lnTo>
                <a:lnTo>
                  <a:pt x="425196" y="492252"/>
                </a:lnTo>
                <a:lnTo>
                  <a:pt x="428244" y="484632"/>
                </a:lnTo>
                <a:lnTo>
                  <a:pt x="428244" y="71628"/>
                </a:lnTo>
                <a:lnTo>
                  <a:pt x="473964" y="71628"/>
                </a:lnTo>
                <a:lnTo>
                  <a:pt x="461772" y="80771"/>
                </a:lnTo>
                <a:lnTo>
                  <a:pt x="461772" y="475488"/>
                </a:lnTo>
                <a:lnTo>
                  <a:pt x="460962" y="490347"/>
                </a:lnTo>
                <a:lnTo>
                  <a:pt x="460144" y="494942"/>
                </a:lnTo>
                <a:close/>
              </a:path>
              <a:path w="480060" h="550544">
                <a:moveTo>
                  <a:pt x="334118" y="167640"/>
                </a:moveTo>
                <a:lnTo>
                  <a:pt x="286512" y="167640"/>
                </a:lnTo>
                <a:lnTo>
                  <a:pt x="310895" y="143256"/>
                </a:lnTo>
                <a:lnTo>
                  <a:pt x="334118" y="167640"/>
                </a:lnTo>
                <a:close/>
              </a:path>
              <a:path w="480060" h="550544">
                <a:moveTo>
                  <a:pt x="134112" y="446532"/>
                </a:moveTo>
                <a:lnTo>
                  <a:pt x="134993" y="408813"/>
                </a:lnTo>
                <a:lnTo>
                  <a:pt x="135445" y="371094"/>
                </a:lnTo>
                <a:lnTo>
                  <a:pt x="135535" y="350690"/>
                </a:lnTo>
                <a:lnTo>
                  <a:pt x="135584" y="251667"/>
                </a:lnTo>
                <a:lnTo>
                  <a:pt x="135445" y="220408"/>
                </a:lnTo>
                <a:lnTo>
                  <a:pt x="134993" y="183141"/>
                </a:lnTo>
                <a:lnTo>
                  <a:pt x="134112" y="146304"/>
                </a:lnTo>
                <a:lnTo>
                  <a:pt x="169164" y="167640"/>
                </a:lnTo>
                <a:lnTo>
                  <a:pt x="334118" y="167640"/>
                </a:lnTo>
                <a:lnTo>
                  <a:pt x="341376" y="175260"/>
                </a:lnTo>
                <a:lnTo>
                  <a:pt x="334725" y="181356"/>
                </a:lnTo>
                <a:lnTo>
                  <a:pt x="167640" y="181356"/>
                </a:lnTo>
                <a:lnTo>
                  <a:pt x="167640" y="274320"/>
                </a:lnTo>
                <a:lnTo>
                  <a:pt x="323136" y="274320"/>
                </a:lnTo>
                <a:lnTo>
                  <a:pt x="323161" y="289560"/>
                </a:lnTo>
                <a:lnTo>
                  <a:pt x="167640" y="289560"/>
                </a:lnTo>
                <a:lnTo>
                  <a:pt x="167640" y="390144"/>
                </a:lnTo>
                <a:lnTo>
                  <a:pt x="323865" y="390144"/>
                </a:lnTo>
                <a:lnTo>
                  <a:pt x="324169" y="403860"/>
                </a:lnTo>
                <a:lnTo>
                  <a:pt x="167640" y="403860"/>
                </a:lnTo>
                <a:lnTo>
                  <a:pt x="167640" y="431292"/>
                </a:lnTo>
                <a:lnTo>
                  <a:pt x="134112" y="446532"/>
                </a:lnTo>
                <a:close/>
              </a:path>
              <a:path w="480060" h="550544">
                <a:moveTo>
                  <a:pt x="323136" y="274320"/>
                </a:moveTo>
                <a:lnTo>
                  <a:pt x="291084" y="274320"/>
                </a:lnTo>
                <a:lnTo>
                  <a:pt x="291084" y="181356"/>
                </a:lnTo>
                <a:lnTo>
                  <a:pt x="334725" y="181356"/>
                </a:lnTo>
                <a:lnTo>
                  <a:pt x="323088" y="192024"/>
                </a:lnTo>
                <a:lnTo>
                  <a:pt x="323136" y="274320"/>
                </a:lnTo>
                <a:close/>
              </a:path>
              <a:path w="480060" h="550544">
                <a:moveTo>
                  <a:pt x="323865" y="390144"/>
                </a:moveTo>
                <a:lnTo>
                  <a:pt x="291084" y="390144"/>
                </a:lnTo>
                <a:lnTo>
                  <a:pt x="291084" y="289560"/>
                </a:lnTo>
                <a:lnTo>
                  <a:pt x="323161" y="289560"/>
                </a:lnTo>
                <a:lnTo>
                  <a:pt x="323185" y="304507"/>
                </a:lnTo>
                <a:lnTo>
                  <a:pt x="323417" y="350690"/>
                </a:lnTo>
                <a:lnTo>
                  <a:pt x="323865" y="390144"/>
                </a:lnTo>
                <a:close/>
              </a:path>
              <a:path w="480060" h="550544">
                <a:moveTo>
                  <a:pt x="291084" y="441960"/>
                </a:moveTo>
                <a:lnTo>
                  <a:pt x="291084" y="403860"/>
                </a:lnTo>
                <a:lnTo>
                  <a:pt x="324169" y="403860"/>
                </a:lnTo>
                <a:lnTo>
                  <a:pt x="324612" y="423672"/>
                </a:lnTo>
                <a:lnTo>
                  <a:pt x="291084" y="441960"/>
                </a:lnTo>
                <a:close/>
              </a:path>
              <a:path w="480060" h="550544">
                <a:moveTo>
                  <a:pt x="406908" y="550164"/>
                </a:moveTo>
                <a:lnTo>
                  <a:pt x="394596" y="531304"/>
                </a:lnTo>
                <a:lnTo>
                  <a:pt x="378142" y="515874"/>
                </a:lnTo>
                <a:lnTo>
                  <a:pt x="357401" y="503872"/>
                </a:lnTo>
                <a:lnTo>
                  <a:pt x="332232" y="495300"/>
                </a:lnTo>
                <a:lnTo>
                  <a:pt x="332232" y="486156"/>
                </a:lnTo>
                <a:lnTo>
                  <a:pt x="366593" y="490989"/>
                </a:lnTo>
                <a:lnTo>
                  <a:pt x="392239" y="493966"/>
                </a:lnTo>
                <a:lnTo>
                  <a:pt x="409598" y="494942"/>
                </a:lnTo>
                <a:lnTo>
                  <a:pt x="460144" y="494942"/>
                </a:lnTo>
                <a:lnTo>
                  <a:pt x="458724" y="502920"/>
                </a:lnTo>
                <a:lnTo>
                  <a:pt x="434149" y="535686"/>
                </a:lnTo>
                <a:lnTo>
                  <a:pt x="421743" y="543067"/>
                </a:lnTo>
                <a:lnTo>
                  <a:pt x="406908" y="550164"/>
                </a:lnTo>
                <a:close/>
              </a:path>
              <a:path w="480060" h="550544">
                <a:moveTo>
                  <a:pt x="103632" y="114300"/>
                </a:moveTo>
                <a:lnTo>
                  <a:pt x="102108" y="114300"/>
                </a:lnTo>
                <a:lnTo>
                  <a:pt x="98679" y="112823"/>
                </a:lnTo>
                <a:lnTo>
                  <a:pt x="95250" y="108204"/>
                </a:lnTo>
                <a:lnTo>
                  <a:pt x="91821" y="100155"/>
                </a:lnTo>
                <a:lnTo>
                  <a:pt x="88391" y="88392"/>
                </a:lnTo>
                <a:lnTo>
                  <a:pt x="81248" y="69770"/>
                </a:lnTo>
                <a:lnTo>
                  <a:pt x="71247" y="50292"/>
                </a:lnTo>
                <a:lnTo>
                  <a:pt x="58388" y="29670"/>
                </a:lnTo>
                <a:lnTo>
                  <a:pt x="42672" y="7619"/>
                </a:lnTo>
                <a:lnTo>
                  <a:pt x="50292" y="0"/>
                </a:lnTo>
                <a:lnTo>
                  <a:pt x="93726" y="30861"/>
                </a:lnTo>
                <a:lnTo>
                  <a:pt x="121158" y="63055"/>
                </a:lnTo>
                <a:lnTo>
                  <a:pt x="123444" y="74676"/>
                </a:lnTo>
                <a:lnTo>
                  <a:pt x="122872" y="81534"/>
                </a:lnTo>
                <a:lnTo>
                  <a:pt x="121157" y="88392"/>
                </a:lnTo>
                <a:lnTo>
                  <a:pt x="118300" y="95250"/>
                </a:lnTo>
                <a:lnTo>
                  <a:pt x="114300" y="102108"/>
                </a:lnTo>
                <a:lnTo>
                  <a:pt x="108204" y="109728"/>
                </a:lnTo>
                <a:lnTo>
                  <a:pt x="103632" y="114300"/>
                </a:lnTo>
                <a:close/>
              </a:path>
              <a:path w="480060" h="550544">
                <a:moveTo>
                  <a:pt x="0" y="547116"/>
                </a:moveTo>
                <a:lnTo>
                  <a:pt x="743" y="526645"/>
                </a:lnTo>
                <a:lnTo>
                  <a:pt x="1168" y="494728"/>
                </a:lnTo>
                <a:lnTo>
                  <a:pt x="1368" y="457200"/>
                </a:lnTo>
                <a:lnTo>
                  <a:pt x="1426" y="176393"/>
                </a:lnTo>
                <a:lnTo>
                  <a:pt x="1194" y="129076"/>
                </a:lnTo>
                <a:lnTo>
                  <a:pt x="743" y="95146"/>
                </a:lnTo>
                <a:lnTo>
                  <a:pt x="0" y="74676"/>
                </a:lnTo>
                <a:lnTo>
                  <a:pt x="57912" y="102108"/>
                </a:lnTo>
                <a:lnTo>
                  <a:pt x="35052" y="117348"/>
                </a:lnTo>
                <a:lnTo>
                  <a:pt x="35052" y="457200"/>
                </a:lnTo>
                <a:lnTo>
                  <a:pt x="35313" y="475749"/>
                </a:lnTo>
                <a:lnTo>
                  <a:pt x="36004" y="494728"/>
                </a:lnTo>
                <a:lnTo>
                  <a:pt x="36980" y="513992"/>
                </a:lnTo>
                <a:lnTo>
                  <a:pt x="38100" y="533400"/>
                </a:lnTo>
                <a:lnTo>
                  <a:pt x="0" y="547116"/>
                </a:lnTo>
                <a:close/>
              </a:path>
            </a:pathLst>
          </a:custGeom>
          <a:solidFill>
            <a:srgbClr val="3333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4506467" y="1283208"/>
            <a:ext cx="533400" cy="539750"/>
          </a:xfrm>
          <a:custGeom>
            <a:avLst/>
            <a:gdLst/>
            <a:ahLst/>
            <a:cxnLst/>
            <a:rect l="l" t="t" r="r" b="b"/>
            <a:pathLst>
              <a:path w="533400" h="539750">
                <a:moveTo>
                  <a:pt x="131064" y="103632"/>
                </a:moveTo>
                <a:lnTo>
                  <a:pt x="129540" y="103632"/>
                </a:lnTo>
                <a:lnTo>
                  <a:pt x="124086" y="101941"/>
                </a:lnTo>
                <a:lnTo>
                  <a:pt x="119062" y="96964"/>
                </a:lnTo>
                <a:lnTo>
                  <a:pt x="114323" y="88844"/>
                </a:lnTo>
                <a:lnTo>
                  <a:pt x="109728" y="77724"/>
                </a:lnTo>
                <a:lnTo>
                  <a:pt x="102560" y="61412"/>
                </a:lnTo>
                <a:lnTo>
                  <a:pt x="92392" y="44386"/>
                </a:lnTo>
                <a:lnTo>
                  <a:pt x="79081" y="26503"/>
                </a:lnTo>
                <a:lnTo>
                  <a:pt x="62484" y="7620"/>
                </a:lnTo>
                <a:lnTo>
                  <a:pt x="67056" y="0"/>
                </a:lnTo>
                <a:lnTo>
                  <a:pt x="102679" y="19621"/>
                </a:lnTo>
                <a:lnTo>
                  <a:pt x="137136" y="47244"/>
                </a:lnTo>
                <a:lnTo>
                  <a:pt x="149352" y="74676"/>
                </a:lnTo>
                <a:lnTo>
                  <a:pt x="148780" y="83200"/>
                </a:lnTo>
                <a:lnTo>
                  <a:pt x="147066" y="90297"/>
                </a:lnTo>
                <a:lnTo>
                  <a:pt x="144208" y="95678"/>
                </a:lnTo>
                <a:lnTo>
                  <a:pt x="140208" y="99060"/>
                </a:lnTo>
                <a:lnTo>
                  <a:pt x="131064" y="103632"/>
                </a:lnTo>
                <a:close/>
              </a:path>
              <a:path w="533400" h="539750">
                <a:moveTo>
                  <a:pt x="521208" y="32004"/>
                </a:moveTo>
                <a:lnTo>
                  <a:pt x="478536" y="32004"/>
                </a:lnTo>
                <a:lnTo>
                  <a:pt x="499871" y="10668"/>
                </a:lnTo>
                <a:lnTo>
                  <a:pt x="521208" y="32004"/>
                </a:lnTo>
                <a:close/>
              </a:path>
              <a:path w="533400" h="539750">
                <a:moveTo>
                  <a:pt x="155448" y="539496"/>
                </a:moveTo>
                <a:lnTo>
                  <a:pt x="150876" y="531876"/>
                </a:lnTo>
                <a:lnTo>
                  <a:pt x="177954" y="489630"/>
                </a:lnTo>
                <a:lnTo>
                  <a:pt x="198888" y="445190"/>
                </a:lnTo>
                <a:lnTo>
                  <a:pt x="213750" y="398556"/>
                </a:lnTo>
                <a:lnTo>
                  <a:pt x="222613" y="349727"/>
                </a:lnTo>
                <a:lnTo>
                  <a:pt x="225552" y="298703"/>
                </a:lnTo>
                <a:lnTo>
                  <a:pt x="225552" y="124968"/>
                </a:lnTo>
                <a:lnTo>
                  <a:pt x="225290" y="101774"/>
                </a:lnTo>
                <a:lnTo>
                  <a:pt x="224599" y="75438"/>
                </a:lnTo>
                <a:lnTo>
                  <a:pt x="222503" y="12192"/>
                </a:lnTo>
                <a:lnTo>
                  <a:pt x="259079" y="32004"/>
                </a:lnTo>
                <a:lnTo>
                  <a:pt x="521208" y="32004"/>
                </a:lnTo>
                <a:lnTo>
                  <a:pt x="533400" y="44196"/>
                </a:lnTo>
                <a:lnTo>
                  <a:pt x="531368" y="45720"/>
                </a:lnTo>
                <a:lnTo>
                  <a:pt x="254508" y="45720"/>
                </a:lnTo>
                <a:lnTo>
                  <a:pt x="254567" y="263651"/>
                </a:lnTo>
                <a:lnTo>
                  <a:pt x="250064" y="351017"/>
                </a:lnTo>
                <a:lnTo>
                  <a:pt x="240632" y="396924"/>
                </a:lnTo>
                <a:lnTo>
                  <a:pt x="226427" y="438725"/>
                </a:lnTo>
                <a:lnTo>
                  <a:pt x="207477" y="476421"/>
                </a:lnTo>
                <a:lnTo>
                  <a:pt x="183808" y="510011"/>
                </a:lnTo>
                <a:lnTo>
                  <a:pt x="155448" y="539496"/>
                </a:lnTo>
                <a:close/>
              </a:path>
              <a:path w="533400" h="539750">
                <a:moveTo>
                  <a:pt x="381000" y="129540"/>
                </a:moveTo>
                <a:lnTo>
                  <a:pt x="352044" y="129540"/>
                </a:lnTo>
                <a:lnTo>
                  <a:pt x="351925" y="101774"/>
                </a:lnTo>
                <a:lnTo>
                  <a:pt x="351663" y="84772"/>
                </a:lnTo>
                <a:lnTo>
                  <a:pt x="350758" y="64603"/>
                </a:lnTo>
                <a:lnTo>
                  <a:pt x="348996" y="45720"/>
                </a:lnTo>
                <a:lnTo>
                  <a:pt x="356616" y="45720"/>
                </a:lnTo>
                <a:lnTo>
                  <a:pt x="397764" y="65532"/>
                </a:lnTo>
                <a:lnTo>
                  <a:pt x="381000" y="79248"/>
                </a:lnTo>
                <a:lnTo>
                  <a:pt x="381000" y="129540"/>
                </a:lnTo>
                <a:close/>
              </a:path>
              <a:path w="533400" h="539750">
                <a:moveTo>
                  <a:pt x="514831" y="486465"/>
                </a:moveTo>
                <a:lnTo>
                  <a:pt x="463629" y="486465"/>
                </a:lnTo>
                <a:lnTo>
                  <a:pt x="472440" y="486156"/>
                </a:lnTo>
                <a:lnTo>
                  <a:pt x="480060" y="484632"/>
                </a:lnTo>
                <a:lnTo>
                  <a:pt x="483108" y="478536"/>
                </a:lnTo>
                <a:lnTo>
                  <a:pt x="483108" y="45720"/>
                </a:lnTo>
                <a:lnTo>
                  <a:pt x="531368" y="45720"/>
                </a:lnTo>
                <a:lnTo>
                  <a:pt x="515112" y="57912"/>
                </a:lnTo>
                <a:lnTo>
                  <a:pt x="515058" y="482512"/>
                </a:lnTo>
                <a:lnTo>
                  <a:pt x="514831" y="486465"/>
                </a:lnTo>
                <a:close/>
              </a:path>
              <a:path w="533400" h="539750">
                <a:moveTo>
                  <a:pt x="292608" y="150876"/>
                </a:moveTo>
                <a:lnTo>
                  <a:pt x="271272" y="129540"/>
                </a:lnTo>
                <a:lnTo>
                  <a:pt x="406908" y="129540"/>
                </a:lnTo>
                <a:lnTo>
                  <a:pt x="431292" y="105156"/>
                </a:lnTo>
                <a:lnTo>
                  <a:pt x="466344" y="144780"/>
                </a:lnTo>
                <a:lnTo>
                  <a:pt x="348996" y="144780"/>
                </a:lnTo>
                <a:lnTo>
                  <a:pt x="334184" y="145089"/>
                </a:lnTo>
                <a:lnTo>
                  <a:pt x="319659" y="146113"/>
                </a:lnTo>
                <a:lnTo>
                  <a:pt x="305704" y="147994"/>
                </a:lnTo>
                <a:lnTo>
                  <a:pt x="292608" y="150876"/>
                </a:lnTo>
                <a:close/>
              </a:path>
              <a:path w="533400" h="539750">
                <a:moveTo>
                  <a:pt x="381000" y="210312"/>
                </a:moveTo>
                <a:lnTo>
                  <a:pt x="352044" y="210312"/>
                </a:lnTo>
                <a:lnTo>
                  <a:pt x="352044" y="144780"/>
                </a:lnTo>
                <a:lnTo>
                  <a:pt x="381000" y="144780"/>
                </a:lnTo>
                <a:lnTo>
                  <a:pt x="381000" y="210312"/>
                </a:lnTo>
                <a:close/>
              </a:path>
              <a:path w="533400" h="539750">
                <a:moveTo>
                  <a:pt x="21336" y="201168"/>
                </a:moveTo>
                <a:lnTo>
                  <a:pt x="0" y="179832"/>
                </a:lnTo>
                <a:lnTo>
                  <a:pt x="88392" y="179832"/>
                </a:lnTo>
                <a:lnTo>
                  <a:pt x="112776" y="155448"/>
                </a:lnTo>
                <a:lnTo>
                  <a:pt x="146304" y="188976"/>
                </a:lnTo>
                <a:lnTo>
                  <a:pt x="139653" y="193548"/>
                </a:lnTo>
                <a:lnTo>
                  <a:pt x="79248" y="193548"/>
                </a:lnTo>
                <a:lnTo>
                  <a:pt x="64412" y="194095"/>
                </a:lnTo>
                <a:lnTo>
                  <a:pt x="49720" y="195643"/>
                </a:lnTo>
                <a:lnTo>
                  <a:pt x="35313" y="198048"/>
                </a:lnTo>
                <a:lnTo>
                  <a:pt x="21336" y="201168"/>
                </a:lnTo>
                <a:close/>
              </a:path>
              <a:path w="533400" h="539750">
                <a:moveTo>
                  <a:pt x="277367" y="233172"/>
                </a:moveTo>
                <a:lnTo>
                  <a:pt x="256032" y="210312"/>
                </a:lnTo>
                <a:lnTo>
                  <a:pt x="416052" y="210312"/>
                </a:lnTo>
                <a:lnTo>
                  <a:pt x="443484" y="184403"/>
                </a:lnTo>
                <a:lnTo>
                  <a:pt x="481584" y="225551"/>
                </a:lnTo>
                <a:lnTo>
                  <a:pt x="335280" y="225551"/>
                </a:lnTo>
                <a:lnTo>
                  <a:pt x="319801" y="225885"/>
                </a:lnTo>
                <a:lnTo>
                  <a:pt x="305181" y="227076"/>
                </a:lnTo>
                <a:lnTo>
                  <a:pt x="291131" y="229409"/>
                </a:lnTo>
                <a:lnTo>
                  <a:pt x="277367" y="233172"/>
                </a:lnTo>
                <a:close/>
              </a:path>
              <a:path w="533400" h="539750">
                <a:moveTo>
                  <a:pt x="109728" y="486156"/>
                </a:moveTo>
                <a:lnTo>
                  <a:pt x="82296" y="452628"/>
                </a:lnTo>
                <a:lnTo>
                  <a:pt x="86296" y="445460"/>
                </a:lnTo>
                <a:lnTo>
                  <a:pt x="89154" y="437578"/>
                </a:lnTo>
                <a:lnTo>
                  <a:pt x="90868" y="428839"/>
                </a:lnTo>
                <a:lnTo>
                  <a:pt x="91440" y="419100"/>
                </a:lnTo>
                <a:lnTo>
                  <a:pt x="91440" y="193548"/>
                </a:lnTo>
                <a:lnTo>
                  <a:pt x="139653" y="193548"/>
                </a:lnTo>
                <a:lnTo>
                  <a:pt x="121920" y="205739"/>
                </a:lnTo>
                <a:lnTo>
                  <a:pt x="121920" y="419100"/>
                </a:lnTo>
                <a:lnTo>
                  <a:pt x="158281" y="419100"/>
                </a:lnTo>
                <a:lnTo>
                  <a:pt x="143256" y="438912"/>
                </a:lnTo>
                <a:lnTo>
                  <a:pt x="123205" y="466391"/>
                </a:lnTo>
                <a:lnTo>
                  <a:pt x="109728" y="486156"/>
                </a:lnTo>
                <a:close/>
              </a:path>
              <a:path w="533400" h="539750">
                <a:moveTo>
                  <a:pt x="297179" y="449580"/>
                </a:moveTo>
                <a:lnTo>
                  <a:pt x="298061" y="427339"/>
                </a:lnTo>
                <a:lnTo>
                  <a:pt x="298491" y="405383"/>
                </a:lnTo>
                <a:lnTo>
                  <a:pt x="298553" y="398556"/>
                </a:lnTo>
                <a:lnTo>
                  <a:pt x="298680" y="332613"/>
                </a:lnTo>
                <a:lnTo>
                  <a:pt x="298513" y="308610"/>
                </a:lnTo>
                <a:lnTo>
                  <a:pt x="298061" y="284607"/>
                </a:lnTo>
                <a:lnTo>
                  <a:pt x="297179" y="260603"/>
                </a:lnTo>
                <a:lnTo>
                  <a:pt x="327660" y="283463"/>
                </a:lnTo>
                <a:lnTo>
                  <a:pt x="438912" y="283463"/>
                </a:lnTo>
                <a:lnTo>
                  <a:pt x="448056" y="292608"/>
                </a:lnTo>
                <a:lnTo>
                  <a:pt x="442468" y="297180"/>
                </a:lnTo>
                <a:lnTo>
                  <a:pt x="327660" y="297180"/>
                </a:lnTo>
                <a:lnTo>
                  <a:pt x="327660" y="390144"/>
                </a:lnTo>
                <a:lnTo>
                  <a:pt x="431725" y="390144"/>
                </a:lnTo>
                <a:lnTo>
                  <a:pt x="431934" y="402121"/>
                </a:lnTo>
                <a:lnTo>
                  <a:pt x="432078" y="405383"/>
                </a:lnTo>
                <a:lnTo>
                  <a:pt x="327660" y="405383"/>
                </a:lnTo>
                <a:lnTo>
                  <a:pt x="327660" y="435864"/>
                </a:lnTo>
                <a:lnTo>
                  <a:pt x="297179" y="449580"/>
                </a:lnTo>
                <a:close/>
              </a:path>
              <a:path w="533400" h="539750">
                <a:moveTo>
                  <a:pt x="438912" y="283463"/>
                </a:moveTo>
                <a:lnTo>
                  <a:pt x="399288" y="283463"/>
                </a:lnTo>
                <a:lnTo>
                  <a:pt x="419100" y="263651"/>
                </a:lnTo>
                <a:lnTo>
                  <a:pt x="438912" y="283463"/>
                </a:lnTo>
                <a:close/>
              </a:path>
              <a:path w="533400" h="539750">
                <a:moveTo>
                  <a:pt x="431725" y="390144"/>
                </a:moveTo>
                <a:lnTo>
                  <a:pt x="402336" y="390144"/>
                </a:lnTo>
                <a:lnTo>
                  <a:pt x="402336" y="297180"/>
                </a:lnTo>
                <a:lnTo>
                  <a:pt x="442468" y="297180"/>
                </a:lnTo>
                <a:lnTo>
                  <a:pt x="431292" y="306324"/>
                </a:lnTo>
                <a:lnTo>
                  <a:pt x="431395" y="359664"/>
                </a:lnTo>
                <a:lnTo>
                  <a:pt x="431482" y="376237"/>
                </a:lnTo>
                <a:lnTo>
                  <a:pt x="431725" y="390144"/>
                </a:lnTo>
                <a:close/>
              </a:path>
              <a:path w="533400" h="539750">
                <a:moveTo>
                  <a:pt x="158281" y="419100"/>
                </a:moveTo>
                <a:lnTo>
                  <a:pt x="121920" y="419100"/>
                </a:lnTo>
                <a:lnTo>
                  <a:pt x="196596" y="352044"/>
                </a:lnTo>
                <a:lnTo>
                  <a:pt x="204216" y="359664"/>
                </a:lnTo>
                <a:lnTo>
                  <a:pt x="170164" y="403431"/>
                </a:lnTo>
                <a:lnTo>
                  <a:pt x="158281" y="419100"/>
                </a:lnTo>
                <a:close/>
              </a:path>
              <a:path w="533400" h="539750">
                <a:moveTo>
                  <a:pt x="402336" y="435864"/>
                </a:moveTo>
                <a:lnTo>
                  <a:pt x="402336" y="405383"/>
                </a:lnTo>
                <a:lnTo>
                  <a:pt x="432078" y="405383"/>
                </a:lnTo>
                <a:lnTo>
                  <a:pt x="432816" y="422148"/>
                </a:lnTo>
                <a:lnTo>
                  <a:pt x="402336" y="435864"/>
                </a:lnTo>
                <a:close/>
              </a:path>
              <a:path w="533400" h="539750">
                <a:moveTo>
                  <a:pt x="473964" y="539496"/>
                </a:moveTo>
                <a:lnTo>
                  <a:pt x="462557" y="522660"/>
                </a:lnTo>
                <a:lnTo>
                  <a:pt x="444436" y="508825"/>
                </a:lnTo>
                <a:lnTo>
                  <a:pt x="419742" y="498133"/>
                </a:lnTo>
                <a:lnTo>
                  <a:pt x="388620" y="490728"/>
                </a:lnTo>
                <a:lnTo>
                  <a:pt x="388620" y="478536"/>
                </a:lnTo>
                <a:lnTo>
                  <a:pt x="421433" y="482512"/>
                </a:lnTo>
                <a:lnTo>
                  <a:pt x="446532" y="485203"/>
                </a:lnTo>
                <a:lnTo>
                  <a:pt x="463629" y="486465"/>
                </a:lnTo>
                <a:lnTo>
                  <a:pt x="514831" y="486465"/>
                </a:lnTo>
                <a:lnTo>
                  <a:pt x="514540" y="491537"/>
                </a:lnTo>
                <a:lnTo>
                  <a:pt x="494538" y="526732"/>
                </a:lnTo>
                <a:lnTo>
                  <a:pt x="485394" y="532899"/>
                </a:lnTo>
                <a:lnTo>
                  <a:pt x="473964" y="539496"/>
                </a:lnTo>
                <a:close/>
              </a:path>
            </a:pathLst>
          </a:custGeom>
          <a:solidFill>
            <a:srgbClr val="3333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5111496" y="1261871"/>
            <a:ext cx="554990" cy="565785"/>
          </a:xfrm>
          <a:custGeom>
            <a:avLst/>
            <a:gdLst/>
            <a:ahLst/>
            <a:cxnLst/>
            <a:rect l="l" t="t" r="r" b="b"/>
            <a:pathLst>
              <a:path w="554989" h="565785">
                <a:moveTo>
                  <a:pt x="315468" y="83819"/>
                </a:moveTo>
                <a:lnTo>
                  <a:pt x="301752" y="83819"/>
                </a:lnTo>
                <a:lnTo>
                  <a:pt x="300299" y="76700"/>
                </a:lnTo>
                <a:lnTo>
                  <a:pt x="298132" y="69151"/>
                </a:lnTo>
                <a:lnTo>
                  <a:pt x="278130" y="32384"/>
                </a:lnTo>
                <a:lnTo>
                  <a:pt x="256032" y="4571"/>
                </a:lnTo>
                <a:lnTo>
                  <a:pt x="263652" y="0"/>
                </a:lnTo>
                <a:lnTo>
                  <a:pt x="307086" y="21907"/>
                </a:lnTo>
                <a:lnTo>
                  <a:pt x="335280" y="51815"/>
                </a:lnTo>
                <a:lnTo>
                  <a:pt x="335280" y="53339"/>
                </a:lnTo>
                <a:lnTo>
                  <a:pt x="334113" y="60459"/>
                </a:lnTo>
                <a:lnTo>
                  <a:pt x="330517" y="68008"/>
                </a:lnTo>
                <a:lnTo>
                  <a:pt x="324350" y="75842"/>
                </a:lnTo>
                <a:lnTo>
                  <a:pt x="315468" y="83819"/>
                </a:lnTo>
                <a:close/>
              </a:path>
              <a:path w="554989" h="565785">
                <a:moveTo>
                  <a:pt x="537972" y="83819"/>
                </a:moveTo>
                <a:lnTo>
                  <a:pt x="472440" y="83819"/>
                </a:lnTo>
                <a:lnTo>
                  <a:pt x="504444" y="50291"/>
                </a:lnTo>
                <a:lnTo>
                  <a:pt x="537972" y="83819"/>
                </a:lnTo>
                <a:close/>
              </a:path>
              <a:path w="554989" h="565785">
                <a:moveTo>
                  <a:pt x="7620" y="565403"/>
                </a:moveTo>
                <a:lnTo>
                  <a:pt x="0" y="560832"/>
                </a:lnTo>
                <a:lnTo>
                  <a:pt x="21740" y="518231"/>
                </a:lnTo>
                <a:lnTo>
                  <a:pt x="39052" y="474916"/>
                </a:lnTo>
                <a:lnTo>
                  <a:pt x="52077" y="430744"/>
                </a:lnTo>
                <a:lnTo>
                  <a:pt x="60960" y="385572"/>
                </a:lnTo>
                <a:lnTo>
                  <a:pt x="66984" y="339804"/>
                </a:lnTo>
                <a:lnTo>
                  <a:pt x="71437" y="293750"/>
                </a:lnTo>
                <a:lnTo>
                  <a:pt x="74461" y="247126"/>
                </a:lnTo>
                <a:lnTo>
                  <a:pt x="76144" y="201167"/>
                </a:lnTo>
                <a:lnTo>
                  <a:pt x="76120" y="187451"/>
                </a:lnTo>
                <a:lnTo>
                  <a:pt x="75909" y="155447"/>
                </a:lnTo>
                <a:lnTo>
                  <a:pt x="75057" y="117538"/>
                </a:lnTo>
                <a:lnTo>
                  <a:pt x="73628" y="85415"/>
                </a:lnTo>
                <a:lnTo>
                  <a:pt x="71628" y="59435"/>
                </a:lnTo>
                <a:lnTo>
                  <a:pt x="112776" y="83819"/>
                </a:lnTo>
                <a:lnTo>
                  <a:pt x="537972" y="83819"/>
                </a:lnTo>
                <a:lnTo>
                  <a:pt x="553212" y="99059"/>
                </a:lnTo>
                <a:lnTo>
                  <a:pt x="109728" y="99059"/>
                </a:lnTo>
                <a:lnTo>
                  <a:pt x="110169" y="155662"/>
                </a:lnTo>
                <a:lnTo>
                  <a:pt x="109347" y="225742"/>
                </a:lnTo>
                <a:lnTo>
                  <a:pt x="106727" y="277582"/>
                </a:lnTo>
                <a:lnTo>
                  <a:pt x="102108" y="321564"/>
                </a:lnTo>
                <a:lnTo>
                  <a:pt x="95773" y="360378"/>
                </a:lnTo>
                <a:lnTo>
                  <a:pt x="78533" y="430006"/>
                </a:lnTo>
                <a:lnTo>
                  <a:pt x="54768" y="488251"/>
                </a:lnTo>
                <a:lnTo>
                  <a:pt x="25050" y="540829"/>
                </a:lnTo>
                <a:lnTo>
                  <a:pt x="7620" y="565403"/>
                </a:lnTo>
                <a:close/>
              </a:path>
              <a:path w="554989" h="565785">
                <a:moveTo>
                  <a:pt x="256032" y="187451"/>
                </a:moveTo>
                <a:lnTo>
                  <a:pt x="225552" y="187451"/>
                </a:lnTo>
                <a:lnTo>
                  <a:pt x="225290" y="168854"/>
                </a:lnTo>
                <a:lnTo>
                  <a:pt x="224599" y="149542"/>
                </a:lnTo>
                <a:lnTo>
                  <a:pt x="223566" y="128301"/>
                </a:lnTo>
                <a:lnTo>
                  <a:pt x="222504" y="108203"/>
                </a:lnTo>
                <a:lnTo>
                  <a:pt x="275844" y="134112"/>
                </a:lnTo>
                <a:lnTo>
                  <a:pt x="256032" y="146303"/>
                </a:lnTo>
                <a:lnTo>
                  <a:pt x="256032" y="187451"/>
                </a:lnTo>
                <a:close/>
              </a:path>
              <a:path w="554989" h="565785">
                <a:moveTo>
                  <a:pt x="422148" y="187451"/>
                </a:moveTo>
                <a:lnTo>
                  <a:pt x="390144" y="187451"/>
                </a:lnTo>
                <a:lnTo>
                  <a:pt x="390022" y="155662"/>
                </a:lnTo>
                <a:lnTo>
                  <a:pt x="389926" y="146303"/>
                </a:lnTo>
                <a:lnTo>
                  <a:pt x="389501" y="128301"/>
                </a:lnTo>
                <a:lnTo>
                  <a:pt x="388620" y="109727"/>
                </a:lnTo>
                <a:lnTo>
                  <a:pt x="443484" y="134112"/>
                </a:lnTo>
                <a:lnTo>
                  <a:pt x="422148" y="149352"/>
                </a:lnTo>
                <a:lnTo>
                  <a:pt x="422148" y="187451"/>
                </a:lnTo>
                <a:close/>
              </a:path>
              <a:path w="554989" h="565785">
                <a:moveTo>
                  <a:pt x="134112" y="205739"/>
                </a:moveTo>
                <a:lnTo>
                  <a:pt x="115824" y="187451"/>
                </a:lnTo>
                <a:lnTo>
                  <a:pt x="466344" y="187451"/>
                </a:lnTo>
                <a:lnTo>
                  <a:pt x="498348" y="155447"/>
                </a:lnTo>
                <a:lnTo>
                  <a:pt x="544068" y="201167"/>
                </a:lnTo>
                <a:lnTo>
                  <a:pt x="163068" y="201167"/>
                </a:lnTo>
                <a:lnTo>
                  <a:pt x="134112" y="205739"/>
                </a:lnTo>
                <a:close/>
              </a:path>
              <a:path w="554989" h="565785">
                <a:moveTo>
                  <a:pt x="222504" y="310895"/>
                </a:moveTo>
                <a:lnTo>
                  <a:pt x="224599" y="259460"/>
                </a:lnTo>
                <a:lnTo>
                  <a:pt x="225552" y="201167"/>
                </a:lnTo>
                <a:lnTo>
                  <a:pt x="256032" y="201167"/>
                </a:lnTo>
                <a:lnTo>
                  <a:pt x="256032" y="271271"/>
                </a:lnTo>
                <a:lnTo>
                  <a:pt x="422631" y="271271"/>
                </a:lnTo>
                <a:lnTo>
                  <a:pt x="422790" y="278320"/>
                </a:lnTo>
                <a:lnTo>
                  <a:pt x="423202" y="284987"/>
                </a:lnTo>
                <a:lnTo>
                  <a:pt x="256032" y="284987"/>
                </a:lnTo>
                <a:lnTo>
                  <a:pt x="256032" y="297179"/>
                </a:lnTo>
                <a:lnTo>
                  <a:pt x="222504" y="310895"/>
                </a:lnTo>
                <a:close/>
              </a:path>
              <a:path w="554989" h="565785">
                <a:moveTo>
                  <a:pt x="422631" y="271271"/>
                </a:moveTo>
                <a:lnTo>
                  <a:pt x="390144" y="271271"/>
                </a:lnTo>
                <a:lnTo>
                  <a:pt x="390144" y="201167"/>
                </a:lnTo>
                <a:lnTo>
                  <a:pt x="422148" y="201167"/>
                </a:lnTo>
                <a:lnTo>
                  <a:pt x="422265" y="247126"/>
                </a:lnTo>
                <a:lnTo>
                  <a:pt x="422364" y="259460"/>
                </a:lnTo>
                <a:lnTo>
                  <a:pt x="422631" y="271271"/>
                </a:lnTo>
                <a:close/>
              </a:path>
              <a:path w="554989" h="565785">
                <a:moveTo>
                  <a:pt x="390144" y="306323"/>
                </a:moveTo>
                <a:lnTo>
                  <a:pt x="390144" y="284987"/>
                </a:lnTo>
                <a:lnTo>
                  <a:pt x="423202" y="284987"/>
                </a:lnTo>
                <a:lnTo>
                  <a:pt x="423672" y="292607"/>
                </a:lnTo>
                <a:lnTo>
                  <a:pt x="390144" y="306323"/>
                </a:lnTo>
                <a:close/>
              </a:path>
              <a:path w="554989" h="565785">
                <a:moveTo>
                  <a:pt x="179832" y="355092"/>
                </a:moveTo>
                <a:lnTo>
                  <a:pt x="160020" y="335280"/>
                </a:lnTo>
                <a:lnTo>
                  <a:pt x="411480" y="335280"/>
                </a:lnTo>
                <a:lnTo>
                  <a:pt x="432816" y="313943"/>
                </a:lnTo>
                <a:lnTo>
                  <a:pt x="469392" y="348996"/>
                </a:lnTo>
                <a:lnTo>
                  <a:pt x="201168" y="348996"/>
                </a:lnTo>
                <a:lnTo>
                  <a:pt x="179832" y="355092"/>
                </a:lnTo>
                <a:close/>
              </a:path>
              <a:path w="554989" h="565785">
                <a:moveTo>
                  <a:pt x="82296" y="565403"/>
                </a:moveTo>
                <a:lnTo>
                  <a:pt x="79248" y="554736"/>
                </a:lnTo>
                <a:lnTo>
                  <a:pt x="128784" y="543751"/>
                </a:lnTo>
                <a:lnTo>
                  <a:pt x="176710" y="529035"/>
                </a:lnTo>
                <a:lnTo>
                  <a:pt x="222881" y="510515"/>
                </a:lnTo>
                <a:lnTo>
                  <a:pt x="267151" y="488118"/>
                </a:lnTo>
                <a:lnTo>
                  <a:pt x="309372" y="461772"/>
                </a:lnTo>
                <a:lnTo>
                  <a:pt x="287059" y="437721"/>
                </a:lnTo>
                <a:lnTo>
                  <a:pt x="265747" y="411099"/>
                </a:lnTo>
                <a:lnTo>
                  <a:pt x="245292" y="381619"/>
                </a:lnTo>
                <a:lnTo>
                  <a:pt x="225552" y="348996"/>
                </a:lnTo>
                <a:lnTo>
                  <a:pt x="237744" y="348996"/>
                </a:lnTo>
                <a:lnTo>
                  <a:pt x="259722" y="378785"/>
                </a:lnTo>
                <a:lnTo>
                  <a:pt x="282130" y="404431"/>
                </a:lnTo>
                <a:lnTo>
                  <a:pt x="304823" y="426362"/>
                </a:lnTo>
                <a:lnTo>
                  <a:pt x="327660" y="445008"/>
                </a:lnTo>
                <a:lnTo>
                  <a:pt x="372940" y="445008"/>
                </a:lnTo>
                <a:lnTo>
                  <a:pt x="372356" y="445627"/>
                </a:lnTo>
                <a:lnTo>
                  <a:pt x="352044" y="464820"/>
                </a:lnTo>
                <a:lnTo>
                  <a:pt x="387550" y="483108"/>
                </a:lnTo>
                <a:lnTo>
                  <a:pt x="330708" y="483108"/>
                </a:lnTo>
                <a:lnTo>
                  <a:pt x="284098" y="507467"/>
                </a:lnTo>
                <a:lnTo>
                  <a:pt x="235805" y="527657"/>
                </a:lnTo>
                <a:lnTo>
                  <a:pt x="185976" y="543897"/>
                </a:lnTo>
                <a:lnTo>
                  <a:pt x="134758" y="556406"/>
                </a:lnTo>
                <a:lnTo>
                  <a:pt x="82296" y="565403"/>
                </a:lnTo>
                <a:close/>
              </a:path>
              <a:path w="554989" h="565785">
                <a:moveTo>
                  <a:pt x="372940" y="445008"/>
                </a:moveTo>
                <a:lnTo>
                  <a:pt x="327660" y="445008"/>
                </a:lnTo>
                <a:lnTo>
                  <a:pt x="350805" y="421862"/>
                </a:lnTo>
                <a:lnTo>
                  <a:pt x="372237" y="398145"/>
                </a:lnTo>
                <a:lnTo>
                  <a:pt x="391953" y="373856"/>
                </a:lnTo>
                <a:lnTo>
                  <a:pt x="409956" y="348996"/>
                </a:lnTo>
                <a:lnTo>
                  <a:pt x="469392" y="348996"/>
                </a:lnTo>
                <a:lnTo>
                  <a:pt x="445008" y="361188"/>
                </a:lnTo>
                <a:lnTo>
                  <a:pt x="418695" y="394096"/>
                </a:lnTo>
                <a:lnTo>
                  <a:pt x="394525" y="422148"/>
                </a:lnTo>
                <a:lnTo>
                  <a:pt x="372940" y="445008"/>
                </a:lnTo>
                <a:close/>
              </a:path>
              <a:path w="554989" h="565785">
                <a:moveTo>
                  <a:pt x="510540" y="557784"/>
                </a:moveTo>
                <a:lnTo>
                  <a:pt x="456509" y="545258"/>
                </a:lnTo>
                <a:lnTo>
                  <a:pt x="408622" y="528447"/>
                </a:lnTo>
                <a:lnTo>
                  <a:pt x="366736" y="507634"/>
                </a:lnTo>
                <a:lnTo>
                  <a:pt x="330708" y="483108"/>
                </a:lnTo>
                <a:lnTo>
                  <a:pt x="387550" y="483108"/>
                </a:lnTo>
                <a:lnTo>
                  <a:pt x="393144" y="485989"/>
                </a:lnTo>
                <a:lnTo>
                  <a:pt x="440817" y="501586"/>
                </a:lnTo>
                <a:lnTo>
                  <a:pt x="494776" y="511754"/>
                </a:lnTo>
                <a:lnTo>
                  <a:pt x="554736" y="516636"/>
                </a:lnTo>
                <a:lnTo>
                  <a:pt x="554736" y="527303"/>
                </a:lnTo>
                <a:lnTo>
                  <a:pt x="538186" y="531852"/>
                </a:lnTo>
                <a:lnTo>
                  <a:pt x="525208" y="538543"/>
                </a:lnTo>
                <a:lnTo>
                  <a:pt x="515945" y="547235"/>
                </a:lnTo>
                <a:lnTo>
                  <a:pt x="510540" y="557784"/>
                </a:lnTo>
                <a:close/>
              </a:path>
            </a:pathLst>
          </a:custGeom>
          <a:solidFill>
            <a:srgbClr val="3333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5795771" y="1271016"/>
            <a:ext cx="448309" cy="548640"/>
          </a:xfrm>
          <a:custGeom>
            <a:avLst/>
            <a:gdLst/>
            <a:ahLst/>
            <a:cxnLst/>
            <a:rect l="l" t="t" r="r" b="b"/>
            <a:pathLst>
              <a:path w="448310" h="548639">
                <a:moveTo>
                  <a:pt x="103632" y="117348"/>
                </a:moveTo>
                <a:lnTo>
                  <a:pt x="94488" y="117348"/>
                </a:lnTo>
                <a:lnTo>
                  <a:pt x="89916" y="111252"/>
                </a:lnTo>
                <a:lnTo>
                  <a:pt x="86868" y="96012"/>
                </a:lnTo>
                <a:lnTo>
                  <a:pt x="78819" y="77462"/>
                </a:lnTo>
                <a:lnTo>
                  <a:pt x="68199" y="56197"/>
                </a:lnTo>
                <a:lnTo>
                  <a:pt x="54721" y="32361"/>
                </a:lnTo>
                <a:lnTo>
                  <a:pt x="38100" y="6096"/>
                </a:lnTo>
                <a:lnTo>
                  <a:pt x="45720" y="0"/>
                </a:lnTo>
                <a:lnTo>
                  <a:pt x="85534" y="25146"/>
                </a:lnTo>
                <a:lnTo>
                  <a:pt x="115323" y="53673"/>
                </a:lnTo>
                <a:lnTo>
                  <a:pt x="124968" y="74676"/>
                </a:lnTo>
                <a:lnTo>
                  <a:pt x="124372" y="80676"/>
                </a:lnTo>
                <a:lnTo>
                  <a:pt x="122491" y="87249"/>
                </a:lnTo>
                <a:lnTo>
                  <a:pt x="119181" y="94392"/>
                </a:lnTo>
                <a:lnTo>
                  <a:pt x="114300" y="102108"/>
                </a:lnTo>
                <a:lnTo>
                  <a:pt x="108204" y="112776"/>
                </a:lnTo>
                <a:lnTo>
                  <a:pt x="103632" y="117348"/>
                </a:lnTo>
                <a:close/>
              </a:path>
              <a:path w="448310" h="548639">
                <a:moveTo>
                  <a:pt x="201168" y="83820"/>
                </a:moveTo>
                <a:lnTo>
                  <a:pt x="179831" y="62484"/>
                </a:lnTo>
                <a:lnTo>
                  <a:pt x="387096" y="62484"/>
                </a:lnTo>
                <a:lnTo>
                  <a:pt x="406908" y="33528"/>
                </a:lnTo>
                <a:lnTo>
                  <a:pt x="448056" y="67056"/>
                </a:lnTo>
                <a:lnTo>
                  <a:pt x="435746" y="77724"/>
                </a:lnTo>
                <a:lnTo>
                  <a:pt x="259080" y="77724"/>
                </a:lnTo>
                <a:lnTo>
                  <a:pt x="243387" y="78033"/>
                </a:lnTo>
                <a:lnTo>
                  <a:pt x="228409" y="79057"/>
                </a:lnTo>
                <a:lnTo>
                  <a:pt x="214288" y="80938"/>
                </a:lnTo>
                <a:lnTo>
                  <a:pt x="201168" y="83820"/>
                </a:lnTo>
                <a:close/>
              </a:path>
              <a:path w="448310" h="548639">
                <a:moveTo>
                  <a:pt x="423977" y="486156"/>
                </a:moveTo>
                <a:lnTo>
                  <a:pt x="364236" y="486156"/>
                </a:lnTo>
                <a:lnTo>
                  <a:pt x="375356" y="485870"/>
                </a:lnTo>
                <a:lnTo>
                  <a:pt x="383476" y="482727"/>
                </a:lnTo>
                <a:lnTo>
                  <a:pt x="388453" y="476726"/>
                </a:lnTo>
                <a:lnTo>
                  <a:pt x="390144" y="467868"/>
                </a:lnTo>
                <a:lnTo>
                  <a:pt x="390144" y="77724"/>
                </a:lnTo>
                <a:lnTo>
                  <a:pt x="435746" y="77724"/>
                </a:lnTo>
                <a:lnTo>
                  <a:pt x="425196" y="86868"/>
                </a:lnTo>
                <a:lnTo>
                  <a:pt x="425196" y="473964"/>
                </a:lnTo>
                <a:lnTo>
                  <a:pt x="423977" y="486156"/>
                </a:lnTo>
                <a:close/>
              </a:path>
              <a:path w="448310" h="548639">
                <a:moveTo>
                  <a:pt x="0" y="548640"/>
                </a:moveTo>
                <a:lnTo>
                  <a:pt x="1031" y="498919"/>
                </a:lnTo>
                <a:lnTo>
                  <a:pt x="1731" y="460394"/>
                </a:lnTo>
                <a:lnTo>
                  <a:pt x="2414" y="411699"/>
                </a:lnTo>
                <a:lnTo>
                  <a:pt x="2826" y="365569"/>
                </a:lnTo>
                <a:lnTo>
                  <a:pt x="3011" y="295656"/>
                </a:lnTo>
                <a:lnTo>
                  <a:pt x="2786" y="239077"/>
                </a:lnTo>
                <a:lnTo>
                  <a:pt x="2079" y="182880"/>
                </a:lnTo>
                <a:lnTo>
                  <a:pt x="1119" y="138493"/>
                </a:lnTo>
                <a:lnTo>
                  <a:pt x="0" y="103632"/>
                </a:lnTo>
                <a:lnTo>
                  <a:pt x="59436" y="137160"/>
                </a:lnTo>
                <a:lnTo>
                  <a:pt x="38100" y="150876"/>
                </a:lnTo>
                <a:lnTo>
                  <a:pt x="38100" y="531876"/>
                </a:lnTo>
                <a:lnTo>
                  <a:pt x="0" y="548640"/>
                </a:lnTo>
                <a:close/>
              </a:path>
              <a:path w="448310" h="548639">
                <a:moveTo>
                  <a:pt x="328221" y="208788"/>
                </a:moveTo>
                <a:lnTo>
                  <a:pt x="277368" y="208788"/>
                </a:lnTo>
                <a:lnTo>
                  <a:pt x="294131" y="182880"/>
                </a:lnTo>
                <a:lnTo>
                  <a:pt x="328221" y="208788"/>
                </a:lnTo>
                <a:close/>
              </a:path>
              <a:path w="448310" h="548639">
                <a:moveTo>
                  <a:pt x="112776" y="423671"/>
                </a:moveTo>
                <a:lnTo>
                  <a:pt x="113657" y="389096"/>
                </a:lnTo>
                <a:lnTo>
                  <a:pt x="114109" y="356235"/>
                </a:lnTo>
                <a:lnTo>
                  <a:pt x="114205" y="338328"/>
                </a:lnTo>
                <a:lnTo>
                  <a:pt x="114276" y="268200"/>
                </a:lnTo>
                <a:lnTo>
                  <a:pt x="114109" y="240601"/>
                </a:lnTo>
                <a:lnTo>
                  <a:pt x="113657" y="212717"/>
                </a:lnTo>
                <a:lnTo>
                  <a:pt x="112776" y="184404"/>
                </a:lnTo>
                <a:lnTo>
                  <a:pt x="147828" y="208788"/>
                </a:lnTo>
                <a:lnTo>
                  <a:pt x="328221" y="208788"/>
                </a:lnTo>
                <a:lnTo>
                  <a:pt x="332232" y="211836"/>
                </a:lnTo>
                <a:lnTo>
                  <a:pt x="320594" y="222504"/>
                </a:lnTo>
                <a:lnTo>
                  <a:pt x="147828" y="222504"/>
                </a:lnTo>
                <a:lnTo>
                  <a:pt x="147828" y="364236"/>
                </a:lnTo>
                <a:lnTo>
                  <a:pt x="314119" y="364236"/>
                </a:lnTo>
                <a:lnTo>
                  <a:pt x="314134" y="365569"/>
                </a:lnTo>
                <a:lnTo>
                  <a:pt x="314511" y="379476"/>
                </a:lnTo>
                <a:lnTo>
                  <a:pt x="147828" y="379476"/>
                </a:lnTo>
                <a:lnTo>
                  <a:pt x="147828" y="409956"/>
                </a:lnTo>
                <a:lnTo>
                  <a:pt x="112776" y="423671"/>
                </a:lnTo>
                <a:close/>
              </a:path>
              <a:path w="448310" h="548639">
                <a:moveTo>
                  <a:pt x="314119" y="364236"/>
                </a:moveTo>
                <a:lnTo>
                  <a:pt x="280416" y="364236"/>
                </a:lnTo>
                <a:lnTo>
                  <a:pt x="280416" y="222504"/>
                </a:lnTo>
                <a:lnTo>
                  <a:pt x="320594" y="222504"/>
                </a:lnTo>
                <a:lnTo>
                  <a:pt x="313943" y="228600"/>
                </a:lnTo>
                <a:lnTo>
                  <a:pt x="314069" y="359859"/>
                </a:lnTo>
                <a:lnTo>
                  <a:pt x="314119" y="364236"/>
                </a:lnTo>
                <a:close/>
              </a:path>
              <a:path w="448310" h="548639">
                <a:moveTo>
                  <a:pt x="280416" y="414528"/>
                </a:moveTo>
                <a:lnTo>
                  <a:pt x="280416" y="379476"/>
                </a:lnTo>
                <a:lnTo>
                  <a:pt x="314511" y="379476"/>
                </a:lnTo>
                <a:lnTo>
                  <a:pt x="314586" y="382262"/>
                </a:lnTo>
                <a:lnTo>
                  <a:pt x="315467" y="400812"/>
                </a:lnTo>
                <a:lnTo>
                  <a:pt x="280416" y="414528"/>
                </a:lnTo>
                <a:close/>
              </a:path>
              <a:path w="448310" h="548639">
                <a:moveTo>
                  <a:pt x="365760" y="548640"/>
                </a:moveTo>
                <a:lnTo>
                  <a:pt x="360640" y="528637"/>
                </a:lnTo>
                <a:lnTo>
                  <a:pt x="345376" y="512064"/>
                </a:lnTo>
                <a:lnTo>
                  <a:pt x="320111" y="498919"/>
                </a:lnTo>
                <a:lnTo>
                  <a:pt x="284988" y="489204"/>
                </a:lnTo>
                <a:lnTo>
                  <a:pt x="284988" y="478536"/>
                </a:lnTo>
                <a:lnTo>
                  <a:pt x="309586" y="481441"/>
                </a:lnTo>
                <a:lnTo>
                  <a:pt x="330898" y="483489"/>
                </a:lnTo>
                <a:lnTo>
                  <a:pt x="364236" y="486156"/>
                </a:lnTo>
                <a:lnTo>
                  <a:pt x="423977" y="486156"/>
                </a:lnTo>
                <a:lnTo>
                  <a:pt x="422338" y="502562"/>
                </a:lnTo>
                <a:lnTo>
                  <a:pt x="411480" y="524446"/>
                </a:lnTo>
                <a:lnTo>
                  <a:pt x="392620" y="539757"/>
                </a:lnTo>
                <a:lnTo>
                  <a:pt x="365760" y="548640"/>
                </a:lnTo>
                <a:close/>
              </a:path>
            </a:pathLst>
          </a:custGeom>
          <a:solidFill>
            <a:srgbClr val="3333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" name="object 15"/>
          <p:cNvSpPr/>
          <p:nvPr/>
        </p:nvSpPr>
        <p:spPr>
          <a:xfrm>
            <a:off x="6338315" y="1281683"/>
            <a:ext cx="558165" cy="541020"/>
          </a:xfrm>
          <a:custGeom>
            <a:avLst/>
            <a:gdLst/>
            <a:ahLst/>
            <a:cxnLst/>
            <a:rect l="l" t="t" r="r" b="b"/>
            <a:pathLst>
              <a:path w="558165" h="541019">
                <a:moveTo>
                  <a:pt x="298704" y="50292"/>
                </a:moveTo>
                <a:lnTo>
                  <a:pt x="277368" y="28956"/>
                </a:lnTo>
                <a:lnTo>
                  <a:pt x="486156" y="28956"/>
                </a:lnTo>
                <a:lnTo>
                  <a:pt x="515112" y="0"/>
                </a:lnTo>
                <a:lnTo>
                  <a:pt x="553212" y="42672"/>
                </a:lnTo>
                <a:lnTo>
                  <a:pt x="356616" y="42672"/>
                </a:lnTo>
                <a:lnTo>
                  <a:pt x="341780" y="43219"/>
                </a:lnTo>
                <a:lnTo>
                  <a:pt x="327088" y="44767"/>
                </a:lnTo>
                <a:lnTo>
                  <a:pt x="312681" y="47172"/>
                </a:lnTo>
                <a:lnTo>
                  <a:pt x="298704" y="50292"/>
                </a:lnTo>
                <a:close/>
              </a:path>
              <a:path w="558165" h="541019">
                <a:moveTo>
                  <a:pt x="259641" y="25908"/>
                </a:moveTo>
                <a:lnTo>
                  <a:pt x="213360" y="25908"/>
                </a:lnTo>
                <a:lnTo>
                  <a:pt x="230124" y="1524"/>
                </a:lnTo>
                <a:lnTo>
                  <a:pt x="259641" y="25908"/>
                </a:lnTo>
                <a:close/>
              </a:path>
              <a:path w="558165" h="541019">
                <a:moveTo>
                  <a:pt x="71628" y="231648"/>
                </a:moveTo>
                <a:lnTo>
                  <a:pt x="73723" y="175641"/>
                </a:lnTo>
                <a:lnTo>
                  <a:pt x="74553" y="131064"/>
                </a:lnTo>
                <a:lnTo>
                  <a:pt x="74608" y="109728"/>
                </a:lnTo>
                <a:lnTo>
                  <a:pt x="74391" y="87034"/>
                </a:lnTo>
                <a:lnTo>
                  <a:pt x="73723" y="59436"/>
                </a:lnTo>
                <a:lnTo>
                  <a:pt x="72613" y="28956"/>
                </a:lnTo>
                <a:lnTo>
                  <a:pt x="71628" y="6096"/>
                </a:lnTo>
                <a:lnTo>
                  <a:pt x="105156" y="25908"/>
                </a:lnTo>
                <a:lnTo>
                  <a:pt x="259641" y="25908"/>
                </a:lnTo>
                <a:lnTo>
                  <a:pt x="265175" y="30480"/>
                </a:lnTo>
                <a:lnTo>
                  <a:pt x="255117" y="39624"/>
                </a:lnTo>
                <a:lnTo>
                  <a:pt x="105156" y="39624"/>
                </a:lnTo>
                <a:lnTo>
                  <a:pt x="105156" y="109728"/>
                </a:lnTo>
                <a:lnTo>
                  <a:pt x="248868" y="109728"/>
                </a:lnTo>
                <a:lnTo>
                  <a:pt x="249081" y="123444"/>
                </a:lnTo>
                <a:lnTo>
                  <a:pt x="105156" y="123444"/>
                </a:lnTo>
                <a:lnTo>
                  <a:pt x="105156" y="190500"/>
                </a:lnTo>
                <a:lnTo>
                  <a:pt x="250741" y="190500"/>
                </a:lnTo>
                <a:lnTo>
                  <a:pt x="251294" y="205740"/>
                </a:lnTo>
                <a:lnTo>
                  <a:pt x="105156" y="205740"/>
                </a:lnTo>
                <a:lnTo>
                  <a:pt x="105156" y="219455"/>
                </a:lnTo>
                <a:lnTo>
                  <a:pt x="71628" y="231648"/>
                </a:lnTo>
                <a:close/>
              </a:path>
              <a:path w="558165" h="541019">
                <a:moveTo>
                  <a:pt x="248868" y="109728"/>
                </a:moveTo>
                <a:lnTo>
                  <a:pt x="217932" y="109728"/>
                </a:lnTo>
                <a:lnTo>
                  <a:pt x="217932" y="39624"/>
                </a:lnTo>
                <a:lnTo>
                  <a:pt x="255117" y="39624"/>
                </a:lnTo>
                <a:lnTo>
                  <a:pt x="248412" y="45720"/>
                </a:lnTo>
                <a:lnTo>
                  <a:pt x="248673" y="97155"/>
                </a:lnTo>
                <a:lnTo>
                  <a:pt x="248868" y="109728"/>
                </a:lnTo>
                <a:close/>
              </a:path>
              <a:path w="558165" h="541019">
                <a:moveTo>
                  <a:pt x="385572" y="112776"/>
                </a:moveTo>
                <a:lnTo>
                  <a:pt x="373380" y="112776"/>
                </a:lnTo>
                <a:lnTo>
                  <a:pt x="377642" y="94749"/>
                </a:lnTo>
                <a:lnTo>
                  <a:pt x="381190" y="77152"/>
                </a:lnTo>
                <a:lnTo>
                  <a:pt x="383881" y="59840"/>
                </a:lnTo>
                <a:lnTo>
                  <a:pt x="385572" y="42672"/>
                </a:lnTo>
                <a:lnTo>
                  <a:pt x="426719" y="42672"/>
                </a:lnTo>
                <a:lnTo>
                  <a:pt x="420076" y="52125"/>
                </a:lnTo>
                <a:lnTo>
                  <a:pt x="411289" y="66865"/>
                </a:lnTo>
                <a:lnTo>
                  <a:pt x="399930" y="87034"/>
                </a:lnTo>
                <a:lnTo>
                  <a:pt x="385572" y="112776"/>
                </a:lnTo>
                <a:close/>
              </a:path>
              <a:path w="558165" h="541019">
                <a:moveTo>
                  <a:pt x="522986" y="112776"/>
                </a:moveTo>
                <a:lnTo>
                  <a:pt x="477012" y="112776"/>
                </a:lnTo>
                <a:lnTo>
                  <a:pt x="493776" y="89916"/>
                </a:lnTo>
                <a:lnTo>
                  <a:pt x="522986" y="112776"/>
                </a:lnTo>
                <a:close/>
              </a:path>
              <a:path w="558165" h="541019">
                <a:moveTo>
                  <a:pt x="309372" y="344424"/>
                </a:moveTo>
                <a:lnTo>
                  <a:pt x="310253" y="317849"/>
                </a:lnTo>
                <a:lnTo>
                  <a:pt x="310705" y="288417"/>
                </a:lnTo>
                <a:lnTo>
                  <a:pt x="310822" y="175641"/>
                </a:lnTo>
                <a:lnTo>
                  <a:pt x="310705" y="152400"/>
                </a:lnTo>
                <a:lnTo>
                  <a:pt x="310253" y="121539"/>
                </a:lnTo>
                <a:lnTo>
                  <a:pt x="309372" y="92964"/>
                </a:lnTo>
                <a:lnTo>
                  <a:pt x="342900" y="112776"/>
                </a:lnTo>
                <a:lnTo>
                  <a:pt x="522986" y="112776"/>
                </a:lnTo>
                <a:lnTo>
                  <a:pt x="528828" y="117348"/>
                </a:lnTo>
                <a:lnTo>
                  <a:pt x="517652" y="126492"/>
                </a:lnTo>
                <a:lnTo>
                  <a:pt x="342900" y="126492"/>
                </a:lnTo>
                <a:lnTo>
                  <a:pt x="342900" y="324612"/>
                </a:lnTo>
                <a:lnTo>
                  <a:pt x="309372" y="344424"/>
                </a:lnTo>
                <a:close/>
              </a:path>
              <a:path w="558165" h="541019">
                <a:moveTo>
                  <a:pt x="250741" y="190500"/>
                </a:moveTo>
                <a:lnTo>
                  <a:pt x="217932" y="190500"/>
                </a:lnTo>
                <a:lnTo>
                  <a:pt x="217932" y="123444"/>
                </a:lnTo>
                <a:lnTo>
                  <a:pt x="249081" y="123444"/>
                </a:lnTo>
                <a:lnTo>
                  <a:pt x="249364" y="141732"/>
                </a:lnTo>
                <a:lnTo>
                  <a:pt x="250340" y="179451"/>
                </a:lnTo>
                <a:lnTo>
                  <a:pt x="250741" y="190500"/>
                </a:lnTo>
                <a:close/>
              </a:path>
              <a:path w="558165" h="541019">
                <a:moveTo>
                  <a:pt x="481584" y="336804"/>
                </a:moveTo>
                <a:lnTo>
                  <a:pt x="481584" y="126492"/>
                </a:lnTo>
                <a:lnTo>
                  <a:pt x="517652" y="126492"/>
                </a:lnTo>
                <a:lnTo>
                  <a:pt x="512064" y="131064"/>
                </a:lnTo>
                <a:lnTo>
                  <a:pt x="512064" y="245364"/>
                </a:lnTo>
                <a:lnTo>
                  <a:pt x="512325" y="257675"/>
                </a:lnTo>
                <a:lnTo>
                  <a:pt x="513105" y="276010"/>
                </a:lnTo>
                <a:lnTo>
                  <a:pt x="514027" y="295655"/>
                </a:lnTo>
                <a:lnTo>
                  <a:pt x="515112" y="320040"/>
                </a:lnTo>
                <a:lnTo>
                  <a:pt x="481584" y="336804"/>
                </a:lnTo>
                <a:close/>
              </a:path>
              <a:path w="558165" h="541019">
                <a:moveTo>
                  <a:pt x="263651" y="475487"/>
                </a:moveTo>
                <a:lnTo>
                  <a:pt x="259080" y="467868"/>
                </a:lnTo>
                <a:lnTo>
                  <a:pt x="291917" y="449294"/>
                </a:lnTo>
                <a:lnTo>
                  <a:pt x="319468" y="430149"/>
                </a:lnTo>
                <a:lnTo>
                  <a:pt x="358140" y="390144"/>
                </a:lnTo>
                <a:lnTo>
                  <a:pt x="379666" y="344614"/>
                </a:lnTo>
                <a:lnTo>
                  <a:pt x="388620" y="291084"/>
                </a:lnTo>
                <a:lnTo>
                  <a:pt x="391042" y="231648"/>
                </a:lnTo>
                <a:lnTo>
                  <a:pt x="390977" y="196786"/>
                </a:lnTo>
                <a:lnTo>
                  <a:pt x="390144" y="163068"/>
                </a:lnTo>
                <a:lnTo>
                  <a:pt x="443484" y="188976"/>
                </a:lnTo>
                <a:lnTo>
                  <a:pt x="423672" y="205740"/>
                </a:lnTo>
                <a:lnTo>
                  <a:pt x="422838" y="252079"/>
                </a:lnTo>
                <a:lnTo>
                  <a:pt x="420433" y="290703"/>
                </a:lnTo>
                <a:lnTo>
                  <a:pt x="411480" y="345948"/>
                </a:lnTo>
                <a:lnTo>
                  <a:pt x="394335" y="383667"/>
                </a:lnTo>
                <a:lnTo>
                  <a:pt x="365760" y="419100"/>
                </a:lnTo>
                <a:lnTo>
                  <a:pt x="322135" y="449580"/>
                </a:lnTo>
                <a:lnTo>
                  <a:pt x="294701" y="463296"/>
                </a:lnTo>
                <a:lnTo>
                  <a:pt x="263651" y="475487"/>
                </a:lnTo>
                <a:close/>
              </a:path>
              <a:path w="558165" h="541019">
                <a:moveTo>
                  <a:pt x="217932" y="227076"/>
                </a:moveTo>
                <a:lnTo>
                  <a:pt x="217932" y="205740"/>
                </a:lnTo>
                <a:lnTo>
                  <a:pt x="251294" y="205740"/>
                </a:lnTo>
                <a:lnTo>
                  <a:pt x="251460" y="210312"/>
                </a:lnTo>
                <a:lnTo>
                  <a:pt x="217932" y="227076"/>
                </a:lnTo>
                <a:close/>
              </a:path>
              <a:path w="558165" h="541019">
                <a:moveTo>
                  <a:pt x="41148" y="278892"/>
                </a:moveTo>
                <a:lnTo>
                  <a:pt x="19812" y="257555"/>
                </a:lnTo>
                <a:lnTo>
                  <a:pt x="230124" y="257555"/>
                </a:lnTo>
                <a:lnTo>
                  <a:pt x="259080" y="228600"/>
                </a:lnTo>
                <a:lnTo>
                  <a:pt x="297180" y="272796"/>
                </a:lnTo>
                <a:lnTo>
                  <a:pt x="99060" y="272796"/>
                </a:lnTo>
                <a:lnTo>
                  <a:pt x="83367" y="273105"/>
                </a:lnTo>
                <a:lnTo>
                  <a:pt x="68389" y="274129"/>
                </a:lnTo>
                <a:lnTo>
                  <a:pt x="54268" y="276010"/>
                </a:lnTo>
                <a:lnTo>
                  <a:pt x="41148" y="278892"/>
                </a:lnTo>
                <a:close/>
              </a:path>
              <a:path w="558165" h="541019">
                <a:moveTo>
                  <a:pt x="179832" y="454152"/>
                </a:moveTo>
                <a:lnTo>
                  <a:pt x="147828" y="454152"/>
                </a:lnTo>
                <a:lnTo>
                  <a:pt x="147828" y="272796"/>
                </a:lnTo>
                <a:lnTo>
                  <a:pt x="179832" y="272796"/>
                </a:lnTo>
                <a:lnTo>
                  <a:pt x="179832" y="356616"/>
                </a:lnTo>
                <a:lnTo>
                  <a:pt x="275844" y="356616"/>
                </a:lnTo>
                <a:lnTo>
                  <a:pt x="288036" y="370332"/>
                </a:lnTo>
                <a:lnTo>
                  <a:pt x="179832" y="370332"/>
                </a:lnTo>
                <a:lnTo>
                  <a:pt x="179832" y="454152"/>
                </a:lnTo>
                <a:close/>
              </a:path>
              <a:path w="558165" h="541019">
                <a:moveTo>
                  <a:pt x="7620" y="541020"/>
                </a:moveTo>
                <a:lnTo>
                  <a:pt x="0" y="534924"/>
                </a:lnTo>
                <a:lnTo>
                  <a:pt x="13763" y="508873"/>
                </a:lnTo>
                <a:lnTo>
                  <a:pt x="25527" y="480822"/>
                </a:lnTo>
                <a:lnTo>
                  <a:pt x="44196" y="417576"/>
                </a:lnTo>
                <a:lnTo>
                  <a:pt x="56769" y="352615"/>
                </a:lnTo>
                <a:lnTo>
                  <a:pt x="62484" y="295655"/>
                </a:lnTo>
                <a:lnTo>
                  <a:pt x="109728" y="320040"/>
                </a:lnTo>
                <a:lnTo>
                  <a:pt x="101155" y="327207"/>
                </a:lnTo>
                <a:lnTo>
                  <a:pt x="93726" y="341947"/>
                </a:lnTo>
                <a:lnTo>
                  <a:pt x="87439" y="364402"/>
                </a:lnTo>
                <a:lnTo>
                  <a:pt x="82296" y="394716"/>
                </a:lnTo>
                <a:lnTo>
                  <a:pt x="94224" y="408432"/>
                </a:lnTo>
                <a:lnTo>
                  <a:pt x="76200" y="408432"/>
                </a:lnTo>
                <a:lnTo>
                  <a:pt x="61626" y="449294"/>
                </a:lnTo>
                <a:lnTo>
                  <a:pt x="45339" y="485013"/>
                </a:lnTo>
                <a:lnTo>
                  <a:pt x="27336" y="515588"/>
                </a:lnTo>
                <a:lnTo>
                  <a:pt x="7620" y="541020"/>
                </a:lnTo>
                <a:close/>
              </a:path>
              <a:path w="558165" h="541019">
                <a:moveTo>
                  <a:pt x="275844" y="356616"/>
                </a:moveTo>
                <a:lnTo>
                  <a:pt x="225552" y="356616"/>
                </a:lnTo>
                <a:lnTo>
                  <a:pt x="251460" y="329184"/>
                </a:lnTo>
                <a:lnTo>
                  <a:pt x="275844" y="356616"/>
                </a:lnTo>
                <a:close/>
              </a:path>
              <a:path w="558165" h="541019">
                <a:moveTo>
                  <a:pt x="522732" y="458724"/>
                </a:moveTo>
                <a:lnTo>
                  <a:pt x="519684" y="458724"/>
                </a:lnTo>
                <a:lnTo>
                  <a:pt x="516850" y="457271"/>
                </a:lnTo>
                <a:lnTo>
                  <a:pt x="513016" y="452818"/>
                </a:lnTo>
                <a:lnTo>
                  <a:pt x="508325" y="445222"/>
                </a:lnTo>
                <a:lnTo>
                  <a:pt x="502919" y="434340"/>
                </a:lnTo>
                <a:lnTo>
                  <a:pt x="490680" y="416933"/>
                </a:lnTo>
                <a:lnTo>
                  <a:pt x="472440" y="396811"/>
                </a:lnTo>
                <a:lnTo>
                  <a:pt x="448484" y="374118"/>
                </a:lnTo>
                <a:lnTo>
                  <a:pt x="419100" y="348996"/>
                </a:lnTo>
                <a:lnTo>
                  <a:pt x="423672" y="341376"/>
                </a:lnTo>
                <a:lnTo>
                  <a:pt x="465129" y="361354"/>
                </a:lnTo>
                <a:lnTo>
                  <a:pt x="516040" y="390453"/>
                </a:lnTo>
                <a:lnTo>
                  <a:pt x="533400" y="423672"/>
                </a:lnTo>
                <a:lnTo>
                  <a:pt x="533323" y="430149"/>
                </a:lnTo>
                <a:lnTo>
                  <a:pt x="531876" y="437387"/>
                </a:lnTo>
                <a:lnTo>
                  <a:pt x="528828" y="446532"/>
                </a:lnTo>
                <a:lnTo>
                  <a:pt x="525780" y="454152"/>
                </a:lnTo>
                <a:lnTo>
                  <a:pt x="522732" y="458724"/>
                </a:lnTo>
                <a:close/>
              </a:path>
              <a:path w="558165" h="541019">
                <a:moveTo>
                  <a:pt x="436363" y="524609"/>
                </a:moveTo>
                <a:lnTo>
                  <a:pt x="372075" y="523792"/>
                </a:lnTo>
                <a:lnTo>
                  <a:pt x="319271" y="521732"/>
                </a:lnTo>
                <a:lnTo>
                  <a:pt x="278026" y="518355"/>
                </a:lnTo>
                <a:lnTo>
                  <a:pt x="219241" y="507301"/>
                </a:lnTo>
                <a:lnTo>
                  <a:pt x="170616" y="491299"/>
                </a:lnTo>
                <a:lnTo>
                  <a:pt x="132564" y="469296"/>
                </a:lnTo>
                <a:lnTo>
                  <a:pt x="95369" y="432720"/>
                </a:lnTo>
                <a:lnTo>
                  <a:pt x="76200" y="408432"/>
                </a:lnTo>
                <a:lnTo>
                  <a:pt x="94224" y="408432"/>
                </a:lnTo>
                <a:lnTo>
                  <a:pt x="95964" y="410432"/>
                </a:lnTo>
                <a:lnTo>
                  <a:pt x="111633" y="425577"/>
                </a:lnTo>
                <a:lnTo>
                  <a:pt x="129016" y="440150"/>
                </a:lnTo>
                <a:lnTo>
                  <a:pt x="147828" y="454152"/>
                </a:lnTo>
                <a:lnTo>
                  <a:pt x="179832" y="454152"/>
                </a:lnTo>
                <a:lnTo>
                  <a:pt x="179832" y="463296"/>
                </a:lnTo>
                <a:lnTo>
                  <a:pt x="244792" y="480441"/>
                </a:lnTo>
                <a:lnTo>
                  <a:pt x="289774" y="484727"/>
                </a:lnTo>
                <a:lnTo>
                  <a:pt x="342900" y="486156"/>
                </a:lnTo>
                <a:lnTo>
                  <a:pt x="554363" y="486203"/>
                </a:lnTo>
                <a:lnTo>
                  <a:pt x="537781" y="493823"/>
                </a:lnTo>
                <a:lnTo>
                  <a:pt x="523494" y="503301"/>
                </a:lnTo>
                <a:lnTo>
                  <a:pt x="514921" y="513349"/>
                </a:lnTo>
                <a:lnTo>
                  <a:pt x="512064" y="524256"/>
                </a:lnTo>
                <a:lnTo>
                  <a:pt x="436363" y="524609"/>
                </a:lnTo>
                <a:close/>
              </a:path>
              <a:path w="558165" h="541019">
                <a:moveTo>
                  <a:pt x="554363" y="486203"/>
                </a:moveTo>
                <a:lnTo>
                  <a:pt x="400050" y="486203"/>
                </a:lnTo>
                <a:lnTo>
                  <a:pt x="454914" y="484251"/>
                </a:lnTo>
                <a:lnTo>
                  <a:pt x="507492" y="480583"/>
                </a:lnTo>
                <a:lnTo>
                  <a:pt x="557784" y="475487"/>
                </a:lnTo>
                <a:lnTo>
                  <a:pt x="557784" y="484632"/>
                </a:lnTo>
                <a:lnTo>
                  <a:pt x="554363" y="486203"/>
                </a:lnTo>
                <a:close/>
              </a:path>
            </a:pathLst>
          </a:custGeom>
          <a:solidFill>
            <a:srgbClr val="3333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" name="object 16"/>
          <p:cNvSpPr/>
          <p:nvPr/>
        </p:nvSpPr>
        <p:spPr>
          <a:xfrm>
            <a:off x="1901951" y="6816852"/>
            <a:ext cx="6456045" cy="82550"/>
          </a:xfrm>
          <a:custGeom>
            <a:avLst/>
            <a:gdLst/>
            <a:ahLst/>
            <a:cxnLst/>
            <a:rect l="l" t="t" r="r" b="b"/>
            <a:pathLst>
              <a:path w="6456045" h="82550">
                <a:moveTo>
                  <a:pt x="6371844" y="82296"/>
                </a:moveTo>
                <a:lnTo>
                  <a:pt x="6371844" y="0"/>
                </a:lnTo>
                <a:lnTo>
                  <a:pt x="6440142" y="33528"/>
                </a:lnTo>
                <a:lnTo>
                  <a:pt x="6385560" y="33528"/>
                </a:lnTo>
                <a:lnTo>
                  <a:pt x="6385560" y="48768"/>
                </a:lnTo>
                <a:lnTo>
                  <a:pt x="6440142" y="48768"/>
                </a:lnTo>
                <a:lnTo>
                  <a:pt x="6371844" y="82296"/>
                </a:lnTo>
                <a:close/>
              </a:path>
              <a:path w="6456045" h="82550">
                <a:moveTo>
                  <a:pt x="6371844" y="48768"/>
                </a:moveTo>
                <a:lnTo>
                  <a:pt x="0" y="48768"/>
                </a:lnTo>
                <a:lnTo>
                  <a:pt x="0" y="33528"/>
                </a:lnTo>
                <a:lnTo>
                  <a:pt x="6371844" y="33528"/>
                </a:lnTo>
                <a:lnTo>
                  <a:pt x="6371844" y="48768"/>
                </a:lnTo>
                <a:close/>
              </a:path>
              <a:path w="6456045" h="82550">
                <a:moveTo>
                  <a:pt x="6440142" y="48768"/>
                </a:moveTo>
                <a:lnTo>
                  <a:pt x="6385560" y="48768"/>
                </a:lnTo>
                <a:lnTo>
                  <a:pt x="6385560" y="33528"/>
                </a:lnTo>
                <a:lnTo>
                  <a:pt x="6440142" y="33528"/>
                </a:lnTo>
                <a:lnTo>
                  <a:pt x="6455664" y="41148"/>
                </a:lnTo>
                <a:lnTo>
                  <a:pt x="6440142" y="4876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7" name="object 17"/>
          <p:cNvGrpSpPr/>
          <p:nvPr/>
        </p:nvGrpSpPr>
        <p:grpSpPr>
          <a:xfrm>
            <a:off x="8470392" y="6716268"/>
            <a:ext cx="370840" cy="134620"/>
            <a:chOff x="8470392" y="6716268"/>
            <a:chExt cx="370840" cy="134620"/>
          </a:xfrm>
        </p:grpSpPr>
        <p:pic>
          <p:nvPicPr>
            <p:cNvPr id="18" name="object 18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8470392" y="6716268"/>
              <a:ext cx="141731" cy="124968"/>
            </a:xfrm>
            <a:prstGeom prst="rect">
              <a:avLst/>
            </a:prstGeom>
          </p:spPr>
        </p:pic>
        <p:pic>
          <p:nvPicPr>
            <p:cNvPr id="19" name="object 19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8631936" y="6749796"/>
              <a:ext cx="208787" cy="100584"/>
            </a:xfrm>
            <a:prstGeom prst="rect">
              <a:avLst/>
            </a:prstGeom>
          </p:spPr>
        </p:pic>
      </p:grpSp>
      <p:grpSp>
        <p:nvGrpSpPr>
          <p:cNvPr id="20" name="object 20"/>
          <p:cNvGrpSpPr/>
          <p:nvPr/>
        </p:nvGrpSpPr>
        <p:grpSpPr>
          <a:xfrm>
            <a:off x="2429255" y="4084320"/>
            <a:ext cx="10795" cy="2775585"/>
            <a:chOff x="2429255" y="4084320"/>
            <a:chExt cx="10795" cy="2775585"/>
          </a:xfrm>
        </p:grpSpPr>
        <p:sp>
          <p:nvSpPr>
            <p:cNvPr id="21" name="object 21"/>
            <p:cNvSpPr/>
            <p:nvPr/>
          </p:nvSpPr>
          <p:spPr>
            <a:xfrm>
              <a:off x="2434589" y="4084320"/>
              <a:ext cx="0" cy="2775585"/>
            </a:xfrm>
            <a:custGeom>
              <a:avLst/>
              <a:gdLst/>
              <a:ahLst/>
              <a:cxnLst/>
              <a:rect l="l" t="t" r="r" b="b"/>
              <a:pathLst>
                <a:path h="2775584">
                  <a:moveTo>
                    <a:pt x="0" y="0"/>
                  </a:moveTo>
                  <a:lnTo>
                    <a:pt x="0" y="2775203"/>
                  </a:lnTo>
                </a:path>
              </a:pathLst>
            </a:custGeom>
            <a:ln w="10668">
              <a:solidFill>
                <a:srgbClr val="000000"/>
              </a:solidFill>
              <a:prstDash val="sysDot"/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" name="object 22"/>
            <p:cNvSpPr/>
            <p:nvPr/>
          </p:nvSpPr>
          <p:spPr>
            <a:xfrm>
              <a:off x="2429255" y="4119372"/>
              <a:ext cx="10795" cy="3175"/>
            </a:xfrm>
            <a:custGeom>
              <a:avLst/>
              <a:gdLst/>
              <a:ahLst/>
              <a:cxnLst/>
              <a:rect l="l" t="t" r="r" b="b"/>
              <a:pathLst>
                <a:path w="10794" h="3175">
                  <a:moveTo>
                    <a:pt x="0" y="3047"/>
                  </a:moveTo>
                  <a:lnTo>
                    <a:pt x="10668" y="3047"/>
                  </a:lnTo>
                  <a:lnTo>
                    <a:pt x="10668" y="0"/>
                  </a:lnTo>
                  <a:lnTo>
                    <a:pt x="0" y="0"/>
                  </a:lnTo>
                  <a:lnTo>
                    <a:pt x="0" y="304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23" name="object 23"/>
          <p:cNvGrpSpPr/>
          <p:nvPr/>
        </p:nvGrpSpPr>
        <p:grpSpPr>
          <a:xfrm>
            <a:off x="2429255" y="3666744"/>
            <a:ext cx="10795" cy="113030"/>
            <a:chOff x="2429255" y="3666744"/>
            <a:chExt cx="10795" cy="113030"/>
          </a:xfrm>
        </p:grpSpPr>
        <p:sp>
          <p:nvSpPr>
            <p:cNvPr id="24" name="object 24"/>
            <p:cNvSpPr/>
            <p:nvPr/>
          </p:nvSpPr>
          <p:spPr>
            <a:xfrm>
              <a:off x="2434589" y="3678936"/>
              <a:ext cx="0" cy="100965"/>
            </a:xfrm>
            <a:custGeom>
              <a:avLst/>
              <a:gdLst/>
              <a:ahLst/>
              <a:cxnLst/>
              <a:rect l="l" t="t" r="r" b="b"/>
              <a:pathLst>
                <a:path h="100964">
                  <a:moveTo>
                    <a:pt x="0" y="0"/>
                  </a:moveTo>
                  <a:lnTo>
                    <a:pt x="0" y="100583"/>
                  </a:lnTo>
                </a:path>
              </a:pathLst>
            </a:custGeom>
            <a:ln w="10668">
              <a:solidFill>
                <a:srgbClr val="000000"/>
              </a:solidFill>
              <a:prstDash val="dot"/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" name="object 25"/>
            <p:cNvSpPr/>
            <p:nvPr/>
          </p:nvSpPr>
          <p:spPr>
            <a:xfrm>
              <a:off x="2429255" y="3666744"/>
              <a:ext cx="10795" cy="1905"/>
            </a:xfrm>
            <a:custGeom>
              <a:avLst/>
              <a:gdLst/>
              <a:ahLst/>
              <a:cxnLst/>
              <a:rect l="l" t="t" r="r" b="b"/>
              <a:pathLst>
                <a:path w="10794" h="1904">
                  <a:moveTo>
                    <a:pt x="0" y="1524"/>
                  </a:moveTo>
                  <a:lnTo>
                    <a:pt x="10668" y="1524"/>
                  </a:lnTo>
                  <a:lnTo>
                    <a:pt x="10668" y="0"/>
                  </a:lnTo>
                  <a:lnTo>
                    <a:pt x="0" y="0"/>
                  </a:lnTo>
                  <a:lnTo>
                    <a:pt x="0" y="1524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26" name="object 26"/>
          <p:cNvGrpSpPr/>
          <p:nvPr/>
        </p:nvGrpSpPr>
        <p:grpSpPr>
          <a:xfrm>
            <a:off x="1897380" y="3363467"/>
            <a:ext cx="10795" cy="3496310"/>
            <a:chOff x="1897380" y="3363467"/>
            <a:chExt cx="10795" cy="3496310"/>
          </a:xfrm>
        </p:grpSpPr>
        <p:sp>
          <p:nvSpPr>
            <p:cNvPr id="27" name="object 27"/>
            <p:cNvSpPr/>
            <p:nvPr/>
          </p:nvSpPr>
          <p:spPr>
            <a:xfrm>
              <a:off x="1897380" y="6848855"/>
              <a:ext cx="10795" cy="10795"/>
            </a:xfrm>
            <a:custGeom>
              <a:avLst/>
              <a:gdLst/>
              <a:ahLst/>
              <a:cxnLst/>
              <a:rect l="l" t="t" r="r" b="b"/>
              <a:pathLst>
                <a:path w="10794" h="10795">
                  <a:moveTo>
                    <a:pt x="10668" y="10668"/>
                  </a:moveTo>
                  <a:lnTo>
                    <a:pt x="0" y="10668"/>
                  </a:lnTo>
                  <a:lnTo>
                    <a:pt x="0" y="0"/>
                  </a:lnTo>
                  <a:lnTo>
                    <a:pt x="10668" y="0"/>
                  </a:lnTo>
                  <a:lnTo>
                    <a:pt x="10668" y="10668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" name="object 28"/>
            <p:cNvSpPr/>
            <p:nvPr/>
          </p:nvSpPr>
          <p:spPr>
            <a:xfrm>
              <a:off x="1902714" y="3377183"/>
              <a:ext cx="0" cy="3462654"/>
            </a:xfrm>
            <a:custGeom>
              <a:avLst/>
              <a:gdLst/>
              <a:ahLst/>
              <a:cxnLst/>
              <a:rect l="l" t="t" r="r" b="b"/>
              <a:pathLst>
                <a:path h="3462654">
                  <a:moveTo>
                    <a:pt x="0" y="0"/>
                  </a:moveTo>
                  <a:lnTo>
                    <a:pt x="0" y="3462527"/>
                  </a:lnTo>
                </a:path>
              </a:pathLst>
            </a:custGeom>
            <a:ln w="10668">
              <a:solidFill>
                <a:srgbClr val="000000"/>
              </a:solidFill>
              <a:prstDash val="sysDot"/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" name="object 29"/>
            <p:cNvSpPr/>
            <p:nvPr/>
          </p:nvSpPr>
          <p:spPr>
            <a:xfrm>
              <a:off x="1897380" y="3363467"/>
              <a:ext cx="10795" cy="3175"/>
            </a:xfrm>
            <a:custGeom>
              <a:avLst/>
              <a:gdLst/>
              <a:ahLst/>
              <a:cxnLst/>
              <a:rect l="l" t="t" r="r" b="b"/>
              <a:pathLst>
                <a:path w="10794" h="3175">
                  <a:moveTo>
                    <a:pt x="10668" y="3048"/>
                  </a:moveTo>
                  <a:lnTo>
                    <a:pt x="0" y="3048"/>
                  </a:lnTo>
                  <a:lnTo>
                    <a:pt x="0" y="0"/>
                  </a:lnTo>
                  <a:lnTo>
                    <a:pt x="10668" y="0"/>
                  </a:lnTo>
                  <a:lnTo>
                    <a:pt x="10668" y="3048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30" name="object 30"/>
          <p:cNvGrpSpPr/>
          <p:nvPr/>
        </p:nvGrpSpPr>
        <p:grpSpPr>
          <a:xfrm>
            <a:off x="3493008" y="4122420"/>
            <a:ext cx="10795" cy="2737485"/>
            <a:chOff x="3493008" y="4122420"/>
            <a:chExt cx="10795" cy="2737485"/>
          </a:xfrm>
        </p:grpSpPr>
        <p:sp>
          <p:nvSpPr>
            <p:cNvPr id="31" name="object 31"/>
            <p:cNvSpPr/>
            <p:nvPr/>
          </p:nvSpPr>
          <p:spPr>
            <a:xfrm>
              <a:off x="3493008" y="6848855"/>
              <a:ext cx="10795" cy="10795"/>
            </a:xfrm>
            <a:custGeom>
              <a:avLst/>
              <a:gdLst/>
              <a:ahLst/>
              <a:cxnLst/>
              <a:rect l="l" t="t" r="r" b="b"/>
              <a:pathLst>
                <a:path w="10795" h="10795">
                  <a:moveTo>
                    <a:pt x="10668" y="10668"/>
                  </a:moveTo>
                  <a:lnTo>
                    <a:pt x="0" y="10668"/>
                  </a:lnTo>
                  <a:lnTo>
                    <a:pt x="0" y="0"/>
                  </a:lnTo>
                  <a:lnTo>
                    <a:pt x="10668" y="0"/>
                  </a:lnTo>
                  <a:lnTo>
                    <a:pt x="10668" y="10668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" name="object 32"/>
            <p:cNvSpPr/>
            <p:nvPr/>
          </p:nvSpPr>
          <p:spPr>
            <a:xfrm>
              <a:off x="3498342" y="4122420"/>
              <a:ext cx="0" cy="2717800"/>
            </a:xfrm>
            <a:custGeom>
              <a:avLst/>
              <a:gdLst/>
              <a:ahLst/>
              <a:cxnLst/>
              <a:rect l="l" t="t" r="r" b="b"/>
              <a:pathLst>
                <a:path h="2717800">
                  <a:moveTo>
                    <a:pt x="0" y="0"/>
                  </a:moveTo>
                  <a:lnTo>
                    <a:pt x="0" y="2717291"/>
                  </a:lnTo>
                </a:path>
              </a:pathLst>
            </a:custGeom>
            <a:ln w="10668">
              <a:solidFill>
                <a:srgbClr val="000000"/>
              </a:solidFill>
              <a:prstDash val="sysDot"/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33" name="object 33"/>
          <p:cNvGrpSpPr/>
          <p:nvPr/>
        </p:nvGrpSpPr>
        <p:grpSpPr>
          <a:xfrm>
            <a:off x="3493008" y="3666744"/>
            <a:ext cx="10795" cy="113030"/>
            <a:chOff x="3493008" y="3666744"/>
            <a:chExt cx="10795" cy="113030"/>
          </a:xfrm>
        </p:grpSpPr>
        <p:sp>
          <p:nvSpPr>
            <p:cNvPr id="34" name="object 34"/>
            <p:cNvSpPr/>
            <p:nvPr/>
          </p:nvSpPr>
          <p:spPr>
            <a:xfrm>
              <a:off x="3498342" y="3678936"/>
              <a:ext cx="0" cy="100965"/>
            </a:xfrm>
            <a:custGeom>
              <a:avLst/>
              <a:gdLst/>
              <a:ahLst/>
              <a:cxnLst/>
              <a:rect l="l" t="t" r="r" b="b"/>
              <a:pathLst>
                <a:path h="100964">
                  <a:moveTo>
                    <a:pt x="0" y="0"/>
                  </a:moveTo>
                  <a:lnTo>
                    <a:pt x="0" y="100583"/>
                  </a:lnTo>
                </a:path>
              </a:pathLst>
            </a:custGeom>
            <a:ln w="10668">
              <a:solidFill>
                <a:srgbClr val="000000"/>
              </a:solidFill>
              <a:prstDash val="dot"/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" name="object 35"/>
            <p:cNvSpPr/>
            <p:nvPr/>
          </p:nvSpPr>
          <p:spPr>
            <a:xfrm>
              <a:off x="3493008" y="3666744"/>
              <a:ext cx="10795" cy="1905"/>
            </a:xfrm>
            <a:custGeom>
              <a:avLst/>
              <a:gdLst/>
              <a:ahLst/>
              <a:cxnLst/>
              <a:rect l="l" t="t" r="r" b="b"/>
              <a:pathLst>
                <a:path w="10795" h="1904">
                  <a:moveTo>
                    <a:pt x="0" y="1524"/>
                  </a:moveTo>
                  <a:lnTo>
                    <a:pt x="10668" y="1524"/>
                  </a:lnTo>
                  <a:lnTo>
                    <a:pt x="10668" y="0"/>
                  </a:lnTo>
                  <a:lnTo>
                    <a:pt x="0" y="0"/>
                  </a:lnTo>
                  <a:lnTo>
                    <a:pt x="0" y="1524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36" name="object 36"/>
          <p:cNvGrpSpPr/>
          <p:nvPr/>
        </p:nvGrpSpPr>
        <p:grpSpPr>
          <a:xfrm>
            <a:off x="2961132" y="4122420"/>
            <a:ext cx="10795" cy="2737485"/>
            <a:chOff x="2961132" y="4122420"/>
            <a:chExt cx="10795" cy="2737485"/>
          </a:xfrm>
        </p:grpSpPr>
        <p:sp>
          <p:nvSpPr>
            <p:cNvPr id="37" name="object 37"/>
            <p:cNvSpPr/>
            <p:nvPr/>
          </p:nvSpPr>
          <p:spPr>
            <a:xfrm>
              <a:off x="2961132" y="6848855"/>
              <a:ext cx="10795" cy="10795"/>
            </a:xfrm>
            <a:custGeom>
              <a:avLst/>
              <a:gdLst/>
              <a:ahLst/>
              <a:cxnLst/>
              <a:rect l="l" t="t" r="r" b="b"/>
              <a:pathLst>
                <a:path w="10794" h="10795">
                  <a:moveTo>
                    <a:pt x="10668" y="10668"/>
                  </a:moveTo>
                  <a:lnTo>
                    <a:pt x="0" y="10668"/>
                  </a:lnTo>
                  <a:lnTo>
                    <a:pt x="0" y="0"/>
                  </a:lnTo>
                  <a:lnTo>
                    <a:pt x="10668" y="0"/>
                  </a:lnTo>
                  <a:lnTo>
                    <a:pt x="10668" y="10668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" name="object 38"/>
            <p:cNvSpPr/>
            <p:nvPr/>
          </p:nvSpPr>
          <p:spPr>
            <a:xfrm>
              <a:off x="2966466" y="4122420"/>
              <a:ext cx="0" cy="2717800"/>
            </a:xfrm>
            <a:custGeom>
              <a:avLst/>
              <a:gdLst/>
              <a:ahLst/>
              <a:cxnLst/>
              <a:rect l="l" t="t" r="r" b="b"/>
              <a:pathLst>
                <a:path h="2717800">
                  <a:moveTo>
                    <a:pt x="0" y="0"/>
                  </a:moveTo>
                  <a:lnTo>
                    <a:pt x="0" y="2717291"/>
                  </a:lnTo>
                </a:path>
              </a:pathLst>
            </a:custGeom>
            <a:ln w="10668">
              <a:solidFill>
                <a:srgbClr val="000000"/>
              </a:solidFill>
              <a:prstDash val="sysDot"/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39" name="object 39"/>
          <p:cNvGrpSpPr/>
          <p:nvPr/>
        </p:nvGrpSpPr>
        <p:grpSpPr>
          <a:xfrm>
            <a:off x="2961132" y="3666744"/>
            <a:ext cx="10795" cy="113030"/>
            <a:chOff x="2961132" y="3666744"/>
            <a:chExt cx="10795" cy="113030"/>
          </a:xfrm>
        </p:grpSpPr>
        <p:sp>
          <p:nvSpPr>
            <p:cNvPr id="40" name="object 40"/>
            <p:cNvSpPr/>
            <p:nvPr/>
          </p:nvSpPr>
          <p:spPr>
            <a:xfrm>
              <a:off x="2966466" y="3678936"/>
              <a:ext cx="0" cy="100965"/>
            </a:xfrm>
            <a:custGeom>
              <a:avLst/>
              <a:gdLst/>
              <a:ahLst/>
              <a:cxnLst/>
              <a:rect l="l" t="t" r="r" b="b"/>
              <a:pathLst>
                <a:path h="100964">
                  <a:moveTo>
                    <a:pt x="0" y="0"/>
                  </a:moveTo>
                  <a:lnTo>
                    <a:pt x="0" y="100583"/>
                  </a:lnTo>
                </a:path>
              </a:pathLst>
            </a:custGeom>
            <a:ln w="10668">
              <a:solidFill>
                <a:srgbClr val="000000"/>
              </a:solidFill>
              <a:prstDash val="dot"/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" name="object 41"/>
            <p:cNvSpPr/>
            <p:nvPr/>
          </p:nvSpPr>
          <p:spPr>
            <a:xfrm>
              <a:off x="2961132" y="3666744"/>
              <a:ext cx="10795" cy="1905"/>
            </a:xfrm>
            <a:custGeom>
              <a:avLst/>
              <a:gdLst/>
              <a:ahLst/>
              <a:cxnLst/>
              <a:rect l="l" t="t" r="r" b="b"/>
              <a:pathLst>
                <a:path w="10794" h="1904">
                  <a:moveTo>
                    <a:pt x="0" y="1524"/>
                  </a:moveTo>
                  <a:lnTo>
                    <a:pt x="10668" y="1524"/>
                  </a:lnTo>
                  <a:lnTo>
                    <a:pt x="10668" y="0"/>
                  </a:lnTo>
                  <a:lnTo>
                    <a:pt x="0" y="0"/>
                  </a:lnTo>
                  <a:lnTo>
                    <a:pt x="0" y="1524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42" name="object 42"/>
          <p:cNvGrpSpPr/>
          <p:nvPr/>
        </p:nvGrpSpPr>
        <p:grpSpPr>
          <a:xfrm>
            <a:off x="4024883" y="5449823"/>
            <a:ext cx="10795" cy="1409700"/>
            <a:chOff x="4024883" y="5449823"/>
            <a:chExt cx="10795" cy="1409700"/>
          </a:xfrm>
        </p:grpSpPr>
        <p:sp>
          <p:nvSpPr>
            <p:cNvPr id="43" name="object 43"/>
            <p:cNvSpPr/>
            <p:nvPr/>
          </p:nvSpPr>
          <p:spPr>
            <a:xfrm>
              <a:off x="4024883" y="6848855"/>
              <a:ext cx="10795" cy="10795"/>
            </a:xfrm>
            <a:custGeom>
              <a:avLst/>
              <a:gdLst/>
              <a:ahLst/>
              <a:cxnLst/>
              <a:rect l="l" t="t" r="r" b="b"/>
              <a:pathLst>
                <a:path w="10795" h="10795">
                  <a:moveTo>
                    <a:pt x="10668" y="10668"/>
                  </a:moveTo>
                  <a:lnTo>
                    <a:pt x="0" y="10668"/>
                  </a:lnTo>
                  <a:lnTo>
                    <a:pt x="0" y="0"/>
                  </a:lnTo>
                  <a:lnTo>
                    <a:pt x="10668" y="0"/>
                  </a:lnTo>
                  <a:lnTo>
                    <a:pt x="10668" y="10668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" name="object 44"/>
            <p:cNvSpPr/>
            <p:nvPr/>
          </p:nvSpPr>
          <p:spPr>
            <a:xfrm>
              <a:off x="4030217" y="5504688"/>
              <a:ext cx="0" cy="1335405"/>
            </a:xfrm>
            <a:custGeom>
              <a:avLst/>
              <a:gdLst/>
              <a:ahLst/>
              <a:cxnLst/>
              <a:rect l="l" t="t" r="r" b="b"/>
              <a:pathLst>
                <a:path h="1335404">
                  <a:moveTo>
                    <a:pt x="0" y="0"/>
                  </a:moveTo>
                  <a:lnTo>
                    <a:pt x="0" y="1335023"/>
                  </a:lnTo>
                </a:path>
              </a:pathLst>
            </a:custGeom>
            <a:ln w="10668">
              <a:solidFill>
                <a:srgbClr val="000000"/>
              </a:solidFill>
              <a:prstDash val="sysDot"/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" name="object 45"/>
            <p:cNvSpPr/>
            <p:nvPr/>
          </p:nvSpPr>
          <p:spPr>
            <a:xfrm>
              <a:off x="4024883" y="5484876"/>
              <a:ext cx="10795" cy="5080"/>
            </a:xfrm>
            <a:custGeom>
              <a:avLst/>
              <a:gdLst/>
              <a:ahLst/>
              <a:cxnLst/>
              <a:rect l="l" t="t" r="r" b="b"/>
              <a:pathLst>
                <a:path w="10795" h="5079">
                  <a:moveTo>
                    <a:pt x="0" y="4572"/>
                  </a:moveTo>
                  <a:lnTo>
                    <a:pt x="10668" y="4572"/>
                  </a:lnTo>
                  <a:lnTo>
                    <a:pt x="10668" y="0"/>
                  </a:lnTo>
                  <a:lnTo>
                    <a:pt x="0" y="0"/>
                  </a:lnTo>
                  <a:lnTo>
                    <a:pt x="0" y="4572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" name="object 46"/>
            <p:cNvSpPr/>
            <p:nvPr/>
          </p:nvSpPr>
          <p:spPr>
            <a:xfrm>
              <a:off x="4030217" y="5449823"/>
              <a:ext cx="0" cy="44450"/>
            </a:xfrm>
            <a:custGeom>
              <a:avLst/>
              <a:gdLst/>
              <a:ahLst/>
              <a:cxnLst/>
              <a:rect l="l" t="t" r="r" b="b"/>
              <a:pathLst>
                <a:path h="44450">
                  <a:moveTo>
                    <a:pt x="0" y="0"/>
                  </a:moveTo>
                  <a:lnTo>
                    <a:pt x="0" y="44196"/>
                  </a:lnTo>
                </a:path>
              </a:pathLst>
            </a:custGeom>
            <a:ln w="10668">
              <a:solidFill>
                <a:srgbClr val="000000"/>
              </a:solidFill>
              <a:prstDash val="dot"/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47" name="object 47"/>
          <p:cNvSpPr/>
          <p:nvPr/>
        </p:nvSpPr>
        <p:spPr>
          <a:xfrm>
            <a:off x="4030217" y="5004815"/>
            <a:ext cx="0" cy="140335"/>
          </a:xfrm>
          <a:custGeom>
            <a:avLst/>
            <a:gdLst/>
            <a:ahLst/>
            <a:cxnLst/>
            <a:rect l="l" t="t" r="r" b="b"/>
            <a:pathLst>
              <a:path h="140335">
                <a:moveTo>
                  <a:pt x="0" y="0"/>
                </a:moveTo>
                <a:lnTo>
                  <a:pt x="0" y="140207"/>
                </a:lnTo>
              </a:path>
            </a:pathLst>
          </a:custGeom>
          <a:ln w="10668">
            <a:solidFill>
              <a:srgbClr val="000000"/>
            </a:solidFill>
            <a:prstDash val="sysDot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" name="object 48"/>
          <p:cNvSpPr/>
          <p:nvPr/>
        </p:nvSpPr>
        <p:spPr>
          <a:xfrm>
            <a:off x="4030217" y="4587240"/>
            <a:ext cx="0" cy="105410"/>
          </a:xfrm>
          <a:custGeom>
            <a:avLst/>
            <a:gdLst/>
            <a:ahLst/>
            <a:cxnLst/>
            <a:rect l="l" t="t" r="r" b="b"/>
            <a:pathLst>
              <a:path h="105410">
                <a:moveTo>
                  <a:pt x="0" y="0"/>
                </a:moveTo>
                <a:lnTo>
                  <a:pt x="0" y="105155"/>
                </a:lnTo>
              </a:path>
            </a:pathLst>
          </a:custGeom>
          <a:ln w="10668">
            <a:solidFill>
              <a:srgbClr val="000000"/>
            </a:solidFill>
            <a:prstDash val="dot"/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49" name="object 49"/>
          <p:cNvGrpSpPr/>
          <p:nvPr/>
        </p:nvGrpSpPr>
        <p:grpSpPr>
          <a:xfrm>
            <a:off x="4024883" y="3666744"/>
            <a:ext cx="10795" cy="615950"/>
            <a:chOff x="4024883" y="3666744"/>
            <a:chExt cx="10795" cy="615950"/>
          </a:xfrm>
        </p:grpSpPr>
        <p:sp>
          <p:nvSpPr>
            <p:cNvPr id="50" name="object 50"/>
            <p:cNvSpPr/>
            <p:nvPr/>
          </p:nvSpPr>
          <p:spPr>
            <a:xfrm>
              <a:off x="4024871" y="4119372"/>
              <a:ext cx="10795" cy="163195"/>
            </a:xfrm>
            <a:custGeom>
              <a:avLst/>
              <a:gdLst/>
              <a:ahLst/>
              <a:cxnLst/>
              <a:rect l="l" t="t" r="r" b="b"/>
              <a:pathLst>
                <a:path w="10795" h="163195">
                  <a:moveTo>
                    <a:pt x="10668" y="161544"/>
                  </a:moveTo>
                  <a:lnTo>
                    <a:pt x="0" y="161544"/>
                  </a:lnTo>
                  <a:lnTo>
                    <a:pt x="0" y="163068"/>
                  </a:lnTo>
                  <a:lnTo>
                    <a:pt x="10668" y="163068"/>
                  </a:lnTo>
                  <a:lnTo>
                    <a:pt x="10668" y="161544"/>
                  </a:lnTo>
                  <a:close/>
                </a:path>
                <a:path w="10795" h="163195">
                  <a:moveTo>
                    <a:pt x="10668" y="140208"/>
                  </a:moveTo>
                  <a:lnTo>
                    <a:pt x="0" y="140208"/>
                  </a:lnTo>
                  <a:lnTo>
                    <a:pt x="0" y="150876"/>
                  </a:lnTo>
                  <a:lnTo>
                    <a:pt x="10668" y="150876"/>
                  </a:lnTo>
                  <a:lnTo>
                    <a:pt x="10668" y="140208"/>
                  </a:lnTo>
                  <a:close/>
                </a:path>
                <a:path w="10795" h="163195">
                  <a:moveTo>
                    <a:pt x="10668" y="120396"/>
                  </a:moveTo>
                  <a:lnTo>
                    <a:pt x="0" y="120396"/>
                  </a:lnTo>
                  <a:lnTo>
                    <a:pt x="0" y="131064"/>
                  </a:lnTo>
                  <a:lnTo>
                    <a:pt x="10668" y="131064"/>
                  </a:lnTo>
                  <a:lnTo>
                    <a:pt x="10668" y="120396"/>
                  </a:lnTo>
                  <a:close/>
                </a:path>
                <a:path w="10795" h="163195">
                  <a:moveTo>
                    <a:pt x="10668" y="100584"/>
                  </a:moveTo>
                  <a:lnTo>
                    <a:pt x="0" y="100584"/>
                  </a:lnTo>
                  <a:lnTo>
                    <a:pt x="0" y="111252"/>
                  </a:lnTo>
                  <a:lnTo>
                    <a:pt x="10668" y="111252"/>
                  </a:lnTo>
                  <a:lnTo>
                    <a:pt x="10668" y="100584"/>
                  </a:lnTo>
                  <a:close/>
                </a:path>
                <a:path w="10795" h="163195">
                  <a:moveTo>
                    <a:pt x="10668" y="80772"/>
                  </a:moveTo>
                  <a:lnTo>
                    <a:pt x="0" y="80772"/>
                  </a:lnTo>
                  <a:lnTo>
                    <a:pt x="0" y="91440"/>
                  </a:lnTo>
                  <a:lnTo>
                    <a:pt x="10668" y="91440"/>
                  </a:lnTo>
                  <a:lnTo>
                    <a:pt x="10668" y="80772"/>
                  </a:lnTo>
                  <a:close/>
                </a:path>
                <a:path w="10795" h="163195">
                  <a:moveTo>
                    <a:pt x="10668" y="60960"/>
                  </a:moveTo>
                  <a:lnTo>
                    <a:pt x="0" y="60960"/>
                  </a:lnTo>
                  <a:lnTo>
                    <a:pt x="0" y="70104"/>
                  </a:lnTo>
                  <a:lnTo>
                    <a:pt x="10668" y="70104"/>
                  </a:lnTo>
                  <a:lnTo>
                    <a:pt x="10668" y="60960"/>
                  </a:lnTo>
                  <a:close/>
                </a:path>
                <a:path w="10795" h="163195">
                  <a:moveTo>
                    <a:pt x="10668" y="41148"/>
                  </a:moveTo>
                  <a:lnTo>
                    <a:pt x="0" y="41148"/>
                  </a:lnTo>
                  <a:lnTo>
                    <a:pt x="0" y="50292"/>
                  </a:lnTo>
                  <a:lnTo>
                    <a:pt x="10668" y="50292"/>
                  </a:lnTo>
                  <a:lnTo>
                    <a:pt x="10668" y="41148"/>
                  </a:lnTo>
                  <a:close/>
                </a:path>
                <a:path w="10795" h="163195">
                  <a:moveTo>
                    <a:pt x="10668" y="19812"/>
                  </a:moveTo>
                  <a:lnTo>
                    <a:pt x="0" y="19812"/>
                  </a:lnTo>
                  <a:lnTo>
                    <a:pt x="0" y="30480"/>
                  </a:lnTo>
                  <a:lnTo>
                    <a:pt x="10668" y="30480"/>
                  </a:lnTo>
                  <a:lnTo>
                    <a:pt x="10668" y="19812"/>
                  </a:lnTo>
                  <a:close/>
                </a:path>
                <a:path w="10795" h="163195">
                  <a:moveTo>
                    <a:pt x="10668" y="0"/>
                  </a:moveTo>
                  <a:lnTo>
                    <a:pt x="0" y="0"/>
                  </a:lnTo>
                  <a:lnTo>
                    <a:pt x="0" y="3048"/>
                  </a:lnTo>
                  <a:lnTo>
                    <a:pt x="0" y="10668"/>
                  </a:lnTo>
                  <a:lnTo>
                    <a:pt x="10668" y="10668"/>
                  </a:lnTo>
                  <a:lnTo>
                    <a:pt x="10668" y="3048"/>
                  </a:lnTo>
                  <a:lnTo>
                    <a:pt x="10668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" name="object 51"/>
            <p:cNvSpPr/>
            <p:nvPr/>
          </p:nvSpPr>
          <p:spPr>
            <a:xfrm>
              <a:off x="4032503" y="3819144"/>
              <a:ext cx="0" cy="291465"/>
            </a:xfrm>
            <a:custGeom>
              <a:avLst/>
              <a:gdLst/>
              <a:ahLst/>
              <a:cxnLst/>
              <a:rect l="l" t="t" r="r" b="b"/>
              <a:pathLst>
                <a:path h="291464">
                  <a:moveTo>
                    <a:pt x="0" y="0"/>
                  </a:moveTo>
                  <a:lnTo>
                    <a:pt x="0" y="291084"/>
                  </a:lnTo>
                </a:path>
              </a:pathLst>
            </a:custGeom>
            <a:ln w="6095">
              <a:solidFill>
                <a:srgbClr val="000000"/>
              </a:solidFill>
              <a:prstDash val="dot"/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" name="object 52"/>
            <p:cNvSpPr/>
            <p:nvPr/>
          </p:nvSpPr>
          <p:spPr>
            <a:xfrm>
              <a:off x="4030217" y="3678936"/>
              <a:ext cx="0" cy="129539"/>
            </a:xfrm>
            <a:custGeom>
              <a:avLst/>
              <a:gdLst/>
              <a:ahLst/>
              <a:cxnLst/>
              <a:rect l="l" t="t" r="r" b="b"/>
              <a:pathLst>
                <a:path h="129539">
                  <a:moveTo>
                    <a:pt x="0" y="0"/>
                  </a:moveTo>
                  <a:lnTo>
                    <a:pt x="0" y="129540"/>
                  </a:lnTo>
                </a:path>
              </a:pathLst>
            </a:custGeom>
            <a:ln w="10668">
              <a:solidFill>
                <a:srgbClr val="000000"/>
              </a:solidFill>
              <a:prstDash val="dot"/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" name="object 53"/>
            <p:cNvSpPr/>
            <p:nvPr/>
          </p:nvSpPr>
          <p:spPr>
            <a:xfrm>
              <a:off x="4024883" y="3666744"/>
              <a:ext cx="10795" cy="1905"/>
            </a:xfrm>
            <a:custGeom>
              <a:avLst/>
              <a:gdLst/>
              <a:ahLst/>
              <a:cxnLst/>
              <a:rect l="l" t="t" r="r" b="b"/>
              <a:pathLst>
                <a:path w="10795" h="1904">
                  <a:moveTo>
                    <a:pt x="0" y="1524"/>
                  </a:moveTo>
                  <a:lnTo>
                    <a:pt x="10668" y="1524"/>
                  </a:lnTo>
                  <a:lnTo>
                    <a:pt x="10668" y="0"/>
                  </a:lnTo>
                  <a:lnTo>
                    <a:pt x="0" y="0"/>
                  </a:lnTo>
                  <a:lnTo>
                    <a:pt x="0" y="1524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54" name="object 54"/>
          <p:cNvSpPr/>
          <p:nvPr/>
        </p:nvSpPr>
        <p:spPr>
          <a:xfrm>
            <a:off x="5620512" y="6428244"/>
            <a:ext cx="10795" cy="431800"/>
          </a:xfrm>
          <a:custGeom>
            <a:avLst/>
            <a:gdLst/>
            <a:ahLst/>
            <a:cxnLst/>
            <a:rect l="l" t="t" r="r" b="b"/>
            <a:pathLst>
              <a:path w="10795" h="431800">
                <a:moveTo>
                  <a:pt x="10668" y="420611"/>
                </a:moveTo>
                <a:lnTo>
                  <a:pt x="0" y="420611"/>
                </a:lnTo>
                <a:lnTo>
                  <a:pt x="0" y="431279"/>
                </a:lnTo>
                <a:lnTo>
                  <a:pt x="10668" y="431279"/>
                </a:lnTo>
                <a:lnTo>
                  <a:pt x="10668" y="420611"/>
                </a:lnTo>
                <a:close/>
              </a:path>
              <a:path w="10795" h="431800">
                <a:moveTo>
                  <a:pt x="10668" y="400799"/>
                </a:moveTo>
                <a:lnTo>
                  <a:pt x="0" y="400799"/>
                </a:lnTo>
                <a:lnTo>
                  <a:pt x="0" y="411467"/>
                </a:lnTo>
                <a:lnTo>
                  <a:pt x="10668" y="411467"/>
                </a:lnTo>
                <a:lnTo>
                  <a:pt x="10668" y="400799"/>
                </a:lnTo>
                <a:close/>
              </a:path>
              <a:path w="10795" h="431800">
                <a:moveTo>
                  <a:pt x="10668" y="380987"/>
                </a:moveTo>
                <a:lnTo>
                  <a:pt x="0" y="380987"/>
                </a:lnTo>
                <a:lnTo>
                  <a:pt x="0" y="391655"/>
                </a:lnTo>
                <a:lnTo>
                  <a:pt x="10668" y="391655"/>
                </a:lnTo>
                <a:lnTo>
                  <a:pt x="10668" y="380987"/>
                </a:lnTo>
                <a:close/>
              </a:path>
              <a:path w="10795" h="431800">
                <a:moveTo>
                  <a:pt x="10668" y="361175"/>
                </a:moveTo>
                <a:lnTo>
                  <a:pt x="0" y="361175"/>
                </a:lnTo>
                <a:lnTo>
                  <a:pt x="0" y="371843"/>
                </a:lnTo>
                <a:lnTo>
                  <a:pt x="10668" y="371843"/>
                </a:lnTo>
                <a:lnTo>
                  <a:pt x="10668" y="361175"/>
                </a:lnTo>
                <a:close/>
              </a:path>
              <a:path w="10795" h="431800">
                <a:moveTo>
                  <a:pt x="10668" y="341363"/>
                </a:moveTo>
                <a:lnTo>
                  <a:pt x="0" y="341363"/>
                </a:lnTo>
                <a:lnTo>
                  <a:pt x="0" y="350507"/>
                </a:lnTo>
                <a:lnTo>
                  <a:pt x="10668" y="350507"/>
                </a:lnTo>
                <a:lnTo>
                  <a:pt x="10668" y="341363"/>
                </a:lnTo>
                <a:close/>
              </a:path>
              <a:path w="10795" h="431800">
                <a:moveTo>
                  <a:pt x="10668" y="321551"/>
                </a:moveTo>
                <a:lnTo>
                  <a:pt x="0" y="321551"/>
                </a:lnTo>
                <a:lnTo>
                  <a:pt x="0" y="330695"/>
                </a:lnTo>
                <a:lnTo>
                  <a:pt x="10668" y="330695"/>
                </a:lnTo>
                <a:lnTo>
                  <a:pt x="10668" y="321551"/>
                </a:lnTo>
                <a:close/>
              </a:path>
              <a:path w="10795" h="431800">
                <a:moveTo>
                  <a:pt x="10668" y="300215"/>
                </a:moveTo>
                <a:lnTo>
                  <a:pt x="0" y="300215"/>
                </a:lnTo>
                <a:lnTo>
                  <a:pt x="0" y="310883"/>
                </a:lnTo>
                <a:lnTo>
                  <a:pt x="10668" y="310883"/>
                </a:lnTo>
                <a:lnTo>
                  <a:pt x="10668" y="300215"/>
                </a:lnTo>
                <a:close/>
              </a:path>
              <a:path w="10795" h="431800">
                <a:moveTo>
                  <a:pt x="10668" y="280403"/>
                </a:moveTo>
                <a:lnTo>
                  <a:pt x="0" y="280403"/>
                </a:lnTo>
                <a:lnTo>
                  <a:pt x="0" y="291071"/>
                </a:lnTo>
                <a:lnTo>
                  <a:pt x="10668" y="291071"/>
                </a:lnTo>
                <a:lnTo>
                  <a:pt x="10668" y="280403"/>
                </a:lnTo>
                <a:close/>
              </a:path>
              <a:path w="10795" h="431800">
                <a:moveTo>
                  <a:pt x="10668" y="260591"/>
                </a:moveTo>
                <a:lnTo>
                  <a:pt x="0" y="260591"/>
                </a:lnTo>
                <a:lnTo>
                  <a:pt x="0" y="271259"/>
                </a:lnTo>
                <a:lnTo>
                  <a:pt x="10668" y="271259"/>
                </a:lnTo>
                <a:lnTo>
                  <a:pt x="10668" y="260591"/>
                </a:lnTo>
                <a:close/>
              </a:path>
              <a:path w="10795" h="431800">
                <a:moveTo>
                  <a:pt x="10668" y="240779"/>
                </a:moveTo>
                <a:lnTo>
                  <a:pt x="0" y="240779"/>
                </a:lnTo>
                <a:lnTo>
                  <a:pt x="0" y="251447"/>
                </a:lnTo>
                <a:lnTo>
                  <a:pt x="10668" y="251447"/>
                </a:lnTo>
                <a:lnTo>
                  <a:pt x="10668" y="240779"/>
                </a:lnTo>
                <a:close/>
              </a:path>
              <a:path w="10795" h="431800">
                <a:moveTo>
                  <a:pt x="10668" y="220967"/>
                </a:moveTo>
                <a:lnTo>
                  <a:pt x="0" y="220967"/>
                </a:lnTo>
                <a:lnTo>
                  <a:pt x="0" y="230111"/>
                </a:lnTo>
                <a:lnTo>
                  <a:pt x="10668" y="230111"/>
                </a:lnTo>
                <a:lnTo>
                  <a:pt x="10668" y="220967"/>
                </a:lnTo>
                <a:close/>
              </a:path>
              <a:path w="10795" h="431800">
                <a:moveTo>
                  <a:pt x="10668" y="201155"/>
                </a:moveTo>
                <a:lnTo>
                  <a:pt x="0" y="201155"/>
                </a:lnTo>
                <a:lnTo>
                  <a:pt x="0" y="210299"/>
                </a:lnTo>
                <a:lnTo>
                  <a:pt x="10668" y="210299"/>
                </a:lnTo>
                <a:lnTo>
                  <a:pt x="10668" y="201155"/>
                </a:lnTo>
                <a:close/>
              </a:path>
              <a:path w="10795" h="431800">
                <a:moveTo>
                  <a:pt x="10668" y="179819"/>
                </a:moveTo>
                <a:lnTo>
                  <a:pt x="0" y="179819"/>
                </a:lnTo>
                <a:lnTo>
                  <a:pt x="0" y="190487"/>
                </a:lnTo>
                <a:lnTo>
                  <a:pt x="10668" y="190487"/>
                </a:lnTo>
                <a:lnTo>
                  <a:pt x="10668" y="179819"/>
                </a:lnTo>
                <a:close/>
              </a:path>
              <a:path w="10795" h="431800">
                <a:moveTo>
                  <a:pt x="10668" y="160007"/>
                </a:moveTo>
                <a:lnTo>
                  <a:pt x="0" y="160007"/>
                </a:lnTo>
                <a:lnTo>
                  <a:pt x="0" y="170675"/>
                </a:lnTo>
                <a:lnTo>
                  <a:pt x="10668" y="170675"/>
                </a:lnTo>
                <a:lnTo>
                  <a:pt x="10668" y="160007"/>
                </a:lnTo>
                <a:close/>
              </a:path>
              <a:path w="10795" h="431800">
                <a:moveTo>
                  <a:pt x="10668" y="140195"/>
                </a:moveTo>
                <a:lnTo>
                  <a:pt x="0" y="140195"/>
                </a:lnTo>
                <a:lnTo>
                  <a:pt x="0" y="150863"/>
                </a:lnTo>
                <a:lnTo>
                  <a:pt x="10668" y="150863"/>
                </a:lnTo>
                <a:lnTo>
                  <a:pt x="10668" y="140195"/>
                </a:lnTo>
                <a:close/>
              </a:path>
              <a:path w="10795" h="431800">
                <a:moveTo>
                  <a:pt x="10668" y="120383"/>
                </a:moveTo>
                <a:lnTo>
                  <a:pt x="0" y="120383"/>
                </a:lnTo>
                <a:lnTo>
                  <a:pt x="0" y="131051"/>
                </a:lnTo>
                <a:lnTo>
                  <a:pt x="10668" y="131051"/>
                </a:lnTo>
                <a:lnTo>
                  <a:pt x="10668" y="120383"/>
                </a:lnTo>
                <a:close/>
              </a:path>
              <a:path w="10795" h="431800">
                <a:moveTo>
                  <a:pt x="10668" y="100571"/>
                </a:moveTo>
                <a:lnTo>
                  <a:pt x="0" y="100571"/>
                </a:lnTo>
                <a:lnTo>
                  <a:pt x="0" y="109715"/>
                </a:lnTo>
                <a:lnTo>
                  <a:pt x="10668" y="109715"/>
                </a:lnTo>
                <a:lnTo>
                  <a:pt x="10668" y="100571"/>
                </a:lnTo>
                <a:close/>
              </a:path>
              <a:path w="10795" h="431800">
                <a:moveTo>
                  <a:pt x="10668" y="80759"/>
                </a:moveTo>
                <a:lnTo>
                  <a:pt x="0" y="80759"/>
                </a:lnTo>
                <a:lnTo>
                  <a:pt x="0" y="89903"/>
                </a:lnTo>
                <a:lnTo>
                  <a:pt x="10668" y="89903"/>
                </a:lnTo>
                <a:lnTo>
                  <a:pt x="10668" y="80759"/>
                </a:lnTo>
                <a:close/>
              </a:path>
              <a:path w="10795" h="431800">
                <a:moveTo>
                  <a:pt x="10668" y="59423"/>
                </a:moveTo>
                <a:lnTo>
                  <a:pt x="0" y="59423"/>
                </a:lnTo>
                <a:lnTo>
                  <a:pt x="0" y="70091"/>
                </a:lnTo>
                <a:lnTo>
                  <a:pt x="10668" y="70091"/>
                </a:lnTo>
                <a:lnTo>
                  <a:pt x="10668" y="59423"/>
                </a:lnTo>
                <a:close/>
              </a:path>
              <a:path w="10795" h="431800">
                <a:moveTo>
                  <a:pt x="10668" y="39611"/>
                </a:moveTo>
                <a:lnTo>
                  <a:pt x="0" y="39611"/>
                </a:lnTo>
                <a:lnTo>
                  <a:pt x="0" y="50279"/>
                </a:lnTo>
                <a:lnTo>
                  <a:pt x="10668" y="50279"/>
                </a:lnTo>
                <a:lnTo>
                  <a:pt x="10668" y="39611"/>
                </a:lnTo>
                <a:close/>
              </a:path>
              <a:path w="10795" h="431800">
                <a:moveTo>
                  <a:pt x="10668" y="19799"/>
                </a:moveTo>
                <a:lnTo>
                  <a:pt x="0" y="19799"/>
                </a:lnTo>
                <a:lnTo>
                  <a:pt x="0" y="30467"/>
                </a:lnTo>
                <a:lnTo>
                  <a:pt x="10668" y="30467"/>
                </a:lnTo>
                <a:lnTo>
                  <a:pt x="10668" y="19799"/>
                </a:lnTo>
                <a:close/>
              </a:path>
              <a:path w="10795" h="431800">
                <a:moveTo>
                  <a:pt x="10668" y="0"/>
                </a:moveTo>
                <a:lnTo>
                  <a:pt x="0" y="0"/>
                </a:lnTo>
                <a:lnTo>
                  <a:pt x="0" y="9144"/>
                </a:lnTo>
                <a:lnTo>
                  <a:pt x="10668" y="9144"/>
                </a:lnTo>
                <a:lnTo>
                  <a:pt x="10668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" name="object 55"/>
          <p:cNvSpPr/>
          <p:nvPr/>
        </p:nvSpPr>
        <p:spPr>
          <a:xfrm>
            <a:off x="5625846" y="5926835"/>
            <a:ext cx="0" cy="190500"/>
          </a:xfrm>
          <a:custGeom>
            <a:avLst/>
            <a:gdLst/>
            <a:ahLst/>
            <a:cxnLst/>
            <a:rect l="l" t="t" r="r" b="b"/>
            <a:pathLst>
              <a:path h="190500">
                <a:moveTo>
                  <a:pt x="0" y="0"/>
                </a:moveTo>
                <a:lnTo>
                  <a:pt x="0" y="190500"/>
                </a:lnTo>
              </a:path>
            </a:pathLst>
          </a:custGeom>
          <a:ln w="10668">
            <a:solidFill>
              <a:srgbClr val="000000"/>
            </a:solidFill>
            <a:prstDash val="sysDot"/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56" name="object 56"/>
          <p:cNvGrpSpPr/>
          <p:nvPr/>
        </p:nvGrpSpPr>
        <p:grpSpPr>
          <a:xfrm>
            <a:off x="5620511" y="5004815"/>
            <a:ext cx="10795" cy="609600"/>
            <a:chOff x="5620511" y="5004815"/>
            <a:chExt cx="10795" cy="609600"/>
          </a:xfrm>
        </p:grpSpPr>
        <p:sp>
          <p:nvSpPr>
            <p:cNvPr id="57" name="object 57"/>
            <p:cNvSpPr/>
            <p:nvPr/>
          </p:nvSpPr>
          <p:spPr>
            <a:xfrm>
              <a:off x="5625845" y="5504687"/>
              <a:ext cx="0" cy="109855"/>
            </a:xfrm>
            <a:custGeom>
              <a:avLst/>
              <a:gdLst/>
              <a:ahLst/>
              <a:cxnLst/>
              <a:rect l="l" t="t" r="r" b="b"/>
              <a:pathLst>
                <a:path h="109854">
                  <a:moveTo>
                    <a:pt x="0" y="0"/>
                  </a:moveTo>
                  <a:lnTo>
                    <a:pt x="0" y="109728"/>
                  </a:lnTo>
                </a:path>
              </a:pathLst>
            </a:custGeom>
            <a:ln w="10668">
              <a:solidFill>
                <a:srgbClr val="000000"/>
              </a:solidFill>
              <a:prstDash val="sysDot"/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8" name="object 58"/>
            <p:cNvSpPr/>
            <p:nvPr/>
          </p:nvSpPr>
          <p:spPr>
            <a:xfrm>
              <a:off x="5620511" y="5484875"/>
              <a:ext cx="10795" cy="5080"/>
            </a:xfrm>
            <a:custGeom>
              <a:avLst/>
              <a:gdLst/>
              <a:ahLst/>
              <a:cxnLst/>
              <a:rect l="l" t="t" r="r" b="b"/>
              <a:pathLst>
                <a:path w="10795" h="5079">
                  <a:moveTo>
                    <a:pt x="0" y="4572"/>
                  </a:moveTo>
                  <a:lnTo>
                    <a:pt x="10668" y="4572"/>
                  </a:lnTo>
                  <a:lnTo>
                    <a:pt x="10668" y="0"/>
                  </a:lnTo>
                  <a:lnTo>
                    <a:pt x="0" y="0"/>
                  </a:lnTo>
                  <a:lnTo>
                    <a:pt x="0" y="4572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9" name="object 59"/>
            <p:cNvSpPr/>
            <p:nvPr/>
          </p:nvSpPr>
          <p:spPr>
            <a:xfrm>
              <a:off x="5625845" y="5202935"/>
              <a:ext cx="0" cy="291465"/>
            </a:xfrm>
            <a:custGeom>
              <a:avLst/>
              <a:gdLst/>
              <a:ahLst/>
              <a:cxnLst/>
              <a:rect l="l" t="t" r="r" b="b"/>
              <a:pathLst>
                <a:path h="291464">
                  <a:moveTo>
                    <a:pt x="0" y="0"/>
                  </a:moveTo>
                  <a:lnTo>
                    <a:pt x="0" y="291083"/>
                  </a:lnTo>
                </a:path>
              </a:pathLst>
            </a:custGeom>
            <a:ln w="10668">
              <a:solidFill>
                <a:srgbClr val="000000"/>
              </a:solidFill>
              <a:prstDash val="dot"/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0" name="object 60"/>
            <p:cNvSpPr/>
            <p:nvPr/>
          </p:nvSpPr>
          <p:spPr>
            <a:xfrm>
              <a:off x="5620512" y="5004815"/>
              <a:ext cx="10795" cy="189230"/>
            </a:xfrm>
            <a:custGeom>
              <a:avLst/>
              <a:gdLst/>
              <a:ahLst/>
              <a:cxnLst/>
              <a:rect l="l" t="t" r="r" b="b"/>
              <a:pathLst>
                <a:path w="10795" h="189229">
                  <a:moveTo>
                    <a:pt x="10668" y="178308"/>
                  </a:moveTo>
                  <a:lnTo>
                    <a:pt x="0" y="178308"/>
                  </a:lnTo>
                  <a:lnTo>
                    <a:pt x="0" y="179832"/>
                  </a:lnTo>
                  <a:lnTo>
                    <a:pt x="0" y="188976"/>
                  </a:lnTo>
                  <a:lnTo>
                    <a:pt x="10668" y="188976"/>
                  </a:lnTo>
                  <a:lnTo>
                    <a:pt x="10668" y="179832"/>
                  </a:lnTo>
                  <a:lnTo>
                    <a:pt x="10668" y="178308"/>
                  </a:lnTo>
                  <a:close/>
                </a:path>
                <a:path w="10795" h="189229">
                  <a:moveTo>
                    <a:pt x="10668" y="158508"/>
                  </a:moveTo>
                  <a:lnTo>
                    <a:pt x="0" y="158508"/>
                  </a:lnTo>
                  <a:lnTo>
                    <a:pt x="0" y="169176"/>
                  </a:lnTo>
                  <a:lnTo>
                    <a:pt x="10668" y="169176"/>
                  </a:lnTo>
                  <a:lnTo>
                    <a:pt x="10668" y="158508"/>
                  </a:lnTo>
                  <a:close/>
                </a:path>
                <a:path w="10795" h="189229">
                  <a:moveTo>
                    <a:pt x="10668" y="138696"/>
                  </a:moveTo>
                  <a:lnTo>
                    <a:pt x="0" y="138696"/>
                  </a:lnTo>
                  <a:lnTo>
                    <a:pt x="0" y="149364"/>
                  </a:lnTo>
                  <a:lnTo>
                    <a:pt x="10668" y="149364"/>
                  </a:lnTo>
                  <a:lnTo>
                    <a:pt x="10668" y="138696"/>
                  </a:lnTo>
                  <a:close/>
                </a:path>
                <a:path w="10795" h="189229">
                  <a:moveTo>
                    <a:pt x="10668" y="118884"/>
                  </a:moveTo>
                  <a:lnTo>
                    <a:pt x="0" y="118884"/>
                  </a:lnTo>
                  <a:lnTo>
                    <a:pt x="0" y="128028"/>
                  </a:lnTo>
                  <a:lnTo>
                    <a:pt x="10668" y="128028"/>
                  </a:lnTo>
                  <a:lnTo>
                    <a:pt x="10668" y="118884"/>
                  </a:lnTo>
                  <a:close/>
                </a:path>
                <a:path w="10795" h="189229">
                  <a:moveTo>
                    <a:pt x="10668" y="99072"/>
                  </a:moveTo>
                  <a:lnTo>
                    <a:pt x="0" y="99072"/>
                  </a:lnTo>
                  <a:lnTo>
                    <a:pt x="0" y="108216"/>
                  </a:lnTo>
                  <a:lnTo>
                    <a:pt x="10668" y="108216"/>
                  </a:lnTo>
                  <a:lnTo>
                    <a:pt x="10668" y="99072"/>
                  </a:lnTo>
                  <a:close/>
                </a:path>
                <a:path w="10795" h="189229">
                  <a:moveTo>
                    <a:pt x="10668" y="77736"/>
                  </a:moveTo>
                  <a:lnTo>
                    <a:pt x="0" y="77736"/>
                  </a:lnTo>
                  <a:lnTo>
                    <a:pt x="0" y="88404"/>
                  </a:lnTo>
                  <a:lnTo>
                    <a:pt x="10668" y="88404"/>
                  </a:lnTo>
                  <a:lnTo>
                    <a:pt x="10668" y="77736"/>
                  </a:lnTo>
                  <a:close/>
                </a:path>
                <a:path w="10795" h="189229">
                  <a:moveTo>
                    <a:pt x="10668" y="57924"/>
                  </a:moveTo>
                  <a:lnTo>
                    <a:pt x="0" y="57924"/>
                  </a:lnTo>
                  <a:lnTo>
                    <a:pt x="0" y="68592"/>
                  </a:lnTo>
                  <a:lnTo>
                    <a:pt x="10668" y="68592"/>
                  </a:lnTo>
                  <a:lnTo>
                    <a:pt x="10668" y="57924"/>
                  </a:lnTo>
                  <a:close/>
                </a:path>
                <a:path w="10795" h="189229">
                  <a:moveTo>
                    <a:pt x="10668" y="38112"/>
                  </a:moveTo>
                  <a:lnTo>
                    <a:pt x="0" y="38112"/>
                  </a:lnTo>
                  <a:lnTo>
                    <a:pt x="0" y="48780"/>
                  </a:lnTo>
                  <a:lnTo>
                    <a:pt x="10668" y="48780"/>
                  </a:lnTo>
                  <a:lnTo>
                    <a:pt x="10668" y="38112"/>
                  </a:lnTo>
                  <a:close/>
                </a:path>
                <a:path w="10795" h="189229">
                  <a:moveTo>
                    <a:pt x="10668" y="18300"/>
                  </a:moveTo>
                  <a:lnTo>
                    <a:pt x="0" y="18300"/>
                  </a:lnTo>
                  <a:lnTo>
                    <a:pt x="0" y="28968"/>
                  </a:lnTo>
                  <a:lnTo>
                    <a:pt x="10668" y="28968"/>
                  </a:lnTo>
                  <a:lnTo>
                    <a:pt x="10668" y="18300"/>
                  </a:lnTo>
                  <a:close/>
                </a:path>
                <a:path w="10795" h="189229">
                  <a:moveTo>
                    <a:pt x="10668" y="0"/>
                  </a:moveTo>
                  <a:lnTo>
                    <a:pt x="0" y="0"/>
                  </a:lnTo>
                  <a:lnTo>
                    <a:pt x="0" y="7632"/>
                  </a:lnTo>
                  <a:lnTo>
                    <a:pt x="10668" y="7632"/>
                  </a:lnTo>
                  <a:lnTo>
                    <a:pt x="10668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61" name="object 61"/>
          <p:cNvGrpSpPr/>
          <p:nvPr/>
        </p:nvGrpSpPr>
        <p:grpSpPr>
          <a:xfrm>
            <a:off x="5620511" y="3363467"/>
            <a:ext cx="10795" cy="1329055"/>
            <a:chOff x="5620511" y="3363467"/>
            <a:chExt cx="10795" cy="1329055"/>
          </a:xfrm>
        </p:grpSpPr>
        <p:sp>
          <p:nvSpPr>
            <p:cNvPr id="62" name="object 62"/>
            <p:cNvSpPr/>
            <p:nvPr/>
          </p:nvSpPr>
          <p:spPr>
            <a:xfrm>
              <a:off x="5625845" y="3377183"/>
              <a:ext cx="0" cy="1315720"/>
            </a:xfrm>
            <a:custGeom>
              <a:avLst/>
              <a:gdLst/>
              <a:ahLst/>
              <a:cxnLst/>
              <a:rect l="l" t="t" r="r" b="b"/>
              <a:pathLst>
                <a:path h="1315720">
                  <a:moveTo>
                    <a:pt x="0" y="0"/>
                  </a:moveTo>
                  <a:lnTo>
                    <a:pt x="0" y="1315212"/>
                  </a:lnTo>
                </a:path>
              </a:pathLst>
            </a:custGeom>
            <a:ln w="10668">
              <a:solidFill>
                <a:srgbClr val="000000"/>
              </a:solidFill>
              <a:prstDash val="sysDot"/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3" name="object 63"/>
            <p:cNvSpPr/>
            <p:nvPr/>
          </p:nvSpPr>
          <p:spPr>
            <a:xfrm>
              <a:off x="5620511" y="3363467"/>
              <a:ext cx="10795" cy="3175"/>
            </a:xfrm>
            <a:custGeom>
              <a:avLst/>
              <a:gdLst/>
              <a:ahLst/>
              <a:cxnLst/>
              <a:rect l="l" t="t" r="r" b="b"/>
              <a:pathLst>
                <a:path w="10795" h="3175">
                  <a:moveTo>
                    <a:pt x="10668" y="3048"/>
                  </a:moveTo>
                  <a:lnTo>
                    <a:pt x="0" y="3048"/>
                  </a:lnTo>
                  <a:lnTo>
                    <a:pt x="0" y="0"/>
                  </a:lnTo>
                  <a:lnTo>
                    <a:pt x="10668" y="0"/>
                  </a:lnTo>
                  <a:lnTo>
                    <a:pt x="10668" y="3048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64" name="object 64"/>
          <p:cNvGrpSpPr/>
          <p:nvPr/>
        </p:nvGrpSpPr>
        <p:grpSpPr>
          <a:xfrm>
            <a:off x="5088635" y="5926835"/>
            <a:ext cx="10795" cy="932815"/>
            <a:chOff x="5088635" y="5926835"/>
            <a:chExt cx="10795" cy="932815"/>
          </a:xfrm>
        </p:grpSpPr>
        <p:sp>
          <p:nvSpPr>
            <p:cNvPr id="65" name="object 65"/>
            <p:cNvSpPr/>
            <p:nvPr/>
          </p:nvSpPr>
          <p:spPr>
            <a:xfrm>
              <a:off x="5088635" y="6848855"/>
              <a:ext cx="10795" cy="10795"/>
            </a:xfrm>
            <a:custGeom>
              <a:avLst/>
              <a:gdLst/>
              <a:ahLst/>
              <a:cxnLst/>
              <a:rect l="l" t="t" r="r" b="b"/>
              <a:pathLst>
                <a:path w="10795" h="10795">
                  <a:moveTo>
                    <a:pt x="10668" y="10668"/>
                  </a:moveTo>
                  <a:lnTo>
                    <a:pt x="0" y="10668"/>
                  </a:lnTo>
                  <a:lnTo>
                    <a:pt x="0" y="0"/>
                  </a:lnTo>
                  <a:lnTo>
                    <a:pt x="10668" y="0"/>
                  </a:lnTo>
                  <a:lnTo>
                    <a:pt x="10668" y="10668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6" name="object 66"/>
            <p:cNvSpPr/>
            <p:nvPr/>
          </p:nvSpPr>
          <p:spPr>
            <a:xfrm>
              <a:off x="5093969" y="5926835"/>
              <a:ext cx="0" cy="913130"/>
            </a:xfrm>
            <a:custGeom>
              <a:avLst/>
              <a:gdLst/>
              <a:ahLst/>
              <a:cxnLst/>
              <a:rect l="l" t="t" r="r" b="b"/>
              <a:pathLst>
                <a:path h="913129">
                  <a:moveTo>
                    <a:pt x="0" y="0"/>
                  </a:moveTo>
                  <a:lnTo>
                    <a:pt x="0" y="912875"/>
                  </a:lnTo>
                </a:path>
              </a:pathLst>
            </a:custGeom>
            <a:ln w="10668">
              <a:solidFill>
                <a:srgbClr val="000000"/>
              </a:solidFill>
              <a:prstDash val="sysDot"/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67" name="object 67"/>
          <p:cNvGrpSpPr/>
          <p:nvPr/>
        </p:nvGrpSpPr>
        <p:grpSpPr>
          <a:xfrm>
            <a:off x="5088635" y="5489448"/>
            <a:ext cx="10795" cy="125095"/>
            <a:chOff x="5088635" y="5489448"/>
            <a:chExt cx="10795" cy="125095"/>
          </a:xfrm>
        </p:grpSpPr>
        <p:sp>
          <p:nvSpPr>
            <p:cNvPr id="68" name="object 68"/>
            <p:cNvSpPr/>
            <p:nvPr/>
          </p:nvSpPr>
          <p:spPr>
            <a:xfrm>
              <a:off x="5093969" y="5504688"/>
              <a:ext cx="0" cy="109855"/>
            </a:xfrm>
            <a:custGeom>
              <a:avLst/>
              <a:gdLst/>
              <a:ahLst/>
              <a:cxnLst/>
              <a:rect l="l" t="t" r="r" b="b"/>
              <a:pathLst>
                <a:path h="109854">
                  <a:moveTo>
                    <a:pt x="0" y="0"/>
                  </a:moveTo>
                  <a:lnTo>
                    <a:pt x="0" y="109728"/>
                  </a:lnTo>
                </a:path>
              </a:pathLst>
            </a:custGeom>
            <a:ln w="10668">
              <a:solidFill>
                <a:srgbClr val="000000"/>
              </a:solidFill>
              <a:prstDash val="sysDot"/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9" name="object 69"/>
            <p:cNvSpPr/>
            <p:nvPr/>
          </p:nvSpPr>
          <p:spPr>
            <a:xfrm>
              <a:off x="5088635" y="5489448"/>
              <a:ext cx="10795" cy="5080"/>
            </a:xfrm>
            <a:custGeom>
              <a:avLst/>
              <a:gdLst/>
              <a:ahLst/>
              <a:cxnLst/>
              <a:rect l="l" t="t" r="r" b="b"/>
              <a:pathLst>
                <a:path w="10795" h="5079">
                  <a:moveTo>
                    <a:pt x="0" y="4571"/>
                  </a:moveTo>
                  <a:lnTo>
                    <a:pt x="10668" y="4571"/>
                  </a:lnTo>
                  <a:lnTo>
                    <a:pt x="10668" y="0"/>
                  </a:lnTo>
                  <a:lnTo>
                    <a:pt x="0" y="0"/>
                  </a:lnTo>
                  <a:lnTo>
                    <a:pt x="0" y="4571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70" name="object 70"/>
          <p:cNvSpPr/>
          <p:nvPr/>
        </p:nvSpPr>
        <p:spPr>
          <a:xfrm>
            <a:off x="5088623" y="5004815"/>
            <a:ext cx="10795" cy="140335"/>
          </a:xfrm>
          <a:custGeom>
            <a:avLst/>
            <a:gdLst/>
            <a:ahLst/>
            <a:cxnLst/>
            <a:rect l="l" t="t" r="r" b="b"/>
            <a:pathLst>
              <a:path w="10795" h="140335">
                <a:moveTo>
                  <a:pt x="10668" y="138696"/>
                </a:moveTo>
                <a:lnTo>
                  <a:pt x="0" y="138696"/>
                </a:lnTo>
                <a:lnTo>
                  <a:pt x="0" y="140208"/>
                </a:lnTo>
                <a:lnTo>
                  <a:pt x="10668" y="140208"/>
                </a:lnTo>
                <a:lnTo>
                  <a:pt x="10668" y="138696"/>
                </a:lnTo>
                <a:close/>
              </a:path>
              <a:path w="10795" h="140335">
                <a:moveTo>
                  <a:pt x="10668" y="118884"/>
                </a:moveTo>
                <a:lnTo>
                  <a:pt x="0" y="118884"/>
                </a:lnTo>
                <a:lnTo>
                  <a:pt x="0" y="128028"/>
                </a:lnTo>
                <a:lnTo>
                  <a:pt x="10668" y="128028"/>
                </a:lnTo>
                <a:lnTo>
                  <a:pt x="10668" y="118884"/>
                </a:lnTo>
                <a:close/>
              </a:path>
              <a:path w="10795" h="140335">
                <a:moveTo>
                  <a:pt x="10668" y="99072"/>
                </a:moveTo>
                <a:lnTo>
                  <a:pt x="0" y="99072"/>
                </a:lnTo>
                <a:lnTo>
                  <a:pt x="0" y="108216"/>
                </a:lnTo>
                <a:lnTo>
                  <a:pt x="10668" y="108216"/>
                </a:lnTo>
                <a:lnTo>
                  <a:pt x="10668" y="99072"/>
                </a:lnTo>
                <a:close/>
              </a:path>
              <a:path w="10795" h="140335">
                <a:moveTo>
                  <a:pt x="10668" y="77736"/>
                </a:moveTo>
                <a:lnTo>
                  <a:pt x="0" y="77736"/>
                </a:lnTo>
                <a:lnTo>
                  <a:pt x="0" y="88404"/>
                </a:lnTo>
                <a:lnTo>
                  <a:pt x="10668" y="88404"/>
                </a:lnTo>
                <a:lnTo>
                  <a:pt x="10668" y="77736"/>
                </a:lnTo>
                <a:close/>
              </a:path>
              <a:path w="10795" h="140335">
                <a:moveTo>
                  <a:pt x="10668" y="57924"/>
                </a:moveTo>
                <a:lnTo>
                  <a:pt x="0" y="57924"/>
                </a:lnTo>
                <a:lnTo>
                  <a:pt x="0" y="68592"/>
                </a:lnTo>
                <a:lnTo>
                  <a:pt x="10668" y="68592"/>
                </a:lnTo>
                <a:lnTo>
                  <a:pt x="10668" y="57924"/>
                </a:lnTo>
                <a:close/>
              </a:path>
              <a:path w="10795" h="140335">
                <a:moveTo>
                  <a:pt x="10668" y="38112"/>
                </a:moveTo>
                <a:lnTo>
                  <a:pt x="0" y="38112"/>
                </a:lnTo>
                <a:lnTo>
                  <a:pt x="0" y="48780"/>
                </a:lnTo>
                <a:lnTo>
                  <a:pt x="10668" y="48780"/>
                </a:lnTo>
                <a:lnTo>
                  <a:pt x="10668" y="38112"/>
                </a:lnTo>
                <a:close/>
              </a:path>
              <a:path w="10795" h="140335">
                <a:moveTo>
                  <a:pt x="10668" y="18300"/>
                </a:moveTo>
                <a:lnTo>
                  <a:pt x="0" y="18300"/>
                </a:lnTo>
                <a:lnTo>
                  <a:pt x="0" y="28968"/>
                </a:lnTo>
                <a:lnTo>
                  <a:pt x="10668" y="28968"/>
                </a:lnTo>
                <a:lnTo>
                  <a:pt x="10668" y="18300"/>
                </a:lnTo>
                <a:close/>
              </a:path>
              <a:path w="10795" h="140335">
                <a:moveTo>
                  <a:pt x="10668" y="0"/>
                </a:moveTo>
                <a:lnTo>
                  <a:pt x="0" y="0"/>
                </a:lnTo>
                <a:lnTo>
                  <a:pt x="0" y="7632"/>
                </a:lnTo>
                <a:lnTo>
                  <a:pt x="10668" y="7632"/>
                </a:lnTo>
                <a:lnTo>
                  <a:pt x="10668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71" name="object 71"/>
          <p:cNvGrpSpPr/>
          <p:nvPr/>
        </p:nvGrpSpPr>
        <p:grpSpPr>
          <a:xfrm>
            <a:off x="5088635" y="3666744"/>
            <a:ext cx="10795" cy="1026160"/>
            <a:chOff x="5088635" y="3666744"/>
            <a:chExt cx="10795" cy="1026160"/>
          </a:xfrm>
        </p:grpSpPr>
        <p:sp>
          <p:nvSpPr>
            <p:cNvPr id="72" name="object 72"/>
            <p:cNvSpPr/>
            <p:nvPr/>
          </p:nvSpPr>
          <p:spPr>
            <a:xfrm>
              <a:off x="5093969" y="3678936"/>
              <a:ext cx="0" cy="1013460"/>
            </a:xfrm>
            <a:custGeom>
              <a:avLst/>
              <a:gdLst/>
              <a:ahLst/>
              <a:cxnLst/>
              <a:rect l="l" t="t" r="r" b="b"/>
              <a:pathLst>
                <a:path h="1013460">
                  <a:moveTo>
                    <a:pt x="0" y="0"/>
                  </a:moveTo>
                  <a:lnTo>
                    <a:pt x="0" y="1013460"/>
                  </a:lnTo>
                </a:path>
              </a:pathLst>
            </a:custGeom>
            <a:ln w="10668">
              <a:solidFill>
                <a:srgbClr val="000000"/>
              </a:solidFill>
              <a:prstDash val="sysDot"/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3" name="object 73"/>
            <p:cNvSpPr/>
            <p:nvPr/>
          </p:nvSpPr>
          <p:spPr>
            <a:xfrm>
              <a:off x="5088635" y="3666744"/>
              <a:ext cx="10795" cy="1905"/>
            </a:xfrm>
            <a:custGeom>
              <a:avLst/>
              <a:gdLst/>
              <a:ahLst/>
              <a:cxnLst/>
              <a:rect l="l" t="t" r="r" b="b"/>
              <a:pathLst>
                <a:path w="10795" h="1904">
                  <a:moveTo>
                    <a:pt x="0" y="1524"/>
                  </a:moveTo>
                  <a:lnTo>
                    <a:pt x="10668" y="1524"/>
                  </a:lnTo>
                  <a:lnTo>
                    <a:pt x="10668" y="0"/>
                  </a:lnTo>
                  <a:lnTo>
                    <a:pt x="0" y="0"/>
                  </a:lnTo>
                  <a:lnTo>
                    <a:pt x="0" y="1524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74" name="object 74"/>
          <p:cNvSpPr/>
          <p:nvPr/>
        </p:nvSpPr>
        <p:spPr>
          <a:xfrm>
            <a:off x="6684264" y="6428244"/>
            <a:ext cx="10795" cy="82550"/>
          </a:xfrm>
          <a:custGeom>
            <a:avLst/>
            <a:gdLst/>
            <a:ahLst/>
            <a:cxnLst/>
            <a:rect l="l" t="t" r="r" b="b"/>
            <a:pathLst>
              <a:path w="10795" h="82550">
                <a:moveTo>
                  <a:pt x="10668" y="80759"/>
                </a:moveTo>
                <a:lnTo>
                  <a:pt x="0" y="80759"/>
                </a:lnTo>
                <a:lnTo>
                  <a:pt x="0" y="82296"/>
                </a:lnTo>
                <a:lnTo>
                  <a:pt x="10668" y="82296"/>
                </a:lnTo>
                <a:lnTo>
                  <a:pt x="10668" y="80759"/>
                </a:lnTo>
                <a:close/>
              </a:path>
              <a:path w="10795" h="82550">
                <a:moveTo>
                  <a:pt x="10668" y="59423"/>
                </a:moveTo>
                <a:lnTo>
                  <a:pt x="0" y="59423"/>
                </a:lnTo>
                <a:lnTo>
                  <a:pt x="0" y="70091"/>
                </a:lnTo>
                <a:lnTo>
                  <a:pt x="10668" y="70091"/>
                </a:lnTo>
                <a:lnTo>
                  <a:pt x="10668" y="59423"/>
                </a:lnTo>
                <a:close/>
              </a:path>
              <a:path w="10795" h="82550">
                <a:moveTo>
                  <a:pt x="10668" y="39611"/>
                </a:moveTo>
                <a:lnTo>
                  <a:pt x="0" y="39611"/>
                </a:lnTo>
                <a:lnTo>
                  <a:pt x="0" y="50279"/>
                </a:lnTo>
                <a:lnTo>
                  <a:pt x="10668" y="50279"/>
                </a:lnTo>
                <a:lnTo>
                  <a:pt x="10668" y="39611"/>
                </a:lnTo>
                <a:close/>
              </a:path>
              <a:path w="10795" h="82550">
                <a:moveTo>
                  <a:pt x="10668" y="19799"/>
                </a:moveTo>
                <a:lnTo>
                  <a:pt x="0" y="19799"/>
                </a:lnTo>
                <a:lnTo>
                  <a:pt x="0" y="30467"/>
                </a:lnTo>
                <a:lnTo>
                  <a:pt x="10668" y="30467"/>
                </a:lnTo>
                <a:lnTo>
                  <a:pt x="10668" y="19799"/>
                </a:lnTo>
                <a:close/>
              </a:path>
              <a:path w="10795" h="82550">
                <a:moveTo>
                  <a:pt x="10668" y="0"/>
                </a:moveTo>
                <a:lnTo>
                  <a:pt x="0" y="0"/>
                </a:lnTo>
                <a:lnTo>
                  <a:pt x="0" y="9144"/>
                </a:lnTo>
                <a:lnTo>
                  <a:pt x="10668" y="9144"/>
                </a:lnTo>
                <a:lnTo>
                  <a:pt x="10668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5" name="object 75"/>
          <p:cNvSpPr/>
          <p:nvPr/>
        </p:nvSpPr>
        <p:spPr>
          <a:xfrm>
            <a:off x="6689597" y="5926835"/>
            <a:ext cx="0" cy="190500"/>
          </a:xfrm>
          <a:custGeom>
            <a:avLst/>
            <a:gdLst/>
            <a:ahLst/>
            <a:cxnLst/>
            <a:rect l="l" t="t" r="r" b="b"/>
            <a:pathLst>
              <a:path h="190500">
                <a:moveTo>
                  <a:pt x="0" y="0"/>
                </a:moveTo>
                <a:lnTo>
                  <a:pt x="0" y="190500"/>
                </a:lnTo>
              </a:path>
            </a:pathLst>
          </a:custGeom>
          <a:ln w="10668">
            <a:solidFill>
              <a:srgbClr val="000000"/>
            </a:solidFill>
            <a:prstDash val="sysDot"/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76" name="object 76"/>
          <p:cNvGrpSpPr/>
          <p:nvPr/>
        </p:nvGrpSpPr>
        <p:grpSpPr>
          <a:xfrm>
            <a:off x="6684264" y="3363467"/>
            <a:ext cx="10795" cy="2251075"/>
            <a:chOff x="6684264" y="3363467"/>
            <a:chExt cx="10795" cy="2251075"/>
          </a:xfrm>
        </p:grpSpPr>
        <p:sp>
          <p:nvSpPr>
            <p:cNvPr id="77" name="object 77"/>
            <p:cNvSpPr/>
            <p:nvPr/>
          </p:nvSpPr>
          <p:spPr>
            <a:xfrm>
              <a:off x="6689598" y="3377183"/>
              <a:ext cx="0" cy="2237740"/>
            </a:xfrm>
            <a:custGeom>
              <a:avLst/>
              <a:gdLst/>
              <a:ahLst/>
              <a:cxnLst/>
              <a:rect l="l" t="t" r="r" b="b"/>
              <a:pathLst>
                <a:path h="2237740">
                  <a:moveTo>
                    <a:pt x="0" y="0"/>
                  </a:moveTo>
                  <a:lnTo>
                    <a:pt x="0" y="2237231"/>
                  </a:lnTo>
                </a:path>
              </a:pathLst>
            </a:custGeom>
            <a:ln w="10668">
              <a:solidFill>
                <a:srgbClr val="000000"/>
              </a:solidFill>
              <a:prstDash val="sysDot"/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8" name="object 78"/>
            <p:cNvSpPr/>
            <p:nvPr/>
          </p:nvSpPr>
          <p:spPr>
            <a:xfrm>
              <a:off x="6684264" y="3363467"/>
              <a:ext cx="10795" cy="3175"/>
            </a:xfrm>
            <a:custGeom>
              <a:avLst/>
              <a:gdLst/>
              <a:ahLst/>
              <a:cxnLst/>
              <a:rect l="l" t="t" r="r" b="b"/>
              <a:pathLst>
                <a:path w="10795" h="3175">
                  <a:moveTo>
                    <a:pt x="10668" y="3048"/>
                  </a:moveTo>
                  <a:lnTo>
                    <a:pt x="0" y="3048"/>
                  </a:lnTo>
                  <a:lnTo>
                    <a:pt x="0" y="0"/>
                  </a:lnTo>
                  <a:lnTo>
                    <a:pt x="10668" y="0"/>
                  </a:lnTo>
                  <a:lnTo>
                    <a:pt x="10668" y="3048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79" name="object 79"/>
          <p:cNvSpPr/>
          <p:nvPr/>
        </p:nvSpPr>
        <p:spPr>
          <a:xfrm>
            <a:off x="6152375" y="6815340"/>
            <a:ext cx="10795" cy="44450"/>
          </a:xfrm>
          <a:custGeom>
            <a:avLst/>
            <a:gdLst/>
            <a:ahLst/>
            <a:cxnLst/>
            <a:rect l="l" t="t" r="r" b="b"/>
            <a:pathLst>
              <a:path w="10795" h="44450">
                <a:moveTo>
                  <a:pt x="3048" y="13703"/>
                </a:moveTo>
                <a:lnTo>
                  <a:pt x="0" y="13703"/>
                </a:lnTo>
                <a:lnTo>
                  <a:pt x="0" y="24371"/>
                </a:lnTo>
                <a:lnTo>
                  <a:pt x="3048" y="24371"/>
                </a:lnTo>
                <a:lnTo>
                  <a:pt x="3048" y="13703"/>
                </a:lnTo>
                <a:close/>
              </a:path>
              <a:path w="10795" h="44450">
                <a:moveTo>
                  <a:pt x="3048" y="0"/>
                </a:moveTo>
                <a:lnTo>
                  <a:pt x="0" y="0"/>
                </a:lnTo>
                <a:lnTo>
                  <a:pt x="0" y="4559"/>
                </a:lnTo>
                <a:lnTo>
                  <a:pt x="3048" y="4559"/>
                </a:lnTo>
                <a:lnTo>
                  <a:pt x="3048" y="0"/>
                </a:lnTo>
                <a:close/>
              </a:path>
              <a:path w="10795" h="44450">
                <a:moveTo>
                  <a:pt x="10668" y="33515"/>
                </a:moveTo>
                <a:lnTo>
                  <a:pt x="0" y="33515"/>
                </a:lnTo>
                <a:lnTo>
                  <a:pt x="0" y="39611"/>
                </a:lnTo>
                <a:lnTo>
                  <a:pt x="0" y="44183"/>
                </a:lnTo>
                <a:lnTo>
                  <a:pt x="10668" y="44183"/>
                </a:lnTo>
                <a:lnTo>
                  <a:pt x="10668" y="39611"/>
                </a:lnTo>
                <a:lnTo>
                  <a:pt x="10668" y="3351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0" name="object 80"/>
          <p:cNvSpPr/>
          <p:nvPr/>
        </p:nvSpPr>
        <p:spPr>
          <a:xfrm>
            <a:off x="6152375" y="6428244"/>
            <a:ext cx="10795" cy="82550"/>
          </a:xfrm>
          <a:custGeom>
            <a:avLst/>
            <a:gdLst/>
            <a:ahLst/>
            <a:cxnLst/>
            <a:rect l="l" t="t" r="r" b="b"/>
            <a:pathLst>
              <a:path w="10795" h="82550">
                <a:moveTo>
                  <a:pt x="10668" y="80759"/>
                </a:moveTo>
                <a:lnTo>
                  <a:pt x="0" y="80759"/>
                </a:lnTo>
                <a:lnTo>
                  <a:pt x="0" y="82296"/>
                </a:lnTo>
                <a:lnTo>
                  <a:pt x="10668" y="82296"/>
                </a:lnTo>
                <a:lnTo>
                  <a:pt x="10668" y="80759"/>
                </a:lnTo>
                <a:close/>
              </a:path>
              <a:path w="10795" h="82550">
                <a:moveTo>
                  <a:pt x="10668" y="59423"/>
                </a:moveTo>
                <a:lnTo>
                  <a:pt x="0" y="59423"/>
                </a:lnTo>
                <a:lnTo>
                  <a:pt x="0" y="70091"/>
                </a:lnTo>
                <a:lnTo>
                  <a:pt x="10668" y="70091"/>
                </a:lnTo>
                <a:lnTo>
                  <a:pt x="10668" y="59423"/>
                </a:lnTo>
                <a:close/>
              </a:path>
              <a:path w="10795" h="82550">
                <a:moveTo>
                  <a:pt x="10668" y="39611"/>
                </a:moveTo>
                <a:lnTo>
                  <a:pt x="0" y="39611"/>
                </a:lnTo>
                <a:lnTo>
                  <a:pt x="0" y="50279"/>
                </a:lnTo>
                <a:lnTo>
                  <a:pt x="10668" y="50279"/>
                </a:lnTo>
                <a:lnTo>
                  <a:pt x="10668" y="39611"/>
                </a:lnTo>
                <a:close/>
              </a:path>
              <a:path w="10795" h="82550">
                <a:moveTo>
                  <a:pt x="10668" y="19799"/>
                </a:moveTo>
                <a:lnTo>
                  <a:pt x="0" y="19799"/>
                </a:lnTo>
                <a:lnTo>
                  <a:pt x="0" y="30467"/>
                </a:lnTo>
                <a:lnTo>
                  <a:pt x="10668" y="30467"/>
                </a:lnTo>
                <a:lnTo>
                  <a:pt x="10668" y="19799"/>
                </a:lnTo>
                <a:close/>
              </a:path>
              <a:path w="10795" h="82550">
                <a:moveTo>
                  <a:pt x="10668" y="0"/>
                </a:moveTo>
                <a:lnTo>
                  <a:pt x="0" y="0"/>
                </a:lnTo>
                <a:lnTo>
                  <a:pt x="0" y="9144"/>
                </a:lnTo>
                <a:lnTo>
                  <a:pt x="10668" y="9144"/>
                </a:lnTo>
                <a:lnTo>
                  <a:pt x="10668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81" name="object 81"/>
          <p:cNvGrpSpPr/>
          <p:nvPr/>
        </p:nvGrpSpPr>
        <p:grpSpPr>
          <a:xfrm>
            <a:off x="6152387" y="5926835"/>
            <a:ext cx="10795" cy="190500"/>
            <a:chOff x="6152387" y="5926835"/>
            <a:chExt cx="10795" cy="190500"/>
          </a:xfrm>
        </p:grpSpPr>
        <p:sp>
          <p:nvSpPr>
            <p:cNvPr id="82" name="object 82"/>
            <p:cNvSpPr/>
            <p:nvPr/>
          </p:nvSpPr>
          <p:spPr>
            <a:xfrm>
              <a:off x="6152387" y="6106668"/>
              <a:ext cx="10795" cy="10795"/>
            </a:xfrm>
            <a:custGeom>
              <a:avLst/>
              <a:gdLst/>
              <a:ahLst/>
              <a:cxnLst/>
              <a:rect l="l" t="t" r="r" b="b"/>
              <a:pathLst>
                <a:path w="10795" h="10795">
                  <a:moveTo>
                    <a:pt x="10668" y="10668"/>
                  </a:moveTo>
                  <a:lnTo>
                    <a:pt x="0" y="10668"/>
                  </a:lnTo>
                  <a:lnTo>
                    <a:pt x="0" y="0"/>
                  </a:lnTo>
                  <a:lnTo>
                    <a:pt x="10668" y="0"/>
                  </a:lnTo>
                  <a:lnTo>
                    <a:pt x="10668" y="10668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3" name="object 83"/>
            <p:cNvSpPr/>
            <p:nvPr/>
          </p:nvSpPr>
          <p:spPr>
            <a:xfrm>
              <a:off x="6157721" y="5926835"/>
              <a:ext cx="0" cy="170815"/>
            </a:xfrm>
            <a:custGeom>
              <a:avLst/>
              <a:gdLst/>
              <a:ahLst/>
              <a:cxnLst/>
              <a:rect l="l" t="t" r="r" b="b"/>
              <a:pathLst>
                <a:path h="170814">
                  <a:moveTo>
                    <a:pt x="0" y="0"/>
                  </a:moveTo>
                  <a:lnTo>
                    <a:pt x="0" y="170688"/>
                  </a:lnTo>
                </a:path>
              </a:pathLst>
            </a:custGeom>
            <a:ln w="10668">
              <a:solidFill>
                <a:srgbClr val="000000"/>
              </a:solidFill>
              <a:prstDash val="dot"/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84" name="object 84"/>
          <p:cNvSpPr/>
          <p:nvPr/>
        </p:nvSpPr>
        <p:spPr>
          <a:xfrm>
            <a:off x="6157721" y="5004815"/>
            <a:ext cx="0" cy="609600"/>
          </a:xfrm>
          <a:custGeom>
            <a:avLst/>
            <a:gdLst/>
            <a:ahLst/>
            <a:cxnLst/>
            <a:rect l="l" t="t" r="r" b="b"/>
            <a:pathLst>
              <a:path h="609600">
                <a:moveTo>
                  <a:pt x="0" y="0"/>
                </a:moveTo>
                <a:lnTo>
                  <a:pt x="0" y="609599"/>
                </a:lnTo>
              </a:path>
            </a:pathLst>
          </a:custGeom>
          <a:ln w="10668">
            <a:solidFill>
              <a:srgbClr val="000000"/>
            </a:solidFill>
            <a:prstDash val="sysDot"/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85" name="object 85"/>
          <p:cNvGrpSpPr/>
          <p:nvPr/>
        </p:nvGrpSpPr>
        <p:grpSpPr>
          <a:xfrm>
            <a:off x="6152387" y="3363467"/>
            <a:ext cx="10795" cy="1329055"/>
            <a:chOff x="6152387" y="3363467"/>
            <a:chExt cx="10795" cy="1329055"/>
          </a:xfrm>
        </p:grpSpPr>
        <p:sp>
          <p:nvSpPr>
            <p:cNvPr id="86" name="object 86"/>
            <p:cNvSpPr/>
            <p:nvPr/>
          </p:nvSpPr>
          <p:spPr>
            <a:xfrm>
              <a:off x="6157721" y="3377183"/>
              <a:ext cx="0" cy="1315720"/>
            </a:xfrm>
            <a:custGeom>
              <a:avLst/>
              <a:gdLst/>
              <a:ahLst/>
              <a:cxnLst/>
              <a:rect l="l" t="t" r="r" b="b"/>
              <a:pathLst>
                <a:path h="1315720">
                  <a:moveTo>
                    <a:pt x="0" y="0"/>
                  </a:moveTo>
                  <a:lnTo>
                    <a:pt x="0" y="1315212"/>
                  </a:lnTo>
                </a:path>
              </a:pathLst>
            </a:custGeom>
            <a:ln w="10668">
              <a:solidFill>
                <a:srgbClr val="000000"/>
              </a:solidFill>
              <a:prstDash val="sysDot"/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7" name="object 87"/>
            <p:cNvSpPr/>
            <p:nvPr/>
          </p:nvSpPr>
          <p:spPr>
            <a:xfrm>
              <a:off x="6152387" y="3363467"/>
              <a:ext cx="10795" cy="3175"/>
            </a:xfrm>
            <a:custGeom>
              <a:avLst/>
              <a:gdLst/>
              <a:ahLst/>
              <a:cxnLst/>
              <a:rect l="l" t="t" r="r" b="b"/>
              <a:pathLst>
                <a:path w="10795" h="3175">
                  <a:moveTo>
                    <a:pt x="10668" y="3048"/>
                  </a:moveTo>
                  <a:lnTo>
                    <a:pt x="0" y="3048"/>
                  </a:lnTo>
                  <a:lnTo>
                    <a:pt x="0" y="0"/>
                  </a:lnTo>
                  <a:lnTo>
                    <a:pt x="10668" y="0"/>
                  </a:lnTo>
                  <a:lnTo>
                    <a:pt x="10668" y="3048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88" name="object 88"/>
          <p:cNvGrpSpPr/>
          <p:nvPr/>
        </p:nvGrpSpPr>
        <p:grpSpPr>
          <a:xfrm>
            <a:off x="7748016" y="3377183"/>
            <a:ext cx="10795" cy="3482340"/>
            <a:chOff x="7748016" y="3377183"/>
            <a:chExt cx="10795" cy="3482340"/>
          </a:xfrm>
        </p:grpSpPr>
        <p:sp>
          <p:nvSpPr>
            <p:cNvPr id="89" name="object 89"/>
            <p:cNvSpPr/>
            <p:nvPr/>
          </p:nvSpPr>
          <p:spPr>
            <a:xfrm>
              <a:off x="7748003" y="6848855"/>
              <a:ext cx="10795" cy="10795"/>
            </a:xfrm>
            <a:custGeom>
              <a:avLst/>
              <a:gdLst/>
              <a:ahLst/>
              <a:cxnLst/>
              <a:rect l="l" t="t" r="r" b="b"/>
              <a:pathLst>
                <a:path w="10795" h="10795">
                  <a:moveTo>
                    <a:pt x="10668" y="0"/>
                  </a:moveTo>
                  <a:lnTo>
                    <a:pt x="0" y="0"/>
                  </a:lnTo>
                  <a:lnTo>
                    <a:pt x="0" y="6096"/>
                  </a:lnTo>
                  <a:lnTo>
                    <a:pt x="0" y="10668"/>
                  </a:lnTo>
                  <a:lnTo>
                    <a:pt x="10668" y="10668"/>
                  </a:lnTo>
                  <a:lnTo>
                    <a:pt x="10668" y="6096"/>
                  </a:lnTo>
                  <a:lnTo>
                    <a:pt x="10668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0" name="object 90"/>
            <p:cNvSpPr/>
            <p:nvPr/>
          </p:nvSpPr>
          <p:spPr>
            <a:xfrm>
              <a:off x="7753350" y="3377183"/>
              <a:ext cx="0" cy="3462654"/>
            </a:xfrm>
            <a:custGeom>
              <a:avLst/>
              <a:gdLst/>
              <a:ahLst/>
              <a:cxnLst/>
              <a:rect l="l" t="t" r="r" b="b"/>
              <a:pathLst>
                <a:path h="3462654">
                  <a:moveTo>
                    <a:pt x="0" y="0"/>
                  </a:moveTo>
                  <a:lnTo>
                    <a:pt x="0" y="3462527"/>
                  </a:lnTo>
                </a:path>
              </a:pathLst>
            </a:custGeom>
            <a:ln w="10668">
              <a:solidFill>
                <a:srgbClr val="000000"/>
              </a:solidFill>
              <a:prstDash val="sysDot"/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1" name="object 91"/>
            <p:cNvSpPr/>
            <p:nvPr/>
          </p:nvSpPr>
          <p:spPr>
            <a:xfrm>
              <a:off x="7748016" y="6550151"/>
              <a:ext cx="10795" cy="9525"/>
            </a:xfrm>
            <a:custGeom>
              <a:avLst/>
              <a:gdLst/>
              <a:ahLst/>
              <a:cxnLst/>
              <a:rect l="l" t="t" r="r" b="b"/>
              <a:pathLst>
                <a:path w="10795" h="9525">
                  <a:moveTo>
                    <a:pt x="0" y="9143"/>
                  </a:moveTo>
                  <a:lnTo>
                    <a:pt x="10668" y="9143"/>
                  </a:lnTo>
                  <a:lnTo>
                    <a:pt x="10668" y="0"/>
                  </a:lnTo>
                  <a:lnTo>
                    <a:pt x="0" y="0"/>
                  </a:lnTo>
                  <a:lnTo>
                    <a:pt x="0" y="9143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92" name="object 92"/>
          <p:cNvGrpSpPr/>
          <p:nvPr/>
        </p:nvGrpSpPr>
        <p:grpSpPr>
          <a:xfrm>
            <a:off x="7216139" y="3363467"/>
            <a:ext cx="10795" cy="3147060"/>
            <a:chOff x="7216139" y="3363467"/>
            <a:chExt cx="10795" cy="3147060"/>
          </a:xfrm>
        </p:grpSpPr>
        <p:sp>
          <p:nvSpPr>
            <p:cNvPr id="93" name="object 93"/>
            <p:cNvSpPr/>
            <p:nvPr/>
          </p:nvSpPr>
          <p:spPr>
            <a:xfrm>
              <a:off x="7216127" y="6428244"/>
              <a:ext cx="10795" cy="82550"/>
            </a:xfrm>
            <a:custGeom>
              <a:avLst/>
              <a:gdLst/>
              <a:ahLst/>
              <a:cxnLst/>
              <a:rect l="l" t="t" r="r" b="b"/>
              <a:pathLst>
                <a:path w="10795" h="82550">
                  <a:moveTo>
                    <a:pt x="10668" y="80759"/>
                  </a:moveTo>
                  <a:lnTo>
                    <a:pt x="0" y="80759"/>
                  </a:lnTo>
                  <a:lnTo>
                    <a:pt x="0" y="82296"/>
                  </a:lnTo>
                  <a:lnTo>
                    <a:pt x="10668" y="82296"/>
                  </a:lnTo>
                  <a:lnTo>
                    <a:pt x="10668" y="80759"/>
                  </a:lnTo>
                  <a:close/>
                </a:path>
                <a:path w="10795" h="82550">
                  <a:moveTo>
                    <a:pt x="10668" y="59423"/>
                  </a:moveTo>
                  <a:lnTo>
                    <a:pt x="0" y="59423"/>
                  </a:lnTo>
                  <a:lnTo>
                    <a:pt x="0" y="70091"/>
                  </a:lnTo>
                  <a:lnTo>
                    <a:pt x="10668" y="70091"/>
                  </a:lnTo>
                  <a:lnTo>
                    <a:pt x="10668" y="59423"/>
                  </a:lnTo>
                  <a:close/>
                </a:path>
                <a:path w="10795" h="82550">
                  <a:moveTo>
                    <a:pt x="10668" y="39611"/>
                  </a:moveTo>
                  <a:lnTo>
                    <a:pt x="0" y="39611"/>
                  </a:lnTo>
                  <a:lnTo>
                    <a:pt x="0" y="50279"/>
                  </a:lnTo>
                  <a:lnTo>
                    <a:pt x="10668" y="50279"/>
                  </a:lnTo>
                  <a:lnTo>
                    <a:pt x="10668" y="39611"/>
                  </a:lnTo>
                  <a:close/>
                </a:path>
                <a:path w="10795" h="82550">
                  <a:moveTo>
                    <a:pt x="10668" y="19799"/>
                  </a:moveTo>
                  <a:lnTo>
                    <a:pt x="0" y="19799"/>
                  </a:lnTo>
                  <a:lnTo>
                    <a:pt x="0" y="30467"/>
                  </a:lnTo>
                  <a:lnTo>
                    <a:pt x="10668" y="30467"/>
                  </a:lnTo>
                  <a:lnTo>
                    <a:pt x="10668" y="19799"/>
                  </a:lnTo>
                  <a:close/>
                </a:path>
                <a:path w="10795" h="82550">
                  <a:moveTo>
                    <a:pt x="10668" y="0"/>
                  </a:moveTo>
                  <a:lnTo>
                    <a:pt x="0" y="0"/>
                  </a:lnTo>
                  <a:lnTo>
                    <a:pt x="0" y="9144"/>
                  </a:lnTo>
                  <a:lnTo>
                    <a:pt x="10668" y="9144"/>
                  </a:lnTo>
                  <a:lnTo>
                    <a:pt x="10668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4" name="object 94"/>
            <p:cNvSpPr/>
            <p:nvPr/>
          </p:nvSpPr>
          <p:spPr>
            <a:xfrm>
              <a:off x="7225283" y="6126480"/>
              <a:ext cx="0" cy="291465"/>
            </a:xfrm>
            <a:custGeom>
              <a:avLst/>
              <a:gdLst/>
              <a:ahLst/>
              <a:cxnLst/>
              <a:rect l="l" t="t" r="r" b="b"/>
              <a:pathLst>
                <a:path h="291464">
                  <a:moveTo>
                    <a:pt x="0" y="0"/>
                  </a:moveTo>
                  <a:lnTo>
                    <a:pt x="0" y="291083"/>
                  </a:lnTo>
                </a:path>
              </a:pathLst>
            </a:custGeom>
            <a:ln w="3175">
              <a:solidFill>
                <a:srgbClr val="000000"/>
              </a:solidFill>
              <a:prstDash val="dash"/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5" name="object 95"/>
            <p:cNvSpPr/>
            <p:nvPr/>
          </p:nvSpPr>
          <p:spPr>
            <a:xfrm>
              <a:off x="7221473" y="3377183"/>
              <a:ext cx="0" cy="2740660"/>
            </a:xfrm>
            <a:custGeom>
              <a:avLst/>
              <a:gdLst/>
              <a:ahLst/>
              <a:cxnLst/>
              <a:rect l="l" t="t" r="r" b="b"/>
              <a:pathLst>
                <a:path h="2740660">
                  <a:moveTo>
                    <a:pt x="0" y="0"/>
                  </a:moveTo>
                  <a:lnTo>
                    <a:pt x="0" y="2740152"/>
                  </a:lnTo>
                </a:path>
              </a:pathLst>
            </a:custGeom>
            <a:ln w="10668">
              <a:solidFill>
                <a:srgbClr val="000000"/>
              </a:solidFill>
              <a:prstDash val="sysDot"/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6" name="object 96"/>
            <p:cNvSpPr/>
            <p:nvPr/>
          </p:nvSpPr>
          <p:spPr>
            <a:xfrm>
              <a:off x="7216139" y="3363467"/>
              <a:ext cx="10795" cy="3175"/>
            </a:xfrm>
            <a:custGeom>
              <a:avLst/>
              <a:gdLst/>
              <a:ahLst/>
              <a:cxnLst/>
              <a:rect l="l" t="t" r="r" b="b"/>
              <a:pathLst>
                <a:path w="10795" h="3175">
                  <a:moveTo>
                    <a:pt x="10668" y="3048"/>
                  </a:moveTo>
                  <a:lnTo>
                    <a:pt x="0" y="3048"/>
                  </a:lnTo>
                  <a:lnTo>
                    <a:pt x="0" y="0"/>
                  </a:lnTo>
                  <a:lnTo>
                    <a:pt x="10668" y="0"/>
                  </a:lnTo>
                  <a:lnTo>
                    <a:pt x="10668" y="3048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97" name="object 97"/>
          <p:cNvGrpSpPr/>
          <p:nvPr/>
        </p:nvGrpSpPr>
        <p:grpSpPr>
          <a:xfrm>
            <a:off x="4594859" y="5620512"/>
            <a:ext cx="2124710" cy="304800"/>
            <a:chOff x="4594859" y="5620512"/>
            <a:chExt cx="2124710" cy="304800"/>
          </a:xfrm>
        </p:grpSpPr>
        <p:sp>
          <p:nvSpPr>
            <p:cNvPr id="98" name="object 98"/>
            <p:cNvSpPr/>
            <p:nvPr/>
          </p:nvSpPr>
          <p:spPr>
            <a:xfrm>
              <a:off x="4594859" y="5620512"/>
              <a:ext cx="2124710" cy="304800"/>
            </a:xfrm>
            <a:custGeom>
              <a:avLst/>
              <a:gdLst/>
              <a:ahLst/>
              <a:cxnLst/>
              <a:rect l="l" t="t" r="r" b="b"/>
              <a:pathLst>
                <a:path w="2124709" h="304800">
                  <a:moveTo>
                    <a:pt x="2124456" y="304800"/>
                  </a:moveTo>
                  <a:lnTo>
                    <a:pt x="0" y="304800"/>
                  </a:lnTo>
                  <a:lnTo>
                    <a:pt x="0" y="0"/>
                  </a:lnTo>
                  <a:lnTo>
                    <a:pt x="2124456" y="0"/>
                  </a:lnTo>
                  <a:lnTo>
                    <a:pt x="2124456" y="304800"/>
                  </a:lnTo>
                  <a:close/>
                </a:path>
              </a:pathLst>
            </a:custGeom>
            <a:solidFill>
              <a:srgbClr val="BFBFB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99" name="object 99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5617463" y="5689092"/>
              <a:ext cx="82296" cy="167640"/>
            </a:xfrm>
            <a:prstGeom prst="rect">
              <a:avLst/>
            </a:prstGeom>
          </p:spPr>
        </p:pic>
      </p:grpSp>
      <p:grpSp>
        <p:nvGrpSpPr>
          <p:cNvPr id="100" name="object 100"/>
          <p:cNvGrpSpPr/>
          <p:nvPr/>
        </p:nvGrpSpPr>
        <p:grpSpPr>
          <a:xfrm>
            <a:off x="5094732" y="6121907"/>
            <a:ext cx="2129155" cy="304800"/>
            <a:chOff x="5094732" y="6121907"/>
            <a:chExt cx="2129155" cy="304800"/>
          </a:xfrm>
        </p:grpSpPr>
        <p:sp>
          <p:nvSpPr>
            <p:cNvPr id="101" name="object 101"/>
            <p:cNvSpPr/>
            <p:nvPr/>
          </p:nvSpPr>
          <p:spPr>
            <a:xfrm>
              <a:off x="5094732" y="6121907"/>
              <a:ext cx="2129155" cy="304800"/>
            </a:xfrm>
            <a:custGeom>
              <a:avLst/>
              <a:gdLst/>
              <a:ahLst/>
              <a:cxnLst/>
              <a:rect l="l" t="t" r="r" b="b"/>
              <a:pathLst>
                <a:path w="2129154" h="304800">
                  <a:moveTo>
                    <a:pt x="2129028" y="304800"/>
                  </a:moveTo>
                  <a:lnTo>
                    <a:pt x="0" y="304800"/>
                  </a:lnTo>
                  <a:lnTo>
                    <a:pt x="0" y="0"/>
                  </a:lnTo>
                  <a:lnTo>
                    <a:pt x="2129028" y="0"/>
                  </a:lnTo>
                  <a:lnTo>
                    <a:pt x="2129028" y="304800"/>
                  </a:lnTo>
                  <a:close/>
                </a:path>
              </a:pathLst>
            </a:custGeom>
            <a:solidFill>
              <a:srgbClr val="BFBFB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02" name="object 102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6114288" y="6245351"/>
              <a:ext cx="89916" cy="150876"/>
            </a:xfrm>
            <a:prstGeom prst="rect">
              <a:avLst/>
            </a:prstGeom>
          </p:spPr>
        </p:pic>
      </p:grpSp>
      <p:grpSp>
        <p:nvGrpSpPr>
          <p:cNvPr id="103" name="object 103"/>
          <p:cNvGrpSpPr/>
          <p:nvPr/>
        </p:nvGrpSpPr>
        <p:grpSpPr>
          <a:xfrm>
            <a:off x="4556759" y="5489448"/>
            <a:ext cx="10795" cy="1370330"/>
            <a:chOff x="4556759" y="5489448"/>
            <a:chExt cx="10795" cy="1370330"/>
          </a:xfrm>
        </p:grpSpPr>
        <p:sp>
          <p:nvSpPr>
            <p:cNvPr id="104" name="object 104"/>
            <p:cNvSpPr/>
            <p:nvPr/>
          </p:nvSpPr>
          <p:spPr>
            <a:xfrm>
              <a:off x="4562093" y="5504688"/>
              <a:ext cx="0" cy="1355090"/>
            </a:xfrm>
            <a:custGeom>
              <a:avLst/>
              <a:gdLst/>
              <a:ahLst/>
              <a:cxnLst/>
              <a:rect l="l" t="t" r="r" b="b"/>
              <a:pathLst>
                <a:path h="1355090">
                  <a:moveTo>
                    <a:pt x="0" y="0"/>
                  </a:moveTo>
                  <a:lnTo>
                    <a:pt x="0" y="1354835"/>
                  </a:lnTo>
                </a:path>
              </a:pathLst>
            </a:custGeom>
            <a:ln w="10668">
              <a:solidFill>
                <a:srgbClr val="000000"/>
              </a:solidFill>
              <a:prstDash val="sysDot"/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5" name="object 105"/>
            <p:cNvSpPr/>
            <p:nvPr/>
          </p:nvSpPr>
          <p:spPr>
            <a:xfrm>
              <a:off x="4556759" y="5489448"/>
              <a:ext cx="10795" cy="5080"/>
            </a:xfrm>
            <a:custGeom>
              <a:avLst/>
              <a:gdLst/>
              <a:ahLst/>
              <a:cxnLst/>
              <a:rect l="l" t="t" r="r" b="b"/>
              <a:pathLst>
                <a:path w="10795" h="5079">
                  <a:moveTo>
                    <a:pt x="0" y="4571"/>
                  </a:moveTo>
                  <a:lnTo>
                    <a:pt x="10668" y="4571"/>
                  </a:lnTo>
                  <a:lnTo>
                    <a:pt x="10668" y="0"/>
                  </a:lnTo>
                  <a:lnTo>
                    <a:pt x="0" y="0"/>
                  </a:lnTo>
                  <a:lnTo>
                    <a:pt x="0" y="4571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06" name="object 106"/>
          <p:cNvSpPr/>
          <p:nvPr/>
        </p:nvSpPr>
        <p:spPr>
          <a:xfrm>
            <a:off x="4556747" y="5004815"/>
            <a:ext cx="10795" cy="140335"/>
          </a:xfrm>
          <a:custGeom>
            <a:avLst/>
            <a:gdLst/>
            <a:ahLst/>
            <a:cxnLst/>
            <a:rect l="l" t="t" r="r" b="b"/>
            <a:pathLst>
              <a:path w="10795" h="140335">
                <a:moveTo>
                  <a:pt x="10668" y="138696"/>
                </a:moveTo>
                <a:lnTo>
                  <a:pt x="0" y="138696"/>
                </a:lnTo>
                <a:lnTo>
                  <a:pt x="0" y="140208"/>
                </a:lnTo>
                <a:lnTo>
                  <a:pt x="10668" y="140208"/>
                </a:lnTo>
                <a:lnTo>
                  <a:pt x="10668" y="138696"/>
                </a:lnTo>
                <a:close/>
              </a:path>
              <a:path w="10795" h="140335">
                <a:moveTo>
                  <a:pt x="10668" y="118884"/>
                </a:moveTo>
                <a:lnTo>
                  <a:pt x="0" y="118884"/>
                </a:lnTo>
                <a:lnTo>
                  <a:pt x="0" y="128028"/>
                </a:lnTo>
                <a:lnTo>
                  <a:pt x="10668" y="128028"/>
                </a:lnTo>
                <a:lnTo>
                  <a:pt x="10668" y="118884"/>
                </a:lnTo>
                <a:close/>
              </a:path>
              <a:path w="10795" h="140335">
                <a:moveTo>
                  <a:pt x="10668" y="99072"/>
                </a:moveTo>
                <a:lnTo>
                  <a:pt x="0" y="99072"/>
                </a:lnTo>
                <a:lnTo>
                  <a:pt x="0" y="108216"/>
                </a:lnTo>
                <a:lnTo>
                  <a:pt x="10668" y="108216"/>
                </a:lnTo>
                <a:lnTo>
                  <a:pt x="10668" y="99072"/>
                </a:lnTo>
                <a:close/>
              </a:path>
              <a:path w="10795" h="140335">
                <a:moveTo>
                  <a:pt x="10668" y="77736"/>
                </a:moveTo>
                <a:lnTo>
                  <a:pt x="0" y="77736"/>
                </a:lnTo>
                <a:lnTo>
                  <a:pt x="0" y="88404"/>
                </a:lnTo>
                <a:lnTo>
                  <a:pt x="10668" y="88404"/>
                </a:lnTo>
                <a:lnTo>
                  <a:pt x="10668" y="77736"/>
                </a:lnTo>
                <a:close/>
              </a:path>
              <a:path w="10795" h="140335">
                <a:moveTo>
                  <a:pt x="10668" y="57924"/>
                </a:moveTo>
                <a:lnTo>
                  <a:pt x="0" y="57924"/>
                </a:lnTo>
                <a:lnTo>
                  <a:pt x="0" y="68592"/>
                </a:lnTo>
                <a:lnTo>
                  <a:pt x="10668" y="68592"/>
                </a:lnTo>
                <a:lnTo>
                  <a:pt x="10668" y="57924"/>
                </a:lnTo>
                <a:close/>
              </a:path>
              <a:path w="10795" h="140335">
                <a:moveTo>
                  <a:pt x="10668" y="38112"/>
                </a:moveTo>
                <a:lnTo>
                  <a:pt x="0" y="38112"/>
                </a:lnTo>
                <a:lnTo>
                  <a:pt x="0" y="48780"/>
                </a:lnTo>
                <a:lnTo>
                  <a:pt x="10668" y="48780"/>
                </a:lnTo>
                <a:lnTo>
                  <a:pt x="10668" y="38112"/>
                </a:lnTo>
                <a:close/>
              </a:path>
              <a:path w="10795" h="140335">
                <a:moveTo>
                  <a:pt x="10668" y="18300"/>
                </a:moveTo>
                <a:lnTo>
                  <a:pt x="0" y="18300"/>
                </a:lnTo>
                <a:lnTo>
                  <a:pt x="0" y="28968"/>
                </a:lnTo>
                <a:lnTo>
                  <a:pt x="10668" y="28968"/>
                </a:lnTo>
                <a:lnTo>
                  <a:pt x="10668" y="18300"/>
                </a:lnTo>
                <a:close/>
              </a:path>
              <a:path w="10795" h="140335">
                <a:moveTo>
                  <a:pt x="10668" y="0"/>
                </a:moveTo>
                <a:lnTo>
                  <a:pt x="0" y="0"/>
                </a:lnTo>
                <a:lnTo>
                  <a:pt x="0" y="7632"/>
                </a:lnTo>
                <a:lnTo>
                  <a:pt x="10668" y="7632"/>
                </a:lnTo>
                <a:lnTo>
                  <a:pt x="10668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7" name="object 107"/>
          <p:cNvSpPr/>
          <p:nvPr/>
        </p:nvSpPr>
        <p:spPr>
          <a:xfrm>
            <a:off x="4562094" y="4587240"/>
            <a:ext cx="0" cy="105410"/>
          </a:xfrm>
          <a:custGeom>
            <a:avLst/>
            <a:gdLst/>
            <a:ahLst/>
            <a:cxnLst/>
            <a:rect l="l" t="t" r="r" b="b"/>
            <a:pathLst>
              <a:path h="105410">
                <a:moveTo>
                  <a:pt x="0" y="0"/>
                </a:moveTo>
                <a:lnTo>
                  <a:pt x="0" y="105155"/>
                </a:lnTo>
              </a:path>
            </a:pathLst>
          </a:custGeom>
          <a:ln w="10668">
            <a:solidFill>
              <a:srgbClr val="000000"/>
            </a:solidFill>
            <a:prstDash val="dot"/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08" name="object 108"/>
          <p:cNvGrpSpPr/>
          <p:nvPr/>
        </p:nvGrpSpPr>
        <p:grpSpPr>
          <a:xfrm>
            <a:off x="4556759" y="3666744"/>
            <a:ext cx="10795" cy="615950"/>
            <a:chOff x="4556759" y="3666744"/>
            <a:chExt cx="10795" cy="615950"/>
          </a:xfrm>
        </p:grpSpPr>
        <p:sp>
          <p:nvSpPr>
            <p:cNvPr id="109" name="object 109"/>
            <p:cNvSpPr/>
            <p:nvPr/>
          </p:nvSpPr>
          <p:spPr>
            <a:xfrm>
              <a:off x="4562093" y="3678936"/>
              <a:ext cx="0" cy="603885"/>
            </a:xfrm>
            <a:custGeom>
              <a:avLst/>
              <a:gdLst/>
              <a:ahLst/>
              <a:cxnLst/>
              <a:rect l="l" t="t" r="r" b="b"/>
              <a:pathLst>
                <a:path h="603885">
                  <a:moveTo>
                    <a:pt x="0" y="0"/>
                  </a:moveTo>
                  <a:lnTo>
                    <a:pt x="0" y="603504"/>
                  </a:lnTo>
                </a:path>
              </a:pathLst>
            </a:custGeom>
            <a:ln w="10668">
              <a:solidFill>
                <a:srgbClr val="000000"/>
              </a:solidFill>
              <a:prstDash val="sysDot"/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0" name="object 110"/>
            <p:cNvSpPr/>
            <p:nvPr/>
          </p:nvSpPr>
          <p:spPr>
            <a:xfrm>
              <a:off x="4556759" y="3666744"/>
              <a:ext cx="10795" cy="1905"/>
            </a:xfrm>
            <a:custGeom>
              <a:avLst/>
              <a:gdLst/>
              <a:ahLst/>
              <a:cxnLst/>
              <a:rect l="l" t="t" r="r" b="b"/>
              <a:pathLst>
                <a:path w="10795" h="1904">
                  <a:moveTo>
                    <a:pt x="0" y="1524"/>
                  </a:moveTo>
                  <a:lnTo>
                    <a:pt x="10668" y="1524"/>
                  </a:lnTo>
                  <a:lnTo>
                    <a:pt x="10668" y="0"/>
                  </a:lnTo>
                  <a:lnTo>
                    <a:pt x="0" y="0"/>
                  </a:lnTo>
                  <a:lnTo>
                    <a:pt x="0" y="1524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11" name="object 111"/>
          <p:cNvSpPr/>
          <p:nvPr/>
        </p:nvSpPr>
        <p:spPr>
          <a:xfrm>
            <a:off x="6155435" y="6550152"/>
            <a:ext cx="1597660" cy="304800"/>
          </a:xfrm>
          <a:custGeom>
            <a:avLst/>
            <a:gdLst/>
            <a:ahLst/>
            <a:cxnLst/>
            <a:rect l="l" t="t" r="r" b="b"/>
            <a:pathLst>
              <a:path w="1597659" h="304800">
                <a:moveTo>
                  <a:pt x="1597151" y="304800"/>
                </a:moveTo>
                <a:lnTo>
                  <a:pt x="0" y="304800"/>
                </a:lnTo>
                <a:lnTo>
                  <a:pt x="0" y="0"/>
                </a:lnTo>
                <a:lnTo>
                  <a:pt x="1597151" y="0"/>
                </a:lnTo>
                <a:lnTo>
                  <a:pt x="1597151" y="304800"/>
                </a:lnTo>
                <a:close/>
              </a:path>
            </a:pathLst>
          </a:custGeom>
          <a:solidFill>
            <a:srgbClr val="BFBFB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2" name="object 112"/>
          <p:cNvSpPr/>
          <p:nvPr/>
        </p:nvSpPr>
        <p:spPr>
          <a:xfrm>
            <a:off x="4027932" y="5184648"/>
            <a:ext cx="1597660" cy="304800"/>
          </a:xfrm>
          <a:custGeom>
            <a:avLst/>
            <a:gdLst/>
            <a:ahLst/>
            <a:cxnLst/>
            <a:rect l="l" t="t" r="r" b="b"/>
            <a:pathLst>
              <a:path w="1597660" h="304800">
                <a:moveTo>
                  <a:pt x="1597151" y="304800"/>
                </a:moveTo>
                <a:lnTo>
                  <a:pt x="0" y="304800"/>
                </a:lnTo>
                <a:lnTo>
                  <a:pt x="0" y="0"/>
                </a:lnTo>
                <a:lnTo>
                  <a:pt x="1597151" y="0"/>
                </a:lnTo>
                <a:lnTo>
                  <a:pt x="1597151" y="304800"/>
                </a:lnTo>
                <a:close/>
              </a:path>
            </a:pathLst>
          </a:custGeom>
          <a:solidFill>
            <a:srgbClr val="BFBFBF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13" name="object 113"/>
          <p:cNvGrpSpPr/>
          <p:nvPr/>
        </p:nvGrpSpPr>
        <p:grpSpPr>
          <a:xfrm>
            <a:off x="1917192" y="3361944"/>
            <a:ext cx="3192780" cy="304800"/>
            <a:chOff x="1917192" y="3361944"/>
            <a:chExt cx="3192780" cy="304800"/>
          </a:xfrm>
        </p:grpSpPr>
        <p:sp>
          <p:nvSpPr>
            <p:cNvPr id="114" name="object 114"/>
            <p:cNvSpPr/>
            <p:nvPr/>
          </p:nvSpPr>
          <p:spPr>
            <a:xfrm>
              <a:off x="1917192" y="3361944"/>
              <a:ext cx="3192780" cy="304800"/>
            </a:xfrm>
            <a:custGeom>
              <a:avLst/>
              <a:gdLst/>
              <a:ahLst/>
              <a:cxnLst/>
              <a:rect l="l" t="t" r="r" b="b"/>
              <a:pathLst>
                <a:path w="3192779" h="304800">
                  <a:moveTo>
                    <a:pt x="3192779" y="304800"/>
                  </a:moveTo>
                  <a:lnTo>
                    <a:pt x="0" y="304800"/>
                  </a:lnTo>
                  <a:lnTo>
                    <a:pt x="0" y="0"/>
                  </a:lnTo>
                  <a:lnTo>
                    <a:pt x="3192779" y="0"/>
                  </a:lnTo>
                  <a:lnTo>
                    <a:pt x="3192779" y="304800"/>
                  </a:lnTo>
                  <a:close/>
                </a:path>
              </a:pathLst>
            </a:custGeom>
            <a:solidFill>
              <a:srgbClr val="BFBFB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15" name="object 115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3467145" y="3483863"/>
              <a:ext cx="91394" cy="105156"/>
            </a:xfrm>
            <a:prstGeom prst="rect">
              <a:avLst/>
            </a:prstGeom>
          </p:spPr>
        </p:pic>
      </p:grpSp>
      <p:sp>
        <p:nvSpPr>
          <p:cNvPr id="116" name="object 116"/>
          <p:cNvSpPr/>
          <p:nvPr/>
        </p:nvSpPr>
        <p:spPr>
          <a:xfrm>
            <a:off x="2432304" y="3817620"/>
            <a:ext cx="1597660" cy="304800"/>
          </a:xfrm>
          <a:custGeom>
            <a:avLst/>
            <a:gdLst/>
            <a:ahLst/>
            <a:cxnLst/>
            <a:rect l="l" t="t" r="r" b="b"/>
            <a:pathLst>
              <a:path w="1597660" h="304800">
                <a:moveTo>
                  <a:pt x="1597152" y="304800"/>
                </a:moveTo>
                <a:lnTo>
                  <a:pt x="0" y="304800"/>
                </a:lnTo>
                <a:lnTo>
                  <a:pt x="0" y="0"/>
                </a:lnTo>
                <a:lnTo>
                  <a:pt x="1597152" y="0"/>
                </a:lnTo>
                <a:lnTo>
                  <a:pt x="1597152" y="304800"/>
                </a:lnTo>
                <a:close/>
              </a:path>
            </a:pathLst>
          </a:custGeom>
          <a:solidFill>
            <a:srgbClr val="BFBFBF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17" name="object 117"/>
          <p:cNvGrpSpPr/>
          <p:nvPr/>
        </p:nvGrpSpPr>
        <p:grpSpPr>
          <a:xfrm>
            <a:off x="3506723" y="4282440"/>
            <a:ext cx="1065530" cy="304800"/>
            <a:chOff x="3506723" y="4282440"/>
            <a:chExt cx="1065530" cy="304800"/>
          </a:xfrm>
        </p:grpSpPr>
        <p:sp>
          <p:nvSpPr>
            <p:cNvPr id="118" name="object 118"/>
            <p:cNvSpPr/>
            <p:nvPr/>
          </p:nvSpPr>
          <p:spPr>
            <a:xfrm>
              <a:off x="3506723" y="4282440"/>
              <a:ext cx="1065530" cy="304800"/>
            </a:xfrm>
            <a:custGeom>
              <a:avLst/>
              <a:gdLst/>
              <a:ahLst/>
              <a:cxnLst/>
              <a:rect l="l" t="t" r="r" b="b"/>
              <a:pathLst>
                <a:path w="1065529" h="304800">
                  <a:moveTo>
                    <a:pt x="1065275" y="304800"/>
                  </a:moveTo>
                  <a:lnTo>
                    <a:pt x="0" y="304800"/>
                  </a:lnTo>
                  <a:lnTo>
                    <a:pt x="0" y="0"/>
                  </a:lnTo>
                  <a:lnTo>
                    <a:pt x="1065275" y="0"/>
                  </a:lnTo>
                  <a:lnTo>
                    <a:pt x="1065275" y="304800"/>
                  </a:lnTo>
                  <a:close/>
                </a:path>
              </a:pathLst>
            </a:custGeom>
            <a:solidFill>
              <a:srgbClr val="BFBFB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19" name="object 119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3997452" y="4402836"/>
              <a:ext cx="82296" cy="106680"/>
            </a:xfrm>
            <a:prstGeom prst="rect">
              <a:avLst/>
            </a:prstGeom>
          </p:spPr>
        </p:pic>
      </p:grpSp>
      <p:grpSp>
        <p:nvGrpSpPr>
          <p:cNvPr id="120" name="object 120"/>
          <p:cNvGrpSpPr/>
          <p:nvPr/>
        </p:nvGrpSpPr>
        <p:grpSpPr>
          <a:xfrm>
            <a:off x="3506723" y="4700015"/>
            <a:ext cx="2656840" cy="304800"/>
            <a:chOff x="3506723" y="4700015"/>
            <a:chExt cx="2656840" cy="304800"/>
          </a:xfrm>
        </p:grpSpPr>
        <p:sp>
          <p:nvSpPr>
            <p:cNvPr id="121" name="object 121"/>
            <p:cNvSpPr/>
            <p:nvPr/>
          </p:nvSpPr>
          <p:spPr>
            <a:xfrm>
              <a:off x="3506723" y="4700015"/>
              <a:ext cx="2656840" cy="304800"/>
            </a:xfrm>
            <a:custGeom>
              <a:avLst/>
              <a:gdLst/>
              <a:ahLst/>
              <a:cxnLst/>
              <a:rect l="l" t="t" r="r" b="b"/>
              <a:pathLst>
                <a:path w="2656840" h="304800">
                  <a:moveTo>
                    <a:pt x="2656331" y="304800"/>
                  </a:moveTo>
                  <a:lnTo>
                    <a:pt x="0" y="304800"/>
                  </a:lnTo>
                  <a:lnTo>
                    <a:pt x="0" y="0"/>
                  </a:lnTo>
                  <a:lnTo>
                    <a:pt x="2656331" y="0"/>
                  </a:lnTo>
                  <a:lnTo>
                    <a:pt x="2656331" y="304800"/>
                  </a:lnTo>
                  <a:close/>
                </a:path>
              </a:pathLst>
            </a:custGeom>
            <a:solidFill>
              <a:srgbClr val="BFBFB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22" name="object 122"/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4789931" y="4770119"/>
              <a:ext cx="94488" cy="155448"/>
            </a:xfrm>
            <a:prstGeom prst="rect">
              <a:avLst/>
            </a:prstGeom>
          </p:spPr>
        </p:pic>
      </p:grpSp>
      <p:grpSp>
        <p:nvGrpSpPr>
          <p:cNvPr id="123" name="object 123"/>
          <p:cNvGrpSpPr/>
          <p:nvPr/>
        </p:nvGrpSpPr>
        <p:grpSpPr>
          <a:xfrm>
            <a:off x="6141720" y="6510528"/>
            <a:ext cx="1597660" cy="304800"/>
            <a:chOff x="6141720" y="6510528"/>
            <a:chExt cx="1597660" cy="304800"/>
          </a:xfrm>
        </p:grpSpPr>
        <p:sp>
          <p:nvSpPr>
            <p:cNvPr id="124" name="object 124"/>
            <p:cNvSpPr/>
            <p:nvPr/>
          </p:nvSpPr>
          <p:spPr>
            <a:xfrm>
              <a:off x="6141720" y="6510528"/>
              <a:ext cx="1597660" cy="304800"/>
            </a:xfrm>
            <a:custGeom>
              <a:avLst/>
              <a:gdLst/>
              <a:ahLst/>
              <a:cxnLst/>
              <a:rect l="l" t="t" r="r" b="b"/>
              <a:pathLst>
                <a:path w="1597659" h="304800">
                  <a:moveTo>
                    <a:pt x="1597151" y="304800"/>
                  </a:moveTo>
                  <a:lnTo>
                    <a:pt x="0" y="304800"/>
                  </a:lnTo>
                  <a:lnTo>
                    <a:pt x="0" y="0"/>
                  </a:lnTo>
                  <a:lnTo>
                    <a:pt x="1597151" y="0"/>
                  </a:lnTo>
                  <a:lnTo>
                    <a:pt x="1597151" y="304800"/>
                  </a:lnTo>
                  <a:close/>
                </a:path>
              </a:pathLst>
            </a:custGeom>
            <a:solidFill>
              <a:srgbClr val="BFBFB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25" name="object 125"/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6897623" y="6580632"/>
              <a:ext cx="88392" cy="158495"/>
            </a:xfrm>
            <a:prstGeom prst="rect">
              <a:avLst/>
            </a:prstGeom>
          </p:spPr>
        </p:pic>
      </p:grpSp>
      <p:grpSp>
        <p:nvGrpSpPr>
          <p:cNvPr id="126" name="object 126"/>
          <p:cNvGrpSpPr/>
          <p:nvPr/>
        </p:nvGrpSpPr>
        <p:grpSpPr>
          <a:xfrm>
            <a:off x="4014215" y="5145023"/>
            <a:ext cx="1597660" cy="304800"/>
            <a:chOff x="4014215" y="5145023"/>
            <a:chExt cx="1597660" cy="304800"/>
          </a:xfrm>
        </p:grpSpPr>
        <p:sp>
          <p:nvSpPr>
            <p:cNvPr id="127" name="object 127"/>
            <p:cNvSpPr/>
            <p:nvPr/>
          </p:nvSpPr>
          <p:spPr>
            <a:xfrm>
              <a:off x="4014215" y="5145023"/>
              <a:ext cx="1597660" cy="304800"/>
            </a:xfrm>
            <a:custGeom>
              <a:avLst/>
              <a:gdLst/>
              <a:ahLst/>
              <a:cxnLst/>
              <a:rect l="l" t="t" r="r" b="b"/>
              <a:pathLst>
                <a:path w="1597660" h="304800">
                  <a:moveTo>
                    <a:pt x="1597151" y="304800"/>
                  </a:moveTo>
                  <a:lnTo>
                    <a:pt x="0" y="304800"/>
                  </a:lnTo>
                  <a:lnTo>
                    <a:pt x="0" y="0"/>
                  </a:lnTo>
                  <a:lnTo>
                    <a:pt x="1597151" y="0"/>
                  </a:lnTo>
                  <a:lnTo>
                    <a:pt x="1597151" y="304800"/>
                  </a:lnTo>
                  <a:close/>
                </a:path>
              </a:pathLst>
            </a:custGeom>
            <a:solidFill>
              <a:srgbClr val="BFBFB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28" name="object 128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4768595" y="5268468"/>
              <a:ext cx="94488" cy="103632"/>
            </a:xfrm>
            <a:prstGeom prst="rect">
              <a:avLst/>
            </a:prstGeom>
          </p:spPr>
        </p:pic>
      </p:grpSp>
      <p:grpSp>
        <p:nvGrpSpPr>
          <p:cNvPr id="129" name="object 129"/>
          <p:cNvGrpSpPr/>
          <p:nvPr/>
        </p:nvGrpSpPr>
        <p:grpSpPr>
          <a:xfrm>
            <a:off x="2418588" y="3779520"/>
            <a:ext cx="1597660" cy="304800"/>
            <a:chOff x="2418588" y="3779520"/>
            <a:chExt cx="1597660" cy="304800"/>
          </a:xfrm>
        </p:grpSpPr>
        <p:sp>
          <p:nvSpPr>
            <p:cNvPr id="130" name="object 130"/>
            <p:cNvSpPr/>
            <p:nvPr/>
          </p:nvSpPr>
          <p:spPr>
            <a:xfrm>
              <a:off x="2418588" y="3779520"/>
              <a:ext cx="1597660" cy="304800"/>
            </a:xfrm>
            <a:custGeom>
              <a:avLst/>
              <a:gdLst/>
              <a:ahLst/>
              <a:cxnLst/>
              <a:rect l="l" t="t" r="r" b="b"/>
              <a:pathLst>
                <a:path w="1597660" h="304800">
                  <a:moveTo>
                    <a:pt x="1597152" y="304800"/>
                  </a:moveTo>
                  <a:lnTo>
                    <a:pt x="0" y="304800"/>
                  </a:lnTo>
                  <a:lnTo>
                    <a:pt x="0" y="0"/>
                  </a:lnTo>
                  <a:lnTo>
                    <a:pt x="1597152" y="0"/>
                  </a:lnTo>
                  <a:lnTo>
                    <a:pt x="1597152" y="304800"/>
                  </a:lnTo>
                  <a:close/>
                </a:path>
              </a:pathLst>
            </a:custGeom>
            <a:solidFill>
              <a:srgbClr val="BFBFB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31" name="object 131"/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3176016" y="3851148"/>
              <a:ext cx="91440" cy="153924"/>
            </a:xfrm>
            <a:prstGeom prst="rect">
              <a:avLst/>
            </a:prstGeom>
          </p:spPr>
        </p:pic>
      </p:grpSp>
    </p:spTree>
  </p:cSld>
  <p:clrMapOvr>
    <a:masterClrMapping/>
  </p:clrMapOvr>
</p:sld>
</file>

<file path=ppt/slides/slide5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9563100" y="7231380"/>
            <a:ext cx="186055" cy="144780"/>
            <a:chOff x="9563100" y="7231380"/>
            <a:chExt cx="186055" cy="144780"/>
          </a:xfrm>
        </p:grpSpPr>
        <p:pic>
          <p:nvPicPr>
            <p:cNvPr id="3" name="object 3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9563100" y="7231380"/>
              <a:ext cx="83820" cy="144779"/>
            </a:xfrm>
            <a:prstGeom prst="rect">
              <a:avLst/>
            </a:prstGeom>
          </p:spPr>
        </p:pic>
        <p:pic>
          <p:nvPicPr>
            <p:cNvPr id="4" name="object 4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9680448" y="7231380"/>
              <a:ext cx="68579" cy="141732"/>
            </a:xfrm>
            <a:prstGeom prst="rect">
              <a:avLst/>
            </a:prstGeom>
          </p:spPr>
        </p:pic>
      </p:grpSp>
      <p:sp>
        <p:nvSpPr>
          <p:cNvPr id="5" name="object 5"/>
          <p:cNvSpPr/>
          <p:nvPr/>
        </p:nvSpPr>
        <p:spPr>
          <a:xfrm>
            <a:off x="1760219" y="1328927"/>
            <a:ext cx="218440" cy="447040"/>
          </a:xfrm>
          <a:custGeom>
            <a:avLst/>
            <a:gdLst/>
            <a:ahLst/>
            <a:cxnLst/>
            <a:rect l="l" t="t" r="r" b="b"/>
            <a:pathLst>
              <a:path w="218439" h="447039">
                <a:moveTo>
                  <a:pt x="217931" y="446532"/>
                </a:moveTo>
                <a:lnTo>
                  <a:pt x="0" y="446532"/>
                </a:lnTo>
                <a:lnTo>
                  <a:pt x="0" y="400812"/>
                </a:lnTo>
                <a:lnTo>
                  <a:pt x="80771" y="400812"/>
                </a:lnTo>
                <a:lnTo>
                  <a:pt x="80771" y="102108"/>
                </a:lnTo>
                <a:lnTo>
                  <a:pt x="0" y="102108"/>
                </a:lnTo>
                <a:lnTo>
                  <a:pt x="0" y="62484"/>
                </a:lnTo>
                <a:lnTo>
                  <a:pt x="21407" y="61626"/>
                </a:lnTo>
                <a:lnTo>
                  <a:pt x="39814" y="59055"/>
                </a:lnTo>
                <a:lnTo>
                  <a:pt x="77081" y="41362"/>
                </a:lnTo>
                <a:lnTo>
                  <a:pt x="91439" y="0"/>
                </a:lnTo>
                <a:lnTo>
                  <a:pt x="138683" y="0"/>
                </a:lnTo>
                <a:lnTo>
                  <a:pt x="138683" y="400812"/>
                </a:lnTo>
                <a:lnTo>
                  <a:pt x="217931" y="400812"/>
                </a:lnTo>
                <a:lnTo>
                  <a:pt x="217931" y="446532"/>
                </a:lnTo>
                <a:close/>
              </a:path>
            </a:pathLst>
          </a:custGeom>
          <a:solidFill>
            <a:srgbClr val="3333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" name="object 6"/>
          <p:cNvSpPr/>
          <p:nvPr/>
        </p:nvSpPr>
        <p:spPr>
          <a:xfrm>
            <a:off x="2084832" y="1690116"/>
            <a:ext cx="71755" cy="85725"/>
          </a:xfrm>
          <a:custGeom>
            <a:avLst/>
            <a:gdLst/>
            <a:ahLst/>
            <a:cxnLst/>
            <a:rect l="l" t="t" r="r" b="b"/>
            <a:pathLst>
              <a:path w="71755" h="85725">
                <a:moveTo>
                  <a:pt x="71627" y="85343"/>
                </a:moveTo>
                <a:lnTo>
                  <a:pt x="0" y="85343"/>
                </a:lnTo>
                <a:lnTo>
                  <a:pt x="0" y="0"/>
                </a:lnTo>
                <a:lnTo>
                  <a:pt x="71627" y="0"/>
                </a:lnTo>
                <a:lnTo>
                  <a:pt x="71627" y="85343"/>
                </a:lnTo>
                <a:close/>
              </a:path>
            </a:pathLst>
          </a:custGeom>
          <a:solidFill>
            <a:srgbClr val="3333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" name="object 7"/>
          <p:cNvSpPr/>
          <p:nvPr/>
        </p:nvSpPr>
        <p:spPr>
          <a:xfrm>
            <a:off x="2244852" y="1321307"/>
            <a:ext cx="276225" cy="454659"/>
          </a:xfrm>
          <a:custGeom>
            <a:avLst/>
            <a:gdLst/>
            <a:ahLst/>
            <a:cxnLst/>
            <a:rect l="l" t="t" r="r" b="b"/>
            <a:pathLst>
              <a:path w="276225" h="454660">
                <a:moveTo>
                  <a:pt x="275843" y="454151"/>
                </a:moveTo>
                <a:lnTo>
                  <a:pt x="0" y="454151"/>
                </a:lnTo>
                <a:lnTo>
                  <a:pt x="0" y="391667"/>
                </a:lnTo>
                <a:lnTo>
                  <a:pt x="29336" y="364426"/>
                </a:lnTo>
                <a:lnTo>
                  <a:pt x="43291" y="351162"/>
                </a:lnTo>
                <a:lnTo>
                  <a:pt x="56387" y="338327"/>
                </a:lnTo>
                <a:lnTo>
                  <a:pt x="69842" y="325493"/>
                </a:lnTo>
                <a:lnTo>
                  <a:pt x="82867" y="312229"/>
                </a:lnTo>
                <a:lnTo>
                  <a:pt x="131349" y="258079"/>
                </a:lnTo>
                <a:lnTo>
                  <a:pt x="165639" y="213407"/>
                </a:lnTo>
                <a:lnTo>
                  <a:pt x="185666" y="177903"/>
                </a:lnTo>
                <a:lnTo>
                  <a:pt x="196595" y="124967"/>
                </a:lnTo>
                <a:lnTo>
                  <a:pt x="196072" y="116109"/>
                </a:lnTo>
                <a:lnTo>
                  <a:pt x="178927" y="74961"/>
                </a:lnTo>
                <a:lnTo>
                  <a:pt x="142470" y="54387"/>
                </a:lnTo>
                <a:lnTo>
                  <a:pt x="120395" y="51815"/>
                </a:lnTo>
                <a:lnTo>
                  <a:pt x="112371" y="52077"/>
                </a:lnTo>
                <a:lnTo>
                  <a:pt x="71627" y="59626"/>
                </a:lnTo>
                <a:lnTo>
                  <a:pt x="24383" y="82295"/>
                </a:lnTo>
                <a:lnTo>
                  <a:pt x="18287" y="86867"/>
                </a:lnTo>
                <a:lnTo>
                  <a:pt x="13715" y="89915"/>
                </a:lnTo>
                <a:lnTo>
                  <a:pt x="10667" y="89915"/>
                </a:lnTo>
                <a:lnTo>
                  <a:pt x="10667" y="25908"/>
                </a:lnTo>
                <a:lnTo>
                  <a:pt x="60960" y="9143"/>
                </a:lnTo>
                <a:lnTo>
                  <a:pt x="109823" y="571"/>
                </a:lnTo>
                <a:lnTo>
                  <a:pt x="124967" y="0"/>
                </a:lnTo>
                <a:lnTo>
                  <a:pt x="154138" y="2024"/>
                </a:lnTo>
                <a:lnTo>
                  <a:pt x="202763" y="18645"/>
                </a:lnTo>
                <a:lnTo>
                  <a:pt x="237624" y="51196"/>
                </a:lnTo>
                <a:lnTo>
                  <a:pt x="255293" y="95678"/>
                </a:lnTo>
                <a:lnTo>
                  <a:pt x="257555" y="121919"/>
                </a:lnTo>
                <a:lnTo>
                  <a:pt x="257032" y="135112"/>
                </a:lnTo>
                <a:lnTo>
                  <a:pt x="247769" y="181832"/>
                </a:lnTo>
                <a:lnTo>
                  <a:pt x="228695" y="221218"/>
                </a:lnTo>
                <a:lnTo>
                  <a:pt x="191071" y="268986"/>
                </a:lnTo>
                <a:lnTo>
                  <a:pt x="159472" y="303156"/>
                </a:lnTo>
                <a:lnTo>
                  <a:pt x="128087" y="334541"/>
                </a:lnTo>
                <a:lnTo>
                  <a:pt x="111251" y="350519"/>
                </a:lnTo>
                <a:lnTo>
                  <a:pt x="94964" y="366569"/>
                </a:lnTo>
                <a:lnTo>
                  <a:pt x="67532" y="392953"/>
                </a:lnTo>
                <a:lnTo>
                  <a:pt x="56387" y="403859"/>
                </a:lnTo>
                <a:lnTo>
                  <a:pt x="275843" y="403859"/>
                </a:lnTo>
                <a:lnTo>
                  <a:pt x="275843" y="454151"/>
                </a:lnTo>
                <a:close/>
              </a:path>
            </a:pathLst>
          </a:custGeom>
          <a:solidFill>
            <a:srgbClr val="3333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2604516" y="1690116"/>
            <a:ext cx="71755" cy="85725"/>
          </a:xfrm>
          <a:custGeom>
            <a:avLst/>
            <a:gdLst/>
            <a:ahLst/>
            <a:cxnLst/>
            <a:rect l="l" t="t" r="r" b="b"/>
            <a:pathLst>
              <a:path w="71755" h="85725">
                <a:moveTo>
                  <a:pt x="71627" y="85343"/>
                </a:moveTo>
                <a:lnTo>
                  <a:pt x="0" y="85343"/>
                </a:lnTo>
                <a:lnTo>
                  <a:pt x="0" y="0"/>
                </a:lnTo>
                <a:lnTo>
                  <a:pt x="71627" y="0"/>
                </a:lnTo>
                <a:lnTo>
                  <a:pt x="71627" y="85343"/>
                </a:lnTo>
                <a:close/>
              </a:path>
            </a:pathLst>
          </a:custGeom>
          <a:solidFill>
            <a:srgbClr val="3333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2801111" y="1328927"/>
            <a:ext cx="216535" cy="447040"/>
          </a:xfrm>
          <a:custGeom>
            <a:avLst/>
            <a:gdLst/>
            <a:ahLst/>
            <a:cxnLst/>
            <a:rect l="l" t="t" r="r" b="b"/>
            <a:pathLst>
              <a:path w="216535" h="447039">
                <a:moveTo>
                  <a:pt x="216407" y="446532"/>
                </a:moveTo>
                <a:lnTo>
                  <a:pt x="0" y="446532"/>
                </a:lnTo>
                <a:lnTo>
                  <a:pt x="0" y="400812"/>
                </a:lnTo>
                <a:lnTo>
                  <a:pt x="80771" y="400812"/>
                </a:lnTo>
                <a:lnTo>
                  <a:pt x="80771" y="102108"/>
                </a:lnTo>
                <a:lnTo>
                  <a:pt x="0" y="102108"/>
                </a:lnTo>
                <a:lnTo>
                  <a:pt x="0" y="62484"/>
                </a:lnTo>
                <a:lnTo>
                  <a:pt x="21193" y="61626"/>
                </a:lnTo>
                <a:lnTo>
                  <a:pt x="39242" y="59055"/>
                </a:lnTo>
                <a:lnTo>
                  <a:pt x="76438" y="41362"/>
                </a:lnTo>
                <a:lnTo>
                  <a:pt x="91439" y="0"/>
                </a:lnTo>
                <a:lnTo>
                  <a:pt x="137159" y="0"/>
                </a:lnTo>
                <a:lnTo>
                  <a:pt x="137159" y="400812"/>
                </a:lnTo>
                <a:lnTo>
                  <a:pt x="216407" y="400812"/>
                </a:lnTo>
                <a:lnTo>
                  <a:pt x="216407" y="446532"/>
                </a:lnTo>
                <a:close/>
              </a:path>
            </a:pathLst>
          </a:custGeom>
          <a:solidFill>
            <a:srgbClr val="3333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3331464" y="1289303"/>
            <a:ext cx="490855" cy="532130"/>
          </a:xfrm>
          <a:custGeom>
            <a:avLst/>
            <a:gdLst/>
            <a:ahLst/>
            <a:cxnLst/>
            <a:rect l="l" t="t" r="r" b="b"/>
            <a:pathLst>
              <a:path w="490854" h="532130">
                <a:moveTo>
                  <a:pt x="469296" y="33528"/>
                </a:moveTo>
                <a:lnTo>
                  <a:pt x="405384" y="33528"/>
                </a:lnTo>
                <a:lnTo>
                  <a:pt x="438912" y="0"/>
                </a:lnTo>
                <a:lnTo>
                  <a:pt x="469296" y="33528"/>
                </a:lnTo>
                <a:close/>
              </a:path>
              <a:path w="490854" h="532130">
                <a:moveTo>
                  <a:pt x="36576" y="531876"/>
                </a:moveTo>
                <a:lnTo>
                  <a:pt x="0" y="502920"/>
                </a:lnTo>
                <a:lnTo>
                  <a:pt x="15240" y="489204"/>
                </a:lnTo>
                <a:lnTo>
                  <a:pt x="15152" y="89916"/>
                </a:lnTo>
                <a:lnTo>
                  <a:pt x="14978" y="80772"/>
                </a:lnTo>
                <a:lnTo>
                  <a:pt x="14287" y="62484"/>
                </a:lnTo>
                <a:lnTo>
                  <a:pt x="13311" y="39624"/>
                </a:lnTo>
                <a:lnTo>
                  <a:pt x="12192" y="12192"/>
                </a:lnTo>
                <a:lnTo>
                  <a:pt x="48768" y="33528"/>
                </a:lnTo>
                <a:lnTo>
                  <a:pt x="469296" y="33528"/>
                </a:lnTo>
                <a:lnTo>
                  <a:pt x="483107" y="48768"/>
                </a:lnTo>
                <a:lnTo>
                  <a:pt x="48768" y="48768"/>
                </a:lnTo>
                <a:lnTo>
                  <a:pt x="48768" y="495300"/>
                </a:lnTo>
                <a:lnTo>
                  <a:pt x="477393" y="495300"/>
                </a:lnTo>
                <a:lnTo>
                  <a:pt x="490728" y="510540"/>
                </a:lnTo>
                <a:lnTo>
                  <a:pt x="50292" y="510540"/>
                </a:lnTo>
                <a:lnTo>
                  <a:pt x="36576" y="531876"/>
                </a:lnTo>
                <a:close/>
              </a:path>
              <a:path w="490854" h="532130">
                <a:moveTo>
                  <a:pt x="311209" y="239268"/>
                </a:moveTo>
                <a:lnTo>
                  <a:pt x="268224" y="239268"/>
                </a:lnTo>
                <a:lnTo>
                  <a:pt x="283416" y="218694"/>
                </a:lnTo>
                <a:lnTo>
                  <a:pt x="297180" y="198120"/>
                </a:lnTo>
                <a:lnTo>
                  <a:pt x="309800" y="177546"/>
                </a:lnTo>
                <a:lnTo>
                  <a:pt x="321564" y="156972"/>
                </a:lnTo>
                <a:lnTo>
                  <a:pt x="332398" y="138136"/>
                </a:lnTo>
                <a:lnTo>
                  <a:pt x="341947" y="120586"/>
                </a:lnTo>
                <a:lnTo>
                  <a:pt x="350067" y="104465"/>
                </a:lnTo>
                <a:lnTo>
                  <a:pt x="356616" y="89916"/>
                </a:lnTo>
                <a:lnTo>
                  <a:pt x="411480" y="128016"/>
                </a:lnTo>
                <a:lnTo>
                  <a:pt x="400383" y="132588"/>
                </a:lnTo>
                <a:lnTo>
                  <a:pt x="387858" y="141732"/>
                </a:lnTo>
                <a:lnTo>
                  <a:pt x="374189" y="155448"/>
                </a:lnTo>
                <a:lnTo>
                  <a:pt x="359664" y="173736"/>
                </a:lnTo>
                <a:lnTo>
                  <a:pt x="311209" y="239268"/>
                </a:lnTo>
                <a:close/>
              </a:path>
              <a:path w="490854" h="532130">
                <a:moveTo>
                  <a:pt x="96012" y="443484"/>
                </a:moveTo>
                <a:lnTo>
                  <a:pt x="91440" y="435864"/>
                </a:lnTo>
                <a:lnTo>
                  <a:pt x="112847" y="417552"/>
                </a:lnTo>
                <a:lnTo>
                  <a:pt x="133540" y="399097"/>
                </a:lnTo>
                <a:lnTo>
                  <a:pt x="172212" y="361188"/>
                </a:lnTo>
                <a:lnTo>
                  <a:pt x="211074" y="317373"/>
                </a:lnTo>
                <a:lnTo>
                  <a:pt x="249936" y="266700"/>
                </a:lnTo>
                <a:lnTo>
                  <a:pt x="217003" y="228695"/>
                </a:lnTo>
                <a:lnTo>
                  <a:pt x="184213" y="192405"/>
                </a:lnTo>
                <a:lnTo>
                  <a:pt x="151137" y="157829"/>
                </a:lnTo>
                <a:lnTo>
                  <a:pt x="117348" y="124968"/>
                </a:lnTo>
                <a:lnTo>
                  <a:pt x="124968" y="117348"/>
                </a:lnTo>
                <a:lnTo>
                  <a:pt x="158067" y="143041"/>
                </a:lnTo>
                <a:lnTo>
                  <a:pt x="193167" y="172021"/>
                </a:lnTo>
                <a:lnTo>
                  <a:pt x="229981" y="204144"/>
                </a:lnTo>
                <a:lnTo>
                  <a:pt x="268224" y="239268"/>
                </a:lnTo>
                <a:lnTo>
                  <a:pt x="311209" y="239268"/>
                </a:lnTo>
                <a:lnTo>
                  <a:pt x="294132" y="262128"/>
                </a:lnTo>
                <a:lnTo>
                  <a:pt x="323084" y="289560"/>
                </a:lnTo>
                <a:lnTo>
                  <a:pt x="272796" y="289560"/>
                </a:lnTo>
                <a:lnTo>
                  <a:pt x="223837" y="340804"/>
                </a:lnTo>
                <a:lnTo>
                  <a:pt x="178308" y="384048"/>
                </a:lnTo>
                <a:lnTo>
                  <a:pt x="134874" y="417195"/>
                </a:lnTo>
                <a:lnTo>
                  <a:pt x="114871" y="431196"/>
                </a:lnTo>
                <a:lnTo>
                  <a:pt x="96012" y="443484"/>
                </a:lnTo>
                <a:close/>
              </a:path>
              <a:path w="490854" h="532130">
                <a:moveTo>
                  <a:pt x="382524" y="435864"/>
                </a:moveTo>
                <a:lnTo>
                  <a:pt x="381000" y="435864"/>
                </a:lnTo>
                <a:lnTo>
                  <a:pt x="377261" y="434411"/>
                </a:lnTo>
                <a:lnTo>
                  <a:pt x="372808" y="429958"/>
                </a:lnTo>
                <a:lnTo>
                  <a:pt x="367498" y="422362"/>
                </a:lnTo>
                <a:lnTo>
                  <a:pt x="361188" y="411480"/>
                </a:lnTo>
                <a:lnTo>
                  <a:pt x="351782" y="395739"/>
                </a:lnTo>
                <a:lnTo>
                  <a:pt x="321564" y="350520"/>
                </a:lnTo>
                <a:lnTo>
                  <a:pt x="287059" y="306157"/>
                </a:lnTo>
                <a:lnTo>
                  <a:pt x="272796" y="289560"/>
                </a:lnTo>
                <a:lnTo>
                  <a:pt x="323084" y="289560"/>
                </a:lnTo>
                <a:lnTo>
                  <a:pt x="361378" y="328041"/>
                </a:lnTo>
                <a:lnTo>
                  <a:pt x="388620" y="364236"/>
                </a:lnTo>
                <a:lnTo>
                  <a:pt x="394619" y="395739"/>
                </a:lnTo>
                <a:lnTo>
                  <a:pt x="394523" y="401478"/>
                </a:lnTo>
                <a:lnTo>
                  <a:pt x="394406" y="403740"/>
                </a:lnTo>
                <a:lnTo>
                  <a:pt x="393382" y="410146"/>
                </a:lnTo>
                <a:lnTo>
                  <a:pt x="391501" y="416837"/>
                </a:lnTo>
                <a:lnTo>
                  <a:pt x="388620" y="423672"/>
                </a:lnTo>
                <a:lnTo>
                  <a:pt x="385572" y="431292"/>
                </a:lnTo>
                <a:lnTo>
                  <a:pt x="382524" y="435864"/>
                </a:lnTo>
                <a:close/>
              </a:path>
              <a:path w="490854" h="532130">
                <a:moveTo>
                  <a:pt x="477393" y="495300"/>
                </a:moveTo>
                <a:lnTo>
                  <a:pt x="414528" y="495300"/>
                </a:lnTo>
                <a:lnTo>
                  <a:pt x="448055" y="461772"/>
                </a:lnTo>
                <a:lnTo>
                  <a:pt x="477393" y="495300"/>
                </a:lnTo>
                <a:close/>
              </a:path>
            </a:pathLst>
          </a:custGeom>
          <a:solidFill>
            <a:srgbClr val="3333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3947160" y="1278635"/>
            <a:ext cx="480059" cy="550545"/>
          </a:xfrm>
          <a:custGeom>
            <a:avLst/>
            <a:gdLst/>
            <a:ahLst/>
            <a:cxnLst/>
            <a:rect l="l" t="t" r="r" b="b"/>
            <a:pathLst>
              <a:path w="480060" h="550544">
                <a:moveTo>
                  <a:pt x="178308" y="77724"/>
                </a:moveTo>
                <a:lnTo>
                  <a:pt x="156972" y="56388"/>
                </a:lnTo>
                <a:lnTo>
                  <a:pt x="422148" y="56388"/>
                </a:lnTo>
                <a:lnTo>
                  <a:pt x="446532" y="33528"/>
                </a:lnTo>
                <a:lnTo>
                  <a:pt x="480060" y="67056"/>
                </a:lnTo>
                <a:lnTo>
                  <a:pt x="473964" y="71628"/>
                </a:lnTo>
                <a:lnTo>
                  <a:pt x="236220" y="71628"/>
                </a:lnTo>
                <a:lnTo>
                  <a:pt x="220741" y="71937"/>
                </a:lnTo>
                <a:lnTo>
                  <a:pt x="206121" y="72961"/>
                </a:lnTo>
                <a:lnTo>
                  <a:pt x="192071" y="74842"/>
                </a:lnTo>
                <a:lnTo>
                  <a:pt x="178308" y="77724"/>
                </a:lnTo>
                <a:close/>
              </a:path>
              <a:path w="480060" h="550544">
                <a:moveTo>
                  <a:pt x="460301" y="494061"/>
                </a:moveTo>
                <a:lnTo>
                  <a:pt x="408741" y="494061"/>
                </a:lnTo>
                <a:lnTo>
                  <a:pt x="417576" y="493776"/>
                </a:lnTo>
                <a:lnTo>
                  <a:pt x="423672" y="490728"/>
                </a:lnTo>
                <a:lnTo>
                  <a:pt x="428244" y="484632"/>
                </a:lnTo>
                <a:lnTo>
                  <a:pt x="428244" y="71628"/>
                </a:lnTo>
                <a:lnTo>
                  <a:pt x="473964" y="71628"/>
                </a:lnTo>
                <a:lnTo>
                  <a:pt x="461772" y="80771"/>
                </a:lnTo>
                <a:lnTo>
                  <a:pt x="461772" y="475488"/>
                </a:lnTo>
                <a:lnTo>
                  <a:pt x="461009" y="489489"/>
                </a:lnTo>
                <a:lnTo>
                  <a:pt x="460894" y="490728"/>
                </a:lnTo>
                <a:lnTo>
                  <a:pt x="460301" y="494061"/>
                </a:lnTo>
                <a:close/>
              </a:path>
              <a:path w="480060" h="550544">
                <a:moveTo>
                  <a:pt x="333755" y="166116"/>
                </a:moveTo>
                <a:lnTo>
                  <a:pt x="286512" y="166116"/>
                </a:lnTo>
                <a:lnTo>
                  <a:pt x="310895" y="143256"/>
                </a:lnTo>
                <a:lnTo>
                  <a:pt x="333755" y="166116"/>
                </a:lnTo>
                <a:close/>
              </a:path>
              <a:path w="480060" h="550544">
                <a:moveTo>
                  <a:pt x="134112" y="446532"/>
                </a:moveTo>
                <a:lnTo>
                  <a:pt x="134350" y="408574"/>
                </a:lnTo>
                <a:lnTo>
                  <a:pt x="135397" y="332089"/>
                </a:lnTo>
                <a:lnTo>
                  <a:pt x="135577" y="303422"/>
                </a:lnTo>
                <a:lnTo>
                  <a:pt x="135580" y="250289"/>
                </a:lnTo>
                <a:lnTo>
                  <a:pt x="135445" y="220027"/>
                </a:lnTo>
                <a:lnTo>
                  <a:pt x="134966" y="181356"/>
                </a:lnTo>
                <a:lnTo>
                  <a:pt x="134112" y="144780"/>
                </a:lnTo>
                <a:lnTo>
                  <a:pt x="169164" y="166116"/>
                </a:lnTo>
                <a:lnTo>
                  <a:pt x="333755" y="166116"/>
                </a:lnTo>
                <a:lnTo>
                  <a:pt x="341376" y="173736"/>
                </a:lnTo>
                <a:lnTo>
                  <a:pt x="333063" y="181356"/>
                </a:lnTo>
                <a:lnTo>
                  <a:pt x="166116" y="181356"/>
                </a:lnTo>
                <a:lnTo>
                  <a:pt x="166116" y="274320"/>
                </a:lnTo>
                <a:lnTo>
                  <a:pt x="323138" y="274320"/>
                </a:lnTo>
                <a:lnTo>
                  <a:pt x="323163" y="289560"/>
                </a:lnTo>
                <a:lnTo>
                  <a:pt x="166116" y="289560"/>
                </a:lnTo>
                <a:lnTo>
                  <a:pt x="166116" y="388620"/>
                </a:lnTo>
                <a:lnTo>
                  <a:pt x="323859" y="388620"/>
                </a:lnTo>
                <a:lnTo>
                  <a:pt x="324196" y="403860"/>
                </a:lnTo>
                <a:lnTo>
                  <a:pt x="166116" y="403860"/>
                </a:lnTo>
                <a:lnTo>
                  <a:pt x="166116" y="429768"/>
                </a:lnTo>
                <a:lnTo>
                  <a:pt x="134112" y="446532"/>
                </a:lnTo>
                <a:close/>
              </a:path>
              <a:path w="480060" h="550544">
                <a:moveTo>
                  <a:pt x="323138" y="274320"/>
                </a:moveTo>
                <a:lnTo>
                  <a:pt x="291084" y="274320"/>
                </a:lnTo>
                <a:lnTo>
                  <a:pt x="291084" y="181356"/>
                </a:lnTo>
                <a:lnTo>
                  <a:pt x="333063" y="181356"/>
                </a:lnTo>
                <a:lnTo>
                  <a:pt x="323088" y="190500"/>
                </a:lnTo>
                <a:lnTo>
                  <a:pt x="323138" y="274320"/>
                </a:lnTo>
                <a:close/>
              </a:path>
              <a:path w="480060" h="550544">
                <a:moveTo>
                  <a:pt x="323859" y="388620"/>
                </a:moveTo>
                <a:lnTo>
                  <a:pt x="291084" y="388620"/>
                </a:lnTo>
                <a:lnTo>
                  <a:pt x="291084" y="289560"/>
                </a:lnTo>
                <a:lnTo>
                  <a:pt x="323163" y="289560"/>
                </a:lnTo>
                <a:lnTo>
                  <a:pt x="323185" y="303422"/>
                </a:lnTo>
                <a:lnTo>
                  <a:pt x="323417" y="349825"/>
                </a:lnTo>
                <a:lnTo>
                  <a:pt x="323859" y="388620"/>
                </a:lnTo>
                <a:close/>
              </a:path>
              <a:path w="480060" h="550544">
                <a:moveTo>
                  <a:pt x="291084" y="441960"/>
                </a:moveTo>
                <a:lnTo>
                  <a:pt x="291084" y="403860"/>
                </a:lnTo>
                <a:lnTo>
                  <a:pt x="324196" y="403860"/>
                </a:lnTo>
                <a:lnTo>
                  <a:pt x="324612" y="422148"/>
                </a:lnTo>
                <a:lnTo>
                  <a:pt x="291084" y="441960"/>
                </a:lnTo>
                <a:close/>
              </a:path>
              <a:path w="480060" h="550544">
                <a:moveTo>
                  <a:pt x="405384" y="550164"/>
                </a:moveTo>
                <a:lnTo>
                  <a:pt x="393954" y="531304"/>
                </a:lnTo>
                <a:lnTo>
                  <a:pt x="377952" y="515874"/>
                </a:lnTo>
                <a:lnTo>
                  <a:pt x="357378" y="503872"/>
                </a:lnTo>
                <a:lnTo>
                  <a:pt x="332232" y="495300"/>
                </a:lnTo>
                <a:lnTo>
                  <a:pt x="332232" y="484632"/>
                </a:lnTo>
                <a:lnTo>
                  <a:pt x="365926" y="489489"/>
                </a:lnTo>
                <a:lnTo>
                  <a:pt x="391477" y="492633"/>
                </a:lnTo>
                <a:lnTo>
                  <a:pt x="408741" y="494061"/>
                </a:lnTo>
                <a:lnTo>
                  <a:pt x="460301" y="494061"/>
                </a:lnTo>
                <a:lnTo>
                  <a:pt x="458724" y="502920"/>
                </a:lnTo>
                <a:lnTo>
                  <a:pt x="433959" y="535114"/>
                </a:lnTo>
                <a:lnTo>
                  <a:pt x="421100" y="542424"/>
                </a:lnTo>
                <a:lnTo>
                  <a:pt x="405384" y="550164"/>
                </a:lnTo>
                <a:close/>
              </a:path>
              <a:path w="480060" h="550544">
                <a:moveTo>
                  <a:pt x="103632" y="114300"/>
                </a:moveTo>
                <a:lnTo>
                  <a:pt x="102108" y="114300"/>
                </a:lnTo>
                <a:lnTo>
                  <a:pt x="98679" y="112609"/>
                </a:lnTo>
                <a:lnTo>
                  <a:pt x="95250" y="107632"/>
                </a:lnTo>
                <a:lnTo>
                  <a:pt x="91821" y="99512"/>
                </a:lnTo>
                <a:lnTo>
                  <a:pt x="88392" y="88392"/>
                </a:lnTo>
                <a:lnTo>
                  <a:pt x="80605" y="69532"/>
                </a:lnTo>
                <a:lnTo>
                  <a:pt x="70675" y="49530"/>
                </a:lnTo>
                <a:lnTo>
                  <a:pt x="58173" y="28384"/>
                </a:lnTo>
                <a:lnTo>
                  <a:pt x="42672" y="6095"/>
                </a:lnTo>
                <a:lnTo>
                  <a:pt x="50292" y="0"/>
                </a:lnTo>
                <a:lnTo>
                  <a:pt x="93726" y="29718"/>
                </a:lnTo>
                <a:lnTo>
                  <a:pt x="120396" y="59436"/>
                </a:lnTo>
                <a:lnTo>
                  <a:pt x="123444" y="67056"/>
                </a:lnTo>
                <a:lnTo>
                  <a:pt x="123444" y="73152"/>
                </a:lnTo>
                <a:lnTo>
                  <a:pt x="122872" y="80867"/>
                </a:lnTo>
                <a:lnTo>
                  <a:pt x="121158" y="88011"/>
                </a:lnTo>
                <a:lnTo>
                  <a:pt x="118300" y="94583"/>
                </a:lnTo>
                <a:lnTo>
                  <a:pt x="108204" y="109728"/>
                </a:lnTo>
                <a:lnTo>
                  <a:pt x="103632" y="114300"/>
                </a:lnTo>
                <a:close/>
              </a:path>
              <a:path w="480060" h="550544">
                <a:moveTo>
                  <a:pt x="0" y="547116"/>
                </a:moveTo>
                <a:lnTo>
                  <a:pt x="743" y="526060"/>
                </a:lnTo>
                <a:lnTo>
                  <a:pt x="1161" y="494538"/>
                </a:lnTo>
                <a:lnTo>
                  <a:pt x="1373" y="455676"/>
                </a:lnTo>
                <a:lnTo>
                  <a:pt x="1426" y="176296"/>
                </a:lnTo>
                <a:lnTo>
                  <a:pt x="1194" y="128747"/>
                </a:lnTo>
                <a:lnTo>
                  <a:pt x="743" y="94366"/>
                </a:lnTo>
                <a:lnTo>
                  <a:pt x="0" y="73152"/>
                </a:lnTo>
                <a:lnTo>
                  <a:pt x="56388" y="102108"/>
                </a:lnTo>
                <a:lnTo>
                  <a:pt x="35052" y="117348"/>
                </a:lnTo>
                <a:lnTo>
                  <a:pt x="35052" y="455676"/>
                </a:lnTo>
                <a:lnTo>
                  <a:pt x="35313" y="475107"/>
                </a:lnTo>
                <a:lnTo>
                  <a:pt x="36004" y="494538"/>
                </a:lnTo>
                <a:lnTo>
                  <a:pt x="36980" y="513969"/>
                </a:lnTo>
                <a:lnTo>
                  <a:pt x="38100" y="533400"/>
                </a:lnTo>
                <a:lnTo>
                  <a:pt x="0" y="547116"/>
                </a:lnTo>
                <a:close/>
              </a:path>
            </a:pathLst>
          </a:custGeom>
          <a:solidFill>
            <a:srgbClr val="3333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4515611" y="1292351"/>
            <a:ext cx="533400" cy="538480"/>
          </a:xfrm>
          <a:custGeom>
            <a:avLst/>
            <a:gdLst/>
            <a:ahLst/>
            <a:cxnLst/>
            <a:rect l="l" t="t" r="r" b="b"/>
            <a:pathLst>
              <a:path w="533400" h="538480">
                <a:moveTo>
                  <a:pt x="131064" y="103632"/>
                </a:moveTo>
                <a:lnTo>
                  <a:pt x="129540" y="103632"/>
                </a:lnTo>
                <a:lnTo>
                  <a:pt x="123872" y="101917"/>
                </a:lnTo>
                <a:lnTo>
                  <a:pt x="118491" y="96774"/>
                </a:lnTo>
                <a:lnTo>
                  <a:pt x="113680" y="88201"/>
                </a:lnTo>
                <a:lnTo>
                  <a:pt x="109728" y="76200"/>
                </a:lnTo>
                <a:lnTo>
                  <a:pt x="102560" y="60555"/>
                </a:lnTo>
                <a:lnTo>
                  <a:pt x="92392" y="43624"/>
                </a:lnTo>
                <a:lnTo>
                  <a:pt x="79081" y="25836"/>
                </a:lnTo>
                <a:lnTo>
                  <a:pt x="62484" y="7620"/>
                </a:lnTo>
                <a:lnTo>
                  <a:pt x="67056" y="0"/>
                </a:lnTo>
                <a:lnTo>
                  <a:pt x="102679" y="18288"/>
                </a:lnTo>
                <a:lnTo>
                  <a:pt x="136898" y="45743"/>
                </a:lnTo>
                <a:lnTo>
                  <a:pt x="147828" y="74676"/>
                </a:lnTo>
                <a:lnTo>
                  <a:pt x="147828" y="86868"/>
                </a:lnTo>
                <a:lnTo>
                  <a:pt x="146304" y="94488"/>
                </a:lnTo>
                <a:lnTo>
                  <a:pt x="134112" y="100584"/>
                </a:lnTo>
                <a:lnTo>
                  <a:pt x="131064" y="103632"/>
                </a:lnTo>
                <a:close/>
              </a:path>
              <a:path w="533400" h="538480">
                <a:moveTo>
                  <a:pt x="521208" y="30480"/>
                </a:moveTo>
                <a:lnTo>
                  <a:pt x="478536" y="30480"/>
                </a:lnTo>
                <a:lnTo>
                  <a:pt x="499871" y="9144"/>
                </a:lnTo>
                <a:lnTo>
                  <a:pt x="521208" y="30480"/>
                </a:lnTo>
                <a:close/>
              </a:path>
              <a:path w="533400" h="538480">
                <a:moveTo>
                  <a:pt x="155448" y="537972"/>
                </a:moveTo>
                <a:lnTo>
                  <a:pt x="150876" y="531876"/>
                </a:lnTo>
                <a:lnTo>
                  <a:pt x="177369" y="489618"/>
                </a:lnTo>
                <a:lnTo>
                  <a:pt x="198229" y="445093"/>
                </a:lnTo>
                <a:lnTo>
                  <a:pt x="213311" y="398227"/>
                </a:lnTo>
                <a:lnTo>
                  <a:pt x="222467" y="348947"/>
                </a:lnTo>
                <a:lnTo>
                  <a:pt x="225552" y="297180"/>
                </a:lnTo>
                <a:lnTo>
                  <a:pt x="225552" y="124968"/>
                </a:lnTo>
                <a:lnTo>
                  <a:pt x="225290" y="101560"/>
                </a:lnTo>
                <a:lnTo>
                  <a:pt x="224599" y="74866"/>
                </a:lnTo>
                <a:lnTo>
                  <a:pt x="223542" y="42672"/>
                </a:lnTo>
                <a:lnTo>
                  <a:pt x="222503" y="12192"/>
                </a:lnTo>
                <a:lnTo>
                  <a:pt x="259079" y="30480"/>
                </a:lnTo>
                <a:lnTo>
                  <a:pt x="521208" y="30480"/>
                </a:lnTo>
                <a:lnTo>
                  <a:pt x="533400" y="42672"/>
                </a:lnTo>
                <a:lnTo>
                  <a:pt x="529742" y="45720"/>
                </a:lnTo>
                <a:lnTo>
                  <a:pt x="252984" y="45720"/>
                </a:lnTo>
                <a:lnTo>
                  <a:pt x="253090" y="263651"/>
                </a:lnTo>
                <a:lnTo>
                  <a:pt x="253379" y="308983"/>
                </a:lnTo>
                <a:lnTo>
                  <a:pt x="247000" y="365703"/>
                </a:lnTo>
                <a:lnTo>
                  <a:pt x="233934" y="417004"/>
                </a:lnTo>
                <a:lnTo>
                  <a:pt x="214263" y="462844"/>
                </a:lnTo>
                <a:lnTo>
                  <a:pt x="188072" y="503181"/>
                </a:lnTo>
                <a:lnTo>
                  <a:pt x="155448" y="537972"/>
                </a:lnTo>
                <a:close/>
              </a:path>
              <a:path w="533400" h="538480">
                <a:moveTo>
                  <a:pt x="381000" y="129540"/>
                </a:moveTo>
                <a:lnTo>
                  <a:pt x="352044" y="129540"/>
                </a:lnTo>
                <a:lnTo>
                  <a:pt x="351782" y="106370"/>
                </a:lnTo>
                <a:lnTo>
                  <a:pt x="351091" y="84772"/>
                </a:lnTo>
                <a:lnTo>
                  <a:pt x="350079" y="64008"/>
                </a:lnTo>
                <a:lnTo>
                  <a:pt x="348996" y="45720"/>
                </a:lnTo>
                <a:lnTo>
                  <a:pt x="356616" y="45720"/>
                </a:lnTo>
                <a:lnTo>
                  <a:pt x="397764" y="64008"/>
                </a:lnTo>
                <a:lnTo>
                  <a:pt x="381000" y="79248"/>
                </a:lnTo>
                <a:lnTo>
                  <a:pt x="381000" y="129540"/>
                </a:lnTo>
                <a:close/>
              </a:path>
              <a:path w="533400" h="538480">
                <a:moveTo>
                  <a:pt x="514825" y="486465"/>
                </a:moveTo>
                <a:lnTo>
                  <a:pt x="462962" y="486465"/>
                </a:lnTo>
                <a:lnTo>
                  <a:pt x="472440" y="486156"/>
                </a:lnTo>
                <a:lnTo>
                  <a:pt x="480060" y="484632"/>
                </a:lnTo>
                <a:lnTo>
                  <a:pt x="483108" y="478536"/>
                </a:lnTo>
                <a:lnTo>
                  <a:pt x="483108" y="45720"/>
                </a:lnTo>
                <a:lnTo>
                  <a:pt x="529742" y="45720"/>
                </a:lnTo>
                <a:lnTo>
                  <a:pt x="515112" y="57912"/>
                </a:lnTo>
                <a:lnTo>
                  <a:pt x="515057" y="482512"/>
                </a:lnTo>
                <a:lnTo>
                  <a:pt x="514825" y="486465"/>
                </a:lnTo>
                <a:close/>
              </a:path>
              <a:path w="533400" h="538480">
                <a:moveTo>
                  <a:pt x="292608" y="150876"/>
                </a:moveTo>
                <a:lnTo>
                  <a:pt x="269748" y="129540"/>
                </a:lnTo>
                <a:lnTo>
                  <a:pt x="406908" y="129540"/>
                </a:lnTo>
                <a:lnTo>
                  <a:pt x="431292" y="105156"/>
                </a:lnTo>
                <a:lnTo>
                  <a:pt x="466344" y="143256"/>
                </a:lnTo>
                <a:lnTo>
                  <a:pt x="348996" y="143256"/>
                </a:lnTo>
                <a:lnTo>
                  <a:pt x="334184" y="143803"/>
                </a:lnTo>
                <a:lnTo>
                  <a:pt x="319659" y="145351"/>
                </a:lnTo>
                <a:lnTo>
                  <a:pt x="305704" y="147756"/>
                </a:lnTo>
                <a:lnTo>
                  <a:pt x="292608" y="150876"/>
                </a:lnTo>
                <a:close/>
              </a:path>
              <a:path w="533400" h="538480">
                <a:moveTo>
                  <a:pt x="381000" y="210312"/>
                </a:moveTo>
                <a:lnTo>
                  <a:pt x="352044" y="210312"/>
                </a:lnTo>
                <a:lnTo>
                  <a:pt x="352044" y="143256"/>
                </a:lnTo>
                <a:lnTo>
                  <a:pt x="381000" y="143256"/>
                </a:lnTo>
                <a:lnTo>
                  <a:pt x="381000" y="210312"/>
                </a:lnTo>
                <a:close/>
              </a:path>
              <a:path w="533400" h="538480">
                <a:moveTo>
                  <a:pt x="21336" y="201168"/>
                </a:moveTo>
                <a:lnTo>
                  <a:pt x="0" y="179832"/>
                </a:lnTo>
                <a:lnTo>
                  <a:pt x="88392" y="179832"/>
                </a:lnTo>
                <a:lnTo>
                  <a:pt x="112776" y="155448"/>
                </a:lnTo>
                <a:lnTo>
                  <a:pt x="146304" y="188976"/>
                </a:lnTo>
                <a:lnTo>
                  <a:pt x="139653" y="193548"/>
                </a:lnTo>
                <a:lnTo>
                  <a:pt x="79248" y="193548"/>
                </a:lnTo>
                <a:lnTo>
                  <a:pt x="63769" y="194095"/>
                </a:lnTo>
                <a:lnTo>
                  <a:pt x="49149" y="195643"/>
                </a:lnTo>
                <a:lnTo>
                  <a:pt x="35099" y="198048"/>
                </a:lnTo>
                <a:lnTo>
                  <a:pt x="21336" y="201168"/>
                </a:lnTo>
                <a:close/>
              </a:path>
              <a:path w="533400" h="538480">
                <a:moveTo>
                  <a:pt x="277367" y="231648"/>
                </a:moveTo>
                <a:lnTo>
                  <a:pt x="256032" y="210312"/>
                </a:lnTo>
                <a:lnTo>
                  <a:pt x="416052" y="210312"/>
                </a:lnTo>
                <a:lnTo>
                  <a:pt x="441960" y="184403"/>
                </a:lnTo>
                <a:lnTo>
                  <a:pt x="481584" y="225551"/>
                </a:lnTo>
                <a:lnTo>
                  <a:pt x="335280" y="225551"/>
                </a:lnTo>
                <a:lnTo>
                  <a:pt x="319801" y="225861"/>
                </a:lnTo>
                <a:lnTo>
                  <a:pt x="305181" y="226885"/>
                </a:lnTo>
                <a:lnTo>
                  <a:pt x="291131" y="228766"/>
                </a:lnTo>
                <a:lnTo>
                  <a:pt x="277367" y="231648"/>
                </a:lnTo>
                <a:close/>
              </a:path>
              <a:path w="533400" h="538480">
                <a:moveTo>
                  <a:pt x="109728" y="486156"/>
                </a:moveTo>
                <a:lnTo>
                  <a:pt x="80772" y="452628"/>
                </a:lnTo>
                <a:lnTo>
                  <a:pt x="85653" y="444603"/>
                </a:lnTo>
                <a:lnTo>
                  <a:pt x="88963" y="436435"/>
                </a:lnTo>
                <a:lnTo>
                  <a:pt x="90844" y="427982"/>
                </a:lnTo>
                <a:lnTo>
                  <a:pt x="91337" y="420624"/>
                </a:lnTo>
                <a:lnTo>
                  <a:pt x="91440" y="193548"/>
                </a:lnTo>
                <a:lnTo>
                  <a:pt x="139653" y="193548"/>
                </a:lnTo>
                <a:lnTo>
                  <a:pt x="121920" y="205739"/>
                </a:lnTo>
                <a:lnTo>
                  <a:pt x="121920" y="419100"/>
                </a:lnTo>
                <a:lnTo>
                  <a:pt x="157063" y="419100"/>
                </a:lnTo>
                <a:lnTo>
                  <a:pt x="143065" y="438150"/>
                </a:lnTo>
                <a:lnTo>
                  <a:pt x="123182" y="466153"/>
                </a:lnTo>
                <a:lnTo>
                  <a:pt x="109728" y="486156"/>
                </a:lnTo>
                <a:close/>
              </a:path>
              <a:path w="533400" h="538480">
                <a:moveTo>
                  <a:pt x="297179" y="449580"/>
                </a:moveTo>
                <a:lnTo>
                  <a:pt x="298061" y="426696"/>
                </a:lnTo>
                <a:lnTo>
                  <a:pt x="298509" y="403859"/>
                </a:lnTo>
                <a:lnTo>
                  <a:pt x="298610" y="390144"/>
                </a:lnTo>
                <a:lnTo>
                  <a:pt x="298680" y="332613"/>
                </a:lnTo>
                <a:lnTo>
                  <a:pt x="298516" y="308983"/>
                </a:lnTo>
                <a:lnTo>
                  <a:pt x="298061" y="284607"/>
                </a:lnTo>
                <a:lnTo>
                  <a:pt x="297179" y="260603"/>
                </a:lnTo>
                <a:lnTo>
                  <a:pt x="327660" y="281939"/>
                </a:lnTo>
                <a:lnTo>
                  <a:pt x="437388" y="281939"/>
                </a:lnTo>
                <a:lnTo>
                  <a:pt x="448056" y="292608"/>
                </a:lnTo>
                <a:lnTo>
                  <a:pt x="442468" y="297180"/>
                </a:lnTo>
                <a:lnTo>
                  <a:pt x="327660" y="297180"/>
                </a:lnTo>
                <a:lnTo>
                  <a:pt x="327660" y="390144"/>
                </a:lnTo>
                <a:lnTo>
                  <a:pt x="431739" y="390144"/>
                </a:lnTo>
                <a:lnTo>
                  <a:pt x="431881" y="398227"/>
                </a:lnTo>
                <a:lnTo>
                  <a:pt x="431975" y="402145"/>
                </a:lnTo>
                <a:lnTo>
                  <a:pt x="432053" y="403859"/>
                </a:lnTo>
                <a:lnTo>
                  <a:pt x="327660" y="403859"/>
                </a:lnTo>
                <a:lnTo>
                  <a:pt x="327660" y="435864"/>
                </a:lnTo>
                <a:lnTo>
                  <a:pt x="297179" y="449580"/>
                </a:lnTo>
                <a:close/>
              </a:path>
              <a:path w="533400" h="538480">
                <a:moveTo>
                  <a:pt x="437388" y="281939"/>
                </a:moveTo>
                <a:lnTo>
                  <a:pt x="399288" y="281939"/>
                </a:lnTo>
                <a:lnTo>
                  <a:pt x="419100" y="263651"/>
                </a:lnTo>
                <a:lnTo>
                  <a:pt x="437388" y="281939"/>
                </a:lnTo>
                <a:close/>
              </a:path>
              <a:path w="533400" h="538480">
                <a:moveTo>
                  <a:pt x="431739" y="390144"/>
                </a:moveTo>
                <a:lnTo>
                  <a:pt x="402336" y="390144"/>
                </a:lnTo>
                <a:lnTo>
                  <a:pt x="402336" y="297180"/>
                </a:lnTo>
                <a:lnTo>
                  <a:pt x="442468" y="297180"/>
                </a:lnTo>
                <a:lnTo>
                  <a:pt x="431292" y="306324"/>
                </a:lnTo>
                <a:lnTo>
                  <a:pt x="431391" y="358140"/>
                </a:lnTo>
                <a:lnTo>
                  <a:pt x="431482" y="375475"/>
                </a:lnTo>
                <a:lnTo>
                  <a:pt x="431739" y="390144"/>
                </a:lnTo>
                <a:close/>
              </a:path>
              <a:path w="533400" h="538480">
                <a:moveTo>
                  <a:pt x="157063" y="419100"/>
                </a:moveTo>
                <a:lnTo>
                  <a:pt x="121920" y="419100"/>
                </a:lnTo>
                <a:lnTo>
                  <a:pt x="196596" y="352044"/>
                </a:lnTo>
                <a:lnTo>
                  <a:pt x="202692" y="358140"/>
                </a:lnTo>
                <a:lnTo>
                  <a:pt x="169521" y="402145"/>
                </a:lnTo>
                <a:lnTo>
                  <a:pt x="157063" y="419100"/>
                </a:lnTo>
                <a:close/>
              </a:path>
              <a:path w="533400" h="538480">
                <a:moveTo>
                  <a:pt x="402336" y="435864"/>
                </a:moveTo>
                <a:lnTo>
                  <a:pt x="402336" y="403859"/>
                </a:lnTo>
                <a:lnTo>
                  <a:pt x="432053" y="403859"/>
                </a:lnTo>
                <a:lnTo>
                  <a:pt x="432816" y="420624"/>
                </a:lnTo>
                <a:lnTo>
                  <a:pt x="402336" y="435864"/>
                </a:lnTo>
                <a:close/>
              </a:path>
              <a:path w="533400" h="538480">
                <a:moveTo>
                  <a:pt x="473964" y="537972"/>
                </a:moveTo>
                <a:lnTo>
                  <a:pt x="462534" y="522017"/>
                </a:lnTo>
                <a:lnTo>
                  <a:pt x="444246" y="508635"/>
                </a:lnTo>
                <a:lnTo>
                  <a:pt x="419100" y="498109"/>
                </a:lnTo>
                <a:lnTo>
                  <a:pt x="387096" y="490728"/>
                </a:lnTo>
                <a:lnTo>
                  <a:pt x="387096" y="478536"/>
                </a:lnTo>
                <a:lnTo>
                  <a:pt x="420576" y="482512"/>
                </a:lnTo>
                <a:lnTo>
                  <a:pt x="445770" y="485203"/>
                </a:lnTo>
                <a:lnTo>
                  <a:pt x="462962" y="486465"/>
                </a:lnTo>
                <a:lnTo>
                  <a:pt x="514825" y="486465"/>
                </a:lnTo>
                <a:lnTo>
                  <a:pt x="514540" y="491323"/>
                </a:lnTo>
                <a:lnTo>
                  <a:pt x="493395" y="526542"/>
                </a:lnTo>
                <a:lnTo>
                  <a:pt x="484536" y="532257"/>
                </a:lnTo>
                <a:lnTo>
                  <a:pt x="473964" y="537972"/>
                </a:lnTo>
                <a:close/>
              </a:path>
            </a:pathLst>
          </a:custGeom>
          <a:solidFill>
            <a:srgbClr val="3333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5120640" y="1271016"/>
            <a:ext cx="554990" cy="563880"/>
          </a:xfrm>
          <a:custGeom>
            <a:avLst/>
            <a:gdLst/>
            <a:ahLst/>
            <a:cxnLst/>
            <a:rect l="l" t="t" r="r" b="b"/>
            <a:pathLst>
              <a:path w="554989" h="563880">
                <a:moveTo>
                  <a:pt x="315468" y="83819"/>
                </a:moveTo>
                <a:lnTo>
                  <a:pt x="301752" y="83819"/>
                </a:lnTo>
                <a:lnTo>
                  <a:pt x="300085" y="76676"/>
                </a:lnTo>
                <a:lnTo>
                  <a:pt x="297561" y="68960"/>
                </a:lnTo>
                <a:lnTo>
                  <a:pt x="278130" y="32194"/>
                </a:lnTo>
                <a:lnTo>
                  <a:pt x="256032" y="4571"/>
                </a:lnTo>
                <a:lnTo>
                  <a:pt x="263652" y="0"/>
                </a:lnTo>
                <a:lnTo>
                  <a:pt x="306895" y="20573"/>
                </a:lnTo>
                <a:lnTo>
                  <a:pt x="335280" y="50291"/>
                </a:lnTo>
                <a:lnTo>
                  <a:pt x="335280" y="51815"/>
                </a:lnTo>
                <a:lnTo>
                  <a:pt x="334113" y="59602"/>
                </a:lnTo>
                <a:lnTo>
                  <a:pt x="330517" y="67246"/>
                </a:lnTo>
                <a:lnTo>
                  <a:pt x="324350" y="75176"/>
                </a:lnTo>
                <a:lnTo>
                  <a:pt x="315468" y="83819"/>
                </a:lnTo>
                <a:close/>
              </a:path>
              <a:path w="554989" h="563880">
                <a:moveTo>
                  <a:pt x="539053" y="83819"/>
                </a:moveTo>
                <a:lnTo>
                  <a:pt x="470916" y="83819"/>
                </a:lnTo>
                <a:lnTo>
                  <a:pt x="504444" y="50291"/>
                </a:lnTo>
                <a:lnTo>
                  <a:pt x="539053" y="83819"/>
                </a:lnTo>
                <a:close/>
              </a:path>
              <a:path w="554989" h="563880">
                <a:moveTo>
                  <a:pt x="7620" y="563879"/>
                </a:moveTo>
                <a:lnTo>
                  <a:pt x="0" y="559308"/>
                </a:lnTo>
                <a:lnTo>
                  <a:pt x="21740" y="517374"/>
                </a:lnTo>
                <a:lnTo>
                  <a:pt x="39052" y="474154"/>
                </a:lnTo>
                <a:lnTo>
                  <a:pt x="52077" y="430077"/>
                </a:lnTo>
                <a:lnTo>
                  <a:pt x="60960" y="385572"/>
                </a:lnTo>
                <a:lnTo>
                  <a:pt x="66960" y="339590"/>
                </a:lnTo>
                <a:lnTo>
                  <a:pt x="71247" y="293179"/>
                </a:lnTo>
                <a:lnTo>
                  <a:pt x="73818" y="246483"/>
                </a:lnTo>
                <a:lnTo>
                  <a:pt x="74676" y="199643"/>
                </a:lnTo>
                <a:lnTo>
                  <a:pt x="75171" y="146303"/>
                </a:lnTo>
                <a:lnTo>
                  <a:pt x="74866" y="117538"/>
                </a:lnTo>
                <a:lnTo>
                  <a:pt x="73604" y="85415"/>
                </a:lnTo>
                <a:lnTo>
                  <a:pt x="71628" y="59435"/>
                </a:lnTo>
                <a:lnTo>
                  <a:pt x="112776" y="83819"/>
                </a:lnTo>
                <a:lnTo>
                  <a:pt x="539053" y="83819"/>
                </a:lnTo>
                <a:lnTo>
                  <a:pt x="553212" y="97535"/>
                </a:lnTo>
                <a:lnTo>
                  <a:pt x="109728" y="97535"/>
                </a:lnTo>
                <a:lnTo>
                  <a:pt x="109992" y="155662"/>
                </a:lnTo>
                <a:lnTo>
                  <a:pt x="108775" y="225551"/>
                </a:lnTo>
                <a:lnTo>
                  <a:pt x="106073" y="277677"/>
                </a:lnTo>
                <a:lnTo>
                  <a:pt x="102108" y="321564"/>
                </a:lnTo>
                <a:lnTo>
                  <a:pt x="95559" y="360140"/>
                </a:lnTo>
                <a:lnTo>
                  <a:pt x="77890" y="428720"/>
                </a:lnTo>
                <a:lnTo>
                  <a:pt x="54554" y="486727"/>
                </a:lnTo>
                <a:lnTo>
                  <a:pt x="24407" y="539305"/>
                </a:lnTo>
                <a:lnTo>
                  <a:pt x="7620" y="563879"/>
                </a:lnTo>
                <a:close/>
              </a:path>
              <a:path w="554989" h="563880">
                <a:moveTo>
                  <a:pt x="256032" y="185927"/>
                </a:moveTo>
                <a:lnTo>
                  <a:pt x="225552" y="185927"/>
                </a:lnTo>
                <a:lnTo>
                  <a:pt x="225290" y="167997"/>
                </a:lnTo>
                <a:lnTo>
                  <a:pt x="224599" y="148780"/>
                </a:lnTo>
                <a:lnTo>
                  <a:pt x="223599" y="128277"/>
                </a:lnTo>
                <a:lnTo>
                  <a:pt x="222504" y="108203"/>
                </a:lnTo>
                <a:lnTo>
                  <a:pt x="275844" y="134112"/>
                </a:lnTo>
                <a:lnTo>
                  <a:pt x="256032" y="146303"/>
                </a:lnTo>
                <a:lnTo>
                  <a:pt x="256032" y="185927"/>
                </a:lnTo>
                <a:close/>
              </a:path>
              <a:path w="554989" h="563880">
                <a:moveTo>
                  <a:pt x="420624" y="185927"/>
                </a:moveTo>
                <a:lnTo>
                  <a:pt x="390144" y="185927"/>
                </a:lnTo>
                <a:lnTo>
                  <a:pt x="389902" y="167997"/>
                </a:lnTo>
                <a:lnTo>
                  <a:pt x="389847" y="165544"/>
                </a:lnTo>
                <a:lnTo>
                  <a:pt x="389246" y="148780"/>
                </a:lnTo>
                <a:lnTo>
                  <a:pt x="389142" y="146303"/>
                </a:lnTo>
                <a:lnTo>
                  <a:pt x="388215" y="128277"/>
                </a:lnTo>
                <a:lnTo>
                  <a:pt x="387096" y="109727"/>
                </a:lnTo>
                <a:lnTo>
                  <a:pt x="441960" y="134112"/>
                </a:lnTo>
                <a:lnTo>
                  <a:pt x="420624" y="147827"/>
                </a:lnTo>
                <a:lnTo>
                  <a:pt x="420624" y="185927"/>
                </a:lnTo>
                <a:close/>
              </a:path>
              <a:path w="554989" h="563880">
                <a:moveTo>
                  <a:pt x="134112" y="205739"/>
                </a:moveTo>
                <a:lnTo>
                  <a:pt x="114300" y="185927"/>
                </a:lnTo>
                <a:lnTo>
                  <a:pt x="466344" y="185927"/>
                </a:lnTo>
                <a:lnTo>
                  <a:pt x="498348" y="155447"/>
                </a:lnTo>
                <a:lnTo>
                  <a:pt x="542544" y="201167"/>
                </a:lnTo>
                <a:lnTo>
                  <a:pt x="163068" y="201167"/>
                </a:lnTo>
                <a:lnTo>
                  <a:pt x="134112" y="205739"/>
                </a:lnTo>
                <a:close/>
              </a:path>
              <a:path w="554989" h="563880">
                <a:moveTo>
                  <a:pt x="222504" y="310895"/>
                </a:moveTo>
                <a:lnTo>
                  <a:pt x="224599" y="259460"/>
                </a:lnTo>
                <a:lnTo>
                  <a:pt x="225552" y="201167"/>
                </a:lnTo>
                <a:lnTo>
                  <a:pt x="256032" y="201167"/>
                </a:lnTo>
                <a:lnTo>
                  <a:pt x="256032" y="269747"/>
                </a:lnTo>
                <a:lnTo>
                  <a:pt x="422156" y="269747"/>
                </a:lnTo>
                <a:lnTo>
                  <a:pt x="422552" y="277677"/>
                </a:lnTo>
                <a:lnTo>
                  <a:pt x="423163" y="284987"/>
                </a:lnTo>
                <a:lnTo>
                  <a:pt x="256032" y="284987"/>
                </a:lnTo>
                <a:lnTo>
                  <a:pt x="256032" y="297179"/>
                </a:lnTo>
                <a:lnTo>
                  <a:pt x="222504" y="310895"/>
                </a:lnTo>
                <a:close/>
              </a:path>
              <a:path w="554989" h="563880">
                <a:moveTo>
                  <a:pt x="422156" y="269747"/>
                </a:moveTo>
                <a:lnTo>
                  <a:pt x="390144" y="269747"/>
                </a:lnTo>
                <a:lnTo>
                  <a:pt x="390144" y="201167"/>
                </a:lnTo>
                <a:lnTo>
                  <a:pt x="420624" y="201167"/>
                </a:lnTo>
                <a:lnTo>
                  <a:pt x="420885" y="232576"/>
                </a:lnTo>
                <a:lnTo>
                  <a:pt x="421576" y="258127"/>
                </a:lnTo>
                <a:lnTo>
                  <a:pt x="422156" y="269747"/>
                </a:lnTo>
                <a:close/>
              </a:path>
              <a:path w="554989" h="563880">
                <a:moveTo>
                  <a:pt x="390144" y="306323"/>
                </a:moveTo>
                <a:lnTo>
                  <a:pt x="390144" y="284987"/>
                </a:lnTo>
                <a:lnTo>
                  <a:pt x="423163" y="284987"/>
                </a:lnTo>
                <a:lnTo>
                  <a:pt x="423672" y="291083"/>
                </a:lnTo>
                <a:lnTo>
                  <a:pt x="390144" y="306323"/>
                </a:lnTo>
                <a:close/>
              </a:path>
              <a:path w="554989" h="563880">
                <a:moveTo>
                  <a:pt x="179832" y="353568"/>
                </a:moveTo>
                <a:lnTo>
                  <a:pt x="160020" y="335280"/>
                </a:lnTo>
                <a:lnTo>
                  <a:pt x="411480" y="335280"/>
                </a:lnTo>
                <a:lnTo>
                  <a:pt x="432816" y="313943"/>
                </a:lnTo>
                <a:lnTo>
                  <a:pt x="469392" y="348996"/>
                </a:lnTo>
                <a:lnTo>
                  <a:pt x="201168" y="348996"/>
                </a:lnTo>
                <a:lnTo>
                  <a:pt x="179832" y="353568"/>
                </a:lnTo>
                <a:close/>
              </a:path>
              <a:path w="554989" h="563880">
                <a:moveTo>
                  <a:pt x="80772" y="563879"/>
                </a:moveTo>
                <a:lnTo>
                  <a:pt x="79248" y="554736"/>
                </a:lnTo>
                <a:lnTo>
                  <a:pt x="128637" y="543604"/>
                </a:lnTo>
                <a:lnTo>
                  <a:pt x="176271" y="528596"/>
                </a:lnTo>
                <a:lnTo>
                  <a:pt x="222223" y="509857"/>
                </a:lnTo>
                <a:lnTo>
                  <a:pt x="266565" y="487533"/>
                </a:lnTo>
                <a:lnTo>
                  <a:pt x="309372" y="461772"/>
                </a:lnTo>
                <a:lnTo>
                  <a:pt x="286845" y="437507"/>
                </a:lnTo>
                <a:lnTo>
                  <a:pt x="265176" y="410527"/>
                </a:lnTo>
                <a:lnTo>
                  <a:pt x="244649" y="380976"/>
                </a:lnTo>
                <a:lnTo>
                  <a:pt x="225552" y="348996"/>
                </a:lnTo>
                <a:lnTo>
                  <a:pt x="236220" y="348996"/>
                </a:lnTo>
                <a:lnTo>
                  <a:pt x="259080" y="378142"/>
                </a:lnTo>
                <a:lnTo>
                  <a:pt x="281940" y="403860"/>
                </a:lnTo>
                <a:lnTo>
                  <a:pt x="304800" y="426148"/>
                </a:lnTo>
                <a:lnTo>
                  <a:pt x="327660" y="445008"/>
                </a:lnTo>
                <a:lnTo>
                  <a:pt x="372095" y="445008"/>
                </a:lnTo>
                <a:lnTo>
                  <a:pt x="352044" y="463296"/>
                </a:lnTo>
                <a:lnTo>
                  <a:pt x="390081" y="483108"/>
                </a:lnTo>
                <a:lnTo>
                  <a:pt x="330708" y="483108"/>
                </a:lnTo>
                <a:lnTo>
                  <a:pt x="283500" y="506870"/>
                </a:lnTo>
                <a:lnTo>
                  <a:pt x="235049" y="526901"/>
                </a:lnTo>
                <a:lnTo>
                  <a:pt x="185208" y="543129"/>
                </a:lnTo>
                <a:lnTo>
                  <a:pt x="133831" y="555479"/>
                </a:lnTo>
                <a:lnTo>
                  <a:pt x="80772" y="563879"/>
                </a:lnTo>
                <a:close/>
              </a:path>
              <a:path w="554989" h="563880">
                <a:moveTo>
                  <a:pt x="372095" y="445008"/>
                </a:moveTo>
                <a:lnTo>
                  <a:pt x="327660" y="445008"/>
                </a:lnTo>
                <a:lnTo>
                  <a:pt x="350781" y="421862"/>
                </a:lnTo>
                <a:lnTo>
                  <a:pt x="372046" y="398145"/>
                </a:lnTo>
                <a:lnTo>
                  <a:pt x="391310" y="373856"/>
                </a:lnTo>
                <a:lnTo>
                  <a:pt x="408432" y="348996"/>
                </a:lnTo>
                <a:lnTo>
                  <a:pt x="469392" y="348996"/>
                </a:lnTo>
                <a:lnTo>
                  <a:pt x="445008" y="361188"/>
                </a:lnTo>
                <a:lnTo>
                  <a:pt x="418695" y="393430"/>
                </a:lnTo>
                <a:lnTo>
                  <a:pt x="394525" y="421386"/>
                </a:lnTo>
                <a:lnTo>
                  <a:pt x="372356" y="444769"/>
                </a:lnTo>
                <a:lnTo>
                  <a:pt x="372095" y="445008"/>
                </a:lnTo>
                <a:close/>
              </a:path>
              <a:path w="554989" h="563880">
                <a:moveTo>
                  <a:pt x="509016" y="557784"/>
                </a:moveTo>
                <a:lnTo>
                  <a:pt x="455866" y="544615"/>
                </a:lnTo>
                <a:lnTo>
                  <a:pt x="408432" y="527875"/>
                </a:lnTo>
                <a:lnTo>
                  <a:pt x="366712" y="507420"/>
                </a:lnTo>
                <a:lnTo>
                  <a:pt x="330708" y="483108"/>
                </a:lnTo>
                <a:lnTo>
                  <a:pt x="390081" y="483108"/>
                </a:lnTo>
                <a:lnTo>
                  <a:pt x="393144" y="484703"/>
                </a:lnTo>
                <a:lnTo>
                  <a:pt x="440817" y="500824"/>
                </a:lnTo>
                <a:lnTo>
                  <a:pt x="494776" y="511516"/>
                </a:lnTo>
                <a:lnTo>
                  <a:pt x="554736" y="516636"/>
                </a:lnTo>
                <a:lnTo>
                  <a:pt x="554736" y="525779"/>
                </a:lnTo>
                <a:lnTo>
                  <a:pt x="538162" y="530352"/>
                </a:lnTo>
                <a:lnTo>
                  <a:pt x="525018" y="537210"/>
                </a:lnTo>
                <a:lnTo>
                  <a:pt x="515302" y="546354"/>
                </a:lnTo>
                <a:lnTo>
                  <a:pt x="509016" y="557784"/>
                </a:lnTo>
                <a:close/>
              </a:path>
            </a:pathLst>
          </a:custGeom>
          <a:solidFill>
            <a:srgbClr val="3333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5804915" y="1280160"/>
            <a:ext cx="447040" cy="548640"/>
          </a:xfrm>
          <a:custGeom>
            <a:avLst/>
            <a:gdLst/>
            <a:ahLst/>
            <a:cxnLst/>
            <a:rect l="l" t="t" r="r" b="b"/>
            <a:pathLst>
              <a:path w="447039" h="548639">
                <a:moveTo>
                  <a:pt x="103632" y="117348"/>
                </a:moveTo>
                <a:lnTo>
                  <a:pt x="100584" y="117348"/>
                </a:lnTo>
                <a:lnTo>
                  <a:pt x="96059" y="115943"/>
                </a:lnTo>
                <a:lnTo>
                  <a:pt x="91821" y="111823"/>
                </a:lnTo>
                <a:lnTo>
                  <a:pt x="88153" y="105132"/>
                </a:lnTo>
                <a:lnTo>
                  <a:pt x="85344" y="96012"/>
                </a:lnTo>
                <a:lnTo>
                  <a:pt x="78176" y="76581"/>
                </a:lnTo>
                <a:lnTo>
                  <a:pt x="68008" y="54864"/>
                </a:lnTo>
                <a:lnTo>
                  <a:pt x="54697" y="30861"/>
                </a:lnTo>
                <a:lnTo>
                  <a:pt x="38100" y="4572"/>
                </a:lnTo>
                <a:lnTo>
                  <a:pt x="45720" y="0"/>
                </a:lnTo>
                <a:lnTo>
                  <a:pt x="84391" y="24384"/>
                </a:lnTo>
                <a:lnTo>
                  <a:pt x="115085" y="53030"/>
                </a:lnTo>
                <a:lnTo>
                  <a:pt x="123444" y="74676"/>
                </a:lnTo>
                <a:lnTo>
                  <a:pt x="122866" y="80700"/>
                </a:lnTo>
                <a:lnTo>
                  <a:pt x="121158" y="87249"/>
                </a:lnTo>
                <a:lnTo>
                  <a:pt x="118300" y="94392"/>
                </a:lnTo>
                <a:lnTo>
                  <a:pt x="114300" y="102108"/>
                </a:lnTo>
                <a:lnTo>
                  <a:pt x="108204" y="112776"/>
                </a:lnTo>
                <a:lnTo>
                  <a:pt x="103632" y="117348"/>
                </a:lnTo>
                <a:close/>
              </a:path>
              <a:path w="447039" h="548639">
                <a:moveTo>
                  <a:pt x="201168" y="83820"/>
                </a:moveTo>
                <a:lnTo>
                  <a:pt x="179831" y="62484"/>
                </a:lnTo>
                <a:lnTo>
                  <a:pt x="387096" y="62484"/>
                </a:lnTo>
                <a:lnTo>
                  <a:pt x="406908" y="33528"/>
                </a:lnTo>
                <a:lnTo>
                  <a:pt x="446532" y="67056"/>
                </a:lnTo>
                <a:lnTo>
                  <a:pt x="436684" y="76200"/>
                </a:lnTo>
                <a:lnTo>
                  <a:pt x="257556" y="76200"/>
                </a:lnTo>
                <a:lnTo>
                  <a:pt x="242744" y="76747"/>
                </a:lnTo>
                <a:lnTo>
                  <a:pt x="228219" y="78295"/>
                </a:lnTo>
                <a:lnTo>
                  <a:pt x="214264" y="80700"/>
                </a:lnTo>
                <a:lnTo>
                  <a:pt x="201168" y="83820"/>
                </a:lnTo>
                <a:close/>
              </a:path>
              <a:path w="447039" h="548639">
                <a:moveTo>
                  <a:pt x="423940" y="486156"/>
                </a:moveTo>
                <a:lnTo>
                  <a:pt x="362712" y="486156"/>
                </a:lnTo>
                <a:lnTo>
                  <a:pt x="374713" y="485846"/>
                </a:lnTo>
                <a:lnTo>
                  <a:pt x="383286" y="482536"/>
                </a:lnTo>
                <a:lnTo>
                  <a:pt x="388429" y="476083"/>
                </a:lnTo>
                <a:lnTo>
                  <a:pt x="390144" y="466344"/>
                </a:lnTo>
                <a:lnTo>
                  <a:pt x="390144" y="76200"/>
                </a:lnTo>
                <a:lnTo>
                  <a:pt x="436684" y="76200"/>
                </a:lnTo>
                <a:lnTo>
                  <a:pt x="425196" y="86868"/>
                </a:lnTo>
                <a:lnTo>
                  <a:pt x="425196" y="473964"/>
                </a:lnTo>
                <a:lnTo>
                  <a:pt x="423940" y="486156"/>
                </a:lnTo>
                <a:close/>
              </a:path>
              <a:path w="447039" h="548639">
                <a:moveTo>
                  <a:pt x="0" y="548640"/>
                </a:moveTo>
                <a:lnTo>
                  <a:pt x="743" y="505870"/>
                </a:lnTo>
                <a:lnTo>
                  <a:pt x="1194" y="459955"/>
                </a:lnTo>
                <a:lnTo>
                  <a:pt x="1366" y="423671"/>
                </a:lnTo>
                <a:lnTo>
                  <a:pt x="1418" y="212074"/>
                </a:lnTo>
                <a:lnTo>
                  <a:pt x="1310" y="181356"/>
                </a:lnTo>
                <a:lnTo>
                  <a:pt x="881" y="138493"/>
                </a:lnTo>
                <a:lnTo>
                  <a:pt x="0" y="103632"/>
                </a:lnTo>
                <a:lnTo>
                  <a:pt x="59436" y="137160"/>
                </a:lnTo>
                <a:lnTo>
                  <a:pt x="38100" y="150876"/>
                </a:lnTo>
                <a:lnTo>
                  <a:pt x="38100" y="531876"/>
                </a:lnTo>
                <a:lnTo>
                  <a:pt x="0" y="548640"/>
                </a:lnTo>
                <a:close/>
              </a:path>
              <a:path w="447039" h="548639">
                <a:moveTo>
                  <a:pt x="330226" y="208788"/>
                </a:moveTo>
                <a:lnTo>
                  <a:pt x="277368" y="208788"/>
                </a:lnTo>
                <a:lnTo>
                  <a:pt x="294131" y="181356"/>
                </a:lnTo>
                <a:lnTo>
                  <a:pt x="330226" y="208788"/>
                </a:lnTo>
                <a:close/>
              </a:path>
              <a:path w="447039" h="548639">
                <a:moveTo>
                  <a:pt x="112776" y="423671"/>
                </a:moveTo>
                <a:lnTo>
                  <a:pt x="113657" y="389096"/>
                </a:lnTo>
                <a:lnTo>
                  <a:pt x="114109" y="356235"/>
                </a:lnTo>
                <a:lnTo>
                  <a:pt x="114205" y="338328"/>
                </a:lnTo>
                <a:lnTo>
                  <a:pt x="114276" y="267985"/>
                </a:lnTo>
                <a:lnTo>
                  <a:pt x="114094" y="239077"/>
                </a:lnTo>
                <a:lnTo>
                  <a:pt x="113657" y="212074"/>
                </a:lnTo>
                <a:lnTo>
                  <a:pt x="112776" y="184404"/>
                </a:lnTo>
                <a:lnTo>
                  <a:pt x="147828" y="208788"/>
                </a:lnTo>
                <a:lnTo>
                  <a:pt x="330226" y="208788"/>
                </a:lnTo>
                <a:lnTo>
                  <a:pt x="332232" y="210312"/>
                </a:lnTo>
                <a:lnTo>
                  <a:pt x="317823" y="222504"/>
                </a:lnTo>
                <a:lnTo>
                  <a:pt x="147828" y="222504"/>
                </a:lnTo>
                <a:lnTo>
                  <a:pt x="147828" y="364236"/>
                </a:lnTo>
                <a:lnTo>
                  <a:pt x="313318" y="364236"/>
                </a:lnTo>
                <a:lnTo>
                  <a:pt x="313372" y="365379"/>
                </a:lnTo>
                <a:lnTo>
                  <a:pt x="314128" y="377952"/>
                </a:lnTo>
                <a:lnTo>
                  <a:pt x="147828" y="377952"/>
                </a:lnTo>
                <a:lnTo>
                  <a:pt x="147828" y="409956"/>
                </a:lnTo>
                <a:lnTo>
                  <a:pt x="112776" y="423671"/>
                </a:lnTo>
                <a:close/>
              </a:path>
              <a:path w="447039" h="548639">
                <a:moveTo>
                  <a:pt x="313318" y="364236"/>
                </a:moveTo>
                <a:lnTo>
                  <a:pt x="278892" y="364236"/>
                </a:lnTo>
                <a:lnTo>
                  <a:pt x="278892" y="222504"/>
                </a:lnTo>
                <a:lnTo>
                  <a:pt x="317823" y="222504"/>
                </a:lnTo>
                <a:lnTo>
                  <a:pt x="312419" y="227076"/>
                </a:lnTo>
                <a:lnTo>
                  <a:pt x="312419" y="338328"/>
                </a:lnTo>
                <a:lnTo>
                  <a:pt x="312681" y="350853"/>
                </a:lnTo>
                <a:lnTo>
                  <a:pt x="313318" y="364236"/>
                </a:lnTo>
                <a:close/>
              </a:path>
              <a:path w="447039" h="548639">
                <a:moveTo>
                  <a:pt x="278892" y="414528"/>
                </a:moveTo>
                <a:lnTo>
                  <a:pt x="278892" y="377952"/>
                </a:lnTo>
                <a:lnTo>
                  <a:pt x="314128" y="377952"/>
                </a:lnTo>
                <a:lnTo>
                  <a:pt x="315467" y="399288"/>
                </a:lnTo>
                <a:lnTo>
                  <a:pt x="278892" y="414528"/>
                </a:lnTo>
                <a:close/>
              </a:path>
              <a:path w="447039" h="548639">
                <a:moveTo>
                  <a:pt x="365760" y="548640"/>
                </a:moveTo>
                <a:lnTo>
                  <a:pt x="360640" y="528613"/>
                </a:lnTo>
                <a:lnTo>
                  <a:pt x="345376" y="511873"/>
                </a:lnTo>
                <a:lnTo>
                  <a:pt x="320111" y="498276"/>
                </a:lnTo>
                <a:lnTo>
                  <a:pt x="284988" y="487680"/>
                </a:lnTo>
                <a:lnTo>
                  <a:pt x="284988" y="478536"/>
                </a:lnTo>
                <a:lnTo>
                  <a:pt x="362712" y="486156"/>
                </a:lnTo>
                <a:lnTo>
                  <a:pt x="423940" y="486156"/>
                </a:lnTo>
                <a:lnTo>
                  <a:pt x="422338" y="501705"/>
                </a:lnTo>
                <a:lnTo>
                  <a:pt x="411480" y="523303"/>
                </a:lnTo>
                <a:lnTo>
                  <a:pt x="392620" y="538900"/>
                </a:lnTo>
                <a:lnTo>
                  <a:pt x="365760" y="548640"/>
                </a:lnTo>
                <a:close/>
              </a:path>
            </a:pathLst>
          </a:custGeom>
          <a:solidFill>
            <a:srgbClr val="3333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" name="object 15"/>
          <p:cNvSpPr/>
          <p:nvPr/>
        </p:nvSpPr>
        <p:spPr>
          <a:xfrm>
            <a:off x="6347459" y="1289303"/>
            <a:ext cx="558165" cy="541020"/>
          </a:xfrm>
          <a:custGeom>
            <a:avLst/>
            <a:gdLst/>
            <a:ahLst/>
            <a:cxnLst/>
            <a:rect l="l" t="t" r="r" b="b"/>
            <a:pathLst>
              <a:path w="558165" h="541019">
                <a:moveTo>
                  <a:pt x="298704" y="50292"/>
                </a:moveTo>
                <a:lnTo>
                  <a:pt x="277368" y="28956"/>
                </a:lnTo>
                <a:lnTo>
                  <a:pt x="486156" y="28956"/>
                </a:lnTo>
                <a:lnTo>
                  <a:pt x="513588" y="0"/>
                </a:lnTo>
                <a:lnTo>
                  <a:pt x="553212" y="44196"/>
                </a:lnTo>
                <a:lnTo>
                  <a:pt x="356616" y="44196"/>
                </a:lnTo>
                <a:lnTo>
                  <a:pt x="341137" y="44505"/>
                </a:lnTo>
                <a:lnTo>
                  <a:pt x="326517" y="45529"/>
                </a:lnTo>
                <a:lnTo>
                  <a:pt x="312467" y="47410"/>
                </a:lnTo>
                <a:lnTo>
                  <a:pt x="298704" y="50292"/>
                </a:lnTo>
                <a:close/>
              </a:path>
              <a:path w="558165" h="541019">
                <a:moveTo>
                  <a:pt x="259641" y="27432"/>
                </a:moveTo>
                <a:lnTo>
                  <a:pt x="213360" y="27432"/>
                </a:lnTo>
                <a:lnTo>
                  <a:pt x="230124" y="3048"/>
                </a:lnTo>
                <a:lnTo>
                  <a:pt x="259641" y="27432"/>
                </a:lnTo>
                <a:close/>
              </a:path>
              <a:path w="558165" h="541019">
                <a:moveTo>
                  <a:pt x="71628" y="233172"/>
                </a:moveTo>
                <a:lnTo>
                  <a:pt x="73723" y="176974"/>
                </a:lnTo>
                <a:lnTo>
                  <a:pt x="74544" y="132588"/>
                </a:lnTo>
                <a:lnTo>
                  <a:pt x="74621" y="111252"/>
                </a:lnTo>
                <a:lnTo>
                  <a:pt x="74407" y="87915"/>
                </a:lnTo>
                <a:lnTo>
                  <a:pt x="73723" y="60198"/>
                </a:lnTo>
                <a:lnTo>
                  <a:pt x="72689" y="32004"/>
                </a:lnTo>
                <a:lnTo>
                  <a:pt x="71628" y="7620"/>
                </a:lnTo>
                <a:lnTo>
                  <a:pt x="105156" y="27432"/>
                </a:lnTo>
                <a:lnTo>
                  <a:pt x="259641" y="27432"/>
                </a:lnTo>
                <a:lnTo>
                  <a:pt x="265175" y="32004"/>
                </a:lnTo>
                <a:lnTo>
                  <a:pt x="254000" y="41148"/>
                </a:lnTo>
                <a:lnTo>
                  <a:pt x="105156" y="41148"/>
                </a:lnTo>
                <a:lnTo>
                  <a:pt x="105156" y="111252"/>
                </a:lnTo>
                <a:lnTo>
                  <a:pt x="248891" y="111252"/>
                </a:lnTo>
                <a:lnTo>
                  <a:pt x="249102" y="124968"/>
                </a:lnTo>
                <a:lnTo>
                  <a:pt x="105156" y="124968"/>
                </a:lnTo>
                <a:lnTo>
                  <a:pt x="105156" y="192024"/>
                </a:lnTo>
                <a:lnTo>
                  <a:pt x="250761" y="192024"/>
                </a:lnTo>
                <a:lnTo>
                  <a:pt x="251245" y="205740"/>
                </a:lnTo>
                <a:lnTo>
                  <a:pt x="105156" y="205740"/>
                </a:lnTo>
                <a:lnTo>
                  <a:pt x="105156" y="220979"/>
                </a:lnTo>
                <a:lnTo>
                  <a:pt x="71628" y="233172"/>
                </a:lnTo>
                <a:close/>
              </a:path>
              <a:path w="558165" h="541019">
                <a:moveTo>
                  <a:pt x="248891" y="111252"/>
                </a:moveTo>
                <a:lnTo>
                  <a:pt x="217932" y="111252"/>
                </a:lnTo>
                <a:lnTo>
                  <a:pt x="217932" y="41148"/>
                </a:lnTo>
                <a:lnTo>
                  <a:pt x="254000" y="41148"/>
                </a:lnTo>
                <a:lnTo>
                  <a:pt x="248412" y="45720"/>
                </a:lnTo>
                <a:lnTo>
                  <a:pt x="248673" y="97178"/>
                </a:lnTo>
                <a:lnTo>
                  <a:pt x="248891" y="111252"/>
                </a:lnTo>
                <a:close/>
              </a:path>
              <a:path w="558165" h="541019">
                <a:moveTo>
                  <a:pt x="385572" y="112776"/>
                </a:moveTo>
                <a:lnTo>
                  <a:pt x="373380" y="112776"/>
                </a:lnTo>
                <a:lnTo>
                  <a:pt x="377642" y="95416"/>
                </a:lnTo>
                <a:lnTo>
                  <a:pt x="381190" y="77914"/>
                </a:lnTo>
                <a:lnTo>
                  <a:pt x="383881" y="60698"/>
                </a:lnTo>
                <a:lnTo>
                  <a:pt x="385572" y="44196"/>
                </a:lnTo>
                <a:lnTo>
                  <a:pt x="425195" y="44196"/>
                </a:lnTo>
                <a:lnTo>
                  <a:pt x="419219" y="53625"/>
                </a:lnTo>
                <a:lnTo>
                  <a:pt x="410527" y="68199"/>
                </a:lnTo>
                <a:lnTo>
                  <a:pt x="399264" y="87915"/>
                </a:lnTo>
                <a:lnTo>
                  <a:pt x="385572" y="112776"/>
                </a:lnTo>
                <a:close/>
              </a:path>
              <a:path w="558165" h="541019">
                <a:moveTo>
                  <a:pt x="522373" y="112776"/>
                </a:moveTo>
                <a:lnTo>
                  <a:pt x="475488" y="112776"/>
                </a:lnTo>
                <a:lnTo>
                  <a:pt x="492252" y="91440"/>
                </a:lnTo>
                <a:lnTo>
                  <a:pt x="522373" y="112776"/>
                </a:lnTo>
                <a:close/>
              </a:path>
              <a:path w="558165" h="541019">
                <a:moveTo>
                  <a:pt x="307848" y="345948"/>
                </a:moveTo>
                <a:lnTo>
                  <a:pt x="309943" y="289941"/>
                </a:lnTo>
                <a:lnTo>
                  <a:pt x="310816" y="233172"/>
                </a:lnTo>
                <a:lnTo>
                  <a:pt x="310873" y="205740"/>
                </a:lnTo>
                <a:lnTo>
                  <a:pt x="310746" y="176974"/>
                </a:lnTo>
                <a:lnTo>
                  <a:pt x="310515" y="153924"/>
                </a:lnTo>
                <a:lnTo>
                  <a:pt x="309610" y="123063"/>
                </a:lnTo>
                <a:lnTo>
                  <a:pt x="307848" y="94488"/>
                </a:lnTo>
                <a:lnTo>
                  <a:pt x="341376" y="112776"/>
                </a:lnTo>
                <a:lnTo>
                  <a:pt x="522373" y="112776"/>
                </a:lnTo>
                <a:lnTo>
                  <a:pt x="528828" y="117348"/>
                </a:lnTo>
                <a:lnTo>
                  <a:pt x="517093" y="128016"/>
                </a:lnTo>
                <a:lnTo>
                  <a:pt x="341376" y="128016"/>
                </a:lnTo>
                <a:lnTo>
                  <a:pt x="341376" y="326136"/>
                </a:lnTo>
                <a:lnTo>
                  <a:pt x="307848" y="345948"/>
                </a:lnTo>
                <a:close/>
              </a:path>
              <a:path w="558165" h="541019">
                <a:moveTo>
                  <a:pt x="250761" y="192024"/>
                </a:moveTo>
                <a:lnTo>
                  <a:pt x="217932" y="192024"/>
                </a:lnTo>
                <a:lnTo>
                  <a:pt x="217932" y="124968"/>
                </a:lnTo>
                <a:lnTo>
                  <a:pt x="249102" y="124968"/>
                </a:lnTo>
                <a:lnTo>
                  <a:pt x="249364" y="141922"/>
                </a:lnTo>
                <a:lnTo>
                  <a:pt x="250340" y="180093"/>
                </a:lnTo>
                <a:lnTo>
                  <a:pt x="250761" y="192024"/>
                </a:lnTo>
                <a:close/>
              </a:path>
              <a:path w="558165" h="541019">
                <a:moveTo>
                  <a:pt x="480060" y="338328"/>
                </a:moveTo>
                <a:lnTo>
                  <a:pt x="480060" y="128016"/>
                </a:lnTo>
                <a:lnTo>
                  <a:pt x="517093" y="128016"/>
                </a:lnTo>
                <a:lnTo>
                  <a:pt x="512064" y="132588"/>
                </a:lnTo>
                <a:lnTo>
                  <a:pt x="512119" y="261651"/>
                </a:lnTo>
                <a:lnTo>
                  <a:pt x="512236" y="273343"/>
                </a:lnTo>
                <a:lnTo>
                  <a:pt x="512706" y="296179"/>
                </a:lnTo>
                <a:lnTo>
                  <a:pt x="513588" y="321564"/>
                </a:lnTo>
                <a:lnTo>
                  <a:pt x="480060" y="338328"/>
                </a:lnTo>
                <a:close/>
              </a:path>
              <a:path w="558165" h="541019">
                <a:moveTo>
                  <a:pt x="263651" y="477011"/>
                </a:moveTo>
                <a:lnTo>
                  <a:pt x="257556" y="469392"/>
                </a:lnTo>
                <a:lnTo>
                  <a:pt x="291274" y="449937"/>
                </a:lnTo>
                <a:lnTo>
                  <a:pt x="319278" y="430339"/>
                </a:lnTo>
                <a:lnTo>
                  <a:pt x="358140" y="390144"/>
                </a:lnTo>
                <a:lnTo>
                  <a:pt x="379095" y="345757"/>
                </a:lnTo>
                <a:lnTo>
                  <a:pt x="388596" y="291274"/>
                </a:lnTo>
                <a:lnTo>
                  <a:pt x="391033" y="233172"/>
                </a:lnTo>
                <a:lnTo>
                  <a:pt x="390977" y="197643"/>
                </a:lnTo>
                <a:lnTo>
                  <a:pt x="390144" y="163068"/>
                </a:lnTo>
                <a:lnTo>
                  <a:pt x="441960" y="188976"/>
                </a:lnTo>
                <a:lnTo>
                  <a:pt x="423672" y="205740"/>
                </a:lnTo>
                <a:lnTo>
                  <a:pt x="422838" y="252293"/>
                </a:lnTo>
                <a:lnTo>
                  <a:pt x="420433" y="291274"/>
                </a:lnTo>
                <a:lnTo>
                  <a:pt x="411480" y="345948"/>
                </a:lnTo>
                <a:lnTo>
                  <a:pt x="394144" y="384238"/>
                </a:lnTo>
                <a:lnTo>
                  <a:pt x="364236" y="419100"/>
                </a:lnTo>
                <a:lnTo>
                  <a:pt x="321945" y="450342"/>
                </a:lnTo>
                <a:lnTo>
                  <a:pt x="294798" y="464105"/>
                </a:lnTo>
                <a:lnTo>
                  <a:pt x="263651" y="477011"/>
                </a:lnTo>
                <a:close/>
              </a:path>
              <a:path w="558165" h="541019">
                <a:moveTo>
                  <a:pt x="217932" y="228600"/>
                </a:moveTo>
                <a:lnTo>
                  <a:pt x="217932" y="205740"/>
                </a:lnTo>
                <a:lnTo>
                  <a:pt x="251245" y="205740"/>
                </a:lnTo>
                <a:lnTo>
                  <a:pt x="251460" y="211836"/>
                </a:lnTo>
                <a:lnTo>
                  <a:pt x="217932" y="228600"/>
                </a:lnTo>
                <a:close/>
              </a:path>
              <a:path w="558165" h="541019">
                <a:moveTo>
                  <a:pt x="41148" y="280416"/>
                </a:moveTo>
                <a:lnTo>
                  <a:pt x="18288" y="259079"/>
                </a:lnTo>
                <a:lnTo>
                  <a:pt x="230124" y="259079"/>
                </a:lnTo>
                <a:lnTo>
                  <a:pt x="257556" y="230124"/>
                </a:lnTo>
                <a:lnTo>
                  <a:pt x="297180" y="272796"/>
                </a:lnTo>
                <a:lnTo>
                  <a:pt x="97536" y="272796"/>
                </a:lnTo>
                <a:lnTo>
                  <a:pt x="82724" y="273343"/>
                </a:lnTo>
                <a:lnTo>
                  <a:pt x="68199" y="274891"/>
                </a:lnTo>
                <a:lnTo>
                  <a:pt x="54244" y="277296"/>
                </a:lnTo>
                <a:lnTo>
                  <a:pt x="41148" y="280416"/>
                </a:lnTo>
                <a:close/>
              </a:path>
              <a:path w="558165" h="541019">
                <a:moveTo>
                  <a:pt x="179832" y="455676"/>
                </a:moveTo>
                <a:lnTo>
                  <a:pt x="147828" y="455676"/>
                </a:lnTo>
                <a:lnTo>
                  <a:pt x="147828" y="272796"/>
                </a:lnTo>
                <a:lnTo>
                  <a:pt x="179832" y="272796"/>
                </a:lnTo>
                <a:lnTo>
                  <a:pt x="179832" y="356616"/>
                </a:lnTo>
                <a:lnTo>
                  <a:pt x="273529" y="356616"/>
                </a:lnTo>
                <a:lnTo>
                  <a:pt x="286512" y="371856"/>
                </a:lnTo>
                <a:lnTo>
                  <a:pt x="179832" y="371856"/>
                </a:lnTo>
                <a:lnTo>
                  <a:pt x="179832" y="455676"/>
                </a:lnTo>
                <a:close/>
              </a:path>
              <a:path w="558165" h="541019">
                <a:moveTo>
                  <a:pt x="7620" y="541020"/>
                </a:moveTo>
                <a:lnTo>
                  <a:pt x="0" y="536448"/>
                </a:lnTo>
                <a:lnTo>
                  <a:pt x="13120" y="510159"/>
                </a:lnTo>
                <a:lnTo>
                  <a:pt x="24955" y="481584"/>
                </a:lnTo>
                <a:lnTo>
                  <a:pt x="44196" y="417576"/>
                </a:lnTo>
                <a:lnTo>
                  <a:pt x="56769" y="353949"/>
                </a:lnTo>
                <a:lnTo>
                  <a:pt x="62484" y="297179"/>
                </a:lnTo>
                <a:lnTo>
                  <a:pt x="109728" y="321564"/>
                </a:lnTo>
                <a:lnTo>
                  <a:pt x="101131" y="328707"/>
                </a:lnTo>
                <a:lnTo>
                  <a:pt x="93535" y="343281"/>
                </a:lnTo>
                <a:lnTo>
                  <a:pt x="86796" y="365283"/>
                </a:lnTo>
                <a:lnTo>
                  <a:pt x="80772" y="394716"/>
                </a:lnTo>
                <a:lnTo>
                  <a:pt x="93934" y="409956"/>
                </a:lnTo>
                <a:lnTo>
                  <a:pt x="76200" y="409956"/>
                </a:lnTo>
                <a:lnTo>
                  <a:pt x="61412" y="450580"/>
                </a:lnTo>
                <a:lnTo>
                  <a:pt x="44767" y="485775"/>
                </a:lnTo>
                <a:lnTo>
                  <a:pt x="26693" y="515826"/>
                </a:lnTo>
                <a:lnTo>
                  <a:pt x="7620" y="541020"/>
                </a:lnTo>
                <a:close/>
              </a:path>
              <a:path w="558165" h="541019">
                <a:moveTo>
                  <a:pt x="273529" y="356616"/>
                </a:moveTo>
                <a:lnTo>
                  <a:pt x="224028" y="356616"/>
                </a:lnTo>
                <a:lnTo>
                  <a:pt x="251460" y="330708"/>
                </a:lnTo>
                <a:lnTo>
                  <a:pt x="273529" y="356616"/>
                </a:lnTo>
                <a:close/>
              </a:path>
              <a:path w="558165" h="541019">
                <a:moveTo>
                  <a:pt x="522732" y="460248"/>
                </a:moveTo>
                <a:lnTo>
                  <a:pt x="519684" y="460248"/>
                </a:lnTo>
                <a:lnTo>
                  <a:pt x="516850" y="458795"/>
                </a:lnTo>
                <a:lnTo>
                  <a:pt x="513016" y="454342"/>
                </a:lnTo>
                <a:lnTo>
                  <a:pt x="508325" y="446746"/>
                </a:lnTo>
                <a:lnTo>
                  <a:pt x="502919" y="435864"/>
                </a:lnTo>
                <a:lnTo>
                  <a:pt x="490037" y="418457"/>
                </a:lnTo>
                <a:lnTo>
                  <a:pt x="471868" y="398335"/>
                </a:lnTo>
                <a:lnTo>
                  <a:pt x="448270" y="375642"/>
                </a:lnTo>
                <a:lnTo>
                  <a:pt x="419100" y="350520"/>
                </a:lnTo>
                <a:lnTo>
                  <a:pt x="423672" y="342900"/>
                </a:lnTo>
                <a:lnTo>
                  <a:pt x="465129" y="362664"/>
                </a:lnTo>
                <a:lnTo>
                  <a:pt x="516040" y="391334"/>
                </a:lnTo>
                <a:lnTo>
                  <a:pt x="533400" y="417576"/>
                </a:lnTo>
                <a:lnTo>
                  <a:pt x="533285" y="430339"/>
                </a:lnTo>
                <a:lnTo>
                  <a:pt x="531876" y="437387"/>
                </a:lnTo>
                <a:lnTo>
                  <a:pt x="525780" y="455676"/>
                </a:lnTo>
                <a:lnTo>
                  <a:pt x="522732" y="460248"/>
                </a:lnTo>
                <a:close/>
              </a:path>
              <a:path w="558165" h="541019">
                <a:moveTo>
                  <a:pt x="436351" y="524621"/>
                </a:moveTo>
                <a:lnTo>
                  <a:pt x="371977" y="523890"/>
                </a:lnTo>
                <a:lnTo>
                  <a:pt x="318942" y="522061"/>
                </a:lnTo>
                <a:lnTo>
                  <a:pt x="277246" y="519135"/>
                </a:lnTo>
                <a:lnTo>
                  <a:pt x="218598" y="508825"/>
                </a:lnTo>
                <a:lnTo>
                  <a:pt x="170592" y="492823"/>
                </a:lnTo>
                <a:lnTo>
                  <a:pt x="132564" y="470820"/>
                </a:lnTo>
                <a:lnTo>
                  <a:pt x="95369" y="434244"/>
                </a:lnTo>
                <a:lnTo>
                  <a:pt x="76200" y="409956"/>
                </a:lnTo>
                <a:lnTo>
                  <a:pt x="93934" y="409956"/>
                </a:lnTo>
                <a:lnTo>
                  <a:pt x="95107" y="411313"/>
                </a:lnTo>
                <a:lnTo>
                  <a:pt x="110871" y="426910"/>
                </a:lnTo>
                <a:lnTo>
                  <a:pt x="128349" y="441650"/>
                </a:lnTo>
                <a:lnTo>
                  <a:pt x="147828" y="455676"/>
                </a:lnTo>
                <a:lnTo>
                  <a:pt x="179832" y="455676"/>
                </a:lnTo>
                <a:lnTo>
                  <a:pt x="179832" y="464820"/>
                </a:lnTo>
                <a:lnTo>
                  <a:pt x="207883" y="473964"/>
                </a:lnTo>
                <a:lnTo>
                  <a:pt x="244221" y="480822"/>
                </a:lnTo>
                <a:lnTo>
                  <a:pt x="289131" y="485394"/>
                </a:lnTo>
                <a:lnTo>
                  <a:pt x="342900" y="487680"/>
                </a:lnTo>
                <a:lnTo>
                  <a:pt x="554208" y="487680"/>
                </a:lnTo>
                <a:lnTo>
                  <a:pt x="537781" y="494680"/>
                </a:lnTo>
                <a:lnTo>
                  <a:pt x="523494" y="504063"/>
                </a:lnTo>
                <a:lnTo>
                  <a:pt x="514921" y="514016"/>
                </a:lnTo>
                <a:lnTo>
                  <a:pt x="512064" y="524256"/>
                </a:lnTo>
                <a:lnTo>
                  <a:pt x="436351" y="524621"/>
                </a:lnTo>
                <a:close/>
              </a:path>
              <a:path w="558165" h="541019">
                <a:moveTo>
                  <a:pt x="554208" y="487680"/>
                </a:moveTo>
                <a:lnTo>
                  <a:pt x="342900" y="487680"/>
                </a:lnTo>
                <a:lnTo>
                  <a:pt x="400050" y="487084"/>
                </a:lnTo>
                <a:lnTo>
                  <a:pt x="454914" y="485203"/>
                </a:lnTo>
                <a:lnTo>
                  <a:pt x="507492" y="481893"/>
                </a:lnTo>
                <a:lnTo>
                  <a:pt x="557784" y="477011"/>
                </a:lnTo>
                <a:lnTo>
                  <a:pt x="557784" y="486156"/>
                </a:lnTo>
                <a:lnTo>
                  <a:pt x="554208" y="487680"/>
                </a:lnTo>
                <a:close/>
              </a:path>
            </a:pathLst>
          </a:custGeom>
          <a:solidFill>
            <a:srgbClr val="3333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" name="object 16"/>
          <p:cNvSpPr/>
          <p:nvPr/>
        </p:nvSpPr>
        <p:spPr>
          <a:xfrm>
            <a:off x="1751075" y="2552700"/>
            <a:ext cx="155575" cy="155575"/>
          </a:xfrm>
          <a:custGeom>
            <a:avLst/>
            <a:gdLst/>
            <a:ahLst/>
            <a:cxnLst/>
            <a:rect l="l" t="t" r="r" b="b"/>
            <a:pathLst>
              <a:path w="155575" h="155575">
                <a:moveTo>
                  <a:pt x="155448" y="155448"/>
                </a:moveTo>
                <a:lnTo>
                  <a:pt x="0" y="155448"/>
                </a:lnTo>
                <a:lnTo>
                  <a:pt x="0" y="0"/>
                </a:lnTo>
                <a:lnTo>
                  <a:pt x="155448" y="0"/>
                </a:lnTo>
                <a:lnTo>
                  <a:pt x="155448" y="155448"/>
                </a:lnTo>
                <a:close/>
              </a:path>
            </a:pathLst>
          </a:custGeom>
          <a:solidFill>
            <a:srgbClr val="3333C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" name="object 17"/>
          <p:cNvSpPr/>
          <p:nvPr/>
        </p:nvSpPr>
        <p:spPr>
          <a:xfrm>
            <a:off x="2127504" y="2383536"/>
            <a:ext cx="405765" cy="381000"/>
          </a:xfrm>
          <a:custGeom>
            <a:avLst/>
            <a:gdLst/>
            <a:ahLst/>
            <a:cxnLst/>
            <a:rect l="l" t="t" r="r" b="b"/>
            <a:pathLst>
              <a:path w="405764" h="381000">
                <a:moveTo>
                  <a:pt x="15240" y="41148"/>
                </a:moveTo>
                <a:lnTo>
                  <a:pt x="0" y="25908"/>
                </a:lnTo>
                <a:lnTo>
                  <a:pt x="341376" y="25908"/>
                </a:lnTo>
                <a:lnTo>
                  <a:pt x="368808" y="0"/>
                </a:lnTo>
                <a:lnTo>
                  <a:pt x="405384" y="36576"/>
                </a:lnTo>
                <a:lnTo>
                  <a:pt x="56388" y="36576"/>
                </a:lnTo>
                <a:lnTo>
                  <a:pt x="45243" y="36861"/>
                </a:lnTo>
                <a:lnTo>
                  <a:pt x="34671" y="37719"/>
                </a:lnTo>
                <a:lnTo>
                  <a:pt x="24669" y="39147"/>
                </a:lnTo>
                <a:lnTo>
                  <a:pt x="15240" y="41148"/>
                </a:lnTo>
                <a:close/>
              </a:path>
              <a:path w="405764" h="381000">
                <a:moveTo>
                  <a:pt x="320183" y="336804"/>
                </a:moveTo>
                <a:lnTo>
                  <a:pt x="275843" y="336804"/>
                </a:lnTo>
                <a:lnTo>
                  <a:pt x="286464" y="336208"/>
                </a:lnTo>
                <a:lnTo>
                  <a:pt x="293370" y="332041"/>
                </a:lnTo>
                <a:lnTo>
                  <a:pt x="296846" y="324159"/>
                </a:lnTo>
                <a:lnTo>
                  <a:pt x="297180" y="312420"/>
                </a:lnTo>
                <a:lnTo>
                  <a:pt x="297180" y="36576"/>
                </a:lnTo>
                <a:lnTo>
                  <a:pt x="321563" y="36576"/>
                </a:lnTo>
                <a:lnTo>
                  <a:pt x="321563" y="320040"/>
                </a:lnTo>
                <a:lnTo>
                  <a:pt x="320183" y="336804"/>
                </a:lnTo>
                <a:close/>
              </a:path>
              <a:path w="405764" h="381000">
                <a:moveTo>
                  <a:pt x="217830" y="106680"/>
                </a:moveTo>
                <a:lnTo>
                  <a:pt x="185928" y="106680"/>
                </a:lnTo>
                <a:lnTo>
                  <a:pt x="196595" y="89916"/>
                </a:lnTo>
                <a:lnTo>
                  <a:pt x="217830" y="106680"/>
                </a:lnTo>
                <a:close/>
              </a:path>
              <a:path w="405764" h="381000">
                <a:moveTo>
                  <a:pt x="62484" y="297180"/>
                </a:moveTo>
                <a:lnTo>
                  <a:pt x="62722" y="267438"/>
                </a:lnTo>
                <a:lnTo>
                  <a:pt x="63409" y="231838"/>
                </a:lnTo>
                <a:lnTo>
                  <a:pt x="63769" y="214241"/>
                </a:lnTo>
                <a:lnTo>
                  <a:pt x="63916" y="199644"/>
                </a:lnTo>
                <a:lnTo>
                  <a:pt x="63984" y="167116"/>
                </a:lnTo>
                <a:lnTo>
                  <a:pt x="63817" y="142875"/>
                </a:lnTo>
                <a:lnTo>
                  <a:pt x="63339" y="117348"/>
                </a:lnTo>
                <a:lnTo>
                  <a:pt x="62484" y="92964"/>
                </a:lnTo>
                <a:lnTo>
                  <a:pt x="89916" y="106680"/>
                </a:lnTo>
                <a:lnTo>
                  <a:pt x="217830" y="106680"/>
                </a:lnTo>
                <a:lnTo>
                  <a:pt x="225552" y="112776"/>
                </a:lnTo>
                <a:lnTo>
                  <a:pt x="220408" y="117348"/>
                </a:lnTo>
                <a:lnTo>
                  <a:pt x="88392" y="117348"/>
                </a:lnTo>
                <a:lnTo>
                  <a:pt x="88392" y="237744"/>
                </a:lnTo>
                <a:lnTo>
                  <a:pt x="212173" y="237744"/>
                </a:lnTo>
                <a:lnTo>
                  <a:pt x="212439" y="248412"/>
                </a:lnTo>
                <a:lnTo>
                  <a:pt x="88392" y="248412"/>
                </a:lnTo>
                <a:lnTo>
                  <a:pt x="88392" y="288036"/>
                </a:lnTo>
                <a:lnTo>
                  <a:pt x="62484" y="297180"/>
                </a:lnTo>
                <a:close/>
              </a:path>
              <a:path w="405764" h="381000">
                <a:moveTo>
                  <a:pt x="212173" y="237744"/>
                </a:moveTo>
                <a:lnTo>
                  <a:pt x="187452" y="237744"/>
                </a:lnTo>
                <a:lnTo>
                  <a:pt x="187452" y="117348"/>
                </a:lnTo>
                <a:lnTo>
                  <a:pt x="220408" y="117348"/>
                </a:lnTo>
                <a:lnTo>
                  <a:pt x="211836" y="124968"/>
                </a:lnTo>
                <a:lnTo>
                  <a:pt x="211859" y="215098"/>
                </a:lnTo>
                <a:lnTo>
                  <a:pt x="212026" y="231838"/>
                </a:lnTo>
                <a:lnTo>
                  <a:pt x="212173" y="237744"/>
                </a:lnTo>
                <a:close/>
              </a:path>
              <a:path w="405764" h="381000">
                <a:moveTo>
                  <a:pt x="187452" y="278891"/>
                </a:moveTo>
                <a:lnTo>
                  <a:pt x="187452" y="248412"/>
                </a:lnTo>
                <a:lnTo>
                  <a:pt x="212439" y="248412"/>
                </a:lnTo>
                <a:lnTo>
                  <a:pt x="212478" y="250007"/>
                </a:lnTo>
                <a:lnTo>
                  <a:pt x="213360" y="269748"/>
                </a:lnTo>
                <a:lnTo>
                  <a:pt x="187452" y="278891"/>
                </a:lnTo>
                <a:close/>
              </a:path>
              <a:path w="405764" h="381000">
                <a:moveTo>
                  <a:pt x="283464" y="381000"/>
                </a:moveTo>
                <a:lnTo>
                  <a:pt x="278034" y="368998"/>
                </a:lnTo>
                <a:lnTo>
                  <a:pt x="266319" y="358140"/>
                </a:lnTo>
                <a:lnTo>
                  <a:pt x="248316" y="348424"/>
                </a:lnTo>
                <a:lnTo>
                  <a:pt x="224028" y="339852"/>
                </a:lnTo>
                <a:lnTo>
                  <a:pt x="224028" y="332232"/>
                </a:lnTo>
                <a:lnTo>
                  <a:pt x="275843" y="336804"/>
                </a:lnTo>
                <a:lnTo>
                  <a:pt x="320183" y="336804"/>
                </a:lnTo>
                <a:lnTo>
                  <a:pt x="319897" y="340280"/>
                </a:lnTo>
                <a:lnTo>
                  <a:pt x="312800" y="357378"/>
                </a:lnTo>
                <a:lnTo>
                  <a:pt x="300561" y="371046"/>
                </a:lnTo>
                <a:lnTo>
                  <a:pt x="283464" y="38100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" name="object 18"/>
          <p:cNvSpPr/>
          <p:nvPr/>
        </p:nvSpPr>
        <p:spPr>
          <a:xfrm>
            <a:off x="2618232" y="2372867"/>
            <a:ext cx="338455" cy="393700"/>
          </a:xfrm>
          <a:custGeom>
            <a:avLst/>
            <a:gdLst/>
            <a:ahLst/>
            <a:cxnLst/>
            <a:rect l="l" t="t" r="r" b="b"/>
            <a:pathLst>
              <a:path w="338455" h="393700">
                <a:moveTo>
                  <a:pt x="27432" y="393192"/>
                </a:moveTo>
                <a:lnTo>
                  <a:pt x="22860" y="385572"/>
                </a:lnTo>
                <a:lnTo>
                  <a:pt x="47172" y="380428"/>
                </a:lnTo>
                <a:lnTo>
                  <a:pt x="69913" y="374142"/>
                </a:lnTo>
                <a:lnTo>
                  <a:pt x="111252" y="358140"/>
                </a:lnTo>
                <a:lnTo>
                  <a:pt x="150495" y="337375"/>
                </a:lnTo>
                <a:lnTo>
                  <a:pt x="187452" y="310896"/>
                </a:lnTo>
                <a:lnTo>
                  <a:pt x="217170" y="274129"/>
                </a:lnTo>
                <a:lnTo>
                  <a:pt x="237744" y="227076"/>
                </a:lnTo>
                <a:lnTo>
                  <a:pt x="247619" y="166457"/>
                </a:lnTo>
                <a:lnTo>
                  <a:pt x="250362" y="120969"/>
                </a:lnTo>
                <a:lnTo>
                  <a:pt x="251610" y="66841"/>
                </a:lnTo>
                <a:lnTo>
                  <a:pt x="251570" y="39623"/>
                </a:lnTo>
                <a:lnTo>
                  <a:pt x="251459" y="0"/>
                </a:lnTo>
                <a:lnTo>
                  <a:pt x="294132" y="18288"/>
                </a:lnTo>
                <a:lnTo>
                  <a:pt x="280416" y="30480"/>
                </a:lnTo>
                <a:lnTo>
                  <a:pt x="279253" y="76962"/>
                </a:lnTo>
                <a:lnTo>
                  <a:pt x="277939" y="116776"/>
                </a:lnTo>
                <a:lnTo>
                  <a:pt x="274320" y="176784"/>
                </a:lnTo>
                <a:lnTo>
                  <a:pt x="267462" y="220218"/>
                </a:lnTo>
                <a:lnTo>
                  <a:pt x="256032" y="259080"/>
                </a:lnTo>
                <a:lnTo>
                  <a:pt x="269367" y="268224"/>
                </a:lnTo>
                <a:lnTo>
                  <a:pt x="252983" y="268224"/>
                </a:lnTo>
                <a:lnTo>
                  <a:pt x="234624" y="293965"/>
                </a:lnTo>
                <a:lnTo>
                  <a:pt x="213550" y="316420"/>
                </a:lnTo>
                <a:lnTo>
                  <a:pt x="161544" y="352044"/>
                </a:lnTo>
                <a:lnTo>
                  <a:pt x="99060" y="376047"/>
                </a:lnTo>
                <a:lnTo>
                  <a:pt x="64246" y="385476"/>
                </a:lnTo>
                <a:lnTo>
                  <a:pt x="27432" y="393192"/>
                </a:lnTo>
                <a:close/>
              </a:path>
              <a:path w="338455" h="393700">
                <a:moveTo>
                  <a:pt x="27432" y="335280"/>
                </a:moveTo>
                <a:lnTo>
                  <a:pt x="0" y="304800"/>
                </a:lnTo>
                <a:lnTo>
                  <a:pt x="4000" y="298751"/>
                </a:lnTo>
                <a:lnTo>
                  <a:pt x="6858" y="291846"/>
                </a:lnTo>
                <a:lnTo>
                  <a:pt x="8572" y="283797"/>
                </a:lnTo>
                <a:lnTo>
                  <a:pt x="8998" y="276725"/>
                </a:lnTo>
                <a:lnTo>
                  <a:pt x="9046" y="66841"/>
                </a:lnTo>
                <a:lnTo>
                  <a:pt x="8953" y="54102"/>
                </a:lnTo>
                <a:lnTo>
                  <a:pt x="8501" y="33528"/>
                </a:lnTo>
                <a:lnTo>
                  <a:pt x="7620" y="15240"/>
                </a:lnTo>
                <a:lnTo>
                  <a:pt x="51816" y="36576"/>
                </a:lnTo>
                <a:lnTo>
                  <a:pt x="35052" y="50292"/>
                </a:lnTo>
                <a:lnTo>
                  <a:pt x="35052" y="281940"/>
                </a:lnTo>
                <a:lnTo>
                  <a:pt x="77726" y="281940"/>
                </a:lnTo>
                <a:lnTo>
                  <a:pt x="68580" y="289560"/>
                </a:lnTo>
                <a:lnTo>
                  <a:pt x="56364" y="300990"/>
                </a:lnTo>
                <a:lnTo>
                  <a:pt x="45148" y="312420"/>
                </a:lnTo>
                <a:lnTo>
                  <a:pt x="35361" y="323850"/>
                </a:lnTo>
                <a:lnTo>
                  <a:pt x="27432" y="335280"/>
                </a:lnTo>
                <a:close/>
              </a:path>
              <a:path w="338455" h="393700">
                <a:moveTo>
                  <a:pt x="155448" y="144780"/>
                </a:moveTo>
                <a:lnTo>
                  <a:pt x="153924" y="144780"/>
                </a:lnTo>
                <a:lnTo>
                  <a:pt x="150518" y="143351"/>
                </a:lnTo>
                <a:lnTo>
                  <a:pt x="147256" y="139065"/>
                </a:lnTo>
                <a:lnTo>
                  <a:pt x="144279" y="131921"/>
                </a:lnTo>
                <a:lnTo>
                  <a:pt x="141732" y="121920"/>
                </a:lnTo>
                <a:lnTo>
                  <a:pt x="135707" y="105084"/>
                </a:lnTo>
                <a:lnTo>
                  <a:pt x="126682" y="86677"/>
                </a:lnTo>
                <a:lnTo>
                  <a:pt x="114514" y="66841"/>
                </a:lnTo>
                <a:lnTo>
                  <a:pt x="99060" y="45720"/>
                </a:lnTo>
                <a:lnTo>
                  <a:pt x="105156" y="39623"/>
                </a:lnTo>
                <a:lnTo>
                  <a:pt x="134921" y="61674"/>
                </a:lnTo>
                <a:lnTo>
                  <a:pt x="155829" y="80010"/>
                </a:lnTo>
                <a:lnTo>
                  <a:pt x="168163" y="94916"/>
                </a:lnTo>
                <a:lnTo>
                  <a:pt x="172212" y="106680"/>
                </a:lnTo>
                <a:lnTo>
                  <a:pt x="171878" y="116133"/>
                </a:lnTo>
                <a:lnTo>
                  <a:pt x="170688" y="124015"/>
                </a:lnTo>
                <a:lnTo>
                  <a:pt x="168354" y="130468"/>
                </a:lnTo>
                <a:lnTo>
                  <a:pt x="164592" y="135636"/>
                </a:lnTo>
                <a:lnTo>
                  <a:pt x="160020" y="141732"/>
                </a:lnTo>
                <a:lnTo>
                  <a:pt x="155448" y="144780"/>
                </a:lnTo>
                <a:close/>
              </a:path>
              <a:path w="338455" h="393700">
                <a:moveTo>
                  <a:pt x="77726" y="281940"/>
                </a:moveTo>
                <a:lnTo>
                  <a:pt x="35052" y="281940"/>
                </a:lnTo>
                <a:lnTo>
                  <a:pt x="55602" y="270200"/>
                </a:lnTo>
                <a:lnTo>
                  <a:pt x="82867" y="253174"/>
                </a:lnTo>
                <a:lnTo>
                  <a:pt x="116705" y="230719"/>
                </a:lnTo>
                <a:lnTo>
                  <a:pt x="156972" y="202692"/>
                </a:lnTo>
                <a:lnTo>
                  <a:pt x="163068" y="208788"/>
                </a:lnTo>
                <a:lnTo>
                  <a:pt x="104965" y="258889"/>
                </a:lnTo>
                <a:lnTo>
                  <a:pt x="83986" y="276725"/>
                </a:lnTo>
                <a:lnTo>
                  <a:pt x="77726" y="281940"/>
                </a:lnTo>
                <a:close/>
              </a:path>
              <a:path w="338455" h="393700">
                <a:moveTo>
                  <a:pt x="324612" y="371856"/>
                </a:moveTo>
                <a:lnTo>
                  <a:pt x="320921" y="370403"/>
                </a:lnTo>
                <a:lnTo>
                  <a:pt x="316801" y="365950"/>
                </a:lnTo>
                <a:lnTo>
                  <a:pt x="312396" y="358354"/>
                </a:lnTo>
                <a:lnTo>
                  <a:pt x="307847" y="347472"/>
                </a:lnTo>
                <a:lnTo>
                  <a:pt x="300132" y="331446"/>
                </a:lnTo>
                <a:lnTo>
                  <a:pt x="288417" y="312991"/>
                </a:lnTo>
                <a:lnTo>
                  <a:pt x="272601" y="291846"/>
                </a:lnTo>
                <a:lnTo>
                  <a:pt x="252983" y="268224"/>
                </a:lnTo>
                <a:lnTo>
                  <a:pt x="269367" y="268224"/>
                </a:lnTo>
                <a:lnTo>
                  <a:pt x="305538" y="295084"/>
                </a:lnTo>
                <a:lnTo>
                  <a:pt x="332803" y="321754"/>
                </a:lnTo>
                <a:lnTo>
                  <a:pt x="338328" y="339852"/>
                </a:lnTo>
                <a:lnTo>
                  <a:pt x="338328" y="352044"/>
                </a:lnTo>
                <a:lnTo>
                  <a:pt x="336804" y="359664"/>
                </a:lnTo>
                <a:lnTo>
                  <a:pt x="324612" y="37185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" name="object 19"/>
          <p:cNvSpPr/>
          <p:nvPr/>
        </p:nvSpPr>
        <p:spPr>
          <a:xfrm>
            <a:off x="3017519" y="2372867"/>
            <a:ext cx="370840" cy="396240"/>
          </a:xfrm>
          <a:custGeom>
            <a:avLst/>
            <a:gdLst/>
            <a:ahLst/>
            <a:cxnLst/>
            <a:rect l="l" t="t" r="r" b="b"/>
            <a:pathLst>
              <a:path w="370839" h="396239">
                <a:moveTo>
                  <a:pt x="366195" y="18288"/>
                </a:moveTo>
                <a:lnTo>
                  <a:pt x="329184" y="18288"/>
                </a:lnTo>
                <a:lnTo>
                  <a:pt x="341376" y="0"/>
                </a:lnTo>
                <a:lnTo>
                  <a:pt x="366195" y="18288"/>
                </a:lnTo>
                <a:close/>
              </a:path>
              <a:path w="370839" h="396239">
                <a:moveTo>
                  <a:pt x="4571" y="396240"/>
                </a:moveTo>
                <a:lnTo>
                  <a:pt x="0" y="393192"/>
                </a:lnTo>
                <a:lnTo>
                  <a:pt x="14835" y="365760"/>
                </a:lnTo>
                <a:lnTo>
                  <a:pt x="27241" y="338328"/>
                </a:lnTo>
                <a:lnTo>
                  <a:pt x="44195" y="283464"/>
                </a:lnTo>
                <a:lnTo>
                  <a:pt x="53149" y="217360"/>
                </a:lnTo>
                <a:lnTo>
                  <a:pt x="55554" y="176093"/>
                </a:lnTo>
                <a:lnTo>
                  <a:pt x="56278" y="135636"/>
                </a:lnTo>
                <a:lnTo>
                  <a:pt x="56364" y="85534"/>
                </a:lnTo>
                <a:lnTo>
                  <a:pt x="56197" y="49530"/>
                </a:lnTo>
                <a:lnTo>
                  <a:pt x="55736" y="21336"/>
                </a:lnTo>
                <a:lnTo>
                  <a:pt x="54864" y="1524"/>
                </a:lnTo>
                <a:lnTo>
                  <a:pt x="80771" y="18288"/>
                </a:lnTo>
                <a:lnTo>
                  <a:pt x="366195" y="18288"/>
                </a:lnTo>
                <a:lnTo>
                  <a:pt x="370332" y="21336"/>
                </a:lnTo>
                <a:lnTo>
                  <a:pt x="361865" y="28956"/>
                </a:lnTo>
                <a:lnTo>
                  <a:pt x="80771" y="28956"/>
                </a:lnTo>
                <a:lnTo>
                  <a:pt x="80771" y="124968"/>
                </a:lnTo>
                <a:lnTo>
                  <a:pt x="355092" y="124968"/>
                </a:lnTo>
                <a:lnTo>
                  <a:pt x="355092" y="135636"/>
                </a:lnTo>
                <a:lnTo>
                  <a:pt x="80771" y="135636"/>
                </a:lnTo>
                <a:lnTo>
                  <a:pt x="79867" y="168783"/>
                </a:lnTo>
                <a:lnTo>
                  <a:pt x="79247" y="195072"/>
                </a:lnTo>
                <a:lnTo>
                  <a:pt x="78628" y="214503"/>
                </a:lnTo>
                <a:lnTo>
                  <a:pt x="77723" y="227076"/>
                </a:lnTo>
                <a:lnTo>
                  <a:pt x="355092" y="227076"/>
                </a:lnTo>
                <a:lnTo>
                  <a:pt x="355092" y="237744"/>
                </a:lnTo>
                <a:lnTo>
                  <a:pt x="77723" y="237744"/>
                </a:lnTo>
                <a:lnTo>
                  <a:pt x="68865" y="282011"/>
                </a:lnTo>
                <a:lnTo>
                  <a:pt x="53720" y="323278"/>
                </a:lnTo>
                <a:lnTo>
                  <a:pt x="32289" y="361402"/>
                </a:lnTo>
                <a:lnTo>
                  <a:pt x="4571" y="396240"/>
                </a:lnTo>
                <a:close/>
              </a:path>
              <a:path w="370839" h="396239">
                <a:moveTo>
                  <a:pt x="214883" y="124968"/>
                </a:moveTo>
                <a:lnTo>
                  <a:pt x="192023" y="124968"/>
                </a:lnTo>
                <a:lnTo>
                  <a:pt x="192023" y="28956"/>
                </a:lnTo>
                <a:lnTo>
                  <a:pt x="214883" y="28956"/>
                </a:lnTo>
                <a:lnTo>
                  <a:pt x="214883" y="124968"/>
                </a:lnTo>
                <a:close/>
              </a:path>
              <a:path w="370839" h="396239">
                <a:moveTo>
                  <a:pt x="355092" y="124968"/>
                </a:moveTo>
                <a:lnTo>
                  <a:pt x="332232" y="124968"/>
                </a:lnTo>
                <a:lnTo>
                  <a:pt x="332232" y="28956"/>
                </a:lnTo>
                <a:lnTo>
                  <a:pt x="361865" y="28956"/>
                </a:lnTo>
                <a:lnTo>
                  <a:pt x="355092" y="35052"/>
                </a:lnTo>
                <a:lnTo>
                  <a:pt x="355092" y="124968"/>
                </a:lnTo>
                <a:close/>
              </a:path>
              <a:path w="370839" h="396239">
                <a:moveTo>
                  <a:pt x="214883" y="227076"/>
                </a:moveTo>
                <a:lnTo>
                  <a:pt x="192023" y="227076"/>
                </a:lnTo>
                <a:lnTo>
                  <a:pt x="192023" y="135636"/>
                </a:lnTo>
                <a:lnTo>
                  <a:pt x="214883" y="135636"/>
                </a:lnTo>
                <a:lnTo>
                  <a:pt x="214883" y="227076"/>
                </a:lnTo>
                <a:close/>
              </a:path>
              <a:path w="370839" h="396239">
                <a:moveTo>
                  <a:pt x="355092" y="227076"/>
                </a:moveTo>
                <a:lnTo>
                  <a:pt x="332232" y="227076"/>
                </a:lnTo>
                <a:lnTo>
                  <a:pt x="332232" y="135636"/>
                </a:lnTo>
                <a:lnTo>
                  <a:pt x="355092" y="135636"/>
                </a:lnTo>
                <a:lnTo>
                  <a:pt x="355092" y="227076"/>
                </a:lnTo>
                <a:close/>
              </a:path>
              <a:path w="370839" h="396239">
                <a:moveTo>
                  <a:pt x="190499" y="382524"/>
                </a:moveTo>
                <a:lnTo>
                  <a:pt x="191381" y="336542"/>
                </a:lnTo>
                <a:lnTo>
                  <a:pt x="191833" y="296989"/>
                </a:lnTo>
                <a:lnTo>
                  <a:pt x="191901" y="283464"/>
                </a:lnTo>
                <a:lnTo>
                  <a:pt x="192023" y="237744"/>
                </a:lnTo>
                <a:lnTo>
                  <a:pt x="214883" y="237744"/>
                </a:lnTo>
                <a:lnTo>
                  <a:pt x="215005" y="310896"/>
                </a:lnTo>
                <a:lnTo>
                  <a:pt x="215074" y="326898"/>
                </a:lnTo>
                <a:lnTo>
                  <a:pt x="215526" y="354330"/>
                </a:lnTo>
                <a:lnTo>
                  <a:pt x="216407" y="370332"/>
                </a:lnTo>
                <a:lnTo>
                  <a:pt x="190499" y="382524"/>
                </a:lnTo>
                <a:close/>
              </a:path>
              <a:path w="370839" h="396239">
                <a:moveTo>
                  <a:pt x="354204" y="350520"/>
                </a:moveTo>
                <a:lnTo>
                  <a:pt x="320040" y="350520"/>
                </a:lnTo>
                <a:lnTo>
                  <a:pt x="325159" y="348210"/>
                </a:lnTo>
                <a:lnTo>
                  <a:pt x="328993" y="343471"/>
                </a:lnTo>
                <a:lnTo>
                  <a:pt x="331398" y="336161"/>
                </a:lnTo>
                <a:lnTo>
                  <a:pt x="332168" y="326898"/>
                </a:lnTo>
                <a:lnTo>
                  <a:pt x="332232" y="237744"/>
                </a:lnTo>
                <a:lnTo>
                  <a:pt x="355092" y="237744"/>
                </a:lnTo>
                <a:lnTo>
                  <a:pt x="355092" y="338328"/>
                </a:lnTo>
                <a:lnTo>
                  <a:pt x="354204" y="350520"/>
                </a:lnTo>
                <a:close/>
              </a:path>
              <a:path w="370839" h="396239">
                <a:moveTo>
                  <a:pt x="316991" y="394716"/>
                </a:moveTo>
                <a:lnTo>
                  <a:pt x="312705" y="381261"/>
                </a:lnTo>
                <a:lnTo>
                  <a:pt x="302132" y="370522"/>
                </a:lnTo>
                <a:lnTo>
                  <a:pt x="285273" y="362354"/>
                </a:lnTo>
                <a:lnTo>
                  <a:pt x="262127" y="356616"/>
                </a:lnTo>
                <a:lnTo>
                  <a:pt x="262127" y="347472"/>
                </a:lnTo>
                <a:lnTo>
                  <a:pt x="282749" y="349234"/>
                </a:lnTo>
                <a:lnTo>
                  <a:pt x="299084" y="350139"/>
                </a:lnTo>
                <a:lnTo>
                  <a:pt x="311419" y="350472"/>
                </a:lnTo>
                <a:lnTo>
                  <a:pt x="354204" y="350520"/>
                </a:lnTo>
                <a:lnTo>
                  <a:pt x="353639" y="358282"/>
                </a:lnTo>
                <a:lnTo>
                  <a:pt x="346900" y="374523"/>
                </a:lnTo>
                <a:lnTo>
                  <a:pt x="334732" y="386762"/>
                </a:lnTo>
                <a:lnTo>
                  <a:pt x="316991" y="39471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" name="object 20"/>
          <p:cNvSpPr/>
          <p:nvPr/>
        </p:nvSpPr>
        <p:spPr>
          <a:xfrm>
            <a:off x="3457955" y="2359151"/>
            <a:ext cx="407034" cy="413384"/>
          </a:xfrm>
          <a:custGeom>
            <a:avLst/>
            <a:gdLst/>
            <a:ahLst/>
            <a:cxnLst/>
            <a:rect l="l" t="t" r="r" b="b"/>
            <a:pathLst>
              <a:path w="407035" h="413385">
                <a:moveTo>
                  <a:pt x="4572" y="170688"/>
                </a:moveTo>
                <a:lnTo>
                  <a:pt x="0" y="164592"/>
                </a:lnTo>
                <a:lnTo>
                  <a:pt x="41457" y="143756"/>
                </a:lnTo>
                <a:lnTo>
                  <a:pt x="76771" y="122491"/>
                </a:lnTo>
                <a:lnTo>
                  <a:pt x="129540" y="79248"/>
                </a:lnTo>
                <a:lnTo>
                  <a:pt x="164592" y="37909"/>
                </a:lnTo>
                <a:lnTo>
                  <a:pt x="185928" y="0"/>
                </a:lnTo>
                <a:lnTo>
                  <a:pt x="220980" y="19812"/>
                </a:lnTo>
                <a:lnTo>
                  <a:pt x="205740" y="30480"/>
                </a:lnTo>
                <a:lnTo>
                  <a:pt x="211729" y="36576"/>
                </a:lnTo>
                <a:lnTo>
                  <a:pt x="198120" y="36576"/>
                </a:lnTo>
                <a:lnTo>
                  <a:pt x="169944" y="70420"/>
                </a:lnTo>
                <a:lnTo>
                  <a:pt x="136574" y="100681"/>
                </a:lnTo>
                <a:lnTo>
                  <a:pt x="97938" y="127430"/>
                </a:lnTo>
                <a:lnTo>
                  <a:pt x="53961" y="150741"/>
                </a:lnTo>
                <a:lnTo>
                  <a:pt x="4572" y="170688"/>
                </a:lnTo>
                <a:close/>
              </a:path>
              <a:path w="407035" h="413385">
                <a:moveTo>
                  <a:pt x="377952" y="152400"/>
                </a:moveTo>
                <a:lnTo>
                  <a:pt x="321349" y="134088"/>
                </a:lnTo>
                <a:lnTo>
                  <a:pt x="272605" y="108775"/>
                </a:lnTo>
                <a:lnTo>
                  <a:pt x="231576" y="76319"/>
                </a:lnTo>
                <a:lnTo>
                  <a:pt x="198120" y="36576"/>
                </a:lnTo>
                <a:lnTo>
                  <a:pt x="211729" y="36576"/>
                </a:lnTo>
                <a:lnTo>
                  <a:pt x="237195" y="62496"/>
                </a:lnTo>
                <a:lnTo>
                  <a:pt x="273039" y="87270"/>
                </a:lnTo>
                <a:lnTo>
                  <a:pt x="313273" y="104875"/>
                </a:lnTo>
                <a:lnTo>
                  <a:pt x="357896" y="115385"/>
                </a:lnTo>
                <a:lnTo>
                  <a:pt x="406908" y="118872"/>
                </a:lnTo>
                <a:lnTo>
                  <a:pt x="406908" y="126492"/>
                </a:lnTo>
                <a:lnTo>
                  <a:pt x="395739" y="130754"/>
                </a:lnTo>
                <a:lnTo>
                  <a:pt x="387286" y="136588"/>
                </a:lnTo>
                <a:lnTo>
                  <a:pt x="381404" y="143851"/>
                </a:lnTo>
                <a:lnTo>
                  <a:pt x="377952" y="152400"/>
                </a:lnTo>
                <a:close/>
              </a:path>
              <a:path w="407035" h="413385">
                <a:moveTo>
                  <a:pt x="205740" y="134112"/>
                </a:moveTo>
                <a:lnTo>
                  <a:pt x="201168" y="134112"/>
                </a:lnTo>
                <a:lnTo>
                  <a:pt x="198120" y="131064"/>
                </a:lnTo>
                <a:lnTo>
                  <a:pt x="198120" y="126492"/>
                </a:lnTo>
                <a:lnTo>
                  <a:pt x="196596" y="118872"/>
                </a:lnTo>
                <a:lnTo>
                  <a:pt x="173736" y="79248"/>
                </a:lnTo>
                <a:lnTo>
                  <a:pt x="179832" y="76200"/>
                </a:lnTo>
                <a:lnTo>
                  <a:pt x="215193" y="98917"/>
                </a:lnTo>
                <a:lnTo>
                  <a:pt x="222504" y="114300"/>
                </a:lnTo>
                <a:lnTo>
                  <a:pt x="222504" y="120396"/>
                </a:lnTo>
                <a:lnTo>
                  <a:pt x="216408" y="124968"/>
                </a:lnTo>
                <a:lnTo>
                  <a:pt x="210312" y="131064"/>
                </a:lnTo>
                <a:lnTo>
                  <a:pt x="205740" y="134112"/>
                </a:lnTo>
                <a:close/>
              </a:path>
              <a:path w="407035" h="413385">
                <a:moveTo>
                  <a:pt x="97536" y="155448"/>
                </a:moveTo>
                <a:lnTo>
                  <a:pt x="82296" y="140208"/>
                </a:lnTo>
                <a:lnTo>
                  <a:pt x="259080" y="140208"/>
                </a:lnTo>
                <a:lnTo>
                  <a:pt x="277368" y="124968"/>
                </a:lnTo>
                <a:lnTo>
                  <a:pt x="303276" y="150876"/>
                </a:lnTo>
                <a:lnTo>
                  <a:pt x="131064" y="150876"/>
                </a:lnTo>
                <a:lnTo>
                  <a:pt x="123896" y="151161"/>
                </a:lnTo>
                <a:lnTo>
                  <a:pt x="116014" y="152019"/>
                </a:lnTo>
                <a:lnTo>
                  <a:pt x="107275" y="153447"/>
                </a:lnTo>
                <a:lnTo>
                  <a:pt x="97536" y="155448"/>
                </a:lnTo>
                <a:close/>
              </a:path>
              <a:path w="407035" h="413385">
                <a:moveTo>
                  <a:pt x="234696" y="213360"/>
                </a:moveTo>
                <a:lnTo>
                  <a:pt x="210312" y="207264"/>
                </a:lnTo>
                <a:lnTo>
                  <a:pt x="259080" y="150876"/>
                </a:lnTo>
                <a:lnTo>
                  <a:pt x="303276" y="150876"/>
                </a:lnTo>
                <a:lnTo>
                  <a:pt x="304800" y="152400"/>
                </a:lnTo>
                <a:lnTo>
                  <a:pt x="296537" y="152923"/>
                </a:lnTo>
                <a:lnTo>
                  <a:pt x="287845" y="156591"/>
                </a:lnTo>
                <a:lnTo>
                  <a:pt x="259984" y="183356"/>
                </a:lnTo>
                <a:lnTo>
                  <a:pt x="242744" y="203930"/>
                </a:lnTo>
                <a:lnTo>
                  <a:pt x="234696" y="213360"/>
                </a:lnTo>
                <a:close/>
              </a:path>
              <a:path w="407035" h="413385">
                <a:moveTo>
                  <a:pt x="324612" y="213360"/>
                </a:moveTo>
                <a:lnTo>
                  <a:pt x="289560" y="213360"/>
                </a:lnTo>
                <a:lnTo>
                  <a:pt x="301752" y="198119"/>
                </a:lnTo>
                <a:lnTo>
                  <a:pt x="324612" y="213360"/>
                </a:lnTo>
                <a:close/>
              </a:path>
              <a:path w="407035" h="413385">
                <a:moveTo>
                  <a:pt x="82296" y="344424"/>
                </a:moveTo>
                <a:lnTo>
                  <a:pt x="83664" y="301871"/>
                </a:lnTo>
                <a:lnTo>
                  <a:pt x="83796" y="254079"/>
                </a:lnTo>
                <a:lnTo>
                  <a:pt x="83629" y="236601"/>
                </a:lnTo>
                <a:lnTo>
                  <a:pt x="83177" y="218551"/>
                </a:lnTo>
                <a:lnTo>
                  <a:pt x="82296" y="199643"/>
                </a:lnTo>
                <a:lnTo>
                  <a:pt x="109728" y="213360"/>
                </a:lnTo>
                <a:lnTo>
                  <a:pt x="324612" y="213360"/>
                </a:lnTo>
                <a:lnTo>
                  <a:pt x="329184" y="216407"/>
                </a:lnTo>
                <a:lnTo>
                  <a:pt x="320475" y="224028"/>
                </a:lnTo>
                <a:lnTo>
                  <a:pt x="108204" y="224028"/>
                </a:lnTo>
                <a:lnTo>
                  <a:pt x="108204" y="332232"/>
                </a:lnTo>
                <a:lnTo>
                  <a:pt x="82296" y="344424"/>
                </a:lnTo>
                <a:close/>
              </a:path>
              <a:path w="407035" h="413385">
                <a:moveTo>
                  <a:pt x="292608" y="330708"/>
                </a:moveTo>
                <a:lnTo>
                  <a:pt x="292608" y="224028"/>
                </a:lnTo>
                <a:lnTo>
                  <a:pt x="320475" y="224028"/>
                </a:lnTo>
                <a:lnTo>
                  <a:pt x="316992" y="227076"/>
                </a:lnTo>
                <a:lnTo>
                  <a:pt x="317101" y="267390"/>
                </a:lnTo>
                <a:lnTo>
                  <a:pt x="317182" y="279463"/>
                </a:lnTo>
                <a:lnTo>
                  <a:pt x="317634" y="301871"/>
                </a:lnTo>
                <a:lnTo>
                  <a:pt x="318516" y="321564"/>
                </a:lnTo>
                <a:lnTo>
                  <a:pt x="292608" y="330708"/>
                </a:lnTo>
                <a:close/>
              </a:path>
              <a:path w="407035" h="413385">
                <a:moveTo>
                  <a:pt x="24384" y="413004"/>
                </a:moveTo>
                <a:lnTo>
                  <a:pt x="22860" y="408432"/>
                </a:lnTo>
                <a:lnTo>
                  <a:pt x="57721" y="398192"/>
                </a:lnTo>
                <a:lnTo>
                  <a:pt x="86868" y="388239"/>
                </a:lnTo>
                <a:lnTo>
                  <a:pt x="128016" y="370332"/>
                </a:lnTo>
                <a:lnTo>
                  <a:pt x="162948" y="337756"/>
                </a:lnTo>
                <a:lnTo>
                  <a:pt x="181737" y="290131"/>
                </a:lnTo>
                <a:lnTo>
                  <a:pt x="185928" y="240792"/>
                </a:lnTo>
                <a:lnTo>
                  <a:pt x="228600" y="262128"/>
                </a:lnTo>
                <a:lnTo>
                  <a:pt x="210312" y="272795"/>
                </a:lnTo>
                <a:lnTo>
                  <a:pt x="207430" y="291607"/>
                </a:lnTo>
                <a:lnTo>
                  <a:pt x="203263" y="308991"/>
                </a:lnTo>
                <a:lnTo>
                  <a:pt x="181332" y="351234"/>
                </a:lnTo>
                <a:lnTo>
                  <a:pt x="138684" y="382524"/>
                </a:lnTo>
                <a:lnTo>
                  <a:pt x="92964" y="399478"/>
                </a:lnTo>
                <a:lnTo>
                  <a:pt x="61531" y="406741"/>
                </a:lnTo>
                <a:lnTo>
                  <a:pt x="24384" y="413004"/>
                </a:lnTo>
                <a:close/>
              </a:path>
              <a:path w="407035" h="413385">
                <a:moveTo>
                  <a:pt x="368808" y="409956"/>
                </a:moveTo>
                <a:lnTo>
                  <a:pt x="361188" y="409956"/>
                </a:lnTo>
                <a:lnTo>
                  <a:pt x="356616" y="408432"/>
                </a:lnTo>
                <a:lnTo>
                  <a:pt x="350520" y="402336"/>
                </a:lnTo>
                <a:lnTo>
                  <a:pt x="339351" y="394335"/>
                </a:lnTo>
                <a:lnTo>
                  <a:pt x="294132" y="370332"/>
                </a:lnTo>
                <a:lnTo>
                  <a:pt x="258508" y="356425"/>
                </a:lnTo>
                <a:lnTo>
                  <a:pt x="219456" y="345948"/>
                </a:lnTo>
                <a:lnTo>
                  <a:pt x="220980" y="339851"/>
                </a:lnTo>
                <a:lnTo>
                  <a:pt x="279463" y="347281"/>
                </a:lnTo>
                <a:lnTo>
                  <a:pt x="327660" y="358140"/>
                </a:lnTo>
                <a:lnTo>
                  <a:pt x="369236" y="380428"/>
                </a:lnTo>
                <a:lnTo>
                  <a:pt x="371856" y="390144"/>
                </a:lnTo>
                <a:lnTo>
                  <a:pt x="371856" y="403860"/>
                </a:lnTo>
                <a:lnTo>
                  <a:pt x="368808" y="409956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" name="object 21"/>
          <p:cNvSpPr/>
          <p:nvPr/>
        </p:nvSpPr>
        <p:spPr>
          <a:xfrm>
            <a:off x="3919728" y="2388108"/>
            <a:ext cx="380365" cy="347980"/>
          </a:xfrm>
          <a:custGeom>
            <a:avLst/>
            <a:gdLst/>
            <a:ahLst/>
            <a:cxnLst/>
            <a:rect l="l" t="t" r="r" b="b"/>
            <a:pathLst>
              <a:path w="380364" h="347980">
                <a:moveTo>
                  <a:pt x="217931" y="108204"/>
                </a:moveTo>
                <a:lnTo>
                  <a:pt x="214883" y="108204"/>
                </a:lnTo>
                <a:lnTo>
                  <a:pt x="211216" y="106751"/>
                </a:lnTo>
                <a:lnTo>
                  <a:pt x="207263" y="102298"/>
                </a:lnTo>
                <a:lnTo>
                  <a:pt x="203311" y="94702"/>
                </a:lnTo>
                <a:lnTo>
                  <a:pt x="199643" y="83820"/>
                </a:lnTo>
                <a:lnTo>
                  <a:pt x="192476" y="66960"/>
                </a:lnTo>
                <a:lnTo>
                  <a:pt x="182308" y="48387"/>
                </a:lnTo>
                <a:lnTo>
                  <a:pt x="168997" y="28098"/>
                </a:lnTo>
                <a:lnTo>
                  <a:pt x="152399" y="6096"/>
                </a:lnTo>
                <a:lnTo>
                  <a:pt x="158495" y="0"/>
                </a:lnTo>
                <a:lnTo>
                  <a:pt x="194119" y="22860"/>
                </a:lnTo>
                <a:lnTo>
                  <a:pt x="227409" y="50292"/>
                </a:lnTo>
                <a:lnTo>
                  <a:pt x="235315" y="68580"/>
                </a:lnTo>
                <a:lnTo>
                  <a:pt x="234695" y="77724"/>
                </a:lnTo>
                <a:lnTo>
                  <a:pt x="220979" y="106680"/>
                </a:lnTo>
                <a:lnTo>
                  <a:pt x="217931" y="108204"/>
                </a:lnTo>
                <a:close/>
              </a:path>
              <a:path w="380364" h="347980">
                <a:moveTo>
                  <a:pt x="274319" y="347472"/>
                </a:moveTo>
                <a:lnTo>
                  <a:pt x="146303" y="347472"/>
                </a:lnTo>
                <a:lnTo>
                  <a:pt x="128587" y="344090"/>
                </a:lnTo>
                <a:lnTo>
                  <a:pt x="116585" y="334137"/>
                </a:lnTo>
                <a:lnTo>
                  <a:pt x="110299" y="317896"/>
                </a:lnTo>
                <a:lnTo>
                  <a:pt x="109727" y="295656"/>
                </a:lnTo>
                <a:lnTo>
                  <a:pt x="109725" y="153733"/>
                </a:lnTo>
                <a:lnTo>
                  <a:pt x="109489" y="131897"/>
                </a:lnTo>
                <a:lnTo>
                  <a:pt x="108451" y="92773"/>
                </a:lnTo>
                <a:lnTo>
                  <a:pt x="108203" y="74676"/>
                </a:lnTo>
                <a:lnTo>
                  <a:pt x="150875" y="97536"/>
                </a:lnTo>
                <a:lnTo>
                  <a:pt x="135635" y="111252"/>
                </a:lnTo>
                <a:lnTo>
                  <a:pt x="135695" y="291083"/>
                </a:lnTo>
                <a:lnTo>
                  <a:pt x="136231" y="304704"/>
                </a:lnTo>
                <a:lnTo>
                  <a:pt x="140398" y="315849"/>
                </a:lnTo>
                <a:lnTo>
                  <a:pt x="148280" y="322992"/>
                </a:lnTo>
                <a:lnTo>
                  <a:pt x="160019" y="326136"/>
                </a:lnTo>
                <a:lnTo>
                  <a:pt x="320402" y="326136"/>
                </a:lnTo>
                <a:lnTo>
                  <a:pt x="316325" y="332041"/>
                </a:lnTo>
                <a:lnTo>
                  <a:pt x="305181" y="340614"/>
                </a:lnTo>
                <a:lnTo>
                  <a:pt x="291179" y="345757"/>
                </a:lnTo>
                <a:lnTo>
                  <a:pt x="274319" y="347472"/>
                </a:lnTo>
                <a:close/>
              </a:path>
              <a:path w="380364" h="347980">
                <a:moveTo>
                  <a:pt x="359664" y="257556"/>
                </a:moveTo>
                <a:lnTo>
                  <a:pt x="358139" y="257556"/>
                </a:lnTo>
                <a:lnTo>
                  <a:pt x="353877" y="256103"/>
                </a:lnTo>
                <a:lnTo>
                  <a:pt x="350329" y="251650"/>
                </a:lnTo>
                <a:lnTo>
                  <a:pt x="347638" y="244054"/>
                </a:lnTo>
                <a:lnTo>
                  <a:pt x="345948" y="233172"/>
                </a:lnTo>
                <a:lnTo>
                  <a:pt x="341447" y="215145"/>
                </a:lnTo>
                <a:lnTo>
                  <a:pt x="332803" y="192976"/>
                </a:lnTo>
                <a:lnTo>
                  <a:pt x="320444" y="166520"/>
                </a:lnTo>
                <a:lnTo>
                  <a:pt x="304799" y="135636"/>
                </a:lnTo>
                <a:lnTo>
                  <a:pt x="309371" y="132588"/>
                </a:lnTo>
                <a:lnTo>
                  <a:pt x="350901" y="171450"/>
                </a:lnTo>
                <a:lnTo>
                  <a:pt x="376475" y="205501"/>
                </a:lnTo>
                <a:lnTo>
                  <a:pt x="379999" y="222742"/>
                </a:lnTo>
                <a:lnTo>
                  <a:pt x="379476" y="231648"/>
                </a:lnTo>
                <a:lnTo>
                  <a:pt x="376427" y="242316"/>
                </a:lnTo>
                <a:lnTo>
                  <a:pt x="373379" y="249936"/>
                </a:lnTo>
                <a:lnTo>
                  <a:pt x="364236" y="256031"/>
                </a:lnTo>
                <a:lnTo>
                  <a:pt x="359664" y="257556"/>
                </a:lnTo>
                <a:close/>
              </a:path>
              <a:path w="380364" h="347980">
                <a:moveTo>
                  <a:pt x="320402" y="326136"/>
                </a:moveTo>
                <a:lnTo>
                  <a:pt x="259079" y="326136"/>
                </a:lnTo>
                <a:lnTo>
                  <a:pt x="267366" y="323302"/>
                </a:lnTo>
                <a:lnTo>
                  <a:pt x="273938" y="317182"/>
                </a:lnTo>
                <a:lnTo>
                  <a:pt x="285559" y="263652"/>
                </a:lnTo>
                <a:lnTo>
                  <a:pt x="288035" y="222504"/>
                </a:lnTo>
                <a:lnTo>
                  <a:pt x="297179" y="222504"/>
                </a:lnTo>
                <a:lnTo>
                  <a:pt x="298322" y="263652"/>
                </a:lnTo>
                <a:lnTo>
                  <a:pt x="304895" y="301394"/>
                </a:lnTo>
                <a:lnTo>
                  <a:pt x="324612" y="320039"/>
                </a:lnTo>
                <a:lnTo>
                  <a:pt x="320402" y="326136"/>
                </a:lnTo>
                <a:close/>
              </a:path>
              <a:path w="380364" h="347980">
                <a:moveTo>
                  <a:pt x="27431" y="262128"/>
                </a:moveTo>
                <a:lnTo>
                  <a:pt x="12191" y="262128"/>
                </a:lnTo>
                <a:lnTo>
                  <a:pt x="3047" y="259080"/>
                </a:lnTo>
                <a:lnTo>
                  <a:pt x="0" y="256031"/>
                </a:lnTo>
                <a:lnTo>
                  <a:pt x="0" y="252983"/>
                </a:lnTo>
                <a:lnTo>
                  <a:pt x="881" y="247840"/>
                </a:lnTo>
                <a:lnTo>
                  <a:pt x="3619" y="241554"/>
                </a:lnTo>
                <a:lnTo>
                  <a:pt x="8358" y="234124"/>
                </a:lnTo>
                <a:lnTo>
                  <a:pt x="15239" y="225552"/>
                </a:lnTo>
                <a:lnTo>
                  <a:pt x="26098" y="210669"/>
                </a:lnTo>
                <a:lnTo>
                  <a:pt x="35813" y="191071"/>
                </a:lnTo>
                <a:lnTo>
                  <a:pt x="44386" y="166616"/>
                </a:lnTo>
                <a:lnTo>
                  <a:pt x="51815" y="137160"/>
                </a:lnTo>
                <a:lnTo>
                  <a:pt x="60959" y="137160"/>
                </a:lnTo>
                <a:lnTo>
                  <a:pt x="59816" y="185737"/>
                </a:lnTo>
                <a:lnTo>
                  <a:pt x="54673" y="231147"/>
                </a:lnTo>
                <a:lnTo>
                  <a:pt x="35051" y="260604"/>
                </a:lnTo>
                <a:lnTo>
                  <a:pt x="27431" y="262128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22" name="object 22"/>
          <p:cNvGrpSpPr/>
          <p:nvPr/>
        </p:nvGrpSpPr>
        <p:grpSpPr>
          <a:xfrm>
            <a:off x="4352544" y="2360675"/>
            <a:ext cx="3074035" cy="411480"/>
            <a:chOff x="4352544" y="2360675"/>
            <a:chExt cx="3074035" cy="411480"/>
          </a:xfrm>
        </p:grpSpPr>
        <p:sp>
          <p:nvSpPr>
            <p:cNvPr id="23" name="object 23"/>
            <p:cNvSpPr/>
            <p:nvPr/>
          </p:nvSpPr>
          <p:spPr>
            <a:xfrm>
              <a:off x="4352531" y="2360675"/>
              <a:ext cx="854075" cy="412115"/>
            </a:xfrm>
            <a:custGeom>
              <a:avLst/>
              <a:gdLst/>
              <a:ahLst/>
              <a:cxnLst/>
              <a:rect l="l" t="t" r="r" b="b"/>
              <a:pathLst>
                <a:path w="854075" h="412114">
                  <a:moveTo>
                    <a:pt x="214884" y="64020"/>
                  </a:moveTo>
                  <a:lnTo>
                    <a:pt x="205282" y="53352"/>
                  </a:lnTo>
                  <a:lnTo>
                    <a:pt x="187452" y="33540"/>
                  </a:lnTo>
                  <a:lnTo>
                    <a:pt x="167640" y="53352"/>
                  </a:lnTo>
                  <a:lnTo>
                    <a:pt x="89916" y="53352"/>
                  </a:lnTo>
                  <a:lnTo>
                    <a:pt x="95326" y="45923"/>
                  </a:lnTo>
                  <a:lnTo>
                    <a:pt x="103847" y="34493"/>
                  </a:lnTo>
                  <a:lnTo>
                    <a:pt x="106680" y="30492"/>
                  </a:lnTo>
                  <a:lnTo>
                    <a:pt x="111252" y="25920"/>
                  </a:lnTo>
                  <a:lnTo>
                    <a:pt x="115824" y="22872"/>
                  </a:lnTo>
                  <a:lnTo>
                    <a:pt x="123444" y="18300"/>
                  </a:lnTo>
                  <a:lnTo>
                    <a:pt x="88392" y="12"/>
                  </a:lnTo>
                  <a:lnTo>
                    <a:pt x="66484" y="53733"/>
                  </a:lnTo>
                  <a:lnTo>
                    <a:pt x="45720" y="91452"/>
                  </a:lnTo>
                  <a:lnTo>
                    <a:pt x="17437" y="128308"/>
                  </a:lnTo>
                  <a:lnTo>
                    <a:pt x="9144" y="137172"/>
                  </a:lnTo>
                  <a:lnTo>
                    <a:pt x="12192" y="141744"/>
                  </a:lnTo>
                  <a:lnTo>
                    <a:pt x="43484" y="116446"/>
                  </a:lnTo>
                  <a:lnTo>
                    <a:pt x="76466" y="76276"/>
                  </a:lnTo>
                  <a:lnTo>
                    <a:pt x="85344" y="64020"/>
                  </a:lnTo>
                  <a:lnTo>
                    <a:pt x="114300" y="64020"/>
                  </a:lnTo>
                  <a:lnTo>
                    <a:pt x="120586" y="71704"/>
                  </a:lnTo>
                  <a:lnTo>
                    <a:pt x="125730" y="78689"/>
                  </a:lnTo>
                  <a:lnTo>
                    <a:pt x="129730" y="84797"/>
                  </a:lnTo>
                  <a:lnTo>
                    <a:pt x="132588" y="89928"/>
                  </a:lnTo>
                  <a:lnTo>
                    <a:pt x="132588" y="99072"/>
                  </a:lnTo>
                  <a:lnTo>
                    <a:pt x="134112" y="105168"/>
                  </a:lnTo>
                  <a:lnTo>
                    <a:pt x="135636" y="108216"/>
                  </a:lnTo>
                  <a:lnTo>
                    <a:pt x="137160" y="112788"/>
                  </a:lnTo>
                  <a:lnTo>
                    <a:pt x="138684" y="114312"/>
                  </a:lnTo>
                  <a:lnTo>
                    <a:pt x="147828" y="114312"/>
                  </a:lnTo>
                  <a:lnTo>
                    <a:pt x="150876" y="111264"/>
                  </a:lnTo>
                  <a:lnTo>
                    <a:pt x="153924" y="109740"/>
                  </a:lnTo>
                  <a:lnTo>
                    <a:pt x="156972" y="105168"/>
                  </a:lnTo>
                  <a:lnTo>
                    <a:pt x="158305" y="97205"/>
                  </a:lnTo>
                  <a:lnTo>
                    <a:pt x="158381" y="92976"/>
                  </a:lnTo>
                  <a:lnTo>
                    <a:pt x="158216" y="88874"/>
                  </a:lnTo>
                  <a:lnTo>
                    <a:pt x="152781" y="81165"/>
                  </a:lnTo>
                  <a:lnTo>
                    <a:pt x="142214" y="72872"/>
                  </a:lnTo>
                  <a:lnTo>
                    <a:pt x="126492" y="64020"/>
                  </a:lnTo>
                  <a:lnTo>
                    <a:pt x="214884" y="64020"/>
                  </a:lnTo>
                  <a:close/>
                </a:path>
                <a:path w="854075" h="412114">
                  <a:moveTo>
                    <a:pt x="396240" y="65544"/>
                  </a:moveTo>
                  <a:lnTo>
                    <a:pt x="386702" y="54876"/>
                  </a:lnTo>
                  <a:lnTo>
                    <a:pt x="370332" y="36588"/>
                  </a:lnTo>
                  <a:lnTo>
                    <a:pt x="348996" y="54876"/>
                  </a:lnTo>
                  <a:lnTo>
                    <a:pt x="256032" y="54876"/>
                  </a:lnTo>
                  <a:lnTo>
                    <a:pt x="260604" y="48780"/>
                  </a:lnTo>
                  <a:lnTo>
                    <a:pt x="265176" y="41160"/>
                  </a:lnTo>
                  <a:lnTo>
                    <a:pt x="271272" y="35064"/>
                  </a:lnTo>
                  <a:lnTo>
                    <a:pt x="277368" y="27444"/>
                  </a:lnTo>
                  <a:lnTo>
                    <a:pt x="283464" y="22872"/>
                  </a:lnTo>
                  <a:lnTo>
                    <a:pt x="288036" y="22872"/>
                  </a:lnTo>
                  <a:lnTo>
                    <a:pt x="257556" y="1536"/>
                  </a:lnTo>
                  <a:lnTo>
                    <a:pt x="237744" y="48780"/>
                  </a:lnTo>
                  <a:lnTo>
                    <a:pt x="218503" y="82308"/>
                  </a:lnTo>
                  <a:lnTo>
                    <a:pt x="198120" y="111264"/>
                  </a:lnTo>
                  <a:lnTo>
                    <a:pt x="202692" y="114312"/>
                  </a:lnTo>
                  <a:lnTo>
                    <a:pt x="209296" y="109207"/>
                  </a:lnTo>
                  <a:lnTo>
                    <a:pt x="215455" y="103263"/>
                  </a:lnTo>
                  <a:lnTo>
                    <a:pt x="221348" y="96735"/>
                  </a:lnTo>
                  <a:lnTo>
                    <a:pt x="227076" y="89928"/>
                  </a:lnTo>
                  <a:lnTo>
                    <a:pt x="232791" y="83972"/>
                  </a:lnTo>
                  <a:lnTo>
                    <a:pt x="244221" y="71488"/>
                  </a:lnTo>
                  <a:lnTo>
                    <a:pt x="249936" y="65544"/>
                  </a:lnTo>
                  <a:lnTo>
                    <a:pt x="292608" y="65544"/>
                  </a:lnTo>
                  <a:lnTo>
                    <a:pt x="323088" y="103644"/>
                  </a:lnTo>
                  <a:lnTo>
                    <a:pt x="326136" y="108216"/>
                  </a:lnTo>
                  <a:lnTo>
                    <a:pt x="329184" y="114312"/>
                  </a:lnTo>
                  <a:lnTo>
                    <a:pt x="332232" y="115836"/>
                  </a:lnTo>
                  <a:lnTo>
                    <a:pt x="335280" y="115836"/>
                  </a:lnTo>
                  <a:lnTo>
                    <a:pt x="338328" y="114312"/>
                  </a:lnTo>
                  <a:lnTo>
                    <a:pt x="341376" y="111264"/>
                  </a:lnTo>
                  <a:lnTo>
                    <a:pt x="345948" y="108216"/>
                  </a:lnTo>
                  <a:lnTo>
                    <a:pt x="347472" y="102120"/>
                  </a:lnTo>
                  <a:lnTo>
                    <a:pt x="347472" y="92976"/>
                  </a:lnTo>
                  <a:lnTo>
                    <a:pt x="344881" y="86118"/>
                  </a:lnTo>
                  <a:lnTo>
                    <a:pt x="336994" y="79260"/>
                  </a:lnTo>
                  <a:lnTo>
                    <a:pt x="323684" y="72402"/>
                  </a:lnTo>
                  <a:lnTo>
                    <a:pt x="304800" y="65544"/>
                  </a:lnTo>
                  <a:lnTo>
                    <a:pt x="396240" y="65544"/>
                  </a:lnTo>
                  <a:close/>
                </a:path>
                <a:path w="854075" h="412114">
                  <a:moveTo>
                    <a:pt x="403860" y="323100"/>
                  </a:moveTo>
                  <a:lnTo>
                    <a:pt x="393687" y="312432"/>
                  </a:lnTo>
                  <a:lnTo>
                    <a:pt x="371856" y="289572"/>
                  </a:lnTo>
                  <a:lnTo>
                    <a:pt x="347472" y="312432"/>
                  </a:lnTo>
                  <a:lnTo>
                    <a:pt x="269748" y="312432"/>
                  </a:lnTo>
                  <a:lnTo>
                    <a:pt x="269748" y="260616"/>
                  </a:lnTo>
                  <a:lnTo>
                    <a:pt x="295656" y="260616"/>
                  </a:lnTo>
                  <a:lnTo>
                    <a:pt x="295656" y="277380"/>
                  </a:lnTo>
                  <a:lnTo>
                    <a:pt x="321564" y="268236"/>
                  </a:lnTo>
                  <a:lnTo>
                    <a:pt x="321119" y="260616"/>
                  </a:lnTo>
                  <a:lnTo>
                    <a:pt x="320687" y="253377"/>
                  </a:lnTo>
                  <a:lnTo>
                    <a:pt x="320560" y="249948"/>
                  </a:lnTo>
                  <a:lnTo>
                    <a:pt x="320230" y="240804"/>
                  </a:lnTo>
                  <a:lnTo>
                    <a:pt x="320065" y="230517"/>
                  </a:lnTo>
                  <a:lnTo>
                    <a:pt x="320040" y="213372"/>
                  </a:lnTo>
                  <a:lnTo>
                    <a:pt x="320040" y="202704"/>
                  </a:lnTo>
                  <a:lnTo>
                    <a:pt x="320040" y="170700"/>
                  </a:lnTo>
                  <a:lnTo>
                    <a:pt x="320040" y="160032"/>
                  </a:lnTo>
                  <a:lnTo>
                    <a:pt x="320040" y="132600"/>
                  </a:lnTo>
                  <a:lnTo>
                    <a:pt x="325272" y="128028"/>
                  </a:lnTo>
                  <a:lnTo>
                    <a:pt x="332232" y="121932"/>
                  </a:lnTo>
                  <a:lnTo>
                    <a:pt x="325907" y="117360"/>
                  </a:lnTo>
                  <a:lnTo>
                    <a:pt x="304800" y="102120"/>
                  </a:lnTo>
                  <a:lnTo>
                    <a:pt x="295656" y="115189"/>
                  </a:lnTo>
                  <a:lnTo>
                    <a:pt x="295656" y="128028"/>
                  </a:lnTo>
                  <a:lnTo>
                    <a:pt x="295656" y="160032"/>
                  </a:lnTo>
                  <a:lnTo>
                    <a:pt x="295656" y="170700"/>
                  </a:lnTo>
                  <a:lnTo>
                    <a:pt x="295656" y="202704"/>
                  </a:lnTo>
                  <a:lnTo>
                    <a:pt x="295656" y="213372"/>
                  </a:lnTo>
                  <a:lnTo>
                    <a:pt x="295656" y="249948"/>
                  </a:lnTo>
                  <a:lnTo>
                    <a:pt x="245364" y="249948"/>
                  </a:lnTo>
                  <a:lnTo>
                    <a:pt x="245364" y="260616"/>
                  </a:lnTo>
                  <a:lnTo>
                    <a:pt x="245364" y="313956"/>
                  </a:lnTo>
                  <a:lnTo>
                    <a:pt x="160020" y="313956"/>
                  </a:lnTo>
                  <a:lnTo>
                    <a:pt x="162026" y="301117"/>
                  </a:lnTo>
                  <a:lnTo>
                    <a:pt x="163449" y="287858"/>
                  </a:lnTo>
                  <a:lnTo>
                    <a:pt x="164312" y="274307"/>
                  </a:lnTo>
                  <a:lnTo>
                    <a:pt x="164592" y="260616"/>
                  </a:lnTo>
                  <a:lnTo>
                    <a:pt x="245364" y="260616"/>
                  </a:lnTo>
                  <a:lnTo>
                    <a:pt x="245364" y="249948"/>
                  </a:lnTo>
                  <a:lnTo>
                    <a:pt x="108204" y="249948"/>
                  </a:lnTo>
                  <a:lnTo>
                    <a:pt x="108204" y="213372"/>
                  </a:lnTo>
                  <a:lnTo>
                    <a:pt x="295656" y="213372"/>
                  </a:lnTo>
                  <a:lnTo>
                    <a:pt x="295656" y="202704"/>
                  </a:lnTo>
                  <a:lnTo>
                    <a:pt x="108204" y="202704"/>
                  </a:lnTo>
                  <a:lnTo>
                    <a:pt x="108204" y="170700"/>
                  </a:lnTo>
                  <a:lnTo>
                    <a:pt x="295656" y="170700"/>
                  </a:lnTo>
                  <a:lnTo>
                    <a:pt x="295656" y="160032"/>
                  </a:lnTo>
                  <a:lnTo>
                    <a:pt x="108204" y="160032"/>
                  </a:lnTo>
                  <a:lnTo>
                    <a:pt x="108204" y="128028"/>
                  </a:lnTo>
                  <a:lnTo>
                    <a:pt x="295656" y="128028"/>
                  </a:lnTo>
                  <a:lnTo>
                    <a:pt x="295656" y="115189"/>
                  </a:lnTo>
                  <a:lnTo>
                    <a:pt x="294132" y="117360"/>
                  </a:lnTo>
                  <a:lnTo>
                    <a:pt x="108204" y="117360"/>
                  </a:lnTo>
                  <a:lnTo>
                    <a:pt x="82296" y="103644"/>
                  </a:lnTo>
                  <a:lnTo>
                    <a:pt x="82537" y="113068"/>
                  </a:lnTo>
                  <a:lnTo>
                    <a:pt x="83083" y="128308"/>
                  </a:lnTo>
                  <a:lnTo>
                    <a:pt x="83591" y="147358"/>
                  </a:lnTo>
                  <a:lnTo>
                    <a:pt x="83820" y="172224"/>
                  </a:lnTo>
                  <a:lnTo>
                    <a:pt x="84467" y="200533"/>
                  </a:lnTo>
                  <a:lnTo>
                    <a:pt x="84366" y="230517"/>
                  </a:lnTo>
                  <a:lnTo>
                    <a:pt x="84010" y="260616"/>
                  </a:lnTo>
                  <a:lnTo>
                    <a:pt x="83820" y="283476"/>
                  </a:lnTo>
                  <a:lnTo>
                    <a:pt x="108204" y="274332"/>
                  </a:lnTo>
                  <a:lnTo>
                    <a:pt x="108204" y="260616"/>
                  </a:lnTo>
                  <a:lnTo>
                    <a:pt x="138684" y="260616"/>
                  </a:lnTo>
                  <a:lnTo>
                    <a:pt x="137617" y="274307"/>
                  </a:lnTo>
                  <a:lnTo>
                    <a:pt x="136499" y="287858"/>
                  </a:lnTo>
                  <a:lnTo>
                    <a:pt x="135331" y="301117"/>
                  </a:lnTo>
                  <a:lnTo>
                    <a:pt x="134112" y="313956"/>
                  </a:lnTo>
                  <a:lnTo>
                    <a:pt x="0" y="313956"/>
                  </a:lnTo>
                  <a:lnTo>
                    <a:pt x="15240" y="330720"/>
                  </a:lnTo>
                  <a:lnTo>
                    <a:pt x="25552" y="327837"/>
                  </a:lnTo>
                  <a:lnTo>
                    <a:pt x="36004" y="325958"/>
                  </a:lnTo>
                  <a:lnTo>
                    <a:pt x="46748" y="324929"/>
                  </a:lnTo>
                  <a:lnTo>
                    <a:pt x="57912" y="324624"/>
                  </a:lnTo>
                  <a:lnTo>
                    <a:pt x="132588" y="324624"/>
                  </a:lnTo>
                  <a:lnTo>
                    <a:pt x="107734" y="361911"/>
                  </a:lnTo>
                  <a:lnTo>
                    <a:pt x="64960" y="388823"/>
                  </a:lnTo>
                  <a:lnTo>
                    <a:pt x="21336" y="406920"/>
                  </a:lnTo>
                  <a:lnTo>
                    <a:pt x="22860" y="411492"/>
                  </a:lnTo>
                  <a:lnTo>
                    <a:pt x="66484" y="401205"/>
                  </a:lnTo>
                  <a:lnTo>
                    <a:pt x="106680" y="384060"/>
                  </a:lnTo>
                  <a:lnTo>
                    <a:pt x="139446" y="358914"/>
                  </a:lnTo>
                  <a:lnTo>
                    <a:pt x="158496" y="324624"/>
                  </a:lnTo>
                  <a:lnTo>
                    <a:pt x="245364" y="324624"/>
                  </a:lnTo>
                  <a:lnTo>
                    <a:pt x="245135" y="343547"/>
                  </a:lnTo>
                  <a:lnTo>
                    <a:pt x="244144" y="384060"/>
                  </a:lnTo>
                  <a:lnTo>
                    <a:pt x="244017" y="393484"/>
                  </a:lnTo>
                  <a:lnTo>
                    <a:pt x="243840" y="411492"/>
                  </a:lnTo>
                  <a:lnTo>
                    <a:pt x="271272" y="399300"/>
                  </a:lnTo>
                  <a:lnTo>
                    <a:pt x="270395" y="388454"/>
                  </a:lnTo>
                  <a:lnTo>
                    <a:pt x="269963" y="372630"/>
                  </a:lnTo>
                  <a:lnTo>
                    <a:pt x="269862" y="361911"/>
                  </a:lnTo>
                  <a:lnTo>
                    <a:pt x="269760" y="324624"/>
                  </a:lnTo>
                  <a:lnTo>
                    <a:pt x="269748" y="323100"/>
                  </a:lnTo>
                  <a:lnTo>
                    <a:pt x="403860" y="323100"/>
                  </a:lnTo>
                  <a:close/>
                </a:path>
                <a:path w="854075" h="412114">
                  <a:moveTo>
                    <a:pt x="507504" y="167640"/>
                  </a:moveTo>
                  <a:lnTo>
                    <a:pt x="503758" y="156768"/>
                  </a:lnTo>
                  <a:lnTo>
                    <a:pt x="492455" y="144589"/>
                  </a:lnTo>
                  <a:lnTo>
                    <a:pt x="473417" y="131000"/>
                  </a:lnTo>
                  <a:lnTo>
                    <a:pt x="446544" y="115824"/>
                  </a:lnTo>
                  <a:lnTo>
                    <a:pt x="443496" y="121920"/>
                  </a:lnTo>
                  <a:lnTo>
                    <a:pt x="456946" y="137350"/>
                  </a:lnTo>
                  <a:lnTo>
                    <a:pt x="467690" y="151638"/>
                  </a:lnTo>
                  <a:lnTo>
                    <a:pt x="475856" y="164782"/>
                  </a:lnTo>
                  <a:lnTo>
                    <a:pt x="481596" y="176784"/>
                  </a:lnTo>
                  <a:lnTo>
                    <a:pt x="485279" y="187363"/>
                  </a:lnTo>
                  <a:lnTo>
                    <a:pt x="489407" y="193929"/>
                  </a:lnTo>
                  <a:lnTo>
                    <a:pt x="493801" y="196507"/>
                  </a:lnTo>
                  <a:lnTo>
                    <a:pt x="498360" y="195072"/>
                  </a:lnTo>
                  <a:lnTo>
                    <a:pt x="502361" y="190792"/>
                  </a:lnTo>
                  <a:lnTo>
                    <a:pt x="505218" y="184785"/>
                  </a:lnTo>
                  <a:lnTo>
                    <a:pt x="506933" y="177076"/>
                  </a:lnTo>
                  <a:lnTo>
                    <a:pt x="507504" y="167640"/>
                  </a:lnTo>
                  <a:close/>
                </a:path>
                <a:path w="854075" h="412114">
                  <a:moveTo>
                    <a:pt x="544080" y="65532"/>
                  </a:moveTo>
                  <a:lnTo>
                    <a:pt x="508850" y="26962"/>
                  </a:lnTo>
                  <a:lnTo>
                    <a:pt x="487692" y="15240"/>
                  </a:lnTo>
                  <a:lnTo>
                    <a:pt x="483120" y="21336"/>
                  </a:lnTo>
                  <a:lnTo>
                    <a:pt x="495452" y="35890"/>
                  </a:lnTo>
                  <a:lnTo>
                    <a:pt x="505218" y="49720"/>
                  </a:lnTo>
                  <a:lnTo>
                    <a:pt x="512686" y="62699"/>
                  </a:lnTo>
                  <a:lnTo>
                    <a:pt x="518172" y="74676"/>
                  </a:lnTo>
                  <a:lnTo>
                    <a:pt x="521220" y="86868"/>
                  </a:lnTo>
                  <a:lnTo>
                    <a:pt x="525792" y="91440"/>
                  </a:lnTo>
                  <a:lnTo>
                    <a:pt x="530364" y="91440"/>
                  </a:lnTo>
                  <a:lnTo>
                    <a:pt x="534936" y="89916"/>
                  </a:lnTo>
                  <a:lnTo>
                    <a:pt x="537984" y="85344"/>
                  </a:lnTo>
                  <a:lnTo>
                    <a:pt x="542556" y="80772"/>
                  </a:lnTo>
                  <a:lnTo>
                    <a:pt x="544080" y="74676"/>
                  </a:lnTo>
                  <a:lnTo>
                    <a:pt x="544080" y="65532"/>
                  </a:lnTo>
                  <a:close/>
                </a:path>
                <a:path w="854075" h="412114">
                  <a:moveTo>
                    <a:pt x="589800" y="77724"/>
                  </a:moveTo>
                  <a:lnTo>
                    <a:pt x="582180" y="76200"/>
                  </a:lnTo>
                  <a:lnTo>
                    <a:pt x="550481" y="151980"/>
                  </a:lnTo>
                  <a:lnTo>
                    <a:pt x="526364" y="208026"/>
                  </a:lnTo>
                  <a:lnTo>
                    <a:pt x="509968" y="244602"/>
                  </a:lnTo>
                  <a:lnTo>
                    <a:pt x="501408" y="262128"/>
                  </a:lnTo>
                  <a:lnTo>
                    <a:pt x="495312" y="271272"/>
                  </a:lnTo>
                  <a:lnTo>
                    <a:pt x="489242" y="277342"/>
                  </a:lnTo>
                  <a:lnTo>
                    <a:pt x="478878" y="277329"/>
                  </a:lnTo>
                  <a:lnTo>
                    <a:pt x="470547" y="276987"/>
                  </a:lnTo>
                  <a:lnTo>
                    <a:pt x="459346" y="276085"/>
                  </a:lnTo>
                  <a:lnTo>
                    <a:pt x="445020" y="274320"/>
                  </a:lnTo>
                  <a:lnTo>
                    <a:pt x="445020" y="281940"/>
                  </a:lnTo>
                  <a:lnTo>
                    <a:pt x="484644" y="300228"/>
                  </a:lnTo>
                  <a:lnTo>
                    <a:pt x="487692" y="306324"/>
                  </a:lnTo>
                  <a:lnTo>
                    <a:pt x="487603" y="314896"/>
                  </a:lnTo>
                  <a:lnTo>
                    <a:pt x="487159" y="319976"/>
                  </a:lnTo>
                  <a:lnTo>
                    <a:pt x="485787" y="326707"/>
                  </a:lnTo>
                  <a:lnTo>
                    <a:pt x="479590" y="350596"/>
                  </a:lnTo>
                  <a:lnTo>
                    <a:pt x="478167" y="357568"/>
                  </a:lnTo>
                  <a:lnTo>
                    <a:pt x="477304" y="363689"/>
                  </a:lnTo>
                  <a:lnTo>
                    <a:pt x="477100" y="367284"/>
                  </a:lnTo>
                  <a:lnTo>
                    <a:pt x="477024" y="376428"/>
                  </a:lnTo>
                  <a:lnTo>
                    <a:pt x="480072" y="382524"/>
                  </a:lnTo>
                  <a:lnTo>
                    <a:pt x="487692" y="384048"/>
                  </a:lnTo>
                  <a:lnTo>
                    <a:pt x="493788" y="387096"/>
                  </a:lnTo>
                  <a:lnTo>
                    <a:pt x="510552" y="387096"/>
                  </a:lnTo>
                  <a:lnTo>
                    <a:pt x="513600" y="385572"/>
                  </a:lnTo>
                  <a:lnTo>
                    <a:pt x="513600" y="381000"/>
                  </a:lnTo>
                  <a:lnTo>
                    <a:pt x="512495" y="373380"/>
                  </a:lnTo>
                  <a:lnTo>
                    <a:pt x="511517" y="363689"/>
                  </a:lnTo>
                  <a:lnTo>
                    <a:pt x="510806" y="351434"/>
                  </a:lnTo>
                  <a:lnTo>
                    <a:pt x="510552" y="336931"/>
                  </a:lnTo>
                  <a:lnTo>
                    <a:pt x="510184" y="322262"/>
                  </a:lnTo>
                  <a:lnTo>
                    <a:pt x="515124" y="283464"/>
                  </a:lnTo>
                  <a:lnTo>
                    <a:pt x="537032" y="221742"/>
                  </a:lnTo>
                  <a:lnTo>
                    <a:pt x="559485" y="160020"/>
                  </a:lnTo>
                  <a:lnTo>
                    <a:pt x="589800" y="77724"/>
                  </a:lnTo>
                  <a:close/>
                </a:path>
                <a:path w="854075" h="412114">
                  <a:moveTo>
                    <a:pt x="853452" y="213360"/>
                  </a:moveTo>
                  <a:lnTo>
                    <a:pt x="824496" y="182880"/>
                  </a:lnTo>
                  <a:lnTo>
                    <a:pt x="803160" y="202692"/>
                  </a:lnTo>
                  <a:lnTo>
                    <a:pt x="711720" y="202692"/>
                  </a:lnTo>
                  <a:lnTo>
                    <a:pt x="711720" y="109728"/>
                  </a:lnTo>
                  <a:lnTo>
                    <a:pt x="826020" y="109728"/>
                  </a:lnTo>
                  <a:lnTo>
                    <a:pt x="798588" y="79248"/>
                  </a:lnTo>
                  <a:lnTo>
                    <a:pt x="778776" y="99060"/>
                  </a:lnTo>
                  <a:lnTo>
                    <a:pt x="711720" y="99060"/>
                  </a:lnTo>
                  <a:lnTo>
                    <a:pt x="711720" y="38100"/>
                  </a:lnTo>
                  <a:lnTo>
                    <a:pt x="728484" y="21336"/>
                  </a:lnTo>
                  <a:lnTo>
                    <a:pt x="687336" y="0"/>
                  </a:lnTo>
                  <a:lnTo>
                    <a:pt x="688200" y="15240"/>
                  </a:lnTo>
                  <a:lnTo>
                    <a:pt x="688644" y="35890"/>
                  </a:lnTo>
                  <a:lnTo>
                    <a:pt x="688759" y="51816"/>
                  </a:lnTo>
                  <a:lnTo>
                    <a:pt x="688860" y="99060"/>
                  </a:lnTo>
                  <a:lnTo>
                    <a:pt x="592848" y="99060"/>
                  </a:lnTo>
                  <a:lnTo>
                    <a:pt x="608088" y="114300"/>
                  </a:lnTo>
                  <a:lnTo>
                    <a:pt x="618388" y="112306"/>
                  </a:lnTo>
                  <a:lnTo>
                    <a:pt x="628853" y="110871"/>
                  </a:lnTo>
                  <a:lnTo>
                    <a:pt x="639584" y="110020"/>
                  </a:lnTo>
                  <a:lnTo>
                    <a:pt x="650760" y="109728"/>
                  </a:lnTo>
                  <a:lnTo>
                    <a:pt x="688860" y="109728"/>
                  </a:lnTo>
                  <a:lnTo>
                    <a:pt x="688860" y="202692"/>
                  </a:lnTo>
                  <a:lnTo>
                    <a:pt x="559320" y="202692"/>
                  </a:lnTo>
                  <a:lnTo>
                    <a:pt x="576084" y="219456"/>
                  </a:lnTo>
                  <a:lnTo>
                    <a:pt x="585508" y="216585"/>
                  </a:lnTo>
                  <a:lnTo>
                    <a:pt x="595515" y="214693"/>
                  </a:lnTo>
                  <a:lnTo>
                    <a:pt x="606082" y="213677"/>
                  </a:lnTo>
                  <a:lnTo>
                    <a:pt x="617232" y="213360"/>
                  </a:lnTo>
                  <a:lnTo>
                    <a:pt x="681240" y="213360"/>
                  </a:lnTo>
                  <a:lnTo>
                    <a:pt x="661809" y="256984"/>
                  </a:lnTo>
                  <a:lnTo>
                    <a:pt x="630948" y="306324"/>
                  </a:lnTo>
                  <a:lnTo>
                    <a:pt x="596468" y="345376"/>
                  </a:lnTo>
                  <a:lnTo>
                    <a:pt x="569988" y="358140"/>
                  </a:lnTo>
                  <a:lnTo>
                    <a:pt x="588276" y="397764"/>
                  </a:lnTo>
                  <a:lnTo>
                    <a:pt x="644664" y="376428"/>
                  </a:lnTo>
                  <a:lnTo>
                    <a:pt x="707148" y="365188"/>
                  </a:lnTo>
                  <a:lnTo>
                    <a:pt x="747102" y="359930"/>
                  </a:lnTo>
                  <a:lnTo>
                    <a:pt x="792492" y="355092"/>
                  </a:lnTo>
                  <a:lnTo>
                    <a:pt x="797039" y="363093"/>
                  </a:lnTo>
                  <a:lnTo>
                    <a:pt x="801446" y="371094"/>
                  </a:lnTo>
                  <a:lnTo>
                    <a:pt x="805561" y="379095"/>
                  </a:lnTo>
                  <a:lnTo>
                    <a:pt x="809256" y="387096"/>
                  </a:lnTo>
                  <a:lnTo>
                    <a:pt x="810780" y="394716"/>
                  </a:lnTo>
                  <a:lnTo>
                    <a:pt x="813828" y="397764"/>
                  </a:lnTo>
                  <a:lnTo>
                    <a:pt x="818400" y="397764"/>
                  </a:lnTo>
                  <a:lnTo>
                    <a:pt x="821448" y="394716"/>
                  </a:lnTo>
                  <a:lnTo>
                    <a:pt x="826020" y="387096"/>
                  </a:lnTo>
                  <a:lnTo>
                    <a:pt x="830592" y="381000"/>
                  </a:lnTo>
                  <a:lnTo>
                    <a:pt x="833640" y="373380"/>
                  </a:lnTo>
                  <a:lnTo>
                    <a:pt x="833640" y="367284"/>
                  </a:lnTo>
                  <a:lnTo>
                    <a:pt x="808685" y="330517"/>
                  </a:lnTo>
                  <a:lnTo>
                    <a:pt x="792492" y="316992"/>
                  </a:lnTo>
                  <a:lnTo>
                    <a:pt x="782485" y="308711"/>
                  </a:lnTo>
                  <a:lnTo>
                    <a:pt x="770801" y="299872"/>
                  </a:lnTo>
                  <a:lnTo>
                    <a:pt x="757339" y="290423"/>
                  </a:lnTo>
                  <a:lnTo>
                    <a:pt x="742200" y="280416"/>
                  </a:lnTo>
                  <a:lnTo>
                    <a:pt x="739152" y="284988"/>
                  </a:lnTo>
                  <a:lnTo>
                    <a:pt x="751674" y="299847"/>
                  </a:lnTo>
                  <a:lnTo>
                    <a:pt x="764108" y="314896"/>
                  </a:lnTo>
                  <a:lnTo>
                    <a:pt x="776224" y="330212"/>
                  </a:lnTo>
                  <a:lnTo>
                    <a:pt x="787920" y="345948"/>
                  </a:lnTo>
                  <a:lnTo>
                    <a:pt x="605040" y="358140"/>
                  </a:lnTo>
                  <a:lnTo>
                    <a:pt x="633298" y="327545"/>
                  </a:lnTo>
                  <a:lnTo>
                    <a:pt x="656285" y="301942"/>
                  </a:lnTo>
                  <a:lnTo>
                    <a:pt x="673823" y="281203"/>
                  </a:lnTo>
                  <a:lnTo>
                    <a:pt x="685812" y="265176"/>
                  </a:lnTo>
                  <a:lnTo>
                    <a:pt x="693813" y="253746"/>
                  </a:lnTo>
                  <a:lnTo>
                    <a:pt x="701763" y="244652"/>
                  </a:lnTo>
                  <a:lnTo>
                    <a:pt x="709815" y="237744"/>
                  </a:lnTo>
                  <a:lnTo>
                    <a:pt x="717816" y="233172"/>
                  </a:lnTo>
                  <a:lnTo>
                    <a:pt x="690384" y="213360"/>
                  </a:lnTo>
                  <a:lnTo>
                    <a:pt x="853452" y="213360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" name="object 24"/>
            <p:cNvSpPr/>
            <p:nvPr/>
          </p:nvSpPr>
          <p:spPr>
            <a:xfrm>
              <a:off x="5241023" y="2360675"/>
              <a:ext cx="2185670" cy="411480"/>
            </a:xfrm>
            <a:custGeom>
              <a:avLst/>
              <a:gdLst/>
              <a:ahLst/>
              <a:cxnLst/>
              <a:rect l="l" t="t" r="r" b="b"/>
              <a:pathLst>
                <a:path w="2185670" h="411480">
                  <a:moveTo>
                    <a:pt x="143256" y="152400"/>
                  </a:moveTo>
                  <a:lnTo>
                    <a:pt x="100711" y="115328"/>
                  </a:lnTo>
                  <a:lnTo>
                    <a:pt x="79248" y="103632"/>
                  </a:lnTo>
                  <a:lnTo>
                    <a:pt x="74676" y="109728"/>
                  </a:lnTo>
                  <a:lnTo>
                    <a:pt x="88163" y="125691"/>
                  </a:lnTo>
                  <a:lnTo>
                    <a:pt x="99060" y="141351"/>
                  </a:lnTo>
                  <a:lnTo>
                    <a:pt x="107683" y="156451"/>
                  </a:lnTo>
                  <a:lnTo>
                    <a:pt x="114300" y="170688"/>
                  </a:lnTo>
                  <a:lnTo>
                    <a:pt x="118872" y="182880"/>
                  </a:lnTo>
                  <a:lnTo>
                    <a:pt x="123444" y="188976"/>
                  </a:lnTo>
                  <a:lnTo>
                    <a:pt x="129540" y="188976"/>
                  </a:lnTo>
                  <a:lnTo>
                    <a:pt x="132588" y="185928"/>
                  </a:lnTo>
                  <a:lnTo>
                    <a:pt x="137160" y="176784"/>
                  </a:lnTo>
                  <a:lnTo>
                    <a:pt x="141732" y="169164"/>
                  </a:lnTo>
                  <a:lnTo>
                    <a:pt x="143256" y="163068"/>
                  </a:lnTo>
                  <a:lnTo>
                    <a:pt x="143256" y="152400"/>
                  </a:lnTo>
                  <a:close/>
                </a:path>
                <a:path w="2185670" h="411480">
                  <a:moveTo>
                    <a:pt x="406908" y="348996"/>
                  </a:moveTo>
                  <a:lnTo>
                    <a:pt x="363245" y="333832"/>
                  </a:lnTo>
                  <a:lnTo>
                    <a:pt x="323811" y="312153"/>
                  </a:lnTo>
                  <a:lnTo>
                    <a:pt x="288848" y="284048"/>
                  </a:lnTo>
                  <a:lnTo>
                    <a:pt x="258559" y="249567"/>
                  </a:lnTo>
                  <a:lnTo>
                    <a:pt x="233172" y="208788"/>
                  </a:lnTo>
                  <a:lnTo>
                    <a:pt x="405384" y="208788"/>
                  </a:lnTo>
                  <a:lnTo>
                    <a:pt x="368808" y="172212"/>
                  </a:lnTo>
                  <a:lnTo>
                    <a:pt x="342900" y="198120"/>
                  </a:lnTo>
                  <a:lnTo>
                    <a:pt x="257556" y="198120"/>
                  </a:lnTo>
                  <a:lnTo>
                    <a:pt x="273824" y="184404"/>
                  </a:lnTo>
                  <a:lnTo>
                    <a:pt x="290512" y="168402"/>
                  </a:lnTo>
                  <a:lnTo>
                    <a:pt x="307492" y="150114"/>
                  </a:lnTo>
                  <a:lnTo>
                    <a:pt x="324612" y="129540"/>
                  </a:lnTo>
                  <a:lnTo>
                    <a:pt x="342900" y="124968"/>
                  </a:lnTo>
                  <a:lnTo>
                    <a:pt x="306324" y="97536"/>
                  </a:lnTo>
                  <a:lnTo>
                    <a:pt x="294894" y="122682"/>
                  </a:lnTo>
                  <a:lnTo>
                    <a:pt x="281178" y="147828"/>
                  </a:lnTo>
                  <a:lnTo>
                    <a:pt x="265176" y="172974"/>
                  </a:lnTo>
                  <a:lnTo>
                    <a:pt x="246888" y="198120"/>
                  </a:lnTo>
                  <a:lnTo>
                    <a:pt x="214884" y="198120"/>
                  </a:lnTo>
                  <a:lnTo>
                    <a:pt x="214884" y="89928"/>
                  </a:lnTo>
                  <a:lnTo>
                    <a:pt x="381000" y="89928"/>
                  </a:lnTo>
                  <a:lnTo>
                    <a:pt x="345948" y="54864"/>
                  </a:lnTo>
                  <a:lnTo>
                    <a:pt x="321564" y="79248"/>
                  </a:lnTo>
                  <a:lnTo>
                    <a:pt x="214884" y="79248"/>
                  </a:lnTo>
                  <a:lnTo>
                    <a:pt x="214884" y="33528"/>
                  </a:lnTo>
                  <a:lnTo>
                    <a:pt x="233172" y="21336"/>
                  </a:lnTo>
                  <a:lnTo>
                    <a:pt x="187452" y="0"/>
                  </a:lnTo>
                  <a:lnTo>
                    <a:pt x="188341" y="20535"/>
                  </a:lnTo>
                  <a:lnTo>
                    <a:pt x="188785" y="40767"/>
                  </a:lnTo>
                  <a:lnTo>
                    <a:pt x="188912" y="54864"/>
                  </a:lnTo>
                  <a:lnTo>
                    <a:pt x="188976" y="79248"/>
                  </a:lnTo>
                  <a:lnTo>
                    <a:pt x="32004" y="79248"/>
                  </a:lnTo>
                  <a:lnTo>
                    <a:pt x="48768" y="96012"/>
                  </a:lnTo>
                  <a:lnTo>
                    <a:pt x="58204" y="93141"/>
                  </a:lnTo>
                  <a:lnTo>
                    <a:pt x="68199" y="91262"/>
                  </a:lnTo>
                  <a:lnTo>
                    <a:pt x="78778" y="90233"/>
                  </a:lnTo>
                  <a:lnTo>
                    <a:pt x="89916" y="89928"/>
                  </a:lnTo>
                  <a:lnTo>
                    <a:pt x="188976" y="89928"/>
                  </a:lnTo>
                  <a:lnTo>
                    <a:pt x="188976" y="198120"/>
                  </a:lnTo>
                  <a:lnTo>
                    <a:pt x="0" y="198120"/>
                  </a:lnTo>
                  <a:lnTo>
                    <a:pt x="15240" y="213372"/>
                  </a:lnTo>
                  <a:lnTo>
                    <a:pt x="24892" y="211366"/>
                  </a:lnTo>
                  <a:lnTo>
                    <a:pt x="35242" y="209931"/>
                  </a:lnTo>
                  <a:lnTo>
                    <a:pt x="45897" y="209080"/>
                  </a:lnTo>
                  <a:lnTo>
                    <a:pt x="56388" y="208788"/>
                  </a:lnTo>
                  <a:lnTo>
                    <a:pt x="170688" y="208788"/>
                  </a:lnTo>
                  <a:lnTo>
                    <a:pt x="144183" y="253961"/>
                  </a:lnTo>
                  <a:lnTo>
                    <a:pt x="114096" y="294386"/>
                  </a:lnTo>
                  <a:lnTo>
                    <a:pt x="80492" y="330047"/>
                  </a:lnTo>
                  <a:lnTo>
                    <a:pt x="43459" y="360946"/>
                  </a:lnTo>
                  <a:lnTo>
                    <a:pt x="3048" y="387096"/>
                  </a:lnTo>
                  <a:lnTo>
                    <a:pt x="4572" y="394716"/>
                  </a:lnTo>
                  <a:lnTo>
                    <a:pt x="48628" y="372770"/>
                  </a:lnTo>
                  <a:lnTo>
                    <a:pt x="89242" y="345249"/>
                  </a:lnTo>
                  <a:lnTo>
                    <a:pt x="126199" y="312153"/>
                  </a:lnTo>
                  <a:lnTo>
                    <a:pt x="159562" y="273240"/>
                  </a:lnTo>
                  <a:lnTo>
                    <a:pt x="188976" y="228600"/>
                  </a:lnTo>
                  <a:lnTo>
                    <a:pt x="188861" y="312153"/>
                  </a:lnTo>
                  <a:lnTo>
                    <a:pt x="188760" y="334137"/>
                  </a:lnTo>
                  <a:lnTo>
                    <a:pt x="188417" y="367550"/>
                  </a:lnTo>
                  <a:lnTo>
                    <a:pt x="188290" y="376428"/>
                  </a:lnTo>
                  <a:lnTo>
                    <a:pt x="187452" y="411480"/>
                  </a:lnTo>
                  <a:lnTo>
                    <a:pt x="216408" y="397764"/>
                  </a:lnTo>
                  <a:lnTo>
                    <a:pt x="216204" y="376428"/>
                  </a:lnTo>
                  <a:lnTo>
                    <a:pt x="215646" y="334137"/>
                  </a:lnTo>
                  <a:lnTo>
                    <a:pt x="215163" y="282892"/>
                  </a:lnTo>
                  <a:lnTo>
                    <a:pt x="214960" y="228600"/>
                  </a:lnTo>
                  <a:lnTo>
                    <a:pt x="214884" y="208788"/>
                  </a:lnTo>
                  <a:lnTo>
                    <a:pt x="224028" y="208788"/>
                  </a:lnTo>
                  <a:lnTo>
                    <a:pt x="243776" y="252120"/>
                  </a:lnTo>
                  <a:lnTo>
                    <a:pt x="268198" y="290626"/>
                  </a:lnTo>
                  <a:lnTo>
                    <a:pt x="297218" y="324231"/>
                  </a:lnTo>
                  <a:lnTo>
                    <a:pt x="330784" y="352856"/>
                  </a:lnTo>
                  <a:lnTo>
                    <a:pt x="368808" y="376428"/>
                  </a:lnTo>
                  <a:lnTo>
                    <a:pt x="373697" y="367550"/>
                  </a:lnTo>
                  <a:lnTo>
                    <a:pt x="381571" y="361378"/>
                  </a:lnTo>
                  <a:lnTo>
                    <a:pt x="392607" y="357784"/>
                  </a:lnTo>
                  <a:lnTo>
                    <a:pt x="406908" y="356616"/>
                  </a:lnTo>
                  <a:lnTo>
                    <a:pt x="406908" y="348996"/>
                  </a:lnTo>
                  <a:close/>
                </a:path>
                <a:path w="2185670" h="411480">
                  <a:moveTo>
                    <a:pt x="576072" y="202692"/>
                  </a:moveTo>
                  <a:lnTo>
                    <a:pt x="553212" y="171170"/>
                  </a:lnTo>
                  <a:lnTo>
                    <a:pt x="498348" y="146304"/>
                  </a:lnTo>
                  <a:lnTo>
                    <a:pt x="495300" y="150876"/>
                  </a:lnTo>
                  <a:lnTo>
                    <a:pt x="513257" y="168592"/>
                  </a:lnTo>
                  <a:lnTo>
                    <a:pt x="528066" y="185166"/>
                  </a:lnTo>
                  <a:lnTo>
                    <a:pt x="539457" y="200596"/>
                  </a:lnTo>
                  <a:lnTo>
                    <a:pt x="547116" y="214884"/>
                  </a:lnTo>
                  <a:lnTo>
                    <a:pt x="551688" y="228600"/>
                  </a:lnTo>
                  <a:lnTo>
                    <a:pt x="556260" y="234696"/>
                  </a:lnTo>
                  <a:lnTo>
                    <a:pt x="562356" y="234696"/>
                  </a:lnTo>
                  <a:lnTo>
                    <a:pt x="565404" y="230124"/>
                  </a:lnTo>
                  <a:lnTo>
                    <a:pt x="574548" y="214884"/>
                  </a:lnTo>
                  <a:lnTo>
                    <a:pt x="575995" y="207645"/>
                  </a:lnTo>
                  <a:lnTo>
                    <a:pt x="576072" y="202692"/>
                  </a:lnTo>
                  <a:close/>
                </a:path>
                <a:path w="2185670" h="411480">
                  <a:moveTo>
                    <a:pt x="771144" y="64008"/>
                  </a:moveTo>
                  <a:lnTo>
                    <a:pt x="744956" y="35420"/>
                  </a:lnTo>
                  <a:lnTo>
                    <a:pt x="699516" y="16764"/>
                  </a:lnTo>
                  <a:lnTo>
                    <a:pt x="696468" y="22860"/>
                  </a:lnTo>
                  <a:lnTo>
                    <a:pt x="713333" y="38290"/>
                  </a:lnTo>
                  <a:lnTo>
                    <a:pt x="727329" y="52578"/>
                  </a:lnTo>
                  <a:lnTo>
                    <a:pt x="738479" y="65722"/>
                  </a:lnTo>
                  <a:lnTo>
                    <a:pt x="746760" y="77724"/>
                  </a:lnTo>
                  <a:lnTo>
                    <a:pt x="751332" y="86868"/>
                  </a:lnTo>
                  <a:lnTo>
                    <a:pt x="755904" y="91440"/>
                  </a:lnTo>
                  <a:lnTo>
                    <a:pt x="762000" y="91440"/>
                  </a:lnTo>
                  <a:lnTo>
                    <a:pt x="763524" y="88392"/>
                  </a:lnTo>
                  <a:lnTo>
                    <a:pt x="766572" y="79248"/>
                  </a:lnTo>
                  <a:lnTo>
                    <a:pt x="769620" y="71628"/>
                  </a:lnTo>
                  <a:lnTo>
                    <a:pt x="771144" y="67056"/>
                  </a:lnTo>
                  <a:lnTo>
                    <a:pt x="771144" y="64008"/>
                  </a:lnTo>
                  <a:close/>
                </a:path>
                <a:path w="2185670" h="411480">
                  <a:moveTo>
                    <a:pt x="850392" y="341376"/>
                  </a:moveTo>
                  <a:lnTo>
                    <a:pt x="809802" y="327088"/>
                  </a:lnTo>
                  <a:lnTo>
                    <a:pt x="772477" y="304800"/>
                  </a:lnTo>
                  <a:lnTo>
                    <a:pt x="738314" y="274510"/>
                  </a:lnTo>
                  <a:lnTo>
                    <a:pt x="707136" y="236220"/>
                  </a:lnTo>
                  <a:lnTo>
                    <a:pt x="722261" y="227076"/>
                  </a:lnTo>
                  <a:lnTo>
                    <a:pt x="757936" y="205574"/>
                  </a:lnTo>
                  <a:lnTo>
                    <a:pt x="769620" y="198120"/>
                  </a:lnTo>
                  <a:lnTo>
                    <a:pt x="779894" y="192747"/>
                  </a:lnTo>
                  <a:lnTo>
                    <a:pt x="790003" y="188214"/>
                  </a:lnTo>
                  <a:lnTo>
                    <a:pt x="799846" y="184835"/>
                  </a:lnTo>
                  <a:lnTo>
                    <a:pt x="809244" y="182880"/>
                  </a:lnTo>
                  <a:lnTo>
                    <a:pt x="780288" y="149352"/>
                  </a:lnTo>
                  <a:lnTo>
                    <a:pt x="765390" y="168783"/>
                  </a:lnTo>
                  <a:lnTo>
                    <a:pt x="747903" y="188214"/>
                  </a:lnTo>
                  <a:lnTo>
                    <a:pt x="727570" y="207645"/>
                  </a:lnTo>
                  <a:lnTo>
                    <a:pt x="704088" y="227076"/>
                  </a:lnTo>
                  <a:lnTo>
                    <a:pt x="691781" y="205384"/>
                  </a:lnTo>
                  <a:lnTo>
                    <a:pt x="679894" y="179260"/>
                  </a:lnTo>
                  <a:lnTo>
                    <a:pt x="668299" y="148856"/>
                  </a:lnTo>
                  <a:lnTo>
                    <a:pt x="663917" y="135636"/>
                  </a:lnTo>
                  <a:lnTo>
                    <a:pt x="656844" y="114300"/>
                  </a:lnTo>
                  <a:lnTo>
                    <a:pt x="835152" y="114300"/>
                  </a:lnTo>
                  <a:lnTo>
                    <a:pt x="801624" y="77724"/>
                  </a:lnTo>
                  <a:lnTo>
                    <a:pt x="777240" y="103632"/>
                  </a:lnTo>
                  <a:lnTo>
                    <a:pt x="655320" y="103632"/>
                  </a:lnTo>
                  <a:lnTo>
                    <a:pt x="655320" y="39624"/>
                  </a:lnTo>
                  <a:lnTo>
                    <a:pt x="669036" y="25908"/>
                  </a:lnTo>
                  <a:lnTo>
                    <a:pt x="626364" y="3048"/>
                  </a:lnTo>
                  <a:lnTo>
                    <a:pt x="628459" y="41910"/>
                  </a:lnTo>
                  <a:lnTo>
                    <a:pt x="629412" y="103632"/>
                  </a:lnTo>
                  <a:lnTo>
                    <a:pt x="457200" y="103632"/>
                  </a:lnTo>
                  <a:lnTo>
                    <a:pt x="472440" y="120396"/>
                  </a:lnTo>
                  <a:lnTo>
                    <a:pt x="481876" y="117525"/>
                  </a:lnTo>
                  <a:lnTo>
                    <a:pt x="491871" y="115633"/>
                  </a:lnTo>
                  <a:lnTo>
                    <a:pt x="502450" y="114617"/>
                  </a:lnTo>
                  <a:lnTo>
                    <a:pt x="513588" y="114300"/>
                  </a:lnTo>
                  <a:lnTo>
                    <a:pt x="629412" y="114300"/>
                  </a:lnTo>
                  <a:lnTo>
                    <a:pt x="629412" y="237744"/>
                  </a:lnTo>
                  <a:lnTo>
                    <a:pt x="594550" y="256057"/>
                  </a:lnTo>
                  <a:lnTo>
                    <a:pt x="510540" y="298704"/>
                  </a:lnTo>
                  <a:lnTo>
                    <a:pt x="471678" y="316801"/>
                  </a:lnTo>
                  <a:lnTo>
                    <a:pt x="446532" y="324612"/>
                  </a:lnTo>
                  <a:lnTo>
                    <a:pt x="473964" y="359664"/>
                  </a:lnTo>
                  <a:lnTo>
                    <a:pt x="503758" y="330517"/>
                  </a:lnTo>
                  <a:lnTo>
                    <a:pt x="568452" y="287464"/>
                  </a:lnTo>
                  <a:lnTo>
                    <a:pt x="629412" y="248412"/>
                  </a:lnTo>
                  <a:lnTo>
                    <a:pt x="629412" y="348996"/>
                  </a:lnTo>
                  <a:lnTo>
                    <a:pt x="627888" y="359664"/>
                  </a:lnTo>
                  <a:lnTo>
                    <a:pt x="621792" y="365760"/>
                  </a:lnTo>
                  <a:lnTo>
                    <a:pt x="612648" y="365760"/>
                  </a:lnTo>
                  <a:lnTo>
                    <a:pt x="603465" y="365480"/>
                  </a:lnTo>
                  <a:lnTo>
                    <a:pt x="591693" y="364617"/>
                  </a:lnTo>
                  <a:lnTo>
                    <a:pt x="577075" y="363194"/>
                  </a:lnTo>
                  <a:lnTo>
                    <a:pt x="559308" y="361188"/>
                  </a:lnTo>
                  <a:lnTo>
                    <a:pt x="559308" y="368808"/>
                  </a:lnTo>
                  <a:lnTo>
                    <a:pt x="581342" y="377151"/>
                  </a:lnTo>
                  <a:lnTo>
                    <a:pt x="597217" y="386334"/>
                  </a:lnTo>
                  <a:lnTo>
                    <a:pt x="607110" y="396671"/>
                  </a:lnTo>
                  <a:lnTo>
                    <a:pt x="611124" y="408432"/>
                  </a:lnTo>
                  <a:lnTo>
                    <a:pt x="630897" y="400748"/>
                  </a:lnTo>
                  <a:lnTo>
                    <a:pt x="653846" y="365760"/>
                  </a:lnTo>
                  <a:lnTo>
                    <a:pt x="655320" y="248412"/>
                  </a:lnTo>
                  <a:lnTo>
                    <a:pt x="655320" y="135636"/>
                  </a:lnTo>
                  <a:lnTo>
                    <a:pt x="667893" y="189128"/>
                  </a:lnTo>
                  <a:lnTo>
                    <a:pt x="685749" y="236842"/>
                  </a:lnTo>
                  <a:lnTo>
                    <a:pt x="708850" y="278892"/>
                  </a:lnTo>
                  <a:lnTo>
                    <a:pt x="737171" y="315366"/>
                  </a:lnTo>
                  <a:lnTo>
                    <a:pt x="770648" y="346316"/>
                  </a:lnTo>
                  <a:lnTo>
                    <a:pt x="809244" y="371856"/>
                  </a:lnTo>
                  <a:lnTo>
                    <a:pt x="816102" y="362699"/>
                  </a:lnTo>
                  <a:lnTo>
                    <a:pt x="825246" y="355663"/>
                  </a:lnTo>
                  <a:lnTo>
                    <a:pt x="836676" y="350647"/>
                  </a:lnTo>
                  <a:lnTo>
                    <a:pt x="850392" y="347472"/>
                  </a:lnTo>
                  <a:lnTo>
                    <a:pt x="850392" y="341376"/>
                  </a:lnTo>
                  <a:close/>
                </a:path>
                <a:path w="2185670" h="411480">
                  <a:moveTo>
                    <a:pt x="1083576" y="138684"/>
                  </a:moveTo>
                  <a:lnTo>
                    <a:pt x="1077887" y="132588"/>
                  </a:lnTo>
                  <a:lnTo>
                    <a:pt x="1062240" y="115824"/>
                  </a:lnTo>
                  <a:lnTo>
                    <a:pt x="1050048" y="128016"/>
                  </a:lnTo>
                  <a:lnTo>
                    <a:pt x="1050048" y="141732"/>
                  </a:lnTo>
                  <a:lnTo>
                    <a:pt x="1050048" y="198120"/>
                  </a:lnTo>
                  <a:lnTo>
                    <a:pt x="1050048" y="208788"/>
                  </a:lnTo>
                  <a:lnTo>
                    <a:pt x="1050048" y="265176"/>
                  </a:lnTo>
                  <a:lnTo>
                    <a:pt x="1008900" y="265176"/>
                  </a:lnTo>
                  <a:lnTo>
                    <a:pt x="1008900" y="208788"/>
                  </a:lnTo>
                  <a:lnTo>
                    <a:pt x="1050048" y="208788"/>
                  </a:lnTo>
                  <a:lnTo>
                    <a:pt x="1050048" y="198120"/>
                  </a:lnTo>
                  <a:lnTo>
                    <a:pt x="1008900" y="198120"/>
                  </a:lnTo>
                  <a:lnTo>
                    <a:pt x="1008900" y="141732"/>
                  </a:lnTo>
                  <a:lnTo>
                    <a:pt x="1050048" y="141732"/>
                  </a:lnTo>
                  <a:lnTo>
                    <a:pt x="1050048" y="128016"/>
                  </a:lnTo>
                  <a:lnTo>
                    <a:pt x="1045476" y="132588"/>
                  </a:lnTo>
                  <a:lnTo>
                    <a:pt x="1007376" y="132588"/>
                  </a:lnTo>
                  <a:lnTo>
                    <a:pt x="1018806" y="118922"/>
                  </a:lnTo>
                  <a:lnTo>
                    <a:pt x="1027950" y="107823"/>
                  </a:lnTo>
                  <a:lnTo>
                    <a:pt x="1063764" y="79248"/>
                  </a:lnTo>
                  <a:lnTo>
                    <a:pt x="1053096" y="68580"/>
                  </a:lnTo>
                  <a:lnTo>
                    <a:pt x="1037856" y="53340"/>
                  </a:lnTo>
                  <a:lnTo>
                    <a:pt x="1022616" y="67195"/>
                  </a:lnTo>
                  <a:lnTo>
                    <a:pt x="1022616" y="79248"/>
                  </a:lnTo>
                  <a:lnTo>
                    <a:pt x="998232" y="132588"/>
                  </a:lnTo>
                  <a:lnTo>
                    <a:pt x="989088" y="132588"/>
                  </a:lnTo>
                  <a:lnTo>
                    <a:pt x="989088" y="141732"/>
                  </a:lnTo>
                  <a:lnTo>
                    <a:pt x="989088" y="198120"/>
                  </a:lnTo>
                  <a:lnTo>
                    <a:pt x="989088" y="208788"/>
                  </a:lnTo>
                  <a:lnTo>
                    <a:pt x="989088" y="265176"/>
                  </a:lnTo>
                  <a:lnTo>
                    <a:pt x="947940" y="265176"/>
                  </a:lnTo>
                  <a:lnTo>
                    <a:pt x="947940" y="208788"/>
                  </a:lnTo>
                  <a:lnTo>
                    <a:pt x="989088" y="208788"/>
                  </a:lnTo>
                  <a:lnTo>
                    <a:pt x="989088" y="198120"/>
                  </a:lnTo>
                  <a:lnTo>
                    <a:pt x="947940" y="198120"/>
                  </a:lnTo>
                  <a:lnTo>
                    <a:pt x="947940" y="141732"/>
                  </a:lnTo>
                  <a:lnTo>
                    <a:pt x="989088" y="141732"/>
                  </a:lnTo>
                  <a:lnTo>
                    <a:pt x="989088" y="132588"/>
                  </a:lnTo>
                  <a:lnTo>
                    <a:pt x="952512" y="132588"/>
                  </a:lnTo>
                  <a:lnTo>
                    <a:pt x="943368" y="124968"/>
                  </a:lnTo>
                  <a:lnTo>
                    <a:pt x="951077" y="112687"/>
                  </a:lnTo>
                  <a:lnTo>
                    <a:pt x="958227" y="100965"/>
                  </a:lnTo>
                  <a:lnTo>
                    <a:pt x="964793" y="89827"/>
                  </a:lnTo>
                  <a:lnTo>
                    <a:pt x="970800" y="79248"/>
                  </a:lnTo>
                  <a:lnTo>
                    <a:pt x="1022616" y="79248"/>
                  </a:lnTo>
                  <a:lnTo>
                    <a:pt x="1022616" y="67195"/>
                  </a:lnTo>
                  <a:lnTo>
                    <a:pt x="1021092" y="68580"/>
                  </a:lnTo>
                  <a:lnTo>
                    <a:pt x="973848" y="68580"/>
                  </a:lnTo>
                  <a:lnTo>
                    <a:pt x="978204" y="60350"/>
                  </a:lnTo>
                  <a:lnTo>
                    <a:pt x="982421" y="51816"/>
                  </a:lnTo>
                  <a:lnTo>
                    <a:pt x="986917" y="43294"/>
                  </a:lnTo>
                  <a:lnTo>
                    <a:pt x="992136" y="35052"/>
                  </a:lnTo>
                  <a:lnTo>
                    <a:pt x="1007376" y="27432"/>
                  </a:lnTo>
                  <a:lnTo>
                    <a:pt x="972324" y="4572"/>
                  </a:lnTo>
                  <a:lnTo>
                    <a:pt x="956246" y="56870"/>
                  </a:lnTo>
                  <a:lnTo>
                    <a:pt x="937412" y="98869"/>
                  </a:lnTo>
                  <a:lnTo>
                    <a:pt x="908964" y="144551"/>
                  </a:lnTo>
                  <a:lnTo>
                    <a:pt x="891552" y="169164"/>
                  </a:lnTo>
                  <a:lnTo>
                    <a:pt x="894600" y="173736"/>
                  </a:lnTo>
                  <a:lnTo>
                    <a:pt x="903478" y="165722"/>
                  </a:lnTo>
                  <a:lnTo>
                    <a:pt x="911936" y="157543"/>
                  </a:lnTo>
                  <a:lnTo>
                    <a:pt x="920102" y="149098"/>
                  </a:lnTo>
                  <a:lnTo>
                    <a:pt x="928128" y="140208"/>
                  </a:lnTo>
                  <a:lnTo>
                    <a:pt x="927887" y="198247"/>
                  </a:lnTo>
                  <a:lnTo>
                    <a:pt x="927366" y="241795"/>
                  </a:lnTo>
                  <a:lnTo>
                    <a:pt x="926604" y="288036"/>
                  </a:lnTo>
                  <a:lnTo>
                    <a:pt x="917460" y="338328"/>
                  </a:lnTo>
                  <a:lnTo>
                    <a:pt x="896886" y="388264"/>
                  </a:lnTo>
                  <a:lnTo>
                    <a:pt x="885456" y="405384"/>
                  </a:lnTo>
                  <a:lnTo>
                    <a:pt x="890028" y="409956"/>
                  </a:lnTo>
                  <a:lnTo>
                    <a:pt x="914285" y="381723"/>
                  </a:lnTo>
                  <a:lnTo>
                    <a:pt x="932129" y="349758"/>
                  </a:lnTo>
                  <a:lnTo>
                    <a:pt x="943381" y="314375"/>
                  </a:lnTo>
                  <a:lnTo>
                    <a:pt x="947940" y="275844"/>
                  </a:lnTo>
                  <a:lnTo>
                    <a:pt x="989088" y="275844"/>
                  </a:lnTo>
                  <a:lnTo>
                    <a:pt x="988822" y="310121"/>
                  </a:lnTo>
                  <a:lnTo>
                    <a:pt x="988136" y="339661"/>
                  </a:lnTo>
                  <a:lnTo>
                    <a:pt x="987171" y="364045"/>
                  </a:lnTo>
                  <a:lnTo>
                    <a:pt x="986040" y="384048"/>
                  </a:lnTo>
                  <a:lnTo>
                    <a:pt x="1010424" y="370332"/>
                  </a:lnTo>
                  <a:lnTo>
                    <a:pt x="1010208" y="354596"/>
                  </a:lnTo>
                  <a:lnTo>
                    <a:pt x="1010107" y="349758"/>
                  </a:lnTo>
                  <a:lnTo>
                    <a:pt x="1009865" y="339661"/>
                  </a:lnTo>
                  <a:lnTo>
                    <a:pt x="1009230" y="310121"/>
                  </a:lnTo>
                  <a:lnTo>
                    <a:pt x="1009103" y="301929"/>
                  </a:lnTo>
                  <a:lnTo>
                    <a:pt x="1008900" y="275844"/>
                  </a:lnTo>
                  <a:lnTo>
                    <a:pt x="1050048" y="275844"/>
                  </a:lnTo>
                  <a:lnTo>
                    <a:pt x="1050048" y="377952"/>
                  </a:lnTo>
                  <a:lnTo>
                    <a:pt x="1047000" y="381000"/>
                  </a:lnTo>
                  <a:lnTo>
                    <a:pt x="1042428" y="381000"/>
                  </a:lnTo>
                  <a:lnTo>
                    <a:pt x="1038136" y="380720"/>
                  </a:lnTo>
                  <a:lnTo>
                    <a:pt x="1032141" y="379857"/>
                  </a:lnTo>
                  <a:lnTo>
                    <a:pt x="1024420" y="378434"/>
                  </a:lnTo>
                  <a:lnTo>
                    <a:pt x="1014996" y="376428"/>
                  </a:lnTo>
                  <a:lnTo>
                    <a:pt x="1014996" y="384048"/>
                  </a:lnTo>
                  <a:lnTo>
                    <a:pt x="1027874" y="390029"/>
                  </a:lnTo>
                  <a:lnTo>
                    <a:pt x="1036904" y="396430"/>
                  </a:lnTo>
                  <a:lnTo>
                    <a:pt x="1042212" y="403123"/>
                  </a:lnTo>
                  <a:lnTo>
                    <a:pt x="1043952" y="409956"/>
                  </a:lnTo>
                  <a:lnTo>
                    <a:pt x="1054620" y="405384"/>
                  </a:lnTo>
                  <a:lnTo>
                    <a:pt x="1062240" y="400812"/>
                  </a:lnTo>
                  <a:lnTo>
                    <a:pt x="1068336" y="391668"/>
                  </a:lnTo>
                  <a:lnTo>
                    <a:pt x="1069860" y="387096"/>
                  </a:lnTo>
                  <a:lnTo>
                    <a:pt x="1069860" y="381000"/>
                  </a:lnTo>
                  <a:lnTo>
                    <a:pt x="1069860" y="275844"/>
                  </a:lnTo>
                  <a:lnTo>
                    <a:pt x="1069860" y="265176"/>
                  </a:lnTo>
                  <a:lnTo>
                    <a:pt x="1069860" y="208788"/>
                  </a:lnTo>
                  <a:lnTo>
                    <a:pt x="1069860" y="198120"/>
                  </a:lnTo>
                  <a:lnTo>
                    <a:pt x="1069860" y="149352"/>
                  </a:lnTo>
                  <a:lnTo>
                    <a:pt x="1079652" y="141732"/>
                  </a:lnTo>
                  <a:lnTo>
                    <a:pt x="1081608" y="140208"/>
                  </a:lnTo>
                  <a:lnTo>
                    <a:pt x="1083576" y="138684"/>
                  </a:lnTo>
                  <a:close/>
                </a:path>
                <a:path w="2185670" h="411480">
                  <a:moveTo>
                    <a:pt x="1280172" y="39624"/>
                  </a:moveTo>
                  <a:lnTo>
                    <a:pt x="1255788" y="18288"/>
                  </a:lnTo>
                  <a:lnTo>
                    <a:pt x="1242072" y="35052"/>
                  </a:lnTo>
                  <a:lnTo>
                    <a:pt x="1092720" y="35052"/>
                  </a:lnTo>
                  <a:lnTo>
                    <a:pt x="1107960" y="50292"/>
                  </a:lnTo>
                  <a:lnTo>
                    <a:pt x="1124724" y="45720"/>
                  </a:lnTo>
                  <a:lnTo>
                    <a:pt x="1149108" y="45720"/>
                  </a:lnTo>
                  <a:lnTo>
                    <a:pt x="1139456" y="87947"/>
                  </a:lnTo>
                  <a:lnTo>
                    <a:pt x="1111961" y="133540"/>
                  </a:lnTo>
                  <a:lnTo>
                    <a:pt x="1079004" y="160020"/>
                  </a:lnTo>
                  <a:lnTo>
                    <a:pt x="1083576" y="164592"/>
                  </a:lnTo>
                  <a:lnTo>
                    <a:pt x="1127201" y="139636"/>
                  </a:lnTo>
                  <a:lnTo>
                    <a:pt x="1153680" y="111252"/>
                  </a:lnTo>
                  <a:lnTo>
                    <a:pt x="1172743" y="62826"/>
                  </a:lnTo>
                  <a:lnTo>
                    <a:pt x="1175016" y="45720"/>
                  </a:lnTo>
                  <a:lnTo>
                    <a:pt x="1243596" y="45720"/>
                  </a:lnTo>
                  <a:lnTo>
                    <a:pt x="1241882" y="91440"/>
                  </a:lnTo>
                  <a:lnTo>
                    <a:pt x="1231404" y="126492"/>
                  </a:lnTo>
                  <a:lnTo>
                    <a:pt x="1222260" y="126492"/>
                  </a:lnTo>
                  <a:lnTo>
                    <a:pt x="1195247" y="122428"/>
                  </a:lnTo>
                  <a:lnTo>
                    <a:pt x="1182636" y="120396"/>
                  </a:lnTo>
                  <a:lnTo>
                    <a:pt x="1181112" y="126492"/>
                  </a:lnTo>
                  <a:lnTo>
                    <a:pt x="1199984" y="133616"/>
                  </a:lnTo>
                  <a:lnTo>
                    <a:pt x="1213307" y="141160"/>
                  </a:lnTo>
                  <a:lnTo>
                    <a:pt x="1221181" y="148996"/>
                  </a:lnTo>
                  <a:lnTo>
                    <a:pt x="1223784" y="156972"/>
                  </a:lnTo>
                  <a:lnTo>
                    <a:pt x="1234084" y="152641"/>
                  </a:lnTo>
                  <a:lnTo>
                    <a:pt x="1259154" y="126492"/>
                  </a:lnTo>
                  <a:lnTo>
                    <a:pt x="1260449" y="121996"/>
                  </a:lnTo>
                  <a:lnTo>
                    <a:pt x="1261884" y="114300"/>
                  </a:lnTo>
                  <a:lnTo>
                    <a:pt x="1263878" y="104305"/>
                  </a:lnTo>
                  <a:lnTo>
                    <a:pt x="1265313" y="90297"/>
                  </a:lnTo>
                  <a:lnTo>
                    <a:pt x="1266139" y="72961"/>
                  </a:lnTo>
                  <a:lnTo>
                    <a:pt x="1266215" y="68580"/>
                  </a:lnTo>
                  <a:lnTo>
                    <a:pt x="1266456" y="50292"/>
                  </a:lnTo>
                  <a:lnTo>
                    <a:pt x="1272324" y="45720"/>
                  </a:lnTo>
                  <a:lnTo>
                    <a:pt x="1280172" y="39624"/>
                  </a:lnTo>
                  <a:close/>
                </a:path>
                <a:path w="2185670" h="411480">
                  <a:moveTo>
                    <a:pt x="1299984" y="298704"/>
                  </a:moveTo>
                  <a:lnTo>
                    <a:pt x="1271028" y="268224"/>
                  </a:lnTo>
                  <a:lnTo>
                    <a:pt x="1249692" y="288036"/>
                  </a:lnTo>
                  <a:lnTo>
                    <a:pt x="1200924" y="288036"/>
                  </a:lnTo>
                  <a:lnTo>
                    <a:pt x="1200924" y="225552"/>
                  </a:lnTo>
                  <a:lnTo>
                    <a:pt x="1278648" y="225552"/>
                  </a:lnTo>
                  <a:lnTo>
                    <a:pt x="1268539" y="214884"/>
                  </a:lnTo>
                  <a:lnTo>
                    <a:pt x="1251216" y="196596"/>
                  </a:lnTo>
                  <a:lnTo>
                    <a:pt x="1231404" y="214884"/>
                  </a:lnTo>
                  <a:lnTo>
                    <a:pt x="1200924" y="214884"/>
                  </a:lnTo>
                  <a:lnTo>
                    <a:pt x="1200924" y="175260"/>
                  </a:lnTo>
                  <a:lnTo>
                    <a:pt x="1214640" y="164592"/>
                  </a:lnTo>
                  <a:lnTo>
                    <a:pt x="1176540" y="146304"/>
                  </a:lnTo>
                  <a:lnTo>
                    <a:pt x="1178064" y="214884"/>
                  </a:lnTo>
                  <a:lnTo>
                    <a:pt x="1133868" y="214884"/>
                  </a:lnTo>
                  <a:lnTo>
                    <a:pt x="1146060" y="187452"/>
                  </a:lnTo>
                  <a:lnTo>
                    <a:pt x="1162824" y="178308"/>
                  </a:lnTo>
                  <a:lnTo>
                    <a:pt x="1129296" y="158496"/>
                  </a:lnTo>
                  <a:lnTo>
                    <a:pt x="1127315" y="169646"/>
                  </a:lnTo>
                  <a:lnTo>
                    <a:pt x="1123772" y="182499"/>
                  </a:lnTo>
                  <a:lnTo>
                    <a:pt x="1118793" y="197078"/>
                  </a:lnTo>
                  <a:lnTo>
                    <a:pt x="1112532" y="213360"/>
                  </a:lnTo>
                  <a:lnTo>
                    <a:pt x="1106258" y="230174"/>
                  </a:lnTo>
                  <a:lnTo>
                    <a:pt x="1099007" y="246126"/>
                  </a:lnTo>
                  <a:lnTo>
                    <a:pt x="1090879" y="260946"/>
                  </a:lnTo>
                  <a:lnTo>
                    <a:pt x="1082052" y="274320"/>
                  </a:lnTo>
                  <a:lnTo>
                    <a:pt x="1086624" y="277368"/>
                  </a:lnTo>
                  <a:lnTo>
                    <a:pt x="1097165" y="267995"/>
                  </a:lnTo>
                  <a:lnTo>
                    <a:pt x="1108151" y="256032"/>
                  </a:lnTo>
                  <a:lnTo>
                    <a:pt x="1119403" y="241795"/>
                  </a:lnTo>
                  <a:lnTo>
                    <a:pt x="1130820" y="225552"/>
                  </a:lnTo>
                  <a:lnTo>
                    <a:pt x="1178064" y="225552"/>
                  </a:lnTo>
                  <a:lnTo>
                    <a:pt x="1178064" y="288036"/>
                  </a:lnTo>
                  <a:lnTo>
                    <a:pt x="1075956" y="288036"/>
                  </a:lnTo>
                  <a:lnTo>
                    <a:pt x="1091196" y="304800"/>
                  </a:lnTo>
                  <a:lnTo>
                    <a:pt x="1100836" y="301929"/>
                  </a:lnTo>
                  <a:lnTo>
                    <a:pt x="1111199" y="300037"/>
                  </a:lnTo>
                  <a:lnTo>
                    <a:pt x="1121841" y="299021"/>
                  </a:lnTo>
                  <a:lnTo>
                    <a:pt x="1132344" y="298704"/>
                  </a:lnTo>
                  <a:lnTo>
                    <a:pt x="1178064" y="298704"/>
                  </a:lnTo>
                  <a:lnTo>
                    <a:pt x="1177950" y="349758"/>
                  </a:lnTo>
                  <a:lnTo>
                    <a:pt x="1177861" y="364363"/>
                  </a:lnTo>
                  <a:lnTo>
                    <a:pt x="1177391" y="390029"/>
                  </a:lnTo>
                  <a:lnTo>
                    <a:pt x="1176540" y="409956"/>
                  </a:lnTo>
                  <a:lnTo>
                    <a:pt x="1202448" y="397764"/>
                  </a:lnTo>
                  <a:lnTo>
                    <a:pt x="1201585" y="381723"/>
                  </a:lnTo>
                  <a:lnTo>
                    <a:pt x="1201115" y="359092"/>
                  </a:lnTo>
                  <a:lnTo>
                    <a:pt x="1200988" y="339661"/>
                  </a:lnTo>
                  <a:lnTo>
                    <a:pt x="1200924" y="298704"/>
                  </a:lnTo>
                  <a:lnTo>
                    <a:pt x="1299984" y="298704"/>
                  </a:lnTo>
                  <a:close/>
                </a:path>
                <a:path w="2185670" h="411480">
                  <a:moveTo>
                    <a:pt x="1429778" y="57175"/>
                  </a:moveTo>
                  <a:lnTo>
                    <a:pt x="1400759" y="24765"/>
                  </a:lnTo>
                  <a:lnTo>
                    <a:pt x="1374660" y="9144"/>
                  </a:lnTo>
                  <a:lnTo>
                    <a:pt x="1370088" y="12192"/>
                  </a:lnTo>
                  <a:lnTo>
                    <a:pt x="1381493" y="29654"/>
                  </a:lnTo>
                  <a:lnTo>
                    <a:pt x="1390472" y="45529"/>
                  </a:lnTo>
                  <a:lnTo>
                    <a:pt x="1396873" y="59994"/>
                  </a:lnTo>
                  <a:lnTo>
                    <a:pt x="1400568" y="73152"/>
                  </a:lnTo>
                  <a:lnTo>
                    <a:pt x="1402092" y="83820"/>
                  </a:lnTo>
                  <a:lnTo>
                    <a:pt x="1406664" y="89916"/>
                  </a:lnTo>
                  <a:lnTo>
                    <a:pt x="1412760" y="89916"/>
                  </a:lnTo>
                  <a:lnTo>
                    <a:pt x="1417332" y="88392"/>
                  </a:lnTo>
                  <a:lnTo>
                    <a:pt x="1426476" y="79248"/>
                  </a:lnTo>
                  <a:lnTo>
                    <a:pt x="1429524" y="73152"/>
                  </a:lnTo>
                  <a:lnTo>
                    <a:pt x="1429524" y="64008"/>
                  </a:lnTo>
                  <a:lnTo>
                    <a:pt x="1429778" y="57175"/>
                  </a:lnTo>
                  <a:close/>
                </a:path>
                <a:path w="2185670" h="411480">
                  <a:moveTo>
                    <a:pt x="1604784" y="51816"/>
                  </a:moveTo>
                  <a:lnTo>
                    <a:pt x="1567370" y="17741"/>
                  </a:lnTo>
                  <a:lnTo>
                    <a:pt x="1549920" y="9144"/>
                  </a:lnTo>
                  <a:lnTo>
                    <a:pt x="1546872" y="12192"/>
                  </a:lnTo>
                  <a:lnTo>
                    <a:pt x="1557388" y="27609"/>
                  </a:lnTo>
                  <a:lnTo>
                    <a:pt x="1565922" y="41719"/>
                  </a:lnTo>
                  <a:lnTo>
                    <a:pt x="1572158" y="54419"/>
                  </a:lnTo>
                  <a:lnTo>
                    <a:pt x="1575828" y="65532"/>
                  </a:lnTo>
                  <a:lnTo>
                    <a:pt x="1578876" y="76200"/>
                  </a:lnTo>
                  <a:lnTo>
                    <a:pt x="1581924" y="80772"/>
                  </a:lnTo>
                  <a:lnTo>
                    <a:pt x="1586496" y="80772"/>
                  </a:lnTo>
                  <a:lnTo>
                    <a:pt x="1588020" y="79248"/>
                  </a:lnTo>
                  <a:lnTo>
                    <a:pt x="1597164" y="73152"/>
                  </a:lnTo>
                  <a:lnTo>
                    <a:pt x="1600212" y="67056"/>
                  </a:lnTo>
                  <a:lnTo>
                    <a:pt x="1601736" y="59436"/>
                  </a:lnTo>
                  <a:lnTo>
                    <a:pt x="1604784" y="51816"/>
                  </a:lnTo>
                  <a:close/>
                </a:path>
                <a:path w="2185670" h="411480">
                  <a:moveTo>
                    <a:pt x="1731276" y="108204"/>
                  </a:moveTo>
                  <a:lnTo>
                    <a:pt x="1699272" y="68580"/>
                  </a:lnTo>
                  <a:lnTo>
                    <a:pt x="1673364" y="97536"/>
                  </a:lnTo>
                  <a:lnTo>
                    <a:pt x="1463052" y="97536"/>
                  </a:lnTo>
                  <a:lnTo>
                    <a:pt x="1478292" y="112776"/>
                  </a:lnTo>
                  <a:lnTo>
                    <a:pt x="1488020" y="110782"/>
                  </a:lnTo>
                  <a:lnTo>
                    <a:pt x="1496771" y="109347"/>
                  </a:lnTo>
                  <a:lnTo>
                    <a:pt x="1504645" y="108496"/>
                  </a:lnTo>
                  <a:lnTo>
                    <a:pt x="1511820" y="108204"/>
                  </a:lnTo>
                  <a:lnTo>
                    <a:pt x="1627644" y="108204"/>
                  </a:lnTo>
                  <a:lnTo>
                    <a:pt x="1622780" y="132499"/>
                  </a:lnTo>
                  <a:lnTo>
                    <a:pt x="1615071" y="157353"/>
                  </a:lnTo>
                  <a:lnTo>
                    <a:pt x="1604492" y="182791"/>
                  </a:lnTo>
                  <a:lnTo>
                    <a:pt x="1591068" y="208788"/>
                  </a:lnTo>
                  <a:lnTo>
                    <a:pt x="1573999" y="195643"/>
                  </a:lnTo>
                  <a:lnTo>
                    <a:pt x="1552587" y="181165"/>
                  </a:lnTo>
                  <a:lnTo>
                    <a:pt x="1527200" y="165290"/>
                  </a:lnTo>
                  <a:lnTo>
                    <a:pt x="1498104" y="147828"/>
                  </a:lnTo>
                  <a:lnTo>
                    <a:pt x="1495056" y="152400"/>
                  </a:lnTo>
                  <a:lnTo>
                    <a:pt x="1516507" y="168960"/>
                  </a:lnTo>
                  <a:lnTo>
                    <a:pt x="1537538" y="186499"/>
                  </a:lnTo>
                  <a:lnTo>
                    <a:pt x="1558277" y="204914"/>
                  </a:lnTo>
                  <a:lnTo>
                    <a:pt x="1578876" y="224028"/>
                  </a:lnTo>
                  <a:lnTo>
                    <a:pt x="1558848" y="249415"/>
                  </a:lnTo>
                  <a:lnTo>
                    <a:pt x="1532966" y="275082"/>
                  </a:lnTo>
                  <a:lnTo>
                    <a:pt x="1501076" y="300761"/>
                  </a:lnTo>
                  <a:lnTo>
                    <a:pt x="1463052" y="326136"/>
                  </a:lnTo>
                  <a:lnTo>
                    <a:pt x="1466100" y="332232"/>
                  </a:lnTo>
                  <a:lnTo>
                    <a:pt x="1502651" y="315353"/>
                  </a:lnTo>
                  <a:lnTo>
                    <a:pt x="1536776" y="294322"/>
                  </a:lnTo>
                  <a:lnTo>
                    <a:pt x="1568323" y="269011"/>
                  </a:lnTo>
                  <a:lnTo>
                    <a:pt x="1597164" y="239268"/>
                  </a:lnTo>
                  <a:lnTo>
                    <a:pt x="1605445" y="246938"/>
                  </a:lnTo>
                  <a:lnTo>
                    <a:pt x="1633740" y="277368"/>
                  </a:lnTo>
                  <a:lnTo>
                    <a:pt x="1660309" y="309943"/>
                  </a:lnTo>
                  <a:lnTo>
                    <a:pt x="1671840" y="329184"/>
                  </a:lnTo>
                  <a:lnTo>
                    <a:pt x="1676412" y="335280"/>
                  </a:lnTo>
                  <a:lnTo>
                    <a:pt x="1690954" y="304787"/>
                  </a:lnTo>
                  <a:lnTo>
                    <a:pt x="1688795" y="295465"/>
                  </a:lnTo>
                  <a:lnTo>
                    <a:pt x="1664030" y="265582"/>
                  </a:lnTo>
                  <a:lnTo>
                    <a:pt x="1632635" y="239268"/>
                  </a:lnTo>
                  <a:lnTo>
                    <a:pt x="1610880" y="222504"/>
                  </a:lnTo>
                  <a:lnTo>
                    <a:pt x="1618018" y="208788"/>
                  </a:lnTo>
                  <a:lnTo>
                    <a:pt x="1624876" y="195643"/>
                  </a:lnTo>
                  <a:lnTo>
                    <a:pt x="1637169" y="167640"/>
                  </a:lnTo>
                  <a:lnTo>
                    <a:pt x="1647736" y="138493"/>
                  </a:lnTo>
                  <a:lnTo>
                    <a:pt x="1656600" y="108204"/>
                  </a:lnTo>
                  <a:lnTo>
                    <a:pt x="1731276" y="108204"/>
                  </a:lnTo>
                  <a:close/>
                </a:path>
                <a:path w="2185670" h="411480">
                  <a:moveTo>
                    <a:pt x="1741944" y="356616"/>
                  </a:moveTo>
                  <a:lnTo>
                    <a:pt x="1700987" y="359473"/>
                  </a:lnTo>
                  <a:lnTo>
                    <a:pt x="1679143" y="360692"/>
                  </a:lnTo>
                  <a:lnTo>
                    <a:pt x="1656600" y="361188"/>
                  </a:lnTo>
                  <a:lnTo>
                    <a:pt x="1632280" y="362051"/>
                  </a:lnTo>
                  <a:lnTo>
                    <a:pt x="1607261" y="362331"/>
                  </a:lnTo>
                  <a:lnTo>
                    <a:pt x="1581365" y="362051"/>
                  </a:lnTo>
                  <a:lnTo>
                    <a:pt x="1554492" y="361188"/>
                  </a:lnTo>
                  <a:lnTo>
                    <a:pt x="1507820" y="355473"/>
                  </a:lnTo>
                  <a:lnTo>
                    <a:pt x="1460588" y="334886"/>
                  </a:lnTo>
                  <a:lnTo>
                    <a:pt x="1440548" y="320040"/>
                  </a:lnTo>
                  <a:lnTo>
                    <a:pt x="1438351" y="318262"/>
                  </a:lnTo>
                  <a:lnTo>
                    <a:pt x="1429524" y="309372"/>
                  </a:lnTo>
                  <a:lnTo>
                    <a:pt x="1429524" y="170688"/>
                  </a:lnTo>
                  <a:lnTo>
                    <a:pt x="1438833" y="163068"/>
                  </a:lnTo>
                  <a:lnTo>
                    <a:pt x="1446288" y="156972"/>
                  </a:lnTo>
                  <a:lnTo>
                    <a:pt x="1415808" y="134112"/>
                  </a:lnTo>
                  <a:lnTo>
                    <a:pt x="1403616" y="152400"/>
                  </a:lnTo>
                  <a:lnTo>
                    <a:pt x="1335036" y="152400"/>
                  </a:lnTo>
                  <a:lnTo>
                    <a:pt x="1350276" y="169164"/>
                  </a:lnTo>
                  <a:lnTo>
                    <a:pt x="1359700" y="166293"/>
                  </a:lnTo>
                  <a:lnTo>
                    <a:pt x="1369707" y="164401"/>
                  </a:lnTo>
                  <a:lnTo>
                    <a:pt x="1380274" y="163385"/>
                  </a:lnTo>
                  <a:lnTo>
                    <a:pt x="1391424" y="163068"/>
                  </a:lnTo>
                  <a:lnTo>
                    <a:pt x="1406664" y="163068"/>
                  </a:lnTo>
                  <a:lnTo>
                    <a:pt x="1406664" y="307848"/>
                  </a:lnTo>
                  <a:lnTo>
                    <a:pt x="1387538" y="316166"/>
                  </a:lnTo>
                  <a:lnTo>
                    <a:pt x="1369136" y="325183"/>
                  </a:lnTo>
                  <a:lnTo>
                    <a:pt x="1351584" y="335076"/>
                  </a:lnTo>
                  <a:lnTo>
                    <a:pt x="1335036" y="345948"/>
                  </a:lnTo>
                  <a:lnTo>
                    <a:pt x="1360944" y="371856"/>
                  </a:lnTo>
                  <a:lnTo>
                    <a:pt x="1365224" y="364693"/>
                  </a:lnTo>
                  <a:lnTo>
                    <a:pt x="1371231" y="356806"/>
                  </a:lnTo>
                  <a:lnTo>
                    <a:pt x="1398041" y="329476"/>
                  </a:lnTo>
                  <a:lnTo>
                    <a:pt x="1417332" y="320040"/>
                  </a:lnTo>
                  <a:lnTo>
                    <a:pt x="1422488" y="322948"/>
                  </a:lnTo>
                  <a:lnTo>
                    <a:pt x="1428953" y="327279"/>
                  </a:lnTo>
                  <a:lnTo>
                    <a:pt x="1436827" y="333336"/>
                  </a:lnTo>
                  <a:lnTo>
                    <a:pt x="1446288" y="341376"/>
                  </a:lnTo>
                  <a:lnTo>
                    <a:pt x="1455432" y="350240"/>
                  </a:lnTo>
                  <a:lnTo>
                    <a:pt x="1466862" y="358521"/>
                  </a:lnTo>
                  <a:lnTo>
                    <a:pt x="1513725" y="378764"/>
                  </a:lnTo>
                  <a:lnTo>
                    <a:pt x="1554873" y="386676"/>
                  </a:lnTo>
                  <a:lnTo>
                    <a:pt x="1605495" y="390626"/>
                  </a:lnTo>
                  <a:lnTo>
                    <a:pt x="1668449" y="392912"/>
                  </a:lnTo>
                  <a:lnTo>
                    <a:pt x="1705368" y="393192"/>
                  </a:lnTo>
                  <a:lnTo>
                    <a:pt x="1707654" y="383501"/>
                  </a:lnTo>
                  <a:lnTo>
                    <a:pt x="1714512" y="375094"/>
                  </a:lnTo>
                  <a:lnTo>
                    <a:pt x="1725942" y="368122"/>
                  </a:lnTo>
                  <a:lnTo>
                    <a:pt x="1741944" y="362712"/>
                  </a:lnTo>
                  <a:lnTo>
                    <a:pt x="1741944" y="362331"/>
                  </a:lnTo>
                  <a:lnTo>
                    <a:pt x="1741944" y="356616"/>
                  </a:lnTo>
                  <a:close/>
                </a:path>
                <a:path w="2185670" h="411480">
                  <a:moveTo>
                    <a:pt x="2008632" y="147828"/>
                  </a:moveTo>
                  <a:lnTo>
                    <a:pt x="1967484" y="124968"/>
                  </a:lnTo>
                  <a:lnTo>
                    <a:pt x="1967725" y="145859"/>
                  </a:lnTo>
                  <a:lnTo>
                    <a:pt x="1968779" y="183057"/>
                  </a:lnTo>
                  <a:lnTo>
                    <a:pt x="1968957" y="195795"/>
                  </a:lnTo>
                  <a:lnTo>
                    <a:pt x="1969008" y="313944"/>
                  </a:lnTo>
                  <a:lnTo>
                    <a:pt x="1968779" y="331114"/>
                  </a:lnTo>
                  <a:lnTo>
                    <a:pt x="1968246" y="352996"/>
                  </a:lnTo>
                  <a:lnTo>
                    <a:pt x="1967725" y="379742"/>
                  </a:lnTo>
                  <a:lnTo>
                    <a:pt x="1967484" y="411480"/>
                  </a:lnTo>
                  <a:lnTo>
                    <a:pt x="1996440" y="394716"/>
                  </a:lnTo>
                  <a:lnTo>
                    <a:pt x="1995563" y="378104"/>
                  </a:lnTo>
                  <a:lnTo>
                    <a:pt x="1995106" y="362331"/>
                  </a:lnTo>
                  <a:lnTo>
                    <a:pt x="1995004" y="352996"/>
                  </a:lnTo>
                  <a:lnTo>
                    <a:pt x="1994916" y="158496"/>
                  </a:lnTo>
                  <a:lnTo>
                    <a:pt x="2008632" y="147828"/>
                  </a:lnTo>
                  <a:close/>
                </a:path>
                <a:path w="2185670" h="411480">
                  <a:moveTo>
                    <a:pt x="2185416" y="181356"/>
                  </a:moveTo>
                  <a:lnTo>
                    <a:pt x="2137791" y="166306"/>
                  </a:lnTo>
                  <a:lnTo>
                    <a:pt x="2087880" y="138684"/>
                  </a:lnTo>
                  <a:lnTo>
                    <a:pt x="2037969" y="93726"/>
                  </a:lnTo>
                  <a:lnTo>
                    <a:pt x="1997671" y="41148"/>
                  </a:lnTo>
                  <a:lnTo>
                    <a:pt x="1990344" y="30480"/>
                  </a:lnTo>
                  <a:lnTo>
                    <a:pt x="2005584" y="21336"/>
                  </a:lnTo>
                  <a:lnTo>
                    <a:pt x="1969008" y="0"/>
                  </a:lnTo>
                  <a:lnTo>
                    <a:pt x="1958111" y="27127"/>
                  </a:lnTo>
                  <a:lnTo>
                    <a:pt x="1943481" y="55816"/>
                  </a:lnTo>
                  <a:lnTo>
                    <a:pt x="1901952" y="117348"/>
                  </a:lnTo>
                  <a:lnTo>
                    <a:pt x="1875358" y="148526"/>
                  </a:lnTo>
                  <a:lnTo>
                    <a:pt x="1845754" y="175831"/>
                  </a:lnTo>
                  <a:lnTo>
                    <a:pt x="1813013" y="199440"/>
                  </a:lnTo>
                  <a:lnTo>
                    <a:pt x="1776984" y="219456"/>
                  </a:lnTo>
                  <a:lnTo>
                    <a:pt x="1778508" y="225552"/>
                  </a:lnTo>
                  <a:lnTo>
                    <a:pt x="1814258" y="209842"/>
                  </a:lnTo>
                  <a:lnTo>
                    <a:pt x="1874316" y="173266"/>
                  </a:lnTo>
                  <a:lnTo>
                    <a:pt x="1921459" y="130098"/>
                  </a:lnTo>
                  <a:lnTo>
                    <a:pt x="1964270" y="74612"/>
                  </a:lnTo>
                  <a:lnTo>
                    <a:pt x="1984248" y="41148"/>
                  </a:lnTo>
                  <a:lnTo>
                    <a:pt x="2002536" y="71704"/>
                  </a:lnTo>
                  <a:lnTo>
                    <a:pt x="2039112" y="123659"/>
                  </a:lnTo>
                  <a:lnTo>
                    <a:pt x="2076577" y="162737"/>
                  </a:lnTo>
                  <a:lnTo>
                    <a:pt x="2120633" y="195795"/>
                  </a:lnTo>
                  <a:lnTo>
                    <a:pt x="2145792" y="210312"/>
                  </a:lnTo>
                  <a:lnTo>
                    <a:pt x="2153272" y="201168"/>
                  </a:lnTo>
                  <a:lnTo>
                    <a:pt x="2162175" y="194310"/>
                  </a:lnTo>
                  <a:lnTo>
                    <a:pt x="2172805" y="189738"/>
                  </a:lnTo>
                  <a:lnTo>
                    <a:pt x="2185416" y="187452"/>
                  </a:lnTo>
                  <a:lnTo>
                    <a:pt x="2185416" y="181356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25" name="object 25"/>
          <p:cNvSpPr/>
          <p:nvPr/>
        </p:nvSpPr>
        <p:spPr>
          <a:xfrm>
            <a:off x="7513319" y="2366772"/>
            <a:ext cx="326390" cy="399415"/>
          </a:xfrm>
          <a:custGeom>
            <a:avLst/>
            <a:gdLst/>
            <a:ahLst/>
            <a:cxnLst/>
            <a:rect l="l" t="t" r="r" b="b"/>
            <a:pathLst>
              <a:path w="326390" h="399414">
                <a:moveTo>
                  <a:pt x="76200" y="85344"/>
                </a:moveTo>
                <a:lnTo>
                  <a:pt x="68580" y="85344"/>
                </a:lnTo>
                <a:lnTo>
                  <a:pt x="65532" y="80772"/>
                </a:lnTo>
                <a:lnTo>
                  <a:pt x="62484" y="70104"/>
                </a:lnTo>
                <a:lnTo>
                  <a:pt x="57651" y="56388"/>
                </a:lnTo>
                <a:lnTo>
                  <a:pt x="50292" y="40767"/>
                </a:lnTo>
                <a:lnTo>
                  <a:pt x="40624" y="23383"/>
                </a:lnTo>
                <a:lnTo>
                  <a:pt x="28956" y="4572"/>
                </a:lnTo>
                <a:lnTo>
                  <a:pt x="33528" y="0"/>
                </a:lnTo>
                <a:lnTo>
                  <a:pt x="72104" y="26360"/>
                </a:lnTo>
                <a:lnTo>
                  <a:pt x="91440" y="48768"/>
                </a:lnTo>
                <a:lnTo>
                  <a:pt x="91440" y="60960"/>
                </a:lnTo>
                <a:lnTo>
                  <a:pt x="88392" y="67056"/>
                </a:lnTo>
                <a:lnTo>
                  <a:pt x="79248" y="82296"/>
                </a:lnTo>
                <a:lnTo>
                  <a:pt x="76200" y="85344"/>
                </a:lnTo>
                <a:close/>
              </a:path>
              <a:path w="326390" h="399414">
                <a:moveTo>
                  <a:pt x="146304" y="60960"/>
                </a:moveTo>
                <a:lnTo>
                  <a:pt x="131064" y="45720"/>
                </a:lnTo>
                <a:lnTo>
                  <a:pt x="281940" y="45720"/>
                </a:lnTo>
                <a:lnTo>
                  <a:pt x="295656" y="24384"/>
                </a:lnTo>
                <a:lnTo>
                  <a:pt x="326136" y="48768"/>
                </a:lnTo>
                <a:lnTo>
                  <a:pt x="316822" y="56388"/>
                </a:lnTo>
                <a:lnTo>
                  <a:pt x="188976" y="56388"/>
                </a:lnTo>
                <a:lnTo>
                  <a:pt x="177807" y="56673"/>
                </a:lnTo>
                <a:lnTo>
                  <a:pt x="167068" y="57531"/>
                </a:lnTo>
                <a:lnTo>
                  <a:pt x="156614" y="58959"/>
                </a:lnTo>
                <a:lnTo>
                  <a:pt x="146304" y="60960"/>
                </a:lnTo>
                <a:close/>
              </a:path>
              <a:path w="326390" h="399414">
                <a:moveTo>
                  <a:pt x="308470" y="355092"/>
                </a:moveTo>
                <a:lnTo>
                  <a:pt x="277368" y="355092"/>
                </a:lnTo>
                <a:lnTo>
                  <a:pt x="283464" y="350520"/>
                </a:lnTo>
                <a:lnTo>
                  <a:pt x="283464" y="56388"/>
                </a:lnTo>
                <a:lnTo>
                  <a:pt x="316822" y="56388"/>
                </a:lnTo>
                <a:lnTo>
                  <a:pt x="309372" y="62484"/>
                </a:lnTo>
                <a:lnTo>
                  <a:pt x="309372" y="344424"/>
                </a:lnTo>
                <a:lnTo>
                  <a:pt x="308470" y="355092"/>
                </a:lnTo>
                <a:close/>
              </a:path>
              <a:path w="326390" h="399414">
                <a:moveTo>
                  <a:pt x="0" y="399288"/>
                </a:moveTo>
                <a:lnTo>
                  <a:pt x="814" y="362854"/>
                </a:lnTo>
                <a:lnTo>
                  <a:pt x="931" y="355092"/>
                </a:lnTo>
                <a:lnTo>
                  <a:pt x="1333" y="316992"/>
                </a:lnTo>
                <a:lnTo>
                  <a:pt x="1421" y="154662"/>
                </a:lnTo>
                <a:lnTo>
                  <a:pt x="1320" y="132588"/>
                </a:lnTo>
                <a:lnTo>
                  <a:pt x="881" y="100750"/>
                </a:lnTo>
                <a:lnTo>
                  <a:pt x="0" y="74676"/>
                </a:lnTo>
                <a:lnTo>
                  <a:pt x="44196" y="99060"/>
                </a:lnTo>
                <a:lnTo>
                  <a:pt x="28956" y="109728"/>
                </a:lnTo>
                <a:lnTo>
                  <a:pt x="28956" y="387096"/>
                </a:lnTo>
                <a:lnTo>
                  <a:pt x="0" y="399288"/>
                </a:lnTo>
                <a:close/>
              </a:path>
              <a:path w="326390" h="399414">
                <a:moveTo>
                  <a:pt x="240356" y="152400"/>
                </a:moveTo>
                <a:lnTo>
                  <a:pt x="202692" y="152400"/>
                </a:lnTo>
                <a:lnTo>
                  <a:pt x="214883" y="132588"/>
                </a:lnTo>
                <a:lnTo>
                  <a:pt x="240356" y="152400"/>
                </a:lnTo>
                <a:close/>
              </a:path>
              <a:path w="326390" h="399414">
                <a:moveTo>
                  <a:pt x="82296" y="307848"/>
                </a:moveTo>
                <a:lnTo>
                  <a:pt x="83177" y="283035"/>
                </a:lnTo>
                <a:lnTo>
                  <a:pt x="83629" y="259080"/>
                </a:lnTo>
                <a:lnTo>
                  <a:pt x="83729" y="245364"/>
                </a:lnTo>
                <a:lnTo>
                  <a:pt x="83796" y="195191"/>
                </a:lnTo>
                <a:lnTo>
                  <a:pt x="83629" y="175069"/>
                </a:lnTo>
                <a:lnTo>
                  <a:pt x="83177" y="154662"/>
                </a:lnTo>
                <a:lnTo>
                  <a:pt x="82296" y="134112"/>
                </a:lnTo>
                <a:lnTo>
                  <a:pt x="108204" y="152400"/>
                </a:lnTo>
                <a:lnTo>
                  <a:pt x="240356" y="152400"/>
                </a:lnTo>
                <a:lnTo>
                  <a:pt x="242316" y="153924"/>
                </a:lnTo>
                <a:lnTo>
                  <a:pt x="232029" y="163068"/>
                </a:lnTo>
                <a:lnTo>
                  <a:pt x="108204" y="163068"/>
                </a:lnTo>
                <a:lnTo>
                  <a:pt x="108204" y="265176"/>
                </a:lnTo>
                <a:lnTo>
                  <a:pt x="228778" y="265176"/>
                </a:lnTo>
                <a:lnTo>
                  <a:pt x="228790" y="265938"/>
                </a:lnTo>
                <a:lnTo>
                  <a:pt x="229163" y="275844"/>
                </a:lnTo>
                <a:lnTo>
                  <a:pt x="108204" y="275844"/>
                </a:lnTo>
                <a:lnTo>
                  <a:pt x="108204" y="298704"/>
                </a:lnTo>
                <a:lnTo>
                  <a:pt x="82296" y="307848"/>
                </a:lnTo>
                <a:close/>
              </a:path>
              <a:path w="326390" h="399414">
                <a:moveTo>
                  <a:pt x="228778" y="265176"/>
                </a:moveTo>
                <a:lnTo>
                  <a:pt x="204216" y="265176"/>
                </a:lnTo>
                <a:lnTo>
                  <a:pt x="204216" y="163068"/>
                </a:lnTo>
                <a:lnTo>
                  <a:pt x="232029" y="163068"/>
                </a:lnTo>
                <a:lnTo>
                  <a:pt x="228600" y="166116"/>
                </a:lnTo>
                <a:lnTo>
                  <a:pt x="228685" y="259080"/>
                </a:lnTo>
                <a:lnTo>
                  <a:pt x="228778" y="265176"/>
                </a:lnTo>
                <a:close/>
              </a:path>
              <a:path w="326390" h="399414">
                <a:moveTo>
                  <a:pt x="204216" y="301752"/>
                </a:moveTo>
                <a:lnTo>
                  <a:pt x="204216" y="275844"/>
                </a:lnTo>
                <a:lnTo>
                  <a:pt x="229163" y="275844"/>
                </a:lnTo>
                <a:lnTo>
                  <a:pt x="229242" y="277939"/>
                </a:lnTo>
                <a:lnTo>
                  <a:pt x="230124" y="291083"/>
                </a:lnTo>
                <a:lnTo>
                  <a:pt x="204216" y="301752"/>
                </a:lnTo>
                <a:close/>
              </a:path>
              <a:path w="326390" h="399414">
                <a:moveTo>
                  <a:pt x="266700" y="399288"/>
                </a:moveTo>
                <a:lnTo>
                  <a:pt x="262985" y="384667"/>
                </a:lnTo>
                <a:lnTo>
                  <a:pt x="251841" y="372618"/>
                </a:lnTo>
                <a:lnTo>
                  <a:pt x="233267" y="362854"/>
                </a:lnTo>
                <a:lnTo>
                  <a:pt x="207264" y="355092"/>
                </a:lnTo>
                <a:lnTo>
                  <a:pt x="207264" y="348996"/>
                </a:lnTo>
                <a:lnTo>
                  <a:pt x="253984" y="352425"/>
                </a:lnTo>
                <a:lnTo>
                  <a:pt x="277368" y="355092"/>
                </a:lnTo>
                <a:lnTo>
                  <a:pt x="308470" y="355092"/>
                </a:lnTo>
                <a:lnTo>
                  <a:pt x="307633" y="364998"/>
                </a:lnTo>
                <a:lnTo>
                  <a:pt x="300037" y="381000"/>
                </a:lnTo>
                <a:lnTo>
                  <a:pt x="286440" y="392430"/>
                </a:lnTo>
                <a:lnTo>
                  <a:pt x="266700" y="39928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" name="object 26"/>
          <p:cNvSpPr/>
          <p:nvPr/>
        </p:nvSpPr>
        <p:spPr>
          <a:xfrm>
            <a:off x="7908035" y="2374392"/>
            <a:ext cx="405765" cy="393700"/>
          </a:xfrm>
          <a:custGeom>
            <a:avLst/>
            <a:gdLst/>
            <a:ahLst/>
            <a:cxnLst/>
            <a:rect l="l" t="t" r="r" b="b"/>
            <a:pathLst>
              <a:path w="405765" h="393700">
                <a:moveTo>
                  <a:pt x="217932" y="36576"/>
                </a:moveTo>
                <a:lnTo>
                  <a:pt x="202692" y="21336"/>
                </a:lnTo>
                <a:lnTo>
                  <a:pt x="353568" y="21336"/>
                </a:lnTo>
                <a:lnTo>
                  <a:pt x="374904" y="0"/>
                </a:lnTo>
                <a:lnTo>
                  <a:pt x="402336" y="32004"/>
                </a:lnTo>
                <a:lnTo>
                  <a:pt x="259080" y="32004"/>
                </a:lnTo>
                <a:lnTo>
                  <a:pt x="247935" y="32289"/>
                </a:lnTo>
                <a:lnTo>
                  <a:pt x="237363" y="33147"/>
                </a:lnTo>
                <a:lnTo>
                  <a:pt x="227361" y="34575"/>
                </a:lnTo>
                <a:lnTo>
                  <a:pt x="217932" y="36576"/>
                </a:lnTo>
                <a:close/>
              </a:path>
              <a:path w="405765" h="393700">
                <a:moveTo>
                  <a:pt x="189846" y="19812"/>
                </a:moveTo>
                <a:lnTo>
                  <a:pt x="155448" y="19812"/>
                </a:lnTo>
                <a:lnTo>
                  <a:pt x="167640" y="1524"/>
                </a:lnTo>
                <a:lnTo>
                  <a:pt x="189846" y="19812"/>
                </a:lnTo>
                <a:close/>
              </a:path>
              <a:path w="405765" h="393700">
                <a:moveTo>
                  <a:pt x="51816" y="169164"/>
                </a:moveTo>
                <a:lnTo>
                  <a:pt x="53911" y="127825"/>
                </a:lnTo>
                <a:lnTo>
                  <a:pt x="54789" y="79248"/>
                </a:lnTo>
                <a:lnTo>
                  <a:pt x="54594" y="63722"/>
                </a:lnTo>
                <a:lnTo>
                  <a:pt x="53911" y="43243"/>
                </a:lnTo>
                <a:lnTo>
                  <a:pt x="52935" y="23407"/>
                </a:lnTo>
                <a:lnTo>
                  <a:pt x="51816" y="4572"/>
                </a:lnTo>
                <a:lnTo>
                  <a:pt x="76200" y="19812"/>
                </a:lnTo>
                <a:lnTo>
                  <a:pt x="189846" y="19812"/>
                </a:lnTo>
                <a:lnTo>
                  <a:pt x="193548" y="22860"/>
                </a:lnTo>
                <a:lnTo>
                  <a:pt x="186581" y="28956"/>
                </a:lnTo>
                <a:lnTo>
                  <a:pt x="76200" y="28956"/>
                </a:lnTo>
                <a:lnTo>
                  <a:pt x="76200" y="79248"/>
                </a:lnTo>
                <a:lnTo>
                  <a:pt x="181422" y="79248"/>
                </a:lnTo>
                <a:lnTo>
                  <a:pt x="181477" y="89916"/>
                </a:lnTo>
                <a:lnTo>
                  <a:pt x="76200" y="89916"/>
                </a:lnTo>
                <a:lnTo>
                  <a:pt x="76200" y="138684"/>
                </a:lnTo>
                <a:lnTo>
                  <a:pt x="182330" y="138684"/>
                </a:lnTo>
                <a:lnTo>
                  <a:pt x="182757" y="149352"/>
                </a:lnTo>
                <a:lnTo>
                  <a:pt x="76200" y="149352"/>
                </a:lnTo>
                <a:lnTo>
                  <a:pt x="76200" y="160020"/>
                </a:lnTo>
                <a:lnTo>
                  <a:pt x="51816" y="169164"/>
                </a:lnTo>
                <a:close/>
              </a:path>
              <a:path w="405765" h="393700">
                <a:moveTo>
                  <a:pt x="181422" y="79248"/>
                </a:moveTo>
                <a:lnTo>
                  <a:pt x="158496" y="79248"/>
                </a:lnTo>
                <a:lnTo>
                  <a:pt x="158496" y="28956"/>
                </a:lnTo>
                <a:lnTo>
                  <a:pt x="186581" y="28956"/>
                </a:lnTo>
                <a:lnTo>
                  <a:pt x="181356" y="33528"/>
                </a:lnTo>
                <a:lnTo>
                  <a:pt x="181422" y="79248"/>
                </a:lnTo>
                <a:close/>
              </a:path>
              <a:path w="405765" h="393700">
                <a:moveTo>
                  <a:pt x="280416" y="82296"/>
                </a:moveTo>
                <a:lnTo>
                  <a:pt x="271272" y="82296"/>
                </a:lnTo>
                <a:lnTo>
                  <a:pt x="274415" y="68865"/>
                </a:lnTo>
                <a:lnTo>
                  <a:pt x="276987" y="56007"/>
                </a:lnTo>
                <a:lnTo>
                  <a:pt x="278987" y="43719"/>
                </a:lnTo>
                <a:lnTo>
                  <a:pt x="280416" y="32004"/>
                </a:lnTo>
                <a:lnTo>
                  <a:pt x="309372" y="32004"/>
                </a:lnTo>
                <a:lnTo>
                  <a:pt x="305061" y="38576"/>
                </a:lnTo>
                <a:lnTo>
                  <a:pt x="298894" y="49149"/>
                </a:lnTo>
                <a:lnTo>
                  <a:pt x="290607" y="63936"/>
                </a:lnTo>
                <a:lnTo>
                  <a:pt x="280416" y="82296"/>
                </a:lnTo>
                <a:close/>
              </a:path>
              <a:path w="405765" h="393700">
                <a:moveTo>
                  <a:pt x="380062" y="82296"/>
                </a:moveTo>
                <a:lnTo>
                  <a:pt x="345948" y="82296"/>
                </a:lnTo>
                <a:lnTo>
                  <a:pt x="358140" y="65532"/>
                </a:lnTo>
                <a:lnTo>
                  <a:pt x="380062" y="82296"/>
                </a:lnTo>
                <a:close/>
              </a:path>
              <a:path w="405765" h="393700">
                <a:moveTo>
                  <a:pt x="224028" y="249936"/>
                </a:moveTo>
                <a:lnTo>
                  <a:pt x="226123" y="209740"/>
                </a:lnTo>
                <a:lnTo>
                  <a:pt x="226985" y="152400"/>
                </a:lnTo>
                <a:lnTo>
                  <a:pt x="226814" y="135207"/>
                </a:lnTo>
                <a:lnTo>
                  <a:pt x="226123" y="110871"/>
                </a:lnTo>
                <a:lnTo>
                  <a:pt x="225147" y="88249"/>
                </a:lnTo>
                <a:lnTo>
                  <a:pt x="224028" y="67056"/>
                </a:lnTo>
                <a:lnTo>
                  <a:pt x="248412" y="82296"/>
                </a:lnTo>
                <a:lnTo>
                  <a:pt x="380062" y="82296"/>
                </a:lnTo>
                <a:lnTo>
                  <a:pt x="384048" y="85344"/>
                </a:lnTo>
                <a:lnTo>
                  <a:pt x="377081" y="91440"/>
                </a:lnTo>
                <a:lnTo>
                  <a:pt x="248412" y="91440"/>
                </a:lnTo>
                <a:lnTo>
                  <a:pt x="248412" y="236220"/>
                </a:lnTo>
                <a:lnTo>
                  <a:pt x="224028" y="249936"/>
                </a:lnTo>
                <a:close/>
              </a:path>
              <a:path w="405765" h="393700">
                <a:moveTo>
                  <a:pt x="182330" y="138684"/>
                </a:moveTo>
                <a:lnTo>
                  <a:pt x="158496" y="138684"/>
                </a:lnTo>
                <a:lnTo>
                  <a:pt x="158496" y="89916"/>
                </a:lnTo>
                <a:lnTo>
                  <a:pt x="181477" y="89916"/>
                </a:lnTo>
                <a:lnTo>
                  <a:pt x="181546" y="103251"/>
                </a:lnTo>
                <a:lnTo>
                  <a:pt x="181998" y="130397"/>
                </a:lnTo>
                <a:lnTo>
                  <a:pt x="182330" y="138684"/>
                </a:lnTo>
                <a:close/>
              </a:path>
              <a:path w="405765" h="393700">
                <a:moveTo>
                  <a:pt x="350520" y="245363"/>
                </a:moveTo>
                <a:lnTo>
                  <a:pt x="350520" y="91440"/>
                </a:lnTo>
                <a:lnTo>
                  <a:pt x="377081" y="91440"/>
                </a:lnTo>
                <a:lnTo>
                  <a:pt x="371856" y="96012"/>
                </a:lnTo>
                <a:lnTo>
                  <a:pt x="371958" y="183094"/>
                </a:lnTo>
                <a:lnTo>
                  <a:pt x="372117" y="188166"/>
                </a:lnTo>
                <a:lnTo>
                  <a:pt x="372877" y="200691"/>
                </a:lnTo>
                <a:lnTo>
                  <a:pt x="373804" y="214884"/>
                </a:lnTo>
                <a:lnTo>
                  <a:pt x="374904" y="233172"/>
                </a:lnTo>
                <a:lnTo>
                  <a:pt x="350520" y="245363"/>
                </a:lnTo>
                <a:close/>
              </a:path>
              <a:path w="405765" h="393700">
                <a:moveTo>
                  <a:pt x="192024" y="345948"/>
                </a:moveTo>
                <a:lnTo>
                  <a:pt x="187452" y="341376"/>
                </a:lnTo>
                <a:lnTo>
                  <a:pt x="211740" y="327398"/>
                </a:lnTo>
                <a:lnTo>
                  <a:pt x="232029" y="312991"/>
                </a:lnTo>
                <a:lnTo>
                  <a:pt x="260604" y="283463"/>
                </a:lnTo>
                <a:lnTo>
                  <a:pt x="280320" y="231814"/>
                </a:lnTo>
                <a:lnTo>
                  <a:pt x="284321" y="189809"/>
                </a:lnTo>
                <a:lnTo>
                  <a:pt x="284540" y="161544"/>
                </a:lnTo>
                <a:lnTo>
                  <a:pt x="284321" y="143470"/>
                </a:lnTo>
                <a:lnTo>
                  <a:pt x="283464" y="118872"/>
                </a:lnTo>
                <a:lnTo>
                  <a:pt x="321564" y="137160"/>
                </a:lnTo>
                <a:lnTo>
                  <a:pt x="307848" y="149352"/>
                </a:lnTo>
                <a:lnTo>
                  <a:pt x="307276" y="183094"/>
                </a:lnTo>
                <a:lnTo>
                  <a:pt x="305562" y="211264"/>
                </a:lnTo>
                <a:lnTo>
                  <a:pt x="298704" y="251460"/>
                </a:lnTo>
                <a:lnTo>
                  <a:pt x="276844" y="291965"/>
                </a:lnTo>
                <a:lnTo>
                  <a:pt x="234315" y="326517"/>
                </a:lnTo>
                <a:lnTo>
                  <a:pt x="214598" y="336518"/>
                </a:lnTo>
                <a:lnTo>
                  <a:pt x="192024" y="345948"/>
                </a:lnTo>
                <a:close/>
              </a:path>
              <a:path w="405765" h="393700">
                <a:moveTo>
                  <a:pt x="158496" y="164592"/>
                </a:moveTo>
                <a:lnTo>
                  <a:pt x="158496" y="149352"/>
                </a:lnTo>
                <a:lnTo>
                  <a:pt x="182757" y="149352"/>
                </a:lnTo>
                <a:lnTo>
                  <a:pt x="182880" y="152400"/>
                </a:lnTo>
                <a:lnTo>
                  <a:pt x="158496" y="164592"/>
                </a:lnTo>
                <a:close/>
              </a:path>
              <a:path w="405765" h="393700">
                <a:moveTo>
                  <a:pt x="30480" y="202692"/>
                </a:moveTo>
                <a:lnTo>
                  <a:pt x="13716" y="187451"/>
                </a:lnTo>
                <a:lnTo>
                  <a:pt x="167640" y="187451"/>
                </a:lnTo>
                <a:lnTo>
                  <a:pt x="187452" y="167640"/>
                </a:lnTo>
                <a:lnTo>
                  <a:pt x="216408" y="198120"/>
                </a:lnTo>
                <a:lnTo>
                  <a:pt x="71628" y="198120"/>
                </a:lnTo>
                <a:lnTo>
                  <a:pt x="60483" y="198405"/>
                </a:lnTo>
                <a:lnTo>
                  <a:pt x="49911" y="199263"/>
                </a:lnTo>
                <a:lnTo>
                  <a:pt x="39909" y="200691"/>
                </a:lnTo>
                <a:lnTo>
                  <a:pt x="30480" y="202692"/>
                </a:lnTo>
                <a:close/>
              </a:path>
              <a:path w="405765" h="393700">
                <a:moveTo>
                  <a:pt x="131064" y="330708"/>
                </a:moveTo>
                <a:lnTo>
                  <a:pt x="108204" y="330708"/>
                </a:lnTo>
                <a:lnTo>
                  <a:pt x="108204" y="198120"/>
                </a:lnTo>
                <a:lnTo>
                  <a:pt x="131064" y="198120"/>
                </a:lnTo>
                <a:lnTo>
                  <a:pt x="131064" y="259080"/>
                </a:lnTo>
                <a:lnTo>
                  <a:pt x="199720" y="259080"/>
                </a:lnTo>
                <a:lnTo>
                  <a:pt x="208788" y="269748"/>
                </a:lnTo>
                <a:lnTo>
                  <a:pt x="131064" y="269748"/>
                </a:lnTo>
                <a:lnTo>
                  <a:pt x="131064" y="330708"/>
                </a:lnTo>
                <a:close/>
              </a:path>
              <a:path w="405765" h="393700">
                <a:moveTo>
                  <a:pt x="6096" y="393192"/>
                </a:moveTo>
                <a:lnTo>
                  <a:pt x="0" y="390143"/>
                </a:lnTo>
                <a:lnTo>
                  <a:pt x="9715" y="370998"/>
                </a:lnTo>
                <a:lnTo>
                  <a:pt x="18288" y="350139"/>
                </a:lnTo>
                <a:lnTo>
                  <a:pt x="32004" y="303275"/>
                </a:lnTo>
                <a:lnTo>
                  <a:pt x="41148" y="256222"/>
                </a:lnTo>
                <a:lnTo>
                  <a:pt x="45720" y="214884"/>
                </a:lnTo>
                <a:lnTo>
                  <a:pt x="80772" y="233172"/>
                </a:lnTo>
                <a:lnTo>
                  <a:pt x="74223" y="238291"/>
                </a:lnTo>
                <a:lnTo>
                  <a:pt x="68389" y="248983"/>
                </a:lnTo>
                <a:lnTo>
                  <a:pt x="63403" y="265152"/>
                </a:lnTo>
                <a:lnTo>
                  <a:pt x="59436" y="286512"/>
                </a:lnTo>
                <a:lnTo>
                  <a:pt x="68269" y="297180"/>
                </a:lnTo>
                <a:lnTo>
                  <a:pt x="56388" y="297180"/>
                </a:lnTo>
                <a:lnTo>
                  <a:pt x="45529" y="326969"/>
                </a:lnTo>
                <a:lnTo>
                  <a:pt x="33527" y="352615"/>
                </a:lnTo>
                <a:lnTo>
                  <a:pt x="20383" y="374546"/>
                </a:lnTo>
                <a:lnTo>
                  <a:pt x="6096" y="393192"/>
                </a:lnTo>
                <a:close/>
              </a:path>
              <a:path w="405765" h="393700">
                <a:moveTo>
                  <a:pt x="199720" y="259080"/>
                </a:moveTo>
                <a:lnTo>
                  <a:pt x="163068" y="259080"/>
                </a:lnTo>
                <a:lnTo>
                  <a:pt x="182880" y="239268"/>
                </a:lnTo>
                <a:lnTo>
                  <a:pt x="199720" y="259080"/>
                </a:lnTo>
                <a:close/>
              </a:path>
              <a:path w="405765" h="393700">
                <a:moveTo>
                  <a:pt x="379476" y="333756"/>
                </a:moveTo>
                <a:lnTo>
                  <a:pt x="374904" y="333756"/>
                </a:lnTo>
                <a:lnTo>
                  <a:pt x="371706" y="327398"/>
                </a:lnTo>
                <a:lnTo>
                  <a:pt x="365760" y="316992"/>
                </a:lnTo>
                <a:lnTo>
                  <a:pt x="356663" y="303585"/>
                </a:lnTo>
                <a:lnTo>
                  <a:pt x="343281" y="288607"/>
                </a:lnTo>
                <a:lnTo>
                  <a:pt x="325897" y="272200"/>
                </a:lnTo>
                <a:lnTo>
                  <a:pt x="304800" y="254508"/>
                </a:lnTo>
                <a:lnTo>
                  <a:pt x="307848" y="248412"/>
                </a:lnTo>
                <a:lnTo>
                  <a:pt x="360616" y="274891"/>
                </a:lnTo>
                <a:lnTo>
                  <a:pt x="388620" y="303275"/>
                </a:lnTo>
                <a:lnTo>
                  <a:pt x="388620" y="312420"/>
                </a:lnTo>
                <a:lnTo>
                  <a:pt x="387096" y="318516"/>
                </a:lnTo>
                <a:lnTo>
                  <a:pt x="384048" y="324612"/>
                </a:lnTo>
                <a:lnTo>
                  <a:pt x="382524" y="330708"/>
                </a:lnTo>
                <a:lnTo>
                  <a:pt x="379476" y="333756"/>
                </a:lnTo>
                <a:close/>
              </a:path>
              <a:path w="405765" h="393700">
                <a:moveTo>
                  <a:pt x="304990" y="381309"/>
                </a:moveTo>
                <a:lnTo>
                  <a:pt x="250698" y="380047"/>
                </a:lnTo>
                <a:lnTo>
                  <a:pt x="208978" y="377356"/>
                </a:lnTo>
                <a:lnTo>
                  <a:pt x="159019" y="369165"/>
                </a:lnTo>
                <a:lnTo>
                  <a:pt x="109728" y="350519"/>
                </a:lnTo>
                <a:lnTo>
                  <a:pt x="70080" y="315158"/>
                </a:lnTo>
                <a:lnTo>
                  <a:pt x="56388" y="297180"/>
                </a:lnTo>
                <a:lnTo>
                  <a:pt x="68269" y="297180"/>
                </a:lnTo>
                <a:lnTo>
                  <a:pt x="69413" y="298561"/>
                </a:lnTo>
                <a:lnTo>
                  <a:pt x="80962" y="309753"/>
                </a:lnTo>
                <a:lnTo>
                  <a:pt x="93940" y="320373"/>
                </a:lnTo>
                <a:lnTo>
                  <a:pt x="108204" y="330708"/>
                </a:lnTo>
                <a:lnTo>
                  <a:pt x="131064" y="330708"/>
                </a:lnTo>
                <a:lnTo>
                  <a:pt x="131064" y="336804"/>
                </a:lnTo>
                <a:lnTo>
                  <a:pt x="177927" y="349186"/>
                </a:lnTo>
                <a:lnTo>
                  <a:pt x="249936" y="353568"/>
                </a:lnTo>
                <a:lnTo>
                  <a:pt x="404649" y="353877"/>
                </a:lnTo>
                <a:lnTo>
                  <a:pt x="391144" y="359568"/>
                </a:lnTo>
                <a:lnTo>
                  <a:pt x="380619" y="366141"/>
                </a:lnTo>
                <a:lnTo>
                  <a:pt x="374094" y="373284"/>
                </a:lnTo>
                <a:lnTo>
                  <a:pt x="371856" y="381000"/>
                </a:lnTo>
                <a:lnTo>
                  <a:pt x="304990" y="381309"/>
                </a:lnTo>
                <a:close/>
              </a:path>
              <a:path w="405765" h="393700">
                <a:moveTo>
                  <a:pt x="404649" y="353877"/>
                </a:moveTo>
                <a:lnTo>
                  <a:pt x="291369" y="353877"/>
                </a:lnTo>
                <a:lnTo>
                  <a:pt x="331089" y="352615"/>
                </a:lnTo>
                <a:lnTo>
                  <a:pt x="369093" y="349924"/>
                </a:lnTo>
                <a:lnTo>
                  <a:pt x="405384" y="345948"/>
                </a:lnTo>
                <a:lnTo>
                  <a:pt x="405384" y="353568"/>
                </a:lnTo>
                <a:lnTo>
                  <a:pt x="404649" y="35387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pic>
        <p:nvPicPr>
          <p:cNvPr id="27" name="object 27"/>
          <p:cNvPicPr/>
          <p:nvPr/>
        </p:nvPicPr>
        <p:blipFill>
          <a:blip r:embed="rId4" cstate="print"/>
          <a:stretch>
            <a:fillRect/>
          </a:stretch>
        </p:blipFill>
        <p:spPr>
          <a:xfrm>
            <a:off x="8397240" y="2633472"/>
            <a:ext cx="97536" cy="96012"/>
          </a:xfrm>
          <a:prstGeom prst="rect">
            <a:avLst/>
          </a:prstGeom>
        </p:spPr>
      </p:pic>
    </p:spTree>
  </p:cSld>
  <p:clrMapOvr>
    <a:masterClrMapping/>
  </p:clrMapOvr>
</p:sld>
</file>

<file path=ppt/slides/slide5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9563100" y="7229856"/>
            <a:ext cx="193675" cy="146685"/>
            <a:chOff x="9563100" y="7229856"/>
            <a:chExt cx="193675" cy="146685"/>
          </a:xfrm>
        </p:grpSpPr>
        <p:pic>
          <p:nvPicPr>
            <p:cNvPr id="3" name="object 3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9563100" y="7231380"/>
              <a:ext cx="83820" cy="144779"/>
            </a:xfrm>
            <a:prstGeom prst="rect">
              <a:avLst/>
            </a:prstGeom>
          </p:spPr>
        </p:pic>
        <p:pic>
          <p:nvPicPr>
            <p:cNvPr id="4" name="object 4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9668255" y="7229856"/>
              <a:ext cx="88392" cy="143256"/>
            </a:xfrm>
            <a:prstGeom prst="rect">
              <a:avLst/>
            </a:prstGeom>
          </p:spPr>
        </p:pic>
      </p:grpSp>
      <p:sp>
        <p:nvSpPr>
          <p:cNvPr id="5" name="object 5"/>
          <p:cNvSpPr/>
          <p:nvPr/>
        </p:nvSpPr>
        <p:spPr>
          <a:xfrm>
            <a:off x="1760219" y="1328927"/>
            <a:ext cx="218440" cy="447040"/>
          </a:xfrm>
          <a:custGeom>
            <a:avLst/>
            <a:gdLst/>
            <a:ahLst/>
            <a:cxnLst/>
            <a:rect l="l" t="t" r="r" b="b"/>
            <a:pathLst>
              <a:path w="218439" h="447039">
                <a:moveTo>
                  <a:pt x="217931" y="446532"/>
                </a:moveTo>
                <a:lnTo>
                  <a:pt x="0" y="446532"/>
                </a:lnTo>
                <a:lnTo>
                  <a:pt x="0" y="400812"/>
                </a:lnTo>
                <a:lnTo>
                  <a:pt x="80771" y="400812"/>
                </a:lnTo>
                <a:lnTo>
                  <a:pt x="80771" y="102108"/>
                </a:lnTo>
                <a:lnTo>
                  <a:pt x="0" y="102108"/>
                </a:lnTo>
                <a:lnTo>
                  <a:pt x="0" y="62484"/>
                </a:lnTo>
                <a:lnTo>
                  <a:pt x="21407" y="61626"/>
                </a:lnTo>
                <a:lnTo>
                  <a:pt x="39814" y="59055"/>
                </a:lnTo>
                <a:lnTo>
                  <a:pt x="77081" y="41362"/>
                </a:lnTo>
                <a:lnTo>
                  <a:pt x="91439" y="0"/>
                </a:lnTo>
                <a:lnTo>
                  <a:pt x="138683" y="0"/>
                </a:lnTo>
                <a:lnTo>
                  <a:pt x="138683" y="400812"/>
                </a:lnTo>
                <a:lnTo>
                  <a:pt x="217931" y="400812"/>
                </a:lnTo>
                <a:lnTo>
                  <a:pt x="217931" y="446532"/>
                </a:lnTo>
                <a:close/>
              </a:path>
            </a:pathLst>
          </a:custGeom>
          <a:solidFill>
            <a:srgbClr val="3333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" name="object 6"/>
          <p:cNvSpPr/>
          <p:nvPr/>
        </p:nvSpPr>
        <p:spPr>
          <a:xfrm>
            <a:off x="2084832" y="1690116"/>
            <a:ext cx="71755" cy="85725"/>
          </a:xfrm>
          <a:custGeom>
            <a:avLst/>
            <a:gdLst/>
            <a:ahLst/>
            <a:cxnLst/>
            <a:rect l="l" t="t" r="r" b="b"/>
            <a:pathLst>
              <a:path w="71755" h="85725">
                <a:moveTo>
                  <a:pt x="71627" y="85343"/>
                </a:moveTo>
                <a:lnTo>
                  <a:pt x="0" y="85343"/>
                </a:lnTo>
                <a:lnTo>
                  <a:pt x="0" y="0"/>
                </a:lnTo>
                <a:lnTo>
                  <a:pt x="71627" y="0"/>
                </a:lnTo>
                <a:lnTo>
                  <a:pt x="71627" y="85343"/>
                </a:lnTo>
                <a:close/>
              </a:path>
            </a:pathLst>
          </a:custGeom>
          <a:solidFill>
            <a:srgbClr val="3333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" name="object 7"/>
          <p:cNvSpPr/>
          <p:nvPr/>
        </p:nvSpPr>
        <p:spPr>
          <a:xfrm>
            <a:off x="2244852" y="1321307"/>
            <a:ext cx="276225" cy="454659"/>
          </a:xfrm>
          <a:custGeom>
            <a:avLst/>
            <a:gdLst/>
            <a:ahLst/>
            <a:cxnLst/>
            <a:rect l="l" t="t" r="r" b="b"/>
            <a:pathLst>
              <a:path w="276225" h="454660">
                <a:moveTo>
                  <a:pt x="275843" y="454151"/>
                </a:moveTo>
                <a:lnTo>
                  <a:pt x="0" y="454151"/>
                </a:lnTo>
                <a:lnTo>
                  <a:pt x="0" y="391667"/>
                </a:lnTo>
                <a:lnTo>
                  <a:pt x="29336" y="364426"/>
                </a:lnTo>
                <a:lnTo>
                  <a:pt x="43291" y="351162"/>
                </a:lnTo>
                <a:lnTo>
                  <a:pt x="56387" y="338327"/>
                </a:lnTo>
                <a:lnTo>
                  <a:pt x="69842" y="325493"/>
                </a:lnTo>
                <a:lnTo>
                  <a:pt x="82867" y="312229"/>
                </a:lnTo>
                <a:lnTo>
                  <a:pt x="131349" y="258079"/>
                </a:lnTo>
                <a:lnTo>
                  <a:pt x="165639" y="213407"/>
                </a:lnTo>
                <a:lnTo>
                  <a:pt x="185666" y="177903"/>
                </a:lnTo>
                <a:lnTo>
                  <a:pt x="196595" y="124967"/>
                </a:lnTo>
                <a:lnTo>
                  <a:pt x="196072" y="116109"/>
                </a:lnTo>
                <a:lnTo>
                  <a:pt x="178927" y="74961"/>
                </a:lnTo>
                <a:lnTo>
                  <a:pt x="142470" y="54387"/>
                </a:lnTo>
                <a:lnTo>
                  <a:pt x="120395" y="51815"/>
                </a:lnTo>
                <a:lnTo>
                  <a:pt x="112371" y="52077"/>
                </a:lnTo>
                <a:lnTo>
                  <a:pt x="71627" y="59626"/>
                </a:lnTo>
                <a:lnTo>
                  <a:pt x="24383" y="82295"/>
                </a:lnTo>
                <a:lnTo>
                  <a:pt x="18287" y="86867"/>
                </a:lnTo>
                <a:lnTo>
                  <a:pt x="13715" y="89915"/>
                </a:lnTo>
                <a:lnTo>
                  <a:pt x="10667" y="89915"/>
                </a:lnTo>
                <a:lnTo>
                  <a:pt x="10667" y="25908"/>
                </a:lnTo>
                <a:lnTo>
                  <a:pt x="60960" y="9143"/>
                </a:lnTo>
                <a:lnTo>
                  <a:pt x="109823" y="571"/>
                </a:lnTo>
                <a:lnTo>
                  <a:pt x="124967" y="0"/>
                </a:lnTo>
                <a:lnTo>
                  <a:pt x="154138" y="2024"/>
                </a:lnTo>
                <a:lnTo>
                  <a:pt x="202763" y="18645"/>
                </a:lnTo>
                <a:lnTo>
                  <a:pt x="237624" y="51196"/>
                </a:lnTo>
                <a:lnTo>
                  <a:pt x="255293" y="95678"/>
                </a:lnTo>
                <a:lnTo>
                  <a:pt x="257555" y="121919"/>
                </a:lnTo>
                <a:lnTo>
                  <a:pt x="257032" y="135112"/>
                </a:lnTo>
                <a:lnTo>
                  <a:pt x="247769" y="181832"/>
                </a:lnTo>
                <a:lnTo>
                  <a:pt x="228695" y="221218"/>
                </a:lnTo>
                <a:lnTo>
                  <a:pt x="191071" y="268986"/>
                </a:lnTo>
                <a:lnTo>
                  <a:pt x="159472" y="303156"/>
                </a:lnTo>
                <a:lnTo>
                  <a:pt x="128087" y="334541"/>
                </a:lnTo>
                <a:lnTo>
                  <a:pt x="111251" y="350519"/>
                </a:lnTo>
                <a:lnTo>
                  <a:pt x="94964" y="366569"/>
                </a:lnTo>
                <a:lnTo>
                  <a:pt x="67532" y="392953"/>
                </a:lnTo>
                <a:lnTo>
                  <a:pt x="56387" y="403859"/>
                </a:lnTo>
                <a:lnTo>
                  <a:pt x="275843" y="403859"/>
                </a:lnTo>
                <a:lnTo>
                  <a:pt x="275843" y="454151"/>
                </a:lnTo>
                <a:close/>
              </a:path>
            </a:pathLst>
          </a:custGeom>
          <a:solidFill>
            <a:srgbClr val="3333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2604516" y="1690116"/>
            <a:ext cx="71755" cy="85725"/>
          </a:xfrm>
          <a:custGeom>
            <a:avLst/>
            <a:gdLst/>
            <a:ahLst/>
            <a:cxnLst/>
            <a:rect l="l" t="t" r="r" b="b"/>
            <a:pathLst>
              <a:path w="71755" h="85725">
                <a:moveTo>
                  <a:pt x="71627" y="85343"/>
                </a:moveTo>
                <a:lnTo>
                  <a:pt x="0" y="85343"/>
                </a:lnTo>
                <a:lnTo>
                  <a:pt x="0" y="0"/>
                </a:lnTo>
                <a:lnTo>
                  <a:pt x="71627" y="0"/>
                </a:lnTo>
                <a:lnTo>
                  <a:pt x="71627" y="85343"/>
                </a:lnTo>
                <a:close/>
              </a:path>
            </a:pathLst>
          </a:custGeom>
          <a:solidFill>
            <a:srgbClr val="3333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2766060" y="1321307"/>
            <a:ext cx="274320" cy="454659"/>
          </a:xfrm>
          <a:custGeom>
            <a:avLst/>
            <a:gdLst/>
            <a:ahLst/>
            <a:cxnLst/>
            <a:rect l="l" t="t" r="r" b="b"/>
            <a:pathLst>
              <a:path w="274319" h="454660">
                <a:moveTo>
                  <a:pt x="274319" y="454151"/>
                </a:moveTo>
                <a:lnTo>
                  <a:pt x="0" y="454151"/>
                </a:lnTo>
                <a:lnTo>
                  <a:pt x="0" y="391667"/>
                </a:lnTo>
                <a:lnTo>
                  <a:pt x="14573" y="377975"/>
                </a:lnTo>
                <a:lnTo>
                  <a:pt x="28574" y="364426"/>
                </a:lnTo>
                <a:lnTo>
                  <a:pt x="54863" y="338327"/>
                </a:lnTo>
                <a:lnTo>
                  <a:pt x="68318" y="325493"/>
                </a:lnTo>
                <a:lnTo>
                  <a:pt x="81343" y="312229"/>
                </a:lnTo>
                <a:lnTo>
                  <a:pt x="130063" y="258079"/>
                </a:lnTo>
                <a:lnTo>
                  <a:pt x="165401" y="213407"/>
                </a:lnTo>
                <a:lnTo>
                  <a:pt x="184784" y="177903"/>
                </a:lnTo>
                <a:lnTo>
                  <a:pt x="195071" y="124967"/>
                </a:lnTo>
                <a:lnTo>
                  <a:pt x="194762" y="116109"/>
                </a:lnTo>
                <a:lnTo>
                  <a:pt x="178046" y="74961"/>
                </a:lnTo>
                <a:lnTo>
                  <a:pt x="142232" y="54387"/>
                </a:lnTo>
                <a:lnTo>
                  <a:pt x="118871" y="51815"/>
                </a:lnTo>
                <a:lnTo>
                  <a:pt x="110870" y="52077"/>
                </a:lnTo>
                <a:lnTo>
                  <a:pt x="70865" y="59626"/>
                </a:lnTo>
                <a:lnTo>
                  <a:pt x="22859" y="82295"/>
                </a:lnTo>
                <a:lnTo>
                  <a:pt x="16763" y="86867"/>
                </a:lnTo>
                <a:lnTo>
                  <a:pt x="12191" y="89915"/>
                </a:lnTo>
                <a:lnTo>
                  <a:pt x="9143" y="89915"/>
                </a:lnTo>
                <a:lnTo>
                  <a:pt x="9143" y="25908"/>
                </a:lnTo>
                <a:lnTo>
                  <a:pt x="60959" y="9143"/>
                </a:lnTo>
                <a:lnTo>
                  <a:pt x="108323" y="571"/>
                </a:lnTo>
                <a:lnTo>
                  <a:pt x="123443" y="0"/>
                </a:lnTo>
                <a:lnTo>
                  <a:pt x="152614" y="2024"/>
                </a:lnTo>
                <a:lnTo>
                  <a:pt x="201239" y="18645"/>
                </a:lnTo>
                <a:lnTo>
                  <a:pt x="236100" y="51196"/>
                </a:lnTo>
                <a:lnTo>
                  <a:pt x="253769" y="95678"/>
                </a:lnTo>
                <a:lnTo>
                  <a:pt x="256031" y="121919"/>
                </a:lnTo>
                <a:lnTo>
                  <a:pt x="255722" y="135112"/>
                </a:lnTo>
                <a:lnTo>
                  <a:pt x="246245" y="181832"/>
                </a:lnTo>
                <a:lnTo>
                  <a:pt x="227171" y="221218"/>
                </a:lnTo>
                <a:lnTo>
                  <a:pt x="205739" y="249935"/>
                </a:lnTo>
                <a:lnTo>
                  <a:pt x="198381" y="259318"/>
                </a:lnTo>
                <a:lnTo>
                  <a:pt x="143636" y="318706"/>
                </a:lnTo>
                <a:lnTo>
                  <a:pt x="111251" y="350519"/>
                </a:lnTo>
                <a:lnTo>
                  <a:pt x="66032" y="392953"/>
                </a:lnTo>
                <a:lnTo>
                  <a:pt x="54863" y="403859"/>
                </a:lnTo>
                <a:lnTo>
                  <a:pt x="274319" y="403859"/>
                </a:lnTo>
                <a:lnTo>
                  <a:pt x="274319" y="454151"/>
                </a:lnTo>
                <a:close/>
              </a:path>
            </a:pathLst>
          </a:custGeom>
          <a:solidFill>
            <a:srgbClr val="3333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3302508" y="1278636"/>
            <a:ext cx="541020" cy="559435"/>
          </a:xfrm>
          <a:custGeom>
            <a:avLst/>
            <a:gdLst/>
            <a:ahLst/>
            <a:cxnLst/>
            <a:rect l="l" t="t" r="r" b="b"/>
            <a:pathLst>
              <a:path w="541020" h="559435">
                <a:moveTo>
                  <a:pt x="284988" y="97536"/>
                </a:moveTo>
                <a:lnTo>
                  <a:pt x="254508" y="97536"/>
                </a:lnTo>
                <a:lnTo>
                  <a:pt x="254246" y="69865"/>
                </a:lnTo>
                <a:lnTo>
                  <a:pt x="253606" y="46101"/>
                </a:lnTo>
                <a:lnTo>
                  <a:pt x="253491" y="42672"/>
                </a:lnTo>
                <a:lnTo>
                  <a:pt x="252579" y="20812"/>
                </a:lnTo>
                <a:lnTo>
                  <a:pt x="251460" y="0"/>
                </a:lnTo>
                <a:lnTo>
                  <a:pt x="301752" y="25907"/>
                </a:lnTo>
                <a:lnTo>
                  <a:pt x="284988" y="39624"/>
                </a:lnTo>
                <a:lnTo>
                  <a:pt x="284988" y="97536"/>
                </a:lnTo>
                <a:close/>
              </a:path>
              <a:path w="541020" h="559435">
                <a:moveTo>
                  <a:pt x="166116" y="97536"/>
                </a:moveTo>
                <a:lnTo>
                  <a:pt x="134112" y="97536"/>
                </a:lnTo>
                <a:lnTo>
                  <a:pt x="134041" y="64008"/>
                </a:lnTo>
                <a:lnTo>
                  <a:pt x="133921" y="46101"/>
                </a:lnTo>
                <a:lnTo>
                  <a:pt x="133469" y="22955"/>
                </a:lnTo>
                <a:lnTo>
                  <a:pt x="132588" y="1524"/>
                </a:lnTo>
                <a:lnTo>
                  <a:pt x="182880" y="27431"/>
                </a:lnTo>
                <a:lnTo>
                  <a:pt x="166116" y="44195"/>
                </a:lnTo>
                <a:lnTo>
                  <a:pt x="166116" y="97536"/>
                </a:lnTo>
                <a:close/>
              </a:path>
              <a:path w="541020" h="559435">
                <a:moveTo>
                  <a:pt x="402336" y="97536"/>
                </a:moveTo>
                <a:lnTo>
                  <a:pt x="371856" y="97536"/>
                </a:lnTo>
                <a:lnTo>
                  <a:pt x="371594" y="70961"/>
                </a:lnTo>
                <a:lnTo>
                  <a:pt x="370903" y="46101"/>
                </a:lnTo>
                <a:lnTo>
                  <a:pt x="369927" y="22955"/>
                </a:lnTo>
                <a:lnTo>
                  <a:pt x="368808" y="1524"/>
                </a:lnTo>
                <a:lnTo>
                  <a:pt x="419100" y="27431"/>
                </a:lnTo>
                <a:lnTo>
                  <a:pt x="402336" y="42672"/>
                </a:lnTo>
                <a:lnTo>
                  <a:pt x="402336" y="97536"/>
                </a:lnTo>
                <a:close/>
              </a:path>
              <a:path w="541020" h="559435">
                <a:moveTo>
                  <a:pt x="32004" y="117348"/>
                </a:moveTo>
                <a:lnTo>
                  <a:pt x="12192" y="97536"/>
                </a:lnTo>
                <a:lnTo>
                  <a:pt x="445008" y="97536"/>
                </a:lnTo>
                <a:lnTo>
                  <a:pt x="478536" y="64008"/>
                </a:lnTo>
                <a:lnTo>
                  <a:pt x="527304" y="111252"/>
                </a:lnTo>
                <a:lnTo>
                  <a:pt x="53340" y="111252"/>
                </a:lnTo>
                <a:lnTo>
                  <a:pt x="32004" y="117348"/>
                </a:lnTo>
                <a:close/>
              </a:path>
              <a:path w="541020" h="559435">
                <a:moveTo>
                  <a:pt x="132588" y="190500"/>
                </a:moveTo>
                <a:lnTo>
                  <a:pt x="133469" y="174259"/>
                </a:lnTo>
                <a:lnTo>
                  <a:pt x="133921" y="155448"/>
                </a:lnTo>
                <a:lnTo>
                  <a:pt x="133989" y="146875"/>
                </a:lnTo>
                <a:lnTo>
                  <a:pt x="134112" y="111252"/>
                </a:lnTo>
                <a:lnTo>
                  <a:pt x="166116" y="111252"/>
                </a:lnTo>
                <a:lnTo>
                  <a:pt x="166212" y="134350"/>
                </a:lnTo>
                <a:lnTo>
                  <a:pt x="166306" y="143446"/>
                </a:lnTo>
                <a:lnTo>
                  <a:pt x="166781" y="160329"/>
                </a:lnTo>
                <a:lnTo>
                  <a:pt x="167640" y="176784"/>
                </a:lnTo>
                <a:lnTo>
                  <a:pt x="132588" y="190500"/>
                </a:lnTo>
                <a:close/>
              </a:path>
              <a:path w="541020" h="559435">
                <a:moveTo>
                  <a:pt x="251460" y="188976"/>
                </a:moveTo>
                <a:lnTo>
                  <a:pt x="253555" y="150114"/>
                </a:lnTo>
                <a:lnTo>
                  <a:pt x="254508" y="111252"/>
                </a:lnTo>
                <a:lnTo>
                  <a:pt x="284988" y="111252"/>
                </a:lnTo>
                <a:lnTo>
                  <a:pt x="286916" y="160329"/>
                </a:lnTo>
                <a:lnTo>
                  <a:pt x="288036" y="173736"/>
                </a:lnTo>
                <a:lnTo>
                  <a:pt x="251460" y="188976"/>
                </a:lnTo>
                <a:close/>
              </a:path>
              <a:path w="541020" h="559435">
                <a:moveTo>
                  <a:pt x="368808" y="190500"/>
                </a:moveTo>
                <a:lnTo>
                  <a:pt x="370001" y="169545"/>
                </a:lnTo>
                <a:lnTo>
                  <a:pt x="370903" y="151447"/>
                </a:lnTo>
                <a:lnTo>
                  <a:pt x="371594" y="131564"/>
                </a:lnTo>
                <a:lnTo>
                  <a:pt x="371856" y="111252"/>
                </a:lnTo>
                <a:lnTo>
                  <a:pt x="402336" y="111252"/>
                </a:lnTo>
                <a:lnTo>
                  <a:pt x="404264" y="162472"/>
                </a:lnTo>
                <a:lnTo>
                  <a:pt x="405384" y="176784"/>
                </a:lnTo>
                <a:lnTo>
                  <a:pt x="368808" y="190500"/>
                </a:lnTo>
                <a:close/>
              </a:path>
              <a:path w="541020" h="559435">
                <a:moveTo>
                  <a:pt x="22860" y="294132"/>
                </a:moveTo>
                <a:lnTo>
                  <a:pt x="15240" y="294132"/>
                </a:lnTo>
                <a:lnTo>
                  <a:pt x="6096" y="288036"/>
                </a:lnTo>
                <a:lnTo>
                  <a:pt x="3048" y="283464"/>
                </a:lnTo>
                <a:lnTo>
                  <a:pt x="0" y="280416"/>
                </a:lnTo>
                <a:lnTo>
                  <a:pt x="0" y="277368"/>
                </a:lnTo>
                <a:lnTo>
                  <a:pt x="1119" y="273415"/>
                </a:lnTo>
                <a:lnTo>
                  <a:pt x="4381" y="268605"/>
                </a:lnTo>
                <a:lnTo>
                  <a:pt x="9644" y="263223"/>
                </a:lnTo>
                <a:lnTo>
                  <a:pt x="16764" y="257556"/>
                </a:lnTo>
                <a:lnTo>
                  <a:pt x="28479" y="247007"/>
                </a:lnTo>
                <a:lnTo>
                  <a:pt x="38481" y="231457"/>
                </a:lnTo>
                <a:lnTo>
                  <a:pt x="46767" y="211050"/>
                </a:lnTo>
                <a:lnTo>
                  <a:pt x="53340" y="185928"/>
                </a:lnTo>
                <a:lnTo>
                  <a:pt x="62484" y="185928"/>
                </a:lnTo>
                <a:lnTo>
                  <a:pt x="62484" y="214884"/>
                </a:lnTo>
                <a:lnTo>
                  <a:pt x="523362" y="214884"/>
                </a:lnTo>
                <a:lnTo>
                  <a:pt x="536605" y="228600"/>
                </a:lnTo>
                <a:lnTo>
                  <a:pt x="62484" y="228600"/>
                </a:lnTo>
                <a:lnTo>
                  <a:pt x="62484" y="249174"/>
                </a:lnTo>
                <a:lnTo>
                  <a:pt x="60198" y="265176"/>
                </a:lnTo>
                <a:lnTo>
                  <a:pt x="27979" y="293536"/>
                </a:lnTo>
                <a:lnTo>
                  <a:pt x="22860" y="294132"/>
                </a:lnTo>
                <a:close/>
              </a:path>
              <a:path w="541020" h="559435">
                <a:moveTo>
                  <a:pt x="523362" y="214884"/>
                </a:moveTo>
                <a:lnTo>
                  <a:pt x="477012" y="214884"/>
                </a:lnTo>
                <a:lnTo>
                  <a:pt x="498348" y="188976"/>
                </a:lnTo>
                <a:lnTo>
                  <a:pt x="523362" y="214884"/>
                </a:lnTo>
                <a:close/>
              </a:path>
              <a:path w="541020" h="559435">
                <a:moveTo>
                  <a:pt x="284988" y="306324"/>
                </a:moveTo>
                <a:lnTo>
                  <a:pt x="254508" y="306324"/>
                </a:lnTo>
                <a:lnTo>
                  <a:pt x="254508" y="228600"/>
                </a:lnTo>
                <a:lnTo>
                  <a:pt x="284988" y="228600"/>
                </a:lnTo>
                <a:lnTo>
                  <a:pt x="284988" y="306324"/>
                </a:lnTo>
                <a:close/>
              </a:path>
              <a:path w="541020" h="559435">
                <a:moveTo>
                  <a:pt x="455675" y="289560"/>
                </a:moveTo>
                <a:lnTo>
                  <a:pt x="448056" y="283464"/>
                </a:lnTo>
                <a:lnTo>
                  <a:pt x="478536" y="228600"/>
                </a:lnTo>
                <a:lnTo>
                  <a:pt x="536605" y="228600"/>
                </a:lnTo>
                <a:lnTo>
                  <a:pt x="541020" y="233172"/>
                </a:lnTo>
                <a:lnTo>
                  <a:pt x="523613" y="237482"/>
                </a:lnTo>
                <a:lnTo>
                  <a:pt x="503491" y="248221"/>
                </a:lnTo>
                <a:lnTo>
                  <a:pt x="480798" y="265533"/>
                </a:lnTo>
                <a:lnTo>
                  <a:pt x="455675" y="289560"/>
                </a:lnTo>
                <a:close/>
              </a:path>
              <a:path w="541020" h="559435">
                <a:moveTo>
                  <a:pt x="452628" y="306324"/>
                </a:moveTo>
                <a:lnTo>
                  <a:pt x="400812" y="306324"/>
                </a:lnTo>
                <a:lnTo>
                  <a:pt x="422148" y="281940"/>
                </a:lnTo>
                <a:lnTo>
                  <a:pt x="452628" y="306324"/>
                </a:lnTo>
                <a:close/>
              </a:path>
              <a:path w="541020" h="559435">
                <a:moveTo>
                  <a:pt x="103632" y="513587"/>
                </a:moveTo>
                <a:lnTo>
                  <a:pt x="104814" y="480202"/>
                </a:lnTo>
                <a:lnTo>
                  <a:pt x="105727" y="451866"/>
                </a:lnTo>
                <a:lnTo>
                  <a:pt x="106418" y="422719"/>
                </a:lnTo>
                <a:lnTo>
                  <a:pt x="106619" y="401145"/>
                </a:lnTo>
                <a:lnTo>
                  <a:pt x="106613" y="388083"/>
                </a:lnTo>
                <a:lnTo>
                  <a:pt x="106418" y="368427"/>
                </a:lnTo>
                <a:lnTo>
                  <a:pt x="105727" y="342138"/>
                </a:lnTo>
                <a:lnTo>
                  <a:pt x="104751" y="315849"/>
                </a:lnTo>
                <a:lnTo>
                  <a:pt x="103632" y="289560"/>
                </a:lnTo>
                <a:lnTo>
                  <a:pt x="137160" y="306324"/>
                </a:lnTo>
                <a:lnTo>
                  <a:pt x="452628" y="306324"/>
                </a:lnTo>
                <a:lnTo>
                  <a:pt x="460248" y="312420"/>
                </a:lnTo>
                <a:lnTo>
                  <a:pt x="450549" y="320040"/>
                </a:lnTo>
                <a:lnTo>
                  <a:pt x="137160" y="320040"/>
                </a:lnTo>
                <a:lnTo>
                  <a:pt x="137160" y="495300"/>
                </a:lnTo>
                <a:lnTo>
                  <a:pt x="103632" y="513587"/>
                </a:lnTo>
                <a:close/>
              </a:path>
              <a:path w="541020" h="559435">
                <a:moveTo>
                  <a:pt x="251460" y="559308"/>
                </a:moveTo>
                <a:lnTo>
                  <a:pt x="253157" y="495300"/>
                </a:lnTo>
                <a:lnTo>
                  <a:pt x="253874" y="445958"/>
                </a:lnTo>
                <a:lnTo>
                  <a:pt x="254284" y="394716"/>
                </a:lnTo>
                <a:lnTo>
                  <a:pt x="254508" y="320040"/>
                </a:lnTo>
                <a:lnTo>
                  <a:pt x="284988" y="320040"/>
                </a:lnTo>
                <a:lnTo>
                  <a:pt x="285249" y="401145"/>
                </a:lnTo>
                <a:lnTo>
                  <a:pt x="285940" y="465963"/>
                </a:lnTo>
                <a:lnTo>
                  <a:pt x="286904" y="513587"/>
                </a:lnTo>
                <a:lnTo>
                  <a:pt x="288036" y="545592"/>
                </a:lnTo>
                <a:lnTo>
                  <a:pt x="251460" y="559308"/>
                </a:lnTo>
                <a:close/>
              </a:path>
              <a:path w="541020" h="559435">
                <a:moveTo>
                  <a:pt x="438012" y="463296"/>
                </a:moveTo>
                <a:lnTo>
                  <a:pt x="400812" y="463296"/>
                </a:lnTo>
                <a:lnTo>
                  <a:pt x="406908" y="458724"/>
                </a:lnTo>
                <a:lnTo>
                  <a:pt x="406908" y="320040"/>
                </a:lnTo>
                <a:lnTo>
                  <a:pt x="450549" y="320040"/>
                </a:lnTo>
                <a:lnTo>
                  <a:pt x="438912" y="329184"/>
                </a:lnTo>
                <a:lnTo>
                  <a:pt x="438912" y="455676"/>
                </a:lnTo>
                <a:lnTo>
                  <a:pt x="438012" y="463296"/>
                </a:lnTo>
                <a:close/>
              </a:path>
              <a:path w="541020" h="559435">
                <a:moveTo>
                  <a:pt x="390144" y="516636"/>
                </a:moveTo>
                <a:lnTo>
                  <a:pt x="385857" y="504301"/>
                </a:lnTo>
                <a:lnTo>
                  <a:pt x="372999" y="492252"/>
                </a:lnTo>
                <a:lnTo>
                  <a:pt x="351567" y="480202"/>
                </a:lnTo>
                <a:lnTo>
                  <a:pt x="321564" y="467868"/>
                </a:lnTo>
                <a:lnTo>
                  <a:pt x="321564" y="455676"/>
                </a:lnTo>
                <a:lnTo>
                  <a:pt x="344709" y="459438"/>
                </a:lnTo>
                <a:lnTo>
                  <a:pt x="363855" y="461772"/>
                </a:lnTo>
                <a:lnTo>
                  <a:pt x="378999" y="462962"/>
                </a:lnTo>
                <a:lnTo>
                  <a:pt x="390144" y="463296"/>
                </a:lnTo>
                <a:lnTo>
                  <a:pt x="438012" y="463296"/>
                </a:lnTo>
                <a:lnTo>
                  <a:pt x="436649" y="474845"/>
                </a:lnTo>
                <a:lnTo>
                  <a:pt x="427672" y="491299"/>
                </a:lnTo>
                <a:lnTo>
                  <a:pt x="412122" y="505182"/>
                </a:lnTo>
                <a:lnTo>
                  <a:pt x="390144" y="516636"/>
                </a:lnTo>
                <a:close/>
              </a:path>
            </a:pathLst>
          </a:custGeom>
          <a:solidFill>
            <a:srgbClr val="3333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3896867" y="1275587"/>
            <a:ext cx="567055" cy="562610"/>
          </a:xfrm>
          <a:custGeom>
            <a:avLst/>
            <a:gdLst/>
            <a:ahLst/>
            <a:cxnLst/>
            <a:rect l="l" t="t" r="r" b="b"/>
            <a:pathLst>
              <a:path w="567054" h="562610">
                <a:moveTo>
                  <a:pt x="152399" y="146304"/>
                </a:moveTo>
                <a:lnTo>
                  <a:pt x="118871" y="146304"/>
                </a:lnTo>
                <a:lnTo>
                  <a:pt x="118776" y="92964"/>
                </a:lnTo>
                <a:lnTo>
                  <a:pt x="118681" y="72009"/>
                </a:lnTo>
                <a:lnTo>
                  <a:pt x="118229" y="35718"/>
                </a:lnTo>
                <a:lnTo>
                  <a:pt x="117348" y="0"/>
                </a:lnTo>
                <a:lnTo>
                  <a:pt x="173735" y="24384"/>
                </a:lnTo>
                <a:lnTo>
                  <a:pt x="152399" y="42672"/>
                </a:lnTo>
                <a:lnTo>
                  <a:pt x="152399" y="146304"/>
                </a:lnTo>
                <a:close/>
              </a:path>
              <a:path w="567054" h="562610">
                <a:moveTo>
                  <a:pt x="252983" y="100584"/>
                </a:moveTo>
                <a:lnTo>
                  <a:pt x="231647" y="79248"/>
                </a:lnTo>
                <a:lnTo>
                  <a:pt x="455675" y="79248"/>
                </a:lnTo>
                <a:lnTo>
                  <a:pt x="472439" y="53340"/>
                </a:lnTo>
                <a:lnTo>
                  <a:pt x="516636" y="86868"/>
                </a:lnTo>
                <a:lnTo>
                  <a:pt x="508877" y="92964"/>
                </a:lnTo>
                <a:lnTo>
                  <a:pt x="281939" y="92964"/>
                </a:lnTo>
                <a:lnTo>
                  <a:pt x="252983" y="100584"/>
                </a:lnTo>
                <a:close/>
              </a:path>
              <a:path w="567054" h="562610">
                <a:moveTo>
                  <a:pt x="169163" y="554736"/>
                </a:moveTo>
                <a:lnTo>
                  <a:pt x="164591" y="548640"/>
                </a:lnTo>
                <a:lnTo>
                  <a:pt x="209385" y="519367"/>
                </a:lnTo>
                <a:lnTo>
                  <a:pt x="250448" y="488192"/>
                </a:lnTo>
                <a:lnTo>
                  <a:pt x="287706" y="455042"/>
                </a:lnTo>
                <a:lnTo>
                  <a:pt x="321088" y="419843"/>
                </a:lnTo>
                <a:lnTo>
                  <a:pt x="350520" y="382524"/>
                </a:lnTo>
                <a:lnTo>
                  <a:pt x="333375" y="344035"/>
                </a:lnTo>
                <a:lnTo>
                  <a:pt x="318515" y="301695"/>
                </a:lnTo>
                <a:lnTo>
                  <a:pt x="305942" y="255460"/>
                </a:lnTo>
                <a:lnTo>
                  <a:pt x="295655" y="205288"/>
                </a:lnTo>
                <a:lnTo>
                  <a:pt x="287654" y="151137"/>
                </a:lnTo>
                <a:lnTo>
                  <a:pt x="281939" y="92964"/>
                </a:lnTo>
                <a:lnTo>
                  <a:pt x="294131" y="92964"/>
                </a:lnTo>
                <a:lnTo>
                  <a:pt x="301378" y="147842"/>
                </a:lnTo>
                <a:lnTo>
                  <a:pt x="310952" y="198232"/>
                </a:lnTo>
                <a:lnTo>
                  <a:pt x="322897" y="244221"/>
                </a:lnTo>
                <a:lnTo>
                  <a:pt x="337255" y="285891"/>
                </a:lnTo>
                <a:lnTo>
                  <a:pt x="354068" y="323327"/>
                </a:lnTo>
                <a:lnTo>
                  <a:pt x="373380" y="356616"/>
                </a:lnTo>
                <a:lnTo>
                  <a:pt x="411223" y="356616"/>
                </a:lnTo>
                <a:lnTo>
                  <a:pt x="391668" y="390144"/>
                </a:lnTo>
                <a:lnTo>
                  <a:pt x="413276" y="411480"/>
                </a:lnTo>
                <a:lnTo>
                  <a:pt x="370332" y="411480"/>
                </a:lnTo>
                <a:lnTo>
                  <a:pt x="332223" y="448675"/>
                </a:lnTo>
                <a:lnTo>
                  <a:pt x="293156" y="481437"/>
                </a:lnTo>
                <a:lnTo>
                  <a:pt x="252923" y="510015"/>
                </a:lnTo>
                <a:lnTo>
                  <a:pt x="211592" y="534424"/>
                </a:lnTo>
                <a:lnTo>
                  <a:pt x="169163" y="554736"/>
                </a:lnTo>
                <a:close/>
              </a:path>
              <a:path w="567054" h="562610">
                <a:moveTo>
                  <a:pt x="411223" y="356616"/>
                </a:moveTo>
                <a:lnTo>
                  <a:pt x="373380" y="356616"/>
                </a:lnTo>
                <a:lnTo>
                  <a:pt x="391555" y="321952"/>
                </a:lnTo>
                <a:lnTo>
                  <a:pt x="408036" y="283520"/>
                </a:lnTo>
                <a:lnTo>
                  <a:pt x="422910" y="241363"/>
                </a:lnTo>
                <a:lnTo>
                  <a:pt x="436259" y="195523"/>
                </a:lnTo>
                <a:lnTo>
                  <a:pt x="448168" y="146042"/>
                </a:lnTo>
                <a:lnTo>
                  <a:pt x="458724" y="92964"/>
                </a:lnTo>
                <a:lnTo>
                  <a:pt x="508877" y="92964"/>
                </a:lnTo>
                <a:lnTo>
                  <a:pt x="495300" y="103632"/>
                </a:lnTo>
                <a:lnTo>
                  <a:pt x="482226" y="162425"/>
                </a:lnTo>
                <a:lnTo>
                  <a:pt x="467416" y="216859"/>
                </a:lnTo>
                <a:lnTo>
                  <a:pt x="450913" y="266890"/>
                </a:lnTo>
                <a:lnTo>
                  <a:pt x="432759" y="312476"/>
                </a:lnTo>
                <a:lnTo>
                  <a:pt x="412996" y="353575"/>
                </a:lnTo>
                <a:lnTo>
                  <a:pt x="411223" y="356616"/>
                </a:lnTo>
                <a:close/>
              </a:path>
              <a:path w="567054" h="562610">
                <a:moveTo>
                  <a:pt x="18288" y="164592"/>
                </a:moveTo>
                <a:lnTo>
                  <a:pt x="0" y="146304"/>
                </a:lnTo>
                <a:lnTo>
                  <a:pt x="190499" y="146304"/>
                </a:lnTo>
                <a:lnTo>
                  <a:pt x="219455" y="117348"/>
                </a:lnTo>
                <a:lnTo>
                  <a:pt x="262127" y="160020"/>
                </a:lnTo>
                <a:lnTo>
                  <a:pt x="39624" y="160020"/>
                </a:lnTo>
                <a:lnTo>
                  <a:pt x="18288" y="164592"/>
                </a:lnTo>
                <a:close/>
              </a:path>
              <a:path w="567054" h="562610">
                <a:moveTo>
                  <a:pt x="6095" y="445008"/>
                </a:moveTo>
                <a:lnTo>
                  <a:pt x="1524" y="437388"/>
                </a:lnTo>
                <a:lnTo>
                  <a:pt x="26931" y="397898"/>
                </a:lnTo>
                <a:lnTo>
                  <a:pt x="49840" y="355656"/>
                </a:lnTo>
                <a:lnTo>
                  <a:pt x="70294" y="310705"/>
                </a:lnTo>
                <a:lnTo>
                  <a:pt x="88335" y="263087"/>
                </a:lnTo>
                <a:lnTo>
                  <a:pt x="104005" y="212844"/>
                </a:lnTo>
                <a:lnTo>
                  <a:pt x="117348" y="160020"/>
                </a:lnTo>
                <a:lnTo>
                  <a:pt x="152399" y="160020"/>
                </a:lnTo>
                <a:lnTo>
                  <a:pt x="152399" y="225552"/>
                </a:lnTo>
                <a:lnTo>
                  <a:pt x="180665" y="237577"/>
                </a:lnTo>
                <a:lnTo>
                  <a:pt x="184189" y="239268"/>
                </a:lnTo>
                <a:lnTo>
                  <a:pt x="152399" y="239268"/>
                </a:lnTo>
                <a:lnTo>
                  <a:pt x="152443" y="268224"/>
                </a:lnTo>
                <a:lnTo>
                  <a:pt x="118871" y="268224"/>
                </a:lnTo>
                <a:lnTo>
                  <a:pt x="96535" y="316849"/>
                </a:lnTo>
                <a:lnTo>
                  <a:pt x="70484" y="362331"/>
                </a:lnTo>
                <a:lnTo>
                  <a:pt x="40433" y="404955"/>
                </a:lnTo>
                <a:lnTo>
                  <a:pt x="6095" y="445008"/>
                </a:lnTo>
                <a:close/>
              </a:path>
              <a:path w="567054" h="562610">
                <a:moveTo>
                  <a:pt x="237743" y="342900"/>
                </a:moveTo>
                <a:lnTo>
                  <a:pt x="233171" y="342900"/>
                </a:lnTo>
                <a:lnTo>
                  <a:pt x="229457" y="341185"/>
                </a:lnTo>
                <a:lnTo>
                  <a:pt x="225170" y="336042"/>
                </a:lnTo>
                <a:lnTo>
                  <a:pt x="220313" y="327469"/>
                </a:lnTo>
                <a:lnTo>
                  <a:pt x="214883" y="315468"/>
                </a:lnTo>
                <a:lnTo>
                  <a:pt x="204049" y="296918"/>
                </a:lnTo>
                <a:lnTo>
                  <a:pt x="189928" y="277939"/>
                </a:lnTo>
                <a:lnTo>
                  <a:pt x="172664" y="258675"/>
                </a:lnTo>
                <a:lnTo>
                  <a:pt x="152399" y="239268"/>
                </a:lnTo>
                <a:lnTo>
                  <a:pt x="184189" y="239268"/>
                </a:lnTo>
                <a:lnTo>
                  <a:pt x="221194" y="258770"/>
                </a:lnTo>
                <a:lnTo>
                  <a:pt x="249031" y="292869"/>
                </a:lnTo>
                <a:lnTo>
                  <a:pt x="249935" y="307847"/>
                </a:lnTo>
                <a:lnTo>
                  <a:pt x="248411" y="315468"/>
                </a:lnTo>
                <a:lnTo>
                  <a:pt x="245363" y="326136"/>
                </a:lnTo>
                <a:lnTo>
                  <a:pt x="240791" y="336804"/>
                </a:lnTo>
                <a:lnTo>
                  <a:pt x="237743" y="342900"/>
                </a:lnTo>
                <a:close/>
              </a:path>
              <a:path w="567054" h="562610">
                <a:moveTo>
                  <a:pt x="117348" y="562356"/>
                </a:moveTo>
                <a:lnTo>
                  <a:pt x="117977" y="523748"/>
                </a:lnTo>
                <a:lnTo>
                  <a:pt x="118390" y="482727"/>
                </a:lnTo>
                <a:lnTo>
                  <a:pt x="118654" y="437388"/>
                </a:lnTo>
                <a:lnTo>
                  <a:pt x="118871" y="268224"/>
                </a:lnTo>
                <a:lnTo>
                  <a:pt x="152443" y="268224"/>
                </a:lnTo>
                <a:lnTo>
                  <a:pt x="152558" y="327469"/>
                </a:lnTo>
                <a:lnTo>
                  <a:pt x="152851" y="388112"/>
                </a:lnTo>
                <a:lnTo>
                  <a:pt x="153352" y="445008"/>
                </a:lnTo>
                <a:lnTo>
                  <a:pt x="153980" y="490220"/>
                </a:lnTo>
                <a:lnTo>
                  <a:pt x="155447" y="545592"/>
                </a:lnTo>
                <a:lnTo>
                  <a:pt x="117348" y="562356"/>
                </a:lnTo>
                <a:close/>
              </a:path>
              <a:path w="567054" h="562610">
                <a:moveTo>
                  <a:pt x="513588" y="542544"/>
                </a:moveTo>
                <a:lnTo>
                  <a:pt x="470415" y="513921"/>
                </a:lnTo>
                <a:lnTo>
                  <a:pt x="432244" y="482727"/>
                </a:lnTo>
                <a:lnTo>
                  <a:pt x="398885" y="448616"/>
                </a:lnTo>
                <a:lnTo>
                  <a:pt x="370332" y="411480"/>
                </a:lnTo>
                <a:lnTo>
                  <a:pt x="413276" y="411480"/>
                </a:lnTo>
                <a:lnTo>
                  <a:pt x="435125" y="433054"/>
                </a:lnTo>
                <a:lnTo>
                  <a:pt x="478726" y="465963"/>
                </a:lnTo>
                <a:lnTo>
                  <a:pt x="522612" y="489156"/>
                </a:lnTo>
                <a:lnTo>
                  <a:pt x="566927" y="502920"/>
                </a:lnTo>
                <a:lnTo>
                  <a:pt x="566927" y="512064"/>
                </a:lnTo>
                <a:lnTo>
                  <a:pt x="547235" y="515754"/>
                </a:lnTo>
                <a:lnTo>
                  <a:pt x="531685" y="522160"/>
                </a:lnTo>
                <a:lnTo>
                  <a:pt x="520422" y="531137"/>
                </a:lnTo>
                <a:lnTo>
                  <a:pt x="513588" y="542544"/>
                </a:lnTo>
                <a:close/>
              </a:path>
            </a:pathLst>
          </a:custGeom>
          <a:solidFill>
            <a:srgbClr val="3333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4561332" y="1275587"/>
            <a:ext cx="490855" cy="553720"/>
          </a:xfrm>
          <a:custGeom>
            <a:avLst/>
            <a:gdLst/>
            <a:ahLst/>
            <a:cxnLst/>
            <a:rect l="l" t="t" r="r" b="b"/>
            <a:pathLst>
              <a:path w="490854" h="553719">
                <a:moveTo>
                  <a:pt x="74676" y="124968"/>
                </a:moveTo>
                <a:lnTo>
                  <a:pt x="59436" y="124968"/>
                </a:lnTo>
                <a:lnTo>
                  <a:pt x="69699" y="86367"/>
                </a:lnTo>
                <a:lnTo>
                  <a:pt x="77533" y="52768"/>
                </a:lnTo>
                <a:lnTo>
                  <a:pt x="82796" y="24026"/>
                </a:lnTo>
                <a:lnTo>
                  <a:pt x="85344" y="0"/>
                </a:lnTo>
                <a:lnTo>
                  <a:pt x="138684" y="28956"/>
                </a:lnTo>
                <a:lnTo>
                  <a:pt x="125253" y="39243"/>
                </a:lnTo>
                <a:lnTo>
                  <a:pt x="110109" y="58674"/>
                </a:lnTo>
                <a:lnTo>
                  <a:pt x="93249" y="87249"/>
                </a:lnTo>
                <a:lnTo>
                  <a:pt x="74676" y="124968"/>
                </a:lnTo>
                <a:close/>
              </a:path>
              <a:path w="490854" h="553719">
                <a:moveTo>
                  <a:pt x="202692" y="263652"/>
                </a:moveTo>
                <a:lnTo>
                  <a:pt x="196596" y="259080"/>
                </a:lnTo>
                <a:lnTo>
                  <a:pt x="220027" y="221361"/>
                </a:lnTo>
                <a:lnTo>
                  <a:pt x="240030" y="185928"/>
                </a:lnTo>
                <a:lnTo>
                  <a:pt x="269747" y="121920"/>
                </a:lnTo>
                <a:lnTo>
                  <a:pt x="290893" y="62484"/>
                </a:lnTo>
                <a:lnTo>
                  <a:pt x="306323" y="3048"/>
                </a:lnTo>
                <a:lnTo>
                  <a:pt x="358140" y="33528"/>
                </a:lnTo>
                <a:lnTo>
                  <a:pt x="347567" y="44053"/>
                </a:lnTo>
                <a:lnTo>
                  <a:pt x="334137" y="64008"/>
                </a:lnTo>
                <a:lnTo>
                  <a:pt x="317849" y="93106"/>
                </a:lnTo>
                <a:lnTo>
                  <a:pt x="298704" y="131064"/>
                </a:lnTo>
                <a:lnTo>
                  <a:pt x="480060" y="131064"/>
                </a:lnTo>
                <a:lnTo>
                  <a:pt x="490728" y="141732"/>
                </a:lnTo>
                <a:lnTo>
                  <a:pt x="484909" y="146304"/>
                </a:lnTo>
                <a:lnTo>
                  <a:pt x="294132" y="146304"/>
                </a:lnTo>
                <a:lnTo>
                  <a:pt x="272129" y="179427"/>
                </a:lnTo>
                <a:lnTo>
                  <a:pt x="249555" y="210121"/>
                </a:lnTo>
                <a:lnTo>
                  <a:pt x="226409" y="238244"/>
                </a:lnTo>
                <a:lnTo>
                  <a:pt x="202692" y="263652"/>
                </a:lnTo>
                <a:close/>
              </a:path>
              <a:path w="490854" h="553719">
                <a:moveTo>
                  <a:pt x="202228" y="124968"/>
                </a:moveTo>
                <a:lnTo>
                  <a:pt x="152400" y="124968"/>
                </a:lnTo>
                <a:lnTo>
                  <a:pt x="176784" y="100584"/>
                </a:lnTo>
                <a:lnTo>
                  <a:pt x="202228" y="124968"/>
                </a:lnTo>
                <a:close/>
              </a:path>
              <a:path w="490854" h="553719">
                <a:moveTo>
                  <a:pt x="0" y="548640"/>
                </a:moveTo>
                <a:lnTo>
                  <a:pt x="826" y="495300"/>
                </a:lnTo>
                <a:lnTo>
                  <a:pt x="913" y="487680"/>
                </a:lnTo>
                <a:lnTo>
                  <a:pt x="1333" y="435483"/>
                </a:lnTo>
                <a:lnTo>
                  <a:pt x="1427" y="244736"/>
                </a:lnTo>
                <a:lnTo>
                  <a:pt x="1305" y="210121"/>
                </a:lnTo>
                <a:lnTo>
                  <a:pt x="881" y="158519"/>
                </a:lnTo>
                <a:lnTo>
                  <a:pt x="0" y="103632"/>
                </a:lnTo>
                <a:lnTo>
                  <a:pt x="35052" y="124968"/>
                </a:lnTo>
                <a:lnTo>
                  <a:pt x="202228" y="124968"/>
                </a:lnTo>
                <a:lnTo>
                  <a:pt x="213359" y="135636"/>
                </a:lnTo>
                <a:lnTo>
                  <a:pt x="208926" y="138684"/>
                </a:lnTo>
                <a:lnTo>
                  <a:pt x="33528" y="138684"/>
                </a:lnTo>
                <a:lnTo>
                  <a:pt x="33528" y="292608"/>
                </a:lnTo>
                <a:lnTo>
                  <a:pt x="189009" y="292608"/>
                </a:lnTo>
                <a:lnTo>
                  <a:pt x="189024" y="306324"/>
                </a:lnTo>
                <a:lnTo>
                  <a:pt x="33528" y="306324"/>
                </a:lnTo>
                <a:lnTo>
                  <a:pt x="33528" y="473964"/>
                </a:lnTo>
                <a:lnTo>
                  <a:pt x="189748" y="473964"/>
                </a:lnTo>
                <a:lnTo>
                  <a:pt x="189899" y="487680"/>
                </a:lnTo>
                <a:lnTo>
                  <a:pt x="33528" y="487680"/>
                </a:lnTo>
                <a:lnTo>
                  <a:pt x="33528" y="528828"/>
                </a:lnTo>
                <a:lnTo>
                  <a:pt x="0" y="548640"/>
                </a:lnTo>
                <a:close/>
              </a:path>
              <a:path w="490854" h="553719">
                <a:moveTo>
                  <a:pt x="480060" y="131064"/>
                </a:moveTo>
                <a:lnTo>
                  <a:pt x="428244" y="131064"/>
                </a:lnTo>
                <a:lnTo>
                  <a:pt x="454152" y="105156"/>
                </a:lnTo>
                <a:lnTo>
                  <a:pt x="480060" y="131064"/>
                </a:lnTo>
                <a:close/>
              </a:path>
              <a:path w="490854" h="553719">
                <a:moveTo>
                  <a:pt x="189009" y="292608"/>
                </a:moveTo>
                <a:lnTo>
                  <a:pt x="156972" y="292608"/>
                </a:lnTo>
                <a:lnTo>
                  <a:pt x="156972" y="138684"/>
                </a:lnTo>
                <a:lnTo>
                  <a:pt x="208926" y="138684"/>
                </a:lnTo>
                <a:lnTo>
                  <a:pt x="188976" y="152400"/>
                </a:lnTo>
                <a:lnTo>
                  <a:pt x="189009" y="292608"/>
                </a:lnTo>
                <a:close/>
              </a:path>
              <a:path w="490854" h="553719">
                <a:moveTo>
                  <a:pt x="449614" y="495300"/>
                </a:moveTo>
                <a:lnTo>
                  <a:pt x="390144" y="495300"/>
                </a:lnTo>
                <a:lnTo>
                  <a:pt x="401574" y="492728"/>
                </a:lnTo>
                <a:lnTo>
                  <a:pt x="410718" y="485013"/>
                </a:lnTo>
                <a:lnTo>
                  <a:pt x="423784" y="434735"/>
                </a:lnTo>
                <a:lnTo>
                  <a:pt x="427481" y="357378"/>
                </a:lnTo>
                <a:lnTo>
                  <a:pt x="429352" y="300227"/>
                </a:lnTo>
                <a:lnTo>
                  <a:pt x="431188" y="228728"/>
                </a:lnTo>
                <a:lnTo>
                  <a:pt x="432815" y="146304"/>
                </a:lnTo>
                <a:lnTo>
                  <a:pt x="484909" y="146304"/>
                </a:lnTo>
                <a:lnTo>
                  <a:pt x="469391" y="158496"/>
                </a:lnTo>
                <a:lnTo>
                  <a:pt x="467211" y="244736"/>
                </a:lnTo>
                <a:lnTo>
                  <a:pt x="465151" y="317754"/>
                </a:lnTo>
                <a:lnTo>
                  <a:pt x="463105" y="376999"/>
                </a:lnTo>
                <a:lnTo>
                  <a:pt x="460925" y="423107"/>
                </a:lnTo>
                <a:lnTo>
                  <a:pt x="455676" y="475488"/>
                </a:lnTo>
                <a:lnTo>
                  <a:pt x="450794" y="492347"/>
                </a:lnTo>
                <a:lnTo>
                  <a:pt x="449614" y="495300"/>
                </a:lnTo>
                <a:close/>
              </a:path>
              <a:path w="490854" h="553719">
                <a:moveTo>
                  <a:pt x="318516" y="370332"/>
                </a:moveTo>
                <a:lnTo>
                  <a:pt x="315468" y="370332"/>
                </a:lnTo>
                <a:lnTo>
                  <a:pt x="311181" y="368307"/>
                </a:lnTo>
                <a:lnTo>
                  <a:pt x="307467" y="362140"/>
                </a:lnTo>
                <a:lnTo>
                  <a:pt x="304323" y="351686"/>
                </a:lnTo>
                <a:lnTo>
                  <a:pt x="301752" y="336804"/>
                </a:lnTo>
                <a:lnTo>
                  <a:pt x="295489" y="313062"/>
                </a:lnTo>
                <a:lnTo>
                  <a:pt x="285940" y="289750"/>
                </a:lnTo>
                <a:lnTo>
                  <a:pt x="273248" y="266723"/>
                </a:lnTo>
                <a:lnTo>
                  <a:pt x="257556" y="243840"/>
                </a:lnTo>
                <a:lnTo>
                  <a:pt x="263652" y="236220"/>
                </a:lnTo>
                <a:lnTo>
                  <a:pt x="308419" y="273939"/>
                </a:lnTo>
                <a:lnTo>
                  <a:pt x="334065" y="309705"/>
                </a:lnTo>
                <a:lnTo>
                  <a:pt x="339852" y="330708"/>
                </a:lnTo>
                <a:lnTo>
                  <a:pt x="339256" y="338447"/>
                </a:lnTo>
                <a:lnTo>
                  <a:pt x="337375" y="345757"/>
                </a:lnTo>
                <a:lnTo>
                  <a:pt x="334065" y="352782"/>
                </a:lnTo>
                <a:lnTo>
                  <a:pt x="329184" y="359664"/>
                </a:lnTo>
                <a:lnTo>
                  <a:pt x="323088" y="367284"/>
                </a:lnTo>
                <a:lnTo>
                  <a:pt x="318516" y="370332"/>
                </a:lnTo>
                <a:close/>
              </a:path>
              <a:path w="490854" h="553719">
                <a:moveTo>
                  <a:pt x="189748" y="473964"/>
                </a:moveTo>
                <a:lnTo>
                  <a:pt x="156972" y="473964"/>
                </a:lnTo>
                <a:lnTo>
                  <a:pt x="156972" y="306324"/>
                </a:lnTo>
                <a:lnTo>
                  <a:pt x="189024" y="306324"/>
                </a:lnTo>
                <a:lnTo>
                  <a:pt x="189136" y="370332"/>
                </a:lnTo>
                <a:lnTo>
                  <a:pt x="189260" y="409836"/>
                </a:lnTo>
                <a:lnTo>
                  <a:pt x="189548" y="455922"/>
                </a:lnTo>
                <a:lnTo>
                  <a:pt x="189748" y="473964"/>
                </a:lnTo>
                <a:close/>
              </a:path>
              <a:path w="490854" h="553719">
                <a:moveTo>
                  <a:pt x="382524" y="553212"/>
                </a:moveTo>
                <a:lnTo>
                  <a:pt x="373356" y="534947"/>
                </a:lnTo>
                <a:lnTo>
                  <a:pt x="357187" y="519112"/>
                </a:lnTo>
                <a:lnTo>
                  <a:pt x="333875" y="505848"/>
                </a:lnTo>
                <a:lnTo>
                  <a:pt x="303276" y="495300"/>
                </a:lnTo>
                <a:lnTo>
                  <a:pt x="303276" y="483108"/>
                </a:lnTo>
                <a:lnTo>
                  <a:pt x="330993" y="488227"/>
                </a:lnTo>
                <a:lnTo>
                  <a:pt x="354711" y="492061"/>
                </a:lnTo>
                <a:lnTo>
                  <a:pt x="374427" y="494466"/>
                </a:lnTo>
                <a:lnTo>
                  <a:pt x="390144" y="495300"/>
                </a:lnTo>
                <a:lnTo>
                  <a:pt x="449614" y="495300"/>
                </a:lnTo>
                <a:lnTo>
                  <a:pt x="445198" y="506349"/>
                </a:lnTo>
                <a:lnTo>
                  <a:pt x="411480" y="540067"/>
                </a:lnTo>
                <a:lnTo>
                  <a:pt x="398287" y="546568"/>
                </a:lnTo>
                <a:lnTo>
                  <a:pt x="382524" y="553212"/>
                </a:lnTo>
                <a:close/>
              </a:path>
              <a:path w="490854" h="553719">
                <a:moveTo>
                  <a:pt x="156972" y="537971"/>
                </a:moveTo>
                <a:lnTo>
                  <a:pt x="156972" y="487680"/>
                </a:lnTo>
                <a:lnTo>
                  <a:pt x="189899" y="487680"/>
                </a:lnTo>
                <a:lnTo>
                  <a:pt x="190021" y="495300"/>
                </a:lnTo>
                <a:lnTo>
                  <a:pt x="190500" y="519684"/>
                </a:lnTo>
                <a:lnTo>
                  <a:pt x="156972" y="537971"/>
                </a:lnTo>
                <a:close/>
              </a:path>
            </a:pathLst>
          </a:custGeom>
          <a:solidFill>
            <a:srgbClr val="3333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5167883" y="1289303"/>
            <a:ext cx="490855" cy="532130"/>
          </a:xfrm>
          <a:custGeom>
            <a:avLst/>
            <a:gdLst/>
            <a:ahLst/>
            <a:cxnLst/>
            <a:rect l="l" t="t" r="r" b="b"/>
            <a:pathLst>
              <a:path w="490854" h="532130">
                <a:moveTo>
                  <a:pt x="470344" y="33528"/>
                </a:moveTo>
                <a:lnTo>
                  <a:pt x="405384" y="33528"/>
                </a:lnTo>
                <a:lnTo>
                  <a:pt x="438912" y="0"/>
                </a:lnTo>
                <a:lnTo>
                  <a:pt x="470344" y="33528"/>
                </a:lnTo>
                <a:close/>
              </a:path>
              <a:path w="490854" h="532130">
                <a:moveTo>
                  <a:pt x="36576" y="531876"/>
                </a:moveTo>
                <a:lnTo>
                  <a:pt x="0" y="502920"/>
                </a:lnTo>
                <a:lnTo>
                  <a:pt x="15240" y="489204"/>
                </a:lnTo>
                <a:lnTo>
                  <a:pt x="15152" y="89916"/>
                </a:lnTo>
                <a:lnTo>
                  <a:pt x="14978" y="80772"/>
                </a:lnTo>
                <a:lnTo>
                  <a:pt x="14287" y="62484"/>
                </a:lnTo>
                <a:lnTo>
                  <a:pt x="13311" y="39624"/>
                </a:lnTo>
                <a:lnTo>
                  <a:pt x="12192" y="12192"/>
                </a:lnTo>
                <a:lnTo>
                  <a:pt x="48768" y="33528"/>
                </a:lnTo>
                <a:lnTo>
                  <a:pt x="470344" y="33528"/>
                </a:lnTo>
                <a:lnTo>
                  <a:pt x="484631" y="48768"/>
                </a:lnTo>
                <a:lnTo>
                  <a:pt x="48768" y="48768"/>
                </a:lnTo>
                <a:lnTo>
                  <a:pt x="48768" y="495300"/>
                </a:lnTo>
                <a:lnTo>
                  <a:pt x="477393" y="495300"/>
                </a:lnTo>
                <a:lnTo>
                  <a:pt x="490728" y="510540"/>
                </a:lnTo>
                <a:lnTo>
                  <a:pt x="50292" y="510540"/>
                </a:lnTo>
                <a:lnTo>
                  <a:pt x="36576" y="531876"/>
                </a:lnTo>
                <a:close/>
              </a:path>
              <a:path w="490854" h="532130">
                <a:moveTo>
                  <a:pt x="311209" y="239268"/>
                </a:moveTo>
                <a:lnTo>
                  <a:pt x="268224" y="239268"/>
                </a:lnTo>
                <a:lnTo>
                  <a:pt x="283654" y="218694"/>
                </a:lnTo>
                <a:lnTo>
                  <a:pt x="297942" y="198120"/>
                </a:lnTo>
                <a:lnTo>
                  <a:pt x="323088" y="156972"/>
                </a:lnTo>
                <a:lnTo>
                  <a:pt x="342138" y="120586"/>
                </a:lnTo>
                <a:lnTo>
                  <a:pt x="356616" y="89916"/>
                </a:lnTo>
                <a:lnTo>
                  <a:pt x="411480" y="128016"/>
                </a:lnTo>
                <a:lnTo>
                  <a:pt x="400597" y="132588"/>
                </a:lnTo>
                <a:lnTo>
                  <a:pt x="388429" y="141732"/>
                </a:lnTo>
                <a:lnTo>
                  <a:pt x="374832" y="155448"/>
                </a:lnTo>
                <a:lnTo>
                  <a:pt x="359664" y="173736"/>
                </a:lnTo>
                <a:lnTo>
                  <a:pt x="311209" y="239268"/>
                </a:lnTo>
                <a:close/>
              </a:path>
              <a:path w="490854" h="532130">
                <a:moveTo>
                  <a:pt x="96012" y="443484"/>
                </a:moveTo>
                <a:lnTo>
                  <a:pt x="91440" y="435864"/>
                </a:lnTo>
                <a:lnTo>
                  <a:pt x="112847" y="417552"/>
                </a:lnTo>
                <a:lnTo>
                  <a:pt x="133540" y="399097"/>
                </a:lnTo>
                <a:lnTo>
                  <a:pt x="172212" y="361188"/>
                </a:lnTo>
                <a:lnTo>
                  <a:pt x="211074" y="317373"/>
                </a:lnTo>
                <a:lnTo>
                  <a:pt x="249936" y="266700"/>
                </a:lnTo>
                <a:lnTo>
                  <a:pt x="217003" y="228695"/>
                </a:lnTo>
                <a:lnTo>
                  <a:pt x="184213" y="192405"/>
                </a:lnTo>
                <a:lnTo>
                  <a:pt x="151137" y="157829"/>
                </a:lnTo>
                <a:lnTo>
                  <a:pt x="117348" y="124968"/>
                </a:lnTo>
                <a:lnTo>
                  <a:pt x="124968" y="117348"/>
                </a:lnTo>
                <a:lnTo>
                  <a:pt x="158067" y="143041"/>
                </a:lnTo>
                <a:lnTo>
                  <a:pt x="193167" y="172021"/>
                </a:lnTo>
                <a:lnTo>
                  <a:pt x="229981" y="204144"/>
                </a:lnTo>
                <a:lnTo>
                  <a:pt x="268224" y="239268"/>
                </a:lnTo>
                <a:lnTo>
                  <a:pt x="311209" y="239268"/>
                </a:lnTo>
                <a:lnTo>
                  <a:pt x="294132" y="262128"/>
                </a:lnTo>
                <a:lnTo>
                  <a:pt x="323084" y="289560"/>
                </a:lnTo>
                <a:lnTo>
                  <a:pt x="272796" y="289560"/>
                </a:lnTo>
                <a:lnTo>
                  <a:pt x="223837" y="340804"/>
                </a:lnTo>
                <a:lnTo>
                  <a:pt x="178308" y="384048"/>
                </a:lnTo>
                <a:lnTo>
                  <a:pt x="134874" y="417195"/>
                </a:lnTo>
                <a:lnTo>
                  <a:pt x="114871" y="431196"/>
                </a:lnTo>
                <a:lnTo>
                  <a:pt x="96012" y="443484"/>
                </a:lnTo>
                <a:close/>
              </a:path>
              <a:path w="490854" h="532130">
                <a:moveTo>
                  <a:pt x="382524" y="435864"/>
                </a:moveTo>
                <a:lnTo>
                  <a:pt x="381000" y="435864"/>
                </a:lnTo>
                <a:lnTo>
                  <a:pt x="377261" y="434411"/>
                </a:lnTo>
                <a:lnTo>
                  <a:pt x="372808" y="429958"/>
                </a:lnTo>
                <a:lnTo>
                  <a:pt x="367498" y="422362"/>
                </a:lnTo>
                <a:lnTo>
                  <a:pt x="361188" y="411480"/>
                </a:lnTo>
                <a:lnTo>
                  <a:pt x="351805" y="395739"/>
                </a:lnTo>
                <a:lnTo>
                  <a:pt x="342092" y="380357"/>
                </a:lnTo>
                <a:lnTo>
                  <a:pt x="332470" y="365402"/>
                </a:lnTo>
                <a:lnTo>
                  <a:pt x="323088" y="350520"/>
                </a:lnTo>
                <a:lnTo>
                  <a:pt x="312229" y="336494"/>
                </a:lnTo>
                <a:lnTo>
                  <a:pt x="300228" y="321754"/>
                </a:lnTo>
                <a:lnTo>
                  <a:pt x="287083" y="306157"/>
                </a:lnTo>
                <a:lnTo>
                  <a:pt x="272796" y="289560"/>
                </a:lnTo>
                <a:lnTo>
                  <a:pt x="323084" y="289560"/>
                </a:lnTo>
                <a:lnTo>
                  <a:pt x="361378" y="328041"/>
                </a:lnTo>
                <a:lnTo>
                  <a:pt x="388620" y="364236"/>
                </a:lnTo>
                <a:lnTo>
                  <a:pt x="394619" y="395739"/>
                </a:lnTo>
                <a:lnTo>
                  <a:pt x="394523" y="401478"/>
                </a:lnTo>
                <a:lnTo>
                  <a:pt x="394406" y="403740"/>
                </a:lnTo>
                <a:lnTo>
                  <a:pt x="393382" y="410146"/>
                </a:lnTo>
                <a:lnTo>
                  <a:pt x="391501" y="416837"/>
                </a:lnTo>
                <a:lnTo>
                  <a:pt x="388620" y="423672"/>
                </a:lnTo>
                <a:lnTo>
                  <a:pt x="385572" y="431292"/>
                </a:lnTo>
                <a:lnTo>
                  <a:pt x="382524" y="435864"/>
                </a:lnTo>
                <a:close/>
              </a:path>
              <a:path w="490854" h="532130">
                <a:moveTo>
                  <a:pt x="477393" y="495300"/>
                </a:moveTo>
                <a:lnTo>
                  <a:pt x="414528" y="495300"/>
                </a:lnTo>
                <a:lnTo>
                  <a:pt x="448055" y="461772"/>
                </a:lnTo>
                <a:lnTo>
                  <a:pt x="477393" y="495300"/>
                </a:lnTo>
                <a:close/>
              </a:path>
            </a:pathLst>
          </a:custGeom>
          <a:solidFill>
            <a:srgbClr val="3333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5783580" y="1278635"/>
            <a:ext cx="480059" cy="550545"/>
          </a:xfrm>
          <a:custGeom>
            <a:avLst/>
            <a:gdLst/>
            <a:ahLst/>
            <a:cxnLst/>
            <a:rect l="l" t="t" r="r" b="b"/>
            <a:pathLst>
              <a:path w="480060" h="550544">
                <a:moveTo>
                  <a:pt x="178308" y="77724"/>
                </a:moveTo>
                <a:lnTo>
                  <a:pt x="156972" y="56388"/>
                </a:lnTo>
                <a:lnTo>
                  <a:pt x="423672" y="56388"/>
                </a:lnTo>
                <a:lnTo>
                  <a:pt x="446532" y="33528"/>
                </a:lnTo>
                <a:lnTo>
                  <a:pt x="480060" y="67056"/>
                </a:lnTo>
                <a:lnTo>
                  <a:pt x="473964" y="71628"/>
                </a:lnTo>
                <a:lnTo>
                  <a:pt x="236220" y="71628"/>
                </a:lnTo>
                <a:lnTo>
                  <a:pt x="221384" y="71937"/>
                </a:lnTo>
                <a:lnTo>
                  <a:pt x="206692" y="72961"/>
                </a:lnTo>
                <a:lnTo>
                  <a:pt x="192285" y="74842"/>
                </a:lnTo>
                <a:lnTo>
                  <a:pt x="178308" y="77724"/>
                </a:lnTo>
                <a:close/>
              </a:path>
              <a:path w="480060" h="550544">
                <a:moveTo>
                  <a:pt x="460301" y="494061"/>
                </a:moveTo>
                <a:lnTo>
                  <a:pt x="408741" y="494061"/>
                </a:lnTo>
                <a:lnTo>
                  <a:pt x="417576" y="493776"/>
                </a:lnTo>
                <a:lnTo>
                  <a:pt x="423672" y="490728"/>
                </a:lnTo>
                <a:lnTo>
                  <a:pt x="428244" y="484632"/>
                </a:lnTo>
                <a:lnTo>
                  <a:pt x="428244" y="71628"/>
                </a:lnTo>
                <a:lnTo>
                  <a:pt x="473964" y="71628"/>
                </a:lnTo>
                <a:lnTo>
                  <a:pt x="461772" y="80771"/>
                </a:lnTo>
                <a:lnTo>
                  <a:pt x="461772" y="475488"/>
                </a:lnTo>
                <a:lnTo>
                  <a:pt x="461009" y="489489"/>
                </a:lnTo>
                <a:lnTo>
                  <a:pt x="460894" y="490728"/>
                </a:lnTo>
                <a:lnTo>
                  <a:pt x="460301" y="494061"/>
                </a:lnTo>
                <a:close/>
              </a:path>
              <a:path w="480060" h="550544">
                <a:moveTo>
                  <a:pt x="333755" y="166116"/>
                </a:moveTo>
                <a:lnTo>
                  <a:pt x="286512" y="166116"/>
                </a:lnTo>
                <a:lnTo>
                  <a:pt x="310895" y="143256"/>
                </a:lnTo>
                <a:lnTo>
                  <a:pt x="333755" y="166116"/>
                </a:lnTo>
                <a:close/>
              </a:path>
              <a:path w="480060" h="550544">
                <a:moveTo>
                  <a:pt x="134112" y="446532"/>
                </a:moveTo>
                <a:lnTo>
                  <a:pt x="134993" y="408574"/>
                </a:lnTo>
                <a:lnTo>
                  <a:pt x="135445" y="370332"/>
                </a:lnTo>
                <a:lnTo>
                  <a:pt x="135534" y="349825"/>
                </a:lnTo>
                <a:lnTo>
                  <a:pt x="135580" y="250289"/>
                </a:lnTo>
                <a:lnTo>
                  <a:pt x="135445" y="220027"/>
                </a:lnTo>
                <a:lnTo>
                  <a:pt x="134966" y="181356"/>
                </a:lnTo>
                <a:lnTo>
                  <a:pt x="134112" y="144780"/>
                </a:lnTo>
                <a:lnTo>
                  <a:pt x="169164" y="166116"/>
                </a:lnTo>
                <a:lnTo>
                  <a:pt x="333755" y="166116"/>
                </a:lnTo>
                <a:lnTo>
                  <a:pt x="341376" y="173736"/>
                </a:lnTo>
                <a:lnTo>
                  <a:pt x="333063" y="181356"/>
                </a:lnTo>
                <a:lnTo>
                  <a:pt x="167640" y="181356"/>
                </a:lnTo>
                <a:lnTo>
                  <a:pt x="167640" y="274320"/>
                </a:lnTo>
                <a:lnTo>
                  <a:pt x="323138" y="274320"/>
                </a:lnTo>
                <a:lnTo>
                  <a:pt x="323163" y="289560"/>
                </a:lnTo>
                <a:lnTo>
                  <a:pt x="167640" y="289560"/>
                </a:lnTo>
                <a:lnTo>
                  <a:pt x="167640" y="388620"/>
                </a:lnTo>
                <a:lnTo>
                  <a:pt x="323859" y="388620"/>
                </a:lnTo>
                <a:lnTo>
                  <a:pt x="324196" y="403860"/>
                </a:lnTo>
                <a:lnTo>
                  <a:pt x="167640" y="403860"/>
                </a:lnTo>
                <a:lnTo>
                  <a:pt x="167640" y="429768"/>
                </a:lnTo>
                <a:lnTo>
                  <a:pt x="134112" y="446532"/>
                </a:lnTo>
                <a:close/>
              </a:path>
              <a:path w="480060" h="550544">
                <a:moveTo>
                  <a:pt x="323138" y="274320"/>
                </a:moveTo>
                <a:lnTo>
                  <a:pt x="291084" y="274320"/>
                </a:lnTo>
                <a:lnTo>
                  <a:pt x="291084" y="181356"/>
                </a:lnTo>
                <a:lnTo>
                  <a:pt x="333063" y="181356"/>
                </a:lnTo>
                <a:lnTo>
                  <a:pt x="323088" y="190500"/>
                </a:lnTo>
                <a:lnTo>
                  <a:pt x="323138" y="274320"/>
                </a:lnTo>
                <a:close/>
              </a:path>
              <a:path w="480060" h="550544">
                <a:moveTo>
                  <a:pt x="323859" y="388620"/>
                </a:moveTo>
                <a:lnTo>
                  <a:pt x="291084" y="388620"/>
                </a:lnTo>
                <a:lnTo>
                  <a:pt x="291084" y="289560"/>
                </a:lnTo>
                <a:lnTo>
                  <a:pt x="323163" y="289560"/>
                </a:lnTo>
                <a:lnTo>
                  <a:pt x="323185" y="303422"/>
                </a:lnTo>
                <a:lnTo>
                  <a:pt x="323417" y="349825"/>
                </a:lnTo>
                <a:lnTo>
                  <a:pt x="323859" y="388620"/>
                </a:lnTo>
                <a:close/>
              </a:path>
              <a:path w="480060" h="550544">
                <a:moveTo>
                  <a:pt x="291084" y="441960"/>
                </a:moveTo>
                <a:lnTo>
                  <a:pt x="291084" y="403860"/>
                </a:lnTo>
                <a:lnTo>
                  <a:pt x="324196" y="403860"/>
                </a:lnTo>
                <a:lnTo>
                  <a:pt x="324612" y="422148"/>
                </a:lnTo>
                <a:lnTo>
                  <a:pt x="291084" y="441960"/>
                </a:lnTo>
                <a:close/>
              </a:path>
              <a:path w="480060" h="550544">
                <a:moveTo>
                  <a:pt x="406908" y="550164"/>
                </a:moveTo>
                <a:lnTo>
                  <a:pt x="394596" y="531304"/>
                </a:lnTo>
                <a:lnTo>
                  <a:pt x="378142" y="515874"/>
                </a:lnTo>
                <a:lnTo>
                  <a:pt x="357401" y="503872"/>
                </a:lnTo>
                <a:lnTo>
                  <a:pt x="332232" y="495300"/>
                </a:lnTo>
                <a:lnTo>
                  <a:pt x="332232" y="484632"/>
                </a:lnTo>
                <a:lnTo>
                  <a:pt x="365926" y="489489"/>
                </a:lnTo>
                <a:lnTo>
                  <a:pt x="391477" y="492633"/>
                </a:lnTo>
                <a:lnTo>
                  <a:pt x="408741" y="494061"/>
                </a:lnTo>
                <a:lnTo>
                  <a:pt x="460301" y="494061"/>
                </a:lnTo>
                <a:lnTo>
                  <a:pt x="458724" y="502920"/>
                </a:lnTo>
                <a:lnTo>
                  <a:pt x="434149" y="535114"/>
                </a:lnTo>
                <a:lnTo>
                  <a:pt x="421743" y="542424"/>
                </a:lnTo>
                <a:lnTo>
                  <a:pt x="406908" y="550164"/>
                </a:lnTo>
                <a:close/>
              </a:path>
              <a:path w="480060" h="550544">
                <a:moveTo>
                  <a:pt x="103632" y="114300"/>
                </a:moveTo>
                <a:lnTo>
                  <a:pt x="102108" y="114300"/>
                </a:lnTo>
                <a:lnTo>
                  <a:pt x="98679" y="112609"/>
                </a:lnTo>
                <a:lnTo>
                  <a:pt x="95250" y="107632"/>
                </a:lnTo>
                <a:lnTo>
                  <a:pt x="91821" y="99512"/>
                </a:lnTo>
                <a:lnTo>
                  <a:pt x="88392" y="88392"/>
                </a:lnTo>
                <a:lnTo>
                  <a:pt x="81248" y="69532"/>
                </a:lnTo>
                <a:lnTo>
                  <a:pt x="71247" y="49530"/>
                </a:lnTo>
                <a:lnTo>
                  <a:pt x="58388" y="28384"/>
                </a:lnTo>
                <a:lnTo>
                  <a:pt x="42672" y="6095"/>
                </a:lnTo>
                <a:lnTo>
                  <a:pt x="50292" y="0"/>
                </a:lnTo>
                <a:lnTo>
                  <a:pt x="93726" y="29718"/>
                </a:lnTo>
                <a:lnTo>
                  <a:pt x="120396" y="59436"/>
                </a:lnTo>
                <a:lnTo>
                  <a:pt x="123444" y="67056"/>
                </a:lnTo>
                <a:lnTo>
                  <a:pt x="123444" y="73152"/>
                </a:lnTo>
                <a:lnTo>
                  <a:pt x="122872" y="80867"/>
                </a:lnTo>
                <a:lnTo>
                  <a:pt x="121158" y="88011"/>
                </a:lnTo>
                <a:lnTo>
                  <a:pt x="118300" y="94583"/>
                </a:lnTo>
                <a:lnTo>
                  <a:pt x="108204" y="109728"/>
                </a:lnTo>
                <a:lnTo>
                  <a:pt x="103632" y="114300"/>
                </a:lnTo>
                <a:close/>
              </a:path>
              <a:path w="480060" h="550544">
                <a:moveTo>
                  <a:pt x="0" y="547116"/>
                </a:moveTo>
                <a:lnTo>
                  <a:pt x="743" y="526060"/>
                </a:lnTo>
                <a:lnTo>
                  <a:pt x="1161" y="494538"/>
                </a:lnTo>
                <a:lnTo>
                  <a:pt x="1373" y="455676"/>
                </a:lnTo>
                <a:lnTo>
                  <a:pt x="1426" y="176296"/>
                </a:lnTo>
                <a:lnTo>
                  <a:pt x="1194" y="128747"/>
                </a:lnTo>
                <a:lnTo>
                  <a:pt x="743" y="94366"/>
                </a:lnTo>
                <a:lnTo>
                  <a:pt x="0" y="73152"/>
                </a:lnTo>
                <a:lnTo>
                  <a:pt x="56388" y="102108"/>
                </a:lnTo>
                <a:lnTo>
                  <a:pt x="35052" y="117348"/>
                </a:lnTo>
                <a:lnTo>
                  <a:pt x="35052" y="455676"/>
                </a:lnTo>
                <a:lnTo>
                  <a:pt x="35313" y="475107"/>
                </a:lnTo>
                <a:lnTo>
                  <a:pt x="36004" y="494538"/>
                </a:lnTo>
                <a:lnTo>
                  <a:pt x="36980" y="513969"/>
                </a:lnTo>
                <a:lnTo>
                  <a:pt x="38100" y="533400"/>
                </a:lnTo>
                <a:lnTo>
                  <a:pt x="0" y="547116"/>
                </a:lnTo>
                <a:close/>
              </a:path>
            </a:pathLst>
          </a:custGeom>
          <a:solidFill>
            <a:srgbClr val="3333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" name="object 15"/>
          <p:cNvSpPr/>
          <p:nvPr/>
        </p:nvSpPr>
        <p:spPr>
          <a:xfrm>
            <a:off x="6352032" y="1292351"/>
            <a:ext cx="533400" cy="538480"/>
          </a:xfrm>
          <a:custGeom>
            <a:avLst/>
            <a:gdLst/>
            <a:ahLst/>
            <a:cxnLst/>
            <a:rect l="l" t="t" r="r" b="b"/>
            <a:pathLst>
              <a:path w="533400" h="538480">
                <a:moveTo>
                  <a:pt x="131064" y="103632"/>
                </a:moveTo>
                <a:lnTo>
                  <a:pt x="129540" y="103632"/>
                </a:lnTo>
                <a:lnTo>
                  <a:pt x="123872" y="101917"/>
                </a:lnTo>
                <a:lnTo>
                  <a:pt x="118491" y="96774"/>
                </a:lnTo>
                <a:lnTo>
                  <a:pt x="113680" y="88201"/>
                </a:lnTo>
                <a:lnTo>
                  <a:pt x="109728" y="76200"/>
                </a:lnTo>
                <a:lnTo>
                  <a:pt x="102560" y="60555"/>
                </a:lnTo>
                <a:lnTo>
                  <a:pt x="92392" y="43624"/>
                </a:lnTo>
                <a:lnTo>
                  <a:pt x="79081" y="25836"/>
                </a:lnTo>
                <a:lnTo>
                  <a:pt x="62484" y="7620"/>
                </a:lnTo>
                <a:lnTo>
                  <a:pt x="67056" y="0"/>
                </a:lnTo>
                <a:lnTo>
                  <a:pt x="102679" y="18288"/>
                </a:lnTo>
                <a:lnTo>
                  <a:pt x="136898" y="45743"/>
                </a:lnTo>
                <a:lnTo>
                  <a:pt x="147828" y="74676"/>
                </a:lnTo>
                <a:lnTo>
                  <a:pt x="147828" y="86868"/>
                </a:lnTo>
                <a:lnTo>
                  <a:pt x="146304" y="94488"/>
                </a:lnTo>
                <a:lnTo>
                  <a:pt x="134112" y="100584"/>
                </a:lnTo>
                <a:lnTo>
                  <a:pt x="131064" y="103632"/>
                </a:lnTo>
                <a:close/>
              </a:path>
              <a:path w="533400" h="538480">
                <a:moveTo>
                  <a:pt x="521208" y="30480"/>
                </a:moveTo>
                <a:lnTo>
                  <a:pt x="478536" y="30480"/>
                </a:lnTo>
                <a:lnTo>
                  <a:pt x="499871" y="9144"/>
                </a:lnTo>
                <a:lnTo>
                  <a:pt x="521208" y="30480"/>
                </a:lnTo>
                <a:close/>
              </a:path>
              <a:path w="533400" h="538480">
                <a:moveTo>
                  <a:pt x="155448" y="537972"/>
                </a:moveTo>
                <a:lnTo>
                  <a:pt x="150876" y="531876"/>
                </a:lnTo>
                <a:lnTo>
                  <a:pt x="177369" y="489618"/>
                </a:lnTo>
                <a:lnTo>
                  <a:pt x="198229" y="445093"/>
                </a:lnTo>
                <a:lnTo>
                  <a:pt x="213311" y="398227"/>
                </a:lnTo>
                <a:lnTo>
                  <a:pt x="222467" y="348947"/>
                </a:lnTo>
                <a:lnTo>
                  <a:pt x="225552" y="297180"/>
                </a:lnTo>
                <a:lnTo>
                  <a:pt x="225552" y="124968"/>
                </a:lnTo>
                <a:lnTo>
                  <a:pt x="225290" y="101560"/>
                </a:lnTo>
                <a:lnTo>
                  <a:pt x="224599" y="74866"/>
                </a:lnTo>
                <a:lnTo>
                  <a:pt x="223542" y="42672"/>
                </a:lnTo>
                <a:lnTo>
                  <a:pt x="222503" y="12192"/>
                </a:lnTo>
                <a:lnTo>
                  <a:pt x="259079" y="30480"/>
                </a:lnTo>
                <a:lnTo>
                  <a:pt x="521208" y="30480"/>
                </a:lnTo>
                <a:lnTo>
                  <a:pt x="533400" y="42672"/>
                </a:lnTo>
                <a:lnTo>
                  <a:pt x="529742" y="45720"/>
                </a:lnTo>
                <a:lnTo>
                  <a:pt x="252984" y="45720"/>
                </a:lnTo>
                <a:lnTo>
                  <a:pt x="253090" y="263651"/>
                </a:lnTo>
                <a:lnTo>
                  <a:pt x="253379" y="308983"/>
                </a:lnTo>
                <a:lnTo>
                  <a:pt x="247000" y="365703"/>
                </a:lnTo>
                <a:lnTo>
                  <a:pt x="233934" y="417004"/>
                </a:lnTo>
                <a:lnTo>
                  <a:pt x="214263" y="462844"/>
                </a:lnTo>
                <a:lnTo>
                  <a:pt x="188072" y="503181"/>
                </a:lnTo>
                <a:lnTo>
                  <a:pt x="155448" y="537972"/>
                </a:lnTo>
                <a:close/>
              </a:path>
              <a:path w="533400" h="538480">
                <a:moveTo>
                  <a:pt x="381000" y="129540"/>
                </a:moveTo>
                <a:lnTo>
                  <a:pt x="352044" y="129540"/>
                </a:lnTo>
                <a:lnTo>
                  <a:pt x="351782" y="106370"/>
                </a:lnTo>
                <a:lnTo>
                  <a:pt x="351091" y="84772"/>
                </a:lnTo>
                <a:lnTo>
                  <a:pt x="350079" y="64008"/>
                </a:lnTo>
                <a:lnTo>
                  <a:pt x="348996" y="45720"/>
                </a:lnTo>
                <a:lnTo>
                  <a:pt x="356616" y="45720"/>
                </a:lnTo>
                <a:lnTo>
                  <a:pt x="397764" y="64008"/>
                </a:lnTo>
                <a:lnTo>
                  <a:pt x="381000" y="79248"/>
                </a:lnTo>
                <a:lnTo>
                  <a:pt x="381000" y="129540"/>
                </a:lnTo>
                <a:close/>
              </a:path>
              <a:path w="533400" h="538480">
                <a:moveTo>
                  <a:pt x="514825" y="486465"/>
                </a:moveTo>
                <a:lnTo>
                  <a:pt x="462962" y="486465"/>
                </a:lnTo>
                <a:lnTo>
                  <a:pt x="472440" y="486156"/>
                </a:lnTo>
                <a:lnTo>
                  <a:pt x="480060" y="484632"/>
                </a:lnTo>
                <a:lnTo>
                  <a:pt x="483108" y="478536"/>
                </a:lnTo>
                <a:lnTo>
                  <a:pt x="483108" y="45720"/>
                </a:lnTo>
                <a:lnTo>
                  <a:pt x="529742" y="45720"/>
                </a:lnTo>
                <a:lnTo>
                  <a:pt x="515112" y="57912"/>
                </a:lnTo>
                <a:lnTo>
                  <a:pt x="515057" y="482512"/>
                </a:lnTo>
                <a:lnTo>
                  <a:pt x="514825" y="486465"/>
                </a:lnTo>
                <a:close/>
              </a:path>
              <a:path w="533400" h="538480">
                <a:moveTo>
                  <a:pt x="292608" y="150876"/>
                </a:moveTo>
                <a:lnTo>
                  <a:pt x="269748" y="129540"/>
                </a:lnTo>
                <a:lnTo>
                  <a:pt x="406908" y="129540"/>
                </a:lnTo>
                <a:lnTo>
                  <a:pt x="431292" y="105156"/>
                </a:lnTo>
                <a:lnTo>
                  <a:pt x="466344" y="143256"/>
                </a:lnTo>
                <a:lnTo>
                  <a:pt x="348996" y="143256"/>
                </a:lnTo>
                <a:lnTo>
                  <a:pt x="334184" y="143803"/>
                </a:lnTo>
                <a:lnTo>
                  <a:pt x="319659" y="145351"/>
                </a:lnTo>
                <a:lnTo>
                  <a:pt x="305704" y="147756"/>
                </a:lnTo>
                <a:lnTo>
                  <a:pt x="292608" y="150876"/>
                </a:lnTo>
                <a:close/>
              </a:path>
              <a:path w="533400" h="538480">
                <a:moveTo>
                  <a:pt x="381000" y="210312"/>
                </a:moveTo>
                <a:lnTo>
                  <a:pt x="352044" y="210312"/>
                </a:lnTo>
                <a:lnTo>
                  <a:pt x="352044" y="143256"/>
                </a:lnTo>
                <a:lnTo>
                  <a:pt x="381000" y="143256"/>
                </a:lnTo>
                <a:lnTo>
                  <a:pt x="381000" y="210312"/>
                </a:lnTo>
                <a:close/>
              </a:path>
              <a:path w="533400" h="538480">
                <a:moveTo>
                  <a:pt x="21336" y="201168"/>
                </a:moveTo>
                <a:lnTo>
                  <a:pt x="0" y="179832"/>
                </a:lnTo>
                <a:lnTo>
                  <a:pt x="88392" y="179832"/>
                </a:lnTo>
                <a:lnTo>
                  <a:pt x="112776" y="155448"/>
                </a:lnTo>
                <a:lnTo>
                  <a:pt x="146304" y="188976"/>
                </a:lnTo>
                <a:lnTo>
                  <a:pt x="139653" y="193548"/>
                </a:lnTo>
                <a:lnTo>
                  <a:pt x="79248" y="193548"/>
                </a:lnTo>
                <a:lnTo>
                  <a:pt x="63769" y="194095"/>
                </a:lnTo>
                <a:lnTo>
                  <a:pt x="49149" y="195643"/>
                </a:lnTo>
                <a:lnTo>
                  <a:pt x="35099" y="198048"/>
                </a:lnTo>
                <a:lnTo>
                  <a:pt x="21336" y="201168"/>
                </a:lnTo>
                <a:close/>
              </a:path>
              <a:path w="533400" h="538480">
                <a:moveTo>
                  <a:pt x="277367" y="231648"/>
                </a:moveTo>
                <a:lnTo>
                  <a:pt x="256032" y="210312"/>
                </a:lnTo>
                <a:lnTo>
                  <a:pt x="416052" y="210312"/>
                </a:lnTo>
                <a:lnTo>
                  <a:pt x="443484" y="184403"/>
                </a:lnTo>
                <a:lnTo>
                  <a:pt x="481584" y="225551"/>
                </a:lnTo>
                <a:lnTo>
                  <a:pt x="335280" y="225551"/>
                </a:lnTo>
                <a:lnTo>
                  <a:pt x="319801" y="225861"/>
                </a:lnTo>
                <a:lnTo>
                  <a:pt x="305181" y="226885"/>
                </a:lnTo>
                <a:lnTo>
                  <a:pt x="291131" y="228766"/>
                </a:lnTo>
                <a:lnTo>
                  <a:pt x="277367" y="231648"/>
                </a:lnTo>
                <a:close/>
              </a:path>
              <a:path w="533400" h="538480">
                <a:moveTo>
                  <a:pt x="109728" y="486156"/>
                </a:moveTo>
                <a:lnTo>
                  <a:pt x="80772" y="452628"/>
                </a:lnTo>
                <a:lnTo>
                  <a:pt x="85653" y="444603"/>
                </a:lnTo>
                <a:lnTo>
                  <a:pt x="88963" y="436435"/>
                </a:lnTo>
                <a:lnTo>
                  <a:pt x="90844" y="427982"/>
                </a:lnTo>
                <a:lnTo>
                  <a:pt x="91337" y="420624"/>
                </a:lnTo>
                <a:lnTo>
                  <a:pt x="91440" y="193548"/>
                </a:lnTo>
                <a:lnTo>
                  <a:pt x="139653" y="193548"/>
                </a:lnTo>
                <a:lnTo>
                  <a:pt x="121920" y="205739"/>
                </a:lnTo>
                <a:lnTo>
                  <a:pt x="121920" y="419100"/>
                </a:lnTo>
                <a:lnTo>
                  <a:pt x="157493" y="419100"/>
                </a:lnTo>
                <a:lnTo>
                  <a:pt x="143256" y="438150"/>
                </a:lnTo>
                <a:lnTo>
                  <a:pt x="123205" y="466153"/>
                </a:lnTo>
                <a:lnTo>
                  <a:pt x="109728" y="486156"/>
                </a:lnTo>
                <a:close/>
              </a:path>
              <a:path w="533400" h="538480">
                <a:moveTo>
                  <a:pt x="297179" y="449580"/>
                </a:moveTo>
                <a:lnTo>
                  <a:pt x="298061" y="426696"/>
                </a:lnTo>
                <a:lnTo>
                  <a:pt x="298509" y="403859"/>
                </a:lnTo>
                <a:lnTo>
                  <a:pt x="298610" y="390144"/>
                </a:lnTo>
                <a:lnTo>
                  <a:pt x="298680" y="332613"/>
                </a:lnTo>
                <a:lnTo>
                  <a:pt x="298516" y="308983"/>
                </a:lnTo>
                <a:lnTo>
                  <a:pt x="298061" y="284607"/>
                </a:lnTo>
                <a:lnTo>
                  <a:pt x="297179" y="260603"/>
                </a:lnTo>
                <a:lnTo>
                  <a:pt x="327660" y="281939"/>
                </a:lnTo>
                <a:lnTo>
                  <a:pt x="437388" y="281939"/>
                </a:lnTo>
                <a:lnTo>
                  <a:pt x="448056" y="292608"/>
                </a:lnTo>
                <a:lnTo>
                  <a:pt x="442468" y="297180"/>
                </a:lnTo>
                <a:lnTo>
                  <a:pt x="327660" y="297180"/>
                </a:lnTo>
                <a:lnTo>
                  <a:pt x="327660" y="390144"/>
                </a:lnTo>
                <a:lnTo>
                  <a:pt x="431739" y="390144"/>
                </a:lnTo>
                <a:lnTo>
                  <a:pt x="431881" y="398227"/>
                </a:lnTo>
                <a:lnTo>
                  <a:pt x="431975" y="402145"/>
                </a:lnTo>
                <a:lnTo>
                  <a:pt x="432053" y="403859"/>
                </a:lnTo>
                <a:lnTo>
                  <a:pt x="327660" y="403859"/>
                </a:lnTo>
                <a:lnTo>
                  <a:pt x="327660" y="435864"/>
                </a:lnTo>
                <a:lnTo>
                  <a:pt x="297179" y="449580"/>
                </a:lnTo>
                <a:close/>
              </a:path>
              <a:path w="533400" h="538480">
                <a:moveTo>
                  <a:pt x="437388" y="281939"/>
                </a:moveTo>
                <a:lnTo>
                  <a:pt x="399288" y="281939"/>
                </a:lnTo>
                <a:lnTo>
                  <a:pt x="419100" y="263651"/>
                </a:lnTo>
                <a:lnTo>
                  <a:pt x="437388" y="281939"/>
                </a:lnTo>
                <a:close/>
              </a:path>
              <a:path w="533400" h="538480">
                <a:moveTo>
                  <a:pt x="431739" y="390144"/>
                </a:moveTo>
                <a:lnTo>
                  <a:pt x="402336" y="390144"/>
                </a:lnTo>
                <a:lnTo>
                  <a:pt x="402336" y="297180"/>
                </a:lnTo>
                <a:lnTo>
                  <a:pt x="442468" y="297180"/>
                </a:lnTo>
                <a:lnTo>
                  <a:pt x="431292" y="306324"/>
                </a:lnTo>
                <a:lnTo>
                  <a:pt x="431391" y="358140"/>
                </a:lnTo>
                <a:lnTo>
                  <a:pt x="431482" y="375475"/>
                </a:lnTo>
                <a:lnTo>
                  <a:pt x="431739" y="390144"/>
                </a:lnTo>
                <a:close/>
              </a:path>
              <a:path w="533400" h="538480">
                <a:moveTo>
                  <a:pt x="157493" y="419100"/>
                </a:moveTo>
                <a:lnTo>
                  <a:pt x="121920" y="419100"/>
                </a:lnTo>
                <a:lnTo>
                  <a:pt x="196596" y="352044"/>
                </a:lnTo>
                <a:lnTo>
                  <a:pt x="204216" y="358140"/>
                </a:lnTo>
                <a:lnTo>
                  <a:pt x="170164" y="402145"/>
                </a:lnTo>
                <a:lnTo>
                  <a:pt x="157493" y="419100"/>
                </a:lnTo>
                <a:close/>
              </a:path>
              <a:path w="533400" h="538480">
                <a:moveTo>
                  <a:pt x="402336" y="435864"/>
                </a:moveTo>
                <a:lnTo>
                  <a:pt x="402336" y="403859"/>
                </a:lnTo>
                <a:lnTo>
                  <a:pt x="432053" y="403859"/>
                </a:lnTo>
                <a:lnTo>
                  <a:pt x="432816" y="420624"/>
                </a:lnTo>
                <a:lnTo>
                  <a:pt x="402336" y="435864"/>
                </a:lnTo>
                <a:close/>
              </a:path>
              <a:path w="533400" h="538480">
                <a:moveTo>
                  <a:pt x="473964" y="537972"/>
                </a:moveTo>
                <a:lnTo>
                  <a:pt x="462534" y="522017"/>
                </a:lnTo>
                <a:lnTo>
                  <a:pt x="444246" y="508635"/>
                </a:lnTo>
                <a:lnTo>
                  <a:pt x="419100" y="498109"/>
                </a:lnTo>
                <a:lnTo>
                  <a:pt x="387096" y="490728"/>
                </a:lnTo>
                <a:lnTo>
                  <a:pt x="387096" y="478536"/>
                </a:lnTo>
                <a:lnTo>
                  <a:pt x="420576" y="482512"/>
                </a:lnTo>
                <a:lnTo>
                  <a:pt x="445770" y="485203"/>
                </a:lnTo>
                <a:lnTo>
                  <a:pt x="462962" y="486465"/>
                </a:lnTo>
                <a:lnTo>
                  <a:pt x="514825" y="486465"/>
                </a:lnTo>
                <a:lnTo>
                  <a:pt x="514540" y="491323"/>
                </a:lnTo>
                <a:lnTo>
                  <a:pt x="493395" y="526542"/>
                </a:lnTo>
                <a:lnTo>
                  <a:pt x="484536" y="532257"/>
                </a:lnTo>
                <a:lnTo>
                  <a:pt x="473964" y="537972"/>
                </a:lnTo>
                <a:close/>
              </a:path>
            </a:pathLst>
          </a:custGeom>
          <a:solidFill>
            <a:srgbClr val="3333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" name="object 16"/>
          <p:cNvSpPr/>
          <p:nvPr/>
        </p:nvSpPr>
        <p:spPr>
          <a:xfrm>
            <a:off x="6957059" y="1271016"/>
            <a:ext cx="554990" cy="563880"/>
          </a:xfrm>
          <a:custGeom>
            <a:avLst/>
            <a:gdLst/>
            <a:ahLst/>
            <a:cxnLst/>
            <a:rect l="l" t="t" r="r" b="b"/>
            <a:pathLst>
              <a:path w="554990" h="563880">
                <a:moveTo>
                  <a:pt x="315468" y="83819"/>
                </a:moveTo>
                <a:lnTo>
                  <a:pt x="301752" y="83819"/>
                </a:lnTo>
                <a:lnTo>
                  <a:pt x="300299" y="76676"/>
                </a:lnTo>
                <a:lnTo>
                  <a:pt x="298132" y="68960"/>
                </a:lnTo>
                <a:lnTo>
                  <a:pt x="278130" y="32194"/>
                </a:lnTo>
                <a:lnTo>
                  <a:pt x="256032" y="4571"/>
                </a:lnTo>
                <a:lnTo>
                  <a:pt x="263652" y="0"/>
                </a:lnTo>
                <a:lnTo>
                  <a:pt x="306895" y="20573"/>
                </a:lnTo>
                <a:lnTo>
                  <a:pt x="335280" y="50291"/>
                </a:lnTo>
                <a:lnTo>
                  <a:pt x="335280" y="51815"/>
                </a:lnTo>
                <a:lnTo>
                  <a:pt x="334113" y="59602"/>
                </a:lnTo>
                <a:lnTo>
                  <a:pt x="330517" y="67246"/>
                </a:lnTo>
                <a:lnTo>
                  <a:pt x="324350" y="75176"/>
                </a:lnTo>
                <a:lnTo>
                  <a:pt x="315468" y="83819"/>
                </a:lnTo>
                <a:close/>
              </a:path>
              <a:path w="554990" h="563880">
                <a:moveTo>
                  <a:pt x="539053" y="83819"/>
                </a:moveTo>
                <a:lnTo>
                  <a:pt x="470916" y="83819"/>
                </a:lnTo>
                <a:lnTo>
                  <a:pt x="504444" y="50291"/>
                </a:lnTo>
                <a:lnTo>
                  <a:pt x="539053" y="83819"/>
                </a:lnTo>
                <a:close/>
              </a:path>
              <a:path w="554990" h="563880">
                <a:moveTo>
                  <a:pt x="7620" y="563879"/>
                </a:moveTo>
                <a:lnTo>
                  <a:pt x="0" y="559308"/>
                </a:lnTo>
                <a:lnTo>
                  <a:pt x="21740" y="517374"/>
                </a:lnTo>
                <a:lnTo>
                  <a:pt x="39052" y="474154"/>
                </a:lnTo>
                <a:lnTo>
                  <a:pt x="52077" y="430077"/>
                </a:lnTo>
                <a:lnTo>
                  <a:pt x="60960" y="385572"/>
                </a:lnTo>
                <a:lnTo>
                  <a:pt x="66960" y="339590"/>
                </a:lnTo>
                <a:lnTo>
                  <a:pt x="71247" y="293179"/>
                </a:lnTo>
                <a:lnTo>
                  <a:pt x="73818" y="246483"/>
                </a:lnTo>
                <a:lnTo>
                  <a:pt x="74676" y="199643"/>
                </a:lnTo>
                <a:lnTo>
                  <a:pt x="75171" y="146303"/>
                </a:lnTo>
                <a:lnTo>
                  <a:pt x="74866" y="117538"/>
                </a:lnTo>
                <a:lnTo>
                  <a:pt x="73604" y="85415"/>
                </a:lnTo>
                <a:lnTo>
                  <a:pt x="71628" y="59435"/>
                </a:lnTo>
                <a:lnTo>
                  <a:pt x="112776" y="83819"/>
                </a:lnTo>
                <a:lnTo>
                  <a:pt x="539053" y="83819"/>
                </a:lnTo>
                <a:lnTo>
                  <a:pt x="553212" y="97535"/>
                </a:lnTo>
                <a:lnTo>
                  <a:pt x="109728" y="97535"/>
                </a:lnTo>
                <a:lnTo>
                  <a:pt x="109992" y="155662"/>
                </a:lnTo>
                <a:lnTo>
                  <a:pt x="108775" y="225551"/>
                </a:lnTo>
                <a:lnTo>
                  <a:pt x="106073" y="277677"/>
                </a:lnTo>
                <a:lnTo>
                  <a:pt x="102108" y="321564"/>
                </a:lnTo>
                <a:lnTo>
                  <a:pt x="95559" y="360140"/>
                </a:lnTo>
                <a:lnTo>
                  <a:pt x="77890" y="428720"/>
                </a:lnTo>
                <a:lnTo>
                  <a:pt x="54554" y="486727"/>
                </a:lnTo>
                <a:lnTo>
                  <a:pt x="24407" y="539305"/>
                </a:lnTo>
                <a:lnTo>
                  <a:pt x="7620" y="563879"/>
                </a:lnTo>
                <a:close/>
              </a:path>
              <a:path w="554990" h="563880">
                <a:moveTo>
                  <a:pt x="256032" y="185927"/>
                </a:moveTo>
                <a:lnTo>
                  <a:pt x="225552" y="185927"/>
                </a:lnTo>
                <a:lnTo>
                  <a:pt x="225290" y="167997"/>
                </a:lnTo>
                <a:lnTo>
                  <a:pt x="224599" y="148780"/>
                </a:lnTo>
                <a:lnTo>
                  <a:pt x="223599" y="128277"/>
                </a:lnTo>
                <a:lnTo>
                  <a:pt x="222504" y="108203"/>
                </a:lnTo>
                <a:lnTo>
                  <a:pt x="275844" y="134112"/>
                </a:lnTo>
                <a:lnTo>
                  <a:pt x="256032" y="146303"/>
                </a:lnTo>
                <a:lnTo>
                  <a:pt x="256032" y="185927"/>
                </a:lnTo>
                <a:close/>
              </a:path>
              <a:path w="554990" h="563880">
                <a:moveTo>
                  <a:pt x="420624" y="185927"/>
                </a:moveTo>
                <a:lnTo>
                  <a:pt x="390144" y="185927"/>
                </a:lnTo>
                <a:lnTo>
                  <a:pt x="389902" y="167997"/>
                </a:lnTo>
                <a:lnTo>
                  <a:pt x="389847" y="165544"/>
                </a:lnTo>
                <a:lnTo>
                  <a:pt x="389246" y="148780"/>
                </a:lnTo>
                <a:lnTo>
                  <a:pt x="389142" y="146303"/>
                </a:lnTo>
                <a:lnTo>
                  <a:pt x="388215" y="128277"/>
                </a:lnTo>
                <a:lnTo>
                  <a:pt x="387096" y="109727"/>
                </a:lnTo>
                <a:lnTo>
                  <a:pt x="441960" y="134112"/>
                </a:lnTo>
                <a:lnTo>
                  <a:pt x="420624" y="147827"/>
                </a:lnTo>
                <a:lnTo>
                  <a:pt x="420624" y="185927"/>
                </a:lnTo>
                <a:close/>
              </a:path>
              <a:path w="554990" h="563880">
                <a:moveTo>
                  <a:pt x="134112" y="205739"/>
                </a:moveTo>
                <a:lnTo>
                  <a:pt x="114300" y="185927"/>
                </a:lnTo>
                <a:lnTo>
                  <a:pt x="466344" y="185927"/>
                </a:lnTo>
                <a:lnTo>
                  <a:pt x="498348" y="155447"/>
                </a:lnTo>
                <a:lnTo>
                  <a:pt x="542544" y="201167"/>
                </a:lnTo>
                <a:lnTo>
                  <a:pt x="163068" y="201167"/>
                </a:lnTo>
                <a:lnTo>
                  <a:pt x="134112" y="205739"/>
                </a:lnTo>
                <a:close/>
              </a:path>
              <a:path w="554990" h="563880">
                <a:moveTo>
                  <a:pt x="222504" y="310895"/>
                </a:moveTo>
                <a:lnTo>
                  <a:pt x="224599" y="259460"/>
                </a:lnTo>
                <a:lnTo>
                  <a:pt x="225552" y="201167"/>
                </a:lnTo>
                <a:lnTo>
                  <a:pt x="256032" y="201167"/>
                </a:lnTo>
                <a:lnTo>
                  <a:pt x="256032" y="269747"/>
                </a:lnTo>
                <a:lnTo>
                  <a:pt x="422156" y="269747"/>
                </a:lnTo>
                <a:lnTo>
                  <a:pt x="422552" y="277677"/>
                </a:lnTo>
                <a:lnTo>
                  <a:pt x="423163" y="284987"/>
                </a:lnTo>
                <a:lnTo>
                  <a:pt x="256032" y="284987"/>
                </a:lnTo>
                <a:lnTo>
                  <a:pt x="256032" y="297179"/>
                </a:lnTo>
                <a:lnTo>
                  <a:pt x="222504" y="310895"/>
                </a:lnTo>
                <a:close/>
              </a:path>
              <a:path w="554990" h="563880">
                <a:moveTo>
                  <a:pt x="422156" y="269747"/>
                </a:moveTo>
                <a:lnTo>
                  <a:pt x="390144" y="269747"/>
                </a:lnTo>
                <a:lnTo>
                  <a:pt x="390144" y="201167"/>
                </a:lnTo>
                <a:lnTo>
                  <a:pt x="420624" y="201167"/>
                </a:lnTo>
                <a:lnTo>
                  <a:pt x="420885" y="232576"/>
                </a:lnTo>
                <a:lnTo>
                  <a:pt x="421576" y="258127"/>
                </a:lnTo>
                <a:lnTo>
                  <a:pt x="422156" y="269747"/>
                </a:lnTo>
                <a:close/>
              </a:path>
              <a:path w="554990" h="563880">
                <a:moveTo>
                  <a:pt x="390144" y="306323"/>
                </a:moveTo>
                <a:lnTo>
                  <a:pt x="390144" y="284987"/>
                </a:lnTo>
                <a:lnTo>
                  <a:pt x="423163" y="284987"/>
                </a:lnTo>
                <a:lnTo>
                  <a:pt x="423672" y="291083"/>
                </a:lnTo>
                <a:lnTo>
                  <a:pt x="390144" y="306323"/>
                </a:lnTo>
                <a:close/>
              </a:path>
              <a:path w="554990" h="563880">
                <a:moveTo>
                  <a:pt x="179832" y="353568"/>
                </a:moveTo>
                <a:lnTo>
                  <a:pt x="160020" y="335280"/>
                </a:lnTo>
                <a:lnTo>
                  <a:pt x="411480" y="335280"/>
                </a:lnTo>
                <a:lnTo>
                  <a:pt x="432816" y="313943"/>
                </a:lnTo>
                <a:lnTo>
                  <a:pt x="469392" y="348996"/>
                </a:lnTo>
                <a:lnTo>
                  <a:pt x="201168" y="348996"/>
                </a:lnTo>
                <a:lnTo>
                  <a:pt x="179832" y="353568"/>
                </a:lnTo>
                <a:close/>
              </a:path>
              <a:path w="554990" h="563880">
                <a:moveTo>
                  <a:pt x="80772" y="563879"/>
                </a:moveTo>
                <a:lnTo>
                  <a:pt x="79248" y="554736"/>
                </a:lnTo>
                <a:lnTo>
                  <a:pt x="128784" y="543604"/>
                </a:lnTo>
                <a:lnTo>
                  <a:pt x="176710" y="528596"/>
                </a:lnTo>
                <a:lnTo>
                  <a:pt x="222881" y="509857"/>
                </a:lnTo>
                <a:lnTo>
                  <a:pt x="267151" y="487533"/>
                </a:lnTo>
                <a:lnTo>
                  <a:pt x="309372" y="461772"/>
                </a:lnTo>
                <a:lnTo>
                  <a:pt x="286845" y="437507"/>
                </a:lnTo>
                <a:lnTo>
                  <a:pt x="265176" y="410527"/>
                </a:lnTo>
                <a:lnTo>
                  <a:pt x="244649" y="380976"/>
                </a:lnTo>
                <a:lnTo>
                  <a:pt x="225552" y="348996"/>
                </a:lnTo>
                <a:lnTo>
                  <a:pt x="236220" y="348996"/>
                </a:lnTo>
                <a:lnTo>
                  <a:pt x="259080" y="378142"/>
                </a:lnTo>
                <a:lnTo>
                  <a:pt x="281940" y="403860"/>
                </a:lnTo>
                <a:lnTo>
                  <a:pt x="304800" y="426148"/>
                </a:lnTo>
                <a:lnTo>
                  <a:pt x="327660" y="445008"/>
                </a:lnTo>
                <a:lnTo>
                  <a:pt x="372095" y="445008"/>
                </a:lnTo>
                <a:lnTo>
                  <a:pt x="352044" y="463296"/>
                </a:lnTo>
                <a:lnTo>
                  <a:pt x="390081" y="483108"/>
                </a:lnTo>
                <a:lnTo>
                  <a:pt x="330708" y="483108"/>
                </a:lnTo>
                <a:lnTo>
                  <a:pt x="283500" y="506870"/>
                </a:lnTo>
                <a:lnTo>
                  <a:pt x="235049" y="526901"/>
                </a:lnTo>
                <a:lnTo>
                  <a:pt x="185208" y="543129"/>
                </a:lnTo>
                <a:lnTo>
                  <a:pt x="133831" y="555479"/>
                </a:lnTo>
                <a:lnTo>
                  <a:pt x="80772" y="563879"/>
                </a:lnTo>
                <a:close/>
              </a:path>
              <a:path w="554990" h="563880">
                <a:moveTo>
                  <a:pt x="372095" y="445008"/>
                </a:moveTo>
                <a:lnTo>
                  <a:pt x="327660" y="445008"/>
                </a:lnTo>
                <a:lnTo>
                  <a:pt x="350781" y="421862"/>
                </a:lnTo>
                <a:lnTo>
                  <a:pt x="372046" y="398145"/>
                </a:lnTo>
                <a:lnTo>
                  <a:pt x="391310" y="373856"/>
                </a:lnTo>
                <a:lnTo>
                  <a:pt x="408432" y="348996"/>
                </a:lnTo>
                <a:lnTo>
                  <a:pt x="469392" y="348996"/>
                </a:lnTo>
                <a:lnTo>
                  <a:pt x="445008" y="361188"/>
                </a:lnTo>
                <a:lnTo>
                  <a:pt x="418695" y="393430"/>
                </a:lnTo>
                <a:lnTo>
                  <a:pt x="394525" y="421386"/>
                </a:lnTo>
                <a:lnTo>
                  <a:pt x="372356" y="444769"/>
                </a:lnTo>
                <a:lnTo>
                  <a:pt x="372095" y="445008"/>
                </a:lnTo>
                <a:close/>
              </a:path>
              <a:path w="554990" h="563880">
                <a:moveTo>
                  <a:pt x="509016" y="557784"/>
                </a:moveTo>
                <a:lnTo>
                  <a:pt x="455866" y="544615"/>
                </a:lnTo>
                <a:lnTo>
                  <a:pt x="408432" y="527875"/>
                </a:lnTo>
                <a:lnTo>
                  <a:pt x="366712" y="507420"/>
                </a:lnTo>
                <a:lnTo>
                  <a:pt x="330708" y="483108"/>
                </a:lnTo>
                <a:lnTo>
                  <a:pt x="390081" y="483108"/>
                </a:lnTo>
                <a:lnTo>
                  <a:pt x="393144" y="484703"/>
                </a:lnTo>
                <a:lnTo>
                  <a:pt x="440817" y="500824"/>
                </a:lnTo>
                <a:lnTo>
                  <a:pt x="494776" y="511516"/>
                </a:lnTo>
                <a:lnTo>
                  <a:pt x="554736" y="516636"/>
                </a:lnTo>
                <a:lnTo>
                  <a:pt x="554736" y="525779"/>
                </a:lnTo>
                <a:lnTo>
                  <a:pt x="538162" y="530352"/>
                </a:lnTo>
                <a:lnTo>
                  <a:pt x="525018" y="537210"/>
                </a:lnTo>
                <a:lnTo>
                  <a:pt x="515302" y="546354"/>
                </a:lnTo>
                <a:lnTo>
                  <a:pt x="509016" y="557784"/>
                </a:lnTo>
                <a:close/>
              </a:path>
            </a:pathLst>
          </a:custGeom>
          <a:solidFill>
            <a:srgbClr val="3333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" name="object 17"/>
          <p:cNvSpPr/>
          <p:nvPr/>
        </p:nvSpPr>
        <p:spPr>
          <a:xfrm>
            <a:off x="1751075" y="2552700"/>
            <a:ext cx="155575" cy="155575"/>
          </a:xfrm>
          <a:custGeom>
            <a:avLst/>
            <a:gdLst/>
            <a:ahLst/>
            <a:cxnLst/>
            <a:rect l="l" t="t" r="r" b="b"/>
            <a:pathLst>
              <a:path w="155575" h="155575">
                <a:moveTo>
                  <a:pt x="155448" y="155448"/>
                </a:moveTo>
                <a:lnTo>
                  <a:pt x="0" y="155448"/>
                </a:lnTo>
                <a:lnTo>
                  <a:pt x="0" y="0"/>
                </a:lnTo>
                <a:lnTo>
                  <a:pt x="155448" y="0"/>
                </a:lnTo>
                <a:lnTo>
                  <a:pt x="155448" y="155448"/>
                </a:lnTo>
                <a:close/>
              </a:path>
            </a:pathLst>
          </a:custGeom>
          <a:solidFill>
            <a:srgbClr val="3333C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" name="object 18"/>
          <p:cNvSpPr/>
          <p:nvPr/>
        </p:nvSpPr>
        <p:spPr>
          <a:xfrm>
            <a:off x="2173224" y="2366772"/>
            <a:ext cx="326390" cy="399415"/>
          </a:xfrm>
          <a:custGeom>
            <a:avLst/>
            <a:gdLst/>
            <a:ahLst/>
            <a:cxnLst/>
            <a:rect l="l" t="t" r="r" b="b"/>
            <a:pathLst>
              <a:path w="326389" h="399414">
                <a:moveTo>
                  <a:pt x="76200" y="85344"/>
                </a:moveTo>
                <a:lnTo>
                  <a:pt x="68580" y="85344"/>
                </a:lnTo>
                <a:lnTo>
                  <a:pt x="65532" y="80772"/>
                </a:lnTo>
                <a:lnTo>
                  <a:pt x="64008" y="70104"/>
                </a:lnTo>
                <a:lnTo>
                  <a:pt x="58293" y="56388"/>
                </a:lnTo>
                <a:lnTo>
                  <a:pt x="50482" y="40767"/>
                </a:lnTo>
                <a:lnTo>
                  <a:pt x="40647" y="23383"/>
                </a:lnTo>
                <a:lnTo>
                  <a:pt x="28956" y="4572"/>
                </a:lnTo>
                <a:lnTo>
                  <a:pt x="33528" y="0"/>
                </a:lnTo>
                <a:lnTo>
                  <a:pt x="72104" y="26360"/>
                </a:lnTo>
                <a:lnTo>
                  <a:pt x="91440" y="48768"/>
                </a:lnTo>
                <a:lnTo>
                  <a:pt x="91440" y="60960"/>
                </a:lnTo>
                <a:lnTo>
                  <a:pt x="88392" y="67056"/>
                </a:lnTo>
                <a:lnTo>
                  <a:pt x="79248" y="82296"/>
                </a:lnTo>
                <a:lnTo>
                  <a:pt x="76200" y="85344"/>
                </a:lnTo>
                <a:close/>
              </a:path>
              <a:path w="326389" h="399414">
                <a:moveTo>
                  <a:pt x="146304" y="60960"/>
                </a:moveTo>
                <a:lnTo>
                  <a:pt x="131064" y="45720"/>
                </a:lnTo>
                <a:lnTo>
                  <a:pt x="281940" y="45720"/>
                </a:lnTo>
                <a:lnTo>
                  <a:pt x="295656" y="24384"/>
                </a:lnTo>
                <a:lnTo>
                  <a:pt x="326136" y="48768"/>
                </a:lnTo>
                <a:lnTo>
                  <a:pt x="317669" y="56388"/>
                </a:lnTo>
                <a:lnTo>
                  <a:pt x="188976" y="56388"/>
                </a:lnTo>
                <a:lnTo>
                  <a:pt x="177807" y="56673"/>
                </a:lnTo>
                <a:lnTo>
                  <a:pt x="167068" y="57531"/>
                </a:lnTo>
                <a:lnTo>
                  <a:pt x="156614" y="58959"/>
                </a:lnTo>
                <a:lnTo>
                  <a:pt x="146304" y="60960"/>
                </a:lnTo>
                <a:close/>
              </a:path>
              <a:path w="326389" h="399414">
                <a:moveTo>
                  <a:pt x="309537" y="355092"/>
                </a:moveTo>
                <a:lnTo>
                  <a:pt x="277368" y="355092"/>
                </a:lnTo>
                <a:lnTo>
                  <a:pt x="283464" y="350520"/>
                </a:lnTo>
                <a:lnTo>
                  <a:pt x="283464" y="56388"/>
                </a:lnTo>
                <a:lnTo>
                  <a:pt x="317669" y="56388"/>
                </a:lnTo>
                <a:lnTo>
                  <a:pt x="310895" y="62484"/>
                </a:lnTo>
                <a:lnTo>
                  <a:pt x="310895" y="344424"/>
                </a:lnTo>
                <a:lnTo>
                  <a:pt x="309537" y="355092"/>
                </a:lnTo>
                <a:close/>
              </a:path>
              <a:path w="326389" h="399414">
                <a:moveTo>
                  <a:pt x="0" y="399288"/>
                </a:moveTo>
                <a:lnTo>
                  <a:pt x="1119" y="359854"/>
                </a:lnTo>
                <a:lnTo>
                  <a:pt x="2095" y="316992"/>
                </a:lnTo>
                <a:lnTo>
                  <a:pt x="2709" y="275844"/>
                </a:lnTo>
                <a:lnTo>
                  <a:pt x="3014" y="214884"/>
                </a:lnTo>
                <a:lnTo>
                  <a:pt x="2786" y="173474"/>
                </a:lnTo>
                <a:lnTo>
                  <a:pt x="2067" y="132588"/>
                </a:lnTo>
                <a:lnTo>
                  <a:pt x="1119" y="100750"/>
                </a:lnTo>
                <a:lnTo>
                  <a:pt x="0" y="74676"/>
                </a:lnTo>
                <a:lnTo>
                  <a:pt x="44196" y="99060"/>
                </a:lnTo>
                <a:lnTo>
                  <a:pt x="28956" y="109728"/>
                </a:lnTo>
                <a:lnTo>
                  <a:pt x="28956" y="387096"/>
                </a:lnTo>
                <a:lnTo>
                  <a:pt x="0" y="399288"/>
                </a:lnTo>
                <a:close/>
              </a:path>
              <a:path w="326389" h="399414">
                <a:moveTo>
                  <a:pt x="240356" y="152400"/>
                </a:moveTo>
                <a:lnTo>
                  <a:pt x="202692" y="152400"/>
                </a:lnTo>
                <a:lnTo>
                  <a:pt x="214883" y="132588"/>
                </a:lnTo>
                <a:lnTo>
                  <a:pt x="240356" y="152400"/>
                </a:lnTo>
                <a:close/>
              </a:path>
              <a:path w="326389" h="399414">
                <a:moveTo>
                  <a:pt x="82296" y="307848"/>
                </a:moveTo>
                <a:lnTo>
                  <a:pt x="83177" y="283035"/>
                </a:lnTo>
                <a:lnTo>
                  <a:pt x="83629" y="259080"/>
                </a:lnTo>
                <a:lnTo>
                  <a:pt x="83729" y="245364"/>
                </a:lnTo>
                <a:lnTo>
                  <a:pt x="83796" y="195191"/>
                </a:lnTo>
                <a:lnTo>
                  <a:pt x="83629" y="175069"/>
                </a:lnTo>
                <a:lnTo>
                  <a:pt x="83177" y="154662"/>
                </a:lnTo>
                <a:lnTo>
                  <a:pt x="82296" y="134112"/>
                </a:lnTo>
                <a:lnTo>
                  <a:pt x="108204" y="152400"/>
                </a:lnTo>
                <a:lnTo>
                  <a:pt x="240356" y="152400"/>
                </a:lnTo>
                <a:lnTo>
                  <a:pt x="242316" y="153924"/>
                </a:lnTo>
                <a:lnTo>
                  <a:pt x="232029" y="163068"/>
                </a:lnTo>
                <a:lnTo>
                  <a:pt x="108204" y="163068"/>
                </a:lnTo>
                <a:lnTo>
                  <a:pt x="108204" y="265176"/>
                </a:lnTo>
                <a:lnTo>
                  <a:pt x="228778" y="265176"/>
                </a:lnTo>
                <a:lnTo>
                  <a:pt x="228790" y="265938"/>
                </a:lnTo>
                <a:lnTo>
                  <a:pt x="229163" y="275844"/>
                </a:lnTo>
                <a:lnTo>
                  <a:pt x="108204" y="275844"/>
                </a:lnTo>
                <a:lnTo>
                  <a:pt x="108204" y="298704"/>
                </a:lnTo>
                <a:lnTo>
                  <a:pt x="82296" y="307848"/>
                </a:lnTo>
                <a:close/>
              </a:path>
              <a:path w="326389" h="399414">
                <a:moveTo>
                  <a:pt x="228778" y="265176"/>
                </a:moveTo>
                <a:lnTo>
                  <a:pt x="204216" y="265176"/>
                </a:lnTo>
                <a:lnTo>
                  <a:pt x="204216" y="163068"/>
                </a:lnTo>
                <a:lnTo>
                  <a:pt x="232029" y="163068"/>
                </a:lnTo>
                <a:lnTo>
                  <a:pt x="228600" y="166116"/>
                </a:lnTo>
                <a:lnTo>
                  <a:pt x="228685" y="259080"/>
                </a:lnTo>
                <a:lnTo>
                  <a:pt x="228778" y="265176"/>
                </a:lnTo>
                <a:close/>
              </a:path>
              <a:path w="326389" h="399414">
                <a:moveTo>
                  <a:pt x="204216" y="301752"/>
                </a:moveTo>
                <a:lnTo>
                  <a:pt x="204216" y="275844"/>
                </a:lnTo>
                <a:lnTo>
                  <a:pt x="229163" y="275844"/>
                </a:lnTo>
                <a:lnTo>
                  <a:pt x="229242" y="277939"/>
                </a:lnTo>
                <a:lnTo>
                  <a:pt x="230124" y="291083"/>
                </a:lnTo>
                <a:lnTo>
                  <a:pt x="204216" y="301752"/>
                </a:lnTo>
                <a:close/>
              </a:path>
              <a:path w="326389" h="399414">
                <a:moveTo>
                  <a:pt x="266700" y="399288"/>
                </a:moveTo>
                <a:lnTo>
                  <a:pt x="262985" y="384667"/>
                </a:lnTo>
                <a:lnTo>
                  <a:pt x="251841" y="372618"/>
                </a:lnTo>
                <a:lnTo>
                  <a:pt x="233267" y="362854"/>
                </a:lnTo>
                <a:lnTo>
                  <a:pt x="207264" y="355092"/>
                </a:lnTo>
                <a:lnTo>
                  <a:pt x="207264" y="348996"/>
                </a:lnTo>
                <a:lnTo>
                  <a:pt x="241363" y="351282"/>
                </a:lnTo>
                <a:lnTo>
                  <a:pt x="254627" y="352425"/>
                </a:lnTo>
                <a:lnTo>
                  <a:pt x="265176" y="353568"/>
                </a:lnTo>
                <a:lnTo>
                  <a:pt x="277368" y="355092"/>
                </a:lnTo>
                <a:lnTo>
                  <a:pt x="309537" y="355092"/>
                </a:lnTo>
                <a:lnTo>
                  <a:pt x="308276" y="364998"/>
                </a:lnTo>
                <a:lnTo>
                  <a:pt x="300228" y="381000"/>
                </a:lnTo>
                <a:lnTo>
                  <a:pt x="286464" y="392430"/>
                </a:lnTo>
                <a:lnTo>
                  <a:pt x="266700" y="39928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" name="object 19"/>
          <p:cNvSpPr/>
          <p:nvPr/>
        </p:nvSpPr>
        <p:spPr>
          <a:xfrm>
            <a:off x="2567940" y="2374392"/>
            <a:ext cx="405765" cy="393700"/>
          </a:xfrm>
          <a:custGeom>
            <a:avLst/>
            <a:gdLst/>
            <a:ahLst/>
            <a:cxnLst/>
            <a:rect l="l" t="t" r="r" b="b"/>
            <a:pathLst>
              <a:path w="405764" h="393700">
                <a:moveTo>
                  <a:pt x="217932" y="36576"/>
                </a:moveTo>
                <a:lnTo>
                  <a:pt x="202692" y="21336"/>
                </a:lnTo>
                <a:lnTo>
                  <a:pt x="353568" y="21336"/>
                </a:lnTo>
                <a:lnTo>
                  <a:pt x="374904" y="0"/>
                </a:lnTo>
                <a:lnTo>
                  <a:pt x="402336" y="32004"/>
                </a:lnTo>
                <a:lnTo>
                  <a:pt x="259080" y="32004"/>
                </a:lnTo>
                <a:lnTo>
                  <a:pt x="248578" y="32289"/>
                </a:lnTo>
                <a:lnTo>
                  <a:pt x="237934" y="33147"/>
                </a:lnTo>
                <a:lnTo>
                  <a:pt x="227576" y="34575"/>
                </a:lnTo>
                <a:lnTo>
                  <a:pt x="217932" y="36576"/>
                </a:lnTo>
                <a:close/>
              </a:path>
              <a:path w="405764" h="393700">
                <a:moveTo>
                  <a:pt x="189846" y="19812"/>
                </a:moveTo>
                <a:lnTo>
                  <a:pt x="155448" y="19812"/>
                </a:lnTo>
                <a:lnTo>
                  <a:pt x="167640" y="1524"/>
                </a:lnTo>
                <a:lnTo>
                  <a:pt x="189846" y="19812"/>
                </a:lnTo>
                <a:close/>
              </a:path>
              <a:path w="405764" h="393700">
                <a:moveTo>
                  <a:pt x="53340" y="169164"/>
                </a:moveTo>
                <a:lnTo>
                  <a:pt x="53578" y="148566"/>
                </a:lnTo>
                <a:lnTo>
                  <a:pt x="54625" y="106799"/>
                </a:lnTo>
                <a:lnTo>
                  <a:pt x="54745" y="96012"/>
                </a:lnTo>
                <a:lnTo>
                  <a:pt x="54830" y="82296"/>
                </a:lnTo>
                <a:lnTo>
                  <a:pt x="54620" y="63722"/>
                </a:lnTo>
                <a:lnTo>
                  <a:pt x="53578" y="23407"/>
                </a:lnTo>
                <a:lnTo>
                  <a:pt x="53340" y="4572"/>
                </a:lnTo>
                <a:lnTo>
                  <a:pt x="77724" y="19812"/>
                </a:lnTo>
                <a:lnTo>
                  <a:pt x="189846" y="19812"/>
                </a:lnTo>
                <a:lnTo>
                  <a:pt x="193548" y="22860"/>
                </a:lnTo>
                <a:lnTo>
                  <a:pt x="186581" y="28956"/>
                </a:lnTo>
                <a:lnTo>
                  <a:pt x="77724" y="28956"/>
                </a:lnTo>
                <a:lnTo>
                  <a:pt x="77724" y="79248"/>
                </a:lnTo>
                <a:lnTo>
                  <a:pt x="181422" y="79248"/>
                </a:lnTo>
                <a:lnTo>
                  <a:pt x="181477" y="89916"/>
                </a:lnTo>
                <a:lnTo>
                  <a:pt x="77724" y="89916"/>
                </a:lnTo>
                <a:lnTo>
                  <a:pt x="77724" y="138684"/>
                </a:lnTo>
                <a:lnTo>
                  <a:pt x="182330" y="138684"/>
                </a:lnTo>
                <a:lnTo>
                  <a:pt x="182757" y="149352"/>
                </a:lnTo>
                <a:lnTo>
                  <a:pt x="77724" y="149352"/>
                </a:lnTo>
                <a:lnTo>
                  <a:pt x="77724" y="160020"/>
                </a:lnTo>
                <a:lnTo>
                  <a:pt x="53340" y="169164"/>
                </a:lnTo>
                <a:close/>
              </a:path>
              <a:path w="405764" h="393700">
                <a:moveTo>
                  <a:pt x="181422" y="79248"/>
                </a:moveTo>
                <a:lnTo>
                  <a:pt x="158496" y="79248"/>
                </a:lnTo>
                <a:lnTo>
                  <a:pt x="158496" y="28956"/>
                </a:lnTo>
                <a:lnTo>
                  <a:pt x="186581" y="28956"/>
                </a:lnTo>
                <a:lnTo>
                  <a:pt x="181356" y="33528"/>
                </a:lnTo>
                <a:lnTo>
                  <a:pt x="181422" y="79248"/>
                </a:lnTo>
                <a:close/>
              </a:path>
              <a:path w="405764" h="393700">
                <a:moveTo>
                  <a:pt x="280416" y="82296"/>
                </a:moveTo>
                <a:lnTo>
                  <a:pt x="271272" y="82296"/>
                </a:lnTo>
                <a:lnTo>
                  <a:pt x="274415" y="68865"/>
                </a:lnTo>
                <a:lnTo>
                  <a:pt x="276987" y="56007"/>
                </a:lnTo>
                <a:lnTo>
                  <a:pt x="278987" y="43719"/>
                </a:lnTo>
                <a:lnTo>
                  <a:pt x="280416" y="32004"/>
                </a:lnTo>
                <a:lnTo>
                  <a:pt x="309372" y="32004"/>
                </a:lnTo>
                <a:lnTo>
                  <a:pt x="305061" y="38576"/>
                </a:lnTo>
                <a:lnTo>
                  <a:pt x="298894" y="49149"/>
                </a:lnTo>
                <a:lnTo>
                  <a:pt x="290607" y="63936"/>
                </a:lnTo>
                <a:lnTo>
                  <a:pt x="280416" y="82296"/>
                </a:lnTo>
                <a:close/>
              </a:path>
              <a:path w="405764" h="393700">
                <a:moveTo>
                  <a:pt x="381351" y="82296"/>
                </a:moveTo>
                <a:lnTo>
                  <a:pt x="345948" y="82296"/>
                </a:lnTo>
                <a:lnTo>
                  <a:pt x="358140" y="65532"/>
                </a:lnTo>
                <a:lnTo>
                  <a:pt x="381351" y="82296"/>
                </a:lnTo>
                <a:close/>
              </a:path>
              <a:path w="405764" h="393700">
                <a:moveTo>
                  <a:pt x="225552" y="249936"/>
                </a:moveTo>
                <a:lnTo>
                  <a:pt x="225790" y="230766"/>
                </a:lnTo>
                <a:lnTo>
                  <a:pt x="226767" y="189809"/>
                </a:lnTo>
                <a:lnTo>
                  <a:pt x="226872" y="183094"/>
                </a:lnTo>
                <a:lnTo>
                  <a:pt x="226965" y="149352"/>
                </a:lnTo>
                <a:lnTo>
                  <a:pt x="226855" y="137160"/>
                </a:lnTo>
                <a:lnTo>
                  <a:pt x="226734" y="130397"/>
                </a:lnTo>
                <a:lnTo>
                  <a:pt x="225790" y="88249"/>
                </a:lnTo>
                <a:lnTo>
                  <a:pt x="225552" y="67056"/>
                </a:lnTo>
                <a:lnTo>
                  <a:pt x="249936" y="82296"/>
                </a:lnTo>
                <a:lnTo>
                  <a:pt x="381351" y="82296"/>
                </a:lnTo>
                <a:lnTo>
                  <a:pt x="385572" y="85344"/>
                </a:lnTo>
                <a:lnTo>
                  <a:pt x="378605" y="91440"/>
                </a:lnTo>
                <a:lnTo>
                  <a:pt x="249936" y="91440"/>
                </a:lnTo>
                <a:lnTo>
                  <a:pt x="249936" y="236220"/>
                </a:lnTo>
                <a:lnTo>
                  <a:pt x="225552" y="249936"/>
                </a:lnTo>
                <a:close/>
              </a:path>
              <a:path w="405764" h="393700">
                <a:moveTo>
                  <a:pt x="182330" y="138684"/>
                </a:moveTo>
                <a:lnTo>
                  <a:pt x="158496" y="138684"/>
                </a:lnTo>
                <a:lnTo>
                  <a:pt x="158496" y="89916"/>
                </a:lnTo>
                <a:lnTo>
                  <a:pt x="181477" y="89916"/>
                </a:lnTo>
                <a:lnTo>
                  <a:pt x="181546" y="103251"/>
                </a:lnTo>
                <a:lnTo>
                  <a:pt x="181998" y="130397"/>
                </a:lnTo>
                <a:lnTo>
                  <a:pt x="182330" y="138684"/>
                </a:lnTo>
                <a:close/>
              </a:path>
              <a:path w="405764" h="393700">
                <a:moveTo>
                  <a:pt x="350520" y="245363"/>
                </a:moveTo>
                <a:lnTo>
                  <a:pt x="350520" y="91440"/>
                </a:lnTo>
                <a:lnTo>
                  <a:pt x="378605" y="91440"/>
                </a:lnTo>
                <a:lnTo>
                  <a:pt x="373380" y="96012"/>
                </a:lnTo>
                <a:lnTo>
                  <a:pt x="373427" y="189809"/>
                </a:lnTo>
                <a:lnTo>
                  <a:pt x="373552" y="198405"/>
                </a:lnTo>
                <a:lnTo>
                  <a:pt x="374038" y="214884"/>
                </a:lnTo>
                <a:lnTo>
                  <a:pt x="374904" y="233172"/>
                </a:lnTo>
                <a:lnTo>
                  <a:pt x="350520" y="245363"/>
                </a:lnTo>
                <a:close/>
              </a:path>
              <a:path w="405764" h="393700">
                <a:moveTo>
                  <a:pt x="192024" y="345948"/>
                </a:moveTo>
                <a:lnTo>
                  <a:pt x="188976" y="341376"/>
                </a:lnTo>
                <a:lnTo>
                  <a:pt x="212383" y="327398"/>
                </a:lnTo>
                <a:lnTo>
                  <a:pt x="232219" y="312991"/>
                </a:lnTo>
                <a:lnTo>
                  <a:pt x="260604" y="283463"/>
                </a:lnTo>
                <a:lnTo>
                  <a:pt x="281178" y="231814"/>
                </a:lnTo>
                <a:lnTo>
                  <a:pt x="284321" y="189809"/>
                </a:lnTo>
                <a:lnTo>
                  <a:pt x="284540" y="161544"/>
                </a:lnTo>
                <a:lnTo>
                  <a:pt x="284321" y="143470"/>
                </a:lnTo>
                <a:lnTo>
                  <a:pt x="283464" y="118872"/>
                </a:lnTo>
                <a:lnTo>
                  <a:pt x="321564" y="137160"/>
                </a:lnTo>
                <a:lnTo>
                  <a:pt x="307848" y="149352"/>
                </a:lnTo>
                <a:lnTo>
                  <a:pt x="307300" y="183094"/>
                </a:lnTo>
                <a:lnTo>
                  <a:pt x="305752" y="211264"/>
                </a:lnTo>
                <a:lnTo>
                  <a:pt x="300228" y="251460"/>
                </a:lnTo>
                <a:lnTo>
                  <a:pt x="276867" y="291965"/>
                </a:lnTo>
                <a:lnTo>
                  <a:pt x="234315" y="326517"/>
                </a:lnTo>
                <a:lnTo>
                  <a:pt x="214598" y="336518"/>
                </a:lnTo>
                <a:lnTo>
                  <a:pt x="192024" y="345948"/>
                </a:lnTo>
                <a:close/>
              </a:path>
              <a:path w="405764" h="393700">
                <a:moveTo>
                  <a:pt x="158496" y="164592"/>
                </a:moveTo>
                <a:lnTo>
                  <a:pt x="158496" y="149352"/>
                </a:lnTo>
                <a:lnTo>
                  <a:pt x="182757" y="149352"/>
                </a:lnTo>
                <a:lnTo>
                  <a:pt x="182880" y="152400"/>
                </a:lnTo>
                <a:lnTo>
                  <a:pt x="158496" y="164592"/>
                </a:lnTo>
                <a:close/>
              </a:path>
              <a:path w="405764" h="393700">
                <a:moveTo>
                  <a:pt x="30480" y="202692"/>
                </a:moveTo>
                <a:lnTo>
                  <a:pt x="13716" y="187451"/>
                </a:lnTo>
                <a:lnTo>
                  <a:pt x="167640" y="187451"/>
                </a:lnTo>
                <a:lnTo>
                  <a:pt x="188976" y="167640"/>
                </a:lnTo>
                <a:lnTo>
                  <a:pt x="216408" y="198120"/>
                </a:lnTo>
                <a:lnTo>
                  <a:pt x="71628" y="198120"/>
                </a:lnTo>
                <a:lnTo>
                  <a:pt x="60483" y="198405"/>
                </a:lnTo>
                <a:lnTo>
                  <a:pt x="49911" y="199263"/>
                </a:lnTo>
                <a:lnTo>
                  <a:pt x="39909" y="200691"/>
                </a:lnTo>
                <a:lnTo>
                  <a:pt x="30480" y="202692"/>
                </a:lnTo>
                <a:close/>
              </a:path>
              <a:path w="405764" h="393700">
                <a:moveTo>
                  <a:pt x="131064" y="330708"/>
                </a:moveTo>
                <a:lnTo>
                  <a:pt x="108204" y="330708"/>
                </a:lnTo>
                <a:lnTo>
                  <a:pt x="108204" y="198120"/>
                </a:lnTo>
                <a:lnTo>
                  <a:pt x="131064" y="198120"/>
                </a:lnTo>
                <a:lnTo>
                  <a:pt x="131064" y="259080"/>
                </a:lnTo>
                <a:lnTo>
                  <a:pt x="199720" y="259080"/>
                </a:lnTo>
                <a:lnTo>
                  <a:pt x="208788" y="269748"/>
                </a:lnTo>
                <a:lnTo>
                  <a:pt x="131064" y="269748"/>
                </a:lnTo>
                <a:lnTo>
                  <a:pt x="131064" y="330708"/>
                </a:lnTo>
                <a:close/>
              </a:path>
              <a:path w="405764" h="393700">
                <a:moveTo>
                  <a:pt x="6096" y="393192"/>
                </a:moveTo>
                <a:lnTo>
                  <a:pt x="0" y="390143"/>
                </a:lnTo>
                <a:lnTo>
                  <a:pt x="9715" y="370998"/>
                </a:lnTo>
                <a:lnTo>
                  <a:pt x="18288" y="350139"/>
                </a:lnTo>
                <a:lnTo>
                  <a:pt x="32004" y="303275"/>
                </a:lnTo>
                <a:lnTo>
                  <a:pt x="41148" y="256222"/>
                </a:lnTo>
                <a:lnTo>
                  <a:pt x="45720" y="214884"/>
                </a:lnTo>
                <a:lnTo>
                  <a:pt x="80772" y="233172"/>
                </a:lnTo>
                <a:lnTo>
                  <a:pt x="74223" y="238291"/>
                </a:lnTo>
                <a:lnTo>
                  <a:pt x="68389" y="248983"/>
                </a:lnTo>
                <a:lnTo>
                  <a:pt x="63403" y="265152"/>
                </a:lnTo>
                <a:lnTo>
                  <a:pt x="59436" y="286512"/>
                </a:lnTo>
                <a:lnTo>
                  <a:pt x="68269" y="297180"/>
                </a:lnTo>
                <a:lnTo>
                  <a:pt x="56388" y="297180"/>
                </a:lnTo>
                <a:lnTo>
                  <a:pt x="45529" y="326969"/>
                </a:lnTo>
                <a:lnTo>
                  <a:pt x="33527" y="352615"/>
                </a:lnTo>
                <a:lnTo>
                  <a:pt x="20383" y="374546"/>
                </a:lnTo>
                <a:lnTo>
                  <a:pt x="6096" y="393192"/>
                </a:lnTo>
                <a:close/>
              </a:path>
              <a:path w="405764" h="393700">
                <a:moveTo>
                  <a:pt x="199720" y="259080"/>
                </a:moveTo>
                <a:lnTo>
                  <a:pt x="164592" y="259080"/>
                </a:lnTo>
                <a:lnTo>
                  <a:pt x="182880" y="239268"/>
                </a:lnTo>
                <a:lnTo>
                  <a:pt x="199720" y="259080"/>
                </a:lnTo>
                <a:close/>
              </a:path>
              <a:path w="405764" h="393700">
                <a:moveTo>
                  <a:pt x="381000" y="333756"/>
                </a:moveTo>
                <a:lnTo>
                  <a:pt x="374904" y="333756"/>
                </a:lnTo>
                <a:lnTo>
                  <a:pt x="371706" y="327398"/>
                </a:lnTo>
                <a:lnTo>
                  <a:pt x="365760" y="316992"/>
                </a:lnTo>
                <a:lnTo>
                  <a:pt x="356877" y="303585"/>
                </a:lnTo>
                <a:lnTo>
                  <a:pt x="343852" y="288607"/>
                </a:lnTo>
                <a:lnTo>
                  <a:pt x="326540" y="272200"/>
                </a:lnTo>
                <a:lnTo>
                  <a:pt x="304800" y="254508"/>
                </a:lnTo>
                <a:lnTo>
                  <a:pt x="307848" y="248412"/>
                </a:lnTo>
                <a:lnTo>
                  <a:pt x="360616" y="274891"/>
                </a:lnTo>
                <a:lnTo>
                  <a:pt x="388620" y="303275"/>
                </a:lnTo>
                <a:lnTo>
                  <a:pt x="388620" y="312420"/>
                </a:lnTo>
                <a:lnTo>
                  <a:pt x="385572" y="324612"/>
                </a:lnTo>
                <a:lnTo>
                  <a:pt x="381000" y="333756"/>
                </a:lnTo>
                <a:close/>
              </a:path>
              <a:path w="405764" h="393700">
                <a:moveTo>
                  <a:pt x="305633" y="381309"/>
                </a:moveTo>
                <a:lnTo>
                  <a:pt x="250888" y="380047"/>
                </a:lnTo>
                <a:lnTo>
                  <a:pt x="209002" y="377356"/>
                </a:lnTo>
                <a:lnTo>
                  <a:pt x="159234" y="369165"/>
                </a:lnTo>
                <a:lnTo>
                  <a:pt x="109728" y="350519"/>
                </a:lnTo>
                <a:lnTo>
                  <a:pt x="70080" y="315158"/>
                </a:lnTo>
                <a:lnTo>
                  <a:pt x="56388" y="297180"/>
                </a:lnTo>
                <a:lnTo>
                  <a:pt x="68269" y="297180"/>
                </a:lnTo>
                <a:lnTo>
                  <a:pt x="69413" y="298561"/>
                </a:lnTo>
                <a:lnTo>
                  <a:pt x="80962" y="309753"/>
                </a:lnTo>
                <a:lnTo>
                  <a:pt x="93940" y="320373"/>
                </a:lnTo>
                <a:lnTo>
                  <a:pt x="108204" y="330708"/>
                </a:lnTo>
                <a:lnTo>
                  <a:pt x="131064" y="330708"/>
                </a:lnTo>
                <a:lnTo>
                  <a:pt x="131064" y="336804"/>
                </a:lnTo>
                <a:lnTo>
                  <a:pt x="177927" y="349186"/>
                </a:lnTo>
                <a:lnTo>
                  <a:pt x="249936" y="353568"/>
                </a:lnTo>
                <a:lnTo>
                  <a:pt x="404661" y="353877"/>
                </a:lnTo>
                <a:lnTo>
                  <a:pt x="391382" y="359568"/>
                </a:lnTo>
                <a:lnTo>
                  <a:pt x="381381" y="366141"/>
                </a:lnTo>
                <a:lnTo>
                  <a:pt x="375380" y="373284"/>
                </a:lnTo>
                <a:lnTo>
                  <a:pt x="373380" y="381000"/>
                </a:lnTo>
                <a:lnTo>
                  <a:pt x="305633" y="381309"/>
                </a:lnTo>
                <a:close/>
              </a:path>
              <a:path w="405764" h="393700">
                <a:moveTo>
                  <a:pt x="404661" y="353877"/>
                </a:moveTo>
                <a:lnTo>
                  <a:pt x="291369" y="353877"/>
                </a:lnTo>
                <a:lnTo>
                  <a:pt x="331089" y="352615"/>
                </a:lnTo>
                <a:lnTo>
                  <a:pt x="369093" y="349924"/>
                </a:lnTo>
                <a:lnTo>
                  <a:pt x="405384" y="345948"/>
                </a:lnTo>
                <a:lnTo>
                  <a:pt x="405384" y="353568"/>
                </a:lnTo>
                <a:lnTo>
                  <a:pt x="404661" y="35387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" name="object 20"/>
          <p:cNvSpPr/>
          <p:nvPr/>
        </p:nvSpPr>
        <p:spPr>
          <a:xfrm>
            <a:off x="3061715" y="2371344"/>
            <a:ext cx="352425" cy="373380"/>
          </a:xfrm>
          <a:custGeom>
            <a:avLst/>
            <a:gdLst/>
            <a:ahLst/>
            <a:cxnLst/>
            <a:rect l="l" t="t" r="r" b="b"/>
            <a:pathLst>
              <a:path w="352425" h="373380">
                <a:moveTo>
                  <a:pt x="21336" y="373380"/>
                </a:moveTo>
                <a:lnTo>
                  <a:pt x="0" y="344424"/>
                </a:lnTo>
                <a:lnTo>
                  <a:pt x="3119" y="340185"/>
                </a:lnTo>
                <a:lnTo>
                  <a:pt x="5524" y="334518"/>
                </a:lnTo>
                <a:lnTo>
                  <a:pt x="7072" y="327707"/>
                </a:lnTo>
                <a:lnTo>
                  <a:pt x="7529" y="321302"/>
                </a:lnTo>
                <a:lnTo>
                  <a:pt x="7620" y="118872"/>
                </a:lnTo>
                <a:lnTo>
                  <a:pt x="7381" y="82557"/>
                </a:lnTo>
                <a:lnTo>
                  <a:pt x="6858" y="51244"/>
                </a:lnTo>
                <a:lnTo>
                  <a:pt x="6334" y="24788"/>
                </a:lnTo>
                <a:lnTo>
                  <a:pt x="6096" y="3048"/>
                </a:lnTo>
                <a:lnTo>
                  <a:pt x="47244" y="22860"/>
                </a:lnTo>
                <a:lnTo>
                  <a:pt x="32004" y="36576"/>
                </a:lnTo>
                <a:lnTo>
                  <a:pt x="32004" y="152400"/>
                </a:lnTo>
                <a:lnTo>
                  <a:pt x="143256" y="152400"/>
                </a:lnTo>
                <a:lnTo>
                  <a:pt x="153924" y="163068"/>
                </a:lnTo>
                <a:lnTo>
                  <a:pt x="32004" y="163068"/>
                </a:lnTo>
                <a:lnTo>
                  <a:pt x="32004" y="332232"/>
                </a:lnTo>
                <a:lnTo>
                  <a:pt x="82511" y="332232"/>
                </a:lnTo>
                <a:lnTo>
                  <a:pt x="65913" y="341185"/>
                </a:lnTo>
                <a:lnTo>
                  <a:pt x="38766" y="358497"/>
                </a:lnTo>
                <a:lnTo>
                  <a:pt x="21336" y="373380"/>
                </a:lnTo>
                <a:close/>
              </a:path>
              <a:path w="352425" h="373380">
                <a:moveTo>
                  <a:pt x="143256" y="152400"/>
                </a:moveTo>
                <a:lnTo>
                  <a:pt x="100584" y="152400"/>
                </a:lnTo>
                <a:lnTo>
                  <a:pt x="121920" y="131064"/>
                </a:lnTo>
                <a:lnTo>
                  <a:pt x="143256" y="152400"/>
                </a:lnTo>
                <a:close/>
              </a:path>
              <a:path w="352425" h="373380">
                <a:moveTo>
                  <a:pt x="82511" y="332232"/>
                </a:moveTo>
                <a:lnTo>
                  <a:pt x="32004" y="332232"/>
                </a:lnTo>
                <a:lnTo>
                  <a:pt x="146304" y="291084"/>
                </a:lnTo>
                <a:lnTo>
                  <a:pt x="149352" y="298703"/>
                </a:lnTo>
                <a:lnTo>
                  <a:pt x="102774" y="321302"/>
                </a:lnTo>
                <a:lnTo>
                  <a:pt x="82511" y="332232"/>
                </a:lnTo>
                <a:close/>
              </a:path>
              <a:path w="352425" h="373380">
                <a:moveTo>
                  <a:pt x="301751" y="370332"/>
                </a:moveTo>
                <a:lnTo>
                  <a:pt x="210312" y="370332"/>
                </a:lnTo>
                <a:lnTo>
                  <a:pt x="194071" y="368307"/>
                </a:lnTo>
                <a:lnTo>
                  <a:pt x="182118" y="362140"/>
                </a:lnTo>
                <a:lnTo>
                  <a:pt x="174736" y="351686"/>
                </a:lnTo>
                <a:lnTo>
                  <a:pt x="172212" y="336804"/>
                </a:lnTo>
                <a:lnTo>
                  <a:pt x="172188" y="64508"/>
                </a:lnTo>
                <a:lnTo>
                  <a:pt x="172021" y="40957"/>
                </a:lnTo>
                <a:lnTo>
                  <a:pt x="171569" y="19407"/>
                </a:lnTo>
                <a:lnTo>
                  <a:pt x="170688" y="0"/>
                </a:lnTo>
                <a:lnTo>
                  <a:pt x="214884" y="19812"/>
                </a:lnTo>
                <a:lnTo>
                  <a:pt x="196596" y="35052"/>
                </a:lnTo>
                <a:lnTo>
                  <a:pt x="196596" y="179832"/>
                </a:lnTo>
                <a:lnTo>
                  <a:pt x="213983" y="179832"/>
                </a:lnTo>
                <a:lnTo>
                  <a:pt x="196596" y="190500"/>
                </a:lnTo>
                <a:lnTo>
                  <a:pt x="196596" y="326136"/>
                </a:lnTo>
                <a:lnTo>
                  <a:pt x="198024" y="335256"/>
                </a:lnTo>
                <a:lnTo>
                  <a:pt x="202311" y="341947"/>
                </a:lnTo>
                <a:lnTo>
                  <a:pt x="209454" y="346067"/>
                </a:lnTo>
                <a:lnTo>
                  <a:pt x="219456" y="347472"/>
                </a:lnTo>
                <a:lnTo>
                  <a:pt x="349824" y="347472"/>
                </a:lnTo>
                <a:lnTo>
                  <a:pt x="347448" y="350734"/>
                </a:lnTo>
                <a:lnTo>
                  <a:pt x="310586" y="369808"/>
                </a:lnTo>
                <a:lnTo>
                  <a:pt x="301751" y="370332"/>
                </a:lnTo>
                <a:close/>
              </a:path>
              <a:path w="352425" h="373380">
                <a:moveTo>
                  <a:pt x="213983" y="179832"/>
                </a:moveTo>
                <a:lnTo>
                  <a:pt x="196596" y="179832"/>
                </a:lnTo>
                <a:lnTo>
                  <a:pt x="214336" y="165806"/>
                </a:lnTo>
                <a:lnTo>
                  <a:pt x="231076" y="151066"/>
                </a:lnTo>
                <a:lnTo>
                  <a:pt x="262127" y="118872"/>
                </a:lnTo>
                <a:lnTo>
                  <a:pt x="286512" y="89344"/>
                </a:lnTo>
                <a:lnTo>
                  <a:pt x="301751" y="65532"/>
                </a:lnTo>
                <a:lnTo>
                  <a:pt x="335280" y="99060"/>
                </a:lnTo>
                <a:lnTo>
                  <a:pt x="324397" y="101893"/>
                </a:lnTo>
                <a:lnTo>
                  <a:pt x="312229" y="108013"/>
                </a:lnTo>
                <a:lnTo>
                  <a:pt x="298632" y="117276"/>
                </a:lnTo>
                <a:lnTo>
                  <a:pt x="266033" y="143779"/>
                </a:lnTo>
                <a:lnTo>
                  <a:pt x="245745" y="158877"/>
                </a:lnTo>
                <a:lnTo>
                  <a:pt x="222599" y="174545"/>
                </a:lnTo>
                <a:lnTo>
                  <a:pt x="213983" y="179832"/>
                </a:lnTo>
                <a:close/>
              </a:path>
              <a:path w="352425" h="373380">
                <a:moveTo>
                  <a:pt x="349824" y="347472"/>
                </a:moveTo>
                <a:lnTo>
                  <a:pt x="300227" y="347472"/>
                </a:lnTo>
                <a:lnTo>
                  <a:pt x="306324" y="342900"/>
                </a:lnTo>
                <a:lnTo>
                  <a:pt x="309372" y="332232"/>
                </a:lnTo>
                <a:lnTo>
                  <a:pt x="312277" y="321421"/>
                </a:lnTo>
                <a:lnTo>
                  <a:pt x="314325" y="305181"/>
                </a:lnTo>
                <a:lnTo>
                  <a:pt x="315801" y="283797"/>
                </a:lnTo>
                <a:lnTo>
                  <a:pt x="316992" y="257556"/>
                </a:lnTo>
                <a:lnTo>
                  <a:pt x="326136" y="257556"/>
                </a:lnTo>
                <a:lnTo>
                  <a:pt x="329350" y="307062"/>
                </a:lnTo>
                <a:lnTo>
                  <a:pt x="352044" y="344424"/>
                </a:lnTo>
                <a:lnTo>
                  <a:pt x="349824" y="34747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" name="object 21"/>
          <p:cNvSpPr/>
          <p:nvPr/>
        </p:nvSpPr>
        <p:spPr>
          <a:xfrm>
            <a:off x="3489960" y="2403347"/>
            <a:ext cx="158750" cy="325120"/>
          </a:xfrm>
          <a:custGeom>
            <a:avLst/>
            <a:gdLst/>
            <a:ahLst/>
            <a:cxnLst/>
            <a:rect l="l" t="t" r="r" b="b"/>
            <a:pathLst>
              <a:path w="158750" h="325119">
                <a:moveTo>
                  <a:pt x="158495" y="324612"/>
                </a:moveTo>
                <a:lnTo>
                  <a:pt x="0" y="324612"/>
                </a:lnTo>
                <a:lnTo>
                  <a:pt x="0" y="291084"/>
                </a:lnTo>
                <a:lnTo>
                  <a:pt x="59435" y="291084"/>
                </a:lnTo>
                <a:lnTo>
                  <a:pt x="59435" y="74676"/>
                </a:lnTo>
                <a:lnTo>
                  <a:pt x="0" y="74676"/>
                </a:lnTo>
                <a:lnTo>
                  <a:pt x="0" y="44196"/>
                </a:lnTo>
                <a:lnTo>
                  <a:pt x="15763" y="43624"/>
                </a:lnTo>
                <a:lnTo>
                  <a:pt x="28955" y="41910"/>
                </a:lnTo>
                <a:lnTo>
                  <a:pt x="61340" y="21526"/>
                </a:lnTo>
                <a:lnTo>
                  <a:pt x="67055" y="0"/>
                </a:lnTo>
                <a:lnTo>
                  <a:pt x="100583" y="0"/>
                </a:lnTo>
                <a:lnTo>
                  <a:pt x="100583" y="291084"/>
                </a:lnTo>
                <a:lnTo>
                  <a:pt x="158495" y="291084"/>
                </a:lnTo>
                <a:lnTo>
                  <a:pt x="158495" y="32461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" name="object 22"/>
          <p:cNvSpPr/>
          <p:nvPr/>
        </p:nvSpPr>
        <p:spPr>
          <a:xfrm>
            <a:off x="3726179" y="2665476"/>
            <a:ext cx="53340" cy="62865"/>
          </a:xfrm>
          <a:custGeom>
            <a:avLst/>
            <a:gdLst/>
            <a:ahLst/>
            <a:cxnLst/>
            <a:rect l="l" t="t" r="r" b="b"/>
            <a:pathLst>
              <a:path w="53339" h="62864">
                <a:moveTo>
                  <a:pt x="53339" y="62483"/>
                </a:moveTo>
                <a:lnTo>
                  <a:pt x="0" y="62483"/>
                </a:lnTo>
                <a:lnTo>
                  <a:pt x="0" y="0"/>
                </a:lnTo>
                <a:lnTo>
                  <a:pt x="53339" y="0"/>
                </a:lnTo>
                <a:lnTo>
                  <a:pt x="53339" y="6248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" name="object 23"/>
          <p:cNvSpPr/>
          <p:nvPr/>
        </p:nvSpPr>
        <p:spPr>
          <a:xfrm>
            <a:off x="3843528" y="2397251"/>
            <a:ext cx="200025" cy="330835"/>
          </a:xfrm>
          <a:custGeom>
            <a:avLst/>
            <a:gdLst/>
            <a:ahLst/>
            <a:cxnLst/>
            <a:rect l="l" t="t" r="r" b="b"/>
            <a:pathLst>
              <a:path w="200025" h="330835">
                <a:moveTo>
                  <a:pt x="199643" y="330708"/>
                </a:moveTo>
                <a:lnTo>
                  <a:pt x="0" y="330708"/>
                </a:lnTo>
                <a:lnTo>
                  <a:pt x="0" y="284988"/>
                </a:lnTo>
                <a:lnTo>
                  <a:pt x="10929" y="274724"/>
                </a:lnTo>
                <a:lnTo>
                  <a:pt x="31075" y="254769"/>
                </a:lnTo>
                <a:lnTo>
                  <a:pt x="41148" y="245364"/>
                </a:lnTo>
                <a:lnTo>
                  <a:pt x="50291" y="235981"/>
                </a:lnTo>
                <a:lnTo>
                  <a:pt x="68579" y="216646"/>
                </a:lnTo>
                <a:lnTo>
                  <a:pt x="77723" y="207264"/>
                </a:lnTo>
                <a:lnTo>
                  <a:pt x="109156" y="170497"/>
                </a:lnTo>
                <a:lnTo>
                  <a:pt x="134016" y="129159"/>
                </a:lnTo>
                <a:lnTo>
                  <a:pt x="141731" y="91439"/>
                </a:lnTo>
                <a:lnTo>
                  <a:pt x="141731" y="82296"/>
                </a:lnTo>
                <a:lnTo>
                  <a:pt x="121919" y="45720"/>
                </a:lnTo>
                <a:lnTo>
                  <a:pt x="108203" y="41148"/>
                </a:lnTo>
                <a:lnTo>
                  <a:pt x="102107" y="38100"/>
                </a:lnTo>
                <a:lnTo>
                  <a:pt x="94487" y="36576"/>
                </a:lnTo>
                <a:lnTo>
                  <a:pt x="79247" y="36576"/>
                </a:lnTo>
                <a:lnTo>
                  <a:pt x="64007" y="39624"/>
                </a:lnTo>
                <a:lnTo>
                  <a:pt x="54863" y="42672"/>
                </a:lnTo>
                <a:lnTo>
                  <a:pt x="47243" y="44196"/>
                </a:lnTo>
                <a:lnTo>
                  <a:pt x="16763" y="59436"/>
                </a:lnTo>
                <a:lnTo>
                  <a:pt x="12191" y="62484"/>
                </a:lnTo>
                <a:lnTo>
                  <a:pt x="9143" y="65532"/>
                </a:lnTo>
                <a:lnTo>
                  <a:pt x="7619" y="65532"/>
                </a:lnTo>
                <a:lnTo>
                  <a:pt x="7619" y="19812"/>
                </a:lnTo>
                <a:lnTo>
                  <a:pt x="14406" y="16383"/>
                </a:lnTo>
                <a:lnTo>
                  <a:pt x="56483" y="3214"/>
                </a:lnTo>
                <a:lnTo>
                  <a:pt x="89915" y="0"/>
                </a:lnTo>
                <a:lnTo>
                  <a:pt x="111394" y="1452"/>
                </a:lnTo>
                <a:lnTo>
                  <a:pt x="161543" y="24384"/>
                </a:lnTo>
                <a:lnTo>
                  <a:pt x="184475" y="68961"/>
                </a:lnTo>
                <a:lnTo>
                  <a:pt x="185927" y="88391"/>
                </a:lnTo>
                <a:lnTo>
                  <a:pt x="185642" y="98155"/>
                </a:lnTo>
                <a:lnTo>
                  <a:pt x="184784" y="107061"/>
                </a:lnTo>
                <a:lnTo>
                  <a:pt x="183356" y="115395"/>
                </a:lnTo>
                <a:lnTo>
                  <a:pt x="181355" y="123444"/>
                </a:lnTo>
                <a:lnTo>
                  <a:pt x="179665" y="131421"/>
                </a:lnTo>
                <a:lnTo>
                  <a:pt x="176974" y="139255"/>
                </a:lnTo>
                <a:lnTo>
                  <a:pt x="173426" y="146804"/>
                </a:lnTo>
                <a:lnTo>
                  <a:pt x="169163" y="153924"/>
                </a:lnTo>
                <a:lnTo>
                  <a:pt x="165449" y="160782"/>
                </a:lnTo>
                <a:lnTo>
                  <a:pt x="139255" y="195072"/>
                </a:lnTo>
                <a:lnTo>
                  <a:pt x="126491" y="208788"/>
                </a:lnTo>
                <a:lnTo>
                  <a:pt x="115919" y="220218"/>
                </a:lnTo>
                <a:lnTo>
                  <a:pt x="104774" y="231648"/>
                </a:lnTo>
                <a:lnTo>
                  <a:pt x="93059" y="243078"/>
                </a:lnTo>
                <a:lnTo>
                  <a:pt x="80771" y="254508"/>
                </a:lnTo>
                <a:lnTo>
                  <a:pt x="68794" y="266247"/>
                </a:lnTo>
                <a:lnTo>
                  <a:pt x="41148" y="292608"/>
                </a:lnTo>
                <a:lnTo>
                  <a:pt x="199643" y="292608"/>
                </a:lnTo>
                <a:lnTo>
                  <a:pt x="199643" y="33070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" name="object 24"/>
          <p:cNvSpPr/>
          <p:nvPr/>
        </p:nvSpPr>
        <p:spPr>
          <a:xfrm>
            <a:off x="4104132" y="2665476"/>
            <a:ext cx="53340" cy="62865"/>
          </a:xfrm>
          <a:custGeom>
            <a:avLst/>
            <a:gdLst/>
            <a:ahLst/>
            <a:cxnLst/>
            <a:rect l="l" t="t" r="r" b="b"/>
            <a:pathLst>
              <a:path w="53339" h="62864">
                <a:moveTo>
                  <a:pt x="53340" y="62483"/>
                </a:moveTo>
                <a:lnTo>
                  <a:pt x="0" y="62483"/>
                </a:lnTo>
                <a:lnTo>
                  <a:pt x="0" y="0"/>
                </a:lnTo>
                <a:lnTo>
                  <a:pt x="53340" y="0"/>
                </a:lnTo>
                <a:lnTo>
                  <a:pt x="53340" y="6248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" name="object 25"/>
          <p:cNvSpPr/>
          <p:nvPr/>
        </p:nvSpPr>
        <p:spPr>
          <a:xfrm>
            <a:off x="4247388" y="2403347"/>
            <a:ext cx="157480" cy="325120"/>
          </a:xfrm>
          <a:custGeom>
            <a:avLst/>
            <a:gdLst/>
            <a:ahLst/>
            <a:cxnLst/>
            <a:rect l="l" t="t" r="r" b="b"/>
            <a:pathLst>
              <a:path w="157479" h="325119">
                <a:moveTo>
                  <a:pt x="156972" y="324612"/>
                </a:moveTo>
                <a:lnTo>
                  <a:pt x="0" y="324612"/>
                </a:lnTo>
                <a:lnTo>
                  <a:pt x="0" y="291084"/>
                </a:lnTo>
                <a:lnTo>
                  <a:pt x="57912" y="291084"/>
                </a:lnTo>
                <a:lnTo>
                  <a:pt x="57912" y="74676"/>
                </a:lnTo>
                <a:lnTo>
                  <a:pt x="0" y="74676"/>
                </a:lnTo>
                <a:lnTo>
                  <a:pt x="0" y="44196"/>
                </a:lnTo>
                <a:lnTo>
                  <a:pt x="15120" y="43624"/>
                </a:lnTo>
                <a:lnTo>
                  <a:pt x="28384" y="41910"/>
                </a:lnTo>
                <a:lnTo>
                  <a:pt x="61341" y="21526"/>
                </a:lnTo>
                <a:lnTo>
                  <a:pt x="67056" y="0"/>
                </a:lnTo>
                <a:lnTo>
                  <a:pt x="100584" y="0"/>
                </a:lnTo>
                <a:lnTo>
                  <a:pt x="100584" y="291084"/>
                </a:lnTo>
                <a:lnTo>
                  <a:pt x="156972" y="291084"/>
                </a:lnTo>
                <a:lnTo>
                  <a:pt x="156972" y="32461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" name="object 26"/>
          <p:cNvSpPr/>
          <p:nvPr/>
        </p:nvSpPr>
        <p:spPr>
          <a:xfrm>
            <a:off x="4492752" y="2374391"/>
            <a:ext cx="356870" cy="386080"/>
          </a:xfrm>
          <a:custGeom>
            <a:avLst/>
            <a:gdLst/>
            <a:ahLst/>
            <a:cxnLst/>
            <a:rect l="l" t="t" r="r" b="b"/>
            <a:pathLst>
              <a:path w="356870" h="386080">
                <a:moveTo>
                  <a:pt x="340315" y="24384"/>
                </a:moveTo>
                <a:lnTo>
                  <a:pt x="294132" y="24384"/>
                </a:lnTo>
                <a:lnTo>
                  <a:pt x="316992" y="0"/>
                </a:lnTo>
                <a:lnTo>
                  <a:pt x="340315" y="24384"/>
                </a:lnTo>
                <a:close/>
              </a:path>
              <a:path w="356870" h="386080">
                <a:moveTo>
                  <a:pt x="25908" y="385572"/>
                </a:moveTo>
                <a:lnTo>
                  <a:pt x="0" y="365760"/>
                </a:lnTo>
                <a:lnTo>
                  <a:pt x="9144" y="355092"/>
                </a:lnTo>
                <a:lnTo>
                  <a:pt x="9120" y="58221"/>
                </a:lnTo>
                <a:lnTo>
                  <a:pt x="8953" y="45529"/>
                </a:lnTo>
                <a:lnTo>
                  <a:pt x="8501" y="29122"/>
                </a:lnTo>
                <a:lnTo>
                  <a:pt x="7620" y="9144"/>
                </a:lnTo>
                <a:lnTo>
                  <a:pt x="33528" y="24384"/>
                </a:lnTo>
                <a:lnTo>
                  <a:pt x="340315" y="24384"/>
                </a:lnTo>
                <a:lnTo>
                  <a:pt x="350520" y="35052"/>
                </a:lnTo>
                <a:lnTo>
                  <a:pt x="33528" y="35052"/>
                </a:lnTo>
                <a:lnTo>
                  <a:pt x="33528" y="359664"/>
                </a:lnTo>
                <a:lnTo>
                  <a:pt x="346875" y="359664"/>
                </a:lnTo>
                <a:lnTo>
                  <a:pt x="356616" y="370332"/>
                </a:lnTo>
                <a:lnTo>
                  <a:pt x="36576" y="370332"/>
                </a:lnTo>
                <a:lnTo>
                  <a:pt x="25908" y="385572"/>
                </a:lnTo>
                <a:close/>
              </a:path>
              <a:path w="356870" h="386080">
                <a:moveTo>
                  <a:pt x="225102" y="173736"/>
                </a:moveTo>
                <a:lnTo>
                  <a:pt x="193548" y="173736"/>
                </a:lnTo>
                <a:lnTo>
                  <a:pt x="204668" y="158019"/>
                </a:lnTo>
                <a:lnTo>
                  <a:pt x="215074" y="142875"/>
                </a:lnTo>
                <a:lnTo>
                  <a:pt x="240863" y="100012"/>
                </a:lnTo>
                <a:lnTo>
                  <a:pt x="259080" y="64008"/>
                </a:lnTo>
                <a:lnTo>
                  <a:pt x="298704" y="91440"/>
                </a:lnTo>
                <a:lnTo>
                  <a:pt x="260604" y="126492"/>
                </a:lnTo>
                <a:lnTo>
                  <a:pt x="225671" y="172997"/>
                </a:lnTo>
                <a:lnTo>
                  <a:pt x="225102" y="173736"/>
                </a:lnTo>
                <a:close/>
              </a:path>
              <a:path w="356870" h="386080">
                <a:moveTo>
                  <a:pt x="68580" y="321564"/>
                </a:moveTo>
                <a:lnTo>
                  <a:pt x="65532" y="316992"/>
                </a:lnTo>
                <a:lnTo>
                  <a:pt x="81248" y="303276"/>
                </a:lnTo>
                <a:lnTo>
                  <a:pt x="96393" y="289560"/>
                </a:lnTo>
                <a:lnTo>
                  <a:pt x="124968" y="262127"/>
                </a:lnTo>
                <a:lnTo>
                  <a:pt x="152400" y="230124"/>
                </a:lnTo>
                <a:lnTo>
                  <a:pt x="179832" y="193548"/>
                </a:lnTo>
                <a:lnTo>
                  <a:pt x="156710" y="165782"/>
                </a:lnTo>
                <a:lnTo>
                  <a:pt x="133159" y="139446"/>
                </a:lnTo>
                <a:lnTo>
                  <a:pt x="109323" y="114252"/>
                </a:lnTo>
                <a:lnTo>
                  <a:pt x="85344" y="89916"/>
                </a:lnTo>
                <a:lnTo>
                  <a:pt x="89916" y="85344"/>
                </a:lnTo>
                <a:lnTo>
                  <a:pt x="114252" y="103655"/>
                </a:lnTo>
                <a:lnTo>
                  <a:pt x="139446" y="124396"/>
                </a:lnTo>
                <a:lnTo>
                  <a:pt x="165782" y="147708"/>
                </a:lnTo>
                <a:lnTo>
                  <a:pt x="193548" y="173736"/>
                </a:lnTo>
                <a:lnTo>
                  <a:pt x="225102" y="173736"/>
                </a:lnTo>
                <a:lnTo>
                  <a:pt x="213360" y="188976"/>
                </a:lnTo>
                <a:lnTo>
                  <a:pt x="234958" y="210312"/>
                </a:lnTo>
                <a:lnTo>
                  <a:pt x="198120" y="210312"/>
                </a:lnTo>
                <a:lnTo>
                  <a:pt x="162496" y="247459"/>
                </a:lnTo>
                <a:lnTo>
                  <a:pt x="128016" y="278892"/>
                </a:lnTo>
                <a:lnTo>
                  <a:pt x="97155" y="303085"/>
                </a:lnTo>
                <a:lnTo>
                  <a:pt x="82581" y="312967"/>
                </a:lnTo>
                <a:lnTo>
                  <a:pt x="68580" y="321564"/>
                </a:lnTo>
                <a:close/>
              </a:path>
              <a:path w="356870" h="386080">
                <a:moveTo>
                  <a:pt x="277368" y="316992"/>
                </a:moveTo>
                <a:lnTo>
                  <a:pt x="272796" y="316992"/>
                </a:lnTo>
                <a:lnTo>
                  <a:pt x="268223" y="310896"/>
                </a:lnTo>
                <a:lnTo>
                  <a:pt x="262128" y="298704"/>
                </a:lnTo>
                <a:lnTo>
                  <a:pt x="255246" y="287297"/>
                </a:lnTo>
                <a:lnTo>
                  <a:pt x="248094" y="275844"/>
                </a:lnTo>
                <a:lnTo>
                  <a:pt x="240911" y="265056"/>
                </a:lnTo>
                <a:lnTo>
                  <a:pt x="233172" y="254508"/>
                </a:lnTo>
                <a:lnTo>
                  <a:pt x="225766" y="244173"/>
                </a:lnTo>
                <a:lnTo>
                  <a:pt x="217360" y="233553"/>
                </a:lnTo>
                <a:lnTo>
                  <a:pt x="198120" y="210312"/>
                </a:lnTo>
                <a:lnTo>
                  <a:pt x="234958" y="210312"/>
                </a:lnTo>
                <a:lnTo>
                  <a:pt x="275082" y="253698"/>
                </a:lnTo>
                <a:lnTo>
                  <a:pt x="286511" y="283463"/>
                </a:lnTo>
                <a:lnTo>
                  <a:pt x="286511" y="294132"/>
                </a:lnTo>
                <a:lnTo>
                  <a:pt x="284988" y="300227"/>
                </a:lnTo>
                <a:lnTo>
                  <a:pt x="281940" y="306324"/>
                </a:lnTo>
                <a:lnTo>
                  <a:pt x="278892" y="313944"/>
                </a:lnTo>
                <a:lnTo>
                  <a:pt x="277368" y="316992"/>
                </a:lnTo>
                <a:close/>
              </a:path>
              <a:path w="356870" h="386080">
                <a:moveTo>
                  <a:pt x="346875" y="359664"/>
                </a:moveTo>
                <a:lnTo>
                  <a:pt x="300228" y="359664"/>
                </a:lnTo>
                <a:lnTo>
                  <a:pt x="324612" y="335280"/>
                </a:lnTo>
                <a:lnTo>
                  <a:pt x="346875" y="35966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" name="object 27"/>
          <p:cNvSpPr/>
          <p:nvPr/>
        </p:nvSpPr>
        <p:spPr>
          <a:xfrm>
            <a:off x="4939283" y="2365247"/>
            <a:ext cx="349250" cy="401320"/>
          </a:xfrm>
          <a:custGeom>
            <a:avLst/>
            <a:gdLst/>
            <a:ahLst/>
            <a:cxnLst/>
            <a:rect l="l" t="t" r="r" b="b"/>
            <a:pathLst>
              <a:path w="349250" h="401319">
                <a:moveTo>
                  <a:pt x="131064" y="57912"/>
                </a:moveTo>
                <a:lnTo>
                  <a:pt x="114300" y="42672"/>
                </a:lnTo>
                <a:lnTo>
                  <a:pt x="307848" y="42672"/>
                </a:lnTo>
                <a:lnTo>
                  <a:pt x="324612" y="24384"/>
                </a:lnTo>
                <a:lnTo>
                  <a:pt x="348996" y="48768"/>
                </a:lnTo>
                <a:lnTo>
                  <a:pt x="343117" y="53340"/>
                </a:lnTo>
                <a:lnTo>
                  <a:pt x="172212" y="53340"/>
                </a:lnTo>
                <a:lnTo>
                  <a:pt x="161067" y="53625"/>
                </a:lnTo>
                <a:lnTo>
                  <a:pt x="150495" y="54483"/>
                </a:lnTo>
                <a:lnTo>
                  <a:pt x="140493" y="55911"/>
                </a:lnTo>
                <a:lnTo>
                  <a:pt x="131064" y="57912"/>
                </a:lnTo>
                <a:close/>
              </a:path>
              <a:path w="349250" h="401319">
                <a:moveTo>
                  <a:pt x="334103" y="360211"/>
                </a:moveTo>
                <a:lnTo>
                  <a:pt x="298251" y="360211"/>
                </a:lnTo>
                <a:lnTo>
                  <a:pt x="304800" y="359664"/>
                </a:lnTo>
                <a:lnTo>
                  <a:pt x="309372" y="358140"/>
                </a:lnTo>
                <a:lnTo>
                  <a:pt x="310896" y="353568"/>
                </a:lnTo>
                <a:lnTo>
                  <a:pt x="310896" y="53340"/>
                </a:lnTo>
                <a:lnTo>
                  <a:pt x="343117" y="53340"/>
                </a:lnTo>
                <a:lnTo>
                  <a:pt x="335280" y="59436"/>
                </a:lnTo>
                <a:lnTo>
                  <a:pt x="335280" y="345948"/>
                </a:lnTo>
                <a:lnTo>
                  <a:pt x="334732" y="356544"/>
                </a:lnTo>
                <a:lnTo>
                  <a:pt x="334103" y="360211"/>
                </a:lnTo>
                <a:close/>
              </a:path>
              <a:path w="349250" h="401319">
                <a:moveTo>
                  <a:pt x="242315" y="121920"/>
                </a:moveTo>
                <a:lnTo>
                  <a:pt x="208788" y="121920"/>
                </a:lnTo>
                <a:lnTo>
                  <a:pt x="225552" y="105156"/>
                </a:lnTo>
                <a:lnTo>
                  <a:pt x="242315" y="121920"/>
                </a:lnTo>
                <a:close/>
              </a:path>
              <a:path w="349250" h="401319">
                <a:moveTo>
                  <a:pt x="97536" y="326136"/>
                </a:moveTo>
                <a:lnTo>
                  <a:pt x="98417" y="297822"/>
                </a:lnTo>
                <a:lnTo>
                  <a:pt x="98869" y="269938"/>
                </a:lnTo>
                <a:lnTo>
                  <a:pt x="99036" y="242339"/>
                </a:lnTo>
                <a:lnTo>
                  <a:pt x="99036" y="187475"/>
                </a:lnTo>
                <a:lnTo>
                  <a:pt x="98869" y="160210"/>
                </a:lnTo>
                <a:lnTo>
                  <a:pt x="98395" y="132588"/>
                </a:lnTo>
                <a:lnTo>
                  <a:pt x="97536" y="106680"/>
                </a:lnTo>
                <a:lnTo>
                  <a:pt x="123444" y="121920"/>
                </a:lnTo>
                <a:lnTo>
                  <a:pt x="242315" y="121920"/>
                </a:lnTo>
                <a:lnTo>
                  <a:pt x="248412" y="128016"/>
                </a:lnTo>
                <a:lnTo>
                  <a:pt x="243268" y="132588"/>
                </a:lnTo>
                <a:lnTo>
                  <a:pt x="121920" y="132588"/>
                </a:lnTo>
                <a:lnTo>
                  <a:pt x="121920" y="201168"/>
                </a:lnTo>
                <a:lnTo>
                  <a:pt x="234747" y="201168"/>
                </a:lnTo>
                <a:lnTo>
                  <a:pt x="234780" y="210312"/>
                </a:lnTo>
                <a:lnTo>
                  <a:pt x="121920" y="210312"/>
                </a:lnTo>
                <a:lnTo>
                  <a:pt x="121920" y="283464"/>
                </a:lnTo>
                <a:lnTo>
                  <a:pt x="235510" y="283464"/>
                </a:lnTo>
                <a:lnTo>
                  <a:pt x="235820" y="294132"/>
                </a:lnTo>
                <a:lnTo>
                  <a:pt x="121920" y="294132"/>
                </a:lnTo>
                <a:lnTo>
                  <a:pt x="121920" y="313944"/>
                </a:lnTo>
                <a:lnTo>
                  <a:pt x="97536" y="326136"/>
                </a:lnTo>
                <a:close/>
              </a:path>
              <a:path w="349250" h="401319">
                <a:moveTo>
                  <a:pt x="234747" y="201168"/>
                </a:moveTo>
                <a:lnTo>
                  <a:pt x="211836" y="201168"/>
                </a:lnTo>
                <a:lnTo>
                  <a:pt x="211836" y="132588"/>
                </a:lnTo>
                <a:lnTo>
                  <a:pt x="243268" y="132588"/>
                </a:lnTo>
                <a:lnTo>
                  <a:pt x="234696" y="140208"/>
                </a:lnTo>
                <a:lnTo>
                  <a:pt x="234747" y="201168"/>
                </a:lnTo>
                <a:close/>
              </a:path>
              <a:path w="349250" h="401319">
                <a:moveTo>
                  <a:pt x="235510" y="283464"/>
                </a:moveTo>
                <a:lnTo>
                  <a:pt x="211836" y="283464"/>
                </a:lnTo>
                <a:lnTo>
                  <a:pt x="211836" y="210312"/>
                </a:lnTo>
                <a:lnTo>
                  <a:pt x="234780" y="210312"/>
                </a:lnTo>
                <a:lnTo>
                  <a:pt x="234886" y="239458"/>
                </a:lnTo>
                <a:lnTo>
                  <a:pt x="235338" y="277582"/>
                </a:lnTo>
                <a:lnTo>
                  <a:pt x="235510" y="283464"/>
                </a:lnTo>
                <a:close/>
              </a:path>
              <a:path w="349250" h="401319">
                <a:moveTo>
                  <a:pt x="211836" y="321564"/>
                </a:moveTo>
                <a:lnTo>
                  <a:pt x="211836" y="294132"/>
                </a:lnTo>
                <a:lnTo>
                  <a:pt x="235820" y="294132"/>
                </a:lnTo>
                <a:lnTo>
                  <a:pt x="236220" y="307848"/>
                </a:lnTo>
                <a:lnTo>
                  <a:pt x="211836" y="321564"/>
                </a:lnTo>
                <a:close/>
              </a:path>
              <a:path w="349250" h="401319">
                <a:moveTo>
                  <a:pt x="295655" y="400812"/>
                </a:moveTo>
                <a:lnTo>
                  <a:pt x="287107" y="387119"/>
                </a:lnTo>
                <a:lnTo>
                  <a:pt x="275272" y="375856"/>
                </a:lnTo>
                <a:lnTo>
                  <a:pt x="260294" y="367164"/>
                </a:lnTo>
                <a:lnTo>
                  <a:pt x="242316" y="361188"/>
                </a:lnTo>
                <a:lnTo>
                  <a:pt x="242316" y="353568"/>
                </a:lnTo>
                <a:lnTo>
                  <a:pt x="266866" y="357306"/>
                </a:lnTo>
                <a:lnTo>
                  <a:pt x="285559" y="359473"/>
                </a:lnTo>
                <a:lnTo>
                  <a:pt x="298251" y="360211"/>
                </a:lnTo>
                <a:lnTo>
                  <a:pt x="334103" y="360211"/>
                </a:lnTo>
                <a:lnTo>
                  <a:pt x="333184" y="365569"/>
                </a:lnTo>
                <a:lnTo>
                  <a:pt x="307086" y="395335"/>
                </a:lnTo>
                <a:lnTo>
                  <a:pt x="295655" y="400812"/>
                </a:lnTo>
                <a:close/>
              </a:path>
              <a:path w="349250" h="401319">
                <a:moveTo>
                  <a:pt x="76200" y="83820"/>
                </a:moveTo>
                <a:lnTo>
                  <a:pt x="71628" y="83820"/>
                </a:lnTo>
                <a:lnTo>
                  <a:pt x="67056" y="77724"/>
                </a:lnTo>
                <a:lnTo>
                  <a:pt x="64008" y="64008"/>
                </a:lnTo>
                <a:lnTo>
                  <a:pt x="58554" y="50887"/>
                </a:lnTo>
                <a:lnTo>
                  <a:pt x="51244" y="36766"/>
                </a:lnTo>
                <a:lnTo>
                  <a:pt x="41933" y="21788"/>
                </a:lnTo>
                <a:lnTo>
                  <a:pt x="30480" y="6096"/>
                </a:lnTo>
                <a:lnTo>
                  <a:pt x="36576" y="0"/>
                </a:lnTo>
                <a:lnTo>
                  <a:pt x="68199" y="22860"/>
                </a:lnTo>
                <a:lnTo>
                  <a:pt x="89916" y="50292"/>
                </a:lnTo>
                <a:lnTo>
                  <a:pt x="89916" y="60960"/>
                </a:lnTo>
                <a:lnTo>
                  <a:pt x="88392" y="68580"/>
                </a:lnTo>
                <a:lnTo>
                  <a:pt x="79248" y="80772"/>
                </a:lnTo>
                <a:lnTo>
                  <a:pt x="76200" y="83820"/>
                </a:lnTo>
                <a:close/>
              </a:path>
              <a:path w="349250" h="401319">
                <a:moveTo>
                  <a:pt x="0" y="399288"/>
                </a:moveTo>
                <a:lnTo>
                  <a:pt x="881" y="378380"/>
                </a:lnTo>
                <a:lnTo>
                  <a:pt x="1291" y="346186"/>
                </a:lnTo>
                <a:lnTo>
                  <a:pt x="1368" y="332232"/>
                </a:lnTo>
                <a:lnTo>
                  <a:pt x="1500" y="292560"/>
                </a:lnTo>
                <a:lnTo>
                  <a:pt x="1500" y="161377"/>
                </a:lnTo>
                <a:lnTo>
                  <a:pt x="1333" y="110680"/>
                </a:lnTo>
                <a:lnTo>
                  <a:pt x="861" y="74676"/>
                </a:lnTo>
                <a:lnTo>
                  <a:pt x="0" y="54864"/>
                </a:lnTo>
                <a:lnTo>
                  <a:pt x="41148" y="74676"/>
                </a:lnTo>
                <a:lnTo>
                  <a:pt x="25908" y="85344"/>
                </a:lnTo>
                <a:lnTo>
                  <a:pt x="25931" y="346186"/>
                </a:lnTo>
                <a:lnTo>
                  <a:pt x="26098" y="360426"/>
                </a:lnTo>
                <a:lnTo>
                  <a:pt x="26550" y="374665"/>
                </a:lnTo>
                <a:lnTo>
                  <a:pt x="27432" y="388620"/>
                </a:lnTo>
                <a:lnTo>
                  <a:pt x="0" y="39928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" name="object 28"/>
          <p:cNvSpPr/>
          <p:nvPr/>
        </p:nvSpPr>
        <p:spPr>
          <a:xfrm>
            <a:off x="5353811" y="2375916"/>
            <a:ext cx="387350" cy="391795"/>
          </a:xfrm>
          <a:custGeom>
            <a:avLst/>
            <a:gdLst/>
            <a:ahLst/>
            <a:cxnLst/>
            <a:rect l="l" t="t" r="r" b="b"/>
            <a:pathLst>
              <a:path w="387350" h="391794">
                <a:moveTo>
                  <a:pt x="94488" y="74676"/>
                </a:moveTo>
                <a:lnTo>
                  <a:pt x="86868" y="74676"/>
                </a:lnTo>
                <a:lnTo>
                  <a:pt x="82296" y="68580"/>
                </a:lnTo>
                <a:lnTo>
                  <a:pt x="79248" y="56388"/>
                </a:lnTo>
                <a:lnTo>
                  <a:pt x="73771" y="44672"/>
                </a:lnTo>
                <a:lnTo>
                  <a:pt x="66294" y="32385"/>
                </a:lnTo>
                <a:lnTo>
                  <a:pt x="56530" y="19526"/>
                </a:lnTo>
                <a:lnTo>
                  <a:pt x="44196" y="6096"/>
                </a:lnTo>
                <a:lnTo>
                  <a:pt x="47244" y="0"/>
                </a:lnTo>
                <a:lnTo>
                  <a:pt x="84105" y="20574"/>
                </a:lnTo>
                <a:lnTo>
                  <a:pt x="106680" y="53340"/>
                </a:lnTo>
                <a:lnTo>
                  <a:pt x="106680" y="64008"/>
                </a:lnTo>
                <a:lnTo>
                  <a:pt x="105156" y="68580"/>
                </a:lnTo>
                <a:lnTo>
                  <a:pt x="100584" y="71628"/>
                </a:lnTo>
                <a:lnTo>
                  <a:pt x="94488" y="74676"/>
                </a:lnTo>
                <a:close/>
              </a:path>
              <a:path w="387350" h="391794">
                <a:moveTo>
                  <a:pt x="377952" y="22860"/>
                </a:moveTo>
                <a:lnTo>
                  <a:pt x="347472" y="22860"/>
                </a:lnTo>
                <a:lnTo>
                  <a:pt x="362712" y="7620"/>
                </a:lnTo>
                <a:lnTo>
                  <a:pt x="377952" y="22860"/>
                </a:lnTo>
                <a:close/>
              </a:path>
              <a:path w="387350" h="391794">
                <a:moveTo>
                  <a:pt x="112776" y="391668"/>
                </a:moveTo>
                <a:lnTo>
                  <a:pt x="108204" y="385572"/>
                </a:lnTo>
                <a:lnTo>
                  <a:pt x="132207" y="347567"/>
                </a:lnTo>
                <a:lnTo>
                  <a:pt x="149352" y="306705"/>
                </a:lnTo>
                <a:lnTo>
                  <a:pt x="159639" y="262985"/>
                </a:lnTo>
                <a:lnTo>
                  <a:pt x="163068" y="216408"/>
                </a:lnTo>
                <a:lnTo>
                  <a:pt x="163068" y="89916"/>
                </a:lnTo>
                <a:lnTo>
                  <a:pt x="162829" y="73652"/>
                </a:lnTo>
                <a:lnTo>
                  <a:pt x="162306" y="54673"/>
                </a:lnTo>
                <a:lnTo>
                  <a:pt x="161791" y="33528"/>
                </a:lnTo>
                <a:lnTo>
                  <a:pt x="161544" y="9144"/>
                </a:lnTo>
                <a:lnTo>
                  <a:pt x="187452" y="22860"/>
                </a:lnTo>
                <a:lnTo>
                  <a:pt x="377952" y="22860"/>
                </a:lnTo>
                <a:lnTo>
                  <a:pt x="387096" y="32004"/>
                </a:lnTo>
                <a:lnTo>
                  <a:pt x="385136" y="33528"/>
                </a:lnTo>
                <a:lnTo>
                  <a:pt x="184404" y="33528"/>
                </a:lnTo>
                <a:lnTo>
                  <a:pt x="184404" y="179832"/>
                </a:lnTo>
                <a:lnTo>
                  <a:pt x="183684" y="233610"/>
                </a:lnTo>
                <a:lnTo>
                  <a:pt x="176089" y="281610"/>
                </a:lnTo>
                <a:lnTo>
                  <a:pt x="161690" y="323904"/>
                </a:lnTo>
                <a:lnTo>
                  <a:pt x="140561" y="360566"/>
                </a:lnTo>
                <a:lnTo>
                  <a:pt x="112776" y="391668"/>
                </a:lnTo>
                <a:close/>
              </a:path>
              <a:path w="387350" h="391794">
                <a:moveTo>
                  <a:pt x="275844" y="94488"/>
                </a:moveTo>
                <a:lnTo>
                  <a:pt x="254508" y="94488"/>
                </a:lnTo>
                <a:lnTo>
                  <a:pt x="254442" y="73652"/>
                </a:lnTo>
                <a:lnTo>
                  <a:pt x="254317" y="61722"/>
                </a:lnTo>
                <a:lnTo>
                  <a:pt x="253865" y="46910"/>
                </a:lnTo>
                <a:lnTo>
                  <a:pt x="252984" y="33528"/>
                </a:lnTo>
                <a:lnTo>
                  <a:pt x="259079" y="33528"/>
                </a:lnTo>
                <a:lnTo>
                  <a:pt x="288036" y="47244"/>
                </a:lnTo>
                <a:lnTo>
                  <a:pt x="275844" y="57912"/>
                </a:lnTo>
                <a:lnTo>
                  <a:pt x="275844" y="94488"/>
                </a:lnTo>
                <a:close/>
              </a:path>
              <a:path w="387350" h="391794">
                <a:moveTo>
                  <a:pt x="373380" y="353901"/>
                </a:moveTo>
                <a:lnTo>
                  <a:pt x="336351" y="353901"/>
                </a:lnTo>
                <a:lnTo>
                  <a:pt x="342900" y="353568"/>
                </a:lnTo>
                <a:lnTo>
                  <a:pt x="347472" y="352044"/>
                </a:lnTo>
                <a:lnTo>
                  <a:pt x="350456" y="347567"/>
                </a:lnTo>
                <a:lnTo>
                  <a:pt x="350520" y="33528"/>
                </a:lnTo>
                <a:lnTo>
                  <a:pt x="385136" y="33528"/>
                </a:lnTo>
                <a:lnTo>
                  <a:pt x="373380" y="42672"/>
                </a:lnTo>
                <a:lnTo>
                  <a:pt x="373380" y="353901"/>
                </a:lnTo>
                <a:close/>
              </a:path>
              <a:path w="387350" h="391794">
                <a:moveTo>
                  <a:pt x="211836" y="109728"/>
                </a:moveTo>
                <a:lnTo>
                  <a:pt x="196596" y="94488"/>
                </a:lnTo>
                <a:lnTo>
                  <a:pt x="295656" y="94488"/>
                </a:lnTo>
                <a:lnTo>
                  <a:pt x="312420" y="76200"/>
                </a:lnTo>
                <a:lnTo>
                  <a:pt x="338328" y="105156"/>
                </a:lnTo>
                <a:lnTo>
                  <a:pt x="252984" y="105156"/>
                </a:lnTo>
                <a:lnTo>
                  <a:pt x="241839" y="105441"/>
                </a:lnTo>
                <a:lnTo>
                  <a:pt x="231267" y="106299"/>
                </a:lnTo>
                <a:lnTo>
                  <a:pt x="221265" y="107727"/>
                </a:lnTo>
                <a:lnTo>
                  <a:pt x="211836" y="109728"/>
                </a:lnTo>
                <a:close/>
              </a:path>
              <a:path w="387350" h="391794">
                <a:moveTo>
                  <a:pt x="275844" y="153924"/>
                </a:moveTo>
                <a:lnTo>
                  <a:pt x="254508" y="153924"/>
                </a:lnTo>
                <a:lnTo>
                  <a:pt x="254508" y="105156"/>
                </a:lnTo>
                <a:lnTo>
                  <a:pt x="275844" y="105156"/>
                </a:lnTo>
                <a:lnTo>
                  <a:pt x="275844" y="153924"/>
                </a:lnTo>
                <a:close/>
              </a:path>
              <a:path w="387350" h="391794">
                <a:moveTo>
                  <a:pt x="15240" y="146304"/>
                </a:moveTo>
                <a:lnTo>
                  <a:pt x="0" y="131064"/>
                </a:lnTo>
                <a:lnTo>
                  <a:pt x="64008" y="131064"/>
                </a:lnTo>
                <a:lnTo>
                  <a:pt x="80772" y="112776"/>
                </a:lnTo>
                <a:lnTo>
                  <a:pt x="105156" y="137160"/>
                </a:lnTo>
                <a:lnTo>
                  <a:pt x="98869" y="141732"/>
                </a:lnTo>
                <a:lnTo>
                  <a:pt x="56388" y="141732"/>
                </a:lnTo>
                <a:lnTo>
                  <a:pt x="45243" y="142017"/>
                </a:lnTo>
                <a:lnTo>
                  <a:pt x="34671" y="142875"/>
                </a:lnTo>
                <a:lnTo>
                  <a:pt x="24669" y="144303"/>
                </a:lnTo>
                <a:lnTo>
                  <a:pt x="15240" y="146304"/>
                </a:lnTo>
                <a:close/>
              </a:path>
              <a:path w="387350" h="391794">
                <a:moveTo>
                  <a:pt x="201168" y="169164"/>
                </a:moveTo>
                <a:lnTo>
                  <a:pt x="185928" y="153924"/>
                </a:lnTo>
                <a:lnTo>
                  <a:pt x="301752" y="153924"/>
                </a:lnTo>
                <a:lnTo>
                  <a:pt x="321564" y="134112"/>
                </a:lnTo>
                <a:lnTo>
                  <a:pt x="348996" y="163068"/>
                </a:lnTo>
                <a:lnTo>
                  <a:pt x="242315" y="163068"/>
                </a:lnTo>
                <a:lnTo>
                  <a:pt x="231171" y="163591"/>
                </a:lnTo>
                <a:lnTo>
                  <a:pt x="220599" y="164973"/>
                </a:lnTo>
                <a:lnTo>
                  <a:pt x="210597" y="166925"/>
                </a:lnTo>
                <a:lnTo>
                  <a:pt x="201168" y="169164"/>
                </a:lnTo>
                <a:close/>
              </a:path>
              <a:path w="387350" h="391794">
                <a:moveTo>
                  <a:pt x="79248" y="353568"/>
                </a:moveTo>
                <a:lnTo>
                  <a:pt x="57912" y="329183"/>
                </a:lnTo>
                <a:lnTo>
                  <a:pt x="61031" y="323445"/>
                </a:lnTo>
                <a:lnTo>
                  <a:pt x="63436" y="317563"/>
                </a:lnTo>
                <a:lnTo>
                  <a:pt x="64984" y="311396"/>
                </a:lnTo>
                <a:lnTo>
                  <a:pt x="65405" y="306324"/>
                </a:lnTo>
                <a:lnTo>
                  <a:pt x="65532" y="141732"/>
                </a:lnTo>
                <a:lnTo>
                  <a:pt x="98869" y="141732"/>
                </a:lnTo>
                <a:lnTo>
                  <a:pt x="88392" y="149352"/>
                </a:lnTo>
                <a:lnTo>
                  <a:pt x="88392" y="304800"/>
                </a:lnTo>
                <a:lnTo>
                  <a:pt x="114015" y="304800"/>
                </a:lnTo>
                <a:lnTo>
                  <a:pt x="103251" y="319087"/>
                </a:lnTo>
                <a:lnTo>
                  <a:pt x="88677" y="339256"/>
                </a:lnTo>
                <a:lnTo>
                  <a:pt x="79248" y="353568"/>
                </a:lnTo>
                <a:close/>
              </a:path>
              <a:path w="387350" h="391794">
                <a:moveTo>
                  <a:pt x="214884" y="327659"/>
                </a:moveTo>
                <a:lnTo>
                  <a:pt x="215765" y="310515"/>
                </a:lnTo>
                <a:lnTo>
                  <a:pt x="216197" y="294132"/>
                </a:lnTo>
                <a:lnTo>
                  <a:pt x="216303" y="233610"/>
                </a:lnTo>
                <a:lnTo>
                  <a:pt x="216217" y="224790"/>
                </a:lnTo>
                <a:lnTo>
                  <a:pt x="215765" y="207645"/>
                </a:lnTo>
                <a:lnTo>
                  <a:pt x="214884" y="190500"/>
                </a:lnTo>
                <a:lnTo>
                  <a:pt x="237744" y="205739"/>
                </a:lnTo>
                <a:lnTo>
                  <a:pt x="318047" y="205739"/>
                </a:lnTo>
                <a:lnTo>
                  <a:pt x="324612" y="211836"/>
                </a:lnTo>
                <a:lnTo>
                  <a:pt x="319386" y="216408"/>
                </a:lnTo>
                <a:lnTo>
                  <a:pt x="237744" y="216408"/>
                </a:lnTo>
                <a:lnTo>
                  <a:pt x="237744" y="283464"/>
                </a:lnTo>
                <a:lnTo>
                  <a:pt x="312863" y="283464"/>
                </a:lnTo>
                <a:lnTo>
                  <a:pt x="313062" y="291726"/>
                </a:lnTo>
                <a:lnTo>
                  <a:pt x="313208" y="294132"/>
                </a:lnTo>
                <a:lnTo>
                  <a:pt x="237744" y="294132"/>
                </a:lnTo>
                <a:lnTo>
                  <a:pt x="237744" y="316991"/>
                </a:lnTo>
                <a:lnTo>
                  <a:pt x="214884" y="327659"/>
                </a:lnTo>
                <a:close/>
              </a:path>
              <a:path w="387350" h="391794">
                <a:moveTo>
                  <a:pt x="318047" y="205739"/>
                </a:moveTo>
                <a:lnTo>
                  <a:pt x="289560" y="205739"/>
                </a:lnTo>
                <a:lnTo>
                  <a:pt x="303276" y="192024"/>
                </a:lnTo>
                <a:lnTo>
                  <a:pt x="318047" y="205739"/>
                </a:lnTo>
                <a:close/>
              </a:path>
              <a:path w="387350" h="391794">
                <a:moveTo>
                  <a:pt x="312863" y="283464"/>
                </a:moveTo>
                <a:lnTo>
                  <a:pt x="291084" y="283464"/>
                </a:lnTo>
                <a:lnTo>
                  <a:pt x="291084" y="216408"/>
                </a:lnTo>
                <a:lnTo>
                  <a:pt x="319386" y="216408"/>
                </a:lnTo>
                <a:lnTo>
                  <a:pt x="312420" y="222503"/>
                </a:lnTo>
                <a:lnTo>
                  <a:pt x="312538" y="262985"/>
                </a:lnTo>
                <a:lnTo>
                  <a:pt x="312610" y="272986"/>
                </a:lnTo>
                <a:lnTo>
                  <a:pt x="312863" y="283464"/>
                </a:lnTo>
                <a:close/>
              </a:path>
              <a:path w="387350" h="391794">
                <a:moveTo>
                  <a:pt x="114015" y="304800"/>
                </a:moveTo>
                <a:lnTo>
                  <a:pt x="88392" y="304800"/>
                </a:lnTo>
                <a:lnTo>
                  <a:pt x="141732" y="256032"/>
                </a:lnTo>
                <a:lnTo>
                  <a:pt x="147828" y="260603"/>
                </a:lnTo>
                <a:lnTo>
                  <a:pt x="122967" y="292917"/>
                </a:lnTo>
                <a:lnTo>
                  <a:pt x="114015" y="304800"/>
                </a:lnTo>
                <a:close/>
              </a:path>
              <a:path w="387350" h="391794">
                <a:moveTo>
                  <a:pt x="291084" y="316991"/>
                </a:moveTo>
                <a:lnTo>
                  <a:pt x="291084" y="294132"/>
                </a:lnTo>
                <a:lnTo>
                  <a:pt x="313208" y="294132"/>
                </a:lnTo>
                <a:lnTo>
                  <a:pt x="313944" y="306324"/>
                </a:lnTo>
                <a:lnTo>
                  <a:pt x="291084" y="316991"/>
                </a:lnTo>
                <a:close/>
              </a:path>
              <a:path w="387350" h="391794">
                <a:moveTo>
                  <a:pt x="344424" y="391668"/>
                </a:moveTo>
                <a:lnTo>
                  <a:pt x="335494" y="379333"/>
                </a:lnTo>
                <a:lnTo>
                  <a:pt x="322135" y="369570"/>
                </a:lnTo>
                <a:lnTo>
                  <a:pt x="303918" y="362092"/>
                </a:lnTo>
                <a:lnTo>
                  <a:pt x="280415" y="356616"/>
                </a:lnTo>
                <a:lnTo>
                  <a:pt x="280415" y="347472"/>
                </a:lnTo>
                <a:lnTo>
                  <a:pt x="323659" y="352806"/>
                </a:lnTo>
                <a:lnTo>
                  <a:pt x="336351" y="353901"/>
                </a:lnTo>
                <a:lnTo>
                  <a:pt x="373380" y="353901"/>
                </a:lnTo>
                <a:lnTo>
                  <a:pt x="373380" y="359664"/>
                </a:lnTo>
                <a:lnTo>
                  <a:pt x="371856" y="368808"/>
                </a:lnTo>
                <a:lnTo>
                  <a:pt x="367283" y="373380"/>
                </a:lnTo>
                <a:lnTo>
                  <a:pt x="363283" y="377952"/>
                </a:lnTo>
                <a:lnTo>
                  <a:pt x="358140" y="382524"/>
                </a:lnTo>
                <a:lnTo>
                  <a:pt x="351853" y="387096"/>
                </a:lnTo>
                <a:lnTo>
                  <a:pt x="344424" y="39166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" name="object 29"/>
          <p:cNvSpPr/>
          <p:nvPr/>
        </p:nvSpPr>
        <p:spPr>
          <a:xfrm>
            <a:off x="5792723" y="2360675"/>
            <a:ext cx="403860" cy="410209"/>
          </a:xfrm>
          <a:custGeom>
            <a:avLst/>
            <a:gdLst/>
            <a:ahLst/>
            <a:cxnLst/>
            <a:rect l="l" t="t" r="r" b="b"/>
            <a:pathLst>
              <a:path w="403860" h="410210">
                <a:moveTo>
                  <a:pt x="230123" y="60959"/>
                </a:moveTo>
                <a:lnTo>
                  <a:pt x="219455" y="60959"/>
                </a:lnTo>
                <a:lnTo>
                  <a:pt x="216407" y="45720"/>
                </a:lnTo>
                <a:lnTo>
                  <a:pt x="211835" y="38100"/>
                </a:lnTo>
                <a:lnTo>
                  <a:pt x="207787" y="31551"/>
                </a:lnTo>
                <a:lnTo>
                  <a:pt x="202310" y="23431"/>
                </a:lnTo>
                <a:lnTo>
                  <a:pt x="195119" y="13882"/>
                </a:lnTo>
                <a:lnTo>
                  <a:pt x="185927" y="3047"/>
                </a:lnTo>
                <a:lnTo>
                  <a:pt x="192023" y="0"/>
                </a:lnTo>
                <a:lnTo>
                  <a:pt x="232314" y="21431"/>
                </a:lnTo>
                <a:lnTo>
                  <a:pt x="243839" y="36576"/>
                </a:lnTo>
                <a:lnTo>
                  <a:pt x="243839" y="38100"/>
                </a:lnTo>
                <a:lnTo>
                  <a:pt x="242982" y="43600"/>
                </a:lnTo>
                <a:lnTo>
                  <a:pt x="240410" y="48958"/>
                </a:lnTo>
                <a:lnTo>
                  <a:pt x="236124" y="54602"/>
                </a:lnTo>
                <a:lnTo>
                  <a:pt x="230123" y="60959"/>
                </a:lnTo>
                <a:close/>
              </a:path>
              <a:path w="403860" h="410210">
                <a:moveTo>
                  <a:pt x="391667" y="60959"/>
                </a:moveTo>
                <a:lnTo>
                  <a:pt x="342900" y="60959"/>
                </a:lnTo>
                <a:lnTo>
                  <a:pt x="367284" y="36576"/>
                </a:lnTo>
                <a:lnTo>
                  <a:pt x="391667" y="60959"/>
                </a:lnTo>
                <a:close/>
              </a:path>
              <a:path w="403860" h="410210">
                <a:moveTo>
                  <a:pt x="6095" y="409956"/>
                </a:moveTo>
                <a:lnTo>
                  <a:pt x="0" y="406908"/>
                </a:lnTo>
                <a:lnTo>
                  <a:pt x="15692" y="375999"/>
                </a:lnTo>
                <a:lnTo>
                  <a:pt x="28384" y="344805"/>
                </a:lnTo>
                <a:lnTo>
                  <a:pt x="44195" y="280416"/>
                </a:lnTo>
                <a:lnTo>
                  <a:pt x="52387" y="213169"/>
                </a:lnTo>
                <a:lnTo>
                  <a:pt x="54863" y="144780"/>
                </a:lnTo>
                <a:lnTo>
                  <a:pt x="55322" y="121038"/>
                </a:lnTo>
                <a:lnTo>
                  <a:pt x="55443" y="108204"/>
                </a:lnTo>
                <a:lnTo>
                  <a:pt x="55244" y="85153"/>
                </a:lnTo>
                <a:lnTo>
                  <a:pt x="54435" y="61841"/>
                </a:lnTo>
                <a:lnTo>
                  <a:pt x="53339" y="42671"/>
                </a:lnTo>
                <a:lnTo>
                  <a:pt x="82295" y="60959"/>
                </a:lnTo>
                <a:lnTo>
                  <a:pt x="391667" y="60959"/>
                </a:lnTo>
                <a:lnTo>
                  <a:pt x="402336" y="71628"/>
                </a:lnTo>
                <a:lnTo>
                  <a:pt x="80771" y="71628"/>
                </a:lnTo>
                <a:lnTo>
                  <a:pt x="80448" y="121038"/>
                </a:lnTo>
                <a:lnTo>
                  <a:pt x="79438" y="163830"/>
                </a:lnTo>
                <a:lnTo>
                  <a:pt x="74675" y="233172"/>
                </a:lnTo>
                <a:lnTo>
                  <a:pt x="64007" y="288036"/>
                </a:lnTo>
                <a:lnTo>
                  <a:pt x="48767" y="333756"/>
                </a:lnTo>
                <a:lnTo>
                  <a:pt x="29717" y="373570"/>
                </a:lnTo>
                <a:lnTo>
                  <a:pt x="18335" y="392263"/>
                </a:lnTo>
                <a:lnTo>
                  <a:pt x="6095" y="409956"/>
                </a:lnTo>
                <a:close/>
              </a:path>
              <a:path w="403860" h="410210">
                <a:moveTo>
                  <a:pt x="185927" y="135636"/>
                </a:moveTo>
                <a:lnTo>
                  <a:pt x="164591" y="135636"/>
                </a:lnTo>
                <a:lnTo>
                  <a:pt x="164330" y="121872"/>
                </a:lnTo>
                <a:lnTo>
                  <a:pt x="163658" y="108204"/>
                </a:lnTo>
                <a:lnTo>
                  <a:pt x="162647" y="92987"/>
                </a:lnTo>
                <a:lnTo>
                  <a:pt x="161543" y="77724"/>
                </a:lnTo>
                <a:lnTo>
                  <a:pt x="201167" y="97536"/>
                </a:lnTo>
                <a:lnTo>
                  <a:pt x="185927" y="105156"/>
                </a:lnTo>
                <a:lnTo>
                  <a:pt x="185927" y="135636"/>
                </a:lnTo>
                <a:close/>
              </a:path>
              <a:path w="403860" h="410210">
                <a:moveTo>
                  <a:pt x="306323" y="135636"/>
                </a:moveTo>
                <a:lnTo>
                  <a:pt x="283463" y="135636"/>
                </a:lnTo>
                <a:lnTo>
                  <a:pt x="283342" y="112776"/>
                </a:lnTo>
                <a:lnTo>
                  <a:pt x="283217" y="105156"/>
                </a:lnTo>
                <a:lnTo>
                  <a:pt x="282821" y="92987"/>
                </a:lnTo>
                <a:lnTo>
                  <a:pt x="281939" y="79248"/>
                </a:lnTo>
                <a:lnTo>
                  <a:pt x="321563" y="97536"/>
                </a:lnTo>
                <a:lnTo>
                  <a:pt x="306323" y="108204"/>
                </a:lnTo>
                <a:lnTo>
                  <a:pt x="306323" y="135636"/>
                </a:lnTo>
                <a:close/>
              </a:path>
              <a:path w="403860" h="410210">
                <a:moveTo>
                  <a:pt x="97535" y="149352"/>
                </a:moveTo>
                <a:lnTo>
                  <a:pt x="83819" y="135636"/>
                </a:lnTo>
                <a:lnTo>
                  <a:pt x="339851" y="135636"/>
                </a:lnTo>
                <a:lnTo>
                  <a:pt x="362712" y="112776"/>
                </a:lnTo>
                <a:lnTo>
                  <a:pt x="394716" y="146304"/>
                </a:lnTo>
                <a:lnTo>
                  <a:pt x="118871" y="146304"/>
                </a:lnTo>
                <a:lnTo>
                  <a:pt x="97535" y="149352"/>
                </a:lnTo>
                <a:close/>
              </a:path>
              <a:path w="403860" h="410210">
                <a:moveTo>
                  <a:pt x="161543" y="225552"/>
                </a:moveTo>
                <a:lnTo>
                  <a:pt x="164301" y="169187"/>
                </a:lnTo>
                <a:lnTo>
                  <a:pt x="164591" y="146304"/>
                </a:lnTo>
                <a:lnTo>
                  <a:pt x="185927" y="146304"/>
                </a:lnTo>
                <a:lnTo>
                  <a:pt x="185927" y="196596"/>
                </a:lnTo>
                <a:lnTo>
                  <a:pt x="306800" y="196596"/>
                </a:lnTo>
                <a:lnTo>
                  <a:pt x="306966" y="201810"/>
                </a:lnTo>
                <a:lnTo>
                  <a:pt x="307446" y="207264"/>
                </a:lnTo>
                <a:lnTo>
                  <a:pt x="185927" y="207264"/>
                </a:lnTo>
                <a:lnTo>
                  <a:pt x="185927" y="214884"/>
                </a:lnTo>
                <a:lnTo>
                  <a:pt x="161543" y="225552"/>
                </a:lnTo>
                <a:close/>
              </a:path>
              <a:path w="403860" h="410210">
                <a:moveTo>
                  <a:pt x="306800" y="196596"/>
                </a:moveTo>
                <a:lnTo>
                  <a:pt x="283463" y="196596"/>
                </a:lnTo>
                <a:lnTo>
                  <a:pt x="283463" y="146304"/>
                </a:lnTo>
                <a:lnTo>
                  <a:pt x="306323" y="146304"/>
                </a:lnTo>
                <a:lnTo>
                  <a:pt x="306436" y="179046"/>
                </a:lnTo>
                <a:lnTo>
                  <a:pt x="306550" y="188785"/>
                </a:lnTo>
                <a:lnTo>
                  <a:pt x="306800" y="196596"/>
                </a:lnTo>
                <a:close/>
              </a:path>
              <a:path w="403860" h="410210">
                <a:moveTo>
                  <a:pt x="283463" y="222504"/>
                </a:moveTo>
                <a:lnTo>
                  <a:pt x="283463" y="207264"/>
                </a:lnTo>
                <a:lnTo>
                  <a:pt x="307446" y="207264"/>
                </a:lnTo>
                <a:lnTo>
                  <a:pt x="307847" y="211836"/>
                </a:lnTo>
                <a:lnTo>
                  <a:pt x="283463" y="222504"/>
                </a:lnTo>
                <a:close/>
              </a:path>
              <a:path w="403860" h="410210">
                <a:moveTo>
                  <a:pt x="131063" y="257556"/>
                </a:moveTo>
                <a:lnTo>
                  <a:pt x="117347" y="243840"/>
                </a:lnTo>
                <a:lnTo>
                  <a:pt x="300227" y="243840"/>
                </a:lnTo>
                <a:lnTo>
                  <a:pt x="315467" y="227076"/>
                </a:lnTo>
                <a:lnTo>
                  <a:pt x="341375" y="252984"/>
                </a:lnTo>
                <a:lnTo>
                  <a:pt x="146303" y="252984"/>
                </a:lnTo>
                <a:lnTo>
                  <a:pt x="131063" y="257556"/>
                </a:lnTo>
                <a:close/>
              </a:path>
              <a:path w="403860" h="410210">
                <a:moveTo>
                  <a:pt x="59435" y="409956"/>
                </a:moveTo>
                <a:lnTo>
                  <a:pt x="57911" y="403860"/>
                </a:lnTo>
                <a:lnTo>
                  <a:pt x="102727" y="392715"/>
                </a:lnTo>
                <a:lnTo>
                  <a:pt x="145541" y="377571"/>
                </a:lnTo>
                <a:lnTo>
                  <a:pt x="186070" y="358425"/>
                </a:lnTo>
                <a:lnTo>
                  <a:pt x="224027" y="335280"/>
                </a:lnTo>
                <a:lnTo>
                  <a:pt x="208311" y="318135"/>
                </a:lnTo>
                <a:lnTo>
                  <a:pt x="193166" y="298704"/>
                </a:lnTo>
                <a:lnTo>
                  <a:pt x="178593" y="276987"/>
                </a:lnTo>
                <a:lnTo>
                  <a:pt x="164591" y="252984"/>
                </a:lnTo>
                <a:lnTo>
                  <a:pt x="172211" y="252984"/>
                </a:lnTo>
                <a:lnTo>
                  <a:pt x="189118" y="274439"/>
                </a:lnTo>
                <a:lnTo>
                  <a:pt x="205739" y="293179"/>
                </a:lnTo>
                <a:lnTo>
                  <a:pt x="222361" y="309348"/>
                </a:lnTo>
                <a:lnTo>
                  <a:pt x="239267" y="323088"/>
                </a:lnTo>
                <a:lnTo>
                  <a:pt x="270922" y="323088"/>
                </a:lnTo>
                <a:lnTo>
                  <a:pt x="270605" y="323421"/>
                </a:lnTo>
                <a:lnTo>
                  <a:pt x="256031" y="336804"/>
                </a:lnTo>
                <a:lnTo>
                  <a:pt x="282742" y="350520"/>
                </a:lnTo>
                <a:lnTo>
                  <a:pt x="240791" y="350520"/>
                </a:lnTo>
                <a:lnTo>
                  <a:pt x="197881" y="372237"/>
                </a:lnTo>
                <a:lnTo>
                  <a:pt x="153542" y="389382"/>
                </a:lnTo>
                <a:lnTo>
                  <a:pt x="107489" y="401955"/>
                </a:lnTo>
                <a:lnTo>
                  <a:pt x="59435" y="409956"/>
                </a:lnTo>
                <a:close/>
              </a:path>
              <a:path w="403860" h="410210">
                <a:moveTo>
                  <a:pt x="270922" y="323088"/>
                </a:moveTo>
                <a:lnTo>
                  <a:pt x="239267" y="323088"/>
                </a:lnTo>
                <a:lnTo>
                  <a:pt x="255817" y="306562"/>
                </a:lnTo>
                <a:lnTo>
                  <a:pt x="271081" y="289179"/>
                </a:lnTo>
                <a:lnTo>
                  <a:pt x="284916" y="271224"/>
                </a:lnTo>
                <a:lnTo>
                  <a:pt x="297179" y="252984"/>
                </a:lnTo>
                <a:lnTo>
                  <a:pt x="341375" y="252984"/>
                </a:lnTo>
                <a:lnTo>
                  <a:pt x="324612" y="262128"/>
                </a:lnTo>
                <a:lnTo>
                  <a:pt x="304895" y="285797"/>
                </a:lnTo>
                <a:lnTo>
                  <a:pt x="286893" y="306324"/>
                </a:lnTo>
                <a:lnTo>
                  <a:pt x="270922" y="323088"/>
                </a:lnTo>
                <a:close/>
              </a:path>
              <a:path w="403860" h="410210">
                <a:moveTo>
                  <a:pt x="370332" y="405384"/>
                </a:moveTo>
                <a:lnTo>
                  <a:pt x="332089" y="395954"/>
                </a:lnTo>
                <a:lnTo>
                  <a:pt x="297560" y="383667"/>
                </a:lnTo>
                <a:lnTo>
                  <a:pt x="267033" y="368522"/>
                </a:lnTo>
                <a:lnTo>
                  <a:pt x="240791" y="350520"/>
                </a:lnTo>
                <a:lnTo>
                  <a:pt x="282742" y="350520"/>
                </a:lnTo>
                <a:lnTo>
                  <a:pt x="285988" y="352186"/>
                </a:lnTo>
                <a:lnTo>
                  <a:pt x="320802" y="363855"/>
                </a:lnTo>
                <a:lnTo>
                  <a:pt x="360187" y="371522"/>
                </a:lnTo>
                <a:lnTo>
                  <a:pt x="403860" y="374904"/>
                </a:lnTo>
                <a:lnTo>
                  <a:pt x="403860" y="382524"/>
                </a:lnTo>
                <a:lnTo>
                  <a:pt x="391548" y="385667"/>
                </a:lnTo>
                <a:lnTo>
                  <a:pt x="381952" y="390525"/>
                </a:lnTo>
                <a:lnTo>
                  <a:pt x="374927" y="397097"/>
                </a:lnTo>
                <a:lnTo>
                  <a:pt x="370332" y="40538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" name="object 30"/>
          <p:cNvSpPr/>
          <p:nvPr/>
        </p:nvSpPr>
        <p:spPr>
          <a:xfrm>
            <a:off x="6291071" y="2366772"/>
            <a:ext cx="325120" cy="399415"/>
          </a:xfrm>
          <a:custGeom>
            <a:avLst/>
            <a:gdLst/>
            <a:ahLst/>
            <a:cxnLst/>
            <a:rect l="l" t="t" r="r" b="b"/>
            <a:pathLst>
              <a:path w="325120" h="399414">
                <a:moveTo>
                  <a:pt x="74676" y="85344"/>
                </a:moveTo>
                <a:lnTo>
                  <a:pt x="68580" y="85344"/>
                </a:lnTo>
                <a:lnTo>
                  <a:pt x="64008" y="80772"/>
                </a:lnTo>
                <a:lnTo>
                  <a:pt x="62484" y="70104"/>
                </a:lnTo>
                <a:lnTo>
                  <a:pt x="56769" y="56388"/>
                </a:lnTo>
                <a:lnTo>
                  <a:pt x="48958" y="40767"/>
                </a:lnTo>
                <a:lnTo>
                  <a:pt x="39123" y="23383"/>
                </a:lnTo>
                <a:lnTo>
                  <a:pt x="27432" y="4572"/>
                </a:lnTo>
                <a:lnTo>
                  <a:pt x="32004" y="0"/>
                </a:lnTo>
                <a:lnTo>
                  <a:pt x="72080" y="26360"/>
                </a:lnTo>
                <a:lnTo>
                  <a:pt x="89916" y="48768"/>
                </a:lnTo>
                <a:lnTo>
                  <a:pt x="89916" y="60960"/>
                </a:lnTo>
                <a:lnTo>
                  <a:pt x="88392" y="67056"/>
                </a:lnTo>
                <a:lnTo>
                  <a:pt x="82296" y="74676"/>
                </a:lnTo>
                <a:lnTo>
                  <a:pt x="77724" y="82296"/>
                </a:lnTo>
                <a:lnTo>
                  <a:pt x="74676" y="85344"/>
                </a:lnTo>
                <a:close/>
              </a:path>
              <a:path w="325120" h="399414">
                <a:moveTo>
                  <a:pt x="146304" y="60960"/>
                </a:moveTo>
                <a:lnTo>
                  <a:pt x="129540" y="45720"/>
                </a:lnTo>
                <a:lnTo>
                  <a:pt x="281940" y="45720"/>
                </a:lnTo>
                <a:lnTo>
                  <a:pt x="295656" y="24384"/>
                </a:lnTo>
                <a:lnTo>
                  <a:pt x="324612" y="48768"/>
                </a:lnTo>
                <a:lnTo>
                  <a:pt x="316145" y="56388"/>
                </a:lnTo>
                <a:lnTo>
                  <a:pt x="187452" y="56388"/>
                </a:lnTo>
                <a:lnTo>
                  <a:pt x="176307" y="56673"/>
                </a:lnTo>
                <a:lnTo>
                  <a:pt x="165735" y="57531"/>
                </a:lnTo>
                <a:lnTo>
                  <a:pt x="155733" y="58959"/>
                </a:lnTo>
                <a:lnTo>
                  <a:pt x="146304" y="60960"/>
                </a:lnTo>
                <a:close/>
              </a:path>
              <a:path w="325120" h="399414">
                <a:moveTo>
                  <a:pt x="308493" y="353568"/>
                </a:moveTo>
                <a:lnTo>
                  <a:pt x="263652" y="353568"/>
                </a:lnTo>
                <a:lnTo>
                  <a:pt x="271891" y="353568"/>
                </a:lnTo>
                <a:lnTo>
                  <a:pt x="278130" y="351282"/>
                </a:lnTo>
                <a:lnTo>
                  <a:pt x="282082" y="346710"/>
                </a:lnTo>
                <a:lnTo>
                  <a:pt x="283464" y="339852"/>
                </a:lnTo>
                <a:lnTo>
                  <a:pt x="283464" y="56388"/>
                </a:lnTo>
                <a:lnTo>
                  <a:pt x="316145" y="56388"/>
                </a:lnTo>
                <a:lnTo>
                  <a:pt x="309372" y="62484"/>
                </a:lnTo>
                <a:lnTo>
                  <a:pt x="309372" y="344424"/>
                </a:lnTo>
                <a:lnTo>
                  <a:pt x="308493" y="353568"/>
                </a:lnTo>
                <a:close/>
              </a:path>
              <a:path w="325120" h="399414">
                <a:moveTo>
                  <a:pt x="0" y="399288"/>
                </a:moveTo>
                <a:lnTo>
                  <a:pt x="238" y="359854"/>
                </a:lnTo>
                <a:lnTo>
                  <a:pt x="1285" y="270700"/>
                </a:lnTo>
                <a:lnTo>
                  <a:pt x="1407" y="245364"/>
                </a:lnTo>
                <a:lnTo>
                  <a:pt x="1493" y="214884"/>
                </a:lnTo>
                <a:lnTo>
                  <a:pt x="1293" y="175069"/>
                </a:lnTo>
                <a:lnTo>
                  <a:pt x="746" y="132588"/>
                </a:lnTo>
                <a:lnTo>
                  <a:pt x="222" y="99060"/>
                </a:lnTo>
                <a:lnTo>
                  <a:pt x="0" y="74676"/>
                </a:lnTo>
                <a:lnTo>
                  <a:pt x="42672" y="99060"/>
                </a:lnTo>
                <a:lnTo>
                  <a:pt x="27432" y="109728"/>
                </a:lnTo>
                <a:lnTo>
                  <a:pt x="27432" y="387096"/>
                </a:lnTo>
                <a:lnTo>
                  <a:pt x="0" y="399288"/>
                </a:lnTo>
                <a:close/>
              </a:path>
              <a:path w="325120" h="399414">
                <a:moveTo>
                  <a:pt x="238832" y="152400"/>
                </a:moveTo>
                <a:lnTo>
                  <a:pt x="201168" y="152400"/>
                </a:lnTo>
                <a:lnTo>
                  <a:pt x="213360" y="132588"/>
                </a:lnTo>
                <a:lnTo>
                  <a:pt x="238832" y="152400"/>
                </a:lnTo>
                <a:close/>
              </a:path>
              <a:path w="325120" h="399414">
                <a:moveTo>
                  <a:pt x="80772" y="307848"/>
                </a:moveTo>
                <a:lnTo>
                  <a:pt x="81653" y="283035"/>
                </a:lnTo>
                <a:lnTo>
                  <a:pt x="82105" y="259080"/>
                </a:lnTo>
                <a:lnTo>
                  <a:pt x="82205" y="245364"/>
                </a:lnTo>
                <a:lnTo>
                  <a:pt x="82272" y="195191"/>
                </a:lnTo>
                <a:lnTo>
                  <a:pt x="82105" y="175069"/>
                </a:lnTo>
                <a:lnTo>
                  <a:pt x="81653" y="154662"/>
                </a:lnTo>
                <a:lnTo>
                  <a:pt x="80772" y="134112"/>
                </a:lnTo>
                <a:lnTo>
                  <a:pt x="106680" y="152400"/>
                </a:lnTo>
                <a:lnTo>
                  <a:pt x="238832" y="152400"/>
                </a:lnTo>
                <a:lnTo>
                  <a:pt x="240792" y="153924"/>
                </a:lnTo>
                <a:lnTo>
                  <a:pt x="230505" y="163068"/>
                </a:lnTo>
                <a:lnTo>
                  <a:pt x="106680" y="163068"/>
                </a:lnTo>
                <a:lnTo>
                  <a:pt x="106680" y="265176"/>
                </a:lnTo>
                <a:lnTo>
                  <a:pt x="227801" y="265176"/>
                </a:lnTo>
                <a:lnTo>
                  <a:pt x="228270" y="275844"/>
                </a:lnTo>
                <a:lnTo>
                  <a:pt x="106680" y="275844"/>
                </a:lnTo>
                <a:lnTo>
                  <a:pt x="106680" y="298704"/>
                </a:lnTo>
                <a:lnTo>
                  <a:pt x="80772" y="307848"/>
                </a:lnTo>
                <a:close/>
              </a:path>
              <a:path w="325120" h="399414">
                <a:moveTo>
                  <a:pt x="227801" y="265176"/>
                </a:moveTo>
                <a:lnTo>
                  <a:pt x="202692" y="265176"/>
                </a:lnTo>
                <a:lnTo>
                  <a:pt x="202692" y="163068"/>
                </a:lnTo>
                <a:lnTo>
                  <a:pt x="230505" y="163068"/>
                </a:lnTo>
                <a:lnTo>
                  <a:pt x="227076" y="166116"/>
                </a:lnTo>
                <a:lnTo>
                  <a:pt x="227076" y="245364"/>
                </a:lnTo>
                <a:lnTo>
                  <a:pt x="227314" y="255079"/>
                </a:lnTo>
                <a:lnTo>
                  <a:pt x="227801" y="265176"/>
                </a:lnTo>
                <a:close/>
              </a:path>
              <a:path w="325120" h="399414">
                <a:moveTo>
                  <a:pt x="202692" y="301752"/>
                </a:moveTo>
                <a:lnTo>
                  <a:pt x="202692" y="275844"/>
                </a:lnTo>
                <a:lnTo>
                  <a:pt x="228270" y="275844"/>
                </a:lnTo>
                <a:lnTo>
                  <a:pt x="228361" y="277939"/>
                </a:lnTo>
                <a:lnTo>
                  <a:pt x="228600" y="291083"/>
                </a:lnTo>
                <a:lnTo>
                  <a:pt x="202692" y="301752"/>
                </a:lnTo>
                <a:close/>
              </a:path>
              <a:path w="325120" h="399414">
                <a:moveTo>
                  <a:pt x="265176" y="399288"/>
                </a:moveTo>
                <a:lnTo>
                  <a:pt x="261461" y="384667"/>
                </a:lnTo>
                <a:lnTo>
                  <a:pt x="250317" y="372618"/>
                </a:lnTo>
                <a:lnTo>
                  <a:pt x="231743" y="362854"/>
                </a:lnTo>
                <a:lnTo>
                  <a:pt x="205740" y="355092"/>
                </a:lnTo>
                <a:lnTo>
                  <a:pt x="205740" y="348996"/>
                </a:lnTo>
                <a:lnTo>
                  <a:pt x="239839" y="351282"/>
                </a:lnTo>
                <a:lnTo>
                  <a:pt x="253103" y="352425"/>
                </a:lnTo>
                <a:lnTo>
                  <a:pt x="263652" y="353568"/>
                </a:lnTo>
                <a:lnTo>
                  <a:pt x="308493" y="353568"/>
                </a:lnTo>
                <a:lnTo>
                  <a:pt x="307395" y="364998"/>
                </a:lnTo>
                <a:lnTo>
                  <a:pt x="299275" y="381000"/>
                </a:lnTo>
                <a:lnTo>
                  <a:pt x="285154" y="392430"/>
                </a:lnTo>
                <a:lnTo>
                  <a:pt x="265176" y="39928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" name="object 31"/>
          <p:cNvSpPr/>
          <p:nvPr/>
        </p:nvSpPr>
        <p:spPr>
          <a:xfrm>
            <a:off x="6685775" y="2372867"/>
            <a:ext cx="852169" cy="396240"/>
          </a:xfrm>
          <a:custGeom>
            <a:avLst/>
            <a:gdLst/>
            <a:ahLst/>
            <a:cxnLst/>
            <a:rect l="l" t="t" r="r" b="b"/>
            <a:pathLst>
              <a:path w="852170" h="396239">
                <a:moveTo>
                  <a:pt x="192024" y="24384"/>
                </a:moveTo>
                <a:lnTo>
                  <a:pt x="188328" y="21336"/>
                </a:lnTo>
                <a:lnTo>
                  <a:pt x="166116" y="3048"/>
                </a:lnTo>
                <a:lnTo>
                  <a:pt x="158496" y="14478"/>
                </a:lnTo>
                <a:lnTo>
                  <a:pt x="158496" y="30480"/>
                </a:lnTo>
                <a:lnTo>
                  <a:pt x="158496" y="80772"/>
                </a:lnTo>
                <a:lnTo>
                  <a:pt x="158496" y="91440"/>
                </a:lnTo>
                <a:lnTo>
                  <a:pt x="158496" y="140208"/>
                </a:lnTo>
                <a:lnTo>
                  <a:pt x="76200" y="140208"/>
                </a:lnTo>
                <a:lnTo>
                  <a:pt x="76200" y="91440"/>
                </a:lnTo>
                <a:lnTo>
                  <a:pt x="158496" y="91440"/>
                </a:lnTo>
                <a:lnTo>
                  <a:pt x="158496" y="80772"/>
                </a:lnTo>
                <a:lnTo>
                  <a:pt x="76200" y="80772"/>
                </a:lnTo>
                <a:lnTo>
                  <a:pt x="76200" y="30480"/>
                </a:lnTo>
                <a:lnTo>
                  <a:pt x="158496" y="30480"/>
                </a:lnTo>
                <a:lnTo>
                  <a:pt x="158496" y="14478"/>
                </a:lnTo>
                <a:lnTo>
                  <a:pt x="153924" y="21336"/>
                </a:lnTo>
                <a:lnTo>
                  <a:pt x="76200" y="21336"/>
                </a:lnTo>
                <a:lnTo>
                  <a:pt x="51816" y="6096"/>
                </a:lnTo>
                <a:lnTo>
                  <a:pt x="52705" y="24942"/>
                </a:lnTo>
                <a:lnTo>
                  <a:pt x="53162" y="45250"/>
                </a:lnTo>
                <a:lnTo>
                  <a:pt x="53263" y="57531"/>
                </a:lnTo>
                <a:lnTo>
                  <a:pt x="53149" y="129349"/>
                </a:lnTo>
                <a:lnTo>
                  <a:pt x="52705" y="150101"/>
                </a:lnTo>
                <a:lnTo>
                  <a:pt x="51816" y="170688"/>
                </a:lnTo>
                <a:lnTo>
                  <a:pt x="76200" y="161544"/>
                </a:lnTo>
                <a:lnTo>
                  <a:pt x="76200" y="150876"/>
                </a:lnTo>
                <a:lnTo>
                  <a:pt x="158496" y="150876"/>
                </a:lnTo>
                <a:lnTo>
                  <a:pt x="158496" y="166116"/>
                </a:lnTo>
                <a:lnTo>
                  <a:pt x="182880" y="153924"/>
                </a:lnTo>
                <a:lnTo>
                  <a:pt x="182727" y="150876"/>
                </a:lnTo>
                <a:lnTo>
                  <a:pt x="182194" y="140208"/>
                </a:lnTo>
                <a:lnTo>
                  <a:pt x="181762" y="131927"/>
                </a:lnTo>
                <a:lnTo>
                  <a:pt x="180784" y="104775"/>
                </a:lnTo>
                <a:lnTo>
                  <a:pt x="180505" y="91440"/>
                </a:lnTo>
                <a:lnTo>
                  <a:pt x="180276" y="80772"/>
                </a:lnTo>
                <a:lnTo>
                  <a:pt x="180098" y="72491"/>
                </a:lnTo>
                <a:lnTo>
                  <a:pt x="179832" y="35052"/>
                </a:lnTo>
                <a:lnTo>
                  <a:pt x="185064" y="30480"/>
                </a:lnTo>
                <a:lnTo>
                  <a:pt x="192024" y="24384"/>
                </a:lnTo>
                <a:close/>
              </a:path>
              <a:path w="852170" h="396239">
                <a:moveTo>
                  <a:pt x="321564" y="138684"/>
                </a:moveTo>
                <a:lnTo>
                  <a:pt x="283464" y="120396"/>
                </a:lnTo>
                <a:lnTo>
                  <a:pt x="283972" y="140208"/>
                </a:lnTo>
                <a:lnTo>
                  <a:pt x="283845" y="168592"/>
                </a:lnTo>
                <a:lnTo>
                  <a:pt x="281940" y="213360"/>
                </a:lnTo>
                <a:lnTo>
                  <a:pt x="275082" y="252031"/>
                </a:lnTo>
                <a:lnTo>
                  <a:pt x="247675" y="299834"/>
                </a:lnTo>
                <a:lnTo>
                  <a:pt x="211721" y="328930"/>
                </a:lnTo>
                <a:lnTo>
                  <a:pt x="187452" y="342900"/>
                </a:lnTo>
                <a:lnTo>
                  <a:pt x="190500" y="347472"/>
                </a:lnTo>
                <a:lnTo>
                  <a:pt x="234124" y="328041"/>
                </a:lnTo>
                <a:lnTo>
                  <a:pt x="276631" y="293497"/>
                </a:lnTo>
                <a:lnTo>
                  <a:pt x="298704" y="252984"/>
                </a:lnTo>
                <a:lnTo>
                  <a:pt x="305562" y="212788"/>
                </a:lnTo>
                <a:lnTo>
                  <a:pt x="307848" y="150876"/>
                </a:lnTo>
                <a:lnTo>
                  <a:pt x="321564" y="138684"/>
                </a:lnTo>
                <a:close/>
              </a:path>
              <a:path w="852170" h="396239">
                <a:moveTo>
                  <a:pt x="387096" y="304800"/>
                </a:moveTo>
                <a:lnTo>
                  <a:pt x="359854" y="276415"/>
                </a:lnTo>
                <a:lnTo>
                  <a:pt x="307848" y="249936"/>
                </a:lnTo>
                <a:lnTo>
                  <a:pt x="303276" y="256032"/>
                </a:lnTo>
                <a:lnTo>
                  <a:pt x="325018" y="273735"/>
                </a:lnTo>
                <a:lnTo>
                  <a:pt x="342328" y="290131"/>
                </a:lnTo>
                <a:lnTo>
                  <a:pt x="355358" y="305117"/>
                </a:lnTo>
                <a:lnTo>
                  <a:pt x="364236" y="318516"/>
                </a:lnTo>
                <a:lnTo>
                  <a:pt x="370332" y="329184"/>
                </a:lnTo>
                <a:lnTo>
                  <a:pt x="374904" y="335280"/>
                </a:lnTo>
                <a:lnTo>
                  <a:pt x="379476" y="335280"/>
                </a:lnTo>
                <a:lnTo>
                  <a:pt x="387096" y="320040"/>
                </a:lnTo>
                <a:lnTo>
                  <a:pt x="387096" y="304800"/>
                </a:lnTo>
                <a:close/>
              </a:path>
              <a:path w="852170" h="396239">
                <a:moveTo>
                  <a:pt x="400812" y="33528"/>
                </a:moveTo>
                <a:lnTo>
                  <a:pt x="373380" y="1524"/>
                </a:lnTo>
                <a:lnTo>
                  <a:pt x="352044" y="22860"/>
                </a:lnTo>
                <a:lnTo>
                  <a:pt x="201168" y="22860"/>
                </a:lnTo>
                <a:lnTo>
                  <a:pt x="216408" y="38100"/>
                </a:lnTo>
                <a:lnTo>
                  <a:pt x="226720" y="36106"/>
                </a:lnTo>
                <a:lnTo>
                  <a:pt x="237172" y="34671"/>
                </a:lnTo>
                <a:lnTo>
                  <a:pt x="247916" y="33820"/>
                </a:lnTo>
                <a:lnTo>
                  <a:pt x="259080" y="33528"/>
                </a:lnTo>
                <a:lnTo>
                  <a:pt x="278892" y="33528"/>
                </a:lnTo>
                <a:lnTo>
                  <a:pt x="278345" y="45250"/>
                </a:lnTo>
                <a:lnTo>
                  <a:pt x="276796" y="57531"/>
                </a:lnTo>
                <a:lnTo>
                  <a:pt x="274396" y="70396"/>
                </a:lnTo>
                <a:lnTo>
                  <a:pt x="271272" y="83820"/>
                </a:lnTo>
                <a:lnTo>
                  <a:pt x="248412" y="83820"/>
                </a:lnTo>
                <a:lnTo>
                  <a:pt x="224028" y="68580"/>
                </a:lnTo>
                <a:lnTo>
                  <a:pt x="224917" y="89776"/>
                </a:lnTo>
                <a:lnTo>
                  <a:pt x="225361" y="112395"/>
                </a:lnTo>
                <a:lnTo>
                  <a:pt x="225488" y="129349"/>
                </a:lnTo>
                <a:lnTo>
                  <a:pt x="225361" y="211264"/>
                </a:lnTo>
                <a:lnTo>
                  <a:pt x="224917" y="232295"/>
                </a:lnTo>
                <a:lnTo>
                  <a:pt x="224028" y="251460"/>
                </a:lnTo>
                <a:lnTo>
                  <a:pt x="248412" y="237744"/>
                </a:lnTo>
                <a:lnTo>
                  <a:pt x="248412" y="92964"/>
                </a:lnTo>
                <a:lnTo>
                  <a:pt x="348996" y="92964"/>
                </a:lnTo>
                <a:lnTo>
                  <a:pt x="348996" y="246888"/>
                </a:lnTo>
                <a:lnTo>
                  <a:pt x="373380" y="234696"/>
                </a:lnTo>
                <a:lnTo>
                  <a:pt x="372516" y="216408"/>
                </a:lnTo>
                <a:lnTo>
                  <a:pt x="372033" y="199936"/>
                </a:lnTo>
                <a:lnTo>
                  <a:pt x="371906" y="191338"/>
                </a:lnTo>
                <a:lnTo>
                  <a:pt x="371856" y="97536"/>
                </a:lnTo>
                <a:lnTo>
                  <a:pt x="377088" y="92964"/>
                </a:lnTo>
                <a:lnTo>
                  <a:pt x="384048" y="86868"/>
                </a:lnTo>
                <a:lnTo>
                  <a:pt x="380072" y="83820"/>
                </a:lnTo>
                <a:lnTo>
                  <a:pt x="358140" y="67056"/>
                </a:lnTo>
                <a:lnTo>
                  <a:pt x="345948" y="83820"/>
                </a:lnTo>
                <a:lnTo>
                  <a:pt x="278892" y="83820"/>
                </a:lnTo>
                <a:lnTo>
                  <a:pt x="289331" y="65468"/>
                </a:lnTo>
                <a:lnTo>
                  <a:pt x="298132" y="50673"/>
                </a:lnTo>
                <a:lnTo>
                  <a:pt x="304825" y="40106"/>
                </a:lnTo>
                <a:lnTo>
                  <a:pt x="309372" y="33528"/>
                </a:lnTo>
                <a:lnTo>
                  <a:pt x="400812" y="33528"/>
                </a:lnTo>
                <a:close/>
              </a:path>
              <a:path w="852170" h="396239">
                <a:moveTo>
                  <a:pt x="405384" y="347472"/>
                </a:moveTo>
                <a:lnTo>
                  <a:pt x="368223" y="351459"/>
                </a:lnTo>
                <a:lnTo>
                  <a:pt x="329755" y="354139"/>
                </a:lnTo>
                <a:lnTo>
                  <a:pt x="296494" y="355206"/>
                </a:lnTo>
                <a:lnTo>
                  <a:pt x="248412" y="355104"/>
                </a:lnTo>
                <a:lnTo>
                  <a:pt x="210121" y="353974"/>
                </a:lnTo>
                <a:lnTo>
                  <a:pt x="177546" y="350710"/>
                </a:lnTo>
                <a:lnTo>
                  <a:pt x="150685" y="345452"/>
                </a:lnTo>
                <a:lnTo>
                  <a:pt x="129540" y="338328"/>
                </a:lnTo>
                <a:lnTo>
                  <a:pt x="129540" y="332232"/>
                </a:lnTo>
                <a:lnTo>
                  <a:pt x="129540" y="271272"/>
                </a:lnTo>
                <a:lnTo>
                  <a:pt x="208788" y="271272"/>
                </a:lnTo>
                <a:lnTo>
                  <a:pt x="199720" y="260604"/>
                </a:lnTo>
                <a:lnTo>
                  <a:pt x="182880" y="240792"/>
                </a:lnTo>
                <a:lnTo>
                  <a:pt x="163068" y="260604"/>
                </a:lnTo>
                <a:lnTo>
                  <a:pt x="129540" y="260604"/>
                </a:lnTo>
                <a:lnTo>
                  <a:pt x="129540" y="199644"/>
                </a:lnTo>
                <a:lnTo>
                  <a:pt x="214884" y="199644"/>
                </a:lnTo>
                <a:lnTo>
                  <a:pt x="187452" y="169164"/>
                </a:lnTo>
                <a:lnTo>
                  <a:pt x="166116" y="188976"/>
                </a:lnTo>
                <a:lnTo>
                  <a:pt x="13716" y="188976"/>
                </a:lnTo>
                <a:lnTo>
                  <a:pt x="28956" y="204216"/>
                </a:lnTo>
                <a:lnTo>
                  <a:pt x="39268" y="202222"/>
                </a:lnTo>
                <a:lnTo>
                  <a:pt x="49720" y="200787"/>
                </a:lnTo>
                <a:lnTo>
                  <a:pt x="60464" y="199936"/>
                </a:lnTo>
                <a:lnTo>
                  <a:pt x="71628" y="199644"/>
                </a:lnTo>
                <a:lnTo>
                  <a:pt x="106680" y="199644"/>
                </a:lnTo>
                <a:lnTo>
                  <a:pt x="106680" y="332232"/>
                </a:lnTo>
                <a:lnTo>
                  <a:pt x="92659" y="321906"/>
                </a:lnTo>
                <a:lnTo>
                  <a:pt x="80200" y="311277"/>
                </a:lnTo>
                <a:lnTo>
                  <a:pt x="69176" y="300088"/>
                </a:lnTo>
                <a:lnTo>
                  <a:pt x="68059" y="298704"/>
                </a:lnTo>
                <a:lnTo>
                  <a:pt x="59436" y="288036"/>
                </a:lnTo>
                <a:lnTo>
                  <a:pt x="63169" y="266687"/>
                </a:lnTo>
                <a:lnTo>
                  <a:pt x="67627" y="250507"/>
                </a:lnTo>
                <a:lnTo>
                  <a:pt x="72948" y="239826"/>
                </a:lnTo>
                <a:lnTo>
                  <a:pt x="79248" y="234696"/>
                </a:lnTo>
                <a:lnTo>
                  <a:pt x="44196" y="216408"/>
                </a:lnTo>
                <a:lnTo>
                  <a:pt x="40957" y="257746"/>
                </a:lnTo>
                <a:lnTo>
                  <a:pt x="32004" y="304800"/>
                </a:lnTo>
                <a:lnTo>
                  <a:pt x="18288" y="351663"/>
                </a:lnTo>
                <a:lnTo>
                  <a:pt x="0" y="391668"/>
                </a:lnTo>
                <a:lnTo>
                  <a:pt x="4572" y="394728"/>
                </a:lnTo>
                <a:lnTo>
                  <a:pt x="18859" y="376072"/>
                </a:lnTo>
                <a:lnTo>
                  <a:pt x="32004" y="354139"/>
                </a:lnTo>
                <a:lnTo>
                  <a:pt x="44005" y="328498"/>
                </a:lnTo>
                <a:lnTo>
                  <a:pt x="54864" y="298704"/>
                </a:lnTo>
                <a:lnTo>
                  <a:pt x="68580" y="316687"/>
                </a:lnTo>
                <a:lnTo>
                  <a:pt x="96012" y="343496"/>
                </a:lnTo>
                <a:lnTo>
                  <a:pt x="139636" y="365188"/>
                </a:lnTo>
                <a:lnTo>
                  <a:pt x="179832" y="374904"/>
                </a:lnTo>
                <a:lnTo>
                  <a:pt x="249555" y="381571"/>
                </a:lnTo>
                <a:lnTo>
                  <a:pt x="304139" y="382841"/>
                </a:lnTo>
                <a:lnTo>
                  <a:pt x="371856" y="382524"/>
                </a:lnTo>
                <a:lnTo>
                  <a:pt x="373888" y="374815"/>
                </a:lnTo>
                <a:lnTo>
                  <a:pt x="380047" y="367665"/>
                </a:lnTo>
                <a:lnTo>
                  <a:pt x="390512" y="361099"/>
                </a:lnTo>
                <a:lnTo>
                  <a:pt x="404622" y="355409"/>
                </a:lnTo>
                <a:lnTo>
                  <a:pt x="405384" y="355104"/>
                </a:lnTo>
                <a:lnTo>
                  <a:pt x="405384" y="347472"/>
                </a:lnTo>
                <a:close/>
              </a:path>
              <a:path w="852170" h="396239">
                <a:moveTo>
                  <a:pt x="851916" y="355092"/>
                </a:moveTo>
                <a:lnTo>
                  <a:pt x="818959" y="357187"/>
                </a:lnTo>
                <a:lnTo>
                  <a:pt x="803706" y="357886"/>
                </a:lnTo>
                <a:lnTo>
                  <a:pt x="789432" y="358140"/>
                </a:lnTo>
                <a:lnTo>
                  <a:pt x="771982" y="357835"/>
                </a:lnTo>
                <a:lnTo>
                  <a:pt x="714756" y="352044"/>
                </a:lnTo>
                <a:lnTo>
                  <a:pt x="672846" y="340423"/>
                </a:lnTo>
                <a:lnTo>
                  <a:pt x="654837" y="332232"/>
                </a:lnTo>
                <a:lnTo>
                  <a:pt x="651751" y="330835"/>
                </a:lnTo>
                <a:lnTo>
                  <a:pt x="630936" y="318516"/>
                </a:lnTo>
                <a:lnTo>
                  <a:pt x="638924" y="304800"/>
                </a:lnTo>
                <a:lnTo>
                  <a:pt x="641248" y="300799"/>
                </a:lnTo>
                <a:lnTo>
                  <a:pt x="649414" y="279654"/>
                </a:lnTo>
                <a:lnTo>
                  <a:pt x="655586" y="255079"/>
                </a:lnTo>
                <a:lnTo>
                  <a:pt x="659892" y="227076"/>
                </a:lnTo>
                <a:lnTo>
                  <a:pt x="758952" y="227076"/>
                </a:lnTo>
                <a:lnTo>
                  <a:pt x="758952" y="246888"/>
                </a:lnTo>
                <a:lnTo>
                  <a:pt x="786384" y="234696"/>
                </a:lnTo>
                <a:lnTo>
                  <a:pt x="785964" y="227076"/>
                </a:lnTo>
                <a:lnTo>
                  <a:pt x="785380" y="216408"/>
                </a:lnTo>
                <a:lnTo>
                  <a:pt x="783818" y="160020"/>
                </a:lnTo>
                <a:lnTo>
                  <a:pt x="783336" y="102108"/>
                </a:lnTo>
                <a:lnTo>
                  <a:pt x="792924" y="96012"/>
                </a:lnTo>
                <a:lnTo>
                  <a:pt x="800100" y="91440"/>
                </a:lnTo>
                <a:lnTo>
                  <a:pt x="793623" y="85344"/>
                </a:lnTo>
                <a:lnTo>
                  <a:pt x="774192" y="67056"/>
                </a:lnTo>
                <a:lnTo>
                  <a:pt x="758952" y="82296"/>
                </a:lnTo>
                <a:lnTo>
                  <a:pt x="758952" y="96012"/>
                </a:lnTo>
                <a:lnTo>
                  <a:pt x="758952" y="149352"/>
                </a:lnTo>
                <a:lnTo>
                  <a:pt x="758952" y="160020"/>
                </a:lnTo>
                <a:lnTo>
                  <a:pt x="758952" y="216408"/>
                </a:lnTo>
                <a:lnTo>
                  <a:pt x="662940" y="216408"/>
                </a:lnTo>
                <a:lnTo>
                  <a:pt x="663181" y="200748"/>
                </a:lnTo>
                <a:lnTo>
                  <a:pt x="663689" y="186499"/>
                </a:lnTo>
                <a:lnTo>
                  <a:pt x="664235" y="172262"/>
                </a:lnTo>
                <a:lnTo>
                  <a:pt x="664464" y="160020"/>
                </a:lnTo>
                <a:lnTo>
                  <a:pt x="758952" y="160020"/>
                </a:lnTo>
                <a:lnTo>
                  <a:pt x="758952" y="149352"/>
                </a:lnTo>
                <a:lnTo>
                  <a:pt x="664464" y="149352"/>
                </a:lnTo>
                <a:lnTo>
                  <a:pt x="664464" y="96012"/>
                </a:lnTo>
                <a:lnTo>
                  <a:pt x="758952" y="96012"/>
                </a:lnTo>
                <a:lnTo>
                  <a:pt x="758952" y="82296"/>
                </a:lnTo>
                <a:lnTo>
                  <a:pt x="755904" y="85344"/>
                </a:lnTo>
                <a:lnTo>
                  <a:pt x="664464" y="85344"/>
                </a:lnTo>
                <a:lnTo>
                  <a:pt x="664464" y="35052"/>
                </a:lnTo>
                <a:lnTo>
                  <a:pt x="841248" y="35052"/>
                </a:lnTo>
                <a:lnTo>
                  <a:pt x="806196" y="0"/>
                </a:lnTo>
                <a:lnTo>
                  <a:pt x="781812" y="24384"/>
                </a:lnTo>
                <a:lnTo>
                  <a:pt x="457200" y="24384"/>
                </a:lnTo>
                <a:lnTo>
                  <a:pt x="472440" y="39624"/>
                </a:lnTo>
                <a:lnTo>
                  <a:pt x="482752" y="37630"/>
                </a:lnTo>
                <a:lnTo>
                  <a:pt x="493204" y="36195"/>
                </a:lnTo>
                <a:lnTo>
                  <a:pt x="503948" y="35344"/>
                </a:lnTo>
                <a:lnTo>
                  <a:pt x="515112" y="35052"/>
                </a:lnTo>
                <a:lnTo>
                  <a:pt x="640080" y="35052"/>
                </a:lnTo>
                <a:lnTo>
                  <a:pt x="640080" y="85344"/>
                </a:lnTo>
                <a:lnTo>
                  <a:pt x="640080" y="96012"/>
                </a:lnTo>
                <a:lnTo>
                  <a:pt x="640080" y="149352"/>
                </a:lnTo>
                <a:lnTo>
                  <a:pt x="640080" y="160020"/>
                </a:lnTo>
                <a:lnTo>
                  <a:pt x="639851" y="170548"/>
                </a:lnTo>
                <a:lnTo>
                  <a:pt x="639318" y="183642"/>
                </a:lnTo>
                <a:lnTo>
                  <a:pt x="638797" y="199034"/>
                </a:lnTo>
                <a:lnTo>
                  <a:pt x="638556" y="216408"/>
                </a:lnTo>
                <a:lnTo>
                  <a:pt x="539496" y="216408"/>
                </a:lnTo>
                <a:lnTo>
                  <a:pt x="539496" y="160020"/>
                </a:lnTo>
                <a:lnTo>
                  <a:pt x="640080" y="160020"/>
                </a:lnTo>
                <a:lnTo>
                  <a:pt x="640080" y="149352"/>
                </a:lnTo>
                <a:lnTo>
                  <a:pt x="539496" y="149352"/>
                </a:lnTo>
                <a:lnTo>
                  <a:pt x="539496" y="96012"/>
                </a:lnTo>
                <a:lnTo>
                  <a:pt x="640080" y="96012"/>
                </a:lnTo>
                <a:lnTo>
                  <a:pt x="640080" y="85344"/>
                </a:lnTo>
                <a:lnTo>
                  <a:pt x="541020" y="85344"/>
                </a:lnTo>
                <a:lnTo>
                  <a:pt x="512064" y="68580"/>
                </a:lnTo>
                <a:lnTo>
                  <a:pt x="513181" y="91440"/>
                </a:lnTo>
                <a:lnTo>
                  <a:pt x="514159" y="114681"/>
                </a:lnTo>
                <a:lnTo>
                  <a:pt x="514858" y="138455"/>
                </a:lnTo>
                <a:lnTo>
                  <a:pt x="515086" y="160020"/>
                </a:lnTo>
                <a:lnTo>
                  <a:pt x="515010" y="172262"/>
                </a:lnTo>
                <a:lnTo>
                  <a:pt x="514858" y="186499"/>
                </a:lnTo>
                <a:lnTo>
                  <a:pt x="514159" y="208788"/>
                </a:lnTo>
                <a:lnTo>
                  <a:pt x="513194" y="229933"/>
                </a:lnTo>
                <a:lnTo>
                  <a:pt x="512064" y="249936"/>
                </a:lnTo>
                <a:lnTo>
                  <a:pt x="539496" y="239268"/>
                </a:lnTo>
                <a:lnTo>
                  <a:pt x="539496" y="227076"/>
                </a:lnTo>
                <a:lnTo>
                  <a:pt x="635508" y="227076"/>
                </a:lnTo>
                <a:lnTo>
                  <a:pt x="627888" y="271272"/>
                </a:lnTo>
                <a:lnTo>
                  <a:pt x="624459" y="279514"/>
                </a:lnTo>
                <a:lnTo>
                  <a:pt x="617601" y="296570"/>
                </a:lnTo>
                <a:lnTo>
                  <a:pt x="574738" y="266446"/>
                </a:lnTo>
                <a:lnTo>
                  <a:pt x="559308" y="248412"/>
                </a:lnTo>
                <a:lnTo>
                  <a:pt x="554736" y="251460"/>
                </a:lnTo>
                <a:lnTo>
                  <a:pt x="568147" y="273519"/>
                </a:lnTo>
                <a:lnTo>
                  <a:pt x="580834" y="291846"/>
                </a:lnTo>
                <a:lnTo>
                  <a:pt x="592670" y="306755"/>
                </a:lnTo>
                <a:lnTo>
                  <a:pt x="603504" y="318516"/>
                </a:lnTo>
                <a:lnTo>
                  <a:pt x="594080" y="327685"/>
                </a:lnTo>
                <a:lnTo>
                  <a:pt x="548640" y="356616"/>
                </a:lnTo>
                <a:lnTo>
                  <a:pt x="505396" y="373761"/>
                </a:lnTo>
                <a:lnTo>
                  <a:pt x="449580" y="388620"/>
                </a:lnTo>
                <a:lnTo>
                  <a:pt x="451104" y="396240"/>
                </a:lnTo>
                <a:lnTo>
                  <a:pt x="505396" y="385762"/>
                </a:lnTo>
                <a:lnTo>
                  <a:pt x="551688" y="371856"/>
                </a:lnTo>
                <a:lnTo>
                  <a:pt x="589788" y="353758"/>
                </a:lnTo>
                <a:lnTo>
                  <a:pt x="618744" y="332232"/>
                </a:lnTo>
                <a:lnTo>
                  <a:pt x="638517" y="346837"/>
                </a:lnTo>
                <a:lnTo>
                  <a:pt x="680897" y="368033"/>
                </a:lnTo>
                <a:lnTo>
                  <a:pt x="728624" y="380034"/>
                </a:lnTo>
                <a:lnTo>
                  <a:pt x="786815" y="386270"/>
                </a:lnTo>
                <a:lnTo>
                  <a:pt x="819912" y="387096"/>
                </a:lnTo>
                <a:lnTo>
                  <a:pt x="822769" y="378523"/>
                </a:lnTo>
                <a:lnTo>
                  <a:pt x="829056" y="371094"/>
                </a:lnTo>
                <a:lnTo>
                  <a:pt x="838771" y="364807"/>
                </a:lnTo>
                <a:lnTo>
                  <a:pt x="851916" y="359664"/>
                </a:lnTo>
                <a:lnTo>
                  <a:pt x="851916" y="358140"/>
                </a:lnTo>
                <a:lnTo>
                  <a:pt x="851916" y="35509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" name="object 32"/>
          <p:cNvSpPr/>
          <p:nvPr/>
        </p:nvSpPr>
        <p:spPr>
          <a:xfrm>
            <a:off x="7583411" y="2360675"/>
            <a:ext cx="1292860" cy="408940"/>
          </a:xfrm>
          <a:custGeom>
            <a:avLst/>
            <a:gdLst/>
            <a:ahLst/>
            <a:cxnLst/>
            <a:rect l="l" t="t" r="r" b="b"/>
            <a:pathLst>
              <a:path w="1292859" h="408939">
                <a:moveTo>
                  <a:pt x="396240" y="193548"/>
                </a:moveTo>
                <a:lnTo>
                  <a:pt x="358140" y="153924"/>
                </a:lnTo>
                <a:lnTo>
                  <a:pt x="323088" y="182880"/>
                </a:lnTo>
                <a:lnTo>
                  <a:pt x="0" y="182880"/>
                </a:lnTo>
                <a:lnTo>
                  <a:pt x="15240" y="198120"/>
                </a:lnTo>
                <a:lnTo>
                  <a:pt x="25196" y="196126"/>
                </a:lnTo>
                <a:lnTo>
                  <a:pt x="36576" y="194691"/>
                </a:lnTo>
                <a:lnTo>
                  <a:pt x="49110" y="193840"/>
                </a:lnTo>
                <a:lnTo>
                  <a:pt x="62484" y="193548"/>
                </a:lnTo>
                <a:lnTo>
                  <a:pt x="396240" y="193548"/>
                </a:lnTo>
                <a:close/>
              </a:path>
              <a:path w="1292859" h="408939">
                <a:moveTo>
                  <a:pt x="568452" y="278892"/>
                </a:moveTo>
                <a:lnTo>
                  <a:pt x="541147" y="238366"/>
                </a:lnTo>
                <a:lnTo>
                  <a:pt x="528828" y="225552"/>
                </a:lnTo>
                <a:lnTo>
                  <a:pt x="522732" y="228600"/>
                </a:lnTo>
                <a:lnTo>
                  <a:pt x="530783" y="245745"/>
                </a:lnTo>
                <a:lnTo>
                  <a:pt x="536829" y="260604"/>
                </a:lnTo>
                <a:lnTo>
                  <a:pt x="541172" y="273177"/>
                </a:lnTo>
                <a:lnTo>
                  <a:pt x="544068" y="283464"/>
                </a:lnTo>
                <a:lnTo>
                  <a:pt x="545592" y="294132"/>
                </a:lnTo>
                <a:lnTo>
                  <a:pt x="548640" y="300228"/>
                </a:lnTo>
                <a:lnTo>
                  <a:pt x="560832" y="297180"/>
                </a:lnTo>
                <a:lnTo>
                  <a:pt x="563880" y="294132"/>
                </a:lnTo>
                <a:lnTo>
                  <a:pt x="566928" y="286512"/>
                </a:lnTo>
                <a:lnTo>
                  <a:pt x="568452" y="278892"/>
                </a:lnTo>
                <a:close/>
              </a:path>
              <a:path w="1292859" h="408939">
                <a:moveTo>
                  <a:pt x="568452" y="135636"/>
                </a:moveTo>
                <a:lnTo>
                  <a:pt x="565404" y="129540"/>
                </a:lnTo>
                <a:lnTo>
                  <a:pt x="560832" y="123444"/>
                </a:lnTo>
                <a:lnTo>
                  <a:pt x="555650" y="119189"/>
                </a:lnTo>
                <a:lnTo>
                  <a:pt x="548474" y="112877"/>
                </a:lnTo>
                <a:lnTo>
                  <a:pt x="540689" y="106095"/>
                </a:lnTo>
                <a:lnTo>
                  <a:pt x="530352" y="97536"/>
                </a:lnTo>
                <a:lnTo>
                  <a:pt x="524256" y="100584"/>
                </a:lnTo>
                <a:lnTo>
                  <a:pt x="531431" y="113969"/>
                </a:lnTo>
                <a:lnTo>
                  <a:pt x="537019" y="126492"/>
                </a:lnTo>
                <a:lnTo>
                  <a:pt x="541197" y="137883"/>
                </a:lnTo>
                <a:lnTo>
                  <a:pt x="544068" y="147828"/>
                </a:lnTo>
                <a:lnTo>
                  <a:pt x="545592" y="161544"/>
                </a:lnTo>
                <a:lnTo>
                  <a:pt x="550164" y="166116"/>
                </a:lnTo>
                <a:lnTo>
                  <a:pt x="556260" y="163068"/>
                </a:lnTo>
                <a:lnTo>
                  <a:pt x="563880" y="160020"/>
                </a:lnTo>
                <a:lnTo>
                  <a:pt x="566928" y="153924"/>
                </a:lnTo>
                <a:lnTo>
                  <a:pt x="567029" y="144208"/>
                </a:lnTo>
                <a:lnTo>
                  <a:pt x="568452" y="135636"/>
                </a:lnTo>
                <a:close/>
              </a:path>
              <a:path w="1292859" h="408939">
                <a:moveTo>
                  <a:pt x="627888" y="71628"/>
                </a:moveTo>
                <a:lnTo>
                  <a:pt x="618210" y="62484"/>
                </a:lnTo>
                <a:lnTo>
                  <a:pt x="600456" y="45720"/>
                </a:lnTo>
                <a:lnTo>
                  <a:pt x="588264" y="62484"/>
                </a:lnTo>
                <a:lnTo>
                  <a:pt x="588264" y="73152"/>
                </a:lnTo>
                <a:lnTo>
                  <a:pt x="588264" y="196596"/>
                </a:lnTo>
                <a:lnTo>
                  <a:pt x="510540" y="196596"/>
                </a:lnTo>
                <a:lnTo>
                  <a:pt x="510540" y="73152"/>
                </a:lnTo>
                <a:lnTo>
                  <a:pt x="588264" y="73152"/>
                </a:lnTo>
                <a:lnTo>
                  <a:pt x="588264" y="62484"/>
                </a:lnTo>
                <a:lnTo>
                  <a:pt x="530352" y="62484"/>
                </a:lnTo>
                <a:lnTo>
                  <a:pt x="548640" y="35052"/>
                </a:lnTo>
                <a:lnTo>
                  <a:pt x="552627" y="28981"/>
                </a:lnTo>
                <a:lnTo>
                  <a:pt x="557593" y="24193"/>
                </a:lnTo>
                <a:lnTo>
                  <a:pt x="563435" y="20269"/>
                </a:lnTo>
                <a:lnTo>
                  <a:pt x="569976" y="16764"/>
                </a:lnTo>
                <a:lnTo>
                  <a:pt x="534924" y="0"/>
                </a:lnTo>
                <a:lnTo>
                  <a:pt x="533209" y="14274"/>
                </a:lnTo>
                <a:lnTo>
                  <a:pt x="530352" y="29527"/>
                </a:lnTo>
                <a:lnTo>
                  <a:pt x="526351" y="45656"/>
                </a:lnTo>
                <a:lnTo>
                  <a:pt x="521208" y="62484"/>
                </a:lnTo>
                <a:lnTo>
                  <a:pt x="510540" y="62484"/>
                </a:lnTo>
                <a:lnTo>
                  <a:pt x="486156" y="48768"/>
                </a:lnTo>
                <a:lnTo>
                  <a:pt x="487045" y="63627"/>
                </a:lnTo>
                <a:lnTo>
                  <a:pt x="487502" y="79248"/>
                </a:lnTo>
                <a:lnTo>
                  <a:pt x="487603" y="87782"/>
                </a:lnTo>
                <a:lnTo>
                  <a:pt x="487680" y="196596"/>
                </a:lnTo>
                <a:lnTo>
                  <a:pt x="445008" y="196596"/>
                </a:lnTo>
                <a:lnTo>
                  <a:pt x="458724" y="211836"/>
                </a:lnTo>
                <a:lnTo>
                  <a:pt x="466471" y="209842"/>
                </a:lnTo>
                <a:lnTo>
                  <a:pt x="473773" y="208407"/>
                </a:lnTo>
                <a:lnTo>
                  <a:pt x="480809" y="207556"/>
                </a:lnTo>
                <a:lnTo>
                  <a:pt x="487680" y="207264"/>
                </a:lnTo>
                <a:lnTo>
                  <a:pt x="487108" y="232625"/>
                </a:lnTo>
                <a:lnTo>
                  <a:pt x="482536" y="283349"/>
                </a:lnTo>
                <a:lnTo>
                  <a:pt x="472300" y="332092"/>
                </a:lnTo>
                <a:lnTo>
                  <a:pt x="450684" y="381152"/>
                </a:lnTo>
                <a:lnTo>
                  <a:pt x="435864" y="405384"/>
                </a:lnTo>
                <a:lnTo>
                  <a:pt x="438912" y="408432"/>
                </a:lnTo>
                <a:lnTo>
                  <a:pt x="479107" y="356425"/>
                </a:lnTo>
                <a:lnTo>
                  <a:pt x="499872" y="307848"/>
                </a:lnTo>
                <a:lnTo>
                  <a:pt x="508063" y="259842"/>
                </a:lnTo>
                <a:lnTo>
                  <a:pt x="510540" y="207264"/>
                </a:lnTo>
                <a:lnTo>
                  <a:pt x="588264" y="207264"/>
                </a:lnTo>
                <a:lnTo>
                  <a:pt x="588264" y="352044"/>
                </a:lnTo>
                <a:lnTo>
                  <a:pt x="585216" y="359664"/>
                </a:lnTo>
                <a:lnTo>
                  <a:pt x="577596" y="359664"/>
                </a:lnTo>
                <a:lnTo>
                  <a:pt x="570458" y="359410"/>
                </a:lnTo>
                <a:lnTo>
                  <a:pt x="531876" y="356616"/>
                </a:lnTo>
                <a:lnTo>
                  <a:pt x="531876" y="362712"/>
                </a:lnTo>
                <a:lnTo>
                  <a:pt x="549046" y="369265"/>
                </a:lnTo>
                <a:lnTo>
                  <a:pt x="561784" y="377380"/>
                </a:lnTo>
                <a:lnTo>
                  <a:pt x="570242" y="386930"/>
                </a:lnTo>
                <a:lnTo>
                  <a:pt x="574548" y="397764"/>
                </a:lnTo>
                <a:lnTo>
                  <a:pt x="584225" y="392938"/>
                </a:lnTo>
                <a:lnTo>
                  <a:pt x="609028" y="363093"/>
                </a:lnTo>
                <a:lnTo>
                  <a:pt x="611124" y="207264"/>
                </a:lnTo>
                <a:lnTo>
                  <a:pt x="611124" y="79248"/>
                </a:lnTo>
                <a:lnTo>
                  <a:pt x="624535" y="73152"/>
                </a:lnTo>
                <a:lnTo>
                  <a:pt x="627888" y="71628"/>
                </a:lnTo>
                <a:close/>
              </a:path>
              <a:path w="1292859" h="408939">
                <a:moveTo>
                  <a:pt x="845820" y="373380"/>
                </a:moveTo>
                <a:lnTo>
                  <a:pt x="797394" y="355815"/>
                </a:lnTo>
                <a:lnTo>
                  <a:pt x="759142" y="332613"/>
                </a:lnTo>
                <a:lnTo>
                  <a:pt x="756666" y="330708"/>
                </a:lnTo>
                <a:lnTo>
                  <a:pt x="747547" y="323710"/>
                </a:lnTo>
                <a:lnTo>
                  <a:pt x="736092" y="313944"/>
                </a:lnTo>
                <a:lnTo>
                  <a:pt x="747877" y="297180"/>
                </a:lnTo>
                <a:lnTo>
                  <a:pt x="752144" y="291109"/>
                </a:lnTo>
                <a:lnTo>
                  <a:pt x="766191" y="266128"/>
                </a:lnTo>
                <a:lnTo>
                  <a:pt x="778535" y="239153"/>
                </a:lnTo>
                <a:lnTo>
                  <a:pt x="789432" y="210312"/>
                </a:lnTo>
                <a:lnTo>
                  <a:pt x="806196" y="199644"/>
                </a:lnTo>
                <a:lnTo>
                  <a:pt x="777240" y="172212"/>
                </a:lnTo>
                <a:lnTo>
                  <a:pt x="766572" y="185254"/>
                </a:lnTo>
                <a:lnTo>
                  <a:pt x="766572" y="199644"/>
                </a:lnTo>
                <a:lnTo>
                  <a:pt x="758571" y="226250"/>
                </a:lnTo>
                <a:lnTo>
                  <a:pt x="748284" y="251269"/>
                </a:lnTo>
                <a:lnTo>
                  <a:pt x="735711" y="274878"/>
                </a:lnTo>
                <a:lnTo>
                  <a:pt x="720852" y="297180"/>
                </a:lnTo>
                <a:lnTo>
                  <a:pt x="705116" y="275729"/>
                </a:lnTo>
                <a:lnTo>
                  <a:pt x="692086" y="252412"/>
                </a:lnTo>
                <a:lnTo>
                  <a:pt x="681634" y="227101"/>
                </a:lnTo>
                <a:lnTo>
                  <a:pt x="673608" y="199644"/>
                </a:lnTo>
                <a:lnTo>
                  <a:pt x="766572" y="199644"/>
                </a:lnTo>
                <a:lnTo>
                  <a:pt x="766572" y="185254"/>
                </a:lnTo>
                <a:lnTo>
                  <a:pt x="763524" y="188976"/>
                </a:lnTo>
                <a:lnTo>
                  <a:pt x="640080" y="188976"/>
                </a:lnTo>
                <a:lnTo>
                  <a:pt x="653796" y="202692"/>
                </a:lnTo>
                <a:lnTo>
                  <a:pt x="665988" y="199644"/>
                </a:lnTo>
                <a:lnTo>
                  <a:pt x="672236" y="230797"/>
                </a:lnTo>
                <a:lnTo>
                  <a:pt x="681609" y="260223"/>
                </a:lnTo>
                <a:lnTo>
                  <a:pt x="693851" y="287947"/>
                </a:lnTo>
                <a:lnTo>
                  <a:pt x="708660" y="313944"/>
                </a:lnTo>
                <a:lnTo>
                  <a:pt x="695807" y="328231"/>
                </a:lnTo>
                <a:lnTo>
                  <a:pt x="653796" y="364236"/>
                </a:lnTo>
                <a:lnTo>
                  <a:pt x="591312" y="403860"/>
                </a:lnTo>
                <a:lnTo>
                  <a:pt x="592836" y="408432"/>
                </a:lnTo>
                <a:lnTo>
                  <a:pt x="644486" y="386791"/>
                </a:lnTo>
                <a:lnTo>
                  <a:pt x="691705" y="357187"/>
                </a:lnTo>
                <a:lnTo>
                  <a:pt x="722376" y="330708"/>
                </a:lnTo>
                <a:lnTo>
                  <a:pt x="743521" y="350710"/>
                </a:lnTo>
                <a:lnTo>
                  <a:pt x="765810" y="369570"/>
                </a:lnTo>
                <a:lnTo>
                  <a:pt x="789241" y="387286"/>
                </a:lnTo>
                <a:lnTo>
                  <a:pt x="813816" y="403860"/>
                </a:lnTo>
                <a:lnTo>
                  <a:pt x="819251" y="393623"/>
                </a:lnTo>
                <a:lnTo>
                  <a:pt x="826389" y="385953"/>
                </a:lnTo>
                <a:lnTo>
                  <a:pt x="835253" y="381152"/>
                </a:lnTo>
                <a:lnTo>
                  <a:pt x="845820" y="379476"/>
                </a:lnTo>
                <a:lnTo>
                  <a:pt x="845820" y="373380"/>
                </a:lnTo>
                <a:close/>
              </a:path>
              <a:path w="1292859" h="408939">
                <a:moveTo>
                  <a:pt x="845820" y="134112"/>
                </a:moveTo>
                <a:lnTo>
                  <a:pt x="844296" y="131064"/>
                </a:lnTo>
                <a:lnTo>
                  <a:pt x="842772" y="129540"/>
                </a:lnTo>
                <a:lnTo>
                  <a:pt x="841248" y="128016"/>
                </a:lnTo>
                <a:lnTo>
                  <a:pt x="838200" y="123444"/>
                </a:lnTo>
                <a:lnTo>
                  <a:pt x="833628" y="121920"/>
                </a:lnTo>
                <a:lnTo>
                  <a:pt x="822960" y="121920"/>
                </a:lnTo>
                <a:lnTo>
                  <a:pt x="818388" y="123444"/>
                </a:lnTo>
                <a:lnTo>
                  <a:pt x="816864" y="124968"/>
                </a:lnTo>
                <a:lnTo>
                  <a:pt x="813676" y="126974"/>
                </a:lnTo>
                <a:lnTo>
                  <a:pt x="808482" y="128397"/>
                </a:lnTo>
                <a:lnTo>
                  <a:pt x="801014" y="129260"/>
                </a:lnTo>
                <a:lnTo>
                  <a:pt x="790956" y="129540"/>
                </a:lnTo>
                <a:lnTo>
                  <a:pt x="782078" y="128638"/>
                </a:lnTo>
                <a:lnTo>
                  <a:pt x="775906" y="125730"/>
                </a:lnTo>
                <a:lnTo>
                  <a:pt x="772312" y="120548"/>
                </a:lnTo>
                <a:lnTo>
                  <a:pt x="771232" y="113347"/>
                </a:lnTo>
                <a:lnTo>
                  <a:pt x="771144" y="53340"/>
                </a:lnTo>
                <a:lnTo>
                  <a:pt x="777024" y="48768"/>
                </a:lnTo>
                <a:lnTo>
                  <a:pt x="784860" y="42672"/>
                </a:lnTo>
                <a:lnTo>
                  <a:pt x="780288" y="38100"/>
                </a:lnTo>
                <a:lnTo>
                  <a:pt x="765048" y="22860"/>
                </a:lnTo>
                <a:lnTo>
                  <a:pt x="748284" y="38100"/>
                </a:lnTo>
                <a:lnTo>
                  <a:pt x="685800" y="38100"/>
                </a:lnTo>
                <a:lnTo>
                  <a:pt x="659892" y="21336"/>
                </a:lnTo>
                <a:lnTo>
                  <a:pt x="660704" y="38100"/>
                </a:lnTo>
                <a:lnTo>
                  <a:pt x="660819" y="42672"/>
                </a:lnTo>
                <a:lnTo>
                  <a:pt x="660920" y="48768"/>
                </a:lnTo>
                <a:lnTo>
                  <a:pt x="660895" y="63627"/>
                </a:lnTo>
                <a:lnTo>
                  <a:pt x="657225" y="114490"/>
                </a:lnTo>
                <a:lnTo>
                  <a:pt x="639127" y="162306"/>
                </a:lnTo>
                <a:lnTo>
                  <a:pt x="615696" y="190500"/>
                </a:lnTo>
                <a:lnTo>
                  <a:pt x="618744" y="196596"/>
                </a:lnTo>
                <a:lnTo>
                  <a:pt x="650748" y="168021"/>
                </a:lnTo>
                <a:lnTo>
                  <a:pt x="673976" y="135737"/>
                </a:lnTo>
                <a:lnTo>
                  <a:pt x="683641" y="87782"/>
                </a:lnTo>
                <a:lnTo>
                  <a:pt x="684276" y="48768"/>
                </a:lnTo>
                <a:lnTo>
                  <a:pt x="748284" y="48768"/>
                </a:lnTo>
                <a:lnTo>
                  <a:pt x="748284" y="124968"/>
                </a:lnTo>
                <a:lnTo>
                  <a:pt x="750265" y="136093"/>
                </a:lnTo>
                <a:lnTo>
                  <a:pt x="756094" y="144208"/>
                </a:lnTo>
                <a:lnTo>
                  <a:pt x="765644" y="149186"/>
                </a:lnTo>
                <a:lnTo>
                  <a:pt x="778764" y="150876"/>
                </a:lnTo>
                <a:lnTo>
                  <a:pt x="806196" y="150876"/>
                </a:lnTo>
                <a:lnTo>
                  <a:pt x="814539" y="150837"/>
                </a:lnTo>
                <a:lnTo>
                  <a:pt x="821436" y="150495"/>
                </a:lnTo>
                <a:lnTo>
                  <a:pt x="827201" y="149593"/>
                </a:lnTo>
                <a:lnTo>
                  <a:pt x="832104" y="147828"/>
                </a:lnTo>
                <a:lnTo>
                  <a:pt x="841248" y="144780"/>
                </a:lnTo>
                <a:lnTo>
                  <a:pt x="842772" y="141732"/>
                </a:lnTo>
                <a:lnTo>
                  <a:pt x="845820" y="138684"/>
                </a:lnTo>
                <a:lnTo>
                  <a:pt x="845820" y="134112"/>
                </a:lnTo>
                <a:close/>
              </a:path>
              <a:path w="1292859" h="408939">
                <a:moveTo>
                  <a:pt x="1036320" y="27432"/>
                </a:moveTo>
                <a:lnTo>
                  <a:pt x="998220" y="4572"/>
                </a:lnTo>
                <a:lnTo>
                  <a:pt x="992200" y="25133"/>
                </a:lnTo>
                <a:lnTo>
                  <a:pt x="983170" y="50101"/>
                </a:lnTo>
                <a:lnTo>
                  <a:pt x="955548" y="112776"/>
                </a:lnTo>
                <a:lnTo>
                  <a:pt x="938999" y="147307"/>
                </a:lnTo>
                <a:lnTo>
                  <a:pt x="903046" y="210083"/>
                </a:lnTo>
                <a:lnTo>
                  <a:pt x="883920" y="237744"/>
                </a:lnTo>
                <a:lnTo>
                  <a:pt x="890016" y="243840"/>
                </a:lnTo>
                <a:lnTo>
                  <a:pt x="907453" y="224155"/>
                </a:lnTo>
                <a:lnTo>
                  <a:pt x="925449" y="201739"/>
                </a:lnTo>
                <a:lnTo>
                  <a:pt x="944016" y="176784"/>
                </a:lnTo>
                <a:lnTo>
                  <a:pt x="963168" y="149352"/>
                </a:lnTo>
                <a:lnTo>
                  <a:pt x="963053" y="315658"/>
                </a:lnTo>
                <a:lnTo>
                  <a:pt x="962939" y="328066"/>
                </a:lnTo>
                <a:lnTo>
                  <a:pt x="961936" y="378701"/>
                </a:lnTo>
                <a:lnTo>
                  <a:pt x="961821" y="388620"/>
                </a:lnTo>
                <a:lnTo>
                  <a:pt x="961644" y="408432"/>
                </a:lnTo>
                <a:lnTo>
                  <a:pt x="989076" y="394716"/>
                </a:lnTo>
                <a:lnTo>
                  <a:pt x="988225" y="379095"/>
                </a:lnTo>
                <a:lnTo>
                  <a:pt x="987780" y="365861"/>
                </a:lnTo>
                <a:lnTo>
                  <a:pt x="987679" y="359473"/>
                </a:lnTo>
                <a:lnTo>
                  <a:pt x="987552" y="152400"/>
                </a:lnTo>
                <a:lnTo>
                  <a:pt x="990600" y="149352"/>
                </a:lnTo>
                <a:lnTo>
                  <a:pt x="1001268" y="138684"/>
                </a:lnTo>
                <a:lnTo>
                  <a:pt x="976884" y="124968"/>
                </a:lnTo>
                <a:lnTo>
                  <a:pt x="986536" y="105829"/>
                </a:lnTo>
                <a:lnTo>
                  <a:pt x="996886" y="84963"/>
                </a:lnTo>
                <a:lnTo>
                  <a:pt x="1007541" y="62395"/>
                </a:lnTo>
                <a:lnTo>
                  <a:pt x="1018032" y="38100"/>
                </a:lnTo>
                <a:lnTo>
                  <a:pt x="1036320" y="27432"/>
                </a:lnTo>
                <a:close/>
              </a:path>
              <a:path w="1292859" h="408939">
                <a:moveTo>
                  <a:pt x="1292352" y="358140"/>
                </a:moveTo>
                <a:lnTo>
                  <a:pt x="1270254" y="327050"/>
                </a:lnTo>
                <a:lnTo>
                  <a:pt x="1263396" y="274320"/>
                </a:lnTo>
                <a:lnTo>
                  <a:pt x="1255776" y="274320"/>
                </a:lnTo>
                <a:lnTo>
                  <a:pt x="1254633" y="315658"/>
                </a:lnTo>
                <a:lnTo>
                  <a:pt x="1249235" y="354431"/>
                </a:lnTo>
                <a:lnTo>
                  <a:pt x="1234440" y="367284"/>
                </a:lnTo>
                <a:lnTo>
                  <a:pt x="1159764" y="367284"/>
                </a:lnTo>
                <a:lnTo>
                  <a:pt x="1146644" y="365315"/>
                </a:lnTo>
                <a:lnTo>
                  <a:pt x="1137094" y="359473"/>
                </a:lnTo>
                <a:lnTo>
                  <a:pt x="1131265" y="349935"/>
                </a:lnTo>
                <a:lnTo>
                  <a:pt x="1129284" y="336804"/>
                </a:lnTo>
                <a:lnTo>
                  <a:pt x="1129284" y="243840"/>
                </a:lnTo>
                <a:lnTo>
                  <a:pt x="1129284" y="227076"/>
                </a:lnTo>
                <a:lnTo>
                  <a:pt x="1160322" y="199644"/>
                </a:lnTo>
                <a:lnTo>
                  <a:pt x="1210513" y="149923"/>
                </a:lnTo>
                <a:lnTo>
                  <a:pt x="1235964" y="121920"/>
                </a:lnTo>
                <a:lnTo>
                  <a:pt x="1255776" y="115824"/>
                </a:lnTo>
                <a:lnTo>
                  <a:pt x="1223772" y="86868"/>
                </a:lnTo>
                <a:lnTo>
                  <a:pt x="1216914" y="98018"/>
                </a:lnTo>
                <a:lnTo>
                  <a:pt x="1207770" y="110871"/>
                </a:lnTo>
                <a:lnTo>
                  <a:pt x="1196340" y="125450"/>
                </a:lnTo>
                <a:lnTo>
                  <a:pt x="1182624" y="141732"/>
                </a:lnTo>
                <a:lnTo>
                  <a:pt x="1168933" y="158927"/>
                </a:lnTo>
                <a:lnTo>
                  <a:pt x="1155382" y="174117"/>
                </a:lnTo>
                <a:lnTo>
                  <a:pt x="1142123" y="187604"/>
                </a:lnTo>
                <a:lnTo>
                  <a:pt x="1129284" y="199644"/>
                </a:lnTo>
                <a:lnTo>
                  <a:pt x="1129284" y="38100"/>
                </a:lnTo>
                <a:lnTo>
                  <a:pt x="1144524" y="24384"/>
                </a:lnTo>
                <a:lnTo>
                  <a:pt x="1103376" y="4572"/>
                </a:lnTo>
                <a:lnTo>
                  <a:pt x="1104265" y="29108"/>
                </a:lnTo>
                <a:lnTo>
                  <a:pt x="1104671" y="50101"/>
                </a:lnTo>
                <a:lnTo>
                  <a:pt x="1104798" y="62395"/>
                </a:lnTo>
                <a:lnTo>
                  <a:pt x="1104900" y="219456"/>
                </a:lnTo>
                <a:lnTo>
                  <a:pt x="1081836" y="239725"/>
                </a:lnTo>
                <a:lnTo>
                  <a:pt x="1056322" y="259270"/>
                </a:lnTo>
                <a:lnTo>
                  <a:pt x="1028827" y="277964"/>
                </a:lnTo>
                <a:lnTo>
                  <a:pt x="999744" y="295656"/>
                </a:lnTo>
                <a:lnTo>
                  <a:pt x="1001268" y="301752"/>
                </a:lnTo>
                <a:lnTo>
                  <a:pt x="1030109" y="289496"/>
                </a:lnTo>
                <a:lnTo>
                  <a:pt x="1057084" y="275653"/>
                </a:lnTo>
                <a:lnTo>
                  <a:pt x="1082065" y="260400"/>
                </a:lnTo>
                <a:lnTo>
                  <a:pt x="1104900" y="243840"/>
                </a:lnTo>
                <a:lnTo>
                  <a:pt x="1104900" y="348996"/>
                </a:lnTo>
                <a:lnTo>
                  <a:pt x="1107744" y="366763"/>
                </a:lnTo>
                <a:lnTo>
                  <a:pt x="1116139" y="379095"/>
                </a:lnTo>
                <a:lnTo>
                  <a:pt x="1129982" y="386295"/>
                </a:lnTo>
                <a:lnTo>
                  <a:pt x="1149096" y="388620"/>
                </a:lnTo>
                <a:lnTo>
                  <a:pt x="1240536" y="388620"/>
                </a:lnTo>
                <a:lnTo>
                  <a:pt x="1257427" y="386867"/>
                </a:lnTo>
                <a:lnTo>
                  <a:pt x="1271587" y="381381"/>
                </a:lnTo>
                <a:lnTo>
                  <a:pt x="1283195" y="371906"/>
                </a:lnTo>
                <a:lnTo>
                  <a:pt x="1286268" y="367284"/>
                </a:lnTo>
                <a:lnTo>
                  <a:pt x="1292352" y="35814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pic>
        <p:nvPicPr>
          <p:cNvPr id="33" name="object 33"/>
          <p:cNvPicPr/>
          <p:nvPr/>
        </p:nvPicPr>
        <p:blipFill>
          <a:blip r:embed="rId4" cstate="print"/>
          <a:stretch>
            <a:fillRect/>
          </a:stretch>
        </p:blipFill>
        <p:spPr>
          <a:xfrm>
            <a:off x="8953500" y="2569464"/>
            <a:ext cx="64008" cy="164592"/>
          </a:xfrm>
          <a:prstGeom prst="rect">
            <a:avLst/>
          </a:prstGeom>
        </p:spPr>
      </p:pic>
      <p:sp>
        <p:nvSpPr>
          <p:cNvPr id="34" name="object 34"/>
          <p:cNvSpPr/>
          <p:nvPr/>
        </p:nvSpPr>
        <p:spPr>
          <a:xfrm>
            <a:off x="1751075" y="3195827"/>
            <a:ext cx="155575" cy="155575"/>
          </a:xfrm>
          <a:custGeom>
            <a:avLst/>
            <a:gdLst/>
            <a:ahLst/>
            <a:cxnLst/>
            <a:rect l="l" t="t" r="r" b="b"/>
            <a:pathLst>
              <a:path w="155575" h="155575">
                <a:moveTo>
                  <a:pt x="155448" y="155448"/>
                </a:moveTo>
                <a:lnTo>
                  <a:pt x="0" y="155448"/>
                </a:lnTo>
                <a:lnTo>
                  <a:pt x="0" y="0"/>
                </a:lnTo>
                <a:lnTo>
                  <a:pt x="155448" y="0"/>
                </a:lnTo>
                <a:lnTo>
                  <a:pt x="155448" y="155448"/>
                </a:lnTo>
                <a:close/>
              </a:path>
            </a:pathLst>
          </a:custGeom>
          <a:solidFill>
            <a:srgbClr val="3333C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" name="object 35"/>
          <p:cNvSpPr/>
          <p:nvPr/>
        </p:nvSpPr>
        <p:spPr>
          <a:xfrm>
            <a:off x="2122932" y="3009899"/>
            <a:ext cx="1282065" cy="407034"/>
          </a:xfrm>
          <a:custGeom>
            <a:avLst/>
            <a:gdLst/>
            <a:ahLst/>
            <a:cxnLst/>
            <a:rect l="l" t="t" r="r" b="b"/>
            <a:pathLst>
              <a:path w="1282064" h="407035">
                <a:moveTo>
                  <a:pt x="126492" y="21336"/>
                </a:moveTo>
                <a:lnTo>
                  <a:pt x="91440" y="0"/>
                </a:lnTo>
                <a:lnTo>
                  <a:pt x="86906" y="19100"/>
                </a:lnTo>
                <a:lnTo>
                  <a:pt x="80391" y="41910"/>
                </a:lnTo>
                <a:lnTo>
                  <a:pt x="62484" y="97536"/>
                </a:lnTo>
                <a:lnTo>
                  <a:pt x="35814" y="160020"/>
                </a:lnTo>
                <a:lnTo>
                  <a:pt x="0" y="222504"/>
                </a:lnTo>
                <a:lnTo>
                  <a:pt x="4572" y="228600"/>
                </a:lnTo>
                <a:lnTo>
                  <a:pt x="19405" y="210845"/>
                </a:lnTo>
                <a:lnTo>
                  <a:pt x="34099" y="191643"/>
                </a:lnTo>
                <a:lnTo>
                  <a:pt x="48501" y="170738"/>
                </a:lnTo>
                <a:lnTo>
                  <a:pt x="62484" y="147828"/>
                </a:lnTo>
                <a:lnTo>
                  <a:pt x="62382" y="324853"/>
                </a:lnTo>
                <a:lnTo>
                  <a:pt x="62293" y="339090"/>
                </a:lnTo>
                <a:lnTo>
                  <a:pt x="61836" y="369430"/>
                </a:lnTo>
                <a:lnTo>
                  <a:pt x="60960" y="406908"/>
                </a:lnTo>
                <a:lnTo>
                  <a:pt x="86868" y="394716"/>
                </a:lnTo>
                <a:lnTo>
                  <a:pt x="86626" y="371627"/>
                </a:lnTo>
                <a:lnTo>
                  <a:pt x="85572" y="324853"/>
                </a:lnTo>
                <a:lnTo>
                  <a:pt x="85344" y="301752"/>
                </a:lnTo>
                <a:lnTo>
                  <a:pt x="85344" y="147828"/>
                </a:lnTo>
                <a:lnTo>
                  <a:pt x="85344" y="134112"/>
                </a:lnTo>
                <a:lnTo>
                  <a:pt x="97536" y="123444"/>
                </a:lnTo>
                <a:lnTo>
                  <a:pt x="79248" y="114300"/>
                </a:lnTo>
                <a:lnTo>
                  <a:pt x="97345" y="66294"/>
                </a:lnTo>
                <a:lnTo>
                  <a:pt x="104317" y="47434"/>
                </a:lnTo>
                <a:lnTo>
                  <a:pt x="109728" y="32004"/>
                </a:lnTo>
                <a:lnTo>
                  <a:pt x="126492" y="21336"/>
                </a:lnTo>
                <a:close/>
              </a:path>
              <a:path w="1282064" h="407035">
                <a:moveTo>
                  <a:pt x="263652" y="33528"/>
                </a:moveTo>
                <a:lnTo>
                  <a:pt x="256679" y="27432"/>
                </a:lnTo>
                <a:lnTo>
                  <a:pt x="239268" y="12192"/>
                </a:lnTo>
                <a:lnTo>
                  <a:pt x="225552" y="24663"/>
                </a:lnTo>
                <a:lnTo>
                  <a:pt x="225552" y="38100"/>
                </a:lnTo>
                <a:lnTo>
                  <a:pt x="225552" y="120396"/>
                </a:lnTo>
                <a:lnTo>
                  <a:pt x="156972" y="120396"/>
                </a:lnTo>
                <a:lnTo>
                  <a:pt x="156972" y="38100"/>
                </a:lnTo>
                <a:lnTo>
                  <a:pt x="225552" y="38100"/>
                </a:lnTo>
                <a:lnTo>
                  <a:pt x="225552" y="24663"/>
                </a:lnTo>
                <a:lnTo>
                  <a:pt x="222504" y="27432"/>
                </a:lnTo>
                <a:lnTo>
                  <a:pt x="156972" y="27432"/>
                </a:lnTo>
                <a:lnTo>
                  <a:pt x="132588" y="12192"/>
                </a:lnTo>
                <a:lnTo>
                  <a:pt x="133451" y="44196"/>
                </a:lnTo>
                <a:lnTo>
                  <a:pt x="133921" y="70866"/>
                </a:lnTo>
                <a:lnTo>
                  <a:pt x="134086" y="91490"/>
                </a:lnTo>
                <a:lnTo>
                  <a:pt x="134023" y="320040"/>
                </a:lnTo>
                <a:lnTo>
                  <a:pt x="133908" y="335280"/>
                </a:lnTo>
                <a:lnTo>
                  <a:pt x="133477" y="365569"/>
                </a:lnTo>
                <a:lnTo>
                  <a:pt x="132588" y="403860"/>
                </a:lnTo>
                <a:lnTo>
                  <a:pt x="156972" y="391668"/>
                </a:lnTo>
                <a:lnTo>
                  <a:pt x="156972" y="284988"/>
                </a:lnTo>
                <a:lnTo>
                  <a:pt x="246888" y="284988"/>
                </a:lnTo>
                <a:lnTo>
                  <a:pt x="236220" y="274320"/>
                </a:lnTo>
                <a:lnTo>
                  <a:pt x="220980" y="259080"/>
                </a:lnTo>
                <a:lnTo>
                  <a:pt x="205740" y="274320"/>
                </a:lnTo>
                <a:lnTo>
                  <a:pt x="156972" y="274320"/>
                </a:lnTo>
                <a:lnTo>
                  <a:pt x="156972" y="205740"/>
                </a:lnTo>
                <a:lnTo>
                  <a:pt x="239268" y="205740"/>
                </a:lnTo>
                <a:lnTo>
                  <a:pt x="228600" y="195072"/>
                </a:lnTo>
                <a:lnTo>
                  <a:pt x="213360" y="179832"/>
                </a:lnTo>
                <a:lnTo>
                  <a:pt x="196596" y="195072"/>
                </a:lnTo>
                <a:lnTo>
                  <a:pt x="156972" y="195072"/>
                </a:lnTo>
                <a:lnTo>
                  <a:pt x="156972" y="131064"/>
                </a:lnTo>
                <a:lnTo>
                  <a:pt x="225552" y="131064"/>
                </a:lnTo>
                <a:lnTo>
                  <a:pt x="225552" y="147828"/>
                </a:lnTo>
                <a:lnTo>
                  <a:pt x="249936" y="135636"/>
                </a:lnTo>
                <a:lnTo>
                  <a:pt x="249212" y="131064"/>
                </a:lnTo>
                <a:lnTo>
                  <a:pt x="248805" y="128524"/>
                </a:lnTo>
                <a:lnTo>
                  <a:pt x="247840" y="120967"/>
                </a:lnTo>
                <a:lnTo>
                  <a:pt x="247789" y="120396"/>
                </a:lnTo>
                <a:lnTo>
                  <a:pt x="247142" y="113144"/>
                </a:lnTo>
                <a:lnTo>
                  <a:pt x="246926" y="106680"/>
                </a:lnTo>
                <a:lnTo>
                  <a:pt x="246888" y="44196"/>
                </a:lnTo>
                <a:lnTo>
                  <a:pt x="256463" y="38100"/>
                </a:lnTo>
                <a:lnTo>
                  <a:pt x="263652" y="33528"/>
                </a:lnTo>
                <a:close/>
              </a:path>
              <a:path w="1282064" h="407035">
                <a:moveTo>
                  <a:pt x="391668" y="35052"/>
                </a:moveTo>
                <a:lnTo>
                  <a:pt x="367284" y="12192"/>
                </a:lnTo>
                <a:lnTo>
                  <a:pt x="352044" y="27432"/>
                </a:lnTo>
                <a:lnTo>
                  <a:pt x="269748" y="27432"/>
                </a:lnTo>
                <a:lnTo>
                  <a:pt x="286512" y="44196"/>
                </a:lnTo>
                <a:lnTo>
                  <a:pt x="313944" y="38100"/>
                </a:lnTo>
                <a:lnTo>
                  <a:pt x="353568" y="38100"/>
                </a:lnTo>
                <a:lnTo>
                  <a:pt x="353568" y="120396"/>
                </a:lnTo>
                <a:lnTo>
                  <a:pt x="266700" y="120396"/>
                </a:lnTo>
                <a:lnTo>
                  <a:pt x="280416" y="134112"/>
                </a:lnTo>
                <a:lnTo>
                  <a:pt x="306324" y="131064"/>
                </a:lnTo>
                <a:lnTo>
                  <a:pt x="353568" y="131064"/>
                </a:lnTo>
                <a:lnTo>
                  <a:pt x="353568" y="149352"/>
                </a:lnTo>
                <a:lnTo>
                  <a:pt x="377952" y="138684"/>
                </a:lnTo>
                <a:lnTo>
                  <a:pt x="377215" y="131064"/>
                </a:lnTo>
                <a:lnTo>
                  <a:pt x="377063" y="129527"/>
                </a:lnTo>
                <a:lnTo>
                  <a:pt x="376618" y="120205"/>
                </a:lnTo>
                <a:lnTo>
                  <a:pt x="376491" y="113144"/>
                </a:lnTo>
                <a:lnTo>
                  <a:pt x="376428" y="45720"/>
                </a:lnTo>
                <a:lnTo>
                  <a:pt x="387311" y="38100"/>
                </a:lnTo>
                <a:lnTo>
                  <a:pt x="391668" y="35052"/>
                </a:lnTo>
                <a:close/>
              </a:path>
              <a:path w="1282064" h="407035">
                <a:moveTo>
                  <a:pt x="411480" y="376428"/>
                </a:moveTo>
                <a:lnTo>
                  <a:pt x="385445" y="367626"/>
                </a:lnTo>
                <a:lnTo>
                  <a:pt x="362140" y="355092"/>
                </a:lnTo>
                <a:lnTo>
                  <a:pt x="341388" y="339140"/>
                </a:lnTo>
                <a:lnTo>
                  <a:pt x="337693" y="335280"/>
                </a:lnTo>
                <a:lnTo>
                  <a:pt x="323088" y="320040"/>
                </a:lnTo>
                <a:lnTo>
                  <a:pt x="333095" y="303276"/>
                </a:lnTo>
                <a:lnTo>
                  <a:pt x="336537" y="297522"/>
                </a:lnTo>
                <a:lnTo>
                  <a:pt x="349567" y="271272"/>
                </a:lnTo>
                <a:lnTo>
                  <a:pt x="362305" y="241604"/>
                </a:lnTo>
                <a:lnTo>
                  <a:pt x="374904" y="208788"/>
                </a:lnTo>
                <a:lnTo>
                  <a:pt x="383603" y="202692"/>
                </a:lnTo>
                <a:lnTo>
                  <a:pt x="390144" y="198120"/>
                </a:lnTo>
                <a:lnTo>
                  <a:pt x="365760" y="175260"/>
                </a:lnTo>
                <a:lnTo>
                  <a:pt x="352044" y="190347"/>
                </a:lnTo>
                <a:lnTo>
                  <a:pt x="352044" y="202692"/>
                </a:lnTo>
                <a:lnTo>
                  <a:pt x="343471" y="227838"/>
                </a:lnTo>
                <a:lnTo>
                  <a:pt x="333756" y="252984"/>
                </a:lnTo>
                <a:lnTo>
                  <a:pt x="322897" y="278130"/>
                </a:lnTo>
                <a:lnTo>
                  <a:pt x="310896" y="303276"/>
                </a:lnTo>
                <a:lnTo>
                  <a:pt x="298894" y="283273"/>
                </a:lnTo>
                <a:lnTo>
                  <a:pt x="288036" y="259842"/>
                </a:lnTo>
                <a:lnTo>
                  <a:pt x="278320" y="232981"/>
                </a:lnTo>
                <a:lnTo>
                  <a:pt x="269748" y="202692"/>
                </a:lnTo>
                <a:lnTo>
                  <a:pt x="352044" y="202692"/>
                </a:lnTo>
                <a:lnTo>
                  <a:pt x="352044" y="190347"/>
                </a:lnTo>
                <a:lnTo>
                  <a:pt x="350520" y="192024"/>
                </a:lnTo>
                <a:lnTo>
                  <a:pt x="240792" y="192024"/>
                </a:lnTo>
                <a:lnTo>
                  <a:pt x="254508" y="205740"/>
                </a:lnTo>
                <a:lnTo>
                  <a:pt x="262128" y="202692"/>
                </a:lnTo>
                <a:lnTo>
                  <a:pt x="268693" y="234962"/>
                </a:lnTo>
                <a:lnTo>
                  <a:pt x="276987" y="265366"/>
                </a:lnTo>
                <a:lnTo>
                  <a:pt x="286981" y="293776"/>
                </a:lnTo>
                <a:lnTo>
                  <a:pt x="298704" y="320040"/>
                </a:lnTo>
                <a:lnTo>
                  <a:pt x="273265" y="344601"/>
                </a:lnTo>
                <a:lnTo>
                  <a:pt x="244983" y="365569"/>
                </a:lnTo>
                <a:lnTo>
                  <a:pt x="213829" y="382841"/>
                </a:lnTo>
                <a:lnTo>
                  <a:pt x="179832" y="396240"/>
                </a:lnTo>
                <a:lnTo>
                  <a:pt x="182880" y="403860"/>
                </a:lnTo>
                <a:lnTo>
                  <a:pt x="220878" y="391007"/>
                </a:lnTo>
                <a:lnTo>
                  <a:pt x="254889" y="375285"/>
                </a:lnTo>
                <a:lnTo>
                  <a:pt x="284886" y="356717"/>
                </a:lnTo>
                <a:lnTo>
                  <a:pt x="310896" y="335280"/>
                </a:lnTo>
                <a:lnTo>
                  <a:pt x="326326" y="354698"/>
                </a:lnTo>
                <a:lnTo>
                  <a:pt x="342900" y="371665"/>
                </a:lnTo>
                <a:lnTo>
                  <a:pt x="360616" y="386080"/>
                </a:lnTo>
                <a:lnTo>
                  <a:pt x="379476" y="397764"/>
                </a:lnTo>
                <a:lnTo>
                  <a:pt x="384898" y="391502"/>
                </a:lnTo>
                <a:lnTo>
                  <a:pt x="392049" y="386524"/>
                </a:lnTo>
                <a:lnTo>
                  <a:pt x="400900" y="382981"/>
                </a:lnTo>
                <a:lnTo>
                  <a:pt x="411480" y="381000"/>
                </a:lnTo>
                <a:lnTo>
                  <a:pt x="411480" y="376428"/>
                </a:lnTo>
                <a:close/>
              </a:path>
              <a:path w="1282064" h="407035">
                <a:moveTo>
                  <a:pt x="554723" y="50292"/>
                </a:moveTo>
                <a:lnTo>
                  <a:pt x="528243" y="21717"/>
                </a:lnTo>
                <a:lnTo>
                  <a:pt x="504431" y="6096"/>
                </a:lnTo>
                <a:lnTo>
                  <a:pt x="499859" y="9144"/>
                </a:lnTo>
                <a:lnTo>
                  <a:pt x="509270" y="24841"/>
                </a:lnTo>
                <a:lnTo>
                  <a:pt x="516813" y="39814"/>
                </a:lnTo>
                <a:lnTo>
                  <a:pt x="522363" y="53936"/>
                </a:lnTo>
                <a:lnTo>
                  <a:pt x="525767" y="67056"/>
                </a:lnTo>
                <a:lnTo>
                  <a:pt x="527291" y="77724"/>
                </a:lnTo>
                <a:lnTo>
                  <a:pt x="531863" y="83820"/>
                </a:lnTo>
                <a:lnTo>
                  <a:pt x="536435" y="83820"/>
                </a:lnTo>
                <a:lnTo>
                  <a:pt x="541007" y="80772"/>
                </a:lnTo>
                <a:lnTo>
                  <a:pt x="550151" y="71628"/>
                </a:lnTo>
                <a:lnTo>
                  <a:pt x="553199" y="65532"/>
                </a:lnTo>
                <a:lnTo>
                  <a:pt x="554723" y="57912"/>
                </a:lnTo>
                <a:lnTo>
                  <a:pt x="554723" y="50292"/>
                </a:lnTo>
                <a:close/>
              </a:path>
              <a:path w="1282064" h="407035">
                <a:moveTo>
                  <a:pt x="618731" y="260604"/>
                </a:moveTo>
                <a:lnTo>
                  <a:pt x="614159" y="256032"/>
                </a:lnTo>
                <a:lnTo>
                  <a:pt x="548627" y="315468"/>
                </a:lnTo>
                <a:lnTo>
                  <a:pt x="548627" y="161544"/>
                </a:lnTo>
                <a:lnTo>
                  <a:pt x="557009" y="155448"/>
                </a:lnTo>
                <a:lnTo>
                  <a:pt x="565391" y="149352"/>
                </a:lnTo>
                <a:lnTo>
                  <a:pt x="534911" y="126492"/>
                </a:lnTo>
                <a:lnTo>
                  <a:pt x="522719" y="144780"/>
                </a:lnTo>
                <a:lnTo>
                  <a:pt x="452615" y="144780"/>
                </a:lnTo>
                <a:lnTo>
                  <a:pt x="467855" y="160020"/>
                </a:lnTo>
                <a:lnTo>
                  <a:pt x="477596" y="158026"/>
                </a:lnTo>
                <a:lnTo>
                  <a:pt x="486333" y="156591"/>
                </a:lnTo>
                <a:lnTo>
                  <a:pt x="494220" y="155740"/>
                </a:lnTo>
                <a:lnTo>
                  <a:pt x="501383" y="155448"/>
                </a:lnTo>
                <a:lnTo>
                  <a:pt x="524243" y="155448"/>
                </a:lnTo>
                <a:lnTo>
                  <a:pt x="524167" y="316992"/>
                </a:lnTo>
                <a:lnTo>
                  <a:pt x="515099" y="339852"/>
                </a:lnTo>
                <a:lnTo>
                  <a:pt x="541007" y="364236"/>
                </a:lnTo>
                <a:lnTo>
                  <a:pt x="548157" y="352577"/>
                </a:lnTo>
                <a:lnTo>
                  <a:pt x="555866" y="340614"/>
                </a:lnTo>
                <a:lnTo>
                  <a:pt x="564159" y="328663"/>
                </a:lnTo>
                <a:lnTo>
                  <a:pt x="574167" y="315468"/>
                </a:lnTo>
                <a:lnTo>
                  <a:pt x="582726" y="304114"/>
                </a:lnTo>
                <a:lnTo>
                  <a:pt x="593585" y="290512"/>
                </a:lnTo>
                <a:lnTo>
                  <a:pt x="605586" y="276059"/>
                </a:lnTo>
                <a:lnTo>
                  <a:pt x="618731" y="260604"/>
                </a:lnTo>
                <a:close/>
              </a:path>
              <a:path w="1282064" h="407035">
                <a:moveTo>
                  <a:pt x="847331" y="138684"/>
                </a:moveTo>
                <a:lnTo>
                  <a:pt x="845807" y="134112"/>
                </a:lnTo>
                <a:lnTo>
                  <a:pt x="842759" y="128016"/>
                </a:lnTo>
                <a:lnTo>
                  <a:pt x="841616" y="126492"/>
                </a:lnTo>
                <a:lnTo>
                  <a:pt x="838187" y="121920"/>
                </a:lnTo>
                <a:lnTo>
                  <a:pt x="832091" y="120396"/>
                </a:lnTo>
                <a:lnTo>
                  <a:pt x="821423" y="121920"/>
                </a:lnTo>
                <a:lnTo>
                  <a:pt x="812279" y="123926"/>
                </a:lnTo>
                <a:lnTo>
                  <a:pt x="803135" y="125349"/>
                </a:lnTo>
                <a:lnTo>
                  <a:pt x="793991" y="126212"/>
                </a:lnTo>
                <a:lnTo>
                  <a:pt x="784847" y="126492"/>
                </a:lnTo>
                <a:lnTo>
                  <a:pt x="775970" y="125590"/>
                </a:lnTo>
                <a:lnTo>
                  <a:pt x="769797" y="122682"/>
                </a:lnTo>
                <a:lnTo>
                  <a:pt x="766203" y="117500"/>
                </a:lnTo>
                <a:lnTo>
                  <a:pt x="765035" y="109728"/>
                </a:lnTo>
                <a:lnTo>
                  <a:pt x="765035" y="38100"/>
                </a:lnTo>
                <a:lnTo>
                  <a:pt x="770915" y="33528"/>
                </a:lnTo>
                <a:lnTo>
                  <a:pt x="778751" y="27432"/>
                </a:lnTo>
                <a:lnTo>
                  <a:pt x="772553" y="22860"/>
                </a:lnTo>
                <a:lnTo>
                  <a:pt x="749795" y="6096"/>
                </a:lnTo>
                <a:lnTo>
                  <a:pt x="737603" y="22860"/>
                </a:lnTo>
                <a:lnTo>
                  <a:pt x="662927" y="22860"/>
                </a:lnTo>
                <a:lnTo>
                  <a:pt x="635495" y="9144"/>
                </a:lnTo>
                <a:lnTo>
                  <a:pt x="635736" y="21488"/>
                </a:lnTo>
                <a:lnTo>
                  <a:pt x="636790" y="45580"/>
                </a:lnTo>
                <a:lnTo>
                  <a:pt x="637019" y="57912"/>
                </a:lnTo>
                <a:lnTo>
                  <a:pt x="631875" y="98856"/>
                </a:lnTo>
                <a:lnTo>
                  <a:pt x="605967" y="149542"/>
                </a:lnTo>
                <a:lnTo>
                  <a:pt x="562343" y="190500"/>
                </a:lnTo>
                <a:lnTo>
                  <a:pt x="565391" y="195072"/>
                </a:lnTo>
                <a:lnTo>
                  <a:pt x="616064" y="162687"/>
                </a:lnTo>
                <a:lnTo>
                  <a:pt x="646163" y="128016"/>
                </a:lnTo>
                <a:lnTo>
                  <a:pt x="659688" y="86487"/>
                </a:lnTo>
                <a:lnTo>
                  <a:pt x="662927" y="33528"/>
                </a:lnTo>
                <a:lnTo>
                  <a:pt x="739127" y="33528"/>
                </a:lnTo>
                <a:lnTo>
                  <a:pt x="739127" y="120396"/>
                </a:lnTo>
                <a:lnTo>
                  <a:pt x="740257" y="132397"/>
                </a:lnTo>
                <a:lnTo>
                  <a:pt x="745794" y="140970"/>
                </a:lnTo>
                <a:lnTo>
                  <a:pt x="755637" y="146113"/>
                </a:lnTo>
                <a:lnTo>
                  <a:pt x="769607" y="147828"/>
                </a:lnTo>
                <a:lnTo>
                  <a:pt x="842759" y="147828"/>
                </a:lnTo>
                <a:lnTo>
                  <a:pt x="845807" y="146304"/>
                </a:lnTo>
                <a:lnTo>
                  <a:pt x="847331" y="144780"/>
                </a:lnTo>
                <a:lnTo>
                  <a:pt x="847331" y="138684"/>
                </a:lnTo>
                <a:close/>
              </a:path>
              <a:path w="1282064" h="407035">
                <a:moveTo>
                  <a:pt x="851903" y="362712"/>
                </a:moveTo>
                <a:lnTo>
                  <a:pt x="815644" y="356412"/>
                </a:lnTo>
                <a:lnTo>
                  <a:pt x="782370" y="346519"/>
                </a:lnTo>
                <a:lnTo>
                  <a:pt x="752259" y="332930"/>
                </a:lnTo>
                <a:lnTo>
                  <a:pt x="746506" y="329184"/>
                </a:lnTo>
                <a:lnTo>
                  <a:pt x="725411" y="315468"/>
                </a:lnTo>
                <a:lnTo>
                  <a:pt x="738263" y="297180"/>
                </a:lnTo>
                <a:lnTo>
                  <a:pt x="743115" y="290283"/>
                </a:lnTo>
                <a:lnTo>
                  <a:pt x="759510" y="262509"/>
                </a:lnTo>
                <a:lnTo>
                  <a:pt x="774496" y="231889"/>
                </a:lnTo>
                <a:lnTo>
                  <a:pt x="787895" y="198120"/>
                </a:lnTo>
                <a:lnTo>
                  <a:pt x="806183" y="190500"/>
                </a:lnTo>
                <a:lnTo>
                  <a:pt x="774179" y="161544"/>
                </a:lnTo>
                <a:lnTo>
                  <a:pt x="761987" y="177800"/>
                </a:lnTo>
                <a:lnTo>
                  <a:pt x="761987" y="190500"/>
                </a:lnTo>
                <a:lnTo>
                  <a:pt x="750874" y="221322"/>
                </a:lnTo>
                <a:lnTo>
                  <a:pt x="738174" y="249555"/>
                </a:lnTo>
                <a:lnTo>
                  <a:pt x="724065" y="274942"/>
                </a:lnTo>
                <a:lnTo>
                  <a:pt x="708647" y="297180"/>
                </a:lnTo>
                <a:lnTo>
                  <a:pt x="693204" y="279234"/>
                </a:lnTo>
                <a:lnTo>
                  <a:pt x="678738" y="255270"/>
                </a:lnTo>
                <a:lnTo>
                  <a:pt x="665149" y="225602"/>
                </a:lnTo>
                <a:lnTo>
                  <a:pt x="652259" y="190500"/>
                </a:lnTo>
                <a:lnTo>
                  <a:pt x="761987" y="190500"/>
                </a:lnTo>
                <a:lnTo>
                  <a:pt x="761987" y="177800"/>
                </a:lnTo>
                <a:lnTo>
                  <a:pt x="760463" y="179832"/>
                </a:lnTo>
                <a:lnTo>
                  <a:pt x="605015" y="179832"/>
                </a:lnTo>
                <a:lnTo>
                  <a:pt x="618731" y="193548"/>
                </a:lnTo>
                <a:lnTo>
                  <a:pt x="635495" y="190500"/>
                </a:lnTo>
                <a:lnTo>
                  <a:pt x="643115" y="190500"/>
                </a:lnTo>
                <a:lnTo>
                  <a:pt x="651167" y="223037"/>
                </a:lnTo>
                <a:lnTo>
                  <a:pt x="661784" y="254127"/>
                </a:lnTo>
                <a:lnTo>
                  <a:pt x="675271" y="283514"/>
                </a:lnTo>
                <a:lnTo>
                  <a:pt x="691883" y="310896"/>
                </a:lnTo>
                <a:lnTo>
                  <a:pt x="665670" y="336029"/>
                </a:lnTo>
                <a:lnTo>
                  <a:pt x="630732" y="358711"/>
                </a:lnTo>
                <a:lnTo>
                  <a:pt x="587514" y="378841"/>
                </a:lnTo>
                <a:lnTo>
                  <a:pt x="536435" y="396240"/>
                </a:lnTo>
                <a:lnTo>
                  <a:pt x="537959" y="402336"/>
                </a:lnTo>
                <a:lnTo>
                  <a:pt x="585660" y="392620"/>
                </a:lnTo>
                <a:lnTo>
                  <a:pt x="630351" y="377190"/>
                </a:lnTo>
                <a:lnTo>
                  <a:pt x="671906" y="356044"/>
                </a:lnTo>
                <a:lnTo>
                  <a:pt x="710171" y="329184"/>
                </a:lnTo>
                <a:lnTo>
                  <a:pt x="733894" y="349478"/>
                </a:lnTo>
                <a:lnTo>
                  <a:pt x="759320" y="366903"/>
                </a:lnTo>
                <a:lnTo>
                  <a:pt x="786472" y="381482"/>
                </a:lnTo>
                <a:lnTo>
                  <a:pt x="815327" y="393192"/>
                </a:lnTo>
                <a:lnTo>
                  <a:pt x="818476" y="384860"/>
                </a:lnTo>
                <a:lnTo>
                  <a:pt x="825614" y="377952"/>
                </a:lnTo>
                <a:lnTo>
                  <a:pt x="836764" y="372198"/>
                </a:lnTo>
                <a:lnTo>
                  <a:pt x="851903" y="367284"/>
                </a:lnTo>
                <a:lnTo>
                  <a:pt x="851903" y="362712"/>
                </a:lnTo>
                <a:close/>
              </a:path>
              <a:path w="1282064" h="407035">
                <a:moveTo>
                  <a:pt x="1001268" y="62484"/>
                </a:moveTo>
                <a:lnTo>
                  <a:pt x="978687" y="29718"/>
                </a:lnTo>
                <a:lnTo>
                  <a:pt x="941832" y="9144"/>
                </a:lnTo>
                <a:lnTo>
                  <a:pt x="938784" y="13716"/>
                </a:lnTo>
                <a:lnTo>
                  <a:pt x="951115" y="27368"/>
                </a:lnTo>
                <a:lnTo>
                  <a:pt x="960882" y="40576"/>
                </a:lnTo>
                <a:lnTo>
                  <a:pt x="968349" y="52946"/>
                </a:lnTo>
                <a:lnTo>
                  <a:pt x="973836" y="64008"/>
                </a:lnTo>
                <a:lnTo>
                  <a:pt x="976884" y="77724"/>
                </a:lnTo>
                <a:lnTo>
                  <a:pt x="981456" y="83820"/>
                </a:lnTo>
                <a:lnTo>
                  <a:pt x="989076" y="83820"/>
                </a:lnTo>
                <a:lnTo>
                  <a:pt x="995172" y="80772"/>
                </a:lnTo>
                <a:lnTo>
                  <a:pt x="999744" y="77724"/>
                </a:lnTo>
                <a:lnTo>
                  <a:pt x="1001268" y="71628"/>
                </a:lnTo>
                <a:lnTo>
                  <a:pt x="1001268" y="62484"/>
                </a:lnTo>
                <a:close/>
              </a:path>
              <a:path w="1282064" h="407035">
                <a:moveTo>
                  <a:pt x="1042416" y="269748"/>
                </a:moveTo>
                <a:lnTo>
                  <a:pt x="1036320" y="265176"/>
                </a:lnTo>
                <a:lnTo>
                  <a:pt x="982980" y="313944"/>
                </a:lnTo>
                <a:lnTo>
                  <a:pt x="982980" y="158496"/>
                </a:lnTo>
                <a:lnTo>
                  <a:pt x="995553" y="149352"/>
                </a:lnTo>
                <a:lnTo>
                  <a:pt x="999744" y="146304"/>
                </a:lnTo>
                <a:lnTo>
                  <a:pt x="975360" y="121920"/>
                </a:lnTo>
                <a:lnTo>
                  <a:pt x="958596" y="138684"/>
                </a:lnTo>
                <a:lnTo>
                  <a:pt x="894588" y="138684"/>
                </a:lnTo>
                <a:lnTo>
                  <a:pt x="909828" y="155448"/>
                </a:lnTo>
                <a:lnTo>
                  <a:pt x="919251" y="152577"/>
                </a:lnTo>
                <a:lnTo>
                  <a:pt x="929259" y="150685"/>
                </a:lnTo>
                <a:lnTo>
                  <a:pt x="939825" y="149669"/>
                </a:lnTo>
                <a:lnTo>
                  <a:pt x="950976" y="149352"/>
                </a:lnTo>
                <a:lnTo>
                  <a:pt x="960120" y="149352"/>
                </a:lnTo>
                <a:lnTo>
                  <a:pt x="959993" y="315468"/>
                </a:lnTo>
                <a:lnTo>
                  <a:pt x="952500" y="338328"/>
                </a:lnTo>
                <a:lnTo>
                  <a:pt x="973836" y="362712"/>
                </a:lnTo>
                <a:lnTo>
                  <a:pt x="983259" y="348195"/>
                </a:lnTo>
                <a:lnTo>
                  <a:pt x="997839" y="327660"/>
                </a:lnTo>
                <a:lnTo>
                  <a:pt x="1008138" y="313944"/>
                </a:lnTo>
                <a:lnTo>
                  <a:pt x="1017549" y="301421"/>
                </a:lnTo>
                <a:lnTo>
                  <a:pt x="1042416" y="269748"/>
                </a:lnTo>
                <a:close/>
              </a:path>
              <a:path w="1282064" h="407035">
                <a:moveTo>
                  <a:pt x="1219200" y="220980"/>
                </a:moveTo>
                <a:lnTo>
                  <a:pt x="1213104" y="214884"/>
                </a:lnTo>
                <a:lnTo>
                  <a:pt x="1197864" y="199644"/>
                </a:lnTo>
                <a:lnTo>
                  <a:pt x="1185672" y="213194"/>
                </a:lnTo>
                <a:lnTo>
                  <a:pt x="1185672" y="224028"/>
                </a:lnTo>
                <a:lnTo>
                  <a:pt x="1185672" y="292608"/>
                </a:lnTo>
                <a:lnTo>
                  <a:pt x="1132332" y="292608"/>
                </a:lnTo>
                <a:lnTo>
                  <a:pt x="1132332" y="224028"/>
                </a:lnTo>
                <a:lnTo>
                  <a:pt x="1185672" y="224028"/>
                </a:lnTo>
                <a:lnTo>
                  <a:pt x="1185672" y="213194"/>
                </a:lnTo>
                <a:lnTo>
                  <a:pt x="1184148" y="214884"/>
                </a:lnTo>
                <a:lnTo>
                  <a:pt x="1132332" y="214884"/>
                </a:lnTo>
                <a:lnTo>
                  <a:pt x="1109472" y="198120"/>
                </a:lnTo>
                <a:lnTo>
                  <a:pt x="1110348" y="216154"/>
                </a:lnTo>
                <a:lnTo>
                  <a:pt x="1110805" y="233743"/>
                </a:lnTo>
                <a:lnTo>
                  <a:pt x="1110881" y="241985"/>
                </a:lnTo>
                <a:lnTo>
                  <a:pt x="1110767" y="303276"/>
                </a:lnTo>
                <a:lnTo>
                  <a:pt x="1110348" y="319024"/>
                </a:lnTo>
                <a:lnTo>
                  <a:pt x="1109472" y="335280"/>
                </a:lnTo>
                <a:lnTo>
                  <a:pt x="1132332" y="326136"/>
                </a:lnTo>
                <a:lnTo>
                  <a:pt x="1132332" y="303276"/>
                </a:lnTo>
                <a:lnTo>
                  <a:pt x="1185672" y="303276"/>
                </a:lnTo>
                <a:lnTo>
                  <a:pt x="1185672" y="326136"/>
                </a:lnTo>
                <a:lnTo>
                  <a:pt x="1208532" y="315468"/>
                </a:lnTo>
                <a:lnTo>
                  <a:pt x="1207795" y="303276"/>
                </a:lnTo>
                <a:lnTo>
                  <a:pt x="1207643" y="300875"/>
                </a:lnTo>
                <a:lnTo>
                  <a:pt x="1207439" y="292608"/>
                </a:lnTo>
                <a:lnTo>
                  <a:pt x="1207198" y="282130"/>
                </a:lnTo>
                <a:lnTo>
                  <a:pt x="1207109" y="271487"/>
                </a:lnTo>
                <a:lnTo>
                  <a:pt x="1207008" y="231648"/>
                </a:lnTo>
                <a:lnTo>
                  <a:pt x="1215707" y="224028"/>
                </a:lnTo>
                <a:lnTo>
                  <a:pt x="1219200" y="220980"/>
                </a:lnTo>
                <a:close/>
              </a:path>
              <a:path w="1282064" h="407035">
                <a:moveTo>
                  <a:pt x="1281684" y="39624"/>
                </a:moveTo>
                <a:lnTo>
                  <a:pt x="1274064" y="32004"/>
                </a:lnTo>
                <a:lnTo>
                  <a:pt x="1257300" y="15240"/>
                </a:lnTo>
                <a:lnTo>
                  <a:pt x="1242060" y="32004"/>
                </a:lnTo>
                <a:lnTo>
                  <a:pt x="1082040" y="32004"/>
                </a:lnTo>
                <a:lnTo>
                  <a:pt x="1056132" y="18288"/>
                </a:lnTo>
                <a:lnTo>
                  <a:pt x="1056373" y="42672"/>
                </a:lnTo>
                <a:lnTo>
                  <a:pt x="1056894" y="63246"/>
                </a:lnTo>
                <a:lnTo>
                  <a:pt x="1057414" y="82156"/>
                </a:lnTo>
                <a:lnTo>
                  <a:pt x="1057656" y="99060"/>
                </a:lnTo>
                <a:lnTo>
                  <a:pt x="1057656" y="225552"/>
                </a:lnTo>
                <a:lnTo>
                  <a:pt x="1054227" y="271487"/>
                </a:lnTo>
                <a:lnTo>
                  <a:pt x="1043940" y="315277"/>
                </a:lnTo>
                <a:lnTo>
                  <a:pt x="1026795" y="356501"/>
                </a:lnTo>
                <a:lnTo>
                  <a:pt x="1002792" y="394716"/>
                </a:lnTo>
                <a:lnTo>
                  <a:pt x="1007364" y="400812"/>
                </a:lnTo>
                <a:lnTo>
                  <a:pt x="1035138" y="369709"/>
                </a:lnTo>
                <a:lnTo>
                  <a:pt x="1056271" y="332955"/>
                </a:lnTo>
                <a:lnTo>
                  <a:pt x="1070673" y="290436"/>
                </a:lnTo>
                <a:lnTo>
                  <a:pt x="1078268" y="241985"/>
                </a:lnTo>
                <a:lnTo>
                  <a:pt x="1078992" y="187452"/>
                </a:lnTo>
                <a:lnTo>
                  <a:pt x="1078992" y="42672"/>
                </a:lnTo>
                <a:lnTo>
                  <a:pt x="1147572" y="42672"/>
                </a:lnTo>
                <a:lnTo>
                  <a:pt x="1148448" y="55816"/>
                </a:lnTo>
                <a:lnTo>
                  <a:pt x="1148905" y="70104"/>
                </a:lnTo>
                <a:lnTo>
                  <a:pt x="1149032" y="82156"/>
                </a:lnTo>
                <a:lnTo>
                  <a:pt x="1149096" y="102108"/>
                </a:lnTo>
                <a:lnTo>
                  <a:pt x="1089660" y="102108"/>
                </a:lnTo>
                <a:lnTo>
                  <a:pt x="1106424" y="118872"/>
                </a:lnTo>
                <a:lnTo>
                  <a:pt x="1115847" y="116001"/>
                </a:lnTo>
                <a:lnTo>
                  <a:pt x="1125855" y="114109"/>
                </a:lnTo>
                <a:lnTo>
                  <a:pt x="1136421" y="113093"/>
                </a:lnTo>
                <a:lnTo>
                  <a:pt x="1147572" y="112776"/>
                </a:lnTo>
                <a:lnTo>
                  <a:pt x="1149096" y="112776"/>
                </a:lnTo>
                <a:lnTo>
                  <a:pt x="1149096" y="161544"/>
                </a:lnTo>
                <a:lnTo>
                  <a:pt x="1080516" y="161544"/>
                </a:lnTo>
                <a:lnTo>
                  <a:pt x="1095756" y="178308"/>
                </a:lnTo>
                <a:lnTo>
                  <a:pt x="1105179" y="175437"/>
                </a:lnTo>
                <a:lnTo>
                  <a:pt x="1115187" y="173545"/>
                </a:lnTo>
                <a:lnTo>
                  <a:pt x="1125753" y="172529"/>
                </a:lnTo>
                <a:lnTo>
                  <a:pt x="1136904" y="172212"/>
                </a:lnTo>
                <a:lnTo>
                  <a:pt x="1243584" y="172212"/>
                </a:lnTo>
                <a:lnTo>
                  <a:pt x="1216152" y="143256"/>
                </a:lnTo>
                <a:lnTo>
                  <a:pt x="1196340" y="161544"/>
                </a:lnTo>
                <a:lnTo>
                  <a:pt x="1170432" y="161544"/>
                </a:lnTo>
                <a:lnTo>
                  <a:pt x="1170432" y="112776"/>
                </a:lnTo>
                <a:lnTo>
                  <a:pt x="1232916" y="112776"/>
                </a:lnTo>
                <a:lnTo>
                  <a:pt x="1207008" y="85344"/>
                </a:lnTo>
                <a:lnTo>
                  <a:pt x="1190244" y="102108"/>
                </a:lnTo>
                <a:lnTo>
                  <a:pt x="1170432" y="102108"/>
                </a:lnTo>
                <a:lnTo>
                  <a:pt x="1170432" y="67056"/>
                </a:lnTo>
                <a:lnTo>
                  <a:pt x="1182624" y="56388"/>
                </a:lnTo>
                <a:lnTo>
                  <a:pt x="1153668" y="42672"/>
                </a:lnTo>
                <a:lnTo>
                  <a:pt x="1245108" y="42672"/>
                </a:lnTo>
                <a:lnTo>
                  <a:pt x="1245108" y="356616"/>
                </a:lnTo>
                <a:lnTo>
                  <a:pt x="1242060" y="361188"/>
                </a:lnTo>
                <a:lnTo>
                  <a:pt x="1237488" y="362712"/>
                </a:lnTo>
                <a:lnTo>
                  <a:pt x="1230934" y="362407"/>
                </a:lnTo>
                <a:lnTo>
                  <a:pt x="1218247" y="361378"/>
                </a:lnTo>
                <a:lnTo>
                  <a:pt x="1199553" y="359498"/>
                </a:lnTo>
                <a:lnTo>
                  <a:pt x="1175004" y="356616"/>
                </a:lnTo>
                <a:lnTo>
                  <a:pt x="1175004" y="365760"/>
                </a:lnTo>
                <a:lnTo>
                  <a:pt x="1198473" y="371246"/>
                </a:lnTo>
                <a:lnTo>
                  <a:pt x="1216533" y="378714"/>
                </a:lnTo>
                <a:lnTo>
                  <a:pt x="1229436" y="388480"/>
                </a:lnTo>
                <a:lnTo>
                  <a:pt x="1237488" y="400812"/>
                </a:lnTo>
                <a:lnTo>
                  <a:pt x="1245793" y="396240"/>
                </a:lnTo>
                <a:lnTo>
                  <a:pt x="1267968" y="368808"/>
                </a:lnTo>
                <a:lnTo>
                  <a:pt x="1267968" y="362712"/>
                </a:lnTo>
                <a:lnTo>
                  <a:pt x="1267968" y="50292"/>
                </a:lnTo>
                <a:lnTo>
                  <a:pt x="1277759" y="42672"/>
                </a:lnTo>
                <a:lnTo>
                  <a:pt x="1281684" y="3962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" name="object 36"/>
          <p:cNvSpPr/>
          <p:nvPr/>
        </p:nvSpPr>
        <p:spPr>
          <a:xfrm>
            <a:off x="3456432" y="3003804"/>
            <a:ext cx="403860" cy="410209"/>
          </a:xfrm>
          <a:custGeom>
            <a:avLst/>
            <a:gdLst/>
            <a:ahLst/>
            <a:cxnLst/>
            <a:rect l="l" t="t" r="r" b="b"/>
            <a:pathLst>
              <a:path w="403860" h="410210">
                <a:moveTo>
                  <a:pt x="230123" y="60959"/>
                </a:moveTo>
                <a:lnTo>
                  <a:pt x="219455" y="60959"/>
                </a:lnTo>
                <a:lnTo>
                  <a:pt x="217931" y="53340"/>
                </a:lnTo>
                <a:lnTo>
                  <a:pt x="211835" y="38100"/>
                </a:lnTo>
                <a:lnTo>
                  <a:pt x="207787" y="30908"/>
                </a:lnTo>
                <a:lnTo>
                  <a:pt x="202310" y="22860"/>
                </a:lnTo>
                <a:lnTo>
                  <a:pt x="195119" y="13668"/>
                </a:lnTo>
                <a:lnTo>
                  <a:pt x="185927" y="3047"/>
                </a:lnTo>
                <a:lnTo>
                  <a:pt x="192023" y="0"/>
                </a:lnTo>
                <a:lnTo>
                  <a:pt x="232314" y="20788"/>
                </a:lnTo>
                <a:lnTo>
                  <a:pt x="240791" y="32004"/>
                </a:lnTo>
                <a:lnTo>
                  <a:pt x="243839" y="36576"/>
                </a:lnTo>
                <a:lnTo>
                  <a:pt x="243839" y="38100"/>
                </a:lnTo>
                <a:lnTo>
                  <a:pt x="242982" y="42957"/>
                </a:lnTo>
                <a:lnTo>
                  <a:pt x="240410" y="48386"/>
                </a:lnTo>
                <a:lnTo>
                  <a:pt x="236124" y="54387"/>
                </a:lnTo>
                <a:lnTo>
                  <a:pt x="230123" y="60959"/>
                </a:lnTo>
                <a:close/>
              </a:path>
              <a:path w="403860" h="410210">
                <a:moveTo>
                  <a:pt x="392776" y="60959"/>
                </a:moveTo>
                <a:lnTo>
                  <a:pt x="342900" y="60959"/>
                </a:lnTo>
                <a:lnTo>
                  <a:pt x="367284" y="36576"/>
                </a:lnTo>
                <a:lnTo>
                  <a:pt x="392776" y="60959"/>
                </a:lnTo>
                <a:close/>
              </a:path>
              <a:path w="403860" h="410210">
                <a:moveTo>
                  <a:pt x="4571" y="409956"/>
                </a:moveTo>
                <a:lnTo>
                  <a:pt x="0" y="406908"/>
                </a:lnTo>
                <a:lnTo>
                  <a:pt x="15692" y="375761"/>
                </a:lnTo>
                <a:lnTo>
                  <a:pt x="28384" y="344043"/>
                </a:lnTo>
                <a:lnTo>
                  <a:pt x="44195" y="278892"/>
                </a:lnTo>
                <a:lnTo>
                  <a:pt x="51815" y="212407"/>
                </a:lnTo>
                <a:lnTo>
                  <a:pt x="54755" y="149352"/>
                </a:lnTo>
                <a:lnTo>
                  <a:pt x="54738" y="106299"/>
                </a:lnTo>
                <a:lnTo>
                  <a:pt x="54482" y="85153"/>
                </a:lnTo>
                <a:lnTo>
                  <a:pt x="53578" y="61841"/>
                </a:lnTo>
                <a:lnTo>
                  <a:pt x="51815" y="42671"/>
                </a:lnTo>
                <a:lnTo>
                  <a:pt x="82295" y="60959"/>
                </a:lnTo>
                <a:lnTo>
                  <a:pt x="392776" y="60959"/>
                </a:lnTo>
                <a:lnTo>
                  <a:pt x="402336" y="70104"/>
                </a:lnTo>
                <a:lnTo>
                  <a:pt x="80771" y="70104"/>
                </a:lnTo>
                <a:lnTo>
                  <a:pt x="80438" y="120824"/>
                </a:lnTo>
                <a:lnTo>
                  <a:pt x="79438" y="163639"/>
                </a:lnTo>
                <a:lnTo>
                  <a:pt x="74675" y="233172"/>
                </a:lnTo>
                <a:lnTo>
                  <a:pt x="64007" y="287464"/>
                </a:lnTo>
                <a:lnTo>
                  <a:pt x="48767" y="333756"/>
                </a:lnTo>
                <a:lnTo>
                  <a:pt x="28955" y="373570"/>
                </a:lnTo>
                <a:lnTo>
                  <a:pt x="17478" y="392263"/>
                </a:lnTo>
                <a:lnTo>
                  <a:pt x="4571" y="409956"/>
                </a:lnTo>
                <a:close/>
              </a:path>
              <a:path w="403860" h="410210">
                <a:moveTo>
                  <a:pt x="185927" y="135636"/>
                </a:moveTo>
                <a:lnTo>
                  <a:pt x="163067" y="135636"/>
                </a:lnTo>
                <a:lnTo>
                  <a:pt x="163044" y="121872"/>
                </a:lnTo>
                <a:lnTo>
                  <a:pt x="162877" y="107823"/>
                </a:lnTo>
                <a:lnTo>
                  <a:pt x="162425" y="93202"/>
                </a:lnTo>
                <a:lnTo>
                  <a:pt x="161543" y="77724"/>
                </a:lnTo>
                <a:lnTo>
                  <a:pt x="199643" y="96012"/>
                </a:lnTo>
                <a:lnTo>
                  <a:pt x="185927" y="105156"/>
                </a:lnTo>
                <a:lnTo>
                  <a:pt x="185927" y="135636"/>
                </a:lnTo>
                <a:close/>
              </a:path>
              <a:path w="403860" h="410210">
                <a:moveTo>
                  <a:pt x="306323" y="135636"/>
                </a:moveTo>
                <a:lnTo>
                  <a:pt x="283463" y="135636"/>
                </a:lnTo>
                <a:lnTo>
                  <a:pt x="283347" y="112776"/>
                </a:lnTo>
                <a:lnTo>
                  <a:pt x="283236" y="105156"/>
                </a:lnTo>
                <a:lnTo>
                  <a:pt x="282821" y="92344"/>
                </a:lnTo>
                <a:lnTo>
                  <a:pt x="281939" y="79248"/>
                </a:lnTo>
                <a:lnTo>
                  <a:pt x="321563" y="96012"/>
                </a:lnTo>
                <a:lnTo>
                  <a:pt x="306323" y="106680"/>
                </a:lnTo>
                <a:lnTo>
                  <a:pt x="306323" y="135636"/>
                </a:lnTo>
                <a:close/>
              </a:path>
              <a:path w="403860" h="410210">
                <a:moveTo>
                  <a:pt x="97535" y="149352"/>
                </a:moveTo>
                <a:lnTo>
                  <a:pt x="83819" y="135636"/>
                </a:lnTo>
                <a:lnTo>
                  <a:pt x="339851" y="135636"/>
                </a:lnTo>
                <a:lnTo>
                  <a:pt x="361187" y="112776"/>
                </a:lnTo>
                <a:lnTo>
                  <a:pt x="394716" y="144780"/>
                </a:lnTo>
                <a:lnTo>
                  <a:pt x="118871" y="144780"/>
                </a:lnTo>
                <a:lnTo>
                  <a:pt x="97535" y="149352"/>
                </a:lnTo>
                <a:close/>
              </a:path>
              <a:path w="403860" h="410210">
                <a:moveTo>
                  <a:pt x="161543" y="225552"/>
                </a:moveTo>
                <a:lnTo>
                  <a:pt x="162425" y="207573"/>
                </a:lnTo>
                <a:lnTo>
                  <a:pt x="162877" y="188023"/>
                </a:lnTo>
                <a:lnTo>
                  <a:pt x="162950" y="178808"/>
                </a:lnTo>
                <a:lnTo>
                  <a:pt x="163067" y="144780"/>
                </a:lnTo>
                <a:lnTo>
                  <a:pt x="185927" y="144780"/>
                </a:lnTo>
                <a:lnTo>
                  <a:pt x="185927" y="196596"/>
                </a:lnTo>
                <a:lnTo>
                  <a:pt x="306813" y="196596"/>
                </a:lnTo>
                <a:lnTo>
                  <a:pt x="306966" y="201572"/>
                </a:lnTo>
                <a:lnTo>
                  <a:pt x="307324" y="205740"/>
                </a:lnTo>
                <a:lnTo>
                  <a:pt x="185927" y="205740"/>
                </a:lnTo>
                <a:lnTo>
                  <a:pt x="185927" y="214884"/>
                </a:lnTo>
                <a:lnTo>
                  <a:pt x="161543" y="225552"/>
                </a:lnTo>
                <a:close/>
              </a:path>
              <a:path w="403860" h="410210">
                <a:moveTo>
                  <a:pt x="306813" y="196596"/>
                </a:moveTo>
                <a:lnTo>
                  <a:pt x="283463" y="196596"/>
                </a:lnTo>
                <a:lnTo>
                  <a:pt x="283463" y="144780"/>
                </a:lnTo>
                <a:lnTo>
                  <a:pt x="306323" y="144780"/>
                </a:lnTo>
                <a:lnTo>
                  <a:pt x="306443" y="178808"/>
                </a:lnTo>
                <a:lnTo>
                  <a:pt x="306549" y="188023"/>
                </a:lnTo>
                <a:lnTo>
                  <a:pt x="306813" y="196596"/>
                </a:lnTo>
                <a:close/>
              </a:path>
              <a:path w="403860" h="410210">
                <a:moveTo>
                  <a:pt x="283463" y="222504"/>
                </a:moveTo>
                <a:lnTo>
                  <a:pt x="283463" y="205740"/>
                </a:lnTo>
                <a:lnTo>
                  <a:pt x="307324" y="205740"/>
                </a:lnTo>
                <a:lnTo>
                  <a:pt x="307847" y="211836"/>
                </a:lnTo>
                <a:lnTo>
                  <a:pt x="283463" y="222504"/>
                </a:lnTo>
                <a:close/>
              </a:path>
              <a:path w="403860" h="410210">
                <a:moveTo>
                  <a:pt x="131063" y="256032"/>
                </a:moveTo>
                <a:lnTo>
                  <a:pt x="117347" y="242316"/>
                </a:lnTo>
                <a:lnTo>
                  <a:pt x="298703" y="242316"/>
                </a:lnTo>
                <a:lnTo>
                  <a:pt x="315467" y="227076"/>
                </a:lnTo>
                <a:lnTo>
                  <a:pt x="341375" y="252984"/>
                </a:lnTo>
                <a:lnTo>
                  <a:pt x="146303" y="252984"/>
                </a:lnTo>
                <a:lnTo>
                  <a:pt x="131063" y="256032"/>
                </a:lnTo>
                <a:close/>
              </a:path>
              <a:path w="403860" h="410210">
                <a:moveTo>
                  <a:pt x="59435" y="409956"/>
                </a:moveTo>
                <a:lnTo>
                  <a:pt x="57911" y="402336"/>
                </a:lnTo>
                <a:lnTo>
                  <a:pt x="102727" y="392072"/>
                </a:lnTo>
                <a:lnTo>
                  <a:pt x="145541" y="377380"/>
                </a:lnTo>
                <a:lnTo>
                  <a:pt x="186070" y="358401"/>
                </a:lnTo>
                <a:lnTo>
                  <a:pt x="224027" y="335280"/>
                </a:lnTo>
                <a:lnTo>
                  <a:pt x="208287" y="317492"/>
                </a:lnTo>
                <a:lnTo>
                  <a:pt x="192976" y="298132"/>
                </a:lnTo>
                <a:lnTo>
                  <a:pt x="177950" y="276772"/>
                </a:lnTo>
                <a:lnTo>
                  <a:pt x="163067" y="252984"/>
                </a:lnTo>
                <a:lnTo>
                  <a:pt x="172211" y="252984"/>
                </a:lnTo>
                <a:lnTo>
                  <a:pt x="188452" y="274439"/>
                </a:lnTo>
                <a:lnTo>
                  <a:pt x="204977" y="293179"/>
                </a:lnTo>
                <a:lnTo>
                  <a:pt x="221503" y="309348"/>
                </a:lnTo>
                <a:lnTo>
                  <a:pt x="237743" y="323088"/>
                </a:lnTo>
                <a:lnTo>
                  <a:pt x="270260" y="323088"/>
                </a:lnTo>
                <a:lnTo>
                  <a:pt x="256031" y="336804"/>
                </a:lnTo>
                <a:lnTo>
                  <a:pt x="282551" y="350520"/>
                </a:lnTo>
                <a:lnTo>
                  <a:pt x="240791" y="350520"/>
                </a:lnTo>
                <a:lnTo>
                  <a:pt x="197881" y="372237"/>
                </a:lnTo>
                <a:lnTo>
                  <a:pt x="153542" y="389382"/>
                </a:lnTo>
                <a:lnTo>
                  <a:pt x="107489" y="401955"/>
                </a:lnTo>
                <a:lnTo>
                  <a:pt x="59435" y="409956"/>
                </a:lnTo>
                <a:close/>
              </a:path>
              <a:path w="403860" h="410210">
                <a:moveTo>
                  <a:pt x="270260" y="323088"/>
                </a:moveTo>
                <a:lnTo>
                  <a:pt x="237743" y="323088"/>
                </a:lnTo>
                <a:lnTo>
                  <a:pt x="254960" y="305919"/>
                </a:lnTo>
                <a:lnTo>
                  <a:pt x="270319" y="288607"/>
                </a:lnTo>
                <a:lnTo>
                  <a:pt x="284249" y="271010"/>
                </a:lnTo>
                <a:lnTo>
                  <a:pt x="297179" y="252984"/>
                </a:lnTo>
                <a:lnTo>
                  <a:pt x="341375" y="252984"/>
                </a:lnTo>
                <a:lnTo>
                  <a:pt x="323087" y="262128"/>
                </a:lnTo>
                <a:lnTo>
                  <a:pt x="304252" y="285583"/>
                </a:lnTo>
                <a:lnTo>
                  <a:pt x="286702" y="305752"/>
                </a:lnTo>
                <a:lnTo>
                  <a:pt x="270581" y="322778"/>
                </a:lnTo>
                <a:lnTo>
                  <a:pt x="270260" y="323088"/>
                </a:lnTo>
                <a:close/>
              </a:path>
              <a:path w="403860" h="410210">
                <a:moveTo>
                  <a:pt x="370332" y="403860"/>
                </a:moveTo>
                <a:lnTo>
                  <a:pt x="331446" y="395311"/>
                </a:lnTo>
                <a:lnTo>
                  <a:pt x="296989" y="383476"/>
                </a:lnTo>
                <a:lnTo>
                  <a:pt x="266819" y="368498"/>
                </a:lnTo>
                <a:lnTo>
                  <a:pt x="240791" y="350520"/>
                </a:lnTo>
                <a:lnTo>
                  <a:pt x="282551" y="350520"/>
                </a:lnTo>
                <a:lnTo>
                  <a:pt x="285773" y="352186"/>
                </a:lnTo>
                <a:lnTo>
                  <a:pt x="320230" y="363855"/>
                </a:lnTo>
                <a:lnTo>
                  <a:pt x="359544" y="371522"/>
                </a:lnTo>
                <a:lnTo>
                  <a:pt x="403860" y="374904"/>
                </a:lnTo>
                <a:lnTo>
                  <a:pt x="403860" y="382524"/>
                </a:lnTo>
                <a:lnTo>
                  <a:pt x="391334" y="385643"/>
                </a:lnTo>
                <a:lnTo>
                  <a:pt x="381381" y="390334"/>
                </a:lnTo>
                <a:lnTo>
                  <a:pt x="374284" y="396454"/>
                </a:lnTo>
                <a:lnTo>
                  <a:pt x="370332" y="40386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" name="object 37"/>
          <p:cNvSpPr/>
          <p:nvPr/>
        </p:nvSpPr>
        <p:spPr>
          <a:xfrm>
            <a:off x="3921252" y="3011424"/>
            <a:ext cx="346710" cy="401320"/>
          </a:xfrm>
          <a:custGeom>
            <a:avLst/>
            <a:gdLst/>
            <a:ahLst/>
            <a:cxnLst/>
            <a:rect l="l" t="t" r="r" b="b"/>
            <a:pathLst>
              <a:path w="346710" h="401320">
                <a:moveTo>
                  <a:pt x="334670" y="153924"/>
                </a:moveTo>
                <a:lnTo>
                  <a:pt x="297180" y="153924"/>
                </a:lnTo>
                <a:lnTo>
                  <a:pt x="310895" y="134112"/>
                </a:lnTo>
                <a:lnTo>
                  <a:pt x="334670" y="153924"/>
                </a:lnTo>
                <a:close/>
              </a:path>
              <a:path w="346710" h="401320">
                <a:moveTo>
                  <a:pt x="56388" y="307848"/>
                </a:moveTo>
                <a:lnTo>
                  <a:pt x="57269" y="284416"/>
                </a:lnTo>
                <a:lnTo>
                  <a:pt x="57721" y="262128"/>
                </a:lnTo>
                <a:lnTo>
                  <a:pt x="57841" y="196596"/>
                </a:lnTo>
                <a:lnTo>
                  <a:pt x="57721" y="182308"/>
                </a:lnTo>
                <a:lnTo>
                  <a:pt x="57269" y="161615"/>
                </a:lnTo>
                <a:lnTo>
                  <a:pt x="56388" y="140208"/>
                </a:lnTo>
                <a:lnTo>
                  <a:pt x="83820" y="153924"/>
                </a:lnTo>
                <a:lnTo>
                  <a:pt x="334670" y="153924"/>
                </a:lnTo>
                <a:lnTo>
                  <a:pt x="338328" y="156972"/>
                </a:lnTo>
                <a:lnTo>
                  <a:pt x="329755" y="164592"/>
                </a:lnTo>
                <a:lnTo>
                  <a:pt x="82296" y="164592"/>
                </a:lnTo>
                <a:lnTo>
                  <a:pt x="82296" y="297180"/>
                </a:lnTo>
                <a:lnTo>
                  <a:pt x="56388" y="307848"/>
                </a:lnTo>
                <a:close/>
              </a:path>
              <a:path w="346710" h="401320">
                <a:moveTo>
                  <a:pt x="300228" y="301752"/>
                </a:moveTo>
                <a:lnTo>
                  <a:pt x="300228" y="164592"/>
                </a:lnTo>
                <a:lnTo>
                  <a:pt x="329755" y="164592"/>
                </a:lnTo>
                <a:lnTo>
                  <a:pt x="324612" y="169164"/>
                </a:lnTo>
                <a:lnTo>
                  <a:pt x="324718" y="262890"/>
                </a:lnTo>
                <a:lnTo>
                  <a:pt x="324802" y="268033"/>
                </a:lnTo>
                <a:lnTo>
                  <a:pt x="325254" y="279058"/>
                </a:lnTo>
                <a:lnTo>
                  <a:pt x="326136" y="291084"/>
                </a:lnTo>
                <a:lnTo>
                  <a:pt x="300228" y="301752"/>
                </a:lnTo>
                <a:close/>
              </a:path>
              <a:path w="346710" h="401320">
                <a:moveTo>
                  <a:pt x="1524" y="400812"/>
                </a:moveTo>
                <a:lnTo>
                  <a:pt x="0" y="393192"/>
                </a:lnTo>
                <a:lnTo>
                  <a:pt x="41802" y="379476"/>
                </a:lnTo>
                <a:lnTo>
                  <a:pt x="75628" y="365950"/>
                </a:lnTo>
                <a:lnTo>
                  <a:pt x="120396" y="339852"/>
                </a:lnTo>
                <a:lnTo>
                  <a:pt x="145732" y="309562"/>
                </a:lnTo>
                <a:lnTo>
                  <a:pt x="163068" y="271272"/>
                </a:lnTo>
                <a:lnTo>
                  <a:pt x="172021" y="227647"/>
                </a:lnTo>
                <a:lnTo>
                  <a:pt x="175260" y="178308"/>
                </a:lnTo>
                <a:lnTo>
                  <a:pt x="216407" y="196596"/>
                </a:lnTo>
                <a:lnTo>
                  <a:pt x="202692" y="210312"/>
                </a:lnTo>
                <a:lnTo>
                  <a:pt x="198429" y="237744"/>
                </a:lnTo>
                <a:lnTo>
                  <a:pt x="192595" y="262890"/>
                </a:lnTo>
                <a:lnTo>
                  <a:pt x="176784" y="306324"/>
                </a:lnTo>
                <a:lnTo>
                  <a:pt x="153162" y="339280"/>
                </a:lnTo>
                <a:lnTo>
                  <a:pt x="120396" y="364236"/>
                </a:lnTo>
                <a:lnTo>
                  <a:pt x="72390" y="383667"/>
                </a:lnTo>
                <a:lnTo>
                  <a:pt x="39814" y="392525"/>
                </a:lnTo>
                <a:lnTo>
                  <a:pt x="1524" y="400812"/>
                </a:lnTo>
                <a:close/>
              </a:path>
              <a:path w="346710" h="401320">
                <a:moveTo>
                  <a:pt x="341376" y="391668"/>
                </a:moveTo>
                <a:lnTo>
                  <a:pt x="335280" y="391668"/>
                </a:lnTo>
                <a:lnTo>
                  <a:pt x="330708" y="388620"/>
                </a:lnTo>
                <a:lnTo>
                  <a:pt x="324612" y="382524"/>
                </a:lnTo>
                <a:lnTo>
                  <a:pt x="314658" y="374237"/>
                </a:lnTo>
                <a:lnTo>
                  <a:pt x="277368" y="345948"/>
                </a:lnTo>
                <a:lnTo>
                  <a:pt x="244221" y="326517"/>
                </a:lnTo>
                <a:lnTo>
                  <a:pt x="199644" y="304800"/>
                </a:lnTo>
                <a:lnTo>
                  <a:pt x="201168" y="297180"/>
                </a:lnTo>
                <a:lnTo>
                  <a:pt x="257770" y="312348"/>
                </a:lnTo>
                <a:lnTo>
                  <a:pt x="299656" y="325945"/>
                </a:lnTo>
                <a:lnTo>
                  <a:pt x="339852" y="348996"/>
                </a:lnTo>
                <a:lnTo>
                  <a:pt x="346495" y="373213"/>
                </a:lnTo>
                <a:lnTo>
                  <a:pt x="345943" y="379499"/>
                </a:lnTo>
                <a:lnTo>
                  <a:pt x="344424" y="387096"/>
                </a:lnTo>
                <a:lnTo>
                  <a:pt x="341376" y="391668"/>
                </a:lnTo>
                <a:close/>
              </a:path>
              <a:path w="346710" h="401320">
                <a:moveTo>
                  <a:pt x="305620" y="16764"/>
                </a:moveTo>
                <a:lnTo>
                  <a:pt x="272795" y="16764"/>
                </a:lnTo>
                <a:lnTo>
                  <a:pt x="284988" y="0"/>
                </a:lnTo>
                <a:lnTo>
                  <a:pt x="305620" y="16764"/>
                </a:lnTo>
                <a:close/>
              </a:path>
              <a:path w="346710" h="401320">
                <a:moveTo>
                  <a:pt x="86868" y="132588"/>
                </a:moveTo>
                <a:lnTo>
                  <a:pt x="87106" y="115728"/>
                </a:lnTo>
                <a:lnTo>
                  <a:pt x="88153" y="83724"/>
                </a:lnTo>
                <a:lnTo>
                  <a:pt x="88392" y="68579"/>
                </a:lnTo>
                <a:lnTo>
                  <a:pt x="88153" y="54292"/>
                </a:lnTo>
                <a:lnTo>
                  <a:pt x="87630" y="38861"/>
                </a:lnTo>
                <a:lnTo>
                  <a:pt x="87106" y="22288"/>
                </a:lnTo>
                <a:lnTo>
                  <a:pt x="86868" y="4572"/>
                </a:lnTo>
                <a:lnTo>
                  <a:pt x="111252" y="16764"/>
                </a:lnTo>
                <a:lnTo>
                  <a:pt x="305620" y="16764"/>
                </a:lnTo>
                <a:lnTo>
                  <a:pt x="309371" y="19812"/>
                </a:lnTo>
                <a:lnTo>
                  <a:pt x="302405" y="25908"/>
                </a:lnTo>
                <a:lnTo>
                  <a:pt x="111252" y="25908"/>
                </a:lnTo>
                <a:lnTo>
                  <a:pt x="111252" y="96012"/>
                </a:lnTo>
                <a:lnTo>
                  <a:pt x="297334" y="96012"/>
                </a:lnTo>
                <a:lnTo>
                  <a:pt x="297370" y="97917"/>
                </a:lnTo>
                <a:lnTo>
                  <a:pt x="297790" y="106679"/>
                </a:lnTo>
                <a:lnTo>
                  <a:pt x="111252" y="106679"/>
                </a:lnTo>
                <a:lnTo>
                  <a:pt x="111252" y="121920"/>
                </a:lnTo>
                <a:lnTo>
                  <a:pt x="86868" y="132588"/>
                </a:lnTo>
                <a:close/>
              </a:path>
              <a:path w="346710" h="401320">
                <a:moveTo>
                  <a:pt x="297334" y="96012"/>
                </a:moveTo>
                <a:lnTo>
                  <a:pt x="274319" y="96012"/>
                </a:lnTo>
                <a:lnTo>
                  <a:pt x="274319" y="25908"/>
                </a:lnTo>
                <a:lnTo>
                  <a:pt x="302405" y="25908"/>
                </a:lnTo>
                <a:lnTo>
                  <a:pt x="297180" y="30479"/>
                </a:lnTo>
                <a:lnTo>
                  <a:pt x="297203" y="89058"/>
                </a:lnTo>
                <a:lnTo>
                  <a:pt x="297334" y="96012"/>
                </a:lnTo>
                <a:close/>
              </a:path>
              <a:path w="346710" h="401320">
                <a:moveTo>
                  <a:pt x="274319" y="128016"/>
                </a:moveTo>
                <a:lnTo>
                  <a:pt x="274319" y="106679"/>
                </a:lnTo>
                <a:lnTo>
                  <a:pt x="297790" y="106679"/>
                </a:lnTo>
                <a:lnTo>
                  <a:pt x="297822" y="107346"/>
                </a:lnTo>
                <a:lnTo>
                  <a:pt x="298704" y="117348"/>
                </a:lnTo>
                <a:lnTo>
                  <a:pt x="274319" y="12801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" name="object 38"/>
          <p:cNvSpPr/>
          <p:nvPr/>
        </p:nvSpPr>
        <p:spPr>
          <a:xfrm>
            <a:off x="4346448" y="3006851"/>
            <a:ext cx="844550" cy="408940"/>
          </a:xfrm>
          <a:custGeom>
            <a:avLst/>
            <a:gdLst/>
            <a:ahLst/>
            <a:cxnLst/>
            <a:rect l="l" t="t" r="r" b="b"/>
            <a:pathLst>
              <a:path w="844550" h="408939">
                <a:moveTo>
                  <a:pt x="193548" y="74676"/>
                </a:moveTo>
                <a:lnTo>
                  <a:pt x="163068" y="50292"/>
                </a:lnTo>
                <a:lnTo>
                  <a:pt x="149352" y="67056"/>
                </a:lnTo>
                <a:lnTo>
                  <a:pt x="12192" y="67056"/>
                </a:lnTo>
                <a:lnTo>
                  <a:pt x="27432" y="83820"/>
                </a:lnTo>
                <a:lnTo>
                  <a:pt x="37731" y="80949"/>
                </a:lnTo>
                <a:lnTo>
                  <a:pt x="48196" y="79057"/>
                </a:lnTo>
                <a:lnTo>
                  <a:pt x="58928" y="78041"/>
                </a:lnTo>
                <a:lnTo>
                  <a:pt x="70104" y="77724"/>
                </a:lnTo>
                <a:lnTo>
                  <a:pt x="149352" y="77724"/>
                </a:lnTo>
                <a:lnTo>
                  <a:pt x="140208" y="112585"/>
                </a:lnTo>
                <a:lnTo>
                  <a:pt x="131064" y="144018"/>
                </a:lnTo>
                <a:lnTo>
                  <a:pt x="121920" y="172021"/>
                </a:lnTo>
                <a:lnTo>
                  <a:pt x="112776" y="196596"/>
                </a:lnTo>
                <a:lnTo>
                  <a:pt x="74676" y="153352"/>
                </a:lnTo>
                <a:lnTo>
                  <a:pt x="55765" y="132092"/>
                </a:lnTo>
                <a:lnTo>
                  <a:pt x="36576" y="111252"/>
                </a:lnTo>
                <a:lnTo>
                  <a:pt x="30480" y="115824"/>
                </a:lnTo>
                <a:lnTo>
                  <a:pt x="43624" y="133286"/>
                </a:lnTo>
                <a:lnTo>
                  <a:pt x="60198" y="156019"/>
                </a:lnTo>
                <a:lnTo>
                  <a:pt x="80200" y="184200"/>
                </a:lnTo>
                <a:lnTo>
                  <a:pt x="103632" y="217932"/>
                </a:lnTo>
                <a:lnTo>
                  <a:pt x="95643" y="234505"/>
                </a:lnTo>
                <a:lnTo>
                  <a:pt x="73406" y="271081"/>
                </a:lnTo>
                <a:lnTo>
                  <a:pt x="45427" y="310832"/>
                </a:lnTo>
                <a:lnTo>
                  <a:pt x="15709" y="345744"/>
                </a:lnTo>
                <a:lnTo>
                  <a:pt x="0" y="361188"/>
                </a:lnTo>
                <a:lnTo>
                  <a:pt x="1524" y="370332"/>
                </a:lnTo>
                <a:lnTo>
                  <a:pt x="41338" y="336042"/>
                </a:lnTo>
                <a:lnTo>
                  <a:pt x="73152" y="301752"/>
                </a:lnTo>
                <a:lnTo>
                  <a:pt x="98298" y="269748"/>
                </a:lnTo>
                <a:lnTo>
                  <a:pt x="118872" y="237744"/>
                </a:lnTo>
                <a:lnTo>
                  <a:pt x="128562" y="262013"/>
                </a:lnTo>
                <a:lnTo>
                  <a:pt x="136969" y="284416"/>
                </a:lnTo>
                <a:lnTo>
                  <a:pt x="143941" y="304825"/>
                </a:lnTo>
                <a:lnTo>
                  <a:pt x="149352" y="323088"/>
                </a:lnTo>
                <a:lnTo>
                  <a:pt x="151892" y="336219"/>
                </a:lnTo>
                <a:lnTo>
                  <a:pt x="154863" y="345744"/>
                </a:lnTo>
                <a:lnTo>
                  <a:pt x="158127" y="351599"/>
                </a:lnTo>
                <a:lnTo>
                  <a:pt x="161544" y="353568"/>
                </a:lnTo>
                <a:lnTo>
                  <a:pt x="163068" y="353568"/>
                </a:lnTo>
                <a:lnTo>
                  <a:pt x="173736" y="342900"/>
                </a:lnTo>
                <a:lnTo>
                  <a:pt x="175260" y="335280"/>
                </a:lnTo>
                <a:lnTo>
                  <a:pt x="176784" y="326136"/>
                </a:lnTo>
                <a:lnTo>
                  <a:pt x="176466" y="317855"/>
                </a:lnTo>
                <a:lnTo>
                  <a:pt x="165519" y="276656"/>
                </a:lnTo>
                <a:lnTo>
                  <a:pt x="144322" y="241134"/>
                </a:lnTo>
                <a:lnTo>
                  <a:pt x="128016" y="217932"/>
                </a:lnTo>
                <a:lnTo>
                  <a:pt x="136982" y="196596"/>
                </a:lnTo>
                <a:lnTo>
                  <a:pt x="139674" y="190195"/>
                </a:lnTo>
                <a:lnTo>
                  <a:pt x="151638" y="159448"/>
                </a:lnTo>
                <a:lnTo>
                  <a:pt x="163588" y="125564"/>
                </a:lnTo>
                <a:lnTo>
                  <a:pt x="175260" y="88392"/>
                </a:lnTo>
                <a:lnTo>
                  <a:pt x="189484" y="77724"/>
                </a:lnTo>
                <a:lnTo>
                  <a:pt x="193548" y="74676"/>
                </a:lnTo>
                <a:close/>
              </a:path>
              <a:path w="844550" h="408939">
                <a:moveTo>
                  <a:pt x="257556" y="237744"/>
                </a:moveTo>
                <a:lnTo>
                  <a:pt x="234696" y="192405"/>
                </a:lnTo>
                <a:lnTo>
                  <a:pt x="205740" y="166116"/>
                </a:lnTo>
                <a:lnTo>
                  <a:pt x="199644" y="170688"/>
                </a:lnTo>
                <a:lnTo>
                  <a:pt x="210832" y="192697"/>
                </a:lnTo>
                <a:lnTo>
                  <a:pt x="219456" y="212979"/>
                </a:lnTo>
                <a:lnTo>
                  <a:pt x="225780" y="231559"/>
                </a:lnTo>
                <a:lnTo>
                  <a:pt x="230124" y="248412"/>
                </a:lnTo>
                <a:lnTo>
                  <a:pt x="230670" y="259295"/>
                </a:lnTo>
                <a:lnTo>
                  <a:pt x="232219" y="266890"/>
                </a:lnTo>
                <a:lnTo>
                  <a:pt x="234619" y="271348"/>
                </a:lnTo>
                <a:lnTo>
                  <a:pt x="237744" y="272796"/>
                </a:lnTo>
                <a:lnTo>
                  <a:pt x="239268" y="272796"/>
                </a:lnTo>
                <a:lnTo>
                  <a:pt x="256984" y="243700"/>
                </a:lnTo>
                <a:lnTo>
                  <a:pt x="257556" y="237744"/>
                </a:lnTo>
                <a:close/>
              </a:path>
              <a:path w="844550" h="408939">
                <a:moveTo>
                  <a:pt x="409956" y="129540"/>
                </a:moveTo>
                <a:lnTo>
                  <a:pt x="377952" y="97536"/>
                </a:lnTo>
                <a:lnTo>
                  <a:pt x="355092" y="120396"/>
                </a:lnTo>
                <a:lnTo>
                  <a:pt x="335280" y="120396"/>
                </a:lnTo>
                <a:lnTo>
                  <a:pt x="335280" y="41148"/>
                </a:lnTo>
                <a:lnTo>
                  <a:pt x="350520" y="27432"/>
                </a:lnTo>
                <a:lnTo>
                  <a:pt x="309372" y="6096"/>
                </a:lnTo>
                <a:lnTo>
                  <a:pt x="310248" y="18097"/>
                </a:lnTo>
                <a:lnTo>
                  <a:pt x="310705" y="31242"/>
                </a:lnTo>
                <a:lnTo>
                  <a:pt x="310819" y="41148"/>
                </a:lnTo>
                <a:lnTo>
                  <a:pt x="310896" y="120396"/>
                </a:lnTo>
                <a:lnTo>
                  <a:pt x="172212" y="120396"/>
                </a:lnTo>
                <a:lnTo>
                  <a:pt x="187452" y="135636"/>
                </a:lnTo>
                <a:lnTo>
                  <a:pt x="197751" y="133400"/>
                </a:lnTo>
                <a:lnTo>
                  <a:pt x="208216" y="131445"/>
                </a:lnTo>
                <a:lnTo>
                  <a:pt x="218948" y="130073"/>
                </a:lnTo>
                <a:lnTo>
                  <a:pt x="230124" y="129540"/>
                </a:lnTo>
                <a:lnTo>
                  <a:pt x="310896" y="129540"/>
                </a:lnTo>
                <a:lnTo>
                  <a:pt x="310896" y="355092"/>
                </a:lnTo>
                <a:lnTo>
                  <a:pt x="307848" y="361188"/>
                </a:lnTo>
                <a:lnTo>
                  <a:pt x="300228" y="361188"/>
                </a:lnTo>
                <a:lnTo>
                  <a:pt x="291909" y="361530"/>
                </a:lnTo>
                <a:lnTo>
                  <a:pt x="278320" y="360426"/>
                </a:lnTo>
                <a:lnTo>
                  <a:pt x="234696" y="355092"/>
                </a:lnTo>
                <a:lnTo>
                  <a:pt x="234696" y="362712"/>
                </a:lnTo>
                <a:lnTo>
                  <a:pt x="261810" y="373888"/>
                </a:lnTo>
                <a:lnTo>
                  <a:pt x="281368" y="384619"/>
                </a:lnTo>
                <a:lnTo>
                  <a:pt x="293192" y="395084"/>
                </a:lnTo>
                <a:lnTo>
                  <a:pt x="297180" y="405384"/>
                </a:lnTo>
                <a:lnTo>
                  <a:pt x="314058" y="396532"/>
                </a:lnTo>
                <a:lnTo>
                  <a:pt x="325945" y="385953"/>
                </a:lnTo>
                <a:lnTo>
                  <a:pt x="332968" y="373672"/>
                </a:lnTo>
                <a:lnTo>
                  <a:pt x="334962" y="361530"/>
                </a:lnTo>
                <a:lnTo>
                  <a:pt x="335153" y="360426"/>
                </a:lnTo>
                <a:lnTo>
                  <a:pt x="335280" y="129540"/>
                </a:lnTo>
                <a:lnTo>
                  <a:pt x="409956" y="129540"/>
                </a:lnTo>
                <a:close/>
              </a:path>
              <a:path w="844550" h="408939">
                <a:moveTo>
                  <a:pt x="665975" y="65532"/>
                </a:moveTo>
                <a:lnTo>
                  <a:pt x="655307" y="54864"/>
                </a:lnTo>
                <a:lnTo>
                  <a:pt x="635495" y="35052"/>
                </a:lnTo>
                <a:lnTo>
                  <a:pt x="615683" y="54864"/>
                </a:lnTo>
                <a:lnTo>
                  <a:pt x="541007" y="54864"/>
                </a:lnTo>
                <a:lnTo>
                  <a:pt x="551561" y="42608"/>
                </a:lnTo>
                <a:lnTo>
                  <a:pt x="560438" y="33147"/>
                </a:lnTo>
                <a:lnTo>
                  <a:pt x="567588" y="26581"/>
                </a:lnTo>
                <a:lnTo>
                  <a:pt x="573011" y="22860"/>
                </a:lnTo>
                <a:lnTo>
                  <a:pt x="537959" y="0"/>
                </a:lnTo>
                <a:lnTo>
                  <a:pt x="516534" y="49301"/>
                </a:lnTo>
                <a:lnTo>
                  <a:pt x="494512" y="80962"/>
                </a:lnTo>
                <a:lnTo>
                  <a:pt x="458711" y="120396"/>
                </a:lnTo>
                <a:lnTo>
                  <a:pt x="461759" y="126492"/>
                </a:lnTo>
                <a:lnTo>
                  <a:pt x="494334" y="103136"/>
                </a:lnTo>
                <a:lnTo>
                  <a:pt x="533387" y="65532"/>
                </a:lnTo>
                <a:lnTo>
                  <a:pt x="554723" y="65532"/>
                </a:lnTo>
                <a:lnTo>
                  <a:pt x="574535" y="103632"/>
                </a:lnTo>
                <a:lnTo>
                  <a:pt x="577583" y="111252"/>
                </a:lnTo>
                <a:lnTo>
                  <a:pt x="579107" y="117348"/>
                </a:lnTo>
                <a:lnTo>
                  <a:pt x="579107" y="121920"/>
                </a:lnTo>
                <a:lnTo>
                  <a:pt x="580631" y="123444"/>
                </a:lnTo>
                <a:lnTo>
                  <a:pt x="586727" y="123444"/>
                </a:lnTo>
                <a:lnTo>
                  <a:pt x="589775" y="121920"/>
                </a:lnTo>
                <a:lnTo>
                  <a:pt x="598919" y="112776"/>
                </a:lnTo>
                <a:lnTo>
                  <a:pt x="601840" y="108394"/>
                </a:lnTo>
                <a:lnTo>
                  <a:pt x="601967" y="100584"/>
                </a:lnTo>
                <a:lnTo>
                  <a:pt x="600443" y="96012"/>
                </a:lnTo>
                <a:lnTo>
                  <a:pt x="565391" y="65532"/>
                </a:lnTo>
                <a:lnTo>
                  <a:pt x="665975" y="65532"/>
                </a:lnTo>
                <a:close/>
              </a:path>
              <a:path w="844550" h="408939">
                <a:moveTo>
                  <a:pt x="838187" y="268224"/>
                </a:moveTo>
                <a:lnTo>
                  <a:pt x="830567" y="260604"/>
                </a:lnTo>
                <a:lnTo>
                  <a:pt x="813803" y="243840"/>
                </a:lnTo>
                <a:lnTo>
                  <a:pt x="795515" y="260604"/>
                </a:lnTo>
                <a:lnTo>
                  <a:pt x="669023" y="260604"/>
                </a:lnTo>
                <a:lnTo>
                  <a:pt x="669023" y="207264"/>
                </a:lnTo>
                <a:lnTo>
                  <a:pt x="766559" y="207264"/>
                </a:lnTo>
                <a:lnTo>
                  <a:pt x="766559" y="225552"/>
                </a:lnTo>
                <a:lnTo>
                  <a:pt x="790943" y="214884"/>
                </a:lnTo>
                <a:lnTo>
                  <a:pt x="790232" y="207264"/>
                </a:lnTo>
                <a:lnTo>
                  <a:pt x="790067" y="205511"/>
                </a:lnTo>
                <a:lnTo>
                  <a:pt x="789787" y="196596"/>
                </a:lnTo>
                <a:lnTo>
                  <a:pt x="789609" y="191262"/>
                </a:lnTo>
                <a:lnTo>
                  <a:pt x="789495" y="178308"/>
                </a:lnTo>
                <a:lnTo>
                  <a:pt x="789419" y="149352"/>
                </a:lnTo>
                <a:lnTo>
                  <a:pt x="796277" y="144780"/>
                </a:lnTo>
                <a:lnTo>
                  <a:pt x="803135" y="140208"/>
                </a:lnTo>
                <a:lnTo>
                  <a:pt x="778751" y="115824"/>
                </a:lnTo>
                <a:lnTo>
                  <a:pt x="766559" y="129133"/>
                </a:lnTo>
                <a:lnTo>
                  <a:pt x="766559" y="144780"/>
                </a:lnTo>
                <a:lnTo>
                  <a:pt x="766559" y="196596"/>
                </a:lnTo>
                <a:lnTo>
                  <a:pt x="669023" y="196596"/>
                </a:lnTo>
                <a:lnTo>
                  <a:pt x="669023" y="144780"/>
                </a:lnTo>
                <a:lnTo>
                  <a:pt x="766559" y="144780"/>
                </a:lnTo>
                <a:lnTo>
                  <a:pt x="766559" y="129133"/>
                </a:lnTo>
                <a:lnTo>
                  <a:pt x="761987" y="134112"/>
                </a:lnTo>
                <a:lnTo>
                  <a:pt x="502907" y="134112"/>
                </a:lnTo>
                <a:lnTo>
                  <a:pt x="518147" y="149352"/>
                </a:lnTo>
                <a:lnTo>
                  <a:pt x="527011" y="147358"/>
                </a:lnTo>
                <a:lnTo>
                  <a:pt x="535292" y="145923"/>
                </a:lnTo>
                <a:lnTo>
                  <a:pt x="543013" y="145072"/>
                </a:lnTo>
                <a:lnTo>
                  <a:pt x="550151" y="144780"/>
                </a:lnTo>
                <a:lnTo>
                  <a:pt x="646163" y="144780"/>
                </a:lnTo>
                <a:lnTo>
                  <a:pt x="646163" y="196596"/>
                </a:lnTo>
                <a:lnTo>
                  <a:pt x="646163" y="207264"/>
                </a:lnTo>
                <a:lnTo>
                  <a:pt x="646163" y="260604"/>
                </a:lnTo>
                <a:lnTo>
                  <a:pt x="531863" y="260604"/>
                </a:lnTo>
                <a:lnTo>
                  <a:pt x="536181" y="244348"/>
                </a:lnTo>
                <a:lnTo>
                  <a:pt x="540054" y="229933"/>
                </a:lnTo>
                <a:lnTo>
                  <a:pt x="543661" y="217538"/>
                </a:lnTo>
                <a:lnTo>
                  <a:pt x="547103" y="207264"/>
                </a:lnTo>
                <a:lnTo>
                  <a:pt x="646163" y="207264"/>
                </a:lnTo>
                <a:lnTo>
                  <a:pt x="646163" y="196596"/>
                </a:lnTo>
                <a:lnTo>
                  <a:pt x="553199" y="196596"/>
                </a:lnTo>
                <a:lnTo>
                  <a:pt x="525767" y="178308"/>
                </a:lnTo>
                <a:lnTo>
                  <a:pt x="522058" y="200317"/>
                </a:lnTo>
                <a:lnTo>
                  <a:pt x="517766" y="220599"/>
                </a:lnTo>
                <a:lnTo>
                  <a:pt x="512914" y="239179"/>
                </a:lnTo>
                <a:lnTo>
                  <a:pt x="507479" y="256032"/>
                </a:lnTo>
                <a:lnTo>
                  <a:pt x="492239" y="265176"/>
                </a:lnTo>
                <a:lnTo>
                  <a:pt x="518147" y="286512"/>
                </a:lnTo>
                <a:lnTo>
                  <a:pt x="530339" y="271272"/>
                </a:lnTo>
                <a:lnTo>
                  <a:pt x="617207" y="271272"/>
                </a:lnTo>
                <a:lnTo>
                  <a:pt x="581774" y="311277"/>
                </a:lnTo>
                <a:lnTo>
                  <a:pt x="539483" y="344424"/>
                </a:lnTo>
                <a:lnTo>
                  <a:pt x="493572" y="370903"/>
                </a:lnTo>
                <a:lnTo>
                  <a:pt x="446519" y="391668"/>
                </a:lnTo>
                <a:lnTo>
                  <a:pt x="448043" y="399288"/>
                </a:lnTo>
                <a:lnTo>
                  <a:pt x="506526" y="377761"/>
                </a:lnTo>
                <a:lnTo>
                  <a:pt x="559295" y="350520"/>
                </a:lnTo>
                <a:lnTo>
                  <a:pt x="606158" y="316230"/>
                </a:lnTo>
                <a:lnTo>
                  <a:pt x="646163" y="272796"/>
                </a:lnTo>
                <a:lnTo>
                  <a:pt x="646049" y="364236"/>
                </a:lnTo>
                <a:lnTo>
                  <a:pt x="645960" y="373265"/>
                </a:lnTo>
                <a:lnTo>
                  <a:pt x="645515" y="391668"/>
                </a:lnTo>
                <a:lnTo>
                  <a:pt x="644639" y="408432"/>
                </a:lnTo>
                <a:lnTo>
                  <a:pt x="670547" y="399288"/>
                </a:lnTo>
                <a:lnTo>
                  <a:pt x="669671" y="388124"/>
                </a:lnTo>
                <a:lnTo>
                  <a:pt x="669239" y="377761"/>
                </a:lnTo>
                <a:lnTo>
                  <a:pt x="669150" y="373265"/>
                </a:lnTo>
                <a:lnTo>
                  <a:pt x="669023" y="272796"/>
                </a:lnTo>
                <a:lnTo>
                  <a:pt x="669023" y="271272"/>
                </a:lnTo>
                <a:lnTo>
                  <a:pt x="798563" y="271272"/>
                </a:lnTo>
                <a:lnTo>
                  <a:pt x="794524" y="293852"/>
                </a:lnTo>
                <a:lnTo>
                  <a:pt x="783323" y="336804"/>
                </a:lnTo>
                <a:lnTo>
                  <a:pt x="772655" y="341376"/>
                </a:lnTo>
                <a:lnTo>
                  <a:pt x="765797" y="341426"/>
                </a:lnTo>
                <a:lnTo>
                  <a:pt x="754367" y="339471"/>
                </a:lnTo>
                <a:lnTo>
                  <a:pt x="738365" y="335813"/>
                </a:lnTo>
                <a:lnTo>
                  <a:pt x="717791" y="330708"/>
                </a:lnTo>
                <a:lnTo>
                  <a:pt x="717791" y="336804"/>
                </a:lnTo>
                <a:lnTo>
                  <a:pt x="737793" y="347116"/>
                </a:lnTo>
                <a:lnTo>
                  <a:pt x="752081" y="357568"/>
                </a:lnTo>
                <a:lnTo>
                  <a:pt x="760653" y="368312"/>
                </a:lnTo>
                <a:lnTo>
                  <a:pt x="763511" y="379476"/>
                </a:lnTo>
                <a:lnTo>
                  <a:pt x="770966" y="377215"/>
                </a:lnTo>
                <a:lnTo>
                  <a:pt x="783018" y="373265"/>
                </a:lnTo>
                <a:lnTo>
                  <a:pt x="787895" y="371856"/>
                </a:lnTo>
                <a:lnTo>
                  <a:pt x="793991" y="368808"/>
                </a:lnTo>
                <a:lnTo>
                  <a:pt x="798563" y="364236"/>
                </a:lnTo>
                <a:lnTo>
                  <a:pt x="801611" y="359664"/>
                </a:lnTo>
                <a:lnTo>
                  <a:pt x="806183" y="353568"/>
                </a:lnTo>
                <a:lnTo>
                  <a:pt x="809231" y="345948"/>
                </a:lnTo>
                <a:lnTo>
                  <a:pt x="810742" y="341426"/>
                </a:lnTo>
                <a:lnTo>
                  <a:pt x="812279" y="336804"/>
                </a:lnTo>
                <a:lnTo>
                  <a:pt x="813930" y="327088"/>
                </a:lnTo>
                <a:lnTo>
                  <a:pt x="816279" y="313944"/>
                </a:lnTo>
                <a:lnTo>
                  <a:pt x="818934" y="297370"/>
                </a:lnTo>
                <a:lnTo>
                  <a:pt x="821423" y="277368"/>
                </a:lnTo>
                <a:lnTo>
                  <a:pt x="832599" y="271272"/>
                </a:lnTo>
                <a:lnTo>
                  <a:pt x="838187" y="268224"/>
                </a:lnTo>
                <a:close/>
              </a:path>
              <a:path w="844550" h="408939">
                <a:moveTo>
                  <a:pt x="844283" y="65532"/>
                </a:moveTo>
                <a:lnTo>
                  <a:pt x="834148" y="54864"/>
                </a:lnTo>
                <a:lnTo>
                  <a:pt x="815327" y="35052"/>
                </a:lnTo>
                <a:lnTo>
                  <a:pt x="793991" y="54864"/>
                </a:lnTo>
                <a:lnTo>
                  <a:pt x="705599" y="54864"/>
                </a:lnTo>
                <a:lnTo>
                  <a:pt x="715340" y="42608"/>
                </a:lnTo>
                <a:lnTo>
                  <a:pt x="724077" y="33337"/>
                </a:lnTo>
                <a:lnTo>
                  <a:pt x="731964" y="27228"/>
                </a:lnTo>
                <a:lnTo>
                  <a:pt x="739127" y="24384"/>
                </a:lnTo>
                <a:lnTo>
                  <a:pt x="704075" y="1524"/>
                </a:lnTo>
                <a:lnTo>
                  <a:pt x="687793" y="39890"/>
                </a:lnTo>
                <a:lnTo>
                  <a:pt x="662736" y="83058"/>
                </a:lnTo>
                <a:lnTo>
                  <a:pt x="633971" y="117348"/>
                </a:lnTo>
                <a:lnTo>
                  <a:pt x="640067" y="123444"/>
                </a:lnTo>
                <a:lnTo>
                  <a:pt x="650887" y="113969"/>
                </a:lnTo>
                <a:lnTo>
                  <a:pt x="660260" y="105918"/>
                </a:lnTo>
                <a:lnTo>
                  <a:pt x="667931" y="99021"/>
                </a:lnTo>
                <a:lnTo>
                  <a:pt x="673595" y="92964"/>
                </a:lnTo>
                <a:lnTo>
                  <a:pt x="679335" y="86969"/>
                </a:lnTo>
                <a:lnTo>
                  <a:pt x="685215" y="80391"/>
                </a:lnTo>
                <a:lnTo>
                  <a:pt x="691375" y="73279"/>
                </a:lnTo>
                <a:lnTo>
                  <a:pt x="697979" y="65532"/>
                </a:lnTo>
                <a:lnTo>
                  <a:pt x="722363" y="65532"/>
                </a:lnTo>
                <a:lnTo>
                  <a:pt x="740651" y="100584"/>
                </a:lnTo>
                <a:lnTo>
                  <a:pt x="743699" y="106680"/>
                </a:lnTo>
                <a:lnTo>
                  <a:pt x="745223" y="114300"/>
                </a:lnTo>
                <a:lnTo>
                  <a:pt x="749795" y="123444"/>
                </a:lnTo>
                <a:lnTo>
                  <a:pt x="754367" y="123444"/>
                </a:lnTo>
                <a:lnTo>
                  <a:pt x="761987" y="115824"/>
                </a:lnTo>
                <a:lnTo>
                  <a:pt x="766559" y="109728"/>
                </a:lnTo>
                <a:lnTo>
                  <a:pt x="768083" y="105156"/>
                </a:lnTo>
                <a:lnTo>
                  <a:pt x="768083" y="96012"/>
                </a:lnTo>
                <a:lnTo>
                  <a:pt x="733031" y="65532"/>
                </a:lnTo>
                <a:lnTo>
                  <a:pt x="844283" y="6553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" name="object 39"/>
          <p:cNvSpPr/>
          <p:nvPr/>
        </p:nvSpPr>
        <p:spPr>
          <a:xfrm>
            <a:off x="5248643" y="3003803"/>
            <a:ext cx="500380" cy="411480"/>
          </a:xfrm>
          <a:custGeom>
            <a:avLst/>
            <a:gdLst/>
            <a:ahLst/>
            <a:cxnLst/>
            <a:rect l="l" t="t" r="r" b="b"/>
            <a:pathLst>
              <a:path w="500379" h="411479">
                <a:moveTo>
                  <a:pt x="44196" y="123444"/>
                </a:moveTo>
                <a:lnTo>
                  <a:pt x="3048" y="123444"/>
                </a:lnTo>
                <a:lnTo>
                  <a:pt x="3048" y="365772"/>
                </a:lnTo>
                <a:lnTo>
                  <a:pt x="44196" y="365772"/>
                </a:lnTo>
                <a:lnTo>
                  <a:pt x="44196" y="123444"/>
                </a:lnTo>
                <a:close/>
              </a:path>
              <a:path w="500379" h="411479">
                <a:moveTo>
                  <a:pt x="47244" y="41148"/>
                </a:moveTo>
                <a:lnTo>
                  <a:pt x="0" y="41148"/>
                </a:lnTo>
                <a:lnTo>
                  <a:pt x="0" y="82296"/>
                </a:lnTo>
                <a:lnTo>
                  <a:pt x="47244" y="82296"/>
                </a:lnTo>
                <a:lnTo>
                  <a:pt x="47244" y="41148"/>
                </a:lnTo>
                <a:close/>
              </a:path>
              <a:path w="500379" h="411479">
                <a:moveTo>
                  <a:pt x="321564" y="147828"/>
                </a:moveTo>
                <a:lnTo>
                  <a:pt x="280416" y="124968"/>
                </a:lnTo>
                <a:lnTo>
                  <a:pt x="281305" y="145859"/>
                </a:lnTo>
                <a:lnTo>
                  <a:pt x="281762" y="165925"/>
                </a:lnTo>
                <a:lnTo>
                  <a:pt x="281838" y="174675"/>
                </a:lnTo>
                <a:lnTo>
                  <a:pt x="281749" y="352425"/>
                </a:lnTo>
                <a:lnTo>
                  <a:pt x="281305" y="379526"/>
                </a:lnTo>
                <a:lnTo>
                  <a:pt x="280416" y="411480"/>
                </a:lnTo>
                <a:lnTo>
                  <a:pt x="309372" y="394716"/>
                </a:lnTo>
                <a:lnTo>
                  <a:pt x="308495" y="377888"/>
                </a:lnTo>
                <a:lnTo>
                  <a:pt x="308038" y="361759"/>
                </a:lnTo>
                <a:lnTo>
                  <a:pt x="307936" y="352425"/>
                </a:lnTo>
                <a:lnTo>
                  <a:pt x="307848" y="156972"/>
                </a:lnTo>
                <a:lnTo>
                  <a:pt x="321564" y="147828"/>
                </a:lnTo>
                <a:close/>
              </a:path>
              <a:path w="500379" h="411479">
                <a:moveTo>
                  <a:pt x="499872" y="179832"/>
                </a:moveTo>
                <a:lnTo>
                  <a:pt x="451485" y="165925"/>
                </a:lnTo>
                <a:lnTo>
                  <a:pt x="400812" y="137160"/>
                </a:lnTo>
                <a:lnTo>
                  <a:pt x="350901" y="92964"/>
                </a:lnTo>
                <a:lnTo>
                  <a:pt x="310756" y="41148"/>
                </a:lnTo>
                <a:lnTo>
                  <a:pt x="303276" y="30480"/>
                </a:lnTo>
                <a:lnTo>
                  <a:pt x="318516" y="19812"/>
                </a:lnTo>
                <a:lnTo>
                  <a:pt x="281940" y="0"/>
                </a:lnTo>
                <a:lnTo>
                  <a:pt x="271043" y="27127"/>
                </a:lnTo>
                <a:lnTo>
                  <a:pt x="256413" y="55816"/>
                </a:lnTo>
                <a:lnTo>
                  <a:pt x="214884" y="117348"/>
                </a:lnTo>
                <a:lnTo>
                  <a:pt x="188290" y="147637"/>
                </a:lnTo>
                <a:lnTo>
                  <a:pt x="158686" y="174498"/>
                </a:lnTo>
                <a:lnTo>
                  <a:pt x="125945" y="197929"/>
                </a:lnTo>
                <a:lnTo>
                  <a:pt x="89916" y="217932"/>
                </a:lnTo>
                <a:lnTo>
                  <a:pt x="92964" y="225552"/>
                </a:lnTo>
                <a:lnTo>
                  <a:pt x="128041" y="208978"/>
                </a:lnTo>
                <a:lnTo>
                  <a:pt x="187909" y="172402"/>
                </a:lnTo>
                <a:lnTo>
                  <a:pt x="234391" y="129882"/>
                </a:lnTo>
                <a:lnTo>
                  <a:pt x="277202" y="73964"/>
                </a:lnTo>
                <a:lnTo>
                  <a:pt x="297180" y="41148"/>
                </a:lnTo>
                <a:lnTo>
                  <a:pt x="315468" y="71678"/>
                </a:lnTo>
                <a:lnTo>
                  <a:pt x="352044" y="123024"/>
                </a:lnTo>
                <a:lnTo>
                  <a:pt x="389724" y="162102"/>
                </a:lnTo>
                <a:lnTo>
                  <a:pt x="434200" y="195770"/>
                </a:lnTo>
                <a:lnTo>
                  <a:pt x="458724" y="210312"/>
                </a:lnTo>
                <a:lnTo>
                  <a:pt x="466229" y="201168"/>
                </a:lnTo>
                <a:lnTo>
                  <a:pt x="475297" y="194310"/>
                </a:lnTo>
                <a:lnTo>
                  <a:pt x="486371" y="189738"/>
                </a:lnTo>
                <a:lnTo>
                  <a:pt x="499872" y="187452"/>
                </a:lnTo>
                <a:lnTo>
                  <a:pt x="499872" y="17983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" name="object 40"/>
          <p:cNvSpPr/>
          <p:nvPr/>
        </p:nvSpPr>
        <p:spPr>
          <a:xfrm>
            <a:off x="5809488" y="3009899"/>
            <a:ext cx="375285" cy="403860"/>
          </a:xfrm>
          <a:custGeom>
            <a:avLst/>
            <a:gdLst/>
            <a:ahLst/>
            <a:cxnLst/>
            <a:rect l="l" t="t" r="r" b="b"/>
            <a:pathLst>
              <a:path w="375285" h="403860">
                <a:moveTo>
                  <a:pt x="54864" y="38100"/>
                </a:moveTo>
                <a:lnTo>
                  <a:pt x="39624" y="22860"/>
                </a:lnTo>
                <a:lnTo>
                  <a:pt x="278892" y="22860"/>
                </a:lnTo>
                <a:lnTo>
                  <a:pt x="301751" y="0"/>
                </a:lnTo>
                <a:lnTo>
                  <a:pt x="335280" y="33528"/>
                </a:lnTo>
                <a:lnTo>
                  <a:pt x="88392" y="33528"/>
                </a:lnTo>
                <a:lnTo>
                  <a:pt x="81010" y="33813"/>
                </a:lnTo>
                <a:lnTo>
                  <a:pt x="72771" y="34671"/>
                </a:lnTo>
                <a:lnTo>
                  <a:pt x="63960" y="36099"/>
                </a:lnTo>
                <a:lnTo>
                  <a:pt x="54864" y="38100"/>
                </a:lnTo>
                <a:close/>
              </a:path>
              <a:path w="375285" h="403860">
                <a:moveTo>
                  <a:pt x="196596" y="67055"/>
                </a:moveTo>
                <a:lnTo>
                  <a:pt x="173736" y="67055"/>
                </a:lnTo>
                <a:lnTo>
                  <a:pt x="173736" y="33528"/>
                </a:lnTo>
                <a:lnTo>
                  <a:pt x="196596" y="33528"/>
                </a:lnTo>
                <a:lnTo>
                  <a:pt x="196596" y="67055"/>
                </a:lnTo>
                <a:close/>
              </a:path>
              <a:path w="375285" h="403860">
                <a:moveTo>
                  <a:pt x="362494" y="67055"/>
                </a:moveTo>
                <a:lnTo>
                  <a:pt x="329184" y="67055"/>
                </a:lnTo>
                <a:lnTo>
                  <a:pt x="345948" y="48768"/>
                </a:lnTo>
                <a:lnTo>
                  <a:pt x="362494" y="67055"/>
                </a:lnTo>
                <a:close/>
              </a:path>
              <a:path w="375285" h="403860">
                <a:moveTo>
                  <a:pt x="9144" y="121920"/>
                </a:moveTo>
                <a:lnTo>
                  <a:pt x="3048" y="120396"/>
                </a:lnTo>
                <a:lnTo>
                  <a:pt x="1524" y="118872"/>
                </a:lnTo>
                <a:lnTo>
                  <a:pt x="0" y="115824"/>
                </a:lnTo>
                <a:lnTo>
                  <a:pt x="0" y="109728"/>
                </a:lnTo>
                <a:lnTo>
                  <a:pt x="1524" y="105156"/>
                </a:lnTo>
                <a:lnTo>
                  <a:pt x="7620" y="99060"/>
                </a:lnTo>
                <a:lnTo>
                  <a:pt x="13954" y="91654"/>
                </a:lnTo>
                <a:lnTo>
                  <a:pt x="19431" y="80962"/>
                </a:lnTo>
                <a:lnTo>
                  <a:pt x="24355" y="67055"/>
                </a:lnTo>
                <a:lnTo>
                  <a:pt x="28956" y="50292"/>
                </a:lnTo>
                <a:lnTo>
                  <a:pt x="33528" y="50292"/>
                </a:lnTo>
                <a:lnTo>
                  <a:pt x="36576" y="67055"/>
                </a:lnTo>
                <a:lnTo>
                  <a:pt x="362494" y="67055"/>
                </a:lnTo>
                <a:lnTo>
                  <a:pt x="370767" y="76200"/>
                </a:lnTo>
                <a:lnTo>
                  <a:pt x="36576" y="76200"/>
                </a:lnTo>
                <a:lnTo>
                  <a:pt x="37385" y="85034"/>
                </a:lnTo>
                <a:lnTo>
                  <a:pt x="37338" y="93154"/>
                </a:lnTo>
                <a:lnTo>
                  <a:pt x="36147" y="100417"/>
                </a:lnTo>
                <a:lnTo>
                  <a:pt x="33528" y="106680"/>
                </a:lnTo>
                <a:lnTo>
                  <a:pt x="30480" y="115824"/>
                </a:lnTo>
                <a:lnTo>
                  <a:pt x="24384" y="120396"/>
                </a:lnTo>
                <a:lnTo>
                  <a:pt x="16764" y="120396"/>
                </a:lnTo>
                <a:lnTo>
                  <a:pt x="9144" y="121920"/>
                </a:lnTo>
                <a:close/>
              </a:path>
              <a:path w="375285" h="403860">
                <a:moveTo>
                  <a:pt x="172212" y="178308"/>
                </a:moveTo>
                <a:lnTo>
                  <a:pt x="172370" y="161544"/>
                </a:lnTo>
                <a:lnTo>
                  <a:pt x="172496" y="150876"/>
                </a:lnTo>
                <a:lnTo>
                  <a:pt x="173497" y="102227"/>
                </a:lnTo>
                <a:lnTo>
                  <a:pt x="173736" y="76200"/>
                </a:lnTo>
                <a:lnTo>
                  <a:pt x="196596" y="76200"/>
                </a:lnTo>
                <a:lnTo>
                  <a:pt x="196669" y="121920"/>
                </a:lnTo>
                <a:lnTo>
                  <a:pt x="196786" y="141351"/>
                </a:lnTo>
                <a:lnTo>
                  <a:pt x="197238" y="159353"/>
                </a:lnTo>
                <a:lnTo>
                  <a:pt x="198120" y="167640"/>
                </a:lnTo>
                <a:lnTo>
                  <a:pt x="172212" y="178308"/>
                </a:lnTo>
                <a:close/>
              </a:path>
              <a:path w="375285" h="403860">
                <a:moveTo>
                  <a:pt x="315468" y="120396"/>
                </a:moveTo>
                <a:lnTo>
                  <a:pt x="310896" y="117348"/>
                </a:lnTo>
                <a:lnTo>
                  <a:pt x="332232" y="76200"/>
                </a:lnTo>
                <a:lnTo>
                  <a:pt x="370767" y="76200"/>
                </a:lnTo>
                <a:lnTo>
                  <a:pt x="374904" y="80772"/>
                </a:lnTo>
                <a:lnTo>
                  <a:pt x="367284" y="80772"/>
                </a:lnTo>
                <a:lnTo>
                  <a:pt x="359664" y="82295"/>
                </a:lnTo>
                <a:lnTo>
                  <a:pt x="352044" y="85343"/>
                </a:lnTo>
                <a:lnTo>
                  <a:pt x="344614" y="89320"/>
                </a:lnTo>
                <a:lnTo>
                  <a:pt x="336042" y="96583"/>
                </a:lnTo>
                <a:lnTo>
                  <a:pt x="326326" y="106989"/>
                </a:lnTo>
                <a:lnTo>
                  <a:pt x="315468" y="120396"/>
                </a:lnTo>
                <a:close/>
              </a:path>
              <a:path w="375285" h="403860">
                <a:moveTo>
                  <a:pt x="140208" y="120396"/>
                </a:moveTo>
                <a:lnTo>
                  <a:pt x="62484" y="120396"/>
                </a:lnTo>
                <a:lnTo>
                  <a:pt x="62484" y="109728"/>
                </a:lnTo>
                <a:lnTo>
                  <a:pt x="140208" y="109728"/>
                </a:lnTo>
                <a:lnTo>
                  <a:pt x="140208" y="120396"/>
                </a:lnTo>
                <a:close/>
              </a:path>
              <a:path w="375285" h="403860">
                <a:moveTo>
                  <a:pt x="297180" y="120396"/>
                </a:moveTo>
                <a:lnTo>
                  <a:pt x="216408" y="120396"/>
                </a:lnTo>
                <a:lnTo>
                  <a:pt x="216408" y="109728"/>
                </a:lnTo>
                <a:lnTo>
                  <a:pt x="297180" y="109728"/>
                </a:lnTo>
                <a:lnTo>
                  <a:pt x="297180" y="120396"/>
                </a:lnTo>
                <a:close/>
              </a:path>
              <a:path w="375285" h="403860">
                <a:moveTo>
                  <a:pt x="140208" y="161544"/>
                </a:moveTo>
                <a:lnTo>
                  <a:pt x="56388" y="161544"/>
                </a:lnTo>
                <a:lnTo>
                  <a:pt x="56388" y="150876"/>
                </a:lnTo>
                <a:lnTo>
                  <a:pt x="140208" y="150876"/>
                </a:lnTo>
                <a:lnTo>
                  <a:pt x="140208" y="161544"/>
                </a:lnTo>
                <a:close/>
              </a:path>
              <a:path w="375285" h="403860">
                <a:moveTo>
                  <a:pt x="297180" y="161544"/>
                </a:moveTo>
                <a:lnTo>
                  <a:pt x="216408" y="161544"/>
                </a:lnTo>
                <a:lnTo>
                  <a:pt x="216408" y="150876"/>
                </a:lnTo>
                <a:lnTo>
                  <a:pt x="297180" y="150876"/>
                </a:lnTo>
                <a:lnTo>
                  <a:pt x="297180" y="161544"/>
                </a:lnTo>
                <a:close/>
              </a:path>
              <a:path w="375285" h="403860">
                <a:moveTo>
                  <a:pt x="16764" y="210312"/>
                </a:moveTo>
                <a:lnTo>
                  <a:pt x="1524" y="195072"/>
                </a:lnTo>
                <a:lnTo>
                  <a:pt x="309372" y="195072"/>
                </a:lnTo>
                <a:lnTo>
                  <a:pt x="332232" y="172212"/>
                </a:lnTo>
                <a:lnTo>
                  <a:pt x="362712" y="205740"/>
                </a:lnTo>
                <a:lnTo>
                  <a:pt x="50292" y="205740"/>
                </a:lnTo>
                <a:lnTo>
                  <a:pt x="42910" y="206025"/>
                </a:lnTo>
                <a:lnTo>
                  <a:pt x="34671" y="206883"/>
                </a:lnTo>
                <a:lnTo>
                  <a:pt x="25860" y="208311"/>
                </a:lnTo>
                <a:lnTo>
                  <a:pt x="16764" y="210312"/>
                </a:lnTo>
                <a:close/>
              </a:path>
              <a:path w="375285" h="403860">
                <a:moveTo>
                  <a:pt x="149352" y="248412"/>
                </a:moveTo>
                <a:lnTo>
                  <a:pt x="140208" y="248412"/>
                </a:lnTo>
                <a:lnTo>
                  <a:pt x="152400" y="205740"/>
                </a:lnTo>
                <a:lnTo>
                  <a:pt x="184404" y="205740"/>
                </a:lnTo>
                <a:lnTo>
                  <a:pt x="172069" y="218622"/>
                </a:lnTo>
                <a:lnTo>
                  <a:pt x="162306" y="229933"/>
                </a:lnTo>
                <a:lnTo>
                  <a:pt x="154828" y="239815"/>
                </a:lnTo>
                <a:lnTo>
                  <a:pt x="149352" y="248412"/>
                </a:lnTo>
                <a:close/>
              </a:path>
              <a:path w="375285" h="403860">
                <a:moveTo>
                  <a:pt x="333538" y="248412"/>
                </a:moveTo>
                <a:lnTo>
                  <a:pt x="303276" y="248412"/>
                </a:lnTo>
                <a:lnTo>
                  <a:pt x="313944" y="233172"/>
                </a:lnTo>
                <a:lnTo>
                  <a:pt x="333538" y="248412"/>
                </a:lnTo>
                <a:close/>
              </a:path>
              <a:path w="375285" h="403860">
                <a:moveTo>
                  <a:pt x="36576" y="403860"/>
                </a:moveTo>
                <a:lnTo>
                  <a:pt x="36846" y="383095"/>
                </a:lnTo>
                <a:lnTo>
                  <a:pt x="37338" y="362712"/>
                </a:lnTo>
                <a:lnTo>
                  <a:pt x="37861" y="338709"/>
                </a:lnTo>
                <a:lnTo>
                  <a:pt x="38100" y="312420"/>
                </a:lnTo>
                <a:lnTo>
                  <a:pt x="37861" y="286988"/>
                </a:lnTo>
                <a:lnTo>
                  <a:pt x="37338" y="265557"/>
                </a:lnTo>
                <a:lnTo>
                  <a:pt x="36814" y="248126"/>
                </a:lnTo>
                <a:lnTo>
                  <a:pt x="36576" y="234696"/>
                </a:lnTo>
                <a:lnTo>
                  <a:pt x="62484" y="248412"/>
                </a:lnTo>
                <a:lnTo>
                  <a:pt x="333538" y="248412"/>
                </a:lnTo>
                <a:lnTo>
                  <a:pt x="341376" y="254508"/>
                </a:lnTo>
                <a:lnTo>
                  <a:pt x="336232" y="259080"/>
                </a:lnTo>
                <a:lnTo>
                  <a:pt x="62484" y="259080"/>
                </a:lnTo>
                <a:lnTo>
                  <a:pt x="62484" y="391668"/>
                </a:lnTo>
                <a:lnTo>
                  <a:pt x="36576" y="403860"/>
                </a:lnTo>
                <a:close/>
              </a:path>
              <a:path w="375285" h="403860">
                <a:moveTo>
                  <a:pt x="129540" y="387096"/>
                </a:moveTo>
                <a:lnTo>
                  <a:pt x="129540" y="259080"/>
                </a:lnTo>
                <a:lnTo>
                  <a:pt x="152400" y="259080"/>
                </a:lnTo>
                <a:lnTo>
                  <a:pt x="152400" y="374904"/>
                </a:lnTo>
                <a:lnTo>
                  <a:pt x="129540" y="387096"/>
                </a:lnTo>
                <a:close/>
              </a:path>
              <a:path w="375285" h="403860">
                <a:moveTo>
                  <a:pt x="213360" y="382524"/>
                </a:moveTo>
                <a:lnTo>
                  <a:pt x="213360" y="259080"/>
                </a:lnTo>
                <a:lnTo>
                  <a:pt x="236220" y="259080"/>
                </a:lnTo>
                <a:lnTo>
                  <a:pt x="236220" y="370332"/>
                </a:lnTo>
                <a:lnTo>
                  <a:pt x="213360" y="382524"/>
                </a:lnTo>
                <a:close/>
              </a:path>
              <a:path w="375285" h="403860">
                <a:moveTo>
                  <a:pt x="327660" y="367284"/>
                </a:moveTo>
                <a:lnTo>
                  <a:pt x="301751" y="367284"/>
                </a:lnTo>
                <a:lnTo>
                  <a:pt x="304800" y="362712"/>
                </a:lnTo>
                <a:lnTo>
                  <a:pt x="304800" y="259080"/>
                </a:lnTo>
                <a:lnTo>
                  <a:pt x="336232" y="259080"/>
                </a:lnTo>
                <a:lnTo>
                  <a:pt x="327660" y="266700"/>
                </a:lnTo>
                <a:lnTo>
                  <a:pt x="327660" y="367284"/>
                </a:lnTo>
                <a:close/>
              </a:path>
              <a:path w="375285" h="403860">
                <a:moveTo>
                  <a:pt x="297180" y="402336"/>
                </a:moveTo>
                <a:lnTo>
                  <a:pt x="292893" y="391787"/>
                </a:lnTo>
                <a:lnTo>
                  <a:pt x="284607" y="383095"/>
                </a:lnTo>
                <a:lnTo>
                  <a:pt x="272319" y="376404"/>
                </a:lnTo>
                <a:lnTo>
                  <a:pt x="256032" y="371856"/>
                </a:lnTo>
                <a:lnTo>
                  <a:pt x="256032" y="365760"/>
                </a:lnTo>
                <a:lnTo>
                  <a:pt x="266890" y="366641"/>
                </a:lnTo>
                <a:lnTo>
                  <a:pt x="276606" y="367093"/>
                </a:lnTo>
                <a:lnTo>
                  <a:pt x="285178" y="367260"/>
                </a:lnTo>
                <a:lnTo>
                  <a:pt x="327660" y="367284"/>
                </a:lnTo>
                <a:lnTo>
                  <a:pt x="325683" y="378975"/>
                </a:lnTo>
                <a:lnTo>
                  <a:pt x="319849" y="388810"/>
                </a:lnTo>
                <a:lnTo>
                  <a:pt x="310300" y="396644"/>
                </a:lnTo>
                <a:lnTo>
                  <a:pt x="297180" y="40233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" name="object 41"/>
          <p:cNvSpPr/>
          <p:nvPr/>
        </p:nvSpPr>
        <p:spPr>
          <a:xfrm>
            <a:off x="6233147" y="3006851"/>
            <a:ext cx="847725" cy="408940"/>
          </a:xfrm>
          <a:custGeom>
            <a:avLst/>
            <a:gdLst/>
            <a:ahLst/>
            <a:cxnLst/>
            <a:rect l="l" t="t" r="r" b="b"/>
            <a:pathLst>
              <a:path w="847725" h="408939">
                <a:moveTo>
                  <a:pt x="131064" y="199644"/>
                </a:moveTo>
                <a:lnTo>
                  <a:pt x="106680" y="168097"/>
                </a:lnTo>
                <a:lnTo>
                  <a:pt x="51816" y="141732"/>
                </a:lnTo>
                <a:lnTo>
                  <a:pt x="48768" y="147828"/>
                </a:lnTo>
                <a:lnTo>
                  <a:pt x="67373" y="165544"/>
                </a:lnTo>
                <a:lnTo>
                  <a:pt x="82105" y="182118"/>
                </a:lnTo>
                <a:lnTo>
                  <a:pt x="93141" y="197548"/>
                </a:lnTo>
                <a:lnTo>
                  <a:pt x="100584" y="211836"/>
                </a:lnTo>
                <a:lnTo>
                  <a:pt x="105156" y="225552"/>
                </a:lnTo>
                <a:lnTo>
                  <a:pt x="109728" y="231648"/>
                </a:lnTo>
                <a:lnTo>
                  <a:pt x="115824" y="231648"/>
                </a:lnTo>
                <a:lnTo>
                  <a:pt x="118872" y="227076"/>
                </a:lnTo>
                <a:lnTo>
                  <a:pt x="123444" y="219456"/>
                </a:lnTo>
                <a:lnTo>
                  <a:pt x="130987" y="204393"/>
                </a:lnTo>
                <a:lnTo>
                  <a:pt x="131064" y="199644"/>
                </a:lnTo>
                <a:close/>
              </a:path>
              <a:path w="847725" h="408939">
                <a:moveTo>
                  <a:pt x="324612" y="60960"/>
                </a:moveTo>
                <a:lnTo>
                  <a:pt x="299085" y="31724"/>
                </a:lnTo>
                <a:lnTo>
                  <a:pt x="254508" y="13716"/>
                </a:lnTo>
                <a:lnTo>
                  <a:pt x="249936" y="18288"/>
                </a:lnTo>
                <a:lnTo>
                  <a:pt x="266801" y="34607"/>
                </a:lnTo>
                <a:lnTo>
                  <a:pt x="280797" y="49339"/>
                </a:lnTo>
                <a:lnTo>
                  <a:pt x="291947" y="62661"/>
                </a:lnTo>
                <a:lnTo>
                  <a:pt x="300228" y="74676"/>
                </a:lnTo>
                <a:lnTo>
                  <a:pt x="309372" y="88392"/>
                </a:lnTo>
                <a:lnTo>
                  <a:pt x="315468" y="88392"/>
                </a:lnTo>
                <a:lnTo>
                  <a:pt x="318516" y="83820"/>
                </a:lnTo>
                <a:lnTo>
                  <a:pt x="321564" y="76200"/>
                </a:lnTo>
                <a:lnTo>
                  <a:pt x="323088" y="68580"/>
                </a:lnTo>
                <a:lnTo>
                  <a:pt x="324573" y="62661"/>
                </a:lnTo>
                <a:lnTo>
                  <a:pt x="324612" y="60960"/>
                </a:lnTo>
                <a:close/>
              </a:path>
              <a:path w="847725" h="408939">
                <a:moveTo>
                  <a:pt x="403860" y="336804"/>
                </a:moveTo>
                <a:lnTo>
                  <a:pt x="363270" y="323405"/>
                </a:lnTo>
                <a:lnTo>
                  <a:pt x="325945" y="301561"/>
                </a:lnTo>
                <a:lnTo>
                  <a:pt x="291782" y="271449"/>
                </a:lnTo>
                <a:lnTo>
                  <a:pt x="260604" y="233172"/>
                </a:lnTo>
                <a:lnTo>
                  <a:pt x="275729" y="224028"/>
                </a:lnTo>
                <a:lnTo>
                  <a:pt x="311404" y="202526"/>
                </a:lnTo>
                <a:lnTo>
                  <a:pt x="323088" y="195072"/>
                </a:lnTo>
                <a:lnTo>
                  <a:pt x="333375" y="189026"/>
                </a:lnTo>
                <a:lnTo>
                  <a:pt x="343662" y="184404"/>
                </a:lnTo>
                <a:lnTo>
                  <a:pt x="353949" y="180936"/>
                </a:lnTo>
                <a:lnTo>
                  <a:pt x="364236" y="178308"/>
                </a:lnTo>
                <a:lnTo>
                  <a:pt x="333756" y="146304"/>
                </a:lnTo>
                <a:lnTo>
                  <a:pt x="319493" y="165100"/>
                </a:lnTo>
                <a:lnTo>
                  <a:pt x="301942" y="184594"/>
                </a:lnTo>
                <a:lnTo>
                  <a:pt x="281254" y="204393"/>
                </a:lnTo>
                <a:lnTo>
                  <a:pt x="257556" y="224028"/>
                </a:lnTo>
                <a:lnTo>
                  <a:pt x="245249" y="202336"/>
                </a:lnTo>
                <a:lnTo>
                  <a:pt x="233362" y="176212"/>
                </a:lnTo>
                <a:lnTo>
                  <a:pt x="221767" y="145808"/>
                </a:lnTo>
                <a:lnTo>
                  <a:pt x="217385" y="132588"/>
                </a:lnTo>
                <a:lnTo>
                  <a:pt x="210312" y="111252"/>
                </a:lnTo>
                <a:lnTo>
                  <a:pt x="390144" y="111252"/>
                </a:lnTo>
                <a:lnTo>
                  <a:pt x="355092" y="74676"/>
                </a:lnTo>
                <a:lnTo>
                  <a:pt x="330708" y="100584"/>
                </a:lnTo>
                <a:lnTo>
                  <a:pt x="208788" y="100584"/>
                </a:lnTo>
                <a:lnTo>
                  <a:pt x="208788" y="36576"/>
                </a:lnTo>
                <a:lnTo>
                  <a:pt x="222504" y="22860"/>
                </a:lnTo>
                <a:lnTo>
                  <a:pt x="181356" y="0"/>
                </a:lnTo>
                <a:lnTo>
                  <a:pt x="181571" y="13716"/>
                </a:lnTo>
                <a:lnTo>
                  <a:pt x="181660" y="18288"/>
                </a:lnTo>
                <a:lnTo>
                  <a:pt x="182092" y="36576"/>
                </a:lnTo>
                <a:lnTo>
                  <a:pt x="182549" y="60960"/>
                </a:lnTo>
                <a:lnTo>
                  <a:pt x="182664" y="68580"/>
                </a:lnTo>
                <a:lnTo>
                  <a:pt x="182880" y="100584"/>
                </a:lnTo>
                <a:lnTo>
                  <a:pt x="10668" y="100584"/>
                </a:lnTo>
                <a:lnTo>
                  <a:pt x="25908" y="115824"/>
                </a:lnTo>
                <a:lnTo>
                  <a:pt x="36220" y="113830"/>
                </a:lnTo>
                <a:lnTo>
                  <a:pt x="46672" y="112395"/>
                </a:lnTo>
                <a:lnTo>
                  <a:pt x="57416" y="111544"/>
                </a:lnTo>
                <a:lnTo>
                  <a:pt x="68580" y="111252"/>
                </a:lnTo>
                <a:lnTo>
                  <a:pt x="182880" y="111252"/>
                </a:lnTo>
                <a:lnTo>
                  <a:pt x="182880" y="234696"/>
                </a:lnTo>
                <a:lnTo>
                  <a:pt x="148018" y="253009"/>
                </a:lnTo>
                <a:lnTo>
                  <a:pt x="64008" y="295656"/>
                </a:lnTo>
                <a:lnTo>
                  <a:pt x="25146" y="313182"/>
                </a:lnTo>
                <a:lnTo>
                  <a:pt x="0" y="321564"/>
                </a:lnTo>
                <a:lnTo>
                  <a:pt x="27432" y="356616"/>
                </a:lnTo>
                <a:lnTo>
                  <a:pt x="58508" y="326834"/>
                </a:lnTo>
                <a:lnTo>
                  <a:pt x="182880" y="245364"/>
                </a:lnTo>
                <a:lnTo>
                  <a:pt x="182880" y="345948"/>
                </a:lnTo>
                <a:lnTo>
                  <a:pt x="181356" y="356616"/>
                </a:lnTo>
                <a:lnTo>
                  <a:pt x="175260" y="361188"/>
                </a:lnTo>
                <a:lnTo>
                  <a:pt x="166116" y="361188"/>
                </a:lnTo>
                <a:lnTo>
                  <a:pt x="157568" y="360934"/>
                </a:lnTo>
                <a:lnTo>
                  <a:pt x="112776" y="358140"/>
                </a:lnTo>
                <a:lnTo>
                  <a:pt x="112776" y="365760"/>
                </a:lnTo>
                <a:lnTo>
                  <a:pt x="135026" y="373456"/>
                </a:lnTo>
                <a:lnTo>
                  <a:pt x="151257" y="382714"/>
                </a:lnTo>
                <a:lnTo>
                  <a:pt x="161213" y="393407"/>
                </a:lnTo>
                <a:lnTo>
                  <a:pt x="164592" y="405384"/>
                </a:lnTo>
                <a:lnTo>
                  <a:pt x="184581" y="397027"/>
                </a:lnTo>
                <a:lnTo>
                  <a:pt x="198691" y="385381"/>
                </a:lnTo>
                <a:lnTo>
                  <a:pt x="206819" y="370027"/>
                </a:lnTo>
                <a:lnTo>
                  <a:pt x="207708" y="361188"/>
                </a:lnTo>
                <a:lnTo>
                  <a:pt x="208788" y="350520"/>
                </a:lnTo>
                <a:lnTo>
                  <a:pt x="208788" y="245364"/>
                </a:lnTo>
                <a:lnTo>
                  <a:pt x="208788" y="132588"/>
                </a:lnTo>
                <a:lnTo>
                  <a:pt x="221996" y="185547"/>
                </a:lnTo>
                <a:lnTo>
                  <a:pt x="240284" y="233121"/>
                </a:lnTo>
                <a:lnTo>
                  <a:pt x="263652" y="275272"/>
                </a:lnTo>
                <a:lnTo>
                  <a:pt x="292100" y="311975"/>
                </a:lnTo>
                <a:lnTo>
                  <a:pt x="325628" y="343166"/>
                </a:lnTo>
                <a:lnTo>
                  <a:pt x="364236" y="368808"/>
                </a:lnTo>
                <a:lnTo>
                  <a:pt x="370217" y="359435"/>
                </a:lnTo>
                <a:lnTo>
                  <a:pt x="378904" y="352044"/>
                </a:lnTo>
                <a:lnTo>
                  <a:pt x="390169" y="346951"/>
                </a:lnTo>
                <a:lnTo>
                  <a:pt x="403860" y="344424"/>
                </a:lnTo>
                <a:lnTo>
                  <a:pt x="403860" y="336804"/>
                </a:lnTo>
                <a:close/>
              </a:path>
              <a:path w="847725" h="408939">
                <a:moveTo>
                  <a:pt x="563880" y="22872"/>
                </a:moveTo>
                <a:lnTo>
                  <a:pt x="530352" y="0"/>
                </a:lnTo>
                <a:lnTo>
                  <a:pt x="527812" y="14312"/>
                </a:lnTo>
                <a:lnTo>
                  <a:pt x="522541" y="34480"/>
                </a:lnTo>
                <a:lnTo>
                  <a:pt x="504444" y="92964"/>
                </a:lnTo>
                <a:lnTo>
                  <a:pt x="477202" y="161734"/>
                </a:lnTo>
                <a:lnTo>
                  <a:pt x="441960" y="227076"/>
                </a:lnTo>
                <a:lnTo>
                  <a:pt x="446532" y="231648"/>
                </a:lnTo>
                <a:lnTo>
                  <a:pt x="459105" y="216789"/>
                </a:lnTo>
                <a:lnTo>
                  <a:pt x="471678" y="199644"/>
                </a:lnTo>
                <a:lnTo>
                  <a:pt x="484251" y="180213"/>
                </a:lnTo>
                <a:lnTo>
                  <a:pt x="496824" y="158496"/>
                </a:lnTo>
                <a:lnTo>
                  <a:pt x="496722" y="341757"/>
                </a:lnTo>
                <a:lnTo>
                  <a:pt x="496595" y="353961"/>
                </a:lnTo>
                <a:lnTo>
                  <a:pt x="496163" y="377964"/>
                </a:lnTo>
                <a:lnTo>
                  <a:pt x="495300" y="408444"/>
                </a:lnTo>
                <a:lnTo>
                  <a:pt x="521208" y="399288"/>
                </a:lnTo>
                <a:lnTo>
                  <a:pt x="521030" y="389128"/>
                </a:lnTo>
                <a:lnTo>
                  <a:pt x="520903" y="383870"/>
                </a:lnTo>
                <a:lnTo>
                  <a:pt x="520509" y="370217"/>
                </a:lnTo>
                <a:lnTo>
                  <a:pt x="519925" y="345287"/>
                </a:lnTo>
                <a:lnTo>
                  <a:pt x="519811" y="331927"/>
                </a:lnTo>
                <a:lnTo>
                  <a:pt x="519684" y="158496"/>
                </a:lnTo>
                <a:lnTo>
                  <a:pt x="519684" y="141732"/>
                </a:lnTo>
                <a:lnTo>
                  <a:pt x="531876" y="132588"/>
                </a:lnTo>
                <a:lnTo>
                  <a:pt x="516636" y="120396"/>
                </a:lnTo>
                <a:lnTo>
                  <a:pt x="524332" y="100037"/>
                </a:lnTo>
                <a:lnTo>
                  <a:pt x="531304" y="82105"/>
                </a:lnTo>
                <a:lnTo>
                  <a:pt x="537425" y="66179"/>
                </a:lnTo>
                <a:lnTo>
                  <a:pt x="542544" y="51816"/>
                </a:lnTo>
                <a:lnTo>
                  <a:pt x="548030" y="40436"/>
                </a:lnTo>
                <a:lnTo>
                  <a:pt x="553212" y="31623"/>
                </a:lnTo>
                <a:lnTo>
                  <a:pt x="558406" y="25679"/>
                </a:lnTo>
                <a:lnTo>
                  <a:pt x="563880" y="22872"/>
                </a:lnTo>
                <a:close/>
              </a:path>
              <a:path w="847725" h="408939">
                <a:moveTo>
                  <a:pt x="704088" y="123444"/>
                </a:moveTo>
                <a:lnTo>
                  <a:pt x="675132" y="92964"/>
                </a:lnTo>
                <a:lnTo>
                  <a:pt x="655320" y="112776"/>
                </a:lnTo>
                <a:lnTo>
                  <a:pt x="629412" y="112776"/>
                </a:lnTo>
                <a:lnTo>
                  <a:pt x="629412" y="39624"/>
                </a:lnTo>
                <a:lnTo>
                  <a:pt x="643128" y="27432"/>
                </a:lnTo>
                <a:lnTo>
                  <a:pt x="606552" y="10668"/>
                </a:lnTo>
                <a:lnTo>
                  <a:pt x="607441" y="34886"/>
                </a:lnTo>
                <a:lnTo>
                  <a:pt x="607898" y="55626"/>
                </a:lnTo>
                <a:lnTo>
                  <a:pt x="608025" y="66179"/>
                </a:lnTo>
                <a:lnTo>
                  <a:pt x="608076" y="112776"/>
                </a:lnTo>
                <a:lnTo>
                  <a:pt x="542544" y="112776"/>
                </a:lnTo>
                <a:lnTo>
                  <a:pt x="557784" y="128016"/>
                </a:lnTo>
                <a:lnTo>
                  <a:pt x="568096" y="126022"/>
                </a:lnTo>
                <a:lnTo>
                  <a:pt x="578548" y="124587"/>
                </a:lnTo>
                <a:lnTo>
                  <a:pt x="589292" y="123736"/>
                </a:lnTo>
                <a:lnTo>
                  <a:pt x="600456" y="123444"/>
                </a:lnTo>
                <a:lnTo>
                  <a:pt x="608076" y="123444"/>
                </a:lnTo>
                <a:lnTo>
                  <a:pt x="608076" y="211836"/>
                </a:lnTo>
                <a:lnTo>
                  <a:pt x="580644" y="211836"/>
                </a:lnTo>
                <a:lnTo>
                  <a:pt x="557784" y="198120"/>
                </a:lnTo>
                <a:lnTo>
                  <a:pt x="558673" y="215836"/>
                </a:lnTo>
                <a:lnTo>
                  <a:pt x="559117" y="236982"/>
                </a:lnTo>
                <a:lnTo>
                  <a:pt x="559219" y="250583"/>
                </a:lnTo>
                <a:lnTo>
                  <a:pt x="559117" y="341757"/>
                </a:lnTo>
                <a:lnTo>
                  <a:pt x="558673" y="363715"/>
                </a:lnTo>
                <a:lnTo>
                  <a:pt x="557784" y="382524"/>
                </a:lnTo>
                <a:lnTo>
                  <a:pt x="580644" y="371868"/>
                </a:lnTo>
                <a:lnTo>
                  <a:pt x="580644" y="335292"/>
                </a:lnTo>
                <a:lnTo>
                  <a:pt x="655320" y="335292"/>
                </a:lnTo>
                <a:lnTo>
                  <a:pt x="655320" y="362724"/>
                </a:lnTo>
                <a:lnTo>
                  <a:pt x="678180" y="350532"/>
                </a:lnTo>
                <a:lnTo>
                  <a:pt x="677303" y="344817"/>
                </a:lnTo>
                <a:lnTo>
                  <a:pt x="676846" y="336816"/>
                </a:lnTo>
                <a:lnTo>
                  <a:pt x="676833" y="335292"/>
                </a:lnTo>
                <a:lnTo>
                  <a:pt x="676681" y="324612"/>
                </a:lnTo>
                <a:lnTo>
                  <a:pt x="676656" y="230124"/>
                </a:lnTo>
                <a:lnTo>
                  <a:pt x="686460" y="222504"/>
                </a:lnTo>
                <a:lnTo>
                  <a:pt x="690372" y="219456"/>
                </a:lnTo>
                <a:lnTo>
                  <a:pt x="682218" y="211836"/>
                </a:lnTo>
                <a:lnTo>
                  <a:pt x="667512" y="198120"/>
                </a:lnTo>
                <a:lnTo>
                  <a:pt x="655320" y="210312"/>
                </a:lnTo>
                <a:lnTo>
                  <a:pt x="655320" y="222504"/>
                </a:lnTo>
                <a:lnTo>
                  <a:pt x="655320" y="324612"/>
                </a:lnTo>
                <a:lnTo>
                  <a:pt x="580644" y="324612"/>
                </a:lnTo>
                <a:lnTo>
                  <a:pt x="580644" y="222504"/>
                </a:lnTo>
                <a:lnTo>
                  <a:pt x="655320" y="222504"/>
                </a:lnTo>
                <a:lnTo>
                  <a:pt x="655320" y="210312"/>
                </a:lnTo>
                <a:lnTo>
                  <a:pt x="653796" y="211836"/>
                </a:lnTo>
                <a:lnTo>
                  <a:pt x="629412" y="211836"/>
                </a:lnTo>
                <a:lnTo>
                  <a:pt x="629412" y="123444"/>
                </a:lnTo>
                <a:lnTo>
                  <a:pt x="704088" y="123444"/>
                </a:lnTo>
                <a:close/>
              </a:path>
              <a:path w="847725" h="408939">
                <a:moveTo>
                  <a:pt x="847344" y="373392"/>
                </a:moveTo>
                <a:lnTo>
                  <a:pt x="792289" y="339598"/>
                </a:lnTo>
                <a:lnTo>
                  <a:pt x="776935" y="323088"/>
                </a:lnTo>
                <a:lnTo>
                  <a:pt x="774001" y="319646"/>
                </a:lnTo>
                <a:lnTo>
                  <a:pt x="766572" y="309372"/>
                </a:lnTo>
                <a:lnTo>
                  <a:pt x="776033" y="289394"/>
                </a:lnTo>
                <a:lnTo>
                  <a:pt x="777684" y="284988"/>
                </a:lnTo>
                <a:lnTo>
                  <a:pt x="790371" y="246583"/>
                </a:lnTo>
                <a:lnTo>
                  <a:pt x="800036" y="199644"/>
                </a:lnTo>
                <a:lnTo>
                  <a:pt x="807961" y="148170"/>
                </a:lnTo>
                <a:lnTo>
                  <a:pt x="810768" y="121920"/>
                </a:lnTo>
                <a:lnTo>
                  <a:pt x="845820" y="121920"/>
                </a:lnTo>
                <a:lnTo>
                  <a:pt x="835152" y="111252"/>
                </a:lnTo>
                <a:lnTo>
                  <a:pt x="816864" y="92964"/>
                </a:lnTo>
                <a:lnTo>
                  <a:pt x="800100" y="111252"/>
                </a:lnTo>
                <a:lnTo>
                  <a:pt x="787908" y="111252"/>
                </a:lnTo>
                <a:lnTo>
                  <a:pt x="787908" y="121920"/>
                </a:lnTo>
                <a:lnTo>
                  <a:pt x="785342" y="150495"/>
                </a:lnTo>
                <a:lnTo>
                  <a:pt x="778484" y="200787"/>
                </a:lnTo>
                <a:lnTo>
                  <a:pt x="769607" y="241922"/>
                </a:lnTo>
                <a:lnTo>
                  <a:pt x="754380" y="284988"/>
                </a:lnTo>
                <a:lnTo>
                  <a:pt x="749579" y="272084"/>
                </a:lnTo>
                <a:lnTo>
                  <a:pt x="734568" y="227076"/>
                </a:lnTo>
                <a:lnTo>
                  <a:pt x="722782" y="168783"/>
                </a:lnTo>
                <a:lnTo>
                  <a:pt x="721093" y="156972"/>
                </a:lnTo>
                <a:lnTo>
                  <a:pt x="719328" y="144780"/>
                </a:lnTo>
                <a:lnTo>
                  <a:pt x="726948" y="121920"/>
                </a:lnTo>
                <a:lnTo>
                  <a:pt x="787908" y="121920"/>
                </a:lnTo>
                <a:lnTo>
                  <a:pt x="787908" y="111252"/>
                </a:lnTo>
                <a:lnTo>
                  <a:pt x="728472" y="111252"/>
                </a:lnTo>
                <a:lnTo>
                  <a:pt x="735888" y="87249"/>
                </a:lnTo>
                <a:lnTo>
                  <a:pt x="746696" y="52959"/>
                </a:lnTo>
                <a:lnTo>
                  <a:pt x="749808" y="42684"/>
                </a:lnTo>
                <a:lnTo>
                  <a:pt x="752627" y="35267"/>
                </a:lnTo>
                <a:lnTo>
                  <a:pt x="756285" y="29146"/>
                </a:lnTo>
                <a:lnTo>
                  <a:pt x="760526" y="24460"/>
                </a:lnTo>
                <a:lnTo>
                  <a:pt x="765048" y="21336"/>
                </a:lnTo>
                <a:lnTo>
                  <a:pt x="731520" y="1524"/>
                </a:lnTo>
                <a:lnTo>
                  <a:pt x="723519" y="55626"/>
                </a:lnTo>
                <a:lnTo>
                  <a:pt x="713232" y="109728"/>
                </a:lnTo>
                <a:lnTo>
                  <a:pt x="699897" y="159639"/>
                </a:lnTo>
                <a:lnTo>
                  <a:pt x="684276" y="202692"/>
                </a:lnTo>
                <a:lnTo>
                  <a:pt x="688848" y="205740"/>
                </a:lnTo>
                <a:lnTo>
                  <a:pt x="694829" y="195770"/>
                </a:lnTo>
                <a:lnTo>
                  <a:pt x="701230" y="184213"/>
                </a:lnTo>
                <a:lnTo>
                  <a:pt x="707923" y="171246"/>
                </a:lnTo>
                <a:lnTo>
                  <a:pt x="714756" y="156972"/>
                </a:lnTo>
                <a:lnTo>
                  <a:pt x="716191" y="178104"/>
                </a:lnTo>
                <a:lnTo>
                  <a:pt x="720763" y="216344"/>
                </a:lnTo>
                <a:lnTo>
                  <a:pt x="732091" y="268414"/>
                </a:lnTo>
                <a:lnTo>
                  <a:pt x="743712" y="304800"/>
                </a:lnTo>
                <a:lnTo>
                  <a:pt x="732840" y="319379"/>
                </a:lnTo>
                <a:lnTo>
                  <a:pt x="691896" y="359676"/>
                </a:lnTo>
                <a:lnTo>
                  <a:pt x="661225" y="382346"/>
                </a:lnTo>
                <a:lnTo>
                  <a:pt x="629412" y="399288"/>
                </a:lnTo>
                <a:lnTo>
                  <a:pt x="632460" y="405396"/>
                </a:lnTo>
                <a:lnTo>
                  <a:pt x="670826" y="388035"/>
                </a:lnTo>
                <a:lnTo>
                  <a:pt x="707453" y="366814"/>
                </a:lnTo>
                <a:lnTo>
                  <a:pt x="740079" y="339382"/>
                </a:lnTo>
                <a:lnTo>
                  <a:pt x="754380" y="323088"/>
                </a:lnTo>
                <a:lnTo>
                  <a:pt x="761504" y="334264"/>
                </a:lnTo>
                <a:lnTo>
                  <a:pt x="784860" y="365772"/>
                </a:lnTo>
                <a:lnTo>
                  <a:pt x="816864" y="396252"/>
                </a:lnTo>
                <a:lnTo>
                  <a:pt x="822274" y="389128"/>
                </a:lnTo>
                <a:lnTo>
                  <a:pt x="829246" y="383870"/>
                </a:lnTo>
                <a:lnTo>
                  <a:pt x="837653" y="380606"/>
                </a:lnTo>
                <a:lnTo>
                  <a:pt x="847344" y="379488"/>
                </a:lnTo>
                <a:lnTo>
                  <a:pt x="847344" y="37339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" name="object 42"/>
          <p:cNvSpPr/>
          <p:nvPr/>
        </p:nvSpPr>
        <p:spPr>
          <a:xfrm>
            <a:off x="7158228" y="3012947"/>
            <a:ext cx="335280" cy="393700"/>
          </a:xfrm>
          <a:custGeom>
            <a:avLst/>
            <a:gdLst/>
            <a:ahLst/>
            <a:cxnLst/>
            <a:rect l="l" t="t" r="r" b="b"/>
            <a:pathLst>
              <a:path w="335279" h="393700">
                <a:moveTo>
                  <a:pt x="297180" y="393191"/>
                </a:moveTo>
                <a:lnTo>
                  <a:pt x="297180" y="365760"/>
                </a:lnTo>
                <a:lnTo>
                  <a:pt x="36575" y="365760"/>
                </a:lnTo>
                <a:lnTo>
                  <a:pt x="24383" y="377952"/>
                </a:lnTo>
                <a:lnTo>
                  <a:pt x="0" y="359664"/>
                </a:lnTo>
                <a:lnTo>
                  <a:pt x="12192" y="347472"/>
                </a:lnTo>
                <a:lnTo>
                  <a:pt x="12168" y="265771"/>
                </a:lnTo>
                <a:lnTo>
                  <a:pt x="12001" y="251650"/>
                </a:lnTo>
                <a:lnTo>
                  <a:pt x="11549" y="236672"/>
                </a:lnTo>
                <a:lnTo>
                  <a:pt x="10668" y="220980"/>
                </a:lnTo>
                <a:lnTo>
                  <a:pt x="50292" y="242315"/>
                </a:lnTo>
                <a:lnTo>
                  <a:pt x="36575" y="254508"/>
                </a:lnTo>
                <a:lnTo>
                  <a:pt x="36575" y="355091"/>
                </a:lnTo>
                <a:lnTo>
                  <a:pt x="153924" y="355091"/>
                </a:lnTo>
                <a:lnTo>
                  <a:pt x="153924" y="187452"/>
                </a:lnTo>
                <a:lnTo>
                  <a:pt x="51816" y="187452"/>
                </a:lnTo>
                <a:lnTo>
                  <a:pt x="38100" y="199644"/>
                </a:lnTo>
                <a:lnTo>
                  <a:pt x="13716" y="179832"/>
                </a:lnTo>
                <a:lnTo>
                  <a:pt x="25907" y="169164"/>
                </a:lnTo>
                <a:lnTo>
                  <a:pt x="25884" y="86987"/>
                </a:lnTo>
                <a:lnTo>
                  <a:pt x="25717" y="76009"/>
                </a:lnTo>
                <a:lnTo>
                  <a:pt x="25265" y="64746"/>
                </a:lnTo>
                <a:lnTo>
                  <a:pt x="24383" y="53340"/>
                </a:lnTo>
                <a:lnTo>
                  <a:pt x="67056" y="73152"/>
                </a:lnTo>
                <a:lnTo>
                  <a:pt x="50292" y="83820"/>
                </a:lnTo>
                <a:lnTo>
                  <a:pt x="50292" y="176784"/>
                </a:lnTo>
                <a:lnTo>
                  <a:pt x="153924" y="176784"/>
                </a:lnTo>
                <a:lnTo>
                  <a:pt x="153924" y="60960"/>
                </a:lnTo>
                <a:lnTo>
                  <a:pt x="153662" y="45862"/>
                </a:lnTo>
                <a:lnTo>
                  <a:pt x="152971" y="30480"/>
                </a:lnTo>
                <a:lnTo>
                  <a:pt x="150876" y="0"/>
                </a:lnTo>
                <a:lnTo>
                  <a:pt x="192024" y="19812"/>
                </a:lnTo>
                <a:lnTo>
                  <a:pt x="178308" y="35052"/>
                </a:lnTo>
                <a:lnTo>
                  <a:pt x="178308" y="176784"/>
                </a:lnTo>
                <a:lnTo>
                  <a:pt x="280416" y="176784"/>
                </a:lnTo>
                <a:lnTo>
                  <a:pt x="280392" y="86915"/>
                </a:lnTo>
                <a:lnTo>
                  <a:pt x="280225" y="75438"/>
                </a:lnTo>
                <a:lnTo>
                  <a:pt x="279773" y="62817"/>
                </a:lnTo>
                <a:lnTo>
                  <a:pt x="278892" y="48768"/>
                </a:lnTo>
                <a:lnTo>
                  <a:pt x="318516" y="68580"/>
                </a:lnTo>
                <a:lnTo>
                  <a:pt x="304800" y="80772"/>
                </a:lnTo>
                <a:lnTo>
                  <a:pt x="304800" y="147828"/>
                </a:lnTo>
                <a:lnTo>
                  <a:pt x="305061" y="157805"/>
                </a:lnTo>
                <a:lnTo>
                  <a:pt x="307848" y="196596"/>
                </a:lnTo>
                <a:lnTo>
                  <a:pt x="280416" y="207264"/>
                </a:lnTo>
                <a:lnTo>
                  <a:pt x="280416" y="187452"/>
                </a:lnTo>
                <a:lnTo>
                  <a:pt x="178308" y="187452"/>
                </a:lnTo>
                <a:lnTo>
                  <a:pt x="178308" y="355091"/>
                </a:lnTo>
                <a:lnTo>
                  <a:pt x="297180" y="355091"/>
                </a:lnTo>
                <a:lnTo>
                  <a:pt x="297156" y="266271"/>
                </a:lnTo>
                <a:lnTo>
                  <a:pt x="296989" y="253365"/>
                </a:lnTo>
                <a:lnTo>
                  <a:pt x="296537" y="239887"/>
                </a:lnTo>
                <a:lnTo>
                  <a:pt x="295656" y="225552"/>
                </a:lnTo>
                <a:lnTo>
                  <a:pt x="335280" y="246888"/>
                </a:lnTo>
                <a:lnTo>
                  <a:pt x="321564" y="257555"/>
                </a:lnTo>
                <a:lnTo>
                  <a:pt x="321564" y="323088"/>
                </a:lnTo>
                <a:lnTo>
                  <a:pt x="321802" y="338208"/>
                </a:lnTo>
                <a:lnTo>
                  <a:pt x="322849" y="369593"/>
                </a:lnTo>
                <a:lnTo>
                  <a:pt x="323088" y="385572"/>
                </a:lnTo>
                <a:lnTo>
                  <a:pt x="297180" y="39319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" name="object 43"/>
          <p:cNvSpPr/>
          <p:nvPr/>
        </p:nvSpPr>
        <p:spPr>
          <a:xfrm>
            <a:off x="7574280" y="3005327"/>
            <a:ext cx="847725" cy="407034"/>
          </a:xfrm>
          <a:custGeom>
            <a:avLst/>
            <a:gdLst/>
            <a:ahLst/>
            <a:cxnLst/>
            <a:rect l="l" t="t" r="r" b="b"/>
            <a:pathLst>
              <a:path w="847725" h="407035">
                <a:moveTo>
                  <a:pt x="224028" y="44196"/>
                </a:moveTo>
                <a:lnTo>
                  <a:pt x="187020" y="8839"/>
                </a:lnTo>
                <a:lnTo>
                  <a:pt x="172212" y="0"/>
                </a:lnTo>
                <a:lnTo>
                  <a:pt x="169164" y="4572"/>
                </a:lnTo>
                <a:lnTo>
                  <a:pt x="179463" y="18288"/>
                </a:lnTo>
                <a:lnTo>
                  <a:pt x="187642" y="32004"/>
                </a:lnTo>
                <a:lnTo>
                  <a:pt x="193802" y="45720"/>
                </a:lnTo>
                <a:lnTo>
                  <a:pt x="198120" y="59436"/>
                </a:lnTo>
                <a:lnTo>
                  <a:pt x="201168" y="70104"/>
                </a:lnTo>
                <a:lnTo>
                  <a:pt x="202692" y="76200"/>
                </a:lnTo>
                <a:lnTo>
                  <a:pt x="208788" y="76200"/>
                </a:lnTo>
                <a:lnTo>
                  <a:pt x="213360" y="73152"/>
                </a:lnTo>
                <a:lnTo>
                  <a:pt x="222504" y="60960"/>
                </a:lnTo>
                <a:lnTo>
                  <a:pt x="224028" y="56388"/>
                </a:lnTo>
                <a:lnTo>
                  <a:pt x="224028" y="44196"/>
                </a:lnTo>
                <a:close/>
              </a:path>
              <a:path w="847725" h="407035">
                <a:moveTo>
                  <a:pt x="382524" y="91440"/>
                </a:moveTo>
                <a:lnTo>
                  <a:pt x="371322" y="80772"/>
                </a:lnTo>
                <a:lnTo>
                  <a:pt x="350520" y="60960"/>
                </a:lnTo>
                <a:lnTo>
                  <a:pt x="332232" y="80772"/>
                </a:lnTo>
                <a:lnTo>
                  <a:pt x="71628" y="80772"/>
                </a:lnTo>
                <a:lnTo>
                  <a:pt x="71628" y="60960"/>
                </a:lnTo>
                <a:lnTo>
                  <a:pt x="62484" y="60960"/>
                </a:lnTo>
                <a:lnTo>
                  <a:pt x="46621" y="104902"/>
                </a:lnTo>
                <a:lnTo>
                  <a:pt x="25908" y="126492"/>
                </a:lnTo>
                <a:lnTo>
                  <a:pt x="25908" y="132588"/>
                </a:lnTo>
                <a:lnTo>
                  <a:pt x="28956" y="134112"/>
                </a:lnTo>
                <a:lnTo>
                  <a:pt x="33528" y="137160"/>
                </a:lnTo>
                <a:lnTo>
                  <a:pt x="39624" y="138684"/>
                </a:lnTo>
                <a:lnTo>
                  <a:pt x="42672" y="140208"/>
                </a:lnTo>
                <a:lnTo>
                  <a:pt x="50292" y="140208"/>
                </a:lnTo>
                <a:lnTo>
                  <a:pt x="71259" y="105994"/>
                </a:lnTo>
                <a:lnTo>
                  <a:pt x="71628" y="91440"/>
                </a:lnTo>
                <a:lnTo>
                  <a:pt x="335280" y="91440"/>
                </a:lnTo>
                <a:lnTo>
                  <a:pt x="316992" y="137160"/>
                </a:lnTo>
                <a:lnTo>
                  <a:pt x="323088" y="138684"/>
                </a:lnTo>
                <a:lnTo>
                  <a:pt x="339661" y="118668"/>
                </a:lnTo>
                <a:lnTo>
                  <a:pt x="355092" y="104203"/>
                </a:lnTo>
                <a:lnTo>
                  <a:pt x="369379" y="95186"/>
                </a:lnTo>
                <a:lnTo>
                  <a:pt x="382524" y="91440"/>
                </a:lnTo>
                <a:close/>
              </a:path>
              <a:path w="847725" h="407035">
                <a:moveTo>
                  <a:pt x="393192" y="199644"/>
                </a:moveTo>
                <a:lnTo>
                  <a:pt x="356616" y="163068"/>
                </a:lnTo>
                <a:lnTo>
                  <a:pt x="330708" y="188976"/>
                </a:lnTo>
                <a:lnTo>
                  <a:pt x="269748" y="188976"/>
                </a:lnTo>
                <a:lnTo>
                  <a:pt x="269748" y="199644"/>
                </a:lnTo>
                <a:lnTo>
                  <a:pt x="255981" y="229108"/>
                </a:lnTo>
                <a:lnTo>
                  <a:pt x="241935" y="255841"/>
                </a:lnTo>
                <a:lnTo>
                  <a:pt x="227304" y="280022"/>
                </a:lnTo>
                <a:lnTo>
                  <a:pt x="211836" y="301752"/>
                </a:lnTo>
                <a:lnTo>
                  <a:pt x="194945" y="297116"/>
                </a:lnTo>
                <a:lnTo>
                  <a:pt x="118872" y="278892"/>
                </a:lnTo>
                <a:lnTo>
                  <a:pt x="128841" y="260223"/>
                </a:lnTo>
                <a:lnTo>
                  <a:pt x="138684" y="240411"/>
                </a:lnTo>
                <a:lnTo>
                  <a:pt x="148437" y="220179"/>
                </a:lnTo>
                <a:lnTo>
                  <a:pt x="158496" y="199644"/>
                </a:lnTo>
                <a:lnTo>
                  <a:pt x="269748" y="199644"/>
                </a:lnTo>
                <a:lnTo>
                  <a:pt x="269748" y="188976"/>
                </a:lnTo>
                <a:lnTo>
                  <a:pt x="161544" y="188976"/>
                </a:lnTo>
                <a:lnTo>
                  <a:pt x="178308" y="149352"/>
                </a:lnTo>
                <a:lnTo>
                  <a:pt x="195072" y="137160"/>
                </a:lnTo>
                <a:lnTo>
                  <a:pt x="158496" y="115824"/>
                </a:lnTo>
                <a:lnTo>
                  <a:pt x="154495" y="132397"/>
                </a:lnTo>
                <a:lnTo>
                  <a:pt x="149352" y="150114"/>
                </a:lnTo>
                <a:lnTo>
                  <a:pt x="143065" y="168973"/>
                </a:lnTo>
                <a:lnTo>
                  <a:pt x="135636" y="188976"/>
                </a:lnTo>
                <a:lnTo>
                  <a:pt x="0" y="188976"/>
                </a:lnTo>
                <a:lnTo>
                  <a:pt x="13716" y="202692"/>
                </a:lnTo>
                <a:lnTo>
                  <a:pt x="30480" y="199644"/>
                </a:lnTo>
                <a:lnTo>
                  <a:pt x="132588" y="199644"/>
                </a:lnTo>
                <a:lnTo>
                  <a:pt x="122059" y="224561"/>
                </a:lnTo>
                <a:lnTo>
                  <a:pt x="111252" y="246888"/>
                </a:lnTo>
                <a:lnTo>
                  <a:pt x="100431" y="266941"/>
                </a:lnTo>
                <a:lnTo>
                  <a:pt x="89916" y="284988"/>
                </a:lnTo>
                <a:lnTo>
                  <a:pt x="115862" y="290398"/>
                </a:lnTo>
                <a:lnTo>
                  <a:pt x="143256" y="297370"/>
                </a:lnTo>
                <a:lnTo>
                  <a:pt x="171780" y="305777"/>
                </a:lnTo>
                <a:lnTo>
                  <a:pt x="201168" y="315468"/>
                </a:lnTo>
                <a:lnTo>
                  <a:pt x="167106" y="343789"/>
                </a:lnTo>
                <a:lnTo>
                  <a:pt x="124206" y="367093"/>
                </a:lnTo>
                <a:lnTo>
                  <a:pt x="72148" y="385559"/>
                </a:lnTo>
                <a:lnTo>
                  <a:pt x="10668" y="399288"/>
                </a:lnTo>
                <a:lnTo>
                  <a:pt x="12192" y="406908"/>
                </a:lnTo>
                <a:lnTo>
                  <a:pt x="75247" y="397383"/>
                </a:lnTo>
                <a:lnTo>
                  <a:pt x="132588" y="381000"/>
                </a:lnTo>
                <a:lnTo>
                  <a:pt x="183642" y="356806"/>
                </a:lnTo>
                <a:lnTo>
                  <a:pt x="225552" y="324612"/>
                </a:lnTo>
                <a:lnTo>
                  <a:pt x="259575" y="338594"/>
                </a:lnTo>
                <a:lnTo>
                  <a:pt x="288607" y="352996"/>
                </a:lnTo>
                <a:lnTo>
                  <a:pt x="312775" y="367690"/>
                </a:lnTo>
                <a:lnTo>
                  <a:pt x="332232" y="382524"/>
                </a:lnTo>
                <a:lnTo>
                  <a:pt x="340804" y="389407"/>
                </a:lnTo>
                <a:lnTo>
                  <a:pt x="348234" y="394144"/>
                </a:lnTo>
                <a:lnTo>
                  <a:pt x="354520" y="396887"/>
                </a:lnTo>
                <a:lnTo>
                  <a:pt x="359664" y="397764"/>
                </a:lnTo>
                <a:lnTo>
                  <a:pt x="364236" y="397764"/>
                </a:lnTo>
                <a:lnTo>
                  <a:pt x="367284" y="391668"/>
                </a:lnTo>
                <a:lnTo>
                  <a:pt x="368808" y="381000"/>
                </a:lnTo>
                <a:lnTo>
                  <a:pt x="367703" y="372999"/>
                </a:lnTo>
                <a:lnTo>
                  <a:pt x="322173" y="339813"/>
                </a:lnTo>
                <a:lnTo>
                  <a:pt x="283019" y="324612"/>
                </a:lnTo>
                <a:lnTo>
                  <a:pt x="237744" y="309372"/>
                </a:lnTo>
                <a:lnTo>
                  <a:pt x="242925" y="301752"/>
                </a:lnTo>
                <a:lnTo>
                  <a:pt x="253479" y="286232"/>
                </a:lnTo>
                <a:lnTo>
                  <a:pt x="268795" y="260223"/>
                </a:lnTo>
                <a:lnTo>
                  <a:pt x="283819" y="231368"/>
                </a:lnTo>
                <a:lnTo>
                  <a:pt x="298704" y="199644"/>
                </a:lnTo>
                <a:lnTo>
                  <a:pt x="393192" y="199644"/>
                </a:lnTo>
                <a:close/>
              </a:path>
              <a:path w="847725" h="407035">
                <a:moveTo>
                  <a:pt x="592823" y="114300"/>
                </a:moveTo>
                <a:lnTo>
                  <a:pt x="565391" y="86868"/>
                </a:lnTo>
                <a:lnTo>
                  <a:pt x="547103" y="103632"/>
                </a:lnTo>
                <a:lnTo>
                  <a:pt x="533387" y="103632"/>
                </a:lnTo>
                <a:lnTo>
                  <a:pt x="533387" y="28956"/>
                </a:lnTo>
                <a:lnTo>
                  <a:pt x="550151" y="18288"/>
                </a:lnTo>
                <a:lnTo>
                  <a:pt x="509003" y="0"/>
                </a:lnTo>
                <a:lnTo>
                  <a:pt x="509892" y="18554"/>
                </a:lnTo>
                <a:lnTo>
                  <a:pt x="510336" y="42100"/>
                </a:lnTo>
                <a:lnTo>
                  <a:pt x="510463" y="61747"/>
                </a:lnTo>
                <a:lnTo>
                  <a:pt x="510527" y="103632"/>
                </a:lnTo>
                <a:lnTo>
                  <a:pt x="437388" y="103632"/>
                </a:lnTo>
                <a:lnTo>
                  <a:pt x="452615" y="117348"/>
                </a:lnTo>
                <a:lnTo>
                  <a:pt x="469379" y="114300"/>
                </a:lnTo>
                <a:lnTo>
                  <a:pt x="510527" y="114300"/>
                </a:lnTo>
                <a:lnTo>
                  <a:pt x="510527" y="195072"/>
                </a:lnTo>
                <a:lnTo>
                  <a:pt x="485368" y="205359"/>
                </a:lnTo>
                <a:lnTo>
                  <a:pt x="464616" y="213360"/>
                </a:lnTo>
                <a:lnTo>
                  <a:pt x="448170" y="219075"/>
                </a:lnTo>
                <a:lnTo>
                  <a:pt x="435851" y="222504"/>
                </a:lnTo>
                <a:lnTo>
                  <a:pt x="457200" y="254508"/>
                </a:lnTo>
                <a:lnTo>
                  <a:pt x="464032" y="247040"/>
                </a:lnTo>
                <a:lnTo>
                  <a:pt x="475284" y="238125"/>
                </a:lnTo>
                <a:lnTo>
                  <a:pt x="490842" y="227507"/>
                </a:lnTo>
                <a:lnTo>
                  <a:pt x="510527" y="214884"/>
                </a:lnTo>
                <a:lnTo>
                  <a:pt x="510527" y="358140"/>
                </a:lnTo>
                <a:lnTo>
                  <a:pt x="507479" y="364236"/>
                </a:lnTo>
                <a:lnTo>
                  <a:pt x="498335" y="364236"/>
                </a:lnTo>
                <a:lnTo>
                  <a:pt x="490334" y="363956"/>
                </a:lnTo>
                <a:lnTo>
                  <a:pt x="480047" y="363093"/>
                </a:lnTo>
                <a:lnTo>
                  <a:pt x="467474" y="361670"/>
                </a:lnTo>
                <a:lnTo>
                  <a:pt x="452615" y="359664"/>
                </a:lnTo>
                <a:lnTo>
                  <a:pt x="452615" y="367284"/>
                </a:lnTo>
                <a:lnTo>
                  <a:pt x="472605" y="375551"/>
                </a:lnTo>
                <a:lnTo>
                  <a:pt x="486714" y="384238"/>
                </a:lnTo>
                <a:lnTo>
                  <a:pt x="494842" y="393217"/>
                </a:lnTo>
                <a:lnTo>
                  <a:pt x="496824" y="402336"/>
                </a:lnTo>
                <a:lnTo>
                  <a:pt x="513676" y="393814"/>
                </a:lnTo>
                <a:lnTo>
                  <a:pt x="525386" y="382143"/>
                </a:lnTo>
                <a:lnTo>
                  <a:pt x="531964" y="367626"/>
                </a:lnTo>
                <a:lnTo>
                  <a:pt x="532244" y="364236"/>
                </a:lnTo>
                <a:lnTo>
                  <a:pt x="533298" y="351663"/>
                </a:lnTo>
                <a:lnTo>
                  <a:pt x="533387" y="214884"/>
                </a:lnTo>
                <a:lnTo>
                  <a:pt x="533387" y="202692"/>
                </a:lnTo>
                <a:lnTo>
                  <a:pt x="559930" y="185928"/>
                </a:lnTo>
                <a:lnTo>
                  <a:pt x="591299" y="166116"/>
                </a:lnTo>
                <a:lnTo>
                  <a:pt x="588251" y="161544"/>
                </a:lnTo>
                <a:lnTo>
                  <a:pt x="533387" y="185928"/>
                </a:lnTo>
                <a:lnTo>
                  <a:pt x="533387" y="114300"/>
                </a:lnTo>
                <a:lnTo>
                  <a:pt x="592823" y="114300"/>
                </a:lnTo>
                <a:close/>
              </a:path>
              <a:path w="847725" h="407035">
                <a:moveTo>
                  <a:pt x="694944" y="22860"/>
                </a:moveTo>
                <a:lnTo>
                  <a:pt x="655320" y="1524"/>
                </a:lnTo>
                <a:lnTo>
                  <a:pt x="656196" y="16649"/>
                </a:lnTo>
                <a:lnTo>
                  <a:pt x="656602" y="35052"/>
                </a:lnTo>
                <a:lnTo>
                  <a:pt x="656678" y="42100"/>
                </a:lnTo>
                <a:lnTo>
                  <a:pt x="656818" y="61747"/>
                </a:lnTo>
                <a:lnTo>
                  <a:pt x="656844" y="91440"/>
                </a:lnTo>
                <a:lnTo>
                  <a:pt x="580631" y="91440"/>
                </a:lnTo>
                <a:lnTo>
                  <a:pt x="594347" y="105156"/>
                </a:lnTo>
                <a:lnTo>
                  <a:pt x="612635" y="102108"/>
                </a:lnTo>
                <a:lnTo>
                  <a:pt x="656844" y="102108"/>
                </a:lnTo>
                <a:lnTo>
                  <a:pt x="656844" y="179832"/>
                </a:lnTo>
                <a:lnTo>
                  <a:pt x="591299" y="179832"/>
                </a:lnTo>
                <a:lnTo>
                  <a:pt x="605015" y="195072"/>
                </a:lnTo>
                <a:lnTo>
                  <a:pt x="620255" y="190500"/>
                </a:lnTo>
                <a:lnTo>
                  <a:pt x="656844" y="190500"/>
                </a:lnTo>
                <a:lnTo>
                  <a:pt x="656844" y="271272"/>
                </a:lnTo>
                <a:lnTo>
                  <a:pt x="563867" y="271272"/>
                </a:lnTo>
                <a:lnTo>
                  <a:pt x="577583" y="284988"/>
                </a:lnTo>
                <a:lnTo>
                  <a:pt x="592823" y="281940"/>
                </a:lnTo>
                <a:lnTo>
                  <a:pt x="656844" y="281940"/>
                </a:lnTo>
                <a:lnTo>
                  <a:pt x="656818" y="318808"/>
                </a:lnTo>
                <a:lnTo>
                  <a:pt x="656653" y="350520"/>
                </a:lnTo>
                <a:lnTo>
                  <a:pt x="656196" y="380530"/>
                </a:lnTo>
                <a:lnTo>
                  <a:pt x="655320" y="405384"/>
                </a:lnTo>
                <a:lnTo>
                  <a:pt x="679653" y="393217"/>
                </a:lnTo>
                <a:lnTo>
                  <a:pt x="679704" y="281940"/>
                </a:lnTo>
                <a:lnTo>
                  <a:pt x="679704" y="190500"/>
                </a:lnTo>
                <a:lnTo>
                  <a:pt x="679704" y="102108"/>
                </a:lnTo>
                <a:lnTo>
                  <a:pt x="679704" y="35052"/>
                </a:lnTo>
                <a:lnTo>
                  <a:pt x="694944" y="22860"/>
                </a:lnTo>
                <a:close/>
              </a:path>
              <a:path w="847725" h="407035">
                <a:moveTo>
                  <a:pt x="847344" y="283464"/>
                </a:moveTo>
                <a:lnTo>
                  <a:pt x="836676" y="272796"/>
                </a:lnTo>
                <a:lnTo>
                  <a:pt x="816851" y="252984"/>
                </a:lnTo>
                <a:lnTo>
                  <a:pt x="798576" y="272796"/>
                </a:lnTo>
                <a:lnTo>
                  <a:pt x="748284" y="272796"/>
                </a:lnTo>
                <a:lnTo>
                  <a:pt x="748284" y="192024"/>
                </a:lnTo>
                <a:lnTo>
                  <a:pt x="838200" y="192024"/>
                </a:lnTo>
                <a:lnTo>
                  <a:pt x="829056" y="182880"/>
                </a:lnTo>
                <a:lnTo>
                  <a:pt x="810768" y="164592"/>
                </a:lnTo>
                <a:lnTo>
                  <a:pt x="792480" y="182880"/>
                </a:lnTo>
                <a:lnTo>
                  <a:pt x="748284" y="182880"/>
                </a:lnTo>
                <a:lnTo>
                  <a:pt x="748284" y="103632"/>
                </a:lnTo>
                <a:lnTo>
                  <a:pt x="842772" y="103632"/>
                </a:lnTo>
                <a:lnTo>
                  <a:pt x="832104" y="92964"/>
                </a:lnTo>
                <a:lnTo>
                  <a:pt x="815327" y="76200"/>
                </a:lnTo>
                <a:lnTo>
                  <a:pt x="798576" y="92964"/>
                </a:lnTo>
                <a:lnTo>
                  <a:pt x="748284" y="92964"/>
                </a:lnTo>
                <a:lnTo>
                  <a:pt x="748284" y="35052"/>
                </a:lnTo>
                <a:lnTo>
                  <a:pt x="765048" y="22860"/>
                </a:lnTo>
                <a:lnTo>
                  <a:pt x="723900" y="3048"/>
                </a:lnTo>
                <a:lnTo>
                  <a:pt x="724128" y="19939"/>
                </a:lnTo>
                <a:lnTo>
                  <a:pt x="724560" y="35052"/>
                </a:lnTo>
                <a:lnTo>
                  <a:pt x="725182" y="59423"/>
                </a:lnTo>
                <a:lnTo>
                  <a:pt x="725360" y="76200"/>
                </a:lnTo>
                <a:lnTo>
                  <a:pt x="725424" y="405384"/>
                </a:lnTo>
                <a:lnTo>
                  <a:pt x="749808" y="393192"/>
                </a:lnTo>
                <a:lnTo>
                  <a:pt x="748919" y="370052"/>
                </a:lnTo>
                <a:lnTo>
                  <a:pt x="748474" y="344043"/>
                </a:lnTo>
                <a:lnTo>
                  <a:pt x="748296" y="315188"/>
                </a:lnTo>
                <a:lnTo>
                  <a:pt x="748284" y="283464"/>
                </a:lnTo>
                <a:lnTo>
                  <a:pt x="847344" y="28346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pic>
        <p:nvPicPr>
          <p:cNvPr id="44" name="object 44"/>
          <p:cNvPicPr/>
          <p:nvPr/>
        </p:nvPicPr>
        <p:blipFill>
          <a:blip r:embed="rId5" cstate="print"/>
          <a:stretch>
            <a:fillRect/>
          </a:stretch>
        </p:blipFill>
        <p:spPr>
          <a:xfrm>
            <a:off x="8496300" y="3268408"/>
            <a:ext cx="68580" cy="117919"/>
          </a:xfrm>
          <a:prstGeom prst="rect">
            <a:avLst/>
          </a:prstGeom>
        </p:spPr>
      </p:pic>
      <p:sp>
        <p:nvSpPr>
          <p:cNvPr id="45" name="object 45"/>
          <p:cNvSpPr/>
          <p:nvPr/>
        </p:nvSpPr>
        <p:spPr>
          <a:xfrm>
            <a:off x="8907780" y="3025140"/>
            <a:ext cx="405765" cy="381000"/>
          </a:xfrm>
          <a:custGeom>
            <a:avLst/>
            <a:gdLst/>
            <a:ahLst/>
            <a:cxnLst/>
            <a:rect l="l" t="t" r="r" b="b"/>
            <a:pathLst>
              <a:path w="405765" h="381000">
                <a:moveTo>
                  <a:pt x="15240" y="42672"/>
                </a:moveTo>
                <a:lnTo>
                  <a:pt x="0" y="27432"/>
                </a:lnTo>
                <a:lnTo>
                  <a:pt x="342900" y="27432"/>
                </a:lnTo>
                <a:lnTo>
                  <a:pt x="368808" y="0"/>
                </a:lnTo>
                <a:lnTo>
                  <a:pt x="405384" y="36576"/>
                </a:lnTo>
                <a:lnTo>
                  <a:pt x="57912" y="36576"/>
                </a:lnTo>
                <a:lnTo>
                  <a:pt x="46743" y="37099"/>
                </a:lnTo>
                <a:lnTo>
                  <a:pt x="36004" y="38481"/>
                </a:lnTo>
                <a:lnTo>
                  <a:pt x="25550" y="40433"/>
                </a:lnTo>
                <a:lnTo>
                  <a:pt x="15240" y="42672"/>
                </a:lnTo>
                <a:close/>
              </a:path>
              <a:path w="405765" h="381000">
                <a:moveTo>
                  <a:pt x="320304" y="338328"/>
                </a:moveTo>
                <a:lnTo>
                  <a:pt x="275843" y="338328"/>
                </a:lnTo>
                <a:lnTo>
                  <a:pt x="286678" y="337518"/>
                </a:lnTo>
                <a:lnTo>
                  <a:pt x="293941" y="332994"/>
                </a:lnTo>
                <a:lnTo>
                  <a:pt x="297489" y="325040"/>
                </a:lnTo>
                <a:lnTo>
                  <a:pt x="297180" y="313944"/>
                </a:lnTo>
                <a:lnTo>
                  <a:pt x="297180" y="36576"/>
                </a:lnTo>
                <a:lnTo>
                  <a:pt x="321563" y="36576"/>
                </a:lnTo>
                <a:lnTo>
                  <a:pt x="321563" y="320040"/>
                </a:lnTo>
                <a:lnTo>
                  <a:pt x="320304" y="338328"/>
                </a:lnTo>
                <a:close/>
              </a:path>
              <a:path w="405765" h="381000">
                <a:moveTo>
                  <a:pt x="217830" y="108204"/>
                </a:moveTo>
                <a:lnTo>
                  <a:pt x="185928" y="108204"/>
                </a:lnTo>
                <a:lnTo>
                  <a:pt x="196595" y="91440"/>
                </a:lnTo>
                <a:lnTo>
                  <a:pt x="217830" y="108204"/>
                </a:lnTo>
                <a:close/>
              </a:path>
              <a:path w="405765" h="381000">
                <a:moveTo>
                  <a:pt x="62484" y="298704"/>
                </a:moveTo>
                <a:lnTo>
                  <a:pt x="63365" y="268938"/>
                </a:lnTo>
                <a:lnTo>
                  <a:pt x="63817" y="241173"/>
                </a:lnTo>
                <a:lnTo>
                  <a:pt x="63868" y="233172"/>
                </a:lnTo>
                <a:lnTo>
                  <a:pt x="63984" y="167354"/>
                </a:lnTo>
                <a:lnTo>
                  <a:pt x="63817" y="143637"/>
                </a:lnTo>
                <a:lnTo>
                  <a:pt x="63348" y="118872"/>
                </a:lnTo>
                <a:lnTo>
                  <a:pt x="62484" y="94488"/>
                </a:lnTo>
                <a:lnTo>
                  <a:pt x="89916" y="108204"/>
                </a:lnTo>
                <a:lnTo>
                  <a:pt x="217830" y="108204"/>
                </a:lnTo>
                <a:lnTo>
                  <a:pt x="225552" y="114300"/>
                </a:lnTo>
                <a:lnTo>
                  <a:pt x="220408" y="118872"/>
                </a:lnTo>
                <a:lnTo>
                  <a:pt x="88392" y="118872"/>
                </a:lnTo>
                <a:lnTo>
                  <a:pt x="88392" y="239268"/>
                </a:lnTo>
                <a:lnTo>
                  <a:pt x="212778" y="239268"/>
                </a:lnTo>
                <a:lnTo>
                  <a:pt x="213093" y="249936"/>
                </a:lnTo>
                <a:lnTo>
                  <a:pt x="88392" y="249936"/>
                </a:lnTo>
                <a:lnTo>
                  <a:pt x="88392" y="289560"/>
                </a:lnTo>
                <a:lnTo>
                  <a:pt x="62484" y="298704"/>
                </a:lnTo>
                <a:close/>
              </a:path>
              <a:path w="405765" h="381000">
                <a:moveTo>
                  <a:pt x="212778" y="239268"/>
                </a:moveTo>
                <a:lnTo>
                  <a:pt x="187452" y="239268"/>
                </a:lnTo>
                <a:lnTo>
                  <a:pt x="187452" y="118872"/>
                </a:lnTo>
                <a:lnTo>
                  <a:pt x="220408" y="118872"/>
                </a:lnTo>
                <a:lnTo>
                  <a:pt x="211836" y="126492"/>
                </a:lnTo>
                <a:lnTo>
                  <a:pt x="211836" y="201168"/>
                </a:lnTo>
                <a:lnTo>
                  <a:pt x="212074" y="216598"/>
                </a:lnTo>
                <a:lnTo>
                  <a:pt x="212778" y="239268"/>
                </a:lnTo>
                <a:close/>
              </a:path>
              <a:path w="405765" h="381000">
                <a:moveTo>
                  <a:pt x="187452" y="280415"/>
                </a:moveTo>
                <a:lnTo>
                  <a:pt x="187452" y="249936"/>
                </a:lnTo>
                <a:lnTo>
                  <a:pt x="213093" y="249936"/>
                </a:lnTo>
                <a:lnTo>
                  <a:pt x="213121" y="250888"/>
                </a:lnTo>
                <a:lnTo>
                  <a:pt x="213360" y="269748"/>
                </a:lnTo>
                <a:lnTo>
                  <a:pt x="187452" y="280415"/>
                </a:lnTo>
                <a:close/>
              </a:path>
              <a:path w="405765" h="381000">
                <a:moveTo>
                  <a:pt x="283464" y="381000"/>
                </a:moveTo>
                <a:lnTo>
                  <a:pt x="278892" y="369879"/>
                </a:lnTo>
                <a:lnTo>
                  <a:pt x="267462" y="359473"/>
                </a:lnTo>
                <a:lnTo>
                  <a:pt x="249174" y="349924"/>
                </a:lnTo>
                <a:lnTo>
                  <a:pt x="224028" y="341376"/>
                </a:lnTo>
                <a:lnTo>
                  <a:pt x="224028" y="332232"/>
                </a:lnTo>
                <a:lnTo>
                  <a:pt x="237482" y="334256"/>
                </a:lnTo>
                <a:lnTo>
                  <a:pt x="250507" y="335851"/>
                </a:lnTo>
                <a:lnTo>
                  <a:pt x="263247" y="337161"/>
                </a:lnTo>
                <a:lnTo>
                  <a:pt x="275843" y="338328"/>
                </a:lnTo>
                <a:lnTo>
                  <a:pt x="320304" y="338328"/>
                </a:lnTo>
                <a:lnTo>
                  <a:pt x="320111" y="341137"/>
                </a:lnTo>
                <a:lnTo>
                  <a:pt x="313372" y="358521"/>
                </a:lnTo>
                <a:lnTo>
                  <a:pt x="301204" y="371903"/>
                </a:lnTo>
                <a:lnTo>
                  <a:pt x="283464" y="38100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" name="object 46"/>
          <p:cNvSpPr/>
          <p:nvPr/>
        </p:nvSpPr>
        <p:spPr>
          <a:xfrm>
            <a:off x="9400031" y="3015995"/>
            <a:ext cx="337185" cy="391795"/>
          </a:xfrm>
          <a:custGeom>
            <a:avLst/>
            <a:gdLst/>
            <a:ahLst/>
            <a:cxnLst/>
            <a:rect l="l" t="t" r="r" b="b"/>
            <a:pathLst>
              <a:path w="337184" h="391795">
                <a:moveTo>
                  <a:pt x="25908" y="391668"/>
                </a:moveTo>
                <a:lnTo>
                  <a:pt x="22860" y="385572"/>
                </a:lnTo>
                <a:lnTo>
                  <a:pt x="46315" y="379571"/>
                </a:lnTo>
                <a:lnTo>
                  <a:pt x="68770" y="372999"/>
                </a:lnTo>
                <a:lnTo>
                  <a:pt x="111252" y="358140"/>
                </a:lnTo>
                <a:lnTo>
                  <a:pt x="149733" y="337185"/>
                </a:lnTo>
                <a:lnTo>
                  <a:pt x="185928" y="309372"/>
                </a:lnTo>
                <a:lnTo>
                  <a:pt x="215836" y="273939"/>
                </a:lnTo>
                <a:lnTo>
                  <a:pt x="237744" y="227076"/>
                </a:lnTo>
                <a:lnTo>
                  <a:pt x="247521" y="165360"/>
                </a:lnTo>
                <a:lnTo>
                  <a:pt x="250004" y="120396"/>
                </a:lnTo>
                <a:lnTo>
                  <a:pt x="250686" y="76461"/>
                </a:lnTo>
                <a:lnTo>
                  <a:pt x="250809" y="61031"/>
                </a:lnTo>
                <a:lnTo>
                  <a:pt x="249935" y="0"/>
                </a:lnTo>
                <a:lnTo>
                  <a:pt x="294132" y="18288"/>
                </a:lnTo>
                <a:lnTo>
                  <a:pt x="280416" y="30480"/>
                </a:lnTo>
                <a:lnTo>
                  <a:pt x="279249" y="76461"/>
                </a:lnTo>
                <a:lnTo>
                  <a:pt x="277939" y="116014"/>
                </a:lnTo>
                <a:lnTo>
                  <a:pt x="274320" y="175260"/>
                </a:lnTo>
                <a:lnTo>
                  <a:pt x="267462" y="220027"/>
                </a:lnTo>
                <a:lnTo>
                  <a:pt x="256032" y="259080"/>
                </a:lnTo>
                <a:lnTo>
                  <a:pt x="266791" y="266700"/>
                </a:lnTo>
                <a:lnTo>
                  <a:pt x="251459" y="266700"/>
                </a:lnTo>
                <a:lnTo>
                  <a:pt x="233767" y="293322"/>
                </a:lnTo>
                <a:lnTo>
                  <a:pt x="212788" y="316230"/>
                </a:lnTo>
                <a:lnTo>
                  <a:pt x="161544" y="352044"/>
                </a:lnTo>
                <a:lnTo>
                  <a:pt x="98298" y="375856"/>
                </a:lnTo>
                <a:lnTo>
                  <a:pt x="63388" y="384833"/>
                </a:lnTo>
                <a:lnTo>
                  <a:pt x="25908" y="391668"/>
                </a:lnTo>
                <a:close/>
              </a:path>
              <a:path w="337184" h="391795">
                <a:moveTo>
                  <a:pt x="25908" y="335280"/>
                </a:moveTo>
                <a:lnTo>
                  <a:pt x="0" y="303276"/>
                </a:lnTo>
                <a:lnTo>
                  <a:pt x="4000" y="297894"/>
                </a:lnTo>
                <a:lnTo>
                  <a:pt x="6858" y="291084"/>
                </a:lnTo>
                <a:lnTo>
                  <a:pt x="8572" y="283130"/>
                </a:lnTo>
                <a:lnTo>
                  <a:pt x="9043" y="275867"/>
                </a:lnTo>
                <a:lnTo>
                  <a:pt x="9073" y="94702"/>
                </a:lnTo>
                <a:lnTo>
                  <a:pt x="8894" y="76461"/>
                </a:lnTo>
                <a:lnTo>
                  <a:pt x="7935" y="36576"/>
                </a:lnTo>
                <a:lnTo>
                  <a:pt x="7818" y="30480"/>
                </a:lnTo>
                <a:lnTo>
                  <a:pt x="7620" y="15240"/>
                </a:lnTo>
                <a:lnTo>
                  <a:pt x="50292" y="36576"/>
                </a:lnTo>
                <a:lnTo>
                  <a:pt x="35052" y="50292"/>
                </a:lnTo>
                <a:lnTo>
                  <a:pt x="35052" y="280416"/>
                </a:lnTo>
                <a:lnTo>
                  <a:pt x="77774" y="280416"/>
                </a:lnTo>
                <a:lnTo>
                  <a:pt x="67056" y="289560"/>
                </a:lnTo>
                <a:lnTo>
                  <a:pt x="55054" y="300990"/>
                </a:lnTo>
                <a:lnTo>
                  <a:pt x="44196" y="312420"/>
                </a:lnTo>
                <a:lnTo>
                  <a:pt x="34480" y="323850"/>
                </a:lnTo>
                <a:lnTo>
                  <a:pt x="25908" y="335280"/>
                </a:lnTo>
                <a:close/>
              </a:path>
              <a:path w="337184" h="391795">
                <a:moveTo>
                  <a:pt x="155448" y="143256"/>
                </a:moveTo>
                <a:lnTo>
                  <a:pt x="152400" y="143256"/>
                </a:lnTo>
                <a:lnTo>
                  <a:pt x="149209" y="141827"/>
                </a:lnTo>
                <a:lnTo>
                  <a:pt x="146304" y="137541"/>
                </a:lnTo>
                <a:lnTo>
                  <a:pt x="143353" y="130254"/>
                </a:lnTo>
                <a:lnTo>
                  <a:pt x="140208" y="120396"/>
                </a:lnTo>
                <a:lnTo>
                  <a:pt x="134850" y="104417"/>
                </a:lnTo>
                <a:lnTo>
                  <a:pt x="125920" y="86296"/>
                </a:lnTo>
                <a:lnTo>
                  <a:pt x="113847" y="66174"/>
                </a:lnTo>
                <a:lnTo>
                  <a:pt x="99060" y="44196"/>
                </a:lnTo>
                <a:lnTo>
                  <a:pt x="103632" y="39624"/>
                </a:lnTo>
                <a:lnTo>
                  <a:pt x="133635" y="61031"/>
                </a:lnTo>
                <a:lnTo>
                  <a:pt x="155067" y="79438"/>
                </a:lnTo>
                <a:lnTo>
                  <a:pt x="167925" y="94702"/>
                </a:lnTo>
                <a:lnTo>
                  <a:pt x="172212" y="106680"/>
                </a:lnTo>
                <a:lnTo>
                  <a:pt x="171664" y="115490"/>
                </a:lnTo>
                <a:lnTo>
                  <a:pt x="170116" y="123444"/>
                </a:lnTo>
                <a:lnTo>
                  <a:pt x="167711" y="130254"/>
                </a:lnTo>
                <a:lnTo>
                  <a:pt x="164592" y="135636"/>
                </a:lnTo>
                <a:lnTo>
                  <a:pt x="158496" y="140208"/>
                </a:lnTo>
                <a:lnTo>
                  <a:pt x="155448" y="143256"/>
                </a:lnTo>
                <a:close/>
              </a:path>
              <a:path w="337184" h="391795">
                <a:moveTo>
                  <a:pt x="77774" y="280416"/>
                </a:moveTo>
                <a:lnTo>
                  <a:pt x="35052" y="280416"/>
                </a:lnTo>
                <a:lnTo>
                  <a:pt x="55602" y="269557"/>
                </a:lnTo>
                <a:lnTo>
                  <a:pt x="82867" y="252984"/>
                </a:lnTo>
                <a:lnTo>
                  <a:pt x="116705" y="230695"/>
                </a:lnTo>
                <a:lnTo>
                  <a:pt x="156972" y="202692"/>
                </a:lnTo>
                <a:lnTo>
                  <a:pt x="161544" y="208788"/>
                </a:lnTo>
                <a:lnTo>
                  <a:pt x="130063" y="235338"/>
                </a:lnTo>
                <a:lnTo>
                  <a:pt x="77774" y="280416"/>
                </a:lnTo>
                <a:close/>
              </a:path>
              <a:path w="337184" h="391795">
                <a:moveTo>
                  <a:pt x="324612" y="371856"/>
                </a:moveTo>
                <a:lnTo>
                  <a:pt x="323088" y="371856"/>
                </a:lnTo>
                <a:lnTo>
                  <a:pt x="319635" y="370403"/>
                </a:lnTo>
                <a:lnTo>
                  <a:pt x="316039" y="365950"/>
                </a:lnTo>
                <a:lnTo>
                  <a:pt x="312158" y="358354"/>
                </a:lnTo>
                <a:lnTo>
                  <a:pt x="307847" y="347472"/>
                </a:lnTo>
                <a:lnTo>
                  <a:pt x="299894" y="331208"/>
                </a:lnTo>
                <a:lnTo>
                  <a:pt x="287655" y="312229"/>
                </a:lnTo>
                <a:lnTo>
                  <a:pt x="271414" y="290679"/>
                </a:lnTo>
                <a:lnTo>
                  <a:pt x="251459" y="266700"/>
                </a:lnTo>
                <a:lnTo>
                  <a:pt x="266791" y="266700"/>
                </a:lnTo>
                <a:lnTo>
                  <a:pt x="305323" y="294441"/>
                </a:lnTo>
                <a:lnTo>
                  <a:pt x="335637" y="330708"/>
                </a:lnTo>
                <a:lnTo>
                  <a:pt x="336804" y="339852"/>
                </a:lnTo>
                <a:lnTo>
                  <a:pt x="336804" y="352044"/>
                </a:lnTo>
                <a:lnTo>
                  <a:pt x="335280" y="359664"/>
                </a:lnTo>
                <a:lnTo>
                  <a:pt x="330708" y="364236"/>
                </a:lnTo>
                <a:lnTo>
                  <a:pt x="327660" y="368808"/>
                </a:lnTo>
                <a:lnTo>
                  <a:pt x="324612" y="37185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" name="object 47"/>
          <p:cNvSpPr/>
          <p:nvPr/>
        </p:nvSpPr>
        <p:spPr>
          <a:xfrm>
            <a:off x="2122932" y="3541776"/>
            <a:ext cx="841375" cy="407034"/>
          </a:xfrm>
          <a:custGeom>
            <a:avLst/>
            <a:gdLst/>
            <a:ahLst/>
            <a:cxnLst/>
            <a:rect l="l" t="t" r="r" b="b"/>
            <a:pathLst>
              <a:path w="841375" h="407035">
                <a:moveTo>
                  <a:pt x="170688" y="108204"/>
                </a:moveTo>
                <a:lnTo>
                  <a:pt x="141732" y="79248"/>
                </a:lnTo>
                <a:lnTo>
                  <a:pt x="121920" y="97536"/>
                </a:lnTo>
                <a:lnTo>
                  <a:pt x="105156" y="97536"/>
                </a:lnTo>
                <a:lnTo>
                  <a:pt x="105156" y="32004"/>
                </a:lnTo>
                <a:lnTo>
                  <a:pt x="120396" y="18288"/>
                </a:lnTo>
                <a:lnTo>
                  <a:pt x="79248" y="0"/>
                </a:lnTo>
                <a:lnTo>
                  <a:pt x="79476" y="17170"/>
                </a:lnTo>
                <a:lnTo>
                  <a:pt x="79946" y="36766"/>
                </a:lnTo>
                <a:lnTo>
                  <a:pt x="80530" y="65798"/>
                </a:lnTo>
                <a:lnTo>
                  <a:pt x="80772" y="97536"/>
                </a:lnTo>
                <a:lnTo>
                  <a:pt x="0" y="97536"/>
                </a:lnTo>
                <a:lnTo>
                  <a:pt x="13716" y="111252"/>
                </a:lnTo>
                <a:lnTo>
                  <a:pt x="33528" y="108204"/>
                </a:lnTo>
                <a:lnTo>
                  <a:pt x="80772" y="108204"/>
                </a:lnTo>
                <a:lnTo>
                  <a:pt x="80772" y="204216"/>
                </a:lnTo>
                <a:lnTo>
                  <a:pt x="61290" y="211937"/>
                </a:lnTo>
                <a:lnTo>
                  <a:pt x="41529" y="219075"/>
                </a:lnTo>
                <a:lnTo>
                  <a:pt x="21183" y="225653"/>
                </a:lnTo>
                <a:lnTo>
                  <a:pt x="0" y="231648"/>
                </a:lnTo>
                <a:lnTo>
                  <a:pt x="21336" y="265176"/>
                </a:lnTo>
                <a:lnTo>
                  <a:pt x="54483" y="236982"/>
                </a:lnTo>
                <a:lnTo>
                  <a:pt x="80772" y="220980"/>
                </a:lnTo>
                <a:lnTo>
                  <a:pt x="80772" y="344424"/>
                </a:lnTo>
                <a:lnTo>
                  <a:pt x="79908" y="354406"/>
                </a:lnTo>
                <a:lnTo>
                  <a:pt x="77343" y="361378"/>
                </a:lnTo>
                <a:lnTo>
                  <a:pt x="73050" y="365213"/>
                </a:lnTo>
                <a:lnTo>
                  <a:pt x="67056" y="365760"/>
                </a:lnTo>
                <a:lnTo>
                  <a:pt x="59639" y="365480"/>
                </a:lnTo>
                <a:lnTo>
                  <a:pt x="48958" y="364617"/>
                </a:lnTo>
                <a:lnTo>
                  <a:pt x="35115" y="363194"/>
                </a:lnTo>
                <a:lnTo>
                  <a:pt x="18288" y="361188"/>
                </a:lnTo>
                <a:lnTo>
                  <a:pt x="18288" y="367284"/>
                </a:lnTo>
                <a:lnTo>
                  <a:pt x="40043" y="376478"/>
                </a:lnTo>
                <a:lnTo>
                  <a:pt x="55245" y="385953"/>
                </a:lnTo>
                <a:lnTo>
                  <a:pt x="64147" y="396011"/>
                </a:lnTo>
                <a:lnTo>
                  <a:pt x="67056" y="406908"/>
                </a:lnTo>
                <a:lnTo>
                  <a:pt x="83286" y="398907"/>
                </a:lnTo>
                <a:lnTo>
                  <a:pt x="95250" y="388620"/>
                </a:lnTo>
                <a:lnTo>
                  <a:pt x="102628" y="376047"/>
                </a:lnTo>
                <a:lnTo>
                  <a:pt x="104368" y="365760"/>
                </a:lnTo>
                <a:lnTo>
                  <a:pt x="105117" y="361378"/>
                </a:lnTo>
                <a:lnTo>
                  <a:pt x="105156" y="220980"/>
                </a:lnTo>
                <a:lnTo>
                  <a:pt x="105156" y="208788"/>
                </a:lnTo>
                <a:lnTo>
                  <a:pt x="130530" y="195072"/>
                </a:lnTo>
                <a:lnTo>
                  <a:pt x="161544" y="178308"/>
                </a:lnTo>
                <a:lnTo>
                  <a:pt x="158496" y="172212"/>
                </a:lnTo>
                <a:lnTo>
                  <a:pt x="105156" y="195072"/>
                </a:lnTo>
                <a:lnTo>
                  <a:pt x="105156" y="108204"/>
                </a:lnTo>
                <a:lnTo>
                  <a:pt x="170688" y="108204"/>
                </a:lnTo>
                <a:close/>
              </a:path>
              <a:path w="841375" h="407035">
                <a:moveTo>
                  <a:pt x="413004" y="208788"/>
                </a:moveTo>
                <a:lnTo>
                  <a:pt x="382524" y="179832"/>
                </a:lnTo>
                <a:lnTo>
                  <a:pt x="364236" y="198120"/>
                </a:lnTo>
                <a:lnTo>
                  <a:pt x="358140" y="198120"/>
                </a:lnTo>
                <a:lnTo>
                  <a:pt x="358140" y="141732"/>
                </a:lnTo>
                <a:lnTo>
                  <a:pt x="362051" y="138684"/>
                </a:lnTo>
                <a:lnTo>
                  <a:pt x="371856" y="131064"/>
                </a:lnTo>
                <a:lnTo>
                  <a:pt x="344424" y="109728"/>
                </a:lnTo>
                <a:lnTo>
                  <a:pt x="335280" y="123444"/>
                </a:lnTo>
                <a:lnTo>
                  <a:pt x="335280" y="138684"/>
                </a:lnTo>
                <a:lnTo>
                  <a:pt x="335280" y="198120"/>
                </a:lnTo>
                <a:lnTo>
                  <a:pt x="335280" y="208788"/>
                </a:lnTo>
                <a:lnTo>
                  <a:pt x="335280" y="268224"/>
                </a:lnTo>
                <a:lnTo>
                  <a:pt x="269748" y="268224"/>
                </a:lnTo>
                <a:lnTo>
                  <a:pt x="269748" y="208788"/>
                </a:lnTo>
                <a:lnTo>
                  <a:pt x="335280" y="208788"/>
                </a:lnTo>
                <a:lnTo>
                  <a:pt x="335280" y="198120"/>
                </a:lnTo>
                <a:lnTo>
                  <a:pt x="269748" y="198120"/>
                </a:lnTo>
                <a:lnTo>
                  <a:pt x="269748" y="138684"/>
                </a:lnTo>
                <a:lnTo>
                  <a:pt x="335280" y="138684"/>
                </a:lnTo>
                <a:lnTo>
                  <a:pt x="335280" y="123444"/>
                </a:lnTo>
                <a:lnTo>
                  <a:pt x="332232" y="128016"/>
                </a:lnTo>
                <a:lnTo>
                  <a:pt x="281940" y="128016"/>
                </a:lnTo>
                <a:lnTo>
                  <a:pt x="316230" y="88201"/>
                </a:lnTo>
                <a:lnTo>
                  <a:pt x="345948" y="70104"/>
                </a:lnTo>
                <a:lnTo>
                  <a:pt x="335788" y="60960"/>
                </a:lnTo>
                <a:lnTo>
                  <a:pt x="315468" y="42672"/>
                </a:lnTo>
                <a:lnTo>
                  <a:pt x="301752" y="60960"/>
                </a:lnTo>
                <a:lnTo>
                  <a:pt x="228600" y="60960"/>
                </a:lnTo>
                <a:lnTo>
                  <a:pt x="248412" y="30480"/>
                </a:lnTo>
                <a:lnTo>
                  <a:pt x="265176" y="24384"/>
                </a:lnTo>
                <a:lnTo>
                  <a:pt x="228600" y="0"/>
                </a:lnTo>
                <a:lnTo>
                  <a:pt x="214884" y="36766"/>
                </a:lnTo>
                <a:lnTo>
                  <a:pt x="196596" y="74676"/>
                </a:lnTo>
                <a:lnTo>
                  <a:pt x="171450" y="113538"/>
                </a:lnTo>
                <a:lnTo>
                  <a:pt x="141732" y="152400"/>
                </a:lnTo>
                <a:lnTo>
                  <a:pt x="146304" y="155448"/>
                </a:lnTo>
                <a:lnTo>
                  <a:pt x="164846" y="139141"/>
                </a:lnTo>
                <a:lnTo>
                  <a:pt x="183832" y="119824"/>
                </a:lnTo>
                <a:lnTo>
                  <a:pt x="203085" y="97370"/>
                </a:lnTo>
                <a:lnTo>
                  <a:pt x="222504" y="71628"/>
                </a:lnTo>
                <a:lnTo>
                  <a:pt x="301752" y="71628"/>
                </a:lnTo>
                <a:lnTo>
                  <a:pt x="272796" y="128016"/>
                </a:lnTo>
                <a:lnTo>
                  <a:pt x="179832" y="128016"/>
                </a:lnTo>
                <a:lnTo>
                  <a:pt x="193548" y="141732"/>
                </a:lnTo>
                <a:lnTo>
                  <a:pt x="211836" y="138684"/>
                </a:lnTo>
                <a:lnTo>
                  <a:pt x="246888" y="138684"/>
                </a:lnTo>
                <a:lnTo>
                  <a:pt x="246888" y="198120"/>
                </a:lnTo>
                <a:lnTo>
                  <a:pt x="137160" y="198120"/>
                </a:lnTo>
                <a:lnTo>
                  <a:pt x="153924" y="214884"/>
                </a:lnTo>
                <a:lnTo>
                  <a:pt x="163347" y="212013"/>
                </a:lnTo>
                <a:lnTo>
                  <a:pt x="173355" y="210121"/>
                </a:lnTo>
                <a:lnTo>
                  <a:pt x="183921" y="209105"/>
                </a:lnTo>
                <a:lnTo>
                  <a:pt x="195072" y="208788"/>
                </a:lnTo>
                <a:lnTo>
                  <a:pt x="246888" y="208788"/>
                </a:lnTo>
                <a:lnTo>
                  <a:pt x="246888" y="268224"/>
                </a:lnTo>
                <a:lnTo>
                  <a:pt x="166116" y="268224"/>
                </a:lnTo>
                <a:lnTo>
                  <a:pt x="179832" y="281940"/>
                </a:lnTo>
                <a:lnTo>
                  <a:pt x="198120" y="278892"/>
                </a:lnTo>
                <a:lnTo>
                  <a:pt x="246888" y="278892"/>
                </a:lnTo>
                <a:lnTo>
                  <a:pt x="246888" y="358140"/>
                </a:lnTo>
                <a:lnTo>
                  <a:pt x="242316" y="364236"/>
                </a:lnTo>
                <a:lnTo>
                  <a:pt x="234696" y="364236"/>
                </a:lnTo>
                <a:lnTo>
                  <a:pt x="226402" y="364832"/>
                </a:lnTo>
                <a:lnTo>
                  <a:pt x="215265" y="364426"/>
                </a:lnTo>
                <a:lnTo>
                  <a:pt x="201256" y="363169"/>
                </a:lnTo>
                <a:lnTo>
                  <a:pt x="184404" y="361188"/>
                </a:lnTo>
                <a:lnTo>
                  <a:pt x="184404" y="368808"/>
                </a:lnTo>
                <a:lnTo>
                  <a:pt x="206400" y="376237"/>
                </a:lnTo>
                <a:lnTo>
                  <a:pt x="222123" y="384810"/>
                </a:lnTo>
                <a:lnTo>
                  <a:pt x="231546" y="394525"/>
                </a:lnTo>
                <a:lnTo>
                  <a:pt x="234696" y="405384"/>
                </a:lnTo>
                <a:lnTo>
                  <a:pt x="250672" y="396265"/>
                </a:lnTo>
                <a:lnTo>
                  <a:pt x="261937" y="385000"/>
                </a:lnTo>
                <a:lnTo>
                  <a:pt x="268338" y="371741"/>
                </a:lnTo>
                <a:lnTo>
                  <a:pt x="268973" y="364832"/>
                </a:lnTo>
                <a:lnTo>
                  <a:pt x="269748" y="356616"/>
                </a:lnTo>
                <a:lnTo>
                  <a:pt x="269748" y="278892"/>
                </a:lnTo>
                <a:lnTo>
                  <a:pt x="335280" y="278892"/>
                </a:lnTo>
                <a:lnTo>
                  <a:pt x="335280" y="303276"/>
                </a:lnTo>
                <a:lnTo>
                  <a:pt x="359664" y="291084"/>
                </a:lnTo>
                <a:lnTo>
                  <a:pt x="359460" y="278892"/>
                </a:lnTo>
                <a:lnTo>
                  <a:pt x="359422" y="275869"/>
                </a:lnTo>
                <a:lnTo>
                  <a:pt x="358902" y="257365"/>
                </a:lnTo>
                <a:lnTo>
                  <a:pt x="358419" y="236982"/>
                </a:lnTo>
                <a:lnTo>
                  <a:pt x="358343" y="231648"/>
                </a:lnTo>
                <a:lnTo>
                  <a:pt x="358140" y="208788"/>
                </a:lnTo>
                <a:lnTo>
                  <a:pt x="413004" y="208788"/>
                </a:lnTo>
                <a:close/>
              </a:path>
              <a:path w="841375" h="407035">
                <a:moveTo>
                  <a:pt x="696455" y="47244"/>
                </a:moveTo>
                <a:lnTo>
                  <a:pt x="662927" y="15240"/>
                </a:lnTo>
                <a:lnTo>
                  <a:pt x="640067" y="36576"/>
                </a:lnTo>
                <a:lnTo>
                  <a:pt x="464807" y="36576"/>
                </a:lnTo>
                <a:lnTo>
                  <a:pt x="480047" y="53340"/>
                </a:lnTo>
                <a:lnTo>
                  <a:pt x="490334" y="50469"/>
                </a:lnTo>
                <a:lnTo>
                  <a:pt x="500621" y="48577"/>
                </a:lnTo>
                <a:lnTo>
                  <a:pt x="510908" y="47561"/>
                </a:lnTo>
                <a:lnTo>
                  <a:pt x="521195" y="47244"/>
                </a:lnTo>
                <a:lnTo>
                  <a:pt x="566915" y="47244"/>
                </a:lnTo>
                <a:lnTo>
                  <a:pt x="548627" y="81534"/>
                </a:lnTo>
                <a:lnTo>
                  <a:pt x="525767" y="115824"/>
                </a:lnTo>
                <a:lnTo>
                  <a:pt x="487197" y="147764"/>
                </a:lnTo>
                <a:lnTo>
                  <a:pt x="475475" y="150876"/>
                </a:lnTo>
                <a:lnTo>
                  <a:pt x="490715" y="181356"/>
                </a:lnTo>
                <a:lnTo>
                  <a:pt x="499821" y="175907"/>
                </a:lnTo>
                <a:lnTo>
                  <a:pt x="515480" y="170878"/>
                </a:lnTo>
                <a:lnTo>
                  <a:pt x="537438" y="166141"/>
                </a:lnTo>
                <a:lnTo>
                  <a:pt x="565391" y="161544"/>
                </a:lnTo>
                <a:lnTo>
                  <a:pt x="565391" y="243840"/>
                </a:lnTo>
                <a:lnTo>
                  <a:pt x="464807" y="243840"/>
                </a:lnTo>
                <a:lnTo>
                  <a:pt x="478523" y="257556"/>
                </a:lnTo>
                <a:lnTo>
                  <a:pt x="499859" y="254508"/>
                </a:lnTo>
                <a:lnTo>
                  <a:pt x="565391" y="254508"/>
                </a:lnTo>
                <a:lnTo>
                  <a:pt x="565391" y="342900"/>
                </a:lnTo>
                <a:lnTo>
                  <a:pt x="475170" y="356196"/>
                </a:lnTo>
                <a:lnTo>
                  <a:pt x="457187" y="358140"/>
                </a:lnTo>
                <a:lnTo>
                  <a:pt x="476999" y="393192"/>
                </a:lnTo>
                <a:lnTo>
                  <a:pt x="496201" y="383171"/>
                </a:lnTo>
                <a:lnTo>
                  <a:pt x="537959" y="368998"/>
                </a:lnTo>
                <a:lnTo>
                  <a:pt x="602589" y="350545"/>
                </a:lnTo>
                <a:lnTo>
                  <a:pt x="649452" y="338328"/>
                </a:lnTo>
                <a:lnTo>
                  <a:pt x="690359" y="327660"/>
                </a:lnTo>
                <a:lnTo>
                  <a:pt x="688835" y="318516"/>
                </a:lnTo>
                <a:lnTo>
                  <a:pt x="589775" y="338328"/>
                </a:lnTo>
                <a:lnTo>
                  <a:pt x="589775" y="254508"/>
                </a:lnTo>
                <a:lnTo>
                  <a:pt x="688835" y="254508"/>
                </a:lnTo>
                <a:lnTo>
                  <a:pt x="656831" y="222504"/>
                </a:lnTo>
                <a:lnTo>
                  <a:pt x="637019" y="243840"/>
                </a:lnTo>
                <a:lnTo>
                  <a:pt x="589775" y="243840"/>
                </a:lnTo>
                <a:lnTo>
                  <a:pt x="589775" y="188976"/>
                </a:lnTo>
                <a:lnTo>
                  <a:pt x="603491" y="176784"/>
                </a:lnTo>
                <a:lnTo>
                  <a:pt x="576059" y="161544"/>
                </a:lnTo>
                <a:lnTo>
                  <a:pt x="594372" y="160172"/>
                </a:lnTo>
                <a:lnTo>
                  <a:pt x="631571" y="156832"/>
                </a:lnTo>
                <a:lnTo>
                  <a:pt x="650735" y="155448"/>
                </a:lnTo>
                <a:lnTo>
                  <a:pt x="655269" y="164287"/>
                </a:lnTo>
                <a:lnTo>
                  <a:pt x="659498" y="172402"/>
                </a:lnTo>
                <a:lnTo>
                  <a:pt x="663092" y="179501"/>
                </a:lnTo>
                <a:lnTo>
                  <a:pt x="665975" y="185928"/>
                </a:lnTo>
                <a:lnTo>
                  <a:pt x="667499" y="192024"/>
                </a:lnTo>
                <a:lnTo>
                  <a:pt x="669023" y="193548"/>
                </a:lnTo>
                <a:lnTo>
                  <a:pt x="673595" y="193548"/>
                </a:lnTo>
                <a:lnTo>
                  <a:pt x="678167" y="190500"/>
                </a:lnTo>
                <a:lnTo>
                  <a:pt x="684263" y="184404"/>
                </a:lnTo>
                <a:lnTo>
                  <a:pt x="687120" y="179501"/>
                </a:lnTo>
                <a:lnTo>
                  <a:pt x="688835" y="173736"/>
                </a:lnTo>
                <a:lnTo>
                  <a:pt x="689406" y="166839"/>
                </a:lnTo>
                <a:lnTo>
                  <a:pt x="688835" y="158496"/>
                </a:lnTo>
                <a:lnTo>
                  <a:pt x="686955" y="155448"/>
                </a:lnTo>
                <a:lnTo>
                  <a:pt x="684136" y="150876"/>
                </a:lnTo>
                <a:lnTo>
                  <a:pt x="682510" y="148234"/>
                </a:lnTo>
                <a:lnTo>
                  <a:pt x="667880" y="133540"/>
                </a:lnTo>
                <a:lnTo>
                  <a:pt x="644690" y="114566"/>
                </a:lnTo>
                <a:lnTo>
                  <a:pt x="612635" y="91440"/>
                </a:lnTo>
                <a:lnTo>
                  <a:pt x="606539" y="96012"/>
                </a:lnTo>
                <a:lnTo>
                  <a:pt x="618540" y="109448"/>
                </a:lnTo>
                <a:lnTo>
                  <a:pt x="629399" y="122301"/>
                </a:lnTo>
                <a:lnTo>
                  <a:pt x="639114" y="134594"/>
                </a:lnTo>
                <a:lnTo>
                  <a:pt x="647687" y="146304"/>
                </a:lnTo>
                <a:lnTo>
                  <a:pt x="507479" y="150876"/>
                </a:lnTo>
                <a:lnTo>
                  <a:pt x="522058" y="137401"/>
                </a:lnTo>
                <a:lnTo>
                  <a:pt x="536054" y="124206"/>
                </a:lnTo>
                <a:lnTo>
                  <a:pt x="549490" y="111023"/>
                </a:lnTo>
                <a:lnTo>
                  <a:pt x="562343" y="97536"/>
                </a:lnTo>
                <a:lnTo>
                  <a:pt x="573519" y="86995"/>
                </a:lnTo>
                <a:lnTo>
                  <a:pt x="584250" y="78295"/>
                </a:lnTo>
                <a:lnTo>
                  <a:pt x="594715" y="71615"/>
                </a:lnTo>
                <a:lnTo>
                  <a:pt x="605015" y="67056"/>
                </a:lnTo>
                <a:lnTo>
                  <a:pt x="574535" y="47244"/>
                </a:lnTo>
                <a:lnTo>
                  <a:pt x="696455" y="47244"/>
                </a:lnTo>
                <a:close/>
              </a:path>
              <a:path w="841375" h="407035">
                <a:moveTo>
                  <a:pt x="760463" y="80772"/>
                </a:moveTo>
                <a:lnTo>
                  <a:pt x="719315" y="59436"/>
                </a:lnTo>
                <a:lnTo>
                  <a:pt x="720445" y="86017"/>
                </a:lnTo>
                <a:lnTo>
                  <a:pt x="721410" y="115443"/>
                </a:lnTo>
                <a:lnTo>
                  <a:pt x="722109" y="147739"/>
                </a:lnTo>
                <a:lnTo>
                  <a:pt x="722363" y="182880"/>
                </a:lnTo>
                <a:lnTo>
                  <a:pt x="722109" y="217487"/>
                </a:lnTo>
                <a:lnTo>
                  <a:pt x="721410" y="250507"/>
                </a:lnTo>
                <a:lnTo>
                  <a:pt x="720445" y="282117"/>
                </a:lnTo>
                <a:lnTo>
                  <a:pt x="719315" y="312420"/>
                </a:lnTo>
                <a:lnTo>
                  <a:pt x="746747" y="301752"/>
                </a:lnTo>
                <a:lnTo>
                  <a:pt x="745629" y="287515"/>
                </a:lnTo>
                <a:lnTo>
                  <a:pt x="744651" y="274701"/>
                </a:lnTo>
                <a:lnTo>
                  <a:pt x="743966" y="263613"/>
                </a:lnTo>
                <a:lnTo>
                  <a:pt x="743699" y="254508"/>
                </a:lnTo>
                <a:lnTo>
                  <a:pt x="743699" y="92964"/>
                </a:lnTo>
                <a:lnTo>
                  <a:pt x="760463" y="80772"/>
                </a:lnTo>
                <a:close/>
              </a:path>
              <a:path w="841375" h="407035">
                <a:moveTo>
                  <a:pt x="841235" y="21336"/>
                </a:moveTo>
                <a:lnTo>
                  <a:pt x="803135" y="4572"/>
                </a:lnTo>
                <a:lnTo>
                  <a:pt x="804024" y="20269"/>
                </a:lnTo>
                <a:lnTo>
                  <a:pt x="804468" y="35242"/>
                </a:lnTo>
                <a:lnTo>
                  <a:pt x="804646" y="49364"/>
                </a:lnTo>
                <a:lnTo>
                  <a:pt x="804659" y="336804"/>
                </a:lnTo>
                <a:lnTo>
                  <a:pt x="805230" y="346189"/>
                </a:lnTo>
                <a:lnTo>
                  <a:pt x="789419" y="364236"/>
                </a:lnTo>
                <a:lnTo>
                  <a:pt x="780275" y="364236"/>
                </a:lnTo>
                <a:lnTo>
                  <a:pt x="768807" y="363982"/>
                </a:lnTo>
                <a:lnTo>
                  <a:pt x="757034" y="363283"/>
                </a:lnTo>
                <a:lnTo>
                  <a:pt x="731507" y="361188"/>
                </a:lnTo>
                <a:lnTo>
                  <a:pt x="731507" y="368808"/>
                </a:lnTo>
                <a:lnTo>
                  <a:pt x="755777" y="376262"/>
                </a:lnTo>
                <a:lnTo>
                  <a:pt x="773607" y="385000"/>
                </a:lnTo>
                <a:lnTo>
                  <a:pt x="784872" y="395173"/>
                </a:lnTo>
                <a:lnTo>
                  <a:pt x="789419" y="406908"/>
                </a:lnTo>
                <a:lnTo>
                  <a:pt x="807161" y="399199"/>
                </a:lnTo>
                <a:lnTo>
                  <a:pt x="826630" y="364236"/>
                </a:lnTo>
                <a:lnTo>
                  <a:pt x="827519" y="33528"/>
                </a:lnTo>
                <a:lnTo>
                  <a:pt x="841235" y="2133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48" name="object 48"/>
          <p:cNvGrpSpPr/>
          <p:nvPr/>
        </p:nvGrpSpPr>
        <p:grpSpPr>
          <a:xfrm>
            <a:off x="3011424" y="3540252"/>
            <a:ext cx="1134110" cy="410209"/>
            <a:chOff x="3011424" y="3540252"/>
            <a:chExt cx="1134110" cy="410209"/>
          </a:xfrm>
        </p:grpSpPr>
        <p:sp>
          <p:nvSpPr>
            <p:cNvPr id="49" name="object 49"/>
            <p:cNvSpPr/>
            <p:nvPr/>
          </p:nvSpPr>
          <p:spPr>
            <a:xfrm>
              <a:off x="3011424" y="3540251"/>
              <a:ext cx="855344" cy="410209"/>
            </a:xfrm>
            <a:custGeom>
              <a:avLst/>
              <a:gdLst/>
              <a:ahLst/>
              <a:cxnLst/>
              <a:rect l="l" t="t" r="r" b="b"/>
              <a:pathLst>
                <a:path w="855345" h="410210">
                  <a:moveTo>
                    <a:pt x="184404" y="88404"/>
                  </a:moveTo>
                  <a:lnTo>
                    <a:pt x="176212" y="79260"/>
                  </a:lnTo>
                  <a:lnTo>
                    <a:pt x="158496" y="59448"/>
                  </a:lnTo>
                  <a:lnTo>
                    <a:pt x="137160" y="79260"/>
                  </a:lnTo>
                  <a:lnTo>
                    <a:pt x="80772" y="79260"/>
                  </a:lnTo>
                  <a:lnTo>
                    <a:pt x="84201" y="70370"/>
                  </a:lnTo>
                  <a:lnTo>
                    <a:pt x="102679" y="32016"/>
                  </a:lnTo>
                  <a:lnTo>
                    <a:pt x="114300" y="22872"/>
                  </a:lnTo>
                  <a:lnTo>
                    <a:pt x="77724" y="1536"/>
                  </a:lnTo>
                  <a:lnTo>
                    <a:pt x="61722" y="58115"/>
                  </a:lnTo>
                  <a:lnTo>
                    <a:pt x="43434" y="108978"/>
                  </a:lnTo>
                  <a:lnTo>
                    <a:pt x="22860" y="154127"/>
                  </a:lnTo>
                  <a:lnTo>
                    <a:pt x="0" y="193560"/>
                  </a:lnTo>
                  <a:lnTo>
                    <a:pt x="6096" y="196608"/>
                  </a:lnTo>
                  <a:lnTo>
                    <a:pt x="14325" y="187198"/>
                  </a:lnTo>
                  <a:lnTo>
                    <a:pt x="22745" y="177482"/>
                  </a:lnTo>
                  <a:lnTo>
                    <a:pt x="31381" y="167246"/>
                  </a:lnTo>
                  <a:lnTo>
                    <a:pt x="39624" y="156984"/>
                  </a:lnTo>
                  <a:lnTo>
                    <a:pt x="82296" y="156984"/>
                  </a:lnTo>
                  <a:lnTo>
                    <a:pt x="82296" y="227088"/>
                  </a:lnTo>
                  <a:lnTo>
                    <a:pt x="9144" y="227088"/>
                  </a:lnTo>
                  <a:lnTo>
                    <a:pt x="24384" y="242328"/>
                  </a:lnTo>
                  <a:lnTo>
                    <a:pt x="34023" y="240080"/>
                  </a:lnTo>
                  <a:lnTo>
                    <a:pt x="44386" y="238137"/>
                  </a:lnTo>
                  <a:lnTo>
                    <a:pt x="55029" y="236753"/>
                  </a:lnTo>
                  <a:lnTo>
                    <a:pt x="65532" y="236232"/>
                  </a:lnTo>
                  <a:lnTo>
                    <a:pt x="82296" y="236232"/>
                  </a:lnTo>
                  <a:lnTo>
                    <a:pt x="82296" y="330720"/>
                  </a:lnTo>
                  <a:lnTo>
                    <a:pt x="81457" y="339051"/>
                  </a:lnTo>
                  <a:lnTo>
                    <a:pt x="79057" y="345960"/>
                  </a:lnTo>
                  <a:lnTo>
                    <a:pt x="75222" y="351713"/>
                  </a:lnTo>
                  <a:lnTo>
                    <a:pt x="70104" y="356628"/>
                  </a:lnTo>
                  <a:lnTo>
                    <a:pt x="94488" y="382536"/>
                  </a:lnTo>
                  <a:lnTo>
                    <a:pt x="123634" y="347294"/>
                  </a:lnTo>
                  <a:lnTo>
                    <a:pt x="176784" y="301764"/>
                  </a:lnTo>
                  <a:lnTo>
                    <a:pt x="172212" y="295668"/>
                  </a:lnTo>
                  <a:lnTo>
                    <a:pt x="105156" y="333768"/>
                  </a:lnTo>
                  <a:lnTo>
                    <a:pt x="105156" y="236232"/>
                  </a:lnTo>
                  <a:lnTo>
                    <a:pt x="175260" y="236232"/>
                  </a:lnTo>
                  <a:lnTo>
                    <a:pt x="150876" y="208800"/>
                  </a:lnTo>
                  <a:lnTo>
                    <a:pt x="131064" y="227088"/>
                  </a:lnTo>
                  <a:lnTo>
                    <a:pt x="105156" y="227088"/>
                  </a:lnTo>
                  <a:lnTo>
                    <a:pt x="105156" y="156984"/>
                  </a:lnTo>
                  <a:lnTo>
                    <a:pt x="164592" y="156984"/>
                  </a:lnTo>
                  <a:lnTo>
                    <a:pt x="155041" y="146316"/>
                  </a:lnTo>
                  <a:lnTo>
                    <a:pt x="138684" y="128028"/>
                  </a:lnTo>
                  <a:lnTo>
                    <a:pt x="120396" y="146316"/>
                  </a:lnTo>
                  <a:lnTo>
                    <a:pt x="44196" y="146316"/>
                  </a:lnTo>
                  <a:lnTo>
                    <a:pt x="52197" y="131686"/>
                  </a:lnTo>
                  <a:lnTo>
                    <a:pt x="68199" y="103022"/>
                  </a:lnTo>
                  <a:lnTo>
                    <a:pt x="76200" y="88404"/>
                  </a:lnTo>
                  <a:lnTo>
                    <a:pt x="184404" y="88404"/>
                  </a:lnTo>
                  <a:close/>
                </a:path>
                <a:path w="855345" h="410210">
                  <a:moveTo>
                    <a:pt x="362712" y="51828"/>
                  </a:moveTo>
                  <a:lnTo>
                    <a:pt x="318223" y="25514"/>
                  </a:lnTo>
                  <a:lnTo>
                    <a:pt x="295656" y="19824"/>
                  </a:lnTo>
                  <a:lnTo>
                    <a:pt x="294132" y="24396"/>
                  </a:lnTo>
                  <a:lnTo>
                    <a:pt x="308102" y="33553"/>
                  </a:lnTo>
                  <a:lnTo>
                    <a:pt x="320230" y="42875"/>
                  </a:lnTo>
                  <a:lnTo>
                    <a:pt x="330339" y="52463"/>
                  </a:lnTo>
                  <a:lnTo>
                    <a:pt x="338328" y="62496"/>
                  </a:lnTo>
                  <a:lnTo>
                    <a:pt x="344424" y="71640"/>
                  </a:lnTo>
                  <a:lnTo>
                    <a:pt x="348996" y="76212"/>
                  </a:lnTo>
                  <a:lnTo>
                    <a:pt x="355092" y="76212"/>
                  </a:lnTo>
                  <a:lnTo>
                    <a:pt x="358140" y="74688"/>
                  </a:lnTo>
                  <a:lnTo>
                    <a:pt x="359664" y="68592"/>
                  </a:lnTo>
                  <a:lnTo>
                    <a:pt x="362712" y="64020"/>
                  </a:lnTo>
                  <a:lnTo>
                    <a:pt x="362712" y="51828"/>
                  </a:lnTo>
                  <a:close/>
                </a:path>
                <a:path w="855345" h="410210">
                  <a:moveTo>
                    <a:pt x="406908" y="182892"/>
                  </a:moveTo>
                  <a:lnTo>
                    <a:pt x="374904" y="156984"/>
                  </a:lnTo>
                  <a:lnTo>
                    <a:pt x="355092" y="178320"/>
                  </a:lnTo>
                  <a:lnTo>
                    <a:pt x="274320" y="187464"/>
                  </a:lnTo>
                  <a:lnTo>
                    <a:pt x="268097" y="140525"/>
                  </a:lnTo>
                  <a:lnTo>
                    <a:pt x="266700" y="121932"/>
                  </a:lnTo>
                  <a:lnTo>
                    <a:pt x="373380" y="111264"/>
                  </a:lnTo>
                  <a:lnTo>
                    <a:pt x="345948" y="85356"/>
                  </a:lnTo>
                  <a:lnTo>
                    <a:pt x="326136" y="105168"/>
                  </a:lnTo>
                  <a:lnTo>
                    <a:pt x="263652" y="111264"/>
                  </a:lnTo>
                  <a:lnTo>
                    <a:pt x="261645" y="86118"/>
                  </a:lnTo>
                  <a:lnTo>
                    <a:pt x="260261" y="64020"/>
                  </a:lnTo>
                  <a:lnTo>
                    <a:pt x="260159" y="61925"/>
                  </a:lnTo>
                  <a:lnTo>
                    <a:pt x="259372" y="42875"/>
                  </a:lnTo>
                  <a:lnTo>
                    <a:pt x="259080" y="24396"/>
                  </a:lnTo>
                  <a:lnTo>
                    <a:pt x="272796" y="12204"/>
                  </a:lnTo>
                  <a:lnTo>
                    <a:pt x="233172" y="12"/>
                  </a:lnTo>
                  <a:lnTo>
                    <a:pt x="234594" y="36322"/>
                  </a:lnTo>
                  <a:lnTo>
                    <a:pt x="236220" y="66497"/>
                  </a:lnTo>
                  <a:lnTo>
                    <a:pt x="239268" y="115836"/>
                  </a:lnTo>
                  <a:lnTo>
                    <a:pt x="169164" y="121932"/>
                  </a:lnTo>
                  <a:lnTo>
                    <a:pt x="184404" y="137172"/>
                  </a:lnTo>
                  <a:lnTo>
                    <a:pt x="192024" y="131076"/>
                  </a:lnTo>
                  <a:lnTo>
                    <a:pt x="242316" y="124980"/>
                  </a:lnTo>
                  <a:lnTo>
                    <a:pt x="243713" y="143814"/>
                  </a:lnTo>
                  <a:lnTo>
                    <a:pt x="245554" y="161366"/>
                  </a:lnTo>
                  <a:lnTo>
                    <a:pt x="247650" y="177368"/>
                  </a:lnTo>
                  <a:lnTo>
                    <a:pt x="249936" y="192036"/>
                  </a:lnTo>
                  <a:lnTo>
                    <a:pt x="163068" y="202704"/>
                  </a:lnTo>
                  <a:lnTo>
                    <a:pt x="181356" y="217944"/>
                  </a:lnTo>
                  <a:lnTo>
                    <a:pt x="193548" y="208800"/>
                  </a:lnTo>
                  <a:lnTo>
                    <a:pt x="251460" y="202704"/>
                  </a:lnTo>
                  <a:lnTo>
                    <a:pt x="256616" y="227533"/>
                  </a:lnTo>
                  <a:lnTo>
                    <a:pt x="263080" y="251663"/>
                  </a:lnTo>
                  <a:lnTo>
                    <a:pt x="270954" y="274916"/>
                  </a:lnTo>
                  <a:lnTo>
                    <a:pt x="280416" y="297192"/>
                  </a:lnTo>
                  <a:lnTo>
                    <a:pt x="248640" y="324599"/>
                  </a:lnTo>
                  <a:lnTo>
                    <a:pt x="214884" y="349580"/>
                  </a:lnTo>
                  <a:lnTo>
                    <a:pt x="178828" y="371983"/>
                  </a:lnTo>
                  <a:lnTo>
                    <a:pt x="140208" y="391680"/>
                  </a:lnTo>
                  <a:lnTo>
                    <a:pt x="143256" y="396252"/>
                  </a:lnTo>
                  <a:lnTo>
                    <a:pt x="184137" y="381076"/>
                  </a:lnTo>
                  <a:lnTo>
                    <a:pt x="222313" y="362915"/>
                  </a:lnTo>
                  <a:lnTo>
                    <a:pt x="257911" y="341591"/>
                  </a:lnTo>
                  <a:lnTo>
                    <a:pt x="291084" y="317004"/>
                  </a:lnTo>
                  <a:lnTo>
                    <a:pt x="304812" y="335521"/>
                  </a:lnTo>
                  <a:lnTo>
                    <a:pt x="332841" y="366268"/>
                  </a:lnTo>
                  <a:lnTo>
                    <a:pt x="372618" y="395490"/>
                  </a:lnTo>
                  <a:lnTo>
                    <a:pt x="396240" y="405396"/>
                  </a:lnTo>
                  <a:lnTo>
                    <a:pt x="400812" y="406920"/>
                  </a:lnTo>
                  <a:lnTo>
                    <a:pt x="406908" y="406920"/>
                  </a:lnTo>
                  <a:lnTo>
                    <a:pt x="406908" y="405396"/>
                  </a:lnTo>
                  <a:lnTo>
                    <a:pt x="405384" y="400824"/>
                  </a:lnTo>
                  <a:lnTo>
                    <a:pt x="403136" y="394220"/>
                  </a:lnTo>
                  <a:lnTo>
                    <a:pt x="401193" y="385775"/>
                  </a:lnTo>
                  <a:lnTo>
                    <a:pt x="399808" y="375310"/>
                  </a:lnTo>
                  <a:lnTo>
                    <a:pt x="399465" y="367296"/>
                  </a:lnTo>
                  <a:lnTo>
                    <a:pt x="399288" y="362724"/>
                  </a:lnTo>
                  <a:lnTo>
                    <a:pt x="399808" y="347294"/>
                  </a:lnTo>
                  <a:lnTo>
                    <a:pt x="401193" y="330720"/>
                  </a:lnTo>
                  <a:lnTo>
                    <a:pt x="403136" y="313004"/>
                  </a:lnTo>
                  <a:lnTo>
                    <a:pt x="405384" y="294144"/>
                  </a:lnTo>
                  <a:lnTo>
                    <a:pt x="397764" y="292620"/>
                  </a:lnTo>
                  <a:lnTo>
                    <a:pt x="374904" y="367296"/>
                  </a:lnTo>
                  <a:lnTo>
                    <a:pt x="357162" y="356222"/>
                  </a:lnTo>
                  <a:lnTo>
                    <a:pt x="340448" y="341591"/>
                  </a:lnTo>
                  <a:lnTo>
                    <a:pt x="324535" y="323786"/>
                  </a:lnTo>
                  <a:lnTo>
                    <a:pt x="319519" y="317004"/>
                  </a:lnTo>
                  <a:lnTo>
                    <a:pt x="309372" y="303288"/>
                  </a:lnTo>
                  <a:lnTo>
                    <a:pt x="325323" y="286689"/>
                  </a:lnTo>
                  <a:lnTo>
                    <a:pt x="331622" y="280428"/>
                  </a:lnTo>
                  <a:lnTo>
                    <a:pt x="338709" y="273380"/>
                  </a:lnTo>
                  <a:lnTo>
                    <a:pt x="370522" y="244805"/>
                  </a:lnTo>
                  <a:lnTo>
                    <a:pt x="385572" y="234708"/>
                  </a:lnTo>
                  <a:lnTo>
                    <a:pt x="356616" y="208800"/>
                  </a:lnTo>
                  <a:lnTo>
                    <a:pt x="341769" y="230492"/>
                  </a:lnTo>
                  <a:lnTo>
                    <a:pt x="327088" y="249758"/>
                  </a:lnTo>
                  <a:lnTo>
                    <a:pt x="312674" y="266446"/>
                  </a:lnTo>
                  <a:lnTo>
                    <a:pt x="298704" y="280428"/>
                  </a:lnTo>
                  <a:lnTo>
                    <a:pt x="292125" y="262636"/>
                  </a:lnTo>
                  <a:lnTo>
                    <a:pt x="286131" y="243281"/>
                  </a:lnTo>
                  <a:lnTo>
                    <a:pt x="280695" y="221919"/>
                  </a:lnTo>
                  <a:lnTo>
                    <a:pt x="276771" y="202704"/>
                  </a:lnTo>
                  <a:lnTo>
                    <a:pt x="275844" y="198132"/>
                  </a:lnTo>
                  <a:lnTo>
                    <a:pt x="367588" y="187464"/>
                  </a:lnTo>
                  <a:lnTo>
                    <a:pt x="406908" y="182892"/>
                  </a:lnTo>
                  <a:close/>
                </a:path>
                <a:path w="855345" h="410210">
                  <a:moveTo>
                    <a:pt x="534924" y="77724"/>
                  </a:moveTo>
                  <a:lnTo>
                    <a:pt x="515302" y="42672"/>
                  </a:lnTo>
                  <a:lnTo>
                    <a:pt x="489204" y="24384"/>
                  </a:lnTo>
                  <a:lnTo>
                    <a:pt x="483108" y="28956"/>
                  </a:lnTo>
                  <a:lnTo>
                    <a:pt x="492290" y="42418"/>
                  </a:lnTo>
                  <a:lnTo>
                    <a:pt x="499491" y="55435"/>
                  </a:lnTo>
                  <a:lnTo>
                    <a:pt x="504964" y="68186"/>
                  </a:lnTo>
                  <a:lnTo>
                    <a:pt x="509016" y="80772"/>
                  </a:lnTo>
                  <a:lnTo>
                    <a:pt x="513588" y="91440"/>
                  </a:lnTo>
                  <a:lnTo>
                    <a:pt x="516636" y="97536"/>
                  </a:lnTo>
                  <a:lnTo>
                    <a:pt x="522732" y="97536"/>
                  </a:lnTo>
                  <a:lnTo>
                    <a:pt x="525780" y="94488"/>
                  </a:lnTo>
                  <a:lnTo>
                    <a:pt x="528828" y="88392"/>
                  </a:lnTo>
                  <a:lnTo>
                    <a:pt x="533400" y="83820"/>
                  </a:lnTo>
                  <a:lnTo>
                    <a:pt x="534924" y="77724"/>
                  </a:lnTo>
                  <a:close/>
                </a:path>
                <a:path w="855345" h="410210">
                  <a:moveTo>
                    <a:pt x="669036" y="41148"/>
                  </a:moveTo>
                  <a:lnTo>
                    <a:pt x="638556" y="19812"/>
                  </a:lnTo>
                  <a:lnTo>
                    <a:pt x="633666" y="33870"/>
                  </a:lnTo>
                  <a:lnTo>
                    <a:pt x="625792" y="51054"/>
                  </a:lnTo>
                  <a:lnTo>
                    <a:pt x="614756" y="71678"/>
                  </a:lnTo>
                  <a:lnTo>
                    <a:pt x="600456" y="96012"/>
                  </a:lnTo>
                  <a:lnTo>
                    <a:pt x="605028" y="99060"/>
                  </a:lnTo>
                  <a:lnTo>
                    <a:pt x="617855" y="86207"/>
                  </a:lnTo>
                  <a:lnTo>
                    <a:pt x="628840" y="75057"/>
                  </a:lnTo>
                  <a:lnTo>
                    <a:pt x="637806" y="65633"/>
                  </a:lnTo>
                  <a:lnTo>
                    <a:pt x="644652" y="57912"/>
                  </a:lnTo>
                  <a:lnTo>
                    <a:pt x="650379" y="51650"/>
                  </a:lnTo>
                  <a:lnTo>
                    <a:pt x="656272" y="46672"/>
                  </a:lnTo>
                  <a:lnTo>
                    <a:pt x="662432" y="43129"/>
                  </a:lnTo>
                  <a:lnTo>
                    <a:pt x="669036" y="41148"/>
                  </a:lnTo>
                  <a:close/>
                </a:path>
                <a:path w="855345" h="410210">
                  <a:moveTo>
                    <a:pt x="676656" y="120396"/>
                  </a:moveTo>
                  <a:lnTo>
                    <a:pt x="646176" y="91440"/>
                  </a:lnTo>
                  <a:lnTo>
                    <a:pt x="627888" y="109728"/>
                  </a:lnTo>
                  <a:lnTo>
                    <a:pt x="583692" y="109728"/>
                  </a:lnTo>
                  <a:lnTo>
                    <a:pt x="583692" y="30480"/>
                  </a:lnTo>
                  <a:lnTo>
                    <a:pt x="597408" y="18288"/>
                  </a:lnTo>
                  <a:lnTo>
                    <a:pt x="559308" y="0"/>
                  </a:lnTo>
                  <a:lnTo>
                    <a:pt x="560641" y="51650"/>
                  </a:lnTo>
                  <a:lnTo>
                    <a:pt x="560832" y="109728"/>
                  </a:lnTo>
                  <a:lnTo>
                    <a:pt x="458724" y="109728"/>
                  </a:lnTo>
                  <a:lnTo>
                    <a:pt x="473964" y="124968"/>
                  </a:lnTo>
                  <a:lnTo>
                    <a:pt x="484263" y="122974"/>
                  </a:lnTo>
                  <a:lnTo>
                    <a:pt x="494728" y="121539"/>
                  </a:lnTo>
                  <a:lnTo>
                    <a:pt x="505460" y="120688"/>
                  </a:lnTo>
                  <a:lnTo>
                    <a:pt x="516636" y="120396"/>
                  </a:lnTo>
                  <a:lnTo>
                    <a:pt x="547116" y="120396"/>
                  </a:lnTo>
                  <a:lnTo>
                    <a:pt x="529082" y="146138"/>
                  </a:lnTo>
                  <a:lnTo>
                    <a:pt x="506920" y="170878"/>
                  </a:lnTo>
                  <a:lnTo>
                    <a:pt x="480453" y="194767"/>
                  </a:lnTo>
                  <a:lnTo>
                    <a:pt x="449580" y="217932"/>
                  </a:lnTo>
                  <a:lnTo>
                    <a:pt x="454152" y="222504"/>
                  </a:lnTo>
                  <a:lnTo>
                    <a:pt x="483247" y="206222"/>
                  </a:lnTo>
                  <a:lnTo>
                    <a:pt x="510921" y="187071"/>
                  </a:lnTo>
                  <a:lnTo>
                    <a:pt x="536867" y="165074"/>
                  </a:lnTo>
                  <a:lnTo>
                    <a:pt x="560832" y="140208"/>
                  </a:lnTo>
                  <a:lnTo>
                    <a:pt x="560832" y="210312"/>
                  </a:lnTo>
                  <a:lnTo>
                    <a:pt x="553212" y="207264"/>
                  </a:lnTo>
                  <a:lnTo>
                    <a:pt x="549783" y="219265"/>
                  </a:lnTo>
                  <a:lnTo>
                    <a:pt x="546354" y="230124"/>
                  </a:lnTo>
                  <a:lnTo>
                    <a:pt x="542925" y="239839"/>
                  </a:lnTo>
                  <a:lnTo>
                    <a:pt x="539496" y="248412"/>
                  </a:lnTo>
                  <a:lnTo>
                    <a:pt x="455676" y="248412"/>
                  </a:lnTo>
                  <a:lnTo>
                    <a:pt x="470916" y="265176"/>
                  </a:lnTo>
                  <a:lnTo>
                    <a:pt x="481215" y="262305"/>
                  </a:lnTo>
                  <a:lnTo>
                    <a:pt x="491680" y="260413"/>
                  </a:lnTo>
                  <a:lnTo>
                    <a:pt x="502412" y="259397"/>
                  </a:lnTo>
                  <a:lnTo>
                    <a:pt x="513588" y="259080"/>
                  </a:lnTo>
                  <a:lnTo>
                    <a:pt x="534924" y="259080"/>
                  </a:lnTo>
                  <a:lnTo>
                    <a:pt x="525487" y="277660"/>
                  </a:lnTo>
                  <a:lnTo>
                    <a:pt x="517779" y="292227"/>
                  </a:lnTo>
                  <a:lnTo>
                    <a:pt x="511771" y="302806"/>
                  </a:lnTo>
                  <a:lnTo>
                    <a:pt x="507492" y="309372"/>
                  </a:lnTo>
                  <a:lnTo>
                    <a:pt x="524421" y="312877"/>
                  </a:lnTo>
                  <a:lnTo>
                    <a:pt x="541210" y="316801"/>
                  </a:lnTo>
                  <a:lnTo>
                    <a:pt x="558279" y="321589"/>
                  </a:lnTo>
                  <a:lnTo>
                    <a:pt x="576072" y="327660"/>
                  </a:lnTo>
                  <a:lnTo>
                    <a:pt x="550938" y="347357"/>
                  </a:lnTo>
                  <a:lnTo>
                    <a:pt x="521398" y="365188"/>
                  </a:lnTo>
                  <a:lnTo>
                    <a:pt x="487553" y="381025"/>
                  </a:lnTo>
                  <a:lnTo>
                    <a:pt x="449580" y="394716"/>
                  </a:lnTo>
                  <a:lnTo>
                    <a:pt x="452628" y="400812"/>
                  </a:lnTo>
                  <a:lnTo>
                    <a:pt x="492582" y="390791"/>
                  </a:lnTo>
                  <a:lnTo>
                    <a:pt x="529971" y="376618"/>
                  </a:lnTo>
                  <a:lnTo>
                    <a:pt x="564489" y="358165"/>
                  </a:lnTo>
                  <a:lnTo>
                    <a:pt x="595884" y="335280"/>
                  </a:lnTo>
                  <a:lnTo>
                    <a:pt x="607923" y="341020"/>
                  </a:lnTo>
                  <a:lnTo>
                    <a:pt x="619125" y="346900"/>
                  </a:lnTo>
                  <a:lnTo>
                    <a:pt x="629742" y="353072"/>
                  </a:lnTo>
                  <a:lnTo>
                    <a:pt x="640080" y="359664"/>
                  </a:lnTo>
                  <a:lnTo>
                    <a:pt x="647700" y="367284"/>
                  </a:lnTo>
                  <a:lnTo>
                    <a:pt x="655320" y="367284"/>
                  </a:lnTo>
                  <a:lnTo>
                    <a:pt x="656844" y="362712"/>
                  </a:lnTo>
                  <a:lnTo>
                    <a:pt x="656793" y="347357"/>
                  </a:lnTo>
                  <a:lnTo>
                    <a:pt x="653796" y="339852"/>
                  </a:lnTo>
                  <a:lnTo>
                    <a:pt x="609600" y="320040"/>
                  </a:lnTo>
                  <a:lnTo>
                    <a:pt x="613371" y="315468"/>
                  </a:lnTo>
                  <a:lnTo>
                    <a:pt x="617385" y="310616"/>
                  </a:lnTo>
                  <a:lnTo>
                    <a:pt x="625030" y="298323"/>
                  </a:lnTo>
                  <a:lnTo>
                    <a:pt x="632955" y="283184"/>
                  </a:lnTo>
                  <a:lnTo>
                    <a:pt x="641604" y="265176"/>
                  </a:lnTo>
                  <a:lnTo>
                    <a:pt x="651764" y="259080"/>
                  </a:lnTo>
                  <a:lnTo>
                    <a:pt x="656844" y="256032"/>
                  </a:lnTo>
                  <a:lnTo>
                    <a:pt x="630936" y="233172"/>
                  </a:lnTo>
                  <a:lnTo>
                    <a:pt x="618744" y="248412"/>
                  </a:lnTo>
                  <a:lnTo>
                    <a:pt x="618744" y="259080"/>
                  </a:lnTo>
                  <a:lnTo>
                    <a:pt x="610755" y="277114"/>
                  </a:lnTo>
                  <a:lnTo>
                    <a:pt x="602932" y="292417"/>
                  </a:lnTo>
                  <a:lnTo>
                    <a:pt x="595376" y="305168"/>
                  </a:lnTo>
                  <a:lnTo>
                    <a:pt x="588264" y="315468"/>
                  </a:lnTo>
                  <a:lnTo>
                    <a:pt x="545401" y="305828"/>
                  </a:lnTo>
                  <a:lnTo>
                    <a:pt x="533400" y="303276"/>
                  </a:lnTo>
                  <a:lnTo>
                    <a:pt x="540016" y="292735"/>
                  </a:lnTo>
                  <a:lnTo>
                    <a:pt x="546354" y="281749"/>
                  </a:lnTo>
                  <a:lnTo>
                    <a:pt x="552678" y="270497"/>
                  </a:lnTo>
                  <a:lnTo>
                    <a:pt x="559308" y="259080"/>
                  </a:lnTo>
                  <a:lnTo>
                    <a:pt x="618744" y="259080"/>
                  </a:lnTo>
                  <a:lnTo>
                    <a:pt x="618744" y="248412"/>
                  </a:lnTo>
                  <a:lnTo>
                    <a:pt x="565404" y="248412"/>
                  </a:lnTo>
                  <a:lnTo>
                    <a:pt x="571969" y="238366"/>
                  </a:lnTo>
                  <a:lnTo>
                    <a:pt x="577977" y="230886"/>
                  </a:lnTo>
                  <a:lnTo>
                    <a:pt x="583399" y="225704"/>
                  </a:lnTo>
                  <a:lnTo>
                    <a:pt x="588264" y="222504"/>
                  </a:lnTo>
                  <a:lnTo>
                    <a:pt x="563880" y="211836"/>
                  </a:lnTo>
                  <a:lnTo>
                    <a:pt x="566077" y="210312"/>
                  </a:lnTo>
                  <a:lnTo>
                    <a:pt x="583692" y="198120"/>
                  </a:lnTo>
                  <a:lnTo>
                    <a:pt x="583692" y="144780"/>
                  </a:lnTo>
                  <a:lnTo>
                    <a:pt x="615734" y="172123"/>
                  </a:lnTo>
                  <a:lnTo>
                    <a:pt x="629412" y="188976"/>
                  </a:lnTo>
                  <a:lnTo>
                    <a:pt x="633984" y="193548"/>
                  </a:lnTo>
                  <a:lnTo>
                    <a:pt x="638556" y="193548"/>
                  </a:lnTo>
                  <a:lnTo>
                    <a:pt x="640080" y="190500"/>
                  </a:lnTo>
                  <a:lnTo>
                    <a:pt x="641604" y="185928"/>
                  </a:lnTo>
                  <a:lnTo>
                    <a:pt x="643128" y="179832"/>
                  </a:lnTo>
                  <a:lnTo>
                    <a:pt x="643128" y="164592"/>
                  </a:lnTo>
                  <a:lnTo>
                    <a:pt x="640080" y="158496"/>
                  </a:lnTo>
                  <a:lnTo>
                    <a:pt x="633984" y="152400"/>
                  </a:lnTo>
                  <a:lnTo>
                    <a:pt x="627405" y="148717"/>
                  </a:lnTo>
                  <a:lnTo>
                    <a:pt x="617321" y="144780"/>
                  </a:lnTo>
                  <a:lnTo>
                    <a:pt x="616839" y="144589"/>
                  </a:lnTo>
                  <a:lnTo>
                    <a:pt x="602335" y="140208"/>
                  </a:lnTo>
                  <a:lnTo>
                    <a:pt x="583692" y="135636"/>
                  </a:lnTo>
                  <a:lnTo>
                    <a:pt x="583692" y="120396"/>
                  </a:lnTo>
                  <a:lnTo>
                    <a:pt x="676656" y="120396"/>
                  </a:lnTo>
                  <a:close/>
                </a:path>
                <a:path w="855345" h="410210">
                  <a:moveTo>
                    <a:pt x="854964" y="120396"/>
                  </a:moveTo>
                  <a:lnTo>
                    <a:pt x="844804" y="109728"/>
                  </a:lnTo>
                  <a:lnTo>
                    <a:pt x="824484" y="88392"/>
                  </a:lnTo>
                  <a:lnTo>
                    <a:pt x="803148" y="109728"/>
                  </a:lnTo>
                  <a:lnTo>
                    <a:pt x="778764" y="109728"/>
                  </a:lnTo>
                  <a:lnTo>
                    <a:pt x="778764" y="120396"/>
                  </a:lnTo>
                  <a:lnTo>
                    <a:pt x="773925" y="172123"/>
                  </a:lnTo>
                  <a:lnTo>
                    <a:pt x="766381" y="217551"/>
                  </a:lnTo>
                  <a:lnTo>
                    <a:pt x="756259" y="256705"/>
                  </a:lnTo>
                  <a:lnTo>
                    <a:pt x="743712" y="289560"/>
                  </a:lnTo>
                  <a:lnTo>
                    <a:pt x="729132" y="253276"/>
                  </a:lnTo>
                  <a:lnTo>
                    <a:pt x="717423" y="212979"/>
                  </a:lnTo>
                  <a:lnTo>
                    <a:pt x="708558" y="168694"/>
                  </a:lnTo>
                  <a:lnTo>
                    <a:pt x="703884" y="131064"/>
                  </a:lnTo>
                  <a:lnTo>
                    <a:pt x="702564" y="120396"/>
                  </a:lnTo>
                  <a:lnTo>
                    <a:pt x="778764" y="120396"/>
                  </a:lnTo>
                  <a:lnTo>
                    <a:pt x="778764" y="109728"/>
                  </a:lnTo>
                  <a:lnTo>
                    <a:pt x="704088" y="109728"/>
                  </a:lnTo>
                  <a:lnTo>
                    <a:pt x="712635" y="86855"/>
                  </a:lnTo>
                  <a:lnTo>
                    <a:pt x="729996" y="44196"/>
                  </a:lnTo>
                  <a:lnTo>
                    <a:pt x="751332" y="22860"/>
                  </a:lnTo>
                  <a:lnTo>
                    <a:pt x="711708" y="0"/>
                  </a:lnTo>
                  <a:lnTo>
                    <a:pt x="696010" y="67183"/>
                  </a:lnTo>
                  <a:lnTo>
                    <a:pt x="678751" y="124777"/>
                  </a:lnTo>
                  <a:lnTo>
                    <a:pt x="660057" y="172961"/>
                  </a:lnTo>
                  <a:lnTo>
                    <a:pt x="640080" y="211836"/>
                  </a:lnTo>
                  <a:lnTo>
                    <a:pt x="644652" y="216408"/>
                  </a:lnTo>
                  <a:lnTo>
                    <a:pt x="660654" y="195795"/>
                  </a:lnTo>
                  <a:lnTo>
                    <a:pt x="674370" y="174879"/>
                  </a:lnTo>
                  <a:lnTo>
                    <a:pt x="685800" y="153403"/>
                  </a:lnTo>
                  <a:lnTo>
                    <a:pt x="694944" y="131064"/>
                  </a:lnTo>
                  <a:lnTo>
                    <a:pt x="698055" y="178435"/>
                  </a:lnTo>
                  <a:lnTo>
                    <a:pt x="705040" y="224218"/>
                  </a:lnTo>
                  <a:lnTo>
                    <a:pt x="715721" y="268020"/>
                  </a:lnTo>
                  <a:lnTo>
                    <a:pt x="729996" y="309372"/>
                  </a:lnTo>
                  <a:lnTo>
                    <a:pt x="704862" y="337667"/>
                  </a:lnTo>
                  <a:lnTo>
                    <a:pt x="675322" y="363093"/>
                  </a:lnTo>
                  <a:lnTo>
                    <a:pt x="641477" y="385673"/>
                  </a:lnTo>
                  <a:lnTo>
                    <a:pt x="603504" y="405384"/>
                  </a:lnTo>
                  <a:lnTo>
                    <a:pt x="606552" y="409956"/>
                  </a:lnTo>
                  <a:lnTo>
                    <a:pt x="645121" y="395414"/>
                  </a:lnTo>
                  <a:lnTo>
                    <a:pt x="680847" y="376999"/>
                  </a:lnTo>
                  <a:lnTo>
                    <a:pt x="713701" y="354888"/>
                  </a:lnTo>
                  <a:lnTo>
                    <a:pt x="743712" y="329184"/>
                  </a:lnTo>
                  <a:lnTo>
                    <a:pt x="759447" y="348310"/>
                  </a:lnTo>
                  <a:lnTo>
                    <a:pt x="777049" y="366712"/>
                  </a:lnTo>
                  <a:lnTo>
                    <a:pt x="796645" y="384263"/>
                  </a:lnTo>
                  <a:lnTo>
                    <a:pt x="818388" y="400812"/>
                  </a:lnTo>
                  <a:lnTo>
                    <a:pt x="821499" y="393407"/>
                  </a:lnTo>
                  <a:lnTo>
                    <a:pt x="828484" y="387286"/>
                  </a:lnTo>
                  <a:lnTo>
                    <a:pt x="839165" y="382600"/>
                  </a:lnTo>
                  <a:lnTo>
                    <a:pt x="853440" y="379476"/>
                  </a:lnTo>
                  <a:lnTo>
                    <a:pt x="853440" y="371856"/>
                  </a:lnTo>
                  <a:lnTo>
                    <a:pt x="827100" y="363842"/>
                  </a:lnTo>
                  <a:lnTo>
                    <a:pt x="802767" y="351091"/>
                  </a:lnTo>
                  <a:lnTo>
                    <a:pt x="780135" y="333502"/>
                  </a:lnTo>
                  <a:lnTo>
                    <a:pt x="776097" y="329184"/>
                  </a:lnTo>
                  <a:lnTo>
                    <a:pt x="758952" y="310896"/>
                  </a:lnTo>
                  <a:lnTo>
                    <a:pt x="769010" y="289560"/>
                  </a:lnTo>
                  <a:lnTo>
                    <a:pt x="775525" y="275780"/>
                  </a:lnTo>
                  <a:lnTo>
                    <a:pt x="788670" y="232219"/>
                  </a:lnTo>
                  <a:lnTo>
                    <a:pt x="798385" y="180390"/>
                  </a:lnTo>
                  <a:lnTo>
                    <a:pt x="804672" y="120396"/>
                  </a:lnTo>
                  <a:lnTo>
                    <a:pt x="854964" y="120396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50" name="object 50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3887724" y="3663696"/>
              <a:ext cx="257555" cy="242316"/>
            </a:xfrm>
            <a:prstGeom prst="rect">
              <a:avLst/>
            </a:prstGeom>
          </p:spPr>
        </p:pic>
      </p:grpSp>
      <p:pic>
        <p:nvPicPr>
          <p:cNvPr id="51" name="object 51"/>
          <p:cNvPicPr/>
          <p:nvPr/>
        </p:nvPicPr>
        <p:blipFill>
          <a:blip r:embed="rId7" cstate="print"/>
          <a:stretch>
            <a:fillRect/>
          </a:stretch>
        </p:blipFill>
        <p:spPr>
          <a:xfrm>
            <a:off x="4280916" y="3639311"/>
            <a:ext cx="233172" cy="249936"/>
          </a:xfrm>
          <a:prstGeom prst="rect">
            <a:avLst/>
          </a:prstGeom>
        </p:spPr>
      </p:pic>
      <p:sp>
        <p:nvSpPr>
          <p:cNvPr id="52" name="object 52"/>
          <p:cNvSpPr/>
          <p:nvPr/>
        </p:nvSpPr>
        <p:spPr>
          <a:xfrm>
            <a:off x="4576559" y="3575303"/>
            <a:ext cx="335280" cy="411480"/>
          </a:xfrm>
          <a:custGeom>
            <a:avLst/>
            <a:gdLst/>
            <a:ahLst/>
            <a:cxnLst/>
            <a:rect l="l" t="t" r="r" b="b"/>
            <a:pathLst>
              <a:path w="335279" h="411479">
                <a:moveTo>
                  <a:pt x="207264" y="169164"/>
                </a:moveTo>
                <a:lnTo>
                  <a:pt x="205574" y="129476"/>
                </a:lnTo>
                <a:lnTo>
                  <a:pt x="192481" y="66090"/>
                </a:lnTo>
                <a:lnTo>
                  <a:pt x="167068" y="23799"/>
                </a:lnTo>
                <a:lnTo>
                  <a:pt x="163068" y="20802"/>
                </a:lnTo>
                <a:lnTo>
                  <a:pt x="163068" y="169164"/>
                </a:lnTo>
                <a:lnTo>
                  <a:pt x="162814" y="184861"/>
                </a:lnTo>
                <a:lnTo>
                  <a:pt x="160020" y="227076"/>
                </a:lnTo>
                <a:lnTo>
                  <a:pt x="150876" y="266700"/>
                </a:lnTo>
                <a:lnTo>
                  <a:pt x="126568" y="296608"/>
                </a:lnTo>
                <a:lnTo>
                  <a:pt x="103632" y="301752"/>
                </a:lnTo>
                <a:lnTo>
                  <a:pt x="94157" y="301180"/>
                </a:lnTo>
                <a:lnTo>
                  <a:pt x="58585" y="274396"/>
                </a:lnTo>
                <a:lnTo>
                  <a:pt x="47155" y="236702"/>
                </a:lnTo>
                <a:lnTo>
                  <a:pt x="44221" y="185483"/>
                </a:lnTo>
                <a:lnTo>
                  <a:pt x="44234" y="152615"/>
                </a:lnTo>
                <a:lnTo>
                  <a:pt x="45720" y="112776"/>
                </a:lnTo>
                <a:lnTo>
                  <a:pt x="54864" y="70104"/>
                </a:lnTo>
                <a:lnTo>
                  <a:pt x="86677" y="38671"/>
                </a:lnTo>
                <a:lnTo>
                  <a:pt x="103632" y="36576"/>
                </a:lnTo>
                <a:lnTo>
                  <a:pt x="112229" y="37134"/>
                </a:lnTo>
                <a:lnTo>
                  <a:pt x="147167" y="62420"/>
                </a:lnTo>
                <a:lnTo>
                  <a:pt x="158597" y="99250"/>
                </a:lnTo>
                <a:lnTo>
                  <a:pt x="162115" y="137350"/>
                </a:lnTo>
                <a:lnTo>
                  <a:pt x="163068" y="169164"/>
                </a:lnTo>
                <a:lnTo>
                  <a:pt x="163068" y="20802"/>
                </a:lnTo>
                <a:lnTo>
                  <a:pt x="149352" y="10477"/>
                </a:lnTo>
                <a:lnTo>
                  <a:pt x="128206" y="2603"/>
                </a:lnTo>
                <a:lnTo>
                  <a:pt x="103632" y="0"/>
                </a:lnTo>
                <a:lnTo>
                  <a:pt x="78828" y="2578"/>
                </a:lnTo>
                <a:lnTo>
                  <a:pt x="38912" y="23152"/>
                </a:lnTo>
                <a:lnTo>
                  <a:pt x="13512" y="64579"/>
                </a:lnTo>
                <a:lnTo>
                  <a:pt x="1460" y="128587"/>
                </a:lnTo>
                <a:lnTo>
                  <a:pt x="0" y="169164"/>
                </a:lnTo>
                <a:lnTo>
                  <a:pt x="1460" y="208864"/>
                </a:lnTo>
                <a:lnTo>
                  <a:pt x="13512" y="272249"/>
                </a:lnTo>
                <a:lnTo>
                  <a:pt x="38696" y="313664"/>
                </a:lnTo>
                <a:lnTo>
                  <a:pt x="78181" y="334238"/>
                </a:lnTo>
                <a:lnTo>
                  <a:pt x="103632" y="336804"/>
                </a:lnTo>
                <a:lnTo>
                  <a:pt x="128206" y="334238"/>
                </a:lnTo>
                <a:lnTo>
                  <a:pt x="167068" y="313664"/>
                </a:lnTo>
                <a:lnTo>
                  <a:pt x="192481" y="273113"/>
                </a:lnTo>
                <a:lnTo>
                  <a:pt x="205574" y="209727"/>
                </a:lnTo>
                <a:lnTo>
                  <a:pt x="207264" y="169164"/>
                </a:lnTo>
                <a:close/>
              </a:path>
              <a:path w="335279" h="411479">
                <a:moveTo>
                  <a:pt x="335280" y="268224"/>
                </a:moveTo>
                <a:lnTo>
                  <a:pt x="280428" y="268224"/>
                </a:lnTo>
                <a:lnTo>
                  <a:pt x="242328" y="411480"/>
                </a:lnTo>
                <a:lnTo>
                  <a:pt x="274320" y="411480"/>
                </a:lnTo>
                <a:lnTo>
                  <a:pt x="335280" y="26822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" name="object 53"/>
          <p:cNvSpPr/>
          <p:nvPr/>
        </p:nvSpPr>
        <p:spPr>
          <a:xfrm>
            <a:off x="5039867" y="3561588"/>
            <a:ext cx="257810" cy="382905"/>
          </a:xfrm>
          <a:custGeom>
            <a:avLst/>
            <a:gdLst/>
            <a:ahLst/>
            <a:cxnLst/>
            <a:rect l="l" t="t" r="r" b="b"/>
            <a:pathLst>
              <a:path w="257810" h="382904">
                <a:moveTo>
                  <a:pt x="0" y="382524"/>
                </a:moveTo>
                <a:lnTo>
                  <a:pt x="881" y="347733"/>
                </a:lnTo>
                <a:lnTo>
                  <a:pt x="1333" y="305371"/>
                </a:lnTo>
                <a:lnTo>
                  <a:pt x="1457" y="128016"/>
                </a:lnTo>
                <a:lnTo>
                  <a:pt x="1333" y="88963"/>
                </a:lnTo>
                <a:lnTo>
                  <a:pt x="881" y="41695"/>
                </a:lnTo>
                <a:lnTo>
                  <a:pt x="0" y="0"/>
                </a:lnTo>
                <a:lnTo>
                  <a:pt x="27432" y="19812"/>
                </a:lnTo>
                <a:lnTo>
                  <a:pt x="251269" y="19812"/>
                </a:lnTo>
                <a:lnTo>
                  <a:pt x="257556" y="24383"/>
                </a:lnTo>
                <a:lnTo>
                  <a:pt x="250697" y="28956"/>
                </a:lnTo>
                <a:lnTo>
                  <a:pt x="27432" y="28956"/>
                </a:lnTo>
                <a:lnTo>
                  <a:pt x="27432" y="118872"/>
                </a:lnTo>
                <a:lnTo>
                  <a:pt x="239268" y="118872"/>
                </a:lnTo>
                <a:lnTo>
                  <a:pt x="239268" y="128016"/>
                </a:lnTo>
                <a:lnTo>
                  <a:pt x="27432" y="128016"/>
                </a:lnTo>
                <a:lnTo>
                  <a:pt x="27432" y="214884"/>
                </a:lnTo>
                <a:lnTo>
                  <a:pt x="239268" y="214884"/>
                </a:lnTo>
                <a:lnTo>
                  <a:pt x="239268" y="225552"/>
                </a:lnTo>
                <a:lnTo>
                  <a:pt x="27432" y="225552"/>
                </a:lnTo>
                <a:lnTo>
                  <a:pt x="27432" y="321564"/>
                </a:lnTo>
                <a:lnTo>
                  <a:pt x="239594" y="321564"/>
                </a:lnTo>
                <a:lnTo>
                  <a:pt x="239874" y="332232"/>
                </a:lnTo>
                <a:lnTo>
                  <a:pt x="27432" y="332232"/>
                </a:lnTo>
                <a:lnTo>
                  <a:pt x="27432" y="367284"/>
                </a:lnTo>
                <a:lnTo>
                  <a:pt x="0" y="382524"/>
                </a:lnTo>
                <a:close/>
              </a:path>
              <a:path w="257810" h="382904">
                <a:moveTo>
                  <a:pt x="251269" y="19812"/>
                </a:moveTo>
                <a:lnTo>
                  <a:pt x="210312" y="19812"/>
                </a:lnTo>
                <a:lnTo>
                  <a:pt x="224027" y="0"/>
                </a:lnTo>
                <a:lnTo>
                  <a:pt x="251269" y="19812"/>
                </a:lnTo>
                <a:close/>
              </a:path>
              <a:path w="257810" h="382904">
                <a:moveTo>
                  <a:pt x="239268" y="118872"/>
                </a:moveTo>
                <a:lnTo>
                  <a:pt x="213360" y="118872"/>
                </a:lnTo>
                <a:lnTo>
                  <a:pt x="213360" y="28956"/>
                </a:lnTo>
                <a:lnTo>
                  <a:pt x="250697" y="28956"/>
                </a:lnTo>
                <a:lnTo>
                  <a:pt x="239268" y="36576"/>
                </a:lnTo>
                <a:lnTo>
                  <a:pt x="239268" y="118872"/>
                </a:lnTo>
                <a:close/>
              </a:path>
              <a:path w="257810" h="382904">
                <a:moveTo>
                  <a:pt x="239268" y="214884"/>
                </a:moveTo>
                <a:lnTo>
                  <a:pt x="213360" y="214884"/>
                </a:lnTo>
                <a:lnTo>
                  <a:pt x="213360" y="128016"/>
                </a:lnTo>
                <a:lnTo>
                  <a:pt x="239268" y="128016"/>
                </a:lnTo>
                <a:lnTo>
                  <a:pt x="239268" y="214884"/>
                </a:lnTo>
                <a:close/>
              </a:path>
              <a:path w="257810" h="382904">
                <a:moveTo>
                  <a:pt x="239594" y="321564"/>
                </a:moveTo>
                <a:lnTo>
                  <a:pt x="213360" y="321564"/>
                </a:lnTo>
                <a:lnTo>
                  <a:pt x="213360" y="225552"/>
                </a:lnTo>
                <a:lnTo>
                  <a:pt x="239268" y="225552"/>
                </a:lnTo>
                <a:lnTo>
                  <a:pt x="239379" y="305371"/>
                </a:lnTo>
                <a:lnTo>
                  <a:pt x="239506" y="318206"/>
                </a:lnTo>
                <a:lnTo>
                  <a:pt x="239594" y="321564"/>
                </a:lnTo>
                <a:close/>
              </a:path>
              <a:path w="257810" h="382904">
                <a:moveTo>
                  <a:pt x="213360" y="381000"/>
                </a:moveTo>
                <a:lnTo>
                  <a:pt x="213360" y="332232"/>
                </a:lnTo>
                <a:lnTo>
                  <a:pt x="239874" y="332232"/>
                </a:lnTo>
                <a:lnTo>
                  <a:pt x="240030" y="338137"/>
                </a:lnTo>
                <a:lnTo>
                  <a:pt x="240553" y="354353"/>
                </a:lnTo>
                <a:lnTo>
                  <a:pt x="240792" y="367284"/>
                </a:lnTo>
                <a:lnTo>
                  <a:pt x="213360" y="38100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" name="object 54"/>
          <p:cNvSpPr/>
          <p:nvPr/>
        </p:nvSpPr>
        <p:spPr>
          <a:xfrm>
            <a:off x="5401056" y="3538740"/>
            <a:ext cx="1287780" cy="410209"/>
          </a:xfrm>
          <a:custGeom>
            <a:avLst/>
            <a:gdLst/>
            <a:ahLst/>
            <a:cxnLst/>
            <a:rect l="l" t="t" r="r" b="b"/>
            <a:pathLst>
              <a:path w="1287779" h="410210">
                <a:moveTo>
                  <a:pt x="169164" y="124968"/>
                </a:moveTo>
                <a:lnTo>
                  <a:pt x="138684" y="96012"/>
                </a:lnTo>
                <a:lnTo>
                  <a:pt x="120396" y="114300"/>
                </a:lnTo>
                <a:lnTo>
                  <a:pt x="97536" y="114300"/>
                </a:lnTo>
                <a:lnTo>
                  <a:pt x="97536" y="33528"/>
                </a:lnTo>
                <a:lnTo>
                  <a:pt x="112776" y="21336"/>
                </a:lnTo>
                <a:lnTo>
                  <a:pt x="71628" y="0"/>
                </a:lnTo>
                <a:lnTo>
                  <a:pt x="72859" y="47231"/>
                </a:lnTo>
                <a:lnTo>
                  <a:pt x="73152" y="114300"/>
                </a:lnTo>
                <a:lnTo>
                  <a:pt x="0" y="114300"/>
                </a:lnTo>
                <a:lnTo>
                  <a:pt x="13716" y="129540"/>
                </a:lnTo>
                <a:lnTo>
                  <a:pt x="28956" y="124968"/>
                </a:lnTo>
                <a:lnTo>
                  <a:pt x="73152" y="124968"/>
                </a:lnTo>
                <a:lnTo>
                  <a:pt x="59194" y="176784"/>
                </a:lnTo>
                <a:lnTo>
                  <a:pt x="42291" y="225361"/>
                </a:lnTo>
                <a:lnTo>
                  <a:pt x="22567" y="270052"/>
                </a:lnTo>
                <a:lnTo>
                  <a:pt x="0" y="310896"/>
                </a:lnTo>
                <a:lnTo>
                  <a:pt x="4572" y="318516"/>
                </a:lnTo>
                <a:lnTo>
                  <a:pt x="25146" y="291668"/>
                </a:lnTo>
                <a:lnTo>
                  <a:pt x="43434" y="263842"/>
                </a:lnTo>
                <a:lnTo>
                  <a:pt x="59436" y="235140"/>
                </a:lnTo>
                <a:lnTo>
                  <a:pt x="73152" y="205740"/>
                </a:lnTo>
                <a:lnTo>
                  <a:pt x="73025" y="300418"/>
                </a:lnTo>
                <a:lnTo>
                  <a:pt x="72910" y="326898"/>
                </a:lnTo>
                <a:lnTo>
                  <a:pt x="72542" y="365163"/>
                </a:lnTo>
                <a:lnTo>
                  <a:pt x="72440" y="372656"/>
                </a:lnTo>
                <a:lnTo>
                  <a:pt x="71628" y="409956"/>
                </a:lnTo>
                <a:lnTo>
                  <a:pt x="99060" y="399288"/>
                </a:lnTo>
                <a:lnTo>
                  <a:pt x="98171" y="372656"/>
                </a:lnTo>
                <a:lnTo>
                  <a:pt x="97726" y="326898"/>
                </a:lnTo>
                <a:lnTo>
                  <a:pt x="97650" y="301574"/>
                </a:lnTo>
                <a:lnTo>
                  <a:pt x="97536" y="205740"/>
                </a:lnTo>
                <a:lnTo>
                  <a:pt x="97536" y="176784"/>
                </a:lnTo>
                <a:lnTo>
                  <a:pt x="120459" y="209359"/>
                </a:lnTo>
                <a:lnTo>
                  <a:pt x="131064" y="236220"/>
                </a:lnTo>
                <a:lnTo>
                  <a:pt x="135636" y="243840"/>
                </a:lnTo>
                <a:lnTo>
                  <a:pt x="141732" y="243840"/>
                </a:lnTo>
                <a:lnTo>
                  <a:pt x="144780" y="240792"/>
                </a:lnTo>
                <a:lnTo>
                  <a:pt x="147828" y="234696"/>
                </a:lnTo>
                <a:lnTo>
                  <a:pt x="150876" y="227076"/>
                </a:lnTo>
                <a:lnTo>
                  <a:pt x="152400" y="222504"/>
                </a:lnTo>
                <a:lnTo>
                  <a:pt x="152400" y="213360"/>
                </a:lnTo>
                <a:lnTo>
                  <a:pt x="124777" y="184785"/>
                </a:lnTo>
                <a:lnTo>
                  <a:pt x="111747" y="176784"/>
                </a:lnTo>
                <a:lnTo>
                  <a:pt x="97536" y="169164"/>
                </a:lnTo>
                <a:lnTo>
                  <a:pt x="97536" y="124968"/>
                </a:lnTo>
                <a:lnTo>
                  <a:pt x="169164" y="124968"/>
                </a:lnTo>
                <a:close/>
              </a:path>
              <a:path w="1287779" h="410210">
                <a:moveTo>
                  <a:pt x="236220" y="231648"/>
                </a:moveTo>
                <a:lnTo>
                  <a:pt x="198120" y="208788"/>
                </a:lnTo>
                <a:lnTo>
                  <a:pt x="182994" y="250786"/>
                </a:lnTo>
                <a:lnTo>
                  <a:pt x="165163" y="289941"/>
                </a:lnTo>
                <a:lnTo>
                  <a:pt x="144805" y="326136"/>
                </a:lnTo>
                <a:lnTo>
                  <a:pt x="121920" y="359664"/>
                </a:lnTo>
                <a:lnTo>
                  <a:pt x="126492" y="365760"/>
                </a:lnTo>
                <a:lnTo>
                  <a:pt x="151079" y="340017"/>
                </a:lnTo>
                <a:lnTo>
                  <a:pt x="174688" y="310705"/>
                </a:lnTo>
                <a:lnTo>
                  <a:pt x="197421" y="277672"/>
                </a:lnTo>
                <a:lnTo>
                  <a:pt x="219456" y="240792"/>
                </a:lnTo>
                <a:lnTo>
                  <a:pt x="236220" y="231648"/>
                </a:lnTo>
                <a:close/>
              </a:path>
              <a:path w="1287779" h="410210">
                <a:moveTo>
                  <a:pt x="379476" y="57912"/>
                </a:moveTo>
                <a:lnTo>
                  <a:pt x="347472" y="25908"/>
                </a:lnTo>
                <a:lnTo>
                  <a:pt x="326136" y="47231"/>
                </a:lnTo>
                <a:lnTo>
                  <a:pt x="172212" y="47231"/>
                </a:lnTo>
                <a:lnTo>
                  <a:pt x="185928" y="60960"/>
                </a:lnTo>
                <a:lnTo>
                  <a:pt x="201168" y="57912"/>
                </a:lnTo>
                <a:lnTo>
                  <a:pt x="379476" y="57912"/>
                </a:lnTo>
                <a:close/>
              </a:path>
              <a:path w="1287779" h="410210">
                <a:moveTo>
                  <a:pt x="393192" y="318516"/>
                </a:moveTo>
                <a:lnTo>
                  <a:pt x="378421" y="282981"/>
                </a:lnTo>
                <a:lnTo>
                  <a:pt x="341845" y="241833"/>
                </a:lnTo>
                <a:lnTo>
                  <a:pt x="312420" y="211836"/>
                </a:lnTo>
                <a:lnTo>
                  <a:pt x="307848" y="216408"/>
                </a:lnTo>
                <a:lnTo>
                  <a:pt x="326682" y="247840"/>
                </a:lnTo>
                <a:lnTo>
                  <a:pt x="341947" y="275844"/>
                </a:lnTo>
                <a:lnTo>
                  <a:pt x="353491" y="300418"/>
                </a:lnTo>
                <a:lnTo>
                  <a:pt x="361188" y="321564"/>
                </a:lnTo>
                <a:lnTo>
                  <a:pt x="364871" y="334683"/>
                </a:lnTo>
                <a:lnTo>
                  <a:pt x="368998" y="344233"/>
                </a:lnTo>
                <a:lnTo>
                  <a:pt x="373392" y="350062"/>
                </a:lnTo>
                <a:lnTo>
                  <a:pt x="377952" y="352044"/>
                </a:lnTo>
                <a:lnTo>
                  <a:pt x="381000" y="347472"/>
                </a:lnTo>
                <a:lnTo>
                  <a:pt x="385572" y="341376"/>
                </a:lnTo>
                <a:lnTo>
                  <a:pt x="390144" y="333756"/>
                </a:lnTo>
                <a:lnTo>
                  <a:pt x="393153" y="326224"/>
                </a:lnTo>
                <a:lnTo>
                  <a:pt x="393192" y="318516"/>
                </a:lnTo>
                <a:close/>
              </a:path>
              <a:path w="1287779" h="410210">
                <a:moveTo>
                  <a:pt x="408432" y="161544"/>
                </a:moveTo>
                <a:lnTo>
                  <a:pt x="374904" y="129540"/>
                </a:lnTo>
                <a:lnTo>
                  <a:pt x="353568" y="150876"/>
                </a:lnTo>
                <a:lnTo>
                  <a:pt x="146304" y="150876"/>
                </a:lnTo>
                <a:lnTo>
                  <a:pt x="160020" y="164592"/>
                </a:lnTo>
                <a:lnTo>
                  <a:pt x="175260" y="161544"/>
                </a:lnTo>
                <a:lnTo>
                  <a:pt x="260604" y="161544"/>
                </a:lnTo>
                <a:lnTo>
                  <a:pt x="260604" y="362712"/>
                </a:lnTo>
                <a:lnTo>
                  <a:pt x="257556" y="367284"/>
                </a:lnTo>
                <a:lnTo>
                  <a:pt x="251460" y="368808"/>
                </a:lnTo>
                <a:lnTo>
                  <a:pt x="245237" y="369112"/>
                </a:lnTo>
                <a:lnTo>
                  <a:pt x="233743" y="367855"/>
                </a:lnTo>
                <a:lnTo>
                  <a:pt x="217373" y="365163"/>
                </a:lnTo>
                <a:lnTo>
                  <a:pt x="196596" y="361188"/>
                </a:lnTo>
                <a:lnTo>
                  <a:pt x="196596" y="370332"/>
                </a:lnTo>
                <a:lnTo>
                  <a:pt x="219468" y="379488"/>
                </a:lnTo>
                <a:lnTo>
                  <a:pt x="235648" y="388810"/>
                </a:lnTo>
                <a:lnTo>
                  <a:pt x="245237" y="398399"/>
                </a:lnTo>
                <a:lnTo>
                  <a:pt x="248412" y="408432"/>
                </a:lnTo>
                <a:lnTo>
                  <a:pt x="264642" y="401586"/>
                </a:lnTo>
                <a:lnTo>
                  <a:pt x="276606" y="392620"/>
                </a:lnTo>
                <a:lnTo>
                  <a:pt x="283984" y="381635"/>
                </a:lnTo>
                <a:lnTo>
                  <a:pt x="286448" y="369112"/>
                </a:lnTo>
                <a:lnTo>
                  <a:pt x="286512" y="161544"/>
                </a:lnTo>
                <a:lnTo>
                  <a:pt x="408432" y="161544"/>
                </a:lnTo>
                <a:close/>
              </a:path>
              <a:path w="1287779" h="410210">
                <a:moveTo>
                  <a:pt x="765048" y="32004"/>
                </a:moveTo>
                <a:lnTo>
                  <a:pt x="757732" y="25908"/>
                </a:lnTo>
                <a:lnTo>
                  <a:pt x="737616" y="9144"/>
                </a:lnTo>
                <a:lnTo>
                  <a:pt x="725424" y="21336"/>
                </a:lnTo>
                <a:lnTo>
                  <a:pt x="725424" y="36576"/>
                </a:lnTo>
                <a:lnTo>
                  <a:pt x="725424" y="86868"/>
                </a:lnTo>
                <a:lnTo>
                  <a:pt x="725424" y="97536"/>
                </a:lnTo>
                <a:lnTo>
                  <a:pt x="725424" y="149352"/>
                </a:lnTo>
                <a:lnTo>
                  <a:pt x="573024" y="149352"/>
                </a:lnTo>
                <a:lnTo>
                  <a:pt x="573024" y="97536"/>
                </a:lnTo>
                <a:lnTo>
                  <a:pt x="725424" y="97536"/>
                </a:lnTo>
                <a:lnTo>
                  <a:pt x="725424" y="86868"/>
                </a:lnTo>
                <a:lnTo>
                  <a:pt x="573024" y="86868"/>
                </a:lnTo>
                <a:lnTo>
                  <a:pt x="573024" y="36576"/>
                </a:lnTo>
                <a:lnTo>
                  <a:pt x="725424" y="36576"/>
                </a:lnTo>
                <a:lnTo>
                  <a:pt x="725424" y="21336"/>
                </a:lnTo>
                <a:lnTo>
                  <a:pt x="720852" y="25908"/>
                </a:lnTo>
                <a:lnTo>
                  <a:pt x="576072" y="25908"/>
                </a:lnTo>
                <a:lnTo>
                  <a:pt x="547116" y="10668"/>
                </a:lnTo>
                <a:lnTo>
                  <a:pt x="547992" y="34137"/>
                </a:lnTo>
                <a:lnTo>
                  <a:pt x="548449" y="56769"/>
                </a:lnTo>
                <a:lnTo>
                  <a:pt x="548614" y="78816"/>
                </a:lnTo>
                <a:lnTo>
                  <a:pt x="548589" y="123825"/>
                </a:lnTo>
                <a:lnTo>
                  <a:pt x="548449" y="142684"/>
                </a:lnTo>
                <a:lnTo>
                  <a:pt x="547992" y="164223"/>
                </a:lnTo>
                <a:lnTo>
                  <a:pt x="547116" y="185928"/>
                </a:lnTo>
                <a:lnTo>
                  <a:pt x="573024" y="175260"/>
                </a:lnTo>
                <a:lnTo>
                  <a:pt x="573024" y="160020"/>
                </a:lnTo>
                <a:lnTo>
                  <a:pt x="725424" y="160020"/>
                </a:lnTo>
                <a:lnTo>
                  <a:pt x="725424" y="182880"/>
                </a:lnTo>
                <a:lnTo>
                  <a:pt x="751332" y="169164"/>
                </a:lnTo>
                <a:lnTo>
                  <a:pt x="750887" y="160020"/>
                </a:lnTo>
                <a:lnTo>
                  <a:pt x="750443" y="150914"/>
                </a:lnTo>
                <a:lnTo>
                  <a:pt x="750417" y="149352"/>
                </a:lnTo>
                <a:lnTo>
                  <a:pt x="749998" y="123825"/>
                </a:lnTo>
                <a:lnTo>
                  <a:pt x="749871" y="97536"/>
                </a:lnTo>
                <a:lnTo>
                  <a:pt x="749820" y="86868"/>
                </a:lnTo>
                <a:lnTo>
                  <a:pt x="749808" y="44196"/>
                </a:lnTo>
                <a:lnTo>
                  <a:pt x="759333" y="36576"/>
                </a:lnTo>
                <a:lnTo>
                  <a:pt x="765048" y="32004"/>
                </a:lnTo>
                <a:close/>
              </a:path>
              <a:path w="1287779" h="410210">
                <a:moveTo>
                  <a:pt x="848868" y="361188"/>
                </a:moveTo>
                <a:lnTo>
                  <a:pt x="829144" y="364045"/>
                </a:lnTo>
                <a:lnTo>
                  <a:pt x="806577" y="365760"/>
                </a:lnTo>
                <a:lnTo>
                  <a:pt x="781138" y="366331"/>
                </a:lnTo>
                <a:lnTo>
                  <a:pt x="725754" y="365188"/>
                </a:lnTo>
                <a:lnTo>
                  <a:pt x="701802" y="363474"/>
                </a:lnTo>
                <a:lnTo>
                  <a:pt x="681266" y="360616"/>
                </a:lnTo>
                <a:lnTo>
                  <a:pt x="664464" y="356616"/>
                </a:lnTo>
                <a:lnTo>
                  <a:pt x="664464" y="348996"/>
                </a:lnTo>
                <a:lnTo>
                  <a:pt x="664464" y="284988"/>
                </a:lnTo>
                <a:lnTo>
                  <a:pt x="809244" y="284988"/>
                </a:lnTo>
                <a:lnTo>
                  <a:pt x="798576" y="274320"/>
                </a:lnTo>
                <a:lnTo>
                  <a:pt x="777240" y="252984"/>
                </a:lnTo>
                <a:lnTo>
                  <a:pt x="754380" y="274320"/>
                </a:lnTo>
                <a:lnTo>
                  <a:pt x="664464" y="274320"/>
                </a:lnTo>
                <a:lnTo>
                  <a:pt x="664464" y="216408"/>
                </a:lnTo>
                <a:lnTo>
                  <a:pt x="839724" y="216408"/>
                </a:lnTo>
                <a:lnTo>
                  <a:pt x="803148" y="179832"/>
                </a:lnTo>
                <a:lnTo>
                  <a:pt x="777240" y="205740"/>
                </a:lnTo>
                <a:lnTo>
                  <a:pt x="455676" y="205740"/>
                </a:lnTo>
                <a:lnTo>
                  <a:pt x="470916" y="220980"/>
                </a:lnTo>
                <a:lnTo>
                  <a:pt x="481203" y="218973"/>
                </a:lnTo>
                <a:lnTo>
                  <a:pt x="491490" y="217551"/>
                </a:lnTo>
                <a:lnTo>
                  <a:pt x="501777" y="216687"/>
                </a:lnTo>
                <a:lnTo>
                  <a:pt x="512064" y="216408"/>
                </a:lnTo>
                <a:lnTo>
                  <a:pt x="640080" y="216408"/>
                </a:lnTo>
                <a:lnTo>
                  <a:pt x="640080" y="348996"/>
                </a:lnTo>
                <a:lnTo>
                  <a:pt x="614337" y="336943"/>
                </a:lnTo>
                <a:lnTo>
                  <a:pt x="572566" y="308267"/>
                </a:lnTo>
                <a:lnTo>
                  <a:pt x="565899" y="267284"/>
                </a:lnTo>
                <a:lnTo>
                  <a:pt x="583692" y="246888"/>
                </a:lnTo>
                <a:lnTo>
                  <a:pt x="545592" y="224028"/>
                </a:lnTo>
                <a:lnTo>
                  <a:pt x="532726" y="278599"/>
                </a:lnTo>
                <a:lnTo>
                  <a:pt x="512445" y="325755"/>
                </a:lnTo>
                <a:lnTo>
                  <a:pt x="484720" y="365467"/>
                </a:lnTo>
                <a:lnTo>
                  <a:pt x="449580" y="397764"/>
                </a:lnTo>
                <a:lnTo>
                  <a:pt x="454152" y="403860"/>
                </a:lnTo>
                <a:lnTo>
                  <a:pt x="484174" y="385279"/>
                </a:lnTo>
                <a:lnTo>
                  <a:pt x="510349" y="361569"/>
                </a:lnTo>
                <a:lnTo>
                  <a:pt x="532803" y="332701"/>
                </a:lnTo>
                <a:lnTo>
                  <a:pt x="551688" y="298704"/>
                </a:lnTo>
                <a:lnTo>
                  <a:pt x="562279" y="312102"/>
                </a:lnTo>
                <a:lnTo>
                  <a:pt x="598932" y="347472"/>
                </a:lnTo>
                <a:lnTo>
                  <a:pt x="648436" y="374472"/>
                </a:lnTo>
                <a:lnTo>
                  <a:pt x="693585" y="387261"/>
                </a:lnTo>
                <a:lnTo>
                  <a:pt x="766114" y="395782"/>
                </a:lnTo>
                <a:lnTo>
                  <a:pt x="813816" y="397764"/>
                </a:lnTo>
                <a:lnTo>
                  <a:pt x="816927" y="388327"/>
                </a:lnTo>
                <a:lnTo>
                  <a:pt x="823912" y="380619"/>
                </a:lnTo>
                <a:lnTo>
                  <a:pt x="834593" y="374611"/>
                </a:lnTo>
                <a:lnTo>
                  <a:pt x="848868" y="370332"/>
                </a:lnTo>
                <a:lnTo>
                  <a:pt x="848868" y="366331"/>
                </a:lnTo>
                <a:lnTo>
                  <a:pt x="848868" y="361188"/>
                </a:lnTo>
                <a:close/>
              </a:path>
              <a:path w="1287779" h="410210">
                <a:moveTo>
                  <a:pt x="1074407" y="118859"/>
                </a:moveTo>
                <a:lnTo>
                  <a:pt x="1043927" y="88379"/>
                </a:lnTo>
                <a:lnTo>
                  <a:pt x="1025639" y="108191"/>
                </a:lnTo>
                <a:lnTo>
                  <a:pt x="1002779" y="108191"/>
                </a:lnTo>
                <a:lnTo>
                  <a:pt x="1002779" y="38087"/>
                </a:lnTo>
                <a:lnTo>
                  <a:pt x="1018019" y="25895"/>
                </a:lnTo>
                <a:lnTo>
                  <a:pt x="976871" y="6083"/>
                </a:lnTo>
                <a:lnTo>
                  <a:pt x="977760" y="28689"/>
                </a:lnTo>
                <a:lnTo>
                  <a:pt x="978179" y="51498"/>
                </a:lnTo>
                <a:lnTo>
                  <a:pt x="978268" y="62661"/>
                </a:lnTo>
                <a:lnTo>
                  <a:pt x="978395" y="99047"/>
                </a:lnTo>
                <a:lnTo>
                  <a:pt x="978395" y="108191"/>
                </a:lnTo>
                <a:lnTo>
                  <a:pt x="893051" y="108191"/>
                </a:lnTo>
                <a:lnTo>
                  <a:pt x="908291" y="123431"/>
                </a:lnTo>
                <a:lnTo>
                  <a:pt x="918603" y="121437"/>
                </a:lnTo>
                <a:lnTo>
                  <a:pt x="929055" y="120002"/>
                </a:lnTo>
                <a:lnTo>
                  <a:pt x="939800" y="119151"/>
                </a:lnTo>
                <a:lnTo>
                  <a:pt x="950963" y="118859"/>
                </a:lnTo>
                <a:lnTo>
                  <a:pt x="978395" y="118859"/>
                </a:lnTo>
                <a:lnTo>
                  <a:pt x="978395" y="205727"/>
                </a:lnTo>
                <a:lnTo>
                  <a:pt x="947204" y="217119"/>
                </a:lnTo>
                <a:lnTo>
                  <a:pt x="922007" y="225920"/>
                </a:lnTo>
                <a:lnTo>
                  <a:pt x="902538" y="231876"/>
                </a:lnTo>
                <a:lnTo>
                  <a:pt x="888479" y="234683"/>
                </a:lnTo>
                <a:lnTo>
                  <a:pt x="911339" y="268211"/>
                </a:lnTo>
                <a:lnTo>
                  <a:pt x="918184" y="260477"/>
                </a:lnTo>
                <a:lnTo>
                  <a:pt x="931722" y="250875"/>
                </a:lnTo>
                <a:lnTo>
                  <a:pt x="951852" y="239280"/>
                </a:lnTo>
                <a:lnTo>
                  <a:pt x="978395" y="225539"/>
                </a:lnTo>
                <a:lnTo>
                  <a:pt x="978395" y="362699"/>
                </a:lnTo>
                <a:lnTo>
                  <a:pt x="973823" y="368795"/>
                </a:lnTo>
                <a:lnTo>
                  <a:pt x="966203" y="368795"/>
                </a:lnTo>
                <a:lnTo>
                  <a:pt x="957656" y="368249"/>
                </a:lnTo>
                <a:lnTo>
                  <a:pt x="945819" y="366699"/>
                </a:lnTo>
                <a:lnTo>
                  <a:pt x="930846" y="364299"/>
                </a:lnTo>
                <a:lnTo>
                  <a:pt x="912863" y="361175"/>
                </a:lnTo>
                <a:lnTo>
                  <a:pt x="912863" y="370319"/>
                </a:lnTo>
                <a:lnTo>
                  <a:pt x="934872" y="379514"/>
                </a:lnTo>
                <a:lnTo>
                  <a:pt x="950582" y="388988"/>
                </a:lnTo>
                <a:lnTo>
                  <a:pt x="960018" y="399046"/>
                </a:lnTo>
                <a:lnTo>
                  <a:pt x="963155" y="409943"/>
                </a:lnTo>
                <a:lnTo>
                  <a:pt x="980071" y="401967"/>
                </a:lnTo>
                <a:lnTo>
                  <a:pt x="992085" y="391871"/>
                </a:lnTo>
                <a:lnTo>
                  <a:pt x="999591" y="379730"/>
                </a:lnTo>
                <a:lnTo>
                  <a:pt x="1002093" y="368795"/>
                </a:lnTo>
                <a:lnTo>
                  <a:pt x="1002779" y="365747"/>
                </a:lnTo>
                <a:lnTo>
                  <a:pt x="1002779" y="225539"/>
                </a:lnTo>
                <a:lnTo>
                  <a:pt x="1002779" y="216395"/>
                </a:lnTo>
                <a:lnTo>
                  <a:pt x="1036980" y="198107"/>
                </a:lnTo>
                <a:lnTo>
                  <a:pt x="1068311" y="181343"/>
                </a:lnTo>
                <a:lnTo>
                  <a:pt x="1065263" y="173723"/>
                </a:lnTo>
                <a:lnTo>
                  <a:pt x="1002779" y="198107"/>
                </a:lnTo>
                <a:lnTo>
                  <a:pt x="1002779" y="118859"/>
                </a:lnTo>
                <a:lnTo>
                  <a:pt x="1074407" y="118859"/>
                </a:lnTo>
                <a:close/>
              </a:path>
              <a:path w="1287779" h="410210">
                <a:moveTo>
                  <a:pt x="1248143" y="68567"/>
                </a:moveTo>
                <a:lnTo>
                  <a:pt x="1243571" y="60947"/>
                </a:lnTo>
                <a:lnTo>
                  <a:pt x="1235951" y="56375"/>
                </a:lnTo>
                <a:lnTo>
                  <a:pt x="1228001" y="51498"/>
                </a:lnTo>
                <a:lnTo>
                  <a:pt x="1215758" y="45897"/>
                </a:lnTo>
                <a:lnTo>
                  <a:pt x="1199527" y="39446"/>
                </a:lnTo>
                <a:lnTo>
                  <a:pt x="1179563" y="31991"/>
                </a:lnTo>
                <a:lnTo>
                  <a:pt x="1176515" y="36563"/>
                </a:lnTo>
                <a:lnTo>
                  <a:pt x="1191145" y="49974"/>
                </a:lnTo>
                <a:lnTo>
                  <a:pt x="1203185" y="62661"/>
                </a:lnTo>
                <a:lnTo>
                  <a:pt x="1212951" y="74498"/>
                </a:lnTo>
                <a:lnTo>
                  <a:pt x="1220711" y="85331"/>
                </a:lnTo>
                <a:lnTo>
                  <a:pt x="1225283" y="94475"/>
                </a:lnTo>
                <a:lnTo>
                  <a:pt x="1229855" y="99047"/>
                </a:lnTo>
                <a:lnTo>
                  <a:pt x="1235951" y="99047"/>
                </a:lnTo>
                <a:lnTo>
                  <a:pt x="1238999" y="97523"/>
                </a:lnTo>
                <a:lnTo>
                  <a:pt x="1242047" y="94475"/>
                </a:lnTo>
                <a:lnTo>
                  <a:pt x="1245095" y="89903"/>
                </a:lnTo>
                <a:lnTo>
                  <a:pt x="1246619" y="85331"/>
                </a:lnTo>
                <a:lnTo>
                  <a:pt x="1246619" y="76187"/>
                </a:lnTo>
                <a:lnTo>
                  <a:pt x="1248143" y="68567"/>
                </a:lnTo>
                <a:close/>
              </a:path>
              <a:path w="1287779" h="410210">
                <a:moveTo>
                  <a:pt x="1287767" y="399275"/>
                </a:moveTo>
                <a:lnTo>
                  <a:pt x="1286243" y="397751"/>
                </a:lnTo>
                <a:lnTo>
                  <a:pt x="1284719" y="394703"/>
                </a:lnTo>
                <a:lnTo>
                  <a:pt x="1280706" y="387565"/>
                </a:lnTo>
                <a:lnTo>
                  <a:pt x="1277670" y="377558"/>
                </a:lnTo>
                <a:lnTo>
                  <a:pt x="1275943" y="367271"/>
                </a:lnTo>
                <a:lnTo>
                  <a:pt x="1275511" y="364705"/>
                </a:lnTo>
                <a:lnTo>
                  <a:pt x="1274051" y="348983"/>
                </a:lnTo>
                <a:lnTo>
                  <a:pt x="1273200" y="332397"/>
                </a:lnTo>
                <a:lnTo>
                  <a:pt x="1272908" y="316788"/>
                </a:lnTo>
                <a:lnTo>
                  <a:pt x="1273200" y="302056"/>
                </a:lnTo>
                <a:lnTo>
                  <a:pt x="1274051" y="288023"/>
                </a:lnTo>
                <a:lnTo>
                  <a:pt x="1266431" y="288023"/>
                </a:lnTo>
                <a:lnTo>
                  <a:pt x="1249667" y="367271"/>
                </a:lnTo>
                <a:lnTo>
                  <a:pt x="1226235" y="354685"/>
                </a:lnTo>
                <a:lnTo>
                  <a:pt x="1203947" y="337362"/>
                </a:lnTo>
                <a:lnTo>
                  <a:pt x="1182801" y="315201"/>
                </a:lnTo>
                <a:lnTo>
                  <a:pt x="1175143" y="304787"/>
                </a:lnTo>
                <a:lnTo>
                  <a:pt x="1162799" y="288023"/>
                </a:lnTo>
                <a:lnTo>
                  <a:pt x="1184262" y="268960"/>
                </a:lnTo>
                <a:lnTo>
                  <a:pt x="1188173" y="265163"/>
                </a:lnTo>
                <a:lnTo>
                  <a:pt x="1205280" y="248589"/>
                </a:lnTo>
                <a:lnTo>
                  <a:pt x="1225956" y="227444"/>
                </a:lnTo>
                <a:lnTo>
                  <a:pt x="1246619" y="205727"/>
                </a:lnTo>
                <a:lnTo>
                  <a:pt x="1261859" y="204203"/>
                </a:lnTo>
                <a:lnTo>
                  <a:pt x="1229855" y="170675"/>
                </a:lnTo>
                <a:lnTo>
                  <a:pt x="1217307" y="192087"/>
                </a:lnTo>
                <a:lnTo>
                  <a:pt x="1200327" y="215061"/>
                </a:lnTo>
                <a:lnTo>
                  <a:pt x="1179068" y="239471"/>
                </a:lnTo>
                <a:lnTo>
                  <a:pt x="1153655" y="265163"/>
                </a:lnTo>
                <a:lnTo>
                  <a:pt x="1147660" y="238861"/>
                </a:lnTo>
                <a:lnTo>
                  <a:pt x="1143368" y="210108"/>
                </a:lnTo>
                <a:lnTo>
                  <a:pt x="1140802" y="178803"/>
                </a:lnTo>
                <a:lnTo>
                  <a:pt x="1139990" y="146291"/>
                </a:lnTo>
                <a:lnTo>
                  <a:pt x="1139939" y="144767"/>
                </a:lnTo>
                <a:lnTo>
                  <a:pt x="1281671" y="134099"/>
                </a:lnTo>
                <a:lnTo>
                  <a:pt x="1246619" y="105143"/>
                </a:lnTo>
                <a:lnTo>
                  <a:pt x="1223759" y="126479"/>
                </a:lnTo>
                <a:lnTo>
                  <a:pt x="1139939" y="134099"/>
                </a:lnTo>
                <a:lnTo>
                  <a:pt x="1140180" y="110096"/>
                </a:lnTo>
                <a:lnTo>
                  <a:pt x="1141222" y="62661"/>
                </a:lnTo>
                <a:lnTo>
                  <a:pt x="1141463" y="38087"/>
                </a:lnTo>
                <a:lnTo>
                  <a:pt x="1158227" y="25895"/>
                </a:lnTo>
                <a:lnTo>
                  <a:pt x="1114031" y="7607"/>
                </a:lnTo>
                <a:lnTo>
                  <a:pt x="1114729" y="25895"/>
                </a:lnTo>
                <a:lnTo>
                  <a:pt x="1114933" y="31991"/>
                </a:lnTo>
                <a:lnTo>
                  <a:pt x="1115377" y="62661"/>
                </a:lnTo>
                <a:lnTo>
                  <a:pt x="1115504" y="88379"/>
                </a:lnTo>
                <a:lnTo>
                  <a:pt x="1115555" y="135623"/>
                </a:lnTo>
                <a:lnTo>
                  <a:pt x="1042403" y="141719"/>
                </a:lnTo>
                <a:lnTo>
                  <a:pt x="1060691" y="156959"/>
                </a:lnTo>
                <a:lnTo>
                  <a:pt x="1074407" y="149339"/>
                </a:lnTo>
                <a:lnTo>
                  <a:pt x="1115555" y="146291"/>
                </a:lnTo>
                <a:lnTo>
                  <a:pt x="1117587" y="190017"/>
                </a:lnTo>
                <a:lnTo>
                  <a:pt x="1121460" y="227380"/>
                </a:lnTo>
                <a:lnTo>
                  <a:pt x="1127353" y="258597"/>
                </a:lnTo>
                <a:lnTo>
                  <a:pt x="1135367" y="283451"/>
                </a:lnTo>
                <a:lnTo>
                  <a:pt x="1109916" y="306311"/>
                </a:lnTo>
                <a:lnTo>
                  <a:pt x="1083741" y="326885"/>
                </a:lnTo>
                <a:lnTo>
                  <a:pt x="1056716" y="345173"/>
                </a:lnTo>
                <a:lnTo>
                  <a:pt x="1028687" y="361175"/>
                </a:lnTo>
                <a:lnTo>
                  <a:pt x="1031735" y="367271"/>
                </a:lnTo>
                <a:lnTo>
                  <a:pt x="1059192" y="355587"/>
                </a:lnTo>
                <a:lnTo>
                  <a:pt x="1086789" y="341172"/>
                </a:lnTo>
                <a:lnTo>
                  <a:pt x="1114679" y="324205"/>
                </a:lnTo>
                <a:lnTo>
                  <a:pt x="1142987" y="304787"/>
                </a:lnTo>
                <a:lnTo>
                  <a:pt x="1160424" y="329133"/>
                </a:lnTo>
                <a:lnTo>
                  <a:pt x="1197000" y="366941"/>
                </a:lnTo>
                <a:lnTo>
                  <a:pt x="1234109" y="391845"/>
                </a:lnTo>
                <a:lnTo>
                  <a:pt x="1271003" y="405371"/>
                </a:lnTo>
                <a:lnTo>
                  <a:pt x="1283195" y="405371"/>
                </a:lnTo>
                <a:lnTo>
                  <a:pt x="1287767" y="403847"/>
                </a:lnTo>
                <a:lnTo>
                  <a:pt x="1287767" y="39927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" name="object 55"/>
          <p:cNvSpPr/>
          <p:nvPr/>
        </p:nvSpPr>
        <p:spPr>
          <a:xfrm>
            <a:off x="6740639" y="3538727"/>
            <a:ext cx="847725" cy="411480"/>
          </a:xfrm>
          <a:custGeom>
            <a:avLst/>
            <a:gdLst/>
            <a:ahLst/>
            <a:cxnLst/>
            <a:rect l="l" t="t" r="r" b="b"/>
            <a:pathLst>
              <a:path w="847725" h="411479">
                <a:moveTo>
                  <a:pt x="396240" y="193548"/>
                </a:moveTo>
                <a:lnTo>
                  <a:pt x="358140" y="155448"/>
                </a:lnTo>
                <a:lnTo>
                  <a:pt x="323088" y="182880"/>
                </a:lnTo>
                <a:lnTo>
                  <a:pt x="0" y="182880"/>
                </a:lnTo>
                <a:lnTo>
                  <a:pt x="16764" y="198120"/>
                </a:lnTo>
                <a:lnTo>
                  <a:pt x="26479" y="196126"/>
                </a:lnTo>
                <a:lnTo>
                  <a:pt x="37338" y="194691"/>
                </a:lnTo>
                <a:lnTo>
                  <a:pt x="49339" y="193840"/>
                </a:lnTo>
                <a:lnTo>
                  <a:pt x="62484" y="193548"/>
                </a:lnTo>
                <a:lnTo>
                  <a:pt x="396240" y="193548"/>
                </a:lnTo>
                <a:close/>
              </a:path>
              <a:path w="847725" h="411479">
                <a:moveTo>
                  <a:pt x="669036" y="147828"/>
                </a:moveTo>
                <a:lnTo>
                  <a:pt x="627888" y="124968"/>
                </a:lnTo>
                <a:lnTo>
                  <a:pt x="628726" y="144780"/>
                </a:lnTo>
                <a:lnTo>
                  <a:pt x="628840" y="149161"/>
                </a:lnTo>
                <a:lnTo>
                  <a:pt x="629234" y="166878"/>
                </a:lnTo>
                <a:lnTo>
                  <a:pt x="629361" y="180403"/>
                </a:lnTo>
                <a:lnTo>
                  <a:pt x="629272" y="347357"/>
                </a:lnTo>
                <a:lnTo>
                  <a:pt x="629221" y="353187"/>
                </a:lnTo>
                <a:lnTo>
                  <a:pt x="628789" y="378739"/>
                </a:lnTo>
                <a:lnTo>
                  <a:pt x="627888" y="411480"/>
                </a:lnTo>
                <a:lnTo>
                  <a:pt x="656844" y="394716"/>
                </a:lnTo>
                <a:lnTo>
                  <a:pt x="656615" y="378739"/>
                </a:lnTo>
                <a:lnTo>
                  <a:pt x="655561" y="347357"/>
                </a:lnTo>
                <a:lnTo>
                  <a:pt x="655320" y="332232"/>
                </a:lnTo>
                <a:lnTo>
                  <a:pt x="655320" y="158496"/>
                </a:lnTo>
                <a:lnTo>
                  <a:pt x="669036" y="147828"/>
                </a:lnTo>
                <a:close/>
              </a:path>
              <a:path w="847725" h="411479">
                <a:moveTo>
                  <a:pt x="847344" y="181356"/>
                </a:moveTo>
                <a:lnTo>
                  <a:pt x="798957" y="166878"/>
                </a:lnTo>
                <a:lnTo>
                  <a:pt x="748284" y="138684"/>
                </a:lnTo>
                <a:lnTo>
                  <a:pt x="698373" y="93916"/>
                </a:lnTo>
                <a:lnTo>
                  <a:pt x="658279" y="42672"/>
                </a:lnTo>
                <a:lnTo>
                  <a:pt x="650748" y="32004"/>
                </a:lnTo>
                <a:lnTo>
                  <a:pt x="665988" y="21336"/>
                </a:lnTo>
                <a:lnTo>
                  <a:pt x="629412" y="0"/>
                </a:lnTo>
                <a:lnTo>
                  <a:pt x="618515" y="28003"/>
                </a:lnTo>
                <a:lnTo>
                  <a:pt x="603885" y="57150"/>
                </a:lnTo>
                <a:lnTo>
                  <a:pt x="562356" y="118872"/>
                </a:lnTo>
                <a:lnTo>
                  <a:pt x="536435" y="149161"/>
                </a:lnTo>
                <a:lnTo>
                  <a:pt x="506984" y="175983"/>
                </a:lnTo>
                <a:lnTo>
                  <a:pt x="474281" y="199453"/>
                </a:lnTo>
                <a:lnTo>
                  <a:pt x="438912" y="219456"/>
                </a:lnTo>
                <a:lnTo>
                  <a:pt x="440436" y="225552"/>
                </a:lnTo>
                <a:lnTo>
                  <a:pt x="476161" y="209867"/>
                </a:lnTo>
                <a:lnTo>
                  <a:pt x="535597" y="173913"/>
                </a:lnTo>
                <a:lnTo>
                  <a:pt x="581863" y="130759"/>
                </a:lnTo>
                <a:lnTo>
                  <a:pt x="624674" y="75272"/>
                </a:lnTo>
                <a:lnTo>
                  <a:pt x="644652" y="42672"/>
                </a:lnTo>
                <a:lnTo>
                  <a:pt x="662940" y="72986"/>
                </a:lnTo>
                <a:lnTo>
                  <a:pt x="699516" y="123901"/>
                </a:lnTo>
                <a:lnTo>
                  <a:pt x="737196" y="163385"/>
                </a:lnTo>
                <a:lnTo>
                  <a:pt x="781672" y="196011"/>
                </a:lnTo>
                <a:lnTo>
                  <a:pt x="806196" y="210312"/>
                </a:lnTo>
                <a:lnTo>
                  <a:pt x="813917" y="201168"/>
                </a:lnTo>
                <a:lnTo>
                  <a:pt x="823341" y="194310"/>
                </a:lnTo>
                <a:lnTo>
                  <a:pt x="834491" y="189738"/>
                </a:lnTo>
                <a:lnTo>
                  <a:pt x="847344" y="187452"/>
                </a:lnTo>
                <a:lnTo>
                  <a:pt x="847344" y="18135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" name="object 56"/>
          <p:cNvSpPr/>
          <p:nvPr/>
        </p:nvSpPr>
        <p:spPr>
          <a:xfrm>
            <a:off x="7636764" y="3541776"/>
            <a:ext cx="375285" cy="387350"/>
          </a:xfrm>
          <a:custGeom>
            <a:avLst/>
            <a:gdLst/>
            <a:ahLst/>
            <a:cxnLst/>
            <a:rect l="l" t="t" r="r" b="b"/>
            <a:pathLst>
              <a:path w="375284" h="387350">
                <a:moveTo>
                  <a:pt x="216408" y="106680"/>
                </a:moveTo>
                <a:lnTo>
                  <a:pt x="205740" y="106680"/>
                </a:lnTo>
                <a:lnTo>
                  <a:pt x="220599" y="78652"/>
                </a:lnTo>
                <a:lnTo>
                  <a:pt x="233172" y="51625"/>
                </a:lnTo>
                <a:lnTo>
                  <a:pt x="243459" y="25455"/>
                </a:lnTo>
                <a:lnTo>
                  <a:pt x="251460" y="0"/>
                </a:lnTo>
                <a:lnTo>
                  <a:pt x="288036" y="27432"/>
                </a:lnTo>
                <a:lnTo>
                  <a:pt x="269748" y="32004"/>
                </a:lnTo>
                <a:lnTo>
                  <a:pt x="256055" y="52244"/>
                </a:lnTo>
                <a:lnTo>
                  <a:pt x="242506" y="71628"/>
                </a:lnTo>
                <a:lnTo>
                  <a:pt x="229206" y="89916"/>
                </a:lnTo>
                <a:lnTo>
                  <a:pt x="216408" y="106680"/>
                </a:lnTo>
                <a:close/>
              </a:path>
              <a:path w="375284" h="387350">
                <a:moveTo>
                  <a:pt x="143256" y="94488"/>
                </a:moveTo>
                <a:lnTo>
                  <a:pt x="138684" y="94488"/>
                </a:lnTo>
                <a:lnTo>
                  <a:pt x="135636" y="88392"/>
                </a:lnTo>
                <a:lnTo>
                  <a:pt x="132588" y="74676"/>
                </a:lnTo>
                <a:lnTo>
                  <a:pt x="129135" y="62126"/>
                </a:lnTo>
                <a:lnTo>
                  <a:pt x="123253" y="47434"/>
                </a:lnTo>
                <a:lnTo>
                  <a:pt x="114800" y="30741"/>
                </a:lnTo>
                <a:lnTo>
                  <a:pt x="103632" y="12192"/>
                </a:lnTo>
                <a:lnTo>
                  <a:pt x="108204" y="9144"/>
                </a:lnTo>
                <a:lnTo>
                  <a:pt x="143136" y="34004"/>
                </a:lnTo>
                <a:lnTo>
                  <a:pt x="161805" y="63222"/>
                </a:lnTo>
                <a:lnTo>
                  <a:pt x="161544" y="70104"/>
                </a:lnTo>
                <a:lnTo>
                  <a:pt x="158496" y="79248"/>
                </a:lnTo>
                <a:lnTo>
                  <a:pt x="155448" y="85344"/>
                </a:lnTo>
                <a:lnTo>
                  <a:pt x="150876" y="89916"/>
                </a:lnTo>
                <a:lnTo>
                  <a:pt x="146304" y="92964"/>
                </a:lnTo>
                <a:lnTo>
                  <a:pt x="143256" y="94488"/>
                </a:lnTo>
                <a:close/>
              </a:path>
              <a:path w="375284" h="387350">
                <a:moveTo>
                  <a:pt x="321915" y="106680"/>
                </a:moveTo>
                <a:lnTo>
                  <a:pt x="286512" y="106680"/>
                </a:lnTo>
                <a:lnTo>
                  <a:pt x="298703" y="89916"/>
                </a:lnTo>
                <a:lnTo>
                  <a:pt x="321915" y="106680"/>
                </a:lnTo>
                <a:close/>
              </a:path>
              <a:path w="375284" h="387350">
                <a:moveTo>
                  <a:pt x="71628" y="251460"/>
                </a:moveTo>
                <a:lnTo>
                  <a:pt x="72825" y="228600"/>
                </a:lnTo>
                <a:lnTo>
                  <a:pt x="73723" y="209740"/>
                </a:lnTo>
                <a:lnTo>
                  <a:pt x="74414" y="189523"/>
                </a:lnTo>
                <a:lnTo>
                  <a:pt x="74676" y="169164"/>
                </a:lnTo>
                <a:lnTo>
                  <a:pt x="74414" y="149756"/>
                </a:lnTo>
                <a:lnTo>
                  <a:pt x="73723" y="130492"/>
                </a:lnTo>
                <a:lnTo>
                  <a:pt x="72747" y="111513"/>
                </a:lnTo>
                <a:lnTo>
                  <a:pt x="71628" y="92964"/>
                </a:lnTo>
                <a:lnTo>
                  <a:pt x="99060" y="106680"/>
                </a:lnTo>
                <a:lnTo>
                  <a:pt x="321915" y="106680"/>
                </a:lnTo>
                <a:lnTo>
                  <a:pt x="326136" y="109728"/>
                </a:lnTo>
                <a:lnTo>
                  <a:pt x="317563" y="117348"/>
                </a:lnTo>
                <a:lnTo>
                  <a:pt x="99060" y="117348"/>
                </a:lnTo>
                <a:lnTo>
                  <a:pt x="99060" y="217932"/>
                </a:lnTo>
                <a:lnTo>
                  <a:pt x="313036" y="217932"/>
                </a:lnTo>
                <a:lnTo>
                  <a:pt x="313062" y="219432"/>
                </a:lnTo>
                <a:lnTo>
                  <a:pt x="313504" y="228600"/>
                </a:lnTo>
                <a:lnTo>
                  <a:pt x="99060" y="228600"/>
                </a:lnTo>
                <a:lnTo>
                  <a:pt x="99060" y="242316"/>
                </a:lnTo>
                <a:lnTo>
                  <a:pt x="71628" y="251460"/>
                </a:lnTo>
                <a:close/>
              </a:path>
              <a:path w="375284" h="387350">
                <a:moveTo>
                  <a:pt x="313036" y="217932"/>
                </a:moveTo>
                <a:lnTo>
                  <a:pt x="288036" y="217932"/>
                </a:lnTo>
                <a:lnTo>
                  <a:pt x="288036" y="117348"/>
                </a:lnTo>
                <a:lnTo>
                  <a:pt x="317563" y="117348"/>
                </a:lnTo>
                <a:lnTo>
                  <a:pt x="312420" y="121920"/>
                </a:lnTo>
                <a:lnTo>
                  <a:pt x="312482" y="169164"/>
                </a:lnTo>
                <a:lnTo>
                  <a:pt x="312610" y="194119"/>
                </a:lnTo>
                <a:lnTo>
                  <a:pt x="313036" y="217932"/>
                </a:lnTo>
                <a:close/>
              </a:path>
              <a:path w="375284" h="387350">
                <a:moveTo>
                  <a:pt x="288036" y="246888"/>
                </a:moveTo>
                <a:lnTo>
                  <a:pt x="288036" y="228600"/>
                </a:lnTo>
                <a:lnTo>
                  <a:pt x="313504" y="228600"/>
                </a:lnTo>
                <a:lnTo>
                  <a:pt x="313944" y="237744"/>
                </a:lnTo>
                <a:lnTo>
                  <a:pt x="288036" y="246888"/>
                </a:lnTo>
                <a:close/>
              </a:path>
              <a:path w="375284" h="387350">
                <a:moveTo>
                  <a:pt x="210312" y="315468"/>
                </a:moveTo>
                <a:lnTo>
                  <a:pt x="204216" y="315468"/>
                </a:lnTo>
                <a:lnTo>
                  <a:pt x="201168" y="309372"/>
                </a:lnTo>
                <a:lnTo>
                  <a:pt x="195072" y="300228"/>
                </a:lnTo>
                <a:lnTo>
                  <a:pt x="188833" y="287083"/>
                </a:lnTo>
                <a:lnTo>
                  <a:pt x="179413" y="272748"/>
                </a:lnTo>
                <a:lnTo>
                  <a:pt x="167211" y="257365"/>
                </a:lnTo>
                <a:lnTo>
                  <a:pt x="152400" y="240792"/>
                </a:lnTo>
                <a:lnTo>
                  <a:pt x="155448" y="234696"/>
                </a:lnTo>
                <a:lnTo>
                  <a:pt x="189738" y="253555"/>
                </a:lnTo>
                <a:lnTo>
                  <a:pt x="222504" y="280416"/>
                </a:lnTo>
                <a:lnTo>
                  <a:pt x="222504" y="292608"/>
                </a:lnTo>
                <a:lnTo>
                  <a:pt x="219456" y="298704"/>
                </a:lnTo>
                <a:lnTo>
                  <a:pt x="216408" y="306324"/>
                </a:lnTo>
                <a:lnTo>
                  <a:pt x="213360" y="312420"/>
                </a:lnTo>
                <a:lnTo>
                  <a:pt x="210312" y="315468"/>
                </a:lnTo>
                <a:close/>
              </a:path>
              <a:path w="375284" h="387350">
                <a:moveTo>
                  <a:pt x="266700" y="387096"/>
                </a:moveTo>
                <a:lnTo>
                  <a:pt x="137160" y="387096"/>
                </a:lnTo>
                <a:lnTo>
                  <a:pt x="120324" y="384833"/>
                </a:lnTo>
                <a:lnTo>
                  <a:pt x="108775" y="378142"/>
                </a:lnTo>
                <a:lnTo>
                  <a:pt x="102655" y="367164"/>
                </a:lnTo>
                <a:lnTo>
                  <a:pt x="102108" y="352044"/>
                </a:lnTo>
                <a:lnTo>
                  <a:pt x="102020" y="309372"/>
                </a:lnTo>
                <a:lnTo>
                  <a:pt x="101908" y="292608"/>
                </a:lnTo>
                <a:lnTo>
                  <a:pt x="101465" y="272748"/>
                </a:lnTo>
                <a:lnTo>
                  <a:pt x="100584" y="259080"/>
                </a:lnTo>
                <a:lnTo>
                  <a:pt x="140208" y="280416"/>
                </a:lnTo>
                <a:lnTo>
                  <a:pt x="126492" y="291084"/>
                </a:lnTo>
                <a:lnTo>
                  <a:pt x="126492" y="344424"/>
                </a:lnTo>
                <a:lnTo>
                  <a:pt x="127611" y="353329"/>
                </a:lnTo>
                <a:lnTo>
                  <a:pt x="130873" y="359664"/>
                </a:lnTo>
                <a:lnTo>
                  <a:pt x="136136" y="363712"/>
                </a:lnTo>
                <a:lnTo>
                  <a:pt x="143256" y="365760"/>
                </a:lnTo>
                <a:lnTo>
                  <a:pt x="303514" y="365760"/>
                </a:lnTo>
                <a:lnTo>
                  <a:pt x="299489" y="372308"/>
                </a:lnTo>
                <a:lnTo>
                  <a:pt x="290512" y="380428"/>
                </a:lnTo>
                <a:lnTo>
                  <a:pt x="279534" y="385405"/>
                </a:lnTo>
                <a:lnTo>
                  <a:pt x="266700" y="387096"/>
                </a:lnTo>
                <a:close/>
              </a:path>
              <a:path w="375284" h="387350">
                <a:moveTo>
                  <a:pt x="362712" y="353568"/>
                </a:moveTo>
                <a:lnTo>
                  <a:pt x="355092" y="353568"/>
                </a:lnTo>
                <a:lnTo>
                  <a:pt x="350520" y="347472"/>
                </a:lnTo>
                <a:lnTo>
                  <a:pt x="345948" y="336804"/>
                </a:lnTo>
                <a:lnTo>
                  <a:pt x="337613" y="322516"/>
                </a:lnTo>
                <a:lnTo>
                  <a:pt x="326136" y="307086"/>
                </a:lnTo>
                <a:lnTo>
                  <a:pt x="311229" y="290512"/>
                </a:lnTo>
                <a:lnTo>
                  <a:pt x="292608" y="272796"/>
                </a:lnTo>
                <a:lnTo>
                  <a:pt x="297179" y="268224"/>
                </a:lnTo>
                <a:lnTo>
                  <a:pt x="338756" y="288155"/>
                </a:lnTo>
                <a:lnTo>
                  <a:pt x="370212" y="313205"/>
                </a:lnTo>
                <a:lnTo>
                  <a:pt x="374904" y="327660"/>
                </a:lnTo>
                <a:lnTo>
                  <a:pt x="374904" y="336804"/>
                </a:lnTo>
                <a:lnTo>
                  <a:pt x="370332" y="342900"/>
                </a:lnTo>
                <a:lnTo>
                  <a:pt x="365760" y="350520"/>
                </a:lnTo>
                <a:lnTo>
                  <a:pt x="362712" y="353568"/>
                </a:lnTo>
                <a:close/>
              </a:path>
              <a:path w="375284" h="387350">
                <a:moveTo>
                  <a:pt x="303514" y="365760"/>
                </a:moveTo>
                <a:lnTo>
                  <a:pt x="251460" y="365760"/>
                </a:lnTo>
                <a:lnTo>
                  <a:pt x="258627" y="363735"/>
                </a:lnTo>
                <a:lnTo>
                  <a:pt x="264223" y="359854"/>
                </a:lnTo>
                <a:lnTo>
                  <a:pt x="276201" y="309086"/>
                </a:lnTo>
                <a:lnTo>
                  <a:pt x="277367" y="291084"/>
                </a:lnTo>
                <a:lnTo>
                  <a:pt x="284988" y="291084"/>
                </a:lnTo>
                <a:lnTo>
                  <a:pt x="286916" y="332232"/>
                </a:lnTo>
                <a:lnTo>
                  <a:pt x="306324" y="361188"/>
                </a:lnTo>
                <a:lnTo>
                  <a:pt x="303514" y="365760"/>
                </a:lnTo>
                <a:close/>
              </a:path>
              <a:path w="375284" h="387350">
                <a:moveTo>
                  <a:pt x="15240" y="362712"/>
                </a:moveTo>
                <a:lnTo>
                  <a:pt x="9144" y="362712"/>
                </a:lnTo>
                <a:lnTo>
                  <a:pt x="6096" y="359664"/>
                </a:lnTo>
                <a:lnTo>
                  <a:pt x="1524" y="356616"/>
                </a:lnTo>
                <a:lnTo>
                  <a:pt x="0" y="353568"/>
                </a:lnTo>
                <a:lnTo>
                  <a:pt x="0" y="352044"/>
                </a:lnTo>
                <a:lnTo>
                  <a:pt x="881" y="348067"/>
                </a:lnTo>
                <a:lnTo>
                  <a:pt x="3619" y="343090"/>
                </a:lnTo>
                <a:lnTo>
                  <a:pt x="8358" y="337256"/>
                </a:lnTo>
                <a:lnTo>
                  <a:pt x="15240" y="330708"/>
                </a:lnTo>
                <a:lnTo>
                  <a:pt x="25217" y="321016"/>
                </a:lnTo>
                <a:lnTo>
                  <a:pt x="34480" y="308038"/>
                </a:lnTo>
                <a:lnTo>
                  <a:pt x="42886" y="291917"/>
                </a:lnTo>
                <a:lnTo>
                  <a:pt x="50292" y="272796"/>
                </a:lnTo>
                <a:lnTo>
                  <a:pt x="56388" y="272796"/>
                </a:lnTo>
                <a:lnTo>
                  <a:pt x="52197" y="317563"/>
                </a:lnTo>
                <a:lnTo>
                  <a:pt x="36195" y="355473"/>
                </a:lnTo>
                <a:lnTo>
                  <a:pt x="24384" y="361188"/>
                </a:lnTo>
                <a:lnTo>
                  <a:pt x="15240" y="36271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" name="object 57"/>
          <p:cNvSpPr/>
          <p:nvPr/>
        </p:nvSpPr>
        <p:spPr>
          <a:xfrm>
            <a:off x="8071104" y="3541776"/>
            <a:ext cx="1292860" cy="413384"/>
          </a:xfrm>
          <a:custGeom>
            <a:avLst/>
            <a:gdLst/>
            <a:ahLst/>
            <a:cxnLst/>
            <a:rect l="l" t="t" r="r" b="b"/>
            <a:pathLst>
              <a:path w="1292859" h="413385">
                <a:moveTo>
                  <a:pt x="138684" y="24384"/>
                </a:moveTo>
                <a:lnTo>
                  <a:pt x="100584" y="3048"/>
                </a:lnTo>
                <a:lnTo>
                  <a:pt x="92557" y="30746"/>
                </a:lnTo>
                <a:lnTo>
                  <a:pt x="84391" y="56578"/>
                </a:lnTo>
                <a:lnTo>
                  <a:pt x="67056" y="102108"/>
                </a:lnTo>
                <a:lnTo>
                  <a:pt x="50101" y="139827"/>
                </a:lnTo>
                <a:lnTo>
                  <a:pt x="32004" y="170688"/>
                </a:lnTo>
                <a:lnTo>
                  <a:pt x="24003" y="184073"/>
                </a:lnTo>
                <a:lnTo>
                  <a:pt x="16002" y="196596"/>
                </a:lnTo>
                <a:lnTo>
                  <a:pt x="8001" y="207987"/>
                </a:lnTo>
                <a:lnTo>
                  <a:pt x="0" y="217932"/>
                </a:lnTo>
                <a:lnTo>
                  <a:pt x="4572" y="222504"/>
                </a:lnTo>
                <a:lnTo>
                  <a:pt x="19113" y="208584"/>
                </a:lnTo>
                <a:lnTo>
                  <a:pt x="35433" y="189738"/>
                </a:lnTo>
                <a:lnTo>
                  <a:pt x="53428" y="166357"/>
                </a:lnTo>
                <a:lnTo>
                  <a:pt x="73152" y="138684"/>
                </a:lnTo>
                <a:lnTo>
                  <a:pt x="73139" y="310210"/>
                </a:lnTo>
                <a:lnTo>
                  <a:pt x="72859" y="331901"/>
                </a:lnTo>
                <a:lnTo>
                  <a:pt x="72009" y="355854"/>
                </a:lnTo>
                <a:lnTo>
                  <a:pt x="70573" y="380961"/>
                </a:lnTo>
                <a:lnTo>
                  <a:pt x="68580" y="406908"/>
                </a:lnTo>
                <a:lnTo>
                  <a:pt x="99060" y="393192"/>
                </a:lnTo>
                <a:lnTo>
                  <a:pt x="98171" y="373430"/>
                </a:lnTo>
                <a:lnTo>
                  <a:pt x="97751" y="354291"/>
                </a:lnTo>
                <a:lnTo>
                  <a:pt x="97650" y="344220"/>
                </a:lnTo>
                <a:lnTo>
                  <a:pt x="97536" y="144780"/>
                </a:lnTo>
                <a:lnTo>
                  <a:pt x="102755" y="138684"/>
                </a:lnTo>
                <a:lnTo>
                  <a:pt x="106680" y="134112"/>
                </a:lnTo>
                <a:lnTo>
                  <a:pt x="82296" y="120396"/>
                </a:lnTo>
                <a:lnTo>
                  <a:pt x="96012" y="90995"/>
                </a:lnTo>
                <a:lnTo>
                  <a:pt x="107442" y="66865"/>
                </a:lnTo>
                <a:lnTo>
                  <a:pt x="116586" y="48183"/>
                </a:lnTo>
                <a:lnTo>
                  <a:pt x="123444" y="35052"/>
                </a:lnTo>
                <a:lnTo>
                  <a:pt x="138684" y="24384"/>
                </a:lnTo>
                <a:close/>
              </a:path>
              <a:path w="1292859" h="413385">
                <a:moveTo>
                  <a:pt x="230124" y="173736"/>
                </a:moveTo>
                <a:lnTo>
                  <a:pt x="190500" y="155448"/>
                </a:lnTo>
                <a:lnTo>
                  <a:pt x="189941" y="206082"/>
                </a:lnTo>
                <a:lnTo>
                  <a:pt x="188404" y="246126"/>
                </a:lnTo>
                <a:lnTo>
                  <a:pt x="182880" y="295656"/>
                </a:lnTo>
                <a:lnTo>
                  <a:pt x="166801" y="337019"/>
                </a:lnTo>
                <a:lnTo>
                  <a:pt x="138493" y="371475"/>
                </a:lnTo>
                <a:lnTo>
                  <a:pt x="106680" y="396240"/>
                </a:lnTo>
                <a:lnTo>
                  <a:pt x="111252" y="402336"/>
                </a:lnTo>
                <a:lnTo>
                  <a:pt x="152400" y="375856"/>
                </a:lnTo>
                <a:lnTo>
                  <a:pt x="189496" y="336473"/>
                </a:lnTo>
                <a:lnTo>
                  <a:pt x="208788" y="288036"/>
                </a:lnTo>
                <a:lnTo>
                  <a:pt x="213550" y="244983"/>
                </a:lnTo>
                <a:lnTo>
                  <a:pt x="214884" y="185928"/>
                </a:lnTo>
                <a:lnTo>
                  <a:pt x="230124" y="173736"/>
                </a:lnTo>
                <a:close/>
              </a:path>
              <a:path w="1292859" h="413385">
                <a:moveTo>
                  <a:pt x="326136" y="172212"/>
                </a:moveTo>
                <a:lnTo>
                  <a:pt x="286512" y="153924"/>
                </a:lnTo>
                <a:lnTo>
                  <a:pt x="287350" y="170688"/>
                </a:lnTo>
                <a:lnTo>
                  <a:pt x="287451" y="173736"/>
                </a:lnTo>
                <a:lnTo>
                  <a:pt x="287680" y="183222"/>
                </a:lnTo>
                <a:lnTo>
                  <a:pt x="287858" y="192024"/>
                </a:lnTo>
                <a:lnTo>
                  <a:pt x="287985" y="206082"/>
                </a:lnTo>
                <a:lnTo>
                  <a:pt x="287921" y="363118"/>
                </a:lnTo>
                <a:lnTo>
                  <a:pt x="287820" y="373430"/>
                </a:lnTo>
                <a:lnTo>
                  <a:pt x="287337" y="393192"/>
                </a:lnTo>
                <a:lnTo>
                  <a:pt x="286512" y="413004"/>
                </a:lnTo>
                <a:lnTo>
                  <a:pt x="312420" y="399288"/>
                </a:lnTo>
                <a:lnTo>
                  <a:pt x="311531" y="380174"/>
                </a:lnTo>
                <a:lnTo>
                  <a:pt x="311111" y="363118"/>
                </a:lnTo>
                <a:lnTo>
                  <a:pt x="311010" y="354291"/>
                </a:lnTo>
                <a:lnTo>
                  <a:pt x="310896" y="185928"/>
                </a:lnTo>
                <a:lnTo>
                  <a:pt x="326136" y="172212"/>
                </a:lnTo>
                <a:close/>
              </a:path>
              <a:path w="1292859" h="413385">
                <a:moveTo>
                  <a:pt x="406908" y="158496"/>
                </a:moveTo>
                <a:lnTo>
                  <a:pt x="361378" y="142875"/>
                </a:lnTo>
                <a:lnTo>
                  <a:pt x="321564" y="115824"/>
                </a:lnTo>
                <a:lnTo>
                  <a:pt x="285178" y="79438"/>
                </a:lnTo>
                <a:lnTo>
                  <a:pt x="260261" y="44196"/>
                </a:lnTo>
                <a:lnTo>
                  <a:pt x="254508" y="35052"/>
                </a:lnTo>
                <a:lnTo>
                  <a:pt x="271272" y="24384"/>
                </a:lnTo>
                <a:lnTo>
                  <a:pt x="234696" y="3048"/>
                </a:lnTo>
                <a:lnTo>
                  <a:pt x="224637" y="31102"/>
                </a:lnTo>
                <a:lnTo>
                  <a:pt x="212648" y="58178"/>
                </a:lnTo>
                <a:lnTo>
                  <a:pt x="181356" y="111252"/>
                </a:lnTo>
                <a:lnTo>
                  <a:pt x="146113" y="156781"/>
                </a:lnTo>
                <a:lnTo>
                  <a:pt x="109728" y="192024"/>
                </a:lnTo>
                <a:lnTo>
                  <a:pt x="112776" y="196596"/>
                </a:lnTo>
                <a:lnTo>
                  <a:pt x="150495" y="168402"/>
                </a:lnTo>
                <a:lnTo>
                  <a:pt x="185928" y="135636"/>
                </a:lnTo>
                <a:lnTo>
                  <a:pt x="219075" y="94488"/>
                </a:lnTo>
                <a:lnTo>
                  <a:pt x="249936" y="44196"/>
                </a:lnTo>
                <a:lnTo>
                  <a:pt x="273075" y="87325"/>
                </a:lnTo>
                <a:lnTo>
                  <a:pt x="301371" y="125158"/>
                </a:lnTo>
                <a:lnTo>
                  <a:pt x="334797" y="157568"/>
                </a:lnTo>
                <a:lnTo>
                  <a:pt x="373380" y="184404"/>
                </a:lnTo>
                <a:lnTo>
                  <a:pt x="377964" y="177025"/>
                </a:lnTo>
                <a:lnTo>
                  <a:pt x="385000" y="171069"/>
                </a:lnTo>
                <a:lnTo>
                  <a:pt x="394589" y="166839"/>
                </a:lnTo>
                <a:lnTo>
                  <a:pt x="406908" y="164592"/>
                </a:lnTo>
                <a:lnTo>
                  <a:pt x="406908" y="158496"/>
                </a:lnTo>
                <a:close/>
              </a:path>
              <a:path w="1292859" h="413385">
                <a:moveTo>
                  <a:pt x="577596" y="24384"/>
                </a:moveTo>
                <a:lnTo>
                  <a:pt x="541020" y="3048"/>
                </a:lnTo>
                <a:lnTo>
                  <a:pt x="533539" y="30149"/>
                </a:lnTo>
                <a:lnTo>
                  <a:pt x="524637" y="58674"/>
                </a:lnTo>
                <a:lnTo>
                  <a:pt x="501396" y="118872"/>
                </a:lnTo>
                <a:lnTo>
                  <a:pt x="474065" y="177914"/>
                </a:lnTo>
                <a:lnTo>
                  <a:pt x="441960" y="231648"/>
                </a:lnTo>
                <a:lnTo>
                  <a:pt x="448056" y="234696"/>
                </a:lnTo>
                <a:lnTo>
                  <a:pt x="462927" y="218440"/>
                </a:lnTo>
                <a:lnTo>
                  <a:pt x="477964" y="199453"/>
                </a:lnTo>
                <a:lnTo>
                  <a:pt x="493268" y="177914"/>
                </a:lnTo>
                <a:lnTo>
                  <a:pt x="509016" y="153924"/>
                </a:lnTo>
                <a:lnTo>
                  <a:pt x="508977" y="327660"/>
                </a:lnTo>
                <a:lnTo>
                  <a:pt x="508774" y="339001"/>
                </a:lnTo>
                <a:lnTo>
                  <a:pt x="508254" y="356616"/>
                </a:lnTo>
                <a:lnTo>
                  <a:pt x="507733" y="379476"/>
                </a:lnTo>
                <a:lnTo>
                  <a:pt x="507492" y="408432"/>
                </a:lnTo>
                <a:lnTo>
                  <a:pt x="533400" y="400812"/>
                </a:lnTo>
                <a:lnTo>
                  <a:pt x="532511" y="387959"/>
                </a:lnTo>
                <a:lnTo>
                  <a:pt x="532066" y="369951"/>
                </a:lnTo>
                <a:lnTo>
                  <a:pt x="531964" y="356997"/>
                </a:lnTo>
                <a:lnTo>
                  <a:pt x="531876" y="153924"/>
                </a:lnTo>
                <a:lnTo>
                  <a:pt x="531876" y="144780"/>
                </a:lnTo>
                <a:lnTo>
                  <a:pt x="545592" y="134112"/>
                </a:lnTo>
                <a:lnTo>
                  <a:pt x="524256" y="121920"/>
                </a:lnTo>
                <a:lnTo>
                  <a:pt x="529971" y="107924"/>
                </a:lnTo>
                <a:lnTo>
                  <a:pt x="537972" y="88773"/>
                </a:lnTo>
                <a:lnTo>
                  <a:pt x="548259" y="64490"/>
                </a:lnTo>
                <a:lnTo>
                  <a:pt x="560832" y="35052"/>
                </a:lnTo>
                <a:lnTo>
                  <a:pt x="577596" y="24384"/>
                </a:lnTo>
                <a:close/>
              </a:path>
              <a:path w="1292859" h="413385">
                <a:moveTo>
                  <a:pt x="853440" y="390144"/>
                </a:moveTo>
                <a:lnTo>
                  <a:pt x="819912" y="356616"/>
                </a:lnTo>
                <a:lnTo>
                  <a:pt x="797052" y="379476"/>
                </a:lnTo>
                <a:lnTo>
                  <a:pt x="781812" y="379476"/>
                </a:lnTo>
                <a:lnTo>
                  <a:pt x="781812" y="144780"/>
                </a:lnTo>
                <a:lnTo>
                  <a:pt x="788339" y="140208"/>
                </a:lnTo>
                <a:lnTo>
                  <a:pt x="797052" y="134112"/>
                </a:lnTo>
                <a:lnTo>
                  <a:pt x="791870" y="129540"/>
                </a:lnTo>
                <a:lnTo>
                  <a:pt x="771144" y="111252"/>
                </a:lnTo>
                <a:lnTo>
                  <a:pt x="758952" y="125882"/>
                </a:lnTo>
                <a:lnTo>
                  <a:pt x="758952" y="140208"/>
                </a:lnTo>
                <a:lnTo>
                  <a:pt x="758952" y="192024"/>
                </a:lnTo>
                <a:lnTo>
                  <a:pt x="758952" y="379476"/>
                </a:lnTo>
                <a:lnTo>
                  <a:pt x="624840" y="379476"/>
                </a:lnTo>
                <a:lnTo>
                  <a:pt x="624840" y="327660"/>
                </a:lnTo>
                <a:lnTo>
                  <a:pt x="758952" y="327660"/>
                </a:lnTo>
                <a:lnTo>
                  <a:pt x="758952" y="316992"/>
                </a:lnTo>
                <a:lnTo>
                  <a:pt x="624840" y="316992"/>
                </a:lnTo>
                <a:lnTo>
                  <a:pt x="624840" y="265176"/>
                </a:lnTo>
                <a:lnTo>
                  <a:pt x="758952" y="265176"/>
                </a:lnTo>
                <a:lnTo>
                  <a:pt x="758952" y="254508"/>
                </a:lnTo>
                <a:lnTo>
                  <a:pt x="624840" y="254508"/>
                </a:lnTo>
                <a:lnTo>
                  <a:pt x="624840" y="202692"/>
                </a:lnTo>
                <a:lnTo>
                  <a:pt x="758952" y="202692"/>
                </a:lnTo>
                <a:lnTo>
                  <a:pt x="758952" y="192024"/>
                </a:lnTo>
                <a:lnTo>
                  <a:pt x="624840" y="192024"/>
                </a:lnTo>
                <a:lnTo>
                  <a:pt x="624840" y="140208"/>
                </a:lnTo>
                <a:lnTo>
                  <a:pt x="758952" y="140208"/>
                </a:lnTo>
                <a:lnTo>
                  <a:pt x="758952" y="125882"/>
                </a:lnTo>
                <a:lnTo>
                  <a:pt x="755904" y="129540"/>
                </a:lnTo>
                <a:lnTo>
                  <a:pt x="694944" y="129540"/>
                </a:lnTo>
                <a:lnTo>
                  <a:pt x="696468" y="79248"/>
                </a:lnTo>
                <a:lnTo>
                  <a:pt x="830580" y="79248"/>
                </a:lnTo>
                <a:lnTo>
                  <a:pt x="797052" y="45720"/>
                </a:lnTo>
                <a:lnTo>
                  <a:pt x="774192" y="68580"/>
                </a:lnTo>
                <a:lnTo>
                  <a:pt x="696468" y="68580"/>
                </a:lnTo>
                <a:lnTo>
                  <a:pt x="697992" y="30480"/>
                </a:lnTo>
                <a:lnTo>
                  <a:pt x="711708" y="19812"/>
                </a:lnTo>
                <a:lnTo>
                  <a:pt x="672084" y="0"/>
                </a:lnTo>
                <a:lnTo>
                  <a:pt x="672934" y="15227"/>
                </a:lnTo>
                <a:lnTo>
                  <a:pt x="673100" y="24384"/>
                </a:lnTo>
                <a:lnTo>
                  <a:pt x="672985" y="45720"/>
                </a:lnTo>
                <a:lnTo>
                  <a:pt x="672934" y="49085"/>
                </a:lnTo>
                <a:lnTo>
                  <a:pt x="672084" y="68580"/>
                </a:lnTo>
                <a:lnTo>
                  <a:pt x="562356" y="68580"/>
                </a:lnTo>
                <a:lnTo>
                  <a:pt x="577596" y="83820"/>
                </a:lnTo>
                <a:lnTo>
                  <a:pt x="587895" y="81826"/>
                </a:lnTo>
                <a:lnTo>
                  <a:pt x="598360" y="80391"/>
                </a:lnTo>
                <a:lnTo>
                  <a:pt x="609092" y="79540"/>
                </a:lnTo>
                <a:lnTo>
                  <a:pt x="620268" y="79248"/>
                </a:lnTo>
                <a:lnTo>
                  <a:pt x="672084" y="79248"/>
                </a:lnTo>
                <a:lnTo>
                  <a:pt x="670560" y="129540"/>
                </a:lnTo>
                <a:lnTo>
                  <a:pt x="624840" y="129540"/>
                </a:lnTo>
                <a:lnTo>
                  <a:pt x="600456" y="115824"/>
                </a:lnTo>
                <a:lnTo>
                  <a:pt x="601332" y="139001"/>
                </a:lnTo>
                <a:lnTo>
                  <a:pt x="601789" y="158305"/>
                </a:lnTo>
                <a:lnTo>
                  <a:pt x="601954" y="173913"/>
                </a:lnTo>
                <a:lnTo>
                  <a:pt x="601980" y="379476"/>
                </a:lnTo>
                <a:lnTo>
                  <a:pt x="537972" y="379476"/>
                </a:lnTo>
                <a:lnTo>
                  <a:pt x="553212" y="394716"/>
                </a:lnTo>
                <a:lnTo>
                  <a:pt x="563511" y="392722"/>
                </a:lnTo>
                <a:lnTo>
                  <a:pt x="573976" y="391287"/>
                </a:lnTo>
                <a:lnTo>
                  <a:pt x="584708" y="390436"/>
                </a:lnTo>
                <a:lnTo>
                  <a:pt x="595884" y="390144"/>
                </a:lnTo>
                <a:lnTo>
                  <a:pt x="853440" y="390144"/>
                </a:lnTo>
                <a:close/>
              </a:path>
              <a:path w="1292859" h="413385">
                <a:moveTo>
                  <a:pt x="1228344" y="21336"/>
                </a:moveTo>
                <a:lnTo>
                  <a:pt x="1226273" y="19812"/>
                </a:lnTo>
                <a:lnTo>
                  <a:pt x="1199388" y="0"/>
                </a:lnTo>
                <a:lnTo>
                  <a:pt x="1190244" y="14859"/>
                </a:lnTo>
                <a:lnTo>
                  <a:pt x="1190244" y="30480"/>
                </a:lnTo>
                <a:lnTo>
                  <a:pt x="1190244" y="68580"/>
                </a:lnTo>
                <a:lnTo>
                  <a:pt x="1190244" y="79248"/>
                </a:lnTo>
                <a:lnTo>
                  <a:pt x="1190244" y="117348"/>
                </a:lnTo>
                <a:lnTo>
                  <a:pt x="1002792" y="117348"/>
                </a:lnTo>
                <a:lnTo>
                  <a:pt x="1002792" y="79248"/>
                </a:lnTo>
                <a:lnTo>
                  <a:pt x="1190244" y="79248"/>
                </a:lnTo>
                <a:lnTo>
                  <a:pt x="1190244" y="68580"/>
                </a:lnTo>
                <a:lnTo>
                  <a:pt x="1002792" y="68580"/>
                </a:lnTo>
                <a:lnTo>
                  <a:pt x="1002792" y="30480"/>
                </a:lnTo>
                <a:lnTo>
                  <a:pt x="1190244" y="30480"/>
                </a:lnTo>
                <a:lnTo>
                  <a:pt x="1190244" y="14859"/>
                </a:lnTo>
                <a:lnTo>
                  <a:pt x="1187196" y="19812"/>
                </a:lnTo>
                <a:lnTo>
                  <a:pt x="1002792" y="19812"/>
                </a:lnTo>
                <a:lnTo>
                  <a:pt x="976884" y="6096"/>
                </a:lnTo>
                <a:lnTo>
                  <a:pt x="977112" y="22656"/>
                </a:lnTo>
                <a:lnTo>
                  <a:pt x="978166" y="58610"/>
                </a:lnTo>
                <a:lnTo>
                  <a:pt x="978293" y="68580"/>
                </a:lnTo>
                <a:lnTo>
                  <a:pt x="978166" y="96875"/>
                </a:lnTo>
                <a:lnTo>
                  <a:pt x="977112" y="133451"/>
                </a:lnTo>
                <a:lnTo>
                  <a:pt x="976884" y="150876"/>
                </a:lnTo>
                <a:lnTo>
                  <a:pt x="1002792" y="141732"/>
                </a:lnTo>
                <a:lnTo>
                  <a:pt x="1002792" y="128016"/>
                </a:lnTo>
                <a:lnTo>
                  <a:pt x="1190244" y="128016"/>
                </a:lnTo>
                <a:lnTo>
                  <a:pt x="1190244" y="147828"/>
                </a:lnTo>
                <a:lnTo>
                  <a:pt x="1216152" y="135636"/>
                </a:lnTo>
                <a:lnTo>
                  <a:pt x="1215605" y="128016"/>
                </a:lnTo>
                <a:lnTo>
                  <a:pt x="1215263" y="123113"/>
                </a:lnTo>
                <a:lnTo>
                  <a:pt x="1215148" y="117348"/>
                </a:lnTo>
                <a:lnTo>
                  <a:pt x="1214818" y="101727"/>
                </a:lnTo>
                <a:lnTo>
                  <a:pt x="1214691" y="79248"/>
                </a:lnTo>
                <a:lnTo>
                  <a:pt x="1214640" y="68580"/>
                </a:lnTo>
                <a:lnTo>
                  <a:pt x="1214628" y="33528"/>
                </a:lnTo>
                <a:lnTo>
                  <a:pt x="1218057" y="30480"/>
                </a:lnTo>
                <a:lnTo>
                  <a:pt x="1228344" y="21336"/>
                </a:lnTo>
                <a:close/>
              </a:path>
              <a:path w="1292859" h="413385">
                <a:moveTo>
                  <a:pt x="1290828" y="173736"/>
                </a:moveTo>
                <a:lnTo>
                  <a:pt x="1252728" y="135636"/>
                </a:lnTo>
                <a:lnTo>
                  <a:pt x="1225296" y="164592"/>
                </a:lnTo>
                <a:lnTo>
                  <a:pt x="1059180" y="164592"/>
                </a:lnTo>
                <a:lnTo>
                  <a:pt x="1059180" y="313944"/>
                </a:lnTo>
                <a:lnTo>
                  <a:pt x="978408" y="327660"/>
                </a:lnTo>
                <a:lnTo>
                  <a:pt x="978408" y="271272"/>
                </a:lnTo>
                <a:lnTo>
                  <a:pt x="1059180" y="271272"/>
                </a:lnTo>
                <a:lnTo>
                  <a:pt x="1059180" y="262128"/>
                </a:lnTo>
                <a:lnTo>
                  <a:pt x="978408" y="262128"/>
                </a:lnTo>
                <a:lnTo>
                  <a:pt x="978408" y="220980"/>
                </a:lnTo>
                <a:lnTo>
                  <a:pt x="1059180" y="220980"/>
                </a:lnTo>
                <a:lnTo>
                  <a:pt x="1059180" y="210312"/>
                </a:lnTo>
                <a:lnTo>
                  <a:pt x="978408" y="210312"/>
                </a:lnTo>
                <a:lnTo>
                  <a:pt x="978408" y="173736"/>
                </a:lnTo>
                <a:lnTo>
                  <a:pt x="1059180" y="173736"/>
                </a:lnTo>
                <a:lnTo>
                  <a:pt x="1059180" y="164592"/>
                </a:lnTo>
                <a:lnTo>
                  <a:pt x="893064" y="164592"/>
                </a:lnTo>
                <a:lnTo>
                  <a:pt x="906780" y="178308"/>
                </a:lnTo>
                <a:lnTo>
                  <a:pt x="929640" y="173736"/>
                </a:lnTo>
                <a:lnTo>
                  <a:pt x="954024" y="173736"/>
                </a:lnTo>
                <a:lnTo>
                  <a:pt x="954024" y="332232"/>
                </a:lnTo>
                <a:lnTo>
                  <a:pt x="937679" y="335165"/>
                </a:lnTo>
                <a:lnTo>
                  <a:pt x="909015" y="339305"/>
                </a:lnTo>
                <a:lnTo>
                  <a:pt x="896112" y="341376"/>
                </a:lnTo>
                <a:lnTo>
                  <a:pt x="917448" y="374904"/>
                </a:lnTo>
                <a:lnTo>
                  <a:pt x="919962" y="371246"/>
                </a:lnTo>
                <a:lnTo>
                  <a:pt x="925068" y="367284"/>
                </a:lnTo>
                <a:lnTo>
                  <a:pt x="981646" y="347662"/>
                </a:lnTo>
                <a:lnTo>
                  <a:pt x="1059180" y="327660"/>
                </a:lnTo>
                <a:lnTo>
                  <a:pt x="1059180" y="408432"/>
                </a:lnTo>
                <a:lnTo>
                  <a:pt x="1082040" y="394716"/>
                </a:lnTo>
                <a:lnTo>
                  <a:pt x="1082040" y="320040"/>
                </a:lnTo>
                <a:lnTo>
                  <a:pt x="1123492" y="307848"/>
                </a:lnTo>
                <a:lnTo>
                  <a:pt x="1133856" y="304800"/>
                </a:lnTo>
                <a:lnTo>
                  <a:pt x="1132332" y="297180"/>
                </a:lnTo>
                <a:lnTo>
                  <a:pt x="1082040" y="307848"/>
                </a:lnTo>
                <a:lnTo>
                  <a:pt x="1082040" y="271272"/>
                </a:lnTo>
                <a:lnTo>
                  <a:pt x="1082040" y="262128"/>
                </a:lnTo>
                <a:lnTo>
                  <a:pt x="1082040" y="220980"/>
                </a:lnTo>
                <a:lnTo>
                  <a:pt x="1082040" y="210312"/>
                </a:lnTo>
                <a:lnTo>
                  <a:pt x="1082040" y="173736"/>
                </a:lnTo>
                <a:lnTo>
                  <a:pt x="1290828" y="173736"/>
                </a:lnTo>
                <a:close/>
              </a:path>
              <a:path w="1292859" h="413385">
                <a:moveTo>
                  <a:pt x="1292352" y="368808"/>
                </a:moveTo>
                <a:lnTo>
                  <a:pt x="1252918" y="361530"/>
                </a:lnTo>
                <a:lnTo>
                  <a:pt x="1219390" y="342900"/>
                </a:lnTo>
                <a:lnTo>
                  <a:pt x="1193292" y="320040"/>
                </a:lnTo>
                <a:lnTo>
                  <a:pt x="1203960" y="304800"/>
                </a:lnTo>
                <a:lnTo>
                  <a:pt x="1207884" y="299212"/>
                </a:lnTo>
                <a:lnTo>
                  <a:pt x="1222057" y="275653"/>
                </a:lnTo>
                <a:lnTo>
                  <a:pt x="1235938" y="249542"/>
                </a:lnTo>
                <a:lnTo>
                  <a:pt x="1249680" y="220980"/>
                </a:lnTo>
                <a:lnTo>
                  <a:pt x="1258824" y="216408"/>
                </a:lnTo>
                <a:lnTo>
                  <a:pt x="1264920" y="213360"/>
                </a:lnTo>
                <a:lnTo>
                  <a:pt x="1237488" y="188976"/>
                </a:lnTo>
                <a:lnTo>
                  <a:pt x="1225296" y="202387"/>
                </a:lnTo>
                <a:lnTo>
                  <a:pt x="1225296" y="216408"/>
                </a:lnTo>
                <a:lnTo>
                  <a:pt x="1220482" y="227838"/>
                </a:lnTo>
                <a:lnTo>
                  <a:pt x="1210284" y="250698"/>
                </a:lnTo>
                <a:lnTo>
                  <a:pt x="1205484" y="262128"/>
                </a:lnTo>
                <a:lnTo>
                  <a:pt x="1199502" y="272656"/>
                </a:lnTo>
                <a:lnTo>
                  <a:pt x="1193101" y="283464"/>
                </a:lnTo>
                <a:lnTo>
                  <a:pt x="1186408" y="294284"/>
                </a:lnTo>
                <a:lnTo>
                  <a:pt x="1179576" y="304800"/>
                </a:lnTo>
                <a:lnTo>
                  <a:pt x="1172730" y="296252"/>
                </a:lnTo>
                <a:lnTo>
                  <a:pt x="1147991" y="252628"/>
                </a:lnTo>
                <a:lnTo>
                  <a:pt x="1133856" y="216408"/>
                </a:lnTo>
                <a:lnTo>
                  <a:pt x="1225296" y="216408"/>
                </a:lnTo>
                <a:lnTo>
                  <a:pt x="1225296" y="202387"/>
                </a:lnTo>
                <a:lnTo>
                  <a:pt x="1222248" y="205740"/>
                </a:lnTo>
                <a:lnTo>
                  <a:pt x="1089660" y="205740"/>
                </a:lnTo>
                <a:lnTo>
                  <a:pt x="1103376" y="219456"/>
                </a:lnTo>
                <a:lnTo>
                  <a:pt x="1126236" y="216408"/>
                </a:lnTo>
                <a:lnTo>
                  <a:pt x="1129677" y="231863"/>
                </a:lnTo>
                <a:lnTo>
                  <a:pt x="1133284" y="246316"/>
                </a:lnTo>
                <a:lnTo>
                  <a:pt x="1147229" y="285356"/>
                </a:lnTo>
                <a:lnTo>
                  <a:pt x="1167384" y="321564"/>
                </a:lnTo>
                <a:lnTo>
                  <a:pt x="1149108" y="342506"/>
                </a:lnTo>
                <a:lnTo>
                  <a:pt x="1128712" y="362140"/>
                </a:lnTo>
                <a:lnTo>
                  <a:pt x="1106297" y="380936"/>
                </a:lnTo>
                <a:lnTo>
                  <a:pt x="1082040" y="399288"/>
                </a:lnTo>
                <a:lnTo>
                  <a:pt x="1088136" y="403860"/>
                </a:lnTo>
                <a:lnTo>
                  <a:pt x="1115275" y="387604"/>
                </a:lnTo>
                <a:lnTo>
                  <a:pt x="1139571" y="370903"/>
                </a:lnTo>
                <a:lnTo>
                  <a:pt x="1160995" y="353936"/>
                </a:lnTo>
                <a:lnTo>
                  <a:pt x="1179576" y="336804"/>
                </a:lnTo>
                <a:lnTo>
                  <a:pt x="1189837" y="347027"/>
                </a:lnTo>
                <a:lnTo>
                  <a:pt x="1219200" y="373380"/>
                </a:lnTo>
                <a:lnTo>
                  <a:pt x="1257300" y="396240"/>
                </a:lnTo>
                <a:lnTo>
                  <a:pt x="1262126" y="388861"/>
                </a:lnTo>
                <a:lnTo>
                  <a:pt x="1269682" y="382905"/>
                </a:lnTo>
                <a:lnTo>
                  <a:pt x="1279791" y="378675"/>
                </a:lnTo>
                <a:lnTo>
                  <a:pt x="1292352" y="376428"/>
                </a:lnTo>
                <a:lnTo>
                  <a:pt x="1292352" y="36880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" name="object 58"/>
          <p:cNvSpPr/>
          <p:nvPr/>
        </p:nvSpPr>
        <p:spPr>
          <a:xfrm>
            <a:off x="9409176" y="3540252"/>
            <a:ext cx="401320" cy="408940"/>
          </a:xfrm>
          <a:custGeom>
            <a:avLst/>
            <a:gdLst/>
            <a:ahLst/>
            <a:cxnLst/>
            <a:rect l="l" t="t" r="r" b="b"/>
            <a:pathLst>
              <a:path w="401320" h="408939">
                <a:moveTo>
                  <a:pt x="1524" y="408432"/>
                </a:moveTo>
                <a:lnTo>
                  <a:pt x="0" y="402336"/>
                </a:lnTo>
                <a:lnTo>
                  <a:pt x="28813" y="388000"/>
                </a:lnTo>
                <a:lnTo>
                  <a:pt x="55625" y="372237"/>
                </a:lnTo>
                <a:lnTo>
                  <a:pt x="102107" y="335280"/>
                </a:lnTo>
                <a:lnTo>
                  <a:pt x="137350" y="292989"/>
                </a:lnTo>
                <a:lnTo>
                  <a:pt x="160019" y="243840"/>
                </a:lnTo>
                <a:lnTo>
                  <a:pt x="173354" y="190119"/>
                </a:lnTo>
                <a:lnTo>
                  <a:pt x="179831" y="134112"/>
                </a:lnTo>
                <a:lnTo>
                  <a:pt x="42671" y="134112"/>
                </a:lnTo>
                <a:lnTo>
                  <a:pt x="18288" y="137160"/>
                </a:lnTo>
                <a:lnTo>
                  <a:pt x="4571" y="123444"/>
                </a:lnTo>
                <a:lnTo>
                  <a:pt x="179831" y="123444"/>
                </a:lnTo>
                <a:lnTo>
                  <a:pt x="179641" y="46863"/>
                </a:lnTo>
                <a:lnTo>
                  <a:pt x="179189" y="19716"/>
                </a:lnTo>
                <a:lnTo>
                  <a:pt x="178307" y="0"/>
                </a:lnTo>
                <a:lnTo>
                  <a:pt x="220979" y="19812"/>
                </a:lnTo>
                <a:lnTo>
                  <a:pt x="205739" y="33528"/>
                </a:lnTo>
                <a:lnTo>
                  <a:pt x="205739" y="123444"/>
                </a:lnTo>
                <a:lnTo>
                  <a:pt x="335279" y="123444"/>
                </a:lnTo>
                <a:lnTo>
                  <a:pt x="362712" y="96012"/>
                </a:lnTo>
                <a:lnTo>
                  <a:pt x="400812" y="134112"/>
                </a:lnTo>
                <a:lnTo>
                  <a:pt x="205739" y="134112"/>
                </a:lnTo>
                <a:lnTo>
                  <a:pt x="205739" y="147828"/>
                </a:lnTo>
                <a:lnTo>
                  <a:pt x="230885" y="212598"/>
                </a:lnTo>
                <a:lnTo>
                  <a:pt x="269747" y="277368"/>
                </a:lnTo>
                <a:lnTo>
                  <a:pt x="295132" y="307681"/>
                </a:lnTo>
                <a:lnTo>
                  <a:pt x="325373" y="332422"/>
                </a:lnTo>
                <a:lnTo>
                  <a:pt x="360187" y="351734"/>
                </a:lnTo>
                <a:lnTo>
                  <a:pt x="399288" y="365760"/>
                </a:lnTo>
                <a:lnTo>
                  <a:pt x="399288" y="371856"/>
                </a:lnTo>
                <a:lnTo>
                  <a:pt x="387334" y="374142"/>
                </a:lnTo>
                <a:lnTo>
                  <a:pt x="376808" y="378714"/>
                </a:lnTo>
                <a:lnTo>
                  <a:pt x="367998" y="385572"/>
                </a:lnTo>
                <a:lnTo>
                  <a:pt x="361188" y="394716"/>
                </a:lnTo>
                <a:lnTo>
                  <a:pt x="333494" y="375856"/>
                </a:lnTo>
                <a:lnTo>
                  <a:pt x="283821" y="327850"/>
                </a:lnTo>
                <a:lnTo>
                  <a:pt x="242982" y="268438"/>
                </a:lnTo>
                <a:lnTo>
                  <a:pt x="213264" y="205049"/>
                </a:lnTo>
                <a:lnTo>
                  <a:pt x="202691" y="172212"/>
                </a:lnTo>
                <a:lnTo>
                  <a:pt x="192666" y="222242"/>
                </a:lnTo>
                <a:lnTo>
                  <a:pt x="178498" y="264985"/>
                </a:lnTo>
                <a:lnTo>
                  <a:pt x="160043" y="300585"/>
                </a:lnTo>
                <a:lnTo>
                  <a:pt x="109751" y="353782"/>
                </a:lnTo>
                <a:lnTo>
                  <a:pt x="77914" y="375094"/>
                </a:lnTo>
                <a:lnTo>
                  <a:pt x="41790" y="393263"/>
                </a:lnTo>
                <a:lnTo>
                  <a:pt x="1524" y="40843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" name="object 59"/>
          <p:cNvSpPr/>
          <p:nvPr/>
        </p:nvSpPr>
        <p:spPr>
          <a:xfrm>
            <a:off x="2159507" y="4078223"/>
            <a:ext cx="356870" cy="401320"/>
          </a:xfrm>
          <a:custGeom>
            <a:avLst/>
            <a:gdLst/>
            <a:ahLst/>
            <a:cxnLst/>
            <a:rect l="l" t="t" r="r" b="b"/>
            <a:pathLst>
              <a:path w="356869" h="401320">
                <a:moveTo>
                  <a:pt x="54864" y="89916"/>
                </a:moveTo>
                <a:lnTo>
                  <a:pt x="44196" y="89916"/>
                </a:lnTo>
                <a:lnTo>
                  <a:pt x="51554" y="62150"/>
                </a:lnTo>
                <a:lnTo>
                  <a:pt x="57340" y="38100"/>
                </a:lnTo>
                <a:lnTo>
                  <a:pt x="61126" y="17478"/>
                </a:lnTo>
                <a:lnTo>
                  <a:pt x="62484" y="0"/>
                </a:lnTo>
                <a:lnTo>
                  <a:pt x="100584" y="21336"/>
                </a:lnTo>
                <a:lnTo>
                  <a:pt x="91725" y="28194"/>
                </a:lnTo>
                <a:lnTo>
                  <a:pt x="81153" y="41910"/>
                </a:lnTo>
                <a:lnTo>
                  <a:pt x="68865" y="62484"/>
                </a:lnTo>
                <a:lnTo>
                  <a:pt x="54864" y="89916"/>
                </a:lnTo>
                <a:close/>
              </a:path>
              <a:path w="356869" h="401320">
                <a:moveTo>
                  <a:pt x="147828" y="190500"/>
                </a:moveTo>
                <a:lnTo>
                  <a:pt x="143256" y="187452"/>
                </a:lnTo>
                <a:lnTo>
                  <a:pt x="160377" y="160615"/>
                </a:lnTo>
                <a:lnTo>
                  <a:pt x="175069" y="135064"/>
                </a:lnTo>
                <a:lnTo>
                  <a:pt x="196596" y="88392"/>
                </a:lnTo>
                <a:lnTo>
                  <a:pt x="211836" y="44958"/>
                </a:lnTo>
                <a:lnTo>
                  <a:pt x="222503" y="1524"/>
                </a:lnTo>
                <a:lnTo>
                  <a:pt x="260603" y="24384"/>
                </a:lnTo>
                <a:lnTo>
                  <a:pt x="252864" y="32146"/>
                </a:lnTo>
                <a:lnTo>
                  <a:pt x="243268" y="46482"/>
                </a:lnTo>
                <a:lnTo>
                  <a:pt x="231671" y="67675"/>
                </a:lnTo>
                <a:lnTo>
                  <a:pt x="217932" y="96012"/>
                </a:lnTo>
                <a:lnTo>
                  <a:pt x="350520" y="96012"/>
                </a:lnTo>
                <a:lnTo>
                  <a:pt x="356616" y="102108"/>
                </a:lnTo>
                <a:lnTo>
                  <a:pt x="352806" y="105156"/>
                </a:lnTo>
                <a:lnTo>
                  <a:pt x="214884" y="105156"/>
                </a:lnTo>
                <a:lnTo>
                  <a:pt x="198834" y="129420"/>
                </a:lnTo>
                <a:lnTo>
                  <a:pt x="182499" y="151828"/>
                </a:lnTo>
                <a:lnTo>
                  <a:pt x="165592" y="172235"/>
                </a:lnTo>
                <a:lnTo>
                  <a:pt x="147828" y="190500"/>
                </a:lnTo>
                <a:close/>
              </a:path>
              <a:path w="356869" h="401320">
                <a:moveTo>
                  <a:pt x="146304" y="89916"/>
                </a:moveTo>
                <a:lnTo>
                  <a:pt x="111252" y="89916"/>
                </a:lnTo>
                <a:lnTo>
                  <a:pt x="129540" y="73152"/>
                </a:lnTo>
                <a:lnTo>
                  <a:pt x="146304" y="89916"/>
                </a:lnTo>
                <a:close/>
              </a:path>
              <a:path w="356869" h="401320">
                <a:moveTo>
                  <a:pt x="0" y="397764"/>
                </a:moveTo>
                <a:lnTo>
                  <a:pt x="820" y="359664"/>
                </a:lnTo>
                <a:lnTo>
                  <a:pt x="917" y="353568"/>
                </a:lnTo>
                <a:lnTo>
                  <a:pt x="1333" y="316230"/>
                </a:lnTo>
                <a:lnTo>
                  <a:pt x="1425" y="176784"/>
                </a:lnTo>
                <a:lnTo>
                  <a:pt x="1301" y="151828"/>
                </a:lnTo>
                <a:lnTo>
                  <a:pt x="881" y="114681"/>
                </a:lnTo>
                <a:lnTo>
                  <a:pt x="0" y="74676"/>
                </a:lnTo>
                <a:lnTo>
                  <a:pt x="25908" y="89916"/>
                </a:lnTo>
                <a:lnTo>
                  <a:pt x="146304" y="89916"/>
                </a:lnTo>
                <a:lnTo>
                  <a:pt x="155448" y="99060"/>
                </a:lnTo>
                <a:lnTo>
                  <a:pt x="153162" y="100584"/>
                </a:lnTo>
                <a:lnTo>
                  <a:pt x="24384" y="100584"/>
                </a:lnTo>
                <a:lnTo>
                  <a:pt x="24384" y="211836"/>
                </a:lnTo>
                <a:lnTo>
                  <a:pt x="137509" y="211836"/>
                </a:lnTo>
                <a:lnTo>
                  <a:pt x="137586" y="222504"/>
                </a:lnTo>
                <a:lnTo>
                  <a:pt x="24384" y="222504"/>
                </a:lnTo>
                <a:lnTo>
                  <a:pt x="24384" y="344424"/>
                </a:lnTo>
                <a:lnTo>
                  <a:pt x="139273" y="344424"/>
                </a:lnTo>
                <a:lnTo>
                  <a:pt x="139528" y="353568"/>
                </a:lnTo>
                <a:lnTo>
                  <a:pt x="24384" y="353568"/>
                </a:lnTo>
                <a:lnTo>
                  <a:pt x="24384" y="384048"/>
                </a:lnTo>
                <a:lnTo>
                  <a:pt x="0" y="397764"/>
                </a:lnTo>
                <a:close/>
              </a:path>
              <a:path w="356869" h="401320">
                <a:moveTo>
                  <a:pt x="350520" y="96012"/>
                </a:moveTo>
                <a:lnTo>
                  <a:pt x="310896" y="96012"/>
                </a:lnTo>
                <a:lnTo>
                  <a:pt x="330708" y="76200"/>
                </a:lnTo>
                <a:lnTo>
                  <a:pt x="350520" y="96012"/>
                </a:lnTo>
                <a:close/>
              </a:path>
              <a:path w="356869" h="401320">
                <a:moveTo>
                  <a:pt x="137509" y="211836"/>
                </a:moveTo>
                <a:lnTo>
                  <a:pt x="115824" y="211836"/>
                </a:lnTo>
                <a:lnTo>
                  <a:pt x="115824" y="100584"/>
                </a:lnTo>
                <a:lnTo>
                  <a:pt x="153162" y="100584"/>
                </a:lnTo>
                <a:lnTo>
                  <a:pt x="137160" y="111252"/>
                </a:lnTo>
                <a:lnTo>
                  <a:pt x="137271" y="160615"/>
                </a:lnTo>
                <a:lnTo>
                  <a:pt x="137386" y="194691"/>
                </a:lnTo>
                <a:lnTo>
                  <a:pt x="137509" y="211836"/>
                </a:lnTo>
                <a:close/>
              </a:path>
              <a:path w="356869" h="401320">
                <a:moveTo>
                  <a:pt x="327433" y="359664"/>
                </a:moveTo>
                <a:lnTo>
                  <a:pt x="283464" y="359664"/>
                </a:lnTo>
                <a:lnTo>
                  <a:pt x="292631" y="357711"/>
                </a:lnTo>
                <a:lnTo>
                  <a:pt x="299656" y="352044"/>
                </a:lnTo>
                <a:lnTo>
                  <a:pt x="309252" y="305538"/>
                </a:lnTo>
                <a:lnTo>
                  <a:pt x="311086" y="259651"/>
                </a:lnTo>
                <a:lnTo>
                  <a:pt x="313149" y="194691"/>
                </a:lnTo>
                <a:lnTo>
                  <a:pt x="315467" y="105156"/>
                </a:lnTo>
                <a:lnTo>
                  <a:pt x="352806" y="105156"/>
                </a:lnTo>
                <a:lnTo>
                  <a:pt x="341376" y="114300"/>
                </a:lnTo>
                <a:lnTo>
                  <a:pt x="339488" y="190500"/>
                </a:lnTo>
                <a:lnTo>
                  <a:pt x="337718" y="248631"/>
                </a:lnTo>
                <a:lnTo>
                  <a:pt x="335889" y="294583"/>
                </a:lnTo>
                <a:lnTo>
                  <a:pt x="334060" y="326489"/>
                </a:lnTo>
                <a:lnTo>
                  <a:pt x="332232" y="344424"/>
                </a:lnTo>
                <a:lnTo>
                  <a:pt x="328517" y="357020"/>
                </a:lnTo>
                <a:lnTo>
                  <a:pt x="327433" y="359664"/>
                </a:lnTo>
                <a:close/>
              </a:path>
              <a:path w="356869" h="401320">
                <a:moveTo>
                  <a:pt x="231648" y="269748"/>
                </a:moveTo>
                <a:lnTo>
                  <a:pt x="230124" y="269748"/>
                </a:lnTo>
                <a:lnTo>
                  <a:pt x="226956" y="268081"/>
                </a:lnTo>
                <a:lnTo>
                  <a:pt x="224218" y="263271"/>
                </a:lnTo>
                <a:lnTo>
                  <a:pt x="221765" y="255603"/>
                </a:lnTo>
                <a:lnTo>
                  <a:pt x="219456" y="245364"/>
                </a:lnTo>
                <a:lnTo>
                  <a:pt x="214884" y="227576"/>
                </a:lnTo>
                <a:lnTo>
                  <a:pt x="208026" y="210502"/>
                </a:lnTo>
                <a:lnTo>
                  <a:pt x="198882" y="193714"/>
                </a:lnTo>
                <a:lnTo>
                  <a:pt x="187452" y="176784"/>
                </a:lnTo>
                <a:lnTo>
                  <a:pt x="192024" y="172212"/>
                </a:lnTo>
                <a:lnTo>
                  <a:pt x="224980" y="198501"/>
                </a:lnTo>
                <a:lnTo>
                  <a:pt x="246888" y="234696"/>
                </a:lnTo>
                <a:lnTo>
                  <a:pt x="246888" y="246888"/>
                </a:lnTo>
                <a:lnTo>
                  <a:pt x="245364" y="254508"/>
                </a:lnTo>
                <a:lnTo>
                  <a:pt x="236220" y="266700"/>
                </a:lnTo>
                <a:lnTo>
                  <a:pt x="231648" y="269748"/>
                </a:lnTo>
                <a:close/>
              </a:path>
              <a:path w="356869" h="401320">
                <a:moveTo>
                  <a:pt x="139273" y="344424"/>
                </a:moveTo>
                <a:lnTo>
                  <a:pt x="115824" y="344424"/>
                </a:lnTo>
                <a:lnTo>
                  <a:pt x="115824" y="222504"/>
                </a:lnTo>
                <a:lnTo>
                  <a:pt x="137586" y="222504"/>
                </a:lnTo>
                <a:lnTo>
                  <a:pt x="137793" y="251338"/>
                </a:lnTo>
                <a:lnTo>
                  <a:pt x="138499" y="305538"/>
                </a:lnTo>
                <a:lnTo>
                  <a:pt x="139273" y="344424"/>
                </a:lnTo>
                <a:close/>
              </a:path>
              <a:path w="356869" h="401320">
                <a:moveTo>
                  <a:pt x="278891" y="400812"/>
                </a:moveTo>
                <a:lnTo>
                  <a:pt x="271772" y="387953"/>
                </a:lnTo>
                <a:lnTo>
                  <a:pt x="259651" y="376809"/>
                </a:lnTo>
                <a:lnTo>
                  <a:pt x="242673" y="367379"/>
                </a:lnTo>
                <a:lnTo>
                  <a:pt x="220979" y="359664"/>
                </a:lnTo>
                <a:lnTo>
                  <a:pt x="220979" y="350520"/>
                </a:lnTo>
                <a:lnTo>
                  <a:pt x="241244" y="354520"/>
                </a:lnTo>
                <a:lnTo>
                  <a:pt x="258508" y="357378"/>
                </a:lnTo>
                <a:lnTo>
                  <a:pt x="272629" y="359092"/>
                </a:lnTo>
                <a:lnTo>
                  <a:pt x="283464" y="359664"/>
                </a:lnTo>
                <a:lnTo>
                  <a:pt x="327433" y="359664"/>
                </a:lnTo>
                <a:lnTo>
                  <a:pt x="324231" y="367474"/>
                </a:lnTo>
                <a:lnTo>
                  <a:pt x="289726" y="396240"/>
                </a:lnTo>
                <a:lnTo>
                  <a:pt x="278891" y="400812"/>
                </a:lnTo>
                <a:close/>
              </a:path>
              <a:path w="356869" h="401320">
                <a:moveTo>
                  <a:pt x="115824" y="390144"/>
                </a:moveTo>
                <a:lnTo>
                  <a:pt x="115824" y="353568"/>
                </a:lnTo>
                <a:lnTo>
                  <a:pt x="139528" y="353568"/>
                </a:lnTo>
                <a:lnTo>
                  <a:pt x="140208" y="376428"/>
                </a:lnTo>
                <a:lnTo>
                  <a:pt x="115824" y="39014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" name="object 60"/>
          <p:cNvSpPr/>
          <p:nvPr/>
        </p:nvSpPr>
        <p:spPr>
          <a:xfrm>
            <a:off x="2567939" y="4079747"/>
            <a:ext cx="391795" cy="401320"/>
          </a:xfrm>
          <a:custGeom>
            <a:avLst/>
            <a:gdLst/>
            <a:ahLst/>
            <a:cxnLst/>
            <a:rect l="l" t="t" r="r" b="b"/>
            <a:pathLst>
              <a:path w="391794" h="401320">
                <a:moveTo>
                  <a:pt x="386238" y="48767"/>
                </a:moveTo>
                <a:lnTo>
                  <a:pt x="347472" y="48767"/>
                </a:lnTo>
                <a:lnTo>
                  <a:pt x="362712" y="28955"/>
                </a:lnTo>
                <a:lnTo>
                  <a:pt x="386238" y="48767"/>
                </a:lnTo>
                <a:close/>
              </a:path>
              <a:path w="391794" h="401320">
                <a:moveTo>
                  <a:pt x="214884" y="399288"/>
                </a:moveTo>
                <a:lnTo>
                  <a:pt x="215122" y="370427"/>
                </a:lnTo>
                <a:lnTo>
                  <a:pt x="215650" y="329127"/>
                </a:lnTo>
                <a:lnTo>
                  <a:pt x="216169" y="276701"/>
                </a:lnTo>
                <a:lnTo>
                  <a:pt x="216408" y="211836"/>
                </a:lnTo>
                <a:lnTo>
                  <a:pt x="216150" y="146304"/>
                </a:lnTo>
                <a:lnTo>
                  <a:pt x="215646" y="96774"/>
                </a:lnTo>
                <a:lnTo>
                  <a:pt x="215142" y="59436"/>
                </a:lnTo>
                <a:lnTo>
                  <a:pt x="214884" y="32004"/>
                </a:lnTo>
                <a:lnTo>
                  <a:pt x="240792" y="48767"/>
                </a:lnTo>
                <a:lnTo>
                  <a:pt x="386238" y="48767"/>
                </a:lnTo>
                <a:lnTo>
                  <a:pt x="391668" y="53340"/>
                </a:lnTo>
                <a:lnTo>
                  <a:pt x="384048" y="59436"/>
                </a:lnTo>
                <a:lnTo>
                  <a:pt x="240792" y="59436"/>
                </a:lnTo>
                <a:lnTo>
                  <a:pt x="240792" y="146304"/>
                </a:lnTo>
                <a:lnTo>
                  <a:pt x="376434" y="146304"/>
                </a:lnTo>
                <a:lnTo>
                  <a:pt x="376439" y="156972"/>
                </a:lnTo>
                <a:lnTo>
                  <a:pt x="240792" y="156972"/>
                </a:lnTo>
                <a:lnTo>
                  <a:pt x="240792" y="239268"/>
                </a:lnTo>
                <a:lnTo>
                  <a:pt x="376519" y="239268"/>
                </a:lnTo>
                <a:lnTo>
                  <a:pt x="376544" y="249936"/>
                </a:lnTo>
                <a:lnTo>
                  <a:pt x="240792" y="249936"/>
                </a:lnTo>
                <a:lnTo>
                  <a:pt x="240792" y="347472"/>
                </a:lnTo>
                <a:lnTo>
                  <a:pt x="377117" y="347472"/>
                </a:lnTo>
                <a:lnTo>
                  <a:pt x="377255" y="358140"/>
                </a:lnTo>
                <a:lnTo>
                  <a:pt x="240792" y="358140"/>
                </a:lnTo>
                <a:lnTo>
                  <a:pt x="240792" y="388620"/>
                </a:lnTo>
                <a:lnTo>
                  <a:pt x="214884" y="399288"/>
                </a:lnTo>
                <a:close/>
              </a:path>
              <a:path w="391794" h="401320">
                <a:moveTo>
                  <a:pt x="376434" y="146304"/>
                </a:moveTo>
                <a:lnTo>
                  <a:pt x="352044" y="146304"/>
                </a:lnTo>
                <a:lnTo>
                  <a:pt x="352044" y="59436"/>
                </a:lnTo>
                <a:lnTo>
                  <a:pt x="384048" y="59436"/>
                </a:lnTo>
                <a:lnTo>
                  <a:pt x="376428" y="65531"/>
                </a:lnTo>
                <a:lnTo>
                  <a:pt x="376434" y="146304"/>
                </a:lnTo>
                <a:close/>
              </a:path>
              <a:path w="391794" h="401320">
                <a:moveTo>
                  <a:pt x="376519" y="239268"/>
                </a:moveTo>
                <a:lnTo>
                  <a:pt x="352044" y="239268"/>
                </a:lnTo>
                <a:lnTo>
                  <a:pt x="352044" y="156972"/>
                </a:lnTo>
                <a:lnTo>
                  <a:pt x="376439" y="156972"/>
                </a:lnTo>
                <a:lnTo>
                  <a:pt x="376519" y="239268"/>
                </a:lnTo>
                <a:close/>
              </a:path>
              <a:path w="391794" h="401320">
                <a:moveTo>
                  <a:pt x="377117" y="347472"/>
                </a:moveTo>
                <a:lnTo>
                  <a:pt x="352044" y="347472"/>
                </a:lnTo>
                <a:lnTo>
                  <a:pt x="352044" y="249936"/>
                </a:lnTo>
                <a:lnTo>
                  <a:pt x="376544" y="249936"/>
                </a:lnTo>
                <a:lnTo>
                  <a:pt x="376618" y="282892"/>
                </a:lnTo>
                <a:lnTo>
                  <a:pt x="376885" y="329565"/>
                </a:lnTo>
                <a:lnTo>
                  <a:pt x="377117" y="347472"/>
                </a:lnTo>
                <a:close/>
              </a:path>
              <a:path w="391794" h="401320">
                <a:moveTo>
                  <a:pt x="352044" y="394716"/>
                </a:moveTo>
                <a:lnTo>
                  <a:pt x="352044" y="358140"/>
                </a:lnTo>
                <a:lnTo>
                  <a:pt x="377255" y="358140"/>
                </a:lnTo>
                <a:lnTo>
                  <a:pt x="377309" y="362323"/>
                </a:lnTo>
                <a:lnTo>
                  <a:pt x="377952" y="382524"/>
                </a:lnTo>
                <a:lnTo>
                  <a:pt x="352044" y="394716"/>
                </a:lnTo>
                <a:close/>
              </a:path>
              <a:path w="391794" h="401320">
                <a:moveTo>
                  <a:pt x="120396" y="114300"/>
                </a:moveTo>
                <a:lnTo>
                  <a:pt x="97536" y="114300"/>
                </a:lnTo>
                <a:lnTo>
                  <a:pt x="97512" y="81438"/>
                </a:lnTo>
                <a:lnTo>
                  <a:pt x="97345" y="51434"/>
                </a:lnTo>
                <a:lnTo>
                  <a:pt x="96893" y="24288"/>
                </a:lnTo>
                <a:lnTo>
                  <a:pt x="96012" y="0"/>
                </a:lnTo>
                <a:lnTo>
                  <a:pt x="135636" y="16764"/>
                </a:lnTo>
                <a:lnTo>
                  <a:pt x="120396" y="32004"/>
                </a:lnTo>
                <a:lnTo>
                  <a:pt x="120396" y="114300"/>
                </a:lnTo>
                <a:close/>
              </a:path>
              <a:path w="391794" h="401320">
                <a:moveTo>
                  <a:pt x="25908" y="131064"/>
                </a:moveTo>
                <a:lnTo>
                  <a:pt x="10668" y="114300"/>
                </a:lnTo>
                <a:lnTo>
                  <a:pt x="155448" y="114300"/>
                </a:lnTo>
                <a:lnTo>
                  <a:pt x="175260" y="91440"/>
                </a:lnTo>
                <a:lnTo>
                  <a:pt x="205740" y="124968"/>
                </a:lnTo>
                <a:lnTo>
                  <a:pt x="68580" y="124968"/>
                </a:lnTo>
                <a:lnTo>
                  <a:pt x="57411" y="125277"/>
                </a:lnTo>
                <a:lnTo>
                  <a:pt x="46672" y="126301"/>
                </a:lnTo>
                <a:lnTo>
                  <a:pt x="36218" y="128182"/>
                </a:lnTo>
                <a:lnTo>
                  <a:pt x="25908" y="131064"/>
                </a:lnTo>
                <a:close/>
              </a:path>
              <a:path w="391794" h="401320">
                <a:moveTo>
                  <a:pt x="6096" y="335280"/>
                </a:moveTo>
                <a:lnTo>
                  <a:pt x="0" y="332232"/>
                </a:lnTo>
                <a:lnTo>
                  <a:pt x="26359" y="291071"/>
                </a:lnTo>
                <a:lnTo>
                  <a:pt x="48841" y="249838"/>
                </a:lnTo>
                <a:lnTo>
                  <a:pt x="67592" y="208458"/>
                </a:lnTo>
                <a:lnTo>
                  <a:pt x="82759" y="166859"/>
                </a:lnTo>
                <a:lnTo>
                  <a:pt x="94488" y="124968"/>
                </a:lnTo>
                <a:lnTo>
                  <a:pt x="120396" y="124968"/>
                </a:lnTo>
                <a:lnTo>
                  <a:pt x="120396" y="166116"/>
                </a:lnTo>
                <a:lnTo>
                  <a:pt x="136350" y="171807"/>
                </a:lnTo>
                <a:lnTo>
                  <a:pt x="144678" y="175260"/>
                </a:lnTo>
                <a:lnTo>
                  <a:pt x="120396" y="175260"/>
                </a:lnTo>
                <a:lnTo>
                  <a:pt x="120402" y="196596"/>
                </a:lnTo>
                <a:lnTo>
                  <a:pt x="97536" y="196596"/>
                </a:lnTo>
                <a:lnTo>
                  <a:pt x="78962" y="234338"/>
                </a:lnTo>
                <a:lnTo>
                  <a:pt x="57531" y="269938"/>
                </a:lnTo>
                <a:lnTo>
                  <a:pt x="33242" y="303537"/>
                </a:lnTo>
                <a:lnTo>
                  <a:pt x="6096" y="335280"/>
                </a:lnTo>
                <a:close/>
              </a:path>
              <a:path w="391794" h="401320">
                <a:moveTo>
                  <a:pt x="173736" y="237744"/>
                </a:moveTo>
                <a:lnTo>
                  <a:pt x="169164" y="237744"/>
                </a:lnTo>
                <a:lnTo>
                  <a:pt x="164592" y="231648"/>
                </a:lnTo>
                <a:lnTo>
                  <a:pt x="158496" y="220980"/>
                </a:lnTo>
                <a:lnTo>
                  <a:pt x="151042" y="208049"/>
                </a:lnTo>
                <a:lnTo>
                  <a:pt x="142303" y="196405"/>
                </a:lnTo>
                <a:lnTo>
                  <a:pt x="132135" y="185618"/>
                </a:lnTo>
                <a:lnTo>
                  <a:pt x="120396" y="175260"/>
                </a:lnTo>
                <a:lnTo>
                  <a:pt x="144678" y="175260"/>
                </a:lnTo>
                <a:lnTo>
                  <a:pt x="177927" y="198882"/>
                </a:lnTo>
                <a:lnTo>
                  <a:pt x="181356" y="210312"/>
                </a:lnTo>
                <a:lnTo>
                  <a:pt x="181356" y="214884"/>
                </a:lnTo>
                <a:lnTo>
                  <a:pt x="178308" y="227076"/>
                </a:lnTo>
                <a:lnTo>
                  <a:pt x="175260" y="234696"/>
                </a:lnTo>
                <a:lnTo>
                  <a:pt x="173736" y="237744"/>
                </a:lnTo>
                <a:close/>
              </a:path>
              <a:path w="391794" h="401320">
                <a:moveTo>
                  <a:pt x="96012" y="400812"/>
                </a:moveTo>
                <a:lnTo>
                  <a:pt x="96893" y="347686"/>
                </a:lnTo>
                <a:lnTo>
                  <a:pt x="97345" y="295846"/>
                </a:lnTo>
                <a:lnTo>
                  <a:pt x="97431" y="269938"/>
                </a:lnTo>
                <a:lnTo>
                  <a:pt x="97536" y="196596"/>
                </a:lnTo>
                <a:lnTo>
                  <a:pt x="120402" y="196596"/>
                </a:lnTo>
                <a:lnTo>
                  <a:pt x="120524" y="291071"/>
                </a:lnTo>
                <a:lnTo>
                  <a:pt x="120586" y="313944"/>
                </a:lnTo>
                <a:lnTo>
                  <a:pt x="121038" y="359140"/>
                </a:lnTo>
                <a:lnTo>
                  <a:pt x="121920" y="388620"/>
                </a:lnTo>
                <a:lnTo>
                  <a:pt x="96012" y="40081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" name="object 61"/>
          <p:cNvSpPr/>
          <p:nvPr/>
        </p:nvSpPr>
        <p:spPr>
          <a:xfrm>
            <a:off x="3019043" y="4076700"/>
            <a:ext cx="399415" cy="408940"/>
          </a:xfrm>
          <a:custGeom>
            <a:avLst/>
            <a:gdLst/>
            <a:ahLst/>
            <a:cxnLst/>
            <a:rect l="l" t="t" r="r" b="b"/>
            <a:pathLst>
              <a:path w="399414" h="408939">
                <a:moveTo>
                  <a:pt x="208788" y="64008"/>
                </a:moveTo>
                <a:lnTo>
                  <a:pt x="202692" y="64008"/>
                </a:lnTo>
                <a:lnTo>
                  <a:pt x="199644" y="59436"/>
                </a:lnTo>
                <a:lnTo>
                  <a:pt x="196596" y="50292"/>
                </a:lnTo>
                <a:lnTo>
                  <a:pt x="190023" y="39719"/>
                </a:lnTo>
                <a:lnTo>
                  <a:pt x="181737" y="28575"/>
                </a:lnTo>
                <a:lnTo>
                  <a:pt x="171735" y="16859"/>
                </a:lnTo>
                <a:lnTo>
                  <a:pt x="160020" y="4572"/>
                </a:lnTo>
                <a:lnTo>
                  <a:pt x="163068" y="0"/>
                </a:lnTo>
                <a:lnTo>
                  <a:pt x="200787" y="13716"/>
                </a:lnTo>
                <a:lnTo>
                  <a:pt x="219456" y="28956"/>
                </a:lnTo>
                <a:lnTo>
                  <a:pt x="219456" y="41148"/>
                </a:lnTo>
                <a:lnTo>
                  <a:pt x="217932" y="45720"/>
                </a:lnTo>
                <a:lnTo>
                  <a:pt x="211836" y="60960"/>
                </a:lnTo>
                <a:lnTo>
                  <a:pt x="208788" y="64008"/>
                </a:lnTo>
                <a:close/>
              </a:path>
              <a:path w="399414" h="408939">
                <a:moveTo>
                  <a:pt x="37028" y="126515"/>
                </a:moveTo>
                <a:lnTo>
                  <a:pt x="30480" y="126492"/>
                </a:lnTo>
                <a:lnTo>
                  <a:pt x="21336" y="124968"/>
                </a:lnTo>
                <a:lnTo>
                  <a:pt x="16764" y="123444"/>
                </a:lnTo>
                <a:lnTo>
                  <a:pt x="16764" y="114300"/>
                </a:lnTo>
                <a:lnTo>
                  <a:pt x="19812" y="109728"/>
                </a:lnTo>
                <a:lnTo>
                  <a:pt x="25908" y="102108"/>
                </a:lnTo>
                <a:lnTo>
                  <a:pt x="33348" y="90678"/>
                </a:lnTo>
                <a:lnTo>
                  <a:pt x="39624" y="77152"/>
                </a:lnTo>
                <a:lnTo>
                  <a:pt x="44767" y="61602"/>
                </a:lnTo>
                <a:lnTo>
                  <a:pt x="48768" y="44196"/>
                </a:lnTo>
                <a:lnTo>
                  <a:pt x="54864" y="44196"/>
                </a:lnTo>
                <a:lnTo>
                  <a:pt x="56388" y="65532"/>
                </a:lnTo>
                <a:lnTo>
                  <a:pt x="375629" y="65532"/>
                </a:lnTo>
                <a:lnTo>
                  <a:pt x="385789" y="76200"/>
                </a:lnTo>
                <a:lnTo>
                  <a:pt x="56388" y="76200"/>
                </a:lnTo>
                <a:lnTo>
                  <a:pt x="57816" y="87296"/>
                </a:lnTo>
                <a:lnTo>
                  <a:pt x="57531" y="97536"/>
                </a:lnTo>
                <a:lnTo>
                  <a:pt x="55530" y="106632"/>
                </a:lnTo>
                <a:lnTo>
                  <a:pt x="51816" y="114300"/>
                </a:lnTo>
                <a:lnTo>
                  <a:pt x="47839" y="120276"/>
                </a:lnTo>
                <a:lnTo>
                  <a:pt x="42862" y="124396"/>
                </a:lnTo>
                <a:lnTo>
                  <a:pt x="37028" y="126515"/>
                </a:lnTo>
                <a:close/>
              </a:path>
              <a:path w="399414" h="408939">
                <a:moveTo>
                  <a:pt x="375629" y="65532"/>
                </a:moveTo>
                <a:lnTo>
                  <a:pt x="342900" y="65532"/>
                </a:lnTo>
                <a:lnTo>
                  <a:pt x="359664" y="48768"/>
                </a:lnTo>
                <a:lnTo>
                  <a:pt x="375629" y="65532"/>
                </a:lnTo>
                <a:close/>
              </a:path>
              <a:path w="399414" h="408939">
                <a:moveTo>
                  <a:pt x="329184" y="118872"/>
                </a:moveTo>
                <a:lnTo>
                  <a:pt x="324612" y="115824"/>
                </a:lnTo>
                <a:lnTo>
                  <a:pt x="345948" y="76200"/>
                </a:lnTo>
                <a:lnTo>
                  <a:pt x="385789" y="76200"/>
                </a:lnTo>
                <a:lnTo>
                  <a:pt x="390144" y="80772"/>
                </a:lnTo>
                <a:lnTo>
                  <a:pt x="377618" y="83296"/>
                </a:lnTo>
                <a:lnTo>
                  <a:pt x="363060" y="90701"/>
                </a:lnTo>
                <a:lnTo>
                  <a:pt x="346852" y="102631"/>
                </a:lnTo>
                <a:lnTo>
                  <a:pt x="329184" y="118872"/>
                </a:lnTo>
                <a:close/>
              </a:path>
              <a:path w="399414" h="408939">
                <a:moveTo>
                  <a:pt x="24384" y="202692"/>
                </a:moveTo>
                <a:lnTo>
                  <a:pt x="19812" y="198120"/>
                </a:lnTo>
                <a:lnTo>
                  <a:pt x="52959" y="172640"/>
                </a:lnTo>
                <a:lnTo>
                  <a:pt x="81534" y="146304"/>
                </a:lnTo>
                <a:lnTo>
                  <a:pt x="105537" y="118824"/>
                </a:lnTo>
                <a:lnTo>
                  <a:pt x="124968" y="89916"/>
                </a:lnTo>
                <a:lnTo>
                  <a:pt x="155448" y="117348"/>
                </a:lnTo>
                <a:lnTo>
                  <a:pt x="147470" y="119062"/>
                </a:lnTo>
                <a:lnTo>
                  <a:pt x="137350" y="124206"/>
                </a:lnTo>
                <a:lnTo>
                  <a:pt x="125229" y="132778"/>
                </a:lnTo>
                <a:lnTo>
                  <a:pt x="93821" y="159615"/>
                </a:lnTo>
                <a:lnTo>
                  <a:pt x="73533" y="174307"/>
                </a:lnTo>
                <a:lnTo>
                  <a:pt x="50387" y="188714"/>
                </a:lnTo>
                <a:lnTo>
                  <a:pt x="24384" y="202692"/>
                </a:lnTo>
                <a:close/>
              </a:path>
              <a:path w="399414" h="408939">
                <a:moveTo>
                  <a:pt x="342900" y="192024"/>
                </a:moveTo>
                <a:lnTo>
                  <a:pt x="333756" y="192024"/>
                </a:lnTo>
                <a:lnTo>
                  <a:pt x="327660" y="187452"/>
                </a:lnTo>
                <a:lnTo>
                  <a:pt x="321564" y="176784"/>
                </a:lnTo>
                <a:lnTo>
                  <a:pt x="307895" y="161948"/>
                </a:lnTo>
                <a:lnTo>
                  <a:pt x="287655" y="144970"/>
                </a:lnTo>
                <a:lnTo>
                  <a:pt x="261127" y="125991"/>
                </a:lnTo>
                <a:lnTo>
                  <a:pt x="228600" y="105156"/>
                </a:lnTo>
                <a:lnTo>
                  <a:pt x="231648" y="100584"/>
                </a:lnTo>
                <a:lnTo>
                  <a:pt x="293560" y="123253"/>
                </a:lnTo>
                <a:lnTo>
                  <a:pt x="329184" y="140208"/>
                </a:lnTo>
                <a:lnTo>
                  <a:pt x="348996" y="173736"/>
                </a:lnTo>
                <a:lnTo>
                  <a:pt x="345948" y="185928"/>
                </a:lnTo>
                <a:lnTo>
                  <a:pt x="342900" y="192024"/>
                </a:lnTo>
                <a:close/>
              </a:path>
              <a:path w="399414" h="408939">
                <a:moveTo>
                  <a:pt x="1524" y="307847"/>
                </a:moveTo>
                <a:lnTo>
                  <a:pt x="0" y="301752"/>
                </a:lnTo>
                <a:lnTo>
                  <a:pt x="24264" y="289798"/>
                </a:lnTo>
                <a:lnTo>
                  <a:pt x="46672" y="276986"/>
                </a:lnTo>
                <a:lnTo>
                  <a:pt x="85344" y="249935"/>
                </a:lnTo>
                <a:lnTo>
                  <a:pt x="117729" y="221932"/>
                </a:lnTo>
                <a:lnTo>
                  <a:pt x="147828" y="190500"/>
                </a:lnTo>
                <a:lnTo>
                  <a:pt x="172783" y="155257"/>
                </a:lnTo>
                <a:lnTo>
                  <a:pt x="192024" y="118872"/>
                </a:lnTo>
                <a:lnTo>
                  <a:pt x="225552" y="144780"/>
                </a:lnTo>
                <a:lnTo>
                  <a:pt x="205740" y="155448"/>
                </a:lnTo>
                <a:lnTo>
                  <a:pt x="213266" y="163068"/>
                </a:lnTo>
                <a:lnTo>
                  <a:pt x="201168" y="163068"/>
                </a:lnTo>
                <a:lnTo>
                  <a:pt x="180546" y="188237"/>
                </a:lnTo>
                <a:lnTo>
                  <a:pt x="159639" y="211264"/>
                </a:lnTo>
                <a:lnTo>
                  <a:pt x="138160" y="232290"/>
                </a:lnTo>
                <a:lnTo>
                  <a:pt x="115824" y="251459"/>
                </a:lnTo>
                <a:lnTo>
                  <a:pt x="123444" y="259080"/>
                </a:lnTo>
                <a:lnTo>
                  <a:pt x="105156" y="259080"/>
                </a:lnTo>
                <a:lnTo>
                  <a:pt x="82319" y="273343"/>
                </a:lnTo>
                <a:lnTo>
                  <a:pt x="57340" y="286321"/>
                </a:lnTo>
                <a:lnTo>
                  <a:pt x="30360" y="297870"/>
                </a:lnTo>
                <a:lnTo>
                  <a:pt x="1524" y="307847"/>
                </a:lnTo>
                <a:close/>
              </a:path>
              <a:path w="399414" h="408939">
                <a:moveTo>
                  <a:pt x="364236" y="289559"/>
                </a:moveTo>
                <a:lnTo>
                  <a:pt x="318706" y="268986"/>
                </a:lnTo>
                <a:lnTo>
                  <a:pt x="274320" y="239268"/>
                </a:lnTo>
                <a:lnTo>
                  <a:pt x="234315" y="204025"/>
                </a:lnTo>
                <a:lnTo>
                  <a:pt x="201168" y="163068"/>
                </a:lnTo>
                <a:lnTo>
                  <a:pt x="213266" y="163068"/>
                </a:lnTo>
                <a:lnTo>
                  <a:pt x="230624" y="180641"/>
                </a:lnTo>
                <a:lnTo>
                  <a:pt x="255079" y="201549"/>
                </a:lnTo>
                <a:lnTo>
                  <a:pt x="303275" y="231648"/>
                </a:lnTo>
                <a:lnTo>
                  <a:pt x="351282" y="248412"/>
                </a:lnTo>
                <a:lnTo>
                  <a:pt x="399288" y="256032"/>
                </a:lnTo>
                <a:lnTo>
                  <a:pt x="399288" y="263652"/>
                </a:lnTo>
                <a:lnTo>
                  <a:pt x="387596" y="267057"/>
                </a:lnTo>
                <a:lnTo>
                  <a:pt x="377761" y="272605"/>
                </a:lnTo>
                <a:lnTo>
                  <a:pt x="369927" y="280154"/>
                </a:lnTo>
                <a:lnTo>
                  <a:pt x="364236" y="289559"/>
                </a:lnTo>
                <a:close/>
              </a:path>
              <a:path w="399414" h="408939">
                <a:moveTo>
                  <a:pt x="299466" y="265176"/>
                </a:moveTo>
                <a:lnTo>
                  <a:pt x="266700" y="265176"/>
                </a:lnTo>
                <a:lnTo>
                  <a:pt x="280416" y="249935"/>
                </a:lnTo>
                <a:lnTo>
                  <a:pt x="299466" y="265176"/>
                </a:lnTo>
                <a:close/>
              </a:path>
              <a:path w="399414" h="408939">
                <a:moveTo>
                  <a:pt x="103632" y="408432"/>
                </a:moveTo>
                <a:lnTo>
                  <a:pt x="104513" y="386167"/>
                </a:lnTo>
                <a:lnTo>
                  <a:pt x="104965" y="353758"/>
                </a:lnTo>
                <a:lnTo>
                  <a:pt x="105090" y="321849"/>
                </a:lnTo>
                <a:lnTo>
                  <a:pt x="105156" y="259080"/>
                </a:lnTo>
                <a:lnTo>
                  <a:pt x="123444" y="259080"/>
                </a:lnTo>
                <a:lnTo>
                  <a:pt x="129540" y="265176"/>
                </a:lnTo>
                <a:lnTo>
                  <a:pt x="299466" y="265176"/>
                </a:lnTo>
                <a:lnTo>
                  <a:pt x="310896" y="274320"/>
                </a:lnTo>
                <a:lnTo>
                  <a:pt x="308718" y="275844"/>
                </a:lnTo>
                <a:lnTo>
                  <a:pt x="129540" y="275844"/>
                </a:lnTo>
                <a:lnTo>
                  <a:pt x="129540" y="371856"/>
                </a:lnTo>
                <a:lnTo>
                  <a:pt x="296208" y="371856"/>
                </a:lnTo>
                <a:lnTo>
                  <a:pt x="296298" y="376713"/>
                </a:lnTo>
                <a:lnTo>
                  <a:pt x="296583" y="382524"/>
                </a:lnTo>
                <a:lnTo>
                  <a:pt x="129540" y="382524"/>
                </a:lnTo>
                <a:lnTo>
                  <a:pt x="129540" y="396240"/>
                </a:lnTo>
                <a:lnTo>
                  <a:pt x="103632" y="408432"/>
                </a:lnTo>
                <a:close/>
              </a:path>
              <a:path w="399414" h="408939">
                <a:moveTo>
                  <a:pt x="296208" y="371856"/>
                </a:moveTo>
                <a:lnTo>
                  <a:pt x="271272" y="371856"/>
                </a:lnTo>
                <a:lnTo>
                  <a:pt x="271272" y="275844"/>
                </a:lnTo>
                <a:lnTo>
                  <a:pt x="308718" y="275844"/>
                </a:lnTo>
                <a:lnTo>
                  <a:pt x="295656" y="284988"/>
                </a:lnTo>
                <a:lnTo>
                  <a:pt x="295679" y="321849"/>
                </a:lnTo>
                <a:lnTo>
                  <a:pt x="295846" y="352425"/>
                </a:lnTo>
                <a:lnTo>
                  <a:pt x="296208" y="371856"/>
                </a:lnTo>
                <a:close/>
              </a:path>
              <a:path w="399414" h="408939">
                <a:moveTo>
                  <a:pt x="271272" y="406908"/>
                </a:moveTo>
                <a:lnTo>
                  <a:pt x="271272" y="382524"/>
                </a:lnTo>
                <a:lnTo>
                  <a:pt x="296583" y="382524"/>
                </a:lnTo>
                <a:lnTo>
                  <a:pt x="297180" y="394716"/>
                </a:lnTo>
                <a:lnTo>
                  <a:pt x="271272" y="40690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" name="object 62"/>
          <p:cNvSpPr/>
          <p:nvPr/>
        </p:nvSpPr>
        <p:spPr>
          <a:xfrm>
            <a:off x="3494532" y="4078223"/>
            <a:ext cx="356870" cy="401320"/>
          </a:xfrm>
          <a:custGeom>
            <a:avLst/>
            <a:gdLst/>
            <a:ahLst/>
            <a:cxnLst/>
            <a:rect l="l" t="t" r="r" b="b"/>
            <a:pathLst>
              <a:path w="356870" h="401320">
                <a:moveTo>
                  <a:pt x="53340" y="89916"/>
                </a:moveTo>
                <a:lnTo>
                  <a:pt x="44196" y="89916"/>
                </a:lnTo>
                <a:lnTo>
                  <a:pt x="51339" y="62150"/>
                </a:lnTo>
                <a:lnTo>
                  <a:pt x="56769" y="38100"/>
                </a:lnTo>
                <a:lnTo>
                  <a:pt x="60483" y="17478"/>
                </a:lnTo>
                <a:lnTo>
                  <a:pt x="62484" y="0"/>
                </a:lnTo>
                <a:lnTo>
                  <a:pt x="100584" y="21336"/>
                </a:lnTo>
                <a:lnTo>
                  <a:pt x="91487" y="28194"/>
                </a:lnTo>
                <a:lnTo>
                  <a:pt x="80391" y="41910"/>
                </a:lnTo>
                <a:lnTo>
                  <a:pt x="67579" y="62484"/>
                </a:lnTo>
                <a:lnTo>
                  <a:pt x="53340" y="89916"/>
                </a:lnTo>
                <a:close/>
              </a:path>
              <a:path w="356870" h="401320">
                <a:moveTo>
                  <a:pt x="147828" y="190500"/>
                </a:moveTo>
                <a:lnTo>
                  <a:pt x="143256" y="187452"/>
                </a:lnTo>
                <a:lnTo>
                  <a:pt x="160162" y="160615"/>
                </a:lnTo>
                <a:lnTo>
                  <a:pt x="174498" y="135064"/>
                </a:lnTo>
                <a:lnTo>
                  <a:pt x="196596" y="88392"/>
                </a:lnTo>
                <a:lnTo>
                  <a:pt x="211836" y="44958"/>
                </a:lnTo>
                <a:lnTo>
                  <a:pt x="222503" y="1524"/>
                </a:lnTo>
                <a:lnTo>
                  <a:pt x="260603" y="24384"/>
                </a:lnTo>
                <a:lnTo>
                  <a:pt x="252864" y="32146"/>
                </a:lnTo>
                <a:lnTo>
                  <a:pt x="243268" y="46482"/>
                </a:lnTo>
                <a:lnTo>
                  <a:pt x="231671" y="67675"/>
                </a:lnTo>
                <a:lnTo>
                  <a:pt x="217932" y="96012"/>
                </a:lnTo>
                <a:lnTo>
                  <a:pt x="350520" y="96012"/>
                </a:lnTo>
                <a:lnTo>
                  <a:pt x="356616" y="102108"/>
                </a:lnTo>
                <a:lnTo>
                  <a:pt x="352806" y="105156"/>
                </a:lnTo>
                <a:lnTo>
                  <a:pt x="213360" y="105156"/>
                </a:lnTo>
                <a:lnTo>
                  <a:pt x="197977" y="129420"/>
                </a:lnTo>
                <a:lnTo>
                  <a:pt x="181737" y="151828"/>
                </a:lnTo>
                <a:lnTo>
                  <a:pt x="164925" y="172235"/>
                </a:lnTo>
                <a:lnTo>
                  <a:pt x="147828" y="190500"/>
                </a:lnTo>
                <a:close/>
              </a:path>
              <a:path w="356870" h="401320">
                <a:moveTo>
                  <a:pt x="146304" y="89916"/>
                </a:moveTo>
                <a:lnTo>
                  <a:pt x="111252" y="89916"/>
                </a:lnTo>
                <a:lnTo>
                  <a:pt x="129540" y="73152"/>
                </a:lnTo>
                <a:lnTo>
                  <a:pt x="146304" y="89916"/>
                </a:lnTo>
                <a:close/>
              </a:path>
              <a:path w="356870" h="401320">
                <a:moveTo>
                  <a:pt x="0" y="397764"/>
                </a:moveTo>
                <a:lnTo>
                  <a:pt x="820" y="359664"/>
                </a:lnTo>
                <a:lnTo>
                  <a:pt x="917" y="353568"/>
                </a:lnTo>
                <a:lnTo>
                  <a:pt x="1333" y="316230"/>
                </a:lnTo>
                <a:lnTo>
                  <a:pt x="1425" y="176784"/>
                </a:lnTo>
                <a:lnTo>
                  <a:pt x="1301" y="151828"/>
                </a:lnTo>
                <a:lnTo>
                  <a:pt x="881" y="114681"/>
                </a:lnTo>
                <a:lnTo>
                  <a:pt x="0" y="74676"/>
                </a:lnTo>
                <a:lnTo>
                  <a:pt x="25908" y="89916"/>
                </a:lnTo>
                <a:lnTo>
                  <a:pt x="146304" y="89916"/>
                </a:lnTo>
                <a:lnTo>
                  <a:pt x="155448" y="99060"/>
                </a:lnTo>
                <a:lnTo>
                  <a:pt x="153162" y="100584"/>
                </a:lnTo>
                <a:lnTo>
                  <a:pt x="24384" y="100584"/>
                </a:lnTo>
                <a:lnTo>
                  <a:pt x="24384" y="211836"/>
                </a:lnTo>
                <a:lnTo>
                  <a:pt x="137464" y="211836"/>
                </a:lnTo>
                <a:lnTo>
                  <a:pt x="137527" y="222504"/>
                </a:lnTo>
                <a:lnTo>
                  <a:pt x="24384" y="222504"/>
                </a:lnTo>
                <a:lnTo>
                  <a:pt x="24384" y="344424"/>
                </a:lnTo>
                <a:lnTo>
                  <a:pt x="138510" y="344424"/>
                </a:lnTo>
                <a:lnTo>
                  <a:pt x="138564" y="353568"/>
                </a:lnTo>
                <a:lnTo>
                  <a:pt x="24384" y="353568"/>
                </a:lnTo>
                <a:lnTo>
                  <a:pt x="24384" y="384048"/>
                </a:lnTo>
                <a:lnTo>
                  <a:pt x="0" y="397764"/>
                </a:lnTo>
                <a:close/>
              </a:path>
              <a:path w="356870" h="401320">
                <a:moveTo>
                  <a:pt x="350520" y="96012"/>
                </a:moveTo>
                <a:lnTo>
                  <a:pt x="310896" y="96012"/>
                </a:lnTo>
                <a:lnTo>
                  <a:pt x="330708" y="76200"/>
                </a:lnTo>
                <a:lnTo>
                  <a:pt x="350520" y="96012"/>
                </a:lnTo>
                <a:close/>
              </a:path>
              <a:path w="356870" h="401320">
                <a:moveTo>
                  <a:pt x="137464" y="211836"/>
                </a:moveTo>
                <a:lnTo>
                  <a:pt x="114300" y="211836"/>
                </a:lnTo>
                <a:lnTo>
                  <a:pt x="114300" y="100584"/>
                </a:lnTo>
                <a:lnTo>
                  <a:pt x="153162" y="100584"/>
                </a:lnTo>
                <a:lnTo>
                  <a:pt x="137160" y="111252"/>
                </a:lnTo>
                <a:lnTo>
                  <a:pt x="137263" y="160615"/>
                </a:lnTo>
                <a:lnTo>
                  <a:pt x="137386" y="198501"/>
                </a:lnTo>
                <a:lnTo>
                  <a:pt x="137464" y="211836"/>
                </a:lnTo>
                <a:close/>
              </a:path>
              <a:path w="356870" h="401320">
                <a:moveTo>
                  <a:pt x="326904" y="359664"/>
                </a:moveTo>
                <a:lnTo>
                  <a:pt x="283464" y="359664"/>
                </a:lnTo>
                <a:lnTo>
                  <a:pt x="291750" y="357711"/>
                </a:lnTo>
                <a:lnTo>
                  <a:pt x="298323" y="352044"/>
                </a:lnTo>
                <a:lnTo>
                  <a:pt x="308610" y="305538"/>
                </a:lnTo>
                <a:lnTo>
                  <a:pt x="310896" y="259651"/>
                </a:lnTo>
                <a:lnTo>
                  <a:pt x="313120" y="194691"/>
                </a:lnTo>
                <a:lnTo>
                  <a:pt x="315467" y="105156"/>
                </a:lnTo>
                <a:lnTo>
                  <a:pt x="352806" y="105156"/>
                </a:lnTo>
                <a:lnTo>
                  <a:pt x="341376" y="114300"/>
                </a:lnTo>
                <a:lnTo>
                  <a:pt x="339593" y="186213"/>
                </a:lnTo>
                <a:lnTo>
                  <a:pt x="337620" y="248631"/>
                </a:lnTo>
                <a:lnTo>
                  <a:pt x="335560" y="294583"/>
                </a:lnTo>
                <a:lnTo>
                  <a:pt x="333280" y="326489"/>
                </a:lnTo>
                <a:lnTo>
                  <a:pt x="330708" y="344424"/>
                </a:lnTo>
                <a:lnTo>
                  <a:pt x="327874" y="357020"/>
                </a:lnTo>
                <a:lnTo>
                  <a:pt x="326904" y="359664"/>
                </a:lnTo>
                <a:close/>
              </a:path>
              <a:path w="356870" h="401320">
                <a:moveTo>
                  <a:pt x="231648" y="269748"/>
                </a:moveTo>
                <a:lnTo>
                  <a:pt x="230124" y="269748"/>
                </a:lnTo>
                <a:lnTo>
                  <a:pt x="226742" y="268081"/>
                </a:lnTo>
                <a:lnTo>
                  <a:pt x="223647" y="263271"/>
                </a:lnTo>
                <a:lnTo>
                  <a:pt x="221122" y="255603"/>
                </a:lnTo>
                <a:lnTo>
                  <a:pt x="219456" y="245364"/>
                </a:lnTo>
                <a:lnTo>
                  <a:pt x="214884" y="227576"/>
                </a:lnTo>
                <a:lnTo>
                  <a:pt x="208026" y="210502"/>
                </a:lnTo>
                <a:lnTo>
                  <a:pt x="198882" y="193714"/>
                </a:lnTo>
                <a:lnTo>
                  <a:pt x="187452" y="176784"/>
                </a:lnTo>
                <a:lnTo>
                  <a:pt x="192024" y="172212"/>
                </a:lnTo>
                <a:lnTo>
                  <a:pt x="224218" y="198501"/>
                </a:lnTo>
                <a:lnTo>
                  <a:pt x="246888" y="234696"/>
                </a:lnTo>
                <a:lnTo>
                  <a:pt x="246888" y="246888"/>
                </a:lnTo>
                <a:lnTo>
                  <a:pt x="245364" y="254508"/>
                </a:lnTo>
                <a:lnTo>
                  <a:pt x="239267" y="260603"/>
                </a:lnTo>
                <a:lnTo>
                  <a:pt x="236220" y="266700"/>
                </a:lnTo>
                <a:lnTo>
                  <a:pt x="231648" y="269748"/>
                </a:lnTo>
                <a:close/>
              </a:path>
              <a:path w="356870" h="401320">
                <a:moveTo>
                  <a:pt x="138510" y="344424"/>
                </a:moveTo>
                <a:lnTo>
                  <a:pt x="114300" y="344424"/>
                </a:lnTo>
                <a:lnTo>
                  <a:pt x="114300" y="222504"/>
                </a:lnTo>
                <a:lnTo>
                  <a:pt x="137527" y="222504"/>
                </a:lnTo>
                <a:lnTo>
                  <a:pt x="137723" y="254508"/>
                </a:lnTo>
                <a:lnTo>
                  <a:pt x="138510" y="344424"/>
                </a:lnTo>
                <a:close/>
              </a:path>
              <a:path w="356870" h="401320">
                <a:moveTo>
                  <a:pt x="278891" y="400812"/>
                </a:moveTo>
                <a:lnTo>
                  <a:pt x="271772" y="387953"/>
                </a:lnTo>
                <a:lnTo>
                  <a:pt x="259651" y="376809"/>
                </a:lnTo>
                <a:lnTo>
                  <a:pt x="242673" y="367379"/>
                </a:lnTo>
                <a:lnTo>
                  <a:pt x="220979" y="359664"/>
                </a:lnTo>
                <a:lnTo>
                  <a:pt x="220979" y="350520"/>
                </a:lnTo>
                <a:lnTo>
                  <a:pt x="241244" y="354520"/>
                </a:lnTo>
                <a:lnTo>
                  <a:pt x="258508" y="357378"/>
                </a:lnTo>
                <a:lnTo>
                  <a:pt x="272629" y="359092"/>
                </a:lnTo>
                <a:lnTo>
                  <a:pt x="283464" y="359664"/>
                </a:lnTo>
                <a:lnTo>
                  <a:pt x="326904" y="359664"/>
                </a:lnTo>
                <a:lnTo>
                  <a:pt x="324040" y="367474"/>
                </a:lnTo>
                <a:lnTo>
                  <a:pt x="289726" y="396240"/>
                </a:lnTo>
                <a:lnTo>
                  <a:pt x="278891" y="400812"/>
                </a:lnTo>
                <a:close/>
              </a:path>
              <a:path w="356870" h="401320">
                <a:moveTo>
                  <a:pt x="114300" y="390144"/>
                </a:moveTo>
                <a:lnTo>
                  <a:pt x="114300" y="353568"/>
                </a:lnTo>
                <a:lnTo>
                  <a:pt x="138564" y="353568"/>
                </a:lnTo>
                <a:lnTo>
                  <a:pt x="138684" y="376428"/>
                </a:lnTo>
                <a:lnTo>
                  <a:pt x="114300" y="39014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" name="object 63"/>
          <p:cNvSpPr/>
          <p:nvPr/>
        </p:nvSpPr>
        <p:spPr>
          <a:xfrm>
            <a:off x="3936491" y="4088891"/>
            <a:ext cx="356870" cy="386080"/>
          </a:xfrm>
          <a:custGeom>
            <a:avLst/>
            <a:gdLst/>
            <a:ahLst/>
            <a:cxnLst/>
            <a:rect l="l" t="t" r="r" b="b"/>
            <a:pathLst>
              <a:path w="356870" h="386079">
                <a:moveTo>
                  <a:pt x="341376" y="24384"/>
                </a:moveTo>
                <a:lnTo>
                  <a:pt x="294132" y="24384"/>
                </a:lnTo>
                <a:lnTo>
                  <a:pt x="316992" y="0"/>
                </a:lnTo>
                <a:lnTo>
                  <a:pt x="341376" y="24384"/>
                </a:lnTo>
                <a:close/>
              </a:path>
              <a:path w="356870" h="386079">
                <a:moveTo>
                  <a:pt x="25908" y="385572"/>
                </a:moveTo>
                <a:lnTo>
                  <a:pt x="0" y="364236"/>
                </a:lnTo>
                <a:lnTo>
                  <a:pt x="10668" y="353568"/>
                </a:lnTo>
                <a:lnTo>
                  <a:pt x="10585" y="64008"/>
                </a:lnTo>
                <a:lnTo>
                  <a:pt x="10406" y="57340"/>
                </a:lnTo>
                <a:lnTo>
                  <a:pt x="9715" y="44196"/>
                </a:lnTo>
                <a:lnTo>
                  <a:pt x="8739" y="27622"/>
                </a:lnTo>
                <a:lnTo>
                  <a:pt x="7620" y="7620"/>
                </a:lnTo>
                <a:lnTo>
                  <a:pt x="35052" y="24384"/>
                </a:lnTo>
                <a:lnTo>
                  <a:pt x="341376" y="24384"/>
                </a:lnTo>
                <a:lnTo>
                  <a:pt x="350520" y="33528"/>
                </a:lnTo>
                <a:lnTo>
                  <a:pt x="35052" y="33528"/>
                </a:lnTo>
                <a:lnTo>
                  <a:pt x="35052" y="359664"/>
                </a:lnTo>
                <a:lnTo>
                  <a:pt x="346875" y="359664"/>
                </a:lnTo>
                <a:lnTo>
                  <a:pt x="356616" y="370332"/>
                </a:lnTo>
                <a:lnTo>
                  <a:pt x="36576" y="370332"/>
                </a:lnTo>
                <a:lnTo>
                  <a:pt x="25908" y="385572"/>
                </a:lnTo>
                <a:close/>
              </a:path>
              <a:path w="356870" h="386079">
                <a:moveTo>
                  <a:pt x="225084" y="173736"/>
                </a:moveTo>
                <a:lnTo>
                  <a:pt x="195072" y="173736"/>
                </a:lnTo>
                <a:lnTo>
                  <a:pt x="215265" y="142684"/>
                </a:lnTo>
                <a:lnTo>
                  <a:pt x="224647" y="127658"/>
                </a:lnTo>
                <a:lnTo>
                  <a:pt x="240863" y="99369"/>
                </a:lnTo>
                <a:lnTo>
                  <a:pt x="247840" y="86677"/>
                </a:lnTo>
                <a:lnTo>
                  <a:pt x="253960" y="74842"/>
                </a:lnTo>
                <a:lnTo>
                  <a:pt x="259080" y="64008"/>
                </a:lnTo>
                <a:lnTo>
                  <a:pt x="298704" y="91440"/>
                </a:lnTo>
                <a:lnTo>
                  <a:pt x="260604" y="124968"/>
                </a:lnTo>
                <a:lnTo>
                  <a:pt x="249150" y="140970"/>
                </a:lnTo>
                <a:lnTo>
                  <a:pt x="237553" y="156972"/>
                </a:lnTo>
                <a:lnTo>
                  <a:pt x="225671" y="172974"/>
                </a:lnTo>
                <a:lnTo>
                  <a:pt x="225084" y="173736"/>
                </a:lnTo>
                <a:close/>
              </a:path>
              <a:path w="356870" h="386079">
                <a:moveTo>
                  <a:pt x="68580" y="321564"/>
                </a:moveTo>
                <a:lnTo>
                  <a:pt x="65532" y="315468"/>
                </a:lnTo>
                <a:lnTo>
                  <a:pt x="81248" y="302609"/>
                </a:lnTo>
                <a:lnTo>
                  <a:pt x="96393" y="289179"/>
                </a:lnTo>
                <a:lnTo>
                  <a:pt x="124968" y="260604"/>
                </a:lnTo>
                <a:lnTo>
                  <a:pt x="152400" y="229743"/>
                </a:lnTo>
                <a:lnTo>
                  <a:pt x="179832" y="192024"/>
                </a:lnTo>
                <a:lnTo>
                  <a:pt x="156710" y="165139"/>
                </a:lnTo>
                <a:lnTo>
                  <a:pt x="133159" y="139255"/>
                </a:lnTo>
                <a:lnTo>
                  <a:pt x="109323" y="114228"/>
                </a:lnTo>
                <a:lnTo>
                  <a:pt x="85344" y="89916"/>
                </a:lnTo>
                <a:lnTo>
                  <a:pt x="89916" y="85344"/>
                </a:lnTo>
                <a:lnTo>
                  <a:pt x="114276" y="103655"/>
                </a:lnTo>
                <a:lnTo>
                  <a:pt x="139636" y="124396"/>
                </a:lnTo>
                <a:lnTo>
                  <a:pt x="166425" y="147708"/>
                </a:lnTo>
                <a:lnTo>
                  <a:pt x="195072" y="173736"/>
                </a:lnTo>
                <a:lnTo>
                  <a:pt x="225084" y="173736"/>
                </a:lnTo>
                <a:lnTo>
                  <a:pt x="213360" y="188976"/>
                </a:lnTo>
                <a:lnTo>
                  <a:pt x="235130" y="210312"/>
                </a:lnTo>
                <a:lnTo>
                  <a:pt x="198120" y="210312"/>
                </a:lnTo>
                <a:lnTo>
                  <a:pt x="162496" y="246697"/>
                </a:lnTo>
                <a:lnTo>
                  <a:pt x="128016" y="277368"/>
                </a:lnTo>
                <a:lnTo>
                  <a:pt x="97155" y="302323"/>
                </a:lnTo>
                <a:lnTo>
                  <a:pt x="82581" y="312729"/>
                </a:lnTo>
                <a:lnTo>
                  <a:pt x="68580" y="321564"/>
                </a:lnTo>
                <a:close/>
              </a:path>
              <a:path w="356870" h="386079">
                <a:moveTo>
                  <a:pt x="277368" y="315468"/>
                </a:moveTo>
                <a:lnTo>
                  <a:pt x="272796" y="315468"/>
                </a:lnTo>
                <a:lnTo>
                  <a:pt x="268223" y="309372"/>
                </a:lnTo>
                <a:lnTo>
                  <a:pt x="255246" y="286654"/>
                </a:lnTo>
                <a:lnTo>
                  <a:pt x="248221" y="275463"/>
                </a:lnTo>
                <a:lnTo>
                  <a:pt x="240911" y="264842"/>
                </a:lnTo>
                <a:lnTo>
                  <a:pt x="233172" y="254508"/>
                </a:lnTo>
                <a:lnTo>
                  <a:pt x="225766" y="243959"/>
                </a:lnTo>
                <a:lnTo>
                  <a:pt x="217360" y="232981"/>
                </a:lnTo>
                <a:lnTo>
                  <a:pt x="208097" y="221718"/>
                </a:lnTo>
                <a:lnTo>
                  <a:pt x="198120" y="210312"/>
                </a:lnTo>
                <a:lnTo>
                  <a:pt x="235130" y="210312"/>
                </a:lnTo>
                <a:lnTo>
                  <a:pt x="275082" y="253055"/>
                </a:lnTo>
                <a:lnTo>
                  <a:pt x="286511" y="281939"/>
                </a:lnTo>
                <a:lnTo>
                  <a:pt x="286511" y="294132"/>
                </a:lnTo>
                <a:lnTo>
                  <a:pt x="284988" y="300227"/>
                </a:lnTo>
                <a:lnTo>
                  <a:pt x="277368" y="315468"/>
                </a:lnTo>
                <a:close/>
              </a:path>
              <a:path w="356870" h="386079">
                <a:moveTo>
                  <a:pt x="346875" y="359664"/>
                </a:moveTo>
                <a:lnTo>
                  <a:pt x="300228" y="359664"/>
                </a:lnTo>
                <a:lnTo>
                  <a:pt x="324612" y="335280"/>
                </a:lnTo>
                <a:lnTo>
                  <a:pt x="346875" y="35966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" name="object 64"/>
          <p:cNvSpPr/>
          <p:nvPr/>
        </p:nvSpPr>
        <p:spPr>
          <a:xfrm>
            <a:off x="4383023" y="4079747"/>
            <a:ext cx="349250" cy="399415"/>
          </a:xfrm>
          <a:custGeom>
            <a:avLst/>
            <a:gdLst/>
            <a:ahLst/>
            <a:cxnLst/>
            <a:rect l="l" t="t" r="r" b="b"/>
            <a:pathLst>
              <a:path w="349250" h="399414">
                <a:moveTo>
                  <a:pt x="129540" y="57912"/>
                </a:moveTo>
                <a:lnTo>
                  <a:pt x="114300" y="41148"/>
                </a:lnTo>
                <a:lnTo>
                  <a:pt x="307848" y="41148"/>
                </a:lnTo>
                <a:lnTo>
                  <a:pt x="324612" y="24384"/>
                </a:lnTo>
                <a:lnTo>
                  <a:pt x="348996" y="48768"/>
                </a:lnTo>
                <a:lnTo>
                  <a:pt x="345077" y="51816"/>
                </a:lnTo>
                <a:lnTo>
                  <a:pt x="172212" y="51816"/>
                </a:lnTo>
                <a:lnTo>
                  <a:pt x="161043" y="52125"/>
                </a:lnTo>
                <a:lnTo>
                  <a:pt x="150304" y="53149"/>
                </a:lnTo>
                <a:lnTo>
                  <a:pt x="139850" y="55030"/>
                </a:lnTo>
                <a:lnTo>
                  <a:pt x="129540" y="57912"/>
                </a:lnTo>
                <a:close/>
              </a:path>
              <a:path w="349250" h="399414">
                <a:moveTo>
                  <a:pt x="334254" y="359330"/>
                </a:moveTo>
                <a:lnTo>
                  <a:pt x="296941" y="359330"/>
                </a:lnTo>
                <a:lnTo>
                  <a:pt x="303276" y="358140"/>
                </a:lnTo>
                <a:lnTo>
                  <a:pt x="307848" y="356616"/>
                </a:lnTo>
                <a:lnTo>
                  <a:pt x="310896" y="352044"/>
                </a:lnTo>
                <a:lnTo>
                  <a:pt x="310896" y="51816"/>
                </a:lnTo>
                <a:lnTo>
                  <a:pt x="345077" y="51816"/>
                </a:lnTo>
                <a:lnTo>
                  <a:pt x="335280" y="59436"/>
                </a:lnTo>
                <a:lnTo>
                  <a:pt x="335280" y="345948"/>
                </a:lnTo>
                <a:lnTo>
                  <a:pt x="334720" y="356616"/>
                </a:lnTo>
                <a:lnTo>
                  <a:pt x="334254" y="359330"/>
                </a:lnTo>
                <a:close/>
              </a:path>
              <a:path w="349250" h="399414">
                <a:moveTo>
                  <a:pt x="243839" y="121920"/>
                </a:moveTo>
                <a:lnTo>
                  <a:pt x="208788" y="121920"/>
                </a:lnTo>
                <a:lnTo>
                  <a:pt x="225552" y="103632"/>
                </a:lnTo>
                <a:lnTo>
                  <a:pt x="243839" y="121920"/>
                </a:lnTo>
                <a:close/>
              </a:path>
              <a:path w="349250" h="399414">
                <a:moveTo>
                  <a:pt x="97536" y="324612"/>
                </a:moveTo>
                <a:lnTo>
                  <a:pt x="97774" y="297180"/>
                </a:lnTo>
                <a:lnTo>
                  <a:pt x="98821" y="242316"/>
                </a:lnTo>
                <a:lnTo>
                  <a:pt x="99060" y="214884"/>
                </a:lnTo>
                <a:lnTo>
                  <a:pt x="99036" y="187475"/>
                </a:lnTo>
                <a:lnTo>
                  <a:pt x="98869" y="160210"/>
                </a:lnTo>
                <a:lnTo>
                  <a:pt x="98395" y="132588"/>
                </a:lnTo>
                <a:lnTo>
                  <a:pt x="97536" y="106680"/>
                </a:lnTo>
                <a:lnTo>
                  <a:pt x="123444" y="121920"/>
                </a:lnTo>
                <a:lnTo>
                  <a:pt x="243839" y="121920"/>
                </a:lnTo>
                <a:lnTo>
                  <a:pt x="248412" y="126492"/>
                </a:lnTo>
                <a:lnTo>
                  <a:pt x="241554" y="132588"/>
                </a:lnTo>
                <a:lnTo>
                  <a:pt x="121920" y="132588"/>
                </a:lnTo>
                <a:lnTo>
                  <a:pt x="121920" y="199644"/>
                </a:lnTo>
                <a:lnTo>
                  <a:pt x="234747" y="199644"/>
                </a:lnTo>
                <a:lnTo>
                  <a:pt x="234785" y="210312"/>
                </a:lnTo>
                <a:lnTo>
                  <a:pt x="121920" y="210312"/>
                </a:lnTo>
                <a:lnTo>
                  <a:pt x="121920" y="283464"/>
                </a:lnTo>
                <a:lnTo>
                  <a:pt x="235530" y="283464"/>
                </a:lnTo>
                <a:lnTo>
                  <a:pt x="235832" y="294132"/>
                </a:lnTo>
                <a:lnTo>
                  <a:pt x="121920" y="294132"/>
                </a:lnTo>
                <a:lnTo>
                  <a:pt x="121920" y="312420"/>
                </a:lnTo>
                <a:lnTo>
                  <a:pt x="97536" y="324612"/>
                </a:lnTo>
                <a:close/>
              </a:path>
              <a:path w="349250" h="399414">
                <a:moveTo>
                  <a:pt x="234747" y="199644"/>
                </a:moveTo>
                <a:lnTo>
                  <a:pt x="211836" y="199644"/>
                </a:lnTo>
                <a:lnTo>
                  <a:pt x="211836" y="132588"/>
                </a:lnTo>
                <a:lnTo>
                  <a:pt x="241554" y="132588"/>
                </a:lnTo>
                <a:lnTo>
                  <a:pt x="234696" y="138684"/>
                </a:lnTo>
                <a:lnTo>
                  <a:pt x="234747" y="199644"/>
                </a:lnTo>
                <a:close/>
              </a:path>
              <a:path w="349250" h="399414">
                <a:moveTo>
                  <a:pt x="235530" y="283464"/>
                </a:moveTo>
                <a:lnTo>
                  <a:pt x="211836" y="283464"/>
                </a:lnTo>
                <a:lnTo>
                  <a:pt x="211836" y="210312"/>
                </a:lnTo>
                <a:lnTo>
                  <a:pt x="234785" y="210312"/>
                </a:lnTo>
                <a:lnTo>
                  <a:pt x="234886" y="238125"/>
                </a:lnTo>
                <a:lnTo>
                  <a:pt x="235338" y="276701"/>
                </a:lnTo>
                <a:lnTo>
                  <a:pt x="235530" y="283464"/>
                </a:lnTo>
                <a:close/>
              </a:path>
              <a:path w="349250" h="399414">
                <a:moveTo>
                  <a:pt x="211836" y="321564"/>
                </a:moveTo>
                <a:lnTo>
                  <a:pt x="211836" y="294132"/>
                </a:lnTo>
                <a:lnTo>
                  <a:pt x="235832" y="294132"/>
                </a:lnTo>
                <a:lnTo>
                  <a:pt x="236220" y="307848"/>
                </a:lnTo>
                <a:lnTo>
                  <a:pt x="211836" y="321564"/>
                </a:lnTo>
                <a:close/>
              </a:path>
              <a:path w="349250" h="399414">
                <a:moveTo>
                  <a:pt x="295655" y="399288"/>
                </a:moveTo>
                <a:lnTo>
                  <a:pt x="287083" y="385810"/>
                </a:lnTo>
                <a:lnTo>
                  <a:pt x="275082" y="374904"/>
                </a:lnTo>
                <a:lnTo>
                  <a:pt x="259651" y="366283"/>
                </a:lnTo>
                <a:lnTo>
                  <a:pt x="240792" y="359664"/>
                </a:lnTo>
                <a:lnTo>
                  <a:pt x="240792" y="352044"/>
                </a:lnTo>
                <a:lnTo>
                  <a:pt x="265985" y="355996"/>
                </a:lnTo>
                <a:lnTo>
                  <a:pt x="284607" y="358521"/>
                </a:lnTo>
                <a:lnTo>
                  <a:pt x="296941" y="359330"/>
                </a:lnTo>
                <a:lnTo>
                  <a:pt x="334254" y="359330"/>
                </a:lnTo>
                <a:lnTo>
                  <a:pt x="333184" y="365569"/>
                </a:lnTo>
                <a:lnTo>
                  <a:pt x="306228" y="394477"/>
                </a:lnTo>
                <a:lnTo>
                  <a:pt x="295655" y="399288"/>
                </a:lnTo>
                <a:close/>
              </a:path>
              <a:path w="349250" h="399414">
                <a:moveTo>
                  <a:pt x="76200" y="83820"/>
                </a:moveTo>
                <a:lnTo>
                  <a:pt x="71628" y="83820"/>
                </a:lnTo>
                <a:lnTo>
                  <a:pt x="67056" y="77724"/>
                </a:lnTo>
                <a:lnTo>
                  <a:pt x="64008" y="64008"/>
                </a:lnTo>
                <a:lnTo>
                  <a:pt x="58554" y="50863"/>
                </a:lnTo>
                <a:lnTo>
                  <a:pt x="51244" y="36576"/>
                </a:lnTo>
                <a:lnTo>
                  <a:pt x="41933" y="21145"/>
                </a:lnTo>
                <a:lnTo>
                  <a:pt x="30480" y="4572"/>
                </a:lnTo>
                <a:lnTo>
                  <a:pt x="36576" y="0"/>
                </a:lnTo>
                <a:lnTo>
                  <a:pt x="68199" y="21717"/>
                </a:lnTo>
                <a:lnTo>
                  <a:pt x="89916" y="48768"/>
                </a:lnTo>
                <a:lnTo>
                  <a:pt x="89916" y="60960"/>
                </a:lnTo>
                <a:lnTo>
                  <a:pt x="88392" y="67056"/>
                </a:lnTo>
                <a:lnTo>
                  <a:pt x="83820" y="73152"/>
                </a:lnTo>
                <a:lnTo>
                  <a:pt x="79248" y="80772"/>
                </a:lnTo>
                <a:lnTo>
                  <a:pt x="76200" y="83820"/>
                </a:lnTo>
                <a:close/>
              </a:path>
              <a:path w="349250" h="399414">
                <a:moveTo>
                  <a:pt x="0" y="397764"/>
                </a:moveTo>
                <a:lnTo>
                  <a:pt x="881" y="377499"/>
                </a:lnTo>
                <a:lnTo>
                  <a:pt x="1282" y="345948"/>
                </a:lnTo>
                <a:lnTo>
                  <a:pt x="1365" y="332232"/>
                </a:lnTo>
                <a:lnTo>
                  <a:pt x="1500" y="291250"/>
                </a:lnTo>
                <a:lnTo>
                  <a:pt x="1500" y="160067"/>
                </a:lnTo>
                <a:lnTo>
                  <a:pt x="1333" y="109728"/>
                </a:lnTo>
                <a:lnTo>
                  <a:pt x="925" y="77724"/>
                </a:lnTo>
                <a:lnTo>
                  <a:pt x="834" y="73152"/>
                </a:lnTo>
                <a:lnTo>
                  <a:pt x="0" y="53340"/>
                </a:lnTo>
                <a:lnTo>
                  <a:pt x="41148" y="74676"/>
                </a:lnTo>
                <a:lnTo>
                  <a:pt x="25908" y="85344"/>
                </a:lnTo>
                <a:lnTo>
                  <a:pt x="25931" y="345948"/>
                </a:lnTo>
                <a:lnTo>
                  <a:pt x="26098" y="359664"/>
                </a:lnTo>
                <a:lnTo>
                  <a:pt x="26550" y="373380"/>
                </a:lnTo>
                <a:lnTo>
                  <a:pt x="27432" y="387096"/>
                </a:lnTo>
                <a:lnTo>
                  <a:pt x="0" y="39776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" name="object 65"/>
          <p:cNvSpPr/>
          <p:nvPr/>
        </p:nvSpPr>
        <p:spPr>
          <a:xfrm>
            <a:off x="4794491" y="4075176"/>
            <a:ext cx="854075" cy="411480"/>
          </a:xfrm>
          <a:custGeom>
            <a:avLst/>
            <a:gdLst/>
            <a:ahLst/>
            <a:cxnLst/>
            <a:rect l="l" t="t" r="r" b="b"/>
            <a:pathLst>
              <a:path w="854075" h="411479">
                <a:moveTo>
                  <a:pt x="405384" y="193548"/>
                </a:moveTo>
                <a:lnTo>
                  <a:pt x="367284" y="155448"/>
                </a:lnTo>
                <a:lnTo>
                  <a:pt x="338328" y="182880"/>
                </a:lnTo>
                <a:lnTo>
                  <a:pt x="219468" y="182880"/>
                </a:lnTo>
                <a:lnTo>
                  <a:pt x="219468" y="150876"/>
                </a:lnTo>
                <a:lnTo>
                  <a:pt x="237756" y="140208"/>
                </a:lnTo>
                <a:lnTo>
                  <a:pt x="222516" y="129540"/>
                </a:lnTo>
                <a:lnTo>
                  <a:pt x="275082" y="94107"/>
                </a:lnTo>
                <a:lnTo>
                  <a:pt x="313956" y="70104"/>
                </a:lnTo>
                <a:lnTo>
                  <a:pt x="356171" y="52959"/>
                </a:lnTo>
                <a:lnTo>
                  <a:pt x="367284" y="51816"/>
                </a:lnTo>
                <a:lnTo>
                  <a:pt x="333768" y="13716"/>
                </a:lnTo>
                <a:lnTo>
                  <a:pt x="310896" y="33528"/>
                </a:lnTo>
                <a:lnTo>
                  <a:pt x="56388" y="33528"/>
                </a:lnTo>
                <a:lnTo>
                  <a:pt x="71628" y="50292"/>
                </a:lnTo>
                <a:lnTo>
                  <a:pt x="81064" y="47421"/>
                </a:lnTo>
                <a:lnTo>
                  <a:pt x="91059" y="45529"/>
                </a:lnTo>
                <a:lnTo>
                  <a:pt x="101638" y="44513"/>
                </a:lnTo>
                <a:lnTo>
                  <a:pt x="112776" y="44196"/>
                </a:lnTo>
                <a:lnTo>
                  <a:pt x="310896" y="44196"/>
                </a:lnTo>
                <a:lnTo>
                  <a:pt x="216408" y="124968"/>
                </a:lnTo>
                <a:lnTo>
                  <a:pt x="192024" y="108204"/>
                </a:lnTo>
                <a:lnTo>
                  <a:pt x="192265" y="126733"/>
                </a:lnTo>
                <a:lnTo>
                  <a:pt x="193319" y="164363"/>
                </a:lnTo>
                <a:lnTo>
                  <a:pt x="193548" y="182880"/>
                </a:lnTo>
                <a:lnTo>
                  <a:pt x="0" y="182880"/>
                </a:lnTo>
                <a:lnTo>
                  <a:pt x="15240" y="199644"/>
                </a:lnTo>
                <a:lnTo>
                  <a:pt x="25552" y="196773"/>
                </a:lnTo>
                <a:lnTo>
                  <a:pt x="36004" y="194881"/>
                </a:lnTo>
                <a:lnTo>
                  <a:pt x="46748" y="193865"/>
                </a:lnTo>
                <a:lnTo>
                  <a:pt x="57912" y="193548"/>
                </a:lnTo>
                <a:lnTo>
                  <a:pt x="193548" y="193548"/>
                </a:lnTo>
                <a:lnTo>
                  <a:pt x="193548" y="339852"/>
                </a:lnTo>
                <a:lnTo>
                  <a:pt x="192697" y="350735"/>
                </a:lnTo>
                <a:lnTo>
                  <a:pt x="190119" y="358330"/>
                </a:lnTo>
                <a:lnTo>
                  <a:pt x="185839" y="362788"/>
                </a:lnTo>
                <a:lnTo>
                  <a:pt x="179832" y="364236"/>
                </a:lnTo>
                <a:lnTo>
                  <a:pt x="169862" y="363956"/>
                </a:lnTo>
                <a:lnTo>
                  <a:pt x="156019" y="363093"/>
                </a:lnTo>
                <a:lnTo>
                  <a:pt x="138480" y="361670"/>
                </a:lnTo>
                <a:lnTo>
                  <a:pt x="117348" y="359664"/>
                </a:lnTo>
                <a:lnTo>
                  <a:pt x="117348" y="367284"/>
                </a:lnTo>
                <a:lnTo>
                  <a:pt x="142240" y="375881"/>
                </a:lnTo>
                <a:lnTo>
                  <a:pt x="159829" y="385762"/>
                </a:lnTo>
                <a:lnTo>
                  <a:pt x="170294" y="397078"/>
                </a:lnTo>
                <a:lnTo>
                  <a:pt x="173736" y="409956"/>
                </a:lnTo>
                <a:lnTo>
                  <a:pt x="193738" y="400837"/>
                </a:lnTo>
                <a:lnTo>
                  <a:pt x="208026" y="389572"/>
                </a:lnTo>
                <a:lnTo>
                  <a:pt x="216598" y="376313"/>
                </a:lnTo>
                <a:lnTo>
                  <a:pt x="219468" y="361188"/>
                </a:lnTo>
                <a:lnTo>
                  <a:pt x="219468" y="193548"/>
                </a:lnTo>
                <a:lnTo>
                  <a:pt x="405384" y="193548"/>
                </a:lnTo>
                <a:close/>
              </a:path>
              <a:path w="854075" h="411479">
                <a:moveTo>
                  <a:pt x="682764" y="38100"/>
                </a:moveTo>
                <a:lnTo>
                  <a:pt x="647915" y="10274"/>
                </a:lnTo>
                <a:lnTo>
                  <a:pt x="632472" y="4572"/>
                </a:lnTo>
                <a:lnTo>
                  <a:pt x="629424" y="9144"/>
                </a:lnTo>
                <a:lnTo>
                  <a:pt x="637997" y="19456"/>
                </a:lnTo>
                <a:lnTo>
                  <a:pt x="645426" y="29908"/>
                </a:lnTo>
                <a:lnTo>
                  <a:pt x="651713" y="40652"/>
                </a:lnTo>
                <a:lnTo>
                  <a:pt x="656856" y="51816"/>
                </a:lnTo>
                <a:lnTo>
                  <a:pt x="659904" y="62484"/>
                </a:lnTo>
                <a:lnTo>
                  <a:pt x="664476" y="67056"/>
                </a:lnTo>
                <a:lnTo>
                  <a:pt x="670572" y="67056"/>
                </a:lnTo>
                <a:lnTo>
                  <a:pt x="673620" y="64008"/>
                </a:lnTo>
                <a:lnTo>
                  <a:pt x="676668" y="57912"/>
                </a:lnTo>
                <a:lnTo>
                  <a:pt x="681240" y="51816"/>
                </a:lnTo>
                <a:lnTo>
                  <a:pt x="682764" y="47244"/>
                </a:lnTo>
                <a:lnTo>
                  <a:pt x="682764" y="38100"/>
                </a:lnTo>
                <a:close/>
              </a:path>
              <a:path w="854075" h="411479">
                <a:moveTo>
                  <a:pt x="822972" y="80772"/>
                </a:moveTo>
                <a:lnTo>
                  <a:pt x="812304" y="70104"/>
                </a:lnTo>
                <a:lnTo>
                  <a:pt x="792492" y="50292"/>
                </a:lnTo>
                <a:lnTo>
                  <a:pt x="771156" y="70104"/>
                </a:lnTo>
                <a:lnTo>
                  <a:pt x="647712" y="70104"/>
                </a:lnTo>
                <a:lnTo>
                  <a:pt x="647712" y="80772"/>
                </a:lnTo>
                <a:lnTo>
                  <a:pt x="647712" y="123444"/>
                </a:lnTo>
                <a:lnTo>
                  <a:pt x="647712" y="132588"/>
                </a:lnTo>
                <a:lnTo>
                  <a:pt x="647712" y="170688"/>
                </a:lnTo>
                <a:lnTo>
                  <a:pt x="647712" y="181356"/>
                </a:lnTo>
                <a:lnTo>
                  <a:pt x="647712" y="222504"/>
                </a:lnTo>
                <a:lnTo>
                  <a:pt x="548652" y="222504"/>
                </a:lnTo>
                <a:lnTo>
                  <a:pt x="548652" y="181356"/>
                </a:lnTo>
                <a:lnTo>
                  <a:pt x="647712" y="181356"/>
                </a:lnTo>
                <a:lnTo>
                  <a:pt x="647712" y="170688"/>
                </a:lnTo>
                <a:lnTo>
                  <a:pt x="548652" y="170688"/>
                </a:lnTo>
                <a:lnTo>
                  <a:pt x="548652" y="132588"/>
                </a:lnTo>
                <a:lnTo>
                  <a:pt x="647712" y="132588"/>
                </a:lnTo>
                <a:lnTo>
                  <a:pt x="647712" y="123444"/>
                </a:lnTo>
                <a:lnTo>
                  <a:pt x="548652" y="123444"/>
                </a:lnTo>
                <a:lnTo>
                  <a:pt x="548652" y="105156"/>
                </a:lnTo>
                <a:lnTo>
                  <a:pt x="548652" y="80772"/>
                </a:lnTo>
                <a:lnTo>
                  <a:pt x="647712" y="80772"/>
                </a:lnTo>
                <a:lnTo>
                  <a:pt x="647712" y="70104"/>
                </a:lnTo>
                <a:lnTo>
                  <a:pt x="553224" y="70104"/>
                </a:lnTo>
                <a:lnTo>
                  <a:pt x="579132" y="28956"/>
                </a:lnTo>
                <a:lnTo>
                  <a:pt x="594372" y="24384"/>
                </a:lnTo>
                <a:lnTo>
                  <a:pt x="559320" y="0"/>
                </a:lnTo>
                <a:lnTo>
                  <a:pt x="550456" y="21983"/>
                </a:lnTo>
                <a:lnTo>
                  <a:pt x="539889" y="44386"/>
                </a:lnTo>
                <a:lnTo>
                  <a:pt x="513600" y="89916"/>
                </a:lnTo>
                <a:lnTo>
                  <a:pt x="480263" y="133540"/>
                </a:lnTo>
                <a:lnTo>
                  <a:pt x="443496" y="169164"/>
                </a:lnTo>
                <a:lnTo>
                  <a:pt x="446544" y="175260"/>
                </a:lnTo>
                <a:lnTo>
                  <a:pt x="469442" y="158953"/>
                </a:lnTo>
                <a:lnTo>
                  <a:pt x="490359" y="141922"/>
                </a:lnTo>
                <a:lnTo>
                  <a:pt x="509549" y="124040"/>
                </a:lnTo>
                <a:lnTo>
                  <a:pt x="527316" y="105156"/>
                </a:lnTo>
                <a:lnTo>
                  <a:pt x="527100" y="141922"/>
                </a:lnTo>
                <a:lnTo>
                  <a:pt x="527011" y="152400"/>
                </a:lnTo>
                <a:lnTo>
                  <a:pt x="526072" y="222504"/>
                </a:lnTo>
                <a:lnTo>
                  <a:pt x="525970" y="234696"/>
                </a:lnTo>
                <a:lnTo>
                  <a:pt x="525792" y="262128"/>
                </a:lnTo>
                <a:lnTo>
                  <a:pt x="548652" y="252984"/>
                </a:lnTo>
                <a:lnTo>
                  <a:pt x="548652" y="231648"/>
                </a:lnTo>
                <a:lnTo>
                  <a:pt x="818400" y="231648"/>
                </a:lnTo>
                <a:lnTo>
                  <a:pt x="809713" y="222504"/>
                </a:lnTo>
                <a:lnTo>
                  <a:pt x="789444" y="201168"/>
                </a:lnTo>
                <a:lnTo>
                  <a:pt x="768108" y="222504"/>
                </a:lnTo>
                <a:lnTo>
                  <a:pt x="670572" y="222504"/>
                </a:lnTo>
                <a:lnTo>
                  <a:pt x="670572" y="181356"/>
                </a:lnTo>
                <a:lnTo>
                  <a:pt x="795540" y="181356"/>
                </a:lnTo>
                <a:lnTo>
                  <a:pt x="785431" y="170688"/>
                </a:lnTo>
                <a:lnTo>
                  <a:pt x="768108" y="152400"/>
                </a:lnTo>
                <a:lnTo>
                  <a:pt x="749820" y="170688"/>
                </a:lnTo>
                <a:lnTo>
                  <a:pt x="670572" y="170688"/>
                </a:lnTo>
                <a:lnTo>
                  <a:pt x="670572" y="132588"/>
                </a:lnTo>
                <a:lnTo>
                  <a:pt x="800112" y="132588"/>
                </a:lnTo>
                <a:lnTo>
                  <a:pt x="790968" y="123444"/>
                </a:lnTo>
                <a:lnTo>
                  <a:pt x="771156" y="103632"/>
                </a:lnTo>
                <a:lnTo>
                  <a:pt x="752868" y="123444"/>
                </a:lnTo>
                <a:lnTo>
                  <a:pt x="670572" y="123444"/>
                </a:lnTo>
                <a:lnTo>
                  <a:pt x="670572" y="80772"/>
                </a:lnTo>
                <a:lnTo>
                  <a:pt x="822972" y="80772"/>
                </a:lnTo>
                <a:close/>
              </a:path>
              <a:path w="854075" h="411479">
                <a:moveTo>
                  <a:pt x="853452" y="371856"/>
                </a:moveTo>
                <a:lnTo>
                  <a:pt x="801255" y="362331"/>
                </a:lnTo>
                <a:lnTo>
                  <a:pt x="755916" y="345948"/>
                </a:lnTo>
                <a:lnTo>
                  <a:pt x="716864" y="319659"/>
                </a:lnTo>
                <a:lnTo>
                  <a:pt x="681240" y="286512"/>
                </a:lnTo>
                <a:lnTo>
                  <a:pt x="851928" y="286512"/>
                </a:lnTo>
                <a:lnTo>
                  <a:pt x="822972" y="254508"/>
                </a:lnTo>
                <a:lnTo>
                  <a:pt x="801636" y="275844"/>
                </a:lnTo>
                <a:lnTo>
                  <a:pt x="662952" y="275844"/>
                </a:lnTo>
                <a:lnTo>
                  <a:pt x="662952" y="260604"/>
                </a:lnTo>
                <a:lnTo>
                  <a:pt x="676668" y="248412"/>
                </a:lnTo>
                <a:lnTo>
                  <a:pt x="638568" y="234696"/>
                </a:lnTo>
                <a:lnTo>
                  <a:pt x="638797" y="242417"/>
                </a:lnTo>
                <a:lnTo>
                  <a:pt x="639330" y="251841"/>
                </a:lnTo>
                <a:lnTo>
                  <a:pt x="639851" y="262991"/>
                </a:lnTo>
                <a:lnTo>
                  <a:pt x="640092" y="275844"/>
                </a:lnTo>
                <a:lnTo>
                  <a:pt x="445020" y="275844"/>
                </a:lnTo>
                <a:lnTo>
                  <a:pt x="460260" y="291084"/>
                </a:lnTo>
                <a:lnTo>
                  <a:pt x="470560" y="289090"/>
                </a:lnTo>
                <a:lnTo>
                  <a:pt x="481025" y="287655"/>
                </a:lnTo>
                <a:lnTo>
                  <a:pt x="491756" y="286804"/>
                </a:lnTo>
                <a:lnTo>
                  <a:pt x="502932" y="286512"/>
                </a:lnTo>
                <a:lnTo>
                  <a:pt x="609612" y="286512"/>
                </a:lnTo>
                <a:lnTo>
                  <a:pt x="571677" y="323811"/>
                </a:lnTo>
                <a:lnTo>
                  <a:pt x="528599" y="355574"/>
                </a:lnTo>
                <a:lnTo>
                  <a:pt x="474967" y="385292"/>
                </a:lnTo>
                <a:lnTo>
                  <a:pt x="445020" y="399288"/>
                </a:lnTo>
                <a:lnTo>
                  <a:pt x="446544" y="405384"/>
                </a:lnTo>
                <a:lnTo>
                  <a:pt x="506742" y="381952"/>
                </a:lnTo>
                <a:lnTo>
                  <a:pt x="557707" y="355142"/>
                </a:lnTo>
                <a:lnTo>
                  <a:pt x="601230" y="324421"/>
                </a:lnTo>
                <a:lnTo>
                  <a:pt x="640092" y="288036"/>
                </a:lnTo>
                <a:lnTo>
                  <a:pt x="639851" y="321475"/>
                </a:lnTo>
                <a:lnTo>
                  <a:pt x="638797" y="383197"/>
                </a:lnTo>
                <a:lnTo>
                  <a:pt x="638568" y="411480"/>
                </a:lnTo>
                <a:lnTo>
                  <a:pt x="664476" y="397764"/>
                </a:lnTo>
                <a:lnTo>
                  <a:pt x="663613" y="381952"/>
                </a:lnTo>
                <a:lnTo>
                  <a:pt x="663498" y="376428"/>
                </a:lnTo>
                <a:lnTo>
                  <a:pt x="663181" y="359664"/>
                </a:lnTo>
                <a:lnTo>
                  <a:pt x="663079" y="345668"/>
                </a:lnTo>
                <a:lnTo>
                  <a:pt x="662952" y="288036"/>
                </a:lnTo>
                <a:lnTo>
                  <a:pt x="662952" y="286512"/>
                </a:lnTo>
                <a:lnTo>
                  <a:pt x="672096" y="286512"/>
                </a:lnTo>
                <a:lnTo>
                  <a:pt x="688378" y="309092"/>
                </a:lnTo>
                <a:lnTo>
                  <a:pt x="705243" y="328803"/>
                </a:lnTo>
                <a:lnTo>
                  <a:pt x="740676" y="359664"/>
                </a:lnTo>
                <a:lnTo>
                  <a:pt x="779538" y="382333"/>
                </a:lnTo>
                <a:lnTo>
                  <a:pt x="822972" y="399288"/>
                </a:lnTo>
                <a:lnTo>
                  <a:pt x="826655" y="391007"/>
                </a:lnTo>
                <a:lnTo>
                  <a:pt x="833069" y="384429"/>
                </a:lnTo>
                <a:lnTo>
                  <a:pt x="842035" y="379577"/>
                </a:lnTo>
                <a:lnTo>
                  <a:pt x="853452" y="376428"/>
                </a:lnTo>
                <a:lnTo>
                  <a:pt x="853452" y="37185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pic>
        <p:nvPicPr>
          <p:cNvPr id="66" name="object 66"/>
          <p:cNvPicPr/>
          <p:nvPr/>
        </p:nvPicPr>
        <p:blipFill>
          <a:blip r:embed="rId8" cstate="print"/>
          <a:stretch>
            <a:fillRect/>
          </a:stretch>
        </p:blipFill>
        <p:spPr>
          <a:xfrm>
            <a:off x="5727191" y="4347971"/>
            <a:ext cx="96012" cy="94488"/>
          </a:xfrm>
          <a:prstGeom prst="rect">
            <a:avLst/>
          </a:prstGeom>
        </p:spPr>
      </p:pic>
      <p:sp>
        <p:nvSpPr>
          <p:cNvPr id="67" name="object 67"/>
          <p:cNvSpPr/>
          <p:nvPr/>
        </p:nvSpPr>
        <p:spPr>
          <a:xfrm>
            <a:off x="1751075" y="4908803"/>
            <a:ext cx="155575" cy="155575"/>
          </a:xfrm>
          <a:custGeom>
            <a:avLst/>
            <a:gdLst/>
            <a:ahLst/>
            <a:cxnLst/>
            <a:rect l="l" t="t" r="r" b="b"/>
            <a:pathLst>
              <a:path w="155575" h="155575">
                <a:moveTo>
                  <a:pt x="155448" y="155448"/>
                </a:moveTo>
                <a:lnTo>
                  <a:pt x="0" y="155448"/>
                </a:lnTo>
                <a:lnTo>
                  <a:pt x="0" y="0"/>
                </a:lnTo>
                <a:lnTo>
                  <a:pt x="155448" y="0"/>
                </a:lnTo>
                <a:lnTo>
                  <a:pt x="155448" y="155448"/>
                </a:lnTo>
                <a:close/>
              </a:path>
            </a:pathLst>
          </a:custGeom>
          <a:solidFill>
            <a:srgbClr val="3333C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" name="object 68"/>
          <p:cNvSpPr/>
          <p:nvPr/>
        </p:nvSpPr>
        <p:spPr>
          <a:xfrm>
            <a:off x="2125980" y="4716779"/>
            <a:ext cx="1740535" cy="412115"/>
          </a:xfrm>
          <a:custGeom>
            <a:avLst/>
            <a:gdLst/>
            <a:ahLst/>
            <a:cxnLst/>
            <a:rect l="l" t="t" r="r" b="b"/>
            <a:pathLst>
              <a:path w="1740535" h="412114">
                <a:moveTo>
                  <a:pt x="94742" y="57175"/>
                </a:moveTo>
                <a:lnTo>
                  <a:pt x="65722" y="24777"/>
                </a:lnTo>
                <a:lnTo>
                  <a:pt x="39624" y="9156"/>
                </a:lnTo>
                <a:lnTo>
                  <a:pt x="35052" y="12204"/>
                </a:lnTo>
                <a:lnTo>
                  <a:pt x="46456" y="29654"/>
                </a:lnTo>
                <a:lnTo>
                  <a:pt x="55435" y="45542"/>
                </a:lnTo>
                <a:lnTo>
                  <a:pt x="61836" y="59994"/>
                </a:lnTo>
                <a:lnTo>
                  <a:pt x="65532" y="73164"/>
                </a:lnTo>
                <a:lnTo>
                  <a:pt x="67056" y="83832"/>
                </a:lnTo>
                <a:lnTo>
                  <a:pt x="71628" y="89928"/>
                </a:lnTo>
                <a:lnTo>
                  <a:pt x="77724" y="89928"/>
                </a:lnTo>
                <a:lnTo>
                  <a:pt x="82296" y="88404"/>
                </a:lnTo>
                <a:lnTo>
                  <a:pt x="91440" y="79260"/>
                </a:lnTo>
                <a:lnTo>
                  <a:pt x="94488" y="73164"/>
                </a:lnTo>
                <a:lnTo>
                  <a:pt x="94488" y="64020"/>
                </a:lnTo>
                <a:lnTo>
                  <a:pt x="94742" y="57175"/>
                </a:lnTo>
                <a:close/>
              </a:path>
              <a:path w="1740535" h="412114">
                <a:moveTo>
                  <a:pt x="269748" y="51828"/>
                </a:moveTo>
                <a:lnTo>
                  <a:pt x="232333" y="17741"/>
                </a:lnTo>
                <a:lnTo>
                  <a:pt x="214884" y="9156"/>
                </a:lnTo>
                <a:lnTo>
                  <a:pt x="211836" y="12204"/>
                </a:lnTo>
                <a:lnTo>
                  <a:pt x="222351" y="27609"/>
                </a:lnTo>
                <a:lnTo>
                  <a:pt x="230886" y="41732"/>
                </a:lnTo>
                <a:lnTo>
                  <a:pt x="237121" y="54419"/>
                </a:lnTo>
                <a:lnTo>
                  <a:pt x="240792" y="65544"/>
                </a:lnTo>
                <a:lnTo>
                  <a:pt x="243840" y="76212"/>
                </a:lnTo>
                <a:lnTo>
                  <a:pt x="246888" y="80784"/>
                </a:lnTo>
                <a:lnTo>
                  <a:pt x="251460" y="80784"/>
                </a:lnTo>
                <a:lnTo>
                  <a:pt x="252984" y="79260"/>
                </a:lnTo>
                <a:lnTo>
                  <a:pt x="262128" y="73164"/>
                </a:lnTo>
                <a:lnTo>
                  <a:pt x="265176" y="67068"/>
                </a:lnTo>
                <a:lnTo>
                  <a:pt x="266700" y="59448"/>
                </a:lnTo>
                <a:lnTo>
                  <a:pt x="269748" y="51828"/>
                </a:lnTo>
                <a:close/>
              </a:path>
              <a:path w="1740535" h="412114">
                <a:moveTo>
                  <a:pt x="396240" y="108216"/>
                </a:moveTo>
                <a:lnTo>
                  <a:pt x="364236" y="68592"/>
                </a:lnTo>
                <a:lnTo>
                  <a:pt x="338328" y="97548"/>
                </a:lnTo>
                <a:lnTo>
                  <a:pt x="128016" y="97548"/>
                </a:lnTo>
                <a:lnTo>
                  <a:pt x="143256" y="112788"/>
                </a:lnTo>
                <a:lnTo>
                  <a:pt x="152984" y="110782"/>
                </a:lnTo>
                <a:lnTo>
                  <a:pt x="161734" y="109359"/>
                </a:lnTo>
                <a:lnTo>
                  <a:pt x="169608" y="108496"/>
                </a:lnTo>
                <a:lnTo>
                  <a:pt x="176784" y="108216"/>
                </a:lnTo>
                <a:lnTo>
                  <a:pt x="292608" y="108216"/>
                </a:lnTo>
                <a:lnTo>
                  <a:pt x="287743" y="132499"/>
                </a:lnTo>
                <a:lnTo>
                  <a:pt x="280035" y="157365"/>
                </a:lnTo>
                <a:lnTo>
                  <a:pt x="269455" y="182791"/>
                </a:lnTo>
                <a:lnTo>
                  <a:pt x="256032" y="208800"/>
                </a:lnTo>
                <a:lnTo>
                  <a:pt x="238963" y="195656"/>
                </a:lnTo>
                <a:lnTo>
                  <a:pt x="217551" y="181178"/>
                </a:lnTo>
                <a:lnTo>
                  <a:pt x="192163" y="165290"/>
                </a:lnTo>
                <a:lnTo>
                  <a:pt x="163068" y="147840"/>
                </a:lnTo>
                <a:lnTo>
                  <a:pt x="160020" y="152412"/>
                </a:lnTo>
                <a:lnTo>
                  <a:pt x="181470" y="168960"/>
                </a:lnTo>
                <a:lnTo>
                  <a:pt x="202501" y="186512"/>
                </a:lnTo>
                <a:lnTo>
                  <a:pt x="223240" y="204914"/>
                </a:lnTo>
                <a:lnTo>
                  <a:pt x="243840" y="224040"/>
                </a:lnTo>
                <a:lnTo>
                  <a:pt x="223812" y="249415"/>
                </a:lnTo>
                <a:lnTo>
                  <a:pt x="197929" y="275094"/>
                </a:lnTo>
                <a:lnTo>
                  <a:pt x="166039" y="300761"/>
                </a:lnTo>
                <a:lnTo>
                  <a:pt x="128016" y="326148"/>
                </a:lnTo>
                <a:lnTo>
                  <a:pt x="131064" y="332244"/>
                </a:lnTo>
                <a:lnTo>
                  <a:pt x="167614" y="315353"/>
                </a:lnTo>
                <a:lnTo>
                  <a:pt x="201739" y="294335"/>
                </a:lnTo>
                <a:lnTo>
                  <a:pt x="233286" y="269011"/>
                </a:lnTo>
                <a:lnTo>
                  <a:pt x="262128" y="239280"/>
                </a:lnTo>
                <a:lnTo>
                  <a:pt x="270408" y="246938"/>
                </a:lnTo>
                <a:lnTo>
                  <a:pt x="298704" y="277380"/>
                </a:lnTo>
                <a:lnTo>
                  <a:pt x="325272" y="309956"/>
                </a:lnTo>
                <a:lnTo>
                  <a:pt x="336804" y="329196"/>
                </a:lnTo>
                <a:lnTo>
                  <a:pt x="341376" y="335292"/>
                </a:lnTo>
                <a:lnTo>
                  <a:pt x="355917" y="304787"/>
                </a:lnTo>
                <a:lnTo>
                  <a:pt x="353758" y="295478"/>
                </a:lnTo>
                <a:lnTo>
                  <a:pt x="328993" y="265582"/>
                </a:lnTo>
                <a:lnTo>
                  <a:pt x="297599" y="239280"/>
                </a:lnTo>
                <a:lnTo>
                  <a:pt x="296989" y="238772"/>
                </a:lnTo>
                <a:lnTo>
                  <a:pt x="275844" y="222516"/>
                </a:lnTo>
                <a:lnTo>
                  <a:pt x="282981" y="208800"/>
                </a:lnTo>
                <a:lnTo>
                  <a:pt x="289839" y="195656"/>
                </a:lnTo>
                <a:lnTo>
                  <a:pt x="302133" y="167652"/>
                </a:lnTo>
                <a:lnTo>
                  <a:pt x="312699" y="138506"/>
                </a:lnTo>
                <a:lnTo>
                  <a:pt x="321564" y="108216"/>
                </a:lnTo>
                <a:lnTo>
                  <a:pt x="396240" y="108216"/>
                </a:lnTo>
                <a:close/>
              </a:path>
              <a:path w="1740535" h="412114">
                <a:moveTo>
                  <a:pt x="406908" y="356628"/>
                </a:moveTo>
                <a:lnTo>
                  <a:pt x="365950" y="359486"/>
                </a:lnTo>
                <a:lnTo>
                  <a:pt x="344106" y="360692"/>
                </a:lnTo>
                <a:lnTo>
                  <a:pt x="321564" y="361200"/>
                </a:lnTo>
                <a:lnTo>
                  <a:pt x="297243" y="362051"/>
                </a:lnTo>
                <a:lnTo>
                  <a:pt x="272224" y="362343"/>
                </a:lnTo>
                <a:lnTo>
                  <a:pt x="246329" y="362051"/>
                </a:lnTo>
                <a:lnTo>
                  <a:pt x="219456" y="361200"/>
                </a:lnTo>
                <a:lnTo>
                  <a:pt x="172783" y="355485"/>
                </a:lnTo>
                <a:lnTo>
                  <a:pt x="125552" y="334886"/>
                </a:lnTo>
                <a:lnTo>
                  <a:pt x="94488" y="309384"/>
                </a:lnTo>
                <a:lnTo>
                  <a:pt x="94488" y="170700"/>
                </a:lnTo>
                <a:lnTo>
                  <a:pt x="103797" y="163080"/>
                </a:lnTo>
                <a:lnTo>
                  <a:pt x="111252" y="156984"/>
                </a:lnTo>
                <a:lnTo>
                  <a:pt x="80772" y="134124"/>
                </a:lnTo>
                <a:lnTo>
                  <a:pt x="68580" y="152412"/>
                </a:lnTo>
                <a:lnTo>
                  <a:pt x="0" y="152412"/>
                </a:lnTo>
                <a:lnTo>
                  <a:pt x="15240" y="169176"/>
                </a:lnTo>
                <a:lnTo>
                  <a:pt x="24663" y="166293"/>
                </a:lnTo>
                <a:lnTo>
                  <a:pt x="34671" y="164414"/>
                </a:lnTo>
                <a:lnTo>
                  <a:pt x="45237" y="163385"/>
                </a:lnTo>
                <a:lnTo>
                  <a:pt x="56388" y="163080"/>
                </a:lnTo>
                <a:lnTo>
                  <a:pt x="71628" y="163080"/>
                </a:lnTo>
                <a:lnTo>
                  <a:pt x="71628" y="307860"/>
                </a:lnTo>
                <a:lnTo>
                  <a:pt x="52501" y="316166"/>
                </a:lnTo>
                <a:lnTo>
                  <a:pt x="34099" y="325196"/>
                </a:lnTo>
                <a:lnTo>
                  <a:pt x="16548" y="335076"/>
                </a:lnTo>
                <a:lnTo>
                  <a:pt x="0" y="345960"/>
                </a:lnTo>
                <a:lnTo>
                  <a:pt x="25908" y="371868"/>
                </a:lnTo>
                <a:lnTo>
                  <a:pt x="30187" y="364693"/>
                </a:lnTo>
                <a:lnTo>
                  <a:pt x="36195" y="356819"/>
                </a:lnTo>
                <a:lnTo>
                  <a:pt x="63004" y="329476"/>
                </a:lnTo>
                <a:lnTo>
                  <a:pt x="82296" y="320052"/>
                </a:lnTo>
                <a:lnTo>
                  <a:pt x="87452" y="322948"/>
                </a:lnTo>
                <a:lnTo>
                  <a:pt x="93916" y="327291"/>
                </a:lnTo>
                <a:lnTo>
                  <a:pt x="101790" y="333336"/>
                </a:lnTo>
                <a:lnTo>
                  <a:pt x="111252" y="341388"/>
                </a:lnTo>
                <a:lnTo>
                  <a:pt x="120396" y="350240"/>
                </a:lnTo>
                <a:lnTo>
                  <a:pt x="131826" y="358533"/>
                </a:lnTo>
                <a:lnTo>
                  <a:pt x="178689" y="378764"/>
                </a:lnTo>
                <a:lnTo>
                  <a:pt x="219837" y="386676"/>
                </a:lnTo>
                <a:lnTo>
                  <a:pt x="270459" y="390626"/>
                </a:lnTo>
                <a:lnTo>
                  <a:pt x="333413" y="392912"/>
                </a:lnTo>
                <a:lnTo>
                  <a:pt x="370332" y="393204"/>
                </a:lnTo>
                <a:lnTo>
                  <a:pt x="372618" y="383501"/>
                </a:lnTo>
                <a:lnTo>
                  <a:pt x="379476" y="375107"/>
                </a:lnTo>
                <a:lnTo>
                  <a:pt x="390906" y="368122"/>
                </a:lnTo>
                <a:lnTo>
                  <a:pt x="406908" y="362724"/>
                </a:lnTo>
                <a:lnTo>
                  <a:pt x="406908" y="362343"/>
                </a:lnTo>
                <a:lnTo>
                  <a:pt x="406908" y="356628"/>
                </a:lnTo>
                <a:close/>
              </a:path>
              <a:path w="1740535" h="412114">
                <a:moveTo>
                  <a:pt x="848868" y="391668"/>
                </a:moveTo>
                <a:lnTo>
                  <a:pt x="815340" y="353568"/>
                </a:lnTo>
                <a:lnTo>
                  <a:pt x="786384" y="381000"/>
                </a:lnTo>
                <a:lnTo>
                  <a:pt x="656844" y="381000"/>
                </a:lnTo>
                <a:lnTo>
                  <a:pt x="656844" y="300228"/>
                </a:lnTo>
                <a:lnTo>
                  <a:pt x="810768" y="300228"/>
                </a:lnTo>
                <a:lnTo>
                  <a:pt x="778764" y="263652"/>
                </a:lnTo>
                <a:lnTo>
                  <a:pt x="749808" y="289560"/>
                </a:lnTo>
                <a:lnTo>
                  <a:pt x="656844" y="289560"/>
                </a:lnTo>
                <a:lnTo>
                  <a:pt x="656844" y="216408"/>
                </a:lnTo>
                <a:lnTo>
                  <a:pt x="749808" y="216408"/>
                </a:lnTo>
                <a:lnTo>
                  <a:pt x="749808" y="239268"/>
                </a:lnTo>
                <a:lnTo>
                  <a:pt x="774192" y="228600"/>
                </a:lnTo>
                <a:lnTo>
                  <a:pt x="774077" y="216408"/>
                </a:lnTo>
                <a:lnTo>
                  <a:pt x="774001" y="207264"/>
                </a:lnTo>
                <a:lnTo>
                  <a:pt x="773950" y="200596"/>
                </a:lnTo>
                <a:lnTo>
                  <a:pt x="773430" y="162306"/>
                </a:lnTo>
                <a:lnTo>
                  <a:pt x="773099" y="132588"/>
                </a:lnTo>
                <a:lnTo>
                  <a:pt x="772985" y="121920"/>
                </a:lnTo>
                <a:lnTo>
                  <a:pt x="772896" y="113728"/>
                </a:lnTo>
                <a:lnTo>
                  <a:pt x="772668" y="54864"/>
                </a:lnTo>
                <a:lnTo>
                  <a:pt x="780288" y="48768"/>
                </a:lnTo>
                <a:lnTo>
                  <a:pt x="787908" y="42672"/>
                </a:lnTo>
                <a:lnTo>
                  <a:pt x="781697" y="38100"/>
                </a:lnTo>
                <a:lnTo>
                  <a:pt x="758952" y="21336"/>
                </a:lnTo>
                <a:lnTo>
                  <a:pt x="749808" y="33909"/>
                </a:lnTo>
                <a:lnTo>
                  <a:pt x="749808" y="48768"/>
                </a:lnTo>
                <a:lnTo>
                  <a:pt x="749808" y="121920"/>
                </a:lnTo>
                <a:lnTo>
                  <a:pt x="749808" y="132588"/>
                </a:lnTo>
                <a:lnTo>
                  <a:pt x="749808" y="207264"/>
                </a:lnTo>
                <a:lnTo>
                  <a:pt x="656844" y="207264"/>
                </a:lnTo>
                <a:lnTo>
                  <a:pt x="656844" y="132588"/>
                </a:lnTo>
                <a:lnTo>
                  <a:pt x="749808" y="132588"/>
                </a:lnTo>
                <a:lnTo>
                  <a:pt x="749808" y="121920"/>
                </a:lnTo>
                <a:lnTo>
                  <a:pt x="656844" y="121920"/>
                </a:lnTo>
                <a:lnTo>
                  <a:pt x="656844" y="48768"/>
                </a:lnTo>
                <a:lnTo>
                  <a:pt x="749808" y="48768"/>
                </a:lnTo>
                <a:lnTo>
                  <a:pt x="749808" y="33909"/>
                </a:lnTo>
                <a:lnTo>
                  <a:pt x="746760" y="38100"/>
                </a:lnTo>
                <a:lnTo>
                  <a:pt x="633984" y="38100"/>
                </a:lnTo>
                <a:lnTo>
                  <a:pt x="633984" y="48768"/>
                </a:lnTo>
                <a:lnTo>
                  <a:pt x="633984" y="121920"/>
                </a:lnTo>
                <a:lnTo>
                  <a:pt x="633984" y="132588"/>
                </a:lnTo>
                <a:lnTo>
                  <a:pt x="633984" y="207264"/>
                </a:lnTo>
                <a:lnTo>
                  <a:pt x="544068" y="207264"/>
                </a:lnTo>
                <a:lnTo>
                  <a:pt x="544068" y="132588"/>
                </a:lnTo>
                <a:lnTo>
                  <a:pt x="633984" y="132588"/>
                </a:lnTo>
                <a:lnTo>
                  <a:pt x="633984" y="121920"/>
                </a:lnTo>
                <a:lnTo>
                  <a:pt x="544068" y="121920"/>
                </a:lnTo>
                <a:lnTo>
                  <a:pt x="544068" y="48768"/>
                </a:lnTo>
                <a:lnTo>
                  <a:pt x="633984" y="48768"/>
                </a:lnTo>
                <a:lnTo>
                  <a:pt x="633984" y="38100"/>
                </a:lnTo>
                <a:lnTo>
                  <a:pt x="544068" y="38100"/>
                </a:lnTo>
                <a:lnTo>
                  <a:pt x="519684" y="22860"/>
                </a:lnTo>
                <a:lnTo>
                  <a:pt x="519912" y="48793"/>
                </a:lnTo>
                <a:lnTo>
                  <a:pt x="520966" y="104089"/>
                </a:lnTo>
                <a:lnTo>
                  <a:pt x="521208" y="132588"/>
                </a:lnTo>
                <a:lnTo>
                  <a:pt x="520966" y="162026"/>
                </a:lnTo>
                <a:lnTo>
                  <a:pt x="519912" y="219176"/>
                </a:lnTo>
                <a:lnTo>
                  <a:pt x="519684" y="246888"/>
                </a:lnTo>
                <a:lnTo>
                  <a:pt x="544068" y="236220"/>
                </a:lnTo>
                <a:lnTo>
                  <a:pt x="544068" y="216408"/>
                </a:lnTo>
                <a:lnTo>
                  <a:pt x="633984" y="216408"/>
                </a:lnTo>
                <a:lnTo>
                  <a:pt x="633984" y="289560"/>
                </a:lnTo>
                <a:lnTo>
                  <a:pt x="487680" y="289560"/>
                </a:lnTo>
                <a:lnTo>
                  <a:pt x="502920" y="306324"/>
                </a:lnTo>
                <a:lnTo>
                  <a:pt x="513219" y="303453"/>
                </a:lnTo>
                <a:lnTo>
                  <a:pt x="523684" y="301561"/>
                </a:lnTo>
                <a:lnTo>
                  <a:pt x="534416" y="300545"/>
                </a:lnTo>
                <a:lnTo>
                  <a:pt x="545592" y="300228"/>
                </a:lnTo>
                <a:lnTo>
                  <a:pt x="633984" y="300228"/>
                </a:lnTo>
                <a:lnTo>
                  <a:pt x="633984" y="381000"/>
                </a:lnTo>
                <a:lnTo>
                  <a:pt x="448056" y="381000"/>
                </a:lnTo>
                <a:lnTo>
                  <a:pt x="463296" y="396240"/>
                </a:lnTo>
                <a:lnTo>
                  <a:pt x="472935" y="394246"/>
                </a:lnTo>
                <a:lnTo>
                  <a:pt x="483298" y="392811"/>
                </a:lnTo>
                <a:lnTo>
                  <a:pt x="493941" y="391960"/>
                </a:lnTo>
                <a:lnTo>
                  <a:pt x="504444" y="391668"/>
                </a:lnTo>
                <a:lnTo>
                  <a:pt x="848868" y="391668"/>
                </a:lnTo>
                <a:close/>
              </a:path>
              <a:path w="1740535" h="412114">
                <a:moveTo>
                  <a:pt x="1117079" y="274320"/>
                </a:moveTo>
                <a:lnTo>
                  <a:pt x="1089456" y="247840"/>
                </a:lnTo>
                <a:lnTo>
                  <a:pt x="1056119" y="231648"/>
                </a:lnTo>
                <a:lnTo>
                  <a:pt x="1053071" y="236220"/>
                </a:lnTo>
                <a:lnTo>
                  <a:pt x="1066533" y="251701"/>
                </a:lnTo>
                <a:lnTo>
                  <a:pt x="1077264" y="266319"/>
                </a:lnTo>
                <a:lnTo>
                  <a:pt x="1085443" y="280377"/>
                </a:lnTo>
                <a:lnTo>
                  <a:pt x="1091171" y="294132"/>
                </a:lnTo>
                <a:lnTo>
                  <a:pt x="1094219" y="304800"/>
                </a:lnTo>
                <a:lnTo>
                  <a:pt x="1097267" y="310896"/>
                </a:lnTo>
                <a:lnTo>
                  <a:pt x="1103363" y="310896"/>
                </a:lnTo>
                <a:lnTo>
                  <a:pt x="1106411" y="307848"/>
                </a:lnTo>
                <a:lnTo>
                  <a:pt x="1110983" y="300228"/>
                </a:lnTo>
                <a:lnTo>
                  <a:pt x="1115555" y="294132"/>
                </a:lnTo>
                <a:lnTo>
                  <a:pt x="1117079" y="286512"/>
                </a:lnTo>
                <a:lnTo>
                  <a:pt x="1117079" y="274320"/>
                </a:lnTo>
                <a:close/>
              </a:path>
              <a:path w="1740535" h="412114">
                <a:moveTo>
                  <a:pt x="1120127" y="169164"/>
                </a:moveTo>
                <a:lnTo>
                  <a:pt x="1088694" y="146685"/>
                </a:lnTo>
                <a:lnTo>
                  <a:pt x="1059167" y="134112"/>
                </a:lnTo>
                <a:lnTo>
                  <a:pt x="1056119" y="138684"/>
                </a:lnTo>
                <a:lnTo>
                  <a:pt x="1069822" y="152361"/>
                </a:lnTo>
                <a:lnTo>
                  <a:pt x="1081074" y="165735"/>
                </a:lnTo>
                <a:lnTo>
                  <a:pt x="1089774" y="178549"/>
                </a:lnTo>
                <a:lnTo>
                  <a:pt x="1095743" y="190500"/>
                </a:lnTo>
                <a:lnTo>
                  <a:pt x="1100315" y="201168"/>
                </a:lnTo>
                <a:lnTo>
                  <a:pt x="1104887" y="207264"/>
                </a:lnTo>
                <a:lnTo>
                  <a:pt x="1109459" y="207264"/>
                </a:lnTo>
                <a:lnTo>
                  <a:pt x="1110983" y="202692"/>
                </a:lnTo>
                <a:lnTo>
                  <a:pt x="1115555" y="196596"/>
                </a:lnTo>
                <a:lnTo>
                  <a:pt x="1118603" y="188976"/>
                </a:lnTo>
                <a:lnTo>
                  <a:pt x="1120127" y="182880"/>
                </a:lnTo>
                <a:lnTo>
                  <a:pt x="1120127" y="169164"/>
                </a:lnTo>
                <a:close/>
              </a:path>
              <a:path w="1740535" h="412114">
                <a:moveTo>
                  <a:pt x="1271003" y="65532"/>
                </a:moveTo>
                <a:lnTo>
                  <a:pt x="1260335" y="54864"/>
                </a:lnTo>
                <a:lnTo>
                  <a:pt x="1234427" y="28956"/>
                </a:lnTo>
                <a:lnTo>
                  <a:pt x="1208519" y="54864"/>
                </a:lnTo>
                <a:lnTo>
                  <a:pt x="1002779" y="54864"/>
                </a:lnTo>
                <a:lnTo>
                  <a:pt x="1006716" y="48895"/>
                </a:lnTo>
                <a:lnTo>
                  <a:pt x="1011351" y="42481"/>
                </a:lnTo>
                <a:lnTo>
                  <a:pt x="1016292" y="35801"/>
                </a:lnTo>
                <a:lnTo>
                  <a:pt x="1021067" y="28956"/>
                </a:lnTo>
                <a:lnTo>
                  <a:pt x="1034783" y="22860"/>
                </a:lnTo>
                <a:lnTo>
                  <a:pt x="996683" y="0"/>
                </a:lnTo>
                <a:lnTo>
                  <a:pt x="989596" y="19989"/>
                </a:lnTo>
                <a:lnTo>
                  <a:pt x="979919" y="40957"/>
                </a:lnTo>
                <a:lnTo>
                  <a:pt x="954011" y="85344"/>
                </a:lnTo>
                <a:lnTo>
                  <a:pt x="921816" y="127825"/>
                </a:lnTo>
                <a:lnTo>
                  <a:pt x="888479" y="160020"/>
                </a:lnTo>
                <a:lnTo>
                  <a:pt x="893051" y="164592"/>
                </a:lnTo>
                <a:lnTo>
                  <a:pt x="926007" y="141732"/>
                </a:lnTo>
                <a:lnTo>
                  <a:pt x="962393" y="106895"/>
                </a:lnTo>
                <a:lnTo>
                  <a:pt x="996683" y="65532"/>
                </a:lnTo>
                <a:lnTo>
                  <a:pt x="1271003" y="65532"/>
                </a:lnTo>
                <a:close/>
              </a:path>
              <a:path w="1740535" h="412114">
                <a:moveTo>
                  <a:pt x="1295387" y="222504"/>
                </a:moveTo>
                <a:lnTo>
                  <a:pt x="1261859" y="187452"/>
                </a:lnTo>
                <a:lnTo>
                  <a:pt x="1237475" y="211836"/>
                </a:lnTo>
                <a:lnTo>
                  <a:pt x="1214615" y="211836"/>
                </a:lnTo>
                <a:lnTo>
                  <a:pt x="1217663" y="132588"/>
                </a:lnTo>
                <a:lnTo>
                  <a:pt x="1225283" y="126492"/>
                </a:lnTo>
                <a:lnTo>
                  <a:pt x="1232903" y="120396"/>
                </a:lnTo>
                <a:lnTo>
                  <a:pt x="1227112" y="115824"/>
                </a:lnTo>
                <a:lnTo>
                  <a:pt x="1203947" y="97536"/>
                </a:lnTo>
                <a:lnTo>
                  <a:pt x="1193279" y="111760"/>
                </a:lnTo>
                <a:lnTo>
                  <a:pt x="1193279" y="126492"/>
                </a:lnTo>
                <a:lnTo>
                  <a:pt x="1190231" y="211836"/>
                </a:lnTo>
                <a:lnTo>
                  <a:pt x="1188707" y="211836"/>
                </a:lnTo>
                <a:lnTo>
                  <a:pt x="1188707" y="222504"/>
                </a:lnTo>
                <a:lnTo>
                  <a:pt x="1182611" y="320040"/>
                </a:lnTo>
                <a:lnTo>
                  <a:pt x="984491" y="320040"/>
                </a:lnTo>
                <a:lnTo>
                  <a:pt x="996683" y="222504"/>
                </a:lnTo>
                <a:lnTo>
                  <a:pt x="1188707" y="222504"/>
                </a:lnTo>
                <a:lnTo>
                  <a:pt x="1188707" y="211836"/>
                </a:lnTo>
                <a:lnTo>
                  <a:pt x="998207" y="211836"/>
                </a:lnTo>
                <a:lnTo>
                  <a:pt x="1007351" y="126492"/>
                </a:lnTo>
                <a:lnTo>
                  <a:pt x="1193279" y="126492"/>
                </a:lnTo>
                <a:lnTo>
                  <a:pt x="1193279" y="111760"/>
                </a:lnTo>
                <a:lnTo>
                  <a:pt x="1190231" y="115824"/>
                </a:lnTo>
                <a:lnTo>
                  <a:pt x="1008875" y="115824"/>
                </a:lnTo>
                <a:lnTo>
                  <a:pt x="984491" y="100584"/>
                </a:lnTo>
                <a:lnTo>
                  <a:pt x="973823" y="211836"/>
                </a:lnTo>
                <a:lnTo>
                  <a:pt x="886955" y="211836"/>
                </a:lnTo>
                <a:lnTo>
                  <a:pt x="900671" y="225552"/>
                </a:lnTo>
                <a:lnTo>
                  <a:pt x="928103" y="222504"/>
                </a:lnTo>
                <a:lnTo>
                  <a:pt x="972299" y="222504"/>
                </a:lnTo>
                <a:lnTo>
                  <a:pt x="960107" y="312420"/>
                </a:lnTo>
                <a:lnTo>
                  <a:pt x="946391" y="323088"/>
                </a:lnTo>
                <a:lnTo>
                  <a:pt x="970775" y="345948"/>
                </a:lnTo>
                <a:lnTo>
                  <a:pt x="984491" y="330708"/>
                </a:lnTo>
                <a:lnTo>
                  <a:pt x="1181087" y="330708"/>
                </a:lnTo>
                <a:lnTo>
                  <a:pt x="1179118" y="350481"/>
                </a:lnTo>
                <a:lnTo>
                  <a:pt x="1175562" y="364236"/>
                </a:lnTo>
                <a:lnTo>
                  <a:pt x="1170597" y="372287"/>
                </a:lnTo>
                <a:lnTo>
                  <a:pt x="1164323" y="374904"/>
                </a:lnTo>
                <a:lnTo>
                  <a:pt x="1156373" y="374332"/>
                </a:lnTo>
                <a:lnTo>
                  <a:pt x="1144130" y="372618"/>
                </a:lnTo>
                <a:lnTo>
                  <a:pt x="1127899" y="369760"/>
                </a:lnTo>
                <a:lnTo>
                  <a:pt x="1107935" y="365760"/>
                </a:lnTo>
                <a:lnTo>
                  <a:pt x="1107935" y="373380"/>
                </a:lnTo>
                <a:lnTo>
                  <a:pt x="1128801" y="382549"/>
                </a:lnTo>
                <a:lnTo>
                  <a:pt x="1143368" y="391858"/>
                </a:lnTo>
                <a:lnTo>
                  <a:pt x="1151661" y="401459"/>
                </a:lnTo>
                <a:lnTo>
                  <a:pt x="1153655" y="411480"/>
                </a:lnTo>
                <a:lnTo>
                  <a:pt x="1168234" y="407466"/>
                </a:lnTo>
                <a:lnTo>
                  <a:pt x="1199070" y="377431"/>
                </a:lnTo>
                <a:lnTo>
                  <a:pt x="1199769" y="374904"/>
                </a:lnTo>
                <a:lnTo>
                  <a:pt x="1202613" y="364617"/>
                </a:lnTo>
                <a:lnTo>
                  <a:pt x="1205306" y="348957"/>
                </a:lnTo>
                <a:lnTo>
                  <a:pt x="1206995" y="330708"/>
                </a:lnTo>
                <a:lnTo>
                  <a:pt x="1287767" y="330708"/>
                </a:lnTo>
                <a:lnTo>
                  <a:pt x="1277099" y="320040"/>
                </a:lnTo>
                <a:lnTo>
                  <a:pt x="1252715" y="295656"/>
                </a:lnTo>
                <a:lnTo>
                  <a:pt x="1228331" y="320040"/>
                </a:lnTo>
                <a:lnTo>
                  <a:pt x="1208519" y="320040"/>
                </a:lnTo>
                <a:lnTo>
                  <a:pt x="1214615" y="222504"/>
                </a:lnTo>
                <a:lnTo>
                  <a:pt x="1295387" y="222504"/>
                </a:lnTo>
                <a:close/>
              </a:path>
              <a:path w="1740535" h="412114">
                <a:moveTo>
                  <a:pt x="1563624" y="147840"/>
                </a:moveTo>
                <a:lnTo>
                  <a:pt x="1522476" y="124980"/>
                </a:lnTo>
                <a:lnTo>
                  <a:pt x="1522704" y="145859"/>
                </a:lnTo>
                <a:lnTo>
                  <a:pt x="1523758" y="183057"/>
                </a:lnTo>
                <a:lnTo>
                  <a:pt x="1523936" y="195795"/>
                </a:lnTo>
                <a:lnTo>
                  <a:pt x="1524000" y="313956"/>
                </a:lnTo>
                <a:lnTo>
                  <a:pt x="1523758" y="331114"/>
                </a:lnTo>
                <a:lnTo>
                  <a:pt x="1523238" y="353009"/>
                </a:lnTo>
                <a:lnTo>
                  <a:pt x="1522704" y="379742"/>
                </a:lnTo>
                <a:lnTo>
                  <a:pt x="1522476" y="411492"/>
                </a:lnTo>
                <a:lnTo>
                  <a:pt x="1551432" y="394728"/>
                </a:lnTo>
                <a:lnTo>
                  <a:pt x="1550543" y="378104"/>
                </a:lnTo>
                <a:lnTo>
                  <a:pt x="1550098" y="362343"/>
                </a:lnTo>
                <a:lnTo>
                  <a:pt x="1549984" y="353009"/>
                </a:lnTo>
                <a:lnTo>
                  <a:pt x="1549908" y="158508"/>
                </a:lnTo>
                <a:lnTo>
                  <a:pt x="1563624" y="147840"/>
                </a:lnTo>
                <a:close/>
              </a:path>
              <a:path w="1740535" h="412114">
                <a:moveTo>
                  <a:pt x="1740408" y="181368"/>
                </a:moveTo>
                <a:lnTo>
                  <a:pt x="1692783" y="166319"/>
                </a:lnTo>
                <a:lnTo>
                  <a:pt x="1642872" y="138696"/>
                </a:lnTo>
                <a:lnTo>
                  <a:pt x="1592199" y="93738"/>
                </a:lnTo>
                <a:lnTo>
                  <a:pt x="1551343" y="41160"/>
                </a:lnTo>
                <a:lnTo>
                  <a:pt x="1543812" y="30492"/>
                </a:lnTo>
                <a:lnTo>
                  <a:pt x="1560576" y="21348"/>
                </a:lnTo>
                <a:lnTo>
                  <a:pt x="1524000" y="12"/>
                </a:lnTo>
                <a:lnTo>
                  <a:pt x="1497901" y="55829"/>
                </a:lnTo>
                <a:lnTo>
                  <a:pt x="1456944" y="117360"/>
                </a:lnTo>
                <a:lnTo>
                  <a:pt x="1430337" y="148526"/>
                </a:lnTo>
                <a:lnTo>
                  <a:pt x="1400746" y="175844"/>
                </a:lnTo>
                <a:lnTo>
                  <a:pt x="1367993" y="199440"/>
                </a:lnTo>
                <a:lnTo>
                  <a:pt x="1331976" y="219468"/>
                </a:lnTo>
                <a:lnTo>
                  <a:pt x="1333500" y="225564"/>
                </a:lnTo>
                <a:lnTo>
                  <a:pt x="1369237" y="209842"/>
                </a:lnTo>
                <a:lnTo>
                  <a:pt x="1429296" y="173266"/>
                </a:lnTo>
                <a:lnTo>
                  <a:pt x="1476438" y="130098"/>
                </a:lnTo>
                <a:lnTo>
                  <a:pt x="1519250" y="74612"/>
                </a:lnTo>
                <a:lnTo>
                  <a:pt x="1539240" y="41160"/>
                </a:lnTo>
                <a:lnTo>
                  <a:pt x="1557528" y="71704"/>
                </a:lnTo>
                <a:lnTo>
                  <a:pt x="1594104" y="123659"/>
                </a:lnTo>
                <a:lnTo>
                  <a:pt x="1631556" y="162737"/>
                </a:lnTo>
                <a:lnTo>
                  <a:pt x="1675612" y="195795"/>
                </a:lnTo>
                <a:lnTo>
                  <a:pt x="1700784" y="210324"/>
                </a:lnTo>
                <a:lnTo>
                  <a:pt x="1707616" y="201180"/>
                </a:lnTo>
                <a:lnTo>
                  <a:pt x="1716595" y="194322"/>
                </a:lnTo>
                <a:lnTo>
                  <a:pt x="1727568" y="189750"/>
                </a:lnTo>
                <a:lnTo>
                  <a:pt x="1740408" y="187464"/>
                </a:lnTo>
                <a:lnTo>
                  <a:pt x="1740408" y="18136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" name="object 69"/>
          <p:cNvSpPr/>
          <p:nvPr/>
        </p:nvSpPr>
        <p:spPr>
          <a:xfrm>
            <a:off x="3936491" y="4730496"/>
            <a:ext cx="356870" cy="386080"/>
          </a:xfrm>
          <a:custGeom>
            <a:avLst/>
            <a:gdLst/>
            <a:ahLst/>
            <a:cxnLst/>
            <a:rect l="l" t="t" r="r" b="b"/>
            <a:pathLst>
              <a:path w="356870" h="386079">
                <a:moveTo>
                  <a:pt x="340779" y="24384"/>
                </a:moveTo>
                <a:lnTo>
                  <a:pt x="294132" y="24384"/>
                </a:lnTo>
                <a:lnTo>
                  <a:pt x="318516" y="0"/>
                </a:lnTo>
                <a:lnTo>
                  <a:pt x="340779" y="24384"/>
                </a:lnTo>
                <a:close/>
              </a:path>
              <a:path w="356870" h="386079">
                <a:moveTo>
                  <a:pt x="25908" y="385572"/>
                </a:moveTo>
                <a:lnTo>
                  <a:pt x="0" y="365760"/>
                </a:lnTo>
                <a:lnTo>
                  <a:pt x="10668" y="355092"/>
                </a:lnTo>
                <a:lnTo>
                  <a:pt x="10585" y="64008"/>
                </a:lnTo>
                <a:lnTo>
                  <a:pt x="10429" y="58221"/>
                </a:lnTo>
                <a:lnTo>
                  <a:pt x="9906" y="45529"/>
                </a:lnTo>
                <a:lnTo>
                  <a:pt x="9382" y="29122"/>
                </a:lnTo>
                <a:lnTo>
                  <a:pt x="9144" y="9144"/>
                </a:lnTo>
                <a:lnTo>
                  <a:pt x="35052" y="24384"/>
                </a:lnTo>
                <a:lnTo>
                  <a:pt x="340779" y="24384"/>
                </a:lnTo>
                <a:lnTo>
                  <a:pt x="350520" y="35052"/>
                </a:lnTo>
                <a:lnTo>
                  <a:pt x="35052" y="35052"/>
                </a:lnTo>
                <a:lnTo>
                  <a:pt x="35052" y="359664"/>
                </a:lnTo>
                <a:lnTo>
                  <a:pt x="346875" y="359664"/>
                </a:lnTo>
                <a:lnTo>
                  <a:pt x="356616" y="370332"/>
                </a:lnTo>
                <a:lnTo>
                  <a:pt x="36576" y="370332"/>
                </a:lnTo>
                <a:lnTo>
                  <a:pt x="25908" y="385572"/>
                </a:lnTo>
                <a:close/>
              </a:path>
              <a:path w="356870" h="386079">
                <a:moveTo>
                  <a:pt x="225102" y="173736"/>
                </a:moveTo>
                <a:lnTo>
                  <a:pt x="195072" y="173736"/>
                </a:lnTo>
                <a:lnTo>
                  <a:pt x="205311" y="158019"/>
                </a:lnTo>
                <a:lnTo>
                  <a:pt x="215265" y="142875"/>
                </a:lnTo>
                <a:lnTo>
                  <a:pt x="224647" y="128301"/>
                </a:lnTo>
                <a:lnTo>
                  <a:pt x="248412" y="86868"/>
                </a:lnTo>
                <a:lnTo>
                  <a:pt x="259080" y="64008"/>
                </a:lnTo>
                <a:lnTo>
                  <a:pt x="298704" y="91440"/>
                </a:lnTo>
                <a:lnTo>
                  <a:pt x="260604" y="126492"/>
                </a:lnTo>
                <a:lnTo>
                  <a:pt x="225671" y="172997"/>
                </a:lnTo>
                <a:lnTo>
                  <a:pt x="225102" y="173736"/>
                </a:lnTo>
                <a:close/>
              </a:path>
              <a:path w="356870" h="386079">
                <a:moveTo>
                  <a:pt x="68580" y="321564"/>
                </a:moveTo>
                <a:lnTo>
                  <a:pt x="65532" y="316992"/>
                </a:lnTo>
                <a:lnTo>
                  <a:pt x="81248" y="303276"/>
                </a:lnTo>
                <a:lnTo>
                  <a:pt x="96393" y="289560"/>
                </a:lnTo>
                <a:lnTo>
                  <a:pt x="124968" y="262127"/>
                </a:lnTo>
                <a:lnTo>
                  <a:pt x="152400" y="230124"/>
                </a:lnTo>
                <a:lnTo>
                  <a:pt x="179832" y="193548"/>
                </a:lnTo>
                <a:lnTo>
                  <a:pt x="156710" y="165782"/>
                </a:lnTo>
                <a:lnTo>
                  <a:pt x="133159" y="139446"/>
                </a:lnTo>
                <a:lnTo>
                  <a:pt x="109323" y="114252"/>
                </a:lnTo>
                <a:lnTo>
                  <a:pt x="85344" y="89916"/>
                </a:lnTo>
                <a:lnTo>
                  <a:pt x="89916" y="85344"/>
                </a:lnTo>
                <a:lnTo>
                  <a:pt x="114490" y="103655"/>
                </a:lnTo>
                <a:lnTo>
                  <a:pt x="140208" y="124396"/>
                </a:lnTo>
                <a:lnTo>
                  <a:pt x="167068" y="147708"/>
                </a:lnTo>
                <a:lnTo>
                  <a:pt x="195072" y="173736"/>
                </a:lnTo>
                <a:lnTo>
                  <a:pt x="225102" y="173736"/>
                </a:lnTo>
                <a:lnTo>
                  <a:pt x="213360" y="188976"/>
                </a:lnTo>
                <a:lnTo>
                  <a:pt x="235464" y="210312"/>
                </a:lnTo>
                <a:lnTo>
                  <a:pt x="198120" y="210312"/>
                </a:lnTo>
                <a:lnTo>
                  <a:pt x="162496" y="247459"/>
                </a:lnTo>
                <a:lnTo>
                  <a:pt x="128016" y="278892"/>
                </a:lnTo>
                <a:lnTo>
                  <a:pt x="97155" y="303085"/>
                </a:lnTo>
                <a:lnTo>
                  <a:pt x="82581" y="312967"/>
                </a:lnTo>
                <a:lnTo>
                  <a:pt x="68580" y="321564"/>
                </a:lnTo>
                <a:close/>
              </a:path>
              <a:path w="356870" h="386079">
                <a:moveTo>
                  <a:pt x="277368" y="316992"/>
                </a:moveTo>
                <a:lnTo>
                  <a:pt x="272796" y="316992"/>
                </a:lnTo>
                <a:lnTo>
                  <a:pt x="268223" y="310896"/>
                </a:lnTo>
                <a:lnTo>
                  <a:pt x="262128" y="298704"/>
                </a:lnTo>
                <a:lnTo>
                  <a:pt x="255246" y="287297"/>
                </a:lnTo>
                <a:lnTo>
                  <a:pt x="248094" y="275844"/>
                </a:lnTo>
                <a:lnTo>
                  <a:pt x="240911" y="265056"/>
                </a:lnTo>
                <a:lnTo>
                  <a:pt x="233172" y="254508"/>
                </a:lnTo>
                <a:lnTo>
                  <a:pt x="225766" y="244173"/>
                </a:lnTo>
                <a:lnTo>
                  <a:pt x="217360" y="233553"/>
                </a:lnTo>
                <a:lnTo>
                  <a:pt x="198120" y="210312"/>
                </a:lnTo>
                <a:lnTo>
                  <a:pt x="235464" y="210312"/>
                </a:lnTo>
                <a:lnTo>
                  <a:pt x="261937" y="237744"/>
                </a:lnTo>
                <a:lnTo>
                  <a:pt x="284988" y="274320"/>
                </a:lnTo>
                <a:lnTo>
                  <a:pt x="286511" y="283463"/>
                </a:lnTo>
                <a:lnTo>
                  <a:pt x="286511" y="294132"/>
                </a:lnTo>
                <a:lnTo>
                  <a:pt x="284988" y="300227"/>
                </a:lnTo>
                <a:lnTo>
                  <a:pt x="281940" y="306324"/>
                </a:lnTo>
                <a:lnTo>
                  <a:pt x="278892" y="313944"/>
                </a:lnTo>
                <a:lnTo>
                  <a:pt x="277368" y="316992"/>
                </a:lnTo>
                <a:close/>
              </a:path>
              <a:path w="356870" h="386079">
                <a:moveTo>
                  <a:pt x="346875" y="359664"/>
                </a:moveTo>
                <a:lnTo>
                  <a:pt x="300228" y="359664"/>
                </a:lnTo>
                <a:lnTo>
                  <a:pt x="324612" y="335280"/>
                </a:lnTo>
                <a:lnTo>
                  <a:pt x="346875" y="35966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" name="object 70"/>
          <p:cNvSpPr/>
          <p:nvPr/>
        </p:nvSpPr>
        <p:spPr>
          <a:xfrm>
            <a:off x="4383023" y="4721351"/>
            <a:ext cx="349250" cy="401320"/>
          </a:xfrm>
          <a:custGeom>
            <a:avLst/>
            <a:gdLst/>
            <a:ahLst/>
            <a:cxnLst/>
            <a:rect l="l" t="t" r="r" b="b"/>
            <a:pathLst>
              <a:path w="349250" h="401320">
                <a:moveTo>
                  <a:pt x="129540" y="57912"/>
                </a:moveTo>
                <a:lnTo>
                  <a:pt x="114300" y="42672"/>
                </a:lnTo>
                <a:lnTo>
                  <a:pt x="307848" y="42672"/>
                </a:lnTo>
                <a:lnTo>
                  <a:pt x="324612" y="24384"/>
                </a:lnTo>
                <a:lnTo>
                  <a:pt x="348996" y="48768"/>
                </a:lnTo>
                <a:lnTo>
                  <a:pt x="345077" y="51816"/>
                </a:lnTo>
                <a:lnTo>
                  <a:pt x="172212" y="51816"/>
                </a:lnTo>
                <a:lnTo>
                  <a:pt x="161043" y="52339"/>
                </a:lnTo>
                <a:lnTo>
                  <a:pt x="150304" y="53721"/>
                </a:lnTo>
                <a:lnTo>
                  <a:pt x="139850" y="55673"/>
                </a:lnTo>
                <a:lnTo>
                  <a:pt x="129540" y="57912"/>
                </a:lnTo>
                <a:close/>
              </a:path>
              <a:path w="349250" h="401320">
                <a:moveTo>
                  <a:pt x="334103" y="360211"/>
                </a:moveTo>
                <a:lnTo>
                  <a:pt x="298251" y="360211"/>
                </a:lnTo>
                <a:lnTo>
                  <a:pt x="304800" y="359664"/>
                </a:lnTo>
                <a:lnTo>
                  <a:pt x="309372" y="358140"/>
                </a:lnTo>
                <a:lnTo>
                  <a:pt x="310896" y="353568"/>
                </a:lnTo>
                <a:lnTo>
                  <a:pt x="310896" y="51816"/>
                </a:lnTo>
                <a:lnTo>
                  <a:pt x="345077" y="51816"/>
                </a:lnTo>
                <a:lnTo>
                  <a:pt x="335280" y="59436"/>
                </a:lnTo>
                <a:lnTo>
                  <a:pt x="335280" y="345948"/>
                </a:lnTo>
                <a:lnTo>
                  <a:pt x="334732" y="356544"/>
                </a:lnTo>
                <a:lnTo>
                  <a:pt x="334103" y="360211"/>
                </a:lnTo>
                <a:close/>
              </a:path>
              <a:path w="349250" h="401320">
                <a:moveTo>
                  <a:pt x="242315" y="121920"/>
                </a:moveTo>
                <a:lnTo>
                  <a:pt x="208788" y="121920"/>
                </a:lnTo>
                <a:lnTo>
                  <a:pt x="225552" y="105156"/>
                </a:lnTo>
                <a:lnTo>
                  <a:pt x="242315" y="121920"/>
                </a:lnTo>
                <a:close/>
              </a:path>
              <a:path w="349250" h="401320">
                <a:moveTo>
                  <a:pt x="97536" y="326136"/>
                </a:moveTo>
                <a:lnTo>
                  <a:pt x="98417" y="297822"/>
                </a:lnTo>
                <a:lnTo>
                  <a:pt x="98869" y="269938"/>
                </a:lnTo>
                <a:lnTo>
                  <a:pt x="99036" y="242339"/>
                </a:lnTo>
                <a:lnTo>
                  <a:pt x="99036" y="187475"/>
                </a:lnTo>
                <a:lnTo>
                  <a:pt x="98869" y="160210"/>
                </a:lnTo>
                <a:lnTo>
                  <a:pt x="98395" y="132588"/>
                </a:lnTo>
                <a:lnTo>
                  <a:pt x="97536" y="106680"/>
                </a:lnTo>
                <a:lnTo>
                  <a:pt x="123444" y="121920"/>
                </a:lnTo>
                <a:lnTo>
                  <a:pt x="242315" y="121920"/>
                </a:lnTo>
                <a:lnTo>
                  <a:pt x="248412" y="128016"/>
                </a:lnTo>
                <a:lnTo>
                  <a:pt x="243268" y="132588"/>
                </a:lnTo>
                <a:lnTo>
                  <a:pt x="121920" y="132588"/>
                </a:lnTo>
                <a:lnTo>
                  <a:pt x="121920" y="201168"/>
                </a:lnTo>
                <a:lnTo>
                  <a:pt x="234747" y="201168"/>
                </a:lnTo>
                <a:lnTo>
                  <a:pt x="234780" y="210312"/>
                </a:lnTo>
                <a:lnTo>
                  <a:pt x="121920" y="210312"/>
                </a:lnTo>
                <a:lnTo>
                  <a:pt x="121920" y="283464"/>
                </a:lnTo>
                <a:lnTo>
                  <a:pt x="235510" y="283464"/>
                </a:lnTo>
                <a:lnTo>
                  <a:pt x="235820" y="294132"/>
                </a:lnTo>
                <a:lnTo>
                  <a:pt x="121920" y="294132"/>
                </a:lnTo>
                <a:lnTo>
                  <a:pt x="121920" y="313944"/>
                </a:lnTo>
                <a:lnTo>
                  <a:pt x="97536" y="326136"/>
                </a:lnTo>
                <a:close/>
              </a:path>
              <a:path w="349250" h="401320">
                <a:moveTo>
                  <a:pt x="234747" y="201168"/>
                </a:moveTo>
                <a:lnTo>
                  <a:pt x="211836" y="201168"/>
                </a:lnTo>
                <a:lnTo>
                  <a:pt x="211836" y="132588"/>
                </a:lnTo>
                <a:lnTo>
                  <a:pt x="243268" y="132588"/>
                </a:lnTo>
                <a:lnTo>
                  <a:pt x="234696" y="140208"/>
                </a:lnTo>
                <a:lnTo>
                  <a:pt x="234747" y="201168"/>
                </a:lnTo>
                <a:close/>
              </a:path>
              <a:path w="349250" h="401320">
                <a:moveTo>
                  <a:pt x="235510" y="283464"/>
                </a:moveTo>
                <a:lnTo>
                  <a:pt x="211836" y="283464"/>
                </a:lnTo>
                <a:lnTo>
                  <a:pt x="211836" y="210312"/>
                </a:lnTo>
                <a:lnTo>
                  <a:pt x="234780" y="210312"/>
                </a:lnTo>
                <a:lnTo>
                  <a:pt x="234886" y="239458"/>
                </a:lnTo>
                <a:lnTo>
                  <a:pt x="235338" y="277582"/>
                </a:lnTo>
                <a:lnTo>
                  <a:pt x="235510" y="283464"/>
                </a:lnTo>
                <a:close/>
              </a:path>
              <a:path w="349250" h="401320">
                <a:moveTo>
                  <a:pt x="211836" y="321564"/>
                </a:moveTo>
                <a:lnTo>
                  <a:pt x="211836" y="294132"/>
                </a:lnTo>
                <a:lnTo>
                  <a:pt x="235820" y="294132"/>
                </a:lnTo>
                <a:lnTo>
                  <a:pt x="236220" y="307848"/>
                </a:lnTo>
                <a:lnTo>
                  <a:pt x="211836" y="321564"/>
                </a:lnTo>
                <a:close/>
              </a:path>
              <a:path w="349250" h="401320">
                <a:moveTo>
                  <a:pt x="295655" y="400812"/>
                </a:moveTo>
                <a:lnTo>
                  <a:pt x="287107" y="387119"/>
                </a:lnTo>
                <a:lnTo>
                  <a:pt x="275272" y="375856"/>
                </a:lnTo>
                <a:lnTo>
                  <a:pt x="260294" y="367164"/>
                </a:lnTo>
                <a:lnTo>
                  <a:pt x="242316" y="361188"/>
                </a:lnTo>
                <a:lnTo>
                  <a:pt x="242316" y="353568"/>
                </a:lnTo>
                <a:lnTo>
                  <a:pt x="266866" y="357306"/>
                </a:lnTo>
                <a:lnTo>
                  <a:pt x="285559" y="359473"/>
                </a:lnTo>
                <a:lnTo>
                  <a:pt x="298251" y="360211"/>
                </a:lnTo>
                <a:lnTo>
                  <a:pt x="334103" y="360211"/>
                </a:lnTo>
                <a:lnTo>
                  <a:pt x="333184" y="365569"/>
                </a:lnTo>
                <a:lnTo>
                  <a:pt x="307086" y="395335"/>
                </a:lnTo>
                <a:lnTo>
                  <a:pt x="295655" y="400812"/>
                </a:lnTo>
                <a:close/>
              </a:path>
              <a:path w="349250" h="401320">
                <a:moveTo>
                  <a:pt x="76200" y="83820"/>
                </a:moveTo>
                <a:lnTo>
                  <a:pt x="71628" y="83820"/>
                </a:lnTo>
                <a:lnTo>
                  <a:pt x="67056" y="77724"/>
                </a:lnTo>
                <a:lnTo>
                  <a:pt x="64008" y="64008"/>
                </a:lnTo>
                <a:lnTo>
                  <a:pt x="58554" y="50887"/>
                </a:lnTo>
                <a:lnTo>
                  <a:pt x="51244" y="36766"/>
                </a:lnTo>
                <a:lnTo>
                  <a:pt x="41933" y="21788"/>
                </a:lnTo>
                <a:lnTo>
                  <a:pt x="30480" y="6096"/>
                </a:lnTo>
                <a:lnTo>
                  <a:pt x="36576" y="0"/>
                </a:lnTo>
                <a:lnTo>
                  <a:pt x="68199" y="22860"/>
                </a:lnTo>
                <a:lnTo>
                  <a:pt x="89916" y="50292"/>
                </a:lnTo>
                <a:lnTo>
                  <a:pt x="89916" y="60960"/>
                </a:lnTo>
                <a:lnTo>
                  <a:pt x="88392" y="68580"/>
                </a:lnTo>
                <a:lnTo>
                  <a:pt x="79248" y="80772"/>
                </a:lnTo>
                <a:lnTo>
                  <a:pt x="76200" y="83820"/>
                </a:lnTo>
                <a:close/>
              </a:path>
              <a:path w="349250" h="401320">
                <a:moveTo>
                  <a:pt x="0" y="399288"/>
                </a:moveTo>
                <a:lnTo>
                  <a:pt x="881" y="378380"/>
                </a:lnTo>
                <a:lnTo>
                  <a:pt x="1291" y="346186"/>
                </a:lnTo>
                <a:lnTo>
                  <a:pt x="1368" y="332232"/>
                </a:lnTo>
                <a:lnTo>
                  <a:pt x="1500" y="292560"/>
                </a:lnTo>
                <a:lnTo>
                  <a:pt x="1500" y="161377"/>
                </a:lnTo>
                <a:lnTo>
                  <a:pt x="1333" y="110680"/>
                </a:lnTo>
                <a:lnTo>
                  <a:pt x="861" y="74676"/>
                </a:lnTo>
                <a:lnTo>
                  <a:pt x="0" y="54864"/>
                </a:lnTo>
                <a:lnTo>
                  <a:pt x="41148" y="74676"/>
                </a:lnTo>
                <a:lnTo>
                  <a:pt x="25908" y="85344"/>
                </a:lnTo>
                <a:lnTo>
                  <a:pt x="25931" y="346186"/>
                </a:lnTo>
                <a:lnTo>
                  <a:pt x="26098" y="360426"/>
                </a:lnTo>
                <a:lnTo>
                  <a:pt x="26550" y="374665"/>
                </a:lnTo>
                <a:lnTo>
                  <a:pt x="27432" y="388620"/>
                </a:lnTo>
                <a:lnTo>
                  <a:pt x="0" y="39928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" name="object 71"/>
          <p:cNvSpPr/>
          <p:nvPr/>
        </p:nvSpPr>
        <p:spPr>
          <a:xfrm>
            <a:off x="4803635" y="4757927"/>
            <a:ext cx="47625" cy="326390"/>
          </a:xfrm>
          <a:custGeom>
            <a:avLst/>
            <a:gdLst/>
            <a:ahLst/>
            <a:cxnLst/>
            <a:rect l="l" t="t" r="r" b="b"/>
            <a:pathLst>
              <a:path w="47625" h="326389">
                <a:moveTo>
                  <a:pt x="44196" y="82296"/>
                </a:moveTo>
                <a:lnTo>
                  <a:pt x="3048" y="82296"/>
                </a:lnTo>
                <a:lnTo>
                  <a:pt x="3048" y="326148"/>
                </a:lnTo>
                <a:lnTo>
                  <a:pt x="44196" y="326148"/>
                </a:lnTo>
                <a:lnTo>
                  <a:pt x="44196" y="82296"/>
                </a:lnTo>
                <a:close/>
              </a:path>
              <a:path w="47625" h="326389">
                <a:moveTo>
                  <a:pt x="47244" y="0"/>
                </a:moveTo>
                <a:lnTo>
                  <a:pt x="0" y="0"/>
                </a:lnTo>
                <a:lnTo>
                  <a:pt x="0" y="42672"/>
                </a:lnTo>
                <a:lnTo>
                  <a:pt x="47244" y="42672"/>
                </a:lnTo>
                <a:lnTo>
                  <a:pt x="47244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" name="object 72"/>
          <p:cNvSpPr/>
          <p:nvPr/>
        </p:nvSpPr>
        <p:spPr>
          <a:xfrm>
            <a:off x="4896611" y="4718303"/>
            <a:ext cx="402590" cy="408940"/>
          </a:xfrm>
          <a:custGeom>
            <a:avLst/>
            <a:gdLst/>
            <a:ahLst/>
            <a:cxnLst/>
            <a:rect l="l" t="t" r="r" b="b"/>
            <a:pathLst>
              <a:path w="402589" h="408939">
                <a:moveTo>
                  <a:pt x="185928" y="71628"/>
                </a:moveTo>
                <a:lnTo>
                  <a:pt x="155448" y="71628"/>
                </a:lnTo>
                <a:lnTo>
                  <a:pt x="164615" y="50792"/>
                </a:lnTo>
                <a:lnTo>
                  <a:pt x="171640" y="31813"/>
                </a:lnTo>
                <a:lnTo>
                  <a:pt x="176664" y="14835"/>
                </a:lnTo>
                <a:lnTo>
                  <a:pt x="179832" y="0"/>
                </a:lnTo>
                <a:lnTo>
                  <a:pt x="224028" y="24384"/>
                </a:lnTo>
                <a:lnTo>
                  <a:pt x="205740" y="32004"/>
                </a:lnTo>
                <a:lnTo>
                  <a:pt x="200286" y="43124"/>
                </a:lnTo>
                <a:lnTo>
                  <a:pt x="195262" y="53530"/>
                </a:lnTo>
                <a:lnTo>
                  <a:pt x="190523" y="63079"/>
                </a:lnTo>
                <a:lnTo>
                  <a:pt x="185928" y="71628"/>
                </a:lnTo>
                <a:close/>
              </a:path>
              <a:path w="402589" h="408939">
                <a:moveTo>
                  <a:pt x="15240" y="86868"/>
                </a:moveTo>
                <a:lnTo>
                  <a:pt x="0" y="71628"/>
                </a:lnTo>
                <a:lnTo>
                  <a:pt x="333756" y="71628"/>
                </a:lnTo>
                <a:lnTo>
                  <a:pt x="362712" y="41148"/>
                </a:lnTo>
                <a:lnTo>
                  <a:pt x="402336" y="82296"/>
                </a:lnTo>
                <a:lnTo>
                  <a:pt x="56388" y="82296"/>
                </a:lnTo>
                <a:lnTo>
                  <a:pt x="45243" y="82581"/>
                </a:lnTo>
                <a:lnTo>
                  <a:pt x="34671" y="83439"/>
                </a:lnTo>
                <a:lnTo>
                  <a:pt x="24669" y="84867"/>
                </a:lnTo>
                <a:lnTo>
                  <a:pt x="15240" y="86868"/>
                </a:lnTo>
                <a:close/>
              </a:path>
              <a:path w="402589" h="408939">
                <a:moveTo>
                  <a:pt x="4572" y="269748"/>
                </a:moveTo>
                <a:lnTo>
                  <a:pt x="0" y="263652"/>
                </a:lnTo>
                <a:lnTo>
                  <a:pt x="23169" y="244863"/>
                </a:lnTo>
                <a:lnTo>
                  <a:pt x="44767" y="225361"/>
                </a:lnTo>
                <a:lnTo>
                  <a:pt x="83820" y="185928"/>
                </a:lnTo>
                <a:lnTo>
                  <a:pt x="119253" y="139255"/>
                </a:lnTo>
                <a:lnTo>
                  <a:pt x="152400" y="82296"/>
                </a:lnTo>
                <a:lnTo>
                  <a:pt x="181356" y="82296"/>
                </a:lnTo>
                <a:lnTo>
                  <a:pt x="171950" y="99131"/>
                </a:lnTo>
                <a:lnTo>
                  <a:pt x="162115" y="115252"/>
                </a:lnTo>
                <a:lnTo>
                  <a:pt x="151995" y="130516"/>
                </a:lnTo>
                <a:lnTo>
                  <a:pt x="141732" y="144780"/>
                </a:lnTo>
                <a:lnTo>
                  <a:pt x="329184" y="144780"/>
                </a:lnTo>
                <a:lnTo>
                  <a:pt x="335280" y="149352"/>
                </a:lnTo>
                <a:lnTo>
                  <a:pt x="327660" y="155448"/>
                </a:lnTo>
                <a:lnTo>
                  <a:pt x="135636" y="155448"/>
                </a:lnTo>
                <a:lnTo>
                  <a:pt x="135636" y="182880"/>
                </a:lnTo>
                <a:lnTo>
                  <a:pt x="111252" y="182880"/>
                </a:lnTo>
                <a:lnTo>
                  <a:pt x="85796" y="208026"/>
                </a:lnTo>
                <a:lnTo>
                  <a:pt x="59626" y="230886"/>
                </a:lnTo>
                <a:lnTo>
                  <a:pt x="32599" y="251460"/>
                </a:lnTo>
                <a:lnTo>
                  <a:pt x="4572" y="269748"/>
                </a:lnTo>
                <a:close/>
              </a:path>
              <a:path w="402589" h="408939">
                <a:moveTo>
                  <a:pt x="329184" y="144780"/>
                </a:moveTo>
                <a:lnTo>
                  <a:pt x="291084" y="144780"/>
                </a:lnTo>
                <a:lnTo>
                  <a:pt x="304800" y="126492"/>
                </a:lnTo>
                <a:lnTo>
                  <a:pt x="329184" y="144780"/>
                </a:lnTo>
                <a:close/>
              </a:path>
              <a:path w="402589" h="408939">
                <a:moveTo>
                  <a:pt x="320040" y="214884"/>
                </a:moveTo>
                <a:lnTo>
                  <a:pt x="295655" y="214884"/>
                </a:lnTo>
                <a:lnTo>
                  <a:pt x="295655" y="155448"/>
                </a:lnTo>
                <a:lnTo>
                  <a:pt x="327660" y="155448"/>
                </a:lnTo>
                <a:lnTo>
                  <a:pt x="320040" y="161544"/>
                </a:lnTo>
                <a:lnTo>
                  <a:pt x="320040" y="214884"/>
                </a:lnTo>
                <a:close/>
              </a:path>
              <a:path w="402589" h="408939">
                <a:moveTo>
                  <a:pt x="109728" y="408432"/>
                </a:moveTo>
                <a:lnTo>
                  <a:pt x="109966" y="383262"/>
                </a:lnTo>
                <a:lnTo>
                  <a:pt x="110490" y="337375"/>
                </a:lnTo>
                <a:lnTo>
                  <a:pt x="111013" y="270629"/>
                </a:lnTo>
                <a:lnTo>
                  <a:pt x="111252" y="182880"/>
                </a:lnTo>
                <a:lnTo>
                  <a:pt x="135636" y="182880"/>
                </a:lnTo>
                <a:lnTo>
                  <a:pt x="135636" y="214884"/>
                </a:lnTo>
                <a:lnTo>
                  <a:pt x="320040" y="214884"/>
                </a:lnTo>
                <a:lnTo>
                  <a:pt x="320040" y="225552"/>
                </a:lnTo>
                <a:lnTo>
                  <a:pt x="135636" y="225552"/>
                </a:lnTo>
                <a:lnTo>
                  <a:pt x="135636" y="283464"/>
                </a:lnTo>
                <a:lnTo>
                  <a:pt x="320040" y="283464"/>
                </a:lnTo>
                <a:lnTo>
                  <a:pt x="320040" y="294132"/>
                </a:lnTo>
                <a:lnTo>
                  <a:pt x="135636" y="294132"/>
                </a:lnTo>
                <a:lnTo>
                  <a:pt x="135636" y="393192"/>
                </a:lnTo>
                <a:lnTo>
                  <a:pt x="109728" y="408432"/>
                </a:lnTo>
                <a:close/>
              </a:path>
              <a:path w="402589" h="408939">
                <a:moveTo>
                  <a:pt x="320040" y="283464"/>
                </a:moveTo>
                <a:lnTo>
                  <a:pt x="295655" y="283464"/>
                </a:lnTo>
                <a:lnTo>
                  <a:pt x="295655" y="225552"/>
                </a:lnTo>
                <a:lnTo>
                  <a:pt x="320040" y="225552"/>
                </a:lnTo>
                <a:lnTo>
                  <a:pt x="320040" y="283464"/>
                </a:lnTo>
                <a:close/>
              </a:path>
              <a:path w="402589" h="408939">
                <a:moveTo>
                  <a:pt x="319441" y="370332"/>
                </a:moveTo>
                <a:lnTo>
                  <a:pt x="289560" y="370332"/>
                </a:lnTo>
                <a:lnTo>
                  <a:pt x="295655" y="365760"/>
                </a:lnTo>
                <a:lnTo>
                  <a:pt x="295655" y="294132"/>
                </a:lnTo>
                <a:lnTo>
                  <a:pt x="320040" y="294132"/>
                </a:lnTo>
                <a:lnTo>
                  <a:pt x="319946" y="367760"/>
                </a:lnTo>
                <a:lnTo>
                  <a:pt x="319441" y="370332"/>
                </a:lnTo>
                <a:close/>
              </a:path>
              <a:path w="402589" h="408939">
                <a:moveTo>
                  <a:pt x="281940" y="408432"/>
                </a:moveTo>
                <a:lnTo>
                  <a:pt x="279058" y="398454"/>
                </a:lnTo>
                <a:lnTo>
                  <a:pt x="270319" y="389191"/>
                </a:lnTo>
                <a:lnTo>
                  <a:pt x="255579" y="380785"/>
                </a:lnTo>
                <a:lnTo>
                  <a:pt x="234696" y="373380"/>
                </a:lnTo>
                <a:lnTo>
                  <a:pt x="234696" y="365760"/>
                </a:lnTo>
                <a:lnTo>
                  <a:pt x="248673" y="367760"/>
                </a:lnTo>
                <a:lnTo>
                  <a:pt x="260794" y="369189"/>
                </a:lnTo>
                <a:lnTo>
                  <a:pt x="270914" y="370046"/>
                </a:lnTo>
                <a:lnTo>
                  <a:pt x="278892" y="370332"/>
                </a:lnTo>
                <a:lnTo>
                  <a:pt x="319441" y="370332"/>
                </a:lnTo>
                <a:lnTo>
                  <a:pt x="317515" y="380142"/>
                </a:lnTo>
                <a:lnTo>
                  <a:pt x="310134" y="391287"/>
                </a:lnTo>
                <a:lnTo>
                  <a:pt x="298180" y="400716"/>
                </a:lnTo>
                <a:lnTo>
                  <a:pt x="281940" y="40843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73" name="object 73"/>
          <p:cNvGrpSpPr/>
          <p:nvPr/>
        </p:nvGrpSpPr>
        <p:grpSpPr>
          <a:xfrm>
            <a:off x="5346192" y="4716780"/>
            <a:ext cx="1569720" cy="411480"/>
            <a:chOff x="5346192" y="4716780"/>
            <a:chExt cx="1569720" cy="411480"/>
          </a:xfrm>
        </p:grpSpPr>
        <p:sp>
          <p:nvSpPr>
            <p:cNvPr id="74" name="object 74"/>
            <p:cNvSpPr/>
            <p:nvPr/>
          </p:nvSpPr>
          <p:spPr>
            <a:xfrm>
              <a:off x="5346192" y="4716792"/>
              <a:ext cx="847725" cy="411480"/>
            </a:xfrm>
            <a:custGeom>
              <a:avLst/>
              <a:gdLst/>
              <a:ahLst/>
              <a:cxnLst/>
              <a:rect l="l" t="t" r="r" b="b"/>
              <a:pathLst>
                <a:path w="847725" h="411479">
                  <a:moveTo>
                    <a:pt x="396240" y="193548"/>
                  </a:moveTo>
                  <a:lnTo>
                    <a:pt x="358140" y="153924"/>
                  </a:lnTo>
                  <a:lnTo>
                    <a:pt x="323088" y="182880"/>
                  </a:lnTo>
                  <a:lnTo>
                    <a:pt x="0" y="182880"/>
                  </a:lnTo>
                  <a:lnTo>
                    <a:pt x="15240" y="198120"/>
                  </a:lnTo>
                  <a:lnTo>
                    <a:pt x="25831" y="196113"/>
                  </a:lnTo>
                  <a:lnTo>
                    <a:pt x="37147" y="194691"/>
                  </a:lnTo>
                  <a:lnTo>
                    <a:pt x="49314" y="193827"/>
                  </a:lnTo>
                  <a:lnTo>
                    <a:pt x="62484" y="193548"/>
                  </a:lnTo>
                  <a:lnTo>
                    <a:pt x="396240" y="193548"/>
                  </a:lnTo>
                  <a:close/>
                </a:path>
                <a:path w="847725" h="411479">
                  <a:moveTo>
                    <a:pt x="669036" y="147828"/>
                  </a:moveTo>
                  <a:lnTo>
                    <a:pt x="627888" y="124968"/>
                  </a:lnTo>
                  <a:lnTo>
                    <a:pt x="628713" y="144780"/>
                  </a:lnTo>
                  <a:lnTo>
                    <a:pt x="628827" y="148513"/>
                  </a:lnTo>
                  <a:lnTo>
                    <a:pt x="629221" y="166306"/>
                  </a:lnTo>
                  <a:lnTo>
                    <a:pt x="629348" y="179832"/>
                  </a:lnTo>
                  <a:lnTo>
                    <a:pt x="629412" y="313944"/>
                  </a:lnTo>
                  <a:lnTo>
                    <a:pt x="629170" y="331101"/>
                  </a:lnTo>
                  <a:lnTo>
                    <a:pt x="628650" y="352996"/>
                  </a:lnTo>
                  <a:lnTo>
                    <a:pt x="628116" y="379730"/>
                  </a:lnTo>
                  <a:lnTo>
                    <a:pt x="627888" y="411480"/>
                  </a:lnTo>
                  <a:lnTo>
                    <a:pt x="656844" y="394716"/>
                  </a:lnTo>
                  <a:lnTo>
                    <a:pt x="655955" y="378091"/>
                  </a:lnTo>
                  <a:lnTo>
                    <a:pt x="655510" y="362331"/>
                  </a:lnTo>
                  <a:lnTo>
                    <a:pt x="655396" y="352996"/>
                  </a:lnTo>
                  <a:lnTo>
                    <a:pt x="655320" y="158496"/>
                  </a:lnTo>
                  <a:lnTo>
                    <a:pt x="669036" y="147828"/>
                  </a:lnTo>
                  <a:close/>
                </a:path>
                <a:path w="847725" h="411479">
                  <a:moveTo>
                    <a:pt x="847344" y="181356"/>
                  </a:moveTo>
                  <a:lnTo>
                    <a:pt x="798385" y="166306"/>
                  </a:lnTo>
                  <a:lnTo>
                    <a:pt x="748284" y="138684"/>
                  </a:lnTo>
                  <a:lnTo>
                    <a:pt x="698373" y="93726"/>
                  </a:lnTo>
                  <a:lnTo>
                    <a:pt x="658063" y="41148"/>
                  </a:lnTo>
                  <a:lnTo>
                    <a:pt x="650748" y="30480"/>
                  </a:lnTo>
                  <a:lnTo>
                    <a:pt x="665988" y="21336"/>
                  </a:lnTo>
                  <a:lnTo>
                    <a:pt x="629412" y="0"/>
                  </a:lnTo>
                  <a:lnTo>
                    <a:pt x="603885" y="55816"/>
                  </a:lnTo>
                  <a:lnTo>
                    <a:pt x="562356" y="117348"/>
                  </a:lnTo>
                  <a:lnTo>
                    <a:pt x="535749" y="148513"/>
                  </a:lnTo>
                  <a:lnTo>
                    <a:pt x="506158" y="175831"/>
                  </a:lnTo>
                  <a:lnTo>
                    <a:pt x="473405" y="199428"/>
                  </a:lnTo>
                  <a:lnTo>
                    <a:pt x="437388" y="219456"/>
                  </a:lnTo>
                  <a:lnTo>
                    <a:pt x="438912" y="225552"/>
                  </a:lnTo>
                  <a:lnTo>
                    <a:pt x="474649" y="209829"/>
                  </a:lnTo>
                  <a:lnTo>
                    <a:pt x="534708" y="173253"/>
                  </a:lnTo>
                  <a:lnTo>
                    <a:pt x="581850" y="130086"/>
                  </a:lnTo>
                  <a:lnTo>
                    <a:pt x="624662" y="74599"/>
                  </a:lnTo>
                  <a:lnTo>
                    <a:pt x="644652" y="41148"/>
                  </a:lnTo>
                  <a:lnTo>
                    <a:pt x="662940" y="71691"/>
                  </a:lnTo>
                  <a:lnTo>
                    <a:pt x="699516" y="123647"/>
                  </a:lnTo>
                  <a:lnTo>
                    <a:pt x="736968" y="162725"/>
                  </a:lnTo>
                  <a:lnTo>
                    <a:pt x="781024" y="195783"/>
                  </a:lnTo>
                  <a:lnTo>
                    <a:pt x="806196" y="210312"/>
                  </a:lnTo>
                  <a:lnTo>
                    <a:pt x="813689" y="201168"/>
                  </a:lnTo>
                  <a:lnTo>
                    <a:pt x="822769" y="194310"/>
                  </a:lnTo>
                  <a:lnTo>
                    <a:pt x="833831" y="189738"/>
                  </a:lnTo>
                  <a:lnTo>
                    <a:pt x="847344" y="187452"/>
                  </a:lnTo>
                  <a:lnTo>
                    <a:pt x="847344" y="181356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5" name="object 75"/>
            <p:cNvSpPr/>
            <p:nvPr/>
          </p:nvSpPr>
          <p:spPr>
            <a:xfrm>
              <a:off x="6227064" y="4719828"/>
              <a:ext cx="413384" cy="408940"/>
            </a:xfrm>
            <a:custGeom>
              <a:avLst/>
              <a:gdLst/>
              <a:ahLst/>
              <a:cxnLst/>
              <a:rect l="l" t="t" r="r" b="b"/>
              <a:pathLst>
                <a:path w="413384" h="408939">
                  <a:moveTo>
                    <a:pt x="111251" y="106680"/>
                  </a:moveTo>
                  <a:lnTo>
                    <a:pt x="86867" y="106680"/>
                  </a:lnTo>
                  <a:lnTo>
                    <a:pt x="86776" y="68580"/>
                  </a:lnTo>
                  <a:lnTo>
                    <a:pt x="86677" y="52768"/>
                  </a:lnTo>
                  <a:lnTo>
                    <a:pt x="86225" y="26312"/>
                  </a:lnTo>
                  <a:lnTo>
                    <a:pt x="85343" y="0"/>
                  </a:lnTo>
                  <a:lnTo>
                    <a:pt x="128015" y="18288"/>
                  </a:lnTo>
                  <a:lnTo>
                    <a:pt x="111251" y="32004"/>
                  </a:lnTo>
                  <a:lnTo>
                    <a:pt x="111251" y="106680"/>
                  </a:lnTo>
                  <a:close/>
                </a:path>
                <a:path w="413384" h="408939">
                  <a:moveTo>
                    <a:pt x="184403" y="73152"/>
                  </a:moveTo>
                  <a:lnTo>
                    <a:pt x="169163" y="57912"/>
                  </a:lnTo>
                  <a:lnTo>
                    <a:pt x="332232" y="57912"/>
                  </a:lnTo>
                  <a:lnTo>
                    <a:pt x="344424" y="38100"/>
                  </a:lnTo>
                  <a:lnTo>
                    <a:pt x="376427" y="62484"/>
                  </a:lnTo>
                  <a:lnTo>
                    <a:pt x="368807" y="68580"/>
                  </a:lnTo>
                  <a:lnTo>
                    <a:pt x="205739" y="68580"/>
                  </a:lnTo>
                  <a:lnTo>
                    <a:pt x="184403" y="73152"/>
                  </a:lnTo>
                  <a:close/>
                </a:path>
                <a:path w="413384" h="408939">
                  <a:moveTo>
                    <a:pt x="123443" y="403860"/>
                  </a:moveTo>
                  <a:lnTo>
                    <a:pt x="120395" y="397764"/>
                  </a:lnTo>
                  <a:lnTo>
                    <a:pt x="160662" y="371475"/>
                  </a:lnTo>
                  <a:lnTo>
                    <a:pt x="196786" y="342900"/>
                  </a:lnTo>
                  <a:lnTo>
                    <a:pt x="228623" y="312039"/>
                  </a:lnTo>
                  <a:lnTo>
                    <a:pt x="256031" y="278892"/>
                  </a:lnTo>
                  <a:lnTo>
                    <a:pt x="238315" y="235743"/>
                  </a:lnTo>
                  <a:lnTo>
                    <a:pt x="224027" y="186309"/>
                  </a:lnTo>
                  <a:lnTo>
                    <a:pt x="213169" y="130587"/>
                  </a:lnTo>
                  <a:lnTo>
                    <a:pt x="205739" y="68580"/>
                  </a:lnTo>
                  <a:lnTo>
                    <a:pt x="214883" y="68580"/>
                  </a:lnTo>
                  <a:lnTo>
                    <a:pt x="223480" y="126634"/>
                  </a:lnTo>
                  <a:lnTo>
                    <a:pt x="235648" y="177546"/>
                  </a:lnTo>
                  <a:lnTo>
                    <a:pt x="251531" y="221599"/>
                  </a:lnTo>
                  <a:lnTo>
                    <a:pt x="271271" y="259080"/>
                  </a:lnTo>
                  <a:lnTo>
                    <a:pt x="298885" y="259080"/>
                  </a:lnTo>
                  <a:lnTo>
                    <a:pt x="284987" y="283463"/>
                  </a:lnTo>
                  <a:lnTo>
                    <a:pt x="300469" y="298704"/>
                  </a:lnTo>
                  <a:lnTo>
                    <a:pt x="269747" y="298704"/>
                  </a:lnTo>
                  <a:lnTo>
                    <a:pt x="235743" y="332493"/>
                  </a:lnTo>
                  <a:lnTo>
                    <a:pt x="200024" y="360997"/>
                  </a:lnTo>
                  <a:lnTo>
                    <a:pt x="162591" y="384643"/>
                  </a:lnTo>
                  <a:lnTo>
                    <a:pt x="123443" y="403860"/>
                  </a:lnTo>
                  <a:close/>
                </a:path>
                <a:path w="413384" h="408939">
                  <a:moveTo>
                    <a:pt x="298885" y="259080"/>
                  </a:moveTo>
                  <a:lnTo>
                    <a:pt x="271271" y="259080"/>
                  </a:lnTo>
                  <a:lnTo>
                    <a:pt x="291322" y="220527"/>
                  </a:lnTo>
                  <a:lnTo>
                    <a:pt x="308228" y="175831"/>
                  </a:lnTo>
                  <a:lnTo>
                    <a:pt x="322278" y="125134"/>
                  </a:lnTo>
                  <a:lnTo>
                    <a:pt x="333756" y="68580"/>
                  </a:lnTo>
                  <a:lnTo>
                    <a:pt x="368807" y="68580"/>
                  </a:lnTo>
                  <a:lnTo>
                    <a:pt x="361188" y="74676"/>
                  </a:lnTo>
                  <a:lnTo>
                    <a:pt x="346281" y="138160"/>
                  </a:lnTo>
                  <a:lnTo>
                    <a:pt x="328803" y="193929"/>
                  </a:lnTo>
                  <a:lnTo>
                    <a:pt x="308439" y="242316"/>
                  </a:lnTo>
                  <a:lnTo>
                    <a:pt x="298885" y="259080"/>
                  </a:lnTo>
                  <a:close/>
                </a:path>
                <a:path w="413384" h="408939">
                  <a:moveTo>
                    <a:pt x="13715" y="120396"/>
                  </a:moveTo>
                  <a:lnTo>
                    <a:pt x="0" y="106680"/>
                  </a:lnTo>
                  <a:lnTo>
                    <a:pt x="140207" y="106680"/>
                  </a:lnTo>
                  <a:lnTo>
                    <a:pt x="160019" y="85344"/>
                  </a:lnTo>
                  <a:lnTo>
                    <a:pt x="192023" y="117348"/>
                  </a:lnTo>
                  <a:lnTo>
                    <a:pt x="30479" y="117348"/>
                  </a:lnTo>
                  <a:lnTo>
                    <a:pt x="13715" y="120396"/>
                  </a:lnTo>
                  <a:close/>
                </a:path>
                <a:path w="413384" h="408939">
                  <a:moveTo>
                    <a:pt x="6095" y="323088"/>
                  </a:moveTo>
                  <a:lnTo>
                    <a:pt x="1523" y="318516"/>
                  </a:lnTo>
                  <a:lnTo>
                    <a:pt x="28979" y="274224"/>
                  </a:lnTo>
                  <a:lnTo>
                    <a:pt x="52006" y="225933"/>
                  </a:lnTo>
                  <a:lnTo>
                    <a:pt x="70746" y="173640"/>
                  </a:lnTo>
                  <a:lnTo>
                    <a:pt x="85343" y="117348"/>
                  </a:lnTo>
                  <a:lnTo>
                    <a:pt x="111251" y="117348"/>
                  </a:lnTo>
                  <a:lnTo>
                    <a:pt x="111251" y="163068"/>
                  </a:lnTo>
                  <a:lnTo>
                    <a:pt x="132111" y="172783"/>
                  </a:lnTo>
                  <a:lnTo>
                    <a:pt x="133984" y="173736"/>
                  </a:lnTo>
                  <a:lnTo>
                    <a:pt x="111251" y="173736"/>
                  </a:lnTo>
                  <a:lnTo>
                    <a:pt x="111318" y="195072"/>
                  </a:lnTo>
                  <a:lnTo>
                    <a:pt x="86867" y="195072"/>
                  </a:lnTo>
                  <a:lnTo>
                    <a:pt x="70818" y="230505"/>
                  </a:lnTo>
                  <a:lnTo>
                    <a:pt x="52196" y="263652"/>
                  </a:lnTo>
                  <a:lnTo>
                    <a:pt x="30718" y="294513"/>
                  </a:lnTo>
                  <a:lnTo>
                    <a:pt x="6095" y="323088"/>
                  </a:lnTo>
                  <a:close/>
                </a:path>
                <a:path w="413384" h="408939">
                  <a:moveTo>
                    <a:pt x="173735" y="248411"/>
                  </a:moveTo>
                  <a:lnTo>
                    <a:pt x="167639" y="248411"/>
                  </a:lnTo>
                  <a:lnTo>
                    <a:pt x="163044" y="242268"/>
                  </a:lnTo>
                  <a:lnTo>
                    <a:pt x="156971" y="230123"/>
                  </a:lnTo>
                  <a:lnTo>
                    <a:pt x="148970" y="216169"/>
                  </a:lnTo>
                  <a:lnTo>
                    <a:pt x="138683" y="201930"/>
                  </a:lnTo>
                  <a:lnTo>
                    <a:pt x="126110" y="187690"/>
                  </a:lnTo>
                  <a:lnTo>
                    <a:pt x="111251" y="173736"/>
                  </a:lnTo>
                  <a:lnTo>
                    <a:pt x="133984" y="173736"/>
                  </a:lnTo>
                  <a:lnTo>
                    <a:pt x="170687" y="195072"/>
                  </a:lnTo>
                  <a:lnTo>
                    <a:pt x="182879" y="219456"/>
                  </a:lnTo>
                  <a:lnTo>
                    <a:pt x="182879" y="224028"/>
                  </a:lnTo>
                  <a:lnTo>
                    <a:pt x="181355" y="230123"/>
                  </a:lnTo>
                  <a:lnTo>
                    <a:pt x="175259" y="245363"/>
                  </a:lnTo>
                  <a:lnTo>
                    <a:pt x="173735" y="248411"/>
                  </a:lnTo>
                  <a:close/>
                </a:path>
                <a:path w="413384" h="408939">
                  <a:moveTo>
                    <a:pt x="85343" y="408432"/>
                  </a:moveTo>
                  <a:lnTo>
                    <a:pt x="86210" y="365760"/>
                  </a:lnTo>
                  <a:lnTo>
                    <a:pt x="86644" y="318516"/>
                  </a:lnTo>
                  <a:lnTo>
                    <a:pt x="86769" y="283463"/>
                  </a:lnTo>
                  <a:lnTo>
                    <a:pt x="86867" y="195072"/>
                  </a:lnTo>
                  <a:lnTo>
                    <a:pt x="111318" y="195072"/>
                  </a:lnTo>
                  <a:lnTo>
                    <a:pt x="111525" y="259080"/>
                  </a:lnTo>
                  <a:lnTo>
                    <a:pt x="112204" y="323278"/>
                  </a:lnTo>
                  <a:lnTo>
                    <a:pt x="113180" y="369403"/>
                  </a:lnTo>
                  <a:lnTo>
                    <a:pt x="114299" y="396240"/>
                  </a:lnTo>
                  <a:lnTo>
                    <a:pt x="85343" y="408432"/>
                  </a:lnTo>
                  <a:close/>
                </a:path>
                <a:path w="413384" h="408939">
                  <a:moveTo>
                    <a:pt x="374903" y="394716"/>
                  </a:moveTo>
                  <a:lnTo>
                    <a:pt x="343471" y="374142"/>
                  </a:lnTo>
                  <a:lnTo>
                    <a:pt x="315467" y="351282"/>
                  </a:lnTo>
                  <a:lnTo>
                    <a:pt x="290893" y="326136"/>
                  </a:lnTo>
                  <a:lnTo>
                    <a:pt x="269747" y="298704"/>
                  </a:lnTo>
                  <a:lnTo>
                    <a:pt x="300469" y="298704"/>
                  </a:lnTo>
                  <a:lnTo>
                    <a:pt x="316991" y="314967"/>
                  </a:lnTo>
                  <a:lnTo>
                    <a:pt x="348995" y="338899"/>
                  </a:lnTo>
                  <a:lnTo>
                    <a:pt x="380999" y="355687"/>
                  </a:lnTo>
                  <a:lnTo>
                    <a:pt x="413003" y="365760"/>
                  </a:lnTo>
                  <a:lnTo>
                    <a:pt x="413003" y="371856"/>
                  </a:lnTo>
                  <a:lnTo>
                    <a:pt x="398692" y="374999"/>
                  </a:lnTo>
                  <a:lnTo>
                    <a:pt x="387667" y="379857"/>
                  </a:lnTo>
                  <a:lnTo>
                    <a:pt x="379785" y="386429"/>
                  </a:lnTo>
                  <a:lnTo>
                    <a:pt x="374903" y="394716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76" name="object 76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6658356" y="4840224"/>
              <a:ext cx="257555" cy="243840"/>
            </a:xfrm>
            <a:prstGeom prst="rect">
              <a:avLst/>
            </a:prstGeom>
          </p:spPr>
        </p:pic>
      </p:grpSp>
      <p:sp>
        <p:nvSpPr>
          <p:cNvPr id="77" name="object 77"/>
          <p:cNvSpPr/>
          <p:nvPr/>
        </p:nvSpPr>
        <p:spPr>
          <a:xfrm>
            <a:off x="6981444" y="4719827"/>
            <a:ext cx="356870" cy="402590"/>
          </a:xfrm>
          <a:custGeom>
            <a:avLst/>
            <a:gdLst/>
            <a:ahLst/>
            <a:cxnLst/>
            <a:rect l="l" t="t" r="r" b="b"/>
            <a:pathLst>
              <a:path w="356870" h="402589">
                <a:moveTo>
                  <a:pt x="54864" y="89916"/>
                </a:moveTo>
                <a:lnTo>
                  <a:pt x="44196" y="89916"/>
                </a:lnTo>
                <a:lnTo>
                  <a:pt x="52220" y="62793"/>
                </a:lnTo>
                <a:lnTo>
                  <a:pt x="58102" y="38671"/>
                </a:lnTo>
                <a:lnTo>
                  <a:pt x="61983" y="17692"/>
                </a:lnTo>
                <a:lnTo>
                  <a:pt x="64008" y="0"/>
                </a:lnTo>
                <a:lnTo>
                  <a:pt x="102108" y="21336"/>
                </a:lnTo>
                <a:lnTo>
                  <a:pt x="92368" y="29051"/>
                </a:lnTo>
                <a:lnTo>
                  <a:pt x="81343" y="43053"/>
                </a:lnTo>
                <a:lnTo>
                  <a:pt x="68889" y="63341"/>
                </a:lnTo>
                <a:lnTo>
                  <a:pt x="54864" y="89916"/>
                </a:lnTo>
                <a:close/>
              </a:path>
              <a:path w="356870" h="402589">
                <a:moveTo>
                  <a:pt x="147828" y="192024"/>
                </a:moveTo>
                <a:lnTo>
                  <a:pt x="143256" y="187452"/>
                </a:lnTo>
                <a:lnTo>
                  <a:pt x="160377" y="160615"/>
                </a:lnTo>
                <a:lnTo>
                  <a:pt x="175069" y="135064"/>
                </a:lnTo>
                <a:lnTo>
                  <a:pt x="196596" y="88392"/>
                </a:lnTo>
                <a:lnTo>
                  <a:pt x="212598" y="44958"/>
                </a:lnTo>
                <a:lnTo>
                  <a:pt x="224027" y="1524"/>
                </a:lnTo>
                <a:lnTo>
                  <a:pt x="262127" y="24384"/>
                </a:lnTo>
                <a:lnTo>
                  <a:pt x="254150" y="32146"/>
                </a:lnTo>
                <a:lnTo>
                  <a:pt x="244030" y="46482"/>
                </a:lnTo>
                <a:lnTo>
                  <a:pt x="231909" y="67675"/>
                </a:lnTo>
                <a:lnTo>
                  <a:pt x="217932" y="96012"/>
                </a:lnTo>
                <a:lnTo>
                  <a:pt x="350520" y="96012"/>
                </a:lnTo>
                <a:lnTo>
                  <a:pt x="356616" y="102108"/>
                </a:lnTo>
                <a:lnTo>
                  <a:pt x="350901" y="106680"/>
                </a:lnTo>
                <a:lnTo>
                  <a:pt x="214884" y="106680"/>
                </a:lnTo>
                <a:lnTo>
                  <a:pt x="198834" y="130730"/>
                </a:lnTo>
                <a:lnTo>
                  <a:pt x="182499" y="152781"/>
                </a:lnTo>
                <a:lnTo>
                  <a:pt x="165592" y="173116"/>
                </a:lnTo>
                <a:lnTo>
                  <a:pt x="147828" y="192024"/>
                </a:lnTo>
                <a:close/>
              </a:path>
              <a:path w="356870" h="402589">
                <a:moveTo>
                  <a:pt x="146304" y="89916"/>
                </a:moveTo>
                <a:lnTo>
                  <a:pt x="111252" y="89916"/>
                </a:lnTo>
                <a:lnTo>
                  <a:pt x="129540" y="73152"/>
                </a:lnTo>
                <a:lnTo>
                  <a:pt x="146304" y="89916"/>
                </a:lnTo>
                <a:close/>
              </a:path>
              <a:path w="356870" h="402589">
                <a:moveTo>
                  <a:pt x="0" y="397764"/>
                </a:moveTo>
                <a:lnTo>
                  <a:pt x="1251" y="352044"/>
                </a:lnTo>
                <a:lnTo>
                  <a:pt x="2786" y="276463"/>
                </a:lnTo>
                <a:lnTo>
                  <a:pt x="2999" y="228600"/>
                </a:lnTo>
                <a:lnTo>
                  <a:pt x="2755" y="193548"/>
                </a:lnTo>
                <a:lnTo>
                  <a:pt x="2095" y="154876"/>
                </a:lnTo>
                <a:lnTo>
                  <a:pt x="1013" y="110942"/>
                </a:lnTo>
                <a:lnTo>
                  <a:pt x="0" y="74676"/>
                </a:lnTo>
                <a:lnTo>
                  <a:pt x="27432" y="89916"/>
                </a:lnTo>
                <a:lnTo>
                  <a:pt x="146304" y="89916"/>
                </a:lnTo>
                <a:lnTo>
                  <a:pt x="155448" y="99060"/>
                </a:lnTo>
                <a:lnTo>
                  <a:pt x="153352" y="100584"/>
                </a:lnTo>
                <a:lnTo>
                  <a:pt x="24384" y="100584"/>
                </a:lnTo>
                <a:lnTo>
                  <a:pt x="24384" y="211836"/>
                </a:lnTo>
                <a:lnTo>
                  <a:pt x="138729" y="211836"/>
                </a:lnTo>
                <a:lnTo>
                  <a:pt x="138743" y="222504"/>
                </a:lnTo>
                <a:lnTo>
                  <a:pt x="24384" y="222504"/>
                </a:lnTo>
                <a:lnTo>
                  <a:pt x="24384" y="344424"/>
                </a:lnTo>
                <a:lnTo>
                  <a:pt x="139438" y="344424"/>
                </a:lnTo>
                <a:lnTo>
                  <a:pt x="139464" y="346850"/>
                </a:lnTo>
                <a:lnTo>
                  <a:pt x="139661" y="355092"/>
                </a:lnTo>
                <a:lnTo>
                  <a:pt x="24384" y="355092"/>
                </a:lnTo>
                <a:lnTo>
                  <a:pt x="24384" y="384048"/>
                </a:lnTo>
                <a:lnTo>
                  <a:pt x="0" y="397764"/>
                </a:lnTo>
                <a:close/>
              </a:path>
              <a:path w="356870" h="402589">
                <a:moveTo>
                  <a:pt x="350520" y="96012"/>
                </a:moveTo>
                <a:lnTo>
                  <a:pt x="312420" y="96012"/>
                </a:lnTo>
                <a:lnTo>
                  <a:pt x="330708" y="76200"/>
                </a:lnTo>
                <a:lnTo>
                  <a:pt x="350520" y="96012"/>
                </a:lnTo>
                <a:close/>
              </a:path>
              <a:path w="356870" h="402589">
                <a:moveTo>
                  <a:pt x="138729" y="211836"/>
                </a:moveTo>
                <a:lnTo>
                  <a:pt x="115824" y="211836"/>
                </a:lnTo>
                <a:lnTo>
                  <a:pt x="115824" y="100584"/>
                </a:lnTo>
                <a:lnTo>
                  <a:pt x="153352" y="100584"/>
                </a:lnTo>
                <a:lnTo>
                  <a:pt x="138684" y="111252"/>
                </a:lnTo>
                <a:lnTo>
                  <a:pt x="138729" y="211836"/>
                </a:lnTo>
                <a:close/>
              </a:path>
              <a:path w="356870" h="402589">
                <a:moveTo>
                  <a:pt x="327778" y="359664"/>
                </a:moveTo>
                <a:lnTo>
                  <a:pt x="283464" y="359664"/>
                </a:lnTo>
                <a:lnTo>
                  <a:pt x="292631" y="357925"/>
                </a:lnTo>
                <a:lnTo>
                  <a:pt x="299656" y="352615"/>
                </a:lnTo>
                <a:lnTo>
                  <a:pt x="309895" y="305562"/>
                </a:lnTo>
                <a:lnTo>
                  <a:pt x="311658" y="259842"/>
                </a:lnTo>
                <a:lnTo>
                  <a:pt x="313456" y="192024"/>
                </a:lnTo>
                <a:lnTo>
                  <a:pt x="315467" y="106680"/>
                </a:lnTo>
                <a:lnTo>
                  <a:pt x="350901" y="106680"/>
                </a:lnTo>
                <a:lnTo>
                  <a:pt x="341376" y="114300"/>
                </a:lnTo>
                <a:lnTo>
                  <a:pt x="340304" y="186976"/>
                </a:lnTo>
                <a:lnTo>
                  <a:pt x="338815" y="249167"/>
                </a:lnTo>
                <a:lnTo>
                  <a:pt x="336986" y="295570"/>
                </a:lnTo>
                <a:lnTo>
                  <a:pt x="334792" y="327855"/>
                </a:lnTo>
                <a:lnTo>
                  <a:pt x="332232" y="345948"/>
                </a:lnTo>
                <a:lnTo>
                  <a:pt x="328497" y="357925"/>
                </a:lnTo>
                <a:lnTo>
                  <a:pt x="327778" y="359664"/>
                </a:lnTo>
                <a:close/>
              </a:path>
              <a:path w="356870" h="402589">
                <a:moveTo>
                  <a:pt x="233172" y="269748"/>
                </a:moveTo>
                <a:lnTo>
                  <a:pt x="230124" y="269748"/>
                </a:lnTo>
                <a:lnTo>
                  <a:pt x="226956" y="268295"/>
                </a:lnTo>
                <a:lnTo>
                  <a:pt x="224218" y="263842"/>
                </a:lnTo>
                <a:lnTo>
                  <a:pt x="221765" y="256246"/>
                </a:lnTo>
                <a:lnTo>
                  <a:pt x="219456" y="245364"/>
                </a:lnTo>
                <a:lnTo>
                  <a:pt x="214907" y="228242"/>
                </a:lnTo>
                <a:lnTo>
                  <a:pt x="208216" y="211264"/>
                </a:lnTo>
                <a:lnTo>
                  <a:pt x="199524" y="194571"/>
                </a:lnTo>
                <a:lnTo>
                  <a:pt x="188976" y="178308"/>
                </a:lnTo>
                <a:lnTo>
                  <a:pt x="192024" y="172212"/>
                </a:lnTo>
                <a:lnTo>
                  <a:pt x="224980" y="199644"/>
                </a:lnTo>
                <a:lnTo>
                  <a:pt x="246888" y="236220"/>
                </a:lnTo>
                <a:lnTo>
                  <a:pt x="246888" y="248412"/>
                </a:lnTo>
                <a:lnTo>
                  <a:pt x="245364" y="254508"/>
                </a:lnTo>
                <a:lnTo>
                  <a:pt x="236220" y="266700"/>
                </a:lnTo>
                <a:lnTo>
                  <a:pt x="233172" y="269748"/>
                </a:lnTo>
                <a:close/>
              </a:path>
              <a:path w="356870" h="402589">
                <a:moveTo>
                  <a:pt x="139438" y="344424"/>
                </a:moveTo>
                <a:lnTo>
                  <a:pt x="115824" y="344424"/>
                </a:lnTo>
                <a:lnTo>
                  <a:pt x="115824" y="222504"/>
                </a:lnTo>
                <a:lnTo>
                  <a:pt x="138743" y="222504"/>
                </a:lnTo>
                <a:lnTo>
                  <a:pt x="138861" y="269748"/>
                </a:lnTo>
                <a:lnTo>
                  <a:pt x="139022" y="305562"/>
                </a:lnTo>
                <a:lnTo>
                  <a:pt x="139438" y="344424"/>
                </a:lnTo>
                <a:close/>
              </a:path>
              <a:path w="356870" h="402589">
                <a:moveTo>
                  <a:pt x="278891" y="402336"/>
                </a:moveTo>
                <a:lnTo>
                  <a:pt x="271986" y="389239"/>
                </a:lnTo>
                <a:lnTo>
                  <a:pt x="260223" y="377571"/>
                </a:lnTo>
                <a:lnTo>
                  <a:pt x="243316" y="367617"/>
                </a:lnTo>
                <a:lnTo>
                  <a:pt x="220979" y="359664"/>
                </a:lnTo>
                <a:lnTo>
                  <a:pt x="220979" y="352044"/>
                </a:lnTo>
                <a:lnTo>
                  <a:pt x="241244" y="355163"/>
                </a:lnTo>
                <a:lnTo>
                  <a:pt x="258508" y="357568"/>
                </a:lnTo>
                <a:lnTo>
                  <a:pt x="272629" y="359116"/>
                </a:lnTo>
                <a:lnTo>
                  <a:pt x="283464" y="359664"/>
                </a:lnTo>
                <a:lnTo>
                  <a:pt x="327778" y="359664"/>
                </a:lnTo>
                <a:lnTo>
                  <a:pt x="324231" y="368236"/>
                </a:lnTo>
                <a:lnTo>
                  <a:pt x="290523" y="397764"/>
                </a:lnTo>
                <a:lnTo>
                  <a:pt x="278891" y="402336"/>
                </a:lnTo>
                <a:close/>
              </a:path>
              <a:path w="356870" h="402589">
                <a:moveTo>
                  <a:pt x="115824" y="391668"/>
                </a:moveTo>
                <a:lnTo>
                  <a:pt x="115824" y="355092"/>
                </a:lnTo>
                <a:lnTo>
                  <a:pt x="139661" y="355092"/>
                </a:lnTo>
                <a:lnTo>
                  <a:pt x="140208" y="377952"/>
                </a:lnTo>
                <a:lnTo>
                  <a:pt x="115824" y="39166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8" name="object 78"/>
          <p:cNvSpPr/>
          <p:nvPr/>
        </p:nvSpPr>
        <p:spPr>
          <a:xfrm>
            <a:off x="7392924" y="4716779"/>
            <a:ext cx="855344" cy="411480"/>
          </a:xfrm>
          <a:custGeom>
            <a:avLst/>
            <a:gdLst/>
            <a:ahLst/>
            <a:cxnLst/>
            <a:rect l="l" t="t" r="r" b="b"/>
            <a:pathLst>
              <a:path w="855345" h="411479">
                <a:moveTo>
                  <a:pt x="144780" y="117348"/>
                </a:moveTo>
                <a:lnTo>
                  <a:pt x="117348" y="89916"/>
                </a:lnTo>
                <a:lnTo>
                  <a:pt x="99060" y="108204"/>
                </a:lnTo>
                <a:lnTo>
                  <a:pt x="91440" y="108204"/>
                </a:lnTo>
                <a:lnTo>
                  <a:pt x="91440" y="28956"/>
                </a:lnTo>
                <a:lnTo>
                  <a:pt x="105156" y="18288"/>
                </a:lnTo>
                <a:lnTo>
                  <a:pt x="68580" y="0"/>
                </a:lnTo>
                <a:lnTo>
                  <a:pt x="69811" y="51816"/>
                </a:lnTo>
                <a:lnTo>
                  <a:pt x="70104" y="108204"/>
                </a:lnTo>
                <a:lnTo>
                  <a:pt x="7620" y="108204"/>
                </a:lnTo>
                <a:lnTo>
                  <a:pt x="21336" y="121920"/>
                </a:lnTo>
                <a:lnTo>
                  <a:pt x="36576" y="117348"/>
                </a:lnTo>
                <a:lnTo>
                  <a:pt x="68580" y="117348"/>
                </a:lnTo>
                <a:lnTo>
                  <a:pt x="56007" y="173355"/>
                </a:lnTo>
                <a:lnTo>
                  <a:pt x="41148" y="222504"/>
                </a:lnTo>
                <a:lnTo>
                  <a:pt x="21717" y="268224"/>
                </a:lnTo>
                <a:lnTo>
                  <a:pt x="0" y="309372"/>
                </a:lnTo>
                <a:lnTo>
                  <a:pt x="4572" y="313944"/>
                </a:lnTo>
                <a:lnTo>
                  <a:pt x="24879" y="287083"/>
                </a:lnTo>
                <a:lnTo>
                  <a:pt x="42481" y="259080"/>
                </a:lnTo>
                <a:lnTo>
                  <a:pt x="57505" y="229933"/>
                </a:lnTo>
                <a:lnTo>
                  <a:pt x="70104" y="199644"/>
                </a:lnTo>
                <a:lnTo>
                  <a:pt x="69977" y="285750"/>
                </a:lnTo>
                <a:lnTo>
                  <a:pt x="69850" y="312420"/>
                </a:lnTo>
                <a:lnTo>
                  <a:pt x="69456" y="358241"/>
                </a:lnTo>
                <a:lnTo>
                  <a:pt x="68580" y="409956"/>
                </a:lnTo>
                <a:lnTo>
                  <a:pt x="92964" y="397764"/>
                </a:lnTo>
                <a:lnTo>
                  <a:pt x="91630" y="346519"/>
                </a:lnTo>
                <a:lnTo>
                  <a:pt x="91440" y="199644"/>
                </a:lnTo>
                <a:lnTo>
                  <a:pt x="91440" y="169164"/>
                </a:lnTo>
                <a:lnTo>
                  <a:pt x="116509" y="201955"/>
                </a:lnTo>
                <a:lnTo>
                  <a:pt x="126492" y="225552"/>
                </a:lnTo>
                <a:lnTo>
                  <a:pt x="131064" y="231648"/>
                </a:lnTo>
                <a:lnTo>
                  <a:pt x="135636" y="231648"/>
                </a:lnTo>
                <a:lnTo>
                  <a:pt x="137160" y="227076"/>
                </a:lnTo>
                <a:lnTo>
                  <a:pt x="140208" y="220980"/>
                </a:lnTo>
                <a:lnTo>
                  <a:pt x="143256" y="213360"/>
                </a:lnTo>
                <a:lnTo>
                  <a:pt x="144780" y="207264"/>
                </a:lnTo>
                <a:lnTo>
                  <a:pt x="144780" y="196596"/>
                </a:lnTo>
                <a:lnTo>
                  <a:pt x="141732" y="188976"/>
                </a:lnTo>
                <a:lnTo>
                  <a:pt x="134112" y="182880"/>
                </a:lnTo>
                <a:lnTo>
                  <a:pt x="127863" y="177152"/>
                </a:lnTo>
                <a:lnTo>
                  <a:pt x="118491" y="171259"/>
                </a:lnTo>
                <a:lnTo>
                  <a:pt x="114325" y="169164"/>
                </a:lnTo>
                <a:lnTo>
                  <a:pt x="106248" y="165100"/>
                </a:lnTo>
                <a:lnTo>
                  <a:pt x="91440" y="158496"/>
                </a:lnTo>
                <a:lnTo>
                  <a:pt x="91440" y="117348"/>
                </a:lnTo>
                <a:lnTo>
                  <a:pt x="144780" y="117348"/>
                </a:lnTo>
                <a:close/>
              </a:path>
              <a:path w="855345" h="411479">
                <a:moveTo>
                  <a:pt x="252984" y="51816"/>
                </a:moveTo>
                <a:lnTo>
                  <a:pt x="243840" y="42672"/>
                </a:lnTo>
                <a:lnTo>
                  <a:pt x="230124" y="28956"/>
                </a:lnTo>
                <a:lnTo>
                  <a:pt x="217932" y="41148"/>
                </a:lnTo>
                <a:lnTo>
                  <a:pt x="217932" y="53340"/>
                </a:lnTo>
                <a:lnTo>
                  <a:pt x="217932" y="126492"/>
                </a:lnTo>
                <a:lnTo>
                  <a:pt x="217932" y="137160"/>
                </a:lnTo>
                <a:lnTo>
                  <a:pt x="217932" y="207264"/>
                </a:lnTo>
                <a:lnTo>
                  <a:pt x="170688" y="207264"/>
                </a:lnTo>
                <a:lnTo>
                  <a:pt x="170688" y="137160"/>
                </a:lnTo>
                <a:lnTo>
                  <a:pt x="217932" y="137160"/>
                </a:lnTo>
                <a:lnTo>
                  <a:pt x="217932" y="126492"/>
                </a:lnTo>
                <a:lnTo>
                  <a:pt x="170688" y="126492"/>
                </a:lnTo>
                <a:lnTo>
                  <a:pt x="170688" y="53340"/>
                </a:lnTo>
                <a:lnTo>
                  <a:pt x="217932" y="53340"/>
                </a:lnTo>
                <a:lnTo>
                  <a:pt x="217932" y="41148"/>
                </a:lnTo>
                <a:lnTo>
                  <a:pt x="216408" y="42672"/>
                </a:lnTo>
                <a:lnTo>
                  <a:pt x="170688" y="42672"/>
                </a:lnTo>
                <a:lnTo>
                  <a:pt x="147828" y="30480"/>
                </a:lnTo>
                <a:lnTo>
                  <a:pt x="149898" y="83591"/>
                </a:lnTo>
                <a:lnTo>
                  <a:pt x="150609" y="106133"/>
                </a:lnTo>
                <a:lnTo>
                  <a:pt x="150761" y="117348"/>
                </a:lnTo>
                <a:lnTo>
                  <a:pt x="150685" y="303847"/>
                </a:lnTo>
                <a:lnTo>
                  <a:pt x="150342" y="310832"/>
                </a:lnTo>
                <a:lnTo>
                  <a:pt x="148971" y="319849"/>
                </a:lnTo>
                <a:lnTo>
                  <a:pt x="147015" y="327456"/>
                </a:lnTo>
                <a:lnTo>
                  <a:pt x="144780" y="333756"/>
                </a:lnTo>
                <a:lnTo>
                  <a:pt x="163068" y="356616"/>
                </a:lnTo>
                <a:lnTo>
                  <a:pt x="189166" y="324231"/>
                </a:lnTo>
                <a:lnTo>
                  <a:pt x="225552" y="289560"/>
                </a:lnTo>
                <a:lnTo>
                  <a:pt x="227838" y="297065"/>
                </a:lnTo>
                <a:lnTo>
                  <a:pt x="230124" y="303847"/>
                </a:lnTo>
                <a:lnTo>
                  <a:pt x="232410" y="310349"/>
                </a:lnTo>
                <a:lnTo>
                  <a:pt x="234696" y="316992"/>
                </a:lnTo>
                <a:lnTo>
                  <a:pt x="236220" y="321564"/>
                </a:lnTo>
                <a:lnTo>
                  <a:pt x="237744" y="323088"/>
                </a:lnTo>
                <a:lnTo>
                  <a:pt x="242316" y="323088"/>
                </a:lnTo>
                <a:lnTo>
                  <a:pt x="246888" y="313944"/>
                </a:lnTo>
                <a:lnTo>
                  <a:pt x="251460" y="309372"/>
                </a:lnTo>
                <a:lnTo>
                  <a:pt x="252984" y="303276"/>
                </a:lnTo>
                <a:lnTo>
                  <a:pt x="252958" y="297065"/>
                </a:lnTo>
                <a:lnTo>
                  <a:pt x="252145" y="291465"/>
                </a:lnTo>
                <a:lnTo>
                  <a:pt x="251345" y="289560"/>
                </a:lnTo>
                <a:lnTo>
                  <a:pt x="249745" y="285750"/>
                </a:lnTo>
                <a:lnTo>
                  <a:pt x="210781" y="248602"/>
                </a:lnTo>
                <a:lnTo>
                  <a:pt x="195072" y="237744"/>
                </a:lnTo>
                <a:lnTo>
                  <a:pt x="193548" y="243840"/>
                </a:lnTo>
                <a:lnTo>
                  <a:pt x="203835" y="256679"/>
                </a:lnTo>
                <a:lnTo>
                  <a:pt x="211836" y="267652"/>
                </a:lnTo>
                <a:lnTo>
                  <a:pt x="217551" y="276631"/>
                </a:lnTo>
                <a:lnTo>
                  <a:pt x="220980" y="283464"/>
                </a:lnTo>
                <a:lnTo>
                  <a:pt x="170688" y="316992"/>
                </a:lnTo>
                <a:lnTo>
                  <a:pt x="170688" y="216408"/>
                </a:lnTo>
                <a:lnTo>
                  <a:pt x="217932" y="216408"/>
                </a:lnTo>
                <a:lnTo>
                  <a:pt x="217932" y="228600"/>
                </a:lnTo>
                <a:lnTo>
                  <a:pt x="239268" y="216408"/>
                </a:lnTo>
                <a:lnTo>
                  <a:pt x="237972" y="158496"/>
                </a:lnTo>
                <a:lnTo>
                  <a:pt x="237744" y="60960"/>
                </a:lnTo>
                <a:lnTo>
                  <a:pt x="250444" y="53340"/>
                </a:lnTo>
                <a:lnTo>
                  <a:pt x="252984" y="51816"/>
                </a:lnTo>
                <a:close/>
              </a:path>
              <a:path w="855345" h="411479">
                <a:moveTo>
                  <a:pt x="411480" y="371856"/>
                </a:moveTo>
                <a:lnTo>
                  <a:pt x="394335" y="332803"/>
                </a:lnTo>
                <a:lnTo>
                  <a:pt x="393192" y="309372"/>
                </a:lnTo>
                <a:lnTo>
                  <a:pt x="385572" y="309372"/>
                </a:lnTo>
                <a:lnTo>
                  <a:pt x="385368" y="319849"/>
                </a:lnTo>
                <a:lnTo>
                  <a:pt x="385279" y="323088"/>
                </a:lnTo>
                <a:lnTo>
                  <a:pt x="384276" y="345173"/>
                </a:lnTo>
                <a:lnTo>
                  <a:pt x="384048" y="355092"/>
                </a:lnTo>
                <a:lnTo>
                  <a:pt x="382917" y="363982"/>
                </a:lnTo>
                <a:lnTo>
                  <a:pt x="379666" y="370141"/>
                </a:lnTo>
                <a:lnTo>
                  <a:pt x="374396" y="373748"/>
                </a:lnTo>
                <a:lnTo>
                  <a:pt x="367284" y="374904"/>
                </a:lnTo>
                <a:lnTo>
                  <a:pt x="347472" y="374904"/>
                </a:lnTo>
                <a:lnTo>
                  <a:pt x="342900" y="370332"/>
                </a:lnTo>
                <a:lnTo>
                  <a:pt x="342900" y="249936"/>
                </a:lnTo>
                <a:lnTo>
                  <a:pt x="353568" y="239268"/>
                </a:lnTo>
                <a:lnTo>
                  <a:pt x="355092" y="237744"/>
                </a:lnTo>
                <a:lnTo>
                  <a:pt x="327660" y="222504"/>
                </a:lnTo>
                <a:lnTo>
                  <a:pt x="332232" y="199644"/>
                </a:lnTo>
                <a:lnTo>
                  <a:pt x="406908" y="199644"/>
                </a:lnTo>
                <a:lnTo>
                  <a:pt x="396240" y="188976"/>
                </a:lnTo>
                <a:lnTo>
                  <a:pt x="377952" y="170688"/>
                </a:lnTo>
                <a:lnTo>
                  <a:pt x="358140" y="188976"/>
                </a:lnTo>
                <a:lnTo>
                  <a:pt x="333756" y="188976"/>
                </a:lnTo>
                <a:lnTo>
                  <a:pt x="336042" y="166077"/>
                </a:lnTo>
                <a:lnTo>
                  <a:pt x="338328" y="136017"/>
                </a:lnTo>
                <a:lnTo>
                  <a:pt x="340614" y="98539"/>
                </a:lnTo>
                <a:lnTo>
                  <a:pt x="342900" y="53340"/>
                </a:lnTo>
                <a:lnTo>
                  <a:pt x="403860" y="53340"/>
                </a:lnTo>
                <a:lnTo>
                  <a:pt x="376428" y="25908"/>
                </a:lnTo>
                <a:lnTo>
                  <a:pt x="358140" y="42672"/>
                </a:lnTo>
                <a:lnTo>
                  <a:pt x="262128" y="42672"/>
                </a:lnTo>
                <a:lnTo>
                  <a:pt x="275844" y="56388"/>
                </a:lnTo>
                <a:lnTo>
                  <a:pt x="291084" y="53340"/>
                </a:lnTo>
                <a:lnTo>
                  <a:pt x="320040" y="53340"/>
                </a:lnTo>
                <a:lnTo>
                  <a:pt x="318630" y="98539"/>
                </a:lnTo>
                <a:lnTo>
                  <a:pt x="316826" y="136017"/>
                </a:lnTo>
                <a:lnTo>
                  <a:pt x="314680" y="166712"/>
                </a:lnTo>
                <a:lnTo>
                  <a:pt x="312420" y="188976"/>
                </a:lnTo>
                <a:lnTo>
                  <a:pt x="275844" y="188976"/>
                </a:lnTo>
                <a:lnTo>
                  <a:pt x="280924" y="165100"/>
                </a:lnTo>
                <a:lnTo>
                  <a:pt x="284835" y="146215"/>
                </a:lnTo>
                <a:lnTo>
                  <a:pt x="294132" y="108204"/>
                </a:lnTo>
                <a:lnTo>
                  <a:pt x="303276" y="99060"/>
                </a:lnTo>
                <a:lnTo>
                  <a:pt x="277368" y="83820"/>
                </a:lnTo>
                <a:lnTo>
                  <a:pt x="269176" y="128206"/>
                </a:lnTo>
                <a:lnTo>
                  <a:pt x="258648" y="171196"/>
                </a:lnTo>
                <a:lnTo>
                  <a:pt x="245364" y="188976"/>
                </a:lnTo>
                <a:lnTo>
                  <a:pt x="265176" y="210312"/>
                </a:lnTo>
                <a:lnTo>
                  <a:pt x="277368" y="199644"/>
                </a:lnTo>
                <a:lnTo>
                  <a:pt x="310896" y="199644"/>
                </a:lnTo>
                <a:lnTo>
                  <a:pt x="295541" y="253390"/>
                </a:lnTo>
                <a:lnTo>
                  <a:pt x="273316" y="301142"/>
                </a:lnTo>
                <a:lnTo>
                  <a:pt x="244284" y="342734"/>
                </a:lnTo>
                <a:lnTo>
                  <a:pt x="208521" y="378040"/>
                </a:lnTo>
                <a:lnTo>
                  <a:pt x="166116" y="406908"/>
                </a:lnTo>
                <a:lnTo>
                  <a:pt x="167640" y="411480"/>
                </a:lnTo>
                <a:lnTo>
                  <a:pt x="211848" y="388620"/>
                </a:lnTo>
                <a:lnTo>
                  <a:pt x="249567" y="360083"/>
                </a:lnTo>
                <a:lnTo>
                  <a:pt x="280657" y="325793"/>
                </a:lnTo>
                <a:lnTo>
                  <a:pt x="305155" y="285572"/>
                </a:lnTo>
                <a:lnTo>
                  <a:pt x="323088" y="239268"/>
                </a:lnTo>
                <a:lnTo>
                  <a:pt x="323088" y="367284"/>
                </a:lnTo>
                <a:lnTo>
                  <a:pt x="324510" y="379285"/>
                </a:lnTo>
                <a:lnTo>
                  <a:pt x="328803" y="387858"/>
                </a:lnTo>
                <a:lnTo>
                  <a:pt x="335940" y="393001"/>
                </a:lnTo>
                <a:lnTo>
                  <a:pt x="345948" y="394716"/>
                </a:lnTo>
                <a:lnTo>
                  <a:pt x="384048" y="394716"/>
                </a:lnTo>
                <a:lnTo>
                  <a:pt x="391668" y="393192"/>
                </a:lnTo>
                <a:lnTo>
                  <a:pt x="397764" y="388620"/>
                </a:lnTo>
                <a:lnTo>
                  <a:pt x="402336" y="385572"/>
                </a:lnTo>
                <a:lnTo>
                  <a:pt x="406908" y="379476"/>
                </a:lnTo>
                <a:lnTo>
                  <a:pt x="409651" y="374904"/>
                </a:lnTo>
                <a:lnTo>
                  <a:pt x="411480" y="371856"/>
                </a:lnTo>
                <a:close/>
              </a:path>
              <a:path w="855345" h="411479">
                <a:moveTo>
                  <a:pt x="521144" y="280403"/>
                </a:moveTo>
                <a:lnTo>
                  <a:pt x="513588" y="277368"/>
                </a:lnTo>
                <a:lnTo>
                  <a:pt x="507555" y="297141"/>
                </a:lnTo>
                <a:lnTo>
                  <a:pt x="500824" y="313182"/>
                </a:lnTo>
                <a:lnTo>
                  <a:pt x="493217" y="325805"/>
                </a:lnTo>
                <a:lnTo>
                  <a:pt x="484632" y="335280"/>
                </a:lnTo>
                <a:lnTo>
                  <a:pt x="477507" y="340956"/>
                </a:lnTo>
                <a:lnTo>
                  <a:pt x="472249" y="346329"/>
                </a:lnTo>
                <a:lnTo>
                  <a:pt x="468985" y="351142"/>
                </a:lnTo>
                <a:lnTo>
                  <a:pt x="467868" y="355092"/>
                </a:lnTo>
                <a:lnTo>
                  <a:pt x="467868" y="356616"/>
                </a:lnTo>
                <a:lnTo>
                  <a:pt x="477012" y="365760"/>
                </a:lnTo>
                <a:lnTo>
                  <a:pt x="483108" y="365760"/>
                </a:lnTo>
                <a:lnTo>
                  <a:pt x="492252" y="362712"/>
                </a:lnTo>
                <a:lnTo>
                  <a:pt x="498817" y="360718"/>
                </a:lnTo>
                <a:lnTo>
                  <a:pt x="519874" y="321564"/>
                </a:lnTo>
                <a:lnTo>
                  <a:pt x="521017" y="294132"/>
                </a:lnTo>
                <a:lnTo>
                  <a:pt x="521144" y="280403"/>
                </a:lnTo>
                <a:close/>
              </a:path>
              <a:path w="855345" h="411479">
                <a:moveTo>
                  <a:pt x="666000" y="287274"/>
                </a:moveTo>
                <a:lnTo>
                  <a:pt x="635317" y="251269"/>
                </a:lnTo>
                <a:lnTo>
                  <a:pt x="611124" y="234696"/>
                </a:lnTo>
                <a:lnTo>
                  <a:pt x="606552" y="237744"/>
                </a:lnTo>
                <a:lnTo>
                  <a:pt x="616216" y="252349"/>
                </a:lnTo>
                <a:lnTo>
                  <a:pt x="624459" y="266509"/>
                </a:lnTo>
                <a:lnTo>
                  <a:pt x="630974" y="280403"/>
                </a:lnTo>
                <a:lnTo>
                  <a:pt x="635508" y="294132"/>
                </a:lnTo>
                <a:lnTo>
                  <a:pt x="638556" y="307848"/>
                </a:lnTo>
                <a:lnTo>
                  <a:pt x="643128" y="313944"/>
                </a:lnTo>
                <a:lnTo>
                  <a:pt x="649224" y="313944"/>
                </a:lnTo>
                <a:lnTo>
                  <a:pt x="653796" y="312420"/>
                </a:lnTo>
                <a:lnTo>
                  <a:pt x="656844" y="310896"/>
                </a:lnTo>
                <a:lnTo>
                  <a:pt x="661416" y="307848"/>
                </a:lnTo>
                <a:lnTo>
                  <a:pt x="664464" y="301752"/>
                </a:lnTo>
                <a:lnTo>
                  <a:pt x="665988" y="294132"/>
                </a:lnTo>
                <a:lnTo>
                  <a:pt x="666000" y="287274"/>
                </a:lnTo>
                <a:close/>
              </a:path>
              <a:path w="855345" h="411479">
                <a:moveTo>
                  <a:pt x="672084" y="138684"/>
                </a:moveTo>
                <a:lnTo>
                  <a:pt x="645223" y="103441"/>
                </a:lnTo>
                <a:lnTo>
                  <a:pt x="624840" y="89916"/>
                </a:lnTo>
                <a:lnTo>
                  <a:pt x="620268" y="92964"/>
                </a:lnTo>
                <a:lnTo>
                  <a:pt x="627672" y="106426"/>
                </a:lnTo>
                <a:lnTo>
                  <a:pt x="633793" y="119443"/>
                </a:lnTo>
                <a:lnTo>
                  <a:pt x="638479" y="132194"/>
                </a:lnTo>
                <a:lnTo>
                  <a:pt x="641604" y="144780"/>
                </a:lnTo>
                <a:lnTo>
                  <a:pt x="644652" y="156972"/>
                </a:lnTo>
                <a:lnTo>
                  <a:pt x="647700" y="163068"/>
                </a:lnTo>
                <a:lnTo>
                  <a:pt x="655320" y="163068"/>
                </a:lnTo>
                <a:lnTo>
                  <a:pt x="661416" y="160020"/>
                </a:lnTo>
                <a:lnTo>
                  <a:pt x="667512" y="153924"/>
                </a:lnTo>
                <a:lnTo>
                  <a:pt x="670560" y="144780"/>
                </a:lnTo>
                <a:lnTo>
                  <a:pt x="672084" y="141732"/>
                </a:lnTo>
                <a:lnTo>
                  <a:pt x="672084" y="138684"/>
                </a:lnTo>
                <a:close/>
              </a:path>
              <a:path w="855345" h="411479">
                <a:moveTo>
                  <a:pt x="760476" y="190500"/>
                </a:moveTo>
                <a:lnTo>
                  <a:pt x="758863" y="188976"/>
                </a:lnTo>
                <a:lnTo>
                  <a:pt x="729996" y="161544"/>
                </a:lnTo>
                <a:lnTo>
                  <a:pt x="713232" y="178308"/>
                </a:lnTo>
                <a:lnTo>
                  <a:pt x="530352" y="178308"/>
                </a:lnTo>
                <a:lnTo>
                  <a:pt x="547116" y="195072"/>
                </a:lnTo>
                <a:lnTo>
                  <a:pt x="556539" y="192201"/>
                </a:lnTo>
                <a:lnTo>
                  <a:pt x="566547" y="190309"/>
                </a:lnTo>
                <a:lnTo>
                  <a:pt x="577113" y="189293"/>
                </a:lnTo>
                <a:lnTo>
                  <a:pt x="588264" y="188976"/>
                </a:lnTo>
                <a:lnTo>
                  <a:pt x="713232" y="188976"/>
                </a:lnTo>
                <a:lnTo>
                  <a:pt x="700100" y="210693"/>
                </a:lnTo>
                <a:lnTo>
                  <a:pt x="677862" y="247269"/>
                </a:lnTo>
                <a:lnTo>
                  <a:pt x="669036" y="262128"/>
                </a:lnTo>
                <a:lnTo>
                  <a:pt x="696468" y="268224"/>
                </a:lnTo>
                <a:lnTo>
                  <a:pt x="707936" y="248437"/>
                </a:lnTo>
                <a:lnTo>
                  <a:pt x="717423" y="232219"/>
                </a:lnTo>
                <a:lnTo>
                  <a:pt x="744855" y="196215"/>
                </a:lnTo>
                <a:lnTo>
                  <a:pt x="752513" y="192506"/>
                </a:lnTo>
                <a:lnTo>
                  <a:pt x="760476" y="190500"/>
                </a:lnTo>
                <a:close/>
              </a:path>
              <a:path w="855345" h="411479">
                <a:moveTo>
                  <a:pt x="769620" y="367284"/>
                </a:moveTo>
                <a:lnTo>
                  <a:pt x="744093" y="329184"/>
                </a:lnTo>
                <a:lnTo>
                  <a:pt x="742188" y="304800"/>
                </a:lnTo>
                <a:lnTo>
                  <a:pt x="733044" y="304800"/>
                </a:lnTo>
                <a:lnTo>
                  <a:pt x="732802" y="316471"/>
                </a:lnTo>
                <a:lnTo>
                  <a:pt x="731735" y="340956"/>
                </a:lnTo>
                <a:lnTo>
                  <a:pt x="731520" y="352044"/>
                </a:lnTo>
                <a:lnTo>
                  <a:pt x="729234" y="362051"/>
                </a:lnTo>
                <a:lnTo>
                  <a:pt x="724662" y="369189"/>
                </a:lnTo>
                <a:lnTo>
                  <a:pt x="717804" y="373481"/>
                </a:lnTo>
                <a:lnTo>
                  <a:pt x="708660" y="374904"/>
                </a:lnTo>
                <a:lnTo>
                  <a:pt x="609600" y="374904"/>
                </a:lnTo>
                <a:lnTo>
                  <a:pt x="597636" y="373151"/>
                </a:lnTo>
                <a:lnTo>
                  <a:pt x="589407" y="367665"/>
                </a:lnTo>
                <a:lnTo>
                  <a:pt x="585165" y="358190"/>
                </a:lnTo>
                <a:lnTo>
                  <a:pt x="585216" y="288036"/>
                </a:lnTo>
                <a:lnTo>
                  <a:pt x="601980" y="272796"/>
                </a:lnTo>
                <a:lnTo>
                  <a:pt x="559308" y="252984"/>
                </a:lnTo>
                <a:lnTo>
                  <a:pt x="560158" y="272796"/>
                </a:lnTo>
                <a:lnTo>
                  <a:pt x="560578" y="294132"/>
                </a:lnTo>
                <a:lnTo>
                  <a:pt x="560705" y="307848"/>
                </a:lnTo>
                <a:lnTo>
                  <a:pt x="560832" y="355092"/>
                </a:lnTo>
                <a:lnTo>
                  <a:pt x="561378" y="374167"/>
                </a:lnTo>
                <a:lnTo>
                  <a:pt x="567499" y="387667"/>
                </a:lnTo>
                <a:lnTo>
                  <a:pt x="579043" y="395173"/>
                </a:lnTo>
                <a:lnTo>
                  <a:pt x="595884" y="396240"/>
                </a:lnTo>
                <a:lnTo>
                  <a:pt x="722376" y="396240"/>
                </a:lnTo>
                <a:lnTo>
                  <a:pt x="737463" y="394512"/>
                </a:lnTo>
                <a:lnTo>
                  <a:pt x="750570" y="389191"/>
                </a:lnTo>
                <a:lnTo>
                  <a:pt x="761377" y="380174"/>
                </a:lnTo>
                <a:lnTo>
                  <a:pt x="764743" y="374904"/>
                </a:lnTo>
                <a:lnTo>
                  <a:pt x="769620" y="367284"/>
                </a:lnTo>
                <a:close/>
              </a:path>
              <a:path w="855345" h="411479">
                <a:moveTo>
                  <a:pt x="829068" y="332359"/>
                </a:moveTo>
                <a:lnTo>
                  <a:pt x="797242" y="296418"/>
                </a:lnTo>
                <a:lnTo>
                  <a:pt x="769620" y="275844"/>
                </a:lnTo>
                <a:lnTo>
                  <a:pt x="763524" y="281940"/>
                </a:lnTo>
                <a:lnTo>
                  <a:pt x="776706" y="299427"/>
                </a:lnTo>
                <a:lnTo>
                  <a:pt x="786765" y="315468"/>
                </a:lnTo>
                <a:lnTo>
                  <a:pt x="793953" y="330377"/>
                </a:lnTo>
                <a:lnTo>
                  <a:pt x="798576" y="344424"/>
                </a:lnTo>
                <a:lnTo>
                  <a:pt x="801624" y="356616"/>
                </a:lnTo>
                <a:lnTo>
                  <a:pt x="806196" y="362712"/>
                </a:lnTo>
                <a:lnTo>
                  <a:pt x="813816" y="362712"/>
                </a:lnTo>
                <a:lnTo>
                  <a:pt x="816864" y="361188"/>
                </a:lnTo>
                <a:lnTo>
                  <a:pt x="826008" y="352044"/>
                </a:lnTo>
                <a:lnTo>
                  <a:pt x="829056" y="345948"/>
                </a:lnTo>
                <a:lnTo>
                  <a:pt x="829068" y="332359"/>
                </a:lnTo>
                <a:close/>
              </a:path>
              <a:path w="855345" h="411479">
                <a:moveTo>
                  <a:pt x="854964" y="138684"/>
                </a:moveTo>
                <a:lnTo>
                  <a:pt x="800303" y="128828"/>
                </a:lnTo>
                <a:lnTo>
                  <a:pt x="760260" y="114211"/>
                </a:lnTo>
                <a:lnTo>
                  <a:pt x="723061" y="93637"/>
                </a:lnTo>
                <a:lnTo>
                  <a:pt x="688987" y="67652"/>
                </a:lnTo>
                <a:lnTo>
                  <a:pt x="660996" y="41148"/>
                </a:lnTo>
                <a:lnTo>
                  <a:pt x="656844" y="36576"/>
                </a:lnTo>
                <a:lnTo>
                  <a:pt x="672084" y="25908"/>
                </a:lnTo>
                <a:lnTo>
                  <a:pt x="635508" y="1524"/>
                </a:lnTo>
                <a:lnTo>
                  <a:pt x="611314" y="42672"/>
                </a:lnTo>
                <a:lnTo>
                  <a:pt x="569976" y="92964"/>
                </a:lnTo>
                <a:lnTo>
                  <a:pt x="542569" y="119443"/>
                </a:lnTo>
                <a:lnTo>
                  <a:pt x="512445" y="144208"/>
                </a:lnTo>
                <a:lnTo>
                  <a:pt x="479526" y="166903"/>
                </a:lnTo>
                <a:lnTo>
                  <a:pt x="443484" y="187452"/>
                </a:lnTo>
                <a:lnTo>
                  <a:pt x="448056" y="193548"/>
                </a:lnTo>
                <a:lnTo>
                  <a:pt x="491350" y="173609"/>
                </a:lnTo>
                <a:lnTo>
                  <a:pt x="533349" y="148463"/>
                </a:lnTo>
                <a:lnTo>
                  <a:pt x="573798" y="118059"/>
                </a:lnTo>
                <a:lnTo>
                  <a:pt x="612495" y="82308"/>
                </a:lnTo>
                <a:lnTo>
                  <a:pt x="649224" y="41148"/>
                </a:lnTo>
                <a:lnTo>
                  <a:pt x="682942" y="80924"/>
                </a:lnTo>
                <a:lnTo>
                  <a:pt x="722376" y="115824"/>
                </a:lnTo>
                <a:lnTo>
                  <a:pt x="767524" y="146164"/>
                </a:lnTo>
                <a:lnTo>
                  <a:pt x="818388" y="172212"/>
                </a:lnTo>
                <a:lnTo>
                  <a:pt x="821524" y="163029"/>
                </a:lnTo>
                <a:lnTo>
                  <a:pt x="828675" y="155829"/>
                </a:lnTo>
                <a:lnTo>
                  <a:pt x="839812" y="150355"/>
                </a:lnTo>
                <a:lnTo>
                  <a:pt x="854964" y="146304"/>
                </a:lnTo>
                <a:lnTo>
                  <a:pt x="854964" y="13868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pic>
        <p:nvPicPr>
          <p:cNvPr id="79" name="object 79"/>
          <p:cNvPicPr/>
          <p:nvPr/>
        </p:nvPicPr>
        <p:blipFill>
          <a:blip r:embed="rId10" cstate="print"/>
          <a:stretch>
            <a:fillRect/>
          </a:stretch>
        </p:blipFill>
        <p:spPr>
          <a:xfrm>
            <a:off x="8328400" y="4989576"/>
            <a:ext cx="96271" cy="96012"/>
          </a:xfrm>
          <a:prstGeom prst="rect">
            <a:avLst/>
          </a:prstGeom>
        </p:spPr>
      </p:pic>
    </p:spTree>
  </p:cSld>
  <p:clrMapOvr>
    <a:masterClrMapping/>
  </p:clrMapOvr>
</p:sld>
</file>

<file path=ppt/slides/slide5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9563100" y="7229856"/>
            <a:ext cx="190500" cy="146685"/>
            <a:chOff x="9563100" y="7229856"/>
            <a:chExt cx="190500" cy="146685"/>
          </a:xfrm>
        </p:grpSpPr>
        <p:pic>
          <p:nvPicPr>
            <p:cNvPr id="3" name="object 3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9563100" y="7231380"/>
              <a:ext cx="83820" cy="144779"/>
            </a:xfrm>
            <a:prstGeom prst="rect">
              <a:avLst/>
            </a:prstGeom>
          </p:spPr>
        </p:pic>
        <p:pic>
          <p:nvPicPr>
            <p:cNvPr id="4" name="object 4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9668255" y="7229856"/>
              <a:ext cx="85344" cy="146304"/>
            </a:xfrm>
            <a:prstGeom prst="rect">
              <a:avLst/>
            </a:prstGeom>
          </p:spPr>
        </p:pic>
      </p:grpSp>
      <p:sp>
        <p:nvSpPr>
          <p:cNvPr id="5" name="object 5"/>
          <p:cNvSpPr/>
          <p:nvPr/>
        </p:nvSpPr>
        <p:spPr>
          <a:xfrm>
            <a:off x="1760219" y="1328927"/>
            <a:ext cx="218440" cy="447040"/>
          </a:xfrm>
          <a:custGeom>
            <a:avLst/>
            <a:gdLst/>
            <a:ahLst/>
            <a:cxnLst/>
            <a:rect l="l" t="t" r="r" b="b"/>
            <a:pathLst>
              <a:path w="218439" h="447039">
                <a:moveTo>
                  <a:pt x="217931" y="446532"/>
                </a:moveTo>
                <a:lnTo>
                  <a:pt x="0" y="446532"/>
                </a:lnTo>
                <a:lnTo>
                  <a:pt x="0" y="400812"/>
                </a:lnTo>
                <a:lnTo>
                  <a:pt x="80771" y="400812"/>
                </a:lnTo>
                <a:lnTo>
                  <a:pt x="80771" y="102108"/>
                </a:lnTo>
                <a:lnTo>
                  <a:pt x="0" y="102108"/>
                </a:lnTo>
                <a:lnTo>
                  <a:pt x="0" y="62484"/>
                </a:lnTo>
                <a:lnTo>
                  <a:pt x="21407" y="61626"/>
                </a:lnTo>
                <a:lnTo>
                  <a:pt x="39814" y="59055"/>
                </a:lnTo>
                <a:lnTo>
                  <a:pt x="77081" y="41362"/>
                </a:lnTo>
                <a:lnTo>
                  <a:pt x="91439" y="0"/>
                </a:lnTo>
                <a:lnTo>
                  <a:pt x="138683" y="0"/>
                </a:lnTo>
                <a:lnTo>
                  <a:pt x="138683" y="400812"/>
                </a:lnTo>
                <a:lnTo>
                  <a:pt x="217931" y="400812"/>
                </a:lnTo>
                <a:lnTo>
                  <a:pt x="217931" y="446532"/>
                </a:lnTo>
                <a:close/>
              </a:path>
            </a:pathLst>
          </a:custGeom>
          <a:solidFill>
            <a:srgbClr val="3333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" name="object 6"/>
          <p:cNvSpPr/>
          <p:nvPr/>
        </p:nvSpPr>
        <p:spPr>
          <a:xfrm>
            <a:off x="2084832" y="1690116"/>
            <a:ext cx="71755" cy="85725"/>
          </a:xfrm>
          <a:custGeom>
            <a:avLst/>
            <a:gdLst/>
            <a:ahLst/>
            <a:cxnLst/>
            <a:rect l="l" t="t" r="r" b="b"/>
            <a:pathLst>
              <a:path w="71755" h="85725">
                <a:moveTo>
                  <a:pt x="71627" y="85343"/>
                </a:moveTo>
                <a:lnTo>
                  <a:pt x="0" y="85343"/>
                </a:lnTo>
                <a:lnTo>
                  <a:pt x="0" y="0"/>
                </a:lnTo>
                <a:lnTo>
                  <a:pt x="71627" y="0"/>
                </a:lnTo>
                <a:lnTo>
                  <a:pt x="71627" y="85343"/>
                </a:lnTo>
                <a:close/>
              </a:path>
            </a:pathLst>
          </a:custGeom>
          <a:solidFill>
            <a:srgbClr val="3333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" name="object 7"/>
          <p:cNvSpPr/>
          <p:nvPr/>
        </p:nvSpPr>
        <p:spPr>
          <a:xfrm>
            <a:off x="2244852" y="1321307"/>
            <a:ext cx="276225" cy="454659"/>
          </a:xfrm>
          <a:custGeom>
            <a:avLst/>
            <a:gdLst/>
            <a:ahLst/>
            <a:cxnLst/>
            <a:rect l="l" t="t" r="r" b="b"/>
            <a:pathLst>
              <a:path w="276225" h="454660">
                <a:moveTo>
                  <a:pt x="275843" y="454151"/>
                </a:moveTo>
                <a:lnTo>
                  <a:pt x="0" y="454151"/>
                </a:lnTo>
                <a:lnTo>
                  <a:pt x="0" y="391667"/>
                </a:lnTo>
                <a:lnTo>
                  <a:pt x="29336" y="364426"/>
                </a:lnTo>
                <a:lnTo>
                  <a:pt x="43291" y="351162"/>
                </a:lnTo>
                <a:lnTo>
                  <a:pt x="56387" y="338327"/>
                </a:lnTo>
                <a:lnTo>
                  <a:pt x="69842" y="325493"/>
                </a:lnTo>
                <a:lnTo>
                  <a:pt x="82867" y="312229"/>
                </a:lnTo>
                <a:lnTo>
                  <a:pt x="131349" y="258079"/>
                </a:lnTo>
                <a:lnTo>
                  <a:pt x="165639" y="213407"/>
                </a:lnTo>
                <a:lnTo>
                  <a:pt x="185666" y="177903"/>
                </a:lnTo>
                <a:lnTo>
                  <a:pt x="196595" y="124967"/>
                </a:lnTo>
                <a:lnTo>
                  <a:pt x="196072" y="116109"/>
                </a:lnTo>
                <a:lnTo>
                  <a:pt x="178927" y="74961"/>
                </a:lnTo>
                <a:lnTo>
                  <a:pt x="142470" y="54387"/>
                </a:lnTo>
                <a:lnTo>
                  <a:pt x="120395" y="51815"/>
                </a:lnTo>
                <a:lnTo>
                  <a:pt x="112371" y="52077"/>
                </a:lnTo>
                <a:lnTo>
                  <a:pt x="71627" y="59626"/>
                </a:lnTo>
                <a:lnTo>
                  <a:pt x="24383" y="82295"/>
                </a:lnTo>
                <a:lnTo>
                  <a:pt x="18287" y="86867"/>
                </a:lnTo>
                <a:lnTo>
                  <a:pt x="13715" y="89915"/>
                </a:lnTo>
                <a:lnTo>
                  <a:pt x="10667" y="89915"/>
                </a:lnTo>
                <a:lnTo>
                  <a:pt x="10667" y="25908"/>
                </a:lnTo>
                <a:lnTo>
                  <a:pt x="60960" y="9143"/>
                </a:lnTo>
                <a:lnTo>
                  <a:pt x="109823" y="571"/>
                </a:lnTo>
                <a:lnTo>
                  <a:pt x="124967" y="0"/>
                </a:lnTo>
                <a:lnTo>
                  <a:pt x="154138" y="2024"/>
                </a:lnTo>
                <a:lnTo>
                  <a:pt x="202763" y="18645"/>
                </a:lnTo>
                <a:lnTo>
                  <a:pt x="237624" y="51196"/>
                </a:lnTo>
                <a:lnTo>
                  <a:pt x="255293" y="95678"/>
                </a:lnTo>
                <a:lnTo>
                  <a:pt x="257555" y="121919"/>
                </a:lnTo>
                <a:lnTo>
                  <a:pt x="257032" y="135112"/>
                </a:lnTo>
                <a:lnTo>
                  <a:pt x="247769" y="181832"/>
                </a:lnTo>
                <a:lnTo>
                  <a:pt x="228695" y="221218"/>
                </a:lnTo>
                <a:lnTo>
                  <a:pt x="191071" y="268986"/>
                </a:lnTo>
                <a:lnTo>
                  <a:pt x="159472" y="303156"/>
                </a:lnTo>
                <a:lnTo>
                  <a:pt x="128087" y="334541"/>
                </a:lnTo>
                <a:lnTo>
                  <a:pt x="111251" y="350519"/>
                </a:lnTo>
                <a:lnTo>
                  <a:pt x="94964" y="366569"/>
                </a:lnTo>
                <a:lnTo>
                  <a:pt x="67532" y="392953"/>
                </a:lnTo>
                <a:lnTo>
                  <a:pt x="56387" y="403859"/>
                </a:lnTo>
                <a:lnTo>
                  <a:pt x="275843" y="403859"/>
                </a:lnTo>
                <a:lnTo>
                  <a:pt x="275843" y="454151"/>
                </a:lnTo>
                <a:close/>
              </a:path>
            </a:pathLst>
          </a:custGeom>
          <a:solidFill>
            <a:srgbClr val="3333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2604516" y="1690116"/>
            <a:ext cx="71755" cy="85725"/>
          </a:xfrm>
          <a:custGeom>
            <a:avLst/>
            <a:gdLst/>
            <a:ahLst/>
            <a:cxnLst/>
            <a:rect l="l" t="t" r="r" b="b"/>
            <a:pathLst>
              <a:path w="71755" h="85725">
                <a:moveTo>
                  <a:pt x="71627" y="85343"/>
                </a:moveTo>
                <a:lnTo>
                  <a:pt x="0" y="85343"/>
                </a:lnTo>
                <a:lnTo>
                  <a:pt x="0" y="0"/>
                </a:lnTo>
                <a:lnTo>
                  <a:pt x="71627" y="0"/>
                </a:lnTo>
                <a:lnTo>
                  <a:pt x="71627" y="85343"/>
                </a:lnTo>
                <a:close/>
              </a:path>
            </a:pathLst>
          </a:custGeom>
          <a:solidFill>
            <a:srgbClr val="3333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2766060" y="1321307"/>
            <a:ext cx="274320" cy="454659"/>
          </a:xfrm>
          <a:custGeom>
            <a:avLst/>
            <a:gdLst/>
            <a:ahLst/>
            <a:cxnLst/>
            <a:rect l="l" t="t" r="r" b="b"/>
            <a:pathLst>
              <a:path w="274319" h="454660">
                <a:moveTo>
                  <a:pt x="274319" y="454151"/>
                </a:moveTo>
                <a:lnTo>
                  <a:pt x="0" y="454151"/>
                </a:lnTo>
                <a:lnTo>
                  <a:pt x="0" y="391667"/>
                </a:lnTo>
                <a:lnTo>
                  <a:pt x="14573" y="377975"/>
                </a:lnTo>
                <a:lnTo>
                  <a:pt x="28574" y="364426"/>
                </a:lnTo>
                <a:lnTo>
                  <a:pt x="54863" y="338327"/>
                </a:lnTo>
                <a:lnTo>
                  <a:pt x="68318" y="325493"/>
                </a:lnTo>
                <a:lnTo>
                  <a:pt x="81343" y="312229"/>
                </a:lnTo>
                <a:lnTo>
                  <a:pt x="130063" y="258079"/>
                </a:lnTo>
                <a:lnTo>
                  <a:pt x="165401" y="213407"/>
                </a:lnTo>
                <a:lnTo>
                  <a:pt x="184784" y="177903"/>
                </a:lnTo>
                <a:lnTo>
                  <a:pt x="195071" y="124967"/>
                </a:lnTo>
                <a:lnTo>
                  <a:pt x="194762" y="116109"/>
                </a:lnTo>
                <a:lnTo>
                  <a:pt x="178046" y="74961"/>
                </a:lnTo>
                <a:lnTo>
                  <a:pt x="142232" y="54387"/>
                </a:lnTo>
                <a:lnTo>
                  <a:pt x="118871" y="51815"/>
                </a:lnTo>
                <a:lnTo>
                  <a:pt x="110870" y="52077"/>
                </a:lnTo>
                <a:lnTo>
                  <a:pt x="70865" y="59626"/>
                </a:lnTo>
                <a:lnTo>
                  <a:pt x="22859" y="82295"/>
                </a:lnTo>
                <a:lnTo>
                  <a:pt x="16763" y="86867"/>
                </a:lnTo>
                <a:lnTo>
                  <a:pt x="12191" y="89915"/>
                </a:lnTo>
                <a:lnTo>
                  <a:pt x="9143" y="89915"/>
                </a:lnTo>
                <a:lnTo>
                  <a:pt x="9143" y="25908"/>
                </a:lnTo>
                <a:lnTo>
                  <a:pt x="60959" y="9143"/>
                </a:lnTo>
                <a:lnTo>
                  <a:pt x="108323" y="571"/>
                </a:lnTo>
                <a:lnTo>
                  <a:pt x="123443" y="0"/>
                </a:lnTo>
                <a:lnTo>
                  <a:pt x="152614" y="2024"/>
                </a:lnTo>
                <a:lnTo>
                  <a:pt x="201239" y="18645"/>
                </a:lnTo>
                <a:lnTo>
                  <a:pt x="236100" y="51196"/>
                </a:lnTo>
                <a:lnTo>
                  <a:pt x="253769" y="95678"/>
                </a:lnTo>
                <a:lnTo>
                  <a:pt x="256031" y="121919"/>
                </a:lnTo>
                <a:lnTo>
                  <a:pt x="255722" y="135112"/>
                </a:lnTo>
                <a:lnTo>
                  <a:pt x="246245" y="181832"/>
                </a:lnTo>
                <a:lnTo>
                  <a:pt x="227171" y="221218"/>
                </a:lnTo>
                <a:lnTo>
                  <a:pt x="205739" y="249935"/>
                </a:lnTo>
                <a:lnTo>
                  <a:pt x="198381" y="259318"/>
                </a:lnTo>
                <a:lnTo>
                  <a:pt x="143636" y="318706"/>
                </a:lnTo>
                <a:lnTo>
                  <a:pt x="111251" y="350519"/>
                </a:lnTo>
                <a:lnTo>
                  <a:pt x="66032" y="392953"/>
                </a:lnTo>
                <a:lnTo>
                  <a:pt x="54863" y="403859"/>
                </a:lnTo>
                <a:lnTo>
                  <a:pt x="274319" y="403859"/>
                </a:lnTo>
                <a:lnTo>
                  <a:pt x="274319" y="454151"/>
                </a:lnTo>
                <a:close/>
              </a:path>
            </a:pathLst>
          </a:custGeom>
          <a:solidFill>
            <a:srgbClr val="3333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3302508" y="1278636"/>
            <a:ext cx="541020" cy="559435"/>
          </a:xfrm>
          <a:custGeom>
            <a:avLst/>
            <a:gdLst/>
            <a:ahLst/>
            <a:cxnLst/>
            <a:rect l="l" t="t" r="r" b="b"/>
            <a:pathLst>
              <a:path w="541020" h="559435">
                <a:moveTo>
                  <a:pt x="284988" y="97536"/>
                </a:moveTo>
                <a:lnTo>
                  <a:pt x="254508" y="97536"/>
                </a:lnTo>
                <a:lnTo>
                  <a:pt x="254246" y="69865"/>
                </a:lnTo>
                <a:lnTo>
                  <a:pt x="253606" y="46101"/>
                </a:lnTo>
                <a:lnTo>
                  <a:pt x="253491" y="42672"/>
                </a:lnTo>
                <a:lnTo>
                  <a:pt x="252579" y="20812"/>
                </a:lnTo>
                <a:lnTo>
                  <a:pt x="251460" y="0"/>
                </a:lnTo>
                <a:lnTo>
                  <a:pt x="301752" y="25907"/>
                </a:lnTo>
                <a:lnTo>
                  <a:pt x="284988" y="39624"/>
                </a:lnTo>
                <a:lnTo>
                  <a:pt x="284988" y="97536"/>
                </a:lnTo>
                <a:close/>
              </a:path>
              <a:path w="541020" h="559435">
                <a:moveTo>
                  <a:pt x="166116" y="97536"/>
                </a:moveTo>
                <a:lnTo>
                  <a:pt x="134112" y="97536"/>
                </a:lnTo>
                <a:lnTo>
                  <a:pt x="134041" y="64008"/>
                </a:lnTo>
                <a:lnTo>
                  <a:pt x="133921" y="46101"/>
                </a:lnTo>
                <a:lnTo>
                  <a:pt x="133469" y="22955"/>
                </a:lnTo>
                <a:lnTo>
                  <a:pt x="132588" y="1524"/>
                </a:lnTo>
                <a:lnTo>
                  <a:pt x="182880" y="27431"/>
                </a:lnTo>
                <a:lnTo>
                  <a:pt x="166116" y="44195"/>
                </a:lnTo>
                <a:lnTo>
                  <a:pt x="166116" y="97536"/>
                </a:lnTo>
                <a:close/>
              </a:path>
              <a:path w="541020" h="559435">
                <a:moveTo>
                  <a:pt x="402336" y="97536"/>
                </a:moveTo>
                <a:lnTo>
                  <a:pt x="371856" y="97536"/>
                </a:lnTo>
                <a:lnTo>
                  <a:pt x="371594" y="70961"/>
                </a:lnTo>
                <a:lnTo>
                  <a:pt x="370903" y="46101"/>
                </a:lnTo>
                <a:lnTo>
                  <a:pt x="369927" y="22955"/>
                </a:lnTo>
                <a:lnTo>
                  <a:pt x="368808" y="1524"/>
                </a:lnTo>
                <a:lnTo>
                  <a:pt x="419100" y="27431"/>
                </a:lnTo>
                <a:lnTo>
                  <a:pt x="402336" y="42672"/>
                </a:lnTo>
                <a:lnTo>
                  <a:pt x="402336" y="97536"/>
                </a:lnTo>
                <a:close/>
              </a:path>
              <a:path w="541020" h="559435">
                <a:moveTo>
                  <a:pt x="32004" y="117348"/>
                </a:moveTo>
                <a:lnTo>
                  <a:pt x="12192" y="97536"/>
                </a:lnTo>
                <a:lnTo>
                  <a:pt x="445008" y="97536"/>
                </a:lnTo>
                <a:lnTo>
                  <a:pt x="478536" y="64008"/>
                </a:lnTo>
                <a:lnTo>
                  <a:pt x="527304" y="111252"/>
                </a:lnTo>
                <a:lnTo>
                  <a:pt x="53340" y="111252"/>
                </a:lnTo>
                <a:lnTo>
                  <a:pt x="32004" y="117348"/>
                </a:lnTo>
                <a:close/>
              </a:path>
              <a:path w="541020" h="559435">
                <a:moveTo>
                  <a:pt x="132588" y="190500"/>
                </a:moveTo>
                <a:lnTo>
                  <a:pt x="133469" y="174259"/>
                </a:lnTo>
                <a:lnTo>
                  <a:pt x="133921" y="155448"/>
                </a:lnTo>
                <a:lnTo>
                  <a:pt x="133989" y="146875"/>
                </a:lnTo>
                <a:lnTo>
                  <a:pt x="134112" y="111252"/>
                </a:lnTo>
                <a:lnTo>
                  <a:pt x="166116" y="111252"/>
                </a:lnTo>
                <a:lnTo>
                  <a:pt x="166212" y="134350"/>
                </a:lnTo>
                <a:lnTo>
                  <a:pt x="166306" y="143446"/>
                </a:lnTo>
                <a:lnTo>
                  <a:pt x="166781" y="160329"/>
                </a:lnTo>
                <a:lnTo>
                  <a:pt x="167640" y="176784"/>
                </a:lnTo>
                <a:lnTo>
                  <a:pt x="132588" y="190500"/>
                </a:lnTo>
                <a:close/>
              </a:path>
              <a:path w="541020" h="559435">
                <a:moveTo>
                  <a:pt x="251460" y="188976"/>
                </a:moveTo>
                <a:lnTo>
                  <a:pt x="253555" y="150114"/>
                </a:lnTo>
                <a:lnTo>
                  <a:pt x="254508" y="111252"/>
                </a:lnTo>
                <a:lnTo>
                  <a:pt x="284988" y="111252"/>
                </a:lnTo>
                <a:lnTo>
                  <a:pt x="286916" y="160329"/>
                </a:lnTo>
                <a:lnTo>
                  <a:pt x="288036" y="173736"/>
                </a:lnTo>
                <a:lnTo>
                  <a:pt x="251460" y="188976"/>
                </a:lnTo>
                <a:close/>
              </a:path>
              <a:path w="541020" h="559435">
                <a:moveTo>
                  <a:pt x="368808" y="190500"/>
                </a:moveTo>
                <a:lnTo>
                  <a:pt x="370001" y="169545"/>
                </a:lnTo>
                <a:lnTo>
                  <a:pt x="370903" y="151447"/>
                </a:lnTo>
                <a:lnTo>
                  <a:pt x="371594" y="131564"/>
                </a:lnTo>
                <a:lnTo>
                  <a:pt x="371856" y="111252"/>
                </a:lnTo>
                <a:lnTo>
                  <a:pt x="402336" y="111252"/>
                </a:lnTo>
                <a:lnTo>
                  <a:pt x="404264" y="162472"/>
                </a:lnTo>
                <a:lnTo>
                  <a:pt x="405384" y="176784"/>
                </a:lnTo>
                <a:lnTo>
                  <a:pt x="368808" y="190500"/>
                </a:lnTo>
                <a:close/>
              </a:path>
              <a:path w="541020" h="559435">
                <a:moveTo>
                  <a:pt x="22860" y="294132"/>
                </a:moveTo>
                <a:lnTo>
                  <a:pt x="15240" y="294132"/>
                </a:lnTo>
                <a:lnTo>
                  <a:pt x="6096" y="288036"/>
                </a:lnTo>
                <a:lnTo>
                  <a:pt x="3048" y="283464"/>
                </a:lnTo>
                <a:lnTo>
                  <a:pt x="0" y="280416"/>
                </a:lnTo>
                <a:lnTo>
                  <a:pt x="0" y="277368"/>
                </a:lnTo>
                <a:lnTo>
                  <a:pt x="1119" y="273415"/>
                </a:lnTo>
                <a:lnTo>
                  <a:pt x="4381" y="268605"/>
                </a:lnTo>
                <a:lnTo>
                  <a:pt x="9644" y="263223"/>
                </a:lnTo>
                <a:lnTo>
                  <a:pt x="16764" y="257556"/>
                </a:lnTo>
                <a:lnTo>
                  <a:pt x="28479" y="247007"/>
                </a:lnTo>
                <a:lnTo>
                  <a:pt x="38481" y="231457"/>
                </a:lnTo>
                <a:lnTo>
                  <a:pt x="46767" y="211050"/>
                </a:lnTo>
                <a:lnTo>
                  <a:pt x="53340" y="185928"/>
                </a:lnTo>
                <a:lnTo>
                  <a:pt x="62484" y="185928"/>
                </a:lnTo>
                <a:lnTo>
                  <a:pt x="62484" y="214884"/>
                </a:lnTo>
                <a:lnTo>
                  <a:pt x="523362" y="214884"/>
                </a:lnTo>
                <a:lnTo>
                  <a:pt x="536605" y="228600"/>
                </a:lnTo>
                <a:lnTo>
                  <a:pt x="62484" y="228600"/>
                </a:lnTo>
                <a:lnTo>
                  <a:pt x="62484" y="249174"/>
                </a:lnTo>
                <a:lnTo>
                  <a:pt x="60198" y="265176"/>
                </a:lnTo>
                <a:lnTo>
                  <a:pt x="27979" y="293536"/>
                </a:lnTo>
                <a:lnTo>
                  <a:pt x="22860" y="294132"/>
                </a:lnTo>
                <a:close/>
              </a:path>
              <a:path w="541020" h="559435">
                <a:moveTo>
                  <a:pt x="523362" y="214884"/>
                </a:moveTo>
                <a:lnTo>
                  <a:pt x="477012" y="214884"/>
                </a:lnTo>
                <a:lnTo>
                  <a:pt x="498348" y="188976"/>
                </a:lnTo>
                <a:lnTo>
                  <a:pt x="523362" y="214884"/>
                </a:lnTo>
                <a:close/>
              </a:path>
              <a:path w="541020" h="559435">
                <a:moveTo>
                  <a:pt x="284988" y="306324"/>
                </a:moveTo>
                <a:lnTo>
                  <a:pt x="254508" y="306324"/>
                </a:lnTo>
                <a:lnTo>
                  <a:pt x="254508" y="228600"/>
                </a:lnTo>
                <a:lnTo>
                  <a:pt x="284988" y="228600"/>
                </a:lnTo>
                <a:lnTo>
                  <a:pt x="284988" y="306324"/>
                </a:lnTo>
                <a:close/>
              </a:path>
              <a:path w="541020" h="559435">
                <a:moveTo>
                  <a:pt x="455675" y="289560"/>
                </a:moveTo>
                <a:lnTo>
                  <a:pt x="448056" y="283464"/>
                </a:lnTo>
                <a:lnTo>
                  <a:pt x="478536" y="228600"/>
                </a:lnTo>
                <a:lnTo>
                  <a:pt x="536605" y="228600"/>
                </a:lnTo>
                <a:lnTo>
                  <a:pt x="541020" y="233172"/>
                </a:lnTo>
                <a:lnTo>
                  <a:pt x="523613" y="237482"/>
                </a:lnTo>
                <a:lnTo>
                  <a:pt x="503491" y="248221"/>
                </a:lnTo>
                <a:lnTo>
                  <a:pt x="480798" y="265533"/>
                </a:lnTo>
                <a:lnTo>
                  <a:pt x="455675" y="289560"/>
                </a:lnTo>
                <a:close/>
              </a:path>
              <a:path w="541020" h="559435">
                <a:moveTo>
                  <a:pt x="452628" y="306324"/>
                </a:moveTo>
                <a:lnTo>
                  <a:pt x="400812" y="306324"/>
                </a:lnTo>
                <a:lnTo>
                  <a:pt x="422148" y="281940"/>
                </a:lnTo>
                <a:lnTo>
                  <a:pt x="452628" y="306324"/>
                </a:lnTo>
                <a:close/>
              </a:path>
              <a:path w="541020" h="559435">
                <a:moveTo>
                  <a:pt x="103632" y="513587"/>
                </a:moveTo>
                <a:lnTo>
                  <a:pt x="104814" y="480202"/>
                </a:lnTo>
                <a:lnTo>
                  <a:pt x="105727" y="451866"/>
                </a:lnTo>
                <a:lnTo>
                  <a:pt x="106418" y="422719"/>
                </a:lnTo>
                <a:lnTo>
                  <a:pt x="106619" y="401145"/>
                </a:lnTo>
                <a:lnTo>
                  <a:pt x="106613" y="388083"/>
                </a:lnTo>
                <a:lnTo>
                  <a:pt x="106418" y="368427"/>
                </a:lnTo>
                <a:lnTo>
                  <a:pt x="105727" y="342138"/>
                </a:lnTo>
                <a:lnTo>
                  <a:pt x="104751" y="315849"/>
                </a:lnTo>
                <a:lnTo>
                  <a:pt x="103632" y="289560"/>
                </a:lnTo>
                <a:lnTo>
                  <a:pt x="137160" y="306324"/>
                </a:lnTo>
                <a:lnTo>
                  <a:pt x="452628" y="306324"/>
                </a:lnTo>
                <a:lnTo>
                  <a:pt x="460248" y="312420"/>
                </a:lnTo>
                <a:lnTo>
                  <a:pt x="450549" y="320040"/>
                </a:lnTo>
                <a:lnTo>
                  <a:pt x="137160" y="320040"/>
                </a:lnTo>
                <a:lnTo>
                  <a:pt x="137160" y="495300"/>
                </a:lnTo>
                <a:lnTo>
                  <a:pt x="103632" y="513587"/>
                </a:lnTo>
                <a:close/>
              </a:path>
              <a:path w="541020" h="559435">
                <a:moveTo>
                  <a:pt x="251460" y="559308"/>
                </a:moveTo>
                <a:lnTo>
                  <a:pt x="253157" y="495300"/>
                </a:lnTo>
                <a:lnTo>
                  <a:pt x="253874" y="445958"/>
                </a:lnTo>
                <a:lnTo>
                  <a:pt x="254284" y="394716"/>
                </a:lnTo>
                <a:lnTo>
                  <a:pt x="254508" y="320040"/>
                </a:lnTo>
                <a:lnTo>
                  <a:pt x="284988" y="320040"/>
                </a:lnTo>
                <a:lnTo>
                  <a:pt x="285249" y="401145"/>
                </a:lnTo>
                <a:lnTo>
                  <a:pt x="285940" y="465963"/>
                </a:lnTo>
                <a:lnTo>
                  <a:pt x="286904" y="513587"/>
                </a:lnTo>
                <a:lnTo>
                  <a:pt x="288036" y="545592"/>
                </a:lnTo>
                <a:lnTo>
                  <a:pt x="251460" y="559308"/>
                </a:lnTo>
                <a:close/>
              </a:path>
              <a:path w="541020" h="559435">
                <a:moveTo>
                  <a:pt x="438012" y="463296"/>
                </a:moveTo>
                <a:lnTo>
                  <a:pt x="400812" y="463296"/>
                </a:lnTo>
                <a:lnTo>
                  <a:pt x="406908" y="458724"/>
                </a:lnTo>
                <a:lnTo>
                  <a:pt x="406908" y="320040"/>
                </a:lnTo>
                <a:lnTo>
                  <a:pt x="450549" y="320040"/>
                </a:lnTo>
                <a:lnTo>
                  <a:pt x="438912" y="329184"/>
                </a:lnTo>
                <a:lnTo>
                  <a:pt x="438912" y="455676"/>
                </a:lnTo>
                <a:lnTo>
                  <a:pt x="438012" y="463296"/>
                </a:lnTo>
                <a:close/>
              </a:path>
              <a:path w="541020" h="559435">
                <a:moveTo>
                  <a:pt x="390144" y="516636"/>
                </a:moveTo>
                <a:lnTo>
                  <a:pt x="385857" y="504301"/>
                </a:lnTo>
                <a:lnTo>
                  <a:pt x="372999" y="492252"/>
                </a:lnTo>
                <a:lnTo>
                  <a:pt x="351567" y="480202"/>
                </a:lnTo>
                <a:lnTo>
                  <a:pt x="321564" y="467868"/>
                </a:lnTo>
                <a:lnTo>
                  <a:pt x="321564" y="455676"/>
                </a:lnTo>
                <a:lnTo>
                  <a:pt x="344709" y="459438"/>
                </a:lnTo>
                <a:lnTo>
                  <a:pt x="363855" y="461772"/>
                </a:lnTo>
                <a:lnTo>
                  <a:pt x="378999" y="462962"/>
                </a:lnTo>
                <a:lnTo>
                  <a:pt x="390144" y="463296"/>
                </a:lnTo>
                <a:lnTo>
                  <a:pt x="438012" y="463296"/>
                </a:lnTo>
                <a:lnTo>
                  <a:pt x="436649" y="474845"/>
                </a:lnTo>
                <a:lnTo>
                  <a:pt x="427672" y="491299"/>
                </a:lnTo>
                <a:lnTo>
                  <a:pt x="412122" y="505182"/>
                </a:lnTo>
                <a:lnTo>
                  <a:pt x="390144" y="516636"/>
                </a:lnTo>
                <a:close/>
              </a:path>
            </a:pathLst>
          </a:custGeom>
          <a:solidFill>
            <a:srgbClr val="3333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3896867" y="1275587"/>
            <a:ext cx="567055" cy="562610"/>
          </a:xfrm>
          <a:custGeom>
            <a:avLst/>
            <a:gdLst/>
            <a:ahLst/>
            <a:cxnLst/>
            <a:rect l="l" t="t" r="r" b="b"/>
            <a:pathLst>
              <a:path w="567054" h="562610">
                <a:moveTo>
                  <a:pt x="152399" y="146304"/>
                </a:moveTo>
                <a:lnTo>
                  <a:pt x="118871" y="146304"/>
                </a:lnTo>
                <a:lnTo>
                  <a:pt x="118776" y="92964"/>
                </a:lnTo>
                <a:lnTo>
                  <a:pt x="118681" y="72009"/>
                </a:lnTo>
                <a:lnTo>
                  <a:pt x="118229" y="35718"/>
                </a:lnTo>
                <a:lnTo>
                  <a:pt x="117348" y="0"/>
                </a:lnTo>
                <a:lnTo>
                  <a:pt x="173735" y="24384"/>
                </a:lnTo>
                <a:lnTo>
                  <a:pt x="152399" y="42672"/>
                </a:lnTo>
                <a:lnTo>
                  <a:pt x="152399" y="146304"/>
                </a:lnTo>
                <a:close/>
              </a:path>
              <a:path w="567054" h="562610">
                <a:moveTo>
                  <a:pt x="252983" y="100584"/>
                </a:moveTo>
                <a:lnTo>
                  <a:pt x="231647" y="79248"/>
                </a:lnTo>
                <a:lnTo>
                  <a:pt x="455675" y="79248"/>
                </a:lnTo>
                <a:lnTo>
                  <a:pt x="472439" y="53340"/>
                </a:lnTo>
                <a:lnTo>
                  <a:pt x="516636" y="86868"/>
                </a:lnTo>
                <a:lnTo>
                  <a:pt x="508877" y="92964"/>
                </a:lnTo>
                <a:lnTo>
                  <a:pt x="281939" y="92964"/>
                </a:lnTo>
                <a:lnTo>
                  <a:pt x="252983" y="100584"/>
                </a:lnTo>
                <a:close/>
              </a:path>
              <a:path w="567054" h="562610">
                <a:moveTo>
                  <a:pt x="169163" y="554736"/>
                </a:moveTo>
                <a:lnTo>
                  <a:pt x="164591" y="548640"/>
                </a:lnTo>
                <a:lnTo>
                  <a:pt x="209385" y="519367"/>
                </a:lnTo>
                <a:lnTo>
                  <a:pt x="250448" y="488192"/>
                </a:lnTo>
                <a:lnTo>
                  <a:pt x="287706" y="455042"/>
                </a:lnTo>
                <a:lnTo>
                  <a:pt x="321088" y="419843"/>
                </a:lnTo>
                <a:lnTo>
                  <a:pt x="350520" y="382524"/>
                </a:lnTo>
                <a:lnTo>
                  <a:pt x="333375" y="344035"/>
                </a:lnTo>
                <a:lnTo>
                  <a:pt x="318515" y="301695"/>
                </a:lnTo>
                <a:lnTo>
                  <a:pt x="305942" y="255460"/>
                </a:lnTo>
                <a:lnTo>
                  <a:pt x="295655" y="205288"/>
                </a:lnTo>
                <a:lnTo>
                  <a:pt x="287654" y="151137"/>
                </a:lnTo>
                <a:lnTo>
                  <a:pt x="281939" y="92964"/>
                </a:lnTo>
                <a:lnTo>
                  <a:pt x="294131" y="92964"/>
                </a:lnTo>
                <a:lnTo>
                  <a:pt x="301378" y="147842"/>
                </a:lnTo>
                <a:lnTo>
                  <a:pt x="310952" y="198232"/>
                </a:lnTo>
                <a:lnTo>
                  <a:pt x="322897" y="244221"/>
                </a:lnTo>
                <a:lnTo>
                  <a:pt x="337255" y="285891"/>
                </a:lnTo>
                <a:lnTo>
                  <a:pt x="354068" y="323327"/>
                </a:lnTo>
                <a:lnTo>
                  <a:pt x="373380" y="356616"/>
                </a:lnTo>
                <a:lnTo>
                  <a:pt x="411223" y="356616"/>
                </a:lnTo>
                <a:lnTo>
                  <a:pt x="391668" y="390144"/>
                </a:lnTo>
                <a:lnTo>
                  <a:pt x="413276" y="411480"/>
                </a:lnTo>
                <a:lnTo>
                  <a:pt x="370332" y="411480"/>
                </a:lnTo>
                <a:lnTo>
                  <a:pt x="332223" y="448675"/>
                </a:lnTo>
                <a:lnTo>
                  <a:pt x="293156" y="481437"/>
                </a:lnTo>
                <a:lnTo>
                  <a:pt x="252923" y="510015"/>
                </a:lnTo>
                <a:lnTo>
                  <a:pt x="211592" y="534424"/>
                </a:lnTo>
                <a:lnTo>
                  <a:pt x="169163" y="554736"/>
                </a:lnTo>
                <a:close/>
              </a:path>
              <a:path w="567054" h="562610">
                <a:moveTo>
                  <a:pt x="411223" y="356616"/>
                </a:moveTo>
                <a:lnTo>
                  <a:pt x="373380" y="356616"/>
                </a:lnTo>
                <a:lnTo>
                  <a:pt x="391555" y="321952"/>
                </a:lnTo>
                <a:lnTo>
                  <a:pt x="408036" y="283520"/>
                </a:lnTo>
                <a:lnTo>
                  <a:pt x="422910" y="241363"/>
                </a:lnTo>
                <a:lnTo>
                  <a:pt x="436259" y="195523"/>
                </a:lnTo>
                <a:lnTo>
                  <a:pt x="448168" y="146042"/>
                </a:lnTo>
                <a:lnTo>
                  <a:pt x="458724" y="92964"/>
                </a:lnTo>
                <a:lnTo>
                  <a:pt x="508877" y="92964"/>
                </a:lnTo>
                <a:lnTo>
                  <a:pt x="495300" y="103632"/>
                </a:lnTo>
                <a:lnTo>
                  <a:pt x="482226" y="162425"/>
                </a:lnTo>
                <a:lnTo>
                  <a:pt x="467416" y="216859"/>
                </a:lnTo>
                <a:lnTo>
                  <a:pt x="450913" y="266890"/>
                </a:lnTo>
                <a:lnTo>
                  <a:pt x="432759" y="312476"/>
                </a:lnTo>
                <a:lnTo>
                  <a:pt x="412996" y="353575"/>
                </a:lnTo>
                <a:lnTo>
                  <a:pt x="411223" y="356616"/>
                </a:lnTo>
                <a:close/>
              </a:path>
              <a:path w="567054" h="562610">
                <a:moveTo>
                  <a:pt x="18288" y="164592"/>
                </a:moveTo>
                <a:lnTo>
                  <a:pt x="0" y="146304"/>
                </a:lnTo>
                <a:lnTo>
                  <a:pt x="190499" y="146304"/>
                </a:lnTo>
                <a:lnTo>
                  <a:pt x="219455" y="117348"/>
                </a:lnTo>
                <a:lnTo>
                  <a:pt x="262127" y="160020"/>
                </a:lnTo>
                <a:lnTo>
                  <a:pt x="39624" y="160020"/>
                </a:lnTo>
                <a:lnTo>
                  <a:pt x="18288" y="164592"/>
                </a:lnTo>
                <a:close/>
              </a:path>
              <a:path w="567054" h="562610">
                <a:moveTo>
                  <a:pt x="6095" y="445008"/>
                </a:moveTo>
                <a:lnTo>
                  <a:pt x="1524" y="437388"/>
                </a:lnTo>
                <a:lnTo>
                  <a:pt x="26931" y="397898"/>
                </a:lnTo>
                <a:lnTo>
                  <a:pt x="49840" y="355656"/>
                </a:lnTo>
                <a:lnTo>
                  <a:pt x="70294" y="310705"/>
                </a:lnTo>
                <a:lnTo>
                  <a:pt x="88335" y="263087"/>
                </a:lnTo>
                <a:lnTo>
                  <a:pt x="104005" y="212844"/>
                </a:lnTo>
                <a:lnTo>
                  <a:pt x="117348" y="160020"/>
                </a:lnTo>
                <a:lnTo>
                  <a:pt x="152399" y="160020"/>
                </a:lnTo>
                <a:lnTo>
                  <a:pt x="152399" y="225552"/>
                </a:lnTo>
                <a:lnTo>
                  <a:pt x="180665" y="237577"/>
                </a:lnTo>
                <a:lnTo>
                  <a:pt x="184189" y="239268"/>
                </a:lnTo>
                <a:lnTo>
                  <a:pt x="152399" y="239268"/>
                </a:lnTo>
                <a:lnTo>
                  <a:pt x="152443" y="268224"/>
                </a:lnTo>
                <a:lnTo>
                  <a:pt x="118871" y="268224"/>
                </a:lnTo>
                <a:lnTo>
                  <a:pt x="96535" y="316849"/>
                </a:lnTo>
                <a:lnTo>
                  <a:pt x="70484" y="362331"/>
                </a:lnTo>
                <a:lnTo>
                  <a:pt x="40433" y="404955"/>
                </a:lnTo>
                <a:lnTo>
                  <a:pt x="6095" y="445008"/>
                </a:lnTo>
                <a:close/>
              </a:path>
              <a:path w="567054" h="562610">
                <a:moveTo>
                  <a:pt x="237743" y="342900"/>
                </a:moveTo>
                <a:lnTo>
                  <a:pt x="233171" y="342900"/>
                </a:lnTo>
                <a:lnTo>
                  <a:pt x="229457" y="341185"/>
                </a:lnTo>
                <a:lnTo>
                  <a:pt x="225170" y="336042"/>
                </a:lnTo>
                <a:lnTo>
                  <a:pt x="220313" y="327469"/>
                </a:lnTo>
                <a:lnTo>
                  <a:pt x="214883" y="315468"/>
                </a:lnTo>
                <a:lnTo>
                  <a:pt x="204049" y="296918"/>
                </a:lnTo>
                <a:lnTo>
                  <a:pt x="189928" y="277939"/>
                </a:lnTo>
                <a:lnTo>
                  <a:pt x="172664" y="258675"/>
                </a:lnTo>
                <a:lnTo>
                  <a:pt x="152399" y="239268"/>
                </a:lnTo>
                <a:lnTo>
                  <a:pt x="184189" y="239268"/>
                </a:lnTo>
                <a:lnTo>
                  <a:pt x="221194" y="258770"/>
                </a:lnTo>
                <a:lnTo>
                  <a:pt x="249031" y="292869"/>
                </a:lnTo>
                <a:lnTo>
                  <a:pt x="249935" y="307847"/>
                </a:lnTo>
                <a:lnTo>
                  <a:pt x="248411" y="315468"/>
                </a:lnTo>
                <a:lnTo>
                  <a:pt x="245363" y="326136"/>
                </a:lnTo>
                <a:lnTo>
                  <a:pt x="240791" y="336804"/>
                </a:lnTo>
                <a:lnTo>
                  <a:pt x="237743" y="342900"/>
                </a:lnTo>
                <a:close/>
              </a:path>
              <a:path w="567054" h="562610">
                <a:moveTo>
                  <a:pt x="117348" y="562356"/>
                </a:moveTo>
                <a:lnTo>
                  <a:pt x="117977" y="523748"/>
                </a:lnTo>
                <a:lnTo>
                  <a:pt x="118390" y="482727"/>
                </a:lnTo>
                <a:lnTo>
                  <a:pt x="118654" y="437388"/>
                </a:lnTo>
                <a:lnTo>
                  <a:pt x="118871" y="268224"/>
                </a:lnTo>
                <a:lnTo>
                  <a:pt x="152443" y="268224"/>
                </a:lnTo>
                <a:lnTo>
                  <a:pt x="152558" y="327469"/>
                </a:lnTo>
                <a:lnTo>
                  <a:pt x="152851" y="388112"/>
                </a:lnTo>
                <a:lnTo>
                  <a:pt x="153352" y="445008"/>
                </a:lnTo>
                <a:lnTo>
                  <a:pt x="153980" y="490220"/>
                </a:lnTo>
                <a:lnTo>
                  <a:pt x="155447" y="545592"/>
                </a:lnTo>
                <a:lnTo>
                  <a:pt x="117348" y="562356"/>
                </a:lnTo>
                <a:close/>
              </a:path>
              <a:path w="567054" h="562610">
                <a:moveTo>
                  <a:pt x="513588" y="542544"/>
                </a:moveTo>
                <a:lnTo>
                  <a:pt x="470415" y="513921"/>
                </a:lnTo>
                <a:lnTo>
                  <a:pt x="432244" y="482727"/>
                </a:lnTo>
                <a:lnTo>
                  <a:pt x="398885" y="448616"/>
                </a:lnTo>
                <a:lnTo>
                  <a:pt x="370332" y="411480"/>
                </a:lnTo>
                <a:lnTo>
                  <a:pt x="413276" y="411480"/>
                </a:lnTo>
                <a:lnTo>
                  <a:pt x="435125" y="433054"/>
                </a:lnTo>
                <a:lnTo>
                  <a:pt x="478726" y="465963"/>
                </a:lnTo>
                <a:lnTo>
                  <a:pt x="522612" y="489156"/>
                </a:lnTo>
                <a:lnTo>
                  <a:pt x="566927" y="502920"/>
                </a:lnTo>
                <a:lnTo>
                  <a:pt x="566927" y="512064"/>
                </a:lnTo>
                <a:lnTo>
                  <a:pt x="547235" y="515754"/>
                </a:lnTo>
                <a:lnTo>
                  <a:pt x="531685" y="522160"/>
                </a:lnTo>
                <a:lnTo>
                  <a:pt x="520422" y="531137"/>
                </a:lnTo>
                <a:lnTo>
                  <a:pt x="513588" y="542544"/>
                </a:lnTo>
                <a:close/>
              </a:path>
            </a:pathLst>
          </a:custGeom>
          <a:solidFill>
            <a:srgbClr val="3333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4561332" y="1275587"/>
            <a:ext cx="490855" cy="553720"/>
          </a:xfrm>
          <a:custGeom>
            <a:avLst/>
            <a:gdLst/>
            <a:ahLst/>
            <a:cxnLst/>
            <a:rect l="l" t="t" r="r" b="b"/>
            <a:pathLst>
              <a:path w="490854" h="553719">
                <a:moveTo>
                  <a:pt x="74676" y="124968"/>
                </a:moveTo>
                <a:lnTo>
                  <a:pt x="59436" y="124968"/>
                </a:lnTo>
                <a:lnTo>
                  <a:pt x="69699" y="86367"/>
                </a:lnTo>
                <a:lnTo>
                  <a:pt x="77533" y="52768"/>
                </a:lnTo>
                <a:lnTo>
                  <a:pt x="82796" y="24026"/>
                </a:lnTo>
                <a:lnTo>
                  <a:pt x="85344" y="0"/>
                </a:lnTo>
                <a:lnTo>
                  <a:pt x="138684" y="28956"/>
                </a:lnTo>
                <a:lnTo>
                  <a:pt x="125253" y="39243"/>
                </a:lnTo>
                <a:lnTo>
                  <a:pt x="110109" y="58674"/>
                </a:lnTo>
                <a:lnTo>
                  <a:pt x="93249" y="87249"/>
                </a:lnTo>
                <a:lnTo>
                  <a:pt x="74676" y="124968"/>
                </a:lnTo>
                <a:close/>
              </a:path>
              <a:path w="490854" h="553719">
                <a:moveTo>
                  <a:pt x="202692" y="263652"/>
                </a:moveTo>
                <a:lnTo>
                  <a:pt x="196596" y="259080"/>
                </a:lnTo>
                <a:lnTo>
                  <a:pt x="220027" y="221361"/>
                </a:lnTo>
                <a:lnTo>
                  <a:pt x="240030" y="185928"/>
                </a:lnTo>
                <a:lnTo>
                  <a:pt x="269747" y="121920"/>
                </a:lnTo>
                <a:lnTo>
                  <a:pt x="290893" y="62484"/>
                </a:lnTo>
                <a:lnTo>
                  <a:pt x="306323" y="3048"/>
                </a:lnTo>
                <a:lnTo>
                  <a:pt x="358140" y="33528"/>
                </a:lnTo>
                <a:lnTo>
                  <a:pt x="347567" y="44053"/>
                </a:lnTo>
                <a:lnTo>
                  <a:pt x="334137" y="64008"/>
                </a:lnTo>
                <a:lnTo>
                  <a:pt x="317849" y="93106"/>
                </a:lnTo>
                <a:lnTo>
                  <a:pt x="298704" y="131064"/>
                </a:lnTo>
                <a:lnTo>
                  <a:pt x="480060" y="131064"/>
                </a:lnTo>
                <a:lnTo>
                  <a:pt x="490728" y="141732"/>
                </a:lnTo>
                <a:lnTo>
                  <a:pt x="484909" y="146304"/>
                </a:lnTo>
                <a:lnTo>
                  <a:pt x="294132" y="146304"/>
                </a:lnTo>
                <a:lnTo>
                  <a:pt x="272129" y="179427"/>
                </a:lnTo>
                <a:lnTo>
                  <a:pt x="249555" y="210121"/>
                </a:lnTo>
                <a:lnTo>
                  <a:pt x="226409" y="238244"/>
                </a:lnTo>
                <a:lnTo>
                  <a:pt x="202692" y="263652"/>
                </a:lnTo>
                <a:close/>
              </a:path>
              <a:path w="490854" h="553719">
                <a:moveTo>
                  <a:pt x="202228" y="124968"/>
                </a:moveTo>
                <a:lnTo>
                  <a:pt x="152400" y="124968"/>
                </a:lnTo>
                <a:lnTo>
                  <a:pt x="176784" y="100584"/>
                </a:lnTo>
                <a:lnTo>
                  <a:pt x="202228" y="124968"/>
                </a:lnTo>
                <a:close/>
              </a:path>
              <a:path w="490854" h="553719">
                <a:moveTo>
                  <a:pt x="0" y="548640"/>
                </a:moveTo>
                <a:lnTo>
                  <a:pt x="826" y="495300"/>
                </a:lnTo>
                <a:lnTo>
                  <a:pt x="913" y="487680"/>
                </a:lnTo>
                <a:lnTo>
                  <a:pt x="1333" y="435483"/>
                </a:lnTo>
                <a:lnTo>
                  <a:pt x="1427" y="244736"/>
                </a:lnTo>
                <a:lnTo>
                  <a:pt x="1305" y="210121"/>
                </a:lnTo>
                <a:lnTo>
                  <a:pt x="881" y="158519"/>
                </a:lnTo>
                <a:lnTo>
                  <a:pt x="0" y="103632"/>
                </a:lnTo>
                <a:lnTo>
                  <a:pt x="35052" y="124968"/>
                </a:lnTo>
                <a:lnTo>
                  <a:pt x="202228" y="124968"/>
                </a:lnTo>
                <a:lnTo>
                  <a:pt x="213359" y="135636"/>
                </a:lnTo>
                <a:lnTo>
                  <a:pt x="208926" y="138684"/>
                </a:lnTo>
                <a:lnTo>
                  <a:pt x="33528" y="138684"/>
                </a:lnTo>
                <a:lnTo>
                  <a:pt x="33528" y="292608"/>
                </a:lnTo>
                <a:lnTo>
                  <a:pt x="189009" y="292608"/>
                </a:lnTo>
                <a:lnTo>
                  <a:pt x="189024" y="306324"/>
                </a:lnTo>
                <a:lnTo>
                  <a:pt x="33528" y="306324"/>
                </a:lnTo>
                <a:lnTo>
                  <a:pt x="33528" y="473964"/>
                </a:lnTo>
                <a:lnTo>
                  <a:pt x="189748" y="473964"/>
                </a:lnTo>
                <a:lnTo>
                  <a:pt x="189899" y="487680"/>
                </a:lnTo>
                <a:lnTo>
                  <a:pt x="33528" y="487680"/>
                </a:lnTo>
                <a:lnTo>
                  <a:pt x="33528" y="528828"/>
                </a:lnTo>
                <a:lnTo>
                  <a:pt x="0" y="548640"/>
                </a:lnTo>
                <a:close/>
              </a:path>
              <a:path w="490854" h="553719">
                <a:moveTo>
                  <a:pt x="480060" y="131064"/>
                </a:moveTo>
                <a:lnTo>
                  <a:pt x="428244" y="131064"/>
                </a:lnTo>
                <a:lnTo>
                  <a:pt x="454152" y="105156"/>
                </a:lnTo>
                <a:lnTo>
                  <a:pt x="480060" y="131064"/>
                </a:lnTo>
                <a:close/>
              </a:path>
              <a:path w="490854" h="553719">
                <a:moveTo>
                  <a:pt x="189009" y="292608"/>
                </a:moveTo>
                <a:lnTo>
                  <a:pt x="156972" y="292608"/>
                </a:lnTo>
                <a:lnTo>
                  <a:pt x="156972" y="138684"/>
                </a:lnTo>
                <a:lnTo>
                  <a:pt x="208926" y="138684"/>
                </a:lnTo>
                <a:lnTo>
                  <a:pt x="188976" y="152400"/>
                </a:lnTo>
                <a:lnTo>
                  <a:pt x="189009" y="292608"/>
                </a:lnTo>
                <a:close/>
              </a:path>
              <a:path w="490854" h="553719">
                <a:moveTo>
                  <a:pt x="449614" y="495300"/>
                </a:moveTo>
                <a:lnTo>
                  <a:pt x="390144" y="495300"/>
                </a:lnTo>
                <a:lnTo>
                  <a:pt x="401574" y="492728"/>
                </a:lnTo>
                <a:lnTo>
                  <a:pt x="410718" y="485013"/>
                </a:lnTo>
                <a:lnTo>
                  <a:pt x="423784" y="434735"/>
                </a:lnTo>
                <a:lnTo>
                  <a:pt x="427481" y="357378"/>
                </a:lnTo>
                <a:lnTo>
                  <a:pt x="429352" y="300227"/>
                </a:lnTo>
                <a:lnTo>
                  <a:pt x="431188" y="228728"/>
                </a:lnTo>
                <a:lnTo>
                  <a:pt x="432815" y="146304"/>
                </a:lnTo>
                <a:lnTo>
                  <a:pt x="484909" y="146304"/>
                </a:lnTo>
                <a:lnTo>
                  <a:pt x="469391" y="158496"/>
                </a:lnTo>
                <a:lnTo>
                  <a:pt x="467211" y="244736"/>
                </a:lnTo>
                <a:lnTo>
                  <a:pt x="465151" y="317754"/>
                </a:lnTo>
                <a:lnTo>
                  <a:pt x="463105" y="376999"/>
                </a:lnTo>
                <a:lnTo>
                  <a:pt x="460925" y="423107"/>
                </a:lnTo>
                <a:lnTo>
                  <a:pt x="455676" y="475488"/>
                </a:lnTo>
                <a:lnTo>
                  <a:pt x="450794" y="492347"/>
                </a:lnTo>
                <a:lnTo>
                  <a:pt x="449614" y="495300"/>
                </a:lnTo>
                <a:close/>
              </a:path>
              <a:path w="490854" h="553719">
                <a:moveTo>
                  <a:pt x="318516" y="370332"/>
                </a:moveTo>
                <a:lnTo>
                  <a:pt x="315468" y="370332"/>
                </a:lnTo>
                <a:lnTo>
                  <a:pt x="311181" y="368307"/>
                </a:lnTo>
                <a:lnTo>
                  <a:pt x="307467" y="362140"/>
                </a:lnTo>
                <a:lnTo>
                  <a:pt x="304323" y="351686"/>
                </a:lnTo>
                <a:lnTo>
                  <a:pt x="301752" y="336804"/>
                </a:lnTo>
                <a:lnTo>
                  <a:pt x="295489" y="313062"/>
                </a:lnTo>
                <a:lnTo>
                  <a:pt x="285940" y="289750"/>
                </a:lnTo>
                <a:lnTo>
                  <a:pt x="273248" y="266723"/>
                </a:lnTo>
                <a:lnTo>
                  <a:pt x="257556" y="243840"/>
                </a:lnTo>
                <a:lnTo>
                  <a:pt x="263652" y="236220"/>
                </a:lnTo>
                <a:lnTo>
                  <a:pt x="308419" y="273939"/>
                </a:lnTo>
                <a:lnTo>
                  <a:pt x="334065" y="309705"/>
                </a:lnTo>
                <a:lnTo>
                  <a:pt x="339852" y="330708"/>
                </a:lnTo>
                <a:lnTo>
                  <a:pt x="339256" y="338447"/>
                </a:lnTo>
                <a:lnTo>
                  <a:pt x="337375" y="345757"/>
                </a:lnTo>
                <a:lnTo>
                  <a:pt x="334065" y="352782"/>
                </a:lnTo>
                <a:lnTo>
                  <a:pt x="329184" y="359664"/>
                </a:lnTo>
                <a:lnTo>
                  <a:pt x="323088" y="367284"/>
                </a:lnTo>
                <a:lnTo>
                  <a:pt x="318516" y="370332"/>
                </a:lnTo>
                <a:close/>
              </a:path>
              <a:path w="490854" h="553719">
                <a:moveTo>
                  <a:pt x="189748" y="473964"/>
                </a:moveTo>
                <a:lnTo>
                  <a:pt x="156972" y="473964"/>
                </a:lnTo>
                <a:lnTo>
                  <a:pt x="156972" y="306324"/>
                </a:lnTo>
                <a:lnTo>
                  <a:pt x="189024" y="306324"/>
                </a:lnTo>
                <a:lnTo>
                  <a:pt x="189136" y="370332"/>
                </a:lnTo>
                <a:lnTo>
                  <a:pt x="189260" y="409836"/>
                </a:lnTo>
                <a:lnTo>
                  <a:pt x="189548" y="455922"/>
                </a:lnTo>
                <a:lnTo>
                  <a:pt x="189748" y="473964"/>
                </a:lnTo>
                <a:close/>
              </a:path>
              <a:path w="490854" h="553719">
                <a:moveTo>
                  <a:pt x="382524" y="553212"/>
                </a:moveTo>
                <a:lnTo>
                  <a:pt x="373356" y="534947"/>
                </a:lnTo>
                <a:lnTo>
                  <a:pt x="357187" y="519112"/>
                </a:lnTo>
                <a:lnTo>
                  <a:pt x="333875" y="505848"/>
                </a:lnTo>
                <a:lnTo>
                  <a:pt x="303276" y="495300"/>
                </a:lnTo>
                <a:lnTo>
                  <a:pt x="303276" y="483108"/>
                </a:lnTo>
                <a:lnTo>
                  <a:pt x="330993" y="488227"/>
                </a:lnTo>
                <a:lnTo>
                  <a:pt x="354711" y="492061"/>
                </a:lnTo>
                <a:lnTo>
                  <a:pt x="374427" y="494466"/>
                </a:lnTo>
                <a:lnTo>
                  <a:pt x="390144" y="495300"/>
                </a:lnTo>
                <a:lnTo>
                  <a:pt x="449614" y="495300"/>
                </a:lnTo>
                <a:lnTo>
                  <a:pt x="445198" y="506349"/>
                </a:lnTo>
                <a:lnTo>
                  <a:pt x="411480" y="540067"/>
                </a:lnTo>
                <a:lnTo>
                  <a:pt x="398287" y="546568"/>
                </a:lnTo>
                <a:lnTo>
                  <a:pt x="382524" y="553212"/>
                </a:lnTo>
                <a:close/>
              </a:path>
              <a:path w="490854" h="553719">
                <a:moveTo>
                  <a:pt x="156972" y="537971"/>
                </a:moveTo>
                <a:lnTo>
                  <a:pt x="156972" y="487680"/>
                </a:lnTo>
                <a:lnTo>
                  <a:pt x="189899" y="487680"/>
                </a:lnTo>
                <a:lnTo>
                  <a:pt x="190021" y="495300"/>
                </a:lnTo>
                <a:lnTo>
                  <a:pt x="190500" y="519684"/>
                </a:lnTo>
                <a:lnTo>
                  <a:pt x="156972" y="537971"/>
                </a:lnTo>
                <a:close/>
              </a:path>
            </a:pathLst>
          </a:custGeom>
          <a:solidFill>
            <a:srgbClr val="3333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5167883" y="1289303"/>
            <a:ext cx="490855" cy="532130"/>
          </a:xfrm>
          <a:custGeom>
            <a:avLst/>
            <a:gdLst/>
            <a:ahLst/>
            <a:cxnLst/>
            <a:rect l="l" t="t" r="r" b="b"/>
            <a:pathLst>
              <a:path w="490854" h="532130">
                <a:moveTo>
                  <a:pt x="470344" y="33528"/>
                </a:moveTo>
                <a:lnTo>
                  <a:pt x="405384" y="33528"/>
                </a:lnTo>
                <a:lnTo>
                  <a:pt x="438912" y="0"/>
                </a:lnTo>
                <a:lnTo>
                  <a:pt x="470344" y="33528"/>
                </a:lnTo>
                <a:close/>
              </a:path>
              <a:path w="490854" h="532130">
                <a:moveTo>
                  <a:pt x="36576" y="531876"/>
                </a:moveTo>
                <a:lnTo>
                  <a:pt x="0" y="502920"/>
                </a:lnTo>
                <a:lnTo>
                  <a:pt x="15240" y="489204"/>
                </a:lnTo>
                <a:lnTo>
                  <a:pt x="15152" y="89916"/>
                </a:lnTo>
                <a:lnTo>
                  <a:pt x="14978" y="80772"/>
                </a:lnTo>
                <a:lnTo>
                  <a:pt x="14287" y="62484"/>
                </a:lnTo>
                <a:lnTo>
                  <a:pt x="13311" y="39624"/>
                </a:lnTo>
                <a:lnTo>
                  <a:pt x="12192" y="12192"/>
                </a:lnTo>
                <a:lnTo>
                  <a:pt x="48768" y="33528"/>
                </a:lnTo>
                <a:lnTo>
                  <a:pt x="470344" y="33528"/>
                </a:lnTo>
                <a:lnTo>
                  <a:pt x="484631" y="48768"/>
                </a:lnTo>
                <a:lnTo>
                  <a:pt x="48768" y="48768"/>
                </a:lnTo>
                <a:lnTo>
                  <a:pt x="48768" y="495300"/>
                </a:lnTo>
                <a:lnTo>
                  <a:pt x="477393" y="495300"/>
                </a:lnTo>
                <a:lnTo>
                  <a:pt x="490728" y="510540"/>
                </a:lnTo>
                <a:lnTo>
                  <a:pt x="50292" y="510540"/>
                </a:lnTo>
                <a:lnTo>
                  <a:pt x="36576" y="531876"/>
                </a:lnTo>
                <a:close/>
              </a:path>
              <a:path w="490854" h="532130">
                <a:moveTo>
                  <a:pt x="311209" y="239268"/>
                </a:moveTo>
                <a:lnTo>
                  <a:pt x="268224" y="239268"/>
                </a:lnTo>
                <a:lnTo>
                  <a:pt x="283654" y="218694"/>
                </a:lnTo>
                <a:lnTo>
                  <a:pt x="297942" y="198120"/>
                </a:lnTo>
                <a:lnTo>
                  <a:pt x="323088" y="156972"/>
                </a:lnTo>
                <a:lnTo>
                  <a:pt x="342138" y="120586"/>
                </a:lnTo>
                <a:lnTo>
                  <a:pt x="356616" y="89916"/>
                </a:lnTo>
                <a:lnTo>
                  <a:pt x="411480" y="128016"/>
                </a:lnTo>
                <a:lnTo>
                  <a:pt x="400597" y="132588"/>
                </a:lnTo>
                <a:lnTo>
                  <a:pt x="388429" y="141732"/>
                </a:lnTo>
                <a:lnTo>
                  <a:pt x="374832" y="155448"/>
                </a:lnTo>
                <a:lnTo>
                  <a:pt x="359664" y="173736"/>
                </a:lnTo>
                <a:lnTo>
                  <a:pt x="311209" y="239268"/>
                </a:lnTo>
                <a:close/>
              </a:path>
              <a:path w="490854" h="532130">
                <a:moveTo>
                  <a:pt x="96012" y="443484"/>
                </a:moveTo>
                <a:lnTo>
                  <a:pt x="91440" y="435864"/>
                </a:lnTo>
                <a:lnTo>
                  <a:pt x="112847" y="417552"/>
                </a:lnTo>
                <a:lnTo>
                  <a:pt x="133540" y="399097"/>
                </a:lnTo>
                <a:lnTo>
                  <a:pt x="172212" y="361188"/>
                </a:lnTo>
                <a:lnTo>
                  <a:pt x="211074" y="317373"/>
                </a:lnTo>
                <a:lnTo>
                  <a:pt x="249936" y="266700"/>
                </a:lnTo>
                <a:lnTo>
                  <a:pt x="217003" y="228695"/>
                </a:lnTo>
                <a:lnTo>
                  <a:pt x="184213" y="192405"/>
                </a:lnTo>
                <a:lnTo>
                  <a:pt x="151137" y="157829"/>
                </a:lnTo>
                <a:lnTo>
                  <a:pt x="117348" y="124968"/>
                </a:lnTo>
                <a:lnTo>
                  <a:pt x="124968" y="117348"/>
                </a:lnTo>
                <a:lnTo>
                  <a:pt x="158067" y="143041"/>
                </a:lnTo>
                <a:lnTo>
                  <a:pt x="193167" y="172021"/>
                </a:lnTo>
                <a:lnTo>
                  <a:pt x="229981" y="204144"/>
                </a:lnTo>
                <a:lnTo>
                  <a:pt x="268224" y="239268"/>
                </a:lnTo>
                <a:lnTo>
                  <a:pt x="311209" y="239268"/>
                </a:lnTo>
                <a:lnTo>
                  <a:pt x="294132" y="262128"/>
                </a:lnTo>
                <a:lnTo>
                  <a:pt x="323084" y="289560"/>
                </a:lnTo>
                <a:lnTo>
                  <a:pt x="272796" y="289560"/>
                </a:lnTo>
                <a:lnTo>
                  <a:pt x="223837" y="340804"/>
                </a:lnTo>
                <a:lnTo>
                  <a:pt x="178308" y="384048"/>
                </a:lnTo>
                <a:lnTo>
                  <a:pt x="134874" y="417195"/>
                </a:lnTo>
                <a:lnTo>
                  <a:pt x="114871" y="431196"/>
                </a:lnTo>
                <a:lnTo>
                  <a:pt x="96012" y="443484"/>
                </a:lnTo>
                <a:close/>
              </a:path>
              <a:path w="490854" h="532130">
                <a:moveTo>
                  <a:pt x="382524" y="435864"/>
                </a:moveTo>
                <a:lnTo>
                  <a:pt x="381000" y="435864"/>
                </a:lnTo>
                <a:lnTo>
                  <a:pt x="377261" y="434411"/>
                </a:lnTo>
                <a:lnTo>
                  <a:pt x="372808" y="429958"/>
                </a:lnTo>
                <a:lnTo>
                  <a:pt x="367498" y="422362"/>
                </a:lnTo>
                <a:lnTo>
                  <a:pt x="361188" y="411480"/>
                </a:lnTo>
                <a:lnTo>
                  <a:pt x="351805" y="395739"/>
                </a:lnTo>
                <a:lnTo>
                  <a:pt x="342092" y="380357"/>
                </a:lnTo>
                <a:lnTo>
                  <a:pt x="332470" y="365402"/>
                </a:lnTo>
                <a:lnTo>
                  <a:pt x="323088" y="350520"/>
                </a:lnTo>
                <a:lnTo>
                  <a:pt x="312229" y="336494"/>
                </a:lnTo>
                <a:lnTo>
                  <a:pt x="300228" y="321754"/>
                </a:lnTo>
                <a:lnTo>
                  <a:pt x="287083" y="306157"/>
                </a:lnTo>
                <a:lnTo>
                  <a:pt x="272796" y="289560"/>
                </a:lnTo>
                <a:lnTo>
                  <a:pt x="323084" y="289560"/>
                </a:lnTo>
                <a:lnTo>
                  <a:pt x="361378" y="328041"/>
                </a:lnTo>
                <a:lnTo>
                  <a:pt x="388620" y="364236"/>
                </a:lnTo>
                <a:lnTo>
                  <a:pt x="394619" y="395739"/>
                </a:lnTo>
                <a:lnTo>
                  <a:pt x="394523" y="401478"/>
                </a:lnTo>
                <a:lnTo>
                  <a:pt x="394406" y="403740"/>
                </a:lnTo>
                <a:lnTo>
                  <a:pt x="393382" y="410146"/>
                </a:lnTo>
                <a:lnTo>
                  <a:pt x="391501" y="416837"/>
                </a:lnTo>
                <a:lnTo>
                  <a:pt x="388620" y="423672"/>
                </a:lnTo>
                <a:lnTo>
                  <a:pt x="385572" y="431292"/>
                </a:lnTo>
                <a:lnTo>
                  <a:pt x="382524" y="435864"/>
                </a:lnTo>
                <a:close/>
              </a:path>
              <a:path w="490854" h="532130">
                <a:moveTo>
                  <a:pt x="477393" y="495300"/>
                </a:moveTo>
                <a:lnTo>
                  <a:pt x="414528" y="495300"/>
                </a:lnTo>
                <a:lnTo>
                  <a:pt x="448055" y="461772"/>
                </a:lnTo>
                <a:lnTo>
                  <a:pt x="477393" y="495300"/>
                </a:lnTo>
                <a:close/>
              </a:path>
            </a:pathLst>
          </a:custGeom>
          <a:solidFill>
            <a:srgbClr val="3333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5783580" y="1278635"/>
            <a:ext cx="480059" cy="550545"/>
          </a:xfrm>
          <a:custGeom>
            <a:avLst/>
            <a:gdLst/>
            <a:ahLst/>
            <a:cxnLst/>
            <a:rect l="l" t="t" r="r" b="b"/>
            <a:pathLst>
              <a:path w="480060" h="550544">
                <a:moveTo>
                  <a:pt x="178308" y="77724"/>
                </a:moveTo>
                <a:lnTo>
                  <a:pt x="156972" y="56388"/>
                </a:lnTo>
                <a:lnTo>
                  <a:pt x="423672" y="56388"/>
                </a:lnTo>
                <a:lnTo>
                  <a:pt x="446532" y="33528"/>
                </a:lnTo>
                <a:lnTo>
                  <a:pt x="480060" y="67056"/>
                </a:lnTo>
                <a:lnTo>
                  <a:pt x="473964" y="71628"/>
                </a:lnTo>
                <a:lnTo>
                  <a:pt x="236220" y="71628"/>
                </a:lnTo>
                <a:lnTo>
                  <a:pt x="221384" y="71937"/>
                </a:lnTo>
                <a:lnTo>
                  <a:pt x="206692" y="72961"/>
                </a:lnTo>
                <a:lnTo>
                  <a:pt x="192285" y="74842"/>
                </a:lnTo>
                <a:lnTo>
                  <a:pt x="178308" y="77724"/>
                </a:lnTo>
                <a:close/>
              </a:path>
              <a:path w="480060" h="550544">
                <a:moveTo>
                  <a:pt x="460301" y="494061"/>
                </a:moveTo>
                <a:lnTo>
                  <a:pt x="408741" y="494061"/>
                </a:lnTo>
                <a:lnTo>
                  <a:pt x="417576" y="493776"/>
                </a:lnTo>
                <a:lnTo>
                  <a:pt x="423672" y="490728"/>
                </a:lnTo>
                <a:lnTo>
                  <a:pt x="428244" y="484632"/>
                </a:lnTo>
                <a:lnTo>
                  <a:pt x="428244" y="71628"/>
                </a:lnTo>
                <a:lnTo>
                  <a:pt x="473964" y="71628"/>
                </a:lnTo>
                <a:lnTo>
                  <a:pt x="461772" y="80771"/>
                </a:lnTo>
                <a:lnTo>
                  <a:pt x="461772" y="475488"/>
                </a:lnTo>
                <a:lnTo>
                  <a:pt x="461009" y="489489"/>
                </a:lnTo>
                <a:lnTo>
                  <a:pt x="460894" y="490728"/>
                </a:lnTo>
                <a:lnTo>
                  <a:pt x="460301" y="494061"/>
                </a:lnTo>
                <a:close/>
              </a:path>
              <a:path w="480060" h="550544">
                <a:moveTo>
                  <a:pt x="333755" y="166116"/>
                </a:moveTo>
                <a:lnTo>
                  <a:pt x="286512" y="166116"/>
                </a:lnTo>
                <a:lnTo>
                  <a:pt x="310895" y="143256"/>
                </a:lnTo>
                <a:lnTo>
                  <a:pt x="333755" y="166116"/>
                </a:lnTo>
                <a:close/>
              </a:path>
              <a:path w="480060" h="550544">
                <a:moveTo>
                  <a:pt x="134112" y="446532"/>
                </a:moveTo>
                <a:lnTo>
                  <a:pt x="134993" y="408574"/>
                </a:lnTo>
                <a:lnTo>
                  <a:pt x="135445" y="370332"/>
                </a:lnTo>
                <a:lnTo>
                  <a:pt x="135534" y="349825"/>
                </a:lnTo>
                <a:lnTo>
                  <a:pt x="135580" y="250289"/>
                </a:lnTo>
                <a:lnTo>
                  <a:pt x="135445" y="220027"/>
                </a:lnTo>
                <a:lnTo>
                  <a:pt x="134966" y="181356"/>
                </a:lnTo>
                <a:lnTo>
                  <a:pt x="134112" y="144780"/>
                </a:lnTo>
                <a:lnTo>
                  <a:pt x="169164" y="166116"/>
                </a:lnTo>
                <a:lnTo>
                  <a:pt x="333755" y="166116"/>
                </a:lnTo>
                <a:lnTo>
                  <a:pt x="341376" y="173736"/>
                </a:lnTo>
                <a:lnTo>
                  <a:pt x="333063" y="181356"/>
                </a:lnTo>
                <a:lnTo>
                  <a:pt x="167640" y="181356"/>
                </a:lnTo>
                <a:lnTo>
                  <a:pt x="167640" y="274320"/>
                </a:lnTo>
                <a:lnTo>
                  <a:pt x="323138" y="274320"/>
                </a:lnTo>
                <a:lnTo>
                  <a:pt x="323163" y="289560"/>
                </a:lnTo>
                <a:lnTo>
                  <a:pt x="167640" y="289560"/>
                </a:lnTo>
                <a:lnTo>
                  <a:pt x="167640" y="388620"/>
                </a:lnTo>
                <a:lnTo>
                  <a:pt x="323859" y="388620"/>
                </a:lnTo>
                <a:lnTo>
                  <a:pt x="324196" y="403860"/>
                </a:lnTo>
                <a:lnTo>
                  <a:pt x="167640" y="403860"/>
                </a:lnTo>
                <a:lnTo>
                  <a:pt x="167640" y="429768"/>
                </a:lnTo>
                <a:lnTo>
                  <a:pt x="134112" y="446532"/>
                </a:lnTo>
                <a:close/>
              </a:path>
              <a:path w="480060" h="550544">
                <a:moveTo>
                  <a:pt x="323138" y="274320"/>
                </a:moveTo>
                <a:lnTo>
                  <a:pt x="291084" y="274320"/>
                </a:lnTo>
                <a:lnTo>
                  <a:pt x="291084" y="181356"/>
                </a:lnTo>
                <a:lnTo>
                  <a:pt x="333063" y="181356"/>
                </a:lnTo>
                <a:lnTo>
                  <a:pt x="323088" y="190500"/>
                </a:lnTo>
                <a:lnTo>
                  <a:pt x="323138" y="274320"/>
                </a:lnTo>
                <a:close/>
              </a:path>
              <a:path w="480060" h="550544">
                <a:moveTo>
                  <a:pt x="323859" y="388620"/>
                </a:moveTo>
                <a:lnTo>
                  <a:pt x="291084" y="388620"/>
                </a:lnTo>
                <a:lnTo>
                  <a:pt x="291084" y="289560"/>
                </a:lnTo>
                <a:lnTo>
                  <a:pt x="323163" y="289560"/>
                </a:lnTo>
                <a:lnTo>
                  <a:pt x="323185" y="303422"/>
                </a:lnTo>
                <a:lnTo>
                  <a:pt x="323417" y="349825"/>
                </a:lnTo>
                <a:lnTo>
                  <a:pt x="323859" y="388620"/>
                </a:lnTo>
                <a:close/>
              </a:path>
              <a:path w="480060" h="550544">
                <a:moveTo>
                  <a:pt x="291084" y="441960"/>
                </a:moveTo>
                <a:lnTo>
                  <a:pt x="291084" y="403860"/>
                </a:lnTo>
                <a:lnTo>
                  <a:pt x="324196" y="403860"/>
                </a:lnTo>
                <a:lnTo>
                  <a:pt x="324612" y="422148"/>
                </a:lnTo>
                <a:lnTo>
                  <a:pt x="291084" y="441960"/>
                </a:lnTo>
                <a:close/>
              </a:path>
              <a:path w="480060" h="550544">
                <a:moveTo>
                  <a:pt x="406908" y="550164"/>
                </a:moveTo>
                <a:lnTo>
                  <a:pt x="394596" y="531304"/>
                </a:lnTo>
                <a:lnTo>
                  <a:pt x="378142" y="515874"/>
                </a:lnTo>
                <a:lnTo>
                  <a:pt x="357401" y="503872"/>
                </a:lnTo>
                <a:lnTo>
                  <a:pt x="332232" y="495300"/>
                </a:lnTo>
                <a:lnTo>
                  <a:pt x="332232" y="484632"/>
                </a:lnTo>
                <a:lnTo>
                  <a:pt x="365926" y="489489"/>
                </a:lnTo>
                <a:lnTo>
                  <a:pt x="391477" y="492633"/>
                </a:lnTo>
                <a:lnTo>
                  <a:pt x="408741" y="494061"/>
                </a:lnTo>
                <a:lnTo>
                  <a:pt x="460301" y="494061"/>
                </a:lnTo>
                <a:lnTo>
                  <a:pt x="458724" y="502920"/>
                </a:lnTo>
                <a:lnTo>
                  <a:pt x="434149" y="535114"/>
                </a:lnTo>
                <a:lnTo>
                  <a:pt x="421743" y="542424"/>
                </a:lnTo>
                <a:lnTo>
                  <a:pt x="406908" y="550164"/>
                </a:lnTo>
                <a:close/>
              </a:path>
              <a:path w="480060" h="550544">
                <a:moveTo>
                  <a:pt x="103632" y="114300"/>
                </a:moveTo>
                <a:lnTo>
                  <a:pt x="102108" y="114300"/>
                </a:lnTo>
                <a:lnTo>
                  <a:pt x="98679" y="112609"/>
                </a:lnTo>
                <a:lnTo>
                  <a:pt x="95250" y="107632"/>
                </a:lnTo>
                <a:lnTo>
                  <a:pt x="91821" y="99512"/>
                </a:lnTo>
                <a:lnTo>
                  <a:pt x="88392" y="88392"/>
                </a:lnTo>
                <a:lnTo>
                  <a:pt x="81248" y="69532"/>
                </a:lnTo>
                <a:lnTo>
                  <a:pt x="71247" y="49530"/>
                </a:lnTo>
                <a:lnTo>
                  <a:pt x="58388" y="28384"/>
                </a:lnTo>
                <a:lnTo>
                  <a:pt x="42672" y="6095"/>
                </a:lnTo>
                <a:lnTo>
                  <a:pt x="50292" y="0"/>
                </a:lnTo>
                <a:lnTo>
                  <a:pt x="93726" y="29718"/>
                </a:lnTo>
                <a:lnTo>
                  <a:pt x="120396" y="59436"/>
                </a:lnTo>
                <a:lnTo>
                  <a:pt x="123444" y="67056"/>
                </a:lnTo>
                <a:lnTo>
                  <a:pt x="123444" y="73152"/>
                </a:lnTo>
                <a:lnTo>
                  <a:pt x="122872" y="80867"/>
                </a:lnTo>
                <a:lnTo>
                  <a:pt x="121158" y="88011"/>
                </a:lnTo>
                <a:lnTo>
                  <a:pt x="118300" y="94583"/>
                </a:lnTo>
                <a:lnTo>
                  <a:pt x="108204" y="109728"/>
                </a:lnTo>
                <a:lnTo>
                  <a:pt x="103632" y="114300"/>
                </a:lnTo>
                <a:close/>
              </a:path>
              <a:path w="480060" h="550544">
                <a:moveTo>
                  <a:pt x="0" y="547116"/>
                </a:moveTo>
                <a:lnTo>
                  <a:pt x="743" y="526060"/>
                </a:lnTo>
                <a:lnTo>
                  <a:pt x="1161" y="494538"/>
                </a:lnTo>
                <a:lnTo>
                  <a:pt x="1373" y="455676"/>
                </a:lnTo>
                <a:lnTo>
                  <a:pt x="1426" y="176296"/>
                </a:lnTo>
                <a:lnTo>
                  <a:pt x="1194" y="128747"/>
                </a:lnTo>
                <a:lnTo>
                  <a:pt x="743" y="94366"/>
                </a:lnTo>
                <a:lnTo>
                  <a:pt x="0" y="73152"/>
                </a:lnTo>
                <a:lnTo>
                  <a:pt x="56388" y="102108"/>
                </a:lnTo>
                <a:lnTo>
                  <a:pt x="35052" y="117348"/>
                </a:lnTo>
                <a:lnTo>
                  <a:pt x="35052" y="455676"/>
                </a:lnTo>
                <a:lnTo>
                  <a:pt x="35313" y="475107"/>
                </a:lnTo>
                <a:lnTo>
                  <a:pt x="36004" y="494538"/>
                </a:lnTo>
                <a:lnTo>
                  <a:pt x="36980" y="513969"/>
                </a:lnTo>
                <a:lnTo>
                  <a:pt x="38100" y="533400"/>
                </a:lnTo>
                <a:lnTo>
                  <a:pt x="0" y="547116"/>
                </a:lnTo>
                <a:close/>
              </a:path>
            </a:pathLst>
          </a:custGeom>
          <a:solidFill>
            <a:srgbClr val="3333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" name="object 15"/>
          <p:cNvSpPr/>
          <p:nvPr/>
        </p:nvSpPr>
        <p:spPr>
          <a:xfrm>
            <a:off x="6352032" y="1292351"/>
            <a:ext cx="533400" cy="538480"/>
          </a:xfrm>
          <a:custGeom>
            <a:avLst/>
            <a:gdLst/>
            <a:ahLst/>
            <a:cxnLst/>
            <a:rect l="l" t="t" r="r" b="b"/>
            <a:pathLst>
              <a:path w="533400" h="538480">
                <a:moveTo>
                  <a:pt x="131064" y="103632"/>
                </a:moveTo>
                <a:lnTo>
                  <a:pt x="129540" y="103632"/>
                </a:lnTo>
                <a:lnTo>
                  <a:pt x="123872" y="101917"/>
                </a:lnTo>
                <a:lnTo>
                  <a:pt x="118491" y="96774"/>
                </a:lnTo>
                <a:lnTo>
                  <a:pt x="113680" y="88201"/>
                </a:lnTo>
                <a:lnTo>
                  <a:pt x="109728" y="76200"/>
                </a:lnTo>
                <a:lnTo>
                  <a:pt x="102560" y="60555"/>
                </a:lnTo>
                <a:lnTo>
                  <a:pt x="92392" y="43624"/>
                </a:lnTo>
                <a:lnTo>
                  <a:pt x="79081" y="25836"/>
                </a:lnTo>
                <a:lnTo>
                  <a:pt x="62484" y="7620"/>
                </a:lnTo>
                <a:lnTo>
                  <a:pt x="67056" y="0"/>
                </a:lnTo>
                <a:lnTo>
                  <a:pt x="102679" y="18288"/>
                </a:lnTo>
                <a:lnTo>
                  <a:pt x="136898" y="45743"/>
                </a:lnTo>
                <a:lnTo>
                  <a:pt x="147828" y="74676"/>
                </a:lnTo>
                <a:lnTo>
                  <a:pt x="147828" y="86868"/>
                </a:lnTo>
                <a:lnTo>
                  <a:pt x="146304" y="94488"/>
                </a:lnTo>
                <a:lnTo>
                  <a:pt x="134112" y="100584"/>
                </a:lnTo>
                <a:lnTo>
                  <a:pt x="131064" y="103632"/>
                </a:lnTo>
                <a:close/>
              </a:path>
              <a:path w="533400" h="538480">
                <a:moveTo>
                  <a:pt x="521208" y="30480"/>
                </a:moveTo>
                <a:lnTo>
                  <a:pt x="478536" y="30480"/>
                </a:lnTo>
                <a:lnTo>
                  <a:pt x="499871" y="9144"/>
                </a:lnTo>
                <a:lnTo>
                  <a:pt x="521208" y="30480"/>
                </a:lnTo>
                <a:close/>
              </a:path>
              <a:path w="533400" h="538480">
                <a:moveTo>
                  <a:pt x="155448" y="537972"/>
                </a:moveTo>
                <a:lnTo>
                  <a:pt x="150876" y="531876"/>
                </a:lnTo>
                <a:lnTo>
                  <a:pt x="177369" y="489618"/>
                </a:lnTo>
                <a:lnTo>
                  <a:pt x="198229" y="445093"/>
                </a:lnTo>
                <a:lnTo>
                  <a:pt x="213311" y="398227"/>
                </a:lnTo>
                <a:lnTo>
                  <a:pt x="222467" y="348947"/>
                </a:lnTo>
                <a:lnTo>
                  <a:pt x="225552" y="297180"/>
                </a:lnTo>
                <a:lnTo>
                  <a:pt x="225552" y="124968"/>
                </a:lnTo>
                <a:lnTo>
                  <a:pt x="225290" y="101560"/>
                </a:lnTo>
                <a:lnTo>
                  <a:pt x="224599" y="74866"/>
                </a:lnTo>
                <a:lnTo>
                  <a:pt x="223542" y="42672"/>
                </a:lnTo>
                <a:lnTo>
                  <a:pt x="222503" y="12192"/>
                </a:lnTo>
                <a:lnTo>
                  <a:pt x="259079" y="30480"/>
                </a:lnTo>
                <a:lnTo>
                  <a:pt x="521208" y="30480"/>
                </a:lnTo>
                <a:lnTo>
                  <a:pt x="533400" y="42672"/>
                </a:lnTo>
                <a:lnTo>
                  <a:pt x="529742" y="45720"/>
                </a:lnTo>
                <a:lnTo>
                  <a:pt x="252984" y="45720"/>
                </a:lnTo>
                <a:lnTo>
                  <a:pt x="253090" y="263651"/>
                </a:lnTo>
                <a:lnTo>
                  <a:pt x="253379" y="308983"/>
                </a:lnTo>
                <a:lnTo>
                  <a:pt x="247000" y="365703"/>
                </a:lnTo>
                <a:lnTo>
                  <a:pt x="233934" y="417004"/>
                </a:lnTo>
                <a:lnTo>
                  <a:pt x="214263" y="462844"/>
                </a:lnTo>
                <a:lnTo>
                  <a:pt x="188072" y="503181"/>
                </a:lnTo>
                <a:lnTo>
                  <a:pt x="155448" y="537972"/>
                </a:lnTo>
                <a:close/>
              </a:path>
              <a:path w="533400" h="538480">
                <a:moveTo>
                  <a:pt x="381000" y="129540"/>
                </a:moveTo>
                <a:lnTo>
                  <a:pt x="352044" y="129540"/>
                </a:lnTo>
                <a:lnTo>
                  <a:pt x="351782" y="106370"/>
                </a:lnTo>
                <a:lnTo>
                  <a:pt x="351091" y="84772"/>
                </a:lnTo>
                <a:lnTo>
                  <a:pt x="350079" y="64008"/>
                </a:lnTo>
                <a:lnTo>
                  <a:pt x="348996" y="45720"/>
                </a:lnTo>
                <a:lnTo>
                  <a:pt x="356616" y="45720"/>
                </a:lnTo>
                <a:lnTo>
                  <a:pt x="397764" y="64008"/>
                </a:lnTo>
                <a:lnTo>
                  <a:pt x="381000" y="79248"/>
                </a:lnTo>
                <a:lnTo>
                  <a:pt x="381000" y="129540"/>
                </a:lnTo>
                <a:close/>
              </a:path>
              <a:path w="533400" h="538480">
                <a:moveTo>
                  <a:pt x="514825" y="486465"/>
                </a:moveTo>
                <a:lnTo>
                  <a:pt x="462962" y="486465"/>
                </a:lnTo>
                <a:lnTo>
                  <a:pt x="472440" y="486156"/>
                </a:lnTo>
                <a:lnTo>
                  <a:pt x="480060" y="484632"/>
                </a:lnTo>
                <a:lnTo>
                  <a:pt x="483108" y="478536"/>
                </a:lnTo>
                <a:lnTo>
                  <a:pt x="483108" y="45720"/>
                </a:lnTo>
                <a:lnTo>
                  <a:pt x="529742" y="45720"/>
                </a:lnTo>
                <a:lnTo>
                  <a:pt x="515112" y="57912"/>
                </a:lnTo>
                <a:lnTo>
                  <a:pt x="515057" y="482512"/>
                </a:lnTo>
                <a:lnTo>
                  <a:pt x="514825" y="486465"/>
                </a:lnTo>
                <a:close/>
              </a:path>
              <a:path w="533400" h="538480">
                <a:moveTo>
                  <a:pt x="292608" y="150876"/>
                </a:moveTo>
                <a:lnTo>
                  <a:pt x="269748" y="129540"/>
                </a:lnTo>
                <a:lnTo>
                  <a:pt x="406908" y="129540"/>
                </a:lnTo>
                <a:lnTo>
                  <a:pt x="431292" y="105156"/>
                </a:lnTo>
                <a:lnTo>
                  <a:pt x="466344" y="143256"/>
                </a:lnTo>
                <a:lnTo>
                  <a:pt x="348996" y="143256"/>
                </a:lnTo>
                <a:lnTo>
                  <a:pt x="334184" y="143803"/>
                </a:lnTo>
                <a:lnTo>
                  <a:pt x="319659" y="145351"/>
                </a:lnTo>
                <a:lnTo>
                  <a:pt x="305704" y="147756"/>
                </a:lnTo>
                <a:lnTo>
                  <a:pt x="292608" y="150876"/>
                </a:lnTo>
                <a:close/>
              </a:path>
              <a:path w="533400" h="538480">
                <a:moveTo>
                  <a:pt x="381000" y="210312"/>
                </a:moveTo>
                <a:lnTo>
                  <a:pt x="352044" y="210312"/>
                </a:lnTo>
                <a:lnTo>
                  <a:pt x="352044" y="143256"/>
                </a:lnTo>
                <a:lnTo>
                  <a:pt x="381000" y="143256"/>
                </a:lnTo>
                <a:lnTo>
                  <a:pt x="381000" y="210312"/>
                </a:lnTo>
                <a:close/>
              </a:path>
              <a:path w="533400" h="538480">
                <a:moveTo>
                  <a:pt x="21336" y="201168"/>
                </a:moveTo>
                <a:lnTo>
                  <a:pt x="0" y="179832"/>
                </a:lnTo>
                <a:lnTo>
                  <a:pt x="88392" y="179832"/>
                </a:lnTo>
                <a:lnTo>
                  <a:pt x="112776" y="155448"/>
                </a:lnTo>
                <a:lnTo>
                  <a:pt x="146304" y="188976"/>
                </a:lnTo>
                <a:lnTo>
                  <a:pt x="139653" y="193548"/>
                </a:lnTo>
                <a:lnTo>
                  <a:pt x="79248" y="193548"/>
                </a:lnTo>
                <a:lnTo>
                  <a:pt x="63769" y="194095"/>
                </a:lnTo>
                <a:lnTo>
                  <a:pt x="49149" y="195643"/>
                </a:lnTo>
                <a:lnTo>
                  <a:pt x="35099" y="198048"/>
                </a:lnTo>
                <a:lnTo>
                  <a:pt x="21336" y="201168"/>
                </a:lnTo>
                <a:close/>
              </a:path>
              <a:path w="533400" h="538480">
                <a:moveTo>
                  <a:pt x="277367" y="231648"/>
                </a:moveTo>
                <a:lnTo>
                  <a:pt x="256032" y="210312"/>
                </a:lnTo>
                <a:lnTo>
                  <a:pt x="416052" y="210312"/>
                </a:lnTo>
                <a:lnTo>
                  <a:pt x="443484" y="184403"/>
                </a:lnTo>
                <a:lnTo>
                  <a:pt x="481584" y="225551"/>
                </a:lnTo>
                <a:lnTo>
                  <a:pt x="335280" y="225551"/>
                </a:lnTo>
                <a:lnTo>
                  <a:pt x="319801" y="225861"/>
                </a:lnTo>
                <a:lnTo>
                  <a:pt x="305181" y="226885"/>
                </a:lnTo>
                <a:lnTo>
                  <a:pt x="291131" y="228766"/>
                </a:lnTo>
                <a:lnTo>
                  <a:pt x="277367" y="231648"/>
                </a:lnTo>
                <a:close/>
              </a:path>
              <a:path w="533400" h="538480">
                <a:moveTo>
                  <a:pt x="109728" y="486156"/>
                </a:moveTo>
                <a:lnTo>
                  <a:pt x="80772" y="452628"/>
                </a:lnTo>
                <a:lnTo>
                  <a:pt x="85653" y="444603"/>
                </a:lnTo>
                <a:lnTo>
                  <a:pt x="88963" y="436435"/>
                </a:lnTo>
                <a:lnTo>
                  <a:pt x="90844" y="427982"/>
                </a:lnTo>
                <a:lnTo>
                  <a:pt x="91337" y="420624"/>
                </a:lnTo>
                <a:lnTo>
                  <a:pt x="91440" y="193548"/>
                </a:lnTo>
                <a:lnTo>
                  <a:pt x="139653" y="193548"/>
                </a:lnTo>
                <a:lnTo>
                  <a:pt x="121920" y="205739"/>
                </a:lnTo>
                <a:lnTo>
                  <a:pt x="121920" y="419100"/>
                </a:lnTo>
                <a:lnTo>
                  <a:pt x="157493" y="419100"/>
                </a:lnTo>
                <a:lnTo>
                  <a:pt x="143256" y="438150"/>
                </a:lnTo>
                <a:lnTo>
                  <a:pt x="123205" y="466153"/>
                </a:lnTo>
                <a:lnTo>
                  <a:pt x="109728" y="486156"/>
                </a:lnTo>
                <a:close/>
              </a:path>
              <a:path w="533400" h="538480">
                <a:moveTo>
                  <a:pt x="297179" y="449580"/>
                </a:moveTo>
                <a:lnTo>
                  <a:pt x="298061" y="426696"/>
                </a:lnTo>
                <a:lnTo>
                  <a:pt x="298509" y="403859"/>
                </a:lnTo>
                <a:lnTo>
                  <a:pt x="298610" y="390144"/>
                </a:lnTo>
                <a:lnTo>
                  <a:pt x="298680" y="332613"/>
                </a:lnTo>
                <a:lnTo>
                  <a:pt x="298516" y="308983"/>
                </a:lnTo>
                <a:lnTo>
                  <a:pt x="298061" y="284607"/>
                </a:lnTo>
                <a:lnTo>
                  <a:pt x="297179" y="260603"/>
                </a:lnTo>
                <a:lnTo>
                  <a:pt x="327660" y="281939"/>
                </a:lnTo>
                <a:lnTo>
                  <a:pt x="437388" y="281939"/>
                </a:lnTo>
                <a:lnTo>
                  <a:pt x="448056" y="292608"/>
                </a:lnTo>
                <a:lnTo>
                  <a:pt x="442468" y="297180"/>
                </a:lnTo>
                <a:lnTo>
                  <a:pt x="327660" y="297180"/>
                </a:lnTo>
                <a:lnTo>
                  <a:pt x="327660" y="390144"/>
                </a:lnTo>
                <a:lnTo>
                  <a:pt x="431739" y="390144"/>
                </a:lnTo>
                <a:lnTo>
                  <a:pt x="431881" y="398227"/>
                </a:lnTo>
                <a:lnTo>
                  <a:pt x="431975" y="402145"/>
                </a:lnTo>
                <a:lnTo>
                  <a:pt x="432053" y="403859"/>
                </a:lnTo>
                <a:lnTo>
                  <a:pt x="327660" y="403859"/>
                </a:lnTo>
                <a:lnTo>
                  <a:pt x="327660" y="435864"/>
                </a:lnTo>
                <a:lnTo>
                  <a:pt x="297179" y="449580"/>
                </a:lnTo>
                <a:close/>
              </a:path>
              <a:path w="533400" h="538480">
                <a:moveTo>
                  <a:pt x="437388" y="281939"/>
                </a:moveTo>
                <a:lnTo>
                  <a:pt x="399288" y="281939"/>
                </a:lnTo>
                <a:lnTo>
                  <a:pt x="419100" y="263651"/>
                </a:lnTo>
                <a:lnTo>
                  <a:pt x="437388" y="281939"/>
                </a:lnTo>
                <a:close/>
              </a:path>
              <a:path w="533400" h="538480">
                <a:moveTo>
                  <a:pt x="431739" y="390144"/>
                </a:moveTo>
                <a:lnTo>
                  <a:pt x="402336" y="390144"/>
                </a:lnTo>
                <a:lnTo>
                  <a:pt x="402336" y="297180"/>
                </a:lnTo>
                <a:lnTo>
                  <a:pt x="442468" y="297180"/>
                </a:lnTo>
                <a:lnTo>
                  <a:pt x="431292" y="306324"/>
                </a:lnTo>
                <a:lnTo>
                  <a:pt x="431391" y="358140"/>
                </a:lnTo>
                <a:lnTo>
                  <a:pt x="431482" y="375475"/>
                </a:lnTo>
                <a:lnTo>
                  <a:pt x="431739" y="390144"/>
                </a:lnTo>
                <a:close/>
              </a:path>
              <a:path w="533400" h="538480">
                <a:moveTo>
                  <a:pt x="157493" y="419100"/>
                </a:moveTo>
                <a:lnTo>
                  <a:pt x="121920" y="419100"/>
                </a:lnTo>
                <a:lnTo>
                  <a:pt x="196596" y="352044"/>
                </a:lnTo>
                <a:lnTo>
                  <a:pt x="204216" y="358140"/>
                </a:lnTo>
                <a:lnTo>
                  <a:pt x="170164" y="402145"/>
                </a:lnTo>
                <a:lnTo>
                  <a:pt x="157493" y="419100"/>
                </a:lnTo>
                <a:close/>
              </a:path>
              <a:path w="533400" h="538480">
                <a:moveTo>
                  <a:pt x="402336" y="435864"/>
                </a:moveTo>
                <a:lnTo>
                  <a:pt x="402336" y="403859"/>
                </a:lnTo>
                <a:lnTo>
                  <a:pt x="432053" y="403859"/>
                </a:lnTo>
                <a:lnTo>
                  <a:pt x="432816" y="420624"/>
                </a:lnTo>
                <a:lnTo>
                  <a:pt x="402336" y="435864"/>
                </a:lnTo>
                <a:close/>
              </a:path>
              <a:path w="533400" h="538480">
                <a:moveTo>
                  <a:pt x="473964" y="537972"/>
                </a:moveTo>
                <a:lnTo>
                  <a:pt x="462534" y="522017"/>
                </a:lnTo>
                <a:lnTo>
                  <a:pt x="444246" y="508635"/>
                </a:lnTo>
                <a:lnTo>
                  <a:pt x="419100" y="498109"/>
                </a:lnTo>
                <a:lnTo>
                  <a:pt x="387096" y="490728"/>
                </a:lnTo>
                <a:lnTo>
                  <a:pt x="387096" y="478536"/>
                </a:lnTo>
                <a:lnTo>
                  <a:pt x="420576" y="482512"/>
                </a:lnTo>
                <a:lnTo>
                  <a:pt x="445770" y="485203"/>
                </a:lnTo>
                <a:lnTo>
                  <a:pt x="462962" y="486465"/>
                </a:lnTo>
                <a:lnTo>
                  <a:pt x="514825" y="486465"/>
                </a:lnTo>
                <a:lnTo>
                  <a:pt x="514540" y="491323"/>
                </a:lnTo>
                <a:lnTo>
                  <a:pt x="493395" y="526542"/>
                </a:lnTo>
                <a:lnTo>
                  <a:pt x="484536" y="532257"/>
                </a:lnTo>
                <a:lnTo>
                  <a:pt x="473964" y="537972"/>
                </a:lnTo>
                <a:close/>
              </a:path>
            </a:pathLst>
          </a:custGeom>
          <a:solidFill>
            <a:srgbClr val="3333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" name="object 16"/>
          <p:cNvSpPr/>
          <p:nvPr/>
        </p:nvSpPr>
        <p:spPr>
          <a:xfrm>
            <a:off x="6957059" y="1271016"/>
            <a:ext cx="554990" cy="563880"/>
          </a:xfrm>
          <a:custGeom>
            <a:avLst/>
            <a:gdLst/>
            <a:ahLst/>
            <a:cxnLst/>
            <a:rect l="l" t="t" r="r" b="b"/>
            <a:pathLst>
              <a:path w="554990" h="563880">
                <a:moveTo>
                  <a:pt x="315468" y="83819"/>
                </a:moveTo>
                <a:lnTo>
                  <a:pt x="301752" y="83819"/>
                </a:lnTo>
                <a:lnTo>
                  <a:pt x="300299" y="76676"/>
                </a:lnTo>
                <a:lnTo>
                  <a:pt x="298132" y="68960"/>
                </a:lnTo>
                <a:lnTo>
                  <a:pt x="278130" y="32194"/>
                </a:lnTo>
                <a:lnTo>
                  <a:pt x="256032" y="4571"/>
                </a:lnTo>
                <a:lnTo>
                  <a:pt x="263652" y="0"/>
                </a:lnTo>
                <a:lnTo>
                  <a:pt x="306895" y="20573"/>
                </a:lnTo>
                <a:lnTo>
                  <a:pt x="335280" y="50291"/>
                </a:lnTo>
                <a:lnTo>
                  <a:pt x="335280" y="51815"/>
                </a:lnTo>
                <a:lnTo>
                  <a:pt x="334113" y="59602"/>
                </a:lnTo>
                <a:lnTo>
                  <a:pt x="330517" y="67246"/>
                </a:lnTo>
                <a:lnTo>
                  <a:pt x="324350" y="75176"/>
                </a:lnTo>
                <a:lnTo>
                  <a:pt x="315468" y="83819"/>
                </a:lnTo>
                <a:close/>
              </a:path>
              <a:path w="554990" h="563880">
                <a:moveTo>
                  <a:pt x="539053" y="83819"/>
                </a:moveTo>
                <a:lnTo>
                  <a:pt x="470916" y="83819"/>
                </a:lnTo>
                <a:lnTo>
                  <a:pt x="504444" y="50291"/>
                </a:lnTo>
                <a:lnTo>
                  <a:pt x="539053" y="83819"/>
                </a:lnTo>
                <a:close/>
              </a:path>
              <a:path w="554990" h="563880">
                <a:moveTo>
                  <a:pt x="7620" y="563879"/>
                </a:moveTo>
                <a:lnTo>
                  <a:pt x="0" y="559308"/>
                </a:lnTo>
                <a:lnTo>
                  <a:pt x="21740" y="517374"/>
                </a:lnTo>
                <a:lnTo>
                  <a:pt x="39052" y="474154"/>
                </a:lnTo>
                <a:lnTo>
                  <a:pt x="52077" y="430077"/>
                </a:lnTo>
                <a:lnTo>
                  <a:pt x="60960" y="385572"/>
                </a:lnTo>
                <a:lnTo>
                  <a:pt x="66960" y="339590"/>
                </a:lnTo>
                <a:lnTo>
                  <a:pt x="71247" y="293179"/>
                </a:lnTo>
                <a:lnTo>
                  <a:pt x="73818" y="246483"/>
                </a:lnTo>
                <a:lnTo>
                  <a:pt x="74676" y="199643"/>
                </a:lnTo>
                <a:lnTo>
                  <a:pt x="75171" y="146303"/>
                </a:lnTo>
                <a:lnTo>
                  <a:pt x="74866" y="117538"/>
                </a:lnTo>
                <a:lnTo>
                  <a:pt x="73604" y="85415"/>
                </a:lnTo>
                <a:lnTo>
                  <a:pt x="71628" y="59435"/>
                </a:lnTo>
                <a:lnTo>
                  <a:pt x="112776" y="83819"/>
                </a:lnTo>
                <a:lnTo>
                  <a:pt x="539053" y="83819"/>
                </a:lnTo>
                <a:lnTo>
                  <a:pt x="553212" y="97535"/>
                </a:lnTo>
                <a:lnTo>
                  <a:pt x="109728" y="97535"/>
                </a:lnTo>
                <a:lnTo>
                  <a:pt x="109992" y="155662"/>
                </a:lnTo>
                <a:lnTo>
                  <a:pt x="108775" y="225551"/>
                </a:lnTo>
                <a:lnTo>
                  <a:pt x="106073" y="277677"/>
                </a:lnTo>
                <a:lnTo>
                  <a:pt x="102108" y="321564"/>
                </a:lnTo>
                <a:lnTo>
                  <a:pt x="95559" y="360140"/>
                </a:lnTo>
                <a:lnTo>
                  <a:pt x="77890" y="428720"/>
                </a:lnTo>
                <a:lnTo>
                  <a:pt x="54554" y="486727"/>
                </a:lnTo>
                <a:lnTo>
                  <a:pt x="24407" y="539305"/>
                </a:lnTo>
                <a:lnTo>
                  <a:pt x="7620" y="563879"/>
                </a:lnTo>
                <a:close/>
              </a:path>
              <a:path w="554990" h="563880">
                <a:moveTo>
                  <a:pt x="256032" y="185927"/>
                </a:moveTo>
                <a:lnTo>
                  <a:pt x="225552" y="185927"/>
                </a:lnTo>
                <a:lnTo>
                  <a:pt x="225290" y="167997"/>
                </a:lnTo>
                <a:lnTo>
                  <a:pt x="224599" y="148780"/>
                </a:lnTo>
                <a:lnTo>
                  <a:pt x="223599" y="128277"/>
                </a:lnTo>
                <a:lnTo>
                  <a:pt x="222504" y="108203"/>
                </a:lnTo>
                <a:lnTo>
                  <a:pt x="275844" y="134112"/>
                </a:lnTo>
                <a:lnTo>
                  <a:pt x="256032" y="146303"/>
                </a:lnTo>
                <a:lnTo>
                  <a:pt x="256032" y="185927"/>
                </a:lnTo>
                <a:close/>
              </a:path>
              <a:path w="554990" h="563880">
                <a:moveTo>
                  <a:pt x="420624" y="185927"/>
                </a:moveTo>
                <a:lnTo>
                  <a:pt x="390144" y="185927"/>
                </a:lnTo>
                <a:lnTo>
                  <a:pt x="389902" y="167997"/>
                </a:lnTo>
                <a:lnTo>
                  <a:pt x="389847" y="165544"/>
                </a:lnTo>
                <a:lnTo>
                  <a:pt x="389246" y="148780"/>
                </a:lnTo>
                <a:lnTo>
                  <a:pt x="389142" y="146303"/>
                </a:lnTo>
                <a:lnTo>
                  <a:pt x="388215" y="128277"/>
                </a:lnTo>
                <a:lnTo>
                  <a:pt x="387096" y="109727"/>
                </a:lnTo>
                <a:lnTo>
                  <a:pt x="441960" y="134112"/>
                </a:lnTo>
                <a:lnTo>
                  <a:pt x="420624" y="147827"/>
                </a:lnTo>
                <a:lnTo>
                  <a:pt x="420624" y="185927"/>
                </a:lnTo>
                <a:close/>
              </a:path>
              <a:path w="554990" h="563880">
                <a:moveTo>
                  <a:pt x="134112" y="205739"/>
                </a:moveTo>
                <a:lnTo>
                  <a:pt x="114300" y="185927"/>
                </a:lnTo>
                <a:lnTo>
                  <a:pt x="466344" y="185927"/>
                </a:lnTo>
                <a:lnTo>
                  <a:pt x="498348" y="155447"/>
                </a:lnTo>
                <a:lnTo>
                  <a:pt x="542544" y="201167"/>
                </a:lnTo>
                <a:lnTo>
                  <a:pt x="163068" y="201167"/>
                </a:lnTo>
                <a:lnTo>
                  <a:pt x="134112" y="205739"/>
                </a:lnTo>
                <a:close/>
              </a:path>
              <a:path w="554990" h="563880">
                <a:moveTo>
                  <a:pt x="222504" y="310895"/>
                </a:moveTo>
                <a:lnTo>
                  <a:pt x="224599" y="259460"/>
                </a:lnTo>
                <a:lnTo>
                  <a:pt x="225552" y="201167"/>
                </a:lnTo>
                <a:lnTo>
                  <a:pt x="256032" y="201167"/>
                </a:lnTo>
                <a:lnTo>
                  <a:pt x="256032" y="269747"/>
                </a:lnTo>
                <a:lnTo>
                  <a:pt x="422156" y="269747"/>
                </a:lnTo>
                <a:lnTo>
                  <a:pt x="422552" y="277677"/>
                </a:lnTo>
                <a:lnTo>
                  <a:pt x="423163" y="284987"/>
                </a:lnTo>
                <a:lnTo>
                  <a:pt x="256032" y="284987"/>
                </a:lnTo>
                <a:lnTo>
                  <a:pt x="256032" y="297179"/>
                </a:lnTo>
                <a:lnTo>
                  <a:pt x="222504" y="310895"/>
                </a:lnTo>
                <a:close/>
              </a:path>
              <a:path w="554990" h="563880">
                <a:moveTo>
                  <a:pt x="422156" y="269747"/>
                </a:moveTo>
                <a:lnTo>
                  <a:pt x="390144" y="269747"/>
                </a:lnTo>
                <a:lnTo>
                  <a:pt x="390144" y="201167"/>
                </a:lnTo>
                <a:lnTo>
                  <a:pt x="420624" y="201167"/>
                </a:lnTo>
                <a:lnTo>
                  <a:pt x="420885" y="232576"/>
                </a:lnTo>
                <a:lnTo>
                  <a:pt x="421576" y="258127"/>
                </a:lnTo>
                <a:lnTo>
                  <a:pt x="422156" y="269747"/>
                </a:lnTo>
                <a:close/>
              </a:path>
              <a:path w="554990" h="563880">
                <a:moveTo>
                  <a:pt x="390144" y="306323"/>
                </a:moveTo>
                <a:lnTo>
                  <a:pt x="390144" y="284987"/>
                </a:lnTo>
                <a:lnTo>
                  <a:pt x="423163" y="284987"/>
                </a:lnTo>
                <a:lnTo>
                  <a:pt x="423672" y="291083"/>
                </a:lnTo>
                <a:lnTo>
                  <a:pt x="390144" y="306323"/>
                </a:lnTo>
                <a:close/>
              </a:path>
              <a:path w="554990" h="563880">
                <a:moveTo>
                  <a:pt x="179832" y="353568"/>
                </a:moveTo>
                <a:lnTo>
                  <a:pt x="160020" y="335280"/>
                </a:lnTo>
                <a:lnTo>
                  <a:pt x="411480" y="335280"/>
                </a:lnTo>
                <a:lnTo>
                  <a:pt x="432816" y="313943"/>
                </a:lnTo>
                <a:lnTo>
                  <a:pt x="469392" y="348996"/>
                </a:lnTo>
                <a:lnTo>
                  <a:pt x="201168" y="348996"/>
                </a:lnTo>
                <a:lnTo>
                  <a:pt x="179832" y="353568"/>
                </a:lnTo>
                <a:close/>
              </a:path>
              <a:path w="554990" h="563880">
                <a:moveTo>
                  <a:pt x="80772" y="563879"/>
                </a:moveTo>
                <a:lnTo>
                  <a:pt x="79248" y="554736"/>
                </a:lnTo>
                <a:lnTo>
                  <a:pt x="128784" y="543604"/>
                </a:lnTo>
                <a:lnTo>
                  <a:pt x="176710" y="528596"/>
                </a:lnTo>
                <a:lnTo>
                  <a:pt x="222881" y="509857"/>
                </a:lnTo>
                <a:lnTo>
                  <a:pt x="267151" y="487533"/>
                </a:lnTo>
                <a:lnTo>
                  <a:pt x="309372" y="461772"/>
                </a:lnTo>
                <a:lnTo>
                  <a:pt x="286845" y="437507"/>
                </a:lnTo>
                <a:lnTo>
                  <a:pt x="265176" y="410527"/>
                </a:lnTo>
                <a:lnTo>
                  <a:pt x="244649" y="380976"/>
                </a:lnTo>
                <a:lnTo>
                  <a:pt x="225552" y="348996"/>
                </a:lnTo>
                <a:lnTo>
                  <a:pt x="236220" y="348996"/>
                </a:lnTo>
                <a:lnTo>
                  <a:pt x="259080" y="378142"/>
                </a:lnTo>
                <a:lnTo>
                  <a:pt x="281940" y="403860"/>
                </a:lnTo>
                <a:lnTo>
                  <a:pt x="304800" y="426148"/>
                </a:lnTo>
                <a:lnTo>
                  <a:pt x="327660" y="445008"/>
                </a:lnTo>
                <a:lnTo>
                  <a:pt x="372095" y="445008"/>
                </a:lnTo>
                <a:lnTo>
                  <a:pt x="352044" y="463296"/>
                </a:lnTo>
                <a:lnTo>
                  <a:pt x="390081" y="483108"/>
                </a:lnTo>
                <a:lnTo>
                  <a:pt x="330708" y="483108"/>
                </a:lnTo>
                <a:lnTo>
                  <a:pt x="283500" y="506870"/>
                </a:lnTo>
                <a:lnTo>
                  <a:pt x="235049" y="526901"/>
                </a:lnTo>
                <a:lnTo>
                  <a:pt x="185208" y="543129"/>
                </a:lnTo>
                <a:lnTo>
                  <a:pt x="133831" y="555479"/>
                </a:lnTo>
                <a:lnTo>
                  <a:pt x="80772" y="563879"/>
                </a:lnTo>
                <a:close/>
              </a:path>
              <a:path w="554990" h="563880">
                <a:moveTo>
                  <a:pt x="372095" y="445008"/>
                </a:moveTo>
                <a:lnTo>
                  <a:pt x="327660" y="445008"/>
                </a:lnTo>
                <a:lnTo>
                  <a:pt x="350781" y="421862"/>
                </a:lnTo>
                <a:lnTo>
                  <a:pt x="372046" y="398145"/>
                </a:lnTo>
                <a:lnTo>
                  <a:pt x="391310" y="373856"/>
                </a:lnTo>
                <a:lnTo>
                  <a:pt x="408432" y="348996"/>
                </a:lnTo>
                <a:lnTo>
                  <a:pt x="469392" y="348996"/>
                </a:lnTo>
                <a:lnTo>
                  <a:pt x="445008" y="361188"/>
                </a:lnTo>
                <a:lnTo>
                  <a:pt x="418695" y="393430"/>
                </a:lnTo>
                <a:lnTo>
                  <a:pt x="394525" y="421386"/>
                </a:lnTo>
                <a:lnTo>
                  <a:pt x="372356" y="444769"/>
                </a:lnTo>
                <a:lnTo>
                  <a:pt x="372095" y="445008"/>
                </a:lnTo>
                <a:close/>
              </a:path>
              <a:path w="554990" h="563880">
                <a:moveTo>
                  <a:pt x="509016" y="557784"/>
                </a:moveTo>
                <a:lnTo>
                  <a:pt x="455866" y="544615"/>
                </a:lnTo>
                <a:lnTo>
                  <a:pt x="408432" y="527875"/>
                </a:lnTo>
                <a:lnTo>
                  <a:pt x="366712" y="507420"/>
                </a:lnTo>
                <a:lnTo>
                  <a:pt x="330708" y="483108"/>
                </a:lnTo>
                <a:lnTo>
                  <a:pt x="390081" y="483108"/>
                </a:lnTo>
                <a:lnTo>
                  <a:pt x="393144" y="484703"/>
                </a:lnTo>
                <a:lnTo>
                  <a:pt x="440817" y="500824"/>
                </a:lnTo>
                <a:lnTo>
                  <a:pt x="494776" y="511516"/>
                </a:lnTo>
                <a:lnTo>
                  <a:pt x="554736" y="516636"/>
                </a:lnTo>
                <a:lnTo>
                  <a:pt x="554736" y="525779"/>
                </a:lnTo>
                <a:lnTo>
                  <a:pt x="538162" y="530352"/>
                </a:lnTo>
                <a:lnTo>
                  <a:pt x="525018" y="537210"/>
                </a:lnTo>
                <a:lnTo>
                  <a:pt x="515302" y="546354"/>
                </a:lnTo>
                <a:lnTo>
                  <a:pt x="509016" y="557784"/>
                </a:lnTo>
                <a:close/>
              </a:path>
            </a:pathLst>
          </a:custGeom>
          <a:solidFill>
            <a:srgbClr val="3333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" name="object 17"/>
          <p:cNvSpPr/>
          <p:nvPr/>
        </p:nvSpPr>
        <p:spPr>
          <a:xfrm>
            <a:off x="1901951" y="6565392"/>
            <a:ext cx="6456045" cy="83820"/>
          </a:xfrm>
          <a:custGeom>
            <a:avLst/>
            <a:gdLst/>
            <a:ahLst/>
            <a:cxnLst/>
            <a:rect l="l" t="t" r="r" b="b"/>
            <a:pathLst>
              <a:path w="6456045" h="83820">
                <a:moveTo>
                  <a:pt x="6371844" y="83820"/>
                </a:moveTo>
                <a:lnTo>
                  <a:pt x="6371844" y="0"/>
                </a:lnTo>
                <a:lnTo>
                  <a:pt x="6443246" y="35052"/>
                </a:lnTo>
                <a:lnTo>
                  <a:pt x="6385560" y="35052"/>
                </a:lnTo>
                <a:lnTo>
                  <a:pt x="6385560" y="48768"/>
                </a:lnTo>
                <a:lnTo>
                  <a:pt x="6440696" y="48768"/>
                </a:lnTo>
                <a:lnTo>
                  <a:pt x="6371844" y="83820"/>
                </a:lnTo>
                <a:close/>
              </a:path>
              <a:path w="6456045" h="83820">
                <a:moveTo>
                  <a:pt x="6371844" y="48768"/>
                </a:moveTo>
                <a:lnTo>
                  <a:pt x="0" y="48768"/>
                </a:lnTo>
                <a:lnTo>
                  <a:pt x="0" y="35052"/>
                </a:lnTo>
                <a:lnTo>
                  <a:pt x="6371844" y="35052"/>
                </a:lnTo>
                <a:lnTo>
                  <a:pt x="6371844" y="48768"/>
                </a:lnTo>
                <a:close/>
              </a:path>
              <a:path w="6456045" h="83820">
                <a:moveTo>
                  <a:pt x="6440696" y="48768"/>
                </a:moveTo>
                <a:lnTo>
                  <a:pt x="6385560" y="48768"/>
                </a:lnTo>
                <a:lnTo>
                  <a:pt x="6385560" y="35052"/>
                </a:lnTo>
                <a:lnTo>
                  <a:pt x="6443246" y="35052"/>
                </a:lnTo>
                <a:lnTo>
                  <a:pt x="6455664" y="41148"/>
                </a:lnTo>
                <a:lnTo>
                  <a:pt x="6440696" y="4876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8" name="object 18"/>
          <p:cNvGrpSpPr/>
          <p:nvPr/>
        </p:nvGrpSpPr>
        <p:grpSpPr>
          <a:xfrm>
            <a:off x="8470392" y="6716268"/>
            <a:ext cx="370840" cy="134620"/>
            <a:chOff x="8470392" y="6716268"/>
            <a:chExt cx="370840" cy="134620"/>
          </a:xfrm>
        </p:grpSpPr>
        <p:pic>
          <p:nvPicPr>
            <p:cNvPr id="19" name="object 19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8470392" y="6716268"/>
              <a:ext cx="141731" cy="124968"/>
            </a:xfrm>
            <a:prstGeom prst="rect">
              <a:avLst/>
            </a:prstGeom>
          </p:spPr>
        </p:pic>
        <p:pic>
          <p:nvPicPr>
            <p:cNvPr id="20" name="object 20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8631936" y="6749796"/>
              <a:ext cx="208787" cy="100584"/>
            </a:xfrm>
            <a:prstGeom prst="rect">
              <a:avLst/>
            </a:prstGeom>
          </p:spPr>
        </p:pic>
      </p:grpSp>
      <p:pic>
        <p:nvPicPr>
          <p:cNvPr id="21" name="object 21"/>
          <p:cNvPicPr/>
          <p:nvPr/>
        </p:nvPicPr>
        <p:blipFill>
          <a:blip r:embed="rId6" cstate="print"/>
          <a:stretch>
            <a:fillRect/>
          </a:stretch>
        </p:blipFill>
        <p:spPr>
          <a:xfrm>
            <a:off x="1857755" y="6690359"/>
            <a:ext cx="91440" cy="129540"/>
          </a:xfrm>
          <a:prstGeom prst="rect">
            <a:avLst/>
          </a:prstGeom>
        </p:spPr>
      </p:pic>
      <p:grpSp>
        <p:nvGrpSpPr>
          <p:cNvPr id="22" name="object 22"/>
          <p:cNvGrpSpPr/>
          <p:nvPr/>
        </p:nvGrpSpPr>
        <p:grpSpPr>
          <a:xfrm>
            <a:off x="2429255" y="3415284"/>
            <a:ext cx="10795" cy="3192780"/>
            <a:chOff x="2429255" y="3415284"/>
            <a:chExt cx="10795" cy="3192780"/>
          </a:xfrm>
        </p:grpSpPr>
        <p:sp>
          <p:nvSpPr>
            <p:cNvPr id="23" name="object 23"/>
            <p:cNvSpPr/>
            <p:nvPr/>
          </p:nvSpPr>
          <p:spPr>
            <a:xfrm>
              <a:off x="2434589" y="3427476"/>
              <a:ext cx="0" cy="3180715"/>
            </a:xfrm>
            <a:custGeom>
              <a:avLst/>
              <a:gdLst/>
              <a:ahLst/>
              <a:cxnLst/>
              <a:rect l="l" t="t" r="r" b="b"/>
              <a:pathLst>
                <a:path h="3180715">
                  <a:moveTo>
                    <a:pt x="0" y="0"/>
                  </a:moveTo>
                  <a:lnTo>
                    <a:pt x="0" y="3180588"/>
                  </a:lnTo>
                </a:path>
              </a:pathLst>
            </a:custGeom>
            <a:ln w="10668">
              <a:solidFill>
                <a:srgbClr val="000000"/>
              </a:solidFill>
              <a:prstDash val="sysDot"/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" name="object 24"/>
            <p:cNvSpPr/>
            <p:nvPr/>
          </p:nvSpPr>
          <p:spPr>
            <a:xfrm>
              <a:off x="2429256" y="3415284"/>
              <a:ext cx="10795" cy="455930"/>
            </a:xfrm>
            <a:custGeom>
              <a:avLst/>
              <a:gdLst/>
              <a:ahLst/>
              <a:cxnLst/>
              <a:rect l="l" t="t" r="r" b="b"/>
              <a:pathLst>
                <a:path w="10794" h="455929">
                  <a:moveTo>
                    <a:pt x="10668" y="454152"/>
                  </a:moveTo>
                  <a:lnTo>
                    <a:pt x="0" y="454152"/>
                  </a:lnTo>
                  <a:lnTo>
                    <a:pt x="0" y="455676"/>
                  </a:lnTo>
                  <a:lnTo>
                    <a:pt x="10668" y="455676"/>
                  </a:lnTo>
                  <a:lnTo>
                    <a:pt x="10668" y="454152"/>
                  </a:lnTo>
                  <a:close/>
                </a:path>
                <a:path w="10794" h="455929">
                  <a:moveTo>
                    <a:pt x="10668" y="0"/>
                  </a:moveTo>
                  <a:lnTo>
                    <a:pt x="0" y="0"/>
                  </a:lnTo>
                  <a:lnTo>
                    <a:pt x="0" y="1524"/>
                  </a:lnTo>
                  <a:lnTo>
                    <a:pt x="10668" y="1524"/>
                  </a:lnTo>
                  <a:lnTo>
                    <a:pt x="10668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25" name="object 25"/>
          <p:cNvGrpSpPr/>
          <p:nvPr/>
        </p:nvGrpSpPr>
        <p:grpSpPr>
          <a:xfrm>
            <a:off x="1897380" y="3113532"/>
            <a:ext cx="10795" cy="3495040"/>
            <a:chOff x="1897380" y="3113532"/>
            <a:chExt cx="10795" cy="3495040"/>
          </a:xfrm>
        </p:grpSpPr>
        <p:sp>
          <p:nvSpPr>
            <p:cNvPr id="26" name="object 26"/>
            <p:cNvSpPr/>
            <p:nvPr/>
          </p:nvSpPr>
          <p:spPr>
            <a:xfrm>
              <a:off x="1897380" y="6598920"/>
              <a:ext cx="10795" cy="9525"/>
            </a:xfrm>
            <a:custGeom>
              <a:avLst/>
              <a:gdLst/>
              <a:ahLst/>
              <a:cxnLst/>
              <a:rect l="l" t="t" r="r" b="b"/>
              <a:pathLst>
                <a:path w="10794" h="9525">
                  <a:moveTo>
                    <a:pt x="10668" y="9144"/>
                  </a:moveTo>
                  <a:lnTo>
                    <a:pt x="0" y="9144"/>
                  </a:lnTo>
                  <a:lnTo>
                    <a:pt x="0" y="0"/>
                  </a:lnTo>
                  <a:lnTo>
                    <a:pt x="10668" y="0"/>
                  </a:lnTo>
                  <a:lnTo>
                    <a:pt x="10668" y="9144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" name="object 27"/>
            <p:cNvSpPr/>
            <p:nvPr/>
          </p:nvSpPr>
          <p:spPr>
            <a:xfrm>
              <a:off x="1902714" y="3125724"/>
              <a:ext cx="0" cy="3462654"/>
            </a:xfrm>
            <a:custGeom>
              <a:avLst/>
              <a:gdLst/>
              <a:ahLst/>
              <a:cxnLst/>
              <a:rect l="l" t="t" r="r" b="b"/>
              <a:pathLst>
                <a:path h="3462654">
                  <a:moveTo>
                    <a:pt x="0" y="0"/>
                  </a:moveTo>
                  <a:lnTo>
                    <a:pt x="0" y="3462528"/>
                  </a:lnTo>
                </a:path>
              </a:pathLst>
            </a:custGeom>
            <a:ln w="10668">
              <a:solidFill>
                <a:srgbClr val="000000"/>
              </a:solidFill>
              <a:prstDash val="sysDot"/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" name="object 28"/>
            <p:cNvSpPr/>
            <p:nvPr/>
          </p:nvSpPr>
          <p:spPr>
            <a:xfrm>
              <a:off x="1897380" y="3113531"/>
              <a:ext cx="10795" cy="302260"/>
            </a:xfrm>
            <a:custGeom>
              <a:avLst/>
              <a:gdLst/>
              <a:ahLst/>
              <a:cxnLst/>
              <a:rect l="l" t="t" r="r" b="b"/>
              <a:pathLst>
                <a:path w="10794" h="302260">
                  <a:moveTo>
                    <a:pt x="3048" y="0"/>
                  </a:moveTo>
                  <a:lnTo>
                    <a:pt x="0" y="0"/>
                  </a:lnTo>
                  <a:lnTo>
                    <a:pt x="0" y="3048"/>
                  </a:lnTo>
                  <a:lnTo>
                    <a:pt x="3048" y="3048"/>
                  </a:lnTo>
                  <a:lnTo>
                    <a:pt x="3048" y="0"/>
                  </a:lnTo>
                  <a:close/>
                </a:path>
                <a:path w="10794" h="302260">
                  <a:moveTo>
                    <a:pt x="10668" y="294132"/>
                  </a:moveTo>
                  <a:lnTo>
                    <a:pt x="0" y="294132"/>
                  </a:lnTo>
                  <a:lnTo>
                    <a:pt x="0" y="301752"/>
                  </a:lnTo>
                  <a:lnTo>
                    <a:pt x="10668" y="301752"/>
                  </a:lnTo>
                  <a:lnTo>
                    <a:pt x="10668" y="294132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29" name="object 29"/>
          <p:cNvGrpSpPr/>
          <p:nvPr/>
        </p:nvGrpSpPr>
        <p:grpSpPr>
          <a:xfrm>
            <a:off x="3493008" y="3870959"/>
            <a:ext cx="10795" cy="2737485"/>
            <a:chOff x="3493008" y="3870959"/>
            <a:chExt cx="10795" cy="2737485"/>
          </a:xfrm>
        </p:grpSpPr>
        <p:sp>
          <p:nvSpPr>
            <p:cNvPr id="30" name="object 30"/>
            <p:cNvSpPr/>
            <p:nvPr/>
          </p:nvSpPr>
          <p:spPr>
            <a:xfrm>
              <a:off x="3493008" y="6598920"/>
              <a:ext cx="10795" cy="9525"/>
            </a:xfrm>
            <a:custGeom>
              <a:avLst/>
              <a:gdLst/>
              <a:ahLst/>
              <a:cxnLst/>
              <a:rect l="l" t="t" r="r" b="b"/>
              <a:pathLst>
                <a:path w="10795" h="9525">
                  <a:moveTo>
                    <a:pt x="10668" y="9144"/>
                  </a:moveTo>
                  <a:lnTo>
                    <a:pt x="0" y="9144"/>
                  </a:lnTo>
                  <a:lnTo>
                    <a:pt x="0" y="0"/>
                  </a:lnTo>
                  <a:lnTo>
                    <a:pt x="10668" y="0"/>
                  </a:lnTo>
                  <a:lnTo>
                    <a:pt x="10668" y="9144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" name="object 31"/>
            <p:cNvSpPr/>
            <p:nvPr/>
          </p:nvSpPr>
          <p:spPr>
            <a:xfrm>
              <a:off x="3498342" y="4791455"/>
              <a:ext cx="0" cy="1797050"/>
            </a:xfrm>
            <a:custGeom>
              <a:avLst/>
              <a:gdLst/>
              <a:ahLst/>
              <a:cxnLst/>
              <a:rect l="l" t="t" r="r" b="b"/>
              <a:pathLst>
                <a:path h="1797050">
                  <a:moveTo>
                    <a:pt x="0" y="0"/>
                  </a:moveTo>
                  <a:lnTo>
                    <a:pt x="0" y="1796796"/>
                  </a:lnTo>
                </a:path>
              </a:pathLst>
            </a:custGeom>
            <a:ln w="10668">
              <a:solidFill>
                <a:srgbClr val="000000"/>
              </a:solidFill>
              <a:prstDash val="sysDot"/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" name="object 32"/>
            <p:cNvSpPr/>
            <p:nvPr/>
          </p:nvSpPr>
          <p:spPr>
            <a:xfrm>
              <a:off x="3493008" y="4771643"/>
              <a:ext cx="10795" cy="9525"/>
            </a:xfrm>
            <a:custGeom>
              <a:avLst/>
              <a:gdLst/>
              <a:ahLst/>
              <a:cxnLst/>
              <a:rect l="l" t="t" r="r" b="b"/>
              <a:pathLst>
                <a:path w="10795" h="9525">
                  <a:moveTo>
                    <a:pt x="0" y="9144"/>
                  </a:moveTo>
                  <a:lnTo>
                    <a:pt x="10668" y="9144"/>
                  </a:lnTo>
                  <a:lnTo>
                    <a:pt x="10668" y="0"/>
                  </a:lnTo>
                  <a:lnTo>
                    <a:pt x="0" y="0"/>
                  </a:lnTo>
                  <a:lnTo>
                    <a:pt x="0" y="9144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" name="object 33"/>
            <p:cNvSpPr/>
            <p:nvPr/>
          </p:nvSpPr>
          <p:spPr>
            <a:xfrm>
              <a:off x="3498342" y="3870959"/>
              <a:ext cx="0" cy="911860"/>
            </a:xfrm>
            <a:custGeom>
              <a:avLst/>
              <a:gdLst/>
              <a:ahLst/>
              <a:cxnLst/>
              <a:rect l="l" t="t" r="r" b="b"/>
              <a:pathLst>
                <a:path h="911860">
                  <a:moveTo>
                    <a:pt x="0" y="0"/>
                  </a:moveTo>
                  <a:lnTo>
                    <a:pt x="0" y="911351"/>
                  </a:lnTo>
                </a:path>
              </a:pathLst>
            </a:custGeom>
            <a:ln w="10668">
              <a:solidFill>
                <a:srgbClr val="000000"/>
              </a:solidFill>
              <a:prstDash val="sysDot"/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" name="object 34"/>
            <p:cNvSpPr/>
            <p:nvPr/>
          </p:nvSpPr>
          <p:spPr>
            <a:xfrm>
              <a:off x="3493008" y="4479035"/>
              <a:ext cx="10795" cy="1905"/>
            </a:xfrm>
            <a:custGeom>
              <a:avLst/>
              <a:gdLst/>
              <a:ahLst/>
              <a:cxnLst/>
              <a:rect l="l" t="t" r="r" b="b"/>
              <a:pathLst>
                <a:path w="10795" h="1904">
                  <a:moveTo>
                    <a:pt x="0" y="1524"/>
                  </a:moveTo>
                  <a:lnTo>
                    <a:pt x="10668" y="1524"/>
                  </a:lnTo>
                  <a:lnTo>
                    <a:pt x="10668" y="0"/>
                  </a:lnTo>
                  <a:lnTo>
                    <a:pt x="0" y="0"/>
                  </a:lnTo>
                  <a:lnTo>
                    <a:pt x="0" y="1524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35" name="object 35"/>
          <p:cNvGrpSpPr/>
          <p:nvPr/>
        </p:nvGrpSpPr>
        <p:grpSpPr>
          <a:xfrm>
            <a:off x="3493008" y="3415284"/>
            <a:ext cx="10795" cy="142240"/>
            <a:chOff x="3493008" y="3415284"/>
            <a:chExt cx="10795" cy="142240"/>
          </a:xfrm>
        </p:grpSpPr>
        <p:sp>
          <p:nvSpPr>
            <p:cNvPr id="36" name="object 36"/>
            <p:cNvSpPr/>
            <p:nvPr/>
          </p:nvSpPr>
          <p:spPr>
            <a:xfrm>
              <a:off x="3498342" y="3427476"/>
              <a:ext cx="0" cy="129539"/>
            </a:xfrm>
            <a:custGeom>
              <a:avLst/>
              <a:gdLst/>
              <a:ahLst/>
              <a:cxnLst/>
              <a:rect l="l" t="t" r="r" b="b"/>
              <a:pathLst>
                <a:path h="129539">
                  <a:moveTo>
                    <a:pt x="0" y="0"/>
                  </a:moveTo>
                  <a:lnTo>
                    <a:pt x="0" y="129540"/>
                  </a:lnTo>
                </a:path>
              </a:pathLst>
            </a:custGeom>
            <a:ln w="10668">
              <a:solidFill>
                <a:srgbClr val="000000"/>
              </a:solidFill>
              <a:prstDash val="dot"/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" name="object 37"/>
            <p:cNvSpPr/>
            <p:nvPr/>
          </p:nvSpPr>
          <p:spPr>
            <a:xfrm>
              <a:off x="3493008" y="3415284"/>
              <a:ext cx="10795" cy="1905"/>
            </a:xfrm>
            <a:custGeom>
              <a:avLst/>
              <a:gdLst/>
              <a:ahLst/>
              <a:cxnLst/>
              <a:rect l="l" t="t" r="r" b="b"/>
              <a:pathLst>
                <a:path w="10795" h="1904">
                  <a:moveTo>
                    <a:pt x="0" y="1524"/>
                  </a:moveTo>
                  <a:lnTo>
                    <a:pt x="10668" y="1524"/>
                  </a:lnTo>
                  <a:lnTo>
                    <a:pt x="10668" y="0"/>
                  </a:lnTo>
                  <a:lnTo>
                    <a:pt x="0" y="0"/>
                  </a:lnTo>
                  <a:lnTo>
                    <a:pt x="0" y="1524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38" name="object 38"/>
          <p:cNvGrpSpPr/>
          <p:nvPr/>
        </p:nvGrpSpPr>
        <p:grpSpPr>
          <a:xfrm>
            <a:off x="2961132" y="3870959"/>
            <a:ext cx="10795" cy="2737485"/>
            <a:chOff x="2961132" y="3870959"/>
            <a:chExt cx="10795" cy="2737485"/>
          </a:xfrm>
        </p:grpSpPr>
        <p:sp>
          <p:nvSpPr>
            <p:cNvPr id="39" name="object 39"/>
            <p:cNvSpPr/>
            <p:nvPr/>
          </p:nvSpPr>
          <p:spPr>
            <a:xfrm>
              <a:off x="2961132" y="6598920"/>
              <a:ext cx="10795" cy="9525"/>
            </a:xfrm>
            <a:custGeom>
              <a:avLst/>
              <a:gdLst/>
              <a:ahLst/>
              <a:cxnLst/>
              <a:rect l="l" t="t" r="r" b="b"/>
              <a:pathLst>
                <a:path w="10794" h="9525">
                  <a:moveTo>
                    <a:pt x="10668" y="9144"/>
                  </a:moveTo>
                  <a:lnTo>
                    <a:pt x="0" y="9144"/>
                  </a:lnTo>
                  <a:lnTo>
                    <a:pt x="0" y="0"/>
                  </a:lnTo>
                  <a:lnTo>
                    <a:pt x="10668" y="0"/>
                  </a:lnTo>
                  <a:lnTo>
                    <a:pt x="10668" y="9144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" name="object 40"/>
            <p:cNvSpPr/>
            <p:nvPr/>
          </p:nvSpPr>
          <p:spPr>
            <a:xfrm>
              <a:off x="2966466" y="3870959"/>
              <a:ext cx="0" cy="2717800"/>
            </a:xfrm>
            <a:custGeom>
              <a:avLst/>
              <a:gdLst/>
              <a:ahLst/>
              <a:cxnLst/>
              <a:rect l="l" t="t" r="r" b="b"/>
              <a:pathLst>
                <a:path h="2717800">
                  <a:moveTo>
                    <a:pt x="0" y="0"/>
                  </a:moveTo>
                  <a:lnTo>
                    <a:pt x="0" y="2717292"/>
                  </a:lnTo>
                </a:path>
              </a:pathLst>
            </a:custGeom>
            <a:ln w="10668">
              <a:solidFill>
                <a:srgbClr val="000000"/>
              </a:solidFill>
              <a:prstDash val="sysDot"/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41" name="object 41"/>
          <p:cNvGrpSpPr/>
          <p:nvPr/>
        </p:nvGrpSpPr>
        <p:grpSpPr>
          <a:xfrm>
            <a:off x="2961132" y="3415284"/>
            <a:ext cx="10795" cy="142240"/>
            <a:chOff x="2961132" y="3415284"/>
            <a:chExt cx="10795" cy="142240"/>
          </a:xfrm>
        </p:grpSpPr>
        <p:sp>
          <p:nvSpPr>
            <p:cNvPr id="42" name="object 42"/>
            <p:cNvSpPr/>
            <p:nvPr/>
          </p:nvSpPr>
          <p:spPr>
            <a:xfrm>
              <a:off x="2966466" y="3427476"/>
              <a:ext cx="0" cy="129539"/>
            </a:xfrm>
            <a:custGeom>
              <a:avLst/>
              <a:gdLst/>
              <a:ahLst/>
              <a:cxnLst/>
              <a:rect l="l" t="t" r="r" b="b"/>
              <a:pathLst>
                <a:path h="129539">
                  <a:moveTo>
                    <a:pt x="0" y="0"/>
                  </a:moveTo>
                  <a:lnTo>
                    <a:pt x="0" y="129540"/>
                  </a:lnTo>
                </a:path>
              </a:pathLst>
            </a:custGeom>
            <a:ln w="10668">
              <a:solidFill>
                <a:srgbClr val="000000"/>
              </a:solidFill>
              <a:prstDash val="dot"/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" name="object 43"/>
            <p:cNvSpPr/>
            <p:nvPr/>
          </p:nvSpPr>
          <p:spPr>
            <a:xfrm>
              <a:off x="2961132" y="3415284"/>
              <a:ext cx="10795" cy="1905"/>
            </a:xfrm>
            <a:custGeom>
              <a:avLst/>
              <a:gdLst/>
              <a:ahLst/>
              <a:cxnLst/>
              <a:rect l="l" t="t" r="r" b="b"/>
              <a:pathLst>
                <a:path w="10794" h="1904">
                  <a:moveTo>
                    <a:pt x="0" y="1524"/>
                  </a:moveTo>
                  <a:lnTo>
                    <a:pt x="10668" y="1524"/>
                  </a:lnTo>
                  <a:lnTo>
                    <a:pt x="10668" y="0"/>
                  </a:lnTo>
                  <a:lnTo>
                    <a:pt x="0" y="0"/>
                  </a:lnTo>
                  <a:lnTo>
                    <a:pt x="0" y="1524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44" name="object 44"/>
          <p:cNvGrpSpPr/>
          <p:nvPr/>
        </p:nvGrpSpPr>
        <p:grpSpPr>
          <a:xfrm>
            <a:off x="4024883" y="5256276"/>
            <a:ext cx="10795" cy="1351915"/>
            <a:chOff x="4024883" y="5256276"/>
            <a:chExt cx="10795" cy="1351915"/>
          </a:xfrm>
        </p:grpSpPr>
        <p:sp>
          <p:nvSpPr>
            <p:cNvPr id="45" name="object 45"/>
            <p:cNvSpPr/>
            <p:nvPr/>
          </p:nvSpPr>
          <p:spPr>
            <a:xfrm>
              <a:off x="4024883" y="6598920"/>
              <a:ext cx="10795" cy="9525"/>
            </a:xfrm>
            <a:custGeom>
              <a:avLst/>
              <a:gdLst/>
              <a:ahLst/>
              <a:cxnLst/>
              <a:rect l="l" t="t" r="r" b="b"/>
              <a:pathLst>
                <a:path w="10795" h="9525">
                  <a:moveTo>
                    <a:pt x="10668" y="9144"/>
                  </a:moveTo>
                  <a:lnTo>
                    <a:pt x="0" y="9144"/>
                  </a:lnTo>
                  <a:lnTo>
                    <a:pt x="0" y="0"/>
                  </a:lnTo>
                  <a:lnTo>
                    <a:pt x="10668" y="0"/>
                  </a:lnTo>
                  <a:lnTo>
                    <a:pt x="10668" y="9144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" name="object 46"/>
            <p:cNvSpPr/>
            <p:nvPr/>
          </p:nvSpPr>
          <p:spPr>
            <a:xfrm>
              <a:off x="4030217" y="5256276"/>
              <a:ext cx="0" cy="1332230"/>
            </a:xfrm>
            <a:custGeom>
              <a:avLst/>
              <a:gdLst/>
              <a:ahLst/>
              <a:cxnLst/>
              <a:rect l="l" t="t" r="r" b="b"/>
              <a:pathLst>
                <a:path h="1332229">
                  <a:moveTo>
                    <a:pt x="0" y="0"/>
                  </a:moveTo>
                  <a:lnTo>
                    <a:pt x="0" y="1331975"/>
                  </a:lnTo>
                </a:path>
              </a:pathLst>
            </a:custGeom>
            <a:ln w="10668">
              <a:solidFill>
                <a:srgbClr val="000000"/>
              </a:solidFill>
              <a:prstDash val="sysDot"/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47" name="object 47"/>
          <p:cNvGrpSpPr/>
          <p:nvPr/>
        </p:nvGrpSpPr>
        <p:grpSpPr>
          <a:xfrm>
            <a:off x="4024883" y="4780788"/>
            <a:ext cx="10795" cy="161925"/>
            <a:chOff x="4024883" y="4780788"/>
            <a:chExt cx="10795" cy="161925"/>
          </a:xfrm>
        </p:grpSpPr>
        <p:sp>
          <p:nvSpPr>
            <p:cNvPr id="48" name="object 48"/>
            <p:cNvSpPr/>
            <p:nvPr/>
          </p:nvSpPr>
          <p:spPr>
            <a:xfrm>
              <a:off x="4030217" y="4791455"/>
              <a:ext cx="0" cy="151130"/>
            </a:xfrm>
            <a:custGeom>
              <a:avLst/>
              <a:gdLst/>
              <a:ahLst/>
              <a:cxnLst/>
              <a:rect l="l" t="t" r="r" b="b"/>
              <a:pathLst>
                <a:path h="151129">
                  <a:moveTo>
                    <a:pt x="0" y="0"/>
                  </a:moveTo>
                  <a:lnTo>
                    <a:pt x="0" y="150876"/>
                  </a:lnTo>
                </a:path>
              </a:pathLst>
            </a:custGeom>
            <a:ln w="10668">
              <a:solidFill>
                <a:srgbClr val="000000"/>
              </a:solidFill>
              <a:prstDash val="sysDot"/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" name="object 49"/>
            <p:cNvSpPr/>
            <p:nvPr/>
          </p:nvSpPr>
          <p:spPr>
            <a:xfrm>
              <a:off x="4024883" y="4780788"/>
              <a:ext cx="10795" cy="1905"/>
            </a:xfrm>
            <a:custGeom>
              <a:avLst/>
              <a:gdLst/>
              <a:ahLst/>
              <a:cxnLst/>
              <a:rect l="l" t="t" r="r" b="b"/>
              <a:pathLst>
                <a:path w="10795" h="1904">
                  <a:moveTo>
                    <a:pt x="0" y="1523"/>
                  </a:moveTo>
                  <a:lnTo>
                    <a:pt x="10668" y="1523"/>
                  </a:lnTo>
                  <a:lnTo>
                    <a:pt x="10668" y="0"/>
                  </a:lnTo>
                  <a:lnTo>
                    <a:pt x="0" y="0"/>
                  </a:lnTo>
                  <a:lnTo>
                    <a:pt x="0" y="1523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50" name="object 50"/>
          <p:cNvGrpSpPr/>
          <p:nvPr/>
        </p:nvGrpSpPr>
        <p:grpSpPr>
          <a:xfrm>
            <a:off x="4024883" y="4335780"/>
            <a:ext cx="10795" cy="143510"/>
            <a:chOff x="4024883" y="4335780"/>
            <a:chExt cx="10795" cy="143510"/>
          </a:xfrm>
        </p:grpSpPr>
        <p:sp>
          <p:nvSpPr>
            <p:cNvPr id="51" name="object 51"/>
            <p:cNvSpPr/>
            <p:nvPr/>
          </p:nvSpPr>
          <p:spPr>
            <a:xfrm>
              <a:off x="4024883" y="4471416"/>
              <a:ext cx="10795" cy="7620"/>
            </a:xfrm>
            <a:custGeom>
              <a:avLst/>
              <a:gdLst/>
              <a:ahLst/>
              <a:cxnLst/>
              <a:rect l="l" t="t" r="r" b="b"/>
              <a:pathLst>
                <a:path w="10795" h="7620">
                  <a:moveTo>
                    <a:pt x="0" y="7619"/>
                  </a:moveTo>
                  <a:lnTo>
                    <a:pt x="10668" y="7619"/>
                  </a:lnTo>
                  <a:lnTo>
                    <a:pt x="10668" y="0"/>
                  </a:lnTo>
                  <a:lnTo>
                    <a:pt x="0" y="0"/>
                  </a:lnTo>
                  <a:lnTo>
                    <a:pt x="0" y="7619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" name="object 52"/>
            <p:cNvSpPr/>
            <p:nvPr/>
          </p:nvSpPr>
          <p:spPr>
            <a:xfrm>
              <a:off x="4030217" y="4351020"/>
              <a:ext cx="0" cy="109855"/>
            </a:xfrm>
            <a:custGeom>
              <a:avLst/>
              <a:gdLst/>
              <a:ahLst/>
              <a:cxnLst/>
              <a:rect l="l" t="t" r="r" b="b"/>
              <a:pathLst>
                <a:path h="109854">
                  <a:moveTo>
                    <a:pt x="0" y="0"/>
                  </a:moveTo>
                  <a:lnTo>
                    <a:pt x="0" y="109728"/>
                  </a:lnTo>
                </a:path>
              </a:pathLst>
            </a:custGeom>
            <a:ln w="10668">
              <a:solidFill>
                <a:srgbClr val="000000"/>
              </a:solidFill>
              <a:prstDash val="sysDot"/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" name="object 53"/>
            <p:cNvSpPr/>
            <p:nvPr/>
          </p:nvSpPr>
          <p:spPr>
            <a:xfrm>
              <a:off x="4024883" y="4335780"/>
              <a:ext cx="10795" cy="5080"/>
            </a:xfrm>
            <a:custGeom>
              <a:avLst/>
              <a:gdLst/>
              <a:ahLst/>
              <a:cxnLst/>
              <a:rect l="l" t="t" r="r" b="b"/>
              <a:pathLst>
                <a:path w="10795" h="5079">
                  <a:moveTo>
                    <a:pt x="0" y="4572"/>
                  </a:moveTo>
                  <a:lnTo>
                    <a:pt x="10668" y="4572"/>
                  </a:lnTo>
                  <a:lnTo>
                    <a:pt x="10668" y="0"/>
                  </a:lnTo>
                  <a:lnTo>
                    <a:pt x="0" y="0"/>
                  </a:lnTo>
                  <a:lnTo>
                    <a:pt x="0" y="4572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54" name="object 54"/>
          <p:cNvGrpSpPr/>
          <p:nvPr/>
        </p:nvGrpSpPr>
        <p:grpSpPr>
          <a:xfrm>
            <a:off x="4024883" y="3415284"/>
            <a:ext cx="10795" cy="615950"/>
            <a:chOff x="4024883" y="3415284"/>
            <a:chExt cx="10795" cy="615950"/>
          </a:xfrm>
        </p:grpSpPr>
        <p:sp>
          <p:nvSpPr>
            <p:cNvPr id="55" name="object 55"/>
            <p:cNvSpPr/>
            <p:nvPr/>
          </p:nvSpPr>
          <p:spPr>
            <a:xfrm>
              <a:off x="4024883" y="4029456"/>
              <a:ext cx="10795" cy="1905"/>
            </a:xfrm>
            <a:custGeom>
              <a:avLst/>
              <a:gdLst/>
              <a:ahLst/>
              <a:cxnLst/>
              <a:rect l="l" t="t" r="r" b="b"/>
              <a:pathLst>
                <a:path w="10795" h="1904">
                  <a:moveTo>
                    <a:pt x="0" y="1524"/>
                  </a:moveTo>
                  <a:lnTo>
                    <a:pt x="10668" y="1524"/>
                  </a:lnTo>
                  <a:lnTo>
                    <a:pt x="10668" y="0"/>
                  </a:lnTo>
                  <a:lnTo>
                    <a:pt x="0" y="0"/>
                  </a:lnTo>
                  <a:lnTo>
                    <a:pt x="0" y="1524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6" name="object 56"/>
            <p:cNvSpPr/>
            <p:nvPr/>
          </p:nvSpPr>
          <p:spPr>
            <a:xfrm>
              <a:off x="4030217" y="3870960"/>
              <a:ext cx="0" cy="147955"/>
            </a:xfrm>
            <a:custGeom>
              <a:avLst/>
              <a:gdLst/>
              <a:ahLst/>
              <a:cxnLst/>
              <a:rect l="l" t="t" r="r" b="b"/>
              <a:pathLst>
                <a:path h="147954">
                  <a:moveTo>
                    <a:pt x="0" y="0"/>
                  </a:moveTo>
                  <a:lnTo>
                    <a:pt x="0" y="147828"/>
                  </a:lnTo>
                </a:path>
              </a:pathLst>
            </a:custGeom>
            <a:ln w="10668">
              <a:solidFill>
                <a:srgbClr val="000000"/>
              </a:solidFill>
              <a:prstDash val="sysDot"/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7" name="object 57"/>
            <p:cNvSpPr/>
            <p:nvPr/>
          </p:nvSpPr>
          <p:spPr>
            <a:xfrm>
              <a:off x="4024883" y="3869436"/>
              <a:ext cx="10795" cy="1905"/>
            </a:xfrm>
            <a:custGeom>
              <a:avLst/>
              <a:gdLst/>
              <a:ahLst/>
              <a:cxnLst/>
              <a:rect l="l" t="t" r="r" b="b"/>
              <a:pathLst>
                <a:path w="10795" h="1904">
                  <a:moveTo>
                    <a:pt x="0" y="1523"/>
                  </a:moveTo>
                  <a:lnTo>
                    <a:pt x="10668" y="1523"/>
                  </a:lnTo>
                  <a:lnTo>
                    <a:pt x="10668" y="0"/>
                  </a:lnTo>
                  <a:lnTo>
                    <a:pt x="0" y="0"/>
                  </a:lnTo>
                  <a:lnTo>
                    <a:pt x="0" y="1523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8" name="object 58"/>
            <p:cNvSpPr/>
            <p:nvPr/>
          </p:nvSpPr>
          <p:spPr>
            <a:xfrm>
              <a:off x="4032503" y="3567684"/>
              <a:ext cx="0" cy="291465"/>
            </a:xfrm>
            <a:custGeom>
              <a:avLst/>
              <a:gdLst/>
              <a:ahLst/>
              <a:cxnLst/>
              <a:rect l="l" t="t" r="r" b="b"/>
              <a:pathLst>
                <a:path h="291464">
                  <a:moveTo>
                    <a:pt x="0" y="0"/>
                  </a:moveTo>
                  <a:lnTo>
                    <a:pt x="0" y="291084"/>
                  </a:lnTo>
                </a:path>
              </a:pathLst>
            </a:custGeom>
            <a:ln w="6095">
              <a:solidFill>
                <a:srgbClr val="000000"/>
              </a:solidFill>
              <a:prstDash val="sysDash"/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9" name="object 59"/>
            <p:cNvSpPr/>
            <p:nvPr/>
          </p:nvSpPr>
          <p:spPr>
            <a:xfrm>
              <a:off x="4030217" y="3427476"/>
              <a:ext cx="0" cy="129539"/>
            </a:xfrm>
            <a:custGeom>
              <a:avLst/>
              <a:gdLst/>
              <a:ahLst/>
              <a:cxnLst/>
              <a:rect l="l" t="t" r="r" b="b"/>
              <a:pathLst>
                <a:path h="129539">
                  <a:moveTo>
                    <a:pt x="0" y="0"/>
                  </a:moveTo>
                  <a:lnTo>
                    <a:pt x="0" y="129540"/>
                  </a:lnTo>
                </a:path>
              </a:pathLst>
            </a:custGeom>
            <a:ln w="10668">
              <a:solidFill>
                <a:srgbClr val="000000"/>
              </a:solidFill>
              <a:prstDash val="dot"/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0" name="object 60"/>
            <p:cNvSpPr/>
            <p:nvPr/>
          </p:nvSpPr>
          <p:spPr>
            <a:xfrm>
              <a:off x="4024883" y="3415284"/>
              <a:ext cx="10795" cy="1905"/>
            </a:xfrm>
            <a:custGeom>
              <a:avLst/>
              <a:gdLst/>
              <a:ahLst/>
              <a:cxnLst/>
              <a:rect l="l" t="t" r="r" b="b"/>
              <a:pathLst>
                <a:path w="10795" h="1904">
                  <a:moveTo>
                    <a:pt x="0" y="1524"/>
                  </a:moveTo>
                  <a:lnTo>
                    <a:pt x="10668" y="1524"/>
                  </a:lnTo>
                  <a:lnTo>
                    <a:pt x="10668" y="0"/>
                  </a:lnTo>
                  <a:lnTo>
                    <a:pt x="0" y="0"/>
                  </a:lnTo>
                  <a:lnTo>
                    <a:pt x="0" y="1524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61" name="object 61"/>
          <p:cNvGrpSpPr/>
          <p:nvPr/>
        </p:nvGrpSpPr>
        <p:grpSpPr>
          <a:xfrm>
            <a:off x="5620511" y="6156959"/>
            <a:ext cx="10795" cy="451484"/>
            <a:chOff x="5620511" y="6156959"/>
            <a:chExt cx="10795" cy="451484"/>
          </a:xfrm>
        </p:grpSpPr>
        <p:sp>
          <p:nvSpPr>
            <p:cNvPr id="62" name="object 62"/>
            <p:cNvSpPr/>
            <p:nvPr/>
          </p:nvSpPr>
          <p:spPr>
            <a:xfrm>
              <a:off x="5620511" y="6598920"/>
              <a:ext cx="10795" cy="9525"/>
            </a:xfrm>
            <a:custGeom>
              <a:avLst/>
              <a:gdLst/>
              <a:ahLst/>
              <a:cxnLst/>
              <a:rect l="l" t="t" r="r" b="b"/>
              <a:pathLst>
                <a:path w="10795" h="9525">
                  <a:moveTo>
                    <a:pt x="10668" y="9144"/>
                  </a:moveTo>
                  <a:lnTo>
                    <a:pt x="0" y="9144"/>
                  </a:lnTo>
                  <a:lnTo>
                    <a:pt x="0" y="0"/>
                  </a:lnTo>
                  <a:lnTo>
                    <a:pt x="10668" y="0"/>
                  </a:lnTo>
                  <a:lnTo>
                    <a:pt x="10668" y="9144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3" name="object 63"/>
            <p:cNvSpPr/>
            <p:nvPr/>
          </p:nvSpPr>
          <p:spPr>
            <a:xfrm>
              <a:off x="5625845" y="6156959"/>
              <a:ext cx="0" cy="431800"/>
            </a:xfrm>
            <a:custGeom>
              <a:avLst/>
              <a:gdLst/>
              <a:ahLst/>
              <a:cxnLst/>
              <a:rect l="l" t="t" r="r" b="b"/>
              <a:pathLst>
                <a:path h="431800">
                  <a:moveTo>
                    <a:pt x="0" y="0"/>
                  </a:moveTo>
                  <a:lnTo>
                    <a:pt x="0" y="431292"/>
                  </a:lnTo>
                </a:path>
              </a:pathLst>
            </a:custGeom>
            <a:ln w="10668">
              <a:solidFill>
                <a:srgbClr val="000000"/>
              </a:solidFill>
              <a:prstDash val="sysDot"/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64" name="object 64"/>
          <p:cNvSpPr/>
          <p:nvPr/>
        </p:nvSpPr>
        <p:spPr>
          <a:xfrm>
            <a:off x="5625846" y="5695188"/>
            <a:ext cx="0" cy="151130"/>
          </a:xfrm>
          <a:custGeom>
            <a:avLst/>
            <a:gdLst/>
            <a:ahLst/>
            <a:cxnLst/>
            <a:rect l="l" t="t" r="r" b="b"/>
            <a:pathLst>
              <a:path h="151129">
                <a:moveTo>
                  <a:pt x="0" y="0"/>
                </a:moveTo>
                <a:lnTo>
                  <a:pt x="0" y="150875"/>
                </a:lnTo>
              </a:path>
            </a:pathLst>
          </a:custGeom>
          <a:ln w="10668">
            <a:solidFill>
              <a:srgbClr val="000000"/>
            </a:solidFill>
            <a:prstDash val="sysDot"/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65" name="object 65"/>
          <p:cNvGrpSpPr/>
          <p:nvPr/>
        </p:nvGrpSpPr>
        <p:grpSpPr>
          <a:xfrm>
            <a:off x="5620511" y="4780788"/>
            <a:ext cx="10795" cy="603885"/>
            <a:chOff x="5620511" y="4780788"/>
            <a:chExt cx="10795" cy="603885"/>
          </a:xfrm>
        </p:grpSpPr>
        <p:sp>
          <p:nvSpPr>
            <p:cNvPr id="66" name="object 66"/>
            <p:cNvSpPr/>
            <p:nvPr/>
          </p:nvSpPr>
          <p:spPr>
            <a:xfrm>
              <a:off x="5625845" y="4791455"/>
              <a:ext cx="0" cy="593090"/>
            </a:xfrm>
            <a:custGeom>
              <a:avLst/>
              <a:gdLst/>
              <a:ahLst/>
              <a:cxnLst/>
              <a:rect l="l" t="t" r="r" b="b"/>
              <a:pathLst>
                <a:path h="593089">
                  <a:moveTo>
                    <a:pt x="0" y="0"/>
                  </a:moveTo>
                  <a:lnTo>
                    <a:pt x="0" y="592836"/>
                  </a:lnTo>
                </a:path>
              </a:pathLst>
            </a:custGeom>
            <a:ln w="10668">
              <a:solidFill>
                <a:srgbClr val="000000"/>
              </a:solidFill>
              <a:prstDash val="sysDot"/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7" name="object 67"/>
            <p:cNvSpPr/>
            <p:nvPr/>
          </p:nvSpPr>
          <p:spPr>
            <a:xfrm>
              <a:off x="5620511" y="4780788"/>
              <a:ext cx="10795" cy="1905"/>
            </a:xfrm>
            <a:custGeom>
              <a:avLst/>
              <a:gdLst/>
              <a:ahLst/>
              <a:cxnLst/>
              <a:rect l="l" t="t" r="r" b="b"/>
              <a:pathLst>
                <a:path w="10795" h="1904">
                  <a:moveTo>
                    <a:pt x="0" y="1523"/>
                  </a:moveTo>
                  <a:lnTo>
                    <a:pt x="10668" y="1523"/>
                  </a:lnTo>
                  <a:lnTo>
                    <a:pt x="10668" y="0"/>
                  </a:lnTo>
                  <a:lnTo>
                    <a:pt x="0" y="0"/>
                  </a:lnTo>
                  <a:lnTo>
                    <a:pt x="0" y="1523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68" name="object 68"/>
          <p:cNvGrpSpPr/>
          <p:nvPr/>
        </p:nvGrpSpPr>
        <p:grpSpPr>
          <a:xfrm>
            <a:off x="5620511" y="3113532"/>
            <a:ext cx="10795" cy="1365885"/>
            <a:chOff x="5620511" y="3113532"/>
            <a:chExt cx="10795" cy="1365885"/>
          </a:xfrm>
        </p:grpSpPr>
        <p:sp>
          <p:nvSpPr>
            <p:cNvPr id="69" name="object 69"/>
            <p:cNvSpPr/>
            <p:nvPr/>
          </p:nvSpPr>
          <p:spPr>
            <a:xfrm>
              <a:off x="5620511" y="4471416"/>
              <a:ext cx="10795" cy="7620"/>
            </a:xfrm>
            <a:custGeom>
              <a:avLst/>
              <a:gdLst/>
              <a:ahLst/>
              <a:cxnLst/>
              <a:rect l="l" t="t" r="r" b="b"/>
              <a:pathLst>
                <a:path w="10795" h="7620">
                  <a:moveTo>
                    <a:pt x="0" y="7619"/>
                  </a:moveTo>
                  <a:lnTo>
                    <a:pt x="10668" y="7619"/>
                  </a:lnTo>
                  <a:lnTo>
                    <a:pt x="10668" y="0"/>
                  </a:lnTo>
                  <a:lnTo>
                    <a:pt x="0" y="0"/>
                  </a:lnTo>
                  <a:lnTo>
                    <a:pt x="0" y="7619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0" name="object 70"/>
            <p:cNvSpPr/>
            <p:nvPr/>
          </p:nvSpPr>
          <p:spPr>
            <a:xfrm>
              <a:off x="5625845" y="3125724"/>
              <a:ext cx="0" cy="1335405"/>
            </a:xfrm>
            <a:custGeom>
              <a:avLst/>
              <a:gdLst/>
              <a:ahLst/>
              <a:cxnLst/>
              <a:rect l="l" t="t" r="r" b="b"/>
              <a:pathLst>
                <a:path h="1335404">
                  <a:moveTo>
                    <a:pt x="0" y="0"/>
                  </a:moveTo>
                  <a:lnTo>
                    <a:pt x="0" y="1335024"/>
                  </a:lnTo>
                </a:path>
              </a:pathLst>
            </a:custGeom>
            <a:ln w="10668">
              <a:solidFill>
                <a:srgbClr val="000000"/>
              </a:solidFill>
              <a:prstDash val="sysDot"/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1" name="object 71"/>
            <p:cNvSpPr/>
            <p:nvPr/>
          </p:nvSpPr>
          <p:spPr>
            <a:xfrm>
              <a:off x="5620511" y="3113532"/>
              <a:ext cx="10795" cy="3175"/>
            </a:xfrm>
            <a:custGeom>
              <a:avLst/>
              <a:gdLst/>
              <a:ahLst/>
              <a:cxnLst/>
              <a:rect l="l" t="t" r="r" b="b"/>
              <a:pathLst>
                <a:path w="10795" h="3175">
                  <a:moveTo>
                    <a:pt x="10668" y="3048"/>
                  </a:moveTo>
                  <a:lnTo>
                    <a:pt x="0" y="3048"/>
                  </a:lnTo>
                  <a:lnTo>
                    <a:pt x="0" y="0"/>
                  </a:lnTo>
                  <a:lnTo>
                    <a:pt x="10668" y="0"/>
                  </a:lnTo>
                  <a:lnTo>
                    <a:pt x="10668" y="3048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72" name="object 72"/>
          <p:cNvGrpSpPr/>
          <p:nvPr/>
        </p:nvGrpSpPr>
        <p:grpSpPr>
          <a:xfrm>
            <a:off x="5088635" y="5695188"/>
            <a:ext cx="10795" cy="913130"/>
            <a:chOff x="5088635" y="5695188"/>
            <a:chExt cx="10795" cy="913130"/>
          </a:xfrm>
        </p:grpSpPr>
        <p:sp>
          <p:nvSpPr>
            <p:cNvPr id="73" name="object 73"/>
            <p:cNvSpPr/>
            <p:nvPr/>
          </p:nvSpPr>
          <p:spPr>
            <a:xfrm>
              <a:off x="5088635" y="6598920"/>
              <a:ext cx="10795" cy="9525"/>
            </a:xfrm>
            <a:custGeom>
              <a:avLst/>
              <a:gdLst/>
              <a:ahLst/>
              <a:cxnLst/>
              <a:rect l="l" t="t" r="r" b="b"/>
              <a:pathLst>
                <a:path w="10795" h="9525">
                  <a:moveTo>
                    <a:pt x="10668" y="9144"/>
                  </a:moveTo>
                  <a:lnTo>
                    <a:pt x="0" y="9144"/>
                  </a:lnTo>
                  <a:lnTo>
                    <a:pt x="0" y="0"/>
                  </a:lnTo>
                  <a:lnTo>
                    <a:pt x="10668" y="0"/>
                  </a:lnTo>
                  <a:lnTo>
                    <a:pt x="10668" y="9144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4" name="object 74"/>
            <p:cNvSpPr/>
            <p:nvPr/>
          </p:nvSpPr>
          <p:spPr>
            <a:xfrm>
              <a:off x="5093969" y="5695188"/>
              <a:ext cx="0" cy="893444"/>
            </a:xfrm>
            <a:custGeom>
              <a:avLst/>
              <a:gdLst/>
              <a:ahLst/>
              <a:cxnLst/>
              <a:rect l="l" t="t" r="r" b="b"/>
              <a:pathLst>
                <a:path h="893445">
                  <a:moveTo>
                    <a:pt x="0" y="0"/>
                  </a:moveTo>
                  <a:lnTo>
                    <a:pt x="0" y="893063"/>
                  </a:lnTo>
                </a:path>
              </a:pathLst>
            </a:custGeom>
            <a:ln w="10668">
              <a:solidFill>
                <a:srgbClr val="000000"/>
              </a:solidFill>
              <a:prstDash val="sysDot"/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75" name="object 75"/>
          <p:cNvSpPr/>
          <p:nvPr/>
        </p:nvSpPr>
        <p:spPr>
          <a:xfrm>
            <a:off x="5088623" y="5256288"/>
            <a:ext cx="10795" cy="128270"/>
          </a:xfrm>
          <a:custGeom>
            <a:avLst/>
            <a:gdLst/>
            <a:ahLst/>
            <a:cxnLst/>
            <a:rect l="l" t="t" r="r" b="b"/>
            <a:pathLst>
              <a:path w="10795" h="128270">
                <a:moveTo>
                  <a:pt x="10668" y="117348"/>
                </a:moveTo>
                <a:lnTo>
                  <a:pt x="0" y="117348"/>
                </a:lnTo>
                <a:lnTo>
                  <a:pt x="0" y="128016"/>
                </a:lnTo>
                <a:lnTo>
                  <a:pt x="10668" y="128016"/>
                </a:lnTo>
                <a:lnTo>
                  <a:pt x="10668" y="117348"/>
                </a:lnTo>
                <a:close/>
              </a:path>
              <a:path w="10795" h="128270">
                <a:moveTo>
                  <a:pt x="10668" y="97536"/>
                </a:moveTo>
                <a:lnTo>
                  <a:pt x="0" y="97536"/>
                </a:lnTo>
                <a:lnTo>
                  <a:pt x="0" y="108204"/>
                </a:lnTo>
                <a:lnTo>
                  <a:pt x="10668" y="108204"/>
                </a:lnTo>
                <a:lnTo>
                  <a:pt x="10668" y="97536"/>
                </a:lnTo>
                <a:close/>
              </a:path>
              <a:path w="10795" h="128270">
                <a:moveTo>
                  <a:pt x="10668" y="77711"/>
                </a:moveTo>
                <a:lnTo>
                  <a:pt x="0" y="77711"/>
                </a:lnTo>
                <a:lnTo>
                  <a:pt x="0" y="88379"/>
                </a:lnTo>
                <a:lnTo>
                  <a:pt x="10668" y="88379"/>
                </a:lnTo>
                <a:lnTo>
                  <a:pt x="10668" y="77711"/>
                </a:lnTo>
                <a:close/>
              </a:path>
              <a:path w="10795" h="128270">
                <a:moveTo>
                  <a:pt x="10668" y="57899"/>
                </a:moveTo>
                <a:lnTo>
                  <a:pt x="0" y="57899"/>
                </a:lnTo>
                <a:lnTo>
                  <a:pt x="0" y="68567"/>
                </a:lnTo>
                <a:lnTo>
                  <a:pt x="10668" y="68567"/>
                </a:lnTo>
                <a:lnTo>
                  <a:pt x="10668" y="57899"/>
                </a:lnTo>
                <a:close/>
              </a:path>
              <a:path w="10795" h="128270">
                <a:moveTo>
                  <a:pt x="10668" y="38087"/>
                </a:moveTo>
                <a:lnTo>
                  <a:pt x="0" y="38087"/>
                </a:lnTo>
                <a:lnTo>
                  <a:pt x="0" y="47231"/>
                </a:lnTo>
                <a:lnTo>
                  <a:pt x="10668" y="47231"/>
                </a:lnTo>
                <a:lnTo>
                  <a:pt x="10668" y="38087"/>
                </a:lnTo>
                <a:close/>
              </a:path>
              <a:path w="10795" h="128270">
                <a:moveTo>
                  <a:pt x="10668" y="18275"/>
                </a:moveTo>
                <a:lnTo>
                  <a:pt x="0" y="18275"/>
                </a:lnTo>
                <a:lnTo>
                  <a:pt x="0" y="27419"/>
                </a:lnTo>
                <a:lnTo>
                  <a:pt x="10668" y="27419"/>
                </a:lnTo>
                <a:lnTo>
                  <a:pt x="10668" y="18275"/>
                </a:lnTo>
                <a:close/>
              </a:path>
              <a:path w="10795" h="128270">
                <a:moveTo>
                  <a:pt x="10668" y="0"/>
                </a:moveTo>
                <a:lnTo>
                  <a:pt x="0" y="0"/>
                </a:lnTo>
                <a:lnTo>
                  <a:pt x="0" y="7607"/>
                </a:lnTo>
                <a:lnTo>
                  <a:pt x="10668" y="7607"/>
                </a:lnTo>
                <a:lnTo>
                  <a:pt x="10668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76" name="object 76"/>
          <p:cNvGrpSpPr/>
          <p:nvPr/>
        </p:nvGrpSpPr>
        <p:grpSpPr>
          <a:xfrm>
            <a:off x="5088635" y="4780788"/>
            <a:ext cx="10795" cy="161925"/>
            <a:chOff x="5088635" y="4780788"/>
            <a:chExt cx="10795" cy="161925"/>
          </a:xfrm>
        </p:grpSpPr>
        <p:sp>
          <p:nvSpPr>
            <p:cNvPr id="77" name="object 77"/>
            <p:cNvSpPr/>
            <p:nvPr/>
          </p:nvSpPr>
          <p:spPr>
            <a:xfrm>
              <a:off x="5093969" y="4791455"/>
              <a:ext cx="0" cy="151130"/>
            </a:xfrm>
            <a:custGeom>
              <a:avLst/>
              <a:gdLst/>
              <a:ahLst/>
              <a:cxnLst/>
              <a:rect l="l" t="t" r="r" b="b"/>
              <a:pathLst>
                <a:path h="151129">
                  <a:moveTo>
                    <a:pt x="0" y="0"/>
                  </a:moveTo>
                  <a:lnTo>
                    <a:pt x="0" y="150876"/>
                  </a:lnTo>
                </a:path>
              </a:pathLst>
            </a:custGeom>
            <a:ln w="10668">
              <a:solidFill>
                <a:srgbClr val="000000"/>
              </a:solidFill>
              <a:prstDash val="sysDot"/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8" name="object 78"/>
            <p:cNvSpPr/>
            <p:nvPr/>
          </p:nvSpPr>
          <p:spPr>
            <a:xfrm>
              <a:off x="5088635" y="4780788"/>
              <a:ext cx="10795" cy="1905"/>
            </a:xfrm>
            <a:custGeom>
              <a:avLst/>
              <a:gdLst/>
              <a:ahLst/>
              <a:cxnLst/>
              <a:rect l="l" t="t" r="r" b="b"/>
              <a:pathLst>
                <a:path w="10795" h="1904">
                  <a:moveTo>
                    <a:pt x="0" y="1523"/>
                  </a:moveTo>
                  <a:lnTo>
                    <a:pt x="10668" y="1523"/>
                  </a:lnTo>
                  <a:lnTo>
                    <a:pt x="10668" y="0"/>
                  </a:lnTo>
                  <a:lnTo>
                    <a:pt x="0" y="0"/>
                  </a:lnTo>
                  <a:lnTo>
                    <a:pt x="0" y="1523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79" name="object 79"/>
          <p:cNvGrpSpPr/>
          <p:nvPr/>
        </p:nvGrpSpPr>
        <p:grpSpPr>
          <a:xfrm>
            <a:off x="5088635" y="3113532"/>
            <a:ext cx="10795" cy="1365885"/>
            <a:chOff x="5088635" y="3113532"/>
            <a:chExt cx="10795" cy="1365885"/>
          </a:xfrm>
        </p:grpSpPr>
        <p:sp>
          <p:nvSpPr>
            <p:cNvPr id="80" name="object 80"/>
            <p:cNvSpPr/>
            <p:nvPr/>
          </p:nvSpPr>
          <p:spPr>
            <a:xfrm>
              <a:off x="5088635" y="4471416"/>
              <a:ext cx="10795" cy="7620"/>
            </a:xfrm>
            <a:custGeom>
              <a:avLst/>
              <a:gdLst/>
              <a:ahLst/>
              <a:cxnLst/>
              <a:rect l="l" t="t" r="r" b="b"/>
              <a:pathLst>
                <a:path w="10795" h="7620">
                  <a:moveTo>
                    <a:pt x="0" y="7619"/>
                  </a:moveTo>
                  <a:lnTo>
                    <a:pt x="10668" y="7619"/>
                  </a:lnTo>
                  <a:lnTo>
                    <a:pt x="10668" y="0"/>
                  </a:lnTo>
                  <a:lnTo>
                    <a:pt x="0" y="0"/>
                  </a:lnTo>
                  <a:lnTo>
                    <a:pt x="0" y="7619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1" name="object 81"/>
            <p:cNvSpPr/>
            <p:nvPr/>
          </p:nvSpPr>
          <p:spPr>
            <a:xfrm>
              <a:off x="5093969" y="3427476"/>
              <a:ext cx="0" cy="1033780"/>
            </a:xfrm>
            <a:custGeom>
              <a:avLst/>
              <a:gdLst/>
              <a:ahLst/>
              <a:cxnLst/>
              <a:rect l="l" t="t" r="r" b="b"/>
              <a:pathLst>
                <a:path h="1033779">
                  <a:moveTo>
                    <a:pt x="0" y="0"/>
                  </a:moveTo>
                  <a:lnTo>
                    <a:pt x="0" y="1033272"/>
                  </a:lnTo>
                </a:path>
              </a:pathLst>
            </a:custGeom>
            <a:ln w="10668">
              <a:solidFill>
                <a:srgbClr val="000000"/>
              </a:solidFill>
              <a:prstDash val="sysDot"/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2" name="object 82"/>
            <p:cNvSpPr/>
            <p:nvPr/>
          </p:nvSpPr>
          <p:spPr>
            <a:xfrm>
              <a:off x="5088635" y="3407664"/>
              <a:ext cx="10795" cy="7620"/>
            </a:xfrm>
            <a:custGeom>
              <a:avLst/>
              <a:gdLst/>
              <a:ahLst/>
              <a:cxnLst/>
              <a:rect l="l" t="t" r="r" b="b"/>
              <a:pathLst>
                <a:path w="10795" h="7620">
                  <a:moveTo>
                    <a:pt x="0" y="7619"/>
                  </a:moveTo>
                  <a:lnTo>
                    <a:pt x="10668" y="7619"/>
                  </a:lnTo>
                  <a:lnTo>
                    <a:pt x="10668" y="0"/>
                  </a:lnTo>
                  <a:lnTo>
                    <a:pt x="0" y="0"/>
                  </a:lnTo>
                  <a:lnTo>
                    <a:pt x="0" y="7619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3" name="object 83"/>
            <p:cNvSpPr/>
            <p:nvPr/>
          </p:nvSpPr>
          <p:spPr>
            <a:xfrm>
              <a:off x="5093969" y="3125724"/>
              <a:ext cx="0" cy="291465"/>
            </a:xfrm>
            <a:custGeom>
              <a:avLst/>
              <a:gdLst/>
              <a:ahLst/>
              <a:cxnLst/>
              <a:rect l="l" t="t" r="r" b="b"/>
              <a:pathLst>
                <a:path h="291464">
                  <a:moveTo>
                    <a:pt x="0" y="0"/>
                  </a:moveTo>
                  <a:lnTo>
                    <a:pt x="0" y="291083"/>
                  </a:lnTo>
                </a:path>
              </a:pathLst>
            </a:custGeom>
            <a:ln w="10668">
              <a:solidFill>
                <a:srgbClr val="000000"/>
              </a:solidFill>
              <a:prstDash val="sysDot"/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4" name="object 84"/>
            <p:cNvSpPr/>
            <p:nvPr/>
          </p:nvSpPr>
          <p:spPr>
            <a:xfrm>
              <a:off x="5093207" y="3113532"/>
              <a:ext cx="6350" cy="3175"/>
            </a:xfrm>
            <a:custGeom>
              <a:avLst/>
              <a:gdLst/>
              <a:ahLst/>
              <a:cxnLst/>
              <a:rect l="l" t="t" r="r" b="b"/>
              <a:pathLst>
                <a:path w="6350" h="3175">
                  <a:moveTo>
                    <a:pt x="0" y="3048"/>
                  </a:moveTo>
                  <a:lnTo>
                    <a:pt x="6096" y="3048"/>
                  </a:lnTo>
                  <a:lnTo>
                    <a:pt x="6096" y="0"/>
                  </a:lnTo>
                  <a:lnTo>
                    <a:pt x="0" y="0"/>
                  </a:lnTo>
                  <a:lnTo>
                    <a:pt x="0" y="3048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85" name="object 85"/>
          <p:cNvSpPr/>
          <p:nvPr/>
        </p:nvSpPr>
        <p:spPr>
          <a:xfrm>
            <a:off x="6684264" y="6156959"/>
            <a:ext cx="10795" cy="142240"/>
          </a:xfrm>
          <a:custGeom>
            <a:avLst/>
            <a:gdLst/>
            <a:ahLst/>
            <a:cxnLst/>
            <a:rect l="l" t="t" r="r" b="b"/>
            <a:pathLst>
              <a:path w="10795" h="142239">
                <a:moveTo>
                  <a:pt x="10668" y="140220"/>
                </a:moveTo>
                <a:lnTo>
                  <a:pt x="0" y="140220"/>
                </a:lnTo>
                <a:lnTo>
                  <a:pt x="0" y="141744"/>
                </a:lnTo>
                <a:lnTo>
                  <a:pt x="10668" y="141744"/>
                </a:lnTo>
                <a:lnTo>
                  <a:pt x="10668" y="140220"/>
                </a:lnTo>
                <a:close/>
              </a:path>
              <a:path w="10795" h="142239">
                <a:moveTo>
                  <a:pt x="10668" y="120396"/>
                </a:moveTo>
                <a:lnTo>
                  <a:pt x="0" y="120396"/>
                </a:lnTo>
                <a:lnTo>
                  <a:pt x="0" y="131076"/>
                </a:lnTo>
                <a:lnTo>
                  <a:pt x="10668" y="131076"/>
                </a:lnTo>
                <a:lnTo>
                  <a:pt x="10668" y="120396"/>
                </a:lnTo>
                <a:close/>
              </a:path>
              <a:path w="10795" h="142239">
                <a:moveTo>
                  <a:pt x="10668" y="100596"/>
                </a:moveTo>
                <a:lnTo>
                  <a:pt x="0" y="100596"/>
                </a:lnTo>
                <a:lnTo>
                  <a:pt x="0" y="111252"/>
                </a:lnTo>
                <a:lnTo>
                  <a:pt x="10668" y="111252"/>
                </a:lnTo>
                <a:lnTo>
                  <a:pt x="10668" y="100596"/>
                </a:lnTo>
                <a:close/>
              </a:path>
              <a:path w="10795" h="142239">
                <a:moveTo>
                  <a:pt x="10668" y="80772"/>
                </a:moveTo>
                <a:lnTo>
                  <a:pt x="0" y="80772"/>
                </a:lnTo>
                <a:lnTo>
                  <a:pt x="0" y="89928"/>
                </a:lnTo>
                <a:lnTo>
                  <a:pt x="10668" y="89928"/>
                </a:lnTo>
                <a:lnTo>
                  <a:pt x="10668" y="80772"/>
                </a:lnTo>
                <a:close/>
              </a:path>
              <a:path w="10795" h="142239">
                <a:moveTo>
                  <a:pt x="10668" y="60972"/>
                </a:moveTo>
                <a:lnTo>
                  <a:pt x="0" y="60972"/>
                </a:lnTo>
                <a:lnTo>
                  <a:pt x="0" y="70104"/>
                </a:lnTo>
                <a:lnTo>
                  <a:pt x="10668" y="70104"/>
                </a:lnTo>
                <a:lnTo>
                  <a:pt x="10668" y="60972"/>
                </a:lnTo>
                <a:close/>
              </a:path>
              <a:path w="10795" h="142239">
                <a:moveTo>
                  <a:pt x="10668" y="39624"/>
                </a:moveTo>
                <a:lnTo>
                  <a:pt x="0" y="39624"/>
                </a:lnTo>
                <a:lnTo>
                  <a:pt x="0" y="50292"/>
                </a:lnTo>
                <a:lnTo>
                  <a:pt x="10668" y="50292"/>
                </a:lnTo>
                <a:lnTo>
                  <a:pt x="10668" y="39624"/>
                </a:lnTo>
                <a:close/>
              </a:path>
              <a:path w="10795" h="142239">
                <a:moveTo>
                  <a:pt x="10668" y="19812"/>
                </a:moveTo>
                <a:lnTo>
                  <a:pt x="0" y="19812"/>
                </a:lnTo>
                <a:lnTo>
                  <a:pt x="0" y="30480"/>
                </a:lnTo>
                <a:lnTo>
                  <a:pt x="10668" y="30480"/>
                </a:lnTo>
                <a:lnTo>
                  <a:pt x="10668" y="19812"/>
                </a:lnTo>
                <a:close/>
              </a:path>
              <a:path w="10795" h="142239">
                <a:moveTo>
                  <a:pt x="10668" y="0"/>
                </a:moveTo>
                <a:lnTo>
                  <a:pt x="0" y="0"/>
                </a:lnTo>
                <a:lnTo>
                  <a:pt x="0" y="10668"/>
                </a:lnTo>
                <a:lnTo>
                  <a:pt x="10668" y="10668"/>
                </a:lnTo>
                <a:lnTo>
                  <a:pt x="10668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86" name="object 86"/>
          <p:cNvGrpSpPr/>
          <p:nvPr/>
        </p:nvGrpSpPr>
        <p:grpSpPr>
          <a:xfrm>
            <a:off x="6684264" y="3113532"/>
            <a:ext cx="10795" cy="2733040"/>
            <a:chOff x="6684264" y="3113532"/>
            <a:chExt cx="10795" cy="2733040"/>
          </a:xfrm>
        </p:grpSpPr>
        <p:sp>
          <p:nvSpPr>
            <p:cNvPr id="87" name="object 87"/>
            <p:cNvSpPr/>
            <p:nvPr/>
          </p:nvSpPr>
          <p:spPr>
            <a:xfrm>
              <a:off x="6689598" y="5695188"/>
              <a:ext cx="0" cy="151130"/>
            </a:xfrm>
            <a:custGeom>
              <a:avLst/>
              <a:gdLst/>
              <a:ahLst/>
              <a:cxnLst/>
              <a:rect l="l" t="t" r="r" b="b"/>
              <a:pathLst>
                <a:path h="151129">
                  <a:moveTo>
                    <a:pt x="0" y="0"/>
                  </a:moveTo>
                  <a:lnTo>
                    <a:pt x="0" y="150875"/>
                  </a:lnTo>
                </a:path>
              </a:pathLst>
            </a:custGeom>
            <a:ln w="10668">
              <a:solidFill>
                <a:srgbClr val="000000"/>
              </a:solidFill>
              <a:prstDash val="sysDot"/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8" name="object 88"/>
            <p:cNvSpPr/>
            <p:nvPr/>
          </p:nvSpPr>
          <p:spPr>
            <a:xfrm>
              <a:off x="6691884" y="5394960"/>
              <a:ext cx="0" cy="291465"/>
            </a:xfrm>
            <a:custGeom>
              <a:avLst/>
              <a:gdLst/>
              <a:ahLst/>
              <a:cxnLst/>
              <a:rect l="l" t="t" r="r" b="b"/>
              <a:pathLst>
                <a:path h="291464">
                  <a:moveTo>
                    <a:pt x="0" y="0"/>
                  </a:moveTo>
                  <a:lnTo>
                    <a:pt x="0" y="291084"/>
                  </a:lnTo>
                </a:path>
              </a:pathLst>
            </a:custGeom>
            <a:ln w="6096">
              <a:solidFill>
                <a:srgbClr val="000000"/>
              </a:solidFill>
              <a:prstDash val="dashDot"/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9" name="object 89"/>
            <p:cNvSpPr/>
            <p:nvPr/>
          </p:nvSpPr>
          <p:spPr>
            <a:xfrm>
              <a:off x="6689598" y="3125724"/>
              <a:ext cx="0" cy="2258695"/>
            </a:xfrm>
            <a:custGeom>
              <a:avLst/>
              <a:gdLst/>
              <a:ahLst/>
              <a:cxnLst/>
              <a:rect l="l" t="t" r="r" b="b"/>
              <a:pathLst>
                <a:path h="2258695">
                  <a:moveTo>
                    <a:pt x="0" y="0"/>
                  </a:moveTo>
                  <a:lnTo>
                    <a:pt x="0" y="2258568"/>
                  </a:lnTo>
                </a:path>
              </a:pathLst>
            </a:custGeom>
            <a:ln w="10668">
              <a:solidFill>
                <a:srgbClr val="000000"/>
              </a:solidFill>
              <a:prstDash val="sysDot"/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0" name="object 90"/>
            <p:cNvSpPr/>
            <p:nvPr/>
          </p:nvSpPr>
          <p:spPr>
            <a:xfrm>
              <a:off x="6684264" y="3113532"/>
              <a:ext cx="10795" cy="3175"/>
            </a:xfrm>
            <a:custGeom>
              <a:avLst/>
              <a:gdLst/>
              <a:ahLst/>
              <a:cxnLst/>
              <a:rect l="l" t="t" r="r" b="b"/>
              <a:pathLst>
                <a:path w="10795" h="3175">
                  <a:moveTo>
                    <a:pt x="10668" y="3048"/>
                  </a:moveTo>
                  <a:lnTo>
                    <a:pt x="0" y="3048"/>
                  </a:lnTo>
                  <a:lnTo>
                    <a:pt x="0" y="0"/>
                  </a:lnTo>
                  <a:lnTo>
                    <a:pt x="10668" y="0"/>
                  </a:lnTo>
                  <a:lnTo>
                    <a:pt x="10668" y="3048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91" name="object 91"/>
          <p:cNvGrpSpPr/>
          <p:nvPr/>
        </p:nvGrpSpPr>
        <p:grpSpPr>
          <a:xfrm>
            <a:off x="6152387" y="6156959"/>
            <a:ext cx="10795" cy="451484"/>
            <a:chOff x="6152387" y="6156959"/>
            <a:chExt cx="10795" cy="451484"/>
          </a:xfrm>
        </p:grpSpPr>
        <p:sp>
          <p:nvSpPr>
            <p:cNvPr id="92" name="object 92"/>
            <p:cNvSpPr/>
            <p:nvPr/>
          </p:nvSpPr>
          <p:spPr>
            <a:xfrm>
              <a:off x="6152375" y="6598932"/>
              <a:ext cx="10795" cy="9525"/>
            </a:xfrm>
            <a:custGeom>
              <a:avLst/>
              <a:gdLst/>
              <a:ahLst/>
              <a:cxnLst/>
              <a:rect l="l" t="t" r="r" b="b"/>
              <a:pathLst>
                <a:path w="10795" h="9525">
                  <a:moveTo>
                    <a:pt x="10668" y="0"/>
                  </a:moveTo>
                  <a:lnTo>
                    <a:pt x="0" y="0"/>
                  </a:lnTo>
                  <a:lnTo>
                    <a:pt x="0" y="4572"/>
                  </a:lnTo>
                  <a:lnTo>
                    <a:pt x="0" y="9144"/>
                  </a:lnTo>
                  <a:lnTo>
                    <a:pt x="10668" y="9144"/>
                  </a:lnTo>
                  <a:lnTo>
                    <a:pt x="10668" y="4572"/>
                  </a:lnTo>
                  <a:lnTo>
                    <a:pt x="10668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3" name="object 93"/>
            <p:cNvSpPr/>
            <p:nvPr/>
          </p:nvSpPr>
          <p:spPr>
            <a:xfrm>
              <a:off x="6153911" y="6316980"/>
              <a:ext cx="0" cy="271780"/>
            </a:xfrm>
            <a:custGeom>
              <a:avLst/>
              <a:gdLst/>
              <a:ahLst/>
              <a:cxnLst/>
              <a:rect l="l" t="t" r="r" b="b"/>
              <a:pathLst>
                <a:path h="271779">
                  <a:moveTo>
                    <a:pt x="0" y="0"/>
                  </a:moveTo>
                  <a:lnTo>
                    <a:pt x="0" y="271271"/>
                  </a:lnTo>
                </a:path>
              </a:pathLst>
            </a:custGeom>
            <a:ln w="3175">
              <a:solidFill>
                <a:srgbClr val="000000"/>
              </a:solidFill>
              <a:prstDash val="dash"/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4" name="object 94"/>
            <p:cNvSpPr/>
            <p:nvPr/>
          </p:nvSpPr>
          <p:spPr>
            <a:xfrm>
              <a:off x="6152375" y="6156960"/>
              <a:ext cx="10795" cy="151130"/>
            </a:xfrm>
            <a:custGeom>
              <a:avLst/>
              <a:gdLst/>
              <a:ahLst/>
              <a:cxnLst/>
              <a:rect l="l" t="t" r="r" b="b"/>
              <a:pathLst>
                <a:path w="10795" h="151129">
                  <a:moveTo>
                    <a:pt x="10668" y="140220"/>
                  </a:moveTo>
                  <a:lnTo>
                    <a:pt x="0" y="140220"/>
                  </a:lnTo>
                  <a:lnTo>
                    <a:pt x="0" y="141744"/>
                  </a:lnTo>
                  <a:lnTo>
                    <a:pt x="0" y="150876"/>
                  </a:lnTo>
                  <a:lnTo>
                    <a:pt x="10668" y="150876"/>
                  </a:lnTo>
                  <a:lnTo>
                    <a:pt x="10668" y="141744"/>
                  </a:lnTo>
                  <a:lnTo>
                    <a:pt x="10668" y="140220"/>
                  </a:lnTo>
                  <a:close/>
                </a:path>
                <a:path w="10795" h="151129">
                  <a:moveTo>
                    <a:pt x="10668" y="120396"/>
                  </a:moveTo>
                  <a:lnTo>
                    <a:pt x="0" y="120396"/>
                  </a:lnTo>
                  <a:lnTo>
                    <a:pt x="0" y="131076"/>
                  </a:lnTo>
                  <a:lnTo>
                    <a:pt x="10668" y="131076"/>
                  </a:lnTo>
                  <a:lnTo>
                    <a:pt x="10668" y="120396"/>
                  </a:lnTo>
                  <a:close/>
                </a:path>
                <a:path w="10795" h="151129">
                  <a:moveTo>
                    <a:pt x="10668" y="100596"/>
                  </a:moveTo>
                  <a:lnTo>
                    <a:pt x="0" y="100596"/>
                  </a:lnTo>
                  <a:lnTo>
                    <a:pt x="0" y="111252"/>
                  </a:lnTo>
                  <a:lnTo>
                    <a:pt x="10668" y="111252"/>
                  </a:lnTo>
                  <a:lnTo>
                    <a:pt x="10668" y="100596"/>
                  </a:lnTo>
                  <a:close/>
                </a:path>
                <a:path w="10795" h="151129">
                  <a:moveTo>
                    <a:pt x="10668" y="80772"/>
                  </a:moveTo>
                  <a:lnTo>
                    <a:pt x="0" y="80772"/>
                  </a:lnTo>
                  <a:lnTo>
                    <a:pt x="0" y="89928"/>
                  </a:lnTo>
                  <a:lnTo>
                    <a:pt x="10668" y="89928"/>
                  </a:lnTo>
                  <a:lnTo>
                    <a:pt x="10668" y="80772"/>
                  </a:lnTo>
                  <a:close/>
                </a:path>
                <a:path w="10795" h="151129">
                  <a:moveTo>
                    <a:pt x="10668" y="60972"/>
                  </a:moveTo>
                  <a:lnTo>
                    <a:pt x="0" y="60972"/>
                  </a:lnTo>
                  <a:lnTo>
                    <a:pt x="0" y="70104"/>
                  </a:lnTo>
                  <a:lnTo>
                    <a:pt x="10668" y="70104"/>
                  </a:lnTo>
                  <a:lnTo>
                    <a:pt x="10668" y="60972"/>
                  </a:lnTo>
                  <a:close/>
                </a:path>
                <a:path w="10795" h="151129">
                  <a:moveTo>
                    <a:pt x="10668" y="39624"/>
                  </a:moveTo>
                  <a:lnTo>
                    <a:pt x="0" y="39624"/>
                  </a:lnTo>
                  <a:lnTo>
                    <a:pt x="0" y="50292"/>
                  </a:lnTo>
                  <a:lnTo>
                    <a:pt x="10668" y="50292"/>
                  </a:lnTo>
                  <a:lnTo>
                    <a:pt x="10668" y="39624"/>
                  </a:lnTo>
                  <a:close/>
                </a:path>
                <a:path w="10795" h="151129">
                  <a:moveTo>
                    <a:pt x="10668" y="19812"/>
                  </a:moveTo>
                  <a:lnTo>
                    <a:pt x="0" y="19812"/>
                  </a:lnTo>
                  <a:lnTo>
                    <a:pt x="0" y="30480"/>
                  </a:lnTo>
                  <a:lnTo>
                    <a:pt x="10668" y="30480"/>
                  </a:lnTo>
                  <a:lnTo>
                    <a:pt x="10668" y="19812"/>
                  </a:lnTo>
                  <a:close/>
                </a:path>
                <a:path w="10795" h="151129">
                  <a:moveTo>
                    <a:pt x="10668" y="0"/>
                  </a:moveTo>
                  <a:lnTo>
                    <a:pt x="0" y="0"/>
                  </a:lnTo>
                  <a:lnTo>
                    <a:pt x="0" y="10668"/>
                  </a:lnTo>
                  <a:lnTo>
                    <a:pt x="10668" y="10668"/>
                  </a:lnTo>
                  <a:lnTo>
                    <a:pt x="10668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95" name="object 95"/>
          <p:cNvSpPr/>
          <p:nvPr/>
        </p:nvSpPr>
        <p:spPr>
          <a:xfrm>
            <a:off x="6157721" y="5695188"/>
            <a:ext cx="0" cy="151130"/>
          </a:xfrm>
          <a:custGeom>
            <a:avLst/>
            <a:gdLst/>
            <a:ahLst/>
            <a:cxnLst/>
            <a:rect l="l" t="t" r="r" b="b"/>
            <a:pathLst>
              <a:path h="151129">
                <a:moveTo>
                  <a:pt x="0" y="0"/>
                </a:moveTo>
                <a:lnTo>
                  <a:pt x="0" y="150875"/>
                </a:lnTo>
              </a:path>
            </a:pathLst>
          </a:custGeom>
          <a:ln w="10668">
            <a:solidFill>
              <a:srgbClr val="000000"/>
            </a:solidFill>
            <a:prstDash val="sysDot"/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96" name="object 96"/>
          <p:cNvGrpSpPr/>
          <p:nvPr/>
        </p:nvGrpSpPr>
        <p:grpSpPr>
          <a:xfrm>
            <a:off x="6152387" y="3113532"/>
            <a:ext cx="10795" cy="2270760"/>
            <a:chOff x="6152387" y="3113532"/>
            <a:chExt cx="10795" cy="2270760"/>
          </a:xfrm>
        </p:grpSpPr>
        <p:sp>
          <p:nvSpPr>
            <p:cNvPr id="97" name="object 97"/>
            <p:cNvSpPr/>
            <p:nvPr/>
          </p:nvSpPr>
          <p:spPr>
            <a:xfrm>
              <a:off x="6157721" y="4791455"/>
              <a:ext cx="0" cy="593090"/>
            </a:xfrm>
            <a:custGeom>
              <a:avLst/>
              <a:gdLst/>
              <a:ahLst/>
              <a:cxnLst/>
              <a:rect l="l" t="t" r="r" b="b"/>
              <a:pathLst>
                <a:path h="593089">
                  <a:moveTo>
                    <a:pt x="0" y="0"/>
                  </a:moveTo>
                  <a:lnTo>
                    <a:pt x="0" y="592836"/>
                  </a:lnTo>
                </a:path>
              </a:pathLst>
            </a:custGeom>
            <a:ln w="10668">
              <a:solidFill>
                <a:srgbClr val="000000"/>
              </a:solidFill>
              <a:prstDash val="sysDot"/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8" name="object 98"/>
            <p:cNvSpPr/>
            <p:nvPr/>
          </p:nvSpPr>
          <p:spPr>
            <a:xfrm>
              <a:off x="6152375" y="4479036"/>
              <a:ext cx="10795" cy="303530"/>
            </a:xfrm>
            <a:custGeom>
              <a:avLst/>
              <a:gdLst/>
              <a:ahLst/>
              <a:cxnLst/>
              <a:rect l="l" t="t" r="r" b="b"/>
              <a:pathLst>
                <a:path w="10795" h="303529">
                  <a:moveTo>
                    <a:pt x="10668" y="292608"/>
                  </a:moveTo>
                  <a:lnTo>
                    <a:pt x="0" y="292608"/>
                  </a:lnTo>
                  <a:lnTo>
                    <a:pt x="0" y="301764"/>
                  </a:lnTo>
                  <a:lnTo>
                    <a:pt x="0" y="303276"/>
                  </a:lnTo>
                  <a:lnTo>
                    <a:pt x="10668" y="303276"/>
                  </a:lnTo>
                  <a:lnTo>
                    <a:pt x="10668" y="301764"/>
                  </a:lnTo>
                  <a:lnTo>
                    <a:pt x="10668" y="292608"/>
                  </a:lnTo>
                  <a:close/>
                </a:path>
                <a:path w="10795" h="303529">
                  <a:moveTo>
                    <a:pt x="10668" y="272796"/>
                  </a:moveTo>
                  <a:lnTo>
                    <a:pt x="4584" y="272796"/>
                  </a:lnTo>
                  <a:lnTo>
                    <a:pt x="4584" y="283464"/>
                  </a:lnTo>
                  <a:lnTo>
                    <a:pt x="10668" y="283464"/>
                  </a:lnTo>
                  <a:lnTo>
                    <a:pt x="10668" y="272796"/>
                  </a:lnTo>
                  <a:close/>
                </a:path>
                <a:path w="10795" h="303529">
                  <a:moveTo>
                    <a:pt x="10668" y="252984"/>
                  </a:moveTo>
                  <a:lnTo>
                    <a:pt x="4584" y="252984"/>
                  </a:lnTo>
                  <a:lnTo>
                    <a:pt x="4584" y="263652"/>
                  </a:lnTo>
                  <a:lnTo>
                    <a:pt x="10668" y="263652"/>
                  </a:lnTo>
                  <a:lnTo>
                    <a:pt x="10668" y="252984"/>
                  </a:lnTo>
                  <a:close/>
                </a:path>
                <a:path w="10795" h="303529">
                  <a:moveTo>
                    <a:pt x="10668" y="233172"/>
                  </a:moveTo>
                  <a:lnTo>
                    <a:pt x="4584" y="233172"/>
                  </a:lnTo>
                  <a:lnTo>
                    <a:pt x="4584" y="242316"/>
                  </a:lnTo>
                  <a:lnTo>
                    <a:pt x="10668" y="242316"/>
                  </a:lnTo>
                  <a:lnTo>
                    <a:pt x="10668" y="233172"/>
                  </a:lnTo>
                  <a:close/>
                </a:path>
                <a:path w="10795" h="303529">
                  <a:moveTo>
                    <a:pt x="10668" y="213360"/>
                  </a:moveTo>
                  <a:lnTo>
                    <a:pt x="4584" y="213360"/>
                  </a:lnTo>
                  <a:lnTo>
                    <a:pt x="4584" y="222504"/>
                  </a:lnTo>
                  <a:lnTo>
                    <a:pt x="10668" y="222504"/>
                  </a:lnTo>
                  <a:lnTo>
                    <a:pt x="10668" y="213360"/>
                  </a:lnTo>
                  <a:close/>
                </a:path>
                <a:path w="10795" h="303529">
                  <a:moveTo>
                    <a:pt x="10668" y="192024"/>
                  </a:moveTo>
                  <a:lnTo>
                    <a:pt x="4584" y="192024"/>
                  </a:lnTo>
                  <a:lnTo>
                    <a:pt x="4584" y="202692"/>
                  </a:lnTo>
                  <a:lnTo>
                    <a:pt x="10668" y="202692"/>
                  </a:lnTo>
                  <a:lnTo>
                    <a:pt x="10668" y="192024"/>
                  </a:lnTo>
                  <a:close/>
                </a:path>
                <a:path w="10795" h="303529">
                  <a:moveTo>
                    <a:pt x="10668" y="172212"/>
                  </a:moveTo>
                  <a:lnTo>
                    <a:pt x="4584" y="172212"/>
                  </a:lnTo>
                  <a:lnTo>
                    <a:pt x="4584" y="182880"/>
                  </a:lnTo>
                  <a:lnTo>
                    <a:pt x="10668" y="182880"/>
                  </a:lnTo>
                  <a:lnTo>
                    <a:pt x="10668" y="172212"/>
                  </a:lnTo>
                  <a:close/>
                </a:path>
                <a:path w="10795" h="303529">
                  <a:moveTo>
                    <a:pt x="10668" y="152400"/>
                  </a:moveTo>
                  <a:lnTo>
                    <a:pt x="4584" y="152400"/>
                  </a:lnTo>
                  <a:lnTo>
                    <a:pt x="4584" y="163068"/>
                  </a:lnTo>
                  <a:lnTo>
                    <a:pt x="10668" y="163068"/>
                  </a:lnTo>
                  <a:lnTo>
                    <a:pt x="10668" y="152400"/>
                  </a:lnTo>
                  <a:close/>
                </a:path>
                <a:path w="10795" h="303529">
                  <a:moveTo>
                    <a:pt x="10668" y="132588"/>
                  </a:moveTo>
                  <a:lnTo>
                    <a:pt x="4584" y="132588"/>
                  </a:lnTo>
                  <a:lnTo>
                    <a:pt x="4584" y="143256"/>
                  </a:lnTo>
                  <a:lnTo>
                    <a:pt x="10668" y="143256"/>
                  </a:lnTo>
                  <a:lnTo>
                    <a:pt x="10668" y="132588"/>
                  </a:lnTo>
                  <a:close/>
                </a:path>
                <a:path w="10795" h="303529">
                  <a:moveTo>
                    <a:pt x="10668" y="112776"/>
                  </a:moveTo>
                  <a:lnTo>
                    <a:pt x="4584" y="112776"/>
                  </a:lnTo>
                  <a:lnTo>
                    <a:pt x="4584" y="121920"/>
                  </a:lnTo>
                  <a:lnTo>
                    <a:pt x="10668" y="121920"/>
                  </a:lnTo>
                  <a:lnTo>
                    <a:pt x="10668" y="112776"/>
                  </a:lnTo>
                  <a:close/>
                </a:path>
                <a:path w="10795" h="303529">
                  <a:moveTo>
                    <a:pt x="10668" y="92964"/>
                  </a:moveTo>
                  <a:lnTo>
                    <a:pt x="4584" y="92964"/>
                  </a:lnTo>
                  <a:lnTo>
                    <a:pt x="4584" y="102108"/>
                  </a:lnTo>
                  <a:lnTo>
                    <a:pt x="10668" y="102108"/>
                  </a:lnTo>
                  <a:lnTo>
                    <a:pt x="10668" y="92964"/>
                  </a:lnTo>
                  <a:close/>
                </a:path>
                <a:path w="10795" h="303529">
                  <a:moveTo>
                    <a:pt x="10668" y="71628"/>
                  </a:moveTo>
                  <a:lnTo>
                    <a:pt x="4584" y="71628"/>
                  </a:lnTo>
                  <a:lnTo>
                    <a:pt x="4584" y="82296"/>
                  </a:lnTo>
                  <a:lnTo>
                    <a:pt x="10668" y="82296"/>
                  </a:lnTo>
                  <a:lnTo>
                    <a:pt x="10668" y="71628"/>
                  </a:lnTo>
                  <a:close/>
                </a:path>
                <a:path w="10795" h="303529">
                  <a:moveTo>
                    <a:pt x="10668" y="51816"/>
                  </a:moveTo>
                  <a:lnTo>
                    <a:pt x="4584" y="51816"/>
                  </a:lnTo>
                  <a:lnTo>
                    <a:pt x="4584" y="62484"/>
                  </a:lnTo>
                  <a:lnTo>
                    <a:pt x="10668" y="62484"/>
                  </a:lnTo>
                  <a:lnTo>
                    <a:pt x="10668" y="51816"/>
                  </a:lnTo>
                  <a:close/>
                </a:path>
                <a:path w="10795" h="303529">
                  <a:moveTo>
                    <a:pt x="10668" y="32004"/>
                  </a:moveTo>
                  <a:lnTo>
                    <a:pt x="4584" y="32004"/>
                  </a:lnTo>
                  <a:lnTo>
                    <a:pt x="4584" y="42672"/>
                  </a:lnTo>
                  <a:lnTo>
                    <a:pt x="10668" y="42672"/>
                  </a:lnTo>
                  <a:lnTo>
                    <a:pt x="10668" y="32004"/>
                  </a:lnTo>
                  <a:close/>
                </a:path>
                <a:path w="10795" h="303529">
                  <a:moveTo>
                    <a:pt x="10668" y="12204"/>
                  </a:moveTo>
                  <a:lnTo>
                    <a:pt x="4584" y="12204"/>
                  </a:lnTo>
                  <a:lnTo>
                    <a:pt x="4584" y="22872"/>
                  </a:lnTo>
                  <a:lnTo>
                    <a:pt x="10668" y="22872"/>
                  </a:lnTo>
                  <a:lnTo>
                    <a:pt x="10668" y="12204"/>
                  </a:lnTo>
                  <a:close/>
                </a:path>
                <a:path w="10795" h="303529">
                  <a:moveTo>
                    <a:pt x="10668" y="0"/>
                  </a:moveTo>
                  <a:lnTo>
                    <a:pt x="0" y="0"/>
                  </a:lnTo>
                  <a:lnTo>
                    <a:pt x="0" y="1536"/>
                  </a:lnTo>
                  <a:lnTo>
                    <a:pt x="10668" y="1536"/>
                  </a:lnTo>
                  <a:lnTo>
                    <a:pt x="10668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9" name="object 99"/>
            <p:cNvSpPr/>
            <p:nvPr/>
          </p:nvSpPr>
          <p:spPr>
            <a:xfrm>
              <a:off x="6157721" y="3125724"/>
              <a:ext cx="0" cy="1353820"/>
            </a:xfrm>
            <a:custGeom>
              <a:avLst/>
              <a:gdLst/>
              <a:ahLst/>
              <a:cxnLst/>
              <a:rect l="l" t="t" r="r" b="b"/>
              <a:pathLst>
                <a:path h="1353820">
                  <a:moveTo>
                    <a:pt x="0" y="0"/>
                  </a:moveTo>
                  <a:lnTo>
                    <a:pt x="0" y="1353311"/>
                  </a:lnTo>
                </a:path>
              </a:pathLst>
            </a:custGeom>
            <a:ln w="10668">
              <a:solidFill>
                <a:srgbClr val="000000"/>
              </a:solidFill>
              <a:prstDash val="sysDot"/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0" name="object 100"/>
            <p:cNvSpPr/>
            <p:nvPr/>
          </p:nvSpPr>
          <p:spPr>
            <a:xfrm>
              <a:off x="6152387" y="3113532"/>
              <a:ext cx="10795" cy="3175"/>
            </a:xfrm>
            <a:custGeom>
              <a:avLst/>
              <a:gdLst/>
              <a:ahLst/>
              <a:cxnLst/>
              <a:rect l="l" t="t" r="r" b="b"/>
              <a:pathLst>
                <a:path w="10795" h="3175">
                  <a:moveTo>
                    <a:pt x="10668" y="3048"/>
                  </a:moveTo>
                  <a:lnTo>
                    <a:pt x="0" y="3048"/>
                  </a:lnTo>
                  <a:lnTo>
                    <a:pt x="0" y="0"/>
                  </a:lnTo>
                  <a:lnTo>
                    <a:pt x="10668" y="0"/>
                  </a:lnTo>
                  <a:lnTo>
                    <a:pt x="10668" y="3048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01" name="object 101"/>
          <p:cNvGrpSpPr/>
          <p:nvPr/>
        </p:nvGrpSpPr>
        <p:grpSpPr>
          <a:xfrm>
            <a:off x="7748016" y="3125723"/>
            <a:ext cx="10795" cy="3482340"/>
            <a:chOff x="7748016" y="3125723"/>
            <a:chExt cx="10795" cy="3482340"/>
          </a:xfrm>
        </p:grpSpPr>
        <p:sp>
          <p:nvSpPr>
            <p:cNvPr id="102" name="object 102"/>
            <p:cNvSpPr/>
            <p:nvPr/>
          </p:nvSpPr>
          <p:spPr>
            <a:xfrm>
              <a:off x="7748003" y="6598932"/>
              <a:ext cx="10795" cy="9525"/>
            </a:xfrm>
            <a:custGeom>
              <a:avLst/>
              <a:gdLst/>
              <a:ahLst/>
              <a:cxnLst/>
              <a:rect l="l" t="t" r="r" b="b"/>
              <a:pathLst>
                <a:path w="10795" h="9525">
                  <a:moveTo>
                    <a:pt x="10668" y="0"/>
                  </a:moveTo>
                  <a:lnTo>
                    <a:pt x="0" y="0"/>
                  </a:lnTo>
                  <a:lnTo>
                    <a:pt x="0" y="4572"/>
                  </a:lnTo>
                  <a:lnTo>
                    <a:pt x="0" y="9144"/>
                  </a:lnTo>
                  <a:lnTo>
                    <a:pt x="10668" y="9144"/>
                  </a:lnTo>
                  <a:lnTo>
                    <a:pt x="10668" y="4572"/>
                  </a:lnTo>
                  <a:lnTo>
                    <a:pt x="10668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3" name="object 103"/>
            <p:cNvSpPr/>
            <p:nvPr/>
          </p:nvSpPr>
          <p:spPr>
            <a:xfrm>
              <a:off x="7753350" y="3125723"/>
              <a:ext cx="0" cy="3462654"/>
            </a:xfrm>
            <a:custGeom>
              <a:avLst/>
              <a:gdLst/>
              <a:ahLst/>
              <a:cxnLst/>
              <a:rect l="l" t="t" r="r" b="b"/>
              <a:pathLst>
                <a:path h="3462654">
                  <a:moveTo>
                    <a:pt x="0" y="0"/>
                  </a:moveTo>
                  <a:lnTo>
                    <a:pt x="0" y="3462528"/>
                  </a:lnTo>
                </a:path>
              </a:pathLst>
            </a:custGeom>
            <a:ln w="10668">
              <a:solidFill>
                <a:srgbClr val="000000"/>
              </a:solidFill>
              <a:prstDash val="sysDot"/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4" name="object 104"/>
            <p:cNvSpPr/>
            <p:nvPr/>
          </p:nvSpPr>
          <p:spPr>
            <a:xfrm>
              <a:off x="7748016" y="6298692"/>
              <a:ext cx="10795" cy="9525"/>
            </a:xfrm>
            <a:custGeom>
              <a:avLst/>
              <a:gdLst/>
              <a:ahLst/>
              <a:cxnLst/>
              <a:rect l="l" t="t" r="r" b="b"/>
              <a:pathLst>
                <a:path w="10795" h="9525">
                  <a:moveTo>
                    <a:pt x="0" y="9143"/>
                  </a:moveTo>
                  <a:lnTo>
                    <a:pt x="10668" y="9143"/>
                  </a:lnTo>
                  <a:lnTo>
                    <a:pt x="10668" y="0"/>
                  </a:lnTo>
                  <a:lnTo>
                    <a:pt x="0" y="0"/>
                  </a:lnTo>
                  <a:lnTo>
                    <a:pt x="0" y="9143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05" name="object 105"/>
          <p:cNvGrpSpPr/>
          <p:nvPr/>
        </p:nvGrpSpPr>
        <p:grpSpPr>
          <a:xfrm>
            <a:off x="7216139" y="3113532"/>
            <a:ext cx="10795" cy="3185160"/>
            <a:chOff x="7216139" y="3113532"/>
            <a:chExt cx="10795" cy="3185160"/>
          </a:xfrm>
        </p:grpSpPr>
        <p:sp>
          <p:nvSpPr>
            <p:cNvPr id="106" name="object 106"/>
            <p:cNvSpPr/>
            <p:nvPr/>
          </p:nvSpPr>
          <p:spPr>
            <a:xfrm>
              <a:off x="7216127" y="6156960"/>
              <a:ext cx="10795" cy="142240"/>
            </a:xfrm>
            <a:custGeom>
              <a:avLst/>
              <a:gdLst/>
              <a:ahLst/>
              <a:cxnLst/>
              <a:rect l="l" t="t" r="r" b="b"/>
              <a:pathLst>
                <a:path w="10795" h="142239">
                  <a:moveTo>
                    <a:pt x="10668" y="140220"/>
                  </a:moveTo>
                  <a:lnTo>
                    <a:pt x="0" y="140220"/>
                  </a:lnTo>
                  <a:lnTo>
                    <a:pt x="0" y="141744"/>
                  </a:lnTo>
                  <a:lnTo>
                    <a:pt x="10668" y="141744"/>
                  </a:lnTo>
                  <a:lnTo>
                    <a:pt x="10668" y="140220"/>
                  </a:lnTo>
                  <a:close/>
                </a:path>
                <a:path w="10795" h="142239">
                  <a:moveTo>
                    <a:pt x="10668" y="120396"/>
                  </a:moveTo>
                  <a:lnTo>
                    <a:pt x="0" y="120396"/>
                  </a:lnTo>
                  <a:lnTo>
                    <a:pt x="0" y="131076"/>
                  </a:lnTo>
                  <a:lnTo>
                    <a:pt x="10668" y="131076"/>
                  </a:lnTo>
                  <a:lnTo>
                    <a:pt x="10668" y="120396"/>
                  </a:lnTo>
                  <a:close/>
                </a:path>
                <a:path w="10795" h="142239">
                  <a:moveTo>
                    <a:pt x="10668" y="100596"/>
                  </a:moveTo>
                  <a:lnTo>
                    <a:pt x="0" y="100596"/>
                  </a:lnTo>
                  <a:lnTo>
                    <a:pt x="0" y="111252"/>
                  </a:lnTo>
                  <a:lnTo>
                    <a:pt x="10668" y="111252"/>
                  </a:lnTo>
                  <a:lnTo>
                    <a:pt x="10668" y="100596"/>
                  </a:lnTo>
                  <a:close/>
                </a:path>
                <a:path w="10795" h="142239">
                  <a:moveTo>
                    <a:pt x="10668" y="80772"/>
                  </a:moveTo>
                  <a:lnTo>
                    <a:pt x="0" y="80772"/>
                  </a:lnTo>
                  <a:lnTo>
                    <a:pt x="0" y="89928"/>
                  </a:lnTo>
                  <a:lnTo>
                    <a:pt x="10668" y="89928"/>
                  </a:lnTo>
                  <a:lnTo>
                    <a:pt x="10668" y="80772"/>
                  </a:lnTo>
                  <a:close/>
                </a:path>
                <a:path w="10795" h="142239">
                  <a:moveTo>
                    <a:pt x="10668" y="60972"/>
                  </a:moveTo>
                  <a:lnTo>
                    <a:pt x="0" y="60972"/>
                  </a:lnTo>
                  <a:lnTo>
                    <a:pt x="0" y="70104"/>
                  </a:lnTo>
                  <a:lnTo>
                    <a:pt x="10668" y="70104"/>
                  </a:lnTo>
                  <a:lnTo>
                    <a:pt x="10668" y="60972"/>
                  </a:lnTo>
                  <a:close/>
                </a:path>
                <a:path w="10795" h="142239">
                  <a:moveTo>
                    <a:pt x="10668" y="39624"/>
                  </a:moveTo>
                  <a:lnTo>
                    <a:pt x="0" y="39624"/>
                  </a:lnTo>
                  <a:lnTo>
                    <a:pt x="0" y="50292"/>
                  </a:lnTo>
                  <a:lnTo>
                    <a:pt x="10668" y="50292"/>
                  </a:lnTo>
                  <a:lnTo>
                    <a:pt x="10668" y="39624"/>
                  </a:lnTo>
                  <a:close/>
                </a:path>
                <a:path w="10795" h="142239">
                  <a:moveTo>
                    <a:pt x="10668" y="19812"/>
                  </a:moveTo>
                  <a:lnTo>
                    <a:pt x="0" y="19812"/>
                  </a:lnTo>
                  <a:lnTo>
                    <a:pt x="0" y="30480"/>
                  </a:lnTo>
                  <a:lnTo>
                    <a:pt x="10668" y="30480"/>
                  </a:lnTo>
                  <a:lnTo>
                    <a:pt x="10668" y="19812"/>
                  </a:lnTo>
                  <a:close/>
                </a:path>
                <a:path w="10795" h="142239">
                  <a:moveTo>
                    <a:pt x="10668" y="0"/>
                  </a:moveTo>
                  <a:lnTo>
                    <a:pt x="0" y="0"/>
                  </a:lnTo>
                  <a:lnTo>
                    <a:pt x="0" y="10668"/>
                  </a:lnTo>
                  <a:lnTo>
                    <a:pt x="10668" y="10668"/>
                  </a:lnTo>
                  <a:lnTo>
                    <a:pt x="10668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7" name="object 107"/>
            <p:cNvSpPr/>
            <p:nvPr/>
          </p:nvSpPr>
          <p:spPr>
            <a:xfrm>
              <a:off x="7223759" y="5856731"/>
              <a:ext cx="0" cy="291465"/>
            </a:xfrm>
            <a:custGeom>
              <a:avLst/>
              <a:gdLst/>
              <a:ahLst/>
              <a:cxnLst/>
              <a:rect l="l" t="t" r="r" b="b"/>
              <a:pathLst>
                <a:path h="291464">
                  <a:moveTo>
                    <a:pt x="0" y="0"/>
                  </a:moveTo>
                  <a:lnTo>
                    <a:pt x="0" y="291084"/>
                  </a:lnTo>
                </a:path>
              </a:pathLst>
            </a:custGeom>
            <a:ln w="6095">
              <a:solidFill>
                <a:srgbClr val="000000"/>
              </a:solidFill>
              <a:prstDash val="dot"/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8" name="object 108"/>
            <p:cNvSpPr/>
            <p:nvPr/>
          </p:nvSpPr>
          <p:spPr>
            <a:xfrm>
              <a:off x="7221473" y="3125724"/>
              <a:ext cx="0" cy="2720340"/>
            </a:xfrm>
            <a:custGeom>
              <a:avLst/>
              <a:gdLst/>
              <a:ahLst/>
              <a:cxnLst/>
              <a:rect l="l" t="t" r="r" b="b"/>
              <a:pathLst>
                <a:path h="2720340">
                  <a:moveTo>
                    <a:pt x="0" y="0"/>
                  </a:moveTo>
                  <a:lnTo>
                    <a:pt x="0" y="2720339"/>
                  </a:lnTo>
                </a:path>
              </a:pathLst>
            </a:custGeom>
            <a:ln w="10668">
              <a:solidFill>
                <a:srgbClr val="000000"/>
              </a:solidFill>
              <a:prstDash val="sysDot"/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9" name="object 109"/>
            <p:cNvSpPr/>
            <p:nvPr/>
          </p:nvSpPr>
          <p:spPr>
            <a:xfrm>
              <a:off x="7216139" y="3113532"/>
              <a:ext cx="10795" cy="3175"/>
            </a:xfrm>
            <a:custGeom>
              <a:avLst/>
              <a:gdLst/>
              <a:ahLst/>
              <a:cxnLst/>
              <a:rect l="l" t="t" r="r" b="b"/>
              <a:pathLst>
                <a:path w="10795" h="3175">
                  <a:moveTo>
                    <a:pt x="10668" y="3048"/>
                  </a:moveTo>
                  <a:lnTo>
                    <a:pt x="0" y="3048"/>
                  </a:lnTo>
                  <a:lnTo>
                    <a:pt x="0" y="0"/>
                  </a:lnTo>
                  <a:lnTo>
                    <a:pt x="10668" y="0"/>
                  </a:lnTo>
                  <a:lnTo>
                    <a:pt x="10668" y="3048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10" name="object 110"/>
          <p:cNvSpPr/>
          <p:nvPr/>
        </p:nvSpPr>
        <p:spPr>
          <a:xfrm>
            <a:off x="2397252" y="6690359"/>
            <a:ext cx="52069" cy="127000"/>
          </a:xfrm>
          <a:custGeom>
            <a:avLst/>
            <a:gdLst/>
            <a:ahLst/>
            <a:cxnLst/>
            <a:rect l="l" t="t" r="r" b="b"/>
            <a:pathLst>
              <a:path w="52069" h="127000">
                <a:moveTo>
                  <a:pt x="48767" y="126492"/>
                </a:moveTo>
                <a:lnTo>
                  <a:pt x="44195" y="126492"/>
                </a:lnTo>
                <a:lnTo>
                  <a:pt x="4571" y="126492"/>
                </a:lnTo>
                <a:lnTo>
                  <a:pt x="1523" y="124968"/>
                </a:lnTo>
                <a:lnTo>
                  <a:pt x="0" y="123444"/>
                </a:lnTo>
                <a:lnTo>
                  <a:pt x="0" y="114300"/>
                </a:lnTo>
                <a:lnTo>
                  <a:pt x="4571" y="111252"/>
                </a:lnTo>
                <a:lnTo>
                  <a:pt x="19811" y="111252"/>
                </a:lnTo>
                <a:lnTo>
                  <a:pt x="19811" y="100584"/>
                </a:lnTo>
                <a:lnTo>
                  <a:pt x="18287" y="94488"/>
                </a:lnTo>
                <a:lnTo>
                  <a:pt x="18478" y="76009"/>
                </a:lnTo>
                <a:lnTo>
                  <a:pt x="18930" y="67603"/>
                </a:lnTo>
                <a:lnTo>
                  <a:pt x="20693" y="47553"/>
                </a:lnTo>
                <a:lnTo>
                  <a:pt x="21145" y="39052"/>
                </a:lnTo>
                <a:lnTo>
                  <a:pt x="21335" y="25908"/>
                </a:lnTo>
                <a:lnTo>
                  <a:pt x="15239" y="30480"/>
                </a:lnTo>
                <a:lnTo>
                  <a:pt x="10667" y="33528"/>
                </a:lnTo>
                <a:lnTo>
                  <a:pt x="4571" y="33528"/>
                </a:lnTo>
                <a:lnTo>
                  <a:pt x="1523" y="30480"/>
                </a:lnTo>
                <a:lnTo>
                  <a:pt x="0" y="27432"/>
                </a:lnTo>
                <a:lnTo>
                  <a:pt x="0" y="22860"/>
                </a:lnTo>
                <a:lnTo>
                  <a:pt x="1523" y="19812"/>
                </a:lnTo>
                <a:lnTo>
                  <a:pt x="10667" y="15240"/>
                </a:lnTo>
                <a:lnTo>
                  <a:pt x="13715" y="10668"/>
                </a:lnTo>
                <a:lnTo>
                  <a:pt x="19811" y="6096"/>
                </a:lnTo>
                <a:lnTo>
                  <a:pt x="24383" y="1524"/>
                </a:lnTo>
                <a:lnTo>
                  <a:pt x="28955" y="0"/>
                </a:lnTo>
                <a:lnTo>
                  <a:pt x="36575" y="0"/>
                </a:lnTo>
                <a:lnTo>
                  <a:pt x="38099" y="1524"/>
                </a:lnTo>
                <a:lnTo>
                  <a:pt x="38076" y="38671"/>
                </a:lnTo>
                <a:lnTo>
                  <a:pt x="37909" y="44958"/>
                </a:lnTo>
                <a:lnTo>
                  <a:pt x="37457" y="52387"/>
                </a:lnTo>
                <a:lnTo>
                  <a:pt x="35694" y="69532"/>
                </a:lnTo>
                <a:lnTo>
                  <a:pt x="35242" y="76962"/>
                </a:lnTo>
                <a:lnTo>
                  <a:pt x="35051" y="111252"/>
                </a:lnTo>
                <a:lnTo>
                  <a:pt x="48767" y="111252"/>
                </a:lnTo>
                <a:lnTo>
                  <a:pt x="51815" y="114300"/>
                </a:lnTo>
                <a:lnTo>
                  <a:pt x="51815" y="123444"/>
                </a:lnTo>
                <a:lnTo>
                  <a:pt x="48767" y="12649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pic>
        <p:nvPicPr>
          <p:cNvPr id="111" name="object 111"/>
          <p:cNvPicPr/>
          <p:nvPr/>
        </p:nvPicPr>
        <p:blipFill>
          <a:blip r:embed="rId7" cstate="print"/>
          <a:stretch>
            <a:fillRect/>
          </a:stretch>
        </p:blipFill>
        <p:spPr>
          <a:xfrm>
            <a:off x="2929127" y="6691883"/>
            <a:ext cx="76200" cy="124968"/>
          </a:xfrm>
          <a:prstGeom prst="rect">
            <a:avLst/>
          </a:prstGeom>
        </p:spPr>
      </p:pic>
      <p:pic>
        <p:nvPicPr>
          <p:cNvPr id="112" name="object 112"/>
          <p:cNvPicPr/>
          <p:nvPr/>
        </p:nvPicPr>
        <p:blipFill>
          <a:blip r:embed="rId8" cstate="print"/>
          <a:stretch>
            <a:fillRect/>
          </a:stretch>
        </p:blipFill>
        <p:spPr>
          <a:xfrm>
            <a:off x="3459479" y="6691883"/>
            <a:ext cx="76200" cy="129540"/>
          </a:xfrm>
          <a:prstGeom prst="rect">
            <a:avLst/>
          </a:prstGeom>
        </p:spPr>
      </p:pic>
      <p:pic>
        <p:nvPicPr>
          <p:cNvPr id="113" name="object 113"/>
          <p:cNvPicPr/>
          <p:nvPr/>
        </p:nvPicPr>
        <p:blipFill>
          <a:blip r:embed="rId9" cstate="print"/>
          <a:stretch>
            <a:fillRect/>
          </a:stretch>
        </p:blipFill>
        <p:spPr>
          <a:xfrm>
            <a:off x="3983735" y="6690359"/>
            <a:ext cx="94488" cy="129540"/>
          </a:xfrm>
          <a:prstGeom prst="rect">
            <a:avLst/>
          </a:prstGeom>
        </p:spPr>
      </p:pic>
      <p:pic>
        <p:nvPicPr>
          <p:cNvPr id="114" name="object 114"/>
          <p:cNvPicPr/>
          <p:nvPr/>
        </p:nvPicPr>
        <p:blipFill>
          <a:blip r:embed="rId10" cstate="print"/>
          <a:stretch>
            <a:fillRect/>
          </a:stretch>
        </p:blipFill>
        <p:spPr>
          <a:xfrm>
            <a:off x="4521708" y="6690359"/>
            <a:ext cx="83820" cy="132588"/>
          </a:xfrm>
          <a:prstGeom prst="rect">
            <a:avLst/>
          </a:prstGeom>
        </p:spPr>
      </p:pic>
      <p:pic>
        <p:nvPicPr>
          <p:cNvPr id="115" name="object 115"/>
          <p:cNvPicPr/>
          <p:nvPr/>
        </p:nvPicPr>
        <p:blipFill>
          <a:blip r:embed="rId11" cstate="print"/>
          <a:stretch>
            <a:fillRect/>
          </a:stretch>
        </p:blipFill>
        <p:spPr>
          <a:xfrm>
            <a:off x="5052059" y="6690359"/>
            <a:ext cx="82296" cy="132588"/>
          </a:xfrm>
          <a:prstGeom prst="rect">
            <a:avLst/>
          </a:prstGeom>
        </p:spPr>
      </p:pic>
      <p:pic>
        <p:nvPicPr>
          <p:cNvPr id="116" name="object 116"/>
          <p:cNvPicPr/>
          <p:nvPr/>
        </p:nvPicPr>
        <p:blipFill>
          <a:blip r:embed="rId12" cstate="print"/>
          <a:stretch>
            <a:fillRect/>
          </a:stretch>
        </p:blipFill>
        <p:spPr>
          <a:xfrm>
            <a:off x="5580888" y="6693407"/>
            <a:ext cx="92963" cy="129539"/>
          </a:xfrm>
          <a:prstGeom prst="rect">
            <a:avLst/>
          </a:prstGeom>
        </p:spPr>
      </p:pic>
      <p:pic>
        <p:nvPicPr>
          <p:cNvPr id="117" name="object 117"/>
          <p:cNvPicPr/>
          <p:nvPr/>
        </p:nvPicPr>
        <p:blipFill>
          <a:blip r:embed="rId13" cstate="print"/>
          <a:stretch>
            <a:fillRect/>
          </a:stretch>
        </p:blipFill>
        <p:spPr>
          <a:xfrm>
            <a:off x="6115812" y="6691883"/>
            <a:ext cx="82296" cy="129540"/>
          </a:xfrm>
          <a:prstGeom prst="rect">
            <a:avLst/>
          </a:prstGeom>
        </p:spPr>
      </p:pic>
      <p:pic>
        <p:nvPicPr>
          <p:cNvPr id="118" name="object 118"/>
          <p:cNvPicPr/>
          <p:nvPr/>
        </p:nvPicPr>
        <p:blipFill>
          <a:blip r:embed="rId14" cstate="print"/>
          <a:stretch>
            <a:fillRect/>
          </a:stretch>
        </p:blipFill>
        <p:spPr>
          <a:xfrm>
            <a:off x="6647688" y="6691883"/>
            <a:ext cx="85344" cy="132588"/>
          </a:xfrm>
          <a:prstGeom prst="rect">
            <a:avLst/>
          </a:prstGeom>
        </p:spPr>
      </p:pic>
      <p:pic>
        <p:nvPicPr>
          <p:cNvPr id="119" name="object 119"/>
          <p:cNvPicPr/>
          <p:nvPr/>
        </p:nvPicPr>
        <p:blipFill>
          <a:blip r:embed="rId15" cstate="print"/>
          <a:stretch>
            <a:fillRect/>
          </a:stretch>
        </p:blipFill>
        <p:spPr>
          <a:xfrm>
            <a:off x="7107935" y="6690359"/>
            <a:ext cx="159799" cy="129540"/>
          </a:xfrm>
          <a:prstGeom prst="rect">
            <a:avLst/>
          </a:prstGeom>
        </p:spPr>
      </p:pic>
      <p:sp>
        <p:nvSpPr>
          <p:cNvPr id="120" name="object 120"/>
          <p:cNvSpPr/>
          <p:nvPr/>
        </p:nvSpPr>
        <p:spPr>
          <a:xfrm>
            <a:off x="7715999" y="6690359"/>
            <a:ext cx="130175" cy="127000"/>
          </a:xfrm>
          <a:custGeom>
            <a:avLst/>
            <a:gdLst/>
            <a:ahLst/>
            <a:cxnLst/>
            <a:rect l="l" t="t" r="r" b="b"/>
            <a:pathLst>
              <a:path w="130175" h="127000">
                <a:moveTo>
                  <a:pt x="53340" y="117348"/>
                </a:moveTo>
                <a:lnTo>
                  <a:pt x="51816" y="114300"/>
                </a:lnTo>
                <a:lnTo>
                  <a:pt x="48768" y="111252"/>
                </a:lnTo>
                <a:lnTo>
                  <a:pt x="36576" y="111252"/>
                </a:lnTo>
                <a:lnTo>
                  <a:pt x="36576" y="105156"/>
                </a:lnTo>
                <a:lnTo>
                  <a:pt x="35052" y="100584"/>
                </a:lnTo>
                <a:lnTo>
                  <a:pt x="35242" y="76962"/>
                </a:lnTo>
                <a:lnTo>
                  <a:pt x="35699" y="69532"/>
                </a:lnTo>
                <a:lnTo>
                  <a:pt x="37465" y="52387"/>
                </a:lnTo>
                <a:lnTo>
                  <a:pt x="37909" y="44958"/>
                </a:lnTo>
                <a:lnTo>
                  <a:pt x="38087" y="38671"/>
                </a:lnTo>
                <a:lnTo>
                  <a:pt x="38100" y="10668"/>
                </a:lnTo>
                <a:lnTo>
                  <a:pt x="39624" y="9144"/>
                </a:lnTo>
                <a:lnTo>
                  <a:pt x="39624" y="1524"/>
                </a:lnTo>
                <a:lnTo>
                  <a:pt x="36576" y="0"/>
                </a:lnTo>
                <a:lnTo>
                  <a:pt x="28956" y="0"/>
                </a:lnTo>
                <a:lnTo>
                  <a:pt x="24384" y="1524"/>
                </a:lnTo>
                <a:lnTo>
                  <a:pt x="10668" y="15240"/>
                </a:lnTo>
                <a:lnTo>
                  <a:pt x="7620" y="16764"/>
                </a:lnTo>
                <a:lnTo>
                  <a:pt x="3048" y="19812"/>
                </a:lnTo>
                <a:lnTo>
                  <a:pt x="0" y="22860"/>
                </a:lnTo>
                <a:lnTo>
                  <a:pt x="0" y="27432"/>
                </a:lnTo>
                <a:lnTo>
                  <a:pt x="1524" y="30480"/>
                </a:lnTo>
                <a:lnTo>
                  <a:pt x="4572" y="33528"/>
                </a:lnTo>
                <a:lnTo>
                  <a:pt x="10668" y="33528"/>
                </a:lnTo>
                <a:lnTo>
                  <a:pt x="15240" y="30480"/>
                </a:lnTo>
                <a:lnTo>
                  <a:pt x="22860" y="25908"/>
                </a:lnTo>
                <a:lnTo>
                  <a:pt x="22631" y="31991"/>
                </a:lnTo>
                <a:lnTo>
                  <a:pt x="21577" y="47561"/>
                </a:lnTo>
                <a:lnTo>
                  <a:pt x="21336" y="57912"/>
                </a:lnTo>
                <a:lnTo>
                  <a:pt x="18554" y="82994"/>
                </a:lnTo>
                <a:lnTo>
                  <a:pt x="18288" y="91440"/>
                </a:lnTo>
                <a:lnTo>
                  <a:pt x="19812" y="94488"/>
                </a:lnTo>
                <a:lnTo>
                  <a:pt x="19812" y="111252"/>
                </a:lnTo>
                <a:lnTo>
                  <a:pt x="4572" y="111252"/>
                </a:lnTo>
                <a:lnTo>
                  <a:pt x="0" y="114300"/>
                </a:lnTo>
                <a:lnTo>
                  <a:pt x="0" y="123444"/>
                </a:lnTo>
                <a:lnTo>
                  <a:pt x="1524" y="124968"/>
                </a:lnTo>
                <a:lnTo>
                  <a:pt x="4572" y="126492"/>
                </a:lnTo>
                <a:lnTo>
                  <a:pt x="44196" y="126492"/>
                </a:lnTo>
                <a:lnTo>
                  <a:pt x="48768" y="126492"/>
                </a:lnTo>
                <a:lnTo>
                  <a:pt x="53340" y="121920"/>
                </a:lnTo>
                <a:lnTo>
                  <a:pt x="53340" y="117348"/>
                </a:lnTo>
                <a:close/>
              </a:path>
              <a:path w="130175" h="127000">
                <a:moveTo>
                  <a:pt x="129552" y="114300"/>
                </a:moveTo>
                <a:lnTo>
                  <a:pt x="126504" y="111252"/>
                </a:lnTo>
                <a:lnTo>
                  <a:pt x="112788" y="111252"/>
                </a:lnTo>
                <a:lnTo>
                  <a:pt x="112788" y="100584"/>
                </a:lnTo>
                <a:lnTo>
                  <a:pt x="111264" y="96012"/>
                </a:lnTo>
                <a:lnTo>
                  <a:pt x="111264" y="88392"/>
                </a:lnTo>
                <a:lnTo>
                  <a:pt x="111518" y="83248"/>
                </a:lnTo>
                <a:lnTo>
                  <a:pt x="114312" y="60960"/>
                </a:lnTo>
                <a:lnTo>
                  <a:pt x="114541" y="52387"/>
                </a:lnTo>
                <a:lnTo>
                  <a:pt x="115595" y="38671"/>
                </a:lnTo>
                <a:lnTo>
                  <a:pt x="115836" y="33528"/>
                </a:lnTo>
                <a:lnTo>
                  <a:pt x="115836" y="1524"/>
                </a:lnTo>
                <a:lnTo>
                  <a:pt x="114312" y="0"/>
                </a:lnTo>
                <a:lnTo>
                  <a:pt x="106692" y="0"/>
                </a:lnTo>
                <a:lnTo>
                  <a:pt x="102120" y="1524"/>
                </a:lnTo>
                <a:lnTo>
                  <a:pt x="97548" y="6096"/>
                </a:lnTo>
                <a:lnTo>
                  <a:pt x="91452" y="10668"/>
                </a:lnTo>
                <a:lnTo>
                  <a:pt x="86880" y="15240"/>
                </a:lnTo>
                <a:lnTo>
                  <a:pt x="83832" y="16764"/>
                </a:lnTo>
                <a:lnTo>
                  <a:pt x="79260" y="19812"/>
                </a:lnTo>
                <a:lnTo>
                  <a:pt x="77736" y="22860"/>
                </a:lnTo>
                <a:lnTo>
                  <a:pt x="77736" y="30480"/>
                </a:lnTo>
                <a:lnTo>
                  <a:pt x="80784" y="33528"/>
                </a:lnTo>
                <a:lnTo>
                  <a:pt x="86880" y="33528"/>
                </a:lnTo>
                <a:lnTo>
                  <a:pt x="91452" y="30480"/>
                </a:lnTo>
                <a:lnTo>
                  <a:pt x="99072" y="25908"/>
                </a:lnTo>
                <a:lnTo>
                  <a:pt x="98882" y="39052"/>
                </a:lnTo>
                <a:lnTo>
                  <a:pt x="98425" y="47561"/>
                </a:lnTo>
                <a:lnTo>
                  <a:pt x="96659" y="67614"/>
                </a:lnTo>
                <a:lnTo>
                  <a:pt x="96215" y="76009"/>
                </a:lnTo>
                <a:lnTo>
                  <a:pt x="96037" y="82994"/>
                </a:lnTo>
                <a:lnTo>
                  <a:pt x="96024" y="100584"/>
                </a:lnTo>
                <a:lnTo>
                  <a:pt x="97548" y="105156"/>
                </a:lnTo>
                <a:lnTo>
                  <a:pt x="97548" y="111252"/>
                </a:lnTo>
                <a:lnTo>
                  <a:pt x="80784" y="111252"/>
                </a:lnTo>
                <a:lnTo>
                  <a:pt x="77736" y="114300"/>
                </a:lnTo>
                <a:lnTo>
                  <a:pt x="77736" y="123444"/>
                </a:lnTo>
                <a:lnTo>
                  <a:pt x="80784" y="126492"/>
                </a:lnTo>
                <a:lnTo>
                  <a:pt x="121932" y="126492"/>
                </a:lnTo>
                <a:lnTo>
                  <a:pt x="126504" y="126492"/>
                </a:lnTo>
                <a:lnTo>
                  <a:pt x="129552" y="123444"/>
                </a:lnTo>
                <a:lnTo>
                  <a:pt x="129552" y="11430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21" name="object 121"/>
          <p:cNvGrpSpPr/>
          <p:nvPr/>
        </p:nvGrpSpPr>
        <p:grpSpPr>
          <a:xfrm>
            <a:off x="4559808" y="5388864"/>
            <a:ext cx="2129155" cy="304800"/>
            <a:chOff x="4559808" y="5388864"/>
            <a:chExt cx="2129155" cy="304800"/>
          </a:xfrm>
        </p:grpSpPr>
        <p:sp>
          <p:nvSpPr>
            <p:cNvPr id="122" name="object 122"/>
            <p:cNvSpPr/>
            <p:nvPr/>
          </p:nvSpPr>
          <p:spPr>
            <a:xfrm>
              <a:off x="4559808" y="5388864"/>
              <a:ext cx="2129155" cy="304800"/>
            </a:xfrm>
            <a:custGeom>
              <a:avLst/>
              <a:gdLst/>
              <a:ahLst/>
              <a:cxnLst/>
              <a:rect l="l" t="t" r="r" b="b"/>
              <a:pathLst>
                <a:path w="2129154" h="304800">
                  <a:moveTo>
                    <a:pt x="2129027" y="304800"/>
                  </a:moveTo>
                  <a:lnTo>
                    <a:pt x="0" y="304800"/>
                  </a:lnTo>
                  <a:lnTo>
                    <a:pt x="0" y="0"/>
                  </a:lnTo>
                  <a:lnTo>
                    <a:pt x="2129027" y="0"/>
                  </a:lnTo>
                  <a:lnTo>
                    <a:pt x="2129027" y="304800"/>
                  </a:lnTo>
                  <a:close/>
                </a:path>
              </a:pathLst>
            </a:custGeom>
            <a:solidFill>
              <a:srgbClr val="BFBFB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23" name="object 123"/>
            <p:cNvPicPr/>
            <p:nvPr/>
          </p:nvPicPr>
          <p:blipFill>
            <a:blip r:embed="rId16" cstate="print"/>
            <a:stretch>
              <a:fillRect/>
            </a:stretch>
          </p:blipFill>
          <p:spPr>
            <a:xfrm>
              <a:off x="5522975" y="5463540"/>
              <a:ext cx="211836" cy="150876"/>
            </a:xfrm>
            <a:prstGeom prst="rect">
              <a:avLst/>
            </a:prstGeom>
          </p:spPr>
        </p:pic>
      </p:grpSp>
      <p:grpSp>
        <p:nvGrpSpPr>
          <p:cNvPr id="124" name="object 124"/>
          <p:cNvGrpSpPr/>
          <p:nvPr/>
        </p:nvGrpSpPr>
        <p:grpSpPr>
          <a:xfrm>
            <a:off x="5091684" y="5847588"/>
            <a:ext cx="2129155" cy="302260"/>
            <a:chOff x="5091684" y="5847588"/>
            <a:chExt cx="2129155" cy="302260"/>
          </a:xfrm>
        </p:grpSpPr>
        <p:sp>
          <p:nvSpPr>
            <p:cNvPr id="125" name="object 125"/>
            <p:cNvSpPr/>
            <p:nvPr/>
          </p:nvSpPr>
          <p:spPr>
            <a:xfrm>
              <a:off x="5091684" y="5847588"/>
              <a:ext cx="2129155" cy="302260"/>
            </a:xfrm>
            <a:custGeom>
              <a:avLst/>
              <a:gdLst/>
              <a:ahLst/>
              <a:cxnLst/>
              <a:rect l="l" t="t" r="r" b="b"/>
              <a:pathLst>
                <a:path w="2129154" h="302260">
                  <a:moveTo>
                    <a:pt x="2129028" y="301751"/>
                  </a:moveTo>
                  <a:lnTo>
                    <a:pt x="0" y="301751"/>
                  </a:lnTo>
                  <a:lnTo>
                    <a:pt x="0" y="0"/>
                  </a:lnTo>
                  <a:lnTo>
                    <a:pt x="2129028" y="0"/>
                  </a:lnTo>
                  <a:lnTo>
                    <a:pt x="2129028" y="301751"/>
                  </a:lnTo>
                  <a:close/>
                </a:path>
              </a:pathLst>
            </a:custGeom>
            <a:solidFill>
              <a:srgbClr val="BFBFB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6" name="object 126"/>
            <p:cNvSpPr/>
            <p:nvPr/>
          </p:nvSpPr>
          <p:spPr>
            <a:xfrm>
              <a:off x="6086843" y="5920740"/>
              <a:ext cx="147955" cy="147955"/>
            </a:xfrm>
            <a:custGeom>
              <a:avLst/>
              <a:gdLst/>
              <a:ahLst/>
              <a:cxnLst/>
              <a:rect l="l" t="t" r="r" b="b"/>
              <a:pathLst>
                <a:path w="147954" h="147954">
                  <a:moveTo>
                    <a:pt x="60960" y="135636"/>
                  </a:moveTo>
                  <a:lnTo>
                    <a:pt x="59436" y="132588"/>
                  </a:lnTo>
                  <a:lnTo>
                    <a:pt x="56388" y="129540"/>
                  </a:lnTo>
                  <a:lnTo>
                    <a:pt x="41148" y="129540"/>
                  </a:lnTo>
                  <a:lnTo>
                    <a:pt x="41148" y="115824"/>
                  </a:lnTo>
                  <a:lnTo>
                    <a:pt x="39624" y="111252"/>
                  </a:lnTo>
                  <a:lnTo>
                    <a:pt x="39624" y="102108"/>
                  </a:lnTo>
                  <a:lnTo>
                    <a:pt x="39890" y="96685"/>
                  </a:lnTo>
                  <a:lnTo>
                    <a:pt x="43561" y="60388"/>
                  </a:lnTo>
                  <a:lnTo>
                    <a:pt x="44005" y="51816"/>
                  </a:lnTo>
                  <a:lnTo>
                    <a:pt x="44183" y="44386"/>
                  </a:lnTo>
                  <a:lnTo>
                    <a:pt x="44196" y="10668"/>
                  </a:lnTo>
                  <a:lnTo>
                    <a:pt x="45720" y="7620"/>
                  </a:lnTo>
                  <a:lnTo>
                    <a:pt x="45720" y="1524"/>
                  </a:lnTo>
                  <a:lnTo>
                    <a:pt x="42672" y="0"/>
                  </a:lnTo>
                  <a:lnTo>
                    <a:pt x="33528" y="0"/>
                  </a:lnTo>
                  <a:lnTo>
                    <a:pt x="28956" y="1524"/>
                  </a:lnTo>
                  <a:lnTo>
                    <a:pt x="16764" y="13716"/>
                  </a:lnTo>
                  <a:lnTo>
                    <a:pt x="3048" y="22860"/>
                  </a:lnTo>
                  <a:lnTo>
                    <a:pt x="0" y="27432"/>
                  </a:lnTo>
                  <a:lnTo>
                    <a:pt x="0" y="32004"/>
                  </a:lnTo>
                  <a:lnTo>
                    <a:pt x="1524" y="35052"/>
                  </a:lnTo>
                  <a:lnTo>
                    <a:pt x="4572" y="38100"/>
                  </a:lnTo>
                  <a:lnTo>
                    <a:pt x="7620" y="39624"/>
                  </a:lnTo>
                  <a:lnTo>
                    <a:pt x="12192" y="39624"/>
                  </a:lnTo>
                  <a:lnTo>
                    <a:pt x="16764" y="36576"/>
                  </a:lnTo>
                  <a:lnTo>
                    <a:pt x="25908" y="28956"/>
                  </a:lnTo>
                  <a:lnTo>
                    <a:pt x="25717" y="45148"/>
                  </a:lnTo>
                  <a:lnTo>
                    <a:pt x="25273" y="55321"/>
                  </a:lnTo>
                  <a:lnTo>
                    <a:pt x="24384" y="67056"/>
                  </a:lnTo>
                  <a:lnTo>
                    <a:pt x="21602" y="95567"/>
                  </a:lnTo>
                  <a:lnTo>
                    <a:pt x="21336" y="102108"/>
                  </a:lnTo>
                  <a:lnTo>
                    <a:pt x="21336" y="109728"/>
                  </a:lnTo>
                  <a:lnTo>
                    <a:pt x="22860" y="115824"/>
                  </a:lnTo>
                  <a:lnTo>
                    <a:pt x="22860" y="129540"/>
                  </a:lnTo>
                  <a:lnTo>
                    <a:pt x="4572" y="129540"/>
                  </a:lnTo>
                  <a:lnTo>
                    <a:pt x="0" y="132588"/>
                  </a:lnTo>
                  <a:lnTo>
                    <a:pt x="0" y="143256"/>
                  </a:lnTo>
                  <a:lnTo>
                    <a:pt x="1524" y="144780"/>
                  </a:lnTo>
                  <a:lnTo>
                    <a:pt x="4572" y="146304"/>
                  </a:lnTo>
                  <a:lnTo>
                    <a:pt x="13716" y="146304"/>
                  </a:lnTo>
                  <a:lnTo>
                    <a:pt x="33528" y="147828"/>
                  </a:lnTo>
                  <a:lnTo>
                    <a:pt x="51816" y="147828"/>
                  </a:lnTo>
                  <a:lnTo>
                    <a:pt x="54864" y="147828"/>
                  </a:lnTo>
                  <a:lnTo>
                    <a:pt x="59436" y="143256"/>
                  </a:lnTo>
                  <a:lnTo>
                    <a:pt x="60960" y="140208"/>
                  </a:lnTo>
                  <a:lnTo>
                    <a:pt x="60960" y="135636"/>
                  </a:lnTo>
                  <a:close/>
                </a:path>
                <a:path w="147954" h="147954">
                  <a:moveTo>
                    <a:pt x="147828" y="135636"/>
                  </a:moveTo>
                  <a:lnTo>
                    <a:pt x="146304" y="132588"/>
                  </a:lnTo>
                  <a:lnTo>
                    <a:pt x="143256" y="129540"/>
                  </a:lnTo>
                  <a:lnTo>
                    <a:pt x="128016" y="129540"/>
                  </a:lnTo>
                  <a:lnTo>
                    <a:pt x="128016" y="111252"/>
                  </a:lnTo>
                  <a:lnTo>
                    <a:pt x="126492" y="106680"/>
                  </a:lnTo>
                  <a:lnTo>
                    <a:pt x="126492" y="102108"/>
                  </a:lnTo>
                  <a:lnTo>
                    <a:pt x="126758" y="96685"/>
                  </a:lnTo>
                  <a:lnTo>
                    <a:pt x="130429" y="60388"/>
                  </a:lnTo>
                  <a:lnTo>
                    <a:pt x="130873" y="51816"/>
                  </a:lnTo>
                  <a:lnTo>
                    <a:pt x="131051" y="44386"/>
                  </a:lnTo>
                  <a:lnTo>
                    <a:pt x="131064" y="13716"/>
                  </a:lnTo>
                  <a:lnTo>
                    <a:pt x="132588" y="10668"/>
                  </a:lnTo>
                  <a:lnTo>
                    <a:pt x="132588" y="1524"/>
                  </a:lnTo>
                  <a:lnTo>
                    <a:pt x="129540" y="0"/>
                  </a:lnTo>
                  <a:lnTo>
                    <a:pt x="120396" y="0"/>
                  </a:lnTo>
                  <a:lnTo>
                    <a:pt x="115824" y="1524"/>
                  </a:lnTo>
                  <a:lnTo>
                    <a:pt x="103632" y="13716"/>
                  </a:lnTo>
                  <a:lnTo>
                    <a:pt x="99060" y="16764"/>
                  </a:lnTo>
                  <a:lnTo>
                    <a:pt x="96012" y="19812"/>
                  </a:lnTo>
                  <a:lnTo>
                    <a:pt x="89916" y="22860"/>
                  </a:lnTo>
                  <a:lnTo>
                    <a:pt x="86868" y="27432"/>
                  </a:lnTo>
                  <a:lnTo>
                    <a:pt x="86868" y="32004"/>
                  </a:lnTo>
                  <a:lnTo>
                    <a:pt x="88392" y="35052"/>
                  </a:lnTo>
                  <a:lnTo>
                    <a:pt x="91440" y="38100"/>
                  </a:lnTo>
                  <a:lnTo>
                    <a:pt x="94488" y="39624"/>
                  </a:lnTo>
                  <a:lnTo>
                    <a:pt x="99060" y="39624"/>
                  </a:lnTo>
                  <a:lnTo>
                    <a:pt x="103632" y="36576"/>
                  </a:lnTo>
                  <a:lnTo>
                    <a:pt x="112776" y="28956"/>
                  </a:lnTo>
                  <a:lnTo>
                    <a:pt x="112585" y="45148"/>
                  </a:lnTo>
                  <a:lnTo>
                    <a:pt x="112141" y="55321"/>
                  </a:lnTo>
                  <a:lnTo>
                    <a:pt x="111252" y="67056"/>
                  </a:lnTo>
                  <a:lnTo>
                    <a:pt x="108470" y="95567"/>
                  </a:lnTo>
                  <a:lnTo>
                    <a:pt x="108204" y="102108"/>
                  </a:lnTo>
                  <a:lnTo>
                    <a:pt x="108204" y="109728"/>
                  </a:lnTo>
                  <a:lnTo>
                    <a:pt x="109728" y="115824"/>
                  </a:lnTo>
                  <a:lnTo>
                    <a:pt x="109728" y="129540"/>
                  </a:lnTo>
                  <a:lnTo>
                    <a:pt x="91440" y="129540"/>
                  </a:lnTo>
                  <a:lnTo>
                    <a:pt x="86868" y="132588"/>
                  </a:lnTo>
                  <a:lnTo>
                    <a:pt x="86868" y="143256"/>
                  </a:lnTo>
                  <a:lnTo>
                    <a:pt x="88392" y="144780"/>
                  </a:lnTo>
                  <a:lnTo>
                    <a:pt x="91440" y="146304"/>
                  </a:lnTo>
                  <a:lnTo>
                    <a:pt x="100584" y="146304"/>
                  </a:lnTo>
                  <a:lnTo>
                    <a:pt x="120396" y="147828"/>
                  </a:lnTo>
                  <a:lnTo>
                    <a:pt x="138684" y="147828"/>
                  </a:lnTo>
                  <a:lnTo>
                    <a:pt x="141732" y="147828"/>
                  </a:lnTo>
                  <a:lnTo>
                    <a:pt x="146304" y="143256"/>
                  </a:lnTo>
                  <a:lnTo>
                    <a:pt x="147828" y="140208"/>
                  </a:lnTo>
                  <a:lnTo>
                    <a:pt x="147828" y="135636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27" name="object 127"/>
          <p:cNvSpPr/>
          <p:nvPr/>
        </p:nvSpPr>
        <p:spPr>
          <a:xfrm>
            <a:off x="4562094" y="5256276"/>
            <a:ext cx="0" cy="1351915"/>
          </a:xfrm>
          <a:custGeom>
            <a:avLst/>
            <a:gdLst/>
            <a:ahLst/>
            <a:cxnLst/>
            <a:rect l="l" t="t" r="r" b="b"/>
            <a:pathLst>
              <a:path h="1351915">
                <a:moveTo>
                  <a:pt x="0" y="0"/>
                </a:moveTo>
                <a:lnTo>
                  <a:pt x="0" y="1351787"/>
                </a:lnTo>
              </a:path>
            </a:pathLst>
          </a:custGeom>
          <a:ln w="10668">
            <a:solidFill>
              <a:srgbClr val="000000"/>
            </a:solidFill>
            <a:prstDash val="sysDot"/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28" name="object 128"/>
          <p:cNvGrpSpPr/>
          <p:nvPr/>
        </p:nvGrpSpPr>
        <p:grpSpPr>
          <a:xfrm>
            <a:off x="4556759" y="4780788"/>
            <a:ext cx="10795" cy="161925"/>
            <a:chOff x="4556759" y="4780788"/>
            <a:chExt cx="10795" cy="161925"/>
          </a:xfrm>
        </p:grpSpPr>
        <p:sp>
          <p:nvSpPr>
            <p:cNvPr id="129" name="object 129"/>
            <p:cNvSpPr/>
            <p:nvPr/>
          </p:nvSpPr>
          <p:spPr>
            <a:xfrm>
              <a:off x="4562093" y="4791455"/>
              <a:ext cx="0" cy="151130"/>
            </a:xfrm>
            <a:custGeom>
              <a:avLst/>
              <a:gdLst/>
              <a:ahLst/>
              <a:cxnLst/>
              <a:rect l="l" t="t" r="r" b="b"/>
              <a:pathLst>
                <a:path h="151129">
                  <a:moveTo>
                    <a:pt x="0" y="0"/>
                  </a:moveTo>
                  <a:lnTo>
                    <a:pt x="0" y="150876"/>
                  </a:lnTo>
                </a:path>
              </a:pathLst>
            </a:custGeom>
            <a:ln w="10668">
              <a:solidFill>
                <a:srgbClr val="000000"/>
              </a:solidFill>
              <a:prstDash val="sysDot"/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0" name="object 130"/>
            <p:cNvSpPr/>
            <p:nvPr/>
          </p:nvSpPr>
          <p:spPr>
            <a:xfrm>
              <a:off x="4556759" y="4780788"/>
              <a:ext cx="10795" cy="1905"/>
            </a:xfrm>
            <a:custGeom>
              <a:avLst/>
              <a:gdLst/>
              <a:ahLst/>
              <a:cxnLst/>
              <a:rect l="l" t="t" r="r" b="b"/>
              <a:pathLst>
                <a:path w="10795" h="1904">
                  <a:moveTo>
                    <a:pt x="0" y="1523"/>
                  </a:moveTo>
                  <a:lnTo>
                    <a:pt x="10668" y="1523"/>
                  </a:lnTo>
                  <a:lnTo>
                    <a:pt x="10668" y="0"/>
                  </a:lnTo>
                  <a:lnTo>
                    <a:pt x="0" y="0"/>
                  </a:lnTo>
                  <a:lnTo>
                    <a:pt x="0" y="1523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31" name="object 131"/>
          <p:cNvGrpSpPr/>
          <p:nvPr/>
        </p:nvGrpSpPr>
        <p:grpSpPr>
          <a:xfrm>
            <a:off x="4556759" y="4335780"/>
            <a:ext cx="10795" cy="143510"/>
            <a:chOff x="4556759" y="4335780"/>
            <a:chExt cx="10795" cy="143510"/>
          </a:xfrm>
        </p:grpSpPr>
        <p:sp>
          <p:nvSpPr>
            <p:cNvPr id="132" name="object 132"/>
            <p:cNvSpPr/>
            <p:nvPr/>
          </p:nvSpPr>
          <p:spPr>
            <a:xfrm>
              <a:off x="4556759" y="4471416"/>
              <a:ext cx="10795" cy="7620"/>
            </a:xfrm>
            <a:custGeom>
              <a:avLst/>
              <a:gdLst/>
              <a:ahLst/>
              <a:cxnLst/>
              <a:rect l="l" t="t" r="r" b="b"/>
              <a:pathLst>
                <a:path w="10795" h="7620">
                  <a:moveTo>
                    <a:pt x="0" y="7619"/>
                  </a:moveTo>
                  <a:lnTo>
                    <a:pt x="10668" y="7619"/>
                  </a:lnTo>
                  <a:lnTo>
                    <a:pt x="10668" y="0"/>
                  </a:lnTo>
                  <a:lnTo>
                    <a:pt x="0" y="0"/>
                  </a:lnTo>
                  <a:lnTo>
                    <a:pt x="0" y="7619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3" name="object 133"/>
            <p:cNvSpPr/>
            <p:nvPr/>
          </p:nvSpPr>
          <p:spPr>
            <a:xfrm>
              <a:off x="4562093" y="4351020"/>
              <a:ext cx="0" cy="109855"/>
            </a:xfrm>
            <a:custGeom>
              <a:avLst/>
              <a:gdLst/>
              <a:ahLst/>
              <a:cxnLst/>
              <a:rect l="l" t="t" r="r" b="b"/>
              <a:pathLst>
                <a:path h="109854">
                  <a:moveTo>
                    <a:pt x="0" y="0"/>
                  </a:moveTo>
                  <a:lnTo>
                    <a:pt x="0" y="109728"/>
                  </a:lnTo>
                </a:path>
              </a:pathLst>
            </a:custGeom>
            <a:ln w="10668">
              <a:solidFill>
                <a:srgbClr val="000000"/>
              </a:solidFill>
              <a:prstDash val="sysDot"/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4" name="object 134"/>
            <p:cNvSpPr/>
            <p:nvPr/>
          </p:nvSpPr>
          <p:spPr>
            <a:xfrm>
              <a:off x="4556759" y="4335780"/>
              <a:ext cx="10795" cy="5080"/>
            </a:xfrm>
            <a:custGeom>
              <a:avLst/>
              <a:gdLst/>
              <a:ahLst/>
              <a:cxnLst/>
              <a:rect l="l" t="t" r="r" b="b"/>
              <a:pathLst>
                <a:path w="10795" h="5079">
                  <a:moveTo>
                    <a:pt x="0" y="4572"/>
                  </a:moveTo>
                  <a:lnTo>
                    <a:pt x="10668" y="4572"/>
                  </a:lnTo>
                  <a:lnTo>
                    <a:pt x="10668" y="0"/>
                  </a:lnTo>
                  <a:lnTo>
                    <a:pt x="0" y="0"/>
                  </a:lnTo>
                  <a:lnTo>
                    <a:pt x="0" y="4572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35" name="object 135"/>
          <p:cNvGrpSpPr/>
          <p:nvPr/>
        </p:nvGrpSpPr>
        <p:grpSpPr>
          <a:xfrm>
            <a:off x="4556759" y="3415284"/>
            <a:ext cx="10795" cy="615950"/>
            <a:chOff x="4556759" y="3415284"/>
            <a:chExt cx="10795" cy="615950"/>
          </a:xfrm>
        </p:grpSpPr>
        <p:sp>
          <p:nvSpPr>
            <p:cNvPr id="136" name="object 136"/>
            <p:cNvSpPr/>
            <p:nvPr/>
          </p:nvSpPr>
          <p:spPr>
            <a:xfrm>
              <a:off x="4556759" y="4029456"/>
              <a:ext cx="10795" cy="1905"/>
            </a:xfrm>
            <a:custGeom>
              <a:avLst/>
              <a:gdLst/>
              <a:ahLst/>
              <a:cxnLst/>
              <a:rect l="l" t="t" r="r" b="b"/>
              <a:pathLst>
                <a:path w="10795" h="1904">
                  <a:moveTo>
                    <a:pt x="0" y="1524"/>
                  </a:moveTo>
                  <a:lnTo>
                    <a:pt x="10668" y="1524"/>
                  </a:lnTo>
                  <a:lnTo>
                    <a:pt x="10668" y="0"/>
                  </a:lnTo>
                  <a:lnTo>
                    <a:pt x="0" y="0"/>
                  </a:lnTo>
                  <a:lnTo>
                    <a:pt x="0" y="1524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7" name="object 137"/>
            <p:cNvSpPr/>
            <p:nvPr/>
          </p:nvSpPr>
          <p:spPr>
            <a:xfrm>
              <a:off x="4562093" y="3427476"/>
              <a:ext cx="0" cy="591820"/>
            </a:xfrm>
            <a:custGeom>
              <a:avLst/>
              <a:gdLst/>
              <a:ahLst/>
              <a:cxnLst/>
              <a:rect l="l" t="t" r="r" b="b"/>
              <a:pathLst>
                <a:path h="591820">
                  <a:moveTo>
                    <a:pt x="0" y="0"/>
                  </a:moveTo>
                  <a:lnTo>
                    <a:pt x="0" y="591312"/>
                  </a:lnTo>
                </a:path>
              </a:pathLst>
            </a:custGeom>
            <a:ln w="10668">
              <a:solidFill>
                <a:srgbClr val="000000"/>
              </a:solidFill>
              <a:prstDash val="sysDot"/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8" name="object 138"/>
            <p:cNvSpPr/>
            <p:nvPr/>
          </p:nvSpPr>
          <p:spPr>
            <a:xfrm>
              <a:off x="4556759" y="3415284"/>
              <a:ext cx="10795" cy="1905"/>
            </a:xfrm>
            <a:custGeom>
              <a:avLst/>
              <a:gdLst/>
              <a:ahLst/>
              <a:cxnLst/>
              <a:rect l="l" t="t" r="r" b="b"/>
              <a:pathLst>
                <a:path w="10795" h="1904">
                  <a:moveTo>
                    <a:pt x="0" y="1524"/>
                  </a:moveTo>
                  <a:lnTo>
                    <a:pt x="10668" y="1524"/>
                  </a:lnTo>
                  <a:lnTo>
                    <a:pt x="10668" y="0"/>
                  </a:lnTo>
                  <a:lnTo>
                    <a:pt x="0" y="0"/>
                  </a:lnTo>
                  <a:lnTo>
                    <a:pt x="0" y="1524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39" name="object 139"/>
          <p:cNvGrpSpPr/>
          <p:nvPr/>
        </p:nvGrpSpPr>
        <p:grpSpPr>
          <a:xfrm>
            <a:off x="6155435" y="6298692"/>
            <a:ext cx="1597660" cy="304800"/>
            <a:chOff x="6155435" y="6298692"/>
            <a:chExt cx="1597660" cy="304800"/>
          </a:xfrm>
        </p:grpSpPr>
        <p:sp>
          <p:nvSpPr>
            <p:cNvPr id="140" name="object 140"/>
            <p:cNvSpPr/>
            <p:nvPr/>
          </p:nvSpPr>
          <p:spPr>
            <a:xfrm>
              <a:off x="6155435" y="6298692"/>
              <a:ext cx="1597660" cy="304800"/>
            </a:xfrm>
            <a:custGeom>
              <a:avLst/>
              <a:gdLst/>
              <a:ahLst/>
              <a:cxnLst/>
              <a:rect l="l" t="t" r="r" b="b"/>
              <a:pathLst>
                <a:path w="1597659" h="304800">
                  <a:moveTo>
                    <a:pt x="1597151" y="304800"/>
                  </a:moveTo>
                  <a:lnTo>
                    <a:pt x="0" y="304800"/>
                  </a:lnTo>
                  <a:lnTo>
                    <a:pt x="0" y="0"/>
                  </a:lnTo>
                  <a:lnTo>
                    <a:pt x="1597151" y="0"/>
                  </a:lnTo>
                  <a:lnTo>
                    <a:pt x="1597151" y="304800"/>
                  </a:lnTo>
                  <a:close/>
                </a:path>
              </a:pathLst>
            </a:custGeom>
            <a:solidFill>
              <a:srgbClr val="BFBFB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1" name="object 141"/>
            <p:cNvSpPr/>
            <p:nvPr/>
          </p:nvSpPr>
          <p:spPr>
            <a:xfrm>
              <a:off x="6868668" y="6371843"/>
              <a:ext cx="60960" cy="147955"/>
            </a:xfrm>
            <a:custGeom>
              <a:avLst/>
              <a:gdLst/>
              <a:ahLst/>
              <a:cxnLst/>
              <a:rect l="l" t="t" r="r" b="b"/>
              <a:pathLst>
                <a:path w="60959" h="147954">
                  <a:moveTo>
                    <a:pt x="56388" y="147827"/>
                  </a:moveTo>
                  <a:lnTo>
                    <a:pt x="51816" y="147827"/>
                  </a:lnTo>
                  <a:lnTo>
                    <a:pt x="4572" y="147827"/>
                  </a:lnTo>
                  <a:lnTo>
                    <a:pt x="1524" y="146303"/>
                  </a:lnTo>
                  <a:lnTo>
                    <a:pt x="0" y="143255"/>
                  </a:lnTo>
                  <a:lnTo>
                    <a:pt x="0" y="134111"/>
                  </a:lnTo>
                  <a:lnTo>
                    <a:pt x="4572" y="131063"/>
                  </a:lnTo>
                  <a:lnTo>
                    <a:pt x="22860" y="131063"/>
                  </a:lnTo>
                  <a:lnTo>
                    <a:pt x="22860" y="111251"/>
                  </a:lnTo>
                  <a:lnTo>
                    <a:pt x="21336" y="106679"/>
                  </a:lnTo>
                  <a:lnTo>
                    <a:pt x="21597" y="97059"/>
                  </a:lnTo>
                  <a:lnTo>
                    <a:pt x="25265" y="56197"/>
                  </a:lnTo>
                  <a:lnTo>
                    <a:pt x="25717" y="46481"/>
                  </a:lnTo>
                  <a:lnTo>
                    <a:pt x="25908" y="30479"/>
                  </a:lnTo>
                  <a:lnTo>
                    <a:pt x="18288" y="36575"/>
                  </a:lnTo>
                  <a:lnTo>
                    <a:pt x="12192" y="41147"/>
                  </a:lnTo>
                  <a:lnTo>
                    <a:pt x="7620" y="41147"/>
                  </a:lnTo>
                  <a:lnTo>
                    <a:pt x="4572" y="39623"/>
                  </a:lnTo>
                  <a:lnTo>
                    <a:pt x="3048" y="38099"/>
                  </a:lnTo>
                  <a:lnTo>
                    <a:pt x="1524" y="35051"/>
                  </a:lnTo>
                  <a:lnTo>
                    <a:pt x="0" y="33527"/>
                  </a:lnTo>
                  <a:lnTo>
                    <a:pt x="0" y="27431"/>
                  </a:lnTo>
                  <a:lnTo>
                    <a:pt x="3048" y="24383"/>
                  </a:lnTo>
                  <a:lnTo>
                    <a:pt x="9144" y="19811"/>
                  </a:lnTo>
                  <a:lnTo>
                    <a:pt x="12192" y="18287"/>
                  </a:lnTo>
                  <a:lnTo>
                    <a:pt x="16764" y="13715"/>
                  </a:lnTo>
                  <a:lnTo>
                    <a:pt x="22860" y="9143"/>
                  </a:lnTo>
                  <a:lnTo>
                    <a:pt x="28956" y="3047"/>
                  </a:lnTo>
                  <a:lnTo>
                    <a:pt x="33528" y="0"/>
                  </a:lnTo>
                  <a:lnTo>
                    <a:pt x="42672" y="0"/>
                  </a:lnTo>
                  <a:lnTo>
                    <a:pt x="45720" y="3047"/>
                  </a:lnTo>
                  <a:lnTo>
                    <a:pt x="45720" y="10667"/>
                  </a:lnTo>
                  <a:lnTo>
                    <a:pt x="44196" y="13715"/>
                  </a:lnTo>
                  <a:lnTo>
                    <a:pt x="44196" y="35051"/>
                  </a:lnTo>
                  <a:lnTo>
                    <a:pt x="45720" y="38099"/>
                  </a:lnTo>
                  <a:lnTo>
                    <a:pt x="45458" y="45910"/>
                  </a:lnTo>
                  <a:lnTo>
                    <a:pt x="42672" y="71627"/>
                  </a:lnTo>
                  <a:lnTo>
                    <a:pt x="41790" y="82200"/>
                  </a:lnTo>
                  <a:lnTo>
                    <a:pt x="41338" y="91058"/>
                  </a:lnTo>
                  <a:lnTo>
                    <a:pt x="41148" y="121919"/>
                  </a:lnTo>
                  <a:lnTo>
                    <a:pt x="42672" y="126491"/>
                  </a:lnTo>
                  <a:lnTo>
                    <a:pt x="42672" y="129539"/>
                  </a:lnTo>
                  <a:lnTo>
                    <a:pt x="54864" y="129539"/>
                  </a:lnTo>
                  <a:lnTo>
                    <a:pt x="57912" y="132587"/>
                  </a:lnTo>
                  <a:lnTo>
                    <a:pt x="60960" y="134111"/>
                  </a:lnTo>
                  <a:lnTo>
                    <a:pt x="60960" y="144779"/>
                  </a:lnTo>
                  <a:lnTo>
                    <a:pt x="57912" y="146303"/>
                  </a:lnTo>
                  <a:lnTo>
                    <a:pt x="56388" y="14782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42" name="object 142"/>
            <p:cNvPicPr/>
            <p:nvPr/>
          </p:nvPicPr>
          <p:blipFill>
            <a:blip r:embed="rId17" cstate="print"/>
            <a:stretch>
              <a:fillRect/>
            </a:stretch>
          </p:blipFill>
          <p:spPr>
            <a:xfrm>
              <a:off x="6950963" y="6371844"/>
              <a:ext cx="94488" cy="155448"/>
            </a:xfrm>
            <a:prstGeom prst="rect">
              <a:avLst/>
            </a:prstGeom>
          </p:spPr>
        </p:pic>
      </p:grpSp>
      <p:grpSp>
        <p:nvGrpSpPr>
          <p:cNvPr id="143" name="object 143"/>
          <p:cNvGrpSpPr/>
          <p:nvPr/>
        </p:nvGrpSpPr>
        <p:grpSpPr>
          <a:xfrm>
            <a:off x="4008120" y="4951476"/>
            <a:ext cx="1597660" cy="304800"/>
            <a:chOff x="4008120" y="4951476"/>
            <a:chExt cx="1597660" cy="304800"/>
          </a:xfrm>
        </p:grpSpPr>
        <p:sp>
          <p:nvSpPr>
            <p:cNvPr id="144" name="object 144"/>
            <p:cNvSpPr/>
            <p:nvPr/>
          </p:nvSpPr>
          <p:spPr>
            <a:xfrm>
              <a:off x="4008120" y="4951476"/>
              <a:ext cx="1597660" cy="304800"/>
            </a:xfrm>
            <a:custGeom>
              <a:avLst/>
              <a:gdLst/>
              <a:ahLst/>
              <a:cxnLst/>
              <a:rect l="l" t="t" r="r" b="b"/>
              <a:pathLst>
                <a:path w="1597660" h="304800">
                  <a:moveTo>
                    <a:pt x="1597151" y="304800"/>
                  </a:moveTo>
                  <a:lnTo>
                    <a:pt x="0" y="304800"/>
                  </a:lnTo>
                  <a:lnTo>
                    <a:pt x="0" y="0"/>
                  </a:lnTo>
                  <a:lnTo>
                    <a:pt x="1597151" y="0"/>
                  </a:lnTo>
                  <a:lnTo>
                    <a:pt x="1597151" y="304800"/>
                  </a:lnTo>
                  <a:close/>
                </a:path>
              </a:pathLst>
            </a:custGeom>
            <a:solidFill>
              <a:srgbClr val="BFBFB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5" name="object 145"/>
            <p:cNvSpPr/>
            <p:nvPr/>
          </p:nvSpPr>
          <p:spPr>
            <a:xfrm>
              <a:off x="4718304" y="5024627"/>
              <a:ext cx="60960" cy="147955"/>
            </a:xfrm>
            <a:custGeom>
              <a:avLst/>
              <a:gdLst/>
              <a:ahLst/>
              <a:cxnLst/>
              <a:rect l="l" t="t" r="r" b="b"/>
              <a:pathLst>
                <a:path w="60960" h="147954">
                  <a:moveTo>
                    <a:pt x="56387" y="147827"/>
                  </a:moveTo>
                  <a:lnTo>
                    <a:pt x="51815" y="147827"/>
                  </a:lnTo>
                  <a:lnTo>
                    <a:pt x="4571" y="147827"/>
                  </a:lnTo>
                  <a:lnTo>
                    <a:pt x="1523" y="146303"/>
                  </a:lnTo>
                  <a:lnTo>
                    <a:pt x="0" y="143255"/>
                  </a:lnTo>
                  <a:lnTo>
                    <a:pt x="0" y="134111"/>
                  </a:lnTo>
                  <a:lnTo>
                    <a:pt x="4571" y="131063"/>
                  </a:lnTo>
                  <a:lnTo>
                    <a:pt x="22859" y="131063"/>
                  </a:lnTo>
                  <a:lnTo>
                    <a:pt x="22859" y="117347"/>
                  </a:lnTo>
                  <a:lnTo>
                    <a:pt x="21335" y="111251"/>
                  </a:lnTo>
                  <a:lnTo>
                    <a:pt x="21335" y="103631"/>
                  </a:lnTo>
                  <a:lnTo>
                    <a:pt x="21597" y="97059"/>
                  </a:lnTo>
                  <a:lnTo>
                    <a:pt x="24383" y="67055"/>
                  </a:lnTo>
                  <a:lnTo>
                    <a:pt x="25265" y="55340"/>
                  </a:lnTo>
                  <a:lnTo>
                    <a:pt x="25717" y="45338"/>
                  </a:lnTo>
                  <a:lnTo>
                    <a:pt x="25907" y="30479"/>
                  </a:lnTo>
                  <a:lnTo>
                    <a:pt x="12191" y="39623"/>
                  </a:lnTo>
                  <a:lnTo>
                    <a:pt x="4571" y="39623"/>
                  </a:lnTo>
                  <a:lnTo>
                    <a:pt x="3047" y="38099"/>
                  </a:lnTo>
                  <a:lnTo>
                    <a:pt x="1523" y="35051"/>
                  </a:lnTo>
                  <a:lnTo>
                    <a:pt x="0" y="33527"/>
                  </a:lnTo>
                  <a:lnTo>
                    <a:pt x="0" y="27431"/>
                  </a:lnTo>
                  <a:lnTo>
                    <a:pt x="7619" y="19811"/>
                  </a:lnTo>
                  <a:lnTo>
                    <a:pt x="12191" y="18287"/>
                  </a:lnTo>
                  <a:lnTo>
                    <a:pt x="16763" y="13715"/>
                  </a:lnTo>
                  <a:lnTo>
                    <a:pt x="22859" y="9143"/>
                  </a:lnTo>
                  <a:lnTo>
                    <a:pt x="28955" y="3047"/>
                  </a:lnTo>
                  <a:lnTo>
                    <a:pt x="33527" y="0"/>
                  </a:lnTo>
                  <a:lnTo>
                    <a:pt x="42671" y="0"/>
                  </a:lnTo>
                  <a:lnTo>
                    <a:pt x="45719" y="3047"/>
                  </a:lnTo>
                  <a:lnTo>
                    <a:pt x="45719" y="10667"/>
                  </a:lnTo>
                  <a:lnTo>
                    <a:pt x="44195" y="13715"/>
                  </a:lnTo>
                  <a:lnTo>
                    <a:pt x="44172" y="45910"/>
                  </a:lnTo>
                  <a:lnTo>
                    <a:pt x="44005" y="53339"/>
                  </a:lnTo>
                  <a:lnTo>
                    <a:pt x="43553" y="61912"/>
                  </a:lnTo>
                  <a:lnTo>
                    <a:pt x="42671" y="71627"/>
                  </a:lnTo>
                  <a:lnTo>
                    <a:pt x="40576" y="89915"/>
                  </a:lnTo>
                  <a:lnTo>
                    <a:pt x="39885" y="97345"/>
                  </a:lnTo>
                  <a:lnTo>
                    <a:pt x="39623" y="106679"/>
                  </a:lnTo>
                  <a:lnTo>
                    <a:pt x="41147" y="111251"/>
                  </a:lnTo>
                  <a:lnTo>
                    <a:pt x="41147" y="129539"/>
                  </a:lnTo>
                  <a:lnTo>
                    <a:pt x="54863" y="129539"/>
                  </a:lnTo>
                  <a:lnTo>
                    <a:pt x="60959" y="135635"/>
                  </a:lnTo>
                  <a:lnTo>
                    <a:pt x="60959" y="141731"/>
                  </a:lnTo>
                  <a:lnTo>
                    <a:pt x="57911" y="144779"/>
                  </a:lnTo>
                  <a:lnTo>
                    <a:pt x="56387" y="14782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46" name="object 146"/>
            <p:cNvPicPr/>
            <p:nvPr/>
          </p:nvPicPr>
          <p:blipFill>
            <a:blip r:embed="rId18" cstate="print"/>
            <a:stretch>
              <a:fillRect/>
            </a:stretch>
          </p:blipFill>
          <p:spPr>
            <a:xfrm>
              <a:off x="4803648" y="5027676"/>
              <a:ext cx="89916" cy="149351"/>
            </a:xfrm>
            <a:prstGeom prst="rect">
              <a:avLst/>
            </a:prstGeom>
          </p:spPr>
        </p:pic>
      </p:grpSp>
      <p:grpSp>
        <p:nvGrpSpPr>
          <p:cNvPr id="147" name="object 147"/>
          <p:cNvGrpSpPr/>
          <p:nvPr/>
        </p:nvGrpSpPr>
        <p:grpSpPr>
          <a:xfrm>
            <a:off x="1900427" y="3110483"/>
            <a:ext cx="3192780" cy="304800"/>
            <a:chOff x="1900427" y="3110483"/>
            <a:chExt cx="3192780" cy="304800"/>
          </a:xfrm>
        </p:grpSpPr>
        <p:sp>
          <p:nvSpPr>
            <p:cNvPr id="148" name="object 148"/>
            <p:cNvSpPr/>
            <p:nvPr/>
          </p:nvSpPr>
          <p:spPr>
            <a:xfrm>
              <a:off x="1900427" y="3110483"/>
              <a:ext cx="3192780" cy="304800"/>
            </a:xfrm>
            <a:custGeom>
              <a:avLst/>
              <a:gdLst/>
              <a:ahLst/>
              <a:cxnLst/>
              <a:rect l="l" t="t" r="r" b="b"/>
              <a:pathLst>
                <a:path w="3192779" h="304800">
                  <a:moveTo>
                    <a:pt x="3192779" y="304800"/>
                  </a:moveTo>
                  <a:lnTo>
                    <a:pt x="0" y="304800"/>
                  </a:lnTo>
                  <a:lnTo>
                    <a:pt x="0" y="0"/>
                  </a:lnTo>
                  <a:lnTo>
                    <a:pt x="3192779" y="0"/>
                  </a:lnTo>
                  <a:lnTo>
                    <a:pt x="3192779" y="304800"/>
                  </a:lnTo>
                  <a:close/>
                </a:path>
              </a:pathLst>
            </a:custGeom>
            <a:solidFill>
              <a:srgbClr val="BFBFB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49" name="object 149"/>
            <p:cNvPicPr/>
            <p:nvPr/>
          </p:nvPicPr>
          <p:blipFill>
            <a:blip r:embed="rId19" cstate="print"/>
            <a:stretch>
              <a:fillRect/>
            </a:stretch>
          </p:blipFill>
          <p:spPr>
            <a:xfrm>
              <a:off x="3395471" y="3185160"/>
              <a:ext cx="89916" cy="146304"/>
            </a:xfrm>
            <a:prstGeom prst="rect">
              <a:avLst/>
            </a:prstGeom>
          </p:spPr>
        </p:pic>
        <p:pic>
          <p:nvPicPr>
            <p:cNvPr id="150" name="object 150"/>
            <p:cNvPicPr/>
            <p:nvPr/>
          </p:nvPicPr>
          <p:blipFill>
            <a:blip r:embed="rId20" cstate="print"/>
            <a:stretch>
              <a:fillRect/>
            </a:stretch>
          </p:blipFill>
          <p:spPr>
            <a:xfrm>
              <a:off x="3511295" y="3186683"/>
              <a:ext cx="88392" cy="149351"/>
            </a:xfrm>
            <a:prstGeom prst="rect">
              <a:avLst/>
            </a:prstGeom>
          </p:spPr>
        </p:pic>
      </p:grpSp>
      <p:grpSp>
        <p:nvGrpSpPr>
          <p:cNvPr id="151" name="object 151"/>
          <p:cNvGrpSpPr/>
          <p:nvPr/>
        </p:nvGrpSpPr>
        <p:grpSpPr>
          <a:xfrm>
            <a:off x="2432304" y="3566159"/>
            <a:ext cx="1597660" cy="304800"/>
            <a:chOff x="2432304" y="3566159"/>
            <a:chExt cx="1597660" cy="304800"/>
          </a:xfrm>
        </p:grpSpPr>
        <p:sp>
          <p:nvSpPr>
            <p:cNvPr id="152" name="object 152"/>
            <p:cNvSpPr/>
            <p:nvPr/>
          </p:nvSpPr>
          <p:spPr>
            <a:xfrm>
              <a:off x="2432304" y="3566159"/>
              <a:ext cx="1597660" cy="304800"/>
            </a:xfrm>
            <a:custGeom>
              <a:avLst/>
              <a:gdLst/>
              <a:ahLst/>
              <a:cxnLst/>
              <a:rect l="l" t="t" r="r" b="b"/>
              <a:pathLst>
                <a:path w="1597660" h="304800">
                  <a:moveTo>
                    <a:pt x="1597152" y="304800"/>
                  </a:moveTo>
                  <a:lnTo>
                    <a:pt x="0" y="304800"/>
                  </a:lnTo>
                  <a:lnTo>
                    <a:pt x="0" y="0"/>
                  </a:lnTo>
                  <a:lnTo>
                    <a:pt x="1597152" y="0"/>
                  </a:lnTo>
                  <a:lnTo>
                    <a:pt x="1597152" y="304800"/>
                  </a:lnTo>
                  <a:close/>
                </a:path>
              </a:pathLst>
            </a:custGeom>
            <a:solidFill>
              <a:srgbClr val="BFBFB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3" name="object 153"/>
            <p:cNvSpPr/>
            <p:nvPr/>
          </p:nvSpPr>
          <p:spPr>
            <a:xfrm>
              <a:off x="3145535" y="3640835"/>
              <a:ext cx="60960" cy="147955"/>
            </a:xfrm>
            <a:custGeom>
              <a:avLst/>
              <a:gdLst/>
              <a:ahLst/>
              <a:cxnLst/>
              <a:rect l="l" t="t" r="r" b="b"/>
              <a:pathLst>
                <a:path w="60960" h="147954">
                  <a:moveTo>
                    <a:pt x="54864" y="147827"/>
                  </a:moveTo>
                  <a:lnTo>
                    <a:pt x="51816" y="147827"/>
                  </a:lnTo>
                  <a:lnTo>
                    <a:pt x="33528" y="147827"/>
                  </a:lnTo>
                  <a:lnTo>
                    <a:pt x="15240" y="146303"/>
                  </a:lnTo>
                  <a:lnTo>
                    <a:pt x="4572" y="146303"/>
                  </a:lnTo>
                  <a:lnTo>
                    <a:pt x="1524" y="144779"/>
                  </a:lnTo>
                  <a:lnTo>
                    <a:pt x="0" y="143255"/>
                  </a:lnTo>
                  <a:lnTo>
                    <a:pt x="0" y="132587"/>
                  </a:lnTo>
                  <a:lnTo>
                    <a:pt x="6096" y="129539"/>
                  </a:lnTo>
                  <a:lnTo>
                    <a:pt x="24384" y="129539"/>
                  </a:lnTo>
                  <a:lnTo>
                    <a:pt x="24384" y="126491"/>
                  </a:lnTo>
                  <a:lnTo>
                    <a:pt x="22860" y="121919"/>
                  </a:lnTo>
                  <a:lnTo>
                    <a:pt x="22883" y="96202"/>
                  </a:lnTo>
                  <a:lnTo>
                    <a:pt x="23050" y="87629"/>
                  </a:lnTo>
                  <a:lnTo>
                    <a:pt x="23502" y="77914"/>
                  </a:lnTo>
                  <a:lnTo>
                    <a:pt x="25265" y="55316"/>
                  </a:lnTo>
                  <a:lnTo>
                    <a:pt x="25717" y="45148"/>
                  </a:lnTo>
                  <a:lnTo>
                    <a:pt x="25908" y="28955"/>
                  </a:lnTo>
                  <a:lnTo>
                    <a:pt x="18288" y="36575"/>
                  </a:lnTo>
                  <a:lnTo>
                    <a:pt x="12192" y="39623"/>
                  </a:lnTo>
                  <a:lnTo>
                    <a:pt x="7620" y="39623"/>
                  </a:lnTo>
                  <a:lnTo>
                    <a:pt x="6096" y="38099"/>
                  </a:lnTo>
                  <a:lnTo>
                    <a:pt x="3048" y="36575"/>
                  </a:lnTo>
                  <a:lnTo>
                    <a:pt x="1524" y="35051"/>
                  </a:lnTo>
                  <a:lnTo>
                    <a:pt x="0" y="32003"/>
                  </a:lnTo>
                  <a:lnTo>
                    <a:pt x="0" y="27431"/>
                  </a:lnTo>
                  <a:lnTo>
                    <a:pt x="3048" y="22859"/>
                  </a:lnTo>
                  <a:lnTo>
                    <a:pt x="9144" y="19811"/>
                  </a:lnTo>
                  <a:lnTo>
                    <a:pt x="12192" y="16763"/>
                  </a:lnTo>
                  <a:lnTo>
                    <a:pt x="16764" y="13715"/>
                  </a:lnTo>
                  <a:lnTo>
                    <a:pt x="28956" y="1523"/>
                  </a:lnTo>
                  <a:lnTo>
                    <a:pt x="33528" y="0"/>
                  </a:lnTo>
                  <a:lnTo>
                    <a:pt x="44196" y="0"/>
                  </a:lnTo>
                  <a:lnTo>
                    <a:pt x="45720" y="1523"/>
                  </a:lnTo>
                  <a:lnTo>
                    <a:pt x="45720" y="13715"/>
                  </a:lnTo>
                  <a:lnTo>
                    <a:pt x="44196" y="15239"/>
                  </a:lnTo>
                  <a:lnTo>
                    <a:pt x="44196" y="28955"/>
                  </a:lnTo>
                  <a:lnTo>
                    <a:pt x="45720" y="33527"/>
                  </a:lnTo>
                  <a:lnTo>
                    <a:pt x="45720" y="38099"/>
                  </a:lnTo>
                  <a:lnTo>
                    <a:pt x="45458" y="44386"/>
                  </a:lnTo>
                  <a:lnTo>
                    <a:pt x="42672" y="70103"/>
                  </a:lnTo>
                  <a:lnTo>
                    <a:pt x="41790" y="80700"/>
                  </a:lnTo>
                  <a:lnTo>
                    <a:pt x="41338" y="89725"/>
                  </a:lnTo>
                  <a:lnTo>
                    <a:pt x="41148" y="121919"/>
                  </a:lnTo>
                  <a:lnTo>
                    <a:pt x="42672" y="126491"/>
                  </a:lnTo>
                  <a:lnTo>
                    <a:pt x="42672" y="129539"/>
                  </a:lnTo>
                  <a:lnTo>
                    <a:pt x="56388" y="129539"/>
                  </a:lnTo>
                  <a:lnTo>
                    <a:pt x="59436" y="131063"/>
                  </a:lnTo>
                  <a:lnTo>
                    <a:pt x="60960" y="132587"/>
                  </a:lnTo>
                  <a:lnTo>
                    <a:pt x="60960" y="143255"/>
                  </a:lnTo>
                  <a:lnTo>
                    <a:pt x="59436" y="144779"/>
                  </a:lnTo>
                  <a:lnTo>
                    <a:pt x="56388" y="146303"/>
                  </a:lnTo>
                  <a:lnTo>
                    <a:pt x="54864" y="14782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54" name="object 154"/>
            <p:cNvPicPr/>
            <p:nvPr/>
          </p:nvPicPr>
          <p:blipFill>
            <a:blip r:embed="rId21" cstate="print"/>
            <a:stretch>
              <a:fillRect/>
            </a:stretch>
          </p:blipFill>
          <p:spPr>
            <a:xfrm>
              <a:off x="3233927" y="3642359"/>
              <a:ext cx="88392" cy="146303"/>
            </a:xfrm>
            <a:prstGeom prst="rect">
              <a:avLst/>
            </a:prstGeom>
          </p:spPr>
        </p:pic>
      </p:grpSp>
      <p:grpSp>
        <p:nvGrpSpPr>
          <p:cNvPr id="155" name="object 155"/>
          <p:cNvGrpSpPr/>
          <p:nvPr/>
        </p:nvGrpSpPr>
        <p:grpSpPr>
          <a:xfrm>
            <a:off x="3506723" y="4030980"/>
            <a:ext cx="1065530" cy="304800"/>
            <a:chOff x="3506723" y="4030980"/>
            <a:chExt cx="1065530" cy="304800"/>
          </a:xfrm>
        </p:grpSpPr>
        <p:sp>
          <p:nvSpPr>
            <p:cNvPr id="156" name="object 156"/>
            <p:cNvSpPr/>
            <p:nvPr/>
          </p:nvSpPr>
          <p:spPr>
            <a:xfrm>
              <a:off x="3506723" y="4030980"/>
              <a:ext cx="1065530" cy="304800"/>
            </a:xfrm>
            <a:custGeom>
              <a:avLst/>
              <a:gdLst/>
              <a:ahLst/>
              <a:cxnLst/>
              <a:rect l="l" t="t" r="r" b="b"/>
              <a:pathLst>
                <a:path w="1065529" h="304800">
                  <a:moveTo>
                    <a:pt x="1065275" y="304800"/>
                  </a:moveTo>
                  <a:lnTo>
                    <a:pt x="0" y="304800"/>
                  </a:lnTo>
                  <a:lnTo>
                    <a:pt x="0" y="0"/>
                  </a:lnTo>
                  <a:lnTo>
                    <a:pt x="1065275" y="0"/>
                  </a:lnTo>
                  <a:lnTo>
                    <a:pt x="1065275" y="304800"/>
                  </a:lnTo>
                  <a:close/>
                </a:path>
              </a:pathLst>
            </a:custGeom>
            <a:solidFill>
              <a:srgbClr val="BFBFB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57" name="object 157"/>
            <p:cNvPicPr/>
            <p:nvPr/>
          </p:nvPicPr>
          <p:blipFill>
            <a:blip r:embed="rId22" cstate="print"/>
            <a:stretch>
              <a:fillRect/>
            </a:stretch>
          </p:blipFill>
          <p:spPr>
            <a:xfrm>
              <a:off x="3936491" y="4104132"/>
              <a:ext cx="213360" cy="152400"/>
            </a:xfrm>
            <a:prstGeom prst="rect">
              <a:avLst/>
            </a:prstGeom>
          </p:spPr>
        </p:pic>
      </p:grpSp>
      <p:grpSp>
        <p:nvGrpSpPr>
          <p:cNvPr id="158" name="object 158"/>
          <p:cNvGrpSpPr/>
          <p:nvPr/>
        </p:nvGrpSpPr>
        <p:grpSpPr>
          <a:xfrm>
            <a:off x="3496055" y="4479035"/>
            <a:ext cx="2661285" cy="302260"/>
            <a:chOff x="3496055" y="4479035"/>
            <a:chExt cx="2661285" cy="302260"/>
          </a:xfrm>
        </p:grpSpPr>
        <p:sp>
          <p:nvSpPr>
            <p:cNvPr id="159" name="object 159"/>
            <p:cNvSpPr/>
            <p:nvPr/>
          </p:nvSpPr>
          <p:spPr>
            <a:xfrm>
              <a:off x="3496055" y="4479035"/>
              <a:ext cx="2661285" cy="302260"/>
            </a:xfrm>
            <a:custGeom>
              <a:avLst/>
              <a:gdLst/>
              <a:ahLst/>
              <a:cxnLst/>
              <a:rect l="l" t="t" r="r" b="b"/>
              <a:pathLst>
                <a:path w="2661285" h="302260">
                  <a:moveTo>
                    <a:pt x="2660904" y="301752"/>
                  </a:moveTo>
                  <a:lnTo>
                    <a:pt x="0" y="301752"/>
                  </a:lnTo>
                  <a:lnTo>
                    <a:pt x="0" y="0"/>
                  </a:lnTo>
                  <a:lnTo>
                    <a:pt x="2660904" y="0"/>
                  </a:lnTo>
                  <a:lnTo>
                    <a:pt x="2660904" y="301752"/>
                  </a:lnTo>
                  <a:close/>
                </a:path>
              </a:pathLst>
            </a:custGeom>
            <a:solidFill>
              <a:srgbClr val="BFBFB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60" name="object 160"/>
            <p:cNvPicPr/>
            <p:nvPr/>
          </p:nvPicPr>
          <p:blipFill>
            <a:blip r:embed="rId23" cstate="print"/>
            <a:stretch>
              <a:fillRect/>
            </a:stretch>
          </p:blipFill>
          <p:spPr>
            <a:xfrm>
              <a:off x="4724400" y="4553712"/>
              <a:ext cx="88392" cy="146304"/>
            </a:xfrm>
            <a:prstGeom prst="rect">
              <a:avLst/>
            </a:prstGeom>
          </p:spPr>
        </p:pic>
        <p:pic>
          <p:nvPicPr>
            <p:cNvPr id="161" name="object 161"/>
            <p:cNvPicPr/>
            <p:nvPr/>
          </p:nvPicPr>
          <p:blipFill>
            <a:blip r:embed="rId24" cstate="print"/>
            <a:stretch>
              <a:fillRect/>
            </a:stretch>
          </p:blipFill>
          <p:spPr>
            <a:xfrm>
              <a:off x="4837176" y="4552187"/>
              <a:ext cx="94488" cy="153924"/>
            </a:xfrm>
            <a:prstGeom prst="rect">
              <a:avLst/>
            </a:prstGeom>
          </p:spPr>
        </p:pic>
      </p:grpSp>
    </p:spTree>
  </p:cSld>
  <p:clrMapOvr>
    <a:masterClrMapping/>
  </p:clrMapOvr>
</p:sld>
</file>

<file path=ppt/slides/slide5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object 2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9563100" y="7231380"/>
            <a:ext cx="196596" cy="144779"/>
          </a:xfrm>
          <a:prstGeom prst="rect">
            <a:avLst/>
          </a:prstGeom>
        </p:spPr>
      </p:pic>
      <p:sp>
        <p:nvSpPr>
          <p:cNvPr id="3" name="object 3"/>
          <p:cNvSpPr/>
          <p:nvPr/>
        </p:nvSpPr>
        <p:spPr>
          <a:xfrm>
            <a:off x="1760219" y="1328927"/>
            <a:ext cx="218440" cy="447040"/>
          </a:xfrm>
          <a:custGeom>
            <a:avLst/>
            <a:gdLst/>
            <a:ahLst/>
            <a:cxnLst/>
            <a:rect l="l" t="t" r="r" b="b"/>
            <a:pathLst>
              <a:path w="218439" h="447039">
                <a:moveTo>
                  <a:pt x="217931" y="446532"/>
                </a:moveTo>
                <a:lnTo>
                  <a:pt x="0" y="446532"/>
                </a:lnTo>
                <a:lnTo>
                  <a:pt x="0" y="400812"/>
                </a:lnTo>
                <a:lnTo>
                  <a:pt x="80771" y="400812"/>
                </a:lnTo>
                <a:lnTo>
                  <a:pt x="80771" y="102108"/>
                </a:lnTo>
                <a:lnTo>
                  <a:pt x="0" y="102108"/>
                </a:lnTo>
                <a:lnTo>
                  <a:pt x="0" y="62484"/>
                </a:lnTo>
                <a:lnTo>
                  <a:pt x="21407" y="61626"/>
                </a:lnTo>
                <a:lnTo>
                  <a:pt x="39814" y="59055"/>
                </a:lnTo>
                <a:lnTo>
                  <a:pt x="77081" y="41362"/>
                </a:lnTo>
                <a:lnTo>
                  <a:pt x="91439" y="0"/>
                </a:lnTo>
                <a:lnTo>
                  <a:pt x="138683" y="0"/>
                </a:lnTo>
                <a:lnTo>
                  <a:pt x="138683" y="400812"/>
                </a:lnTo>
                <a:lnTo>
                  <a:pt x="217931" y="400812"/>
                </a:lnTo>
                <a:lnTo>
                  <a:pt x="217931" y="446532"/>
                </a:lnTo>
                <a:close/>
              </a:path>
            </a:pathLst>
          </a:custGeom>
          <a:solidFill>
            <a:srgbClr val="3333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" name="object 4"/>
          <p:cNvSpPr/>
          <p:nvPr/>
        </p:nvSpPr>
        <p:spPr>
          <a:xfrm>
            <a:off x="2084832" y="1690116"/>
            <a:ext cx="71755" cy="85725"/>
          </a:xfrm>
          <a:custGeom>
            <a:avLst/>
            <a:gdLst/>
            <a:ahLst/>
            <a:cxnLst/>
            <a:rect l="l" t="t" r="r" b="b"/>
            <a:pathLst>
              <a:path w="71755" h="85725">
                <a:moveTo>
                  <a:pt x="71627" y="85343"/>
                </a:moveTo>
                <a:lnTo>
                  <a:pt x="0" y="85343"/>
                </a:lnTo>
                <a:lnTo>
                  <a:pt x="0" y="0"/>
                </a:lnTo>
                <a:lnTo>
                  <a:pt x="71627" y="0"/>
                </a:lnTo>
                <a:lnTo>
                  <a:pt x="71627" y="85343"/>
                </a:lnTo>
                <a:close/>
              </a:path>
            </a:pathLst>
          </a:custGeom>
          <a:solidFill>
            <a:srgbClr val="3333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" name="object 5"/>
          <p:cNvSpPr/>
          <p:nvPr/>
        </p:nvSpPr>
        <p:spPr>
          <a:xfrm>
            <a:off x="2244852" y="1321307"/>
            <a:ext cx="276225" cy="454659"/>
          </a:xfrm>
          <a:custGeom>
            <a:avLst/>
            <a:gdLst/>
            <a:ahLst/>
            <a:cxnLst/>
            <a:rect l="l" t="t" r="r" b="b"/>
            <a:pathLst>
              <a:path w="276225" h="454660">
                <a:moveTo>
                  <a:pt x="275843" y="454151"/>
                </a:moveTo>
                <a:lnTo>
                  <a:pt x="0" y="454151"/>
                </a:lnTo>
                <a:lnTo>
                  <a:pt x="0" y="391667"/>
                </a:lnTo>
                <a:lnTo>
                  <a:pt x="29336" y="364426"/>
                </a:lnTo>
                <a:lnTo>
                  <a:pt x="43291" y="351162"/>
                </a:lnTo>
                <a:lnTo>
                  <a:pt x="56387" y="338327"/>
                </a:lnTo>
                <a:lnTo>
                  <a:pt x="69842" y="325493"/>
                </a:lnTo>
                <a:lnTo>
                  <a:pt x="82867" y="312229"/>
                </a:lnTo>
                <a:lnTo>
                  <a:pt x="131349" y="258079"/>
                </a:lnTo>
                <a:lnTo>
                  <a:pt x="165639" y="213407"/>
                </a:lnTo>
                <a:lnTo>
                  <a:pt x="185666" y="177903"/>
                </a:lnTo>
                <a:lnTo>
                  <a:pt x="196595" y="124967"/>
                </a:lnTo>
                <a:lnTo>
                  <a:pt x="196072" y="116109"/>
                </a:lnTo>
                <a:lnTo>
                  <a:pt x="178927" y="74961"/>
                </a:lnTo>
                <a:lnTo>
                  <a:pt x="142470" y="54387"/>
                </a:lnTo>
                <a:lnTo>
                  <a:pt x="120395" y="51815"/>
                </a:lnTo>
                <a:lnTo>
                  <a:pt x="112371" y="52077"/>
                </a:lnTo>
                <a:lnTo>
                  <a:pt x="71627" y="59626"/>
                </a:lnTo>
                <a:lnTo>
                  <a:pt x="24383" y="82295"/>
                </a:lnTo>
                <a:lnTo>
                  <a:pt x="18287" y="86867"/>
                </a:lnTo>
                <a:lnTo>
                  <a:pt x="13715" y="89915"/>
                </a:lnTo>
                <a:lnTo>
                  <a:pt x="10667" y="89915"/>
                </a:lnTo>
                <a:lnTo>
                  <a:pt x="10667" y="25908"/>
                </a:lnTo>
                <a:lnTo>
                  <a:pt x="60960" y="9143"/>
                </a:lnTo>
                <a:lnTo>
                  <a:pt x="109823" y="571"/>
                </a:lnTo>
                <a:lnTo>
                  <a:pt x="124967" y="0"/>
                </a:lnTo>
                <a:lnTo>
                  <a:pt x="154138" y="2024"/>
                </a:lnTo>
                <a:lnTo>
                  <a:pt x="202763" y="18645"/>
                </a:lnTo>
                <a:lnTo>
                  <a:pt x="237624" y="51196"/>
                </a:lnTo>
                <a:lnTo>
                  <a:pt x="255293" y="95678"/>
                </a:lnTo>
                <a:lnTo>
                  <a:pt x="257555" y="121919"/>
                </a:lnTo>
                <a:lnTo>
                  <a:pt x="257032" y="135112"/>
                </a:lnTo>
                <a:lnTo>
                  <a:pt x="247769" y="181832"/>
                </a:lnTo>
                <a:lnTo>
                  <a:pt x="228695" y="221218"/>
                </a:lnTo>
                <a:lnTo>
                  <a:pt x="191071" y="268986"/>
                </a:lnTo>
                <a:lnTo>
                  <a:pt x="159472" y="303156"/>
                </a:lnTo>
                <a:lnTo>
                  <a:pt x="128087" y="334541"/>
                </a:lnTo>
                <a:lnTo>
                  <a:pt x="111251" y="350519"/>
                </a:lnTo>
                <a:lnTo>
                  <a:pt x="94964" y="366569"/>
                </a:lnTo>
                <a:lnTo>
                  <a:pt x="67532" y="392953"/>
                </a:lnTo>
                <a:lnTo>
                  <a:pt x="56387" y="403859"/>
                </a:lnTo>
                <a:lnTo>
                  <a:pt x="275843" y="403859"/>
                </a:lnTo>
                <a:lnTo>
                  <a:pt x="275843" y="454151"/>
                </a:lnTo>
                <a:close/>
              </a:path>
            </a:pathLst>
          </a:custGeom>
          <a:solidFill>
            <a:srgbClr val="3333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" name="object 6"/>
          <p:cNvSpPr/>
          <p:nvPr/>
        </p:nvSpPr>
        <p:spPr>
          <a:xfrm>
            <a:off x="2604516" y="1690116"/>
            <a:ext cx="71755" cy="85725"/>
          </a:xfrm>
          <a:custGeom>
            <a:avLst/>
            <a:gdLst/>
            <a:ahLst/>
            <a:cxnLst/>
            <a:rect l="l" t="t" r="r" b="b"/>
            <a:pathLst>
              <a:path w="71755" h="85725">
                <a:moveTo>
                  <a:pt x="71627" y="85343"/>
                </a:moveTo>
                <a:lnTo>
                  <a:pt x="0" y="85343"/>
                </a:lnTo>
                <a:lnTo>
                  <a:pt x="0" y="0"/>
                </a:lnTo>
                <a:lnTo>
                  <a:pt x="71627" y="0"/>
                </a:lnTo>
                <a:lnTo>
                  <a:pt x="71627" y="85343"/>
                </a:lnTo>
                <a:close/>
              </a:path>
            </a:pathLst>
          </a:custGeom>
          <a:solidFill>
            <a:srgbClr val="3333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" name="object 7"/>
          <p:cNvSpPr/>
          <p:nvPr/>
        </p:nvSpPr>
        <p:spPr>
          <a:xfrm>
            <a:off x="2766060" y="1321307"/>
            <a:ext cx="274320" cy="454659"/>
          </a:xfrm>
          <a:custGeom>
            <a:avLst/>
            <a:gdLst/>
            <a:ahLst/>
            <a:cxnLst/>
            <a:rect l="l" t="t" r="r" b="b"/>
            <a:pathLst>
              <a:path w="274319" h="454660">
                <a:moveTo>
                  <a:pt x="274319" y="454151"/>
                </a:moveTo>
                <a:lnTo>
                  <a:pt x="0" y="454151"/>
                </a:lnTo>
                <a:lnTo>
                  <a:pt x="0" y="391667"/>
                </a:lnTo>
                <a:lnTo>
                  <a:pt x="14573" y="377975"/>
                </a:lnTo>
                <a:lnTo>
                  <a:pt x="28574" y="364426"/>
                </a:lnTo>
                <a:lnTo>
                  <a:pt x="54863" y="338327"/>
                </a:lnTo>
                <a:lnTo>
                  <a:pt x="68318" y="325493"/>
                </a:lnTo>
                <a:lnTo>
                  <a:pt x="81343" y="312229"/>
                </a:lnTo>
                <a:lnTo>
                  <a:pt x="130063" y="258079"/>
                </a:lnTo>
                <a:lnTo>
                  <a:pt x="165401" y="213407"/>
                </a:lnTo>
                <a:lnTo>
                  <a:pt x="184784" y="177903"/>
                </a:lnTo>
                <a:lnTo>
                  <a:pt x="195071" y="124967"/>
                </a:lnTo>
                <a:lnTo>
                  <a:pt x="194762" y="116109"/>
                </a:lnTo>
                <a:lnTo>
                  <a:pt x="178046" y="74961"/>
                </a:lnTo>
                <a:lnTo>
                  <a:pt x="142232" y="54387"/>
                </a:lnTo>
                <a:lnTo>
                  <a:pt x="118871" y="51815"/>
                </a:lnTo>
                <a:lnTo>
                  <a:pt x="110870" y="52077"/>
                </a:lnTo>
                <a:lnTo>
                  <a:pt x="70865" y="59626"/>
                </a:lnTo>
                <a:lnTo>
                  <a:pt x="22859" y="82295"/>
                </a:lnTo>
                <a:lnTo>
                  <a:pt x="16763" y="86867"/>
                </a:lnTo>
                <a:lnTo>
                  <a:pt x="12191" y="89915"/>
                </a:lnTo>
                <a:lnTo>
                  <a:pt x="9143" y="89915"/>
                </a:lnTo>
                <a:lnTo>
                  <a:pt x="9143" y="25908"/>
                </a:lnTo>
                <a:lnTo>
                  <a:pt x="60959" y="9143"/>
                </a:lnTo>
                <a:lnTo>
                  <a:pt x="108323" y="571"/>
                </a:lnTo>
                <a:lnTo>
                  <a:pt x="123443" y="0"/>
                </a:lnTo>
                <a:lnTo>
                  <a:pt x="152614" y="2024"/>
                </a:lnTo>
                <a:lnTo>
                  <a:pt x="201239" y="18645"/>
                </a:lnTo>
                <a:lnTo>
                  <a:pt x="236100" y="51196"/>
                </a:lnTo>
                <a:lnTo>
                  <a:pt x="253769" y="95678"/>
                </a:lnTo>
                <a:lnTo>
                  <a:pt x="256031" y="121919"/>
                </a:lnTo>
                <a:lnTo>
                  <a:pt x="255722" y="135112"/>
                </a:lnTo>
                <a:lnTo>
                  <a:pt x="246245" y="181832"/>
                </a:lnTo>
                <a:lnTo>
                  <a:pt x="227171" y="221218"/>
                </a:lnTo>
                <a:lnTo>
                  <a:pt x="205739" y="249935"/>
                </a:lnTo>
                <a:lnTo>
                  <a:pt x="198381" y="259318"/>
                </a:lnTo>
                <a:lnTo>
                  <a:pt x="143636" y="318706"/>
                </a:lnTo>
                <a:lnTo>
                  <a:pt x="111251" y="350519"/>
                </a:lnTo>
                <a:lnTo>
                  <a:pt x="66032" y="392953"/>
                </a:lnTo>
                <a:lnTo>
                  <a:pt x="54863" y="403859"/>
                </a:lnTo>
                <a:lnTo>
                  <a:pt x="274319" y="403859"/>
                </a:lnTo>
                <a:lnTo>
                  <a:pt x="274319" y="454151"/>
                </a:lnTo>
                <a:close/>
              </a:path>
            </a:pathLst>
          </a:custGeom>
          <a:solidFill>
            <a:srgbClr val="3333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3302508" y="1278636"/>
            <a:ext cx="541020" cy="559435"/>
          </a:xfrm>
          <a:custGeom>
            <a:avLst/>
            <a:gdLst/>
            <a:ahLst/>
            <a:cxnLst/>
            <a:rect l="l" t="t" r="r" b="b"/>
            <a:pathLst>
              <a:path w="541020" h="559435">
                <a:moveTo>
                  <a:pt x="284988" y="97536"/>
                </a:moveTo>
                <a:lnTo>
                  <a:pt x="254508" y="97536"/>
                </a:lnTo>
                <a:lnTo>
                  <a:pt x="254246" y="69865"/>
                </a:lnTo>
                <a:lnTo>
                  <a:pt x="253606" y="46101"/>
                </a:lnTo>
                <a:lnTo>
                  <a:pt x="253491" y="42672"/>
                </a:lnTo>
                <a:lnTo>
                  <a:pt x="252579" y="20812"/>
                </a:lnTo>
                <a:lnTo>
                  <a:pt x="251460" y="0"/>
                </a:lnTo>
                <a:lnTo>
                  <a:pt x="301752" y="25907"/>
                </a:lnTo>
                <a:lnTo>
                  <a:pt x="284988" y="39624"/>
                </a:lnTo>
                <a:lnTo>
                  <a:pt x="284988" y="97536"/>
                </a:lnTo>
                <a:close/>
              </a:path>
              <a:path w="541020" h="559435">
                <a:moveTo>
                  <a:pt x="166116" y="97536"/>
                </a:moveTo>
                <a:lnTo>
                  <a:pt x="134112" y="97536"/>
                </a:lnTo>
                <a:lnTo>
                  <a:pt x="134041" y="64008"/>
                </a:lnTo>
                <a:lnTo>
                  <a:pt x="133921" y="46101"/>
                </a:lnTo>
                <a:lnTo>
                  <a:pt x="133469" y="22955"/>
                </a:lnTo>
                <a:lnTo>
                  <a:pt x="132588" y="1524"/>
                </a:lnTo>
                <a:lnTo>
                  <a:pt x="182880" y="27431"/>
                </a:lnTo>
                <a:lnTo>
                  <a:pt x="166116" y="44195"/>
                </a:lnTo>
                <a:lnTo>
                  <a:pt x="166116" y="97536"/>
                </a:lnTo>
                <a:close/>
              </a:path>
              <a:path w="541020" h="559435">
                <a:moveTo>
                  <a:pt x="402336" y="97536"/>
                </a:moveTo>
                <a:lnTo>
                  <a:pt x="371856" y="97536"/>
                </a:lnTo>
                <a:lnTo>
                  <a:pt x="371594" y="70961"/>
                </a:lnTo>
                <a:lnTo>
                  <a:pt x="370903" y="46101"/>
                </a:lnTo>
                <a:lnTo>
                  <a:pt x="369927" y="22955"/>
                </a:lnTo>
                <a:lnTo>
                  <a:pt x="368808" y="1524"/>
                </a:lnTo>
                <a:lnTo>
                  <a:pt x="419100" y="27431"/>
                </a:lnTo>
                <a:lnTo>
                  <a:pt x="402336" y="42672"/>
                </a:lnTo>
                <a:lnTo>
                  <a:pt x="402336" y="97536"/>
                </a:lnTo>
                <a:close/>
              </a:path>
              <a:path w="541020" h="559435">
                <a:moveTo>
                  <a:pt x="32004" y="117348"/>
                </a:moveTo>
                <a:lnTo>
                  <a:pt x="12192" y="97536"/>
                </a:lnTo>
                <a:lnTo>
                  <a:pt x="445008" y="97536"/>
                </a:lnTo>
                <a:lnTo>
                  <a:pt x="478536" y="64008"/>
                </a:lnTo>
                <a:lnTo>
                  <a:pt x="527304" y="111252"/>
                </a:lnTo>
                <a:lnTo>
                  <a:pt x="53340" y="111252"/>
                </a:lnTo>
                <a:lnTo>
                  <a:pt x="32004" y="117348"/>
                </a:lnTo>
                <a:close/>
              </a:path>
              <a:path w="541020" h="559435">
                <a:moveTo>
                  <a:pt x="132588" y="190500"/>
                </a:moveTo>
                <a:lnTo>
                  <a:pt x="133469" y="174259"/>
                </a:lnTo>
                <a:lnTo>
                  <a:pt x="133921" y="155448"/>
                </a:lnTo>
                <a:lnTo>
                  <a:pt x="133989" y="146875"/>
                </a:lnTo>
                <a:lnTo>
                  <a:pt x="134112" y="111252"/>
                </a:lnTo>
                <a:lnTo>
                  <a:pt x="166116" y="111252"/>
                </a:lnTo>
                <a:lnTo>
                  <a:pt x="166212" y="134350"/>
                </a:lnTo>
                <a:lnTo>
                  <a:pt x="166306" y="143446"/>
                </a:lnTo>
                <a:lnTo>
                  <a:pt x="166781" y="160329"/>
                </a:lnTo>
                <a:lnTo>
                  <a:pt x="167640" y="176784"/>
                </a:lnTo>
                <a:lnTo>
                  <a:pt x="132588" y="190500"/>
                </a:lnTo>
                <a:close/>
              </a:path>
              <a:path w="541020" h="559435">
                <a:moveTo>
                  <a:pt x="251460" y="188976"/>
                </a:moveTo>
                <a:lnTo>
                  <a:pt x="253555" y="150114"/>
                </a:lnTo>
                <a:lnTo>
                  <a:pt x="254508" y="111252"/>
                </a:lnTo>
                <a:lnTo>
                  <a:pt x="284988" y="111252"/>
                </a:lnTo>
                <a:lnTo>
                  <a:pt x="286916" y="160329"/>
                </a:lnTo>
                <a:lnTo>
                  <a:pt x="288036" y="173736"/>
                </a:lnTo>
                <a:lnTo>
                  <a:pt x="251460" y="188976"/>
                </a:lnTo>
                <a:close/>
              </a:path>
              <a:path w="541020" h="559435">
                <a:moveTo>
                  <a:pt x="368808" y="190500"/>
                </a:moveTo>
                <a:lnTo>
                  <a:pt x="370001" y="169545"/>
                </a:lnTo>
                <a:lnTo>
                  <a:pt x="370903" y="151447"/>
                </a:lnTo>
                <a:lnTo>
                  <a:pt x="371594" y="131564"/>
                </a:lnTo>
                <a:lnTo>
                  <a:pt x="371856" y="111252"/>
                </a:lnTo>
                <a:lnTo>
                  <a:pt x="402336" y="111252"/>
                </a:lnTo>
                <a:lnTo>
                  <a:pt x="404264" y="162472"/>
                </a:lnTo>
                <a:lnTo>
                  <a:pt x="405384" y="176784"/>
                </a:lnTo>
                <a:lnTo>
                  <a:pt x="368808" y="190500"/>
                </a:lnTo>
                <a:close/>
              </a:path>
              <a:path w="541020" h="559435">
                <a:moveTo>
                  <a:pt x="22860" y="294132"/>
                </a:moveTo>
                <a:lnTo>
                  <a:pt x="15240" y="294132"/>
                </a:lnTo>
                <a:lnTo>
                  <a:pt x="6096" y="288036"/>
                </a:lnTo>
                <a:lnTo>
                  <a:pt x="3048" y="283464"/>
                </a:lnTo>
                <a:lnTo>
                  <a:pt x="0" y="280416"/>
                </a:lnTo>
                <a:lnTo>
                  <a:pt x="0" y="277368"/>
                </a:lnTo>
                <a:lnTo>
                  <a:pt x="1119" y="273415"/>
                </a:lnTo>
                <a:lnTo>
                  <a:pt x="4381" y="268605"/>
                </a:lnTo>
                <a:lnTo>
                  <a:pt x="9644" y="263223"/>
                </a:lnTo>
                <a:lnTo>
                  <a:pt x="16764" y="257556"/>
                </a:lnTo>
                <a:lnTo>
                  <a:pt x="28479" y="247007"/>
                </a:lnTo>
                <a:lnTo>
                  <a:pt x="38481" y="231457"/>
                </a:lnTo>
                <a:lnTo>
                  <a:pt x="46767" y="211050"/>
                </a:lnTo>
                <a:lnTo>
                  <a:pt x="53340" y="185928"/>
                </a:lnTo>
                <a:lnTo>
                  <a:pt x="62484" y="185928"/>
                </a:lnTo>
                <a:lnTo>
                  <a:pt x="62484" y="214884"/>
                </a:lnTo>
                <a:lnTo>
                  <a:pt x="523362" y="214884"/>
                </a:lnTo>
                <a:lnTo>
                  <a:pt x="536605" y="228600"/>
                </a:lnTo>
                <a:lnTo>
                  <a:pt x="62484" y="228600"/>
                </a:lnTo>
                <a:lnTo>
                  <a:pt x="62484" y="249174"/>
                </a:lnTo>
                <a:lnTo>
                  <a:pt x="60198" y="265176"/>
                </a:lnTo>
                <a:lnTo>
                  <a:pt x="27979" y="293536"/>
                </a:lnTo>
                <a:lnTo>
                  <a:pt x="22860" y="294132"/>
                </a:lnTo>
                <a:close/>
              </a:path>
              <a:path w="541020" h="559435">
                <a:moveTo>
                  <a:pt x="523362" y="214884"/>
                </a:moveTo>
                <a:lnTo>
                  <a:pt x="477012" y="214884"/>
                </a:lnTo>
                <a:lnTo>
                  <a:pt x="498348" y="188976"/>
                </a:lnTo>
                <a:lnTo>
                  <a:pt x="523362" y="214884"/>
                </a:lnTo>
                <a:close/>
              </a:path>
              <a:path w="541020" h="559435">
                <a:moveTo>
                  <a:pt x="284988" y="306324"/>
                </a:moveTo>
                <a:lnTo>
                  <a:pt x="254508" y="306324"/>
                </a:lnTo>
                <a:lnTo>
                  <a:pt x="254508" y="228600"/>
                </a:lnTo>
                <a:lnTo>
                  <a:pt x="284988" y="228600"/>
                </a:lnTo>
                <a:lnTo>
                  <a:pt x="284988" y="306324"/>
                </a:lnTo>
                <a:close/>
              </a:path>
              <a:path w="541020" h="559435">
                <a:moveTo>
                  <a:pt x="455675" y="289560"/>
                </a:moveTo>
                <a:lnTo>
                  <a:pt x="448056" y="283464"/>
                </a:lnTo>
                <a:lnTo>
                  <a:pt x="478536" y="228600"/>
                </a:lnTo>
                <a:lnTo>
                  <a:pt x="536605" y="228600"/>
                </a:lnTo>
                <a:lnTo>
                  <a:pt x="541020" y="233172"/>
                </a:lnTo>
                <a:lnTo>
                  <a:pt x="523613" y="237482"/>
                </a:lnTo>
                <a:lnTo>
                  <a:pt x="503491" y="248221"/>
                </a:lnTo>
                <a:lnTo>
                  <a:pt x="480798" y="265533"/>
                </a:lnTo>
                <a:lnTo>
                  <a:pt x="455675" y="289560"/>
                </a:lnTo>
                <a:close/>
              </a:path>
              <a:path w="541020" h="559435">
                <a:moveTo>
                  <a:pt x="452628" y="306324"/>
                </a:moveTo>
                <a:lnTo>
                  <a:pt x="400812" y="306324"/>
                </a:lnTo>
                <a:lnTo>
                  <a:pt x="422148" y="281940"/>
                </a:lnTo>
                <a:lnTo>
                  <a:pt x="452628" y="306324"/>
                </a:lnTo>
                <a:close/>
              </a:path>
              <a:path w="541020" h="559435">
                <a:moveTo>
                  <a:pt x="103632" y="513587"/>
                </a:moveTo>
                <a:lnTo>
                  <a:pt x="104814" y="480202"/>
                </a:lnTo>
                <a:lnTo>
                  <a:pt x="105727" y="451866"/>
                </a:lnTo>
                <a:lnTo>
                  <a:pt x="106418" y="422719"/>
                </a:lnTo>
                <a:lnTo>
                  <a:pt x="106619" y="401145"/>
                </a:lnTo>
                <a:lnTo>
                  <a:pt x="106613" y="388083"/>
                </a:lnTo>
                <a:lnTo>
                  <a:pt x="106418" y="368427"/>
                </a:lnTo>
                <a:lnTo>
                  <a:pt x="105727" y="342138"/>
                </a:lnTo>
                <a:lnTo>
                  <a:pt x="104751" y="315849"/>
                </a:lnTo>
                <a:lnTo>
                  <a:pt x="103632" y="289560"/>
                </a:lnTo>
                <a:lnTo>
                  <a:pt x="137160" y="306324"/>
                </a:lnTo>
                <a:lnTo>
                  <a:pt x="452628" y="306324"/>
                </a:lnTo>
                <a:lnTo>
                  <a:pt x="460248" y="312420"/>
                </a:lnTo>
                <a:lnTo>
                  <a:pt x="450549" y="320040"/>
                </a:lnTo>
                <a:lnTo>
                  <a:pt x="137160" y="320040"/>
                </a:lnTo>
                <a:lnTo>
                  <a:pt x="137160" y="495300"/>
                </a:lnTo>
                <a:lnTo>
                  <a:pt x="103632" y="513587"/>
                </a:lnTo>
                <a:close/>
              </a:path>
              <a:path w="541020" h="559435">
                <a:moveTo>
                  <a:pt x="251460" y="559308"/>
                </a:moveTo>
                <a:lnTo>
                  <a:pt x="253157" y="495300"/>
                </a:lnTo>
                <a:lnTo>
                  <a:pt x="253874" y="445958"/>
                </a:lnTo>
                <a:lnTo>
                  <a:pt x="254284" y="394716"/>
                </a:lnTo>
                <a:lnTo>
                  <a:pt x="254508" y="320040"/>
                </a:lnTo>
                <a:lnTo>
                  <a:pt x="284988" y="320040"/>
                </a:lnTo>
                <a:lnTo>
                  <a:pt x="285249" y="401145"/>
                </a:lnTo>
                <a:lnTo>
                  <a:pt x="285940" y="465963"/>
                </a:lnTo>
                <a:lnTo>
                  <a:pt x="286904" y="513587"/>
                </a:lnTo>
                <a:lnTo>
                  <a:pt x="288036" y="545592"/>
                </a:lnTo>
                <a:lnTo>
                  <a:pt x="251460" y="559308"/>
                </a:lnTo>
                <a:close/>
              </a:path>
              <a:path w="541020" h="559435">
                <a:moveTo>
                  <a:pt x="438012" y="463296"/>
                </a:moveTo>
                <a:lnTo>
                  <a:pt x="400812" y="463296"/>
                </a:lnTo>
                <a:lnTo>
                  <a:pt x="406908" y="458724"/>
                </a:lnTo>
                <a:lnTo>
                  <a:pt x="406908" y="320040"/>
                </a:lnTo>
                <a:lnTo>
                  <a:pt x="450549" y="320040"/>
                </a:lnTo>
                <a:lnTo>
                  <a:pt x="438912" y="329184"/>
                </a:lnTo>
                <a:lnTo>
                  <a:pt x="438912" y="455676"/>
                </a:lnTo>
                <a:lnTo>
                  <a:pt x="438012" y="463296"/>
                </a:lnTo>
                <a:close/>
              </a:path>
              <a:path w="541020" h="559435">
                <a:moveTo>
                  <a:pt x="390144" y="516636"/>
                </a:moveTo>
                <a:lnTo>
                  <a:pt x="385857" y="504301"/>
                </a:lnTo>
                <a:lnTo>
                  <a:pt x="372999" y="492252"/>
                </a:lnTo>
                <a:lnTo>
                  <a:pt x="351567" y="480202"/>
                </a:lnTo>
                <a:lnTo>
                  <a:pt x="321564" y="467868"/>
                </a:lnTo>
                <a:lnTo>
                  <a:pt x="321564" y="455676"/>
                </a:lnTo>
                <a:lnTo>
                  <a:pt x="344709" y="459438"/>
                </a:lnTo>
                <a:lnTo>
                  <a:pt x="363855" y="461772"/>
                </a:lnTo>
                <a:lnTo>
                  <a:pt x="378999" y="462962"/>
                </a:lnTo>
                <a:lnTo>
                  <a:pt x="390144" y="463296"/>
                </a:lnTo>
                <a:lnTo>
                  <a:pt x="438012" y="463296"/>
                </a:lnTo>
                <a:lnTo>
                  <a:pt x="436649" y="474845"/>
                </a:lnTo>
                <a:lnTo>
                  <a:pt x="427672" y="491299"/>
                </a:lnTo>
                <a:lnTo>
                  <a:pt x="412122" y="505182"/>
                </a:lnTo>
                <a:lnTo>
                  <a:pt x="390144" y="516636"/>
                </a:lnTo>
                <a:close/>
              </a:path>
            </a:pathLst>
          </a:custGeom>
          <a:solidFill>
            <a:srgbClr val="3333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3896867" y="1275587"/>
            <a:ext cx="567055" cy="562610"/>
          </a:xfrm>
          <a:custGeom>
            <a:avLst/>
            <a:gdLst/>
            <a:ahLst/>
            <a:cxnLst/>
            <a:rect l="l" t="t" r="r" b="b"/>
            <a:pathLst>
              <a:path w="567054" h="562610">
                <a:moveTo>
                  <a:pt x="152399" y="146304"/>
                </a:moveTo>
                <a:lnTo>
                  <a:pt x="118871" y="146304"/>
                </a:lnTo>
                <a:lnTo>
                  <a:pt x="118776" y="92964"/>
                </a:lnTo>
                <a:lnTo>
                  <a:pt x="118681" y="72009"/>
                </a:lnTo>
                <a:lnTo>
                  <a:pt x="118229" y="35718"/>
                </a:lnTo>
                <a:lnTo>
                  <a:pt x="117348" y="0"/>
                </a:lnTo>
                <a:lnTo>
                  <a:pt x="173735" y="24384"/>
                </a:lnTo>
                <a:lnTo>
                  <a:pt x="152399" y="42672"/>
                </a:lnTo>
                <a:lnTo>
                  <a:pt x="152399" y="146304"/>
                </a:lnTo>
                <a:close/>
              </a:path>
              <a:path w="567054" h="562610">
                <a:moveTo>
                  <a:pt x="252983" y="100584"/>
                </a:moveTo>
                <a:lnTo>
                  <a:pt x="231647" y="79248"/>
                </a:lnTo>
                <a:lnTo>
                  <a:pt x="455675" y="79248"/>
                </a:lnTo>
                <a:lnTo>
                  <a:pt x="472439" y="53340"/>
                </a:lnTo>
                <a:lnTo>
                  <a:pt x="516636" y="86868"/>
                </a:lnTo>
                <a:lnTo>
                  <a:pt x="508877" y="92964"/>
                </a:lnTo>
                <a:lnTo>
                  <a:pt x="281939" y="92964"/>
                </a:lnTo>
                <a:lnTo>
                  <a:pt x="252983" y="100584"/>
                </a:lnTo>
                <a:close/>
              </a:path>
              <a:path w="567054" h="562610">
                <a:moveTo>
                  <a:pt x="169163" y="554736"/>
                </a:moveTo>
                <a:lnTo>
                  <a:pt x="164591" y="548640"/>
                </a:lnTo>
                <a:lnTo>
                  <a:pt x="209385" y="519367"/>
                </a:lnTo>
                <a:lnTo>
                  <a:pt x="250448" y="488192"/>
                </a:lnTo>
                <a:lnTo>
                  <a:pt x="287706" y="455042"/>
                </a:lnTo>
                <a:lnTo>
                  <a:pt x="321088" y="419843"/>
                </a:lnTo>
                <a:lnTo>
                  <a:pt x="350520" y="382524"/>
                </a:lnTo>
                <a:lnTo>
                  <a:pt x="333375" y="344035"/>
                </a:lnTo>
                <a:lnTo>
                  <a:pt x="318515" y="301695"/>
                </a:lnTo>
                <a:lnTo>
                  <a:pt x="305942" y="255460"/>
                </a:lnTo>
                <a:lnTo>
                  <a:pt x="295655" y="205288"/>
                </a:lnTo>
                <a:lnTo>
                  <a:pt x="287654" y="151137"/>
                </a:lnTo>
                <a:lnTo>
                  <a:pt x="281939" y="92964"/>
                </a:lnTo>
                <a:lnTo>
                  <a:pt x="294131" y="92964"/>
                </a:lnTo>
                <a:lnTo>
                  <a:pt x="301378" y="147842"/>
                </a:lnTo>
                <a:lnTo>
                  <a:pt x="310952" y="198232"/>
                </a:lnTo>
                <a:lnTo>
                  <a:pt x="322897" y="244221"/>
                </a:lnTo>
                <a:lnTo>
                  <a:pt x="337255" y="285891"/>
                </a:lnTo>
                <a:lnTo>
                  <a:pt x="354068" y="323327"/>
                </a:lnTo>
                <a:lnTo>
                  <a:pt x="373380" y="356616"/>
                </a:lnTo>
                <a:lnTo>
                  <a:pt x="411223" y="356616"/>
                </a:lnTo>
                <a:lnTo>
                  <a:pt x="391668" y="390144"/>
                </a:lnTo>
                <a:lnTo>
                  <a:pt x="413276" y="411480"/>
                </a:lnTo>
                <a:lnTo>
                  <a:pt x="370332" y="411480"/>
                </a:lnTo>
                <a:lnTo>
                  <a:pt x="332223" y="448675"/>
                </a:lnTo>
                <a:lnTo>
                  <a:pt x="293156" y="481437"/>
                </a:lnTo>
                <a:lnTo>
                  <a:pt x="252923" y="510015"/>
                </a:lnTo>
                <a:lnTo>
                  <a:pt x="211592" y="534424"/>
                </a:lnTo>
                <a:lnTo>
                  <a:pt x="169163" y="554736"/>
                </a:lnTo>
                <a:close/>
              </a:path>
              <a:path w="567054" h="562610">
                <a:moveTo>
                  <a:pt x="411223" y="356616"/>
                </a:moveTo>
                <a:lnTo>
                  <a:pt x="373380" y="356616"/>
                </a:lnTo>
                <a:lnTo>
                  <a:pt x="391555" y="321952"/>
                </a:lnTo>
                <a:lnTo>
                  <a:pt x="408036" y="283520"/>
                </a:lnTo>
                <a:lnTo>
                  <a:pt x="422910" y="241363"/>
                </a:lnTo>
                <a:lnTo>
                  <a:pt x="436259" y="195523"/>
                </a:lnTo>
                <a:lnTo>
                  <a:pt x="448168" y="146042"/>
                </a:lnTo>
                <a:lnTo>
                  <a:pt x="458724" y="92964"/>
                </a:lnTo>
                <a:lnTo>
                  <a:pt x="508877" y="92964"/>
                </a:lnTo>
                <a:lnTo>
                  <a:pt x="495300" y="103632"/>
                </a:lnTo>
                <a:lnTo>
                  <a:pt x="482226" y="162425"/>
                </a:lnTo>
                <a:lnTo>
                  <a:pt x="467416" y="216859"/>
                </a:lnTo>
                <a:lnTo>
                  <a:pt x="450913" y="266890"/>
                </a:lnTo>
                <a:lnTo>
                  <a:pt x="432759" y="312476"/>
                </a:lnTo>
                <a:lnTo>
                  <a:pt x="412996" y="353575"/>
                </a:lnTo>
                <a:lnTo>
                  <a:pt x="411223" y="356616"/>
                </a:lnTo>
                <a:close/>
              </a:path>
              <a:path w="567054" h="562610">
                <a:moveTo>
                  <a:pt x="18288" y="164592"/>
                </a:moveTo>
                <a:lnTo>
                  <a:pt x="0" y="146304"/>
                </a:lnTo>
                <a:lnTo>
                  <a:pt x="190499" y="146304"/>
                </a:lnTo>
                <a:lnTo>
                  <a:pt x="219455" y="117348"/>
                </a:lnTo>
                <a:lnTo>
                  <a:pt x="262127" y="160020"/>
                </a:lnTo>
                <a:lnTo>
                  <a:pt x="39624" y="160020"/>
                </a:lnTo>
                <a:lnTo>
                  <a:pt x="18288" y="164592"/>
                </a:lnTo>
                <a:close/>
              </a:path>
              <a:path w="567054" h="562610">
                <a:moveTo>
                  <a:pt x="6095" y="445008"/>
                </a:moveTo>
                <a:lnTo>
                  <a:pt x="1524" y="437388"/>
                </a:lnTo>
                <a:lnTo>
                  <a:pt x="26931" y="397898"/>
                </a:lnTo>
                <a:lnTo>
                  <a:pt x="49840" y="355656"/>
                </a:lnTo>
                <a:lnTo>
                  <a:pt x="70294" y="310705"/>
                </a:lnTo>
                <a:lnTo>
                  <a:pt x="88335" y="263087"/>
                </a:lnTo>
                <a:lnTo>
                  <a:pt x="104005" y="212844"/>
                </a:lnTo>
                <a:lnTo>
                  <a:pt x="117348" y="160020"/>
                </a:lnTo>
                <a:lnTo>
                  <a:pt x="152399" y="160020"/>
                </a:lnTo>
                <a:lnTo>
                  <a:pt x="152399" y="225552"/>
                </a:lnTo>
                <a:lnTo>
                  <a:pt x="180665" y="237577"/>
                </a:lnTo>
                <a:lnTo>
                  <a:pt x="184189" y="239268"/>
                </a:lnTo>
                <a:lnTo>
                  <a:pt x="152399" y="239268"/>
                </a:lnTo>
                <a:lnTo>
                  <a:pt x="152443" y="268224"/>
                </a:lnTo>
                <a:lnTo>
                  <a:pt x="118871" y="268224"/>
                </a:lnTo>
                <a:lnTo>
                  <a:pt x="96535" y="316849"/>
                </a:lnTo>
                <a:lnTo>
                  <a:pt x="70484" y="362331"/>
                </a:lnTo>
                <a:lnTo>
                  <a:pt x="40433" y="404955"/>
                </a:lnTo>
                <a:lnTo>
                  <a:pt x="6095" y="445008"/>
                </a:lnTo>
                <a:close/>
              </a:path>
              <a:path w="567054" h="562610">
                <a:moveTo>
                  <a:pt x="237743" y="342900"/>
                </a:moveTo>
                <a:lnTo>
                  <a:pt x="233171" y="342900"/>
                </a:lnTo>
                <a:lnTo>
                  <a:pt x="229457" y="341185"/>
                </a:lnTo>
                <a:lnTo>
                  <a:pt x="225170" y="336042"/>
                </a:lnTo>
                <a:lnTo>
                  <a:pt x="220313" y="327469"/>
                </a:lnTo>
                <a:lnTo>
                  <a:pt x="214883" y="315468"/>
                </a:lnTo>
                <a:lnTo>
                  <a:pt x="204049" y="296918"/>
                </a:lnTo>
                <a:lnTo>
                  <a:pt x="189928" y="277939"/>
                </a:lnTo>
                <a:lnTo>
                  <a:pt x="172664" y="258675"/>
                </a:lnTo>
                <a:lnTo>
                  <a:pt x="152399" y="239268"/>
                </a:lnTo>
                <a:lnTo>
                  <a:pt x="184189" y="239268"/>
                </a:lnTo>
                <a:lnTo>
                  <a:pt x="221194" y="258770"/>
                </a:lnTo>
                <a:lnTo>
                  <a:pt x="249031" y="292869"/>
                </a:lnTo>
                <a:lnTo>
                  <a:pt x="249935" y="307847"/>
                </a:lnTo>
                <a:lnTo>
                  <a:pt x="248411" y="315468"/>
                </a:lnTo>
                <a:lnTo>
                  <a:pt x="245363" y="326136"/>
                </a:lnTo>
                <a:lnTo>
                  <a:pt x="240791" y="336804"/>
                </a:lnTo>
                <a:lnTo>
                  <a:pt x="237743" y="342900"/>
                </a:lnTo>
                <a:close/>
              </a:path>
              <a:path w="567054" h="562610">
                <a:moveTo>
                  <a:pt x="117348" y="562356"/>
                </a:moveTo>
                <a:lnTo>
                  <a:pt x="117977" y="523748"/>
                </a:lnTo>
                <a:lnTo>
                  <a:pt x="118390" y="482727"/>
                </a:lnTo>
                <a:lnTo>
                  <a:pt x="118654" y="437388"/>
                </a:lnTo>
                <a:lnTo>
                  <a:pt x="118871" y="268224"/>
                </a:lnTo>
                <a:lnTo>
                  <a:pt x="152443" y="268224"/>
                </a:lnTo>
                <a:lnTo>
                  <a:pt x="152558" y="327469"/>
                </a:lnTo>
                <a:lnTo>
                  <a:pt x="152851" y="388112"/>
                </a:lnTo>
                <a:lnTo>
                  <a:pt x="153352" y="445008"/>
                </a:lnTo>
                <a:lnTo>
                  <a:pt x="153980" y="490220"/>
                </a:lnTo>
                <a:lnTo>
                  <a:pt x="155447" y="545592"/>
                </a:lnTo>
                <a:lnTo>
                  <a:pt x="117348" y="562356"/>
                </a:lnTo>
                <a:close/>
              </a:path>
              <a:path w="567054" h="562610">
                <a:moveTo>
                  <a:pt x="513588" y="542544"/>
                </a:moveTo>
                <a:lnTo>
                  <a:pt x="470415" y="513921"/>
                </a:lnTo>
                <a:lnTo>
                  <a:pt x="432244" y="482727"/>
                </a:lnTo>
                <a:lnTo>
                  <a:pt x="398885" y="448616"/>
                </a:lnTo>
                <a:lnTo>
                  <a:pt x="370332" y="411480"/>
                </a:lnTo>
                <a:lnTo>
                  <a:pt x="413276" y="411480"/>
                </a:lnTo>
                <a:lnTo>
                  <a:pt x="435125" y="433054"/>
                </a:lnTo>
                <a:lnTo>
                  <a:pt x="478726" y="465963"/>
                </a:lnTo>
                <a:lnTo>
                  <a:pt x="522612" y="489156"/>
                </a:lnTo>
                <a:lnTo>
                  <a:pt x="566927" y="502920"/>
                </a:lnTo>
                <a:lnTo>
                  <a:pt x="566927" y="512064"/>
                </a:lnTo>
                <a:lnTo>
                  <a:pt x="547235" y="515754"/>
                </a:lnTo>
                <a:lnTo>
                  <a:pt x="531685" y="522160"/>
                </a:lnTo>
                <a:lnTo>
                  <a:pt x="520422" y="531137"/>
                </a:lnTo>
                <a:lnTo>
                  <a:pt x="513588" y="542544"/>
                </a:lnTo>
                <a:close/>
              </a:path>
            </a:pathLst>
          </a:custGeom>
          <a:solidFill>
            <a:srgbClr val="3333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4561332" y="1275587"/>
            <a:ext cx="490855" cy="553720"/>
          </a:xfrm>
          <a:custGeom>
            <a:avLst/>
            <a:gdLst/>
            <a:ahLst/>
            <a:cxnLst/>
            <a:rect l="l" t="t" r="r" b="b"/>
            <a:pathLst>
              <a:path w="490854" h="553719">
                <a:moveTo>
                  <a:pt x="74676" y="124968"/>
                </a:moveTo>
                <a:lnTo>
                  <a:pt x="59436" y="124968"/>
                </a:lnTo>
                <a:lnTo>
                  <a:pt x="69699" y="86367"/>
                </a:lnTo>
                <a:lnTo>
                  <a:pt x="77533" y="52768"/>
                </a:lnTo>
                <a:lnTo>
                  <a:pt x="82796" y="24026"/>
                </a:lnTo>
                <a:lnTo>
                  <a:pt x="85344" y="0"/>
                </a:lnTo>
                <a:lnTo>
                  <a:pt x="138684" y="28956"/>
                </a:lnTo>
                <a:lnTo>
                  <a:pt x="125253" y="39243"/>
                </a:lnTo>
                <a:lnTo>
                  <a:pt x="110109" y="58674"/>
                </a:lnTo>
                <a:lnTo>
                  <a:pt x="93249" y="87249"/>
                </a:lnTo>
                <a:lnTo>
                  <a:pt x="74676" y="124968"/>
                </a:lnTo>
                <a:close/>
              </a:path>
              <a:path w="490854" h="553719">
                <a:moveTo>
                  <a:pt x="202692" y="263652"/>
                </a:moveTo>
                <a:lnTo>
                  <a:pt x="196596" y="259080"/>
                </a:lnTo>
                <a:lnTo>
                  <a:pt x="220027" y="221361"/>
                </a:lnTo>
                <a:lnTo>
                  <a:pt x="240030" y="185928"/>
                </a:lnTo>
                <a:lnTo>
                  <a:pt x="269747" y="121920"/>
                </a:lnTo>
                <a:lnTo>
                  <a:pt x="290893" y="62484"/>
                </a:lnTo>
                <a:lnTo>
                  <a:pt x="306323" y="3048"/>
                </a:lnTo>
                <a:lnTo>
                  <a:pt x="358140" y="33528"/>
                </a:lnTo>
                <a:lnTo>
                  <a:pt x="347567" y="44053"/>
                </a:lnTo>
                <a:lnTo>
                  <a:pt x="334137" y="64008"/>
                </a:lnTo>
                <a:lnTo>
                  <a:pt x="317849" y="93106"/>
                </a:lnTo>
                <a:lnTo>
                  <a:pt x="298704" y="131064"/>
                </a:lnTo>
                <a:lnTo>
                  <a:pt x="480060" y="131064"/>
                </a:lnTo>
                <a:lnTo>
                  <a:pt x="490728" y="141732"/>
                </a:lnTo>
                <a:lnTo>
                  <a:pt x="484909" y="146304"/>
                </a:lnTo>
                <a:lnTo>
                  <a:pt x="294132" y="146304"/>
                </a:lnTo>
                <a:lnTo>
                  <a:pt x="272129" y="179427"/>
                </a:lnTo>
                <a:lnTo>
                  <a:pt x="249555" y="210121"/>
                </a:lnTo>
                <a:lnTo>
                  <a:pt x="226409" y="238244"/>
                </a:lnTo>
                <a:lnTo>
                  <a:pt x="202692" y="263652"/>
                </a:lnTo>
                <a:close/>
              </a:path>
              <a:path w="490854" h="553719">
                <a:moveTo>
                  <a:pt x="202228" y="124968"/>
                </a:moveTo>
                <a:lnTo>
                  <a:pt x="152400" y="124968"/>
                </a:lnTo>
                <a:lnTo>
                  <a:pt x="176784" y="100584"/>
                </a:lnTo>
                <a:lnTo>
                  <a:pt x="202228" y="124968"/>
                </a:lnTo>
                <a:close/>
              </a:path>
              <a:path w="490854" h="553719">
                <a:moveTo>
                  <a:pt x="0" y="548640"/>
                </a:moveTo>
                <a:lnTo>
                  <a:pt x="826" y="495300"/>
                </a:lnTo>
                <a:lnTo>
                  <a:pt x="913" y="487680"/>
                </a:lnTo>
                <a:lnTo>
                  <a:pt x="1333" y="435483"/>
                </a:lnTo>
                <a:lnTo>
                  <a:pt x="1427" y="244736"/>
                </a:lnTo>
                <a:lnTo>
                  <a:pt x="1305" y="210121"/>
                </a:lnTo>
                <a:lnTo>
                  <a:pt x="881" y="158519"/>
                </a:lnTo>
                <a:lnTo>
                  <a:pt x="0" y="103632"/>
                </a:lnTo>
                <a:lnTo>
                  <a:pt x="35052" y="124968"/>
                </a:lnTo>
                <a:lnTo>
                  <a:pt x="202228" y="124968"/>
                </a:lnTo>
                <a:lnTo>
                  <a:pt x="213359" y="135636"/>
                </a:lnTo>
                <a:lnTo>
                  <a:pt x="208926" y="138684"/>
                </a:lnTo>
                <a:lnTo>
                  <a:pt x="33528" y="138684"/>
                </a:lnTo>
                <a:lnTo>
                  <a:pt x="33528" y="292608"/>
                </a:lnTo>
                <a:lnTo>
                  <a:pt x="189009" y="292608"/>
                </a:lnTo>
                <a:lnTo>
                  <a:pt x="189024" y="306324"/>
                </a:lnTo>
                <a:lnTo>
                  <a:pt x="33528" y="306324"/>
                </a:lnTo>
                <a:lnTo>
                  <a:pt x="33528" y="473964"/>
                </a:lnTo>
                <a:lnTo>
                  <a:pt x="189748" y="473964"/>
                </a:lnTo>
                <a:lnTo>
                  <a:pt x="189899" y="487680"/>
                </a:lnTo>
                <a:lnTo>
                  <a:pt x="33528" y="487680"/>
                </a:lnTo>
                <a:lnTo>
                  <a:pt x="33528" y="528828"/>
                </a:lnTo>
                <a:lnTo>
                  <a:pt x="0" y="548640"/>
                </a:lnTo>
                <a:close/>
              </a:path>
              <a:path w="490854" h="553719">
                <a:moveTo>
                  <a:pt x="480060" y="131064"/>
                </a:moveTo>
                <a:lnTo>
                  <a:pt x="428244" y="131064"/>
                </a:lnTo>
                <a:lnTo>
                  <a:pt x="454152" y="105156"/>
                </a:lnTo>
                <a:lnTo>
                  <a:pt x="480060" y="131064"/>
                </a:lnTo>
                <a:close/>
              </a:path>
              <a:path w="490854" h="553719">
                <a:moveTo>
                  <a:pt x="189009" y="292608"/>
                </a:moveTo>
                <a:lnTo>
                  <a:pt x="156972" y="292608"/>
                </a:lnTo>
                <a:lnTo>
                  <a:pt x="156972" y="138684"/>
                </a:lnTo>
                <a:lnTo>
                  <a:pt x="208926" y="138684"/>
                </a:lnTo>
                <a:lnTo>
                  <a:pt x="188976" y="152400"/>
                </a:lnTo>
                <a:lnTo>
                  <a:pt x="189009" y="292608"/>
                </a:lnTo>
                <a:close/>
              </a:path>
              <a:path w="490854" h="553719">
                <a:moveTo>
                  <a:pt x="449614" y="495300"/>
                </a:moveTo>
                <a:lnTo>
                  <a:pt x="390144" y="495300"/>
                </a:lnTo>
                <a:lnTo>
                  <a:pt x="401574" y="492728"/>
                </a:lnTo>
                <a:lnTo>
                  <a:pt x="410718" y="485013"/>
                </a:lnTo>
                <a:lnTo>
                  <a:pt x="423784" y="434735"/>
                </a:lnTo>
                <a:lnTo>
                  <a:pt x="427481" y="357378"/>
                </a:lnTo>
                <a:lnTo>
                  <a:pt x="429352" y="300227"/>
                </a:lnTo>
                <a:lnTo>
                  <a:pt x="431188" y="228728"/>
                </a:lnTo>
                <a:lnTo>
                  <a:pt x="432815" y="146304"/>
                </a:lnTo>
                <a:lnTo>
                  <a:pt x="484909" y="146304"/>
                </a:lnTo>
                <a:lnTo>
                  <a:pt x="469391" y="158496"/>
                </a:lnTo>
                <a:lnTo>
                  <a:pt x="467211" y="244736"/>
                </a:lnTo>
                <a:lnTo>
                  <a:pt x="465151" y="317754"/>
                </a:lnTo>
                <a:lnTo>
                  <a:pt x="463105" y="376999"/>
                </a:lnTo>
                <a:lnTo>
                  <a:pt x="460925" y="423107"/>
                </a:lnTo>
                <a:lnTo>
                  <a:pt x="455676" y="475488"/>
                </a:lnTo>
                <a:lnTo>
                  <a:pt x="450794" y="492347"/>
                </a:lnTo>
                <a:lnTo>
                  <a:pt x="449614" y="495300"/>
                </a:lnTo>
                <a:close/>
              </a:path>
              <a:path w="490854" h="553719">
                <a:moveTo>
                  <a:pt x="318516" y="370332"/>
                </a:moveTo>
                <a:lnTo>
                  <a:pt x="315468" y="370332"/>
                </a:lnTo>
                <a:lnTo>
                  <a:pt x="311181" y="368307"/>
                </a:lnTo>
                <a:lnTo>
                  <a:pt x="307467" y="362140"/>
                </a:lnTo>
                <a:lnTo>
                  <a:pt x="304323" y="351686"/>
                </a:lnTo>
                <a:lnTo>
                  <a:pt x="301752" y="336804"/>
                </a:lnTo>
                <a:lnTo>
                  <a:pt x="295489" y="313062"/>
                </a:lnTo>
                <a:lnTo>
                  <a:pt x="285940" y="289750"/>
                </a:lnTo>
                <a:lnTo>
                  <a:pt x="273248" y="266723"/>
                </a:lnTo>
                <a:lnTo>
                  <a:pt x="257556" y="243840"/>
                </a:lnTo>
                <a:lnTo>
                  <a:pt x="263652" y="236220"/>
                </a:lnTo>
                <a:lnTo>
                  <a:pt x="308419" y="273939"/>
                </a:lnTo>
                <a:lnTo>
                  <a:pt x="334065" y="309705"/>
                </a:lnTo>
                <a:lnTo>
                  <a:pt x="339852" y="330708"/>
                </a:lnTo>
                <a:lnTo>
                  <a:pt x="339256" y="338447"/>
                </a:lnTo>
                <a:lnTo>
                  <a:pt x="337375" y="345757"/>
                </a:lnTo>
                <a:lnTo>
                  <a:pt x="334065" y="352782"/>
                </a:lnTo>
                <a:lnTo>
                  <a:pt x="329184" y="359664"/>
                </a:lnTo>
                <a:lnTo>
                  <a:pt x="323088" y="367284"/>
                </a:lnTo>
                <a:lnTo>
                  <a:pt x="318516" y="370332"/>
                </a:lnTo>
                <a:close/>
              </a:path>
              <a:path w="490854" h="553719">
                <a:moveTo>
                  <a:pt x="189748" y="473964"/>
                </a:moveTo>
                <a:lnTo>
                  <a:pt x="156972" y="473964"/>
                </a:lnTo>
                <a:lnTo>
                  <a:pt x="156972" y="306324"/>
                </a:lnTo>
                <a:lnTo>
                  <a:pt x="189024" y="306324"/>
                </a:lnTo>
                <a:lnTo>
                  <a:pt x="189136" y="370332"/>
                </a:lnTo>
                <a:lnTo>
                  <a:pt x="189260" y="409836"/>
                </a:lnTo>
                <a:lnTo>
                  <a:pt x="189548" y="455922"/>
                </a:lnTo>
                <a:lnTo>
                  <a:pt x="189748" y="473964"/>
                </a:lnTo>
                <a:close/>
              </a:path>
              <a:path w="490854" h="553719">
                <a:moveTo>
                  <a:pt x="382524" y="553212"/>
                </a:moveTo>
                <a:lnTo>
                  <a:pt x="373356" y="534947"/>
                </a:lnTo>
                <a:lnTo>
                  <a:pt x="357187" y="519112"/>
                </a:lnTo>
                <a:lnTo>
                  <a:pt x="333875" y="505848"/>
                </a:lnTo>
                <a:lnTo>
                  <a:pt x="303276" y="495300"/>
                </a:lnTo>
                <a:lnTo>
                  <a:pt x="303276" y="483108"/>
                </a:lnTo>
                <a:lnTo>
                  <a:pt x="330993" y="488227"/>
                </a:lnTo>
                <a:lnTo>
                  <a:pt x="354711" y="492061"/>
                </a:lnTo>
                <a:lnTo>
                  <a:pt x="374427" y="494466"/>
                </a:lnTo>
                <a:lnTo>
                  <a:pt x="390144" y="495300"/>
                </a:lnTo>
                <a:lnTo>
                  <a:pt x="449614" y="495300"/>
                </a:lnTo>
                <a:lnTo>
                  <a:pt x="445198" y="506349"/>
                </a:lnTo>
                <a:lnTo>
                  <a:pt x="411480" y="540067"/>
                </a:lnTo>
                <a:lnTo>
                  <a:pt x="398287" y="546568"/>
                </a:lnTo>
                <a:lnTo>
                  <a:pt x="382524" y="553212"/>
                </a:lnTo>
                <a:close/>
              </a:path>
              <a:path w="490854" h="553719">
                <a:moveTo>
                  <a:pt x="156972" y="537971"/>
                </a:moveTo>
                <a:lnTo>
                  <a:pt x="156972" y="487680"/>
                </a:lnTo>
                <a:lnTo>
                  <a:pt x="189899" y="487680"/>
                </a:lnTo>
                <a:lnTo>
                  <a:pt x="190021" y="495300"/>
                </a:lnTo>
                <a:lnTo>
                  <a:pt x="190500" y="519684"/>
                </a:lnTo>
                <a:lnTo>
                  <a:pt x="156972" y="537971"/>
                </a:lnTo>
                <a:close/>
              </a:path>
            </a:pathLst>
          </a:custGeom>
          <a:solidFill>
            <a:srgbClr val="3333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5167883" y="1289303"/>
            <a:ext cx="490855" cy="532130"/>
          </a:xfrm>
          <a:custGeom>
            <a:avLst/>
            <a:gdLst/>
            <a:ahLst/>
            <a:cxnLst/>
            <a:rect l="l" t="t" r="r" b="b"/>
            <a:pathLst>
              <a:path w="490854" h="532130">
                <a:moveTo>
                  <a:pt x="470344" y="33528"/>
                </a:moveTo>
                <a:lnTo>
                  <a:pt x="405384" y="33528"/>
                </a:lnTo>
                <a:lnTo>
                  <a:pt x="438912" y="0"/>
                </a:lnTo>
                <a:lnTo>
                  <a:pt x="470344" y="33528"/>
                </a:lnTo>
                <a:close/>
              </a:path>
              <a:path w="490854" h="532130">
                <a:moveTo>
                  <a:pt x="36576" y="531876"/>
                </a:moveTo>
                <a:lnTo>
                  <a:pt x="0" y="502920"/>
                </a:lnTo>
                <a:lnTo>
                  <a:pt x="15240" y="489204"/>
                </a:lnTo>
                <a:lnTo>
                  <a:pt x="15152" y="89916"/>
                </a:lnTo>
                <a:lnTo>
                  <a:pt x="14978" y="80772"/>
                </a:lnTo>
                <a:lnTo>
                  <a:pt x="14287" y="62484"/>
                </a:lnTo>
                <a:lnTo>
                  <a:pt x="13311" y="39624"/>
                </a:lnTo>
                <a:lnTo>
                  <a:pt x="12192" y="12192"/>
                </a:lnTo>
                <a:lnTo>
                  <a:pt x="48768" y="33528"/>
                </a:lnTo>
                <a:lnTo>
                  <a:pt x="470344" y="33528"/>
                </a:lnTo>
                <a:lnTo>
                  <a:pt x="484631" y="48768"/>
                </a:lnTo>
                <a:lnTo>
                  <a:pt x="48768" y="48768"/>
                </a:lnTo>
                <a:lnTo>
                  <a:pt x="48768" y="495300"/>
                </a:lnTo>
                <a:lnTo>
                  <a:pt x="477393" y="495300"/>
                </a:lnTo>
                <a:lnTo>
                  <a:pt x="490728" y="510540"/>
                </a:lnTo>
                <a:lnTo>
                  <a:pt x="50292" y="510540"/>
                </a:lnTo>
                <a:lnTo>
                  <a:pt x="36576" y="531876"/>
                </a:lnTo>
                <a:close/>
              </a:path>
              <a:path w="490854" h="532130">
                <a:moveTo>
                  <a:pt x="311209" y="239268"/>
                </a:moveTo>
                <a:lnTo>
                  <a:pt x="268224" y="239268"/>
                </a:lnTo>
                <a:lnTo>
                  <a:pt x="283654" y="218694"/>
                </a:lnTo>
                <a:lnTo>
                  <a:pt x="297942" y="198120"/>
                </a:lnTo>
                <a:lnTo>
                  <a:pt x="323088" y="156972"/>
                </a:lnTo>
                <a:lnTo>
                  <a:pt x="342138" y="120586"/>
                </a:lnTo>
                <a:lnTo>
                  <a:pt x="356616" y="89916"/>
                </a:lnTo>
                <a:lnTo>
                  <a:pt x="411480" y="128016"/>
                </a:lnTo>
                <a:lnTo>
                  <a:pt x="400597" y="132588"/>
                </a:lnTo>
                <a:lnTo>
                  <a:pt x="388429" y="141732"/>
                </a:lnTo>
                <a:lnTo>
                  <a:pt x="374832" y="155448"/>
                </a:lnTo>
                <a:lnTo>
                  <a:pt x="359664" y="173736"/>
                </a:lnTo>
                <a:lnTo>
                  <a:pt x="311209" y="239268"/>
                </a:lnTo>
                <a:close/>
              </a:path>
              <a:path w="490854" h="532130">
                <a:moveTo>
                  <a:pt x="96012" y="443484"/>
                </a:moveTo>
                <a:lnTo>
                  <a:pt x="91440" y="435864"/>
                </a:lnTo>
                <a:lnTo>
                  <a:pt x="112847" y="417552"/>
                </a:lnTo>
                <a:lnTo>
                  <a:pt x="133540" y="399097"/>
                </a:lnTo>
                <a:lnTo>
                  <a:pt x="172212" y="361188"/>
                </a:lnTo>
                <a:lnTo>
                  <a:pt x="211074" y="317373"/>
                </a:lnTo>
                <a:lnTo>
                  <a:pt x="249936" y="266700"/>
                </a:lnTo>
                <a:lnTo>
                  <a:pt x="217003" y="228695"/>
                </a:lnTo>
                <a:lnTo>
                  <a:pt x="184213" y="192405"/>
                </a:lnTo>
                <a:lnTo>
                  <a:pt x="151137" y="157829"/>
                </a:lnTo>
                <a:lnTo>
                  <a:pt x="117348" y="124968"/>
                </a:lnTo>
                <a:lnTo>
                  <a:pt x="124968" y="117348"/>
                </a:lnTo>
                <a:lnTo>
                  <a:pt x="158067" y="143041"/>
                </a:lnTo>
                <a:lnTo>
                  <a:pt x="193167" y="172021"/>
                </a:lnTo>
                <a:lnTo>
                  <a:pt x="229981" y="204144"/>
                </a:lnTo>
                <a:lnTo>
                  <a:pt x="268224" y="239268"/>
                </a:lnTo>
                <a:lnTo>
                  <a:pt x="311209" y="239268"/>
                </a:lnTo>
                <a:lnTo>
                  <a:pt x="294132" y="262128"/>
                </a:lnTo>
                <a:lnTo>
                  <a:pt x="323084" y="289560"/>
                </a:lnTo>
                <a:lnTo>
                  <a:pt x="272796" y="289560"/>
                </a:lnTo>
                <a:lnTo>
                  <a:pt x="223837" y="340804"/>
                </a:lnTo>
                <a:lnTo>
                  <a:pt x="178308" y="384048"/>
                </a:lnTo>
                <a:lnTo>
                  <a:pt x="134874" y="417195"/>
                </a:lnTo>
                <a:lnTo>
                  <a:pt x="114871" y="431196"/>
                </a:lnTo>
                <a:lnTo>
                  <a:pt x="96012" y="443484"/>
                </a:lnTo>
                <a:close/>
              </a:path>
              <a:path w="490854" h="532130">
                <a:moveTo>
                  <a:pt x="382524" y="435864"/>
                </a:moveTo>
                <a:lnTo>
                  <a:pt x="381000" y="435864"/>
                </a:lnTo>
                <a:lnTo>
                  <a:pt x="377261" y="434411"/>
                </a:lnTo>
                <a:lnTo>
                  <a:pt x="372808" y="429958"/>
                </a:lnTo>
                <a:lnTo>
                  <a:pt x="367498" y="422362"/>
                </a:lnTo>
                <a:lnTo>
                  <a:pt x="361188" y="411480"/>
                </a:lnTo>
                <a:lnTo>
                  <a:pt x="351805" y="395739"/>
                </a:lnTo>
                <a:lnTo>
                  <a:pt x="342092" y="380357"/>
                </a:lnTo>
                <a:lnTo>
                  <a:pt x="332470" y="365402"/>
                </a:lnTo>
                <a:lnTo>
                  <a:pt x="323088" y="350520"/>
                </a:lnTo>
                <a:lnTo>
                  <a:pt x="312229" y="336494"/>
                </a:lnTo>
                <a:lnTo>
                  <a:pt x="300228" y="321754"/>
                </a:lnTo>
                <a:lnTo>
                  <a:pt x="287083" y="306157"/>
                </a:lnTo>
                <a:lnTo>
                  <a:pt x="272796" y="289560"/>
                </a:lnTo>
                <a:lnTo>
                  <a:pt x="323084" y="289560"/>
                </a:lnTo>
                <a:lnTo>
                  <a:pt x="361378" y="328041"/>
                </a:lnTo>
                <a:lnTo>
                  <a:pt x="388620" y="364236"/>
                </a:lnTo>
                <a:lnTo>
                  <a:pt x="394619" y="395739"/>
                </a:lnTo>
                <a:lnTo>
                  <a:pt x="394523" y="401478"/>
                </a:lnTo>
                <a:lnTo>
                  <a:pt x="394406" y="403740"/>
                </a:lnTo>
                <a:lnTo>
                  <a:pt x="393382" y="410146"/>
                </a:lnTo>
                <a:lnTo>
                  <a:pt x="391501" y="416837"/>
                </a:lnTo>
                <a:lnTo>
                  <a:pt x="388620" y="423672"/>
                </a:lnTo>
                <a:lnTo>
                  <a:pt x="385572" y="431292"/>
                </a:lnTo>
                <a:lnTo>
                  <a:pt x="382524" y="435864"/>
                </a:lnTo>
                <a:close/>
              </a:path>
              <a:path w="490854" h="532130">
                <a:moveTo>
                  <a:pt x="477393" y="495300"/>
                </a:moveTo>
                <a:lnTo>
                  <a:pt x="414528" y="495300"/>
                </a:lnTo>
                <a:lnTo>
                  <a:pt x="448055" y="461772"/>
                </a:lnTo>
                <a:lnTo>
                  <a:pt x="477393" y="495300"/>
                </a:lnTo>
                <a:close/>
              </a:path>
            </a:pathLst>
          </a:custGeom>
          <a:solidFill>
            <a:srgbClr val="3333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5783580" y="1278635"/>
            <a:ext cx="480059" cy="550545"/>
          </a:xfrm>
          <a:custGeom>
            <a:avLst/>
            <a:gdLst/>
            <a:ahLst/>
            <a:cxnLst/>
            <a:rect l="l" t="t" r="r" b="b"/>
            <a:pathLst>
              <a:path w="480060" h="550544">
                <a:moveTo>
                  <a:pt x="178308" y="77724"/>
                </a:moveTo>
                <a:lnTo>
                  <a:pt x="156972" y="56388"/>
                </a:lnTo>
                <a:lnTo>
                  <a:pt x="423672" y="56388"/>
                </a:lnTo>
                <a:lnTo>
                  <a:pt x="446532" y="33528"/>
                </a:lnTo>
                <a:lnTo>
                  <a:pt x="480060" y="67056"/>
                </a:lnTo>
                <a:lnTo>
                  <a:pt x="473964" y="71628"/>
                </a:lnTo>
                <a:lnTo>
                  <a:pt x="236220" y="71628"/>
                </a:lnTo>
                <a:lnTo>
                  <a:pt x="221384" y="71937"/>
                </a:lnTo>
                <a:lnTo>
                  <a:pt x="206692" y="72961"/>
                </a:lnTo>
                <a:lnTo>
                  <a:pt x="192285" y="74842"/>
                </a:lnTo>
                <a:lnTo>
                  <a:pt x="178308" y="77724"/>
                </a:lnTo>
                <a:close/>
              </a:path>
              <a:path w="480060" h="550544">
                <a:moveTo>
                  <a:pt x="460301" y="494061"/>
                </a:moveTo>
                <a:lnTo>
                  <a:pt x="408741" y="494061"/>
                </a:lnTo>
                <a:lnTo>
                  <a:pt x="417576" y="493776"/>
                </a:lnTo>
                <a:lnTo>
                  <a:pt x="423672" y="490728"/>
                </a:lnTo>
                <a:lnTo>
                  <a:pt x="428244" y="484632"/>
                </a:lnTo>
                <a:lnTo>
                  <a:pt x="428244" y="71628"/>
                </a:lnTo>
                <a:lnTo>
                  <a:pt x="473964" y="71628"/>
                </a:lnTo>
                <a:lnTo>
                  <a:pt x="461772" y="80771"/>
                </a:lnTo>
                <a:lnTo>
                  <a:pt x="461772" y="475488"/>
                </a:lnTo>
                <a:lnTo>
                  <a:pt x="461009" y="489489"/>
                </a:lnTo>
                <a:lnTo>
                  <a:pt x="460894" y="490728"/>
                </a:lnTo>
                <a:lnTo>
                  <a:pt x="460301" y="494061"/>
                </a:lnTo>
                <a:close/>
              </a:path>
              <a:path w="480060" h="550544">
                <a:moveTo>
                  <a:pt x="333755" y="166116"/>
                </a:moveTo>
                <a:lnTo>
                  <a:pt x="286512" y="166116"/>
                </a:lnTo>
                <a:lnTo>
                  <a:pt x="310895" y="143256"/>
                </a:lnTo>
                <a:lnTo>
                  <a:pt x="333755" y="166116"/>
                </a:lnTo>
                <a:close/>
              </a:path>
              <a:path w="480060" h="550544">
                <a:moveTo>
                  <a:pt x="134112" y="446532"/>
                </a:moveTo>
                <a:lnTo>
                  <a:pt x="134993" y="408574"/>
                </a:lnTo>
                <a:lnTo>
                  <a:pt x="135445" y="370332"/>
                </a:lnTo>
                <a:lnTo>
                  <a:pt x="135534" y="349825"/>
                </a:lnTo>
                <a:lnTo>
                  <a:pt x="135580" y="250289"/>
                </a:lnTo>
                <a:lnTo>
                  <a:pt x="135445" y="220027"/>
                </a:lnTo>
                <a:lnTo>
                  <a:pt x="134966" y="181356"/>
                </a:lnTo>
                <a:lnTo>
                  <a:pt x="134112" y="144780"/>
                </a:lnTo>
                <a:lnTo>
                  <a:pt x="169164" y="166116"/>
                </a:lnTo>
                <a:lnTo>
                  <a:pt x="333755" y="166116"/>
                </a:lnTo>
                <a:lnTo>
                  <a:pt x="341376" y="173736"/>
                </a:lnTo>
                <a:lnTo>
                  <a:pt x="333063" y="181356"/>
                </a:lnTo>
                <a:lnTo>
                  <a:pt x="167640" y="181356"/>
                </a:lnTo>
                <a:lnTo>
                  <a:pt x="167640" y="274320"/>
                </a:lnTo>
                <a:lnTo>
                  <a:pt x="323138" y="274320"/>
                </a:lnTo>
                <a:lnTo>
                  <a:pt x="323163" y="289560"/>
                </a:lnTo>
                <a:lnTo>
                  <a:pt x="167640" y="289560"/>
                </a:lnTo>
                <a:lnTo>
                  <a:pt x="167640" y="388620"/>
                </a:lnTo>
                <a:lnTo>
                  <a:pt x="323859" y="388620"/>
                </a:lnTo>
                <a:lnTo>
                  <a:pt x="324196" y="403860"/>
                </a:lnTo>
                <a:lnTo>
                  <a:pt x="167640" y="403860"/>
                </a:lnTo>
                <a:lnTo>
                  <a:pt x="167640" y="429768"/>
                </a:lnTo>
                <a:lnTo>
                  <a:pt x="134112" y="446532"/>
                </a:lnTo>
                <a:close/>
              </a:path>
              <a:path w="480060" h="550544">
                <a:moveTo>
                  <a:pt x="323138" y="274320"/>
                </a:moveTo>
                <a:lnTo>
                  <a:pt x="291084" y="274320"/>
                </a:lnTo>
                <a:lnTo>
                  <a:pt x="291084" y="181356"/>
                </a:lnTo>
                <a:lnTo>
                  <a:pt x="333063" y="181356"/>
                </a:lnTo>
                <a:lnTo>
                  <a:pt x="323088" y="190500"/>
                </a:lnTo>
                <a:lnTo>
                  <a:pt x="323138" y="274320"/>
                </a:lnTo>
                <a:close/>
              </a:path>
              <a:path w="480060" h="550544">
                <a:moveTo>
                  <a:pt x="323859" y="388620"/>
                </a:moveTo>
                <a:lnTo>
                  <a:pt x="291084" y="388620"/>
                </a:lnTo>
                <a:lnTo>
                  <a:pt x="291084" y="289560"/>
                </a:lnTo>
                <a:lnTo>
                  <a:pt x="323163" y="289560"/>
                </a:lnTo>
                <a:lnTo>
                  <a:pt x="323185" y="303422"/>
                </a:lnTo>
                <a:lnTo>
                  <a:pt x="323417" y="349825"/>
                </a:lnTo>
                <a:lnTo>
                  <a:pt x="323859" y="388620"/>
                </a:lnTo>
                <a:close/>
              </a:path>
              <a:path w="480060" h="550544">
                <a:moveTo>
                  <a:pt x="291084" y="441960"/>
                </a:moveTo>
                <a:lnTo>
                  <a:pt x="291084" y="403860"/>
                </a:lnTo>
                <a:lnTo>
                  <a:pt x="324196" y="403860"/>
                </a:lnTo>
                <a:lnTo>
                  <a:pt x="324612" y="422148"/>
                </a:lnTo>
                <a:lnTo>
                  <a:pt x="291084" y="441960"/>
                </a:lnTo>
                <a:close/>
              </a:path>
              <a:path w="480060" h="550544">
                <a:moveTo>
                  <a:pt x="406908" y="550164"/>
                </a:moveTo>
                <a:lnTo>
                  <a:pt x="394596" y="531304"/>
                </a:lnTo>
                <a:lnTo>
                  <a:pt x="378142" y="515874"/>
                </a:lnTo>
                <a:lnTo>
                  <a:pt x="357401" y="503872"/>
                </a:lnTo>
                <a:lnTo>
                  <a:pt x="332232" y="495300"/>
                </a:lnTo>
                <a:lnTo>
                  <a:pt x="332232" y="484632"/>
                </a:lnTo>
                <a:lnTo>
                  <a:pt x="365926" y="489489"/>
                </a:lnTo>
                <a:lnTo>
                  <a:pt x="391477" y="492633"/>
                </a:lnTo>
                <a:lnTo>
                  <a:pt x="408741" y="494061"/>
                </a:lnTo>
                <a:lnTo>
                  <a:pt x="460301" y="494061"/>
                </a:lnTo>
                <a:lnTo>
                  <a:pt x="458724" y="502920"/>
                </a:lnTo>
                <a:lnTo>
                  <a:pt x="434149" y="535114"/>
                </a:lnTo>
                <a:lnTo>
                  <a:pt x="421743" y="542424"/>
                </a:lnTo>
                <a:lnTo>
                  <a:pt x="406908" y="550164"/>
                </a:lnTo>
                <a:close/>
              </a:path>
              <a:path w="480060" h="550544">
                <a:moveTo>
                  <a:pt x="103632" y="114300"/>
                </a:moveTo>
                <a:lnTo>
                  <a:pt x="102108" y="114300"/>
                </a:lnTo>
                <a:lnTo>
                  <a:pt x="98679" y="112609"/>
                </a:lnTo>
                <a:lnTo>
                  <a:pt x="95250" y="107632"/>
                </a:lnTo>
                <a:lnTo>
                  <a:pt x="91821" y="99512"/>
                </a:lnTo>
                <a:lnTo>
                  <a:pt x="88392" y="88392"/>
                </a:lnTo>
                <a:lnTo>
                  <a:pt x="81248" y="69532"/>
                </a:lnTo>
                <a:lnTo>
                  <a:pt x="71247" y="49530"/>
                </a:lnTo>
                <a:lnTo>
                  <a:pt x="58388" y="28384"/>
                </a:lnTo>
                <a:lnTo>
                  <a:pt x="42672" y="6095"/>
                </a:lnTo>
                <a:lnTo>
                  <a:pt x="50292" y="0"/>
                </a:lnTo>
                <a:lnTo>
                  <a:pt x="93726" y="29718"/>
                </a:lnTo>
                <a:lnTo>
                  <a:pt x="120396" y="59436"/>
                </a:lnTo>
                <a:lnTo>
                  <a:pt x="123444" y="67056"/>
                </a:lnTo>
                <a:lnTo>
                  <a:pt x="123444" y="73152"/>
                </a:lnTo>
                <a:lnTo>
                  <a:pt x="122872" y="80867"/>
                </a:lnTo>
                <a:lnTo>
                  <a:pt x="121158" y="88011"/>
                </a:lnTo>
                <a:lnTo>
                  <a:pt x="118300" y="94583"/>
                </a:lnTo>
                <a:lnTo>
                  <a:pt x="108204" y="109728"/>
                </a:lnTo>
                <a:lnTo>
                  <a:pt x="103632" y="114300"/>
                </a:lnTo>
                <a:close/>
              </a:path>
              <a:path w="480060" h="550544">
                <a:moveTo>
                  <a:pt x="0" y="547116"/>
                </a:moveTo>
                <a:lnTo>
                  <a:pt x="743" y="526060"/>
                </a:lnTo>
                <a:lnTo>
                  <a:pt x="1161" y="494538"/>
                </a:lnTo>
                <a:lnTo>
                  <a:pt x="1373" y="455676"/>
                </a:lnTo>
                <a:lnTo>
                  <a:pt x="1426" y="176296"/>
                </a:lnTo>
                <a:lnTo>
                  <a:pt x="1194" y="128747"/>
                </a:lnTo>
                <a:lnTo>
                  <a:pt x="743" y="94366"/>
                </a:lnTo>
                <a:lnTo>
                  <a:pt x="0" y="73152"/>
                </a:lnTo>
                <a:lnTo>
                  <a:pt x="56388" y="102108"/>
                </a:lnTo>
                <a:lnTo>
                  <a:pt x="35052" y="117348"/>
                </a:lnTo>
                <a:lnTo>
                  <a:pt x="35052" y="455676"/>
                </a:lnTo>
                <a:lnTo>
                  <a:pt x="35313" y="475107"/>
                </a:lnTo>
                <a:lnTo>
                  <a:pt x="36004" y="494538"/>
                </a:lnTo>
                <a:lnTo>
                  <a:pt x="36980" y="513969"/>
                </a:lnTo>
                <a:lnTo>
                  <a:pt x="38100" y="533400"/>
                </a:lnTo>
                <a:lnTo>
                  <a:pt x="0" y="547116"/>
                </a:lnTo>
                <a:close/>
              </a:path>
            </a:pathLst>
          </a:custGeom>
          <a:solidFill>
            <a:srgbClr val="3333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6352032" y="1292351"/>
            <a:ext cx="533400" cy="538480"/>
          </a:xfrm>
          <a:custGeom>
            <a:avLst/>
            <a:gdLst/>
            <a:ahLst/>
            <a:cxnLst/>
            <a:rect l="l" t="t" r="r" b="b"/>
            <a:pathLst>
              <a:path w="533400" h="538480">
                <a:moveTo>
                  <a:pt x="131064" y="103632"/>
                </a:moveTo>
                <a:lnTo>
                  <a:pt x="129540" y="103632"/>
                </a:lnTo>
                <a:lnTo>
                  <a:pt x="123872" y="101917"/>
                </a:lnTo>
                <a:lnTo>
                  <a:pt x="118491" y="96774"/>
                </a:lnTo>
                <a:lnTo>
                  <a:pt x="113680" y="88201"/>
                </a:lnTo>
                <a:lnTo>
                  <a:pt x="109728" y="76200"/>
                </a:lnTo>
                <a:lnTo>
                  <a:pt x="102560" y="60555"/>
                </a:lnTo>
                <a:lnTo>
                  <a:pt x="92392" y="43624"/>
                </a:lnTo>
                <a:lnTo>
                  <a:pt x="79081" y="25836"/>
                </a:lnTo>
                <a:lnTo>
                  <a:pt x="62484" y="7620"/>
                </a:lnTo>
                <a:lnTo>
                  <a:pt x="67056" y="0"/>
                </a:lnTo>
                <a:lnTo>
                  <a:pt x="102679" y="18288"/>
                </a:lnTo>
                <a:lnTo>
                  <a:pt x="136898" y="45743"/>
                </a:lnTo>
                <a:lnTo>
                  <a:pt x="147828" y="74676"/>
                </a:lnTo>
                <a:lnTo>
                  <a:pt x="147828" y="86868"/>
                </a:lnTo>
                <a:lnTo>
                  <a:pt x="146304" y="94488"/>
                </a:lnTo>
                <a:lnTo>
                  <a:pt x="134112" y="100584"/>
                </a:lnTo>
                <a:lnTo>
                  <a:pt x="131064" y="103632"/>
                </a:lnTo>
                <a:close/>
              </a:path>
              <a:path w="533400" h="538480">
                <a:moveTo>
                  <a:pt x="521208" y="30480"/>
                </a:moveTo>
                <a:lnTo>
                  <a:pt x="478536" y="30480"/>
                </a:lnTo>
                <a:lnTo>
                  <a:pt x="499871" y="9144"/>
                </a:lnTo>
                <a:lnTo>
                  <a:pt x="521208" y="30480"/>
                </a:lnTo>
                <a:close/>
              </a:path>
              <a:path w="533400" h="538480">
                <a:moveTo>
                  <a:pt x="155448" y="537972"/>
                </a:moveTo>
                <a:lnTo>
                  <a:pt x="150876" y="531876"/>
                </a:lnTo>
                <a:lnTo>
                  <a:pt x="177369" y="489618"/>
                </a:lnTo>
                <a:lnTo>
                  <a:pt x="198229" y="445093"/>
                </a:lnTo>
                <a:lnTo>
                  <a:pt x="213311" y="398227"/>
                </a:lnTo>
                <a:lnTo>
                  <a:pt x="222467" y="348947"/>
                </a:lnTo>
                <a:lnTo>
                  <a:pt x="225552" y="297180"/>
                </a:lnTo>
                <a:lnTo>
                  <a:pt x="225552" y="124968"/>
                </a:lnTo>
                <a:lnTo>
                  <a:pt x="225290" y="101560"/>
                </a:lnTo>
                <a:lnTo>
                  <a:pt x="224599" y="74866"/>
                </a:lnTo>
                <a:lnTo>
                  <a:pt x="223542" y="42672"/>
                </a:lnTo>
                <a:lnTo>
                  <a:pt x="222503" y="12192"/>
                </a:lnTo>
                <a:lnTo>
                  <a:pt x="259079" y="30480"/>
                </a:lnTo>
                <a:lnTo>
                  <a:pt x="521208" y="30480"/>
                </a:lnTo>
                <a:lnTo>
                  <a:pt x="533400" y="42672"/>
                </a:lnTo>
                <a:lnTo>
                  <a:pt x="529742" y="45720"/>
                </a:lnTo>
                <a:lnTo>
                  <a:pt x="252984" y="45720"/>
                </a:lnTo>
                <a:lnTo>
                  <a:pt x="253090" y="263651"/>
                </a:lnTo>
                <a:lnTo>
                  <a:pt x="253379" y="308983"/>
                </a:lnTo>
                <a:lnTo>
                  <a:pt x="247000" y="365703"/>
                </a:lnTo>
                <a:lnTo>
                  <a:pt x="233934" y="417004"/>
                </a:lnTo>
                <a:lnTo>
                  <a:pt x="214263" y="462844"/>
                </a:lnTo>
                <a:lnTo>
                  <a:pt x="188072" y="503181"/>
                </a:lnTo>
                <a:lnTo>
                  <a:pt x="155448" y="537972"/>
                </a:lnTo>
                <a:close/>
              </a:path>
              <a:path w="533400" h="538480">
                <a:moveTo>
                  <a:pt x="381000" y="129540"/>
                </a:moveTo>
                <a:lnTo>
                  <a:pt x="352044" y="129540"/>
                </a:lnTo>
                <a:lnTo>
                  <a:pt x="351782" y="106370"/>
                </a:lnTo>
                <a:lnTo>
                  <a:pt x="351091" y="84772"/>
                </a:lnTo>
                <a:lnTo>
                  <a:pt x="350079" y="64008"/>
                </a:lnTo>
                <a:lnTo>
                  <a:pt x="348996" y="45720"/>
                </a:lnTo>
                <a:lnTo>
                  <a:pt x="356616" y="45720"/>
                </a:lnTo>
                <a:lnTo>
                  <a:pt x="397764" y="64008"/>
                </a:lnTo>
                <a:lnTo>
                  <a:pt x="381000" y="79248"/>
                </a:lnTo>
                <a:lnTo>
                  <a:pt x="381000" y="129540"/>
                </a:lnTo>
                <a:close/>
              </a:path>
              <a:path w="533400" h="538480">
                <a:moveTo>
                  <a:pt x="514825" y="486465"/>
                </a:moveTo>
                <a:lnTo>
                  <a:pt x="462962" y="486465"/>
                </a:lnTo>
                <a:lnTo>
                  <a:pt x="472440" y="486156"/>
                </a:lnTo>
                <a:lnTo>
                  <a:pt x="480060" y="484632"/>
                </a:lnTo>
                <a:lnTo>
                  <a:pt x="483108" y="478536"/>
                </a:lnTo>
                <a:lnTo>
                  <a:pt x="483108" y="45720"/>
                </a:lnTo>
                <a:lnTo>
                  <a:pt x="529742" y="45720"/>
                </a:lnTo>
                <a:lnTo>
                  <a:pt x="515112" y="57912"/>
                </a:lnTo>
                <a:lnTo>
                  <a:pt x="515057" y="482512"/>
                </a:lnTo>
                <a:lnTo>
                  <a:pt x="514825" y="486465"/>
                </a:lnTo>
                <a:close/>
              </a:path>
              <a:path w="533400" h="538480">
                <a:moveTo>
                  <a:pt x="292608" y="150876"/>
                </a:moveTo>
                <a:lnTo>
                  <a:pt x="269748" y="129540"/>
                </a:lnTo>
                <a:lnTo>
                  <a:pt x="406908" y="129540"/>
                </a:lnTo>
                <a:lnTo>
                  <a:pt x="431292" y="105156"/>
                </a:lnTo>
                <a:lnTo>
                  <a:pt x="466344" y="143256"/>
                </a:lnTo>
                <a:lnTo>
                  <a:pt x="348996" y="143256"/>
                </a:lnTo>
                <a:lnTo>
                  <a:pt x="334184" y="143803"/>
                </a:lnTo>
                <a:lnTo>
                  <a:pt x="319659" y="145351"/>
                </a:lnTo>
                <a:lnTo>
                  <a:pt x="305704" y="147756"/>
                </a:lnTo>
                <a:lnTo>
                  <a:pt x="292608" y="150876"/>
                </a:lnTo>
                <a:close/>
              </a:path>
              <a:path w="533400" h="538480">
                <a:moveTo>
                  <a:pt x="381000" y="210312"/>
                </a:moveTo>
                <a:lnTo>
                  <a:pt x="352044" y="210312"/>
                </a:lnTo>
                <a:lnTo>
                  <a:pt x="352044" y="143256"/>
                </a:lnTo>
                <a:lnTo>
                  <a:pt x="381000" y="143256"/>
                </a:lnTo>
                <a:lnTo>
                  <a:pt x="381000" y="210312"/>
                </a:lnTo>
                <a:close/>
              </a:path>
              <a:path w="533400" h="538480">
                <a:moveTo>
                  <a:pt x="21336" y="201168"/>
                </a:moveTo>
                <a:lnTo>
                  <a:pt x="0" y="179832"/>
                </a:lnTo>
                <a:lnTo>
                  <a:pt x="88392" y="179832"/>
                </a:lnTo>
                <a:lnTo>
                  <a:pt x="112776" y="155448"/>
                </a:lnTo>
                <a:lnTo>
                  <a:pt x="146304" y="188976"/>
                </a:lnTo>
                <a:lnTo>
                  <a:pt x="139653" y="193548"/>
                </a:lnTo>
                <a:lnTo>
                  <a:pt x="79248" y="193548"/>
                </a:lnTo>
                <a:lnTo>
                  <a:pt x="63769" y="194095"/>
                </a:lnTo>
                <a:lnTo>
                  <a:pt x="49149" y="195643"/>
                </a:lnTo>
                <a:lnTo>
                  <a:pt x="35099" y="198048"/>
                </a:lnTo>
                <a:lnTo>
                  <a:pt x="21336" y="201168"/>
                </a:lnTo>
                <a:close/>
              </a:path>
              <a:path w="533400" h="538480">
                <a:moveTo>
                  <a:pt x="277367" y="231648"/>
                </a:moveTo>
                <a:lnTo>
                  <a:pt x="256032" y="210312"/>
                </a:lnTo>
                <a:lnTo>
                  <a:pt x="416052" y="210312"/>
                </a:lnTo>
                <a:lnTo>
                  <a:pt x="443484" y="184403"/>
                </a:lnTo>
                <a:lnTo>
                  <a:pt x="481584" y="225551"/>
                </a:lnTo>
                <a:lnTo>
                  <a:pt x="335280" y="225551"/>
                </a:lnTo>
                <a:lnTo>
                  <a:pt x="319801" y="225861"/>
                </a:lnTo>
                <a:lnTo>
                  <a:pt x="305181" y="226885"/>
                </a:lnTo>
                <a:lnTo>
                  <a:pt x="291131" y="228766"/>
                </a:lnTo>
                <a:lnTo>
                  <a:pt x="277367" y="231648"/>
                </a:lnTo>
                <a:close/>
              </a:path>
              <a:path w="533400" h="538480">
                <a:moveTo>
                  <a:pt x="109728" y="486156"/>
                </a:moveTo>
                <a:lnTo>
                  <a:pt x="80772" y="452628"/>
                </a:lnTo>
                <a:lnTo>
                  <a:pt x="85653" y="444603"/>
                </a:lnTo>
                <a:lnTo>
                  <a:pt x="88963" y="436435"/>
                </a:lnTo>
                <a:lnTo>
                  <a:pt x="90844" y="427982"/>
                </a:lnTo>
                <a:lnTo>
                  <a:pt x="91337" y="420624"/>
                </a:lnTo>
                <a:lnTo>
                  <a:pt x="91440" y="193548"/>
                </a:lnTo>
                <a:lnTo>
                  <a:pt x="139653" y="193548"/>
                </a:lnTo>
                <a:lnTo>
                  <a:pt x="121920" y="205739"/>
                </a:lnTo>
                <a:lnTo>
                  <a:pt x="121920" y="419100"/>
                </a:lnTo>
                <a:lnTo>
                  <a:pt x="157493" y="419100"/>
                </a:lnTo>
                <a:lnTo>
                  <a:pt x="143256" y="438150"/>
                </a:lnTo>
                <a:lnTo>
                  <a:pt x="123205" y="466153"/>
                </a:lnTo>
                <a:lnTo>
                  <a:pt x="109728" y="486156"/>
                </a:lnTo>
                <a:close/>
              </a:path>
              <a:path w="533400" h="538480">
                <a:moveTo>
                  <a:pt x="297179" y="449580"/>
                </a:moveTo>
                <a:lnTo>
                  <a:pt x="298061" y="426696"/>
                </a:lnTo>
                <a:lnTo>
                  <a:pt x="298509" y="403859"/>
                </a:lnTo>
                <a:lnTo>
                  <a:pt x="298610" y="390144"/>
                </a:lnTo>
                <a:lnTo>
                  <a:pt x="298680" y="332613"/>
                </a:lnTo>
                <a:lnTo>
                  <a:pt x="298516" y="308983"/>
                </a:lnTo>
                <a:lnTo>
                  <a:pt x="298061" y="284607"/>
                </a:lnTo>
                <a:lnTo>
                  <a:pt x="297179" y="260603"/>
                </a:lnTo>
                <a:lnTo>
                  <a:pt x="327660" y="281939"/>
                </a:lnTo>
                <a:lnTo>
                  <a:pt x="437388" y="281939"/>
                </a:lnTo>
                <a:lnTo>
                  <a:pt x="448056" y="292608"/>
                </a:lnTo>
                <a:lnTo>
                  <a:pt x="442468" y="297180"/>
                </a:lnTo>
                <a:lnTo>
                  <a:pt x="327660" y="297180"/>
                </a:lnTo>
                <a:lnTo>
                  <a:pt x="327660" y="390144"/>
                </a:lnTo>
                <a:lnTo>
                  <a:pt x="431739" y="390144"/>
                </a:lnTo>
                <a:lnTo>
                  <a:pt x="431881" y="398227"/>
                </a:lnTo>
                <a:lnTo>
                  <a:pt x="431975" y="402145"/>
                </a:lnTo>
                <a:lnTo>
                  <a:pt x="432053" y="403859"/>
                </a:lnTo>
                <a:lnTo>
                  <a:pt x="327660" y="403859"/>
                </a:lnTo>
                <a:lnTo>
                  <a:pt x="327660" y="435864"/>
                </a:lnTo>
                <a:lnTo>
                  <a:pt x="297179" y="449580"/>
                </a:lnTo>
                <a:close/>
              </a:path>
              <a:path w="533400" h="538480">
                <a:moveTo>
                  <a:pt x="437388" y="281939"/>
                </a:moveTo>
                <a:lnTo>
                  <a:pt x="399288" y="281939"/>
                </a:lnTo>
                <a:lnTo>
                  <a:pt x="419100" y="263651"/>
                </a:lnTo>
                <a:lnTo>
                  <a:pt x="437388" y="281939"/>
                </a:lnTo>
                <a:close/>
              </a:path>
              <a:path w="533400" h="538480">
                <a:moveTo>
                  <a:pt x="431739" y="390144"/>
                </a:moveTo>
                <a:lnTo>
                  <a:pt x="402336" y="390144"/>
                </a:lnTo>
                <a:lnTo>
                  <a:pt x="402336" y="297180"/>
                </a:lnTo>
                <a:lnTo>
                  <a:pt x="442468" y="297180"/>
                </a:lnTo>
                <a:lnTo>
                  <a:pt x="431292" y="306324"/>
                </a:lnTo>
                <a:lnTo>
                  <a:pt x="431391" y="358140"/>
                </a:lnTo>
                <a:lnTo>
                  <a:pt x="431482" y="375475"/>
                </a:lnTo>
                <a:lnTo>
                  <a:pt x="431739" y="390144"/>
                </a:lnTo>
                <a:close/>
              </a:path>
              <a:path w="533400" h="538480">
                <a:moveTo>
                  <a:pt x="157493" y="419100"/>
                </a:moveTo>
                <a:lnTo>
                  <a:pt x="121920" y="419100"/>
                </a:lnTo>
                <a:lnTo>
                  <a:pt x="196596" y="352044"/>
                </a:lnTo>
                <a:lnTo>
                  <a:pt x="204216" y="358140"/>
                </a:lnTo>
                <a:lnTo>
                  <a:pt x="170164" y="402145"/>
                </a:lnTo>
                <a:lnTo>
                  <a:pt x="157493" y="419100"/>
                </a:lnTo>
                <a:close/>
              </a:path>
              <a:path w="533400" h="538480">
                <a:moveTo>
                  <a:pt x="402336" y="435864"/>
                </a:moveTo>
                <a:lnTo>
                  <a:pt x="402336" y="403859"/>
                </a:lnTo>
                <a:lnTo>
                  <a:pt x="432053" y="403859"/>
                </a:lnTo>
                <a:lnTo>
                  <a:pt x="432816" y="420624"/>
                </a:lnTo>
                <a:lnTo>
                  <a:pt x="402336" y="435864"/>
                </a:lnTo>
                <a:close/>
              </a:path>
              <a:path w="533400" h="538480">
                <a:moveTo>
                  <a:pt x="473964" y="537972"/>
                </a:moveTo>
                <a:lnTo>
                  <a:pt x="462534" y="522017"/>
                </a:lnTo>
                <a:lnTo>
                  <a:pt x="444246" y="508635"/>
                </a:lnTo>
                <a:lnTo>
                  <a:pt x="419100" y="498109"/>
                </a:lnTo>
                <a:lnTo>
                  <a:pt x="387096" y="490728"/>
                </a:lnTo>
                <a:lnTo>
                  <a:pt x="387096" y="478536"/>
                </a:lnTo>
                <a:lnTo>
                  <a:pt x="420576" y="482512"/>
                </a:lnTo>
                <a:lnTo>
                  <a:pt x="445770" y="485203"/>
                </a:lnTo>
                <a:lnTo>
                  <a:pt x="462962" y="486465"/>
                </a:lnTo>
                <a:lnTo>
                  <a:pt x="514825" y="486465"/>
                </a:lnTo>
                <a:lnTo>
                  <a:pt x="514540" y="491323"/>
                </a:lnTo>
                <a:lnTo>
                  <a:pt x="493395" y="526542"/>
                </a:lnTo>
                <a:lnTo>
                  <a:pt x="484536" y="532257"/>
                </a:lnTo>
                <a:lnTo>
                  <a:pt x="473964" y="537972"/>
                </a:lnTo>
                <a:close/>
              </a:path>
            </a:pathLst>
          </a:custGeom>
          <a:solidFill>
            <a:srgbClr val="3333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6957059" y="1271016"/>
            <a:ext cx="554990" cy="563880"/>
          </a:xfrm>
          <a:custGeom>
            <a:avLst/>
            <a:gdLst/>
            <a:ahLst/>
            <a:cxnLst/>
            <a:rect l="l" t="t" r="r" b="b"/>
            <a:pathLst>
              <a:path w="554990" h="563880">
                <a:moveTo>
                  <a:pt x="315468" y="83819"/>
                </a:moveTo>
                <a:lnTo>
                  <a:pt x="301752" y="83819"/>
                </a:lnTo>
                <a:lnTo>
                  <a:pt x="300299" y="76676"/>
                </a:lnTo>
                <a:lnTo>
                  <a:pt x="298132" y="68960"/>
                </a:lnTo>
                <a:lnTo>
                  <a:pt x="278130" y="32194"/>
                </a:lnTo>
                <a:lnTo>
                  <a:pt x="256032" y="4571"/>
                </a:lnTo>
                <a:lnTo>
                  <a:pt x="263652" y="0"/>
                </a:lnTo>
                <a:lnTo>
                  <a:pt x="306895" y="20573"/>
                </a:lnTo>
                <a:lnTo>
                  <a:pt x="335280" y="50291"/>
                </a:lnTo>
                <a:lnTo>
                  <a:pt x="335280" y="51815"/>
                </a:lnTo>
                <a:lnTo>
                  <a:pt x="334113" y="59602"/>
                </a:lnTo>
                <a:lnTo>
                  <a:pt x="330517" y="67246"/>
                </a:lnTo>
                <a:lnTo>
                  <a:pt x="324350" y="75176"/>
                </a:lnTo>
                <a:lnTo>
                  <a:pt x="315468" y="83819"/>
                </a:lnTo>
                <a:close/>
              </a:path>
              <a:path w="554990" h="563880">
                <a:moveTo>
                  <a:pt x="539053" y="83819"/>
                </a:moveTo>
                <a:lnTo>
                  <a:pt x="470916" y="83819"/>
                </a:lnTo>
                <a:lnTo>
                  <a:pt x="504444" y="50291"/>
                </a:lnTo>
                <a:lnTo>
                  <a:pt x="539053" y="83819"/>
                </a:lnTo>
                <a:close/>
              </a:path>
              <a:path w="554990" h="563880">
                <a:moveTo>
                  <a:pt x="7620" y="563879"/>
                </a:moveTo>
                <a:lnTo>
                  <a:pt x="0" y="559308"/>
                </a:lnTo>
                <a:lnTo>
                  <a:pt x="21740" y="517374"/>
                </a:lnTo>
                <a:lnTo>
                  <a:pt x="39052" y="474154"/>
                </a:lnTo>
                <a:lnTo>
                  <a:pt x="52077" y="430077"/>
                </a:lnTo>
                <a:lnTo>
                  <a:pt x="60960" y="385572"/>
                </a:lnTo>
                <a:lnTo>
                  <a:pt x="66960" y="339590"/>
                </a:lnTo>
                <a:lnTo>
                  <a:pt x="71247" y="293179"/>
                </a:lnTo>
                <a:lnTo>
                  <a:pt x="73818" y="246483"/>
                </a:lnTo>
                <a:lnTo>
                  <a:pt x="74676" y="199643"/>
                </a:lnTo>
                <a:lnTo>
                  <a:pt x="75171" y="146303"/>
                </a:lnTo>
                <a:lnTo>
                  <a:pt x="74866" y="117538"/>
                </a:lnTo>
                <a:lnTo>
                  <a:pt x="73604" y="85415"/>
                </a:lnTo>
                <a:lnTo>
                  <a:pt x="71628" y="59435"/>
                </a:lnTo>
                <a:lnTo>
                  <a:pt x="112776" y="83819"/>
                </a:lnTo>
                <a:lnTo>
                  <a:pt x="539053" y="83819"/>
                </a:lnTo>
                <a:lnTo>
                  <a:pt x="553212" y="97535"/>
                </a:lnTo>
                <a:lnTo>
                  <a:pt x="109728" y="97535"/>
                </a:lnTo>
                <a:lnTo>
                  <a:pt x="109992" y="155662"/>
                </a:lnTo>
                <a:lnTo>
                  <a:pt x="108775" y="225551"/>
                </a:lnTo>
                <a:lnTo>
                  <a:pt x="106073" y="277677"/>
                </a:lnTo>
                <a:lnTo>
                  <a:pt x="102108" y="321564"/>
                </a:lnTo>
                <a:lnTo>
                  <a:pt x="95559" y="360140"/>
                </a:lnTo>
                <a:lnTo>
                  <a:pt x="77890" y="428720"/>
                </a:lnTo>
                <a:lnTo>
                  <a:pt x="54554" y="486727"/>
                </a:lnTo>
                <a:lnTo>
                  <a:pt x="24407" y="539305"/>
                </a:lnTo>
                <a:lnTo>
                  <a:pt x="7620" y="563879"/>
                </a:lnTo>
                <a:close/>
              </a:path>
              <a:path w="554990" h="563880">
                <a:moveTo>
                  <a:pt x="256032" y="185927"/>
                </a:moveTo>
                <a:lnTo>
                  <a:pt x="225552" y="185927"/>
                </a:lnTo>
                <a:lnTo>
                  <a:pt x="225290" y="167997"/>
                </a:lnTo>
                <a:lnTo>
                  <a:pt x="224599" y="148780"/>
                </a:lnTo>
                <a:lnTo>
                  <a:pt x="223599" y="128277"/>
                </a:lnTo>
                <a:lnTo>
                  <a:pt x="222504" y="108203"/>
                </a:lnTo>
                <a:lnTo>
                  <a:pt x="275844" y="134112"/>
                </a:lnTo>
                <a:lnTo>
                  <a:pt x="256032" y="146303"/>
                </a:lnTo>
                <a:lnTo>
                  <a:pt x="256032" y="185927"/>
                </a:lnTo>
                <a:close/>
              </a:path>
              <a:path w="554990" h="563880">
                <a:moveTo>
                  <a:pt x="420624" y="185927"/>
                </a:moveTo>
                <a:lnTo>
                  <a:pt x="390144" y="185927"/>
                </a:lnTo>
                <a:lnTo>
                  <a:pt x="389902" y="167997"/>
                </a:lnTo>
                <a:lnTo>
                  <a:pt x="389847" y="165544"/>
                </a:lnTo>
                <a:lnTo>
                  <a:pt x="389246" y="148780"/>
                </a:lnTo>
                <a:lnTo>
                  <a:pt x="389142" y="146303"/>
                </a:lnTo>
                <a:lnTo>
                  <a:pt x="388215" y="128277"/>
                </a:lnTo>
                <a:lnTo>
                  <a:pt x="387096" y="109727"/>
                </a:lnTo>
                <a:lnTo>
                  <a:pt x="441960" y="134112"/>
                </a:lnTo>
                <a:lnTo>
                  <a:pt x="420624" y="147827"/>
                </a:lnTo>
                <a:lnTo>
                  <a:pt x="420624" y="185927"/>
                </a:lnTo>
                <a:close/>
              </a:path>
              <a:path w="554990" h="563880">
                <a:moveTo>
                  <a:pt x="134112" y="205739"/>
                </a:moveTo>
                <a:lnTo>
                  <a:pt x="114300" y="185927"/>
                </a:lnTo>
                <a:lnTo>
                  <a:pt x="466344" y="185927"/>
                </a:lnTo>
                <a:lnTo>
                  <a:pt x="498348" y="155447"/>
                </a:lnTo>
                <a:lnTo>
                  <a:pt x="542544" y="201167"/>
                </a:lnTo>
                <a:lnTo>
                  <a:pt x="163068" y="201167"/>
                </a:lnTo>
                <a:lnTo>
                  <a:pt x="134112" y="205739"/>
                </a:lnTo>
                <a:close/>
              </a:path>
              <a:path w="554990" h="563880">
                <a:moveTo>
                  <a:pt x="222504" y="310895"/>
                </a:moveTo>
                <a:lnTo>
                  <a:pt x="224599" y="259460"/>
                </a:lnTo>
                <a:lnTo>
                  <a:pt x="225552" y="201167"/>
                </a:lnTo>
                <a:lnTo>
                  <a:pt x="256032" y="201167"/>
                </a:lnTo>
                <a:lnTo>
                  <a:pt x="256032" y="269747"/>
                </a:lnTo>
                <a:lnTo>
                  <a:pt x="422156" y="269747"/>
                </a:lnTo>
                <a:lnTo>
                  <a:pt x="422552" y="277677"/>
                </a:lnTo>
                <a:lnTo>
                  <a:pt x="423163" y="284987"/>
                </a:lnTo>
                <a:lnTo>
                  <a:pt x="256032" y="284987"/>
                </a:lnTo>
                <a:lnTo>
                  <a:pt x="256032" y="297179"/>
                </a:lnTo>
                <a:lnTo>
                  <a:pt x="222504" y="310895"/>
                </a:lnTo>
                <a:close/>
              </a:path>
              <a:path w="554990" h="563880">
                <a:moveTo>
                  <a:pt x="422156" y="269747"/>
                </a:moveTo>
                <a:lnTo>
                  <a:pt x="390144" y="269747"/>
                </a:lnTo>
                <a:lnTo>
                  <a:pt x="390144" y="201167"/>
                </a:lnTo>
                <a:lnTo>
                  <a:pt x="420624" y="201167"/>
                </a:lnTo>
                <a:lnTo>
                  <a:pt x="420885" y="232576"/>
                </a:lnTo>
                <a:lnTo>
                  <a:pt x="421576" y="258127"/>
                </a:lnTo>
                <a:lnTo>
                  <a:pt x="422156" y="269747"/>
                </a:lnTo>
                <a:close/>
              </a:path>
              <a:path w="554990" h="563880">
                <a:moveTo>
                  <a:pt x="390144" y="306323"/>
                </a:moveTo>
                <a:lnTo>
                  <a:pt x="390144" y="284987"/>
                </a:lnTo>
                <a:lnTo>
                  <a:pt x="423163" y="284987"/>
                </a:lnTo>
                <a:lnTo>
                  <a:pt x="423672" y="291083"/>
                </a:lnTo>
                <a:lnTo>
                  <a:pt x="390144" y="306323"/>
                </a:lnTo>
                <a:close/>
              </a:path>
              <a:path w="554990" h="563880">
                <a:moveTo>
                  <a:pt x="179832" y="353568"/>
                </a:moveTo>
                <a:lnTo>
                  <a:pt x="160020" y="335280"/>
                </a:lnTo>
                <a:lnTo>
                  <a:pt x="411480" y="335280"/>
                </a:lnTo>
                <a:lnTo>
                  <a:pt x="432816" y="313943"/>
                </a:lnTo>
                <a:lnTo>
                  <a:pt x="469392" y="348996"/>
                </a:lnTo>
                <a:lnTo>
                  <a:pt x="201168" y="348996"/>
                </a:lnTo>
                <a:lnTo>
                  <a:pt x="179832" y="353568"/>
                </a:lnTo>
                <a:close/>
              </a:path>
              <a:path w="554990" h="563880">
                <a:moveTo>
                  <a:pt x="80772" y="563879"/>
                </a:moveTo>
                <a:lnTo>
                  <a:pt x="79248" y="554736"/>
                </a:lnTo>
                <a:lnTo>
                  <a:pt x="128784" y="543604"/>
                </a:lnTo>
                <a:lnTo>
                  <a:pt x="176710" y="528596"/>
                </a:lnTo>
                <a:lnTo>
                  <a:pt x="222881" y="509857"/>
                </a:lnTo>
                <a:lnTo>
                  <a:pt x="267151" y="487533"/>
                </a:lnTo>
                <a:lnTo>
                  <a:pt x="309372" y="461772"/>
                </a:lnTo>
                <a:lnTo>
                  <a:pt x="286845" y="437507"/>
                </a:lnTo>
                <a:lnTo>
                  <a:pt x="265176" y="410527"/>
                </a:lnTo>
                <a:lnTo>
                  <a:pt x="244649" y="380976"/>
                </a:lnTo>
                <a:lnTo>
                  <a:pt x="225552" y="348996"/>
                </a:lnTo>
                <a:lnTo>
                  <a:pt x="236220" y="348996"/>
                </a:lnTo>
                <a:lnTo>
                  <a:pt x="259080" y="378142"/>
                </a:lnTo>
                <a:lnTo>
                  <a:pt x="281940" y="403860"/>
                </a:lnTo>
                <a:lnTo>
                  <a:pt x="304800" y="426148"/>
                </a:lnTo>
                <a:lnTo>
                  <a:pt x="327660" y="445008"/>
                </a:lnTo>
                <a:lnTo>
                  <a:pt x="372095" y="445008"/>
                </a:lnTo>
                <a:lnTo>
                  <a:pt x="352044" y="463296"/>
                </a:lnTo>
                <a:lnTo>
                  <a:pt x="390081" y="483108"/>
                </a:lnTo>
                <a:lnTo>
                  <a:pt x="330708" y="483108"/>
                </a:lnTo>
                <a:lnTo>
                  <a:pt x="283500" y="506870"/>
                </a:lnTo>
                <a:lnTo>
                  <a:pt x="235049" y="526901"/>
                </a:lnTo>
                <a:lnTo>
                  <a:pt x="185208" y="543129"/>
                </a:lnTo>
                <a:lnTo>
                  <a:pt x="133831" y="555479"/>
                </a:lnTo>
                <a:lnTo>
                  <a:pt x="80772" y="563879"/>
                </a:lnTo>
                <a:close/>
              </a:path>
              <a:path w="554990" h="563880">
                <a:moveTo>
                  <a:pt x="372095" y="445008"/>
                </a:moveTo>
                <a:lnTo>
                  <a:pt x="327660" y="445008"/>
                </a:lnTo>
                <a:lnTo>
                  <a:pt x="350781" y="421862"/>
                </a:lnTo>
                <a:lnTo>
                  <a:pt x="372046" y="398145"/>
                </a:lnTo>
                <a:lnTo>
                  <a:pt x="391310" y="373856"/>
                </a:lnTo>
                <a:lnTo>
                  <a:pt x="408432" y="348996"/>
                </a:lnTo>
                <a:lnTo>
                  <a:pt x="469392" y="348996"/>
                </a:lnTo>
                <a:lnTo>
                  <a:pt x="445008" y="361188"/>
                </a:lnTo>
                <a:lnTo>
                  <a:pt x="418695" y="393430"/>
                </a:lnTo>
                <a:lnTo>
                  <a:pt x="394525" y="421386"/>
                </a:lnTo>
                <a:lnTo>
                  <a:pt x="372356" y="444769"/>
                </a:lnTo>
                <a:lnTo>
                  <a:pt x="372095" y="445008"/>
                </a:lnTo>
                <a:close/>
              </a:path>
              <a:path w="554990" h="563880">
                <a:moveTo>
                  <a:pt x="509016" y="557784"/>
                </a:moveTo>
                <a:lnTo>
                  <a:pt x="455866" y="544615"/>
                </a:lnTo>
                <a:lnTo>
                  <a:pt x="408432" y="527875"/>
                </a:lnTo>
                <a:lnTo>
                  <a:pt x="366712" y="507420"/>
                </a:lnTo>
                <a:lnTo>
                  <a:pt x="330708" y="483108"/>
                </a:lnTo>
                <a:lnTo>
                  <a:pt x="390081" y="483108"/>
                </a:lnTo>
                <a:lnTo>
                  <a:pt x="393144" y="484703"/>
                </a:lnTo>
                <a:lnTo>
                  <a:pt x="440817" y="500824"/>
                </a:lnTo>
                <a:lnTo>
                  <a:pt x="494776" y="511516"/>
                </a:lnTo>
                <a:lnTo>
                  <a:pt x="554736" y="516636"/>
                </a:lnTo>
                <a:lnTo>
                  <a:pt x="554736" y="525779"/>
                </a:lnTo>
                <a:lnTo>
                  <a:pt x="538162" y="530352"/>
                </a:lnTo>
                <a:lnTo>
                  <a:pt x="525018" y="537210"/>
                </a:lnTo>
                <a:lnTo>
                  <a:pt x="515302" y="546354"/>
                </a:lnTo>
                <a:lnTo>
                  <a:pt x="509016" y="557784"/>
                </a:lnTo>
                <a:close/>
              </a:path>
            </a:pathLst>
          </a:custGeom>
          <a:solidFill>
            <a:srgbClr val="3333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" name="object 15"/>
          <p:cNvSpPr/>
          <p:nvPr/>
        </p:nvSpPr>
        <p:spPr>
          <a:xfrm>
            <a:off x="1901951" y="6565392"/>
            <a:ext cx="6456045" cy="83820"/>
          </a:xfrm>
          <a:custGeom>
            <a:avLst/>
            <a:gdLst/>
            <a:ahLst/>
            <a:cxnLst/>
            <a:rect l="l" t="t" r="r" b="b"/>
            <a:pathLst>
              <a:path w="6456045" h="83820">
                <a:moveTo>
                  <a:pt x="6371844" y="83820"/>
                </a:moveTo>
                <a:lnTo>
                  <a:pt x="6371844" y="0"/>
                </a:lnTo>
                <a:lnTo>
                  <a:pt x="6443246" y="35052"/>
                </a:lnTo>
                <a:lnTo>
                  <a:pt x="6385560" y="35052"/>
                </a:lnTo>
                <a:lnTo>
                  <a:pt x="6385560" y="48768"/>
                </a:lnTo>
                <a:lnTo>
                  <a:pt x="6440696" y="48768"/>
                </a:lnTo>
                <a:lnTo>
                  <a:pt x="6371844" y="83820"/>
                </a:lnTo>
                <a:close/>
              </a:path>
              <a:path w="6456045" h="83820">
                <a:moveTo>
                  <a:pt x="6371844" y="48768"/>
                </a:moveTo>
                <a:lnTo>
                  <a:pt x="0" y="48768"/>
                </a:lnTo>
                <a:lnTo>
                  <a:pt x="0" y="35052"/>
                </a:lnTo>
                <a:lnTo>
                  <a:pt x="6371844" y="35052"/>
                </a:lnTo>
                <a:lnTo>
                  <a:pt x="6371844" y="48768"/>
                </a:lnTo>
                <a:close/>
              </a:path>
              <a:path w="6456045" h="83820">
                <a:moveTo>
                  <a:pt x="6440696" y="48768"/>
                </a:moveTo>
                <a:lnTo>
                  <a:pt x="6385560" y="48768"/>
                </a:lnTo>
                <a:lnTo>
                  <a:pt x="6385560" y="35052"/>
                </a:lnTo>
                <a:lnTo>
                  <a:pt x="6443246" y="35052"/>
                </a:lnTo>
                <a:lnTo>
                  <a:pt x="6455664" y="41148"/>
                </a:lnTo>
                <a:lnTo>
                  <a:pt x="6440696" y="4876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6" name="object 16"/>
          <p:cNvGrpSpPr/>
          <p:nvPr/>
        </p:nvGrpSpPr>
        <p:grpSpPr>
          <a:xfrm>
            <a:off x="8470392" y="6716268"/>
            <a:ext cx="370840" cy="134620"/>
            <a:chOff x="8470392" y="6716268"/>
            <a:chExt cx="370840" cy="134620"/>
          </a:xfrm>
        </p:grpSpPr>
        <p:pic>
          <p:nvPicPr>
            <p:cNvPr id="17" name="object 17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8470392" y="6716268"/>
              <a:ext cx="141731" cy="124968"/>
            </a:xfrm>
            <a:prstGeom prst="rect">
              <a:avLst/>
            </a:prstGeom>
          </p:spPr>
        </p:pic>
        <p:pic>
          <p:nvPicPr>
            <p:cNvPr id="18" name="object 18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8631936" y="6749796"/>
              <a:ext cx="208787" cy="100584"/>
            </a:xfrm>
            <a:prstGeom prst="rect">
              <a:avLst/>
            </a:prstGeom>
          </p:spPr>
        </p:pic>
      </p:grpSp>
      <p:pic>
        <p:nvPicPr>
          <p:cNvPr id="19" name="object 19"/>
          <p:cNvPicPr/>
          <p:nvPr/>
        </p:nvPicPr>
        <p:blipFill>
          <a:blip r:embed="rId5" cstate="print"/>
          <a:stretch>
            <a:fillRect/>
          </a:stretch>
        </p:blipFill>
        <p:spPr>
          <a:xfrm>
            <a:off x="1857755" y="6690359"/>
            <a:ext cx="91440" cy="129540"/>
          </a:xfrm>
          <a:prstGeom prst="rect">
            <a:avLst/>
          </a:prstGeom>
        </p:spPr>
      </p:pic>
      <p:grpSp>
        <p:nvGrpSpPr>
          <p:cNvPr id="20" name="object 20"/>
          <p:cNvGrpSpPr/>
          <p:nvPr/>
        </p:nvGrpSpPr>
        <p:grpSpPr>
          <a:xfrm>
            <a:off x="2429255" y="3415284"/>
            <a:ext cx="10795" cy="3192780"/>
            <a:chOff x="2429255" y="3415284"/>
            <a:chExt cx="10795" cy="3192780"/>
          </a:xfrm>
        </p:grpSpPr>
        <p:sp>
          <p:nvSpPr>
            <p:cNvPr id="21" name="object 21"/>
            <p:cNvSpPr/>
            <p:nvPr/>
          </p:nvSpPr>
          <p:spPr>
            <a:xfrm>
              <a:off x="2434589" y="3427476"/>
              <a:ext cx="0" cy="3180715"/>
            </a:xfrm>
            <a:custGeom>
              <a:avLst/>
              <a:gdLst/>
              <a:ahLst/>
              <a:cxnLst/>
              <a:rect l="l" t="t" r="r" b="b"/>
              <a:pathLst>
                <a:path h="3180715">
                  <a:moveTo>
                    <a:pt x="0" y="0"/>
                  </a:moveTo>
                  <a:lnTo>
                    <a:pt x="0" y="3180588"/>
                  </a:lnTo>
                </a:path>
              </a:pathLst>
            </a:custGeom>
            <a:ln w="10668">
              <a:solidFill>
                <a:srgbClr val="000000"/>
              </a:solidFill>
              <a:prstDash val="sysDot"/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" name="object 22"/>
            <p:cNvSpPr/>
            <p:nvPr/>
          </p:nvSpPr>
          <p:spPr>
            <a:xfrm>
              <a:off x="2429256" y="3415284"/>
              <a:ext cx="10795" cy="455930"/>
            </a:xfrm>
            <a:custGeom>
              <a:avLst/>
              <a:gdLst/>
              <a:ahLst/>
              <a:cxnLst/>
              <a:rect l="l" t="t" r="r" b="b"/>
              <a:pathLst>
                <a:path w="10794" h="455929">
                  <a:moveTo>
                    <a:pt x="10668" y="454152"/>
                  </a:moveTo>
                  <a:lnTo>
                    <a:pt x="0" y="454152"/>
                  </a:lnTo>
                  <a:lnTo>
                    <a:pt x="0" y="455676"/>
                  </a:lnTo>
                  <a:lnTo>
                    <a:pt x="10668" y="455676"/>
                  </a:lnTo>
                  <a:lnTo>
                    <a:pt x="10668" y="454152"/>
                  </a:lnTo>
                  <a:close/>
                </a:path>
                <a:path w="10794" h="455929">
                  <a:moveTo>
                    <a:pt x="10668" y="0"/>
                  </a:moveTo>
                  <a:lnTo>
                    <a:pt x="0" y="0"/>
                  </a:lnTo>
                  <a:lnTo>
                    <a:pt x="0" y="1524"/>
                  </a:lnTo>
                  <a:lnTo>
                    <a:pt x="10668" y="1524"/>
                  </a:lnTo>
                  <a:lnTo>
                    <a:pt x="10668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23" name="object 23"/>
          <p:cNvGrpSpPr/>
          <p:nvPr/>
        </p:nvGrpSpPr>
        <p:grpSpPr>
          <a:xfrm>
            <a:off x="1897380" y="3113532"/>
            <a:ext cx="10795" cy="3495040"/>
            <a:chOff x="1897380" y="3113532"/>
            <a:chExt cx="10795" cy="3495040"/>
          </a:xfrm>
        </p:grpSpPr>
        <p:sp>
          <p:nvSpPr>
            <p:cNvPr id="24" name="object 24"/>
            <p:cNvSpPr/>
            <p:nvPr/>
          </p:nvSpPr>
          <p:spPr>
            <a:xfrm>
              <a:off x="1897380" y="6598920"/>
              <a:ext cx="10795" cy="9525"/>
            </a:xfrm>
            <a:custGeom>
              <a:avLst/>
              <a:gdLst/>
              <a:ahLst/>
              <a:cxnLst/>
              <a:rect l="l" t="t" r="r" b="b"/>
              <a:pathLst>
                <a:path w="10794" h="9525">
                  <a:moveTo>
                    <a:pt x="10668" y="9144"/>
                  </a:moveTo>
                  <a:lnTo>
                    <a:pt x="0" y="9144"/>
                  </a:lnTo>
                  <a:lnTo>
                    <a:pt x="0" y="0"/>
                  </a:lnTo>
                  <a:lnTo>
                    <a:pt x="10668" y="0"/>
                  </a:lnTo>
                  <a:lnTo>
                    <a:pt x="10668" y="9144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" name="object 25"/>
            <p:cNvSpPr/>
            <p:nvPr/>
          </p:nvSpPr>
          <p:spPr>
            <a:xfrm>
              <a:off x="1902714" y="3125724"/>
              <a:ext cx="0" cy="3462654"/>
            </a:xfrm>
            <a:custGeom>
              <a:avLst/>
              <a:gdLst/>
              <a:ahLst/>
              <a:cxnLst/>
              <a:rect l="l" t="t" r="r" b="b"/>
              <a:pathLst>
                <a:path h="3462654">
                  <a:moveTo>
                    <a:pt x="0" y="0"/>
                  </a:moveTo>
                  <a:lnTo>
                    <a:pt x="0" y="3462528"/>
                  </a:lnTo>
                </a:path>
              </a:pathLst>
            </a:custGeom>
            <a:ln w="10668">
              <a:solidFill>
                <a:srgbClr val="000000"/>
              </a:solidFill>
              <a:prstDash val="sysDot"/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" name="object 26"/>
            <p:cNvSpPr/>
            <p:nvPr/>
          </p:nvSpPr>
          <p:spPr>
            <a:xfrm>
              <a:off x="1897380" y="3113531"/>
              <a:ext cx="10795" cy="302260"/>
            </a:xfrm>
            <a:custGeom>
              <a:avLst/>
              <a:gdLst/>
              <a:ahLst/>
              <a:cxnLst/>
              <a:rect l="l" t="t" r="r" b="b"/>
              <a:pathLst>
                <a:path w="10794" h="302260">
                  <a:moveTo>
                    <a:pt x="3048" y="0"/>
                  </a:moveTo>
                  <a:lnTo>
                    <a:pt x="0" y="0"/>
                  </a:lnTo>
                  <a:lnTo>
                    <a:pt x="0" y="3048"/>
                  </a:lnTo>
                  <a:lnTo>
                    <a:pt x="3048" y="3048"/>
                  </a:lnTo>
                  <a:lnTo>
                    <a:pt x="3048" y="0"/>
                  </a:lnTo>
                  <a:close/>
                </a:path>
                <a:path w="10794" h="302260">
                  <a:moveTo>
                    <a:pt x="10668" y="294132"/>
                  </a:moveTo>
                  <a:lnTo>
                    <a:pt x="0" y="294132"/>
                  </a:lnTo>
                  <a:lnTo>
                    <a:pt x="0" y="301752"/>
                  </a:lnTo>
                  <a:lnTo>
                    <a:pt x="10668" y="301752"/>
                  </a:lnTo>
                  <a:lnTo>
                    <a:pt x="10668" y="294132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27" name="object 27"/>
          <p:cNvGrpSpPr/>
          <p:nvPr/>
        </p:nvGrpSpPr>
        <p:grpSpPr>
          <a:xfrm>
            <a:off x="3493008" y="3870959"/>
            <a:ext cx="10795" cy="2737485"/>
            <a:chOff x="3493008" y="3870959"/>
            <a:chExt cx="10795" cy="2737485"/>
          </a:xfrm>
        </p:grpSpPr>
        <p:sp>
          <p:nvSpPr>
            <p:cNvPr id="28" name="object 28"/>
            <p:cNvSpPr/>
            <p:nvPr/>
          </p:nvSpPr>
          <p:spPr>
            <a:xfrm>
              <a:off x="3493008" y="6598920"/>
              <a:ext cx="10795" cy="9525"/>
            </a:xfrm>
            <a:custGeom>
              <a:avLst/>
              <a:gdLst/>
              <a:ahLst/>
              <a:cxnLst/>
              <a:rect l="l" t="t" r="r" b="b"/>
              <a:pathLst>
                <a:path w="10795" h="9525">
                  <a:moveTo>
                    <a:pt x="10668" y="9144"/>
                  </a:moveTo>
                  <a:lnTo>
                    <a:pt x="0" y="9144"/>
                  </a:lnTo>
                  <a:lnTo>
                    <a:pt x="0" y="0"/>
                  </a:lnTo>
                  <a:lnTo>
                    <a:pt x="10668" y="0"/>
                  </a:lnTo>
                  <a:lnTo>
                    <a:pt x="10668" y="9144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" name="object 29"/>
            <p:cNvSpPr/>
            <p:nvPr/>
          </p:nvSpPr>
          <p:spPr>
            <a:xfrm>
              <a:off x="3498342" y="4791455"/>
              <a:ext cx="0" cy="1797050"/>
            </a:xfrm>
            <a:custGeom>
              <a:avLst/>
              <a:gdLst/>
              <a:ahLst/>
              <a:cxnLst/>
              <a:rect l="l" t="t" r="r" b="b"/>
              <a:pathLst>
                <a:path h="1797050">
                  <a:moveTo>
                    <a:pt x="0" y="0"/>
                  </a:moveTo>
                  <a:lnTo>
                    <a:pt x="0" y="1796796"/>
                  </a:lnTo>
                </a:path>
              </a:pathLst>
            </a:custGeom>
            <a:ln w="10668">
              <a:solidFill>
                <a:srgbClr val="000000"/>
              </a:solidFill>
              <a:prstDash val="sysDot"/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" name="object 30"/>
            <p:cNvSpPr/>
            <p:nvPr/>
          </p:nvSpPr>
          <p:spPr>
            <a:xfrm>
              <a:off x="3493008" y="4771643"/>
              <a:ext cx="10795" cy="9525"/>
            </a:xfrm>
            <a:custGeom>
              <a:avLst/>
              <a:gdLst/>
              <a:ahLst/>
              <a:cxnLst/>
              <a:rect l="l" t="t" r="r" b="b"/>
              <a:pathLst>
                <a:path w="10795" h="9525">
                  <a:moveTo>
                    <a:pt x="0" y="9144"/>
                  </a:moveTo>
                  <a:lnTo>
                    <a:pt x="10668" y="9144"/>
                  </a:lnTo>
                  <a:lnTo>
                    <a:pt x="10668" y="0"/>
                  </a:lnTo>
                  <a:lnTo>
                    <a:pt x="0" y="0"/>
                  </a:lnTo>
                  <a:lnTo>
                    <a:pt x="0" y="9144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" name="object 31"/>
            <p:cNvSpPr/>
            <p:nvPr/>
          </p:nvSpPr>
          <p:spPr>
            <a:xfrm>
              <a:off x="3498342" y="3870959"/>
              <a:ext cx="0" cy="911860"/>
            </a:xfrm>
            <a:custGeom>
              <a:avLst/>
              <a:gdLst/>
              <a:ahLst/>
              <a:cxnLst/>
              <a:rect l="l" t="t" r="r" b="b"/>
              <a:pathLst>
                <a:path h="911860">
                  <a:moveTo>
                    <a:pt x="0" y="0"/>
                  </a:moveTo>
                  <a:lnTo>
                    <a:pt x="0" y="911351"/>
                  </a:lnTo>
                </a:path>
              </a:pathLst>
            </a:custGeom>
            <a:ln w="10668">
              <a:solidFill>
                <a:srgbClr val="000000"/>
              </a:solidFill>
              <a:prstDash val="sysDot"/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" name="object 32"/>
            <p:cNvSpPr/>
            <p:nvPr/>
          </p:nvSpPr>
          <p:spPr>
            <a:xfrm>
              <a:off x="3493008" y="4479035"/>
              <a:ext cx="10795" cy="1905"/>
            </a:xfrm>
            <a:custGeom>
              <a:avLst/>
              <a:gdLst/>
              <a:ahLst/>
              <a:cxnLst/>
              <a:rect l="l" t="t" r="r" b="b"/>
              <a:pathLst>
                <a:path w="10795" h="1904">
                  <a:moveTo>
                    <a:pt x="0" y="1524"/>
                  </a:moveTo>
                  <a:lnTo>
                    <a:pt x="10668" y="1524"/>
                  </a:lnTo>
                  <a:lnTo>
                    <a:pt x="10668" y="0"/>
                  </a:lnTo>
                  <a:lnTo>
                    <a:pt x="0" y="0"/>
                  </a:lnTo>
                  <a:lnTo>
                    <a:pt x="0" y="1524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33" name="object 33"/>
          <p:cNvGrpSpPr/>
          <p:nvPr/>
        </p:nvGrpSpPr>
        <p:grpSpPr>
          <a:xfrm>
            <a:off x="3493008" y="3415284"/>
            <a:ext cx="10795" cy="142240"/>
            <a:chOff x="3493008" y="3415284"/>
            <a:chExt cx="10795" cy="142240"/>
          </a:xfrm>
        </p:grpSpPr>
        <p:sp>
          <p:nvSpPr>
            <p:cNvPr id="34" name="object 34"/>
            <p:cNvSpPr/>
            <p:nvPr/>
          </p:nvSpPr>
          <p:spPr>
            <a:xfrm>
              <a:off x="3498342" y="3427476"/>
              <a:ext cx="0" cy="129539"/>
            </a:xfrm>
            <a:custGeom>
              <a:avLst/>
              <a:gdLst/>
              <a:ahLst/>
              <a:cxnLst/>
              <a:rect l="l" t="t" r="r" b="b"/>
              <a:pathLst>
                <a:path h="129539">
                  <a:moveTo>
                    <a:pt x="0" y="0"/>
                  </a:moveTo>
                  <a:lnTo>
                    <a:pt x="0" y="129540"/>
                  </a:lnTo>
                </a:path>
              </a:pathLst>
            </a:custGeom>
            <a:ln w="10668">
              <a:solidFill>
                <a:srgbClr val="000000"/>
              </a:solidFill>
              <a:prstDash val="dot"/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" name="object 35"/>
            <p:cNvSpPr/>
            <p:nvPr/>
          </p:nvSpPr>
          <p:spPr>
            <a:xfrm>
              <a:off x="3493008" y="3415284"/>
              <a:ext cx="10795" cy="1905"/>
            </a:xfrm>
            <a:custGeom>
              <a:avLst/>
              <a:gdLst/>
              <a:ahLst/>
              <a:cxnLst/>
              <a:rect l="l" t="t" r="r" b="b"/>
              <a:pathLst>
                <a:path w="10795" h="1904">
                  <a:moveTo>
                    <a:pt x="0" y="1524"/>
                  </a:moveTo>
                  <a:lnTo>
                    <a:pt x="10668" y="1524"/>
                  </a:lnTo>
                  <a:lnTo>
                    <a:pt x="10668" y="0"/>
                  </a:lnTo>
                  <a:lnTo>
                    <a:pt x="0" y="0"/>
                  </a:lnTo>
                  <a:lnTo>
                    <a:pt x="0" y="1524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36" name="object 36"/>
          <p:cNvGrpSpPr/>
          <p:nvPr/>
        </p:nvGrpSpPr>
        <p:grpSpPr>
          <a:xfrm>
            <a:off x="2961132" y="3870959"/>
            <a:ext cx="10795" cy="2737485"/>
            <a:chOff x="2961132" y="3870959"/>
            <a:chExt cx="10795" cy="2737485"/>
          </a:xfrm>
        </p:grpSpPr>
        <p:sp>
          <p:nvSpPr>
            <p:cNvPr id="37" name="object 37"/>
            <p:cNvSpPr/>
            <p:nvPr/>
          </p:nvSpPr>
          <p:spPr>
            <a:xfrm>
              <a:off x="2961132" y="6598920"/>
              <a:ext cx="10795" cy="9525"/>
            </a:xfrm>
            <a:custGeom>
              <a:avLst/>
              <a:gdLst/>
              <a:ahLst/>
              <a:cxnLst/>
              <a:rect l="l" t="t" r="r" b="b"/>
              <a:pathLst>
                <a:path w="10794" h="9525">
                  <a:moveTo>
                    <a:pt x="10668" y="9144"/>
                  </a:moveTo>
                  <a:lnTo>
                    <a:pt x="0" y="9144"/>
                  </a:lnTo>
                  <a:lnTo>
                    <a:pt x="0" y="0"/>
                  </a:lnTo>
                  <a:lnTo>
                    <a:pt x="10668" y="0"/>
                  </a:lnTo>
                  <a:lnTo>
                    <a:pt x="10668" y="9144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" name="object 38"/>
            <p:cNvSpPr/>
            <p:nvPr/>
          </p:nvSpPr>
          <p:spPr>
            <a:xfrm>
              <a:off x="2966466" y="3870959"/>
              <a:ext cx="0" cy="2717800"/>
            </a:xfrm>
            <a:custGeom>
              <a:avLst/>
              <a:gdLst/>
              <a:ahLst/>
              <a:cxnLst/>
              <a:rect l="l" t="t" r="r" b="b"/>
              <a:pathLst>
                <a:path h="2717800">
                  <a:moveTo>
                    <a:pt x="0" y="0"/>
                  </a:moveTo>
                  <a:lnTo>
                    <a:pt x="0" y="2717292"/>
                  </a:lnTo>
                </a:path>
              </a:pathLst>
            </a:custGeom>
            <a:ln w="10668">
              <a:solidFill>
                <a:srgbClr val="000000"/>
              </a:solidFill>
              <a:prstDash val="sysDot"/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39" name="object 39"/>
          <p:cNvGrpSpPr/>
          <p:nvPr/>
        </p:nvGrpSpPr>
        <p:grpSpPr>
          <a:xfrm>
            <a:off x="2961132" y="3415284"/>
            <a:ext cx="10795" cy="142240"/>
            <a:chOff x="2961132" y="3415284"/>
            <a:chExt cx="10795" cy="142240"/>
          </a:xfrm>
        </p:grpSpPr>
        <p:sp>
          <p:nvSpPr>
            <p:cNvPr id="40" name="object 40"/>
            <p:cNvSpPr/>
            <p:nvPr/>
          </p:nvSpPr>
          <p:spPr>
            <a:xfrm>
              <a:off x="2966466" y="3427476"/>
              <a:ext cx="0" cy="129539"/>
            </a:xfrm>
            <a:custGeom>
              <a:avLst/>
              <a:gdLst/>
              <a:ahLst/>
              <a:cxnLst/>
              <a:rect l="l" t="t" r="r" b="b"/>
              <a:pathLst>
                <a:path h="129539">
                  <a:moveTo>
                    <a:pt x="0" y="0"/>
                  </a:moveTo>
                  <a:lnTo>
                    <a:pt x="0" y="129540"/>
                  </a:lnTo>
                </a:path>
              </a:pathLst>
            </a:custGeom>
            <a:ln w="10668">
              <a:solidFill>
                <a:srgbClr val="000000"/>
              </a:solidFill>
              <a:prstDash val="dot"/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" name="object 41"/>
            <p:cNvSpPr/>
            <p:nvPr/>
          </p:nvSpPr>
          <p:spPr>
            <a:xfrm>
              <a:off x="2961132" y="3415284"/>
              <a:ext cx="10795" cy="1905"/>
            </a:xfrm>
            <a:custGeom>
              <a:avLst/>
              <a:gdLst/>
              <a:ahLst/>
              <a:cxnLst/>
              <a:rect l="l" t="t" r="r" b="b"/>
              <a:pathLst>
                <a:path w="10794" h="1904">
                  <a:moveTo>
                    <a:pt x="0" y="1524"/>
                  </a:moveTo>
                  <a:lnTo>
                    <a:pt x="10668" y="1524"/>
                  </a:lnTo>
                  <a:lnTo>
                    <a:pt x="10668" y="0"/>
                  </a:lnTo>
                  <a:lnTo>
                    <a:pt x="0" y="0"/>
                  </a:lnTo>
                  <a:lnTo>
                    <a:pt x="0" y="1524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42" name="object 42"/>
          <p:cNvGrpSpPr/>
          <p:nvPr/>
        </p:nvGrpSpPr>
        <p:grpSpPr>
          <a:xfrm>
            <a:off x="4024883" y="4780788"/>
            <a:ext cx="10795" cy="1827530"/>
            <a:chOff x="4024883" y="4780788"/>
            <a:chExt cx="10795" cy="1827530"/>
          </a:xfrm>
        </p:grpSpPr>
        <p:sp>
          <p:nvSpPr>
            <p:cNvPr id="43" name="object 43"/>
            <p:cNvSpPr/>
            <p:nvPr/>
          </p:nvSpPr>
          <p:spPr>
            <a:xfrm>
              <a:off x="4024883" y="6598920"/>
              <a:ext cx="10795" cy="9525"/>
            </a:xfrm>
            <a:custGeom>
              <a:avLst/>
              <a:gdLst/>
              <a:ahLst/>
              <a:cxnLst/>
              <a:rect l="l" t="t" r="r" b="b"/>
              <a:pathLst>
                <a:path w="10795" h="9525">
                  <a:moveTo>
                    <a:pt x="10668" y="9144"/>
                  </a:moveTo>
                  <a:lnTo>
                    <a:pt x="0" y="9144"/>
                  </a:lnTo>
                  <a:lnTo>
                    <a:pt x="0" y="0"/>
                  </a:lnTo>
                  <a:lnTo>
                    <a:pt x="10668" y="0"/>
                  </a:lnTo>
                  <a:lnTo>
                    <a:pt x="10668" y="9144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" name="object 44"/>
            <p:cNvSpPr/>
            <p:nvPr/>
          </p:nvSpPr>
          <p:spPr>
            <a:xfrm>
              <a:off x="4030217" y="4952999"/>
              <a:ext cx="0" cy="1635760"/>
            </a:xfrm>
            <a:custGeom>
              <a:avLst/>
              <a:gdLst/>
              <a:ahLst/>
              <a:cxnLst/>
              <a:rect l="l" t="t" r="r" b="b"/>
              <a:pathLst>
                <a:path h="1635759">
                  <a:moveTo>
                    <a:pt x="0" y="0"/>
                  </a:moveTo>
                  <a:lnTo>
                    <a:pt x="0" y="1635252"/>
                  </a:lnTo>
                </a:path>
              </a:pathLst>
            </a:custGeom>
            <a:ln w="10668">
              <a:solidFill>
                <a:srgbClr val="000000"/>
              </a:solidFill>
              <a:prstDash val="sysDot"/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" name="object 45"/>
            <p:cNvSpPr/>
            <p:nvPr/>
          </p:nvSpPr>
          <p:spPr>
            <a:xfrm>
              <a:off x="4024871" y="4934724"/>
              <a:ext cx="10795" cy="304800"/>
            </a:xfrm>
            <a:custGeom>
              <a:avLst/>
              <a:gdLst/>
              <a:ahLst/>
              <a:cxnLst/>
              <a:rect l="l" t="t" r="r" b="b"/>
              <a:pathLst>
                <a:path w="10795" h="304800">
                  <a:moveTo>
                    <a:pt x="10668" y="298691"/>
                  </a:moveTo>
                  <a:lnTo>
                    <a:pt x="0" y="298691"/>
                  </a:lnTo>
                  <a:lnTo>
                    <a:pt x="0" y="304800"/>
                  </a:lnTo>
                  <a:lnTo>
                    <a:pt x="10668" y="304800"/>
                  </a:lnTo>
                  <a:lnTo>
                    <a:pt x="10668" y="298691"/>
                  </a:lnTo>
                  <a:close/>
                </a:path>
                <a:path w="10795" h="304800">
                  <a:moveTo>
                    <a:pt x="10668" y="0"/>
                  </a:moveTo>
                  <a:lnTo>
                    <a:pt x="0" y="0"/>
                  </a:lnTo>
                  <a:lnTo>
                    <a:pt x="0" y="7607"/>
                  </a:lnTo>
                  <a:lnTo>
                    <a:pt x="10668" y="7607"/>
                  </a:lnTo>
                  <a:lnTo>
                    <a:pt x="10668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" name="object 46"/>
            <p:cNvSpPr/>
            <p:nvPr/>
          </p:nvSpPr>
          <p:spPr>
            <a:xfrm>
              <a:off x="4030217" y="4791455"/>
              <a:ext cx="0" cy="143510"/>
            </a:xfrm>
            <a:custGeom>
              <a:avLst/>
              <a:gdLst/>
              <a:ahLst/>
              <a:cxnLst/>
              <a:rect l="l" t="t" r="r" b="b"/>
              <a:pathLst>
                <a:path h="143510">
                  <a:moveTo>
                    <a:pt x="0" y="0"/>
                  </a:moveTo>
                  <a:lnTo>
                    <a:pt x="0" y="143256"/>
                  </a:lnTo>
                </a:path>
              </a:pathLst>
            </a:custGeom>
            <a:ln w="10668">
              <a:solidFill>
                <a:srgbClr val="000000"/>
              </a:solidFill>
              <a:prstDash val="sysDot"/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" name="object 47"/>
            <p:cNvSpPr/>
            <p:nvPr/>
          </p:nvSpPr>
          <p:spPr>
            <a:xfrm>
              <a:off x="4024883" y="4780788"/>
              <a:ext cx="10795" cy="1905"/>
            </a:xfrm>
            <a:custGeom>
              <a:avLst/>
              <a:gdLst/>
              <a:ahLst/>
              <a:cxnLst/>
              <a:rect l="l" t="t" r="r" b="b"/>
              <a:pathLst>
                <a:path w="10795" h="1904">
                  <a:moveTo>
                    <a:pt x="0" y="1523"/>
                  </a:moveTo>
                  <a:lnTo>
                    <a:pt x="10668" y="1523"/>
                  </a:lnTo>
                  <a:lnTo>
                    <a:pt x="10668" y="0"/>
                  </a:lnTo>
                  <a:lnTo>
                    <a:pt x="0" y="0"/>
                  </a:lnTo>
                  <a:lnTo>
                    <a:pt x="0" y="1523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48" name="object 48"/>
          <p:cNvGrpSpPr/>
          <p:nvPr/>
        </p:nvGrpSpPr>
        <p:grpSpPr>
          <a:xfrm>
            <a:off x="4024883" y="4331208"/>
            <a:ext cx="10795" cy="147955"/>
            <a:chOff x="4024883" y="4331208"/>
            <a:chExt cx="10795" cy="147955"/>
          </a:xfrm>
        </p:grpSpPr>
        <p:sp>
          <p:nvSpPr>
            <p:cNvPr id="49" name="object 49"/>
            <p:cNvSpPr/>
            <p:nvPr/>
          </p:nvSpPr>
          <p:spPr>
            <a:xfrm>
              <a:off x="4024883" y="4471416"/>
              <a:ext cx="10795" cy="7620"/>
            </a:xfrm>
            <a:custGeom>
              <a:avLst/>
              <a:gdLst/>
              <a:ahLst/>
              <a:cxnLst/>
              <a:rect l="l" t="t" r="r" b="b"/>
              <a:pathLst>
                <a:path w="10795" h="7620">
                  <a:moveTo>
                    <a:pt x="0" y="7619"/>
                  </a:moveTo>
                  <a:lnTo>
                    <a:pt x="10668" y="7619"/>
                  </a:lnTo>
                  <a:lnTo>
                    <a:pt x="10668" y="0"/>
                  </a:lnTo>
                  <a:lnTo>
                    <a:pt x="0" y="0"/>
                  </a:lnTo>
                  <a:lnTo>
                    <a:pt x="0" y="7619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" name="object 50"/>
            <p:cNvSpPr/>
            <p:nvPr/>
          </p:nvSpPr>
          <p:spPr>
            <a:xfrm>
              <a:off x="4030217" y="4331208"/>
              <a:ext cx="0" cy="129539"/>
            </a:xfrm>
            <a:custGeom>
              <a:avLst/>
              <a:gdLst/>
              <a:ahLst/>
              <a:cxnLst/>
              <a:rect l="l" t="t" r="r" b="b"/>
              <a:pathLst>
                <a:path h="129539">
                  <a:moveTo>
                    <a:pt x="0" y="0"/>
                  </a:moveTo>
                  <a:lnTo>
                    <a:pt x="0" y="129540"/>
                  </a:lnTo>
                </a:path>
              </a:pathLst>
            </a:custGeom>
            <a:ln w="10668">
              <a:solidFill>
                <a:srgbClr val="000000"/>
              </a:solidFill>
              <a:prstDash val="dot"/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51" name="object 51"/>
          <p:cNvGrpSpPr/>
          <p:nvPr/>
        </p:nvGrpSpPr>
        <p:grpSpPr>
          <a:xfrm>
            <a:off x="4024883" y="3415284"/>
            <a:ext cx="10795" cy="603885"/>
            <a:chOff x="4024883" y="3415284"/>
            <a:chExt cx="10795" cy="603885"/>
          </a:xfrm>
        </p:grpSpPr>
        <p:sp>
          <p:nvSpPr>
            <p:cNvPr id="52" name="object 52"/>
            <p:cNvSpPr/>
            <p:nvPr/>
          </p:nvSpPr>
          <p:spPr>
            <a:xfrm>
              <a:off x="4030217" y="3870960"/>
              <a:ext cx="0" cy="147955"/>
            </a:xfrm>
            <a:custGeom>
              <a:avLst/>
              <a:gdLst/>
              <a:ahLst/>
              <a:cxnLst/>
              <a:rect l="l" t="t" r="r" b="b"/>
              <a:pathLst>
                <a:path h="147954">
                  <a:moveTo>
                    <a:pt x="0" y="0"/>
                  </a:moveTo>
                  <a:lnTo>
                    <a:pt x="0" y="147828"/>
                  </a:lnTo>
                </a:path>
              </a:pathLst>
            </a:custGeom>
            <a:ln w="10668">
              <a:solidFill>
                <a:srgbClr val="000000"/>
              </a:solidFill>
              <a:prstDash val="sysDot"/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" name="object 53"/>
            <p:cNvSpPr/>
            <p:nvPr/>
          </p:nvSpPr>
          <p:spPr>
            <a:xfrm>
              <a:off x="4024883" y="3869436"/>
              <a:ext cx="10795" cy="1905"/>
            </a:xfrm>
            <a:custGeom>
              <a:avLst/>
              <a:gdLst/>
              <a:ahLst/>
              <a:cxnLst/>
              <a:rect l="l" t="t" r="r" b="b"/>
              <a:pathLst>
                <a:path w="10795" h="1904">
                  <a:moveTo>
                    <a:pt x="0" y="1523"/>
                  </a:moveTo>
                  <a:lnTo>
                    <a:pt x="10668" y="1523"/>
                  </a:lnTo>
                  <a:lnTo>
                    <a:pt x="10668" y="0"/>
                  </a:lnTo>
                  <a:lnTo>
                    <a:pt x="0" y="0"/>
                  </a:lnTo>
                  <a:lnTo>
                    <a:pt x="0" y="1523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4" name="object 54"/>
            <p:cNvSpPr/>
            <p:nvPr/>
          </p:nvSpPr>
          <p:spPr>
            <a:xfrm>
              <a:off x="4032503" y="3567684"/>
              <a:ext cx="0" cy="291465"/>
            </a:xfrm>
            <a:custGeom>
              <a:avLst/>
              <a:gdLst/>
              <a:ahLst/>
              <a:cxnLst/>
              <a:rect l="l" t="t" r="r" b="b"/>
              <a:pathLst>
                <a:path h="291464">
                  <a:moveTo>
                    <a:pt x="0" y="0"/>
                  </a:moveTo>
                  <a:lnTo>
                    <a:pt x="0" y="291084"/>
                  </a:lnTo>
                </a:path>
              </a:pathLst>
            </a:custGeom>
            <a:ln w="6095">
              <a:solidFill>
                <a:srgbClr val="000000"/>
              </a:solidFill>
              <a:prstDash val="sysDash"/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5" name="object 55"/>
            <p:cNvSpPr/>
            <p:nvPr/>
          </p:nvSpPr>
          <p:spPr>
            <a:xfrm>
              <a:off x="4030217" y="3427476"/>
              <a:ext cx="0" cy="129539"/>
            </a:xfrm>
            <a:custGeom>
              <a:avLst/>
              <a:gdLst/>
              <a:ahLst/>
              <a:cxnLst/>
              <a:rect l="l" t="t" r="r" b="b"/>
              <a:pathLst>
                <a:path h="129539">
                  <a:moveTo>
                    <a:pt x="0" y="0"/>
                  </a:moveTo>
                  <a:lnTo>
                    <a:pt x="0" y="129540"/>
                  </a:lnTo>
                </a:path>
              </a:pathLst>
            </a:custGeom>
            <a:ln w="10668">
              <a:solidFill>
                <a:srgbClr val="000000"/>
              </a:solidFill>
              <a:prstDash val="dot"/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6" name="object 56"/>
            <p:cNvSpPr/>
            <p:nvPr/>
          </p:nvSpPr>
          <p:spPr>
            <a:xfrm>
              <a:off x="4024883" y="3415284"/>
              <a:ext cx="10795" cy="1905"/>
            </a:xfrm>
            <a:custGeom>
              <a:avLst/>
              <a:gdLst/>
              <a:ahLst/>
              <a:cxnLst/>
              <a:rect l="l" t="t" r="r" b="b"/>
              <a:pathLst>
                <a:path w="10795" h="1904">
                  <a:moveTo>
                    <a:pt x="0" y="1524"/>
                  </a:moveTo>
                  <a:lnTo>
                    <a:pt x="10668" y="1524"/>
                  </a:lnTo>
                  <a:lnTo>
                    <a:pt x="10668" y="0"/>
                  </a:lnTo>
                  <a:lnTo>
                    <a:pt x="0" y="0"/>
                  </a:lnTo>
                  <a:lnTo>
                    <a:pt x="0" y="1524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57" name="object 57"/>
          <p:cNvGrpSpPr/>
          <p:nvPr/>
        </p:nvGrpSpPr>
        <p:grpSpPr>
          <a:xfrm>
            <a:off x="5620511" y="6156959"/>
            <a:ext cx="10795" cy="451484"/>
            <a:chOff x="5620511" y="6156959"/>
            <a:chExt cx="10795" cy="451484"/>
          </a:xfrm>
        </p:grpSpPr>
        <p:sp>
          <p:nvSpPr>
            <p:cNvPr id="58" name="object 58"/>
            <p:cNvSpPr/>
            <p:nvPr/>
          </p:nvSpPr>
          <p:spPr>
            <a:xfrm>
              <a:off x="5620511" y="6598920"/>
              <a:ext cx="10795" cy="9525"/>
            </a:xfrm>
            <a:custGeom>
              <a:avLst/>
              <a:gdLst/>
              <a:ahLst/>
              <a:cxnLst/>
              <a:rect l="l" t="t" r="r" b="b"/>
              <a:pathLst>
                <a:path w="10795" h="9525">
                  <a:moveTo>
                    <a:pt x="10668" y="9144"/>
                  </a:moveTo>
                  <a:lnTo>
                    <a:pt x="0" y="9144"/>
                  </a:lnTo>
                  <a:lnTo>
                    <a:pt x="0" y="0"/>
                  </a:lnTo>
                  <a:lnTo>
                    <a:pt x="10668" y="0"/>
                  </a:lnTo>
                  <a:lnTo>
                    <a:pt x="10668" y="9144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9" name="object 59"/>
            <p:cNvSpPr/>
            <p:nvPr/>
          </p:nvSpPr>
          <p:spPr>
            <a:xfrm>
              <a:off x="5625845" y="6156959"/>
              <a:ext cx="0" cy="431800"/>
            </a:xfrm>
            <a:custGeom>
              <a:avLst/>
              <a:gdLst/>
              <a:ahLst/>
              <a:cxnLst/>
              <a:rect l="l" t="t" r="r" b="b"/>
              <a:pathLst>
                <a:path h="431800">
                  <a:moveTo>
                    <a:pt x="0" y="0"/>
                  </a:moveTo>
                  <a:lnTo>
                    <a:pt x="0" y="431292"/>
                  </a:lnTo>
                </a:path>
              </a:pathLst>
            </a:custGeom>
            <a:ln w="10668">
              <a:solidFill>
                <a:srgbClr val="000000"/>
              </a:solidFill>
              <a:prstDash val="sysDot"/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60" name="object 60"/>
          <p:cNvSpPr/>
          <p:nvPr/>
        </p:nvSpPr>
        <p:spPr>
          <a:xfrm>
            <a:off x="5625846" y="5695188"/>
            <a:ext cx="0" cy="151130"/>
          </a:xfrm>
          <a:custGeom>
            <a:avLst/>
            <a:gdLst/>
            <a:ahLst/>
            <a:cxnLst/>
            <a:rect l="l" t="t" r="r" b="b"/>
            <a:pathLst>
              <a:path h="151129">
                <a:moveTo>
                  <a:pt x="0" y="0"/>
                </a:moveTo>
                <a:lnTo>
                  <a:pt x="0" y="150875"/>
                </a:lnTo>
              </a:path>
            </a:pathLst>
          </a:custGeom>
          <a:ln w="10668">
            <a:solidFill>
              <a:srgbClr val="000000"/>
            </a:solidFill>
            <a:prstDash val="sysDot"/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61" name="object 61"/>
          <p:cNvGrpSpPr/>
          <p:nvPr/>
        </p:nvGrpSpPr>
        <p:grpSpPr>
          <a:xfrm>
            <a:off x="5620511" y="4780788"/>
            <a:ext cx="10795" cy="603885"/>
            <a:chOff x="5620511" y="4780788"/>
            <a:chExt cx="10795" cy="603885"/>
          </a:xfrm>
        </p:grpSpPr>
        <p:sp>
          <p:nvSpPr>
            <p:cNvPr id="62" name="object 62"/>
            <p:cNvSpPr/>
            <p:nvPr/>
          </p:nvSpPr>
          <p:spPr>
            <a:xfrm>
              <a:off x="5620512" y="5233415"/>
              <a:ext cx="10795" cy="151130"/>
            </a:xfrm>
            <a:custGeom>
              <a:avLst/>
              <a:gdLst/>
              <a:ahLst/>
              <a:cxnLst/>
              <a:rect l="l" t="t" r="r" b="b"/>
              <a:pathLst>
                <a:path w="10795" h="151129">
                  <a:moveTo>
                    <a:pt x="10668" y="140220"/>
                  </a:moveTo>
                  <a:lnTo>
                    <a:pt x="0" y="140220"/>
                  </a:lnTo>
                  <a:lnTo>
                    <a:pt x="0" y="150888"/>
                  </a:lnTo>
                  <a:lnTo>
                    <a:pt x="10668" y="150888"/>
                  </a:lnTo>
                  <a:lnTo>
                    <a:pt x="10668" y="140220"/>
                  </a:lnTo>
                  <a:close/>
                </a:path>
                <a:path w="10795" h="151129">
                  <a:moveTo>
                    <a:pt x="10668" y="120408"/>
                  </a:moveTo>
                  <a:lnTo>
                    <a:pt x="0" y="120408"/>
                  </a:lnTo>
                  <a:lnTo>
                    <a:pt x="0" y="131076"/>
                  </a:lnTo>
                  <a:lnTo>
                    <a:pt x="10668" y="131076"/>
                  </a:lnTo>
                  <a:lnTo>
                    <a:pt x="10668" y="120408"/>
                  </a:lnTo>
                  <a:close/>
                </a:path>
                <a:path w="10795" h="151129">
                  <a:moveTo>
                    <a:pt x="10668" y="100584"/>
                  </a:moveTo>
                  <a:lnTo>
                    <a:pt x="0" y="100584"/>
                  </a:lnTo>
                  <a:lnTo>
                    <a:pt x="0" y="111252"/>
                  </a:lnTo>
                  <a:lnTo>
                    <a:pt x="10668" y="111252"/>
                  </a:lnTo>
                  <a:lnTo>
                    <a:pt x="10668" y="100584"/>
                  </a:lnTo>
                  <a:close/>
                </a:path>
                <a:path w="10795" h="151129">
                  <a:moveTo>
                    <a:pt x="10668" y="80772"/>
                  </a:moveTo>
                  <a:lnTo>
                    <a:pt x="0" y="80772"/>
                  </a:lnTo>
                  <a:lnTo>
                    <a:pt x="0" y="91440"/>
                  </a:lnTo>
                  <a:lnTo>
                    <a:pt x="10668" y="91440"/>
                  </a:lnTo>
                  <a:lnTo>
                    <a:pt x="10668" y="80772"/>
                  </a:lnTo>
                  <a:close/>
                </a:path>
                <a:path w="10795" h="151129">
                  <a:moveTo>
                    <a:pt x="10668" y="60960"/>
                  </a:moveTo>
                  <a:lnTo>
                    <a:pt x="0" y="60960"/>
                  </a:lnTo>
                  <a:lnTo>
                    <a:pt x="0" y="70104"/>
                  </a:lnTo>
                  <a:lnTo>
                    <a:pt x="10668" y="70104"/>
                  </a:lnTo>
                  <a:lnTo>
                    <a:pt x="10668" y="60960"/>
                  </a:lnTo>
                  <a:close/>
                </a:path>
                <a:path w="10795" h="151129">
                  <a:moveTo>
                    <a:pt x="10668" y="41148"/>
                  </a:moveTo>
                  <a:lnTo>
                    <a:pt x="0" y="41148"/>
                  </a:lnTo>
                  <a:lnTo>
                    <a:pt x="0" y="50292"/>
                  </a:lnTo>
                  <a:lnTo>
                    <a:pt x="10668" y="50292"/>
                  </a:lnTo>
                  <a:lnTo>
                    <a:pt x="10668" y="41148"/>
                  </a:lnTo>
                  <a:close/>
                </a:path>
                <a:path w="10795" h="151129">
                  <a:moveTo>
                    <a:pt x="10668" y="19812"/>
                  </a:moveTo>
                  <a:lnTo>
                    <a:pt x="0" y="19812"/>
                  </a:lnTo>
                  <a:lnTo>
                    <a:pt x="0" y="30480"/>
                  </a:lnTo>
                  <a:lnTo>
                    <a:pt x="10668" y="30480"/>
                  </a:lnTo>
                  <a:lnTo>
                    <a:pt x="10668" y="19812"/>
                  </a:lnTo>
                  <a:close/>
                </a:path>
                <a:path w="10795" h="151129">
                  <a:moveTo>
                    <a:pt x="10668" y="0"/>
                  </a:moveTo>
                  <a:lnTo>
                    <a:pt x="0" y="0"/>
                  </a:lnTo>
                  <a:lnTo>
                    <a:pt x="0" y="6108"/>
                  </a:lnTo>
                  <a:lnTo>
                    <a:pt x="0" y="10668"/>
                  </a:lnTo>
                  <a:lnTo>
                    <a:pt x="10668" y="10668"/>
                  </a:lnTo>
                  <a:lnTo>
                    <a:pt x="10668" y="6108"/>
                  </a:lnTo>
                  <a:lnTo>
                    <a:pt x="10668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3" name="object 63"/>
            <p:cNvSpPr/>
            <p:nvPr/>
          </p:nvSpPr>
          <p:spPr>
            <a:xfrm>
              <a:off x="5628131" y="4952999"/>
              <a:ext cx="0" cy="271780"/>
            </a:xfrm>
            <a:custGeom>
              <a:avLst/>
              <a:gdLst/>
              <a:ahLst/>
              <a:cxnLst/>
              <a:rect l="l" t="t" r="r" b="b"/>
              <a:pathLst>
                <a:path h="271779">
                  <a:moveTo>
                    <a:pt x="0" y="0"/>
                  </a:moveTo>
                  <a:lnTo>
                    <a:pt x="0" y="271271"/>
                  </a:lnTo>
                </a:path>
              </a:pathLst>
            </a:custGeom>
            <a:ln w="6096">
              <a:solidFill>
                <a:srgbClr val="000000"/>
              </a:solidFill>
              <a:prstDash val="dot"/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4" name="object 64"/>
            <p:cNvSpPr/>
            <p:nvPr/>
          </p:nvSpPr>
          <p:spPr>
            <a:xfrm>
              <a:off x="5620511" y="4934712"/>
              <a:ext cx="10795" cy="7620"/>
            </a:xfrm>
            <a:custGeom>
              <a:avLst/>
              <a:gdLst/>
              <a:ahLst/>
              <a:cxnLst/>
              <a:rect l="l" t="t" r="r" b="b"/>
              <a:pathLst>
                <a:path w="10795" h="7620">
                  <a:moveTo>
                    <a:pt x="0" y="7619"/>
                  </a:moveTo>
                  <a:lnTo>
                    <a:pt x="10668" y="7619"/>
                  </a:lnTo>
                  <a:lnTo>
                    <a:pt x="10668" y="0"/>
                  </a:lnTo>
                  <a:lnTo>
                    <a:pt x="0" y="0"/>
                  </a:lnTo>
                  <a:lnTo>
                    <a:pt x="0" y="7619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5" name="object 65"/>
            <p:cNvSpPr/>
            <p:nvPr/>
          </p:nvSpPr>
          <p:spPr>
            <a:xfrm>
              <a:off x="5625845" y="4791455"/>
              <a:ext cx="0" cy="143510"/>
            </a:xfrm>
            <a:custGeom>
              <a:avLst/>
              <a:gdLst/>
              <a:ahLst/>
              <a:cxnLst/>
              <a:rect l="l" t="t" r="r" b="b"/>
              <a:pathLst>
                <a:path h="143510">
                  <a:moveTo>
                    <a:pt x="0" y="0"/>
                  </a:moveTo>
                  <a:lnTo>
                    <a:pt x="0" y="143256"/>
                  </a:lnTo>
                </a:path>
              </a:pathLst>
            </a:custGeom>
            <a:ln w="10668">
              <a:solidFill>
                <a:srgbClr val="000000"/>
              </a:solidFill>
              <a:prstDash val="sysDot"/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6" name="object 66"/>
            <p:cNvSpPr/>
            <p:nvPr/>
          </p:nvSpPr>
          <p:spPr>
            <a:xfrm>
              <a:off x="5620511" y="4780788"/>
              <a:ext cx="10795" cy="1905"/>
            </a:xfrm>
            <a:custGeom>
              <a:avLst/>
              <a:gdLst/>
              <a:ahLst/>
              <a:cxnLst/>
              <a:rect l="l" t="t" r="r" b="b"/>
              <a:pathLst>
                <a:path w="10795" h="1904">
                  <a:moveTo>
                    <a:pt x="0" y="1523"/>
                  </a:moveTo>
                  <a:lnTo>
                    <a:pt x="10668" y="1523"/>
                  </a:lnTo>
                  <a:lnTo>
                    <a:pt x="10668" y="0"/>
                  </a:lnTo>
                  <a:lnTo>
                    <a:pt x="0" y="0"/>
                  </a:lnTo>
                  <a:lnTo>
                    <a:pt x="0" y="1523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67" name="object 67"/>
          <p:cNvGrpSpPr/>
          <p:nvPr/>
        </p:nvGrpSpPr>
        <p:grpSpPr>
          <a:xfrm>
            <a:off x="5620511" y="3113532"/>
            <a:ext cx="10795" cy="1365885"/>
            <a:chOff x="5620511" y="3113532"/>
            <a:chExt cx="10795" cy="1365885"/>
          </a:xfrm>
        </p:grpSpPr>
        <p:sp>
          <p:nvSpPr>
            <p:cNvPr id="68" name="object 68"/>
            <p:cNvSpPr/>
            <p:nvPr/>
          </p:nvSpPr>
          <p:spPr>
            <a:xfrm>
              <a:off x="5620511" y="4471416"/>
              <a:ext cx="10795" cy="7620"/>
            </a:xfrm>
            <a:custGeom>
              <a:avLst/>
              <a:gdLst/>
              <a:ahLst/>
              <a:cxnLst/>
              <a:rect l="l" t="t" r="r" b="b"/>
              <a:pathLst>
                <a:path w="10795" h="7620">
                  <a:moveTo>
                    <a:pt x="0" y="7619"/>
                  </a:moveTo>
                  <a:lnTo>
                    <a:pt x="10668" y="7619"/>
                  </a:lnTo>
                  <a:lnTo>
                    <a:pt x="10668" y="0"/>
                  </a:lnTo>
                  <a:lnTo>
                    <a:pt x="0" y="0"/>
                  </a:lnTo>
                  <a:lnTo>
                    <a:pt x="0" y="7619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9" name="object 69"/>
            <p:cNvSpPr/>
            <p:nvPr/>
          </p:nvSpPr>
          <p:spPr>
            <a:xfrm>
              <a:off x="5625845" y="3125724"/>
              <a:ext cx="0" cy="1335405"/>
            </a:xfrm>
            <a:custGeom>
              <a:avLst/>
              <a:gdLst/>
              <a:ahLst/>
              <a:cxnLst/>
              <a:rect l="l" t="t" r="r" b="b"/>
              <a:pathLst>
                <a:path h="1335404">
                  <a:moveTo>
                    <a:pt x="0" y="0"/>
                  </a:moveTo>
                  <a:lnTo>
                    <a:pt x="0" y="1335024"/>
                  </a:lnTo>
                </a:path>
              </a:pathLst>
            </a:custGeom>
            <a:ln w="10668">
              <a:solidFill>
                <a:srgbClr val="000000"/>
              </a:solidFill>
              <a:prstDash val="sysDot"/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0" name="object 70"/>
            <p:cNvSpPr/>
            <p:nvPr/>
          </p:nvSpPr>
          <p:spPr>
            <a:xfrm>
              <a:off x="5620511" y="3113532"/>
              <a:ext cx="10795" cy="3175"/>
            </a:xfrm>
            <a:custGeom>
              <a:avLst/>
              <a:gdLst/>
              <a:ahLst/>
              <a:cxnLst/>
              <a:rect l="l" t="t" r="r" b="b"/>
              <a:pathLst>
                <a:path w="10795" h="3175">
                  <a:moveTo>
                    <a:pt x="10668" y="3048"/>
                  </a:moveTo>
                  <a:lnTo>
                    <a:pt x="0" y="3048"/>
                  </a:lnTo>
                  <a:lnTo>
                    <a:pt x="0" y="0"/>
                  </a:lnTo>
                  <a:lnTo>
                    <a:pt x="10668" y="0"/>
                  </a:lnTo>
                  <a:lnTo>
                    <a:pt x="10668" y="3048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71" name="object 71"/>
          <p:cNvGrpSpPr/>
          <p:nvPr/>
        </p:nvGrpSpPr>
        <p:grpSpPr>
          <a:xfrm>
            <a:off x="5088635" y="5695188"/>
            <a:ext cx="10795" cy="913130"/>
            <a:chOff x="5088635" y="5695188"/>
            <a:chExt cx="10795" cy="913130"/>
          </a:xfrm>
        </p:grpSpPr>
        <p:sp>
          <p:nvSpPr>
            <p:cNvPr id="72" name="object 72"/>
            <p:cNvSpPr/>
            <p:nvPr/>
          </p:nvSpPr>
          <p:spPr>
            <a:xfrm>
              <a:off x="5088635" y="6598920"/>
              <a:ext cx="10795" cy="9525"/>
            </a:xfrm>
            <a:custGeom>
              <a:avLst/>
              <a:gdLst/>
              <a:ahLst/>
              <a:cxnLst/>
              <a:rect l="l" t="t" r="r" b="b"/>
              <a:pathLst>
                <a:path w="10795" h="9525">
                  <a:moveTo>
                    <a:pt x="10668" y="9144"/>
                  </a:moveTo>
                  <a:lnTo>
                    <a:pt x="0" y="9144"/>
                  </a:lnTo>
                  <a:lnTo>
                    <a:pt x="0" y="0"/>
                  </a:lnTo>
                  <a:lnTo>
                    <a:pt x="10668" y="0"/>
                  </a:lnTo>
                  <a:lnTo>
                    <a:pt x="10668" y="9144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3" name="object 73"/>
            <p:cNvSpPr/>
            <p:nvPr/>
          </p:nvSpPr>
          <p:spPr>
            <a:xfrm>
              <a:off x="5093969" y="5695188"/>
              <a:ext cx="0" cy="893444"/>
            </a:xfrm>
            <a:custGeom>
              <a:avLst/>
              <a:gdLst/>
              <a:ahLst/>
              <a:cxnLst/>
              <a:rect l="l" t="t" r="r" b="b"/>
              <a:pathLst>
                <a:path h="893445">
                  <a:moveTo>
                    <a:pt x="0" y="0"/>
                  </a:moveTo>
                  <a:lnTo>
                    <a:pt x="0" y="893063"/>
                  </a:lnTo>
                </a:path>
              </a:pathLst>
            </a:custGeom>
            <a:ln w="10668">
              <a:solidFill>
                <a:srgbClr val="000000"/>
              </a:solidFill>
              <a:prstDash val="sysDot"/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74" name="object 74"/>
          <p:cNvSpPr/>
          <p:nvPr/>
        </p:nvSpPr>
        <p:spPr>
          <a:xfrm>
            <a:off x="5088623" y="5239524"/>
            <a:ext cx="10795" cy="144780"/>
          </a:xfrm>
          <a:custGeom>
            <a:avLst/>
            <a:gdLst/>
            <a:ahLst/>
            <a:cxnLst/>
            <a:rect l="l" t="t" r="r" b="b"/>
            <a:pathLst>
              <a:path w="10795" h="144779">
                <a:moveTo>
                  <a:pt x="10668" y="134112"/>
                </a:moveTo>
                <a:lnTo>
                  <a:pt x="0" y="134112"/>
                </a:lnTo>
                <a:lnTo>
                  <a:pt x="0" y="144780"/>
                </a:lnTo>
                <a:lnTo>
                  <a:pt x="10668" y="144780"/>
                </a:lnTo>
                <a:lnTo>
                  <a:pt x="10668" y="134112"/>
                </a:lnTo>
                <a:close/>
              </a:path>
              <a:path w="10795" h="144779">
                <a:moveTo>
                  <a:pt x="10668" y="114300"/>
                </a:moveTo>
                <a:lnTo>
                  <a:pt x="0" y="114300"/>
                </a:lnTo>
                <a:lnTo>
                  <a:pt x="0" y="124968"/>
                </a:lnTo>
                <a:lnTo>
                  <a:pt x="10668" y="124968"/>
                </a:lnTo>
                <a:lnTo>
                  <a:pt x="10668" y="114300"/>
                </a:lnTo>
                <a:close/>
              </a:path>
              <a:path w="10795" h="144779">
                <a:moveTo>
                  <a:pt x="10668" y="94475"/>
                </a:moveTo>
                <a:lnTo>
                  <a:pt x="0" y="94475"/>
                </a:lnTo>
                <a:lnTo>
                  <a:pt x="0" y="105143"/>
                </a:lnTo>
                <a:lnTo>
                  <a:pt x="10668" y="105143"/>
                </a:lnTo>
                <a:lnTo>
                  <a:pt x="10668" y="94475"/>
                </a:lnTo>
                <a:close/>
              </a:path>
              <a:path w="10795" h="144779">
                <a:moveTo>
                  <a:pt x="10668" y="74663"/>
                </a:moveTo>
                <a:lnTo>
                  <a:pt x="0" y="74663"/>
                </a:lnTo>
                <a:lnTo>
                  <a:pt x="0" y="85331"/>
                </a:lnTo>
                <a:lnTo>
                  <a:pt x="10668" y="85331"/>
                </a:lnTo>
                <a:lnTo>
                  <a:pt x="10668" y="74663"/>
                </a:lnTo>
                <a:close/>
              </a:path>
              <a:path w="10795" h="144779">
                <a:moveTo>
                  <a:pt x="10668" y="54851"/>
                </a:moveTo>
                <a:lnTo>
                  <a:pt x="0" y="54851"/>
                </a:lnTo>
                <a:lnTo>
                  <a:pt x="0" y="63995"/>
                </a:lnTo>
                <a:lnTo>
                  <a:pt x="10668" y="63995"/>
                </a:lnTo>
                <a:lnTo>
                  <a:pt x="10668" y="54851"/>
                </a:lnTo>
                <a:close/>
              </a:path>
              <a:path w="10795" h="144779">
                <a:moveTo>
                  <a:pt x="10668" y="35039"/>
                </a:moveTo>
                <a:lnTo>
                  <a:pt x="0" y="35039"/>
                </a:lnTo>
                <a:lnTo>
                  <a:pt x="0" y="44183"/>
                </a:lnTo>
                <a:lnTo>
                  <a:pt x="10668" y="44183"/>
                </a:lnTo>
                <a:lnTo>
                  <a:pt x="10668" y="35039"/>
                </a:lnTo>
                <a:close/>
              </a:path>
              <a:path w="10795" h="144779">
                <a:moveTo>
                  <a:pt x="10668" y="13703"/>
                </a:moveTo>
                <a:lnTo>
                  <a:pt x="0" y="13703"/>
                </a:lnTo>
                <a:lnTo>
                  <a:pt x="0" y="24371"/>
                </a:lnTo>
                <a:lnTo>
                  <a:pt x="10668" y="24371"/>
                </a:lnTo>
                <a:lnTo>
                  <a:pt x="10668" y="13703"/>
                </a:lnTo>
                <a:close/>
              </a:path>
              <a:path w="10795" h="144779">
                <a:moveTo>
                  <a:pt x="10668" y="0"/>
                </a:moveTo>
                <a:lnTo>
                  <a:pt x="0" y="0"/>
                </a:lnTo>
                <a:lnTo>
                  <a:pt x="0" y="4559"/>
                </a:lnTo>
                <a:lnTo>
                  <a:pt x="10668" y="4559"/>
                </a:lnTo>
                <a:lnTo>
                  <a:pt x="10668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75" name="object 75"/>
          <p:cNvGrpSpPr/>
          <p:nvPr/>
        </p:nvGrpSpPr>
        <p:grpSpPr>
          <a:xfrm>
            <a:off x="5088635" y="4780788"/>
            <a:ext cx="10795" cy="154305"/>
            <a:chOff x="5088635" y="4780788"/>
            <a:chExt cx="10795" cy="154305"/>
          </a:xfrm>
        </p:grpSpPr>
        <p:sp>
          <p:nvSpPr>
            <p:cNvPr id="76" name="object 76"/>
            <p:cNvSpPr/>
            <p:nvPr/>
          </p:nvSpPr>
          <p:spPr>
            <a:xfrm>
              <a:off x="5093969" y="4791455"/>
              <a:ext cx="0" cy="143510"/>
            </a:xfrm>
            <a:custGeom>
              <a:avLst/>
              <a:gdLst/>
              <a:ahLst/>
              <a:cxnLst/>
              <a:rect l="l" t="t" r="r" b="b"/>
              <a:pathLst>
                <a:path h="143510">
                  <a:moveTo>
                    <a:pt x="0" y="0"/>
                  </a:moveTo>
                  <a:lnTo>
                    <a:pt x="0" y="143256"/>
                  </a:lnTo>
                </a:path>
              </a:pathLst>
            </a:custGeom>
            <a:ln w="10668">
              <a:solidFill>
                <a:srgbClr val="000000"/>
              </a:solidFill>
              <a:prstDash val="sysDot"/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7" name="object 77"/>
            <p:cNvSpPr/>
            <p:nvPr/>
          </p:nvSpPr>
          <p:spPr>
            <a:xfrm>
              <a:off x="5088635" y="4780788"/>
              <a:ext cx="10795" cy="1905"/>
            </a:xfrm>
            <a:custGeom>
              <a:avLst/>
              <a:gdLst/>
              <a:ahLst/>
              <a:cxnLst/>
              <a:rect l="l" t="t" r="r" b="b"/>
              <a:pathLst>
                <a:path w="10795" h="1904">
                  <a:moveTo>
                    <a:pt x="0" y="1523"/>
                  </a:moveTo>
                  <a:lnTo>
                    <a:pt x="10668" y="1523"/>
                  </a:lnTo>
                  <a:lnTo>
                    <a:pt x="10668" y="0"/>
                  </a:lnTo>
                  <a:lnTo>
                    <a:pt x="0" y="0"/>
                  </a:lnTo>
                  <a:lnTo>
                    <a:pt x="0" y="1523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78" name="object 78"/>
          <p:cNvGrpSpPr/>
          <p:nvPr/>
        </p:nvGrpSpPr>
        <p:grpSpPr>
          <a:xfrm>
            <a:off x="5088635" y="3113532"/>
            <a:ext cx="10795" cy="1365885"/>
            <a:chOff x="5088635" y="3113532"/>
            <a:chExt cx="10795" cy="1365885"/>
          </a:xfrm>
        </p:grpSpPr>
        <p:sp>
          <p:nvSpPr>
            <p:cNvPr id="79" name="object 79"/>
            <p:cNvSpPr/>
            <p:nvPr/>
          </p:nvSpPr>
          <p:spPr>
            <a:xfrm>
              <a:off x="5088635" y="4471416"/>
              <a:ext cx="10795" cy="7620"/>
            </a:xfrm>
            <a:custGeom>
              <a:avLst/>
              <a:gdLst/>
              <a:ahLst/>
              <a:cxnLst/>
              <a:rect l="l" t="t" r="r" b="b"/>
              <a:pathLst>
                <a:path w="10795" h="7620">
                  <a:moveTo>
                    <a:pt x="0" y="7619"/>
                  </a:moveTo>
                  <a:lnTo>
                    <a:pt x="10668" y="7619"/>
                  </a:lnTo>
                  <a:lnTo>
                    <a:pt x="10668" y="0"/>
                  </a:lnTo>
                  <a:lnTo>
                    <a:pt x="0" y="0"/>
                  </a:lnTo>
                  <a:lnTo>
                    <a:pt x="0" y="7619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0" name="object 80"/>
            <p:cNvSpPr/>
            <p:nvPr/>
          </p:nvSpPr>
          <p:spPr>
            <a:xfrm>
              <a:off x="5093969" y="3427476"/>
              <a:ext cx="0" cy="1033780"/>
            </a:xfrm>
            <a:custGeom>
              <a:avLst/>
              <a:gdLst/>
              <a:ahLst/>
              <a:cxnLst/>
              <a:rect l="l" t="t" r="r" b="b"/>
              <a:pathLst>
                <a:path h="1033779">
                  <a:moveTo>
                    <a:pt x="0" y="0"/>
                  </a:moveTo>
                  <a:lnTo>
                    <a:pt x="0" y="1033272"/>
                  </a:lnTo>
                </a:path>
              </a:pathLst>
            </a:custGeom>
            <a:ln w="10668">
              <a:solidFill>
                <a:srgbClr val="000000"/>
              </a:solidFill>
              <a:prstDash val="sysDot"/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1" name="object 81"/>
            <p:cNvSpPr/>
            <p:nvPr/>
          </p:nvSpPr>
          <p:spPr>
            <a:xfrm>
              <a:off x="5088635" y="3407664"/>
              <a:ext cx="10795" cy="7620"/>
            </a:xfrm>
            <a:custGeom>
              <a:avLst/>
              <a:gdLst/>
              <a:ahLst/>
              <a:cxnLst/>
              <a:rect l="l" t="t" r="r" b="b"/>
              <a:pathLst>
                <a:path w="10795" h="7620">
                  <a:moveTo>
                    <a:pt x="0" y="7619"/>
                  </a:moveTo>
                  <a:lnTo>
                    <a:pt x="10668" y="7619"/>
                  </a:lnTo>
                  <a:lnTo>
                    <a:pt x="10668" y="0"/>
                  </a:lnTo>
                  <a:lnTo>
                    <a:pt x="0" y="0"/>
                  </a:lnTo>
                  <a:lnTo>
                    <a:pt x="0" y="7619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2" name="object 82"/>
            <p:cNvSpPr/>
            <p:nvPr/>
          </p:nvSpPr>
          <p:spPr>
            <a:xfrm>
              <a:off x="5093969" y="3125724"/>
              <a:ext cx="0" cy="291465"/>
            </a:xfrm>
            <a:custGeom>
              <a:avLst/>
              <a:gdLst/>
              <a:ahLst/>
              <a:cxnLst/>
              <a:rect l="l" t="t" r="r" b="b"/>
              <a:pathLst>
                <a:path h="291464">
                  <a:moveTo>
                    <a:pt x="0" y="0"/>
                  </a:moveTo>
                  <a:lnTo>
                    <a:pt x="0" y="291083"/>
                  </a:lnTo>
                </a:path>
              </a:pathLst>
            </a:custGeom>
            <a:ln w="10668">
              <a:solidFill>
                <a:srgbClr val="000000"/>
              </a:solidFill>
              <a:prstDash val="sysDot"/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3" name="object 83"/>
            <p:cNvSpPr/>
            <p:nvPr/>
          </p:nvSpPr>
          <p:spPr>
            <a:xfrm>
              <a:off x="5093207" y="3113532"/>
              <a:ext cx="6350" cy="3175"/>
            </a:xfrm>
            <a:custGeom>
              <a:avLst/>
              <a:gdLst/>
              <a:ahLst/>
              <a:cxnLst/>
              <a:rect l="l" t="t" r="r" b="b"/>
              <a:pathLst>
                <a:path w="6350" h="3175">
                  <a:moveTo>
                    <a:pt x="0" y="3048"/>
                  </a:moveTo>
                  <a:lnTo>
                    <a:pt x="6096" y="3048"/>
                  </a:lnTo>
                  <a:lnTo>
                    <a:pt x="6096" y="0"/>
                  </a:lnTo>
                  <a:lnTo>
                    <a:pt x="0" y="0"/>
                  </a:lnTo>
                  <a:lnTo>
                    <a:pt x="0" y="3048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84" name="object 84"/>
          <p:cNvSpPr/>
          <p:nvPr/>
        </p:nvSpPr>
        <p:spPr>
          <a:xfrm>
            <a:off x="6684264" y="6156959"/>
            <a:ext cx="10795" cy="142240"/>
          </a:xfrm>
          <a:custGeom>
            <a:avLst/>
            <a:gdLst/>
            <a:ahLst/>
            <a:cxnLst/>
            <a:rect l="l" t="t" r="r" b="b"/>
            <a:pathLst>
              <a:path w="10795" h="142239">
                <a:moveTo>
                  <a:pt x="10668" y="140220"/>
                </a:moveTo>
                <a:lnTo>
                  <a:pt x="0" y="140220"/>
                </a:lnTo>
                <a:lnTo>
                  <a:pt x="0" y="141744"/>
                </a:lnTo>
                <a:lnTo>
                  <a:pt x="10668" y="141744"/>
                </a:lnTo>
                <a:lnTo>
                  <a:pt x="10668" y="140220"/>
                </a:lnTo>
                <a:close/>
              </a:path>
              <a:path w="10795" h="142239">
                <a:moveTo>
                  <a:pt x="10668" y="120396"/>
                </a:moveTo>
                <a:lnTo>
                  <a:pt x="0" y="120396"/>
                </a:lnTo>
                <a:lnTo>
                  <a:pt x="0" y="131076"/>
                </a:lnTo>
                <a:lnTo>
                  <a:pt x="10668" y="131076"/>
                </a:lnTo>
                <a:lnTo>
                  <a:pt x="10668" y="120396"/>
                </a:lnTo>
                <a:close/>
              </a:path>
              <a:path w="10795" h="142239">
                <a:moveTo>
                  <a:pt x="10668" y="100596"/>
                </a:moveTo>
                <a:lnTo>
                  <a:pt x="0" y="100596"/>
                </a:lnTo>
                <a:lnTo>
                  <a:pt x="0" y="111252"/>
                </a:lnTo>
                <a:lnTo>
                  <a:pt x="10668" y="111252"/>
                </a:lnTo>
                <a:lnTo>
                  <a:pt x="10668" y="100596"/>
                </a:lnTo>
                <a:close/>
              </a:path>
              <a:path w="10795" h="142239">
                <a:moveTo>
                  <a:pt x="10668" y="80772"/>
                </a:moveTo>
                <a:lnTo>
                  <a:pt x="0" y="80772"/>
                </a:lnTo>
                <a:lnTo>
                  <a:pt x="0" y="89928"/>
                </a:lnTo>
                <a:lnTo>
                  <a:pt x="10668" y="89928"/>
                </a:lnTo>
                <a:lnTo>
                  <a:pt x="10668" y="80772"/>
                </a:lnTo>
                <a:close/>
              </a:path>
              <a:path w="10795" h="142239">
                <a:moveTo>
                  <a:pt x="10668" y="60972"/>
                </a:moveTo>
                <a:lnTo>
                  <a:pt x="0" y="60972"/>
                </a:lnTo>
                <a:lnTo>
                  <a:pt x="0" y="70104"/>
                </a:lnTo>
                <a:lnTo>
                  <a:pt x="10668" y="70104"/>
                </a:lnTo>
                <a:lnTo>
                  <a:pt x="10668" y="60972"/>
                </a:lnTo>
                <a:close/>
              </a:path>
              <a:path w="10795" h="142239">
                <a:moveTo>
                  <a:pt x="10668" y="39624"/>
                </a:moveTo>
                <a:lnTo>
                  <a:pt x="0" y="39624"/>
                </a:lnTo>
                <a:lnTo>
                  <a:pt x="0" y="50292"/>
                </a:lnTo>
                <a:lnTo>
                  <a:pt x="10668" y="50292"/>
                </a:lnTo>
                <a:lnTo>
                  <a:pt x="10668" y="39624"/>
                </a:lnTo>
                <a:close/>
              </a:path>
              <a:path w="10795" h="142239">
                <a:moveTo>
                  <a:pt x="10668" y="19812"/>
                </a:moveTo>
                <a:lnTo>
                  <a:pt x="0" y="19812"/>
                </a:lnTo>
                <a:lnTo>
                  <a:pt x="0" y="30480"/>
                </a:lnTo>
                <a:lnTo>
                  <a:pt x="10668" y="30480"/>
                </a:lnTo>
                <a:lnTo>
                  <a:pt x="10668" y="19812"/>
                </a:lnTo>
                <a:close/>
              </a:path>
              <a:path w="10795" h="142239">
                <a:moveTo>
                  <a:pt x="10668" y="0"/>
                </a:moveTo>
                <a:lnTo>
                  <a:pt x="0" y="0"/>
                </a:lnTo>
                <a:lnTo>
                  <a:pt x="0" y="10668"/>
                </a:lnTo>
                <a:lnTo>
                  <a:pt x="10668" y="10668"/>
                </a:lnTo>
                <a:lnTo>
                  <a:pt x="10668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85" name="object 85"/>
          <p:cNvGrpSpPr/>
          <p:nvPr/>
        </p:nvGrpSpPr>
        <p:grpSpPr>
          <a:xfrm>
            <a:off x="6684264" y="3113532"/>
            <a:ext cx="10795" cy="2733040"/>
            <a:chOff x="6684264" y="3113532"/>
            <a:chExt cx="10795" cy="2733040"/>
          </a:xfrm>
        </p:grpSpPr>
        <p:sp>
          <p:nvSpPr>
            <p:cNvPr id="86" name="object 86"/>
            <p:cNvSpPr/>
            <p:nvPr/>
          </p:nvSpPr>
          <p:spPr>
            <a:xfrm>
              <a:off x="6689598" y="5695188"/>
              <a:ext cx="0" cy="151130"/>
            </a:xfrm>
            <a:custGeom>
              <a:avLst/>
              <a:gdLst/>
              <a:ahLst/>
              <a:cxnLst/>
              <a:rect l="l" t="t" r="r" b="b"/>
              <a:pathLst>
                <a:path h="151129">
                  <a:moveTo>
                    <a:pt x="0" y="0"/>
                  </a:moveTo>
                  <a:lnTo>
                    <a:pt x="0" y="150875"/>
                  </a:lnTo>
                </a:path>
              </a:pathLst>
            </a:custGeom>
            <a:ln w="10668">
              <a:solidFill>
                <a:srgbClr val="000000"/>
              </a:solidFill>
              <a:prstDash val="sysDot"/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7" name="object 87"/>
            <p:cNvSpPr/>
            <p:nvPr/>
          </p:nvSpPr>
          <p:spPr>
            <a:xfrm>
              <a:off x="6691884" y="5394960"/>
              <a:ext cx="0" cy="291465"/>
            </a:xfrm>
            <a:custGeom>
              <a:avLst/>
              <a:gdLst/>
              <a:ahLst/>
              <a:cxnLst/>
              <a:rect l="l" t="t" r="r" b="b"/>
              <a:pathLst>
                <a:path h="291464">
                  <a:moveTo>
                    <a:pt x="0" y="0"/>
                  </a:moveTo>
                  <a:lnTo>
                    <a:pt x="0" y="291084"/>
                  </a:lnTo>
                </a:path>
              </a:pathLst>
            </a:custGeom>
            <a:ln w="6096">
              <a:solidFill>
                <a:srgbClr val="000000"/>
              </a:solidFill>
              <a:prstDash val="dashDot"/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8" name="object 88"/>
            <p:cNvSpPr/>
            <p:nvPr/>
          </p:nvSpPr>
          <p:spPr>
            <a:xfrm>
              <a:off x="6689598" y="3125724"/>
              <a:ext cx="0" cy="2258695"/>
            </a:xfrm>
            <a:custGeom>
              <a:avLst/>
              <a:gdLst/>
              <a:ahLst/>
              <a:cxnLst/>
              <a:rect l="l" t="t" r="r" b="b"/>
              <a:pathLst>
                <a:path h="2258695">
                  <a:moveTo>
                    <a:pt x="0" y="0"/>
                  </a:moveTo>
                  <a:lnTo>
                    <a:pt x="0" y="2258568"/>
                  </a:lnTo>
                </a:path>
              </a:pathLst>
            </a:custGeom>
            <a:ln w="10668">
              <a:solidFill>
                <a:srgbClr val="000000"/>
              </a:solidFill>
              <a:prstDash val="sysDot"/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9" name="object 89"/>
            <p:cNvSpPr/>
            <p:nvPr/>
          </p:nvSpPr>
          <p:spPr>
            <a:xfrm>
              <a:off x="6684264" y="3113532"/>
              <a:ext cx="10795" cy="3175"/>
            </a:xfrm>
            <a:custGeom>
              <a:avLst/>
              <a:gdLst/>
              <a:ahLst/>
              <a:cxnLst/>
              <a:rect l="l" t="t" r="r" b="b"/>
              <a:pathLst>
                <a:path w="10795" h="3175">
                  <a:moveTo>
                    <a:pt x="10668" y="3048"/>
                  </a:moveTo>
                  <a:lnTo>
                    <a:pt x="0" y="3048"/>
                  </a:lnTo>
                  <a:lnTo>
                    <a:pt x="0" y="0"/>
                  </a:lnTo>
                  <a:lnTo>
                    <a:pt x="10668" y="0"/>
                  </a:lnTo>
                  <a:lnTo>
                    <a:pt x="10668" y="3048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90" name="object 90"/>
          <p:cNvGrpSpPr/>
          <p:nvPr/>
        </p:nvGrpSpPr>
        <p:grpSpPr>
          <a:xfrm>
            <a:off x="6152387" y="6156959"/>
            <a:ext cx="10795" cy="451484"/>
            <a:chOff x="6152387" y="6156959"/>
            <a:chExt cx="10795" cy="451484"/>
          </a:xfrm>
        </p:grpSpPr>
        <p:sp>
          <p:nvSpPr>
            <p:cNvPr id="91" name="object 91"/>
            <p:cNvSpPr/>
            <p:nvPr/>
          </p:nvSpPr>
          <p:spPr>
            <a:xfrm>
              <a:off x="6152375" y="6598932"/>
              <a:ext cx="10795" cy="9525"/>
            </a:xfrm>
            <a:custGeom>
              <a:avLst/>
              <a:gdLst/>
              <a:ahLst/>
              <a:cxnLst/>
              <a:rect l="l" t="t" r="r" b="b"/>
              <a:pathLst>
                <a:path w="10795" h="9525">
                  <a:moveTo>
                    <a:pt x="10668" y="0"/>
                  </a:moveTo>
                  <a:lnTo>
                    <a:pt x="0" y="0"/>
                  </a:lnTo>
                  <a:lnTo>
                    <a:pt x="0" y="4572"/>
                  </a:lnTo>
                  <a:lnTo>
                    <a:pt x="0" y="9144"/>
                  </a:lnTo>
                  <a:lnTo>
                    <a:pt x="10668" y="9144"/>
                  </a:lnTo>
                  <a:lnTo>
                    <a:pt x="10668" y="4572"/>
                  </a:lnTo>
                  <a:lnTo>
                    <a:pt x="10668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2" name="object 92"/>
            <p:cNvSpPr/>
            <p:nvPr/>
          </p:nvSpPr>
          <p:spPr>
            <a:xfrm>
              <a:off x="6153911" y="6316980"/>
              <a:ext cx="0" cy="271780"/>
            </a:xfrm>
            <a:custGeom>
              <a:avLst/>
              <a:gdLst/>
              <a:ahLst/>
              <a:cxnLst/>
              <a:rect l="l" t="t" r="r" b="b"/>
              <a:pathLst>
                <a:path h="271779">
                  <a:moveTo>
                    <a:pt x="0" y="0"/>
                  </a:moveTo>
                  <a:lnTo>
                    <a:pt x="0" y="271271"/>
                  </a:lnTo>
                </a:path>
              </a:pathLst>
            </a:custGeom>
            <a:ln w="3175">
              <a:solidFill>
                <a:srgbClr val="000000"/>
              </a:solidFill>
              <a:prstDash val="dash"/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3" name="object 93"/>
            <p:cNvSpPr/>
            <p:nvPr/>
          </p:nvSpPr>
          <p:spPr>
            <a:xfrm>
              <a:off x="6152375" y="6156960"/>
              <a:ext cx="10795" cy="151130"/>
            </a:xfrm>
            <a:custGeom>
              <a:avLst/>
              <a:gdLst/>
              <a:ahLst/>
              <a:cxnLst/>
              <a:rect l="l" t="t" r="r" b="b"/>
              <a:pathLst>
                <a:path w="10795" h="151129">
                  <a:moveTo>
                    <a:pt x="10668" y="140220"/>
                  </a:moveTo>
                  <a:lnTo>
                    <a:pt x="0" y="140220"/>
                  </a:lnTo>
                  <a:lnTo>
                    <a:pt x="0" y="141744"/>
                  </a:lnTo>
                  <a:lnTo>
                    <a:pt x="0" y="150876"/>
                  </a:lnTo>
                  <a:lnTo>
                    <a:pt x="10668" y="150876"/>
                  </a:lnTo>
                  <a:lnTo>
                    <a:pt x="10668" y="141744"/>
                  </a:lnTo>
                  <a:lnTo>
                    <a:pt x="10668" y="140220"/>
                  </a:lnTo>
                  <a:close/>
                </a:path>
                <a:path w="10795" h="151129">
                  <a:moveTo>
                    <a:pt x="10668" y="120396"/>
                  </a:moveTo>
                  <a:lnTo>
                    <a:pt x="0" y="120396"/>
                  </a:lnTo>
                  <a:lnTo>
                    <a:pt x="0" y="131076"/>
                  </a:lnTo>
                  <a:lnTo>
                    <a:pt x="10668" y="131076"/>
                  </a:lnTo>
                  <a:lnTo>
                    <a:pt x="10668" y="120396"/>
                  </a:lnTo>
                  <a:close/>
                </a:path>
                <a:path w="10795" h="151129">
                  <a:moveTo>
                    <a:pt x="10668" y="100596"/>
                  </a:moveTo>
                  <a:lnTo>
                    <a:pt x="0" y="100596"/>
                  </a:lnTo>
                  <a:lnTo>
                    <a:pt x="0" y="111252"/>
                  </a:lnTo>
                  <a:lnTo>
                    <a:pt x="10668" y="111252"/>
                  </a:lnTo>
                  <a:lnTo>
                    <a:pt x="10668" y="100596"/>
                  </a:lnTo>
                  <a:close/>
                </a:path>
                <a:path w="10795" h="151129">
                  <a:moveTo>
                    <a:pt x="10668" y="80772"/>
                  </a:moveTo>
                  <a:lnTo>
                    <a:pt x="0" y="80772"/>
                  </a:lnTo>
                  <a:lnTo>
                    <a:pt x="0" y="89928"/>
                  </a:lnTo>
                  <a:lnTo>
                    <a:pt x="10668" y="89928"/>
                  </a:lnTo>
                  <a:lnTo>
                    <a:pt x="10668" y="80772"/>
                  </a:lnTo>
                  <a:close/>
                </a:path>
                <a:path w="10795" h="151129">
                  <a:moveTo>
                    <a:pt x="10668" y="60972"/>
                  </a:moveTo>
                  <a:lnTo>
                    <a:pt x="0" y="60972"/>
                  </a:lnTo>
                  <a:lnTo>
                    <a:pt x="0" y="70104"/>
                  </a:lnTo>
                  <a:lnTo>
                    <a:pt x="10668" y="70104"/>
                  </a:lnTo>
                  <a:lnTo>
                    <a:pt x="10668" y="60972"/>
                  </a:lnTo>
                  <a:close/>
                </a:path>
                <a:path w="10795" h="151129">
                  <a:moveTo>
                    <a:pt x="10668" y="39624"/>
                  </a:moveTo>
                  <a:lnTo>
                    <a:pt x="0" y="39624"/>
                  </a:lnTo>
                  <a:lnTo>
                    <a:pt x="0" y="50292"/>
                  </a:lnTo>
                  <a:lnTo>
                    <a:pt x="10668" y="50292"/>
                  </a:lnTo>
                  <a:lnTo>
                    <a:pt x="10668" y="39624"/>
                  </a:lnTo>
                  <a:close/>
                </a:path>
                <a:path w="10795" h="151129">
                  <a:moveTo>
                    <a:pt x="10668" y="19812"/>
                  </a:moveTo>
                  <a:lnTo>
                    <a:pt x="0" y="19812"/>
                  </a:lnTo>
                  <a:lnTo>
                    <a:pt x="0" y="30480"/>
                  </a:lnTo>
                  <a:lnTo>
                    <a:pt x="10668" y="30480"/>
                  </a:lnTo>
                  <a:lnTo>
                    <a:pt x="10668" y="19812"/>
                  </a:lnTo>
                  <a:close/>
                </a:path>
                <a:path w="10795" h="151129">
                  <a:moveTo>
                    <a:pt x="10668" y="0"/>
                  </a:moveTo>
                  <a:lnTo>
                    <a:pt x="0" y="0"/>
                  </a:lnTo>
                  <a:lnTo>
                    <a:pt x="0" y="10668"/>
                  </a:lnTo>
                  <a:lnTo>
                    <a:pt x="10668" y="10668"/>
                  </a:lnTo>
                  <a:lnTo>
                    <a:pt x="10668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94" name="object 94"/>
          <p:cNvSpPr/>
          <p:nvPr/>
        </p:nvSpPr>
        <p:spPr>
          <a:xfrm>
            <a:off x="6157721" y="5695188"/>
            <a:ext cx="0" cy="151130"/>
          </a:xfrm>
          <a:custGeom>
            <a:avLst/>
            <a:gdLst/>
            <a:ahLst/>
            <a:cxnLst/>
            <a:rect l="l" t="t" r="r" b="b"/>
            <a:pathLst>
              <a:path h="151129">
                <a:moveTo>
                  <a:pt x="0" y="0"/>
                </a:moveTo>
                <a:lnTo>
                  <a:pt x="0" y="150875"/>
                </a:lnTo>
              </a:path>
            </a:pathLst>
          </a:custGeom>
          <a:ln w="10668">
            <a:solidFill>
              <a:srgbClr val="000000"/>
            </a:solidFill>
            <a:prstDash val="sysDot"/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95" name="object 95"/>
          <p:cNvGrpSpPr/>
          <p:nvPr/>
        </p:nvGrpSpPr>
        <p:grpSpPr>
          <a:xfrm>
            <a:off x="6152387" y="3113532"/>
            <a:ext cx="10795" cy="2270760"/>
            <a:chOff x="6152387" y="3113532"/>
            <a:chExt cx="10795" cy="2270760"/>
          </a:xfrm>
        </p:grpSpPr>
        <p:sp>
          <p:nvSpPr>
            <p:cNvPr id="96" name="object 96"/>
            <p:cNvSpPr/>
            <p:nvPr/>
          </p:nvSpPr>
          <p:spPr>
            <a:xfrm>
              <a:off x="6157721" y="4791455"/>
              <a:ext cx="0" cy="593090"/>
            </a:xfrm>
            <a:custGeom>
              <a:avLst/>
              <a:gdLst/>
              <a:ahLst/>
              <a:cxnLst/>
              <a:rect l="l" t="t" r="r" b="b"/>
              <a:pathLst>
                <a:path h="593089">
                  <a:moveTo>
                    <a:pt x="0" y="0"/>
                  </a:moveTo>
                  <a:lnTo>
                    <a:pt x="0" y="592836"/>
                  </a:lnTo>
                </a:path>
              </a:pathLst>
            </a:custGeom>
            <a:ln w="10668">
              <a:solidFill>
                <a:srgbClr val="000000"/>
              </a:solidFill>
              <a:prstDash val="sysDot"/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7" name="object 97"/>
            <p:cNvSpPr/>
            <p:nvPr/>
          </p:nvSpPr>
          <p:spPr>
            <a:xfrm>
              <a:off x="6152375" y="4479036"/>
              <a:ext cx="10795" cy="303530"/>
            </a:xfrm>
            <a:custGeom>
              <a:avLst/>
              <a:gdLst/>
              <a:ahLst/>
              <a:cxnLst/>
              <a:rect l="l" t="t" r="r" b="b"/>
              <a:pathLst>
                <a:path w="10795" h="303529">
                  <a:moveTo>
                    <a:pt x="10668" y="292608"/>
                  </a:moveTo>
                  <a:lnTo>
                    <a:pt x="0" y="292608"/>
                  </a:lnTo>
                  <a:lnTo>
                    <a:pt x="0" y="301764"/>
                  </a:lnTo>
                  <a:lnTo>
                    <a:pt x="0" y="303276"/>
                  </a:lnTo>
                  <a:lnTo>
                    <a:pt x="10668" y="303276"/>
                  </a:lnTo>
                  <a:lnTo>
                    <a:pt x="10668" y="301764"/>
                  </a:lnTo>
                  <a:lnTo>
                    <a:pt x="10668" y="292608"/>
                  </a:lnTo>
                  <a:close/>
                </a:path>
                <a:path w="10795" h="303529">
                  <a:moveTo>
                    <a:pt x="10668" y="272796"/>
                  </a:moveTo>
                  <a:lnTo>
                    <a:pt x="4584" y="272796"/>
                  </a:lnTo>
                  <a:lnTo>
                    <a:pt x="4584" y="283464"/>
                  </a:lnTo>
                  <a:lnTo>
                    <a:pt x="10668" y="283464"/>
                  </a:lnTo>
                  <a:lnTo>
                    <a:pt x="10668" y="272796"/>
                  </a:lnTo>
                  <a:close/>
                </a:path>
                <a:path w="10795" h="303529">
                  <a:moveTo>
                    <a:pt x="10668" y="252984"/>
                  </a:moveTo>
                  <a:lnTo>
                    <a:pt x="4584" y="252984"/>
                  </a:lnTo>
                  <a:lnTo>
                    <a:pt x="4584" y="263652"/>
                  </a:lnTo>
                  <a:lnTo>
                    <a:pt x="10668" y="263652"/>
                  </a:lnTo>
                  <a:lnTo>
                    <a:pt x="10668" y="252984"/>
                  </a:lnTo>
                  <a:close/>
                </a:path>
                <a:path w="10795" h="303529">
                  <a:moveTo>
                    <a:pt x="10668" y="233172"/>
                  </a:moveTo>
                  <a:lnTo>
                    <a:pt x="4584" y="233172"/>
                  </a:lnTo>
                  <a:lnTo>
                    <a:pt x="4584" y="242316"/>
                  </a:lnTo>
                  <a:lnTo>
                    <a:pt x="10668" y="242316"/>
                  </a:lnTo>
                  <a:lnTo>
                    <a:pt x="10668" y="233172"/>
                  </a:lnTo>
                  <a:close/>
                </a:path>
                <a:path w="10795" h="303529">
                  <a:moveTo>
                    <a:pt x="10668" y="213360"/>
                  </a:moveTo>
                  <a:lnTo>
                    <a:pt x="4584" y="213360"/>
                  </a:lnTo>
                  <a:lnTo>
                    <a:pt x="4584" y="222504"/>
                  </a:lnTo>
                  <a:lnTo>
                    <a:pt x="10668" y="222504"/>
                  </a:lnTo>
                  <a:lnTo>
                    <a:pt x="10668" y="213360"/>
                  </a:lnTo>
                  <a:close/>
                </a:path>
                <a:path w="10795" h="303529">
                  <a:moveTo>
                    <a:pt x="10668" y="192024"/>
                  </a:moveTo>
                  <a:lnTo>
                    <a:pt x="4584" y="192024"/>
                  </a:lnTo>
                  <a:lnTo>
                    <a:pt x="4584" y="202692"/>
                  </a:lnTo>
                  <a:lnTo>
                    <a:pt x="10668" y="202692"/>
                  </a:lnTo>
                  <a:lnTo>
                    <a:pt x="10668" y="192024"/>
                  </a:lnTo>
                  <a:close/>
                </a:path>
                <a:path w="10795" h="303529">
                  <a:moveTo>
                    <a:pt x="10668" y="172212"/>
                  </a:moveTo>
                  <a:lnTo>
                    <a:pt x="4584" y="172212"/>
                  </a:lnTo>
                  <a:lnTo>
                    <a:pt x="4584" y="182880"/>
                  </a:lnTo>
                  <a:lnTo>
                    <a:pt x="10668" y="182880"/>
                  </a:lnTo>
                  <a:lnTo>
                    <a:pt x="10668" y="172212"/>
                  </a:lnTo>
                  <a:close/>
                </a:path>
                <a:path w="10795" h="303529">
                  <a:moveTo>
                    <a:pt x="10668" y="152400"/>
                  </a:moveTo>
                  <a:lnTo>
                    <a:pt x="4584" y="152400"/>
                  </a:lnTo>
                  <a:lnTo>
                    <a:pt x="4584" y="163068"/>
                  </a:lnTo>
                  <a:lnTo>
                    <a:pt x="10668" y="163068"/>
                  </a:lnTo>
                  <a:lnTo>
                    <a:pt x="10668" y="152400"/>
                  </a:lnTo>
                  <a:close/>
                </a:path>
                <a:path w="10795" h="303529">
                  <a:moveTo>
                    <a:pt x="10668" y="132588"/>
                  </a:moveTo>
                  <a:lnTo>
                    <a:pt x="4584" y="132588"/>
                  </a:lnTo>
                  <a:lnTo>
                    <a:pt x="4584" y="143256"/>
                  </a:lnTo>
                  <a:lnTo>
                    <a:pt x="10668" y="143256"/>
                  </a:lnTo>
                  <a:lnTo>
                    <a:pt x="10668" y="132588"/>
                  </a:lnTo>
                  <a:close/>
                </a:path>
                <a:path w="10795" h="303529">
                  <a:moveTo>
                    <a:pt x="10668" y="112776"/>
                  </a:moveTo>
                  <a:lnTo>
                    <a:pt x="4584" y="112776"/>
                  </a:lnTo>
                  <a:lnTo>
                    <a:pt x="4584" y="121920"/>
                  </a:lnTo>
                  <a:lnTo>
                    <a:pt x="10668" y="121920"/>
                  </a:lnTo>
                  <a:lnTo>
                    <a:pt x="10668" y="112776"/>
                  </a:lnTo>
                  <a:close/>
                </a:path>
                <a:path w="10795" h="303529">
                  <a:moveTo>
                    <a:pt x="10668" y="92964"/>
                  </a:moveTo>
                  <a:lnTo>
                    <a:pt x="4584" y="92964"/>
                  </a:lnTo>
                  <a:lnTo>
                    <a:pt x="4584" y="102108"/>
                  </a:lnTo>
                  <a:lnTo>
                    <a:pt x="10668" y="102108"/>
                  </a:lnTo>
                  <a:lnTo>
                    <a:pt x="10668" y="92964"/>
                  </a:lnTo>
                  <a:close/>
                </a:path>
                <a:path w="10795" h="303529">
                  <a:moveTo>
                    <a:pt x="10668" y="71628"/>
                  </a:moveTo>
                  <a:lnTo>
                    <a:pt x="4584" y="71628"/>
                  </a:lnTo>
                  <a:lnTo>
                    <a:pt x="4584" y="82296"/>
                  </a:lnTo>
                  <a:lnTo>
                    <a:pt x="10668" y="82296"/>
                  </a:lnTo>
                  <a:lnTo>
                    <a:pt x="10668" y="71628"/>
                  </a:lnTo>
                  <a:close/>
                </a:path>
                <a:path w="10795" h="303529">
                  <a:moveTo>
                    <a:pt x="10668" y="51816"/>
                  </a:moveTo>
                  <a:lnTo>
                    <a:pt x="4584" y="51816"/>
                  </a:lnTo>
                  <a:lnTo>
                    <a:pt x="4584" y="62484"/>
                  </a:lnTo>
                  <a:lnTo>
                    <a:pt x="10668" y="62484"/>
                  </a:lnTo>
                  <a:lnTo>
                    <a:pt x="10668" y="51816"/>
                  </a:lnTo>
                  <a:close/>
                </a:path>
                <a:path w="10795" h="303529">
                  <a:moveTo>
                    <a:pt x="10668" y="32004"/>
                  </a:moveTo>
                  <a:lnTo>
                    <a:pt x="4584" y="32004"/>
                  </a:lnTo>
                  <a:lnTo>
                    <a:pt x="4584" y="42672"/>
                  </a:lnTo>
                  <a:lnTo>
                    <a:pt x="10668" y="42672"/>
                  </a:lnTo>
                  <a:lnTo>
                    <a:pt x="10668" y="32004"/>
                  </a:lnTo>
                  <a:close/>
                </a:path>
                <a:path w="10795" h="303529">
                  <a:moveTo>
                    <a:pt x="10668" y="12204"/>
                  </a:moveTo>
                  <a:lnTo>
                    <a:pt x="4584" y="12204"/>
                  </a:lnTo>
                  <a:lnTo>
                    <a:pt x="4584" y="22872"/>
                  </a:lnTo>
                  <a:lnTo>
                    <a:pt x="10668" y="22872"/>
                  </a:lnTo>
                  <a:lnTo>
                    <a:pt x="10668" y="12204"/>
                  </a:lnTo>
                  <a:close/>
                </a:path>
                <a:path w="10795" h="303529">
                  <a:moveTo>
                    <a:pt x="10668" y="0"/>
                  </a:moveTo>
                  <a:lnTo>
                    <a:pt x="0" y="0"/>
                  </a:lnTo>
                  <a:lnTo>
                    <a:pt x="0" y="1536"/>
                  </a:lnTo>
                  <a:lnTo>
                    <a:pt x="10668" y="1536"/>
                  </a:lnTo>
                  <a:lnTo>
                    <a:pt x="10668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8" name="object 98"/>
            <p:cNvSpPr/>
            <p:nvPr/>
          </p:nvSpPr>
          <p:spPr>
            <a:xfrm>
              <a:off x="6157721" y="3125724"/>
              <a:ext cx="0" cy="1353820"/>
            </a:xfrm>
            <a:custGeom>
              <a:avLst/>
              <a:gdLst/>
              <a:ahLst/>
              <a:cxnLst/>
              <a:rect l="l" t="t" r="r" b="b"/>
              <a:pathLst>
                <a:path h="1353820">
                  <a:moveTo>
                    <a:pt x="0" y="0"/>
                  </a:moveTo>
                  <a:lnTo>
                    <a:pt x="0" y="1353311"/>
                  </a:lnTo>
                </a:path>
              </a:pathLst>
            </a:custGeom>
            <a:ln w="10668">
              <a:solidFill>
                <a:srgbClr val="000000"/>
              </a:solidFill>
              <a:prstDash val="sysDot"/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9" name="object 99"/>
            <p:cNvSpPr/>
            <p:nvPr/>
          </p:nvSpPr>
          <p:spPr>
            <a:xfrm>
              <a:off x="6152387" y="3113532"/>
              <a:ext cx="10795" cy="3175"/>
            </a:xfrm>
            <a:custGeom>
              <a:avLst/>
              <a:gdLst/>
              <a:ahLst/>
              <a:cxnLst/>
              <a:rect l="l" t="t" r="r" b="b"/>
              <a:pathLst>
                <a:path w="10795" h="3175">
                  <a:moveTo>
                    <a:pt x="10668" y="3048"/>
                  </a:moveTo>
                  <a:lnTo>
                    <a:pt x="0" y="3048"/>
                  </a:lnTo>
                  <a:lnTo>
                    <a:pt x="0" y="0"/>
                  </a:lnTo>
                  <a:lnTo>
                    <a:pt x="10668" y="0"/>
                  </a:lnTo>
                  <a:lnTo>
                    <a:pt x="10668" y="3048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00" name="object 100"/>
          <p:cNvGrpSpPr/>
          <p:nvPr/>
        </p:nvGrpSpPr>
        <p:grpSpPr>
          <a:xfrm>
            <a:off x="7748016" y="3125723"/>
            <a:ext cx="10795" cy="3482340"/>
            <a:chOff x="7748016" y="3125723"/>
            <a:chExt cx="10795" cy="3482340"/>
          </a:xfrm>
        </p:grpSpPr>
        <p:sp>
          <p:nvSpPr>
            <p:cNvPr id="101" name="object 101"/>
            <p:cNvSpPr/>
            <p:nvPr/>
          </p:nvSpPr>
          <p:spPr>
            <a:xfrm>
              <a:off x="7748003" y="6598932"/>
              <a:ext cx="10795" cy="9525"/>
            </a:xfrm>
            <a:custGeom>
              <a:avLst/>
              <a:gdLst/>
              <a:ahLst/>
              <a:cxnLst/>
              <a:rect l="l" t="t" r="r" b="b"/>
              <a:pathLst>
                <a:path w="10795" h="9525">
                  <a:moveTo>
                    <a:pt x="10668" y="0"/>
                  </a:moveTo>
                  <a:lnTo>
                    <a:pt x="0" y="0"/>
                  </a:lnTo>
                  <a:lnTo>
                    <a:pt x="0" y="4572"/>
                  </a:lnTo>
                  <a:lnTo>
                    <a:pt x="0" y="9144"/>
                  </a:lnTo>
                  <a:lnTo>
                    <a:pt x="10668" y="9144"/>
                  </a:lnTo>
                  <a:lnTo>
                    <a:pt x="10668" y="4572"/>
                  </a:lnTo>
                  <a:lnTo>
                    <a:pt x="10668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2" name="object 102"/>
            <p:cNvSpPr/>
            <p:nvPr/>
          </p:nvSpPr>
          <p:spPr>
            <a:xfrm>
              <a:off x="7753350" y="3125723"/>
              <a:ext cx="0" cy="3462654"/>
            </a:xfrm>
            <a:custGeom>
              <a:avLst/>
              <a:gdLst/>
              <a:ahLst/>
              <a:cxnLst/>
              <a:rect l="l" t="t" r="r" b="b"/>
              <a:pathLst>
                <a:path h="3462654">
                  <a:moveTo>
                    <a:pt x="0" y="0"/>
                  </a:moveTo>
                  <a:lnTo>
                    <a:pt x="0" y="3462528"/>
                  </a:lnTo>
                </a:path>
              </a:pathLst>
            </a:custGeom>
            <a:ln w="10668">
              <a:solidFill>
                <a:srgbClr val="000000"/>
              </a:solidFill>
              <a:prstDash val="sysDot"/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3" name="object 103"/>
            <p:cNvSpPr/>
            <p:nvPr/>
          </p:nvSpPr>
          <p:spPr>
            <a:xfrm>
              <a:off x="7748016" y="6298692"/>
              <a:ext cx="10795" cy="9525"/>
            </a:xfrm>
            <a:custGeom>
              <a:avLst/>
              <a:gdLst/>
              <a:ahLst/>
              <a:cxnLst/>
              <a:rect l="l" t="t" r="r" b="b"/>
              <a:pathLst>
                <a:path w="10795" h="9525">
                  <a:moveTo>
                    <a:pt x="0" y="9143"/>
                  </a:moveTo>
                  <a:lnTo>
                    <a:pt x="10668" y="9143"/>
                  </a:lnTo>
                  <a:lnTo>
                    <a:pt x="10668" y="0"/>
                  </a:lnTo>
                  <a:lnTo>
                    <a:pt x="0" y="0"/>
                  </a:lnTo>
                  <a:lnTo>
                    <a:pt x="0" y="9143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04" name="object 104"/>
          <p:cNvGrpSpPr/>
          <p:nvPr/>
        </p:nvGrpSpPr>
        <p:grpSpPr>
          <a:xfrm>
            <a:off x="7216139" y="3113532"/>
            <a:ext cx="10795" cy="3185160"/>
            <a:chOff x="7216139" y="3113532"/>
            <a:chExt cx="10795" cy="3185160"/>
          </a:xfrm>
        </p:grpSpPr>
        <p:sp>
          <p:nvSpPr>
            <p:cNvPr id="105" name="object 105"/>
            <p:cNvSpPr/>
            <p:nvPr/>
          </p:nvSpPr>
          <p:spPr>
            <a:xfrm>
              <a:off x="7216127" y="6156960"/>
              <a:ext cx="10795" cy="142240"/>
            </a:xfrm>
            <a:custGeom>
              <a:avLst/>
              <a:gdLst/>
              <a:ahLst/>
              <a:cxnLst/>
              <a:rect l="l" t="t" r="r" b="b"/>
              <a:pathLst>
                <a:path w="10795" h="142239">
                  <a:moveTo>
                    <a:pt x="10668" y="140220"/>
                  </a:moveTo>
                  <a:lnTo>
                    <a:pt x="0" y="140220"/>
                  </a:lnTo>
                  <a:lnTo>
                    <a:pt x="0" y="141744"/>
                  </a:lnTo>
                  <a:lnTo>
                    <a:pt x="10668" y="141744"/>
                  </a:lnTo>
                  <a:lnTo>
                    <a:pt x="10668" y="140220"/>
                  </a:lnTo>
                  <a:close/>
                </a:path>
                <a:path w="10795" h="142239">
                  <a:moveTo>
                    <a:pt x="10668" y="120396"/>
                  </a:moveTo>
                  <a:lnTo>
                    <a:pt x="0" y="120396"/>
                  </a:lnTo>
                  <a:lnTo>
                    <a:pt x="0" y="131076"/>
                  </a:lnTo>
                  <a:lnTo>
                    <a:pt x="10668" y="131076"/>
                  </a:lnTo>
                  <a:lnTo>
                    <a:pt x="10668" y="120396"/>
                  </a:lnTo>
                  <a:close/>
                </a:path>
                <a:path w="10795" h="142239">
                  <a:moveTo>
                    <a:pt x="10668" y="100596"/>
                  </a:moveTo>
                  <a:lnTo>
                    <a:pt x="0" y="100596"/>
                  </a:lnTo>
                  <a:lnTo>
                    <a:pt x="0" y="111252"/>
                  </a:lnTo>
                  <a:lnTo>
                    <a:pt x="10668" y="111252"/>
                  </a:lnTo>
                  <a:lnTo>
                    <a:pt x="10668" y="100596"/>
                  </a:lnTo>
                  <a:close/>
                </a:path>
                <a:path w="10795" h="142239">
                  <a:moveTo>
                    <a:pt x="10668" y="80772"/>
                  </a:moveTo>
                  <a:lnTo>
                    <a:pt x="0" y="80772"/>
                  </a:lnTo>
                  <a:lnTo>
                    <a:pt x="0" y="89928"/>
                  </a:lnTo>
                  <a:lnTo>
                    <a:pt x="10668" y="89928"/>
                  </a:lnTo>
                  <a:lnTo>
                    <a:pt x="10668" y="80772"/>
                  </a:lnTo>
                  <a:close/>
                </a:path>
                <a:path w="10795" h="142239">
                  <a:moveTo>
                    <a:pt x="10668" y="60972"/>
                  </a:moveTo>
                  <a:lnTo>
                    <a:pt x="0" y="60972"/>
                  </a:lnTo>
                  <a:lnTo>
                    <a:pt x="0" y="70104"/>
                  </a:lnTo>
                  <a:lnTo>
                    <a:pt x="10668" y="70104"/>
                  </a:lnTo>
                  <a:lnTo>
                    <a:pt x="10668" y="60972"/>
                  </a:lnTo>
                  <a:close/>
                </a:path>
                <a:path w="10795" h="142239">
                  <a:moveTo>
                    <a:pt x="10668" y="39624"/>
                  </a:moveTo>
                  <a:lnTo>
                    <a:pt x="0" y="39624"/>
                  </a:lnTo>
                  <a:lnTo>
                    <a:pt x="0" y="50292"/>
                  </a:lnTo>
                  <a:lnTo>
                    <a:pt x="10668" y="50292"/>
                  </a:lnTo>
                  <a:lnTo>
                    <a:pt x="10668" y="39624"/>
                  </a:lnTo>
                  <a:close/>
                </a:path>
                <a:path w="10795" h="142239">
                  <a:moveTo>
                    <a:pt x="10668" y="19812"/>
                  </a:moveTo>
                  <a:lnTo>
                    <a:pt x="0" y="19812"/>
                  </a:lnTo>
                  <a:lnTo>
                    <a:pt x="0" y="30480"/>
                  </a:lnTo>
                  <a:lnTo>
                    <a:pt x="10668" y="30480"/>
                  </a:lnTo>
                  <a:lnTo>
                    <a:pt x="10668" y="19812"/>
                  </a:lnTo>
                  <a:close/>
                </a:path>
                <a:path w="10795" h="142239">
                  <a:moveTo>
                    <a:pt x="10668" y="0"/>
                  </a:moveTo>
                  <a:lnTo>
                    <a:pt x="0" y="0"/>
                  </a:lnTo>
                  <a:lnTo>
                    <a:pt x="0" y="10668"/>
                  </a:lnTo>
                  <a:lnTo>
                    <a:pt x="10668" y="10668"/>
                  </a:lnTo>
                  <a:lnTo>
                    <a:pt x="10668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6" name="object 106"/>
            <p:cNvSpPr/>
            <p:nvPr/>
          </p:nvSpPr>
          <p:spPr>
            <a:xfrm>
              <a:off x="7223759" y="5856731"/>
              <a:ext cx="0" cy="291465"/>
            </a:xfrm>
            <a:custGeom>
              <a:avLst/>
              <a:gdLst/>
              <a:ahLst/>
              <a:cxnLst/>
              <a:rect l="l" t="t" r="r" b="b"/>
              <a:pathLst>
                <a:path h="291464">
                  <a:moveTo>
                    <a:pt x="0" y="0"/>
                  </a:moveTo>
                  <a:lnTo>
                    <a:pt x="0" y="291084"/>
                  </a:lnTo>
                </a:path>
              </a:pathLst>
            </a:custGeom>
            <a:ln w="6095">
              <a:solidFill>
                <a:srgbClr val="000000"/>
              </a:solidFill>
              <a:prstDash val="dot"/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7" name="object 107"/>
            <p:cNvSpPr/>
            <p:nvPr/>
          </p:nvSpPr>
          <p:spPr>
            <a:xfrm>
              <a:off x="7221473" y="3125724"/>
              <a:ext cx="0" cy="2720340"/>
            </a:xfrm>
            <a:custGeom>
              <a:avLst/>
              <a:gdLst/>
              <a:ahLst/>
              <a:cxnLst/>
              <a:rect l="l" t="t" r="r" b="b"/>
              <a:pathLst>
                <a:path h="2720340">
                  <a:moveTo>
                    <a:pt x="0" y="0"/>
                  </a:moveTo>
                  <a:lnTo>
                    <a:pt x="0" y="2720339"/>
                  </a:lnTo>
                </a:path>
              </a:pathLst>
            </a:custGeom>
            <a:ln w="10668">
              <a:solidFill>
                <a:srgbClr val="000000"/>
              </a:solidFill>
              <a:prstDash val="sysDot"/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8" name="object 108"/>
            <p:cNvSpPr/>
            <p:nvPr/>
          </p:nvSpPr>
          <p:spPr>
            <a:xfrm>
              <a:off x="7216139" y="3113532"/>
              <a:ext cx="10795" cy="3175"/>
            </a:xfrm>
            <a:custGeom>
              <a:avLst/>
              <a:gdLst/>
              <a:ahLst/>
              <a:cxnLst/>
              <a:rect l="l" t="t" r="r" b="b"/>
              <a:pathLst>
                <a:path w="10795" h="3175">
                  <a:moveTo>
                    <a:pt x="10668" y="3048"/>
                  </a:moveTo>
                  <a:lnTo>
                    <a:pt x="0" y="3048"/>
                  </a:lnTo>
                  <a:lnTo>
                    <a:pt x="0" y="0"/>
                  </a:lnTo>
                  <a:lnTo>
                    <a:pt x="10668" y="0"/>
                  </a:lnTo>
                  <a:lnTo>
                    <a:pt x="10668" y="3048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09" name="object 109"/>
          <p:cNvSpPr/>
          <p:nvPr/>
        </p:nvSpPr>
        <p:spPr>
          <a:xfrm>
            <a:off x="2397252" y="6690359"/>
            <a:ext cx="52069" cy="127000"/>
          </a:xfrm>
          <a:custGeom>
            <a:avLst/>
            <a:gdLst/>
            <a:ahLst/>
            <a:cxnLst/>
            <a:rect l="l" t="t" r="r" b="b"/>
            <a:pathLst>
              <a:path w="52069" h="127000">
                <a:moveTo>
                  <a:pt x="48767" y="126492"/>
                </a:moveTo>
                <a:lnTo>
                  <a:pt x="44195" y="126492"/>
                </a:lnTo>
                <a:lnTo>
                  <a:pt x="4571" y="126492"/>
                </a:lnTo>
                <a:lnTo>
                  <a:pt x="1523" y="124968"/>
                </a:lnTo>
                <a:lnTo>
                  <a:pt x="0" y="123444"/>
                </a:lnTo>
                <a:lnTo>
                  <a:pt x="0" y="114300"/>
                </a:lnTo>
                <a:lnTo>
                  <a:pt x="4571" y="111252"/>
                </a:lnTo>
                <a:lnTo>
                  <a:pt x="19811" y="111252"/>
                </a:lnTo>
                <a:lnTo>
                  <a:pt x="19811" y="100584"/>
                </a:lnTo>
                <a:lnTo>
                  <a:pt x="18287" y="94488"/>
                </a:lnTo>
                <a:lnTo>
                  <a:pt x="18478" y="76009"/>
                </a:lnTo>
                <a:lnTo>
                  <a:pt x="18930" y="67603"/>
                </a:lnTo>
                <a:lnTo>
                  <a:pt x="20693" y="47553"/>
                </a:lnTo>
                <a:lnTo>
                  <a:pt x="21145" y="39052"/>
                </a:lnTo>
                <a:lnTo>
                  <a:pt x="21335" y="25908"/>
                </a:lnTo>
                <a:lnTo>
                  <a:pt x="15239" y="30480"/>
                </a:lnTo>
                <a:lnTo>
                  <a:pt x="10667" y="33528"/>
                </a:lnTo>
                <a:lnTo>
                  <a:pt x="4571" y="33528"/>
                </a:lnTo>
                <a:lnTo>
                  <a:pt x="1523" y="30480"/>
                </a:lnTo>
                <a:lnTo>
                  <a:pt x="0" y="27432"/>
                </a:lnTo>
                <a:lnTo>
                  <a:pt x="0" y="22860"/>
                </a:lnTo>
                <a:lnTo>
                  <a:pt x="1523" y="19812"/>
                </a:lnTo>
                <a:lnTo>
                  <a:pt x="10667" y="15240"/>
                </a:lnTo>
                <a:lnTo>
                  <a:pt x="13715" y="10668"/>
                </a:lnTo>
                <a:lnTo>
                  <a:pt x="19811" y="6096"/>
                </a:lnTo>
                <a:lnTo>
                  <a:pt x="24383" y="1524"/>
                </a:lnTo>
                <a:lnTo>
                  <a:pt x="28955" y="0"/>
                </a:lnTo>
                <a:lnTo>
                  <a:pt x="36575" y="0"/>
                </a:lnTo>
                <a:lnTo>
                  <a:pt x="38099" y="1524"/>
                </a:lnTo>
                <a:lnTo>
                  <a:pt x="38076" y="38671"/>
                </a:lnTo>
                <a:lnTo>
                  <a:pt x="37909" y="44958"/>
                </a:lnTo>
                <a:lnTo>
                  <a:pt x="37457" y="52387"/>
                </a:lnTo>
                <a:lnTo>
                  <a:pt x="35694" y="69532"/>
                </a:lnTo>
                <a:lnTo>
                  <a:pt x="35242" y="76962"/>
                </a:lnTo>
                <a:lnTo>
                  <a:pt x="35051" y="111252"/>
                </a:lnTo>
                <a:lnTo>
                  <a:pt x="48767" y="111252"/>
                </a:lnTo>
                <a:lnTo>
                  <a:pt x="51815" y="114300"/>
                </a:lnTo>
                <a:lnTo>
                  <a:pt x="51815" y="123444"/>
                </a:lnTo>
                <a:lnTo>
                  <a:pt x="48767" y="12649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pic>
        <p:nvPicPr>
          <p:cNvPr id="110" name="object 110"/>
          <p:cNvPicPr/>
          <p:nvPr/>
        </p:nvPicPr>
        <p:blipFill>
          <a:blip r:embed="rId6" cstate="print"/>
          <a:stretch>
            <a:fillRect/>
          </a:stretch>
        </p:blipFill>
        <p:spPr>
          <a:xfrm>
            <a:off x="2929127" y="6691883"/>
            <a:ext cx="76200" cy="124968"/>
          </a:xfrm>
          <a:prstGeom prst="rect">
            <a:avLst/>
          </a:prstGeom>
        </p:spPr>
      </p:pic>
      <p:pic>
        <p:nvPicPr>
          <p:cNvPr id="111" name="object 111"/>
          <p:cNvPicPr/>
          <p:nvPr/>
        </p:nvPicPr>
        <p:blipFill>
          <a:blip r:embed="rId7" cstate="print"/>
          <a:stretch>
            <a:fillRect/>
          </a:stretch>
        </p:blipFill>
        <p:spPr>
          <a:xfrm>
            <a:off x="3459479" y="6691883"/>
            <a:ext cx="76200" cy="129540"/>
          </a:xfrm>
          <a:prstGeom prst="rect">
            <a:avLst/>
          </a:prstGeom>
        </p:spPr>
      </p:pic>
      <p:pic>
        <p:nvPicPr>
          <p:cNvPr id="112" name="object 112"/>
          <p:cNvPicPr/>
          <p:nvPr/>
        </p:nvPicPr>
        <p:blipFill>
          <a:blip r:embed="rId8" cstate="print"/>
          <a:stretch>
            <a:fillRect/>
          </a:stretch>
        </p:blipFill>
        <p:spPr>
          <a:xfrm>
            <a:off x="3983735" y="6690359"/>
            <a:ext cx="94488" cy="129540"/>
          </a:xfrm>
          <a:prstGeom prst="rect">
            <a:avLst/>
          </a:prstGeom>
        </p:spPr>
      </p:pic>
      <p:pic>
        <p:nvPicPr>
          <p:cNvPr id="113" name="object 113"/>
          <p:cNvPicPr/>
          <p:nvPr/>
        </p:nvPicPr>
        <p:blipFill>
          <a:blip r:embed="rId9" cstate="print"/>
          <a:stretch>
            <a:fillRect/>
          </a:stretch>
        </p:blipFill>
        <p:spPr>
          <a:xfrm>
            <a:off x="4521708" y="6690359"/>
            <a:ext cx="83820" cy="132588"/>
          </a:xfrm>
          <a:prstGeom prst="rect">
            <a:avLst/>
          </a:prstGeom>
        </p:spPr>
      </p:pic>
      <p:pic>
        <p:nvPicPr>
          <p:cNvPr id="114" name="object 114"/>
          <p:cNvPicPr/>
          <p:nvPr/>
        </p:nvPicPr>
        <p:blipFill>
          <a:blip r:embed="rId10" cstate="print"/>
          <a:stretch>
            <a:fillRect/>
          </a:stretch>
        </p:blipFill>
        <p:spPr>
          <a:xfrm>
            <a:off x="5052059" y="6690359"/>
            <a:ext cx="82296" cy="132588"/>
          </a:xfrm>
          <a:prstGeom prst="rect">
            <a:avLst/>
          </a:prstGeom>
        </p:spPr>
      </p:pic>
      <p:pic>
        <p:nvPicPr>
          <p:cNvPr id="115" name="object 115"/>
          <p:cNvPicPr/>
          <p:nvPr/>
        </p:nvPicPr>
        <p:blipFill>
          <a:blip r:embed="rId11" cstate="print"/>
          <a:stretch>
            <a:fillRect/>
          </a:stretch>
        </p:blipFill>
        <p:spPr>
          <a:xfrm>
            <a:off x="5580888" y="6693407"/>
            <a:ext cx="92963" cy="129539"/>
          </a:xfrm>
          <a:prstGeom prst="rect">
            <a:avLst/>
          </a:prstGeom>
        </p:spPr>
      </p:pic>
      <p:pic>
        <p:nvPicPr>
          <p:cNvPr id="116" name="object 116"/>
          <p:cNvPicPr/>
          <p:nvPr/>
        </p:nvPicPr>
        <p:blipFill>
          <a:blip r:embed="rId12" cstate="print"/>
          <a:stretch>
            <a:fillRect/>
          </a:stretch>
        </p:blipFill>
        <p:spPr>
          <a:xfrm>
            <a:off x="6115812" y="6691883"/>
            <a:ext cx="82296" cy="129540"/>
          </a:xfrm>
          <a:prstGeom prst="rect">
            <a:avLst/>
          </a:prstGeom>
        </p:spPr>
      </p:pic>
      <p:pic>
        <p:nvPicPr>
          <p:cNvPr id="117" name="object 117"/>
          <p:cNvPicPr/>
          <p:nvPr/>
        </p:nvPicPr>
        <p:blipFill>
          <a:blip r:embed="rId13" cstate="print"/>
          <a:stretch>
            <a:fillRect/>
          </a:stretch>
        </p:blipFill>
        <p:spPr>
          <a:xfrm>
            <a:off x="6647688" y="6691883"/>
            <a:ext cx="85344" cy="132588"/>
          </a:xfrm>
          <a:prstGeom prst="rect">
            <a:avLst/>
          </a:prstGeom>
        </p:spPr>
      </p:pic>
      <p:pic>
        <p:nvPicPr>
          <p:cNvPr id="118" name="object 118"/>
          <p:cNvPicPr/>
          <p:nvPr/>
        </p:nvPicPr>
        <p:blipFill>
          <a:blip r:embed="rId14" cstate="print"/>
          <a:stretch>
            <a:fillRect/>
          </a:stretch>
        </p:blipFill>
        <p:spPr>
          <a:xfrm>
            <a:off x="7107935" y="6690359"/>
            <a:ext cx="159799" cy="129540"/>
          </a:xfrm>
          <a:prstGeom prst="rect">
            <a:avLst/>
          </a:prstGeom>
        </p:spPr>
      </p:pic>
      <p:sp>
        <p:nvSpPr>
          <p:cNvPr id="119" name="object 119"/>
          <p:cNvSpPr/>
          <p:nvPr/>
        </p:nvSpPr>
        <p:spPr>
          <a:xfrm>
            <a:off x="7715999" y="6690359"/>
            <a:ext cx="130175" cy="127000"/>
          </a:xfrm>
          <a:custGeom>
            <a:avLst/>
            <a:gdLst/>
            <a:ahLst/>
            <a:cxnLst/>
            <a:rect l="l" t="t" r="r" b="b"/>
            <a:pathLst>
              <a:path w="130175" h="127000">
                <a:moveTo>
                  <a:pt x="53340" y="117348"/>
                </a:moveTo>
                <a:lnTo>
                  <a:pt x="51816" y="114300"/>
                </a:lnTo>
                <a:lnTo>
                  <a:pt x="48768" y="111252"/>
                </a:lnTo>
                <a:lnTo>
                  <a:pt x="36576" y="111252"/>
                </a:lnTo>
                <a:lnTo>
                  <a:pt x="36576" y="105156"/>
                </a:lnTo>
                <a:lnTo>
                  <a:pt x="35052" y="100584"/>
                </a:lnTo>
                <a:lnTo>
                  <a:pt x="35242" y="76962"/>
                </a:lnTo>
                <a:lnTo>
                  <a:pt x="35699" y="69532"/>
                </a:lnTo>
                <a:lnTo>
                  <a:pt x="37465" y="52387"/>
                </a:lnTo>
                <a:lnTo>
                  <a:pt x="37909" y="44958"/>
                </a:lnTo>
                <a:lnTo>
                  <a:pt x="38087" y="38671"/>
                </a:lnTo>
                <a:lnTo>
                  <a:pt x="38100" y="10668"/>
                </a:lnTo>
                <a:lnTo>
                  <a:pt x="39624" y="9144"/>
                </a:lnTo>
                <a:lnTo>
                  <a:pt x="39624" y="1524"/>
                </a:lnTo>
                <a:lnTo>
                  <a:pt x="36576" y="0"/>
                </a:lnTo>
                <a:lnTo>
                  <a:pt x="28956" y="0"/>
                </a:lnTo>
                <a:lnTo>
                  <a:pt x="24384" y="1524"/>
                </a:lnTo>
                <a:lnTo>
                  <a:pt x="10668" y="15240"/>
                </a:lnTo>
                <a:lnTo>
                  <a:pt x="7620" y="16764"/>
                </a:lnTo>
                <a:lnTo>
                  <a:pt x="3048" y="19812"/>
                </a:lnTo>
                <a:lnTo>
                  <a:pt x="0" y="22860"/>
                </a:lnTo>
                <a:lnTo>
                  <a:pt x="0" y="27432"/>
                </a:lnTo>
                <a:lnTo>
                  <a:pt x="1524" y="30480"/>
                </a:lnTo>
                <a:lnTo>
                  <a:pt x="4572" y="33528"/>
                </a:lnTo>
                <a:lnTo>
                  <a:pt x="10668" y="33528"/>
                </a:lnTo>
                <a:lnTo>
                  <a:pt x="15240" y="30480"/>
                </a:lnTo>
                <a:lnTo>
                  <a:pt x="22860" y="25908"/>
                </a:lnTo>
                <a:lnTo>
                  <a:pt x="22631" y="31991"/>
                </a:lnTo>
                <a:lnTo>
                  <a:pt x="21577" y="47561"/>
                </a:lnTo>
                <a:lnTo>
                  <a:pt x="21336" y="57912"/>
                </a:lnTo>
                <a:lnTo>
                  <a:pt x="18554" y="82994"/>
                </a:lnTo>
                <a:lnTo>
                  <a:pt x="18288" y="91440"/>
                </a:lnTo>
                <a:lnTo>
                  <a:pt x="19812" y="94488"/>
                </a:lnTo>
                <a:lnTo>
                  <a:pt x="19812" y="111252"/>
                </a:lnTo>
                <a:lnTo>
                  <a:pt x="4572" y="111252"/>
                </a:lnTo>
                <a:lnTo>
                  <a:pt x="0" y="114300"/>
                </a:lnTo>
                <a:lnTo>
                  <a:pt x="0" y="123444"/>
                </a:lnTo>
                <a:lnTo>
                  <a:pt x="1524" y="124968"/>
                </a:lnTo>
                <a:lnTo>
                  <a:pt x="4572" y="126492"/>
                </a:lnTo>
                <a:lnTo>
                  <a:pt x="44196" y="126492"/>
                </a:lnTo>
                <a:lnTo>
                  <a:pt x="48768" y="126492"/>
                </a:lnTo>
                <a:lnTo>
                  <a:pt x="53340" y="121920"/>
                </a:lnTo>
                <a:lnTo>
                  <a:pt x="53340" y="117348"/>
                </a:lnTo>
                <a:close/>
              </a:path>
              <a:path w="130175" h="127000">
                <a:moveTo>
                  <a:pt x="129552" y="114300"/>
                </a:moveTo>
                <a:lnTo>
                  <a:pt x="126504" y="111252"/>
                </a:lnTo>
                <a:lnTo>
                  <a:pt x="112788" y="111252"/>
                </a:lnTo>
                <a:lnTo>
                  <a:pt x="112788" y="100584"/>
                </a:lnTo>
                <a:lnTo>
                  <a:pt x="111264" y="96012"/>
                </a:lnTo>
                <a:lnTo>
                  <a:pt x="111264" y="88392"/>
                </a:lnTo>
                <a:lnTo>
                  <a:pt x="111518" y="83248"/>
                </a:lnTo>
                <a:lnTo>
                  <a:pt x="114312" y="60960"/>
                </a:lnTo>
                <a:lnTo>
                  <a:pt x="114541" y="52387"/>
                </a:lnTo>
                <a:lnTo>
                  <a:pt x="115595" y="38671"/>
                </a:lnTo>
                <a:lnTo>
                  <a:pt x="115836" y="33528"/>
                </a:lnTo>
                <a:lnTo>
                  <a:pt x="115836" y="1524"/>
                </a:lnTo>
                <a:lnTo>
                  <a:pt x="114312" y="0"/>
                </a:lnTo>
                <a:lnTo>
                  <a:pt x="106692" y="0"/>
                </a:lnTo>
                <a:lnTo>
                  <a:pt x="102120" y="1524"/>
                </a:lnTo>
                <a:lnTo>
                  <a:pt x="97548" y="6096"/>
                </a:lnTo>
                <a:lnTo>
                  <a:pt x="91452" y="10668"/>
                </a:lnTo>
                <a:lnTo>
                  <a:pt x="86880" y="15240"/>
                </a:lnTo>
                <a:lnTo>
                  <a:pt x="83832" y="16764"/>
                </a:lnTo>
                <a:lnTo>
                  <a:pt x="79260" y="19812"/>
                </a:lnTo>
                <a:lnTo>
                  <a:pt x="77736" y="22860"/>
                </a:lnTo>
                <a:lnTo>
                  <a:pt x="77736" y="30480"/>
                </a:lnTo>
                <a:lnTo>
                  <a:pt x="80784" y="33528"/>
                </a:lnTo>
                <a:lnTo>
                  <a:pt x="86880" y="33528"/>
                </a:lnTo>
                <a:lnTo>
                  <a:pt x="91452" y="30480"/>
                </a:lnTo>
                <a:lnTo>
                  <a:pt x="99072" y="25908"/>
                </a:lnTo>
                <a:lnTo>
                  <a:pt x="98882" y="39052"/>
                </a:lnTo>
                <a:lnTo>
                  <a:pt x="98425" y="47561"/>
                </a:lnTo>
                <a:lnTo>
                  <a:pt x="96659" y="67614"/>
                </a:lnTo>
                <a:lnTo>
                  <a:pt x="96215" y="76009"/>
                </a:lnTo>
                <a:lnTo>
                  <a:pt x="96037" y="82994"/>
                </a:lnTo>
                <a:lnTo>
                  <a:pt x="96024" y="100584"/>
                </a:lnTo>
                <a:lnTo>
                  <a:pt x="97548" y="105156"/>
                </a:lnTo>
                <a:lnTo>
                  <a:pt x="97548" y="111252"/>
                </a:lnTo>
                <a:lnTo>
                  <a:pt x="80784" y="111252"/>
                </a:lnTo>
                <a:lnTo>
                  <a:pt x="77736" y="114300"/>
                </a:lnTo>
                <a:lnTo>
                  <a:pt x="77736" y="123444"/>
                </a:lnTo>
                <a:lnTo>
                  <a:pt x="80784" y="126492"/>
                </a:lnTo>
                <a:lnTo>
                  <a:pt x="121932" y="126492"/>
                </a:lnTo>
                <a:lnTo>
                  <a:pt x="126504" y="126492"/>
                </a:lnTo>
                <a:lnTo>
                  <a:pt x="129552" y="123444"/>
                </a:lnTo>
                <a:lnTo>
                  <a:pt x="129552" y="11430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20" name="object 120"/>
          <p:cNvGrpSpPr/>
          <p:nvPr/>
        </p:nvGrpSpPr>
        <p:grpSpPr>
          <a:xfrm>
            <a:off x="4559808" y="5388864"/>
            <a:ext cx="2129155" cy="304800"/>
            <a:chOff x="4559808" y="5388864"/>
            <a:chExt cx="2129155" cy="304800"/>
          </a:xfrm>
        </p:grpSpPr>
        <p:sp>
          <p:nvSpPr>
            <p:cNvPr id="121" name="object 121"/>
            <p:cNvSpPr/>
            <p:nvPr/>
          </p:nvSpPr>
          <p:spPr>
            <a:xfrm>
              <a:off x="4559808" y="5388864"/>
              <a:ext cx="2129155" cy="304800"/>
            </a:xfrm>
            <a:custGeom>
              <a:avLst/>
              <a:gdLst/>
              <a:ahLst/>
              <a:cxnLst/>
              <a:rect l="l" t="t" r="r" b="b"/>
              <a:pathLst>
                <a:path w="2129154" h="304800">
                  <a:moveTo>
                    <a:pt x="2129027" y="304800"/>
                  </a:moveTo>
                  <a:lnTo>
                    <a:pt x="0" y="304800"/>
                  </a:lnTo>
                  <a:lnTo>
                    <a:pt x="0" y="0"/>
                  </a:lnTo>
                  <a:lnTo>
                    <a:pt x="2129027" y="0"/>
                  </a:lnTo>
                  <a:lnTo>
                    <a:pt x="2129027" y="304800"/>
                  </a:lnTo>
                  <a:close/>
                </a:path>
              </a:pathLst>
            </a:custGeom>
            <a:solidFill>
              <a:srgbClr val="BFBFB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22" name="object 122"/>
            <p:cNvPicPr/>
            <p:nvPr/>
          </p:nvPicPr>
          <p:blipFill>
            <a:blip r:embed="rId15" cstate="print"/>
            <a:stretch>
              <a:fillRect/>
            </a:stretch>
          </p:blipFill>
          <p:spPr>
            <a:xfrm>
              <a:off x="5522975" y="5463540"/>
              <a:ext cx="211836" cy="150876"/>
            </a:xfrm>
            <a:prstGeom prst="rect">
              <a:avLst/>
            </a:prstGeom>
          </p:spPr>
        </p:pic>
      </p:grpSp>
      <p:grpSp>
        <p:nvGrpSpPr>
          <p:cNvPr id="123" name="object 123"/>
          <p:cNvGrpSpPr/>
          <p:nvPr/>
        </p:nvGrpSpPr>
        <p:grpSpPr>
          <a:xfrm>
            <a:off x="5091684" y="5847588"/>
            <a:ext cx="2129155" cy="302260"/>
            <a:chOff x="5091684" y="5847588"/>
            <a:chExt cx="2129155" cy="302260"/>
          </a:xfrm>
        </p:grpSpPr>
        <p:sp>
          <p:nvSpPr>
            <p:cNvPr id="124" name="object 124"/>
            <p:cNvSpPr/>
            <p:nvPr/>
          </p:nvSpPr>
          <p:spPr>
            <a:xfrm>
              <a:off x="5091684" y="5847588"/>
              <a:ext cx="2129155" cy="302260"/>
            </a:xfrm>
            <a:custGeom>
              <a:avLst/>
              <a:gdLst/>
              <a:ahLst/>
              <a:cxnLst/>
              <a:rect l="l" t="t" r="r" b="b"/>
              <a:pathLst>
                <a:path w="2129154" h="302260">
                  <a:moveTo>
                    <a:pt x="2129028" y="301751"/>
                  </a:moveTo>
                  <a:lnTo>
                    <a:pt x="0" y="301751"/>
                  </a:lnTo>
                  <a:lnTo>
                    <a:pt x="0" y="0"/>
                  </a:lnTo>
                  <a:lnTo>
                    <a:pt x="2129028" y="0"/>
                  </a:lnTo>
                  <a:lnTo>
                    <a:pt x="2129028" y="301751"/>
                  </a:lnTo>
                  <a:close/>
                </a:path>
              </a:pathLst>
            </a:custGeom>
            <a:solidFill>
              <a:srgbClr val="BFBFB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5" name="object 125"/>
            <p:cNvSpPr/>
            <p:nvPr/>
          </p:nvSpPr>
          <p:spPr>
            <a:xfrm>
              <a:off x="6086843" y="5920740"/>
              <a:ext cx="147955" cy="147955"/>
            </a:xfrm>
            <a:custGeom>
              <a:avLst/>
              <a:gdLst/>
              <a:ahLst/>
              <a:cxnLst/>
              <a:rect l="l" t="t" r="r" b="b"/>
              <a:pathLst>
                <a:path w="147954" h="147954">
                  <a:moveTo>
                    <a:pt x="60960" y="135636"/>
                  </a:moveTo>
                  <a:lnTo>
                    <a:pt x="59436" y="132588"/>
                  </a:lnTo>
                  <a:lnTo>
                    <a:pt x="56388" y="129540"/>
                  </a:lnTo>
                  <a:lnTo>
                    <a:pt x="41148" y="129540"/>
                  </a:lnTo>
                  <a:lnTo>
                    <a:pt x="41148" y="115824"/>
                  </a:lnTo>
                  <a:lnTo>
                    <a:pt x="39624" y="111252"/>
                  </a:lnTo>
                  <a:lnTo>
                    <a:pt x="39624" y="102108"/>
                  </a:lnTo>
                  <a:lnTo>
                    <a:pt x="39890" y="96685"/>
                  </a:lnTo>
                  <a:lnTo>
                    <a:pt x="43561" y="60388"/>
                  </a:lnTo>
                  <a:lnTo>
                    <a:pt x="44005" y="51816"/>
                  </a:lnTo>
                  <a:lnTo>
                    <a:pt x="44183" y="44386"/>
                  </a:lnTo>
                  <a:lnTo>
                    <a:pt x="44196" y="10668"/>
                  </a:lnTo>
                  <a:lnTo>
                    <a:pt x="45720" y="7620"/>
                  </a:lnTo>
                  <a:lnTo>
                    <a:pt x="45720" y="1524"/>
                  </a:lnTo>
                  <a:lnTo>
                    <a:pt x="42672" y="0"/>
                  </a:lnTo>
                  <a:lnTo>
                    <a:pt x="33528" y="0"/>
                  </a:lnTo>
                  <a:lnTo>
                    <a:pt x="28956" y="1524"/>
                  </a:lnTo>
                  <a:lnTo>
                    <a:pt x="16764" y="13716"/>
                  </a:lnTo>
                  <a:lnTo>
                    <a:pt x="3048" y="22860"/>
                  </a:lnTo>
                  <a:lnTo>
                    <a:pt x="0" y="27432"/>
                  </a:lnTo>
                  <a:lnTo>
                    <a:pt x="0" y="32004"/>
                  </a:lnTo>
                  <a:lnTo>
                    <a:pt x="1524" y="35052"/>
                  </a:lnTo>
                  <a:lnTo>
                    <a:pt x="4572" y="38100"/>
                  </a:lnTo>
                  <a:lnTo>
                    <a:pt x="7620" y="39624"/>
                  </a:lnTo>
                  <a:lnTo>
                    <a:pt x="12192" y="39624"/>
                  </a:lnTo>
                  <a:lnTo>
                    <a:pt x="16764" y="36576"/>
                  </a:lnTo>
                  <a:lnTo>
                    <a:pt x="25908" y="28956"/>
                  </a:lnTo>
                  <a:lnTo>
                    <a:pt x="25717" y="45148"/>
                  </a:lnTo>
                  <a:lnTo>
                    <a:pt x="25273" y="55321"/>
                  </a:lnTo>
                  <a:lnTo>
                    <a:pt x="24384" y="67056"/>
                  </a:lnTo>
                  <a:lnTo>
                    <a:pt x="21602" y="95567"/>
                  </a:lnTo>
                  <a:lnTo>
                    <a:pt x="21336" y="102108"/>
                  </a:lnTo>
                  <a:lnTo>
                    <a:pt x="21336" y="109728"/>
                  </a:lnTo>
                  <a:lnTo>
                    <a:pt x="22860" y="115824"/>
                  </a:lnTo>
                  <a:lnTo>
                    <a:pt x="22860" y="129540"/>
                  </a:lnTo>
                  <a:lnTo>
                    <a:pt x="4572" y="129540"/>
                  </a:lnTo>
                  <a:lnTo>
                    <a:pt x="0" y="132588"/>
                  </a:lnTo>
                  <a:lnTo>
                    <a:pt x="0" y="143256"/>
                  </a:lnTo>
                  <a:lnTo>
                    <a:pt x="1524" y="144780"/>
                  </a:lnTo>
                  <a:lnTo>
                    <a:pt x="4572" y="146304"/>
                  </a:lnTo>
                  <a:lnTo>
                    <a:pt x="13716" y="146304"/>
                  </a:lnTo>
                  <a:lnTo>
                    <a:pt x="33528" y="147828"/>
                  </a:lnTo>
                  <a:lnTo>
                    <a:pt x="51816" y="147828"/>
                  </a:lnTo>
                  <a:lnTo>
                    <a:pt x="54864" y="147828"/>
                  </a:lnTo>
                  <a:lnTo>
                    <a:pt x="59436" y="143256"/>
                  </a:lnTo>
                  <a:lnTo>
                    <a:pt x="60960" y="140208"/>
                  </a:lnTo>
                  <a:lnTo>
                    <a:pt x="60960" y="135636"/>
                  </a:lnTo>
                  <a:close/>
                </a:path>
                <a:path w="147954" h="147954">
                  <a:moveTo>
                    <a:pt x="147828" y="135636"/>
                  </a:moveTo>
                  <a:lnTo>
                    <a:pt x="146304" y="132588"/>
                  </a:lnTo>
                  <a:lnTo>
                    <a:pt x="143256" y="129540"/>
                  </a:lnTo>
                  <a:lnTo>
                    <a:pt x="128016" y="129540"/>
                  </a:lnTo>
                  <a:lnTo>
                    <a:pt x="128016" y="111252"/>
                  </a:lnTo>
                  <a:lnTo>
                    <a:pt x="126492" y="106680"/>
                  </a:lnTo>
                  <a:lnTo>
                    <a:pt x="126492" y="102108"/>
                  </a:lnTo>
                  <a:lnTo>
                    <a:pt x="126758" y="96685"/>
                  </a:lnTo>
                  <a:lnTo>
                    <a:pt x="130429" y="60388"/>
                  </a:lnTo>
                  <a:lnTo>
                    <a:pt x="130873" y="51816"/>
                  </a:lnTo>
                  <a:lnTo>
                    <a:pt x="131051" y="44386"/>
                  </a:lnTo>
                  <a:lnTo>
                    <a:pt x="131064" y="13716"/>
                  </a:lnTo>
                  <a:lnTo>
                    <a:pt x="132588" y="10668"/>
                  </a:lnTo>
                  <a:lnTo>
                    <a:pt x="132588" y="1524"/>
                  </a:lnTo>
                  <a:lnTo>
                    <a:pt x="129540" y="0"/>
                  </a:lnTo>
                  <a:lnTo>
                    <a:pt x="120396" y="0"/>
                  </a:lnTo>
                  <a:lnTo>
                    <a:pt x="115824" y="1524"/>
                  </a:lnTo>
                  <a:lnTo>
                    <a:pt x="103632" y="13716"/>
                  </a:lnTo>
                  <a:lnTo>
                    <a:pt x="99060" y="16764"/>
                  </a:lnTo>
                  <a:lnTo>
                    <a:pt x="96012" y="19812"/>
                  </a:lnTo>
                  <a:lnTo>
                    <a:pt x="89916" y="22860"/>
                  </a:lnTo>
                  <a:lnTo>
                    <a:pt x="86868" y="27432"/>
                  </a:lnTo>
                  <a:lnTo>
                    <a:pt x="86868" y="32004"/>
                  </a:lnTo>
                  <a:lnTo>
                    <a:pt x="88392" y="35052"/>
                  </a:lnTo>
                  <a:lnTo>
                    <a:pt x="91440" y="38100"/>
                  </a:lnTo>
                  <a:lnTo>
                    <a:pt x="94488" y="39624"/>
                  </a:lnTo>
                  <a:lnTo>
                    <a:pt x="99060" y="39624"/>
                  </a:lnTo>
                  <a:lnTo>
                    <a:pt x="103632" y="36576"/>
                  </a:lnTo>
                  <a:lnTo>
                    <a:pt x="112776" y="28956"/>
                  </a:lnTo>
                  <a:lnTo>
                    <a:pt x="112585" y="45148"/>
                  </a:lnTo>
                  <a:lnTo>
                    <a:pt x="112141" y="55321"/>
                  </a:lnTo>
                  <a:lnTo>
                    <a:pt x="111252" y="67056"/>
                  </a:lnTo>
                  <a:lnTo>
                    <a:pt x="108470" y="95567"/>
                  </a:lnTo>
                  <a:lnTo>
                    <a:pt x="108204" y="102108"/>
                  </a:lnTo>
                  <a:lnTo>
                    <a:pt x="108204" y="109728"/>
                  </a:lnTo>
                  <a:lnTo>
                    <a:pt x="109728" y="115824"/>
                  </a:lnTo>
                  <a:lnTo>
                    <a:pt x="109728" y="129540"/>
                  </a:lnTo>
                  <a:lnTo>
                    <a:pt x="91440" y="129540"/>
                  </a:lnTo>
                  <a:lnTo>
                    <a:pt x="86868" y="132588"/>
                  </a:lnTo>
                  <a:lnTo>
                    <a:pt x="86868" y="143256"/>
                  </a:lnTo>
                  <a:lnTo>
                    <a:pt x="88392" y="144780"/>
                  </a:lnTo>
                  <a:lnTo>
                    <a:pt x="91440" y="146304"/>
                  </a:lnTo>
                  <a:lnTo>
                    <a:pt x="100584" y="146304"/>
                  </a:lnTo>
                  <a:lnTo>
                    <a:pt x="120396" y="147828"/>
                  </a:lnTo>
                  <a:lnTo>
                    <a:pt x="138684" y="147828"/>
                  </a:lnTo>
                  <a:lnTo>
                    <a:pt x="141732" y="147828"/>
                  </a:lnTo>
                  <a:lnTo>
                    <a:pt x="146304" y="143256"/>
                  </a:lnTo>
                  <a:lnTo>
                    <a:pt x="147828" y="140208"/>
                  </a:lnTo>
                  <a:lnTo>
                    <a:pt x="147828" y="135636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26" name="object 126"/>
          <p:cNvSpPr/>
          <p:nvPr/>
        </p:nvSpPr>
        <p:spPr>
          <a:xfrm>
            <a:off x="4562094" y="5239512"/>
            <a:ext cx="0" cy="1369060"/>
          </a:xfrm>
          <a:custGeom>
            <a:avLst/>
            <a:gdLst/>
            <a:ahLst/>
            <a:cxnLst/>
            <a:rect l="l" t="t" r="r" b="b"/>
            <a:pathLst>
              <a:path h="1369059">
                <a:moveTo>
                  <a:pt x="0" y="0"/>
                </a:moveTo>
                <a:lnTo>
                  <a:pt x="0" y="1368551"/>
                </a:lnTo>
              </a:path>
            </a:pathLst>
          </a:custGeom>
          <a:ln w="10668">
            <a:solidFill>
              <a:srgbClr val="000000"/>
            </a:solidFill>
            <a:prstDash val="sysDot"/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27" name="object 127"/>
          <p:cNvGrpSpPr/>
          <p:nvPr/>
        </p:nvGrpSpPr>
        <p:grpSpPr>
          <a:xfrm>
            <a:off x="4556759" y="4780788"/>
            <a:ext cx="10795" cy="154305"/>
            <a:chOff x="4556759" y="4780788"/>
            <a:chExt cx="10795" cy="154305"/>
          </a:xfrm>
        </p:grpSpPr>
        <p:sp>
          <p:nvSpPr>
            <p:cNvPr id="128" name="object 128"/>
            <p:cNvSpPr/>
            <p:nvPr/>
          </p:nvSpPr>
          <p:spPr>
            <a:xfrm>
              <a:off x="4562093" y="4791455"/>
              <a:ext cx="0" cy="143510"/>
            </a:xfrm>
            <a:custGeom>
              <a:avLst/>
              <a:gdLst/>
              <a:ahLst/>
              <a:cxnLst/>
              <a:rect l="l" t="t" r="r" b="b"/>
              <a:pathLst>
                <a:path h="143510">
                  <a:moveTo>
                    <a:pt x="0" y="0"/>
                  </a:moveTo>
                  <a:lnTo>
                    <a:pt x="0" y="143256"/>
                  </a:lnTo>
                </a:path>
              </a:pathLst>
            </a:custGeom>
            <a:ln w="10668">
              <a:solidFill>
                <a:srgbClr val="000000"/>
              </a:solidFill>
              <a:prstDash val="sysDot"/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9" name="object 129"/>
            <p:cNvSpPr/>
            <p:nvPr/>
          </p:nvSpPr>
          <p:spPr>
            <a:xfrm>
              <a:off x="4556759" y="4780788"/>
              <a:ext cx="10795" cy="1905"/>
            </a:xfrm>
            <a:custGeom>
              <a:avLst/>
              <a:gdLst/>
              <a:ahLst/>
              <a:cxnLst/>
              <a:rect l="l" t="t" r="r" b="b"/>
              <a:pathLst>
                <a:path w="10795" h="1904">
                  <a:moveTo>
                    <a:pt x="0" y="1523"/>
                  </a:moveTo>
                  <a:lnTo>
                    <a:pt x="10668" y="1523"/>
                  </a:lnTo>
                  <a:lnTo>
                    <a:pt x="10668" y="0"/>
                  </a:lnTo>
                  <a:lnTo>
                    <a:pt x="0" y="0"/>
                  </a:lnTo>
                  <a:lnTo>
                    <a:pt x="0" y="1523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30" name="object 130"/>
          <p:cNvGrpSpPr/>
          <p:nvPr/>
        </p:nvGrpSpPr>
        <p:grpSpPr>
          <a:xfrm>
            <a:off x="4556759" y="3415284"/>
            <a:ext cx="10795" cy="1064260"/>
            <a:chOff x="4556759" y="3415284"/>
            <a:chExt cx="10795" cy="1064260"/>
          </a:xfrm>
        </p:grpSpPr>
        <p:sp>
          <p:nvSpPr>
            <p:cNvPr id="131" name="object 131"/>
            <p:cNvSpPr/>
            <p:nvPr/>
          </p:nvSpPr>
          <p:spPr>
            <a:xfrm>
              <a:off x="4556759" y="4471416"/>
              <a:ext cx="10795" cy="7620"/>
            </a:xfrm>
            <a:custGeom>
              <a:avLst/>
              <a:gdLst/>
              <a:ahLst/>
              <a:cxnLst/>
              <a:rect l="l" t="t" r="r" b="b"/>
              <a:pathLst>
                <a:path w="10795" h="7620">
                  <a:moveTo>
                    <a:pt x="0" y="7619"/>
                  </a:moveTo>
                  <a:lnTo>
                    <a:pt x="10668" y="7619"/>
                  </a:lnTo>
                  <a:lnTo>
                    <a:pt x="10668" y="0"/>
                  </a:lnTo>
                  <a:lnTo>
                    <a:pt x="0" y="0"/>
                  </a:lnTo>
                  <a:lnTo>
                    <a:pt x="0" y="7619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2" name="object 132"/>
            <p:cNvSpPr/>
            <p:nvPr/>
          </p:nvSpPr>
          <p:spPr>
            <a:xfrm>
              <a:off x="4562093" y="4331208"/>
              <a:ext cx="0" cy="129539"/>
            </a:xfrm>
            <a:custGeom>
              <a:avLst/>
              <a:gdLst/>
              <a:ahLst/>
              <a:cxnLst/>
              <a:rect l="l" t="t" r="r" b="b"/>
              <a:pathLst>
                <a:path h="129539">
                  <a:moveTo>
                    <a:pt x="0" y="0"/>
                  </a:moveTo>
                  <a:lnTo>
                    <a:pt x="0" y="129540"/>
                  </a:lnTo>
                </a:path>
              </a:pathLst>
            </a:custGeom>
            <a:ln w="10668">
              <a:solidFill>
                <a:srgbClr val="000000"/>
              </a:solidFill>
              <a:prstDash val="dot"/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3" name="object 133"/>
            <p:cNvSpPr/>
            <p:nvPr/>
          </p:nvSpPr>
          <p:spPr>
            <a:xfrm>
              <a:off x="4564379" y="4029456"/>
              <a:ext cx="0" cy="291465"/>
            </a:xfrm>
            <a:custGeom>
              <a:avLst/>
              <a:gdLst/>
              <a:ahLst/>
              <a:cxnLst/>
              <a:rect l="l" t="t" r="r" b="b"/>
              <a:pathLst>
                <a:path h="291464">
                  <a:moveTo>
                    <a:pt x="0" y="0"/>
                  </a:moveTo>
                  <a:lnTo>
                    <a:pt x="0" y="291084"/>
                  </a:lnTo>
                </a:path>
              </a:pathLst>
            </a:custGeom>
            <a:ln w="6095">
              <a:solidFill>
                <a:srgbClr val="000000"/>
              </a:solidFill>
              <a:prstDash val="dashDot"/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4" name="object 134"/>
            <p:cNvSpPr/>
            <p:nvPr/>
          </p:nvSpPr>
          <p:spPr>
            <a:xfrm>
              <a:off x="4562093" y="3427476"/>
              <a:ext cx="0" cy="591820"/>
            </a:xfrm>
            <a:custGeom>
              <a:avLst/>
              <a:gdLst/>
              <a:ahLst/>
              <a:cxnLst/>
              <a:rect l="l" t="t" r="r" b="b"/>
              <a:pathLst>
                <a:path h="591820">
                  <a:moveTo>
                    <a:pt x="0" y="0"/>
                  </a:moveTo>
                  <a:lnTo>
                    <a:pt x="0" y="591312"/>
                  </a:lnTo>
                </a:path>
              </a:pathLst>
            </a:custGeom>
            <a:ln w="10668">
              <a:solidFill>
                <a:srgbClr val="000000"/>
              </a:solidFill>
              <a:prstDash val="sysDot"/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5" name="object 135"/>
            <p:cNvSpPr/>
            <p:nvPr/>
          </p:nvSpPr>
          <p:spPr>
            <a:xfrm>
              <a:off x="4556759" y="3415284"/>
              <a:ext cx="10795" cy="1905"/>
            </a:xfrm>
            <a:custGeom>
              <a:avLst/>
              <a:gdLst/>
              <a:ahLst/>
              <a:cxnLst/>
              <a:rect l="l" t="t" r="r" b="b"/>
              <a:pathLst>
                <a:path w="10795" h="1904">
                  <a:moveTo>
                    <a:pt x="0" y="1524"/>
                  </a:moveTo>
                  <a:lnTo>
                    <a:pt x="10668" y="1524"/>
                  </a:lnTo>
                  <a:lnTo>
                    <a:pt x="10668" y="0"/>
                  </a:lnTo>
                  <a:lnTo>
                    <a:pt x="0" y="0"/>
                  </a:lnTo>
                  <a:lnTo>
                    <a:pt x="0" y="1524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36" name="object 136"/>
          <p:cNvGrpSpPr/>
          <p:nvPr/>
        </p:nvGrpSpPr>
        <p:grpSpPr>
          <a:xfrm>
            <a:off x="6155435" y="6298692"/>
            <a:ext cx="1597660" cy="304800"/>
            <a:chOff x="6155435" y="6298692"/>
            <a:chExt cx="1597660" cy="304800"/>
          </a:xfrm>
        </p:grpSpPr>
        <p:sp>
          <p:nvSpPr>
            <p:cNvPr id="137" name="object 137"/>
            <p:cNvSpPr/>
            <p:nvPr/>
          </p:nvSpPr>
          <p:spPr>
            <a:xfrm>
              <a:off x="6155435" y="6298692"/>
              <a:ext cx="1597660" cy="304800"/>
            </a:xfrm>
            <a:custGeom>
              <a:avLst/>
              <a:gdLst/>
              <a:ahLst/>
              <a:cxnLst/>
              <a:rect l="l" t="t" r="r" b="b"/>
              <a:pathLst>
                <a:path w="1597659" h="304800">
                  <a:moveTo>
                    <a:pt x="1597151" y="304800"/>
                  </a:moveTo>
                  <a:lnTo>
                    <a:pt x="0" y="304800"/>
                  </a:lnTo>
                  <a:lnTo>
                    <a:pt x="0" y="0"/>
                  </a:lnTo>
                  <a:lnTo>
                    <a:pt x="1597151" y="0"/>
                  </a:lnTo>
                  <a:lnTo>
                    <a:pt x="1597151" y="304800"/>
                  </a:lnTo>
                  <a:close/>
                </a:path>
              </a:pathLst>
            </a:custGeom>
            <a:solidFill>
              <a:srgbClr val="BFBFB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8" name="object 138"/>
            <p:cNvSpPr/>
            <p:nvPr/>
          </p:nvSpPr>
          <p:spPr>
            <a:xfrm>
              <a:off x="6868668" y="6371843"/>
              <a:ext cx="60960" cy="147955"/>
            </a:xfrm>
            <a:custGeom>
              <a:avLst/>
              <a:gdLst/>
              <a:ahLst/>
              <a:cxnLst/>
              <a:rect l="l" t="t" r="r" b="b"/>
              <a:pathLst>
                <a:path w="60959" h="147954">
                  <a:moveTo>
                    <a:pt x="56388" y="147827"/>
                  </a:moveTo>
                  <a:lnTo>
                    <a:pt x="51816" y="147827"/>
                  </a:lnTo>
                  <a:lnTo>
                    <a:pt x="4572" y="147827"/>
                  </a:lnTo>
                  <a:lnTo>
                    <a:pt x="1524" y="146303"/>
                  </a:lnTo>
                  <a:lnTo>
                    <a:pt x="0" y="143255"/>
                  </a:lnTo>
                  <a:lnTo>
                    <a:pt x="0" y="134111"/>
                  </a:lnTo>
                  <a:lnTo>
                    <a:pt x="4572" y="131063"/>
                  </a:lnTo>
                  <a:lnTo>
                    <a:pt x="22860" y="131063"/>
                  </a:lnTo>
                  <a:lnTo>
                    <a:pt x="22860" y="111251"/>
                  </a:lnTo>
                  <a:lnTo>
                    <a:pt x="21336" y="106679"/>
                  </a:lnTo>
                  <a:lnTo>
                    <a:pt x="21597" y="97059"/>
                  </a:lnTo>
                  <a:lnTo>
                    <a:pt x="25265" y="56197"/>
                  </a:lnTo>
                  <a:lnTo>
                    <a:pt x="25717" y="46481"/>
                  </a:lnTo>
                  <a:lnTo>
                    <a:pt x="25908" y="30479"/>
                  </a:lnTo>
                  <a:lnTo>
                    <a:pt x="18288" y="36575"/>
                  </a:lnTo>
                  <a:lnTo>
                    <a:pt x="12192" y="41147"/>
                  </a:lnTo>
                  <a:lnTo>
                    <a:pt x="7620" y="41147"/>
                  </a:lnTo>
                  <a:lnTo>
                    <a:pt x="4572" y="39623"/>
                  </a:lnTo>
                  <a:lnTo>
                    <a:pt x="3048" y="38099"/>
                  </a:lnTo>
                  <a:lnTo>
                    <a:pt x="1524" y="35051"/>
                  </a:lnTo>
                  <a:lnTo>
                    <a:pt x="0" y="33527"/>
                  </a:lnTo>
                  <a:lnTo>
                    <a:pt x="0" y="27431"/>
                  </a:lnTo>
                  <a:lnTo>
                    <a:pt x="3048" y="24383"/>
                  </a:lnTo>
                  <a:lnTo>
                    <a:pt x="9144" y="19811"/>
                  </a:lnTo>
                  <a:lnTo>
                    <a:pt x="12192" y="18287"/>
                  </a:lnTo>
                  <a:lnTo>
                    <a:pt x="16764" y="13715"/>
                  </a:lnTo>
                  <a:lnTo>
                    <a:pt x="22860" y="9143"/>
                  </a:lnTo>
                  <a:lnTo>
                    <a:pt x="28956" y="3047"/>
                  </a:lnTo>
                  <a:lnTo>
                    <a:pt x="33528" y="0"/>
                  </a:lnTo>
                  <a:lnTo>
                    <a:pt x="42672" y="0"/>
                  </a:lnTo>
                  <a:lnTo>
                    <a:pt x="45720" y="3047"/>
                  </a:lnTo>
                  <a:lnTo>
                    <a:pt x="45720" y="10667"/>
                  </a:lnTo>
                  <a:lnTo>
                    <a:pt x="44196" y="13715"/>
                  </a:lnTo>
                  <a:lnTo>
                    <a:pt x="44196" y="35051"/>
                  </a:lnTo>
                  <a:lnTo>
                    <a:pt x="45720" y="38099"/>
                  </a:lnTo>
                  <a:lnTo>
                    <a:pt x="45458" y="45910"/>
                  </a:lnTo>
                  <a:lnTo>
                    <a:pt x="42672" y="71627"/>
                  </a:lnTo>
                  <a:lnTo>
                    <a:pt x="41790" y="82200"/>
                  </a:lnTo>
                  <a:lnTo>
                    <a:pt x="41338" y="91058"/>
                  </a:lnTo>
                  <a:lnTo>
                    <a:pt x="41148" y="121919"/>
                  </a:lnTo>
                  <a:lnTo>
                    <a:pt x="42672" y="126491"/>
                  </a:lnTo>
                  <a:lnTo>
                    <a:pt x="42672" y="129539"/>
                  </a:lnTo>
                  <a:lnTo>
                    <a:pt x="54864" y="129539"/>
                  </a:lnTo>
                  <a:lnTo>
                    <a:pt x="57912" y="132587"/>
                  </a:lnTo>
                  <a:lnTo>
                    <a:pt x="60960" y="134111"/>
                  </a:lnTo>
                  <a:lnTo>
                    <a:pt x="60960" y="144779"/>
                  </a:lnTo>
                  <a:lnTo>
                    <a:pt x="57912" y="146303"/>
                  </a:lnTo>
                  <a:lnTo>
                    <a:pt x="56388" y="147827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39" name="object 139"/>
            <p:cNvPicPr/>
            <p:nvPr/>
          </p:nvPicPr>
          <p:blipFill>
            <a:blip r:embed="rId16" cstate="print"/>
            <a:stretch>
              <a:fillRect/>
            </a:stretch>
          </p:blipFill>
          <p:spPr>
            <a:xfrm>
              <a:off x="6950963" y="6371844"/>
              <a:ext cx="94488" cy="155448"/>
            </a:xfrm>
            <a:prstGeom prst="rect">
              <a:avLst/>
            </a:prstGeom>
          </p:spPr>
        </p:pic>
      </p:grpSp>
      <p:grpSp>
        <p:nvGrpSpPr>
          <p:cNvPr id="140" name="object 140"/>
          <p:cNvGrpSpPr/>
          <p:nvPr/>
        </p:nvGrpSpPr>
        <p:grpSpPr>
          <a:xfrm>
            <a:off x="4027932" y="4934712"/>
            <a:ext cx="1597660" cy="304800"/>
            <a:chOff x="4027932" y="4934712"/>
            <a:chExt cx="1597660" cy="304800"/>
          </a:xfrm>
        </p:grpSpPr>
        <p:sp>
          <p:nvSpPr>
            <p:cNvPr id="141" name="object 141"/>
            <p:cNvSpPr/>
            <p:nvPr/>
          </p:nvSpPr>
          <p:spPr>
            <a:xfrm>
              <a:off x="4027932" y="4934712"/>
              <a:ext cx="1597660" cy="304800"/>
            </a:xfrm>
            <a:custGeom>
              <a:avLst/>
              <a:gdLst/>
              <a:ahLst/>
              <a:cxnLst/>
              <a:rect l="l" t="t" r="r" b="b"/>
              <a:pathLst>
                <a:path w="1597660" h="304800">
                  <a:moveTo>
                    <a:pt x="1597151" y="304800"/>
                  </a:moveTo>
                  <a:lnTo>
                    <a:pt x="0" y="304800"/>
                  </a:lnTo>
                  <a:lnTo>
                    <a:pt x="0" y="0"/>
                  </a:lnTo>
                  <a:lnTo>
                    <a:pt x="1597151" y="0"/>
                  </a:lnTo>
                  <a:lnTo>
                    <a:pt x="1597151" y="304800"/>
                  </a:lnTo>
                  <a:close/>
                </a:path>
              </a:pathLst>
            </a:custGeom>
            <a:solidFill>
              <a:srgbClr val="BFBFB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2" name="object 142"/>
            <p:cNvSpPr/>
            <p:nvPr/>
          </p:nvSpPr>
          <p:spPr>
            <a:xfrm>
              <a:off x="4739640" y="5007864"/>
              <a:ext cx="60960" cy="147955"/>
            </a:xfrm>
            <a:custGeom>
              <a:avLst/>
              <a:gdLst/>
              <a:ahLst/>
              <a:cxnLst/>
              <a:rect l="l" t="t" r="r" b="b"/>
              <a:pathLst>
                <a:path w="60960" h="147954">
                  <a:moveTo>
                    <a:pt x="54863" y="147827"/>
                  </a:moveTo>
                  <a:lnTo>
                    <a:pt x="51815" y="147827"/>
                  </a:lnTo>
                  <a:lnTo>
                    <a:pt x="9143" y="147827"/>
                  </a:lnTo>
                  <a:lnTo>
                    <a:pt x="6095" y="146303"/>
                  </a:lnTo>
                  <a:lnTo>
                    <a:pt x="4571" y="146303"/>
                  </a:lnTo>
                  <a:lnTo>
                    <a:pt x="1523" y="144779"/>
                  </a:lnTo>
                  <a:lnTo>
                    <a:pt x="0" y="143255"/>
                  </a:lnTo>
                  <a:lnTo>
                    <a:pt x="0" y="132587"/>
                  </a:lnTo>
                  <a:lnTo>
                    <a:pt x="4571" y="129539"/>
                  </a:lnTo>
                  <a:lnTo>
                    <a:pt x="22859" y="129539"/>
                  </a:lnTo>
                  <a:lnTo>
                    <a:pt x="22859" y="115823"/>
                  </a:lnTo>
                  <a:lnTo>
                    <a:pt x="21335" y="111251"/>
                  </a:lnTo>
                  <a:lnTo>
                    <a:pt x="21335" y="103631"/>
                  </a:lnTo>
                  <a:lnTo>
                    <a:pt x="21597" y="96202"/>
                  </a:lnTo>
                  <a:lnTo>
                    <a:pt x="24383" y="67055"/>
                  </a:lnTo>
                  <a:lnTo>
                    <a:pt x="24622" y="55340"/>
                  </a:lnTo>
                  <a:lnTo>
                    <a:pt x="25669" y="37052"/>
                  </a:lnTo>
                  <a:lnTo>
                    <a:pt x="25907" y="30479"/>
                  </a:lnTo>
                  <a:lnTo>
                    <a:pt x="12191" y="39623"/>
                  </a:lnTo>
                  <a:lnTo>
                    <a:pt x="7619" y="39623"/>
                  </a:lnTo>
                  <a:lnTo>
                    <a:pt x="4571" y="38099"/>
                  </a:lnTo>
                  <a:lnTo>
                    <a:pt x="1523" y="35051"/>
                  </a:lnTo>
                  <a:lnTo>
                    <a:pt x="0" y="32003"/>
                  </a:lnTo>
                  <a:lnTo>
                    <a:pt x="0" y="27431"/>
                  </a:lnTo>
                  <a:lnTo>
                    <a:pt x="7619" y="19811"/>
                  </a:lnTo>
                  <a:lnTo>
                    <a:pt x="16763" y="13715"/>
                  </a:lnTo>
                  <a:lnTo>
                    <a:pt x="28955" y="1523"/>
                  </a:lnTo>
                  <a:lnTo>
                    <a:pt x="33527" y="0"/>
                  </a:lnTo>
                  <a:lnTo>
                    <a:pt x="42671" y="0"/>
                  </a:lnTo>
                  <a:lnTo>
                    <a:pt x="45719" y="1523"/>
                  </a:lnTo>
                  <a:lnTo>
                    <a:pt x="45719" y="7619"/>
                  </a:lnTo>
                  <a:lnTo>
                    <a:pt x="44195" y="10667"/>
                  </a:lnTo>
                  <a:lnTo>
                    <a:pt x="44172" y="44410"/>
                  </a:lnTo>
                  <a:lnTo>
                    <a:pt x="44005" y="52006"/>
                  </a:lnTo>
                  <a:lnTo>
                    <a:pt x="43553" y="61031"/>
                  </a:lnTo>
                  <a:lnTo>
                    <a:pt x="42671" y="71627"/>
                  </a:lnTo>
                  <a:lnTo>
                    <a:pt x="40576" y="89915"/>
                  </a:lnTo>
                  <a:lnTo>
                    <a:pt x="39885" y="97345"/>
                  </a:lnTo>
                  <a:lnTo>
                    <a:pt x="39623" y="111251"/>
                  </a:lnTo>
                  <a:lnTo>
                    <a:pt x="41147" y="115823"/>
                  </a:lnTo>
                  <a:lnTo>
                    <a:pt x="41147" y="129539"/>
                  </a:lnTo>
                  <a:lnTo>
                    <a:pt x="56387" y="129539"/>
                  </a:lnTo>
                  <a:lnTo>
                    <a:pt x="57911" y="131063"/>
                  </a:lnTo>
                  <a:lnTo>
                    <a:pt x="59435" y="134111"/>
                  </a:lnTo>
                  <a:lnTo>
                    <a:pt x="60959" y="135635"/>
                  </a:lnTo>
                  <a:lnTo>
                    <a:pt x="60959" y="140207"/>
                  </a:lnTo>
                  <a:lnTo>
                    <a:pt x="59435" y="143255"/>
                  </a:lnTo>
                  <a:lnTo>
                    <a:pt x="54863" y="14782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43" name="object 143"/>
            <p:cNvPicPr/>
            <p:nvPr/>
          </p:nvPicPr>
          <p:blipFill>
            <a:blip r:embed="rId17" cstate="print"/>
            <a:stretch>
              <a:fillRect/>
            </a:stretch>
          </p:blipFill>
          <p:spPr>
            <a:xfrm>
              <a:off x="4824984" y="5010912"/>
              <a:ext cx="89916" cy="149352"/>
            </a:xfrm>
            <a:prstGeom prst="rect">
              <a:avLst/>
            </a:prstGeom>
          </p:spPr>
        </p:pic>
      </p:grpSp>
      <p:grpSp>
        <p:nvGrpSpPr>
          <p:cNvPr id="144" name="object 144"/>
          <p:cNvGrpSpPr/>
          <p:nvPr/>
        </p:nvGrpSpPr>
        <p:grpSpPr>
          <a:xfrm>
            <a:off x="1900427" y="3110483"/>
            <a:ext cx="3192780" cy="304800"/>
            <a:chOff x="1900427" y="3110483"/>
            <a:chExt cx="3192780" cy="304800"/>
          </a:xfrm>
        </p:grpSpPr>
        <p:sp>
          <p:nvSpPr>
            <p:cNvPr id="145" name="object 145"/>
            <p:cNvSpPr/>
            <p:nvPr/>
          </p:nvSpPr>
          <p:spPr>
            <a:xfrm>
              <a:off x="1900427" y="3110483"/>
              <a:ext cx="3192780" cy="304800"/>
            </a:xfrm>
            <a:custGeom>
              <a:avLst/>
              <a:gdLst/>
              <a:ahLst/>
              <a:cxnLst/>
              <a:rect l="l" t="t" r="r" b="b"/>
              <a:pathLst>
                <a:path w="3192779" h="304800">
                  <a:moveTo>
                    <a:pt x="3192779" y="304800"/>
                  </a:moveTo>
                  <a:lnTo>
                    <a:pt x="0" y="304800"/>
                  </a:lnTo>
                  <a:lnTo>
                    <a:pt x="0" y="0"/>
                  </a:lnTo>
                  <a:lnTo>
                    <a:pt x="3192779" y="0"/>
                  </a:lnTo>
                  <a:lnTo>
                    <a:pt x="3192779" y="304800"/>
                  </a:lnTo>
                  <a:close/>
                </a:path>
              </a:pathLst>
            </a:custGeom>
            <a:solidFill>
              <a:srgbClr val="BFBFB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46" name="object 146"/>
            <p:cNvPicPr/>
            <p:nvPr/>
          </p:nvPicPr>
          <p:blipFill>
            <a:blip r:embed="rId18" cstate="print"/>
            <a:stretch>
              <a:fillRect/>
            </a:stretch>
          </p:blipFill>
          <p:spPr>
            <a:xfrm>
              <a:off x="3395471" y="3185160"/>
              <a:ext cx="89916" cy="146304"/>
            </a:xfrm>
            <a:prstGeom prst="rect">
              <a:avLst/>
            </a:prstGeom>
          </p:spPr>
        </p:pic>
        <p:pic>
          <p:nvPicPr>
            <p:cNvPr id="147" name="object 147"/>
            <p:cNvPicPr/>
            <p:nvPr/>
          </p:nvPicPr>
          <p:blipFill>
            <a:blip r:embed="rId19" cstate="print"/>
            <a:stretch>
              <a:fillRect/>
            </a:stretch>
          </p:blipFill>
          <p:spPr>
            <a:xfrm>
              <a:off x="3511295" y="3186683"/>
              <a:ext cx="88392" cy="149351"/>
            </a:xfrm>
            <a:prstGeom prst="rect">
              <a:avLst/>
            </a:prstGeom>
          </p:spPr>
        </p:pic>
      </p:grpSp>
      <p:grpSp>
        <p:nvGrpSpPr>
          <p:cNvPr id="148" name="object 148"/>
          <p:cNvGrpSpPr/>
          <p:nvPr/>
        </p:nvGrpSpPr>
        <p:grpSpPr>
          <a:xfrm>
            <a:off x="2432304" y="3566159"/>
            <a:ext cx="1597660" cy="304800"/>
            <a:chOff x="2432304" y="3566159"/>
            <a:chExt cx="1597660" cy="304800"/>
          </a:xfrm>
        </p:grpSpPr>
        <p:sp>
          <p:nvSpPr>
            <p:cNvPr id="149" name="object 149"/>
            <p:cNvSpPr/>
            <p:nvPr/>
          </p:nvSpPr>
          <p:spPr>
            <a:xfrm>
              <a:off x="2432304" y="3566159"/>
              <a:ext cx="1597660" cy="304800"/>
            </a:xfrm>
            <a:custGeom>
              <a:avLst/>
              <a:gdLst/>
              <a:ahLst/>
              <a:cxnLst/>
              <a:rect l="l" t="t" r="r" b="b"/>
              <a:pathLst>
                <a:path w="1597660" h="304800">
                  <a:moveTo>
                    <a:pt x="1597152" y="304800"/>
                  </a:moveTo>
                  <a:lnTo>
                    <a:pt x="0" y="304800"/>
                  </a:lnTo>
                  <a:lnTo>
                    <a:pt x="0" y="0"/>
                  </a:lnTo>
                  <a:lnTo>
                    <a:pt x="1597152" y="0"/>
                  </a:lnTo>
                  <a:lnTo>
                    <a:pt x="1597152" y="304800"/>
                  </a:lnTo>
                  <a:close/>
                </a:path>
              </a:pathLst>
            </a:custGeom>
            <a:solidFill>
              <a:srgbClr val="BFBFB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0" name="object 150"/>
            <p:cNvSpPr/>
            <p:nvPr/>
          </p:nvSpPr>
          <p:spPr>
            <a:xfrm>
              <a:off x="3145535" y="3640835"/>
              <a:ext cx="60960" cy="147955"/>
            </a:xfrm>
            <a:custGeom>
              <a:avLst/>
              <a:gdLst/>
              <a:ahLst/>
              <a:cxnLst/>
              <a:rect l="l" t="t" r="r" b="b"/>
              <a:pathLst>
                <a:path w="60960" h="147954">
                  <a:moveTo>
                    <a:pt x="54864" y="147827"/>
                  </a:moveTo>
                  <a:lnTo>
                    <a:pt x="51816" y="147827"/>
                  </a:lnTo>
                  <a:lnTo>
                    <a:pt x="33528" y="147827"/>
                  </a:lnTo>
                  <a:lnTo>
                    <a:pt x="15240" y="146303"/>
                  </a:lnTo>
                  <a:lnTo>
                    <a:pt x="4572" y="146303"/>
                  </a:lnTo>
                  <a:lnTo>
                    <a:pt x="1524" y="144779"/>
                  </a:lnTo>
                  <a:lnTo>
                    <a:pt x="0" y="143255"/>
                  </a:lnTo>
                  <a:lnTo>
                    <a:pt x="0" y="132587"/>
                  </a:lnTo>
                  <a:lnTo>
                    <a:pt x="6096" y="129539"/>
                  </a:lnTo>
                  <a:lnTo>
                    <a:pt x="24384" y="129539"/>
                  </a:lnTo>
                  <a:lnTo>
                    <a:pt x="24384" y="126491"/>
                  </a:lnTo>
                  <a:lnTo>
                    <a:pt x="22860" y="121919"/>
                  </a:lnTo>
                  <a:lnTo>
                    <a:pt x="22883" y="96202"/>
                  </a:lnTo>
                  <a:lnTo>
                    <a:pt x="23050" y="87629"/>
                  </a:lnTo>
                  <a:lnTo>
                    <a:pt x="23502" y="77914"/>
                  </a:lnTo>
                  <a:lnTo>
                    <a:pt x="25265" y="55316"/>
                  </a:lnTo>
                  <a:lnTo>
                    <a:pt x="25717" y="45148"/>
                  </a:lnTo>
                  <a:lnTo>
                    <a:pt x="25908" y="28955"/>
                  </a:lnTo>
                  <a:lnTo>
                    <a:pt x="18288" y="36575"/>
                  </a:lnTo>
                  <a:lnTo>
                    <a:pt x="12192" y="39623"/>
                  </a:lnTo>
                  <a:lnTo>
                    <a:pt x="7620" y="39623"/>
                  </a:lnTo>
                  <a:lnTo>
                    <a:pt x="6096" y="38099"/>
                  </a:lnTo>
                  <a:lnTo>
                    <a:pt x="3048" y="36575"/>
                  </a:lnTo>
                  <a:lnTo>
                    <a:pt x="1524" y="35051"/>
                  </a:lnTo>
                  <a:lnTo>
                    <a:pt x="0" y="32003"/>
                  </a:lnTo>
                  <a:lnTo>
                    <a:pt x="0" y="27431"/>
                  </a:lnTo>
                  <a:lnTo>
                    <a:pt x="3048" y="22859"/>
                  </a:lnTo>
                  <a:lnTo>
                    <a:pt x="9144" y="19811"/>
                  </a:lnTo>
                  <a:lnTo>
                    <a:pt x="12192" y="16763"/>
                  </a:lnTo>
                  <a:lnTo>
                    <a:pt x="16764" y="13715"/>
                  </a:lnTo>
                  <a:lnTo>
                    <a:pt x="28956" y="1523"/>
                  </a:lnTo>
                  <a:lnTo>
                    <a:pt x="33528" y="0"/>
                  </a:lnTo>
                  <a:lnTo>
                    <a:pt x="44196" y="0"/>
                  </a:lnTo>
                  <a:lnTo>
                    <a:pt x="45720" y="1523"/>
                  </a:lnTo>
                  <a:lnTo>
                    <a:pt x="45720" y="13715"/>
                  </a:lnTo>
                  <a:lnTo>
                    <a:pt x="44196" y="15239"/>
                  </a:lnTo>
                  <a:lnTo>
                    <a:pt x="44196" y="28955"/>
                  </a:lnTo>
                  <a:lnTo>
                    <a:pt x="45720" y="33527"/>
                  </a:lnTo>
                  <a:lnTo>
                    <a:pt x="45720" y="38099"/>
                  </a:lnTo>
                  <a:lnTo>
                    <a:pt x="45458" y="44386"/>
                  </a:lnTo>
                  <a:lnTo>
                    <a:pt x="42672" y="70103"/>
                  </a:lnTo>
                  <a:lnTo>
                    <a:pt x="41790" y="80700"/>
                  </a:lnTo>
                  <a:lnTo>
                    <a:pt x="41338" y="89725"/>
                  </a:lnTo>
                  <a:lnTo>
                    <a:pt x="41148" y="121919"/>
                  </a:lnTo>
                  <a:lnTo>
                    <a:pt x="42672" y="126491"/>
                  </a:lnTo>
                  <a:lnTo>
                    <a:pt x="42672" y="129539"/>
                  </a:lnTo>
                  <a:lnTo>
                    <a:pt x="56388" y="129539"/>
                  </a:lnTo>
                  <a:lnTo>
                    <a:pt x="59436" y="131063"/>
                  </a:lnTo>
                  <a:lnTo>
                    <a:pt x="60960" y="132587"/>
                  </a:lnTo>
                  <a:lnTo>
                    <a:pt x="60960" y="143255"/>
                  </a:lnTo>
                  <a:lnTo>
                    <a:pt x="59436" y="144779"/>
                  </a:lnTo>
                  <a:lnTo>
                    <a:pt x="56388" y="146303"/>
                  </a:lnTo>
                  <a:lnTo>
                    <a:pt x="54864" y="14782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51" name="object 151"/>
            <p:cNvPicPr/>
            <p:nvPr/>
          </p:nvPicPr>
          <p:blipFill>
            <a:blip r:embed="rId20" cstate="print"/>
            <a:stretch>
              <a:fillRect/>
            </a:stretch>
          </p:blipFill>
          <p:spPr>
            <a:xfrm>
              <a:off x="3233927" y="3642359"/>
              <a:ext cx="88392" cy="146303"/>
            </a:xfrm>
            <a:prstGeom prst="rect">
              <a:avLst/>
            </a:prstGeom>
          </p:spPr>
        </p:pic>
      </p:grpSp>
      <p:grpSp>
        <p:nvGrpSpPr>
          <p:cNvPr id="152" name="object 152"/>
          <p:cNvGrpSpPr/>
          <p:nvPr/>
        </p:nvGrpSpPr>
        <p:grpSpPr>
          <a:xfrm>
            <a:off x="3496055" y="4021835"/>
            <a:ext cx="1065530" cy="307975"/>
            <a:chOff x="3496055" y="4021835"/>
            <a:chExt cx="1065530" cy="307975"/>
          </a:xfrm>
        </p:grpSpPr>
        <p:sp>
          <p:nvSpPr>
            <p:cNvPr id="153" name="object 153"/>
            <p:cNvSpPr/>
            <p:nvPr/>
          </p:nvSpPr>
          <p:spPr>
            <a:xfrm>
              <a:off x="3496055" y="4021835"/>
              <a:ext cx="1065530" cy="307975"/>
            </a:xfrm>
            <a:custGeom>
              <a:avLst/>
              <a:gdLst/>
              <a:ahLst/>
              <a:cxnLst/>
              <a:rect l="l" t="t" r="r" b="b"/>
              <a:pathLst>
                <a:path w="1065529" h="307975">
                  <a:moveTo>
                    <a:pt x="1065275" y="307848"/>
                  </a:moveTo>
                  <a:lnTo>
                    <a:pt x="0" y="307848"/>
                  </a:lnTo>
                  <a:lnTo>
                    <a:pt x="0" y="0"/>
                  </a:lnTo>
                  <a:lnTo>
                    <a:pt x="1065275" y="0"/>
                  </a:lnTo>
                  <a:lnTo>
                    <a:pt x="1065275" y="307848"/>
                  </a:lnTo>
                  <a:close/>
                </a:path>
              </a:pathLst>
            </a:custGeom>
            <a:solidFill>
              <a:srgbClr val="BFBFB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54" name="object 154"/>
            <p:cNvPicPr/>
            <p:nvPr/>
          </p:nvPicPr>
          <p:blipFill>
            <a:blip r:embed="rId21" cstate="print"/>
            <a:stretch>
              <a:fillRect/>
            </a:stretch>
          </p:blipFill>
          <p:spPr>
            <a:xfrm>
              <a:off x="3927348" y="4096512"/>
              <a:ext cx="213359" cy="150876"/>
            </a:xfrm>
            <a:prstGeom prst="rect">
              <a:avLst/>
            </a:prstGeom>
          </p:spPr>
        </p:pic>
      </p:grpSp>
      <p:grpSp>
        <p:nvGrpSpPr>
          <p:cNvPr id="155" name="object 155"/>
          <p:cNvGrpSpPr/>
          <p:nvPr/>
        </p:nvGrpSpPr>
        <p:grpSpPr>
          <a:xfrm>
            <a:off x="3496055" y="4479035"/>
            <a:ext cx="2661285" cy="302260"/>
            <a:chOff x="3496055" y="4479035"/>
            <a:chExt cx="2661285" cy="302260"/>
          </a:xfrm>
        </p:grpSpPr>
        <p:sp>
          <p:nvSpPr>
            <p:cNvPr id="156" name="object 156"/>
            <p:cNvSpPr/>
            <p:nvPr/>
          </p:nvSpPr>
          <p:spPr>
            <a:xfrm>
              <a:off x="3496055" y="4479035"/>
              <a:ext cx="2661285" cy="302260"/>
            </a:xfrm>
            <a:custGeom>
              <a:avLst/>
              <a:gdLst/>
              <a:ahLst/>
              <a:cxnLst/>
              <a:rect l="l" t="t" r="r" b="b"/>
              <a:pathLst>
                <a:path w="2661285" h="302260">
                  <a:moveTo>
                    <a:pt x="2660904" y="301752"/>
                  </a:moveTo>
                  <a:lnTo>
                    <a:pt x="0" y="301752"/>
                  </a:lnTo>
                  <a:lnTo>
                    <a:pt x="0" y="0"/>
                  </a:lnTo>
                  <a:lnTo>
                    <a:pt x="2660904" y="0"/>
                  </a:lnTo>
                  <a:lnTo>
                    <a:pt x="2660904" y="301752"/>
                  </a:lnTo>
                  <a:close/>
                </a:path>
              </a:pathLst>
            </a:custGeom>
            <a:solidFill>
              <a:srgbClr val="BFBFB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57" name="object 157"/>
            <p:cNvPicPr/>
            <p:nvPr/>
          </p:nvPicPr>
          <p:blipFill>
            <a:blip r:embed="rId22" cstate="print"/>
            <a:stretch>
              <a:fillRect/>
            </a:stretch>
          </p:blipFill>
          <p:spPr>
            <a:xfrm>
              <a:off x="4724400" y="4553712"/>
              <a:ext cx="88392" cy="146304"/>
            </a:xfrm>
            <a:prstGeom prst="rect">
              <a:avLst/>
            </a:prstGeom>
          </p:spPr>
        </p:pic>
        <p:pic>
          <p:nvPicPr>
            <p:cNvPr id="158" name="object 158"/>
            <p:cNvPicPr/>
            <p:nvPr/>
          </p:nvPicPr>
          <p:blipFill>
            <a:blip r:embed="rId23" cstate="print"/>
            <a:stretch>
              <a:fillRect/>
            </a:stretch>
          </p:blipFill>
          <p:spPr>
            <a:xfrm>
              <a:off x="4837176" y="4552187"/>
              <a:ext cx="94488" cy="153924"/>
            </a:xfrm>
            <a:prstGeom prst="rect">
              <a:avLst/>
            </a:prstGeom>
          </p:spPr>
        </p:pic>
      </p:grpSp>
    </p:spTree>
  </p:cSld>
  <p:clrMapOvr>
    <a:masterClrMapping/>
  </p:clrMapOvr>
</p:sld>
</file>

<file path=ppt/slides/slide5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9563100" y="7231380"/>
            <a:ext cx="190500" cy="144780"/>
            <a:chOff x="9563100" y="7231380"/>
            <a:chExt cx="190500" cy="144780"/>
          </a:xfrm>
        </p:grpSpPr>
        <p:pic>
          <p:nvPicPr>
            <p:cNvPr id="3" name="object 3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9563100" y="7231380"/>
              <a:ext cx="83820" cy="144779"/>
            </a:xfrm>
            <a:prstGeom prst="rect">
              <a:avLst/>
            </a:prstGeom>
          </p:spPr>
        </p:pic>
        <p:pic>
          <p:nvPicPr>
            <p:cNvPr id="4" name="object 4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9669780" y="7231380"/>
              <a:ext cx="83820" cy="144779"/>
            </a:xfrm>
            <a:prstGeom prst="rect">
              <a:avLst/>
            </a:prstGeom>
          </p:spPr>
        </p:pic>
      </p:grpSp>
      <p:sp>
        <p:nvSpPr>
          <p:cNvPr id="5" name="object 5"/>
          <p:cNvSpPr/>
          <p:nvPr/>
        </p:nvSpPr>
        <p:spPr>
          <a:xfrm>
            <a:off x="1760219" y="1328927"/>
            <a:ext cx="218440" cy="447040"/>
          </a:xfrm>
          <a:custGeom>
            <a:avLst/>
            <a:gdLst/>
            <a:ahLst/>
            <a:cxnLst/>
            <a:rect l="l" t="t" r="r" b="b"/>
            <a:pathLst>
              <a:path w="218439" h="447039">
                <a:moveTo>
                  <a:pt x="217931" y="446532"/>
                </a:moveTo>
                <a:lnTo>
                  <a:pt x="0" y="446532"/>
                </a:lnTo>
                <a:lnTo>
                  <a:pt x="0" y="400812"/>
                </a:lnTo>
                <a:lnTo>
                  <a:pt x="80771" y="400812"/>
                </a:lnTo>
                <a:lnTo>
                  <a:pt x="80771" y="102108"/>
                </a:lnTo>
                <a:lnTo>
                  <a:pt x="0" y="102108"/>
                </a:lnTo>
                <a:lnTo>
                  <a:pt x="0" y="62484"/>
                </a:lnTo>
                <a:lnTo>
                  <a:pt x="21407" y="61626"/>
                </a:lnTo>
                <a:lnTo>
                  <a:pt x="39814" y="59055"/>
                </a:lnTo>
                <a:lnTo>
                  <a:pt x="77081" y="41362"/>
                </a:lnTo>
                <a:lnTo>
                  <a:pt x="91439" y="0"/>
                </a:lnTo>
                <a:lnTo>
                  <a:pt x="138683" y="0"/>
                </a:lnTo>
                <a:lnTo>
                  <a:pt x="138683" y="400812"/>
                </a:lnTo>
                <a:lnTo>
                  <a:pt x="217931" y="400812"/>
                </a:lnTo>
                <a:lnTo>
                  <a:pt x="217931" y="446532"/>
                </a:lnTo>
                <a:close/>
              </a:path>
            </a:pathLst>
          </a:custGeom>
          <a:solidFill>
            <a:srgbClr val="3333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" name="object 6"/>
          <p:cNvSpPr/>
          <p:nvPr/>
        </p:nvSpPr>
        <p:spPr>
          <a:xfrm>
            <a:off x="2084832" y="1690116"/>
            <a:ext cx="71755" cy="85725"/>
          </a:xfrm>
          <a:custGeom>
            <a:avLst/>
            <a:gdLst/>
            <a:ahLst/>
            <a:cxnLst/>
            <a:rect l="l" t="t" r="r" b="b"/>
            <a:pathLst>
              <a:path w="71755" h="85725">
                <a:moveTo>
                  <a:pt x="71627" y="85343"/>
                </a:moveTo>
                <a:lnTo>
                  <a:pt x="0" y="85343"/>
                </a:lnTo>
                <a:lnTo>
                  <a:pt x="0" y="0"/>
                </a:lnTo>
                <a:lnTo>
                  <a:pt x="71627" y="0"/>
                </a:lnTo>
                <a:lnTo>
                  <a:pt x="71627" y="85343"/>
                </a:lnTo>
                <a:close/>
              </a:path>
            </a:pathLst>
          </a:custGeom>
          <a:solidFill>
            <a:srgbClr val="3333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" name="object 7"/>
          <p:cNvSpPr/>
          <p:nvPr/>
        </p:nvSpPr>
        <p:spPr>
          <a:xfrm>
            <a:off x="2244852" y="1321307"/>
            <a:ext cx="276225" cy="454659"/>
          </a:xfrm>
          <a:custGeom>
            <a:avLst/>
            <a:gdLst/>
            <a:ahLst/>
            <a:cxnLst/>
            <a:rect l="l" t="t" r="r" b="b"/>
            <a:pathLst>
              <a:path w="276225" h="454660">
                <a:moveTo>
                  <a:pt x="275843" y="454151"/>
                </a:moveTo>
                <a:lnTo>
                  <a:pt x="0" y="454151"/>
                </a:lnTo>
                <a:lnTo>
                  <a:pt x="0" y="391667"/>
                </a:lnTo>
                <a:lnTo>
                  <a:pt x="29336" y="364426"/>
                </a:lnTo>
                <a:lnTo>
                  <a:pt x="43291" y="351162"/>
                </a:lnTo>
                <a:lnTo>
                  <a:pt x="56387" y="338327"/>
                </a:lnTo>
                <a:lnTo>
                  <a:pt x="69842" y="325493"/>
                </a:lnTo>
                <a:lnTo>
                  <a:pt x="82867" y="312229"/>
                </a:lnTo>
                <a:lnTo>
                  <a:pt x="131349" y="258079"/>
                </a:lnTo>
                <a:lnTo>
                  <a:pt x="165639" y="213407"/>
                </a:lnTo>
                <a:lnTo>
                  <a:pt x="185666" y="177903"/>
                </a:lnTo>
                <a:lnTo>
                  <a:pt x="196595" y="124967"/>
                </a:lnTo>
                <a:lnTo>
                  <a:pt x="196072" y="116109"/>
                </a:lnTo>
                <a:lnTo>
                  <a:pt x="178927" y="74961"/>
                </a:lnTo>
                <a:lnTo>
                  <a:pt x="142470" y="54387"/>
                </a:lnTo>
                <a:lnTo>
                  <a:pt x="120395" y="51815"/>
                </a:lnTo>
                <a:lnTo>
                  <a:pt x="112371" y="52077"/>
                </a:lnTo>
                <a:lnTo>
                  <a:pt x="71627" y="59626"/>
                </a:lnTo>
                <a:lnTo>
                  <a:pt x="24383" y="82295"/>
                </a:lnTo>
                <a:lnTo>
                  <a:pt x="18287" y="86867"/>
                </a:lnTo>
                <a:lnTo>
                  <a:pt x="13715" y="89915"/>
                </a:lnTo>
                <a:lnTo>
                  <a:pt x="10667" y="89915"/>
                </a:lnTo>
                <a:lnTo>
                  <a:pt x="10667" y="25908"/>
                </a:lnTo>
                <a:lnTo>
                  <a:pt x="60960" y="9143"/>
                </a:lnTo>
                <a:lnTo>
                  <a:pt x="109823" y="571"/>
                </a:lnTo>
                <a:lnTo>
                  <a:pt x="124967" y="0"/>
                </a:lnTo>
                <a:lnTo>
                  <a:pt x="154138" y="2024"/>
                </a:lnTo>
                <a:lnTo>
                  <a:pt x="202763" y="18645"/>
                </a:lnTo>
                <a:lnTo>
                  <a:pt x="237624" y="51196"/>
                </a:lnTo>
                <a:lnTo>
                  <a:pt x="255293" y="95678"/>
                </a:lnTo>
                <a:lnTo>
                  <a:pt x="257555" y="121919"/>
                </a:lnTo>
                <a:lnTo>
                  <a:pt x="257032" y="135112"/>
                </a:lnTo>
                <a:lnTo>
                  <a:pt x="247769" y="181832"/>
                </a:lnTo>
                <a:lnTo>
                  <a:pt x="228695" y="221218"/>
                </a:lnTo>
                <a:lnTo>
                  <a:pt x="191071" y="268986"/>
                </a:lnTo>
                <a:lnTo>
                  <a:pt x="159472" y="303156"/>
                </a:lnTo>
                <a:lnTo>
                  <a:pt x="128087" y="334541"/>
                </a:lnTo>
                <a:lnTo>
                  <a:pt x="111251" y="350519"/>
                </a:lnTo>
                <a:lnTo>
                  <a:pt x="94964" y="366569"/>
                </a:lnTo>
                <a:lnTo>
                  <a:pt x="67532" y="392953"/>
                </a:lnTo>
                <a:lnTo>
                  <a:pt x="56387" y="403859"/>
                </a:lnTo>
                <a:lnTo>
                  <a:pt x="275843" y="403859"/>
                </a:lnTo>
                <a:lnTo>
                  <a:pt x="275843" y="454151"/>
                </a:lnTo>
                <a:close/>
              </a:path>
            </a:pathLst>
          </a:custGeom>
          <a:solidFill>
            <a:srgbClr val="3333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2604516" y="1690116"/>
            <a:ext cx="71755" cy="85725"/>
          </a:xfrm>
          <a:custGeom>
            <a:avLst/>
            <a:gdLst/>
            <a:ahLst/>
            <a:cxnLst/>
            <a:rect l="l" t="t" r="r" b="b"/>
            <a:pathLst>
              <a:path w="71755" h="85725">
                <a:moveTo>
                  <a:pt x="71627" y="85343"/>
                </a:moveTo>
                <a:lnTo>
                  <a:pt x="0" y="85343"/>
                </a:lnTo>
                <a:lnTo>
                  <a:pt x="0" y="0"/>
                </a:lnTo>
                <a:lnTo>
                  <a:pt x="71627" y="0"/>
                </a:lnTo>
                <a:lnTo>
                  <a:pt x="71627" y="85343"/>
                </a:lnTo>
                <a:close/>
              </a:path>
            </a:pathLst>
          </a:custGeom>
          <a:solidFill>
            <a:srgbClr val="3333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2766060" y="1321307"/>
            <a:ext cx="274320" cy="454659"/>
          </a:xfrm>
          <a:custGeom>
            <a:avLst/>
            <a:gdLst/>
            <a:ahLst/>
            <a:cxnLst/>
            <a:rect l="l" t="t" r="r" b="b"/>
            <a:pathLst>
              <a:path w="274319" h="454660">
                <a:moveTo>
                  <a:pt x="274319" y="454151"/>
                </a:moveTo>
                <a:lnTo>
                  <a:pt x="0" y="454151"/>
                </a:lnTo>
                <a:lnTo>
                  <a:pt x="0" y="391667"/>
                </a:lnTo>
                <a:lnTo>
                  <a:pt x="14573" y="377975"/>
                </a:lnTo>
                <a:lnTo>
                  <a:pt x="28574" y="364426"/>
                </a:lnTo>
                <a:lnTo>
                  <a:pt x="54863" y="338327"/>
                </a:lnTo>
                <a:lnTo>
                  <a:pt x="68318" y="325493"/>
                </a:lnTo>
                <a:lnTo>
                  <a:pt x="81343" y="312229"/>
                </a:lnTo>
                <a:lnTo>
                  <a:pt x="130063" y="258079"/>
                </a:lnTo>
                <a:lnTo>
                  <a:pt x="165401" y="213407"/>
                </a:lnTo>
                <a:lnTo>
                  <a:pt x="184784" y="177903"/>
                </a:lnTo>
                <a:lnTo>
                  <a:pt x="195071" y="124967"/>
                </a:lnTo>
                <a:lnTo>
                  <a:pt x="194762" y="116109"/>
                </a:lnTo>
                <a:lnTo>
                  <a:pt x="178046" y="74961"/>
                </a:lnTo>
                <a:lnTo>
                  <a:pt x="142232" y="54387"/>
                </a:lnTo>
                <a:lnTo>
                  <a:pt x="118871" y="51815"/>
                </a:lnTo>
                <a:lnTo>
                  <a:pt x="110870" y="52077"/>
                </a:lnTo>
                <a:lnTo>
                  <a:pt x="70865" y="59626"/>
                </a:lnTo>
                <a:lnTo>
                  <a:pt x="22859" y="82295"/>
                </a:lnTo>
                <a:lnTo>
                  <a:pt x="16763" y="86867"/>
                </a:lnTo>
                <a:lnTo>
                  <a:pt x="12191" y="89915"/>
                </a:lnTo>
                <a:lnTo>
                  <a:pt x="9143" y="89915"/>
                </a:lnTo>
                <a:lnTo>
                  <a:pt x="9143" y="25908"/>
                </a:lnTo>
                <a:lnTo>
                  <a:pt x="60959" y="9143"/>
                </a:lnTo>
                <a:lnTo>
                  <a:pt x="108323" y="571"/>
                </a:lnTo>
                <a:lnTo>
                  <a:pt x="123443" y="0"/>
                </a:lnTo>
                <a:lnTo>
                  <a:pt x="152614" y="2024"/>
                </a:lnTo>
                <a:lnTo>
                  <a:pt x="201239" y="18645"/>
                </a:lnTo>
                <a:lnTo>
                  <a:pt x="236100" y="51196"/>
                </a:lnTo>
                <a:lnTo>
                  <a:pt x="253769" y="95678"/>
                </a:lnTo>
                <a:lnTo>
                  <a:pt x="256031" y="121919"/>
                </a:lnTo>
                <a:lnTo>
                  <a:pt x="255722" y="135112"/>
                </a:lnTo>
                <a:lnTo>
                  <a:pt x="246245" y="181832"/>
                </a:lnTo>
                <a:lnTo>
                  <a:pt x="227171" y="221218"/>
                </a:lnTo>
                <a:lnTo>
                  <a:pt x="205739" y="249935"/>
                </a:lnTo>
                <a:lnTo>
                  <a:pt x="198381" y="259318"/>
                </a:lnTo>
                <a:lnTo>
                  <a:pt x="143636" y="318706"/>
                </a:lnTo>
                <a:lnTo>
                  <a:pt x="111251" y="350519"/>
                </a:lnTo>
                <a:lnTo>
                  <a:pt x="66032" y="392953"/>
                </a:lnTo>
                <a:lnTo>
                  <a:pt x="54863" y="403859"/>
                </a:lnTo>
                <a:lnTo>
                  <a:pt x="274319" y="403859"/>
                </a:lnTo>
                <a:lnTo>
                  <a:pt x="274319" y="454151"/>
                </a:lnTo>
                <a:close/>
              </a:path>
            </a:pathLst>
          </a:custGeom>
          <a:solidFill>
            <a:srgbClr val="3333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3302508" y="1278636"/>
            <a:ext cx="541020" cy="559435"/>
          </a:xfrm>
          <a:custGeom>
            <a:avLst/>
            <a:gdLst/>
            <a:ahLst/>
            <a:cxnLst/>
            <a:rect l="l" t="t" r="r" b="b"/>
            <a:pathLst>
              <a:path w="541020" h="559435">
                <a:moveTo>
                  <a:pt x="284988" y="97536"/>
                </a:moveTo>
                <a:lnTo>
                  <a:pt x="254508" y="97536"/>
                </a:lnTo>
                <a:lnTo>
                  <a:pt x="254246" y="69865"/>
                </a:lnTo>
                <a:lnTo>
                  <a:pt x="253606" y="46101"/>
                </a:lnTo>
                <a:lnTo>
                  <a:pt x="253491" y="42672"/>
                </a:lnTo>
                <a:lnTo>
                  <a:pt x="252579" y="20812"/>
                </a:lnTo>
                <a:lnTo>
                  <a:pt x="251460" y="0"/>
                </a:lnTo>
                <a:lnTo>
                  <a:pt x="301752" y="25907"/>
                </a:lnTo>
                <a:lnTo>
                  <a:pt x="284988" y="39624"/>
                </a:lnTo>
                <a:lnTo>
                  <a:pt x="284988" y="97536"/>
                </a:lnTo>
                <a:close/>
              </a:path>
              <a:path w="541020" h="559435">
                <a:moveTo>
                  <a:pt x="166116" y="97536"/>
                </a:moveTo>
                <a:lnTo>
                  <a:pt x="134112" y="97536"/>
                </a:lnTo>
                <a:lnTo>
                  <a:pt x="134041" y="64008"/>
                </a:lnTo>
                <a:lnTo>
                  <a:pt x="133921" y="46101"/>
                </a:lnTo>
                <a:lnTo>
                  <a:pt x="133469" y="22955"/>
                </a:lnTo>
                <a:lnTo>
                  <a:pt x="132588" y="1524"/>
                </a:lnTo>
                <a:lnTo>
                  <a:pt x="182880" y="27431"/>
                </a:lnTo>
                <a:lnTo>
                  <a:pt x="166116" y="44195"/>
                </a:lnTo>
                <a:lnTo>
                  <a:pt x="166116" y="97536"/>
                </a:lnTo>
                <a:close/>
              </a:path>
              <a:path w="541020" h="559435">
                <a:moveTo>
                  <a:pt x="402336" y="97536"/>
                </a:moveTo>
                <a:lnTo>
                  <a:pt x="371856" y="97536"/>
                </a:lnTo>
                <a:lnTo>
                  <a:pt x="371594" y="70961"/>
                </a:lnTo>
                <a:lnTo>
                  <a:pt x="370903" y="46101"/>
                </a:lnTo>
                <a:lnTo>
                  <a:pt x="369927" y="22955"/>
                </a:lnTo>
                <a:lnTo>
                  <a:pt x="368808" y="1524"/>
                </a:lnTo>
                <a:lnTo>
                  <a:pt x="419100" y="27431"/>
                </a:lnTo>
                <a:lnTo>
                  <a:pt x="402336" y="42672"/>
                </a:lnTo>
                <a:lnTo>
                  <a:pt x="402336" y="97536"/>
                </a:lnTo>
                <a:close/>
              </a:path>
              <a:path w="541020" h="559435">
                <a:moveTo>
                  <a:pt x="32004" y="117348"/>
                </a:moveTo>
                <a:lnTo>
                  <a:pt x="12192" y="97536"/>
                </a:lnTo>
                <a:lnTo>
                  <a:pt x="445008" y="97536"/>
                </a:lnTo>
                <a:lnTo>
                  <a:pt x="478536" y="64008"/>
                </a:lnTo>
                <a:lnTo>
                  <a:pt x="527304" y="111252"/>
                </a:lnTo>
                <a:lnTo>
                  <a:pt x="53340" y="111252"/>
                </a:lnTo>
                <a:lnTo>
                  <a:pt x="32004" y="117348"/>
                </a:lnTo>
                <a:close/>
              </a:path>
              <a:path w="541020" h="559435">
                <a:moveTo>
                  <a:pt x="132588" y="190500"/>
                </a:moveTo>
                <a:lnTo>
                  <a:pt x="133469" y="174259"/>
                </a:lnTo>
                <a:lnTo>
                  <a:pt x="133921" y="155448"/>
                </a:lnTo>
                <a:lnTo>
                  <a:pt x="133989" y="146875"/>
                </a:lnTo>
                <a:lnTo>
                  <a:pt x="134112" y="111252"/>
                </a:lnTo>
                <a:lnTo>
                  <a:pt x="166116" y="111252"/>
                </a:lnTo>
                <a:lnTo>
                  <a:pt x="166212" y="134350"/>
                </a:lnTo>
                <a:lnTo>
                  <a:pt x="166306" y="143446"/>
                </a:lnTo>
                <a:lnTo>
                  <a:pt x="166781" y="160329"/>
                </a:lnTo>
                <a:lnTo>
                  <a:pt x="167640" y="176784"/>
                </a:lnTo>
                <a:lnTo>
                  <a:pt x="132588" y="190500"/>
                </a:lnTo>
                <a:close/>
              </a:path>
              <a:path w="541020" h="559435">
                <a:moveTo>
                  <a:pt x="251460" y="188976"/>
                </a:moveTo>
                <a:lnTo>
                  <a:pt x="253555" y="150114"/>
                </a:lnTo>
                <a:lnTo>
                  <a:pt x="254508" y="111252"/>
                </a:lnTo>
                <a:lnTo>
                  <a:pt x="284988" y="111252"/>
                </a:lnTo>
                <a:lnTo>
                  <a:pt x="286916" y="160329"/>
                </a:lnTo>
                <a:lnTo>
                  <a:pt x="288036" y="173736"/>
                </a:lnTo>
                <a:lnTo>
                  <a:pt x="251460" y="188976"/>
                </a:lnTo>
                <a:close/>
              </a:path>
              <a:path w="541020" h="559435">
                <a:moveTo>
                  <a:pt x="368808" y="190500"/>
                </a:moveTo>
                <a:lnTo>
                  <a:pt x="370001" y="169545"/>
                </a:lnTo>
                <a:lnTo>
                  <a:pt x="370903" y="151447"/>
                </a:lnTo>
                <a:lnTo>
                  <a:pt x="371594" y="131564"/>
                </a:lnTo>
                <a:lnTo>
                  <a:pt x="371856" y="111252"/>
                </a:lnTo>
                <a:lnTo>
                  <a:pt x="402336" y="111252"/>
                </a:lnTo>
                <a:lnTo>
                  <a:pt x="404264" y="162472"/>
                </a:lnTo>
                <a:lnTo>
                  <a:pt x="405384" y="176784"/>
                </a:lnTo>
                <a:lnTo>
                  <a:pt x="368808" y="190500"/>
                </a:lnTo>
                <a:close/>
              </a:path>
              <a:path w="541020" h="559435">
                <a:moveTo>
                  <a:pt x="22860" y="294132"/>
                </a:moveTo>
                <a:lnTo>
                  <a:pt x="15240" y="294132"/>
                </a:lnTo>
                <a:lnTo>
                  <a:pt x="6096" y="288036"/>
                </a:lnTo>
                <a:lnTo>
                  <a:pt x="3048" y="283464"/>
                </a:lnTo>
                <a:lnTo>
                  <a:pt x="0" y="280416"/>
                </a:lnTo>
                <a:lnTo>
                  <a:pt x="0" y="277368"/>
                </a:lnTo>
                <a:lnTo>
                  <a:pt x="1119" y="273415"/>
                </a:lnTo>
                <a:lnTo>
                  <a:pt x="4381" y="268605"/>
                </a:lnTo>
                <a:lnTo>
                  <a:pt x="9644" y="263223"/>
                </a:lnTo>
                <a:lnTo>
                  <a:pt x="16764" y="257556"/>
                </a:lnTo>
                <a:lnTo>
                  <a:pt x="28479" y="247007"/>
                </a:lnTo>
                <a:lnTo>
                  <a:pt x="38481" y="231457"/>
                </a:lnTo>
                <a:lnTo>
                  <a:pt x="46767" y="211050"/>
                </a:lnTo>
                <a:lnTo>
                  <a:pt x="53340" y="185928"/>
                </a:lnTo>
                <a:lnTo>
                  <a:pt x="62484" y="185928"/>
                </a:lnTo>
                <a:lnTo>
                  <a:pt x="62484" y="214884"/>
                </a:lnTo>
                <a:lnTo>
                  <a:pt x="523362" y="214884"/>
                </a:lnTo>
                <a:lnTo>
                  <a:pt x="536605" y="228600"/>
                </a:lnTo>
                <a:lnTo>
                  <a:pt x="62484" y="228600"/>
                </a:lnTo>
                <a:lnTo>
                  <a:pt x="62484" y="249174"/>
                </a:lnTo>
                <a:lnTo>
                  <a:pt x="60198" y="265176"/>
                </a:lnTo>
                <a:lnTo>
                  <a:pt x="27979" y="293536"/>
                </a:lnTo>
                <a:lnTo>
                  <a:pt x="22860" y="294132"/>
                </a:lnTo>
                <a:close/>
              </a:path>
              <a:path w="541020" h="559435">
                <a:moveTo>
                  <a:pt x="523362" y="214884"/>
                </a:moveTo>
                <a:lnTo>
                  <a:pt x="477012" y="214884"/>
                </a:lnTo>
                <a:lnTo>
                  <a:pt x="498348" y="188976"/>
                </a:lnTo>
                <a:lnTo>
                  <a:pt x="523362" y="214884"/>
                </a:lnTo>
                <a:close/>
              </a:path>
              <a:path w="541020" h="559435">
                <a:moveTo>
                  <a:pt x="284988" y="306324"/>
                </a:moveTo>
                <a:lnTo>
                  <a:pt x="254508" y="306324"/>
                </a:lnTo>
                <a:lnTo>
                  <a:pt x="254508" y="228600"/>
                </a:lnTo>
                <a:lnTo>
                  <a:pt x="284988" y="228600"/>
                </a:lnTo>
                <a:lnTo>
                  <a:pt x="284988" y="306324"/>
                </a:lnTo>
                <a:close/>
              </a:path>
              <a:path w="541020" h="559435">
                <a:moveTo>
                  <a:pt x="455675" y="289560"/>
                </a:moveTo>
                <a:lnTo>
                  <a:pt x="448056" y="283464"/>
                </a:lnTo>
                <a:lnTo>
                  <a:pt x="478536" y="228600"/>
                </a:lnTo>
                <a:lnTo>
                  <a:pt x="536605" y="228600"/>
                </a:lnTo>
                <a:lnTo>
                  <a:pt x="541020" y="233172"/>
                </a:lnTo>
                <a:lnTo>
                  <a:pt x="523613" y="237482"/>
                </a:lnTo>
                <a:lnTo>
                  <a:pt x="503491" y="248221"/>
                </a:lnTo>
                <a:lnTo>
                  <a:pt x="480798" y="265533"/>
                </a:lnTo>
                <a:lnTo>
                  <a:pt x="455675" y="289560"/>
                </a:lnTo>
                <a:close/>
              </a:path>
              <a:path w="541020" h="559435">
                <a:moveTo>
                  <a:pt x="452628" y="306324"/>
                </a:moveTo>
                <a:lnTo>
                  <a:pt x="400812" y="306324"/>
                </a:lnTo>
                <a:lnTo>
                  <a:pt x="422148" y="281940"/>
                </a:lnTo>
                <a:lnTo>
                  <a:pt x="452628" y="306324"/>
                </a:lnTo>
                <a:close/>
              </a:path>
              <a:path w="541020" h="559435">
                <a:moveTo>
                  <a:pt x="103632" y="513587"/>
                </a:moveTo>
                <a:lnTo>
                  <a:pt x="104814" y="480202"/>
                </a:lnTo>
                <a:lnTo>
                  <a:pt x="105727" y="451866"/>
                </a:lnTo>
                <a:lnTo>
                  <a:pt x="106418" y="422719"/>
                </a:lnTo>
                <a:lnTo>
                  <a:pt x="106619" y="401145"/>
                </a:lnTo>
                <a:lnTo>
                  <a:pt x="106613" y="388083"/>
                </a:lnTo>
                <a:lnTo>
                  <a:pt x="106418" y="368427"/>
                </a:lnTo>
                <a:lnTo>
                  <a:pt x="105727" y="342138"/>
                </a:lnTo>
                <a:lnTo>
                  <a:pt x="104751" y="315849"/>
                </a:lnTo>
                <a:lnTo>
                  <a:pt x="103632" y="289560"/>
                </a:lnTo>
                <a:lnTo>
                  <a:pt x="137160" y="306324"/>
                </a:lnTo>
                <a:lnTo>
                  <a:pt x="452628" y="306324"/>
                </a:lnTo>
                <a:lnTo>
                  <a:pt x="460248" y="312420"/>
                </a:lnTo>
                <a:lnTo>
                  <a:pt x="450549" y="320040"/>
                </a:lnTo>
                <a:lnTo>
                  <a:pt x="137160" y="320040"/>
                </a:lnTo>
                <a:lnTo>
                  <a:pt x="137160" y="495300"/>
                </a:lnTo>
                <a:lnTo>
                  <a:pt x="103632" y="513587"/>
                </a:lnTo>
                <a:close/>
              </a:path>
              <a:path w="541020" h="559435">
                <a:moveTo>
                  <a:pt x="251460" y="559308"/>
                </a:moveTo>
                <a:lnTo>
                  <a:pt x="253157" y="495300"/>
                </a:lnTo>
                <a:lnTo>
                  <a:pt x="253874" y="445958"/>
                </a:lnTo>
                <a:lnTo>
                  <a:pt x="254284" y="394716"/>
                </a:lnTo>
                <a:lnTo>
                  <a:pt x="254508" y="320040"/>
                </a:lnTo>
                <a:lnTo>
                  <a:pt x="284988" y="320040"/>
                </a:lnTo>
                <a:lnTo>
                  <a:pt x="285249" y="401145"/>
                </a:lnTo>
                <a:lnTo>
                  <a:pt x="285940" y="465963"/>
                </a:lnTo>
                <a:lnTo>
                  <a:pt x="286904" y="513587"/>
                </a:lnTo>
                <a:lnTo>
                  <a:pt x="288036" y="545592"/>
                </a:lnTo>
                <a:lnTo>
                  <a:pt x="251460" y="559308"/>
                </a:lnTo>
                <a:close/>
              </a:path>
              <a:path w="541020" h="559435">
                <a:moveTo>
                  <a:pt x="438012" y="463296"/>
                </a:moveTo>
                <a:lnTo>
                  <a:pt x="400812" y="463296"/>
                </a:lnTo>
                <a:lnTo>
                  <a:pt x="406908" y="458724"/>
                </a:lnTo>
                <a:lnTo>
                  <a:pt x="406908" y="320040"/>
                </a:lnTo>
                <a:lnTo>
                  <a:pt x="450549" y="320040"/>
                </a:lnTo>
                <a:lnTo>
                  <a:pt x="438912" y="329184"/>
                </a:lnTo>
                <a:lnTo>
                  <a:pt x="438912" y="455676"/>
                </a:lnTo>
                <a:lnTo>
                  <a:pt x="438012" y="463296"/>
                </a:lnTo>
                <a:close/>
              </a:path>
              <a:path w="541020" h="559435">
                <a:moveTo>
                  <a:pt x="390144" y="516636"/>
                </a:moveTo>
                <a:lnTo>
                  <a:pt x="385857" y="504301"/>
                </a:lnTo>
                <a:lnTo>
                  <a:pt x="372999" y="492252"/>
                </a:lnTo>
                <a:lnTo>
                  <a:pt x="351567" y="480202"/>
                </a:lnTo>
                <a:lnTo>
                  <a:pt x="321564" y="467868"/>
                </a:lnTo>
                <a:lnTo>
                  <a:pt x="321564" y="455676"/>
                </a:lnTo>
                <a:lnTo>
                  <a:pt x="344709" y="459438"/>
                </a:lnTo>
                <a:lnTo>
                  <a:pt x="363855" y="461772"/>
                </a:lnTo>
                <a:lnTo>
                  <a:pt x="378999" y="462962"/>
                </a:lnTo>
                <a:lnTo>
                  <a:pt x="390144" y="463296"/>
                </a:lnTo>
                <a:lnTo>
                  <a:pt x="438012" y="463296"/>
                </a:lnTo>
                <a:lnTo>
                  <a:pt x="436649" y="474845"/>
                </a:lnTo>
                <a:lnTo>
                  <a:pt x="427672" y="491299"/>
                </a:lnTo>
                <a:lnTo>
                  <a:pt x="412122" y="505182"/>
                </a:lnTo>
                <a:lnTo>
                  <a:pt x="390144" y="516636"/>
                </a:lnTo>
                <a:close/>
              </a:path>
            </a:pathLst>
          </a:custGeom>
          <a:solidFill>
            <a:srgbClr val="3333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3896867" y="1275587"/>
            <a:ext cx="567055" cy="562610"/>
          </a:xfrm>
          <a:custGeom>
            <a:avLst/>
            <a:gdLst/>
            <a:ahLst/>
            <a:cxnLst/>
            <a:rect l="l" t="t" r="r" b="b"/>
            <a:pathLst>
              <a:path w="567054" h="562610">
                <a:moveTo>
                  <a:pt x="152399" y="146304"/>
                </a:moveTo>
                <a:lnTo>
                  <a:pt x="118871" y="146304"/>
                </a:lnTo>
                <a:lnTo>
                  <a:pt x="118776" y="92964"/>
                </a:lnTo>
                <a:lnTo>
                  <a:pt x="118681" y="72009"/>
                </a:lnTo>
                <a:lnTo>
                  <a:pt x="118229" y="35718"/>
                </a:lnTo>
                <a:lnTo>
                  <a:pt x="117348" y="0"/>
                </a:lnTo>
                <a:lnTo>
                  <a:pt x="173735" y="24384"/>
                </a:lnTo>
                <a:lnTo>
                  <a:pt x="152399" y="42672"/>
                </a:lnTo>
                <a:lnTo>
                  <a:pt x="152399" y="146304"/>
                </a:lnTo>
                <a:close/>
              </a:path>
              <a:path w="567054" h="562610">
                <a:moveTo>
                  <a:pt x="252983" y="100584"/>
                </a:moveTo>
                <a:lnTo>
                  <a:pt x="231647" y="79248"/>
                </a:lnTo>
                <a:lnTo>
                  <a:pt x="455675" y="79248"/>
                </a:lnTo>
                <a:lnTo>
                  <a:pt x="472439" y="53340"/>
                </a:lnTo>
                <a:lnTo>
                  <a:pt x="516636" y="86868"/>
                </a:lnTo>
                <a:lnTo>
                  <a:pt x="508877" y="92964"/>
                </a:lnTo>
                <a:lnTo>
                  <a:pt x="281939" y="92964"/>
                </a:lnTo>
                <a:lnTo>
                  <a:pt x="252983" y="100584"/>
                </a:lnTo>
                <a:close/>
              </a:path>
              <a:path w="567054" h="562610">
                <a:moveTo>
                  <a:pt x="169163" y="554736"/>
                </a:moveTo>
                <a:lnTo>
                  <a:pt x="164591" y="548640"/>
                </a:lnTo>
                <a:lnTo>
                  <a:pt x="209385" y="519367"/>
                </a:lnTo>
                <a:lnTo>
                  <a:pt x="250448" y="488192"/>
                </a:lnTo>
                <a:lnTo>
                  <a:pt x="287706" y="455042"/>
                </a:lnTo>
                <a:lnTo>
                  <a:pt x="321088" y="419843"/>
                </a:lnTo>
                <a:lnTo>
                  <a:pt x="350520" y="382524"/>
                </a:lnTo>
                <a:lnTo>
                  <a:pt x="333375" y="344035"/>
                </a:lnTo>
                <a:lnTo>
                  <a:pt x="318515" y="301695"/>
                </a:lnTo>
                <a:lnTo>
                  <a:pt x="305942" y="255460"/>
                </a:lnTo>
                <a:lnTo>
                  <a:pt x="295655" y="205288"/>
                </a:lnTo>
                <a:lnTo>
                  <a:pt x="287654" y="151137"/>
                </a:lnTo>
                <a:lnTo>
                  <a:pt x="281939" y="92964"/>
                </a:lnTo>
                <a:lnTo>
                  <a:pt x="294131" y="92964"/>
                </a:lnTo>
                <a:lnTo>
                  <a:pt x="301378" y="147842"/>
                </a:lnTo>
                <a:lnTo>
                  <a:pt x="310952" y="198232"/>
                </a:lnTo>
                <a:lnTo>
                  <a:pt x="322897" y="244221"/>
                </a:lnTo>
                <a:lnTo>
                  <a:pt x="337255" y="285891"/>
                </a:lnTo>
                <a:lnTo>
                  <a:pt x="354068" y="323327"/>
                </a:lnTo>
                <a:lnTo>
                  <a:pt x="373380" y="356616"/>
                </a:lnTo>
                <a:lnTo>
                  <a:pt x="411223" y="356616"/>
                </a:lnTo>
                <a:lnTo>
                  <a:pt x="391668" y="390144"/>
                </a:lnTo>
                <a:lnTo>
                  <a:pt x="413276" y="411480"/>
                </a:lnTo>
                <a:lnTo>
                  <a:pt x="370332" y="411480"/>
                </a:lnTo>
                <a:lnTo>
                  <a:pt x="332223" y="448675"/>
                </a:lnTo>
                <a:lnTo>
                  <a:pt x="293156" y="481437"/>
                </a:lnTo>
                <a:lnTo>
                  <a:pt x="252923" y="510015"/>
                </a:lnTo>
                <a:lnTo>
                  <a:pt x="211592" y="534424"/>
                </a:lnTo>
                <a:lnTo>
                  <a:pt x="169163" y="554736"/>
                </a:lnTo>
                <a:close/>
              </a:path>
              <a:path w="567054" h="562610">
                <a:moveTo>
                  <a:pt x="411223" y="356616"/>
                </a:moveTo>
                <a:lnTo>
                  <a:pt x="373380" y="356616"/>
                </a:lnTo>
                <a:lnTo>
                  <a:pt x="391555" y="321952"/>
                </a:lnTo>
                <a:lnTo>
                  <a:pt x="408036" y="283520"/>
                </a:lnTo>
                <a:lnTo>
                  <a:pt x="422910" y="241363"/>
                </a:lnTo>
                <a:lnTo>
                  <a:pt x="436259" y="195523"/>
                </a:lnTo>
                <a:lnTo>
                  <a:pt x="448168" y="146042"/>
                </a:lnTo>
                <a:lnTo>
                  <a:pt x="458724" y="92964"/>
                </a:lnTo>
                <a:lnTo>
                  <a:pt x="508877" y="92964"/>
                </a:lnTo>
                <a:lnTo>
                  <a:pt x="495300" y="103632"/>
                </a:lnTo>
                <a:lnTo>
                  <a:pt x="482226" y="162425"/>
                </a:lnTo>
                <a:lnTo>
                  <a:pt x="467416" y="216859"/>
                </a:lnTo>
                <a:lnTo>
                  <a:pt x="450913" y="266890"/>
                </a:lnTo>
                <a:lnTo>
                  <a:pt x="432759" y="312476"/>
                </a:lnTo>
                <a:lnTo>
                  <a:pt x="412996" y="353575"/>
                </a:lnTo>
                <a:lnTo>
                  <a:pt x="411223" y="356616"/>
                </a:lnTo>
                <a:close/>
              </a:path>
              <a:path w="567054" h="562610">
                <a:moveTo>
                  <a:pt x="18288" y="164592"/>
                </a:moveTo>
                <a:lnTo>
                  <a:pt x="0" y="146304"/>
                </a:lnTo>
                <a:lnTo>
                  <a:pt x="190499" y="146304"/>
                </a:lnTo>
                <a:lnTo>
                  <a:pt x="219455" y="117348"/>
                </a:lnTo>
                <a:lnTo>
                  <a:pt x="262127" y="160020"/>
                </a:lnTo>
                <a:lnTo>
                  <a:pt x="39624" y="160020"/>
                </a:lnTo>
                <a:lnTo>
                  <a:pt x="18288" y="164592"/>
                </a:lnTo>
                <a:close/>
              </a:path>
              <a:path w="567054" h="562610">
                <a:moveTo>
                  <a:pt x="6095" y="445008"/>
                </a:moveTo>
                <a:lnTo>
                  <a:pt x="1524" y="437388"/>
                </a:lnTo>
                <a:lnTo>
                  <a:pt x="26931" y="397898"/>
                </a:lnTo>
                <a:lnTo>
                  <a:pt x="49840" y="355656"/>
                </a:lnTo>
                <a:lnTo>
                  <a:pt x="70294" y="310705"/>
                </a:lnTo>
                <a:lnTo>
                  <a:pt x="88335" y="263087"/>
                </a:lnTo>
                <a:lnTo>
                  <a:pt x="104005" y="212844"/>
                </a:lnTo>
                <a:lnTo>
                  <a:pt x="117348" y="160020"/>
                </a:lnTo>
                <a:lnTo>
                  <a:pt x="152399" y="160020"/>
                </a:lnTo>
                <a:lnTo>
                  <a:pt x="152399" y="225552"/>
                </a:lnTo>
                <a:lnTo>
                  <a:pt x="180665" y="237577"/>
                </a:lnTo>
                <a:lnTo>
                  <a:pt x="184189" y="239268"/>
                </a:lnTo>
                <a:lnTo>
                  <a:pt x="152399" y="239268"/>
                </a:lnTo>
                <a:lnTo>
                  <a:pt x="152443" y="268224"/>
                </a:lnTo>
                <a:lnTo>
                  <a:pt x="118871" y="268224"/>
                </a:lnTo>
                <a:lnTo>
                  <a:pt x="96535" y="316849"/>
                </a:lnTo>
                <a:lnTo>
                  <a:pt x="70484" y="362331"/>
                </a:lnTo>
                <a:lnTo>
                  <a:pt x="40433" y="404955"/>
                </a:lnTo>
                <a:lnTo>
                  <a:pt x="6095" y="445008"/>
                </a:lnTo>
                <a:close/>
              </a:path>
              <a:path w="567054" h="562610">
                <a:moveTo>
                  <a:pt x="237743" y="342900"/>
                </a:moveTo>
                <a:lnTo>
                  <a:pt x="233171" y="342900"/>
                </a:lnTo>
                <a:lnTo>
                  <a:pt x="229457" y="341185"/>
                </a:lnTo>
                <a:lnTo>
                  <a:pt x="225170" y="336042"/>
                </a:lnTo>
                <a:lnTo>
                  <a:pt x="220313" y="327469"/>
                </a:lnTo>
                <a:lnTo>
                  <a:pt x="214883" y="315468"/>
                </a:lnTo>
                <a:lnTo>
                  <a:pt x="204049" y="296918"/>
                </a:lnTo>
                <a:lnTo>
                  <a:pt x="189928" y="277939"/>
                </a:lnTo>
                <a:lnTo>
                  <a:pt x="172664" y="258675"/>
                </a:lnTo>
                <a:lnTo>
                  <a:pt x="152399" y="239268"/>
                </a:lnTo>
                <a:lnTo>
                  <a:pt x="184189" y="239268"/>
                </a:lnTo>
                <a:lnTo>
                  <a:pt x="221194" y="258770"/>
                </a:lnTo>
                <a:lnTo>
                  <a:pt x="249031" y="292869"/>
                </a:lnTo>
                <a:lnTo>
                  <a:pt x="249935" y="307847"/>
                </a:lnTo>
                <a:lnTo>
                  <a:pt x="248411" y="315468"/>
                </a:lnTo>
                <a:lnTo>
                  <a:pt x="245363" y="326136"/>
                </a:lnTo>
                <a:lnTo>
                  <a:pt x="240791" y="336804"/>
                </a:lnTo>
                <a:lnTo>
                  <a:pt x="237743" y="342900"/>
                </a:lnTo>
                <a:close/>
              </a:path>
              <a:path w="567054" h="562610">
                <a:moveTo>
                  <a:pt x="117348" y="562356"/>
                </a:moveTo>
                <a:lnTo>
                  <a:pt x="117977" y="523748"/>
                </a:lnTo>
                <a:lnTo>
                  <a:pt x="118390" y="482727"/>
                </a:lnTo>
                <a:lnTo>
                  <a:pt x="118654" y="437388"/>
                </a:lnTo>
                <a:lnTo>
                  <a:pt x="118871" y="268224"/>
                </a:lnTo>
                <a:lnTo>
                  <a:pt x="152443" y="268224"/>
                </a:lnTo>
                <a:lnTo>
                  <a:pt x="152558" y="327469"/>
                </a:lnTo>
                <a:lnTo>
                  <a:pt x="152851" y="388112"/>
                </a:lnTo>
                <a:lnTo>
                  <a:pt x="153352" y="445008"/>
                </a:lnTo>
                <a:lnTo>
                  <a:pt x="153980" y="490220"/>
                </a:lnTo>
                <a:lnTo>
                  <a:pt x="155447" y="545592"/>
                </a:lnTo>
                <a:lnTo>
                  <a:pt x="117348" y="562356"/>
                </a:lnTo>
                <a:close/>
              </a:path>
              <a:path w="567054" h="562610">
                <a:moveTo>
                  <a:pt x="513588" y="542544"/>
                </a:moveTo>
                <a:lnTo>
                  <a:pt x="470415" y="513921"/>
                </a:lnTo>
                <a:lnTo>
                  <a:pt x="432244" y="482727"/>
                </a:lnTo>
                <a:lnTo>
                  <a:pt x="398885" y="448616"/>
                </a:lnTo>
                <a:lnTo>
                  <a:pt x="370332" y="411480"/>
                </a:lnTo>
                <a:lnTo>
                  <a:pt x="413276" y="411480"/>
                </a:lnTo>
                <a:lnTo>
                  <a:pt x="435125" y="433054"/>
                </a:lnTo>
                <a:lnTo>
                  <a:pt x="478726" y="465963"/>
                </a:lnTo>
                <a:lnTo>
                  <a:pt x="522612" y="489156"/>
                </a:lnTo>
                <a:lnTo>
                  <a:pt x="566927" y="502920"/>
                </a:lnTo>
                <a:lnTo>
                  <a:pt x="566927" y="512064"/>
                </a:lnTo>
                <a:lnTo>
                  <a:pt x="547235" y="515754"/>
                </a:lnTo>
                <a:lnTo>
                  <a:pt x="531685" y="522160"/>
                </a:lnTo>
                <a:lnTo>
                  <a:pt x="520422" y="531137"/>
                </a:lnTo>
                <a:lnTo>
                  <a:pt x="513588" y="542544"/>
                </a:lnTo>
                <a:close/>
              </a:path>
            </a:pathLst>
          </a:custGeom>
          <a:solidFill>
            <a:srgbClr val="3333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4561332" y="1275587"/>
            <a:ext cx="490855" cy="553720"/>
          </a:xfrm>
          <a:custGeom>
            <a:avLst/>
            <a:gdLst/>
            <a:ahLst/>
            <a:cxnLst/>
            <a:rect l="l" t="t" r="r" b="b"/>
            <a:pathLst>
              <a:path w="490854" h="553719">
                <a:moveTo>
                  <a:pt x="74676" y="124968"/>
                </a:moveTo>
                <a:lnTo>
                  <a:pt x="59436" y="124968"/>
                </a:lnTo>
                <a:lnTo>
                  <a:pt x="69699" y="86367"/>
                </a:lnTo>
                <a:lnTo>
                  <a:pt x="77533" y="52768"/>
                </a:lnTo>
                <a:lnTo>
                  <a:pt x="82796" y="24026"/>
                </a:lnTo>
                <a:lnTo>
                  <a:pt x="85344" y="0"/>
                </a:lnTo>
                <a:lnTo>
                  <a:pt x="138684" y="28956"/>
                </a:lnTo>
                <a:lnTo>
                  <a:pt x="125253" y="39243"/>
                </a:lnTo>
                <a:lnTo>
                  <a:pt x="110109" y="58674"/>
                </a:lnTo>
                <a:lnTo>
                  <a:pt x="93249" y="87249"/>
                </a:lnTo>
                <a:lnTo>
                  <a:pt x="74676" y="124968"/>
                </a:lnTo>
                <a:close/>
              </a:path>
              <a:path w="490854" h="553719">
                <a:moveTo>
                  <a:pt x="202692" y="263652"/>
                </a:moveTo>
                <a:lnTo>
                  <a:pt x="196596" y="259080"/>
                </a:lnTo>
                <a:lnTo>
                  <a:pt x="220027" y="221361"/>
                </a:lnTo>
                <a:lnTo>
                  <a:pt x="240030" y="185928"/>
                </a:lnTo>
                <a:lnTo>
                  <a:pt x="269747" y="121920"/>
                </a:lnTo>
                <a:lnTo>
                  <a:pt x="290893" y="62484"/>
                </a:lnTo>
                <a:lnTo>
                  <a:pt x="306323" y="3048"/>
                </a:lnTo>
                <a:lnTo>
                  <a:pt x="358140" y="33528"/>
                </a:lnTo>
                <a:lnTo>
                  <a:pt x="347567" y="44053"/>
                </a:lnTo>
                <a:lnTo>
                  <a:pt x="334137" y="64008"/>
                </a:lnTo>
                <a:lnTo>
                  <a:pt x="317849" y="93106"/>
                </a:lnTo>
                <a:lnTo>
                  <a:pt x="298704" y="131064"/>
                </a:lnTo>
                <a:lnTo>
                  <a:pt x="480060" y="131064"/>
                </a:lnTo>
                <a:lnTo>
                  <a:pt x="490728" y="141732"/>
                </a:lnTo>
                <a:lnTo>
                  <a:pt x="484909" y="146304"/>
                </a:lnTo>
                <a:lnTo>
                  <a:pt x="294132" y="146304"/>
                </a:lnTo>
                <a:lnTo>
                  <a:pt x="272129" y="179427"/>
                </a:lnTo>
                <a:lnTo>
                  <a:pt x="249555" y="210121"/>
                </a:lnTo>
                <a:lnTo>
                  <a:pt x="226409" y="238244"/>
                </a:lnTo>
                <a:lnTo>
                  <a:pt x="202692" y="263652"/>
                </a:lnTo>
                <a:close/>
              </a:path>
              <a:path w="490854" h="553719">
                <a:moveTo>
                  <a:pt x="202228" y="124968"/>
                </a:moveTo>
                <a:lnTo>
                  <a:pt x="152400" y="124968"/>
                </a:lnTo>
                <a:lnTo>
                  <a:pt x="176784" y="100584"/>
                </a:lnTo>
                <a:lnTo>
                  <a:pt x="202228" y="124968"/>
                </a:lnTo>
                <a:close/>
              </a:path>
              <a:path w="490854" h="553719">
                <a:moveTo>
                  <a:pt x="0" y="548640"/>
                </a:moveTo>
                <a:lnTo>
                  <a:pt x="826" y="495300"/>
                </a:lnTo>
                <a:lnTo>
                  <a:pt x="913" y="487680"/>
                </a:lnTo>
                <a:lnTo>
                  <a:pt x="1333" y="435483"/>
                </a:lnTo>
                <a:lnTo>
                  <a:pt x="1427" y="244736"/>
                </a:lnTo>
                <a:lnTo>
                  <a:pt x="1305" y="210121"/>
                </a:lnTo>
                <a:lnTo>
                  <a:pt x="881" y="158519"/>
                </a:lnTo>
                <a:lnTo>
                  <a:pt x="0" y="103632"/>
                </a:lnTo>
                <a:lnTo>
                  <a:pt x="35052" y="124968"/>
                </a:lnTo>
                <a:lnTo>
                  <a:pt x="202228" y="124968"/>
                </a:lnTo>
                <a:lnTo>
                  <a:pt x="213359" y="135636"/>
                </a:lnTo>
                <a:lnTo>
                  <a:pt x="208926" y="138684"/>
                </a:lnTo>
                <a:lnTo>
                  <a:pt x="33528" y="138684"/>
                </a:lnTo>
                <a:lnTo>
                  <a:pt x="33528" y="292608"/>
                </a:lnTo>
                <a:lnTo>
                  <a:pt x="189009" y="292608"/>
                </a:lnTo>
                <a:lnTo>
                  <a:pt x="189024" y="306324"/>
                </a:lnTo>
                <a:lnTo>
                  <a:pt x="33528" y="306324"/>
                </a:lnTo>
                <a:lnTo>
                  <a:pt x="33528" y="473964"/>
                </a:lnTo>
                <a:lnTo>
                  <a:pt x="189748" y="473964"/>
                </a:lnTo>
                <a:lnTo>
                  <a:pt x="189899" y="487680"/>
                </a:lnTo>
                <a:lnTo>
                  <a:pt x="33528" y="487680"/>
                </a:lnTo>
                <a:lnTo>
                  <a:pt x="33528" y="528828"/>
                </a:lnTo>
                <a:lnTo>
                  <a:pt x="0" y="548640"/>
                </a:lnTo>
                <a:close/>
              </a:path>
              <a:path w="490854" h="553719">
                <a:moveTo>
                  <a:pt x="480060" y="131064"/>
                </a:moveTo>
                <a:lnTo>
                  <a:pt x="428244" y="131064"/>
                </a:lnTo>
                <a:lnTo>
                  <a:pt x="454152" y="105156"/>
                </a:lnTo>
                <a:lnTo>
                  <a:pt x="480060" y="131064"/>
                </a:lnTo>
                <a:close/>
              </a:path>
              <a:path w="490854" h="553719">
                <a:moveTo>
                  <a:pt x="189009" y="292608"/>
                </a:moveTo>
                <a:lnTo>
                  <a:pt x="156972" y="292608"/>
                </a:lnTo>
                <a:lnTo>
                  <a:pt x="156972" y="138684"/>
                </a:lnTo>
                <a:lnTo>
                  <a:pt x="208926" y="138684"/>
                </a:lnTo>
                <a:lnTo>
                  <a:pt x="188976" y="152400"/>
                </a:lnTo>
                <a:lnTo>
                  <a:pt x="189009" y="292608"/>
                </a:lnTo>
                <a:close/>
              </a:path>
              <a:path w="490854" h="553719">
                <a:moveTo>
                  <a:pt x="449614" y="495300"/>
                </a:moveTo>
                <a:lnTo>
                  <a:pt x="390144" y="495300"/>
                </a:lnTo>
                <a:lnTo>
                  <a:pt x="401574" y="492728"/>
                </a:lnTo>
                <a:lnTo>
                  <a:pt x="410718" y="485013"/>
                </a:lnTo>
                <a:lnTo>
                  <a:pt x="423784" y="434735"/>
                </a:lnTo>
                <a:lnTo>
                  <a:pt x="427481" y="357378"/>
                </a:lnTo>
                <a:lnTo>
                  <a:pt x="429352" y="300227"/>
                </a:lnTo>
                <a:lnTo>
                  <a:pt x="431188" y="228728"/>
                </a:lnTo>
                <a:lnTo>
                  <a:pt x="432815" y="146304"/>
                </a:lnTo>
                <a:lnTo>
                  <a:pt x="484909" y="146304"/>
                </a:lnTo>
                <a:lnTo>
                  <a:pt x="469391" y="158496"/>
                </a:lnTo>
                <a:lnTo>
                  <a:pt x="467211" y="244736"/>
                </a:lnTo>
                <a:lnTo>
                  <a:pt x="465151" y="317754"/>
                </a:lnTo>
                <a:lnTo>
                  <a:pt x="463105" y="376999"/>
                </a:lnTo>
                <a:lnTo>
                  <a:pt x="460925" y="423107"/>
                </a:lnTo>
                <a:lnTo>
                  <a:pt x="455676" y="475488"/>
                </a:lnTo>
                <a:lnTo>
                  <a:pt x="450794" y="492347"/>
                </a:lnTo>
                <a:lnTo>
                  <a:pt x="449614" y="495300"/>
                </a:lnTo>
                <a:close/>
              </a:path>
              <a:path w="490854" h="553719">
                <a:moveTo>
                  <a:pt x="318516" y="370332"/>
                </a:moveTo>
                <a:lnTo>
                  <a:pt x="315468" y="370332"/>
                </a:lnTo>
                <a:lnTo>
                  <a:pt x="311181" y="368307"/>
                </a:lnTo>
                <a:lnTo>
                  <a:pt x="307467" y="362140"/>
                </a:lnTo>
                <a:lnTo>
                  <a:pt x="304323" y="351686"/>
                </a:lnTo>
                <a:lnTo>
                  <a:pt x="301752" y="336804"/>
                </a:lnTo>
                <a:lnTo>
                  <a:pt x="295489" y="313062"/>
                </a:lnTo>
                <a:lnTo>
                  <a:pt x="285940" y="289750"/>
                </a:lnTo>
                <a:lnTo>
                  <a:pt x="273248" y="266723"/>
                </a:lnTo>
                <a:lnTo>
                  <a:pt x="257556" y="243840"/>
                </a:lnTo>
                <a:lnTo>
                  <a:pt x="263652" y="236220"/>
                </a:lnTo>
                <a:lnTo>
                  <a:pt x="308419" y="273939"/>
                </a:lnTo>
                <a:lnTo>
                  <a:pt x="334065" y="309705"/>
                </a:lnTo>
                <a:lnTo>
                  <a:pt x="339852" y="330708"/>
                </a:lnTo>
                <a:lnTo>
                  <a:pt x="339256" y="338447"/>
                </a:lnTo>
                <a:lnTo>
                  <a:pt x="337375" y="345757"/>
                </a:lnTo>
                <a:lnTo>
                  <a:pt x="334065" y="352782"/>
                </a:lnTo>
                <a:lnTo>
                  <a:pt x="329184" y="359664"/>
                </a:lnTo>
                <a:lnTo>
                  <a:pt x="323088" y="367284"/>
                </a:lnTo>
                <a:lnTo>
                  <a:pt x="318516" y="370332"/>
                </a:lnTo>
                <a:close/>
              </a:path>
              <a:path w="490854" h="553719">
                <a:moveTo>
                  <a:pt x="189748" y="473964"/>
                </a:moveTo>
                <a:lnTo>
                  <a:pt x="156972" y="473964"/>
                </a:lnTo>
                <a:lnTo>
                  <a:pt x="156972" y="306324"/>
                </a:lnTo>
                <a:lnTo>
                  <a:pt x="189024" y="306324"/>
                </a:lnTo>
                <a:lnTo>
                  <a:pt x="189136" y="370332"/>
                </a:lnTo>
                <a:lnTo>
                  <a:pt x="189260" y="409836"/>
                </a:lnTo>
                <a:lnTo>
                  <a:pt x="189548" y="455922"/>
                </a:lnTo>
                <a:lnTo>
                  <a:pt x="189748" y="473964"/>
                </a:lnTo>
                <a:close/>
              </a:path>
              <a:path w="490854" h="553719">
                <a:moveTo>
                  <a:pt x="382524" y="553212"/>
                </a:moveTo>
                <a:lnTo>
                  <a:pt x="373356" y="534947"/>
                </a:lnTo>
                <a:lnTo>
                  <a:pt x="357187" y="519112"/>
                </a:lnTo>
                <a:lnTo>
                  <a:pt x="333875" y="505848"/>
                </a:lnTo>
                <a:lnTo>
                  <a:pt x="303276" y="495300"/>
                </a:lnTo>
                <a:lnTo>
                  <a:pt x="303276" y="483108"/>
                </a:lnTo>
                <a:lnTo>
                  <a:pt x="330993" y="488227"/>
                </a:lnTo>
                <a:lnTo>
                  <a:pt x="354711" y="492061"/>
                </a:lnTo>
                <a:lnTo>
                  <a:pt x="374427" y="494466"/>
                </a:lnTo>
                <a:lnTo>
                  <a:pt x="390144" y="495300"/>
                </a:lnTo>
                <a:lnTo>
                  <a:pt x="449614" y="495300"/>
                </a:lnTo>
                <a:lnTo>
                  <a:pt x="445198" y="506349"/>
                </a:lnTo>
                <a:lnTo>
                  <a:pt x="411480" y="540067"/>
                </a:lnTo>
                <a:lnTo>
                  <a:pt x="398287" y="546568"/>
                </a:lnTo>
                <a:lnTo>
                  <a:pt x="382524" y="553212"/>
                </a:lnTo>
                <a:close/>
              </a:path>
              <a:path w="490854" h="553719">
                <a:moveTo>
                  <a:pt x="156972" y="537971"/>
                </a:moveTo>
                <a:lnTo>
                  <a:pt x="156972" y="487680"/>
                </a:lnTo>
                <a:lnTo>
                  <a:pt x="189899" y="487680"/>
                </a:lnTo>
                <a:lnTo>
                  <a:pt x="190021" y="495300"/>
                </a:lnTo>
                <a:lnTo>
                  <a:pt x="190500" y="519684"/>
                </a:lnTo>
                <a:lnTo>
                  <a:pt x="156972" y="537971"/>
                </a:lnTo>
                <a:close/>
              </a:path>
            </a:pathLst>
          </a:custGeom>
          <a:solidFill>
            <a:srgbClr val="3333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5167883" y="1289303"/>
            <a:ext cx="490855" cy="532130"/>
          </a:xfrm>
          <a:custGeom>
            <a:avLst/>
            <a:gdLst/>
            <a:ahLst/>
            <a:cxnLst/>
            <a:rect l="l" t="t" r="r" b="b"/>
            <a:pathLst>
              <a:path w="490854" h="532130">
                <a:moveTo>
                  <a:pt x="470344" y="33528"/>
                </a:moveTo>
                <a:lnTo>
                  <a:pt x="405384" y="33528"/>
                </a:lnTo>
                <a:lnTo>
                  <a:pt x="438912" y="0"/>
                </a:lnTo>
                <a:lnTo>
                  <a:pt x="470344" y="33528"/>
                </a:lnTo>
                <a:close/>
              </a:path>
              <a:path w="490854" h="532130">
                <a:moveTo>
                  <a:pt x="36576" y="531876"/>
                </a:moveTo>
                <a:lnTo>
                  <a:pt x="0" y="502920"/>
                </a:lnTo>
                <a:lnTo>
                  <a:pt x="15240" y="489204"/>
                </a:lnTo>
                <a:lnTo>
                  <a:pt x="15152" y="89916"/>
                </a:lnTo>
                <a:lnTo>
                  <a:pt x="14978" y="80772"/>
                </a:lnTo>
                <a:lnTo>
                  <a:pt x="14287" y="62484"/>
                </a:lnTo>
                <a:lnTo>
                  <a:pt x="13311" y="39624"/>
                </a:lnTo>
                <a:lnTo>
                  <a:pt x="12192" y="12192"/>
                </a:lnTo>
                <a:lnTo>
                  <a:pt x="48768" y="33528"/>
                </a:lnTo>
                <a:lnTo>
                  <a:pt x="470344" y="33528"/>
                </a:lnTo>
                <a:lnTo>
                  <a:pt x="484631" y="48768"/>
                </a:lnTo>
                <a:lnTo>
                  <a:pt x="48768" y="48768"/>
                </a:lnTo>
                <a:lnTo>
                  <a:pt x="48768" y="495300"/>
                </a:lnTo>
                <a:lnTo>
                  <a:pt x="477393" y="495300"/>
                </a:lnTo>
                <a:lnTo>
                  <a:pt x="490728" y="510540"/>
                </a:lnTo>
                <a:lnTo>
                  <a:pt x="50292" y="510540"/>
                </a:lnTo>
                <a:lnTo>
                  <a:pt x="36576" y="531876"/>
                </a:lnTo>
                <a:close/>
              </a:path>
              <a:path w="490854" h="532130">
                <a:moveTo>
                  <a:pt x="311209" y="239268"/>
                </a:moveTo>
                <a:lnTo>
                  <a:pt x="268224" y="239268"/>
                </a:lnTo>
                <a:lnTo>
                  <a:pt x="283654" y="218694"/>
                </a:lnTo>
                <a:lnTo>
                  <a:pt x="297942" y="198120"/>
                </a:lnTo>
                <a:lnTo>
                  <a:pt x="323088" y="156972"/>
                </a:lnTo>
                <a:lnTo>
                  <a:pt x="342138" y="120586"/>
                </a:lnTo>
                <a:lnTo>
                  <a:pt x="356616" y="89916"/>
                </a:lnTo>
                <a:lnTo>
                  <a:pt x="411480" y="128016"/>
                </a:lnTo>
                <a:lnTo>
                  <a:pt x="400597" y="132588"/>
                </a:lnTo>
                <a:lnTo>
                  <a:pt x="388429" y="141732"/>
                </a:lnTo>
                <a:lnTo>
                  <a:pt x="374832" y="155448"/>
                </a:lnTo>
                <a:lnTo>
                  <a:pt x="359664" y="173736"/>
                </a:lnTo>
                <a:lnTo>
                  <a:pt x="311209" y="239268"/>
                </a:lnTo>
                <a:close/>
              </a:path>
              <a:path w="490854" h="532130">
                <a:moveTo>
                  <a:pt x="96012" y="443484"/>
                </a:moveTo>
                <a:lnTo>
                  <a:pt x="91440" y="435864"/>
                </a:lnTo>
                <a:lnTo>
                  <a:pt x="112847" y="417552"/>
                </a:lnTo>
                <a:lnTo>
                  <a:pt x="133540" y="399097"/>
                </a:lnTo>
                <a:lnTo>
                  <a:pt x="172212" y="361188"/>
                </a:lnTo>
                <a:lnTo>
                  <a:pt x="211074" y="317373"/>
                </a:lnTo>
                <a:lnTo>
                  <a:pt x="249936" y="266700"/>
                </a:lnTo>
                <a:lnTo>
                  <a:pt x="217003" y="228695"/>
                </a:lnTo>
                <a:lnTo>
                  <a:pt x="184213" y="192405"/>
                </a:lnTo>
                <a:lnTo>
                  <a:pt x="151137" y="157829"/>
                </a:lnTo>
                <a:lnTo>
                  <a:pt x="117348" y="124968"/>
                </a:lnTo>
                <a:lnTo>
                  <a:pt x="124968" y="117348"/>
                </a:lnTo>
                <a:lnTo>
                  <a:pt x="158067" y="143041"/>
                </a:lnTo>
                <a:lnTo>
                  <a:pt x="193167" y="172021"/>
                </a:lnTo>
                <a:lnTo>
                  <a:pt x="229981" y="204144"/>
                </a:lnTo>
                <a:lnTo>
                  <a:pt x="268224" y="239268"/>
                </a:lnTo>
                <a:lnTo>
                  <a:pt x="311209" y="239268"/>
                </a:lnTo>
                <a:lnTo>
                  <a:pt x="294132" y="262128"/>
                </a:lnTo>
                <a:lnTo>
                  <a:pt x="323084" y="289560"/>
                </a:lnTo>
                <a:lnTo>
                  <a:pt x="272796" y="289560"/>
                </a:lnTo>
                <a:lnTo>
                  <a:pt x="223837" y="340804"/>
                </a:lnTo>
                <a:lnTo>
                  <a:pt x="178308" y="384048"/>
                </a:lnTo>
                <a:lnTo>
                  <a:pt x="134874" y="417195"/>
                </a:lnTo>
                <a:lnTo>
                  <a:pt x="114871" y="431196"/>
                </a:lnTo>
                <a:lnTo>
                  <a:pt x="96012" y="443484"/>
                </a:lnTo>
                <a:close/>
              </a:path>
              <a:path w="490854" h="532130">
                <a:moveTo>
                  <a:pt x="382524" y="435864"/>
                </a:moveTo>
                <a:lnTo>
                  <a:pt x="381000" y="435864"/>
                </a:lnTo>
                <a:lnTo>
                  <a:pt x="377261" y="434411"/>
                </a:lnTo>
                <a:lnTo>
                  <a:pt x="372808" y="429958"/>
                </a:lnTo>
                <a:lnTo>
                  <a:pt x="367498" y="422362"/>
                </a:lnTo>
                <a:lnTo>
                  <a:pt x="361188" y="411480"/>
                </a:lnTo>
                <a:lnTo>
                  <a:pt x="351805" y="395739"/>
                </a:lnTo>
                <a:lnTo>
                  <a:pt x="342092" y="380357"/>
                </a:lnTo>
                <a:lnTo>
                  <a:pt x="332470" y="365402"/>
                </a:lnTo>
                <a:lnTo>
                  <a:pt x="323088" y="350520"/>
                </a:lnTo>
                <a:lnTo>
                  <a:pt x="312229" y="336494"/>
                </a:lnTo>
                <a:lnTo>
                  <a:pt x="300228" y="321754"/>
                </a:lnTo>
                <a:lnTo>
                  <a:pt x="287083" y="306157"/>
                </a:lnTo>
                <a:lnTo>
                  <a:pt x="272796" y="289560"/>
                </a:lnTo>
                <a:lnTo>
                  <a:pt x="323084" y="289560"/>
                </a:lnTo>
                <a:lnTo>
                  <a:pt x="361378" y="328041"/>
                </a:lnTo>
                <a:lnTo>
                  <a:pt x="388620" y="364236"/>
                </a:lnTo>
                <a:lnTo>
                  <a:pt x="394619" y="395739"/>
                </a:lnTo>
                <a:lnTo>
                  <a:pt x="394523" y="401478"/>
                </a:lnTo>
                <a:lnTo>
                  <a:pt x="394406" y="403740"/>
                </a:lnTo>
                <a:lnTo>
                  <a:pt x="393382" y="410146"/>
                </a:lnTo>
                <a:lnTo>
                  <a:pt x="391501" y="416837"/>
                </a:lnTo>
                <a:lnTo>
                  <a:pt x="388620" y="423672"/>
                </a:lnTo>
                <a:lnTo>
                  <a:pt x="385572" y="431292"/>
                </a:lnTo>
                <a:lnTo>
                  <a:pt x="382524" y="435864"/>
                </a:lnTo>
                <a:close/>
              </a:path>
              <a:path w="490854" h="532130">
                <a:moveTo>
                  <a:pt x="477393" y="495300"/>
                </a:moveTo>
                <a:lnTo>
                  <a:pt x="414528" y="495300"/>
                </a:lnTo>
                <a:lnTo>
                  <a:pt x="448055" y="461772"/>
                </a:lnTo>
                <a:lnTo>
                  <a:pt x="477393" y="495300"/>
                </a:lnTo>
                <a:close/>
              </a:path>
            </a:pathLst>
          </a:custGeom>
          <a:solidFill>
            <a:srgbClr val="3333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5783580" y="1278635"/>
            <a:ext cx="480059" cy="550545"/>
          </a:xfrm>
          <a:custGeom>
            <a:avLst/>
            <a:gdLst/>
            <a:ahLst/>
            <a:cxnLst/>
            <a:rect l="l" t="t" r="r" b="b"/>
            <a:pathLst>
              <a:path w="480060" h="550544">
                <a:moveTo>
                  <a:pt x="178308" y="77724"/>
                </a:moveTo>
                <a:lnTo>
                  <a:pt x="156972" y="56388"/>
                </a:lnTo>
                <a:lnTo>
                  <a:pt x="423672" y="56388"/>
                </a:lnTo>
                <a:lnTo>
                  <a:pt x="446532" y="33528"/>
                </a:lnTo>
                <a:lnTo>
                  <a:pt x="480060" y="67056"/>
                </a:lnTo>
                <a:lnTo>
                  <a:pt x="473964" y="71628"/>
                </a:lnTo>
                <a:lnTo>
                  <a:pt x="236220" y="71628"/>
                </a:lnTo>
                <a:lnTo>
                  <a:pt x="221384" y="71937"/>
                </a:lnTo>
                <a:lnTo>
                  <a:pt x="206692" y="72961"/>
                </a:lnTo>
                <a:lnTo>
                  <a:pt x="192285" y="74842"/>
                </a:lnTo>
                <a:lnTo>
                  <a:pt x="178308" y="77724"/>
                </a:lnTo>
                <a:close/>
              </a:path>
              <a:path w="480060" h="550544">
                <a:moveTo>
                  <a:pt x="460301" y="494061"/>
                </a:moveTo>
                <a:lnTo>
                  <a:pt x="408741" y="494061"/>
                </a:lnTo>
                <a:lnTo>
                  <a:pt x="417576" y="493776"/>
                </a:lnTo>
                <a:lnTo>
                  <a:pt x="423672" y="490728"/>
                </a:lnTo>
                <a:lnTo>
                  <a:pt x="428244" y="484632"/>
                </a:lnTo>
                <a:lnTo>
                  <a:pt x="428244" y="71628"/>
                </a:lnTo>
                <a:lnTo>
                  <a:pt x="473964" y="71628"/>
                </a:lnTo>
                <a:lnTo>
                  <a:pt x="461772" y="80771"/>
                </a:lnTo>
                <a:lnTo>
                  <a:pt x="461772" y="475488"/>
                </a:lnTo>
                <a:lnTo>
                  <a:pt x="461009" y="489489"/>
                </a:lnTo>
                <a:lnTo>
                  <a:pt x="460894" y="490728"/>
                </a:lnTo>
                <a:lnTo>
                  <a:pt x="460301" y="494061"/>
                </a:lnTo>
                <a:close/>
              </a:path>
              <a:path w="480060" h="550544">
                <a:moveTo>
                  <a:pt x="333755" y="166116"/>
                </a:moveTo>
                <a:lnTo>
                  <a:pt x="286512" y="166116"/>
                </a:lnTo>
                <a:lnTo>
                  <a:pt x="310895" y="143256"/>
                </a:lnTo>
                <a:lnTo>
                  <a:pt x="333755" y="166116"/>
                </a:lnTo>
                <a:close/>
              </a:path>
              <a:path w="480060" h="550544">
                <a:moveTo>
                  <a:pt x="134112" y="446532"/>
                </a:moveTo>
                <a:lnTo>
                  <a:pt x="134993" y="408574"/>
                </a:lnTo>
                <a:lnTo>
                  <a:pt x="135445" y="370332"/>
                </a:lnTo>
                <a:lnTo>
                  <a:pt x="135534" y="349825"/>
                </a:lnTo>
                <a:lnTo>
                  <a:pt x="135580" y="250289"/>
                </a:lnTo>
                <a:lnTo>
                  <a:pt x="135445" y="220027"/>
                </a:lnTo>
                <a:lnTo>
                  <a:pt x="134966" y="181356"/>
                </a:lnTo>
                <a:lnTo>
                  <a:pt x="134112" y="144780"/>
                </a:lnTo>
                <a:lnTo>
                  <a:pt x="169164" y="166116"/>
                </a:lnTo>
                <a:lnTo>
                  <a:pt x="333755" y="166116"/>
                </a:lnTo>
                <a:lnTo>
                  <a:pt x="341376" y="173736"/>
                </a:lnTo>
                <a:lnTo>
                  <a:pt x="333063" y="181356"/>
                </a:lnTo>
                <a:lnTo>
                  <a:pt x="167640" y="181356"/>
                </a:lnTo>
                <a:lnTo>
                  <a:pt x="167640" y="274320"/>
                </a:lnTo>
                <a:lnTo>
                  <a:pt x="323138" y="274320"/>
                </a:lnTo>
                <a:lnTo>
                  <a:pt x="323163" y="289560"/>
                </a:lnTo>
                <a:lnTo>
                  <a:pt x="167640" y="289560"/>
                </a:lnTo>
                <a:lnTo>
                  <a:pt x="167640" y="388620"/>
                </a:lnTo>
                <a:lnTo>
                  <a:pt x="323859" y="388620"/>
                </a:lnTo>
                <a:lnTo>
                  <a:pt x="324196" y="403860"/>
                </a:lnTo>
                <a:lnTo>
                  <a:pt x="167640" y="403860"/>
                </a:lnTo>
                <a:lnTo>
                  <a:pt x="167640" y="429768"/>
                </a:lnTo>
                <a:lnTo>
                  <a:pt x="134112" y="446532"/>
                </a:lnTo>
                <a:close/>
              </a:path>
              <a:path w="480060" h="550544">
                <a:moveTo>
                  <a:pt x="323138" y="274320"/>
                </a:moveTo>
                <a:lnTo>
                  <a:pt x="291084" y="274320"/>
                </a:lnTo>
                <a:lnTo>
                  <a:pt x="291084" y="181356"/>
                </a:lnTo>
                <a:lnTo>
                  <a:pt x="333063" y="181356"/>
                </a:lnTo>
                <a:lnTo>
                  <a:pt x="323088" y="190500"/>
                </a:lnTo>
                <a:lnTo>
                  <a:pt x="323138" y="274320"/>
                </a:lnTo>
                <a:close/>
              </a:path>
              <a:path w="480060" h="550544">
                <a:moveTo>
                  <a:pt x="323859" y="388620"/>
                </a:moveTo>
                <a:lnTo>
                  <a:pt x="291084" y="388620"/>
                </a:lnTo>
                <a:lnTo>
                  <a:pt x="291084" y="289560"/>
                </a:lnTo>
                <a:lnTo>
                  <a:pt x="323163" y="289560"/>
                </a:lnTo>
                <a:lnTo>
                  <a:pt x="323185" y="303422"/>
                </a:lnTo>
                <a:lnTo>
                  <a:pt x="323417" y="349825"/>
                </a:lnTo>
                <a:lnTo>
                  <a:pt x="323859" y="388620"/>
                </a:lnTo>
                <a:close/>
              </a:path>
              <a:path w="480060" h="550544">
                <a:moveTo>
                  <a:pt x="291084" y="441960"/>
                </a:moveTo>
                <a:lnTo>
                  <a:pt x="291084" y="403860"/>
                </a:lnTo>
                <a:lnTo>
                  <a:pt x="324196" y="403860"/>
                </a:lnTo>
                <a:lnTo>
                  <a:pt x="324612" y="422148"/>
                </a:lnTo>
                <a:lnTo>
                  <a:pt x="291084" y="441960"/>
                </a:lnTo>
                <a:close/>
              </a:path>
              <a:path w="480060" h="550544">
                <a:moveTo>
                  <a:pt x="406908" y="550164"/>
                </a:moveTo>
                <a:lnTo>
                  <a:pt x="394596" y="531304"/>
                </a:lnTo>
                <a:lnTo>
                  <a:pt x="378142" y="515874"/>
                </a:lnTo>
                <a:lnTo>
                  <a:pt x="357401" y="503872"/>
                </a:lnTo>
                <a:lnTo>
                  <a:pt x="332232" y="495300"/>
                </a:lnTo>
                <a:lnTo>
                  <a:pt x="332232" y="484632"/>
                </a:lnTo>
                <a:lnTo>
                  <a:pt x="365926" y="489489"/>
                </a:lnTo>
                <a:lnTo>
                  <a:pt x="391477" y="492633"/>
                </a:lnTo>
                <a:lnTo>
                  <a:pt x="408741" y="494061"/>
                </a:lnTo>
                <a:lnTo>
                  <a:pt x="460301" y="494061"/>
                </a:lnTo>
                <a:lnTo>
                  <a:pt x="458724" y="502920"/>
                </a:lnTo>
                <a:lnTo>
                  <a:pt x="434149" y="535114"/>
                </a:lnTo>
                <a:lnTo>
                  <a:pt x="421743" y="542424"/>
                </a:lnTo>
                <a:lnTo>
                  <a:pt x="406908" y="550164"/>
                </a:lnTo>
                <a:close/>
              </a:path>
              <a:path w="480060" h="550544">
                <a:moveTo>
                  <a:pt x="103632" y="114300"/>
                </a:moveTo>
                <a:lnTo>
                  <a:pt x="102108" y="114300"/>
                </a:lnTo>
                <a:lnTo>
                  <a:pt x="98679" y="112609"/>
                </a:lnTo>
                <a:lnTo>
                  <a:pt x="95250" y="107632"/>
                </a:lnTo>
                <a:lnTo>
                  <a:pt x="91821" y="99512"/>
                </a:lnTo>
                <a:lnTo>
                  <a:pt x="88392" y="88392"/>
                </a:lnTo>
                <a:lnTo>
                  <a:pt x="81248" y="69532"/>
                </a:lnTo>
                <a:lnTo>
                  <a:pt x="71247" y="49530"/>
                </a:lnTo>
                <a:lnTo>
                  <a:pt x="58388" y="28384"/>
                </a:lnTo>
                <a:lnTo>
                  <a:pt x="42672" y="6095"/>
                </a:lnTo>
                <a:lnTo>
                  <a:pt x="50292" y="0"/>
                </a:lnTo>
                <a:lnTo>
                  <a:pt x="93726" y="29718"/>
                </a:lnTo>
                <a:lnTo>
                  <a:pt x="120396" y="59436"/>
                </a:lnTo>
                <a:lnTo>
                  <a:pt x="123444" y="67056"/>
                </a:lnTo>
                <a:lnTo>
                  <a:pt x="123444" y="73152"/>
                </a:lnTo>
                <a:lnTo>
                  <a:pt x="122872" y="80867"/>
                </a:lnTo>
                <a:lnTo>
                  <a:pt x="121158" y="88011"/>
                </a:lnTo>
                <a:lnTo>
                  <a:pt x="118300" y="94583"/>
                </a:lnTo>
                <a:lnTo>
                  <a:pt x="108204" y="109728"/>
                </a:lnTo>
                <a:lnTo>
                  <a:pt x="103632" y="114300"/>
                </a:lnTo>
                <a:close/>
              </a:path>
              <a:path w="480060" h="550544">
                <a:moveTo>
                  <a:pt x="0" y="547116"/>
                </a:moveTo>
                <a:lnTo>
                  <a:pt x="743" y="526060"/>
                </a:lnTo>
                <a:lnTo>
                  <a:pt x="1161" y="494538"/>
                </a:lnTo>
                <a:lnTo>
                  <a:pt x="1373" y="455676"/>
                </a:lnTo>
                <a:lnTo>
                  <a:pt x="1426" y="176296"/>
                </a:lnTo>
                <a:lnTo>
                  <a:pt x="1194" y="128747"/>
                </a:lnTo>
                <a:lnTo>
                  <a:pt x="743" y="94366"/>
                </a:lnTo>
                <a:lnTo>
                  <a:pt x="0" y="73152"/>
                </a:lnTo>
                <a:lnTo>
                  <a:pt x="56388" y="102108"/>
                </a:lnTo>
                <a:lnTo>
                  <a:pt x="35052" y="117348"/>
                </a:lnTo>
                <a:lnTo>
                  <a:pt x="35052" y="455676"/>
                </a:lnTo>
                <a:lnTo>
                  <a:pt x="35313" y="475107"/>
                </a:lnTo>
                <a:lnTo>
                  <a:pt x="36004" y="494538"/>
                </a:lnTo>
                <a:lnTo>
                  <a:pt x="36980" y="513969"/>
                </a:lnTo>
                <a:lnTo>
                  <a:pt x="38100" y="533400"/>
                </a:lnTo>
                <a:lnTo>
                  <a:pt x="0" y="547116"/>
                </a:lnTo>
                <a:close/>
              </a:path>
            </a:pathLst>
          </a:custGeom>
          <a:solidFill>
            <a:srgbClr val="3333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" name="object 15"/>
          <p:cNvSpPr/>
          <p:nvPr/>
        </p:nvSpPr>
        <p:spPr>
          <a:xfrm>
            <a:off x="6352032" y="1292351"/>
            <a:ext cx="533400" cy="538480"/>
          </a:xfrm>
          <a:custGeom>
            <a:avLst/>
            <a:gdLst/>
            <a:ahLst/>
            <a:cxnLst/>
            <a:rect l="l" t="t" r="r" b="b"/>
            <a:pathLst>
              <a:path w="533400" h="538480">
                <a:moveTo>
                  <a:pt x="131064" y="103632"/>
                </a:moveTo>
                <a:lnTo>
                  <a:pt x="129540" y="103632"/>
                </a:lnTo>
                <a:lnTo>
                  <a:pt x="123872" y="101917"/>
                </a:lnTo>
                <a:lnTo>
                  <a:pt x="118491" y="96774"/>
                </a:lnTo>
                <a:lnTo>
                  <a:pt x="113680" y="88201"/>
                </a:lnTo>
                <a:lnTo>
                  <a:pt x="109728" y="76200"/>
                </a:lnTo>
                <a:lnTo>
                  <a:pt x="102560" y="60555"/>
                </a:lnTo>
                <a:lnTo>
                  <a:pt x="92392" y="43624"/>
                </a:lnTo>
                <a:lnTo>
                  <a:pt x="79081" y="25836"/>
                </a:lnTo>
                <a:lnTo>
                  <a:pt x="62484" y="7620"/>
                </a:lnTo>
                <a:lnTo>
                  <a:pt x="67056" y="0"/>
                </a:lnTo>
                <a:lnTo>
                  <a:pt x="102679" y="18288"/>
                </a:lnTo>
                <a:lnTo>
                  <a:pt x="136898" y="45743"/>
                </a:lnTo>
                <a:lnTo>
                  <a:pt x="147828" y="74676"/>
                </a:lnTo>
                <a:lnTo>
                  <a:pt x="147828" y="86868"/>
                </a:lnTo>
                <a:lnTo>
                  <a:pt x="146304" y="94488"/>
                </a:lnTo>
                <a:lnTo>
                  <a:pt x="134112" y="100584"/>
                </a:lnTo>
                <a:lnTo>
                  <a:pt x="131064" y="103632"/>
                </a:lnTo>
                <a:close/>
              </a:path>
              <a:path w="533400" h="538480">
                <a:moveTo>
                  <a:pt x="521208" y="30480"/>
                </a:moveTo>
                <a:lnTo>
                  <a:pt x="478536" y="30480"/>
                </a:lnTo>
                <a:lnTo>
                  <a:pt x="499871" y="9144"/>
                </a:lnTo>
                <a:lnTo>
                  <a:pt x="521208" y="30480"/>
                </a:lnTo>
                <a:close/>
              </a:path>
              <a:path w="533400" h="538480">
                <a:moveTo>
                  <a:pt x="155448" y="537972"/>
                </a:moveTo>
                <a:lnTo>
                  <a:pt x="150876" y="531876"/>
                </a:lnTo>
                <a:lnTo>
                  <a:pt x="177369" y="489618"/>
                </a:lnTo>
                <a:lnTo>
                  <a:pt x="198229" y="445093"/>
                </a:lnTo>
                <a:lnTo>
                  <a:pt x="213311" y="398227"/>
                </a:lnTo>
                <a:lnTo>
                  <a:pt x="222467" y="348947"/>
                </a:lnTo>
                <a:lnTo>
                  <a:pt x="225552" y="297180"/>
                </a:lnTo>
                <a:lnTo>
                  <a:pt x="225552" y="124968"/>
                </a:lnTo>
                <a:lnTo>
                  <a:pt x="225290" y="101560"/>
                </a:lnTo>
                <a:lnTo>
                  <a:pt x="224599" y="74866"/>
                </a:lnTo>
                <a:lnTo>
                  <a:pt x="223542" y="42672"/>
                </a:lnTo>
                <a:lnTo>
                  <a:pt x="222503" y="12192"/>
                </a:lnTo>
                <a:lnTo>
                  <a:pt x="259079" y="30480"/>
                </a:lnTo>
                <a:lnTo>
                  <a:pt x="521208" y="30480"/>
                </a:lnTo>
                <a:lnTo>
                  <a:pt x="533400" y="42672"/>
                </a:lnTo>
                <a:lnTo>
                  <a:pt x="529742" y="45720"/>
                </a:lnTo>
                <a:lnTo>
                  <a:pt x="252984" y="45720"/>
                </a:lnTo>
                <a:lnTo>
                  <a:pt x="253090" y="263651"/>
                </a:lnTo>
                <a:lnTo>
                  <a:pt x="253379" y="308983"/>
                </a:lnTo>
                <a:lnTo>
                  <a:pt x="247000" y="365703"/>
                </a:lnTo>
                <a:lnTo>
                  <a:pt x="233934" y="417004"/>
                </a:lnTo>
                <a:lnTo>
                  <a:pt x="214263" y="462844"/>
                </a:lnTo>
                <a:lnTo>
                  <a:pt x="188072" y="503181"/>
                </a:lnTo>
                <a:lnTo>
                  <a:pt x="155448" y="537972"/>
                </a:lnTo>
                <a:close/>
              </a:path>
              <a:path w="533400" h="538480">
                <a:moveTo>
                  <a:pt x="381000" y="129540"/>
                </a:moveTo>
                <a:lnTo>
                  <a:pt x="352044" y="129540"/>
                </a:lnTo>
                <a:lnTo>
                  <a:pt x="351782" y="106370"/>
                </a:lnTo>
                <a:lnTo>
                  <a:pt x="351091" y="84772"/>
                </a:lnTo>
                <a:lnTo>
                  <a:pt x="350079" y="64008"/>
                </a:lnTo>
                <a:lnTo>
                  <a:pt x="348996" y="45720"/>
                </a:lnTo>
                <a:lnTo>
                  <a:pt x="356616" y="45720"/>
                </a:lnTo>
                <a:lnTo>
                  <a:pt x="397764" y="64008"/>
                </a:lnTo>
                <a:lnTo>
                  <a:pt x="381000" y="79248"/>
                </a:lnTo>
                <a:lnTo>
                  <a:pt x="381000" y="129540"/>
                </a:lnTo>
                <a:close/>
              </a:path>
              <a:path w="533400" h="538480">
                <a:moveTo>
                  <a:pt x="514825" y="486465"/>
                </a:moveTo>
                <a:lnTo>
                  <a:pt x="462962" y="486465"/>
                </a:lnTo>
                <a:lnTo>
                  <a:pt x="472440" y="486156"/>
                </a:lnTo>
                <a:lnTo>
                  <a:pt x="480060" y="484632"/>
                </a:lnTo>
                <a:lnTo>
                  <a:pt x="483108" y="478536"/>
                </a:lnTo>
                <a:lnTo>
                  <a:pt x="483108" y="45720"/>
                </a:lnTo>
                <a:lnTo>
                  <a:pt x="529742" y="45720"/>
                </a:lnTo>
                <a:lnTo>
                  <a:pt x="515112" y="57912"/>
                </a:lnTo>
                <a:lnTo>
                  <a:pt x="515057" y="482512"/>
                </a:lnTo>
                <a:lnTo>
                  <a:pt x="514825" y="486465"/>
                </a:lnTo>
                <a:close/>
              </a:path>
              <a:path w="533400" h="538480">
                <a:moveTo>
                  <a:pt x="292608" y="150876"/>
                </a:moveTo>
                <a:lnTo>
                  <a:pt x="269748" y="129540"/>
                </a:lnTo>
                <a:lnTo>
                  <a:pt x="406908" y="129540"/>
                </a:lnTo>
                <a:lnTo>
                  <a:pt x="431292" y="105156"/>
                </a:lnTo>
                <a:lnTo>
                  <a:pt x="466344" y="143256"/>
                </a:lnTo>
                <a:lnTo>
                  <a:pt x="348996" y="143256"/>
                </a:lnTo>
                <a:lnTo>
                  <a:pt x="334184" y="143803"/>
                </a:lnTo>
                <a:lnTo>
                  <a:pt x="319659" y="145351"/>
                </a:lnTo>
                <a:lnTo>
                  <a:pt x="305704" y="147756"/>
                </a:lnTo>
                <a:lnTo>
                  <a:pt x="292608" y="150876"/>
                </a:lnTo>
                <a:close/>
              </a:path>
              <a:path w="533400" h="538480">
                <a:moveTo>
                  <a:pt x="381000" y="210312"/>
                </a:moveTo>
                <a:lnTo>
                  <a:pt x="352044" y="210312"/>
                </a:lnTo>
                <a:lnTo>
                  <a:pt x="352044" y="143256"/>
                </a:lnTo>
                <a:lnTo>
                  <a:pt x="381000" y="143256"/>
                </a:lnTo>
                <a:lnTo>
                  <a:pt x="381000" y="210312"/>
                </a:lnTo>
                <a:close/>
              </a:path>
              <a:path w="533400" h="538480">
                <a:moveTo>
                  <a:pt x="21336" y="201168"/>
                </a:moveTo>
                <a:lnTo>
                  <a:pt x="0" y="179832"/>
                </a:lnTo>
                <a:lnTo>
                  <a:pt x="88392" y="179832"/>
                </a:lnTo>
                <a:lnTo>
                  <a:pt x="112776" y="155448"/>
                </a:lnTo>
                <a:lnTo>
                  <a:pt x="146304" y="188976"/>
                </a:lnTo>
                <a:lnTo>
                  <a:pt x="139653" y="193548"/>
                </a:lnTo>
                <a:lnTo>
                  <a:pt x="79248" y="193548"/>
                </a:lnTo>
                <a:lnTo>
                  <a:pt x="63769" y="194095"/>
                </a:lnTo>
                <a:lnTo>
                  <a:pt x="49149" y="195643"/>
                </a:lnTo>
                <a:lnTo>
                  <a:pt x="35099" y="198048"/>
                </a:lnTo>
                <a:lnTo>
                  <a:pt x="21336" y="201168"/>
                </a:lnTo>
                <a:close/>
              </a:path>
              <a:path w="533400" h="538480">
                <a:moveTo>
                  <a:pt x="277367" y="231648"/>
                </a:moveTo>
                <a:lnTo>
                  <a:pt x="256032" y="210312"/>
                </a:lnTo>
                <a:lnTo>
                  <a:pt x="416052" y="210312"/>
                </a:lnTo>
                <a:lnTo>
                  <a:pt x="443484" y="184403"/>
                </a:lnTo>
                <a:lnTo>
                  <a:pt x="481584" y="225551"/>
                </a:lnTo>
                <a:lnTo>
                  <a:pt x="335280" y="225551"/>
                </a:lnTo>
                <a:lnTo>
                  <a:pt x="319801" y="225861"/>
                </a:lnTo>
                <a:lnTo>
                  <a:pt x="305181" y="226885"/>
                </a:lnTo>
                <a:lnTo>
                  <a:pt x="291131" y="228766"/>
                </a:lnTo>
                <a:lnTo>
                  <a:pt x="277367" y="231648"/>
                </a:lnTo>
                <a:close/>
              </a:path>
              <a:path w="533400" h="538480">
                <a:moveTo>
                  <a:pt x="109728" y="486156"/>
                </a:moveTo>
                <a:lnTo>
                  <a:pt x="80772" y="452628"/>
                </a:lnTo>
                <a:lnTo>
                  <a:pt x="85653" y="444603"/>
                </a:lnTo>
                <a:lnTo>
                  <a:pt x="88963" y="436435"/>
                </a:lnTo>
                <a:lnTo>
                  <a:pt x="90844" y="427982"/>
                </a:lnTo>
                <a:lnTo>
                  <a:pt x="91337" y="420624"/>
                </a:lnTo>
                <a:lnTo>
                  <a:pt x="91440" y="193548"/>
                </a:lnTo>
                <a:lnTo>
                  <a:pt x="139653" y="193548"/>
                </a:lnTo>
                <a:lnTo>
                  <a:pt x="121920" y="205739"/>
                </a:lnTo>
                <a:lnTo>
                  <a:pt x="121920" y="419100"/>
                </a:lnTo>
                <a:lnTo>
                  <a:pt x="157493" y="419100"/>
                </a:lnTo>
                <a:lnTo>
                  <a:pt x="143256" y="438150"/>
                </a:lnTo>
                <a:lnTo>
                  <a:pt x="123205" y="466153"/>
                </a:lnTo>
                <a:lnTo>
                  <a:pt x="109728" y="486156"/>
                </a:lnTo>
                <a:close/>
              </a:path>
              <a:path w="533400" h="538480">
                <a:moveTo>
                  <a:pt x="297179" y="449580"/>
                </a:moveTo>
                <a:lnTo>
                  <a:pt x="298061" y="426696"/>
                </a:lnTo>
                <a:lnTo>
                  <a:pt x="298509" y="403859"/>
                </a:lnTo>
                <a:lnTo>
                  <a:pt x="298610" y="390144"/>
                </a:lnTo>
                <a:lnTo>
                  <a:pt x="298680" y="332613"/>
                </a:lnTo>
                <a:lnTo>
                  <a:pt x="298516" y="308983"/>
                </a:lnTo>
                <a:lnTo>
                  <a:pt x="298061" y="284607"/>
                </a:lnTo>
                <a:lnTo>
                  <a:pt x="297179" y="260603"/>
                </a:lnTo>
                <a:lnTo>
                  <a:pt x="327660" y="281939"/>
                </a:lnTo>
                <a:lnTo>
                  <a:pt x="437388" y="281939"/>
                </a:lnTo>
                <a:lnTo>
                  <a:pt x="448056" y="292608"/>
                </a:lnTo>
                <a:lnTo>
                  <a:pt x="442468" y="297180"/>
                </a:lnTo>
                <a:lnTo>
                  <a:pt x="327660" y="297180"/>
                </a:lnTo>
                <a:lnTo>
                  <a:pt x="327660" y="390144"/>
                </a:lnTo>
                <a:lnTo>
                  <a:pt x="431739" y="390144"/>
                </a:lnTo>
                <a:lnTo>
                  <a:pt x="431881" y="398227"/>
                </a:lnTo>
                <a:lnTo>
                  <a:pt x="431975" y="402145"/>
                </a:lnTo>
                <a:lnTo>
                  <a:pt x="432053" y="403859"/>
                </a:lnTo>
                <a:lnTo>
                  <a:pt x="327660" y="403859"/>
                </a:lnTo>
                <a:lnTo>
                  <a:pt x="327660" y="435864"/>
                </a:lnTo>
                <a:lnTo>
                  <a:pt x="297179" y="449580"/>
                </a:lnTo>
                <a:close/>
              </a:path>
              <a:path w="533400" h="538480">
                <a:moveTo>
                  <a:pt x="437388" y="281939"/>
                </a:moveTo>
                <a:lnTo>
                  <a:pt x="399288" y="281939"/>
                </a:lnTo>
                <a:lnTo>
                  <a:pt x="419100" y="263651"/>
                </a:lnTo>
                <a:lnTo>
                  <a:pt x="437388" y="281939"/>
                </a:lnTo>
                <a:close/>
              </a:path>
              <a:path w="533400" h="538480">
                <a:moveTo>
                  <a:pt x="431739" y="390144"/>
                </a:moveTo>
                <a:lnTo>
                  <a:pt x="402336" y="390144"/>
                </a:lnTo>
                <a:lnTo>
                  <a:pt x="402336" y="297180"/>
                </a:lnTo>
                <a:lnTo>
                  <a:pt x="442468" y="297180"/>
                </a:lnTo>
                <a:lnTo>
                  <a:pt x="431292" y="306324"/>
                </a:lnTo>
                <a:lnTo>
                  <a:pt x="431391" y="358140"/>
                </a:lnTo>
                <a:lnTo>
                  <a:pt x="431482" y="375475"/>
                </a:lnTo>
                <a:lnTo>
                  <a:pt x="431739" y="390144"/>
                </a:lnTo>
                <a:close/>
              </a:path>
              <a:path w="533400" h="538480">
                <a:moveTo>
                  <a:pt x="157493" y="419100"/>
                </a:moveTo>
                <a:lnTo>
                  <a:pt x="121920" y="419100"/>
                </a:lnTo>
                <a:lnTo>
                  <a:pt x="196596" y="352044"/>
                </a:lnTo>
                <a:lnTo>
                  <a:pt x="204216" y="358140"/>
                </a:lnTo>
                <a:lnTo>
                  <a:pt x="170164" y="402145"/>
                </a:lnTo>
                <a:lnTo>
                  <a:pt x="157493" y="419100"/>
                </a:lnTo>
                <a:close/>
              </a:path>
              <a:path w="533400" h="538480">
                <a:moveTo>
                  <a:pt x="402336" y="435864"/>
                </a:moveTo>
                <a:lnTo>
                  <a:pt x="402336" y="403859"/>
                </a:lnTo>
                <a:lnTo>
                  <a:pt x="432053" y="403859"/>
                </a:lnTo>
                <a:lnTo>
                  <a:pt x="432816" y="420624"/>
                </a:lnTo>
                <a:lnTo>
                  <a:pt x="402336" y="435864"/>
                </a:lnTo>
                <a:close/>
              </a:path>
              <a:path w="533400" h="538480">
                <a:moveTo>
                  <a:pt x="473964" y="537972"/>
                </a:moveTo>
                <a:lnTo>
                  <a:pt x="462534" y="522017"/>
                </a:lnTo>
                <a:lnTo>
                  <a:pt x="444246" y="508635"/>
                </a:lnTo>
                <a:lnTo>
                  <a:pt x="419100" y="498109"/>
                </a:lnTo>
                <a:lnTo>
                  <a:pt x="387096" y="490728"/>
                </a:lnTo>
                <a:lnTo>
                  <a:pt x="387096" y="478536"/>
                </a:lnTo>
                <a:lnTo>
                  <a:pt x="420576" y="482512"/>
                </a:lnTo>
                <a:lnTo>
                  <a:pt x="445770" y="485203"/>
                </a:lnTo>
                <a:lnTo>
                  <a:pt x="462962" y="486465"/>
                </a:lnTo>
                <a:lnTo>
                  <a:pt x="514825" y="486465"/>
                </a:lnTo>
                <a:lnTo>
                  <a:pt x="514540" y="491323"/>
                </a:lnTo>
                <a:lnTo>
                  <a:pt x="493395" y="526542"/>
                </a:lnTo>
                <a:lnTo>
                  <a:pt x="484536" y="532257"/>
                </a:lnTo>
                <a:lnTo>
                  <a:pt x="473964" y="537972"/>
                </a:lnTo>
                <a:close/>
              </a:path>
            </a:pathLst>
          </a:custGeom>
          <a:solidFill>
            <a:srgbClr val="3333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" name="object 16"/>
          <p:cNvSpPr/>
          <p:nvPr/>
        </p:nvSpPr>
        <p:spPr>
          <a:xfrm>
            <a:off x="6957059" y="1271016"/>
            <a:ext cx="554990" cy="563880"/>
          </a:xfrm>
          <a:custGeom>
            <a:avLst/>
            <a:gdLst/>
            <a:ahLst/>
            <a:cxnLst/>
            <a:rect l="l" t="t" r="r" b="b"/>
            <a:pathLst>
              <a:path w="554990" h="563880">
                <a:moveTo>
                  <a:pt x="315468" y="83819"/>
                </a:moveTo>
                <a:lnTo>
                  <a:pt x="301752" y="83819"/>
                </a:lnTo>
                <a:lnTo>
                  <a:pt x="300299" y="76676"/>
                </a:lnTo>
                <a:lnTo>
                  <a:pt x="298132" y="68960"/>
                </a:lnTo>
                <a:lnTo>
                  <a:pt x="278130" y="32194"/>
                </a:lnTo>
                <a:lnTo>
                  <a:pt x="256032" y="4571"/>
                </a:lnTo>
                <a:lnTo>
                  <a:pt x="263652" y="0"/>
                </a:lnTo>
                <a:lnTo>
                  <a:pt x="306895" y="20573"/>
                </a:lnTo>
                <a:lnTo>
                  <a:pt x="335280" y="50291"/>
                </a:lnTo>
                <a:lnTo>
                  <a:pt x="335280" y="51815"/>
                </a:lnTo>
                <a:lnTo>
                  <a:pt x="334113" y="59602"/>
                </a:lnTo>
                <a:lnTo>
                  <a:pt x="330517" y="67246"/>
                </a:lnTo>
                <a:lnTo>
                  <a:pt x="324350" y="75176"/>
                </a:lnTo>
                <a:lnTo>
                  <a:pt x="315468" y="83819"/>
                </a:lnTo>
                <a:close/>
              </a:path>
              <a:path w="554990" h="563880">
                <a:moveTo>
                  <a:pt x="539053" y="83819"/>
                </a:moveTo>
                <a:lnTo>
                  <a:pt x="470916" y="83819"/>
                </a:lnTo>
                <a:lnTo>
                  <a:pt x="504444" y="50291"/>
                </a:lnTo>
                <a:lnTo>
                  <a:pt x="539053" y="83819"/>
                </a:lnTo>
                <a:close/>
              </a:path>
              <a:path w="554990" h="563880">
                <a:moveTo>
                  <a:pt x="7620" y="563879"/>
                </a:moveTo>
                <a:lnTo>
                  <a:pt x="0" y="559308"/>
                </a:lnTo>
                <a:lnTo>
                  <a:pt x="21740" y="517374"/>
                </a:lnTo>
                <a:lnTo>
                  <a:pt x="39052" y="474154"/>
                </a:lnTo>
                <a:lnTo>
                  <a:pt x="52077" y="430077"/>
                </a:lnTo>
                <a:lnTo>
                  <a:pt x="60960" y="385572"/>
                </a:lnTo>
                <a:lnTo>
                  <a:pt x="66960" y="339590"/>
                </a:lnTo>
                <a:lnTo>
                  <a:pt x="71247" y="293179"/>
                </a:lnTo>
                <a:lnTo>
                  <a:pt x="73818" y="246483"/>
                </a:lnTo>
                <a:lnTo>
                  <a:pt x="74676" y="199643"/>
                </a:lnTo>
                <a:lnTo>
                  <a:pt x="75171" y="146303"/>
                </a:lnTo>
                <a:lnTo>
                  <a:pt x="74866" y="117538"/>
                </a:lnTo>
                <a:lnTo>
                  <a:pt x="73604" y="85415"/>
                </a:lnTo>
                <a:lnTo>
                  <a:pt x="71628" y="59435"/>
                </a:lnTo>
                <a:lnTo>
                  <a:pt x="112776" y="83819"/>
                </a:lnTo>
                <a:lnTo>
                  <a:pt x="539053" y="83819"/>
                </a:lnTo>
                <a:lnTo>
                  <a:pt x="553212" y="97535"/>
                </a:lnTo>
                <a:lnTo>
                  <a:pt x="109728" y="97535"/>
                </a:lnTo>
                <a:lnTo>
                  <a:pt x="109992" y="155662"/>
                </a:lnTo>
                <a:lnTo>
                  <a:pt x="108775" y="225551"/>
                </a:lnTo>
                <a:lnTo>
                  <a:pt x="106073" y="277677"/>
                </a:lnTo>
                <a:lnTo>
                  <a:pt x="102108" y="321564"/>
                </a:lnTo>
                <a:lnTo>
                  <a:pt x="95559" y="360140"/>
                </a:lnTo>
                <a:lnTo>
                  <a:pt x="77890" y="428720"/>
                </a:lnTo>
                <a:lnTo>
                  <a:pt x="54554" y="486727"/>
                </a:lnTo>
                <a:lnTo>
                  <a:pt x="24407" y="539305"/>
                </a:lnTo>
                <a:lnTo>
                  <a:pt x="7620" y="563879"/>
                </a:lnTo>
                <a:close/>
              </a:path>
              <a:path w="554990" h="563880">
                <a:moveTo>
                  <a:pt x="256032" y="185927"/>
                </a:moveTo>
                <a:lnTo>
                  <a:pt x="225552" y="185927"/>
                </a:lnTo>
                <a:lnTo>
                  <a:pt x="225290" y="167997"/>
                </a:lnTo>
                <a:lnTo>
                  <a:pt x="224599" y="148780"/>
                </a:lnTo>
                <a:lnTo>
                  <a:pt x="223599" y="128277"/>
                </a:lnTo>
                <a:lnTo>
                  <a:pt x="222504" y="108203"/>
                </a:lnTo>
                <a:lnTo>
                  <a:pt x="275844" y="134112"/>
                </a:lnTo>
                <a:lnTo>
                  <a:pt x="256032" y="146303"/>
                </a:lnTo>
                <a:lnTo>
                  <a:pt x="256032" y="185927"/>
                </a:lnTo>
                <a:close/>
              </a:path>
              <a:path w="554990" h="563880">
                <a:moveTo>
                  <a:pt x="420624" y="185927"/>
                </a:moveTo>
                <a:lnTo>
                  <a:pt x="390144" y="185927"/>
                </a:lnTo>
                <a:lnTo>
                  <a:pt x="389902" y="167997"/>
                </a:lnTo>
                <a:lnTo>
                  <a:pt x="389847" y="165544"/>
                </a:lnTo>
                <a:lnTo>
                  <a:pt x="389246" y="148780"/>
                </a:lnTo>
                <a:lnTo>
                  <a:pt x="389142" y="146303"/>
                </a:lnTo>
                <a:lnTo>
                  <a:pt x="388215" y="128277"/>
                </a:lnTo>
                <a:lnTo>
                  <a:pt x="387096" y="109727"/>
                </a:lnTo>
                <a:lnTo>
                  <a:pt x="441960" y="134112"/>
                </a:lnTo>
                <a:lnTo>
                  <a:pt x="420624" y="147827"/>
                </a:lnTo>
                <a:lnTo>
                  <a:pt x="420624" y="185927"/>
                </a:lnTo>
                <a:close/>
              </a:path>
              <a:path w="554990" h="563880">
                <a:moveTo>
                  <a:pt x="134112" y="205739"/>
                </a:moveTo>
                <a:lnTo>
                  <a:pt x="114300" y="185927"/>
                </a:lnTo>
                <a:lnTo>
                  <a:pt x="466344" y="185927"/>
                </a:lnTo>
                <a:lnTo>
                  <a:pt x="498348" y="155447"/>
                </a:lnTo>
                <a:lnTo>
                  <a:pt x="542544" y="201167"/>
                </a:lnTo>
                <a:lnTo>
                  <a:pt x="163068" y="201167"/>
                </a:lnTo>
                <a:lnTo>
                  <a:pt x="134112" y="205739"/>
                </a:lnTo>
                <a:close/>
              </a:path>
              <a:path w="554990" h="563880">
                <a:moveTo>
                  <a:pt x="222504" y="310895"/>
                </a:moveTo>
                <a:lnTo>
                  <a:pt x="224599" y="259460"/>
                </a:lnTo>
                <a:lnTo>
                  <a:pt x="225552" y="201167"/>
                </a:lnTo>
                <a:lnTo>
                  <a:pt x="256032" y="201167"/>
                </a:lnTo>
                <a:lnTo>
                  <a:pt x="256032" y="269747"/>
                </a:lnTo>
                <a:lnTo>
                  <a:pt x="422156" y="269747"/>
                </a:lnTo>
                <a:lnTo>
                  <a:pt x="422552" y="277677"/>
                </a:lnTo>
                <a:lnTo>
                  <a:pt x="423163" y="284987"/>
                </a:lnTo>
                <a:lnTo>
                  <a:pt x="256032" y="284987"/>
                </a:lnTo>
                <a:lnTo>
                  <a:pt x="256032" y="297179"/>
                </a:lnTo>
                <a:lnTo>
                  <a:pt x="222504" y="310895"/>
                </a:lnTo>
                <a:close/>
              </a:path>
              <a:path w="554990" h="563880">
                <a:moveTo>
                  <a:pt x="422156" y="269747"/>
                </a:moveTo>
                <a:lnTo>
                  <a:pt x="390144" y="269747"/>
                </a:lnTo>
                <a:lnTo>
                  <a:pt x="390144" y="201167"/>
                </a:lnTo>
                <a:lnTo>
                  <a:pt x="420624" y="201167"/>
                </a:lnTo>
                <a:lnTo>
                  <a:pt x="420885" y="232576"/>
                </a:lnTo>
                <a:lnTo>
                  <a:pt x="421576" y="258127"/>
                </a:lnTo>
                <a:lnTo>
                  <a:pt x="422156" y="269747"/>
                </a:lnTo>
                <a:close/>
              </a:path>
              <a:path w="554990" h="563880">
                <a:moveTo>
                  <a:pt x="390144" y="306323"/>
                </a:moveTo>
                <a:lnTo>
                  <a:pt x="390144" y="284987"/>
                </a:lnTo>
                <a:lnTo>
                  <a:pt x="423163" y="284987"/>
                </a:lnTo>
                <a:lnTo>
                  <a:pt x="423672" y="291083"/>
                </a:lnTo>
                <a:lnTo>
                  <a:pt x="390144" y="306323"/>
                </a:lnTo>
                <a:close/>
              </a:path>
              <a:path w="554990" h="563880">
                <a:moveTo>
                  <a:pt x="179832" y="353568"/>
                </a:moveTo>
                <a:lnTo>
                  <a:pt x="160020" y="335280"/>
                </a:lnTo>
                <a:lnTo>
                  <a:pt x="411480" y="335280"/>
                </a:lnTo>
                <a:lnTo>
                  <a:pt x="432816" y="313943"/>
                </a:lnTo>
                <a:lnTo>
                  <a:pt x="469392" y="348996"/>
                </a:lnTo>
                <a:lnTo>
                  <a:pt x="201168" y="348996"/>
                </a:lnTo>
                <a:lnTo>
                  <a:pt x="179832" y="353568"/>
                </a:lnTo>
                <a:close/>
              </a:path>
              <a:path w="554990" h="563880">
                <a:moveTo>
                  <a:pt x="80772" y="563879"/>
                </a:moveTo>
                <a:lnTo>
                  <a:pt x="79248" y="554736"/>
                </a:lnTo>
                <a:lnTo>
                  <a:pt x="128784" y="543604"/>
                </a:lnTo>
                <a:lnTo>
                  <a:pt x="176710" y="528596"/>
                </a:lnTo>
                <a:lnTo>
                  <a:pt x="222881" y="509857"/>
                </a:lnTo>
                <a:lnTo>
                  <a:pt x="267151" y="487533"/>
                </a:lnTo>
                <a:lnTo>
                  <a:pt x="309372" y="461772"/>
                </a:lnTo>
                <a:lnTo>
                  <a:pt x="286845" y="437507"/>
                </a:lnTo>
                <a:lnTo>
                  <a:pt x="265176" y="410527"/>
                </a:lnTo>
                <a:lnTo>
                  <a:pt x="244649" y="380976"/>
                </a:lnTo>
                <a:lnTo>
                  <a:pt x="225552" y="348996"/>
                </a:lnTo>
                <a:lnTo>
                  <a:pt x="236220" y="348996"/>
                </a:lnTo>
                <a:lnTo>
                  <a:pt x="259080" y="378142"/>
                </a:lnTo>
                <a:lnTo>
                  <a:pt x="281940" y="403860"/>
                </a:lnTo>
                <a:lnTo>
                  <a:pt x="304800" y="426148"/>
                </a:lnTo>
                <a:lnTo>
                  <a:pt x="327660" y="445008"/>
                </a:lnTo>
                <a:lnTo>
                  <a:pt x="372095" y="445008"/>
                </a:lnTo>
                <a:lnTo>
                  <a:pt x="352044" y="463296"/>
                </a:lnTo>
                <a:lnTo>
                  <a:pt x="390081" y="483108"/>
                </a:lnTo>
                <a:lnTo>
                  <a:pt x="330708" y="483108"/>
                </a:lnTo>
                <a:lnTo>
                  <a:pt x="283500" y="506870"/>
                </a:lnTo>
                <a:lnTo>
                  <a:pt x="235049" y="526901"/>
                </a:lnTo>
                <a:lnTo>
                  <a:pt x="185208" y="543129"/>
                </a:lnTo>
                <a:lnTo>
                  <a:pt x="133831" y="555479"/>
                </a:lnTo>
                <a:lnTo>
                  <a:pt x="80772" y="563879"/>
                </a:lnTo>
                <a:close/>
              </a:path>
              <a:path w="554990" h="563880">
                <a:moveTo>
                  <a:pt x="372095" y="445008"/>
                </a:moveTo>
                <a:lnTo>
                  <a:pt x="327660" y="445008"/>
                </a:lnTo>
                <a:lnTo>
                  <a:pt x="350781" y="421862"/>
                </a:lnTo>
                <a:lnTo>
                  <a:pt x="372046" y="398145"/>
                </a:lnTo>
                <a:lnTo>
                  <a:pt x="391310" y="373856"/>
                </a:lnTo>
                <a:lnTo>
                  <a:pt x="408432" y="348996"/>
                </a:lnTo>
                <a:lnTo>
                  <a:pt x="469392" y="348996"/>
                </a:lnTo>
                <a:lnTo>
                  <a:pt x="445008" y="361188"/>
                </a:lnTo>
                <a:lnTo>
                  <a:pt x="418695" y="393430"/>
                </a:lnTo>
                <a:lnTo>
                  <a:pt x="394525" y="421386"/>
                </a:lnTo>
                <a:lnTo>
                  <a:pt x="372356" y="444769"/>
                </a:lnTo>
                <a:lnTo>
                  <a:pt x="372095" y="445008"/>
                </a:lnTo>
                <a:close/>
              </a:path>
              <a:path w="554990" h="563880">
                <a:moveTo>
                  <a:pt x="509016" y="557784"/>
                </a:moveTo>
                <a:lnTo>
                  <a:pt x="455866" y="544615"/>
                </a:lnTo>
                <a:lnTo>
                  <a:pt x="408432" y="527875"/>
                </a:lnTo>
                <a:lnTo>
                  <a:pt x="366712" y="507420"/>
                </a:lnTo>
                <a:lnTo>
                  <a:pt x="330708" y="483108"/>
                </a:lnTo>
                <a:lnTo>
                  <a:pt x="390081" y="483108"/>
                </a:lnTo>
                <a:lnTo>
                  <a:pt x="393144" y="484703"/>
                </a:lnTo>
                <a:lnTo>
                  <a:pt x="440817" y="500824"/>
                </a:lnTo>
                <a:lnTo>
                  <a:pt x="494776" y="511516"/>
                </a:lnTo>
                <a:lnTo>
                  <a:pt x="554736" y="516636"/>
                </a:lnTo>
                <a:lnTo>
                  <a:pt x="554736" y="525779"/>
                </a:lnTo>
                <a:lnTo>
                  <a:pt x="538162" y="530352"/>
                </a:lnTo>
                <a:lnTo>
                  <a:pt x="525018" y="537210"/>
                </a:lnTo>
                <a:lnTo>
                  <a:pt x="515302" y="546354"/>
                </a:lnTo>
                <a:lnTo>
                  <a:pt x="509016" y="557784"/>
                </a:lnTo>
                <a:close/>
              </a:path>
            </a:pathLst>
          </a:custGeom>
          <a:solidFill>
            <a:srgbClr val="3333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" name="object 17"/>
          <p:cNvSpPr/>
          <p:nvPr/>
        </p:nvSpPr>
        <p:spPr>
          <a:xfrm>
            <a:off x="1751075" y="2552700"/>
            <a:ext cx="155575" cy="155575"/>
          </a:xfrm>
          <a:custGeom>
            <a:avLst/>
            <a:gdLst/>
            <a:ahLst/>
            <a:cxnLst/>
            <a:rect l="l" t="t" r="r" b="b"/>
            <a:pathLst>
              <a:path w="155575" h="155575">
                <a:moveTo>
                  <a:pt x="155448" y="155448"/>
                </a:moveTo>
                <a:lnTo>
                  <a:pt x="0" y="155448"/>
                </a:lnTo>
                <a:lnTo>
                  <a:pt x="0" y="0"/>
                </a:lnTo>
                <a:lnTo>
                  <a:pt x="155448" y="0"/>
                </a:lnTo>
                <a:lnTo>
                  <a:pt x="155448" y="155448"/>
                </a:lnTo>
                <a:close/>
              </a:path>
            </a:pathLst>
          </a:custGeom>
          <a:solidFill>
            <a:srgbClr val="3333CC"/>
          </a:solidFill>
        </p:spPr>
        <p:txBody>
          <a:bodyPr wrap="square" lIns="0" tIns="0" rIns="0" bIns="0" rtlCol="0"/>
          <a:lstStyle/>
          <a:p>
            <a:endParaRPr/>
          </a:p>
        </p:txBody>
      </p:sp>
      <p:pic>
        <p:nvPicPr>
          <p:cNvPr id="18" name="object 18"/>
          <p:cNvPicPr/>
          <p:nvPr/>
        </p:nvPicPr>
        <p:blipFill>
          <a:blip r:embed="rId4" cstate="print"/>
          <a:stretch>
            <a:fillRect/>
          </a:stretch>
        </p:blipFill>
        <p:spPr>
          <a:xfrm>
            <a:off x="2107692" y="2484119"/>
            <a:ext cx="256031" cy="243840"/>
          </a:xfrm>
          <a:prstGeom prst="rect">
            <a:avLst/>
          </a:prstGeom>
        </p:spPr>
      </p:pic>
      <p:sp>
        <p:nvSpPr>
          <p:cNvPr id="19" name="object 19"/>
          <p:cNvSpPr/>
          <p:nvPr/>
        </p:nvSpPr>
        <p:spPr>
          <a:xfrm>
            <a:off x="2558796" y="2522220"/>
            <a:ext cx="241300" cy="35560"/>
          </a:xfrm>
          <a:custGeom>
            <a:avLst/>
            <a:gdLst/>
            <a:ahLst/>
            <a:cxnLst/>
            <a:rect l="l" t="t" r="r" b="b"/>
            <a:pathLst>
              <a:path w="241300" h="35560">
                <a:moveTo>
                  <a:pt x="240792" y="35052"/>
                </a:moveTo>
                <a:lnTo>
                  <a:pt x="0" y="35052"/>
                </a:lnTo>
                <a:lnTo>
                  <a:pt x="0" y="0"/>
                </a:lnTo>
                <a:lnTo>
                  <a:pt x="240792" y="0"/>
                </a:lnTo>
                <a:lnTo>
                  <a:pt x="240792" y="3505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" name="object 20"/>
          <p:cNvSpPr/>
          <p:nvPr/>
        </p:nvSpPr>
        <p:spPr>
          <a:xfrm>
            <a:off x="2558796" y="2613660"/>
            <a:ext cx="241300" cy="35560"/>
          </a:xfrm>
          <a:custGeom>
            <a:avLst/>
            <a:gdLst/>
            <a:ahLst/>
            <a:cxnLst/>
            <a:rect l="l" t="t" r="r" b="b"/>
            <a:pathLst>
              <a:path w="241300" h="35560">
                <a:moveTo>
                  <a:pt x="240792" y="35052"/>
                </a:moveTo>
                <a:lnTo>
                  <a:pt x="0" y="35052"/>
                </a:lnTo>
                <a:lnTo>
                  <a:pt x="0" y="0"/>
                </a:lnTo>
                <a:lnTo>
                  <a:pt x="240792" y="0"/>
                </a:lnTo>
                <a:lnTo>
                  <a:pt x="240792" y="3505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" name="object 21"/>
          <p:cNvSpPr/>
          <p:nvPr/>
        </p:nvSpPr>
        <p:spPr>
          <a:xfrm>
            <a:off x="2891027" y="2403347"/>
            <a:ext cx="158750" cy="325120"/>
          </a:xfrm>
          <a:custGeom>
            <a:avLst/>
            <a:gdLst/>
            <a:ahLst/>
            <a:cxnLst/>
            <a:rect l="l" t="t" r="r" b="b"/>
            <a:pathLst>
              <a:path w="158750" h="325119">
                <a:moveTo>
                  <a:pt x="158495" y="324612"/>
                </a:moveTo>
                <a:lnTo>
                  <a:pt x="0" y="324612"/>
                </a:lnTo>
                <a:lnTo>
                  <a:pt x="0" y="291084"/>
                </a:lnTo>
                <a:lnTo>
                  <a:pt x="59435" y="291084"/>
                </a:lnTo>
                <a:lnTo>
                  <a:pt x="59435" y="74676"/>
                </a:lnTo>
                <a:lnTo>
                  <a:pt x="0" y="74676"/>
                </a:lnTo>
                <a:lnTo>
                  <a:pt x="0" y="44196"/>
                </a:lnTo>
                <a:lnTo>
                  <a:pt x="15978" y="43624"/>
                </a:lnTo>
                <a:lnTo>
                  <a:pt x="29527" y="41910"/>
                </a:lnTo>
                <a:lnTo>
                  <a:pt x="65055" y="11691"/>
                </a:lnTo>
                <a:lnTo>
                  <a:pt x="67055" y="0"/>
                </a:lnTo>
                <a:lnTo>
                  <a:pt x="100583" y="0"/>
                </a:lnTo>
                <a:lnTo>
                  <a:pt x="100583" y="291084"/>
                </a:lnTo>
                <a:lnTo>
                  <a:pt x="158495" y="291084"/>
                </a:lnTo>
                <a:lnTo>
                  <a:pt x="158495" y="32461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pic>
        <p:nvPicPr>
          <p:cNvPr id="22" name="object 22"/>
          <p:cNvPicPr/>
          <p:nvPr/>
        </p:nvPicPr>
        <p:blipFill>
          <a:blip r:embed="rId5" cstate="print"/>
          <a:stretch>
            <a:fillRect/>
          </a:stretch>
        </p:blipFill>
        <p:spPr>
          <a:xfrm>
            <a:off x="3140964" y="2625280"/>
            <a:ext cx="68579" cy="119443"/>
          </a:xfrm>
          <a:prstGeom prst="rect">
            <a:avLst/>
          </a:prstGeom>
        </p:spPr>
      </p:pic>
      <p:sp>
        <p:nvSpPr>
          <p:cNvPr id="23" name="object 23"/>
          <p:cNvSpPr/>
          <p:nvPr/>
        </p:nvSpPr>
        <p:spPr>
          <a:xfrm>
            <a:off x="3692651" y="2366772"/>
            <a:ext cx="403860" cy="403860"/>
          </a:xfrm>
          <a:custGeom>
            <a:avLst/>
            <a:gdLst/>
            <a:ahLst/>
            <a:cxnLst/>
            <a:rect l="l" t="t" r="r" b="b"/>
            <a:pathLst>
              <a:path w="403860" h="403860">
                <a:moveTo>
                  <a:pt x="120396" y="68580"/>
                </a:moveTo>
                <a:lnTo>
                  <a:pt x="115824" y="68580"/>
                </a:lnTo>
                <a:lnTo>
                  <a:pt x="112776" y="62484"/>
                </a:lnTo>
                <a:lnTo>
                  <a:pt x="109728" y="48768"/>
                </a:lnTo>
                <a:lnTo>
                  <a:pt x="105703" y="38219"/>
                </a:lnTo>
                <a:lnTo>
                  <a:pt x="100393" y="27241"/>
                </a:lnTo>
                <a:lnTo>
                  <a:pt x="93654" y="15978"/>
                </a:lnTo>
                <a:lnTo>
                  <a:pt x="85344" y="4572"/>
                </a:lnTo>
                <a:lnTo>
                  <a:pt x="89916" y="0"/>
                </a:lnTo>
                <a:lnTo>
                  <a:pt x="124968" y="24384"/>
                </a:lnTo>
                <a:lnTo>
                  <a:pt x="135813" y="42100"/>
                </a:lnTo>
                <a:lnTo>
                  <a:pt x="135793" y="44315"/>
                </a:lnTo>
                <a:lnTo>
                  <a:pt x="135636" y="47244"/>
                </a:lnTo>
                <a:lnTo>
                  <a:pt x="132588" y="54864"/>
                </a:lnTo>
                <a:lnTo>
                  <a:pt x="131064" y="59436"/>
                </a:lnTo>
                <a:lnTo>
                  <a:pt x="126492" y="62484"/>
                </a:lnTo>
                <a:lnTo>
                  <a:pt x="120396" y="68580"/>
                </a:lnTo>
                <a:close/>
              </a:path>
              <a:path w="403860" h="403860">
                <a:moveTo>
                  <a:pt x="269748" y="131064"/>
                </a:moveTo>
                <a:lnTo>
                  <a:pt x="246888" y="131064"/>
                </a:lnTo>
                <a:lnTo>
                  <a:pt x="246881" y="117348"/>
                </a:lnTo>
                <a:lnTo>
                  <a:pt x="246759" y="56388"/>
                </a:lnTo>
                <a:lnTo>
                  <a:pt x="246632" y="38219"/>
                </a:lnTo>
                <a:lnTo>
                  <a:pt x="246245" y="15120"/>
                </a:lnTo>
                <a:lnTo>
                  <a:pt x="245364" y="0"/>
                </a:lnTo>
                <a:lnTo>
                  <a:pt x="281940" y="18288"/>
                </a:lnTo>
                <a:lnTo>
                  <a:pt x="269748" y="30480"/>
                </a:lnTo>
                <a:lnTo>
                  <a:pt x="269748" y="131064"/>
                </a:lnTo>
                <a:close/>
              </a:path>
              <a:path w="403860" h="403860">
                <a:moveTo>
                  <a:pt x="345948" y="97536"/>
                </a:moveTo>
                <a:lnTo>
                  <a:pt x="338328" y="97536"/>
                </a:lnTo>
                <a:lnTo>
                  <a:pt x="333756" y="91440"/>
                </a:lnTo>
                <a:lnTo>
                  <a:pt x="330708" y="79248"/>
                </a:lnTo>
                <a:lnTo>
                  <a:pt x="326183" y="67794"/>
                </a:lnTo>
                <a:lnTo>
                  <a:pt x="319659" y="56197"/>
                </a:lnTo>
                <a:lnTo>
                  <a:pt x="311419" y="44315"/>
                </a:lnTo>
                <a:lnTo>
                  <a:pt x="301752" y="32004"/>
                </a:lnTo>
                <a:lnTo>
                  <a:pt x="304800" y="27432"/>
                </a:lnTo>
                <a:lnTo>
                  <a:pt x="340590" y="47363"/>
                </a:lnTo>
                <a:lnTo>
                  <a:pt x="357759" y="71127"/>
                </a:lnTo>
                <a:lnTo>
                  <a:pt x="356616" y="77724"/>
                </a:lnTo>
                <a:lnTo>
                  <a:pt x="355092" y="86868"/>
                </a:lnTo>
                <a:lnTo>
                  <a:pt x="352044" y="91440"/>
                </a:lnTo>
                <a:lnTo>
                  <a:pt x="345948" y="97536"/>
                </a:lnTo>
                <a:close/>
              </a:path>
              <a:path w="403860" h="403860">
                <a:moveTo>
                  <a:pt x="24384" y="91440"/>
                </a:moveTo>
                <a:lnTo>
                  <a:pt x="9144" y="74676"/>
                </a:lnTo>
                <a:lnTo>
                  <a:pt x="175260" y="74676"/>
                </a:lnTo>
                <a:lnTo>
                  <a:pt x="195072" y="56388"/>
                </a:lnTo>
                <a:lnTo>
                  <a:pt x="224028" y="85344"/>
                </a:lnTo>
                <a:lnTo>
                  <a:pt x="65532" y="85344"/>
                </a:lnTo>
                <a:lnTo>
                  <a:pt x="53530" y="85653"/>
                </a:lnTo>
                <a:lnTo>
                  <a:pt x="42672" y="86677"/>
                </a:lnTo>
                <a:lnTo>
                  <a:pt x="32956" y="88558"/>
                </a:lnTo>
                <a:lnTo>
                  <a:pt x="24384" y="91440"/>
                </a:lnTo>
                <a:close/>
              </a:path>
              <a:path w="403860" h="403860">
                <a:moveTo>
                  <a:pt x="211836" y="144780"/>
                </a:moveTo>
                <a:lnTo>
                  <a:pt x="198120" y="131064"/>
                </a:lnTo>
                <a:lnTo>
                  <a:pt x="352044" y="131064"/>
                </a:lnTo>
                <a:lnTo>
                  <a:pt x="371856" y="109728"/>
                </a:lnTo>
                <a:lnTo>
                  <a:pt x="402336" y="141732"/>
                </a:lnTo>
                <a:lnTo>
                  <a:pt x="228600" y="141732"/>
                </a:lnTo>
                <a:lnTo>
                  <a:pt x="211836" y="144780"/>
                </a:lnTo>
                <a:close/>
              </a:path>
              <a:path w="403860" h="403860">
                <a:moveTo>
                  <a:pt x="189992" y="131064"/>
                </a:moveTo>
                <a:lnTo>
                  <a:pt x="160020" y="131064"/>
                </a:lnTo>
                <a:lnTo>
                  <a:pt x="173736" y="115824"/>
                </a:lnTo>
                <a:lnTo>
                  <a:pt x="189992" y="131064"/>
                </a:lnTo>
                <a:close/>
              </a:path>
              <a:path w="403860" h="403860">
                <a:moveTo>
                  <a:pt x="41148" y="233172"/>
                </a:moveTo>
                <a:lnTo>
                  <a:pt x="43934" y="191381"/>
                </a:lnTo>
                <a:lnTo>
                  <a:pt x="44083" y="170426"/>
                </a:lnTo>
                <a:lnTo>
                  <a:pt x="43934" y="161925"/>
                </a:lnTo>
                <a:lnTo>
                  <a:pt x="43243" y="147066"/>
                </a:lnTo>
                <a:lnTo>
                  <a:pt x="42181" y="131064"/>
                </a:lnTo>
                <a:lnTo>
                  <a:pt x="41148" y="117348"/>
                </a:lnTo>
                <a:lnTo>
                  <a:pt x="65532" y="131064"/>
                </a:lnTo>
                <a:lnTo>
                  <a:pt x="189992" y="131064"/>
                </a:lnTo>
                <a:lnTo>
                  <a:pt x="198120" y="138684"/>
                </a:lnTo>
                <a:lnTo>
                  <a:pt x="193548" y="141732"/>
                </a:lnTo>
                <a:lnTo>
                  <a:pt x="65532" y="141732"/>
                </a:lnTo>
                <a:lnTo>
                  <a:pt x="65532" y="204216"/>
                </a:lnTo>
                <a:lnTo>
                  <a:pt x="184957" y="204216"/>
                </a:lnTo>
                <a:lnTo>
                  <a:pt x="185046" y="207621"/>
                </a:lnTo>
                <a:lnTo>
                  <a:pt x="185476" y="214884"/>
                </a:lnTo>
                <a:lnTo>
                  <a:pt x="65532" y="214884"/>
                </a:lnTo>
                <a:lnTo>
                  <a:pt x="65532" y="225552"/>
                </a:lnTo>
                <a:lnTo>
                  <a:pt x="41148" y="233172"/>
                </a:lnTo>
                <a:close/>
              </a:path>
              <a:path w="403860" h="403860">
                <a:moveTo>
                  <a:pt x="184957" y="204216"/>
                </a:moveTo>
                <a:lnTo>
                  <a:pt x="161544" y="204216"/>
                </a:lnTo>
                <a:lnTo>
                  <a:pt x="161544" y="141732"/>
                </a:lnTo>
                <a:lnTo>
                  <a:pt x="193548" y="141732"/>
                </a:lnTo>
                <a:lnTo>
                  <a:pt x="184404" y="147828"/>
                </a:lnTo>
                <a:lnTo>
                  <a:pt x="184481" y="176784"/>
                </a:lnTo>
                <a:lnTo>
                  <a:pt x="184594" y="190309"/>
                </a:lnTo>
                <a:lnTo>
                  <a:pt x="184957" y="204216"/>
                </a:lnTo>
                <a:close/>
              </a:path>
              <a:path w="403860" h="403860">
                <a:moveTo>
                  <a:pt x="156972" y="403860"/>
                </a:moveTo>
                <a:lnTo>
                  <a:pt x="150876" y="399288"/>
                </a:lnTo>
                <a:lnTo>
                  <a:pt x="176069" y="374713"/>
                </a:lnTo>
                <a:lnTo>
                  <a:pt x="196977" y="348996"/>
                </a:lnTo>
                <a:lnTo>
                  <a:pt x="227076" y="294132"/>
                </a:lnTo>
                <a:lnTo>
                  <a:pt x="243268" y="226504"/>
                </a:lnTo>
                <a:lnTo>
                  <a:pt x="246578" y="186332"/>
                </a:lnTo>
                <a:lnTo>
                  <a:pt x="246888" y="141732"/>
                </a:lnTo>
                <a:lnTo>
                  <a:pt x="269748" y="141732"/>
                </a:lnTo>
                <a:lnTo>
                  <a:pt x="269200" y="187213"/>
                </a:lnTo>
                <a:lnTo>
                  <a:pt x="265366" y="227838"/>
                </a:lnTo>
                <a:lnTo>
                  <a:pt x="248412" y="295656"/>
                </a:lnTo>
                <a:lnTo>
                  <a:pt x="212979" y="351472"/>
                </a:lnTo>
                <a:lnTo>
                  <a:pt x="187547" y="378166"/>
                </a:lnTo>
                <a:lnTo>
                  <a:pt x="156972" y="403860"/>
                </a:lnTo>
                <a:close/>
              </a:path>
              <a:path w="403860" h="403860">
                <a:moveTo>
                  <a:pt x="364236" y="385572"/>
                </a:moveTo>
                <a:lnTo>
                  <a:pt x="327660" y="385572"/>
                </a:lnTo>
                <a:lnTo>
                  <a:pt x="311896" y="383571"/>
                </a:lnTo>
                <a:lnTo>
                  <a:pt x="300990" y="377571"/>
                </a:lnTo>
                <a:lnTo>
                  <a:pt x="294655" y="367569"/>
                </a:lnTo>
                <a:lnTo>
                  <a:pt x="292698" y="354187"/>
                </a:lnTo>
                <a:lnTo>
                  <a:pt x="292608" y="141732"/>
                </a:lnTo>
                <a:lnTo>
                  <a:pt x="315468" y="141732"/>
                </a:lnTo>
                <a:lnTo>
                  <a:pt x="315505" y="344733"/>
                </a:lnTo>
                <a:lnTo>
                  <a:pt x="316634" y="354187"/>
                </a:lnTo>
                <a:lnTo>
                  <a:pt x="320230" y="360807"/>
                </a:lnTo>
                <a:lnTo>
                  <a:pt x="326397" y="364569"/>
                </a:lnTo>
                <a:lnTo>
                  <a:pt x="335280" y="365760"/>
                </a:lnTo>
                <a:lnTo>
                  <a:pt x="402718" y="365760"/>
                </a:lnTo>
                <a:lnTo>
                  <a:pt x="397025" y="373356"/>
                </a:lnTo>
                <a:lnTo>
                  <a:pt x="388048" y="380047"/>
                </a:lnTo>
                <a:lnTo>
                  <a:pt x="377070" y="384167"/>
                </a:lnTo>
                <a:lnTo>
                  <a:pt x="364236" y="385572"/>
                </a:lnTo>
                <a:close/>
              </a:path>
              <a:path w="403860" h="403860">
                <a:moveTo>
                  <a:pt x="129226" y="356616"/>
                </a:moveTo>
                <a:lnTo>
                  <a:pt x="99060" y="356616"/>
                </a:lnTo>
                <a:lnTo>
                  <a:pt x="105156" y="355092"/>
                </a:lnTo>
                <a:lnTo>
                  <a:pt x="108204" y="352044"/>
                </a:lnTo>
                <a:lnTo>
                  <a:pt x="108204" y="214884"/>
                </a:lnTo>
                <a:lnTo>
                  <a:pt x="129540" y="214884"/>
                </a:lnTo>
                <a:lnTo>
                  <a:pt x="129435" y="353568"/>
                </a:lnTo>
                <a:lnTo>
                  <a:pt x="129226" y="356616"/>
                </a:lnTo>
                <a:close/>
              </a:path>
              <a:path w="403860" h="403860">
                <a:moveTo>
                  <a:pt x="161544" y="233172"/>
                </a:moveTo>
                <a:lnTo>
                  <a:pt x="161544" y="214884"/>
                </a:lnTo>
                <a:lnTo>
                  <a:pt x="185476" y="214884"/>
                </a:lnTo>
                <a:lnTo>
                  <a:pt x="185928" y="222504"/>
                </a:lnTo>
                <a:lnTo>
                  <a:pt x="161544" y="233172"/>
                </a:lnTo>
                <a:close/>
              </a:path>
              <a:path w="403860" h="403860">
                <a:moveTo>
                  <a:pt x="6096" y="364236"/>
                </a:moveTo>
                <a:lnTo>
                  <a:pt x="0" y="361188"/>
                </a:lnTo>
                <a:lnTo>
                  <a:pt x="9096" y="346329"/>
                </a:lnTo>
                <a:lnTo>
                  <a:pt x="17907" y="331470"/>
                </a:lnTo>
                <a:lnTo>
                  <a:pt x="26146" y="316611"/>
                </a:lnTo>
                <a:lnTo>
                  <a:pt x="33528" y="301752"/>
                </a:lnTo>
                <a:lnTo>
                  <a:pt x="40957" y="287178"/>
                </a:lnTo>
                <a:lnTo>
                  <a:pt x="47262" y="273129"/>
                </a:lnTo>
                <a:lnTo>
                  <a:pt x="52387" y="259746"/>
                </a:lnTo>
                <a:lnTo>
                  <a:pt x="56388" y="246888"/>
                </a:lnTo>
                <a:lnTo>
                  <a:pt x="86868" y="268224"/>
                </a:lnTo>
                <a:lnTo>
                  <a:pt x="71628" y="277368"/>
                </a:lnTo>
                <a:lnTo>
                  <a:pt x="54530" y="302514"/>
                </a:lnTo>
                <a:lnTo>
                  <a:pt x="37719" y="325374"/>
                </a:lnTo>
                <a:lnTo>
                  <a:pt x="21478" y="345948"/>
                </a:lnTo>
                <a:lnTo>
                  <a:pt x="6096" y="364236"/>
                </a:lnTo>
                <a:close/>
              </a:path>
              <a:path w="403860" h="403860">
                <a:moveTo>
                  <a:pt x="184404" y="327660"/>
                </a:moveTo>
                <a:lnTo>
                  <a:pt x="179832" y="327660"/>
                </a:lnTo>
                <a:lnTo>
                  <a:pt x="176784" y="321564"/>
                </a:lnTo>
                <a:lnTo>
                  <a:pt x="173736" y="310896"/>
                </a:lnTo>
                <a:lnTo>
                  <a:pt x="170330" y="298275"/>
                </a:lnTo>
                <a:lnTo>
                  <a:pt x="164782" y="285369"/>
                </a:lnTo>
                <a:lnTo>
                  <a:pt x="157233" y="271891"/>
                </a:lnTo>
                <a:lnTo>
                  <a:pt x="147828" y="257556"/>
                </a:lnTo>
                <a:lnTo>
                  <a:pt x="150876" y="252984"/>
                </a:lnTo>
                <a:lnTo>
                  <a:pt x="195072" y="286512"/>
                </a:lnTo>
                <a:lnTo>
                  <a:pt x="198120" y="292608"/>
                </a:lnTo>
                <a:lnTo>
                  <a:pt x="198120" y="307848"/>
                </a:lnTo>
                <a:lnTo>
                  <a:pt x="196596" y="313944"/>
                </a:lnTo>
                <a:lnTo>
                  <a:pt x="192024" y="320040"/>
                </a:lnTo>
                <a:lnTo>
                  <a:pt x="184404" y="327660"/>
                </a:lnTo>
                <a:close/>
              </a:path>
              <a:path w="403860" h="403860">
                <a:moveTo>
                  <a:pt x="402718" y="365760"/>
                </a:moveTo>
                <a:lnTo>
                  <a:pt x="348996" y="365760"/>
                </a:lnTo>
                <a:lnTo>
                  <a:pt x="357901" y="364617"/>
                </a:lnTo>
                <a:lnTo>
                  <a:pt x="364236" y="361188"/>
                </a:lnTo>
                <a:lnTo>
                  <a:pt x="371755" y="316611"/>
                </a:lnTo>
                <a:lnTo>
                  <a:pt x="371856" y="292608"/>
                </a:lnTo>
                <a:lnTo>
                  <a:pt x="381000" y="292608"/>
                </a:lnTo>
                <a:lnTo>
                  <a:pt x="383346" y="313944"/>
                </a:lnTo>
                <a:lnTo>
                  <a:pt x="384558" y="325374"/>
                </a:lnTo>
                <a:lnTo>
                  <a:pt x="385572" y="335280"/>
                </a:lnTo>
                <a:lnTo>
                  <a:pt x="387572" y="344733"/>
                </a:lnTo>
                <a:lnTo>
                  <a:pt x="391287" y="352615"/>
                </a:lnTo>
                <a:lnTo>
                  <a:pt x="396716" y="359068"/>
                </a:lnTo>
                <a:lnTo>
                  <a:pt x="403860" y="364236"/>
                </a:lnTo>
                <a:lnTo>
                  <a:pt x="402718" y="365760"/>
                </a:lnTo>
                <a:close/>
              </a:path>
              <a:path w="403860" h="403860">
                <a:moveTo>
                  <a:pt x="96012" y="393192"/>
                </a:moveTo>
                <a:lnTo>
                  <a:pt x="92297" y="383452"/>
                </a:lnTo>
                <a:lnTo>
                  <a:pt x="83439" y="374713"/>
                </a:lnTo>
                <a:lnTo>
                  <a:pt x="69437" y="366831"/>
                </a:lnTo>
                <a:lnTo>
                  <a:pt x="50292" y="359664"/>
                </a:lnTo>
                <a:lnTo>
                  <a:pt x="50292" y="352044"/>
                </a:lnTo>
                <a:lnTo>
                  <a:pt x="82677" y="355473"/>
                </a:lnTo>
                <a:lnTo>
                  <a:pt x="92725" y="356330"/>
                </a:lnTo>
                <a:lnTo>
                  <a:pt x="99060" y="356616"/>
                </a:lnTo>
                <a:lnTo>
                  <a:pt x="129226" y="356616"/>
                </a:lnTo>
                <a:lnTo>
                  <a:pt x="128968" y="360378"/>
                </a:lnTo>
                <a:lnTo>
                  <a:pt x="104322" y="389739"/>
                </a:lnTo>
                <a:lnTo>
                  <a:pt x="96012" y="39319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" name="object 24"/>
          <p:cNvSpPr/>
          <p:nvPr/>
        </p:nvSpPr>
        <p:spPr>
          <a:xfrm>
            <a:off x="4142219" y="2362199"/>
            <a:ext cx="1289685" cy="411480"/>
          </a:xfrm>
          <a:custGeom>
            <a:avLst/>
            <a:gdLst/>
            <a:ahLst/>
            <a:cxnLst/>
            <a:rect l="l" t="t" r="r" b="b"/>
            <a:pathLst>
              <a:path w="1289685" h="411480">
                <a:moveTo>
                  <a:pt x="313944" y="28956"/>
                </a:moveTo>
                <a:lnTo>
                  <a:pt x="308076" y="24384"/>
                </a:lnTo>
                <a:lnTo>
                  <a:pt x="286512" y="7620"/>
                </a:lnTo>
                <a:lnTo>
                  <a:pt x="274320" y="21031"/>
                </a:lnTo>
                <a:lnTo>
                  <a:pt x="274320" y="35052"/>
                </a:lnTo>
                <a:lnTo>
                  <a:pt x="274320" y="85344"/>
                </a:lnTo>
                <a:lnTo>
                  <a:pt x="274320" y="96012"/>
                </a:lnTo>
                <a:lnTo>
                  <a:pt x="274320" y="147828"/>
                </a:lnTo>
                <a:lnTo>
                  <a:pt x="123444" y="147828"/>
                </a:lnTo>
                <a:lnTo>
                  <a:pt x="123444" y="96012"/>
                </a:lnTo>
                <a:lnTo>
                  <a:pt x="274320" y="96012"/>
                </a:lnTo>
                <a:lnTo>
                  <a:pt x="274320" y="85344"/>
                </a:lnTo>
                <a:lnTo>
                  <a:pt x="123444" y="85344"/>
                </a:lnTo>
                <a:lnTo>
                  <a:pt x="123444" y="35052"/>
                </a:lnTo>
                <a:lnTo>
                  <a:pt x="274320" y="35052"/>
                </a:lnTo>
                <a:lnTo>
                  <a:pt x="274320" y="21031"/>
                </a:lnTo>
                <a:lnTo>
                  <a:pt x="271272" y="24384"/>
                </a:lnTo>
                <a:lnTo>
                  <a:pt x="124968" y="24384"/>
                </a:lnTo>
                <a:lnTo>
                  <a:pt x="96012" y="9144"/>
                </a:lnTo>
                <a:lnTo>
                  <a:pt x="97142" y="31965"/>
                </a:lnTo>
                <a:lnTo>
                  <a:pt x="98107" y="54483"/>
                </a:lnTo>
                <a:lnTo>
                  <a:pt x="98806" y="76441"/>
                </a:lnTo>
                <a:lnTo>
                  <a:pt x="99060" y="97536"/>
                </a:lnTo>
                <a:lnTo>
                  <a:pt x="98806" y="119253"/>
                </a:lnTo>
                <a:lnTo>
                  <a:pt x="98107" y="140970"/>
                </a:lnTo>
                <a:lnTo>
                  <a:pt x="97142" y="162687"/>
                </a:lnTo>
                <a:lnTo>
                  <a:pt x="96012" y="184404"/>
                </a:lnTo>
                <a:lnTo>
                  <a:pt x="123444" y="173736"/>
                </a:lnTo>
                <a:lnTo>
                  <a:pt x="123444" y="158496"/>
                </a:lnTo>
                <a:lnTo>
                  <a:pt x="274320" y="158496"/>
                </a:lnTo>
                <a:lnTo>
                  <a:pt x="274320" y="181356"/>
                </a:lnTo>
                <a:lnTo>
                  <a:pt x="300228" y="167640"/>
                </a:lnTo>
                <a:lnTo>
                  <a:pt x="299808" y="158496"/>
                </a:lnTo>
                <a:lnTo>
                  <a:pt x="299351" y="148742"/>
                </a:lnTo>
                <a:lnTo>
                  <a:pt x="299339" y="147828"/>
                </a:lnTo>
                <a:lnTo>
                  <a:pt x="298894" y="121539"/>
                </a:lnTo>
                <a:lnTo>
                  <a:pt x="298780" y="96012"/>
                </a:lnTo>
                <a:lnTo>
                  <a:pt x="298729" y="85344"/>
                </a:lnTo>
                <a:lnTo>
                  <a:pt x="298704" y="41148"/>
                </a:lnTo>
                <a:lnTo>
                  <a:pt x="306324" y="35052"/>
                </a:lnTo>
                <a:lnTo>
                  <a:pt x="313944" y="28956"/>
                </a:lnTo>
                <a:close/>
              </a:path>
              <a:path w="1289685" h="411480">
                <a:moveTo>
                  <a:pt x="397764" y="359664"/>
                </a:moveTo>
                <a:lnTo>
                  <a:pt x="378079" y="362318"/>
                </a:lnTo>
                <a:lnTo>
                  <a:pt x="355663" y="363664"/>
                </a:lnTo>
                <a:lnTo>
                  <a:pt x="330695" y="364172"/>
                </a:lnTo>
                <a:lnTo>
                  <a:pt x="303276" y="364236"/>
                </a:lnTo>
                <a:lnTo>
                  <a:pt x="275513" y="363664"/>
                </a:lnTo>
                <a:lnTo>
                  <a:pt x="251460" y="361950"/>
                </a:lnTo>
                <a:lnTo>
                  <a:pt x="230847" y="359092"/>
                </a:lnTo>
                <a:lnTo>
                  <a:pt x="213360" y="355092"/>
                </a:lnTo>
                <a:lnTo>
                  <a:pt x="213360" y="347472"/>
                </a:lnTo>
                <a:lnTo>
                  <a:pt x="213360" y="283464"/>
                </a:lnTo>
                <a:lnTo>
                  <a:pt x="359664" y="283464"/>
                </a:lnTo>
                <a:lnTo>
                  <a:pt x="348996" y="272796"/>
                </a:lnTo>
                <a:lnTo>
                  <a:pt x="326136" y="249936"/>
                </a:lnTo>
                <a:lnTo>
                  <a:pt x="303276" y="272796"/>
                </a:lnTo>
                <a:lnTo>
                  <a:pt x="213360" y="272796"/>
                </a:lnTo>
                <a:lnTo>
                  <a:pt x="213360" y="213360"/>
                </a:lnTo>
                <a:lnTo>
                  <a:pt x="388620" y="213360"/>
                </a:lnTo>
                <a:lnTo>
                  <a:pt x="352044" y="176784"/>
                </a:lnTo>
                <a:lnTo>
                  <a:pt x="326136" y="204216"/>
                </a:lnTo>
                <a:lnTo>
                  <a:pt x="4572" y="204216"/>
                </a:lnTo>
                <a:lnTo>
                  <a:pt x="19812" y="219456"/>
                </a:lnTo>
                <a:lnTo>
                  <a:pt x="30124" y="216585"/>
                </a:lnTo>
                <a:lnTo>
                  <a:pt x="40576" y="214693"/>
                </a:lnTo>
                <a:lnTo>
                  <a:pt x="51320" y="213677"/>
                </a:lnTo>
                <a:lnTo>
                  <a:pt x="62484" y="213360"/>
                </a:lnTo>
                <a:lnTo>
                  <a:pt x="188976" y="213360"/>
                </a:lnTo>
                <a:lnTo>
                  <a:pt x="188976" y="347472"/>
                </a:lnTo>
                <a:lnTo>
                  <a:pt x="163245" y="335191"/>
                </a:lnTo>
                <a:lnTo>
                  <a:pt x="140779" y="321183"/>
                </a:lnTo>
                <a:lnTo>
                  <a:pt x="121475" y="305473"/>
                </a:lnTo>
                <a:lnTo>
                  <a:pt x="113715" y="297180"/>
                </a:lnTo>
                <a:lnTo>
                  <a:pt x="105156" y="288036"/>
                </a:lnTo>
                <a:lnTo>
                  <a:pt x="132588" y="245364"/>
                </a:lnTo>
                <a:lnTo>
                  <a:pt x="94488" y="222504"/>
                </a:lnTo>
                <a:lnTo>
                  <a:pt x="81661" y="277088"/>
                </a:lnTo>
                <a:lnTo>
                  <a:pt x="61531" y="324231"/>
                </a:lnTo>
                <a:lnTo>
                  <a:pt x="34277" y="363956"/>
                </a:lnTo>
                <a:lnTo>
                  <a:pt x="0" y="396240"/>
                </a:lnTo>
                <a:lnTo>
                  <a:pt x="3048" y="402336"/>
                </a:lnTo>
                <a:lnTo>
                  <a:pt x="33083" y="383768"/>
                </a:lnTo>
                <a:lnTo>
                  <a:pt x="59245" y="360045"/>
                </a:lnTo>
                <a:lnTo>
                  <a:pt x="81711" y="331190"/>
                </a:lnTo>
                <a:lnTo>
                  <a:pt x="100584" y="297180"/>
                </a:lnTo>
                <a:lnTo>
                  <a:pt x="111188" y="310591"/>
                </a:lnTo>
                <a:lnTo>
                  <a:pt x="147828" y="345948"/>
                </a:lnTo>
                <a:lnTo>
                  <a:pt x="197345" y="372960"/>
                </a:lnTo>
                <a:lnTo>
                  <a:pt x="242493" y="385749"/>
                </a:lnTo>
                <a:lnTo>
                  <a:pt x="315023" y="394271"/>
                </a:lnTo>
                <a:lnTo>
                  <a:pt x="362712" y="396240"/>
                </a:lnTo>
                <a:lnTo>
                  <a:pt x="366483" y="386816"/>
                </a:lnTo>
                <a:lnTo>
                  <a:pt x="373380" y="379095"/>
                </a:lnTo>
                <a:lnTo>
                  <a:pt x="383717" y="373100"/>
                </a:lnTo>
                <a:lnTo>
                  <a:pt x="397764" y="368808"/>
                </a:lnTo>
                <a:lnTo>
                  <a:pt x="397764" y="364236"/>
                </a:lnTo>
                <a:lnTo>
                  <a:pt x="397764" y="359664"/>
                </a:lnTo>
                <a:close/>
              </a:path>
              <a:path w="1289685" h="411480">
                <a:moveTo>
                  <a:pt x="818400" y="390144"/>
                </a:moveTo>
                <a:lnTo>
                  <a:pt x="781824" y="353568"/>
                </a:lnTo>
                <a:lnTo>
                  <a:pt x="755916" y="379476"/>
                </a:lnTo>
                <a:lnTo>
                  <a:pt x="646188" y="379476"/>
                </a:lnTo>
                <a:lnTo>
                  <a:pt x="646188" y="315468"/>
                </a:lnTo>
                <a:lnTo>
                  <a:pt x="745248" y="315468"/>
                </a:lnTo>
                <a:lnTo>
                  <a:pt x="714768" y="283464"/>
                </a:lnTo>
                <a:lnTo>
                  <a:pt x="693432" y="304800"/>
                </a:lnTo>
                <a:lnTo>
                  <a:pt x="646188" y="304800"/>
                </a:lnTo>
                <a:lnTo>
                  <a:pt x="646188" y="257556"/>
                </a:lnTo>
                <a:lnTo>
                  <a:pt x="661428" y="246888"/>
                </a:lnTo>
                <a:lnTo>
                  <a:pt x="621804" y="227076"/>
                </a:lnTo>
                <a:lnTo>
                  <a:pt x="622681" y="244792"/>
                </a:lnTo>
                <a:lnTo>
                  <a:pt x="623100" y="262128"/>
                </a:lnTo>
                <a:lnTo>
                  <a:pt x="623227" y="274320"/>
                </a:lnTo>
                <a:lnTo>
                  <a:pt x="623328" y="304800"/>
                </a:lnTo>
                <a:lnTo>
                  <a:pt x="531888" y="304800"/>
                </a:lnTo>
                <a:lnTo>
                  <a:pt x="545604" y="318516"/>
                </a:lnTo>
                <a:lnTo>
                  <a:pt x="563892" y="315468"/>
                </a:lnTo>
                <a:lnTo>
                  <a:pt x="623328" y="315468"/>
                </a:lnTo>
                <a:lnTo>
                  <a:pt x="623328" y="379476"/>
                </a:lnTo>
                <a:lnTo>
                  <a:pt x="460260" y="379476"/>
                </a:lnTo>
                <a:lnTo>
                  <a:pt x="475500" y="394716"/>
                </a:lnTo>
                <a:lnTo>
                  <a:pt x="485800" y="392722"/>
                </a:lnTo>
                <a:lnTo>
                  <a:pt x="496265" y="391287"/>
                </a:lnTo>
                <a:lnTo>
                  <a:pt x="506996" y="390436"/>
                </a:lnTo>
                <a:lnTo>
                  <a:pt x="518172" y="390144"/>
                </a:lnTo>
                <a:lnTo>
                  <a:pt x="818400" y="390144"/>
                </a:lnTo>
                <a:close/>
              </a:path>
              <a:path w="1289685" h="411480">
                <a:moveTo>
                  <a:pt x="845832" y="291084"/>
                </a:moveTo>
                <a:lnTo>
                  <a:pt x="807542" y="284035"/>
                </a:lnTo>
                <a:lnTo>
                  <a:pt x="768108" y="271272"/>
                </a:lnTo>
                <a:lnTo>
                  <a:pt x="730199" y="250698"/>
                </a:lnTo>
                <a:lnTo>
                  <a:pt x="698004" y="220980"/>
                </a:lnTo>
                <a:lnTo>
                  <a:pt x="841260" y="220980"/>
                </a:lnTo>
                <a:lnTo>
                  <a:pt x="801636" y="181356"/>
                </a:lnTo>
                <a:lnTo>
                  <a:pt x="771156" y="210312"/>
                </a:lnTo>
                <a:lnTo>
                  <a:pt x="730008" y="210312"/>
                </a:lnTo>
                <a:lnTo>
                  <a:pt x="730008" y="170688"/>
                </a:lnTo>
                <a:lnTo>
                  <a:pt x="730008" y="160020"/>
                </a:lnTo>
                <a:lnTo>
                  <a:pt x="730008" y="120396"/>
                </a:lnTo>
                <a:lnTo>
                  <a:pt x="730008" y="109728"/>
                </a:lnTo>
                <a:lnTo>
                  <a:pt x="730008" y="70104"/>
                </a:lnTo>
                <a:lnTo>
                  <a:pt x="826020" y="70104"/>
                </a:lnTo>
                <a:lnTo>
                  <a:pt x="792492" y="36576"/>
                </a:lnTo>
                <a:lnTo>
                  <a:pt x="769632" y="59436"/>
                </a:lnTo>
                <a:lnTo>
                  <a:pt x="730008" y="59436"/>
                </a:lnTo>
                <a:lnTo>
                  <a:pt x="730008" y="32004"/>
                </a:lnTo>
                <a:lnTo>
                  <a:pt x="743724" y="19812"/>
                </a:lnTo>
                <a:lnTo>
                  <a:pt x="704100" y="1524"/>
                </a:lnTo>
                <a:lnTo>
                  <a:pt x="704977" y="15290"/>
                </a:lnTo>
                <a:lnTo>
                  <a:pt x="705434" y="29337"/>
                </a:lnTo>
                <a:lnTo>
                  <a:pt x="705510" y="36576"/>
                </a:lnTo>
                <a:lnTo>
                  <a:pt x="705624" y="59436"/>
                </a:lnTo>
                <a:lnTo>
                  <a:pt x="705624" y="70104"/>
                </a:lnTo>
                <a:lnTo>
                  <a:pt x="705624" y="109728"/>
                </a:lnTo>
                <a:lnTo>
                  <a:pt x="705624" y="120396"/>
                </a:lnTo>
                <a:lnTo>
                  <a:pt x="705624" y="160020"/>
                </a:lnTo>
                <a:lnTo>
                  <a:pt x="705624" y="170688"/>
                </a:lnTo>
                <a:lnTo>
                  <a:pt x="705624" y="210312"/>
                </a:lnTo>
                <a:lnTo>
                  <a:pt x="574560" y="210312"/>
                </a:lnTo>
                <a:lnTo>
                  <a:pt x="574560" y="170688"/>
                </a:lnTo>
                <a:lnTo>
                  <a:pt x="705624" y="170688"/>
                </a:lnTo>
                <a:lnTo>
                  <a:pt x="705624" y="160020"/>
                </a:lnTo>
                <a:lnTo>
                  <a:pt x="574560" y="160020"/>
                </a:lnTo>
                <a:lnTo>
                  <a:pt x="574560" y="120396"/>
                </a:lnTo>
                <a:lnTo>
                  <a:pt x="705624" y="120396"/>
                </a:lnTo>
                <a:lnTo>
                  <a:pt x="705624" y="109728"/>
                </a:lnTo>
                <a:lnTo>
                  <a:pt x="574560" y="109728"/>
                </a:lnTo>
                <a:lnTo>
                  <a:pt x="574560" y="70104"/>
                </a:lnTo>
                <a:lnTo>
                  <a:pt x="705624" y="70104"/>
                </a:lnTo>
                <a:lnTo>
                  <a:pt x="705624" y="59436"/>
                </a:lnTo>
                <a:lnTo>
                  <a:pt x="574560" y="59436"/>
                </a:lnTo>
                <a:lnTo>
                  <a:pt x="574560" y="35052"/>
                </a:lnTo>
                <a:lnTo>
                  <a:pt x="588276" y="22860"/>
                </a:lnTo>
                <a:lnTo>
                  <a:pt x="548652" y="3048"/>
                </a:lnTo>
                <a:lnTo>
                  <a:pt x="550151" y="45491"/>
                </a:lnTo>
                <a:lnTo>
                  <a:pt x="550176" y="59436"/>
                </a:lnTo>
                <a:lnTo>
                  <a:pt x="461784" y="59436"/>
                </a:lnTo>
                <a:lnTo>
                  <a:pt x="475500" y="73152"/>
                </a:lnTo>
                <a:lnTo>
                  <a:pt x="495312" y="70104"/>
                </a:lnTo>
                <a:lnTo>
                  <a:pt x="550176" y="70104"/>
                </a:lnTo>
                <a:lnTo>
                  <a:pt x="550176" y="210312"/>
                </a:lnTo>
                <a:lnTo>
                  <a:pt x="440448" y="210312"/>
                </a:lnTo>
                <a:lnTo>
                  <a:pt x="457212" y="225552"/>
                </a:lnTo>
                <a:lnTo>
                  <a:pt x="466636" y="223558"/>
                </a:lnTo>
                <a:lnTo>
                  <a:pt x="476643" y="222123"/>
                </a:lnTo>
                <a:lnTo>
                  <a:pt x="487210" y="221272"/>
                </a:lnTo>
                <a:lnTo>
                  <a:pt x="498360" y="220980"/>
                </a:lnTo>
                <a:lnTo>
                  <a:pt x="562368" y="220980"/>
                </a:lnTo>
                <a:lnTo>
                  <a:pt x="534289" y="259994"/>
                </a:lnTo>
                <a:lnTo>
                  <a:pt x="503402" y="288023"/>
                </a:lnTo>
                <a:lnTo>
                  <a:pt x="462254" y="314833"/>
                </a:lnTo>
                <a:lnTo>
                  <a:pt x="437400" y="327660"/>
                </a:lnTo>
                <a:lnTo>
                  <a:pt x="438924" y="333756"/>
                </a:lnTo>
                <a:lnTo>
                  <a:pt x="483501" y="316420"/>
                </a:lnTo>
                <a:lnTo>
                  <a:pt x="525792" y="291084"/>
                </a:lnTo>
                <a:lnTo>
                  <a:pt x="564083" y="259461"/>
                </a:lnTo>
                <a:lnTo>
                  <a:pt x="594372" y="220980"/>
                </a:lnTo>
                <a:lnTo>
                  <a:pt x="687336" y="220980"/>
                </a:lnTo>
                <a:lnTo>
                  <a:pt x="720979" y="264490"/>
                </a:lnTo>
                <a:lnTo>
                  <a:pt x="753833" y="289394"/>
                </a:lnTo>
                <a:lnTo>
                  <a:pt x="793318" y="310591"/>
                </a:lnTo>
                <a:lnTo>
                  <a:pt x="815352" y="320040"/>
                </a:lnTo>
                <a:lnTo>
                  <a:pt x="818184" y="311759"/>
                </a:lnTo>
                <a:lnTo>
                  <a:pt x="824306" y="305181"/>
                </a:lnTo>
                <a:lnTo>
                  <a:pt x="833564" y="300329"/>
                </a:lnTo>
                <a:lnTo>
                  <a:pt x="845832" y="297180"/>
                </a:lnTo>
                <a:lnTo>
                  <a:pt x="845832" y="291084"/>
                </a:lnTo>
                <a:close/>
              </a:path>
              <a:path w="1289685" h="411480">
                <a:moveTo>
                  <a:pt x="1289304" y="294132"/>
                </a:moveTo>
                <a:lnTo>
                  <a:pt x="1246682" y="275132"/>
                </a:lnTo>
                <a:lnTo>
                  <a:pt x="1208379" y="247421"/>
                </a:lnTo>
                <a:lnTo>
                  <a:pt x="1174318" y="211074"/>
                </a:lnTo>
                <a:lnTo>
                  <a:pt x="1144422" y="166166"/>
                </a:lnTo>
                <a:lnTo>
                  <a:pt x="1118616" y="112776"/>
                </a:lnTo>
                <a:lnTo>
                  <a:pt x="1278636" y="112776"/>
                </a:lnTo>
                <a:lnTo>
                  <a:pt x="1245108" y="77724"/>
                </a:lnTo>
                <a:lnTo>
                  <a:pt x="1220724" y="102108"/>
                </a:lnTo>
                <a:lnTo>
                  <a:pt x="1101852" y="102108"/>
                </a:lnTo>
                <a:lnTo>
                  <a:pt x="1101852" y="35052"/>
                </a:lnTo>
                <a:lnTo>
                  <a:pt x="1118616" y="21336"/>
                </a:lnTo>
                <a:lnTo>
                  <a:pt x="1074420" y="0"/>
                </a:lnTo>
                <a:lnTo>
                  <a:pt x="1075309" y="27101"/>
                </a:lnTo>
                <a:lnTo>
                  <a:pt x="1075753" y="53340"/>
                </a:lnTo>
                <a:lnTo>
                  <a:pt x="1075944" y="102108"/>
                </a:lnTo>
                <a:lnTo>
                  <a:pt x="900684" y="102108"/>
                </a:lnTo>
                <a:lnTo>
                  <a:pt x="915924" y="118872"/>
                </a:lnTo>
                <a:lnTo>
                  <a:pt x="925576" y="116001"/>
                </a:lnTo>
                <a:lnTo>
                  <a:pt x="935926" y="114109"/>
                </a:lnTo>
                <a:lnTo>
                  <a:pt x="946581" y="113093"/>
                </a:lnTo>
                <a:lnTo>
                  <a:pt x="957072" y="112776"/>
                </a:lnTo>
                <a:lnTo>
                  <a:pt x="1060704" y="112776"/>
                </a:lnTo>
                <a:lnTo>
                  <a:pt x="1038720" y="159004"/>
                </a:lnTo>
                <a:lnTo>
                  <a:pt x="1013866" y="201625"/>
                </a:lnTo>
                <a:lnTo>
                  <a:pt x="986028" y="240601"/>
                </a:lnTo>
                <a:lnTo>
                  <a:pt x="955154" y="275907"/>
                </a:lnTo>
                <a:lnTo>
                  <a:pt x="921156" y="307479"/>
                </a:lnTo>
                <a:lnTo>
                  <a:pt x="883920" y="335280"/>
                </a:lnTo>
                <a:lnTo>
                  <a:pt x="886968" y="342900"/>
                </a:lnTo>
                <a:lnTo>
                  <a:pt x="926477" y="319544"/>
                </a:lnTo>
                <a:lnTo>
                  <a:pt x="962723" y="292163"/>
                </a:lnTo>
                <a:lnTo>
                  <a:pt x="995743" y="260794"/>
                </a:lnTo>
                <a:lnTo>
                  <a:pt x="1025601" y="225501"/>
                </a:lnTo>
                <a:lnTo>
                  <a:pt x="1052322" y="186309"/>
                </a:lnTo>
                <a:lnTo>
                  <a:pt x="1075944" y="143256"/>
                </a:lnTo>
                <a:lnTo>
                  <a:pt x="1075944" y="295656"/>
                </a:lnTo>
                <a:lnTo>
                  <a:pt x="973836" y="295656"/>
                </a:lnTo>
                <a:lnTo>
                  <a:pt x="987552" y="309372"/>
                </a:lnTo>
                <a:lnTo>
                  <a:pt x="1002792" y="306324"/>
                </a:lnTo>
                <a:lnTo>
                  <a:pt x="1075944" y="306324"/>
                </a:lnTo>
                <a:lnTo>
                  <a:pt x="1075753" y="347472"/>
                </a:lnTo>
                <a:lnTo>
                  <a:pt x="1075309" y="376618"/>
                </a:lnTo>
                <a:lnTo>
                  <a:pt x="1074420" y="411480"/>
                </a:lnTo>
                <a:lnTo>
                  <a:pt x="1103376" y="402336"/>
                </a:lnTo>
                <a:lnTo>
                  <a:pt x="1102499" y="383476"/>
                </a:lnTo>
                <a:lnTo>
                  <a:pt x="1102042" y="361188"/>
                </a:lnTo>
                <a:lnTo>
                  <a:pt x="1101852" y="306324"/>
                </a:lnTo>
                <a:lnTo>
                  <a:pt x="1207008" y="306324"/>
                </a:lnTo>
                <a:lnTo>
                  <a:pt x="1175004" y="274320"/>
                </a:lnTo>
                <a:lnTo>
                  <a:pt x="1153668" y="295656"/>
                </a:lnTo>
                <a:lnTo>
                  <a:pt x="1101852" y="295656"/>
                </a:lnTo>
                <a:lnTo>
                  <a:pt x="1101852" y="112776"/>
                </a:lnTo>
                <a:lnTo>
                  <a:pt x="1110996" y="112776"/>
                </a:lnTo>
                <a:lnTo>
                  <a:pt x="1131290" y="168732"/>
                </a:lnTo>
                <a:lnTo>
                  <a:pt x="1155522" y="217652"/>
                </a:lnTo>
                <a:lnTo>
                  <a:pt x="1183640" y="259486"/>
                </a:lnTo>
                <a:lnTo>
                  <a:pt x="1215555" y="294144"/>
                </a:lnTo>
                <a:lnTo>
                  <a:pt x="1251204" y="321564"/>
                </a:lnTo>
                <a:lnTo>
                  <a:pt x="1256093" y="313309"/>
                </a:lnTo>
                <a:lnTo>
                  <a:pt x="1263967" y="306895"/>
                </a:lnTo>
                <a:lnTo>
                  <a:pt x="1275003" y="302501"/>
                </a:lnTo>
                <a:lnTo>
                  <a:pt x="1289304" y="300228"/>
                </a:lnTo>
                <a:lnTo>
                  <a:pt x="1289304" y="29413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" name="object 25"/>
          <p:cNvSpPr/>
          <p:nvPr/>
        </p:nvSpPr>
        <p:spPr>
          <a:xfrm>
            <a:off x="5506211" y="2363723"/>
            <a:ext cx="356870" cy="402590"/>
          </a:xfrm>
          <a:custGeom>
            <a:avLst/>
            <a:gdLst/>
            <a:ahLst/>
            <a:cxnLst/>
            <a:rect l="l" t="t" r="r" b="b"/>
            <a:pathLst>
              <a:path w="356870" h="402589">
                <a:moveTo>
                  <a:pt x="54864" y="89916"/>
                </a:moveTo>
                <a:lnTo>
                  <a:pt x="44196" y="89916"/>
                </a:lnTo>
                <a:lnTo>
                  <a:pt x="52197" y="62793"/>
                </a:lnTo>
                <a:lnTo>
                  <a:pt x="57912" y="38671"/>
                </a:lnTo>
                <a:lnTo>
                  <a:pt x="61341" y="17692"/>
                </a:lnTo>
                <a:lnTo>
                  <a:pt x="62484" y="0"/>
                </a:lnTo>
                <a:lnTo>
                  <a:pt x="102108" y="21336"/>
                </a:lnTo>
                <a:lnTo>
                  <a:pt x="92368" y="29051"/>
                </a:lnTo>
                <a:lnTo>
                  <a:pt x="81343" y="43053"/>
                </a:lnTo>
                <a:lnTo>
                  <a:pt x="68889" y="63341"/>
                </a:lnTo>
                <a:lnTo>
                  <a:pt x="54864" y="89916"/>
                </a:lnTo>
                <a:close/>
              </a:path>
              <a:path w="356870" h="402589">
                <a:moveTo>
                  <a:pt x="147828" y="192024"/>
                </a:moveTo>
                <a:lnTo>
                  <a:pt x="143256" y="187452"/>
                </a:lnTo>
                <a:lnTo>
                  <a:pt x="160377" y="160615"/>
                </a:lnTo>
                <a:lnTo>
                  <a:pt x="175069" y="135064"/>
                </a:lnTo>
                <a:lnTo>
                  <a:pt x="196596" y="88392"/>
                </a:lnTo>
                <a:lnTo>
                  <a:pt x="212407" y="44958"/>
                </a:lnTo>
                <a:lnTo>
                  <a:pt x="222503" y="1524"/>
                </a:lnTo>
                <a:lnTo>
                  <a:pt x="262127" y="24384"/>
                </a:lnTo>
                <a:lnTo>
                  <a:pt x="254150" y="32361"/>
                </a:lnTo>
                <a:lnTo>
                  <a:pt x="244030" y="47053"/>
                </a:lnTo>
                <a:lnTo>
                  <a:pt x="231909" y="68318"/>
                </a:lnTo>
                <a:lnTo>
                  <a:pt x="217932" y="96012"/>
                </a:lnTo>
                <a:lnTo>
                  <a:pt x="350520" y="96012"/>
                </a:lnTo>
                <a:lnTo>
                  <a:pt x="356616" y="102108"/>
                </a:lnTo>
                <a:lnTo>
                  <a:pt x="350901" y="106680"/>
                </a:lnTo>
                <a:lnTo>
                  <a:pt x="214884" y="106680"/>
                </a:lnTo>
                <a:lnTo>
                  <a:pt x="198834" y="130730"/>
                </a:lnTo>
                <a:lnTo>
                  <a:pt x="182499" y="152781"/>
                </a:lnTo>
                <a:lnTo>
                  <a:pt x="165592" y="173116"/>
                </a:lnTo>
                <a:lnTo>
                  <a:pt x="147828" y="192024"/>
                </a:lnTo>
                <a:close/>
              </a:path>
              <a:path w="356870" h="402589">
                <a:moveTo>
                  <a:pt x="146304" y="89916"/>
                </a:moveTo>
                <a:lnTo>
                  <a:pt x="111252" y="89916"/>
                </a:lnTo>
                <a:lnTo>
                  <a:pt x="129540" y="73152"/>
                </a:lnTo>
                <a:lnTo>
                  <a:pt x="146304" y="89916"/>
                </a:lnTo>
                <a:close/>
              </a:path>
              <a:path w="356870" h="402589">
                <a:moveTo>
                  <a:pt x="0" y="397764"/>
                </a:moveTo>
                <a:lnTo>
                  <a:pt x="1251" y="352044"/>
                </a:lnTo>
                <a:lnTo>
                  <a:pt x="2786" y="276463"/>
                </a:lnTo>
                <a:lnTo>
                  <a:pt x="2999" y="228600"/>
                </a:lnTo>
                <a:lnTo>
                  <a:pt x="2755" y="193548"/>
                </a:lnTo>
                <a:lnTo>
                  <a:pt x="2095" y="154876"/>
                </a:lnTo>
                <a:lnTo>
                  <a:pt x="1013" y="110942"/>
                </a:lnTo>
                <a:lnTo>
                  <a:pt x="0" y="74676"/>
                </a:lnTo>
                <a:lnTo>
                  <a:pt x="27432" y="89916"/>
                </a:lnTo>
                <a:lnTo>
                  <a:pt x="146304" y="89916"/>
                </a:lnTo>
                <a:lnTo>
                  <a:pt x="155448" y="99060"/>
                </a:lnTo>
                <a:lnTo>
                  <a:pt x="153352" y="100584"/>
                </a:lnTo>
                <a:lnTo>
                  <a:pt x="24384" y="100584"/>
                </a:lnTo>
                <a:lnTo>
                  <a:pt x="24384" y="211836"/>
                </a:lnTo>
                <a:lnTo>
                  <a:pt x="138729" y="211836"/>
                </a:lnTo>
                <a:lnTo>
                  <a:pt x="138743" y="222504"/>
                </a:lnTo>
                <a:lnTo>
                  <a:pt x="24384" y="222504"/>
                </a:lnTo>
                <a:lnTo>
                  <a:pt x="24384" y="344424"/>
                </a:lnTo>
                <a:lnTo>
                  <a:pt x="139438" y="344424"/>
                </a:lnTo>
                <a:lnTo>
                  <a:pt x="139464" y="346850"/>
                </a:lnTo>
                <a:lnTo>
                  <a:pt x="139661" y="355092"/>
                </a:lnTo>
                <a:lnTo>
                  <a:pt x="24384" y="355092"/>
                </a:lnTo>
                <a:lnTo>
                  <a:pt x="24384" y="384048"/>
                </a:lnTo>
                <a:lnTo>
                  <a:pt x="0" y="397764"/>
                </a:lnTo>
                <a:close/>
              </a:path>
              <a:path w="356870" h="402589">
                <a:moveTo>
                  <a:pt x="350520" y="96012"/>
                </a:moveTo>
                <a:lnTo>
                  <a:pt x="312420" y="96012"/>
                </a:lnTo>
                <a:lnTo>
                  <a:pt x="330708" y="76200"/>
                </a:lnTo>
                <a:lnTo>
                  <a:pt x="350520" y="96012"/>
                </a:lnTo>
                <a:close/>
              </a:path>
              <a:path w="356870" h="402589">
                <a:moveTo>
                  <a:pt x="138729" y="211836"/>
                </a:moveTo>
                <a:lnTo>
                  <a:pt x="115824" y="211836"/>
                </a:lnTo>
                <a:lnTo>
                  <a:pt x="115824" y="100584"/>
                </a:lnTo>
                <a:lnTo>
                  <a:pt x="153352" y="100584"/>
                </a:lnTo>
                <a:lnTo>
                  <a:pt x="138684" y="111252"/>
                </a:lnTo>
                <a:lnTo>
                  <a:pt x="138729" y="211836"/>
                </a:lnTo>
                <a:close/>
              </a:path>
              <a:path w="356870" h="402589">
                <a:moveTo>
                  <a:pt x="327778" y="359664"/>
                </a:moveTo>
                <a:lnTo>
                  <a:pt x="283464" y="359664"/>
                </a:lnTo>
                <a:lnTo>
                  <a:pt x="292631" y="357925"/>
                </a:lnTo>
                <a:lnTo>
                  <a:pt x="299656" y="352615"/>
                </a:lnTo>
                <a:lnTo>
                  <a:pt x="309895" y="305562"/>
                </a:lnTo>
                <a:lnTo>
                  <a:pt x="311658" y="259842"/>
                </a:lnTo>
                <a:lnTo>
                  <a:pt x="313456" y="192024"/>
                </a:lnTo>
                <a:lnTo>
                  <a:pt x="315467" y="106680"/>
                </a:lnTo>
                <a:lnTo>
                  <a:pt x="350901" y="106680"/>
                </a:lnTo>
                <a:lnTo>
                  <a:pt x="341376" y="114300"/>
                </a:lnTo>
                <a:lnTo>
                  <a:pt x="340304" y="186976"/>
                </a:lnTo>
                <a:lnTo>
                  <a:pt x="338815" y="249167"/>
                </a:lnTo>
                <a:lnTo>
                  <a:pt x="336986" y="295570"/>
                </a:lnTo>
                <a:lnTo>
                  <a:pt x="334792" y="327855"/>
                </a:lnTo>
                <a:lnTo>
                  <a:pt x="332232" y="345948"/>
                </a:lnTo>
                <a:lnTo>
                  <a:pt x="328497" y="357925"/>
                </a:lnTo>
                <a:lnTo>
                  <a:pt x="327778" y="359664"/>
                </a:lnTo>
                <a:close/>
              </a:path>
              <a:path w="356870" h="402589">
                <a:moveTo>
                  <a:pt x="233172" y="269748"/>
                </a:moveTo>
                <a:lnTo>
                  <a:pt x="230124" y="269748"/>
                </a:lnTo>
                <a:lnTo>
                  <a:pt x="226956" y="268295"/>
                </a:lnTo>
                <a:lnTo>
                  <a:pt x="224218" y="263842"/>
                </a:lnTo>
                <a:lnTo>
                  <a:pt x="221765" y="256246"/>
                </a:lnTo>
                <a:lnTo>
                  <a:pt x="219456" y="245364"/>
                </a:lnTo>
                <a:lnTo>
                  <a:pt x="214907" y="228242"/>
                </a:lnTo>
                <a:lnTo>
                  <a:pt x="208216" y="211264"/>
                </a:lnTo>
                <a:lnTo>
                  <a:pt x="199524" y="194571"/>
                </a:lnTo>
                <a:lnTo>
                  <a:pt x="188976" y="178308"/>
                </a:lnTo>
                <a:lnTo>
                  <a:pt x="192024" y="172212"/>
                </a:lnTo>
                <a:lnTo>
                  <a:pt x="224980" y="199644"/>
                </a:lnTo>
                <a:lnTo>
                  <a:pt x="246888" y="236220"/>
                </a:lnTo>
                <a:lnTo>
                  <a:pt x="246888" y="248412"/>
                </a:lnTo>
                <a:lnTo>
                  <a:pt x="245364" y="254508"/>
                </a:lnTo>
                <a:lnTo>
                  <a:pt x="236220" y="266700"/>
                </a:lnTo>
                <a:lnTo>
                  <a:pt x="233172" y="269748"/>
                </a:lnTo>
                <a:close/>
              </a:path>
              <a:path w="356870" h="402589">
                <a:moveTo>
                  <a:pt x="139438" y="344424"/>
                </a:moveTo>
                <a:lnTo>
                  <a:pt x="115824" y="344424"/>
                </a:lnTo>
                <a:lnTo>
                  <a:pt x="115824" y="222504"/>
                </a:lnTo>
                <a:lnTo>
                  <a:pt x="138743" y="222504"/>
                </a:lnTo>
                <a:lnTo>
                  <a:pt x="138861" y="269748"/>
                </a:lnTo>
                <a:lnTo>
                  <a:pt x="139022" y="305562"/>
                </a:lnTo>
                <a:lnTo>
                  <a:pt x="139438" y="344424"/>
                </a:lnTo>
                <a:close/>
              </a:path>
              <a:path w="356870" h="402589">
                <a:moveTo>
                  <a:pt x="278891" y="402336"/>
                </a:moveTo>
                <a:lnTo>
                  <a:pt x="271986" y="389453"/>
                </a:lnTo>
                <a:lnTo>
                  <a:pt x="260223" y="378142"/>
                </a:lnTo>
                <a:lnTo>
                  <a:pt x="243254" y="368236"/>
                </a:lnTo>
                <a:lnTo>
                  <a:pt x="220979" y="359664"/>
                </a:lnTo>
                <a:lnTo>
                  <a:pt x="220979" y="352044"/>
                </a:lnTo>
                <a:lnTo>
                  <a:pt x="241244" y="355163"/>
                </a:lnTo>
                <a:lnTo>
                  <a:pt x="258508" y="357568"/>
                </a:lnTo>
                <a:lnTo>
                  <a:pt x="272629" y="359116"/>
                </a:lnTo>
                <a:lnTo>
                  <a:pt x="283464" y="359664"/>
                </a:lnTo>
                <a:lnTo>
                  <a:pt x="327778" y="359664"/>
                </a:lnTo>
                <a:lnTo>
                  <a:pt x="324217" y="368260"/>
                </a:lnTo>
                <a:lnTo>
                  <a:pt x="290310" y="397764"/>
                </a:lnTo>
                <a:lnTo>
                  <a:pt x="278891" y="402336"/>
                </a:lnTo>
                <a:close/>
              </a:path>
              <a:path w="356870" h="402589">
                <a:moveTo>
                  <a:pt x="115824" y="391668"/>
                </a:moveTo>
                <a:lnTo>
                  <a:pt x="115824" y="355092"/>
                </a:lnTo>
                <a:lnTo>
                  <a:pt x="139661" y="355092"/>
                </a:lnTo>
                <a:lnTo>
                  <a:pt x="140208" y="377952"/>
                </a:lnTo>
                <a:lnTo>
                  <a:pt x="115824" y="39166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" name="object 26"/>
          <p:cNvSpPr/>
          <p:nvPr/>
        </p:nvSpPr>
        <p:spPr>
          <a:xfrm>
            <a:off x="5919215" y="2375916"/>
            <a:ext cx="387350" cy="391795"/>
          </a:xfrm>
          <a:custGeom>
            <a:avLst/>
            <a:gdLst/>
            <a:ahLst/>
            <a:cxnLst/>
            <a:rect l="l" t="t" r="r" b="b"/>
            <a:pathLst>
              <a:path w="387350" h="391794">
                <a:moveTo>
                  <a:pt x="94488" y="74676"/>
                </a:moveTo>
                <a:lnTo>
                  <a:pt x="88392" y="74676"/>
                </a:lnTo>
                <a:lnTo>
                  <a:pt x="83820" y="68580"/>
                </a:lnTo>
                <a:lnTo>
                  <a:pt x="79248" y="56388"/>
                </a:lnTo>
                <a:lnTo>
                  <a:pt x="74437" y="44672"/>
                </a:lnTo>
                <a:lnTo>
                  <a:pt x="67056" y="32385"/>
                </a:lnTo>
                <a:lnTo>
                  <a:pt x="57388" y="19526"/>
                </a:lnTo>
                <a:lnTo>
                  <a:pt x="45720" y="6096"/>
                </a:lnTo>
                <a:lnTo>
                  <a:pt x="48768" y="0"/>
                </a:lnTo>
                <a:lnTo>
                  <a:pt x="84343" y="20574"/>
                </a:lnTo>
                <a:lnTo>
                  <a:pt x="108204" y="53340"/>
                </a:lnTo>
                <a:lnTo>
                  <a:pt x="108204" y="64008"/>
                </a:lnTo>
                <a:lnTo>
                  <a:pt x="105156" y="68580"/>
                </a:lnTo>
                <a:lnTo>
                  <a:pt x="102108" y="71628"/>
                </a:lnTo>
                <a:lnTo>
                  <a:pt x="97536" y="73152"/>
                </a:lnTo>
                <a:lnTo>
                  <a:pt x="94488" y="74676"/>
                </a:lnTo>
                <a:close/>
              </a:path>
              <a:path w="387350" h="391794">
                <a:moveTo>
                  <a:pt x="377952" y="22860"/>
                </a:moveTo>
                <a:lnTo>
                  <a:pt x="347472" y="22860"/>
                </a:lnTo>
                <a:lnTo>
                  <a:pt x="362712" y="7620"/>
                </a:lnTo>
                <a:lnTo>
                  <a:pt x="377952" y="22860"/>
                </a:lnTo>
                <a:close/>
              </a:path>
              <a:path w="387350" h="391794">
                <a:moveTo>
                  <a:pt x="112776" y="391668"/>
                </a:moveTo>
                <a:lnTo>
                  <a:pt x="109728" y="385572"/>
                </a:lnTo>
                <a:lnTo>
                  <a:pt x="132849" y="347567"/>
                </a:lnTo>
                <a:lnTo>
                  <a:pt x="149542" y="306705"/>
                </a:lnTo>
                <a:lnTo>
                  <a:pt x="159662" y="262985"/>
                </a:lnTo>
                <a:lnTo>
                  <a:pt x="163068" y="216408"/>
                </a:lnTo>
                <a:lnTo>
                  <a:pt x="163050" y="77676"/>
                </a:lnTo>
                <a:lnTo>
                  <a:pt x="162877" y="54673"/>
                </a:lnTo>
                <a:lnTo>
                  <a:pt x="162433" y="33528"/>
                </a:lnTo>
                <a:lnTo>
                  <a:pt x="161544" y="9144"/>
                </a:lnTo>
                <a:lnTo>
                  <a:pt x="187452" y="22860"/>
                </a:lnTo>
                <a:lnTo>
                  <a:pt x="377952" y="22860"/>
                </a:lnTo>
                <a:lnTo>
                  <a:pt x="387096" y="32004"/>
                </a:lnTo>
                <a:lnTo>
                  <a:pt x="385136" y="33528"/>
                </a:lnTo>
                <a:lnTo>
                  <a:pt x="184404" y="33528"/>
                </a:lnTo>
                <a:lnTo>
                  <a:pt x="184404" y="179832"/>
                </a:lnTo>
                <a:lnTo>
                  <a:pt x="183684" y="233610"/>
                </a:lnTo>
                <a:lnTo>
                  <a:pt x="176089" y="281610"/>
                </a:lnTo>
                <a:lnTo>
                  <a:pt x="161690" y="323904"/>
                </a:lnTo>
                <a:lnTo>
                  <a:pt x="140561" y="360566"/>
                </a:lnTo>
                <a:lnTo>
                  <a:pt x="112776" y="391668"/>
                </a:lnTo>
                <a:close/>
              </a:path>
              <a:path w="387350" h="391794">
                <a:moveTo>
                  <a:pt x="275844" y="94488"/>
                </a:moveTo>
                <a:lnTo>
                  <a:pt x="256032" y="94488"/>
                </a:lnTo>
                <a:lnTo>
                  <a:pt x="255793" y="77676"/>
                </a:lnTo>
                <a:lnTo>
                  <a:pt x="254757" y="47244"/>
                </a:lnTo>
                <a:lnTo>
                  <a:pt x="254508" y="33528"/>
                </a:lnTo>
                <a:lnTo>
                  <a:pt x="259080" y="33528"/>
                </a:lnTo>
                <a:lnTo>
                  <a:pt x="288036" y="47244"/>
                </a:lnTo>
                <a:lnTo>
                  <a:pt x="275844" y="57912"/>
                </a:lnTo>
                <a:lnTo>
                  <a:pt x="275844" y="94488"/>
                </a:lnTo>
                <a:close/>
              </a:path>
              <a:path w="387350" h="391794">
                <a:moveTo>
                  <a:pt x="373380" y="353901"/>
                </a:moveTo>
                <a:lnTo>
                  <a:pt x="336375" y="353901"/>
                </a:lnTo>
                <a:lnTo>
                  <a:pt x="342900" y="353568"/>
                </a:lnTo>
                <a:lnTo>
                  <a:pt x="348996" y="352044"/>
                </a:lnTo>
                <a:lnTo>
                  <a:pt x="350488" y="347567"/>
                </a:lnTo>
                <a:lnTo>
                  <a:pt x="350520" y="33528"/>
                </a:lnTo>
                <a:lnTo>
                  <a:pt x="385136" y="33528"/>
                </a:lnTo>
                <a:lnTo>
                  <a:pt x="373380" y="42672"/>
                </a:lnTo>
                <a:lnTo>
                  <a:pt x="373380" y="353901"/>
                </a:lnTo>
                <a:close/>
              </a:path>
              <a:path w="387350" h="391794">
                <a:moveTo>
                  <a:pt x="211836" y="109728"/>
                </a:moveTo>
                <a:lnTo>
                  <a:pt x="196596" y="94488"/>
                </a:lnTo>
                <a:lnTo>
                  <a:pt x="295656" y="94488"/>
                </a:lnTo>
                <a:lnTo>
                  <a:pt x="312420" y="76200"/>
                </a:lnTo>
                <a:lnTo>
                  <a:pt x="338328" y="105156"/>
                </a:lnTo>
                <a:lnTo>
                  <a:pt x="254508" y="105156"/>
                </a:lnTo>
                <a:lnTo>
                  <a:pt x="243339" y="105441"/>
                </a:lnTo>
                <a:lnTo>
                  <a:pt x="232600" y="106299"/>
                </a:lnTo>
                <a:lnTo>
                  <a:pt x="222146" y="107727"/>
                </a:lnTo>
                <a:lnTo>
                  <a:pt x="211836" y="109728"/>
                </a:lnTo>
                <a:close/>
              </a:path>
              <a:path w="387350" h="391794">
                <a:moveTo>
                  <a:pt x="275844" y="153924"/>
                </a:moveTo>
                <a:lnTo>
                  <a:pt x="256032" y="153924"/>
                </a:lnTo>
                <a:lnTo>
                  <a:pt x="256032" y="105156"/>
                </a:lnTo>
                <a:lnTo>
                  <a:pt x="275844" y="105156"/>
                </a:lnTo>
                <a:lnTo>
                  <a:pt x="275844" y="153924"/>
                </a:lnTo>
                <a:close/>
              </a:path>
              <a:path w="387350" h="391794">
                <a:moveTo>
                  <a:pt x="15240" y="146304"/>
                </a:moveTo>
                <a:lnTo>
                  <a:pt x="0" y="131064"/>
                </a:lnTo>
                <a:lnTo>
                  <a:pt x="64008" y="131064"/>
                </a:lnTo>
                <a:lnTo>
                  <a:pt x="82296" y="112776"/>
                </a:lnTo>
                <a:lnTo>
                  <a:pt x="105156" y="137160"/>
                </a:lnTo>
                <a:lnTo>
                  <a:pt x="98869" y="141732"/>
                </a:lnTo>
                <a:lnTo>
                  <a:pt x="57912" y="141732"/>
                </a:lnTo>
                <a:lnTo>
                  <a:pt x="46743" y="142017"/>
                </a:lnTo>
                <a:lnTo>
                  <a:pt x="36004" y="142875"/>
                </a:lnTo>
                <a:lnTo>
                  <a:pt x="25550" y="144303"/>
                </a:lnTo>
                <a:lnTo>
                  <a:pt x="15240" y="146304"/>
                </a:lnTo>
                <a:close/>
              </a:path>
              <a:path w="387350" h="391794">
                <a:moveTo>
                  <a:pt x="201168" y="169164"/>
                </a:moveTo>
                <a:lnTo>
                  <a:pt x="185928" y="153924"/>
                </a:lnTo>
                <a:lnTo>
                  <a:pt x="301751" y="153924"/>
                </a:lnTo>
                <a:lnTo>
                  <a:pt x="321564" y="134112"/>
                </a:lnTo>
                <a:lnTo>
                  <a:pt x="348996" y="163068"/>
                </a:lnTo>
                <a:lnTo>
                  <a:pt x="243839" y="163068"/>
                </a:lnTo>
                <a:lnTo>
                  <a:pt x="232671" y="163591"/>
                </a:lnTo>
                <a:lnTo>
                  <a:pt x="221932" y="164973"/>
                </a:lnTo>
                <a:lnTo>
                  <a:pt x="211478" y="166925"/>
                </a:lnTo>
                <a:lnTo>
                  <a:pt x="201168" y="169164"/>
                </a:lnTo>
                <a:close/>
              </a:path>
              <a:path w="387350" h="391794">
                <a:moveTo>
                  <a:pt x="79248" y="353568"/>
                </a:moveTo>
                <a:lnTo>
                  <a:pt x="59436" y="329183"/>
                </a:lnTo>
                <a:lnTo>
                  <a:pt x="64008" y="321564"/>
                </a:lnTo>
                <a:lnTo>
                  <a:pt x="65532" y="313944"/>
                </a:lnTo>
                <a:lnTo>
                  <a:pt x="65532" y="141732"/>
                </a:lnTo>
                <a:lnTo>
                  <a:pt x="98869" y="141732"/>
                </a:lnTo>
                <a:lnTo>
                  <a:pt x="88392" y="149352"/>
                </a:lnTo>
                <a:lnTo>
                  <a:pt x="88392" y="304800"/>
                </a:lnTo>
                <a:lnTo>
                  <a:pt x="114391" y="304800"/>
                </a:lnTo>
                <a:lnTo>
                  <a:pt x="103822" y="319087"/>
                </a:lnTo>
                <a:lnTo>
                  <a:pt x="89320" y="339256"/>
                </a:lnTo>
                <a:lnTo>
                  <a:pt x="79248" y="353568"/>
                </a:lnTo>
                <a:close/>
              </a:path>
              <a:path w="387350" h="391794">
                <a:moveTo>
                  <a:pt x="214884" y="327659"/>
                </a:moveTo>
                <a:lnTo>
                  <a:pt x="217670" y="276225"/>
                </a:lnTo>
                <a:lnTo>
                  <a:pt x="217885" y="256032"/>
                </a:lnTo>
                <a:lnTo>
                  <a:pt x="217670" y="241935"/>
                </a:lnTo>
                <a:lnTo>
                  <a:pt x="216979" y="224790"/>
                </a:lnTo>
                <a:lnTo>
                  <a:pt x="216003" y="207645"/>
                </a:lnTo>
                <a:lnTo>
                  <a:pt x="214884" y="190500"/>
                </a:lnTo>
                <a:lnTo>
                  <a:pt x="237744" y="205739"/>
                </a:lnTo>
                <a:lnTo>
                  <a:pt x="318516" y="205739"/>
                </a:lnTo>
                <a:lnTo>
                  <a:pt x="324612" y="211836"/>
                </a:lnTo>
                <a:lnTo>
                  <a:pt x="319386" y="216408"/>
                </a:lnTo>
                <a:lnTo>
                  <a:pt x="237744" y="216408"/>
                </a:lnTo>
                <a:lnTo>
                  <a:pt x="237744" y="283464"/>
                </a:lnTo>
                <a:lnTo>
                  <a:pt x="313474" y="283464"/>
                </a:lnTo>
                <a:lnTo>
                  <a:pt x="313705" y="291726"/>
                </a:lnTo>
                <a:lnTo>
                  <a:pt x="313745" y="294132"/>
                </a:lnTo>
                <a:lnTo>
                  <a:pt x="237744" y="294132"/>
                </a:lnTo>
                <a:lnTo>
                  <a:pt x="237744" y="316991"/>
                </a:lnTo>
                <a:lnTo>
                  <a:pt x="214884" y="327659"/>
                </a:lnTo>
                <a:close/>
              </a:path>
              <a:path w="387350" h="391794">
                <a:moveTo>
                  <a:pt x="318516" y="205739"/>
                </a:moveTo>
                <a:lnTo>
                  <a:pt x="289560" y="205739"/>
                </a:lnTo>
                <a:lnTo>
                  <a:pt x="304800" y="192024"/>
                </a:lnTo>
                <a:lnTo>
                  <a:pt x="318516" y="205739"/>
                </a:lnTo>
                <a:close/>
              </a:path>
              <a:path w="387350" h="391794">
                <a:moveTo>
                  <a:pt x="313474" y="283464"/>
                </a:moveTo>
                <a:lnTo>
                  <a:pt x="292608" y="283464"/>
                </a:lnTo>
                <a:lnTo>
                  <a:pt x="292608" y="216408"/>
                </a:lnTo>
                <a:lnTo>
                  <a:pt x="319386" y="216408"/>
                </a:lnTo>
                <a:lnTo>
                  <a:pt x="312420" y="222503"/>
                </a:lnTo>
                <a:lnTo>
                  <a:pt x="312658" y="249959"/>
                </a:lnTo>
                <a:lnTo>
                  <a:pt x="313182" y="272986"/>
                </a:lnTo>
                <a:lnTo>
                  <a:pt x="313474" y="283464"/>
                </a:lnTo>
                <a:close/>
              </a:path>
              <a:path w="387350" h="391794">
                <a:moveTo>
                  <a:pt x="114391" y="304800"/>
                </a:moveTo>
                <a:lnTo>
                  <a:pt x="88392" y="304800"/>
                </a:lnTo>
                <a:lnTo>
                  <a:pt x="141732" y="256032"/>
                </a:lnTo>
                <a:lnTo>
                  <a:pt x="147828" y="260603"/>
                </a:lnTo>
                <a:lnTo>
                  <a:pt x="123182" y="292917"/>
                </a:lnTo>
                <a:lnTo>
                  <a:pt x="114391" y="304800"/>
                </a:lnTo>
                <a:close/>
              </a:path>
              <a:path w="387350" h="391794">
                <a:moveTo>
                  <a:pt x="292608" y="316991"/>
                </a:moveTo>
                <a:lnTo>
                  <a:pt x="292608" y="294132"/>
                </a:lnTo>
                <a:lnTo>
                  <a:pt x="313745" y="294132"/>
                </a:lnTo>
                <a:lnTo>
                  <a:pt x="313944" y="306324"/>
                </a:lnTo>
                <a:lnTo>
                  <a:pt x="292608" y="316991"/>
                </a:lnTo>
                <a:close/>
              </a:path>
              <a:path w="387350" h="391794">
                <a:moveTo>
                  <a:pt x="344424" y="391668"/>
                </a:moveTo>
                <a:lnTo>
                  <a:pt x="336161" y="379333"/>
                </a:lnTo>
                <a:lnTo>
                  <a:pt x="322897" y="369570"/>
                </a:lnTo>
                <a:lnTo>
                  <a:pt x="304776" y="362092"/>
                </a:lnTo>
                <a:lnTo>
                  <a:pt x="281939" y="356616"/>
                </a:lnTo>
                <a:lnTo>
                  <a:pt x="281939" y="347472"/>
                </a:lnTo>
                <a:lnTo>
                  <a:pt x="323850" y="352806"/>
                </a:lnTo>
                <a:lnTo>
                  <a:pt x="336375" y="353901"/>
                </a:lnTo>
                <a:lnTo>
                  <a:pt x="373380" y="353901"/>
                </a:lnTo>
                <a:lnTo>
                  <a:pt x="373380" y="359664"/>
                </a:lnTo>
                <a:lnTo>
                  <a:pt x="371856" y="368808"/>
                </a:lnTo>
                <a:lnTo>
                  <a:pt x="367283" y="373380"/>
                </a:lnTo>
                <a:lnTo>
                  <a:pt x="363926" y="377952"/>
                </a:lnTo>
                <a:lnTo>
                  <a:pt x="358711" y="382524"/>
                </a:lnTo>
                <a:lnTo>
                  <a:pt x="352067" y="387096"/>
                </a:lnTo>
                <a:lnTo>
                  <a:pt x="344424" y="39166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" name="object 27"/>
          <p:cNvSpPr/>
          <p:nvPr/>
        </p:nvSpPr>
        <p:spPr>
          <a:xfrm>
            <a:off x="6359652" y="2360675"/>
            <a:ext cx="402590" cy="410209"/>
          </a:xfrm>
          <a:custGeom>
            <a:avLst/>
            <a:gdLst/>
            <a:ahLst/>
            <a:cxnLst/>
            <a:rect l="l" t="t" r="r" b="b"/>
            <a:pathLst>
              <a:path w="402590" h="410210">
                <a:moveTo>
                  <a:pt x="228599" y="60959"/>
                </a:moveTo>
                <a:lnTo>
                  <a:pt x="217931" y="60959"/>
                </a:lnTo>
                <a:lnTo>
                  <a:pt x="217931" y="53340"/>
                </a:lnTo>
                <a:lnTo>
                  <a:pt x="214883" y="45720"/>
                </a:lnTo>
                <a:lnTo>
                  <a:pt x="210311" y="38100"/>
                </a:lnTo>
                <a:lnTo>
                  <a:pt x="206930" y="31551"/>
                </a:lnTo>
                <a:lnTo>
                  <a:pt x="201548" y="23431"/>
                </a:lnTo>
                <a:lnTo>
                  <a:pt x="194452" y="13882"/>
                </a:lnTo>
                <a:lnTo>
                  <a:pt x="185927" y="3047"/>
                </a:lnTo>
                <a:lnTo>
                  <a:pt x="190499" y="0"/>
                </a:lnTo>
                <a:lnTo>
                  <a:pt x="231647" y="21431"/>
                </a:lnTo>
                <a:lnTo>
                  <a:pt x="242315" y="36576"/>
                </a:lnTo>
                <a:lnTo>
                  <a:pt x="242315" y="38100"/>
                </a:lnTo>
                <a:lnTo>
                  <a:pt x="241458" y="43600"/>
                </a:lnTo>
                <a:lnTo>
                  <a:pt x="238886" y="48958"/>
                </a:lnTo>
                <a:lnTo>
                  <a:pt x="234600" y="54602"/>
                </a:lnTo>
                <a:lnTo>
                  <a:pt x="228599" y="60959"/>
                </a:lnTo>
                <a:close/>
              </a:path>
              <a:path w="402590" h="410210">
                <a:moveTo>
                  <a:pt x="390144" y="60959"/>
                </a:moveTo>
                <a:lnTo>
                  <a:pt x="341375" y="60959"/>
                </a:lnTo>
                <a:lnTo>
                  <a:pt x="365760" y="36576"/>
                </a:lnTo>
                <a:lnTo>
                  <a:pt x="390144" y="60959"/>
                </a:lnTo>
                <a:close/>
              </a:path>
              <a:path w="402590" h="410210">
                <a:moveTo>
                  <a:pt x="4571" y="409956"/>
                </a:moveTo>
                <a:lnTo>
                  <a:pt x="0" y="406908"/>
                </a:lnTo>
                <a:lnTo>
                  <a:pt x="15692" y="375999"/>
                </a:lnTo>
                <a:lnTo>
                  <a:pt x="28384" y="344805"/>
                </a:lnTo>
                <a:lnTo>
                  <a:pt x="44195" y="280416"/>
                </a:lnTo>
                <a:lnTo>
                  <a:pt x="51244" y="213169"/>
                </a:lnTo>
                <a:lnTo>
                  <a:pt x="54670" y="149352"/>
                </a:lnTo>
                <a:lnTo>
                  <a:pt x="54789" y="135636"/>
                </a:lnTo>
                <a:lnTo>
                  <a:pt x="54602" y="112776"/>
                </a:lnTo>
                <a:lnTo>
                  <a:pt x="53911" y="85153"/>
                </a:lnTo>
                <a:lnTo>
                  <a:pt x="52935" y="61841"/>
                </a:lnTo>
                <a:lnTo>
                  <a:pt x="51815" y="42671"/>
                </a:lnTo>
                <a:lnTo>
                  <a:pt x="80771" y="60959"/>
                </a:lnTo>
                <a:lnTo>
                  <a:pt x="390144" y="60959"/>
                </a:lnTo>
                <a:lnTo>
                  <a:pt x="400812" y="71628"/>
                </a:lnTo>
                <a:lnTo>
                  <a:pt x="79247" y="71628"/>
                </a:lnTo>
                <a:lnTo>
                  <a:pt x="79709" y="112776"/>
                </a:lnTo>
                <a:lnTo>
                  <a:pt x="79057" y="163830"/>
                </a:lnTo>
                <a:lnTo>
                  <a:pt x="73151" y="233172"/>
                </a:lnTo>
                <a:lnTo>
                  <a:pt x="63245" y="288036"/>
                </a:lnTo>
                <a:lnTo>
                  <a:pt x="48767" y="333756"/>
                </a:lnTo>
                <a:lnTo>
                  <a:pt x="28384" y="373570"/>
                </a:lnTo>
                <a:lnTo>
                  <a:pt x="16835" y="392263"/>
                </a:lnTo>
                <a:lnTo>
                  <a:pt x="4571" y="409956"/>
                </a:lnTo>
                <a:close/>
              </a:path>
              <a:path w="402590" h="410210">
                <a:moveTo>
                  <a:pt x="185927" y="135636"/>
                </a:moveTo>
                <a:lnTo>
                  <a:pt x="163067" y="135636"/>
                </a:lnTo>
                <a:lnTo>
                  <a:pt x="163044" y="121872"/>
                </a:lnTo>
                <a:lnTo>
                  <a:pt x="162882" y="108204"/>
                </a:lnTo>
                <a:lnTo>
                  <a:pt x="162412" y="92987"/>
                </a:lnTo>
                <a:lnTo>
                  <a:pt x="161543" y="77724"/>
                </a:lnTo>
                <a:lnTo>
                  <a:pt x="199643" y="97536"/>
                </a:lnTo>
                <a:lnTo>
                  <a:pt x="185927" y="105156"/>
                </a:lnTo>
                <a:lnTo>
                  <a:pt x="185927" y="135636"/>
                </a:lnTo>
                <a:close/>
              </a:path>
              <a:path w="402590" h="410210">
                <a:moveTo>
                  <a:pt x="304799" y="135636"/>
                </a:moveTo>
                <a:lnTo>
                  <a:pt x="283463" y="135636"/>
                </a:lnTo>
                <a:lnTo>
                  <a:pt x="283217" y="121872"/>
                </a:lnTo>
                <a:lnTo>
                  <a:pt x="283173" y="120443"/>
                </a:lnTo>
                <a:lnTo>
                  <a:pt x="282511" y="106870"/>
                </a:lnTo>
                <a:lnTo>
                  <a:pt x="281535" y="92987"/>
                </a:lnTo>
                <a:lnTo>
                  <a:pt x="280415" y="79248"/>
                </a:lnTo>
                <a:lnTo>
                  <a:pt x="321563" y="97536"/>
                </a:lnTo>
                <a:lnTo>
                  <a:pt x="304799" y="108204"/>
                </a:lnTo>
                <a:lnTo>
                  <a:pt x="304799" y="135636"/>
                </a:lnTo>
                <a:close/>
              </a:path>
              <a:path w="402590" h="410210">
                <a:moveTo>
                  <a:pt x="97535" y="149352"/>
                </a:moveTo>
                <a:lnTo>
                  <a:pt x="82295" y="135636"/>
                </a:lnTo>
                <a:lnTo>
                  <a:pt x="338327" y="135636"/>
                </a:lnTo>
                <a:lnTo>
                  <a:pt x="361187" y="112776"/>
                </a:lnTo>
                <a:lnTo>
                  <a:pt x="394716" y="146304"/>
                </a:lnTo>
                <a:lnTo>
                  <a:pt x="117347" y="146304"/>
                </a:lnTo>
                <a:lnTo>
                  <a:pt x="97535" y="149352"/>
                </a:lnTo>
                <a:close/>
              </a:path>
              <a:path w="402590" h="410210">
                <a:moveTo>
                  <a:pt x="161543" y="225552"/>
                </a:moveTo>
                <a:lnTo>
                  <a:pt x="161797" y="207264"/>
                </a:lnTo>
                <a:lnTo>
                  <a:pt x="162335" y="187642"/>
                </a:lnTo>
                <a:lnTo>
                  <a:pt x="162807" y="169187"/>
                </a:lnTo>
                <a:lnTo>
                  <a:pt x="163067" y="146304"/>
                </a:lnTo>
                <a:lnTo>
                  <a:pt x="185927" y="146304"/>
                </a:lnTo>
                <a:lnTo>
                  <a:pt x="185927" y="196596"/>
                </a:lnTo>
                <a:lnTo>
                  <a:pt x="306369" y="196596"/>
                </a:lnTo>
                <a:lnTo>
                  <a:pt x="306728" y="201810"/>
                </a:lnTo>
                <a:lnTo>
                  <a:pt x="307337" y="207264"/>
                </a:lnTo>
                <a:lnTo>
                  <a:pt x="185927" y="207264"/>
                </a:lnTo>
                <a:lnTo>
                  <a:pt x="185927" y="214884"/>
                </a:lnTo>
                <a:lnTo>
                  <a:pt x="161543" y="225552"/>
                </a:lnTo>
                <a:close/>
              </a:path>
              <a:path w="402590" h="410210">
                <a:moveTo>
                  <a:pt x="306369" y="196596"/>
                </a:moveTo>
                <a:lnTo>
                  <a:pt x="283463" y="196596"/>
                </a:lnTo>
                <a:lnTo>
                  <a:pt x="283463" y="146304"/>
                </a:lnTo>
                <a:lnTo>
                  <a:pt x="304799" y="146304"/>
                </a:lnTo>
                <a:lnTo>
                  <a:pt x="305061" y="169187"/>
                </a:lnTo>
                <a:lnTo>
                  <a:pt x="305752" y="187642"/>
                </a:lnTo>
                <a:lnTo>
                  <a:pt x="306369" y="196596"/>
                </a:lnTo>
                <a:close/>
              </a:path>
              <a:path w="402590" h="410210">
                <a:moveTo>
                  <a:pt x="283463" y="222504"/>
                </a:moveTo>
                <a:lnTo>
                  <a:pt x="283463" y="207264"/>
                </a:lnTo>
                <a:lnTo>
                  <a:pt x="307337" y="207264"/>
                </a:lnTo>
                <a:lnTo>
                  <a:pt x="307847" y="211836"/>
                </a:lnTo>
                <a:lnTo>
                  <a:pt x="283463" y="222504"/>
                </a:lnTo>
                <a:close/>
              </a:path>
              <a:path w="402590" h="410210">
                <a:moveTo>
                  <a:pt x="129539" y="257556"/>
                </a:moveTo>
                <a:lnTo>
                  <a:pt x="115823" y="243840"/>
                </a:lnTo>
                <a:lnTo>
                  <a:pt x="298703" y="243840"/>
                </a:lnTo>
                <a:lnTo>
                  <a:pt x="313943" y="227076"/>
                </a:lnTo>
                <a:lnTo>
                  <a:pt x="339851" y="252984"/>
                </a:lnTo>
                <a:lnTo>
                  <a:pt x="144779" y="252984"/>
                </a:lnTo>
                <a:lnTo>
                  <a:pt x="129539" y="257556"/>
                </a:lnTo>
                <a:close/>
              </a:path>
              <a:path w="402590" h="410210">
                <a:moveTo>
                  <a:pt x="57911" y="409956"/>
                </a:moveTo>
                <a:lnTo>
                  <a:pt x="56387" y="403860"/>
                </a:lnTo>
                <a:lnTo>
                  <a:pt x="101869" y="392715"/>
                </a:lnTo>
                <a:lnTo>
                  <a:pt x="144779" y="377571"/>
                </a:lnTo>
                <a:lnTo>
                  <a:pt x="185404" y="358425"/>
                </a:lnTo>
                <a:lnTo>
                  <a:pt x="224027" y="335280"/>
                </a:lnTo>
                <a:lnTo>
                  <a:pt x="207430" y="318135"/>
                </a:lnTo>
                <a:lnTo>
                  <a:pt x="191833" y="298704"/>
                </a:lnTo>
                <a:lnTo>
                  <a:pt x="177093" y="276987"/>
                </a:lnTo>
                <a:lnTo>
                  <a:pt x="163067" y="252984"/>
                </a:lnTo>
                <a:lnTo>
                  <a:pt x="172211" y="252984"/>
                </a:lnTo>
                <a:lnTo>
                  <a:pt x="188237" y="274439"/>
                </a:lnTo>
                <a:lnTo>
                  <a:pt x="204406" y="293179"/>
                </a:lnTo>
                <a:lnTo>
                  <a:pt x="220860" y="309348"/>
                </a:lnTo>
                <a:lnTo>
                  <a:pt x="237743" y="323088"/>
                </a:lnTo>
                <a:lnTo>
                  <a:pt x="270040" y="323088"/>
                </a:lnTo>
                <a:lnTo>
                  <a:pt x="269724" y="323421"/>
                </a:lnTo>
                <a:lnTo>
                  <a:pt x="254507" y="336804"/>
                </a:lnTo>
                <a:lnTo>
                  <a:pt x="281791" y="350520"/>
                </a:lnTo>
                <a:lnTo>
                  <a:pt x="239267" y="350520"/>
                </a:lnTo>
                <a:lnTo>
                  <a:pt x="197000" y="372237"/>
                </a:lnTo>
                <a:lnTo>
                  <a:pt x="152590" y="389382"/>
                </a:lnTo>
                <a:lnTo>
                  <a:pt x="106179" y="401955"/>
                </a:lnTo>
                <a:lnTo>
                  <a:pt x="57911" y="409956"/>
                </a:lnTo>
                <a:close/>
              </a:path>
              <a:path w="402590" h="410210">
                <a:moveTo>
                  <a:pt x="270040" y="323088"/>
                </a:moveTo>
                <a:lnTo>
                  <a:pt x="237743" y="323088"/>
                </a:lnTo>
                <a:lnTo>
                  <a:pt x="254317" y="306562"/>
                </a:lnTo>
                <a:lnTo>
                  <a:pt x="269747" y="289179"/>
                </a:lnTo>
                <a:lnTo>
                  <a:pt x="284035" y="271224"/>
                </a:lnTo>
                <a:lnTo>
                  <a:pt x="297179" y="252984"/>
                </a:lnTo>
                <a:lnTo>
                  <a:pt x="339851" y="252984"/>
                </a:lnTo>
                <a:lnTo>
                  <a:pt x="323087" y="262128"/>
                </a:lnTo>
                <a:lnTo>
                  <a:pt x="303585" y="285797"/>
                </a:lnTo>
                <a:lnTo>
                  <a:pt x="285940" y="306324"/>
                </a:lnTo>
                <a:lnTo>
                  <a:pt x="270040" y="323088"/>
                </a:lnTo>
                <a:close/>
              </a:path>
              <a:path w="402590" h="410210">
                <a:moveTo>
                  <a:pt x="370332" y="405384"/>
                </a:moveTo>
                <a:lnTo>
                  <a:pt x="331208" y="395954"/>
                </a:lnTo>
                <a:lnTo>
                  <a:pt x="296227" y="383667"/>
                </a:lnTo>
                <a:lnTo>
                  <a:pt x="265533" y="368522"/>
                </a:lnTo>
                <a:lnTo>
                  <a:pt x="239267" y="350520"/>
                </a:lnTo>
                <a:lnTo>
                  <a:pt x="281791" y="350520"/>
                </a:lnTo>
                <a:lnTo>
                  <a:pt x="285107" y="352186"/>
                </a:lnTo>
                <a:lnTo>
                  <a:pt x="319849" y="363855"/>
                </a:lnTo>
                <a:lnTo>
                  <a:pt x="358878" y="371522"/>
                </a:lnTo>
                <a:lnTo>
                  <a:pt x="402336" y="374904"/>
                </a:lnTo>
                <a:lnTo>
                  <a:pt x="402336" y="382524"/>
                </a:lnTo>
                <a:lnTo>
                  <a:pt x="390048" y="385667"/>
                </a:lnTo>
                <a:lnTo>
                  <a:pt x="380619" y="390525"/>
                </a:lnTo>
                <a:lnTo>
                  <a:pt x="374046" y="397097"/>
                </a:lnTo>
                <a:lnTo>
                  <a:pt x="370332" y="40538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" name="object 28"/>
          <p:cNvSpPr/>
          <p:nvPr/>
        </p:nvSpPr>
        <p:spPr>
          <a:xfrm>
            <a:off x="6856476" y="2366772"/>
            <a:ext cx="325120" cy="399415"/>
          </a:xfrm>
          <a:custGeom>
            <a:avLst/>
            <a:gdLst/>
            <a:ahLst/>
            <a:cxnLst/>
            <a:rect l="l" t="t" r="r" b="b"/>
            <a:pathLst>
              <a:path w="325120" h="399414">
                <a:moveTo>
                  <a:pt x="76200" y="85344"/>
                </a:moveTo>
                <a:lnTo>
                  <a:pt x="68580" y="85344"/>
                </a:lnTo>
                <a:lnTo>
                  <a:pt x="65532" y="80772"/>
                </a:lnTo>
                <a:lnTo>
                  <a:pt x="62484" y="70104"/>
                </a:lnTo>
                <a:lnTo>
                  <a:pt x="56984" y="56388"/>
                </a:lnTo>
                <a:lnTo>
                  <a:pt x="49530" y="40767"/>
                </a:lnTo>
                <a:lnTo>
                  <a:pt x="39766" y="23383"/>
                </a:lnTo>
                <a:lnTo>
                  <a:pt x="27432" y="4572"/>
                </a:lnTo>
                <a:lnTo>
                  <a:pt x="33528" y="0"/>
                </a:lnTo>
                <a:lnTo>
                  <a:pt x="72104" y="26360"/>
                </a:lnTo>
                <a:lnTo>
                  <a:pt x="89916" y="48768"/>
                </a:lnTo>
                <a:lnTo>
                  <a:pt x="89916" y="60960"/>
                </a:lnTo>
                <a:lnTo>
                  <a:pt x="88392" y="67056"/>
                </a:lnTo>
                <a:lnTo>
                  <a:pt x="79248" y="82296"/>
                </a:lnTo>
                <a:lnTo>
                  <a:pt x="76200" y="85344"/>
                </a:lnTo>
                <a:close/>
              </a:path>
              <a:path w="325120" h="399414">
                <a:moveTo>
                  <a:pt x="146304" y="60960"/>
                </a:moveTo>
                <a:lnTo>
                  <a:pt x="131064" y="45720"/>
                </a:lnTo>
                <a:lnTo>
                  <a:pt x="281940" y="45720"/>
                </a:lnTo>
                <a:lnTo>
                  <a:pt x="295656" y="24384"/>
                </a:lnTo>
                <a:lnTo>
                  <a:pt x="324612" y="48768"/>
                </a:lnTo>
                <a:lnTo>
                  <a:pt x="316145" y="56388"/>
                </a:lnTo>
                <a:lnTo>
                  <a:pt x="187452" y="56388"/>
                </a:lnTo>
                <a:lnTo>
                  <a:pt x="176307" y="56673"/>
                </a:lnTo>
                <a:lnTo>
                  <a:pt x="165735" y="57531"/>
                </a:lnTo>
                <a:lnTo>
                  <a:pt x="155733" y="58959"/>
                </a:lnTo>
                <a:lnTo>
                  <a:pt x="146304" y="60960"/>
                </a:lnTo>
                <a:close/>
              </a:path>
              <a:path w="325120" h="399414">
                <a:moveTo>
                  <a:pt x="308504" y="353568"/>
                </a:moveTo>
                <a:lnTo>
                  <a:pt x="263652" y="353568"/>
                </a:lnTo>
                <a:lnTo>
                  <a:pt x="272534" y="353568"/>
                </a:lnTo>
                <a:lnTo>
                  <a:pt x="278701" y="351282"/>
                </a:lnTo>
                <a:lnTo>
                  <a:pt x="282297" y="346710"/>
                </a:lnTo>
                <a:lnTo>
                  <a:pt x="283464" y="339852"/>
                </a:lnTo>
                <a:lnTo>
                  <a:pt x="283464" y="56388"/>
                </a:lnTo>
                <a:lnTo>
                  <a:pt x="316145" y="56388"/>
                </a:lnTo>
                <a:lnTo>
                  <a:pt x="309372" y="62484"/>
                </a:lnTo>
                <a:lnTo>
                  <a:pt x="309372" y="344424"/>
                </a:lnTo>
                <a:lnTo>
                  <a:pt x="308504" y="353568"/>
                </a:lnTo>
                <a:close/>
              </a:path>
              <a:path w="325120" h="399414">
                <a:moveTo>
                  <a:pt x="0" y="399288"/>
                </a:moveTo>
                <a:lnTo>
                  <a:pt x="881" y="359854"/>
                </a:lnTo>
                <a:lnTo>
                  <a:pt x="1333" y="316992"/>
                </a:lnTo>
                <a:lnTo>
                  <a:pt x="1421" y="154662"/>
                </a:lnTo>
                <a:lnTo>
                  <a:pt x="1320" y="132588"/>
                </a:lnTo>
                <a:lnTo>
                  <a:pt x="881" y="100750"/>
                </a:lnTo>
                <a:lnTo>
                  <a:pt x="0" y="74676"/>
                </a:lnTo>
                <a:lnTo>
                  <a:pt x="44196" y="99060"/>
                </a:lnTo>
                <a:lnTo>
                  <a:pt x="27432" y="109728"/>
                </a:lnTo>
                <a:lnTo>
                  <a:pt x="27432" y="387096"/>
                </a:lnTo>
                <a:lnTo>
                  <a:pt x="0" y="399288"/>
                </a:lnTo>
                <a:close/>
              </a:path>
              <a:path w="325120" h="399414">
                <a:moveTo>
                  <a:pt x="240247" y="152400"/>
                </a:moveTo>
                <a:lnTo>
                  <a:pt x="201168" y="152400"/>
                </a:lnTo>
                <a:lnTo>
                  <a:pt x="213360" y="132588"/>
                </a:lnTo>
                <a:lnTo>
                  <a:pt x="240247" y="152400"/>
                </a:lnTo>
                <a:close/>
              </a:path>
              <a:path w="325120" h="399414">
                <a:moveTo>
                  <a:pt x="82296" y="307848"/>
                </a:moveTo>
                <a:lnTo>
                  <a:pt x="82534" y="283035"/>
                </a:lnTo>
                <a:lnTo>
                  <a:pt x="83581" y="236267"/>
                </a:lnTo>
                <a:lnTo>
                  <a:pt x="83820" y="214884"/>
                </a:lnTo>
                <a:lnTo>
                  <a:pt x="83581" y="195191"/>
                </a:lnTo>
                <a:lnTo>
                  <a:pt x="82534" y="154662"/>
                </a:lnTo>
                <a:lnTo>
                  <a:pt x="82296" y="134112"/>
                </a:lnTo>
                <a:lnTo>
                  <a:pt x="108204" y="152400"/>
                </a:lnTo>
                <a:lnTo>
                  <a:pt x="240247" y="152400"/>
                </a:lnTo>
                <a:lnTo>
                  <a:pt x="242316" y="153924"/>
                </a:lnTo>
                <a:lnTo>
                  <a:pt x="232029" y="163068"/>
                </a:lnTo>
                <a:lnTo>
                  <a:pt x="108204" y="163068"/>
                </a:lnTo>
                <a:lnTo>
                  <a:pt x="108204" y="265176"/>
                </a:lnTo>
                <a:lnTo>
                  <a:pt x="228778" y="265176"/>
                </a:lnTo>
                <a:lnTo>
                  <a:pt x="228790" y="265938"/>
                </a:lnTo>
                <a:lnTo>
                  <a:pt x="229163" y="275844"/>
                </a:lnTo>
                <a:lnTo>
                  <a:pt x="108204" y="275844"/>
                </a:lnTo>
                <a:lnTo>
                  <a:pt x="108204" y="298704"/>
                </a:lnTo>
                <a:lnTo>
                  <a:pt x="82296" y="307848"/>
                </a:lnTo>
                <a:close/>
              </a:path>
              <a:path w="325120" h="399414">
                <a:moveTo>
                  <a:pt x="228778" y="265176"/>
                </a:moveTo>
                <a:lnTo>
                  <a:pt x="204216" y="265176"/>
                </a:lnTo>
                <a:lnTo>
                  <a:pt x="204216" y="163068"/>
                </a:lnTo>
                <a:lnTo>
                  <a:pt x="232029" y="163068"/>
                </a:lnTo>
                <a:lnTo>
                  <a:pt x="228600" y="166116"/>
                </a:lnTo>
                <a:lnTo>
                  <a:pt x="228685" y="259080"/>
                </a:lnTo>
                <a:lnTo>
                  <a:pt x="228778" y="265176"/>
                </a:lnTo>
                <a:close/>
              </a:path>
              <a:path w="325120" h="399414">
                <a:moveTo>
                  <a:pt x="204216" y="301752"/>
                </a:moveTo>
                <a:lnTo>
                  <a:pt x="204216" y="275844"/>
                </a:lnTo>
                <a:lnTo>
                  <a:pt x="229163" y="275844"/>
                </a:lnTo>
                <a:lnTo>
                  <a:pt x="229242" y="277939"/>
                </a:lnTo>
                <a:lnTo>
                  <a:pt x="230124" y="291083"/>
                </a:lnTo>
                <a:lnTo>
                  <a:pt x="204216" y="301752"/>
                </a:lnTo>
                <a:close/>
              </a:path>
              <a:path w="325120" h="399414">
                <a:moveTo>
                  <a:pt x="266700" y="399288"/>
                </a:moveTo>
                <a:lnTo>
                  <a:pt x="262985" y="384667"/>
                </a:lnTo>
                <a:lnTo>
                  <a:pt x="251841" y="372618"/>
                </a:lnTo>
                <a:lnTo>
                  <a:pt x="233267" y="362854"/>
                </a:lnTo>
                <a:lnTo>
                  <a:pt x="207264" y="355092"/>
                </a:lnTo>
                <a:lnTo>
                  <a:pt x="207264" y="348996"/>
                </a:lnTo>
                <a:lnTo>
                  <a:pt x="240030" y="351282"/>
                </a:lnTo>
                <a:lnTo>
                  <a:pt x="253126" y="352425"/>
                </a:lnTo>
                <a:lnTo>
                  <a:pt x="263652" y="353568"/>
                </a:lnTo>
                <a:lnTo>
                  <a:pt x="308504" y="353568"/>
                </a:lnTo>
                <a:lnTo>
                  <a:pt x="307419" y="364998"/>
                </a:lnTo>
                <a:lnTo>
                  <a:pt x="299466" y="381000"/>
                </a:lnTo>
                <a:lnTo>
                  <a:pt x="285797" y="392430"/>
                </a:lnTo>
                <a:lnTo>
                  <a:pt x="266700" y="39928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" name="object 29"/>
          <p:cNvSpPr/>
          <p:nvPr/>
        </p:nvSpPr>
        <p:spPr>
          <a:xfrm>
            <a:off x="7251192" y="2374392"/>
            <a:ext cx="405765" cy="393700"/>
          </a:xfrm>
          <a:custGeom>
            <a:avLst/>
            <a:gdLst/>
            <a:ahLst/>
            <a:cxnLst/>
            <a:rect l="l" t="t" r="r" b="b"/>
            <a:pathLst>
              <a:path w="405765" h="393700">
                <a:moveTo>
                  <a:pt x="217932" y="36576"/>
                </a:moveTo>
                <a:lnTo>
                  <a:pt x="201168" y="21336"/>
                </a:lnTo>
                <a:lnTo>
                  <a:pt x="353568" y="21336"/>
                </a:lnTo>
                <a:lnTo>
                  <a:pt x="373380" y="0"/>
                </a:lnTo>
                <a:lnTo>
                  <a:pt x="402336" y="32004"/>
                </a:lnTo>
                <a:lnTo>
                  <a:pt x="259080" y="32004"/>
                </a:lnTo>
                <a:lnTo>
                  <a:pt x="247935" y="32289"/>
                </a:lnTo>
                <a:lnTo>
                  <a:pt x="237363" y="33147"/>
                </a:lnTo>
                <a:lnTo>
                  <a:pt x="227361" y="34575"/>
                </a:lnTo>
                <a:lnTo>
                  <a:pt x="217932" y="36576"/>
                </a:lnTo>
                <a:close/>
              </a:path>
              <a:path w="405765" h="393700">
                <a:moveTo>
                  <a:pt x="189846" y="19812"/>
                </a:moveTo>
                <a:lnTo>
                  <a:pt x="155448" y="19812"/>
                </a:lnTo>
                <a:lnTo>
                  <a:pt x="167640" y="1524"/>
                </a:lnTo>
                <a:lnTo>
                  <a:pt x="189846" y="19812"/>
                </a:lnTo>
                <a:close/>
              </a:path>
              <a:path w="405765" h="393700">
                <a:moveTo>
                  <a:pt x="51816" y="169164"/>
                </a:moveTo>
                <a:lnTo>
                  <a:pt x="52697" y="148566"/>
                </a:lnTo>
                <a:lnTo>
                  <a:pt x="53149" y="127825"/>
                </a:lnTo>
                <a:lnTo>
                  <a:pt x="53252" y="56007"/>
                </a:lnTo>
                <a:lnTo>
                  <a:pt x="53153" y="43719"/>
                </a:lnTo>
                <a:lnTo>
                  <a:pt x="52697" y="23407"/>
                </a:lnTo>
                <a:lnTo>
                  <a:pt x="51816" y="4572"/>
                </a:lnTo>
                <a:lnTo>
                  <a:pt x="76200" y="19812"/>
                </a:lnTo>
                <a:lnTo>
                  <a:pt x="189846" y="19812"/>
                </a:lnTo>
                <a:lnTo>
                  <a:pt x="193548" y="22860"/>
                </a:lnTo>
                <a:lnTo>
                  <a:pt x="186581" y="28956"/>
                </a:lnTo>
                <a:lnTo>
                  <a:pt x="76200" y="28956"/>
                </a:lnTo>
                <a:lnTo>
                  <a:pt x="76200" y="79248"/>
                </a:lnTo>
                <a:lnTo>
                  <a:pt x="181422" y="79248"/>
                </a:lnTo>
                <a:lnTo>
                  <a:pt x="181477" y="89916"/>
                </a:lnTo>
                <a:lnTo>
                  <a:pt x="76200" y="89916"/>
                </a:lnTo>
                <a:lnTo>
                  <a:pt x="76200" y="138684"/>
                </a:lnTo>
                <a:lnTo>
                  <a:pt x="182330" y="138684"/>
                </a:lnTo>
                <a:lnTo>
                  <a:pt x="182757" y="149352"/>
                </a:lnTo>
                <a:lnTo>
                  <a:pt x="76200" y="149352"/>
                </a:lnTo>
                <a:lnTo>
                  <a:pt x="76200" y="160020"/>
                </a:lnTo>
                <a:lnTo>
                  <a:pt x="51816" y="169164"/>
                </a:lnTo>
                <a:close/>
              </a:path>
              <a:path w="405765" h="393700">
                <a:moveTo>
                  <a:pt x="181422" y="79248"/>
                </a:moveTo>
                <a:lnTo>
                  <a:pt x="158496" y="79248"/>
                </a:lnTo>
                <a:lnTo>
                  <a:pt x="158496" y="28956"/>
                </a:lnTo>
                <a:lnTo>
                  <a:pt x="186581" y="28956"/>
                </a:lnTo>
                <a:lnTo>
                  <a:pt x="181356" y="33528"/>
                </a:lnTo>
                <a:lnTo>
                  <a:pt x="181422" y="79248"/>
                </a:lnTo>
                <a:close/>
              </a:path>
              <a:path w="405765" h="393700">
                <a:moveTo>
                  <a:pt x="280416" y="82296"/>
                </a:moveTo>
                <a:lnTo>
                  <a:pt x="271272" y="82296"/>
                </a:lnTo>
                <a:lnTo>
                  <a:pt x="274415" y="68865"/>
                </a:lnTo>
                <a:lnTo>
                  <a:pt x="276987" y="56007"/>
                </a:lnTo>
                <a:lnTo>
                  <a:pt x="278987" y="43719"/>
                </a:lnTo>
                <a:lnTo>
                  <a:pt x="280416" y="32004"/>
                </a:lnTo>
                <a:lnTo>
                  <a:pt x="309372" y="32004"/>
                </a:lnTo>
                <a:lnTo>
                  <a:pt x="305061" y="38576"/>
                </a:lnTo>
                <a:lnTo>
                  <a:pt x="298894" y="49149"/>
                </a:lnTo>
                <a:lnTo>
                  <a:pt x="290607" y="63936"/>
                </a:lnTo>
                <a:lnTo>
                  <a:pt x="280416" y="82296"/>
                </a:lnTo>
                <a:close/>
              </a:path>
              <a:path w="405765" h="393700">
                <a:moveTo>
                  <a:pt x="380062" y="82296"/>
                </a:moveTo>
                <a:lnTo>
                  <a:pt x="345948" y="82296"/>
                </a:lnTo>
                <a:lnTo>
                  <a:pt x="358140" y="65532"/>
                </a:lnTo>
                <a:lnTo>
                  <a:pt x="380062" y="82296"/>
                </a:lnTo>
                <a:close/>
              </a:path>
              <a:path w="405765" h="393700">
                <a:moveTo>
                  <a:pt x="224028" y="249936"/>
                </a:moveTo>
                <a:lnTo>
                  <a:pt x="224909" y="230766"/>
                </a:lnTo>
                <a:lnTo>
                  <a:pt x="225361" y="209740"/>
                </a:lnTo>
                <a:lnTo>
                  <a:pt x="225477" y="127825"/>
                </a:lnTo>
                <a:lnTo>
                  <a:pt x="225361" y="110871"/>
                </a:lnTo>
                <a:lnTo>
                  <a:pt x="224909" y="88249"/>
                </a:lnTo>
                <a:lnTo>
                  <a:pt x="224028" y="67056"/>
                </a:lnTo>
                <a:lnTo>
                  <a:pt x="248412" y="82296"/>
                </a:lnTo>
                <a:lnTo>
                  <a:pt x="380062" y="82296"/>
                </a:lnTo>
                <a:lnTo>
                  <a:pt x="384048" y="85344"/>
                </a:lnTo>
                <a:lnTo>
                  <a:pt x="377081" y="91440"/>
                </a:lnTo>
                <a:lnTo>
                  <a:pt x="248412" y="91440"/>
                </a:lnTo>
                <a:lnTo>
                  <a:pt x="248412" y="236220"/>
                </a:lnTo>
                <a:lnTo>
                  <a:pt x="224028" y="249936"/>
                </a:lnTo>
                <a:close/>
              </a:path>
              <a:path w="405765" h="393700">
                <a:moveTo>
                  <a:pt x="182330" y="138684"/>
                </a:moveTo>
                <a:lnTo>
                  <a:pt x="158496" y="138684"/>
                </a:lnTo>
                <a:lnTo>
                  <a:pt x="158496" y="89916"/>
                </a:lnTo>
                <a:lnTo>
                  <a:pt x="181477" y="89916"/>
                </a:lnTo>
                <a:lnTo>
                  <a:pt x="181546" y="103251"/>
                </a:lnTo>
                <a:lnTo>
                  <a:pt x="181998" y="130397"/>
                </a:lnTo>
                <a:lnTo>
                  <a:pt x="182330" y="138684"/>
                </a:lnTo>
                <a:close/>
              </a:path>
              <a:path w="405765" h="393700">
                <a:moveTo>
                  <a:pt x="348996" y="245363"/>
                </a:moveTo>
                <a:lnTo>
                  <a:pt x="348996" y="91440"/>
                </a:lnTo>
                <a:lnTo>
                  <a:pt x="377081" y="91440"/>
                </a:lnTo>
                <a:lnTo>
                  <a:pt x="371856" y="96012"/>
                </a:lnTo>
                <a:lnTo>
                  <a:pt x="371949" y="183094"/>
                </a:lnTo>
                <a:lnTo>
                  <a:pt x="372073" y="187451"/>
                </a:lnTo>
                <a:lnTo>
                  <a:pt x="372654" y="200691"/>
                </a:lnTo>
                <a:lnTo>
                  <a:pt x="373146" y="214884"/>
                </a:lnTo>
                <a:lnTo>
                  <a:pt x="373380" y="233172"/>
                </a:lnTo>
                <a:lnTo>
                  <a:pt x="348996" y="245363"/>
                </a:lnTo>
                <a:close/>
              </a:path>
              <a:path w="405765" h="393700">
                <a:moveTo>
                  <a:pt x="192024" y="345948"/>
                </a:moveTo>
                <a:lnTo>
                  <a:pt x="187452" y="341376"/>
                </a:lnTo>
                <a:lnTo>
                  <a:pt x="211740" y="327398"/>
                </a:lnTo>
                <a:lnTo>
                  <a:pt x="232029" y="312991"/>
                </a:lnTo>
                <a:lnTo>
                  <a:pt x="260604" y="283463"/>
                </a:lnTo>
                <a:lnTo>
                  <a:pt x="280320" y="231814"/>
                </a:lnTo>
                <a:lnTo>
                  <a:pt x="284321" y="189809"/>
                </a:lnTo>
                <a:lnTo>
                  <a:pt x="284540" y="161544"/>
                </a:lnTo>
                <a:lnTo>
                  <a:pt x="284321" y="143470"/>
                </a:lnTo>
                <a:lnTo>
                  <a:pt x="283464" y="118872"/>
                </a:lnTo>
                <a:lnTo>
                  <a:pt x="321564" y="137160"/>
                </a:lnTo>
                <a:lnTo>
                  <a:pt x="307848" y="149352"/>
                </a:lnTo>
                <a:lnTo>
                  <a:pt x="307276" y="183094"/>
                </a:lnTo>
                <a:lnTo>
                  <a:pt x="305562" y="211264"/>
                </a:lnTo>
                <a:lnTo>
                  <a:pt x="298704" y="251460"/>
                </a:lnTo>
                <a:lnTo>
                  <a:pt x="276844" y="291965"/>
                </a:lnTo>
                <a:lnTo>
                  <a:pt x="234315" y="326517"/>
                </a:lnTo>
                <a:lnTo>
                  <a:pt x="214598" y="336518"/>
                </a:lnTo>
                <a:lnTo>
                  <a:pt x="192024" y="345948"/>
                </a:lnTo>
                <a:close/>
              </a:path>
              <a:path w="405765" h="393700">
                <a:moveTo>
                  <a:pt x="158496" y="164592"/>
                </a:moveTo>
                <a:lnTo>
                  <a:pt x="158496" y="149352"/>
                </a:lnTo>
                <a:lnTo>
                  <a:pt x="182757" y="149352"/>
                </a:lnTo>
                <a:lnTo>
                  <a:pt x="182880" y="152400"/>
                </a:lnTo>
                <a:lnTo>
                  <a:pt x="158496" y="164592"/>
                </a:lnTo>
                <a:close/>
              </a:path>
              <a:path w="405765" h="393700">
                <a:moveTo>
                  <a:pt x="28956" y="202692"/>
                </a:moveTo>
                <a:lnTo>
                  <a:pt x="13716" y="187451"/>
                </a:lnTo>
                <a:lnTo>
                  <a:pt x="167640" y="187451"/>
                </a:lnTo>
                <a:lnTo>
                  <a:pt x="187452" y="167640"/>
                </a:lnTo>
                <a:lnTo>
                  <a:pt x="216408" y="198120"/>
                </a:lnTo>
                <a:lnTo>
                  <a:pt x="71628" y="198120"/>
                </a:lnTo>
                <a:lnTo>
                  <a:pt x="60459" y="198405"/>
                </a:lnTo>
                <a:lnTo>
                  <a:pt x="49720" y="199263"/>
                </a:lnTo>
                <a:lnTo>
                  <a:pt x="39266" y="200691"/>
                </a:lnTo>
                <a:lnTo>
                  <a:pt x="28956" y="202692"/>
                </a:lnTo>
                <a:close/>
              </a:path>
              <a:path w="405765" h="393700">
                <a:moveTo>
                  <a:pt x="131064" y="330708"/>
                </a:moveTo>
                <a:lnTo>
                  <a:pt x="108204" y="330708"/>
                </a:lnTo>
                <a:lnTo>
                  <a:pt x="108204" y="198120"/>
                </a:lnTo>
                <a:lnTo>
                  <a:pt x="131064" y="198120"/>
                </a:lnTo>
                <a:lnTo>
                  <a:pt x="131064" y="259080"/>
                </a:lnTo>
                <a:lnTo>
                  <a:pt x="199720" y="259080"/>
                </a:lnTo>
                <a:lnTo>
                  <a:pt x="208788" y="269748"/>
                </a:lnTo>
                <a:lnTo>
                  <a:pt x="131064" y="269748"/>
                </a:lnTo>
                <a:lnTo>
                  <a:pt x="131064" y="330708"/>
                </a:lnTo>
                <a:close/>
              </a:path>
              <a:path w="405765" h="393700">
                <a:moveTo>
                  <a:pt x="4572" y="393192"/>
                </a:moveTo>
                <a:lnTo>
                  <a:pt x="0" y="390143"/>
                </a:lnTo>
                <a:lnTo>
                  <a:pt x="9715" y="370998"/>
                </a:lnTo>
                <a:lnTo>
                  <a:pt x="18288" y="350139"/>
                </a:lnTo>
                <a:lnTo>
                  <a:pt x="32004" y="303275"/>
                </a:lnTo>
                <a:lnTo>
                  <a:pt x="41148" y="256222"/>
                </a:lnTo>
                <a:lnTo>
                  <a:pt x="45720" y="214884"/>
                </a:lnTo>
                <a:lnTo>
                  <a:pt x="80772" y="233172"/>
                </a:lnTo>
                <a:lnTo>
                  <a:pt x="73580" y="238291"/>
                </a:lnTo>
                <a:lnTo>
                  <a:pt x="67818" y="248983"/>
                </a:lnTo>
                <a:lnTo>
                  <a:pt x="63190" y="265152"/>
                </a:lnTo>
                <a:lnTo>
                  <a:pt x="59436" y="286512"/>
                </a:lnTo>
                <a:lnTo>
                  <a:pt x="68269" y="297180"/>
                </a:lnTo>
                <a:lnTo>
                  <a:pt x="56388" y="297180"/>
                </a:lnTo>
                <a:lnTo>
                  <a:pt x="44648" y="326969"/>
                </a:lnTo>
                <a:lnTo>
                  <a:pt x="32194" y="352615"/>
                </a:lnTo>
                <a:lnTo>
                  <a:pt x="18883" y="374546"/>
                </a:lnTo>
                <a:lnTo>
                  <a:pt x="4572" y="393192"/>
                </a:lnTo>
                <a:close/>
              </a:path>
              <a:path w="405765" h="393700">
                <a:moveTo>
                  <a:pt x="199720" y="259080"/>
                </a:moveTo>
                <a:lnTo>
                  <a:pt x="163068" y="259080"/>
                </a:lnTo>
                <a:lnTo>
                  <a:pt x="182880" y="239268"/>
                </a:lnTo>
                <a:lnTo>
                  <a:pt x="199720" y="259080"/>
                </a:lnTo>
                <a:close/>
              </a:path>
              <a:path w="405765" h="393700">
                <a:moveTo>
                  <a:pt x="379476" y="333756"/>
                </a:moveTo>
                <a:lnTo>
                  <a:pt x="374904" y="333756"/>
                </a:lnTo>
                <a:lnTo>
                  <a:pt x="371706" y="327398"/>
                </a:lnTo>
                <a:lnTo>
                  <a:pt x="365760" y="316992"/>
                </a:lnTo>
                <a:lnTo>
                  <a:pt x="356663" y="303585"/>
                </a:lnTo>
                <a:lnTo>
                  <a:pt x="343281" y="288607"/>
                </a:lnTo>
                <a:lnTo>
                  <a:pt x="325897" y="272200"/>
                </a:lnTo>
                <a:lnTo>
                  <a:pt x="304800" y="254508"/>
                </a:lnTo>
                <a:lnTo>
                  <a:pt x="307848" y="248412"/>
                </a:lnTo>
                <a:lnTo>
                  <a:pt x="360616" y="274891"/>
                </a:lnTo>
                <a:lnTo>
                  <a:pt x="388620" y="303275"/>
                </a:lnTo>
                <a:lnTo>
                  <a:pt x="388620" y="312420"/>
                </a:lnTo>
                <a:lnTo>
                  <a:pt x="387096" y="318516"/>
                </a:lnTo>
                <a:lnTo>
                  <a:pt x="384048" y="324612"/>
                </a:lnTo>
                <a:lnTo>
                  <a:pt x="382524" y="330708"/>
                </a:lnTo>
                <a:lnTo>
                  <a:pt x="379476" y="333756"/>
                </a:lnTo>
                <a:close/>
              </a:path>
              <a:path w="405765" h="393700">
                <a:moveTo>
                  <a:pt x="304990" y="381309"/>
                </a:moveTo>
                <a:lnTo>
                  <a:pt x="250698" y="380047"/>
                </a:lnTo>
                <a:lnTo>
                  <a:pt x="208978" y="377356"/>
                </a:lnTo>
                <a:lnTo>
                  <a:pt x="159019" y="369165"/>
                </a:lnTo>
                <a:lnTo>
                  <a:pt x="109728" y="350519"/>
                </a:lnTo>
                <a:lnTo>
                  <a:pt x="70080" y="315158"/>
                </a:lnTo>
                <a:lnTo>
                  <a:pt x="56388" y="297180"/>
                </a:lnTo>
                <a:lnTo>
                  <a:pt x="68269" y="297180"/>
                </a:lnTo>
                <a:lnTo>
                  <a:pt x="69413" y="298561"/>
                </a:lnTo>
                <a:lnTo>
                  <a:pt x="80962" y="309753"/>
                </a:lnTo>
                <a:lnTo>
                  <a:pt x="93940" y="320373"/>
                </a:lnTo>
                <a:lnTo>
                  <a:pt x="108204" y="330708"/>
                </a:lnTo>
                <a:lnTo>
                  <a:pt x="131064" y="330708"/>
                </a:lnTo>
                <a:lnTo>
                  <a:pt x="131064" y="336804"/>
                </a:lnTo>
                <a:lnTo>
                  <a:pt x="177927" y="349186"/>
                </a:lnTo>
                <a:lnTo>
                  <a:pt x="249936" y="353568"/>
                </a:lnTo>
                <a:lnTo>
                  <a:pt x="404649" y="353877"/>
                </a:lnTo>
                <a:lnTo>
                  <a:pt x="391144" y="359568"/>
                </a:lnTo>
                <a:lnTo>
                  <a:pt x="380619" y="366141"/>
                </a:lnTo>
                <a:lnTo>
                  <a:pt x="374094" y="373284"/>
                </a:lnTo>
                <a:lnTo>
                  <a:pt x="371856" y="381000"/>
                </a:lnTo>
                <a:lnTo>
                  <a:pt x="304990" y="381309"/>
                </a:lnTo>
                <a:close/>
              </a:path>
              <a:path w="405765" h="393700">
                <a:moveTo>
                  <a:pt x="404649" y="353877"/>
                </a:moveTo>
                <a:lnTo>
                  <a:pt x="291369" y="353877"/>
                </a:lnTo>
                <a:lnTo>
                  <a:pt x="331089" y="352615"/>
                </a:lnTo>
                <a:lnTo>
                  <a:pt x="369093" y="349924"/>
                </a:lnTo>
                <a:lnTo>
                  <a:pt x="405384" y="345948"/>
                </a:lnTo>
                <a:lnTo>
                  <a:pt x="405384" y="353568"/>
                </a:lnTo>
                <a:lnTo>
                  <a:pt x="404649" y="35387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" name="object 30"/>
          <p:cNvSpPr/>
          <p:nvPr/>
        </p:nvSpPr>
        <p:spPr>
          <a:xfrm>
            <a:off x="1751075" y="3838955"/>
            <a:ext cx="155575" cy="155575"/>
          </a:xfrm>
          <a:custGeom>
            <a:avLst/>
            <a:gdLst/>
            <a:ahLst/>
            <a:cxnLst/>
            <a:rect l="l" t="t" r="r" b="b"/>
            <a:pathLst>
              <a:path w="155575" h="155575">
                <a:moveTo>
                  <a:pt x="155448" y="155447"/>
                </a:moveTo>
                <a:lnTo>
                  <a:pt x="0" y="155447"/>
                </a:lnTo>
                <a:lnTo>
                  <a:pt x="0" y="0"/>
                </a:lnTo>
                <a:lnTo>
                  <a:pt x="155448" y="0"/>
                </a:lnTo>
                <a:lnTo>
                  <a:pt x="155448" y="155447"/>
                </a:lnTo>
                <a:close/>
              </a:path>
            </a:pathLst>
          </a:custGeom>
          <a:solidFill>
            <a:srgbClr val="3333C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" name="object 31"/>
          <p:cNvSpPr/>
          <p:nvPr/>
        </p:nvSpPr>
        <p:spPr>
          <a:xfrm>
            <a:off x="2121407" y="3651503"/>
            <a:ext cx="414655" cy="405765"/>
          </a:xfrm>
          <a:custGeom>
            <a:avLst/>
            <a:gdLst/>
            <a:ahLst/>
            <a:cxnLst/>
            <a:rect l="l" t="t" r="r" b="b"/>
            <a:pathLst>
              <a:path w="414655" h="405764">
                <a:moveTo>
                  <a:pt x="9143" y="167640"/>
                </a:moveTo>
                <a:lnTo>
                  <a:pt x="6095" y="163068"/>
                </a:lnTo>
                <a:lnTo>
                  <a:pt x="23479" y="139350"/>
                </a:lnTo>
                <a:lnTo>
                  <a:pt x="38862" y="116205"/>
                </a:lnTo>
                <a:lnTo>
                  <a:pt x="62484" y="71628"/>
                </a:lnTo>
                <a:lnTo>
                  <a:pt x="77533" y="32385"/>
                </a:lnTo>
                <a:lnTo>
                  <a:pt x="86868" y="0"/>
                </a:lnTo>
                <a:lnTo>
                  <a:pt x="121919" y="21336"/>
                </a:lnTo>
                <a:lnTo>
                  <a:pt x="106680" y="28956"/>
                </a:lnTo>
                <a:lnTo>
                  <a:pt x="101465" y="37861"/>
                </a:lnTo>
                <a:lnTo>
                  <a:pt x="96964" y="46482"/>
                </a:lnTo>
                <a:lnTo>
                  <a:pt x="88392" y="64008"/>
                </a:lnTo>
                <a:lnTo>
                  <a:pt x="167639" y="64008"/>
                </a:lnTo>
                <a:lnTo>
                  <a:pt x="178307" y="74676"/>
                </a:lnTo>
                <a:lnTo>
                  <a:pt x="85343" y="74676"/>
                </a:lnTo>
                <a:lnTo>
                  <a:pt x="79343" y="85224"/>
                </a:lnTo>
                <a:lnTo>
                  <a:pt x="72771" y="96202"/>
                </a:lnTo>
                <a:lnTo>
                  <a:pt x="65627" y="107465"/>
                </a:lnTo>
                <a:lnTo>
                  <a:pt x="57912" y="118872"/>
                </a:lnTo>
                <a:lnTo>
                  <a:pt x="67056" y="126492"/>
                </a:lnTo>
                <a:lnTo>
                  <a:pt x="191007" y="126492"/>
                </a:lnTo>
                <a:lnTo>
                  <a:pt x="198119" y="134112"/>
                </a:lnTo>
                <a:lnTo>
                  <a:pt x="195833" y="135636"/>
                </a:lnTo>
                <a:lnTo>
                  <a:pt x="42672" y="135636"/>
                </a:lnTo>
                <a:lnTo>
                  <a:pt x="34647" y="143637"/>
                </a:lnTo>
                <a:lnTo>
                  <a:pt x="26479" y="151638"/>
                </a:lnTo>
                <a:lnTo>
                  <a:pt x="18026" y="159639"/>
                </a:lnTo>
                <a:lnTo>
                  <a:pt x="9143" y="167640"/>
                </a:lnTo>
                <a:close/>
              </a:path>
              <a:path w="414655" h="405764">
                <a:moveTo>
                  <a:pt x="222504" y="44196"/>
                </a:moveTo>
                <a:lnTo>
                  <a:pt x="207264" y="28956"/>
                </a:lnTo>
                <a:lnTo>
                  <a:pt x="356616" y="28956"/>
                </a:lnTo>
                <a:lnTo>
                  <a:pt x="370332" y="13716"/>
                </a:lnTo>
                <a:lnTo>
                  <a:pt x="394716" y="33528"/>
                </a:lnTo>
                <a:lnTo>
                  <a:pt x="386878" y="39624"/>
                </a:lnTo>
                <a:lnTo>
                  <a:pt x="239268" y="39624"/>
                </a:lnTo>
                <a:lnTo>
                  <a:pt x="222504" y="44196"/>
                </a:lnTo>
                <a:close/>
              </a:path>
              <a:path w="414655" h="405764">
                <a:moveTo>
                  <a:pt x="198119" y="160020"/>
                </a:moveTo>
                <a:lnTo>
                  <a:pt x="193548" y="153924"/>
                </a:lnTo>
                <a:lnTo>
                  <a:pt x="211312" y="141684"/>
                </a:lnTo>
                <a:lnTo>
                  <a:pt x="225933" y="128016"/>
                </a:lnTo>
                <a:lnTo>
                  <a:pt x="254007" y="81843"/>
                </a:lnTo>
                <a:lnTo>
                  <a:pt x="263652" y="39624"/>
                </a:lnTo>
                <a:lnTo>
                  <a:pt x="289560" y="39624"/>
                </a:lnTo>
                <a:lnTo>
                  <a:pt x="276486" y="89987"/>
                </a:lnTo>
                <a:lnTo>
                  <a:pt x="241173" y="133731"/>
                </a:lnTo>
                <a:lnTo>
                  <a:pt x="221460" y="147185"/>
                </a:lnTo>
                <a:lnTo>
                  <a:pt x="198119" y="160020"/>
                </a:lnTo>
                <a:close/>
              </a:path>
              <a:path w="414655" h="405764">
                <a:moveTo>
                  <a:pt x="373816" y="120396"/>
                </a:moveTo>
                <a:lnTo>
                  <a:pt x="345948" y="120396"/>
                </a:lnTo>
                <a:lnTo>
                  <a:pt x="350520" y="117348"/>
                </a:lnTo>
                <a:lnTo>
                  <a:pt x="353568" y="109728"/>
                </a:lnTo>
                <a:lnTo>
                  <a:pt x="357549" y="66865"/>
                </a:lnTo>
                <a:lnTo>
                  <a:pt x="358140" y="39624"/>
                </a:lnTo>
                <a:lnTo>
                  <a:pt x="386878" y="39624"/>
                </a:lnTo>
                <a:lnTo>
                  <a:pt x="381000" y="44196"/>
                </a:lnTo>
                <a:lnTo>
                  <a:pt x="379857" y="67079"/>
                </a:lnTo>
                <a:lnTo>
                  <a:pt x="378714" y="85534"/>
                </a:lnTo>
                <a:lnTo>
                  <a:pt x="377571" y="99702"/>
                </a:lnTo>
                <a:lnTo>
                  <a:pt x="376428" y="109728"/>
                </a:lnTo>
                <a:lnTo>
                  <a:pt x="374999" y="116538"/>
                </a:lnTo>
                <a:lnTo>
                  <a:pt x="373816" y="120396"/>
                </a:lnTo>
                <a:close/>
              </a:path>
              <a:path w="414655" h="405764">
                <a:moveTo>
                  <a:pt x="167639" y="64008"/>
                </a:moveTo>
                <a:lnTo>
                  <a:pt x="135636" y="64008"/>
                </a:lnTo>
                <a:lnTo>
                  <a:pt x="152400" y="48768"/>
                </a:lnTo>
                <a:lnTo>
                  <a:pt x="167639" y="64008"/>
                </a:lnTo>
                <a:close/>
              </a:path>
              <a:path w="414655" h="405764">
                <a:moveTo>
                  <a:pt x="121919" y="126492"/>
                </a:moveTo>
                <a:lnTo>
                  <a:pt x="112776" y="126492"/>
                </a:lnTo>
                <a:lnTo>
                  <a:pt x="137160" y="74676"/>
                </a:lnTo>
                <a:lnTo>
                  <a:pt x="178307" y="74676"/>
                </a:lnTo>
                <a:lnTo>
                  <a:pt x="170854" y="78105"/>
                </a:lnTo>
                <a:lnTo>
                  <a:pt x="164401" y="81534"/>
                </a:lnTo>
                <a:lnTo>
                  <a:pt x="158805" y="84963"/>
                </a:lnTo>
                <a:lnTo>
                  <a:pt x="153924" y="88392"/>
                </a:lnTo>
                <a:lnTo>
                  <a:pt x="149352" y="94130"/>
                </a:lnTo>
                <a:lnTo>
                  <a:pt x="142493" y="102298"/>
                </a:lnTo>
                <a:lnTo>
                  <a:pt x="121919" y="126492"/>
                </a:lnTo>
                <a:close/>
              </a:path>
              <a:path w="414655" h="405764">
                <a:moveTo>
                  <a:pt x="191007" y="126492"/>
                </a:moveTo>
                <a:lnTo>
                  <a:pt x="160019" y="126492"/>
                </a:lnTo>
                <a:lnTo>
                  <a:pt x="176783" y="111252"/>
                </a:lnTo>
                <a:lnTo>
                  <a:pt x="191007" y="126492"/>
                </a:lnTo>
                <a:close/>
              </a:path>
              <a:path w="414655" h="405764">
                <a:moveTo>
                  <a:pt x="338328" y="150876"/>
                </a:moveTo>
                <a:lnTo>
                  <a:pt x="295656" y="121920"/>
                </a:lnTo>
                <a:lnTo>
                  <a:pt x="297180" y="114300"/>
                </a:lnTo>
                <a:lnTo>
                  <a:pt x="320421" y="118491"/>
                </a:lnTo>
                <a:lnTo>
                  <a:pt x="329326" y="119872"/>
                </a:lnTo>
                <a:lnTo>
                  <a:pt x="336804" y="120396"/>
                </a:lnTo>
                <a:lnTo>
                  <a:pt x="373816" y="120396"/>
                </a:lnTo>
                <a:lnTo>
                  <a:pt x="372999" y="123063"/>
                </a:lnTo>
                <a:lnTo>
                  <a:pt x="348638" y="147185"/>
                </a:lnTo>
                <a:lnTo>
                  <a:pt x="338328" y="150876"/>
                </a:lnTo>
                <a:close/>
              </a:path>
              <a:path w="414655" h="405764">
                <a:moveTo>
                  <a:pt x="4572" y="405383"/>
                </a:moveTo>
                <a:lnTo>
                  <a:pt x="0" y="399288"/>
                </a:lnTo>
                <a:lnTo>
                  <a:pt x="11429" y="382166"/>
                </a:lnTo>
                <a:lnTo>
                  <a:pt x="20573" y="365188"/>
                </a:lnTo>
                <a:lnTo>
                  <a:pt x="36004" y="317087"/>
                </a:lnTo>
                <a:lnTo>
                  <a:pt x="41910" y="236220"/>
                </a:lnTo>
                <a:lnTo>
                  <a:pt x="42433" y="192786"/>
                </a:lnTo>
                <a:lnTo>
                  <a:pt x="42672" y="135636"/>
                </a:lnTo>
                <a:lnTo>
                  <a:pt x="195833" y="135636"/>
                </a:lnTo>
                <a:lnTo>
                  <a:pt x="193548" y="137160"/>
                </a:lnTo>
                <a:lnTo>
                  <a:pt x="62484" y="137160"/>
                </a:lnTo>
                <a:lnTo>
                  <a:pt x="62484" y="192024"/>
                </a:lnTo>
                <a:lnTo>
                  <a:pt x="184404" y="192024"/>
                </a:lnTo>
                <a:lnTo>
                  <a:pt x="184404" y="202691"/>
                </a:lnTo>
                <a:lnTo>
                  <a:pt x="62484" y="202691"/>
                </a:lnTo>
                <a:lnTo>
                  <a:pt x="62484" y="260603"/>
                </a:lnTo>
                <a:lnTo>
                  <a:pt x="184404" y="260603"/>
                </a:lnTo>
                <a:lnTo>
                  <a:pt x="184404" y="271272"/>
                </a:lnTo>
                <a:lnTo>
                  <a:pt x="62484" y="271272"/>
                </a:lnTo>
                <a:lnTo>
                  <a:pt x="57935" y="309586"/>
                </a:lnTo>
                <a:lnTo>
                  <a:pt x="46672" y="344614"/>
                </a:lnTo>
                <a:lnTo>
                  <a:pt x="28836" y="376499"/>
                </a:lnTo>
                <a:lnTo>
                  <a:pt x="4572" y="405383"/>
                </a:lnTo>
                <a:close/>
              </a:path>
              <a:path w="414655" h="405764">
                <a:moveTo>
                  <a:pt x="123443" y="192024"/>
                </a:moveTo>
                <a:lnTo>
                  <a:pt x="103631" y="192024"/>
                </a:lnTo>
                <a:lnTo>
                  <a:pt x="103631" y="137160"/>
                </a:lnTo>
                <a:lnTo>
                  <a:pt x="123443" y="137160"/>
                </a:lnTo>
                <a:lnTo>
                  <a:pt x="123443" y="192024"/>
                </a:lnTo>
                <a:close/>
              </a:path>
              <a:path w="414655" h="405764">
                <a:moveTo>
                  <a:pt x="184404" y="192024"/>
                </a:moveTo>
                <a:lnTo>
                  <a:pt x="164592" y="192024"/>
                </a:lnTo>
                <a:lnTo>
                  <a:pt x="164592" y="137160"/>
                </a:lnTo>
                <a:lnTo>
                  <a:pt x="193548" y="137160"/>
                </a:lnTo>
                <a:lnTo>
                  <a:pt x="184404" y="143256"/>
                </a:lnTo>
                <a:lnTo>
                  <a:pt x="184404" y="192024"/>
                </a:lnTo>
                <a:close/>
              </a:path>
              <a:path w="414655" h="405764">
                <a:moveTo>
                  <a:pt x="315468" y="210312"/>
                </a:moveTo>
                <a:lnTo>
                  <a:pt x="292608" y="210312"/>
                </a:lnTo>
                <a:lnTo>
                  <a:pt x="292599" y="202691"/>
                </a:lnTo>
                <a:lnTo>
                  <a:pt x="292475" y="176593"/>
                </a:lnTo>
                <a:lnTo>
                  <a:pt x="292348" y="167640"/>
                </a:lnTo>
                <a:lnTo>
                  <a:pt x="291965" y="153947"/>
                </a:lnTo>
                <a:lnTo>
                  <a:pt x="291084" y="140208"/>
                </a:lnTo>
                <a:lnTo>
                  <a:pt x="329184" y="160020"/>
                </a:lnTo>
                <a:lnTo>
                  <a:pt x="315468" y="169164"/>
                </a:lnTo>
                <a:lnTo>
                  <a:pt x="315468" y="210312"/>
                </a:lnTo>
                <a:close/>
              </a:path>
              <a:path w="414655" h="405764">
                <a:moveTo>
                  <a:pt x="199643" y="272796"/>
                </a:moveTo>
                <a:lnTo>
                  <a:pt x="196595" y="269748"/>
                </a:lnTo>
                <a:lnTo>
                  <a:pt x="205216" y="255722"/>
                </a:lnTo>
                <a:lnTo>
                  <a:pt x="212979" y="240982"/>
                </a:lnTo>
                <a:lnTo>
                  <a:pt x="233124" y="191619"/>
                </a:lnTo>
                <a:lnTo>
                  <a:pt x="243840" y="152400"/>
                </a:lnTo>
                <a:lnTo>
                  <a:pt x="277368" y="173736"/>
                </a:lnTo>
                <a:lnTo>
                  <a:pt x="260604" y="181356"/>
                </a:lnTo>
                <a:lnTo>
                  <a:pt x="248412" y="210312"/>
                </a:lnTo>
                <a:lnTo>
                  <a:pt x="383590" y="210312"/>
                </a:lnTo>
                <a:lnTo>
                  <a:pt x="393192" y="220979"/>
                </a:lnTo>
                <a:lnTo>
                  <a:pt x="245364" y="220979"/>
                </a:lnTo>
                <a:lnTo>
                  <a:pt x="233934" y="237005"/>
                </a:lnTo>
                <a:lnTo>
                  <a:pt x="222504" y="250888"/>
                </a:lnTo>
                <a:lnTo>
                  <a:pt x="211073" y="262770"/>
                </a:lnTo>
                <a:lnTo>
                  <a:pt x="199643" y="272796"/>
                </a:lnTo>
                <a:close/>
              </a:path>
              <a:path w="414655" h="405764">
                <a:moveTo>
                  <a:pt x="383590" y="210312"/>
                </a:moveTo>
                <a:lnTo>
                  <a:pt x="345948" y="210312"/>
                </a:lnTo>
                <a:lnTo>
                  <a:pt x="365760" y="190500"/>
                </a:lnTo>
                <a:lnTo>
                  <a:pt x="383590" y="210312"/>
                </a:lnTo>
                <a:close/>
              </a:path>
              <a:path w="414655" h="405764">
                <a:moveTo>
                  <a:pt x="123443" y="260603"/>
                </a:moveTo>
                <a:lnTo>
                  <a:pt x="103631" y="260603"/>
                </a:lnTo>
                <a:lnTo>
                  <a:pt x="103631" y="202691"/>
                </a:lnTo>
                <a:lnTo>
                  <a:pt x="123443" y="202691"/>
                </a:lnTo>
                <a:lnTo>
                  <a:pt x="123443" y="260603"/>
                </a:lnTo>
                <a:close/>
              </a:path>
              <a:path w="414655" h="405764">
                <a:moveTo>
                  <a:pt x="184404" y="260603"/>
                </a:moveTo>
                <a:lnTo>
                  <a:pt x="164592" y="260603"/>
                </a:lnTo>
                <a:lnTo>
                  <a:pt x="164592" y="202691"/>
                </a:lnTo>
                <a:lnTo>
                  <a:pt x="184404" y="202691"/>
                </a:lnTo>
                <a:lnTo>
                  <a:pt x="184404" y="260603"/>
                </a:lnTo>
                <a:close/>
              </a:path>
              <a:path w="414655" h="405764">
                <a:moveTo>
                  <a:pt x="315468" y="283464"/>
                </a:moveTo>
                <a:lnTo>
                  <a:pt x="292608" y="283464"/>
                </a:lnTo>
                <a:lnTo>
                  <a:pt x="292608" y="220979"/>
                </a:lnTo>
                <a:lnTo>
                  <a:pt x="315468" y="220979"/>
                </a:lnTo>
                <a:lnTo>
                  <a:pt x="315468" y="283464"/>
                </a:lnTo>
                <a:close/>
              </a:path>
              <a:path w="414655" h="405764">
                <a:moveTo>
                  <a:pt x="205740" y="298703"/>
                </a:moveTo>
                <a:lnTo>
                  <a:pt x="190500" y="283464"/>
                </a:lnTo>
                <a:lnTo>
                  <a:pt x="364236" y="283464"/>
                </a:lnTo>
                <a:lnTo>
                  <a:pt x="384048" y="262127"/>
                </a:lnTo>
                <a:lnTo>
                  <a:pt x="414528" y="294132"/>
                </a:lnTo>
                <a:lnTo>
                  <a:pt x="246888" y="294132"/>
                </a:lnTo>
                <a:lnTo>
                  <a:pt x="235743" y="294417"/>
                </a:lnTo>
                <a:lnTo>
                  <a:pt x="225171" y="295275"/>
                </a:lnTo>
                <a:lnTo>
                  <a:pt x="215169" y="296703"/>
                </a:lnTo>
                <a:lnTo>
                  <a:pt x="205740" y="298703"/>
                </a:lnTo>
                <a:close/>
              </a:path>
              <a:path w="414655" h="405764">
                <a:moveTo>
                  <a:pt x="100583" y="377952"/>
                </a:moveTo>
                <a:lnTo>
                  <a:pt x="101703" y="358497"/>
                </a:lnTo>
                <a:lnTo>
                  <a:pt x="102679" y="334327"/>
                </a:lnTo>
                <a:lnTo>
                  <a:pt x="103370" y="305300"/>
                </a:lnTo>
                <a:lnTo>
                  <a:pt x="103631" y="271272"/>
                </a:lnTo>
                <a:lnTo>
                  <a:pt x="123443" y="271272"/>
                </a:lnTo>
                <a:lnTo>
                  <a:pt x="123668" y="298703"/>
                </a:lnTo>
                <a:lnTo>
                  <a:pt x="124277" y="328660"/>
                </a:lnTo>
                <a:lnTo>
                  <a:pt x="124748" y="348495"/>
                </a:lnTo>
                <a:lnTo>
                  <a:pt x="124968" y="364235"/>
                </a:lnTo>
                <a:lnTo>
                  <a:pt x="100583" y="377952"/>
                </a:lnTo>
                <a:close/>
              </a:path>
              <a:path w="414655" h="405764">
                <a:moveTo>
                  <a:pt x="184404" y="374904"/>
                </a:moveTo>
                <a:lnTo>
                  <a:pt x="161543" y="374904"/>
                </a:lnTo>
                <a:lnTo>
                  <a:pt x="164592" y="371856"/>
                </a:lnTo>
                <a:lnTo>
                  <a:pt x="164592" y="271272"/>
                </a:lnTo>
                <a:lnTo>
                  <a:pt x="184404" y="271272"/>
                </a:lnTo>
                <a:lnTo>
                  <a:pt x="184404" y="374904"/>
                </a:lnTo>
                <a:close/>
              </a:path>
              <a:path w="414655" h="405764">
                <a:moveTo>
                  <a:pt x="291084" y="405383"/>
                </a:moveTo>
                <a:lnTo>
                  <a:pt x="291964" y="384595"/>
                </a:lnTo>
                <a:lnTo>
                  <a:pt x="292417" y="358902"/>
                </a:lnTo>
                <a:lnTo>
                  <a:pt x="292482" y="347138"/>
                </a:lnTo>
                <a:lnTo>
                  <a:pt x="292608" y="294132"/>
                </a:lnTo>
                <a:lnTo>
                  <a:pt x="315468" y="294132"/>
                </a:lnTo>
                <a:lnTo>
                  <a:pt x="315538" y="334327"/>
                </a:lnTo>
                <a:lnTo>
                  <a:pt x="315658" y="353949"/>
                </a:lnTo>
                <a:lnTo>
                  <a:pt x="316136" y="376499"/>
                </a:lnTo>
                <a:lnTo>
                  <a:pt x="316992" y="393192"/>
                </a:lnTo>
                <a:lnTo>
                  <a:pt x="291084" y="405383"/>
                </a:lnTo>
                <a:close/>
              </a:path>
              <a:path w="414655" h="405764">
                <a:moveTo>
                  <a:pt x="158495" y="405383"/>
                </a:moveTo>
                <a:lnTo>
                  <a:pt x="156757" y="397883"/>
                </a:lnTo>
                <a:lnTo>
                  <a:pt x="151447" y="391096"/>
                </a:lnTo>
                <a:lnTo>
                  <a:pt x="142376" y="384571"/>
                </a:lnTo>
                <a:lnTo>
                  <a:pt x="129540" y="377952"/>
                </a:lnTo>
                <a:lnTo>
                  <a:pt x="129540" y="371856"/>
                </a:lnTo>
                <a:lnTo>
                  <a:pt x="152685" y="374642"/>
                </a:lnTo>
                <a:lnTo>
                  <a:pt x="156972" y="374904"/>
                </a:lnTo>
                <a:lnTo>
                  <a:pt x="184404" y="374904"/>
                </a:lnTo>
                <a:lnTo>
                  <a:pt x="184404" y="381000"/>
                </a:lnTo>
                <a:lnTo>
                  <a:pt x="165901" y="401073"/>
                </a:lnTo>
                <a:lnTo>
                  <a:pt x="158495" y="40538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" name="object 32"/>
          <p:cNvSpPr/>
          <p:nvPr/>
        </p:nvSpPr>
        <p:spPr>
          <a:xfrm>
            <a:off x="2581643" y="3645407"/>
            <a:ext cx="1285240" cy="413384"/>
          </a:xfrm>
          <a:custGeom>
            <a:avLst/>
            <a:gdLst/>
            <a:ahLst/>
            <a:cxnLst/>
            <a:rect l="l" t="t" r="r" b="b"/>
            <a:pathLst>
              <a:path w="1285239" h="413385">
                <a:moveTo>
                  <a:pt x="84391" y="93878"/>
                </a:moveTo>
                <a:lnTo>
                  <a:pt x="48895" y="50203"/>
                </a:lnTo>
                <a:lnTo>
                  <a:pt x="22860" y="35064"/>
                </a:lnTo>
                <a:lnTo>
                  <a:pt x="19812" y="38112"/>
                </a:lnTo>
                <a:lnTo>
                  <a:pt x="33274" y="55537"/>
                </a:lnTo>
                <a:lnTo>
                  <a:pt x="43992" y="71234"/>
                </a:lnTo>
                <a:lnTo>
                  <a:pt x="52184" y="85255"/>
                </a:lnTo>
                <a:lnTo>
                  <a:pt x="57912" y="97548"/>
                </a:lnTo>
                <a:lnTo>
                  <a:pt x="60960" y="109740"/>
                </a:lnTo>
                <a:lnTo>
                  <a:pt x="65532" y="115836"/>
                </a:lnTo>
                <a:lnTo>
                  <a:pt x="71628" y="115836"/>
                </a:lnTo>
                <a:lnTo>
                  <a:pt x="74676" y="112788"/>
                </a:lnTo>
                <a:lnTo>
                  <a:pt x="79248" y="109740"/>
                </a:lnTo>
                <a:lnTo>
                  <a:pt x="82105" y="106349"/>
                </a:lnTo>
                <a:lnTo>
                  <a:pt x="83820" y="100977"/>
                </a:lnTo>
                <a:lnTo>
                  <a:pt x="84391" y="93878"/>
                </a:lnTo>
                <a:close/>
              </a:path>
              <a:path w="1285239" h="413385">
                <a:moveTo>
                  <a:pt x="134112" y="74688"/>
                </a:moveTo>
                <a:lnTo>
                  <a:pt x="128016" y="71640"/>
                </a:lnTo>
                <a:lnTo>
                  <a:pt x="100571" y="140220"/>
                </a:lnTo>
                <a:lnTo>
                  <a:pt x="79819" y="190512"/>
                </a:lnTo>
                <a:lnTo>
                  <a:pt x="57912" y="236232"/>
                </a:lnTo>
                <a:lnTo>
                  <a:pt x="41211" y="248412"/>
                </a:lnTo>
                <a:lnTo>
                  <a:pt x="35153" y="248399"/>
                </a:lnTo>
                <a:lnTo>
                  <a:pt x="26289" y="248234"/>
                </a:lnTo>
                <a:lnTo>
                  <a:pt x="14579" y="247777"/>
                </a:lnTo>
                <a:lnTo>
                  <a:pt x="0" y="246900"/>
                </a:lnTo>
                <a:lnTo>
                  <a:pt x="0" y="256044"/>
                </a:lnTo>
                <a:lnTo>
                  <a:pt x="39624" y="268236"/>
                </a:lnTo>
                <a:lnTo>
                  <a:pt x="47561" y="286232"/>
                </a:lnTo>
                <a:lnTo>
                  <a:pt x="47244" y="295668"/>
                </a:lnTo>
                <a:lnTo>
                  <a:pt x="45872" y="305930"/>
                </a:lnTo>
                <a:lnTo>
                  <a:pt x="44234" y="315861"/>
                </a:lnTo>
                <a:lnTo>
                  <a:pt x="42532" y="325882"/>
                </a:lnTo>
                <a:lnTo>
                  <a:pt x="41148" y="335292"/>
                </a:lnTo>
                <a:lnTo>
                  <a:pt x="39776" y="344436"/>
                </a:lnTo>
                <a:lnTo>
                  <a:pt x="39827" y="347484"/>
                </a:lnTo>
                <a:lnTo>
                  <a:pt x="40005" y="352818"/>
                </a:lnTo>
                <a:lnTo>
                  <a:pt x="42011" y="359714"/>
                </a:lnTo>
                <a:lnTo>
                  <a:pt x="45720" y="365772"/>
                </a:lnTo>
                <a:lnTo>
                  <a:pt x="50292" y="371868"/>
                </a:lnTo>
                <a:lnTo>
                  <a:pt x="56388" y="376440"/>
                </a:lnTo>
                <a:lnTo>
                  <a:pt x="65532" y="376440"/>
                </a:lnTo>
                <a:lnTo>
                  <a:pt x="70370" y="374459"/>
                </a:lnTo>
                <a:lnTo>
                  <a:pt x="73342" y="368630"/>
                </a:lnTo>
                <a:lnTo>
                  <a:pt x="74256" y="359714"/>
                </a:lnTo>
                <a:lnTo>
                  <a:pt x="74231" y="358025"/>
                </a:lnTo>
                <a:lnTo>
                  <a:pt x="73152" y="345960"/>
                </a:lnTo>
                <a:lnTo>
                  <a:pt x="72059" y="331050"/>
                </a:lnTo>
                <a:lnTo>
                  <a:pt x="71247" y="315861"/>
                </a:lnTo>
                <a:lnTo>
                  <a:pt x="71107" y="305930"/>
                </a:lnTo>
                <a:lnTo>
                  <a:pt x="71145" y="296621"/>
                </a:lnTo>
                <a:lnTo>
                  <a:pt x="75615" y="258343"/>
                </a:lnTo>
                <a:lnTo>
                  <a:pt x="87439" y="215087"/>
                </a:lnTo>
                <a:lnTo>
                  <a:pt x="106997" y="153809"/>
                </a:lnTo>
                <a:lnTo>
                  <a:pt x="134112" y="74688"/>
                </a:lnTo>
                <a:close/>
              </a:path>
              <a:path w="1285239" h="413385">
                <a:moveTo>
                  <a:pt x="397764" y="236232"/>
                </a:moveTo>
                <a:lnTo>
                  <a:pt x="365760" y="204228"/>
                </a:lnTo>
                <a:lnTo>
                  <a:pt x="342900" y="227088"/>
                </a:lnTo>
                <a:lnTo>
                  <a:pt x="329184" y="227088"/>
                </a:lnTo>
                <a:lnTo>
                  <a:pt x="329184" y="121932"/>
                </a:lnTo>
                <a:lnTo>
                  <a:pt x="335280" y="117360"/>
                </a:lnTo>
                <a:lnTo>
                  <a:pt x="341376" y="112788"/>
                </a:lnTo>
                <a:lnTo>
                  <a:pt x="318516" y="91452"/>
                </a:lnTo>
                <a:lnTo>
                  <a:pt x="306324" y="103644"/>
                </a:lnTo>
                <a:lnTo>
                  <a:pt x="306324" y="117360"/>
                </a:lnTo>
                <a:lnTo>
                  <a:pt x="306324" y="227088"/>
                </a:lnTo>
                <a:lnTo>
                  <a:pt x="228600" y="227088"/>
                </a:lnTo>
                <a:lnTo>
                  <a:pt x="230555" y="198793"/>
                </a:lnTo>
                <a:lnTo>
                  <a:pt x="232003" y="171081"/>
                </a:lnTo>
                <a:lnTo>
                  <a:pt x="232879" y="143929"/>
                </a:lnTo>
                <a:lnTo>
                  <a:pt x="233172" y="117360"/>
                </a:lnTo>
                <a:lnTo>
                  <a:pt x="306324" y="117360"/>
                </a:lnTo>
                <a:lnTo>
                  <a:pt x="306324" y="103644"/>
                </a:lnTo>
                <a:lnTo>
                  <a:pt x="303276" y="106692"/>
                </a:lnTo>
                <a:lnTo>
                  <a:pt x="233172" y="106692"/>
                </a:lnTo>
                <a:lnTo>
                  <a:pt x="233172" y="35064"/>
                </a:lnTo>
                <a:lnTo>
                  <a:pt x="248412" y="22872"/>
                </a:lnTo>
                <a:lnTo>
                  <a:pt x="208788" y="4584"/>
                </a:lnTo>
                <a:lnTo>
                  <a:pt x="209918" y="20320"/>
                </a:lnTo>
                <a:lnTo>
                  <a:pt x="210883" y="42494"/>
                </a:lnTo>
                <a:lnTo>
                  <a:pt x="211582" y="71234"/>
                </a:lnTo>
                <a:lnTo>
                  <a:pt x="211836" y="106692"/>
                </a:lnTo>
                <a:lnTo>
                  <a:pt x="143256" y="106692"/>
                </a:lnTo>
                <a:lnTo>
                  <a:pt x="156972" y="120408"/>
                </a:lnTo>
                <a:lnTo>
                  <a:pt x="179832" y="117360"/>
                </a:lnTo>
                <a:lnTo>
                  <a:pt x="211836" y="117360"/>
                </a:lnTo>
                <a:lnTo>
                  <a:pt x="211315" y="143929"/>
                </a:lnTo>
                <a:lnTo>
                  <a:pt x="209969" y="170510"/>
                </a:lnTo>
                <a:lnTo>
                  <a:pt x="208026" y="198145"/>
                </a:lnTo>
                <a:lnTo>
                  <a:pt x="205740" y="227088"/>
                </a:lnTo>
                <a:lnTo>
                  <a:pt x="99060" y="227088"/>
                </a:lnTo>
                <a:lnTo>
                  <a:pt x="114300" y="240804"/>
                </a:lnTo>
                <a:lnTo>
                  <a:pt x="138684" y="236232"/>
                </a:lnTo>
                <a:lnTo>
                  <a:pt x="204216" y="236232"/>
                </a:lnTo>
                <a:lnTo>
                  <a:pt x="185166" y="292430"/>
                </a:lnTo>
                <a:lnTo>
                  <a:pt x="156972" y="338340"/>
                </a:lnTo>
                <a:lnTo>
                  <a:pt x="118110" y="375869"/>
                </a:lnTo>
                <a:lnTo>
                  <a:pt x="70104" y="405396"/>
                </a:lnTo>
                <a:lnTo>
                  <a:pt x="71628" y="413016"/>
                </a:lnTo>
                <a:lnTo>
                  <a:pt x="129730" y="382155"/>
                </a:lnTo>
                <a:lnTo>
                  <a:pt x="175260" y="344436"/>
                </a:lnTo>
                <a:lnTo>
                  <a:pt x="206883" y="296621"/>
                </a:lnTo>
                <a:lnTo>
                  <a:pt x="227076" y="236232"/>
                </a:lnTo>
                <a:lnTo>
                  <a:pt x="242316" y="236232"/>
                </a:lnTo>
                <a:lnTo>
                  <a:pt x="260413" y="300431"/>
                </a:lnTo>
                <a:lnTo>
                  <a:pt x="286512" y="347484"/>
                </a:lnTo>
                <a:lnTo>
                  <a:pt x="316611" y="383108"/>
                </a:lnTo>
                <a:lnTo>
                  <a:pt x="348996" y="408444"/>
                </a:lnTo>
                <a:lnTo>
                  <a:pt x="354952" y="401053"/>
                </a:lnTo>
                <a:lnTo>
                  <a:pt x="363474" y="395109"/>
                </a:lnTo>
                <a:lnTo>
                  <a:pt x="374294" y="390867"/>
                </a:lnTo>
                <a:lnTo>
                  <a:pt x="387096" y="388632"/>
                </a:lnTo>
                <a:lnTo>
                  <a:pt x="387096" y="382536"/>
                </a:lnTo>
                <a:lnTo>
                  <a:pt x="344614" y="366725"/>
                </a:lnTo>
                <a:lnTo>
                  <a:pt x="307848" y="338340"/>
                </a:lnTo>
                <a:lnTo>
                  <a:pt x="276796" y="295859"/>
                </a:lnTo>
                <a:lnTo>
                  <a:pt x="251460" y="236232"/>
                </a:lnTo>
                <a:lnTo>
                  <a:pt x="397764" y="236232"/>
                </a:lnTo>
                <a:close/>
              </a:path>
              <a:path w="1285239" h="413385">
                <a:moveTo>
                  <a:pt x="528878" y="57391"/>
                </a:moveTo>
                <a:lnTo>
                  <a:pt x="500075" y="24765"/>
                </a:lnTo>
                <a:lnTo>
                  <a:pt x="473976" y="9144"/>
                </a:lnTo>
                <a:lnTo>
                  <a:pt x="469404" y="12192"/>
                </a:lnTo>
                <a:lnTo>
                  <a:pt x="480593" y="29870"/>
                </a:lnTo>
                <a:lnTo>
                  <a:pt x="489216" y="46101"/>
                </a:lnTo>
                <a:lnTo>
                  <a:pt x="495541" y="60629"/>
                </a:lnTo>
                <a:lnTo>
                  <a:pt x="499884" y="73152"/>
                </a:lnTo>
                <a:lnTo>
                  <a:pt x="501408" y="85344"/>
                </a:lnTo>
                <a:lnTo>
                  <a:pt x="505980" y="91440"/>
                </a:lnTo>
                <a:lnTo>
                  <a:pt x="512076" y="91440"/>
                </a:lnTo>
                <a:lnTo>
                  <a:pt x="515124" y="88392"/>
                </a:lnTo>
                <a:lnTo>
                  <a:pt x="519696" y="85344"/>
                </a:lnTo>
                <a:lnTo>
                  <a:pt x="525792" y="80772"/>
                </a:lnTo>
                <a:lnTo>
                  <a:pt x="527316" y="74676"/>
                </a:lnTo>
                <a:lnTo>
                  <a:pt x="528840" y="64008"/>
                </a:lnTo>
                <a:lnTo>
                  <a:pt x="528878" y="57391"/>
                </a:lnTo>
                <a:close/>
              </a:path>
              <a:path w="1285239" h="413385">
                <a:moveTo>
                  <a:pt x="704100" y="53340"/>
                </a:moveTo>
                <a:lnTo>
                  <a:pt x="666686" y="17957"/>
                </a:lnTo>
                <a:lnTo>
                  <a:pt x="649236" y="9144"/>
                </a:lnTo>
                <a:lnTo>
                  <a:pt x="646188" y="12192"/>
                </a:lnTo>
                <a:lnTo>
                  <a:pt x="656704" y="28270"/>
                </a:lnTo>
                <a:lnTo>
                  <a:pt x="665238" y="42481"/>
                </a:lnTo>
                <a:lnTo>
                  <a:pt x="671474" y="55270"/>
                </a:lnTo>
                <a:lnTo>
                  <a:pt x="675144" y="67056"/>
                </a:lnTo>
                <a:lnTo>
                  <a:pt x="678192" y="76200"/>
                </a:lnTo>
                <a:lnTo>
                  <a:pt x="679716" y="82296"/>
                </a:lnTo>
                <a:lnTo>
                  <a:pt x="685812" y="82296"/>
                </a:lnTo>
                <a:lnTo>
                  <a:pt x="691908" y="76200"/>
                </a:lnTo>
                <a:lnTo>
                  <a:pt x="696480" y="73152"/>
                </a:lnTo>
                <a:lnTo>
                  <a:pt x="699528" y="68580"/>
                </a:lnTo>
                <a:lnTo>
                  <a:pt x="701052" y="60960"/>
                </a:lnTo>
                <a:lnTo>
                  <a:pt x="704100" y="53340"/>
                </a:lnTo>
                <a:close/>
              </a:path>
              <a:path w="1285239" h="413385">
                <a:moveTo>
                  <a:pt x="830592" y="108204"/>
                </a:moveTo>
                <a:lnTo>
                  <a:pt x="798588" y="70104"/>
                </a:lnTo>
                <a:lnTo>
                  <a:pt x="772680" y="97536"/>
                </a:lnTo>
                <a:lnTo>
                  <a:pt x="562368" y="97536"/>
                </a:lnTo>
                <a:lnTo>
                  <a:pt x="577608" y="112776"/>
                </a:lnTo>
                <a:lnTo>
                  <a:pt x="587336" y="110782"/>
                </a:lnTo>
                <a:lnTo>
                  <a:pt x="596087" y="109347"/>
                </a:lnTo>
                <a:lnTo>
                  <a:pt x="603961" y="108496"/>
                </a:lnTo>
                <a:lnTo>
                  <a:pt x="611136" y="108204"/>
                </a:lnTo>
                <a:lnTo>
                  <a:pt x="726960" y="108204"/>
                </a:lnTo>
                <a:lnTo>
                  <a:pt x="721245" y="132499"/>
                </a:lnTo>
                <a:lnTo>
                  <a:pt x="713244" y="157353"/>
                </a:lnTo>
                <a:lnTo>
                  <a:pt x="702957" y="182791"/>
                </a:lnTo>
                <a:lnTo>
                  <a:pt x="690384" y="208788"/>
                </a:lnTo>
                <a:lnTo>
                  <a:pt x="673315" y="195643"/>
                </a:lnTo>
                <a:lnTo>
                  <a:pt x="651903" y="181165"/>
                </a:lnTo>
                <a:lnTo>
                  <a:pt x="626516" y="165290"/>
                </a:lnTo>
                <a:lnTo>
                  <a:pt x="597420" y="147828"/>
                </a:lnTo>
                <a:lnTo>
                  <a:pt x="592848" y="153924"/>
                </a:lnTo>
                <a:lnTo>
                  <a:pt x="614540" y="169595"/>
                </a:lnTo>
                <a:lnTo>
                  <a:pt x="636092" y="186690"/>
                </a:lnTo>
                <a:lnTo>
                  <a:pt x="657352" y="204939"/>
                </a:lnTo>
                <a:lnTo>
                  <a:pt x="678192" y="224028"/>
                </a:lnTo>
                <a:lnTo>
                  <a:pt x="658164" y="250088"/>
                </a:lnTo>
                <a:lnTo>
                  <a:pt x="632282" y="275844"/>
                </a:lnTo>
                <a:lnTo>
                  <a:pt x="600392" y="301612"/>
                </a:lnTo>
                <a:lnTo>
                  <a:pt x="562368" y="327660"/>
                </a:lnTo>
                <a:lnTo>
                  <a:pt x="565416" y="332232"/>
                </a:lnTo>
                <a:lnTo>
                  <a:pt x="601751" y="315379"/>
                </a:lnTo>
                <a:lnTo>
                  <a:pt x="635520" y="294513"/>
                </a:lnTo>
                <a:lnTo>
                  <a:pt x="666991" y="269659"/>
                </a:lnTo>
                <a:lnTo>
                  <a:pt x="696480" y="240792"/>
                </a:lnTo>
                <a:lnTo>
                  <a:pt x="704761" y="248246"/>
                </a:lnTo>
                <a:lnTo>
                  <a:pt x="713625" y="256984"/>
                </a:lnTo>
                <a:lnTo>
                  <a:pt x="723049" y="267157"/>
                </a:lnTo>
                <a:lnTo>
                  <a:pt x="733056" y="278892"/>
                </a:lnTo>
                <a:lnTo>
                  <a:pt x="743623" y="290664"/>
                </a:lnTo>
                <a:lnTo>
                  <a:pt x="752487" y="300990"/>
                </a:lnTo>
                <a:lnTo>
                  <a:pt x="759625" y="310184"/>
                </a:lnTo>
                <a:lnTo>
                  <a:pt x="765060" y="318516"/>
                </a:lnTo>
                <a:lnTo>
                  <a:pt x="771156" y="330708"/>
                </a:lnTo>
                <a:lnTo>
                  <a:pt x="775728" y="335280"/>
                </a:lnTo>
                <a:lnTo>
                  <a:pt x="778776" y="333756"/>
                </a:lnTo>
                <a:lnTo>
                  <a:pt x="783348" y="333756"/>
                </a:lnTo>
                <a:lnTo>
                  <a:pt x="786396" y="326136"/>
                </a:lnTo>
                <a:lnTo>
                  <a:pt x="789444" y="313944"/>
                </a:lnTo>
                <a:lnTo>
                  <a:pt x="790054" y="304800"/>
                </a:lnTo>
                <a:lnTo>
                  <a:pt x="787539" y="295656"/>
                </a:lnTo>
                <a:lnTo>
                  <a:pt x="749058" y="253365"/>
                </a:lnTo>
                <a:lnTo>
                  <a:pt x="710196" y="222504"/>
                </a:lnTo>
                <a:lnTo>
                  <a:pt x="717334" y="208788"/>
                </a:lnTo>
                <a:lnTo>
                  <a:pt x="724192" y="195643"/>
                </a:lnTo>
                <a:lnTo>
                  <a:pt x="736485" y="167640"/>
                </a:lnTo>
                <a:lnTo>
                  <a:pt x="747052" y="138493"/>
                </a:lnTo>
                <a:lnTo>
                  <a:pt x="755916" y="108204"/>
                </a:lnTo>
                <a:lnTo>
                  <a:pt x="830592" y="108204"/>
                </a:lnTo>
                <a:close/>
              </a:path>
              <a:path w="1285239" h="413385">
                <a:moveTo>
                  <a:pt x="839736" y="356616"/>
                </a:moveTo>
                <a:lnTo>
                  <a:pt x="820635" y="358648"/>
                </a:lnTo>
                <a:lnTo>
                  <a:pt x="800112" y="360235"/>
                </a:lnTo>
                <a:lnTo>
                  <a:pt x="757999" y="362597"/>
                </a:lnTo>
                <a:lnTo>
                  <a:pt x="706577" y="362521"/>
                </a:lnTo>
                <a:lnTo>
                  <a:pt x="653808" y="361188"/>
                </a:lnTo>
                <a:lnTo>
                  <a:pt x="607136" y="355473"/>
                </a:lnTo>
                <a:lnTo>
                  <a:pt x="559269" y="334886"/>
                </a:lnTo>
                <a:lnTo>
                  <a:pt x="541388" y="321564"/>
                </a:lnTo>
                <a:lnTo>
                  <a:pt x="537451" y="318262"/>
                </a:lnTo>
                <a:lnTo>
                  <a:pt x="528840" y="309372"/>
                </a:lnTo>
                <a:lnTo>
                  <a:pt x="528840" y="170688"/>
                </a:lnTo>
                <a:lnTo>
                  <a:pt x="537298" y="163068"/>
                </a:lnTo>
                <a:lnTo>
                  <a:pt x="544080" y="156972"/>
                </a:lnTo>
                <a:lnTo>
                  <a:pt x="515124" y="134112"/>
                </a:lnTo>
                <a:lnTo>
                  <a:pt x="502932" y="153924"/>
                </a:lnTo>
                <a:lnTo>
                  <a:pt x="432828" y="153924"/>
                </a:lnTo>
                <a:lnTo>
                  <a:pt x="449592" y="169164"/>
                </a:lnTo>
                <a:lnTo>
                  <a:pt x="459016" y="166928"/>
                </a:lnTo>
                <a:lnTo>
                  <a:pt x="469023" y="164973"/>
                </a:lnTo>
                <a:lnTo>
                  <a:pt x="479590" y="163601"/>
                </a:lnTo>
                <a:lnTo>
                  <a:pt x="490740" y="163068"/>
                </a:lnTo>
                <a:lnTo>
                  <a:pt x="505980" y="163068"/>
                </a:lnTo>
                <a:lnTo>
                  <a:pt x="505980" y="307848"/>
                </a:lnTo>
                <a:lnTo>
                  <a:pt x="486829" y="316166"/>
                </a:lnTo>
                <a:lnTo>
                  <a:pt x="468261" y="325183"/>
                </a:lnTo>
                <a:lnTo>
                  <a:pt x="450253" y="335076"/>
                </a:lnTo>
                <a:lnTo>
                  <a:pt x="432828" y="345948"/>
                </a:lnTo>
                <a:lnTo>
                  <a:pt x="460260" y="371856"/>
                </a:lnTo>
                <a:lnTo>
                  <a:pt x="464540" y="364693"/>
                </a:lnTo>
                <a:lnTo>
                  <a:pt x="470547" y="356806"/>
                </a:lnTo>
                <a:lnTo>
                  <a:pt x="505028" y="324231"/>
                </a:lnTo>
                <a:lnTo>
                  <a:pt x="516648" y="321564"/>
                </a:lnTo>
                <a:lnTo>
                  <a:pt x="521792" y="323596"/>
                </a:lnTo>
                <a:lnTo>
                  <a:pt x="528078" y="327469"/>
                </a:lnTo>
                <a:lnTo>
                  <a:pt x="535508" y="333362"/>
                </a:lnTo>
                <a:lnTo>
                  <a:pt x="544080" y="341376"/>
                </a:lnTo>
                <a:lnTo>
                  <a:pt x="554101" y="350240"/>
                </a:lnTo>
                <a:lnTo>
                  <a:pt x="595896" y="373380"/>
                </a:lnTo>
                <a:lnTo>
                  <a:pt x="632472" y="384048"/>
                </a:lnTo>
                <a:lnTo>
                  <a:pt x="678192" y="390144"/>
                </a:lnTo>
                <a:lnTo>
                  <a:pt x="733818" y="392239"/>
                </a:lnTo>
                <a:lnTo>
                  <a:pt x="803160" y="393192"/>
                </a:lnTo>
                <a:lnTo>
                  <a:pt x="805446" y="383743"/>
                </a:lnTo>
                <a:lnTo>
                  <a:pt x="812304" y="375856"/>
                </a:lnTo>
                <a:lnTo>
                  <a:pt x="823734" y="369404"/>
                </a:lnTo>
                <a:lnTo>
                  <a:pt x="839736" y="364236"/>
                </a:lnTo>
                <a:lnTo>
                  <a:pt x="839736" y="362712"/>
                </a:lnTo>
                <a:lnTo>
                  <a:pt x="839736" y="356616"/>
                </a:lnTo>
                <a:close/>
              </a:path>
              <a:path w="1285239" h="413385">
                <a:moveTo>
                  <a:pt x="1107960" y="147828"/>
                </a:moveTo>
                <a:lnTo>
                  <a:pt x="1066812" y="124968"/>
                </a:lnTo>
                <a:lnTo>
                  <a:pt x="1067041" y="146075"/>
                </a:lnTo>
                <a:lnTo>
                  <a:pt x="1068095" y="183692"/>
                </a:lnTo>
                <a:lnTo>
                  <a:pt x="1068273" y="196011"/>
                </a:lnTo>
                <a:lnTo>
                  <a:pt x="1068336" y="315468"/>
                </a:lnTo>
                <a:lnTo>
                  <a:pt x="1068095" y="331787"/>
                </a:lnTo>
                <a:lnTo>
                  <a:pt x="1067574" y="353377"/>
                </a:lnTo>
                <a:lnTo>
                  <a:pt x="1067041" y="380415"/>
                </a:lnTo>
                <a:lnTo>
                  <a:pt x="1066812" y="413004"/>
                </a:lnTo>
                <a:lnTo>
                  <a:pt x="1095768" y="394716"/>
                </a:lnTo>
                <a:lnTo>
                  <a:pt x="1094879" y="378739"/>
                </a:lnTo>
                <a:lnTo>
                  <a:pt x="1094435" y="362902"/>
                </a:lnTo>
                <a:lnTo>
                  <a:pt x="1094320" y="353377"/>
                </a:lnTo>
                <a:lnTo>
                  <a:pt x="1094244" y="158496"/>
                </a:lnTo>
                <a:lnTo>
                  <a:pt x="1107960" y="147828"/>
                </a:lnTo>
                <a:close/>
              </a:path>
              <a:path w="1285239" h="413385">
                <a:moveTo>
                  <a:pt x="1284744" y="181356"/>
                </a:moveTo>
                <a:lnTo>
                  <a:pt x="1237119" y="166878"/>
                </a:lnTo>
                <a:lnTo>
                  <a:pt x="1187208" y="138684"/>
                </a:lnTo>
                <a:lnTo>
                  <a:pt x="1136535" y="93916"/>
                </a:lnTo>
                <a:lnTo>
                  <a:pt x="1095883" y="42672"/>
                </a:lnTo>
                <a:lnTo>
                  <a:pt x="1088148" y="32004"/>
                </a:lnTo>
                <a:lnTo>
                  <a:pt x="1104912" y="21336"/>
                </a:lnTo>
                <a:lnTo>
                  <a:pt x="1068336" y="0"/>
                </a:lnTo>
                <a:lnTo>
                  <a:pt x="1057211" y="28003"/>
                </a:lnTo>
                <a:lnTo>
                  <a:pt x="1042238" y="57150"/>
                </a:lnTo>
                <a:lnTo>
                  <a:pt x="1001280" y="118872"/>
                </a:lnTo>
                <a:lnTo>
                  <a:pt x="974674" y="149161"/>
                </a:lnTo>
                <a:lnTo>
                  <a:pt x="945134" y="175983"/>
                </a:lnTo>
                <a:lnTo>
                  <a:pt x="912329" y="199453"/>
                </a:lnTo>
                <a:lnTo>
                  <a:pt x="876312" y="219456"/>
                </a:lnTo>
                <a:lnTo>
                  <a:pt x="877836" y="227076"/>
                </a:lnTo>
                <a:lnTo>
                  <a:pt x="913574" y="210502"/>
                </a:lnTo>
                <a:lnTo>
                  <a:pt x="973632" y="173926"/>
                </a:lnTo>
                <a:lnTo>
                  <a:pt x="1020775" y="130759"/>
                </a:lnTo>
                <a:lnTo>
                  <a:pt x="1063586" y="75272"/>
                </a:lnTo>
                <a:lnTo>
                  <a:pt x="1083576" y="42672"/>
                </a:lnTo>
                <a:lnTo>
                  <a:pt x="1101864" y="72986"/>
                </a:lnTo>
                <a:lnTo>
                  <a:pt x="1138440" y="123901"/>
                </a:lnTo>
                <a:lnTo>
                  <a:pt x="1175893" y="163385"/>
                </a:lnTo>
                <a:lnTo>
                  <a:pt x="1219949" y="196011"/>
                </a:lnTo>
                <a:lnTo>
                  <a:pt x="1245120" y="210312"/>
                </a:lnTo>
                <a:lnTo>
                  <a:pt x="1251953" y="201168"/>
                </a:lnTo>
                <a:lnTo>
                  <a:pt x="1260932" y="194310"/>
                </a:lnTo>
                <a:lnTo>
                  <a:pt x="1271905" y="189738"/>
                </a:lnTo>
                <a:lnTo>
                  <a:pt x="1284744" y="187452"/>
                </a:lnTo>
                <a:lnTo>
                  <a:pt x="1284744" y="18135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" name="object 33"/>
          <p:cNvSpPr/>
          <p:nvPr/>
        </p:nvSpPr>
        <p:spPr>
          <a:xfrm>
            <a:off x="3953255" y="3653027"/>
            <a:ext cx="326390" cy="398145"/>
          </a:xfrm>
          <a:custGeom>
            <a:avLst/>
            <a:gdLst/>
            <a:ahLst/>
            <a:cxnLst/>
            <a:rect l="l" t="t" r="r" b="b"/>
            <a:pathLst>
              <a:path w="326389" h="398145">
                <a:moveTo>
                  <a:pt x="76200" y="85344"/>
                </a:moveTo>
                <a:lnTo>
                  <a:pt x="68580" y="85344"/>
                </a:lnTo>
                <a:lnTo>
                  <a:pt x="65532" y="79248"/>
                </a:lnTo>
                <a:lnTo>
                  <a:pt x="62484" y="68580"/>
                </a:lnTo>
                <a:lnTo>
                  <a:pt x="57650" y="55125"/>
                </a:lnTo>
                <a:lnTo>
                  <a:pt x="50101" y="39814"/>
                </a:lnTo>
                <a:lnTo>
                  <a:pt x="39981" y="22502"/>
                </a:lnTo>
                <a:lnTo>
                  <a:pt x="27432" y="3048"/>
                </a:lnTo>
                <a:lnTo>
                  <a:pt x="33528" y="0"/>
                </a:lnTo>
                <a:lnTo>
                  <a:pt x="72104" y="24860"/>
                </a:lnTo>
                <a:lnTo>
                  <a:pt x="91440" y="47244"/>
                </a:lnTo>
                <a:lnTo>
                  <a:pt x="91440" y="59436"/>
                </a:lnTo>
                <a:lnTo>
                  <a:pt x="88392" y="65532"/>
                </a:lnTo>
                <a:lnTo>
                  <a:pt x="79248" y="80772"/>
                </a:lnTo>
                <a:lnTo>
                  <a:pt x="76200" y="85344"/>
                </a:lnTo>
                <a:close/>
              </a:path>
              <a:path w="326389" h="398145">
                <a:moveTo>
                  <a:pt x="146304" y="60960"/>
                </a:moveTo>
                <a:lnTo>
                  <a:pt x="131064" y="44196"/>
                </a:lnTo>
                <a:lnTo>
                  <a:pt x="281940" y="44196"/>
                </a:lnTo>
                <a:lnTo>
                  <a:pt x="295656" y="24384"/>
                </a:lnTo>
                <a:lnTo>
                  <a:pt x="326136" y="48768"/>
                </a:lnTo>
                <a:lnTo>
                  <a:pt x="318685" y="54864"/>
                </a:lnTo>
                <a:lnTo>
                  <a:pt x="187452" y="54864"/>
                </a:lnTo>
                <a:lnTo>
                  <a:pt x="176950" y="55173"/>
                </a:lnTo>
                <a:lnTo>
                  <a:pt x="166306" y="56197"/>
                </a:lnTo>
                <a:lnTo>
                  <a:pt x="155948" y="58078"/>
                </a:lnTo>
                <a:lnTo>
                  <a:pt x="146304" y="60960"/>
                </a:lnTo>
                <a:close/>
              </a:path>
              <a:path w="326389" h="398145">
                <a:moveTo>
                  <a:pt x="308590" y="353568"/>
                </a:moveTo>
                <a:lnTo>
                  <a:pt x="277368" y="353568"/>
                </a:lnTo>
                <a:lnTo>
                  <a:pt x="283464" y="348996"/>
                </a:lnTo>
                <a:lnTo>
                  <a:pt x="283464" y="54864"/>
                </a:lnTo>
                <a:lnTo>
                  <a:pt x="318685" y="54864"/>
                </a:lnTo>
                <a:lnTo>
                  <a:pt x="309372" y="62484"/>
                </a:lnTo>
                <a:lnTo>
                  <a:pt x="309372" y="344424"/>
                </a:lnTo>
                <a:lnTo>
                  <a:pt x="308590" y="353568"/>
                </a:lnTo>
                <a:close/>
              </a:path>
              <a:path w="326389" h="398145">
                <a:moveTo>
                  <a:pt x="0" y="397763"/>
                </a:moveTo>
                <a:lnTo>
                  <a:pt x="804" y="361973"/>
                </a:lnTo>
                <a:lnTo>
                  <a:pt x="918" y="355092"/>
                </a:lnTo>
                <a:lnTo>
                  <a:pt x="1333" y="316229"/>
                </a:lnTo>
                <a:lnTo>
                  <a:pt x="1451" y="161544"/>
                </a:lnTo>
                <a:lnTo>
                  <a:pt x="1328" y="132588"/>
                </a:lnTo>
                <a:lnTo>
                  <a:pt x="881" y="100107"/>
                </a:lnTo>
                <a:lnTo>
                  <a:pt x="0" y="74676"/>
                </a:lnTo>
                <a:lnTo>
                  <a:pt x="44196" y="99060"/>
                </a:lnTo>
                <a:lnTo>
                  <a:pt x="27432" y="109728"/>
                </a:lnTo>
                <a:lnTo>
                  <a:pt x="27432" y="385572"/>
                </a:lnTo>
                <a:lnTo>
                  <a:pt x="0" y="397763"/>
                </a:lnTo>
                <a:close/>
              </a:path>
              <a:path w="326389" h="398145">
                <a:moveTo>
                  <a:pt x="240205" y="150876"/>
                </a:moveTo>
                <a:lnTo>
                  <a:pt x="202692" y="150876"/>
                </a:lnTo>
                <a:lnTo>
                  <a:pt x="214883" y="132588"/>
                </a:lnTo>
                <a:lnTo>
                  <a:pt x="240205" y="150876"/>
                </a:lnTo>
                <a:close/>
              </a:path>
              <a:path w="326389" h="398145">
                <a:moveTo>
                  <a:pt x="82296" y="307848"/>
                </a:moveTo>
                <a:lnTo>
                  <a:pt x="83177" y="282392"/>
                </a:lnTo>
                <a:lnTo>
                  <a:pt x="83629" y="258508"/>
                </a:lnTo>
                <a:lnTo>
                  <a:pt x="83727" y="245364"/>
                </a:lnTo>
                <a:lnTo>
                  <a:pt x="83796" y="194333"/>
                </a:lnTo>
                <a:lnTo>
                  <a:pt x="83614" y="173259"/>
                </a:lnTo>
                <a:lnTo>
                  <a:pt x="83177" y="153804"/>
                </a:lnTo>
                <a:lnTo>
                  <a:pt x="82296" y="134112"/>
                </a:lnTo>
                <a:lnTo>
                  <a:pt x="108204" y="150876"/>
                </a:lnTo>
                <a:lnTo>
                  <a:pt x="240205" y="150876"/>
                </a:lnTo>
                <a:lnTo>
                  <a:pt x="242316" y="152400"/>
                </a:lnTo>
                <a:lnTo>
                  <a:pt x="232029" y="161544"/>
                </a:lnTo>
                <a:lnTo>
                  <a:pt x="108204" y="161544"/>
                </a:lnTo>
                <a:lnTo>
                  <a:pt x="108204" y="263652"/>
                </a:lnTo>
                <a:lnTo>
                  <a:pt x="228775" y="263652"/>
                </a:lnTo>
                <a:lnTo>
                  <a:pt x="228790" y="264604"/>
                </a:lnTo>
                <a:lnTo>
                  <a:pt x="229161" y="274319"/>
                </a:lnTo>
                <a:lnTo>
                  <a:pt x="108204" y="274319"/>
                </a:lnTo>
                <a:lnTo>
                  <a:pt x="108204" y="297180"/>
                </a:lnTo>
                <a:lnTo>
                  <a:pt x="82296" y="307848"/>
                </a:lnTo>
                <a:close/>
              </a:path>
              <a:path w="326389" h="398145">
                <a:moveTo>
                  <a:pt x="228775" y="263652"/>
                </a:moveTo>
                <a:lnTo>
                  <a:pt x="204216" y="263652"/>
                </a:lnTo>
                <a:lnTo>
                  <a:pt x="204216" y="161544"/>
                </a:lnTo>
                <a:lnTo>
                  <a:pt x="232029" y="161544"/>
                </a:lnTo>
                <a:lnTo>
                  <a:pt x="228600" y="164592"/>
                </a:lnTo>
                <a:lnTo>
                  <a:pt x="228692" y="258508"/>
                </a:lnTo>
                <a:lnTo>
                  <a:pt x="228775" y="263652"/>
                </a:lnTo>
                <a:close/>
              </a:path>
              <a:path w="326389" h="398145">
                <a:moveTo>
                  <a:pt x="204216" y="300228"/>
                </a:moveTo>
                <a:lnTo>
                  <a:pt x="204216" y="274319"/>
                </a:lnTo>
                <a:lnTo>
                  <a:pt x="229161" y="274319"/>
                </a:lnTo>
                <a:lnTo>
                  <a:pt x="229242" y="276439"/>
                </a:lnTo>
                <a:lnTo>
                  <a:pt x="230124" y="289559"/>
                </a:lnTo>
                <a:lnTo>
                  <a:pt x="204216" y="300228"/>
                </a:lnTo>
                <a:close/>
              </a:path>
              <a:path w="326389" h="398145">
                <a:moveTo>
                  <a:pt x="266700" y="397763"/>
                </a:moveTo>
                <a:lnTo>
                  <a:pt x="262985" y="383166"/>
                </a:lnTo>
                <a:lnTo>
                  <a:pt x="251841" y="371284"/>
                </a:lnTo>
                <a:lnTo>
                  <a:pt x="233267" y="361973"/>
                </a:lnTo>
                <a:lnTo>
                  <a:pt x="207264" y="355092"/>
                </a:lnTo>
                <a:lnTo>
                  <a:pt x="207264" y="347472"/>
                </a:lnTo>
                <a:lnTo>
                  <a:pt x="225313" y="349472"/>
                </a:lnTo>
                <a:lnTo>
                  <a:pt x="240792" y="350901"/>
                </a:lnTo>
                <a:lnTo>
                  <a:pt x="253984" y="351758"/>
                </a:lnTo>
                <a:lnTo>
                  <a:pt x="265176" y="352044"/>
                </a:lnTo>
                <a:lnTo>
                  <a:pt x="277368" y="353568"/>
                </a:lnTo>
                <a:lnTo>
                  <a:pt x="308590" y="353568"/>
                </a:lnTo>
                <a:lnTo>
                  <a:pt x="307633" y="364759"/>
                </a:lnTo>
                <a:lnTo>
                  <a:pt x="300037" y="380238"/>
                </a:lnTo>
                <a:lnTo>
                  <a:pt x="286440" y="391144"/>
                </a:lnTo>
                <a:lnTo>
                  <a:pt x="266700" y="39776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" name="object 34"/>
          <p:cNvSpPr/>
          <p:nvPr/>
        </p:nvSpPr>
        <p:spPr>
          <a:xfrm>
            <a:off x="4347972" y="3646932"/>
            <a:ext cx="1294130" cy="407034"/>
          </a:xfrm>
          <a:custGeom>
            <a:avLst/>
            <a:gdLst/>
            <a:ahLst/>
            <a:cxnLst/>
            <a:rect l="l" t="t" r="r" b="b"/>
            <a:pathLst>
              <a:path w="1294129" h="407035">
                <a:moveTo>
                  <a:pt x="193548" y="35052"/>
                </a:moveTo>
                <a:lnTo>
                  <a:pt x="189839" y="32004"/>
                </a:lnTo>
                <a:lnTo>
                  <a:pt x="167640" y="13716"/>
                </a:lnTo>
                <a:lnTo>
                  <a:pt x="158496" y="27432"/>
                </a:lnTo>
                <a:lnTo>
                  <a:pt x="158496" y="42672"/>
                </a:lnTo>
                <a:lnTo>
                  <a:pt x="158496" y="92964"/>
                </a:lnTo>
                <a:lnTo>
                  <a:pt x="158496" y="103632"/>
                </a:lnTo>
                <a:lnTo>
                  <a:pt x="158496" y="152400"/>
                </a:lnTo>
                <a:lnTo>
                  <a:pt x="76200" y="152400"/>
                </a:lnTo>
                <a:lnTo>
                  <a:pt x="76200" y="103632"/>
                </a:lnTo>
                <a:lnTo>
                  <a:pt x="158496" y="103632"/>
                </a:lnTo>
                <a:lnTo>
                  <a:pt x="158496" y="92964"/>
                </a:lnTo>
                <a:lnTo>
                  <a:pt x="76200" y="92964"/>
                </a:lnTo>
                <a:lnTo>
                  <a:pt x="76200" y="42672"/>
                </a:lnTo>
                <a:lnTo>
                  <a:pt x="158496" y="42672"/>
                </a:lnTo>
                <a:lnTo>
                  <a:pt x="158496" y="27432"/>
                </a:lnTo>
                <a:lnTo>
                  <a:pt x="155448" y="32004"/>
                </a:lnTo>
                <a:lnTo>
                  <a:pt x="76200" y="32004"/>
                </a:lnTo>
                <a:lnTo>
                  <a:pt x="51816" y="18288"/>
                </a:lnTo>
                <a:lnTo>
                  <a:pt x="52692" y="36893"/>
                </a:lnTo>
                <a:lnTo>
                  <a:pt x="53149" y="56197"/>
                </a:lnTo>
                <a:lnTo>
                  <a:pt x="53251" y="69342"/>
                </a:lnTo>
                <a:lnTo>
                  <a:pt x="53149" y="140589"/>
                </a:lnTo>
                <a:lnTo>
                  <a:pt x="52692" y="161404"/>
                </a:lnTo>
                <a:lnTo>
                  <a:pt x="51816" y="181356"/>
                </a:lnTo>
                <a:lnTo>
                  <a:pt x="76200" y="172212"/>
                </a:lnTo>
                <a:lnTo>
                  <a:pt x="76200" y="161544"/>
                </a:lnTo>
                <a:lnTo>
                  <a:pt x="158496" y="161544"/>
                </a:lnTo>
                <a:lnTo>
                  <a:pt x="158496" y="178308"/>
                </a:lnTo>
                <a:lnTo>
                  <a:pt x="182880" y="166116"/>
                </a:lnTo>
                <a:lnTo>
                  <a:pt x="182702" y="161544"/>
                </a:lnTo>
                <a:lnTo>
                  <a:pt x="182346" y="152400"/>
                </a:lnTo>
                <a:lnTo>
                  <a:pt x="181991" y="143243"/>
                </a:lnTo>
                <a:lnTo>
                  <a:pt x="181597" y="119214"/>
                </a:lnTo>
                <a:lnTo>
                  <a:pt x="181483" y="103632"/>
                </a:lnTo>
                <a:lnTo>
                  <a:pt x="181419" y="92964"/>
                </a:lnTo>
                <a:lnTo>
                  <a:pt x="181356" y="45720"/>
                </a:lnTo>
                <a:lnTo>
                  <a:pt x="184835" y="42672"/>
                </a:lnTo>
                <a:lnTo>
                  <a:pt x="193548" y="35052"/>
                </a:lnTo>
                <a:close/>
              </a:path>
              <a:path w="1294129" h="407035">
                <a:moveTo>
                  <a:pt x="321564" y="150876"/>
                </a:moveTo>
                <a:lnTo>
                  <a:pt x="283464" y="131064"/>
                </a:lnTo>
                <a:lnTo>
                  <a:pt x="284314" y="155663"/>
                </a:lnTo>
                <a:lnTo>
                  <a:pt x="284530" y="173736"/>
                </a:lnTo>
                <a:lnTo>
                  <a:pt x="283464" y="224028"/>
                </a:lnTo>
                <a:lnTo>
                  <a:pt x="275463" y="263271"/>
                </a:lnTo>
                <a:lnTo>
                  <a:pt x="248310" y="310502"/>
                </a:lnTo>
                <a:lnTo>
                  <a:pt x="211734" y="339598"/>
                </a:lnTo>
                <a:lnTo>
                  <a:pt x="187452" y="353568"/>
                </a:lnTo>
                <a:lnTo>
                  <a:pt x="192024" y="358140"/>
                </a:lnTo>
                <a:lnTo>
                  <a:pt x="234315" y="339852"/>
                </a:lnTo>
                <a:lnTo>
                  <a:pt x="265176" y="316992"/>
                </a:lnTo>
                <a:lnTo>
                  <a:pt x="293890" y="277990"/>
                </a:lnTo>
                <a:lnTo>
                  <a:pt x="305562" y="224028"/>
                </a:lnTo>
                <a:lnTo>
                  <a:pt x="307848" y="161544"/>
                </a:lnTo>
                <a:lnTo>
                  <a:pt x="321564" y="150876"/>
                </a:lnTo>
                <a:close/>
              </a:path>
              <a:path w="1294129" h="407035">
                <a:moveTo>
                  <a:pt x="388620" y="315468"/>
                </a:moveTo>
                <a:lnTo>
                  <a:pt x="385572" y="310896"/>
                </a:lnTo>
                <a:lnTo>
                  <a:pt x="382524" y="303276"/>
                </a:lnTo>
                <a:lnTo>
                  <a:pt x="375348" y="296418"/>
                </a:lnTo>
                <a:lnTo>
                  <a:pt x="360616" y="287274"/>
                </a:lnTo>
                <a:lnTo>
                  <a:pt x="338150" y="275844"/>
                </a:lnTo>
                <a:lnTo>
                  <a:pt x="307848" y="262128"/>
                </a:lnTo>
                <a:lnTo>
                  <a:pt x="304800" y="266700"/>
                </a:lnTo>
                <a:lnTo>
                  <a:pt x="325894" y="285038"/>
                </a:lnTo>
                <a:lnTo>
                  <a:pt x="343281" y="301371"/>
                </a:lnTo>
                <a:lnTo>
                  <a:pt x="356654" y="316001"/>
                </a:lnTo>
                <a:lnTo>
                  <a:pt x="365760" y="329184"/>
                </a:lnTo>
                <a:lnTo>
                  <a:pt x="371856" y="341376"/>
                </a:lnTo>
                <a:lnTo>
                  <a:pt x="374904" y="345948"/>
                </a:lnTo>
                <a:lnTo>
                  <a:pt x="379476" y="345948"/>
                </a:lnTo>
                <a:lnTo>
                  <a:pt x="382524" y="342900"/>
                </a:lnTo>
                <a:lnTo>
                  <a:pt x="384048" y="336804"/>
                </a:lnTo>
                <a:lnTo>
                  <a:pt x="387096" y="330708"/>
                </a:lnTo>
                <a:lnTo>
                  <a:pt x="388620" y="324612"/>
                </a:lnTo>
                <a:lnTo>
                  <a:pt x="388620" y="315468"/>
                </a:lnTo>
                <a:close/>
              </a:path>
              <a:path w="1294129" h="407035">
                <a:moveTo>
                  <a:pt x="402336" y="44196"/>
                </a:moveTo>
                <a:lnTo>
                  <a:pt x="373380" y="12192"/>
                </a:lnTo>
                <a:lnTo>
                  <a:pt x="353568" y="33528"/>
                </a:lnTo>
                <a:lnTo>
                  <a:pt x="201168" y="33528"/>
                </a:lnTo>
                <a:lnTo>
                  <a:pt x="217932" y="48768"/>
                </a:lnTo>
                <a:lnTo>
                  <a:pt x="227355" y="46774"/>
                </a:lnTo>
                <a:lnTo>
                  <a:pt x="237363" y="45339"/>
                </a:lnTo>
                <a:lnTo>
                  <a:pt x="247929" y="44488"/>
                </a:lnTo>
                <a:lnTo>
                  <a:pt x="259080" y="44196"/>
                </a:lnTo>
                <a:lnTo>
                  <a:pt x="280416" y="44196"/>
                </a:lnTo>
                <a:lnTo>
                  <a:pt x="278980" y="56769"/>
                </a:lnTo>
                <a:lnTo>
                  <a:pt x="276987" y="69342"/>
                </a:lnTo>
                <a:lnTo>
                  <a:pt x="274408" y="81915"/>
                </a:lnTo>
                <a:lnTo>
                  <a:pt x="271272" y="94488"/>
                </a:lnTo>
                <a:lnTo>
                  <a:pt x="248412" y="94488"/>
                </a:lnTo>
                <a:lnTo>
                  <a:pt x="224028" y="80772"/>
                </a:lnTo>
                <a:lnTo>
                  <a:pt x="224904" y="101307"/>
                </a:lnTo>
                <a:lnTo>
                  <a:pt x="225361" y="123825"/>
                </a:lnTo>
                <a:lnTo>
                  <a:pt x="225475" y="140589"/>
                </a:lnTo>
                <a:lnTo>
                  <a:pt x="225361" y="222694"/>
                </a:lnTo>
                <a:lnTo>
                  <a:pt x="224904" y="244246"/>
                </a:lnTo>
                <a:lnTo>
                  <a:pt x="224028" y="263652"/>
                </a:lnTo>
                <a:lnTo>
                  <a:pt x="248412" y="249936"/>
                </a:lnTo>
                <a:lnTo>
                  <a:pt x="248412" y="105156"/>
                </a:lnTo>
                <a:lnTo>
                  <a:pt x="348996" y="105156"/>
                </a:lnTo>
                <a:lnTo>
                  <a:pt x="348996" y="257556"/>
                </a:lnTo>
                <a:lnTo>
                  <a:pt x="373380" y="245364"/>
                </a:lnTo>
                <a:lnTo>
                  <a:pt x="373138" y="227393"/>
                </a:lnTo>
                <a:lnTo>
                  <a:pt x="372618" y="212407"/>
                </a:lnTo>
                <a:lnTo>
                  <a:pt x="372148" y="202006"/>
                </a:lnTo>
                <a:lnTo>
                  <a:pt x="372046" y="199148"/>
                </a:lnTo>
                <a:lnTo>
                  <a:pt x="371944" y="195503"/>
                </a:lnTo>
                <a:lnTo>
                  <a:pt x="371856" y="108204"/>
                </a:lnTo>
                <a:lnTo>
                  <a:pt x="375335" y="105156"/>
                </a:lnTo>
                <a:lnTo>
                  <a:pt x="384048" y="97536"/>
                </a:lnTo>
                <a:lnTo>
                  <a:pt x="379730" y="94488"/>
                </a:lnTo>
                <a:lnTo>
                  <a:pt x="358140" y="79248"/>
                </a:lnTo>
                <a:lnTo>
                  <a:pt x="345948" y="94488"/>
                </a:lnTo>
                <a:lnTo>
                  <a:pt x="280416" y="94488"/>
                </a:lnTo>
                <a:lnTo>
                  <a:pt x="290715" y="75920"/>
                </a:lnTo>
                <a:lnTo>
                  <a:pt x="298894" y="61341"/>
                </a:lnTo>
                <a:lnTo>
                  <a:pt x="305054" y="50774"/>
                </a:lnTo>
                <a:lnTo>
                  <a:pt x="309372" y="44196"/>
                </a:lnTo>
                <a:lnTo>
                  <a:pt x="402336" y="44196"/>
                </a:lnTo>
                <a:close/>
              </a:path>
              <a:path w="1294129" h="407035">
                <a:moveTo>
                  <a:pt x="405384" y="358140"/>
                </a:moveTo>
                <a:lnTo>
                  <a:pt x="369087" y="362140"/>
                </a:lnTo>
                <a:lnTo>
                  <a:pt x="331089" y="364998"/>
                </a:lnTo>
                <a:lnTo>
                  <a:pt x="291363" y="366712"/>
                </a:lnTo>
                <a:lnTo>
                  <a:pt x="249936" y="367284"/>
                </a:lnTo>
                <a:lnTo>
                  <a:pt x="210781" y="365531"/>
                </a:lnTo>
                <a:lnTo>
                  <a:pt x="177927" y="362331"/>
                </a:lnTo>
                <a:lnTo>
                  <a:pt x="151345" y="357428"/>
                </a:lnTo>
                <a:lnTo>
                  <a:pt x="131064" y="350520"/>
                </a:lnTo>
                <a:lnTo>
                  <a:pt x="131064" y="342900"/>
                </a:lnTo>
                <a:lnTo>
                  <a:pt x="131064" y="281940"/>
                </a:lnTo>
                <a:lnTo>
                  <a:pt x="208788" y="281940"/>
                </a:lnTo>
                <a:lnTo>
                  <a:pt x="199237" y="271272"/>
                </a:lnTo>
                <a:lnTo>
                  <a:pt x="182880" y="252984"/>
                </a:lnTo>
                <a:lnTo>
                  <a:pt x="163068" y="271272"/>
                </a:lnTo>
                <a:lnTo>
                  <a:pt x="131064" y="271272"/>
                </a:lnTo>
                <a:lnTo>
                  <a:pt x="131064" y="210312"/>
                </a:lnTo>
                <a:lnTo>
                  <a:pt x="216408" y="210312"/>
                </a:lnTo>
                <a:lnTo>
                  <a:pt x="187452" y="179832"/>
                </a:lnTo>
                <a:lnTo>
                  <a:pt x="167640" y="201168"/>
                </a:lnTo>
                <a:lnTo>
                  <a:pt x="13716" y="201168"/>
                </a:lnTo>
                <a:lnTo>
                  <a:pt x="28956" y="216408"/>
                </a:lnTo>
                <a:lnTo>
                  <a:pt x="39255" y="214172"/>
                </a:lnTo>
                <a:lnTo>
                  <a:pt x="49720" y="212217"/>
                </a:lnTo>
                <a:lnTo>
                  <a:pt x="60452" y="210845"/>
                </a:lnTo>
                <a:lnTo>
                  <a:pt x="71628" y="210312"/>
                </a:lnTo>
                <a:lnTo>
                  <a:pt x="108204" y="210312"/>
                </a:lnTo>
                <a:lnTo>
                  <a:pt x="108204" y="342900"/>
                </a:lnTo>
                <a:lnTo>
                  <a:pt x="93929" y="333235"/>
                </a:lnTo>
                <a:lnTo>
                  <a:pt x="80962" y="322707"/>
                </a:lnTo>
                <a:lnTo>
                  <a:pt x="69405" y="311619"/>
                </a:lnTo>
                <a:lnTo>
                  <a:pt x="68783" y="310896"/>
                </a:lnTo>
                <a:lnTo>
                  <a:pt x="59436" y="300228"/>
                </a:lnTo>
                <a:lnTo>
                  <a:pt x="63195" y="278155"/>
                </a:lnTo>
                <a:lnTo>
                  <a:pt x="67818" y="261937"/>
                </a:lnTo>
                <a:lnTo>
                  <a:pt x="73571" y="251155"/>
                </a:lnTo>
                <a:lnTo>
                  <a:pt x="80772" y="245364"/>
                </a:lnTo>
                <a:lnTo>
                  <a:pt x="45720" y="228600"/>
                </a:lnTo>
                <a:lnTo>
                  <a:pt x="41148" y="269938"/>
                </a:lnTo>
                <a:lnTo>
                  <a:pt x="32004" y="316992"/>
                </a:lnTo>
                <a:lnTo>
                  <a:pt x="18288" y="362521"/>
                </a:lnTo>
                <a:lnTo>
                  <a:pt x="0" y="402336"/>
                </a:lnTo>
                <a:lnTo>
                  <a:pt x="4572" y="405384"/>
                </a:lnTo>
                <a:lnTo>
                  <a:pt x="18872" y="387413"/>
                </a:lnTo>
                <a:lnTo>
                  <a:pt x="32194" y="365569"/>
                </a:lnTo>
                <a:lnTo>
                  <a:pt x="44640" y="340029"/>
                </a:lnTo>
                <a:lnTo>
                  <a:pt x="56388" y="310896"/>
                </a:lnTo>
                <a:lnTo>
                  <a:pt x="70078" y="328002"/>
                </a:lnTo>
                <a:lnTo>
                  <a:pt x="109728" y="362712"/>
                </a:lnTo>
                <a:lnTo>
                  <a:pt x="159016" y="382219"/>
                </a:lnTo>
                <a:lnTo>
                  <a:pt x="208978" y="390842"/>
                </a:lnTo>
                <a:lnTo>
                  <a:pt x="250698" y="393001"/>
                </a:lnTo>
                <a:lnTo>
                  <a:pt x="304990" y="393750"/>
                </a:lnTo>
                <a:lnTo>
                  <a:pt x="371856" y="393192"/>
                </a:lnTo>
                <a:lnTo>
                  <a:pt x="374091" y="385483"/>
                </a:lnTo>
                <a:lnTo>
                  <a:pt x="380619" y="378333"/>
                </a:lnTo>
                <a:lnTo>
                  <a:pt x="391134" y="371767"/>
                </a:lnTo>
                <a:lnTo>
                  <a:pt x="401764" y="367284"/>
                </a:lnTo>
                <a:lnTo>
                  <a:pt x="405384" y="365760"/>
                </a:lnTo>
                <a:lnTo>
                  <a:pt x="405384" y="358140"/>
                </a:lnTo>
                <a:close/>
              </a:path>
              <a:path w="1294129" h="407035">
                <a:moveTo>
                  <a:pt x="509016" y="161544"/>
                </a:moveTo>
                <a:lnTo>
                  <a:pt x="474916" y="124548"/>
                </a:lnTo>
                <a:lnTo>
                  <a:pt x="452628" y="114300"/>
                </a:lnTo>
                <a:lnTo>
                  <a:pt x="448056" y="118872"/>
                </a:lnTo>
                <a:lnTo>
                  <a:pt x="460387" y="133159"/>
                </a:lnTo>
                <a:lnTo>
                  <a:pt x="470154" y="146304"/>
                </a:lnTo>
                <a:lnTo>
                  <a:pt x="477621" y="158305"/>
                </a:lnTo>
                <a:lnTo>
                  <a:pt x="483108" y="169164"/>
                </a:lnTo>
                <a:lnTo>
                  <a:pt x="486156" y="178308"/>
                </a:lnTo>
                <a:lnTo>
                  <a:pt x="489204" y="182880"/>
                </a:lnTo>
                <a:lnTo>
                  <a:pt x="496824" y="182880"/>
                </a:lnTo>
                <a:lnTo>
                  <a:pt x="499872" y="179832"/>
                </a:lnTo>
                <a:lnTo>
                  <a:pt x="502920" y="175260"/>
                </a:lnTo>
                <a:lnTo>
                  <a:pt x="507492" y="170688"/>
                </a:lnTo>
                <a:lnTo>
                  <a:pt x="509016" y="161544"/>
                </a:lnTo>
                <a:close/>
              </a:path>
              <a:path w="1294129" h="407035">
                <a:moveTo>
                  <a:pt x="548640" y="53340"/>
                </a:moveTo>
                <a:lnTo>
                  <a:pt x="547116" y="50292"/>
                </a:lnTo>
                <a:lnTo>
                  <a:pt x="545592" y="44196"/>
                </a:lnTo>
                <a:lnTo>
                  <a:pt x="540461" y="38773"/>
                </a:lnTo>
                <a:lnTo>
                  <a:pt x="529780" y="31623"/>
                </a:lnTo>
                <a:lnTo>
                  <a:pt x="513651" y="22771"/>
                </a:lnTo>
                <a:lnTo>
                  <a:pt x="492252" y="12192"/>
                </a:lnTo>
                <a:lnTo>
                  <a:pt x="489204" y="18288"/>
                </a:lnTo>
                <a:lnTo>
                  <a:pt x="500862" y="32600"/>
                </a:lnTo>
                <a:lnTo>
                  <a:pt x="510540" y="45910"/>
                </a:lnTo>
                <a:lnTo>
                  <a:pt x="517918" y="58369"/>
                </a:lnTo>
                <a:lnTo>
                  <a:pt x="522732" y="70104"/>
                </a:lnTo>
                <a:lnTo>
                  <a:pt x="527304" y="80772"/>
                </a:lnTo>
                <a:lnTo>
                  <a:pt x="530352" y="85344"/>
                </a:lnTo>
                <a:lnTo>
                  <a:pt x="534924" y="85344"/>
                </a:lnTo>
                <a:lnTo>
                  <a:pt x="537972" y="82296"/>
                </a:lnTo>
                <a:lnTo>
                  <a:pt x="542544" y="74676"/>
                </a:lnTo>
                <a:lnTo>
                  <a:pt x="547116" y="68580"/>
                </a:lnTo>
                <a:lnTo>
                  <a:pt x="548640" y="62484"/>
                </a:lnTo>
                <a:lnTo>
                  <a:pt x="548640" y="53340"/>
                </a:lnTo>
                <a:close/>
              </a:path>
              <a:path w="1294129" h="407035">
                <a:moveTo>
                  <a:pt x="579120" y="85344"/>
                </a:moveTo>
                <a:lnTo>
                  <a:pt x="571500" y="83820"/>
                </a:lnTo>
                <a:lnTo>
                  <a:pt x="546011" y="153835"/>
                </a:lnTo>
                <a:lnTo>
                  <a:pt x="526542" y="206121"/>
                </a:lnTo>
                <a:lnTo>
                  <a:pt x="512775" y="240703"/>
                </a:lnTo>
                <a:lnTo>
                  <a:pt x="504444" y="257556"/>
                </a:lnTo>
                <a:lnTo>
                  <a:pt x="498348" y="268224"/>
                </a:lnTo>
                <a:lnTo>
                  <a:pt x="493776" y="274320"/>
                </a:lnTo>
                <a:lnTo>
                  <a:pt x="489204" y="274320"/>
                </a:lnTo>
                <a:lnTo>
                  <a:pt x="483438" y="274916"/>
                </a:lnTo>
                <a:lnTo>
                  <a:pt x="475107" y="274510"/>
                </a:lnTo>
                <a:lnTo>
                  <a:pt x="463905" y="273253"/>
                </a:lnTo>
                <a:lnTo>
                  <a:pt x="449580" y="271272"/>
                </a:lnTo>
                <a:lnTo>
                  <a:pt x="449580" y="278892"/>
                </a:lnTo>
                <a:lnTo>
                  <a:pt x="489204" y="297180"/>
                </a:lnTo>
                <a:lnTo>
                  <a:pt x="492252" y="303276"/>
                </a:lnTo>
                <a:lnTo>
                  <a:pt x="492150" y="313944"/>
                </a:lnTo>
                <a:lnTo>
                  <a:pt x="491934" y="317563"/>
                </a:lnTo>
                <a:lnTo>
                  <a:pt x="490918" y="323850"/>
                </a:lnTo>
                <a:lnTo>
                  <a:pt x="489026" y="331279"/>
                </a:lnTo>
                <a:lnTo>
                  <a:pt x="486156" y="339852"/>
                </a:lnTo>
                <a:lnTo>
                  <a:pt x="483108" y="355092"/>
                </a:lnTo>
                <a:lnTo>
                  <a:pt x="483108" y="361188"/>
                </a:lnTo>
                <a:lnTo>
                  <a:pt x="483958" y="369747"/>
                </a:lnTo>
                <a:lnTo>
                  <a:pt x="486537" y="376999"/>
                </a:lnTo>
                <a:lnTo>
                  <a:pt x="490816" y="382841"/>
                </a:lnTo>
                <a:lnTo>
                  <a:pt x="496824" y="387096"/>
                </a:lnTo>
                <a:lnTo>
                  <a:pt x="501396" y="388620"/>
                </a:lnTo>
                <a:lnTo>
                  <a:pt x="513588" y="388620"/>
                </a:lnTo>
                <a:lnTo>
                  <a:pt x="516636" y="385572"/>
                </a:lnTo>
                <a:lnTo>
                  <a:pt x="516636" y="336804"/>
                </a:lnTo>
                <a:lnTo>
                  <a:pt x="517779" y="321398"/>
                </a:lnTo>
                <a:lnTo>
                  <a:pt x="523328" y="274916"/>
                </a:lnTo>
                <a:lnTo>
                  <a:pt x="537591" y="222694"/>
                </a:lnTo>
                <a:lnTo>
                  <a:pt x="555066" y="163664"/>
                </a:lnTo>
                <a:lnTo>
                  <a:pt x="579120" y="85344"/>
                </a:lnTo>
                <a:close/>
              </a:path>
              <a:path w="1294129" h="407035">
                <a:moveTo>
                  <a:pt x="658368" y="227076"/>
                </a:moveTo>
                <a:lnTo>
                  <a:pt x="624840" y="202692"/>
                </a:lnTo>
                <a:lnTo>
                  <a:pt x="615124" y="230416"/>
                </a:lnTo>
                <a:lnTo>
                  <a:pt x="601980" y="258699"/>
                </a:lnTo>
                <a:lnTo>
                  <a:pt x="585406" y="287566"/>
                </a:lnTo>
                <a:lnTo>
                  <a:pt x="565404" y="316992"/>
                </a:lnTo>
                <a:lnTo>
                  <a:pt x="569976" y="320040"/>
                </a:lnTo>
                <a:lnTo>
                  <a:pt x="587375" y="303466"/>
                </a:lnTo>
                <a:lnTo>
                  <a:pt x="605218" y="283464"/>
                </a:lnTo>
                <a:lnTo>
                  <a:pt x="623328" y="260032"/>
                </a:lnTo>
                <a:lnTo>
                  <a:pt x="641604" y="233172"/>
                </a:lnTo>
                <a:lnTo>
                  <a:pt x="658368" y="227076"/>
                </a:lnTo>
                <a:close/>
              </a:path>
              <a:path w="1294129" h="407035">
                <a:moveTo>
                  <a:pt x="731520" y="193548"/>
                </a:moveTo>
                <a:lnTo>
                  <a:pt x="693420" y="176784"/>
                </a:lnTo>
                <a:lnTo>
                  <a:pt x="694296" y="186791"/>
                </a:lnTo>
                <a:lnTo>
                  <a:pt x="694753" y="200787"/>
                </a:lnTo>
                <a:lnTo>
                  <a:pt x="694791" y="206121"/>
                </a:lnTo>
                <a:lnTo>
                  <a:pt x="694918" y="227076"/>
                </a:lnTo>
                <a:lnTo>
                  <a:pt x="694804" y="275844"/>
                </a:lnTo>
                <a:lnTo>
                  <a:pt x="694702" y="283464"/>
                </a:lnTo>
                <a:lnTo>
                  <a:pt x="694296" y="299085"/>
                </a:lnTo>
                <a:lnTo>
                  <a:pt x="693420" y="313944"/>
                </a:lnTo>
                <a:lnTo>
                  <a:pt x="719328" y="298704"/>
                </a:lnTo>
                <a:lnTo>
                  <a:pt x="719035" y="283464"/>
                </a:lnTo>
                <a:lnTo>
                  <a:pt x="718566" y="265176"/>
                </a:lnTo>
                <a:lnTo>
                  <a:pt x="718032" y="238277"/>
                </a:lnTo>
                <a:lnTo>
                  <a:pt x="717804" y="204216"/>
                </a:lnTo>
                <a:lnTo>
                  <a:pt x="731520" y="193548"/>
                </a:lnTo>
                <a:close/>
              </a:path>
              <a:path w="1294129" h="407035">
                <a:moveTo>
                  <a:pt x="826008" y="251460"/>
                </a:moveTo>
                <a:lnTo>
                  <a:pt x="798576" y="220980"/>
                </a:lnTo>
                <a:lnTo>
                  <a:pt x="781088" y="248983"/>
                </a:lnTo>
                <a:lnTo>
                  <a:pt x="760476" y="275844"/>
                </a:lnTo>
                <a:lnTo>
                  <a:pt x="708660" y="326136"/>
                </a:lnTo>
                <a:lnTo>
                  <a:pt x="677176" y="348983"/>
                </a:lnTo>
                <a:lnTo>
                  <a:pt x="639699" y="369379"/>
                </a:lnTo>
                <a:lnTo>
                  <a:pt x="595922" y="387223"/>
                </a:lnTo>
                <a:lnTo>
                  <a:pt x="545592" y="402336"/>
                </a:lnTo>
                <a:lnTo>
                  <a:pt x="547116" y="406908"/>
                </a:lnTo>
                <a:lnTo>
                  <a:pt x="589686" y="398907"/>
                </a:lnTo>
                <a:lnTo>
                  <a:pt x="628269" y="388620"/>
                </a:lnTo>
                <a:lnTo>
                  <a:pt x="693420" y="361188"/>
                </a:lnTo>
                <a:lnTo>
                  <a:pt x="750760" y="318516"/>
                </a:lnTo>
                <a:lnTo>
                  <a:pt x="779780" y="290474"/>
                </a:lnTo>
                <a:lnTo>
                  <a:pt x="809244" y="257556"/>
                </a:lnTo>
                <a:lnTo>
                  <a:pt x="826008" y="251460"/>
                </a:lnTo>
                <a:close/>
              </a:path>
              <a:path w="1294129" h="407035">
                <a:moveTo>
                  <a:pt x="853440" y="172212"/>
                </a:moveTo>
                <a:lnTo>
                  <a:pt x="826008" y="140208"/>
                </a:lnTo>
                <a:lnTo>
                  <a:pt x="801624" y="161544"/>
                </a:lnTo>
                <a:lnTo>
                  <a:pt x="726948" y="161544"/>
                </a:lnTo>
                <a:lnTo>
                  <a:pt x="726948" y="92964"/>
                </a:lnTo>
                <a:lnTo>
                  <a:pt x="835152" y="92964"/>
                </a:lnTo>
                <a:lnTo>
                  <a:pt x="825449" y="82296"/>
                </a:lnTo>
                <a:lnTo>
                  <a:pt x="804672" y="59436"/>
                </a:lnTo>
                <a:lnTo>
                  <a:pt x="784860" y="82296"/>
                </a:lnTo>
                <a:lnTo>
                  <a:pt x="726948" y="82296"/>
                </a:lnTo>
                <a:lnTo>
                  <a:pt x="726948" y="28956"/>
                </a:lnTo>
                <a:lnTo>
                  <a:pt x="740664" y="16764"/>
                </a:lnTo>
                <a:lnTo>
                  <a:pt x="702564" y="0"/>
                </a:lnTo>
                <a:lnTo>
                  <a:pt x="703795" y="45910"/>
                </a:lnTo>
                <a:lnTo>
                  <a:pt x="704037" y="92964"/>
                </a:lnTo>
                <a:lnTo>
                  <a:pt x="704088" y="161544"/>
                </a:lnTo>
                <a:lnTo>
                  <a:pt x="644652" y="161544"/>
                </a:lnTo>
                <a:lnTo>
                  <a:pt x="644652" y="73152"/>
                </a:lnTo>
                <a:lnTo>
                  <a:pt x="658368" y="60960"/>
                </a:lnTo>
                <a:lnTo>
                  <a:pt x="620268" y="45720"/>
                </a:lnTo>
                <a:lnTo>
                  <a:pt x="621626" y="92964"/>
                </a:lnTo>
                <a:lnTo>
                  <a:pt x="621792" y="161544"/>
                </a:lnTo>
                <a:lnTo>
                  <a:pt x="566928" y="161544"/>
                </a:lnTo>
                <a:lnTo>
                  <a:pt x="582168" y="178308"/>
                </a:lnTo>
                <a:lnTo>
                  <a:pt x="592467" y="175437"/>
                </a:lnTo>
                <a:lnTo>
                  <a:pt x="602932" y="173545"/>
                </a:lnTo>
                <a:lnTo>
                  <a:pt x="613664" y="172529"/>
                </a:lnTo>
                <a:lnTo>
                  <a:pt x="624840" y="172212"/>
                </a:lnTo>
                <a:lnTo>
                  <a:pt x="853440" y="172212"/>
                </a:lnTo>
                <a:close/>
              </a:path>
              <a:path w="1294129" h="407035">
                <a:moveTo>
                  <a:pt x="1293863" y="368808"/>
                </a:moveTo>
                <a:lnTo>
                  <a:pt x="1241145" y="356387"/>
                </a:lnTo>
                <a:lnTo>
                  <a:pt x="1204290" y="340144"/>
                </a:lnTo>
                <a:lnTo>
                  <a:pt x="1172845" y="318516"/>
                </a:lnTo>
                <a:lnTo>
                  <a:pt x="1171232" y="317284"/>
                </a:lnTo>
                <a:lnTo>
                  <a:pt x="1156703" y="303276"/>
                </a:lnTo>
                <a:lnTo>
                  <a:pt x="1170990" y="286512"/>
                </a:lnTo>
                <a:lnTo>
                  <a:pt x="1178166" y="278091"/>
                </a:lnTo>
                <a:lnTo>
                  <a:pt x="1199184" y="248031"/>
                </a:lnTo>
                <a:lnTo>
                  <a:pt x="1219936" y="212839"/>
                </a:lnTo>
                <a:lnTo>
                  <a:pt x="1240523" y="172212"/>
                </a:lnTo>
                <a:lnTo>
                  <a:pt x="1257287" y="164592"/>
                </a:lnTo>
                <a:lnTo>
                  <a:pt x="1254569" y="161544"/>
                </a:lnTo>
                <a:lnTo>
                  <a:pt x="1246390" y="152400"/>
                </a:lnTo>
                <a:lnTo>
                  <a:pt x="1231379" y="135636"/>
                </a:lnTo>
                <a:lnTo>
                  <a:pt x="1216139" y="150876"/>
                </a:lnTo>
                <a:lnTo>
                  <a:pt x="1216139" y="161544"/>
                </a:lnTo>
                <a:lnTo>
                  <a:pt x="1202118" y="195859"/>
                </a:lnTo>
                <a:lnTo>
                  <a:pt x="1185087" y="228028"/>
                </a:lnTo>
                <a:lnTo>
                  <a:pt x="1164920" y="258203"/>
                </a:lnTo>
                <a:lnTo>
                  <a:pt x="1141463" y="286512"/>
                </a:lnTo>
                <a:lnTo>
                  <a:pt x="1114348" y="251079"/>
                </a:lnTo>
                <a:lnTo>
                  <a:pt x="1090218" y="211074"/>
                </a:lnTo>
                <a:lnTo>
                  <a:pt x="1069251" y="166497"/>
                </a:lnTo>
                <a:lnTo>
                  <a:pt x="1055395" y="128016"/>
                </a:lnTo>
                <a:lnTo>
                  <a:pt x="1051547" y="117348"/>
                </a:lnTo>
                <a:lnTo>
                  <a:pt x="1053833" y="94157"/>
                </a:lnTo>
                <a:lnTo>
                  <a:pt x="1056119" y="74676"/>
                </a:lnTo>
                <a:lnTo>
                  <a:pt x="1058405" y="58635"/>
                </a:lnTo>
                <a:lnTo>
                  <a:pt x="1060691" y="45720"/>
                </a:lnTo>
                <a:lnTo>
                  <a:pt x="1168895" y="45720"/>
                </a:lnTo>
                <a:lnTo>
                  <a:pt x="1154544" y="93726"/>
                </a:lnTo>
                <a:lnTo>
                  <a:pt x="1137272" y="136207"/>
                </a:lnTo>
                <a:lnTo>
                  <a:pt x="1123175" y="152400"/>
                </a:lnTo>
                <a:lnTo>
                  <a:pt x="1146035" y="173736"/>
                </a:lnTo>
                <a:lnTo>
                  <a:pt x="1158227" y="161544"/>
                </a:lnTo>
                <a:lnTo>
                  <a:pt x="1216139" y="161544"/>
                </a:lnTo>
                <a:lnTo>
                  <a:pt x="1216139" y="150876"/>
                </a:lnTo>
                <a:lnTo>
                  <a:pt x="1214615" y="152400"/>
                </a:lnTo>
                <a:lnTo>
                  <a:pt x="1158227" y="152400"/>
                </a:lnTo>
                <a:lnTo>
                  <a:pt x="1194803" y="56388"/>
                </a:lnTo>
                <a:lnTo>
                  <a:pt x="1210805" y="45720"/>
                </a:lnTo>
                <a:lnTo>
                  <a:pt x="1213091" y="44196"/>
                </a:lnTo>
                <a:lnTo>
                  <a:pt x="1184135" y="19812"/>
                </a:lnTo>
                <a:lnTo>
                  <a:pt x="1168895" y="35052"/>
                </a:lnTo>
                <a:lnTo>
                  <a:pt x="947915" y="35052"/>
                </a:lnTo>
                <a:lnTo>
                  <a:pt x="961631" y="48768"/>
                </a:lnTo>
                <a:lnTo>
                  <a:pt x="976871" y="45720"/>
                </a:lnTo>
                <a:lnTo>
                  <a:pt x="1034783" y="45720"/>
                </a:lnTo>
                <a:lnTo>
                  <a:pt x="1027925" y="104013"/>
                </a:lnTo>
                <a:lnTo>
                  <a:pt x="1016495" y="169164"/>
                </a:lnTo>
                <a:lnTo>
                  <a:pt x="997254" y="233172"/>
                </a:lnTo>
                <a:lnTo>
                  <a:pt x="972299" y="288036"/>
                </a:lnTo>
                <a:lnTo>
                  <a:pt x="936104" y="340614"/>
                </a:lnTo>
                <a:lnTo>
                  <a:pt x="888479" y="393192"/>
                </a:lnTo>
                <a:lnTo>
                  <a:pt x="891527" y="399288"/>
                </a:lnTo>
                <a:lnTo>
                  <a:pt x="932395" y="363855"/>
                </a:lnTo>
                <a:lnTo>
                  <a:pt x="965822" y="328422"/>
                </a:lnTo>
                <a:lnTo>
                  <a:pt x="991831" y="292989"/>
                </a:lnTo>
                <a:lnTo>
                  <a:pt x="1010399" y="257556"/>
                </a:lnTo>
                <a:lnTo>
                  <a:pt x="1035735" y="189357"/>
                </a:lnTo>
                <a:lnTo>
                  <a:pt x="1048499" y="128016"/>
                </a:lnTo>
                <a:lnTo>
                  <a:pt x="1060221" y="172554"/>
                </a:lnTo>
                <a:lnTo>
                  <a:pt x="1077074" y="216789"/>
                </a:lnTo>
                <a:lnTo>
                  <a:pt x="1099083" y="260464"/>
                </a:lnTo>
                <a:lnTo>
                  <a:pt x="1126223" y="303276"/>
                </a:lnTo>
                <a:lnTo>
                  <a:pt x="1091412" y="331330"/>
                </a:lnTo>
                <a:lnTo>
                  <a:pt x="1048880" y="356235"/>
                </a:lnTo>
                <a:lnTo>
                  <a:pt x="998931" y="378294"/>
                </a:lnTo>
                <a:lnTo>
                  <a:pt x="941819" y="397764"/>
                </a:lnTo>
                <a:lnTo>
                  <a:pt x="943343" y="403860"/>
                </a:lnTo>
                <a:lnTo>
                  <a:pt x="1004493" y="388175"/>
                </a:lnTo>
                <a:lnTo>
                  <a:pt x="1057643" y="368617"/>
                </a:lnTo>
                <a:lnTo>
                  <a:pt x="1102791" y="345363"/>
                </a:lnTo>
                <a:lnTo>
                  <a:pt x="1139939" y="318516"/>
                </a:lnTo>
                <a:lnTo>
                  <a:pt x="1163447" y="341426"/>
                </a:lnTo>
                <a:lnTo>
                  <a:pt x="1190802" y="362331"/>
                </a:lnTo>
                <a:lnTo>
                  <a:pt x="1222451" y="381533"/>
                </a:lnTo>
                <a:lnTo>
                  <a:pt x="1258811" y="399288"/>
                </a:lnTo>
                <a:lnTo>
                  <a:pt x="1264513" y="389915"/>
                </a:lnTo>
                <a:lnTo>
                  <a:pt x="1272336" y="382524"/>
                </a:lnTo>
                <a:lnTo>
                  <a:pt x="1282179" y="377431"/>
                </a:lnTo>
                <a:lnTo>
                  <a:pt x="1293863" y="374904"/>
                </a:lnTo>
                <a:lnTo>
                  <a:pt x="1293863" y="36880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" name="object 35"/>
          <p:cNvSpPr/>
          <p:nvPr/>
        </p:nvSpPr>
        <p:spPr>
          <a:xfrm>
            <a:off x="5695188" y="3653028"/>
            <a:ext cx="384175" cy="403860"/>
          </a:xfrm>
          <a:custGeom>
            <a:avLst/>
            <a:gdLst/>
            <a:ahLst/>
            <a:cxnLst/>
            <a:rect l="l" t="t" r="r" b="b"/>
            <a:pathLst>
              <a:path w="384175" h="403860">
                <a:moveTo>
                  <a:pt x="22860" y="48768"/>
                </a:moveTo>
                <a:lnTo>
                  <a:pt x="6096" y="32004"/>
                </a:lnTo>
                <a:lnTo>
                  <a:pt x="182880" y="32004"/>
                </a:lnTo>
                <a:lnTo>
                  <a:pt x="205740" y="10668"/>
                </a:lnTo>
                <a:lnTo>
                  <a:pt x="237744" y="42672"/>
                </a:lnTo>
                <a:lnTo>
                  <a:pt x="64008" y="42672"/>
                </a:lnTo>
                <a:lnTo>
                  <a:pt x="52863" y="42981"/>
                </a:lnTo>
                <a:lnTo>
                  <a:pt x="42291" y="44005"/>
                </a:lnTo>
                <a:lnTo>
                  <a:pt x="32289" y="45886"/>
                </a:lnTo>
                <a:lnTo>
                  <a:pt x="22860" y="48768"/>
                </a:lnTo>
                <a:close/>
              </a:path>
              <a:path w="384175" h="403860">
                <a:moveTo>
                  <a:pt x="33528" y="176784"/>
                </a:moveTo>
                <a:lnTo>
                  <a:pt x="16764" y="146304"/>
                </a:lnTo>
                <a:lnTo>
                  <a:pt x="29337" y="143184"/>
                </a:lnTo>
                <a:lnTo>
                  <a:pt x="41910" y="136207"/>
                </a:lnTo>
                <a:lnTo>
                  <a:pt x="79938" y="94321"/>
                </a:lnTo>
                <a:lnTo>
                  <a:pt x="101131" y="60459"/>
                </a:lnTo>
                <a:lnTo>
                  <a:pt x="109728" y="42672"/>
                </a:lnTo>
                <a:lnTo>
                  <a:pt x="115824" y="42672"/>
                </a:lnTo>
                <a:lnTo>
                  <a:pt x="147828" y="62484"/>
                </a:lnTo>
                <a:lnTo>
                  <a:pt x="137279" y="67032"/>
                </a:lnTo>
                <a:lnTo>
                  <a:pt x="126301" y="73723"/>
                </a:lnTo>
                <a:lnTo>
                  <a:pt x="115038" y="82415"/>
                </a:lnTo>
                <a:lnTo>
                  <a:pt x="103632" y="92964"/>
                </a:lnTo>
                <a:lnTo>
                  <a:pt x="91654" y="106441"/>
                </a:lnTo>
                <a:lnTo>
                  <a:pt x="78676" y="119634"/>
                </a:lnTo>
                <a:lnTo>
                  <a:pt x="64841" y="132826"/>
                </a:lnTo>
                <a:lnTo>
                  <a:pt x="50292" y="146304"/>
                </a:lnTo>
                <a:lnTo>
                  <a:pt x="226768" y="146304"/>
                </a:lnTo>
                <a:lnTo>
                  <a:pt x="229696" y="150876"/>
                </a:lnTo>
                <a:lnTo>
                  <a:pt x="193548" y="150876"/>
                </a:lnTo>
                <a:lnTo>
                  <a:pt x="174140" y="152923"/>
                </a:lnTo>
                <a:lnTo>
                  <a:pt x="135897" y="156448"/>
                </a:lnTo>
                <a:lnTo>
                  <a:pt x="117348" y="158496"/>
                </a:lnTo>
                <a:lnTo>
                  <a:pt x="108204" y="158496"/>
                </a:lnTo>
                <a:lnTo>
                  <a:pt x="79605" y="162425"/>
                </a:lnTo>
                <a:lnTo>
                  <a:pt x="57721" y="167068"/>
                </a:lnTo>
                <a:lnTo>
                  <a:pt x="42410" y="171997"/>
                </a:lnTo>
                <a:lnTo>
                  <a:pt x="33528" y="176784"/>
                </a:lnTo>
                <a:close/>
              </a:path>
              <a:path w="384175" h="403860">
                <a:moveTo>
                  <a:pt x="226768" y="146304"/>
                </a:moveTo>
                <a:lnTo>
                  <a:pt x="50292" y="146304"/>
                </a:lnTo>
                <a:lnTo>
                  <a:pt x="188976" y="141732"/>
                </a:lnTo>
                <a:lnTo>
                  <a:pt x="180641" y="130016"/>
                </a:lnTo>
                <a:lnTo>
                  <a:pt x="171450" y="117729"/>
                </a:lnTo>
                <a:lnTo>
                  <a:pt x="161115" y="104870"/>
                </a:lnTo>
                <a:lnTo>
                  <a:pt x="149352" y="91440"/>
                </a:lnTo>
                <a:lnTo>
                  <a:pt x="153924" y="86868"/>
                </a:lnTo>
                <a:lnTo>
                  <a:pt x="186213" y="109989"/>
                </a:lnTo>
                <a:lnTo>
                  <a:pt x="209931" y="128968"/>
                </a:lnTo>
                <a:lnTo>
                  <a:pt x="225075" y="143660"/>
                </a:lnTo>
                <a:lnTo>
                  <a:pt x="226768" y="146304"/>
                </a:lnTo>
                <a:close/>
              </a:path>
              <a:path w="384175" h="403860">
                <a:moveTo>
                  <a:pt x="216408" y="188976"/>
                </a:moveTo>
                <a:lnTo>
                  <a:pt x="211836" y="188976"/>
                </a:lnTo>
                <a:lnTo>
                  <a:pt x="210312" y="187452"/>
                </a:lnTo>
                <a:lnTo>
                  <a:pt x="208788" y="182880"/>
                </a:lnTo>
                <a:lnTo>
                  <a:pt x="205898" y="175569"/>
                </a:lnTo>
                <a:lnTo>
                  <a:pt x="202311" y="168021"/>
                </a:lnTo>
                <a:lnTo>
                  <a:pt x="193548" y="150876"/>
                </a:lnTo>
                <a:lnTo>
                  <a:pt x="229696" y="150876"/>
                </a:lnTo>
                <a:lnTo>
                  <a:pt x="231648" y="153924"/>
                </a:lnTo>
                <a:lnTo>
                  <a:pt x="232195" y="162472"/>
                </a:lnTo>
                <a:lnTo>
                  <a:pt x="231457" y="169735"/>
                </a:lnTo>
                <a:lnTo>
                  <a:pt x="229290" y="175569"/>
                </a:lnTo>
                <a:lnTo>
                  <a:pt x="225552" y="179832"/>
                </a:lnTo>
                <a:lnTo>
                  <a:pt x="216408" y="188976"/>
                </a:lnTo>
                <a:close/>
              </a:path>
              <a:path w="384175" h="403860">
                <a:moveTo>
                  <a:pt x="132588" y="239268"/>
                </a:moveTo>
                <a:lnTo>
                  <a:pt x="108204" y="239268"/>
                </a:lnTo>
                <a:lnTo>
                  <a:pt x="108204" y="158496"/>
                </a:lnTo>
                <a:lnTo>
                  <a:pt x="117348" y="158496"/>
                </a:lnTo>
                <a:lnTo>
                  <a:pt x="146304" y="172212"/>
                </a:lnTo>
                <a:lnTo>
                  <a:pt x="132588" y="184404"/>
                </a:lnTo>
                <a:lnTo>
                  <a:pt x="132588" y="239268"/>
                </a:lnTo>
                <a:close/>
              </a:path>
              <a:path w="384175" h="403860">
                <a:moveTo>
                  <a:pt x="21336" y="252984"/>
                </a:moveTo>
                <a:lnTo>
                  <a:pt x="6096" y="239268"/>
                </a:lnTo>
                <a:lnTo>
                  <a:pt x="178308" y="239268"/>
                </a:lnTo>
                <a:lnTo>
                  <a:pt x="199644" y="219456"/>
                </a:lnTo>
                <a:lnTo>
                  <a:pt x="231648" y="249936"/>
                </a:lnTo>
                <a:lnTo>
                  <a:pt x="41148" y="249936"/>
                </a:lnTo>
                <a:lnTo>
                  <a:pt x="21336" y="252984"/>
                </a:lnTo>
                <a:close/>
              </a:path>
              <a:path w="384175" h="403860">
                <a:moveTo>
                  <a:pt x="18288" y="388620"/>
                </a:moveTo>
                <a:lnTo>
                  <a:pt x="0" y="355092"/>
                </a:lnTo>
                <a:lnTo>
                  <a:pt x="71580" y="344376"/>
                </a:lnTo>
                <a:lnTo>
                  <a:pt x="108204" y="338328"/>
                </a:lnTo>
                <a:lnTo>
                  <a:pt x="108204" y="249936"/>
                </a:lnTo>
                <a:lnTo>
                  <a:pt x="132588" y="249936"/>
                </a:lnTo>
                <a:lnTo>
                  <a:pt x="132588" y="333756"/>
                </a:lnTo>
                <a:lnTo>
                  <a:pt x="192523" y="333756"/>
                </a:lnTo>
                <a:lnTo>
                  <a:pt x="145161" y="346186"/>
                </a:lnTo>
                <a:lnTo>
                  <a:pt x="80010" y="364998"/>
                </a:lnTo>
                <a:lnTo>
                  <a:pt x="37719" y="379237"/>
                </a:lnTo>
                <a:lnTo>
                  <a:pt x="18288" y="388620"/>
                </a:lnTo>
                <a:close/>
              </a:path>
              <a:path w="384175" h="403860">
                <a:moveTo>
                  <a:pt x="192523" y="333756"/>
                </a:moveTo>
                <a:lnTo>
                  <a:pt x="132588" y="333756"/>
                </a:lnTo>
                <a:lnTo>
                  <a:pt x="231648" y="313944"/>
                </a:lnTo>
                <a:lnTo>
                  <a:pt x="233172" y="323088"/>
                </a:lnTo>
                <a:lnTo>
                  <a:pt x="192523" y="333756"/>
                </a:lnTo>
                <a:close/>
              </a:path>
              <a:path w="384175" h="403860">
                <a:moveTo>
                  <a:pt x="369302" y="359664"/>
                </a:moveTo>
                <a:lnTo>
                  <a:pt x="330708" y="359664"/>
                </a:lnTo>
                <a:lnTo>
                  <a:pt x="338328" y="358140"/>
                </a:lnTo>
                <a:lnTo>
                  <a:pt x="342900" y="356616"/>
                </a:lnTo>
                <a:lnTo>
                  <a:pt x="345757" y="354306"/>
                </a:lnTo>
                <a:lnTo>
                  <a:pt x="347472" y="349567"/>
                </a:lnTo>
                <a:lnTo>
                  <a:pt x="348043" y="342257"/>
                </a:lnTo>
                <a:lnTo>
                  <a:pt x="347472" y="332232"/>
                </a:lnTo>
                <a:lnTo>
                  <a:pt x="347448" y="45434"/>
                </a:lnTo>
                <a:lnTo>
                  <a:pt x="347281" y="30861"/>
                </a:lnTo>
                <a:lnTo>
                  <a:pt x="346829" y="15716"/>
                </a:lnTo>
                <a:lnTo>
                  <a:pt x="345948" y="0"/>
                </a:lnTo>
                <a:lnTo>
                  <a:pt x="384048" y="16764"/>
                </a:lnTo>
                <a:lnTo>
                  <a:pt x="370332" y="28956"/>
                </a:lnTo>
                <a:lnTo>
                  <a:pt x="370332" y="347472"/>
                </a:lnTo>
                <a:lnTo>
                  <a:pt x="369302" y="359664"/>
                </a:lnTo>
                <a:close/>
              </a:path>
              <a:path w="384175" h="403860">
                <a:moveTo>
                  <a:pt x="262128" y="307848"/>
                </a:moveTo>
                <a:lnTo>
                  <a:pt x="263009" y="278177"/>
                </a:lnTo>
                <a:lnTo>
                  <a:pt x="263461" y="246507"/>
                </a:lnTo>
                <a:lnTo>
                  <a:pt x="263628" y="213121"/>
                </a:lnTo>
                <a:lnTo>
                  <a:pt x="263628" y="143160"/>
                </a:lnTo>
                <a:lnTo>
                  <a:pt x="263461" y="110871"/>
                </a:lnTo>
                <a:lnTo>
                  <a:pt x="263009" y="81438"/>
                </a:lnTo>
                <a:lnTo>
                  <a:pt x="262128" y="54864"/>
                </a:lnTo>
                <a:lnTo>
                  <a:pt x="301752" y="76200"/>
                </a:lnTo>
                <a:lnTo>
                  <a:pt x="286511" y="88392"/>
                </a:lnTo>
                <a:lnTo>
                  <a:pt x="286511" y="249936"/>
                </a:lnTo>
                <a:lnTo>
                  <a:pt x="286750" y="259675"/>
                </a:lnTo>
                <a:lnTo>
                  <a:pt x="287273" y="270700"/>
                </a:lnTo>
                <a:lnTo>
                  <a:pt x="287797" y="283154"/>
                </a:lnTo>
                <a:lnTo>
                  <a:pt x="288035" y="297180"/>
                </a:lnTo>
                <a:lnTo>
                  <a:pt x="262128" y="307848"/>
                </a:lnTo>
                <a:close/>
              </a:path>
              <a:path w="384175" h="403860">
                <a:moveTo>
                  <a:pt x="332232" y="403860"/>
                </a:moveTo>
                <a:lnTo>
                  <a:pt x="327040" y="391239"/>
                </a:lnTo>
                <a:lnTo>
                  <a:pt x="315849" y="380619"/>
                </a:lnTo>
                <a:lnTo>
                  <a:pt x="298370" y="371713"/>
                </a:lnTo>
                <a:lnTo>
                  <a:pt x="274320" y="364236"/>
                </a:lnTo>
                <a:lnTo>
                  <a:pt x="274320" y="356616"/>
                </a:lnTo>
                <a:lnTo>
                  <a:pt x="299847" y="358711"/>
                </a:lnTo>
                <a:lnTo>
                  <a:pt x="311610" y="359402"/>
                </a:lnTo>
                <a:lnTo>
                  <a:pt x="323088" y="359664"/>
                </a:lnTo>
                <a:lnTo>
                  <a:pt x="369302" y="359664"/>
                </a:lnTo>
                <a:lnTo>
                  <a:pt x="368665" y="367212"/>
                </a:lnTo>
                <a:lnTo>
                  <a:pt x="361569" y="383095"/>
                </a:lnTo>
                <a:lnTo>
                  <a:pt x="349329" y="395263"/>
                </a:lnTo>
                <a:lnTo>
                  <a:pt x="332232" y="40386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" name="object 36"/>
          <p:cNvSpPr/>
          <p:nvPr/>
        </p:nvSpPr>
        <p:spPr>
          <a:xfrm>
            <a:off x="6131052" y="3653027"/>
            <a:ext cx="394970" cy="403860"/>
          </a:xfrm>
          <a:custGeom>
            <a:avLst/>
            <a:gdLst/>
            <a:ahLst/>
            <a:cxnLst/>
            <a:rect l="l" t="t" r="r" b="b"/>
            <a:pathLst>
              <a:path w="394970" h="403860">
                <a:moveTo>
                  <a:pt x="284987" y="111252"/>
                </a:moveTo>
                <a:lnTo>
                  <a:pt x="262127" y="111252"/>
                </a:lnTo>
                <a:lnTo>
                  <a:pt x="262060" y="69103"/>
                </a:lnTo>
                <a:lnTo>
                  <a:pt x="261937" y="47053"/>
                </a:lnTo>
                <a:lnTo>
                  <a:pt x="261485" y="21455"/>
                </a:lnTo>
                <a:lnTo>
                  <a:pt x="260603" y="0"/>
                </a:lnTo>
                <a:lnTo>
                  <a:pt x="297179" y="16764"/>
                </a:lnTo>
                <a:lnTo>
                  <a:pt x="284987" y="28956"/>
                </a:lnTo>
                <a:lnTo>
                  <a:pt x="284987" y="111252"/>
                </a:lnTo>
                <a:close/>
              </a:path>
              <a:path w="394970" h="403860">
                <a:moveTo>
                  <a:pt x="28955" y="74676"/>
                </a:moveTo>
                <a:lnTo>
                  <a:pt x="13715" y="59436"/>
                </a:lnTo>
                <a:lnTo>
                  <a:pt x="138684" y="59436"/>
                </a:lnTo>
                <a:lnTo>
                  <a:pt x="160020" y="38100"/>
                </a:lnTo>
                <a:lnTo>
                  <a:pt x="190499" y="68580"/>
                </a:lnTo>
                <a:lnTo>
                  <a:pt x="64007" y="68580"/>
                </a:lnTo>
                <a:lnTo>
                  <a:pt x="54887" y="69103"/>
                </a:lnTo>
                <a:lnTo>
                  <a:pt x="45910" y="70485"/>
                </a:lnTo>
                <a:lnTo>
                  <a:pt x="37218" y="72437"/>
                </a:lnTo>
                <a:lnTo>
                  <a:pt x="28955" y="74676"/>
                </a:lnTo>
                <a:close/>
              </a:path>
              <a:path w="394970" h="403860">
                <a:moveTo>
                  <a:pt x="210311" y="124968"/>
                </a:moveTo>
                <a:lnTo>
                  <a:pt x="196596" y="111252"/>
                </a:lnTo>
                <a:lnTo>
                  <a:pt x="355092" y="111252"/>
                </a:lnTo>
                <a:lnTo>
                  <a:pt x="368808" y="96012"/>
                </a:lnTo>
                <a:lnTo>
                  <a:pt x="394716" y="115824"/>
                </a:lnTo>
                <a:lnTo>
                  <a:pt x="387858" y="121920"/>
                </a:lnTo>
                <a:lnTo>
                  <a:pt x="231647" y="121920"/>
                </a:lnTo>
                <a:lnTo>
                  <a:pt x="210311" y="124968"/>
                </a:lnTo>
                <a:close/>
              </a:path>
              <a:path w="394970" h="403860">
                <a:moveTo>
                  <a:pt x="134111" y="403860"/>
                </a:moveTo>
                <a:lnTo>
                  <a:pt x="128015" y="397764"/>
                </a:lnTo>
                <a:lnTo>
                  <a:pt x="154590" y="378333"/>
                </a:lnTo>
                <a:lnTo>
                  <a:pt x="177164" y="358902"/>
                </a:lnTo>
                <a:lnTo>
                  <a:pt x="210311" y="320040"/>
                </a:lnTo>
                <a:lnTo>
                  <a:pt x="234124" y="278892"/>
                </a:lnTo>
                <a:lnTo>
                  <a:pt x="249935" y="233172"/>
                </a:lnTo>
                <a:lnTo>
                  <a:pt x="257746" y="180403"/>
                </a:lnTo>
                <a:lnTo>
                  <a:pt x="262127" y="121920"/>
                </a:lnTo>
                <a:lnTo>
                  <a:pt x="284987" y="121920"/>
                </a:lnTo>
                <a:lnTo>
                  <a:pt x="280225" y="184023"/>
                </a:lnTo>
                <a:lnTo>
                  <a:pt x="269747" y="239268"/>
                </a:lnTo>
                <a:lnTo>
                  <a:pt x="251840" y="288607"/>
                </a:lnTo>
                <a:lnTo>
                  <a:pt x="222503" y="332232"/>
                </a:lnTo>
                <a:lnTo>
                  <a:pt x="184022" y="369760"/>
                </a:lnTo>
                <a:lnTo>
                  <a:pt x="160353" y="387310"/>
                </a:lnTo>
                <a:lnTo>
                  <a:pt x="134111" y="403860"/>
                </a:lnTo>
                <a:close/>
              </a:path>
              <a:path w="394970" h="403860">
                <a:moveTo>
                  <a:pt x="365833" y="358140"/>
                </a:moveTo>
                <a:lnTo>
                  <a:pt x="330708" y="358140"/>
                </a:lnTo>
                <a:lnTo>
                  <a:pt x="335280" y="356616"/>
                </a:lnTo>
                <a:lnTo>
                  <a:pt x="339852" y="353568"/>
                </a:lnTo>
                <a:lnTo>
                  <a:pt x="350520" y="307848"/>
                </a:lnTo>
                <a:lnTo>
                  <a:pt x="354304" y="242316"/>
                </a:lnTo>
                <a:lnTo>
                  <a:pt x="356506" y="175021"/>
                </a:lnTo>
                <a:lnTo>
                  <a:pt x="358140" y="121920"/>
                </a:lnTo>
                <a:lnTo>
                  <a:pt x="387858" y="121920"/>
                </a:lnTo>
                <a:lnTo>
                  <a:pt x="381000" y="128016"/>
                </a:lnTo>
                <a:lnTo>
                  <a:pt x="379386" y="207430"/>
                </a:lnTo>
                <a:lnTo>
                  <a:pt x="379261" y="212359"/>
                </a:lnTo>
                <a:lnTo>
                  <a:pt x="376618" y="275844"/>
                </a:lnTo>
                <a:lnTo>
                  <a:pt x="373070" y="322183"/>
                </a:lnTo>
                <a:lnTo>
                  <a:pt x="368808" y="350520"/>
                </a:lnTo>
                <a:lnTo>
                  <a:pt x="365833" y="358140"/>
                </a:lnTo>
                <a:close/>
              </a:path>
              <a:path w="394970" h="403860">
                <a:moveTo>
                  <a:pt x="13715" y="161544"/>
                </a:moveTo>
                <a:lnTo>
                  <a:pt x="0" y="147828"/>
                </a:lnTo>
                <a:lnTo>
                  <a:pt x="163067" y="147828"/>
                </a:lnTo>
                <a:lnTo>
                  <a:pt x="184403" y="126492"/>
                </a:lnTo>
                <a:lnTo>
                  <a:pt x="214884" y="158496"/>
                </a:lnTo>
                <a:lnTo>
                  <a:pt x="32003" y="158496"/>
                </a:lnTo>
                <a:lnTo>
                  <a:pt x="13715" y="161544"/>
                </a:lnTo>
                <a:close/>
              </a:path>
              <a:path w="394970" h="403860">
                <a:moveTo>
                  <a:pt x="22859" y="335280"/>
                </a:moveTo>
                <a:lnTo>
                  <a:pt x="3048" y="300228"/>
                </a:lnTo>
                <a:lnTo>
                  <a:pt x="13025" y="294822"/>
                </a:lnTo>
                <a:lnTo>
                  <a:pt x="24574" y="283273"/>
                </a:lnTo>
                <a:lnTo>
                  <a:pt x="51815" y="242316"/>
                </a:lnTo>
                <a:lnTo>
                  <a:pt x="75819" y="194691"/>
                </a:lnTo>
                <a:lnTo>
                  <a:pt x="88391" y="158496"/>
                </a:lnTo>
                <a:lnTo>
                  <a:pt x="99059" y="158496"/>
                </a:lnTo>
                <a:lnTo>
                  <a:pt x="126491" y="178308"/>
                </a:lnTo>
                <a:lnTo>
                  <a:pt x="117633" y="184023"/>
                </a:lnTo>
                <a:lnTo>
                  <a:pt x="107060" y="194310"/>
                </a:lnTo>
                <a:lnTo>
                  <a:pt x="94773" y="209169"/>
                </a:lnTo>
                <a:lnTo>
                  <a:pt x="80772" y="228600"/>
                </a:lnTo>
                <a:lnTo>
                  <a:pt x="66436" y="249412"/>
                </a:lnTo>
                <a:lnTo>
                  <a:pt x="52958" y="268224"/>
                </a:lnTo>
                <a:lnTo>
                  <a:pt x="40052" y="284749"/>
                </a:lnTo>
                <a:lnTo>
                  <a:pt x="27431" y="298704"/>
                </a:lnTo>
                <a:lnTo>
                  <a:pt x="135049" y="298704"/>
                </a:lnTo>
                <a:lnTo>
                  <a:pt x="111371" y="303133"/>
                </a:lnTo>
                <a:lnTo>
                  <a:pt x="68389" y="313944"/>
                </a:lnTo>
                <a:lnTo>
                  <a:pt x="38838" y="324754"/>
                </a:lnTo>
                <a:lnTo>
                  <a:pt x="22859" y="335280"/>
                </a:lnTo>
                <a:close/>
              </a:path>
              <a:path w="394970" h="403860">
                <a:moveTo>
                  <a:pt x="135049" y="298704"/>
                </a:moveTo>
                <a:lnTo>
                  <a:pt x="27431" y="298704"/>
                </a:lnTo>
                <a:lnTo>
                  <a:pt x="164591" y="283464"/>
                </a:lnTo>
                <a:lnTo>
                  <a:pt x="156305" y="266604"/>
                </a:lnTo>
                <a:lnTo>
                  <a:pt x="147446" y="250317"/>
                </a:lnTo>
                <a:lnTo>
                  <a:pt x="138017" y="234600"/>
                </a:lnTo>
                <a:lnTo>
                  <a:pt x="128015" y="219456"/>
                </a:lnTo>
                <a:lnTo>
                  <a:pt x="134111" y="214884"/>
                </a:lnTo>
                <a:lnTo>
                  <a:pt x="179831" y="262128"/>
                </a:lnTo>
                <a:lnTo>
                  <a:pt x="198212" y="292607"/>
                </a:lnTo>
                <a:lnTo>
                  <a:pt x="167639" y="292607"/>
                </a:lnTo>
                <a:lnTo>
                  <a:pt x="135049" y="298704"/>
                </a:lnTo>
                <a:close/>
              </a:path>
              <a:path w="394970" h="403860">
                <a:moveTo>
                  <a:pt x="185927" y="326136"/>
                </a:moveTo>
                <a:lnTo>
                  <a:pt x="179832" y="326136"/>
                </a:lnTo>
                <a:lnTo>
                  <a:pt x="178308" y="323088"/>
                </a:lnTo>
                <a:lnTo>
                  <a:pt x="176784" y="318516"/>
                </a:lnTo>
                <a:lnTo>
                  <a:pt x="175355" y="311896"/>
                </a:lnTo>
                <a:lnTo>
                  <a:pt x="173354" y="305562"/>
                </a:lnTo>
                <a:lnTo>
                  <a:pt x="170783" y="299227"/>
                </a:lnTo>
                <a:lnTo>
                  <a:pt x="167639" y="292607"/>
                </a:lnTo>
                <a:lnTo>
                  <a:pt x="198212" y="292607"/>
                </a:lnTo>
                <a:lnTo>
                  <a:pt x="188975" y="324612"/>
                </a:lnTo>
                <a:lnTo>
                  <a:pt x="185927" y="326136"/>
                </a:lnTo>
                <a:close/>
              </a:path>
              <a:path w="394970" h="403860">
                <a:moveTo>
                  <a:pt x="318515" y="399288"/>
                </a:moveTo>
                <a:lnTo>
                  <a:pt x="314229" y="389858"/>
                </a:lnTo>
                <a:lnTo>
                  <a:pt x="303656" y="379857"/>
                </a:lnTo>
                <a:lnTo>
                  <a:pt x="286797" y="369284"/>
                </a:lnTo>
                <a:lnTo>
                  <a:pt x="263651" y="358140"/>
                </a:lnTo>
                <a:lnTo>
                  <a:pt x="265175" y="348996"/>
                </a:lnTo>
                <a:lnTo>
                  <a:pt x="282582" y="352996"/>
                </a:lnTo>
                <a:lnTo>
                  <a:pt x="298132" y="355854"/>
                </a:lnTo>
                <a:lnTo>
                  <a:pt x="311681" y="357568"/>
                </a:lnTo>
                <a:lnTo>
                  <a:pt x="323088" y="358140"/>
                </a:lnTo>
                <a:lnTo>
                  <a:pt x="365833" y="358140"/>
                </a:lnTo>
                <a:lnTo>
                  <a:pt x="362235" y="367355"/>
                </a:lnTo>
                <a:lnTo>
                  <a:pt x="351663" y="381190"/>
                </a:lnTo>
                <a:lnTo>
                  <a:pt x="337089" y="391882"/>
                </a:lnTo>
                <a:lnTo>
                  <a:pt x="318515" y="399288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" name="object 37"/>
          <p:cNvSpPr/>
          <p:nvPr/>
        </p:nvSpPr>
        <p:spPr>
          <a:xfrm>
            <a:off x="6574523" y="3646932"/>
            <a:ext cx="1283335" cy="405765"/>
          </a:xfrm>
          <a:custGeom>
            <a:avLst/>
            <a:gdLst/>
            <a:ahLst/>
            <a:cxnLst/>
            <a:rect l="l" t="t" r="r" b="b"/>
            <a:pathLst>
              <a:path w="1283334" h="405764">
                <a:moveTo>
                  <a:pt x="74676" y="278904"/>
                </a:moveTo>
                <a:lnTo>
                  <a:pt x="67056" y="277380"/>
                </a:lnTo>
                <a:lnTo>
                  <a:pt x="57899" y="298500"/>
                </a:lnTo>
                <a:lnTo>
                  <a:pt x="48577" y="316052"/>
                </a:lnTo>
                <a:lnTo>
                  <a:pt x="38989" y="329882"/>
                </a:lnTo>
                <a:lnTo>
                  <a:pt x="28956" y="339864"/>
                </a:lnTo>
                <a:lnTo>
                  <a:pt x="19812" y="347484"/>
                </a:lnTo>
                <a:lnTo>
                  <a:pt x="15240" y="353580"/>
                </a:lnTo>
                <a:lnTo>
                  <a:pt x="15240" y="359676"/>
                </a:lnTo>
                <a:lnTo>
                  <a:pt x="16764" y="361200"/>
                </a:lnTo>
                <a:lnTo>
                  <a:pt x="30480" y="365772"/>
                </a:lnTo>
                <a:lnTo>
                  <a:pt x="41148" y="365772"/>
                </a:lnTo>
                <a:lnTo>
                  <a:pt x="68580" y="333768"/>
                </a:lnTo>
                <a:lnTo>
                  <a:pt x="74155" y="294335"/>
                </a:lnTo>
                <a:lnTo>
                  <a:pt x="74676" y="278904"/>
                </a:lnTo>
                <a:close/>
              </a:path>
              <a:path w="1283334" h="405764">
                <a:moveTo>
                  <a:pt x="231648" y="306336"/>
                </a:moveTo>
                <a:lnTo>
                  <a:pt x="206629" y="268592"/>
                </a:lnTo>
                <a:lnTo>
                  <a:pt x="166116" y="249948"/>
                </a:lnTo>
                <a:lnTo>
                  <a:pt x="163068" y="254520"/>
                </a:lnTo>
                <a:lnTo>
                  <a:pt x="177647" y="269925"/>
                </a:lnTo>
                <a:lnTo>
                  <a:pt x="189357" y="284048"/>
                </a:lnTo>
                <a:lnTo>
                  <a:pt x="198221" y="296735"/>
                </a:lnTo>
                <a:lnTo>
                  <a:pt x="204216" y="307860"/>
                </a:lnTo>
                <a:lnTo>
                  <a:pt x="208788" y="318528"/>
                </a:lnTo>
                <a:lnTo>
                  <a:pt x="211836" y="324624"/>
                </a:lnTo>
                <a:lnTo>
                  <a:pt x="217932" y="324624"/>
                </a:lnTo>
                <a:lnTo>
                  <a:pt x="220980" y="321576"/>
                </a:lnTo>
                <a:lnTo>
                  <a:pt x="224028" y="317004"/>
                </a:lnTo>
                <a:lnTo>
                  <a:pt x="228600" y="312432"/>
                </a:lnTo>
                <a:lnTo>
                  <a:pt x="231648" y="306336"/>
                </a:lnTo>
                <a:close/>
              </a:path>
              <a:path w="1283334" h="405764">
                <a:moveTo>
                  <a:pt x="313944" y="373392"/>
                </a:moveTo>
                <a:lnTo>
                  <a:pt x="291465" y="342290"/>
                </a:lnTo>
                <a:lnTo>
                  <a:pt x="288036" y="303288"/>
                </a:lnTo>
                <a:lnTo>
                  <a:pt x="278892" y="303288"/>
                </a:lnTo>
                <a:lnTo>
                  <a:pt x="277609" y="347218"/>
                </a:lnTo>
                <a:lnTo>
                  <a:pt x="251460" y="374916"/>
                </a:lnTo>
                <a:lnTo>
                  <a:pt x="160020" y="374916"/>
                </a:lnTo>
                <a:lnTo>
                  <a:pt x="149186" y="374357"/>
                </a:lnTo>
                <a:lnTo>
                  <a:pt x="141922" y="370535"/>
                </a:lnTo>
                <a:lnTo>
                  <a:pt x="138379" y="363550"/>
                </a:lnTo>
                <a:lnTo>
                  <a:pt x="138595" y="356628"/>
                </a:lnTo>
                <a:lnTo>
                  <a:pt x="138684" y="286524"/>
                </a:lnTo>
                <a:lnTo>
                  <a:pt x="152400" y="274332"/>
                </a:lnTo>
                <a:lnTo>
                  <a:pt x="112776" y="252996"/>
                </a:lnTo>
                <a:lnTo>
                  <a:pt x="113665" y="274332"/>
                </a:lnTo>
                <a:lnTo>
                  <a:pt x="114096" y="298716"/>
                </a:lnTo>
                <a:lnTo>
                  <a:pt x="114223" y="318528"/>
                </a:lnTo>
                <a:lnTo>
                  <a:pt x="114300" y="362724"/>
                </a:lnTo>
                <a:lnTo>
                  <a:pt x="116332" y="378434"/>
                </a:lnTo>
                <a:lnTo>
                  <a:pt x="124777" y="389013"/>
                </a:lnTo>
                <a:lnTo>
                  <a:pt x="139814" y="394436"/>
                </a:lnTo>
                <a:lnTo>
                  <a:pt x="161544" y="394728"/>
                </a:lnTo>
                <a:lnTo>
                  <a:pt x="265176" y="394728"/>
                </a:lnTo>
                <a:lnTo>
                  <a:pt x="281165" y="394169"/>
                </a:lnTo>
                <a:lnTo>
                  <a:pt x="294703" y="390347"/>
                </a:lnTo>
                <a:lnTo>
                  <a:pt x="305689" y="383362"/>
                </a:lnTo>
                <a:lnTo>
                  <a:pt x="312686" y="374916"/>
                </a:lnTo>
                <a:lnTo>
                  <a:pt x="313944" y="373392"/>
                </a:lnTo>
                <a:close/>
              </a:path>
              <a:path w="1283334" h="405764">
                <a:moveTo>
                  <a:pt x="379476" y="338340"/>
                </a:moveTo>
                <a:lnTo>
                  <a:pt x="356958" y="301066"/>
                </a:lnTo>
                <a:lnTo>
                  <a:pt x="309372" y="271284"/>
                </a:lnTo>
                <a:lnTo>
                  <a:pt x="303276" y="275856"/>
                </a:lnTo>
                <a:lnTo>
                  <a:pt x="319646" y="293801"/>
                </a:lnTo>
                <a:lnTo>
                  <a:pt x="332422" y="310908"/>
                </a:lnTo>
                <a:lnTo>
                  <a:pt x="342074" y="326859"/>
                </a:lnTo>
                <a:lnTo>
                  <a:pt x="348996" y="341388"/>
                </a:lnTo>
                <a:lnTo>
                  <a:pt x="353568" y="355104"/>
                </a:lnTo>
                <a:lnTo>
                  <a:pt x="358140" y="362724"/>
                </a:lnTo>
                <a:lnTo>
                  <a:pt x="364236" y="362724"/>
                </a:lnTo>
                <a:lnTo>
                  <a:pt x="367284" y="361200"/>
                </a:lnTo>
                <a:lnTo>
                  <a:pt x="370332" y="356628"/>
                </a:lnTo>
                <a:lnTo>
                  <a:pt x="374904" y="353580"/>
                </a:lnTo>
                <a:lnTo>
                  <a:pt x="377952" y="347484"/>
                </a:lnTo>
                <a:lnTo>
                  <a:pt x="379476" y="338340"/>
                </a:lnTo>
                <a:close/>
              </a:path>
              <a:path w="1283334" h="405764">
                <a:moveTo>
                  <a:pt x="403860" y="219468"/>
                </a:moveTo>
                <a:lnTo>
                  <a:pt x="357187" y="210515"/>
                </a:lnTo>
                <a:lnTo>
                  <a:pt x="304800" y="188988"/>
                </a:lnTo>
                <a:lnTo>
                  <a:pt x="255841" y="151079"/>
                </a:lnTo>
                <a:lnTo>
                  <a:pt x="214884" y="96024"/>
                </a:lnTo>
                <a:lnTo>
                  <a:pt x="396240" y="96024"/>
                </a:lnTo>
                <a:lnTo>
                  <a:pt x="359664" y="59448"/>
                </a:lnTo>
                <a:lnTo>
                  <a:pt x="333756" y="85356"/>
                </a:lnTo>
                <a:lnTo>
                  <a:pt x="199644" y="85356"/>
                </a:lnTo>
                <a:lnTo>
                  <a:pt x="206502" y="43992"/>
                </a:lnTo>
                <a:lnTo>
                  <a:pt x="225552" y="22872"/>
                </a:lnTo>
                <a:lnTo>
                  <a:pt x="179832" y="3060"/>
                </a:lnTo>
                <a:lnTo>
                  <a:pt x="179527" y="20205"/>
                </a:lnTo>
                <a:lnTo>
                  <a:pt x="178498" y="39636"/>
                </a:lnTo>
                <a:lnTo>
                  <a:pt x="176618" y="61353"/>
                </a:lnTo>
                <a:lnTo>
                  <a:pt x="173736" y="85356"/>
                </a:lnTo>
                <a:lnTo>
                  <a:pt x="9144" y="85356"/>
                </a:lnTo>
                <a:lnTo>
                  <a:pt x="25908" y="102120"/>
                </a:lnTo>
                <a:lnTo>
                  <a:pt x="35344" y="99237"/>
                </a:lnTo>
                <a:lnTo>
                  <a:pt x="45339" y="97358"/>
                </a:lnTo>
                <a:lnTo>
                  <a:pt x="55918" y="96329"/>
                </a:lnTo>
                <a:lnTo>
                  <a:pt x="67056" y="96024"/>
                </a:lnTo>
                <a:lnTo>
                  <a:pt x="172212" y="96024"/>
                </a:lnTo>
                <a:lnTo>
                  <a:pt x="148018" y="151269"/>
                </a:lnTo>
                <a:lnTo>
                  <a:pt x="111252" y="195084"/>
                </a:lnTo>
                <a:lnTo>
                  <a:pt x="61341" y="227279"/>
                </a:lnTo>
                <a:lnTo>
                  <a:pt x="0" y="251472"/>
                </a:lnTo>
                <a:lnTo>
                  <a:pt x="3048" y="257568"/>
                </a:lnTo>
                <a:lnTo>
                  <a:pt x="47371" y="244652"/>
                </a:lnTo>
                <a:lnTo>
                  <a:pt x="86677" y="228612"/>
                </a:lnTo>
                <a:lnTo>
                  <a:pt x="121145" y="209130"/>
                </a:lnTo>
                <a:lnTo>
                  <a:pt x="150876" y="185940"/>
                </a:lnTo>
                <a:lnTo>
                  <a:pt x="166001" y="198488"/>
                </a:lnTo>
                <a:lnTo>
                  <a:pt x="179260" y="210896"/>
                </a:lnTo>
                <a:lnTo>
                  <a:pt x="190525" y="223012"/>
                </a:lnTo>
                <a:lnTo>
                  <a:pt x="199644" y="234708"/>
                </a:lnTo>
                <a:lnTo>
                  <a:pt x="205740" y="246900"/>
                </a:lnTo>
                <a:lnTo>
                  <a:pt x="211836" y="252996"/>
                </a:lnTo>
                <a:lnTo>
                  <a:pt x="217932" y="252996"/>
                </a:lnTo>
                <a:lnTo>
                  <a:pt x="219456" y="251472"/>
                </a:lnTo>
                <a:lnTo>
                  <a:pt x="222504" y="246900"/>
                </a:lnTo>
                <a:lnTo>
                  <a:pt x="225552" y="243852"/>
                </a:lnTo>
                <a:lnTo>
                  <a:pt x="227076" y="237756"/>
                </a:lnTo>
                <a:lnTo>
                  <a:pt x="227076" y="228612"/>
                </a:lnTo>
                <a:lnTo>
                  <a:pt x="196392" y="198272"/>
                </a:lnTo>
                <a:lnTo>
                  <a:pt x="170929" y="185940"/>
                </a:lnTo>
                <a:lnTo>
                  <a:pt x="170624" y="185788"/>
                </a:lnTo>
                <a:lnTo>
                  <a:pt x="155448" y="179844"/>
                </a:lnTo>
                <a:lnTo>
                  <a:pt x="167474" y="162674"/>
                </a:lnTo>
                <a:lnTo>
                  <a:pt x="178498" y="143078"/>
                </a:lnTo>
                <a:lnTo>
                  <a:pt x="188671" y="120904"/>
                </a:lnTo>
                <a:lnTo>
                  <a:pt x="198120" y="96024"/>
                </a:lnTo>
                <a:lnTo>
                  <a:pt x="205740" y="96024"/>
                </a:lnTo>
                <a:lnTo>
                  <a:pt x="227266" y="137934"/>
                </a:lnTo>
                <a:lnTo>
                  <a:pt x="259080" y="179844"/>
                </a:lnTo>
                <a:lnTo>
                  <a:pt x="305181" y="218897"/>
                </a:lnTo>
                <a:lnTo>
                  <a:pt x="367284" y="249948"/>
                </a:lnTo>
                <a:lnTo>
                  <a:pt x="371284" y="241655"/>
                </a:lnTo>
                <a:lnTo>
                  <a:pt x="378714" y="235089"/>
                </a:lnTo>
                <a:lnTo>
                  <a:pt x="389572" y="230225"/>
                </a:lnTo>
                <a:lnTo>
                  <a:pt x="403860" y="227088"/>
                </a:lnTo>
                <a:lnTo>
                  <a:pt x="403860" y="219468"/>
                </a:lnTo>
                <a:close/>
              </a:path>
              <a:path w="1283334" h="405764">
                <a:moveTo>
                  <a:pt x="633984" y="207264"/>
                </a:moveTo>
                <a:lnTo>
                  <a:pt x="606552" y="178308"/>
                </a:lnTo>
                <a:lnTo>
                  <a:pt x="586740" y="196596"/>
                </a:lnTo>
                <a:lnTo>
                  <a:pt x="551688" y="196596"/>
                </a:lnTo>
                <a:lnTo>
                  <a:pt x="551688" y="118872"/>
                </a:lnTo>
                <a:lnTo>
                  <a:pt x="627888" y="118872"/>
                </a:lnTo>
                <a:lnTo>
                  <a:pt x="600456" y="89916"/>
                </a:lnTo>
                <a:lnTo>
                  <a:pt x="582168" y="108204"/>
                </a:lnTo>
                <a:lnTo>
                  <a:pt x="551688" y="108204"/>
                </a:lnTo>
                <a:lnTo>
                  <a:pt x="551688" y="33528"/>
                </a:lnTo>
                <a:lnTo>
                  <a:pt x="565404" y="21336"/>
                </a:lnTo>
                <a:lnTo>
                  <a:pt x="527304" y="4572"/>
                </a:lnTo>
                <a:lnTo>
                  <a:pt x="528599" y="48768"/>
                </a:lnTo>
                <a:lnTo>
                  <a:pt x="528815" y="89916"/>
                </a:lnTo>
                <a:lnTo>
                  <a:pt x="528828" y="108204"/>
                </a:lnTo>
                <a:lnTo>
                  <a:pt x="458724" y="108204"/>
                </a:lnTo>
                <a:lnTo>
                  <a:pt x="473964" y="123444"/>
                </a:lnTo>
                <a:lnTo>
                  <a:pt x="483400" y="121450"/>
                </a:lnTo>
                <a:lnTo>
                  <a:pt x="493395" y="120015"/>
                </a:lnTo>
                <a:lnTo>
                  <a:pt x="503974" y="119164"/>
                </a:lnTo>
                <a:lnTo>
                  <a:pt x="515112" y="118872"/>
                </a:lnTo>
                <a:lnTo>
                  <a:pt x="528828" y="118872"/>
                </a:lnTo>
                <a:lnTo>
                  <a:pt x="528828" y="196596"/>
                </a:lnTo>
                <a:lnTo>
                  <a:pt x="448056" y="196596"/>
                </a:lnTo>
                <a:lnTo>
                  <a:pt x="463296" y="213360"/>
                </a:lnTo>
                <a:lnTo>
                  <a:pt x="472948" y="210489"/>
                </a:lnTo>
                <a:lnTo>
                  <a:pt x="483298" y="208597"/>
                </a:lnTo>
                <a:lnTo>
                  <a:pt x="493953" y="207581"/>
                </a:lnTo>
                <a:lnTo>
                  <a:pt x="504444" y="207264"/>
                </a:lnTo>
                <a:lnTo>
                  <a:pt x="528828" y="207264"/>
                </a:lnTo>
                <a:lnTo>
                  <a:pt x="523494" y="265938"/>
                </a:lnTo>
                <a:lnTo>
                  <a:pt x="509016" y="315468"/>
                </a:lnTo>
                <a:lnTo>
                  <a:pt x="483489" y="359283"/>
                </a:lnTo>
                <a:lnTo>
                  <a:pt x="446532" y="400812"/>
                </a:lnTo>
                <a:lnTo>
                  <a:pt x="451104" y="405384"/>
                </a:lnTo>
                <a:lnTo>
                  <a:pt x="492442" y="368808"/>
                </a:lnTo>
                <a:lnTo>
                  <a:pt x="521208" y="332232"/>
                </a:lnTo>
                <a:lnTo>
                  <a:pt x="538734" y="294513"/>
                </a:lnTo>
                <a:lnTo>
                  <a:pt x="547116" y="254508"/>
                </a:lnTo>
                <a:lnTo>
                  <a:pt x="563105" y="271348"/>
                </a:lnTo>
                <a:lnTo>
                  <a:pt x="576643" y="287464"/>
                </a:lnTo>
                <a:lnTo>
                  <a:pt x="587629" y="302729"/>
                </a:lnTo>
                <a:lnTo>
                  <a:pt x="595884" y="316992"/>
                </a:lnTo>
                <a:lnTo>
                  <a:pt x="601980" y="330708"/>
                </a:lnTo>
                <a:lnTo>
                  <a:pt x="606552" y="338328"/>
                </a:lnTo>
                <a:lnTo>
                  <a:pt x="611124" y="338328"/>
                </a:lnTo>
                <a:lnTo>
                  <a:pt x="614172" y="335280"/>
                </a:lnTo>
                <a:lnTo>
                  <a:pt x="615696" y="330708"/>
                </a:lnTo>
                <a:lnTo>
                  <a:pt x="618744" y="326136"/>
                </a:lnTo>
                <a:lnTo>
                  <a:pt x="620268" y="320040"/>
                </a:lnTo>
                <a:lnTo>
                  <a:pt x="620268" y="307848"/>
                </a:lnTo>
                <a:lnTo>
                  <a:pt x="593217" y="275463"/>
                </a:lnTo>
                <a:lnTo>
                  <a:pt x="560971" y="254508"/>
                </a:lnTo>
                <a:lnTo>
                  <a:pt x="548640" y="246888"/>
                </a:lnTo>
                <a:lnTo>
                  <a:pt x="550405" y="234911"/>
                </a:lnTo>
                <a:lnTo>
                  <a:pt x="551307" y="224218"/>
                </a:lnTo>
                <a:lnTo>
                  <a:pt x="551637" y="215061"/>
                </a:lnTo>
                <a:lnTo>
                  <a:pt x="551688" y="207264"/>
                </a:lnTo>
                <a:lnTo>
                  <a:pt x="633984" y="207264"/>
                </a:lnTo>
                <a:close/>
              </a:path>
              <a:path w="1283334" h="405764">
                <a:moveTo>
                  <a:pt x="751332" y="103632"/>
                </a:moveTo>
                <a:lnTo>
                  <a:pt x="713232" y="83820"/>
                </a:lnTo>
                <a:lnTo>
                  <a:pt x="713740" y="115824"/>
                </a:lnTo>
                <a:lnTo>
                  <a:pt x="713790" y="125285"/>
                </a:lnTo>
                <a:lnTo>
                  <a:pt x="712165" y="187769"/>
                </a:lnTo>
                <a:lnTo>
                  <a:pt x="707072" y="238937"/>
                </a:lnTo>
                <a:lnTo>
                  <a:pt x="696264" y="281330"/>
                </a:lnTo>
                <a:lnTo>
                  <a:pt x="679704" y="316788"/>
                </a:lnTo>
                <a:lnTo>
                  <a:pt x="654558" y="345884"/>
                </a:lnTo>
                <a:lnTo>
                  <a:pt x="622033" y="370141"/>
                </a:lnTo>
                <a:lnTo>
                  <a:pt x="586701" y="390715"/>
                </a:lnTo>
                <a:lnTo>
                  <a:pt x="568452" y="399288"/>
                </a:lnTo>
                <a:lnTo>
                  <a:pt x="569976" y="405384"/>
                </a:lnTo>
                <a:lnTo>
                  <a:pt x="615886" y="388048"/>
                </a:lnTo>
                <a:lnTo>
                  <a:pt x="653796" y="367284"/>
                </a:lnTo>
                <a:lnTo>
                  <a:pt x="683704" y="340804"/>
                </a:lnTo>
                <a:lnTo>
                  <a:pt x="714171" y="293166"/>
                </a:lnTo>
                <a:lnTo>
                  <a:pt x="727265" y="253682"/>
                </a:lnTo>
                <a:lnTo>
                  <a:pt x="734669" y="206489"/>
                </a:lnTo>
                <a:lnTo>
                  <a:pt x="739241" y="148717"/>
                </a:lnTo>
                <a:lnTo>
                  <a:pt x="740664" y="115824"/>
                </a:lnTo>
                <a:lnTo>
                  <a:pt x="751332" y="103632"/>
                </a:lnTo>
                <a:close/>
              </a:path>
              <a:path w="1283334" h="405764">
                <a:moveTo>
                  <a:pt x="833628" y="48768"/>
                </a:moveTo>
                <a:lnTo>
                  <a:pt x="826770" y="42672"/>
                </a:lnTo>
                <a:lnTo>
                  <a:pt x="806196" y="24384"/>
                </a:lnTo>
                <a:lnTo>
                  <a:pt x="790956" y="42672"/>
                </a:lnTo>
                <a:lnTo>
                  <a:pt x="672084" y="42672"/>
                </a:lnTo>
                <a:lnTo>
                  <a:pt x="646176" y="28956"/>
                </a:lnTo>
                <a:lnTo>
                  <a:pt x="647065" y="57823"/>
                </a:lnTo>
                <a:lnTo>
                  <a:pt x="647382" y="78511"/>
                </a:lnTo>
                <a:lnTo>
                  <a:pt x="647534" y="89916"/>
                </a:lnTo>
                <a:lnTo>
                  <a:pt x="647636" y="108204"/>
                </a:lnTo>
                <a:lnTo>
                  <a:pt x="647509" y="208597"/>
                </a:lnTo>
                <a:lnTo>
                  <a:pt x="647026" y="237896"/>
                </a:lnTo>
                <a:lnTo>
                  <a:pt x="646176" y="263652"/>
                </a:lnTo>
                <a:lnTo>
                  <a:pt x="670560" y="249936"/>
                </a:lnTo>
                <a:lnTo>
                  <a:pt x="670560" y="53340"/>
                </a:lnTo>
                <a:lnTo>
                  <a:pt x="794004" y="53340"/>
                </a:lnTo>
                <a:lnTo>
                  <a:pt x="794004" y="254508"/>
                </a:lnTo>
                <a:lnTo>
                  <a:pt x="818388" y="240792"/>
                </a:lnTo>
                <a:lnTo>
                  <a:pt x="817511" y="215061"/>
                </a:lnTo>
                <a:lnTo>
                  <a:pt x="817092" y="179006"/>
                </a:lnTo>
                <a:lnTo>
                  <a:pt x="816991" y="156781"/>
                </a:lnTo>
                <a:lnTo>
                  <a:pt x="816864" y="60960"/>
                </a:lnTo>
                <a:lnTo>
                  <a:pt x="827341" y="53340"/>
                </a:lnTo>
                <a:lnTo>
                  <a:pt x="833628" y="48768"/>
                </a:lnTo>
                <a:close/>
              </a:path>
              <a:path w="1283334" h="405764">
                <a:moveTo>
                  <a:pt x="853440" y="365760"/>
                </a:moveTo>
                <a:lnTo>
                  <a:pt x="834212" y="327304"/>
                </a:lnTo>
                <a:lnTo>
                  <a:pt x="832104" y="291084"/>
                </a:lnTo>
                <a:lnTo>
                  <a:pt x="822960" y="291084"/>
                </a:lnTo>
                <a:lnTo>
                  <a:pt x="821436" y="339852"/>
                </a:lnTo>
                <a:lnTo>
                  <a:pt x="803148" y="367284"/>
                </a:lnTo>
                <a:lnTo>
                  <a:pt x="781812" y="367284"/>
                </a:lnTo>
                <a:lnTo>
                  <a:pt x="772693" y="366407"/>
                </a:lnTo>
                <a:lnTo>
                  <a:pt x="766000" y="363664"/>
                </a:lnTo>
                <a:lnTo>
                  <a:pt x="761885" y="358927"/>
                </a:lnTo>
                <a:lnTo>
                  <a:pt x="760476" y="352044"/>
                </a:lnTo>
                <a:lnTo>
                  <a:pt x="760476" y="228600"/>
                </a:lnTo>
                <a:lnTo>
                  <a:pt x="774192" y="217932"/>
                </a:lnTo>
                <a:lnTo>
                  <a:pt x="736092" y="195072"/>
                </a:lnTo>
                <a:lnTo>
                  <a:pt x="736981" y="209435"/>
                </a:lnTo>
                <a:lnTo>
                  <a:pt x="737400" y="224218"/>
                </a:lnTo>
                <a:lnTo>
                  <a:pt x="737514" y="234911"/>
                </a:lnTo>
                <a:lnTo>
                  <a:pt x="737616" y="355092"/>
                </a:lnTo>
                <a:lnTo>
                  <a:pt x="739597" y="369976"/>
                </a:lnTo>
                <a:lnTo>
                  <a:pt x="745426" y="380428"/>
                </a:lnTo>
                <a:lnTo>
                  <a:pt x="754976" y="386600"/>
                </a:lnTo>
                <a:lnTo>
                  <a:pt x="768096" y="388620"/>
                </a:lnTo>
                <a:lnTo>
                  <a:pt x="818388" y="388620"/>
                </a:lnTo>
                <a:lnTo>
                  <a:pt x="828370" y="387197"/>
                </a:lnTo>
                <a:lnTo>
                  <a:pt x="837628" y="382905"/>
                </a:lnTo>
                <a:lnTo>
                  <a:pt x="846035" y="375767"/>
                </a:lnTo>
                <a:lnTo>
                  <a:pt x="852322" y="367284"/>
                </a:lnTo>
                <a:lnTo>
                  <a:pt x="853440" y="365760"/>
                </a:lnTo>
                <a:close/>
              </a:path>
              <a:path w="1283334" h="405764">
                <a:moveTo>
                  <a:pt x="1092720" y="76200"/>
                </a:moveTo>
                <a:lnTo>
                  <a:pt x="1055395" y="44767"/>
                </a:lnTo>
                <a:lnTo>
                  <a:pt x="1030236" y="35052"/>
                </a:lnTo>
                <a:lnTo>
                  <a:pt x="1027188" y="41148"/>
                </a:lnTo>
                <a:lnTo>
                  <a:pt x="1040904" y="54914"/>
                </a:lnTo>
                <a:lnTo>
                  <a:pt x="1052334" y="66675"/>
                </a:lnTo>
                <a:lnTo>
                  <a:pt x="1061478" y="76733"/>
                </a:lnTo>
                <a:lnTo>
                  <a:pt x="1068336" y="85344"/>
                </a:lnTo>
                <a:lnTo>
                  <a:pt x="1071384" y="92964"/>
                </a:lnTo>
                <a:lnTo>
                  <a:pt x="1075956" y="96012"/>
                </a:lnTo>
                <a:lnTo>
                  <a:pt x="1080528" y="96012"/>
                </a:lnTo>
                <a:lnTo>
                  <a:pt x="1092720" y="83820"/>
                </a:lnTo>
                <a:lnTo>
                  <a:pt x="1092720" y="76200"/>
                </a:lnTo>
                <a:close/>
              </a:path>
              <a:path w="1283334" h="405764">
                <a:moveTo>
                  <a:pt x="1150632" y="397764"/>
                </a:moveTo>
                <a:lnTo>
                  <a:pt x="1150556" y="396100"/>
                </a:lnTo>
                <a:lnTo>
                  <a:pt x="1149108" y="393192"/>
                </a:lnTo>
                <a:lnTo>
                  <a:pt x="1146060" y="388620"/>
                </a:lnTo>
                <a:lnTo>
                  <a:pt x="1144028" y="384035"/>
                </a:lnTo>
                <a:lnTo>
                  <a:pt x="1142441" y="376999"/>
                </a:lnTo>
                <a:lnTo>
                  <a:pt x="1141526" y="370332"/>
                </a:lnTo>
                <a:lnTo>
                  <a:pt x="1141120" y="367411"/>
                </a:lnTo>
                <a:lnTo>
                  <a:pt x="1139964" y="355092"/>
                </a:lnTo>
                <a:lnTo>
                  <a:pt x="1140218" y="341947"/>
                </a:lnTo>
                <a:lnTo>
                  <a:pt x="1140917" y="327660"/>
                </a:lnTo>
                <a:lnTo>
                  <a:pt x="1141882" y="312229"/>
                </a:lnTo>
                <a:lnTo>
                  <a:pt x="1143012" y="295656"/>
                </a:lnTo>
                <a:lnTo>
                  <a:pt x="1133868" y="294132"/>
                </a:lnTo>
                <a:lnTo>
                  <a:pt x="1117104" y="370332"/>
                </a:lnTo>
                <a:lnTo>
                  <a:pt x="1102791" y="366928"/>
                </a:lnTo>
                <a:lnTo>
                  <a:pt x="1089482" y="361378"/>
                </a:lnTo>
                <a:lnTo>
                  <a:pt x="1054684" y="333883"/>
                </a:lnTo>
                <a:lnTo>
                  <a:pt x="1041679" y="316992"/>
                </a:lnTo>
                <a:lnTo>
                  <a:pt x="1038059" y="311645"/>
                </a:lnTo>
                <a:lnTo>
                  <a:pt x="1031760" y="300228"/>
                </a:lnTo>
                <a:lnTo>
                  <a:pt x="1048308" y="284213"/>
                </a:lnTo>
                <a:lnTo>
                  <a:pt x="1053350" y="278892"/>
                </a:lnTo>
                <a:lnTo>
                  <a:pt x="1065860" y="265747"/>
                </a:lnTo>
                <a:lnTo>
                  <a:pt x="1084262" y="244729"/>
                </a:lnTo>
                <a:lnTo>
                  <a:pt x="1103388" y="220980"/>
                </a:lnTo>
                <a:lnTo>
                  <a:pt x="1120152" y="213360"/>
                </a:lnTo>
                <a:lnTo>
                  <a:pt x="1091196" y="185928"/>
                </a:lnTo>
                <a:lnTo>
                  <a:pt x="1063764" y="231648"/>
                </a:lnTo>
                <a:lnTo>
                  <a:pt x="1055204" y="243103"/>
                </a:lnTo>
                <a:lnTo>
                  <a:pt x="1045667" y="254698"/>
                </a:lnTo>
                <a:lnTo>
                  <a:pt x="1035253" y="266585"/>
                </a:lnTo>
                <a:lnTo>
                  <a:pt x="1024140" y="278892"/>
                </a:lnTo>
                <a:lnTo>
                  <a:pt x="1016749" y="252603"/>
                </a:lnTo>
                <a:lnTo>
                  <a:pt x="1010805" y="221742"/>
                </a:lnTo>
                <a:lnTo>
                  <a:pt x="1006563" y="186309"/>
                </a:lnTo>
                <a:lnTo>
                  <a:pt x="1004582" y="150876"/>
                </a:lnTo>
                <a:lnTo>
                  <a:pt x="1004328" y="146304"/>
                </a:lnTo>
                <a:lnTo>
                  <a:pt x="1106258" y="135636"/>
                </a:lnTo>
                <a:lnTo>
                  <a:pt x="1135392" y="132588"/>
                </a:lnTo>
                <a:lnTo>
                  <a:pt x="1101864" y="105156"/>
                </a:lnTo>
                <a:lnTo>
                  <a:pt x="1082052" y="128016"/>
                </a:lnTo>
                <a:lnTo>
                  <a:pt x="1004328" y="135636"/>
                </a:lnTo>
                <a:lnTo>
                  <a:pt x="1003185" y="111975"/>
                </a:lnTo>
                <a:lnTo>
                  <a:pt x="1002042" y="86868"/>
                </a:lnTo>
                <a:lnTo>
                  <a:pt x="999756" y="33528"/>
                </a:lnTo>
                <a:lnTo>
                  <a:pt x="1016520" y="19812"/>
                </a:lnTo>
                <a:lnTo>
                  <a:pt x="972324" y="3048"/>
                </a:lnTo>
                <a:lnTo>
                  <a:pt x="973505" y="23622"/>
                </a:lnTo>
                <a:lnTo>
                  <a:pt x="974991" y="53340"/>
                </a:lnTo>
                <a:lnTo>
                  <a:pt x="977036" y="92202"/>
                </a:lnTo>
                <a:lnTo>
                  <a:pt x="979944" y="140208"/>
                </a:lnTo>
                <a:lnTo>
                  <a:pt x="886980" y="147828"/>
                </a:lnTo>
                <a:lnTo>
                  <a:pt x="906792" y="161544"/>
                </a:lnTo>
                <a:lnTo>
                  <a:pt x="923556" y="155448"/>
                </a:lnTo>
                <a:lnTo>
                  <a:pt x="979944" y="150876"/>
                </a:lnTo>
                <a:lnTo>
                  <a:pt x="983107" y="193433"/>
                </a:lnTo>
                <a:lnTo>
                  <a:pt x="988136" y="231838"/>
                </a:lnTo>
                <a:lnTo>
                  <a:pt x="995159" y="265963"/>
                </a:lnTo>
                <a:lnTo>
                  <a:pt x="1004328" y="295656"/>
                </a:lnTo>
                <a:lnTo>
                  <a:pt x="983703" y="314261"/>
                </a:lnTo>
                <a:lnTo>
                  <a:pt x="958278" y="333527"/>
                </a:lnTo>
                <a:lnTo>
                  <a:pt x="927595" y="353745"/>
                </a:lnTo>
                <a:lnTo>
                  <a:pt x="891552" y="374904"/>
                </a:lnTo>
                <a:lnTo>
                  <a:pt x="893076" y="381000"/>
                </a:lnTo>
                <a:lnTo>
                  <a:pt x="927938" y="366712"/>
                </a:lnTo>
                <a:lnTo>
                  <a:pt x="959370" y="351282"/>
                </a:lnTo>
                <a:lnTo>
                  <a:pt x="987374" y="334708"/>
                </a:lnTo>
                <a:lnTo>
                  <a:pt x="1011948" y="316992"/>
                </a:lnTo>
                <a:lnTo>
                  <a:pt x="1022540" y="333527"/>
                </a:lnTo>
                <a:lnTo>
                  <a:pt x="1059192" y="373380"/>
                </a:lnTo>
                <a:lnTo>
                  <a:pt x="1101623" y="396100"/>
                </a:lnTo>
                <a:lnTo>
                  <a:pt x="1142441" y="401383"/>
                </a:lnTo>
                <a:lnTo>
                  <a:pt x="1148600" y="400367"/>
                </a:lnTo>
                <a:lnTo>
                  <a:pt x="1150632" y="397764"/>
                </a:lnTo>
                <a:close/>
              </a:path>
              <a:path w="1283334" h="405764">
                <a:moveTo>
                  <a:pt x="1200924" y="85344"/>
                </a:moveTo>
                <a:lnTo>
                  <a:pt x="1164348" y="68580"/>
                </a:lnTo>
                <a:lnTo>
                  <a:pt x="1165225" y="88328"/>
                </a:lnTo>
                <a:lnTo>
                  <a:pt x="1165682" y="113347"/>
                </a:lnTo>
                <a:lnTo>
                  <a:pt x="1165847" y="143814"/>
                </a:lnTo>
                <a:lnTo>
                  <a:pt x="1165872" y="179832"/>
                </a:lnTo>
                <a:lnTo>
                  <a:pt x="1165631" y="216344"/>
                </a:lnTo>
                <a:lnTo>
                  <a:pt x="1165110" y="250126"/>
                </a:lnTo>
                <a:lnTo>
                  <a:pt x="1164590" y="280187"/>
                </a:lnTo>
                <a:lnTo>
                  <a:pt x="1164348" y="307848"/>
                </a:lnTo>
                <a:lnTo>
                  <a:pt x="1190256" y="294132"/>
                </a:lnTo>
                <a:lnTo>
                  <a:pt x="1189367" y="280187"/>
                </a:lnTo>
                <a:lnTo>
                  <a:pt x="1188923" y="265938"/>
                </a:lnTo>
                <a:lnTo>
                  <a:pt x="1188745" y="251701"/>
                </a:lnTo>
                <a:lnTo>
                  <a:pt x="1188732" y="97536"/>
                </a:lnTo>
                <a:lnTo>
                  <a:pt x="1200924" y="85344"/>
                </a:lnTo>
                <a:close/>
              </a:path>
              <a:path w="1283334" h="405764">
                <a:moveTo>
                  <a:pt x="1283220" y="18288"/>
                </a:moveTo>
                <a:lnTo>
                  <a:pt x="1248168" y="0"/>
                </a:lnTo>
                <a:lnTo>
                  <a:pt x="1248397" y="25742"/>
                </a:lnTo>
                <a:lnTo>
                  <a:pt x="1249451" y="81229"/>
                </a:lnTo>
                <a:lnTo>
                  <a:pt x="1249578" y="97536"/>
                </a:lnTo>
                <a:lnTo>
                  <a:pt x="1249692" y="348996"/>
                </a:lnTo>
                <a:lnTo>
                  <a:pt x="1229499" y="366928"/>
                </a:lnTo>
                <a:lnTo>
                  <a:pt x="1216926" y="365950"/>
                </a:lnTo>
                <a:lnTo>
                  <a:pt x="1199781" y="362978"/>
                </a:lnTo>
                <a:lnTo>
                  <a:pt x="1178064" y="358140"/>
                </a:lnTo>
                <a:lnTo>
                  <a:pt x="1176540" y="365760"/>
                </a:lnTo>
                <a:lnTo>
                  <a:pt x="1199896" y="375170"/>
                </a:lnTo>
                <a:lnTo>
                  <a:pt x="1217117" y="385000"/>
                </a:lnTo>
                <a:lnTo>
                  <a:pt x="1227759" y="395122"/>
                </a:lnTo>
                <a:lnTo>
                  <a:pt x="1231404" y="405384"/>
                </a:lnTo>
                <a:lnTo>
                  <a:pt x="1242834" y="400773"/>
                </a:lnTo>
                <a:lnTo>
                  <a:pt x="1269504" y="370141"/>
                </a:lnTo>
                <a:lnTo>
                  <a:pt x="1271028" y="355092"/>
                </a:lnTo>
                <a:lnTo>
                  <a:pt x="1271028" y="30480"/>
                </a:lnTo>
                <a:lnTo>
                  <a:pt x="1283220" y="18288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" name="object 38"/>
          <p:cNvSpPr/>
          <p:nvPr/>
        </p:nvSpPr>
        <p:spPr>
          <a:xfrm>
            <a:off x="7911071" y="3646944"/>
            <a:ext cx="848994" cy="411480"/>
          </a:xfrm>
          <a:custGeom>
            <a:avLst/>
            <a:gdLst/>
            <a:ahLst/>
            <a:cxnLst/>
            <a:rect l="l" t="t" r="r" b="b"/>
            <a:pathLst>
              <a:path w="848995" h="411479">
                <a:moveTo>
                  <a:pt x="176784" y="111252"/>
                </a:moveTo>
                <a:lnTo>
                  <a:pt x="147828" y="82296"/>
                </a:lnTo>
                <a:lnTo>
                  <a:pt x="128016" y="102108"/>
                </a:lnTo>
                <a:lnTo>
                  <a:pt x="105156" y="102108"/>
                </a:lnTo>
                <a:lnTo>
                  <a:pt x="105156" y="32004"/>
                </a:lnTo>
                <a:lnTo>
                  <a:pt x="120396" y="21336"/>
                </a:lnTo>
                <a:lnTo>
                  <a:pt x="79248" y="0"/>
                </a:lnTo>
                <a:lnTo>
                  <a:pt x="80137" y="24307"/>
                </a:lnTo>
                <a:lnTo>
                  <a:pt x="80581" y="49339"/>
                </a:lnTo>
                <a:lnTo>
                  <a:pt x="80733" y="71831"/>
                </a:lnTo>
                <a:lnTo>
                  <a:pt x="80772" y="102108"/>
                </a:lnTo>
                <a:lnTo>
                  <a:pt x="0" y="102108"/>
                </a:lnTo>
                <a:lnTo>
                  <a:pt x="13716" y="115824"/>
                </a:lnTo>
                <a:lnTo>
                  <a:pt x="33528" y="111252"/>
                </a:lnTo>
                <a:lnTo>
                  <a:pt x="80772" y="111252"/>
                </a:lnTo>
                <a:lnTo>
                  <a:pt x="80772" y="202692"/>
                </a:lnTo>
                <a:lnTo>
                  <a:pt x="50177" y="213804"/>
                </a:lnTo>
                <a:lnTo>
                  <a:pt x="26860" y="221932"/>
                </a:lnTo>
                <a:lnTo>
                  <a:pt x="10693" y="226898"/>
                </a:lnTo>
                <a:lnTo>
                  <a:pt x="1524" y="228600"/>
                </a:lnTo>
                <a:lnTo>
                  <a:pt x="21336" y="259080"/>
                </a:lnTo>
                <a:lnTo>
                  <a:pt x="28486" y="252501"/>
                </a:lnTo>
                <a:lnTo>
                  <a:pt x="40767" y="244221"/>
                </a:lnTo>
                <a:lnTo>
                  <a:pt x="58204" y="234213"/>
                </a:lnTo>
                <a:lnTo>
                  <a:pt x="80772" y="222504"/>
                </a:lnTo>
                <a:lnTo>
                  <a:pt x="80772" y="361188"/>
                </a:lnTo>
                <a:lnTo>
                  <a:pt x="77724" y="365760"/>
                </a:lnTo>
                <a:lnTo>
                  <a:pt x="70104" y="367284"/>
                </a:lnTo>
                <a:lnTo>
                  <a:pt x="62395" y="366966"/>
                </a:lnTo>
                <a:lnTo>
                  <a:pt x="50673" y="365950"/>
                </a:lnTo>
                <a:lnTo>
                  <a:pt x="34963" y="364058"/>
                </a:lnTo>
                <a:lnTo>
                  <a:pt x="15240" y="361188"/>
                </a:lnTo>
                <a:lnTo>
                  <a:pt x="15240" y="367284"/>
                </a:lnTo>
                <a:lnTo>
                  <a:pt x="39204" y="377545"/>
                </a:lnTo>
                <a:lnTo>
                  <a:pt x="56007" y="387667"/>
                </a:lnTo>
                <a:lnTo>
                  <a:pt x="65392" y="397497"/>
                </a:lnTo>
                <a:lnTo>
                  <a:pt x="67056" y="406908"/>
                </a:lnTo>
                <a:lnTo>
                  <a:pt x="83083" y="400062"/>
                </a:lnTo>
                <a:lnTo>
                  <a:pt x="94678" y="391096"/>
                </a:lnTo>
                <a:lnTo>
                  <a:pt x="101993" y="380111"/>
                </a:lnTo>
                <a:lnTo>
                  <a:pt x="105156" y="367284"/>
                </a:lnTo>
                <a:lnTo>
                  <a:pt x="105156" y="222504"/>
                </a:lnTo>
                <a:lnTo>
                  <a:pt x="105156" y="213360"/>
                </a:lnTo>
                <a:lnTo>
                  <a:pt x="139357" y="195072"/>
                </a:lnTo>
                <a:lnTo>
                  <a:pt x="170688" y="178308"/>
                </a:lnTo>
                <a:lnTo>
                  <a:pt x="167640" y="170688"/>
                </a:lnTo>
                <a:lnTo>
                  <a:pt x="105156" y="195072"/>
                </a:lnTo>
                <a:lnTo>
                  <a:pt x="105156" y="111252"/>
                </a:lnTo>
                <a:lnTo>
                  <a:pt x="176784" y="111252"/>
                </a:lnTo>
                <a:close/>
              </a:path>
              <a:path w="848995" h="411479">
                <a:moveTo>
                  <a:pt x="406908" y="374904"/>
                </a:moveTo>
                <a:lnTo>
                  <a:pt x="358902" y="365036"/>
                </a:lnTo>
                <a:lnTo>
                  <a:pt x="312420" y="343090"/>
                </a:lnTo>
                <a:lnTo>
                  <a:pt x="286512" y="324612"/>
                </a:lnTo>
                <a:lnTo>
                  <a:pt x="301599" y="306324"/>
                </a:lnTo>
                <a:lnTo>
                  <a:pt x="305587" y="301485"/>
                </a:lnTo>
                <a:lnTo>
                  <a:pt x="323659" y="273367"/>
                </a:lnTo>
                <a:lnTo>
                  <a:pt x="340309" y="240385"/>
                </a:lnTo>
                <a:lnTo>
                  <a:pt x="355092" y="202692"/>
                </a:lnTo>
                <a:lnTo>
                  <a:pt x="369062" y="195072"/>
                </a:lnTo>
                <a:lnTo>
                  <a:pt x="371856" y="193548"/>
                </a:lnTo>
                <a:lnTo>
                  <a:pt x="345948" y="169164"/>
                </a:lnTo>
                <a:lnTo>
                  <a:pt x="330708" y="183019"/>
                </a:lnTo>
                <a:lnTo>
                  <a:pt x="330708" y="195072"/>
                </a:lnTo>
                <a:lnTo>
                  <a:pt x="320141" y="226161"/>
                </a:lnTo>
                <a:lnTo>
                  <a:pt x="306705" y="255270"/>
                </a:lnTo>
                <a:lnTo>
                  <a:pt x="290423" y="282079"/>
                </a:lnTo>
                <a:lnTo>
                  <a:pt x="271272" y="306324"/>
                </a:lnTo>
                <a:lnTo>
                  <a:pt x="254088" y="284010"/>
                </a:lnTo>
                <a:lnTo>
                  <a:pt x="238887" y="258127"/>
                </a:lnTo>
                <a:lnTo>
                  <a:pt x="225450" y="228600"/>
                </a:lnTo>
                <a:lnTo>
                  <a:pt x="213360" y="195072"/>
                </a:lnTo>
                <a:lnTo>
                  <a:pt x="330708" y="195072"/>
                </a:lnTo>
                <a:lnTo>
                  <a:pt x="330708" y="183019"/>
                </a:lnTo>
                <a:lnTo>
                  <a:pt x="329184" y="184404"/>
                </a:lnTo>
                <a:lnTo>
                  <a:pt x="284988" y="184404"/>
                </a:lnTo>
                <a:lnTo>
                  <a:pt x="284988" y="111252"/>
                </a:lnTo>
                <a:lnTo>
                  <a:pt x="399288" y="111252"/>
                </a:lnTo>
                <a:lnTo>
                  <a:pt x="367284" y="80772"/>
                </a:lnTo>
                <a:lnTo>
                  <a:pt x="347472" y="102108"/>
                </a:lnTo>
                <a:lnTo>
                  <a:pt x="284988" y="102108"/>
                </a:lnTo>
                <a:lnTo>
                  <a:pt x="284988" y="35052"/>
                </a:lnTo>
                <a:lnTo>
                  <a:pt x="301752" y="21336"/>
                </a:lnTo>
                <a:lnTo>
                  <a:pt x="259080" y="3048"/>
                </a:lnTo>
                <a:lnTo>
                  <a:pt x="259308" y="21336"/>
                </a:lnTo>
                <a:lnTo>
                  <a:pt x="259842" y="45148"/>
                </a:lnTo>
                <a:lnTo>
                  <a:pt x="260375" y="71831"/>
                </a:lnTo>
                <a:lnTo>
                  <a:pt x="260604" y="102108"/>
                </a:lnTo>
                <a:lnTo>
                  <a:pt x="175260" y="102108"/>
                </a:lnTo>
                <a:lnTo>
                  <a:pt x="188976" y="115824"/>
                </a:lnTo>
                <a:lnTo>
                  <a:pt x="207264" y="111252"/>
                </a:lnTo>
                <a:lnTo>
                  <a:pt x="260604" y="111252"/>
                </a:lnTo>
                <a:lnTo>
                  <a:pt x="260604" y="184404"/>
                </a:lnTo>
                <a:lnTo>
                  <a:pt x="173736" y="184404"/>
                </a:lnTo>
                <a:lnTo>
                  <a:pt x="187452" y="198120"/>
                </a:lnTo>
                <a:lnTo>
                  <a:pt x="202692" y="195072"/>
                </a:lnTo>
                <a:lnTo>
                  <a:pt x="212966" y="231952"/>
                </a:lnTo>
                <a:lnTo>
                  <a:pt x="225361" y="264985"/>
                </a:lnTo>
                <a:lnTo>
                  <a:pt x="239776" y="294297"/>
                </a:lnTo>
                <a:lnTo>
                  <a:pt x="256032" y="320040"/>
                </a:lnTo>
                <a:lnTo>
                  <a:pt x="224891" y="345516"/>
                </a:lnTo>
                <a:lnTo>
                  <a:pt x="190881" y="367284"/>
                </a:lnTo>
                <a:lnTo>
                  <a:pt x="154025" y="385610"/>
                </a:lnTo>
                <a:lnTo>
                  <a:pt x="114300" y="400812"/>
                </a:lnTo>
                <a:lnTo>
                  <a:pt x="117348" y="406908"/>
                </a:lnTo>
                <a:lnTo>
                  <a:pt x="160261" y="394906"/>
                </a:lnTo>
                <a:lnTo>
                  <a:pt x="200025" y="379476"/>
                </a:lnTo>
                <a:lnTo>
                  <a:pt x="236943" y="360616"/>
                </a:lnTo>
                <a:lnTo>
                  <a:pt x="271272" y="338328"/>
                </a:lnTo>
                <a:lnTo>
                  <a:pt x="293903" y="359486"/>
                </a:lnTo>
                <a:lnTo>
                  <a:pt x="318516" y="377380"/>
                </a:lnTo>
                <a:lnTo>
                  <a:pt x="345427" y="392112"/>
                </a:lnTo>
                <a:lnTo>
                  <a:pt x="374904" y="403860"/>
                </a:lnTo>
                <a:lnTo>
                  <a:pt x="378409" y="396430"/>
                </a:lnTo>
                <a:lnTo>
                  <a:pt x="384619" y="390144"/>
                </a:lnTo>
                <a:lnTo>
                  <a:pt x="393979" y="385000"/>
                </a:lnTo>
                <a:lnTo>
                  <a:pt x="406908" y="381000"/>
                </a:lnTo>
                <a:lnTo>
                  <a:pt x="406908" y="374904"/>
                </a:lnTo>
                <a:close/>
              </a:path>
              <a:path w="848995" h="411479">
                <a:moveTo>
                  <a:pt x="780288" y="74663"/>
                </a:moveTo>
                <a:lnTo>
                  <a:pt x="742759" y="40563"/>
                </a:lnTo>
                <a:lnTo>
                  <a:pt x="705612" y="25895"/>
                </a:lnTo>
                <a:lnTo>
                  <a:pt x="701040" y="31991"/>
                </a:lnTo>
                <a:lnTo>
                  <a:pt x="719023" y="47688"/>
                </a:lnTo>
                <a:lnTo>
                  <a:pt x="733996" y="62661"/>
                </a:lnTo>
                <a:lnTo>
                  <a:pt x="745832" y="76784"/>
                </a:lnTo>
                <a:lnTo>
                  <a:pt x="754380" y="89903"/>
                </a:lnTo>
                <a:lnTo>
                  <a:pt x="762000" y="105143"/>
                </a:lnTo>
                <a:lnTo>
                  <a:pt x="768096" y="105143"/>
                </a:lnTo>
                <a:lnTo>
                  <a:pt x="771144" y="100571"/>
                </a:lnTo>
                <a:lnTo>
                  <a:pt x="774192" y="92951"/>
                </a:lnTo>
                <a:lnTo>
                  <a:pt x="778764" y="85331"/>
                </a:lnTo>
                <a:lnTo>
                  <a:pt x="780288" y="79235"/>
                </a:lnTo>
                <a:lnTo>
                  <a:pt x="780288" y="74663"/>
                </a:lnTo>
                <a:close/>
              </a:path>
              <a:path w="848995" h="411479">
                <a:moveTo>
                  <a:pt x="848868" y="318503"/>
                </a:moveTo>
                <a:lnTo>
                  <a:pt x="802271" y="298589"/>
                </a:lnTo>
                <a:lnTo>
                  <a:pt x="761390" y="269963"/>
                </a:lnTo>
                <a:lnTo>
                  <a:pt x="726414" y="232702"/>
                </a:lnTo>
                <a:lnTo>
                  <a:pt x="697598" y="186880"/>
                </a:lnTo>
                <a:lnTo>
                  <a:pt x="675132" y="132575"/>
                </a:lnTo>
                <a:lnTo>
                  <a:pt x="842772" y="132575"/>
                </a:lnTo>
                <a:lnTo>
                  <a:pt x="806196" y="95999"/>
                </a:lnTo>
                <a:lnTo>
                  <a:pt x="780288" y="121907"/>
                </a:lnTo>
                <a:lnTo>
                  <a:pt x="659892" y="121907"/>
                </a:lnTo>
                <a:lnTo>
                  <a:pt x="659892" y="35039"/>
                </a:lnTo>
                <a:lnTo>
                  <a:pt x="679704" y="22847"/>
                </a:lnTo>
                <a:lnTo>
                  <a:pt x="632460" y="3035"/>
                </a:lnTo>
                <a:lnTo>
                  <a:pt x="632701" y="36182"/>
                </a:lnTo>
                <a:lnTo>
                  <a:pt x="633755" y="95999"/>
                </a:lnTo>
                <a:lnTo>
                  <a:pt x="633984" y="121907"/>
                </a:lnTo>
                <a:lnTo>
                  <a:pt x="451104" y="121907"/>
                </a:lnTo>
                <a:lnTo>
                  <a:pt x="466344" y="138671"/>
                </a:lnTo>
                <a:lnTo>
                  <a:pt x="476656" y="135801"/>
                </a:lnTo>
                <a:lnTo>
                  <a:pt x="487108" y="133908"/>
                </a:lnTo>
                <a:lnTo>
                  <a:pt x="497852" y="132892"/>
                </a:lnTo>
                <a:lnTo>
                  <a:pt x="509016" y="132575"/>
                </a:lnTo>
                <a:lnTo>
                  <a:pt x="618744" y="132575"/>
                </a:lnTo>
                <a:lnTo>
                  <a:pt x="595515" y="179552"/>
                </a:lnTo>
                <a:lnTo>
                  <a:pt x="570039" y="222897"/>
                </a:lnTo>
                <a:lnTo>
                  <a:pt x="542353" y="262496"/>
                </a:lnTo>
                <a:lnTo>
                  <a:pt x="512521" y="298297"/>
                </a:lnTo>
                <a:lnTo>
                  <a:pt x="480568" y="330212"/>
                </a:lnTo>
                <a:lnTo>
                  <a:pt x="446532" y="358127"/>
                </a:lnTo>
                <a:lnTo>
                  <a:pt x="449580" y="364223"/>
                </a:lnTo>
                <a:lnTo>
                  <a:pt x="492899" y="334975"/>
                </a:lnTo>
                <a:lnTo>
                  <a:pt x="533146" y="300316"/>
                </a:lnTo>
                <a:lnTo>
                  <a:pt x="570179" y="260311"/>
                </a:lnTo>
                <a:lnTo>
                  <a:pt x="603834" y="215049"/>
                </a:lnTo>
                <a:lnTo>
                  <a:pt x="633984" y="164579"/>
                </a:lnTo>
                <a:lnTo>
                  <a:pt x="633831" y="224205"/>
                </a:lnTo>
                <a:lnTo>
                  <a:pt x="633476" y="275666"/>
                </a:lnTo>
                <a:lnTo>
                  <a:pt x="632625" y="372338"/>
                </a:lnTo>
                <a:lnTo>
                  <a:pt x="632460" y="411467"/>
                </a:lnTo>
                <a:lnTo>
                  <a:pt x="661416" y="397751"/>
                </a:lnTo>
                <a:lnTo>
                  <a:pt x="660679" y="376910"/>
                </a:lnTo>
                <a:lnTo>
                  <a:pt x="660222" y="339966"/>
                </a:lnTo>
                <a:lnTo>
                  <a:pt x="659993" y="286931"/>
                </a:lnTo>
                <a:lnTo>
                  <a:pt x="659904" y="164579"/>
                </a:lnTo>
                <a:lnTo>
                  <a:pt x="659892" y="132575"/>
                </a:lnTo>
                <a:lnTo>
                  <a:pt x="667512" y="132575"/>
                </a:lnTo>
                <a:lnTo>
                  <a:pt x="681951" y="184492"/>
                </a:lnTo>
                <a:lnTo>
                  <a:pt x="703262" y="232244"/>
                </a:lnTo>
                <a:lnTo>
                  <a:pt x="731380" y="275666"/>
                </a:lnTo>
                <a:lnTo>
                  <a:pt x="766229" y="314629"/>
                </a:lnTo>
                <a:lnTo>
                  <a:pt x="807720" y="348983"/>
                </a:lnTo>
                <a:lnTo>
                  <a:pt x="812863" y="339839"/>
                </a:lnTo>
                <a:lnTo>
                  <a:pt x="821436" y="332981"/>
                </a:lnTo>
                <a:lnTo>
                  <a:pt x="833437" y="328409"/>
                </a:lnTo>
                <a:lnTo>
                  <a:pt x="848868" y="326123"/>
                </a:lnTo>
                <a:lnTo>
                  <a:pt x="848868" y="318503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pic>
        <p:nvPicPr>
          <p:cNvPr id="39" name="object 39"/>
          <p:cNvPicPr/>
          <p:nvPr/>
        </p:nvPicPr>
        <p:blipFill>
          <a:blip r:embed="rId6" cstate="print"/>
          <a:stretch>
            <a:fillRect/>
          </a:stretch>
        </p:blipFill>
        <p:spPr>
          <a:xfrm>
            <a:off x="8837676" y="3854196"/>
            <a:ext cx="64008" cy="166116"/>
          </a:xfrm>
          <a:prstGeom prst="rect">
            <a:avLst/>
          </a:prstGeom>
        </p:spPr>
      </p:pic>
      <p:sp>
        <p:nvSpPr>
          <p:cNvPr id="40" name="object 40"/>
          <p:cNvSpPr/>
          <p:nvPr/>
        </p:nvSpPr>
        <p:spPr>
          <a:xfrm>
            <a:off x="2176272" y="4297679"/>
            <a:ext cx="386080" cy="398145"/>
          </a:xfrm>
          <a:custGeom>
            <a:avLst/>
            <a:gdLst/>
            <a:ahLst/>
            <a:cxnLst/>
            <a:rect l="l" t="t" r="r" b="b"/>
            <a:pathLst>
              <a:path w="386080" h="398145">
                <a:moveTo>
                  <a:pt x="313943" y="16764"/>
                </a:moveTo>
                <a:lnTo>
                  <a:pt x="278892" y="16764"/>
                </a:lnTo>
                <a:lnTo>
                  <a:pt x="297180" y="0"/>
                </a:lnTo>
                <a:lnTo>
                  <a:pt x="313943" y="16764"/>
                </a:lnTo>
                <a:close/>
              </a:path>
              <a:path w="386080" h="398145">
                <a:moveTo>
                  <a:pt x="321564" y="184404"/>
                </a:moveTo>
                <a:lnTo>
                  <a:pt x="103632" y="184404"/>
                </a:lnTo>
                <a:lnTo>
                  <a:pt x="87630" y="182165"/>
                </a:lnTo>
                <a:lnTo>
                  <a:pt x="76200" y="175641"/>
                </a:lnTo>
                <a:lnTo>
                  <a:pt x="69342" y="165115"/>
                </a:lnTo>
                <a:lnTo>
                  <a:pt x="67056" y="150876"/>
                </a:lnTo>
                <a:lnTo>
                  <a:pt x="66951" y="76581"/>
                </a:lnTo>
                <a:lnTo>
                  <a:pt x="66865" y="54483"/>
                </a:lnTo>
                <a:lnTo>
                  <a:pt x="66413" y="22717"/>
                </a:lnTo>
                <a:lnTo>
                  <a:pt x="65532" y="1524"/>
                </a:lnTo>
                <a:lnTo>
                  <a:pt x="92964" y="16764"/>
                </a:lnTo>
                <a:lnTo>
                  <a:pt x="313943" y="16764"/>
                </a:lnTo>
                <a:lnTo>
                  <a:pt x="321564" y="24384"/>
                </a:lnTo>
                <a:lnTo>
                  <a:pt x="316077" y="27432"/>
                </a:lnTo>
                <a:lnTo>
                  <a:pt x="91440" y="27432"/>
                </a:lnTo>
                <a:lnTo>
                  <a:pt x="91440" y="89916"/>
                </a:lnTo>
                <a:lnTo>
                  <a:pt x="308373" y="89916"/>
                </a:lnTo>
                <a:lnTo>
                  <a:pt x="308490" y="94583"/>
                </a:lnTo>
                <a:lnTo>
                  <a:pt x="308840" y="100584"/>
                </a:lnTo>
                <a:lnTo>
                  <a:pt x="91440" y="100584"/>
                </a:lnTo>
                <a:lnTo>
                  <a:pt x="91440" y="140208"/>
                </a:lnTo>
                <a:lnTo>
                  <a:pt x="93130" y="151090"/>
                </a:lnTo>
                <a:lnTo>
                  <a:pt x="98107" y="158686"/>
                </a:lnTo>
                <a:lnTo>
                  <a:pt x="106227" y="163139"/>
                </a:lnTo>
                <a:lnTo>
                  <a:pt x="117348" y="164592"/>
                </a:lnTo>
                <a:lnTo>
                  <a:pt x="367025" y="164592"/>
                </a:lnTo>
                <a:lnTo>
                  <a:pt x="362926" y="170259"/>
                </a:lnTo>
                <a:lnTo>
                  <a:pt x="352234" y="177927"/>
                </a:lnTo>
                <a:lnTo>
                  <a:pt x="338399" y="182737"/>
                </a:lnTo>
                <a:lnTo>
                  <a:pt x="321564" y="184404"/>
                </a:lnTo>
                <a:close/>
              </a:path>
              <a:path w="386080" h="398145">
                <a:moveTo>
                  <a:pt x="308373" y="89916"/>
                </a:moveTo>
                <a:lnTo>
                  <a:pt x="283463" y="89916"/>
                </a:lnTo>
                <a:lnTo>
                  <a:pt x="283463" y="27432"/>
                </a:lnTo>
                <a:lnTo>
                  <a:pt x="316077" y="27432"/>
                </a:lnTo>
                <a:lnTo>
                  <a:pt x="307848" y="32004"/>
                </a:lnTo>
                <a:lnTo>
                  <a:pt x="307871" y="55721"/>
                </a:lnTo>
                <a:lnTo>
                  <a:pt x="308038" y="76581"/>
                </a:lnTo>
                <a:lnTo>
                  <a:pt x="308373" y="89916"/>
                </a:lnTo>
                <a:close/>
              </a:path>
              <a:path w="386080" h="398145">
                <a:moveTo>
                  <a:pt x="367025" y="164592"/>
                </a:moveTo>
                <a:lnTo>
                  <a:pt x="324612" y="164592"/>
                </a:lnTo>
                <a:lnTo>
                  <a:pt x="330708" y="160020"/>
                </a:lnTo>
                <a:lnTo>
                  <a:pt x="333756" y="150876"/>
                </a:lnTo>
                <a:lnTo>
                  <a:pt x="335780" y="141993"/>
                </a:lnTo>
                <a:lnTo>
                  <a:pt x="337375" y="128968"/>
                </a:lnTo>
                <a:lnTo>
                  <a:pt x="338685" y="111656"/>
                </a:lnTo>
                <a:lnTo>
                  <a:pt x="339852" y="89916"/>
                </a:lnTo>
                <a:lnTo>
                  <a:pt x="348996" y="89916"/>
                </a:lnTo>
                <a:lnTo>
                  <a:pt x="353568" y="137160"/>
                </a:lnTo>
                <a:lnTo>
                  <a:pt x="370332" y="160020"/>
                </a:lnTo>
                <a:lnTo>
                  <a:pt x="367025" y="164592"/>
                </a:lnTo>
                <a:close/>
              </a:path>
              <a:path w="386080" h="398145">
                <a:moveTo>
                  <a:pt x="283463" y="118872"/>
                </a:moveTo>
                <a:lnTo>
                  <a:pt x="283463" y="100584"/>
                </a:lnTo>
                <a:lnTo>
                  <a:pt x="308840" y="100584"/>
                </a:lnTo>
                <a:lnTo>
                  <a:pt x="309372" y="109728"/>
                </a:lnTo>
                <a:lnTo>
                  <a:pt x="283463" y="118872"/>
                </a:lnTo>
                <a:close/>
              </a:path>
              <a:path w="386080" h="398145">
                <a:moveTo>
                  <a:pt x="272796" y="240792"/>
                </a:moveTo>
                <a:lnTo>
                  <a:pt x="248412" y="240792"/>
                </a:lnTo>
                <a:lnTo>
                  <a:pt x="248173" y="224528"/>
                </a:lnTo>
                <a:lnTo>
                  <a:pt x="247650" y="210121"/>
                </a:lnTo>
                <a:lnTo>
                  <a:pt x="247126" y="197715"/>
                </a:lnTo>
                <a:lnTo>
                  <a:pt x="246888" y="187452"/>
                </a:lnTo>
                <a:lnTo>
                  <a:pt x="288036" y="205740"/>
                </a:lnTo>
                <a:lnTo>
                  <a:pt x="272796" y="217932"/>
                </a:lnTo>
                <a:lnTo>
                  <a:pt x="272796" y="240792"/>
                </a:lnTo>
                <a:close/>
              </a:path>
              <a:path w="386080" h="398145">
                <a:moveTo>
                  <a:pt x="15240" y="257556"/>
                </a:moveTo>
                <a:lnTo>
                  <a:pt x="0" y="240792"/>
                </a:lnTo>
                <a:lnTo>
                  <a:pt x="320040" y="240792"/>
                </a:lnTo>
                <a:lnTo>
                  <a:pt x="347472" y="213360"/>
                </a:lnTo>
                <a:lnTo>
                  <a:pt x="385572" y="251460"/>
                </a:lnTo>
                <a:lnTo>
                  <a:pt x="56388" y="251460"/>
                </a:lnTo>
                <a:lnTo>
                  <a:pt x="45243" y="251769"/>
                </a:lnTo>
                <a:lnTo>
                  <a:pt x="34671" y="252793"/>
                </a:lnTo>
                <a:lnTo>
                  <a:pt x="24669" y="254674"/>
                </a:lnTo>
                <a:lnTo>
                  <a:pt x="15240" y="257556"/>
                </a:lnTo>
                <a:close/>
              </a:path>
              <a:path w="386080" h="398145">
                <a:moveTo>
                  <a:pt x="271949" y="355092"/>
                </a:moveTo>
                <a:lnTo>
                  <a:pt x="240792" y="355092"/>
                </a:lnTo>
                <a:lnTo>
                  <a:pt x="246888" y="350520"/>
                </a:lnTo>
                <a:lnTo>
                  <a:pt x="248412" y="339852"/>
                </a:lnTo>
                <a:lnTo>
                  <a:pt x="248412" y="251460"/>
                </a:lnTo>
                <a:lnTo>
                  <a:pt x="272796" y="251460"/>
                </a:lnTo>
                <a:lnTo>
                  <a:pt x="272796" y="350520"/>
                </a:lnTo>
                <a:lnTo>
                  <a:pt x="271949" y="355092"/>
                </a:lnTo>
                <a:close/>
              </a:path>
              <a:path w="386080" h="398145">
                <a:moveTo>
                  <a:pt x="132588" y="341376"/>
                </a:moveTo>
                <a:lnTo>
                  <a:pt x="124968" y="341376"/>
                </a:lnTo>
                <a:lnTo>
                  <a:pt x="121920" y="335280"/>
                </a:lnTo>
                <a:lnTo>
                  <a:pt x="117348" y="323088"/>
                </a:lnTo>
                <a:lnTo>
                  <a:pt x="113061" y="308848"/>
                </a:lnTo>
                <a:lnTo>
                  <a:pt x="107061" y="293751"/>
                </a:lnTo>
                <a:lnTo>
                  <a:pt x="99345" y="278082"/>
                </a:lnTo>
                <a:lnTo>
                  <a:pt x="89916" y="262128"/>
                </a:lnTo>
                <a:lnTo>
                  <a:pt x="94488" y="257556"/>
                </a:lnTo>
                <a:lnTo>
                  <a:pt x="134302" y="288226"/>
                </a:lnTo>
                <a:lnTo>
                  <a:pt x="148161" y="318563"/>
                </a:lnTo>
                <a:lnTo>
                  <a:pt x="147066" y="325374"/>
                </a:lnTo>
                <a:lnTo>
                  <a:pt x="144827" y="331041"/>
                </a:lnTo>
                <a:lnTo>
                  <a:pt x="141732" y="335280"/>
                </a:lnTo>
                <a:lnTo>
                  <a:pt x="135636" y="339852"/>
                </a:lnTo>
                <a:lnTo>
                  <a:pt x="132588" y="341376"/>
                </a:lnTo>
                <a:close/>
              </a:path>
              <a:path w="386080" h="398145">
                <a:moveTo>
                  <a:pt x="230124" y="397764"/>
                </a:moveTo>
                <a:lnTo>
                  <a:pt x="224409" y="386000"/>
                </a:lnTo>
                <a:lnTo>
                  <a:pt x="211836" y="375666"/>
                </a:lnTo>
                <a:lnTo>
                  <a:pt x="192405" y="366474"/>
                </a:lnTo>
                <a:lnTo>
                  <a:pt x="166116" y="358140"/>
                </a:lnTo>
                <a:lnTo>
                  <a:pt x="166116" y="348996"/>
                </a:lnTo>
                <a:lnTo>
                  <a:pt x="220765" y="354568"/>
                </a:lnTo>
                <a:lnTo>
                  <a:pt x="230124" y="355092"/>
                </a:lnTo>
                <a:lnTo>
                  <a:pt x="271949" y="355092"/>
                </a:lnTo>
                <a:lnTo>
                  <a:pt x="270200" y="364545"/>
                </a:lnTo>
                <a:lnTo>
                  <a:pt x="262318" y="376999"/>
                </a:lnTo>
                <a:lnTo>
                  <a:pt x="249007" y="388024"/>
                </a:lnTo>
                <a:lnTo>
                  <a:pt x="230124" y="39776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" name="object 41"/>
          <p:cNvSpPr/>
          <p:nvPr/>
        </p:nvSpPr>
        <p:spPr>
          <a:xfrm>
            <a:off x="2609075" y="4291583"/>
            <a:ext cx="1283335" cy="407034"/>
          </a:xfrm>
          <a:custGeom>
            <a:avLst/>
            <a:gdLst/>
            <a:ahLst/>
            <a:cxnLst/>
            <a:rect l="l" t="t" r="r" b="b"/>
            <a:pathLst>
              <a:path w="1283335" h="407035">
                <a:moveTo>
                  <a:pt x="217932" y="54876"/>
                </a:moveTo>
                <a:lnTo>
                  <a:pt x="188976" y="21348"/>
                </a:lnTo>
                <a:lnTo>
                  <a:pt x="166116" y="44208"/>
                </a:lnTo>
                <a:lnTo>
                  <a:pt x="4572" y="44208"/>
                </a:lnTo>
                <a:lnTo>
                  <a:pt x="19812" y="59448"/>
                </a:lnTo>
                <a:lnTo>
                  <a:pt x="30124" y="57442"/>
                </a:lnTo>
                <a:lnTo>
                  <a:pt x="40576" y="56019"/>
                </a:lnTo>
                <a:lnTo>
                  <a:pt x="51320" y="55156"/>
                </a:lnTo>
                <a:lnTo>
                  <a:pt x="62484" y="54876"/>
                </a:lnTo>
                <a:lnTo>
                  <a:pt x="92964" y="54876"/>
                </a:lnTo>
                <a:lnTo>
                  <a:pt x="67246" y="104165"/>
                </a:lnTo>
                <a:lnTo>
                  <a:pt x="34671" y="145554"/>
                </a:lnTo>
                <a:lnTo>
                  <a:pt x="15240" y="156984"/>
                </a:lnTo>
                <a:lnTo>
                  <a:pt x="33528" y="190512"/>
                </a:lnTo>
                <a:lnTo>
                  <a:pt x="84759" y="172745"/>
                </a:lnTo>
                <a:lnTo>
                  <a:pt x="92964" y="170700"/>
                </a:lnTo>
                <a:lnTo>
                  <a:pt x="92964" y="246900"/>
                </a:lnTo>
                <a:lnTo>
                  <a:pt x="7620" y="246900"/>
                </a:lnTo>
                <a:lnTo>
                  <a:pt x="24384" y="263664"/>
                </a:lnTo>
                <a:lnTo>
                  <a:pt x="33820" y="260781"/>
                </a:lnTo>
                <a:lnTo>
                  <a:pt x="43815" y="258902"/>
                </a:lnTo>
                <a:lnTo>
                  <a:pt x="54394" y="257873"/>
                </a:lnTo>
                <a:lnTo>
                  <a:pt x="65532" y="257568"/>
                </a:lnTo>
                <a:lnTo>
                  <a:pt x="92964" y="257568"/>
                </a:lnTo>
                <a:lnTo>
                  <a:pt x="92964" y="342912"/>
                </a:lnTo>
                <a:lnTo>
                  <a:pt x="71589" y="347218"/>
                </a:lnTo>
                <a:lnTo>
                  <a:pt x="48768" y="351104"/>
                </a:lnTo>
                <a:lnTo>
                  <a:pt x="24815" y="354698"/>
                </a:lnTo>
                <a:lnTo>
                  <a:pt x="0" y="358152"/>
                </a:lnTo>
                <a:lnTo>
                  <a:pt x="18288" y="391680"/>
                </a:lnTo>
                <a:lnTo>
                  <a:pt x="53035" y="373646"/>
                </a:lnTo>
                <a:lnTo>
                  <a:pt x="63436" y="370154"/>
                </a:lnTo>
                <a:lnTo>
                  <a:pt x="75272" y="366356"/>
                </a:lnTo>
                <a:lnTo>
                  <a:pt x="88392" y="362724"/>
                </a:lnTo>
                <a:lnTo>
                  <a:pt x="106095" y="357047"/>
                </a:lnTo>
                <a:lnTo>
                  <a:pt x="131635" y="349389"/>
                </a:lnTo>
                <a:lnTo>
                  <a:pt x="165442" y="339864"/>
                </a:lnTo>
                <a:lnTo>
                  <a:pt x="205740" y="329196"/>
                </a:lnTo>
                <a:lnTo>
                  <a:pt x="204216" y="321576"/>
                </a:lnTo>
                <a:lnTo>
                  <a:pt x="177342" y="327647"/>
                </a:lnTo>
                <a:lnTo>
                  <a:pt x="153733" y="332435"/>
                </a:lnTo>
                <a:lnTo>
                  <a:pt x="115824" y="339864"/>
                </a:lnTo>
                <a:lnTo>
                  <a:pt x="115824" y="257568"/>
                </a:lnTo>
                <a:lnTo>
                  <a:pt x="204216" y="257568"/>
                </a:lnTo>
                <a:lnTo>
                  <a:pt x="175260" y="224040"/>
                </a:lnTo>
                <a:lnTo>
                  <a:pt x="152400" y="246900"/>
                </a:lnTo>
                <a:lnTo>
                  <a:pt x="115824" y="246900"/>
                </a:lnTo>
                <a:lnTo>
                  <a:pt x="115824" y="196608"/>
                </a:lnTo>
                <a:lnTo>
                  <a:pt x="131064" y="185940"/>
                </a:lnTo>
                <a:lnTo>
                  <a:pt x="101981" y="170700"/>
                </a:lnTo>
                <a:lnTo>
                  <a:pt x="99060" y="169176"/>
                </a:lnTo>
                <a:lnTo>
                  <a:pt x="153289" y="160807"/>
                </a:lnTo>
                <a:lnTo>
                  <a:pt x="157657" y="160032"/>
                </a:lnTo>
                <a:lnTo>
                  <a:pt x="166116" y="158508"/>
                </a:lnTo>
                <a:lnTo>
                  <a:pt x="175260" y="185940"/>
                </a:lnTo>
                <a:lnTo>
                  <a:pt x="175260" y="188988"/>
                </a:lnTo>
                <a:lnTo>
                  <a:pt x="176784" y="190512"/>
                </a:lnTo>
                <a:lnTo>
                  <a:pt x="179832" y="190512"/>
                </a:lnTo>
                <a:lnTo>
                  <a:pt x="187452" y="182892"/>
                </a:lnTo>
                <a:lnTo>
                  <a:pt x="193548" y="178320"/>
                </a:lnTo>
                <a:lnTo>
                  <a:pt x="196596" y="170700"/>
                </a:lnTo>
                <a:lnTo>
                  <a:pt x="196481" y="160807"/>
                </a:lnTo>
                <a:lnTo>
                  <a:pt x="196113" y="158508"/>
                </a:lnTo>
                <a:lnTo>
                  <a:pt x="195503" y="154698"/>
                </a:lnTo>
                <a:lnTo>
                  <a:pt x="164020" y="116979"/>
                </a:lnTo>
                <a:lnTo>
                  <a:pt x="138684" y="97548"/>
                </a:lnTo>
                <a:lnTo>
                  <a:pt x="132588" y="100596"/>
                </a:lnTo>
                <a:lnTo>
                  <a:pt x="142925" y="114896"/>
                </a:lnTo>
                <a:lnTo>
                  <a:pt x="151257" y="128219"/>
                </a:lnTo>
                <a:lnTo>
                  <a:pt x="157886" y="140665"/>
                </a:lnTo>
                <a:lnTo>
                  <a:pt x="163068" y="152412"/>
                </a:lnTo>
                <a:lnTo>
                  <a:pt x="128778" y="155524"/>
                </a:lnTo>
                <a:lnTo>
                  <a:pt x="96774" y="157937"/>
                </a:lnTo>
                <a:lnTo>
                  <a:pt x="67056" y="159473"/>
                </a:lnTo>
                <a:lnTo>
                  <a:pt x="39624" y="160032"/>
                </a:lnTo>
                <a:lnTo>
                  <a:pt x="51943" y="148285"/>
                </a:lnTo>
                <a:lnTo>
                  <a:pt x="63817" y="135839"/>
                </a:lnTo>
                <a:lnTo>
                  <a:pt x="75425" y="122516"/>
                </a:lnTo>
                <a:lnTo>
                  <a:pt x="86868" y="108216"/>
                </a:lnTo>
                <a:lnTo>
                  <a:pt x="98018" y="95643"/>
                </a:lnTo>
                <a:lnTo>
                  <a:pt x="108585" y="85356"/>
                </a:lnTo>
                <a:lnTo>
                  <a:pt x="118592" y="77355"/>
                </a:lnTo>
                <a:lnTo>
                  <a:pt x="128016" y="71640"/>
                </a:lnTo>
                <a:lnTo>
                  <a:pt x="100584" y="54876"/>
                </a:lnTo>
                <a:lnTo>
                  <a:pt x="217932" y="54876"/>
                </a:lnTo>
                <a:close/>
              </a:path>
              <a:path w="1283335" h="407035">
                <a:moveTo>
                  <a:pt x="409956" y="365772"/>
                </a:moveTo>
                <a:lnTo>
                  <a:pt x="373100" y="354622"/>
                </a:lnTo>
                <a:lnTo>
                  <a:pt x="332232" y="328625"/>
                </a:lnTo>
                <a:lnTo>
                  <a:pt x="321284" y="318528"/>
                </a:lnTo>
                <a:lnTo>
                  <a:pt x="318516" y="315976"/>
                </a:lnTo>
                <a:lnTo>
                  <a:pt x="304800" y="301764"/>
                </a:lnTo>
                <a:lnTo>
                  <a:pt x="314401" y="277380"/>
                </a:lnTo>
                <a:lnTo>
                  <a:pt x="322897" y="253377"/>
                </a:lnTo>
                <a:lnTo>
                  <a:pt x="335280" y="207276"/>
                </a:lnTo>
                <a:lnTo>
                  <a:pt x="343281" y="160032"/>
                </a:lnTo>
                <a:lnTo>
                  <a:pt x="348996" y="108216"/>
                </a:lnTo>
                <a:lnTo>
                  <a:pt x="403860" y="108216"/>
                </a:lnTo>
                <a:lnTo>
                  <a:pt x="394169" y="97548"/>
                </a:lnTo>
                <a:lnTo>
                  <a:pt x="373380" y="74688"/>
                </a:lnTo>
                <a:lnTo>
                  <a:pt x="350520" y="97548"/>
                </a:lnTo>
                <a:lnTo>
                  <a:pt x="323088" y="97548"/>
                </a:lnTo>
                <a:lnTo>
                  <a:pt x="323088" y="108216"/>
                </a:lnTo>
                <a:lnTo>
                  <a:pt x="321640" y="131686"/>
                </a:lnTo>
                <a:lnTo>
                  <a:pt x="316458" y="176263"/>
                </a:lnTo>
                <a:lnTo>
                  <a:pt x="308444" y="219290"/>
                </a:lnTo>
                <a:lnTo>
                  <a:pt x="297637" y="258775"/>
                </a:lnTo>
                <a:lnTo>
                  <a:pt x="291084" y="277380"/>
                </a:lnTo>
                <a:lnTo>
                  <a:pt x="283375" y="261899"/>
                </a:lnTo>
                <a:lnTo>
                  <a:pt x="263652" y="205752"/>
                </a:lnTo>
                <a:lnTo>
                  <a:pt x="253784" y="160032"/>
                </a:lnTo>
                <a:lnTo>
                  <a:pt x="249872" y="128028"/>
                </a:lnTo>
                <a:lnTo>
                  <a:pt x="248412" y="108216"/>
                </a:lnTo>
                <a:lnTo>
                  <a:pt x="323088" y="108216"/>
                </a:lnTo>
                <a:lnTo>
                  <a:pt x="323088" y="97548"/>
                </a:lnTo>
                <a:lnTo>
                  <a:pt x="251460" y="97548"/>
                </a:lnTo>
                <a:lnTo>
                  <a:pt x="257162" y="78968"/>
                </a:lnTo>
                <a:lnTo>
                  <a:pt x="262699" y="62115"/>
                </a:lnTo>
                <a:lnTo>
                  <a:pt x="267970" y="46964"/>
                </a:lnTo>
                <a:lnTo>
                  <a:pt x="272796" y="33540"/>
                </a:lnTo>
                <a:lnTo>
                  <a:pt x="288036" y="22872"/>
                </a:lnTo>
                <a:lnTo>
                  <a:pt x="249936" y="12"/>
                </a:lnTo>
                <a:lnTo>
                  <a:pt x="242887" y="46113"/>
                </a:lnTo>
                <a:lnTo>
                  <a:pt x="230124" y="103644"/>
                </a:lnTo>
                <a:lnTo>
                  <a:pt x="211531" y="161556"/>
                </a:lnTo>
                <a:lnTo>
                  <a:pt x="190500" y="211848"/>
                </a:lnTo>
                <a:lnTo>
                  <a:pt x="196596" y="216420"/>
                </a:lnTo>
                <a:lnTo>
                  <a:pt x="209727" y="195529"/>
                </a:lnTo>
                <a:lnTo>
                  <a:pt x="221551" y="173939"/>
                </a:lnTo>
                <a:lnTo>
                  <a:pt x="231965" y="151472"/>
                </a:lnTo>
                <a:lnTo>
                  <a:pt x="240792" y="128028"/>
                </a:lnTo>
                <a:lnTo>
                  <a:pt x="241363" y="148602"/>
                </a:lnTo>
                <a:lnTo>
                  <a:pt x="245935" y="189750"/>
                </a:lnTo>
                <a:lnTo>
                  <a:pt x="255943" y="232041"/>
                </a:lnTo>
                <a:lnTo>
                  <a:pt x="269659" y="275475"/>
                </a:lnTo>
                <a:lnTo>
                  <a:pt x="277368" y="297192"/>
                </a:lnTo>
                <a:lnTo>
                  <a:pt x="267081" y="311785"/>
                </a:lnTo>
                <a:lnTo>
                  <a:pt x="239649" y="339839"/>
                </a:lnTo>
                <a:lnTo>
                  <a:pt x="202819" y="367626"/>
                </a:lnTo>
                <a:lnTo>
                  <a:pt x="162369" y="391680"/>
                </a:lnTo>
                <a:lnTo>
                  <a:pt x="141732" y="402348"/>
                </a:lnTo>
                <a:lnTo>
                  <a:pt x="143256" y="406920"/>
                </a:lnTo>
                <a:lnTo>
                  <a:pt x="189928" y="389775"/>
                </a:lnTo>
                <a:lnTo>
                  <a:pt x="228600" y="370344"/>
                </a:lnTo>
                <a:lnTo>
                  <a:pt x="261556" y="346151"/>
                </a:lnTo>
                <a:lnTo>
                  <a:pt x="291084" y="318528"/>
                </a:lnTo>
                <a:lnTo>
                  <a:pt x="301358" y="330784"/>
                </a:lnTo>
                <a:lnTo>
                  <a:pt x="330708" y="362724"/>
                </a:lnTo>
                <a:lnTo>
                  <a:pt x="362648" y="386727"/>
                </a:lnTo>
                <a:lnTo>
                  <a:pt x="374904" y="394728"/>
                </a:lnTo>
                <a:lnTo>
                  <a:pt x="381241" y="386435"/>
                </a:lnTo>
                <a:lnTo>
                  <a:pt x="388975" y="379882"/>
                </a:lnTo>
                <a:lnTo>
                  <a:pt x="398487" y="375005"/>
                </a:lnTo>
                <a:lnTo>
                  <a:pt x="409956" y="371868"/>
                </a:lnTo>
                <a:lnTo>
                  <a:pt x="409956" y="365772"/>
                </a:lnTo>
                <a:close/>
              </a:path>
              <a:path w="1283335" h="407035">
                <a:moveTo>
                  <a:pt x="847344" y="190500"/>
                </a:moveTo>
                <a:lnTo>
                  <a:pt x="809244" y="152400"/>
                </a:lnTo>
                <a:lnTo>
                  <a:pt x="774192" y="179832"/>
                </a:lnTo>
                <a:lnTo>
                  <a:pt x="451104" y="179832"/>
                </a:lnTo>
                <a:lnTo>
                  <a:pt x="466344" y="195072"/>
                </a:lnTo>
                <a:lnTo>
                  <a:pt x="476948" y="193078"/>
                </a:lnTo>
                <a:lnTo>
                  <a:pt x="488251" y="191643"/>
                </a:lnTo>
                <a:lnTo>
                  <a:pt x="500430" y="190792"/>
                </a:lnTo>
                <a:lnTo>
                  <a:pt x="513588" y="190500"/>
                </a:lnTo>
                <a:lnTo>
                  <a:pt x="847344" y="190500"/>
                </a:lnTo>
                <a:close/>
              </a:path>
              <a:path w="1283335" h="407035">
                <a:moveTo>
                  <a:pt x="1075944" y="140208"/>
                </a:moveTo>
                <a:lnTo>
                  <a:pt x="1045464" y="108204"/>
                </a:lnTo>
                <a:lnTo>
                  <a:pt x="1024128" y="129540"/>
                </a:lnTo>
                <a:lnTo>
                  <a:pt x="1004316" y="129540"/>
                </a:lnTo>
                <a:lnTo>
                  <a:pt x="1004316" y="54864"/>
                </a:lnTo>
                <a:lnTo>
                  <a:pt x="1004316" y="50292"/>
                </a:lnTo>
                <a:lnTo>
                  <a:pt x="1020559" y="48031"/>
                </a:lnTo>
                <a:lnTo>
                  <a:pt x="1037082" y="45910"/>
                </a:lnTo>
                <a:lnTo>
                  <a:pt x="1053617" y="44081"/>
                </a:lnTo>
                <a:lnTo>
                  <a:pt x="1069848" y="42672"/>
                </a:lnTo>
                <a:lnTo>
                  <a:pt x="1043940" y="12192"/>
                </a:lnTo>
                <a:lnTo>
                  <a:pt x="1000874" y="33629"/>
                </a:lnTo>
                <a:lnTo>
                  <a:pt x="961199" y="45034"/>
                </a:lnTo>
                <a:lnTo>
                  <a:pt x="922959" y="53555"/>
                </a:lnTo>
                <a:lnTo>
                  <a:pt x="905256" y="56388"/>
                </a:lnTo>
                <a:lnTo>
                  <a:pt x="905256" y="62484"/>
                </a:lnTo>
                <a:lnTo>
                  <a:pt x="924674" y="61087"/>
                </a:lnTo>
                <a:lnTo>
                  <a:pt x="943927" y="59245"/>
                </a:lnTo>
                <a:lnTo>
                  <a:pt x="962914" y="57137"/>
                </a:lnTo>
                <a:lnTo>
                  <a:pt x="981456" y="54864"/>
                </a:lnTo>
                <a:lnTo>
                  <a:pt x="981456" y="129540"/>
                </a:lnTo>
                <a:lnTo>
                  <a:pt x="893064" y="129540"/>
                </a:lnTo>
                <a:lnTo>
                  <a:pt x="908304" y="144780"/>
                </a:lnTo>
                <a:lnTo>
                  <a:pt x="917956" y="142786"/>
                </a:lnTo>
                <a:lnTo>
                  <a:pt x="928306" y="141351"/>
                </a:lnTo>
                <a:lnTo>
                  <a:pt x="938961" y="140500"/>
                </a:lnTo>
                <a:lnTo>
                  <a:pt x="949452" y="140208"/>
                </a:lnTo>
                <a:lnTo>
                  <a:pt x="981456" y="140208"/>
                </a:lnTo>
                <a:lnTo>
                  <a:pt x="967549" y="181165"/>
                </a:lnTo>
                <a:lnTo>
                  <a:pt x="947928" y="225552"/>
                </a:lnTo>
                <a:lnTo>
                  <a:pt x="921258" y="271081"/>
                </a:lnTo>
                <a:lnTo>
                  <a:pt x="890016" y="315468"/>
                </a:lnTo>
                <a:lnTo>
                  <a:pt x="893064" y="320040"/>
                </a:lnTo>
                <a:lnTo>
                  <a:pt x="918451" y="295757"/>
                </a:lnTo>
                <a:lnTo>
                  <a:pt x="941832" y="268605"/>
                </a:lnTo>
                <a:lnTo>
                  <a:pt x="962939" y="238607"/>
                </a:lnTo>
                <a:lnTo>
                  <a:pt x="981456" y="205740"/>
                </a:lnTo>
                <a:lnTo>
                  <a:pt x="981341" y="295757"/>
                </a:lnTo>
                <a:lnTo>
                  <a:pt x="981240" y="320040"/>
                </a:lnTo>
                <a:lnTo>
                  <a:pt x="980821" y="364337"/>
                </a:lnTo>
                <a:lnTo>
                  <a:pt x="979932" y="406908"/>
                </a:lnTo>
                <a:lnTo>
                  <a:pt x="1005840" y="394716"/>
                </a:lnTo>
                <a:lnTo>
                  <a:pt x="1004506" y="329374"/>
                </a:lnTo>
                <a:lnTo>
                  <a:pt x="1004328" y="205740"/>
                </a:lnTo>
                <a:lnTo>
                  <a:pt x="1004316" y="187452"/>
                </a:lnTo>
                <a:lnTo>
                  <a:pt x="1016279" y="198882"/>
                </a:lnTo>
                <a:lnTo>
                  <a:pt x="1026795" y="210312"/>
                </a:lnTo>
                <a:lnTo>
                  <a:pt x="1035608" y="221742"/>
                </a:lnTo>
                <a:lnTo>
                  <a:pt x="1042416" y="233172"/>
                </a:lnTo>
                <a:lnTo>
                  <a:pt x="1046988" y="243840"/>
                </a:lnTo>
                <a:lnTo>
                  <a:pt x="1050036" y="248412"/>
                </a:lnTo>
                <a:lnTo>
                  <a:pt x="1054608" y="248412"/>
                </a:lnTo>
                <a:lnTo>
                  <a:pt x="1057656" y="245364"/>
                </a:lnTo>
                <a:lnTo>
                  <a:pt x="1060704" y="239268"/>
                </a:lnTo>
                <a:lnTo>
                  <a:pt x="1063752" y="231648"/>
                </a:lnTo>
                <a:lnTo>
                  <a:pt x="1065276" y="225552"/>
                </a:lnTo>
                <a:lnTo>
                  <a:pt x="1065276" y="214884"/>
                </a:lnTo>
                <a:lnTo>
                  <a:pt x="1062228" y="207264"/>
                </a:lnTo>
                <a:lnTo>
                  <a:pt x="1054608" y="202692"/>
                </a:lnTo>
                <a:lnTo>
                  <a:pt x="1048042" y="197840"/>
                </a:lnTo>
                <a:lnTo>
                  <a:pt x="1037463" y="192405"/>
                </a:lnTo>
                <a:lnTo>
                  <a:pt x="1025436" y="187452"/>
                </a:lnTo>
                <a:lnTo>
                  <a:pt x="1022896" y="186410"/>
                </a:lnTo>
                <a:lnTo>
                  <a:pt x="1004316" y="179832"/>
                </a:lnTo>
                <a:lnTo>
                  <a:pt x="1004316" y="140208"/>
                </a:lnTo>
                <a:lnTo>
                  <a:pt x="1075944" y="140208"/>
                </a:lnTo>
                <a:close/>
              </a:path>
              <a:path w="1283335" h="407035">
                <a:moveTo>
                  <a:pt x="1283208" y="112776"/>
                </a:moveTo>
                <a:lnTo>
                  <a:pt x="1281099" y="111252"/>
                </a:lnTo>
                <a:lnTo>
                  <a:pt x="1255776" y="92964"/>
                </a:lnTo>
                <a:lnTo>
                  <a:pt x="1246632" y="106680"/>
                </a:lnTo>
                <a:lnTo>
                  <a:pt x="1246632" y="121920"/>
                </a:lnTo>
                <a:lnTo>
                  <a:pt x="1246632" y="231648"/>
                </a:lnTo>
                <a:lnTo>
                  <a:pt x="1187196" y="231648"/>
                </a:lnTo>
                <a:lnTo>
                  <a:pt x="1187196" y="121920"/>
                </a:lnTo>
                <a:lnTo>
                  <a:pt x="1246632" y="121920"/>
                </a:lnTo>
                <a:lnTo>
                  <a:pt x="1246632" y="106680"/>
                </a:lnTo>
                <a:lnTo>
                  <a:pt x="1243584" y="111252"/>
                </a:lnTo>
                <a:lnTo>
                  <a:pt x="1187196" y="111252"/>
                </a:lnTo>
                <a:lnTo>
                  <a:pt x="1187196" y="32004"/>
                </a:lnTo>
                <a:lnTo>
                  <a:pt x="1202436" y="19812"/>
                </a:lnTo>
                <a:lnTo>
                  <a:pt x="1162812" y="0"/>
                </a:lnTo>
                <a:lnTo>
                  <a:pt x="1163053" y="18034"/>
                </a:lnTo>
                <a:lnTo>
                  <a:pt x="1163574" y="42481"/>
                </a:lnTo>
                <a:lnTo>
                  <a:pt x="1164107" y="73520"/>
                </a:lnTo>
                <a:lnTo>
                  <a:pt x="1164336" y="111252"/>
                </a:lnTo>
                <a:lnTo>
                  <a:pt x="1164336" y="121920"/>
                </a:lnTo>
                <a:lnTo>
                  <a:pt x="1164336" y="231648"/>
                </a:lnTo>
                <a:lnTo>
                  <a:pt x="1107948" y="231648"/>
                </a:lnTo>
                <a:lnTo>
                  <a:pt x="1107948" y="121920"/>
                </a:lnTo>
                <a:lnTo>
                  <a:pt x="1164336" y="121920"/>
                </a:lnTo>
                <a:lnTo>
                  <a:pt x="1164336" y="111252"/>
                </a:lnTo>
                <a:lnTo>
                  <a:pt x="1107948" y="111252"/>
                </a:lnTo>
                <a:lnTo>
                  <a:pt x="1083564" y="97536"/>
                </a:lnTo>
                <a:lnTo>
                  <a:pt x="1084453" y="112991"/>
                </a:lnTo>
                <a:lnTo>
                  <a:pt x="1084897" y="132016"/>
                </a:lnTo>
                <a:lnTo>
                  <a:pt x="1085075" y="154762"/>
                </a:lnTo>
                <a:lnTo>
                  <a:pt x="1084948" y="227253"/>
                </a:lnTo>
                <a:lnTo>
                  <a:pt x="1084897" y="233743"/>
                </a:lnTo>
                <a:lnTo>
                  <a:pt x="1084453" y="256159"/>
                </a:lnTo>
                <a:lnTo>
                  <a:pt x="1083564" y="275844"/>
                </a:lnTo>
                <a:lnTo>
                  <a:pt x="1107948" y="265176"/>
                </a:lnTo>
                <a:lnTo>
                  <a:pt x="1107948" y="242316"/>
                </a:lnTo>
                <a:lnTo>
                  <a:pt x="1164336" y="242316"/>
                </a:lnTo>
                <a:lnTo>
                  <a:pt x="1164107" y="289445"/>
                </a:lnTo>
                <a:lnTo>
                  <a:pt x="1163574" y="332422"/>
                </a:lnTo>
                <a:lnTo>
                  <a:pt x="1163053" y="371119"/>
                </a:lnTo>
                <a:lnTo>
                  <a:pt x="1162812" y="405384"/>
                </a:lnTo>
                <a:lnTo>
                  <a:pt x="1188720" y="394716"/>
                </a:lnTo>
                <a:lnTo>
                  <a:pt x="1187843" y="376478"/>
                </a:lnTo>
                <a:lnTo>
                  <a:pt x="1187386" y="344805"/>
                </a:lnTo>
                <a:lnTo>
                  <a:pt x="1187221" y="299999"/>
                </a:lnTo>
                <a:lnTo>
                  <a:pt x="1187196" y="242316"/>
                </a:lnTo>
                <a:lnTo>
                  <a:pt x="1246632" y="242316"/>
                </a:lnTo>
                <a:lnTo>
                  <a:pt x="1246632" y="266700"/>
                </a:lnTo>
                <a:lnTo>
                  <a:pt x="1271016" y="257556"/>
                </a:lnTo>
                <a:lnTo>
                  <a:pt x="1270901" y="242316"/>
                </a:lnTo>
                <a:lnTo>
                  <a:pt x="1270812" y="231648"/>
                </a:lnTo>
                <a:lnTo>
                  <a:pt x="1270787" y="227253"/>
                </a:lnTo>
                <a:lnTo>
                  <a:pt x="1269733" y="162623"/>
                </a:lnTo>
                <a:lnTo>
                  <a:pt x="1269492" y="128016"/>
                </a:lnTo>
                <a:lnTo>
                  <a:pt x="1274978" y="121920"/>
                </a:lnTo>
                <a:lnTo>
                  <a:pt x="1283208" y="11277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" name="object 42"/>
          <p:cNvSpPr/>
          <p:nvPr/>
        </p:nvSpPr>
        <p:spPr>
          <a:xfrm>
            <a:off x="3950208" y="4296155"/>
            <a:ext cx="401320" cy="402590"/>
          </a:xfrm>
          <a:custGeom>
            <a:avLst/>
            <a:gdLst/>
            <a:ahLst/>
            <a:cxnLst/>
            <a:rect l="l" t="t" r="r" b="b"/>
            <a:pathLst>
              <a:path w="401320" h="402589">
                <a:moveTo>
                  <a:pt x="25908" y="106680"/>
                </a:moveTo>
                <a:lnTo>
                  <a:pt x="10668" y="91440"/>
                </a:lnTo>
                <a:lnTo>
                  <a:pt x="143256" y="91440"/>
                </a:lnTo>
                <a:lnTo>
                  <a:pt x="142994" y="77176"/>
                </a:lnTo>
                <a:lnTo>
                  <a:pt x="142303" y="57340"/>
                </a:lnTo>
                <a:lnTo>
                  <a:pt x="141324" y="32004"/>
                </a:lnTo>
                <a:lnTo>
                  <a:pt x="140208" y="1524"/>
                </a:lnTo>
                <a:lnTo>
                  <a:pt x="178308" y="19812"/>
                </a:lnTo>
                <a:lnTo>
                  <a:pt x="166116" y="32004"/>
                </a:lnTo>
                <a:lnTo>
                  <a:pt x="166196" y="102108"/>
                </a:lnTo>
                <a:lnTo>
                  <a:pt x="67056" y="102108"/>
                </a:lnTo>
                <a:lnTo>
                  <a:pt x="56769" y="102393"/>
                </a:lnTo>
                <a:lnTo>
                  <a:pt x="46482" y="103251"/>
                </a:lnTo>
                <a:lnTo>
                  <a:pt x="36195" y="104679"/>
                </a:lnTo>
                <a:lnTo>
                  <a:pt x="25908" y="106680"/>
                </a:lnTo>
                <a:close/>
              </a:path>
              <a:path w="401320" h="402589">
                <a:moveTo>
                  <a:pt x="41148" y="199644"/>
                </a:moveTo>
                <a:lnTo>
                  <a:pt x="25908" y="182880"/>
                </a:lnTo>
                <a:lnTo>
                  <a:pt x="143256" y="182880"/>
                </a:lnTo>
                <a:lnTo>
                  <a:pt x="143256" y="102108"/>
                </a:lnTo>
                <a:lnTo>
                  <a:pt x="166196" y="102108"/>
                </a:lnTo>
                <a:lnTo>
                  <a:pt x="166204" y="109821"/>
                </a:lnTo>
                <a:lnTo>
                  <a:pt x="166453" y="178681"/>
                </a:lnTo>
                <a:lnTo>
                  <a:pt x="166548" y="193548"/>
                </a:lnTo>
                <a:lnTo>
                  <a:pt x="83820" y="193548"/>
                </a:lnTo>
                <a:lnTo>
                  <a:pt x="72651" y="193857"/>
                </a:lnTo>
                <a:lnTo>
                  <a:pt x="61912" y="194881"/>
                </a:lnTo>
                <a:lnTo>
                  <a:pt x="51458" y="196762"/>
                </a:lnTo>
                <a:lnTo>
                  <a:pt x="41148" y="199644"/>
                </a:lnTo>
                <a:close/>
              </a:path>
              <a:path w="401320" h="402589">
                <a:moveTo>
                  <a:pt x="15240" y="294132"/>
                </a:moveTo>
                <a:lnTo>
                  <a:pt x="0" y="278892"/>
                </a:lnTo>
                <a:lnTo>
                  <a:pt x="143256" y="278892"/>
                </a:lnTo>
                <a:lnTo>
                  <a:pt x="143256" y="193548"/>
                </a:lnTo>
                <a:lnTo>
                  <a:pt x="166548" y="193548"/>
                </a:lnTo>
                <a:lnTo>
                  <a:pt x="166835" y="238583"/>
                </a:lnTo>
                <a:lnTo>
                  <a:pt x="167324" y="289560"/>
                </a:lnTo>
                <a:lnTo>
                  <a:pt x="57912" y="289560"/>
                </a:lnTo>
                <a:lnTo>
                  <a:pt x="46743" y="289845"/>
                </a:lnTo>
                <a:lnTo>
                  <a:pt x="36004" y="290703"/>
                </a:lnTo>
                <a:lnTo>
                  <a:pt x="25550" y="292131"/>
                </a:lnTo>
                <a:lnTo>
                  <a:pt x="15240" y="294132"/>
                </a:lnTo>
                <a:close/>
              </a:path>
              <a:path w="401320" h="402589">
                <a:moveTo>
                  <a:pt x="140208" y="402336"/>
                </a:moveTo>
                <a:lnTo>
                  <a:pt x="141327" y="370570"/>
                </a:lnTo>
                <a:lnTo>
                  <a:pt x="142303" y="341376"/>
                </a:lnTo>
                <a:lnTo>
                  <a:pt x="142994" y="314467"/>
                </a:lnTo>
                <a:lnTo>
                  <a:pt x="143256" y="289560"/>
                </a:lnTo>
                <a:lnTo>
                  <a:pt x="167324" y="289560"/>
                </a:lnTo>
                <a:lnTo>
                  <a:pt x="167893" y="331516"/>
                </a:lnTo>
                <a:lnTo>
                  <a:pt x="168515" y="364547"/>
                </a:lnTo>
                <a:lnTo>
                  <a:pt x="169164" y="388620"/>
                </a:lnTo>
                <a:lnTo>
                  <a:pt x="140208" y="402336"/>
                </a:lnTo>
                <a:close/>
              </a:path>
              <a:path w="401320" h="402589">
                <a:moveTo>
                  <a:pt x="230124" y="399288"/>
                </a:moveTo>
                <a:lnTo>
                  <a:pt x="230396" y="350139"/>
                </a:lnTo>
                <a:lnTo>
                  <a:pt x="231083" y="278892"/>
                </a:lnTo>
                <a:lnTo>
                  <a:pt x="231409" y="242196"/>
                </a:lnTo>
                <a:lnTo>
                  <a:pt x="231586" y="193548"/>
                </a:lnTo>
                <a:lnTo>
                  <a:pt x="231600" y="164592"/>
                </a:lnTo>
                <a:lnTo>
                  <a:pt x="231409" y="115085"/>
                </a:lnTo>
                <a:lnTo>
                  <a:pt x="230886" y="64960"/>
                </a:lnTo>
                <a:lnTo>
                  <a:pt x="230394" y="28956"/>
                </a:lnTo>
                <a:lnTo>
                  <a:pt x="230124" y="0"/>
                </a:lnTo>
                <a:lnTo>
                  <a:pt x="268224" y="16764"/>
                </a:lnTo>
                <a:lnTo>
                  <a:pt x="256032" y="28956"/>
                </a:lnTo>
                <a:lnTo>
                  <a:pt x="256032" y="91440"/>
                </a:lnTo>
                <a:lnTo>
                  <a:pt x="377444" y="91440"/>
                </a:lnTo>
                <a:lnTo>
                  <a:pt x="387096" y="102108"/>
                </a:lnTo>
                <a:lnTo>
                  <a:pt x="256032" y="102108"/>
                </a:lnTo>
                <a:lnTo>
                  <a:pt x="256032" y="182880"/>
                </a:lnTo>
                <a:lnTo>
                  <a:pt x="369930" y="182880"/>
                </a:lnTo>
                <a:lnTo>
                  <a:pt x="379476" y="193548"/>
                </a:lnTo>
                <a:lnTo>
                  <a:pt x="256032" y="193548"/>
                </a:lnTo>
                <a:lnTo>
                  <a:pt x="256032" y="278892"/>
                </a:lnTo>
                <a:lnTo>
                  <a:pt x="391210" y="278892"/>
                </a:lnTo>
                <a:lnTo>
                  <a:pt x="400812" y="289560"/>
                </a:lnTo>
                <a:lnTo>
                  <a:pt x="256032" y="289560"/>
                </a:lnTo>
                <a:lnTo>
                  <a:pt x="256055" y="322992"/>
                </a:lnTo>
                <a:lnTo>
                  <a:pt x="256222" y="350139"/>
                </a:lnTo>
                <a:lnTo>
                  <a:pt x="256674" y="370998"/>
                </a:lnTo>
                <a:lnTo>
                  <a:pt x="257556" y="385572"/>
                </a:lnTo>
                <a:lnTo>
                  <a:pt x="230124" y="399288"/>
                </a:lnTo>
                <a:close/>
              </a:path>
              <a:path w="401320" h="402589">
                <a:moveTo>
                  <a:pt x="377444" y="91440"/>
                </a:moveTo>
                <a:lnTo>
                  <a:pt x="338328" y="91440"/>
                </a:lnTo>
                <a:lnTo>
                  <a:pt x="358140" y="70104"/>
                </a:lnTo>
                <a:lnTo>
                  <a:pt x="377444" y="91440"/>
                </a:lnTo>
                <a:close/>
              </a:path>
              <a:path w="401320" h="402589">
                <a:moveTo>
                  <a:pt x="369930" y="182880"/>
                </a:moveTo>
                <a:lnTo>
                  <a:pt x="333756" y="182880"/>
                </a:lnTo>
                <a:lnTo>
                  <a:pt x="353568" y="164592"/>
                </a:lnTo>
                <a:lnTo>
                  <a:pt x="369930" y="182880"/>
                </a:lnTo>
                <a:close/>
              </a:path>
              <a:path w="401320" h="402589">
                <a:moveTo>
                  <a:pt x="391210" y="278892"/>
                </a:moveTo>
                <a:lnTo>
                  <a:pt x="350520" y="278892"/>
                </a:lnTo>
                <a:lnTo>
                  <a:pt x="373380" y="259080"/>
                </a:lnTo>
                <a:lnTo>
                  <a:pt x="391210" y="27889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" name="object 43"/>
          <p:cNvSpPr/>
          <p:nvPr/>
        </p:nvSpPr>
        <p:spPr>
          <a:xfrm>
            <a:off x="4401930" y="4291583"/>
            <a:ext cx="389890" cy="407034"/>
          </a:xfrm>
          <a:custGeom>
            <a:avLst/>
            <a:gdLst/>
            <a:ahLst/>
            <a:cxnLst/>
            <a:rect l="l" t="t" r="r" b="b"/>
            <a:pathLst>
              <a:path w="389889" h="407035">
                <a:moveTo>
                  <a:pt x="202072" y="88392"/>
                </a:moveTo>
                <a:lnTo>
                  <a:pt x="179212" y="88392"/>
                </a:lnTo>
                <a:lnTo>
                  <a:pt x="179091" y="44196"/>
                </a:lnTo>
                <a:lnTo>
                  <a:pt x="178978" y="32004"/>
                </a:lnTo>
                <a:lnTo>
                  <a:pt x="178569" y="14239"/>
                </a:lnTo>
                <a:lnTo>
                  <a:pt x="177688" y="0"/>
                </a:lnTo>
                <a:lnTo>
                  <a:pt x="214264" y="16764"/>
                </a:lnTo>
                <a:lnTo>
                  <a:pt x="202072" y="25908"/>
                </a:lnTo>
                <a:lnTo>
                  <a:pt x="202072" y="88392"/>
                </a:lnTo>
                <a:close/>
              </a:path>
              <a:path w="389889" h="407035">
                <a:moveTo>
                  <a:pt x="240172" y="86868"/>
                </a:moveTo>
                <a:lnTo>
                  <a:pt x="234076" y="82296"/>
                </a:lnTo>
                <a:lnTo>
                  <a:pt x="242673" y="72056"/>
                </a:lnTo>
                <a:lnTo>
                  <a:pt x="250269" y="62103"/>
                </a:lnTo>
                <a:lnTo>
                  <a:pt x="257008" y="52720"/>
                </a:lnTo>
                <a:lnTo>
                  <a:pt x="263032" y="44196"/>
                </a:lnTo>
                <a:lnTo>
                  <a:pt x="281320" y="7620"/>
                </a:lnTo>
                <a:lnTo>
                  <a:pt x="311800" y="32004"/>
                </a:lnTo>
                <a:lnTo>
                  <a:pt x="271248" y="59436"/>
                </a:lnTo>
                <a:lnTo>
                  <a:pt x="261699" y="68580"/>
                </a:lnTo>
                <a:lnTo>
                  <a:pt x="251293" y="77724"/>
                </a:lnTo>
                <a:lnTo>
                  <a:pt x="240172" y="86868"/>
                </a:lnTo>
                <a:close/>
              </a:path>
              <a:path w="389889" h="407035">
                <a:moveTo>
                  <a:pt x="119776" y="82296"/>
                </a:moveTo>
                <a:lnTo>
                  <a:pt x="116324" y="81724"/>
                </a:lnTo>
                <a:lnTo>
                  <a:pt x="112728" y="77724"/>
                </a:lnTo>
                <a:lnTo>
                  <a:pt x="108846" y="70294"/>
                </a:lnTo>
                <a:lnTo>
                  <a:pt x="104536" y="59436"/>
                </a:lnTo>
                <a:lnTo>
                  <a:pt x="98226" y="48267"/>
                </a:lnTo>
                <a:lnTo>
                  <a:pt x="90630" y="37528"/>
                </a:lnTo>
                <a:lnTo>
                  <a:pt x="81605" y="27074"/>
                </a:lnTo>
                <a:lnTo>
                  <a:pt x="71008" y="16764"/>
                </a:lnTo>
                <a:lnTo>
                  <a:pt x="75580" y="10668"/>
                </a:lnTo>
                <a:lnTo>
                  <a:pt x="119300" y="35099"/>
                </a:lnTo>
                <a:lnTo>
                  <a:pt x="133492" y="53340"/>
                </a:lnTo>
                <a:lnTo>
                  <a:pt x="133492" y="65532"/>
                </a:lnTo>
                <a:lnTo>
                  <a:pt x="130444" y="71628"/>
                </a:lnTo>
                <a:lnTo>
                  <a:pt x="128920" y="77724"/>
                </a:lnTo>
                <a:lnTo>
                  <a:pt x="124348" y="80772"/>
                </a:lnTo>
                <a:lnTo>
                  <a:pt x="119776" y="82296"/>
                </a:lnTo>
                <a:close/>
              </a:path>
              <a:path w="389889" h="407035">
                <a:moveTo>
                  <a:pt x="7000" y="156972"/>
                </a:moveTo>
                <a:lnTo>
                  <a:pt x="2428" y="153924"/>
                </a:lnTo>
                <a:lnTo>
                  <a:pt x="904" y="147828"/>
                </a:lnTo>
                <a:lnTo>
                  <a:pt x="0" y="143017"/>
                </a:lnTo>
                <a:lnTo>
                  <a:pt x="1666" y="137922"/>
                </a:lnTo>
                <a:lnTo>
                  <a:pt x="5619" y="132826"/>
                </a:lnTo>
                <a:lnTo>
                  <a:pt x="11572" y="128016"/>
                </a:lnTo>
                <a:lnTo>
                  <a:pt x="18788" y="120038"/>
                </a:lnTo>
                <a:lnTo>
                  <a:pt x="24717" y="107632"/>
                </a:lnTo>
                <a:lnTo>
                  <a:pt x="29789" y="90939"/>
                </a:lnTo>
                <a:lnTo>
                  <a:pt x="34432" y="70104"/>
                </a:lnTo>
                <a:lnTo>
                  <a:pt x="42052" y="70104"/>
                </a:lnTo>
                <a:lnTo>
                  <a:pt x="42052" y="88392"/>
                </a:lnTo>
                <a:lnTo>
                  <a:pt x="376723" y="88392"/>
                </a:lnTo>
                <a:lnTo>
                  <a:pt x="387924" y="99060"/>
                </a:lnTo>
                <a:lnTo>
                  <a:pt x="42052" y="99060"/>
                </a:lnTo>
                <a:lnTo>
                  <a:pt x="42362" y="113680"/>
                </a:lnTo>
                <a:lnTo>
                  <a:pt x="41100" y="125730"/>
                </a:lnTo>
                <a:lnTo>
                  <a:pt x="38409" y="135493"/>
                </a:lnTo>
                <a:lnTo>
                  <a:pt x="34432" y="143256"/>
                </a:lnTo>
                <a:lnTo>
                  <a:pt x="29860" y="150876"/>
                </a:lnTo>
                <a:lnTo>
                  <a:pt x="22240" y="155448"/>
                </a:lnTo>
                <a:lnTo>
                  <a:pt x="14620" y="155448"/>
                </a:lnTo>
                <a:lnTo>
                  <a:pt x="7000" y="156972"/>
                </a:lnTo>
                <a:close/>
              </a:path>
              <a:path w="389889" h="407035">
                <a:moveTo>
                  <a:pt x="376723" y="88392"/>
                </a:moveTo>
                <a:lnTo>
                  <a:pt x="340756" y="88392"/>
                </a:lnTo>
                <a:lnTo>
                  <a:pt x="357520" y="70104"/>
                </a:lnTo>
                <a:lnTo>
                  <a:pt x="376723" y="88392"/>
                </a:lnTo>
                <a:close/>
              </a:path>
              <a:path w="389889" h="407035">
                <a:moveTo>
                  <a:pt x="330088" y="147828"/>
                </a:moveTo>
                <a:lnTo>
                  <a:pt x="325516" y="144780"/>
                </a:lnTo>
                <a:lnTo>
                  <a:pt x="343804" y="99060"/>
                </a:lnTo>
                <a:lnTo>
                  <a:pt x="387924" y="99060"/>
                </a:lnTo>
                <a:lnTo>
                  <a:pt x="389524" y="100584"/>
                </a:lnTo>
                <a:lnTo>
                  <a:pt x="376380" y="104322"/>
                </a:lnTo>
                <a:lnTo>
                  <a:pt x="362092" y="113347"/>
                </a:lnTo>
                <a:lnTo>
                  <a:pt x="346662" y="127801"/>
                </a:lnTo>
                <a:lnTo>
                  <a:pt x="330088" y="147828"/>
                </a:lnTo>
                <a:close/>
              </a:path>
              <a:path w="389889" h="407035">
                <a:moveTo>
                  <a:pt x="289267" y="141732"/>
                </a:moveTo>
                <a:lnTo>
                  <a:pt x="256936" y="141732"/>
                </a:lnTo>
                <a:lnTo>
                  <a:pt x="273700" y="124968"/>
                </a:lnTo>
                <a:lnTo>
                  <a:pt x="289267" y="141732"/>
                </a:lnTo>
                <a:close/>
              </a:path>
              <a:path w="389889" h="407035">
                <a:moveTo>
                  <a:pt x="99964" y="231648"/>
                </a:moveTo>
                <a:lnTo>
                  <a:pt x="100203" y="218836"/>
                </a:lnTo>
                <a:lnTo>
                  <a:pt x="101250" y="192643"/>
                </a:lnTo>
                <a:lnTo>
                  <a:pt x="101488" y="179832"/>
                </a:lnTo>
                <a:lnTo>
                  <a:pt x="101250" y="166377"/>
                </a:lnTo>
                <a:lnTo>
                  <a:pt x="100248" y="141732"/>
                </a:lnTo>
                <a:lnTo>
                  <a:pt x="100152" y="137922"/>
                </a:lnTo>
                <a:lnTo>
                  <a:pt x="99964" y="128016"/>
                </a:lnTo>
                <a:lnTo>
                  <a:pt x="122824" y="141732"/>
                </a:lnTo>
                <a:lnTo>
                  <a:pt x="289267" y="141732"/>
                </a:lnTo>
                <a:lnTo>
                  <a:pt x="293512" y="146304"/>
                </a:lnTo>
                <a:lnTo>
                  <a:pt x="286546" y="152400"/>
                </a:lnTo>
                <a:lnTo>
                  <a:pt x="122824" y="152400"/>
                </a:lnTo>
                <a:lnTo>
                  <a:pt x="122824" y="199644"/>
                </a:lnTo>
                <a:lnTo>
                  <a:pt x="282270" y="199644"/>
                </a:lnTo>
                <a:lnTo>
                  <a:pt x="282606" y="208192"/>
                </a:lnTo>
                <a:lnTo>
                  <a:pt x="282658" y="210311"/>
                </a:lnTo>
                <a:lnTo>
                  <a:pt x="122824" y="210311"/>
                </a:lnTo>
                <a:lnTo>
                  <a:pt x="122824" y="224028"/>
                </a:lnTo>
                <a:lnTo>
                  <a:pt x="99964" y="231648"/>
                </a:lnTo>
                <a:close/>
              </a:path>
              <a:path w="389889" h="407035">
                <a:moveTo>
                  <a:pt x="282270" y="199644"/>
                </a:moveTo>
                <a:lnTo>
                  <a:pt x="258460" y="199644"/>
                </a:lnTo>
                <a:lnTo>
                  <a:pt x="258460" y="152400"/>
                </a:lnTo>
                <a:lnTo>
                  <a:pt x="286546" y="152400"/>
                </a:lnTo>
                <a:lnTo>
                  <a:pt x="281320" y="156972"/>
                </a:lnTo>
                <a:lnTo>
                  <a:pt x="281559" y="177855"/>
                </a:lnTo>
                <a:lnTo>
                  <a:pt x="282082" y="194881"/>
                </a:lnTo>
                <a:lnTo>
                  <a:pt x="282270" y="199644"/>
                </a:lnTo>
                <a:close/>
              </a:path>
              <a:path w="389889" h="407035">
                <a:moveTo>
                  <a:pt x="202072" y="254508"/>
                </a:moveTo>
                <a:lnTo>
                  <a:pt x="179212" y="254508"/>
                </a:lnTo>
                <a:lnTo>
                  <a:pt x="179212" y="210311"/>
                </a:lnTo>
                <a:lnTo>
                  <a:pt x="202072" y="210311"/>
                </a:lnTo>
                <a:lnTo>
                  <a:pt x="202072" y="254508"/>
                </a:lnTo>
                <a:close/>
              </a:path>
              <a:path w="389889" h="407035">
                <a:moveTo>
                  <a:pt x="258460" y="227075"/>
                </a:moveTo>
                <a:lnTo>
                  <a:pt x="258460" y="210311"/>
                </a:lnTo>
                <a:lnTo>
                  <a:pt x="282658" y="210311"/>
                </a:lnTo>
                <a:lnTo>
                  <a:pt x="282844" y="217932"/>
                </a:lnTo>
                <a:lnTo>
                  <a:pt x="258460" y="227075"/>
                </a:lnTo>
                <a:close/>
              </a:path>
              <a:path w="389889" h="407035">
                <a:moveTo>
                  <a:pt x="330088" y="254508"/>
                </a:moveTo>
                <a:lnTo>
                  <a:pt x="299608" y="254508"/>
                </a:lnTo>
                <a:lnTo>
                  <a:pt x="314848" y="239268"/>
                </a:lnTo>
                <a:lnTo>
                  <a:pt x="330088" y="254508"/>
                </a:lnTo>
                <a:close/>
              </a:path>
              <a:path w="389889" h="407035">
                <a:moveTo>
                  <a:pt x="55768" y="377952"/>
                </a:moveTo>
                <a:lnTo>
                  <a:pt x="56649" y="360807"/>
                </a:lnTo>
                <a:lnTo>
                  <a:pt x="57082" y="344424"/>
                </a:lnTo>
                <a:lnTo>
                  <a:pt x="57183" y="335280"/>
                </a:lnTo>
                <a:lnTo>
                  <a:pt x="57269" y="292250"/>
                </a:lnTo>
                <a:lnTo>
                  <a:pt x="57102" y="275272"/>
                </a:lnTo>
                <a:lnTo>
                  <a:pt x="56649" y="258579"/>
                </a:lnTo>
                <a:lnTo>
                  <a:pt x="55768" y="242316"/>
                </a:lnTo>
                <a:lnTo>
                  <a:pt x="83200" y="254508"/>
                </a:lnTo>
                <a:lnTo>
                  <a:pt x="330088" y="254508"/>
                </a:lnTo>
                <a:lnTo>
                  <a:pt x="339232" y="263651"/>
                </a:lnTo>
                <a:lnTo>
                  <a:pt x="336946" y="265175"/>
                </a:lnTo>
                <a:lnTo>
                  <a:pt x="81676" y="265175"/>
                </a:lnTo>
                <a:lnTo>
                  <a:pt x="81676" y="368807"/>
                </a:lnTo>
                <a:lnTo>
                  <a:pt x="55768" y="377952"/>
                </a:lnTo>
                <a:close/>
              </a:path>
              <a:path w="389889" h="407035">
                <a:moveTo>
                  <a:pt x="177688" y="406907"/>
                </a:moveTo>
                <a:lnTo>
                  <a:pt x="178569" y="382619"/>
                </a:lnTo>
                <a:lnTo>
                  <a:pt x="178987" y="353353"/>
                </a:lnTo>
                <a:lnTo>
                  <a:pt x="179088" y="335280"/>
                </a:lnTo>
                <a:lnTo>
                  <a:pt x="179212" y="265175"/>
                </a:lnTo>
                <a:lnTo>
                  <a:pt x="202072" y="265175"/>
                </a:lnTo>
                <a:lnTo>
                  <a:pt x="202169" y="326517"/>
                </a:lnTo>
                <a:lnTo>
                  <a:pt x="202263" y="347472"/>
                </a:lnTo>
                <a:lnTo>
                  <a:pt x="202715" y="376618"/>
                </a:lnTo>
                <a:lnTo>
                  <a:pt x="203596" y="397764"/>
                </a:lnTo>
                <a:lnTo>
                  <a:pt x="177688" y="406907"/>
                </a:lnTo>
                <a:close/>
              </a:path>
              <a:path w="389889" h="407035">
                <a:moveTo>
                  <a:pt x="324941" y="344424"/>
                </a:moveTo>
                <a:lnTo>
                  <a:pt x="298084" y="344424"/>
                </a:lnTo>
                <a:lnTo>
                  <a:pt x="302656" y="339852"/>
                </a:lnTo>
                <a:lnTo>
                  <a:pt x="302656" y="265175"/>
                </a:lnTo>
                <a:lnTo>
                  <a:pt x="336946" y="265175"/>
                </a:lnTo>
                <a:lnTo>
                  <a:pt x="325516" y="272796"/>
                </a:lnTo>
                <a:lnTo>
                  <a:pt x="325516" y="341376"/>
                </a:lnTo>
                <a:lnTo>
                  <a:pt x="324941" y="344424"/>
                </a:lnTo>
                <a:close/>
              </a:path>
              <a:path w="389889" h="407035">
                <a:moveTo>
                  <a:pt x="290464" y="381000"/>
                </a:moveTo>
                <a:lnTo>
                  <a:pt x="285035" y="369260"/>
                </a:lnTo>
                <a:lnTo>
                  <a:pt x="275605" y="359092"/>
                </a:lnTo>
                <a:lnTo>
                  <a:pt x="262175" y="350353"/>
                </a:lnTo>
                <a:lnTo>
                  <a:pt x="244744" y="342900"/>
                </a:lnTo>
                <a:lnTo>
                  <a:pt x="246268" y="335280"/>
                </a:lnTo>
                <a:lnTo>
                  <a:pt x="291988" y="344424"/>
                </a:lnTo>
                <a:lnTo>
                  <a:pt x="324941" y="344424"/>
                </a:lnTo>
                <a:lnTo>
                  <a:pt x="323254" y="353353"/>
                </a:lnTo>
                <a:lnTo>
                  <a:pt x="316563" y="364045"/>
                </a:lnTo>
                <a:lnTo>
                  <a:pt x="305585" y="373308"/>
                </a:lnTo>
                <a:lnTo>
                  <a:pt x="290464" y="38100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" name="object 44"/>
          <p:cNvSpPr/>
          <p:nvPr/>
        </p:nvSpPr>
        <p:spPr>
          <a:xfrm>
            <a:off x="4844796" y="4290072"/>
            <a:ext cx="836930" cy="410209"/>
          </a:xfrm>
          <a:custGeom>
            <a:avLst/>
            <a:gdLst/>
            <a:ahLst/>
            <a:cxnLst/>
            <a:rect l="l" t="t" r="r" b="b"/>
            <a:pathLst>
              <a:path w="836929" h="410210">
                <a:moveTo>
                  <a:pt x="56388" y="47244"/>
                </a:moveTo>
                <a:lnTo>
                  <a:pt x="21336" y="30480"/>
                </a:lnTo>
                <a:lnTo>
                  <a:pt x="22212" y="43903"/>
                </a:lnTo>
                <a:lnTo>
                  <a:pt x="22644" y="58483"/>
                </a:lnTo>
                <a:lnTo>
                  <a:pt x="22758" y="69151"/>
                </a:lnTo>
                <a:lnTo>
                  <a:pt x="22669" y="132397"/>
                </a:lnTo>
                <a:lnTo>
                  <a:pt x="22212" y="150850"/>
                </a:lnTo>
                <a:lnTo>
                  <a:pt x="21336" y="169164"/>
                </a:lnTo>
                <a:lnTo>
                  <a:pt x="45720" y="155448"/>
                </a:lnTo>
                <a:lnTo>
                  <a:pt x="44196" y="59436"/>
                </a:lnTo>
                <a:lnTo>
                  <a:pt x="56388" y="47244"/>
                </a:lnTo>
                <a:close/>
              </a:path>
              <a:path w="836929" h="410210">
                <a:moveTo>
                  <a:pt x="149352" y="339852"/>
                </a:moveTo>
                <a:lnTo>
                  <a:pt x="121920" y="309372"/>
                </a:lnTo>
                <a:lnTo>
                  <a:pt x="112750" y="319697"/>
                </a:lnTo>
                <a:lnTo>
                  <a:pt x="101155" y="330327"/>
                </a:lnTo>
                <a:lnTo>
                  <a:pt x="70104" y="353568"/>
                </a:lnTo>
                <a:lnTo>
                  <a:pt x="35052" y="375856"/>
                </a:lnTo>
                <a:lnTo>
                  <a:pt x="0" y="394716"/>
                </a:lnTo>
                <a:lnTo>
                  <a:pt x="1524" y="402336"/>
                </a:lnTo>
                <a:lnTo>
                  <a:pt x="33540" y="389166"/>
                </a:lnTo>
                <a:lnTo>
                  <a:pt x="65722" y="374713"/>
                </a:lnTo>
                <a:lnTo>
                  <a:pt x="98171" y="358825"/>
                </a:lnTo>
                <a:lnTo>
                  <a:pt x="131064" y="341376"/>
                </a:lnTo>
                <a:lnTo>
                  <a:pt x="149352" y="339852"/>
                </a:lnTo>
                <a:close/>
              </a:path>
              <a:path w="836929" h="410210">
                <a:moveTo>
                  <a:pt x="361188" y="385572"/>
                </a:moveTo>
                <a:lnTo>
                  <a:pt x="335280" y="352044"/>
                </a:lnTo>
                <a:lnTo>
                  <a:pt x="300799" y="335661"/>
                </a:lnTo>
                <a:lnTo>
                  <a:pt x="242316" y="312420"/>
                </a:lnTo>
                <a:lnTo>
                  <a:pt x="240792" y="318516"/>
                </a:lnTo>
                <a:lnTo>
                  <a:pt x="259080" y="329387"/>
                </a:lnTo>
                <a:lnTo>
                  <a:pt x="275082" y="339280"/>
                </a:lnTo>
                <a:lnTo>
                  <a:pt x="310197" y="364655"/>
                </a:lnTo>
                <a:lnTo>
                  <a:pt x="335280" y="391668"/>
                </a:lnTo>
                <a:lnTo>
                  <a:pt x="345948" y="402336"/>
                </a:lnTo>
                <a:lnTo>
                  <a:pt x="353568" y="402336"/>
                </a:lnTo>
                <a:lnTo>
                  <a:pt x="356616" y="399288"/>
                </a:lnTo>
                <a:lnTo>
                  <a:pt x="358140" y="396240"/>
                </a:lnTo>
                <a:lnTo>
                  <a:pt x="361188" y="391668"/>
                </a:lnTo>
                <a:lnTo>
                  <a:pt x="361188" y="385572"/>
                </a:lnTo>
                <a:close/>
              </a:path>
              <a:path w="836929" h="410210">
                <a:moveTo>
                  <a:pt x="396240" y="141732"/>
                </a:moveTo>
                <a:lnTo>
                  <a:pt x="356044" y="136779"/>
                </a:lnTo>
                <a:lnTo>
                  <a:pt x="305866" y="125552"/>
                </a:lnTo>
                <a:lnTo>
                  <a:pt x="263652" y="108204"/>
                </a:lnTo>
                <a:lnTo>
                  <a:pt x="278231" y="97536"/>
                </a:lnTo>
                <a:lnTo>
                  <a:pt x="282816" y="94170"/>
                </a:lnTo>
                <a:lnTo>
                  <a:pt x="301561" y="79438"/>
                </a:lnTo>
                <a:lnTo>
                  <a:pt x="320014" y="63830"/>
                </a:lnTo>
                <a:lnTo>
                  <a:pt x="338328" y="47244"/>
                </a:lnTo>
                <a:lnTo>
                  <a:pt x="355092" y="39624"/>
                </a:lnTo>
                <a:lnTo>
                  <a:pt x="330708" y="13716"/>
                </a:lnTo>
                <a:lnTo>
                  <a:pt x="313944" y="30480"/>
                </a:lnTo>
                <a:lnTo>
                  <a:pt x="310896" y="30480"/>
                </a:lnTo>
                <a:lnTo>
                  <a:pt x="310896" y="39624"/>
                </a:lnTo>
                <a:lnTo>
                  <a:pt x="296608" y="55956"/>
                </a:lnTo>
                <a:lnTo>
                  <a:pt x="281178" y="70866"/>
                </a:lnTo>
                <a:lnTo>
                  <a:pt x="264604" y="84620"/>
                </a:lnTo>
                <a:lnTo>
                  <a:pt x="246888" y="97536"/>
                </a:lnTo>
                <a:lnTo>
                  <a:pt x="228358" y="83553"/>
                </a:lnTo>
                <a:lnTo>
                  <a:pt x="211836" y="69151"/>
                </a:lnTo>
                <a:lnTo>
                  <a:pt x="197586" y="54457"/>
                </a:lnTo>
                <a:lnTo>
                  <a:pt x="185928" y="39624"/>
                </a:lnTo>
                <a:lnTo>
                  <a:pt x="310896" y="39624"/>
                </a:lnTo>
                <a:lnTo>
                  <a:pt x="310896" y="30480"/>
                </a:lnTo>
                <a:lnTo>
                  <a:pt x="146304" y="30480"/>
                </a:lnTo>
                <a:lnTo>
                  <a:pt x="160020" y="45720"/>
                </a:lnTo>
                <a:lnTo>
                  <a:pt x="175260" y="39624"/>
                </a:lnTo>
                <a:lnTo>
                  <a:pt x="188112" y="58483"/>
                </a:lnTo>
                <a:lnTo>
                  <a:pt x="201549" y="76200"/>
                </a:lnTo>
                <a:lnTo>
                  <a:pt x="215544" y="92773"/>
                </a:lnTo>
                <a:lnTo>
                  <a:pt x="230124" y="108204"/>
                </a:lnTo>
                <a:lnTo>
                  <a:pt x="207568" y="120510"/>
                </a:lnTo>
                <a:lnTo>
                  <a:pt x="181165" y="132397"/>
                </a:lnTo>
                <a:lnTo>
                  <a:pt x="151041" y="143992"/>
                </a:lnTo>
                <a:lnTo>
                  <a:pt x="117348" y="155448"/>
                </a:lnTo>
                <a:lnTo>
                  <a:pt x="117348" y="30480"/>
                </a:lnTo>
                <a:lnTo>
                  <a:pt x="129540" y="19812"/>
                </a:lnTo>
                <a:lnTo>
                  <a:pt x="92964" y="0"/>
                </a:lnTo>
                <a:lnTo>
                  <a:pt x="93840" y="17754"/>
                </a:lnTo>
                <a:lnTo>
                  <a:pt x="94297" y="36957"/>
                </a:lnTo>
                <a:lnTo>
                  <a:pt x="94373" y="47244"/>
                </a:lnTo>
                <a:lnTo>
                  <a:pt x="94322" y="97536"/>
                </a:lnTo>
                <a:lnTo>
                  <a:pt x="94208" y="106680"/>
                </a:lnTo>
                <a:lnTo>
                  <a:pt x="93192" y="155448"/>
                </a:lnTo>
                <a:lnTo>
                  <a:pt x="92964" y="181356"/>
                </a:lnTo>
                <a:lnTo>
                  <a:pt x="117348" y="170688"/>
                </a:lnTo>
                <a:lnTo>
                  <a:pt x="117348" y="163068"/>
                </a:lnTo>
                <a:lnTo>
                  <a:pt x="144970" y="156019"/>
                </a:lnTo>
                <a:lnTo>
                  <a:pt x="147053" y="155448"/>
                </a:lnTo>
                <a:lnTo>
                  <a:pt x="159131" y="152133"/>
                </a:lnTo>
                <a:lnTo>
                  <a:pt x="173736" y="147828"/>
                </a:lnTo>
                <a:lnTo>
                  <a:pt x="160108" y="160870"/>
                </a:lnTo>
                <a:lnTo>
                  <a:pt x="118872" y="193548"/>
                </a:lnTo>
                <a:lnTo>
                  <a:pt x="82867" y="209181"/>
                </a:lnTo>
                <a:lnTo>
                  <a:pt x="73152" y="210312"/>
                </a:lnTo>
                <a:lnTo>
                  <a:pt x="86868" y="237744"/>
                </a:lnTo>
                <a:lnTo>
                  <a:pt x="101981" y="232333"/>
                </a:lnTo>
                <a:lnTo>
                  <a:pt x="126682" y="227647"/>
                </a:lnTo>
                <a:lnTo>
                  <a:pt x="160794" y="223812"/>
                </a:lnTo>
                <a:lnTo>
                  <a:pt x="204216" y="220980"/>
                </a:lnTo>
                <a:lnTo>
                  <a:pt x="168275" y="238404"/>
                </a:lnTo>
                <a:lnTo>
                  <a:pt x="115265" y="261264"/>
                </a:lnTo>
                <a:lnTo>
                  <a:pt x="73914" y="274701"/>
                </a:lnTo>
                <a:lnTo>
                  <a:pt x="53340" y="280416"/>
                </a:lnTo>
                <a:lnTo>
                  <a:pt x="68580" y="309372"/>
                </a:lnTo>
                <a:lnTo>
                  <a:pt x="84556" y="304812"/>
                </a:lnTo>
                <a:lnTo>
                  <a:pt x="109537" y="300418"/>
                </a:lnTo>
                <a:lnTo>
                  <a:pt x="143370" y="296291"/>
                </a:lnTo>
                <a:lnTo>
                  <a:pt x="185928" y="292608"/>
                </a:lnTo>
                <a:lnTo>
                  <a:pt x="185928" y="370332"/>
                </a:lnTo>
                <a:lnTo>
                  <a:pt x="182880" y="374904"/>
                </a:lnTo>
                <a:lnTo>
                  <a:pt x="175260" y="374904"/>
                </a:lnTo>
                <a:lnTo>
                  <a:pt x="167805" y="374611"/>
                </a:lnTo>
                <a:lnTo>
                  <a:pt x="156781" y="373761"/>
                </a:lnTo>
                <a:lnTo>
                  <a:pt x="142036" y="372325"/>
                </a:lnTo>
                <a:lnTo>
                  <a:pt x="123444" y="370332"/>
                </a:lnTo>
                <a:lnTo>
                  <a:pt x="123444" y="377952"/>
                </a:lnTo>
                <a:lnTo>
                  <a:pt x="144348" y="384238"/>
                </a:lnTo>
                <a:lnTo>
                  <a:pt x="159258" y="391668"/>
                </a:lnTo>
                <a:lnTo>
                  <a:pt x="168440" y="400240"/>
                </a:lnTo>
                <a:lnTo>
                  <a:pt x="172212" y="409956"/>
                </a:lnTo>
                <a:lnTo>
                  <a:pt x="181876" y="406476"/>
                </a:lnTo>
                <a:lnTo>
                  <a:pt x="208114" y="374904"/>
                </a:lnTo>
                <a:lnTo>
                  <a:pt x="208788" y="365760"/>
                </a:lnTo>
                <a:lnTo>
                  <a:pt x="208788" y="292608"/>
                </a:lnTo>
                <a:lnTo>
                  <a:pt x="208788" y="291084"/>
                </a:lnTo>
                <a:lnTo>
                  <a:pt x="306324" y="283464"/>
                </a:lnTo>
                <a:lnTo>
                  <a:pt x="312039" y="289433"/>
                </a:lnTo>
                <a:lnTo>
                  <a:pt x="317754" y="295846"/>
                </a:lnTo>
                <a:lnTo>
                  <a:pt x="323469" y="302526"/>
                </a:lnTo>
                <a:lnTo>
                  <a:pt x="329184" y="309372"/>
                </a:lnTo>
                <a:lnTo>
                  <a:pt x="332232" y="315468"/>
                </a:lnTo>
                <a:lnTo>
                  <a:pt x="335280" y="318516"/>
                </a:lnTo>
                <a:lnTo>
                  <a:pt x="339852" y="318516"/>
                </a:lnTo>
                <a:lnTo>
                  <a:pt x="342900" y="315468"/>
                </a:lnTo>
                <a:lnTo>
                  <a:pt x="344424" y="307848"/>
                </a:lnTo>
                <a:lnTo>
                  <a:pt x="347395" y="300418"/>
                </a:lnTo>
                <a:lnTo>
                  <a:pt x="347472" y="286512"/>
                </a:lnTo>
                <a:lnTo>
                  <a:pt x="346252" y="283464"/>
                </a:lnTo>
                <a:lnTo>
                  <a:pt x="344424" y="278892"/>
                </a:lnTo>
                <a:lnTo>
                  <a:pt x="311467" y="256603"/>
                </a:lnTo>
                <a:lnTo>
                  <a:pt x="257556" y="236220"/>
                </a:lnTo>
                <a:lnTo>
                  <a:pt x="254508" y="242316"/>
                </a:lnTo>
                <a:lnTo>
                  <a:pt x="268478" y="251167"/>
                </a:lnTo>
                <a:lnTo>
                  <a:pt x="280606" y="259461"/>
                </a:lnTo>
                <a:lnTo>
                  <a:pt x="290715" y="267169"/>
                </a:lnTo>
                <a:lnTo>
                  <a:pt x="298704" y="274320"/>
                </a:lnTo>
                <a:lnTo>
                  <a:pt x="109728" y="278892"/>
                </a:lnTo>
                <a:lnTo>
                  <a:pt x="130060" y="270598"/>
                </a:lnTo>
                <a:lnTo>
                  <a:pt x="150114" y="261747"/>
                </a:lnTo>
                <a:lnTo>
                  <a:pt x="170154" y="252310"/>
                </a:lnTo>
                <a:lnTo>
                  <a:pt x="190500" y="242316"/>
                </a:lnTo>
                <a:lnTo>
                  <a:pt x="209638" y="232003"/>
                </a:lnTo>
                <a:lnTo>
                  <a:pt x="230505" y="221551"/>
                </a:lnTo>
                <a:lnTo>
                  <a:pt x="231698" y="220980"/>
                </a:lnTo>
                <a:lnTo>
                  <a:pt x="250926" y="211836"/>
                </a:lnTo>
                <a:lnTo>
                  <a:pt x="253072" y="210807"/>
                </a:lnTo>
                <a:lnTo>
                  <a:pt x="277368" y="199644"/>
                </a:lnTo>
                <a:lnTo>
                  <a:pt x="294132" y="198120"/>
                </a:lnTo>
                <a:lnTo>
                  <a:pt x="268224" y="170688"/>
                </a:lnTo>
                <a:lnTo>
                  <a:pt x="255409" y="182689"/>
                </a:lnTo>
                <a:lnTo>
                  <a:pt x="242316" y="193548"/>
                </a:lnTo>
                <a:lnTo>
                  <a:pt x="229209" y="203263"/>
                </a:lnTo>
                <a:lnTo>
                  <a:pt x="216408" y="211836"/>
                </a:lnTo>
                <a:lnTo>
                  <a:pt x="111252" y="211836"/>
                </a:lnTo>
                <a:lnTo>
                  <a:pt x="126111" y="204139"/>
                </a:lnTo>
                <a:lnTo>
                  <a:pt x="143256" y="194881"/>
                </a:lnTo>
                <a:lnTo>
                  <a:pt x="184404" y="172212"/>
                </a:lnTo>
                <a:lnTo>
                  <a:pt x="199644" y="170688"/>
                </a:lnTo>
                <a:lnTo>
                  <a:pt x="175260" y="147828"/>
                </a:lnTo>
                <a:lnTo>
                  <a:pt x="199301" y="139230"/>
                </a:lnTo>
                <a:lnTo>
                  <a:pt x="219075" y="131635"/>
                </a:lnTo>
                <a:lnTo>
                  <a:pt x="234835" y="124891"/>
                </a:lnTo>
                <a:lnTo>
                  <a:pt x="246888" y="118872"/>
                </a:lnTo>
                <a:lnTo>
                  <a:pt x="260858" y="127698"/>
                </a:lnTo>
                <a:lnTo>
                  <a:pt x="304800" y="149352"/>
                </a:lnTo>
                <a:lnTo>
                  <a:pt x="351294" y="164566"/>
                </a:lnTo>
                <a:lnTo>
                  <a:pt x="367284" y="169164"/>
                </a:lnTo>
                <a:lnTo>
                  <a:pt x="370941" y="160870"/>
                </a:lnTo>
                <a:lnTo>
                  <a:pt x="377190" y="154305"/>
                </a:lnTo>
                <a:lnTo>
                  <a:pt x="385711" y="149440"/>
                </a:lnTo>
                <a:lnTo>
                  <a:pt x="396240" y="146304"/>
                </a:lnTo>
                <a:lnTo>
                  <a:pt x="396240" y="141732"/>
                </a:lnTo>
                <a:close/>
              </a:path>
              <a:path w="836929" h="410210">
                <a:moveTo>
                  <a:pt x="516623" y="89903"/>
                </a:moveTo>
                <a:lnTo>
                  <a:pt x="481672" y="42164"/>
                </a:lnTo>
                <a:lnTo>
                  <a:pt x="455663" y="25895"/>
                </a:lnTo>
                <a:lnTo>
                  <a:pt x="452615" y="30467"/>
                </a:lnTo>
                <a:lnTo>
                  <a:pt x="464312" y="46164"/>
                </a:lnTo>
                <a:lnTo>
                  <a:pt x="474141" y="61137"/>
                </a:lnTo>
                <a:lnTo>
                  <a:pt x="481977" y="75260"/>
                </a:lnTo>
                <a:lnTo>
                  <a:pt x="487667" y="88379"/>
                </a:lnTo>
                <a:lnTo>
                  <a:pt x="490715" y="102095"/>
                </a:lnTo>
                <a:lnTo>
                  <a:pt x="495287" y="108191"/>
                </a:lnTo>
                <a:lnTo>
                  <a:pt x="501383" y="108191"/>
                </a:lnTo>
                <a:lnTo>
                  <a:pt x="504431" y="106667"/>
                </a:lnTo>
                <a:lnTo>
                  <a:pt x="509003" y="102095"/>
                </a:lnTo>
                <a:lnTo>
                  <a:pt x="515099" y="97523"/>
                </a:lnTo>
                <a:lnTo>
                  <a:pt x="516623" y="89903"/>
                </a:lnTo>
                <a:close/>
              </a:path>
              <a:path w="836929" h="410210">
                <a:moveTo>
                  <a:pt x="551675" y="92951"/>
                </a:moveTo>
                <a:lnTo>
                  <a:pt x="544055" y="88379"/>
                </a:lnTo>
                <a:lnTo>
                  <a:pt x="517194" y="156387"/>
                </a:lnTo>
                <a:lnTo>
                  <a:pt x="496049" y="204965"/>
                </a:lnTo>
                <a:lnTo>
                  <a:pt x="480618" y="234124"/>
                </a:lnTo>
                <a:lnTo>
                  <a:pt x="470903" y="243840"/>
                </a:lnTo>
                <a:lnTo>
                  <a:pt x="462902" y="244449"/>
                </a:lnTo>
                <a:lnTo>
                  <a:pt x="454901" y="244221"/>
                </a:lnTo>
                <a:lnTo>
                  <a:pt x="446900" y="243408"/>
                </a:lnTo>
                <a:lnTo>
                  <a:pt x="438899" y="242316"/>
                </a:lnTo>
                <a:lnTo>
                  <a:pt x="437375" y="248412"/>
                </a:lnTo>
                <a:lnTo>
                  <a:pt x="453148" y="254736"/>
                </a:lnTo>
                <a:lnTo>
                  <a:pt x="464045" y="262509"/>
                </a:lnTo>
                <a:lnTo>
                  <a:pt x="470382" y="271983"/>
                </a:lnTo>
                <a:lnTo>
                  <a:pt x="472427" y="283464"/>
                </a:lnTo>
                <a:lnTo>
                  <a:pt x="471246" y="295770"/>
                </a:lnTo>
                <a:lnTo>
                  <a:pt x="469760" y="307657"/>
                </a:lnTo>
                <a:lnTo>
                  <a:pt x="467715" y="319252"/>
                </a:lnTo>
                <a:lnTo>
                  <a:pt x="464807" y="330708"/>
                </a:lnTo>
                <a:lnTo>
                  <a:pt x="461759" y="338315"/>
                </a:lnTo>
                <a:lnTo>
                  <a:pt x="461759" y="356603"/>
                </a:lnTo>
                <a:lnTo>
                  <a:pt x="463283" y="362712"/>
                </a:lnTo>
                <a:lnTo>
                  <a:pt x="466331" y="367284"/>
                </a:lnTo>
                <a:lnTo>
                  <a:pt x="470903" y="373367"/>
                </a:lnTo>
                <a:lnTo>
                  <a:pt x="476999" y="376415"/>
                </a:lnTo>
                <a:lnTo>
                  <a:pt x="486143" y="376415"/>
                </a:lnTo>
                <a:lnTo>
                  <a:pt x="491883" y="373875"/>
                </a:lnTo>
                <a:lnTo>
                  <a:pt x="495477" y="366331"/>
                </a:lnTo>
                <a:lnTo>
                  <a:pt x="497078" y="353923"/>
                </a:lnTo>
                <a:lnTo>
                  <a:pt x="496811" y="336791"/>
                </a:lnTo>
                <a:lnTo>
                  <a:pt x="494715" y="303466"/>
                </a:lnTo>
                <a:lnTo>
                  <a:pt x="494030" y="289001"/>
                </a:lnTo>
                <a:lnTo>
                  <a:pt x="493763" y="275844"/>
                </a:lnTo>
                <a:lnTo>
                  <a:pt x="497459" y="254977"/>
                </a:lnTo>
                <a:lnTo>
                  <a:pt x="500545" y="244449"/>
                </a:lnTo>
                <a:lnTo>
                  <a:pt x="508431" y="217538"/>
                </a:lnTo>
                <a:lnTo>
                  <a:pt x="526554" y="163537"/>
                </a:lnTo>
                <a:lnTo>
                  <a:pt x="551675" y="92951"/>
                </a:lnTo>
                <a:close/>
              </a:path>
              <a:path w="836929" h="410210">
                <a:moveTo>
                  <a:pt x="789419" y="387096"/>
                </a:moveTo>
                <a:lnTo>
                  <a:pt x="758939" y="355079"/>
                </a:lnTo>
                <a:lnTo>
                  <a:pt x="705370" y="333222"/>
                </a:lnTo>
                <a:lnTo>
                  <a:pt x="679691" y="324612"/>
                </a:lnTo>
                <a:lnTo>
                  <a:pt x="678167" y="332232"/>
                </a:lnTo>
                <a:lnTo>
                  <a:pt x="697052" y="342176"/>
                </a:lnTo>
                <a:lnTo>
                  <a:pt x="712647" y="351282"/>
                </a:lnTo>
                <a:lnTo>
                  <a:pt x="750557" y="380415"/>
                </a:lnTo>
                <a:lnTo>
                  <a:pt x="772655" y="403860"/>
                </a:lnTo>
                <a:lnTo>
                  <a:pt x="777227" y="406908"/>
                </a:lnTo>
                <a:lnTo>
                  <a:pt x="783323" y="406908"/>
                </a:lnTo>
                <a:lnTo>
                  <a:pt x="784847" y="405384"/>
                </a:lnTo>
                <a:lnTo>
                  <a:pt x="789419" y="396227"/>
                </a:lnTo>
                <a:lnTo>
                  <a:pt x="789419" y="387096"/>
                </a:lnTo>
                <a:close/>
              </a:path>
              <a:path w="836929" h="410210">
                <a:moveTo>
                  <a:pt x="792467" y="307848"/>
                </a:moveTo>
                <a:lnTo>
                  <a:pt x="761987" y="277368"/>
                </a:lnTo>
                <a:lnTo>
                  <a:pt x="740651" y="297167"/>
                </a:lnTo>
                <a:lnTo>
                  <a:pt x="673595" y="297167"/>
                </a:lnTo>
                <a:lnTo>
                  <a:pt x="678167" y="246888"/>
                </a:lnTo>
                <a:lnTo>
                  <a:pt x="731507" y="246888"/>
                </a:lnTo>
                <a:lnTo>
                  <a:pt x="704075" y="219443"/>
                </a:lnTo>
                <a:lnTo>
                  <a:pt x="687311" y="236220"/>
                </a:lnTo>
                <a:lnTo>
                  <a:pt x="598919" y="236220"/>
                </a:lnTo>
                <a:lnTo>
                  <a:pt x="612635" y="249936"/>
                </a:lnTo>
                <a:lnTo>
                  <a:pt x="632447" y="246888"/>
                </a:lnTo>
                <a:lnTo>
                  <a:pt x="653783" y="246888"/>
                </a:lnTo>
                <a:lnTo>
                  <a:pt x="651700" y="270929"/>
                </a:lnTo>
                <a:lnTo>
                  <a:pt x="650354" y="285457"/>
                </a:lnTo>
                <a:lnTo>
                  <a:pt x="649211" y="297167"/>
                </a:lnTo>
                <a:lnTo>
                  <a:pt x="537959" y="297167"/>
                </a:lnTo>
                <a:lnTo>
                  <a:pt x="551675" y="310896"/>
                </a:lnTo>
                <a:lnTo>
                  <a:pt x="574535" y="307848"/>
                </a:lnTo>
                <a:lnTo>
                  <a:pt x="647687" y="307848"/>
                </a:lnTo>
                <a:lnTo>
                  <a:pt x="618756" y="352844"/>
                </a:lnTo>
                <a:lnTo>
                  <a:pt x="571868" y="385191"/>
                </a:lnTo>
                <a:lnTo>
                  <a:pt x="531863" y="403860"/>
                </a:lnTo>
                <a:lnTo>
                  <a:pt x="531863" y="409956"/>
                </a:lnTo>
                <a:lnTo>
                  <a:pt x="582155" y="393954"/>
                </a:lnTo>
                <a:lnTo>
                  <a:pt x="623303" y="373367"/>
                </a:lnTo>
                <a:lnTo>
                  <a:pt x="653211" y="345173"/>
                </a:lnTo>
                <a:lnTo>
                  <a:pt x="670547" y="307848"/>
                </a:lnTo>
                <a:lnTo>
                  <a:pt x="792467" y="307848"/>
                </a:lnTo>
                <a:close/>
              </a:path>
              <a:path w="836929" h="410210">
                <a:moveTo>
                  <a:pt x="836663" y="245364"/>
                </a:moveTo>
                <a:lnTo>
                  <a:pt x="781164" y="234213"/>
                </a:lnTo>
                <a:lnTo>
                  <a:pt x="744562" y="217970"/>
                </a:lnTo>
                <a:lnTo>
                  <a:pt x="714844" y="194068"/>
                </a:lnTo>
                <a:lnTo>
                  <a:pt x="702551" y="179819"/>
                </a:lnTo>
                <a:lnTo>
                  <a:pt x="821423" y="179819"/>
                </a:lnTo>
                <a:lnTo>
                  <a:pt x="789419" y="147815"/>
                </a:lnTo>
                <a:lnTo>
                  <a:pt x="768083" y="169151"/>
                </a:lnTo>
                <a:lnTo>
                  <a:pt x="644639" y="169151"/>
                </a:lnTo>
                <a:lnTo>
                  <a:pt x="648957" y="159994"/>
                </a:lnTo>
                <a:lnTo>
                  <a:pt x="652830" y="150672"/>
                </a:lnTo>
                <a:lnTo>
                  <a:pt x="656437" y="141084"/>
                </a:lnTo>
                <a:lnTo>
                  <a:pt x="659879" y="131051"/>
                </a:lnTo>
                <a:lnTo>
                  <a:pt x="786371" y="131051"/>
                </a:lnTo>
                <a:lnTo>
                  <a:pt x="755891" y="100571"/>
                </a:lnTo>
                <a:lnTo>
                  <a:pt x="737603" y="120383"/>
                </a:lnTo>
                <a:lnTo>
                  <a:pt x="662927" y="120383"/>
                </a:lnTo>
                <a:lnTo>
                  <a:pt x="664311" y="110121"/>
                </a:lnTo>
                <a:lnTo>
                  <a:pt x="665797" y="101142"/>
                </a:lnTo>
                <a:lnTo>
                  <a:pt x="667651" y="90170"/>
                </a:lnTo>
                <a:lnTo>
                  <a:pt x="669023" y="80759"/>
                </a:lnTo>
                <a:lnTo>
                  <a:pt x="801611" y="80759"/>
                </a:lnTo>
                <a:lnTo>
                  <a:pt x="769607" y="48755"/>
                </a:lnTo>
                <a:lnTo>
                  <a:pt x="749795" y="70091"/>
                </a:lnTo>
                <a:lnTo>
                  <a:pt x="670547" y="70091"/>
                </a:lnTo>
                <a:lnTo>
                  <a:pt x="674268" y="51790"/>
                </a:lnTo>
                <a:lnTo>
                  <a:pt x="678548" y="37896"/>
                </a:lnTo>
                <a:lnTo>
                  <a:pt x="683412" y="28308"/>
                </a:lnTo>
                <a:lnTo>
                  <a:pt x="688835" y="22847"/>
                </a:lnTo>
                <a:lnTo>
                  <a:pt x="650735" y="6083"/>
                </a:lnTo>
                <a:lnTo>
                  <a:pt x="650481" y="17805"/>
                </a:lnTo>
                <a:lnTo>
                  <a:pt x="649782" y="32372"/>
                </a:lnTo>
                <a:lnTo>
                  <a:pt x="647687" y="70091"/>
                </a:lnTo>
                <a:lnTo>
                  <a:pt x="553199" y="70091"/>
                </a:lnTo>
                <a:lnTo>
                  <a:pt x="566915" y="83807"/>
                </a:lnTo>
                <a:lnTo>
                  <a:pt x="588251" y="80759"/>
                </a:lnTo>
                <a:lnTo>
                  <a:pt x="644639" y="80759"/>
                </a:lnTo>
                <a:lnTo>
                  <a:pt x="643267" y="91033"/>
                </a:lnTo>
                <a:lnTo>
                  <a:pt x="641781" y="99999"/>
                </a:lnTo>
                <a:lnTo>
                  <a:pt x="639927" y="110985"/>
                </a:lnTo>
                <a:lnTo>
                  <a:pt x="638543" y="120383"/>
                </a:lnTo>
                <a:lnTo>
                  <a:pt x="566915" y="120383"/>
                </a:lnTo>
                <a:lnTo>
                  <a:pt x="580631" y="134099"/>
                </a:lnTo>
                <a:lnTo>
                  <a:pt x="603491" y="131051"/>
                </a:lnTo>
                <a:lnTo>
                  <a:pt x="635495" y="131051"/>
                </a:lnTo>
                <a:lnTo>
                  <a:pt x="632053" y="141935"/>
                </a:lnTo>
                <a:lnTo>
                  <a:pt x="628446" y="151815"/>
                </a:lnTo>
                <a:lnTo>
                  <a:pt x="624573" y="160845"/>
                </a:lnTo>
                <a:lnTo>
                  <a:pt x="620255" y="169151"/>
                </a:lnTo>
                <a:lnTo>
                  <a:pt x="541007" y="169151"/>
                </a:lnTo>
                <a:lnTo>
                  <a:pt x="554723" y="182867"/>
                </a:lnTo>
                <a:lnTo>
                  <a:pt x="577583" y="179819"/>
                </a:lnTo>
                <a:lnTo>
                  <a:pt x="617207" y="179819"/>
                </a:lnTo>
                <a:lnTo>
                  <a:pt x="587425" y="217538"/>
                </a:lnTo>
                <a:lnTo>
                  <a:pt x="544436" y="253936"/>
                </a:lnTo>
                <a:lnTo>
                  <a:pt x="512051" y="274320"/>
                </a:lnTo>
                <a:lnTo>
                  <a:pt x="515099" y="280403"/>
                </a:lnTo>
                <a:lnTo>
                  <a:pt x="553580" y="260591"/>
                </a:lnTo>
                <a:lnTo>
                  <a:pt x="589775" y="236220"/>
                </a:lnTo>
                <a:lnTo>
                  <a:pt x="620255" y="209156"/>
                </a:lnTo>
                <a:lnTo>
                  <a:pt x="641591" y="179819"/>
                </a:lnTo>
                <a:lnTo>
                  <a:pt x="693407" y="179819"/>
                </a:lnTo>
                <a:lnTo>
                  <a:pt x="718743" y="216395"/>
                </a:lnTo>
                <a:lnTo>
                  <a:pt x="749795" y="243840"/>
                </a:lnTo>
                <a:lnTo>
                  <a:pt x="792657" y="268478"/>
                </a:lnTo>
                <a:lnTo>
                  <a:pt x="804659" y="272796"/>
                </a:lnTo>
                <a:lnTo>
                  <a:pt x="809231" y="265366"/>
                </a:lnTo>
                <a:lnTo>
                  <a:pt x="816089" y="259080"/>
                </a:lnTo>
                <a:lnTo>
                  <a:pt x="825233" y="253936"/>
                </a:lnTo>
                <a:lnTo>
                  <a:pt x="836663" y="249936"/>
                </a:lnTo>
                <a:lnTo>
                  <a:pt x="836663" y="24536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" name="object 45"/>
          <p:cNvSpPr/>
          <p:nvPr/>
        </p:nvSpPr>
        <p:spPr>
          <a:xfrm>
            <a:off x="5759196" y="4291583"/>
            <a:ext cx="356870" cy="402590"/>
          </a:xfrm>
          <a:custGeom>
            <a:avLst/>
            <a:gdLst/>
            <a:ahLst/>
            <a:cxnLst/>
            <a:rect l="l" t="t" r="r" b="b"/>
            <a:pathLst>
              <a:path w="356870" h="402589">
                <a:moveTo>
                  <a:pt x="53340" y="91440"/>
                </a:moveTo>
                <a:lnTo>
                  <a:pt x="44196" y="91440"/>
                </a:lnTo>
                <a:lnTo>
                  <a:pt x="51339" y="63436"/>
                </a:lnTo>
                <a:lnTo>
                  <a:pt x="56769" y="38862"/>
                </a:lnTo>
                <a:lnTo>
                  <a:pt x="60483" y="17716"/>
                </a:lnTo>
                <a:lnTo>
                  <a:pt x="62484" y="0"/>
                </a:lnTo>
                <a:lnTo>
                  <a:pt x="100584" y="21336"/>
                </a:lnTo>
                <a:lnTo>
                  <a:pt x="91487" y="29075"/>
                </a:lnTo>
                <a:lnTo>
                  <a:pt x="80391" y="43243"/>
                </a:lnTo>
                <a:lnTo>
                  <a:pt x="67579" y="63984"/>
                </a:lnTo>
                <a:lnTo>
                  <a:pt x="53340" y="91440"/>
                </a:lnTo>
                <a:close/>
              </a:path>
              <a:path w="356870" h="402589">
                <a:moveTo>
                  <a:pt x="147828" y="192024"/>
                </a:moveTo>
                <a:lnTo>
                  <a:pt x="143256" y="187452"/>
                </a:lnTo>
                <a:lnTo>
                  <a:pt x="160162" y="160829"/>
                </a:lnTo>
                <a:lnTo>
                  <a:pt x="174498" y="135636"/>
                </a:lnTo>
                <a:lnTo>
                  <a:pt x="196596" y="88392"/>
                </a:lnTo>
                <a:lnTo>
                  <a:pt x="211836" y="45529"/>
                </a:lnTo>
                <a:lnTo>
                  <a:pt x="222503" y="1524"/>
                </a:lnTo>
                <a:lnTo>
                  <a:pt x="260603" y="24384"/>
                </a:lnTo>
                <a:lnTo>
                  <a:pt x="252864" y="32361"/>
                </a:lnTo>
                <a:lnTo>
                  <a:pt x="243268" y="47053"/>
                </a:lnTo>
                <a:lnTo>
                  <a:pt x="231671" y="68318"/>
                </a:lnTo>
                <a:lnTo>
                  <a:pt x="217932" y="96012"/>
                </a:lnTo>
                <a:lnTo>
                  <a:pt x="348996" y="96012"/>
                </a:lnTo>
                <a:lnTo>
                  <a:pt x="356616" y="103632"/>
                </a:lnTo>
                <a:lnTo>
                  <a:pt x="352806" y="106680"/>
                </a:lnTo>
                <a:lnTo>
                  <a:pt x="213360" y="106680"/>
                </a:lnTo>
                <a:lnTo>
                  <a:pt x="197977" y="130944"/>
                </a:lnTo>
                <a:lnTo>
                  <a:pt x="181737" y="153352"/>
                </a:lnTo>
                <a:lnTo>
                  <a:pt x="164925" y="173759"/>
                </a:lnTo>
                <a:lnTo>
                  <a:pt x="147828" y="192024"/>
                </a:lnTo>
                <a:close/>
              </a:path>
              <a:path w="356870" h="402589">
                <a:moveTo>
                  <a:pt x="147828" y="91440"/>
                </a:moveTo>
                <a:lnTo>
                  <a:pt x="111252" y="91440"/>
                </a:lnTo>
                <a:lnTo>
                  <a:pt x="129540" y="73152"/>
                </a:lnTo>
                <a:lnTo>
                  <a:pt x="147828" y="91440"/>
                </a:lnTo>
                <a:close/>
              </a:path>
              <a:path w="356870" h="402589">
                <a:moveTo>
                  <a:pt x="0" y="397764"/>
                </a:moveTo>
                <a:lnTo>
                  <a:pt x="834" y="359664"/>
                </a:lnTo>
                <a:lnTo>
                  <a:pt x="935" y="352615"/>
                </a:lnTo>
                <a:lnTo>
                  <a:pt x="1333" y="316992"/>
                </a:lnTo>
                <a:lnTo>
                  <a:pt x="1430" y="178308"/>
                </a:lnTo>
                <a:lnTo>
                  <a:pt x="1316" y="153352"/>
                </a:lnTo>
                <a:lnTo>
                  <a:pt x="893" y="115824"/>
                </a:lnTo>
                <a:lnTo>
                  <a:pt x="0" y="74676"/>
                </a:lnTo>
                <a:lnTo>
                  <a:pt x="25908" y="91440"/>
                </a:lnTo>
                <a:lnTo>
                  <a:pt x="147828" y="91440"/>
                </a:lnTo>
                <a:lnTo>
                  <a:pt x="155448" y="99060"/>
                </a:lnTo>
                <a:lnTo>
                  <a:pt x="153162" y="100584"/>
                </a:lnTo>
                <a:lnTo>
                  <a:pt x="24384" y="100584"/>
                </a:lnTo>
                <a:lnTo>
                  <a:pt x="24384" y="211836"/>
                </a:lnTo>
                <a:lnTo>
                  <a:pt x="137464" y="211836"/>
                </a:lnTo>
                <a:lnTo>
                  <a:pt x="137526" y="222504"/>
                </a:lnTo>
                <a:lnTo>
                  <a:pt x="24384" y="222504"/>
                </a:lnTo>
                <a:lnTo>
                  <a:pt x="24384" y="344424"/>
                </a:lnTo>
                <a:lnTo>
                  <a:pt x="138504" y="344424"/>
                </a:lnTo>
                <a:lnTo>
                  <a:pt x="138567" y="355092"/>
                </a:lnTo>
                <a:lnTo>
                  <a:pt x="24384" y="355092"/>
                </a:lnTo>
                <a:lnTo>
                  <a:pt x="24384" y="384048"/>
                </a:lnTo>
                <a:lnTo>
                  <a:pt x="0" y="397764"/>
                </a:lnTo>
                <a:close/>
              </a:path>
              <a:path w="356870" h="402589">
                <a:moveTo>
                  <a:pt x="348996" y="96012"/>
                </a:moveTo>
                <a:lnTo>
                  <a:pt x="310896" y="96012"/>
                </a:lnTo>
                <a:lnTo>
                  <a:pt x="330708" y="77724"/>
                </a:lnTo>
                <a:lnTo>
                  <a:pt x="348996" y="96012"/>
                </a:lnTo>
                <a:close/>
              </a:path>
              <a:path w="356870" h="402589">
                <a:moveTo>
                  <a:pt x="137464" y="211836"/>
                </a:moveTo>
                <a:lnTo>
                  <a:pt x="114300" y="211836"/>
                </a:lnTo>
                <a:lnTo>
                  <a:pt x="114300" y="100584"/>
                </a:lnTo>
                <a:lnTo>
                  <a:pt x="153162" y="100584"/>
                </a:lnTo>
                <a:lnTo>
                  <a:pt x="137160" y="111252"/>
                </a:lnTo>
                <a:lnTo>
                  <a:pt x="137263" y="160829"/>
                </a:lnTo>
                <a:lnTo>
                  <a:pt x="137367" y="195333"/>
                </a:lnTo>
                <a:lnTo>
                  <a:pt x="137464" y="211836"/>
                </a:lnTo>
                <a:close/>
              </a:path>
              <a:path w="356870" h="402589">
                <a:moveTo>
                  <a:pt x="327213" y="359664"/>
                </a:moveTo>
                <a:lnTo>
                  <a:pt x="283464" y="359664"/>
                </a:lnTo>
                <a:lnTo>
                  <a:pt x="291750" y="357925"/>
                </a:lnTo>
                <a:lnTo>
                  <a:pt x="298323" y="352615"/>
                </a:lnTo>
                <a:lnTo>
                  <a:pt x="308610" y="305562"/>
                </a:lnTo>
                <a:lnTo>
                  <a:pt x="310896" y="259842"/>
                </a:lnTo>
                <a:lnTo>
                  <a:pt x="313146" y="194571"/>
                </a:lnTo>
                <a:lnTo>
                  <a:pt x="315467" y="106680"/>
                </a:lnTo>
                <a:lnTo>
                  <a:pt x="352806" y="106680"/>
                </a:lnTo>
                <a:lnTo>
                  <a:pt x="341376" y="115824"/>
                </a:lnTo>
                <a:lnTo>
                  <a:pt x="339535" y="190085"/>
                </a:lnTo>
                <a:lnTo>
                  <a:pt x="337676" y="248412"/>
                </a:lnTo>
                <a:lnTo>
                  <a:pt x="335560" y="296107"/>
                </a:lnTo>
                <a:lnTo>
                  <a:pt x="330708" y="345948"/>
                </a:lnTo>
                <a:lnTo>
                  <a:pt x="327856" y="357925"/>
                </a:lnTo>
                <a:lnTo>
                  <a:pt x="327213" y="359664"/>
                </a:lnTo>
                <a:close/>
              </a:path>
              <a:path w="356870" h="402589">
                <a:moveTo>
                  <a:pt x="231648" y="269748"/>
                </a:moveTo>
                <a:lnTo>
                  <a:pt x="230124" y="269748"/>
                </a:lnTo>
                <a:lnTo>
                  <a:pt x="226742" y="268295"/>
                </a:lnTo>
                <a:lnTo>
                  <a:pt x="223647" y="263842"/>
                </a:lnTo>
                <a:lnTo>
                  <a:pt x="221122" y="256246"/>
                </a:lnTo>
                <a:lnTo>
                  <a:pt x="219456" y="245364"/>
                </a:lnTo>
                <a:lnTo>
                  <a:pt x="214884" y="228242"/>
                </a:lnTo>
                <a:lnTo>
                  <a:pt x="208026" y="211264"/>
                </a:lnTo>
                <a:lnTo>
                  <a:pt x="198882" y="194571"/>
                </a:lnTo>
                <a:lnTo>
                  <a:pt x="187452" y="178308"/>
                </a:lnTo>
                <a:lnTo>
                  <a:pt x="192024" y="172212"/>
                </a:lnTo>
                <a:lnTo>
                  <a:pt x="224409" y="199644"/>
                </a:lnTo>
                <a:lnTo>
                  <a:pt x="246888" y="236220"/>
                </a:lnTo>
                <a:lnTo>
                  <a:pt x="246888" y="248412"/>
                </a:lnTo>
                <a:lnTo>
                  <a:pt x="245364" y="256032"/>
                </a:lnTo>
                <a:lnTo>
                  <a:pt x="240791" y="260603"/>
                </a:lnTo>
                <a:lnTo>
                  <a:pt x="236220" y="266700"/>
                </a:lnTo>
                <a:lnTo>
                  <a:pt x="231648" y="269748"/>
                </a:lnTo>
                <a:close/>
              </a:path>
              <a:path w="356870" h="402589">
                <a:moveTo>
                  <a:pt x="138504" y="344424"/>
                </a:moveTo>
                <a:lnTo>
                  <a:pt x="114300" y="344424"/>
                </a:lnTo>
                <a:lnTo>
                  <a:pt x="114300" y="222504"/>
                </a:lnTo>
                <a:lnTo>
                  <a:pt x="137526" y="222504"/>
                </a:lnTo>
                <a:lnTo>
                  <a:pt x="137696" y="251435"/>
                </a:lnTo>
                <a:lnTo>
                  <a:pt x="138504" y="344424"/>
                </a:lnTo>
                <a:close/>
              </a:path>
              <a:path w="356870" h="402589">
                <a:moveTo>
                  <a:pt x="278891" y="402336"/>
                </a:moveTo>
                <a:lnTo>
                  <a:pt x="271772" y="389453"/>
                </a:lnTo>
                <a:lnTo>
                  <a:pt x="259651" y="378142"/>
                </a:lnTo>
                <a:lnTo>
                  <a:pt x="242613" y="368236"/>
                </a:lnTo>
                <a:lnTo>
                  <a:pt x="220979" y="359664"/>
                </a:lnTo>
                <a:lnTo>
                  <a:pt x="220979" y="352044"/>
                </a:lnTo>
                <a:lnTo>
                  <a:pt x="241244" y="355163"/>
                </a:lnTo>
                <a:lnTo>
                  <a:pt x="258508" y="357568"/>
                </a:lnTo>
                <a:lnTo>
                  <a:pt x="272629" y="359116"/>
                </a:lnTo>
                <a:lnTo>
                  <a:pt x="283464" y="359664"/>
                </a:lnTo>
                <a:lnTo>
                  <a:pt x="327213" y="359664"/>
                </a:lnTo>
                <a:lnTo>
                  <a:pt x="324027" y="368260"/>
                </a:lnTo>
                <a:lnTo>
                  <a:pt x="289670" y="397764"/>
                </a:lnTo>
                <a:lnTo>
                  <a:pt x="278891" y="402336"/>
                </a:lnTo>
                <a:close/>
              </a:path>
              <a:path w="356870" h="402589">
                <a:moveTo>
                  <a:pt x="114300" y="391668"/>
                </a:moveTo>
                <a:lnTo>
                  <a:pt x="114300" y="355092"/>
                </a:lnTo>
                <a:lnTo>
                  <a:pt x="138567" y="355092"/>
                </a:lnTo>
                <a:lnTo>
                  <a:pt x="138684" y="377952"/>
                </a:lnTo>
                <a:lnTo>
                  <a:pt x="114300" y="39166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pic>
        <p:nvPicPr>
          <p:cNvPr id="46" name="object 46"/>
          <p:cNvPicPr/>
          <p:nvPr/>
        </p:nvPicPr>
        <p:blipFill>
          <a:blip r:embed="rId7" cstate="print"/>
          <a:stretch>
            <a:fillRect/>
          </a:stretch>
        </p:blipFill>
        <p:spPr>
          <a:xfrm>
            <a:off x="6204204" y="4553783"/>
            <a:ext cx="70104" cy="118800"/>
          </a:xfrm>
          <a:prstGeom prst="rect">
            <a:avLst/>
          </a:prstGeom>
        </p:spPr>
      </p:pic>
      <p:sp>
        <p:nvSpPr>
          <p:cNvPr id="47" name="object 47"/>
          <p:cNvSpPr/>
          <p:nvPr/>
        </p:nvSpPr>
        <p:spPr>
          <a:xfrm>
            <a:off x="6611111" y="4288535"/>
            <a:ext cx="855344" cy="411480"/>
          </a:xfrm>
          <a:custGeom>
            <a:avLst/>
            <a:gdLst/>
            <a:ahLst/>
            <a:cxnLst/>
            <a:rect l="l" t="t" r="r" b="b"/>
            <a:pathLst>
              <a:path w="855345" h="411479">
                <a:moveTo>
                  <a:pt x="408432" y="358140"/>
                </a:moveTo>
                <a:lnTo>
                  <a:pt x="360426" y="350139"/>
                </a:lnTo>
                <a:lnTo>
                  <a:pt x="321564" y="335280"/>
                </a:lnTo>
                <a:lnTo>
                  <a:pt x="288607" y="312801"/>
                </a:lnTo>
                <a:lnTo>
                  <a:pt x="259080" y="283464"/>
                </a:lnTo>
                <a:lnTo>
                  <a:pt x="277025" y="271754"/>
                </a:lnTo>
                <a:lnTo>
                  <a:pt x="338328" y="233172"/>
                </a:lnTo>
                <a:lnTo>
                  <a:pt x="356616" y="231648"/>
                </a:lnTo>
                <a:lnTo>
                  <a:pt x="326136" y="201168"/>
                </a:lnTo>
                <a:lnTo>
                  <a:pt x="312991" y="219481"/>
                </a:lnTo>
                <a:lnTo>
                  <a:pt x="296418" y="237934"/>
                </a:lnTo>
                <a:lnTo>
                  <a:pt x="276415" y="256679"/>
                </a:lnTo>
                <a:lnTo>
                  <a:pt x="252984" y="275844"/>
                </a:lnTo>
                <a:lnTo>
                  <a:pt x="240741" y="256781"/>
                </a:lnTo>
                <a:lnTo>
                  <a:pt x="229362" y="236410"/>
                </a:lnTo>
                <a:lnTo>
                  <a:pt x="219113" y="215201"/>
                </a:lnTo>
                <a:lnTo>
                  <a:pt x="210312" y="193548"/>
                </a:lnTo>
                <a:lnTo>
                  <a:pt x="402336" y="193548"/>
                </a:lnTo>
                <a:lnTo>
                  <a:pt x="368808" y="156972"/>
                </a:lnTo>
                <a:lnTo>
                  <a:pt x="342900" y="182880"/>
                </a:lnTo>
                <a:lnTo>
                  <a:pt x="211836" y="182880"/>
                </a:lnTo>
                <a:lnTo>
                  <a:pt x="211836" y="132588"/>
                </a:lnTo>
                <a:lnTo>
                  <a:pt x="355092" y="132588"/>
                </a:lnTo>
                <a:lnTo>
                  <a:pt x="323088" y="99060"/>
                </a:lnTo>
                <a:lnTo>
                  <a:pt x="300228" y="121920"/>
                </a:lnTo>
                <a:lnTo>
                  <a:pt x="211836" y="121920"/>
                </a:lnTo>
                <a:lnTo>
                  <a:pt x="211836" y="74676"/>
                </a:lnTo>
                <a:lnTo>
                  <a:pt x="382524" y="74676"/>
                </a:lnTo>
                <a:lnTo>
                  <a:pt x="348996" y="39624"/>
                </a:lnTo>
                <a:lnTo>
                  <a:pt x="324612" y="64008"/>
                </a:lnTo>
                <a:lnTo>
                  <a:pt x="211836" y="64008"/>
                </a:lnTo>
                <a:lnTo>
                  <a:pt x="211836" y="33528"/>
                </a:lnTo>
                <a:lnTo>
                  <a:pt x="225552" y="21336"/>
                </a:lnTo>
                <a:lnTo>
                  <a:pt x="185928" y="3048"/>
                </a:lnTo>
                <a:lnTo>
                  <a:pt x="186804" y="17932"/>
                </a:lnTo>
                <a:lnTo>
                  <a:pt x="187261" y="32956"/>
                </a:lnTo>
                <a:lnTo>
                  <a:pt x="187452" y="64008"/>
                </a:lnTo>
                <a:lnTo>
                  <a:pt x="33528" y="64008"/>
                </a:lnTo>
                <a:lnTo>
                  <a:pt x="48768" y="80772"/>
                </a:lnTo>
                <a:lnTo>
                  <a:pt x="58191" y="77901"/>
                </a:lnTo>
                <a:lnTo>
                  <a:pt x="68199" y="76009"/>
                </a:lnTo>
                <a:lnTo>
                  <a:pt x="78765" y="74993"/>
                </a:lnTo>
                <a:lnTo>
                  <a:pt x="89916" y="74676"/>
                </a:lnTo>
                <a:lnTo>
                  <a:pt x="187452" y="74676"/>
                </a:lnTo>
                <a:lnTo>
                  <a:pt x="187452" y="121920"/>
                </a:lnTo>
                <a:lnTo>
                  <a:pt x="62484" y="121920"/>
                </a:lnTo>
                <a:lnTo>
                  <a:pt x="77724" y="137160"/>
                </a:lnTo>
                <a:lnTo>
                  <a:pt x="88023" y="135166"/>
                </a:lnTo>
                <a:lnTo>
                  <a:pt x="98488" y="133731"/>
                </a:lnTo>
                <a:lnTo>
                  <a:pt x="109220" y="132880"/>
                </a:lnTo>
                <a:lnTo>
                  <a:pt x="120396" y="132588"/>
                </a:lnTo>
                <a:lnTo>
                  <a:pt x="187452" y="132588"/>
                </a:lnTo>
                <a:lnTo>
                  <a:pt x="187452" y="182880"/>
                </a:lnTo>
                <a:lnTo>
                  <a:pt x="6096" y="182880"/>
                </a:lnTo>
                <a:lnTo>
                  <a:pt x="22860" y="198120"/>
                </a:lnTo>
                <a:lnTo>
                  <a:pt x="32283" y="196126"/>
                </a:lnTo>
                <a:lnTo>
                  <a:pt x="42291" y="194691"/>
                </a:lnTo>
                <a:lnTo>
                  <a:pt x="52857" y="193840"/>
                </a:lnTo>
                <a:lnTo>
                  <a:pt x="64008" y="193548"/>
                </a:lnTo>
                <a:lnTo>
                  <a:pt x="176784" y="193548"/>
                </a:lnTo>
                <a:lnTo>
                  <a:pt x="143637" y="234696"/>
                </a:lnTo>
                <a:lnTo>
                  <a:pt x="103632" y="271272"/>
                </a:lnTo>
                <a:lnTo>
                  <a:pt x="56959" y="304228"/>
                </a:lnTo>
                <a:lnTo>
                  <a:pt x="0" y="333756"/>
                </a:lnTo>
                <a:lnTo>
                  <a:pt x="1524" y="341376"/>
                </a:lnTo>
                <a:lnTo>
                  <a:pt x="34404" y="329361"/>
                </a:lnTo>
                <a:lnTo>
                  <a:pt x="64579" y="316039"/>
                </a:lnTo>
                <a:lnTo>
                  <a:pt x="92176" y="301307"/>
                </a:lnTo>
                <a:lnTo>
                  <a:pt x="117348" y="284988"/>
                </a:lnTo>
                <a:lnTo>
                  <a:pt x="117348" y="353568"/>
                </a:lnTo>
                <a:lnTo>
                  <a:pt x="117005" y="363004"/>
                </a:lnTo>
                <a:lnTo>
                  <a:pt x="115824" y="370713"/>
                </a:lnTo>
                <a:lnTo>
                  <a:pt x="113487" y="376720"/>
                </a:lnTo>
                <a:lnTo>
                  <a:pt x="109728" y="381000"/>
                </a:lnTo>
                <a:lnTo>
                  <a:pt x="129540" y="408432"/>
                </a:lnTo>
                <a:lnTo>
                  <a:pt x="148374" y="394462"/>
                </a:lnTo>
                <a:lnTo>
                  <a:pt x="172783" y="377761"/>
                </a:lnTo>
                <a:lnTo>
                  <a:pt x="202615" y="358508"/>
                </a:lnTo>
                <a:lnTo>
                  <a:pt x="237744" y="336804"/>
                </a:lnTo>
                <a:lnTo>
                  <a:pt x="234696" y="330708"/>
                </a:lnTo>
                <a:lnTo>
                  <a:pt x="144780" y="368808"/>
                </a:lnTo>
                <a:lnTo>
                  <a:pt x="144780" y="266700"/>
                </a:lnTo>
                <a:lnTo>
                  <a:pt x="160439" y="250685"/>
                </a:lnTo>
                <a:lnTo>
                  <a:pt x="175260" y="234505"/>
                </a:lnTo>
                <a:lnTo>
                  <a:pt x="188925" y="218059"/>
                </a:lnTo>
                <a:lnTo>
                  <a:pt x="201168" y="201168"/>
                </a:lnTo>
                <a:lnTo>
                  <a:pt x="216027" y="241541"/>
                </a:lnTo>
                <a:lnTo>
                  <a:pt x="233172" y="276034"/>
                </a:lnTo>
                <a:lnTo>
                  <a:pt x="274320" y="329184"/>
                </a:lnTo>
                <a:lnTo>
                  <a:pt x="319849" y="364617"/>
                </a:lnTo>
                <a:lnTo>
                  <a:pt x="368808" y="388620"/>
                </a:lnTo>
                <a:lnTo>
                  <a:pt x="375640" y="379476"/>
                </a:lnTo>
                <a:lnTo>
                  <a:pt x="384619" y="372618"/>
                </a:lnTo>
                <a:lnTo>
                  <a:pt x="395592" y="368046"/>
                </a:lnTo>
                <a:lnTo>
                  <a:pt x="408432" y="365760"/>
                </a:lnTo>
                <a:lnTo>
                  <a:pt x="408432" y="358140"/>
                </a:lnTo>
                <a:close/>
              </a:path>
              <a:path w="855345" h="411479">
                <a:moveTo>
                  <a:pt x="615696" y="120396"/>
                </a:moveTo>
                <a:lnTo>
                  <a:pt x="585216" y="89916"/>
                </a:lnTo>
                <a:lnTo>
                  <a:pt x="566928" y="109728"/>
                </a:lnTo>
                <a:lnTo>
                  <a:pt x="542544" y="109728"/>
                </a:lnTo>
                <a:lnTo>
                  <a:pt x="542544" y="33528"/>
                </a:lnTo>
                <a:lnTo>
                  <a:pt x="557784" y="21336"/>
                </a:lnTo>
                <a:lnTo>
                  <a:pt x="518160" y="1524"/>
                </a:lnTo>
                <a:lnTo>
                  <a:pt x="519455" y="57467"/>
                </a:lnTo>
                <a:lnTo>
                  <a:pt x="519684" y="109728"/>
                </a:lnTo>
                <a:lnTo>
                  <a:pt x="449580" y="109728"/>
                </a:lnTo>
                <a:lnTo>
                  <a:pt x="463296" y="123444"/>
                </a:lnTo>
                <a:lnTo>
                  <a:pt x="480060" y="120396"/>
                </a:lnTo>
                <a:lnTo>
                  <a:pt x="518160" y="120396"/>
                </a:lnTo>
                <a:lnTo>
                  <a:pt x="505028" y="173266"/>
                </a:lnTo>
                <a:lnTo>
                  <a:pt x="488632" y="222123"/>
                </a:lnTo>
                <a:lnTo>
                  <a:pt x="469074" y="266992"/>
                </a:lnTo>
                <a:lnTo>
                  <a:pt x="446532" y="307848"/>
                </a:lnTo>
                <a:lnTo>
                  <a:pt x="451104" y="310896"/>
                </a:lnTo>
                <a:lnTo>
                  <a:pt x="470814" y="286588"/>
                </a:lnTo>
                <a:lnTo>
                  <a:pt x="488823" y="259270"/>
                </a:lnTo>
                <a:lnTo>
                  <a:pt x="505104" y="228815"/>
                </a:lnTo>
                <a:lnTo>
                  <a:pt x="519684" y="195072"/>
                </a:lnTo>
                <a:lnTo>
                  <a:pt x="519430" y="251726"/>
                </a:lnTo>
                <a:lnTo>
                  <a:pt x="518388" y="359460"/>
                </a:lnTo>
                <a:lnTo>
                  <a:pt x="518160" y="411480"/>
                </a:lnTo>
                <a:lnTo>
                  <a:pt x="544068" y="400812"/>
                </a:lnTo>
                <a:lnTo>
                  <a:pt x="543179" y="372237"/>
                </a:lnTo>
                <a:lnTo>
                  <a:pt x="542734" y="348234"/>
                </a:lnTo>
                <a:lnTo>
                  <a:pt x="542556" y="328803"/>
                </a:lnTo>
                <a:lnTo>
                  <a:pt x="542544" y="195072"/>
                </a:lnTo>
                <a:lnTo>
                  <a:pt x="542544" y="170688"/>
                </a:lnTo>
                <a:lnTo>
                  <a:pt x="566750" y="201764"/>
                </a:lnTo>
                <a:lnTo>
                  <a:pt x="579120" y="228600"/>
                </a:lnTo>
                <a:lnTo>
                  <a:pt x="583692" y="234696"/>
                </a:lnTo>
                <a:lnTo>
                  <a:pt x="588264" y="234696"/>
                </a:lnTo>
                <a:lnTo>
                  <a:pt x="591312" y="231648"/>
                </a:lnTo>
                <a:lnTo>
                  <a:pt x="592836" y="227076"/>
                </a:lnTo>
                <a:lnTo>
                  <a:pt x="595884" y="220980"/>
                </a:lnTo>
                <a:lnTo>
                  <a:pt x="597408" y="216408"/>
                </a:lnTo>
                <a:lnTo>
                  <a:pt x="597408" y="205740"/>
                </a:lnTo>
                <a:lnTo>
                  <a:pt x="560057" y="170688"/>
                </a:lnTo>
                <a:lnTo>
                  <a:pt x="559117" y="170141"/>
                </a:lnTo>
                <a:lnTo>
                  <a:pt x="542544" y="161544"/>
                </a:lnTo>
                <a:lnTo>
                  <a:pt x="542544" y="120396"/>
                </a:lnTo>
                <a:lnTo>
                  <a:pt x="615696" y="120396"/>
                </a:lnTo>
                <a:close/>
              </a:path>
              <a:path w="855345" h="411479">
                <a:moveTo>
                  <a:pt x="854964" y="237744"/>
                </a:moveTo>
                <a:lnTo>
                  <a:pt x="854837" y="231635"/>
                </a:lnTo>
                <a:lnTo>
                  <a:pt x="814971" y="223888"/>
                </a:lnTo>
                <a:lnTo>
                  <a:pt x="779716" y="211836"/>
                </a:lnTo>
                <a:lnTo>
                  <a:pt x="749300" y="195224"/>
                </a:lnTo>
                <a:lnTo>
                  <a:pt x="741921" y="188976"/>
                </a:lnTo>
                <a:lnTo>
                  <a:pt x="723900" y="173736"/>
                </a:lnTo>
                <a:lnTo>
                  <a:pt x="738124" y="156972"/>
                </a:lnTo>
                <a:lnTo>
                  <a:pt x="739635" y="155194"/>
                </a:lnTo>
                <a:lnTo>
                  <a:pt x="754951" y="133921"/>
                </a:lnTo>
                <a:lnTo>
                  <a:pt x="769975" y="110096"/>
                </a:lnTo>
                <a:lnTo>
                  <a:pt x="784860" y="83820"/>
                </a:lnTo>
                <a:lnTo>
                  <a:pt x="796036" y="77724"/>
                </a:lnTo>
                <a:lnTo>
                  <a:pt x="801624" y="74676"/>
                </a:lnTo>
                <a:lnTo>
                  <a:pt x="795147" y="68580"/>
                </a:lnTo>
                <a:lnTo>
                  <a:pt x="775716" y="50292"/>
                </a:lnTo>
                <a:lnTo>
                  <a:pt x="758952" y="68580"/>
                </a:lnTo>
                <a:lnTo>
                  <a:pt x="758952" y="77724"/>
                </a:lnTo>
                <a:lnTo>
                  <a:pt x="748106" y="98894"/>
                </a:lnTo>
                <a:lnTo>
                  <a:pt x="736282" y="119062"/>
                </a:lnTo>
                <a:lnTo>
                  <a:pt x="723582" y="138379"/>
                </a:lnTo>
                <a:lnTo>
                  <a:pt x="710184" y="156972"/>
                </a:lnTo>
                <a:lnTo>
                  <a:pt x="697293" y="138379"/>
                </a:lnTo>
                <a:lnTo>
                  <a:pt x="685990" y="119062"/>
                </a:lnTo>
                <a:lnTo>
                  <a:pt x="676097" y="98894"/>
                </a:lnTo>
                <a:lnTo>
                  <a:pt x="669975" y="83820"/>
                </a:lnTo>
                <a:lnTo>
                  <a:pt x="667512" y="77724"/>
                </a:lnTo>
                <a:lnTo>
                  <a:pt x="758952" y="77724"/>
                </a:lnTo>
                <a:lnTo>
                  <a:pt x="758952" y="68580"/>
                </a:lnTo>
                <a:lnTo>
                  <a:pt x="669036" y="68580"/>
                </a:lnTo>
                <a:lnTo>
                  <a:pt x="674725" y="57467"/>
                </a:lnTo>
                <a:lnTo>
                  <a:pt x="680275" y="47053"/>
                </a:lnTo>
                <a:lnTo>
                  <a:pt x="685533" y="37515"/>
                </a:lnTo>
                <a:lnTo>
                  <a:pt x="690372" y="28956"/>
                </a:lnTo>
                <a:lnTo>
                  <a:pt x="704088" y="21336"/>
                </a:lnTo>
                <a:lnTo>
                  <a:pt x="667512" y="0"/>
                </a:lnTo>
                <a:lnTo>
                  <a:pt x="653224" y="46012"/>
                </a:lnTo>
                <a:lnTo>
                  <a:pt x="635508" y="88011"/>
                </a:lnTo>
                <a:lnTo>
                  <a:pt x="614362" y="126022"/>
                </a:lnTo>
                <a:lnTo>
                  <a:pt x="589788" y="160020"/>
                </a:lnTo>
                <a:lnTo>
                  <a:pt x="594360" y="163068"/>
                </a:lnTo>
                <a:lnTo>
                  <a:pt x="612952" y="145338"/>
                </a:lnTo>
                <a:lnTo>
                  <a:pt x="629983" y="126301"/>
                </a:lnTo>
                <a:lnTo>
                  <a:pt x="645579" y="105854"/>
                </a:lnTo>
                <a:lnTo>
                  <a:pt x="659892" y="83820"/>
                </a:lnTo>
                <a:lnTo>
                  <a:pt x="667334" y="107276"/>
                </a:lnTo>
                <a:lnTo>
                  <a:pt x="676084" y="129730"/>
                </a:lnTo>
                <a:lnTo>
                  <a:pt x="686244" y="151333"/>
                </a:lnTo>
                <a:lnTo>
                  <a:pt x="697992" y="172212"/>
                </a:lnTo>
                <a:lnTo>
                  <a:pt x="665149" y="203098"/>
                </a:lnTo>
                <a:lnTo>
                  <a:pt x="630745" y="229552"/>
                </a:lnTo>
                <a:lnTo>
                  <a:pt x="594906" y="251726"/>
                </a:lnTo>
                <a:lnTo>
                  <a:pt x="557784" y="269748"/>
                </a:lnTo>
                <a:lnTo>
                  <a:pt x="559308" y="275844"/>
                </a:lnTo>
                <a:lnTo>
                  <a:pt x="579069" y="268973"/>
                </a:lnTo>
                <a:lnTo>
                  <a:pt x="597408" y="261937"/>
                </a:lnTo>
                <a:lnTo>
                  <a:pt x="614591" y="254635"/>
                </a:lnTo>
                <a:lnTo>
                  <a:pt x="630936" y="246888"/>
                </a:lnTo>
                <a:lnTo>
                  <a:pt x="631545" y="297472"/>
                </a:lnTo>
                <a:lnTo>
                  <a:pt x="631317" y="341757"/>
                </a:lnTo>
                <a:lnTo>
                  <a:pt x="630504" y="379768"/>
                </a:lnTo>
                <a:lnTo>
                  <a:pt x="629412" y="411480"/>
                </a:lnTo>
                <a:lnTo>
                  <a:pt x="655320" y="400812"/>
                </a:lnTo>
                <a:lnTo>
                  <a:pt x="655320" y="374904"/>
                </a:lnTo>
                <a:lnTo>
                  <a:pt x="760476" y="374904"/>
                </a:lnTo>
                <a:lnTo>
                  <a:pt x="760476" y="408432"/>
                </a:lnTo>
                <a:lnTo>
                  <a:pt x="787908" y="397764"/>
                </a:lnTo>
                <a:lnTo>
                  <a:pt x="784491" y="341757"/>
                </a:lnTo>
                <a:lnTo>
                  <a:pt x="783336" y="275844"/>
                </a:lnTo>
                <a:lnTo>
                  <a:pt x="793496" y="269748"/>
                </a:lnTo>
                <a:lnTo>
                  <a:pt x="798576" y="266700"/>
                </a:lnTo>
                <a:lnTo>
                  <a:pt x="790956" y="259080"/>
                </a:lnTo>
                <a:lnTo>
                  <a:pt x="775716" y="243840"/>
                </a:lnTo>
                <a:lnTo>
                  <a:pt x="760476" y="257695"/>
                </a:lnTo>
                <a:lnTo>
                  <a:pt x="760476" y="269748"/>
                </a:lnTo>
                <a:lnTo>
                  <a:pt x="760476" y="365760"/>
                </a:lnTo>
                <a:lnTo>
                  <a:pt x="655320" y="365760"/>
                </a:lnTo>
                <a:lnTo>
                  <a:pt x="655320" y="269748"/>
                </a:lnTo>
                <a:lnTo>
                  <a:pt x="760476" y="269748"/>
                </a:lnTo>
                <a:lnTo>
                  <a:pt x="760476" y="257695"/>
                </a:lnTo>
                <a:lnTo>
                  <a:pt x="758952" y="259080"/>
                </a:lnTo>
                <a:lnTo>
                  <a:pt x="655320" y="259080"/>
                </a:lnTo>
                <a:lnTo>
                  <a:pt x="636346" y="246888"/>
                </a:lnTo>
                <a:lnTo>
                  <a:pt x="633984" y="245364"/>
                </a:lnTo>
                <a:lnTo>
                  <a:pt x="655066" y="231648"/>
                </a:lnTo>
                <a:lnTo>
                  <a:pt x="674941" y="217741"/>
                </a:lnTo>
                <a:lnTo>
                  <a:pt x="693343" y="203581"/>
                </a:lnTo>
                <a:lnTo>
                  <a:pt x="710184" y="188976"/>
                </a:lnTo>
                <a:lnTo>
                  <a:pt x="735901" y="212128"/>
                </a:lnTo>
                <a:lnTo>
                  <a:pt x="762762" y="231267"/>
                </a:lnTo>
                <a:lnTo>
                  <a:pt x="790765" y="246418"/>
                </a:lnTo>
                <a:lnTo>
                  <a:pt x="819912" y="257556"/>
                </a:lnTo>
                <a:lnTo>
                  <a:pt x="825601" y="248678"/>
                </a:lnTo>
                <a:lnTo>
                  <a:pt x="833437" y="242506"/>
                </a:lnTo>
                <a:lnTo>
                  <a:pt x="843267" y="238912"/>
                </a:lnTo>
                <a:lnTo>
                  <a:pt x="854964" y="23774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" name="object 48"/>
          <p:cNvSpPr/>
          <p:nvPr/>
        </p:nvSpPr>
        <p:spPr>
          <a:xfrm>
            <a:off x="7511795" y="4291584"/>
            <a:ext cx="399415" cy="405765"/>
          </a:xfrm>
          <a:custGeom>
            <a:avLst/>
            <a:gdLst/>
            <a:ahLst/>
            <a:cxnLst/>
            <a:rect l="l" t="t" r="r" b="b"/>
            <a:pathLst>
              <a:path w="399415" h="405764">
                <a:moveTo>
                  <a:pt x="243840" y="100583"/>
                </a:moveTo>
                <a:lnTo>
                  <a:pt x="217932" y="100583"/>
                </a:lnTo>
                <a:lnTo>
                  <a:pt x="217709" y="79247"/>
                </a:lnTo>
                <a:lnTo>
                  <a:pt x="217607" y="73151"/>
                </a:lnTo>
                <a:lnTo>
                  <a:pt x="216995" y="50863"/>
                </a:lnTo>
                <a:lnTo>
                  <a:pt x="215901" y="22859"/>
                </a:lnTo>
                <a:lnTo>
                  <a:pt x="214884" y="0"/>
                </a:lnTo>
                <a:lnTo>
                  <a:pt x="259080" y="19811"/>
                </a:lnTo>
                <a:lnTo>
                  <a:pt x="242316" y="32003"/>
                </a:lnTo>
                <a:lnTo>
                  <a:pt x="242520" y="48196"/>
                </a:lnTo>
                <a:lnTo>
                  <a:pt x="242627" y="53339"/>
                </a:lnTo>
                <a:lnTo>
                  <a:pt x="243601" y="85153"/>
                </a:lnTo>
                <a:lnTo>
                  <a:pt x="243840" y="100583"/>
                </a:lnTo>
                <a:close/>
              </a:path>
              <a:path w="399415" h="405764">
                <a:moveTo>
                  <a:pt x="330708" y="83819"/>
                </a:moveTo>
                <a:lnTo>
                  <a:pt x="323088" y="83819"/>
                </a:lnTo>
                <a:lnTo>
                  <a:pt x="318516" y="79247"/>
                </a:lnTo>
                <a:lnTo>
                  <a:pt x="315468" y="70103"/>
                </a:lnTo>
                <a:lnTo>
                  <a:pt x="309514" y="59507"/>
                </a:lnTo>
                <a:lnTo>
                  <a:pt x="300990" y="48196"/>
                </a:lnTo>
                <a:lnTo>
                  <a:pt x="290179" y="36028"/>
                </a:lnTo>
                <a:lnTo>
                  <a:pt x="277368" y="22859"/>
                </a:lnTo>
                <a:lnTo>
                  <a:pt x="280416" y="18287"/>
                </a:lnTo>
                <a:lnTo>
                  <a:pt x="320278" y="34790"/>
                </a:lnTo>
                <a:lnTo>
                  <a:pt x="342900" y="53339"/>
                </a:lnTo>
                <a:lnTo>
                  <a:pt x="342900" y="70103"/>
                </a:lnTo>
                <a:lnTo>
                  <a:pt x="336804" y="79247"/>
                </a:lnTo>
                <a:lnTo>
                  <a:pt x="333756" y="82295"/>
                </a:lnTo>
                <a:lnTo>
                  <a:pt x="330708" y="83819"/>
                </a:lnTo>
                <a:close/>
              </a:path>
              <a:path w="399415" h="405764">
                <a:moveTo>
                  <a:pt x="25908" y="117347"/>
                </a:moveTo>
                <a:lnTo>
                  <a:pt x="9144" y="100583"/>
                </a:lnTo>
                <a:lnTo>
                  <a:pt x="324612" y="100583"/>
                </a:lnTo>
                <a:lnTo>
                  <a:pt x="352044" y="73151"/>
                </a:lnTo>
                <a:lnTo>
                  <a:pt x="390144" y="111251"/>
                </a:lnTo>
                <a:lnTo>
                  <a:pt x="67056" y="111251"/>
                </a:lnTo>
                <a:lnTo>
                  <a:pt x="55911" y="111561"/>
                </a:lnTo>
                <a:lnTo>
                  <a:pt x="45339" y="112585"/>
                </a:lnTo>
                <a:lnTo>
                  <a:pt x="35337" y="114466"/>
                </a:lnTo>
                <a:lnTo>
                  <a:pt x="25908" y="117347"/>
                </a:lnTo>
                <a:close/>
              </a:path>
              <a:path w="399415" h="405764">
                <a:moveTo>
                  <a:pt x="399288" y="405383"/>
                </a:moveTo>
                <a:lnTo>
                  <a:pt x="394716" y="405383"/>
                </a:lnTo>
                <a:lnTo>
                  <a:pt x="389596" y="404788"/>
                </a:lnTo>
                <a:lnTo>
                  <a:pt x="339113" y="387596"/>
                </a:lnTo>
                <a:lnTo>
                  <a:pt x="307728" y="365355"/>
                </a:lnTo>
                <a:lnTo>
                  <a:pt x="278558" y="332827"/>
                </a:lnTo>
                <a:lnTo>
                  <a:pt x="254460" y="287726"/>
                </a:lnTo>
                <a:lnTo>
                  <a:pt x="235529" y="229981"/>
                </a:lnTo>
                <a:lnTo>
                  <a:pt x="223480" y="155590"/>
                </a:lnTo>
                <a:lnTo>
                  <a:pt x="219456" y="111251"/>
                </a:lnTo>
                <a:lnTo>
                  <a:pt x="243840" y="111251"/>
                </a:lnTo>
                <a:lnTo>
                  <a:pt x="248078" y="153257"/>
                </a:lnTo>
                <a:lnTo>
                  <a:pt x="253746" y="190118"/>
                </a:lnTo>
                <a:lnTo>
                  <a:pt x="268224" y="248411"/>
                </a:lnTo>
                <a:lnTo>
                  <a:pt x="285559" y="290702"/>
                </a:lnTo>
                <a:lnTo>
                  <a:pt x="317706" y="334208"/>
                </a:lnTo>
                <a:lnTo>
                  <a:pt x="362712" y="362711"/>
                </a:lnTo>
                <a:lnTo>
                  <a:pt x="384829" y="362711"/>
                </a:lnTo>
                <a:lnTo>
                  <a:pt x="385572" y="368807"/>
                </a:lnTo>
                <a:lnTo>
                  <a:pt x="388119" y="378523"/>
                </a:lnTo>
                <a:lnTo>
                  <a:pt x="391096" y="387095"/>
                </a:lnTo>
                <a:lnTo>
                  <a:pt x="394358" y="394525"/>
                </a:lnTo>
                <a:lnTo>
                  <a:pt x="397764" y="400811"/>
                </a:lnTo>
                <a:lnTo>
                  <a:pt x="399288" y="403859"/>
                </a:lnTo>
                <a:lnTo>
                  <a:pt x="399288" y="405383"/>
                </a:lnTo>
                <a:close/>
              </a:path>
              <a:path w="399415" h="405764">
                <a:moveTo>
                  <a:pt x="30480" y="202691"/>
                </a:moveTo>
                <a:lnTo>
                  <a:pt x="15240" y="185927"/>
                </a:lnTo>
                <a:lnTo>
                  <a:pt x="155448" y="185927"/>
                </a:lnTo>
                <a:lnTo>
                  <a:pt x="178308" y="164591"/>
                </a:lnTo>
                <a:lnTo>
                  <a:pt x="211836" y="196595"/>
                </a:lnTo>
                <a:lnTo>
                  <a:pt x="73152" y="196595"/>
                </a:lnTo>
                <a:lnTo>
                  <a:pt x="61983" y="196905"/>
                </a:lnTo>
                <a:lnTo>
                  <a:pt x="51244" y="197929"/>
                </a:lnTo>
                <a:lnTo>
                  <a:pt x="40790" y="199810"/>
                </a:lnTo>
                <a:lnTo>
                  <a:pt x="30480" y="202691"/>
                </a:lnTo>
                <a:close/>
              </a:path>
              <a:path w="399415" h="405764">
                <a:moveTo>
                  <a:pt x="24384" y="384047"/>
                </a:moveTo>
                <a:lnTo>
                  <a:pt x="0" y="352043"/>
                </a:lnTo>
                <a:lnTo>
                  <a:pt x="77795" y="336184"/>
                </a:lnTo>
                <a:lnTo>
                  <a:pt x="102108" y="330707"/>
                </a:lnTo>
                <a:lnTo>
                  <a:pt x="102108" y="196595"/>
                </a:lnTo>
                <a:lnTo>
                  <a:pt x="126492" y="196595"/>
                </a:lnTo>
                <a:lnTo>
                  <a:pt x="126492" y="323087"/>
                </a:lnTo>
                <a:lnTo>
                  <a:pt x="181408" y="323087"/>
                </a:lnTo>
                <a:lnTo>
                  <a:pt x="103655" y="348353"/>
                </a:lnTo>
                <a:lnTo>
                  <a:pt x="55887" y="365831"/>
                </a:lnTo>
                <a:lnTo>
                  <a:pt x="30122" y="378928"/>
                </a:lnTo>
                <a:lnTo>
                  <a:pt x="24384" y="384047"/>
                </a:lnTo>
                <a:close/>
              </a:path>
              <a:path w="399415" h="405764">
                <a:moveTo>
                  <a:pt x="384829" y="362711"/>
                </a:moveTo>
                <a:lnTo>
                  <a:pt x="362712" y="362711"/>
                </a:lnTo>
                <a:lnTo>
                  <a:pt x="365259" y="343828"/>
                </a:lnTo>
                <a:lnTo>
                  <a:pt x="368322" y="323087"/>
                </a:lnTo>
                <a:lnTo>
                  <a:pt x="371544" y="301751"/>
                </a:lnTo>
                <a:lnTo>
                  <a:pt x="374904" y="278891"/>
                </a:lnTo>
                <a:lnTo>
                  <a:pt x="384048" y="278891"/>
                </a:lnTo>
                <a:lnTo>
                  <a:pt x="383265" y="307562"/>
                </a:lnTo>
                <a:lnTo>
                  <a:pt x="383147" y="323659"/>
                </a:lnTo>
                <a:lnTo>
                  <a:pt x="383180" y="336994"/>
                </a:lnTo>
                <a:lnTo>
                  <a:pt x="383833" y="354544"/>
                </a:lnTo>
                <a:lnTo>
                  <a:pt x="384829" y="362711"/>
                </a:lnTo>
                <a:close/>
              </a:path>
              <a:path w="399415" h="405764">
                <a:moveTo>
                  <a:pt x="181408" y="323087"/>
                </a:moveTo>
                <a:lnTo>
                  <a:pt x="126492" y="323087"/>
                </a:lnTo>
                <a:lnTo>
                  <a:pt x="227076" y="301751"/>
                </a:lnTo>
                <a:lnTo>
                  <a:pt x="228600" y="307847"/>
                </a:lnTo>
                <a:lnTo>
                  <a:pt x="181408" y="32308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" name="object 49"/>
          <p:cNvSpPr/>
          <p:nvPr/>
        </p:nvSpPr>
        <p:spPr>
          <a:xfrm>
            <a:off x="7984235" y="4291583"/>
            <a:ext cx="356870" cy="402590"/>
          </a:xfrm>
          <a:custGeom>
            <a:avLst/>
            <a:gdLst/>
            <a:ahLst/>
            <a:cxnLst/>
            <a:rect l="l" t="t" r="r" b="b"/>
            <a:pathLst>
              <a:path w="356870" h="402589">
                <a:moveTo>
                  <a:pt x="53340" y="91440"/>
                </a:moveTo>
                <a:lnTo>
                  <a:pt x="42672" y="91440"/>
                </a:lnTo>
                <a:lnTo>
                  <a:pt x="50696" y="63436"/>
                </a:lnTo>
                <a:lnTo>
                  <a:pt x="56578" y="38862"/>
                </a:lnTo>
                <a:lnTo>
                  <a:pt x="60459" y="17716"/>
                </a:lnTo>
                <a:lnTo>
                  <a:pt x="62484" y="0"/>
                </a:lnTo>
                <a:lnTo>
                  <a:pt x="100584" y="21336"/>
                </a:lnTo>
                <a:lnTo>
                  <a:pt x="90844" y="29075"/>
                </a:lnTo>
                <a:lnTo>
                  <a:pt x="79819" y="43243"/>
                </a:lnTo>
                <a:lnTo>
                  <a:pt x="67365" y="63984"/>
                </a:lnTo>
                <a:lnTo>
                  <a:pt x="53340" y="91440"/>
                </a:lnTo>
                <a:close/>
              </a:path>
              <a:path w="356870" h="402589">
                <a:moveTo>
                  <a:pt x="147828" y="192024"/>
                </a:moveTo>
                <a:lnTo>
                  <a:pt x="141732" y="187452"/>
                </a:lnTo>
                <a:lnTo>
                  <a:pt x="158877" y="160829"/>
                </a:lnTo>
                <a:lnTo>
                  <a:pt x="173736" y="135636"/>
                </a:lnTo>
                <a:lnTo>
                  <a:pt x="196596" y="88392"/>
                </a:lnTo>
                <a:lnTo>
                  <a:pt x="211264" y="45529"/>
                </a:lnTo>
                <a:lnTo>
                  <a:pt x="222503" y="1524"/>
                </a:lnTo>
                <a:lnTo>
                  <a:pt x="260603" y="24384"/>
                </a:lnTo>
                <a:lnTo>
                  <a:pt x="252626" y="32361"/>
                </a:lnTo>
                <a:lnTo>
                  <a:pt x="242506" y="47053"/>
                </a:lnTo>
                <a:lnTo>
                  <a:pt x="230385" y="68318"/>
                </a:lnTo>
                <a:lnTo>
                  <a:pt x="216408" y="96012"/>
                </a:lnTo>
                <a:lnTo>
                  <a:pt x="348547" y="96012"/>
                </a:lnTo>
                <a:lnTo>
                  <a:pt x="356616" y="103632"/>
                </a:lnTo>
                <a:lnTo>
                  <a:pt x="352425" y="106680"/>
                </a:lnTo>
                <a:lnTo>
                  <a:pt x="213360" y="106680"/>
                </a:lnTo>
                <a:lnTo>
                  <a:pt x="197334" y="130944"/>
                </a:lnTo>
                <a:lnTo>
                  <a:pt x="181165" y="153352"/>
                </a:lnTo>
                <a:lnTo>
                  <a:pt x="164711" y="173759"/>
                </a:lnTo>
                <a:lnTo>
                  <a:pt x="147828" y="192024"/>
                </a:lnTo>
                <a:close/>
              </a:path>
              <a:path w="356870" h="402589">
                <a:moveTo>
                  <a:pt x="146304" y="91440"/>
                </a:moveTo>
                <a:lnTo>
                  <a:pt x="111252" y="91440"/>
                </a:lnTo>
                <a:lnTo>
                  <a:pt x="128016" y="73152"/>
                </a:lnTo>
                <a:lnTo>
                  <a:pt x="146304" y="91440"/>
                </a:lnTo>
                <a:close/>
              </a:path>
              <a:path w="356870" h="402589">
                <a:moveTo>
                  <a:pt x="0" y="397764"/>
                </a:moveTo>
                <a:lnTo>
                  <a:pt x="834" y="359664"/>
                </a:lnTo>
                <a:lnTo>
                  <a:pt x="935" y="352615"/>
                </a:lnTo>
                <a:lnTo>
                  <a:pt x="1333" y="316992"/>
                </a:lnTo>
                <a:lnTo>
                  <a:pt x="1430" y="178308"/>
                </a:lnTo>
                <a:lnTo>
                  <a:pt x="1316" y="153352"/>
                </a:lnTo>
                <a:lnTo>
                  <a:pt x="893" y="115824"/>
                </a:lnTo>
                <a:lnTo>
                  <a:pt x="0" y="74676"/>
                </a:lnTo>
                <a:lnTo>
                  <a:pt x="25908" y="91440"/>
                </a:lnTo>
                <a:lnTo>
                  <a:pt x="146304" y="91440"/>
                </a:lnTo>
                <a:lnTo>
                  <a:pt x="153924" y="99060"/>
                </a:lnTo>
                <a:lnTo>
                  <a:pt x="151828" y="100584"/>
                </a:lnTo>
                <a:lnTo>
                  <a:pt x="24384" y="100584"/>
                </a:lnTo>
                <a:lnTo>
                  <a:pt x="24384" y="211836"/>
                </a:lnTo>
                <a:lnTo>
                  <a:pt x="137205" y="211836"/>
                </a:lnTo>
                <a:lnTo>
                  <a:pt x="137219" y="222504"/>
                </a:lnTo>
                <a:lnTo>
                  <a:pt x="24384" y="222504"/>
                </a:lnTo>
                <a:lnTo>
                  <a:pt x="24384" y="344424"/>
                </a:lnTo>
                <a:lnTo>
                  <a:pt x="137914" y="344424"/>
                </a:lnTo>
                <a:lnTo>
                  <a:pt x="137940" y="346850"/>
                </a:lnTo>
                <a:lnTo>
                  <a:pt x="138137" y="355092"/>
                </a:lnTo>
                <a:lnTo>
                  <a:pt x="24384" y="355092"/>
                </a:lnTo>
                <a:lnTo>
                  <a:pt x="24384" y="384048"/>
                </a:lnTo>
                <a:lnTo>
                  <a:pt x="0" y="397764"/>
                </a:lnTo>
                <a:close/>
              </a:path>
              <a:path w="356870" h="402589">
                <a:moveTo>
                  <a:pt x="348547" y="96012"/>
                </a:moveTo>
                <a:lnTo>
                  <a:pt x="310896" y="96012"/>
                </a:lnTo>
                <a:lnTo>
                  <a:pt x="329184" y="77724"/>
                </a:lnTo>
                <a:lnTo>
                  <a:pt x="348547" y="96012"/>
                </a:lnTo>
                <a:close/>
              </a:path>
              <a:path w="356870" h="402589">
                <a:moveTo>
                  <a:pt x="137205" y="211836"/>
                </a:moveTo>
                <a:lnTo>
                  <a:pt x="114300" y="211836"/>
                </a:lnTo>
                <a:lnTo>
                  <a:pt x="114300" y="100584"/>
                </a:lnTo>
                <a:lnTo>
                  <a:pt x="151828" y="100584"/>
                </a:lnTo>
                <a:lnTo>
                  <a:pt x="137160" y="111252"/>
                </a:lnTo>
                <a:lnTo>
                  <a:pt x="137205" y="211836"/>
                </a:lnTo>
                <a:close/>
              </a:path>
              <a:path w="356870" h="402589">
                <a:moveTo>
                  <a:pt x="326582" y="359664"/>
                </a:moveTo>
                <a:lnTo>
                  <a:pt x="283464" y="359664"/>
                </a:lnTo>
                <a:lnTo>
                  <a:pt x="291750" y="357925"/>
                </a:lnTo>
                <a:lnTo>
                  <a:pt x="298323" y="352615"/>
                </a:lnTo>
                <a:lnTo>
                  <a:pt x="308586" y="305562"/>
                </a:lnTo>
                <a:lnTo>
                  <a:pt x="310705" y="259842"/>
                </a:lnTo>
                <a:lnTo>
                  <a:pt x="312539" y="193548"/>
                </a:lnTo>
                <a:lnTo>
                  <a:pt x="313944" y="106680"/>
                </a:lnTo>
                <a:lnTo>
                  <a:pt x="352425" y="106680"/>
                </a:lnTo>
                <a:lnTo>
                  <a:pt x="339852" y="115824"/>
                </a:lnTo>
                <a:lnTo>
                  <a:pt x="338800" y="186976"/>
                </a:lnTo>
                <a:lnTo>
                  <a:pt x="338521" y="199644"/>
                </a:lnTo>
                <a:lnTo>
                  <a:pt x="337291" y="250155"/>
                </a:lnTo>
                <a:lnTo>
                  <a:pt x="335462" y="296107"/>
                </a:lnTo>
                <a:lnTo>
                  <a:pt x="330708" y="345948"/>
                </a:lnTo>
                <a:lnTo>
                  <a:pt x="327214" y="357925"/>
                </a:lnTo>
                <a:lnTo>
                  <a:pt x="326582" y="359664"/>
                </a:lnTo>
                <a:close/>
              </a:path>
              <a:path w="356870" h="402589">
                <a:moveTo>
                  <a:pt x="231648" y="269748"/>
                </a:moveTo>
                <a:lnTo>
                  <a:pt x="228600" y="269748"/>
                </a:lnTo>
                <a:lnTo>
                  <a:pt x="225456" y="268295"/>
                </a:lnTo>
                <a:lnTo>
                  <a:pt x="222885" y="263842"/>
                </a:lnTo>
                <a:lnTo>
                  <a:pt x="220884" y="256246"/>
                </a:lnTo>
                <a:lnTo>
                  <a:pt x="219456" y="245364"/>
                </a:lnTo>
                <a:lnTo>
                  <a:pt x="214884" y="228242"/>
                </a:lnTo>
                <a:lnTo>
                  <a:pt x="208026" y="211264"/>
                </a:lnTo>
                <a:lnTo>
                  <a:pt x="198882" y="194571"/>
                </a:lnTo>
                <a:lnTo>
                  <a:pt x="187452" y="178308"/>
                </a:lnTo>
                <a:lnTo>
                  <a:pt x="190500" y="172212"/>
                </a:lnTo>
                <a:lnTo>
                  <a:pt x="224028" y="199644"/>
                </a:lnTo>
                <a:lnTo>
                  <a:pt x="246888" y="236220"/>
                </a:lnTo>
                <a:lnTo>
                  <a:pt x="246888" y="248412"/>
                </a:lnTo>
                <a:lnTo>
                  <a:pt x="243840" y="256032"/>
                </a:lnTo>
                <a:lnTo>
                  <a:pt x="239267" y="260603"/>
                </a:lnTo>
                <a:lnTo>
                  <a:pt x="234696" y="266700"/>
                </a:lnTo>
                <a:lnTo>
                  <a:pt x="231648" y="269748"/>
                </a:lnTo>
                <a:close/>
              </a:path>
              <a:path w="356870" h="402589">
                <a:moveTo>
                  <a:pt x="137914" y="344424"/>
                </a:moveTo>
                <a:lnTo>
                  <a:pt x="114300" y="344424"/>
                </a:lnTo>
                <a:lnTo>
                  <a:pt x="114300" y="222504"/>
                </a:lnTo>
                <a:lnTo>
                  <a:pt x="137219" y="222504"/>
                </a:lnTo>
                <a:lnTo>
                  <a:pt x="137337" y="269748"/>
                </a:lnTo>
                <a:lnTo>
                  <a:pt x="137498" y="305562"/>
                </a:lnTo>
                <a:lnTo>
                  <a:pt x="137914" y="344424"/>
                </a:lnTo>
                <a:close/>
              </a:path>
              <a:path w="356870" h="402589">
                <a:moveTo>
                  <a:pt x="277367" y="402336"/>
                </a:moveTo>
                <a:lnTo>
                  <a:pt x="270486" y="389453"/>
                </a:lnTo>
                <a:lnTo>
                  <a:pt x="258889" y="378142"/>
                </a:lnTo>
                <a:lnTo>
                  <a:pt x="242375" y="368236"/>
                </a:lnTo>
                <a:lnTo>
                  <a:pt x="220979" y="359664"/>
                </a:lnTo>
                <a:lnTo>
                  <a:pt x="220979" y="352044"/>
                </a:lnTo>
                <a:lnTo>
                  <a:pt x="241030" y="355163"/>
                </a:lnTo>
                <a:lnTo>
                  <a:pt x="257937" y="357568"/>
                </a:lnTo>
                <a:lnTo>
                  <a:pt x="271986" y="359116"/>
                </a:lnTo>
                <a:lnTo>
                  <a:pt x="283464" y="359664"/>
                </a:lnTo>
                <a:lnTo>
                  <a:pt x="326582" y="359664"/>
                </a:lnTo>
                <a:lnTo>
                  <a:pt x="323456" y="368260"/>
                </a:lnTo>
                <a:lnTo>
                  <a:pt x="289023" y="397764"/>
                </a:lnTo>
                <a:lnTo>
                  <a:pt x="277367" y="402336"/>
                </a:lnTo>
                <a:close/>
              </a:path>
              <a:path w="356870" h="402589">
                <a:moveTo>
                  <a:pt x="114300" y="391668"/>
                </a:moveTo>
                <a:lnTo>
                  <a:pt x="114300" y="355092"/>
                </a:lnTo>
                <a:lnTo>
                  <a:pt x="138137" y="355092"/>
                </a:lnTo>
                <a:lnTo>
                  <a:pt x="138684" y="377952"/>
                </a:lnTo>
                <a:lnTo>
                  <a:pt x="114300" y="39166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" name="object 50"/>
          <p:cNvSpPr/>
          <p:nvPr/>
        </p:nvSpPr>
        <p:spPr>
          <a:xfrm>
            <a:off x="8394192" y="4288548"/>
            <a:ext cx="1301750" cy="411480"/>
          </a:xfrm>
          <a:custGeom>
            <a:avLst/>
            <a:gdLst/>
            <a:ahLst/>
            <a:cxnLst/>
            <a:rect l="l" t="t" r="r" b="b"/>
            <a:pathLst>
              <a:path w="1301750" h="411479">
                <a:moveTo>
                  <a:pt x="227076" y="53327"/>
                </a:moveTo>
                <a:lnTo>
                  <a:pt x="186664" y="17094"/>
                </a:lnTo>
                <a:lnTo>
                  <a:pt x="166116" y="9131"/>
                </a:lnTo>
                <a:lnTo>
                  <a:pt x="163068" y="13703"/>
                </a:lnTo>
                <a:lnTo>
                  <a:pt x="174536" y="26276"/>
                </a:lnTo>
                <a:lnTo>
                  <a:pt x="184023" y="38849"/>
                </a:lnTo>
                <a:lnTo>
                  <a:pt x="191782" y="51422"/>
                </a:lnTo>
                <a:lnTo>
                  <a:pt x="198120" y="63995"/>
                </a:lnTo>
                <a:lnTo>
                  <a:pt x="202692" y="77711"/>
                </a:lnTo>
                <a:lnTo>
                  <a:pt x="207264" y="83807"/>
                </a:lnTo>
                <a:lnTo>
                  <a:pt x="213360" y="83807"/>
                </a:lnTo>
                <a:lnTo>
                  <a:pt x="216408" y="80759"/>
                </a:lnTo>
                <a:lnTo>
                  <a:pt x="220980" y="74663"/>
                </a:lnTo>
                <a:lnTo>
                  <a:pt x="225552" y="67043"/>
                </a:lnTo>
                <a:lnTo>
                  <a:pt x="227076" y="62471"/>
                </a:lnTo>
                <a:lnTo>
                  <a:pt x="227076" y="53327"/>
                </a:lnTo>
                <a:close/>
              </a:path>
              <a:path w="1301750" h="411479">
                <a:moveTo>
                  <a:pt x="408432" y="103619"/>
                </a:moveTo>
                <a:lnTo>
                  <a:pt x="371856" y="68567"/>
                </a:lnTo>
                <a:lnTo>
                  <a:pt x="345948" y="94475"/>
                </a:lnTo>
                <a:lnTo>
                  <a:pt x="0" y="94475"/>
                </a:lnTo>
                <a:lnTo>
                  <a:pt x="15240" y="109715"/>
                </a:lnTo>
                <a:lnTo>
                  <a:pt x="25539" y="107480"/>
                </a:lnTo>
                <a:lnTo>
                  <a:pt x="36004" y="105524"/>
                </a:lnTo>
                <a:lnTo>
                  <a:pt x="46736" y="104152"/>
                </a:lnTo>
                <a:lnTo>
                  <a:pt x="57912" y="103619"/>
                </a:lnTo>
                <a:lnTo>
                  <a:pt x="166116" y="103619"/>
                </a:lnTo>
                <a:lnTo>
                  <a:pt x="162941" y="160629"/>
                </a:lnTo>
                <a:lnTo>
                  <a:pt x="153416" y="212763"/>
                </a:lnTo>
                <a:lnTo>
                  <a:pt x="137553" y="259981"/>
                </a:lnTo>
                <a:lnTo>
                  <a:pt x="115354" y="302272"/>
                </a:lnTo>
                <a:lnTo>
                  <a:pt x="86804" y="339598"/>
                </a:lnTo>
                <a:lnTo>
                  <a:pt x="51904" y="371944"/>
                </a:lnTo>
                <a:lnTo>
                  <a:pt x="10668" y="399275"/>
                </a:lnTo>
                <a:lnTo>
                  <a:pt x="13716" y="406895"/>
                </a:lnTo>
                <a:lnTo>
                  <a:pt x="57785" y="383146"/>
                </a:lnTo>
                <a:lnTo>
                  <a:pt x="95554" y="354520"/>
                </a:lnTo>
                <a:lnTo>
                  <a:pt x="127063" y="320979"/>
                </a:lnTo>
                <a:lnTo>
                  <a:pt x="152336" y="282498"/>
                </a:lnTo>
                <a:lnTo>
                  <a:pt x="171437" y="239014"/>
                </a:lnTo>
                <a:lnTo>
                  <a:pt x="184404" y="190487"/>
                </a:lnTo>
                <a:lnTo>
                  <a:pt x="300228" y="190487"/>
                </a:lnTo>
                <a:lnTo>
                  <a:pt x="295668" y="231902"/>
                </a:lnTo>
                <a:lnTo>
                  <a:pt x="287147" y="295287"/>
                </a:lnTo>
                <a:lnTo>
                  <a:pt x="280009" y="334175"/>
                </a:lnTo>
                <a:lnTo>
                  <a:pt x="256032" y="368795"/>
                </a:lnTo>
                <a:lnTo>
                  <a:pt x="245364" y="367271"/>
                </a:lnTo>
                <a:lnTo>
                  <a:pt x="236258" y="366420"/>
                </a:lnTo>
                <a:lnTo>
                  <a:pt x="222885" y="363842"/>
                </a:lnTo>
                <a:lnTo>
                  <a:pt x="205498" y="359562"/>
                </a:lnTo>
                <a:lnTo>
                  <a:pt x="184404" y="353555"/>
                </a:lnTo>
                <a:lnTo>
                  <a:pt x="182880" y="359651"/>
                </a:lnTo>
                <a:lnTo>
                  <a:pt x="205181" y="370497"/>
                </a:lnTo>
                <a:lnTo>
                  <a:pt x="221932" y="382320"/>
                </a:lnTo>
                <a:lnTo>
                  <a:pt x="233235" y="395020"/>
                </a:lnTo>
                <a:lnTo>
                  <a:pt x="239268" y="408419"/>
                </a:lnTo>
                <a:lnTo>
                  <a:pt x="252120" y="404736"/>
                </a:lnTo>
                <a:lnTo>
                  <a:pt x="287604" y="386207"/>
                </a:lnTo>
                <a:lnTo>
                  <a:pt x="305981" y="338937"/>
                </a:lnTo>
                <a:lnTo>
                  <a:pt x="318465" y="259981"/>
                </a:lnTo>
                <a:lnTo>
                  <a:pt x="326136" y="199631"/>
                </a:lnTo>
                <a:lnTo>
                  <a:pt x="341807" y="190487"/>
                </a:lnTo>
                <a:lnTo>
                  <a:pt x="344424" y="188963"/>
                </a:lnTo>
                <a:lnTo>
                  <a:pt x="335902" y="181343"/>
                </a:lnTo>
                <a:lnTo>
                  <a:pt x="315468" y="163055"/>
                </a:lnTo>
                <a:lnTo>
                  <a:pt x="298704" y="181343"/>
                </a:lnTo>
                <a:lnTo>
                  <a:pt x="185928" y="181343"/>
                </a:lnTo>
                <a:lnTo>
                  <a:pt x="189001" y="160629"/>
                </a:lnTo>
                <a:lnTo>
                  <a:pt x="191643" y="140195"/>
                </a:lnTo>
                <a:lnTo>
                  <a:pt x="193636" y="121335"/>
                </a:lnTo>
                <a:lnTo>
                  <a:pt x="195072" y="103619"/>
                </a:lnTo>
                <a:lnTo>
                  <a:pt x="408432" y="103619"/>
                </a:lnTo>
                <a:close/>
              </a:path>
              <a:path w="1301750" h="411479">
                <a:moveTo>
                  <a:pt x="509016" y="167640"/>
                </a:moveTo>
                <a:lnTo>
                  <a:pt x="505269" y="156756"/>
                </a:lnTo>
                <a:lnTo>
                  <a:pt x="493966" y="144589"/>
                </a:lnTo>
                <a:lnTo>
                  <a:pt x="474929" y="130987"/>
                </a:lnTo>
                <a:lnTo>
                  <a:pt x="448056" y="115824"/>
                </a:lnTo>
                <a:lnTo>
                  <a:pt x="445008" y="121920"/>
                </a:lnTo>
                <a:lnTo>
                  <a:pt x="458457" y="137553"/>
                </a:lnTo>
                <a:lnTo>
                  <a:pt x="469201" y="152209"/>
                </a:lnTo>
                <a:lnTo>
                  <a:pt x="477367" y="165417"/>
                </a:lnTo>
                <a:lnTo>
                  <a:pt x="483108" y="176784"/>
                </a:lnTo>
                <a:lnTo>
                  <a:pt x="486791" y="187350"/>
                </a:lnTo>
                <a:lnTo>
                  <a:pt x="490918" y="193929"/>
                </a:lnTo>
                <a:lnTo>
                  <a:pt x="495312" y="196494"/>
                </a:lnTo>
                <a:lnTo>
                  <a:pt x="499872" y="195072"/>
                </a:lnTo>
                <a:lnTo>
                  <a:pt x="503872" y="190779"/>
                </a:lnTo>
                <a:lnTo>
                  <a:pt x="506730" y="184785"/>
                </a:lnTo>
                <a:lnTo>
                  <a:pt x="508444" y="177063"/>
                </a:lnTo>
                <a:lnTo>
                  <a:pt x="509016" y="167640"/>
                </a:lnTo>
                <a:close/>
              </a:path>
              <a:path w="1301750" h="411479">
                <a:moveTo>
                  <a:pt x="545592" y="65532"/>
                </a:moveTo>
                <a:lnTo>
                  <a:pt x="509727" y="26949"/>
                </a:lnTo>
                <a:lnTo>
                  <a:pt x="487680" y="15240"/>
                </a:lnTo>
                <a:lnTo>
                  <a:pt x="484632" y="21336"/>
                </a:lnTo>
                <a:lnTo>
                  <a:pt x="496963" y="35877"/>
                </a:lnTo>
                <a:lnTo>
                  <a:pt x="506730" y="49720"/>
                </a:lnTo>
                <a:lnTo>
                  <a:pt x="514197" y="62687"/>
                </a:lnTo>
                <a:lnTo>
                  <a:pt x="519684" y="74676"/>
                </a:lnTo>
                <a:lnTo>
                  <a:pt x="522732" y="86868"/>
                </a:lnTo>
                <a:lnTo>
                  <a:pt x="525780" y="91440"/>
                </a:lnTo>
                <a:lnTo>
                  <a:pt x="531876" y="91440"/>
                </a:lnTo>
                <a:lnTo>
                  <a:pt x="534924" y="89916"/>
                </a:lnTo>
                <a:lnTo>
                  <a:pt x="544068" y="80772"/>
                </a:lnTo>
                <a:lnTo>
                  <a:pt x="545592" y="74676"/>
                </a:lnTo>
                <a:lnTo>
                  <a:pt x="545592" y="65532"/>
                </a:lnTo>
                <a:close/>
              </a:path>
              <a:path w="1301750" h="411479">
                <a:moveTo>
                  <a:pt x="591312" y="77724"/>
                </a:moveTo>
                <a:lnTo>
                  <a:pt x="583692" y="76200"/>
                </a:lnTo>
                <a:lnTo>
                  <a:pt x="551992" y="151968"/>
                </a:lnTo>
                <a:lnTo>
                  <a:pt x="527875" y="208026"/>
                </a:lnTo>
                <a:lnTo>
                  <a:pt x="511467" y="244640"/>
                </a:lnTo>
                <a:lnTo>
                  <a:pt x="502920" y="262128"/>
                </a:lnTo>
                <a:lnTo>
                  <a:pt x="496824" y="271272"/>
                </a:lnTo>
                <a:lnTo>
                  <a:pt x="490753" y="277342"/>
                </a:lnTo>
                <a:lnTo>
                  <a:pt x="480390" y="277317"/>
                </a:lnTo>
                <a:lnTo>
                  <a:pt x="472059" y="276987"/>
                </a:lnTo>
                <a:lnTo>
                  <a:pt x="460857" y="276072"/>
                </a:lnTo>
                <a:lnTo>
                  <a:pt x="446532" y="274320"/>
                </a:lnTo>
                <a:lnTo>
                  <a:pt x="446532" y="281940"/>
                </a:lnTo>
                <a:lnTo>
                  <a:pt x="486156" y="300228"/>
                </a:lnTo>
                <a:lnTo>
                  <a:pt x="487680" y="306324"/>
                </a:lnTo>
                <a:lnTo>
                  <a:pt x="487629" y="314896"/>
                </a:lnTo>
                <a:lnTo>
                  <a:pt x="481101" y="350583"/>
                </a:lnTo>
                <a:lnTo>
                  <a:pt x="479679" y="357568"/>
                </a:lnTo>
                <a:lnTo>
                  <a:pt x="478815" y="363677"/>
                </a:lnTo>
                <a:lnTo>
                  <a:pt x="478612" y="367284"/>
                </a:lnTo>
                <a:lnTo>
                  <a:pt x="478536" y="376428"/>
                </a:lnTo>
                <a:lnTo>
                  <a:pt x="481584" y="382524"/>
                </a:lnTo>
                <a:lnTo>
                  <a:pt x="487680" y="384048"/>
                </a:lnTo>
                <a:lnTo>
                  <a:pt x="495300" y="387096"/>
                </a:lnTo>
                <a:lnTo>
                  <a:pt x="512064" y="387096"/>
                </a:lnTo>
                <a:lnTo>
                  <a:pt x="513588" y="385572"/>
                </a:lnTo>
                <a:lnTo>
                  <a:pt x="513524" y="379095"/>
                </a:lnTo>
                <a:lnTo>
                  <a:pt x="513346" y="373380"/>
                </a:lnTo>
                <a:lnTo>
                  <a:pt x="512826" y="363677"/>
                </a:lnTo>
                <a:lnTo>
                  <a:pt x="512292" y="351421"/>
                </a:lnTo>
                <a:lnTo>
                  <a:pt x="512064" y="336918"/>
                </a:lnTo>
                <a:lnTo>
                  <a:pt x="511695" y="322275"/>
                </a:lnTo>
                <a:lnTo>
                  <a:pt x="512622" y="308698"/>
                </a:lnTo>
                <a:lnTo>
                  <a:pt x="523798" y="263525"/>
                </a:lnTo>
                <a:lnTo>
                  <a:pt x="538543" y="221932"/>
                </a:lnTo>
                <a:lnTo>
                  <a:pt x="560997" y="160032"/>
                </a:lnTo>
                <a:lnTo>
                  <a:pt x="591312" y="77724"/>
                </a:lnTo>
                <a:close/>
              </a:path>
              <a:path w="1301750" h="411479">
                <a:moveTo>
                  <a:pt x="854964" y="213360"/>
                </a:moveTo>
                <a:lnTo>
                  <a:pt x="826008" y="182880"/>
                </a:lnTo>
                <a:lnTo>
                  <a:pt x="804672" y="202692"/>
                </a:lnTo>
                <a:lnTo>
                  <a:pt x="711708" y="202692"/>
                </a:lnTo>
                <a:lnTo>
                  <a:pt x="711708" y="109728"/>
                </a:lnTo>
                <a:lnTo>
                  <a:pt x="827532" y="109728"/>
                </a:lnTo>
                <a:lnTo>
                  <a:pt x="800100" y="80772"/>
                </a:lnTo>
                <a:lnTo>
                  <a:pt x="780288" y="99060"/>
                </a:lnTo>
                <a:lnTo>
                  <a:pt x="711708" y="99060"/>
                </a:lnTo>
                <a:lnTo>
                  <a:pt x="711708" y="38100"/>
                </a:lnTo>
                <a:lnTo>
                  <a:pt x="729996" y="21336"/>
                </a:lnTo>
                <a:lnTo>
                  <a:pt x="688848" y="0"/>
                </a:lnTo>
                <a:lnTo>
                  <a:pt x="689076" y="15240"/>
                </a:lnTo>
                <a:lnTo>
                  <a:pt x="689571" y="35877"/>
                </a:lnTo>
                <a:lnTo>
                  <a:pt x="690092" y="62687"/>
                </a:lnTo>
                <a:lnTo>
                  <a:pt x="690206" y="76200"/>
                </a:lnTo>
                <a:lnTo>
                  <a:pt x="690372" y="99060"/>
                </a:lnTo>
                <a:lnTo>
                  <a:pt x="594360" y="99060"/>
                </a:lnTo>
                <a:lnTo>
                  <a:pt x="609600" y="114300"/>
                </a:lnTo>
                <a:lnTo>
                  <a:pt x="619899" y="112293"/>
                </a:lnTo>
                <a:lnTo>
                  <a:pt x="630364" y="110871"/>
                </a:lnTo>
                <a:lnTo>
                  <a:pt x="641096" y="110007"/>
                </a:lnTo>
                <a:lnTo>
                  <a:pt x="652272" y="109728"/>
                </a:lnTo>
                <a:lnTo>
                  <a:pt x="690372" y="109728"/>
                </a:lnTo>
                <a:lnTo>
                  <a:pt x="690372" y="202692"/>
                </a:lnTo>
                <a:lnTo>
                  <a:pt x="560832" y="202692"/>
                </a:lnTo>
                <a:lnTo>
                  <a:pt x="577596" y="219456"/>
                </a:lnTo>
                <a:lnTo>
                  <a:pt x="587019" y="216573"/>
                </a:lnTo>
                <a:lnTo>
                  <a:pt x="597027" y="214693"/>
                </a:lnTo>
                <a:lnTo>
                  <a:pt x="607593" y="213664"/>
                </a:lnTo>
                <a:lnTo>
                  <a:pt x="618744" y="213360"/>
                </a:lnTo>
                <a:lnTo>
                  <a:pt x="682752" y="213360"/>
                </a:lnTo>
                <a:lnTo>
                  <a:pt x="663130" y="256984"/>
                </a:lnTo>
                <a:lnTo>
                  <a:pt x="630936" y="306324"/>
                </a:lnTo>
                <a:lnTo>
                  <a:pt x="597789" y="345376"/>
                </a:lnTo>
                <a:lnTo>
                  <a:pt x="571500" y="358140"/>
                </a:lnTo>
                <a:lnTo>
                  <a:pt x="589788" y="397764"/>
                </a:lnTo>
                <a:lnTo>
                  <a:pt x="646176" y="377952"/>
                </a:lnTo>
                <a:lnTo>
                  <a:pt x="708660" y="365379"/>
                </a:lnTo>
                <a:lnTo>
                  <a:pt x="748614" y="359943"/>
                </a:lnTo>
                <a:lnTo>
                  <a:pt x="765517" y="358140"/>
                </a:lnTo>
                <a:lnTo>
                  <a:pt x="794004" y="355092"/>
                </a:lnTo>
                <a:lnTo>
                  <a:pt x="812292" y="394716"/>
                </a:lnTo>
                <a:lnTo>
                  <a:pt x="815340" y="397764"/>
                </a:lnTo>
                <a:lnTo>
                  <a:pt x="819912" y="397764"/>
                </a:lnTo>
                <a:lnTo>
                  <a:pt x="822960" y="394716"/>
                </a:lnTo>
                <a:lnTo>
                  <a:pt x="827532" y="387096"/>
                </a:lnTo>
                <a:lnTo>
                  <a:pt x="832104" y="381000"/>
                </a:lnTo>
                <a:lnTo>
                  <a:pt x="833628" y="373380"/>
                </a:lnTo>
                <a:lnTo>
                  <a:pt x="833628" y="367284"/>
                </a:lnTo>
                <a:lnTo>
                  <a:pt x="833031" y="361543"/>
                </a:lnTo>
                <a:lnTo>
                  <a:pt x="831151" y="355663"/>
                </a:lnTo>
                <a:lnTo>
                  <a:pt x="830834" y="355092"/>
                </a:lnTo>
                <a:lnTo>
                  <a:pt x="827836" y="349491"/>
                </a:lnTo>
                <a:lnTo>
                  <a:pt x="794004" y="316992"/>
                </a:lnTo>
                <a:lnTo>
                  <a:pt x="783996" y="308698"/>
                </a:lnTo>
                <a:lnTo>
                  <a:pt x="772312" y="299859"/>
                </a:lnTo>
                <a:lnTo>
                  <a:pt x="758850" y="290410"/>
                </a:lnTo>
                <a:lnTo>
                  <a:pt x="743712" y="280416"/>
                </a:lnTo>
                <a:lnTo>
                  <a:pt x="740664" y="284988"/>
                </a:lnTo>
                <a:lnTo>
                  <a:pt x="753186" y="299847"/>
                </a:lnTo>
                <a:lnTo>
                  <a:pt x="765619" y="314896"/>
                </a:lnTo>
                <a:lnTo>
                  <a:pt x="777735" y="330200"/>
                </a:lnTo>
                <a:lnTo>
                  <a:pt x="789432" y="345948"/>
                </a:lnTo>
                <a:lnTo>
                  <a:pt x="606552" y="358140"/>
                </a:lnTo>
                <a:lnTo>
                  <a:pt x="634784" y="327558"/>
                </a:lnTo>
                <a:lnTo>
                  <a:pt x="657606" y="302133"/>
                </a:lnTo>
                <a:lnTo>
                  <a:pt x="674611" y="281940"/>
                </a:lnTo>
                <a:lnTo>
                  <a:pt x="685800" y="266700"/>
                </a:lnTo>
                <a:lnTo>
                  <a:pt x="694677" y="254381"/>
                </a:lnTo>
                <a:lnTo>
                  <a:pt x="703135" y="244792"/>
                </a:lnTo>
                <a:lnTo>
                  <a:pt x="711301" y="237756"/>
                </a:lnTo>
                <a:lnTo>
                  <a:pt x="719328" y="233172"/>
                </a:lnTo>
                <a:lnTo>
                  <a:pt x="691896" y="213360"/>
                </a:lnTo>
                <a:lnTo>
                  <a:pt x="854964" y="213360"/>
                </a:lnTo>
                <a:close/>
              </a:path>
              <a:path w="1301750" h="411479">
                <a:moveTo>
                  <a:pt x="1034783" y="28956"/>
                </a:moveTo>
                <a:lnTo>
                  <a:pt x="1004303" y="3048"/>
                </a:lnTo>
                <a:lnTo>
                  <a:pt x="995730" y="18135"/>
                </a:lnTo>
                <a:lnTo>
                  <a:pt x="986015" y="33528"/>
                </a:lnTo>
                <a:lnTo>
                  <a:pt x="963155" y="64008"/>
                </a:lnTo>
                <a:lnTo>
                  <a:pt x="934389" y="96393"/>
                </a:lnTo>
                <a:lnTo>
                  <a:pt x="897623" y="131064"/>
                </a:lnTo>
                <a:lnTo>
                  <a:pt x="902195" y="135636"/>
                </a:lnTo>
                <a:lnTo>
                  <a:pt x="943343" y="107124"/>
                </a:lnTo>
                <a:lnTo>
                  <a:pt x="970203" y="84023"/>
                </a:lnTo>
                <a:lnTo>
                  <a:pt x="982205" y="73342"/>
                </a:lnTo>
                <a:lnTo>
                  <a:pt x="993063" y="64071"/>
                </a:lnTo>
                <a:lnTo>
                  <a:pt x="1002779" y="56388"/>
                </a:lnTo>
                <a:lnTo>
                  <a:pt x="1010780" y="48666"/>
                </a:lnTo>
                <a:lnTo>
                  <a:pt x="1018781" y="41529"/>
                </a:lnTo>
                <a:lnTo>
                  <a:pt x="1026782" y="34950"/>
                </a:lnTo>
                <a:lnTo>
                  <a:pt x="1034783" y="28956"/>
                </a:lnTo>
                <a:close/>
              </a:path>
              <a:path w="1301750" h="411479">
                <a:moveTo>
                  <a:pt x="1053071" y="115824"/>
                </a:moveTo>
                <a:lnTo>
                  <a:pt x="1019543" y="89916"/>
                </a:lnTo>
                <a:lnTo>
                  <a:pt x="1015542" y="99390"/>
                </a:lnTo>
                <a:lnTo>
                  <a:pt x="1010399" y="109728"/>
                </a:lnTo>
                <a:lnTo>
                  <a:pt x="987831" y="147510"/>
                </a:lnTo>
                <a:lnTo>
                  <a:pt x="964971" y="178892"/>
                </a:lnTo>
                <a:lnTo>
                  <a:pt x="936129" y="214045"/>
                </a:lnTo>
                <a:lnTo>
                  <a:pt x="907034" y="244386"/>
                </a:lnTo>
                <a:lnTo>
                  <a:pt x="893051" y="257556"/>
                </a:lnTo>
                <a:lnTo>
                  <a:pt x="896099" y="263652"/>
                </a:lnTo>
                <a:lnTo>
                  <a:pt x="915847" y="250786"/>
                </a:lnTo>
                <a:lnTo>
                  <a:pt x="934008" y="237363"/>
                </a:lnTo>
                <a:lnTo>
                  <a:pt x="950760" y="223354"/>
                </a:lnTo>
                <a:lnTo>
                  <a:pt x="966203" y="208788"/>
                </a:lnTo>
                <a:lnTo>
                  <a:pt x="966127" y="338328"/>
                </a:lnTo>
                <a:lnTo>
                  <a:pt x="966012" y="347472"/>
                </a:lnTo>
                <a:lnTo>
                  <a:pt x="965898" y="353568"/>
                </a:lnTo>
                <a:lnTo>
                  <a:pt x="964920" y="390309"/>
                </a:lnTo>
                <a:lnTo>
                  <a:pt x="964679" y="411480"/>
                </a:lnTo>
                <a:lnTo>
                  <a:pt x="990587" y="397764"/>
                </a:lnTo>
                <a:lnTo>
                  <a:pt x="990587" y="208788"/>
                </a:lnTo>
                <a:lnTo>
                  <a:pt x="990587" y="184404"/>
                </a:lnTo>
                <a:lnTo>
                  <a:pt x="1027163" y="140208"/>
                </a:lnTo>
                <a:lnTo>
                  <a:pt x="1045387" y="122415"/>
                </a:lnTo>
                <a:lnTo>
                  <a:pt x="1053071" y="115824"/>
                </a:lnTo>
                <a:close/>
              </a:path>
              <a:path w="1301750" h="411479">
                <a:moveTo>
                  <a:pt x="1126731" y="332232"/>
                </a:moveTo>
                <a:lnTo>
                  <a:pt x="1103744" y="297751"/>
                </a:lnTo>
                <a:lnTo>
                  <a:pt x="1071359" y="275844"/>
                </a:lnTo>
                <a:lnTo>
                  <a:pt x="1068311" y="281940"/>
                </a:lnTo>
                <a:lnTo>
                  <a:pt x="1079741" y="296240"/>
                </a:lnTo>
                <a:lnTo>
                  <a:pt x="1088885" y="309562"/>
                </a:lnTo>
                <a:lnTo>
                  <a:pt x="1095743" y="322008"/>
                </a:lnTo>
                <a:lnTo>
                  <a:pt x="1100315" y="333756"/>
                </a:lnTo>
                <a:lnTo>
                  <a:pt x="1102893" y="343484"/>
                </a:lnTo>
                <a:lnTo>
                  <a:pt x="1106030" y="349948"/>
                </a:lnTo>
                <a:lnTo>
                  <a:pt x="1109751" y="353250"/>
                </a:lnTo>
                <a:lnTo>
                  <a:pt x="1114031" y="353568"/>
                </a:lnTo>
                <a:lnTo>
                  <a:pt x="1120127" y="352044"/>
                </a:lnTo>
                <a:lnTo>
                  <a:pt x="1123175" y="347472"/>
                </a:lnTo>
                <a:lnTo>
                  <a:pt x="1126223" y="338328"/>
                </a:lnTo>
                <a:lnTo>
                  <a:pt x="1126667" y="333756"/>
                </a:lnTo>
                <a:lnTo>
                  <a:pt x="1126731" y="332232"/>
                </a:lnTo>
                <a:close/>
              </a:path>
              <a:path w="1301750" h="411479">
                <a:moveTo>
                  <a:pt x="1257287" y="41148"/>
                </a:moveTo>
                <a:lnTo>
                  <a:pt x="1249667" y="33528"/>
                </a:lnTo>
                <a:lnTo>
                  <a:pt x="1232903" y="16764"/>
                </a:lnTo>
                <a:lnTo>
                  <a:pt x="1219187" y="31851"/>
                </a:lnTo>
                <a:lnTo>
                  <a:pt x="1219187" y="44196"/>
                </a:lnTo>
                <a:lnTo>
                  <a:pt x="1219187" y="91440"/>
                </a:lnTo>
                <a:lnTo>
                  <a:pt x="1219187" y="102108"/>
                </a:lnTo>
                <a:lnTo>
                  <a:pt x="1219187" y="155448"/>
                </a:lnTo>
                <a:lnTo>
                  <a:pt x="1091171" y="155448"/>
                </a:lnTo>
                <a:lnTo>
                  <a:pt x="1091171" y="102108"/>
                </a:lnTo>
                <a:lnTo>
                  <a:pt x="1219187" y="102108"/>
                </a:lnTo>
                <a:lnTo>
                  <a:pt x="1219187" y="91440"/>
                </a:lnTo>
                <a:lnTo>
                  <a:pt x="1091171" y="91440"/>
                </a:lnTo>
                <a:lnTo>
                  <a:pt x="1091171" y="44196"/>
                </a:lnTo>
                <a:lnTo>
                  <a:pt x="1219187" y="44196"/>
                </a:lnTo>
                <a:lnTo>
                  <a:pt x="1219187" y="31851"/>
                </a:lnTo>
                <a:lnTo>
                  <a:pt x="1217663" y="33528"/>
                </a:lnTo>
                <a:lnTo>
                  <a:pt x="1091171" y="33528"/>
                </a:lnTo>
                <a:lnTo>
                  <a:pt x="1066787" y="21336"/>
                </a:lnTo>
                <a:lnTo>
                  <a:pt x="1067676" y="39065"/>
                </a:lnTo>
                <a:lnTo>
                  <a:pt x="1068082" y="56388"/>
                </a:lnTo>
                <a:lnTo>
                  <a:pt x="1068171" y="64071"/>
                </a:lnTo>
                <a:lnTo>
                  <a:pt x="1068298" y="84023"/>
                </a:lnTo>
                <a:lnTo>
                  <a:pt x="1068197" y="135636"/>
                </a:lnTo>
                <a:lnTo>
                  <a:pt x="1068070" y="147510"/>
                </a:lnTo>
                <a:lnTo>
                  <a:pt x="1067676" y="165938"/>
                </a:lnTo>
                <a:lnTo>
                  <a:pt x="1066787" y="185928"/>
                </a:lnTo>
                <a:lnTo>
                  <a:pt x="1091171" y="175260"/>
                </a:lnTo>
                <a:lnTo>
                  <a:pt x="1091171" y="164592"/>
                </a:lnTo>
                <a:lnTo>
                  <a:pt x="1219187" y="164592"/>
                </a:lnTo>
                <a:lnTo>
                  <a:pt x="1219187" y="184404"/>
                </a:lnTo>
                <a:lnTo>
                  <a:pt x="1245095" y="172212"/>
                </a:lnTo>
                <a:lnTo>
                  <a:pt x="1245006" y="164592"/>
                </a:lnTo>
                <a:lnTo>
                  <a:pt x="1244904" y="155448"/>
                </a:lnTo>
                <a:lnTo>
                  <a:pt x="1244866" y="151892"/>
                </a:lnTo>
                <a:lnTo>
                  <a:pt x="1244333" y="125158"/>
                </a:lnTo>
                <a:lnTo>
                  <a:pt x="1243977" y="102108"/>
                </a:lnTo>
                <a:lnTo>
                  <a:pt x="1243812" y="91440"/>
                </a:lnTo>
                <a:lnTo>
                  <a:pt x="1243571" y="51816"/>
                </a:lnTo>
                <a:lnTo>
                  <a:pt x="1253375" y="44196"/>
                </a:lnTo>
                <a:lnTo>
                  <a:pt x="1257287" y="41148"/>
                </a:lnTo>
                <a:close/>
              </a:path>
              <a:path w="1301750" h="411479">
                <a:moveTo>
                  <a:pt x="1301483" y="269748"/>
                </a:moveTo>
                <a:lnTo>
                  <a:pt x="1269479" y="237744"/>
                </a:lnTo>
                <a:lnTo>
                  <a:pt x="1249667" y="259080"/>
                </a:lnTo>
                <a:lnTo>
                  <a:pt x="1223759" y="259080"/>
                </a:lnTo>
                <a:lnTo>
                  <a:pt x="1223759" y="211836"/>
                </a:lnTo>
                <a:lnTo>
                  <a:pt x="1283195" y="211836"/>
                </a:lnTo>
                <a:lnTo>
                  <a:pt x="1254239" y="182880"/>
                </a:lnTo>
                <a:lnTo>
                  <a:pt x="1235951" y="201168"/>
                </a:lnTo>
                <a:lnTo>
                  <a:pt x="1033259" y="201168"/>
                </a:lnTo>
                <a:lnTo>
                  <a:pt x="1048499" y="217932"/>
                </a:lnTo>
                <a:lnTo>
                  <a:pt x="1058811" y="215049"/>
                </a:lnTo>
                <a:lnTo>
                  <a:pt x="1069263" y="213169"/>
                </a:lnTo>
                <a:lnTo>
                  <a:pt x="1080008" y="212140"/>
                </a:lnTo>
                <a:lnTo>
                  <a:pt x="1091171" y="211836"/>
                </a:lnTo>
                <a:lnTo>
                  <a:pt x="1199375" y="211836"/>
                </a:lnTo>
                <a:lnTo>
                  <a:pt x="1199375" y="259080"/>
                </a:lnTo>
                <a:lnTo>
                  <a:pt x="1013447" y="259080"/>
                </a:lnTo>
                <a:lnTo>
                  <a:pt x="1028687" y="274320"/>
                </a:lnTo>
                <a:lnTo>
                  <a:pt x="1038123" y="272313"/>
                </a:lnTo>
                <a:lnTo>
                  <a:pt x="1048118" y="270891"/>
                </a:lnTo>
                <a:lnTo>
                  <a:pt x="1058697" y="270027"/>
                </a:lnTo>
                <a:lnTo>
                  <a:pt x="1069835" y="269748"/>
                </a:lnTo>
                <a:lnTo>
                  <a:pt x="1199375" y="269748"/>
                </a:lnTo>
                <a:lnTo>
                  <a:pt x="1199375" y="364236"/>
                </a:lnTo>
                <a:lnTo>
                  <a:pt x="1196327" y="370332"/>
                </a:lnTo>
                <a:lnTo>
                  <a:pt x="1191755" y="371856"/>
                </a:lnTo>
                <a:lnTo>
                  <a:pt x="1185468" y="373037"/>
                </a:lnTo>
                <a:lnTo>
                  <a:pt x="1173467" y="372237"/>
                </a:lnTo>
                <a:lnTo>
                  <a:pt x="1155750" y="369709"/>
                </a:lnTo>
                <a:lnTo>
                  <a:pt x="1132319" y="365760"/>
                </a:lnTo>
                <a:lnTo>
                  <a:pt x="1132319" y="371856"/>
                </a:lnTo>
                <a:lnTo>
                  <a:pt x="1155471" y="382092"/>
                </a:lnTo>
                <a:lnTo>
                  <a:pt x="1172324" y="392049"/>
                </a:lnTo>
                <a:lnTo>
                  <a:pt x="1182903" y="401421"/>
                </a:lnTo>
                <a:lnTo>
                  <a:pt x="1187183" y="409956"/>
                </a:lnTo>
                <a:lnTo>
                  <a:pt x="1203185" y="401967"/>
                </a:lnTo>
                <a:lnTo>
                  <a:pt x="1214615" y="391858"/>
                </a:lnTo>
                <a:lnTo>
                  <a:pt x="1221473" y="379730"/>
                </a:lnTo>
                <a:lnTo>
                  <a:pt x="1222578" y="373037"/>
                </a:lnTo>
                <a:lnTo>
                  <a:pt x="1223759" y="365760"/>
                </a:lnTo>
                <a:lnTo>
                  <a:pt x="1223759" y="269748"/>
                </a:lnTo>
                <a:lnTo>
                  <a:pt x="1301483" y="26974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" name="object 51"/>
          <p:cNvSpPr/>
          <p:nvPr/>
        </p:nvSpPr>
        <p:spPr>
          <a:xfrm>
            <a:off x="2135123" y="4831079"/>
            <a:ext cx="384175" cy="403860"/>
          </a:xfrm>
          <a:custGeom>
            <a:avLst/>
            <a:gdLst/>
            <a:ahLst/>
            <a:cxnLst/>
            <a:rect l="l" t="t" r="r" b="b"/>
            <a:pathLst>
              <a:path w="384175" h="403860">
                <a:moveTo>
                  <a:pt x="22860" y="48768"/>
                </a:moveTo>
                <a:lnTo>
                  <a:pt x="7620" y="33528"/>
                </a:lnTo>
                <a:lnTo>
                  <a:pt x="182880" y="33528"/>
                </a:lnTo>
                <a:lnTo>
                  <a:pt x="205740" y="10668"/>
                </a:lnTo>
                <a:lnTo>
                  <a:pt x="239268" y="44196"/>
                </a:lnTo>
                <a:lnTo>
                  <a:pt x="65532" y="44196"/>
                </a:lnTo>
                <a:lnTo>
                  <a:pt x="54363" y="44481"/>
                </a:lnTo>
                <a:lnTo>
                  <a:pt x="43624" y="45339"/>
                </a:lnTo>
                <a:lnTo>
                  <a:pt x="33170" y="46767"/>
                </a:lnTo>
                <a:lnTo>
                  <a:pt x="22860" y="48768"/>
                </a:lnTo>
                <a:close/>
              </a:path>
              <a:path w="384175" h="403860">
                <a:moveTo>
                  <a:pt x="33528" y="176784"/>
                </a:moveTo>
                <a:lnTo>
                  <a:pt x="18288" y="146304"/>
                </a:lnTo>
                <a:lnTo>
                  <a:pt x="30003" y="143398"/>
                </a:lnTo>
                <a:lnTo>
                  <a:pt x="42291" y="136779"/>
                </a:lnTo>
                <a:lnTo>
                  <a:pt x="80581" y="94988"/>
                </a:lnTo>
                <a:lnTo>
                  <a:pt x="101155" y="61317"/>
                </a:lnTo>
                <a:lnTo>
                  <a:pt x="109728" y="44196"/>
                </a:lnTo>
                <a:lnTo>
                  <a:pt x="117348" y="44196"/>
                </a:lnTo>
                <a:lnTo>
                  <a:pt x="147828" y="62484"/>
                </a:lnTo>
                <a:lnTo>
                  <a:pt x="137517" y="67056"/>
                </a:lnTo>
                <a:lnTo>
                  <a:pt x="127063" y="73914"/>
                </a:lnTo>
                <a:lnTo>
                  <a:pt x="116324" y="83058"/>
                </a:lnTo>
                <a:lnTo>
                  <a:pt x="105156" y="94488"/>
                </a:lnTo>
                <a:lnTo>
                  <a:pt x="92297" y="107084"/>
                </a:lnTo>
                <a:lnTo>
                  <a:pt x="78867" y="119824"/>
                </a:lnTo>
                <a:lnTo>
                  <a:pt x="50292" y="146304"/>
                </a:lnTo>
                <a:lnTo>
                  <a:pt x="226450" y="146304"/>
                </a:lnTo>
                <a:lnTo>
                  <a:pt x="229049" y="150876"/>
                </a:lnTo>
                <a:lnTo>
                  <a:pt x="193548" y="150876"/>
                </a:lnTo>
                <a:lnTo>
                  <a:pt x="174378" y="152923"/>
                </a:lnTo>
                <a:lnTo>
                  <a:pt x="137183" y="156448"/>
                </a:lnTo>
                <a:lnTo>
                  <a:pt x="118872" y="158496"/>
                </a:lnTo>
                <a:lnTo>
                  <a:pt x="108204" y="158496"/>
                </a:lnTo>
                <a:lnTo>
                  <a:pt x="80248" y="163068"/>
                </a:lnTo>
                <a:lnTo>
                  <a:pt x="58293" y="167640"/>
                </a:lnTo>
                <a:lnTo>
                  <a:pt x="42624" y="172212"/>
                </a:lnTo>
                <a:lnTo>
                  <a:pt x="33528" y="176784"/>
                </a:lnTo>
                <a:close/>
              </a:path>
              <a:path w="384175" h="403860">
                <a:moveTo>
                  <a:pt x="226450" y="146304"/>
                </a:moveTo>
                <a:lnTo>
                  <a:pt x="50292" y="146304"/>
                </a:lnTo>
                <a:lnTo>
                  <a:pt x="190500" y="143256"/>
                </a:lnTo>
                <a:lnTo>
                  <a:pt x="181927" y="130683"/>
                </a:lnTo>
                <a:lnTo>
                  <a:pt x="172212" y="118110"/>
                </a:lnTo>
                <a:lnTo>
                  <a:pt x="161353" y="105537"/>
                </a:lnTo>
                <a:lnTo>
                  <a:pt x="149352" y="92964"/>
                </a:lnTo>
                <a:lnTo>
                  <a:pt x="155448" y="86868"/>
                </a:lnTo>
                <a:lnTo>
                  <a:pt x="187499" y="110013"/>
                </a:lnTo>
                <a:lnTo>
                  <a:pt x="210693" y="129159"/>
                </a:lnTo>
                <a:lnTo>
                  <a:pt x="225313" y="144303"/>
                </a:lnTo>
                <a:lnTo>
                  <a:pt x="226450" y="146304"/>
                </a:lnTo>
                <a:close/>
              </a:path>
              <a:path w="384175" h="403860">
                <a:moveTo>
                  <a:pt x="216408" y="188976"/>
                </a:moveTo>
                <a:lnTo>
                  <a:pt x="211836" y="188976"/>
                </a:lnTo>
                <a:lnTo>
                  <a:pt x="210312" y="187452"/>
                </a:lnTo>
                <a:lnTo>
                  <a:pt x="208788" y="182880"/>
                </a:lnTo>
                <a:lnTo>
                  <a:pt x="205978" y="176593"/>
                </a:lnTo>
                <a:lnTo>
                  <a:pt x="198072" y="160591"/>
                </a:lnTo>
                <a:lnTo>
                  <a:pt x="193548" y="150876"/>
                </a:lnTo>
                <a:lnTo>
                  <a:pt x="229049" y="150876"/>
                </a:lnTo>
                <a:lnTo>
                  <a:pt x="231648" y="155448"/>
                </a:lnTo>
                <a:lnTo>
                  <a:pt x="232862" y="163139"/>
                </a:lnTo>
                <a:lnTo>
                  <a:pt x="232219" y="170116"/>
                </a:lnTo>
                <a:lnTo>
                  <a:pt x="230147" y="176236"/>
                </a:lnTo>
                <a:lnTo>
                  <a:pt x="227076" y="181356"/>
                </a:lnTo>
                <a:lnTo>
                  <a:pt x="220980" y="185928"/>
                </a:lnTo>
                <a:lnTo>
                  <a:pt x="216408" y="188976"/>
                </a:lnTo>
                <a:close/>
              </a:path>
              <a:path w="384175" h="403860">
                <a:moveTo>
                  <a:pt x="132588" y="239268"/>
                </a:moveTo>
                <a:lnTo>
                  <a:pt x="108204" y="239268"/>
                </a:lnTo>
                <a:lnTo>
                  <a:pt x="108204" y="158496"/>
                </a:lnTo>
                <a:lnTo>
                  <a:pt x="118872" y="158496"/>
                </a:lnTo>
                <a:lnTo>
                  <a:pt x="146304" y="172212"/>
                </a:lnTo>
                <a:lnTo>
                  <a:pt x="132588" y="184404"/>
                </a:lnTo>
                <a:lnTo>
                  <a:pt x="132588" y="239268"/>
                </a:lnTo>
                <a:close/>
              </a:path>
              <a:path w="384175" h="403860">
                <a:moveTo>
                  <a:pt x="21336" y="254508"/>
                </a:moveTo>
                <a:lnTo>
                  <a:pt x="7620" y="239268"/>
                </a:lnTo>
                <a:lnTo>
                  <a:pt x="179832" y="239268"/>
                </a:lnTo>
                <a:lnTo>
                  <a:pt x="199644" y="219456"/>
                </a:lnTo>
                <a:lnTo>
                  <a:pt x="231648" y="249936"/>
                </a:lnTo>
                <a:lnTo>
                  <a:pt x="42672" y="249936"/>
                </a:lnTo>
                <a:lnTo>
                  <a:pt x="21336" y="254508"/>
                </a:lnTo>
                <a:close/>
              </a:path>
              <a:path w="384175" h="403860">
                <a:moveTo>
                  <a:pt x="19812" y="390144"/>
                </a:moveTo>
                <a:lnTo>
                  <a:pt x="0" y="355092"/>
                </a:lnTo>
                <a:lnTo>
                  <a:pt x="72223" y="344376"/>
                </a:lnTo>
                <a:lnTo>
                  <a:pt x="108204" y="338328"/>
                </a:lnTo>
                <a:lnTo>
                  <a:pt x="108204" y="249936"/>
                </a:lnTo>
                <a:lnTo>
                  <a:pt x="132588" y="249936"/>
                </a:lnTo>
                <a:lnTo>
                  <a:pt x="132588" y="333756"/>
                </a:lnTo>
                <a:lnTo>
                  <a:pt x="192675" y="333756"/>
                </a:lnTo>
                <a:lnTo>
                  <a:pt x="145399" y="346209"/>
                </a:lnTo>
                <a:lnTo>
                  <a:pt x="80772" y="365188"/>
                </a:lnTo>
                <a:lnTo>
                  <a:pt x="39004" y="379880"/>
                </a:lnTo>
                <a:lnTo>
                  <a:pt x="19812" y="390144"/>
                </a:lnTo>
                <a:close/>
              </a:path>
              <a:path w="384175" h="403860">
                <a:moveTo>
                  <a:pt x="192675" y="333756"/>
                </a:moveTo>
                <a:lnTo>
                  <a:pt x="132588" y="333756"/>
                </a:lnTo>
                <a:lnTo>
                  <a:pt x="231648" y="315468"/>
                </a:lnTo>
                <a:lnTo>
                  <a:pt x="233172" y="323088"/>
                </a:lnTo>
                <a:lnTo>
                  <a:pt x="192675" y="333756"/>
                </a:lnTo>
                <a:close/>
              </a:path>
              <a:path w="384175" h="403860">
                <a:moveTo>
                  <a:pt x="369434" y="359664"/>
                </a:moveTo>
                <a:lnTo>
                  <a:pt x="338328" y="359664"/>
                </a:lnTo>
                <a:lnTo>
                  <a:pt x="342900" y="356616"/>
                </a:lnTo>
                <a:lnTo>
                  <a:pt x="345757" y="354306"/>
                </a:lnTo>
                <a:lnTo>
                  <a:pt x="347472" y="349567"/>
                </a:lnTo>
                <a:lnTo>
                  <a:pt x="348043" y="342257"/>
                </a:lnTo>
                <a:lnTo>
                  <a:pt x="347472" y="332232"/>
                </a:lnTo>
                <a:lnTo>
                  <a:pt x="347448" y="45648"/>
                </a:lnTo>
                <a:lnTo>
                  <a:pt x="347281" y="31432"/>
                </a:lnTo>
                <a:lnTo>
                  <a:pt x="346829" y="16359"/>
                </a:lnTo>
                <a:lnTo>
                  <a:pt x="345948" y="0"/>
                </a:lnTo>
                <a:lnTo>
                  <a:pt x="384048" y="18288"/>
                </a:lnTo>
                <a:lnTo>
                  <a:pt x="370332" y="28956"/>
                </a:lnTo>
                <a:lnTo>
                  <a:pt x="370332" y="347472"/>
                </a:lnTo>
                <a:lnTo>
                  <a:pt x="369434" y="359664"/>
                </a:lnTo>
                <a:close/>
              </a:path>
              <a:path w="384175" h="403860">
                <a:moveTo>
                  <a:pt x="263652" y="307848"/>
                </a:moveTo>
                <a:lnTo>
                  <a:pt x="263890" y="278391"/>
                </a:lnTo>
                <a:lnTo>
                  <a:pt x="264414" y="247078"/>
                </a:lnTo>
                <a:lnTo>
                  <a:pt x="264937" y="213764"/>
                </a:lnTo>
                <a:lnTo>
                  <a:pt x="265176" y="178308"/>
                </a:lnTo>
                <a:lnTo>
                  <a:pt x="264937" y="143398"/>
                </a:lnTo>
                <a:lnTo>
                  <a:pt x="264414" y="111633"/>
                </a:lnTo>
                <a:lnTo>
                  <a:pt x="263890" y="82724"/>
                </a:lnTo>
                <a:lnTo>
                  <a:pt x="263652" y="56388"/>
                </a:lnTo>
                <a:lnTo>
                  <a:pt x="303276" y="76200"/>
                </a:lnTo>
                <a:lnTo>
                  <a:pt x="288035" y="88392"/>
                </a:lnTo>
                <a:lnTo>
                  <a:pt x="288059" y="259675"/>
                </a:lnTo>
                <a:lnTo>
                  <a:pt x="288226" y="270700"/>
                </a:lnTo>
                <a:lnTo>
                  <a:pt x="288678" y="283154"/>
                </a:lnTo>
                <a:lnTo>
                  <a:pt x="289560" y="297180"/>
                </a:lnTo>
                <a:lnTo>
                  <a:pt x="263652" y="307848"/>
                </a:lnTo>
                <a:close/>
              </a:path>
              <a:path w="384175" h="403860">
                <a:moveTo>
                  <a:pt x="332232" y="403860"/>
                </a:moveTo>
                <a:lnTo>
                  <a:pt x="327707" y="391263"/>
                </a:lnTo>
                <a:lnTo>
                  <a:pt x="316611" y="380809"/>
                </a:lnTo>
                <a:lnTo>
                  <a:pt x="299227" y="372356"/>
                </a:lnTo>
                <a:lnTo>
                  <a:pt x="275844" y="365760"/>
                </a:lnTo>
                <a:lnTo>
                  <a:pt x="275844" y="356616"/>
                </a:lnTo>
                <a:lnTo>
                  <a:pt x="300609" y="358711"/>
                </a:lnTo>
                <a:lnTo>
                  <a:pt x="312277" y="359402"/>
                </a:lnTo>
                <a:lnTo>
                  <a:pt x="323088" y="359664"/>
                </a:lnTo>
                <a:lnTo>
                  <a:pt x="369434" y="359664"/>
                </a:lnTo>
                <a:lnTo>
                  <a:pt x="368879" y="367212"/>
                </a:lnTo>
                <a:lnTo>
                  <a:pt x="362140" y="383095"/>
                </a:lnTo>
                <a:lnTo>
                  <a:pt x="349972" y="395263"/>
                </a:lnTo>
                <a:lnTo>
                  <a:pt x="332232" y="40386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" name="object 52"/>
          <p:cNvSpPr/>
          <p:nvPr/>
        </p:nvSpPr>
        <p:spPr>
          <a:xfrm>
            <a:off x="2567940" y="4826508"/>
            <a:ext cx="3525520" cy="410209"/>
          </a:xfrm>
          <a:custGeom>
            <a:avLst/>
            <a:gdLst/>
            <a:ahLst/>
            <a:cxnLst/>
            <a:rect l="l" t="t" r="r" b="b"/>
            <a:pathLst>
              <a:path w="3525520" h="410210">
                <a:moveTo>
                  <a:pt x="204216" y="36576"/>
                </a:moveTo>
                <a:lnTo>
                  <a:pt x="175260" y="6096"/>
                </a:lnTo>
                <a:lnTo>
                  <a:pt x="167538" y="12915"/>
                </a:lnTo>
                <a:lnTo>
                  <a:pt x="158115" y="19431"/>
                </a:lnTo>
                <a:lnTo>
                  <a:pt x="146964" y="25387"/>
                </a:lnTo>
                <a:lnTo>
                  <a:pt x="134112" y="30480"/>
                </a:lnTo>
                <a:lnTo>
                  <a:pt x="120980" y="35941"/>
                </a:lnTo>
                <a:lnTo>
                  <a:pt x="106870" y="40957"/>
                </a:lnTo>
                <a:lnTo>
                  <a:pt x="91884" y="45707"/>
                </a:lnTo>
                <a:lnTo>
                  <a:pt x="76200" y="50292"/>
                </a:lnTo>
                <a:lnTo>
                  <a:pt x="48768" y="33528"/>
                </a:lnTo>
                <a:lnTo>
                  <a:pt x="49885" y="55232"/>
                </a:lnTo>
                <a:lnTo>
                  <a:pt x="50863" y="83642"/>
                </a:lnTo>
                <a:lnTo>
                  <a:pt x="51549" y="118884"/>
                </a:lnTo>
                <a:lnTo>
                  <a:pt x="51752" y="150876"/>
                </a:lnTo>
                <a:lnTo>
                  <a:pt x="51790" y="161556"/>
                </a:lnTo>
                <a:lnTo>
                  <a:pt x="51244" y="201460"/>
                </a:lnTo>
                <a:lnTo>
                  <a:pt x="46672" y="272326"/>
                </a:lnTo>
                <a:lnTo>
                  <a:pt x="36639" y="327787"/>
                </a:lnTo>
                <a:lnTo>
                  <a:pt x="15443" y="378701"/>
                </a:lnTo>
                <a:lnTo>
                  <a:pt x="0" y="403872"/>
                </a:lnTo>
                <a:lnTo>
                  <a:pt x="6083" y="408444"/>
                </a:lnTo>
                <a:lnTo>
                  <a:pt x="35445" y="369557"/>
                </a:lnTo>
                <a:lnTo>
                  <a:pt x="56959" y="328244"/>
                </a:lnTo>
                <a:lnTo>
                  <a:pt x="70167" y="284353"/>
                </a:lnTo>
                <a:lnTo>
                  <a:pt x="74676" y="237756"/>
                </a:lnTo>
                <a:lnTo>
                  <a:pt x="156972" y="237756"/>
                </a:lnTo>
                <a:lnTo>
                  <a:pt x="156972" y="263664"/>
                </a:lnTo>
                <a:lnTo>
                  <a:pt x="182880" y="252996"/>
                </a:lnTo>
                <a:lnTo>
                  <a:pt x="182156" y="237756"/>
                </a:lnTo>
                <a:lnTo>
                  <a:pt x="181991" y="234416"/>
                </a:lnTo>
                <a:lnTo>
                  <a:pt x="181851" y="227088"/>
                </a:lnTo>
                <a:lnTo>
                  <a:pt x="181546" y="210959"/>
                </a:lnTo>
                <a:lnTo>
                  <a:pt x="181381" y="183819"/>
                </a:lnTo>
                <a:lnTo>
                  <a:pt x="181356" y="147840"/>
                </a:lnTo>
                <a:lnTo>
                  <a:pt x="191147" y="140220"/>
                </a:lnTo>
                <a:lnTo>
                  <a:pt x="195072" y="137172"/>
                </a:lnTo>
                <a:lnTo>
                  <a:pt x="186436" y="129540"/>
                </a:lnTo>
                <a:lnTo>
                  <a:pt x="169164" y="114300"/>
                </a:lnTo>
                <a:lnTo>
                  <a:pt x="156972" y="127850"/>
                </a:lnTo>
                <a:lnTo>
                  <a:pt x="156972" y="140220"/>
                </a:lnTo>
                <a:lnTo>
                  <a:pt x="156972" y="227088"/>
                </a:lnTo>
                <a:lnTo>
                  <a:pt x="74676" y="227088"/>
                </a:lnTo>
                <a:lnTo>
                  <a:pt x="76200" y="140220"/>
                </a:lnTo>
                <a:lnTo>
                  <a:pt x="156972" y="140220"/>
                </a:lnTo>
                <a:lnTo>
                  <a:pt x="156972" y="127850"/>
                </a:lnTo>
                <a:lnTo>
                  <a:pt x="155448" y="129540"/>
                </a:lnTo>
                <a:lnTo>
                  <a:pt x="76200" y="129540"/>
                </a:lnTo>
                <a:lnTo>
                  <a:pt x="76200" y="60972"/>
                </a:lnTo>
                <a:lnTo>
                  <a:pt x="119329" y="50292"/>
                </a:lnTo>
                <a:lnTo>
                  <a:pt x="120205" y="50088"/>
                </a:lnTo>
                <a:lnTo>
                  <a:pt x="156210" y="42481"/>
                </a:lnTo>
                <a:lnTo>
                  <a:pt x="184213" y="38036"/>
                </a:lnTo>
                <a:lnTo>
                  <a:pt x="204216" y="36576"/>
                </a:lnTo>
                <a:close/>
              </a:path>
              <a:path w="3525520" h="410210">
                <a:moveTo>
                  <a:pt x="413004" y="161556"/>
                </a:moveTo>
                <a:lnTo>
                  <a:pt x="402336" y="150876"/>
                </a:lnTo>
                <a:lnTo>
                  <a:pt x="381000" y="129540"/>
                </a:lnTo>
                <a:lnTo>
                  <a:pt x="359664" y="150876"/>
                </a:lnTo>
                <a:lnTo>
                  <a:pt x="246888" y="150876"/>
                </a:lnTo>
                <a:lnTo>
                  <a:pt x="246888" y="57924"/>
                </a:lnTo>
                <a:lnTo>
                  <a:pt x="291541" y="50292"/>
                </a:lnTo>
                <a:lnTo>
                  <a:pt x="305219" y="47967"/>
                </a:lnTo>
                <a:lnTo>
                  <a:pt x="350139" y="41148"/>
                </a:lnTo>
                <a:lnTo>
                  <a:pt x="381901" y="37769"/>
                </a:lnTo>
                <a:lnTo>
                  <a:pt x="400812" y="38100"/>
                </a:lnTo>
                <a:lnTo>
                  <a:pt x="400469" y="37769"/>
                </a:lnTo>
                <a:lnTo>
                  <a:pt x="367284" y="4572"/>
                </a:lnTo>
                <a:lnTo>
                  <a:pt x="351256" y="15151"/>
                </a:lnTo>
                <a:lnTo>
                  <a:pt x="325945" y="26289"/>
                </a:lnTo>
                <a:lnTo>
                  <a:pt x="291198" y="38011"/>
                </a:lnTo>
                <a:lnTo>
                  <a:pt x="246888" y="50292"/>
                </a:lnTo>
                <a:lnTo>
                  <a:pt x="219456" y="33528"/>
                </a:lnTo>
                <a:lnTo>
                  <a:pt x="220332" y="53517"/>
                </a:lnTo>
                <a:lnTo>
                  <a:pt x="220789" y="74498"/>
                </a:lnTo>
                <a:lnTo>
                  <a:pt x="220853" y="83642"/>
                </a:lnTo>
                <a:lnTo>
                  <a:pt x="220776" y="161556"/>
                </a:lnTo>
                <a:lnTo>
                  <a:pt x="219456" y="207276"/>
                </a:lnTo>
                <a:lnTo>
                  <a:pt x="211264" y="257378"/>
                </a:lnTo>
                <a:lnTo>
                  <a:pt x="190500" y="310908"/>
                </a:lnTo>
                <a:lnTo>
                  <a:pt x="160591" y="362343"/>
                </a:lnTo>
                <a:lnTo>
                  <a:pt x="124968" y="402348"/>
                </a:lnTo>
                <a:lnTo>
                  <a:pt x="131064" y="408444"/>
                </a:lnTo>
                <a:lnTo>
                  <a:pt x="167259" y="375551"/>
                </a:lnTo>
                <a:lnTo>
                  <a:pt x="196646" y="339356"/>
                </a:lnTo>
                <a:lnTo>
                  <a:pt x="219265" y="299859"/>
                </a:lnTo>
                <a:lnTo>
                  <a:pt x="235140" y="257060"/>
                </a:lnTo>
                <a:lnTo>
                  <a:pt x="244335" y="210959"/>
                </a:lnTo>
                <a:lnTo>
                  <a:pt x="246888" y="161556"/>
                </a:lnTo>
                <a:lnTo>
                  <a:pt x="316992" y="161556"/>
                </a:lnTo>
                <a:lnTo>
                  <a:pt x="316966" y="310908"/>
                </a:lnTo>
                <a:lnTo>
                  <a:pt x="316788" y="327787"/>
                </a:lnTo>
                <a:lnTo>
                  <a:pt x="316699" y="333768"/>
                </a:lnTo>
                <a:lnTo>
                  <a:pt x="315696" y="379031"/>
                </a:lnTo>
                <a:lnTo>
                  <a:pt x="315468" y="403872"/>
                </a:lnTo>
                <a:lnTo>
                  <a:pt x="342900" y="390156"/>
                </a:lnTo>
                <a:lnTo>
                  <a:pt x="342011" y="373621"/>
                </a:lnTo>
                <a:lnTo>
                  <a:pt x="341566" y="358533"/>
                </a:lnTo>
                <a:lnTo>
                  <a:pt x="341490" y="353390"/>
                </a:lnTo>
                <a:lnTo>
                  <a:pt x="341376" y="161556"/>
                </a:lnTo>
                <a:lnTo>
                  <a:pt x="413004" y="161556"/>
                </a:lnTo>
                <a:close/>
              </a:path>
              <a:path w="3525520" h="410210">
                <a:moveTo>
                  <a:pt x="850392" y="80772"/>
                </a:moveTo>
                <a:lnTo>
                  <a:pt x="810768" y="41148"/>
                </a:lnTo>
                <a:lnTo>
                  <a:pt x="780288" y="70104"/>
                </a:lnTo>
                <a:lnTo>
                  <a:pt x="632460" y="70104"/>
                </a:lnTo>
                <a:lnTo>
                  <a:pt x="637286" y="62420"/>
                </a:lnTo>
                <a:lnTo>
                  <a:pt x="642556" y="53149"/>
                </a:lnTo>
                <a:lnTo>
                  <a:pt x="648093" y="42468"/>
                </a:lnTo>
                <a:lnTo>
                  <a:pt x="653796" y="30480"/>
                </a:lnTo>
                <a:lnTo>
                  <a:pt x="670560" y="24384"/>
                </a:lnTo>
                <a:lnTo>
                  <a:pt x="627888" y="0"/>
                </a:lnTo>
                <a:lnTo>
                  <a:pt x="624497" y="14605"/>
                </a:lnTo>
                <a:lnTo>
                  <a:pt x="619125" y="31051"/>
                </a:lnTo>
                <a:lnTo>
                  <a:pt x="612025" y="49517"/>
                </a:lnTo>
                <a:lnTo>
                  <a:pt x="603504" y="70104"/>
                </a:lnTo>
                <a:lnTo>
                  <a:pt x="446532" y="70104"/>
                </a:lnTo>
                <a:lnTo>
                  <a:pt x="463296" y="86868"/>
                </a:lnTo>
                <a:lnTo>
                  <a:pt x="472719" y="83997"/>
                </a:lnTo>
                <a:lnTo>
                  <a:pt x="482727" y="82105"/>
                </a:lnTo>
                <a:lnTo>
                  <a:pt x="493293" y="81089"/>
                </a:lnTo>
                <a:lnTo>
                  <a:pt x="504444" y="80772"/>
                </a:lnTo>
                <a:lnTo>
                  <a:pt x="600456" y="80772"/>
                </a:lnTo>
                <a:lnTo>
                  <a:pt x="566166" y="138303"/>
                </a:lnTo>
                <a:lnTo>
                  <a:pt x="531876" y="184404"/>
                </a:lnTo>
                <a:lnTo>
                  <a:pt x="492633" y="224599"/>
                </a:lnTo>
                <a:lnTo>
                  <a:pt x="446532" y="263652"/>
                </a:lnTo>
                <a:lnTo>
                  <a:pt x="452628" y="268224"/>
                </a:lnTo>
                <a:lnTo>
                  <a:pt x="480631" y="249936"/>
                </a:lnTo>
                <a:lnTo>
                  <a:pt x="507492" y="229362"/>
                </a:lnTo>
                <a:lnTo>
                  <a:pt x="533209" y="206502"/>
                </a:lnTo>
                <a:lnTo>
                  <a:pt x="557784" y="181356"/>
                </a:lnTo>
                <a:lnTo>
                  <a:pt x="557695" y="292608"/>
                </a:lnTo>
                <a:lnTo>
                  <a:pt x="557593" y="336613"/>
                </a:lnTo>
                <a:lnTo>
                  <a:pt x="557136" y="383032"/>
                </a:lnTo>
                <a:lnTo>
                  <a:pt x="556260" y="408432"/>
                </a:lnTo>
                <a:lnTo>
                  <a:pt x="582168" y="391668"/>
                </a:lnTo>
                <a:lnTo>
                  <a:pt x="582168" y="292608"/>
                </a:lnTo>
                <a:lnTo>
                  <a:pt x="742188" y="292608"/>
                </a:lnTo>
                <a:lnTo>
                  <a:pt x="742188" y="364236"/>
                </a:lnTo>
                <a:lnTo>
                  <a:pt x="737616" y="370332"/>
                </a:lnTo>
                <a:lnTo>
                  <a:pt x="726948" y="370332"/>
                </a:lnTo>
                <a:lnTo>
                  <a:pt x="718083" y="369811"/>
                </a:lnTo>
                <a:lnTo>
                  <a:pt x="707517" y="368427"/>
                </a:lnTo>
                <a:lnTo>
                  <a:pt x="681228" y="364236"/>
                </a:lnTo>
                <a:lnTo>
                  <a:pt x="681228" y="373380"/>
                </a:lnTo>
                <a:lnTo>
                  <a:pt x="702957" y="380796"/>
                </a:lnTo>
                <a:lnTo>
                  <a:pt x="717994" y="389191"/>
                </a:lnTo>
                <a:lnTo>
                  <a:pt x="726440" y="398462"/>
                </a:lnTo>
                <a:lnTo>
                  <a:pt x="728472" y="408432"/>
                </a:lnTo>
                <a:lnTo>
                  <a:pt x="745350" y="400481"/>
                </a:lnTo>
                <a:lnTo>
                  <a:pt x="757237" y="390525"/>
                </a:lnTo>
                <a:lnTo>
                  <a:pt x="764260" y="378866"/>
                </a:lnTo>
                <a:lnTo>
                  <a:pt x="765759" y="370332"/>
                </a:lnTo>
                <a:lnTo>
                  <a:pt x="766572" y="365760"/>
                </a:lnTo>
                <a:lnTo>
                  <a:pt x="766572" y="161544"/>
                </a:lnTo>
                <a:lnTo>
                  <a:pt x="776097" y="153924"/>
                </a:lnTo>
                <a:lnTo>
                  <a:pt x="781812" y="149352"/>
                </a:lnTo>
                <a:lnTo>
                  <a:pt x="774090" y="143256"/>
                </a:lnTo>
                <a:lnTo>
                  <a:pt x="752856" y="126492"/>
                </a:lnTo>
                <a:lnTo>
                  <a:pt x="742188" y="139534"/>
                </a:lnTo>
                <a:lnTo>
                  <a:pt x="742188" y="153924"/>
                </a:lnTo>
                <a:lnTo>
                  <a:pt x="742188" y="214884"/>
                </a:lnTo>
                <a:lnTo>
                  <a:pt x="742188" y="225552"/>
                </a:lnTo>
                <a:lnTo>
                  <a:pt x="742188" y="283464"/>
                </a:lnTo>
                <a:lnTo>
                  <a:pt x="582168" y="283464"/>
                </a:lnTo>
                <a:lnTo>
                  <a:pt x="582168" y="225552"/>
                </a:lnTo>
                <a:lnTo>
                  <a:pt x="742188" y="225552"/>
                </a:lnTo>
                <a:lnTo>
                  <a:pt x="742188" y="214884"/>
                </a:lnTo>
                <a:lnTo>
                  <a:pt x="582168" y="214884"/>
                </a:lnTo>
                <a:lnTo>
                  <a:pt x="582168" y="181356"/>
                </a:lnTo>
                <a:lnTo>
                  <a:pt x="582168" y="153924"/>
                </a:lnTo>
                <a:lnTo>
                  <a:pt x="742188" y="153924"/>
                </a:lnTo>
                <a:lnTo>
                  <a:pt x="742188" y="139534"/>
                </a:lnTo>
                <a:lnTo>
                  <a:pt x="739140" y="143256"/>
                </a:lnTo>
                <a:lnTo>
                  <a:pt x="589788" y="143256"/>
                </a:lnTo>
                <a:lnTo>
                  <a:pt x="600049" y="128993"/>
                </a:lnTo>
                <a:lnTo>
                  <a:pt x="610171" y="113728"/>
                </a:lnTo>
                <a:lnTo>
                  <a:pt x="620001" y="97612"/>
                </a:lnTo>
                <a:lnTo>
                  <a:pt x="629412" y="80772"/>
                </a:lnTo>
                <a:lnTo>
                  <a:pt x="850392" y="80772"/>
                </a:lnTo>
                <a:close/>
              </a:path>
              <a:path w="3525520" h="410210">
                <a:moveTo>
                  <a:pt x="1120127" y="132588"/>
                </a:moveTo>
                <a:lnTo>
                  <a:pt x="1113599" y="128016"/>
                </a:lnTo>
                <a:lnTo>
                  <a:pt x="1089647" y="111252"/>
                </a:lnTo>
                <a:lnTo>
                  <a:pt x="1082027" y="123228"/>
                </a:lnTo>
                <a:lnTo>
                  <a:pt x="1082027" y="138684"/>
                </a:lnTo>
                <a:lnTo>
                  <a:pt x="1082027" y="259080"/>
                </a:lnTo>
                <a:lnTo>
                  <a:pt x="982967" y="259080"/>
                </a:lnTo>
                <a:lnTo>
                  <a:pt x="982967" y="138684"/>
                </a:lnTo>
                <a:lnTo>
                  <a:pt x="1082027" y="138684"/>
                </a:lnTo>
                <a:lnTo>
                  <a:pt x="1082027" y="123228"/>
                </a:lnTo>
                <a:lnTo>
                  <a:pt x="1078979" y="128016"/>
                </a:lnTo>
                <a:lnTo>
                  <a:pt x="984491" y="128016"/>
                </a:lnTo>
                <a:lnTo>
                  <a:pt x="957059" y="114300"/>
                </a:lnTo>
                <a:lnTo>
                  <a:pt x="957300" y="139166"/>
                </a:lnTo>
                <a:lnTo>
                  <a:pt x="958354" y="187172"/>
                </a:lnTo>
                <a:lnTo>
                  <a:pt x="958583" y="210312"/>
                </a:lnTo>
                <a:lnTo>
                  <a:pt x="958354" y="234276"/>
                </a:lnTo>
                <a:lnTo>
                  <a:pt x="957846" y="259080"/>
                </a:lnTo>
                <a:lnTo>
                  <a:pt x="957300" y="287896"/>
                </a:lnTo>
                <a:lnTo>
                  <a:pt x="957059" y="316992"/>
                </a:lnTo>
                <a:lnTo>
                  <a:pt x="982967" y="309372"/>
                </a:lnTo>
                <a:lnTo>
                  <a:pt x="982967" y="268224"/>
                </a:lnTo>
                <a:lnTo>
                  <a:pt x="1082027" y="268224"/>
                </a:lnTo>
                <a:lnTo>
                  <a:pt x="1082027" y="300228"/>
                </a:lnTo>
                <a:lnTo>
                  <a:pt x="1107935" y="289560"/>
                </a:lnTo>
                <a:lnTo>
                  <a:pt x="1107059" y="270497"/>
                </a:lnTo>
                <a:lnTo>
                  <a:pt x="1107008" y="268224"/>
                </a:lnTo>
                <a:lnTo>
                  <a:pt x="1106779" y="259080"/>
                </a:lnTo>
                <a:lnTo>
                  <a:pt x="1106601" y="252412"/>
                </a:lnTo>
                <a:lnTo>
                  <a:pt x="1106436" y="235775"/>
                </a:lnTo>
                <a:lnTo>
                  <a:pt x="1106411" y="144780"/>
                </a:lnTo>
                <a:lnTo>
                  <a:pt x="1113269" y="138684"/>
                </a:lnTo>
                <a:lnTo>
                  <a:pt x="1120127" y="132588"/>
                </a:lnTo>
                <a:close/>
              </a:path>
              <a:path w="3525520" h="410210">
                <a:moveTo>
                  <a:pt x="1298435" y="56388"/>
                </a:moveTo>
                <a:lnTo>
                  <a:pt x="1261859" y="19812"/>
                </a:lnTo>
                <a:lnTo>
                  <a:pt x="1235951" y="45720"/>
                </a:lnTo>
                <a:lnTo>
                  <a:pt x="893051" y="45720"/>
                </a:lnTo>
                <a:lnTo>
                  <a:pt x="909815" y="62484"/>
                </a:lnTo>
                <a:lnTo>
                  <a:pt x="919251" y="59613"/>
                </a:lnTo>
                <a:lnTo>
                  <a:pt x="929246" y="57721"/>
                </a:lnTo>
                <a:lnTo>
                  <a:pt x="939825" y="56705"/>
                </a:lnTo>
                <a:lnTo>
                  <a:pt x="950963" y="56388"/>
                </a:lnTo>
                <a:lnTo>
                  <a:pt x="1190231" y="56388"/>
                </a:lnTo>
                <a:lnTo>
                  <a:pt x="1190231" y="333756"/>
                </a:lnTo>
                <a:lnTo>
                  <a:pt x="1190548" y="344639"/>
                </a:lnTo>
                <a:lnTo>
                  <a:pt x="1186992" y="352234"/>
                </a:lnTo>
                <a:lnTo>
                  <a:pt x="1179741" y="356692"/>
                </a:lnTo>
                <a:lnTo>
                  <a:pt x="1168895" y="358140"/>
                </a:lnTo>
                <a:lnTo>
                  <a:pt x="1156322" y="356984"/>
                </a:lnTo>
                <a:lnTo>
                  <a:pt x="1143749" y="355663"/>
                </a:lnTo>
                <a:lnTo>
                  <a:pt x="1131176" y="354076"/>
                </a:lnTo>
                <a:lnTo>
                  <a:pt x="1118603" y="352044"/>
                </a:lnTo>
                <a:lnTo>
                  <a:pt x="1118603" y="361188"/>
                </a:lnTo>
                <a:lnTo>
                  <a:pt x="1142873" y="369531"/>
                </a:lnTo>
                <a:lnTo>
                  <a:pt x="1160703" y="378714"/>
                </a:lnTo>
                <a:lnTo>
                  <a:pt x="1171968" y="389051"/>
                </a:lnTo>
                <a:lnTo>
                  <a:pt x="1176515" y="400812"/>
                </a:lnTo>
                <a:lnTo>
                  <a:pt x="1194257" y="391083"/>
                </a:lnTo>
                <a:lnTo>
                  <a:pt x="1206423" y="377761"/>
                </a:lnTo>
                <a:lnTo>
                  <a:pt x="1213167" y="360743"/>
                </a:lnTo>
                <a:lnTo>
                  <a:pt x="1213345" y="358140"/>
                </a:lnTo>
                <a:lnTo>
                  <a:pt x="1214615" y="339852"/>
                </a:lnTo>
                <a:lnTo>
                  <a:pt x="1214615" y="56388"/>
                </a:lnTo>
                <a:lnTo>
                  <a:pt x="1298435" y="56388"/>
                </a:lnTo>
                <a:close/>
              </a:path>
              <a:path w="3525520" h="410210">
                <a:moveTo>
                  <a:pt x="1475232" y="28956"/>
                </a:moveTo>
                <a:lnTo>
                  <a:pt x="1444752" y="4572"/>
                </a:lnTo>
                <a:lnTo>
                  <a:pt x="1439291" y="17716"/>
                </a:lnTo>
                <a:lnTo>
                  <a:pt x="1431988" y="32004"/>
                </a:lnTo>
                <a:lnTo>
                  <a:pt x="1411224" y="64008"/>
                </a:lnTo>
                <a:lnTo>
                  <a:pt x="1384935" y="98298"/>
                </a:lnTo>
                <a:lnTo>
                  <a:pt x="1356360" y="128016"/>
                </a:lnTo>
                <a:lnTo>
                  <a:pt x="1359408" y="132588"/>
                </a:lnTo>
                <a:lnTo>
                  <a:pt x="1381137" y="116332"/>
                </a:lnTo>
                <a:lnTo>
                  <a:pt x="1400746" y="99631"/>
                </a:lnTo>
                <a:lnTo>
                  <a:pt x="1418336" y="82664"/>
                </a:lnTo>
                <a:lnTo>
                  <a:pt x="1434084" y="65532"/>
                </a:lnTo>
                <a:lnTo>
                  <a:pt x="1447800" y="51244"/>
                </a:lnTo>
                <a:lnTo>
                  <a:pt x="1459230" y="40386"/>
                </a:lnTo>
                <a:lnTo>
                  <a:pt x="1468374" y="32956"/>
                </a:lnTo>
                <a:lnTo>
                  <a:pt x="1475232" y="28956"/>
                </a:lnTo>
                <a:close/>
              </a:path>
              <a:path w="3525520" h="410210">
                <a:moveTo>
                  <a:pt x="1493520" y="115824"/>
                </a:moveTo>
                <a:lnTo>
                  <a:pt x="1464564" y="89916"/>
                </a:lnTo>
                <a:lnTo>
                  <a:pt x="1454531" y="110782"/>
                </a:lnTo>
                <a:lnTo>
                  <a:pt x="1442656" y="132207"/>
                </a:lnTo>
                <a:lnTo>
                  <a:pt x="1412748" y="176784"/>
                </a:lnTo>
                <a:lnTo>
                  <a:pt x="1378267" y="220218"/>
                </a:lnTo>
                <a:lnTo>
                  <a:pt x="1342644" y="259080"/>
                </a:lnTo>
                <a:lnTo>
                  <a:pt x="1345692" y="263652"/>
                </a:lnTo>
                <a:lnTo>
                  <a:pt x="1365123" y="249961"/>
                </a:lnTo>
                <a:lnTo>
                  <a:pt x="1384554" y="234124"/>
                </a:lnTo>
                <a:lnTo>
                  <a:pt x="1403985" y="216293"/>
                </a:lnTo>
                <a:lnTo>
                  <a:pt x="1423416" y="196596"/>
                </a:lnTo>
                <a:lnTo>
                  <a:pt x="1423390" y="274916"/>
                </a:lnTo>
                <a:lnTo>
                  <a:pt x="1423225" y="336232"/>
                </a:lnTo>
                <a:lnTo>
                  <a:pt x="1422768" y="380695"/>
                </a:lnTo>
                <a:lnTo>
                  <a:pt x="1421892" y="408432"/>
                </a:lnTo>
                <a:lnTo>
                  <a:pt x="1447800" y="391668"/>
                </a:lnTo>
                <a:lnTo>
                  <a:pt x="1447800" y="202692"/>
                </a:lnTo>
                <a:lnTo>
                  <a:pt x="1453896" y="196596"/>
                </a:lnTo>
                <a:lnTo>
                  <a:pt x="1458468" y="192024"/>
                </a:lnTo>
                <a:lnTo>
                  <a:pt x="1440180" y="176784"/>
                </a:lnTo>
                <a:lnTo>
                  <a:pt x="1447838" y="166547"/>
                </a:lnTo>
                <a:lnTo>
                  <a:pt x="1456944" y="154305"/>
                </a:lnTo>
                <a:lnTo>
                  <a:pt x="1467180" y="140360"/>
                </a:lnTo>
                <a:lnTo>
                  <a:pt x="1478280" y="124968"/>
                </a:lnTo>
                <a:lnTo>
                  <a:pt x="1493520" y="115824"/>
                </a:lnTo>
                <a:close/>
              </a:path>
              <a:path w="3525520" h="410210">
                <a:moveTo>
                  <a:pt x="1716024" y="57912"/>
                </a:moveTo>
                <a:lnTo>
                  <a:pt x="1685544" y="25908"/>
                </a:lnTo>
                <a:lnTo>
                  <a:pt x="1662684" y="48768"/>
                </a:lnTo>
                <a:lnTo>
                  <a:pt x="1514856" y="48768"/>
                </a:lnTo>
                <a:lnTo>
                  <a:pt x="1530096" y="64008"/>
                </a:lnTo>
                <a:lnTo>
                  <a:pt x="1539519" y="61772"/>
                </a:lnTo>
                <a:lnTo>
                  <a:pt x="1549527" y="59817"/>
                </a:lnTo>
                <a:lnTo>
                  <a:pt x="1560093" y="58445"/>
                </a:lnTo>
                <a:lnTo>
                  <a:pt x="1571244" y="57912"/>
                </a:lnTo>
                <a:lnTo>
                  <a:pt x="1716024" y="57912"/>
                </a:lnTo>
                <a:close/>
              </a:path>
              <a:path w="3525520" h="410210">
                <a:moveTo>
                  <a:pt x="1740408" y="163068"/>
                </a:moveTo>
                <a:lnTo>
                  <a:pt x="1709928" y="128016"/>
                </a:lnTo>
                <a:lnTo>
                  <a:pt x="1684020" y="152400"/>
                </a:lnTo>
                <a:lnTo>
                  <a:pt x="1484376" y="152400"/>
                </a:lnTo>
                <a:lnTo>
                  <a:pt x="1499616" y="167640"/>
                </a:lnTo>
                <a:lnTo>
                  <a:pt x="1509915" y="165646"/>
                </a:lnTo>
                <a:lnTo>
                  <a:pt x="1520380" y="164211"/>
                </a:lnTo>
                <a:lnTo>
                  <a:pt x="1531112" y="163360"/>
                </a:lnTo>
                <a:lnTo>
                  <a:pt x="1542288" y="163068"/>
                </a:lnTo>
                <a:lnTo>
                  <a:pt x="1607820" y="163068"/>
                </a:lnTo>
                <a:lnTo>
                  <a:pt x="1607820" y="339852"/>
                </a:lnTo>
                <a:lnTo>
                  <a:pt x="1606931" y="348983"/>
                </a:lnTo>
                <a:lnTo>
                  <a:pt x="1604200" y="355663"/>
                </a:lnTo>
                <a:lnTo>
                  <a:pt x="1599450" y="359791"/>
                </a:lnTo>
                <a:lnTo>
                  <a:pt x="1592580" y="361188"/>
                </a:lnTo>
                <a:lnTo>
                  <a:pt x="1582597" y="360934"/>
                </a:lnTo>
                <a:lnTo>
                  <a:pt x="1530096" y="358140"/>
                </a:lnTo>
                <a:lnTo>
                  <a:pt x="1530096" y="365760"/>
                </a:lnTo>
                <a:lnTo>
                  <a:pt x="1556092" y="373430"/>
                </a:lnTo>
                <a:lnTo>
                  <a:pt x="1574673" y="382524"/>
                </a:lnTo>
                <a:lnTo>
                  <a:pt x="1585810" y="392772"/>
                </a:lnTo>
                <a:lnTo>
                  <a:pt x="1589532" y="403860"/>
                </a:lnTo>
                <a:lnTo>
                  <a:pt x="1608620" y="397649"/>
                </a:lnTo>
                <a:lnTo>
                  <a:pt x="1622298" y="386143"/>
                </a:lnTo>
                <a:lnTo>
                  <a:pt x="1630248" y="369785"/>
                </a:lnTo>
                <a:lnTo>
                  <a:pt x="1631048" y="361188"/>
                </a:lnTo>
                <a:lnTo>
                  <a:pt x="1632204" y="348996"/>
                </a:lnTo>
                <a:lnTo>
                  <a:pt x="1632204" y="163068"/>
                </a:lnTo>
                <a:lnTo>
                  <a:pt x="1740408" y="163068"/>
                </a:lnTo>
                <a:close/>
              </a:path>
              <a:path w="3525520" h="410210">
                <a:moveTo>
                  <a:pt x="1976628" y="137160"/>
                </a:moveTo>
                <a:lnTo>
                  <a:pt x="1969008" y="129540"/>
                </a:lnTo>
                <a:lnTo>
                  <a:pt x="1953768" y="114300"/>
                </a:lnTo>
                <a:lnTo>
                  <a:pt x="1941576" y="126492"/>
                </a:lnTo>
                <a:lnTo>
                  <a:pt x="1941576" y="140208"/>
                </a:lnTo>
                <a:lnTo>
                  <a:pt x="1941576" y="196596"/>
                </a:lnTo>
                <a:lnTo>
                  <a:pt x="1941576" y="205740"/>
                </a:lnTo>
                <a:lnTo>
                  <a:pt x="1941576" y="263652"/>
                </a:lnTo>
                <a:lnTo>
                  <a:pt x="1901952" y="263652"/>
                </a:lnTo>
                <a:lnTo>
                  <a:pt x="1901952" y="205740"/>
                </a:lnTo>
                <a:lnTo>
                  <a:pt x="1941576" y="205740"/>
                </a:lnTo>
                <a:lnTo>
                  <a:pt x="1941576" y="196596"/>
                </a:lnTo>
                <a:lnTo>
                  <a:pt x="1901952" y="196596"/>
                </a:lnTo>
                <a:lnTo>
                  <a:pt x="1901952" y="140208"/>
                </a:lnTo>
                <a:lnTo>
                  <a:pt x="1941576" y="140208"/>
                </a:lnTo>
                <a:lnTo>
                  <a:pt x="1941576" y="126492"/>
                </a:lnTo>
                <a:lnTo>
                  <a:pt x="1938528" y="129540"/>
                </a:lnTo>
                <a:lnTo>
                  <a:pt x="1900428" y="129540"/>
                </a:lnTo>
                <a:lnTo>
                  <a:pt x="1910994" y="116116"/>
                </a:lnTo>
                <a:lnTo>
                  <a:pt x="1919859" y="105537"/>
                </a:lnTo>
                <a:lnTo>
                  <a:pt x="1926996" y="97828"/>
                </a:lnTo>
                <a:lnTo>
                  <a:pt x="1932432" y="92964"/>
                </a:lnTo>
                <a:lnTo>
                  <a:pt x="1936432" y="88658"/>
                </a:lnTo>
                <a:lnTo>
                  <a:pt x="1941576" y="84772"/>
                </a:lnTo>
                <a:lnTo>
                  <a:pt x="1947862" y="81178"/>
                </a:lnTo>
                <a:lnTo>
                  <a:pt x="1955292" y="77724"/>
                </a:lnTo>
                <a:lnTo>
                  <a:pt x="1944624" y="67056"/>
                </a:lnTo>
                <a:lnTo>
                  <a:pt x="1929384" y="51816"/>
                </a:lnTo>
                <a:lnTo>
                  <a:pt x="1915668" y="65532"/>
                </a:lnTo>
                <a:lnTo>
                  <a:pt x="1915668" y="77724"/>
                </a:lnTo>
                <a:lnTo>
                  <a:pt x="1891284" y="129540"/>
                </a:lnTo>
                <a:lnTo>
                  <a:pt x="1880616" y="129540"/>
                </a:lnTo>
                <a:lnTo>
                  <a:pt x="1880616" y="140208"/>
                </a:lnTo>
                <a:lnTo>
                  <a:pt x="1880616" y="196596"/>
                </a:lnTo>
                <a:lnTo>
                  <a:pt x="1880616" y="205740"/>
                </a:lnTo>
                <a:lnTo>
                  <a:pt x="1880616" y="263652"/>
                </a:lnTo>
                <a:lnTo>
                  <a:pt x="1840992" y="263652"/>
                </a:lnTo>
                <a:lnTo>
                  <a:pt x="1840992" y="205740"/>
                </a:lnTo>
                <a:lnTo>
                  <a:pt x="1880616" y="205740"/>
                </a:lnTo>
                <a:lnTo>
                  <a:pt x="1880616" y="196596"/>
                </a:lnTo>
                <a:lnTo>
                  <a:pt x="1840992" y="196596"/>
                </a:lnTo>
                <a:lnTo>
                  <a:pt x="1840992" y="140208"/>
                </a:lnTo>
                <a:lnTo>
                  <a:pt x="1880616" y="140208"/>
                </a:lnTo>
                <a:lnTo>
                  <a:pt x="1880616" y="129540"/>
                </a:lnTo>
                <a:lnTo>
                  <a:pt x="1844040" y="129540"/>
                </a:lnTo>
                <a:lnTo>
                  <a:pt x="1836420" y="123444"/>
                </a:lnTo>
                <a:lnTo>
                  <a:pt x="1843481" y="111163"/>
                </a:lnTo>
                <a:lnTo>
                  <a:pt x="1850707" y="99441"/>
                </a:lnTo>
                <a:lnTo>
                  <a:pt x="1857336" y="88773"/>
                </a:lnTo>
                <a:lnTo>
                  <a:pt x="1863852" y="77724"/>
                </a:lnTo>
                <a:lnTo>
                  <a:pt x="1915668" y="77724"/>
                </a:lnTo>
                <a:lnTo>
                  <a:pt x="1915668" y="65532"/>
                </a:lnTo>
                <a:lnTo>
                  <a:pt x="1914144" y="67056"/>
                </a:lnTo>
                <a:lnTo>
                  <a:pt x="1866900" y="67056"/>
                </a:lnTo>
                <a:lnTo>
                  <a:pt x="1883664" y="32004"/>
                </a:lnTo>
                <a:lnTo>
                  <a:pt x="1900428" y="25908"/>
                </a:lnTo>
                <a:lnTo>
                  <a:pt x="1865376" y="3048"/>
                </a:lnTo>
                <a:lnTo>
                  <a:pt x="1848015" y="54698"/>
                </a:lnTo>
                <a:lnTo>
                  <a:pt x="1829155" y="96685"/>
                </a:lnTo>
                <a:lnTo>
                  <a:pt x="1801101" y="142405"/>
                </a:lnTo>
                <a:lnTo>
                  <a:pt x="1783080" y="166116"/>
                </a:lnTo>
                <a:lnTo>
                  <a:pt x="1787652" y="172212"/>
                </a:lnTo>
                <a:lnTo>
                  <a:pt x="1795653" y="163982"/>
                </a:lnTo>
                <a:lnTo>
                  <a:pt x="1811655" y="146926"/>
                </a:lnTo>
                <a:lnTo>
                  <a:pt x="1819656" y="138684"/>
                </a:lnTo>
                <a:lnTo>
                  <a:pt x="1819656" y="284988"/>
                </a:lnTo>
                <a:lnTo>
                  <a:pt x="1818220" y="294995"/>
                </a:lnTo>
                <a:lnTo>
                  <a:pt x="1810512" y="335280"/>
                </a:lnTo>
                <a:lnTo>
                  <a:pt x="1789938" y="385216"/>
                </a:lnTo>
                <a:lnTo>
                  <a:pt x="1778508" y="402336"/>
                </a:lnTo>
                <a:lnTo>
                  <a:pt x="1781556" y="408432"/>
                </a:lnTo>
                <a:lnTo>
                  <a:pt x="1806486" y="379552"/>
                </a:lnTo>
                <a:lnTo>
                  <a:pt x="1824418" y="347662"/>
                </a:lnTo>
                <a:lnTo>
                  <a:pt x="1835772" y="312635"/>
                </a:lnTo>
                <a:lnTo>
                  <a:pt x="1840992" y="274320"/>
                </a:lnTo>
                <a:lnTo>
                  <a:pt x="1880616" y="274320"/>
                </a:lnTo>
                <a:lnTo>
                  <a:pt x="1880514" y="320141"/>
                </a:lnTo>
                <a:lnTo>
                  <a:pt x="1880425" y="337566"/>
                </a:lnTo>
                <a:lnTo>
                  <a:pt x="1879968" y="362191"/>
                </a:lnTo>
                <a:lnTo>
                  <a:pt x="1879092" y="382524"/>
                </a:lnTo>
                <a:lnTo>
                  <a:pt x="1903476" y="367284"/>
                </a:lnTo>
                <a:lnTo>
                  <a:pt x="1902142" y="328803"/>
                </a:lnTo>
                <a:lnTo>
                  <a:pt x="1901952" y="274320"/>
                </a:lnTo>
                <a:lnTo>
                  <a:pt x="1941576" y="274320"/>
                </a:lnTo>
                <a:lnTo>
                  <a:pt x="1941576" y="374904"/>
                </a:lnTo>
                <a:lnTo>
                  <a:pt x="1940064" y="377926"/>
                </a:lnTo>
                <a:lnTo>
                  <a:pt x="1930311" y="377913"/>
                </a:lnTo>
                <a:lnTo>
                  <a:pt x="1923859" y="377571"/>
                </a:lnTo>
                <a:lnTo>
                  <a:pt x="1915972" y="376669"/>
                </a:lnTo>
                <a:lnTo>
                  <a:pt x="1906524" y="374904"/>
                </a:lnTo>
                <a:lnTo>
                  <a:pt x="1906524" y="382524"/>
                </a:lnTo>
                <a:lnTo>
                  <a:pt x="1919643" y="388505"/>
                </a:lnTo>
                <a:lnTo>
                  <a:pt x="1929193" y="394906"/>
                </a:lnTo>
                <a:lnTo>
                  <a:pt x="1935022" y="401599"/>
                </a:lnTo>
                <a:lnTo>
                  <a:pt x="1937004" y="408432"/>
                </a:lnTo>
                <a:lnTo>
                  <a:pt x="1947672" y="403860"/>
                </a:lnTo>
                <a:lnTo>
                  <a:pt x="1953768" y="399288"/>
                </a:lnTo>
                <a:lnTo>
                  <a:pt x="1956689" y="394906"/>
                </a:lnTo>
                <a:lnTo>
                  <a:pt x="1961388" y="388620"/>
                </a:lnTo>
                <a:lnTo>
                  <a:pt x="1962912" y="384048"/>
                </a:lnTo>
                <a:lnTo>
                  <a:pt x="1962912" y="377952"/>
                </a:lnTo>
                <a:lnTo>
                  <a:pt x="1962912" y="274320"/>
                </a:lnTo>
                <a:lnTo>
                  <a:pt x="1962912" y="263652"/>
                </a:lnTo>
                <a:lnTo>
                  <a:pt x="1962912" y="205740"/>
                </a:lnTo>
                <a:lnTo>
                  <a:pt x="1962912" y="196596"/>
                </a:lnTo>
                <a:lnTo>
                  <a:pt x="1962912" y="147828"/>
                </a:lnTo>
                <a:lnTo>
                  <a:pt x="1972703" y="140208"/>
                </a:lnTo>
                <a:lnTo>
                  <a:pt x="1974659" y="138684"/>
                </a:lnTo>
                <a:lnTo>
                  <a:pt x="1976628" y="137160"/>
                </a:lnTo>
                <a:close/>
              </a:path>
              <a:path w="3525520" h="410210">
                <a:moveTo>
                  <a:pt x="2173224" y="38100"/>
                </a:moveTo>
                <a:lnTo>
                  <a:pt x="2148840" y="16764"/>
                </a:lnTo>
                <a:lnTo>
                  <a:pt x="2135124" y="32004"/>
                </a:lnTo>
                <a:lnTo>
                  <a:pt x="1985772" y="32004"/>
                </a:lnTo>
                <a:lnTo>
                  <a:pt x="2001012" y="48768"/>
                </a:lnTo>
                <a:lnTo>
                  <a:pt x="2016252" y="42672"/>
                </a:lnTo>
                <a:lnTo>
                  <a:pt x="2040636" y="42672"/>
                </a:lnTo>
                <a:lnTo>
                  <a:pt x="2032266" y="85115"/>
                </a:lnTo>
                <a:lnTo>
                  <a:pt x="2003679" y="131635"/>
                </a:lnTo>
                <a:lnTo>
                  <a:pt x="1970532" y="156972"/>
                </a:lnTo>
                <a:lnTo>
                  <a:pt x="1976628" y="163068"/>
                </a:lnTo>
                <a:lnTo>
                  <a:pt x="2019109" y="136969"/>
                </a:lnTo>
                <a:lnTo>
                  <a:pt x="2046732" y="109728"/>
                </a:lnTo>
                <a:lnTo>
                  <a:pt x="2064512" y="60655"/>
                </a:lnTo>
                <a:lnTo>
                  <a:pt x="2066544" y="42672"/>
                </a:lnTo>
                <a:lnTo>
                  <a:pt x="2136648" y="42672"/>
                </a:lnTo>
                <a:lnTo>
                  <a:pt x="2135479" y="68630"/>
                </a:lnTo>
                <a:lnTo>
                  <a:pt x="2134171" y="89154"/>
                </a:lnTo>
                <a:lnTo>
                  <a:pt x="2132571" y="103974"/>
                </a:lnTo>
                <a:lnTo>
                  <a:pt x="2130552" y="112776"/>
                </a:lnTo>
                <a:lnTo>
                  <a:pt x="2129028" y="120396"/>
                </a:lnTo>
                <a:lnTo>
                  <a:pt x="2122932" y="124968"/>
                </a:lnTo>
                <a:lnTo>
                  <a:pt x="2115312" y="123444"/>
                </a:lnTo>
                <a:lnTo>
                  <a:pt x="2107615" y="123139"/>
                </a:lnTo>
                <a:lnTo>
                  <a:pt x="2098357" y="122110"/>
                </a:lnTo>
                <a:lnTo>
                  <a:pt x="2087664" y="120230"/>
                </a:lnTo>
                <a:lnTo>
                  <a:pt x="2075688" y="117348"/>
                </a:lnTo>
                <a:lnTo>
                  <a:pt x="2074164" y="124968"/>
                </a:lnTo>
                <a:lnTo>
                  <a:pt x="2093023" y="131851"/>
                </a:lnTo>
                <a:lnTo>
                  <a:pt x="2106168" y="138874"/>
                </a:lnTo>
                <a:lnTo>
                  <a:pt x="2113597" y="146189"/>
                </a:lnTo>
                <a:lnTo>
                  <a:pt x="2115312" y="153924"/>
                </a:lnTo>
                <a:lnTo>
                  <a:pt x="2125853" y="150241"/>
                </a:lnTo>
                <a:lnTo>
                  <a:pt x="2152027" y="124968"/>
                </a:lnTo>
                <a:lnTo>
                  <a:pt x="2153501" y="120230"/>
                </a:lnTo>
                <a:lnTo>
                  <a:pt x="2158365" y="70777"/>
                </a:lnTo>
                <a:lnTo>
                  <a:pt x="2159508" y="48768"/>
                </a:lnTo>
                <a:lnTo>
                  <a:pt x="2167344" y="42672"/>
                </a:lnTo>
                <a:lnTo>
                  <a:pt x="2173224" y="38100"/>
                </a:lnTo>
                <a:close/>
              </a:path>
              <a:path w="3525520" h="410210">
                <a:moveTo>
                  <a:pt x="2191512" y="297180"/>
                </a:moveTo>
                <a:lnTo>
                  <a:pt x="2162556" y="265176"/>
                </a:lnTo>
                <a:lnTo>
                  <a:pt x="2141220" y="286512"/>
                </a:lnTo>
                <a:lnTo>
                  <a:pt x="2092452" y="286512"/>
                </a:lnTo>
                <a:lnTo>
                  <a:pt x="2092452" y="224028"/>
                </a:lnTo>
                <a:lnTo>
                  <a:pt x="2171700" y="224028"/>
                </a:lnTo>
                <a:lnTo>
                  <a:pt x="2161565" y="213360"/>
                </a:lnTo>
                <a:lnTo>
                  <a:pt x="2142744" y="193548"/>
                </a:lnTo>
                <a:lnTo>
                  <a:pt x="2124456" y="213360"/>
                </a:lnTo>
                <a:lnTo>
                  <a:pt x="2092452" y="213360"/>
                </a:lnTo>
                <a:lnTo>
                  <a:pt x="2092452" y="173736"/>
                </a:lnTo>
                <a:lnTo>
                  <a:pt x="2106168" y="163068"/>
                </a:lnTo>
                <a:lnTo>
                  <a:pt x="2068068" y="143256"/>
                </a:lnTo>
                <a:lnTo>
                  <a:pt x="2068944" y="156997"/>
                </a:lnTo>
                <a:lnTo>
                  <a:pt x="2069363" y="172212"/>
                </a:lnTo>
                <a:lnTo>
                  <a:pt x="2069452" y="180213"/>
                </a:lnTo>
                <a:lnTo>
                  <a:pt x="2069592" y="213360"/>
                </a:lnTo>
                <a:lnTo>
                  <a:pt x="2026920" y="213360"/>
                </a:lnTo>
                <a:lnTo>
                  <a:pt x="2039112" y="185928"/>
                </a:lnTo>
                <a:lnTo>
                  <a:pt x="2054352" y="176784"/>
                </a:lnTo>
                <a:lnTo>
                  <a:pt x="2022348" y="155448"/>
                </a:lnTo>
                <a:lnTo>
                  <a:pt x="2010981" y="195313"/>
                </a:lnTo>
                <a:lnTo>
                  <a:pt x="1990915" y="244030"/>
                </a:lnTo>
                <a:lnTo>
                  <a:pt x="1975104" y="272796"/>
                </a:lnTo>
                <a:lnTo>
                  <a:pt x="1978152" y="275844"/>
                </a:lnTo>
                <a:lnTo>
                  <a:pt x="1988718" y="265823"/>
                </a:lnTo>
                <a:lnTo>
                  <a:pt x="1999869" y="253936"/>
                </a:lnTo>
                <a:lnTo>
                  <a:pt x="2011578" y="240055"/>
                </a:lnTo>
                <a:lnTo>
                  <a:pt x="2023872" y="224028"/>
                </a:lnTo>
                <a:lnTo>
                  <a:pt x="2069592" y="224028"/>
                </a:lnTo>
                <a:lnTo>
                  <a:pt x="2069592" y="286512"/>
                </a:lnTo>
                <a:lnTo>
                  <a:pt x="1967484" y="286512"/>
                </a:lnTo>
                <a:lnTo>
                  <a:pt x="1982724" y="301752"/>
                </a:lnTo>
                <a:lnTo>
                  <a:pt x="1993023" y="299758"/>
                </a:lnTo>
                <a:lnTo>
                  <a:pt x="2003488" y="298323"/>
                </a:lnTo>
                <a:lnTo>
                  <a:pt x="2014220" y="297472"/>
                </a:lnTo>
                <a:lnTo>
                  <a:pt x="2025396" y="297180"/>
                </a:lnTo>
                <a:lnTo>
                  <a:pt x="2069592" y="297180"/>
                </a:lnTo>
                <a:lnTo>
                  <a:pt x="2069465" y="350189"/>
                </a:lnTo>
                <a:lnTo>
                  <a:pt x="2068906" y="388620"/>
                </a:lnTo>
                <a:lnTo>
                  <a:pt x="2068068" y="408432"/>
                </a:lnTo>
                <a:lnTo>
                  <a:pt x="2093976" y="396240"/>
                </a:lnTo>
                <a:lnTo>
                  <a:pt x="2093734" y="379691"/>
                </a:lnTo>
                <a:lnTo>
                  <a:pt x="2093214" y="357568"/>
                </a:lnTo>
                <a:lnTo>
                  <a:pt x="2092680" y="330022"/>
                </a:lnTo>
                <a:lnTo>
                  <a:pt x="2092452" y="297180"/>
                </a:lnTo>
                <a:lnTo>
                  <a:pt x="2191512" y="297180"/>
                </a:lnTo>
                <a:close/>
              </a:path>
              <a:path w="3525520" h="410210">
                <a:moveTo>
                  <a:pt x="2564892" y="22860"/>
                </a:moveTo>
                <a:lnTo>
                  <a:pt x="2560751" y="19812"/>
                </a:lnTo>
                <a:lnTo>
                  <a:pt x="2535936" y="1524"/>
                </a:lnTo>
                <a:lnTo>
                  <a:pt x="2526792" y="15240"/>
                </a:lnTo>
                <a:lnTo>
                  <a:pt x="2526792" y="30480"/>
                </a:lnTo>
                <a:lnTo>
                  <a:pt x="2526792" y="68580"/>
                </a:lnTo>
                <a:lnTo>
                  <a:pt x="2526792" y="79248"/>
                </a:lnTo>
                <a:lnTo>
                  <a:pt x="2526792" y="117348"/>
                </a:lnTo>
                <a:lnTo>
                  <a:pt x="2339340" y="117348"/>
                </a:lnTo>
                <a:lnTo>
                  <a:pt x="2339340" y="79248"/>
                </a:lnTo>
                <a:lnTo>
                  <a:pt x="2526792" y="79248"/>
                </a:lnTo>
                <a:lnTo>
                  <a:pt x="2526792" y="68580"/>
                </a:lnTo>
                <a:lnTo>
                  <a:pt x="2339340" y="68580"/>
                </a:lnTo>
                <a:lnTo>
                  <a:pt x="2339340" y="30480"/>
                </a:lnTo>
                <a:lnTo>
                  <a:pt x="2526792" y="30480"/>
                </a:lnTo>
                <a:lnTo>
                  <a:pt x="2526792" y="15240"/>
                </a:lnTo>
                <a:lnTo>
                  <a:pt x="2523744" y="19812"/>
                </a:lnTo>
                <a:lnTo>
                  <a:pt x="2339340" y="19812"/>
                </a:lnTo>
                <a:lnTo>
                  <a:pt x="2313432" y="6096"/>
                </a:lnTo>
                <a:lnTo>
                  <a:pt x="2314283" y="22860"/>
                </a:lnTo>
                <a:lnTo>
                  <a:pt x="2314765" y="40957"/>
                </a:lnTo>
                <a:lnTo>
                  <a:pt x="2314930" y="59461"/>
                </a:lnTo>
                <a:lnTo>
                  <a:pt x="2314879" y="102489"/>
                </a:lnTo>
                <a:lnTo>
                  <a:pt x="2314765" y="116205"/>
                </a:lnTo>
                <a:lnTo>
                  <a:pt x="2314308" y="133692"/>
                </a:lnTo>
                <a:lnTo>
                  <a:pt x="2313432" y="150876"/>
                </a:lnTo>
                <a:lnTo>
                  <a:pt x="2339340" y="141732"/>
                </a:lnTo>
                <a:lnTo>
                  <a:pt x="2339340" y="128016"/>
                </a:lnTo>
                <a:lnTo>
                  <a:pt x="2526792" y="128016"/>
                </a:lnTo>
                <a:lnTo>
                  <a:pt x="2526792" y="149352"/>
                </a:lnTo>
                <a:lnTo>
                  <a:pt x="2554224" y="137160"/>
                </a:lnTo>
                <a:lnTo>
                  <a:pt x="2553436" y="128016"/>
                </a:lnTo>
                <a:lnTo>
                  <a:pt x="2553093" y="123977"/>
                </a:lnTo>
                <a:lnTo>
                  <a:pt x="2552801" y="117348"/>
                </a:lnTo>
                <a:lnTo>
                  <a:pt x="2552128" y="102489"/>
                </a:lnTo>
                <a:lnTo>
                  <a:pt x="2551582" y="79248"/>
                </a:lnTo>
                <a:lnTo>
                  <a:pt x="2551430" y="72440"/>
                </a:lnTo>
                <a:lnTo>
                  <a:pt x="2551404" y="68580"/>
                </a:lnTo>
                <a:lnTo>
                  <a:pt x="2551176" y="33528"/>
                </a:lnTo>
                <a:lnTo>
                  <a:pt x="2555087" y="30480"/>
                </a:lnTo>
                <a:lnTo>
                  <a:pt x="2564892" y="22860"/>
                </a:lnTo>
                <a:close/>
              </a:path>
              <a:path w="3525520" h="410210">
                <a:moveTo>
                  <a:pt x="2628900" y="175260"/>
                </a:moveTo>
                <a:lnTo>
                  <a:pt x="2589276" y="137160"/>
                </a:lnTo>
                <a:lnTo>
                  <a:pt x="2561844" y="164592"/>
                </a:lnTo>
                <a:lnTo>
                  <a:pt x="2397252" y="164592"/>
                </a:lnTo>
                <a:lnTo>
                  <a:pt x="2397252" y="313944"/>
                </a:lnTo>
                <a:lnTo>
                  <a:pt x="2314956" y="327660"/>
                </a:lnTo>
                <a:lnTo>
                  <a:pt x="2314956" y="272796"/>
                </a:lnTo>
                <a:lnTo>
                  <a:pt x="2397252" y="272796"/>
                </a:lnTo>
                <a:lnTo>
                  <a:pt x="2397252" y="262128"/>
                </a:lnTo>
                <a:lnTo>
                  <a:pt x="2314956" y="262128"/>
                </a:lnTo>
                <a:lnTo>
                  <a:pt x="2314956" y="222504"/>
                </a:lnTo>
                <a:lnTo>
                  <a:pt x="2397252" y="222504"/>
                </a:lnTo>
                <a:lnTo>
                  <a:pt x="2397252" y="211836"/>
                </a:lnTo>
                <a:lnTo>
                  <a:pt x="2314956" y="211836"/>
                </a:lnTo>
                <a:lnTo>
                  <a:pt x="2314956" y="175260"/>
                </a:lnTo>
                <a:lnTo>
                  <a:pt x="2397252" y="175260"/>
                </a:lnTo>
                <a:lnTo>
                  <a:pt x="2397252" y="164592"/>
                </a:lnTo>
                <a:lnTo>
                  <a:pt x="2229612" y="164592"/>
                </a:lnTo>
                <a:lnTo>
                  <a:pt x="2244852" y="178308"/>
                </a:lnTo>
                <a:lnTo>
                  <a:pt x="2266188" y="175260"/>
                </a:lnTo>
                <a:lnTo>
                  <a:pt x="2290572" y="175260"/>
                </a:lnTo>
                <a:lnTo>
                  <a:pt x="2290572" y="333756"/>
                </a:lnTo>
                <a:lnTo>
                  <a:pt x="2246414" y="339979"/>
                </a:lnTo>
                <a:lnTo>
                  <a:pt x="2234184" y="341376"/>
                </a:lnTo>
                <a:lnTo>
                  <a:pt x="2253996" y="374904"/>
                </a:lnTo>
                <a:lnTo>
                  <a:pt x="2293518" y="355092"/>
                </a:lnTo>
                <a:lnTo>
                  <a:pt x="2397252" y="327660"/>
                </a:lnTo>
                <a:lnTo>
                  <a:pt x="2397252" y="409956"/>
                </a:lnTo>
                <a:lnTo>
                  <a:pt x="2420112" y="396240"/>
                </a:lnTo>
                <a:lnTo>
                  <a:pt x="2420112" y="321564"/>
                </a:lnTo>
                <a:lnTo>
                  <a:pt x="2457793" y="309372"/>
                </a:lnTo>
                <a:lnTo>
                  <a:pt x="2471928" y="304800"/>
                </a:lnTo>
                <a:lnTo>
                  <a:pt x="2470404" y="298704"/>
                </a:lnTo>
                <a:lnTo>
                  <a:pt x="2420112" y="309372"/>
                </a:lnTo>
                <a:lnTo>
                  <a:pt x="2420112" y="272796"/>
                </a:lnTo>
                <a:lnTo>
                  <a:pt x="2420112" y="262128"/>
                </a:lnTo>
                <a:lnTo>
                  <a:pt x="2420112" y="222504"/>
                </a:lnTo>
                <a:lnTo>
                  <a:pt x="2420112" y="211836"/>
                </a:lnTo>
                <a:lnTo>
                  <a:pt x="2420112" y="175260"/>
                </a:lnTo>
                <a:lnTo>
                  <a:pt x="2628900" y="175260"/>
                </a:lnTo>
                <a:close/>
              </a:path>
              <a:path w="3525520" h="410210">
                <a:moveTo>
                  <a:pt x="2630424" y="370332"/>
                </a:moveTo>
                <a:lnTo>
                  <a:pt x="2590990" y="362407"/>
                </a:lnTo>
                <a:lnTo>
                  <a:pt x="2556980" y="343357"/>
                </a:lnTo>
                <a:lnTo>
                  <a:pt x="2548902" y="336804"/>
                </a:lnTo>
                <a:lnTo>
                  <a:pt x="2544546" y="333286"/>
                </a:lnTo>
                <a:lnTo>
                  <a:pt x="2531364" y="321564"/>
                </a:lnTo>
                <a:lnTo>
                  <a:pt x="2542616" y="304800"/>
                </a:lnTo>
                <a:lnTo>
                  <a:pt x="2545931" y="299872"/>
                </a:lnTo>
                <a:lnTo>
                  <a:pt x="2559939" y="276034"/>
                </a:lnTo>
                <a:lnTo>
                  <a:pt x="2573363" y="250202"/>
                </a:lnTo>
                <a:lnTo>
                  <a:pt x="2586228" y="222504"/>
                </a:lnTo>
                <a:lnTo>
                  <a:pt x="2596388" y="216408"/>
                </a:lnTo>
                <a:lnTo>
                  <a:pt x="2601468" y="213360"/>
                </a:lnTo>
                <a:lnTo>
                  <a:pt x="2574036" y="188976"/>
                </a:lnTo>
                <a:lnTo>
                  <a:pt x="2561844" y="203885"/>
                </a:lnTo>
                <a:lnTo>
                  <a:pt x="2561844" y="216408"/>
                </a:lnTo>
                <a:lnTo>
                  <a:pt x="2557246" y="227838"/>
                </a:lnTo>
                <a:lnTo>
                  <a:pt x="2536291" y="273304"/>
                </a:lnTo>
                <a:lnTo>
                  <a:pt x="2517648" y="304800"/>
                </a:lnTo>
                <a:lnTo>
                  <a:pt x="2510142" y="297116"/>
                </a:lnTo>
                <a:lnTo>
                  <a:pt x="2484780" y="252844"/>
                </a:lnTo>
                <a:lnTo>
                  <a:pt x="2471928" y="216408"/>
                </a:lnTo>
                <a:lnTo>
                  <a:pt x="2561844" y="216408"/>
                </a:lnTo>
                <a:lnTo>
                  <a:pt x="2561844" y="203885"/>
                </a:lnTo>
                <a:lnTo>
                  <a:pt x="2560320" y="205740"/>
                </a:lnTo>
                <a:lnTo>
                  <a:pt x="2426208" y="205740"/>
                </a:lnTo>
                <a:lnTo>
                  <a:pt x="2439924" y="220980"/>
                </a:lnTo>
                <a:lnTo>
                  <a:pt x="2462784" y="216408"/>
                </a:lnTo>
                <a:lnTo>
                  <a:pt x="2466467" y="231863"/>
                </a:lnTo>
                <a:lnTo>
                  <a:pt x="2470594" y="246316"/>
                </a:lnTo>
                <a:lnTo>
                  <a:pt x="2484666" y="285369"/>
                </a:lnTo>
                <a:lnTo>
                  <a:pt x="2505456" y="323088"/>
                </a:lnTo>
                <a:lnTo>
                  <a:pt x="2486609" y="343281"/>
                </a:lnTo>
                <a:lnTo>
                  <a:pt x="2466213" y="362902"/>
                </a:lnTo>
                <a:lnTo>
                  <a:pt x="2444153" y="381596"/>
                </a:lnTo>
                <a:lnTo>
                  <a:pt x="2420112" y="399288"/>
                </a:lnTo>
                <a:lnTo>
                  <a:pt x="2424684" y="403860"/>
                </a:lnTo>
                <a:lnTo>
                  <a:pt x="2451849" y="387604"/>
                </a:lnTo>
                <a:lnTo>
                  <a:pt x="2476309" y="370903"/>
                </a:lnTo>
                <a:lnTo>
                  <a:pt x="2498191" y="353936"/>
                </a:lnTo>
                <a:lnTo>
                  <a:pt x="2517648" y="336804"/>
                </a:lnTo>
                <a:lnTo>
                  <a:pt x="2527693" y="347662"/>
                </a:lnTo>
                <a:lnTo>
                  <a:pt x="2537460" y="357378"/>
                </a:lnTo>
                <a:lnTo>
                  <a:pt x="2547213" y="365950"/>
                </a:lnTo>
                <a:lnTo>
                  <a:pt x="2557272" y="373380"/>
                </a:lnTo>
                <a:lnTo>
                  <a:pt x="2566644" y="380834"/>
                </a:lnTo>
                <a:lnTo>
                  <a:pt x="2576322" y="387286"/>
                </a:lnTo>
                <a:lnTo>
                  <a:pt x="2585986" y="392887"/>
                </a:lnTo>
                <a:lnTo>
                  <a:pt x="2595372" y="397764"/>
                </a:lnTo>
                <a:lnTo>
                  <a:pt x="2600198" y="389724"/>
                </a:lnTo>
                <a:lnTo>
                  <a:pt x="2607754" y="383667"/>
                </a:lnTo>
                <a:lnTo>
                  <a:pt x="2617863" y="379336"/>
                </a:lnTo>
                <a:lnTo>
                  <a:pt x="2630424" y="376428"/>
                </a:lnTo>
                <a:lnTo>
                  <a:pt x="2630424" y="370332"/>
                </a:lnTo>
                <a:close/>
              </a:path>
              <a:path w="3525520" h="410210">
                <a:moveTo>
                  <a:pt x="2810256" y="24384"/>
                </a:moveTo>
                <a:lnTo>
                  <a:pt x="2773680" y="1524"/>
                </a:lnTo>
                <a:lnTo>
                  <a:pt x="2764815" y="28625"/>
                </a:lnTo>
                <a:lnTo>
                  <a:pt x="2754249" y="57150"/>
                </a:lnTo>
                <a:lnTo>
                  <a:pt x="2727960" y="117348"/>
                </a:lnTo>
                <a:lnTo>
                  <a:pt x="2698242" y="173355"/>
                </a:lnTo>
                <a:lnTo>
                  <a:pt x="2668524" y="217932"/>
                </a:lnTo>
                <a:lnTo>
                  <a:pt x="2673096" y="224028"/>
                </a:lnTo>
                <a:lnTo>
                  <a:pt x="2688539" y="207454"/>
                </a:lnTo>
                <a:lnTo>
                  <a:pt x="2705290" y="187452"/>
                </a:lnTo>
                <a:lnTo>
                  <a:pt x="2723451" y="164020"/>
                </a:lnTo>
                <a:lnTo>
                  <a:pt x="2743200" y="137160"/>
                </a:lnTo>
                <a:lnTo>
                  <a:pt x="2743085" y="330708"/>
                </a:lnTo>
                <a:lnTo>
                  <a:pt x="2742958" y="339852"/>
                </a:lnTo>
                <a:lnTo>
                  <a:pt x="2741930" y="381571"/>
                </a:lnTo>
                <a:lnTo>
                  <a:pt x="2741676" y="406908"/>
                </a:lnTo>
                <a:lnTo>
                  <a:pt x="2769108" y="391668"/>
                </a:lnTo>
                <a:lnTo>
                  <a:pt x="2768219" y="371652"/>
                </a:lnTo>
                <a:lnTo>
                  <a:pt x="2767800" y="356235"/>
                </a:lnTo>
                <a:lnTo>
                  <a:pt x="2767685" y="347954"/>
                </a:lnTo>
                <a:lnTo>
                  <a:pt x="2767584" y="147828"/>
                </a:lnTo>
                <a:lnTo>
                  <a:pt x="2777185" y="137160"/>
                </a:lnTo>
                <a:lnTo>
                  <a:pt x="2781300" y="132588"/>
                </a:lnTo>
                <a:lnTo>
                  <a:pt x="2752344" y="117348"/>
                </a:lnTo>
                <a:lnTo>
                  <a:pt x="2770606" y="80759"/>
                </a:lnTo>
                <a:lnTo>
                  <a:pt x="2786443" y="53149"/>
                </a:lnTo>
                <a:lnTo>
                  <a:pt x="2799702" y="34417"/>
                </a:lnTo>
                <a:lnTo>
                  <a:pt x="2810256" y="24384"/>
                </a:lnTo>
                <a:close/>
              </a:path>
              <a:path w="3525520" h="410210">
                <a:moveTo>
                  <a:pt x="3025140" y="71628"/>
                </a:moveTo>
                <a:lnTo>
                  <a:pt x="2978988" y="36487"/>
                </a:lnTo>
                <a:lnTo>
                  <a:pt x="2950464" y="25908"/>
                </a:lnTo>
                <a:lnTo>
                  <a:pt x="2945892" y="30480"/>
                </a:lnTo>
                <a:lnTo>
                  <a:pt x="2963621" y="45935"/>
                </a:lnTo>
                <a:lnTo>
                  <a:pt x="2978086" y="60388"/>
                </a:lnTo>
                <a:lnTo>
                  <a:pt x="2989389" y="73990"/>
                </a:lnTo>
                <a:lnTo>
                  <a:pt x="2997670" y="86829"/>
                </a:lnTo>
                <a:lnTo>
                  <a:pt x="3003804" y="97536"/>
                </a:lnTo>
                <a:lnTo>
                  <a:pt x="3008376" y="102108"/>
                </a:lnTo>
                <a:lnTo>
                  <a:pt x="3014472" y="102108"/>
                </a:lnTo>
                <a:lnTo>
                  <a:pt x="3017520" y="99060"/>
                </a:lnTo>
                <a:lnTo>
                  <a:pt x="3023616" y="86868"/>
                </a:lnTo>
                <a:lnTo>
                  <a:pt x="3025140" y="82296"/>
                </a:lnTo>
                <a:lnTo>
                  <a:pt x="3025140" y="71628"/>
                </a:lnTo>
                <a:close/>
              </a:path>
              <a:path w="3525520" h="410210">
                <a:moveTo>
                  <a:pt x="3078480" y="364236"/>
                </a:moveTo>
                <a:lnTo>
                  <a:pt x="3059061" y="325120"/>
                </a:lnTo>
                <a:lnTo>
                  <a:pt x="3057144" y="288036"/>
                </a:lnTo>
                <a:lnTo>
                  <a:pt x="3049524" y="288036"/>
                </a:lnTo>
                <a:lnTo>
                  <a:pt x="3046946" y="327901"/>
                </a:lnTo>
                <a:lnTo>
                  <a:pt x="3035084" y="364718"/>
                </a:lnTo>
                <a:lnTo>
                  <a:pt x="3029712" y="367284"/>
                </a:lnTo>
                <a:lnTo>
                  <a:pt x="2977896" y="367284"/>
                </a:lnTo>
                <a:lnTo>
                  <a:pt x="2967012" y="365836"/>
                </a:lnTo>
                <a:lnTo>
                  <a:pt x="2959417" y="361378"/>
                </a:lnTo>
                <a:lnTo>
                  <a:pt x="2954959" y="353783"/>
                </a:lnTo>
                <a:lnTo>
                  <a:pt x="2953512" y="342900"/>
                </a:lnTo>
                <a:lnTo>
                  <a:pt x="2953512" y="143256"/>
                </a:lnTo>
                <a:lnTo>
                  <a:pt x="3057144" y="143256"/>
                </a:lnTo>
                <a:lnTo>
                  <a:pt x="3025140" y="111252"/>
                </a:lnTo>
                <a:lnTo>
                  <a:pt x="3002280" y="132588"/>
                </a:lnTo>
                <a:lnTo>
                  <a:pt x="2904744" y="132588"/>
                </a:lnTo>
                <a:lnTo>
                  <a:pt x="2904744" y="38100"/>
                </a:lnTo>
                <a:lnTo>
                  <a:pt x="2919984" y="24384"/>
                </a:lnTo>
                <a:lnTo>
                  <a:pt x="2878836" y="4572"/>
                </a:lnTo>
                <a:lnTo>
                  <a:pt x="2879712" y="21742"/>
                </a:lnTo>
                <a:lnTo>
                  <a:pt x="2880169" y="39052"/>
                </a:lnTo>
                <a:lnTo>
                  <a:pt x="2880233" y="45935"/>
                </a:lnTo>
                <a:lnTo>
                  <a:pt x="2880360" y="132588"/>
                </a:lnTo>
                <a:lnTo>
                  <a:pt x="2784348" y="132588"/>
                </a:lnTo>
                <a:lnTo>
                  <a:pt x="2799588" y="149352"/>
                </a:lnTo>
                <a:lnTo>
                  <a:pt x="2809887" y="146481"/>
                </a:lnTo>
                <a:lnTo>
                  <a:pt x="2820352" y="144589"/>
                </a:lnTo>
                <a:lnTo>
                  <a:pt x="2831084" y="143573"/>
                </a:lnTo>
                <a:lnTo>
                  <a:pt x="2842260" y="143256"/>
                </a:lnTo>
                <a:lnTo>
                  <a:pt x="2880360" y="143256"/>
                </a:lnTo>
                <a:lnTo>
                  <a:pt x="2875788" y="200215"/>
                </a:lnTo>
                <a:lnTo>
                  <a:pt x="2866644" y="251460"/>
                </a:lnTo>
                <a:lnTo>
                  <a:pt x="2850642" y="296989"/>
                </a:lnTo>
                <a:lnTo>
                  <a:pt x="2830068" y="336804"/>
                </a:lnTo>
                <a:lnTo>
                  <a:pt x="2802445" y="372618"/>
                </a:lnTo>
                <a:lnTo>
                  <a:pt x="2769108" y="403860"/>
                </a:lnTo>
                <a:lnTo>
                  <a:pt x="2773680" y="409956"/>
                </a:lnTo>
                <a:lnTo>
                  <a:pt x="2817685" y="375475"/>
                </a:lnTo>
                <a:lnTo>
                  <a:pt x="2851404" y="339852"/>
                </a:lnTo>
                <a:lnTo>
                  <a:pt x="2874645" y="299466"/>
                </a:lnTo>
                <a:lnTo>
                  <a:pt x="2891028" y="254508"/>
                </a:lnTo>
                <a:lnTo>
                  <a:pt x="2900172" y="202882"/>
                </a:lnTo>
                <a:lnTo>
                  <a:pt x="2904744" y="143256"/>
                </a:lnTo>
                <a:lnTo>
                  <a:pt x="2930652" y="143256"/>
                </a:lnTo>
                <a:lnTo>
                  <a:pt x="2930702" y="355434"/>
                </a:lnTo>
                <a:lnTo>
                  <a:pt x="2953143" y="387464"/>
                </a:lnTo>
                <a:lnTo>
                  <a:pt x="2970276" y="388620"/>
                </a:lnTo>
                <a:lnTo>
                  <a:pt x="3040380" y="388620"/>
                </a:lnTo>
                <a:lnTo>
                  <a:pt x="3052114" y="387172"/>
                </a:lnTo>
                <a:lnTo>
                  <a:pt x="3062287" y="382714"/>
                </a:lnTo>
                <a:lnTo>
                  <a:pt x="3071025" y="375119"/>
                </a:lnTo>
                <a:lnTo>
                  <a:pt x="3076384" y="367284"/>
                </a:lnTo>
                <a:lnTo>
                  <a:pt x="3078480" y="364236"/>
                </a:lnTo>
                <a:close/>
              </a:path>
              <a:path w="3525520" h="410210">
                <a:moveTo>
                  <a:pt x="3250679" y="25908"/>
                </a:moveTo>
                <a:lnTo>
                  <a:pt x="3214103" y="3048"/>
                </a:lnTo>
                <a:lnTo>
                  <a:pt x="3206419" y="30797"/>
                </a:lnTo>
                <a:lnTo>
                  <a:pt x="3197148" y="59245"/>
                </a:lnTo>
                <a:lnTo>
                  <a:pt x="3174479" y="118872"/>
                </a:lnTo>
                <a:lnTo>
                  <a:pt x="3145904" y="178689"/>
                </a:lnTo>
                <a:lnTo>
                  <a:pt x="3115043" y="231648"/>
                </a:lnTo>
                <a:lnTo>
                  <a:pt x="3119615" y="236220"/>
                </a:lnTo>
                <a:lnTo>
                  <a:pt x="3134715" y="219075"/>
                </a:lnTo>
                <a:lnTo>
                  <a:pt x="3150095" y="199644"/>
                </a:lnTo>
                <a:lnTo>
                  <a:pt x="3165487" y="177927"/>
                </a:lnTo>
                <a:lnTo>
                  <a:pt x="3180575" y="153924"/>
                </a:lnTo>
                <a:lnTo>
                  <a:pt x="3180486" y="347459"/>
                </a:lnTo>
                <a:lnTo>
                  <a:pt x="3180372" y="358140"/>
                </a:lnTo>
                <a:lnTo>
                  <a:pt x="3179940" y="380796"/>
                </a:lnTo>
                <a:lnTo>
                  <a:pt x="3179051" y="409956"/>
                </a:lnTo>
                <a:lnTo>
                  <a:pt x="3204959" y="400812"/>
                </a:lnTo>
                <a:lnTo>
                  <a:pt x="3204083" y="387985"/>
                </a:lnTo>
                <a:lnTo>
                  <a:pt x="3203625" y="370141"/>
                </a:lnTo>
                <a:lnTo>
                  <a:pt x="3203549" y="358140"/>
                </a:lnTo>
                <a:lnTo>
                  <a:pt x="3203435" y="153924"/>
                </a:lnTo>
                <a:lnTo>
                  <a:pt x="3203435" y="144780"/>
                </a:lnTo>
                <a:lnTo>
                  <a:pt x="3217151" y="135636"/>
                </a:lnTo>
                <a:lnTo>
                  <a:pt x="3195815" y="123444"/>
                </a:lnTo>
                <a:lnTo>
                  <a:pt x="3201530" y="109448"/>
                </a:lnTo>
                <a:lnTo>
                  <a:pt x="3209531" y="90297"/>
                </a:lnTo>
                <a:lnTo>
                  <a:pt x="3219818" y="66014"/>
                </a:lnTo>
                <a:lnTo>
                  <a:pt x="3232391" y="36576"/>
                </a:lnTo>
                <a:lnTo>
                  <a:pt x="3250679" y="25908"/>
                </a:lnTo>
                <a:close/>
              </a:path>
              <a:path w="3525520" h="410210">
                <a:moveTo>
                  <a:pt x="3524999" y="390144"/>
                </a:moveTo>
                <a:lnTo>
                  <a:pt x="3491471" y="358140"/>
                </a:lnTo>
                <a:lnTo>
                  <a:pt x="3468611" y="379476"/>
                </a:lnTo>
                <a:lnTo>
                  <a:pt x="3453371" y="379476"/>
                </a:lnTo>
                <a:lnTo>
                  <a:pt x="3453371" y="144780"/>
                </a:lnTo>
                <a:lnTo>
                  <a:pt x="3460991" y="140208"/>
                </a:lnTo>
                <a:lnTo>
                  <a:pt x="3468611" y="135636"/>
                </a:lnTo>
                <a:lnTo>
                  <a:pt x="3461702" y="129540"/>
                </a:lnTo>
                <a:lnTo>
                  <a:pt x="3442703" y="112776"/>
                </a:lnTo>
                <a:lnTo>
                  <a:pt x="3430511" y="126187"/>
                </a:lnTo>
                <a:lnTo>
                  <a:pt x="3430511" y="140208"/>
                </a:lnTo>
                <a:lnTo>
                  <a:pt x="3430511" y="192024"/>
                </a:lnTo>
                <a:lnTo>
                  <a:pt x="3430511" y="379476"/>
                </a:lnTo>
                <a:lnTo>
                  <a:pt x="3297923" y="379476"/>
                </a:lnTo>
                <a:lnTo>
                  <a:pt x="3297923" y="327660"/>
                </a:lnTo>
                <a:lnTo>
                  <a:pt x="3430511" y="327660"/>
                </a:lnTo>
                <a:lnTo>
                  <a:pt x="3430511" y="316992"/>
                </a:lnTo>
                <a:lnTo>
                  <a:pt x="3297923" y="316992"/>
                </a:lnTo>
                <a:lnTo>
                  <a:pt x="3297923" y="265176"/>
                </a:lnTo>
                <a:lnTo>
                  <a:pt x="3430511" y="265176"/>
                </a:lnTo>
                <a:lnTo>
                  <a:pt x="3430511" y="254508"/>
                </a:lnTo>
                <a:lnTo>
                  <a:pt x="3297923" y="254508"/>
                </a:lnTo>
                <a:lnTo>
                  <a:pt x="3297923" y="202692"/>
                </a:lnTo>
                <a:lnTo>
                  <a:pt x="3430511" y="202692"/>
                </a:lnTo>
                <a:lnTo>
                  <a:pt x="3430511" y="192024"/>
                </a:lnTo>
                <a:lnTo>
                  <a:pt x="3297923" y="192024"/>
                </a:lnTo>
                <a:lnTo>
                  <a:pt x="3297923" y="140208"/>
                </a:lnTo>
                <a:lnTo>
                  <a:pt x="3430511" y="140208"/>
                </a:lnTo>
                <a:lnTo>
                  <a:pt x="3430511" y="126187"/>
                </a:lnTo>
                <a:lnTo>
                  <a:pt x="3427463" y="129540"/>
                </a:lnTo>
                <a:lnTo>
                  <a:pt x="3366503" y="129540"/>
                </a:lnTo>
                <a:lnTo>
                  <a:pt x="3368027" y="79248"/>
                </a:lnTo>
                <a:lnTo>
                  <a:pt x="3502139" y="79248"/>
                </a:lnTo>
                <a:lnTo>
                  <a:pt x="3468611" y="45720"/>
                </a:lnTo>
                <a:lnTo>
                  <a:pt x="3447275" y="68580"/>
                </a:lnTo>
                <a:lnTo>
                  <a:pt x="3368027" y="68580"/>
                </a:lnTo>
                <a:lnTo>
                  <a:pt x="3369551" y="30480"/>
                </a:lnTo>
                <a:lnTo>
                  <a:pt x="3384791" y="19812"/>
                </a:lnTo>
                <a:lnTo>
                  <a:pt x="3343643" y="1524"/>
                </a:lnTo>
                <a:lnTo>
                  <a:pt x="3344507" y="16078"/>
                </a:lnTo>
                <a:lnTo>
                  <a:pt x="3344684" y="25908"/>
                </a:lnTo>
                <a:lnTo>
                  <a:pt x="3344570" y="45720"/>
                </a:lnTo>
                <a:lnTo>
                  <a:pt x="3344507" y="49745"/>
                </a:lnTo>
                <a:lnTo>
                  <a:pt x="3343643" y="68580"/>
                </a:lnTo>
                <a:lnTo>
                  <a:pt x="3235439" y="68580"/>
                </a:lnTo>
                <a:lnTo>
                  <a:pt x="3250679" y="85344"/>
                </a:lnTo>
                <a:lnTo>
                  <a:pt x="3260115" y="82473"/>
                </a:lnTo>
                <a:lnTo>
                  <a:pt x="3270110" y="80581"/>
                </a:lnTo>
                <a:lnTo>
                  <a:pt x="3280689" y="79565"/>
                </a:lnTo>
                <a:lnTo>
                  <a:pt x="3291827" y="79248"/>
                </a:lnTo>
                <a:lnTo>
                  <a:pt x="3343643" y="79248"/>
                </a:lnTo>
                <a:lnTo>
                  <a:pt x="3342119" y="129540"/>
                </a:lnTo>
                <a:lnTo>
                  <a:pt x="3297923" y="129540"/>
                </a:lnTo>
                <a:lnTo>
                  <a:pt x="3273539" y="115824"/>
                </a:lnTo>
                <a:lnTo>
                  <a:pt x="3273806" y="140208"/>
                </a:lnTo>
                <a:lnTo>
                  <a:pt x="3274301" y="159067"/>
                </a:lnTo>
                <a:lnTo>
                  <a:pt x="3274834" y="175196"/>
                </a:lnTo>
                <a:lnTo>
                  <a:pt x="3275063" y="187452"/>
                </a:lnTo>
                <a:lnTo>
                  <a:pt x="3275063" y="379476"/>
                </a:lnTo>
                <a:lnTo>
                  <a:pt x="3211055" y="379476"/>
                </a:lnTo>
                <a:lnTo>
                  <a:pt x="3226295" y="396240"/>
                </a:lnTo>
                <a:lnTo>
                  <a:pt x="3235731" y="393369"/>
                </a:lnTo>
                <a:lnTo>
                  <a:pt x="3245726" y="391477"/>
                </a:lnTo>
                <a:lnTo>
                  <a:pt x="3256305" y="390461"/>
                </a:lnTo>
                <a:lnTo>
                  <a:pt x="3267443" y="390144"/>
                </a:lnTo>
                <a:lnTo>
                  <a:pt x="3524999" y="39014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" name="object 53"/>
          <p:cNvSpPr/>
          <p:nvPr/>
        </p:nvSpPr>
        <p:spPr>
          <a:xfrm>
            <a:off x="6164579" y="4828032"/>
            <a:ext cx="356870" cy="401320"/>
          </a:xfrm>
          <a:custGeom>
            <a:avLst/>
            <a:gdLst/>
            <a:ahLst/>
            <a:cxnLst/>
            <a:rect l="l" t="t" r="r" b="b"/>
            <a:pathLst>
              <a:path w="356870" h="401320">
                <a:moveTo>
                  <a:pt x="53340" y="89916"/>
                </a:moveTo>
                <a:lnTo>
                  <a:pt x="42672" y="89916"/>
                </a:lnTo>
                <a:lnTo>
                  <a:pt x="50696" y="62150"/>
                </a:lnTo>
                <a:lnTo>
                  <a:pt x="56578" y="38100"/>
                </a:lnTo>
                <a:lnTo>
                  <a:pt x="60459" y="17478"/>
                </a:lnTo>
                <a:lnTo>
                  <a:pt x="62484" y="0"/>
                </a:lnTo>
                <a:lnTo>
                  <a:pt x="100584" y="21336"/>
                </a:lnTo>
                <a:lnTo>
                  <a:pt x="90844" y="28194"/>
                </a:lnTo>
                <a:lnTo>
                  <a:pt x="79819" y="41910"/>
                </a:lnTo>
                <a:lnTo>
                  <a:pt x="67365" y="62484"/>
                </a:lnTo>
                <a:lnTo>
                  <a:pt x="53340" y="89916"/>
                </a:lnTo>
                <a:close/>
              </a:path>
              <a:path w="356870" h="401320">
                <a:moveTo>
                  <a:pt x="147828" y="190500"/>
                </a:moveTo>
                <a:lnTo>
                  <a:pt x="141732" y="187452"/>
                </a:lnTo>
                <a:lnTo>
                  <a:pt x="158877" y="160615"/>
                </a:lnTo>
                <a:lnTo>
                  <a:pt x="173736" y="135064"/>
                </a:lnTo>
                <a:lnTo>
                  <a:pt x="196596" y="88392"/>
                </a:lnTo>
                <a:lnTo>
                  <a:pt x="211264" y="44958"/>
                </a:lnTo>
                <a:lnTo>
                  <a:pt x="222503" y="1524"/>
                </a:lnTo>
                <a:lnTo>
                  <a:pt x="260603" y="24384"/>
                </a:lnTo>
                <a:lnTo>
                  <a:pt x="252626" y="32146"/>
                </a:lnTo>
                <a:lnTo>
                  <a:pt x="242506" y="46482"/>
                </a:lnTo>
                <a:lnTo>
                  <a:pt x="230385" y="67675"/>
                </a:lnTo>
                <a:lnTo>
                  <a:pt x="216408" y="96012"/>
                </a:lnTo>
                <a:lnTo>
                  <a:pt x="350161" y="96012"/>
                </a:lnTo>
                <a:lnTo>
                  <a:pt x="356616" y="102108"/>
                </a:lnTo>
                <a:lnTo>
                  <a:pt x="352425" y="105156"/>
                </a:lnTo>
                <a:lnTo>
                  <a:pt x="213360" y="105156"/>
                </a:lnTo>
                <a:lnTo>
                  <a:pt x="197334" y="129420"/>
                </a:lnTo>
                <a:lnTo>
                  <a:pt x="181165" y="151828"/>
                </a:lnTo>
                <a:lnTo>
                  <a:pt x="164711" y="172235"/>
                </a:lnTo>
                <a:lnTo>
                  <a:pt x="147828" y="190500"/>
                </a:lnTo>
                <a:close/>
              </a:path>
              <a:path w="356870" h="401320">
                <a:moveTo>
                  <a:pt x="144780" y="89916"/>
                </a:moveTo>
                <a:lnTo>
                  <a:pt x="111252" y="89916"/>
                </a:lnTo>
                <a:lnTo>
                  <a:pt x="128016" y="73152"/>
                </a:lnTo>
                <a:lnTo>
                  <a:pt x="144780" y="89916"/>
                </a:lnTo>
                <a:close/>
              </a:path>
              <a:path w="356870" h="401320">
                <a:moveTo>
                  <a:pt x="0" y="397764"/>
                </a:moveTo>
                <a:lnTo>
                  <a:pt x="176" y="367474"/>
                </a:lnTo>
                <a:lnTo>
                  <a:pt x="302" y="351853"/>
                </a:lnTo>
                <a:lnTo>
                  <a:pt x="1285" y="275605"/>
                </a:lnTo>
                <a:lnTo>
                  <a:pt x="1319" y="269748"/>
                </a:lnTo>
                <a:lnTo>
                  <a:pt x="1425" y="176784"/>
                </a:lnTo>
                <a:lnTo>
                  <a:pt x="1301" y="151828"/>
                </a:lnTo>
                <a:lnTo>
                  <a:pt x="881" y="114681"/>
                </a:lnTo>
                <a:lnTo>
                  <a:pt x="0" y="74676"/>
                </a:lnTo>
                <a:lnTo>
                  <a:pt x="25908" y="89916"/>
                </a:lnTo>
                <a:lnTo>
                  <a:pt x="144780" y="89916"/>
                </a:lnTo>
                <a:lnTo>
                  <a:pt x="153924" y="99060"/>
                </a:lnTo>
                <a:lnTo>
                  <a:pt x="151828" y="100584"/>
                </a:lnTo>
                <a:lnTo>
                  <a:pt x="24384" y="100584"/>
                </a:lnTo>
                <a:lnTo>
                  <a:pt x="24384" y="211836"/>
                </a:lnTo>
                <a:lnTo>
                  <a:pt x="137205" y="211836"/>
                </a:lnTo>
                <a:lnTo>
                  <a:pt x="137219" y="222504"/>
                </a:lnTo>
                <a:lnTo>
                  <a:pt x="24384" y="222504"/>
                </a:lnTo>
                <a:lnTo>
                  <a:pt x="24384" y="344424"/>
                </a:lnTo>
                <a:lnTo>
                  <a:pt x="137922" y="344424"/>
                </a:lnTo>
                <a:lnTo>
                  <a:pt x="138123" y="353568"/>
                </a:lnTo>
                <a:lnTo>
                  <a:pt x="24384" y="353568"/>
                </a:lnTo>
                <a:lnTo>
                  <a:pt x="24384" y="384048"/>
                </a:lnTo>
                <a:lnTo>
                  <a:pt x="0" y="397764"/>
                </a:lnTo>
                <a:close/>
              </a:path>
              <a:path w="356870" h="401320">
                <a:moveTo>
                  <a:pt x="350161" y="96012"/>
                </a:moveTo>
                <a:lnTo>
                  <a:pt x="310896" y="96012"/>
                </a:lnTo>
                <a:lnTo>
                  <a:pt x="329184" y="76200"/>
                </a:lnTo>
                <a:lnTo>
                  <a:pt x="350161" y="96012"/>
                </a:lnTo>
                <a:close/>
              </a:path>
              <a:path w="356870" h="401320">
                <a:moveTo>
                  <a:pt x="137205" y="211836"/>
                </a:moveTo>
                <a:lnTo>
                  <a:pt x="114300" y="211836"/>
                </a:lnTo>
                <a:lnTo>
                  <a:pt x="114300" y="100584"/>
                </a:lnTo>
                <a:lnTo>
                  <a:pt x="151828" y="100584"/>
                </a:lnTo>
                <a:lnTo>
                  <a:pt x="137160" y="111252"/>
                </a:lnTo>
                <a:lnTo>
                  <a:pt x="137205" y="211836"/>
                </a:lnTo>
                <a:close/>
              </a:path>
              <a:path w="356870" h="401320">
                <a:moveTo>
                  <a:pt x="326280" y="359664"/>
                </a:moveTo>
                <a:lnTo>
                  <a:pt x="283464" y="359664"/>
                </a:lnTo>
                <a:lnTo>
                  <a:pt x="291750" y="357687"/>
                </a:lnTo>
                <a:lnTo>
                  <a:pt x="298323" y="351853"/>
                </a:lnTo>
                <a:lnTo>
                  <a:pt x="308586" y="304895"/>
                </a:lnTo>
                <a:lnTo>
                  <a:pt x="310705" y="259461"/>
                </a:lnTo>
                <a:lnTo>
                  <a:pt x="312539" y="192881"/>
                </a:lnTo>
                <a:lnTo>
                  <a:pt x="313944" y="105156"/>
                </a:lnTo>
                <a:lnTo>
                  <a:pt x="352425" y="105156"/>
                </a:lnTo>
                <a:lnTo>
                  <a:pt x="339852" y="114300"/>
                </a:lnTo>
                <a:lnTo>
                  <a:pt x="338789" y="186213"/>
                </a:lnTo>
                <a:lnTo>
                  <a:pt x="337291" y="248631"/>
                </a:lnTo>
                <a:lnTo>
                  <a:pt x="335462" y="294583"/>
                </a:lnTo>
                <a:lnTo>
                  <a:pt x="333268" y="326489"/>
                </a:lnTo>
                <a:lnTo>
                  <a:pt x="330708" y="344424"/>
                </a:lnTo>
                <a:lnTo>
                  <a:pt x="327231" y="357020"/>
                </a:lnTo>
                <a:lnTo>
                  <a:pt x="326280" y="359664"/>
                </a:lnTo>
                <a:close/>
              </a:path>
              <a:path w="356870" h="401320">
                <a:moveTo>
                  <a:pt x="231648" y="269748"/>
                </a:moveTo>
                <a:lnTo>
                  <a:pt x="228600" y="269748"/>
                </a:lnTo>
                <a:lnTo>
                  <a:pt x="225432" y="268081"/>
                </a:lnTo>
                <a:lnTo>
                  <a:pt x="222694" y="263271"/>
                </a:lnTo>
                <a:lnTo>
                  <a:pt x="220241" y="255603"/>
                </a:lnTo>
                <a:lnTo>
                  <a:pt x="217932" y="245364"/>
                </a:lnTo>
                <a:lnTo>
                  <a:pt x="213598" y="227576"/>
                </a:lnTo>
                <a:lnTo>
                  <a:pt x="207264" y="210502"/>
                </a:lnTo>
                <a:lnTo>
                  <a:pt x="198643" y="193714"/>
                </a:lnTo>
                <a:lnTo>
                  <a:pt x="187452" y="176784"/>
                </a:lnTo>
                <a:lnTo>
                  <a:pt x="190500" y="172212"/>
                </a:lnTo>
                <a:lnTo>
                  <a:pt x="223456" y="198501"/>
                </a:lnTo>
                <a:lnTo>
                  <a:pt x="246888" y="234696"/>
                </a:lnTo>
                <a:lnTo>
                  <a:pt x="246888" y="246888"/>
                </a:lnTo>
                <a:lnTo>
                  <a:pt x="243840" y="254508"/>
                </a:lnTo>
                <a:lnTo>
                  <a:pt x="234696" y="266700"/>
                </a:lnTo>
                <a:lnTo>
                  <a:pt x="231648" y="269748"/>
                </a:lnTo>
                <a:close/>
              </a:path>
              <a:path w="356870" h="401320">
                <a:moveTo>
                  <a:pt x="137922" y="344424"/>
                </a:moveTo>
                <a:lnTo>
                  <a:pt x="114300" y="344424"/>
                </a:lnTo>
                <a:lnTo>
                  <a:pt x="114300" y="222504"/>
                </a:lnTo>
                <a:lnTo>
                  <a:pt x="137219" y="222504"/>
                </a:lnTo>
                <a:lnTo>
                  <a:pt x="137337" y="269748"/>
                </a:lnTo>
                <a:lnTo>
                  <a:pt x="137494" y="304895"/>
                </a:lnTo>
                <a:lnTo>
                  <a:pt x="137922" y="344424"/>
                </a:lnTo>
                <a:close/>
              </a:path>
              <a:path w="356870" h="401320">
                <a:moveTo>
                  <a:pt x="277367" y="400812"/>
                </a:moveTo>
                <a:lnTo>
                  <a:pt x="270486" y="387953"/>
                </a:lnTo>
                <a:lnTo>
                  <a:pt x="258889" y="376809"/>
                </a:lnTo>
                <a:lnTo>
                  <a:pt x="242435" y="367379"/>
                </a:lnTo>
                <a:lnTo>
                  <a:pt x="220979" y="359664"/>
                </a:lnTo>
                <a:lnTo>
                  <a:pt x="220979" y="350520"/>
                </a:lnTo>
                <a:lnTo>
                  <a:pt x="241030" y="354520"/>
                </a:lnTo>
                <a:lnTo>
                  <a:pt x="257937" y="357378"/>
                </a:lnTo>
                <a:lnTo>
                  <a:pt x="271986" y="359092"/>
                </a:lnTo>
                <a:lnTo>
                  <a:pt x="283464" y="359664"/>
                </a:lnTo>
                <a:lnTo>
                  <a:pt x="326280" y="359664"/>
                </a:lnTo>
                <a:lnTo>
                  <a:pt x="323469" y="367474"/>
                </a:lnTo>
                <a:lnTo>
                  <a:pt x="289083" y="396240"/>
                </a:lnTo>
                <a:lnTo>
                  <a:pt x="277367" y="400812"/>
                </a:lnTo>
                <a:close/>
              </a:path>
              <a:path w="356870" h="401320">
                <a:moveTo>
                  <a:pt x="114300" y="390144"/>
                </a:moveTo>
                <a:lnTo>
                  <a:pt x="114300" y="353568"/>
                </a:lnTo>
                <a:lnTo>
                  <a:pt x="138123" y="353568"/>
                </a:lnTo>
                <a:lnTo>
                  <a:pt x="138684" y="376428"/>
                </a:lnTo>
                <a:lnTo>
                  <a:pt x="114300" y="39014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" name="object 54"/>
          <p:cNvSpPr/>
          <p:nvPr/>
        </p:nvSpPr>
        <p:spPr>
          <a:xfrm>
            <a:off x="6574535" y="4826508"/>
            <a:ext cx="402590" cy="408940"/>
          </a:xfrm>
          <a:custGeom>
            <a:avLst/>
            <a:gdLst/>
            <a:ahLst/>
            <a:cxnLst/>
            <a:rect l="l" t="t" r="r" b="b"/>
            <a:pathLst>
              <a:path w="402590" h="408939">
                <a:moveTo>
                  <a:pt x="185928" y="70104"/>
                </a:moveTo>
                <a:lnTo>
                  <a:pt x="155448" y="70104"/>
                </a:lnTo>
                <a:lnTo>
                  <a:pt x="164615" y="49506"/>
                </a:lnTo>
                <a:lnTo>
                  <a:pt x="171640" y="31051"/>
                </a:lnTo>
                <a:lnTo>
                  <a:pt x="176664" y="14597"/>
                </a:lnTo>
                <a:lnTo>
                  <a:pt x="179832" y="0"/>
                </a:lnTo>
                <a:lnTo>
                  <a:pt x="224028" y="24384"/>
                </a:lnTo>
                <a:lnTo>
                  <a:pt x="207264" y="30480"/>
                </a:lnTo>
                <a:lnTo>
                  <a:pt x="200929" y="42457"/>
                </a:lnTo>
                <a:lnTo>
                  <a:pt x="195453" y="53149"/>
                </a:lnTo>
                <a:lnTo>
                  <a:pt x="190547" y="62412"/>
                </a:lnTo>
                <a:lnTo>
                  <a:pt x="185928" y="70104"/>
                </a:lnTo>
                <a:close/>
              </a:path>
              <a:path w="402590" h="408939">
                <a:moveTo>
                  <a:pt x="15240" y="86868"/>
                </a:moveTo>
                <a:lnTo>
                  <a:pt x="0" y="70104"/>
                </a:lnTo>
                <a:lnTo>
                  <a:pt x="333756" y="70104"/>
                </a:lnTo>
                <a:lnTo>
                  <a:pt x="362712" y="41148"/>
                </a:lnTo>
                <a:lnTo>
                  <a:pt x="402336" y="80772"/>
                </a:lnTo>
                <a:lnTo>
                  <a:pt x="56388" y="80772"/>
                </a:lnTo>
                <a:lnTo>
                  <a:pt x="46101" y="81081"/>
                </a:lnTo>
                <a:lnTo>
                  <a:pt x="35814" y="82105"/>
                </a:lnTo>
                <a:lnTo>
                  <a:pt x="25527" y="83986"/>
                </a:lnTo>
                <a:lnTo>
                  <a:pt x="15240" y="86868"/>
                </a:lnTo>
                <a:close/>
              </a:path>
              <a:path w="402590" h="408939">
                <a:moveTo>
                  <a:pt x="4572" y="268224"/>
                </a:moveTo>
                <a:lnTo>
                  <a:pt x="0" y="263652"/>
                </a:lnTo>
                <a:lnTo>
                  <a:pt x="23383" y="244197"/>
                </a:lnTo>
                <a:lnTo>
                  <a:pt x="45339" y="224599"/>
                </a:lnTo>
                <a:lnTo>
                  <a:pt x="83820" y="184404"/>
                </a:lnTo>
                <a:lnTo>
                  <a:pt x="119253" y="138303"/>
                </a:lnTo>
                <a:lnTo>
                  <a:pt x="152400" y="80772"/>
                </a:lnTo>
                <a:lnTo>
                  <a:pt x="182880" y="80772"/>
                </a:lnTo>
                <a:lnTo>
                  <a:pt x="172593" y="97607"/>
                </a:lnTo>
                <a:lnTo>
                  <a:pt x="162306" y="113728"/>
                </a:lnTo>
                <a:lnTo>
                  <a:pt x="152019" y="128992"/>
                </a:lnTo>
                <a:lnTo>
                  <a:pt x="141732" y="143256"/>
                </a:lnTo>
                <a:lnTo>
                  <a:pt x="327558" y="143256"/>
                </a:lnTo>
                <a:lnTo>
                  <a:pt x="335280" y="149352"/>
                </a:lnTo>
                <a:lnTo>
                  <a:pt x="329565" y="153924"/>
                </a:lnTo>
                <a:lnTo>
                  <a:pt x="135636" y="153924"/>
                </a:lnTo>
                <a:lnTo>
                  <a:pt x="135636" y="181356"/>
                </a:lnTo>
                <a:lnTo>
                  <a:pt x="111252" y="181356"/>
                </a:lnTo>
                <a:lnTo>
                  <a:pt x="86439" y="206502"/>
                </a:lnTo>
                <a:lnTo>
                  <a:pt x="60198" y="229362"/>
                </a:lnTo>
                <a:lnTo>
                  <a:pt x="32813" y="249936"/>
                </a:lnTo>
                <a:lnTo>
                  <a:pt x="4572" y="268224"/>
                </a:lnTo>
                <a:close/>
              </a:path>
              <a:path w="402590" h="408939">
                <a:moveTo>
                  <a:pt x="327558" y="143256"/>
                </a:moveTo>
                <a:lnTo>
                  <a:pt x="291084" y="143256"/>
                </a:lnTo>
                <a:lnTo>
                  <a:pt x="306324" y="126492"/>
                </a:lnTo>
                <a:lnTo>
                  <a:pt x="327558" y="143256"/>
                </a:lnTo>
                <a:close/>
              </a:path>
              <a:path w="402590" h="408939">
                <a:moveTo>
                  <a:pt x="320040" y="214884"/>
                </a:moveTo>
                <a:lnTo>
                  <a:pt x="295655" y="214884"/>
                </a:lnTo>
                <a:lnTo>
                  <a:pt x="295655" y="153924"/>
                </a:lnTo>
                <a:lnTo>
                  <a:pt x="329565" y="153924"/>
                </a:lnTo>
                <a:lnTo>
                  <a:pt x="320040" y="161544"/>
                </a:lnTo>
                <a:lnTo>
                  <a:pt x="320040" y="214884"/>
                </a:lnTo>
                <a:close/>
              </a:path>
              <a:path w="402590" h="408939">
                <a:moveTo>
                  <a:pt x="109728" y="408432"/>
                </a:moveTo>
                <a:lnTo>
                  <a:pt x="109966" y="383024"/>
                </a:lnTo>
                <a:lnTo>
                  <a:pt x="110490" y="336613"/>
                </a:lnTo>
                <a:lnTo>
                  <a:pt x="111013" y="269343"/>
                </a:lnTo>
                <a:lnTo>
                  <a:pt x="111252" y="181356"/>
                </a:lnTo>
                <a:lnTo>
                  <a:pt x="135636" y="181356"/>
                </a:lnTo>
                <a:lnTo>
                  <a:pt x="135636" y="214884"/>
                </a:lnTo>
                <a:lnTo>
                  <a:pt x="320040" y="214884"/>
                </a:lnTo>
                <a:lnTo>
                  <a:pt x="320040" y="225552"/>
                </a:lnTo>
                <a:lnTo>
                  <a:pt x="135636" y="225552"/>
                </a:lnTo>
                <a:lnTo>
                  <a:pt x="135636" y="283464"/>
                </a:lnTo>
                <a:lnTo>
                  <a:pt x="320040" y="283464"/>
                </a:lnTo>
                <a:lnTo>
                  <a:pt x="320040" y="292608"/>
                </a:lnTo>
                <a:lnTo>
                  <a:pt x="135636" y="292608"/>
                </a:lnTo>
                <a:lnTo>
                  <a:pt x="135636" y="391668"/>
                </a:lnTo>
                <a:lnTo>
                  <a:pt x="109728" y="408432"/>
                </a:lnTo>
                <a:close/>
              </a:path>
              <a:path w="402590" h="408939">
                <a:moveTo>
                  <a:pt x="320040" y="283464"/>
                </a:moveTo>
                <a:lnTo>
                  <a:pt x="295655" y="283464"/>
                </a:lnTo>
                <a:lnTo>
                  <a:pt x="295655" y="225552"/>
                </a:lnTo>
                <a:lnTo>
                  <a:pt x="320040" y="225552"/>
                </a:lnTo>
                <a:lnTo>
                  <a:pt x="320040" y="283464"/>
                </a:lnTo>
                <a:close/>
              </a:path>
              <a:path w="402590" h="408939">
                <a:moveTo>
                  <a:pt x="319158" y="370332"/>
                </a:moveTo>
                <a:lnTo>
                  <a:pt x="289560" y="370332"/>
                </a:lnTo>
                <a:lnTo>
                  <a:pt x="295655" y="364236"/>
                </a:lnTo>
                <a:lnTo>
                  <a:pt x="295655" y="292608"/>
                </a:lnTo>
                <a:lnTo>
                  <a:pt x="320040" y="292608"/>
                </a:lnTo>
                <a:lnTo>
                  <a:pt x="320040" y="365760"/>
                </a:lnTo>
                <a:lnTo>
                  <a:pt x="319158" y="370332"/>
                </a:lnTo>
                <a:close/>
              </a:path>
              <a:path w="402590" h="408939">
                <a:moveTo>
                  <a:pt x="281940" y="408432"/>
                </a:moveTo>
                <a:lnTo>
                  <a:pt x="279058" y="398454"/>
                </a:lnTo>
                <a:lnTo>
                  <a:pt x="270319" y="389191"/>
                </a:lnTo>
                <a:lnTo>
                  <a:pt x="255579" y="380785"/>
                </a:lnTo>
                <a:lnTo>
                  <a:pt x="234696" y="373380"/>
                </a:lnTo>
                <a:lnTo>
                  <a:pt x="234696" y="364236"/>
                </a:lnTo>
                <a:lnTo>
                  <a:pt x="260794" y="368427"/>
                </a:lnTo>
                <a:lnTo>
                  <a:pt x="270914" y="369808"/>
                </a:lnTo>
                <a:lnTo>
                  <a:pt x="278892" y="370332"/>
                </a:lnTo>
                <a:lnTo>
                  <a:pt x="319158" y="370332"/>
                </a:lnTo>
                <a:lnTo>
                  <a:pt x="317515" y="378856"/>
                </a:lnTo>
                <a:lnTo>
                  <a:pt x="310134" y="390525"/>
                </a:lnTo>
                <a:lnTo>
                  <a:pt x="298180" y="400478"/>
                </a:lnTo>
                <a:lnTo>
                  <a:pt x="281940" y="40843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" name="object 55"/>
          <p:cNvSpPr/>
          <p:nvPr/>
        </p:nvSpPr>
        <p:spPr>
          <a:xfrm>
            <a:off x="7028675" y="4824983"/>
            <a:ext cx="1290955" cy="411480"/>
          </a:xfrm>
          <a:custGeom>
            <a:avLst/>
            <a:gdLst/>
            <a:ahLst/>
            <a:cxnLst/>
            <a:rect l="l" t="t" r="r" b="b"/>
            <a:pathLst>
              <a:path w="1290954" h="411479">
                <a:moveTo>
                  <a:pt x="103632" y="132588"/>
                </a:moveTo>
                <a:lnTo>
                  <a:pt x="70104" y="111252"/>
                </a:lnTo>
                <a:lnTo>
                  <a:pt x="57010" y="143789"/>
                </a:lnTo>
                <a:lnTo>
                  <a:pt x="40767" y="174879"/>
                </a:lnTo>
                <a:lnTo>
                  <a:pt x="21678" y="204266"/>
                </a:lnTo>
                <a:lnTo>
                  <a:pt x="0" y="231648"/>
                </a:lnTo>
                <a:lnTo>
                  <a:pt x="4572" y="236220"/>
                </a:lnTo>
                <a:lnTo>
                  <a:pt x="21958" y="220789"/>
                </a:lnTo>
                <a:lnTo>
                  <a:pt x="41910" y="199644"/>
                </a:lnTo>
                <a:lnTo>
                  <a:pt x="64160" y="172783"/>
                </a:lnTo>
                <a:lnTo>
                  <a:pt x="88392" y="140208"/>
                </a:lnTo>
                <a:lnTo>
                  <a:pt x="103632" y="132588"/>
                </a:lnTo>
                <a:close/>
              </a:path>
              <a:path w="1290954" h="411479">
                <a:moveTo>
                  <a:pt x="181356" y="332232"/>
                </a:moveTo>
                <a:lnTo>
                  <a:pt x="163855" y="297992"/>
                </a:lnTo>
                <a:lnTo>
                  <a:pt x="131064" y="266700"/>
                </a:lnTo>
                <a:lnTo>
                  <a:pt x="138823" y="252984"/>
                </a:lnTo>
                <a:lnTo>
                  <a:pt x="144805" y="242417"/>
                </a:lnTo>
                <a:lnTo>
                  <a:pt x="156400" y="224409"/>
                </a:lnTo>
                <a:lnTo>
                  <a:pt x="166001" y="212699"/>
                </a:lnTo>
                <a:lnTo>
                  <a:pt x="173736" y="207264"/>
                </a:lnTo>
                <a:lnTo>
                  <a:pt x="141732" y="181356"/>
                </a:lnTo>
                <a:lnTo>
                  <a:pt x="138328" y="196202"/>
                </a:lnTo>
                <a:lnTo>
                  <a:pt x="132778" y="213169"/>
                </a:lnTo>
                <a:lnTo>
                  <a:pt x="125234" y="232156"/>
                </a:lnTo>
                <a:lnTo>
                  <a:pt x="115824" y="252984"/>
                </a:lnTo>
                <a:lnTo>
                  <a:pt x="101854" y="241846"/>
                </a:lnTo>
                <a:lnTo>
                  <a:pt x="87439" y="231267"/>
                </a:lnTo>
                <a:lnTo>
                  <a:pt x="72758" y="221272"/>
                </a:lnTo>
                <a:lnTo>
                  <a:pt x="57912" y="211836"/>
                </a:lnTo>
                <a:lnTo>
                  <a:pt x="54864" y="216408"/>
                </a:lnTo>
                <a:lnTo>
                  <a:pt x="66611" y="227507"/>
                </a:lnTo>
                <a:lnTo>
                  <a:pt x="79057" y="240030"/>
                </a:lnTo>
                <a:lnTo>
                  <a:pt x="92379" y="253707"/>
                </a:lnTo>
                <a:lnTo>
                  <a:pt x="106680" y="268224"/>
                </a:lnTo>
                <a:lnTo>
                  <a:pt x="82969" y="305117"/>
                </a:lnTo>
                <a:lnTo>
                  <a:pt x="57531" y="338137"/>
                </a:lnTo>
                <a:lnTo>
                  <a:pt x="30391" y="367461"/>
                </a:lnTo>
                <a:lnTo>
                  <a:pt x="1524" y="393192"/>
                </a:lnTo>
                <a:lnTo>
                  <a:pt x="4572" y="399288"/>
                </a:lnTo>
                <a:lnTo>
                  <a:pt x="36601" y="376720"/>
                </a:lnTo>
                <a:lnTo>
                  <a:pt x="66484" y="350139"/>
                </a:lnTo>
                <a:lnTo>
                  <a:pt x="94373" y="319570"/>
                </a:lnTo>
                <a:lnTo>
                  <a:pt x="120396" y="284988"/>
                </a:lnTo>
                <a:lnTo>
                  <a:pt x="132994" y="300659"/>
                </a:lnTo>
                <a:lnTo>
                  <a:pt x="143446" y="315468"/>
                </a:lnTo>
                <a:lnTo>
                  <a:pt x="151904" y="329145"/>
                </a:lnTo>
                <a:lnTo>
                  <a:pt x="158496" y="341376"/>
                </a:lnTo>
                <a:lnTo>
                  <a:pt x="163068" y="353568"/>
                </a:lnTo>
                <a:lnTo>
                  <a:pt x="167640" y="359664"/>
                </a:lnTo>
                <a:lnTo>
                  <a:pt x="172212" y="359664"/>
                </a:lnTo>
                <a:lnTo>
                  <a:pt x="175260" y="355092"/>
                </a:lnTo>
                <a:lnTo>
                  <a:pt x="176784" y="348996"/>
                </a:lnTo>
                <a:lnTo>
                  <a:pt x="179832" y="342900"/>
                </a:lnTo>
                <a:lnTo>
                  <a:pt x="181356" y="336804"/>
                </a:lnTo>
                <a:lnTo>
                  <a:pt x="181356" y="332232"/>
                </a:lnTo>
                <a:close/>
              </a:path>
              <a:path w="1290954" h="411479">
                <a:moveTo>
                  <a:pt x="198120" y="153924"/>
                </a:moveTo>
                <a:lnTo>
                  <a:pt x="166306" y="127635"/>
                </a:lnTo>
                <a:lnTo>
                  <a:pt x="134112" y="112776"/>
                </a:lnTo>
                <a:lnTo>
                  <a:pt x="131064" y="117348"/>
                </a:lnTo>
                <a:lnTo>
                  <a:pt x="144805" y="131953"/>
                </a:lnTo>
                <a:lnTo>
                  <a:pt x="156400" y="146113"/>
                </a:lnTo>
                <a:lnTo>
                  <a:pt x="166001" y="160007"/>
                </a:lnTo>
                <a:lnTo>
                  <a:pt x="173736" y="173736"/>
                </a:lnTo>
                <a:lnTo>
                  <a:pt x="181356" y="188976"/>
                </a:lnTo>
                <a:lnTo>
                  <a:pt x="187452" y="188976"/>
                </a:lnTo>
                <a:lnTo>
                  <a:pt x="190500" y="185928"/>
                </a:lnTo>
                <a:lnTo>
                  <a:pt x="196596" y="170688"/>
                </a:lnTo>
                <a:lnTo>
                  <a:pt x="198120" y="166116"/>
                </a:lnTo>
                <a:lnTo>
                  <a:pt x="198120" y="153924"/>
                </a:lnTo>
                <a:close/>
              </a:path>
              <a:path w="1290954" h="411479">
                <a:moveTo>
                  <a:pt x="220980" y="96012"/>
                </a:moveTo>
                <a:lnTo>
                  <a:pt x="190500" y="65532"/>
                </a:lnTo>
                <a:lnTo>
                  <a:pt x="169164" y="86868"/>
                </a:lnTo>
                <a:lnTo>
                  <a:pt x="124968" y="86868"/>
                </a:lnTo>
                <a:lnTo>
                  <a:pt x="131064" y="77724"/>
                </a:lnTo>
                <a:lnTo>
                  <a:pt x="134112" y="70104"/>
                </a:lnTo>
                <a:lnTo>
                  <a:pt x="134112" y="64008"/>
                </a:lnTo>
                <a:lnTo>
                  <a:pt x="104965" y="25908"/>
                </a:lnTo>
                <a:lnTo>
                  <a:pt x="77724" y="7620"/>
                </a:lnTo>
                <a:lnTo>
                  <a:pt x="71628" y="12192"/>
                </a:lnTo>
                <a:lnTo>
                  <a:pt x="81064" y="23342"/>
                </a:lnTo>
                <a:lnTo>
                  <a:pt x="88773" y="33909"/>
                </a:lnTo>
                <a:lnTo>
                  <a:pt x="105346" y="70675"/>
                </a:lnTo>
                <a:lnTo>
                  <a:pt x="108204" y="86868"/>
                </a:lnTo>
                <a:lnTo>
                  <a:pt x="10668" y="86868"/>
                </a:lnTo>
                <a:lnTo>
                  <a:pt x="27432" y="102108"/>
                </a:lnTo>
                <a:lnTo>
                  <a:pt x="36868" y="99872"/>
                </a:lnTo>
                <a:lnTo>
                  <a:pt x="46863" y="97917"/>
                </a:lnTo>
                <a:lnTo>
                  <a:pt x="57442" y="96545"/>
                </a:lnTo>
                <a:lnTo>
                  <a:pt x="68580" y="96012"/>
                </a:lnTo>
                <a:lnTo>
                  <a:pt x="220980" y="96012"/>
                </a:lnTo>
                <a:close/>
              </a:path>
              <a:path w="1290954" h="411479">
                <a:moveTo>
                  <a:pt x="397764" y="123444"/>
                </a:moveTo>
                <a:lnTo>
                  <a:pt x="387096" y="112776"/>
                </a:lnTo>
                <a:lnTo>
                  <a:pt x="365760" y="91440"/>
                </a:lnTo>
                <a:lnTo>
                  <a:pt x="344424" y="112776"/>
                </a:lnTo>
                <a:lnTo>
                  <a:pt x="327660" y="112776"/>
                </a:lnTo>
                <a:lnTo>
                  <a:pt x="327660" y="123444"/>
                </a:lnTo>
                <a:lnTo>
                  <a:pt x="320802" y="169151"/>
                </a:lnTo>
                <a:lnTo>
                  <a:pt x="311658" y="210121"/>
                </a:lnTo>
                <a:lnTo>
                  <a:pt x="300228" y="246253"/>
                </a:lnTo>
                <a:lnTo>
                  <a:pt x="286512" y="277368"/>
                </a:lnTo>
                <a:lnTo>
                  <a:pt x="273659" y="248221"/>
                </a:lnTo>
                <a:lnTo>
                  <a:pt x="262509" y="215646"/>
                </a:lnTo>
                <a:lnTo>
                  <a:pt x="253085" y="179641"/>
                </a:lnTo>
                <a:lnTo>
                  <a:pt x="248056" y="153924"/>
                </a:lnTo>
                <a:lnTo>
                  <a:pt x="245364" y="140208"/>
                </a:lnTo>
                <a:lnTo>
                  <a:pt x="252984" y="123444"/>
                </a:lnTo>
                <a:lnTo>
                  <a:pt x="327660" y="123444"/>
                </a:lnTo>
                <a:lnTo>
                  <a:pt x="327660" y="112776"/>
                </a:lnTo>
                <a:lnTo>
                  <a:pt x="256032" y="112776"/>
                </a:lnTo>
                <a:lnTo>
                  <a:pt x="275844" y="61722"/>
                </a:lnTo>
                <a:lnTo>
                  <a:pt x="282181" y="46342"/>
                </a:lnTo>
                <a:lnTo>
                  <a:pt x="286512" y="38100"/>
                </a:lnTo>
                <a:lnTo>
                  <a:pt x="289560" y="30480"/>
                </a:lnTo>
                <a:lnTo>
                  <a:pt x="295656" y="25908"/>
                </a:lnTo>
                <a:lnTo>
                  <a:pt x="303276" y="21336"/>
                </a:lnTo>
                <a:lnTo>
                  <a:pt x="262128" y="1524"/>
                </a:lnTo>
                <a:lnTo>
                  <a:pt x="251167" y="52171"/>
                </a:lnTo>
                <a:lnTo>
                  <a:pt x="238455" y="99822"/>
                </a:lnTo>
                <a:lnTo>
                  <a:pt x="224053" y="144399"/>
                </a:lnTo>
                <a:lnTo>
                  <a:pt x="208051" y="185826"/>
                </a:lnTo>
                <a:lnTo>
                  <a:pt x="190500" y="224028"/>
                </a:lnTo>
                <a:lnTo>
                  <a:pt x="195072" y="227076"/>
                </a:lnTo>
                <a:lnTo>
                  <a:pt x="206489" y="212217"/>
                </a:lnTo>
                <a:lnTo>
                  <a:pt x="217741" y="195072"/>
                </a:lnTo>
                <a:lnTo>
                  <a:pt x="228727" y="175641"/>
                </a:lnTo>
                <a:lnTo>
                  <a:pt x="239268" y="153924"/>
                </a:lnTo>
                <a:lnTo>
                  <a:pt x="243014" y="189382"/>
                </a:lnTo>
                <a:lnTo>
                  <a:pt x="249745" y="224980"/>
                </a:lnTo>
                <a:lnTo>
                  <a:pt x="259638" y="260870"/>
                </a:lnTo>
                <a:lnTo>
                  <a:pt x="272796" y="297180"/>
                </a:lnTo>
                <a:lnTo>
                  <a:pt x="246507" y="326263"/>
                </a:lnTo>
                <a:lnTo>
                  <a:pt x="215455" y="353949"/>
                </a:lnTo>
                <a:lnTo>
                  <a:pt x="179578" y="379907"/>
                </a:lnTo>
                <a:lnTo>
                  <a:pt x="138684" y="403860"/>
                </a:lnTo>
                <a:lnTo>
                  <a:pt x="141732" y="409956"/>
                </a:lnTo>
                <a:lnTo>
                  <a:pt x="182079" y="390486"/>
                </a:lnTo>
                <a:lnTo>
                  <a:pt x="218694" y="368427"/>
                </a:lnTo>
                <a:lnTo>
                  <a:pt x="251891" y="343522"/>
                </a:lnTo>
                <a:lnTo>
                  <a:pt x="281940" y="315468"/>
                </a:lnTo>
                <a:lnTo>
                  <a:pt x="300202" y="341376"/>
                </a:lnTo>
                <a:lnTo>
                  <a:pt x="318706" y="364426"/>
                </a:lnTo>
                <a:lnTo>
                  <a:pt x="337451" y="384263"/>
                </a:lnTo>
                <a:lnTo>
                  <a:pt x="356616" y="400812"/>
                </a:lnTo>
                <a:lnTo>
                  <a:pt x="361746" y="392798"/>
                </a:lnTo>
                <a:lnTo>
                  <a:pt x="370141" y="386905"/>
                </a:lnTo>
                <a:lnTo>
                  <a:pt x="381698" y="383032"/>
                </a:lnTo>
                <a:lnTo>
                  <a:pt x="396240" y="381000"/>
                </a:lnTo>
                <a:lnTo>
                  <a:pt x="396240" y="374904"/>
                </a:lnTo>
                <a:lnTo>
                  <a:pt x="370293" y="366890"/>
                </a:lnTo>
                <a:lnTo>
                  <a:pt x="345186" y="351853"/>
                </a:lnTo>
                <a:lnTo>
                  <a:pt x="321233" y="329692"/>
                </a:lnTo>
                <a:lnTo>
                  <a:pt x="310362" y="315468"/>
                </a:lnTo>
                <a:lnTo>
                  <a:pt x="298704" y="300228"/>
                </a:lnTo>
                <a:lnTo>
                  <a:pt x="316687" y="262534"/>
                </a:lnTo>
                <a:lnTo>
                  <a:pt x="331660" y="220408"/>
                </a:lnTo>
                <a:lnTo>
                  <a:pt x="343496" y="174002"/>
                </a:lnTo>
                <a:lnTo>
                  <a:pt x="352044" y="123444"/>
                </a:lnTo>
                <a:lnTo>
                  <a:pt x="397764" y="123444"/>
                </a:lnTo>
                <a:close/>
              </a:path>
              <a:path w="1290954" h="411479">
                <a:moveTo>
                  <a:pt x="652272" y="64008"/>
                </a:moveTo>
                <a:lnTo>
                  <a:pt x="643128" y="53340"/>
                </a:lnTo>
                <a:lnTo>
                  <a:pt x="624840" y="32004"/>
                </a:lnTo>
                <a:lnTo>
                  <a:pt x="603504" y="53340"/>
                </a:lnTo>
                <a:lnTo>
                  <a:pt x="527304" y="53340"/>
                </a:lnTo>
                <a:lnTo>
                  <a:pt x="532498" y="45910"/>
                </a:lnTo>
                <a:lnTo>
                  <a:pt x="536829" y="39624"/>
                </a:lnTo>
                <a:lnTo>
                  <a:pt x="540600" y="34480"/>
                </a:lnTo>
                <a:lnTo>
                  <a:pt x="544068" y="30480"/>
                </a:lnTo>
                <a:lnTo>
                  <a:pt x="553212" y="21336"/>
                </a:lnTo>
                <a:lnTo>
                  <a:pt x="560832" y="18288"/>
                </a:lnTo>
                <a:lnTo>
                  <a:pt x="525780" y="0"/>
                </a:lnTo>
                <a:lnTo>
                  <a:pt x="503872" y="53721"/>
                </a:lnTo>
                <a:lnTo>
                  <a:pt x="483108" y="91440"/>
                </a:lnTo>
                <a:lnTo>
                  <a:pt x="453961" y="128308"/>
                </a:lnTo>
                <a:lnTo>
                  <a:pt x="446532" y="137160"/>
                </a:lnTo>
                <a:lnTo>
                  <a:pt x="449580" y="141732"/>
                </a:lnTo>
                <a:lnTo>
                  <a:pt x="480872" y="115595"/>
                </a:lnTo>
                <a:lnTo>
                  <a:pt x="513854" y="76250"/>
                </a:lnTo>
                <a:lnTo>
                  <a:pt x="522732" y="64008"/>
                </a:lnTo>
                <a:lnTo>
                  <a:pt x="551688" y="64008"/>
                </a:lnTo>
                <a:lnTo>
                  <a:pt x="570064" y="97878"/>
                </a:lnTo>
                <a:lnTo>
                  <a:pt x="571500" y="103632"/>
                </a:lnTo>
                <a:lnTo>
                  <a:pt x="574548" y="112776"/>
                </a:lnTo>
                <a:lnTo>
                  <a:pt x="576072" y="114300"/>
                </a:lnTo>
                <a:lnTo>
                  <a:pt x="582168" y="114300"/>
                </a:lnTo>
                <a:lnTo>
                  <a:pt x="588264" y="111252"/>
                </a:lnTo>
                <a:lnTo>
                  <a:pt x="589788" y="109728"/>
                </a:lnTo>
                <a:lnTo>
                  <a:pt x="592836" y="105156"/>
                </a:lnTo>
                <a:lnTo>
                  <a:pt x="595884" y="96012"/>
                </a:lnTo>
                <a:lnTo>
                  <a:pt x="595604" y="88874"/>
                </a:lnTo>
                <a:lnTo>
                  <a:pt x="590169" y="81153"/>
                </a:lnTo>
                <a:lnTo>
                  <a:pt x="579602" y="72872"/>
                </a:lnTo>
                <a:lnTo>
                  <a:pt x="563880" y="64008"/>
                </a:lnTo>
                <a:lnTo>
                  <a:pt x="652272" y="64008"/>
                </a:lnTo>
                <a:close/>
              </a:path>
              <a:path w="1290954" h="411479">
                <a:moveTo>
                  <a:pt x="833628" y="65532"/>
                </a:moveTo>
                <a:lnTo>
                  <a:pt x="824560" y="54864"/>
                </a:lnTo>
                <a:lnTo>
                  <a:pt x="807720" y="35052"/>
                </a:lnTo>
                <a:lnTo>
                  <a:pt x="786384" y="54864"/>
                </a:lnTo>
                <a:lnTo>
                  <a:pt x="693420" y="54864"/>
                </a:lnTo>
                <a:lnTo>
                  <a:pt x="696874" y="49390"/>
                </a:lnTo>
                <a:lnTo>
                  <a:pt x="725424" y="21336"/>
                </a:lnTo>
                <a:lnTo>
                  <a:pt x="694944" y="1524"/>
                </a:lnTo>
                <a:lnTo>
                  <a:pt x="675132" y="48768"/>
                </a:lnTo>
                <a:lnTo>
                  <a:pt x="655891" y="82296"/>
                </a:lnTo>
                <a:lnTo>
                  <a:pt x="635508" y="111252"/>
                </a:lnTo>
                <a:lnTo>
                  <a:pt x="640080" y="114300"/>
                </a:lnTo>
                <a:lnTo>
                  <a:pt x="646684" y="108572"/>
                </a:lnTo>
                <a:lnTo>
                  <a:pt x="652843" y="102679"/>
                </a:lnTo>
                <a:lnTo>
                  <a:pt x="658736" y="96520"/>
                </a:lnTo>
                <a:lnTo>
                  <a:pt x="670179" y="83324"/>
                </a:lnTo>
                <a:lnTo>
                  <a:pt x="675894" y="77152"/>
                </a:lnTo>
                <a:lnTo>
                  <a:pt x="681609" y="71272"/>
                </a:lnTo>
                <a:lnTo>
                  <a:pt x="687324" y="65532"/>
                </a:lnTo>
                <a:lnTo>
                  <a:pt x="728472" y="65532"/>
                </a:lnTo>
                <a:lnTo>
                  <a:pt x="757428" y="97536"/>
                </a:lnTo>
                <a:lnTo>
                  <a:pt x="760476" y="102108"/>
                </a:lnTo>
                <a:lnTo>
                  <a:pt x="763524" y="108204"/>
                </a:lnTo>
                <a:lnTo>
                  <a:pt x="766572" y="112776"/>
                </a:lnTo>
                <a:lnTo>
                  <a:pt x="768096" y="115824"/>
                </a:lnTo>
                <a:lnTo>
                  <a:pt x="772668" y="115824"/>
                </a:lnTo>
                <a:lnTo>
                  <a:pt x="774192" y="114300"/>
                </a:lnTo>
                <a:lnTo>
                  <a:pt x="778764" y="111252"/>
                </a:lnTo>
                <a:lnTo>
                  <a:pt x="783336" y="106680"/>
                </a:lnTo>
                <a:lnTo>
                  <a:pt x="784860" y="100584"/>
                </a:lnTo>
                <a:lnTo>
                  <a:pt x="784860" y="92964"/>
                </a:lnTo>
                <a:lnTo>
                  <a:pt x="782027" y="86106"/>
                </a:lnTo>
                <a:lnTo>
                  <a:pt x="773620" y="79248"/>
                </a:lnTo>
                <a:lnTo>
                  <a:pt x="759790" y="72390"/>
                </a:lnTo>
                <a:lnTo>
                  <a:pt x="740664" y="65532"/>
                </a:lnTo>
                <a:lnTo>
                  <a:pt x="833628" y="65532"/>
                </a:lnTo>
                <a:close/>
              </a:path>
              <a:path w="1290954" h="411479">
                <a:moveTo>
                  <a:pt x="839724" y="323088"/>
                </a:moveTo>
                <a:lnTo>
                  <a:pt x="830033" y="312420"/>
                </a:lnTo>
                <a:lnTo>
                  <a:pt x="809244" y="289560"/>
                </a:lnTo>
                <a:lnTo>
                  <a:pt x="784860" y="312420"/>
                </a:lnTo>
                <a:lnTo>
                  <a:pt x="707136" y="312420"/>
                </a:lnTo>
                <a:lnTo>
                  <a:pt x="707136" y="260604"/>
                </a:lnTo>
                <a:lnTo>
                  <a:pt x="733044" y="260604"/>
                </a:lnTo>
                <a:lnTo>
                  <a:pt x="733044" y="277368"/>
                </a:lnTo>
                <a:lnTo>
                  <a:pt x="758952" y="266700"/>
                </a:lnTo>
                <a:lnTo>
                  <a:pt x="758596" y="260604"/>
                </a:lnTo>
                <a:lnTo>
                  <a:pt x="758075" y="252082"/>
                </a:lnTo>
                <a:lnTo>
                  <a:pt x="757999" y="249936"/>
                </a:lnTo>
                <a:lnTo>
                  <a:pt x="757618" y="240030"/>
                </a:lnTo>
                <a:lnTo>
                  <a:pt x="757453" y="230276"/>
                </a:lnTo>
                <a:lnTo>
                  <a:pt x="757428" y="213360"/>
                </a:lnTo>
                <a:lnTo>
                  <a:pt x="757428" y="202692"/>
                </a:lnTo>
                <a:lnTo>
                  <a:pt x="757428" y="169164"/>
                </a:lnTo>
                <a:lnTo>
                  <a:pt x="757428" y="158496"/>
                </a:lnTo>
                <a:lnTo>
                  <a:pt x="757428" y="131064"/>
                </a:lnTo>
                <a:lnTo>
                  <a:pt x="760920" y="128016"/>
                </a:lnTo>
                <a:lnTo>
                  <a:pt x="769620" y="120396"/>
                </a:lnTo>
                <a:lnTo>
                  <a:pt x="764794" y="117348"/>
                </a:lnTo>
                <a:lnTo>
                  <a:pt x="740664" y="102108"/>
                </a:lnTo>
                <a:lnTo>
                  <a:pt x="733044" y="114808"/>
                </a:lnTo>
                <a:lnTo>
                  <a:pt x="733044" y="128016"/>
                </a:lnTo>
                <a:lnTo>
                  <a:pt x="733044" y="158496"/>
                </a:lnTo>
                <a:lnTo>
                  <a:pt x="733044" y="169164"/>
                </a:lnTo>
                <a:lnTo>
                  <a:pt x="733044" y="202692"/>
                </a:lnTo>
                <a:lnTo>
                  <a:pt x="733044" y="213360"/>
                </a:lnTo>
                <a:lnTo>
                  <a:pt x="733044" y="249936"/>
                </a:lnTo>
                <a:lnTo>
                  <a:pt x="682752" y="249936"/>
                </a:lnTo>
                <a:lnTo>
                  <a:pt x="682752" y="260604"/>
                </a:lnTo>
                <a:lnTo>
                  <a:pt x="682752" y="313944"/>
                </a:lnTo>
                <a:lnTo>
                  <a:pt x="597408" y="313944"/>
                </a:lnTo>
                <a:lnTo>
                  <a:pt x="598538" y="301332"/>
                </a:lnTo>
                <a:lnTo>
                  <a:pt x="599554" y="289560"/>
                </a:lnTo>
                <a:lnTo>
                  <a:pt x="601980" y="260604"/>
                </a:lnTo>
                <a:lnTo>
                  <a:pt x="682752" y="260604"/>
                </a:lnTo>
                <a:lnTo>
                  <a:pt x="682752" y="249936"/>
                </a:lnTo>
                <a:lnTo>
                  <a:pt x="545592" y="249936"/>
                </a:lnTo>
                <a:lnTo>
                  <a:pt x="545592" y="213360"/>
                </a:lnTo>
                <a:lnTo>
                  <a:pt x="733044" y="213360"/>
                </a:lnTo>
                <a:lnTo>
                  <a:pt x="733044" y="202692"/>
                </a:lnTo>
                <a:lnTo>
                  <a:pt x="545592" y="202692"/>
                </a:lnTo>
                <a:lnTo>
                  <a:pt x="545592" y="169164"/>
                </a:lnTo>
                <a:lnTo>
                  <a:pt x="733044" y="169164"/>
                </a:lnTo>
                <a:lnTo>
                  <a:pt x="733044" y="158496"/>
                </a:lnTo>
                <a:lnTo>
                  <a:pt x="545592" y="158496"/>
                </a:lnTo>
                <a:lnTo>
                  <a:pt x="545592" y="128016"/>
                </a:lnTo>
                <a:lnTo>
                  <a:pt x="733044" y="128016"/>
                </a:lnTo>
                <a:lnTo>
                  <a:pt x="733044" y="114808"/>
                </a:lnTo>
                <a:lnTo>
                  <a:pt x="731520" y="117348"/>
                </a:lnTo>
                <a:lnTo>
                  <a:pt x="545592" y="117348"/>
                </a:lnTo>
                <a:lnTo>
                  <a:pt x="518160" y="103632"/>
                </a:lnTo>
                <a:lnTo>
                  <a:pt x="519290" y="112204"/>
                </a:lnTo>
                <a:lnTo>
                  <a:pt x="520255" y="126492"/>
                </a:lnTo>
                <a:lnTo>
                  <a:pt x="520954" y="146494"/>
                </a:lnTo>
                <a:lnTo>
                  <a:pt x="521208" y="172212"/>
                </a:lnTo>
                <a:lnTo>
                  <a:pt x="521855" y="200507"/>
                </a:lnTo>
                <a:lnTo>
                  <a:pt x="521754" y="230276"/>
                </a:lnTo>
                <a:lnTo>
                  <a:pt x="521500" y="249936"/>
                </a:lnTo>
                <a:lnTo>
                  <a:pt x="521385" y="260604"/>
                </a:lnTo>
                <a:lnTo>
                  <a:pt x="521208" y="281940"/>
                </a:lnTo>
                <a:lnTo>
                  <a:pt x="545592" y="274320"/>
                </a:lnTo>
                <a:lnTo>
                  <a:pt x="545592" y="260604"/>
                </a:lnTo>
                <a:lnTo>
                  <a:pt x="576072" y="260604"/>
                </a:lnTo>
                <a:lnTo>
                  <a:pt x="574979" y="274320"/>
                </a:lnTo>
                <a:lnTo>
                  <a:pt x="573836" y="287845"/>
                </a:lnTo>
                <a:lnTo>
                  <a:pt x="571500" y="313944"/>
                </a:lnTo>
                <a:lnTo>
                  <a:pt x="437388" y="313944"/>
                </a:lnTo>
                <a:lnTo>
                  <a:pt x="452628" y="329184"/>
                </a:lnTo>
                <a:lnTo>
                  <a:pt x="462940" y="327190"/>
                </a:lnTo>
                <a:lnTo>
                  <a:pt x="473392" y="325755"/>
                </a:lnTo>
                <a:lnTo>
                  <a:pt x="484136" y="324904"/>
                </a:lnTo>
                <a:lnTo>
                  <a:pt x="495300" y="324612"/>
                </a:lnTo>
                <a:lnTo>
                  <a:pt x="569976" y="324612"/>
                </a:lnTo>
                <a:lnTo>
                  <a:pt x="545122" y="360616"/>
                </a:lnTo>
                <a:lnTo>
                  <a:pt x="502348" y="388429"/>
                </a:lnTo>
                <a:lnTo>
                  <a:pt x="458724" y="405384"/>
                </a:lnTo>
                <a:lnTo>
                  <a:pt x="460248" y="411480"/>
                </a:lnTo>
                <a:lnTo>
                  <a:pt x="503872" y="401193"/>
                </a:lnTo>
                <a:lnTo>
                  <a:pt x="544068" y="384048"/>
                </a:lnTo>
                <a:lnTo>
                  <a:pt x="576262" y="357759"/>
                </a:lnTo>
                <a:lnTo>
                  <a:pt x="595884" y="324612"/>
                </a:lnTo>
                <a:lnTo>
                  <a:pt x="682752" y="324612"/>
                </a:lnTo>
                <a:lnTo>
                  <a:pt x="682523" y="342900"/>
                </a:lnTo>
                <a:lnTo>
                  <a:pt x="681520" y="384048"/>
                </a:lnTo>
                <a:lnTo>
                  <a:pt x="681405" y="393484"/>
                </a:lnTo>
                <a:lnTo>
                  <a:pt x="681228" y="411480"/>
                </a:lnTo>
                <a:lnTo>
                  <a:pt x="708660" y="399288"/>
                </a:lnTo>
                <a:lnTo>
                  <a:pt x="707783" y="387604"/>
                </a:lnTo>
                <a:lnTo>
                  <a:pt x="707351" y="371767"/>
                </a:lnTo>
                <a:lnTo>
                  <a:pt x="707250" y="360616"/>
                </a:lnTo>
                <a:lnTo>
                  <a:pt x="707148" y="324612"/>
                </a:lnTo>
                <a:lnTo>
                  <a:pt x="707136" y="323088"/>
                </a:lnTo>
                <a:lnTo>
                  <a:pt x="839724" y="323088"/>
                </a:lnTo>
                <a:close/>
              </a:path>
              <a:path w="1290954" h="411479">
                <a:moveTo>
                  <a:pt x="944892" y="167652"/>
                </a:moveTo>
                <a:lnTo>
                  <a:pt x="941146" y="156768"/>
                </a:lnTo>
                <a:lnTo>
                  <a:pt x="929843" y="144602"/>
                </a:lnTo>
                <a:lnTo>
                  <a:pt x="910805" y="131000"/>
                </a:lnTo>
                <a:lnTo>
                  <a:pt x="883920" y="115836"/>
                </a:lnTo>
                <a:lnTo>
                  <a:pt x="880872" y="120408"/>
                </a:lnTo>
                <a:lnTo>
                  <a:pt x="894334" y="136715"/>
                </a:lnTo>
                <a:lnTo>
                  <a:pt x="905065" y="151460"/>
                </a:lnTo>
                <a:lnTo>
                  <a:pt x="913244" y="164769"/>
                </a:lnTo>
                <a:lnTo>
                  <a:pt x="918972" y="176796"/>
                </a:lnTo>
                <a:lnTo>
                  <a:pt x="922451" y="187121"/>
                </a:lnTo>
                <a:lnTo>
                  <a:pt x="926211" y="193179"/>
                </a:lnTo>
                <a:lnTo>
                  <a:pt x="930554" y="195224"/>
                </a:lnTo>
                <a:lnTo>
                  <a:pt x="935736" y="193560"/>
                </a:lnTo>
                <a:lnTo>
                  <a:pt x="939736" y="189293"/>
                </a:lnTo>
                <a:lnTo>
                  <a:pt x="942594" y="183464"/>
                </a:lnTo>
                <a:lnTo>
                  <a:pt x="944321" y="176199"/>
                </a:lnTo>
                <a:lnTo>
                  <a:pt x="944892" y="167652"/>
                </a:lnTo>
                <a:close/>
              </a:path>
              <a:path w="1290954" h="411479">
                <a:moveTo>
                  <a:pt x="981456" y="65544"/>
                </a:moveTo>
                <a:lnTo>
                  <a:pt x="944956" y="26111"/>
                </a:lnTo>
                <a:lnTo>
                  <a:pt x="923544" y="15252"/>
                </a:lnTo>
                <a:lnTo>
                  <a:pt x="920496" y="19824"/>
                </a:lnTo>
                <a:lnTo>
                  <a:pt x="932192" y="35255"/>
                </a:lnTo>
                <a:lnTo>
                  <a:pt x="942022" y="49542"/>
                </a:lnTo>
                <a:lnTo>
                  <a:pt x="949858" y="62687"/>
                </a:lnTo>
                <a:lnTo>
                  <a:pt x="955548" y="74688"/>
                </a:lnTo>
                <a:lnTo>
                  <a:pt x="958596" y="85356"/>
                </a:lnTo>
                <a:lnTo>
                  <a:pt x="961644" y="91452"/>
                </a:lnTo>
                <a:lnTo>
                  <a:pt x="967740" y="91452"/>
                </a:lnTo>
                <a:lnTo>
                  <a:pt x="979932" y="79260"/>
                </a:lnTo>
                <a:lnTo>
                  <a:pt x="981456" y="74688"/>
                </a:lnTo>
                <a:lnTo>
                  <a:pt x="981456" y="65544"/>
                </a:lnTo>
                <a:close/>
              </a:path>
              <a:path w="1290954" h="411479">
                <a:moveTo>
                  <a:pt x="1025652" y="77736"/>
                </a:moveTo>
                <a:lnTo>
                  <a:pt x="1019556" y="76212"/>
                </a:lnTo>
                <a:lnTo>
                  <a:pt x="987869" y="151307"/>
                </a:lnTo>
                <a:lnTo>
                  <a:pt x="963739" y="207276"/>
                </a:lnTo>
                <a:lnTo>
                  <a:pt x="947343" y="243801"/>
                </a:lnTo>
                <a:lnTo>
                  <a:pt x="938784" y="260616"/>
                </a:lnTo>
                <a:lnTo>
                  <a:pt x="932688" y="271284"/>
                </a:lnTo>
                <a:lnTo>
                  <a:pt x="926604" y="275856"/>
                </a:lnTo>
                <a:lnTo>
                  <a:pt x="920496" y="275856"/>
                </a:lnTo>
                <a:lnTo>
                  <a:pt x="915403" y="276466"/>
                </a:lnTo>
                <a:lnTo>
                  <a:pt x="907161" y="276237"/>
                </a:lnTo>
                <a:lnTo>
                  <a:pt x="882396" y="274332"/>
                </a:lnTo>
                <a:lnTo>
                  <a:pt x="882396" y="280428"/>
                </a:lnTo>
                <a:lnTo>
                  <a:pt x="920496" y="298716"/>
                </a:lnTo>
                <a:lnTo>
                  <a:pt x="923544" y="306336"/>
                </a:lnTo>
                <a:lnTo>
                  <a:pt x="923480" y="315480"/>
                </a:lnTo>
                <a:lnTo>
                  <a:pt x="916101" y="349935"/>
                </a:lnTo>
                <a:lnTo>
                  <a:pt x="914209" y="357200"/>
                </a:lnTo>
                <a:lnTo>
                  <a:pt x="913193" y="363029"/>
                </a:lnTo>
                <a:lnTo>
                  <a:pt x="912876" y="367296"/>
                </a:lnTo>
                <a:lnTo>
                  <a:pt x="912876" y="376440"/>
                </a:lnTo>
                <a:lnTo>
                  <a:pt x="917448" y="381012"/>
                </a:lnTo>
                <a:lnTo>
                  <a:pt x="923544" y="384060"/>
                </a:lnTo>
                <a:lnTo>
                  <a:pt x="931164" y="385584"/>
                </a:lnTo>
                <a:lnTo>
                  <a:pt x="937260" y="387108"/>
                </a:lnTo>
                <a:lnTo>
                  <a:pt x="946416" y="387108"/>
                </a:lnTo>
                <a:lnTo>
                  <a:pt x="949452" y="384060"/>
                </a:lnTo>
                <a:lnTo>
                  <a:pt x="949350" y="376440"/>
                </a:lnTo>
                <a:lnTo>
                  <a:pt x="949248" y="373392"/>
                </a:lnTo>
                <a:lnTo>
                  <a:pt x="949134" y="370725"/>
                </a:lnTo>
                <a:lnTo>
                  <a:pt x="948715" y="363029"/>
                </a:lnTo>
                <a:lnTo>
                  <a:pt x="948169" y="350761"/>
                </a:lnTo>
                <a:lnTo>
                  <a:pt x="947940" y="336816"/>
                </a:lnTo>
                <a:lnTo>
                  <a:pt x="947394" y="322338"/>
                </a:lnTo>
                <a:lnTo>
                  <a:pt x="947420" y="319951"/>
                </a:lnTo>
                <a:lnTo>
                  <a:pt x="954836" y="276466"/>
                </a:lnTo>
                <a:lnTo>
                  <a:pt x="974217" y="220611"/>
                </a:lnTo>
                <a:lnTo>
                  <a:pt x="996226" y="159169"/>
                </a:lnTo>
                <a:lnTo>
                  <a:pt x="1025652" y="77736"/>
                </a:lnTo>
                <a:close/>
              </a:path>
              <a:path w="1290954" h="411479">
                <a:moveTo>
                  <a:pt x="1290840" y="213372"/>
                </a:moveTo>
                <a:lnTo>
                  <a:pt x="1260360" y="181368"/>
                </a:lnTo>
                <a:lnTo>
                  <a:pt x="1240548" y="202704"/>
                </a:lnTo>
                <a:lnTo>
                  <a:pt x="1147584" y="202704"/>
                </a:lnTo>
                <a:lnTo>
                  <a:pt x="1147584" y="108216"/>
                </a:lnTo>
                <a:lnTo>
                  <a:pt x="1263408" y="108216"/>
                </a:lnTo>
                <a:lnTo>
                  <a:pt x="1234452" y="79260"/>
                </a:lnTo>
                <a:lnTo>
                  <a:pt x="1216164" y="99072"/>
                </a:lnTo>
                <a:lnTo>
                  <a:pt x="1147584" y="99072"/>
                </a:lnTo>
                <a:lnTo>
                  <a:pt x="1147584" y="38112"/>
                </a:lnTo>
                <a:lnTo>
                  <a:pt x="1165872" y="19824"/>
                </a:lnTo>
                <a:lnTo>
                  <a:pt x="1123188" y="12"/>
                </a:lnTo>
                <a:lnTo>
                  <a:pt x="1124077" y="14846"/>
                </a:lnTo>
                <a:lnTo>
                  <a:pt x="1124508" y="35255"/>
                </a:lnTo>
                <a:lnTo>
                  <a:pt x="1124623" y="51828"/>
                </a:lnTo>
                <a:lnTo>
                  <a:pt x="1124724" y="99072"/>
                </a:lnTo>
                <a:lnTo>
                  <a:pt x="1030224" y="99072"/>
                </a:lnTo>
                <a:lnTo>
                  <a:pt x="1045464" y="114312"/>
                </a:lnTo>
                <a:lnTo>
                  <a:pt x="1055116" y="112064"/>
                </a:lnTo>
                <a:lnTo>
                  <a:pt x="1065466" y="110121"/>
                </a:lnTo>
                <a:lnTo>
                  <a:pt x="1076121" y="108737"/>
                </a:lnTo>
                <a:lnTo>
                  <a:pt x="1086612" y="108216"/>
                </a:lnTo>
                <a:lnTo>
                  <a:pt x="1124724" y="108216"/>
                </a:lnTo>
                <a:lnTo>
                  <a:pt x="1124724" y="202704"/>
                </a:lnTo>
                <a:lnTo>
                  <a:pt x="996696" y="202704"/>
                </a:lnTo>
                <a:lnTo>
                  <a:pt x="1011936" y="217944"/>
                </a:lnTo>
                <a:lnTo>
                  <a:pt x="1022248" y="215938"/>
                </a:lnTo>
                <a:lnTo>
                  <a:pt x="1032700" y="214515"/>
                </a:lnTo>
                <a:lnTo>
                  <a:pt x="1043444" y="213652"/>
                </a:lnTo>
                <a:lnTo>
                  <a:pt x="1054608" y="213372"/>
                </a:lnTo>
                <a:lnTo>
                  <a:pt x="1118616" y="213372"/>
                </a:lnTo>
                <a:lnTo>
                  <a:pt x="1098994" y="255663"/>
                </a:lnTo>
                <a:lnTo>
                  <a:pt x="1066800" y="304812"/>
                </a:lnTo>
                <a:lnTo>
                  <a:pt x="1033653" y="343865"/>
                </a:lnTo>
                <a:lnTo>
                  <a:pt x="1007364" y="356628"/>
                </a:lnTo>
                <a:lnTo>
                  <a:pt x="1024128" y="397776"/>
                </a:lnTo>
                <a:lnTo>
                  <a:pt x="1059497" y="382130"/>
                </a:lnTo>
                <a:lnTo>
                  <a:pt x="1110068" y="370725"/>
                </a:lnTo>
                <a:lnTo>
                  <a:pt x="1183843" y="359295"/>
                </a:lnTo>
                <a:lnTo>
                  <a:pt x="1229880" y="353580"/>
                </a:lnTo>
                <a:lnTo>
                  <a:pt x="1234186" y="361594"/>
                </a:lnTo>
                <a:lnTo>
                  <a:pt x="1238072" y="369773"/>
                </a:lnTo>
                <a:lnTo>
                  <a:pt x="1241666" y="378218"/>
                </a:lnTo>
                <a:lnTo>
                  <a:pt x="1245120" y="387108"/>
                </a:lnTo>
                <a:lnTo>
                  <a:pt x="1248168" y="393204"/>
                </a:lnTo>
                <a:lnTo>
                  <a:pt x="1251216" y="397776"/>
                </a:lnTo>
                <a:lnTo>
                  <a:pt x="1255788" y="397776"/>
                </a:lnTo>
                <a:lnTo>
                  <a:pt x="1258836" y="393204"/>
                </a:lnTo>
                <a:lnTo>
                  <a:pt x="1263408" y="387108"/>
                </a:lnTo>
                <a:lnTo>
                  <a:pt x="1267980" y="379488"/>
                </a:lnTo>
                <a:lnTo>
                  <a:pt x="1269504" y="373392"/>
                </a:lnTo>
                <a:lnTo>
                  <a:pt x="1269504" y="359676"/>
                </a:lnTo>
                <a:lnTo>
                  <a:pt x="1267472" y="353580"/>
                </a:lnTo>
                <a:lnTo>
                  <a:pt x="1266456" y="350532"/>
                </a:lnTo>
                <a:lnTo>
                  <a:pt x="1258836" y="342912"/>
                </a:lnTo>
                <a:lnTo>
                  <a:pt x="1252562" y="336054"/>
                </a:lnTo>
                <a:lnTo>
                  <a:pt x="1245311" y="329196"/>
                </a:lnTo>
                <a:lnTo>
                  <a:pt x="1237183" y="322338"/>
                </a:lnTo>
                <a:lnTo>
                  <a:pt x="1228356" y="315480"/>
                </a:lnTo>
                <a:lnTo>
                  <a:pt x="1193850" y="289763"/>
                </a:lnTo>
                <a:lnTo>
                  <a:pt x="1179588" y="278904"/>
                </a:lnTo>
                <a:lnTo>
                  <a:pt x="1176540" y="285000"/>
                </a:lnTo>
                <a:lnTo>
                  <a:pt x="1189062" y="299859"/>
                </a:lnTo>
                <a:lnTo>
                  <a:pt x="1201305" y="314718"/>
                </a:lnTo>
                <a:lnTo>
                  <a:pt x="1212964" y="329577"/>
                </a:lnTo>
                <a:lnTo>
                  <a:pt x="1223784" y="344436"/>
                </a:lnTo>
                <a:lnTo>
                  <a:pt x="1042416" y="356628"/>
                </a:lnTo>
                <a:lnTo>
                  <a:pt x="1070660" y="326694"/>
                </a:lnTo>
                <a:lnTo>
                  <a:pt x="1093470" y="301193"/>
                </a:lnTo>
                <a:lnTo>
                  <a:pt x="1110576" y="280543"/>
                </a:lnTo>
                <a:lnTo>
                  <a:pt x="1121664" y="265188"/>
                </a:lnTo>
                <a:lnTo>
                  <a:pt x="1130554" y="253517"/>
                </a:lnTo>
                <a:lnTo>
                  <a:pt x="1139012" y="243852"/>
                </a:lnTo>
                <a:lnTo>
                  <a:pt x="1147178" y="236461"/>
                </a:lnTo>
                <a:lnTo>
                  <a:pt x="1155204" y="231660"/>
                </a:lnTo>
                <a:lnTo>
                  <a:pt x="1127772" y="213372"/>
                </a:lnTo>
                <a:lnTo>
                  <a:pt x="1290840" y="21337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pic>
        <p:nvPicPr>
          <p:cNvPr id="56" name="object 56"/>
          <p:cNvPicPr/>
          <p:nvPr/>
        </p:nvPicPr>
        <p:blipFill>
          <a:blip r:embed="rId8" cstate="print"/>
          <a:stretch>
            <a:fillRect/>
          </a:stretch>
        </p:blipFill>
        <p:spPr>
          <a:xfrm>
            <a:off x="8396906" y="5097779"/>
            <a:ext cx="96345" cy="94488"/>
          </a:xfrm>
          <a:prstGeom prst="rect">
            <a:avLst/>
          </a:prstGeom>
        </p:spPr>
      </p:pic>
    </p:spTree>
  </p:cSld>
  <p:clrMapOvr>
    <a:masterClrMapping/>
  </p:clrMapOvr>
</p:sld>
</file>

<file path=ppt/slides/slide5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9563100" y="7229856"/>
            <a:ext cx="195580" cy="146685"/>
            <a:chOff x="9563100" y="7229856"/>
            <a:chExt cx="195580" cy="146685"/>
          </a:xfrm>
        </p:grpSpPr>
        <p:pic>
          <p:nvPicPr>
            <p:cNvPr id="3" name="object 3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9563100" y="7231380"/>
              <a:ext cx="83820" cy="144779"/>
            </a:xfrm>
            <a:prstGeom prst="rect">
              <a:avLst/>
            </a:prstGeom>
          </p:spPr>
        </p:pic>
        <p:pic>
          <p:nvPicPr>
            <p:cNvPr id="4" name="object 4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9666776" y="7229856"/>
              <a:ext cx="91394" cy="146304"/>
            </a:xfrm>
            <a:prstGeom prst="rect">
              <a:avLst/>
            </a:prstGeom>
          </p:spPr>
        </p:pic>
      </p:grpSp>
      <p:sp>
        <p:nvSpPr>
          <p:cNvPr id="5" name="object 5"/>
          <p:cNvSpPr/>
          <p:nvPr/>
        </p:nvSpPr>
        <p:spPr>
          <a:xfrm>
            <a:off x="1760219" y="1328927"/>
            <a:ext cx="218440" cy="447040"/>
          </a:xfrm>
          <a:custGeom>
            <a:avLst/>
            <a:gdLst/>
            <a:ahLst/>
            <a:cxnLst/>
            <a:rect l="l" t="t" r="r" b="b"/>
            <a:pathLst>
              <a:path w="218439" h="447039">
                <a:moveTo>
                  <a:pt x="217931" y="446532"/>
                </a:moveTo>
                <a:lnTo>
                  <a:pt x="0" y="446532"/>
                </a:lnTo>
                <a:lnTo>
                  <a:pt x="0" y="400812"/>
                </a:lnTo>
                <a:lnTo>
                  <a:pt x="80771" y="400812"/>
                </a:lnTo>
                <a:lnTo>
                  <a:pt x="80771" y="102108"/>
                </a:lnTo>
                <a:lnTo>
                  <a:pt x="0" y="102108"/>
                </a:lnTo>
                <a:lnTo>
                  <a:pt x="0" y="62484"/>
                </a:lnTo>
                <a:lnTo>
                  <a:pt x="21407" y="61626"/>
                </a:lnTo>
                <a:lnTo>
                  <a:pt x="39814" y="59055"/>
                </a:lnTo>
                <a:lnTo>
                  <a:pt x="77081" y="41362"/>
                </a:lnTo>
                <a:lnTo>
                  <a:pt x="91439" y="0"/>
                </a:lnTo>
                <a:lnTo>
                  <a:pt x="138683" y="0"/>
                </a:lnTo>
                <a:lnTo>
                  <a:pt x="138683" y="400812"/>
                </a:lnTo>
                <a:lnTo>
                  <a:pt x="217931" y="400812"/>
                </a:lnTo>
                <a:lnTo>
                  <a:pt x="217931" y="446532"/>
                </a:lnTo>
                <a:close/>
              </a:path>
            </a:pathLst>
          </a:custGeom>
          <a:solidFill>
            <a:srgbClr val="3333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" name="object 6"/>
          <p:cNvSpPr/>
          <p:nvPr/>
        </p:nvSpPr>
        <p:spPr>
          <a:xfrm>
            <a:off x="2084832" y="1690116"/>
            <a:ext cx="71755" cy="85725"/>
          </a:xfrm>
          <a:custGeom>
            <a:avLst/>
            <a:gdLst/>
            <a:ahLst/>
            <a:cxnLst/>
            <a:rect l="l" t="t" r="r" b="b"/>
            <a:pathLst>
              <a:path w="71755" h="85725">
                <a:moveTo>
                  <a:pt x="71627" y="85343"/>
                </a:moveTo>
                <a:lnTo>
                  <a:pt x="0" y="85343"/>
                </a:lnTo>
                <a:lnTo>
                  <a:pt x="0" y="0"/>
                </a:lnTo>
                <a:lnTo>
                  <a:pt x="71627" y="0"/>
                </a:lnTo>
                <a:lnTo>
                  <a:pt x="71627" y="85343"/>
                </a:lnTo>
                <a:close/>
              </a:path>
            </a:pathLst>
          </a:custGeom>
          <a:solidFill>
            <a:srgbClr val="3333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" name="object 7"/>
          <p:cNvSpPr/>
          <p:nvPr/>
        </p:nvSpPr>
        <p:spPr>
          <a:xfrm>
            <a:off x="2244852" y="1321307"/>
            <a:ext cx="276225" cy="454659"/>
          </a:xfrm>
          <a:custGeom>
            <a:avLst/>
            <a:gdLst/>
            <a:ahLst/>
            <a:cxnLst/>
            <a:rect l="l" t="t" r="r" b="b"/>
            <a:pathLst>
              <a:path w="276225" h="454660">
                <a:moveTo>
                  <a:pt x="275843" y="454151"/>
                </a:moveTo>
                <a:lnTo>
                  <a:pt x="0" y="454151"/>
                </a:lnTo>
                <a:lnTo>
                  <a:pt x="0" y="391667"/>
                </a:lnTo>
                <a:lnTo>
                  <a:pt x="29336" y="364426"/>
                </a:lnTo>
                <a:lnTo>
                  <a:pt x="43291" y="351162"/>
                </a:lnTo>
                <a:lnTo>
                  <a:pt x="56387" y="338327"/>
                </a:lnTo>
                <a:lnTo>
                  <a:pt x="69842" y="325493"/>
                </a:lnTo>
                <a:lnTo>
                  <a:pt x="82867" y="312229"/>
                </a:lnTo>
                <a:lnTo>
                  <a:pt x="131349" y="258079"/>
                </a:lnTo>
                <a:lnTo>
                  <a:pt x="165639" y="213407"/>
                </a:lnTo>
                <a:lnTo>
                  <a:pt x="185666" y="177903"/>
                </a:lnTo>
                <a:lnTo>
                  <a:pt x="196595" y="124967"/>
                </a:lnTo>
                <a:lnTo>
                  <a:pt x="196072" y="116109"/>
                </a:lnTo>
                <a:lnTo>
                  <a:pt x="178927" y="74961"/>
                </a:lnTo>
                <a:lnTo>
                  <a:pt x="142470" y="54387"/>
                </a:lnTo>
                <a:lnTo>
                  <a:pt x="120395" y="51815"/>
                </a:lnTo>
                <a:lnTo>
                  <a:pt x="112371" y="52077"/>
                </a:lnTo>
                <a:lnTo>
                  <a:pt x="71627" y="59626"/>
                </a:lnTo>
                <a:lnTo>
                  <a:pt x="24383" y="82295"/>
                </a:lnTo>
                <a:lnTo>
                  <a:pt x="18287" y="86867"/>
                </a:lnTo>
                <a:lnTo>
                  <a:pt x="13715" y="89915"/>
                </a:lnTo>
                <a:lnTo>
                  <a:pt x="10667" y="89915"/>
                </a:lnTo>
                <a:lnTo>
                  <a:pt x="10667" y="25908"/>
                </a:lnTo>
                <a:lnTo>
                  <a:pt x="60960" y="9143"/>
                </a:lnTo>
                <a:lnTo>
                  <a:pt x="109823" y="571"/>
                </a:lnTo>
                <a:lnTo>
                  <a:pt x="124967" y="0"/>
                </a:lnTo>
                <a:lnTo>
                  <a:pt x="154138" y="2024"/>
                </a:lnTo>
                <a:lnTo>
                  <a:pt x="202763" y="18645"/>
                </a:lnTo>
                <a:lnTo>
                  <a:pt x="237624" y="51196"/>
                </a:lnTo>
                <a:lnTo>
                  <a:pt x="255293" y="95678"/>
                </a:lnTo>
                <a:lnTo>
                  <a:pt x="257555" y="121919"/>
                </a:lnTo>
                <a:lnTo>
                  <a:pt x="257032" y="135112"/>
                </a:lnTo>
                <a:lnTo>
                  <a:pt x="247769" y="181832"/>
                </a:lnTo>
                <a:lnTo>
                  <a:pt x="228695" y="221218"/>
                </a:lnTo>
                <a:lnTo>
                  <a:pt x="191071" y="268986"/>
                </a:lnTo>
                <a:lnTo>
                  <a:pt x="159472" y="303156"/>
                </a:lnTo>
                <a:lnTo>
                  <a:pt x="128087" y="334541"/>
                </a:lnTo>
                <a:lnTo>
                  <a:pt x="111251" y="350519"/>
                </a:lnTo>
                <a:lnTo>
                  <a:pt x="94964" y="366569"/>
                </a:lnTo>
                <a:lnTo>
                  <a:pt x="67532" y="392953"/>
                </a:lnTo>
                <a:lnTo>
                  <a:pt x="56387" y="403859"/>
                </a:lnTo>
                <a:lnTo>
                  <a:pt x="275843" y="403859"/>
                </a:lnTo>
                <a:lnTo>
                  <a:pt x="275843" y="454151"/>
                </a:lnTo>
                <a:close/>
              </a:path>
            </a:pathLst>
          </a:custGeom>
          <a:solidFill>
            <a:srgbClr val="3333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2604516" y="1690116"/>
            <a:ext cx="71755" cy="85725"/>
          </a:xfrm>
          <a:custGeom>
            <a:avLst/>
            <a:gdLst/>
            <a:ahLst/>
            <a:cxnLst/>
            <a:rect l="l" t="t" r="r" b="b"/>
            <a:pathLst>
              <a:path w="71755" h="85725">
                <a:moveTo>
                  <a:pt x="71627" y="85343"/>
                </a:moveTo>
                <a:lnTo>
                  <a:pt x="0" y="85343"/>
                </a:lnTo>
                <a:lnTo>
                  <a:pt x="0" y="0"/>
                </a:lnTo>
                <a:lnTo>
                  <a:pt x="71627" y="0"/>
                </a:lnTo>
                <a:lnTo>
                  <a:pt x="71627" y="85343"/>
                </a:lnTo>
                <a:close/>
              </a:path>
            </a:pathLst>
          </a:custGeom>
          <a:solidFill>
            <a:srgbClr val="3333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2761488" y="1321308"/>
            <a:ext cx="271780" cy="463550"/>
          </a:xfrm>
          <a:custGeom>
            <a:avLst/>
            <a:gdLst/>
            <a:ahLst/>
            <a:cxnLst/>
            <a:rect l="l" t="t" r="r" b="b"/>
            <a:pathLst>
              <a:path w="271780" h="463550">
                <a:moveTo>
                  <a:pt x="121920" y="463296"/>
                </a:moveTo>
                <a:lnTo>
                  <a:pt x="72628" y="458795"/>
                </a:lnTo>
                <a:lnTo>
                  <a:pt x="25336" y="446341"/>
                </a:lnTo>
                <a:lnTo>
                  <a:pt x="0" y="435863"/>
                </a:lnTo>
                <a:lnTo>
                  <a:pt x="0" y="373379"/>
                </a:lnTo>
                <a:lnTo>
                  <a:pt x="4572" y="373379"/>
                </a:lnTo>
                <a:lnTo>
                  <a:pt x="14573" y="380214"/>
                </a:lnTo>
                <a:lnTo>
                  <a:pt x="26289" y="386905"/>
                </a:lnTo>
                <a:lnTo>
                  <a:pt x="70866" y="405050"/>
                </a:lnTo>
                <a:lnTo>
                  <a:pt x="118872" y="411479"/>
                </a:lnTo>
                <a:lnTo>
                  <a:pt x="128016" y="411170"/>
                </a:lnTo>
                <a:lnTo>
                  <a:pt x="172402" y="398525"/>
                </a:lnTo>
                <a:lnTo>
                  <a:pt x="200501" y="365879"/>
                </a:lnTo>
                <a:lnTo>
                  <a:pt x="210312" y="318515"/>
                </a:lnTo>
                <a:lnTo>
                  <a:pt x="209978" y="306538"/>
                </a:lnTo>
                <a:lnTo>
                  <a:pt x="194691" y="264223"/>
                </a:lnTo>
                <a:lnTo>
                  <a:pt x="162544" y="243339"/>
                </a:lnTo>
                <a:lnTo>
                  <a:pt x="117348" y="237743"/>
                </a:lnTo>
                <a:lnTo>
                  <a:pt x="91440" y="237743"/>
                </a:lnTo>
                <a:lnTo>
                  <a:pt x="91440" y="187451"/>
                </a:lnTo>
                <a:lnTo>
                  <a:pt x="111252" y="187451"/>
                </a:lnTo>
                <a:lnTo>
                  <a:pt x="130706" y="186308"/>
                </a:lnTo>
                <a:lnTo>
                  <a:pt x="176784" y="169163"/>
                </a:lnTo>
                <a:lnTo>
                  <a:pt x="201001" y="130159"/>
                </a:lnTo>
                <a:lnTo>
                  <a:pt x="202692" y="112775"/>
                </a:lnTo>
                <a:lnTo>
                  <a:pt x="202144" y="105036"/>
                </a:lnTo>
                <a:lnTo>
                  <a:pt x="185928" y="70103"/>
                </a:lnTo>
                <a:lnTo>
                  <a:pt x="178308" y="65531"/>
                </a:lnTo>
                <a:lnTo>
                  <a:pt x="172569" y="61507"/>
                </a:lnTo>
                <a:lnTo>
                  <a:pt x="132064" y="51863"/>
                </a:lnTo>
                <a:lnTo>
                  <a:pt x="124968" y="51815"/>
                </a:lnTo>
                <a:lnTo>
                  <a:pt x="116728" y="52077"/>
                </a:lnTo>
                <a:lnTo>
                  <a:pt x="75628" y="59626"/>
                </a:lnTo>
                <a:lnTo>
                  <a:pt x="35052" y="77723"/>
                </a:lnTo>
                <a:lnTo>
                  <a:pt x="28956" y="82295"/>
                </a:lnTo>
                <a:lnTo>
                  <a:pt x="21336" y="86867"/>
                </a:lnTo>
                <a:lnTo>
                  <a:pt x="16764" y="89915"/>
                </a:lnTo>
                <a:lnTo>
                  <a:pt x="12192" y="89915"/>
                </a:lnTo>
                <a:lnTo>
                  <a:pt x="12192" y="27431"/>
                </a:lnTo>
                <a:lnTo>
                  <a:pt x="49482" y="12215"/>
                </a:lnTo>
                <a:lnTo>
                  <a:pt x="98107" y="2095"/>
                </a:lnTo>
                <a:lnTo>
                  <a:pt x="129540" y="0"/>
                </a:lnTo>
                <a:lnTo>
                  <a:pt x="143851" y="309"/>
                </a:lnTo>
                <a:lnTo>
                  <a:pt x="192500" y="9810"/>
                </a:lnTo>
                <a:lnTo>
                  <a:pt x="231981" y="32432"/>
                </a:lnTo>
                <a:lnTo>
                  <a:pt x="256984" y="70032"/>
                </a:lnTo>
                <a:lnTo>
                  <a:pt x="262128" y="106679"/>
                </a:lnTo>
                <a:lnTo>
                  <a:pt x="260675" y="124634"/>
                </a:lnTo>
                <a:lnTo>
                  <a:pt x="237744" y="172211"/>
                </a:lnTo>
                <a:lnTo>
                  <a:pt x="196381" y="202430"/>
                </a:lnTo>
                <a:lnTo>
                  <a:pt x="179832" y="207263"/>
                </a:lnTo>
                <a:lnTo>
                  <a:pt x="179832" y="211835"/>
                </a:lnTo>
                <a:lnTo>
                  <a:pt x="218074" y="224694"/>
                </a:lnTo>
                <a:lnTo>
                  <a:pt x="252603" y="254317"/>
                </a:lnTo>
                <a:lnTo>
                  <a:pt x="268986" y="295465"/>
                </a:lnTo>
                <a:lnTo>
                  <a:pt x="271272" y="321563"/>
                </a:lnTo>
                <a:lnTo>
                  <a:pt x="270676" y="337018"/>
                </a:lnTo>
                <a:lnTo>
                  <a:pt x="260604" y="377952"/>
                </a:lnTo>
                <a:lnTo>
                  <a:pt x="240458" y="412456"/>
                </a:lnTo>
                <a:lnTo>
                  <a:pt x="210312" y="440245"/>
                </a:lnTo>
                <a:lnTo>
                  <a:pt x="170354" y="457509"/>
                </a:lnTo>
                <a:lnTo>
                  <a:pt x="139398" y="462700"/>
                </a:lnTo>
                <a:lnTo>
                  <a:pt x="121920" y="463296"/>
                </a:lnTo>
                <a:close/>
              </a:path>
            </a:pathLst>
          </a:custGeom>
          <a:solidFill>
            <a:srgbClr val="3333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3296411" y="1368551"/>
            <a:ext cx="546100" cy="388620"/>
          </a:xfrm>
          <a:custGeom>
            <a:avLst/>
            <a:gdLst/>
            <a:ahLst/>
            <a:cxnLst/>
            <a:rect l="l" t="t" r="r" b="b"/>
            <a:pathLst>
              <a:path w="546100" h="388619">
                <a:moveTo>
                  <a:pt x="80772" y="54864"/>
                </a:moveTo>
                <a:lnTo>
                  <a:pt x="59436" y="33528"/>
                </a:lnTo>
                <a:lnTo>
                  <a:pt x="411480" y="33528"/>
                </a:lnTo>
                <a:lnTo>
                  <a:pt x="445008" y="0"/>
                </a:lnTo>
                <a:lnTo>
                  <a:pt x="492252" y="48768"/>
                </a:lnTo>
                <a:lnTo>
                  <a:pt x="135636" y="48768"/>
                </a:lnTo>
                <a:lnTo>
                  <a:pt x="121920" y="49077"/>
                </a:lnTo>
                <a:lnTo>
                  <a:pt x="108204" y="50101"/>
                </a:lnTo>
                <a:lnTo>
                  <a:pt x="94488" y="51982"/>
                </a:lnTo>
                <a:lnTo>
                  <a:pt x="80772" y="54864"/>
                </a:lnTo>
                <a:close/>
              </a:path>
              <a:path w="546100" h="388619">
                <a:moveTo>
                  <a:pt x="21336" y="388620"/>
                </a:moveTo>
                <a:lnTo>
                  <a:pt x="0" y="365760"/>
                </a:lnTo>
                <a:lnTo>
                  <a:pt x="445008" y="365760"/>
                </a:lnTo>
                <a:lnTo>
                  <a:pt x="487680" y="323088"/>
                </a:lnTo>
                <a:lnTo>
                  <a:pt x="545592" y="381000"/>
                </a:lnTo>
                <a:lnTo>
                  <a:pt x="80772" y="381000"/>
                </a:lnTo>
                <a:lnTo>
                  <a:pt x="64841" y="381333"/>
                </a:lnTo>
                <a:lnTo>
                  <a:pt x="49339" y="382524"/>
                </a:lnTo>
                <a:lnTo>
                  <a:pt x="34694" y="384857"/>
                </a:lnTo>
                <a:lnTo>
                  <a:pt x="21336" y="388620"/>
                </a:lnTo>
                <a:close/>
              </a:path>
            </a:pathLst>
          </a:custGeom>
          <a:solidFill>
            <a:srgbClr val="3333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3906011" y="1280159"/>
            <a:ext cx="554990" cy="554990"/>
          </a:xfrm>
          <a:custGeom>
            <a:avLst/>
            <a:gdLst/>
            <a:ahLst/>
            <a:cxnLst/>
            <a:rect l="l" t="t" r="r" b="b"/>
            <a:pathLst>
              <a:path w="554989" h="554989">
                <a:moveTo>
                  <a:pt x="504444" y="281940"/>
                </a:moveTo>
                <a:lnTo>
                  <a:pt x="467344" y="259151"/>
                </a:lnTo>
                <a:lnTo>
                  <a:pt x="433959" y="232219"/>
                </a:lnTo>
                <a:lnTo>
                  <a:pt x="404574" y="201572"/>
                </a:lnTo>
                <a:lnTo>
                  <a:pt x="379476" y="167640"/>
                </a:lnTo>
                <a:lnTo>
                  <a:pt x="357473" y="130516"/>
                </a:lnTo>
                <a:lnTo>
                  <a:pt x="339471" y="90106"/>
                </a:lnTo>
                <a:lnTo>
                  <a:pt x="325469" y="46553"/>
                </a:lnTo>
                <a:lnTo>
                  <a:pt x="315468" y="0"/>
                </a:lnTo>
                <a:lnTo>
                  <a:pt x="361188" y="19812"/>
                </a:lnTo>
                <a:lnTo>
                  <a:pt x="341376" y="32004"/>
                </a:lnTo>
                <a:lnTo>
                  <a:pt x="357092" y="76533"/>
                </a:lnTo>
                <a:lnTo>
                  <a:pt x="376809" y="116205"/>
                </a:lnTo>
                <a:lnTo>
                  <a:pt x="400526" y="150733"/>
                </a:lnTo>
                <a:lnTo>
                  <a:pt x="428244" y="179832"/>
                </a:lnTo>
                <a:lnTo>
                  <a:pt x="458509" y="203549"/>
                </a:lnTo>
                <a:lnTo>
                  <a:pt x="521898" y="235553"/>
                </a:lnTo>
                <a:lnTo>
                  <a:pt x="554735" y="243840"/>
                </a:lnTo>
                <a:lnTo>
                  <a:pt x="554735" y="251460"/>
                </a:lnTo>
                <a:lnTo>
                  <a:pt x="537876" y="255150"/>
                </a:lnTo>
                <a:lnTo>
                  <a:pt x="523875" y="261556"/>
                </a:lnTo>
                <a:lnTo>
                  <a:pt x="512730" y="270533"/>
                </a:lnTo>
                <a:lnTo>
                  <a:pt x="504444" y="281940"/>
                </a:lnTo>
                <a:close/>
              </a:path>
              <a:path w="554989" h="554989">
                <a:moveTo>
                  <a:pt x="4572" y="301752"/>
                </a:moveTo>
                <a:lnTo>
                  <a:pt x="0" y="294132"/>
                </a:lnTo>
                <a:lnTo>
                  <a:pt x="30003" y="267866"/>
                </a:lnTo>
                <a:lnTo>
                  <a:pt x="58293" y="239458"/>
                </a:lnTo>
                <a:lnTo>
                  <a:pt x="84867" y="209049"/>
                </a:lnTo>
                <a:lnTo>
                  <a:pt x="109728" y="176784"/>
                </a:lnTo>
                <a:lnTo>
                  <a:pt x="132897" y="140779"/>
                </a:lnTo>
                <a:lnTo>
                  <a:pt x="154495" y="101346"/>
                </a:lnTo>
                <a:lnTo>
                  <a:pt x="174664" y="58483"/>
                </a:lnTo>
                <a:lnTo>
                  <a:pt x="193548" y="12192"/>
                </a:lnTo>
                <a:lnTo>
                  <a:pt x="240792" y="48768"/>
                </a:lnTo>
                <a:lnTo>
                  <a:pt x="219456" y="59436"/>
                </a:lnTo>
                <a:lnTo>
                  <a:pt x="199191" y="97155"/>
                </a:lnTo>
                <a:lnTo>
                  <a:pt x="177355" y="132588"/>
                </a:lnTo>
                <a:lnTo>
                  <a:pt x="154090" y="165735"/>
                </a:lnTo>
                <a:lnTo>
                  <a:pt x="129540" y="196596"/>
                </a:lnTo>
                <a:lnTo>
                  <a:pt x="103798" y="225456"/>
                </a:lnTo>
                <a:lnTo>
                  <a:pt x="74485" y="252603"/>
                </a:lnTo>
                <a:lnTo>
                  <a:pt x="41457" y="278034"/>
                </a:lnTo>
                <a:lnTo>
                  <a:pt x="4572" y="301752"/>
                </a:lnTo>
                <a:close/>
              </a:path>
              <a:path w="554989" h="554989">
                <a:moveTo>
                  <a:pt x="118872" y="263652"/>
                </a:moveTo>
                <a:lnTo>
                  <a:pt x="100584" y="243840"/>
                </a:lnTo>
                <a:lnTo>
                  <a:pt x="373380" y="243840"/>
                </a:lnTo>
                <a:lnTo>
                  <a:pt x="397764" y="220980"/>
                </a:lnTo>
                <a:lnTo>
                  <a:pt x="429768" y="254508"/>
                </a:lnTo>
                <a:lnTo>
                  <a:pt x="423672" y="259080"/>
                </a:lnTo>
                <a:lnTo>
                  <a:pt x="141732" y="259080"/>
                </a:lnTo>
                <a:lnTo>
                  <a:pt x="118872" y="263652"/>
                </a:lnTo>
                <a:close/>
              </a:path>
              <a:path w="554989" h="554989">
                <a:moveTo>
                  <a:pt x="30479" y="554736"/>
                </a:moveTo>
                <a:lnTo>
                  <a:pt x="25908" y="545592"/>
                </a:lnTo>
                <a:lnTo>
                  <a:pt x="75318" y="516993"/>
                </a:lnTo>
                <a:lnTo>
                  <a:pt x="116014" y="485965"/>
                </a:lnTo>
                <a:lnTo>
                  <a:pt x="147851" y="452366"/>
                </a:lnTo>
                <a:lnTo>
                  <a:pt x="170688" y="416052"/>
                </a:lnTo>
                <a:lnTo>
                  <a:pt x="187237" y="377809"/>
                </a:lnTo>
                <a:lnTo>
                  <a:pt x="200215" y="338709"/>
                </a:lnTo>
                <a:lnTo>
                  <a:pt x="209478" y="299037"/>
                </a:lnTo>
                <a:lnTo>
                  <a:pt x="214884" y="259080"/>
                </a:lnTo>
                <a:lnTo>
                  <a:pt x="252984" y="259080"/>
                </a:lnTo>
                <a:lnTo>
                  <a:pt x="244173" y="308514"/>
                </a:lnTo>
                <a:lnTo>
                  <a:pt x="231648" y="353949"/>
                </a:lnTo>
                <a:lnTo>
                  <a:pt x="215693" y="395382"/>
                </a:lnTo>
                <a:lnTo>
                  <a:pt x="196596" y="432816"/>
                </a:lnTo>
                <a:lnTo>
                  <a:pt x="169997" y="466224"/>
                </a:lnTo>
                <a:lnTo>
                  <a:pt x="133540" y="497776"/>
                </a:lnTo>
                <a:lnTo>
                  <a:pt x="87082" y="527327"/>
                </a:lnTo>
                <a:lnTo>
                  <a:pt x="30479" y="554736"/>
                </a:lnTo>
                <a:close/>
              </a:path>
              <a:path w="554989" h="554989">
                <a:moveTo>
                  <a:pt x="386919" y="497109"/>
                </a:moveTo>
                <a:lnTo>
                  <a:pt x="318992" y="497109"/>
                </a:lnTo>
                <a:lnTo>
                  <a:pt x="330708" y="496824"/>
                </a:lnTo>
                <a:lnTo>
                  <a:pt x="339280" y="494252"/>
                </a:lnTo>
                <a:lnTo>
                  <a:pt x="363593" y="445960"/>
                </a:lnTo>
                <a:lnTo>
                  <a:pt x="368617" y="403098"/>
                </a:lnTo>
                <a:lnTo>
                  <a:pt x="373356" y="340804"/>
                </a:lnTo>
                <a:lnTo>
                  <a:pt x="377952" y="259080"/>
                </a:lnTo>
                <a:lnTo>
                  <a:pt x="423672" y="259080"/>
                </a:lnTo>
                <a:lnTo>
                  <a:pt x="411480" y="268223"/>
                </a:lnTo>
                <a:lnTo>
                  <a:pt x="409090" y="338084"/>
                </a:lnTo>
                <a:lnTo>
                  <a:pt x="405530" y="395874"/>
                </a:lnTo>
                <a:lnTo>
                  <a:pt x="400726" y="441594"/>
                </a:lnTo>
                <a:lnTo>
                  <a:pt x="394606" y="475244"/>
                </a:lnTo>
                <a:lnTo>
                  <a:pt x="387096" y="496824"/>
                </a:lnTo>
                <a:lnTo>
                  <a:pt x="386919" y="497109"/>
                </a:lnTo>
                <a:close/>
              </a:path>
              <a:path w="554989" h="554989">
                <a:moveTo>
                  <a:pt x="320040" y="553212"/>
                </a:moveTo>
                <a:lnTo>
                  <a:pt x="313420" y="535209"/>
                </a:lnTo>
                <a:lnTo>
                  <a:pt x="300228" y="520065"/>
                </a:lnTo>
                <a:lnTo>
                  <a:pt x="280177" y="507777"/>
                </a:lnTo>
                <a:lnTo>
                  <a:pt x="252984" y="498348"/>
                </a:lnTo>
                <a:lnTo>
                  <a:pt x="252984" y="487679"/>
                </a:lnTo>
                <a:lnTo>
                  <a:pt x="280130" y="492537"/>
                </a:lnTo>
                <a:lnTo>
                  <a:pt x="302133" y="495681"/>
                </a:lnTo>
                <a:lnTo>
                  <a:pt x="318992" y="497109"/>
                </a:lnTo>
                <a:lnTo>
                  <a:pt x="386919" y="497109"/>
                </a:lnTo>
                <a:lnTo>
                  <a:pt x="375975" y="514850"/>
                </a:lnTo>
                <a:lnTo>
                  <a:pt x="360997" y="530161"/>
                </a:lnTo>
                <a:lnTo>
                  <a:pt x="342304" y="542901"/>
                </a:lnTo>
                <a:lnTo>
                  <a:pt x="320040" y="553212"/>
                </a:lnTo>
                <a:close/>
              </a:path>
            </a:pathLst>
          </a:custGeom>
          <a:solidFill>
            <a:srgbClr val="3333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4541520" y="1295400"/>
            <a:ext cx="515620" cy="523240"/>
          </a:xfrm>
          <a:custGeom>
            <a:avLst/>
            <a:gdLst/>
            <a:ahLst/>
            <a:cxnLst/>
            <a:rect l="l" t="t" r="r" b="b"/>
            <a:pathLst>
              <a:path w="515620" h="523239">
                <a:moveTo>
                  <a:pt x="33527" y="522731"/>
                </a:moveTo>
                <a:lnTo>
                  <a:pt x="0" y="492251"/>
                </a:lnTo>
                <a:lnTo>
                  <a:pt x="15239" y="478536"/>
                </a:lnTo>
                <a:lnTo>
                  <a:pt x="15239" y="144779"/>
                </a:lnTo>
                <a:lnTo>
                  <a:pt x="14978" y="112514"/>
                </a:lnTo>
                <a:lnTo>
                  <a:pt x="14287" y="79819"/>
                </a:lnTo>
                <a:lnTo>
                  <a:pt x="12191" y="13715"/>
                </a:lnTo>
                <a:lnTo>
                  <a:pt x="48767" y="33527"/>
                </a:lnTo>
                <a:lnTo>
                  <a:pt x="416052" y="33527"/>
                </a:lnTo>
                <a:lnTo>
                  <a:pt x="452627" y="0"/>
                </a:lnTo>
                <a:lnTo>
                  <a:pt x="495300" y="47243"/>
                </a:lnTo>
                <a:lnTo>
                  <a:pt x="330707" y="47243"/>
                </a:lnTo>
                <a:lnTo>
                  <a:pt x="330707" y="333755"/>
                </a:lnTo>
                <a:lnTo>
                  <a:pt x="332398" y="353758"/>
                </a:lnTo>
                <a:lnTo>
                  <a:pt x="337375" y="368045"/>
                </a:lnTo>
                <a:lnTo>
                  <a:pt x="345495" y="376618"/>
                </a:lnTo>
                <a:lnTo>
                  <a:pt x="356615" y="379475"/>
                </a:lnTo>
                <a:lnTo>
                  <a:pt x="422148" y="379475"/>
                </a:lnTo>
                <a:lnTo>
                  <a:pt x="448055" y="339851"/>
                </a:lnTo>
                <a:lnTo>
                  <a:pt x="452627" y="266699"/>
                </a:lnTo>
                <a:lnTo>
                  <a:pt x="464820" y="266699"/>
                </a:lnTo>
                <a:lnTo>
                  <a:pt x="467867" y="335279"/>
                </a:lnTo>
                <a:lnTo>
                  <a:pt x="498348" y="371855"/>
                </a:lnTo>
                <a:lnTo>
                  <a:pt x="486584" y="387810"/>
                </a:lnTo>
                <a:lnTo>
                  <a:pt x="471678" y="398907"/>
                </a:lnTo>
                <a:lnTo>
                  <a:pt x="453342" y="404860"/>
                </a:lnTo>
                <a:lnTo>
                  <a:pt x="431291" y="405384"/>
                </a:lnTo>
                <a:lnTo>
                  <a:pt x="342900" y="405384"/>
                </a:lnTo>
                <a:lnTo>
                  <a:pt x="322945" y="401359"/>
                </a:lnTo>
                <a:lnTo>
                  <a:pt x="308991" y="391477"/>
                </a:lnTo>
                <a:lnTo>
                  <a:pt x="301323" y="375594"/>
                </a:lnTo>
                <a:lnTo>
                  <a:pt x="300227" y="353567"/>
                </a:lnTo>
                <a:lnTo>
                  <a:pt x="300227" y="47243"/>
                </a:lnTo>
                <a:lnTo>
                  <a:pt x="199644" y="47243"/>
                </a:lnTo>
                <a:lnTo>
                  <a:pt x="198310" y="120205"/>
                </a:lnTo>
                <a:lnTo>
                  <a:pt x="193547" y="187451"/>
                </a:lnTo>
                <a:lnTo>
                  <a:pt x="184213" y="249935"/>
                </a:lnTo>
                <a:lnTo>
                  <a:pt x="164591" y="312419"/>
                </a:lnTo>
                <a:lnTo>
                  <a:pt x="130301" y="375094"/>
                </a:lnTo>
                <a:lnTo>
                  <a:pt x="106298" y="406931"/>
                </a:lnTo>
                <a:lnTo>
                  <a:pt x="77723" y="438911"/>
                </a:lnTo>
                <a:lnTo>
                  <a:pt x="70103" y="432815"/>
                </a:lnTo>
                <a:lnTo>
                  <a:pt x="92154" y="399621"/>
                </a:lnTo>
                <a:lnTo>
                  <a:pt x="110489" y="368427"/>
                </a:lnTo>
                <a:lnTo>
                  <a:pt x="137159" y="310896"/>
                </a:lnTo>
                <a:lnTo>
                  <a:pt x="152018" y="253746"/>
                </a:lnTo>
                <a:lnTo>
                  <a:pt x="160019" y="192023"/>
                </a:lnTo>
                <a:lnTo>
                  <a:pt x="164782" y="124205"/>
                </a:lnTo>
                <a:lnTo>
                  <a:pt x="166115" y="47243"/>
                </a:lnTo>
                <a:lnTo>
                  <a:pt x="48767" y="47243"/>
                </a:lnTo>
                <a:lnTo>
                  <a:pt x="48767" y="487679"/>
                </a:lnTo>
                <a:lnTo>
                  <a:pt x="428244" y="487679"/>
                </a:lnTo>
                <a:lnTo>
                  <a:pt x="464820" y="451103"/>
                </a:lnTo>
                <a:lnTo>
                  <a:pt x="515111" y="501395"/>
                </a:lnTo>
                <a:lnTo>
                  <a:pt x="50291" y="501395"/>
                </a:lnTo>
                <a:lnTo>
                  <a:pt x="33527" y="522731"/>
                </a:lnTo>
                <a:close/>
              </a:path>
            </a:pathLst>
          </a:custGeom>
          <a:solidFill>
            <a:srgbClr val="3333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5123688" y="1299971"/>
            <a:ext cx="561340" cy="525780"/>
          </a:xfrm>
          <a:custGeom>
            <a:avLst/>
            <a:gdLst/>
            <a:ahLst/>
            <a:cxnLst/>
            <a:rect l="l" t="t" r="r" b="b"/>
            <a:pathLst>
              <a:path w="561339" h="525780">
                <a:moveTo>
                  <a:pt x="332231" y="50292"/>
                </a:moveTo>
                <a:lnTo>
                  <a:pt x="310895" y="28956"/>
                </a:lnTo>
                <a:lnTo>
                  <a:pt x="478535" y="28956"/>
                </a:lnTo>
                <a:lnTo>
                  <a:pt x="495299" y="6096"/>
                </a:lnTo>
                <a:lnTo>
                  <a:pt x="530351" y="35052"/>
                </a:lnTo>
                <a:lnTo>
                  <a:pt x="521969" y="42672"/>
                </a:lnTo>
                <a:lnTo>
                  <a:pt x="388619" y="42672"/>
                </a:lnTo>
                <a:lnTo>
                  <a:pt x="373808" y="43219"/>
                </a:lnTo>
                <a:lnTo>
                  <a:pt x="359282" y="44767"/>
                </a:lnTo>
                <a:lnTo>
                  <a:pt x="345328" y="47172"/>
                </a:lnTo>
                <a:lnTo>
                  <a:pt x="332231" y="50292"/>
                </a:lnTo>
                <a:close/>
              </a:path>
              <a:path w="561339" h="525780">
                <a:moveTo>
                  <a:pt x="515551" y="201168"/>
                </a:moveTo>
                <a:lnTo>
                  <a:pt x="483107" y="201168"/>
                </a:lnTo>
                <a:lnTo>
                  <a:pt x="483107" y="42672"/>
                </a:lnTo>
                <a:lnTo>
                  <a:pt x="521969" y="42672"/>
                </a:lnTo>
                <a:lnTo>
                  <a:pt x="513587" y="50292"/>
                </a:lnTo>
                <a:lnTo>
                  <a:pt x="513849" y="108037"/>
                </a:lnTo>
                <a:lnTo>
                  <a:pt x="514540" y="157924"/>
                </a:lnTo>
                <a:lnTo>
                  <a:pt x="515551" y="201168"/>
                </a:lnTo>
                <a:close/>
              </a:path>
              <a:path w="561339" h="525780">
                <a:moveTo>
                  <a:pt x="505967" y="501396"/>
                </a:moveTo>
                <a:lnTo>
                  <a:pt x="382523" y="501396"/>
                </a:lnTo>
                <a:lnTo>
                  <a:pt x="355425" y="499657"/>
                </a:lnTo>
                <a:lnTo>
                  <a:pt x="336041" y="489775"/>
                </a:lnTo>
                <a:lnTo>
                  <a:pt x="324659" y="471606"/>
                </a:lnTo>
                <a:lnTo>
                  <a:pt x="321563" y="445008"/>
                </a:lnTo>
                <a:lnTo>
                  <a:pt x="321466" y="301532"/>
                </a:lnTo>
                <a:lnTo>
                  <a:pt x="321234" y="248265"/>
                </a:lnTo>
                <a:lnTo>
                  <a:pt x="320783" y="207215"/>
                </a:lnTo>
                <a:lnTo>
                  <a:pt x="320039" y="178308"/>
                </a:lnTo>
                <a:lnTo>
                  <a:pt x="353568" y="201168"/>
                </a:lnTo>
                <a:lnTo>
                  <a:pt x="515551" y="201168"/>
                </a:lnTo>
                <a:lnTo>
                  <a:pt x="515995" y="214884"/>
                </a:lnTo>
                <a:lnTo>
                  <a:pt x="353568" y="214884"/>
                </a:lnTo>
                <a:lnTo>
                  <a:pt x="353568" y="434340"/>
                </a:lnTo>
                <a:lnTo>
                  <a:pt x="355877" y="453199"/>
                </a:lnTo>
                <a:lnTo>
                  <a:pt x="362902" y="466344"/>
                </a:lnTo>
                <a:lnTo>
                  <a:pt x="374784" y="473773"/>
                </a:lnTo>
                <a:lnTo>
                  <a:pt x="391667" y="475488"/>
                </a:lnTo>
                <a:lnTo>
                  <a:pt x="556266" y="475488"/>
                </a:lnTo>
                <a:lnTo>
                  <a:pt x="551402" y="483608"/>
                </a:lnTo>
                <a:lnTo>
                  <a:pt x="539114" y="494347"/>
                </a:lnTo>
                <a:lnTo>
                  <a:pt x="523970" y="500229"/>
                </a:lnTo>
                <a:lnTo>
                  <a:pt x="505967" y="501396"/>
                </a:lnTo>
                <a:close/>
              </a:path>
              <a:path w="561339" h="525780">
                <a:moveTo>
                  <a:pt x="483107" y="248411"/>
                </a:moveTo>
                <a:lnTo>
                  <a:pt x="483107" y="214884"/>
                </a:lnTo>
                <a:lnTo>
                  <a:pt x="515995" y="214884"/>
                </a:lnTo>
                <a:lnTo>
                  <a:pt x="516635" y="234696"/>
                </a:lnTo>
                <a:lnTo>
                  <a:pt x="483107" y="248411"/>
                </a:lnTo>
                <a:close/>
              </a:path>
              <a:path w="561339" h="525780">
                <a:moveTo>
                  <a:pt x="556266" y="475488"/>
                </a:moveTo>
                <a:lnTo>
                  <a:pt x="487679" y="475488"/>
                </a:lnTo>
                <a:lnTo>
                  <a:pt x="495990" y="474035"/>
                </a:lnTo>
                <a:lnTo>
                  <a:pt x="502729" y="469582"/>
                </a:lnTo>
                <a:lnTo>
                  <a:pt x="515683" y="417004"/>
                </a:lnTo>
                <a:lnTo>
                  <a:pt x="518159" y="361188"/>
                </a:lnTo>
                <a:lnTo>
                  <a:pt x="530351" y="361188"/>
                </a:lnTo>
                <a:lnTo>
                  <a:pt x="531494" y="405003"/>
                </a:lnTo>
                <a:lnTo>
                  <a:pt x="538329" y="449437"/>
                </a:lnTo>
                <a:lnTo>
                  <a:pt x="560831" y="467868"/>
                </a:lnTo>
                <a:lnTo>
                  <a:pt x="556266" y="475488"/>
                </a:lnTo>
                <a:close/>
              </a:path>
              <a:path w="561339" h="525780">
                <a:moveTo>
                  <a:pt x="21335" y="50292"/>
                </a:moveTo>
                <a:lnTo>
                  <a:pt x="0" y="28956"/>
                </a:lnTo>
                <a:lnTo>
                  <a:pt x="240791" y="28956"/>
                </a:lnTo>
                <a:lnTo>
                  <a:pt x="269747" y="0"/>
                </a:lnTo>
                <a:lnTo>
                  <a:pt x="307847" y="42672"/>
                </a:lnTo>
                <a:lnTo>
                  <a:pt x="77724" y="42672"/>
                </a:lnTo>
                <a:lnTo>
                  <a:pt x="62912" y="43219"/>
                </a:lnTo>
                <a:lnTo>
                  <a:pt x="48386" y="44767"/>
                </a:lnTo>
                <a:lnTo>
                  <a:pt x="34432" y="47172"/>
                </a:lnTo>
                <a:lnTo>
                  <a:pt x="21335" y="50292"/>
                </a:lnTo>
                <a:close/>
              </a:path>
              <a:path w="561339" h="525780">
                <a:moveTo>
                  <a:pt x="138683" y="118872"/>
                </a:moveTo>
                <a:lnTo>
                  <a:pt x="109727" y="118872"/>
                </a:lnTo>
                <a:lnTo>
                  <a:pt x="109727" y="42672"/>
                </a:lnTo>
                <a:lnTo>
                  <a:pt x="138683" y="42672"/>
                </a:lnTo>
                <a:lnTo>
                  <a:pt x="138683" y="118872"/>
                </a:lnTo>
                <a:close/>
              </a:path>
              <a:path w="561339" h="525780">
                <a:moveTo>
                  <a:pt x="199643" y="118872"/>
                </a:moveTo>
                <a:lnTo>
                  <a:pt x="172211" y="118872"/>
                </a:lnTo>
                <a:lnTo>
                  <a:pt x="172211" y="42672"/>
                </a:lnTo>
                <a:lnTo>
                  <a:pt x="199643" y="42672"/>
                </a:lnTo>
                <a:lnTo>
                  <a:pt x="199643" y="118872"/>
                </a:lnTo>
                <a:close/>
              </a:path>
              <a:path w="561339" h="525780">
                <a:moveTo>
                  <a:pt x="280736" y="118872"/>
                </a:moveTo>
                <a:lnTo>
                  <a:pt x="239267" y="118872"/>
                </a:lnTo>
                <a:lnTo>
                  <a:pt x="256031" y="97536"/>
                </a:lnTo>
                <a:lnTo>
                  <a:pt x="280736" y="118872"/>
                </a:lnTo>
                <a:close/>
              </a:path>
              <a:path w="561339" h="525780">
                <a:moveTo>
                  <a:pt x="35051" y="525779"/>
                </a:moveTo>
                <a:lnTo>
                  <a:pt x="36171" y="485203"/>
                </a:lnTo>
                <a:lnTo>
                  <a:pt x="37147" y="436626"/>
                </a:lnTo>
                <a:lnTo>
                  <a:pt x="37838" y="380047"/>
                </a:lnTo>
                <a:lnTo>
                  <a:pt x="38081" y="310896"/>
                </a:lnTo>
                <a:lnTo>
                  <a:pt x="37847" y="252960"/>
                </a:lnTo>
                <a:lnTo>
                  <a:pt x="37147" y="193167"/>
                </a:lnTo>
                <a:lnTo>
                  <a:pt x="36171" y="143160"/>
                </a:lnTo>
                <a:lnTo>
                  <a:pt x="35051" y="100584"/>
                </a:lnTo>
                <a:lnTo>
                  <a:pt x="68579" y="118872"/>
                </a:lnTo>
                <a:lnTo>
                  <a:pt x="280736" y="118872"/>
                </a:lnTo>
                <a:lnTo>
                  <a:pt x="289559" y="126492"/>
                </a:lnTo>
                <a:lnTo>
                  <a:pt x="280246" y="134112"/>
                </a:lnTo>
                <a:lnTo>
                  <a:pt x="68579" y="134112"/>
                </a:lnTo>
                <a:lnTo>
                  <a:pt x="68579" y="295656"/>
                </a:lnTo>
                <a:lnTo>
                  <a:pt x="84279" y="295656"/>
                </a:lnTo>
                <a:lnTo>
                  <a:pt x="68579" y="310896"/>
                </a:lnTo>
                <a:lnTo>
                  <a:pt x="68579" y="344424"/>
                </a:lnTo>
                <a:lnTo>
                  <a:pt x="272907" y="344424"/>
                </a:lnTo>
                <a:lnTo>
                  <a:pt x="272938" y="358140"/>
                </a:lnTo>
                <a:lnTo>
                  <a:pt x="68579" y="358140"/>
                </a:lnTo>
                <a:lnTo>
                  <a:pt x="68579" y="449579"/>
                </a:lnTo>
                <a:lnTo>
                  <a:pt x="273383" y="449579"/>
                </a:lnTo>
                <a:lnTo>
                  <a:pt x="273543" y="463296"/>
                </a:lnTo>
                <a:lnTo>
                  <a:pt x="68579" y="463296"/>
                </a:lnTo>
                <a:lnTo>
                  <a:pt x="68579" y="513588"/>
                </a:lnTo>
                <a:lnTo>
                  <a:pt x="35051" y="525779"/>
                </a:lnTo>
                <a:close/>
              </a:path>
              <a:path w="561339" h="525780">
                <a:moveTo>
                  <a:pt x="84279" y="295656"/>
                </a:moveTo>
                <a:lnTo>
                  <a:pt x="68579" y="295656"/>
                </a:lnTo>
                <a:lnTo>
                  <a:pt x="86582" y="267628"/>
                </a:lnTo>
                <a:lnTo>
                  <a:pt x="99440" y="231457"/>
                </a:lnTo>
                <a:lnTo>
                  <a:pt x="107156" y="186999"/>
                </a:lnTo>
                <a:lnTo>
                  <a:pt x="109727" y="134112"/>
                </a:lnTo>
                <a:lnTo>
                  <a:pt x="138683" y="134112"/>
                </a:lnTo>
                <a:lnTo>
                  <a:pt x="134373" y="192381"/>
                </a:lnTo>
                <a:lnTo>
                  <a:pt x="121348" y="241363"/>
                </a:lnTo>
                <a:lnTo>
                  <a:pt x="99464" y="280916"/>
                </a:lnTo>
                <a:lnTo>
                  <a:pt x="84279" y="295656"/>
                </a:lnTo>
                <a:close/>
              </a:path>
              <a:path w="561339" h="525780">
                <a:moveTo>
                  <a:pt x="272907" y="344424"/>
                </a:moveTo>
                <a:lnTo>
                  <a:pt x="240791" y="344424"/>
                </a:lnTo>
                <a:lnTo>
                  <a:pt x="240791" y="291084"/>
                </a:lnTo>
                <a:lnTo>
                  <a:pt x="207263" y="291084"/>
                </a:lnTo>
                <a:lnTo>
                  <a:pt x="190642" y="288821"/>
                </a:lnTo>
                <a:lnTo>
                  <a:pt x="179450" y="282130"/>
                </a:lnTo>
                <a:lnTo>
                  <a:pt x="173402" y="271152"/>
                </a:lnTo>
                <a:lnTo>
                  <a:pt x="172211" y="256032"/>
                </a:lnTo>
                <a:lnTo>
                  <a:pt x="172211" y="134112"/>
                </a:lnTo>
                <a:lnTo>
                  <a:pt x="199643" y="134112"/>
                </a:lnTo>
                <a:lnTo>
                  <a:pt x="199643" y="243840"/>
                </a:lnTo>
                <a:lnTo>
                  <a:pt x="200763" y="252960"/>
                </a:lnTo>
                <a:lnTo>
                  <a:pt x="204025" y="259651"/>
                </a:lnTo>
                <a:lnTo>
                  <a:pt x="209288" y="263771"/>
                </a:lnTo>
                <a:lnTo>
                  <a:pt x="216407" y="265175"/>
                </a:lnTo>
                <a:lnTo>
                  <a:pt x="272820" y="265175"/>
                </a:lnTo>
                <a:lnTo>
                  <a:pt x="272907" y="344424"/>
                </a:lnTo>
                <a:close/>
              </a:path>
              <a:path w="561339" h="525780">
                <a:moveTo>
                  <a:pt x="272820" y="265175"/>
                </a:moveTo>
                <a:lnTo>
                  <a:pt x="240791" y="265175"/>
                </a:lnTo>
                <a:lnTo>
                  <a:pt x="240791" y="134112"/>
                </a:lnTo>
                <a:lnTo>
                  <a:pt x="280246" y="134112"/>
                </a:lnTo>
                <a:lnTo>
                  <a:pt x="272795" y="140208"/>
                </a:lnTo>
                <a:lnTo>
                  <a:pt x="272820" y="265175"/>
                </a:lnTo>
                <a:close/>
              </a:path>
              <a:path w="561339" h="525780">
                <a:moveTo>
                  <a:pt x="273383" y="449579"/>
                </a:moveTo>
                <a:lnTo>
                  <a:pt x="240791" y="449579"/>
                </a:lnTo>
                <a:lnTo>
                  <a:pt x="240791" y="358140"/>
                </a:lnTo>
                <a:lnTo>
                  <a:pt x="272938" y="358140"/>
                </a:lnTo>
                <a:lnTo>
                  <a:pt x="273080" y="403242"/>
                </a:lnTo>
                <a:lnTo>
                  <a:pt x="273383" y="449579"/>
                </a:lnTo>
                <a:close/>
              </a:path>
              <a:path w="561339" h="525780">
                <a:moveTo>
                  <a:pt x="240791" y="524255"/>
                </a:moveTo>
                <a:lnTo>
                  <a:pt x="240791" y="463296"/>
                </a:lnTo>
                <a:lnTo>
                  <a:pt x="273543" y="463296"/>
                </a:lnTo>
                <a:lnTo>
                  <a:pt x="273755" y="481548"/>
                </a:lnTo>
                <a:lnTo>
                  <a:pt x="274319" y="507492"/>
                </a:lnTo>
                <a:lnTo>
                  <a:pt x="240791" y="524255"/>
                </a:lnTo>
                <a:close/>
              </a:path>
            </a:pathLst>
          </a:custGeom>
          <a:solidFill>
            <a:srgbClr val="3333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1787651" y="2481072"/>
            <a:ext cx="135890" cy="135890"/>
          </a:xfrm>
          <a:custGeom>
            <a:avLst/>
            <a:gdLst/>
            <a:ahLst/>
            <a:cxnLst/>
            <a:rect l="l" t="t" r="r" b="b"/>
            <a:pathLst>
              <a:path w="135889" h="135889">
                <a:moveTo>
                  <a:pt x="135636" y="135635"/>
                </a:moveTo>
                <a:lnTo>
                  <a:pt x="0" y="135635"/>
                </a:lnTo>
                <a:lnTo>
                  <a:pt x="0" y="0"/>
                </a:lnTo>
                <a:lnTo>
                  <a:pt x="135636" y="0"/>
                </a:lnTo>
                <a:lnTo>
                  <a:pt x="135636" y="135635"/>
                </a:lnTo>
                <a:close/>
              </a:path>
            </a:pathLst>
          </a:custGeom>
          <a:solidFill>
            <a:srgbClr val="3333C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" name="object 15"/>
          <p:cNvSpPr/>
          <p:nvPr/>
        </p:nvSpPr>
        <p:spPr>
          <a:xfrm>
            <a:off x="2205227" y="2316480"/>
            <a:ext cx="287020" cy="350520"/>
          </a:xfrm>
          <a:custGeom>
            <a:avLst/>
            <a:gdLst/>
            <a:ahLst/>
            <a:cxnLst/>
            <a:rect l="l" t="t" r="r" b="b"/>
            <a:pathLst>
              <a:path w="287019" h="350519">
                <a:moveTo>
                  <a:pt x="67056" y="76200"/>
                </a:moveTo>
                <a:lnTo>
                  <a:pt x="60960" y="76200"/>
                </a:lnTo>
                <a:lnTo>
                  <a:pt x="57912" y="71628"/>
                </a:lnTo>
                <a:lnTo>
                  <a:pt x="56388" y="62484"/>
                </a:lnTo>
                <a:lnTo>
                  <a:pt x="51196" y="49553"/>
                </a:lnTo>
                <a:lnTo>
                  <a:pt x="44577" y="35623"/>
                </a:lnTo>
                <a:lnTo>
                  <a:pt x="36242" y="20264"/>
                </a:lnTo>
                <a:lnTo>
                  <a:pt x="25908" y="3048"/>
                </a:lnTo>
                <a:lnTo>
                  <a:pt x="30480" y="0"/>
                </a:lnTo>
                <a:lnTo>
                  <a:pt x="64127" y="22931"/>
                </a:lnTo>
                <a:lnTo>
                  <a:pt x="80772" y="42672"/>
                </a:lnTo>
                <a:lnTo>
                  <a:pt x="80772" y="53340"/>
                </a:lnTo>
                <a:lnTo>
                  <a:pt x="74676" y="65532"/>
                </a:lnTo>
                <a:lnTo>
                  <a:pt x="70104" y="71628"/>
                </a:lnTo>
                <a:lnTo>
                  <a:pt x="67056" y="76200"/>
                </a:lnTo>
                <a:close/>
              </a:path>
              <a:path w="287019" h="350519">
                <a:moveTo>
                  <a:pt x="129540" y="53340"/>
                </a:moveTo>
                <a:lnTo>
                  <a:pt x="115824" y="39624"/>
                </a:lnTo>
                <a:lnTo>
                  <a:pt x="248412" y="39624"/>
                </a:lnTo>
                <a:lnTo>
                  <a:pt x="260604" y="21336"/>
                </a:lnTo>
                <a:lnTo>
                  <a:pt x="286512" y="42672"/>
                </a:lnTo>
                <a:lnTo>
                  <a:pt x="279654" y="48768"/>
                </a:lnTo>
                <a:lnTo>
                  <a:pt x="166116" y="48768"/>
                </a:lnTo>
                <a:lnTo>
                  <a:pt x="156114" y="49053"/>
                </a:lnTo>
                <a:lnTo>
                  <a:pt x="146685" y="49911"/>
                </a:lnTo>
                <a:lnTo>
                  <a:pt x="137826" y="51339"/>
                </a:lnTo>
                <a:lnTo>
                  <a:pt x="129540" y="53340"/>
                </a:lnTo>
                <a:close/>
              </a:path>
              <a:path w="287019" h="350519">
                <a:moveTo>
                  <a:pt x="272070" y="312420"/>
                </a:moveTo>
                <a:lnTo>
                  <a:pt x="243840" y="312420"/>
                </a:lnTo>
                <a:lnTo>
                  <a:pt x="249936" y="307848"/>
                </a:lnTo>
                <a:lnTo>
                  <a:pt x="249936" y="48768"/>
                </a:lnTo>
                <a:lnTo>
                  <a:pt x="279654" y="48768"/>
                </a:lnTo>
                <a:lnTo>
                  <a:pt x="272795" y="54864"/>
                </a:lnTo>
                <a:lnTo>
                  <a:pt x="272795" y="303275"/>
                </a:lnTo>
                <a:lnTo>
                  <a:pt x="272070" y="312420"/>
                </a:lnTo>
                <a:close/>
              </a:path>
              <a:path w="287019" h="350519">
                <a:moveTo>
                  <a:pt x="0" y="350520"/>
                </a:moveTo>
                <a:lnTo>
                  <a:pt x="817" y="319016"/>
                </a:lnTo>
                <a:lnTo>
                  <a:pt x="931" y="312420"/>
                </a:lnTo>
                <a:lnTo>
                  <a:pt x="1333" y="279082"/>
                </a:lnTo>
                <a:lnTo>
                  <a:pt x="1455" y="143256"/>
                </a:lnTo>
                <a:lnTo>
                  <a:pt x="1333" y="117348"/>
                </a:lnTo>
                <a:lnTo>
                  <a:pt x="865" y="88392"/>
                </a:lnTo>
                <a:lnTo>
                  <a:pt x="0" y="67056"/>
                </a:lnTo>
                <a:lnTo>
                  <a:pt x="39624" y="88392"/>
                </a:lnTo>
                <a:lnTo>
                  <a:pt x="25908" y="97536"/>
                </a:lnTo>
                <a:lnTo>
                  <a:pt x="25908" y="339852"/>
                </a:lnTo>
                <a:lnTo>
                  <a:pt x="0" y="350520"/>
                </a:lnTo>
                <a:close/>
              </a:path>
              <a:path w="287019" h="350519">
                <a:moveTo>
                  <a:pt x="211328" y="134112"/>
                </a:moveTo>
                <a:lnTo>
                  <a:pt x="178307" y="134112"/>
                </a:lnTo>
                <a:lnTo>
                  <a:pt x="188976" y="117348"/>
                </a:lnTo>
                <a:lnTo>
                  <a:pt x="211328" y="134112"/>
                </a:lnTo>
                <a:close/>
              </a:path>
              <a:path w="287019" h="350519">
                <a:moveTo>
                  <a:pt x="73152" y="271272"/>
                </a:moveTo>
                <a:lnTo>
                  <a:pt x="73390" y="248983"/>
                </a:lnTo>
                <a:lnTo>
                  <a:pt x="74437" y="207835"/>
                </a:lnTo>
                <a:lnTo>
                  <a:pt x="74676" y="188976"/>
                </a:lnTo>
                <a:lnTo>
                  <a:pt x="74437" y="171592"/>
                </a:lnTo>
                <a:lnTo>
                  <a:pt x="73390" y="136255"/>
                </a:lnTo>
                <a:lnTo>
                  <a:pt x="73152" y="118872"/>
                </a:lnTo>
                <a:lnTo>
                  <a:pt x="96012" y="134112"/>
                </a:lnTo>
                <a:lnTo>
                  <a:pt x="211328" y="134112"/>
                </a:lnTo>
                <a:lnTo>
                  <a:pt x="213360" y="135636"/>
                </a:lnTo>
                <a:lnTo>
                  <a:pt x="204651" y="143256"/>
                </a:lnTo>
                <a:lnTo>
                  <a:pt x="96012" y="143256"/>
                </a:lnTo>
                <a:lnTo>
                  <a:pt x="96012" y="233172"/>
                </a:lnTo>
                <a:lnTo>
                  <a:pt x="201344" y="233172"/>
                </a:lnTo>
                <a:lnTo>
                  <a:pt x="201358" y="233934"/>
                </a:lnTo>
                <a:lnTo>
                  <a:pt x="201725" y="242316"/>
                </a:lnTo>
                <a:lnTo>
                  <a:pt x="96012" y="242316"/>
                </a:lnTo>
                <a:lnTo>
                  <a:pt x="96012" y="262128"/>
                </a:lnTo>
                <a:lnTo>
                  <a:pt x="73152" y="271272"/>
                </a:lnTo>
                <a:close/>
              </a:path>
              <a:path w="287019" h="350519">
                <a:moveTo>
                  <a:pt x="201344" y="233172"/>
                </a:moveTo>
                <a:lnTo>
                  <a:pt x="179831" y="233172"/>
                </a:lnTo>
                <a:lnTo>
                  <a:pt x="179831" y="143256"/>
                </a:lnTo>
                <a:lnTo>
                  <a:pt x="204651" y="143256"/>
                </a:lnTo>
                <a:lnTo>
                  <a:pt x="201168" y="146304"/>
                </a:lnTo>
                <a:lnTo>
                  <a:pt x="201247" y="227838"/>
                </a:lnTo>
                <a:lnTo>
                  <a:pt x="201344" y="233172"/>
                </a:lnTo>
                <a:close/>
              </a:path>
              <a:path w="287019" h="350519">
                <a:moveTo>
                  <a:pt x="179831" y="265175"/>
                </a:moveTo>
                <a:lnTo>
                  <a:pt x="179831" y="242316"/>
                </a:lnTo>
                <a:lnTo>
                  <a:pt x="201725" y="242316"/>
                </a:lnTo>
                <a:lnTo>
                  <a:pt x="201810" y="244268"/>
                </a:lnTo>
                <a:lnTo>
                  <a:pt x="202692" y="256032"/>
                </a:lnTo>
                <a:lnTo>
                  <a:pt x="179831" y="265175"/>
                </a:lnTo>
                <a:close/>
              </a:path>
              <a:path w="287019" h="350519">
                <a:moveTo>
                  <a:pt x="234695" y="350520"/>
                </a:moveTo>
                <a:lnTo>
                  <a:pt x="231528" y="337923"/>
                </a:lnTo>
                <a:lnTo>
                  <a:pt x="221932" y="327469"/>
                </a:lnTo>
                <a:lnTo>
                  <a:pt x="205763" y="319016"/>
                </a:lnTo>
                <a:lnTo>
                  <a:pt x="182880" y="312420"/>
                </a:lnTo>
                <a:lnTo>
                  <a:pt x="182880" y="306324"/>
                </a:lnTo>
                <a:lnTo>
                  <a:pt x="224028" y="309753"/>
                </a:lnTo>
                <a:lnTo>
                  <a:pt x="243840" y="312420"/>
                </a:lnTo>
                <a:lnTo>
                  <a:pt x="272070" y="312420"/>
                </a:lnTo>
                <a:lnTo>
                  <a:pt x="271343" y="321587"/>
                </a:lnTo>
                <a:lnTo>
                  <a:pt x="264604" y="335470"/>
                </a:lnTo>
                <a:lnTo>
                  <a:pt x="252436" y="345066"/>
                </a:lnTo>
                <a:lnTo>
                  <a:pt x="234695" y="3505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" name="object 16"/>
          <p:cNvSpPr/>
          <p:nvPr/>
        </p:nvSpPr>
        <p:spPr>
          <a:xfrm>
            <a:off x="2552700" y="2322576"/>
            <a:ext cx="356870" cy="346075"/>
          </a:xfrm>
          <a:custGeom>
            <a:avLst/>
            <a:gdLst/>
            <a:ahLst/>
            <a:cxnLst/>
            <a:rect l="l" t="t" r="r" b="b"/>
            <a:pathLst>
              <a:path w="356869" h="346075">
                <a:moveTo>
                  <a:pt x="192024" y="32004"/>
                </a:moveTo>
                <a:lnTo>
                  <a:pt x="178308" y="18288"/>
                </a:lnTo>
                <a:lnTo>
                  <a:pt x="310896" y="18288"/>
                </a:lnTo>
                <a:lnTo>
                  <a:pt x="329184" y="0"/>
                </a:lnTo>
                <a:lnTo>
                  <a:pt x="353568" y="27432"/>
                </a:lnTo>
                <a:lnTo>
                  <a:pt x="228599" y="27432"/>
                </a:lnTo>
                <a:lnTo>
                  <a:pt x="218598" y="27717"/>
                </a:lnTo>
                <a:lnTo>
                  <a:pt x="209169" y="28575"/>
                </a:lnTo>
                <a:lnTo>
                  <a:pt x="200310" y="30003"/>
                </a:lnTo>
                <a:lnTo>
                  <a:pt x="192024" y="32004"/>
                </a:lnTo>
                <a:close/>
              </a:path>
              <a:path w="356869" h="346075">
                <a:moveTo>
                  <a:pt x="166878" y="16764"/>
                </a:moveTo>
                <a:lnTo>
                  <a:pt x="137160" y="16764"/>
                </a:lnTo>
                <a:lnTo>
                  <a:pt x="147828" y="1524"/>
                </a:lnTo>
                <a:lnTo>
                  <a:pt x="166878" y="16764"/>
                </a:lnTo>
                <a:close/>
              </a:path>
              <a:path w="356869" h="346075">
                <a:moveTo>
                  <a:pt x="45720" y="149352"/>
                </a:moveTo>
                <a:lnTo>
                  <a:pt x="46601" y="131064"/>
                </a:lnTo>
                <a:lnTo>
                  <a:pt x="47053" y="112776"/>
                </a:lnTo>
                <a:lnTo>
                  <a:pt x="47158" y="50292"/>
                </a:lnTo>
                <a:lnTo>
                  <a:pt x="47053" y="38671"/>
                </a:lnTo>
                <a:lnTo>
                  <a:pt x="46601" y="21121"/>
                </a:lnTo>
                <a:lnTo>
                  <a:pt x="45720" y="4572"/>
                </a:lnTo>
                <a:lnTo>
                  <a:pt x="67056" y="16764"/>
                </a:lnTo>
                <a:lnTo>
                  <a:pt x="166878" y="16764"/>
                </a:lnTo>
                <a:lnTo>
                  <a:pt x="170688" y="19812"/>
                </a:lnTo>
                <a:lnTo>
                  <a:pt x="163576" y="25908"/>
                </a:lnTo>
                <a:lnTo>
                  <a:pt x="67056" y="25908"/>
                </a:lnTo>
                <a:lnTo>
                  <a:pt x="67056" y="71628"/>
                </a:lnTo>
                <a:lnTo>
                  <a:pt x="160098" y="71628"/>
                </a:lnTo>
                <a:lnTo>
                  <a:pt x="160151" y="80772"/>
                </a:lnTo>
                <a:lnTo>
                  <a:pt x="67056" y="80772"/>
                </a:lnTo>
                <a:lnTo>
                  <a:pt x="67056" y="123444"/>
                </a:lnTo>
                <a:lnTo>
                  <a:pt x="161015" y="123444"/>
                </a:lnTo>
                <a:lnTo>
                  <a:pt x="161411" y="132588"/>
                </a:lnTo>
                <a:lnTo>
                  <a:pt x="67056" y="132588"/>
                </a:lnTo>
                <a:lnTo>
                  <a:pt x="67056" y="141732"/>
                </a:lnTo>
                <a:lnTo>
                  <a:pt x="45720" y="149352"/>
                </a:lnTo>
                <a:close/>
              </a:path>
              <a:path w="356869" h="346075">
                <a:moveTo>
                  <a:pt x="160098" y="71628"/>
                </a:moveTo>
                <a:lnTo>
                  <a:pt x="140208" y="71628"/>
                </a:lnTo>
                <a:lnTo>
                  <a:pt x="140208" y="25908"/>
                </a:lnTo>
                <a:lnTo>
                  <a:pt x="163576" y="25908"/>
                </a:lnTo>
                <a:lnTo>
                  <a:pt x="160020" y="28956"/>
                </a:lnTo>
                <a:lnTo>
                  <a:pt x="160098" y="71628"/>
                </a:lnTo>
                <a:close/>
              </a:path>
              <a:path w="356869" h="346075">
                <a:moveTo>
                  <a:pt x="246887" y="73152"/>
                </a:moveTo>
                <a:lnTo>
                  <a:pt x="239268" y="73152"/>
                </a:lnTo>
                <a:lnTo>
                  <a:pt x="241530" y="61722"/>
                </a:lnTo>
                <a:lnTo>
                  <a:pt x="243649" y="50292"/>
                </a:lnTo>
                <a:lnTo>
                  <a:pt x="245506" y="38671"/>
                </a:lnTo>
                <a:lnTo>
                  <a:pt x="246887" y="27432"/>
                </a:lnTo>
                <a:lnTo>
                  <a:pt x="272796" y="27432"/>
                </a:lnTo>
                <a:lnTo>
                  <a:pt x="268747" y="33718"/>
                </a:lnTo>
                <a:lnTo>
                  <a:pt x="263271" y="43434"/>
                </a:lnTo>
                <a:lnTo>
                  <a:pt x="256079" y="56578"/>
                </a:lnTo>
                <a:lnTo>
                  <a:pt x="246887" y="73152"/>
                </a:lnTo>
                <a:close/>
              </a:path>
              <a:path w="356869" h="346075">
                <a:moveTo>
                  <a:pt x="334171" y="73152"/>
                </a:moveTo>
                <a:lnTo>
                  <a:pt x="304799" y="73152"/>
                </a:lnTo>
                <a:lnTo>
                  <a:pt x="315468" y="59436"/>
                </a:lnTo>
                <a:lnTo>
                  <a:pt x="334171" y="73152"/>
                </a:lnTo>
                <a:close/>
              </a:path>
              <a:path w="356869" h="346075">
                <a:moveTo>
                  <a:pt x="198120" y="220980"/>
                </a:moveTo>
                <a:lnTo>
                  <a:pt x="198358" y="204096"/>
                </a:lnTo>
                <a:lnTo>
                  <a:pt x="199405" y="164615"/>
                </a:lnTo>
                <a:lnTo>
                  <a:pt x="199529" y="131064"/>
                </a:lnTo>
                <a:lnTo>
                  <a:pt x="199405" y="119467"/>
                </a:lnTo>
                <a:lnTo>
                  <a:pt x="198358" y="78938"/>
                </a:lnTo>
                <a:lnTo>
                  <a:pt x="198120" y="60960"/>
                </a:lnTo>
                <a:lnTo>
                  <a:pt x="219456" y="73152"/>
                </a:lnTo>
                <a:lnTo>
                  <a:pt x="334171" y="73152"/>
                </a:lnTo>
                <a:lnTo>
                  <a:pt x="338328" y="76200"/>
                </a:lnTo>
                <a:lnTo>
                  <a:pt x="331216" y="82296"/>
                </a:lnTo>
                <a:lnTo>
                  <a:pt x="219456" y="82296"/>
                </a:lnTo>
                <a:lnTo>
                  <a:pt x="219456" y="208788"/>
                </a:lnTo>
                <a:lnTo>
                  <a:pt x="198120" y="220980"/>
                </a:lnTo>
                <a:close/>
              </a:path>
              <a:path w="356869" h="346075">
                <a:moveTo>
                  <a:pt x="161015" y="123444"/>
                </a:moveTo>
                <a:lnTo>
                  <a:pt x="140208" y="123444"/>
                </a:lnTo>
                <a:lnTo>
                  <a:pt x="140208" y="80772"/>
                </a:lnTo>
                <a:lnTo>
                  <a:pt x="160151" y="80772"/>
                </a:lnTo>
                <a:lnTo>
                  <a:pt x="160277" y="94488"/>
                </a:lnTo>
                <a:lnTo>
                  <a:pt x="160662" y="115323"/>
                </a:lnTo>
                <a:lnTo>
                  <a:pt x="161015" y="123444"/>
                </a:lnTo>
                <a:close/>
              </a:path>
              <a:path w="356869" h="346075">
                <a:moveTo>
                  <a:pt x="307848" y="216408"/>
                </a:moveTo>
                <a:lnTo>
                  <a:pt x="307848" y="82296"/>
                </a:lnTo>
                <a:lnTo>
                  <a:pt x="331216" y="82296"/>
                </a:lnTo>
                <a:lnTo>
                  <a:pt x="327660" y="85344"/>
                </a:lnTo>
                <a:lnTo>
                  <a:pt x="327707" y="167092"/>
                </a:lnTo>
                <a:lnTo>
                  <a:pt x="327841" y="175260"/>
                </a:lnTo>
                <a:lnTo>
                  <a:pt x="328302" y="189142"/>
                </a:lnTo>
                <a:lnTo>
                  <a:pt x="329184" y="205739"/>
                </a:lnTo>
                <a:lnTo>
                  <a:pt x="307848" y="216408"/>
                </a:lnTo>
                <a:close/>
              </a:path>
              <a:path w="356869" h="346075">
                <a:moveTo>
                  <a:pt x="169164" y="304800"/>
                </a:moveTo>
                <a:lnTo>
                  <a:pt x="166116" y="300227"/>
                </a:lnTo>
                <a:lnTo>
                  <a:pt x="187237" y="287655"/>
                </a:lnTo>
                <a:lnTo>
                  <a:pt x="204787" y="275082"/>
                </a:lnTo>
                <a:lnTo>
                  <a:pt x="236624" y="236505"/>
                </a:lnTo>
                <a:lnTo>
                  <a:pt x="248349" y="186499"/>
                </a:lnTo>
                <a:lnTo>
                  <a:pt x="250293" y="147828"/>
                </a:lnTo>
                <a:lnTo>
                  <a:pt x="250464" y="123444"/>
                </a:lnTo>
                <a:lnTo>
                  <a:pt x="249936" y="105156"/>
                </a:lnTo>
                <a:lnTo>
                  <a:pt x="283463" y="121920"/>
                </a:lnTo>
                <a:lnTo>
                  <a:pt x="271272" y="132588"/>
                </a:lnTo>
                <a:lnTo>
                  <a:pt x="270724" y="162044"/>
                </a:lnTo>
                <a:lnTo>
                  <a:pt x="269176" y="186499"/>
                </a:lnTo>
                <a:lnTo>
                  <a:pt x="259103" y="233505"/>
                </a:lnTo>
                <a:lnTo>
                  <a:pt x="233172" y="268224"/>
                </a:lnTo>
                <a:lnTo>
                  <a:pt x="188809" y="296513"/>
                </a:lnTo>
                <a:lnTo>
                  <a:pt x="169164" y="304800"/>
                </a:lnTo>
                <a:close/>
              </a:path>
              <a:path w="356869" h="346075">
                <a:moveTo>
                  <a:pt x="140208" y="146304"/>
                </a:moveTo>
                <a:lnTo>
                  <a:pt x="140208" y="132588"/>
                </a:lnTo>
                <a:lnTo>
                  <a:pt x="161411" y="132588"/>
                </a:lnTo>
                <a:lnTo>
                  <a:pt x="161544" y="135636"/>
                </a:lnTo>
                <a:lnTo>
                  <a:pt x="140208" y="146304"/>
                </a:lnTo>
                <a:close/>
              </a:path>
              <a:path w="356869" h="346075">
                <a:moveTo>
                  <a:pt x="25908" y="179832"/>
                </a:moveTo>
                <a:lnTo>
                  <a:pt x="12192" y="166116"/>
                </a:lnTo>
                <a:lnTo>
                  <a:pt x="147828" y="166116"/>
                </a:lnTo>
                <a:lnTo>
                  <a:pt x="166116" y="147828"/>
                </a:lnTo>
                <a:lnTo>
                  <a:pt x="190500" y="175260"/>
                </a:lnTo>
                <a:lnTo>
                  <a:pt x="62484" y="175260"/>
                </a:lnTo>
                <a:lnTo>
                  <a:pt x="53340" y="175545"/>
                </a:lnTo>
                <a:lnTo>
                  <a:pt x="44196" y="176403"/>
                </a:lnTo>
                <a:lnTo>
                  <a:pt x="35052" y="177831"/>
                </a:lnTo>
                <a:lnTo>
                  <a:pt x="25908" y="179832"/>
                </a:lnTo>
                <a:close/>
              </a:path>
              <a:path w="356869" h="346075">
                <a:moveTo>
                  <a:pt x="114300" y="291084"/>
                </a:moveTo>
                <a:lnTo>
                  <a:pt x="94488" y="291084"/>
                </a:lnTo>
                <a:lnTo>
                  <a:pt x="94488" y="175260"/>
                </a:lnTo>
                <a:lnTo>
                  <a:pt x="114300" y="175260"/>
                </a:lnTo>
                <a:lnTo>
                  <a:pt x="114300" y="228600"/>
                </a:lnTo>
                <a:lnTo>
                  <a:pt x="176335" y="228600"/>
                </a:lnTo>
                <a:lnTo>
                  <a:pt x="184404" y="237744"/>
                </a:lnTo>
                <a:lnTo>
                  <a:pt x="114300" y="237744"/>
                </a:lnTo>
                <a:lnTo>
                  <a:pt x="114300" y="291084"/>
                </a:lnTo>
                <a:close/>
              </a:path>
              <a:path w="356869" h="346075">
                <a:moveTo>
                  <a:pt x="4572" y="345947"/>
                </a:moveTo>
                <a:lnTo>
                  <a:pt x="0" y="342900"/>
                </a:lnTo>
                <a:lnTo>
                  <a:pt x="8596" y="326302"/>
                </a:lnTo>
                <a:lnTo>
                  <a:pt x="16192" y="308419"/>
                </a:lnTo>
                <a:lnTo>
                  <a:pt x="28956" y="268224"/>
                </a:lnTo>
                <a:lnTo>
                  <a:pt x="36576" y="226504"/>
                </a:lnTo>
                <a:lnTo>
                  <a:pt x="39624" y="190500"/>
                </a:lnTo>
                <a:lnTo>
                  <a:pt x="70104" y="205739"/>
                </a:lnTo>
                <a:lnTo>
                  <a:pt x="64674" y="210335"/>
                </a:lnTo>
                <a:lnTo>
                  <a:pt x="59817" y="219646"/>
                </a:lnTo>
                <a:lnTo>
                  <a:pt x="55530" y="233814"/>
                </a:lnTo>
                <a:lnTo>
                  <a:pt x="51816" y="252984"/>
                </a:lnTo>
                <a:lnTo>
                  <a:pt x="60258" y="262127"/>
                </a:lnTo>
                <a:lnTo>
                  <a:pt x="48768" y="262127"/>
                </a:lnTo>
                <a:lnTo>
                  <a:pt x="39290" y="288083"/>
                </a:lnTo>
                <a:lnTo>
                  <a:pt x="28955" y="310896"/>
                </a:lnTo>
                <a:lnTo>
                  <a:pt x="17478" y="330279"/>
                </a:lnTo>
                <a:lnTo>
                  <a:pt x="4572" y="345947"/>
                </a:lnTo>
                <a:close/>
              </a:path>
              <a:path w="356869" h="346075">
                <a:moveTo>
                  <a:pt x="176335" y="228600"/>
                </a:moveTo>
                <a:lnTo>
                  <a:pt x="144780" y="228600"/>
                </a:lnTo>
                <a:lnTo>
                  <a:pt x="161544" y="211836"/>
                </a:lnTo>
                <a:lnTo>
                  <a:pt x="176335" y="228600"/>
                </a:lnTo>
                <a:close/>
              </a:path>
              <a:path w="356869" h="346075">
                <a:moveTo>
                  <a:pt x="333756" y="294132"/>
                </a:moveTo>
                <a:lnTo>
                  <a:pt x="330708" y="294132"/>
                </a:lnTo>
                <a:lnTo>
                  <a:pt x="326136" y="289560"/>
                </a:lnTo>
                <a:lnTo>
                  <a:pt x="321564" y="278891"/>
                </a:lnTo>
                <a:lnTo>
                  <a:pt x="313872" y="267747"/>
                </a:lnTo>
                <a:lnTo>
                  <a:pt x="302323" y="254889"/>
                </a:lnTo>
                <a:lnTo>
                  <a:pt x="287059" y="240315"/>
                </a:lnTo>
                <a:lnTo>
                  <a:pt x="268224" y="224027"/>
                </a:lnTo>
                <a:lnTo>
                  <a:pt x="271272" y="219456"/>
                </a:lnTo>
                <a:lnTo>
                  <a:pt x="317182" y="242316"/>
                </a:lnTo>
                <a:lnTo>
                  <a:pt x="341376" y="266700"/>
                </a:lnTo>
                <a:lnTo>
                  <a:pt x="341376" y="275844"/>
                </a:lnTo>
                <a:lnTo>
                  <a:pt x="339852" y="280415"/>
                </a:lnTo>
                <a:lnTo>
                  <a:pt x="338328" y="286512"/>
                </a:lnTo>
                <a:lnTo>
                  <a:pt x="336804" y="291084"/>
                </a:lnTo>
                <a:lnTo>
                  <a:pt x="333756" y="294132"/>
                </a:lnTo>
                <a:close/>
              </a:path>
              <a:path w="356869" h="346075">
                <a:moveTo>
                  <a:pt x="268224" y="335827"/>
                </a:moveTo>
                <a:lnTo>
                  <a:pt x="220218" y="335089"/>
                </a:lnTo>
                <a:lnTo>
                  <a:pt x="158496" y="329184"/>
                </a:lnTo>
                <a:lnTo>
                  <a:pt x="108561" y="315039"/>
                </a:lnTo>
                <a:lnTo>
                  <a:pt x="72961" y="290893"/>
                </a:lnTo>
                <a:lnTo>
                  <a:pt x="48768" y="262127"/>
                </a:lnTo>
                <a:lnTo>
                  <a:pt x="60258" y="262127"/>
                </a:lnTo>
                <a:lnTo>
                  <a:pt x="61269" y="263223"/>
                </a:lnTo>
                <a:lnTo>
                  <a:pt x="71437" y="273177"/>
                </a:lnTo>
                <a:lnTo>
                  <a:pt x="82462" y="282559"/>
                </a:lnTo>
                <a:lnTo>
                  <a:pt x="94488" y="291084"/>
                </a:lnTo>
                <a:lnTo>
                  <a:pt x="114300" y="291084"/>
                </a:lnTo>
                <a:lnTo>
                  <a:pt x="114300" y="297180"/>
                </a:lnTo>
                <a:lnTo>
                  <a:pt x="132873" y="303204"/>
                </a:lnTo>
                <a:lnTo>
                  <a:pt x="156591" y="307657"/>
                </a:lnTo>
                <a:lnTo>
                  <a:pt x="185451" y="310681"/>
                </a:lnTo>
                <a:lnTo>
                  <a:pt x="219456" y="312420"/>
                </a:lnTo>
                <a:lnTo>
                  <a:pt x="353194" y="312420"/>
                </a:lnTo>
                <a:lnTo>
                  <a:pt x="343733" y="316634"/>
                </a:lnTo>
                <a:lnTo>
                  <a:pt x="334708" y="322516"/>
                </a:lnTo>
                <a:lnTo>
                  <a:pt x="329398" y="328683"/>
                </a:lnTo>
                <a:lnTo>
                  <a:pt x="327660" y="335280"/>
                </a:lnTo>
                <a:lnTo>
                  <a:pt x="268224" y="335827"/>
                </a:lnTo>
                <a:close/>
              </a:path>
              <a:path w="356869" h="346075">
                <a:moveTo>
                  <a:pt x="353194" y="312420"/>
                </a:moveTo>
                <a:lnTo>
                  <a:pt x="219456" y="312420"/>
                </a:lnTo>
                <a:lnTo>
                  <a:pt x="256317" y="312086"/>
                </a:lnTo>
                <a:lnTo>
                  <a:pt x="291465" y="310896"/>
                </a:lnTo>
                <a:lnTo>
                  <a:pt x="324897" y="308562"/>
                </a:lnTo>
                <a:lnTo>
                  <a:pt x="356616" y="304800"/>
                </a:lnTo>
                <a:lnTo>
                  <a:pt x="356616" y="310896"/>
                </a:lnTo>
                <a:lnTo>
                  <a:pt x="353194" y="3124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" name="object 17"/>
          <p:cNvSpPr/>
          <p:nvPr/>
        </p:nvSpPr>
        <p:spPr>
          <a:xfrm>
            <a:off x="2976372" y="2313432"/>
            <a:ext cx="314325" cy="353695"/>
          </a:xfrm>
          <a:custGeom>
            <a:avLst/>
            <a:gdLst/>
            <a:ahLst/>
            <a:cxnLst/>
            <a:rect l="l" t="t" r="r" b="b"/>
            <a:pathLst>
              <a:path w="314325" h="353694">
                <a:moveTo>
                  <a:pt x="47244" y="80772"/>
                </a:moveTo>
                <a:lnTo>
                  <a:pt x="38100" y="80772"/>
                </a:lnTo>
                <a:lnTo>
                  <a:pt x="45219" y="55935"/>
                </a:lnTo>
                <a:lnTo>
                  <a:pt x="50482" y="34099"/>
                </a:lnTo>
                <a:lnTo>
                  <a:pt x="53744" y="15406"/>
                </a:lnTo>
                <a:lnTo>
                  <a:pt x="54864" y="0"/>
                </a:lnTo>
                <a:lnTo>
                  <a:pt x="88392" y="18288"/>
                </a:lnTo>
                <a:lnTo>
                  <a:pt x="80676" y="25479"/>
                </a:lnTo>
                <a:lnTo>
                  <a:pt x="71247" y="38100"/>
                </a:lnTo>
                <a:lnTo>
                  <a:pt x="60102" y="56435"/>
                </a:lnTo>
                <a:lnTo>
                  <a:pt x="47244" y="80772"/>
                </a:lnTo>
                <a:close/>
              </a:path>
              <a:path w="314325" h="353694">
                <a:moveTo>
                  <a:pt x="129540" y="169164"/>
                </a:moveTo>
                <a:lnTo>
                  <a:pt x="124968" y="166116"/>
                </a:lnTo>
                <a:lnTo>
                  <a:pt x="140088" y="141827"/>
                </a:lnTo>
                <a:lnTo>
                  <a:pt x="153352" y="119253"/>
                </a:lnTo>
                <a:lnTo>
                  <a:pt x="173736" y="79248"/>
                </a:lnTo>
                <a:lnTo>
                  <a:pt x="186309" y="40386"/>
                </a:lnTo>
                <a:lnTo>
                  <a:pt x="196596" y="1524"/>
                </a:lnTo>
                <a:lnTo>
                  <a:pt x="230124" y="21336"/>
                </a:lnTo>
                <a:lnTo>
                  <a:pt x="222670" y="28551"/>
                </a:lnTo>
                <a:lnTo>
                  <a:pt x="213931" y="41338"/>
                </a:lnTo>
                <a:lnTo>
                  <a:pt x="203763" y="60126"/>
                </a:lnTo>
                <a:lnTo>
                  <a:pt x="192024" y="85344"/>
                </a:lnTo>
                <a:lnTo>
                  <a:pt x="307848" y="85344"/>
                </a:lnTo>
                <a:lnTo>
                  <a:pt x="313943" y="91440"/>
                </a:lnTo>
                <a:lnTo>
                  <a:pt x="310025" y="94488"/>
                </a:lnTo>
                <a:lnTo>
                  <a:pt x="188976" y="94488"/>
                </a:lnTo>
                <a:lnTo>
                  <a:pt x="174974" y="115371"/>
                </a:lnTo>
                <a:lnTo>
                  <a:pt x="160401" y="134683"/>
                </a:lnTo>
                <a:lnTo>
                  <a:pt x="145256" y="152566"/>
                </a:lnTo>
                <a:lnTo>
                  <a:pt x="129540" y="169164"/>
                </a:lnTo>
                <a:close/>
              </a:path>
              <a:path w="314325" h="353694">
                <a:moveTo>
                  <a:pt x="128016" y="80772"/>
                </a:moveTo>
                <a:lnTo>
                  <a:pt x="97536" y="80772"/>
                </a:lnTo>
                <a:lnTo>
                  <a:pt x="112776" y="65532"/>
                </a:lnTo>
                <a:lnTo>
                  <a:pt x="128016" y="80772"/>
                </a:lnTo>
                <a:close/>
              </a:path>
              <a:path w="314325" h="353694">
                <a:moveTo>
                  <a:pt x="0" y="350520"/>
                </a:moveTo>
                <a:lnTo>
                  <a:pt x="833" y="316992"/>
                </a:lnTo>
                <a:lnTo>
                  <a:pt x="913" y="312491"/>
                </a:lnTo>
                <a:lnTo>
                  <a:pt x="1333" y="279463"/>
                </a:lnTo>
                <a:lnTo>
                  <a:pt x="1429" y="156972"/>
                </a:lnTo>
                <a:lnTo>
                  <a:pt x="1308" y="134683"/>
                </a:lnTo>
                <a:lnTo>
                  <a:pt x="887" y="102108"/>
                </a:lnTo>
                <a:lnTo>
                  <a:pt x="0" y="67056"/>
                </a:lnTo>
                <a:lnTo>
                  <a:pt x="22860" y="80772"/>
                </a:lnTo>
                <a:lnTo>
                  <a:pt x="128016" y="80772"/>
                </a:lnTo>
                <a:lnTo>
                  <a:pt x="135636" y="88392"/>
                </a:lnTo>
                <a:lnTo>
                  <a:pt x="133458" y="89916"/>
                </a:lnTo>
                <a:lnTo>
                  <a:pt x="21336" y="89916"/>
                </a:lnTo>
                <a:lnTo>
                  <a:pt x="21336" y="187452"/>
                </a:lnTo>
                <a:lnTo>
                  <a:pt x="120701" y="187452"/>
                </a:lnTo>
                <a:lnTo>
                  <a:pt x="120762" y="196596"/>
                </a:lnTo>
                <a:lnTo>
                  <a:pt x="21336" y="196596"/>
                </a:lnTo>
                <a:lnTo>
                  <a:pt x="21336" y="303276"/>
                </a:lnTo>
                <a:lnTo>
                  <a:pt x="121740" y="303276"/>
                </a:lnTo>
                <a:lnTo>
                  <a:pt x="121803" y="312420"/>
                </a:lnTo>
                <a:lnTo>
                  <a:pt x="21336" y="312420"/>
                </a:lnTo>
                <a:lnTo>
                  <a:pt x="21336" y="338328"/>
                </a:lnTo>
                <a:lnTo>
                  <a:pt x="0" y="350520"/>
                </a:lnTo>
                <a:close/>
              </a:path>
              <a:path w="314325" h="353694">
                <a:moveTo>
                  <a:pt x="307848" y="85344"/>
                </a:moveTo>
                <a:lnTo>
                  <a:pt x="274319" y="85344"/>
                </a:lnTo>
                <a:lnTo>
                  <a:pt x="291084" y="68580"/>
                </a:lnTo>
                <a:lnTo>
                  <a:pt x="307848" y="85344"/>
                </a:lnTo>
                <a:close/>
              </a:path>
              <a:path w="314325" h="353694">
                <a:moveTo>
                  <a:pt x="120701" y="187452"/>
                </a:moveTo>
                <a:lnTo>
                  <a:pt x="100584" y="187452"/>
                </a:lnTo>
                <a:lnTo>
                  <a:pt x="100584" y="89916"/>
                </a:lnTo>
                <a:lnTo>
                  <a:pt x="133458" y="89916"/>
                </a:lnTo>
                <a:lnTo>
                  <a:pt x="120396" y="99060"/>
                </a:lnTo>
                <a:lnTo>
                  <a:pt x="120498" y="141827"/>
                </a:lnTo>
                <a:lnTo>
                  <a:pt x="120597" y="171854"/>
                </a:lnTo>
                <a:lnTo>
                  <a:pt x="120701" y="187452"/>
                </a:lnTo>
                <a:close/>
              </a:path>
              <a:path w="314325" h="353694">
                <a:moveTo>
                  <a:pt x="287883" y="316992"/>
                </a:moveTo>
                <a:lnTo>
                  <a:pt x="249936" y="316992"/>
                </a:lnTo>
                <a:lnTo>
                  <a:pt x="257317" y="315515"/>
                </a:lnTo>
                <a:lnTo>
                  <a:pt x="263271" y="310896"/>
                </a:lnTo>
                <a:lnTo>
                  <a:pt x="271795" y="269367"/>
                </a:lnTo>
                <a:lnTo>
                  <a:pt x="273558" y="229362"/>
                </a:lnTo>
                <a:lnTo>
                  <a:pt x="275476" y="165234"/>
                </a:lnTo>
                <a:lnTo>
                  <a:pt x="277367" y="94488"/>
                </a:lnTo>
                <a:lnTo>
                  <a:pt x="310025" y="94488"/>
                </a:lnTo>
                <a:lnTo>
                  <a:pt x="300228" y="102108"/>
                </a:lnTo>
                <a:lnTo>
                  <a:pt x="298799" y="181570"/>
                </a:lnTo>
                <a:lnTo>
                  <a:pt x="296799" y="241744"/>
                </a:lnTo>
                <a:lnTo>
                  <a:pt x="294227" y="282773"/>
                </a:lnTo>
                <a:lnTo>
                  <a:pt x="291084" y="304799"/>
                </a:lnTo>
                <a:lnTo>
                  <a:pt x="288488" y="315372"/>
                </a:lnTo>
                <a:lnTo>
                  <a:pt x="287883" y="316992"/>
                </a:lnTo>
                <a:close/>
              </a:path>
              <a:path w="314325" h="353694">
                <a:moveTo>
                  <a:pt x="204216" y="237744"/>
                </a:moveTo>
                <a:lnTo>
                  <a:pt x="198119" y="237744"/>
                </a:lnTo>
                <a:lnTo>
                  <a:pt x="195072" y="230124"/>
                </a:lnTo>
                <a:lnTo>
                  <a:pt x="193548" y="216408"/>
                </a:lnTo>
                <a:lnTo>
                  <a:pt x="189261" y="201334"/>
                </a:lnTo>
                <a:lnTo>
                  <a:pt x="183261" y="186118"/>
                </a:lnTo>
                <a:lnTo>
                  <a:pt x="175545" y="171188"/>
                </a:lnTo>
                <a:lnTo>
                  <a:pt x="166116" y="156972"/>
                </a:lnTo>
                <a:lnTo>
                  <a:pt x="169164" y="152400"/>
                </a:lnTo>
                <a:lnTo>
                  <a:pt x="206668" y="185189"/>
                </a:lnTo>
                <a:lnTo>
                  <a:pt x="214884" y="201168"/>
                </a:lnTo>
                <a:lnTo>
                  <a:pt x="217931" y="207264"/>
                </a:lnTo>
                <a:lnTo>
                  <a:pt x="217931" y="219456"/>
                </a:lnTo>
                <a:lnTo>
                  <a:pt x="214884" y="225552"/>
                </a:lnTo>
                <a:lnTo>
                  <a:pt x="211836" y="230124"/>
                </a:lnTo>
                <a:lnTo>
                  <a:pt x="204216" y="237744"/>
                </a:lnTo>
                <a:close/>
              </a:path>
              <a:path w="314325" h="353694">
                <a:moveTo>
                  <a:pt x="121740" y="303276"/>
                </a:moveTo>
                <a:lnTo>
                  <a:pt x="100584" y="303276"/>
                </a:lnTo>
                <a:lnTo>
                  <a:pt x="100584" y="196596"/>
                </a:lnTo>
                <a:lnTo>
                  <a:pt x="120762" y="196596"/>
                </a:lnTo>
                <a:lnTo>
                  <a:pt x="120932" y="221955"/>
                </a:lnTo>
                <a:lnTo>
                  <a:pt x="121740" y="303276"/>
                </a:lnTo>
                <a:close/>
              </a:path>
              <a:path w="314325" h="353694">
                <a:moveTo>
                  <a:pt x="245364" y="353568"/>
                </a:moveTo>
                <a:lnTo>
                  <a:pt x="238791" y="342709"/>
                </a:lnTo>
                <a:lnTo>
                  <a:pt x="228219" y="332994"/>
                </a:lnTo>
                <a:lnTo>
                  <a:pt x="213645" y="324421"/>
                </a:lnTo>
                <a:lnTo>
                  <a:pt x="195072" y="316992"/>
                </a:lnTo>
                <a:lnTo>
                  <a:pt x="195072" y="309372"/>
                </a:lnTo>
                <a:lnTo>
                  <a:pt x="212217" y="312491"/>
                </a:lnTo>
                <a:lnTo>
                  <a:pt x="227075" y="314896"/>
                </a:lnTo>
                <a:lnTo>
                  <a:pt x="239649" y="316444"/>
                </a:lnTo>
                <a:lnTo>
                  <a:pt x="249936" y="316992"/>
                </a:lnTo>
                <a:lnTo>
                  <a:pt x="287883" y="316992"/>
                </a:lnTo>
                <a:lnTo>
                  <a:pt x="285178" y="324231"/>
                </a:lnTo>
                <a:lnTo>
                  <a:pt x="255055" y="349877"/>
                </a:lnTo>
                <a:lnTo>
                  <a:pt x="245364" y="353568"/>
                </a:lnTo>
                <a:close/>
              </a:path>
              <a:path w="314325" h="353694">
                <a:moveTo>
                  <a:pt x="100584" y="344424"/>
                </a:moveTo>
                <a:lnTo>
                  <a:pt x="100584" y="312420"/>
                </a:lnTo>
                <a:lnTo>
                  <a:pt x="121803" y="312420"/>
                </a:lnTo>
                <a:lnTo>
                  <a:pt x="121920" y="332232"/>
                </a:lnTo>
                <a:lnTo>
                  <a:pt x="100584" y="34442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" name="object 18"/>
          <p:cNvSpPr/>
          <p:nvPr/>
        </p:nvSpPr>
        <p:spPr>
          <a:xfrm>
            <a:off x="3337560" y="2313432"/>
            <a:ext cx="358140" cy="358140"/>
          </a:xfrm>
          <a:custGeom>
            <a:avLst/>
            <a:gdLst/>
            <a:ahLst/>
            <a:cxnLst/>
            <a:rect l="l" t="t" r="r" b="b"/>
            <a:pathLst>
              <a:path w="358139" h="358139">
                <a:moveTo>
                  <a:pt x="82296" y="85344"/>
                </a:moveTo>
                <a:lnTo>
                  <a:pt x="62484" y="85344"/>
                </a:lnTo>
                <a:lnTo>
                  <a:pt x="62381" y="48958"/>
                </a:lnTo>
                <a:lnTo>
                  <a:pt x="62293" y="36957"/>
                </a:lnTo>
                <a:lnTo>
                  <a:pt x="61819" y="16764"/>
                </a:lnTo>
                <a:lnTo>
                  <a:pt x="60960" y="0"/>
                </a:lnTo>
                <a:lnTo>
                  <a:pt x="96012" y="16764"/>
                </a:lnTo>
                <a:lnTo>
                  <a:pt x="82296" y="27432"/>
                </a:lnTo>
                <a:lnTo>
                  <a:pt x="82296" y="85344"/>
                </a:lnTo>
                <a:close/>
              </a:path>
              <a:path w="358139" h="358139">
                <a:moveTo>
                  <a:pt x="310341" y="25908"/>
                </a:moveTo>
                <a:lnTo>
                  <a:pt x="278892" y="25908"/>
                </a:lnTo>
                <a:lnTo>
                  <a:pt x="289560" y="10668"/>
                </a:lnTo>
                <a:lnTo>
                  <a:pt x="310341" y="25908"/>
                </a:lnTo>
                <a:close/>
              </a:path>
              <a:path w="358139" h="358139">
                <a:moveTo>
                  <a:pt x="161544" y="166116"/>
                </a:moveTo>
                <a:lnTo>
                  <a:pt x="162425" y="150375"/>
                </a:lnTo>
                <a:lnTo>
                  <a:pt x="162843" y="134112"/>
                </a:lnTo>
                <a:lnTo>
                  <a:pt x="162964" y="59578"/>
                </a:lnTo>
                <a:lnTo>
                  <a:pt x="162877" y="48958"/>
                </a:lnTo>
                <a:lnTo>
                  <a:pt x="162425" y="29932"/>
                </a:lnTo>
                <a:lnTo>
                  <a:pt x="161544" y="12192"/>
                </a:lnTo>
                <a:lnTo>
                  <a:pt x="182880" y="25908"/>
                </a:lnTo>
                <a:lnTo>
                  <a:pt x="310341" y="25908"/>
                </a:lnTo>
                <a:lnTo>
                  <a:pt x="312420" y="27432"/>
                </a:lnTo>
                <a:lnTo>
                  <a:pt x="303530" y="35052"/>
                </a:lnTo>
                <a:lnTo>
                  <a:pt x="182880" y="35052"/>
                </a:lnTo>
                <a:lnTo>
                  <a:pt x="182880" y="79248"/>
                </a:lnTo>
                <a:lnTo>
                  <a:pt x="301786" y="79248"/>
                </a:lnTo>
                <a:lnTo>
                  <a:pt x="301833" y="88392"/>
                </a:lnTo>
                <a:lnTo>
                  <a:pt x="182880" y="88392"/>
                </a:lnTo>
                <a:lnTo>
                  <a:pt x="182880" y="134112"/>
                </a:lnTo>
                <a:lnTo>
                  <a:pt x="302420" y="134112"/>
                </a:lnTo>
                <a:lnTo>
                  <a:pt x="302933" y="143256"/>
                </a:lnTo>
                <a:lnTo>
                  <a:pt x="182880" y="143256"/>
                </a:lnTo>
                <a:lnTo>
                  <a:pt x="182880" y="156972"/>
                </a:lnTo>
                <a:lnTo>
                  <a:pt x="161544" y="166116"/>
                </a:lnTo>
                <a:close/>
              </a:path>
              <a:path w="358139" h="358139">
                <a:moveTo>
                  <a:pt x="301786" y="79248"/>
                </a:moveTo>
                <a:lnTo>
                  <a:pt x="281940" y="79248"/>
                </a:lnTo>
                <a:lnTo>
                  <a:pt x="281940" y="35052"/>
                </a:lnTo>
                <a:lnTo>
                  <a:pt x="303530" y="35052"/>
                </a:lnTo>
                <a:lnTo>
                  <a:pt x="301752" y="36576"/>
                </a:lnTo>
                <a:lnTo>
                  <a:pt x="301786" y="79248"/>
                </a:lnTo>
                <a:close/>
              </a:path>
              <a:path w="358139" h="358139">
                <a:moveTo>
                  <a:pt x="15240" y="97536"/>
                </a:moveTo>
                <a:lnTo>
                  <a:pt x="3048" y="85344"/>
                </a:lnTo>
                <a:lnTo>
                  <a:pt x="100584" y="85344"/>
                </a:lnTo>
                <a:lnTo>
                  <a:pt x="117348" y="68580"/>
                </a:lnTo>
                <a:lnTo>
                  <a:pt x="143256" y="94488"/>
                </a:lnTo>
                <a:lnTo>
                  <a:pt x="33528" y="94488"/>
                </a:lnTo>
                <a:lnTo>
                  <a:pt x="15240" y="97536"/>
                </a:lnTo>
                <a:close/>
              </a:path>
              <a:path w="358139" h="358139">
                <a:moveTo>
                  <a:pt x="302420" y="134112"/>
                </a:moveTo>
                <a:lnTo>
                  <a:pt x="281940" y="134112"/>
                </a:lnTo>
                <a:lnTo>
                  <a:pt x="281940" y="88392"/>
                </a:lnTo>
                <a:lnTo>
                  <a:pt x="301833" y="88392"/>
                </a:lnTo>
                <a:lnTo>
                  <a:pt x="301942" y="109537"/>
                </a:lnTo>
                <a:lnTo>
                  <a:pt x="302378" y="132778"/>
                </a:lnTo>
                <a:lnTo>
                  <a:pt x="302420" y="134112"/>
                </a:lnTo>
                <a:close/>
              </a:path>
              <a:path w="358139" h="358139">
                <a:moveTo>
                  <a:pt x="18288" y="228600"/>
                </a:moveTo>
                <a:lnTo>
                  <a:pt x="0" y="201168"/>
                </a:lnTo>
                <a:lnTo>
                  <a:pt x="9977" y="198000"/>
                </a:lnTo>
                <a:lnTo>
                  <a:pt x="23812" y="192976"/>
                </a:lnTo>
                <a:lnTo>
                  <a:pt x="41362" y="185951"/>
                </a:lnTo>
                <a:lnTo>
                  <a:pt x="62484" y="176784"/>
                </a:lnTo>
                <a:lnTo>
                  <a:pt x="62484" y="94488"/>
                </a:lnTo>
                <a:lnTo>
                  <a:pt x="82296" y="94488"/>
                </a:lnTo>
                <a:lnTo>
                  <a:pt x="82296" y="167640"/>
                </a:lnTo>
                <a:lnTo>
                  <a:pt x="106149" y="167640"/>
                </a:lnTo>
                <a:lnTo>
                  <a:pt x="82296" y="182880"/>
                </a:lnTo>
                <a:lnTo>
                  <a:pt x="82296" y="193548"/>
                </a:lnTo>
                <a:lnTo>
                  <a:pt x="62484" y="193548"/>
                </a:lnTo>
                <a:lnTo>
                  <a:pt x="52482" y="199501"/>
                </a:lnTo>
                <a:lnTo>
                  <a:pt x="43053" y="205740"/>
                </a:lnTo>
                <a:lnTo>
                  <a:pt x="34194" y="211978"/>
                </a:lnTo>
                <a:lnTo>
                  <a:pt x="25908" y="217932"/>
                </a:lnTo>
                <a:lnTo>
                  <a:pt x="18288" y="228600"/>
                </a:lnTo>
                <a:close/>
              </a:path>
              <a:path w="358139" h="358139">
                <a:moveTo>
                  <a:pt x="106149" y="167640"/>
                </a:moveTo>
                <a:lnTo>
                  <a:pt x="82296" y="167640"/>
                </a:lnTo>
                <a:lnTo>
                  <a:pt x="134112" y="143256"/>
                </a:lnTo>
                <a:lnTo>
                  <a:pt x="137160" y="147828"/>
                </a:lnTo>
                <a:lnTo>
                  <a:pt x="106149" y="167640"/>
                </a:lnTo>
                <a:close/>
              </a:path>
              <a:path w="358139" h="358139">
                <a:moveTo>
                  <a:pt x="281940" y="160020"/>
                </a:moveTo>
                <a:lnTo>
                  <a:pt x="281940" y="143256"/>
                </a:lnTo>
                <a:lnTo>
                  <a:pt x="302933" y="143256"/>
                </a:lnTo>
                <a:lnTo>
                  <a:pt x="303276" y="149352"/>
                </a:lnTo>
                <a:lnTo>
                  <a:pt x="281940" y="160020"/>
                </a:lnTo>
                <a:close/>
              </a:path>
              <a:path w="358139" h="358139">
                <a:moveTo>
                  <a:pt x="121920" y="196596"/>
                </a:moveTo>
                <a:lnTo>
                  <a:pt x="108204" y="182880"/>
                </a:lnTo>
                <a:lnTo>
                  <a:pt x="309372" y="182880"/>
                </a:lnTo>
                <a:lnTo>
                  <a:pt x="329184" y="163068"/>
                </a:lnTo>
                <a:lnTo>
                  <a:pt x="358140" y="192024"/>
                </a:lnTo>
                <a:lnTo>
                  <a:pt x="158496" y="192024"/>
                </a:lnTo>
                <a:lnTo>
                  <a:pt x="149352" y="192309"/>
                </a:lnTo>
                <a:lnTo>
                  <a:pt x="140208" y="193167"/>
                </a:lnTo>
                <a:lnTo>
                  <a:pt x="131064" y="194595"/>
                </a:lnTo>
                <a:lnTo>
                  <a:pt x="121920" y="196596"/>
                </a:lnTo>
                <a:close/>
              </a:path>
              <a:path w="358139" h="358139">
                <a:moveTo>
                  <a:pt x="243840" y="310896"/>
                </a:moveTo>
                <a:lnTo>
                  <a:pt x="224028" y="310896"/>
                </a:lnTo>
                <a:lnTo>
                  <a:pt x="224028" y="192024"/>
                </a:lnTo>
                <a:lnTo>
                  <a:pt x="243840" y="192024"/>
                </a:lnTo>
                <a:lnTo>
                  <a:pt x="243840" y="245364"/>
                </a:lnTo>
                <a:lnTo>
                  <a:pt x="332232" y="245364"/>
                </a:lnTo>
                <a:lnTo>
                  <a:pt x="341376" y="254508"/>
                </a:lnTo>
                <a:lnTo>
                  <a:pt x="243840" y="254508"/>
                </a:lnTo>
                <a:lnTo>
                  <a:pt x="243840" y="310896"/>
                </a:lnTo>
                <a:close/>
              </a:path>
              <a:path w="358139" h="358139">
                <a:moveTo>
                  <a:pt x="81122" y="320040"/>
                </a:moveTo>
                <a:lnTo>
                  <a:pt x="59436" y="320040"/>
                </a:lnTo>
                <a:lnTo>
                  <a:pt x="64008" y="315468"/>
                </a:lnTo>
                <a:lnTo>
                  <a:pt x="62484" y="303275"/>
                </a:lnTo>
                <a:lnTo>
                  <a:pt x="62484" y="193548"/>
                </a:lnTo>
                <a:lnTo>
                  <a:pt x="82296" y="193548"/>
                </a:lnTo>
                <a:lnTo>
                  <a:pt x="82296" y="312420"/>
                </a:lnTo>
                <a:lnTo>
                  <a:pt x="81122" y="320040"/>
                </a:lnTo>
                <a:close/>
              </a:path>
              <a:path w="358139" h="358139">
                <a:moveTo>
                  <a:pt x="85344" y="358140"/>
                </a:moveTo>
                <a:lnTo>
                  <a:pt x="82296" y="353568"/>
                </a:lnTo>
                <a:lnTo>
                  <a:pt x="94345" y="341042"/>
                </a:lnTo>
                <a:lnTo>
                  <a:pt x="105537" y="326517"/>
                </a:lnTo>
                <a:lnTo>
                  <a:pt x="126492" y="292608"/>
                </a:lnTo>
                <a:lnTo>
                  <a:pt x="142494" y="251269"/>
                </a:lnTo>
                <a:lnTo>
                  <a:pt x="149352" y="204216"/>
                </a:lnTo>
                <a:lnTo>
                  <a:pt x="181356" y="224028"/>
                </a:lnTo>
                <a:lnTo>
                  <a:pt x="169164" y="230124"/>
                </a:lnTo>
                <a:lnTo>
                  <a:pt x="167116" y="238077"/>
                </a:lnTo>
                <a:lnTo>
                  <a:pt x="165354" y="245745"/>
                </a:lnTo>
                <a:lnTo>
                  <a:pt x="163591" y="252841"/>
                </a:lnTo>
                <a:lnTo>
                  <a:pt x="161544" y="259080"/>
                </a:lnTo>
                <a:lnTo>
                  <a:pt x="167981" y="266699"/>
                </a:lnTo>
                <a:lnTo>
                  <a:pt x="158496" y="266699"/>
                </a:lnTo>
                <a:lnTo>
                  <a:pt x="144494" y="293846"/>
                </a:lnTo>
                <a:lnTo>
                  <a:pt x="127635" y="318135"/>
                </a:lnTo>
                <a:lnTo>
                  <a:pt x="107918" y="339566"/>
                </a:lnTo>
                <a:lnTo>
                  <a:pt x="85344" y="358140"/>
                </a:lnTo>
                <a:close/>
              </a:path>
              <a:path w="358139" h="358139">
                <a:moveTo>
                  <a:pt x="332232" y="245364"/>
                </a:moveTo>
                <a:lnTo>
                  <a:pt x="298704" y="245364"/>
                </a:lnTo>
                <a:lnTo>
                  <a:pt x="315468" y="228600"/>
                </a:lnTo>
                <a:lnTo>
                  <a:pt x="332232" y="245364"/>
                </a:lnTo>
                <a:close/>
              </a:path>
              <a:path w="358139" h="358139">
                <a:moveTo>
                  <a:pt x="330708" y="348996"/>
                </a:moveTo>
                <a:lnTo>
                  <a:pt x="260985" y="343471"/>
                </a:lnTo>
                <a:lnTo>
                  <a:pt x="216408" y="327660"/>
                </a:lnTo>
                <a:lnTo>
                  <a:pt x="186309" y="302895"/>
                </a:lnTo>
                <a:lnTo>
                  <a:pt x="158496" y="266699"/>
                </a:lnTo>
                <a:lnTo>
                  <a:pt x="167981" y="266699"/>
                </a:lnTo>
                <a:lnTo>
                  <a:pt x="175807" y="275963"/>
                </a:lnTo>
                <a:lnTo>
                  <a:pt x="191071" y="290131"/>
                </a:lnTo>
                <a:lnTo>
                  <a:pt x="207192" y="301728"/>
                </a:lnTo>
                <a:lnTo>
                  <a:pt x="224028" y="310896"/>
                </a:lnTo>
                <a:lnTo>
                  <a:pt x="243840" y="310896"/>
                </a:lnTo>
                <a:lnTo>
                  <a:pt x="243840" y="316992"/>
                </a:lnTo>
                <a:lnTo>
                  <a:pt x="257817" y="319873"/>
                </a:lnTo>
                <a:lnTo>
                  <a:pt x="272224" y="321754"/>
                </a:lnTo>
                <a:lnTo>
                  <a:pt x="286916" y="322778"/>
                </a:lnTo>
                <a:lnTo>
                  <a:pt x="301752" y="323088"/>
                </a:lnTo>
                <a:lnTo>
                  <a:pt x="358140" y="323088"/>
                </a:lnTo>
                <a:lnTo>
                  <a:pt x="358140" y="324612"/>
                </a:lnTo>
                <a:lnTo>
                  <a:pt x="346138" y="329707"/>
                </a:lnTo>
                <a:lnTo>
                  <a:pt x="337566" y="335661"/>
                </a:lnTo>
                <a:lnTo>
                  <a:pt x="332422" y="342185"/>
                </a:lnTo>
                <a:lnTo>
                  <a:pt x="330708" y="348996"/>
                </a:lnTo>
                <a:close/>
              </a:path>
              <a:path w="358139" h="358139">
                <a:moveTo>
                  <a:pt x="51816" y="352044"/>
                </a:moveTo>
                <a:lnTo>
                  <a:pt x="50101" y="344924"/>
                </a:lnTo>
                <a:lnTo>
                  <a:pt x="42672" y="337375"/>
                </a:lnTo>
                <a:lnTo>
                  <a:pt x="29527" y="329541"/>
                </a:lnTo>
                <a:lnTo>
                  <a:pt x="10668" y="321564"/>
                </a:lnTo>
                <a:lnTo>
                  <a:pt x="10668" y="315468"/>
                </a:lnTo>
                <a:lnTo>
                  <a:pt x="32004" y="317754"/>
                </a:lnTo>
                <a:lnTo>
                  <a:pt x="41100" y="318897"/>
                </a:lnTo>
                <a:lnTo>
                  <a:pt x="48768" y="320040"/>
                </a:lnTo>
                <a:lnTo>
                  <a:pt x="81122" y="320040"/>
                </a:lnTo>
                <a:lnTo>
                  <a:pt x="80319" y="325254"/>
                </a:lnTo>
                <a:lnTo>
                  <a:pt x="74485" y="336232"/>
                </a:lnTo>
                <a:lnTo>
                  <a:pt x="64936" y="345209"/>
                </a:lnTo>
                <a:lnTo>
                  <a:pt x="51816" y="352044"/>
                </a:lnTo>
                <a:close/>
              </a:path>
              <a:path w="358139" h="358139">
                <a:moveTo>
                  <a:pt x="358140" y="323088"/>
                </a:moveTo>
                <a:lnTo>
                  <a:pt x="301752" y="323088"/>
                </a:lnTo>
                <a:lnTo>
                  <a:pt x="313991" y="322802"/>
                </a:lnTo>
                <a:lnTo>
                  <a:pt x="327660" y="321945"/>
                </a:lnTo>
                <a:lnTo>
                  <a:pt x="342471" y="320516"/>
                </a:lnTo>
                <a:lnTo>
                  <a:pt x="358140" y="318516"/>
                </a:lnTo>
                <a:lnTo>
                  <a:pt x="358140" y="32308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" name="object 19"/>
          <p:cNvSpPr/>
          <p:nvPr/>
        </p:nvSpPr>
        <p:spPr>
          <a:xfrm>
            <a:off x="3761232" y="2319527"/>
            <a:ext cx="294640" cy="346075"/>
          </a:xfrm>
          <a:custGeom>
            <a:avLst/>
            <a:gdLst/>
            <a:ahLst/>
            <a:cxnLst/>
            <a:rect l="l" t="t" r="r" b="b"/>
            <a:pathLst>
              <a:path w="294639" h="346075">
                <a:moveTo>
                  <a:pt x="260604" y="345947"/>
                </a:moveTo>
                <a:lnTo>
                  <a:pt x="260604" y="321563"/>
                </a:lnTo>
                <a:lnTo>
                  <a:pt x="32004" y="321563"/>
                </a:lnTo>
                <a:lnTo>
                  <a:pt x="21335" y="332232"/>
                </a:lnTo>
                <a:lnTo>
                  <a:pt x="0" y="315467"/>
                </a:lnTo>
                <a:lnTo>
                  <a:pt x="10668" y="304799"/>
                </a:lnTo>
                <a:lnTo>
                  <a:pt x="10668" y="245363"/>
                </a:lnTo>
                <a:lnTo>
                  <a:pt x="10429" y="233648"/>
                </a:lnTo>
                <a:lnTo>
                  <a:pt x="9382" y="208502"/>
                </a:lnTo>
                <a:lnTo>
                  <a:pt x="9143" y="195071"/>
                </a:lnTo>
                <a:lnTo>
                  <a:pt x="44195" y="213359"/>
                </a:lnTo>
                <a:lnTo>
                  <a:pt x="32004" y="224027"/>
                </a:lnTo>
                <a:lnTo>
                  <a:pt x="32004" y="312420"/>
                </a:lnTo>
                <a:lnTo>
                  <a:pt x="134112" y="312420"/>
                </a:lnTo>
                <a:lnTo>
                  <a:pt x="134112" y="164591"/>
                </a:lnTo>
                <a:lnTo>
                  <a:pt x="45719" y="164591"/>
                </a:lnTo>
                <a:lnTo>
                  <a:pt x="33528" y="175259"/>
                </a:lnTo>
                <a:lnTo>
                  <a:pt x="12192" y="158495"/>
                </a:lnTo>
                <a:lnTo>
                  <a:pt x="22859" y="149351"/>
                </a:lnTo>
                <a:lnTo>
                  <a:pt x="22859" y="86867"/>
                </a:lnTo>
                <a:lnTo>
                  <a:pt x="22621" y="77438"/>
                </a:lnTo>
                <a:lnTo>
                  <a:pt x="21574" y="56864"/>
                </a:lnTo>
                <a:lnTo>
                  <a:pt x="21335" y="45719"/>
                </a:lnTo>
                <a:lnTo>
                  <a:pt x="57911" y="65531"/>
                </a:lnTo>
                <a:lnTo>
                  <a:pt x="44195" y="74675"/>
                </a:lnTo>
                <a:lnTo>
                  <a:pt x="44195" y="155447"/>
                </a:lnTo>
                <a:lnTo>
                  <a:pt x="134112" y="155447"/>
                </a:lnTo>
                <a:lnTo>
                  <a:pt x="134088" y="39862"/>
                </a:lnTo>
                <a:lnTo>
                  <a:pt x="133921" y="26669"/>
                </a:lnTo>
                <a:lnTo>
                  <a:pt x="133469" y="13477"/>
                </a:lnTo>
                <a:lnTo>
                  <a:pt x="132588" y="0"/>
                </a:lnTo>
                <a:lnTo>
                  <a:pt x="167640" y="16763"/>
                </a:lnTo>
                <a:lnTo>
                  <a:pt x="155448" y="30479"/>
                </a:lnTo>
                <a:lnTo>
                  <a:pt x="155448" y="155447"/>
                </a:lnTo>
                <a:lnTo>
                  <a:pt x="245364" y="155447"/>
                </a:lnTo>
                <a:lnTo>
                  <a:pt x="245340" y="77176"/>
                </a:lnTo>
                <a:lnTo>
                  <a:pt x="245173" y="66484"/>
                </a:lnTo>
                <a:lnTo>
                  <a:pt x="244721" y="54935"/>
                </a:lnTo>
                <a:lnTo>
                  <a:pt x="243840" y="42671"/>
                </a:lnTo>
                <a:lnTo>
                  <a:pt x="278892" y="60959"/>
                </a:lnTo>
                <a:lnTo>
                  <a:pt x="266700" y="71627"/>
                </a:lnTo>
                <a:lnTo>
                  <a:pt x="266700" y="131063"/>
                </a:lnTo>
                <a:lnTo>
                  <a:pt x="266961" y="139017"/>
                </a:lnTo>
                <a:lnTo>
                  <a:pt x="269748" y="173735"/>
                </a:lnTo>
                <a:lnTo>
                  <a:pt x="245364" y="182879"/>
                </a:lnTo>
                <a:lnTo>
                  <a:pt x="245364" y="164591"/>
                </a:lnTo>
                <a:lnTo>
                  <a:pt x="155448" y="164591"/>
                </a:lnTo>
                <a:lnTo>
                  <a:pt x="155448" y="312420"/>
                </a:lnTo>
                <a:lnTo>
                  <a:pt x="260604" y="312420"/>
                </a:lnTo>
                <a:lnTo>
                  <a:pt x="260580" y="234553"/>
                </a:lnTo>
                <a:lnTo>
                  <a:pt x="260413" y="222884"/>
                </a:lnTo>
                <a:lnTo>
                  <a:pt x="259961" y="210645"/>
                </a:lnTo>
                <a:lnTo>
                  <a:pt x="259079" y="198119"/>
                </a:lnTo>
                <a:lnTo>
                  <a:pt x="294132" y="217931"/>
                </a:lnTo>
                <a:lnTo>
                  <a:pt x="281940" y="227075"/>
                </a:lnTo>
                <a:lnTo>
                  <a:pt x="281940" y="283463"/>
                </a:lnTo>
                <a:lnTo>
                  <a:pt x="282178" y="297179"/>
                </a:lnTo>
                <a:lnTo>
                  <a:pt x="283225" y="324611"/>
                </a:lnTo>
                <a:lnTo>
                  <a:pt x="283464" y="338327"/>
                </a:lnTo>
                <a:lnTo>
                  <a:pt x="260604" y="34594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" name="object 20"/>
          <p:cNvSpPr/>
          <p:nvPr/>
        </p:nvSpPr>
        <p:spPr>
          <a:xfrm>
            <a:off x="4152900" y="2494788"/>
            <a:ext cx="56515" cy="144780"/>
          </a:xfrm>
          <a:custGeom>
            <a:avLst/>
            <a:gdLst/>
            <a:ahLst/>
            <a:cxnLst/>
            <a:rect l="l" t="t" r="r" b="b"/>
            <a:pathLst>
              <a:path w="56514" h="144780">
                <a:moveTo>
                  <a:pt x="30480" y="144780"/>
                </a:moveTo>
                <a:lnTo>
                  <a:pt x="24384" y="144780"/>
                </a:lnTo>
                <a:lnTo>
                  <a:pt x="18288" y="143256"/>
                </a:lnTo>
                <a:lnTo>
                  <a:pt x="12192" y="138684"/>
                </a:lnTo>
                <a:lnTo>
                  <a:pt x="4572" y="135636"/>
                </a:lnTo>
                <a:lnTo>
                  <a:pt x="0" y="128016"/>
                </a:lnTo>
                <a:lnTo>
                  <a:pt x="0" y="106680"/>
                </a:lnTo>
                <a:lnTo>
                  <a:pt x="3048" y="100584"/>
                </a:lnTo>
                <a:lnTo>
                  <a:pt x="9144" y="97536"/>
                </a:lnTo>
                <a:lnTo>
                  <a:pt x="15240" y="92964"/>
                </a:lnTo>
                <a:lnTo>
                  <a:pt x="21336" y="91440"/>
                </a:lnTo>
                <a:lnTo>
                  <a:pt x="33528" y="91440"/>
                </a:lnTo>
                <a:lnTo>
                  <a:pt x="39624" y="92964"/>
                </a:lnTo>
                <a:lnTo>
                  <a:pt x="51816" y="102108"/>
                </a:lnTo>
                <a:lnTo>
                  <a:pt x="54864" y="108204"/>
                </a:lnTo>
                <a:lnTo>
                  <a:pt x="53340" y="118872"/>
                </a:lnTo>
                <a:lnTo>
                  <a:pt x="53340" y="128016"/>
                </a:lnTo>
                <a:lnTo>
                  <a:pt x="48768" y="134112"/>
                </a:lnTo>
                <a:lnTo>
                  <a:pt x="42672" y="138684"/>
                </a:lnTo>
                <a:lnTo>
                  <a:pt x="35052" y="143256"/>
                </a:lnTo>
                <a:lnTo>
                  <a:pt x="30480" y="144780"/>
                </a:lnTo>
                <a:close/>
              </a:path>
              <a:path w="56514" h="144780">
                <a:moveTo>
                  <a:pt x="30480" y="53340"/>
                </a:moveTo>
                <a:lnTo>
                  <a:pt x="21336" y="53340"/>
                </a:lnTo>
                <a:lnTo>
                  <a:pt x="15240" y="50292"/>
                </a:lnTo>
                <a:lnTo>
                  <a:pt x="3048" y="41148"/>
                </a:lnTo>
                <a:lnTo>
                  <a:pt x="0" y="35052"/>
                </a:lnTo>
                <a:lnTo>
                  <a:pt x="0" y="15240"/>
                </a:lnTo>
                <a:lnTo>
                  <a:pt x="4572" y="9144"/>
                </a:lnTo>
                <a:lnTo>
                  <a:pt x="12192" y="4572"/>
                </a:lnTo>
                <a:lnTo>
                  <a:pt x="18288" y="1524"/>
                </a:lnTo>
                <a:lnTo>
                  <a:pt x="24384" y="0"/>
                </a:lnTo>
                <a:lnTo>
                  <a:pt x="32004" y="0"/>
                </a:lnTo>
                <a:lnTo>
                  <a:pt x="38100" y="1524"/>
                </a:lnTo>
                <a:lnTo>
                  <a:pt x="45720" y="4572"/>
                </a:lnTo>
                <a:lnTo>
                  <a:pt x="51816" y="9144"/>
                </a:lnTo>
                <a:lnTo>
                  <a:pt x="56388" y="15240"/>
                </a:lnTo>
                <a:lnTo>
                  <a:pt x="56388" y="36576"/>
                </a:lnTo>
                <a:lnTo>
                  <a:pt x="51816" y="44196"/>
                </a:lnTo>
                <a:lnTo>
                  <a:pt x="44196" y="47244"/>
                </a:lnTo>
                <a:lnTo>
                  <a:pt x="35052" y="51816"/>
                </a:lnTo>
                <a:lnTo>
                  <a:pt x="30480" y="5334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" name="object 21"/>
          <p:cNvSpPr/>
          <p:nvPr/>
        </p:nvSpPr>
        <p:spPr>
          <a:xfrm>
            <a:off x="4509503" y="2310383"/>
            <a:ext cx="4654550" cy="363220"/>
          </a:xfrm>
          <a:custGeom>
            <a:avLst/>
            <a:gdLst/>
            <a:ahLst/>
            <a:cxnLst/>
            <a:rect l="l" t="t" r="r" b="b"/>
            <a:pathLst>
              <a:path w="4654550" h="363219">
                <a:moveTo>
                  <a:pt x="152400" y="100584"/>
                </a:moveTo>
                <a:lnTo>
                  <a:pt x="126492" y="74676"/>
                </a:lnTo>
                <a:lnTo>
                  <a:pt x="109728" y="91440"/>
                </a:lnTo>
                <a:lnTo>
                  <a:pt x="92964" y="91440"/>
                </a:lnTo>
                <a:lnTo>
                  <a:pt x="92964" y="28956"/>
                </a:lnTo>
                <a:lnTo>
                  <a:pt x="108204" y="18288"/>
                </a:lnTo>
                <a:lnTo>
                  <a:pt x="70104" y="1524"/>
                </a:lnTo>
                <a:lnTo>
                  <a:pt x="70993" y="21577"/>
                </a:lnTo>
                <a:lnTo>
                  <a:pt x="71437" y="43053"/>
                </a:lnTo>
                <a:lnTo>
                  <a:pt x="71615" y="66255"/>
                </a:lnTo>
                <a:lnTo>
                  <a:pt x="71628" y="91440"/>
                </a:lnTo>
                <a:lnTo>
                  <a:pt x="0" y="91440"/>
                </a:lnTo>
                <a:lnTo>
                  <a:pt x="12192" y="103632"/>
                </a:lnTo>
                <a:lnTo>
                  <a:pt x="30480" y="100584"/>
                </a:lnTo>
                <a:lnTo>
                  <a:pt x="71628" y="100584"/>
                </a:lnTo>
                <a:lnTo>
                  <a:pt x="71628" y="178308"/>
                </a:lnTo>
                <a:lnTo>
                  <a:pt x="48221" y="186575"/>
                </a:lnTo>
                <a:lnTo>
                  <a:pt x="28384" y="192976"/>
                </a:lnTo>
                <a:lnTo>
                  <a:pt x="12268" y="197383"/>
                </a:lnTo>
                <a:lnTo>
                  <a:pt x="0" y="199644"/>
                </a:lnTo>
                <a:lnTo>
                  <a:pt x="19812" y="227076"/>
                </a:lnTo>
                <a:lnTo>
                  <a:pt x="26631" y="220789"/>
                </a:lnTo>
                <a:lnTo>
                  <a:pt x="37719" y="213360"/>
                </a:lnTo>
                <a:lnTo>
                  <a:pt x="52819" y="204787"/>
                </a:lnTo>
                <a:lnTo>
                  <a:pt x="71628" y="195072"/>
                </a:lnTo>
                <a:lnTo>
                  <a:pt x="71628" y="318516"/>
                </a:lnTo>
                <a:lnTo>
                  <a:pt x="68580" y="323088"/>
                </a:lnTo>
                <a:lnTo>
                  <a:pt x="62484" y="323088"/>
                </a:lnTo>
                <a:lnTo>
                  <a:pt x="56159" y="323430"/>
                </a:lnTo>
                <a:lnTo>
                  <a:pt x="46101" y="322326"/>
                </a:lnTo>
                <a:lnTo>
                  <a:pt x="13716" y="316992"/>
                </a:lnTo>
                <a:lnTo>
                  <a:pt x="13716" y="324612"/>
                </a:lnTo>
                <a:lnTo>
                  <a:pt x="34582" y="332638"/>
                </a:lnTo>
                <a:lnTo>
                  <a:pt x="49149" y="340804"/>
                </a:lnTo>
                <a:lnTo>
                  <a:pt x="57442" y="349262"/>
                </a:lnTo>
                <a:lnTo>
                  <a:pt x="59436" y="358140"/>
                </a:lnTo>
                <a:lnTo>
                  <a:pt x="73469" y="352691"/>
                </a:lnTo>
                <a:lnTo>
                  <a:pt x="83629" y="345376"/>
                </a:lnTo>
                <a:lnTo>
                  <a:pt x="90093" y="336067"/>
                </a:lnTo>
                <a:lnTo>
                  <a:pt x="92964" y="324612"/>
                </a:lnTo>
                <a:lnTo>
                  <a:pt x="92964" y="323430"/>
                </a:lnTo>
                <a:lnTo>
                  <a:pt x="92964" y="195072"/>
                </a:lnTo>
                <a:lnTo>
                  <a:pt x="92964" y="185928"/>
                </a:lnTo>
                <a:lnTo>
                  <a:pt x="122643" y="170688"/>
                </a:lnTo>
                <a:lnTo>
                  <a:pt x="149352" y="156972"/>
                </a:lnTo>
                <a:lnTo>
                  <a:pt x="146304" y="150876"/>
                </a:lnTo>
                <a:lnTo>
                  <a:pt x="92964" y="170688"/>
                </a:lnTo>
                <a:lnTo>
                  <a:pt x="92964" y="100584"/>
                </a:lnTo>
                <a:lnTo>
                  <a:pt x="152400" y="100584"/>
                </a:lnTo>
                <a:close/>
              </a:path>
              <a:path w="4654550" h="363219">
                <a:moveTo>
                  <a:pt x="361188" y="321564"/>
                </a:moveTo>
                <a:lnTo>
                  <a:pt x="353568" y="316992"/>
                </a:lnTo>
                <a:lnTo>
                  <a:pt x="347472" y="310896"/>
                </a:lnTo>
                <a:lnTo>
                  <a:pt x="345948" y="303276"/>
                </a:lnTo>
                <a:lnTo>
                  <a:pt x="343928" y="295021"/>
                </a:lnTo>
                <a:lnTo>
                  <a:pt x="342328" y="284035"/>
                </a:lnTo>
                <a:lnTo>
                  <a:pt x="341020" y="270497"/>
                </a:lnTo>
                <a:lnTo>
                  <a:pt x="339852" y="254508"/>
                </a:lnTo>
                <a:lnTo>
                  <a:pt x="332232" y="254508"/>
                </a:lnTo>
                <a:lnTo>
                  <a:pt x="330314" y="300596"/>
                </a:lnTo>
                <a:lnTo>
                  <a:pt x="321564" y="327660"/>
                </a:lnTo>
                <a:lnTo>
                  <a:pt x="199644" y="327660"/>
                </a:lnTo>
                <a:lnTo>
                  <a:pt x="189649" y="326263"/>
                </a:lnTo>
                <a:lnTo>
                  <a:pt x="182499" y="322135"/>
                </a:lnTo>
                <a:lnTo>
                  <a:pt x="178219" y="315455"/>
                </a:lnTo>
                <a:lnTo>
                  <a:pt x="176784" y="306324"/>
                </a:lnTo>
                <a:lnTo>
                  <a:pt x="176784" y="170688"/>
                </a:lnTo>
                <a:lnTo>
                  <a:pt x="306324" y="170688"/>
                </a:lnTo>
                <a:lnTo>
                  <a:pt x="306324" y="187452"/>
                </a:lnTo>
                <a:lnTo>
                  <a:pt x="329184" y="179832"/>
                </a:lnTo>
                <a:lnTo>
                  <a:pt x="328676" y="170688"/>
                </a:lnTo>
                <a:lnTo>
                  <a:pt x="328307" y="164071"/>
                </a:lnTo>
                <a:lnTo>
                  <a:pt x="328256" y="161544"/>
                </a:lnTo>
                <a:lnTo>
                  <a:pt x="327850" y="139446"/>
                </a:lnTo>
                <a:lnTo>
                  <a:pt x="327685" y="105689"/>
                </a:lnTo>
                <a:lnTo>
                  <a:pt x="327660" y="62484"/>
                </a:lnTo>
                <a:lnTo>
                  <a:pt x="336804" y="56388"/>
                </a:lnTo>
                <a:lnTo>
                  <a:pt x="341376" y="53340"/>
                </a:lnTo>
                <a:lnTo>
                  <a:pt x="335280" y="47244"/>
                </a:lnTo>
                <a:lnTo>
                  <a:pt x="320040" y="32004"/>
                </a:lnTo>
                <a:lnTo>
                  <a:pt x="306324" y="45720"/>
                </a:lnTo>
                <a:lnTo>
                  <a:pt x="306324" y="56388"/>
                </a:lnTo>
                <a:lnTo>
                  <a:pt x="306324" y="161544"/>
                </a:lnTo>
                <a:lnTo>
                  <a:pt x="251460" y="161544"/>
                </a:lnTo>
                <a:lnTo>
                  <a:pt x="251460" y="56388"/>
                </a:lnTo>
                <a:lnTo>
                  <a:pt x="306324" y="56388"/>
                </a:lnTo>
                <a:lnTo>
                  <a:pt x="306324" y="45720"/>
                </a:lnTo>
                <a:lnTo>
                  <a:pt x="304800" y="47244"/>
                </a:lnTo>
                <a:lnTo>
                  <a:pt x="231648" y="47244"/>
                </a:lnTo>
                <a:lnTo>
                  <a:pt x="231648" y="56388"/>
                </a:lnTo>
                <a:lnTo>
                  <a:pt x="231648" y="161544"/>
                </a:lnTo>
                <a:lnTo>
                  <a:pt x="176784" y="161544"/>
                </a:lnTo>
                <a:lnTo>
                  <a:pt x="176784" y="56388"/>
                </a:lnTo>
                <a:lnTo>
                  <a:pt x="231648" y="56388"/>
                </a:lnTo>
                <a:lnTo>
                  <a:pt x="231648" y="47244"/>
                </a:lnTo>
                <a:lnTo>
                  <a:pt x="179832" y="47244"/>
                </a:lnTo>
                <a:lnTo>
                  <a:pt x="153924" y="33528"/>
                </a:lnTo>
                <a:lnTo>
                  <a:pt x="154165" y="49250"/>
                </a:lnTo>
                <a:lnTo>
                  <a:pt x="155219" y="78968"/>
                </a:lnTo>
                <a:lnTo>
                  <a:pt x="155448" y="92964"/>
                </a:lnTo>
                <a:lnTo>
                  <a:pt x="155448" y="309372"/>
                </a:lnTo>
                <a:lnTo>
                  <a:pt x="157480" y="325374"/>
                </a:lnTo>
                <a:lnTo>
                  <a:pt x="163639" y="336804"/>
                </a:lnTo>
                <a:lnTo>
                  <a:pt x="174104" y="343662"/>
                </a:lnTo>
                <a:lnTo>
                  <a:pt x="188976" y="345948"/>
                </a:lnTo>
                <a:lnTo>
                  <a:pt x="306324" y="345948"/>
                </a:lnTo>
                <a:lnTo>
                  <a:pt x="344258" y="342138"/>
                </a:lnTo>
                <a:lnTo>
                  <a:pt x="357809" y="327660"/>
                </a:lnTo>
                <a:lnTo>
                  <a:pt x="361188" y="321564"/>
                </a:lnTo>
                <a:close/>
              </a:path>
              <a:path w="4654550" h="363219">
                <a:moveTo>
                  <a:pt x="748296" y="224028"/>
                </a:moveTo>
                <a:lnTo>
                  <a:pt x="716292" y="193548"/>
                </a:lnTo>
                <a:lnTo>
                  <a:pt x="694956" y="214884"/>
                </a:lnTo>
                <a:lnTo>
                  <a:pt x="582180" y="214884"/>
                </a:lnTo>
                <a:lnTo>
                  <a:pt x="582180" y="175260"/>
                </a:lnTo>
                <a:lnTo>
                  <a:pt x="627900" y="175260"/>
                </a:lnTo>
                <a:lnTo>
                  <a:pt x="627900" y="188976"/>
                </a:lnTo>
                <a:lnTo>
                  <a:pt x="650760" y="179832"/>
                </a:lnTo>
                <a:lnTo>
                  <a:pt x="649427" y="140208"/>
                </a:lnTo>
                <a:lnTo>
                  <a:pt x="649236" y="68580"/>
                </a:lnTo>
                <a:lnTo>
                  <a:pt x="740676" y="68580"/>
                </a:lnTo>
                <a:lnTo>
                  <a:pt x="710196" y="36576"/>
                </a:lnTo>
                <a:lnTo>
                  <a:pt x="688860" y="57912"/>
                </a:lnTo>
                <a:lnTo>
                  <a:pt x="649236" y="57912"/>
                </a:lnTo>
                <a:lnTo>
                  <a:pt x="649236" y="27432"/>
                </a:lnTo>
                <a:lnTo>
                  <a:pt x="661428" y="16764"/>
                </a:lnTo>
                <a:lnTo>
                  <a:pt x="626376" y="3048"/>
                </a:lnTo>
                <a:lnTo>
                  <a:pt x="626605" y="16764"/>
                </a:lnTo>
                <a:lnTo>
                  <a:pt x="627659" y="44196"/>
                </a:lnTo>
                <a:lnTo>
                  <a:pt x="627900" y="57912"/>
                </a:lnTo>
                <a:lnTo>
                  <a:pt x="627900" y="68580"/>
                </a:lnTo>
                <a:lnTo>
                  <a:pt x="627900" y="111252"/>
                </a:lnTo>
                <a:lnTo>
                  <a:pt x="627900" y="120396"/>
                </a:lnTo>
                <a:lnTo>
                  <a:pt x="627900" y="166116"/>
                </a:lnTo>
                <a:lnTo>
                  <a:pt x="515124" y="166116"/>
                </a:lnTo>
                <a:lnTo>
                  <a:pt x="515124" y="120396"/>
                </a:lnTo>
                <a:lnTo>
                  <a:pt x="627900" y="120396"/>
                </a:lnTo>
                <a:lnTo>
                  <a:pt x="627900" y="111252"/>
                </a:lnTo>
                <a:lnTo>
                  <a:pt x="515124" y="111252"/>
                </a:lnTo>
                <a:lnTo>
                  <a:pt x="515124" y="68580"/>
                </a:lnTo>
                <a:lnTo>
                  <a:pt x="627900" y="68580"/>
                </a:lnTo>
                <a:lnTo>
                  <a:pt x="627900" y="57912"/>
                </a:lnTo>
                <a:lnTo>
                  <a:pt x="515124" y="57912"/>
                </a:lnTo>
                <a:lnTo>
                  <a:pt x="515124" y="28956"/>
                </a:lnTo>
                <a:lnTo>
                  <a:pt x="527316" y="18288"/>
                </a:lnTo>
                <a:lnTo>
                  <a:pt x="492264" y="4572"/>
                </a:lnTo>
                <a:lnTo>
                  <a:pt x="493153" y="18288"/>
                </a:lnTo>
                <a:lnTo>
                  <a:pt x="493598" y="31242"/>
                </a:lnTo>
                <a:lnTo>
                  <a:pt x="493661" y="36576"/>
                </a:lnTo>
                <a:lnTo>
                  <a:pt x="493788" y="57912"/>
                </a:lnTo>
                <a:lnTo>
                  <a:pt x="405396" y="57912"/>
                </a:lnTo>
                <a:lnTo>
                  <a:pt x="419112" y="73152"/>
                </a:lnTo>
                <a:lnTo>
                  <a:pt x="428256" y="71158"/>
                </a:lnTo>
                <a:lnTo>
                  <a:pt x="437400" y="69723"/>
                </a:lnTo>
                <a:lnTo>
                  <a:pt x="446544" y="68872"/>
                </a:lnTo>
                <a:lnTo>
                  <a:pt x="455688" y="68580"/>
                </a:lnTo>
                <a:lnTo>
                  <a:pt x="493788" y="68580"/>
                </a:lnTo>
                <a:lnTo>
                  <a:pt x="493661" y="120396"/>
                </a:lnTo>
                <a:lnTo>
                  <a:pt x="493598" y="133731"/>
                </a:lnTo>
                <a:lnTo>
                  <a:pt x="493141" y="163741"/>
                </a:lnTo>
                <a:lnTo>
                  <a:pt x="492264" y="192024"/>
                </a:lnTo>
                <a:lnTo>
                  <a:pt x="515124" y="182880"/>
                </a:lnTo>
                <a:lnTo>
                  <a:pt x="515124" y="175260"/>
                </a:lnTo>
                <a:lnTo>
                  <a:pt x="560844" y="175260"/>
                </a:lnTo>
                <a:lnTo>
                  <a:pt x="560844" y="214884"/>
                </a:lnTo>
                <a:lnTo>
                  <a:pt x="394728" y="214884"/>
                </a:lnTo>
                <a:lnTo>
                  <a:pt x="408444" y="228600"/>
                </a:lnTo>
                <a:lnTo>
                  <a:pt x="417588" y="226606"/>
                </a:lnTo>
                <a:lnTo>
                  <a:pt x="426732" y="225171"/>
                </a:lnTo>
                <a:lnTo>
                  <a:pt x="435876" y="224320"/>
                </a:lnTo>
                <a:lnTo>
                  <a:pt x="445020" y="224028"/>
                </a:lnTo>
                <a:lnTo>
                  <a:pt x="533412" y="224028"/>
                </a:lnTo>
                <a:lnTo>
                  <a:pt x="509117" y="260248"/>
                </a:lnTo>
                <a:lnTo>
                  <a:pt x="477405" y="293179"/>
                </a:lnTo>
                <a:lnTo>
                  <a:pt x="438251" y="322402"/>
                </a:lnTo>
                <a:lnTo>
                  <a:pt x="391680" y="347472"/>
                </a:lnTo>
                <a:lnTo>
                  <a:pt x="393204" y="353568"/>
                </a:lnTo>
                <a:lnTo>
                  <a:pt x="444677" y="332740"/>
                </a:lnTo>
                <a:lnTo>
                  <a:pt x="489597" y="304609"/>
                </a:lnTo>
                <a:lnTo>
                  <a:pt x="528218" y="269354"/>
                </a:lnTo>
                <a:lnTo>
                  <a:pt x="560844" y="227076"/>
                </a:lnTo>
                <a:lnTo>
                  <a:pt x="560616" y="259181"/>
                </a:lnTo>
                <a:lnTo>
                  <a:pt x="560501" y="269354"/>
                </a:lnTo>
                <a:lnTo>
                  <a:pt x="559892" y="300990"/>
                </a:lnTo>
                <a:lnTo>
                  <a:pt x="558914" y="332740"/>
                </a:lnTo>
                <a:lnTo>
                  <a:pt x="557796" y="361188"/>
                </a:lnTo>
                <a:lnTo>
                  <a:pt x="583704" y="352044"/>
                </a:lnTo>
                <a:lnTo>
                  <a:pt x="582815" y="332955"/>
                </a:lnTo>
                <a:lnTo>
                  <a:pt x="582396" y="307187"/>
                </a:lnTo>
                <a:lnTo>
                  <a:pt x="582282" y="286893"/>
                </a:lnTo>
                <a:lnTo>
                  <a:pt x="582180" y="227076"/>
                </a:lnTo>
                <a:lnTo>
                  <a:pt x="582180" y="224028"/>
                </a:lnTo>
                <a:lnTo>
                  <a:pt x="586752" y="224028"/>
                </a:lnTo>
                <a:lnTo>
                  <a:pt x="606983" y="261747"/>
                </a:lnTo>
                <a:lnTo>
                  <a:pt x="635520" y="294894"/>
                </a:lnTo>
                <a:lnTo>
                  <a:pt x="672045" y="323469"/>
                </a:lnTo>
                <a:lnTo>
                  <a:pt x="716292" y="347472"/>
                </a:lnTo>
                <a:lnTo>
                  <a:pt x="720864" y="339217"/>
                </a:lnTo>
                <a:lnTo>
                  <a:pt x="727722" y="332803"/>
                </a:lnTo>
                <a:lnTo>
                  <a:pt x="736866" y="328409"/>
                </a:lnTo>
                <a:lnTo>
                  <a:pt x="748296" y="326136"/>
                </a:lnTo>
                <a:lnTo>
                  <a:pt x="748296" y="320040"/>
                </a:lnTo>
                <a:lnTo>
                  <a:pt x="697661" y="307187"/>
                </a:lnTo>
                <a:lnTo>
                  <a:pt x="655332" y="286893"/>
                </a:lnTo>
                <a:lnTo>
                  <a:pt x="620991" y="259181"/>
                </a:lnTo>
                <a:lnTo>
                  <a:pt x="594372" y="224028"/>
                </a:lnTo>
                <a:lnTo>
                  <a:pt x="748296" y="224028"/>
                </a:lnTo>
                <a:close/>
              </a:path>
              <a:path w="4654550" h="363219">
                <a:moveTo>
                  <a:pt x="978420" y="105156"/>
                </a:moveTo>
                <a:lnTo>
                  <a:pt x="969276" y="96012"/>
                </a:lnTo>
                <a:lnTo>
                  <a:pt x="952512" y="79248"/>
                </a:lnTo>
                <a:lnTo>
                  <a:pt x="935748" y="96012"/>
                </a:lnTo>
                <a:lnTo>
                  <a:pt x="906792" y="96012"/>
                </a:lnTo>
                <a:lnTo>
                  <a:pt x="906792" y="39624"/>
                </a:lnTo>
                <a:lnTo>
                  <a:pt x="920508" y="28956"/>
                </a:lnTo>
                <a:lnTo>
                  <a:pt x="885456" y="10668"/>
                </a:lnTo>
                <a:lnTo>
                  <a:pt x="886714" y="68199"/>
                </a:lnTo>
                <a:lnTo>
                  <a:pt x="886917" y="114871"/>
                </a:lnTo>
                <a:lnTo>
                  <a:pt x="886980" y="193548"/>
                </a:lnTo>
                <a:lnTo>
                  <a:pt x="842784" y="199644"/>
                </a:lnTo>
                <a:lnTo>
                  <a:pt x="842784" y="94488"/>
                </a:lnTo>
                <a:lnTo>
                  <a:pt x="854976" y="82296"/>
                </a:lnTo>
                <a:lnTo>
                  <a:pt x="821448" y="64008"/>
                </a:lnTo>
                <a:lnTo>
                  <a:pt x="822325" y="85344"/>
                </a:lnTo>
                <a:lnTo>
                  <a:pt x="822744" y="112496"/>
                </a:lnTo>
                <a:lnTo>
                  <a:pt x="822871" y="135636"/>
                </a:lnTo>
                <a:lnTo>
                  <a:pt x="822972" y="201168"/>
                </a:lnTo>
                <a:lnTo>
                  <a:pt x="789444" y="205740"/>
                </a:lnTo>
                <a:lnTo>
                  <a:pt x="806208" y="234696"/>
                </a:lnTo>
                <a:lnTo>
                  <a:pt x="853262" y="215074"/>
                </a:lnTo>
                <a:lnTo>
                  <a:pt x="905433" y="202336"/>
                </a:lnTo>
                <a:lnTo>
                  <a:pt x="962253" y="190500"/>
                </a:lnTo>
                <a:lnTo>
                  <a:pt x="976896" y="187452"/>
                </a:lnTo>
                <a:lnTo>
                  <a:pt x="975372" y="179832"/>
                </a:lnTo>
                <a:lnTo>
                  <a:pt x="906792" y="190500"/>
                </a:lnTo>
                <a:lnTo>
                  <a:pt x="906792" y="105156"/>
                </a:lnTo>
                <a:lnTo>
                  <a:pt x="978420" y="105156"/>
                </a:lnTo>
                <a:close/>
              </a:path>
              <a:path w="4654550" h="363219">
                <a:moveTo>
                  <a:pt x="1091196" y="266700"/>
                </a:moveTo>
                <a:lnTo>
                  <a:pt x="1059192" y="234696"/>
                </a:lnTo>
                <a:lnTo>
                  <a:pt x="1036332" y="257556"/>
                </a:lnTo>
                <a:lnTo>
                  <a:pt x="836688" y="257556"/>
                </a:lnTo>
                <a:lnTo>
                  <a:pt x="850404" y="271272"/>
                </a:lnTo>
                <a:lnTo>
                  <a:pt x="858634" y="269278"/>
                </a:lnTo>
                <a:lnTo>
                  <a:pt x="867168" y="267843"/>
                </a:lnTo>
                <a:lnTo>
                  <a:pt x="875690" y="266992"/>
                </a:lnTo>
                <a:lnTo>
                  <a:pt x="883932" y="266700"/>
                </a:lnTo>
                <a:lnTo>
                  <a:pt x="1091196" y="266700"/>
                </a:lnTo>
                <a:close/>
              </a:path>
              <a:path w="4654550" h="363219">
                <a:moveTo>
                  <a:pt x="1138440" y="335280"/>
                </a:moveTo>
                <a:lnTo>
                  <a:pt x="1101864" y="298704"/>
                </a:lnTo>
                <a:lnTo>
                  <a:pt x="1074432" y="326136"/>
                </a:lnTo>
                <a:lnTo>
                  <a:pt x="792492" y="326136"/>
                </a:lnTo>
                <a:lnTo>
                  <a:pt x="806208" y="339852"/>
                </a:lnTo>
                <a:lnTo>
                  <a:pt x="814463" y="337858"/>
                </a:lnTo>
                <a:lnTo>
                  <a:pt x="823163" y="336423"/>
                </a:lnTo>
                <a:lnTo>
                  <a:pt x="832129" y="335572"/>
                </a:lnTo>
                <a:lnTo>
                  <a:pt x="841260" y="335280"/>
                </a:lnTo>
                <a:lnTo>
                  <a:pt x="1138440" y="335280"/>
                </a:lnTo>
                <a:close/>
              </a:path>
              <a:path w="4654550" h="363219">
                <a:moveTo>
                  <a:pt x="1139964" y="192024"/>
                </a:moveTo>
                <a:lnTo>
                  <a:pt x="1122311" y="153974"/>
                </a:lnTo>
                <a:lnTo>
                  <a:pt x="1121676" y="129540"/>
                </a:lnTo>
                <a:lnTo>
                  <a:pt x="1114056" y="129540"/>
                </a:lnTo>
                <a:lnTo>
                  <a:pt x="1109484" y="173736"/>
                </a:lnTo>
                <a:lnTo>
                  <a:pt x="1095768" y="195072"/>
                </a:lnTo>
                <a:lnTo>
                  <a:pt x="1039380" y="195072"/>
                </a:lnTo>
                <a:lnTo>
                  <a:pt x="1011948" y="135636"/>
                </a:lnTo>
                <a:lnTo>
                  <a:pt x="1027861" y="126492"/>
                </a:lnTo>
                <a:lnTo>
                  <a:pt x="1052233" y="112496"/>
                </a:lnTo>
                <a:lnTo>
                  <a:pt x="1083957" y="95631"/>
                </a:lnTo>
                <a:lnTo>
                  <a:pt x="1107097" y="85064"/>
                </a:lnTo>
                <a:lnTo>
                  <a:pt x="1121676" y="80772"/>
                </a:lnTo>
                <a:lnTo>
                  <a:pt x="1095768" y="53340"/>
                </a:lnTo>
                <a:lnTo>
                  <a:pt x="1085456" y="68199"/>
                </a:lnTo>
                <a:lnTo>
                  <a:pt x="1068146" y="85344"/>
                </a:lnTo>
                <a:lnTo>
                  <a:pt x="1043686" y="104775"/>
                </a:lnTo>
                <a:lnTo>
                  <a:pt x="1011948" y="126492"/>
                </a:lnTo>
                <a:lnTo>
                  <a:pt x="1011948" y="36576"/>
                </a:lnTo>
                <a:lnTo>
                  <a:pt x="1025664" y="25908"/>
                </a:lnTo>
                <a:lnTo>
                  <a:pt x="990612" y="10668"/>
                </a:lnTo>
                <a:lnTo>
                  <a:pt x="991463" y="25908"/>
                </a:lnTo>
                <a:lnTo>
                  <a:pt x="991946" y="39433"/>
                </a:lnTo>
                <a:lnTo>
                  <a:pt x="992111" y="49898"/>
                </a:lnTo>
                <a:lnTo>
                  <a:pt x="992136" y="182880"/>
                </a:lnTo>
                <a:lnTo>
                  <a:pt x="994676" y="195986"/>
                </a:lnTo>
                <a:lnTo>
                  <a:pt x="1002233" y="205359"/>
                </a:lnTo>
                <a:lnTo>
                  <a:pt x="1014628" y="210743"/>
                </a:lnTo>
                <a:lnTo>
                  <a:pt x="1031760" y="211836"/>
                </a:lnTo>
                <a:lnTo>
                  <a:pt x="1101864" y="211836"/>
                </a:lnTo>
                <a:lnTo>
                  <a:pt x="1114450" y="210464"/>
                </a:lnTo>
                <a:lnTo>
                  <a:pt x="1124915" y="206502"/>
                </a:lnTo>
                <a:lnTo>
                  <a:pt x="1133360" y="200266"/>
                </a:lnTo>
                <a:lnTo>
                  <a:pt x="1137513" y="195072"/>
                </a:lnTo>
                <a:lnTo>
                  <a:pt x="1139964" y="192024"/>
                </a:lnTo>
                <a:close/>
              </a:path>
              <a:path w="4654550" h="363219">
                <a:moveTo>
                  <a:pt x="1377696" y="131076"/>
                </a:moveTo>
                <a:lnTo>
                  <a:pt x="1341120" y="111264"/>
                </a:lnTo>
                <a:lnTo>
                  <a:pt x="1341945" y="128028"/>
                </a:lnTo>
                <a:lnTo>
                  <a:pt x="1342059" y="131406"/>
                </a:lnTo>
                <a:lnTo>
                  <a:pt x="1342466" y="147269"/>
                </a:lnTo>
                <a:lnTo>
                  <a:pt x="1342593" y="158699"/>
                </a:lnTo>
                <a:lnTo>
                  <a:pt x="1342504" y="305689"/>
                </a:lnTo>
                <a:lnTo>
                  <a:pt x="1342453" y="311480"/>
                </a:lnTo>
                <a:lnTo>
                  <a:pt x="1342009" y="335026"/>
                </a:lnTo>
                <a:lnTo>
                  <a:pt x="1341120" y="362724"/>
                </a:lnTo>
                <a:lnTo>
                  <a:pt x="1367028" y="347484"/>
                </a:lnTo>
                <a:lnTo>
                  <a:pt x="1366799" y="333552"/>
                </a:lnTo>
                <a:lnTo>
                  <a:pt x="1365745" y="305689"/>
                </a:lnTo>
                <a:lnTo>
                  <a:pt x="1365504" y="292620"/>
                </a:lnTo>
                <a:lnTo>
                  <a:pt x="1365504" y="140220"/>
                </a:lnTo>
                <a:lnTo>
                  <a:pt x="1377696" y="131076"/>
                </a:lnTo>
                <a:close/>
              </a:path>
              <a:path w="4654550" h="363219">
                <a:moveTo>
                  <a:pt x="1534668" y="160032"/>
                </a:moveTo>
                <a:lnTo>
                  <a:pt x="1492377" y="147269"/>
                </a:lnTo>
                <a:lnTo>
                  <a:pt x="1447800" y="121932"/>
                </a:lnTo>
                <a:lnTo>
                  <a:pt x="1403223" y="82689"/>
                </a:lnTo>
                <a:lnTo>
                  <a:pt x="1367345" y="36588"/>
                </a:lnTo>
                <a:lnTo>
                  <a:pt x="1360932" y="27444"/>
                </a:lnTo>
                <a:lnTo>
                  <a:pt x="1374648" y="18300"/>
                </a:lnTo>
                <a:lnTo>
                  <a:pt x="1342644" y="12"/>
                </a:lnTo>
                <a:lnTo>
                  <a:pt x="1333144" y="24587"/>
                </a:lnTo>
                <a:lnTo>
                  <a:pt x="1320355" y="50304"/>
                </a:lnTo>
                <a:lnTo>
                  <a:pt x="1283208" y="105168"/>
                </a:lnTo>
                <a:lnTo>
                  <a:pt x="1234249" y="155079"/>
                </a:lnTo>
                <a:lnTo>
                  <a:pt x="1175004" y="193560"/>
                </a:lnTo>
                <a:lnTo>
                  <a:pt x="1176528" y="199656"/>
                </a:lnTo>
                <a:lnTo>
                  <a:pt x="1235392" y="169938"/>
                </a:lnTo>
                <a:lnTo>
                  <a:pt x="1281684" y="135648"/>
                </a:lnTo>
                <a:lnTo>
                  <a:pt x="1320165" y="92405"/>
                </a:lnTo>
                <a:lnTo>
                  <a:pt x="1356360" y="36588"/>
                </a:lnTo>
                <a:lnTo>
                  <a:pt x="1372362" y="63728"/>
                </a:lnTo>
                <a:lnTo>
                  <a:pt x="1404366" y="109448"/>
                </a:lnTo>
                <a:lnTo>
                  <a:pt x="1437259" y="143713"/>
                </a:lnTo>
                <a:lnTo>
                  <a:pt x="1476743" y="172808"/>
                </a:lnTo>
                <a:lnTo>
                  <a:pt x="1499616" y="185940"/>
                </a:lnTo>
                <a:lnTo>
                  <a:pt x="1505318" y="177698"/>
                </a:lnTo>
                <a:lnTo>
                  <a:pt x="1513141" y="171462"/>
                </a:lnTo>
                <a:lnTo>
                  <a:pt x="1522984" y="167500"/>
                </a:lnTo>
                <a:lnTo>
                  <a:pt x="1534668" y="166128"/>
                </a:lnTo>
                <a:lnTo>
                  <a:pt x="1534668" y="160032"/>
                </a:lnTo>
                <a:close/>
              </a:path>
              <a:path w="4654550" h="363219">
                <a:moveTo>
                  <a:pt x="1688592" y="24384"/>
                </a:moveTo>
                <a:lnTo>
                  <a:pt x="1656588" y="3048"/>
                </a:lnTo>
                <a:lnTo>
                  <a:pt x="1652905" y="17907"/>
                </a:lnTo>
                <a:lnTo>
                  <a:pt x="1646491" y="37338"/>
                </a:lnTo>
                <a:lnTo>
                  <a:pt x="1626108" y="89916"/>
                </a:lnTo>
                <a:lnTo>
                  <a:pt x="1598676" y="147256"/>
                </a:lnTo>
                <a:lnTo>
                  <a:pt x="1566672" y="196596"/>
                </a:lnTo>
                <a:lnTo>
                  <a:pt x="1571244" y="201168"/>
                </a:lnTo>
                <a:lnTo>
                  <a:pt x="1587817" y="182867"/>
                </a:lnTo>
                <a:lnTo>
                  <a:pt x="1603248" y="164401"/>
                </a:lnTo>
                <a:lnTo>
                  <a:pt x="1617535" y="145669"/>
                </a:lnTo>
                <a:lnTo>
                  <a:pt x="1630680" y="126492"/>
                </a:lnTo>
                <a:lnTo>
                  <a:pt x="1630616" y="288036"/>
                </a:lnTo>
                <a:lnTo>
                  <a:pt x="1630451" y="298589"/>
                </a:lnTo>
                <a:lnTo>
                  <a:pt x="1629918" y="316420"/>
                </a:lnTo>
                <a:lnTo>
                  <a:pt x="1629397" y="336829"/>
                </a:lnTo>
                <a:lnTo>
                  <a:pt x="1629156" y="359664"/>
                </a:lnTo>
                <a:lnTo>
                  <a:pt x="1650492" y="347472"/>
                </a:lnTo>
                <a:lnTo>
                  <a:pt x="1650492" y="135636"/>
                </a:lnTo>
                <a:lnTo>
                  <a:pt x="1660944" y="126492"/>
                </a:lnTo>
                <a:lnTo>
                  <a:pt x="1662684" y="124968"/>
                </a:lnTo>
                <a:lnTo>
                  <a:pt x="1638300" y="111252"/>
                </a:lnTo>
                <a:lnTo>
                  <a:pt x="1645754" y="94996"/>
                </a:lnTo>
                <a:lnTo>
                  <a:pt x="1654416" y="76200"/>
                </a:lnTo>
                <a:lnTo>
                  <a:pt x="1664665" y="54470"/>
                </a:lnTo>
                <a:lnTo>
                  <a:pt x="1676400" y="30480"/>
                </a:lnTo>
                <a:lnTo>
                  <a:pt x="1688592" y="24384"/>
                </a:lnTo>
                <a:close/>
              </a:path>
              <a:path w="4654550" h="363219">
                <a:moveTo>
                  <a:pt x="1924812" y="256032"/>
                </a:moveTo>
                <a:lnTo>
                  <a:pt x="1883244" y="224967"/>
                </a:lnTo>
                <a:lnTo>
                  <a:pt x="1853234" y="186385"/>
                </a:lnTo>
                <a:lnTo>
                  <a:pt x="1826933" y="135636"/>
                </a:lnTo>
                <a:lnTo>
                  <a:pt x="1815084" y="105156"/>
                </a:lnTo>
                <a:lnTo>
                  <a:pt x="1918716" y="105156"/>
                </a:lnTo>
                <a:lnTo>
                  <a:pt x="1889760" y="76200"/>
                </a:lnTo>
                <a:lnTo>
                  <a:pt x="1869948" y="96012"/>
                </a:lnTo>
                <a:lnTo>
                  <a:pt x="1801368" y="96012"/>
                </a:lnTo>
                <a:lnTo>
                  <a:pt x="1801368" y="32004"/>
                </a:lnTo>
                <a:lnTo>
                  <a:pt x="1815084" y="21336"/>
                </a:lnTo>
                <a:lnTo>
                  <a:pt x="1778508" y="4572"/>
                </a:lnTo>
                <a:lnTo>
                  <a:pt x="1779397" y="18554"/>
                </a:lnTo>
                <a:lnTo>
                  <a:pt x="1779841" y="30480"/>
                </a:lnTo>
                <a:lnTo>
                  <a:pt x="1779955" y="37338"/>
                </a:lnTo>
                <a:lnTo>
                  <a:pt x="1780032" y="96012"/>
                </a:lnTo>
                <a:lnTo>
                  <a:pt x="1676400" y="96012"/>
                </a:lnTo>
                <a:lnTo>
                  <a:pt x="1690116" y="109728"/>
                </a:lnTo>
                <a:lnTo>
                  <a:pt x="1698409" y="107734"/>
                </a:lnTo>
                <a:lnTo>
                  <a:pt x="1707261" y="106299"/>
                </a:lnTo>
                <a:lnTo>
                  <a:pt x="1716697" y="105448"/>
                </a:lnTo>
                <a:lnTo>
                  <a:pt x="1726692" y="105156"/>
                </a:lnTo>
                <a:lnTo>
                  <a:pt x="1760220" y="105156"/>
                </a:lnTo>
                <a:lnTo>
                  <a:pt x="1740789" y="152019"/>
                </a:lnTo>
                <a:lnTo>
                  <a:pt x="1714500" y="201168"/>
                </a:lnTo>
                <a:lnTo>
                  <a:pt x="1684972" y="245745"/>
                </a:lnTo>
                <a:lnTo>
                  <a:pt x="1656588" y="278892"/>
                </a:lnTo>
                <a:lnTo>
                  <a:pt x="1661160" y="283464"/>
                </a:lnTo>
                <a:lnTo>
                  <a:pt x="1695069" y="252603"/>
                </a:lnTo>
                <a:lnTo>
                  <a:pt x="1726692" y="214884"/>
                </a:lnTo>
                <a:lnTo>
                  <a:pt x="1755076" y="169545"/>
                </a:lnTo>
                <a:lnTo>
                  <a:pt x="1780032" y="117348"/>
                </a:lnTo>
                <a:lnTo>
                  <a:pt x="1780032" y="263652"/>
                </a:lnTo>
                <a:lnTo>
                  <a:pt x="1705356" y="263652"/>
                </a:lnTo>
                <a:lnTo>
                  <a:pt x="1719072" y="277368"/>
                </a:lnTo>
                <a:lnTo>
                  <a:pt x="1727365" y="275374"/>
                </a:lnTo>
                <a:lnTo>
                  <a:pt x="1736217" y="273939"/>
                </a:lnTo>
                <a:lnTo>
                  <a:pt x="1745653" y="273088"/>
                </a:lnTo>
                <a:lnTo>
                  <a:pt x="1755648" y="272796"/>
                </a:lnTo>
                <a:lnTo>
                  <a:pt x="1780032" y="272796"/>
                </a:lnTo>
                <a:lnTo>
                  <a:pt x="1780019" y="303491"/>
                </a:lnTo>
                <a:lnTo>
                  <a:pt x="1779841" y="317944"/>
                </a:lnTo>
                <a:lnTo>
                  <a:pt x="1779371" y="336829"/>
                </a:lnTo>
                <a:lnTo>
                  <a:pt x="1778508" y="358140"/>
                </a:lnTo>
                <a:lnTo>
                  <a:pt x="1802892" y="347472"/>
                </a:lnTo>
                <a:lnTo>
                  <a:pt x="1802015" y="332613"/>
                </a:lnTo>
                <a:lnTo>
                  <a:pt x="1801571" y="317944"/>
                </a:lnTo>
                <a:lnTo>
                  <a:pt x="1801406" y="303491"/>
                </a:lnTo>
                <a:lnTo>
                  <a:pt x="1801368" y="272796"/>
                </a:lnTo>
                <a:lnTo>
                  <a:pt x="1877568" y="272796"/>
                </a:lnTo>
                <a:lnTo>
                  <a:pt x="1850136" y="245364"/>
                </a:lnTo>
                <a:lnTo>
                  <a:pt x="1831848" y="263652"/>
                </a:lnTo>
                <a:lnTo>
                  <a:pt x="1801368" y="263652"/>
                </a:lnTo>
                <a:lnTo>
                  <a:pt x="1801368" y="117348"/>
                </a:lnTo>
                <a:lnTo>
                  <a:pt x="1801368" y="105156"/>
                </a:lnTo>
                <a:lnTo>
                  <a:pt x="1807464" y="105156"/>
                </a:lnTo>
                <a:lnTo>
                  <a:pt x="1815160" y="132308"/>
                </a:lnTo>
                <a:lnTo>
                  <a:pt x="1824418" y="158877"/>
                </a:lnTo>
                <a:lnTo>
                  <a:pt x="1847088" y="210312"/>
                </a:lnTo>
                <a:lnTo>
                  <a:pt x="1871091" y="251079"/>
                </a:lnTo>
                <a:lnTo>
                  <a:pt x="1892808" y="275844"/>
                </a:lnTo>
                <a:lnTo>
                  <a:pt x="1898243" y="269849"/>
                </a:lnTo>
                <a:lnTo>
                  <a:pt x="1905381" y="265557"/>
                </a:lnTo>
                <a:lnTo>
                  <a:pt x="1914245" y="262991"/>
                </a:lnTo>
                <a:lnTo>
                  <a:pt x="1924812" y="262128"/>
                </a:lnTo>
                <a:lnTo>
                  <a:pt x="1924812" y="256032"/>
                </a:lnTo>
                <a:close/>
              </a:path>
              <a:path w="4654550" h="363219">
                <a:moveTo>
                  <a:pt x="2112276" y="36576"/>
                </a:moveTo>
                <a:lnTo>
                  <a:pt x="2081796" y="13716"/>
                </a:lnTo>
                <a:lnTo>
                  <a:pt x="2070023" y="43434"/>
                </a:lnTo>
                <a:lnTo>
                  <a:pt x="2057400" y="70866"/>
                </a:lnTo>
                <a:lnTo>
                  <a:pt x="2028444" y="118872"/>
                </a:lnTo>
                <a:lnTo>
                  <a:pt x="1995678" y="159829"/>
                </a:lnTo>
                <a:lnTo>
                  <a:pt x="1958340" y="195072"/>
                </a:lnTo>
                <a:lnTo>
                  <a:pt x="1961388" y="199644"/>
                </a:lnTo>
                <a:lnTo>
                  <a:pt x="2005774" y="167830"/>
                </a:lnTo>
                <a:lnTo>
                  <a:pt x="2042160" y="132588"/>
                </a:lnTo>
                <a:lnTo>
                  <a:pt x="2071497" y="91249"/>
                </a:lnTo>
                <a:lnTo>
                  <a:pt x="2098560" y="44196"/>
                </a:lnTo>
                <a:lnTo>
                  <a:pt x="2112276" y="36576"/>
                </a:lnTo>
                <a:close/>
              </a:path>
              <a:path w="4654550" h="363219">
                <a:moveTo>
                  <a:pt x="2234196" y="169164"/>
                </a:moveTo>
                <a:lnTo>
                  <a:pt x="2212860" y="147828"/>
                </a:lnTo>
                <a:lnTo>
                  <a:pt x="2197620" y="163068"/>
                </a:lnTo>
                <a:lnTo>
                  <a:pt x="2022348" y="163068"/>
                </a:lnTo>
                <a:lnTo>
                  <a:pt x="2034540" y="175260"/>
                </a:lnTo>
                <a:lnTo>
                  <a:pt x="2048256" y="172212"/>
                </a:lnTo>
                <a:lnTo>
                  <a:pt x="2095512" y="172212"/>
                </a:lnTo>
                <a:lnTo>
                  <a:pt x="2086368" y="223075"/>
                </a:lnTo>
                <a:lnTo>
                  <a:pt x="2068068" y="272796"/>
                </a:lnTo>
                <a:lnTo>
                  <a:pt x="2032444" y="317373"/>
                </a:lnTo>
                <a:lnTo>
                  <a:pt x="1975104" y="355092"/>
                </a:lnTo>
                <a:lnTo>
                  <a:pt x="1978152" y="361188"/>
                </a:lnTo>
                <a:lnTo>
                  <a:pt x="2013877" y="344119"/>
                </a:lnTo>
                <a:lnTo>
                  <a:pt x="2066455" y="304825"/>
                </a:lnTo>
                <a:lnTo>
                  <a:pt x="2095893" y="259448"/>
                </a:lnTo>
                <a:lnTo>
                  <a:pt x="2114181" y="203962"/>
                </a:lnTo>
                <a:lnTo>
                  <a:pt x="2119896" y="172212"/>
                </a:lnTo>
                <a:lnTo>
                  <a:pt x="2200668" y="172212"/>
                </a:lnTo>
                <a:lnTo>
                  <a:pt x="2197252" y="224459"/>
                </a:lnTo>
                <a:lnTo>
                  <a:pt x="2194001" y="264414"/>
                </a:lnTo>
                <a:lnTo>
                  <a:pt x="2188476" y="306324"/>
                </a:lnTo>
                <a:lnTo>
                  <a:pt x="2170188" y="324612"/>
                </a:lnTo>
                <a:lnTo>
                  <a:pt x="2162759" y="324307"/>
                </a:lnTo>
                <a:lnTo>
                  <a:pt x="2151900" y="323278"/>
                </a:lnTo>
                <a:lnTo>
                  <a:pt x="2137613" y="321398"/>
                </a:lnTo>
                <a:lnTo>
                  <a:pt x="2119896" y="318516"/>
                </a:lnTo>
                <a:lnTo>
                  <a:pt x="2119896" y="324612"/>
                </a:lnTo>
                <a:lnTo>
                  <a:pt x="2137295" y="331165"/>
                </a:lnTo>
                <a:lnTo>
                  <a:pt x="2150567" y="339280"/>
                </a:lnTo>
                <a:lnTo>
                  <a:pt x="2159533" y="348830"/>
                </a:lnTo>
                <a:lnTo>
                  <a:pt x="2164092" y="359664"/>
                </a:lnTo>
                <a:lnTo>
                  <a:pt x="2177821" y="353974"/>
                </a:lnTo>
                <a:lnTo>
                  <a:pt x="2206764" y="324612"/>
                </a:lnTo>
                <a:lnTo>
                  <a:pt x="2216099" y="275463"/>
                </a:lnTo>
                <a:lnTo>
                  <a:pt x="2219401" y="232981"/>
                </a:lnTo>
                <a:lnTo>
                  <a:pt x="2222004" y="178308"/>
                </a:lnTo>
                <a:lnTo>
                  <a:pt x="2230132" y="172212"/>
                </a:lnTo>
                <a:lnTo>
                  <a:pt x="2234196" y="169164"/>
                </a:lnTo>
                <a:close/>
              </a:path>
              <a:path w="4654550" h="363219">
                <a:moveTo>
                  <a:pt x="2313444" y="163068"/>
                </a:moveTo>
                <a:lnTo>
                  <a:pt x="2271344" y="148209"/>
                </a:lnTo>
                <a:lnTo>
                  <a:pt x="2232672" y="121920"/>
                </a:lnTo>
                <a:lnTo>
                  <a:pt x="2199525" y="80772"/>
                </a:lnTo>
                <a:lnTo>
                  <a:pt x="2177808" y="25908"/>
                </a:lnTo>
                <a:lnTo>
                  <a:pt x="2190000" y="18288"/>
                </a:lnTo>
                <a:lnTo>
                  <a:pt x="2161044" y="6096"/>
                </a:lnTo>
                <a:lnTo>
                  <a:pt x="2175713" y="64198"/>
                </a:lnTo>
                <a:lnTo>
                  <a:pt x="2200668" y="114300"/>
                </a:lnTo>
                <a:lnTo>
                  <a:pt x="2235911" y="155448"/>
                </a:lnTo>
                <a:lnTo>
                  <a:pt x="2281428" y="187452"/>
                </a:lnTo>
                <a:lnTo>
                  <a:pt x="2286863" y="179438"/>
                </a:lnTo>
                <a:lnTo>
                  <a:pt x="2294013" y="173545"/>
                </a:lnTo>
                <a:lnTo>
                  <a:pt x="2302865" y="169672"/>
                </a:lnTo>
                <a:lnTo>
                  <a:pt x="2313444" y="167640"/>
                </a:lnTo>
                <a:lnTo>
                  <a:pt x="2313444" y="163068"/>
                </a:lnTo>
                <a:close/>
              </a:path>
              <a:path w="4654550" h="363219">
                <a:moveTo>
                  <a:pt x="2542032" y="45720"/>
                </a:moveTo>
                <a:lnTo>
                  <a:pt x="2517648" y="18288"/>
                </a:lnTo>
                <a:lnTo>
                  <a:pt x="2499360" y="36576"/>
                </a:lnTo>
                <a:lnTo>
                  <a:pt x="2455164" y="36576"/>
                </a:lnTo>
                <a:lnTo>
                  <a:pt x="2455164" y="45720"/>
                </a:lnTo>
                <a:lnTo>
                  <a:pt x="2455164" y="96012"/>
                </a:lnTo>
                <a:lnTo>
                  <a:pt x="2433828" y="96012"/>
                </a:lnTo>
                <a:lnTo>
                  <a:pt x="2433828" y="45720"/>
                </a:lnTo>
                <a:lnTo>
                  <a:pt x="2455164" y="45720"/>
                </a:lnTo>
                <a:lnTo>
                  <a:pt x="2455164" y="36576"/>
                </a:lnTo>
                <a:lnTo>
                  <a:pt x="2345436" y="36576"/>
                </a:lnTo>
                <a:lnTo>
                  <a:pt x="2359152" y="50292"/>
                </a:lnTo>
                <a:lnTo>
                  <a:pt x="2367445" y="48298"/>
                </a:lnTo>
                <a:lnTo>
                  <a:pt x="2376297" y="46863"/>
                </a:lnTo>
                <a:lnTo>
                  <a:pt x="2385733" y="46012"/>
                </a:lnTo>
                <a:lnTo>
                  <a:pt x="2395728" y="45720"/>
                </a:lnTo>
                <a:lnTo>
                  <a:pt x="2415540" y="45720"/>
                </a:lnTo>
                <a:lnTo>
                  <a:pt x="2415540" y="96012"/>
                </a:lnTo>
                <a:lnTo>
                  <a:pt x="2415540" y="105156"/>
                </a:lnTo>
                <a:lnTo>
                  <a:pt x="2413851" y="139141"/>
                </a:lnTo>
                <a:lnTo>
                  <a:pt x="2408872" y="167830"/>
                </a:lnTo>
                <a:lnTo>
                  <a:pt x="2400757" y="191096"/>
                </a:lnTo>
                <a:lnTo>
                  <a:pt x="2389632" y="208788"/>
                </a:lnTo>
                <a:lnTo>
                  <a:pt x="2389632" y="105156"/>
                </a:lnTo>
                <a:lnTo>
                  <a:pt x="2415540" y="105156"/>
                </a:lnTo>
                <a:lnTo>
                  <a:pt x="2415540" y="96012"/>
                </a:lnTo>
                <a:lnTo>
                  <a:pt x="2389632" y="96012"/>
                </a:lnTo>
                <a:lnTo>
                  <a:pt x="2368296" y="83820"/>
                </a:lnTo>
                <a:lnTo>
                  <a:pt x="2369185" y="111252"/>
                </a:lnTo>
                <a:lnTo>
                  <a:pt x="2369629" y="143256"/>
                </a:lnTo>
                <a:lnTo>
                  <a:pt x="2369743" y="167830"/>
                </a:lnTo>
                <a:lnTo>
                  <a:pt x="2369629" y="298323"/>
                </a:lnTo>
                <a:lnTo>
                  <a:pt x="2369185" y="329425"/>
                </a:lnTo>
                <a:lnTo>
                  <a:pt x="2368296" y="355092"/>
                </a:lnTo>
                <a:lnTo>
                  <a:pt x="2389632" y="347472"/>
                </a:lnTo>
                <a:lnTo>
                  <a:pt x="2389632" y="315468"/>
                </a:lnTo>
                <a:lnTo>
                  <a:pt x="2499360" y="315468"/>
                </a:lnTo>
                <a:lnTo>
                  <a:pt x="2499360" y="353568"/>
                </a:lnTo>
                <a:lnTo>
                  <a:pt x="2520696" y="342900"/>
                </a:lnTo>
                <a:lnTo>
                  <a:pt x="2520518" y="315468"/>
                </a:lnTo>
                <a:lnTo>
                  <a:pt x="2520416" y="306324"/>
                </a:lnTo>
                <a:lnTo>
                  <a:pt x="2519832" y="248412"/>
                </a:lnTo>
                <a:lnTo>
                  <a:pt x="2519743" y="239268"/>
                </a:lnTo>
                <a:lnTo>
                  <a:pt x="2519400" y="188976"/>
                </a:lnTo>
                <a:lnTo>
                  <a:pt x="2519375" y="184404"/>
                </a:lnTo>
                <a:lnTo>
                  <a:pt x="2519172" y="109728"/>
                </a:lnTo>
                <a:lnTo>
                  <a:pt x="2524506" y="105156"/>
                </a:lnTo>
                <a:lnTo>
                  <a:pt x="2529840" y="100584"/>
                </a:lnTo>
                <a:lnTo>
                  <a:pt x="2524506" y="96012"/>
                </a:lnTo>
                <a:lnTo>
                  <a:pt x="2508504" y="82296"/>
                </a:lnTo>
                <a:lnTo>
                  <a:pt x="2499360" y="94056"/>
                </a:lnTo>
                <a:lnTo>
                  <a:pt x="2499360" y="306324"/>
                </a:lnTo>
                <a:lnTo>
                  <a:pt x="2389632" y="306324"/>
                </a:lnTo>
                <a:lnTo>
                  <a:pt x="2389632" y="248412"/>
                </a:lnTo>
                <a:lnTo>
                  <a:pt x="2499360" y="248412"/>
                </a:lnTo>
                <a:lnTo>
                  <a:pt x="2499360" y="239268"/>
                </a:lnTo>
                <a:lnTo>
                  <a:pt x="2389632" y="239268"/>
                </a:lnTo>
                <a:lnTo>
                  <a:pt x="2389632" y="217932"/>
                </a:lnTo>
                <a:lnTo>
                  <a:pt x="2398776" y="208788"/>
                </a:lnTo>
                <a:lnTo>
                  <a:pt x="2408758" y="198818"/>
                </a:lnTo>
                <a:lnTo>
                  <a:pt x="2422588" y="173545"/>
                </a:lnTo>
                <a:lnTo>
                  <a:pt x="2430996" y="142290"/>
                </a:lnTo>
                <a:lnTo>
                  <a:pt x="2433828" y="105156"/>
                </a:lnTo>
                <a:lnTo>
                  <a:pt x="2455164" y="105156"/>
                </a:lnTo>
                <a:lnTo>
                  <a:pt x="2455291" y="184404"/>
                </a:lnTo>
                <a:lnTo>
                  <a:pt x="2478024" y="205740"/>
                </a:lnTo>
                <a:lnTo>
                  <a:pt x="2499360" y="205740"/>
                </a:lnTo>
                <a:lnTo>
                  <a:pt x="2499360" y="188976"/>
                </a:lnTo>
                <a:lnTo>
                  <a:pt x="2476500" y="188976"/>
                </a:lnTo>
                <a:lnTo>
                  <a:pt x="2473452" y="184404"/>
                </a:lnTo>
                <a:lnTo>
                  <a:pt x="2473452" y="105156"/>
                </a:lnTo>
                <a:lnTo>
                  <a:pt x="2499360" y="105156"/>
                </a:lnTo>
                <a:lnTo>
                  <a:pt x="2499360" y="94056"/>
                </a:lnTo>
                <a:lnTo>
                  <a:pt x="2497836" y="96012"/>
                </a:lnTo>
                <a:lnTo>
                  <a:pt x="2473452" y="96012"/>
                </a:lnTo>
                <a:lnTo>
                  <a:pt x="2473452" y="45720"/>
                </a:lnTo>
                <a:lnTo>
                  <a:pt x="2542032" y="45720"/>
                </a:lnTo>
                <a:close/>
              </a:path>
              <a:path w="4654550" h="363219">
                <a:moveTo>
                  <a:pt x="2705100" y="318516"/>
                </a:moveTo>
                <a:lnTo>
                  <a:pt x="2685669" y="278320"/>
                </a:lnTo>
                <a:lnTo>
                  <a:pt x="2685288" y="249936"/>
                </a:lnTo>
                <a:lnTo>
                  <a:pt x="2677668" y="249936"/>
                </a:lnTo>
                <a:lnTo>
                  <a:pt x="2674239" y="298373"/>
                </a:lnTo>
                <a:lnTo>
                  <a:pt x="2665476" y="323088"/>
                </a:lnTo>
                <a:lnTo>
                  <a:pt x="2595372" y="323088"/>
                </a:lnTo>
                <a:lnTo>
                  <a:pt x="2585135" y="322262"/>
                </a:lnTo>
                <a:lnTo>
                  <a:pt x="2577465" y="317563"/>
                </a:lnTo>
                <a:lnTo>
                  <a:pt x="2572664" y="309168"/>
                </a:lnTo>
                <a:lnTo>
                  <a:pt x="2570988" y="297180"/>
                </a:lnTo>
                <a:lnTo>
                  <a:pt x="2570988" y="156972"/>
                </a:lnTo>
                <a:lnTo>
                  <a:pt x="2654808" y="156972"/>
                </a:lnTo>
                <a:lnTo>
                  <a:pt x="2654808" y="178308"/>
                </a:lnTo>
                <a:lnTo>
                  <a:pt x="2676144" y="169164"/>
                </a:lnTo>
                <a:lnTo>
                  <a:pt x="2675661" y="156972"/>
                </a:lnTo>
                <a:lnTo>
                  <a:pt x="2675293" y="147828"/>
                </a:lnTo>
                <a:lnTo>
                  <a:pt x="2675267" y="147167"/>
                </a:lnTo>
                <a:lnTo>
                  <a:pt x="2674810" y="120015"/>
                </a:lnTo>
                <a:lnTo>
                  <a:pt x="2674645" y="87731"/>
                </a:lnTo>
                <a:lnTo>
                  <a:pt x="2674620" y="50292"/>
                </a:lnTo>
                <a:lnTo>
                  <a:pt x="2679954" y="45720"/>
                </a:lnTo>
                <a:lnTo>
                  <a:pt x="2685288" y="41148"/>
                </a:lnTo>
                <a:lnTo>
                  <a:pt x="2662428" y="22860"/>
                </a:lnTo>
                <a:lnTo>
                  <a:pt x="2651760" y="36576"/>
                </a:lnTo>
                <a:lnTo>
                  <a:pt x="2543556" y="36576"/>
                </a:lnTo>
                <a:lnTo>
                  <a:pt x="2557272" y="50292"/>
                </a:lnTo>
                <a:lnTo>
                  <a:pt x="2566416" y="48298"/>
                </a:lnTo>
                <a:lnTo>
                  <a:pt x="2575560" y="46863"/>
                </a:lnTo>
                <a:lnTo>
                  <a:pt x="2584704" y="46012"/>
                </a:lnTo>
                <a:lnTo>
                  <a:pt x="2593848" y="45720"/>
                </a:lnTo>
                <a:lnTo>
                  <a:pt x="2654808" y="45720"/>
                </a:lnTo>
                <a:lnTo>
                  <a:pt x="2654808" y="147828"/>
                </a:lnTo>
                <a:lnTo>
                  <a:pt x="2570988" y="147828"/>
                </a:lnTo>
                <a:lnTo>
                  <a:pt x="2549652" y="134112"/>
                </a:lnTo>
                <a:lnTo>
                  <a:pt x="2550541" y="157543"/>
                </a:lnTo>
                <a:lnTo>
                  <a:pt x="2550985" y="193548"/>
                </a:lnTo>
                <a:lnTo>
                  <a:pt x="2551163" y="242125"/>
                </a:lnTo>
                <a:lnTo>
                  <a:pt x="2551176" y="303276"/>
                </a:lnTo>
                <a:lnTo>
                  <a:pt x="2553487" y="320992"/>
                </a:lnTo>
                <a:lnTo>
                  <a:pt x="2560510" y="332994"/>
                </a:lnTo>
                <a:lnTo>
                  <a:pt x="2572397" y="339280"/>
                </a:lnTo>
                <a:lnTo>
                  <a:pt x="2589276" y="339852"/>
                </a:lnTo>
                <a:lnTo>
                  <a:pt x="2670048" y="339852"/>
                </a:lnTo>
                <a:lnTo>
                  <a:pt x="2680893" y="339305"/>
                </a:lnTo>
                <a:lnTo>
                  <a:pt x="2690431" y="335470"/>
                </a:lnTo>
                <a:lnTo>
                  <a:pt x="2698559" y="328498"/>
                </a:lnTo>
                <a:lnTo>
                  <a:pt x="2702102" y="323088"/>
                </a:lnTo>
                <a:lnTo>
                  <a:pt x="2705100" y="318516"/>
                </a:lnTo>
                <a:close/>
              </a:path>
              <a:path w="4654550" h="363219">
                <a:moveTo>
                  <a:pt x="2877312" y="291084"/>
                </a:moveTo>
                <a:lnTo>
                  <a:pt x="2875788" y="283464"/>
                </a:lnTo>
                <a:lnTo>
                  <a:pt x="2826410" y="296354"/>
                </a:lnTo>
                <a:lnTo>
                  <a:pt x="2788158" y="305371"/>
                </a:lnTo>
                <a:lnTo>
                  <a:pt x="2761348" y="310692"/>
                </a:lnTo>
                <a:lnTo>
                  <a:pt x="2746248" y="312420"/>
                </a:lnTo>
                <a:lnTo>
                  <a:pt x="2761488" y="342912"/>
                </a:lnTo>
                <a:lnTo>
                  <a:pt x="2772308" y="334594"/>
                </a:lnTo>
                <a:lnTo>
                  <a:pt x="2795397" y="323278"/>
                </a:lnTo>
                <a:lnTo>
                  <a:pt x="2830499" y="308825"/>
                </a:lnTo>
                <a:lnTo>
                  <a:pt x="2877312" y="291084"/>
                </a:lnTo>
                <a:close/>
              </a:path>
              <a:path w="4654550" h="363219">
                <a:moveTo>
                  <a:pt x="2884932" y="102108"/>
                </a:moveTo>
                <a:lnTo>
                  <a:pt x="2857500" y="82296"/>
                </a:lnTo>
                <a:lnTo>
                  <a:pt x="2851264" y="97142"/>
                </a:lnTo>
                <a:lnTo>
                  <a:pt x="2844165" y="111823"/>
                </a:lnTo>
                <a:lnTo>
                  <a:pt x="2836608" y="126047"/>
                </a:lnTo>
                <a:lnTo>
                  <a:pt x="2828544" y="140208"/>
                </a:lnTo>
                <a:lnTo>
                  <a:pt x="2759964" y="143256"/>
                </a:lnTo>
                <a:lnTo>
                  <a:pt x="2775712" y="119786"/>
                </a:lnTo>
                <a:lnTo>
                  <a:pt x="2791015" y="94869"/>
                </a:lnTo>
                <a:lnTo>
                  <a:pt x="2806052" y="68249"/>
                </a:lnTo>
                <a:lnTo>
                  <a:pt x="2820924" y="39624"/>
                </a:lnTo>
                <a:lnTo>
                  <a:pt x="2834640" y="30480"/>
                </a:lnTo>
                <a:lnTo>
                  <a:pt x="2804160" y="10668"/>
                </a:lnTo>
                <a:lnTo>
                  <a:pt x="2798762" y="32385"/>
                </a:lnTo>
                <a:lnTo>
                  <a:pt x="2791777" y="54102"/>
                </a:lnTo>
                <a:lnTo>
                  <a:pt x="2773680" y="97536"/>
                </a:lnTo>
                <a:lnTo>
                  <a:pt x="2753868" y="130492"/>
                </a:lnTo>
                <a:lnTo>
                  <a:pt x="2738628" y="141732"/>
                </a:lnTo>
                <a:lnTo>
                  <a:pt x="2752344" y="169164"/>
                </a:lnTo>
                <a:lnTo>
                  <a:pt x="2763520" y="162864"/>
                </a:lnTo>
                <a:lnTo>
                  <a:pt x="2778823" y="157543"/>
                </a:lnTo>
                <a:lnTo>
                  <a:pt x="2798432" y="153098"/>
                </a:lnTo>
                <a:lnTo>
                  <a:pt x="2822448" y="149352"/>
                </a:lnTo>
                <a:lnTo>
                  <a:pt x="2805595" y="172478"/>
                </a:lnTo>
                <a:lnTo>
                  <a:pt x="2780449" y="206146"/>
                </a:lnTo>
                <a:lnTo>
                  <a:pt x="2749296" y="233172"/>
                </a:lnTo>
                <a:lnTo>
                  <a:pt x="2764536" y="263652"/>
                </a:lnTo>
                <a:lnTo>
                  <a:pt x="2811780" y="242316"/>
                </a:lnTo>
                <a:lnTo>
                  <a:pt x="2848991" y="233172"/>
                </a:lnTo>
                <a:lnTo>
                  <a:pt x="2858071" y="231178"/>
                </a:lnTo>
                <a:lnTo>
                  <a:pt x="2871216" y="228600"/>
                </a:lnTo>
                <a:lnTo>
                  <a:pt x="2871216" y="222504"/>
                </a:lnTo>
                <a:lnTo>
                  <a:pt x="2773680" y="233172"/>
                </a:lnTo>
                <a:lnTo>
                  <a:pt x="2801137" y="201460"/>
                </a:lnTo>
                <a:lnTo>
                  <a:pt x="2826448" y="170307"/>
                </a:lnTo>
                <a:lnTo>
                  <a:pt x="2849765" y="139738"/>
                </a:lnTo>
                <a:lnTo>
                  <a:pt x="2871216" y="109728"/>
                </a:lnTo>
                <a:lnTo>
                  <a:pt x="2884932" y="102108"/>
                </a:lnTo>
                <a:close/>
              </a:path>
              <a:path w="4654550" h="363219">
                <a:moveTo>
                  <a:pt x="3032760" y="167640"/>
                </a:moveTo>
                <a:lnTo>
                  <a:pt x="3008376" y="140208"/>
                </a:lnTo>
                <a:lnTo>
                  <a:pt x="2993136" y="158496"/>
                </a:lnTo>
                <a:lnTo>
                  <a:pt x="2898648" y="158496"/>
                </a:lnTo>
                <a:lnTo>
                  <a:pt x="2912364" y="172212"/>
                </a:lnTo>
                <a:lnTo>
                  <a:pt x="2920962" y="170218"/>
                </a:lnTo>
                <a:lnTo>
                  <a:pt x="2928556" y="168783"/>
                </a:lnTo>
                <a:lnTo>
                  <a:pt x="2935300" y="167932"/>
                </a:lnTo>
                <a:lnTo>
                  <a:pt x="2941320" y="167640"/>
                </a:lnTo>
                <a:lnTo>
                  <a:pt x="3032760" y="167640"/>
                </a:lnTo>
                <a:close/>
              </a:path>
              <a:path w="4654550" h="363219">
                <a:moveTo>
                  <a:pt x="3049524" y="227076"/>
                </a:moveTo>
                <a:lnTo>
                  <a:pt x="3043428" y="220980"/>
                </a:lnTo>
                <a:lnTo>
                  <a:pt x="3028188" y="205740"/>
                </a:lnTo>
                <a:lnTo>
                  <a:pt x="3015996" y="217932"/>
                </a:lnTo>
                <a:lnTo>
                  <a:pt x="3015996" y="230124"/>
                </a:lnTo>
                <a:lnTo>
                  <a:pt x="3015996" y="316992"/>
                </a:lnTo>
                <a:lnTo>
                  <a:pt x="2910840" y="316992"/>
                </a:lnTo>
                <a:lnTo>
                  <a:pt x="2910840" y="230124"/>
                </a:lnTo>
                <a:lnTo>
                  <a:pt x="3015996" y="230124"/>
                </a:lnTo>
                <a:lnTo>
                  <a:pt x="3015996" y="217932"/>
                </a:lnTo>
                <a:lnTo>
                  <a:pt x="3012948" y="220980"/>
                </a:lnTo>
                <a:lnTo>
                  <a:pt x="2910840" y="220980"/>
                </a:lnTo>
                <a:lnTo>
                  <a:pt x="2889504" y="208788"/>
                </a:lnTo>
                <a:lnTo>
                  <a:pt x="2890380" y="227076"/>
                </a:lnTo>
                <a:lnTo>
                  <a:pt x="2890850" y="247802"/>
                </a:lnTo>
                <a:lnTo>
                  <a:pt x="2890951" y="258178"/>
                </a:lnTo>
                <a:lnTo>
                  <a:pt x="2890837" y="324231"/>
                </a:lnTo>
                <a:lnTo>
                  <a:pt x="2890393" y="342861"/>
                </a:lnTo>
                <a:lnTo>
                  <a:pt x="2889504" y="361188"/>
                </a:lnTo>
                <a:lnTo>
                  <a:pt x="2910840" y="352044"/>
                </a:lnTo>
                <a:lnTo>
                  <a:pt x="2910840" y="326136"/>
                </a:lnTo>
                <a:lnTo>
                  <a:pt x="3015996" y="326136"/>
                </a:lnTo>
                <a:lnTo>
                  <a:pt x="3015996" y="358140"/>
                </a:lnTo>
                <a:lnTo>
                  <a:pt x="3037332" y="347472"/>
                </a:lnTo>
                <a:lnTo>
                  <a:pt x="3037103" y="337502"/>
                </a:lnTo>
                <a:lnTo>
                  <a:pt x="3036443" y="326136"/>
                </a:lnTo>
                <a:lnTo>
                  <a:pt x="3036049" y="319836"/>
                </a:lnTo>
                <a:lnTo>
                  <a:pt x="3035960" y="316992"/>
                </a:lnTo>
                <a:lnTo>
                  <a:pt x="3035808" y="312420"/>
                </a:lnTo>
                <a:lnTo>
                  <a:pt x="3035808" y="236220"/>
                </a:lnTo>
                <a:lnTo>
                  <a:pt x="3044952" y="230124"/>
                </a:lnTo>
                <a:lnTo>
                  <a:pt x="3049524" y="227076"/>
                </a:lnTo>
                <a:close/>
              </a:path>
              <a:path w="4654550" h="363219">
                <a:moveTo>
                  <a:pt x="3098292" y="146304"/>
                </a:moveTo>
                <a:lnTo>
                  <a:pt x="3056191" y="126492"/>
                </a:lnTo>
                <a:lnTo>
                  <a:pt x="3022092" y="102108"/>
                </a:lnTo>
                <a:lnTo>
                  <a:pt x="2993898" y="69723"/>
                </a:lnTo>
                <a:lnTo>
                  <a:pt x="2971139" y="35052"/>
                </a:lnTo>
                <a:lnTo>
                  <a:pt x="2965704" y="25908"/>
                </a:lnTo>
                <a:lnTo>
                  <a:pt x="2979420" y="16764"/>
                </a:lnTo>
                <a:lnTo>
                  <a:pt x="2945892" y="0"/>
                </a:lnTo>
                <a:lnTo>
                  <a:pt x="2938208" y="28867"/>
                </a:lnTo>
                <a:lnTo>
                  <a:pt x="2928937" y="56007"/>
                </a:lnTo>
                <a:lnTo>
                  <a:pt x="2906268" y="105156"/>
                </a:lnTo>
                <a:lnTo>
                  <a:pt x="2877693" y="145351"/>
                </a:lnTo>
                <a:lnTo>
                  <a:pt x="2846832" y="179832"/>
                </a:lnTo>
                <a:lnTo>
                  <a:pt x="2849880" y="184404"/>
                </a:lnTo>
                <a:lnTo>
                  <a:pt x="2884170" y="154876"/>
                </a:lnTo>
                <a:lnTo>
                  <a:pt x="2913888" y="121920"/>
                </a:lnTo>
                <a:lnTo>
                  <a:pt x="2938653" y="82486"/>
                </a:lnTo>
                <a:lnTo>
                  <a:pt x="2961132" y="35052"/>
                </a:lnTo>
                <a:lnTo>
                  <a:pt x="2970593" y="55054"/>
                </a:lnTo>
                <a:lnTo>
                  <a:pt x="2991789" y="91630"/>
                </a:lnTo>
                <a:lnTo>
                  <a:pt x="3017240" y="123685"/>
                </a:lnTo>
                <a:lnTo>
                  <a:pt x="3049244" y="152361"/>
                </a:lnTo>
                <a:lnTo>
                  <a:pt x="3067812" y="166116"/>
                </a:lnTo>
                <a:lnTo>
                  <a:pt x="3073006" y="159245"/>
                </a:lnTo>
                <a:lnTo>
                  <a:pt x="3079623" y="154495"/>
                </a:lnTo>
                <a:lnTo>
                  <a:pt x="3087967" y="151765"/>
                </a:lnTo>
                <a:lnTo>
                  <a:pt x="3098292" y="150876"/>
                </a:lnTo>
                <a:lnTo>
                  <a:pt x="3098292" y="146304"/>
                </a:lnTo>
                <a:close/>
              </a:path>
              <a:path w="4654550" h="363219">
                <a:moveTo>
                  <a:pt x="3282708" y="283464"/>
                </a:moveTo>
                <a:lnTo>
                  <a:pt x="3250704" y="257556"/>
                </a:lnTo>
                <a:lnTo>
                  <a:pt x="3243288" y="269303"/>
                </a:lnTo>
                <a:lnTo>
                  <a:pt x="3232607" y="281749"/>
                </a:lnTo>
                <a:lnTo>
                  <a:pt x="3202013" y="309308"/>
                </a:lnTo>
                <a:lnTo>
                  <a:pt x="3167265" y="335661"/>
                </a:lnTo>
                <a:lnTo>
                  <a:pt x="3134880" y="355092"/>
                </a:lnTo>
                <a:lnTo>
                  <a:pt x="3137928" y="359664"/>
                </a:lnTo>
                <a:lnTo>
                  <a:pt x="3185934" y="340233"/>
                </a:lnTo>
                <a:lnTo>
                  <a:pt x="3229368" y="313944"/>
                </a:lnTo>
                <a:lnTo>
                  <a:pt x="3247987" y="301040"/>
                </a:lnTo>
                <a:lnTo>
                  <a:pt x="3262896" y="291846"/>
                </a:lnTo>
                <a:lnTo>
                  <a:pt x="3274364" y="286092"/>
                </a:lnTo>
                <a:lnTo>
                  <a:pt x="3282708" y="283464"/>
                </a:lnTo>
                <a:close/>
              </a:path>
              <a:path w="4654550" h="363219">
                <a:moveTo>
                  <a:pt x="3448824" y="332232"/>
                </a:moveTo>
                <a:lnTo>
                  <a:pt x="3411677" y="297751"/>
                </a:lnTo>
                <a:lnTo>
                  <a:pt x="3343668" y="263652"/>
                </a:lnTo>
                <a:lnTo>
                  <a:pt x="3339096" y="268224"/>
                </a:lnTo>
                <a:lnTo>
                  <a:pt x="3369335" y="293662"/>
                </a:lnTo>
                <a:lnTo>
                  <a:pt x="3393579" y="315087"/>
                </a:lnTo>
                <a:lnTo>
                  <a:pt x="3411524" y="332524"/>
                </a:lnTo>
                <a:lnTo>
                  <a:pt x="3422916" y="345948"/>
                </a:lnTo>
                <a:lnTo>
                  <a:pt x="3430536" y="355092"/>
                </a:lnTo>
                <a:lnTo>
                  <a:pt x="3435108" y="359664"/>
                </a:lnTo>
                <a:lnTo>
                  <a:pt x="3441204" y="359664"/>
                </a:lnTo>
                <a:lnTo>
                  <a:pt x="3444252" y="358140"/>
                </a:lnTo>
                <a:lnTo>
                  <a:pt x="3445776" y="352044"/>
                </a:lnTo>
                <a:lnTo>
                  <a:pt x="3448824" y="342900"/>
                </a:lnTo>
                <a:lnTo>
                  <a:pt x="3448824" y="332232"/>
                </a:lnTo>
                <a:close/>
              </a:path>
              <a:path w="4654550" h="363219">
                <a:moveTo>
                  <a:pt x="3483876" y="252984"/>
                </a:moveTo>
                <a:lnTo>
                  <a:pt x="3448824" y="217932"/>
                </a:lnTo>
                <a:lnTo>
                  <a:pt x="3422916" y="243840"/>
                </a:lnTo>
                <a:lnTo>
                  <a:pt x="3377196" y="243840"/>
                </a:lnTo>
                <a:lnTo>
                  <a:pt x="3377196" y="71628"/>
                </a:lnTo>
                <a:lnTo>
                  <a:pt x="3465588" y="71628"/>
                </a:lnTo>
                <a:lnTo>
                  <a:pt x="3435108" y="39624"/>
                </a:lnTo>
                <a:lnTo>
                  <a:pt x="3413772" y="60960"/>
                </a:lnTo>
                <a:lnTo>
                  <a:pt x="3377196" y="60960"/>
                </a:lnTo>
                <a:lnTo>
                  <a:pt x="3377196" y="30480"/>
                </a:lnTo>
                <a:lnTo>
                  <a:pt x="3389388" y="18288"/>
                </a:lnTo>
                <a:lnTo>
                  <a:pt x="3354336" y="1524"/>
                </a:lnTo>
                <a:lnTo>
                  <a:pt x="3354565" y="16383"/>
                </a:lnTo>
                <a:lnTo>
                  <a:pt x="3355619" y="46101"/>
                </a:lnTo>
                <a:lnTo>
                  <a:pt x="3355860" y="60960"/>
                </a:lnTo>
                <a:lnTo>
                  <a:pt x="3355860" y="243840"/>
                </a:lnTo>
                <a:lnTo>
                  <a:pt x="3250704" y="243840"/>
                </a:lnTo>
                <a:lnTo>
                  <a:pt x="3250704" y="188976"/>
                </a:lnTo>
                <a:lnTo>
                  <a:pt x="3355860" y="188976"/>
                </a:lnTo>
                <a:lnTo>
                  <a:pt x="3355860" y="179832"/>
                </a:lnTo>
                <a:lnTo>
                  <a:pt x="3250704" y="179832"/>
                </a:lnTo>
                <a:lnTo>
                  <a:pt x="3250704" y="129540"/>
                </a:lnTo>
                <a:lnTo>
                  <a:pt x="3355860" y="129540"/>
                </a:lnTo>
                <a:lnTo>
                  <a:pt x="3355860" y="120396"/>
                </a:lnTo>
                <a:lnTo>
                  <a:pt x="3250704" y="120396"/>
                </a:lnTo>
                <a:lnTo>
                  <a:pt x="3250704" y="71628"/>
                </a:lnTo>
                <a:lnTo>
                  <a:pt x="3355860" y="71628"/>
                </a:lnTo>
                <a:lnTo>
                  <a:pt x="3355860" y="60960"/>
                </a:lnTo>
                <a:lnTo>
                  <a:pt x="3250704" y="60960"/>
                </a:lnTo>
                <a:lnTo>
                  <a:pt x="3250704" y="27432"/>
                </a:lnTo>
                <a:lnTo>
                  <a:pt x="3264420" y="18288"/>
                </a:lnTo>
                <a:lnTo>
                  <a:pt x="3227844" y="3048"/>
                </a:lnTo>
                <a:lnTo>
                  <a:pt x="3228721" y="19608"/>
                </a:lnTo>
                <a:lnTo>
                  <a:pt x="3229178" y="34861"/>
                </a:lnTo>
                <a:lnTo>
                  <a:pt x="3229343" y="48704"/>
                </a:lnTo>
                <a:lnTo>
                  <a:pt x="3229368" y="60960"/>
                </a:lnTo>
                <a:lnTo>
                  <a:pt x="3145548" y="60960"/>
                </a:lnTo>
                <a:lnTo>
                  <a:pt x="3159264" y="76200"/>
                </a:lnTo>
                <a:lnTo>
                  <a:pt x="3168408" y="74206"/>
                </a:lnTo>
                <a:lnTo>
                  <a:pt x="3177552" y="72771"/>
                </a:lnTo>
                <a:lnTo>
                  <a:pt x="3186696" y="71920"/>
                </a:lnTo>
                <a:lnTo>
                  <a:pt x="3195840" y="71628"/>
                </a:lnTo>
                <a:lnTo>
                  <a:pt x="3229368" y="71628"/>
                </a:lnTo>
                <a:lnTo>
                  <a:pt x="3229368" y="243840"/>
                </a:lnTo>
                <a:lnTo>
                  <a:pt x="3125736" y="243840"/>
                </a:lnTo>
                <a:lnTo>
                  <a:pt x="3139452" y="257556"/>
                </a:lnTo>
                <a:lnTo>
                  <a:pt x="3148596" y="255562"/>
                </a:lnTo>
                <a:lnTo>
                  <a:pt x="3157740" y="254127"/>
                </a:lnTo>
                <a:lnTo>
                  <a:pt x="3166884" y="253276"/>
                </a:lnTo>
                <a:lnTo>
                  <a:pt x="3176028" y="252984"/>
                </a:lnTo>
                <a:lnTo>
                  <a:pt x="3483876" y="252984"/>
                </a:lnTo>
                <a:close/>
              </a:path>
              <a:path w="4654550" h="363219">
                <a:moveTo>
                  <a:pt x="3639312" y="18288"/>
                </a:moveTo>
                <a:lnTo>
                  <a:pt x="3604260" y="0"/>
                </a:lnTo>
                <a:lnTo>
                  <a:pt x="3599713" y="19748"/>
                </a:lnTo>
                <a:lnTo>
                  <a:pt x="3593020" y="42481"/>
                </a:lnTo>
                <a:lnTo>
                  <a:pt x="3573780" y="97536"/>
                </a:lnTo>
                <a:lnTo>
                  <a:pt x="3547681" y="156210"/>
                </a:lnTo>
                <a:lnTo>
                  <a:pt x="3515880" y="214884"/>
                </a:lnTo>
                <a:lnTo>
                  <a:pt x="3520452" y="217932"/>
                </a:lnTo>
                <a:lnTo>
                  <a:pt x="3533610" y="202171"/>
                </a:lnTo>
                <a:lnTo>
                  <a:pt x="3548062" y="182118"/>
                </a:lnTo>
                <a:lnTo>
                  <a:pt x="3563950" y="157505"/>
                </a:lnTo>
                <a:lnTo>
                  <a:pt x="3581412" y="128016"/>
                </a:lnTo>
                <a:lnTo>
                  <a:pt x="3581311" y="312191"/>
                </a:lnTo>
                <a:lnTo>
                  <a:pt x="3581184" y="322376"/>
                </a:lnTo>
                <a:lnTo>
                  <a:pt x="3580765" y="339737"/>
                </a:lnTo>
                <a:lnTo>
                  <a:pt x="3579888" y="361188"/>
                </a:lnTo>
                <a:lnTo>
                  <a:pt x="3602736" y="350520"/>
                </a:lnTo>
                <a:lnTo>
                  <a:pt x="3602736" y="134112"/>
                </a:lnTo>
                <a:lnTo>
                  <a:pt x="3610864" y="128016"/>
                </a:lnTo>
                <a:lnTo>
                  <a:pt x="3614928" y="124968"/>
                </a:lnTo>
                <a:lnTo>
                  <a:pt x="3589020" y="111252"/>
                </a:lnTo>
                <a:lnTo>
                  <a:pt x="3595865" y="95542"/>
                </a:lnTo>
                <a:lnTo>
                  <a:pt x="3602545" y="80391"/>
                </a:lnTo>
                <a:lnTo>
                  <a:pt x="3608959" y="65824"/>
                </a:lnTo>
                <a:lnTo>
                  <a:pt x="3614928" y="51816"/>
                </a:lnTo>
                <a:lnTo>
                  <a:pt x="3621532" y="39509"/>
                </a:lnTo>
                <a:lnTo>
                  <a:pt x="3627691" y="29908"/>
                </a:lnTo>
                <a:lnTo>
                  <a:pt x="3633584" y="22885"/>
                </a:lnTo>
                <a:lnTo>
                  <a:pt x="3639312" y="18288"/>
                </a:lnTo>
                <a:close/>
              </a:path>
              <a:path w="4654550" h="363219">
                <a:moveTo>
                  <a:pt x="3877068" y="324612"/>
                </a:moveTo>
                <a:lnTo>
                  <a:pt x="3855174" y="284607"/>
                </a:lnTo>
                <a:lnTo>
                  <a:pt x="3854208" y="260604"/>
                </a:lnTo>
                <a:lnTo>
                  <a:pt x="3846588" y="260604"/>
                </a:lnTo>
                <a:lnTo>
                  <a:pt x="3843540" y="306324"/>
                </a:lnTo>
                <a:lnTo>
                  <a:pt x="3831336" y="330708"/>
                </a:lnTo>
                <a:lnTo>
                  <a:pt x="3685032" y="330708"/>
                </a:lnTo>
                <a:lnTo>
                  <a:pt x="3678936" y="324612"/>
                </a:lnTo>
                <a:lnTo>
                  <a:pt x="3678936" y="152400"/>
                </a:lnTo>
                <a:lnTo>
                  <a:pt x="3678936" y="147828"/>
                </a:lnTo>
                <a:lnTo>
                  <a:pt x="3714496" y="138684"/>
                </a:lnTo>
                <a:lnTo>
                  <a:pt x="3732276" y="134112"/>
                </a:lnTo>
                <a:lnTo>
                  <a:pt x="3732276" y="291084"/>
                </a:lnTo>
                <a:lnTo>
                  <a:pt x="3752088" y="278892"/>
                </a:lnTo>
                <a:lnTo>
                  <a:pt x="3752088" y="134112"/>
                </a:lnTo>
                <a:lnTo>
                  <a:pt x="3752088" y="128016"/>
                </a:lnTo>
                <a:lnTo>
                  <a:pt x="3789578" y="118872"/>
                </a:lnTo>
                <a:lnTo>
                  <a:pt x="3814572" y="112776"/>
                </a:lnTo>
                <a:lnTo>
                  <a:pt x="3813556" y="143256"/>
                </a:lnTo>
                <a:lnTo>
                  <a:pt x="3811790" y="192290"/>
                </a:lnTo>
                <a:lnTo>
                  <a:pt x="3811524" y="204216"/>
                </a:lnTo>
                <a:lnTo>
                  <a:pt x="3810000" y="214884"/>
                </a:lnTo>
                <a:lnTo>
                  <a:pt x="3808476" y="220980"/>
                </a:lnTo>
                <a:lnTo>
                  <a:pt x="3803904" y="222504"/>
                </a:lnTo>
                <a:lnTo>
                  <a:pt x="3800856" y="224028"/>
                </a:lnTo>
                <a:lnTo>
                  <a:pt x="3776472" y="224028"/>
                </a:lnTo>
                <a:lnTo>
                  <a:pt x="3767328" y="222504"/>
                </a:lnTo>
                <a:lnTo>
                  <a:pt x="3767328" y="228600"/>
                </a:lnTo>
                <a:lnTo>
                  <a:pt x="3783076" y="233730"/>
                </a:lnTo>
                <a:lnTo>
                  <a:pt x="3793807" y="239839"/>
                </a:lnTo>
                <a:lnTo>
                  <a:pt x="3799700" y="246824"/>
                </a:lnTo>
                <a:lnTo>
                  <a:pt x="3800856" y="254508"/>
                </a:lnTo>
                <a:lnTo>
                  <a:pt x="3809428" y="250748"/>
                </a:lnTo>
                <a:lnTo>
                  <a:pt x="3816858" y="246126"/>
                </a:lnTo>
                <a:lnTo>
                  <a:pt x="3823144" y="240372"/>
                </a:lnTo>
                <a:lnTo>
                  <a:pt x="3828288" y="233172"/>
                </a:lnTo>
                <a:lnTo>
                  <a:pt x="3830383" y="224028"/>
                </a:lnTo>
                <a:lnTo>
                  <a:pt x="3831171" y="220599"/>
                </a:lnTo>
                <a:lnTo>
                  <a:pt x="3833050" y="196596"/>
                </a:lnTo>
                <a:lnTo>
                  <a:pt x="3834079" y="161163"/>
                </a:lnTo>
                <a:lnTo>
                  <a:pt x="3834396" y="114300"/>
                </a:lnTo>
                <a:lnTo>
                  <a:pt x="3835920" y="112776"/>
                </a:lnTo>
                <a:lnTo>
                  <a:pt x="3845064" y="103632"/>
                </a:lnTo>
                <a:lnTo>
                  <a:pt x="3819144" y="86868"/>
                </a:lnTo>
                <a:lnTo>
                  <a:pt x="3810000" y="103632"/>
                </a:lnTo>
                <a:lnTo>
                  <a:pt x="3752088" y="118872"/>
                </a:lnTo>
                <a:lnTo>
                  <a:pt x="3752088" y="28956"/>
                </a:lnTo>
                <a:lnTo>
                  <a:pt x="3765804" y="18288"/>
                </a:lnTo>
                <a:lnTo>
                  <a:pt x="3730752" y="3048"/>
                </a:lnTo>
                <a:lnTo>
                  <a:pt x="3730993" y="30467"/>
                </a:lnTo>
                <a:lnTo>
                  <a:pt x="3731971" y="86868"/>
                </a:lnTo>
                <a:lnTo>
                  <a:pt x="3732085" y="97536"/>
                </a:lnTo>
                <a:lnTo>
                  <a:pt x="3732276" y="124968"/>
                </a:lnTo>
                <a:lnTo>
                  <a:pt x="3678936" y="138684"/>
                </a:lnTo>
                <a:lnTo>
                  <a:pt x="3678936" y="102108"/>
                </a:lnTo>
                <a:lnTo>
                  <a:pt x="3694176" y="91440"/>
                </a:lnTo>
                <a:lnTo>
                  <a:pt x="3657612" y="76200"/>
                </a:lnTo>
                <a:lnTo>
                  <a:pt x="3658489" y="92468"/>
                </a:lnTo>
                <a:lnTo>
                  <a:pt x="3658933" y="109156"/>
                </a:lnTo>
                <a:lnTo>
                  <a:pt x="3659035" y="118872"/>
                </a:lnTo>
                <a:lnTo>
                  <a:pt x="3659124" y="143256"/>
                </a:lnTo>
                <a:lnTo>
                  <a:pt x="3613404" y="153924"/>
                </a:lnTo>
                <a:lnTo>
                  <a:pt x="3628644" y="164592"/>
                </a:lnTo>
                <a:lnTo>
                  <a:pt x="3637800" y="158496"/>
                </a:lnTo>
                <a:lnTo>
                  <a:pt x="3659124" y="152400"/>
                </a:lnTo>
                <a:lnTo>
                  <a:pt x="3659124" y="318516"/>
                </a:lnTo>
                <a:lnTo>
                  <a:pt x="3661410" y="332257"/>
                </a:lnTo>
                <a:lnTo>
                  <a:pt x="3668268" y="341566"/>
                </a:lnTo>
                <a:lnTo>
                  <a:pt x="3679698" y="346595"/>
                </a:lnTo>
                <a:lnTo>
                  <a:pt x="3695700" y="347472"/>
                </a:lnTo>
                <a:lnTo>
                  <a:pt x="3826764" y="347472"/>
                </a:lnTo>
                <a:lnTo>
                  <a:pt x="3844493" y="346049"/>
                </a:lnTo>
                <a:lnTo>
                  <a:pt x="3858780" y="341757"/>
                </a:lnTo>
                <a:lnTo>
                  <a:pt x="3869639" y="334619"/>
                </a:lnTo>
                <a:lnTo>
                  <a:pt x="3872534" y="330708"/>
                </a:lnTo>
                <a:lnTo>
                  <a:pt x="3877068" y="324612"/>
                </a:lnTo>
                <a:close/>
              </a:path>
              <a:path w="4654550" h="363219">
                <a:moveTo>
                  <a:pt x="4110228" y="131076"/>
                </a:moveTo>
                <a:lnTo>
                  <a:pt x="4073652" y="111264"/>
                </a:lnTo>
                <a:lnTo>
                  <a:pt x="4074477" y="128028"/>
                </a:lnTo>
                <a:lnTo>
                  <a:pt x="4074591" y="131406"/>
                </a:lnTo>
                <a:lnTo>
                  <a:pt x="4074998" y="147269"/>
                </a:lnTo>
                <a:lnTo>
                  <a:pt x="4075125" y="158699"/>
                </a:lnTo>
                <a:lnTo>
                  <a:pt x="4075036" y="305689"/>
                </a:lnTo>
                <a:lnTo>
                  <a:pt x="4074985" y="311480"/>
                </a:lnTo>
                <a:lnTo>
                  <a:pt x="4074541" y="335026"/>
                </a:lnTo>
                <a:lnTo>
                  <a:pt x="4073652" y="362724"/>
                </a:lnTo>
                <a:lnTo>
                  <a:pt x="4099560" y="347484"/>
                </a:lnTo>
                <a:lnTo>
                  <a:pt x="4099331" y="333552"/>
                </a:lnTo>
                <a:lnTo>
                  <a:pt x="4098277" y="305689"/>
                </a:lnTo>
                <a:lnTo>
                  <a:pt x="4098036" y="292620"/>
                </a:lnTo>
                <a:lnTo>
                  <a:pt x="4098036" y="140220"/>
                </a:lnTo>
                <a:lnTo>
                  <a:pt x="4110228" y="131076"/>
                </a:lnTo>
                <a:close/>
              </a:path>
              <a:path w="4654550" h="363219">
                <a:moveTo>
                  <a:pt x="4267200" y="160032"/>
                </a:moveTo>
                <a:lnTo>
                  <a:pt x="4224909" y="147269"/>
                </a:lnTo>
                <a:lnTo>
                  <a:pt x="4180332" y="121932"/>
                </a:lnTo>
                <a:lnTo>
                  <a:pt x="4135755" y="82689"/>
                </a:lnTo>
                <a:lnTo>
                  <a:pt x="4099877" y="36588"/>
                </a:lnTo>
                <a:lnTo>
                  <a:pt x="4093464" y="27444"/>
                </a:lnTo>
                <a:lnTo>
                  <a:pt x="4107180" y="18300"/>
                </a:lnTo>
                <a:lnTo>
                  <a:pt x="4075176" y="12"/>
                </a:lnTo>
                <a:lnTo>
                  <a:pt x="4065701" y="24587"/>
                </a:lnTo>
                <a:lnTo>
                  <a:pt x="4053078" y="50304"/>
                </a:lnTo>
                <a:lnTo>
                  <a:pt x="4017264" y="105168"/>
                </a:lnTo>
                <a:lnTo>
                  <a:pt x="3967543" y="155079"/>
                </a:lnTo>
                <a:lnTo>
                  <a:pt x="3907536" y="193560"/>
                </a:lnTo>
                <a:lnTo>
                  <a:pt x="3909060" y="199656"/>
                </a:lnTo>
                <a:lnTo>
                  <a:pt x="3968496" y="169938"/>
                </a:lnTo>
                <a:lnTo>
                  <a:pt x="4014216" y="135648"/>
                </a:lnTo>
                <a:lnTo>
                  <a:pt x="4052697" y="92405"/>
                </a:lnTo>
                <a:lnTo>
                  <a:pt x="4088892" y="36588"/>
                </a:lnTo>
                <a:lnTo>
                  <a:pt x="4104894" y="63728"/>
                </a:lnTo>
                <a:lnTo>
                  <a:pt x="4136898" y="109448"/>
                </a:lnTo>
                <a:lnTo>
                  <a:pt x="4170007" y="143713"/>
                </a:lnTo>
                <a:lnTo>
                  <a:pt x="4209910" y="172808"/>
                </a:lnTo>
                <a:lnTo>
                  <a:pt x="4232148" y="185940"/>
                </a:lnTo>
                <a:lnTo>
                  <a:pt x="4237850" y="177698"/>
                </a:lnTo>
                <a:lnTo>
                  <a:pt x="4245673" y="171462"/>
                </a:lnTo>
                <a:lnTo>
                  <a:pt x="4255516" y="167500"/>
                </a:lnTo>
                <a:lnTo>
                  <a:pt x="4267200" y="166128"/>
                </a:lnTo>
                <a:lnTo>
                  <a:pt x="4267200" y="160032"/>
                </a:lnTo>
                <a:close/>
              </a:path>
              <a:path w="4654550" h="363219">
                <a:moveTo>
                  <a:pt x="4418088" y="24384"/>
                </a:moveTo>
                <a:lnTo>
                  <a:pt x="4386084" y="3048"/>
                </a:lnTo>
                <a:lnTo>
                  <a:pt x="4381741" y="17907"/>
                </a:lnTo>
                <a:lnTo>
                  <a:pt x="4375416" y="37338"/>
                </a:lnTo>
                <a:lnTo>
                  <a:pt x="4355604" y="89916"/>
                </a:lnTo>
                <a:lnTo>
                  <a:pt x="4327982" y="147256"/>
                </a:lnTo>
                <a:lnTo>
                  <a:pt x="4294644" y="196596"/>
                </a:lnTo>
                <a:lnTo>
                  <a:pt x="4299216" y="201168"/>
                </a:lnTo>
                <a:lnTo>
                  <a:pt x="4316641" y="182867"/>
                </a:lnTo>
                <a:lnTo>
                  <a:pt x="4332363" y="164401"/>
                </a:lnTo>
                <a:lnTo>
                  <a:pt x="4346359" y="145669"/>
                </a:lnTo>
                <a:lnTo>
                  <a:pt x="4358652" y="126492"/>
                </a:lnTo>
                <a:lnTo>
                  <a:pt x="4358576" y="303491"/>
                </a:lnTo>
                <a:lnTo>
                  <a:pt x="4358462" y="316420"/>
                </a:lnTo>
                <a:lnTo>
                  <a:pt x="4358005" y="336829"/>
                </a:lnTo>
                <a:lnTo>
                  <a:pt x="4357128" y="359664"/>
                </a:lnTo>
                <a:lnTo>
                  <a:pt x="4378464" y="347472"/>
                </a:lnTo>
                <a:lnTo>
                  <a:pt x="4378464" y="135636"/>
                </a:lnTo>
                <a:lnTo>
                  <a:pt x="4390212" y="126492"/>
                </a:lnTo>
                <a:lnTo>
                  <a:pt x="4392180" y="124968"/>
                </a:lnTo>
                <a:lnTo>
                  <a:pt x="4366272" y="111252"/>
                </a:lnTo>
                <a:lnTo>
                  <a:pt x="4373956" y="94996"/>
                </a:lnTo>
                <a:lnTo>
                  <a:pt x="4383125" y="76200"/>
                </a:lnTo>
                <a:lnTo>
                  <a:pt x="4393908" y="54470"/>
                </a:lnTo>
                <a:lnTo>
                  <a:pt x="4405896" y="30480"/>
                </a:lnTo>
                <a:lnTo>
                  <a:pt x="4418088" y="24384"/>
                </a:lnTo>
                <a:close/>
              </a:path>
              <a:path w="4654550" h="363219">
                <a:moveTo>
                  <a:pt x="4654308" y="256032"/>
                </a:moveTo>
                <a:lnTo>
                  <a:pt x="4612729" y="224967"/>
                </a:lnTo>
                <a:lnTo>
                  <a:pt x="4582503" y="186385"/>
                </a:lnTo>
                <a:lnTo>
                  <a:pt x="4555693" y="135470"/>
                </a:lnTo>
                <a:lnTo>
                  <a:pt x="4544580" y="105156"/>
                </a:lnTo>
                <a:lnTo>
                  <a:pt x="4648212" y="105156"/>
                </a:lnTo>
                <a:lnTo>
                  <a:pt x="4619256" y="76200"/>
                </a:lnTo>
                <a:lnTo>
                  <a:pt x="4599444" y="96012"/>
                </a:lnTo>
                <a:lnTo>
                  <a:pt x="4530864" y="96012"/>
                </a:lnTo>
                <a:lnTo>
                  <a:pt x="4530864" y="32004"/>
                </a:lnTo>
                <a:lnTo>
                  <a:pt x="4544580" y="21336"/>
                </a:lnTo>
                <a:lnTo>
                  <a:pt x="4508004" y="4572"/>
                </a:lnTo>
                <a:lnTo>
                  <a:pt x="4508881" y="18554"/>
                </a:lnTo>
                <a:lnTo>
                  <a:pt x="4509325" y="30480"/>
                </a:lnTo>
                <a:lnTo>
                  <a:pt x="4509440" y="37338"/>
                </a:lnTo>
                <a:lnTo>
                  <a:pt x="4509528" y="96012"/>
                </a:lnTo>
                <a:lnTo>
                  <a:pt x="4405896" y="96012"/>
                </a:lnTo>
                <a:lnTo>
                  <a:pt x="4419612" y="109728"/>
                </a:lnTo>
                <a:lnTo>
                  <a:pt x="4427893" y="107734"/>
                </a:lnTo>
                <a:lnTo>
                  <a:pt x="4436757" y="106299"/>
                </a:lnTo>
                <a:lnTo>
                  <a:pt x="4446181" y="105448"/>
                </a:lnTo>
                <a:lnTo>
                  <a:pt x="4456188" y="105156"/>
                </a:lnTo>
                <a:lnTo>
                  <a:pt x="4489716" y="105156"/>
                </a:lnTo>
                <a:lnTo>
                  <a:pt x="4470285" y="152019"/>
                </a:lnTo>
                <a:lnTo>
                  <a:pt x="4443996" y="201168"/>
                </a:lnTo>
                <a:lnTo>
                  <a:pt x="4414469" y="245745"/>
                </a:lnTo>
                <a:lnTo>
                  <a:pt x="4386084" y="278892"/>
                </a:lnTo>
                <a:lnTo>
                  <a:pt x="4390656" y="283464"/>
                </a:lnTo>
                <a:lnTo>
                  <a:pt x="4423994" y="252603"/>
                </a:lnTo>
                <a:lnTo>
                  <a:pt x="4456188" y="214884"/>
                </a:lnTo>
                <a:lnTo>
                  <a:pt x="4484573" y="169545"/>
                </a:lnTo>
                <a:lnTo>
                  <a:pt x="4509528" y="117348"/>
                </a:lnTo>
                <a:lnTo>
                  <a:pt x="4509528" y="263652"/>
                </a:lnTo>
                <a:lnTo>
                  <a:pt x="4434852" y="263652"/>
                </a:lnTo>
                <a:lnTo>
                  <a:pt x="4448568" y="277368"/>
                </a:lnTo>
                <a:lnTo>
                  <a:pt x="4456849" y="275374"/>
                </a:lnTo>
                <a:lnTo>
                  <a:pt x="4465713" y="273939"/>
                </a:lnTo>
                <a:lnTo>
                  <a:pt x="4475137" y="273088"/>
                </a:lnTo>
                <a:lnTo>
                  <a:pt x="4485144" y="272796"/>
                </a:lnTo>
                <a:lnTo>
                  <a:pt x="4509528" y="272796"/>
                </a:lnTo>
                <a:lnTo>
                  <a:pt x="4509528" y="292608"/>
                </a:lnTo>
                <a:lnTo>
                  <a:pt x="4509287" y="303491"/>
                </a:lnTo>
                <a:lnTo>
                  <a:pt x="4508817" y="316420"/>
                </a:lnTo>
                <a:lnTo>
                  <a:pt x="4508233" y="336829"/>
                </a:lnTo>
                <a:lnTo>
                  <a:pt x="4508004" y="358140"/>
                </a:lnTo>
                <a:lnTo>
                  <a:pt x="4532388" y="347472"/>
                </a:lnTo>
                <a:lnTo>
                  <a:pt x="4531499" y="332613"/>
                </a:lnTo>
                <a:lnTo>
                  <a:pt x="4531055" y="317944"/>
                </a:lnTo>
                <a:lnTo>
                  <a:pt x="4530890" y="303491"/>
                </a:lnTo>
                <a:lnTo>
                  <a:pt x="4530864" y="272796"/>
                </a:lnTo>
                <a:lnTo>
                  <a:pt x="4607064" y="272796"/>
                </a:lnTo>
                <a:lnTo>
                  <a:pt x="4579632" y="245364"/>
                </a:lnTo>
                <a:lnTo>
                  <a:pt x="4561344" y="263652"/>
                </a:lnTo>
                <a:lnTo>
                  <a:pt x="4530864" y="263652"/>
                </a:lnTo>
                <a:lnTo>
                  <a:pt x="4530864" y="117348"/>
                </a:lnTo>
                <a:lnTo>
                  <a:pt x="4530864" y="105156"/>
                </a:lnTo>
                <a:lnTo>
                  <a:pt x="4536960" y="105156"/>
                </a:lnTo>
                <a:lnTo>
                  <a:pt x="4544428" y="132308"/>
                </a:lnTo>
                <a:lnTo>
                  <a:pt x="4553343" y="158877"/>
                </a:lnTo>
                <a:lnTo>
                  <a:pt x="4576584" y="210312"/>
                </a:lnTo>
                <a:lnTo>
                  <a:pt x="4600587" y="251079"/>
                </a:lnTo>
                <a:lnTo>
                  <a:pt x="4622304" y="275844"/>
                </a:lnTo>
                <a:lnTo>
                  <a:pt x="4627727" y="269849"/>
                </a:lnTo>
                <a:lnTo>
                  <a:pt x="4634877" y="265557"/>
                </a:lnTo>
                <a:lnTo>
                  <a:pt x="4643729" y="262991"/>
                </a:lnTo>
                <a:lnTo>
                  <a:pt x="4654308" y="262128"/>
                </a:lnTo>
                <a:lnTo>
                  <a:pt x="4654308" y="25603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" name="object 22"/>
          <p:cNvSpPr/>
          <p:nvPr/>
        </p:nvSpPr>
        <p:spPr>
          <a:xfrm>
            <a:off x="1787651" y="3043427"/>
            <a:ext cx="135890" cy="135890"/>
          </a:xfrm>
          <a:custGeom>
            <a:avLst/>
            <a:gdLst/>
            <a:ahLst/>
            <a:cxnLst/>
            <a:rect l="l" t="t" r="r" b="b"/>
            <a:pathLst>
              <a:path w="135889" h="135889">
                <a:moveTo>
                  <a:pt x="135636" y="135636"/>
                </a:moveTo>
                <a:lnTo>
                  <a:pt x="0" y="135636"/>
                </a:lnTo>
                <a:lnTo>
                  <a:pt x="0" y="0"/>
                </a:lnTo>
                <a:lnTo>
                  <a:pt x="135636" y="0"/>
                </a:lnTo>
                <a:lnTo>
                  <a:pt x="135636" y="135636"/>
                </a:lnTo>
                <a:close/>
              </a:path>
            </a:pathLst>
          </a:custGeom>
          <a:solidFill>
            <a:srgbClr val="3333C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" name="object 23"/>
          <p:cNvSpPr/>
          <p:nvPr/>
        </p:nvSpPr>
        <p:spPr>
          <a:xfrm>
            <a:off x="2203704" y="2881884"/>
            <a:ext cx="309880" cy="329565"/>
          </a:xfrm>
          <a:custGeom>
            <a:avLst/>
            <a:gdLst/>
            <a:ahLst/>
            <a:cxnLst/>
            <a:rect l="l" t="t" r="r" b="b"/>
            <a:pathLst>
              <a:path w="309880" h="329564">
                <a:moveTo>
                  <a:pt x="19812" y="329184"/>
                </a:moveTo>
                <a:lnTo>
                  <a:pt x="0" y="303275"/>
                </a:lnTo>
                <a:lnTo>
                  <a:pt x="4572" y="300228"/>
                </a:lnTo>
                <a:lnTo>
                  <a:pt x="6096" y="292608"/>
                </a:lnTo>
                <a:lnTo>
                  <a:pt x="6072" y="74414"/>
                </a:lnTo>
                <a:lnTo>
                  <a:pt x="5905" y="46291"/>
                </a:lnTo>
                <a:lnTo>
                  <a:pt x="5453" y="22455"/>
                </a:lnTo>
                <a:lnTo>
                  <a:pt x="4572" y="3048"/>
                </a:lnTo>
                <a:lnTo>
                  <a:pt x="42672" y="19812"/>
                </a:lnTo>
                <a:lnTo>
                  <a:pt x="28956" y="32004"/>
                </a:lnTo>
                <a:lnTo>
                  <a:pt x="28956" y="135636"/>
                </a:lnTo>
                <a:lnTo>
                  <a:pt x="126492" y="135636"/>
                </a:lnTo>
                <a:lnTo>
                  <a:pt x="135636" y="144780"/>
                </a:lnTo>
                <a:lnTo>
                  <a:pt x="28956" y="144780"/>
                </a:lnTo>
                <a:lnTo>
                  <a:pt x="28956" y="292608"/>
                </a:lnTo>
                <a:lnTo>
                  <a:pt x="74395" y="292608"/>
                </a:lnTo>
                <a:lnTo>
                  <a:pt x="59055" y="300990"/>
                </a:lnTo>
                <a:lnTo>
                  <a:pt x="35290" y="316372"/>
                </a:lnTo>
                <a:lnTo>
                  <a:pt x="19812" y="329184"/>
                </a:lnTo>
                <a:close/>
              </a:path>
              <a:path w="309880" h="329564">
                <a:moveTo>
                  <a:pt x="126492" y="135636"/>
                </a:moveTo>
                <a:lnTo>
                  <a:pt x="89916" y="135636"/>
                </a:lnTo>
                <a:lnTo>
                  <a:pt x="108204" y="117348"/>
                </a:lnTo>
                <a:lnTo>
                  <a:pt x="126492" y="135636"/>
                </a:lnTo>
                <a:close/>
              </a:path>
              <a:path w="309880" h="329564">
                <a:moveTo>
                  <a:pt x="74395" y="292608"/>
                </a:moveTo>
                <a:lnTo>
                  <a:pt x="28956" y="292608"/>
                </a:lnTo>
                <a:lnTo>
                  <a:pt x="129540" y="257556"/>
                </a:lnTo>
                <a:lnTo>
                  <a:pt x="132588" y="263652"/>
                </a:lnTo>
                <a:lnTo>
                  <a:pt x="91392" y="283321"/>
                </a:lnTo>
                <a:lnTo>
                  <a:pt x="74395" y="292608"/>
                </a:lnTo>
                <a:close/>
              </a:path>
              <a:path w="309880" h="329564">
                <a:moveTo>
                  <a:pt x="265176" y="326136"/>
                </a:moveTo>
                <a:lnTo>
                  <a:pt x="185927" y="326136"/>
                </a:lnTo>
                <a:lnTo>
                  <a:pt x="171045" y="324397"/>
                </a:lnTo>
                <a:lnTo>
                  <a:pt x="160591" y="319087"/>
                </a:lnTo>
                <a:lnTo>
                  <a:pt x="154424" y="310062"/>
                </a:lnTo>
                <a:lnTo>
                  <a:pt x="152400" y="297180"/>
                </a:lnTo>
                <a:lnTo>
                  <a:pt x="152376" y="58507"/>
                </a:lnTo>
                <a:lnTo>
                  <a:pt x="152209" y="37528"/>
                </a:lnTo>
                <a:lnTo>
                  <a:pt x="151757" y="17978"/>
                </a:lnTo>
                <a:lnTo>
                  <a:pt x="150876" y="0"/>
                </a:lnTo>
                <a:lnTo>
                  <a:pt x="188976" y="18288"/>
                </a:lnTo>
                <a:lnTo>
                  <a:pt x="173736" y="30480"/>
                </a:lnTo>
                <a:lnTo>
                  <a:pt x="173736" y="160020"/>
                </a:lnTo>
                <a:lnTo>
                  <a:pt x="187953" y="160020"/>
                </a:lnTo>
                <a:lnTo>
                  <a:pt x="173736" y="169164"/>
                </a:lnTo>
                <a:lnTo>
                  <a:pt x="173739" y="288059"/>
                </a:lnTo>
                <a:lnTo>
                  <a:pt x="193548" y="306323"/>
                </a:lnTo>
                <a:lnTo>
                  <a:pt x="307848" y="306323"/>
                </a:lnTo>
                <a:lnTo>
                  <a:pt x="304800" y="312420"/>
                </a:lnTo>
                <a:lnTo>
                  <a:pt x="292608" y="321564"/>
                </a:lnTo>
                <a:lnTo>
                  <a:pt x="286821" y="323564"/>
                </a:lnTo>
                <a:lnTo>
                  <a:pt x="280606" y="324993"/>
                </a:lnTo>
                <a:lnTo>
                  <a:pt x="273534" y="325850"/>
                </a:lnTo>
                <a:lnTo>
                  <a:pt x="265176" y="326136"/>
                </a:lnTo>
                <a:close/>
              </a:path>
              <a:path w="309880" h="329564">
                <a:moveTo>
                  <a:pt x="187953" y="160020"/>
                </a:moveTo>
                <a:lnTo>
                  <a:pt x="173736" y="160020"/>
                </a:lnTo>
                <a:lnTo>
                  <a:pt x="189428" y="147185"/>
                </a:lnTo>
                <a:lnTo>
                  <a:pt x="204406" y="133921"/>
                </a:lnTo>
                <a:lnTo>
                  <a:pt x="231648" y="106680"/>
                </a:lnTo>
                <a:lnTo>
                  <a:pt x="259722" y="69175"/>
                </a:lnTo>
                <a:lnTo>
                  <a:pt x="265176" y="59436"/>
                </a:lnTo>
                <a:lnTo>
                  <a:pt x="295656" y="88392"/>
                </a:lnTo>
                <a:lnTo>
                  <a:pt x="285940" y="90963"/>
                </a:lnTo>
                <a:lnTo>
                  <a:pt x="275082" y="96393"/>
                </a:lnTo>
                <a:lnTo>
                  <a:pt x="263080" y="104679"/>
                </a:lnTo>
                <a:lnTo>
                  <a:pt x="249936" y="115824"/>
                </a:lnTo>
                <a:lnTo>
                  <a:pt x="234172" y="127801"/>
                </a:lnTo>
                <a:lnTo>
                  <a:pt x="216408" y="140779"/>
                </a:lnTo>
                <a:lnTo>
                  <a:pt x="196357" y="154614"/>
                </a:lnTo>
                <a:lnTo>
                  <a:pt x="187953" y="160020"/>
                </a:lnTo>
                <a:close/>
              </a:path>
              <a:path w="309880" h="329564">
                <a:moveTo>
                  <a:pt x="307848" y="306323"/>
                </a:moveTo>
                <a:lnTo>
                  <a:pt x="263652" y="306323"/>
                </a:lnTo>
                <a:lnTo>
                  <a:pt x="269748" y="301752"/>
                </a:lnTo>
                <a:lnTo>
                  <a:pt x="272796" y="292608"/>
                </a:lnTo>
                <a:lnTo>
                  <a:pt x="275034" y="283440"/>
                </a:lnTo>
                <a:lnTo>
                  <a:pt x="276987" y="269557"/>
                </a:lnTo>
                <a:lnTo>
                  <a:pt x="278368" y="250817"/>
                </a:lnTo>
                <a:lnTo>
                  <a:pt x="278891" y="227076"/>
                </a:lnTo>
                <a:lnTo>
                  <a:pt x="286512" y="227076"/>
                </a:lnTo>
                <a:lnTo>
                  <a:pt x="289726" y="271010"/>
                </a:lnTo>
                <a:lnTo>
                  <a:pt x="309372" y="303275"/>
                </a:lnTo>
                <a:lnTo>
                  <a:pt x="307848" y="30632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" name="object 24"/>
          <p:cNvSpPr/>
          <p:nvPr/>
        </p:nvSpPr>
        <p:spPr>
          <a:xfrm>
            <a:off x="2558796" y="2877312"/>
            <a:ext cx="341630" cy="356870"/>
          </a:xfrm>
          <a:custGeom>
            <a:avLst/>
            <a:gdLst/>
            <a:ahLst/>
            <a:cxnLst/>
            <a:rect l="l" t="t" r="r" b="b"/>
            <a:pathLst>
              <a:path w="341630" h="356869">
                <a:moveTo>
                  <a:pt x="337565" y="82295"/>
                </a:moveTo>
                <a:lnTo>
                  <a:pt x="306324" y="82295"/>
                </a:lnTo>
                <a:lnTo>
                  <a:pt x="318516" y="67056"/>
                </a:lnTo>
                <a:lnTo>
                  <a:pt x="337565" y="82295"/>
                </a:lnTo>
                <a:close/>
              </a:path>
              <a:path w="341630" h="356869">
                <a:moveTo>
                  <a:pt x="201168" y="336804"/>
                </a:moveTo>
                <a:lnTo>
                  <a:pt x="201406" y="315920"/>
                </a:lnTo>
                <a:lnTo>
                  <a:pt x="201930" y="298894"/>
                </a:lnTo>
                <a:lnTo>
                  <a:pt x="202453" y="285583"/>
                </a:lnTo>
                <a:lnTo>
                  <a:pt x="202692" y="275844"/>
                </a:lnTo>
                <a:lnTo>
                  <a:pt x="202692" y="126492"/>
                </a:lnTo>
                <a:lnTo>
                  <a:pt x="202453" y="112537"/>
                </a:lnTo>
                <a:lnTo>
                  <a:pt x="201453" y="85344"/>
                </a:lnTo>
                <a:lnTo>
                  <a:pt x="201376" y="82295"/>
                </a:lnTo>
                <a:lnTo>
                  <a:pt x="201168" y="70104"/>
                </a:lnTo>
                <a:lnTo>
                  <a:pt x="222504" y="82295"/>
                </a:lnTo>
                <a:lnTo>
                  <a:pt x="337565" y="82295"/>
                </a:lnTo>
                <a:lnTo>
                  <a:pt x="341376" y="85344"/>
                </a:lnTo>
                <a:lnTo>
                  <a:pt x="334409" y="91440"/>
                </a:lnTo>
                <a:lnTo>
                  <a:pt x="222504" y="91440"/>
                </a:lnTo>
                <a:lnTo>
                  <a:pt x="222504" y="283464"/>
                </a:lnTo>
                <a:lnTo>
                  <a:pt x="329315" y="283464"/>
                </a:lnTo>
                <a:lnTo>
                  <a:pt x="329374" y="287845"/>
                </a:lnTo>
                <a:lnTo>
                  <a:pt x="329524" y="292608"/>
                </a:lnTo>
                <a:lnTo>
                  <a:pt x="222504" y="292608"/>
                </a:lnTo>
                <a:lnTo>
                  <a:pt x="222504" y="326136"/>
                </a:lnTo>
                <a:lnTo>
                  <a:pt x="201168" y="336804"/>
                </a:lnTo>
                <a:close/>
              </a:path>
              <a:path w="341630" h="356869">
                <a:moveTo>
                  <a:pt x="329315" y="283464"/>
                </a:moveTo>
                <a:lnTo>
                  <a:pt x="309372" y="283464"/>
                </a:lnTo>
                <a:lnTo>
                  <a:pt x="309372" y="91440"/>
                </a:lnTo>
                <a:lnTo>
                  <a:pt x="334409" y="91440"/>
                </a:lnTo>
                <a:lnTo>
                  <a:pt x="329184" y="96012"/>
                </a:lnTo>
                <a:lnTo>
                  <a:pt x="329213" y="275844"/>
                </a:lnTo>
                <a:lnTo>
                  <a:pt x="329315" y="283464"/>
                </a:lnTo>
                <a:close/>
              </a:path>
              <a:path w="341630" h="356869">
                <a:moveTo>
                  <a:pt x="309372" y="327660"/>
                </a:moveTo>
                <a:lnTo>
                  <a:pt x="309372" y="292608"/>
                </a:lnTo>
                <a:lnTo>
                  <a:pt x="329524" y="292608"/>
                </a:lnTo>
                <a:lnTo>
                  <a:pt x="329826" y="302252"/>
                </a:lnTo>
                <a:lnTo>
                  <a:pt x="330708" y="318516"/>
                </a:lnTo>
                <a:lnTo>
                  <a:pt x="309372" y="327660"/>
                </a:lnTo>
                <a:close/>
              </a:path>
              <a:path w="341630" h="356869">
                <a:moveTo>
                  <a:pt x="85344" y="96012"/>
                </a:moveTo>
                <a:lnTo>
                  <a:pt x="64008" y="96012"/>
                </a:lnTo>
                <a:lnTo>
                  <a:pt x="69151" y="67722"/>
                </a:lnTo>
                <a:lnTo>
                  <a:pt x="73152" y="42290"/>
                </a:lnTo>
                <a:lnTo>
                  <a:pt x="76009" y="19716"/>
                </a:lnTo>
                <a:lnTo>
                  <a:pt x="77724" y="0"/>
                </a:lnTo>
                <a:lnTo>
                  <a:pt x="114300" y="16764"/>
                </a:lnTo>
                <a:lnTo>
                  <a:pt x="100584" y="25907"/>
                </a:lnTo>
                <a:lnTo>
                  <a:pt x="97774" y="39647"/>
                </a:lnTo>
                <a:lnTo>
                  <a:pt x="89868" y="74556"/>
                </a:lnTo>
                <a:lnTo>
                  <a:pt x="85344" y="96012"/>
                </a:lnTo>
                <a:close/>
              </a:path>
              <a:path w="341630" h="356869">
                <a:moveTo>
                  <a:pt x="15240" y="109728"/>
                </a:moveTo>
                <a:lnTo>
                  <a:pt x="1523" y="96012"/>
                </a:lnTo>
                <a:lnTo>
                  <a:pt x="144780" y="96012"/>
                </a:lnTo>
                <a:lnTo>
                  <a:pt x="153924" y="79248"/>
                </a:lnTo>
                <a:lnTo>
                  <a:pt x="179832" y="97536"/>
                </a:lnTo>
                <a:lnTo>
                  <a:pt x="171123" y="105156"/>
                </a:lnTo>
                <a:lnTo>
                  <a:pt x="51816" y="105156"/>
                </a:lnTo>
                <a:lnTo>
                  <a:pt x="42672" y="105441"/>
                </a:lnTo>
                <a:lnTo>
                  <a:pt x="33528" y="106299"/>
                </a:lnTo>
                <a:lnTo>
                  <a:pt x="24384" y="107727"/>
                </a:lnTo>
                <a:lnTo>
                  <a:pt x="15240" y="109728"/>
                </a:lnTo>
                <a:close/>
              </a:path>
              <a:path w="341630" h="356869">
                <a:moveTo>
                  <a:pt x="3047" y="356616"/>
                </a:moveTo>
                <a:lnTo>
                  <a:pt x="0" y="352044"/>
                </a:lnTo>
                <a:lnTo>
                  <a:pt x="34885" y="334875"/>
                </a:lnTo>
                <a:lnTo>
                  <a:pt x="64198" y="315277"/>
                </a:lnTo>
                <a:lnTo>
                  <a:pt x="88082" y="293108"/>
                </a:lnTo>
                <a:lnTo>
                  <a:pt x="106680" y="268224"/>
                </a:lnTo>
                <a:lnTo>
                  <a:pt x="84939" y="259032"/>
                </a:lnTo>
                <a:lnTo>
                  <a:pt x="65341" y="251841"/>
                </a:lnTo>
                <a:lnTo>
                  <a:pt x="47744" y="246364"/>
                </a:lnTo>
                <a:lnTo>
                  <a:pt x="32004" y="242316"/>
                </a:lnTo>
                <a:lnTo>
                  <a:pt x="38909" y="215741"/>
                </a:lnTo>
                <a:lnTo>
                  <a:pt x="46101" y="184023"/>
                </a:lnTo>
                <a:lnTo>
                  <a:pt x="53863" y="147161"/>
                </a:lnTo>
                <a:lnTo>
                  <a:pt x="62484" y="105156"/>
                </a:lnTo>
                <a:lnTo>
                  <a:pt x="83820" y="105156"/>
                </a:lnTo>
                <a:lnTo>
                  <a:pt x="78414" y="130587"/>
                </a:lnTo>
                <a:lnTo>
                  <a:pt x="71437" y="161163"/>
                </a:lnTo>
                <a:lnTo>
                  <a:pt x="63031" y="196881"/>
                </a:lnTo>
                <a:lnTo>
                  <a:pt x="53340" y="237744"/>
                </a:lnTo>
                <a:lnTo>
                  <a:pt x="63055" y="239720"/>
                </a:lnTo>
                <a:lnTo>
                  <a:pt x="76200" y="243268"/>
                </a:lnTo>
                <a:lnTo>
                  <a:pt x="92773" y="248245"/>
                </a:lnTo>
                <a:lnTo>
                  <a:pt x="112776" y="254508"/>
                </a:lnTo>
                <a:lnTo>
                  <a:pt x="136131" y="254508"/>
                </a:lnTo>
                <a:lnTo>
                  <a:pt x="134112" y="260604"/>
                </a:lnTo>
                <a:lnTo>
                  <a:pt x="150423" y="268319"/>
                </a:lnTo>
                <a:lnTo>
                  <a:pt x="162877" y="275463"/>
                </a:lnTo>
                <a:lnTo>
                  <a:pt x="165410" y="277368"/>
                </a:lnTo>
                <a:lnTo>
                  <a:pt x="124968" y="277368"/>
                </a:lnTo>
                <a:lnTo>
                  <a:pt x="100345" y="304538"/>
                </a:lnTo>
                <a:lnTo>
                  <a:pt x="72009" y="326707"/>
                </a:lnTo>
                <a:lnTo>
                  <a:pt x="39671" y="344019"/>
                </a:lnTo>
                <a:lnTo>
                  <a:pt x="3047" y="356616"/>
                </a:lnTo>
                <a:close/>
              </a:path>
              <a:path w="341630" h="356869">
                <a:moveTo>
                  <a:pt x="136131" y="254508"/>
                </a:moveTo>
                <a:lnTo>
                  <a:pt x="112776" y="254508"/>
                </a:lnTo>
                <a:lnTo>
                  <a:pt x="122515" y="227957"/>
                </a:lnTo>
                <a:lnTo>
                  <a:pt x="131254" y="194119"/>
                </a:lnTo>
                <a:lnTo>
                  <a:pt x="139136" y="153138"/>
                </a:lnTo>
                <a:lnTo>
                  <a:pt x="146304" y="105156"/>
                </a:lnTo>
                <a:lnTo>
                  <a:pt x="171123" y="105156"/>
                </a:lnTo>
                <a:lnTo>
                  <a:pt x="167640" y="108204"/>
                </a:lnTo>
                <a:lnTo>
                  <a:pt x="159615" y="157305"/>
                </a:lnTo>
                <a:lnTo>
                  <a:pt x="151447" y="199263"/>
                </a:lnTo>
                <a:lnTo>
                  <a:pt x="142994" y="233791"/>
                </a:lnTo>
                <a:lnTo>
                  <a:pt x="136131" y="254508"/>
                </a:lnTo>
                <a:close/>
              </a:path>
              <a:path w="341630" h="356869">
                <a:moveTo>
                  <a:pt x="176784" y="318516"/>
                </a:moveTo>
                <a:lnTo>
                  <a:pt x="172212" y="318516"/>
                </a:lnTo>
                <a:lnTo>
                  <a:pt x="167640" y="316992"/>
                </a:lnTo>
                <a:lnTo>
                  <a:pt x="164592" y="310896"/>
                </a:lnTo>
                <a:lnTo>
                  <a:pt x="157114" y="303514"/>
                </a:lnTo>
                <a:lnTo>
                  <a:pt x="148209" y="295275"/>
                </a:lnTo>
                <a:lnTo>
                  <a:pt x="137588" y="286464"/>
                </a:lnTo>
                <a:lnTo>
                  <a:pt x="124968" y="277368"/>
                </a:lnTo>
                <a:lnTo>
                  <a:pt x="165410" y="277368"/>
                </a:lnTo>
                <a:lnTo>
                  <a:pt x="171616" y="282035"/>
                </a:lnTo>
                <a:lnTo>
                  <a:pt x="176784" y="288036"/>
                </a:lnTo>
                <a:lnTo>
                  <a:pt x="179832" y="295656"/>
                </a:lnTo>
                <a:lnTo>
                  <a:pt x="181356" y="301752"/>
                </a:lnTo>
                <a:lnTo>
                  <a:pt x="179832" y="309372"/>
                </a:lnTo>
                <a:lnTo>
                  <a:pt x="178308" y="315468"/>
                </a:lnTo>
                <a:lnTo>
                  <a:pt x="176784" y="31851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" name="object 25"/>
          <p:cNvSpPr/>
          <p:nvPr/>
        </p:nvSpPr>
        <p:spPr>
          <a:xfrm>
            <a:off x="2977895" y="3057144"/>
            <a:ext cx="56515" cy="144780"/>
          </a:xfrm>
          <a:custGeom>
            <a:avLst/>
            <a:gdLst/>
            <a:ahLst/>
            <a:cxnLst/>
            <a:rect l="l" t="t" r="r" b="b"/>
            <a:pathLst>
              <a:path w="56514" h="144780">
                <a:moveTo>
                  <a:pt x="30480" y="144780"/>
                </a:moveTo>
                <a:lnTo>
                  <a:pt x="24384" y="144780"/>
                </a:lnTo>
                <a:lnTo>
                  <a:pt x="19812" y="143256"/>
                </a:lnTo>
                <a:lnTo>
                  <a:pt x="12192" y="138684"/>
                </a:lnTo>
                <a:lnTo>
                  <a:pt x="4572" y="135636"/>
                </a:lnTo>
                <a:lnTo>
                  <a:pt x="1524" y="128016"/>
                </a:lnTo>
                <a:lnTo>
                  <a:pt x="1524" y="117348"/>
                </a:lnTo>
                <a:lnTo>
                  <a:pt x="0" y="108204"/>
                </a:lnTo>
                <a:lnTo>
                  <a:pt x="3048" y="100584"/>
                </a:lnTo>
                <a:lnTo>
                  <a:pt x="10668" y="97536"/>
                </a:lnTo>
                <a:lnTo>
                  <a:pt x="16764" y="92964"/>
                </a:lnTo>
                <a:lnTo>
                  <a:pt x="22860" y="91440"/>
                </a:lnTo>
                <a:lnTo>
                  <a:pt x="33528" y="91440"/>
                </a:lnTo>
                <a:lnTo>
                  <a:pt x="39624" y="92964"/>
                </a:lnTo>
                <a:lnTo>
                  <a:pt x="51816" y="102108"/>
                </a:lnTo>
                <a:lnTo>
                  <a:pt x="54864" y="108204"/>
                </a:lnTo>
                <a:lnTo>
                  <a:pt x="54864" y="118872"/>
                </a:lnTo>
                <a:lnTo>
                  <a:pt x="53340" y="128016"/>
                </a:lnTo>
                <a:lnTo>
                  <a:pt x="50292" y="135636"/>
                </a:lnTo>
                <a:lnTo>
                  <a:pt x="42672" y="138684"/>
                </a:lnTo>
                <a:lnTo>
                  <a:pt x="36576" y="143256"/>
                </a:lnTo>
                <a:lnTo>
                  <a:pt x="30480" y="144780"/>
                </a:lnTo>
                <a:close/>
              </a:path>
              <a:path w="56514" h="144780">
                <a:moveTo>
                  <a:pt x="30480" y="53340"/>
                </a:moveTo>
                <a:lnTo>
                  <a:pt x="22860" y="53340"/>
                </a:lnTo>
                <a:lnTo>
                  <a:pt x="16764" y="51816"/>
                </a:lnTo>
                <a:lnTo>
                  <a:pt x="10668" y="45720"/>
                </a:lnTo>
                <a:lnTo>
                  <a:pt x="3048" y="41148"/>
                </a:lnTo>
                <a:lnTo>
                  <a:pt x="0" y="35052"/>
                </a:lnTo>
                <a:lnTo>
                  <a:pt x="1524" y="24384"/>
                </a:lnTo>
                <a:lnTo>
                  <a:pt x="1524" y="15240"/>
                </a:lnTo>
                <a:lnTo>
                  <a:pt x="4572" y="9144"/>
                </a:lnTo>
                <a:lnTo>
                  <a:pt x="12192" y="4572"/>
                </a:lnTo>
                <a:lnTo>
                  <a:pt x="19812" y="1524"/>
                </a:lnTo>
                <a:lnTo>
                  <a:pt x="24384" y="0"/>
                </a:lnTo>
                <a:lnTo>
                  <a:pt x="33528" y="0"/>
                </a:lnTo>
                <a:lnTo>
                  <a:pt x="38100" y="1524"/>
                </a:lnTo>
                <a:lnTo>
                  <a:pt x="45720" y="4572"/>
                </a:lnTo>
                <a:lnTo>
                  <a:pt x="53340" y="9144"/>
                </a:lnTo>
                <a:lnTo>
                  <a:pt x="56388" y="15240"/>
                </a:lnTo>
                <a:lnTo>
                  <a:pt x="56388" y="36576"/>
                </a:lnTo>
                <a:lnTo>
                  <a:pt x="53340" y="44196"/>
                </a:lnTo>
                <a:lnTo>
                  <a:pt x="44196" y="47244"/>
                </a:lnTo>
                <a:lnTo>
                  <a:pt x="36576" y="51816"/>
                </a:lnTo>
                <a:lnTo>
                  <a:pt x="30480" y="5334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" name="object 26"/>
          <p:cNvSpPr/>
          <p:nvPr/>
        </p:nvSpPr>
        <p:spPr>
          <a:xfrm>
            <a:off x="1787651" y="3616452"/>
            <a:ext cx="135890" cy="135890"/>
          </a:xfrm>
          <a:custGeom>
            <a:avLst/>
            <a:gdLst/>
            <a:ahLst/>
            <a:cxnLst/>
            <a:rect l="l" t="t" r="r" b="b"/>
            <a:pathLst>
              <a:path w="135889" h="135889">
                <a:moveTo>
                  <a:pt x="135636" y="135636"/>
                </a:moveTo>
                <a:lnTo>
                  <a:pt x="0" y="135636"/>
                </a:lnTo>
                <a:lnTo>
                  <a:pt x="0" y="0"/>
                </a:lnTo>
                <a:lnTo>
                  <a:pt x="135636" y="0"/>
                </a:lnTo>
                <a:lnTo>
                  <a:pt x="135636" y="135636"/>
                </a:lnTo>
                <a:close/>
              </a:path>
            </a:pathLst>
          </a:custGeom>
          <a:solidFill>
            <a:srgbClr val="3333C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" name="object 27"/>
          <p:cNvSpPr/>
          <p:nvPr/>
        </p:nvSpPr>
        <p:spPr>
          <a:xfrm>
            <a:off x="2162543" y="3445776"/>
            <a:ext cx="1922145" cy="363220"/>
          </a:xfrm>
          <a:custGeom>
            <a:avLst/>
            <a:gdLst/>
            <a:ahLst/>
            <a:cxnLst/>
            <a:rect l="l" t="t" r="r" b="b"/>
            <a:pathLst>
              <a:path w="1922145" h="363220">
                <a:moveTo>
                  <a:pt x="355092" y="73139"/>
                </a:moveTo>
                <a:lnTo>
                  <a:pt x="320040" y="38087"/>
                </a:lnTo>
                <a:lnTo>
                  <a:pt x="294132" y="63995"/>
                </a:lnTo>
                <a:lnTo>
                  <a:pt x="164592" y="63995"/>
                </a:lnTo>
                <a:lnTo>
                  <a:pt x="168313" y="56807"/>
                </a:lnTo>
                <a:lnTo>
                  <a:pt x="172593" y="48755"/>
                </a:lnTo>
                <a:lnTo>
                  <a:pt x="177457" y="39573"/>
                </a:lnTo>
                <a:lnTo>
                  <a:pt x="182880" y="28943"/>
                </a:lnTo>
                <a:lnTo>
                  <a:pt x="198120" y="22847"/>
                </a:lnTo>
                <a:lnTo>
                  <a:pt x="160020" y="1511"/>
                </a:lnTo>
                <a:lnTo>
                  <a:pt x="156908" y="14922"/>
                </a:lnTo>
                <a:lnTo>
                  <a:pt x="152209" y="29895"/>
                </a:lnTo>
                <a:lnTo>
                  <a:pt x="146100" y="46304"/>
                </a:lnTo>
                <a:lnTo>
                  <a:pt x="138684" y="63995"/>
                </a:lnTo>
                <a:lnTo>
                  <a:pt x="0" y="63995"/>
                </a:lnTo>
                <a:lnTo>
                  <a:pt x="13716" y="77711"/>
                </a:lnTo>
                <a:lnTo>
                  <a:pt x="22860" y="75717"/>
                </a:lnTo>
                <a:lnTo>
                  <a:pt x="32004" y="74282"/>
                </a:lnTo>
                <a:lnTo>
                  <a:pt x="41148" y="73431"/>
                </a:lnTo>
                <a:lnTo>
                  <a:pt x="50292" y="73139"/>
                </a:lnTo>
                <a:lnTo>
                  <a:pt x="135636" y="73139"/>
                </a:lnTo>
                <a:lnTo>
                  <a:pt x="105727" y="123431"/>
                </a:lnTo>
                <a:lnTo>
                  <a:pt x="74676" y="164579"/>
                </a:lnTo>
                <a:lnTo>
                  <a:pt x="40195" y="200202"/>
                </a:lnTo>
                <a:lnTo>
                  <a:pt x="0" y="234683"/>
                </a:lnTo>
                <a:lnTo>
                  <a:pt x="4572" y="239255"/>
                </a:lnTo>
                <a:lnTo>
                  <a:pt x="29413" y="222618"/>
                </a:lnTo>
                <a:lnTo>
                  <a:pt x="53530" y="204393"/>
                </a:lnTo>
                <a:lnTo>
                  <a:pt x="76796" y="184188"/>
                </a:lnTo>
                <a:lnTo>
                  <a:pt x="99060" y="161531"/>
                </a:lnTo>
                <a:lnTo>
                  <a:pt x="98831" y="239255"/>
                </a:lnTo>
                <a:lnTo>
                  <a:pt x="98298" y="298500"/>
                </a:lnTo>
                <a:lnTo>
                  <a:pt x="97993" y="323075"/>
                </a:lnTo>
                <a:lnTo>
                  <a:pt x="97536" y="361175"/>
                </a:lnTo>
                <a:lnTo>
                  <a:pt x="120396" y="347459"/>
                </a:lnTo>
                <a:lnTo>
                  <a:pt x="120396" y="260591"/>
                </a:lnTo>
                <a:lnTo>
                  <a:pt x="260604" y="260591"/>
                </a:lnTo>
                <a:lnTo>
                  <a:pt x="260604" y="323075"/>
                </a:lnTo>
                <a:lnTo>
                  <a:pt x="256032" y="327647"/>
                </a:lnTo>
                <a:lnTo>
                  <a:pt x="246888" y="327647"/>
                </a:lnTo>
                <a:lnTo>
                  <a:pt x="239204" y="327367"/>
                </a:lnTo>
                <a:lnTo>
                  <a:pt x="229933" y="326504"/>
                </a:lnTo>
                <a:lnTo>
                  <a:pt x="219252" y="325081"/>
                </a:lnTo>
                <a:lnTo>
                  <a:pt x="207264" y="323075"/>
                </a:lnTo>
                <a:lnTo>
                  <a:pt x="207264" y="330695"/>
                </a:lnTo>
                <a:lnTo>
                  <a:pt x="225920" y="336969"/>
                </a:lnTo>
                <a:lnTo>
                  <a:pt x="238696" y="344220"/>
                </a:lnTo>
                <a:lnTo>
                  <a:pt x="246062" y="352348"/>
                </a:lnTo>
                <a:lnTo>
                  <a:pt x="248412" y="361175"/>
                </a:lnTo>
                <a:lnTo>
                  <a:pt x="263296" y="353745"/>
                </a:lnTo>
                <a:lnTo>
                  <a:pt x="273748" y="345173"/>
                </a:lnTo>
                <a:lnTo>
                  <a:pt x="279920" y="335457"/>
                </a:lnTo>
                <a:lnTo>
                  <a:pt x="281381" y="327647"/>
                </a:lnTo>
                <a:lnTo>
                  <a:pt x="281863" y="325081"/>
                </a:lnTo>
                <a:lnTo>
                  <a:pt x="281940" y="260591"/>
                </a:lnTo>
                <a:lnTo>
                  <a:pt x="281940" y="251447"/>
                </a:lnTo>
                <a:lnTo>
                  <a:pt x="281940" y="201155"/>
                </a:lnTo>
                <a:lnTo>
                  <a:pt x="281940" y="192011"/>
                </a:lnTo>
                <a:lnTo>
                  <a:pt x="281940" y="143243"/>
                </a:lnTo>
                <a:lnTo>
                  <a:pt x="289788" y="137147"/>
                </a:lnTo>
                <a:lnTo>
                  <a:pt x="295656" y="132575"/>
                </a:lnTo>
                <a:lnTo>
                  <a:pt x="289687" y="128003"/>
                </a:lnTo>
                <a:lnTo>
                  <a:pt x="269748" y="112763"/>
                </a:lnTo>
                <a:lnTo>
                  <a:pt x="260604" y="124193"/>
                </a:lnTo>
                <a:lnTo>
                  <a:pt x="260604" y="137147"/>
                </a:lnTo>
                <a:lnTo>
                  <a:pt x="260604" y="192011"/>
                </a:lnTo>
                <a:lnTo>
                  <a:pt x="260604" y="201155"/>
                </a:lnTo>
                <a:lnTo>
                  <a:pt x="260604" y="251447"/>
                </a:lnTo>
                <a:lnTo>
                  <a:pt x="120396" y="251447"/>
                </a:lnTo>
                <a:lnTo>
                  <a:pt x="120396" y="201155"/>
                </a:lnTo>
                <a:lnTo>
                  <a:pt x="260604" y="201155"/>
                </a:lnTo>
                <a:lnTo>
                  <a:pt x="260604" y="192011"/>
                </a:lnTo>
                <a:lnTo>
                  <a:pt x="120396" y="192011"/>
                </a:lnTo>
                <a:lnTo>
                  <a:pt x="120396" y="161531"/>
                </a:lnTo>
                <a:lnTo>
                  <a:pt x="120396" y="137147"/>
                </a:lnTo>
                <a:lnTo>
                  <a:pt x="260604" y="137147"/>
                </a:lnTo>
                <a:lnTo>
                  <a:pt x="260604" y="124193"/>
                </a:lnTo>
                <a:lnTo>
                  <a:pt x="257556" y="128003"/>
                </a:lnTo>
                <a:lnTo>
                  <a:pt x="126492" y="128003"/>
                </a:lnTo>
                <a:lnTo>
                  <a:pt x="135407" y="116001"/>
                </a:lnTo>
                <a:lnTo>
                  <a:pt x="144018" y="102857"/>
                </a:lnTo>
                <a:lnTo>
                  <a:pt x="152641" y="88569"/>
                </a:lnTo>
                <a:lnTo>
                  <a:pt x="161544" y="73139"/>
                </a:lnTo>
                <a:lnTo>
                  <a:pt x="355092" y="73139"/>
                </a:lnTo>
                <a:close/>
              </a:path>
              <a:path w="1922145" h="363220">
                <a:moveTo>
                  <a:pt x="745248" y="169151"/>
                </a:moveTo>
                <a:lnTo>
                  <a:pt x="711720" y="135623"/>
                </a:lnTo>
                <a:lnTo>
                  <a:pt x="681240" y="160007"/>
                </a:lnTo>
                <a:lnTo>
                  <a:pt x="396252" y="160007"/>
                </a:lnTo>
                <a:lnTo>
                  <a:pt x="409968" y="173723"/>
                </a:lnTo>
                <a:lnTo>
                  <a:pt x="419392" y="171729"/>
                </a:lnTo>
                <a:lnTo>
                  <a:pt x="429399" y="170294"/>
                </a:lnTo>
                <a:lnTo>
                  <a:pt x="439966" y="169443"/>
                </a:lnTo>
                <a:lnTo>
                  <a:pt x="451116" y="169151"/>
                </a:lnTo>
                <a:lnTo>
                  <a:pt x="745248" y="169151"/>
                </a:lnTo>
                <a:close/>
              </a:path>
              <a:path w="1922145" h="363220">
                <a:moveTo>
                  <a:pt x="976896" y="103619"/>
                </a:moveTo>
                <a:lnTo>
                  <a:pt x="967752" y="94475"/>
                </a:lnTo>
                <a:lnTo>
                  <a:pt x="950988" y="77711"/>
                </a:lnTo>
                <a:lnTo>
                  <a:pt x="934224" y="94475"/>
                </a:lnTo>
                <a:lnTo>
                  <a:pt x="905268" y="94475"/>
                </a:lnTo>
                <a:lnTo>
                  <a:pt x="905268" y="39611"/>
                </a:lnTo>
                <a:lnTo>
                  <a:pt x="918984" y="28943"/>
                </a:lnTo>
                <a:lnTo>
                  <a:pt x="883932" y="10655"/>
                </a:lnTo>
                <a:lnTo>
                  <a:pt x="885190" y="67957"/>
                </a:lnTo>
                <a:lnTo>
                  <a:pt x="885393" y="114287"/>
                </a:lnTo>
                <a:lnTo>
                  <a:pt x="885456" y="193535"/>
                </a:lnTo>
                <a:lnTo>
                  <a:pt x="841260" y="199631"/>
                </a:lnTo>
                <a:lnTo>
                  <a:pt x="841260" y="92951"/>
                </a:lnTo>
                <a:lnTo>
                  <a:pt x="853452" y="80759"/>
                </a:lnTo>
                <a:lnTo>
                  <a:pt x="819924" y="63995"/>
                </a:lnTo>
                <a:lnTo>
                  <a:pt x="820788" y="84378"/>
                </a:lnTo>
                <a:lnTo>
                  <a:pt x="821220" y="111810"/>
                </a:lnTo>
                <a:lnTo>
                  <a:pt x="821334" y="134099"/>
                </a:lnTo>
                <a:lnTo>
                  <a:pt x="821448" y="201155"/>
                </a:lnTo>
                <a:lnTo>
                  <a:pt x="787920" y="205727"/>
                </a:lnTo>
                <a:lnTo>
                  <a:pt x="804684" y="234683"/>
                </a:lnTo>
                <a:lnTo>
                  <a:pt x="852309" y="214871"/>
                </a:lnTo>
                <a:lnTo>
                  <a:pt x="904544" y="201688"/>
                </a:lnTo>
                <a:lnTo>
                  <a:pt x="954824" y="190487"/>
                </a:lnTo>
                <a:lnTo>
                  <a:pt x="975372" y="185915"/>
                </a:lnTo>
                <a:lnTo>
                  <a:pt x="973848" y="178295"/>
                </a:lnTo>
                <a:lnTo>
                  <a:pt x="905268" y="190487"/>
                </a:lnTo>
                <a:lnTo>
                  <a:pt x="905268" y="103619"/>
                </a:lnTo>
                <a:lnTo>
                  <a:pt x="976896" y="103619"/>
                </a:lnTo>
                <a:close/>
              </a:path>
              <a:path w="1922145" h="363220">
                <a:moveTo>
                  <a:pt x="1089672" y="266687"/>
                </a:moveTo>
                <a:lnTo>
                  <a:pt x="1057668" y="234683"/>
                </a:lnTo>
                <a:lnTo>
                  <a:pt x="1033284" y="257543"/>
                </a:lnTo>
                <a:lnTo>
                  <a:pt x="835164" y="257543"/>
                </a:lnTo>
                <a:lnTo>
                  <a:pt x="848880" y="271259"/>
                </a:lnTo>
                <a:lnTo>
                  <a:pt x="857758" y="269265"/>
                </a:lnTo>
                <a:lnTo>
                  <a:pt x="866216" y="267830"/>
                </a:lnTo>
                <a:lnTo>
                  <a:pt x="874382" y="266979"/>
                </a:lnTo>
                <a:lnTo>
                  <a:pt x="882408" y="266687"/>
                </a:lnTo>
                <a:lnTo>
                  <a:pt x="1089672" y="266687"/>
                </a:lnTo>
                <a:close/>
              </a:path>
              <a:path w="1922145" h="363220">
                <a:moveTo>
                  <a:pt x="1136916" y="335267"/>
                </a:moveTo>
                <a:lnTo>
                  <a:pt x="1100340" y="298691"/>
                </a:lnTo>
                <a:lnTo>
                  <a:pt x="1072908" y="326123"/>
                </a:lnTo>
                <a:lnTo>
                  <a:pt x="790968" y="326123"/>
                </a:lnTo>
                <a:lnTo>
                  <a:pt x="804684" y="339839"/>
                </a:lnTo>
                <a:lnTo>
                  <a:pt x="812939" y="337845"/>
                </a:lnTo>
                <a:lnTo>
                  <a:pt x="821639" y="336410"/>
                </a:lnTo>
                <a:lnTo>
                  <a:pt x="830605" y="335559"/>
                </a:lnTo>
                <a:lnTo>
                  <a:pt x="839736" y="335267"/>
                </a:lnTo>
                <a:lnTo>
                  <a:pt x="1136916" y="335267"/>
                </a:lnTo>
                <a:close/>
              </a:path>
              <a:path w="1922145" h="363220">
                <a:moveTo>
                  <a:pt x="1138440" y="192011"/>
                </a:moveTo>
                <a:lnTo>
                  <a:pt x="1120800" y="153149"/>
                </a:lnTo>
                <a:lnTo>
                  <a:pt x="1120152" y="128003"/>
                </a:lnTo>
                <a:lnTo>
                  <a:pt x="1112532" y="128003"/>
                </a:lnTo>
                <a:lnTo>
                  <a:pt x="1107960" y="172199"/>
                </a:lnTo>
                <a:lnTo>
                  <a:pt x="1094244" y="195059"/>
                </a:lnTo>
                <a:lnTo>
                  <a:pt x="1037856" y="195059"/>
                </a:lnTo>
                <a:lnTo>
                  <a:pt x="1025207" y="193636"/>
                </a:lnTo>
                <a:lnTo>
                  <a:pt x="1016711" y="189344"/>
                </a:lnTo>
                <a:lnTo>
                  <a:pt x="1011923" y="182206"/>
                </a:lnTo>
                <a:lnTo>
                  <a:pt x="1010424" y="172199"/>
                </a:lnTo>
                <a:lnTo>
                  <a:pt x="1010424" y="134099"/>
                </a:lnTo>
                <a:lnTo>
                  <a:pt x="1050709" y="111810"/>
                </a:lnTo>
                <a:lnTo>
                  <a:pt x="1105573" y="84378"/>
                </a:lnTo>
                <a:lnTo>
                  <a:pt x="1120152" y="79235"/>
                </a:lnTo>
                <a:lnTo>
                  <a:pt x="1094244" y="53327"/>
                </a:lnTo>
                <a:lnTo>
                  <a:pt x="1083932" y="67957"/>
                </a:lnTo>
                <a:lnTo>
                  <a:pt x="1066622" y="84569"/>
                </a:lnTo>
                <a:lnTo>
                  <a:pt x="1042162" y="103479"/>
                </a:lnTo>
                <a:lnTo>
                  <a:pt x="1010424" y="124955"/>
                </a:lnTo>
                <a:lnTo>
                  <a:pt x="1010424" y="36563"/>
                </a:lnTo>
                <a:lnTo>
                  <a:pt x="1022616" y="25895"/>
                </a:lnTo>
                <a:lnTo>
                  <a:pt x="989088" y="10655"/>
                </a:lnTo>
                <a:lnTo>
                  <a:pt x="989939" y="25895"/>
                </a:lnTo>
                <a:lnTo>
                  <a:pt x="990422" y="39611"/>
                </a:lnTo>
                <a:lnTo>
                  <a:pt x="990587" y="49885"/>
                </a:lnTo>
                <a:lnTo>
                  <a:pt x="990638" y="181533"/>
                </a:lnTo>
                <a:lnTo>
                  <a:pt x="993127" y="195110"/>
                </a:lnTo>
                <a:lnTo>
                  <a:pt x="1000518" y="204584"/>
                </a:lnTo>
                <a:lnTo>
                  <a:pt x="1012469" y="210070"/>
                </a:lnTo>
                <a:lnTo>
                  <a:pt x="1028712" y="211823"/>
                </a:lnTo>
                <a:lnTo>
                  <a:pt x="1100340" y="211823"/>
                </a:lnTo>
                <a:lnTo>
                  <a:pt x="1112926" y="210451"/>
                </a:lnTo>
                <a:lnTo>
                  <a:pt x="1123391" y="206489"/>
                </a:lnTo>
                <a:lnTo>
                  <a:pt x="1131836" y="200253"/>
                </a:lnTo>
                <a:lnTo>
                  <a:pt x="1135989" y="195059"/>
                </a:lnTo>
                <a:lnTo>
                  <a:pt x="1138440" y="192011"/>
                </a:lnTo>
                <a:close/>
              </a:path>
              <a:path w="1922145" h="363220">
                <a:moveTo>
                  <a:pt x="1307592" y="22847"/>
                </a:moveTo>
                <a:lnTo>
                  <a:pt x="1274064" y="1511"/>
                </a:lnTo>
                <a:lnTo>
                  <a:pt x="1267472" y="24993"/>
                </a:lnTo>
                <a:lnTo>
                  <a:pt x="1259014" y="49898"/>
                </a:lnTo>
                <a:lnTo>
                  <a:pt x="1235964" y="105143"/>
                </a:lnTo>
                <a:lnTo>
                  <a:pt x="1207020" y="161366"/>
                </a:lnTo>
                <a:lnTo>
                  <a:pt x="1171956" y="214871"/>
                </a:lnTo>
                <a:lnTo>
                  <a:pt x="1175004" y="219443"/>
                </a:lnTo>
                <a:lnTo>
                  <a:pt x="1190396" y="203136"/>
                </a:lnTo>
                <a:lnTo>
                  <a:pt x="1206627" y="183819"/>
                </a:lnTo>
                <a:lnTo>
                  <a:pt x="1223314" y="161531"/>
                </a:lnTo>
                <a:lnTo>
                  <a:pt x="1240536" y="135623"/>
                </a:lnTo>
                <a:lnTo>
                  <a:pt x="1240421" y="305054"/>
                </a:lnTo>
                <a:lnTo>
                  <a:pt x="1240345" y="313359"/>
                </a:lnTo>
                <a:lnTo>
                  <a:pt x="1239901" y="336105"/>
                </a:lnTo>
                <a:lnTo>
                  <a:pt x="1239012" y="362699"/>
                </a:lnTo>
                <a:lnTo>
                  <a:pt x="1263396" y="348983"/>
                </a:lnTo>
                <a:lnTo>
                  <a:pt x="1262519" y="336435"/>
                </a:lnTo>
                <a:lnTo>
                  <a:pt x="1262062" y="321741"/>
                </a:lnTo>
                <a:lnTo>
                  <a:pt x="1261986" y="313359"/>
                </a:lnTo>
                <a:lnTo>
                  <a:pt x="1261872" y="135623"/>
                </a:lnTo>
                <a:lnTo>
                  <a:pt x="1274064" y="124955"/>
                </a:lnTo>
                <a:lnTo>
                  <a:pt x="1254252" y="112763"/>
                </a:lnTo>
                <a:lnTo>
                  <a:pt x="1261999" y="97904"/>
                </a:lnTo>
                <a:lnTo>
                  <a:pt x="1269301" y="83045"/>
                </a:lnTo>
                <a:lnTo>
                  <a:pt x="1276337" y="68186"/>
                </a:lnTo>
                <a:lnTo>
                  <a:pt x="1283208" y="53327"/>
                </a:lnTo>
                <a:lnTo>
                  <a:pt x="1289812" y="41071"/>
                </a:lnTo>
                <a:lnTo>
                  <a:pt x="1295971" y="31800"/>
                </a:lnTo>
                <a:lnTo>
                  <a:pt x="1301864" y="25692"/>
                </a:lnTo>
                <a:lnTo>
                  <a:pt x="1307592" y="22847"/>
                </a:lnTo>
                <a:close/>
              </a:path>
              <a:path w="1922145" h="363220">
                <a:moveTo>
                  <a:pt x="1533144" y="338315"/>
                </a:moveTo>
                <a:lnTo>
                  <a:pt x="1502664" y="309359"/>
                </a:lnTo>
                <a:lnTo>
                  <a:pt x="1482852" y="329171"/>
                </a:lnTo>
                <a:lnTo>
                  <a:pt x="1414272" y="329171"/>
                </a:lnTo>
                <a:lnTo>
                  <a:pt x="1414272" y="192011"/>
                </a:lnTo>
                <a:lnTo>
                  <a:pt x="1528572" y="192011"/>
                </a:lnTo>
                <a:lnTo>
                  <a:pt x="1498092" y="161531"/>
                </a:lnTo>
                <a:lnTo>
                  <a:pt x="1478280" y="181343"/>
                </a:lnTo>
                <a:lnTo>
                  <a:pt x="1414272" y="181343"/>
                </a:lnTo>
                <a:lnTo>
                  <a:pt x="1414272" y="70091"/>
                </a:lnTo>
                <a:lnTo>
                  <a:pt x="1414272" y="67043"/>
                </a:lnTo>
                <a:lnTo>
                  <a:pt x="1472565" y="59423"/>
                </a:lnTo>
                <a:lnTo>
                  <a:pt x="1492288" y="57188"/>
                </a:lnTo>
                <a:lnTo>
                  <a:pt x="1505712" y="56375"/>
                </a:lnTo>
                <a:lnTo>
                  <a:pt x="1481328" y="27419"/>
                </a:lnTo>
                <a:lnTo>
                  <a:pt x="1435900" y="46075"/>
                </a:lnTo>
                <a:lnTo>
                  <a:pt x="1387017" y="58089"/>
                </a:lnTo>
                <a:lnTo>
                  <a:pt x="1331531" y="67233"/>
                </a:lnTo>
                <a:lnTo>
                  <a:pt x="1301496" y="70091"/>
                </a:lnTo>
                <a:lnTo>
                  <a:pt x="1301496" y="76187"/>
                </a:lnTo>
                <a:lnTo>
                  <a:pt x="1348359" y="73710"/>
                </a:lnTo>
                <a:lnTo>
                  <a:pt x="1370939" y="72123"/>
                </a:lnTo>
                <a:lnTo>
                  <a:pt x="1392936" y="70091"/>
                </a:lnTo>
                <a:lnTo>
                  <a:pt x="1392936" y="181343"/>
                </a:lnTo>
                <a:lnTo>
                  <a:pt x="1283208" y="181343"/>
                </a:lnTo>
                <a:lnTo>
                  <a:pt x="1296924" y="196583"/>
                </a:lnTo>
                <a:lnTo>
                  <a:pt x="1305217" y="194589"/>
                </a:lnTo>
                <a:lnTo>
                  <a:pt x="1314069" y="193154"/>
                </a:lnTo>
                <a:lnTo>
                  <a:pt x="1323505" y="192303"/>
                </a:lnTo>
                <a:lnTo>
                  <a:pt x="1333500" y="192011"/>
                </a:lnTo>
                <a:lnTo>
                  <a:pt x="1392936" y="192011"/>
                </a:lnTo>
                <a:lnTo>
                  <a:pt x="1392936" y="329171"/>
                </a:lnTo>
                <a:lnTo>
                  <a:pt x="1281684" y="329171"/>
                </a:lnTo>
                <a:lnTo>
                  <a:pt x="1295400" y="342887"/>
                </a:lnTo>
                <a:lnTo>
                  <a:pt x="1303693" y="340893"/>
                </a:lnTo>
                <a:lnTo>
                  <a:pt x="1312545" y="339458"/>
                </a:lnTo>
                <a:lnTo>
                  <a:pt x="1321981" y="338607"/>
                </a:lnTo>
                <a:lnTo>
                  <a:pt x="1331976" y="338315"/>
                </a:lnTo>
                <a:lnTo>
                  <a:pt x="1533144" y="338315"/>
                </a:lnTo>
                <a:close/>
              </a:path>
              <a:path w="1922145" h="363220">
                <a:moveTo>
                  <a:pt x="1854720" y="230124"/>
                </a:moveTo>
                <a:lnTo>
                  <a:pt x="1828812" y="211836"/>
                </a:lnTo>
                <a:lnTo>
                  <a:pt x="1818144" y="225552"/>
                </a:lnTo>
                <a:lnTo>
                  <a:pt x="1734324" y="225552"/>
                </a:lnTo>
                <a:lnTo>
                  <a:pt x="1736318" y="217932"/>
                </a:lnTo>
                <a:lnTo>
                  <a:pt x="1737944" y="210883"/>
                </a:lnTo>
                <a:lnTo>
                  <a:pt x="1739252" y="204762"/>
                </a:lnTo>
                <a:lnTo>
                  <a:pt x="1740420" y="199644"/>
                </a:lnTo>
                <a:lnTo>
                  <a:pt x="1751088" y="190500"/>
                </a:lnTo>
                <a:lnTo>
                  <a:pt x="1719084" y="172212"/>
                </a:lnTo>
                <a:lnTo>
                  <a:pt x="1718767" y="183324"/>
                </a:lnTo>
                <a:lnTo>
                  <a:pt x="1717751" y="196024"/>
                </a:lnTo>
                <a:lnTo>
                  <a:pt x="1715858" y="210134"/>
                </a:lnTo>
                <a:lnTo>
                  <a:pt x="1712988" y="225552"/>
                </a:lnTo>
                <a:lnTo>
                  <a:pt x="1623060" y="225552"/>
                </a:lnTo>
                <a:lnTo>
                  <a:pt x="1636776" y="239268"/>
                </a:lnTo>
                <a:lnTo>
                  <a:pt x="1645069" y="237261"/>
                </a:lnTo>
                <a:lnTo>
                  <a:pt x="1653921" y="235839"/>
                </a:lnTo>
                <a:lnTo>
                  <a:pt x="1663357" y="234975"/>
                </a:lnTo>
                <a:lnTo>
                  <a:pt x="1673352" y="234696"/>
                </a:lnTo>
                <a:lnTo>
                  <a:pt x="1711464" y="234696"/>
                </a:lnTo>
                <a:lnTo>
                  <a:pt x="1692986" y="279844"/>
                </a:lnTo>
                <a:lnTo>
                  <a:pt x="1664208" y="312420"/>
                </a:lnTo>
                <a:lnTo>
                  <a:pt x="1628775" y="337375"/>
                </a:lnTo>
                <a:lnTo>
                  <a:pt x="1586484" y="356616"/>
                </a:lnTo>
                <a:lnTo>
                  <a:pt x="1591056" y="362712"/>
                </a:lnTo>
                <a:lnTo>
                  <a:pt x="1635442" y="345567"/>
                </a:lnTo>
                <a:lnTo>
                  <a:pt x="1676400" y="321564"/>
                </a:lnTo>
                <a:lnTo>
                  <a:pt x="1710893" y="286702"/>
                </a:lnTo>
                <a:lnTo>
                  <a:pt x="1732800" y="234696"/>
                </a:lnTo>
                <a:lnTo>
                  <a:pt x="1821192" y="234696"/>
                </a:lnTo>
                <a:lnTo>
                  <a:pt x="1815185" y="285051"/>
                </a:lnTo>
                <a:lnTo>
                  <a:pt x="1804047" y="321551"/>
                </a:lnTo>
                <a:lnTo>
                  <a:pt x="1793760" y="329184"/>
                </a:lnTo>
                <a:lnTo>
                  <a:pt x="1785442" y="328612"/>
                </a:lnTo>
                <a:lnTo>
                  <a:pt x="1774139" y="326898"/>
                </a:lnTo>
                <a:lnTo>
                  <a:pt x="1759673" y="324040"/>
                </a:lnTo>
                <a:lnTo>
                  <a:pt x="1741944" y="320027"/>
                </a:lnTo>
                <a:lnTo>
                  <a:pt x="1740420" y="326136"/>
                </a:lnTo>
                <a:lnTo>
                  <a:pt x="1759534" y="335889"/>
                </a:lnTo>
                <a:lnTo>
                  <a:pt x="1773377" y="344805"/>
                </a:lnTo>
                <a:lnTo>
                  <a:pt x="1781771" y="353136"/>
                </a:lnTo>
                <a:lnTo>
                  <a:pt x="1784616" y="361175"/>
                </a:lnTo>
                <a:lnTo>
                  <a:pt x="1798307" y="357136"/>
                </a:lnTo>
                <a:lnTo>
                  <a:pt x="1809572" y="351663"/>
                </a:lnTo>
                <a:lnTo>
                  <a:pt x="1818259" y="344462"/>
                </a:lnTo>
                <a:lnTo>
                  <a:pt x="1824240" y="335280"/>
                </a:lnTo>
                <a:lnTo>
                  <a:pt x="1826806" y="329184"/>
                </a:lnTo>
                <a:lnTo>
                  <a:pt x="1829663" y="322414"/>
                </a:lnTo>
                <a:lnTo>
                  <a:pt x="1834527" y="302133"/>
                </a:lnTo>
                <a:lnTo>
                  <a:pt x="1838807" y="274408"/>
                </a:lnTo>
                <a:lnTo>
                  <a:pt x="1842528" y="239268"/>
                </a:lnTo>
                <a:lnTo>
                  <a:pt x="1848624" y="234696"/>
                </a:lnTo>
                <a:lnTo>
                  <a:pt x="1854720" y="230124"/>
                </a:lnTo>
                <a:close/>
              </a:path>
              <a:path w="1922145" h="363220">
                <a:moveTo>
                  <a:pt x="1921764" y="188976"/>
                </a:moveTo>
                <a:lnTo>
                  <a:pt x="1863267" y="181254"/>
                </a:lnTo>
                <a:lnTo>
                  <a:pt x="1818728" y="168681"/>
                </a:lnTo>
                <a:lnTo>
                  <a:pt x="1778203" y="150393"/>
                </a:lnTo>
                <a:lnTo>
                  <a:pt x="1760232" y="138684"/>
                </a:lnTo>
                <a:lnTo>
                  <a:pt x="1773643" y="126492"/>
                </a:lnTo>
                <a:lnTo>
                  <a:pt x="1779041" y="121577"/>
                </a:lnTo>
                <a:lnTo>
                  <a:pt x="1796427" y="102489"/>
                </a:lnTo>
                <a:lnTo>
                  <a:pt x="1812086" y="81673"/>
                </a:lnTo>
                <a:lnTo>
                  <a:pt x="1825764" y="59436"/>
                </a:lnTo>
                <a:lnTo>
                  <a:pt x="1839734" y="51816"/>
                </a:lnTo>
                <a:lnTo>
                  <a:pt x="1842528" y="50292"/>
                </a:lnTo>
                <a:lnTo>
                  <a:pt x="1833384" y="42672"/>
                </a:lnTo>
                <a:lnTo>
                  <a:pt x="1815096" y="27432"/>
                </a:lnTo>
                <a:lnTo>
                  <a:pt x="1802904" y="40982"/>
                </a:lnTo>
                <a:lnTo>
                  <a:pt x="1802904" y="51816"/>
                </a:lnTo>
                <a:lnTo>
                  <a:pt x="1791512" y="72694"/>
                </a:lnTo>
                <a:lnTo>
                  <a:pt x="1778139" y="92011"/>
                </a:lnTo>
                <a:lnTo>
                  <a:pt x="1763039" y="109893"/>
                </a:lnTo>
                <a:lnTo>
                  <a:pt x="1746516" y="126492"/>
                </a:lnTo>
                <a:lnTo>
                  <a:pt x="1731365" y="111912"/>
                </a:lnTo>
                <a:lnTo>
                  <a:pt x="1715655" y="95631"/>
                </a:lnTo>
                <a:lnTo>
                  <a:pt x="1699450" y="77724"/>
                </a:lnTo>
                <a:lnTo>
                  <a:pt x="1689023" y="65532"/>
                </a:lnTo>
                <a:lnTo>
                  <a:pt x="1682496" y="57912"/>
                </a:lnTo>
                <a:lnTo>
                  <a:pt x="1688604" y="51816"/>
                </a:lnTo>
                <a:lnTo>
                  <a:pt x="1802904" y="51816"/>
                </a:lnTo>
                <a:lnTo>
                  <a:pt x="1802904" y="40982"/>
                </a:lnTo>
                <a:lnTo>
                  <a:pt x="1801380" y="42672"/>
                </a:lnTo>
                <a:lnTo>
                  <a:pt x="1693176" y="42672"/>
                </a:lnTo>
                <a:lnTo>
                  <a:pt x="1698904" y="34353"/>
                </a:lnTo>
                <a:lnTo>
                  <a:pt x="1704797" y="27622"/>
                </a:lnTo>
                <a:lnTo>
                  <a:pt x="1710956" y="22301"/>
                </a:lnTo>
                <a:lnTo>
                  <a:pt x="1717560" y="18288"/>
                </a:lnTo>
                <a:lnTo>
                  <a:pt x="1685556" y="0"/>
                </a:lnTo>
                <a:lnTo>
                  <a:pt x="1672018" y="37147"/>
                </a:lnTo>
                <a:lnTo>
                  <a:pt x="1650555" y="77622"/>
                </a:lnTo>
                <a:lnTo>
                  <a:pt x="1623060" y="115443"/>
                </a:lnTo>
                <a:lnTo>
                  <a:pt x="1595628" y="146304"/>
                </a:lnTo>
                <a:lnTo>
                  <a:pt x="1600200" y="149352"/>
                </a:lnTo>
                <a:lnTo>
                  <a:pt x="1613344" y="139915"/>
                </a:lnTo>
                <a:lnTo>
                  <a:pt x="1625346" y="129921"/>
                </a:lnTo>
                <a:lnTo>
                  <a:pt x="1636204" y="119341"/>
                </a:lnTo>
                <a:lnTo>
                  <a:pt x="1645920" y="108204"/>
                </a:lnTo>
                <a:lnTo>
                  <a:pt x="1655635" y="97891"/>
                </a:lnTo>
                <a:lnTo>
                  <a:pt x="1664208" y="87439"/>
                </a:lnTo>
                <a:lnTo>
                  <a:pt x="1671637" y="76695"/>
                </a:lnTo>
                <a:lnTo>
                  <a:pt x="1677924" y="65532"/>
                </a:lnTo>
                <a:lnTo>
                  <a:pt x="1691665" y="86360"/>
                </a:lnTo>
                <a:lnTo>
                  <a:pt x="1705559" y="105346"/>
                </a:lnTo>
                <a:lnTo>
                  <a:pt x="1719719" y="122313"/>
                </a:lnTo>
                <a:lnTo>
                  <a:pt x="1734324" y="137160"/>
                </a:lnTo>
                <a:lnTo>
                  <a:pt x="1716646" y="150558"/>
                </a:lnTo>
                <a:lnTo>
                  <a:pt x="1679028" y="175082"/>
                </a:lnTo>
                <a:lnTo>
                  <a:pt x="1638490" y="195948"/>
                </a:lnTo>
                <a:lnTo>
                  <a:pt x="1592770" y="214858"/>
                </a:lnTo>
                <a:lnTo>
                  <a:pt x="1568196" y="224028"/>
                </a:lnTo>
                <a:lnTo>
                  <a:pt x="1572768" y="230124"/>
                </a:lnTo>
                <a:lnTo>
                  <a:pt x="1618297" y="215265"/>
                </a:lnTo>
                <a:lnTo>
                  <a:pt x="1662684" y="198120"/>
                </a:lnTo>
                <a:lnTo>
                  <a:pt x="1706321" y="175450"/>
                </a:lnTo>
                <a:lnTo>
                  <a:pt x="1746516" y="149352"/>
                </a:lnTo>
                <a:lnTo>
                  <a:pt x="1762467" y="162280"/>
                </a:lnTo>
                <a:lnTo>
                  <a:pt x="1800085" y="184708"/>
                </a:lnTo>
                <a:lnTo>
                  <a:pt x="1841766" y="203352"/>
                </a:lnTo>
                <a:lnTo>
                  <a:pt x="1889772" y="217932"/>
                </a:lnTo>
                <a:lnTo>
                  <a:pt x="1893481" y="209638"/>
                </a:lnTo>
                <a:lnTo>
                  <a:pt x="1900059" y="203073"/>
                </a:lnTo>
                <a:lnTo>
                  <a:pt x="1909483" y="198208"/>
                </a:lnTo>
                <a:lnTo>
                  <a:pt x="1921764" y="195072"/>
                </a:lnTo>
                <a:lnTo>
                  <a:pt x="1921764" y="18897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" name="object 28"/>
          <p:cNvSpPr/>
          <p:nvPr/>
        </p:nvSpPr>
        <p:spPr>
          <a:xfrm>
            <a:off x="4149851" y="3677411"/>
            <a:ext cx="62865" cy="106680"/>
          </a:xfrm>
          <a:custGeom>
            <a:avLst/>
            <a:gdLst/>
            <a:ahLst/>
            <a:cxnLst/>
            <a:rect l="l" t="t" r="r" b="b"/>
            <a:pathLst>
              <a:path w="62864" h="106679">
                <a:moveTo>
                  <a:pt x="0" y="106680"/>
                </a:moveTo>
                <a:lnTo>
                  <a:pt x="0" y="103632"/>
                </a:lnTo>
                <a:lnTo>
                  <a:pt x="1524" y="102108"/>
                </a:lnTo>
                <a:lnTo>
                  <a:pt x="4572" y="100584"/>
                </a:lnTo>
                <a:lnTo>
                  <a:pt x="9786" y="96012"/>
                </a:lnTo>
                <a:lnTo>
                  <a:pt x="34647" y="60650"/>
                </a:lnTo>
                <a:lnTo>
                  <a:pt x="38100" y="51816"/>
                </a:lnTo>
                <a:lnTo>
                  <a:pt x="28956" y="51816"/>
                </a:lnTo>
                <a:lnTo>
                  <a:pt x="21336" y="50292"/>
                </a:lnTo>
                <a:lnTo>
                  <a:pt x="18288" y="47244"/>
                </a:lnTo>
                <a:lnTo>
                  <a:pt x="13716" y="44196"/>
                </a:lnTo>
                <a:lnTo>
                  <a:pt x="10668" y="39624"/>
                </a:lnTo>
                <a:lnTo>
                  <a:pt x="9144" y="35052"/>
                </a:lnTo>
                <a:lnTo>
                  <a:pt x="7620" y="28956"/>
                </a:lnTo>
                <a:lnTo>
                  <a:pt x="7620" y="24384"/>
                </a:lnTo>
                <a:lnTo>
                  <a:pt x="9144" y="19812"/>
                </a:lnTo>
                <a:lnTo>
                  <a:pt x="9144" y="15240"/>
                </a:lnTo>
                <a:lnTo>
                  <a:pt x="13716" y="10668"/>
                </a:lnTo>
                <a:lnTo>
                  <a:pt x="25908" y="1524"/>
                </a:lnTo>
                <a:lnTo>
                  <a:pt x="33528" y="0"/>
                </a:lnTo>
                <a:lnTo>
                  <a:pt x="42672" y="3048"/>
                </a:lnTo>
                <a:lnTo>
                  <a:pt x="51816" y="4572"/>
                </a:lnTo>
                <a:lnTo>
                  <a:pt x="56388" y="7620"/>
                </a:lnTo>
                <a:lnTo>
                  <a:pt x="59436" y="13716"/>
                </a:lnTo>
                <a:lnTo>
                  <a:pt x="60960" y="19812"/>
                </a:lnTo>
                <a:lnTo>
                  <a:pt x="62484" y="24384"/>
                </a:lnTo>
                <a:lnTo>
                  <a:pt x="62484" y="36576"/>
                </a:lnTo>
                <a:lnTo>
                  <a:pt x="60960" y="44196"/>
                </a:lnTo>
                <a:lnTo>
                  <a:pt x="36576" y="85344"/>
                </a:lnTo>
                <a:lnTo>
                  <a:pt x="10668" y="105156"/>
                </a:lnTo>
                <a:lnTo>
                  <a:pt x="4572" y="105156"/>
                </a:lnTo>
                <a:lnTo>
                  <a:pt x="0" y="10668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" name="object 29"/>
          <p:cNvSpPr/>
          <p:nvPr/>
        </p:nvSpPr>
        <p:spPr>
          <a:xfrm>
            <a:off x="4553711" y="3456432"/>
            <a:ext cx="297180" cy="346075"/>
          </a:xfrm>
          <a:custGeom>
            <a:avLst/>
            <a:gdLst/>
            <a:ahLst/>
            <a:cxnLst/>
            <a:rect l="l" t="t" r="r" b="b"/>
            <a:pathLst>
              <a:path w="297179" h="346075">
                <a:moveTo>
                  <a:pt x="22860" y="345948"/>
                </a:moveTo>
                <a:lnTo>
                  <a:pt x="19812" y="339852"/>
                </a:lnTo>
                <a:lnTo>
                  <a:pt x="40981" y="334970"/>
                </a:lnTo>
                <a:lnTo>
                  <a:pt x="61150" y="329374"/>
                </a:lnTo>
                <a:lnTo>
                  <a:pt x="99060" y="315468"/>
                </a:lnTo>
                <a:lnTo>
                  <a:pt x="132397" y="296989"/>
                </a:lnTo>
                <a:lnTo>
                  <a:pt x="164592" y="272796"/>
                </a:lnTo>
                <a:lnTo>
                  <a:pt x="190690" y="242125"/>
                </a:lnTo>
                <a:lnTo>
                  <a:pt x="208787" y="201168"/>
                </a:lnTo>
                <a:lnTo>
                  <a:pt x="219456" y="127444"/>
                </a:lnTo>
                <a:lnTo>
                  <a:pt x="221034" y="76581"/>
                </a:lnTo>
                <a:lnTo>
                  <a:pt x="221098" y="35052"/>
                </a:lnTo>
                <a:lnTo>
                  <a:pt x="220980" y="0"/>
                </a:lnTo>
                <a:lnTo>
                  <a:pt x="259080" y="16764"/>
                </a:lnTo>
                <a:lnTo>
                  <a:pt x="246887" y="27431"/>
                </a:lnTo>
                <a:lnTo>
                  <a:pt x="245721" y="68008"/>
                </a:lnTo>
                <a:lnTo>
                  <a:pt x="244411" y="102869"/>
                </a:lnTo>
                <a:lnTo>
                  <a:pt x="240792" y="155448"/>
                </a:lnTo>
                <a:lnTo>
                  <a:pt x="235458" y="194310"/>
                </a:lnTo>
                <a:lnTo>
                  <a:pt x="225552" y="228600"/>
                </a:lnTo>
                <a:lnTo>
                  <a:pt x="236696" y="236220"/>
                </a:lnTo>
                <a:lnTo>
                  <a:pt x="222504" y="236220"/>
                </a:lnTo>
                <a:lnTo>
                  <a:pt x="206431" y="258818"/>
                </a:lnTo>
                <a:lnTo>
                  <a:pt x="187833" y="278511"/>
                </a:lnTo>
                <a:lnTo>
                  <a:pt x="141732" y="309372"/>
                </a:lnTo>
                <a:lnTo>
                  <a:pt x="86868" y="331089"/>
                </a:lnTo>
                <a:lnTo>
                  <a:pt x="56007" y="339375"/>
                </a:lnTo>
                <a:lnTo>
                  <a:pt x="22860" y="345948"/>
                </a:lnTo>
                <a:close/>
              </a:path>
              <a:path w="297179" h="346075">
                <a:moveTo>
                  <a:pt x="22860" y="295656"/>
                </a:moveTo>
                <a:lnTo>
                  <a:pt x="0" y="268224"/>
                </a:lnTo>
                <a:lnTo>
                  <a:pt x="3762" y="263104"/>
                </a:lnTo>
                <a:lnTo>
                  <a:pt x="6096" y="256984"/>
                </a:lnTo>
                <a:lnTo>
                  <a:pt x="7266" y="250126"/>
                </a:lnTo>
                <a:lnTo>
                  <a:pt x="7557" y="243768"/>
                </a:lnTo>
                <a:lnTo>
                  <a:pt x="7519" y="59102"/>
                </a:lnTo>
                <a:lnTo>
                  <a:pt x="7429" y="48387"/>
                </a:lnTo>
                <a:lnTo>
                  <a:pt x="6977" y="30337"/>
                </a:lnTo>
                <a:lnTo>
                  <a:pt x="6096" y="13716"/>
                </a:lnTo>
                <a:lnTo>
                  <a:pt x="44196" y="32004"/>
                </a:lnTo>
                <a:lnTo>
                  <a:pt x="30480" y="44195"/>
                </a:lnTo>
                <a:lnTo>
                  <a:pt x="30480" y="248412"/>
                </a:lnTo>
                <a:lnTo>
                  <a:pt x="68106" y="248412"/>
                </a:lnTo>
                <a:lnTo>
                  <a:pt x="59436" y="256032"/>
                </a:lnTo>
                <a:lnTo>
                  <a:pt x="48577" y="265437"/>
                </a:lnTo>
                <a:lnTo>
                  <a:pt x="38801" y="275343"/>
                </a:lnTo>
                <a:lnTo>
                  <a:pt x="30289" y="285392"/>
                </a:lnTo>
                <a:lnTo>
                  <a:pt x="22860" y="295656"/>
                </a:lnTo>
                <a:close/>
              </a:path>
              <a:path w="297179" h="346075">
                <a:moveTo>
                  <a:pt x="137160" y="126492"/>
                </a:moveTo>
                <a:lnTo>
                  <a:pt x="131064" y="126492"/>
                </a:lnTo>
                <a:lnTo>
                  <a:pt x="128016" y="120396"/>
                </a:lnTo>
                <a:lnTo>
                  <a:pt x="124968" y="106680"/>
                </a:lnTo>
                <a:lnTo>
                  <a:pt x="119253" y="92344"/>
                </a:lnTo>
                <a:lnTo>
                  <a:pt x="111252" y="76581"/>
                </a:lnTo>
                <a:lnTo>
                  <a:pt x="100965" y="59102"/>
                </a:lnTo>
                <a:lnTo>
                  <a:pt x="88392" y="39624"/>
                </a:lnTo>
                <a:lnTo>
                  <a:pt x="92964" y="35052"/>
                </a:lnTo>
                <a:lnTo>
                  <a:pt x="118967" y="54197"/>
                </a:lnTo>
                <a:lnTo>
                  <a:pt x="137541" y="70484"/>
                </a:lnTo>
                <a:lnTo>
                  <a:pt x="148685" y="83915"/>
                </a:lnTo>
                <a:lnTo>
                  <a:pt x="152400" y="94488"/>
                </a:lnTo>
                <a:lnTo>
                  <a:pt x="151852" y="102155"/>
                </a:lnTo>
                <a:lnTo>
                  <a:pt x="150304" y="108966"/>
                </a:lnTo>
                <a:lnTo>
                  <a:pt x="147899" y="114633"/>
                </a:lnTo>
                <a:lnTo>
                  <a:pt x="144780" y="118872"/>
                </a:lnTo>
                <a:lnTo>
                  <a:pt x="140208" y="124968"/>
                </a:lnTo>
                <a:lnTo>
                  <a:pt x="137160" y="126492"/>
                </a:lnTo>
                <a:close/>
              </a:path>
              <a:path w="297179" h="346075">
                <a:moveTo>
                  <a:pt x="68106" y="248412"/>
                </a:moveTo>
                <a:lnTo>
                  <a:pt x="30480" y="248412"/>
                </a:lnTo>
                <a:lnTo>
                  <a:pt x="49101" y="238125"/>
                </a:lnTo>
                <a:lnTo>
                  <a:pt x="73152" y="223266"/>
                </a:lnTo>
                <a:lnTo>
                  <a:pt x="102917" y="203835"/>
                </a:lnTo>
                <a:lnTo>
                  <a:pt x="138684" y="179832"/>
                </a:lnTo>
                <a:lnTo>
                  <a:pt x="143256" y="184404"/>
                </a:lnTo>
                <a:lnTo>
                  <a:pt x="73390" y="243768"/>
                </a:lnTo>
                <a:lnTo>
                  <a:pt x="68106" y="248412"/>
                </a:lnTo>
                <a:close/>
              </a:path>
              <a:path w="297179" h="346075">
                <a:moveTo>
                  <a:pt x="286511" y="327660"/>
                </a:moveTo>
                <a:lnTo>
                  <a:pt x="280416" y="327660"/>
                </a:lnTo>
                <a:lnTo>
                  <a:pt x="275844" y="320040"/>
                </a:lnTo>
                <a:lnTo>
                  <a:pt x="271272" y="306324"/>
                </a:lnTo>
                <a:lnTo>
                  <a:pt x="264080" y="291726"/>
                </a:lnTo>
                <a:lnTo>
                  <a:pt x="253746" y="275272"/>
                </a:lnTo>
                <a:lnTo>
                  <a:pt x="239982" y="256817"/>
                </a:lnTo>
                <a:lnTo>
                  <a:pt x="222504" y="236220"/>
                </a:lnTo>
                <a:lnTo>
                  <a:pt x="236696" y="236220"/>
                </a:lnTo>
                <a:lnTo>
                  <a:pt x="268628" y="259675"/>
                </a:lnTo>
                <a:lnTo>
                  <a:pt x="296037" y="290726"/>
                </a:lnTo>
                <a:lnTo>
                  <a:pt x="297180" y="298704"/>
                </a:lnTo>
                <a:lnTo>
                  <a:pt x="297180" y="309372"/>
                </a:lnTo>
                <a:lnTo>
                  <a:pt x="295656" y="316992"/>
                </a:lnTo>
                <a:lnTo>
                  <a:pt x="288036" y="324612"/>
                </a:lnTo>
                <a:lnTo>
                  <a:pt x="286511" y="32766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" name="object 30"/>
          <p:cNvSpPr/>
          <p:nvPr/>
        </p:nvSpPr>
        <p:spPr>
          <a:xfrm>
            <a:off x="4899647" y="3445776"/>
            <a:ext cx="1923414" cy="364490"/>
          </a:xfrm>
          <a:custGeom>
            <a:avLst/>
            <a:gdLst/>
            <a:ahLst/>
            <a:cxnLst/>
            <a:rect l="l" t="t" r="r" b="b"/>
            <a:pathLst>
              <a:path w="1923415" h="364489">
                <a:moveTo>
                  <a:pt x="356616" y="326123"/>
                </a:moveTo>
                <a:lnTo>
                  <a:pt x="310756" y="314769"/>
                </a:lnTo>
                <a:lnTo>
                  <a:pt x="263461" y="290893"/>
                </a:lnTo>
                <a:lnTo>
                  <a:pt x="236220" y="268211"/>
                </a:lnTo>
                <a:lnTo>
                  <a:pt x="248716" y="252984"/>
                </a:lnTo>
                <a:lnTo>
                  <a:pt x="254749" y="245618"/>
                </a:lnTo>
                <a:lnTo>
                  <a:pt x="273558" y="218884"/>
                </a:lnTo>
                <a:lnTo>
                  <a:pt x="292379" y="187845"/>
                </a:lnTo>
                <a:lnTo>
                  <a:pt x="310896" y="152387"/>
                </a:lnTo>
                <a:lnTo>
                  <a:pt x="324612" y="144767"/>
                </a:lnTo>
                <a:lnTo>
                  <a:pt x="323189" y="143243"/>
                </a:lnTo>
                <a:lnTo>
                  <a:pt x="314617" y="134099"/>
                </a:lnTo>
                <a:lnTo>
                  <a:pt x="301752" y="120383"/>
                </a:lnTo>
                <a:lnTo>
                  <a:pt x="289560" y="132575"/>
                </a:lnTo>
                <a:lnTo>
                  <a:pt x="289560" y="143243"/>
                </a:lnTo>
                <a:lnTo>
                  <a:pt x="276758" y="173253"/>
                </a:lnTo>
                <a:lnTo>
                  <a:pt x="261366" y="201549"/>
                </a:lnTo>
                <a:lnTo>
                  <a:pt x="243700" y="228117"/>
                </a:lnTo>
                <a:lnTo>
                  <a:pt x="224028" y="252984"/>
                </a:lnTo>
                <a:lnTo>
                  <a:pt x="199415" y="222135"/>
                </a:lnTo>
                <a:lnTo>
                  <a:pt x="177927" y="186880"/>
                </a:lnTo>
                <a:lnTo>
                  <a:pt x="159308" y="147320"/>
                </a:lnTo>
                <a:lnTo>
                  <a:pt x="146621" y="112763"/>
                </a:lnTo>
                <a:lnTo>
                  <a:pt x="143256" y="103619"/>
                </a:lnTo>
                <a:lnTo>
                  <a:pt x="145529" y="84213"/>
                </a:lnTo>
                <a:lnTo>
                  <a:pt x="147637" y="67233"/>
                </a:lnTo>
                <a:lnTo>
                  <a:pt x="149479" y="52832"/>
                </a:lnTo>
                <a:lnTo>
                  <a:pt x="150876" y="41135"/>
                </a:lnTo>
                <a:lnTo>
                  <a:pt x="246888" y="41135"/>
                </a:lnTo>
                <a:lnTo>
                  <a:pt x="242557" y="54876"/>
                </a:lnTo>
                <a:lnTo>
                  <a:pt x="238506" y="68757"/>
                </a:lnTo>
                <a:lnTo>
                  <a:pt x="225031" y="110096"/>
                </a:lnTo>
                <a:lnTo>
                  <a:pt x="205740" y="134099"/>
                </a:lnTo>
                <a:lnTo>
                  <a:pt x="227076" y="153911"/>
                </a:lnTo>
                <a:lnTo>
                  <a:pt x="237744" y="143243"/>
                </a:lnTo>
                <a:lnTo>
                  <a:pt x="289560" y="143243"/>
                </a:lnTo>
                <a:lnTo>
                  <a:pt x="289560" y="132575"/>
                </a:lnTo>
                <a:lnTo>
                  <a:pt x="288036" y="134099"/>
                </a:lnTo>
                <a:lnTo>
                  <a:pt x="237744" y="134099"/>
                </a:lnTo>
                <a:lnTo>
                  <a:pt x="269748" y="50279"/>
                </a:lnTo>
                <a:lnTo>
                  <a:pt x="284124" y="41135"/>
                </a:lnTo>
                <a:lnTo>
                  <a:pt x="286512" y="39611"/>
                </a:lnTo>
                <a:lnTo>
                  <a:pt x="260604" y="18275"/>
                </a:lnTo>
                <a:lnTo>
                  <a:pt x="246888" y="31991"/>
                </a:lnTo>
                <a:lnTo>
                  <a:pt x="51816" y="31991"/>
                </a:lnTo>
                <a:lnTo>
                  <a:pt x="64008" y="44183"/>
                </a:lnTo>
                <a:lnTo>
                  <a:pt x="77724" y="41135"/>
                </a:lnTo>
                <a:lnTo>
                  <a:pt x="128016" y="41135"/>
                </a:lnTo>
                <a:lnTo>
                  <a:pt x="122682" y="92951"/>
                </a:lnTo>
                <a:lnTo>
                  <a:pt x="112776" y="149339"/>
                </a:lnTo>
                <a:lnTo>
                  <a:pt x="96393" y="205930"/>
                </a:lnTo>
                <a:lnTo>
                  <a:pt x="73152" y="254508"/>
                </a:lnTo>
                <a:lnTo>
                  <a:pt x="42291" y="300418"/>
                </a:lnTo>
                <a:lnTo>
                  <a:pt x="0" y="347472"/>
                </a:lnTo>
                <a:lnTo>
                  <a:pt x="3048" y="352044"/>
                </a:lnTo>
                <a:lnTo>
                  <a:pt x="38773" y="321183"/>
                </a:lnTo>
                <a:lnTo>
                  <a:pt x="68199" y="290322"/>
                </a:lnTo>
                <a:lnTo>
                  <a:pt x="91351" y="259461"/>
                </a:lnTo>
                <a:lnTo>
                  <a:pt x="119849" y="197421"/>
                </a:lnTo>
                <a:lnTo>
                  <a:pt x="136283" y="139649"/>
                </a:lnTo>
                <a:lnTo>
                  <a:pt x="140208" y="112763"/>
                </a:lnTo>
                <a:lnTo>
                  <a:pt x="151333" y="152387"/>
                </a:lnTo>
                <a:lnTo>
                  <a:pt x="166497" y="191630"/>
                </a:lnTo>
                <a:lnTo>
                  <a:pt x="185648" y="230212"/>
                </a:lnTo>
                <a:lnTo>
                  <a:pt x="208788" y="268211"/>
                </a:lnTo>
                <a:lnTo>
                  <a:pt x="178193" y="292227"/>
                </a:lnTo>
                <a:lnTo>
                  <a:pt x="141160" y="313944"/>
                </a:lnTo>
                <a:lnTo>
                  <a:pt x="97561" y="333375"/>
                </a:lnTo>
                <a:lnTo>
                  <a:pt x="47244" y="350520"/>
                </a:lnTo>
                <a:lnTo>
                  <a:pt x="48768" y="356616"/>
                </a:lnTo>
                <a:lnTo>
                  <a:pt x="102285" y="342582"/>
                </a:lnTo>
                <a:lnTo>
                  <a:pt x="148780" y="325564"/>
                </a:lnTo>
                <a:lnTo>
                  <a:pt x="188722" y="305384"/>
                </a:lnTo>
                <a:lnTo>
                  <a:pt x="222504" y="281940"/>
                </a:lnTo>
                <a:lnTo>
                  <a:pt x="242557" y="301675"/>
                </a:lnTo>
                <a:lnTo>
                  <a:pt x="266319" y="319849"/>
                </a:lnTo>
                <a:lnTo>
                  <a:pt x="294093" y="336588"/>
                </a:lnTo>
                <a:lnTo>
                  <a:pt x="326136" y="352044"/>
                </a:lnTo>
                <a:lnTo>
                  <a:pt x="331330" y="343776"/>
                </a:lnTo>
                <a:lnTo>
                  <a:pt x="337947" y="337375"/>
                </a:lnTo>
                <a:lnTo>
                  <a:pt x="346290" y="332968"/>
                </a:lnTo>
                <a:lnTo>
                  <a:pt x="356616" y="330708"/>
                </a:lnTo>
                <a:lnTo>
                  <a:pt x="356616" y="326123"/>
                </a:lnTo>
                <a:close/>
              </a:path>
              <a:path w="1923415" h="364489">
                <a:moveTo>
                  <a:pt x="748296" y="169151"/>
                </a:moveTo>
                <a:lnTo>
                  <a:pt x="714768" y="135623"/>
                </a:lnTo>
                <a:lnTo>
                  <a:pt x="682764" y="160007"/>
                </a:lnTo>
                <a:lnTo>
                  <a:pt x="399300" y="160007"/>
                </a:lnTo>
                <a:lnTo>
                  <a:pt x="413016" y="173723"/>
                </a:lnTo>
                <a:lnTo>
                  <a:pt x="421589" y="171729"/>
                </a:lnTo>
                <a:lnTo>
                  <a:pt x="431304" y="170294"/>
                </a:lnTo>
                <a:lnTo>
                  <a:pt x="442163" y="169443"/>
                </a:lnTo>
                <a:lnTo>
                  <a:pt x="454164" y="169151"/>
                </a:lnTo>
                <a:lnTo>
                  <a:pt x="748296" y="169151"/>
                </a:lnTo>
                <a:close/>
              </a:path>
              <a:path w="1923415" h="364489">
                <a:moveTo>
                  <a:pt x="979944" y="103619"/>
                </a:moveTo>
                <a:lnTo>
                  <a:pt x="970800" y="94475"/>
                </a:lnTo>
                <a:lnTo>
                  <a:pt x="954036" y="77711"/>
                </a:lnTo>
                <a:lnTo>
                  <a:pt x="937272" y="94475"/>
                </a:lnTo>
                <a:lnTo>
                  <a:pt x="908316" y="94475"/>
                </a:lnTo>
                <a:lnTo>
                  <a:pt x="908316" y="39611"/>
                </a:lnTo>
                <a:lnTo>
                  <a:pt x="922032" y="28943"/>
                </a:lnTo>
                <a:lnTo>
                  <a:pt x="886980" y="10655"/>
                </a:lnTo>
                <a:lnTo>
                  <a:pt x="888238" y="67957"/>
                </a:lnTo>
                <a:lnTo>
                  <a:pt x="888441" y="114287"/>
                </a:lnTo>
                <a:lnTo>
                  <a:pt x="888504" y="193535"/>
                </a:lnTo>
                <a:lnTo>
                  <a:pt x="844308" y="199631"/>
                </a:lnTo>
                <a:lnTo>
                  <a:pt x="844308" y="92951"/>
                </a:lnTo>
                <a:lnTo>
                  <a:pt x="856500" y="80759"/>
                </a:lnTo>
                <a:lnTo>
                  <a:pt x="822972" y="63995"/>
                </a:lnTo>
                <a:lnTo>
                  <a:pt x="823201" y="84569"/>
                </a:lnTo>
                <a:lnTo>
                  <a:pt x="823683" y="111810"/>
                </a:lnTo>
                <a:lnTo>
                  <a:pt x="824255" y="153149"/>
                </a:lnTo>
                <a:lnTo>
                  <a:pt x="824496" y="201155"/>
                </a:lnTo>
                <a:lnTo>
                  <a:pt x="790968" y="205727"/>
                </a:lnTo>
                <a:lnTo>
                  <a:pt x="807732" y="234683"/>
                </a:lnTo>
                <a:lnTo>
                  <a:pt x="854786" y="214871"/>
                </a:lnTo>
                <a:lnTo>
                  <a:pt x="906957" y="201688"/>
                </a:lnTo>
                <a:lnTo>
                  <a:pt x="957694" y="190487"/>
                </a:lnTo>
                <a:lnTo>
                  <a:pt x="978420" y="185915"/>
                </a:lnTo>
                <a:lnTo>
                  <a:pt x="976896" y="178295"/>
                </a:lnTo>
                <a:lnTo>
                  <a:pt x="908316" y="190487"/>
                </a:lnTo>
                <a:lnTo>
                  <a:pt x="908316" y="103619"/>
                </a:lnTo>
                <a:lnTo>
                  <a:pt x="979944" y="103619"/>
                </a:lnTo>
                <a:close/>
              </a:path>
              <a:path w="1923415" h="364489">
                <a:moveTo>
                  <a:pt x="1091196" y="266687"/>
                </a:moveTo>
                <a:lnTo>
                  <a:pt x="1059192" y="234683"/>
                </a:lnTo>
                <a:lnTo>
                  <a:pt x="1036332" y="257543"/>
                </a:lnTo>
                <a:lnTo>
                  <a:pt x="838212" y="257543"/>
                </a:lnTo>
                <a:lnTo>
                  <a:pt x="851928" y="271259"/>
                </a:lnTo>
                <a:lnTo>
                  <a:pt x="860158" y="269265"/>
                </a:lnTo>
                <a:lnTo>
                  <a:pt x="868692" y="267830"/>
                </a:lnTo>
                <a:lnTo>
                  <a:pt x="877214" y="266979"/>
                </a:lnTo>
                <a:lnTo>
                  <a:pt x="885456" y="266687"/>
                </a:lnTo>
                <a:lnTo>
                  <a:pt x="1091196" y="266687"/>
                </a:lnTo>
                <a:close/>
              </a:path>
              <a:path w="1923415" h="364489">
                <a:moveTo>
                  <a:pt x="1138440" y="335267"/>
                </a:moveTo>
                <a:lnTo>
                  <a:pt x="1101864" y="298691"/>
                </a:lnTo>
                <a:lnTo>
                  <a:pt x="1074432" y="326123"/>
                </a:lnTo>
                <a:lnTo>
                  <a:pt x="794016" y="326123"/>
                </a:lnTo>
                <a:lnTo>
                  <a:pt x="807732" y="339839"/>
                </a:lnTo>
                <a:lnTo>
                  <a:pt x="815987" y="337845"/>
                </a:lnTo>
                <a:lnTo>
                  <a:pt x="824687" y="336410"/>
                </a:lnTo>
                <a:lnTo>
                  <a:pt x="833653" y="335559"/>
                </a:lnTo>
                <a:lnTo>
                  <a:pt x="842784" y="335267"/>
                </a:lnTo>
                <a:lnTo>
                  <a:pt x="1138440" y="335267"/>
                </a:lnTo>
                <a:close/>
              </a:path>
              <a:path w="1923415" h="364489">
                <a:moveTo>
                  <a:pt x="1139964" y="192011"/>
                </a:moveTo>
                <a:lnTo>
                  <a:pt x="1123607" y="153149"/>
                </a:lnTo>
                <a:lnTo>
                  <a:pt x="1121676" y="128003"/>
                </a:lnTo>
                <a:lnTo>
                  <a:pt x="1114056" y="128003"/>
                </a:lnTo>
                <a:lnTo>
                  <a:pt x="1113764" y="141135"/>
                </a:lnTo>
                <a:lnTo>
                  <a:pt x="1112913" y="152958"/>
                </a:lnTo>
                <a:lnTo>
                  <a:pt x="1111478" y="163372"/>
                </a:lnTo>
                <a:lnTo>
                  <a:pt x="1109484" y="172199"/>
                </a:lnTo>
                <a:lnTo>
                  <a:pt x="1107770" y="180492"/>
                </a:lnTo>
                <a:lnTo>
                  <a:pt x="1104912" y="187058"/>
                </a:lnTo>
                <a:lnTo>
                  <a:pt x="1100912" y="191922"/>
                </a:lnTo>
                <a:lnTo>
                  <a:pt x="1095768" y="195059"/>
                </a:lnTo>
                <a:lnTo>
                  <a:pt x="1039380" y="195059"/>
                </a:lnTo>
                <a:lnTo>
                  <a:pt x="1027607" y="193636"/>
                </a:lnTo>
                <a:lnTo>
                  <a:pt x="1019568" y="189344"/>
                </a:lnTo>
                <a:lnTo>
                  <a:pt x="1014945" y="182206"/>
                </a:lnTo>
                <a:lnTo>
                  <a:pt x="1013472" y="172199"/>
                </a:lnTo>
                <a:lnTo>
                  <a:pt x="1013472" y="134099"/>
                </a:lnTo>
                <a:lnTo>
                  <a:pt x="1053731" y="111810"/>
                </a:lnTo>
                <a:lnTo>
                  <a:pt x="1107973" y="84378"/>
                </a:lnTo>
                <a:lnTo>
                  <a:pt x="1121676" y="79235"/>
                </a:lnTo>
                <a:lnTo>
                  <a:pt x="1095768" y="53327"/>
                </a:lnTo>
                <a:lnTo>
                  <a:pt x="1085481" y="67957"/>
                </a:lnTo>
                <a:lnTo>
                  <a:pt x="1068336" y="84569"/>
                </a:lnTo>
                <a:lnTo>
                  <a:pt x="1044333" y="103479"/>
                </a:lnTo>
                <a:lnTo>
                  <a:pt x="1013472" y="124955"/>
                </a:lnTo>
                <a:lnTo>
                  <a:pt x="1013472" y="36563"/>
                </a:lnTo>
                <a:lnTo>
                  <a:pt x="1025664" y="25895"/>
                </a:lnTo>
                <a:lnTo>
                  <a:pt x="992136" y="10655"/>
                </a:lnTo>
                <a:lnTo>
                  <a:pt x="992987" y="25895"/>
                </a:lnTo>
                <a:lnTo>
                  <a:pt x="993470" y="39611"/>
                </a:lnTo>
                <a:lnTo>
                  <a:pt x="993635" y="49885"/>
                </a:lnTo>
                <a:lnTo>
                  <a:pt x="993686" y="181533"/>
                </a:lnTo>
                <a:lnTo>
                  <a:pt x="996175" y="195110"/>
                </a:lnTo>
                <a:lnTo>
                  <a:pt x="1003566" y="204584"/>
                </a:lnTo>
                <a:lnTo>
                  <a:pt x="1015517" y="210070"/>
                </a:lnTo>
                <a:lnTo>
                  <a:pt x="1031760" y="211823"/>
                </a:lnTo>
                <a:lnTo>
                  <a:pt x="1101864" y="211823"/>
                </a:lnTo>
                <a:lnTo>
                  <a:pt x="1114666" y="210451"/>
                </a:lnTo>
                <a:lnTo>
                  <a:pt x="1125486" y="206489"/>
                </a:lnTo>
                <a:lnTo>
                  <a:pt x="1134008" y="200253"/>
                </a:lnTo>
                <a:lnTo>
                  <a:pt x="1137754" y="195059"/>
                </a:lnTo>
                <a:lnTo>
                  <a:pt x="1139964" y="192011"/>
                </a:lnTo>
                <a:close/>
              </a:path>
              <a:path w="1923415" h="364489">
                <a:moveTo>
                  <a:pt x="1330464" y="108204"/>
                </a:moveTo>
                <a:lnTo>
                  <a:pt x="1304556" y="82296"/>
                </a:lnTo>
                <a:lnTo>
                  <a:pt x="1287792" y="99060"/>
                </a:lnTo>
                <a:lnTo>
                  <a:pt x="1266456" y="99060"/>
                </a:lnTo>
                <a:lnTo>
                  <a:pt x="1266456" y="24384"/>
                </a:lnTo>
                <a:lnTo>
                  <a:pt x="1277124" y="13716"/>
                </a:lnTo>
                <a:lnTo>
                  <a:pt x="1243596" y="0"/>
                </a:lnTo>
                <a:lnTo>
                  <a:pt x="1243850" y="24384"/>
                </a:lnTo>
                <a:lnTo>
                  <a:pt x="1244879" y="73075"/>
                </a:lnTo>
                <a:lnTo>
                  <a:pt x="1245120" y="99060"/>
                </a:lnTo>
                <a:lnTo>
                  <a:pt x="1181112" y="99060"/>
                </a:lnTo>
                <a:lnTo>
                  <a:pt x="1193304" y="111252"/>
                </a:lnTo>
                <a:lnTo>
                  <a:pt x="1207020" y="108204"/>
                </a:lnTo>
                <a:lnTo>
                  <a:pt x="1243596" y="108204"/>
                </a:lnTo>
                <a:lnTo>
                  <a:pt x="1230706" y="158775"/>
                </a:lnTo>
                <a:lnTo>
                  <a:pt x="1214831" y="205359"/>
                </a:lnTo>
                <a:lnTo>
                  <a:pt x="1195793" y="247929"/>
                </a:lnTo>
                <a:lnTo>
                  <a:pt x="1173492" y="286512"/>
                </a:lnTo>
                <a:lnTo>
                  <a:pt x="1176540" y="291084"/>
                </a:lnTo>
                <a:lnTo>
                  <a:pt x="1197965" y="265290"/>
                </a:lnTo>
                <a:lnTo>
                  <a:pt x="1216545" y="237934"/>
                </a:lnTo>
                <a:lnTo>
                  <a:pt x="1232255" y="208572"/>
                </a:lnTo>
                <a:lnTo>
                  <a:pt x="1245120" y="176784"/>
                </a:lnTo>
                <a:lnTo>
                  <a:pt x="1244879" y="233718"/>
                </a:lnTo>
                <a:lnTo>
                  <a:pt x="1243825" y="328422"/>
                </a:lnTo>
                <a:lnTo>
                  <a:pt x="1243596" y="364236"/>
                </a:lnTo>
                <a:lnTo>
                  <a:pt x="1267980" y="353568"/>
                </a:lnTo>
                <a:lnTo>
                  <a:pt x="1267091" y="328422"/>
                </a:lnTo>
                <a:lnTo>
                  <a:pt x="1266685" y="291084"/>
                </a:lnTo>
                <a:lnTo>
                  <a:pt x="1266571" y="265290"/>
                </a:lnTo>
                <a:lnTo>
                  <a:pt x="1266456" y="176784"/>
                </a:lnTo>
                <a:lnTo>
                  <a:pt x="1266456" y="156972"/>
                </a:lnTo>
                <a:lnTo>
                  <a:pt x="1298384" y="188468"/>
                </a:lnTo>
                <a:lnTo>
                  <a:pt x="1312176" y="208788"/>
                </a:lnTo>
                <a:lnTo>
                  <a:pt x="1316748" y="214884"/>
                </a:lnTo>
                <a:lnTo>
                  <a:pt x="1319796" y="214884"/>
                </a:lnTo>
                <a:lnTo>
                  <a:pt x="1321320" y="211836"/>
                </a:lnTo>
                <a:lnTo>
                  <a:pt x="1322844" y="207264"/>
                </a:lnTo>
                <a:lnTo>
                  <a:pt x="1324368" y="201168"/>
                </a:lnTo>
                <a:lnTo>
                  <a:pt x="1325892" y="196596"/>
                </a:lnTo>
                <a:lnTo>
                  <a:pt x="1325892" y="182880"/>
                </a:lnTo>
                <a:lnTo>
                  <a:pt x="1321320" y="176784"/>
                </a:lnTo>
                <a:lnTo>
                  <a:pt x="1313700" y="170688"/>
                </a:lnTo>
                <a:lnTo>
                  <a:pt x="1306525" y="166700"/>
                </a:lnTo>
                <a:lnTo>
                  <a:pt x="1296365" y="161734"/>
                </a:lnTo>
                <a:lnTo>
                  <a:pt x="1285494" y="156972"/>
                </a:lnTo>
                <a:lnTo>
                  <a:pt x="1283042" y="155892"/>
                </a:lnTo>
                <a:lnTo>
                  <a:pt x="1266456" y="149352"/>
                </a:lnTo>
                <a:lnTo>
                  <a:pt x="1266456" y="108204"/>
                </a:lnTo>
                <a:lnTo>
                  <a:pt x="1330464" y="108204"/>
                </a:lnTo>
                <a:close/>
              </a:path>
              <a:path w="1923415" h="364489">
                <a:moveTo>
                  <a:pt x="1536204" y="318516"/>
                </a:moveTo>
                <a:lnTo>
                  <a:pt x="1518869" y="283273"/>
                </a:lnTo>
                <a:lnTo>
                  <a:pt x="1517916" y="256032"/>
                </a:lnTo>
                <a:lnTo>
                  <a:pt x="1510296" y="256032"/>
                </a:lnTo>
                <a:lnTo>
                  <a:pt x="1507070" y="302323"/>
                </a:lnTo>
                <a:lnTo>
                  <a:pt x="1499628" y="323088"/>
                </a:lnTo>
                <a:lnTo>
                  <a:pt x="1466100" y="323088"/>
                </a:lnTo>
                <a:lnTo>
                  <a:pt x="1461528" y="316992"/>
                </a:lnTo>
                <a:lnTo>
                  <a:pt x="1461528" y="57912"/>
                </a:lnTo>
                <a:lnTo>
                  <a:pt x="1471688" y="51816"/>
                </a:lnTo>
                <a:lnTo>
                  <a:pt x="1476768" y="48768"/>
                </a:lnTo>
                <a:lnTo>
                  <a:pt x="1469796" y="42672"/>
                </a:lnTo>
                <a:lnTo>
                  <a:pt x="1452384" y="27432"/>
                </a:lnTo>
                <a:lnTo>
                  <a:pt x="1438668" y="42672"/>
                </a:lnTo>
                <a:lnTo>
                  <a:pt x="1368564" y="42672"/>
                </a:lnTo>
                <a:lnTo>
                  <a:pt x="1345704" y="27432"/>
                </a:lnTo>
                <a:lnTo>
                  <a:pt x="1346581" y="48768"/>
                </a:lnTo>
                <a:lnTo>
                  <a:pt x="1347038" y="69913"/>
                </a:lnTo>
                <a:lnTo>
                  <a:pt x="1347127" y="82296"/>
                </a:lnTo>
                <a:lnTo>
                  <a:pt x="1347228" y="184404"/>
                </a:lnTo>
                <a:lnTo>
                  <a:pt x="1342936" y="235051"/>
                </a:lnTo>
                <a:lnTo>
                  <a:pt x="1330083" y="279844"/>
                </a:lnTo>
                <a:lnTo>
                  <a:pt x="1308646" y="319201"/>
                </a:lnTo>
                <a:lnTo>
                  <a:pt x="1278648" y="353568"/>
                </a:lnTo>
                <a:lnTo>
                  <a:pt x="1283220" y="358140"/>
                </a:lnTo>
                <a:lnTo>
                  <a:pt x="1320342" y="324993"/>
                </a:lnTo>
                <a:lnTo>
                  <a:pt x="1347038" y="284988"/>
                </a:lnTo>
                <a:lnTo>
                  <a:pt x="1363154" y="238125"/>
                </a:lnTo>
                <a:lnTo>
                  <a:pt x="1368564" y="184404"/>
                </a:lnTo>
                <a:lnTo>
                  <a:pt x="1368564" y="51816"/>
                </a:lnTo>
                <a:lnTo>
                  <a:pt x="1440192" y="51816"/>
                </a:lnTo>
                <a:lnTo>
                  <a:pt x="1440192" y="316992"/>
                </a:lnTo>
                <a:lnTo>
                  <a:pt x="1441881" y="327228"/>
                </a:lnTo>
                <a:lnTo>
                  <a:pt x="1446860" y="334899"/>
                </a:lnTo>
                <a:lnTo>
                  <a:pt x="1454975" y="339699"/>
                </a:lnTo>
                <a:lnTo>
                  <a:pt x="1466100" y="341376"/>
                </a:lnTo>
                <a:lnTo>
                  <a:pt x="1504200" y="341376"/>
                </a:lnTo>
                <a:lnTo>
                  <a:pt x="1510296" y="339852"/>
                </a:lnTo>
                <a:lnTo>
                  <a:pt x="1517916" y="338328"/>
                </a:lnTo>
                <a:lnTo>
                  <a:pt x="1522488" y="336296"/>
                </a:lnTo>
                <a:lnTo>
                  <a:pt x="1527060" y="332422"/>
                </a:lnTo>
                <a:lnTo>
                  <a:pt x="1531632" y="326529"/>
                </a:lnTo>
                <a:lnTo>
                  <a:pt x="1533588" y="323088"/>
                </a:lnTo>
                <a:lnTo>
                  <a:pt x="1536204" y="318516"/>
                </a:lnTo>
                <a:close/>
              </a:path>
              <a:path w="1923415" h="364489">
                <a:moveTo>
                  <a:pt x="1732800" y="36576"/>
                </a:moveTo>
                <a:lnTo>
                  <a:pt x="1725295" y="30480"/>
                </a:lnTo>
                <a:lnTo>
                  <a:pt x="1708416" y="16764"/>
                </a:lnTo>
                <a:lnTo>
                  <a:pt x="1699272" y="28524"/>
                </a:lnTo>
                <a:lnTo>
                  <a:pt x="1699272" y="39624"/>
                </a:lnTo>
                <a:lnTo>
                  <a:pt x="1699272" y="99060"/>
                </a:lnTo>
                <a:lnTo>
                  <a:pt x="1638312" y="99060"/>
                </a:lnTo>
                <a:lnTo>
                  <a:pt x="1638312" y="39624"/>
                </a:lnTo>
                <a:lnTo>
                  <a:pt x="1699272" y="39624"/>
                </a:lnTo>
                <a:lnTo>
                  <a:pt x="1699272" y="28524"/>
                </a:lnTo>
                <a:lnTo>
                  <a:pt x="1697748" y="30480"/>
                </a:lnTo>
                <a:lnTo>
                  <a:pt x="1638312" y="30480"/>
                </a:lnTo>
                <a:lnTo>
                  <a:pt x="1616976" y="16764"/>
                </a:lnTo>
                <a:lnTo>
                  <a:pt x="1617853" y="30734"/>
                </a:lnTo>
                <a:lnTo>
                  <a:pt x="1618310" y="45720"/>
                </a:lnTo>
                <a:lnTo>
                  <a:pt x="1618437" y="57264"/>
                </a:lnTo>
                <a:lnTo>
                  <a:pt x="1618361" y="99060"/>
                </a:lnTo>
                <a:lnTo>
                  <a:pt x="1618297" y="104432"/>
                </a:lnTo>
                <a:lnTo>
                  <a:pt x="1617853" y="119253"/>
                </a:lnTo>
                <a:lnTo>
                  <a:pt x="1616976" y="134112"/>
                </a:lnTo>
                <a:lnTo>
                  <a:pt x="1638312" y="123444"/>
                </a:lnTo>
                <a:lnTo>
                  <a:pt x="1638312" y="108204"/>
                </a:lnTo>
                <a:lnTo>
                  <a:pt x="1699272" y="108204"/>
                </a:lnTo>
                <a:lnTo>
                  <a:pt x="1699272" y="126492"/>
                </a:lnTo>
                <a:lnTo>
                  <a:pt x="1720608" y="117348"/>
                </a:lnTo>
                <a:lnTo>
                  <a:pt x="1720392" y="108204"/>
                </a:lnTo>
                <a:lnTo>
                  <a:pt x="1720100" y="99060"/>
                </a:lnTo>
                <a:lnTo>
                  <a:pt x="1719846" y="91249"/>
                </a:lnTo>
                <a:lnTo>
                  <a:pt x="1719414" y="74676"/>
                </a:lnTo>
                <a:lnTo>
                  <a:pt x="1719300" y="69100"/>
                </a:lnTo>
                <a:lnTo>
                  <a:pt x="1719084" y="45720"/>
                </a:lnTo>
                <a:lnTo>
                  <a:pt x="1728228" y="39624"/>
                </a:lnTo>
                <a:lnTo>
                  <a:pt x="1732800" y="36576"/>
                </a:lnTo>
                <a:close/>
              </a:path>
              <a:path w="1923415" h="364489">
                <a:moveTo>
                  <a:pt x="1880628" y="35052"/>
                </a:moveTo>
                <a:lnTo>
                  <a:pt x="1874913" y="30480"/>
                </a:lnTo>
                <a:lnTo>
                  <a:pt x="1857768" y="16764"/>
                </a:lnTo>
                <a:lnTo>
                  <a:pt x="1848624" y="28524"/>
                </a:lnTo>
                <a:lnTo>
                  <a:pt x="1848624" y="39624"/>
                </a:lnTo>
                <a:lnTo>
                  <a:pt x="1848624" y="99060"/>
                </a:lnTo>
                <a:lnTo>
                  <a:pt x="1787664" y="99060"/>
                </a:lnTo>
                <a:lnTo>
                  <a:pt x="1787664" y="39624"/>
                </a:lnTo>
                <a:lnTo>
                  <a:pt x="1848624" y="39624"/>
                </a:lnTo>
                <a:lnTo>
                  <a:pt x="1848624" y="28524"/>
                </a:lnTo>
                <a:lnTo>
                  <a:pt x="1847100" y="30480"/>
                </a:lnTo>
                <a:lnTo>
                  <a:pt x="1787664" y="30480"/>
                </a:lnTo>
                <a:lnTo>
                  <a:pt x="1766328" y="16764"/>
                </a:lnTo>
                <a:lnTo>
                  <a:pt x="1767205" y="30264"/>
                </a:lnTo>
                <a:lnTo>
                  <a:pt x="1767662" y="43624"/>
                </a:lnTo>
                <a:lnTo>
                  <a:pt x="1767827" y="57264"/>
                </a:lnTo>
                <a:lnTo>
                  <a:pt x="1767751" y="91249"/>
                </a:lnTo>
                <a:lnTo>
                  <a:pt x="1767662" y="99060"/>
                </a:lnTo>
                <a:lnTo>
                  <a:pt x="1767205" y="112776"/>
                </a:lnTo>
                <a:lnTo>
                  <a:pt x="1766328" y="126492"/>
                </a:lnTo>
                <a:lnTo>
                  <a:pt x="1787664" y="118872"/>
                </a:lnTo>
                <a:lnTo>
                  <a:pt x="1787664" y="108204"/>
                </a:lnTo>
                <a:lnTo>
                  <a:pt x="1848624" y="108204"/>
                </a:lnTo>
                <a:lnTo>
                  <a:pt x="1848624" y="123444"/>
                </a:lnTo>
                <a:lnTo>
                  <a:pt x="1869960" y="115824"/>
                </a:lnTo>
                <a:lnTo>
                  <a:pt x="1869363" y="108204"/>
                </a:lnTo>
                <a:lnTo>
                  <a:pt x="1869071" y="104432"/>
                </a:lnTo>
                <a:lnTo>
                  <a:pt x="1868919" y="99060"/>
                </a:lnTo>
                <a:lnTo>
                  <a:pt x="1868627" y="88773"/>
                </a:lnTo>
                <a:lnTo>
                  <a:pt x="1868500" y="74676"/>
                </a:lnTo>
                <a:lnTo>
                  <a:pt x="1868436" y="45720"/>
                </a:lnTo>
                <a:lnTo>
                  <a:pt x="1875396" y="39624"/>
                </a:lnTo>
                <a:lnTo>
                  <a:pt x="1880628" y="35052"/>
                </a:lnTo>
                <a:close/>
              </a:path>
              <a:path w="1923415" h="364489">
                <a:moveTo>
                  <a:pt x="1923300" y="228600"/>
                </a:moveTo>
                <a:lnTo>
                  <a:pt x="1899031" y="226593"/>
                </a:lnTo>
                <a:lnTo>
                  <a:pt x="1876628" y="222885"/>
                </a:lnTo>
                <a:lnTo>
                  <a:pt x="1856219" y="217449"/>
                </a:lnTo>
                <a:lnTo>
                  <a:pt x="1848624" y="214490"/>
                </a:lnTo>
                <a:lnTo>
                  <a:pt x="1848624" y="248412"/>
                </a:lnTo>
                <a:lnTo>
                  <a:pt x="1848624" y="312420"/>
                </a:lnTo>
                <a:lnTo>
                  <a:pt x="1778520" y="312420"/>
                </a:lnTo>
                <a:lnTo>
                  <a:pt x="1778520" y="248412"/>
                </a:lnTo>
                <a:lnTo>
                  <a:pt x="1848624" y="248412"/>
                </a:lnTo>
                <a:lnTo>
                  <a:pt x="1848624" y="214490"/>
                </a:lnTo>
                <a:lnTo>
                  <a:pt x="1805762" y="190690"/>
                </a:lnTo>
                <a:lnTo>
                  <a:pt x="1776996" y="167640"/>
                </a:lnTo>
                <a:lnTo>
                  <a:pt x="1915680" y="167640"/>
                </a:lnTo>
                <a:lnTo>
                  <a:pt x="1885200" y="137160"/>
                </a:lnTo>
                <a:lnTo>
                  <a:pt x="1863864" y="158496"/>
                </a:lnTo>
                <a:lnTo>
                  <a:pt x="1833384" y="158496"/>
                </a:lnTo>
                <a:lnTo>
                  <a:pt x="1837956" y="152400"/>
                </a:lnTo>
                <a:lnTo>
                  <a:pt x="1840915" y="147942"/>
                </a:lnTo>
                <a:lnTo>
                  <a:pt x="1808734" y="121627"/>
                </a:lnTo>
                <a:lnTo>
                  <a:pt x="1795284" y="117348"/>
                </a:lnTo>
                <a:lnTo>
                  <a:pt x="1792236" y="121920"/>
                </a:lnTo>
                <a:lnTo>
                  <a:pt x="1803450" y="130200"/>
                </a:lnTo>
                <a:lnTo>
                  <a:pt x="1812239" y="139065"/>
                </a:lnTo>
                <a:lnTo>
                  <a:pt x="1819021" y="148488"/>
                </a:lnTo>
                <a:lnTo>
                  <a:pt x="1824240" y="158496"/>
                </a:lnTo>
                <a:lnTo>
                  <a:pt x="1726704" y="158496"/>
                </a:lnTo>
                <a:lnTo>
                  <a:pt x="1733791" y="150177"/>
                </a:lnTo>
                <a:lnTo>
                  <a:pt x="1741182" y="143446"/>
                </a:lnTo>
                <a:lnTo>
                  <a:pt x="1748561" y="138125"/>
                </a:lnTo>
                <a:lnTo>
                  <a:pt x="1755660" y="134112"/>
                </a:lnTo>
                <a:lnTo>
                  <a:pt x="1726704" y="114300"/>
                </a:lnTo>
                <a:lnTo>
                  <a:pt x="1721599" y="125704"/>
                </a:lnTo>
                <a:lnTo>
                  <a:pt x="1715655" y="136969"/>
                </a:lnTo>
                <a:lnTo>
                  <a:pt x="1709191" y="147828"/>
                </a:lnTo>
                <a:lnTo>
                  <a:pt x="1702320" y="158496"/>
                </a:lnTo>
                <a:lnTo>
                  <a:pt x="1574304" y="158496"/>
                </a:lnTo>
                <a:lnTo>
                  <a:pt x="1588020" y="172212"/>
                </a:lnTo>
                <a:lnTo>
                  <a:pt x="1596301" y="170205"/>
                </a:lnTo>
                <a:lnTo>
                  <a:pt x="1605165" y="168783"/>
                </a:lnTo>
                <a:lnTo>
                  <a:pt x="1614589" y="167919"/>
                </a:lnTo>
                <a:lnTo>
                  <a:pt x="1624596" y="167640"/>
                </a:lnTo>
                <a:lnTo>
                  <a:pt x="1697748" y="167640"/>
                </a:lnTo>
                <a:lnTo>
                  <a:pt x="1669173" y="197739"/>
                </a:lnTo>
                <a:lnTo>
                  <a:pt x="1638312" y="220980"/>
                </a:lnTo>
                <a:lnTo>
                  <a:pt x="1603832" y="240411"/>
                </a:lnTo>
                <a:lnTo>
                  <a:pt x="1563636" y="257556"/>
                </a:lnTo>
                <a:lnTo>
                  <a:pt x="1565160" y="262128"/>
                </a:lnTo>
                <a:lnTo>
                  <a:pt x="1579130" y="258432"/>
                </a:lnTo>
                <a:lnTo>
                  <a:pt x="1593545" y="254317"/>
                </a:lnTo>
                <a:lnTo>
                  <a:pt x="1608150" y="249936"/>
                </a:lnTo>
                <a:lnTo>
                  <a:pt x="1623072" y="245364"/>
                </a:lnTo>
                <a:lnTo>
                  <a:pt x="1622983" y="312420"/>
                </a:lnTo>
                <a:lnTo>
                  <a:pt x="1622882" y="321564"/>
                </a:lnTo>
                <a:lnTo>
                  <a:pt x="1622425" y="335280"/>
                </a:lnTo>
                <a:lnTo>
                  <a:pt x="1621548" y="348996"/>
                </a:lnTo>
                <a:lnTo>
                  <a:pt x="1642884" y="341376"/>
                </a:lnTo>
                <a:lnTo>
                  <a:pt x="1642884" y="321564"/>
                </a:lnTo>
                <a:lnTo>
                  <a:pt x="1702320" y="321564"/>
                </a:lnTo>
                <a:lnTo>
                  <a:pt x="1702320" y="344424"/>
                </a:lnTo>
                <a:lnTo>
                  <a:pt x="1723656" y="336804"/>
                </a:lnTo>
                <a:lnTo>
                  <a:pt x="1723415" y="323913"/>
                </a:lnTo>
                <a:lnTo>
                  <a:pt x="1723339" y="321564"/>
                </a:lnTo>
                <a:lnTo>
                  <a:pt x="1723085" y="312420"/>
                </a:lnTo>
                <a:lnTo>
                  <a:pt x="1722945" y="307848"/>
                </a:lnTo>
                <a:lnTo>
                  <a:pt x="1722361" y="282143"/>
                </a:lnTo>
                <a:lnTo>
                  <a:pt x="1722132" y="252984"/>
                </a:lnTo>
                <a:lnTo>
                  <a:pt x="1727466" y="248412"/>
                </a:lnTo>
                <a:lnTo>
                  <a:pt x="1731022" y="245364"/>
                </a:lnTo>
                <a:lnTo>
                  <a:pt x="1732800" y="243840"/>
                </a:lnTo>
                <a:lnTo>
                  <a:pt x="1727085" y="239268"/>
                </a:lnTo>
                <a:lnTo>
                  <a:pt x="1709940" y="225552"/>
                </a:lnTo>
                <a:lnTo>
                  <a:pt x="1702320" y="235356"/>
                </a:lnTo>
                <a:lnTo>
                  <a:pt x="1702320" y="248412"/>
                </a:lnTo>
                <a:lnTo>
                  <a:pt x="1702320" y="312420"/>
                </a:lnTo>
                <a:lnTo>
                  <a:pt x="1642884" y="312420"/>
                </a:lnTo>
                <a:lnTo>
                  <a:pt x="1642884" y="248412"/>
                </a:lnTo>
                <a:lnTo>
                  <a:pt x="1702320" y="248412"/>
                </a:lnTo>
                <a:lnTo>
                  <a:pt x="1702320" y="235356"/>
                </a:lnTo>
                <a:lnTo>
                  <a:pt x="1699272" y="239268"/>
                </a:lnTo>
                <a:lnTo>
                  <a:pt x="1635264" y="239268"/>
                </a:lnTo>
                <a:lnTo>
                  <a:pt x="1658696" y="226136"/>
                </a:lnTo>
                <a:lnTo>
                  <a:pt x="1680984" y="209740"/>
                </a:lnTo>
                <a:lnTo>
                  <a:pt x="1702130" y="190182"/>
                </a:lnTo>
                <a:lnTo>
                  <a:pt x="1722132" y="167640"/>
                </a:lnTo>
                <a:lnTo>
                  <a:pt x="1767852" y="167640"/>
                </a:lnTo>
                <a:lnTo>
                  <a:pt x="1783016" y="186499"/>
                </a:lnTo>
                <a:lnTo>
                  <a:pt x="1801190" y="204216"/>
                </a:lnTo>
                <a:lnTo>
                  <a:pt x="1822500" y="220789"/>
                </a:lnTo>
                <a:lnTo>
                  <a:pt x="1847100" y="236220"/>
                </a:lnTo>
                <a:lnTo>
                  <a:pt x="1844052" y="239268"/>
                </a:lnTo>
                <a:lnTo>
                  <a:pt x="1778520" y="239268"/>
                </a:lnTo>
                <a:lnTo>
                  <a:pt x="1757184" y="228600"/>
                </a:lnTo>
                <a:lnTo>
                  <a:pt x="1757553" y="234696"/>
                </a:lnTo>
                <a:lnTo>
                  <a:pt x="1758086" y="243840"/>
                </a:lnTo>
                <a:lnTo>
                  <a:pt x="1758454" y="256032"/>
                </a:lnTo>
                <a:lnTo>
                  <a:pt x="1758556" y="262128"/>
                </a:lnTo>
                <a:lnTo>
                  <a:pt x="1758683" y="272961"/>
                </a:lnTo>
                <a:lnTo>
                  <a:pt x="1758594" y="312420"/>
                </a:lnTo>
                <a:lnTo>
                  <a:pt x="1758467" y="321564"/>
                </a:lnTo>
                <a:lnTo>
                  <a:pt x="1758086" y="335280"/>
                </a:lnTo>
                <a:lnTo>
                  <a:pt x="1758022" y="336804"/>
                </a:lnTo>
                <a:lnTo>
                  <a:pt x="1757184" y="352044"/>
                </a:lnTo>
                <a:lnTo>
                  <a:pt x="1778520" y="344424"/>
                </a:lnTo>
                <a:lnTo>
                  <a:pt x="1778520" y="321564"/>
                </a:lnTo>
                <a:lnTo>
                  <a:pt x="1848624" y="321564"/>
                </a:lnTo>
                <a:lnTo>
                  <a:pt x="1848624" y="345948"/>
                </a:lnTo>
                <a:lnTo>
                  <a:pt x="1871484" y="336804"/>
                </a:lnTo>
                <a:lnTo>
                  <a:pt x="1870671" y="323913"/>
                </a:lnTo>
                <a:lnTo>
                  <a:pt x="1870570" y="321564"/>
                </a:lnTo>
                <a:lnTo>
                  <a:pt x="1870354" y="312420"/>
                </a:lnTo>
                <a:lnTo>
                  <a:pt x="1870189" y="305752"/>
                </a:lnTo>
                <a:lnTo>
                  <a:pt x="1870075" y="294132"/>
                </a:lnTo>
                <a:lnTo>
                  <a:pt x="1869973" y="249910"/>
                </a:lnTo>
                <a:lnTo>
                  <a:pt x="1871484" y="248412"/>
                </a:lnTo>
                <a:lnTo>
                  <a:pt x="1894344" y="256032"/>
                </a:lnTo>
                <a:lnTo>
                  <a:pt x="1897519" y="248412"/>
                </a:lnTo>
                <a:lnTo>
                  <a:pt x="1923300" y="234696"/>
                </a:lnTo>
                <a:lnTo>
                  <a:pt x="1923300" y="22860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" name="object 31"/>
          <p:cNvSpPr/>
          <p:nvPr/>
        </p:nvSpPr>
        <p:spPr>
          <a:xfrm>
            <a:off x="6886956" y="3677411"/>
            <a:ext cx="60960" cy="106680"/>
          </a:xfrm>
          <a:custGeom>
            <a:avLst/>
            <a:gdLst/>
            <a:ahLst/>
            <a:cxnLst/>
            <a:rect l="l" t="t" r="r" b="b"/>
            <a:pathLst>
              <a:path w="60959" h="106679">
                <a:moveTo>
                  <a:pt x="0" y="106680"/>
                </a:moveTo>
                <a:lnTo>
                  <a:pt x="0" y="103632"/>
                </a:lnTo>
                <a:lnTo>
                  <a:pt x="1523" y="102108"/>
                </a:lnTo>
                <a:lnTo>
                  <a:pt x="4571" y="100584"/>
                </a:lnTo>
                <a:lnTo>
                  <a:pt x="16763" y="88392"/>
                </a:lnTo>
                <a:lnTo>
                  <a:pt x="36575" y="51816"/>
                </a:lnTo>
                <a:lnTo>
                  <a:pt x="27431" y="51816"/>
                </a:lnTo>
                <a:lnTo>
                  <a:pt x="21335" y="50292"/>
                </a:lnTo>
                <a:lnTo>
                  <a:pt x="12191" y="44196"/>
                </a:lnTo>
                <a:lnTo>
                  <a:pt x="9143" y="39624"/>
                </a:lnTo>
                <a:lnTo>
                  <a:pt x="7619" y="35052"/>
                </a:lnTo>
                <a:lnTo>
                  <a:pt x="6095" y="28956"/>
                </a:lnTo>
                <a:lnTo>
                  <a:pt x="6095" y="24384"/>
                </a:lnTo>
                <a:lnTo>
                  <a:pt x="9143" y="15240"/>
                </a:lnTo>
                <a:lnTo>
                  <a:pt x="12191" y="10668"/>
                </a:lnTo>
                <a:lnTo>
                  <a:pt x="24383" y="1524"/>
                </a:lnTo>
                <a:lnTo>
                  <a:pt x="32003" y="0"/>
                </a:lnTo>
                <a:lnTo>
                  <a:pt x="41147" y="3048"/>
                </a:lnTo>
                <a:lnTo>
                  <a:pt x="50291" y="4572"/>
                </a:lnTo>
                <a:lnTo>
                  <a:pt x="56387" y="7620"/>
                </a:lnTo>
                <a:lnTo>
                  <a:pt x="59435" y="19812"/>
                </a:lnTo>
                <a:lnTo>
                  <a:pt x="60959" y="24384"/>
                </a:lnTo>
                <a:lnTo>
                  <a:pt x="60959" y="36576"/>
                </a:lnTo>
                <a:lnTo>
                  <a:pt x="59435" y="44196"/>
                </a:lnTo>
                <a:lnTo>
                  <a:pt x="27574" y="93368"/>
                </a:lnTo>
                <a:lnTo>
                  <a:pt x="9143" y="105156"/>
                </a:lnTo>
                <a:lnTo>
                  <a:pt x="3047" y="105156"/>
                </a:lnTo>
                <a:lnTo>
                  <a:pt x="0" y="10668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" name="object 32"/>
          <p:cNvSpPr/>
          <p:nvPr/>
        </p:nvSpPr>
        <p:spPr>
          <a:xfrm>
            <a:off x="7246607" y="3445763"/>
            <a:ext cx="2700655" cy="363220"/>
          </a:xfrm>
          <a:custGeom>
            <a:avLst/>
            <a:gdLst/>
            <a:ahLst/>
            <a:cxnLst/>
            <a:rect l="l" t="t" r="r" b="b"/>
            <a:pathLst>
              <a:path w="2700654" h="363220">
                <a:moveTo>
                  <a:pt x="150876" y="99060"/>
                </a:moveTo>
                <a:lnTo>
                  <a:pt x="124968" y="73152"/>
                </a:lnTo>
                <a:lnTo>
                  <a:pt x="108204" y="89916"/>
                </a:lnTo>
                <a:lnTo>
                  <a:pt x="92964" y="89916"/>
                </a:lnTo>
                <a:lnTo>
                  <a:pt x="92964" y="28956"/>
                </a:lnTo>
                <a:lnTo>
                  <a:pt x="106680" y="18288"/>
                </a:lnTo>
                <a:lnTo>
                  <a:pt x="70104" y="1524"/>
                </a:lnTo>
                <a:lnTo>
                  <a:pt x="70345" y="21551"/>
                </a:lnTo>
                <a:lnTo>
                  <a:pt x="70866" y="42862"/>
                </a:lnTo>
                <a:lnTo>
                  <a:pt x="71399" y="65608"/>
                </a:lnTo>
                <a:lnTo>
                  <a:pt x="71628" y="89916"/>
                </a:lnTo>
                <a:lnTo>
                  <a:pt x="0" y="89916"/>
                </a:lnTo>
                <a:lnTo>
                  <a:pt x="12192" y="102108"/>
                </a:lnTo>
                <a:lnTo>
                  <a:pt x="30480" y="99060"/>
                </a:lnTo>
                <a:lnTo>
                  <a:pt x="71628" y="99060"/>
                </a:lnTo>
                <a:lnTo>
                  <a:pt x="71628" y="176784"/>
                </a:lnTo>
                <a:lnTo>
                  <a:pt x="47371" y="185724"/>
                </a:lnTo>
                <a:lnTo>
                  <a:pt x="27241" y="192214"/>
                </a:lnTo>
                <a:lnTo>
                  <a:pt x="11417" y="196723"/>
                </a:lnTo>
                <a:lnTo>
                  <a:pt x="0" y="199644"/>
                </a:lnTo>
                <a:lnTo>
                  <a:pt x="19812" y="227076"/>
                </a:lnTo>
                <a:lnTo>
                  <a:pt x="26416" y="219938"/>
                </a:lnTo>
                <a:lnTo>
                  <a:pt x="37147" y="212217"/>
                </a:lnTo>
                <a:lnTo>
                  <a:pt x="52184" y="203936"/>
                </a:lnTo>
                <a:lnTo>
                  <a:pt x="71628" y="195072"/>
                </a:lnTo>
                <a:lnTo>
                  <a:pt x="71628" y="316992"/>
                </a:lnTo>
                <a:lnTo>
                  <a:pt x="68580" y="321564"/>
                </a:lnTo>
                <a:lnTo>
                  <a:pt x="62484" y="323088"/>
                </a:lnTo>
                <a:lnTo>
                  <a:pt x="55943" y="322783"/>
                </a:lnTo>
                <a:lnTo>
                  <a:pt x="45529" y="321754"/>
                </a:lnTo>
                <a:lnTo>
                  <a:pt x="31419" y="319874"/>
                </a:lnTo>
                <a:lnTo>
                  <a:pt x="13716" y="316992"/>
                </a:lnTo>
                <a:lnTo>
                  <a:pt x="13716" y="324612"/>
                </a:lnTo>
                <a:lnTo>
                  <a:pt x="33718" y="332003"/>
                </a:lnTo>
                <a:lnTo>
                  <a:pt x="48006" y="340233"/>
                </a:lnTo>
                <a:lnTo>
                  <a:pt x="56578" y="349046"/>
                </a:lnTo>
                <a:lnTo>
                  <a:pt x="59436" y="358140"/>
                </a:lnTo>
                <a:lnTo>
                  <a:pt x="72821" y="352475"/>
                </a:lnTo>
                <a:lnTo>
                  <a:pt x="83058" y="344805"/>
                </a:lnTo>
                <a:lnTo>
                  <a:pt x="89877" y="335432"/>
                </a:lnTo>
                <a:lnTo>
                  <a:pt x="92964" y="324612"/>
                </a:lnTo>
                <a:lnTo>
                  <a:pt x="92964" y="323088"/>
                </a:lnTo>
                <a:lnTo>
                  <a:pt x="92964" y="195072"/>
                </a:lnTo>
                <a:lnTo>
                  <a:pt x="92964" y="184404"/>
                </a:lnTo>
                <a:lnTo>
                  <a:pt x="121843" y="169164"/>
                </a:lnTo>
                <a:lnTo>
                  <a:pt x="147828" y="155448"/>
                </a:lnTo>
                <a:lnTo>
                  <a:pt x="144780" y="149352"/>
                </a:lnTo>
                <a:lnTo>
                  <a:pt x="92964" y="169164"/>
                </a:lnTo>
                <a:lnTo>
                  <a:pt x="92964" y="99060"/>
                </a:lnTo>
                <a:lnTo>
                  <a:pt x="150876" y="99060"/>
                </a:lnTo>
                <a:close/>
              </a:path>
              <a:path w="2700654" h="363220">
                <a:moveTo>
                  <a:pt x="359664" y="321564"/>
                </a:moveTo>
                <a:lnTo>
                  <a:pt x="352044" y="316992"/>
                </a:lnTo>
                <a:lnTo>
                  <a:pt x="345948" y="310896"/>
                </a:lnTo>
                <a:lnTo>
                  <a:pt x="344424" y="301752"/>
                </a:lnTo>
                <a:lnTo>
                  <a:pt x="342404" y="294373"/>
                </a:lnTo>
                <a:lnTo>
                  <a:pt x="340804" y="283845"/>
                </a:lnTo>
                <a:lnTo>
                  <a:pt x="339496" y="270471"/>
                </a:lnTo>
                <a:lnTo>
                  <a:pt x="338328" y="254508"/>
                </a:lnTo>
                <a:lnTo>
                  <a:pt x="330708" y="254508"/>
                </a:lnTo>
                <a:lnTo>
                  <a:pt x="330669" y="271868"/>
                </a:lnTo>
                <a:lnTo>
                  <a:pt x="330327" y="287083"/>
                </a:lnTo>
                <a:lnTo>
                  <a:pt x="329425" y="299732"/>
                </a:lnTo>
                <a:lnTo>
                  <a:pt x="327660" y="309372"/>
                </a:lnTo>
                <a:lnTo>
                  <a:pt x="326136" y="321564"/>
                </a:lnTo>
                <a:lnTo>
                  <a:pt x="320040" y="327660"/>
                </a:lnTo>
                <a:lnTo>
                  <a:pt x="198120" y="327660"/>
                </a:lnTo>
                <a:lnTo>
                  <a:pt x="188125" y="326263"/>
                </a:lnTo>
                <a:lnTo>
                  <a:pt x="180975" y="322135"/>
                </a:lnTo>
                <a:lnTo>
                  <a:pt x="176695" y="315455"/>
                </a:lnTo>
                <a:lnTo>
                  <a:pt x="175260" y="306324"/>
                </a:lnTo>
                <a:lnTo>
                  <a:pt x="175260" y="169164"/>
                </a:lnTo>
                <a:lnTo>
                  <a:pt x="304800" y="169164"/>
                </a:lnTo>
                <a:lnTo>
                  <a:pt x="304800" y="185928"/>
                </a:lnTo>
                <a:lnTo>
                  <a:pt x="327660" y="178308"/>
                </a:lnTo>
                <a:lnTo>
                  <a:pt x="327520" y="169164"/>
                </a:lnTo>
                <a:lnTo>
                  <a:pt x="327355" y="160020"/>
                </a:lnTo>
                <a:lnTo>
                  <a:pt x="326898" y="139255"/>
                </a:lnTo>
                <a:lnTo>
                  <a:pt x="326377" y="105664"/>
                </a:lnTo>
                <a:lnTo>
                  <a:pt x="326136" y="62484"/>
                </a:lnTo>
                <a:lnTo>
                  <a:pt x="335280" y="56388"/>
                </a:lnTo>
                <a:lnTo>
                  <a:pt x="339852" y="53340"/>
                </a:lnTo>
                <a:lnTo>
                  <a:pt x="333756" y="47244"/>
                </a:lnTo>
                <a:lnTo>
                  <a:pt x="318516" y="32004"/>
                </a:lnTo>
                <a:lnTo>
                  <a:pt x="304800" y="45720"/>
                </a:lnTo>
                <a:lnTo>
                  <a:pt x="304800" y="56388"/>
                </a:lnTo>
                <a:lnTo>
                  <a:pt x="304800" y="160020"/>
                </a:lnTo>
                <a:lnTo>
                  <a:pt x="249936" y="160020"/>
                </a:lnTo>
                <a:lnTo>
                  <a:pt x="249936" y="56388"/>
                </a:lnTo>
                <a:lnTo>
                  <a:pt x="304800" y="56388"/>
                </a:lnTo>
                <a:lnTo>
                  <a:pt x="304800" y="45720"/>
                </a:lnTo>
                <a:lnTo>
                  <a:pt x="303276" y="47244"/>
                </a:lnTo>
                <a:lnTo>
                  <a:pt x="230124" y="47244"/>
                </a:lnTo>
                <a:lnTo>
                  <a:pt x="230124" y="56388"/>
                </a:lnTo>
                <a:lnTo>
                  <a:pt x="230124" y="160020"/>
                </a:lnTo>
                <a:lnTo>
                  <a:pt x="175260" y="160020"/>
                </a:lnTo>
                <a:lnTo>
                  <a:pt x="175260" y="56388"/>
                </a:lnTo>
                <a:lnTo>
                  <a:pt x="230124" y="56388"/>
                </a:lnTo>
                <a:lnTo>
                  <a:pt x="230124" y="47244"/>
                </a:lnTo>
                <a:lnTo>
                  <a:pt x="178308" y="47244"/>
                </a:lnTo>
                <a:lnTo>
                  <a:pt x="152400" y="33528"/>
                </a:lnTo>
                <a:lnTo>
                  <a:pt x="153289" y="49225"/>
                </a:lnTo>
                <a:lnTo>
                  <a:pt x="153733" y="64198"/>
                </a:lnTo>
                <a:lnTo>
                  <a:pt x="153911" y="78320"/>
                </a:lnTo>
                <a:lnTo>
                  <a:pt x="153924" y="309372"/>
                </a:lnTo>
                <a:lnTo>
                  <a:pt x="155956" y="325374"/>
                </a:lnTo>
                <a:lnTo>
                  <a:pt x="162115" y="336804"/>
                </a:lnTo>
                <a:lnTo>
                  <a:pt x="172580" y="343662"/>
                </a:lnTo>
                <a:lnTo>
                  <a:pt x="187452" y="345948"/>
                </a:lnTo>
                <a:lnTo>
                  <a:pt x="304800" y="345948"/>
                </a:lnTo>
                <a:lnTo>
                  <a:pt x="343382" y="340639"/>
                </a:lnTo>
                <a:lnTo>
                  <a:pt x="356082" y="327660"/>
                </a:lnTo>
                <a:lnTo>
                  <a:pt x="359664" y="321564"/>
                </a:lnTo>
                <a:close/>
              </a:path>
              <a:path w="2700654" h="363220">
                <a:moveTo>
                  <a:pt x="589788" y="240792"/>
                </a:moveTo>
                <a:lnTo>
                  <a:pt x="551497" y="211912"/>
                </a:lnTo>
                <a:lnTo>
                  <a:pt x="534924" y="204216"/>
                </a:lnTo>
                <a:lnTo>
                  <a:pt x="531876" y="208788"/>
                </a:lnTo>
                <a:lnTo>
                  <a:pt x="544220" y="222224"/>
                </a:lnTo>
                <a:lnTo>
                  <a:pt x="553974" y="235077"/>
                </a:lnTo>
                <a:lnTo>
                  <a:pt x="561454" y="247370"/>
                </a:lnTo>
                <a:lnTo>
                  <a:pt x="566928" y="259080"/>
                </a:lnTo>
                <a:lnTo>
                  <a:pt x="569976" y="268224"/>
                </a:lnTo>
                <a:lnTo>
                  <a:pt x="573024" y="274320"/>
                </a:lnTo>
                <a:lnTo>
                  <a:pt x="577596" y="274320"/>
                </a:lnTo>
                <a:lnTo>
                  <a:pt x="580644" y="271272"/>
                </a:lnTo>
                <a:lnTo>
                  <a:pt x="589788" y="252984"/>
                </a:lnTo>
                <a:lnTo>
                  <a:pt x="589788" y="240792"/>
                </a:lnTo>
                <a:close/>
              </a:path>
              <a:path w="2700654" h="363220">
                <a:moveTo>
                  <a:pt x="592836" y="149352"/>
                </a:moveTo>
                <a:lnTo>
                  <a:pt x="552577" y="123659"/>
                </a:lnTo>
                <a:lnTo>
                  <a:pt x="537972" y="117348"/>
                </a:lnTo>
                <a:lnTo>
                  <a:pt x="534924" y="121920"/>
                </a:lnTo>
                <a:lnTo>
                  <a:pt x="547293" y="134213"/>
                </a:lnTo>
                <a:lnTo>
                  <a:pt x="557212" y="145923"/>
                </a:lnTo>
                <a:lnTo>
                  <a:pt x="565150" y="157073"/>
                </a:lnTo>
                <a:lnTo>
                  <a:pt x="571500" y="167640"/>
                </a:lnTo>
                <a:lnTo>
                  <a:pt x="574548" y="176784"/>
                </a:lnTo>
                <a:lnTo>
                  <a:pt x="579120" y="181356"/>
                </a:lnTo>
                <a:lnTo>
                  <a:pt x="582168" y="181356"/>
                </a:lnTo>
                <a:lnTo>
                  <a:pt x="585216" y="178308"/>
                </a:lnTo>
                <a:lnTo>
                  <a:pt x="591312" y="166116"/>
                </a:lnTo>
                <a:lnTo>
                  <a:pt x="592836" y="161544"/>
                </a:lnTo>
                <a:lnTo>
                  <a:pt x="592836" y="149352"/>
                </a:lnTo>
                <a:close/>
              </a:path>
              <a:path w="2700654" h="363220">
                <a:moveTo>
                  <a:pt x="725424" y="57912"/>
                </a:moveTo>
                <a:lnTo>
                  <a:pt x="716280" y="48768"/>
                </a:lnTo>
                <a:lnTo>
                  <a:pt x="693420" y="25908"/>
                </a:lnTo>
                <a:lnTo>
                  <a:pt x="670560" y="48768"/>
                </a:lnTo>
                <a:lnTo>
                  <a:pt x="487680" y="48768"/>
                </a:lnTo>
                <a:lnTo>
                  <a:pt x="492023" y="43700"/>
                </a:lnTo>
                <a:lnTo>
                  <a:pt x="496062" y="37909"/>
                </a:lnTo>
                <a:lnTo>
                  <a:pt x="500113" y="31838"/>
                </a:lnTo>
                <a:lnTo>
                  <a:pt x="504444" y="25908"/>
                </a:lnTo>
                <a:lnTo>
                  <a:pt x="516636" y="19812"/>
                </a:lnTo>
                <a:lnTo>
                  <a:pt x="483108" y="0"/>
                </a:lnTo>
                <a:lnTo>
                  <a:pt x="468630" y="36957"/>
                </a:lnTo>
                <a:lnTo>
                  <a:pt x="445008" y="76200"/>
                </a:lnTo>
                <a:lnTo>
                  <a:pt x="417385" y="112776"/>
                </a:lnTo>
                <a:lnTo>
                  <a:pt x="388620" y="140208"/>
                </a:lnTo>
                <a:lnTo>
                  <a:pt x="391668" y="144780"/>
                </a:lnTo>
                <a:lnTo>
                  <a:pt x="433247" y="115430"/>
                </a:lnTo>
                <a:lnTo>
                  <a:pt x="463867" y="83248"/>
                </a:lnTo>
                <a:lnTo>
                  <a:pt x="483108" y="57912"/>
                </a:lnTo>
                <a:lnTo>
                  <a:pt x="725424" y="57912"/>
                </a:lnTo>
                <a:close/>
              </a:path>
              <a:path w="2700654" h="363220">
                <a:moveTo>
                  <a:pt x="746760" y="196596"/>
                </a:moveTo>
                <a:lnTo>
                  <a:pt x="716280" y="164592"/>
                </a:lnTo>
                <a:lnTo>
                  <a:pt x="694944" y="185928"/>
                </a:lnTo>
                <a:lnTo>
                  <a:pt x="675132" y="185928"/>
                </a:lnTo>
                <a:lnTo>
                  <a:pt x="678180" y="115824"/>
                </a:lnTo>
                <a:lnTo>
                  <a:pt x="684060" y="111252"/>
                </a:lnTo>
                <a:lnTo>
                  <a:pt x="691896" y="105156"/>
                </a:lnTo>
                <a:lnTo>
                  <a:pt x="687920" y="102108"/>
                </a:lnTo>
                <a:lnTo>
                  <a:pt x="665988" y="85344"/>
                </a:lnTo>
                <a:lnTo>
                  <a:pt x="656844" y="97917"/>
                </a:lnTo>
                <a:lnTo>
                  <a:pt x="656844" y="111252"/>
                </a:lnTo>
                <a:lnTo>
                  <a:pt x="653796" y="185928"/>
                </a:lnTo>
                <a:lnTo>
                  <a:pt x="652272" y="185928"/>
                </a:lnTo>
                <a:lnTo>
                  <a:pt x="652272" y="196596"/>
                </a:lnTo>
                <a:lnTo>
                  <a:pt x="647700" y="281940"/>
                </a:lnTo>
                <a:lnTo>
                  <a:pt x="472440" y="281940"/>
                </a:lnTo>
                <a:lnTo>
                  <a:pt x="483108" y="196596"/>
                </a:lnTo>
                <a:lnTo>
                  <a:pt x="652272" y="196596"/>
                </a:lnTo>
                <a:lnTo>
                  <a:pt x="652272" y="185928"/>
                </a:lnTo>
                <a:lnTo>
                  <a:pt x="484632" y="185928"/>
                </a:lnTo>
                <a:lnTo>
                  <a:pt x="492252" y="111252"/>
                </a:lnTo>
                <a:lnTo>
                  <a:pt x="656844" y="111252"/>
                </a:lnTo>
                <a:lnTo>
                  <a:pt x="656844" y="97917"/>
                </a:lnTo>
                <a:lnTo>
                  <a:pt x="653796" y="102108"/>
                </a:lnTo>
                <a:lnTo>
                  <a:pt x="493776" y="102108"/>
                </a:lnTo>
                <a:lnTo>
                  <a:pt x="472440" y="88392"/>
                </a:lnTo>
                <a:lnTo>
                  <a:pt x="463296" y="185928"/>
                </a:lnTo>
                <a:lnTo>
                  <a:pt x="387096" y="185928"/>
                </a:lnTo>
                <a:lnTo>
                  <a:pt x="399288" y="199644"/>
                </a:lnTo>
                <a:lnTo>
                  <a:pt x="422148" y="196596"/>
                </a:lnTo>
                <a:lnTo>
                  <a:pt x="461772" y="196596"/>
                </a:lnTo>
                <a:lnTo>
                  <a:pt x="451104" y="275844"/>
                </a:lnTo>
                <a:lnTo>
                  <a:pt x="438912" y="284988"/>
                </a:lnTo>
                <a:lnTo>
                  <a:pt x="460248" y="304800"/>
                </a:lnTo>
                <a:lnTo>
                  <a:pt x="472440" y="291084"/>
                </a:lnTo>
                <a:lnTo>
                  <a:pt x="646176" y="291084"/>
                </a:lnTo>
                <a:lnTo>
                  <a:pt x="643585" y="308216"/>
                </a:lnTo>
                <a:lnTo>
                  <a:pt x="640270" y="320611"/>
                </a:lnTo>
                <a:lnTo>
                  <a:pt x="636104" y="328168"/>
                </a:lnTo>
                <a:lnTo>
                  <a:pt x="630936" y="330708"/>
                </a:lnTo>
                <a:lnTo>
                  <a:pt x="623531" y="330136"/>
                </a:lnTo>
                <a:lnTo>
                  <a:pt x="612838" y="328422"/>
                </a:lnTo>
                <a:lnTo>
                  <a:pt x="599008" y="325564"/>
                </a:lnTo>
                <a:lnTo>
                  <a:pt x="582168" y="321564"/>
                </a:lnTo>
                <a:lnTo>
                  <a:pt x="582168" y="329184"/>
                </a:lnTo>
                <a:lnTo>
                  <a:pt x="599935" y="337210"/>
                </a:lnTo>
                <a:lnTo>
                  <a:pt x="612267" y="345376"/>
                </a:lnTo>
                <a:lnTo>
                  <a:pt x="619467" y="353834"/>
                </a:lnTo>
                <a:lnTo>
                  <a:pt x="621792" y="362712"/>
                </a:lnTo>
                <a:lnTo>
                  <a:pt x="634365" y="358736"/>
                </a:lnTo>
                <a:lnTo>
                  <a:pt x="661911" y="330708"/>
                </a:lnTo>
                <a:lnTo>
                  <a:pt x="669036" y="291084"/>
                </a:lnTo>
                <a:lnTo>
                  <a:pt x="739140" y="291084"/>
                </a:lnTo>
                <a:lnTo>
                  <a:pt x="729996" y="281940"/>
                </a:lnTo>
                <a:lnTo>
                  <a:pt x="708660" y="260604"/>
                </a:lnTo>
                <a:lnTo>
                  <a:pt x="687324" y="281940"/>
                </a:lnTo>
                <a:lnTo>
                  <a:pt x="670560" y="281940"/>
                </a:lnTo>
                <a:lnTo>
                  <a:pt x="675132" y="196596"/>
                </a:lnTo>
                <a:lnTo>
                  <a:pt x="746760" y="196596"/>
                </a:lnTo>
                <a:close/>
              </a:path>
              <a:path w="2700654" h="363220">
                <a:moveTo>
                  <a:pt x="931176" y="71628"/>
                </a:moveTo>
                <a:lnTo>
                  <a:pt x="906792" y="44196"/>
                </a:lnTo>
                <a:lnTo>
                  <a:pt x="886980" y="62484"/>
                </a:lnTo>
                <a:lnTo>
                  <a:pt x="784872" y="62484"/>
                </a:lnTo>
                <a:lnTo>
                  <a:pt x="798588" y="76200"/>
                </a:lnTo>
                <a:lnTo>
                  <a:pt x="806869" y="74206"/>
                </a:lnTo>
                <a:lnTo>
                  <a:pt x="815733" y="72771"/>
                </a:lnTo>
                <a:lnTo>
                  <a:pt x="825157" y="71920"/>
                </a:lnTo>
                <a:lnTo>
                  <a:pt x="835164" y="71628"/>
                </a:lnTo>
                <a:lnTo>
                  <a:pt x="847356" y="71628"/>
                </a:lnTo>
                <a:lnTo>
                  <a:pt x="847356" y="243840"/>
                </a:lnTo>
                <a:lnTo>
                  <a:pt x="784872" y="262128"/>
                </a:lnTo>
                <a:lnTo>
                  <a:pt x="803160" y="292608"/>
                </a:lnTo>
                <a:lnTo>
                  <a:pt x="834301" y="267754"/>
                </a:lnTo>
                <a:lnTo>
                  <a:pt x="900150" y="237744"/>
                </a:lnTo>
                <a:lnTo>
                  <a:pt x="931176" y="224028"/>
                </a:lnTo>
                <a:lnTo>
                  <a:pt x="928128" y="217932"/>
                </a:lnTo>
                <a:lnTo>
                  <a:pt x="867168" y="237744"/>
                </a:lnTo>
                <a:lnTo>
                  <a:pt x="867168" y="71628"/>
                </a:lnTo>
                <a:lnTo>
                  <a:pt x="931176" y="71628"/>
                </a:lnTo>
                <a:close/>
              </a:path>
              <a:path w="2700654" h="363220">
                <a:moveTo>
                  <a:pt x="1047000" y="144780"/>
                </a:moveTo>
                <a:lnTo>
                  <a:pt x="1010424" y="128016"/>
                </a:lnTo>
                <a:lnTo>
                  <a:pt x="1011897" y="156591"/>
                </a:lnTo>
                <a:lnTo>
                  <a:pt x="1011948" y="182880"/>
                </a:lnTo>
                <a:lnTo>
                  <a:pt x="1008900" y="228600"/>
                </a:lnTo>
                <a:lnTo>
                  <a:pt x="999947" y="266319"/>
                </a:lnTo>
                <a:lnTo>
                  <a:pt x="970419" y="311188"/>
                </a:lnTo>
                <a:lnTo>
                  <a:pt x="924699" y="340906"/>
                </a:lnTo>
                <a:lnTo>
                  <a:pt x="891552" y="356616"/>
                </a:lnTo>
                <a:lnTo>
                  <a:pt x="894600" y="361188"/>
                </a:lnTo>
                <a:lnTo>
                  <a:pt x="943368" y="344043"/>
                </a:lnTo>
                <a:lnTo>
                  <a:pt x="978420" y="324612"/>
                </a:lnTo>
                <a:lnTo>
                  <a:pt x="1013345" y="286473"/>
                </a:lnTo>
                <a:lnTo>
                  <a:pt x="1030617" y="227266"/>
                </a:lnTo>
                <a:lnTo>
                  <a:pt x="1033284" y="156972"/>
                </a:lnTo>
                <a:lnTo>
                  <a:pt x="1047000" y="144780"/>
                </a:lnTo>
                <a:close/>
              </a:path>
              <a:path w="2700654" h="363220">
                <a:moveTo>
                  <a:pt x="1124724" y="327660"/>
                </a:moveTo>
                <a:lnTo>
                  <a:pt x="1086815" y="287655"/>
                </a:lnTo>
                <a:lnTo>
                  <a:pt x="1034808" y="260604"/>
                </a:lnTo>
                <a:lnTo>
                  <a:pt x="1031760" y="265176"/>
                </a:lnTo>
                <a:lnTo>
                  <a:pt x="1046632" y="277418"/>
                </a:lnTo>
                <a:lnTo>
                  <a:pt x="1059383" y="288798"/>
                </a:lnTo>
                <a:lnTo>
                  <a:pt x="1070114" y="299046"/>
                </a:lnTo>
                <a:lnTo>
                  <a:pt x="1079004" y="307848"/>
                </a:lnTo>
                <a:lnTo>
                  <a:pt x="1106436" y="344424"/>
                </a:lnTo>
                <a:lnTo>
                  <a:pt x="1109484" y="352044"/>
                </a:lnTo>
                <a:lnTo>
                  <a:pt x="1114056" y="355092"/>
                </a:lnTo>
                <a:lnTo>
                  <a:pt x="1117104" y="355092"/>
                </a:lnTo>
                <a:lnTo>
                  <a:pt x="1118628" y="352044"/>
                </a:lnTo>
                <a:lnTo>
                  <a:pt x="1121676" y="344424"/>
                </a:lnTo>
                <a:lnTo>
                  <a:pt x="1124724" y="332232"/>
                </a:lnTo>
                <a:lnTo>
                  <a:pt x="1124724" y="327660"/>
                </a:lnTo>
                <a:close/>
              </a:path>
              <a:path w="2700654" h="363220">
                <a:moveTo>
                  <a:pt x="1130820" y="33528"/>
                </a:moveTo>
                <a:lnTo>
                  <a:pt x="1104912" y="4572"/>
                </a:lnTo>
                <a:lnTo>
                  <a:pt x="1083576" y="24384"/>
                </a:lnTo>
                <a:lnTo>
                  <a:pt x="911364" y="24384"/>
                </a:lnTo>
                <a:lnTo>
                  <a:pt x="925080" y="38100"/>
                </a:lnTo>
                <a:lnTo>
                  <a:pt x="934224" y="36106"/>
                </a:lnTo>
                <a:lnTo>
                  <a:pt x="943368" y="34671"/>
                </a:lnTo>
                <a:lnTo>
                  <a:pt x="952512" y="33820"/>
                </a:lnTo>
                <a:lnTo>
                  <a:pt x="961656" y="33528"/>
                </a:lnTo>
                <a:lnTo>
                  <a:pt x="1004328" y="33528"/>
                </a:lnTo>
                <a:lnTo>
                  <a:pt x="1003769" y="44196"/>
                </a:lnTo>
                <a:lnTo>
                  <a:pt x="1002233" y="57531"/>
                </a:lnTo>
                <a:lnTo>
                  <a:pt x="1000150" y="71628"/>
                </a:lnTo>
                <a:lnTo>
                  <a:pt x="996708" y="92964"/>
                </a:lnTo>
                <a:lnTo>
                  <a:pt x="961656" y="92964"/>
                </a:lnTo>
                <a:lnTo>
                  <a:pt x="940320" y="80772"/>
                </a:lnTo>
                <a:lnTo>
                  <a:pt x="941120" y="102108"/>
                </a:lnTo>
                <a:lnTo>
                  <a:pt x="941247" y="106680"/>
                </a:lnTo>
                <a:lnTo>
                  <a:pt x="941641" y="128016"/>
                </a:lnTo>
                <a:lnTo>
                  <a:pt x="941755" y="144780"/>
                </a:lnTo>
                <a:lnTo>
                  <a:pt x="941654" y="229171"/>
                </a:lnTo>
                <a:lnTo>
                  <a:pt x="941171" y="252349"/>
                </a:lnTo>
                <a:lnTo>
                  <a:pt x="940320" y="272796"/>
                </a:lnTo>
                <a:lnTo>
                  <a:pt x="961656" y="259080"/>
                </a:lnTo>
                <a:lnTo>
                  <a:pt x="961656" y="102108"/>
                </a:lnTo>
                <a:lnTo>
                  <a:pt x="1085100" y="102108"/>
                </a:lnTo>
                <a:lnTo>
                  <a:pt x="1085100" y="266700"/>
                </a:lnTo>
                <a:lnTo>
                  <a:pt x="1106436" y="254508"/>
                </a:lnTo>
                <a:lnTo>
                  <a:pt x="1105547" y="240817"/>
                </a:lnTo>
                <a:lnTo>
                  <a:pt x="1105103" y="227266"/>
                </a:lnTo>
                <a:lnTo>
                  <a:pt x="1104976" y="217932"/>
                </a:lnTo>
                <a:lnTo>
                  <a:pt x="1104912" y="106680"/>
                </a:lnTo>
                <a:lnTo>
                  <a:pt x="1111770" y="102108"/>
                </a:lnTo>
                <a:lnTo>
                  <a:pt x="1118628" y="97536"/>
                </a:lnTo>
                <a:lnTo>
                  <a:pt x="1112989" y="92964"/>
                </a:lnTo>
                <a:lnTo>
                  <a:pt x="1094244" y="77724"/>
                </a:lnTo>
                <a:lnTo>
                  <a:pt x="1080528" y="92964"/>
                </a:lnTo>
                <a:lnTo>
                  <a:pt x="1004328" y="92964"/>
                </a:lnTo>
                <a:lnTo>
                  <a:pt x="1012901" y="72961"/>
                </a:lnTo>
                <a:lnTo>
                  <a:pt x="1020330" y="56388"/>
                </a:lnTo>
                <a:lnTo>
                  <a:pt x="1026617" y="43243"/>
                </a:lnTo>
                <a:lnTo>
                  <a:pt x="1031760" y="33528"/>
                </a:lnTo>
                <a:lnTo>
                  <a:pt x="1130820" y="33528"/>
                </a:lnTo>
                <a:close/>
              </a:path>
              <a:path w="2700654" h="363220">
                <a:moveTo>
                  <a:pt x="1304544" y="22860"/>
                </a:moveTo>
                <a:lnTo>
                  <a:pt x="1271016" y="1524"/>
                </a:lnTo>
                <a:lnTo>
                  <a:pt x="1264424" y="25006"/>
                </a:lnTo>
                <a:lnTo>
                  <a:pt x="1255966" y="49911"/>
                </a:lnTo>
                <a:lnTo>
                  <a:pt x="1232916" y="105156"/>
                </a:lnTo>
                <a:lnTo>
                  <a:pt x="1203972" y="161378"/>
                </a:lnTo>
                <a:lnTo>
                  <a:pt x="1168908" y="214884"/>
                </a:lnTo>
                <a:lnTo>
                  <a:pt x="1171956" y="219456"/>
                </a:lnTo>
                <a:lnTo>
                  <a:pt x="1187348" y="203149"/>
                </a:lnTo>
                <a:lnTo>
                  <a:pt x="1203579" y="183832"/>
                </a:lnTo>
                <a:lnTo>
                  <a:pt x="1220266" y="161544"/>
                </a:lnTo>
                <a:lnTo>
                  <a:pt x="1237488" y="135636"/>
                </a:lnTo>
                <a:lnTo>
                  <a:pt x="1237373" y="305066"/>
                </a:lnTo>
                <a:lnTo>
                  <a:pt x="1237297" y="313372"/>
                </a:lnTo>
                <a:lnTo>
                  <a:pt x="1236853" y="336118"/>
                </a:lnTo>
                <a:lnTo>
                  <a:pt x="1235964" y="362712"/>
                </a:lnTo>
                <a:lnTo>
                  <a:pt x="1260348" y="348996"/>
                </a:lnTo>
                <a:lnTo>
                  <a:pt x="1259471" y="336448"/>
                </a:lnTo>
                <a:lnTo>
                  <a:pt x="1259014" y="321754"/>
                </a:lnTo>
                <a:lnTo>
                  <a:pt x="1258938" y="313372"/>
                </a:lnTo>
                <a:lnTo>
                  <a:pt x="1258824" y="135636"/>
                </a:lnTo>
                <a:lnTo>
                  <a:pt x="1271016" y="124968"/>
                </a:lnTo>
                <a:lnTo>
                  <a:pt x="1251204" y="112776"/>
                </a:lnTo>
                <a:lnTo>
                  <a:pt x="1258951" y="97917"/>
                </a:lnTo>
                <a:lnTo>
                  <a:pt x="1266253" y="83058"/>
                </a:lnTo>
                <a:lnTo>
                  <a:pt x="1273289" y="68199"/>
                </a:lnTo>
                <a:lnTo>
                  <a:pt x="1280160" y="53340"/>
                </a:lnTo>
                <a:lnTo>
                  <a:pt x="1286764" y="41084"/>
                </a:lnTo>
                <a:lnTo>
                  <a:pt x="1292923" y="31813"/>
                </a:lnTo>
                <a:lnTo>
                  <a:pt x="1298816" y="25704"/>
                </a:lnTo>
                <a:lnTo>
                  <a:pt x="1304544" y="22860"/>
                </a:lnTo>
                <a:close/>
              </a:path>
              <a:path w="2700654" h="363220">
                <a:moveTo>
                  <a:pt x="1530096" y="338328"/>
                </a:moveTo>
                <a:lnTo>
                  <a:pt x="1499616" y="309372"/>
                </a:lnTo>
                <a:lnTo>
                  <a:pt x="1479804" y="329184"/>
                </a:lnTo>
                <a:lnTo>
                  <a:pt x="1411224" y="329184"/>
                </a:lnTo>
                <a:lnTo>
                  <a:pt x="1411224" y="192024"/>
                </a:lnTo>
                <a:lnTo>
                  <a:pt x="1524000" y="192024"/>
                </a:lnTo>
                <a:lnTo>
                  <a:pt x="1495044" y="161544"/>
                </a:lnTo>
                <a:lnTo>
                  <a:pt x="1475232" y="181356"/>
                </a:lnTo>
                <a:lnTo>
                  <a:pt x="1411224" y="181356"/>
                </a:lnTo>
                <a:lnTo>
                  <a:pt x="1411224" y="70104"/>
                </a:lnTo>
                <a:lnTo>
                  <a:pt x="1411224" y="67056"/>
                </a:lnTo>
                <a:lnTo>
                  <a:pt x="1469517" y="59436"/>
                </a:lnTo>
                <a:lnTo>
                  <a:pt x="1489240" y="57200"/>
                </a:lnTo>
                <a:lnTo>
                  <a:pt x="1502664" y="56388"/>
                </a:lnTo>
                <a:lnTo>
                  <a:pt x="1478280" y="27432"/>
                </a:lnTo>
                <a:lnTo>
                  <a:pt x="1432852" y="46088"/>
                </a:lnTo>
                <a:lnTo>
                  <a:pt x="1383969" y="58102"/>
                </a:lnTo>
                <a:lnTo>
                  <a:pt x="1328483" y="67246"/>
                </a:lnTo>
                <a:lnTo>
                  <a:pt x="1298448" y="70104"/>
                </a:lnTo>
                <a:lnTo>
                  <a:pt x="1298448" y="76200"/>
                </a:lnTo>
                <a:lnTo>
                  <a:pt x="1345311" y="73723"/>
                </a:lnTo>
                <a:lnTo>
                  <a:pt x="1367891" y="72136"/>
                </a:lnTo>
                <a:lnTo>
                  <a:pt x="1389888" y="70104"/>
                </a:lnTo>
                <a:lnTo>
                  <a:pt x="1389888" y="181356"/>
                </a:lnTo>
                <a:lnTo>
                  <a:pt x="1280160" y="181356"/>
                </a:lnTo>
                <a:lnTo>
                  <a:pt x="1293876" y="196596"/>
                </a:lnTo>
                <a:lnTo>
                  <a:pt x="1302169" y="194602"/>
                </a:lnTo>
                <a:lnTo>
                  <a:pt x="1311021" y="193167"/>
                </a:lnTo>
                <a:lnTo>
                  <a:pt x="1320457" y="192316"/>
                </a:lnTo>
                <a:lnTo>
                  <a:pt x="1330452" y="192024"/>
                </a:lnTo>
                <a:lnTo>
                  <a:pt x="1389888" y="192024"/>
                </a:lnTo>
                <a:lnTo>
                  <a:pt x="1389888" y="329184"/>
                </a:lnTo>
                <a:lnTo>
                  <a:pt x="1278636" y="329184"/>
                </a:lnTo>
                <a:lnTo>
                  <a:pt x="1292352" y="342900"/>
                </a:lnTo>
                <a:lnTo>
                  <a:pt x="1300645" y="340906"/>
                </a:lnTo>
                <a:lnTo>
                  <a:pt x="1309497" y="339471"/>
                </a:lnTo>
                <a:lnTo>
                  <a:pt x="1318933" y="338620"/>
                </a:lnTo>
                <a:lnTo>
                  <a:pt x="1328928" y="338328"/>
                </a:lnTo>
                <a:lnTo>
                  <a:pt x="1530096" y="338328"/>
                </a:lnTo>
                <a:close/>
              </a:path>
              <a:path w="2700654" h="363220">
                <a:moveTo>
                  <a:pt x="1848612" y="230136"/>
                </a:moveTo>
                <a:lnTo>
                  <a:pt x="1822704" y="211848"/>
                </a:lnTo>
                <a:lnTo>
                  <a:pt x="1812036" y="225564"/>
                </a:lnTo>
                <a:lnTo>
                  <a:pt x="1728216" y="225564"/>
                </a:lnTo>
                <a:lnTo>
                  <a:pt x="1730222" y="217944"/>
                </a:lnTo>
                <a:lnTo>
                  <a:pt x="1731835" y="210896"/>
                </a:lnTo>
                <a:lnTo>
                  <a:pt x="1733156" y="204774"/>
                </a:lnTo>
                <a:lnTo>
                  <a:pt x="1734312" y="199656"/>
                </a:lnTo>
                <a:lnTo>
                  <a:pt x="1744980" y="190512"/>
                </a:lnTo>
                <a:lnTo>
                  <a:pt x="1712976" y="172224"/>
                </a:lnTo>
                <a:lnTo>
                  <a:pt x="1712455" y="183337"/>
                </a:lnTo>
                <a:lnTo>
                  <a:pt x="1711071" y="196037"/>
                </a:lnTo>
                <a:lnTo>
                  <a:pt x="1709191" y="209651"/>
                </a:lnTo>
                <a:lnTo>
                  <a:pt x="1706880" y="225564"/>
                </a:lnTo>
                <a:lnTo>
                  <a:pt x="1615440" y="225564"/>
                </a:lnTo>
                <a:lnTo>
                  <a:pt x="1629156" y="239280"/>
                </a:lnTo>
                <a:lnTo>
                  <a:pt x="1638300" y="237274"/>
                </a:lnTo>
                <a:lnTo>
                  <a:pt x="1647444" y="235851"/>
                </a:lnTo>
                <a:lnTo>
                  <a:pt x="1656588" y="234988"/>
                </a:lnTo>
                <a:lnTo>
                  <a:pt x="1665732" y="234708"/>
                </a:lnTo>
                <a:lnTo>
                  <a:pt x="1705356" y="234708"/>
                </a:lnTo>
                <a:lnTo>
                  <a:pt x="1686306" y="279857"/>
                </a:lnTo>
                <a:lnTo>
                  <a:pt x="1658112" y="312432"/>
                </a:lnTo>
                <a:lnTo>
                  <a:pt x="1621917" y="337388"/>
                </a:lnTo>
                <a:lnTo>
                  <a:pt x="1578864" y="356628"/>
                </a:lnTo>
                <a:lnTo>
                  <a:pt x="1583436" y="362724"/>
                </a:lnTo>
                <a:lnTo>
                  <a:pt x="1628013" y="345579"/>
                </a:lnTo>
                <a:lnTo>
                  <a:pt x="1670304" y="321576"/>
                </a:lnTo>
                <a:lnTo>
                  <a:pt x="1704784" y="286715"/>
                </a:lnTo>
                <a:lnTo>
                  <a:pt x="1726692" y="234708"/>
                </a:lnTo>
                <a:lnTo>
                  <a:pt x="1815084" y="234708"/>
                </a:lnTo>
                <a:lnTo>
                  <a:pt x="1808226" y="285064"/>
                </a:lnTo>
                <a:lnTo>
                  <a:pt x="1792439" y="327240"/>
                </a:lnTo>
                <a:lnTo>
                  <a:pt x="1786128" y="329196"/>
                </a:lnTo>
                <a:lnTo>
                  <a:pt x="1778495" y="328625"/>
                </a:lnTo>
                <a:lnTo>
                  <a:pt x="1767268" y="326910"/>
                </a:lnTo>
                <a:lnTo>
                  <a:pt x="1752917" y="324053"/>
                </a:lnTo>
                <a:lnTo>
                  <a:pt x="1735836" y="320040"/>
                </a:lnTo>
                <a:lnTo>
                  <a:pt x="1734312" y="326148"/>
                </a:lnTo>
                <a:lnTo>
                  <a:pt x="1753438" y="335902"/>
                </a:lnTo>
                <a:lnTo>
                  <a:pt x="1767268" y="344817"/>
                </a:lnTo>
                <a:lnTo>
                  <a:pt x="1775675" y="353148"/>
                </a:lnTo>
                <a:lnTo>
                  <a:pt x="1778508" y="361188"/>
                </a:lnTo>
                <a:lnTo>
                  <a:pt x="1791347" y="357149"/>
                </a:lnTo>
                <a:lnTo>
                  <a:pt x="1820710" y="329196"/>
                </a:lnTo>
                <a:lnTo>
                  <a:pt x="1832711" y="274421"/>
                </a:lnTo>
                <a:lnTo>
                  <a:pt x="1836420" y="239280"/>
                </a:lnTo>
                <a:lnTo>
                  <a:pt x="1842516" y="234708"/>
                </a:lnTo>
                <a:lnTo>
                  <a:pt x="1848612" y="230136"/>
                </a:lnTo>
                <a:close/>
              </a:path>
              <a:path w="2700654" h="363220">
                <a:moveTo>
                  <a:pt x="1915668" y="188988"/>
                </a:moveTo>
                <a:lnTo>
                  <a:pt x="1857171" y="181267"/>
                </a:lnTo>
                <a:lnTo>
                  <a:pt x="1812632" y="168694"/>
                </a:lnTo>
                <a:lnTo>
                  <a:pt x="1772107" y="150406"/>
                </a:lnTo>
                <a:lnTo>
                  <a:pt x="1754124" y="138696"/>
                </a:lnTo>
                <a:lnTo>
                  <a:pt x="1767395" y="126504"/>
                </a:lnTo>
                <a:lnTo>
                  <a:pt x="1772729" y="121589"/>
                </a:lnTo>
                <a:lnTo>
                  <a:pt x="1789747" y="102501"/>
                </a:lnTo>
                <a:lnTo>
                  <a:pt x="1805355" y="81686"/>
                </a:lnTo>
                <a:lnTo>
                  <a:pt x="1819656" y="59448"/>
                </a:lnTo>
                <a:lnTo>
                  <a:pt x="1833626" y="51828"/>
                </a:lnTo>
                <a:lnTo>
                  <a:pt x="1836420" y="50304"/>
                </a:lnTo>
                <a:lnTo>
                  <a:pt x="1827276" y="42684"/>
                </a:lnTo>
                <a:lnTo>
                  <a:pt x="1808988" y="27444"/>
                </a:lnTo>
                <a:lnTo>
                  <a:pt x="1796796" y="40995"/>
                </a:lnTo>
                <a:lnTo>
                  <a:pt x="1796796" y="51828"/>
                </a:lnTo>
                <a:lnTo>
                  <a:pt x="1784781" y="72707"/>
                </a:lnTo>
                <a:lnTo>
                  <a:pt x="1771459" y="92024"/>
                </a:lnTo>
                <a:lnTo>
                  <a:pt x="1756727" y="109905"/>
                </a:lnTo>
                <a:lnTo>
                  <a:pt x="1740408" y="126504"/>
                </a:lnTo>
                <a:lnTo>
                  <a:pt x="1724406" y="111925"/>
                </a:lnTo>
                <a:lnTo>
                  <a:pt x="1708404" y="95643"/>
                </a:lnTo>
                <a:lnTo>
                  <a:pt x="1692490" y="77736"/>
                </a:lnTo>
                <a:lnTo>
                  <a:pt x="1682584" y="65544"/>
                </a:lnTo>
                <a:lnTo>
                  <a:pt x="1676400" y="57924"/>
                </a:lnTo>
                <a:lnTo>
                  <a:pt x="1682496" y="51828"/>
                </a:lnTo>
                <a:lnTo>
                  <a:pt x="1796796" y="51828"/>
                </a:lnTo>
                <a:lnTo>
                  <a:pt x="1796796" y="40995"/>
                </a:lnTo>
                <a:lnTo>
                  <a:pt x="1795272" y="42684"/>
                </a:lnTo>
                <a:lnTo>
                  <a:pt x="1687068" y="42684"/>
                </a:lnTo>
                <a:lnTo>
                  <a:pt x="1692173" y="34366"/>
                </a:lnTo>
                <a:lnTo>
                  <a:pt x="1698117" y="27635"/>
                </a:lnTo>
                <a:lnTo>
                  <a:pt x="1704644" y="22313"/>
                </a:lnTo>
                <a:lnTo>
                  <a:pt x="1711452" y="18300"/>
                </a:lnTo>
                <a:lnTo>
                  <a:pt x="1679448" y="12"/>
                </a:lnTo>
                <a:lnTo>
                  <a:pt x="1665732" y="37160"/>
                </a:lnTo>
                <a:lnTo>
                  <a:pt x="1642935" y="77635"/>
                </a:lnTo>
                <a:lnTo>
                  <a:pt x="1616583" y="115455"/>
                </a:lnTo>
                <a:lnTo>
                  <a:pt x="1588008" y="146316"/>
                </a:lnTo>
                <a:lnTo>
                  <a:pt x="1592580" y="149364"/>
                </a:lnTo>
                <a:lnTo>
                  <a:pt x="1629879" y="119354"/>
                </a:lnTo>
                <a:lnTo>
                  <a:pt x="1656778" y="87452"/>
                </a:lnTo>
                <a:lnTo>
                  <a:pt x="1670304" y="65544"/>
                </a:lnTo>
                <a:lnTo>
                  <a:pt x="1684934" y="86372"/>
                </a:lnTo>
                <a:lnTo>
                  <a:pt x="1699260" y="105359"/>
                </a:lnTo>
                <a:lnTo>
                  <a:pt x="1713598" y="122326"/>
                </a:lnTo>
                <a:lnTo>
                  <a:pt x="1728216" y="137172"/>
                </a:lnTo>
                <a:lnTo>
                  <a:pt x="1709889" y="150571"/>
                </a:lnTo>
                <a:lnTo>
                  <a:pt x="1672069" y="175094"/>
                </a:lnTo>
                <a:lnTo>
                  <a:pt x="1631734" y="195961"/>
                </a:lnTo>
                <a:lnTo>
                  <a:pt x="1586014" y="214871"/>
                </a:lnTo>
                <a:lnTo>
                  <a:pt x="1560576" y="224040"/>
                </a:lnTo>
                <a:lnTo>
                  <a:pt x="1565148" y="230136"/>
                </a:lnTo>
                <a:lnTo>
                  <a:pt x="1610868" y="215277"/>
                </a:lnTo>
                <a:lnTo>
                  <a:pt x="1656588" y="198132"/>
                </a:lnTo>
                <a:lnTo>
                  <a:pt x="1700212" y="175463"/>
                </a:lnTo>
                <a:lnTo>
                  <a:pt x="1740408" y="149364"/>
                </a:lnTo>
                <a:lnTo>
                  <a:pt x="1756130" y="162293"/>
                </a:lnTo>
                <a:lnTo>
                  <a:pt x="1792706" y="184721"/>
                </a:lnTo>
                <a:lnTo>
                  <a:pt x="1834375" y="203365"/>
                </a:lnTo>
                <a:lnTo>
                  <a:pt x="1883664" y="217944"/>
                </a:lnTo>
                <a:lnTo>
                  <a:pt x="1886521" y="209651"/>
                </a:lnTo>
                <a:lnTo>
                  <a:pt x="1892808" y="203085"/>
                </a:lnTo>
                <a:lnTo>
                  <a:pt x="1902523" y="198221"/>
                </a:lnTo>
                <a:lnTo>
                  <a:pt x="1915668" y="195084"/>
                </a:lnTo>
                <a:lnTo>
                  <a:pt x="1915668" y="188988"/>
                </a:lnTo>
                <a:close/>
              </a:path>
              <a:path w="2700654" h="363220">
                <a:moveTo>
                  <a:pt x="2107704" y="36588"/>
                </a:moveTo>
                <a:lnTo>
                  <a:pt x="2077224" y="13728"/>
                </a:lnTo>
                <a:lnTo>
                  <a:pt x="2065451" y="43446"/>
                </a:lnTo>
                <a:lnTo>
                  <a:pt x="2052840" y="70878"/>
                </a:lnTo>
                <a:lnTo>
                  <a:pt x="2023884" y="118884"/>
                </a:lnTo>
                <a:lnTo>
                  <a:pt x="1991118" y="159270"/>
                </a:lnTo>
                <a:lnTo>
                  <a:pt x="1953780" y="195084"/>
                </a:lnTo>
                <a:lnTo>
                  <a:pt x="1956828" y="199656"/>
                </a:lnTo>
                <a:lnTo>
                  <a:pt x="2001786" y="167652"/>
                </a:lnTo>
                <a:lnTo>
                  <a:pt x="2037600" y="131076"/>
                </a:lnTo>
                <a:lnTo>
                  <a:pt x="2066937" y="91071"/>
                </a:lnTo>
                <a:lnTo>
                  <a:pt x="2093988" y="44208"/>
                </a:lnTo>
                <a:lnTo>
                  <a:pt x="2107704" y="36588"/>
                </a:lnTo>
                <a:close/>
              </a:path>
              <a:path w="2700654" h="363220">
                <a:moveTo>
                  <a:pt x="2229624" y="167652"/>
                </a:moveTo>
                <a:lnTo>
                  <a:pt x="2208288" y="146316"/>
                </a:lnTo>
                <a:lnTo>
                  <a:pt x="2193048" y="161556"/>
                </a:lnTo>
                <a:lnTo>
                  <a:pt x="2017788" y="161556"/>
                </a:lnTo>
                <a:lnTo>
                  <a:pt x="2029980" y="173748"/>
                </a:lnTo>
                <a:lnTo>
                  <a:pt x="2043696" y="170700"/>
                </a:lnTo>
                <a:lnTo>
                  <a:pt x="2090940" y="170700"/>
                </a:lnTo>
                <a:lnTo>
                  <a:pt x="2081796" y="222135"/>
                </a:lnTo>
                <a:lnTo>
                  <a:pt x="2063508" y="271284"/>
                </a:lnTo>
                <a:lnTo>
                  <a:pt x="2027885" y="316052"/>
                </a:lnTo>
                <a:lnTo>
                  <a:pt x="1970544" y="355104"/>
                </a:lnTo>
                <a:lnTo>
                  <a:pt x="1973592" y="361200"/>
                </a:lnTo>
                <a:lnTo>
                  <a:pt x="2009305" y="343458"/>
                </a:lnTo>
                <a:lnTo>
                  <a:pt x="2061883" y="303974"/>
                </a:lnTo>
                <a:lnTo>
                  <a:pt x="2091321" y="257924"/>
                </a:lnTo>
                <a:lnTo>
                  <a:pt x="2109609" y="202438"/>
                </a:lnTo>
                <a:lnTo>
                  <a:pt x="2115324" y="170700"/>
                </a:lnTo>
                <a:lnTo>
                  <a:pt x="2196096" y="170700"/>
                </a:lnTo>
                <a:lnTo>
                  <a:pt x="2192680" y="223608"/>
                </a:lnTo>
                <a:lnTo>
                  <a:pt x="2189429" y="263664"/>
                </a:lnTo>
                <a:lnTo>
                  <a:pt x="2183904" y="306336"/>
                </a:lnTo>
                <a:lnTo>
                  <a:pt x="2173236" y="323100"/>
                </a:lnTo>
                <a:lnTo>
                  <a:pt x="2165616" y="323100"/>
                </a:lnTo>
                <a:lnTo>
                  <a:pt x="2158187" y="323456"/>
                </a:lnTo>
                <a:lnTo>
                  <a:pt x="2147328" y="322529"/>
                </a:lnTo>
                <a:lnTo>
                  <a:pt x="2115324" y="318528"/>
                </a:lnTo>
                <a:lnTo>
                  <a:pt x="2115324" y="324624"/>
                </a:lnTo>
                <a:lnTo>
                  <a:pt x="2132723" y="330314"/>
                </a:lnTo>
                <a:lnTo>
                  <a:pt x="2145995" y="338150"/>
                </a:lnTo>
                <a:lnTo>
                  <a:pt x="2154961" y="347980"/>
                </a:lnTo>
                <a:lnTo>
                  <a:pt x="2159520" y="359676"/>
                </a:lnTo>
                <a:lnTo>
                  <a:pt x="2173249" y="353098"/>
                </a:lnTo>
                <a:lnTo>
                  <a:pt x="2184857" y="344817"/>
                </a:lnTo>
                <a:lnTo>
                  <a:pt x="2194445" y="334810"/>
                </a:lnTo>
                <a:lnTo>
                  <a:pt x="2201951" y="323456"/>
                </a:lnTo>
                <a:lnTo>
                  <a:pt x="2202192" y="323100"/>
                </a:lnTo>
                <a:lnTo>
                  <a:pt x="2207349" y="304520"/>
                </a:lnTo>
                <a:lnTo>
                  <a:pt x="2211527" y="273951"/>
                </a:lnTo>
                <a:lnTo>
                  <a:pt x="2214829" y="231470"/>
                </a:lnTo>
                <a:lnTo>
                  <a:pt x="2217432" y="176796"/>
                </a:lnTo>
                <a:lnTo>
                  <a:pt x="2225560" y="170700"/>
                </a:lnTo>
                <a:lnTo>
                  <a:pt x="2229624" y="167652"/>
                </a:lnTo>
                <a:close/>
              </a:path>
              <a:path w="2700654" h="363220">
                <a:moveTo>
                  <a:pt x="2308872" y="161556"/>
                </a:moveTo>
                <a:lnTo>
                  <a:pt x="2266772" y="147840"/>
                </a:lnTo>
                <a:lnTo>
                  <a:pt x="2228100" y="120408"/>
                </a:lnTo>
                <a:lnTo>
                  <a:pt x="2194953" y="80594"/>
                </a:lnTo>
                <a:lnTo>
                  <a:pt x="2173236" y="25920"/>
                </a:lnTo>
                <a:lnTo>
                  <a:pt x="2185428" y="18300"/>
                </a:lnTo>
                <a:lnTo>
                  <a:pt x="2156472" y="6108"/>
                </a:lnTo>
                <a:lnTo>
                  <a:pt x="2171141" y="63449"/>
                </a:lnTo>
                <a:lnTo>
                  <a:pt x="2196096" y="112788"/>
                </a:lnTo>
                <a:lnTo>
                  <a:pt x="2231339" y="153936"/>
                </a:lnTo>
                <a:lnTo>
                  <a:pt x="2276868" y="185940"/>
                </a:lnTo>
                <a:lnTo>
                  <a:pt x="2282291" y="178765"/>
                </a:lnTo>
                <a:lnTo>
                  <a:pt x="2289441" y="173177"/>
                </a:lnTo>
                <a:lnTo>
                  <a:pt x="2298293" y="168998"/>
                </a:lnTo>
                <a:lnTo>
                  <a:pt x="2308872" y="166128"/>
                </a:lnTo>
                <a:lnTo>
                  <a:pt x="2308872" y="161556"/>
                </a:lnTo>
                <a:close/>
              </a:path>
              <a:path w="2700654" h="363220">
                <a:moveTo>
                  <a:pt x="2537460" y="45720"/>
                </a:moveTo>
                <a:lnTo>
                  <a:pt x="2513076" y="18288"/>
                </a:lnTo>
                <a:lnTo>
                  <a:pt x="2494788" y="36576"/>
                </a:lnTo>
                <a:lnTo>
                  <a:pt x="2450592" y="36576"/>
                </a:lnTo>
                <a:lnTo>
                  <a:pt x="2450592" y="45720"/>
                </a:lnTo>
                <a:lnTo>
                  <a:pt x="2450592" y="94488"/>
                </a:lnTo>
                <a:lnTo>
                  <a:pt x="2429256" y="94488"/>
                </a:lnTo>
                <a:lnTo>
                  <a:pt x="2429256" y="45720"/>
                </a:lnTo>
                <a:lnTo>
                  <a:pt x="2450592" y="45720"/>
                </a:lnTo>
                <a:lnTo>
                  <a:pt x="2450592" y="36576"/>
                </a:lnTo>
                <a:lnTo>
                  <a:pt x="2340864" y="36576"/>
                </a:lnTo>
                <a:lnTo>
                  <a:pt x="2354580" y="50292"/>
                </a:lnTo>
                <a:lnTo>
                  <a:pt x="2362873" y="48298"/>
                </a:lnTo>
                <a:lnTo>
                  <a:pt x="2371725" y="46863"/>
                </a:lnTo>
                <a:lnTo>
                  <a:pt x="2381161" y="46012"/>
                </a:lnTo>
                <a:lnTo>
                  <a:pt x="2391156" y="45720"/>
                </a:lnTo>
                <a:lnTo>
                  <a:pt x="2410968" y="45720"/>
                </a:lnTo>
                <a:lnTo>
                  <a:pt x="2410968" y="94488"/>
                </a:lnTo>
                <a:lnTo>
                  <a:pt x="2410968" y="103632"/>
                </a:lnTo>
                <a:lnTo>
                  <a:pt x="2409279" y="137642"/>
                </a:lnTo>
                <a:lnTo>
                  <a:pt x="2404300" y="166497"/>
                </a:lnTo>
                <a:lnTo>
                  <a:pt x="2396185" y="190220"/>
                </a:lnTo>
                <a:lnTo>
                  <a:pt x="2385060" y="208788"/>
                </a:lnTo>
                <a:lnTo>
                  <a:pt x="2385060" y="103632"/>
                </a:lnTo>
                <a:lnTo>
                  <a:pt x="2410968" y="103632"/>
                </a:lnTo>
                <a:lnTo>
                  <a:pt x="2410968" y="94488"/>
                </a:lnTo>
                <a:lnTo>
                  <a:pt x="2385060" y="94488"/>
                </a:lnTo>
                <a:lnTo>
                  <a:pt x="2363724" y="82296"/>
                </a:lnTo>
                <a:lnTo>
                  <a:pt x="2364613" y="109753"/>
                </a:lnTo>
                <a:lnTo>
                  <a:pt x="2365057" y="141922"/>
                </a:lnTo>
                <a:lnTo>
                  <a:pt x="2365171" y="166497"/>
                </a:lnTo>
                <a:lnTo>
                  <a:pt x="2365057" y="297764"/>
                </a:lnTo>
                <a:lnTo>
                  <a:pt x="2364613" y="328790"/>
                </a:lnTo>
                <a:lnTo>
                  <a:pt x="2363724" y="355104"/>
                </a:lnTo>
                <a:lnTo>
                  <a:pt x="2385060" y="347484"/>
                </a:lnTo>
                <a:lnTo>
                  <a:pt x="2385060" y="315480"/>
                </a:lnTo>
                <a:lnTo>
                  <a:pt x="2494788" y="315480"/>
                </a:lnTo>
                <a:lnTo>
                  <a:pt x="2494788" y="353580"/>
                </a:lnTo>
                <a:lnTo>
                  <a:pt x="2516124" y="342900"/>
                </a:lnTo>
                <a:lnTo>
                  <a:pt x="2515946" y="315480"/>
                </a:lnTo>
                <a:lnTo>
                  <a:pt x="2515844" y="306324"/>
                </a:lnTo>
                <a:lnTo>
                  <a:pt x="2515260" y="248412"/>
                </a:lnTo>
                <a:lnTo>
                  <a:pt x="2515184" y="239280"/>
                </a:lnTo>
                <a:lnTo>
                  <a:pt x="2514841" y="188988"/>
                </a:lnTo>
                <a:lnTo>
                  <a:pt x="2514803" y="182892"/>
                </a:lnTo>
                <a:lnTo>
                  <a:pt x="2514600" y="108204"/>
                </a:lnTo>
                <a:lnTo>
                  <a:pt x="2519934" y="103632"/>
                </a:lnTo>
                <a:lnTo>
                  <a:pt x="2525268" y="99060"/>
                </a:lnTo>
                <a:lnTo>
                  <a:pt x="2519934" y="94488"/>
                </a:lnTo>
                <a:lnTo>
                  <a:pt x="2503932" y="80772"/>
                </a:lnTo>
                <a:lnTo>
                  <a:pt x="2494788" y="92532"/>
                </a:lnTo>
                <a:lnTo>
                  <a:pt x="2494788" y="306324"/>
                </a:lnTo>
                <a:lnTo>
                  <a:pt x="2385060" y="306324"/>
                </a:lnTo>
                <a:lnTo>
                  <a:pt x="2385060" y="248412"/>
                </a:lnTo>
                <a:lnTo>
                  <a:pt x="2494788" y="248412"/>
                </a:lnTo>
                <a:lnTo>
                  <a:pt x="2494788" y="239280"/>
                </a:lnTo>
                <a:lnTo>
                  <a:pt x="2385060" y="239280"/>
                </a:lnTo>
                <a:lnTo>
                  <a:pt x="2385060" y="217944"/>
                </a:lnTo>
                <a:lnTo>
                  <a:pt x="2394204" y="208788"/>
                </a:lnTo>
                <a:lnTo>
                  <a:pt x="2404186" y="198793"/>
                </a:lnTo>
                <a:lnTo>
                  <a:pt x="2418016" y="173367"/>
                </a:lnTo>
                <a:lnTo>
                  <a:pt x="2426424" y="141643"/>
                </a:lnTo>
                <a:lnTo>
                  <a:pt x="2429256" y="103632"/>
                </a:lnTo>
                <a:lnTo>
                  <a:pt x="2450592" y="103632"/>
                </a:lnTo>
                <a:lnTo>
                  <a:pt x="2450706" y="182892"/>
                </a:lnTo>
                <a:lnTo>
                  <a:pt x="2473452" y="205752"/>
                </a:lnTo>
                <a:lnTo>
                  <a:pt x="2494788" y="205752"/>
                </a:lnTo>
                <a:lnTo>
                  <a:pt x="2494788" y="188988"/>
                </a:lnTo>
                <a:lnTo>
                  <a:pt x="2471928" y="188988"/>
                </a:lnTo>
                <a:lnTo>
                  <a:pt x="2468880" y="182892"/>
                </a:lnTo>
                <a:lnTo>
                  <a:pt x="2468880" y="103632"/>
                </a:lnTo>
                <a:lnTo>
                  <a:pt x="2494788" y="103632"/>
                </a:lnTo>
                <a:lnTo>
                  <a:pt x="2494788" y="92532"/>
                </a:lnTo>
                <a:lnTo>
                  <a:pt x="2493264" y="94488"/>
                </a:lnTo>
                <a:lnTo>
                  <a:pt x="2468880" y="94488"/>
                </a:lnTo>
                <a:lnTo>
                  <a:pt x="2468880" y="45720"/>
                </a:lnTo>
                <a:lnTo>
                  <a:pt x="2537460" y="45720"/>
                </a:lnTo>
                <a:close/>
              </a:path>
              <a:path w="2700654" h="363220">
                <a:moveTo>
                  <a:pt x="2700528" y="318528"/>
                </a:moveTo>
                <a:lnTo>
                  <a:pt x="2681097" y="277761"/>
                </a:lnTo>
                <a:lnTo>
                  <a:pt x="2680716" y="249936"/>
                </a:lnTo>
                <a:lnTo>
                  <a:pt x="2673096" y="249936"/>
                </a:lnTo>
                <a:lnTo>
                  <a:pt x="2669667" y="298157"/>
                </a:lnTo>
                <a:lnTo>
                  <a:pt x="2660904" y="323088"/>
                </a:lnTo>
                <a:lnTo>
                  <a:pt x="2590800" y="323088"/>
                </a:lnTo>
                <a:lnTo>
                  <a:pt x="2580563" y="321614"/>
                </a:lnTo>
                <a:lnTo>
                  <a:pt x="2572893" y="317004"/>
                </a:lnTo>
                <a:lnTo>
                  <a:pt x="2568092" y="308952"/>
                </a:lnTo>
                <a:lnTo>
                  <a:pt x="2566416" y="297192"/>
                </a:lnTo>
                <a:lnTo>
                  <a:pt x="2566416" y="155448"/>
                </a:lnTo>
                <a:lnTo>
                  <a:pt x="2650236" y="155448"/>
                </a:lnTo>
                <a:lnTo>
                  <a:pt x="2650236" y="176796"/>
                </a:lnTo>
                <a:lnTo>
                  <a:pt x="2671572" y="167652"/>
                </a:lnTo>
                <a:lnTo>
                  <a:pt x="2670238" y="119824"/>
                </a:lnTo>
                <a:lnTo>
                  <a:pt x="2670048" y="50292"/>
                </a:lnTo>
                <a:lnTo>
                  <a:pt x="2675382" y="45720"/>
                </a:lnTo>
                <a:lnTo>
                  <a:pt x="2680716" y="41148"/>
                </a:lnTo>
                <a:lnTo>
                  <a:pt x="2657856" y="22860"/>
                </a:lnTo>
                <a:lnTo>
                  <a:pt x="2647188" y="36576"/>
                </a:lnTo>
                <a:lnTo>
                  <a:pt x="2538984" y="36576"/>
                </a:lnTo>
                <a:lnTo>
                  <a:pt x="2552700" y="50292"/>
                </a:lnTo>
                <a:lnTo>
                  <a:pt x="2561844" y="48298"/>
                </a:lnTo>
                <a:lnTo>
                  <a:pt x="2570988" y="46863"/>
                </a:lnTo>
                <a:lnTo>
                  <a:pt x="2580132" y="46012"/>
                </a:lnTo>
                <a:lnTo>
                  <a:pt x="2589276" y="45720"/>
                </a:lnTo>
                <a:lnTo>
                  <a:pt x="2650236" y="45720"/>
                </a:lnTo>
                <a:lnTo>
                  <a:pt x="2650236" y="146304"/>
                </a:lnTo>
                <a:lnTo>
                  <a:pt x="2566416" y="146304"/>
                </a:lnTo>
                <a:lnTo>
                  <a:pt x="2545080" y="132588"/>
                </a:lnTo>
                <a:lnTo>
                  <a:pt x="2545969" y="156908"/>
                </a:lnTo>
                <a:lnTo>
                  <a:pt x="2546413" y="193370"/>
                </a:lnTo>
                <a:lnTo>
                  <a:pt x="2546591" y="242112"/>
                </a:lnTo>
                <a:lnTo>
                  <a:pt x="2546604" y="303276"/>
                </a:lnTo>
                <a:lnTo>
                  <a:pt x="2548915" y="320141"/>
                </a:lnTo>
                <a:lnTo>
                  <a:pt x="2555938" y="331863"/>
                </a:lnTo>
                <a:lnTo>
                  <a:pt x="2567825" y="338429"/>
                </a:lnTo>
                <a:lnTo>
                  <a:pt x="2584704" y="339864"/>
                </a:lnTo>
                <a:lnTo>
                  <a:pt x="2665476" y="339864"/>
                </a:lnTo>
                <a:lnTo>
                  <a:pt x="2676321" y="339305"/>
                </a:lnTo>
                <a:lnTo>
                  <a:pt x="2685859" y="335483"/>
                </a:lnTo>
                <a:lnTo>
                  <a:pt x="2693987" y="328498"/>
                </a:lnTo>
                <a:lnTo>
                  <a:pt x="2697530" y="323088"/>
                </a:lnTo>
                <a:lnTo>
                  <a:pt x="2700528" y="31852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" name="object 33"/>
          <p:cNvSpPr/>
          <p:nvPr/>
        </p:nvSpPr>
        <p:spPr>
          <a:xfrm>
            <a:off x="2162543" y="3915155"/>
            <a:ext cx="1911350" cy="360045"/>
          </a:xfrm>
          <a:custGeom>
            <a:avLst/>
            <a:gdLst/>
            <a:ahLst/>
            <a:cxnLst/>
            <a:rect l="l" t="t" r="r" b="b"/>
            <a:pathLst>
              <a:path w="1911350" h="360045">
                <a:moveTo>
                  <a:pt x="140208" y="289560"/>
                </a:moveTo>
                <a:lnTo>
                  <a:pt x="138684" y="281940"/>
                </a:lnTo>
                <a:lnTo>
                  <a:pt x="88633" y="294830"/>
                </a:lnTo>
                <a:lnTo>
                  <a:pt x="50292" y="303847"/>
                </a:lnTo>
                <a:lnTo>
                  <a:pt x="23393" y="309168"/>
                </a:lnTo>
                <a:lnTo>
                  <a:pt x="7620" y="310896"/>
                </a:lnTo>
                <a:lnTo>
                  <a:pt x="22860" y="341376"/>
                </a:lnTo>
                <a:lnTo>
                  <a:pt x="34340" y="333070"/>
                </a:lnTo>
                <a:lnTo>
                  <a:pt x="57531" y="321754"/>
                </a:lnTo>
                <a:lnTo>
                  <a:pt x="92735" y="307301"/>
                </a:lnTo>
                <a:lnTo>
                  <a:pt x="140208" y="289560"/>
                </a:lnTo>
                <a:close/>
              </a:path>
              <a:path w="1911350" h="360045">
                <a:moveTo>
                  <a:pt x="147828" y="100584"/>
                </a:moveTo>
                <a:lnTo>
                  <a:pt x="120396" y="80772"/>
                </a:lnTo>
                <a:lnTo>
                  <a:pt x="113525" y="95618"/>
                </a:lnTo>
                <a:lnTo>
                  <a:pt x="106489" y="110299"/>
                </a:lnTo>
                <a:lnTo>
                  <a:pt x="99187" y="124714"/>
                </a:lnTo>
                <a:lnTo>
                  <a:pt x="91440" y="138684"/>
                </a:lnTo>
                <a:lnTo>
                  <a:pt x="21336" y="141732"/>
                </a:lnTo>
                <a:lnTo>
                  <a:pt x="37325" y="118287"/>
                </a:lnTo>
                <a:lnTo>
                  <a:pt x="53149" y="93535"/>
                </a:lnTo>
                <a:lnTo>
                  <a:pt x="68707" y="67373"/>
                </a:lnTo>
                <a:lnTo>
                  <a:pt x="83820" y="39624"/>
                </a:lnTo>
                <a:lnTo>
                  <a:pt x="97536" y="30480"/>
                </a:lnTo>
                <a:lnTo>
                  <a:pt x="65532" y="10668"/>
                </a:lnTo>
                <a:lnTo>
                  <a:pt x="60350" y="31508"/>
                </a:lnTo>
                <a:lnTo>
                  <a:pt x="53721" y="52768"/>
                </a:lnTo>
                <a:lnTo>
                  <a:pt x="35052" y="96012"/>
                </a:lnTo>
                <a:lnTo>
                  <a:pt x="15811" y="128968"/>
                </a:lnTo>
                <a:lnTo>
                  <a:pt x="0" y="140208"/>
                </a:lnTo>
                <a:lnTo>
                  <a:pt x="13716" y="167640"/>
                </a:lnTo>
                <a:lnTo>
                  <a:pt x="25133" y="161975"/>
                </a:lnTo>
                <a:lnTo>
                  <a:pt x="40957" y="156591"/>
                </a:lnTo>
                <a:lnTo>
                  <a:pt x="61087" y="151790"/>
                </a:lnTo>
                <a:lnTo>
                  <a:pt x="85344" y="147828"/>
                </a:lnTo>
                <a:lnTo>
                  <a:pt x="53911" y="190500"/>
                </a:lnTo>
                <a:lnTo>
                  <a:pt x="28460" y="221792"/>
                </a:lnTo>
                <a:lnTo>
                  <a:pt x="10668" y="231648"/>
                </a:lnTo>
                <a:lnTo>
                  <a:pt x="25908" y="262128"/>
                </a:lnTo>
                <a:lnTo>
                  <a:pt x="35039" y="256679"/>
                </a:lnTo>
                <a:lnTo>
                  <a:pt x="46291" y="251650"/>
                </a:lnTo>
                <a:lnTo>
                  <a:pt x="59563" y="246913"/>
                </a:lnTo>
                <a:lnTo>
                  <a:pt x="74676" y="242316"/>
                </a:lnTo>
                <a:lnTo>
                  <a:pt x="90398" y="237159"/>
                </a:lnTo>
                <a:lnTo>
                  <a:pt x="105537" y="232981"/>
                </a:lnTo>
                <a:lnTo>
                  <a:pt x="111417" y="231648"/>
                </a:lnTo>
                <a:lnTo>
                  <a:pt x="120116" y="229679"/>
                </a:lnTo>
                <a:lnTo>
                  <a:pt x="134112" y="227076"/>
                </a:lnTo>
                <a:lnTo>
                  <a:pt x="134112" y="220980"/>
                </a:lnTo>
                <a:lnTo>
                  <a:pt x="35052" y="231648"/>
                </a:lnTo>
                <a:lnTo>
                  <a:pt x="62750" y="200787"/>
                </a:lnTo>
                <a:lnTo>
                  <a:pt x="88582" y="169926"/>
                </a:lnTo>
                <a:lnTo>
                  <a:pt x="105651" y="147828"/>
                </a:lnTo>
                <a:lnTo>
                  <a:pt x="110363" y="141732"/>
                </a:lnTo>
                <a:lnTo>
                  <a:pt x="112420" y="139065"/>
                </a:lnTo>
                <a:lnTo>
                  <a:pt x="134112" y="108204"/>
                </a:lnTo>
                <a:lnTo>
                  <a:pt x="147828" y="100584"/>
                </a:lnTo>
                <a:close/>
              </a:path>
              <a:path w="1911350" h="360045">
                <a:moveTo>
                  <a:pt x="295656" y="166116"/>
                </a:moveTo>
                <a:lnTo>
                  <a:pt x="271272" y="138684"/>
                </a:lnTo>
                <a:lnTo>
                  <a:pt x="256032" y="156972"/>
                </a:lnTo>
                <a:lnTo>
                  <a:pt x="161544" y="156972"/>
                </a:lnTo>
                <a:lnTo>
                  <a:pt x="175260" y="170688"/>
                </a:lnTo>
                <a:lnTo>
                  <a:pt x="183007" y="168694"/>
                </a:lnTo>
                <a:lnTo>
                  <a:pt x="190309" y="167259"/>
                </a:lnTo>
                <a:lnTo>
                  <a:pt x="197345" y="166408"/>
                </a:lnTo>
                <a:lnTo>
                  <a:pt x="204216" y="166116"/>
                </a:lnTo>
                <a:lnTo>
                  <a:pt x="295656" y="166116"/>
                </a:lnTo>
                <a:close/>
              </a:path>
              <a:path w="1911350" h="360045">
                <a:moveTo>
                  <a:pt x="312420" y="225552"/>
                </a:moveTo>
                <a:lnTo>
                  <a:pt x="306324" y="219456"/>
                </a:lnTo>
                <a:lnTo>
                  <a:pt x="291084" y="204216"/>
                </a:lnTo>
                <a:lnTo>
                  <a:pt x="278892" y="216408"/>
                </a:lnTo>
                <a:lnTo>
                  <a:pt x="278892" y="228600"/>
                </a:lnTo>
                <a:lnTo>
                  <a:pt x="278892" y="315468"/>
                </a:lnTo>
                <a:lnTo>
                  <a:pt x="173736" y="315468"/>
                </a:lnTo>
                <a:lnTo>
                  <a:pt x="173736" y="228600"/>
                </a:lnTo>
                <a:lnTo>
                  <a:pt x="278892" y="228600"/>
                </a:lnTo>
                <a:lnTo>
                  <a:pt x="278892" y="216408"/>
                </a:lnTo>
                <a:lnTo>
                  <a:pt x="275844" y="219456"/>
                </a:lnTo>
                <a:lnTo>
                  <a:pt x="173736" y="219456"/>
                </a:lnTo>
                <a:lnTo>
                  <a:pt x="152400" y="207264"/>
                </a:lnTo>
                <a:lnTo>
                  <a:pt x="152679" y="227076"/>
                </a:lnTo>
                <a:lnTo>
                  <a:pt x="153695" y="264058"/>
                </a:lnTo>
                <a:lnTo>
                  <a:pt x="153911" y="281940"/>
                </a:lnTo>
                <a:lnTo>
                  <a:pt x="153797" y="294830"/>
                </a:lnTo>
                <a:lnTo>
                  <a:pt x="153682" y="303847"/>
                </a:lnTo>
                <a:lnTo>
                  <a:pt x="152641" y="341337"/>
                </a:lnTo>
                <a:lnTo>
                  <a:pt x="152400" y="359664"/>
                </a:lnTo>
                <a:lnTo>
                  <a:pt x="173736" y="350520"/>
                </a:lnTo>
                <a:lnTo>
                  <a:pt x="173736" y="324612"/>
                </a:lnTo>
                <a:lnTo>
                  <a:pt x="278892" y="324612"/>
                </a:lnTo>
                <a:lnTo>
                  <a:pt x="278892" y="356616"/>
                </a:lnTo>
                <a:lnTo>
                  <a:pt x="300228" y="345948"/>
                </a:lnTo>
                <a:lnTo>
                  <a:pt x="299351" y="335978"/>
                </a:lnTo>
                <a:lnTo>
                  <a:pt x="298894" y="326707"/>
                </a:lnTo>
                <a:lnTo>
                  <a:pt x="298856" y="324612"/>
                </a:lnTo>
                <a:lnTo>
                  <a:pt x="298805" y="321754"/>
                </a:lnTo>
                <a:lnTo>
                  <a:pt x="298729" y="315468"/>
                </a:lnTo>
                <a:lnTo>
                  <a:pt x="298704" y="234696"/>
                </a:lnTo>
                <a:lnTo>
                  <a:pt x="307848" y="228600"/>
                </a:lnTo>
                <a:lnTo>
                  <a:pt x="312420" y="225552"/>
                </a:lnTo>
                <a:close/>
              </a:path>
              <a:path w="1911350" h="360045">
                <a:moveTo>
                  <a:pt x="359664" y="144780"/>
                </a:moveTo>
                <a:lnTo>
                  <a:pt x="318325" y="125539"/>
                </a:lnTo>
                <a:lnTo>
                  <a:pt x="284988" y="100584"/>
                </a:lnTo>
                <a:lnTo>
                  <a:pt x="256222" y="68961"/>
                </a:lnTo>
                <a:lnTo>
                  <a:pt x="234111" y="35052"/>
                </a:lnTo>
                <a:lnTo>
                  <a:pt x="228600" y="25908"/>
                </a:lnTo>
                <a:lnTo>
                  <a:pt x="242316" y="16764"/>
                </a:lnTo>
                <a:lnTo>
                  <a:pt x="208788" y="0"/>
                </a:lnTo>
                <a:lnTo>
                  <a:pt x="201079" y="28625"/>
                </a:lnTo>
                <a:lnTo>
                  <a:pt x="191643" y="55245"/>
                </a:lnTo>
                <a:lnTo>
                  <a:pt x="167640" y="103632"/>
                </a:lnTo>
                <a:lnTo>
                  <a:pt x="139827" y="144399"/>
                </a:lnTo>
                <a:lnTo>
                  <a:pt x="109728" y="178308"/>
                </a:lnTo>
                <a:lnTo>
                  <a:pt x="112776" y="182880"/>
                </a:lnTo>
                <a:lnTo>
                  <a:pt x="146875" y="153352"/>
                </a:lnTo>
                <a:lnTo>
                  <a:pt x="175260" y="120396"/>
                </a:lnTo>
                <a:lnTo>
                  <a:pt x="200787" y="81153"/>
                </a:lnTo>
                <a:lnTo>
                  <a:pt x="224028" y="35052"/>
                </a:lnTo>
                <a:lnTo>
                  <a:pt x="232600" y="54178"/>
                </a:lnTo>
                <a:lnTo>
                  <a:pt x="253174" y="90131"/>
                </a:lnTo>
                <a:lnTo>
                  <a:pt x="278612" y="122377"/>
                </a:lnTo>
                <a:lnTo>
                  <a:pt x="310616" y="151472"/>
                </a:lnTo>
                <a:lnTo>
                  <a:pt x="329184" y="164592"/>
                </a:lnTo>
                <a:lnTo>
                  <a:pt x="334594" y="157721"/>
                </a:lnTo>
                <a:lnTo>
                  <a:pt x="341566" y="152971"/>
                </a:lnTo>
                <a:lnTo>
                  <a:pt x="349973" y="150241"/>
                </a:lnTo>
                <a:lnTo>
                  <a:pt x="359664" y="149352"/>
                </a:lnTo>
                <a:lnTo>
                  <a:pt x="359664" y="144780"/>
                </a:lnTo>
                <a:close/>
              </a:path>
              <a:path w="1911350" h="360045">
                <a:moveTo>
                  <a:pt x="592848" y="118872"/>
                </a:moveTo>
                <a:lnTo>
                  <a:pt x="586867" y="114300"/>
                </a:lnTo>
                <a:lnTo>
                  <a:pt x="566940" y="99060"/>
                </a:lnTo>
                <a:lnTo>
                  <a:pt x="559320" y="111760"/>
                </a:lnTo>
                <a:lnTo>
                  <a:pt x="559320" y="123444"/>
                </a:lnTo>
                <a:lnTo>
                  <a:pt x="559320" y="228600"/>
                </a:lnTo>
                <a:lnTo>
                  <a:pt x="470928" y="228600"/>
                </a:lnTo>
                <a:lnTo>
                  <a:pt x="470928" y="123444"/>
                </a:lnTo>
                <a:lnTo>
                  <a:pt x="559320" y="123444"/>
                </a:lnTo>
                <a:lnTo>
                  <a:pt x="559320" y="111760"/>
                </a:lnTo>
                <a:lnTo>
                  <a:pt x="557796" y="114300"/>
                </a:lnTo>
                <a:lnTo>
                  <a:pt x="472452" y="114300"/>
                </a:lnTo>
                <a:lnTo>
                  <a:pt x="448068" y="102108"/>
                </a:lnTo>
                <a:lnTo>
                  <a:pt x="448932" y="123444"/>
                </a:lnTo>
                <a:lnTo>
                  <a:pt x="449402" y="145161"/>
                </a:lnTo>
                <a:lnTo>
                  <a:pt x="449567" y="165976"/>
                </a:lnTo>
                <a:lnTo>
                  <a:pt x="449453" y="223266"/>
                </a:lnTo>
                <a:lnTo>
                  <a:pt x="449402" y="230314"/>
                </a:lnTo>
                <a:lnTo>
                  <a:pt x="448945" y="254723"/>
                </a:lnTo>
                <a:lnTo>
                  <a:pt x="448068" y="280416"/>
                </a:lnTo>
                <a:lnTo>
                  <a:pt x="470928" y="272796"/>
                </a:lnTo>
                <a:lnTo>
                  <a:pt x="470928" y="237744"/>
                </a:lnTo>
                <a:lnTo>
                  <a:pt x="559320" y="237744"/>
                </a:lnTo>
                <a:lnTo>
                  <a:pt x="559320" y="265176"/>
                </a:lnTo>
                <a:lnTo>
                  <a:pt x="582180" y="256032"/>
                </a:lnTo>
                <a:lnTo>
                  <a:pt x="581291" y="239229"/>
                </a:lnTo>
                <a:lnTo>
                  <a:pt x="581253" y="237744"/>
                </a:lnTo>
                <a:lnTo>
                  <a:pt x="580986" y="228600"/>
                </a:lnTo>
                <a:lnTo>
                  <a:pt x="580847" y="223266"/>
                </a:lnTo>
                <a:lnTo>
                  <a:pt x="580669" y="208457"/>
                </a:lnTo>
                <a:lnTo>
                  <a:pt x="580656" y="129540"/>
                </a:lnTo>
                <a:lnTo>
                  <a:pt x="587616" y="123444"/>
                </a:lnTo>
                <a:lnTo>
                  <a:pt x="592848" y="118872"/>
                </a:lnTo>
                <a:close/>
              </a:path>
              <a:path w="1911350" h="360045">
                <a:moveTo>
                  <a:pt x="749820" y="51816"/>
                </a:moveTo>
                <a:lnTo>
                  <a:pt x="717816" y="19812"/>
                </a:lnTo>
                <a:lnTo>
                  <a:pt x="694956" y="42672"/>
                </a:lnTo>
                <a:lnTo>
                  <a:pt x="393204" y="42672"/>
                </a:lnTo>
                <a:lnTo>
                  <a:pt x="406920" y="56388"/>
                </a:lnTo>
                <a:lnTo>
                  <a:pt x="416064" y="54394"/>
                </a:lnTo>
                <a:lnTo>
                  <a:pt x="425208" y="52959"/>
                </a:lnTo>
                <a:lnTo>
                  <a:pt x="434352" y="52108"/>
                </a:lnTo>
                <a:lnTo>
                  <a:pt x="443496" y="51816"/>
                </a:lnTo>
                <a:lnTo>
                  <a:pt x="655332" y="51816"/>
                </a:lnTo>
                <a:lnTo>
                  <a:pt x="655332" y="294132"/>
                </a:lnTo>
                <a:lnTo>
                  <a:pt x="655015" y="304114"/>
                </a:lnTo>
                <a:lnTo>
                  <a:pt x="651713" y="311086"/>
                </a:lnTo>
                <a:lnTo>
                  <a:pt x="645248" y="314921"/>
                </a:lnTo>
                <a:lnTo>
                  <a:pt x="635520" y="315468"/>
                </a:lnTo>
                <a:lnTo>
                  <a:pt x="624319" y="315188"/>
                </a:lnTo>
                <a:lnTo>
                  <a:pt x="613422" y="314325"/>
                </a:lnTo>
                <a:lnTo>
                  <a:pt x="602513" y="312902"/>
                </a:lnTo>
                <a:lnTo>
                  <a:pt x="591324" y="310896"/>
                </a:lnTo>
                <a:lnTo>
                  <a:pt x="591324" y="318516"/>
                </a:lnTo>
                <a:lnTo>
                  <a:pt x="612482" y="325932"/>
                </a:lnTo>
                <a:lnTo>
                  <a:pt x="628091" y="334327"/>
                </a:lnTo>
                <a:lnTo>
                  <a:pt x="638251" y="343598"/>
                </a:lnTo>
                <a:lnTo>
                  <a:pt x="643140" y="353568"/>
                </a:lnTo>
                <a:lnTo>
                  <a:pt x="658012" y="345236"/>
                </a:lnTo>
                <a:lnTo>
                  <a:pt x="668477" y="333756"/>
                </a:lnTo>
                <a:lnTo>
                  <a:pt x="674636" y="318858"/>
                </a:lnTo>
                <a:lnTo>
                  <a:pt x="675005" y="315468"/>
                </a:lnTo>
                <a:lnTo>
                  <a:pt x="676668" y="300228"/>
                </a:lnTo>
                <a:lnTo>
                  <a:pt x="676668" y="51816"/>
                </a:lnTo>
                <a:lnTo>
                  <a:pt x="749820" y="51816"/>
                </a:lnTo>
                <a:close/>
              </a:path>
              <a:path w="1911350" h="360045">
                <a:moveTo>
                  <a:pt x="1129601" y="171577"/>
                </a:moveTo>
                <a:lnTo>
                  <a:pt x="1093927" y="136525"/>
                </a:lnTo>
                <a:lnTo>
                  <a:pt x="1056728" y="118859"/>
                </a:lnTo>
                <a:lnTo>
                  <a:pt x="1033272" y="109728"/>
                </a:lnTo>
                <a:lnTo>
                  <a:pt x="1033272" y="41148"/>
                </a:lnTo>
                <a:lnTo>
                  <a:pt x="1046988" y="30480"/>
                </a:lnTo>
                <a:lnTo>
                  <a:pt x="1010412" y="12192"/>
                </a:lnTo>
                <a:lnTo>
                  <a:pt x="1011301" y="29362"/>
                </a:lnTo>
                <a:lnTo>
                  <a:pt x="1011745" y="44386"/>
                </a:lnTo>
                <a:lnTo>
                  <a:pt x="1011847" y="51816"/>
                </a:lnTo>
                <a:lnTo>
                  <a:pt x="1011745" y="264033"/>
                </a:lnTo>
                <a:lnTo>
                  <a:pt x="1011301" y="278612"/>
                </a:lnTo>
                <a:lnTo>
                  <a:pt x="1010412" y="292608"/>
                </a:lnTo>
                <a:lnTo>
                  <a:pt x="1036320" y="281940"/>
                </a:lnTo>
                <a:lnTo>
                  <a:pt x="1033322" y="235369"/>
                </a:lnTo>
                <a:lnTo>
                  <a:pt x="1033272" y="117348"/>
                </a:lnTo>
                <a:lnTo>
                  <a:pt x="1060157" y="137693"/>
                </a:lnTo>
                <a:lnTo>
                  <a:pt x="1081468" y="155448"/>
                </a:lnTo>
                <a:lnTo>
                  <a:pt x="1097356" y="170929"/>
                </a:lnTo>
                <a:lnTo>
                  <a:pt x="1107948" y="184404"/>
                </a:lnTo>
                <a:lnTo>
                  <a:pt x="1110996" y="192024"/>
                </a:lnTo>
                <a:lnTo>
                  <a:pt x="1115568" y="196596"/>
                </a:lnTo>
                <a:lnTo>
                  <a:pt x="1123188" y="196596"/>
                </a:lnTo>
                <a:lnTo>
                  <a:pt x="1126236" y="190500"/>
                </a:lnTo>
                <a:lnTo>
                  <a:pt x="1129284" y="179832"/>
                </a:lnTo>
                <a:lnTo>
                  <a:pt x="1129601" y="171577"/>
                </a:lnTo>
                <a:close/>
              </a:path>
              <a:path w="1911350" h="360045">
                <a:moveTo>
                  <a:pt x="1141476" y="313944"/>
                </a:moveTo>
                <a:lnTo>
                  <a:pt x="1087742" y="314858"/>
                </a:lnTo>
                <a:lnTo>
                  <a:pt x="1042987" y="313182"/>
                </a:lnTo>
                <a:lnTo>
                  <a:pt x="979932" y="303276"/>
                </a:lnTo>
                <a:lnTo>
                  <a:pt x="940879" y="285940"/>
                </a:lnTo>
                <a:lnTo>
                  <a:pt x="930376" y="278892"/>
                </a:lnTo>
                <a:lnTo>
                  <a:pt x="926147" y="276059"/>
                </a:lnTo>
                <a:lnTo>
                  <a:pt x="914400" y="265176"/>
                </a:lnTo>
                <a:lnTo>
                  <a:pt x="923861" y="245364"/>
                </a:lnTo>
                <a:lnTo>
                  <a:pt x="924102" y="244868"/>
                </a:lnTo>
                <a:lnTo>
                  <a:pt x="932497" y="224980"/>
                </a:lnTo>
                <a:lnTo>
                  <a:pt x="939482" y="205384"/>
                </a:lnTo>
                <a:lnTo>
                  <a:pt x="944880" y="185928"/>
                </a:lnTo>
                <a:lnTo>
                  <a:pt x="950582" y="167932"/>
                </a:lnTo>
                <a:lnTo>
                  <a:pt x="956119" y="150495"/>
                </a:lnTo>
                <a:lnTo>
                  <a:pt x="961390" y="133642"/>
                </a:lnTo>
                <a:lnTo>
                  <a:pt x="966216" y="117348"/>
                </a:lnTo>
                <a:lnTo>
                  <a:pt x="981456" y="108204"/>
                </a:lnTo>
                <a:lnTo>
                  <a:pt x="972312" y="99060"/>
                </a:lnTo>
                <a:lnTo>
                  <a:pt x="955548" y="82296"/>
                </a:lnTo>
                <a:lnTo>
                  <a:pt x="940308" y="97536"/>
                </a:lnTo>
                <a:lnTo>
                  <a:pt x="940308" y="108204"/>
                </a:lnTo>
                <a:lnTo>
                  <a:pt x="932840" y="147637"/>
                </a:lnTo>
                <a:lnTo>
                  <a:pt x="923925" y="183642"/>
                </a:lnTo>
                <a:lnTo>
                  <a:pt x="913307" y="216217"/>
                </a:lnTo>
                <a:lnTo>
                  <a:pt x="900684" y="245364"/>
                </a:lnTo>
                <a:lnTo>
                  <a:pt x="887806" y="224510"/>
                </a:lnTo>
                <a:lnTo>
                  <a:pt x="876490" y="200787"/>
                </a:lnTo>
                <a:lnTo>
                  <a:pt x="866609" y="174218"/>
                </a:lnTo>
                <a:lnTo>
                  <a:pt x="860691" y="153924"/>
                </a:lnTo>
                <a:lnTo>
                  <a:pt x="858012" y="144780"/>
                </a:lnTo>
                <a:lnTo>
                  <a:pt x="861428" y="135636"/>
                </a:lnTo>
                <a:lnTo>
                  <a:pt x="864679" y="126492"/>
                </a:lnTo>
                <a:lnTo>
                  <a:pt x="867664" y="117348"/>
                </a:lnTo>
                <a:lnTo>
                  <a:pt x="870204" y="108204"/>
                </a:lnTo>
                <a:lnTo>
                  <a:pt x="940308" y="108204"/>
                </a:lnTo>
                <a:lnTo>
                  <a:pt x="940308" y="97536"/>
                </a:lnTo>
                <a:lnTo>
                  <a:pt x="938784" y="99060"/>
                </a:lnTo>
                <a:lnTo>
                  <a:pt x="873252" y="99060"/>
                </a:lnTo>
                <a:lnTo>
                  <a:pt x="884110" y="65913"/>
                </a:lnTo>
                <a:lnTo>
                  <a:pt x="888047" y="55346"/>
                </a:lnTo>
                <a:lnTo>
                  <a:pt x="891540" y="48768"/>
                </a:lnTo>
                <a:lnTo>
                  <a:pt x="894588" y="41148"/>
                </a:lnTo>
                <a:lnTo>
                  <a:pt x="899160" y="35052"/>
                </a:lnTo>
                <a:lnTo>
                  <a:pt x="902208" y="30480"/>
                </a:lnTo>
                <a:lnTo>
                  <a:pt x="867156" y="15240"/>
                </a:lnTo>
                <a:lnTo>
                  <a:pt x="865162" y="30480"/>
                </a:lnTo>
                <a:lnTo>
                  <a:pt x="861250" y="51816"/>
                </a:lnTo>
                <a:lnTo>
                  <a:pt x="847344" y="111252"/>
                </a:lnTo>
                <a:lnTo>
                  <a:pt x="824484" y="178689"/>
                </a:lnTo>
                <a:lnTo>
                  <a:pt x="792480" y="239268"/>
                </a:lnTo>
                <a:lnTo>
                  <a:pt x="798576" y="243840"/>
                </a:lnTo>
                <a:lnTo>
                  <a:pt x="814006" y="223799"/>
                </a:lnTo>
                <a:lnTo>
                  <a:pt x="828294" y="202311"/>
                </a:lnTo>
                <a:lnTo>
                  <a:pt x="841438" y="179120"/>
                </a:lnTo>
                <a:lnTo>
                  <a:pt x="853440" y="153924"/>
                </a:lnTo>
                <a:lnTo>
                  <a:pt x="858329" y="180505"/>
                </a:lnTo>
                <a:lnTo>
                  <a:pt x="866203" y="207645"/>
                </a:lnTo>
                <a:lnTo>
                  <a:pt x="877239" y="235369"/>
                </a:lnTo>
                <a:lnTo>
                  <a:pt x="891540" y="263652"/>
                </a:lnTo>
                <a:lnTo>
                  <a:pt x="882967" y="274853"/>
                </a:lnTo>
                <a:lnTo>
                  <a:pt x="850392" y="307848"/>
                </a:lnTo>
                <a:lnTo>
                  <a:pt x="806246" y="338074"/>
                </a:lnTo>
                <a:lnTo>
                  <a:pt x="789432" y="347472"/>
                </a:lnTo>
                <a:lnTo>
                  <a:pt x="792480" y="352044"/>
                </a:lnTo>
                <a:lnTo>
                  <a:pt x="830199" y="336232"/>
                </a:lnTo>
                <a:lnTo>
                  <a:pt x="873277" y="307619"/>
                </a:lnTo>
                <a:lnTo>
                  <a:pt x="902208" y="278892"/>
                </a:lnTo>
                <a:lnTo>
                  <a:pt x="917905" y="293751"/>
                </a:lnTo>
                <a:lnTo>
                  <a:pt x="953858" y="316611"/>
                </a:lnTo>
                <a:lnTo>
                  <a:pt x="998728" y="331787"/>
                </a:lnTo>
                <a:lnTo>
                  <a:pt x="1067930" y="341553"/>
                </a:lnTo>
                <a:lnTo>
                  <a:pt x="1112520" y="344424"/>
                </a:lnTo>
                <a:lnTo>
                  <a:pt x="1115123" y="336740"/>
                </a:lnTo>
                <a:lnTo>
                  <a:pt x="1120711" y="329755"/>
                </a:lnTo>
                <a:lnTo>
                  <a:pt x="1129461" y="323646"/>
                </a:lnTo>
                <a:lnTo>
                  <a:pt x="1141476" y="318516"/>
                </a:lnTo>
                <a:lnTo>
                  <a:pt x="1141476" y="314858"/>
                </a:lnTo>
                <a:lnTo>
                  <a:pt x="1141476" y="313944"/>
                </a:lnTo>
                <a:close/>
              </a:path>
              <a:path w="1911350" h="360045">
                <a:moveTo>
                  <a:pt x="1324368" y="246888"/>
                </a:moveTo>
                <a:lnTo>
                  <a:pt x="1322844" y="240792"/>
                </a:lnTo>
                <a:lnTo>
                  <a:pt x="1260360" y="262128"/>
                </a:lnTo>
                <a:lnTo>
                  <a:pt x="1260360" y="166116"/>
                </a:lnTo>
                <a:lnTo>
                  <a:pt x="1319796" y="166116"/>
                </a:lnTo>
                <a:lnTo>
                  <a:pt x="1293888" y="138684"/>
                </a:lnTo>
                <a:lnTo>
                  <a:pt x="1275600" y="156972"/>
                </a:lnTo>
                <a:lnTo>
                  <a:pt x="1260360" y="156972"/>
                </a:lnTo>
                <a:lnTo>
                  <a:pt x="1260360" y="64008"/>
                </a:lnTo>
                <a:lnTo>
                  <a:pt x="1319796" y="64008"/>
                </a:lnTo>
                <a:lnTo>
                  <a:pt x="1293888" y="36576"/>
                </a:lnTo>
                <a:lnTo>
                  <a:pt x="1275600" y="54864"/>
                </a:lnTo>
                <a:lnTo>
                  <a:pt x="1179588" y="54864"/>
                </a:lnTo>
                <a:lnTo>
                  <a:pt x="1193304" y="68580"/>
                </a:lnTo>
                <a:lnTo>
                  <a:pt x="1201585" y="66586"/>
                </a:lnTo>
                <a:lnTo>
                  <a:pt x="1210449" y="65151"/>
                </a:lnTo>
                <a:lnTo>
                  <a:pt x="1219873" y="64300"/>
                </a:lnTo>
                <a:lnTo>
                  <a:pt x="1229880" y="64008"/>
                </a:lnTo>
                <a:lnTo>
                  <a:pt x="1240548" y="64008"/>
                </a:lnTo>
                <a:lnTo>
                  <a:pt x="1240548" y="156972"/>
                </a:lnTo>
                <a:lnTo>
                  <a:pt x="1182636" y="156972"/>
                </a:lnTo>
                <a:lnTo>
                  <a:pt x="1196352" y="170688"/>
                </a:lnTo>
                <a:lnTo>
                  <a:pt x="1204633" y="168694"/>
                </a:lnTo>
                <a:lnTo>
                  <a:pt x="1213497" y="167259"/>
                </a:lnTo>
                <a:lnTo>
                  <a:pt x="1222921" y="166408"/>
                </a:lnTo>
                <a:lnTo>
                  <a:pt x="1232928" y="166116"/>
                </a:lnTo>
                <a:lnTo>
                  <a:pt x="1240548" y="166116"/>
                </a:lnTo>
                <a:lnTo>
                  <a:pt x="1240548" y="268224"/>
                </a:lnTo>
                <a:lnTo>
                  <a:pt x="1230566" y="271945"/>
                </a:lnTo>
                <a:lnTo>
                  <a:pt x="1216736" y="276225"/>
                </a:lnTo>
                <a:lnTo>
                  <a:pt x="1199184" y="281089"/>
                </a:lnTo>
                <a:lnTo>
                  <a:pt x="1178064" y="286512"/>
                </a:lnTo>
                <a:lnTo>
                  <a:pt x="1196352" y="313944"/>
                </a:lnTo>
                <a:lnTo>
                  <a:pt x="1208544" y="301752"/>
                </a:lnTo>
                <a:lnTo>
                  <a:pt x="1290980" y="262128"/>
                </a:lnTo>
                <a:lnTo>
                  <a:pt x="1295552" y="259969"/>
                </a:lnTo>
                <a:lnTo>
                  <a:pt x="1324368" y="246888"/>
                </a:lnTo>
                <a:close/>
              </a:path>
              <a:path w="1911350" h="360045">
                <a:moveTo>
                  <a:pt x="1536204" y="335280"/>
                </a:moveTo>
                <a:lnTo>
                  <a:pt x="1507248" y="306324"/>
                </a:lnTo>
                <a:lnTo>
                  <a:pt x="1487436" y="326136"/>
                </a:lnTo>
                <a:lnTo>
                  <a:pt x="1423428" y="326136"/>
                </a:lnTo>
                <a:lnTo>
                  <a:pt x="1423428" y="263652"/>
                </a:lnTo>
                <a:lnTo>
                  <a:pt x="1511820" y="263652"/>
                </a:lnTo>
                <a:lnTo>
                  <a:pt x="1485912" y="236220"/>
                </a:lnTo>
                <a:lnTo>
                  <a:pt x="1467624" y="254508"/>
                </a:lnTo>
                <a:lnTo>
                  <a:pt x="1423428" y="254508"/>
                </a:lnTo>
                <a:lnTo>
                  <a:pt x="1423428" y="188976"/>
                </a:lnTo>
                <a:lnTo>
                  <a:pt x="1478292" y="188976"/>
                </a:lnTo>
                <a:lnTo>
                  <a:pt x="1478292" y="207264"/>
                </a:lnTo>
                <a:lnTo>
                  <a:pt x="1498104" y="198120"/>
                </a:lnTo>
                <a:lnTo>
                  <a:pt x="1497952" y="188976"/>
                </a:lnTo>
                <a:lnTo>
                  <a:pt x="1497863" y="183007"/>
                </a:lnTo>
                <a:lnTo>
                  <a:pt x="1497761" y="179832"/>
                </a:lnTo>
                <a:lnTo>
                  <a:pt x="1497495" y="170688"/>
                </a:lnTo>
                <a:lnTo>
                  <a:pt x="1496809" y="144767"/>
                </a:lnTo>
                <a:lnTo>
                  <a:pt x="1496580" y="121920"/>
                </a:lnTo>
                <a:lnTo>
                  <a:pt x="1496580" y="115824"/>
                </a:lnTo>
                <a:lnTo>
                  <a:pt x="1496580" y="106680"/>
                </a:lnTo>
                <a:lnTo>
                  <a:pt x="1496580" y="50292"/>
                </a:lnTo>
                <a:lnTo>
                  <a:pt x="1502676" y="45720"/>
                </a:lnTo>
                <a:lnTo>
                  <a:pt x="1508772" y="41148"/>
                </a:lnTo>
                <a:lnTo>
                  <a:pt x="1503057" y="36576"/>
                </a:lnTo>
                <a:lnTo>
                  <a:pt x="1485912" y="22860"/>
                </a:lnTo>
                <a:lnTo>
                  <a:pt x="1478292" y="32664"/>
                </a:lnTo>
                <a:lnTo>
                  <a:pt x="1478292" y="45720"/>
                </a:lnTo>
                <a:lnTo>
                  <a:pt x="1478292" y="106680"/>
                </a:lnTo>
                <a:lnTo>
                  <a:pt x="1478292" y="115824"/>
                </a:lnTo>
                <a:lnTo>
                  <a:pt x="1478292" y="179832"/>
                </a:lnTo>
                <a:lnTo>
                  <a:pt x="1423428" y="179832"/>
                </a:lnTo>
                <a:lnTo>
                  <a:pt x="1423428" y="115824"/>
                </a:lnTo>
                <a:lnTo>
                  <a:pt x="1478292" y="115824"/>
                </a:lnTo>
                <a:lnTo>
                  <a:pt x="1478292" y="106680"/>
                </a:lnTo>
                <a:lnTo>
                  <a:pt x="1423428" y="106680"/>
                </a:lnTo>
                <a:lnTo>
                  <a:pt x="1423428" y="45720"/>
                </a:lnTo>
                <a:lnTo>
                  <a:pt x="1478292" y="45720"/>
                </a:lnTo>
                <a:lnTo>
                  <a:pt x="1478292" y="32664"/>
                </a:lnTo>
                <a:lnTo>
                  <a:pt x="1475244" y="36576"/>
                </a:lnTo>
                <a:lnTo>
                  <a:pt x="1405140" y="36576"/>
                </a:lnTo>
                <a:lnTo>
                  <a:pt x="1405140" y="45720"/>
                </a:lnTo>
                <a:lnTo>
                  <a:pt x="1405140" y="106680"/>
                </a:lnTo>
                <a:lnTo>
                  <a:pt x="1405140" y="115824"/>
                </a:lnTo>
                <a:lnTo>
                  <a:pt x="1405140" y="179832"/>
                </a:lnTo>
                <a:lnTo>
                  <a:pt x="1348752" y="179832"/>
                </a:lnTo>
                <a:lnTo>
                  <a:pt x="1348752" y="115824"/>
                </a:lnTo>
                <a:lnTo>
                  <a:pt x="1405140" y="115824"/>
                </a:lnTo>
                <a:lnTo>
                  <a:pt x="1405140" y="106680"/>
                </a:lnTo>
                <a:lnTo>
                  <a:pt x="1348752" y="106680"/>
                </a:lnTo>
                <a:lnTo>
                  <a:pt x="1348752" y="45720"/>
                </a:lnTo>
                <a:lnTo>
                  <a:pt x="1405140" y="45720"/>
                </a:lnTo>
                <a:lnTo>
                  <a:pt x="1405140" y="36576"/>
                </a:lnTo>
                <a:lnTo>
                  <a:pt x="1348752" y="36576"/>
                </a:lnTo>
                <a:lnTo>
                  <a:pt x="1328940" y="22860"/>
                </a:lnTo>
                <a:lnTo>
                  <a:pt x="1329778" y="45720"/>
                </a:lnTo>
                <a:lnTo>
                  <a:pt x="1329880" y="50292"/>
                </a:lnTo>
                <a:lnTo>
                  <a:pt x="1330274" y="70675"/>
                </a:lnTo>
                <a:lnTo>
                  <a:pt x="1330439" y="94234"/>
                </a:lnTo>
                <a:lnTo>
                  <a:pt x="1330312" y="156972"/>
                </a:lnTo>
                <a:lnTo>
                  <a:pt x="1330210" y="167259"/>
                </a:lnTo>
                <a:lnTo>
                  <a:pt x="1329817" y="187858"/>
                </a:lnTo>
                <a:lnTo>
                  <a:pt x="1328940" y="211836"/>
                </a:lnTo>
                <a:lnTo>
                  <a:pt x="1348752" y="204216"/>
                </a:lnTo>
                <a:lnTo>
                  <a:pt x="1348752" y="188976"/>
                </a:lnTo>
                <a:lnTo>
                  <a:pt x="1405140" y="188976"/>
                </a:lnTo>
                <a:lnTo>
                  <a:pt x="1405140" y="254508"/>
                </a:lnTo>
                <a:lnTo>
                  <a:pt x="1321320" y="254508"/>
                </a:lnTo>
                <a:lnTo>
                  <a:pt x="1335036" y="268224"/>
                </a:lnTo>
                <a:lnTo>
                  <a:pt x="1344180" y="266230"/>
                </a:lnTo>
                <a:lnTo>
                  <a:pt x="1353324" y="264795"/>
                </a:lnTo>
                <a:lnTo>
                  <a:pt x="1362468" y="263944"/>
                </a:lnTo>
                <a:lnTo>
                  <a:pt x="1371612" y="263652"/>
                </a:lnTo>
                <a:lnTo>
                  <a:pt x="1405140" y="263652"/>
                </a:lnTo>
                <a:lnTo>
                  <a:pt x="1405140" y="326136"/>
                </a:lnTo>
                <a:lnTo>
                  <a:pt x="1277124" y="326136"/>
                </a:lnTo>
                <a:lnTo>
                  <a:pt x="1290840" y="339852"/>
                </a:lnTo>
                <a:lnTo>
                  <a:pt x="1299121" y="337858"/>
                </a:lnTo>
                <a:lnTo>
                  <a:pt x="1307985" y="336423"/>
                </a:lnTo>
                <a:lnTo>
                  <a:pt x="1317409" y="335572"/>
                </a:lnTo>
                <a:lnTo>
                  <a:pt x="1327416" y="335280"/>
                </a:lnTo>
                <a:lnTo>
                  <a:pt x="1536204" y="335280"/>
                </a:lnTo>
                <a:close/>
              </a:path>
              <a:path w="1911350" h="360045">
                <a:moveTo>
                  <a:pt x="1766316" y="41148"/>
                </a:moveTo>
                <a:lnTo>
                  <a:pt x="1731251" y="11391"/>
                </a:lnTo>
                <a:lnTo>
                  <a:pt x="1717548" y="4572"/>
                </a:lnTo>
                <a:lnTo>
                  <a:pt x="1712976" y="7620"/>
                </a:lnTo>
                <a:lnTo>
                  <a:pt x="1722412" y="19291"/>
                </a:lnTo>
                <a:lnTo>
                  <a:pt x="1730121" y="31242"/>
                </a:lnTo>
                <a:lnTo>
                  <a:pt x="1736128" y="43205"/>
                </a:lnTo>
                <a:lnTo>
                  <a:pt x="1740408" y="54864"/>
                </a:lnTo>
                <a:lnTo>
                  <a:pt x="1741932" y="64008"/>
                </a:lnTo>
                <a:lnTo>
                  <a:pt x="1744980" y="70104"/>
                </a:lnTo>
                <a:lnTo>
                  <a:pt x="1751076" y="70104"/>
                </a:lnTo>
                <a:lnTo>
                  <a:pt x="1764792" y="56388"/>
                </a:lnTo>
                <a:lnTo>
                  <a:pt x="1766316" y="50292"/>
                </a:lnTo>
                <a:lnTo>
                  <a:pt x="1766316" y="41148"/>
                </a:lnTo>
                <a:close/>
              </a:path>
              <a:path w="1911350" h="360045">
                <a:moveTo>
                  <a:pt x="1892808" y="320040"/>
                </a:moveTo>
                <a:lnTo>
                  <a:pt x="1871002" y="288417"/>
                </a:lnTo>
                <a:lnTo>
                  <a:pt x="1868424" y="243840"/>
                </a:lnTo>
                <a:lnTo>
                  <a:pt x="1860804" y="243840"/>
                </a:lnTo>
                <a:lnTo>
                  <a:pt x="1857565" y="285178"/>
                </a:lnTo>
                <a:lnTo>
                  <a:pt x="1838617" y="322237"/>
                </a:lnTo>
                <a:lnTo>
                  <a:pt x="1830324" y="323088"/>
                </a:lnTo>
                <a:lnTo>
                  <a:pt x="1705356" y="323088"/>
                </a:lnTo>
                <a:lnTo>
                  <a:pt x="1693379" y="321906"/>
                </a:lnTo>
                <a:lnTo>
                  <a:pt x="1684972" y="318135"/>
                </a:lnTo>
                <a:lnTo>
                  <a:pt x="1680286" y="311518"/>
                </a:lnTo>
                <a:lnTo>
                  <a:pt x="1679448" y="301752"/>
                </a:lnTo>
                <a:lnTo>
                  <a:pt x="1679448" y="231648"/>
                </a:lnTo>
                <a:lnTo>
                  <a:pt x="1704073" y="224028"/>
                </a:lnTo>
                <a:lnTo>
                  <a:pt x="1705457" y="223608"/>
                </a:lnTo>
                <a:lnTo>
                  <a:pt x="1730883" y="215265"/>
                </a:lnTo>
                <a:lnTo>
                  <a:pt x="1755749" y="206362"/>
                </a:lnTo>
                <a:lnTo>
                  <a:pt x="1780032" y="196596"/>
                </a:lnTo>
                <a:lnTo>
                  <a:pt x="1801139" y="188861"/>
                </a:lnTo>
                <a:lnTo>
                  <a:pt x="1818513" y="183832"/>
                </a:lnTo>
                <a:lnTo>
                  <a:pt x="1831898" y="181381"/>
                </a:lnTo>
                <a:lnTo>
                  <a:pt x="1840992" y="181356"/>
                </a:lnTo>
                <a:lnTo>
                  <a:pt x="1815084" y="150876"/>
                </a:lnTo>
                <a:lnTo>
                  <a:pt x="1782089" y="176174"/>
                </a:lnTo>
                <a:lnTo>
                  <a:pt x="1730502" y="202501"/>
                </a:lnTo>
                <a:lnTo>
                  <a:pt x="1679448" y="224028"/>
                </a:lnTo>
                <a:lnTo>
                  <a:pt x="1679448" y="149352"/>
                </a:lnTo>
                <a:lnTo>
                  <a:pt x="1694688" y="137160"/>
                </a:lnTo>
                <a:lnTo>
                  <a:pt x="1656588" y="120396"/>
                </a:lnTo>
                <a:lnTo>
                  <a:pt x="1656829" y="134429"/>
                </a:lnTo>
                <a:lnTo>
                  <a:pt x="1657350" y="146875"/>
                </a:lnTo>
                <a:lnTo>
                  <a:pt x="1657883" y="157911"/>
                </a:lnTo>
                <a:lnTo>
                  <a:pt x="1658112" y="167640"/>
                </a:lnTo>
                <a:lnTo>
                  <a:pt x="1658226" y="311518"/>
                </a:lnTo>
                <a:lnTo>
                  <a:pt x="1697736" y="341376"/>
                </a:lnTo>
                <a:lnTo>
                  <a:pt x="1840992" y="341376"/>
                </a:lnTo>
                <a:lnTo>
                  <a:pt x="1858733" y="340829"/>
                </a:lnTo>
                <a:lnTo>
                  <a:pt x="1873186" y="336994"/>
                </a:lnTo>
                <a:lnTo>
                  <a:pt x="1884502" y="330022"/>
                </a:lnTo>
                <a:lnTo>
                  <a:pt x="1890280" y="323088"/>
                </a:lnTo>
                <a:lnTo>
                  <a:pt x="1892808" y="320040"/>
                </a:lnTo>
                <a:close/>
              </a:path>
              <a:path w="1911350" h="360045">
                <a:moveTo>
                  <a:pt x="1911096" y="85344"/>
                </a:moveTo>
                <a:lnTo>
                  <a:pt x="1907895" y="82296"/>
                </a:lnTo>
                <a:lnTo>
                  <a:pt x="1898269" y="73152"/>
                </a:lnTo>
                <a:lnTo>
                  <a:pt x="1880616" y="56388"/>
                </a:lnTo>
                <a:lnTo>
                  <a:pt x="1865376" y="73152"/>
                </a:lnTo>
                <a:lnTo>
                  <a:pt x="1612392" y="73152"/>
                </a:lnTo>
                <a:lnTo>
                  <a:pt x="1610868" y="54864"/>
                </a:lnTo>
                <a:lnTo>
                  <a:pt x="1603248" y="54864"/>
                </a:lnTo>
                <a:lnTo>
                  <a:pt x="1600136" y="71158"/>
                </a:lnTo>
                <a:lnTo>
                  <a:pt x="1595437" y="85725"/>
                </a:lnTo>
                <a:lnTo>
                  <a:pt x="1589328" y="98590"/>
                </a:lnTo>
                <a:lnTo>
                  <a:pt x="1581912" y="109728"/>
                </a:lnTo>
                <a:lnTo>
                  <a:pt x="1575816" y="117348"/>
                </a:lnTo>
                <a:lnTo>
                  <a:pt x="1572768" y="121920"/>
                </a:lnTo>
                <a:lnTo>
                  <a:pt x="1572768" y="129540"/>
                </a:lnTo>
                <a:lnTo>
                  <a:pt x="1575816" y="131064"/>
                </a:lnTo>
                <a:lnTo>
                  <a:pt x="1591056" y="134112"/>
                </a:lnTo>
                <a:lnTo>
                  <a:pt x="1598676" y="131064"/>
                </a:lnTo>
                <a:lnTo>
                  <a:pt x="1606296" y="124968"/>
                </a:lnTo>
                <a:lnTo>
                  <a:pt x="1610258" y="118732"/>
                </a:lnTo>
                <a:lnTo>
                  <a:pt x="1612773" y="109347"/>
                </a:lnTo>
                <a:lnTo>
                  <a:pt x="1613585" y="97116"/>
                </a:lnTo>
                <a:lnTo>
                  <a:pt x="1612392" y="82296"/>
                </a:lnTo>
                <a:lnTo>
                  <a:pt x="1868424" y="82296"/>
                </a:lnTo>
                <a:lnTo>
                  <a:pt x="1844040" y="128016"/>
                </a:lnTo>
                <a:lnTo>
                  <a:pt x="1850136" y="131064"/>
                </a:lnTo>
                <a:lnTo>
                  <a:pt x="1867598" y="111925"/>
                </a:lnTo>
                <a:lnTo>
                  <a:pt x="1883473" y="97917"/>
                </a:lnTo>
                <a:lnTo>
                  <a:pt x="1897938" y="89065"/>
                </a:lnTo>
                <a:lnTo>
                  <a:pt x="1911096" y="8534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" name="object 34"/>
          <p:cNvSpPr/>
          <p:nvPr/>
        </p:nvSpPr>
        <p:spPr>
          <a:xfrm>
            <a:off x="4149839" y="3915168"/>
            <a:ext cx="1111250" cy="363220"/>
          </a:xfrm>
          <a:custGeom>
            <a:avLst/>
            <a:gdLst/>
            <a:ahLst/>
            <a:cxnLst/>
            <a:rect l="l" t="t" r="r" b="b"/>
            <a:pathLst>
              <a:path w="1111250" h="363220">
                <a:moveTo>
                  <a:pt x="137160" y="89916"/>
                </a:moveTo>
                <a:lnTo>
                  <a:pt x="129540" y="82296"/>
                </a:lnTo>
                <a:lnTo>
                  <a:pt x="114300" y="67056"/>
                </a:lnTo>
                <a:lnTo>
                  <a:pt x="102108" y="79248"/>
                </a:lnTo>
                <a:lnTo>
                  <a:pt x="102108" y="91440"/>
                </a:lnTo>
                <a:lnTo>
                  <a:pt x="102108" y="188976"/>
                </a:lnTo>
                <a:lnTo>
                  <a:pt x="102108" y="198120"/>
                </a:lnTo>
                <a:lnTo>
                  <a:pt x="102108" y="304800"/>
                </a:lnTo>
                <a:lnTo>
                  <a:pt x="22860" y="304800"/>
                </a:lnTo>
                <a:lnTo>
                  <a:pt x="22860" y="198120"/>
                </a:lnTo>
                <a:lnTo>
                  <a:pt x="102108" y="198120"/>
                </a:lnTo>
                <a:lnTo>
                  <a:pt x="102108" y="188976"/>
                </a:lnTo>
                <a:lnTo>
                  <a:pt x="22860" y="188976"/>
                </a:lnTo>
                <a:lnTo>
                  <a:pt x="22860" y="91440"/>
                </a:lnTo>
                <a:lnTo>
                  <a:pt x="102108" y="91440"/>
                </a:lnTo>
                <a:lnTo>
                  <a:pt x="102108" y="79248"/>
                </a:lnTo>
                <a:lnTo>
                  <a:pt x="99060" y="82296"/>
                </a:lnTo>
                <a:lnTo>
                  <a:pt x="48768" y="82296"/>
                </a:lnTo>
                <a:lnTo>
                  <a:pt x="60769" y="57975"/>
                </a:lnTo>
                <a:lnTo>
                  <a:pt x="71628" y="39814"/>
                </a:lnTo>
                <a:lnTo>
                  <a:pt x="81343" y="27635"/>
                </a:lnTo>
                <a:lnTo>
                  <a:pt x="89916" y="21336"/>
                </a:lnTo>
                <a:lnTo>
                  <a:pt x="56388" y="3048"/>
                </a:lnTo>
                <a:lnTo>
                  <a:pt x="54419" y="18211"/>
                </a:lnTo>
                <a:lnTo>
                  <a:pt x="50863" y="36385"/>
                </a:lnTo>
                <a:lnTo>
                  <a:pt x="45897" y="57696"/>
                </a:lnTo>
                <a:lnTo>
                  <a:pt x="39624" y="82296"/>
                </a:lnTo>
                <a:lnTo>
                  <a:pt x="24384" y="82296"/>
                </a:lnTo>
                <a:lnTo>
                  <a:pt x="0" y="68580"/>
                </a:lnTo>
                <a:lnTo>
                  <a:pt x="889" y="103797"/>
                </a:lnTo>
                <a:lnTo>
                  <a:pt x="1308" y="136779"/>
                </a:lnTo>
                <a:lnTo>
                  <a:pt x="1435" y="158496"/>
                </a:lnTo>
                <a:lnTo>
                  <a:pt x="1333" y="281178"/>
                </a:lnTo>
                <a:lnTo>
                  <a:pt x="927" y="313944"/>
                </a:lnTo>
                <a:lnTo>
                  <a:pt x="838" y="318516"/>
                </a:lnTo>
                <a:lnTo>
                  <a:pt x="0" y="352044"/>
                </a:lnTo>
                <a:lnTo>
                  <a:pt x="22860" y="339852"/>
                </a:lnTo>
                <a:lnTo>
                  <a:pt x="22860" y="313944"/>
                </a:lnTo>
                <a:lnTo>
                  <a:pt x="102108" y="313944"/>
                </a:lnTo>
                <a:lnTo>
                  <a:pt x="102108" y="345948"/>
                </a:lnTo>
                <a:lnTo>
                  <a:pt x="123444" y="333756"/>
                </a:lnTo>
                <a:lnTo>
                  <a:pt x="122897" y="313944"/>
                </a:lnTo>
                <a:lnTo>
                  <a:pt x="122707" y="306870"/>
                </a:lnTo>
                <a:lnTo>
                  <a:pt x="122682" y="304800"/>
                </a:lnTo>
                <a:lnTo>
                  <a:pt x="122262" y="270891"/>
                </a:lnTo>
                <a:lnTo>
                  <a:pt x="122135" y="245745"/>
                </a:lnTo>
                <a:lnTo>
                  <a:pt x="121983" y="198120"/>
                </a:lnTo>
                <a:lnTo>
                  <a:pt x="121970" y="188976"/>
                </a:lnTo>
                <a:lnTo>
                  <a:pt x="121920" y="100584"/>
                </a:lnTo>
                <a:lnTo>
                  <a:pt x="134988" y="91440"/>
                </a:lnTo>
                <a:lnTo>
                  <a:pt x="137160" y="89916"/>
                </a:lnTo>
                <a:close/>
              </a:path>
              <a:path w="1111250" h="363220">
                <a:moveTo>
                  <a:pt x="217932" y="208788"/>
                </a:moveTo>
                <a:lnTo>
                  <a:pt x="185483" y="166776"/>
                </a:lnTo>
                <a:lnTo>
                  <a:pt x="169164" y="153924"/>
                </a:lnTo>
                <a:lnTo>
                  <a:pt x="166116" y="158496"/>
                </a:lnTo>
                <a:lnTo>
                  <a:pt x="175552" y="173355"/>
                </a:lnTo>
                <a:lnTo>
                  <a:pt x="183261" y="188214"/>
                </a:lnTo>
                <a:lnTo>
                  <a:pt x="189268" y="203073"/>
                </a:lnTo>
                <a:lnTo>
                  <a:pt x="193548" y="217932"/>
                </a:lnTo>
                <a:lnTo>
                  <a:pt x="195072" y="231648"/>
                </a:lnTo>
                <a:lnTo>
                  <a:pt x="198120" y="239268"/>
                </a:lnTo>
                <a:lnTo>
                  <a:pt x="204216" y="239268"/>
                </a:lnTo>
                <a:lnTo>
                  <a:pt x="216408" y="227076"/>
                </a:lnTo>
                <a:lnTo>
                  <a:pt x="217932" y="220980"/>
                </a:lnTo>
                <a:lnTo>
                  <a:pt x="217932" y="208788"/>
                </a:lnTo>
                <a:close/>
              </a:path>
              <a:path w="1111250" h="363220">
                <a:moveTo>
                  <a:pt x="313944" y="92964"/>
                </a:moveTo>
                <a:lnTo>
                  <a:pt x="307848" y="86868"/>
                </a:lnTo>
                <a:lnTo>
                  <a:pt x="291084" y="70104"/>
                </a:lnTo>
                <a:lnTo>
                  <a:pt x="274320" y="86868"/>
                </a:lnTo>
                <a:lnTo>
                  <a:pt x="192024" y="86868"/>
                </a:lnTo>
                <a:lnTo>
                  <a:pt x="203987" y="62306"/>
                </a:lnTo>
                <a:lnTo>
                  <a:pt x="214503" y="43624"/>
                </a:lnTo>
                <a:lnTo>
                  <a:pt x="223316" y="30924"/>
                </a:lnTo>
                <a:lnTo>
                  <a:pt x="230124" y="24384"/>
                </a:lnTo>
                <a:lnTo>
                  <a:pt x="196596" y="4572"/>
                </a:lnTo>
                <a:lnTo>
                  <a:pt x="186880" y="42100"/>
                </a:lnTo>
                <a:lnTo>
                  <a:pt x="173736" y="80772"/>
                </a:lnTo>
                <a:lnTo>
                  <a:pt x="154114" y="121920"/>
                </a:lnTo>
                <a:lnTo>
                  <a:pt x="126492" y="167640"/>
                </a:lnTo>
                <a:lnTo>
                  <a:pt x="131064" y="170688"/>
                </a:lnTo>
                <a:lnTo>
                  <a:pt x="145910" y="154724"/>
                </a:lnTo>
                <a:lnTo>
                  <a:pt x="160591" y="136779"/>
                </a:lnTo>
                <a:lnTo>
                  <a:pt x="175006" y="117106"/>
                </a:lnTo>
                <a:lnTo>
                  <a:pt x="188976" y="96012"/>
                </a:lnTo>
                <a:lnTo>
                  <a:pt x="277368" y="96012"/>
                </a:lnTo>
                <a:lnTo>
                  <a:pt x="275971" y="173355"/>
                </a:lnTo>
                <a:lnTo>
                  <a:pt x="274320" y="230886"/>
                </a:lnTo>
                <a:lnTo>
                  <a:pt x="272656" y="270891"/>
                </a:lnTo>
                <a:lnTo>
                  <a:pt x="263461" y="312420"/>
                </a:lnTo>
                <a:lnTo>
                  <a:pt x="249936" y="318516"/>
                </a:lnTo>
                <a:lnTo>
                  <a:pt x="240512" y="318173"/>
                </a:lnTo>
                <a:lnTo>
                  <a:pt x="228219" y="316992"/>
                </a:lnTo>
                <a:lnTo>
                  <a:pt x="213080" y="314655"/>
                </a:lnTo>
                <a:lnTo>
                  <a:pt x="195072" y="310896"/>
                </a:lnTo>
                <a:lnTo>
                  <a:pt x="195072" y="318516"/>
                </a:lnTo>
                <a:lnTo>
                  <a:pt x="214503" y="325945"/>
                </a:lnTo>
                <a:lnTo>
                  <a:pt x="229362" y="334518"/>
                </a:lnTo>
                <a:lnTo>
                  <a:pt x="239649" y="344233"/>
                </a:lnTo>
                <a:lnTo>
                  <a:pt x="245364" y="355092"/>
                </a:lnTo>
                <a:lnTo>
                  <a:pt x="255079" y="351396"/>
                </a:lnTo>
                <a:lnTo>
                  <a:pt x="285559" y="325755"/>
                </a:lnTo>
                <a:lnTo>
                  <a:pt x="294881" y="284289"/>
                </a:lnTo>
                <a:lnTo>
                  <a:pt x="296989" y="243268"/>
                </a:lnTo>
                <a:lnTo>
                  <a:pt x="298831" y="183083"/>
                </a:lnTo>
                <a:lnTo>
                  <a:pt x="300228" y="103632"/>
                </a:lnTo>
                <a:lnTo>
                  <a:pt x="310032" y="96012"/>
                </a:lnTo>
                <a:lnTo>
                  <a:pt x="313944" y="92964"/>
                </a:lnTo>
                <a:close/>
              </a:path>
              <a:path w="1111250" h="363220">
                <a:moveTo>
                  <a:pt x="515124" y="108204"/>
                </a:moveTo>
                <a:lnTo>
                  <a:pt x="489216" y="82296"/>
                </a:lnTo>
                <a:lnTo>
                  <a:pt x="470928" y="99060"/>
                </a:lnTo>
                <a:lnTo>
                  <a:pt x="449592" y="99060"/>
                </a:lnTo>
                <a:lnTo>
                  <a:pt x="449592" y="24384"/>
                </a:lnTo>
                <a:lnTo>
                  <a:pt x="460260" y="13716"/>
                </a:lnTo>
                <a:lnTo>
                  <a:pt x="426732" y="0"/>
                </a:lnTo>
                <a:lnTo>
                  <a:pt x="427977" y="42672"/>
                </a:lnTo>
                <a:lnTo>
                  <a:pt x="428256" y="99060"/>
                </a:lnTo>
                <a:lnTo>
                  <a:pt x="364248" y="99060"/>
                </a:lnTo>
                <a:lnTo>
                  <a:pt x="376440" y="111252"/>
                </a:lnTo>
                <a:lnTo>
                  <a:pt x="390156" y="108204"/>
                </a:lnTo>
                <a:lnTo>
                  <a:pt x="426732" y="108204"/>
                </a:lnTo>
                <a:lnTo>
                  <a:pt x="413867" y="158750"/>
                </a:lnTo>
                <a:lnTo>
                  <a:pt x="398157" y="205168"/>
                </a:lnTo>
                <a:lnTo>
                  <a:pt x="379577" y="247281"/>
                </a:lnTo>
                <a:lnTo>
                  <a:pt x="358152" y="284988"/>
                </a:lnTo>
                <a:lnTo>
                  <a:pt x="361200" y="289560"/>
                </a:lnTo>
                <a:lnTo>
                  <a:pt x="382384" y="264426"/>
                </a:lnTo>
                <a:lnTo>
                  <a:pt x="400392" y="237236"/>
                </a:lnTo>
                <a:lnTo>
                  <a:pt x="415632" y="207899"/>
                </a:lnTo>
                <a:lnTo>
                  <a:pt x="428256" y="176784"/>
                </a:lnTo>
                <a:lnTo>
                  <a:pt x="428155" y="254508"/>
                </a:lnTo>
                <a:lnTo>
                  <a:pt x="428040" y="284988"/>
                </a:lnTo>
                <a:lnTo>
                  <a:pt x="427570" y="327774"/>
                </a:lnTo>
                <a:lnTo>
                  <a:pt x="426732" y="362712"/>
                </a:lnTo>
                <a:lnTo>
                  <a:pt x="451116" y="352044"/>
                </a:lnTo>
                <a:lnTo>
                  <a:pt x="450875" y="327774"/>
                </a:lnTo>
                <a:lnTo>
                  <a:pt x="450354" y="287083"/>
                </a:lnTo>
                <a:lnTo>
                  <a:pt x="449884" y="237236"/>
                </a:lnTo>
                <a:lnTo>
                  <a:pt x="449770" y="213360"/>
                </a:lnTo>
                <a:lnTo>
                  <a:pt x="449656" y="176784"/>
                </a:lnTo>
                <a:lnTo>
                  <a:pt x="449592" y="156972"/>
                </a:lnTo>
                <a:lnTo>
                  <a:pt x="482371" y="187833"/>
                </a:lnTo>
                <a:lnTo>
                  <a:pt x="496836" y="208788"/>
                </a:lnTo>
                <a:lnTo>
                  <a:pt x="501408" y="213360"/>
                </a:lnTo>
                <a:lnTo>
                  <a:pt x="504456" y="213360"/>
                </a:lnTo>
                <a:lnTo>
                  <a:pt x="505980" y="210312"/>
                </a:lnTo>
                <a:lnTo>
                  <a:pt x="509028" y="201168"/>
                </a:lnTo>
                <a:lnTo>
                  <a:pt x="510552" y="195072"/>
                </a:lnTo>
                <a:lnTo>
                  <a:pt x="510552" y="182880"/>
                </a:lnTo>
                <a:lnTo>
                  <a:pt x="468960" y="156972"/>
                </a:lnTo>
                <a:lnTo>
                  <a:pt x="466420" y="155892"/>
                </a:lnTo>
                <a:lnTo>
                  <a:pt x="449592" y="149352"/>
                </a:lnTo>
                <a:lnTo>
                  <a:pt x="449592" y="108204"/>
                </a:lnTo>
                <a:lnTo>
                  <a:pt x="515124" y="108204"/>
                </a:lnTo>
                <a:close/>
              </a:path>
              <a:path w="1111250" h="363220">
                <a:moveTo>
                  <a:pt x="720864" y="316992"/>
                </a:moveTo>
                <a:lnTo>
                  <a:pt x="703516" y="282892"/>
                </a:lnTo>
                <a:lnTo>
                  <a:pt x="702576" y="254508"/>
                </a:lnTo>
                <a:lnTo>
                  <a:pt x="694956" y="254508"/>
                </a:lnTo>
                <a:lnTo>
                  <a:pt x="691527" y="301650"/>
                </a:lnTo>
                <a:lnTo>
                  <a:pt x="684288" y="321564"/>
                </a:lnTo>
                <a:lnTo>
                  <a:pt x="650760" y="321564"/>
                </a:lnTo>
                <a:lnTo>
                  <a:pt x="646188" y="316992"/>
                </a:lnTo>
                <a:lnTo>
                  <a:pt x="646188" y="57912"/>
                </a:lnTo>
                <a:lnTo>
                  <a:pt x="656348" y="51816"/>
                </a:lnTo>
                <a:lnTo>
                  <a:pt x="661428" y="48768"/>
                </a:lnTo>
                <a:lnTo>
                  <a:pt x="654456" y="42672"/>
                </a:lnTo>
                <a:lnTo>
                  <a:pt x="637044" y="27432"/>
                </a:lnTo>
                <a:lnTo>
                  <a:pt x="623328" y="42672"/>
                </a:lnTo>
                <a:lnTo>
                  <a:pt x="553224" y="42672"/>
                </a:lnTo>
                <a:lnTo>
                  <a:pt x="530364" y="27432"/>
                </a:lnTo>
                <a:lnTo>
                  <a:pt x="530606" y="48768"/>
                </a:lnTo>
                <a:lnTo>
                  <a:pt x="531647" y="90436"/>
                </a:lnTo>
                <a:lnTo>
                  <a:pt x="531850" y="108204"/>
                </a:lnTo>
                <a:lnTo>
                  <a:pt x="531888" y="184404"/>
                </a:lnTo>
                <a:lnTo>
                  <a:pt x="527570" y="234378"/>
                </a:lnTo>
                <a:lnTo>
                  <a:pt x="514553" y="279082"/>
                </a:lnTo>
                <a:lnTo>
                  <a:pt x="492658" y="318338"/>
                </a:lnTo>
                <a:lnTo>
                  <a:pt x="461784" y="352044"/>
                </a:lnTo>
                <a:lnTo>
                  <a:pt x="466356" y="356616"/>
                </a:lnTo>
                <a:lnTo>
                  <a:pt x="504355" y="323481"/>
                </a:lnTo>
                <a:lnTo>
                  <a:pt x="531507" y="283654"/>
                </a:lnTo>
                <a:lnTo>
                  <a:pt x="547789" y="237236"/>
                </a:lnTo>
                <a:lnTo>
                  <a:pt x="553224" y="184404"/>
                </a:lnTo>
                <a:lnTo>
                  <a:pt x="553224" y="51816"/>
                </a:lnTo>
                <a:lnTo>
                  <a:pt x="624852" y="51816"/>
                </a:lnTo>
                <a:lnTo>
                  <a:pt x="624852" y="315468"/>
                </a:lnTo>
                <a:lnTo>
                  <a:pt x="626325" y="326339"/>
                </a:lnTo>
                <a:lnTo>
                  <a:pt x="630948" y="333946"/>
                </a:lnTo>
                <a:lnTo>
                  <a:pt x="638987" y="338391"/>
                </a:lnTo>
                <a:lnTo>
                  <a:pt x="650760" y="339852"/>
                </a:lnTo>
                <a:lnTo>
                  <a:pt x="694956" y="339852"/>
                </a:lnTo>
                <a:lnTo>
                  <a:pt x="718312" y="321564"/>
                </a:lnTo>
                <a:lnTo>
                  <a:pt x="720864" y="316992"/>
                </a:lnTo>
                <a:close/>
              </a:path>
              <a:path w="1111250" h="363220">
                <a:moveTo>
                  <a:pt x="920508" y="36576"/>
                </a:moveTo>
                <a:lnTo>
                  <a:pt x="913003" y="30480"/>
                </a:lnTo>
                <a:lnTo>
                  <a:pt x="896124" y="16764"/>
                </a:lnTo>
                <a:lnTo>
                  <a:pt x="886980" y="28524"/>
                </a:lnTo>
                <a:lnTo>
                  <a:pt x="886980" y="39624"/>
                </a:lnTo>
                <a:lnTo>
                  <a:pt x="886980" y="99060"/>
                </a:lnTo>
                <a:lnTo>
                  <a:pt x="826020" y="99060"/>
                </a:lnTo>
                <a:lnTo>
                  <a:pt x="826020" y="39624"/>
                </a:lnTo>
                <a:lnTo>
                  <a:pt x="886980" y="39624"/>
                </a:lnTo>
                <a:lnTo>
                  <a:pt x="886980" y="28524"/>
                </a:lnTo>
                <a:lnTo>
                  <a:pt x="885456" y="30480"/>
                </a:lnTo>
                <a:lnTo>
                  <a:pt x="826020" y="30480"/>
                </a:lnTo>
                <a:lnTo>
                  <a:pt x="804684" y="16764"/>
                </a:lnTo>
                <a:lnTo>
                  <a:pt x="805561" y="30492"/>
                </a:lnTo>
                <a:lnTo>
                  <a:pt x="805967" y="42862"/>
                </a:lnTo>
                <a:lnTo>
                  <a:pt x="806030" y="45720"/>
                </a:lnTo>
                <a:lnTo>
                  <a:pt x="806157" y="56400"/>
                </a:lnTo>
                <a:lnTo>
                  <a:pt x="806056" y="99060"/>
                </a:lnTo>
                <a:lnTo>
                  <a:pt x="805942" y="106146"/>
                </a:lnTo>
                <a:lnTo>
                  <a:pt x="805561" y="119011"/>
                </a:lnTo>
                <a:lnTo>
                  <a:pt x="804684" y="134112"/>
                </a:lnTo>
                <a:lnTo>
                  <a:pt x="826020" y="123444"/>
                </a:lnTo>
                <a:lnTo>
                  <a:pt x="826020" y="108204"/>
                </a:lnTo>
                <a:lnTo>
                  <a:pt x="886980" y="108204"/>
                </a:lnTo>
                <a:lnTo>
                  <a:pt x="886980" y="126492"/>
                </a:lnTo>
                <a:lnTo>
                  <a:pt x="908316" y="117348"/>
                </a:lnTo>
                <a:lnTo>
                  <a:pt x="908113" y="108204"/>
                </a:lnTo>
                <a:lnTo>
                  <a:pt x="908075" y="106146"/>
                </a:lnTo>
                <a:lnTo>
                  <a:pt x="907834" y="99060"/>
                </a:lnTo>
                <a:lnTo>
                  <a:pt x="907554" y="90678"/>
                </a:lnTo>
                <a:lnTo>
                  <a:pt x="907021" y="70624"/>
                </a:lnTo>
                <a:lnTo>
                  <a:pt x="906792" y="45720"/>
                </a:lnTo>
                <a:lnTo>
                  <a:pt x="915936" y="39624"/>
                </a:lnTo>
                <a:lnTo>
                  <a:pt x="920508" y="36576"/>
                </a:lnTo>
                <a:close/>
              </a:path>
              <a:path w="1111250" h="363220">
                <a:moveTo>
                  <a:pt x="1068336" y="35052"/>
                </a:moveTo>
                <a:lnTo>
                  <a:pt x="1062621" y="30480"/>
                </a:lnTo>
                <a:lnTo>
                  <a:pt x="1045476" y="16764"/>
                </a:lnTo>
                <a:lnTo>
                  <a:pt x="1036332" y="28524"/>
                </a:lnTo>
                <a:lnTo>
                  <a:pt x="1036332" y="39624"/>
                </a:lnTo>
                <a:lnTo>
                  <a:pt x="1036332" y="99060"/>
                </a:lnTo>
                <a:lnTo>
                  <a:pt x="976896" y="99060"/>
                </a:lnTo>
                <a:lnTo>
                  <a:pt x="976896" y="39624"/>
                </a:lnTo>
                <a:lnTo>
                  <a:pt x="1036332" y="39624"/>
                </a:lnTo>
                <a:lnTo>
                  <a:pt x="1036332" y="28524"/>
                </a:lnTo>
                <a:lnTo>
                  <a:pt x="1034808" y="30480"/>
                </a:lnTo>
                <a:lnTo>
                  <a:pt x="976896" y="30480"/>
                </a:lnTo>
                <a:lnTo>
                  <a:pt x="954036" y="16764"/>
                </a:lnTo>
                <a:lnTo>
                  <a:pt x="954913" y="29591"/>
                </a:lnTo>
                <a:lnTo>
                  <a:pt x="955370" y="42862"/>
                </a:lnTo>
                <a:lnTo>
                  <a:pt x="955535" y="56400"/>
                </a:lnTo>
                <a:lnTo>
                  <a:pt x="955459" y="90678"/>
                </a:lnTo>
                <a:lnTo>
                  <a:pt x="955357" y="99060"/>
                </a:lnTo>
                <a:lnTo>
                  <a:pt x="954913" y="112750"/>
                </a:lnTo>
                <a:lnTo>
                  <a:pt x="954036" y="126492"/>
                </a:lnTo>
                <a:lnTo>
                  <a:pt x="976896" y="118872"/>
                </a:lnTo>
                <a:lnTo>
                  <a:pt x="976896" y="108204"/>
                </a:lnTo>
                <a:lnTo>
                  <a:pt x="1036332" y="108204"/>
                </a:lnTo>
                <a:lnTo>
                  <a:pt x="1036332" y="123444"/>
                </a:lnTo>
                <a:lnTo>
                  <a:pt x="1057668" y="115824"/>
                </a:lnTo>
                <a:lnTo>
                  <a:pt x="1057109" y="108204"/>
                </a:lnTo>
                <a:lnTo>
                  <a:pt x="1056779" y="103797"/>
                </a:lnTo>
                <a:lnTo>
                  <a:pt x="1056640" y="99060"/>
                </a:lnTo>
                <a:lnTo>
                  <a:pt x="1056398" y="90678"/>
                </a:lnTo>
                <a:lnTo>
                  <a:pt x="1056297" y="84696"/>
                </a:lnTo>
                <a:lnTo>
                  <a:pt x="1056195" y="73152"/>
                </a:lnTo>
                <a:lnTo>
                  <a:pt x="1056144" y="45720"/>
                </a:lnTo>
                <a:lnTo>
                  <a:pt x="1063104" y="39624"/>
                </a:lnTo>
                <a:lnTo>
                  <a:pt x="1068336" y="35052"/>
                </a:lnTo>
                <a:close/>
              </a:path>
              <a:path w="1111250" h="363220">
                <a:moveTo>
                  <a:pt x="1111008" y="227076"/>
                </a:moveTo>
                <a:lnTo>
                  <a:pt x="1086739" y="225069"/>
                </a:lnTo>
                <a:lnTo>
                  <a:pt x="1064336" y="221361"/>
                </a:lnTo>
                <a:lnTo>
                  <a:pt x="1043927" y="215925"/>
                </a:lnTo>
                <a:lnTo>
                  <a:pt x="1036332" y="212966"/>
                </a:lnTo>
                <a:lnTo>
                  <a:pt x="1036332" y="246888"/>
                </a:lnTo>
                <a:lnTo>
                  <a:pt x="1036332" y="310896"/>
                </a:lnTo>
                <a:lnTo>
                  <a:pt x="966228" y="310896"/>
                </a:lnTo>
                <a:lnTo>
                  <a:pt x="966228" y="246888"/>
                </a:lnTo>
                <a:lnTo>
                  <a:pt x="1036332" y="246888"/>
                </a:lnTo>
                <a:lnTo>
                  <a:pt x="1036332" y="212966"/>
                </a:lnTo>
                <a:lnTo>
                  <a:pt x="993470" y="190500"/>
                </a:lnTo>
                <a:lnTo>
                  <a:pt x="964704" y="167640"/>
                </a:lnTo>
                <a:lnTo>
                  <a:pt x="1103388" y="167640"/>
                </a:lnTo>
                <a:lnTo>
                  <a:pt x="1072908" y="137160"/>
                </a:lnTo>
                <a:lnTo>
                  <a:pt x="1051572" y="158496"/>
                </a:lnTo>
                <a:lnTo>
                  <a:pt x="1021092" y="158496"/>
                </a:lnTo>
                <a:lnTo>
                  <a:pt x="1025664" y="152400"/>
                </a:lnTo>
                <a:lnTo>
                  <a:pt x="1028712" y="146304"/>
                </a:lnTo>
                <a:lnTo>
                  <a:pt x="1028712" y="138684"/>
                </a:lnTo>
                <a:lnTo>
                  <a:pt x="1021092" y="131064"/>
                </a:lnTo>
                <a:lnTo>
                  <a:pt x="1015377" y="127635"/>
                </a:lnTo>
                <a:lnTo>
                  <a:pt x="1007376" y="124206"/>
                </a:lnTo>
                <a:lnTo>
                  <a:pt x="997089" y="120777"/>
                </a:lnTo>
                <a:lnTo>
                  <a:pt x="984516" y="117348"/>
                </a:lnTo>
                <a:lnTo>
                  <a:pt x="981468" y="121920"/>
                </a:lnTo>
                <a:lnTo>
                  <a:pt x="991793" y="130200"/>
                </a:lnTo>
                <a:lnTo>
                  <a:pt x="1000137" y="139065"/>
                </a:lnTo>
                <a:lnTo>
                  <a:pt x="1006754" y="148488"/>
                </a:lnTo>
                <a:lnTo>
                  <a:pt x="1011948" y="158496"/>
                </a:lnTo>
                <a:lnTo>
                  <a:pt x="914412" y="158496"/>
                </a:lnTo>
                <a:lnTo>
                  <a:pt x="921499" y="150177"/>
                </a:lnTo>
                <a:lnTo>
                  <a:pt x="928890" y="143446"/>
                </a:lnTo>
                <a:lnTo>
                  <a:pt x="936269" y="138125"/>
                </a:lnTo>
                <a:lnTo>
                  <a:pt x="943368" y="134112"/>
                </a:lnTo>
                <a:lnTo>
                  <a:pt x="914412" y="114300"/>
                </a:lnTo>
                <a:lnTo>
                  <a:pt x="909307" y="125704"/>
                </a:lnTo>
                <a:lnTo>
                  <a:pt x="903363" y="136969"/>
                </a:lnTo>
                <a:lnTo>
                  <a:pt x="896835" y="147942"/>
                </a:lnTo>
                <a:lnTo>
                  <a:pt x="890028" y="158496"/>
                </a:lnTo>
                <a:lnTo>
                  <a:pt x="762012" y="158496"/>
                </a:lnTo>
                <a:lnTo>
                  <a:pt x="775728" y="172212"/>
                </a:lnTo>
                <a:lnTo>
                  <a:pt x="784225" y="170205"/>
                </a:lnTo>
                <a:lnTo>
                  <a:pt x="793445" y="168783"/>
                </a:lnTo>
                <a:lnTo>
                  <a:pt x="802944" y="167919"/>
                </a:lnTo>
                <a:lnTo>
                  <a:pt x="812304" y="167640"/>
                </a:lnTo>
                <a:lnTo>
                  <a:pt x="885456" y="167640"/>
                </a:lnTo>
                <a:lnTo>
                  <a:pt x="856881" y="197167"/>
                </a:lnTo>
                <a:lnTo>
                  <a:pt x="826020" y="220980"/>
                </a:lnTo>
                <a:lnTo>
                  <a:pt x="791540" y="239649"/>
                </a:lnTo>
                <a:lnTo>
                  <a:pt x="751344" y="256032"/>
                </a:lnTo>
                <a:lnTo>
                  <a:pt x="752868" y="260604"/>
                </a:lnTo>
                <a:lnTo>
                  <a:pt x="766838" y="257124"/>
                </a:lnTo>
                <a:lnTo>
                  <a:pt x="781253" y="253365"/>
                </a:lnTo>
                <a:lnTo>
                  <a:pt x="795934" y="249021"/>
                </a:lnTo>
                <a:lnTo>
                  <a:pt x="810780" y="243840"/>
                </a:lnTo>
                <a:lnTo>
                  <a:pt x="810704" y="310896"/>
                </a:lnTo>
                <a:lnTo>
                  <a:pt x="810577" y="321271"/>
                </a:lnTo>
                <a:lnTo>
                  <a:pt x="810133" y="334530"/>
                </a:lnTo>
                <a:lnTo>
                  <a:pt x="809256" y="347472"/>
                </a:lnTo>
                <a:lnTo>
                  <a:pt x="830592" y="339852"/>
                </a:lnTo>
                <a:lnTo>
                  <a:pt x="830592" y="320040"/>
                </a:lnTo>
                <a:lnTo>
                  <a:pt x="890028" y="320040"/>
                </a:lnTo>
                <a:lnTo>
                  <a:pt x="890028" y="342900"/>
                </a:lnTo>
                <a:lnTo>
                  <a:pt x="911364" y="335280"/>
                </a:lnTo>
                <a:lnTo>
                  <a:pt x="911123" y="323037"/>
                </a:lnTo>
                <a:lnTo>
                  <a:pt x="911034" y="320040"/>
                </a:lnTo>
                <a:lnTo>
                  <a:pt x="910767" y="310896"/>
                </a:lnTo>
                <a:lnTo>
                  <a:pt x="910539" y="302133"/>
                </a:lnTo>
                <a:lnTo>
                  <a:pt x="910069" y="280835"/>
                </a:lnTo>
                <a:lnTo>
                  <a:pt x="909840" y="251460"/>
                </a:lnTo>
                <a:lnTo>
                  <a:pt x="915174" y="246888"/>
                </a:lnTo>
                <a:lnTo>
                  <a:pt x="918730" y="243840"/>
                </a:lnTo>
                <a:lnTo>
                  <a:pt x="920508" y="242316"/>
                </a:lnTo>
                <a:lnTo>
                  <a:pt x="914793" y="237744"/>
                </a:lnTo>
                <a:lnTo>
                  <a:pt x="897648" y="224028"/>
                </a:lnTo>
                <a:lnTo>
                  <a:pt x="890028" y="233832"/>
                </a:lnTo>
                <a:lnTo>
                  <a:pt x="890028" y="246888"/>
                </a:lnTo>
                <a:lnTo>
                  <a:pt x="890028" y="310896"/>
                </a:lnTo>
                <a:lnTo>
                  <a:pt x="830592" y="310896"/>
                </a:lnTo>
                <a:lnTo>
                  <a:pt x="830592" y="246888"/>
                </a:lnTo>
                <a:lnTo>
                  <a:pt x="890028" y="246888"/>
                </a:lnTo>
                <a:lnTo>
                  <a:pt x="890028" y="233832"/>
                </a:lnTo>
                <a:lnTo>
                  <a:pt x="886980" y="237744"/>
                </a:lnTo>
                <a:lnTo>
                  <a:pt x="822972" y="237744"/>
                </a:lnTo>
                <a:lnTo>
                  <a:pt x="846404" y="224853"/>
                </a:lnTo>
                <a:lnTo>
                  <a:pt x="868692" y="208978"/>
                </a:lnTo>
                <a:lnTo>
                  <a:pt x="889838" y="189941"/>
                </a:lnTo>
                <a:lnTo>
                  <a:pt x="909840" y="167640"/>
                </a:lnTo>
                <a:lnTo>
                  <a:pt x="955560" y="167640"/>
                </a:lnTo>
                <a:lnTo>
                  <a:pt x="970724" y="186258"/>
                </a:lnTo>
                <a:lnTo>
                  <a:pt x="988898" y="203454"/>
                </a:lnTo>
                <a:lnTo>
                  <a:pt x="1010208" y="219494"/>
                </a:lnTo>
                <a:lnTo>
                  <a:pt x="1034808" y="234696"/>
                </a:lnTo>
                <a:lnTo>
                  <a:pt x="1031760" y="237744"/>
                </a:lnTo>
                <a:lnTo>
                  <a:pt x="966228" y="237744"/>
                </a:lnTo>
                <a:lnTo>
                  <a:pt x="944892" y="227076"/>
                </a:lnTo>
                <a:lnTo>
                  <a:pt x="945769" y="241947"/>
                </a:lnTo>
                <a:lnTo>
                  <a:pt x="946150" y="254508"/>
                </a:lnTo>
                <a:lnTo>
                  <a:pt x="946264" y="260604"/>
                </a:lnTo>
                <a:lnTo>
                  <a:pt x="946391" y="272288"/>
                </a:lnTo>
                <a:lnTo>
                  <a:pt x="946302" y="310896"/>
                </a:lnTo>
                <a:lnTo>
                  <a:pt x="946188" y="320040"/>
                </a:lnTo>
                <a:lnTo>
                  <a:pt x="945769" y="334530"/>
                </a:lnTo>
                <a:lnTo>
                  <a:pt x="944892" y="350520"/>
                </a:lnTo>
                <a:lnTo>
                  <a:pt x="966228" y="342900"/>
                </a:lnTo>
                <a:lnTo>
                  <a:pt x="966228" y="320040"/>
                </a:lnTo>
                <a:lnTo>
                  <a:pt x="1036332" y="320040"/>
                </a:lnTo>
                <a:lnTo>
                  <a:pt x="1036332" y="344424"/>
                </a:lnTo>
                <a:lnTo>
                  <a:pt x="1059192" y="335280"/>
                </a:lnTo>
                <a:lnTo>
                  <a:pt x="1058303" y="321271"/>
                </a:lnTo>
                <a:lnTo>
                  <a:pt x="1058278" y="320040"/>
                </a:lnTo>
                <a:lnTo>
                  <a:pt x="1058062" y="310896"/>
                </a:lnTo>
                <a:lnTo>
                  <a:pt x="1057871" y="303149"/>
                </a:lnTo>
                <a:lnTo>
                  <a:pt x="1057783" y="292608"/>
                </a:lnTo>
                <a:lnTo>
                  <a:pt x="1057668" y="248412"/>
                </a:lnTo>
                <a:lnTo>
                  <a:pt x="1059192" y="246888"/>
                </a:lnTo>
                <a:lnTo>
                  <a:pt x="1082052" y="254508"/>
                </a:lnTo>
                <a:lnTo>
                  <a:pt x="1085227" y="246888"/>
                </a:lnTo>
                <a:lnTo>
                  <a:pt x="1111008" y="233172"/>
                </a:lnTo>
                <a:lnTo>
                  <a:pt x="1111008" y="22707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" name="object 35"/>
          <p:cNvSpPr/>
          <p:nvPr/>
        </p:nvSpPr>
        <p:spPr>
          <a:xfrm>
            <a:off x="5324856" y="4146803"/>
            <a:ext cx="60960" cy="105410"/>
          </a:xfrm>
          <a:custGeom>
            <a:avLst/>
            <a:gdLst/>
            <a:ahLst/>
            <a:cxnLst/>
            <a:rect l="l" t="t" r="r" b="b"/>
            <a:pathLst>
              <a:path w="60960" h="105410">
                <a:moveTo>
                  <a:pt x="3048" y="105156"/>
                </a:moveTo>
                <a:lnTo>
                  <a:pt x="0" y="105156"/>
                </a:lnTo>
                <a:lnTo>
                  <a:pt x="0" y="103632"/>
                </a:lnTo>
                <a:lnTo>
                  <a:pt x="4572" y="99060"/>
                </a:lnTo>
                <a:lnTo>
                  <a:pt x="10668" y="94488"/>
                </a:lnTo>
                <a:lnTo>
                  <a:pt x="16764" y="88392"/>
                </a:lnTo>
                <a:lnTo>
                  <a:pt x="21336" y="80772"/>
                </a:lnTo>
                <a:lnTo>
                  <a:pt x="25646" y="75366"/>
                </a:lnTo>
                <a:lnTo>
                  <a:pt x="29527" y="68389"/>
                </a:lnTo>
                <a:lnTo>
                  <a:pt x="33123" y="59983"/>
                </a:lnTo>
                <a:lnTo>
                  <a:pt x="36576" y="50292"/>
                </a:lnTo>
                <a:lnTo>
                  <a:pt x="27432" y="50292"/>
                </a:lnTo>
                <a:lnTo>
                  <a:pt x="21336" y="48768"/>
                </a:lnTo>
                <a:lnTo>
                  <a:pt x="12192" y="42672"/>
                </a:lnTo>
                <a:lnTo>
                  <a:pt x="9144" y="39624"/>
                </a:lnTo>
                <a:lnTo>
                  <a:pt x="7620" y="33528"/>
                </a:lnTo>
                <a:lnTo>
                  <a:pt x="6096" y="28956"/>
                </a:lnTo>
                <a:lnTo>
                  <a:pt x="6096" y="24384"/>
                </a:lnTo>
                <a:lnTo>
                  <a:pt x="9144" y="15240"/>
                </a:lnTo>
                <a:lnTo>
                  <a:pt x="12192" y="10668"/>
                </a:lnTo>
                <a:lnTo>
                  <a:pt x="24384" y="1524"/>
                </a:lnTo>
                <a:lnTo>
                  <a:pt x="32004" y="0"/>
                </a:lnTo>
                <a:lnTo>
                  <a:pt x="50292" y="3048"/>
                </a:lnTo>
                <a:lnTo>
                  <a:pt x="56388" y="7620"/>
                </a:lnTo>
                <a:lnTo>
                  <a:pt x="57912" y="13716"/>
                </a:lnTo>
                <a:lnTo>
                  <a:pt x="59436" y="18288"/>
                </a:lnTo>
                <a:lnTo>
                  <a:pt x="60960" y="24384"/>
                </a:lnTo>
                <a:lnTo>
                  <a:pt x="60960" y="35052"/>
                </a:lnTo>
                <a:lnTo>
                  <a:pt x="43743" y="76485"/>
                </a:lnTo>
                <a:lnTo>
                  <a:pt x="14930" y="102274"/>
                </a:lnTo>
                <a:lnTo>
                  <a:pt x="9144" y="103632"/>
                </a:lnTo>
                <a:lnTo>
                  <a:pt x="3048" y="10515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" name="object 36"/>
          <p:cNvSpPr/>
          <p:nvPr/>
        </p:nvSpPr>
        <p:spPr>
          <a:xfrm>
            <a:off x="5686031" y="3915155"/>
            <a:ext cx="1137285" cy="361315"/>
          </a:xfrm>
          <a:custGeom>
            <a:avLst/>
            <a:gdLst/>
            <a:ahLst/>
            <a:cxnLst/>
            <a:rect l="l" t="t" r="r" b="b"/>
            <a:pathLst>
              <a:path w="1137284" h="361314">
                <a:moveTo>
                  <a:pt x="124968" y="21348"/>
                </a:moveTo>
                <a:lnTo>
                  <a:pt x="92964" y="1536"/>
                </a:lnTo>
                <a:lnTo>
                  <a:pt x="83515" y="30721"/>
                </a:lnTo>
                <a:lnTo>
                  <a:pt x="73342" y="59067"/>
                </a:lnTo>
                <a:lnTo>
                  <a:pt x="50292" y="114312"/>
                </a:lnTo>
                <a:lnTo>
                  <a:pt x="25146" y="163080"/>
                </a:lnTo>
                <a:lnTo>
                  <a:pt x="0" y="202704"/>
                </a:lnTo>
                <a:lnTo>
                  <a:pt x="4572" y="205752"/>
                </a:lnTo>
                <a:lnTo>
                  <a:pt x="20535" y="187794"/>
                </a:lnTo>
                <a:lnTo>
                  <a:pt x="36195" y="168414"/>
                </a:lnTo>
                <a:lnTo>
                  <a:pt x="51295" y="147878"/>
                </a:lnTo>
                <a:lnTo>
                  <a:pt x="65532" y="126504"/>
                </a:lnTo>
                <a:lnTo>
                  <a:pt x="65455" y="304812"/>
                </a:lnTo>
                <a:lnTo>
                  <a:pt x="65303" y="314236"/>
                </a:lnTo>
                <a:lnTo>
                  <a:pt x="64287" y="342976"/>
                </a:lnTo>
                <a:lnTo>
                  <a:pt x="64008" y="359676"/>
                </a:lnTo>
                <a:lnTo>
                  <a:pt x="85344" y="349008"/>
                </a:lnTo>
                <a:lnTo>
                  <a:pt x="85344" y="128028"/>
                </a:lnTo>
                <a:lnTo>
                  <a:pt x="87376" y="126504"/>
                </a:lnTo>
                <a:lnTo>
                  <a:pt x="97536" y="118884"/>
                </a:lnTo>
                <a:lnTo>
                  <a:pt x="74676" y="106692"/>
                </a:lnTo>
                <a:lnTo>
                  <a:pt x="82130" y="92405"/>
                </a:lnTo>
                <a:lnTo>
                  <a:pt x="90868" y="74688"/>
                </a:lnTo>
                <a:lnTo>
                  <a:pt x="101041" y="53543"/>
                </a:lnTo>
                <a:lnTo>
                  <a:pt x="112776" y="28968"/>
                </a:lnTo>
                <a:lnTo>
                  <a:pt x="124968" y="21348"/>
                </a:lnTo>
                <a:close/>
              </a:path>
              <a:path w="1137284" h="361314">
                <a:moveTo>
                  <a:pt x="353568" y="330720"/>
                </a:moveTo>
                <a:lnTo>
                  <a:pt x="298704" y="322999"/>
                </a:lnTo>
                <a:lnTo>
                  <a:pt x="247078" y="303288"/>
                </a:lnTo>
                <a:lnTo>
                  <a:pt x="241947" y="300240"/>
                </a:lnTo>
                <a:lnTo>
                  <a:pt x="232625" y="294716"/>
                </a:lnTo>
                <a:lnTo>
                  <a:pt x="219456" y="285000"/>
                </a:lnTo>
                <a:lnTo>
                  <a:pt x="224891" y="271284"/>
                </a:lnTo>
                <a:lnTo>
                  <a:pt x="226580" y="266992"/>
                </a:lnTo>
                <a:lnTo>
                  <a:pt x="231838" y="247281"/>
                </a:lnTo>
                <a:lnTo>
                  <a:pt x="235102" y="225844"/>
                </a:lnTo>
                <a:lnTo>
                  <a:pt x="236220" y="202704"/>
                </a:lnTo>
                <a:lnTo>
                  <a:pt x="297180" y="202704"/>
                </a:lnTo>
                <a:lnTo>
                  <a:pt x="297180" y="219468"/>
                </a:lnTo>
                <a:lnTo>
                  <a:pt x="318516" y="211848"/>
                </a:lnTo>
                <a:lnTo>
                  <a:pt x="318287" y="202704"/>
                </a:lnTo>
                <a:lnTo>
                  <a:pt x="317779" y="193560"/>
                </a:lnTo>
                <a:lnTo>
                  <a:pt x="317258" y="184175"/>
                </a:lnTo>
                <a:lnTo>
                  <a:pt x="316992" y="173748"/>
                </a:lnTo>
                <a:lnTo>
                  <a:pt x="316992" y="132600"/>
                </a:lnTo>
                <a:lnTo>
                  <a:pt x="321259" y="129552"/>
                </a:lnTo>
                <a:lnTo>
                  <a:pt x="327660" y="124980"/>
                </a:lnTo>
                <a:lnTo>
                  <a:pt x="321945" y="120408"/>
                </a:lnTo>
                <a:lnTo>
                  <a:pt x="304800" y="106692"/>
                </a:lnTo>
                <a:lnTo>
                  <a:pt x="297180" y="116497"/>
                </a:lnTo>
                <a:lnTo>
                  <a:pt x="297180" y="129552"/>
                </a:lnTo>
                <a:lnTo>
                  <a:pt x="297180" y="193560"/>
                </a:lnTo>
                <a:lnTo>
                  <a:pt x="236220" y="193560"/>
                </a:lnTo>
                <a:lnTo>
                  <a:pt x="237083" y="173748"/>
                </a:lnTo>
                <a:lnTo>
                  <a:pt x="237553" y="155841"/>
                </a:lnTo>
                <a:lnTo>
                  <a:pt x="237629" y="149999"/>
                </a:lnTo>
                <a:lnTo>
                  <a:pt x="237744" y="129552"/>
                </a:lnTo>
                <a:lnTo>
                  <a:pt x="297180" y="129552"/>
                </a:lnTo>
                <a:lnTo>
                  <a:pt x="297180" y="116497"/>
                </a:lnTo>
                <a:lnTo>
                  <a:pt x="294132" y="120408"/>
                </a:lnTo>
                <a:lnTo>
                  <a:pt x="237744" y="120408"/>
                </a:lnTo>
                <a:lnTo>
                  <a:pt x="237744" y="76212"/>
                </a:lnTo>
                <a:lnTo>
                  <a:pt x="352044" y="76212"/>
                </a:lnTo>
                <a:lnTo>
                  <a:pt x="324612" y="48780"/>
                </a:lnTo>
                <a:lnTo>
                  <a:pt x="306324" y="67068"/>
                </a:lnTo>
                <a:lnTo>
                  <a:pt x="237744" y="67068"/>
                </a:lnTo>
                <a:lnTo>
                  <a:pt x="237744" y="27444"/>
                </a:lnTo>
                <a:lnTo>
                  <a:pt x="248412" y="16776"/>
                </a:lnTo>
                <a:lnTo>
                  <a:pt x="216408" y="3060"/>
                </a:lnTo>
                <a:lnTo>
                  <a:pt x="217297" y="15938"/>
                </a:lnTo>
                <a:lnTo>
                  <a:pt x="217741" y="27254"/>
                </a:lnTo>
                <a:lnTo>
                  <a:pt x="217919" y="37134"/>
                </a:lnTo>
                <a:lnTo>
                  <a:pt x="217932" y="67068"/>
                </a:lnTo>
                <a:lnTo>
                  <a:pt x="114300" y="67068"/>
                </a:lnTo>
                <a:lnTo>
                  <a:pt x="128016" y="80784"/>
                </a:lnTo>
                <a:lnTo>
                  <a:pt x="136309" y="78778"/>
                </a:lnTo>
                <a:lnTo>
                  <a:pt x="145161" y="77355"/>
                </a:lnTo>
                <a:lnTo>
                  <a:pt x="154597" y="76492"/>
                </a:lnTo>
                <a:lnTo>
                  <a:pt x="164592" y="76212"/>
                </a:lnTo>
                <a:lnTo>
                  <a:pt x="217932" y="76212"/>
                </a:lnTo>
                <a:lnTo>
                  <a:pt x="217932" y="120408"/>
                </a:lnTo>
                <a:lnTo>
                  <a:pt x="217932" y="129552"/>
                </a:lnTo>
                <a:lnTo>
                  <a:pt x="217817" y="149999"/>
                </a:lnTo>
                <a:lnTo>
                  <a:pt x="217741" y="155841"/>
                </a:lnTo>
                <a:lnTo>
                  <a:pt x="217297" y="173266"/>
                </a:lnTo>
                <a:lnTo>
                  <a:pt x="216408" y="193560"/>
                </a:lnTo>
                <a:lnTo>
                  <a:pt x="158496" y="193560"/>
                </a:lnTo>
                <a:lnTo>
                  <a:pt x="158496" y="129552"/>
                </a:lnTo>
                <a:lnTo>
                  <a:pt x="217932" y="129552"/>
                </a:lnTo>
                <a:lnTo>
                  <a:pt x="217932" y="120408"/>
                </a:lnTo>
                <a:lnTo>
                  <a:pt x="158496" y="120408"/>
                </a:lnTo>
                <a:lnTo>
                  <a:pt x="137160" y="108216"/>
                </a:lnTo>
                <a:lnTo>
                  <a:pt x="138049" y="121945"/>
                </a:lnTo>
                <a:lnTo>
                  <a:pt x="138493" y="135839"/>
                </a:lnTo>
                <a:lnTo>
                  <a:pt x="138569" y="141262"/>
                </a:lnTo>
                <a:lnTo>
                  <a:pt x="138480" y="193560"/>
                </a:lnTo>
                <a:lnTo>
                  <a:pt x="138049" y="206603"/>
                </a:lnTo>
                <a:lnTo>
                  <a:pt x="137160" y="219468"/>
                </a:lnTo>
                <a:lnTo>
                  <a:pt x="158496" y="210324"/>
                </a:lnTo>
                <a:lnTo>
                  <a:pt x="158496" y="202704"/>
                </a:lnTo>
                <a:lnTo>
                  <a:pt x="216408" y="202704"/>
                </a:lnTo>
                <a:lnTo>
                  <a:pt x="214934" y="221767"/>
                </a:lnTo>
                <a:lnTo>
                  <a:pt x="212598" y="239852"/>
                </a:lnTo>
                <a:lnTo>
                  <a:pt x="209130" y="256489"/>
                </a:lnTo>
                <a:lnTo>
                  <a:pt x="204216" y="271284"/>
                </a:lnTo>
                <a:lnTo>
                  <a:pt x="194525" y="261874"/>
                </a:lnTo>
                <a:lnTo>
                  <a:pt x="183832" y="249758"/>
                </a:lnTo>
                <a:lnTo>
                  <a:pt x="172288" y="235064"/>
                </a:lnTo>
                <a:lnTo>
                  <a:pt x="160020" y="217944"/>
                </a:lnTo>
                <a:lnTo>
                  <a:pt x="155448" y="220992"/>
                </a:lnTo>
                <a:lnTo>
                  <a:pt x="166598" y="242150"/>
                </a:lnTo>
                <a:lnTo>
                  <a:pt x="177165" y="260045"/>
                </a:lnTo>
                <a:lnTo>
                  <a:pt x="187172" y="274777"/>
                </a:lnTo>
                <a:lnTo>
                  <a:pt x="196596" y="286524"/>
                </a:lnTo>
                <a:lnTo>
                  <a:pt x="189763" y="295668"/>
                </a:lnTo>
                <a:lnTo>
                  <a:pt x="156972" y="323100"/>
                </a:lnTo>
                <a:lnTo>
                  <a:pt x="111328" y="347954"/>
                </a:lnTo>
                <a:lnTo>
                  <a:pt x="94488" y="355104"/>
                </a:lnTo>
                <a:lnTo>
                  <a:pt x="97536" y="361200"/>
                </a:lnTo>
                <a:lnTo>
                  <a:pt x="146405" y="342976"/>
                </a:lnTo>
                <a:lnTo>
                  <a:pt x="188785" y="319481"/>
                </a:lnTo>
                <a:lnTo>
                  <a:pt x="210312" y="300240"/>
                </a:lnTo>
                <a:lnTo>
                  <a:pt x="236321" y="319328"/>
                </a:lnTo>
                <a:lnTo>
                  <a:pt x="264033" y="335292"/>
                </a:lnTo>
                <a:lnTo>
                  <a:pt x="293471" y="347814"/>
                </a:lnTo>
                <a:lnTo>
                  <a:pt x="324612" y="356628"/>
                </a:lnTo>
                <a:lnTo>
                  <a:pt x="328930" y="349453"/>
                </a:lnTo>
                <a:lnTo>
                  <a:pt x="335089" y="343865"/>
                </a:lnTo>
                <a:lnTo>
                  <a:pt x="343268" y="339686"/>
                </a:lnTo>
                <a:lnTo>
                  <a:pt x="353568" y="336816"/>
                </a:lnTo>
                <a:lnTo>
                  <a:pt x="353568" y="330720"/>
                </a:lnTo>
                <a:close/>
              </a:path>
              <a:path w="1137284" h="361314">
                <a:moveTo>
                  <a:pt x="516636" y="25920"/>
                </a:moveTo>
                <a:lnTo>
                  <a:pt x="489204" y="3060"/>
                </a:lnTo>
                <a:lnTo>
                  <a:pt x="481774" y="15887"/>
                </a:lnTo>
                <a:lnTo>
                  <a:pt x="473329" y="28968"/>
                </a:lnTo>
                <a:lnTo>
                  <a:pt x="440613" y="70154"/>
                </a:lnTo>
                <a:lnTo>
                  <a:pt x="412559" y="98831"/>
                </a:lnTo>
                <a:lnTo>
                  <a:pt x="396240" y="114312"/>
                </a:lnTo>
                <a:lnTo>
                  <a:pt x="399288" y="118884"/>
                </a:lnTo>
                <a:lnTo>
                  <a:pt x="435508" y="93802"/>
                </a:lnTo>
                <a:lnTo>
                  <a:pt x="459181" y="73202"/>
                </a:lnTo>
                <a:lnTo>
                  <a:pt x="469582" y="64020"/>
                </a:lnTo>
                <a:lnTo>
                  <a:pt x="487680" y="48780"/>
                </a:lnTo>
                <a:lnTo>
                  <a:pt x="494563" y="42202"/>
                </a:lnTo>
                <a:lnTo>
                  <a:pt x="501586" y="36207"/>
                </a:lnTo>
                <a:lnTo>
                  <a:pt x="508901" y="30772"/>
                </a:lnTo>
                <a:lnTo>
                  <a:pt x="516636" y="25920"/>
                </a:lnTo>
                <a:close/>
              </a:path>
              <a:path w="1137284" h="361314">
                <a:moveTo>
                  <a:pt x="531876" y="102120"/>
                </a:moveTo>
                <a:lnTo>
                  <a:pt x="502920" y="79260"/>
                </a:lnTo>
                <a:lnTo>
                  <a:pt x="494728" y="96024"/>
                </a:lnTo>
                <a:lnTo>
                  <a:pt x="489419" y="106260"/>
                </a:lnTo>
                <a:lnTo>
                  <a:pt x="465963" y="142506"/>
                </a:lnTo>
                <a:lnTo>
                  <a:pt x="441960" y="172224"/>
                </a:lnTo>
                <a:lnTo>
                  <a:pt x="415480" y="201752"/>
                </a:lnTo>
                <a:lnTo>
                  <a:pt x="390144" y="225564"/>
                </a:lnTo>
                <a:lnTo>
                  <a:pt x="394716" y="231660"/>
                </a:lnTo>
                <a:lnTo>
                  <a:pt x="411314" y="219964"/>
                </a:lnTo>
                <a:lnTo>
                  <a:pt x="426910" y="207848"/>
                </a:lnTo>
                <a:lnTo>
                  <a:pt x="441655" y="195440"/>
                </a:lnTo>
                <a:lnTo>
                  <a:pt x="455676" y="182892"/>
                </a:lnTo>
                <a:lnTo>
                  <a:pt x="455599" y="297192"/>
                </a:lnTo>
                <a:lnTo>
                  <a:pt x="455485" y="304812"/>
                </a:lnTo>
                <a:lnTo>
                  <a:pt x="455396" y="309384"/>
                </a:lnTo>
                <a:lnTo>
                  <a:pt x="454393" y="342950"/>
                </a:lnTo>
                <a:lnTo>
                  <a:pt x="454152" y="361200"/>
                </a:lnTo>
                <a:lnTo>
                  <a:pt x="477012" y="349008"/>
                </a:lnTo>
                <a:lnTo>
                  <a:pt x="477012" y="182892"/>
                </a:lnTo>
                <a:lnTo>
                  <a:pt x="477012" y="161556"/>
                </a:lnTo>
                <a:lnTo>
                  <a:pt x="503593" y="130048"/>
                </a:lnTo>
                <a:lnTo>
                  <a:pt x="509016" y="123456"/>
                </a:lnTo>
                <a:lnTo>
                  <a:pt x="513880" y="117754"/>
                </a:lnTo>
                <a:lnTo>
                  <a:pt x="519303" y="112217"/>
                </a:lnTo>
                <a:lnTo>
                  <a:pt x="525310" y="106946"/>
                </a:lnTo>
                <a:lnTo>
                  <a:pt x="531876" y="102120"/>
                </a:lnTo>
                <a:close/>
              </a:path>
              <a:path w="1137284" h="361314">
                <a:moveTo>
                  <a:pt x="597408" y="291096"/>
                </a:moveTo>
                <a:lnTo>
                  <a:pt x="564311" y="252272"/>
                </a:lnTo>
                <a:lnTo>
                  <a:pt x="548640" y="242328"/>
                </a:lnTo>
                <a:lnTo>
                  <a:pt x="545592" y="246900"/>
                </a:lnTo>
                <a:lnTo>
                  <a:pt x="555028" y="260045"/>
                </a:lnTo>
                <a:lnTo>
                  <a:pt x="562737" y="272046"/>
                </a:lnTo>
                <a:lnTo>
                  <a:pt x="568744" y="282905"/>
                </a:lnTo>
                <a:lnTo>
                  <a:pt x="573024" y="292620"/>
                </a:lnTo>
                <a:lnTo>
                  <a:pt x="576072" y="306336"/>
                </a:lnTo>
                <a:lnTo>
                  <a:pt x="580644" y="312432"/>
                </a:lnTo>
                <a:lnTo>
                  <a:pt x="589788" y="309384"/>
                </a:lnTo>
                <a:lnTo>
                  <a:pt x="594360" y="304812"/>
                </a:lnTo>
                <a:lnTo>
                  <a:pt x="595884" y="297192"/>
                </a:lnTo>
                <a:lnTo>
                  <a:pt x="597408" y="291096"/>
                </a:lnTo>
                <a:close/>
              </a:path>
              <a:path w="1137284" h="361314">
                <a:moveTo>
                  <a:pt x="711708" y="36588"/>
                </a:moveTo>
                <a:lnTo>
                  <a:pt x="704088" y="28968"/>
                </a:lnTo>
                <a:lnTo>
                  <a:pt x="690372" y="15252"/>
                </a:lnTo>
                <a:lnTo>
                  <a:pt x="678180" y="27444"/>
                </a:lnTo>
                <a:lnTo>
                  <a:pt x="678180" y="38112"/>
                </a:lnTo>
                <a:lnTo>
                  <a:pt x="678180" y="80784"/>
                </a:lnTo>
                <a:lnTo>
                  <a:pt x="678180" y="89928"/>
                </a:lnTo>
                <a:lnTo>
                  <a:pt x="678180" y="135648"/>
                </a:lnTo>
                <a:lnTo>
                  <a:pt x="565404" y="135648"/>
                </a:lnTo>
                <a:lnTo>
                  <a:pt x="565404" y="89928"/>
                </a:lnTo>
                <a:lnTo>
                  <a:pt x="678180" y="89928"/>
                </a:lnTo>
                <a:lnTo>
                  <a:pt x="678180" y="80784"/>
                </a:lnTo>
                <a:lnTo>
                  <a:pt x="565404" y="80784"/>
                </a:lnTo>
                <a:lnTo>
                  <a:pt x="565404" y="38112"/>
                </a:lnTo>
                <a:lnTo>
                  <a:pt x="678180" y="38112"/>
                </a:lnTo>
                <a:lnTo>
                  <a:pt x="678180" y="27444"/>
                </a:lnTo>
                <a:lnTo>
                  <a:pt x="676656" y="28968"/>
                </a:lnTo>
                <a:lnTo>
                  <a:pt x="565404" y="28968"/>
                </a:lnTo>
                <a:lnTo>
                  <a:pt x="544068" y="18300"/>
                </a:lnTo>
                <a:lnTo>
                  <a:pt x="544957" y="33743"/>
                </a:lnTo>
                <a:lnTo>
                  <a:pt x="545363" y="48780"/>
                </a:lnTo>
                <a:lnTo>
                  <a:pt x="545465" y="56400"/>
                </a:lnTo>
                <a:lnTo>
                  <a:pt x="545592" y="80594"/>
                </a:lnTo>
                <a:lnTo>
                  <a:pt x="545465" y="98831"/>
                </a:lnTo>
                <a:lnTo>
                  <a:pt x="545363" y="107784"/>
                </a:lnTo>
                <a:lnTo>
                  <a:pt x="544309" y="145402"/>
                </a:lnTo>
                <a:lnTo>
                  <a:pt x="544068" y="163080"/>
                </a:lnTo>
                <a:lnTo>
                  <a:pt x="565404" y="153936"/>
                </a:lnTo>
                <a:lnTo>
                  <a:pt x="565404" y="144792"/>
                </a:lnTo>
                <a:lnTo>
                  <a:pt x="678180" y="144792"/>
                </a:lnTo>
                <a:lnTo>
                  <a:pt x="678180" y="161556"/>
                </a:lnTo>
                <a:lnTo>
                  <a:pt x="701040" y="150888"/>
                </a:lnTo>
                <a:lnTo>
                  <a:pt x="700747" y="144792"/>
                </a:lnTo>
                <a:lnTo>
                  <a:pt x="700290" y="135648"/>
                </a:lnTo>
                <a:lnTo>
                  <a:pt x="700163" y="133172"/>
                </a:lnTo>
                <a:lnTo>
                  <a:pt x="699706" y="109740"/>
                </a:lnTo>
                <a:lnTo>
                  <a:pt x="699604" y="89928"/>
                </a:lnTo>
                <a:lnTo>
                  <a:pt x="699541" y="80784"/>
                </a:lnTo>
                <a:lnTo>
                  <a:pt x="699516" y="45732"/>
                </a:lnTo>
                <a:lnTo>
                  <a:pt x="709676" y="38112"/>
                </a:lnTo>
                <a:lnTo>
                  <a:pt x="711708" y="36588"/>
                </a:lnTo>
                <a:close/>
              </a:path>
              <a:path w="1137284" h="361314">
                <a:moveTo>
                  <a:pt x="749808" y="236232"/>
                </a:moveTo>
                <a:lnTo>
                  <a:pt x="722376" y="208800"/>
                </a:lnTo>
                <a:lnTo>
                  <a:pt x="704088" y="227088"/>
                </a:lnTo>
                <a:lnTo>
                  <a:pt x="681228" y="227088"/>
                </a:lnTo>
                <a:lnTo>
                  <a:pt x="681228" y="185940"/>
                </a:lnTo>
                <a:lnTo>
                  <a:pt x="734568" y="185940"/>
                </a:lnTo>
                <a:lnTo>
                  <a:pt x="708660" y="160032"/>
                </a:lnTo>
                <a:lnTo>
                  <a:pt x="691896" y="176796"/>
                </a:lnTo>
                <a:lnTo>
                  <a:pt x="515112" y="176796"/>
                </a:lnTo>
                <a:lnTo>
                  <a:pt x="528828" y="190512"/>
                </a:lnTo>
                <a:lnTo>
                  <a:pt x="537121" y="188506"/>
                </a:lnTo>
                <a:lnTo>
                  <a:pt x="545973" y="187083"/>
                </a:lnTo>
                <a:lnTo>
                  <a:pt x="555409" y="186220"/>
                </a:lnTo>
                <a:lnTo>
                  <a:pt x="565404" y="185940"/>
                </a:lnTo>
                <a:lnTo>
                  <a:pt x="659892" y="185940"/>
                </a:lnTo>
                <a:lnTo>
                  <a:pt x="659892" y="227088"/>
                </a:lnTo>
                <a:lnTo>
                  <a:pt x="496824" y="227088"/>
                </a:lnTo>
                <a:lnTo>
                  <a:pt x="510540" y="240804"/>
                </a:lnTo>
                <a:lnTo>
                  <a:pt x="518833" y="238798"/>
                </a:lnTo>
                <a:lnTo>
                  <a:pt x="527685" y="237375"/>
                </a:lnTo>
                <a:lnTo>
                  <a:pt x="537121" y="236512"/>
                </a:lnTo>
                <a:lnTo>
                  <a:pt x="547116" y="236232"/>
                </a:lnTo>
                <a:lnTo>
                  <a:pt x="659892" y="236232"/>
                </a:lnTo>
                <a:lnTo>
                  <a:pt x="659892" y="320052"/>
                </a:lnTo>
                <a:lnTo>
                  <a:pt x="658368" y="324624"/>
                </a:lnTo>
                <a:lnTo>
                  <a:pt x="653796" y="326148"/>
                </a:lnTo>
                <a:lnTo>
                  <a:pt x="648068" y="327329"/>
                </a:lnTo>
                <a:lnTo>
                  <a:pt x="637603" y="326529"/>
                </a:lnTo>
                <a:lnTo>
                  <a:pt x="622300" y="324002"/>
                </a:lnTo>
                <a:lnTo>
                  <a:pt x="601980" y="320052"/>
                </a:lnTo>
                <a:lnTo>
                  <a:pt x="601980" y="326148"/>
                </a:lnTo>
                <a:lnTo>
                  <a:pt x="622007" y="335241"/>
                </a:lnTo>
                <a:lnTo>
                  <a:pt x="636460" y="344055"/>
                </a:lnTo>
                <a:lnTo>
                  <a:pt x="645490" y="352285"/>
                </a:lnTo>
                <a:lnTo>
                  <a:pt x="649224" y="359676"/>
                </a:lnTo>
                <a:lnTo>
                  <a:pt x="663232" y="352831"/>
                </a:lnTo>
                <a:lnTo>
                  <a:pt x="673227" y="343865"/>
                </a:lnTo>
                <a:lnTo>
                  <a:pt x="679234" y="332879"/>
                </a:lnTo>
                <a:lnTo>
                  <a:pt x="680097" y="327329"/>
                </a:lnTo>
                <a:lnTo>
                  <a:pt x="681228" y="320052"/>
                </a:lnTo>
                <a:lnTo>
                  <a:pt x="681228" y="236232"/>
                </a:lnTo>
                <a:lnTo>
                  <a:pt x="749808" y="236232"/>
                </a:lnTo>
                <a:close/>
              </a:path>
              <a:path w="1137284" h="361314">
                <a:moveTo>
                  <a:pt x="978408" y="240792"/>
                </a:moveTo>
                <a:lnTo>
                  <a:pt x="941641" y="210388"/>
                </a:lnTo>
                <a:lnTo>
                  <a:pt x="925068" y="202692"/>
                </a:lnTo>
                <a:lnTo>
                  <a:pt x="922020" y="207264"/>
                </a:lnTo>
                <a:lnTo>
                  <a:pt x="934339" y="220700"/>
                </a:lnTo>
                <a:lnTo>
                  <a:pt x="943927" y="233553"/>
                </a:lnTo>
                <a:lnTo>
                  <a:pt x="950963" y="245846"/>
                </a:lnTo>
                <a:lnTo>
                  <a:pt x="955548" y="257556"/>
                </a:lnTo>
                <a:lnTo>
                  <a:pt x="958596" y="268224"/>
                </a:lnTo>
                <a:lnTo>
                  <a:pt x="961644" y="272796"/>
                </a:lnTo>
                <a:lnTo>
                  <a:pt x="967740" y="272796"/>
                </a:lnTo>
                <a:lnTo>
                  <a:pt x="970788" y="269748"/>
                </a:lnTo>
                <a:lnTo>
                  <a:pt x="976884" y="257556"/>
                </a:lnTo>
                <a:lnTo>
                  <a:pt x="978408" y="251460"/>
                </a:lnTo>
                <a:lnTo>
                  <a:pt x="978408" y="240792"/>
                </a:lnTo>
                <a:close/>
              </a:path>
              <a:path w="1137284" h="361314">
                <a:moveTo>
                  <a:pt x="981456" y="147828"/>
                </a:moveTo>
                <a:lnTo>
                  <a:pt x="942721" y="123024"/>
                </a:lnTo>
                <a:lnTo>
                  <a:pt x="928116" y="117348"/>
                </a:lnTo>
                <a:lnTo>
                  <a:pt x="925068" y="121920"/>
                </a:lnTo>
                <a:lnTo>
                  <a:pt x="937412" y="134213"/>
                </a:lnTo>
                <a:lnTo>
                  <a:pt x="947166" y="145923"/>
                </a:lnTo>
                <a:lnTo>
                  <a:pt x="954646" y="157073"/>
                </a:lnTo>
                <a:lnTo>
                  <a:pt x="960120" y="167640"/>
                </a:lnTo>
                <a:lnTo>
                  <a:pt x="964692" y="176784"/>
                </a:lnTo>
                <a:lnTo>
                  <a:pt x="967740" y="181356"/>
                </a:lnTo>
                <a:lnTo>
                  <a:pt x="972312" y="181356"/>
                </a:lnTo>
                <a:lnTo>
                  <a:pt x="979932" y="166116"/>
                </a:lnTo>
                <a:lnTo>
                  <a:pt x="981456" y="160020"/>
                </a:lnTo>
                <a:lnTo>
                  <a:pt x="981456" y="147828"/>
                </a:lnTo>
                <a:close/>
              </a:path>
              <a:path w="1137284" h="361314">
                <a:moveTo>
                  <a:pt x="1115568" y="57912"/>
                </a:moveTo>
                <a:lnTo>
                  <a:pt x="1106424" y="48768"/>
                </a:lnTo>
                <a:lnTo>
                  <a:pt x="1083564" y="25908"/>
                </a:lnTo>
                <a:lnTo>
                  <a:pt x="1060704" y="48768"/>
                </a:lnTo>
                <a:lnTo>
                  <a:pt x="877824" y="48768"/>
                </a:lnTo>
                <a:lnTo>
                  <a:pt x="882167" y="43053"/>
                </a:lnTo>
                <a:lnTo>
                  <a:pt x="890257" y="31623"/>
                </a:lnTo>
                <a:lnTo>
                  <a:pt x="894588" y="25908"/>
                </a:lnTo>
                <a:lnTo>
                  <a:pt x="906780" y="19812"/>
                </a:lnTo>
                <a:lnTo>
                  <a:pt x="873252" y="0"/>
                </a:lnTo>
                <a:lnTo>
                  <a:pt x="858202" y="36195"/>
                </a:lnTo>
                <a:lnTo>
                  <a:pt x="835152" y="74676"/>
                </a:lnTo>
                <a:lnTo>
                  <a:pt x="807529" y="111442"/>
                </a:lnTo>
                <a:lnTo>
                  <a:pt x="778764" y="140208"/>
                </a:lnTo>
                <a:lnTo>
                  <a:pt x="781812" y="144780"/>
                </a:lnTo>
                <a:lnTo>
                  <a:pt x="822756" y="113919"/>
                </a:lnTo>
                <a:lnTo>
                  <a:pt x="854011" y="81915"/>
                </a:lnTo>
                <a:lnTo>
                  <a:pt x="873252" y="57912"/>
                </a:lnTo>
                <a:lnTo>
                  <a:pt x="1115568" y="57912"/>
                </a:lnTo>
                <a:close/>
              </a:path>
              <a:path w="1137284" h="361314">
                <a:moveTo>
                  <a:pt x="1136904" y="195072"/>
                </a:moveTo>
                <a:lnTo>
                  <a:pt x="1106424" y="164592"/>
                </a:lnTo>
                <a:lnTo>
                  <a:pt x="1085088" y="185928"/>
                </a:lnTo>
                <a:lnTo>
                  <a:pt x="1065276" y="185928"/>
                </a:lnTo>
                <a:lnTo>
                  <a:pt x="1068324" y="115824"/>
                </a:lnTo>
                <a:lnTo>
                  <a:pt x="1074204" y="111252"/>
                </a:lnTo>
                <a:lnTo>
                  <a:pt x="1082040" y="105156"/>
                </a:lnTo>
                <a:lnTo>
                  <a:pt x="1078064" y="102108"/>
                </a:lnTo>
                <a:lnTo>
                  <a:pt x="1056132" y="85344"/>
                </a:lnTo>
                <a:lnTo>
                  <a:pt x="1046988" y="97917"/>
                </a:lnTo>
                <a:lnTo>
                  <a:pt x="1046988" y="111252"/>
                </a:lnTo>
                <a:lnTo>
                  <a:pt x="1043940" y="185928"/>
                </a:lnTo>
                <a:lnTo>
                  <a:pt x="1042416" y="185928"/>
                </a:lnTo>
                <a:lnTo>
                  <a:pt x="1042416" y="195072"/>
                </a:lnTo>
                <a:lnTo>
                  <a:pt x="1037844" y="280416"/>
                </a:lnTo>
                <a:lnTo>
                  <a:pt x="862584" y="280416"/>
                </a:lnTo>
                <a:lnTo>
                  <a:pt x="873252" y="195072"/>
                </a:lnTo>
                <a:lnTo>
                  <a:pt x="1042416" y="195072"/>
                </a:lnTo>
                <a:lnTo>
                  <a:pt x="1042416" y="185928"/>
                </a:lnTo>
                <a:lnTo>
                  <a:pt x="874776" y="185928"/>
                </a:lnTo>
                <a:lnTo>
                  <a:pt x="882396" y="111252"/>
                </a:lnTo>
                <a:lnTo>
                  <a:pt x="1046988" y="111252"/>
                </a:lnTo>
                <a:lnTo>
                  <a:pt x="1046988" y="97917"/>
                </a:lnTo>
                <a:lnTo>
                  <a:pt x="1043940" y="102108"/>
                </a:lnTo>
                <a:lnTo>
                  <a:pt x="883920" y="102108"/>
                </a:lnTo>
                <a:lnTo>
                  <a:pt x="862584" y="88392"/>
                </a:lnTo>
                <a:lnTo>
                  <a:pt x="853440" y="185928"/>
                </a:lnTo>
                <a:lnTo>
                  <a:pt x="777240" y="185928"/>
                </a:lnTo>
                <a:lnTo>
                  <a:pt x="789432" y="198120"/>
                </a:lnTo>
                <a:lnTo>
                  <a:pt x="812292" y="195072"/>
                </a:lnTo>
                <a:lnTo>
                  <a:pt x="851916" y="195072"/>
                </a:lnTo>
                <a:lnTo>
                  <a:pt x="841248" y="274320"/>
                </a:lnTo>
                <a:lnTo>
                  <a:pt x="829056" y="283464"/>
                </a:lnTo>
                <a:lnTo>
                  <a:pt x="850392" y="303276"/>
                </a:lnTo>
                <a:lnTo>
                  <a:pt x="862584" y="289560"/>
                </a:lnTo>
                <a:lnTo>
                  <a:pt x="1036320" y="289560"/>
                </a:lnTo>
                <a:lnTo>
                  <a:pt x="1033729" y="307327"/>
                </a:lnTo>
                <a:lnTo>
                  <a:pt x="1030414" y="319659"/>
                </a:lnTo>
                <a:lnTo>
                  <a:pt x="1026248" y="326859"/>
                </a:lnTo>
                <a:lnTo>
                  <a:pt x="1021080" y="329184"/>
                </a:lnTo>
                <a:lnTo>
                  <a:pt x="1013650" y="328612"/>
                </a:lnTo>
                <a:lnTo>
                  <a:pt x="1002792" y="326898"/>
                </a:lnTo>
                <a:lnTo>
                  <a:pt x="988504" y="324040"/>
                </a:lnTo>
                <a:lnTo>
                  <a:pt x="970788" y="320040"/>
                </a:lnTo>
                <a:lnTo>
                  <a:pt x="970788" y="327660"/>
                </a:lnTo>
                <a:lnTo>
                  <a:pt x="988771" y="335686"/>
                </a:lnTo>
                <a:lnTo>
                  <a:pt x="1001458" y="343852"/>
                </a:lnTo>
                <a:lnTo>
                  <a:pt x="1008722" y="352310"/>
                </a:lnTo>
                <a:lnTo>
                  <a:pt x="1010412" y="361188"/>
                </a:lnTo>
                <a:lnTo>
                  <a:pt x="1023874" y="358076"/>
                </a:lnTo>
                <a:lnTo>
                  <a:pt x="1051687" y="331571"/>
                </a:lnTo>
                <a:lnTo>
                  <a:pt x="1052271" y="329184"/>
                </a:lnTo>
                <a:lnTo>
                  <a:pt x="1054417" y="320421"/>
                </a:lnTo>
                <a:lnTo>
                  <a:pt x="1056881" y="306425"/>
                </a:lnTo>
                <a:lnTo>
                  <a:pt x="1059180" y="289560"/>
                </a:lnTo>
                <a:lnTo>
                  <a:pt x="1129284" y="289560"/>
                </a:lnTo>
                <a:lnTo>
                  <a:pt x="1120140" y="280416"/>
                </a:lnTo>
                <a:lnTo>
                  <a:pt x="1098804" y="259080"/>
                </a:lnTo>
                <a:lnTo>
                  <a:pt x="1077468" y="280416"/>
                </a:lnTo>
                <a:lnTo>
                  <a:pt x="1060704" y="280416"/>
                </a:lnTo>
                <a:lnTo>
                  <a:pt x="1065276" y="195072"/>
                </a:lnTo>
                <a:lnTo>
                  <a:pt x="1136904" y="19507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" name="object 37"/>
          <p:cNvSpPr/>
          <p:nvPr/>
        </p:nvSpPr>
        <p:spPr>
          <a:xfrm>
            <a:off x="6885431" y="3916680"/>
            <a:ext cx="303530" cy="355600"/>
          </a:xfrm>
          <a:custGeom>
            <a:avLst/>
            <a:gdLst/>
            <a:ahLst/>
            <a:cxnLst/>
            <a:rect l="l" t="t" r="r" b="b"/>
            <a:pathLst>
              <a:path w="303529" h="355600">
                <a:moveTo>
                  <a:pt x="44196" y="355092"/>
                </a:moveTo>
                <a:lnTo>
                  <a:pt x="45077" y="338232"/>
                </a:lnTo>
                <a:lnTo>
                  <a:pt x="45529" y="319659"/>
                </a:lnTo>
                <a:lnTo>
                  <a:pt x="45623" y="308157"/>
                </a:lnTo>
                <a:lnTo>
                  <a:pt x="45696" y="254174"/>
                </a:lnTo>
                <a:lnTo>
                  <a:pt x="45529" y="232409"/>
                </a:lnTo>
                <a:lnTo>
                  <a:pt x="45077" y="211788"/>
                </a:lnTo>
                <a:lnTo>
                  <a:pt x="44196" y="192023"/>
                </a:lnTo>
                <a:lnTo>
                  <a:pt x="68580" y="207263"/>
                </a:lnTo>
                <a:lnTo>
                  <a:pt x="262682" y="207263"/>
                </a:lnTo>
                <a:lnTo>
                  <a:pt x="265175" y="208787"/>
                </a:lnTo>
                <a:lnTo>
                  <a:pt x="256603" y="216407"/>
                </a:lnTo>
                <a:lnTo>
                  <a:pt x="67056" y="216407"/>
                </a:lnTo>
                <a:lnTo>
                  <a:pt x="67056" y="316991"/>
                </a:lnTo>
                <a:lnTo>
                  <a:pt x="252153" y="316991"/>
                </a:lnTo>
                <a:lnTo>
                  <a:pt x="252593" y="326136"/>
                </a:lnTo>
                <a:lnTo>
                  <a:pt x="67056" y="326136"/>
                </a:lnTo>
                <a:lnTo>
                  <a:pt x="67056" y="344424"/>
                </a:lnTo>
                <a:lnTo>
                  <a:pt x="44196" y="355092"/>
                </a:lnTo>
                <a:close/>
              </a:path>
              <a:path w="303529" h="355600">
                <a:moveTo>
                  <a:pt x="262682" y="207263"/>
                </a:moveTo>
                <a:lnTo>
                  <a:pt x="227075" y="207263"/>
                </a:lnTo>
                <a:lnTo>
                  <a:pt x="237744" y="192023"/>
                </a:lnTo>
                <a:lnTo>
                  <a:pt x="262682" y="207263"/>
                </a:lnTo>
                <a:close/>
              </a:path>
              <a:path w="303529" h="355600">
                <a:moveTo>
                  <a:pt x="252153" y="316991"/>
                </a:moveTo>
                <a:lnTo>
                  <a:pt x="230124" y="316991"/>
                </a:lnTo>
                <a:lnTo>
                  <a:pt x="230124" y="216407"/>
                </a:lnTo>
                <a:lnTo>
                  <a:pt x="256603" y="216407"/>
                </a:lnTo>
                <a:lnTo>
                  <a:pt x="251460" y="220979"/>
                </a:lnTo>
                <a:lnTo>
                  <a:pt x="251476" y="299370"/>
                </a:lnTo>
                <a:lnTo>
                  <a:pt x="251698" y="308157"/>
                </a:lnTo>
                <a:lnTo>
                  <a:pt x="252153" y="316991"/>
                </a:lnTo>
                <a:close/>
              </a:path>
              <a:path w="303529" h="355600">
                <a:moveTo>
                  <a:pt x="230124" y="352044"/>
                </a:moveTo>
                <a:lnTo>
                  <a:pt x="230124" y="326136"/>
                </a:lnTo>
                <a:lnTo>
                  <a:pt x="252593" y="326136"/>
                </a:lnTo>
                <a:lnTo>
                  <a:pt x="252745" y="329350"/>
                </a:lnTo>
                <a:lnTo>
                  <a:pt x="252984" y="341376"/>
                </a:lnTo>
                <a:lnTo>
                  <a:pt x="230124" y="352044"/>
                </a:lnTo>
                <a:close/>
              </a:path>
              <a:path w="303529" h="355600">
                <a:moveTo>
                  <a:pt x="21336" y="176783"/>
                </a:moveTo>
                <a:lnTo>
                  <a:pt x="0" y="138683"/>
                </a:lnTo>
                <a:lnTo>
                  <a:pt x="7167" y="136683"/>
                </a:lnTo>
                <a:lnTo>
                  <a:pt x="15049" y="132968"/>
                </a:lnTo>
                <a:lnTo>
                  <a:pt x="56769" y="98488"/>
                </a:lnTo>
                <a:lnTo>
                  <a:pt x="86868" y="64007"/>
                </a:lnTo>
                <a:lnTo>
                  <a:pt x="114681" y="28003"/>
                </a:lnTo>
                <a:lnTo>
                  <a:pt x="131064" y="0"/>
                </a:lnTo>
                <a:lnTo>
                  <a:pt x="166116" y="25907"/>
                </a:lnTo>
                <a:lnTo>
                  <a:pt x="104965" y="73151"/>
                </a:lnTo>
                <a:lnTo>
                  <a:pt x="35052" y="141731"/>
                </a:lnTo>
                <a:lnTo>
                  <a:pt x="301055" y="141731"/>
                </a:lnTo>
                <a:lnTo>
                  <a:pt x="301847" y="143113"/>
                </a:lnTo>
                <a:lnTo>
                  <a:pt x="302154" y="144779"/>
                </a:lnTo>
                <a:lnTo>
                  <a:pt x="263651" y="144779"/>
                </a:lnTo>
                <a:lnTo>
                  <a:pt x="230790" y="146208"/>
                </a:lnTo>
                <a:lnTo>
                  <a:pt x="159924" y="150780"/>
                </a:lnTo>
                <a:lnTo>
                  <a:pt x="121920" y="153923"/>
                </a:lnTo>
                <a:lnTo>
                  <a:pt x="57912" y="163067"/>
                </a:lnTo>
                <a:lnTo>
                  <a:pt x="36195" y="169354"/>
                </a:lnTo>
                <a:lnTo>
                  <a:pt x="21336" y="176783"/>
                </a:lnTo>
                <a:close/>
              </a:path>
              <a:path w="303529" h="355600">
                <a:moveTo>
                  <a:pt x="301055" y="141731"/>
                </a:moveTo>
                <a:lnTo>
                  <a:pt x="35052" y="141731"/>
                </a:lnTo>
                <a:lnTo>
                  <a:pt x="256032" y="135635"/>
                </a:lnTo>
                <a:lnTo>
                  <a:pt x="246316" y="124229"/>
                </a:lnTo>
                <a:lnTo>
                  <a:pt x="233171" y="110680"/>
                </a:lnTo>
                <a:lnTo>
                  <a:pt x="216598" y="95130"/>
                </a:lnTo>
                <a:lnTo>
                  <a:pt x="196596" y="77723"/>
                </a:lnTo>
                <a:lnTo>
                  <a:pt x="201168" y="73151"/>
                </a:lnTo>
                <a:lnTo>
                  <a:pt x="250507" y="100774"/>
                </a:lnTo>
                <a:lnTo>
                  <a:pt x="290417" y="128158"/>
                </a:lnTo>
                <a:lnTo>
                  <a:pt x="297561" y="135635"/>
                </a:lnTo>
                <a:lnTo>
                  <a:pt x="301055" y="141731"/>
                </a:lnTo>
                <a:close/>
              </a:path>
              <a:path w="303529" h="355600">
                <a:moveTo>
                  <a:pt x="292608" y="176783"/>
                </a:moveTo>
                <a:lnTo>
                  <a:pt x="286512" y="176783"/>
                </a:lnTo>
                <a:lnTo>
                  <a:pt x="284987" y="175259"/>
                </a:lnTo>
                <a:lnTo>
                  <a:pt x="277368" y="163853"/>
                </a:lnTo>
                <a:lnTo>
                  <a:pt x="272796" y="157162"/>
                </a:lnTo>
                <a:lnTo>
                  <a:pt x="268224" y="150756"/>
                </a:lnTo>
                <a:lnTo>
                  <a:pt x="263651" y="144779"/>
                </a:lnTo>
                <a:lnTo>
                  <a:pt x="302154" y="144779"/>
                </a:lnTo>
                <a:lnTo>
                  <a:pt x="303254" y="150756"/>
                </a:lnTo>
                <a:lnTo>
                  <a:pt x="303275" y="153923"/>
                </a:lnTo>
                <a:lnTo>
                  <a:pt x="301751" y="158495"/>
                </a:lnTo>
                <a:lnTo>
                  <a:pt x="297180" y="166115"/>
                </a:lnTo>
                <a:lnTo>
                  <a:pt x="294132" y="173735"/>
                </a:lnTo>
                <a:lnTo>
                  <a:pt x="292608" y="17678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" name="object 38"/>
          <p:cNvSpPr/>
          <p:nvPr/>
        </p:nvSpPr>
        <p:spPr>
          <a:xfrm>
            <a:off x="7245096" y="3913632"/>
            <a:ext cx="2697480" cy="364490"/>
          </a:xfrm>
          <a:custGeom>
            <a:avLst/>
            <a:gdLst/>
            <a:ahLst/>
            <a:cxnLst/>
            <a:rect l="l" t="t" r="r" b="b"/>
            <a:pathLst>
              <a:path w="2697479" h="364489">
                <a:moveTo>
                  <a:pt x="155448" y="109740"/>
                </a:moveTo>
                <a:lnTo>
                  <a:pt x="129540" y="83832"/>
                </a:lnTo>
                <a:lnTo>
                  <a:pt x="112776" y="100596"/>
                </a:lnTo>
                <a:lnTo>
                  <a:pt x="91440" y="100596"/>
                </a:lnTo>
                <a:lnTo>
                  <a:pt x="91440" y="25920"/>
                </a:lnTo>
                <a:lnTo>
                  <a:pt x="102108" y="15252"/>
                </a:lnTo>
                <a:lnTo>
                  <a:pt x="68580" y="1536"/>
                </a:lnTo>
                <a:lnTo>
                  <a:pt x="68834" y="25920"/>
                </a:lnTo>
                <a:lnTo>
                  <a:pt x="69862" y="73964"/>
                </a:lnTo>
                <a:lnTo>
                  <a:pt x="70104" y="100596"/>
                </a:lnTo>
                <a:lnTo>
                  <a:pt x="6096" y="100596"/>
                </a:lnTo>
                <a:lnTo>
                  <a:pt x="18288" y="112788"/>
                </a:lnTo>
                <a:lnTo>
                  <a:pt x="32004" y="109740"/>
                </a:lnTo>
                <a:lnTo>
                  <a:pt x="68580" y="109740"/>
                </a:lnTo>
                <a:lnTo>
                  <a:pt x="55714" y="160286"/>
                </a:lnTo>
                <a:lnTo>
                  <a:pt x="40005" y="206705"/>
                </a:lnTo>
                <a:lnTo>
                  <a:pt x="21424" y="248818"/>
                </a:lnTo>
                <a:lnTo>
                  <a:pt x="0" y="286524"/>
                </a:lnTo>
                <a:lnTo>
                  <a:pt x="3048" y="291096"/>
                </a:lnTo>
                <a:lnTo>
                  <a:pt x="23596" y="265963"/>
                </a:lnTo>
                <a:lnTo>
                  <a:pt x="41668" y="238772"/>
                </a:lnTo>
                <a:lnTo>
                  <a:pt x="57264" y="209435"/>
                </a:lnTo>
                <a:lnTo>
                  <a:pt x="70104" y="178320"/>
                </a:lnTo>
                <a:lnTo>
                  <a:pt x="69862" y="234581"/>
                </a:lnTo>
                <a:lnTo>
                  <a:pt x="68795" y="329311"/>
                </a:lnTo>
                <a:lnTo>
                  <a:pt x="68580" y="364248"/>
                </a:lnTo>
                <a:lnTo>
                  <a:pt x="92964" y="353580"/>
                </a:lnTo>
                <a:lnTo>
                  <a:pt x="92075" y="329311"/>
                </a:lnTo>
                <a:lnTo>
                  <a:pt x="91655" y="291477"/>
                </a:lnTo>
                <a:lnTo>
                  <a:pt x="91554" y="265963"/>
                </a:lnTo>
                <a:lnTo>
                  <a:pt x="91440" y="178320"/>
                </a:lnTo>
                <a:lnTo>
                  <a:pt x="91440" y="158508"/>
                </a:lnTo>
                <a:lnTo>
                  <a:pt x="123367" y="189369"/>
                </a:lnTo>
                <a:lnTo>
                  <a:pt x="137160" y="210324"/>
                </a:lnTo>
                <a:lnTo>
                  <a:pt x="141732" y="214896"/>
                </a:lnTo>
                <a:lnTo>
                  <a:pt x="146304" y="214896"/>
                </a:lnTo>
                <a:lnTo>
                  <a:pt x="146304" y="211848"/>
                </a:lnTo>
                <a:lnTo>
                  <a:pt x="149352" y="202704"/>
                </a:lnTo>
                <a:lnTo>
                  <a:pt x="150876" y="196608"/>
                </a:lnTo>
                <a:lnTo>
                  <a:pt x="150876" y="184416"/>
                </a:lnTo>
                <a:lnTo>
                  <a:pt x="110477" y="158508"/>
                </a:lnTo>
                <a:lnTo>
                  <a:pt x="108026" y="157429"/>
                </a:lnTo>
                <a:lnTo>
                  <a:pt x="91440" y="150888"/>
                </a:lnTo>
                <a:lnTo>
                  <a:pt x="91440" y="109740"/>
                </a:lnTo>
                <a:lnTo>
                  <a:pt x="155448" y="109740"/>
                </a:lnTo>
                <a:close/>
              </a:path>
              <a:path w="2697479" h="364489">
                <a:moveTo>
                  <a:pt x="361188" y="318528"/>
                </a:moveTo>
                <a:lnTo>
                  <a:pt x="343839" y="284429"/>
                </a:lnTo>
                <a:lnTo>
                  <a:pt x="342900" y="256044"/>
                </a:lnTo>
                <a:lnTo>
                  <a:pt x="335280" y="256044"/>
                </a:lnTo>
                <a:lnTo>
                  <a:pt x="334987" y="275755"/>
                </a:lnTo>
                <a:lnTo>
                  <a:pt x="334137" y="291477"/>
                </a:lnTo>
                <a:lnTo>
                  <a:pt x="332701" y="303187"/>
                </a:lnTo>
                <a:lnTo>
                  <a:pt x="330708" y="310908"/>
                </a:lnTo>
                <a:lnTo>
                  <a:pt x="329184" y="320052"/>
                </a:lnTo>
                <a:lnTo>
                  <a:pt x="326136" y="323100"/>
                </a:lnTo>
                <a:lnTo>
                  <a:pt x="292608" y="323100"/>
                </a:lnTo>
                <a:lnTo>
                  <a:pt x="286512" y="318528"/>
                </a:lnTo>
                <a:lnTo>
                  <a:pt x="286512" y="59448"/>
                </a:lnTo>
                <a:lnTo>
                  <a:pt x="296672" y="53352"/>
                </a:lnTo>
                <a:lnTo>
                  <a:pt x="301752" y="50304"/>
                </a:lnTo>
                <a:lnTo>
                  <a:pt x="294779" y="44208"/>
                </a:lnTo>
                <a:lnTo>
                  <a:pt x="277368" y="28968"/>
                </a:lnTo>
                <a:lnTo>
                  <a:pt x="263652" y="44208"/>
                </a:lnTo>
                <a:lnTo>
                  <a:pt x="193548" y="44208"/>
                </a:lnTo>
                <a:lnTo>
                  <a:pt x="170688" y="28968"/>
                </a:lnTo>
                <a:lnTo>
                  <a:pt x="171564" y="49771"/>
                </a:lnTo>
                <a:lnTo>
                  <a:pt x="172021" y="70878"/>
                </a:lnTo>
                <a:lnTo>
                  <a:pt x="172123" y="83832"/>
                </a:lnTo>
                <a:lnTo>
                  <a:pt x="172212" y="185940"/>
                </a:lnTo>
                <a:lnTo>
                  <a:pt x="167919" y="235915"/>
                </a:lnTo>
                <a:lnTo>
                  <a:pt x="155067" y="280619"/>
                </a:lnTo>
                <a:lnTo>
                  <a:pt x="133629" y="319874"/>
                </a:lnTo>
                <a:lnTo>
                  <a:pt x="103632" y="353580"/>
                </a:lnTo>
                <a:lnTo>
                  <a:pt x="108204" y="358152"/>
                </a:lnTo>
                <a:lnTo>
                  <a:pt x="145326" y="325018"/>
                </a:lnTo>
                <a:lnTo>
                  <a:pt x="172021" y="285191"/>
                </a:lnTo>
                <a:lnTo>
                  <a:pt x="188137" y="238772"/>
                </a:lnTo>
                <a:lnTo>
                  <a:pt x="193548" y="185940"/>
                </a:lnTo>
                <a:lnTo>
                  <a:pt x="193548" y="53352"/>
                </a:lnTo>
                <a:lnTo>
                  <a:pt x="265176" y="53352"/>
                </a:lnTo>
                <a:lnTo>
                  <a:pt x="265176" y="317004"/>
                </a:lnTo>
                <a:lnTo>
                  <a:pt x="266865" y="327875"/>
                </a:lnTo>
                <a:lnTo>
                  <a:pt x="271843" y="335483"/>
                </a:lnTo>
                <a:lnTo>
                  <a:pt x="279958" y="339928"/>
                </a:lnTo>
                <a:lnTo>
                  <a:pt x="291084" y="341388"/>
                </a:lnTo>
                <a:lnTo>
                  <a:pt x="336804" y="341388"/>
                </a:lnTo>
                <a:lnTo>
                  <a:pt x="358648" y="323100"/>
                </a:lnTo>
                <a:lnTo>
                  <a:pt x="361188" y="318528"/>
                </a:lnTo>
                <a:close/>
              </a:path>
              <a:path w="2697479" h="364489">
                <a:moveTo>
                  <a:pt x="557784" y="38112"/>
                </a:moveTo>
                <a:lnTo>
                  <a:pt x="550278" y="32016"/>
                </a:lnTo>
                <a:lnTo>
                  <a:pt x="533400" y="18300"/>
                </a:lnTo>
                <a:lnTo>
                  <a:pt x="524256" y="30060"/>
                </a:lnTo>
                <a:lnTo>
                  <a:pt x="524256" y="41160"/>
                </a:lnTo>
                <a:lnTo>
                  <a:pt x="524256" y="100596"/>
                </a:lnTo>
                <a:lnTo>
                  <a:pt x="463296" y="100596"/>
                </a:lnTo>
                <a:lnTo>
                  <a:pt x="463296" y="41160"/>
                </a:lnTo>
                <a:lnTo>
                  <a:pt x="524256" y="41160"/>
                </a:lnTo>
                <a:lnTo>
                  <a:pt x="524256" y="30060"/>
                </a:lnTo>
                <a:lnTo>
                  <a:pt x="522732" y="32016"/>
                </a:lnTo>
                <a:lnTo>
                  <a:pt x="463296" y="32016"/>
                </a:lnTo>
                <a:lnTo>
                  <a:pt x="441960" y="18300"/>
                </a:lnTo>
                <a:lnTo>
                  <a:pt x="442836" y="32029"/>
                </a:lnTo>
                <a:lnTo>
                  <a:pt x="443293" y="45923"/>
                </a:lnTo>
                <a:lnTo>
                  <a:pt x="443433" y="57937"/>
                </a:lnTo>
                <a:lnTo>
                  <a:pt x="443331" y="100596"/>
                </a:lnTo>
                <a:lnTo>
                  <a:pt x="443217" y="107683"/>
                </a:lnTo>
                <a:lnTo>
                  <a:pt x="442836" y="120548"/>
                </a:lnTo>
                <a:lnTo>
                  <a:pt x="441960" y="135648"/>
                </a:lnTo>
                <a:lnTo>
                  <a:pt x="463296" y="124980"/>
                </a:lnTo>
                <a:lnTo>
                  <a:pt x="463296" y="109740"/>
                </a:lnTo>
                <a:lnTo>
                  <a:pt x="524256" y="109740"/>
                </a:lnTo>
                <a:lnTo>
                  <a:pt x="524256" y="128028"/>
                </a:lnTo>
                <a:lnTo>
                  <a:pt x="545592" y="118884"/>
                </a:lnTo>
                <a:lnTo>
                  <a:pt x="545388" y="109740"/>
                </a:lnTo>
                <a:lnTo>
                  <a:pt x="545350" y="107683"/>
                </a:lnTo>
                <a:lnTo>
                  <a:pt x="545109" y="100596"/>
                </a:lnTo>
                <a:lnTo>
                  <a:pt x="544830" y="92214"/>
                </a:lnTo>
                <a:lnTo>
                  <a:pt x="544296" y="72161"/>
                </a:lnTo>
                <a:lnTo>
                  <a:pt x="544068" y="47256"/>
                </a:lnTo>
                <a:lnTo>
                  <a:pt x="553212" y="41160"/>
                </a:lnTo>
                <a:lnTo>
                  <a:pt x="557784" y="38112"/>
                </a:lnTo>
                <a:close/>
              </a:path>
              <a:path w="2697479" h="364489">
                <a:moveTo>
                  <a:pt x="705612" y="36588"/>
                </a:moveTo>
                <a:lnTo>
                  <a:pt x="699897" y="32016"/>
                </a:lnTo>
                <a:lnTo>
                  <a:pt x="682752" y="18300"/>
                </a:lnTo>
                <a:lnTo>
                  <a:pt x="673608" y="30060"/>
                </a:lnTo>
                <a:lnTo>
                  <a:pt x="673608" y="41160"/>
                </a:lnTo>
                <a:lnTo>
                  <a:pt x="673608" y="100596"/>
                </a:lnTo>
                <a:lnTo>
                  <a:pt x="614172" y="100596"/>
                </a:lnTo>
                <a:lnTo>
                  <a:pt x="614172" y="41160"/>
                </a:lnTo>
                <a:lnTo>
                  <a:pt x="673608" y="41160"/>
                </a:lnTo>
                <a:lnTo>
                  <a:pt x="673608" y="30060"/>
                </a:lnTo>
                <a:lnTo>
                  <a:pt x="672084" y="32016"/>
                </a:lnTo>
                <a:lnTo>
                  <a:pt x="614172" y="32016"/>
                </a:lnTo>
                <a:lnTo>
                  <a:pt x="592836" y="18300"/>
                </a:lnTo>
                <a:lnTo>
                  <a:pt x="593064" y="31127"/>
                </a:lnTo>
                <a:lnTo>
                  <a:pt x="594118" y="57937"/>
                </a:lnTo>
                <a:lnTo>
                  <a:pt x="594334" y="70421"/>
                </a:lnTo>
                <a:lnTo>
                  <a:pt x="594309" y="74688"/>
                </a:lnTo>
                <a:lnTo>
                  <a:pt x="594118" y="86233"/>
                </a:lnTo>
                <a:lnTo>
                  <a:pt x="593064" y="114287"/>
                </a:lnTo>
                <a:lnTo>
                  <a:pt x="592836" y="128028"/>
                </a:lnTo>
                <a:lnTo>
                  <a:pt x="614172" y="120408"/>
                </a:lnTo>
                <a:lnTo>
                  <a:pt x="614172" y="109740"/>
                </a:lnTo>
                <a:lnTo>
                  <a:pt x="673608" y="109740"/>
                </a:lnTo>
                <a:lnTo>
                  <a:pt x="673608" y="124980"/>
                </a:lnTo>
                <a:lnTo>
                  <a:pt x="694944" y="117360"/>
                </a:lnTo>
                <a:lnTo>
                  <a:pt x="694385" y="109740"/>
                </a:lnTo>
                <a:lnTo>
                  <a:pt x="694055" y="105333"/>
                </a:lnTo>
                <a:lnTo>
                  <a:pt x="693915" y="100596"/>
                </a:lnTo>
                <a:lnTo>
                  <a:pt x="693674" y="92214"/>
                </a:lnTo>
                <a:lnTo>
                  <a:pt x="693572" y="86233"/>
                </a:lnTo>
                <a:lnTo>
                  <a:pt x="693470" y="74688"/>
                </a:lnTo>
                <a:lnTo>
                  <a:pt x="693420" y="47256"/>
                </a:lnTo>
                <a:lnTo>
                  <a:pt x="700379" y="41160"/>
                </a:lnTo>
                <a:lnTo>
                  <a:pt x="705612" y="36588"/>
                </a:lnTo>
                <a:close/>
              </a:path>
              <a:path w="2697479" h="364489">
                <a:moveTo>
                  <a:pt x="748284" y="228612"/>
                </a:moveTo>
                <a:lnTo>
                  <a:pt x="724014" y="226606"/>
                </a:lnTo>
                <a:lnTo>
                  <a:pt x="701611" y="222897"/>
                </a:lnTo>
                <a:lnTo>
                  <a:pt x="681202" y="217462"/>
                </a:lnTo>
                <a:lnTo>
                  <a:pt x="673608" y="214503"/>
                </a:lnTo>
                <a:lnTo>
                  <a:pt x="673608" y="248424"/>
                </a:lnTo>
                <a:lnTo>
                  <a:pt x="673608" y="312432"/>
                </a:lnTo>
                <a:lnTo>
                  <a:pt x="605028" y="312432"/>
                </a:lnTo>
                <a:lnTo>
                  <a:pt x="605028" y="248424"/>
                </a:lnTo>
                <a:lnTo>
                  <a:pt x="673608" y="248424"/>
                </a:lnTo>
                <a:lnTo>
                  <a:pt x="673608" y="214503"/>
                </a:lnTo>
                <a:lnTo>
                  <a:pt x="630936" y="192036"/>
                </a:lnTo>
                <a:lnTo>
                  <a:pt x="603504" y="169176"/>
                </a:lnTo>
                <a:lnTo>
                  <a:pt x="740664" y="169176"/>
                </a:lnTo>
                <a:lnTo>
                  <a:pt x="710184" y="138696"/>
                </a:lnTo>
                <a:lnTo>
                  <a:pt x="688848" y="160032"/>
                </a:lnTo>
                <a:lnTo>
                  <a:pt x="658368" y="160032"/>
                </a:lnTo>
                <a:lnTo>
                  <a:pt x="662940" y="153936"/>
                </a:lnTo>
                <a:lnTo>
                  <a:pt x="665988" y="147840"/>
                </a:lnTo>
                <a:lnTo>
                  <a:pt x="665988" y="140220"/>
                </a:lnTo>
                <a:lnTo>
                  <a:pt x="658368" y="132600"/>
                </a:lnTo>
                <a:lnTo>
                  <a:pt x="652653" y="129171"/>
                </a:lnTo>
                <a:lnTo>
                  <a:pt x="644652" y="125742"/>
                </a:lnTo>
                <a:lnTo>
                  <a:pt x="634365" y="122313"/>
                </a:lnTo>
                <a:lnTo>
                  <a:pt x="621792" y="118884"/>
                </a:lnTo>
                <a:lnTo>
                  <a:pt x="618744" y="123456"/>
                </a:lnTo>
                <a:lnTo>
                  <a:pt x="629069" y="131737"/>
                </a:lnTo>
                <a:lnTo>
                  <a:pt x="637413" y="140601"/>
                </a:lnTo>
                <a:lnTo>
                  <a:pt x="644029" y="150025"/>
                </a:lnTo>
                <a:lnTo>
                  <a:pt x="649224" y="160032"/>
                </a:lnTo>
                <a:lnTo>
                  <a:pt x="551688" y="160032"/>
                </a:lnTo>
                <a:lnTo>
                  <a:pt x="558800" y="151714"/>
                </a:lnTo>
                <a:lnTo>
                  <a:pt x="566356" y="144983"/>
                </a:lnTo>
                <a:lnTo>
                  <a:pt x="574179" y="139661"/>
                </a:lnTo>
                <a:lnTo>
                  <a:pt x="582168" y="135648"/>
                </a:lnTo>
                <a:lnTo>
                  <a:pt x="551688" y="115836"/>
                </a:lnTo>
                <a:lnTo>
                  <a:pt x="546582" y="127241"/>
                </a:lnTo>
                <a:lnTo>
                  <a:pt x="540639" y="138506"/>
                </a:lnTo>
                <a:lnTo>
                  <a:pt x="534111" y="149479"/>
                </a:lnTo>
                <a:lnTo>
                  <a:pt x="527304" y="160032"/>
                </a:lnTo>
                <a:lnTo>
                  <a:pt x="399288" y="160032"/>
                </a:lnTo>
                <a:lnTo>
                  <a:pt x="413004" y="173748"/>
                </a:lnTo>
                <a:lnTo>
                  <a:pt x="422148" y="171742"/>
                </a:lnTo>
                <a:lnTo>
                  <a:pt x="431292" y="170319"/>
                </a:lnTo>
                <a:lnTo>
                  <a:pt x="440436" y="169456"/>
                </a:lnTo>
                <a:lnTo>
                  <a:pt x="449580" y="169176"/>
                </a:lnTo>
                <a:lnTo>
                  <a:pt x="522732" y="169176"/>
                </a:lnTo>
                <a:lnTo>
                  <a:pt x="494157" y="198704"/>
                </a:lnTo>
                <a:lnTo>
                  <a:pt x="463296" y="222516"/>
                </a:lnTo>
                <a:lnTo>
                  <a:pt x="428815" y="241185"/>
                </a:lnTo>
                <a:lnTo>
                  <a:pt x="388620" y="257568"/>
                </a:lnTo>
                <a:lnTo>
                  <a:pt x="390144" y="262140"/>
                </a:lnTo>
                <a:lnTo>
                  <a:pt x="404114" y="258660"/>
                </a:lnTo>
                <a:lnTo>
                  <a:pt x="418528" y="254901"/>
                </a:lnTo>
                <a:lnTo>
                  <a:pt x="433209" y="250558"/>
                </a:lnTo>
                <a:lnTo>
                  <a:pt x="448056" y="245376"/>
                </a:lnTo>
                <a:lnTo>
                  <a:pt x="447979" y="312432"/>
                </a:lnTo>
                <a:lnTo>
                  <a:pt x="447852" y="322808"/>
                </a:lnTo>
                <a:lnTo>
                  <a:pt x="447408" y="336067"/>
                </a:lnTo>
                <a:lnTo>
                  <a:pt x="446532" y="349008"/>
                </a:lnTo>
                <a:lnTo>
                  <a:pt x="467868" y="341388"/>
                </a:lnTo>
                <a:lnTo>
                  <a:pt x="467868" y="321576"/>
                </a:lnTo>
                <a:lnTo>
                  <a:pt x="527304" y="321576"/>
                </a:lnTo>
                <a:lnTo>
                  <a:pt x="527304" y="344436"/>
                </a:lnTo>
                <a:lnTo>
                  <a:pt x="548640" y="336816"/>
                </a:lnTo>
                <a:lnTo>
                  <a:pt x="548398" y="324573"/>
                </a:lnTo>
                <a:lnTo>
                  <a:pt x="548309" y="321576"/>
                </a:lnTo>
                <a:lnTo>
                  <a:pt x="548043" y="312432"/>
                </a:lnTo>
                <a:lnTo>
                  <a:pt x="547814" y="303669"/>
                </a:lnTo>
                <a:lnTo>
                  <a:pt x="547344" y="282371"/>
                </a:lnTo>
                <a:lnTo>
                  <a:pt x="547116" y="252996"/>
                </a:lnTo>
                <a:lnTo>
                  <a:pt x="552450" y="248424"/>
                </a:lnTo>
                <a:lnTo>
                  <a:pt x="556006" y="245376"/>
                </a:lnTo>
                <a:lnTo>
                  <a:pt x="557784" y="243852"/>
                </a:lnTo>
                <a:lnTo>
                  <a:pt x="552069" y="239280"/>
                </a:lnTo>
                <a:lnTo>
                  <a:pt x="534924" y="225564"/>
                </a:lnTo>
                <a:lnTo>
                  <a:pt x="527304" y="235369"/>
                </a:lnTo>
                <a:lnTo>
                  <a:pt x="527304" y="248424"/>
                </a:lnTo>
                <a:lnTo>
                  <a:pt x="527304" y="312432"/>
                </a:lnTo>
                <a:lnTo>
                  <a:pt x="467868" y="312432"/>
                </a:lnTo>
                <a:lnTo>
                  <a:pt x="467868" y="248424"/>
                </a:lnTo>
                <a:lnTo>
                  <a:pt x="527304" y="248424"/>
                </a:lnTo>
                <a:lnTo>
                  <a:pt x="527304" y="235369"/>
                </a:lnTo>
                <a:lnTo>
                  <a:pt x="524256" y="239280"/>
                </a:lnTo>
                <a:lnTo>
                  <a:pt x="460248" y="239280"/>
                </a:lnTo>
                <a:lnTo>
                  <a:pt x="483679" y="226390"/>
                </a:lnTo>
                <a:lnTo>
                  <a:pt x="505968" y="210515"/>
                </a:lnTo>
                <a:lnTo>
                  <a:pt x="527113" y="191477"/>
                </a:lnTo>
                <a:lnTo>
                  <a:pt x="547116" y="169176"/>
                </a:lnTo>
                <a:lnTo>
                  <a:pt x="594360" y="169176"/>
                </a:lnTo>
                <a:lnTo>
                  <a:pt x="608647" y="187794"/>
                </a:lnTo>
                <a:lnTo>
                  <a:pt x="626364" y="204990"/>
                </a:lnTo>
                <a:lnTo>
                  <a:pt x="647509" y="221030"/>
                </a:lnTo>
                <a:lnTo>
                  <a:pt x="672084" y="236232"/>
                </a:lnTo>
                <a:lnTo>
                  <a:pt x="669036" y="239280"/>
                </a:lnTo>
                <a:lnTo>
                  <a:pt x="605028" y="239280"/>
                </a:lnTo>
                <a:lnTo>
                  <a:pt x="583692" y="228612"/>
                </a:lnTo>
                <a:lnTo>
                  <a:pt x="583920" y="243484"/>
                </a:lnTo>
                <a:lnTo>
                  <a:pt x="584974" y="273824"/>
                </a:lnTo>
                <a:lnTo>
                  <a:pt x="585101" y="282371"/>
                </a:lnTo>
                <a:lnTo>
                  <a:pt x="584987" y="303669"/>
                </a:lnTo>
                <a:lnTo>
                  <a:pt x="584911" y="306336"/>
                </a:lnTo>
                <a:lnTo>
                  <a:pt x="583920" y="336067"/>
                </a:lnTo>
                <a:lnTo>
                  <a:pt x="583692" y="352056"/>
                </a:lnTo>
                <a:lnTo>
                  <a:pt x="605028" y="344436"/>
                </a:lnTo>
                <a:lnTo>
                  <a:pt x="605028" y="321576"/>
                </a:lnTo>
                <a:lnTo>
                  <a:pt x="673608" y="321576"/>
                </a:lnTo>
                <a:lnTo>
                  <a:pt x="673608" y="345960"/>
                </a:lnTo>
                <a:lnTo>
                  <a:pt x="696468" y="336816"/>
                </a:lnTo>
                <a:lnTo>
                  <a:pt x="695579" y="322808"/>
                </a:lnTo>
                <a:lnTo>
                  <a:pt x="695553" y="321576"/>
                </a:lnTo>
                <a:lnTo>
                  <a:pt x="695337" y="312432"/>
                </a:lnTo>
                <a:lnTo>
                  <a:pt x="695147" y="304685"/>
                </a:lnTo>
                <a:lnTo>
                  <a:pt x="695058" y="294144"/>
                </a:lnTo>
                <a:lnTo>
                  <a:pt x="694944" y="249948"/>
                </a:lnTo>
                <a:lnTo>
                  <a:pt x="696468" y="248424"/>
                </a:lnTo>
                <a:lnTo>
                  <a:pt x="719328" y="256044"/>
                </a:lnTo>
                <a:lnTo>
                  <a:pt x="722503" y="248424"/>
                </a:lnTo>
                <a:lnTo>
                  <a:pt x="748284" y="234708"/>
                </a:lnTo>
                <a:lnTo>
                  <a:pt x="748284" y="228612"/>
                </a:lnTo>
                <a:close/>
              </a:path>
              <a:path w="2697479" h="364489">
                <a:moveTo>
                  <a:pt x="817664" y="153314"/>
                </a:moveTo>
                <a:lnTo>
                  <a:pt x="817613" y="140208"/>
                </a:lnTo>
                <a:lnTo>
                  <a:pt x="816432" y="122542"/>
                </a:lnTo>
                <a:lnTo>
                  <a:pt x="813803" y="100584"/>
                </a:lnTo>
                <a:lnTo>
                  <a:pt x="807707" y="100584"/>
                </a:lnTo>
                <a:lnTo>
                  <a:pt x="804875" y="119735"/>
                </a:lnTo>
                <a:lnTo>
                  <a:pt x="801039" y="136017"/>
                </a:lnTo>
                <a:lnTo>
                  <a:pt x="796353" y="149453"/>
                </a:lnTo>
                <a:lnTo>
                  <a:pt x="790943" y="160020"/>
                </a:lnTo>
                <a:lnTo>
                  <a:pt x="786371" y="167640"/>
                </a:lnTo>
                <a:lnTo>
                  <a:pt x="783323" y="172212"/>
                </a:lnTo>
                <a:lnTo>
                  <a:pt x="783323" y="178308"/>
                </a:lnTo>
                <a:lnTo>
                  <a:pt x="784847" y="179832"/>
                </a:lnTo>
                <a:lnTo>
                  <a:pt x="793991" y="182880"/>
                </a:lnTo>
                <a:lnTo>
                  <a:pt x="798563" y="182880"/>
                </a:lnTo>
                <a:lnTo>
                  <a:pt x="810755" y="176784"/>
                </a:lnTo>
                <a:lnTo>
                  <a:pt x="815327" y="170688"/>
                </a:lnTo>
                <a:lnTo>
                  <a:pt x="816851" y="161544"/>
                </a:lnTo>
                <a:lnTo>
                  <a:pt x="817664" y="153314"/>
                </a:lnTo>
                <a:close/>
              </a:path>
              <a:path w="2697479" h="364489">
                <a:moveTo>
                  <a:pt x="908291" y="114300"/>
                </a:moveTo>
                <a:lnTo>
                  <a:pt x="879551" y="88392"/>
                </a:lnTo>
                <a:lnTo>
                  <a:pt x="859523" y="80772"/>
                </a:lnTo>
                <a:lnTo>
                  <a:pt x="859523" y="33528"/>
                </a:lnTo>
                <a:lnTo>
                  <a:pt x="871715" y="21336"/>
                </a:lnTo>
                <a:lnTo>
                  <a:pt x="836663" y="4572"/>
                </a:lnTo>
                <a:lnTo>
                  <a:pt x="837552" y="22059"/>
                </a:lnTo>
                <a:lnTo>
                  <a:pt x="837996" y="42672"/>
                </a:lnTo>
                <a:lnTo>
                  <a:pt x="838136" y="61709"/>
                </a:lnTo>
                <a:lnTo>
                  <a:pt x="838047" y="307238"/>
                </a:lnTo>
                <a:lnTo>
                  <a:pt x="837996" y="312991"/>
                </a:lnTo>
                <a:lnTo>
                  <a:pt x="837539" y="338188"/>
                </a:lnTo>
                <a:lnTo>
                  <a:pt x="836663" y="364236"/>
                </a:lnTo>
                <a:lnTo>
                  <a:pt x="861047" y="350520"/>
                </a:lnTo>
                <a:lnTo>
                  <a:pt x="859523" y="88392"/>
                </a:lnTo>
                <a:lnTo>
                  <a:pt x="868959" y="98374"/>
                </a:lnTo>
                <a:lnTo>
                  <a:pt x="876668" y="107632"/>
                </a:lnTo>
                <a:lnTo>
                  <a:pt x="882675" y="116039"/>
                </a:lnTo>
                <a:lnTo>
                  <a:pt x="886955" y="123444"/>
                </a:lnTo>
                <a:lnTo>
                  <a:pt x="893051" y="134112"/>
                </a:lnTo>
                <a:lnTo>
                  <a:pt x="896099" y="137160"/>
                </a:lnTo>
                <a:lnTo>
                  <a:pt x="900671" y="134112"/>
                </a:lnTo>
                <a:lnTo>
                  <a:pt x="903719" y="131064"/>
                </a:lnTo>
                <a:lnTo>
                  <a:pt x="906767" y="126492"/>
                </a:lnTo>
                <a:lnTo>
                  <a:pt x="906767" y="120396"/>
                </a:lnTo>
                <a:lnTo>
                  <a:pt x="908291" y="114300"/>
                </a:lnTo>
                <a:close/>
              </a:path>
              <a:path w="2697479" h="364489">
                <a:moveTo>
                  <a:pt x="1075931" y="164592"/>
                </a:moveTo>
                <a:lnTo>
                  <a:pt x="1050023" y="138684"/>
                </a:lnTo>
                <a:lnTo>
                  <a:pt x="1031735" y="155448"/>
                </a:lnTo>
                <a:lnTo>
                  <a:pt x="928103" y="155448"/>
                </a:lnTo>
                <a:lnTo>
                  <a:pt x="941819" y="169164"/>
                </a:lnTo>
                <a:lnTo>
                  <a:pt x="949807" y="167170"/>
                </a:lnTo>
                <a:lnTo>
                  <a:pt x="957630" y="165735"/>
                </a:lnTo>
                <a:lnTo>
                  <a:pt x="965187" y="164884"/>
                </a:lnTo>
                <a:lnTo>
                  <a:pt x="972299" y="164592"/>
                </a:lnTo>
                <a:lnTo>
                  <a:pt x="1075931" y="164592"/>
                </a:lnTo>
                <a:close/>
              </a:path>
              <a:path w="2697479" h="364489">
                <a:moveTo>
                  <a:pt x="1089647" y="220980"/>
                </a:moveTo>
                <a:lnTo>
                  <a:pt x="1084021" y="216408"/>
                </a:lnTo>
                <a:lnTo>
                  <a:pt x="1065263" y="201168"/>
                </a:lnTo>
                <a:lnTo>
                  <a:pt x="1056119" y="212598"/>
                </a:lnTo>
                <a:lnTo>
                  <a:pt x="1056119" y="225552"/>
                </a:lnTo>
                <a:lnTo>
                  <a:pt x="1056119" y="321564"/>
                </a:lnTo>
                <a:lnTo>
                  <a:pt x="943343" y="321564"/>
                </a:lnTo>
                <a:lnTo>
                  <a:pt x="943343" y="225552"/>
                </a:lnTo>
                <a:lnTo>
                  <a:pt x="1056119" y="225552"/>
                </a:lnTo>
                <a:lnTo>
                  <a:pt x="1056119" y="212598"/>
                </a:lnTo>
                <a:lnTo>
                  <a:pt x="1053071" y="216408"/>
                </a:lnTo>
                <a:lnTo>
                  <a:pt x="943343" y="216408"/>
                </a:lnTo>
                <a:lnTo>
                  <a:pt x="920483" y="202692"/>
                </a:lnTo>
                <a:lnTo>
                  <a:pt x="921372" y="222123"/>
                </a:lnTo>
                <a:lnTo>
                  <a:pt x="921816" y="241554"/>
                </a:lnTo>
                <a:lnTo>
                  <a:pt x="921994" y="260985"/>
                </a:lnTo>
                <a:lnTo>
                  <a:pt x="921880" y="312991"/>
                </a:lnTo>
                <a:lnTo>
                  <a:pt x="921766" y="321564"/>
                </a:lnTo>
                <a:lnTo>
                  <a:pt x="921372" y="338709"/>
                </a:lnTo>
                <a:lnTo>
                  <a:pt x="920483" y="358140"/>
                </a:lnTo>
                <a:lnTo>
                  <a:pt x="943343" y="348996"/>
                </a:lnTo>
                <a:lnTo>
                  <a:pt x="943343" y="330708"/>
                </a:lnTo>
                <a:lnTo>
                  <a:pt x="1056119" y="330708"/>
                </a:lnTo>
                <a:lnTo>
                  <a:pt x="1056119" y="356616"/>
                </a:lnTo>
                <a:lnTo>
                  <a:pt x="1078979" y="345948"/>
                </a:lnTo>
                <a:lnTo>
                  <a:pt x="1078103" y="332003"/>
                </a:lnTo>
                <a:lnTo>
                  <a:pt x="1078064" y="330708"/>
                </a:lnTo>
                <a:lnTo>
                  <a:pt x="1077772" y="321564"/>
                </a:lnTo>
                <a:lnTo>
                  <a:pt x="1077645" y="317754"/>
                </a:lnTo>
                <a:lnTo>
                  <a:pt x="1077531" y="307238"/>
                </a:lnTo>
                <a:lnTo>
                  <a:pt x="1077455" y="230124"/>
                </a:lnTo>
                <a:lnTo>
                  <a:pt x="1083551" y="225552"/>
                </a:lnTo>
                <a:lnTo>
                  <a:pt x="1089647" y="220980"/>
                </a:lnTo>
                <a:close/>
              </a:path>
              <a:path w="2697479" h="364489">
                <a:moveTo>
                  <a:pt x="1139939" y="153924"/>
                </a:moveTo>
                <a:lnTo>
                  <a:pt x="1095578" y="134213"/>
                </a:lnTo>
                <a:lnTo>
                  <a:pt x="1060958" y="106807"/>
                </a:lnTo>
                <a:lnTo>
                  <a:pt x="1026045" y="61709"/>
                </a:lnTo>
                <a:lnTo>
                  <a:pt x="1012405" y="38100"/>
                </a:lnTo>
                <a:lnTo>
                  <a:pt x="1008875" y="32004"/>
                </a:lnTo>
                <a:lnTo>
                  <a:pt x="1022591" y="19812"/>
                </a:lnTo>
                <a:lnTo>
                  <a:pt x="989063" y="0"/>
                </a:lnTo>
                <a:lnTo>
                  <a:pt x="983335" y="19177"/>
                </a:lnTo>
                <a:lnTo>
                  <a:pt x="975156" y="40195"/>
                </a:lnTo>
                <a:lnTo>
                  <a:pt x="950963" y="88392"/>
                </a:lnTo>
                <a:lnTo>
                  <a:pt x="917816" y="139827"/>
                </a:lnTo>
                <a:lnTo>
                  <a:pt x="873239" y="188976"/>
                </a:lnTo>
                <a:lnTo>
                  <a:pt x="877811" y="192024"/>
                </a:lnTo>
                <a:lnTo>
                  <a:pt x="911517" y="165188"/>
                </a:lnTo>
                <a:lnTo>
                  <a:pt x="943914" y="130492"/>
                </a:lnTo>
                <a:lnTo>
                  <a:pt x="974902" y="88087"/>
                </a:lnTo>
                <a:lnTo>
                  <a:pt x="1004303" y="38100"/>
                </a:lnTo>
                <a:lnTo>
                  <a:pt x="1021168" y="79514"/>
                </a:lnTo>
                <a:lnTo>
                  <a:pt x="1044308" y="116776"/>
                </a:lnTo>
                <a:lnTo>
                  <a:pt x="1073746" y="149758"/>
                </a:lnTo>
                <a:lnTo>
                  <a:pt x="1109459" y="178308"/>
                </a:lnTo>
                <a:lnTo>
                  <a:pt x="1114018" y="171170"/>
                </a:lnTo>
                <a:lnTo>
                  <a:pt x="1120698" y="165735"/>
                </a:lnTo>
                <a:lnTo>
                  <a:pt x="1129398" y="162026"/>
                </a:lnTo>
                <a:lnTo>
                  <a:pt x="1139939" y="160020"/>
                </a:lnTo>
                <a:lnTo>
                  <a:pt x="1139939" y="153924"/>
                </a:lnTo>
                <a:close/>
              </a:path>
              <a:path w="2697479" h="364489">
                <a:moveTo>
                  <a:pt x="1334960" y="300520"/>
                </a:moveTo>
                <a:lnTo>
                  <a:pt x="1298676" y="268732"/>
                </a:lnTo>
                <a:lnTo>
                  <a:pt x="1283195" y="262140"/>
                </a:lnTo>
                <a:lnTo>
                  <a:pt x="1285963" y="254520"/>
                </a:lnTo>
                <a:lnTo>
                  <a:pt x="1294053" y="232156"/>
                </a:lnTo>
                <a:lnTo>
                  <a:pt x="1303769" y="197180"/>
                </a:lnTo>
                <a:lnTo>
                  <a:pt x="1312341" y="157340"/>
                </a:lnTo>
                <a:lnTo>
                  <a:pt x="1319771" y="112788"/>
                </a:lnTo>
                <a:lnTo>
                  <a:pt x="1327899" y="106692"/>
                </a:lnTo>
                <a:lnTo>
                  <a:pt x="1331963" y="103644"/>
                </a:lnTo>
                <a:lnTo>
                  <a:pt x="1309103" y="83832"/>
                </a:lnTo>
                <a:lnTo>
                  <a:pt x="1299959" y="95592"/>
                </a:lnTo>
                <a:lnTo>
                  <a:pt x="1299959" y="106692"/>
                </a:lnTo>
                <a:lnTo>
                  <a:pt x="1292555" y="151003"/>
                </a:lnTo>
                <a:lnTo>
                  <a:pt x="1284147" y="190322"/>
                </a:lnTo>
                <a:lnTo>
                  <a:pt x="1274889" y="224777"/>
                </a:lnTo>
                <a:lnTo>
                  <a:pt x="1264907" y="254520"/>
                </a:lnTo>
                <a:lnTo>
                  <a:pt x="1250670" y="250228"/>
                </a:lnTo>
                <a:lnTo>
                  <a:pt x="1217663" y="240804"/>
                </a:lnTo>
                <a:lnTo>
                  <a:pt x="1225931" y="210197"/>
                </a:lnTo>
                <a:lnTo>
                  <a:pt x="1234617" y="177749"/>
                </a:lnTo>
                <a:lnTo>
                  <a:pt x="1243533" y="143548"/>
                </a:lnTo>
                <a:lnTo>
                  <a:pt x="1252715" y="106692"/>
                </a:lnTo>
                <a:lnTo>
                  <a:pt x="1299959" y="106692"/>
                </a:lnTo>
                <a:lnTo>
                  <a:pt x="1299959" y="95592"/>
                </a:lnTo>
                <a:lnTo>
                  <a:pt x="1298435" y="97548"/>
                </a:lnTo>
                <a:lnTo>
                  <a:pt x="1254239" y="97548"/>
                </a:lnTo>
                <a:lnTo>
                  <a:pt x="1264526" y="46964"/>
                </a:lnTo>
                <a:lnTo>
                  <a:pt x="1280147" y="24396"/>
                </a:lnTo>
                <a:lnTo>
                  <a:pt x="1246619" y="7632"/>
                </a:lnTo>
                <a:lnTo>
                  <a:pt x="1244904" y="25107"/>
                </a:lnTo>
                <a:lnTo>
                  <a:pt x="1242047" y="45732"/>
                </a:lnTo>
                <a:lnTo>
                  <a:pt x="1238046" y="69773"/>
                </a:lnTo>
                <a:lnTo>
                  <a:pt x="1232903" y="97548"/>
                </a:lnTo>
                <a:lnTo>
                  <a:pt x="1173467" y="97548"/>
                </a:lnTo>
                <a:lnTo>
                  <a:pt x="1185659" y="109740"/>
                </a:lnTo>
                <a:lnTo>
                  <a:pt x="1200899" y="106692"/>
                </a:lnTo>
                <a:lnTo>
                  <a:pt x="1231379" y="106692"/>
                </a:lnTo>
                <a:lnTo>
                  <a:pt x="1224051" y="143281"/>
                </a:lnTo>
                <a:lnTo>
                  <a:pt x="1215758" y="178701"/>
                </a:lnTo>
                <a:lnTo>
                  <a:pt x="1206957" y="212128"/>
                </a:lnTo>
                <a:lnTo>
                  <a:pt x="1197851" y="243852"/>
                </a:lnTo>
                <a:lnTo>
                  <a:pt x="1209306" y="247865"/>
                </a:lnTo>
                <a:lnTo>
                  <a:pt x="1223187" y="253187"/>
                </a:lnTo>
                <a:lnTo>
                  <a:pt x="1239647" y="259918"/>
                </a:lnTo>
                <a:lnTo>
                  <a:pt x="1258811" y="268236"/>
                </a:lnTo>
                <a:lnTo>
                  <a:pt x="1243749" y="290753"/>
                </a:lnTo>
                <a:lnTo>
                  <a:pt x="1223949" y="312432"/>
                </a:lnTo>
                <a:lnTo>
                  <a:pt x="1199883" y="332955"/>
                </a:lnTo>
                <a:lnTo>
                  <a:pt x="1171943" y="352056"/>
                </a:lnTo>
                <a:lnTo>
                  <a:pt x="1176515" y="356628"/>
                </a:lnTo>
                <a:lnTo>
                  <a:pt x="1208506" y="339521"/>
                </a:lnTo>
                <a:lnTo>
                  <a:pt x="1235760" y="320433"/>
                </a:lnTo>
                <a:lnTo>
                  <a:pt x="1258176" y="299618"/>
                </a:lnTo>
                <a:lnTo>
                  <a:pt x="1275575" y="277380"/>
                </a:lnTo>
                <a:lnTo>
                  <a:pt x="1285582" y="284518"/>
                </a:lnTo>
                <a:lnTo>
                  <a:pt x="1295006" y="292239"/>
                </a:lnTo>
                <a:lnTo>
                  <a:pt x="1303870" y="300520"/>
                </a:lnTo>
                <a:lnTo>
                  <a:pt x="1312151" y="309384"/>
                </a:lnTo>
                <a:lnTo>
                  <a:pt x="1316723" y="315480"/>
                </a:lnTo>
                <a:lnTo>
                  <a:pt x="1321295" y="318528"/>
                </a:lnTo>
                <a:lnTo>
                  <a:pt x="1328915" y="318528"/>
                </a:lnTo>
                <a:lnTo>
                  <a:pt x="1331963" y="315480"/>
                </a:lnTo>
                <a:lnTo>
                  <a:pt x="1334960" y="300520"/>
                </a:lnTo>
                <a:close/>
              </a:path>
              <a:path w="2697479" h="364489">
                <a:moveTo>
                  <a:pt x="1533131" y="190512"/>
                </a:moveTo>
                <a:lnTo>
                  <a:pt x="1502651" y="161556"/>
                </a:lnTo>
                <a:lnTo>
                  <a:pt x="1482839" y="181368"/>
                </a:lnTo>
                <a:lnTo>
                  <a:pt x="1432547" y="181368"/>
                </a:lnTo>
                <a:lnTo>
                  <a:pt x="1432547" y="134124"/>
                </a:lnTo>
                <a:lnTo>
                  <a:pt x="1444739" y="123456"/>
                </a:lnTo>
                <a:lnTo>
                  <a:pt x="1434071" y="117360"/>
                </a:lnTo>
                <a:lnTo>
                  <a:pt x="1436573" y="114312"/>
                </a:lnTo>
                <a:lnTo>
                  <a:pt x="1443215" y="106210"/>
                </a:lnTo>
                <a:lnTo>
                  <a:pt x="1452359" y="95643"/>
                </a:lnTo>
                <a:lnTo>
                  <a:pt x="1479791" y="68821"/>
                </a:lnTo>
                <a:lnTo>
                  <a:pt x="1507223" y="56400"/>
                </a:lnTo>
                <a:lnTo>
                  <a:pt x="1504010" y="53352"/>
                </a:lnTo>
                <a:lnTo>
                  <a:pt x="1478267" y="28968"/>
                </a:lnTo>
                <a:lnTo>
                  <a:pt x="1464551" y="44208"/>
                </a:lnTo>
                <a:lnTo>
                  <a:pt x="1335011" y="44208"/>
                </a:lnTo>
                <a:lnTo>
                  <a:pt x="1348727" y="57924"/>
                </a:lnTo>
                <a:lnTo>
                  <a:pt x="1368539" y="53352"/>
                </a:lnTo>
                <a:lnTo>
                  <a:pt x="1464551" y="53352"/>
                </a:lnTo>
                <a:lnTo>
                  <a:pt x="1427975" y="114312"/>
                </a:lnTo>
                <a:lnTo>
                  <a:pt x="1409687" y="103644"/>
                </a:lnTo>
                <a:lnTo>
                  <a:pt x="1410576" y="121361"/>
                </a:lnTo>
                <a:lnTo>
                  <a:pt x="1411020" y="140220"/>
                </a:lnTo>
                <a:lnTo>
                  <a:pt x="1411122" y="151003"/>
                </a:lnTo>
                <a:lnTo>
                  <a:pt x="1411211" y="181368"/>
                </a:lnTo>
                <a:lnTo>
                  <a:pt x="1315199" y="181368"/>
                </a:lnTo>
                <a:lnTo>
                  <a:pt x="1327391" y="193560"/>
                </a:lnTo>
                <a:lnTo>
                  <a:pt x="1341107" y="190512"/>
                </a:lnTo>
                <a:lnTo>
                  <a:pt x="1411211" y="190512"/>
                </a:lnTo>
                <a:lnTo>
                  <a:pt x="1411211" y="320052"/>
                </a:lnTo>
                <a:lnTo>
                  <a:pt x="1406639" y="326148"/>
                </a:lnTo>
                <a:lnTo>
                  <a:pt x="1400543" y="327672"/>
                </a:lnTo>
                <a:lnTo>
                  <a:pt x="1393952" y="328218"/>
                </a:lnTo>
                <a:lnTo>
                  <a:pt x="1383207" y="327482"/>
                </a:lnTo>
                <a:lnTo>
                  <a:pt x="1368183" y="325310"/>
                </a:lnTo>
                <a:lnTo>
                  <a:pt x="1348727" y="321576"/>
                </a:lnTo>
                <a:lnTo>
                  <a:pt x="1348727" y="329196"/>
                </a:lnTo>
                <a:lnTo>
                  <a:pt x="1370736" y="337210"/>
                </a:lnTo>
                <a:lnTo>
                  <a:pt x="1386446" y="345389"/>
                </a:lnTo>
                <a:lnTo>
                  <a:pt x="1395882" y="353834"/>
                </a:lnTo>
                <a:lnTo>
                  <a:pt x="1399019" y="362724"/>
                </a:lnTo>
                <a:lnTo>
                  <a:pt x="1414767" y="354723"/>
                </a:lnTo>
                <a:lnTo>
                  <a:pt x="1425498" y="344436"/>
                </a:lnTo>
                <a:lnTo>
                  <a:pt x="1431391" y="331863"/>
                </a:lnTo>
                <a:lnTo>
                  <a:pt x="1431671" y="328218"/>
                </a:lnTo>
                <a:lnTo>
                  <a:pt x="1432433" y="318528"/>
                </a:lnTo>
                <a:lnTo>
                  <a:pt x="1432547" y="190512"/>
                </a:lnTo>
                <a:lnTo>
                  <a:pt x="1533131" y="190512"/>
                </a:lnTo>
                <a:close/>
              </a:path>
              <a:path w="2697479" h="364489">
                <a:moveTo>
                  <a:pt x="1719059" y="38112"/>
                </a:moveTo>
                <a:lnTo>
                  <a:pt x="1688579" y="15252"/>
                </a:lnTo>
                <a:lnTo>
                  <a:pt x="1675942" y="44081"/>
                </a:lnTo>
                <a:lnTo>
                  <a:pt x="1662861" y="71069"/>
                </a:lnTo>
                <a:lnTo>
                  <a:pt x="1633715" y="118884"/>
                </a:lnTo>
                <a:lnTo>
                  <a:pt x="1601520" y="159842"/>
                </a:lnTo>
                <a:lnTo>
                  <a:pt x="1563611" y="195084"/>
                </a:lnTo>
                <a:lnTo>
                  <a:pt x="1566659" y="199656"/>
                </a:lnTo>
                <a:lnTo>
                  <a:pt x="1611617" y="168414"/>
                </a:lnTo>
                <a:lnTo>
                  <a:pt x="1647431" y="132600"/>
                </a:lnTo>
                <a:lnTo>
                  <a:pt x="1677530" y="91452"/>
                </a:lnTo>
                <a:lnTo>
                  <a:pt x="1705343" y="45732"/>
                </a:lnTo>
                <a:lnTo>
                  <a:pt x="1719059" y="38112"/>
                </a:lnTo>
                <a:close/>
              </a:path>
              <a:path w="2697479" h="364489">
                <a:moveTo>
                  <a:pt x="1839455" y="169176"/>
                </a:moveTo>
                <a:lnTo>
                  <a:pt x="1818119" y="147840"/>
                </a:lnTo>
                <a:lnTo>
                  <a:pt x="1802879" y="163080"/>
                </a:lnTo>
                <a:lnTo>
                  <a:pt x="1627619" y="163080"/>
                </a:lnTo>
                <a:lnTo>
                  <a:pt x="1639811" y="175272"/>
                </a:lnTo>
                <a:lnTo>
                  <a:pt x="1653527" y="172224"/>
                </a:lnTo>
                <a:lnTo>
                  <a:pt x="1702295" y="172224"/>
                </a:lnTo>
                <a:lnTo>
                  <a:pt x="1692389" y="223659"/>
                </a:lnTo>
                <a:lnTo>
                  <a:pt x="1673339" y="272808"/>
                </a:lnTo>
                <a:lnTo>
                  <a:pt x="1638287" y="317385"/>
                </a:lnTo>
                <a:lnTo>
                  <a:pt x="1580375" y="355104"/>
                </a:lnTo>
                <a:lnTo>
                  <a:pt x="1583423" y="361200"/>
                </a:lnTo>
                <a:lnTo>
                  <a:pt x="1619173" y="344119"/>
                </a:lnTo>
                <a:lnTo>
                  <a:pt x="1672374" y="304825"/>
                </a:lnTo>
                <a:lnTo>
                  <a:pt x="1702676" y="259448"/>
                </a:lnTo>
                <a:lnTo>
                  <a:pt x="1720964" y="203962"/>
                </a:lnTo>
                <a:lnTo>
                  <a:pt x="1726679" y="172224"/>
                </a:lnTo>
                <a:lnTo>
                  <a:pt x="1805927" y="172224"/>
                </a:lnTo>
                <a:lnTo>
                  <a:pt x="1802523" y="225107"/>
                </a:lnTo>
                <a:lnTo>
                  <a:pt x="1799259" y="264998"/>
                </a:lnTo>
                <a:lnTo>
                  <a:pt x="1793735" y="306336"/>
                </a:lnTo>
                <a:lnTo>
                  <a:pt x="1775447" y="324624"/>
                </a:lnTo>
                <a:lnTo>
                  <a:pt x="1768043" y="324307"/>
                </a:lnTo>
                <a:lnTo>
                  <a:pt x="1757349" y="323291"/>
                </a:lnTo>
                <a:lnTo>
                  <a:pt x="1743519" y="321398"/>
                </a:lnTo>
                <a:lnTo>
                  <a:pt x="1726679" y="318528"/>
                </a:lnTo>
                <a:lnTo>
                  <a:pt x="1726679" y="324624"/>
                </a:lnTo>
                <a:lnTo>
                  <a:pt x="1743214" y="331165"/>
                </a:lnTo>
                <a:lnTo>
                  <a:pt x="1756016" y="339293"/>
                </a:lnTo>
                <a:lnTo>
                  <a:pt x="1764830" y="348830"/>
                </a:lnTo>
                <a:lnTo>
                  <a:pt x="1769351" y="359676"/>
                </a:lnTo>
                <a:lnTo>
                  <a:pt x="1783092" y="353974"/>
                </a:lnTo>
                <a:lnTo>
                  <a:pt x="1812023" y="324624"/>
                </a:lnTo>
                <a:lnTo>
                  <a:pt x="1821929" y="275475"/>
                </a:lnTo>
                <a:lnTo>
                  <a:pt x="1825307" y="232994"/>
                </a:lnTo>
                <a:lnTo>
                  <a:pt x="1827263" y="178320"/>
                </a:lnTo>
                <a:lnTo>
                  <a:pt x="1835391" y="172224"/>
                </a:lnTo>
                <a:lnTo>
                  <a:pt x="1839455" y="169176"/>
                </a:lnTo>
                <a:close/>
              </a:path>
              <a:path w="2697479" h="364489">
                <a:moveTo>
                  <a:pt x="1918703" y="163080"/>
                </a:moveTo>
                <a:lnTo>
                  <a:pt x="1877174" y="149364"/>
                </a:lnTo>
                <a:lnTo>
                  <a:pt x="1837931" y="121932"/>
                </a:lnTo>
                <a:lnTo>
                  <a:pt x="1804784" y="80975"/>
                </a:lnTo>
                <a:lnTo>
                  <a:pt x="1783067" y="27444"/>
                </a:lnTo>
                <a:lnTo>
                  <a:pt x="1795259" y="19824"/>
                </a:lnTo>
                <a:lnTo>
                  <a:pt x="1766303" y="7632"/>
                </a:lnTo>
                <a:lnTo>
                  <a:pt x="1780971" y="64401"/>
                </a:lnTo>
                <a:lnTo>
                  <a:pt x="1805927" y="114312"/>
                </a:lnTo>
                <a:lnTo>
                  <a:pt x="1841169" y="155460"/>
                </a:lnTo>
                <a:lnTo>
                  <a:pt x="1886699" y="187464"/>
                </a:lnTo>
                <a:lnTo>
                  <a:pt x="1892134" y="180073"/>
                </a:lnTo>
                <a:lnTo>
                  <a:pt x="1899272" y="174129"/>
                </a:lnTo>
                <a:lnTo>
                  <a:pt x="1908136" y="169887"/>
                </a:lnTo>
                <a:lnTo>
                  <a:pt x="1918703" y="167652"/>
                </a:lnTo>
                <a:lnTo>
                  <a:pt x="1918703" y="163080"/>
                </a:lnTo>
                <a:close/>
              </a:path>
              <a:path w="2697479" h="364489">
                <a:moveTo>
                  <a:pt x="2147303" y="47244"/>
                </a:moveTo>
                <a:lnTo>
                  <a:pt x="2122919" y="19812"/>
                </a:lnTo>
                <a:lnTo>
                  <a:pt x="2104631" y="38100"/>
                </a:lnTo>
                <a:lnTo>
                  <a:pt x="2060435" y="38100"/>
                </a:lnTo>
                <a:lnTo>
                  <a:pt x="2060435" y="47244"/>
                </a:lnTo>
                <a:lnTo>
                  <a:pt x="2060435" y="96012"/>
                </a:lnTo>
                <a:lnTo>
                  <a:pt x="2039099" y="96012"/>
                </a:lnTo>
                <a:lnTo>
                  <a:pt x="2039099" y="47244"/>
                </a:lnTo>
                <a:lnTo>
                  <a:pt x="2060435" y="47244"/>
                </a:lnTo>
                <a:lnTo>
                  <a:pt x="2060435" y="38100"/>
                </a:lnTo>
                <a:lnTo>
                  <a:pt x="1950707" y="38100"/>
                </a:lnTo>
                <a:lnTo>
                  <a:pt x="1964436" y="51816"/>
                </a:lnTo>
                <a:lnTo>
                  <a:pt x="1973567" y="49822"/>
                </a:lnTo>
                <a:lnTo>
                  <a:pt x="1982711" y="48387"/>
                </a:lnTo>
                <a:lnTo>
                  <a:pt x="1991855" y="47536"/>
                </a:lnTo>
                <a:lnTo>
                  <a:pt x="2000999" y="47244"/>
                </a:lnTo>
                <a:lnTo>
                  <a:pt x="2020811" y="47244"/>
                </a:lnTo>
                <a:lnTo>
                  <a:pt x="2020811" y="96012"/>
                </a:lnTo>
                <a:lnTo>
                  <a:pt x="2020811" y="105156"/>
                </a:lnTo>
                <a:lnTo>
                  <a:pt x="2019338" y="139141"/>
                </a:lnTo>
                <a:lnTo>
                  <a:pt x="2014715" y="167830"/>
                </a:lnTo>
                <a:lnTo>
                  <a:pt x="2006676" y="191096"/>
                </a:lnTo>
                <a:lnTo>
                  <a:pt x="1994903" y="208788"/>
                </a:lnTo>
                <a:lnTo>
                  <a:pt x="1994903" y="105156"/>
                </a:lnTo>
                <a:lnTo>
                  <a:pt x="2020811" y="105156"/>
                </a:lnTo>
                <a:lnTo>
                  <a:pt x="2020811" y="96012"/>
                </a:lnTo>
                <a:lnTo>
                  <a:pt x="1994903" y="96012"/>
                </a:lnTo>
                <a:lnTo>
                  <a:pt x="1973567" y="83820"/>
                </a:lnTo>
                <a:lnTo>
                  <a:pt x="1974456" y="111252"/>
                </a:lnTo>
                <a:lnTo>
                  <a:pt x="1974900" y="143256"/>
                </a:lnTo>
                <a:lnTo>
                  <a:pt x="1975015" y="167830"/>
                </a:lnTo>
                <a:lnTo>
                  <a:pt x="1974900" y="298323"/>
                </a:lnTo>
                <a:lnTo>
                  <a:pt x="1974456" y="329425"/>
                </a:lnTo>
                <a:lnTo>
                  <a:pt x="1973567" y="355092"/>
                </a:lnTo>
                <a:lnTo>
                  <a:pt x="1994903" y="347472"/>
                </a:lnTo>
                <a:lnTo>
                  <a:pt x="1994903" y="315468"/>
                </a:lnTo>
                <a:lnTo>
                  <a:pt x="2104631" y="315468"/>
                </a:lnTo>
                <a:lnTo>
                  <a:pt x="2104631" y="353568"/>
                </a:lnTo>
                <a:lnTo>
                  <a:pt x="2125967" y="342900"/>
                </a:lnTo>
                <a:lnTo>
                  <a:pt x="2125776" y="315468"/>
                </a:lnTo>
                <a:lnTo>
                  <a:pt x="2125688" y="306324"/>
                </a:lnTo>
                <a:lnTo>
                  <a:pt x="2125103" y="248412"/>
                </a:lnTo>
                <a:lnTo>
                  <a:pt x="2125014" y="239268"/>
                </a:lnTo>
                <a:lnTo>
                  <a:pt x="2124672" y="188976"/>
                </a:lnTo>
                <a:lnTo>
                  <a:pt x="2124646" y="184404"/>
                </a:lnTo>
                <a:lnTo>
                  <a:pt x="2124443" y="109728"/>
                </a:lnTo>
                <a:lnTo>
                  <a:pt x="2129777" y="105156"/>
                </a:lnTo>
                <a:lnTo>
                  <a:pt x="2135111" y="100584"/>
                </a:lnTo>
                <a:lnTo>
                  <a:pt x="2129777" y="96012"/>
                </a:lnTo>
                <a:lnTo>
                  <a:pt x="2113775" y="82296"/>
                </a:lnTo>
                <a:lnTo>
                  <a:pt x="2104631" y="94068"/>
                </a:lnTo>
                <a:lnTo>
                  <a:pt x="2104631" y="306324"/>
                </a:lnTo>
                <a:lnTo>
                  <a:pt x="1994903" y="306324"/>
                </a:lnTo>
                <a:lnTo>
                  <a:pt x="1994903" y="248412"/>
                </a:lnTo>
                <a:lnTo>
                  <a:pt x="2104631" y="248412"/>
                </a:lnTo>
                <a:lnTo>
                  <a:pt x="2104631" y="239268"/>
                </a:lnTo>
                <a:lnTo>
                  <a:pt x="1994903" y="239268"/>
                </a:lnTo>
                <a:lnTo>
                  <a:pt x="1994903" y="217932"/>
                </a:lnTo>
                <a:lnTo>
                  <a:pt x="2004364" y="208788"/>
                </a:lnTo>
                <a:lnTo>
                  <a:pt x="2014677" y="198818"/>
                </a:lnTo>
                <a:lnTo>
                  <a:pt x="2028431" y="173545"/>
                </a:lnTo>
                <a:lnTo>
                  <a:pt x="2036483" y="142290"/>
                </a:lnTo>
                <a:lnTo>
                  <a:pt x="2039099" y="105156"/>
                </a:lnTo>
                <a:lnTo>
                  <a:pt x="2060435" y="105156"/>
                </a:lnTo>
                <a:lnTo>
                  <a:pt x="2060435" y="182880"/>
                </a:lnTo>
                <a:lnTo>
                  <a:pt x="2061870" y="192887"/>
                </a:lnTo>
                <a:lnTo>
                  <a:pt x="2066150" y="200025"/>
                </a:lnTo>
                <a:lnTo>
                  <a:pt x="2073300" y="204317"/>
                </a:lnTo>
                <a:lnTo>
                  <a:pt x="2083308" y="205740"/>
                </a:lnTo>
                <a:lnTo>
                  <a:pt x="2104631" y="205740"/>
                </a:lnTo>
                <a:lnTo>
                  <a:pt x="2104631" y="188976"/>
                </a:lnTo>
                <a:lnTo>
                  <a:pt x="2083308" y="188976"/>
                </a:lnTo>
                <a:lnTo>
                  <a:pt x="2078723" y="184404"/>
                </a:lnTo>
                <a:lnTo>
                  <a:pt x="2078723" y="105156"/>
                </a:lnTo>
                <a:lnTo>
                  <a:pt x="2104631" y="105156"/>
                </a:lnTo>
                <a:lnTo>
                  <a:pt x="2104631" y="94068"/>
                </a:lnTo>
                <a:lnTo>
                  <a:pt x="2103120" y="96012"/>
                </a:lnTo>
                <a:lnTo>
                  <a:pt x="2078723" y="96012"/>
                </a:lnTo>
                <a:lnTo>
                  <a:pt x="2078723" y="47244"/>
                </a:lnTo>
                <a:lnTo>
                  <a:pt x="2147303" y="47244"/>
                </a:lnTo>
                <a:close/>
              </a:path>
              <a:path w="2697479" h="364489">
                <a:moveTo>
                  <a:pt x="2310384" y="318516"/>
                </a:moveTo>
                <a:lnTo>
                  <a:pt x="2290953" y="278320"/>
                </a:lnTo>
                <a:lnTo>
                  <a:pt x="2290572" y="249936"/>
                </a:lnTo>
                <a:lnTo>
                  <a:pt x="2282952" y="249936"/>
                </a:lnTo>
                <a:lnTo>
                  <a:pt x="2279548" y="298704"/>
                </a:lnTo>
                <a:lnTo>
                  <a:pt x="2270747" y="323088"/>
                </a:lnTo>
                <a:lnTo>
                  <a:pt x="2202167" y="323088"/>
                </a:lnTo>
                <a:lnTo>
                  <a:pt x="2191296" y="322262"/>
                </a:lnTo>
                <a:lnTo>
                  <a:pt x="2183688" y="317563"/>
                </a:lnTo>
                <a:lnTo>
                  <a:pt x="2179243" y="309168"/>
                </a:lnTo>
                <a:lnTo>
                  <a:pt x="2177783" y="297180"/>
                </a:lnTo>
                <a:lnTo>
                  <a:pt x="2177783" y="156972"/>
                </a:lnTo>
                <a:lnTo>
                  <a:pt x="2260079" y="156972"/>
                </a:lnTo>
                <a:lnTo>
                  <a:pt x="2260079" y="178308"/>
                </a:lnTo>
                <a:lnTo>
                  <a:pt x="2281428" y="169164"/>
                </a:lnTo>
                <a:lnTo>
                  <a:pt x="2280094" y="120205"/>
                </a:lnTo>
                <a:lnTo>
                  <a:pt x="2279904" y="51816"/>
                </a:lnTo>
                <a:lnTo>
                  <a:pt x="2285238" y="47244"/>
                </a:lnTo>
                <a:lnTo>
                  <a:pt x="2290572" y="42672"/>
                </a:lnTo>
                <a:lnTo>
                  <a:pt x="2267699" y="24384"/>
                </a:lnTo>
                <a:lnTo>
                  <a:pt x="2257031" y="38100"/>
                </a:lnTo>
                <a:lnTo>
                  <a:pt x="2148827" y="38100"/>
                </a:lnTo>
                <a:lnTo>
                  <a:pt x="2164067" y="51816"/>
                </a:lnTo>
                <a:lnTo>
                  <a:pt x="2172360" y="49822"/>
                </a:lnTo>
                <a:lnTo>
                  <a:pt x="2181212" y="48387"/>
                </a:lnTo>
                <a:lnTo>
                  <a:pt x="2190648" y="47536"/>
                </a:lnTo>
                <a:lnTo>
                  <a:pt x="2200643" y="47244"/>
                </a:lnTo>
                <a:lnTo>
                  <a:pt x="2260079" y="47244"/>
                </a:lnTo>
                <a:lnTo>
                  <a:pt x="2260079" y="147828"/>
                </a:lnTo>
                <a:lnTo>
                  <a:pt x="2177783" y="147828"/>
                </a:lnTo>
                <a:lnTo>
                  <a:pt x="2156447" y="134112"/>
                </a:lnTo>
                <a:lnTo>
                  <a:pt x="2156688" y="157543"/>
                </a:lnTo>
                <a:lnTo>
                  <a:pt x="2157209" y="193548"/>
                </a:lnTo>
                <a:lnTo>
                  <a:pt x="2157742" y="242125"/>
                </a:lnTo>
                <a:lnTo>
                  <a:pt x="2157971" y="303276"/>
                </a:lnTo>
                <a:lnTo>
                  <a:pt x="2159431" y="320992"/>
                </a:lnTo>
                <a:lnTo>
                  <a:pt x="2166162" y="332994"/>
                </a:lnTo>
                <a:lnTo>
                  <a:pt x="2178342" y="339280"/>
                </a:lnTo>
                <a:lnTo>
                  <a:pt x="2196071" y="339852"/>
                </a:lnTo>
                <a:lnTo>
                  <a:pt x="2275319" y="339852"/>
                </a:lnTo>
                <a:lnTo>
                  <a:pt x="2286165" y="339305"/>
                </a:lnTo>
                <a:lnTo>
                  <a:pt x="2295715" y="335470"/>
                </a:lnTo>
                <a:lnTo>
                  <a:pt x="2303830" y="328498"/>
                </a:lnTo>
                <a:lnTo>
                  <a:pt x="2307374" y="323088"/>
                </a:lnTo>
                <a:lnTo>
                  <a:pt x="2310384" y="318516"/>
                </a:lnTo>
                <a:close/>
              </a:path>
              <a:path w="2697479" h="364489">
                <a:moveTo>
                  <a:pt x="2697480" y="170688"/>
                </a:moveTo>
                <a:lnTo>
                  <a:pt x="2663952" y="137160"/>
                </a:lnTo>
                <a:lnTo>
                  <a:pt x="2631948" y="161544"/>
                </a:lnTo>
                <a:lnTo>
                  <a:pt x="2348484" y="161544"/>
                </a:lnTo>
                <a:lnTo>
                  <a:pt x="2362200" y="175260"/>
                </a:lnTo>
                <a:lnTo>
                  <a:pt x="2370772" y="173266"/>
                </a:lnTo>
                <a:lnTo>
                  <a:pt x="2380488" y="171831"/>
                </a:lnTo>
                <a:lnTo>
                  <a:pt x="2391346" y="170980"/>
                </a:lnTo>
                <a:lnTo>
                  <a:pt x="2403348" y="170688"/>
                </a:lnTo>
                <a:lnTo>
                  <a:pt x="2697480" y="17068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" name="object 39"/>
          <p:cNvSpPr/>
          <p:nvPr/>
        </p:nvSpPr>
        <p:spPr>
          <a:xfrm>
            <a:off x="2167128" y="4372355"/>
            <a:ext cx="1135380" cy="363220"/>
          </a:xfrm>
          <a:custGeom>
            <a:avLst/>
            <a:gdLst/>
            <a:ahLst/>
            <a:cxnLst/>
            <a:rect l="l" t="t" r="r" b="b"/>
            <a:pathLst>
              <a:path w="1135379" h="363220">
                <a:moveTo>
                  <a:pt x="147828" y="71628"/>
                </a:moveTo>
                <a:lnTo>
                  <a:pt x="123444" y="44196"/>
                </a:lnTo>
                <a:lnTo>
                  <a:pt x="103632" y="62484"/>
                </a:lnTo>
                <a:lnTo>
                  <a:pt x="0" y="62484"/>
                </a:lnTo>
                <a:lnTo>
                  <a:pt x="13716" y="76200"/>
                </a:lnTo>
                <a:lnTo>
                  <a:pt x="22872" y="74206"/>
                </a:lnTo>
                <a:lnTo>
                  <a:pt x="32194" y="72771"/>
                </a:lnTo>
                <a:lnTo>
                  <a:pt x="41783" y="71920"/>
                </a:lnTo>
                <a:lnTo>
                  <a:pt x="51816" y="71628"/>
                </a:lnTo>
                <a:lnTo>
                  <a:pt x="64008" y="71628"/>
                </a:lnTo>
                <a:lnTo>
                  <a:pt x="64008" y="243840"/>
                </a:lnTo>
                <a:lnTo>
                  <a:pt x="42214" y="250990"/>
                </a:lnTo>
                <a:lnTo>
                  <a:pt x="24574" y="256413"/>
                </a:lnTo>
                <a:lnTo>
                  <a:pt x="10642" y="260134"/>
                </a:lnTo>
                <a:lnTo>
                  <a:pt x="0" y="262128"/>
                </a:lnTo>
                <a:lnTo>
                  <a:pt x="18288" y="292608"/>
                </a:lnTo>
                <a:lnTo>
                  <a:pt x="49453" y="267754"/>
                </a:lnTo>
                <a:lnTo>
                  <a:pt x="104940" y="242608"/>
                </a:lnTo>
                <a:lnTo>
                  <a:pt x="147828" y="224028"/>
                </a:lnTo>
                <a:lnTo>
                  <a:pt x="144780" y="217932"/>
                </a:lnTo>
                <a:lnTo>
                  <a:pt x="83820" y="237744"/>
                </a:lnTo>
                <a:lnTo>
                  <a:pt x="83820" y="71628"/>
                </a:lnTo>
                <a:lnTo>
                  <a:pt x="147828" y="71628"/>
                </a:lnTo>
                <a:close/>
              </a:path>
              <a:path w="1135379" h="363220">
                <a:moveTo>
                  <a:pt x="262128" y="146304"/>
                </a:moveTo>
                <a:lnTo>
                  <a:pt x="227076" y="128016"/>
                </a:lnTo>
                <a:lnTo>
                  <a:pt x="227774" y="153860"/>
                </a:lnTo>
                <a:lnTo>
                  <a:pt x="227838" y="184023"/>
                </a:lnTo>
                <a:lnTo>
                  <a:pt x="224028" y="228600"/>
                </a:lnTo>
                <a:lnTo>
                  <a:pt x="215836" y="266319"/>
                </a:lnTo>
                <a:lnTo>
                  <a:pt x="186207" y="311188"/>
                </a:lnTo>
                <a:lnTo>
                  <a:pt x="140487" y="340906"/>
                </a:lnTo>
                <a:lnTo>
                  <a:pt x="108204" y="356616"/>
                </a:lnTo>
                <a:lnTo>
                  <a:pt x="111252" y="361188"/>
                </a:lnTo>
                <a:lnTo>
                  <a:pt x="159448" y="344043"/>
                </a:lnTo>
                <a:lnTo>
                  <a:pt x="195072" y="324612"/>
                </a:lnTo>
                <a:lnTo>
                  <a:pt x="229362" y="286689"/>
                </a:lnTo>
                <a:lnTo>
                  <a:pt x="246507" y="228028"/>
                </a:lnTo>
                <a:lnTo>
                  <a:pt x="249936" y="158496"/>
                </a:lnTo>
                <a:lnTo>
                  <a:pt x="262128" y="146304"/>
                </a:lnTo>
                <a:close/>
              </a:path>
              <a:path w="1135379" h="363220">
                <a:moveTo>
                  <a:pt x="339852" y="327660"/>
                </a:moveTo>
                <a:lnTo>
                  <a:pt x="302704" y="288226"/>
                </a:lnTo>
                <a:lnTo>
                  <a:pt x="251460" y="260604"/>
                </a:lnTo>
                <a:lnTo>
                  <a:pt x="248412" y="265176"/>
                </a:lnTo>
                <a:lnTo>
                  <a:pt x="262407" y="277418"/>
                </a:lnTo>
                <a:lnTo>
                  <a:pt x="274701" y="288798"/>
                </a:lnTo>
                <a:lnTo>
                  <a:pt x="301840" y="316992"/>
                </a:lnTo>
                <a:lnTo>
                  <a:pt x="326136" y="352044"/>
                </a:lnTo>
                <a:lnTo>
                  <a:pt x="329184" y="355092"/>
                </a:lnTo>
                <a:lnTo>
                  <a:pt x="333756" y="355092"/>
                </a:lnTo>
                <a:lnTo>
                  <a:pt x="335280" y="352044"/>
                </a:lnTo>
                <a:lnTo>
                  <a:pt x="336804" y="345948"/>
                </a:lnTo>
                <a:lnTo>
                  <a:pt x="339852" y="338328"/>
                </a:lnTo>
                <a:lnTo>
                  <a:pt x="339852" y="327660"/>
                </a:lnTo>
                <a:close/>
              </a:path>
              <a:path w="1135379" h="363220">
                <a:moveTo>
                  <a:pt x="345948" y="33528"/>
                </a:moveTo>
                <a:lnTo>
                  <a:pt x="320040" y="4572"/>
                </a:lnTo>
                <a:lnTo>
                  <a:pt x="298704" y="24384"/>
                </a:lnTo>
                <a:lnTo>
                  <a:pt x="128016" y="24384"/>
                </a:lnTo>
                <a:lnTo>
                  <a:pt x="141732" y="38100"/>
                </a:lnTo>
                <a:lnTo>
                  <a:pt x="150012" y="36106"/>
                </a:lnTo>
                <a:lnTo>
                  <a:pt x="158877" y="34671"/>
                </a:lnTo>
                <a:lnTo>
                  <a:pt x="168300" y="33820"/>
                </a:lnTo>
                <a:lnTo>
                  <a:pt x="178308" y="33528"/>
                </a:lnTo>
                <a:lnTo>
                  <a:pt x="220980" y="33528"/>
                </a:lnTo>
                <a:lnTo>
                  <a:pt x="219875" y="43243"/>
                </a:lnTo>
                <a:lnTo>
                  <a:pt x="218313" y="57531"/>
                </a:lnTo>
                <a:lnTo>
                  <a:pt x="216255" y="73825"/>
                </a:lnTo>
                <a:lnTo>
                  <a:pt x="213360" y="92964"/>
                </a:lnTo>
                <a:lnTo>
                  <a:pt x="178308" y="92964"/>
                </a:lnTo>
                <a:lnTo>
                  <a:pt x="156972" y="80772"/>
                </a:lnTo>
                <a:lnTo>
                  <a:pt x="157200" y="104190"/>
                </a:lnTo>
                <a:lnTo>
                  <a:pt x="158254" y="153860"/>
                </a:lnTo>
                <a:lnTo>
                  <a:pt x="158496" y="179832"/>
                </a:lnTo>
                <a:lnTo>
                  <a:pt x="158254" y="205295"/>
                </a:lnTo>
                <a:lnTo>
                  <a:pt x="157276" y="248323"/>
                </a:lnTo>
                <a:lnTo>
                  <a:pt x="157175" y="254508"/>
                </a:lnTo>
                <a:lnTo>
                  <a:pt x="156972" y="272796"/>
                </a:lnTo>
                <a:lnTo>
                  <a:pt x="178308" y="259080"/>
                </a:lnTo>
                <a:lnTo>
                  <a:pt x="178308" y="102108"/>
                </a:lnTo>
                <a:lnTo>
                  <a:pt x="300228" y="102108"/>
                </a:lnTo>
                <a:lnTo>
                  <a:pt x="300228" y="266700"/>
                </a:lnTo>
                <a:lnTo>
                  <a:pt x="321564" y="254508"/>
                </a:lnTo>
                <a:lnTo>
                  <a:pt x="321322" y="240817"/>
                </a:lnTo>
                <a:lnTo>
                  <a:pt x="320268" y="214007"/>
                </a:lnTo>
                <a:lnTo>
                  <a:pt x="320154" y="207746"/>
                </a:lnTo>
                <a:lnTo>
                  <a:pt x="320040" y="106680"/>
                </a:lnTo>
                <a:lnTo>
                  <a:pt x="326898" y="102108"/>
                </a:lnTo>
                <a:lnTo>
                  <a:pt x="333756" y="97536"/>
                </a:lnTo>
                <a:lnTo>
                  <a:pt x="328117" y="92964"/>
                </a:lnTo>
                <a:lnTo>
                  <a:pt x="309372" y="77724"/>
                </a:lnTo>
                <a:lnTo>
                  <a:pt x="295656" y="92964"/>
                </a:lnTo>
                <a:lnTo>
                  <a:pt x="220980" y="92964"/>
                </a:lnTo>
                <a:lnTo>
                  <a:pt x="229552" y="72961"/>
                </a:lnTo>
                <a:lnTo>
                  <a:pt x="236982" y="56388"/>
                </a:lnTo>
                <a:lnTo>
                  <a:pt x="243268" y="43243"/>
                </a:lnTo>
                <a:lnTo>
                  <a:pt x="248412" y="33528"/>
                </a:lnTo>
                <a:lnTo>
                  <a:pt x="345948" y="33528"/>
                </a:lnTo>
                <a:close/>
              </a:path>
              <a:path w="1135379" h="363220">
                <a:moveTo>
                  <a:pt x="521208" y="22860"/>
                </a:moveTo>
                <a:lnTo>
                  <a:pt x="486156" y="1524"/>
                </a:lnTo>
                <a:lnTo>
                  <a:pt x="480441" y="25006"/>
                </a:lnTo>
                <a:lnTo>
                  <a:pt x="472440" y="49911"/>
                </a:lnTo>
                <a:lnTo>
                  <a:pt x="449580" y="105156"/>
                </a:lnTo>
                <a:lnTo>
                  <a:pt x="419671" y="162306"/>
                </a:lnTo>
                <a:lnTo>
                  <a:pt x="384048" y="214884"/>
                </a:lnTo>
                <a:lnTo>
                  <a:pt x="387096" y="219456"/>
                </a:lnTo>
                <a:lnTo>
                  <a:pt x="403110" y="203174"/>
                </a:lnTo>
                <a:lnTo>
                  <a:pt x="419290" y="184023"/>
                </a:lnTo>
                <a:lnTo>
                  <a:pt x="435737" y="162026"/>
                </a:lnTo>
                <a:lnTo>
                  <a:pt x="452628" y="137160"/>
                </a:lnTo>
                <a:lnTo>
                  <a:pt x="452501" y="305066"/>
                </a:lnTo>
                <a:lnTo>
                  <a:pt x="452437" y="313372"/>
                </a:lnTo>
                <a:lnTo>
                  <a:pt x="451980" y="336118"/>
                </a:lnTo>
                <a:lnTo>
                  <a:pt x="451104" y="362712"/>
                </a:lnTo>
                <a:lnTo>
                  <a:pt x="475488" y="348996"/>
                </a:lnTo>
                <a:lnTo>
                  <a:pt x="475234" y="336118"/>
                </a:lnTo>
                <a:lnTo>
                  <a:pt x="474726" y="321754"/>
                </a:lnTo>
                <a:lnTo>
                  <a:pt x="474192" y="305066"/>
                </a:lnTo>
                <a:lnTo>
                  <a:pt x="474052" y="294347"/>
                </a:lnTo>
                <a:lnTo>
                  <a:pt x="473964" y="137160"/>
                </a:lnTo>
                <a:lnTo>
                  <a:pt x="486156" y="124968"/>
                </a:lnTo>
                <a:lnTo>
                  <a:pt x="466344" y="112776"/>
                </a:lnTo>
                <a:lnTo>
                  <a:pt x="474078" y="97917"/>
                </a:lnTo>
                <a:lnTo>
                  <a:pt x="481393" y="83058"/>
                </a:lnTo>
                <a:lnTo>
                  <a:pt x="488416" y="68199"/>
                </a:lnTo>
                <a:lnTo>
                  <a:pt x="495300" y="53340"/>
                </a:lnTo>
                <a:lnTo>
                  <a:pt x="502132" y="41300"/>
                </a:lnTo>
                <a:lnTo>
                  <a:pt x="508825" y="32385"/>
                </a:lnTo>
                <a:lnTo>
                  <a:pt x="515226" y="26339"/>
                </a:lnTo>
                <a:lnTo>
                  <a:pt x="521208" y="22860"/>
                </a:lnTo>
                <a:close/>
              </a:path>
              <a:path w="1135379" h="363220">
                <a:moveTo>
                  <a:pt x="745236" y="338328"/>
                </a:moveTo>
                <a:lnTo>
                  <a:pt x="716280" y="309372"/>
                </a:lnTo>
                <a:lnTo>
                  <a:pt x="696468" y="329184"/>
                </a:lnTo>
                <a:lnTo>
                  <a:pt x="627888" y="329184"/>
                </a:lnTo>
                <a:lnTo>
                  <a:pt x="627888" y="192024"/>
                </a:lnTo>
                <a:lnTo>
                  <a:pt x="740664" y="192024"/>
                </a:lnTo>
                <a:lnTo>
                  <a:pt x="711708" y="163068"/>
                </a:lnTo>
                <a:lnTo>
                  <a:pt x="691896" y="182880"/>
                </a:lnTo>
                <a:lnTo>
                  <a:pt x="627888" y="182880"/>
                </a:lnTo>
                <a:lnTo>
                  <a:pt x="627888" y="70104"/>
                </a:lnTo>
                <a:lnTo>
                  <a:pt x="627888" y="67056"/>
                </a:lnTo>
                <a:lnTo>
                  <a:pt x="686181" y="59436"/>
                </a:lnTo>
                <a:lnTo>
                  <a:pt x="705891" y="57200"/>
                </a:lnTo>
                <a:lnTo>
                  <a:pt x="719328" y="56388"/>
                </a:lnTo>
                <a:lnTo>
                  <a:pt x="694944" y="27432"/>
                </a:lnTo>
                <a:lnTo>
                  <a:pt x="649503" y="46088"/>
                </a:lnTo>
                <a:lnTo>
                  <a:pt x="600405" y="58102"/>
                </a:lnTo>
                <a:lnTo>
                  <a:pt x="544487" y="67246"/>
                </a:lnTo>
                <a:lnTo>
                  <a:pt x="515112" y="70104"/>
                </a:lnTo>
                <a:lnTo>
                  <a:pt x="515112" y="76200"/>
                </a:lnTo>
                <a:lnTo>
                  <a:pt x="560832" y="73723"/>
                </a:lnTo>
                <a:lnTo>
                  <a:pt x="583692" y="72136"/>
                </a:lnTo>
                <a:lnTo>
                  <a:pt x="606552" y="70104"/>
                </a:lnTo>
                <a:lnTo>
                  <a:pt x="606552" y="182880"/>
                </a:lnTo>
                <a:lnTo>
                  <a:pt x="495300" y="182880"/>
                </a:lnTo>
                <a:lnTo>
                  <a:pt x="509016" y="196596"/>
                </a:lnTo>
                <a:lnTo>
                  <a:pt x="518172" y="194602"/>
                </a:lnTo>
                <a:lnTo>
                  <a:pt x="527494" y="193167"/>
                </a:lnTo>
                <a:lnTo>
                  <a:pt x="537083" y="192316"/>
                </a:lnTo>
                <a:lnTo>
                  <a:pt x="547116" y="192024"/>
                </a:lnTo>
                <a:lnTo>
                  <a:pt x="606552" y="192024"/>
                </a:lnTo>
                <a:lnTo>
                  <a:pt x="606552" y="329184"/>
                </a:lnTo>
                <a:lnTo>
                  <a:pt x="493776" y="329184"/>
                </a:lnTo>
                <a:lnTo>
                  <a:pt x="507492" y="342900"/>
                </a:lnTo>
                <a:lnTo>
                  <a:pt x="516648" y="340906"/>
                </a:lnTo>
                <a:lnTo>
                  <a:pt x="525970" y="339471"/>
                </a:lnTo>
                <a:lnTo>
                  <a:pt x="535559" y="338620"/>
                </a:lnTo>
                <a:lnTo>
                  <a:pt x="545592" y="338328"/>
                </a:lnTo>
                <a:lnTo>
                  <a:pt x="745236" y="338328"/>
                </a:lnTo>
                <a:close/>
              </a:path>
              <a:path w="1135379" h="363220">
                <a:moveTo>
                  <a:pt x="1068324" y="230136"/>
                </a:moveTo>
                <a:lnTo>
                  <a:pt x="1042416" y="211848"/>
                </a:lnTo>
                <a:lnTo>
                  <a:pt x="1031748" y="225564"/>
                </a:lnTo>
                <a:lnTo>
                  <a:pt x="946404" y="225564"/>
                </a:lnTo>
                <a:lnTo>
                  <a:pt x="948613" y="217932"/>
                </a:lnTo>
                <a:lnTo>
                  <a:pt x="950595" y="210883"/>
                </a:lnTo>
                <a:lnTo>
                  <a:pt x="951966" y="204774"/>
                </a:lnTo>
                <a:lnTo>
                  <a:pt x="952500" y="199644"/>
                </a:lnTo>
                <a:lnTo>
                  <a:pt x="963168" y="190512"/>
                </a:lnTo>
                <a:lnTo>
                  <a:pt x="931164" y="173748"/>
                </a:lnTo>
                <a:lnTo>
                  <a:pt x="930846" y="183984"/>
                </a:lnTo>
                <a:lnTo>
                  <a:pt x="929830" y="196227"/>
                </a:lnTo>
                <a:lnTo>
                  <a:pt x="927938" y="210172"/>
                </a:lnTo>
                <a:lnTo>
                  <a:pt x="925068" y="225564"/>
                </a:lnTo>
                <a:lnTo>
                  <a:pt x="835152" y="225564"/>
                </a:lnTo>
                <a:lnTo>
                  <a:pt x="848868" y="239280"/>
                </a:lnTo>
                <a:lnTo>
                  <a:pt x="858012" y="237274"/>
                </a:lnTo>
                <a:lnTo>
                  <a:pt x="867156" y="235839"/>
                </a:lnTo>
                <a:lnTo>
                  <a:pt x="876300" y="234988"/>
                </a:lnTo>
                <a:lnTo>
                  <a:pt x="885444" y="234696"/>
                </a:lnTo>
                <a:lnTo>
                  <a:pt x="923544" y="234696"/>
                </a:lnTo>
                <a:lnTo>
                  <a:pt x="905256" y="280428"/>
                </a:lnTo>
                <a:lnTo>
                  <a:pt x="877824" y="312420"/>
                </a:lnTo>
                <a:lnTo>
                  <a:pt x="841057" y="337388"/>
                </a:lnTo>
                <a:lnTo>
                  <a:pt x="798576" y="356616"/>
                </a:lnTo>
                <a:lnTo>
                  <a:pt x="803148" y="362724"/>
                </a:lnTo>
                <a:lnTo>
                  <a:pt x="847725" y="345770"/>
                </a:lnTo>
                <a:lnTo>
                  <a:pt x="890016" y="323088"/>
                </a:lnTo>
                <a:lnTo>
                  <a:pt x="924306" y="287464"/>
                </a:lnTo>
                <a:lnTo>
                  <a:pt x="944880" y="234696"/>
                </a:lnTo>
                <a:lnTo>
                  <a:pt x="1034796" y="234696"/>
                </a:lnTo>
                <a:lnTo>
                  <a:pt x="1027938" y="285064"/>
                </a:lnTo>
                <a:lnTo>
                  <a:pt x="1017460" y="322148"/>
                </a:lnTo>
                <a:lnTo>
                  <a:pt x="1005840" y="329196"/>
                </a:lnTo>
                <a:lnTo>
                  <a:pt x="997521" y="328625"/>
                </a:lnTo>
                <a:lnTo>
                  <a:pt x="986218" y="326910"/>
                </a:lnTo>
                <a:lnTo>
                  <a:pt x="971753" y="324053"/>
                </a:lnTo>
                <a:lnTo>
                  <a:pt x="954024" y="320040"/>
                </a:lnTo>
                <a:lnTo>
                  <a:pt x="952500" y="326148"/>
                </a:lnTo>
                <a:lnTo>
                  <a:pt x="972502" y="335902"/>
                </a:lnTo>
                <a:lnTo>
                  <a:pt x="986790" y="344817"/>
                </a:lnTo>
                <a:lnTo>
                  <a:pt x="995362" y="353148"/>
                </a:lnTo>
                <a:lnTo>
                  <a:pt x="998220" y="361188"/>
                </a:lnTo>
                <a:lnTo>
                  <a:pt x="1011047" y="357174"/>
                </a:lnTo>
                <a:lnTo>
                  <a:pt x="1022032" y="351853"/>
                </a:lnTo>
                <a:lnTo>
                  <a:pt x="1030998" y="345122"/>
                </a:lnTo>
                <a:lnTo>
                  <a:pt x="1037844" y="336816"/>
                </a:lnTo>
                <a:lnTo>
                  <a:pt x="1040371" y="329196"/>
                </a:lnTo>
                <a:lnTo>
                  <a:pt x="1042403" y="323088"/>
                </a:lnTo>
                <a:lnTo>
                  <a:pt x="1046988" y="302323"/>
                </a:lnTo>
                <a:lnTo>
                  <a:pt x="1051560" y="274447"/>
                </a:lnTo>
                <a:lnTo>
                  <a:pt x="1056132" y="239280"/>
                </a:lnTo>
                <a:lnTo>
                  <a:pt x="1062228" y="234696"/>
                </a:lnTo>
                <a:lnTo>
                  <a:pt x="1068324" y="230136"/>
                </a:lnTo>
                <a:close/>
              </a:path>
              <a:path w="1135379" h="363220">
                <a:moveTo>
                  <a:pt x="1135380" y="188988"/>
                </a:moveTo>
                <a:lnTo>
                  <a:pt x="1097280" y="185750"/>
                </a:lnTo>
                <a:lnTo>
                  <a:pt x="1054608" y="176784"/>
                </a:lnTo>
                <a:lnTo>
                  <a:pt x="1011174" y="160794"/>
                </a:lnTo>
                <a:lnTo>
                  <a:pt x="972312" y="140220"/>
                </a:lnTo>
                <a:lnTo>
                  <a:pt x="987171" y="126504"/>
                </a:lnTo>
                <a:lnTo>
                  <a:pt x="991781" y="122237"/>
                </a:lnTo>
                <a:lnTo>
                  <a:pt x="1009269" y="102679"/>
                </a:lnTo>
                <a:lnTo>
                  <a:pt x="1025029" y="81711"/>
                </a:lnTo>
                <a:lnTo>
                  <a:pt x="1039368" y="59436"/>
                </a:lnTo>
                <a:lnTo>
                  <a:pt x="1053338" y="51816"/>
                </a:lnTo>
                <a:lnTo>
                  <a:pt x="1056132" y="50292"/>
                </a:lnTo>
                <a:lnTo>
                  <a:pt x="1046988" y="42672"/>
                </a:lnTo>
                <a:lnTo>
                  <a:pt x="1028700" y="27432"/>
                </a:lnTo>
                <a:lnTo>
                  <a:pt x="1016508" y="40982"/>
                </a:lnTo>
                <a:lnTo>
                  <a:pt x="1016508" y="51816"/>
                </a:lnTo>
                <a:lnTo>
                  <a:pt x="1004455" y="72707"/>
                </a:lnTo>
                <a:lnTo>
                  <a:pt x="990981" y="92011"/>
                </a:lnTo>
                <a:lnTo>
                  <a:pt x="975779" y="109905"/>
                </a:lnTo>
                <a:lnTo>
                  <a:pt x="958596" y="126504"/>
                </a:lnTo>
                <a:lnTo>
                  <a:pt x="943444" y="111925"/>
                </a:lnTo>
                <a:lnTo>
                  <a:pt x="927735" y="95631"/>
                </a:lnTo>
                <a:lnTo>
                  <a:pt x="911529" y="77724"/>
                </a:lnTo>
                <a:lnTo>
                  <a:pt x="901103" y="65532"/>
                </a:lnTo>
                <a:lnTo>
                  <a:pt x="894588" y="57912"/>
                </a:lnTo>
                <a:lnTo>
                  <a:pt x="900684" y="51816"/>
                </a:lnTo>
                <a:lnTo>
                  <a:pt x="1016508" y="51816"/>
                </a:lnTo>
                <a:lnTo>
                  <a:pt x="1016508" y="40982"/>
                </a:lnTo>
                <a:lnTo>
                  <a:pt x="1014984" y="42672"/>
                </a:lnTo>
                <a:lnTo>
                  <a:pt x="905256" y="42672"/>
                </a:lnTo>
                <a:lnTo>
                  <a:pt x="910983" y="34366"/>
                </a:lnTo>
                <a:lnTo>
                  <a:pt x="916876" y="27622"/>
                </a:lnTo>
                <a:lnTo>
                  <a:pt x="923036" y="22313"/>
                </a:lnTo>
                <a:lnTo>
                  <a:pt x="929640" y="18288"/>
                </a:lnTo>
                <a:lnTo>
                  <a:pt x="897636" y="0"/>
                </a:lnTo>
                <a:lnTo>
                  <a:pt x="884682" y="37147"/>
                </a:lnTo>
                <a:lnTo>
                  <a:pt x="862634" y="77635"/>
                </a:lnTo>
                <a:lnTo>
                  <a:pt x="836295" y="115646"/>
                </a:lnTo>
                <a:lnTo>
                  <a:pt x="807720" y="147840"/>
                </a:lnTo>
                <a:lnTo>
                  <a:pt x="812292" y="150888"/>
                </a:lnTo>
                <a:lnTo>
                  <a:pt x="848931" y="119380"/>
                </a:lnTo>
                <a:lnTo>
                  <a:pt x="876490" y="87439"/>
                </a:lnTo>
                <a:lnTo>
                  <a:pt x="890016" y="65532"/>
                </a:lnTo>
                <a:lnTo>
                  <a:pt x="903960" y="86398"/>
                </a:lnTo>
                <a:lnTo>
                  <a:pt x="918210" y="105537"/>
                </a:lnTo>
                <a:lnTo>
                  <a:pt x="932446" y="122974"/>
                </a:lnTo>
                <a:lnTo>
                  <a:pt x="946404" y="138696"/>
                </a:lnTo>
                <a:lnTo>
                  <a:pt x="928941" y="151853"/>
                </a:lnTo>
                <a:lnTo>
                  <a:pt x="891743" y="175336"/>
                </a:lnTo>
                <a:lnTo>
                  <a:pt x="851433" y="195961"/>
                </a:lnTo>
                <a:lnTo>
                  <a:pt x="805713" y="214871"/>
                </a:lnTo>
                <a:lnTo>
                  <a:pt x="780288" y="224040"/>
                </a:lnTo>
                <a:lnTo>
                  <a:pt x="784860" y="230136"/>
                </a:lnTo>
                <a:lnTo>
                  <a:pt x="830580" y="215277"/>
                </a:lnTo>
                <a:lnTo>
                  <a:pt x="876300" y="198120"/>
                </a:lnTo>
                <a:lnTo>
                  <a:pt x="919734" y="176225"/>
                </a:lnTo>
                <a:lnTo>
                  <a:pt x="958596" y="150888"/>
                </a:lnTo>
                <a:lnTo>
                  <a:pt x="975182" y="163144"/>
                </a:lnTo>
                <a:lnTo>
                  <a:pt x="1012380" y="185381"/>
                </a:lnTo>
                <a:lnTo>
                  <a:pt x="1053858" y="203365"/>
                </a:lnTo>
                <a:lnTo>
                  <a:pt x="1103376" y="217932"/>
                </a:lnTo>
                <a:lnTo>
                  <a:pt x="1106233" y="209651"/>
                </a:lnTo>
                <a:lnTo>
                  <a:pt x="1112520" y="203073"/>
                </a:lnTo>
                <a:lnTo>
                  <a:pt x="1122235" y="198221"/>
                </a:lnTo>
                <a:lnTo>
                  <a:pt x="1135380" y="195084"/>
                </a:lnTo>
                <a:lnTo>
                  <a:pt x="1135380" y="18898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pic>
        <p:nvPicPr>
          <p:cNvPr id="40" name="object 40"/>
          <p:cNvPicPr/>
          <p:nvPr/>
        </p:nvPicPr>
        <p:blipFill>
          <a:blip r:embed="rId4" cstate="print"/>
          <a:stretch>
            <a:fillRect/>
          </a:stretch>
        </p:blipFill>
        <p:spPr>
          <a:xfrm>
            <a:off x="3374135" y="4613147"/>
            <a:ext cx="85344" cy="83820"/>
          </a:xfrm>
          <a:prstGeom prst="rect">
            <a:avLst/>
          </a:prstGeom>
        </p:spPr>
      </p:pic>
      <p:sp>
        <p:nvSpPr>
          <p:cNvPr id="41" name="object 41"/>
          <p:cNvSpPr/>
          <p:nvPr/>
        </p:nvSpPr>
        <p:spPr>
          <a:xfrm>
            <a:off x="1787651" y="5116067"/>
            <a:ext cx="135890" cy="135890"/>
          </a:xfrm>
          <a:custGeom>
            <a:avLst/>
            <a:gdLst/>
            <a:ahLst/>
            <a:cxnLst/>
            <a:rect l="l" t="t" r="r" b="b"/>
            <a:pathLst>
              <a:path w="135889" h="135889">
                <a:moveTo>
                  <a:pt x="135636" y="135635"/>
                </a:moveTo>
                <a:lnTo>
                  <a:pt x="0" y="135635"/>
                </a:lnTo>
                <a:lnTo>
                  <a:pt x="0" y="0"/>
                </a:lnTo>
                <a:lnTo>
                  <a:pt x="135636" y="0"/>
                </a:lnTo>
                <a:lnTo>
                  <a:pt x="135636" y="135635"/>
                </a:lnTo>
                <a:close/>
              </a:path>
            </a:pathLst>
          </a:custGeom>
          <a:solidFill>
            <a:srgbClr val="3333C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" name="object 42"/>
          <p:cNvSpPr/>
          <p:nvPr/>
        </p:nvSpPr>
        <p:spPr>
          <a:xfrm>
            <a:off x="2168651" y="4946903"/>
            <a:ext cx="332740" cy="356870"/>
          </a:xfrm>
          <a:custGeom>
            <a:avLst/>
            <a:gdLst/>
            <a:ahLst/>
            <a:cxnLst/>
            <a:rect l="l" t="t" r="r" b="b"/>
            <a:pathLst>
              <a:path w="332739" h="356870">
                <a:moveTo>
                  <a:pt x="39623" y="48768"/>
                </a:moveTo>
                <a:lnTo>
                  <a:pt x="39623" y="42672"/>
                </a:lnTo>
                <a:lnTo>
                  <a:pt x="83986" y="38981"/>
                </a:lnTo>
                <a:lnTo>
                  <a:pt x="123634" y="34861"/>
                </a:lnTo>
                <a:lnTo>
                  <a:pt x="190500" y="25908"/>
                </a:lnTo>
                <a:lnTo>
                  <a:pt x="243840" y="14097"/>
                </a:lnTo>
                <a:lnTo>
                  <a:pt x="288036" y="0"/>
                </a:lnTo>
                <a:lnTo>
                  <a:pt x="310426" y="28360"/>
                </a:lnTo>
                <a:lnTo>
                  <a:pt x="298346" y="28360"/>
                </a:lnTo>
                <a:lnTo>
                  <a:pt x="283654" y="28765"/>
                </a:lnTo>
                <a:lnTo>
                  <a:pt x="266961" y="30027"/>
                </a:lnTo>
                <a:lnTo>
                  <a:pt x="248412" y="32004"/>
                </a:lnTo>
                <a:lnTo>
                  <a:pt x="172212" y="41148"/>
                </a:lnTo>
                <a:lnTo>
                  <a:pt x="175260" y="42672"/>
                </a:lnTo>
                <a:lnTo>
                  <a:pt x="166116" y="42672"/>
                </a:lnTo>
                <a:lnTo>
                  <a:pt x="124063" y="45553"/>
                </a:lnTo>
                <a:lnTo>
                  <a:pt x="89154" y="47434"/>
                </a:lnTo>
                <a:lnTo>
                  <a:pt x="61102" y="48458"/>
                </a:lnTo>
                <a:lnTo>
                  <a:pt x="39623" y="48768"/>
                </a:lnTo>
                <a:close/>
              </a:path>
              <a:path w="332739" h="356870">
                <a:moveTo>
                  <a:pt x="310896" y="28956"/>
                </a:moveTo>
                <a:lnTo>
                  <a:pt x="298346" y="28360"/>
                </a:lnTo>
                <a:lnTo>
                  <a:pt x="310426" y="28360"/>
                </a:lnTo>
                <a:lnTo>
                  <a:pt x="310896" y="28956"/>
                </a:lnTo>
                <a:close/>
              </a:path>
              <a:path w="332739" h="356870">
                <a:moveTo>
                  <a:pt x="77723" y="150876"/>
                </a:moveTo>
                <a:lnTo>
                  <a:pt x="60959" y="120396"/>
                </a:lnTo>
                <a:lnTo>
                  <a:pt x="72723" y="118729"/>
                </a:lnTo>
                <a:lnTo>
                  <a:pt x="85344" y="113919"/>
                </a:lnTo>
                <a:lnTo>
                  <a:pt x="129468" y="83391"/>
                </a:lnTo>
                <a:lnTo>
                  <a:pt x="166116" y="42672"/>
                </a:lnTo>
                <a:lnTo>
                  <a:pt x="175260" y="42672"/>
                </a:lnTo>
                <a:lnTo>
                  <a:pt x="202692" y="56388"/>
                </a:lnTo>
                <a:lnTo>
                  <a:pt x="191571" y="59221"/>
                </a:lnTo>
                <a:lnTo>
                  <a:pt x="178879" y="65341"/>
                </a:lnTo>
                <a:lnTo>
                  <a:pt x="164758" y="74604"/>
                </a:lnTo>
                <a:lnTo>
                  <a:pt x="149352" y="86868"/>
                </a:lnTo>
                <a:lnTo>
                  <a:pt x="132445" y="99417"/>
                </a:lnTo>
                <a:lnTo>
                  <a:pt x="118110" y="109537"/>
                </a:lnTo>
                <a:lnTo>
                  <a:pt x="106060" y="117086"/>
                </a:lnTo>
                <a:lnTo>
                  <a:pt x="96012" y="121920"/>
                </a:lnTo>
                <a:lnTo>
                  <a:pt x="241196" y="121920"/>
                </a:lnTo>
                <a:lnTo>
                  <a:pt x="238029" y="123801"/>
                </a:lnTo>
                <a:lnTo>
                  <a:pt x="233395" y="126492"/>
                </a:lnTo>
                <a:lnTo>
                  <a:pt x="202692" y="126492"/>
                </a:lnTo>
                <a:lnTo>
                  <a:pt x="174140" y="129682"/>
                </a:lnTo>
                <a:lnTo>
                  <a:pt x="150304" y="132588"/>
                </a:lnTo>
                <a:lnTo>
                  <a:pt x="131325" y="135493"/>
                </a:lnTo>
                <a:lnTo>
                  <a:pt x="117347" y="138684"/>
                </a:lnTo>
                <a:lnTo>
                  <a:pt x="105370" y="141231"/>
                </a:lnTo>
                <a:lnTo>
                  <a:pt x="94678" y="144208"/>
                </a:lnTo>
                <a:lnTo>
                  <a:pt x="85415" y="147470"/>
                </a:lnTo>
                <a:lnTo>
                  <a:pt x="77723" y="150876"/>
                </a:lnTo>
                <a:close/>
              </a:path>
              <a:path w="332739" h="356870">
                <a:moveTo>
                  <a:pt x="241196" y="121920"/>
                </a:moveTo>
                <a:lnTo>
                  <a:pt x="96012" y="121920"/>
                </a:lnTo>
                <a:lnTo>
                  <a:pt x="216408" y="117348"/>
                </a:lnTo>
                <a:lnTo>
                  <a:pt x="229528" y="107942"/>
                </a:lnTo>
                <a:lnTo>
                  <a:pt x="241363" y="98107"/>
                </a:lnTo>
                <a:lnTo>
                  <a:pt x="251769" y="87987"/>
                </a:lnTo>
                <a:lnTo>
                  <a:pt x="260604" y="77724"/>
                </a:lnTo>
                <a:lnTo>
                  <a:pt x="289560" y="102108"/>
                </a:lnTo>
                <a:lnTo>
                  <a:pt x="281035" y="103822"/>
                </a:lnTo>
                <a:lnTo>
                  <a:pt x="271653" y="106680"/>
                </a:lnTo>
                <a:lnTo>
                  <a:pt x="261699" y="110680"/>
                </a:lnTo>
                <a:lnTo>
                  <a:pt x="251460" y="115824"/>
                </a:lnTo>
                <a:lnTo>
                  <a:pt x="241196" y="121920"/>
                </a:lnTo>
                <a:close/>
              </a:path>
              <a:path w="332739" h="356870">
                <a:moveTo>
                  <a:pt x="64008" y="230124"/>
                </a:moveTo>
                <a:lnTo>
                  <a:pt x="48768" y="201168"/>
                </a:lnTo>
                <a:lnTo>
                  <a:pt x="58816" y="200025"/>
                </a:lnTo>
                <a:lnTo>
                  <a:pt x="70865" y="196596"/>
                </a:lnTo>
                <a:lnTo>
                  <a:pt x="122110" y="173426"/>
                </a:lnTo>
                <a:lnTo>
                  <a:pt x="172402" y="145375"/>
                </a:lnTo>
                <a:lnTo>
                  <a:pt x="202692" y="126492"/>
                </a:lnTo>
                <a:lnTo>
                  <a:pt x="233395" y="126492"/>
                </a:lnTo>
                <a:lnTo>
                  <a:pt x="220599" y="133921"/>
                </a:lnTo>
                <a:lnTo>
                  <a:pt x="199167" y="146042"/>
                </a:lnTo>
                <a:lnTo>
                  <a:pt x="173736" y="160020"/>
                </a:lnTo>
                <a:lnTo>
                  <a:pt x="148923" y="174617"/>
                </a:lnTo>
                <a:lnTo>
                  <a:pt x="127254" y="186499"/>
                </a:lnTo>
                <a:lnTo>
                  <a:pt x="109013" y="195810"/>
                </a:lnTo>
                <a:lnTo>
                  <a:pt x="94488" y="202692"/>
                </a:lnTo>
                <a:lnTo>
                  <a:pt x="260985" y="202692"/>
                </a:lnTo>
                <a:lnTo>
                  <a:pt x="198120" y="207264"/>
                </a:lnTo>
                <a:lnTo>
                  <a:pt x="198120" y="210312"/>
                </a:lnTo>
                <a:lnTo>
                  <a:pt x="176784" y="210312"/>
                </a:lnTo>
                <a:lnTo>
                  <a:pt x="137731" y="214884"/>
                </a:lnTo>
                <a:lnTo>
                  <a:pt x="93797" y="221980"/>
                </a:lnTo>
                <a:lnTo>
                  <a:pt x="82486" y="224790"/>
                </a:lnTo>
                <a:lnTo>
                  <a:pt x="64008" y="230124"/>
                </a:lnTo>
                <a:close/>
              </a:path>
              <a:path w="332739" h="356870">
                <a:moveTo>
                  <a:pt x="260985" y="202692"/>
                </a:moveTo>
                <a:lnTo>
                  <a:pt x="94488" y="202692"/>
                </a:lnTo>
                <a:lnTo>
                  <a:pt x="275844" y="193548"/>
                </a:lnTo>
                <a:lnTo>
                  <a:pt x="264883" y="182880"/>
                </a:lnTo>
                <a:lnTo>
                  <a:pt x="255079" y="173926"/>
                </a:lnTo>
                <a:lnTo>
                  <a:pt x="246054" y="166330"/>
                </a:lnTo>
                <a:lnTo>
                  <a:pt x="237744" y="160020"/>
                </a:lnTo>
                <a:lnTo>
                  <a:pt x="240792" y="155448"/>
                </a:lnTo>
                <a:lnTo>
                  <a:pt x="276225" y="170307"/>
                </a:lnTo>
                <a:lnTo>
                  <a:pt x="315468" y="194500"/>
                </a:lnTo>
                <a:lnTo>
                  <a:pt x="319671" y="201168"/>
                </a:lnTo>
                <a:lnTo>
                  <a:pt x="281940" y="201168"/>
                </a:lnTo>
                <a:lnTo>
                  <a:pt x="260985" y="202692"/>
                </a:lnTo>
                <a:close/>
              </a:path>
              <a:path w="332739" h="356870">
                <a:moveTo>
                  <a:pt x="310896" y="237744"/>
                </a:moveTo>
                <a:lnTo>
                  <a:pt x="304800" y="237744"/>
                </a:lnTo>
                <a:lnTo>
                  <a:pt x="300228" y="228600"/>
                </a:lnTo>
                <a:lnTo>
                  <a:pt x="296513" y="222599"/>
                </a:lnTo>
                <a:lnTo>
                  <a:pt x="292227" y="216027"/>
                </a:lnTo>
                <a:lnTo>
                  <a:pt x="287369" y="208883"/>
                </a:lnTo>
                <a:lnTo>
                  <a:pt x="281940" y="201168"/>
                </a:lnTo>
                <a:lnTo>
                  <a:pt x="319671" y="201168"/>
                </a:lnTo>
                <a:lnTo>
                  <a:pt x="321564" y="207264"/>
                </a:lnTo>
                <a:lnTo>
                  <a:pt x="321564" y="216408"/>
                </a:lnTo>
                <a:lnTo>
                  <a:pt x="320040" y="224028"/>
                </a:lnTo>
                <a:lnTo>
                  <a:pt x="315468" y="230124"/>
                </a:lnTo>
                <a:lnTo>
                  <a:pt x="310896" y="237744"/>
                </a:lnTo>
                <a:close/>
              </a:path>
              <a:path w="332739" h="356870">
                <a:moveTo>
                  <a:pt x="197216" y="320040"/>
                </a:moveTo>
                <a:lnTo>
                  <a:pt x="173736" y="320040"/>
                </a:lnTo>
                <a:lnTo>
                  <a:pt x="176784" y="312420"/>
                </a:lnTo>
                <a:lnTo>
                  <a:pt x="176784" y="210312"/>
                </a:lnTo>
                <a:lnTo>
                  <a:pt x="198120" y="210312"/>
                </a:lnTo>
                <a:lnTo>
                  <a:pt x="198120" y="309372"/>
                </a:lnTo>
                <a:lnTo>
                  <a:pt x="197216" y="320040"/>
                </a:lnTo>
                <a:close/>
              </a:path>
              <a:path w="332739" h="356870">
                <a:moveTo>
                  <a:pt x="3047" y="344424"/>
                </a:moveTo>
                <a:lnTo>
                  <a:pt x="0" y="339852"/>
                </a:lnTo>
                <a:lnTo>
                  <a:pt x="16883" y="329255"/>
                </a:lnTo>
                <a:lnTo>
                  <a:pt x="33337" y="317944"/>
                </a:lnTo>
                <a:lnTo>
                  <a:pt x="65532" y="292608"/>
                </a:lnTo>
                <a:lnTo>
                  <a:pt x="94107" y="264795"/>
                </a:lnTo>
                <a:lnTo>
                  <a:pt x="115823" y="234696"/>
                </a:lnTo>
                <a:lnTo>
                  <a:pt x="143256" y="263652"/>
                </a:lnTo>
                <a:lnTo>
                  <a:pt x="134969" y="265390"/>
                </a:lnTo>
                <a:lnTo>
                  <a:pt x="123825" y="270700"/>
                </a:lnTo>
                <a:lnTo>
                  <a:pt x="109823" y="279725"/>
                </a:lnTo>
                <a:lnTo>
                  <a:pt x="92964" y="292608"/>
                </a:lnTo>
                <a:lnTo>
                  <a:pt x="72699" y="306919"/>
                </a:lnTo>
                <a:lnTo>
                  <a:pt x="50863" y="320230"/>
                </a:lnTo>
                <a:lnTo>
                  <a:pt x="27598" y="332684"/>
                </a:lnTo>
                <a:lnTo>
                  <a:pt x="3047" y="344424"/>
                </a:lnTo>
                <a:close/>
              </a:path>
              <a:path w="332739" h="356870">
                <a:moveTo>
                  <a:pt x="321564" y="341376"/>
                </a:moveTo>
                <a:lnTo>
                  <a:pt x="315468" y="341376"/>
                </a:lnTo>
                <a:lnTo>
                  <a:pt x="309372" y="335280"/>
                </a:lnTo>
                <a:lnTo>
                  <a:pt x="303276" y="323088"/>
                </a:lnTo>
                <a:lnTo>
                  <a:pt x="292107" y="307943"/>
                </a:lnTo>
                <a:lnTo>
                  <a:pt x="274510" y="289941"/>
                </a:lnTo>
                <a:lnTo>
                  <a:pt x="250340" y="269081"/>
                </a:lnTo>
                <a:lnTo>
                  <a:pt x="219456" y="245364"/>
                </a:lnTo>
                <a:lnTo>
                  <a:pt x="222504" y="240792"/>
                </a:lnTo>
                <a:lnTo>
                  <a:pt x="280606" y="267462"/>
                </a:lnTo>
                <a:lnTo>
                  <a:pt x="319563" y="290964"/>
                </a:lnTo>
                <a:lnTo>
                  <a:pt x="332193" y="320230"/>
                </a:lnTo>
                <a:lnTo>
                  <a:pt x="330708" y="327660"/>
                </a:lnTo>
                <a:lnTo>
                  <a:pt x="327660" y="333756"/>
                </a:lnTo>
                <a:lnTo>
                  <a:pt x="323088" y="338328"/>
                </a:lnTo>
                <a:lnTo>
                  <a:pt x="321564" y="341376"/>
                </a:lnTo>
                <a:close/>
              </a:path>
              <a:path w="332739" h="356870">
                <a:moveTo>
                  <a:pt x="163068" y="356616"/>
                </a:moveTo>
                <a:lnTo>
                  <a:pt x="159972" y="344924"/>
                </a:lnTo>
                <a:lnTo>
                  <a:pt x="150876" y="335089"/>
                </a:lnTo>
                <a:lnTo>
                  <a:pt x="136064" y="327255"/>
                </a:lnTo>
                <a:lnTo>
                  <a:pt x="115823" y="321564"/>
                </a:lnTo>
                <a:lnTo>
                  <a:pt x="115823" y="315468"/>
                </a:lnTo>
                <a:lnTo>
                  <a:pt x="133540" y="317468"/>
                </a:lnTo>
                <a:lnTo>
                  <a:pt x="147828" y="318897"/>
                </a:lnTo>
                <a:lnTo>
                  <a:pt x="158686" y="319754"/>
                </a:lnTo>
                <a:lnTo>
                  <a:pt x="166116" y="320040"/>
                </a:lnTo>
                <a:lnTo>
                  <a:pt x="197216" y="320040"/>
                </a:lnTo>
                <a:lnTo>
                  <a:pt x="196715" y="325969"/>
                </a:lnTo>
                <a:lnTo>
                  <a:pt x="190309" y="339280"/>
                </a:lnTo>
                <a:lnTo>
                  <a:pt x="179046" y="349448"/>
                </a:lnTo>
                <a:lnTo>
                  <a:pt x="163068" y="35661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" name="object 43"/>
          <p:cNvSpPr/>
          <p:nvPr/>
        </p:nvSpPr>
        <p:spPr>
          <a:xfrm>
            <a:off x="2557259" y="4946903"/>
            <a:ext cx="2702560" cy="361315"/>
          </a:xfrm>
          <a:custGeom>
            <a:avLst/>
            <a:gdLst/>
            <a:ahLst/>
            <a:cxnLst/>
            <a:rect l="l" t="t" r="r" b="b"/>
            <a:pathLst>
              <a:path w="2702560" h="361314">
                <a:moveTo>
                  <a:pt x="353568" y="342900"/>
                </a:moveTo>
                <a:lnTo>
                  <a:pt x="323100" y="309372"/>
                </a:lnTo>
                <a:lnTo>
                  <a:pt x="298704" y="333756"/>
                </a:lnTo>
                <a:lnTo>
                  <a:pt x="184404" y="333756"/>
                </a:lnTo>
                <a:lnTo>
                  <a:pt x="184404" y="263652"/>
                </a:lnTo>
                <a:lnTo>
                  <a:pt x="320040" y="263652"/>
                </a:lnTo>
                <a:lnTo>
                  <a:pt x="291084" y="230124"/>
                </a:lnTo>
                <a:lnTo>
                  <a:pt x="266712" y="254508"/>
                </a:lnTo>
                <a:lnTo>
                  <a:pt x="184404" y="254508"/>
                </a:lnTo>
                <a:lnTo>
                  <a:pt x="184404" y="188976"/>
                </a:lnTo>
                <a:lnTo>
                  <a:pt x="266712" y="188976"/>
                </a:lnTo>
                <a:lnTo>
                  <a:pt x="266712" y="208788"/>
                </a:lnTo>
                <a:lnTo>
                  <a:pt x="288048" y="199644"/>
                </a:lnTo>
                <a:lnTo>
                  <a:pt x="287667" y="188976"/>
                </a:lnTo>
                <a:lnTo>
                  <a:pt x="287337" y="179832"/>
                </a:lnTo>
                <a:lnTo>
                  <a:pt x="287159" y="174764"/>
                </a:lnTo>
                <a:lnTo>
                  <a:pt x="286715" y="141160"/>
                </a:lnTo>
                <a:lnTo>
                  <a:pt x="286600" y="114300"/>
                </a:lnTo>
                <a:lnTo>
                  <a:pt x="286562" y="105156"/>
                </a:lnTo>
                <a:lnTo>
                  <a:pt x="286524" y="47244"/>
                </a:lnTo>
                <a:lnTo>
                  <a:pt x="294360" y="41148"/>
                </a:lnTo>
                <a:lnTo>
                  <a:pt x="300228" y="36576"/>
                </a:lnTo>
                <a:lnTo>
                  <a:pt x="294259" y="32004"/>
                </a:lnTo>
                <a:lnTo>
                  <a:pt x="274320" y="16764"/>
                </a:lnTo>
                <a:lnTo>
                  <a:pt x="266712" y="27635"/>
                </a:lnTo>
                <a:lnTo>
                  <a:pt x="266712" y="41148"/>
                </a:lnTo>
                <a:lnTo>
                  <a:pt x="266712" y="105156"/>
                </a:lnTo>
                <a:lnTo>
                  <a:pt x="266712" y="114300"/>
                </a:lnTo>
                <a:lnTo>
                  <a:pt x="266712" y="179832"/>
                </a:lnTo>
                <a:lnTo>
                  <a:pt x="184404" y="179832"/>
                </a:lnTo>
                <a:lnTo>
                  <a:pt x="184404" y="114300"/>
                </a:lnTo>
                <a:lnTo>
                  <a:pt x="266712" y="114300"/>
                </a:lnTo>
                <a:lnTo>
                  <a:pt x="266712" y="105156"/>
                </a:lnTo>
                <a:lnTo>
                  <a:pt x="184404" y="105156"/>
                </a:lnTo>
                <a:lnTo>
                  <a:pt x="184404" y="41148"/>
                </a:lnTo>
                <a:lnTo>
                  <a:pt x="266712" y="41148"/>
                </a:lnTo>
                <a:lnTo>
                  <a:pt x="266712" y="27635"/>
                </a:lnTo>
                <a:lnTo>
                  <a:pt x="263652" y="32004"/>
                </a:lnTo>
                <a:lnTo>
                  <a:pt x="164592" y="32004"/>
                </a:lnTo>
                <a:lnTo>
                  <a:pt x="164592" y="41148"/>
                </a:lnTo>
                <a:lnTo>
                  <a:pt x="164592" y="105156"/>
                </a:lnTo>
                <a:lnTo>
                  <a:pt x="164592" y="114300"/>
                </a:lnTo>
                <a:lnTo>
                  <a:pt x="164592" y="179832"/>
                </a:lnTo>
                <a:lnTo>
                  <a:pt x="83820" y="179832"/>
                </a:lnTo>
                <a:lnTo>
                  <a:pt x="83820" y="114300"/>
                </a:lnTo>
                <a:lnTo>
                  <a:pt x="164592" y="114300"/>
                </a:lnTo>
                <a:lnTo>
                  <a:pt x="164592" y="105156"/>
                </a:lnTo>
                <a:lnTo>
                  <a:pt x="83820" y="105156"/>
                </a:lnTo>
                <a:lnTo>
                  <a:pt x="83820" y="41148"/>
                </a:lnTo>
                <a:lnTo>
                  <a:pt x="164592" y="41148"/>
                </a:lnTo>
                <a:lnTo>
                  <a:pt x="164592" y="32004"/>
                </a:lnTo>
                <a:lnTo>
                  <a:pt x="83820" y="32004"/>
                </a:lnTo>
                <a:lnTo>
                  <a:pt x="62484" y="18288"/>
                </a:lnTo>
                <a:lnTo>
                  <a:pt x="63360" y="41148"/>
                </a:lnTo>
                <a:lnTo>
                  <a:pt x="63817" y="65341"/>
                </a:lnTo>
                <a:lnTo>
                  <a:pt x="63995" y="90093"/>
                </a:lnTo>
                <a:lnTo>
                  <a:pt x="63995" y="141160"/>
                </a:lnTo>
                <a:lnTo>
                  <a:pt x="63817" y="165925"/>
                </a:lnTo>
                <a:lnTo>
                  <a:pt x="63373" y="190627"/>
                </a:lnTo>
                <a:lnTo>
                  <a:pt x="62484" y="214884"/>
                </a:lnTo>
                <a:lnTo>
                  <a:pt x="83820" y="205740"/>
                </a:lnTo>
                <a:lnTo>
                  <a:pt x="83820" y="188976"/>
                </a:lnTo>
                <a:lnTo>
                  <a:pt x="164592" y="188976"/>
                </a:lnTo>
                <a:lnTo>
                  <a:pt x="164592" y="254508"/>
                </a:lnTo>
                <a:lnTo>
                  <a:pt x="35052" y="254508"/>
                </a:lnTo>
                <a:lnTo>
                  <a:pt x="48768" y="268224"/>
                </a:lnTo>
                <a:lnTo>
                  <a:pt x="57912" y="266230"/>
                </a:lnTo>
                <a:lnTo>
                  <a:pt x="67056" y="264795"/>
                </a:lnTo>
                <a:lnTo>
                  <a:pt x="76200" y="263944"/>
                </a:lnTo>
                <a:lnTo>
                  <a:pt x="85344" y="263652"/>
                </a:lnTo>
                <a:lnTo>
                  <a:pt x="164592" y="263652"/>
                </a:lnTo>
                <a:lnTo>
                  <a:pt x="164592" y="333756"/>
                </a:lnTo>
                <a:lnTo>
                  <a:pt x="0" y="333756"/>
                </a:lnTo>
                <a:lnTo>
                  <a:pt x="13716" y="347472"/>
                </a:lnTo>
                <a:lnTo>
                  <a:pt x="22860" y="345478"/>
                </a:lnTo>
                <a:lnTo>
                  <a:pt x="32004" y="344043"/>
                </a:lnTo>
                <a:lnTo>
                  <a:pt x="41148" y="343192"/>
                </a:lnTo>
                <a:lnTo>
                  <a:pt x="50292" y="342900"/>
                </a:lnTo>
                <a:lnTo>
                  <a:pt x="353568" y="342900"/>
                </a:lnTo>
                <a:close/>
              </a:path>
              <a:path w="2702560" h="361314">
                <a:moveTo>
                  <a:pt x="746772" y="36576"/>
                </a:moveTo>
                <a:lnTo>
                  <a:pt x="719340" y="4572"/>
                </a:lnTo>
                <a:lnTo>
                  <a:pt x="694956" y="27432"/>
                </a:lnTo>
                <a:lnTo>
                  <a:pt x="388632" y="27432"/>
                </a:lnTo>
                <a:lnTo>
                  <a:pt x="402348" y="41148"/>
                </a:lnTo>
                <a:lnTo>
                  <a:pt x="410895" y="39154"/>
                </a:lnTo>
                <a:lnTo>
                  <a:pt x="420446" y="37719"/>
                </a:lnTo>
                <a:lnTo>
                  <a:pt x="430847" y="36868"/>
                </a:lnTo>
                <a:lnTo>
                  <a:pt x="441972" y="36576"/>
                </a:lnTo>
                <a:lnTo>
                  <a:pt x="539508" y="36576"/>
                </a:lnTo>
                <a:lnTo>
                  <a:pt x="536879" y="51968"/>
                </a:lnTo>
                <a:lnTo>
                  <a:pt x="533412" y="68199"/>
                </a:lnTo>
                <a:lnTo>
                  <a:pt x="528789" y="85013"/>
                </a:lnTo>
                <a:lnTo>
                  <a:pt x="522744" y="102108"/>
                </a:lnTo>
                <a:lnTo>
                  <a:pt x="513600" y="102108"/>
                </a:lnTo>
                <a:lnTo>
                  <a:pt x="513600" y="111252"/>
                </a:lnTo>
                <a:lnTo>
                  <a:pt x="513600" y="316992"/>
                </a:lnTo>
                <a:lnTo>
                  <a:pt x="448068" y="316992"/>
                </a:lnTo>
                <a:lnTo>
                  <a:pt x="448068" y="111252"/>
                </a:lnTo>
                <a:lnTo>
                  <a:pt x="513600" y="111252"/>
                </a:lnTo>
                <a:lnTo>
                  <a:pt x="513600" y="102108"/>
                </a:lnTo>
                <a:lnTo>
                  <a:pt x="448068" y="102108"/>
                </a:lnTo>
                <a:lnTo>
                  <a:pt x="425208" y="89916"/>
                </a:lnTo>
                <a:lnTo>
                  <a:pt x="426072" y="115824"/>
                </a:lnTo>
                <a:lnTo>
                  <a:pt x="426542" y="146875"/>
                </a:lnTo>
                <a:lnTo>
                  <a:pt x="426643" y="169164"/>
                </a:lnTo>
                <a:lnTo>
                  <a:pt x="426542" y="296418"/>
                </a:lnTo>
                <a:lnTo>
                  <a:pt x="426085" y="328993"/>
                </a:lnTo>
                <a:lnTo>
                  <a:pt x="425208" y="358140"/>
                </a:lnTo>
                <a:lnTo>
                  <a:pt x="448068" y="347472"/>
                </a:lnTo>
                <a:lnTo>
                  <a:pt x="448068" y="326136"/>
                </a:lnTo>
                <a:lnTo>
                  <a:pt x="685812" y="326136"/>
                </a:lnTo>
                <a:lnTo>
                  <a:pt x="685812" y="356616"/>
                </a:lnTo>
                <a:lnTo>
                  <a:pt x="708672" y="345948"/>
                </a:lnTo>
                <a:lnTo>
                  <a:pt x="708279" y="326136"/>
                </a:lnTo>
                <a:lnTo>
                  <a:pt x="708113" y="316992"/>
                </a:lnTo>
                <a:lnTo>
                  <a:pt x="707923" y="307390"/>
                </a:lnTo>
                <a:lnTo>
                  <a:pt x="707466" y="264947"/>
                </a:lnTo>
                <a:lnTo>
                  <a:pt x="707250" y="220980"/>
                </a:lnTo>
                <a:lnTo>
                  <a:pt x="707148" y="115824"/>
                </a:lnTo>
                <a:lnTo>
                  <a:pt x="711720" y="111252"/>
                </a:lnTo>
                <a:lnTo>
                  <a:pt x="717816" y="105156"/>
                </a:lnTo>
                <a:lnTo>
                  <a:pt x="713752" y="102108"/>
                </a:lnTo>
                <a:lnTo>
                  <a:pt x="693432" y="86868"/>
                </a:lnTo>
                <a:lnTo>
                  <a:pt x="685812" y="97764"/>
                </a:lnTo>
                <a:lnTo>
                  <a:pt x="685812" y="111252"/>
                </a:lnTo>
                <a:lnTo>
                  <a:pt x="685812" y="316992"/>
                </a:lnTo>
                <a:lnTo>
                  <a:pt x="617232" y="316992"/>
                </a:lnTo>
                <a:lnTo>
                  <a:pt x="617232" y="111252"/>
                </a:lnTo>
                <a:lnTo>
                  <a:pt x="685812" y="111252"/>
                </a:lnTo>
                <a:lnTo>
                  <a:pt x="685812" y="97764"/>
                </a:lnTo>
                <a:lnTo>
                  <a:pt x="682764" y="102108"/>
                </a:lnTo>
                <a:lnTo>
                  <a:pt x="597420" y="102108"/>
                </a:lnTo>
                <a:lnTo>
                  <a:pt x="597420" y="316992"/>
                </a:lnTo>
                <a:lnTo>
                  <a:pt x="533412" y="316992"/>
                </a:lnTo>
                <a:lnTo>
                  <a:pt x="533412" y="249936"/>
                </a:lnTo>
                <a:lnTo>
                  <a:pt x="597420" y="249936"/>
                </a:lnTo>
                <a:lnTo>
                  <a:pt x="597420" y="239268"/>
                </a:lnTo>
                <a:lnTo>
                  <a:pt x="533412" y="239268"/>
                </a:lnTo>
                <a:lnTo>
                  <a:pt x="533412" y="178308"/>
                </a:lnTo>
                <a:lnTo>
                  <a:pt x="597420" y="178308"/>
                </a:lnTo>
                <a:lnTo>
                  <a:pt x="597420" y="169164"/>
                </a:lnTo>
                <a:lnTo>
                  <a:pt x="533412" y="169164"/>
                </a:lnTo>
                <a:lnTo>
                  <a:pt x="533412" y="111252"/>
                </a:lnTo>
                <a:lnTo>
                  <a:pt x="597420" y="111252"/>
                </a:lnTo>
                <a:lnTo>
                  <a:pt x="597420" y="102108"/>
                </a:lnTo>
                <a:lnTo>
                  <a:pt x="531888" y="102108"/>
                </a:lnTo>
                <a:lnTo>
                  <a:pt x="545985" y="78295"/>
                </a:lnTo>
                <a:lnTo>
                  <a:pt x="553745" y="65900"/>
                </a:lnTo>
                <a:lnTo>
                  <a:pt x="562368" y="53340"/>
                </a:lnTo>
                <a:lnTo>
                  <a:pt x="577608" y="48768"/>
                </a:lnTo>
                <a:lnTo>
                  <a:pt x="554748" y="36576"/>
                </a:lnTo>
                <a:lnTo>
                  <a:pt x="746772" y="36576"/>
                </a:lnTo>
                <a:close/>
              </a:path>
              <a:path w="2702560" h="361314">
                <a:moveTo>
                  <a:pt x="1135392" y="71628"/>
                </a:moveTo>
                <a:lnTo>
                  <a:pt x="1098816" y="36576"/>
                </a:lnTo>
                <a:lnTo>
                  <a:pt x="1072908" y="62484"/>
                </a:lnTo>
                <a:lnTo>
                  <a:pt x="943368" y="62484"/>
                </a:lnTo>
                <a:lnTo>
                  <a:pt x="947940" y="55079"/>
                </a:lnTo>
                <a:lnTo>
                  <a:pt x="952512" y="46672"/>
                </a:lnTo>
                <a:lnTo>
                  <a:pt x="957084" y="37414"/>
                </a:lnTo>
                <a:lnTo>
                  <a:pt x="961656" y="27432"/>
                </a:lnTo>
                <a:lnTo>
                  <a:pt x="976896" y="21336"/>
                </a:lnTo>
                <a:lnTo>
                  <a:pt x="938796" y="0"/>
                </a:lnTo>
                <a:lnTo>
                  <a:pt x="935672" y="13195"/>
                </a:lnTo>
                <a:lnTo>
                  <a:pt x="930986" y="27813"/>
                </a:lnTo>
                <a:lnTo>
                  <a:pt x="924864" y="44157"/>
                </a:lnTo>
                <a:lnTo>
                  <a:pt x="917460" y="62484"/>
                </a:lnTo>
                <a:lnTo>
                  <a:pt x="780300" y="62484"/>
                </a:lnTo>
                <a:lnTo>
                  <a:pt x="794016" y="76200"/>
                </a:lnTo>
                <a:lnTo>
                  <a:pt x="802297" y="74206"/>
                </a:lnTo>
                <a:lnTo>
                  <a:pt x="811161" y="72771"/>
                </a:lnTo>
                <a:lnTo>
                  <a:pt x="820585" y="71920"/>
                </a:lnTo>
                <a:lnTo>
                  <a:pt x="830592" y="71628"/>
                </a:lnTo>
                <a:lnTo>
                  <a:pt x="914412" y="71628"/>
                </a:lnTo>
                <a:lnTo>
                  <a:pt x="884504" y="121920"/>
                </a:lnTo>
                <a:lnTo>
                  <a:pt x="853452" y="163068"/>
                </a:lnTo>
                <a:lnTo>
                  <a:pt x="819734" y="198501"/>
                </a:lnTo>
                <a:lnTo>
                  <a:pt x="780300" y="231648"/>
                </a:lnTo>
                <a:lnTo>
                  <a:pt x="784872" y="236220"/>
                </a:lnTo>
                <a:lnTo>
                  <a:pt x="809459" y="220243"/>
                </a:lnTo>
                <a:lnTo>
                  <a:pt x="833069" y="202120"/>
                </a:lnTo>
                <a:lnTo>
                  <a:pt x="855802" y="182003"/>
                </a:lnTo>
                <a:lnTo>
                  <a:pt x="877836" y="160020"/>
                </a:lnTo>
                <a:lnTo>
                  <a:pt x="877747" y="259080"/>
                </a:lnTo>
                <a:lnTo>
                  <a:pt x="877646" y="296418"/>
                </a:lnTo>
                <a:lnTo>
                  <a:pt x="877189" y="337045"/>
                </a:lnTo>
                <a:lnTo>
                  <a:pt x="876312" y="359664"/>
                </a:lnTo>
                <a:lnTo>
                  <a:pt x="899172" y="345948"/>
                </a:lnTo>
                <a:lnTo>
                  <a:pt x="899172" y="259080"/>
                </a:lnTo>
                <a:lnTo>
                  <a:pt x="1039380" y="259080"/>
                </a:lnTo>
                <a:lnTo>
                  <a:pt x="1039380" y="321564"/>
                </a:lnTo>
                <a:lnTo>
                  <a:pt x="1034808" y="326136"/>
                </a:lnTo>
                <a:lnTo>
                  <a:pt x="986040" y="321564"/>
                </a:lnTo>
                <a:lnTo>
                  <a:pt x="986040" y="329184"/>
                </a:lnTo>
                <a:lnTo>
                  <a:pt x="1004900" y="335457"/>
                </a:lnTo>
                <a:lnTo>
                  <a:pt x="1018044" y="342709"/>
                </a:lnTo>
                <a:lnTo>
                  <a:pt x="1025474" y="350837"/>
                </a:lnTo>
                <a:lnTo>
                  <a:pt x="1027188" y="359664"/>
                </a:lnTo>
                <a:lnTo>
                  <a:pt x="1042060" y="352234"/>
                </a:lnTo>
                <a:lnTo>
                  <a:pt x="1052525" y="343662"/>
                </a:lnTo>
                <a:lnTo>
                  <a:pt x="1058684" y="333946"/>
                </a:lnTo>
                <a:lnTo>
                  <a:pt x="1060145" y="326136"/>
                </a:lnTo>
                <a:lnTo>
                  <a:pt x="1060627" y="323570"/>
                </a:lnTo>
                <a:lnTo>
                  <a:pt x="1060716" y="259080"/>
                </a:lnTo>
                <a:lnTo>
                  <a:pt x="1060716" y="249936"/>
                </a:lnTo>
                <a:lnTo>
                  <a:pt x="1060716" y="198120"/>
                </a:lnTo>
                <a:lnTo>
                  <a:pt x="1060716" y="188976"/>
                </a:lnTo>
                <a:lnTo>
                  <a:pt x="1060716" y="141732"/>
                </a:lnTo>
                <a:lnTo>
                  <a:pt x="1068552" y="135636"/>
                </a:lnTo>
                <a:lnTo>
                  <a:pt x="1074432" y="131064"/>
                </a:lnTo>
                <a:lnTo>
                  <a:pt x="1068451" y="126492"/>
                </a:lnTo>
                <a:lnTo>
                  <a:pt x="1048524" y="111252"/>
                </a:lnTo>
                <a:lnTo>
                  <a:pt x="1039380" y="122682"/>
                </a:lnTo>
                <a:lnTo>
                  <a:pt x="1039380" y="135636"/>
                </a:lnTo>
                <a:lnTo>
                  <a:pt x="1039380" y="188976"/>
                </a:lnTo>
                <a:lnTo>
                  <a:pt x="1039380" y="198120"/>
                </a:lnTo>
                <a:lnTo>
                  <a:pt x="1039380" y="249936"/>
                </a:lnTo>
                <a:lnTo>
                  <a:pt x="899172" y="249936"/>
                </a:lnTo>
                <a:lnTo>
                  <a:pt x="899172" y="198120"/>
                </a:lnTo>
                <a:lnTo>
                  <a:pt x="1039380" y="198120"/>
                </a:lnTo>
                <a:lnTo>
                  <a:pt x="1039380" y="188976"/>
                </a:lnTo>
                <a:lnTo>
                  <a:pt x="899172" y="188976"/>
                </a:lnTo>
                <a:lnTo>
                  <a:pt x="899172" y="160020"/>
                </a:lnTo>
                <a:lnTo>
                  <a:pt x="899172" y="135636"/>
                </a:lnTo>
                <a:lnTo>
                  <a:pt x="1039380" y="135636"/>
                </a:lnTo>
                <a:lnTo>
                  <a:pt x="1039380" y="122682"/>
                </a:lnTo>
                <a:lnTo>
                  <a:pt x="1036332" y="126492"/>
                </a:lnTo>
                <a:lnTo>
                  <a:pt x="905268" y="126492"/>
                </a:lnTo>
                <a:lnTo>
                  <a:pt x="914387" y="114287"/>
                </a:lnTo>
                <a:lnTo>
                  <a:pt x="923366" y="100774"/>
                </a:lnTo>
                <a:lnTo>
                  <a:pt x="932053" y="86423"/>
                </a:lnTo>
                <a:lnTo>
                  <a:pt x="940320" y="71628"/>
                </a:lnTo>
                <a:lnTo>
                  <a:pt x="1135392" y="71628"/>
                </a:lnTo>
                <a:close/>
              </a:path>
              <a:path w="2702560" h="361314">
                <a:moveTo>
                  <a:pt x="1524012" y="167640"/>
                </a:moveTo>
                <a:lnTo>
                  <a:pt x="1490472" y="134112"/>
                </a:lnTo>
                <a:lnTo>
                  <a:pt x="1460004" y="158496"/>
                </a:lnTo>
                <a:lnTo>
                  <a:pt x="1176540" y="158496"/>
                </a:lnTo>
                <a:lnTo>
                  <a:pt x="1190256" y="172212"/>
                </a:lnTo>
                <a:lnTo>
                  <a:pt x="1198829" y="170218"/>
                </a:lnTo>
                <a:lnTo>
                  <a:pt x="1208544" y="168783"/>
                </a:lnTo>
                <a:lnTo>
                  <a:pt x="1219403" y="167932"/>
                </a:lnTo>
                <a:lnTo>
                  <a:pt x="1231404" y="167640"/>
                </a:lnTo>
                <a:lnTo>
                  <a:pt x="1524012" y="167640"/>
                </a:lnTo>
                <a:close/>
              </a:path>
              <a:path w="2702560" h="361314">
                <a:moveTo>
                  <a:pt x="1757172" y="102108"/>
                </a:moveTo>
                <a:lnTo>
                  <a:pt x="1748028" y="92964"/>
                </a:lnTo>
                <a:lnTo>
                  <a:pt x="1731264" y="76200"/>
                </a:lnTo>
                <a:lnTo>
                  <a:pt x="1714500" y="92964"/>
                </a:lnTo>
                <a:lnTo>
                  <a:pt x="1685544" y="92964"/>
                </a:lnTo>
                <a:lnTo>
                  <a:pt x="1685544" y="38100"/>
                </a:lnTo>
                <a:lnTo>
                  <a:pt x="1699260" y="27432"/>
                </a:lnTo>
                <a:lnTo>
                  <a:pt x="1664208" y="9144"/>
                </a:lnTo>
                <a:lnTo>
                  <a:pt x="1664474" y="35052"/>
                </a:lnTo>
                <a:lnTo>
                  <a:pt x="1665020" y="76200"/>
                </a:lnTo>
                <a:lnTo>
                  <a:pt x="1665503" y="126492"/>
                </a:lnTo>
                <a:lnTo>
                  <a:pt x="1665732" y="190500"/>
                </a:lnTo>
                <a:lnTo>
                  <a:pt x="1621536" y="196596"/>
                </a:lnTo>
                <a:lnTo>
                  <a:pt x="1621536" y="91440"/>
                </a:lnTo>
                <a:lnTo>
                  <a:pt x="1633728" y="79248"/>
                </a:lnTo>
                <a:lnTo>
                  <a:pt x="1598676" y="62484"/>
                </a:lnTo>
                <a:lnTo>
                  <a:pt x="1599806" y="83045"/>
                </a:lnTo>
                <a:lnTo>
                  <a:pt x="1600771" y="112585"/>
                </a:lnTo>
                <a:lnTo>
                  <a:pt x="1601470" y="151003"/>
                </a:lnTo>
                <a:lnTo>
                  <a:pt x="1601724" y="198120"/>
                </a:lnTo>
                <a:lnTo>
                  <a:pt x="1566672" y="202692"/>
                </a:lnTo>
                <a:lnTo>
                  <a:pt x="1583436" y="231648"/>
                </a:lnTo>
                <a:lnTo>
                  <a:pt x="1631251" y="212598"/>
                </a:lnTo>
                <a:lnTo>
                  <a:pt x="1683956" y="199504"/>
                </a:lnTo>
                <a:lnTo>
                  <a:pt x="1741182" y="187452"/>
                </a:lnTo>
                <a:lnTo>
                  <a:pt x="1755648" y="184404"/>
                </a:lnTo>
                <a:lnTo>
                  <a:pt x="1754124" y="176784"/>
                </a:lnTo>
                <a:lnTo>
                  <a:pt x="1685544" y="187452"/>
                </a:lnTo>
                <a:lnTo>
                  <a:pt x="1685544" y="102108"/>
                </a:lnTo>
                <a:lnTo>
                  <a:pt x="1757172" y="102108"/>
                </a:lnTo>
                <a:close/>
              </a:path>
              <a:path w="2702560" h="361314">
                <a:moveTo>
                  <a:pt x="1868424" y="265176"/>
                </a:moveTo>
                <a:lnTo>
                  <a:pt x="1836420" y="231648"/>
                </a:lnTo>
                <a:lnTo>
                  <a:pt x="1813560" y="256032"/>
                </a:lnTo>
                <a:lnTo>
                  <a:pt x="1615440" y="256032"/>
                </a:lnTo>
                <a:lnTo>
                  <a:pt x="1629156" y="269748"/>
                </a:lnTo>
                <a:lnTo>
                  <a:pt x="1637182" y="267754"/>
                </a:lnTo>
                <a:lnTo>
                  <a:pt x="1645348" y="266319"/>
                </a:lnTo>
                <a:lnTo>
                  <a:pt x="1653806" y="265468"/>
                </a:lnTo>
                <a:lnTo>
                  <a:pt x="1662684" y="265176"/>
                </a:lnTo>
                <a:lnTo>
                  <a:pt x="1868424" y="265176"/>
                </a:lnTo>
                <a:close/>
              </a:path>
              <a:path w="2702560" h="361314">
                <a:moveTo>
                  <a:pt x="1915668" y="333756"/>
                </a:moveTo>
                <a:lnTo>
                  <a:pt x="1879092" y="297180"/>
                </a:lnTo>
                <a:lnTo>
                  <a:pt x="1851660" y="324612"/>
                </a:lnTo>
                <a:lnTo>
                  <a:pt x="1569720" y="324612"/>
                </a:lnTo>
                <a:lnTo>
                  <a:pt x="1583436" y="338328"/>
                </a:lnTo>
                <a:lnTo>
                  <a:pt x="1592580" y="336334"/>
                </a:lnTo>
                <a:lnTo>
                  <a:pt x="1601724" y="334899"/>
                </a:lnTo>
                <a:lnTo>
                  <a:pt x="1610868" y="334048"/>
                </a:lnTo>
                <a:lnTo>
                  <a:pt x="1620012" y="333756"/>
                </a:lnTo>
                <a:lnTo>
                  <a:pt x="1915668" y="333756"/>
                </a:lnTo>
                <a:close/>
              </a:path>
              <a:path w="2702560" h="361314">
                <a:moveTo>
                  <a:pt x="1917192" y="188976"/>
                </a:moveTo>
                <a:lnTo>
                  <a:pt x="1900834" y="151574"/>
                </a:lnTo>
                <a:lnTo>
                  <a:pt x="1898904" y="126492"/>
                </a:lnTo>
                <a:lnTo>
                  <a:pt x="1891284" y="126492"/>
                </a:lnTo>
                <a:lnTo>
                  <a:pt x="1890141" y="139623"/>
                </a:lnTo>
                <a:lnTo>
                  <a:pt x="1889048" y="151003"/>
                </a:lnTo>
                <a:lnTo>
                  <a:pt x="1887893" y="161544"/>
                </a:lnTo>
                <a:lnTo>
                  <a:pt x="1886712" y="170688"/>
                </a:lnTo>
                <a:lnTo>
                  <a:pt x="1885188" y="182880"/>
                </a:lnTo>
                <a:lnTo>
                  <a:pt x="1880616" y="188976"/>
                </a:lnTo>
                <a:lnTo>
                  <a:pt x="1872996" y="192024"/>
                </a:lnTo>
                <a:lnTo>
                  <a:pt x="1816608" y="192024"/>
                </a:lnTo>
                <a:lnTo>
                  <a:pt x="1790700" y="132588"/>
                </a:lnTo>
                <a:lnTo>
                  <a:pt x="1806524" y="123444"/>
                </a:lnTo>
                <a:lnTo>
                  <a:pt x="1830755" y="109448"/>
                </a:lnTo>
                <a:lnTo>
                  <a:pt x="1861947" y="92583"/>
                </a:lnTo>
                <a:lnTo>
                  <a:pt x="1884578" y="82016"/>
                </a:lnTo>
                <a:lnTo>
                  <a:pt x="1898904" y="77724"/>
                </a:lnTo>
                <a:lnTo>
                  <a:pt x="1872996" y="51816"/>
                </a:lnTo>
                <a:lnTo>
                  <a:pt x="1862709" y="65798"/>
                </a:lnTo>
                <a:lnTo>
                  <a:pt x="1845564" y="82486"/>
                </a:lnTo>
                <a:lnTo>
                  <a:pt x="1821561" y="101752"/>
                </a:lnTo>
                <a:lnTo>
                  <a:pt x="1790700" y="123444"/>
                </a:lnTo>
                <a:lnTo>
                  <a:pt x="1790700" y="35052"/>
                </a:lnTo>
                <a:lnTo>
                  <a:pt x="1802892" y="24384"/>
                </a:lnTo>
                <a:lnTo>
                  <a:pt x="1769364" y="9144"/>
                </a:lnTo>
                <a:lnTo>
                  <a:pt x="1770227" y="24384"/>
                </a:lnTo>
                <a:lnTo>
                  <a:pt x="1770710" y="38100"/>
                </a:lnTo>
                <a:lnTo>
                  <a:pt x="1770875" y="48374"/>
                </a:lnTo>
                <a:lnTo>
                  <a:pt x="1770888" y="179832"/>
                </a:lnTo>
                <a:lnTo>
                  <a:pt x="1773199" y="193573"/>
                </a:lnTo>
                <a:lnTo>
                  <a:pt x="1780222" y="202882"/>
                </a:lnTo>
                <a:lnTo>
                  <a:pt x="1792109" y="207911"/>
                </a:lnTo>
                <a:lnTo>
                  <a:pt x="1808988" y="208788"/>
                </a:lnTo>
                <a:lnTo>
                  <a:pt x="1879092" y="208788"/>
                </a:lnTo>
                <a:lnTo>
                  <a:pt x="1891906" y="207632"/>
                </a:lnTo>
                <a:lnTo>
                  <a:pt x="1902714" y="204025"/>
                </a:lnTo>
                <a:lnTo>
                  <a:pt x="1911248" y="197866"/>
                </a:lnTo>
                <a:lnTo>
                  <a:pt x="1915160" y="192024"/>
                </a:lnTo>
                <a:lnTo>
                  <a:pt x="1917192" y="188976"/>
                </a:lnTo>
                <a:close/>
              </a:path>
              <a:path w="2702560" h="361314">
                <a:moveTo>
                  <a:pt x="2165616" y="126492"/>
                </a:moveTo>
                <a:lnTo>
                  <a:pt x="2139708" y="100584"/>
                </a:lnTo>
                <a:lnTo>
                  <a:pt x="2122944" y="117348"/>
                </a:lnTo>
                <a:lnTo>
                  <a:pt x="2104656" y="117348"/>
                </a:lnTo>
                <a:lnTo>
                  <a:pt x="2114067" y="105156"/>
                </a:lnTo>
                <a:lnTo>
                  <a:pt x="2134654" y="77279"/>
                </a:lnTo>
                <a:lnTo>
                  <a:pt x="2136610" y="74676"/>
                </a:lnTo>
                <a:lnTo>
                  <a:pt x="2145804" y="62484"/>
                </a:lnTo>
                <a:lnTo>
                  <a:pt x="2159520" y="57912"/>
                </a:lnTo>
                <a:lnTo>
                  <a:pt x="2132088" y="35052"/>
                </a:lnTo>
                <a:lnTo>
                  <a:pt x="2113800" y="70104"/>
                </a:lnTo>
                <a:lnTo>
                  <a:pt x="2111413" y="73825"/>
                </a:lnTo>
                <a:lnTo>
                  <a:pt x="2110867" y="73279"/>
                </a:lnTo>
                <a:lnTo>
                  <a:pt x="2110867" y="74676"/>
                </a:lnTo>
                <a:lnTo>
                  <a:pt x="2106892" y="80924"/>
                </a:lnTo>
                <a:lnTo>
                  <a:pt x="2099703" y="92583"/>
                </a:lnTo>
                <a:lnTo>
                  <a:pt x="2091931" y="104825"/>
                </a:lnTo>
                <a:lnTo>
                  <a:pt x="2083320" y="117348"/>
                </a:lnTo>
                <a:lnTo>
                  <a:pt x="2061984" y="117348"/>
                </a:lnTo>
                <a:lnTo>
                  <a:pt x="2061984" y="74676"/>
                </a:lnTo>
                <a:lnTo>
                  <a:pt x="2110867" y="74676"/>
                </a:lnTo>
                <a:lnTo>
                  <a:pt x="2110867" y="73279"/>
                </a:lnTo>
                <a:lnTo>
                  <a:pt x="2089416" y="51816"/>
                </a:lnTo>
                <a:lnTo>
                  <a:pt x="2074176" y="65532"/>
                </a:lnTo>
                <a:lnTo>
                  <a:pt x="2061984" y="65532"/>
                </a:lnTo>
                <a:lnTo>
                  <a:pt x="2061984" y="28956"/>
                </a:lnTo>
                <a:lnTo>
                  <a:pt x="2074176" y="18288"/>
                </a:lnTo>
                <a:lnTo>
                  <a:pt x="2040648" y="1524"/>
                </a:lnTo>
                <a:lnTo>
                  <a:pt x="2042109" y="45656"/>
                </a:lnTo>
                <a:lnTo>
                  <a:pt x="2042172" y="65532"/>
                </a:lnTo>
                <a:lnTo>
                  <a:pt x="1979688" y="65532"/>
                </a:lnTo>
                <a:lnTo>
                  <a:pt x="1991880" y="77724"/>
                </a:lnTo>
                <a:lnTo>
                  <a:pt x="2005596" y="74676"/>
                </a:lnTo>
                <a:lnTo>
                  <a:pt x="2042172" y="74676"/>
                </a:lnTo>
                <a:lnTo>
                  <a:pt x="2042172" y="117348"/>
                </a:lnTo>
                <a:lnTo>
                  <a:pt x="1956828" y="117348"/>
                </a:lnTo>
                <a:lnTo>
                  <a:pt x="1969020" y="129540"/>
                </a:lnTo>
                <a:lnTo>
                  <a:pt x="1982736" y="126492"/>
                </a:lnTo>
                <a:lnTo>
                  <a:pt x="2075700" y="126492"/>
                </a:lnTo>
                <a:lnTo>
                  <a:pt x="2067699" y="137350"/>
                </a:lnTo>
                <a:lnTo>
                  <a:pt x="2059698" y="147066"/>
                </a:lnTo>
                <a:lnTo>
                  <a:pt x="2051697" y="155638"/>
                </a:lnTo>
                <a:lnTo>
                  <a:pt x="2043696" y="163068"/>
                </a:lnTo>
                <a:lnTo>
                  <a:pt x="1981212" y="163068"/>
                </a:lnTo>
                <a:lnTo>
                  <a:pt x="1993404" y="175260"/>
                </a:lnTo>
                <a:lnTo>
                  <a:pt x="2007120" y="172212"/>
                </a:lnTo>
                <a:lnTo>
                  <a:pt x="2036076" y="172212"/>
                </a:lnTo>
                <a:lnTo>
                  <a:pt x="2016645" y="190500"/>
                </a:lnTo>
                <a:lnTo>
                  <a:pt x="1997214" y="206502"/>
                </a:lnTo>
                <a:lnTo>
                  <a:pt x="1977783" y="220218"/>
                </a:lnTo>
                <a:lnTo>
                  <a:pt x="1958352" y="231648"/>
                </a:lnTo>
                <a:lnTo>
                  <a:pt x="1962924" y="236220"/>
                </a:lnTo>
                <a:lnTo>
                  <a:pt x="1990331" y="221932"/>
                </a:lnTo>
                <a:lnTo>
                  <a:pt x="2015312" y="206502"/>
                </a:lnTo>
                <a:lnTo>
                  <a:pt x="2037715" y="189928"/>
                </a:lnTo>
                <a:lnTo>
                  <a:pt x="2057412" y="172212"/>
                </a:lnTo>
                <a:lnTo>
                  <a:pt x="2101608" y="172212"/>
                </a:lnTo>
                <a:lnTo>
                  <a:pt x="2066556" y="208788"/>
                </a:lnTo>
                <a:lnTo>
                  <a:pt x="2054364" y="201168"/>
                </a:lnTo>
                <a:lnTo>
                  <a:pt x="2055241" y="214579"/>
                </a:lnTo>
                <a:lnTo>
                  <a:pt x="2055698" y="227266"/>
                </a:lnTo>
                <a:lnTo>
                  <a:pt x="2055812" y="236220"/>
                </a:lnTo>
                <a:lnTo>
                  <a:pt x="2055888" y="249936"/>
                </a:lnTo>
                <a:lnTo>
                  <a:pt x="2023859" y="255943"/>
                </a:lnTo>
                <a:lnTo>
                  <a:pt x="1998548" y="260223"/>
                </a:lnTo>
                <a:lnTo>
                  <a:pt x="1979803" y="262801"/>
                </a:lnTo>
                <a:lnTo>
                  <a:pt x="1967496" y="263652"/>
                </a:lnTo>
                <a:lnTo>
                  <a:pt x="1982736" y="291084"/>
                </a:lnTo>
                <a:lnTo>
                  <a:pt x="1989023" y="285940"/>
                </a:lnTo>
                <a:lnTo>
                  <a:pt x="2003310" y="279654"/>
                </a:lnTo>
                <a:lnTo>
                  <a:pt x="2025599" y="272224"/>
                </a:lnTo>
                <a:lnTo>
                  <a:pt x="2055888" y="263652"/>
                </a:lnTo>
                <a:lnTo>
                  <a:pt x="2055888" y="326136"/>
                </a:lnTo>
                <a:lnTo>
                  <a:pt x="2054364" y="329184"/>
                </a:lnTo>
                <a:lnTo>
                  <a:pt x="2049792" y="330708"/>
                </a:lnTo>
                <a:lnTo>
                  <a:pt x="2045258" y="330428"/>
                </a:lnTo>
                <a:lnTo>
                  <a:pt x="2036457" y="329565"/>
                </a:lnTo>
                <a:lnTo>
                  <a:pt x="2007120" y="326136"/>
                </a:lnTo>
                <a:lnTo>
                  <a:pt x="2007120" y="332232"/>
                </a:lnTo>
                <a:lnTo>
                  <a:pt x="2023351" y="337616"/>
                </a:lnTo>
                <a:lnTo>
                  <a:pt x="2035314" y="344424"/>
                </a:lnTo>
                <a:lnTo>
                  <a:pt x="2042693" y="352386"/>
                </a:lnTo>
                <a:lnTo>
                  <a:pt x="2045220" y="361188"/>
                </a:lnTo>
                <a:lnTo>
                  <a:pt x="2058974" y="355498"/>
                </a:lnTo>
                <a:lnTo>
                  <a:pt x="2068461" y="347662"/>
                </a:lnTo>
                <a:lnTo>
                  <a:pt x="2073935" y="337832"/>
                </a:lnTo>
                <a:lnTo>
                  <a:pt x="2075002" y="330708"/>
                </a:lnTo>
                <a:lnTo>
                  <a:pt x="2075700" y="326136"/>
                </a:lnTo>
                <a:lnTo>
                  <a:pt x="2075700" y="263652"/>
                </a:lnTo>
                <a:lnTo>
                  <a:pt x="2075700" y="259080"/>
                </a:lnTo>
                <a:lnTo>
                  <a:pt x="2124164" y="245364"/>
                </a:lnTo>
                <a:lnTo>
                  <a:pt x="2156472" y="236220"/>
                </a:lnTo>
                <a:lnTo>
                  <a:pt x="2154948" y="230124"/>
                </a:lnTo>
                <a:lnTo>
                  <a:pt x="2075700" y="245364"/>
                </a:lnTo>
                <a:lnTo>
                  <a:pt x="2075700" y="231648"/>
                </a:lnTo>
                <a:lnTo>
                  <a:pt x="2089416" y="222504"/>
                </a:lnTo>
                <a:lnTo>
                  <a:pt x="2072652" y="211836"/>
                </a:lnTo>
                <a:lnTo>
                  <a:pt x="2076551" y="208788"/>
                </a:lnTo>
                <a:lnTo>
                  <a:pt x="2091270" y="197319"/>
                </a:lnTo>
                <a:lnTo>
                  <a:pt x="2108466" y="185928"/>
                </a:lnTo>
                <a:lnTo>
                  <a:pt x="2124506" y="177977"/>
                </a:lnTo>
                <a:lnTo>
                  <a:pt x="2139708" y="173736"/>
                </a:lnTo>
                <a:lnTo>
                  <a:pt x="2138273" y="172212"/>
                </a:lnTo>
                <a:lnTo>
                  <a:pt x="2116848" y="149352"/>
                </a:lnTo>
                <a:lnTo>
                  <a:pt x="2103132" y="163068"/>
                </a:lnTo>
                <a:lnTo>
                  <a:pt x="2065032" y="163068"/>
                </a:lnTo>
                <a:lnTo>
                  <a:pt x="2073287" y="154787"/>
                </a:lnTo>
                <a:lnTo>
                  <a:pt x="2081987" y="145923"/>
                </a:lnTo>
                <a:lnTo>
                  <a:pt x="2090953" y="136499"/>
                </a:lnTo>
                <a:lnTo>
                  <a:pt x="2100084" y="126492"/>
                </a:lnTo>
                <a:lnTo>
                  <a:pt x="2165616" y="126492"/>
                </a:lnTo>
                <a:close/>
              </a:path>
              <a:path w="2702560" h="361314">
                <a:moveTo>
                  <a:pt x="2313444" y="332232"/>
                </a:moveTo>
                <a:lnTo>
                  <a:pt x="2291791" y="323926"/>
                </a:lnTo>
                <a:lnTo>
                  <a:pt x="2270582" y="310324"/>
                </a:lnTo>
                <a:lnTo>
                  <a:pt x="2250211" y="291299"/>
                </a:lnTo>
                <a:lnTo>
                  <a:pt x="2242959" y="281940"/>
                </a:lnTo>
                <a:lnTo>
                  <a:pt x="2231148" y="266700"/>
                </a:lnTo>
                <a:lnTo>
                  <a:pt x="2240597" y="246888"/>
                </a:lnTo>
                <a:lnTo>
                  <a:pt x="2245741" y="236105"/>
                </a:lnTo>
                <a:lnTo>
                  <a:pt x="2257628" y="199072"/>
                </a:lnTo>
                <a:lnTo>
                  <a:pt x="2266899" y="155638"/>
                </a:lnTo>
                <a:lnTo>
                  <a:pt x="2273820" y="105156"/>
                </a:lnTo>
                <a:lnTo>
                  <a:pt x="2311920" y="105156"/>
                </a:lnTo>
                <a:lnTo>
                  <a:pt x="2302776" y="96012"/>
                </a:lnTo>
                <a:lnTo>
                  <a:pt x="2284488" y="77724"/>
                </a:lnTo>
                <a:lnTo>
                  <a:pt x="2266200" y="96012"/>
                </a:lnTo>
                <a:lnTo>
                  <a:pt x="2252484" y="96012"/>
                </a:lnTo>
                <a:lnTo>
                  <a:pt x="2252484" y="105156"/>
                </a:lnTo>
                <a:lnTo>
                  <a:pt x="2247912" y="146596"/>
                </a:lnTo>
                <a:lnTo>
                  <a:pt x="2241054" y="184023"/>
                </a:lnTo>
                <a:lnTo>
                  <a:pt x="2231910" y="217462"/>
                </a:lnTo>
                <a:lnTo>
                  <a:pt x="2220480" y="246888"/>
                </a:lnTo>
                <a:lnTo>
                  <a:pt x="2210739" y="224599"/>
                </a:lnTo>
                <a:lnTo>
                  <a:pt x="2202002" y="196596"/>
                </a:lnTo>
                <a:lnTo>
                  <a:pt x="2194153" y="163068"/>
                </a:lnTo>
                <a:lnTo>
                  <a:pt x="2188337" y="131064"/>
                </a:lnTo>
                <a:lnTo>
                  <a:pt x="2186952" y="123444"/>
                </a:lnTo>
                <a:lnTo>
                  <a:pt x="2194572" y="105156"/>
                </a:lnTo>
                <a:lnTo>
                  <a:pt x="2252484" y="105156"/>
                </a:lnTo>
                <a:lnTo>
                  <a:pt x="2252484" y="96012"/>
                </a:lnTo>
                <a:lnTo>
                  <a:pt x="2197620" y="96012"/>
                </a:lnTo>
                <a:lnTo>
                  <a:pt x="2202357" y="80924"/>
                </a:lnTo>
                <a:lnTo>
                  <a:pt x="2207907" y="63817"/>
                </a:lnTo>
                <a:lnTo>
                  <a:pt x="2213902" y="45656"/>
                </a:lnTo>
                <a:lnTo>
                  <a:pt x="2220480" y="25908"/>
                </a:lnTo>
                <a:lnTo>
                  <a:pt x="2234196" y="16764"/>
                </a:lnTo>
                <a:lnTo>
                  <a:pt x="2199144" y="0"/>
                </a:lnTo>
                <a:lnTo>
                  <a:pt x="2187689" y="58610"/>
                </a:lnTo>
                <a:lnTo>
                  <a:pt x="2173808" y="111061"/>
                </a:lnTo>
                <a:lnTo>
                  <a:pt x="2157349" y="157530"/>
                </a:lnTo>
                <a:lnTo>
                  <a:pt x="2138184" y="198120"/>
                </a:lnTo>
                <a:lnTo>
                  <a:pt x="2142756" y="201168"/>
                </a:lnTo>
                <a:lnTo>
                  <a:pt x="2153869" y="184861"/>
                </a:lnTo>
                <a:lnTo>
                  <a:pt x="2164283" y="167830"/>
                </a:lnTo>
                <a:lnTo>
                  <a:pt x="2173821" y="149948"/>
                </a:lnTo>
                <a:lnTo>
                  <a:pt x="2182380" y="131064"/>
                </a:lnTo>
                <a:lnTo>
                  <a:pt x="2184946" y="166814"/>
                </a:lnTo>
                <a:lnTo>
                  <a:pt x="2190381" y="200977"/>
                </a:lnTo>
                <a:lnTo>
                  <a:pt x="2198662" y="233730"/>
                </a:lnTo>
                <a:lnTo>
                  <a:pt x="2209812" y="265176"/>
                </a:lnTo>
                <a:lnTo>
                  <a:pt x="2184400" y="293166"/>
                </a:lnTo>
                <a:lnTo>
                  <a:pt x="2156282" y="317563"/>
                </a:lnTo>
                <a:lnTo>
                  <a:pt x="2125586" y="338264"/>
                </a:lnTo>
                <a:lnTo>
                  <a:pt x="2092464" y="355092"/>
                </a:lnTo>
                <a:lnTo>
                  <a:pt x="2095512" y="359664"/>
                </a:lnTo>
                <a:lnTo>
                  <a:pt x="2130653" y="345376"/>
                </a:lnTo>
                <a:lnTo>
                  <a:pt x="2162949" y="327660"/>
                </a:lnTo>
                <a:lnTo>
                  <a:pt x="2192375" y="306514"/>
                </a:lnTo>
                <a:lnTo>
                  <a:pt x="2218956" y="281940"/>
                </a:lnTo>
                <a:lnTo>
                  <a:pt x="2234120" y="303428"/>
                </a:lnTo>
                <a:lnTo>
                  <a:pt x="2250008" y="322326"/>
                </a:lnTo>
                <a:lnTo>
                  <a:pt x="2266746" y="338950"/>
                </a:lnTo>
                <a:lnTo>
                  <a:pt x="2284488" y="353568"/>
                </a:lnTo>
                <a:lnTo>
                  <a:pt x="2288794" y="346697"/>
                </a:lnTo>
                <a:lnTo>
                  <a:pt x="2294966" y="341947"/>
                </a:lnTo>
                <a:lnTo>
                  <a:pt x="2303132" y="339217"/>
                </a:lnTo>
                <a:lnTo>
                  <a:pt x="2313444" y="338328"/>
                </a:lnTo>
                <a:lnTo>
                  <a:pt x="2313444" y="332232"/>
                </a:lnTo>
                <a:close/>
              </a:path>
              <a:path w="2702560" h="361314">
                <a:moveTo>
                  <a:pt x="2485656" y="99072"/>
                </a:moveTo>
                <a:lnTo>
                  <a:pt x="2461272" y="74688"/>
                </a:lnTo>
                <a:lnTo>
                  <a:pt x="2446032" y="89928"/>
                </a:lnTo>
                <a:lnTo>
                  <a:pt x="2429268" y="89928"/>
                </a:lnTo>
                <a:lnTo>
                  <a:pt x="2429268" y="30492"/>
                </a:lnTo>
                <a:lnTo>
                  <a:pt x="2442984" y="18300"/>
                </a:lnTo>
                <a:lnTo>
                  <a:pt x="2407932" y="1536"/>
                </a:lnTo>
                <a:lnTo>
                  <a:pt x="2408809" y="18122"/>
                </a:lnTo>
                <a:lnTo>
                  <a:pt x="2409266" y="39827"/>
                </a:lnTo>
                <a:lnTo>
                  <a:pt x="2409393" y="57924"/>
                </a:lnTo>
                <a:lnTo>
                  <a:pt x="2409456" y="89928"/>
                </a:lnTo>
                <a:lnTo>
                  <a:pt x="2345448" y="89928"/>
                </a:lnTo>
                <a:lnTo>
                  <a:pt x="2357640" y="102120"/>
                </a:lnTo>
                <a:lnTo>
                  <a:pt x="2371356" y="99072"/>
                </a:lnTo>
                <a:lnTo>
                  <a:pt x="2409456" y="99072"/>
                </a:lnTo>
                <a:lnTo>
                  <a:pt x="2409456" y="172224"/>
                </a:lnTo>
                <a:lnTo>
                  <a:pt x="2386330" y="185381"/>
                </a:lnTo>
                <a:lnTo>
                  <a:pt x="2367356" y="195275"/>
                </a:lnTo>
                <a:lnTo>
                  <a:pt x="2352662" y="202006"/>
                </a:lnTo>
                <a:lnTo>
                  <a:pt x="2342400" y="205752"/>
                </a:lnTo>
                <a:lnTo>
                  <a:pt x="2360688" y="231660"/>
                </a:lnTo>
                <a:lnTo>
                  <a:pt x="2368308" y="220992"/>
                </a:lnTo>
                <a:lnTo>
                  <a:pt x="2378595" y="213868"/>
                </a:lnTo>
                <a:lnTo>
                  <a:pt x="2388882" y="206324"/>
                </a:lnTo>
                <a:lnTo>
                  <a:pt x="2399169" y="198488"/>
                </a:lnTo>
                <a:lnTo>
                  <a:pt x="2409456" y="190512"/>
                </a:lnTo>
                <a:lnTo>
                  <a:pt x="2409456" y="307860"/>
                </a:lnTo>
                <a:lnTo>
                  <a:pt x="2410980" y="317004"/>
                </a:lnTo>
                <a:lnTo>
                  <a:pt x="2407932" y="323100"/>
                </a:lnTo>
                <a:lnTo>
                  <a:pt x="2400312" y="323100"/>
                </a:lnTo>
                <a:lnTo>
                  <a:pt x="2393137" y="323456"/>
                </a:lnTo>
                <a:lnTo>
                  <a:pt x="2382977" y="322529"/>
                </a:lnTo>
                <a:lnTo>
                  <a:pt x="2353068" y="318528"/>
                </a:lnTo>
                <a:lnTo>
                  <a:pt x="2353068" y="324624"/>
                </a:lnTo>
                <a:lnTo>
                  <a:pt x="2373680" y="332003"/>
                </a:lnTo>
                <a:lnTo>
                  <a:pt x="2387739" y="340245"/>
                </a:lnTo>
                <a:lnTo>
                  <a:pt x="2395499" y="349046"/>
                </a:lnTo>
                <a:lnTo>
                  <a:pt x="2397264" y="358152"/>
                </a:lnTo>
                <a:lnTo>
                  <a:pt x="2411260" y="350697"/>
                </a:lnTo>
                <a:lnTo>
                  <a:pt x="2429268" y="190512"/>
                </a:lnTo>
                <a:lnTo>
                  <a:pt x="2429268" y="178320"/>
                </a:lnTo>
                <a:lnTo>
                  <a:pt x="2450046" y="163080"/>
                </a:lnTo>
                <a:lnTo>
                  <a:pt x="2474988" y="144792"/>
                </a:lnTo>
                <a:lnTo>
                  <a:pt x="2471940" y="138696"/>
                </a:lnTo>
                <a:lnTo>
                  <a:pt x="2429268" y="163080"/>
                </a:lnTo>
                <a:lnTo>
                  <a:pt x="2429268" y="99072"/>
                </a:lnTo>
                <a:lnTo>
                  <a:pt x="2485656" y="99072"/>
                </a:lnTo>
                <a:close/>
              </a:path>
              <a:path w="2702560" h="361314">
                <a:moveTo>
                  <a:pt x="2537472" y="105168"/>
                </a:moveTo>
                <a:lnTo>
                  <a:pt x="2534424" y="97548"/>
                </a:lnTo>
                <a:lnTo>
                  <a:pt x="2526804" y="89928"/>
                </a:lnTo>
                <a:lnTo>
                  <a:pt x="2521394" y="83972"/>
                </a:lnTo>
                <a:lnTo>
                  <a:pt x="2514422" y="77736"/>
                </a:lnTo>
                <a:lnTo>
                  <a:pt x="2506014" y="71488"/>
                </a:lnTo>
                <a:lnTo>
                  <a:pt x="2496324" y="65544"/>
                </a:lnTo>
                <a:lnTo>
                  <a:pt x="2493276" y="68592"/>
                </a:lnTo>
                <a:lnTo>
                  <a:pt x="2500439" y="80873"/>
                </a:lnTo>
                <a:lnTo>
                  <a:pt x="2506040" y="92595"/>
                </a:lnTo>
                <a:lnTo>
                  <a:pt x="2510205" y="103733"/>
                </a:lnTo>
                <a:lnTo>
                  <a:pt x="2513088" y="114312"/>
                </a:lnTo>
                <a:lnTo>
                  <a:pt x="2514612" y="124980"/>
                </a:lnTo>
                <a:lnTo>
                  <a:pt x="2517660" y="129552"/>
                </a:lnTo>
                <a:lnTo>
                  <a:pt x="2522232" y="129552"/>
                </a:lnTo>
                <a:lnTo>
                  <a:pt x="2525280" y="128028"/>
                </a:lnTo>
                <a:lnTo>
                  <a:pt x="2531376" y="121932"/>
                </a:lnTo>
                <a:lnTo>
                  <a:pt x="2534424" y="117360"/>
                </a:lnTo>
                <a:lnTo>
                  <a:pt x="2537472" y="105168"/>
                </a:lnTo>
                <a:close/>
              </a:path>
              <a:path w="2702560" h="361314">
                <a:moveTo>
                  <a:pt x="2592336" y="100596"/>
                </a:moveTo>
                <a:lnTo>
                  <a:pt x="2565209" y="65633"/>
                </a:lnTo>
                <a:lnTo>
                  <a:pt x="2555760" y="57924"/>
                </a:lnTo>
                <a:lnTo>
                  <a:pt x="2551188" y="60972"/>
                </a:lnTo>
                <a:lnTo>
                  <a:pt x="2557449" y="74345"/>
                </a:lnTo>
                <a:lnTo>
                  <a:pt x="2562428" y="86880"/>
                </a:lnTo>
                <a:lnTo>
                  <a:pt x="2565971" y="98259"/>
                </a:lnTo>
                <a:lnTo>
                  <a:pt x="2567952" y="108216"/>
                </a:lnTo>
                <a:lnTo>
                  <a:pt x="2567952" y="120408"/>
                </a:lnTo>
                <a:lnTo>
                  <a:pt x="2571000" y="124980"/>
                </a:lnTo>
                <a:lnTo>
                  <a:pt x="2578620" y="124980"/>
                </a:lnTo>
                <a:lnTo>
                  <a:pt x="2581668" y="121932"/>
                </a:lnTo>
                <a:lnTo>
                  <a:pt x="2584716" y="120408"/>
                </a:lnTo>
                <a:lnTo>
                  <a:pt x="2587764" y="115836"/>
                </a:lnTo>
                <a:lnTo>
                  <a:pt x="2590812" y="108216"/>
                </a:lnTo>
                <a:lnTo>
                  <a:pt x="2592336" y="100596"/>
                </a:lnTo>
                <a:close/>
              </a:path>
              <a:path w="2702560" h="361314">
                <a:moveTo>
                  <a:pt x="2680728" y="38112"/>
                </a:moveTo>
                <a:lnTo>
                  <a:pt x="2680246" y="37541"/>
                </a:lnTo>
                <a:lnTo>
                  <a:pt x="2656344" y="9156"/>
                </a:lnTo>
                <a:lnTo>
                  <a:pt x="2646007" y="14605"/>
                </a:lnTo>
                <a:lnTo>
                  <a:pt x="2598432" y="28968"/>
                </a:lnTo>
                <a:lnTo>
                  <a:pt x="2548902" y="38112"/>
                </a:lnTo>
                <a:lnTo>
                  <a:pt x="2481084" y="47256"/>
                </a:lnTo>
                <a:lnTo>
                  <a:pt x="2481084" y="53352"/>
                </a:lnTo>
                <a:lnTo>
                  <a:pt x="2504871" y="51676"/>
                </a:lnTo>
                <a:lnTo>
                  <a:pt x="2530805" y="49161"/>
                </a:lnTo>
                <a:lnTo>
                  <a:pt x="2590812" y="42684"/>
                </a:lnTo>
                <a:lnTo>
                  <a:pt x="2619641" y="39827"/>
                </a:lnTo>
                <a:lnTo>
                  <a:pt x="2644343" y="38112"/>
                </a:lnTo>
                <a:lnTo>
                  <a:pt x="2664739" y="37541"/>
                </a:lnTo>
                <a:lnTo>
                  <a:pt x="2680728" y="38112"/>
                </a:lnTo>
                <a:close/>
              </a:path>
              <a:path w="2702560" h="361314">
                <a:moveTo>
                  <a:pt x="2695968" y="150888"/>
                </a:moveTo>
                <a:lnTo>
                  <a:pt x="2694444" y="149364"/>
                </a:lnTo>
                <a:lnTo>
                  <a:pt x="2685300" y="140220"/>
                </a:lnTo>
                <a:lnTo>
                  <a:pt x="2670060" y="124980"/>
                </a:lnTo>
                <a:lnTo>
                  <a:pt x="2657868" y="140220"/>
                </a:lnTo>
                <a:lnTo>
                  <a:pt x="2616720" y="140220"/>
                </a:lnTo>
                <a:lnTo>
                  <a:pt x="2625458" y="124980"/>
                </a:lnTo>
                <a:lnTo>
                  <a:pt x="2636151" y="108216"/>
                </a:lnTo>
                <a:lnTo>
                  <a:pt x="2648432" y="90500"/>
                </a:lnTo>
                <a:lnTo>
                  <a:pt x="2662440" y="71640"/>
                </a:lnTo>
                <a:lnTo>
                  <a:pt x="2677680" y="67068"/>
                </a:lnTo>
                <a:lnTo>
                  <a:pt x="2644152" y="44208"/>
                </a:lnTo>
                <a:lnTo>
                  <a:pt x="2638437" y="63068"/>
                </a:lnTo>
                <a:lnTo>
                  <a:pt x="2630436" y="85356"/>
                </a:lnTo>
                <a:lnTo>
                  <a:pt x="2620149" y="111074"/>
                </a:lnTo>
                <a:lnTo>
                  <a:pt x="2607576" y="140220"/>
                </a:lnTo>
                <a:lnTo>
                  <a:pt x="2493276" y="140220"/>
                </a:lnTo>
                <a:lnTo>
                  <a:pt x="2493276" y="123456"/>
                </a:lnTo>
                <a:lnTo>
                  <a:pt x="2487180" y="123456"/>
                </a:lnTo>
                <a:lnTo>
                  <a:pt x="2483434" y="138290"/>
                </a:lnTo>
                <a:lnTo>
                  <a:pt x="2478989" y="150698"/>
                </a:lnTo>
                <a:lnTo>
                  <a:pt x="2473668" y="160528"/>
                </a:lnTo>
                <a:lnTo>
                  <a:pt x="2467368" y="167652"/>
                </a:lnTo>
                <a:lnTo>
                  <a:pt x="2462796" y="173748"/>
                </a:lnTo>
                <a:lnTo>
                  <a:pt x="2459748" y="178320"/>
                </a:lnTo>
                <a:lnTo>
                  <a:pt x="2459748" y="184416"/>
                </a:lnTo>
                <a:lnTo>
                  <a:pt x="2461272" y="185940"/>
                </a:lnTo>
                <a:lnTo>
                  <a:pt x="2464320" y="187464"/>
                </a:lnTo>
                <a:lnTo>
                  <a:pt x="2465844" y="188988"/>
                </a:lnTo>
                <a:lnTo>
                  <a:pt x="2478036" y="188988"/>
                </a:lnTo>
                <a:lnTo>
                  <a:pt x="2482608" y="185940"/>
                </a:lnTo>
                <a:lnTo>
                  <a:pt x="2488704" y="184416"/>
                </a:lnTo>
                <a:lnTo>
                  <a:pt x="2491752" y="179844"/>
                </a:lnTo>
                <a:lnTo>
                  <a:pt x="2491752" y="173748"/>
                </a:lnTo>
                <a:lnTo>
                  <a:pt x="2493276" y="166128"/>
                </a:lnTo>
                <a:lnTo>
                  <a:pt x="2493276" y="149364"/>
                </a:lnTo>
                <a:lnTo>
                  <a:pt x="2657868" y="149364"/>
                </a:lnTo>
                <a:lnTo>
                  <a:pt x="2641104" y="184416"/>
                </a:lnTo>
                <a:lnTo>
                  <a:pt x="2645676" y="187464"/>
                </a:lnTo>
                <a:lnTo>
                  <a:pt x="2658249" y="172313"/>
                </a:lnTo>
                <a:lnTo>
                  <a:pt x="2670822" y="161175"/>
                </a:lnTo>
                <a:lnTo>
                  <a:pt x="2683395" y="154025"/>
                </a:lnTo>
                <a:lnTo>
                  <a:pt x="2695968" y="150888"/>
                </a:lnTo>
                <a:close/>
              </a:path>
              <a:path w="2702560" h="361314">
                <a:moveTo>
                  <a:pt x="2702064" y="324624"/>
                </a:moveTo>
                <a:lnTo>
                  <a:pt x="2658986" y="319481"/>
                </a:lnTo>
                <a:lnTo>
                  <a:pt x="2614625" y="302145"/>
                </a:lnTo>
                <a:lnTo>
                  <a:pt x="2586240" y="281952"/>
                </a:lnTo>
                <a:lnTo>
                  <a:pt x="2596108" y="268236"/>
                </a:lnTo>
                <a:lnTo>
                  <a:pt x="2607576" y="252425"/>
                </a:lnTo>
                <a:lnTo>
                  <a:pt x="2616670" y="239725"/>
                </a:lnTo>
                <a:lnTo>
                  <a:pt x="2644914" y="210172"/>
                </a:lnTo>
                <a:lnTo>
                  <a:pt x="2651772" y="207276"/>
                </a:lnTo>
                <a:lnTo>
                  <a:pt x="2650248" y="205752"/>
                </a:lnTo>
                <a:lnTo>
                  <a:pt x="2625864" y="181368"/>
                </a:lnTo>
                <a:lnTo>
                  <a:pt x="2613672" y="194919"/>
                </a:lnTo>
                <a:lnTo>
                  <a:pt x="2613672" y="205752"/>
                </a:lnTo>
                <a:lnTo>
                  <a:pt x="2603385" y="223227"/>
                </a:lnTo>
                <a:lnTo>
                  <a:pt x="2593098" y="239280"/>
                </a:lnTo>
                <a:lnTo>
                  <a:pt x="2582811" y="254177"/>
                </a:lnTo>
                <a:lnTo>
                  <a:pt x="2572524" y="268236"/>
                </a:lnTo>
                <a:lnTo>
                  <a:pt x="2560497" y="253111"/>
                </a:lnTo>
                <a:lnTo>
                  <a:pt x="2549474" y="237566"/>
                </a:lnTo>
                <a:lnTo>
                  <a:pt x="2539301" y="221729"/>
                </a:lnTo>
                <a:lnTo>
                  <a:pt x="2529852" y="205752"/>
                </a:lnTo>
                <a:lnTo>
                  <a:pt x="2613672" y="205752"/>
                </a:lnTo>
                <a:lnTo>
                  <a:pt x="2613672" y="194919"/>
                </a:lnTo>
                <a:lnTo>
                  <a:pt x="2612148" y="196608"/>
                </a:lnTo>
                <a:lnTo>
                  <a:pt x="2493276" y="196608"/>
                </a:lnTo>
                <a:lnTo>
                  <a:pt x="2506992" y="210324"/>
                </a:lnTo>
                <a:lnTo>
                  <a:pt x="2522232" y="205752"/>
                </a:lnTo>
                <a:lnTo>
                  <a:pt x="2531376" y="228346"/>
                </a:lnTo>
                <a:lnTo>
                  <a:pt x="2540520" y="248234"/>
                </a:lnTo>
                <a:lnTo>
                  <a:pt x="2549664" y="265544"/>
                </a:lnTo>
                <a:lnTo>
                  <a:pt x="2558808" y="280428"/>
                </a:lnTo>
                <a:lnTo>
                  <a:pt x="2534247" y="301256"/>
                </a:lnTo>
                <a:lnTo>
                  <a:pt x="2506421" y="320243"/>
                </a:lnTo>
                <a:lnTo>
                  <a:pt x="2475433" y="337210"/>
                </a:lnTo>
                <a:lnTo>
                  <a:pt x="2441460" y="352056"/>
                </a:lnTo>
                <a:lnTo>
                  <a:pt x="2442984" y="356628"/>
                </a:lnTo>
                <a:lnTo>
                  <a:pt x="2476716" y="345998"/>
                </a:lnTo>
                <a:lnTo>
                  <a:pt x="2509469" y="332244"/>
                </a:lnTo>
                <a:lnTo>
                  <a:pt x="2541346" y="315048"/>
                </a:lnTo>
                <a:lnTo>
                  <a:pt x="2572524" y="294144"/>
                </a:lnTo>
                <a:lnTo>
                  <a:pt x="2594216" y="313042"/>
                </a:lnTo>
                <a:lnTo>
                  <a:pt x="2618054" y="328815"/>
                </a:lnTo>
                <a:lnTo>
                  <a:pt x="2643886" y="341718"/>
                </a:lnTo>
                <a:lnTo>
                  <a:pt x="2671584" y="352056"/>
                </a:lnTo>
                <a:lnTo>
                  <a:pt x="2675051" y="344004"/>
                </a:lnTo>
                <a:lnTo>
                  <a:pt x="2681109" y="337959"/>
                </a:lnTo>
                <a:lnTo>
                  <a:pt x="2690012" y="333616"/>
                </a:lnTo>
                <a:lnTo>
                  <a:pt x="2702064" y="330720"/>
                </a:lnTo>
                <a:lnTo>
                  <a:pt x="2702064" y="32462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" name="object 44"/>
          <p:cNvSpPr/>
          <p:nvPr/>
        </p:nvSpPr>
        <p:spPr>
          <a:xfrm>
            <a:off x="5324856" y="5177027"/>
            <a:ext cx="60960" cy="105410"/>
          </a:xfrm>
          <a:custGeom>
            <a:avLst/>
            <a:gdLst/>
            <a:ahLst/>
            <a:cxnLst/>
            <a:rect l="l" t="t" r="r" b="b"/>
            <a:pathLst>
              <a:path w="60960" h="105410">
                <a:moveTo>
                  <a:pt x="9144" y="105156"/>
                </a:moveTo>
                <a:lnTo>
                  <a:pt x="0" y="105156"/>
                </a:lnTo>
                <a:lnTo>
                  <a:pt x="0" y="103632"/>
                </a:lnTo>
                <a:lnTo>
                  <a:pt x="1524" y="102108"/>
                </a:lnTo>
                <a:lnTo>
                  <a:pt x="4572" y="100584"/>
                </a:lnTo>
                <a:lnTo>
                  <a:pt x="16764" y="88392"/>
                </a:lnTo>
                <a:lnTo>
                  <a:pt x="36576" y="51816"/>
                </a:lnTo>
                <a:lnTo>
                  <a:pt x="27432" y="51816"/>
                </a:lnTo>
                <a:lnTo>
                  <a:pt x="21336" y="50292"/>
                </a:lnTo>
                <a:lnTo>
                  <a:pt x="12192" y="44196"/>
                </a:lnTo>
                <a:lnTo>
                  <a:pt x="9144" y="39624"/>
                </a:lnTo>
                <a:lnTo>
                  <a:pt x="7620" y="35052"/>
                </a:lnTo>
                <a:lnTo>
                  <a:pt x="6096" y="28956"/>
                </a:lnTo>
                <a:lnTo>
                  <a:pt x="6096" y="24384"/>
                </a:lnTo>
                <a:lnTo>
                  <a:pt x="9144" y="15240"/>
                </a:lnTo>
                <a:lnTo>
                  <a:pt x="12192" y="10668"/>
                </a:lnTo>
                <a:lnTo>
                  <a:pt x="24384" y="1524"/>
                </a:lnTo>
                <a:lnTo>
                  <a:pt x="32004" y="0"/>
                </a:lnTo>
                <a:lnTo>
                  <a:pt x="41148" y="1524"/>
                </a:lnTo>
                <a:lnTo>
                  <a:pt x="50292" y="4572"/>
                </a:lnTo>
                <a:lnTo>
                  <a:pt x="56388" y="7620"/>
                </a:lnTo>
                <a:lnTo>
                  <a:pt x="59436" y="19812"/>
                </a:lnTo>
                <a:lnTo>
                  <a:pt x="60960" y="24384"/>
                </a:lnTo>
                <a:lnTo>
                  <a:pt x="60960" y="36576"/>
                </a:lnTo>
                <a:lnTo>
                  <a:pt x="59436" y="44196"/>
                </a:lnTo>
                <a:lnTo>
                  <a:pt x="36576" y="85344"/>
                </a:lnTo>
                <a:lnTo>
                  <a:pt x="14930" y="103131"/>
                </a:lnTo>
                <a:lnTo>
                  <a:pt x="9144" y="10515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" name="object 45"/>
          <p:cNvSpPr/>
          <p:nvPr/>
        </p:nvSpPr>
        <p:spPr>
          <a:xfrm>
            <a:off x="5705843" y="4951476"/>
            <a:ext cx="3074035" cy="355600"/>
          </a:xfrm>
          <a:custGeom>
            <a:avLst/>
            <a:gdLst/>
            <a:ahLst/>
            <a:cxnLst/>
            <a:rect l="l" t="t" r="r" b="b"/>
            <a:pathLst>
              <a:path w="3074034" h="355600">
                <a:moveTo>
                  <a:pt x="123456" y="132588"/>
                </a:moveTo>
                <a:lnTo>
                  <a:pt x="50292" y="132588"/>
                </a:lnTo>
                <a:lnTo>
                  <a:pt x="50292" y="141732"/>
                </a:lnTo>
                <a:lnTo>
                  <a:pt x="123456" y="141732"/>
                </a:lnTo>
                <a:lnTo>
                  <a:pt x="123456" y="132588"/>
                </a:lnTo>
                <a:close/>
              </a:path>
              <a:path w="3074034" h="355600">
                <a:moveTo>
                  <a:pt x="123456" y="96012"/>
                </a:moveTo>
                <a:lnTo>
                  <a:pt x="54864" y="96012"/>
                </a:lnTo>
                <a:lnTo>
                  <a:pt x="54864" y="105156"/>
                </a:lnTo>
                <a:lnTo>
                  <a:pt x="123456" y="105156"/>
                </a:lnTo>
                <a:lnTo>
                  <a:pt x="123456" y="96012"/>
                </a:lnTo>
                <a:close/>
              </a:path>
              <a:path w="3074034" h="355600">
                <a:moveTo>
                  <a:pt x="260616" y="132588"/>
                </a:moveTo>
                <a:lnTo>
                  <a:pt x="190512" y="132588"/>
                </a:lnTo>
                <a:lnTo>
                  <a:pt x="190512" y="141732"/>
                </a:lnTo>
                <a:lnTo>
                  <a:pt x="260616" y="141732"/>
                </a:lnTo>
                <a:lnTo>
                  <a:pt x="260616" y="132588"/>
                </a:lnTo>
                <a:close/>
              </a:path>
              <a:path w="3074034" h="355600">
                <a:moveTo>
                  <a:pt x="260616" y="96012"/>
                </a:moveTo>
                <a:lnTo>
                  <a:pt x="190512" y="96012"/>
                </a:lnTo>
                <a:lnTo>
                  <a:pt x="190512" y="105156"/>
                </a:lnTo>
                <a:lnTo>
                  <a:pt x="260616" y="105156"/>
                </a:lnTo>
                <a:lnTo>
                  <a:pt x="260616" y="96012"/>
                </a:lnTo>
                <a:close/>
              </a:path>
              <a:path w="3074034" h="355600">
                <a:moveTo>
                  <a:pt x="318528" y="179832"/>
                </a:moveTo>
                <a:lnTo>
                  <a:pt x="291096" y="150876"/>
                </a:lnTo>
                <a:lnTo>
                  <a:pt x="271284" y="170688"/>
                </a:lnTo>
                <a:lnTo>
                  <a:pt x="1524" y="170688"/>
                </a:lnTo>
                <a:lnTo>
                  <a:pt x="15240" y="184404"/>
                </a:lnTo>
                <a:lnTo>
                  <a:pt x="22987" y="182410"/>
                </a:lnTo>
                <a:lnTo>
                  <a:pt x="30289" y="180975"/>
                </a:lnTo>
                <a:lnTo>
                  <a:pt x="37325" y="180124"/>
                </a:lnTo>
                <a:lnTo>
                  <a:pt x="44196" y="179832"/>
                </a:lnTo>
                <a:lnTo>
                  <a:pt x="134124" y="179832"/>
                </a:lnTo>
                <a:lnTo>
                  <a:pt x="123456" y="217932"/>
                </a:lnTo>
                <a:lnTo>
                  <a:pt x="54864" y="217932"/>
                </a:lnTo>
                <a:lnTo>
                  <a:pt x="32004" y="205740"/>
                </a:lnTo>
                <a:lnTo>
                  <a:pt x="32245" y="217741"/>
                </a:lnTo>
                <a:lnTo>
                  <a:pt x="32766" y="233172"/>
                </a:lnTo>
                <a:lnTo>
                  <a:pt x="33299" y="252031"/>
                </a:lnTo>
                <a:lnTo>
                  <a:pt x="33528" y="274320"/>
                </a:lnTo>
                <a:lnTo>
                  <a:pt x="33299" y="297446"/>
                </a:lnTo>
                <a:lnTo>
                  <a:pt x="32778" y="318516"/>
                </a:lnTo>
                <a:lnTo>
                  <a:pt x="32245" y="337972"/>
                </a:lnTo>
                <a:lnTo>
                  <a:pt x="32004" y="355092"/>
                </a:lnTo>
                <a:lnTo>
                  <a:pt x="54864" y="344424"/>
                </a:lnTo>
                <a:lnTo>
                  <a:pt x="54864" y="227076"/>
                </a:lnTo>
                <a:lnTo>
                  <a:pt x="114300" y="227076"/>
                </a:lnTo>
                <a:lnTo>
                  <a:pt x="114300" y="339852"/>
                </a:lnTo>
                <a:lnTo>
                  <a:pt x="134124" y="329184"/>
                </a:lnTo>
                <a:lnTo>
                  <a:pt x="134124" y="227076"/>
                </a:lnTo>
                <a:lnTo>
                  <a:pt x="187464" y="227076"/>
                </a:lnTo>
                <a:lnTo>
                  <a:pt x="187464" y="336804"/>
                </a:lnTo>
                <a:lnTo>
                  <a:pt x="207276" y="326136"/>
                </a:lnTo>
                <a:lnTo>
                  <a:pt x="207276" y="227076"/>
                </a:lnTo>
                <a:lnTo>
                  <a:pt x="268236" y="227076"/>
                </a:lnTo>
                <a:lnTo>
                  <a:pt x="268109" y="318706"/>
                </a:lnTo>
                <a:lnTo>
                  <a:pt x="265188" y="323088"/>
                </a:lnTo>
                <a:lnTo>
                  <a:pt x="257568" y="323088"/>
                </a:lnTo>
                <a:lnTo>
                  <a:pt x="251282" y="322859"/>
                </a:lnTo>
                <a:lnTo>
                  <a:pt x="235280" y="321805"/>
                </a:lnTo>
                <a:lnTo>
                  <a:pt x="225564" y="321564"/>
                </a:lnTo>
                <a:lnTo>
                  <a:pt x="225564" y="327660"/>
                </a:lnTo>
                <a:lnTo>
                  <a:pt x="239826" y="331076"/>
                </a:lnTo>
                <a:lnTo>
                  <a:pt x="250520" y="336613"/>
                </a:lnTo>
                <a:lnTo>
                  <a:pt x="257492" y="344170"/>
                </a:lnTo>
                <a:lnTo>
                  <a:pt x="260616" y="353568"/>
                </a:lnTo>
                <a:lnTo>
                  <a:pt x="272618" y="348386"/>
                </a:lnTo>
                <a:lnTo>
                  <a:pt x="281190" y="341757"/>
                </a:lnTo>
                <a:lnTo>
                  <a:pt x="286334" y="333425"/>
                </a:lnTo>
                <a:lnTo>
                  <a:pt x="288048" y="323088"/>
                </a:lnTo>
                <a:lnTo>
                  <a:pt x="288048" y="233172"/>
                </a:lnTo>
                <a:lnTo>
                  <a:pt x="295008" y="227076"/>
                </a:lnTo>
                <a:lnTo>
                  <a:pt x="300228" y="222504"/>
                </a:lnTo>
                <a:lnTo>
                  <a:pt x="294132" y="217932"/>
                </a:lnTo>
                <a:lnTo>
                  <a:pt x="275856" y="204216"/>
                </a:lnTo>
                <a:lnTo>
                  <a:pt x="266712" y="217932"/>
                </a:lnTo>
                <a:lnTo>
                  <a:pt x="131076" y="217932"/>
                </a:lnTo>
                <a:lnTo>
                  <a:pt x="135623" y="210489"/>
                </a:lnTo>
                <a:lnTo>
                  <a:pt x="142316" y="201739"/>
                </a:lnTo>
                <a:lnTo>
                  <a:pt x="151003" y="191579"/>
                </a:lnTo>
                <a:lnTo>
                  <a:pt x="161556" y="179832"/>
                </a:lnTo>
                <a:lnTo>
                  <a:pt x="318528" y="179832"/>
                </a:lnTo>
                <a:close/>
              </a:path>
              <a:path w="3074034" h="355600">
                <a:moveTo>
                  <a:pt x="329196" y="70104"/>
                </a:moveTo>
                <a:lnTo>
                  <a:pt x="326313" y="67056"/>
                </a:lnTo>
                <a:lnTo>
                  <a:pt x="317677" y="57912"/>
                </a:lnTo>
                <a:lnTo>
                  <a:pt x="303276" y="42672"/>
                </a:lnTo>
                <a:lnTo>
                  <a:pt x="289572" y="57912"/>
                </a:lnTo>
                <a:lnTo>
                  <a:pt x="172224" y="57912"/>
                </a:lnTo>
                <a:lnTo>
                  <a:pt x="172224" y="28956"/>
                </a:lnTo>
                <a:lnTo>
                  <a:pt x="294144" y="28956"/>
                </a:lnTo>
                <a:lnTo>
                  <a:pt x="265188" y="0"/>
                </a:lnTo>
                <a:lnTo>
                  <a:pt x="245376" y="19812"/>
                </a:lnTo>
                <a:lnTo>
                  <a:pt x="35052" y="19812"/>
                </a:lnTo>
                <a:lnTo>
                  <a:pt x="48768" y="33528"/>
                </a:lnTo>
                <a:lnTo>
                  <a:pt x="56730" y="31534"/>
                </a:lnTo>
                <a:lnTo>
                  <a:pt x="64389" y="30099"/>
                </a:lnTo>
                <a:lnTo>
                  <a:pt x="71488" y="29248"/>
                </a:lnTo>
                <a:lnTo>
                  <a:pt x="77724" y="28956"/>
                </a:lnTo>
                <a:lnTo>
                  <a:pt x="152412" y="28956"/>
                </a:lnTo>
                <a:lnTo>
                  <a:pt x="152412" y="57912"/>
                </a:lnTo>
                <a:lnTo>
                  <a:pt x="32004" y="57912"/>
                </a:lnTo>
                <a:lnTo>
                  <a:pt x="30480" y="44196"/>
                </a:lnTo>
                <a:lnTo>
                  <a:pt x="25908" y="44196"/>
                </a:lnTo>
                <a:lnTo>
                  <a:pt x="12192" y="80632"/>
                </a:lnTo>
                <a:lnTo>
                  <a:pt x="1524" y="92964"/>
                </a:lnTo>
                <a:lnTo>
                  <a:pt x="0" y="96012"/>
                </a:lnTo>
                <a:lnTo>
                  <a:pt x="0" y="102108"/>
                </a:lnTo>
                <a:lnTo>
                  <a:pt x="1524" y="103632"/>
                </a:lnTo>
                <a:lnTo>
                  <a:pt x="3048" y="106680"/>
                </a:lnTo>
                <a:lnTo>
                  <a:pt x="15240" y="106680"/>
                </a:lnTo>
                <a:lnTo>
                  <a:pt x="21336" y="105156"/>
                </a:lnTo>
                <a:lnTo>
                  <a:pt x="27432" y="102108"/>
                </a:lnTo>
                <a:lnTo>
                  <a:pt x="30480" y="94488"/>
                </a:lnTo>
                <a:lnTo>
                  <a:pt x="32219" y="88493"/>
                </a:lnTo>
                <a:lnTo>
                  <a:pt x="32956" y="81915"/>
                </a:lnTo>
                <a:lnTo>
                  <a:pt x="32829" y="74676"/>
                </a:lnTo>
                <a:lnTo>
                  <a:pt x="32004" y="67056"/>
                </a:lnTo>
                <a:lnTo>
                  <a:pt x="152412" y="67056"/>
                </a:lnTo>
                <a:lnTo>
                  <a:pt x="152285" y="103632"/>
                </a:lnTo>
                <a:lnTo>
                  <a:pt x="152222" y="112395"/>
                </a:lnTo>
                <a:lnTo>
                  <a:pt x="151765" y="134353"/>
                </a:lnTo>
                <a:lnTo>
                  <a:pt x="150888" y="155448"/>
                </a:lnTo>
                <a:lnTo>
                  <a:pt x="173748" y="146304"/>
                </a:lnTo>
                <a:lnTo>
                  <a:pt x="172859" y="139496"/>
                </a:lnTo>
                <a:lnTo>
                  <a:pt x="172415" y="123825"/>
                </a:lnTo>
                <a:lnTo>
                  <a:pt x="172326" y="112395"/>
                </a:lnTo>
                <a:lnTo>
                  <a:pt x="172224" y="67056"/>
                </a:lnTo>
                <a:lnTo>
                  <a:pt x="291096" y="67056"/>
                </a:lnTo>
                <a:lnTo>
                  <a:pt x="272808" y="102108"/>
                </a:lnTo>
                <a:lnTo>
                  <a:pt x="277380" y="105156"/>
                </a:lnTo>
                <a:lnTo>
                  <a:pt x="309384" y="74676"/>
                </a:lnTo>
                <a:lnTo>
                  <a:pt x="323088" y="70104"/>
                </a:lnTo>
                <a:lnTo>
                  <a:pt x="329196" y="70104"/>
                </a:lnTo>
                <a:close/>
              </a:path>
              <a:path w="3074034" h="355600">
                <a:moveTo>
                  <a:pt x="716292" y="35064"/>
                </a:moveTo>
                <a:lnTo>
                  <a:pt x="685812" y="3060"/>
                </a:lnTo>
                <a:lnTo>
                  <a:pt x="661428" y="25920"/>
                </a:lnTo>
                <a:lnTo>
                  <a:pt x="579132" y="25920"/>
                </a:lnTo>
                <a:lnTo>
                  <a:pt x="579132" y="35064"/>
                </a:lnTo>
                <a:lnTo>
                  <a:pt x="579132" y="80784"/>
                </a:lnTo>
                <a:lnTo>
                  <a:pt x="579132" y="89928"/>
                </a:lnTo>
                <a:lnTo>
                  <a:pt x="579132" y="146316"/>
                </a:lnTo>
                <a:lnTo>
                  <a:pt x="518172" y="146316"/>
                </a:lnTo>
                <a:lnTo>
                  <a:pt x="518172" y="89928"/>
                </a:lnTo>
                <a:lnTo>
                  <a:pt x="579132" y="89928"/>
                </a:lnTo>
                <a:lnTo>
                  <a:pt x="579132" y="80784"/>
                </a:lnTo>
                <a:lnTo>
                  <a:pt x="518172" y="80784"/>
                </a:lnTo>
                <a:lnTo>
                  <a:pt x="518172" y="35064"/>
                </a:lnTo>
                <a:lnTo>
                  <a:pt x="579132" y="35064"/>
                </a:lnTo>
                <a:lnTo>
                  <a:pt x="579132" y="25920"/>
                </a:lnTo>
                <a:lnTo>
                  <a:pt x="387108" y="25920"/>
                </a:lnTo>
                <a:lnTo>
                  <a:pt x="400824" y="39636"/>
                </a:lnTo>
                <a:lnTo>
                  <a:pt x="408825" y="37630"/>
                </a:lnTo>
                <a:lnTo>
                  <a:pt x="416826" y="36207"/>
                </a:lnTo>
                <a:lnTo>
                  <a:pt x="424827" y="35344"/>
                </a:lnTo>
                <a:lnTo>
                  <a:pt x="432828" y="35064"/>
                </a:lnTo>
                <a:lnTo>
                  <a:pt x="498360" y="35064"/>
                </a:lnTo>
                <a:lnTo>
                  <a:pt x="498360" y="80784"/>
                </a:lnTo>
                <a:lnTo>
                  <a:pt x="498360" y="89928"/>
                </a:lnTo>
                <a:lnTo>
                  <a:pt x="498360" y="146316"/>
                </a:lnTo>
                <a:lnTo>
                  <a:pt x="445020" y="146316"/>
                </a:lnTo>
                <a:lnTo>
                  <a:pt x="445020" y="89928"/>
                </a:lnTo>
                <a:lnTo>
                  <a:pt x="498360" y="89928"/>
                </a:lnTo>
                <a:lnTo>
                  <a:pt x="498360" y="80784"/>
                </a:lnTo>
                <a:lnTo>
                  <a:pt x="448068" y="80784"/>
                </a:lnTo>
                <a:lnTo>
                  <a:pt x="423684" y="68592"/>
                </a:lnTo>
                <a:lnTo>
                  <a:pt x="423926" y="82308"/>
                </a:lnTo>
                <a:lnTo>
                  <a:pt x="424967" y="108445"/>
                </a:lnTo>
                <a:lnTo>
                  <a:pt x="425081" y="115265"/>
                </a:lnTo>
                <a:lnTo>
                  <a:pt x="424967" y="135001"/>
                </a:lnTo>
                <a:lnTo>
                  <a:pt x="423913" y="162864"/>
                </a:lnTo>
                <a:lnTo>
                  <a:pt x="423684" y="176796"/>
                </a:lnTo>
                <a:lnTo>
                  <a:pt x="445020" y="167652"/>
                </a:lnTo>
                <a:lnTo>
                  <a:pt x="445020" y="155460"/>
                </a:lnTo>
                <a:lnTo>
                  <a:pt x="652284" y="155460"/>
                </a:lnTo>
                <a:lnTo>
                  <a:pt x="652284" y="172224"/>
                </a:lnTo>
                <a:lnTo>
                  <a:pt x="673620" y="161556"/>
                </a:lnTo>
                <a:lnTo>
                  <a:pt x="673163" y="155460"/>
                </a:lnTo>
                <a:lnTo>
                  <a:pt x="672731" y="149555"/>
                </a:lnTo>
                <a:lnTo>
                  <a:pt x="672642" y="146316"/>
                </a:lnTo>
                <a:lnTo>
                  <a:pt x="672287" y="134124"/>
                </a:lnTo>
                <a:lnTo>
                  <a:pt x="672172" y="121932"/>
                </a:lnTo>
                <a:lnTo>
                  <a:pt x="672096" y="92976"/>
                </a:lnTo>
                <a:lnTo>
                  <a:pt x="675576" y="89928"/>
                </a:lnTo>
                <a:lnTo>
                  <a:pt x="684288" y="82308"/>
                </a:lnTo>
                <a:lnTo>
                  <a:pt x="682256" y="80784"/>
                </a:lnTo>
                <a:lnTo>
                  <a:pt x="659904" y="64020"/>
                </a:lnTo>
                <a:lnTo>
                  <a:pt x="652284" y="75996"/>
                </a:lnTo>
                <a:lnTo>
                  <a:pt x="652284" y="89928"/>
                </a:lnTo>
                <a:lnTo>
                  <a:pt x="652284" y="146316"/>
                </a:lnTo>
                <a:lnTo>
                  <a:pt x="598944" y="146316"/>
                </a:lnTo>
                <a:lnTo>
                  <a:pt x="598944" y="89928"/>
                </a:lnTo>
                <a:lnTo>
                  <a:pt x="652284" y="89928"/>
                </a:lnTo>
                <a:lnTo>
                  <a:pt x="652284" y="75996"/>
                </a:lnTo>
                <a:lnTo>
                  <a:pt x="649236" y="80784"/>
                </a:lnTo>
                <a:lnTo>
                  <a:pt x="598944" y="80784"/>
                </a:lnTo>
                <a:lnTo>
                  <a:pt x="598944" y="35064"/>
                </a:lnTo>
                <a:lnTo>
                  <a:pt x="716292" y="35064"/>
                </a:lnTo>
                <a:close/>
              </a:path>
              <a:path w="3074034" h="355600">
                <a:moveTo>
                  <a:pt x="725436" y="216420"/>
                </a:moveTo>
                <a:lnTo>
                  <a:pt x="693432" y="184416"/>
                </a:lnTo>
                <a:lnTo>
                  <a:pt x="667524" y="207276"/>
                </a:lnTo>
                <a:lnTo>
                  <a:pt x="603516" y="207276"/>
                </a:lnTo>
                <a:lnTo>
                  <a:pt x="603516" y="216420"/>
                </a:lnTo>
                <a:lnTo>
                  <a:pt x="594982" y="233603"/>
                </a:lnTo>
                <a:lnTo>
                  <a:pt x="585609" y="248805"/>
                </a:lnTo>
                <a:lnTo>
                  <a:pt x="575754" y="262140"/>
                </a:lnTo>
                <a:lnTo>
                  <a:pt x="565416" y="274332"/>
                </a:lnTo>
                <a:lnTo>
                  <a:pt x="539407" y="270281"/>
                </a:lnTo>
                <a:lnTo>
                  <a:pt x="478548" y="262140"/>
                </a:lnTo>
                <a:lnTo>
                  <a:pt x="486956" y="248805"/>
                </a:lnTo>
                <a:lnTo>
                  <a:pt x="495503" y="235851"/>
                </a:lnTo>
                <a:lnTo>
                  <a:pt x="502754" y="225272"/>
                </a:lnTo>
                <a:lnTo>
                  <a:pt x="509028" y="216420"/>
                </a:lnTo>
                <a:lnTo>
                  <a:pt x="603516" y="216420"/>
                </a:lnTo>
                <a:lnTo>
                  <a:pt x="603516" y="207276"/>
                </a:lnTo>
                <a:lnTo>
                  <a:pt x="512076" y="207276"/>
                </a:lnTo>
                <a:lnTo>
                  <a:pt x="516623" y="200672"/>
                </a:lnTo>
                <a:lnTo>
                  <a:pt x="521030" y="194513"/>
                </a:lnTo>
                <a:lnTo>
                  <a:pt x="525145" y="188620"/>
                </a:lnTo>
                <a:lnTo>
                  <a:pt x="528840" y="182892"/>
                </a:lnTo>
                <a:lnTo>
                  <a:pt x="541032" y="176796"/>
                </a:lnTo>
                <a:lnTo>
                  <a:pt x="509028" y="158508"/>
                </a:lnTo>
                <a:lnTo>
                  <a:pt x="505282" y="171056"/>
                </a:lnTo>
                <a:lnTo>
                  <a:pt x="500837" y="183464"/>
                </a:lnTo>
                <a:lnTo>
                  <a:pt x="495515" y="195580"/>
                </a:lnTo>
                <a:lnTo>
                  <a:pt x="489216" y="207276"/>
                </a:lnTo>
                <a:lnTo>
                  <a:pt x="370344" y="207276"/>
                </a:lnTo>
                <a:lnTo>
                  <a:pt x="385584" y="220992"/>
                </a:lnTo>
                <a:lnTo>
                  <a:pt x="393319" y="218986"/>
                </a:lnTo>
                <a:lnTo>
                  <a:pt x="400634" y="217563"/>
                </a:lnTo>
                <a:lnTo>
                  <a:pt x="407657" y="216700"/>
                </a:lnTo>
                <a:lnTo>
                  <a:pt x="414540" y="216420"/>
                </a:lnTo>
                <a:lnTo>
                  <a:pt x="484644" y="216420"/>
                </a:lnTo>
                <a:lnTo>
                  <a:pt x="473824" y="234149"/>
                </a:lnTo>
                <a:lnTo>
                  <a:pt x="464451" y="248615"/>
                </a:lnTo>
                <a:lnTo>
                  <a:pt x="451116" y="268236"/>
                </a:lnTo>
                <a:lnTo>
                  <a:pt x="474776" y="271094"/>
                </a:lnTo>
                <a:lnTo>
                  <a:pt x="499884" y="275094"/>
                </a:lnTo>
                <a:lnTo>
                  <a:pt x="526122" y="280238"/>
                </a:lnTo>
                <a:lnTo>
                  <a:pt x="553224" y="286524"/>
                </a:lnTo>
                <a:lnTo>
                  <a:pt x="522376" y="303923"/>
                </a:lnTo>
                <a:lnTo>
                  <a:pt x="482549" y="319481"/>
                </a:lnTo>
                <a:lnTo>
                  <a:pt x="433844" y="333019"/>
                </a:lnTo>
                <a:lnTo>
                  <a:pt x="376440" y="344436"/>
                </a:lnTo>
                <a:lnTo>
                  <a:pt x="377964" y="350532"/>
                </a:lnTo>
                <a:lnTo>
                  <a:pt x="418541" y="345643"/>
                </a:lnTo>
                <a:lnTo>
                  <a:pt x="482549" y="333590"/>
                </a:lnTo>
                <a:lnTo>
                  <a:pt x="526567" y="318998"/>
                </a:lnTo>
                <a:lnTo>
                  <a:pt x="561479" y="302996"/>
                </a:lnTo>
                <a:lnTo>
                  <a:pt x="576084" y="294144"/>
                </a:lnTo>
                <a:lnTo>
                  <a:pt x="609511" y="305523"/>
                </a:lnTo>
                <a:lnTo>
                  <a:pt x="636663" y="316623"/>
                </a:lnTo>
                <a:lnTo>
                  <a:pt x="657517" y="327139"/>
                </a:lnTo>
                <a:lnTo>
                  <a:pt x="672096" y="336816"/>
                </a:lnTo>
                <a:lnTo>
                  <a:pt x="679716" y="342912"/>
                </a:lnTo>
                <a:lnTo>
                  <a:pt x="684288" y="345960"/>
                </a:lnTo>
                <a:lnTo>
                  <a:pt x="691908" y="345960"/>
                </a:lnTo>
                <a:lnTo>
                  <a:pt x="693381" y="340055"/>
                </a:lnTo>
                <a:lnTo>
                  <a:pt x="693432" y="330720"/>
                </a:lnTo>
                <a:lnTo>
                  <a:pt x="691146" y="323024"/>
                </a:lnTo>
                <a:lnTo>
                  <a:pt x="656856" y="299072"/>
                </a:lnTo>
                <a:lnTo>
                  <a:pt x="641527" y="294144"/>
                </a:lnTo>
                <a:lnTo>
                  <a:pt x="638568" y="293192"/>
                </a:lnTo>
                <a:lnTo>
                  <a:pt x="615708" y="287020"/>
                </a:lnTo>
                <a:lnTo>
                  <a:pt x="588276" y="280428"/>
                </a:lnTo>
                <a:lnTo>
                  <a:pt x="593102" y="274332"/>
                </a:lnTo>
                <a:lnTo>
                  <a:pt x="600278" y="265277"/>
                </a:lnTo>
                <a:lnTo>
                  <a:pt x="611136" y="249567"/>
                </a:lnTo>
                <a:lnTo>
                  <a:pt x="620852" y="233273"/>
                </a:lnTo>
                <a:lnTo>
                  <a:pt x="629424" y="216420"/>
                </a:lnTo>
                <a:lnTo>
                  <a:pt x="725436" y="216420"/>
                </a:lnTo>
                <a:close/>
              </a:path>
              <a:path w="3074034" h="355600">
                <a:moveTo>
                  <a:pt x="1117104" y="164592"/>
                </a:moveTo>
                <a:lnTo>
                  <a:pt x="1083576" y="131064"/>
                </a:lnTo>
                <a:lnTo>
                  <a:pt x="1059192" y="155448"/>
                </a:lnTo>
                <a:lnTo>
                  <a:pt x="1010424" y="155448"/>
                </a:lnTo>
                <a:lnTo>
                  <a:pt x="1010424" y="41148"/>
                </a:lnTo>
                <a:lnTo>
                  <a:pt x="1097292" y="41148"/>
                </a:lnTo>
                <a:lnTo>
                  <a:pt x="1065288" y="9144"/>
                </a:lnTo>
                <a:lnTo>
                  <a:pt x="1042428" y="32004"/>
                </a:lnTo>
                <a:lnTo>
                  <a:pt x="986040" y="32004"/>
                </a:lnTo>
                <a:lnTo>
                  <a:pt x="986040" y="41148"/>
                </a:lnTo>
                <a:lnTo>
                  <a:pt x="986040" y="155448"/>
                </a:lnTo>
                <a:lnTo>
                  <a:pt x="891552" y="155448"/>
                </a:lnTo>
                <a:lnTo>
                  <a:pt x="891552" y="41148"/>
                </a:lnTo>
                <a:lnTo>
                  <a:pt x="986040" y="41148"/>
                </a:lnTo>
                <a:lnTo>
                  <a:pt x="986040" y="32004"/>
                </a:lnTo>
                <a:lnTo>
                  <a:pt x="780300" y="32004"/>
                </a:lnTo>
                <a:lnTo>
                  <a:pt x="794016" y="45720"/>
                </a:lnTo>
                <a:lnTo>
                  <a:pt x="802297" y="43726"/>
                </a:lnTo>
                <a:lnTo>
                  <a:pt x="811161" y="42291"/>
                </a:lnTo>
                <a:lnTo>
                  <a:pt x="820585" y="41440"/>
                </a:lnTo>
                <a:lnTo>
                  <a:pt x="830592" y="41148"/>
                </a:lnTo>
                <a:lnTo>
                  <a:pt x="868692" y="41148"/>
                </a:lnTo>
                <a:lnTo>
                  <a:pt x="868692" y="155448"/>
                </a:lnTo>
                <a:lnTo>
                  <a:pt x="758964" y="155448"/>
                </a:lnTo>
                <a:lnTo>
                  <a:pt x="772680" y="169164"/>
                </a:lnTo>
                <a:lnTo>
                  <a:pt x="780961" y="167170"/>
                </a:lnTo>
                <a:lnTo>
                  <a:pt x="789825" y="165735"/>
                </a:lnTo>
                <a:lnTo>
                  <a:pt x="799249" y="164884"/>
                </a:lnTo>
                <a:lnTo>
                  <a:pt x="809256" y="164592"/>
                </a:lnTo>
                <a:lnTo>
                  <a:pt x="868692" y="164592"/>
                </a:lnTo>
                <a:lnTo>
                  <a:pt x="861834" y="227076"/>
                </a:lnTo>
                <a:lnTo>
                  <a:pt x="841260" y="275844"/>
                </a:lnTo>
                <a:lnTo>
                  <a:pt x="809447" y="314706"/>
                </a:lnTo>
                <a:lnTo>
                  <a:pt x="765060" y="348996"/>
                </a:lnTo>
                <a:lnTo>
                  <a:pt x="769632" y="353568"/>
                </a:lnTo>
                <a:lnTo>
                  <a:pt x="825830" y="315658"/>
                </a:lnTo>
                <a:lnTo>
                  <a:pt x="862596" y="274320"/>
                </a:lnTo>
                <a:lnTo>
                  <a:pt x="883932" y="225171"/>
                </a:lnTo>
                <a:lnTo>
                  <a:pt x="891552" y="164592"/>
                </a:lnTo>
                <a:lnTo>
                  <a:pt x="986040" y="164592"/>
                </a:lnTo>
                <a:lnTo>
                  <a:pt x="985926" y="298945"/>
                </a:lnTo>
                <a:lnTo>
                  <a:pt x="985850" y="308229"/>
                </a:lnTo>
                <a:lnTo>
                  <a:pt x="985393" y="328523"/>
                </a:lnTo>
                <a:lnTo>
                  <a:pt x="984516" y="350520"/>
                </a:lnTo>
                <a:lnTo>
                  <a:pt x="1011948" y="341376"/>
                </a:lnTo>
                <a:lnTo>
                  <a:pt x="1010437" y="298945"/>
                </a:lnTo>
                <a:lnTo>
                  <a:pt x="1010424" y="164592"/>
                </a:lnTo>
                <a:lnTo>
                  <a:pt x="1117104" y="164592"/>
                </a:lnTo>
                <a:close/>
              </a:path>
              <a:path w="3074034" h="355600">
                <a:moveTo>
                  <a:pt x="1245120" y="44208"/>
                </a:moveTo>
                <a:lnTo>
                  <a:pt x="1242072" y="38112"/>
                </a:lnTo>
                <a:lnTo>
                  <a:pt x="1234452" y="30492"/>
                </a:lnTo>
                <a:lnTo>
                  <a:pt x="1228991" y="24726"/>
                </a:lnTo>
                <a:lnTo>
                  <a:pt x="1221689" y="18681"/>
                </a:lnTo>
                <a:lnTo>
                  <a:pt x="1212367" y="12052"/>
                </a:lnTo>
                <a:lnTo>
                  <a:pt x="1200924" y="4584"/>
                </a:lnTo>
                <a:lnTo>
                  <a:pt x="1196352" y="7632"/>
                </a:lnTo>
                <a:lnTo>
                  <a:pt x="1204633" y="21920"/>
                </a:lnTo>
                <a:lnTo>
                  <a:pt x="1211211" y="35064"/>
                </a:lnTo>
                <a:lnTo>
                  <a:pt x="1216063" y="47066"/>
                </a:lnTo>
                <a:lnTo>
                  <a:pt x="1219212" y="57924"/>
                </a:lnTo>
                <a:lnTo>
                  <a:pt x="1220736" y="68592"/>
                </a:lnTo>
                <a:lnTo>
                  <a:pt x="1223784" y="73164"/>
                </a:lnTo>
                <a:lnTo>
                  <a:pt x="1229880" y="73164"/>
                </a:lnTo>
                <a:lnTo>
                  <a:pt x="1235976" y="67068"/>
                </a:lnTo>
                <a:lnTo>
                  <a:pt x="1242072" y="62496"/>
                </a:lnTo>
                <a:lnTo>
                  <a:pt x="1243596" y="57924"/>
                </a:lnTo>
                <a:lnTo>
                  <a:pt x="1245120" y="51828"/>
                </a:lnTo>
                <a:lnTo>
                  <a:pt x="1245120" y="44208"/>
                </a:lnTo>
                <a:close/>
              </a:path>
              <a:path w="3074034" h="355600">
                <a:moveTo>
                  <a:pt x="1301508" y="228612"/>
                </a:moveTo>
                <a:lnTo>
                  <a:pt x="1296936" y="224040"/>
                </a:lnTo>
                <a:lnTo>
                  <a:pt x="1239024" y="277380"/>
                </a:lnTo>
                <a:lnTo>
                  <a:pt x="1239024" y="141744"/>
                </a:lnTo>
                <a:lnTo>
                  <a:pt x="1247724" y="135648"/>
                </a:lnTo>
                <a:lnTo>
                  <a:pt x="1254264" y="131076"/>
                </a:lnTo>
                <a:lnTo>
                  <a:pt x="1226832" y="111264"/>
                </a:lnTo>
                <a:lnTo>
                  <a:pt x="1216164" y="126504"/>
                </a:lnTo>
                <a:lnTo>
                  <a:pt x="1155204" y="126504"/>
                </a:lnTo>
                <a:lnTo>
                  <a:pt x="1168920" y="140220"/>
                </a:lnTo>
                <a:lnTo>
                  <a:pt x="1176870" y="138214"/>
                </a:lnTo>
                <a:lnTo>
                  <a:pt x="1184541" y="136791"/>
                </a:lnTo>
                <a:lnTo>
                  <a:pt x="1191628" y="135928"/>
                </a:lnTo>
                <a:lnTo>
                  <a:pt x="1197876" y="135648"/>
                </a:lnTo>
                <a:lnTo>
                  <a:pt x="1217688" y="135648"/>
                </a:lnTo>
                <a:lnTo>
                  <a:pt x="1217688" y="277380"/>
                </a:lnTo>
                <a:lnTo>
                  <a:pt x="1219212" y="285000"/>
                </a:lnTo>
                <a:lnTo>
                  <a:pt x="1216164" y="292620"/>
                </a:lnTo>
                <a:lnTo>
                  <a:pt x="1210068" y="298716"/>
                </a:lnTo>
                <a:lnTo>
                  <a:pt x="1232928" y="320052"/>
                </a:lnTo>
                <a:lnTo>
                  <a:pt x="1239164" y="309765"/>
                </a:lnTo>
                <a:lnTo>
                  <a:pt x="1246263" y="299478"/>
                </a:lnTo>
                <a:lnTo>
                  <a:pt x="1253921" y="289191"/>
                </a:lnTo>
                <a:lnTo>
                  <a:pt x="1261884" y="278904"/>
                </a:lnTo>
                <a:lnTo>
                  <a:pt x="1262976" y="277380"/>
                </a:lnTo>
                <a:lnTo>
                  <a:pt x="1270215" y="267398"/>
                </a:lnTo>
                <a:lnTo>
                  <a:pt x="1279410" y="255473"/>
                </a:lnTo>
                <a:lnTo>
                  <a:pt x="1289735" y="242684"/>
                </a:lnTo>
                <a:lnTo>
                  <a:pt x="1301508" y="228612"/>
                </a:lnTo>
                <a:close/>
              </a:path>
              <a:path w="3074034" h="355600">
                <a:moveTo>
                  <a:pt x="1502676" y="121932"/>
                </a:moveTo>
                <a:lnTo>
                  <a:pt x="1501152" y="117360"/>
                </a:lnTo>
                <a:lnTo>
                  <a:pt x="1498104" y="112788"/>
                </a:lnTo>
                <a:lnTo>
                  <a:pt x="1497342" y="111264"/>
                </a:lnTo>
                <a:lnTo>
                  <a:pt x="1495056" y="106692"/>
                </a:lnTo>
                <a:lnTo>
                  <a:pt x="1488960" y="105168"/>
                </a:lnTo>
                <a:lnTo>
                  <a:pt x="1478292" y="106692"/>
                </a:lnTo>
                <a:lnTo>
                  <a:pt x="1471142" y="108686"/>
                </a:lnTo>
                <a:lnTo>
                  <a:pt x="1463433" y="110121"/>
                </a:lnTo>
                <a:lnTo>
                  <a:pt x="1455140" y="110972"/>
                </a:lnTo>
                <a:lnTo>
                  <a:pt x="1446288" y="111264"/>
                </a:lnTo>
                <a:lnTo>
                  <a:pt x="1435620" y="111264"/>
                </a:lnTo>
                <a:lnTo>
                  <a:pt x="1429524" y="106692"/>
                </a:lnTo>
                <a:lnTo>
                  <a:pt x="1429524" y="33540"/>
                </a:lnTo>
                <a:lnTo>
                  <a:pt x="1435620" y="28968"/>
                </a:lnTo>
                <a:lnTo>
                  <a:pt x="1441716" y="24396"/>
                </a:lnTo>
                <a:lnTo>
                  <a:pt x="1435735" y="19824"/>
                </a:lnTo>
                <a:lnTo>
                  <a:pt x="1415808" y="4584"/>
                </a:lnTo>
                <a:lnTo>
                  <a:pt x="1405140" y="19824"/>
                </a:lnTo>
                <a:lnTo>
                  <a:pt x="1339608" y="19824"/>
                </a:lnTo>
                <a:lnTo>
                  <a:pt x="1315224" y="7632"/>
                </a:lnTo>
                <a:lnTo>
                  <a:pt x="1316101" y="18148"/>
                </a:lnTo>
                <a:lnTo>
                  <a:pt x="1316558" y="28968"/>
                </a:lnTo>
                <a:lnTo>
                  <a:pt x="1316621" y="33540"/>
                </a:lnTo>
                <a:lnTo>
                  <a:pt x="1316558" y="53848"/>
                </a:lnTo>
                <a:lnTo>
                  <a:pt x="1309128" y="100596"/>
                </a:lnTo>
                <a:lnTo>
                  <a:pt x="1272908" y="148170"/>
                </a:lnTo>
                <a:lnTo>
                  <a:pt x="1251216" y="166128"/>
                </a:lnTo>
                <a:lnTo>
                  <a:pt x="1254264" y="170700"/>
                </a:lnTo>
                <a:lnTo>
                  <a:pt x="1298460" y="142316"/>
                </a:lnTo>
                <a:lnTo>
                  <a:pt x="1324368" y="112788"/>
                </a:lnTo>
                <a:lnTo>
                  <a:pt x="1337132" y="76022"/>
                </a:lnTo>
                <a:lnTo>
                  <a:pt x="1339608" y="28968"/>
                </a:lnTo>
                <a:lnTo>
                  <a:pt x="1406664" y="28968"/>
                </a:lnTo>
                <a:lnTo>
                  <a:pt x="1406664" y="105168"/>
                </a:lnTo>
                <a:lnTo>
                  <a:pt x="1408137" y="116039"/>
                </a:lnTo>
                <a:lnTo>
                  <a:pt x="1412760" y="123647"/>
                </a:lnTo>
                <a:lnTo>
                  <a:pt x="1420799" y="128092"/>
                </a:lnTo>
                <a:lnTo>
                  <a:pt x="1432572" y="129552"/>
                </a:lnTo>
                <a:lnTo>
                  <a:pt x="1498104" y="129552"/>
                </a:lnTo>
                <a:lnTo>
                  <a:pt x="1501152" y="128028"/>
                </a:lnTo>
                <a:lnTo>
                  <a:pt x="1502676" y="128028"/>
                </a:lnTo>
                <a:lnTo>
                  <a:pt x="1502676" y="121932"/>
                </a:lnTo>
                <a:close/>
              </a:path>
              <a:path w="3074034" h="355600">
                <a:moveTo>
                  <a:pt x="1507248" y="318528"/>
                </a:moveTo>
                <a:lnTo>
                  <a:pt x="1474622" y="313385"/>
                </a:lnTo>
                <a:lnTo>
                  <a:pt x="1445145" y="304812"/>
                </a:lnTo>
                <a:lnTo>
                  <a:pt x="1418513" y="292811"/>
                </a:lnTo>
                <a:lnTo>
                  <a:pt x="1413471" y="289572"/>
                </a:lnTo>
                <a:lnTo>
                  <a:pt x="1394472" y="277380"/>
                </a:lnTo>
                <a:lnTo>
                  <a:pt x="1405166" y="262140"/>
                </a:lnTo>
                <a:lnTo>
                  <a:pt x="1409852" y="255473"/>
                </a:lnTo>
                <a:lnTo>
                  <a:pt x="1424190" y="230708"/>
                </a:lnTo>
                <a:lnTo>
                  <a:pt x="1437335" y="203441"/>
                </a:lnTo>
                <a:lnTo>
                  <a:pt x="1449336" y="173748"/>
                </a:lnTo>
                <a:lnTo>
                  <a:pt x="1464576" y="166128"/>
                </a:lnTo>
                <a:lnTo>
                  <a:pt x="1437144" y="141744"/>
                </a:lnTo>
                <a:lnTo>
                  <a:pt x="1426476" y="155079"/>
                </a:lnTo>
                <a:lnTo>
                  <a:pt x="1426476" y="166128"/>
                </a:lnTo>
                <a:lnTo>
                  <a:pt x="1416735" y="194195"/>
                </a:lnTo>
                <a:lnTo>
                  <a:pt x="1405712" y="219278"/>
                </a:lnTo>
                <a:lnTo>
                  <a:pt x="1393253" y="241769"/>
                </a:lnTo>
                <a:lnTo>
                  <a:pt x="1379232" y="262140"/>
                </a:lnTo>
                <a:lnTo>
                  <a:pt x="1366037" y="245198"/>
                </a:lnTo>
                <a:lnTo>
                  <a:pt x="1353705" y="223850"/>
                </a:lnTo>
                <a:lnTo>
                  <a:pt x="1341932" y="197624"/>
                </a:lnTo>
                <a:lnTo>
                  <a:pt x="1330464" y="166128"/>
                </a:lnTo>
                <a:lnTo>
                  <a:pt x="1426476" y="166128"/>
                </a:lnTo>
                <a:lnTo>
                  <a:pt x="1426476" y="155079"/>
                </a:lnTo>
                <a:lnTo>
                  <a:pt x="1424952" y="156984"/>
                </a:lnTo>
                <a:lnTo>
                  <a:pt x="1289316" y="156984"/>
                </a:lnTo>
                <a:lnTo>
                  <a:pt x="1301508" y="169176"/>
                </a:lnTo>
                <a:lnTo>
                  <a:pt x="1315224" y="166128"/>
                </a:lnTo>
                <a:lnTo>
                  <a:pt x="1322844" y="166128"/>
                </a:lnTo>
                <a:lnTo>
                  <a:pt x="1329715" y="195249"/>
                </a:lnTo>
                <a:lnTo>
                  <a:pt x="1339037" y="223088"/>
                </a:lnTo>
                <a:lnTo>
                  <a:pt x="1350911" y="249491"/>
                </a:lnTo>
                <a:lnTo>
                  <a:pt x="1365516" y="274332"/>
                </a:lnTo>
                <a:lnTo>
                  <a:pt x="1342364" y="296062"/>
                </a:lnTo>
                <a:lnTo>
                  <a:pt x="1311795" y="315671"/>
                </a:lnTo>
                <a:lnTo>
                  <a:pt x="1273784" y="333260"/>
                </a:lnTo>
                <a:lnTo>
                  <a:pt x="1228356" y="349008"/>
                </a:lnTo>
                <a:lnTo>
                  <a:pt x="1229880" y="353580"/>
                </a:lnTo>
                <a:lnTo>
                  <a:pt x="1271879" y="344436"/>
                </a:lnTo>
                <a:lnTo>
                  <a:pt x="1311033" y="330720"/>
                </a:lnTo>
                <a:lnTo>
                  <a:pt x="1347317" y="312432"/>
                </a:lnTo>
                <a:lnTo>
                  <a:pt x="1380756" y="289572"/>
                </a:lnTo>
                <a:lnTo>
                  <a:pt x="1401914" y="306946"/>
                </a:lnTo>
                <a:lnTo>
                  <a:pt x="1424381" y="322338"/>
                </a:lnTo>
                <a:lnTo>
                  <a:pt x="1448257" y="335432"/>
                </a:lnTo>
                <a:lnTo>
                  <a:pt x="1473720" y="345960"/>
                </a:lnTo>
                <a:lnTo>
                  <a:pt x="1476590" y="338531"/>
                </a:lnTo>
                <a:lnTo>
                  <a:pt x="1483055" y="332244"/>
                </a:lnTo>
                <a:lnTo>
                  <a:pt x="1493215" y="327101"/>
                </a:lnTo>
                <a:lnTo>
                  <a:pt x="1507248" y="323100"/>
                </a:lnTo>
                <a:lnTo>
                  <a:pt x="1507248" y="318528"/>
                </a:lnTo>
                <a:close/>
              </a:path>
              <a:path w="3074034" h="355600">
                <a:moveTo>
                  <a:pt x="1894344" y="163068"/>
                </a:moveTo>
                <a:lnTo>
                  <a:pt x="1860816" y="129540"/>
                </a:lnTo>
                <a:lnTo>
                  <a:pt x="1830336" y="153924"/>
                </a:lnTo>
                <a:lnTo>
                  <a:pt x="1546872" y="153924"/>
                </a:lnTo>
                <a:lnTo>
                  <a:pt x="1560588" y="167640"/>
                </a:lnTo>
                <a:lnTo>
                  <a:pt x="1569161" y="165646"/>
                </a:lnTo>
                <a:lnTo>
                  <a:pt x="1578876" y="164211"/>
                </a:lnTo>
                <a:lnTo>
                  <a:pt x="1589735" y="163360"/>
                </a:lnTo>
                <a:lnTo>
                  <a:pt x="1601736" y="163068"/>
                </a:lnTo>
                <a:lnTo>
                  <a:pt x="1894344" y="163068"/>
                </a:lnTo>
                <a:close/>
              </a:path>
              <a:path w="3074034" h="355600">
                <a:moveTo>
                  <a:pt x="2124456" y="97536"/>
                </a:moveTo>
                <a:lnTo>
                  <a:pt x="2114778" y="88392"/>
                </a:lnTo>
                <a:lnTo>
                  <a:pt x="2097024" y="71628"/>
                </a:lnTo>
                <a:lnTo>
                  <a:pt x="2080260" y="88392"/>
                </a:lnTo>
                <a:lnTo>
                  <a:pt x="2051304" y="88392"/>
                </a:lnTo>
                <a:lnTo>
                  <a:pt x="2051304" y="33528"/>
                </a:lnTo>
                <a:lnTo>
                  <a:pt x="2065020" y="22860"/>
                </a:lnTo>
                <a:lnTo>
                  <a:pt x="2029968" y="4572"/>
                </a:lnTo>
                <a:lnTo>
                  <a:pt x="2031238" y="61226"/>
                </a:lnTo>
                <a:lnTo>
                  <a:pt x="2031441" y="108013"/>
                </a:lnTo>
                <a:lnTo>
                  <a:pt x="2031492" y="185928"/>
                </a:lnTo>
                <a:lnTo>
                  <a:pt x="1987296" y="192024"/>
                </a:lnTo>
                <a:lnTo>
                  <a:pt x="1987296" y="86868"/>
                </a:lnTo>
                <a:lnTo>
                  <a:pt x="1999488" y="74676"/>
                </a:lnTo>
                <a:lnTo>
                  <a:pt x="1965960" y="57912"/>
                </a:lnTo>
                <a:lnTo>
                  <a:pt x="1966849" y="78473"/>
                </a:lnTo>
                <a:lnTo>
                  <a:pt x="1967255" y="104876"/>
                </a:lnTo>
                <a:lnTo>
                  <a:pt x="1967357" y="121920"/>
                </a:lnTo>
                <a:lnTo>
                  <a:pt x="1967484" y="193548"/>
                </a:lnTo>
                <a:lnTo>
                  <a:pt x="1933956" y="198120"/>
                </a:lnTo>
                <a:lnTo>
                  <a:pt x="1950720" y="227076"/>
                </a:lnTo>
                <a:lnTo>
                  <a:pt x="1998535" y="208026"/>
                </a:lnTo>
                <a:lnTo>
                  <a:pt x="2051240" y="194932"/>
                </a:lnTo>
                <a:lnTo>
                  <a:pt x="2108466" y="182880"/>
                </a:lnTo>
                <a:lnTo>
                  <a:pt x="2122932" y="179832"/>
                </a:lnTo>
                <a:lnTo>
                  <a:pt x="2121408" y="172212"/>
                </a:lnTo>
                <a:lnTo>
                  <a:pt x="2051304" y="182880"/>
                </a:lnTo>
                <a:lnTo>
                  <a:pt x="2051304" y="97536"/>
                </a:lnTo>
                <a:lnTo>
                  <a:pt x="2124456" y="97536"/>
                </a:lnTo>
                <a:close/>
              </a:path>
              <a:path w="3074034" h="355600">
                <a:moveTo>
                  <a:pt x="2235708" y="260604"/>
                </a:moveTo>
                <a:lnTo>
                  <a:pt x="2203704" y="227076"/>
                </a:lnTo>
                <a:lnTo>
                  <a:pt x="2180844" y="251460"/>
                </a:lnTo>
                <a:lnTo>
                  <a:pt x="1981200" y="251460"/>
                </a:lnTo>
                <a:lnTo>
                  <a:pt x="1994916" y="265176"/>
                </a:lnTo>
                <a:lnTo>
                  <a:pt x="2003806" y="263182"/>
                </a:lnTo>
                <a:lnTo>
                  <a:pt x="2012251" y="261747"/>
                </a:lnTo>
                <a:lnTo>
                  <a:pt x="2020430" y="260896"/>
                </a:lnTo>
                <a:lnTo>
                  <a:pt x="2028444" y="260604"/>
                </a:lnTo>
                <a:lnTo>
                  <a:pt x="2235708" y="260604"/>
                </a:lnTo>
                <a:close/>
              </a:path>
              <a:path w="3074034" h="355600">
                <a:moveTo>
                  <a:pt x="2282952" y="329184"/>
                </a:moveTo>
                <a:lnTo>
                  <a:pt x="2246376" y="292608"/>
                </a:lnTo>
                <a:lnTo>
                  <a:pt x="2218944" y="320040"/>
                </a:lnTo>
                <a:lnTo>
                  <a:pt x="1937004" y="320040"/>
                </a:lnTo>
                <a:lnTo>
                  <a:pt x="1950720" y="333756"/>
                </a:lnTo>
                <a:lnTo>
                  <a:pt x="1959635" y="331762"/>
                </a:lnTo>
                <a:lnTo>
                  <a:pt x="1968246" y="330327"/>
                </a:lnTo>
                <a:lnTo>
                  <a:pt x="1976869" y="329476"/>
                </a:lnTo>
                <a:lnTo>
                  <a:pt x="1985772" y="329184"/>
                </a:lnTo>
                <a:lnTo>
                  <a:pt x="2282952" y="329184"/>
                </a:lnTo>
                <a:close/>
              </a:path>
              <a:path w="3074034" h="355600">
                <a:moveTo>
                  <a:pt x="2284476" y="184404"/>
                </a:moveTo>
                <a:lnTo>
                  <a:pt x="2266835" y="147002"/>
                </a:lnTo>
                <a:lnTo>
                  <a:pt x="2266188" y="121920"/>
                </a:lnTo>
                <a:lnTo>
                  <a:pt x="2258568" y="121920"/>
                </a:lnTo>
                <a:lnTo>
                  <a:pt x="2253996" y="166116"/>
                </a:lnTo>
                <a:lnTo>
                  <a:pt x="2240280" y="187452"/>
                </a:lnTo>
                <a:lnTo>
                  <a:pt x="2183892" y="187452"/>
                </a:lnTo>
                <a:lnTo>
                  <a:pt x="2157984" y="128016"/>
                </a:lnTo>
                <a:lnTo>
                  <a:pt x="2173554" y="118872"/>
                </a:lnTo>
                <a:lnTo>
                  <a:pt x="2197404" y="104876"/>
                </a:lnTo>
                <a:lnTo>
                  <a:pt x="2228659" y="88011"/>
                </a:lnTo>
                <a:lnTo>
                  <a:pt x="2251646" y="77444"/>
                </a:lnTo>
                <a:lnTo>
                  <a:pt x="2266188" y="73152"/>
                </a:lnTo>
                <a:lnTo>
                  <a:pt x="2240280" y="47244"/>
                </a:lnTo>
                <a:lnTo>
                  <a:pt x="2229993" y="61226"/>
                </a:lnTo>
                <a:lnTo>
                  <a:pt x="2212848" y="77914"/>
                </a:lnTo>
                <a:lnTo>
                  <a:pt x="2188845" y="97180"/>
                </a:lnTo>
                <a:lnTo>
                  <a:pt x="2157984" y="118872"/>
                </a:lnTo>
                <a:lnTo>
                  <a:pt x="2157984" y="30480"/>
                </a:lnTo>
                <a:lnTo>
                  <a:pt x="2170176" y="19812"/>
                </a:lnTo>
                <a:lnTo>
                  <a:pt x="2136648" y="4572"/>
                </a:lnTo>
                <a:lnTo>
                  <a:pt x="2136889" y="19812"/>
                </a:lnTo>
                <a:lnTo>
                  <a:pt x="2137422" y="33528"/>
                </a:lnTo>
                <a:lnTo>
                  <a:pt x="2137943" y="43802"/>
                </a:lnTo>
                <a:lnTo>
                  <a:pt x="2138172" y="51816"/>
                </a:lnTo>
                <a:lnTo>
                  <a:pt x="2138286" y="175882"/>
                </a:lnTo>
                <a:lnTo>
                  <a:pt x="2176272" y="204216"/>
                </a:lnTo>
                <a:lnTo>
                  <a:pt x="2246376" y="204216"/>
                </a:lnTo>
                <a:lnTo>
                  <a:pt x="2258974" y="203060"/>
                </a:lnTo>
                <a:lnTo>
                  <a:pt x="2269426" y="199453"/>
                </a:lnTo>
                <a:lnTo>
                  <a:pt x="2277884" y="193294"/>
                </a:lnTo>
                <a:lnTo>
                  <a:pt x="2282215" y="187452"/>
                </a:lnTo>
                <a:lnTo>
                  <a:pt x="2284476" y="184404"/>
                </a:lnTo>
                <a:close/>
              </a:path>
              <a:path w="3074034" h="355600">
                <a:moveTo>
                  <a:pt x="2404884" y="42672"/>
                </a:moveTo>
                <a:lnTo>
                  <a:pt x="2401836" y="36576"/>
                </a:lnTo>
                <a:lnTo>
                  <a:pt x="2394216" y="32004"/>
                </a:lnTo>
                <a:lnTo>
                  <a:pt x="2387308" y="27127"/>
                </a:lnTo>
                <a:lnTo>
                  <a:pt x="2377833" y="21526"/>
                </a:lnTo>
                <a:lnTo>
                  <a:pt x="2365489" y="15074"/>
                </a:lnTo>
                <a:lnTo>
                  <a:pt x="2350020" y="7620"/>
                </a:lnTo>
                <a:lnTo>
                  <a:pt x="2346972" y="12192"/>
                </a:lnTo>
                <a:lnTo>
                  <a:pt x="2358631" y="24485"/>
                </a:lnTo>
                <a:lnTo>
                  <a:pt x="2368308" y="36195"/>
                </a:lnTo>
                <a:lnTo>
                  <a:pt x="2375687" y="47345"/>
                </a:lnTo>
                <a:lnTo>
                  <a:pt x="2380500" y="57912"/>
                </a:lnTo>
                <a:lnTo>
                  <a:pt x="2383548" y="67056"/>
                </a:lnTo>
                <a:lnTo>
                  <a:pt x="2386596" y="71628"/>
                </a:lnTo>
                <a:lnTo>
                  <a:pt x="2392692" y="71628"/>
                </a:lnTo>
                <a:lnTo>
                  <a:pt x="2395740" y="70104"/>
                </a:lnTo>
                <a:lnTo>
                  <a:pt x="2400312" y="67056"/>
                </a:lnTo>
                <a:lnTo>
                  <a:pt x="2403360" y="62484"/>
                </a:lnTo>
                <a:lnTo>
                  <a:pt x="2404884" y="57912"/>
                </a:lnTo>
                <a:lnTo>
                  <a:pt x="2404884" y="42672"/>
                </a:lnTo>
                <a:close/>
              </a:path>
              <a:path w="3074034" h="355600">
                <a:moveTo>
                  <a:pt x="2464320" y="228600"/>
                </a:moveTo>
                <a:lnTo>
                  <a:pt x="2459748" y="224028"/>
                </a:lnTo>
                <a:lnTo>
                  <a:pt x="2391168" y="281940"/>
                </a:lnTo>
                <a:lnTo>
                  <a:pt x="2391168" y="141732"/>
                </a:lnTo>
                <a:lnTo>
                  <a:pt x="2398128" y="135636"/>
                </a:lnTo>
                <a:lnTo>
                  <a:pt x="2403360" y="131064"/>
                </a:lnTo>
                <a:lnTo>
                  <a:pt x="2378976" y="111252"/>
                </a:lnTo>
                <a:lnTo>
                  <a:pt x="2368308" y="126492"/>
                </a:lnTo>
                <a:lnTo>
                  <a:pt x="2318016" y="126492"/>
                </a:lnTo>
                <a:lnTo>
                  <a:pt x="2331732" y="140208"/>
                </a:lnTo>
                <a:lnTo>
                  <a:pt x="2339683" y="138214"/>
                </a:lnTo>
                <a:lnTo>
                  <a:pt x="2347353" y="136779"/>
                </a:lnTo>
                <a:lnTo>
                  <a:pt x="2354440" y="135928"/>
                </a:lnTo>
                <a:lnTo>
                  <a:pt x="2360688" y="135636"/>
                </a:lnTo>
                <a:lnTo>
                  <a:pt x="2371356" y="135636"/>
                </a:lnTo>
                <a:lnTo>
                  <a:pt x="2371458" y="271843"/>
                </a:lnTo>
                <a:lnTo>
                  <a:pt x="2371687" y="279044"/>
                </a:lnTo>
                <a:lnTo>
                  <a:pt x="2370594" y="288404"/>
                </a:lnTo>
                <a:lnTo>
                  <a:pt x="2368346" y="296087"/>
                </a:lnTo>
                <a:lnTo>
                  <a:pt x="2365260" y="301752"/>
                </a:lnTo>
                <a:lnTo>
                  <a:pt x="2385072" y="323088"/>
                </a:lnTo>
                <a:lnTo>
                  <a:pt x="2412504" y="286512"/>
                </a:lnTo>
                <a:lnTo>
                  <a:pt x="2423376" y="274256"/>
                </a:lnTo>
                <a:lnTo>
                  <a:pt x="2435428" y="260565"/>
                </a:lnTo>
                <a:lnTo>
                  <a:pt x="2449144" y="245160"/>
                </a:lnTo>
                <a:lnTo>
                  <a:pt x="2464320" y="228600"/>
                </a:lnTo>
                <a:close/>
              </a:path>
              <a:path w="3074034" h="355600">
                <a:moveTo>
                  <a:pt x="2680728" y="303276"/>
                </a:moveTo>
                <a:lnTo>
                  <a:pt x="2644457" y="288404"/>
                </a:lnTo>
                <a:lnTo>
                  <a:pt x="2613482" y="266509"/>
                </a:lnTo>
                <a:lnTo>
                  <a:pt x="2587929" y="237490"/>
                </a:lnTo>
                <a:lnTo>
                  <a:pt x="2567952" y="201168"/>
                </a:lnTo>
                <a:lnTo>
                  <a:pt x="2679204" y="201168"/>
                </a:lnTo>
                <a:lnTo>
                  <a:pt x="2651772" y="172212"/>
                </a:lnTo>
                <a:lnTo>
                  <a:pt x="2630436" y="192024"/>
                </a:lnTo>
                <a:lnTo>
                  <a:pt x="2557284" y="192024"/>
                </a:lnTo>
                <a:lnTo>
                  <a:pt x="2557284" y="144780"/>
                </a:lnTo>
                <a:lnTo>
                  <a:pt x="2616720" y="144780"/>
                </a:lnTo>
                <a:lnTo>
                  <a:pt x="2616720" y="160020"/>
                </a:lnTo>
                <a:lnTo>
                  <a:pt x="2638056" y="150876"/>
                </a:lnTo>
                <a:lnTo>
                  <a:pt x="2637777" y="144780"/>
                </a:lnTo>
                <a:lnTo>
                  <a:pt x="2637358" y="135636"/>
                </a:lnTo>
                <a:lnTo>
                  <a:pt x="2637167" y="131445"/>
                </a:lnTo>
                <a:lnTo>
                  <a:pt x="2636723" y="105156"/>
                </a:lnTo>
                <a:lnTo>
                  <a:pt x="2636621" y="86868"/>
                </a:lnTo>
                <a:lnTo>
                  <a:pt x="2636583" y="77724"/>
                </a:lnTo>
                <a:lnTo>
                  <a:pt x="2636532" y="32004"/>
                </a:lnTo>
                <a:lnTo>
                  <a:pt x="2644660" y="25908"/>
                </a:lnTo>
                <a:lnTo>
                  <a:pt x="2648724" y="22860"/>
                </a:lnTo>
                <a:lnTo>
                  <a:pt x="2641689" y="16764"/>
                </a:lnTo>
                <a:lnTo>
                  <a:pt x="2625864" y="3048"/>
                </a:lnTo>
                <a:lnTo>
                  <a:pt x="2616720" y="13335"/>
                </a:lnTo>
                <a:lnTo>
                  <a:pt x="2616720" y="25908"/>
                </a:lnTo>
                <a:lnTo>
                  <a:pt x="2616720" y="77724"/>
                </a:lnTo>
                <a:lnTo>
                  <a:pt x="2616720" y="86868"/>
                </a:lnTo>
                <a:lnTo>
                  <a:pt x="2616720" y="135636"/>
                </a:lnTo>
                <a:lnTo>
                  <a:pt x="2557284" y="135636"/>
                </a:lnTo>
                <a:lnTo>
                  <a:pt x="2557284" y="86868"/>
                </a:lnTo>
                <a:lnTo>
                  <a:pt x="2616720" y="86868"/>
                </a:lnTo>
                <a:lnTo>
                  <a:pt x="2616720" y="77724"/>
                </a:lnTo>
                <a:lnTo>
                  <a:pt x="2557284" y="77724"/>
                </a:lnTo>
                <a:lnTo>
                  <a:pt x="2557284" y="25908"/>
                </a:lnTo>
                <a:lnTo>
                  <a:pt x="2616720" y="25908"/>
                </a:lnTo>
                <a:lnTo>
                  <a:pt x="2616720" y="13335"/>
                </a:lnTo>
                <a:lnTo>
                  <a:pt x="2613672" y="16764"/>
                </a:lnTo>
                <a:lnTo>
                  <a:pt x="2537472" y="16764"/>
                </a:lnTo>
                <a:lnTo>
                  <a:pt x="2537472" y="25908"/>
                </a:lnTo>
                <a:lnTo>
                  <a:pt x="2537472" y="77724"/>
                </a:lnTo>
                <a:lnTo>
                  <a:pt x="2537472" y="86868"/>
                </a:lnTo>
                <a:lnTo>
                  <a:pt x="2537472" y="135636"/>
                </a:lnTo>
                <a:lnTo>
                  <a:pt x="2481084" y="135636"/>
                </a:lnTo>
                <a:lnTo>
                  <a:pt x="2481084" y="86868"/>
                </a:lnTo>
                <a:lnTo>
                  <a:pt x="2537472" y="86868"/>
                </a:lnTo>
                <a:lnTo>
                  <a:pt x="2537472" y="77724"/>
                </a:lnTo>
                <a:lnTo>
                  <a:pt x="2481084" y="77724"/>
                </a:lnTo>
                <a:lnTo>
                  <a:pt x="2481084" y="25908"/>
                </a:lnTo>
                <a:lnTo>
                  <a:pt x="2537472" y="25908"/>
                </a:lnTo>
                <a:lnTo>
                  <a:pt x="2537472" y="16764"/>
                </a:lnTo>
                <a:lnTo>
                  <a:pt x="2482608" y="16764"/>
                </a:lnTo>
                <a:lnTo>
                  <a:pt x="2459748" y="4572"/>
                </a:lnTo>
                <a:lnTo>
                  <a:pt x="2460637" y="24485"/>
                </a:lnTo>
                <a:lnTo>
                  <a:pt x="2461056" y="42672"/>
                </a:lnTo>
                <a:lnTo>
                  <a:pt x="2461196" y="57912"/>
                </a:lnTo>
                <a:lnTo>
                  <a:pt x="2461082" y="122110"/>
                </a:lnTo>
                <a:lnTo>
                  <a:pt x="2460599" y="144780"/>
                </a:lnTo>
                <a:lnTo>
                  <a:pt x="2459748" y="167640"/>
                </a:lnTo>
                <a:lnTo>
                  <a:pt x="2481084" y="160020"/>
                </a:lnTo>
                <a:lnTo>
                  <a:pt x="2481084" y="144780"/>
                </a:lnTo>
                <a:lnTo>
                  <a:pt x="2537472" y="144780"/>
                </a:lnTo>
                <a:lnTo>
                  <a:pt x="2537472" y="192024"/>
                </a:lnTo>
                <a:lnTo>
                  <a:pt x="2415552" y="192024"/>
                </a:lnTo>
                <a:lnTo>
                  <a:pt x="2429268" y="205740"/>
                </a:lnTo>
                <a:lnTo>
                  <a:pt x="2438412" y="203746"/>
                </a:lnTo>
                <a:lnTo>
                  <a:pt x="2447556" y="202311"/>
                </a:lnTo>
                <a:lnTo>
                  <a:pt x="2456700" y="201460"/>
                </a:lnTo>
                <a:lnTo>
                  <a:pt x="2465844" y="201168"/>
                </a:lnTo>
                <a:lnTo>
                  <a:pt x="2523756" y="201168"/>
                </a:lnTo>
                <a:lnTo>
                  <a:pt x="2502039" y="237731"/>
                </a:lnTo>
                <a:lnTo>
                  <a:pt x="2473464" y="271843"/>
                </a:lnTo>
                <a:lnTo>
                  <a:pt x="2438031" y="303403"/>
                </a:lnTo>
                <a:lnTo>
                  <a:pt x="2395740" y="332232"/>
                </a:lnTo>
                <a:lnTo>
                  <a:pt x="2398788" y="338328"/>
                </a:lnTo>
                <a:lnTo>
                  <a:pt x="2440165" y="315734"/>
                </a:lnTo>
                <a:lnTo>
                  <a:pt x="2477274" y="288988"/>
                </a:lnTo>
                <a:lnTo>
                  <a:pt x="2509799" y="257962"/>
                </a:lnTo>
                <a:lnTo>
                  <a:pt x="2537472" y="222504"/>
                </a:lnTo>
                <a:lnTo>
                  <a:pt x="2537358" y="279044"/>
                </a:lnTo>
                <a:lnTo>
                  <a:pt x="2537244" y="297370"/>
                </a:lnTo>
                <a:lnTo>
                  <a:pt x="2536863" y="323088"/>
                </a:lnTo>
                <a:lnTo>
                  <a:pt x="2536761" y="327660"/>
                </a:lnTo>
                <a:lnTo>
                  <a:pt x="2535948" y="353568"/>
                </a:lnTo>
                <a:lnTo>
                  <a:pt x="2558808" y="342900"/>
                </a:lnTo>
                <a:lnTo>
                  <a:pt x="2558605" y="327660"/>
                </a:lnTo>
                <a:lnTo>
                  <a:pt x="2558084" y="297370"/>
                </a:lnTo>
                <a:lnTo>
                  <a:pt x="2557602" y="260565"/>
                </a:lnTo>
                <a:lnTo>
                  <a:pt x="2557475" y="245160"/>
                </a:lnTo>
                <a:lnTo>
                  <a:pt x="2557373" y="222504"/>
                </a:lnTo>
                <a:lnTo>
                  <a:pt x="2557284" y="201168"/>
                </a:lnTo>
                <a:lnTo>
                  <a:pt x="2560332" y="201168"/>
                </a:lnTo>
                <a:lnTo>
                  <a:pt x="2572639" y="239153"/>
                </a:lnTo>
                <a:lnTo>
                  <a:pt x="2591384" y="272986"/>
                </a:lnTo>
                <a:lnTo>
                  <a:pt x="2616695" y="302539"/>
                </a:lnTo>
                <a:lnTo>
                  <a:pt x="2648724" y="327660"/>
                </a:lnTo>
                <a:lnTo>
                  <a:pt x="2652433" y="319659"/>
                </a:lnTo>
                <a:lnTo>
                  <a:pt x="2659011" y="313944"/>
                </a:lnTo>
                <a:lnTo>
                  <a:pt x="2668435" y="310515"/>
                </a:lnTo>
                <a:lnTo>
                  <a:pt x="2680728" y="309372"/>
                </a:lnTo>
                <a:lnTo>
                  <a:pt x="2680728" y="303276"/>
                </a:lnTo>
                <a:close/>
              </a:path>
              <a:path w="3074034" h="355600">
                <a:moveTo>
                  <a:pt x="2869692" y="121920"/>
                </a:moveTo>
                <a:lnTo>
                  <a:pt x="2845308" y="96012"/>
                </a:lnTo>
                <a:lnTo>
                  <a:pt x="2828544" y="112776"/>
                </a:lnTo>
                <a:lnTo>
                  <a:pt x="2805684" y="112776"/>
                </a:lnTo>
                <a:lnTo>
                  <a:pt x="2805684" y="39624"/>
                </a:lnTo>
                <a:lnTo>
                  <a:pt x="2805684" y="36576"/>
                </a:lnTo>
                <a:lnTo>
                  <a:pt x="2839974" y="31051"/>
                </a:lnTo>
                <a:lnTo>
                  <a:pt x="2851975" y="29514"/>
                </a:lnTo>
                <a:lnTo>
                  <a:pt x="2860548" y="28956"/>
                </a:lnTo>
                <a:lnTo>
                  <a:pt x="2840736" y="1524"/>
                </a:lnTo>
                <a:lnTo>
                  <a:pt x="2788920" y="24384"/>
                </a:lnTo>
                <a:lnTo>
                  <a:pt x="2736418" y="38315"/>
                </a:lnTo>
                <a:lnTo>
                  <a:pt x="2721864" y="41148"/>
                </a:lnTo>
                <a:lnTo>
                  <a:pt x="2721864" y="47244"/>
                </a:lnTo>
                <a:lnTo>
                  <a:pt x="2742158" y="44983"/>
                </a:lnTo>
                <a:lnTo>
                  <a:pt x="2785872" y="39624"/>
                </a:lnTo>
                <a:lnTo>
                  <a:pt x="2785872" y="112776"/>
                </a:lnTo>
                <a:lnTo>
                  <a:pt x="2709672" y="112776"/>
                </a:lnTo>
                <a:lnTo>
                  <a:pt x="2723388" y="126492"/>
                </a:lnTo>
                <a:lnTo>
                  <a:pt x="2731681" y="124498"/>
                </a:lnTo>
                <a:lnTo>
                  <a:pt x="2740533" y="123063"/>
                </a:lnTo>
                <a:lnTo>
                  <a:pt x="2749969" y="122212"/>
                </a:lnTo>
                <a:lnTo>
                  <a:pt x="2759964" y="121920"/>
                </a:lnTo>
                <a:lnTo>
                  <a:pt x="2781300" y="121920"/>
                </a:lnTo>
                <a:lnTo>
                  <a:pt x="2765945" y="176784"/>
                </a:lnTo>
                <a:lnTo>
                  <a:pt x="2748711" y="221005"/>
                </a:lnTo>
                <a:lnTo>
                  <a:pt x="2725229" y="267347"/>
                </a:lnTo>
                <a:lnTo>
                  <a:pt x="2711196" y="291084"/>
                </a:lnTo>
                <a:lnTo>
                  <a:pt x="2714244" y="295656"/>
                </a:lnTo>
                <a:lnTo>
                  <a:pt x="2735084" y="270230"/>
                </a:lnTo>
                <a:lnTo>
                  <a:pt x="2754058" y="241935"/>
                </a:lnTo>
                <a:lnTo>
                  <a:pt x="2771038" y="210794"/>
                </a:lnTo>
                <a:lnTo>
                  <a:pt x="2785872" y="176784"/>
                </a:lnTo>
                <a:lnTo>
                  <a:pt x="2785770" y="257556"/>
                </a:lnTo>
                <a:lnTo>
                  <a:pt x="2785656" y="283845"/>
                </a:lnTo>
                <a:lnTo>
                  <a:pt x="2785237" y="321881"/>
                </a:lnTo>
                <a:lnTo>
                  <a:pt x="2784348" y="355092"/>
                </a:lnTo>
                <a:lnTo>
                  <a:pt x="2807208" y="344424"/>
                </a:lnTo>
                <a:lnTo>
                  <a:pt x="2805874" y="283845"/>
                </a:lnTo>
                <a:lnTo>
                  <a:pt x="2805696" y="176784"/>
                </a:lnTo>
                <a:lnTo>
                  <a:pt x="2805684" y="156972"/>
                </a:lnTo>
                <a:lnTo>
                  <a:pt x="2815386" y="167284"/>
                </a:lnTo>
                <a:lnTo>
                  <a:pt x="2823781" y="177736"/>
                </a:lnTo>
                <a:lnTo>
                  <a:pt x="2830766" y="188480"/>
                </a:lnTo>
                <a:lnTo>
                  <a:pt x="2836164" y="199644"/>
                </a:lnTo>
                <a:lnTo>
                  <a:pt x="2840736" y="210312"/>
                </a:lnTo>
                <a:lnTo>
                  <a:pt x="2843784" y="214884"/>
                </a:lnTo>
                <a:lnTo>
                  <a:pt x="2848356" y="214884"/>
                </a:lnTo>
                <a:lnTo>
                  <a:pt x="2851404" y="213360"/>
                </a:lnTo>
                <a:lnTo>
                  <a:pt x="2854452" y="208788"/>
                </a:lnTo>
                <a:lnTo>
                  <a:pt x="2857500" y="199644"/>
                </a:lnTo>
                <a:lnTo>
                  <a:pt x="2857500" y="187452"/>
                </a:lnTo>
                <a:lnTo>
                  <a:pt x="2820289" y="157480"/>
                </a:lnTo>
                <a:lnTo>
                  <a:pt x="2805684" y="150876"/>
                </a:lnTo>
                <a:lnTo>
                  <a:pt x="2805684" y="121920"/>
                </a:lnTo>
                <a:lnTo>
                  <a:pt x="2869692" y="121920"/>
                </a:lnTo>
                <a:close/>
              </a:path>
              <a:path w="3074034" h="355600">
                <a:moveTo>
                  <a:pt x="3051048" y="32004"/>
                </a:moveTo>
                <a:lnTo>
                  <a:pt x="3043428" y="24384"/>
                </a:lnTo>
                <a:lnTo>
                  <a:pt x="3029712" y="10668"/>
                </a:lnTo>
                <a:lnTo>
                  <a:pt x="3017520" y="22860"/>
                </a:lnTo>
                <a:lnTo>
                  <a:pt x="3017520" y="33528"/>
                </a:lnTo>
                <a:lnTo>
                  <a:pt x="3017520" y="112776"/>
                </a:lnTo>
                <a:lnTo>
                  <a:pt x="2903220" y="112776"/>
                </a:lnTo>
                <a:lnTo>
                  <a:pt x="2903220" y="33528"/>
                </a:lnTo>
                <a:lnTo>
                  <a:pt x="3017520" y="33528"/>
                </a:lnTo>
                <a:lnTo>
                  <a:pt x="3017520" y="22860"/>
                </a:lnTo>
                <a:lnTo>
                  <a:pt x="3015996" y="24384"/>
                </a:lnTo>
                <a:lnTo>
                  <a:pt x="2904744" y="24384"/>
                </a:lnTo>
                <a:lnTo>
                  <a:pt x="2881884" y="10668"/>
                </a:lnTo>
                <a:lnTo>
                  <a:pt x="2882773" y="27813"/>
                </a:lnTo>
                <a:lnTo>
                  <a:pt x="2883217" y="44958"/>
                </a:lnTo>
                <a:lnTo>
                  <a:pt x="2883395" y="62103"/>
                </a:lnTo>
                <a:lnTo>
                  <a:pt x="2883357" y="99441"/>
                </a:lnTo>
                <a:lnTo>
                  <a:pt x="2883230" y="112776"/>
                </a:lnTo>
                <a:lnTo>
                  <a:pt x="2882773" y="130683"/>
                </a:lnTo>
                <a:lnTo>
                  <a:pt x="2881884" y="147828"/>
                </a:lnTo>
                <a:lnTo>
                  <a:pt x="2903220" y="138684"/>
                </a:lnTo>
                <a:lnTo>
                  <a:pt x="2903220" y="121920"/>
                </a:lnTo>
                <a:lnTo>
                  <a:pt x="3017520" y="121920"/>
                </a:lnTo>
                <a:lnTo>
                  <a:pt x="3017520" y="140208"/>
                </a:lnTo>
                <a:lnTo>
                  <a:pt x="3038856" y="132588"/>
                </a:lnTo>
                <a:lnTo>
                  <a:pt x="3038678" y="121920"/>
                </a:lnTo>
                <a:lnTo>
                  <a:pt x="3038627" y="119164"/>
                </a:lnTo>
                <a:lnTo>
                  <a:pt x="3038449" y="112776"/>
                </a:lnTo>
                <a:lnTo>
                  <a:pt x="3038094" y="99441"/>
                </a:lnTo>
                <a:lnTo>
                  <a:pt x="3037573" y="73444"/>
                </a:lnTo>
                <a:lnTo>
                  <a:pt x="3037332" y="41148"/>
                </a:lnTo>
                <a:lnTo>
                  <a:pt x="3048762" y="33528"/>
                </a:lnTo>
                <a:lnTo>
                  <a:pt x="3051048" y="32004"/>
                </a:lnTo>
                <a:close/>
              </a:path>
              <a:path w="3074034" h="355600">
                <a:moveTo>
                  <a:pt x="3073908" y="332232"/>
                </a:moveTo>
                <a:lnTo>
                  <a:pt x="3046476" y="304800"/>
                </a:lnTo>
                <a:lnTo>
                  <a:pt x="3028188" y="323088"/>
                </a:lnTo>
                <a:lnTo>
                  <a:pt x="2968752" y="323088"/>
                </a:lnTo>
                <a:lnTo>
                  <a:pt x="2968752" y="252984"/>
                </a:lnTo>
                <a:lnTo>
                  <a:pt x="3054096" y="252984"/>
                </a:lnTo>
                <a:lnTo>
                  <a:pt x="3029712" y="225552"/>
                </a:lnTo>
                <a:lnTo>
                  <a:pt x="3012948" y="242316"/>
                </a:lnTo>
                <a:lnTo>
                  <a:pt x="2968752" y="242316"/>
                </a:lnTo>
                <a:lnTo>
                  <a:pt x="2968752" y="176784"/>
                </a:lnTo>
                <a:lnTo>
                  <a:pt x="3061716" y="176784"/>
                </a:lnTo>
                <a:lnTo>
                  <a:pt x="3037332" y="150876"/>
                </a:lnTo>
                <a:lnTo>
                  <a:pt x="3020568" y="167640"/>
                </a:lnTo>
                <a:lnTo>
                  <a:pt x="2862072" y="167640"/>
                </a:lnTo>
                <a:lnTo>
                  <a:pt x="2875788" y="181356"/>
                </a:lnTo>
                <a:lnTo>
                  <a:pt x="2884932" y="179362"/>
                </a:lnTo>
                <a:lnTo>
                  <a:pt x="2894076" y="177927"/>
                </a:lnTo>
                <a:lnTo>
                  <a:pt x="2903220" y="177076"/>
                </a:lnTo>
                <a:lnTo>
                  <a:pt x="2912364" y="176784"/>
                </a:lnTo>
                <a:lnTo>
                  <a:pt x="2948940" y="176784"/>
                </a:lnTo>
                <a:lnTo>
                  <a:pt x="2948940" y="242316"/>
                </a:lnTo>
                <a:lnTo>
                  <a:pt x="2871216" y="242316"/>
                </a:lnTo>
                <a:lnTo>
                  <a:pt x="2884932" y="257556"/>
                </a:lnTo>
                <a:lnTo>
                  <a:pt x="2894076" y="255562"/>
                </a:lnTo>
                <a:lnTo>
                  <a:pt x="2903220" y="254127"/>
                </a:lnTo>
                <a:lnTo>
                  <a:pt x="2912364" y="253276"/>
                </a:lnTo>
                <a:lnTo>
                  <a:pt x="2921508" y="252984"/>
                </a:lnTo>
                <a:lnTo>
                  <a:pt x="2948940" y="252984"/>
                </a:lnTo>
                <a:lnTo>
                  <a:pt x="2948940" y="323088"/>
                </a:lnTo>
                <a:lnTo>
                  <a:pt x="2839212" y="323088"/>
                </a:lnTo>
                <a:lnTo>
                  <a:pt x="2852928" y="336804"/>
                </a:lnTo>
                <a:lnTo>
                  <a:pt x="2861221" y="334810"/>
                </a:lnTo>
                <a:lnTo>
                  <a:pt x="2870073" y="333375"/>
                </a:lnTo>
                <a:lnTo>
                  <a:pt x="2879509" y="332524"/>
                </a:lnTo>
                <a:lnTo>
                  <a:pt x="2889504" y="332232"/>
                </a:lnTo>
                <a:lnTo>
                  <a:pt x="3073908" y="33223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" name="object 46"/>
          <p:cNvSpPr/>
          <p:nvPr/>
        </p:nvSpPr>
        <p:spPr>
          <a:xfrm>
            <a:off x="8836152" y="5177027"/>
            <a:ext cx="60960" cy="105410"/>
          </a:xfrm>
          <a:custGeom>
            <a:avLst/>
            <a:gdLst/>
            <a:ahLst/>
            <a:cxnLst/>
            <a:rect l="l" t="t" r="r" b="b"/>
            <a:pathLst>
              <a:path w="60959" h="105410">
                <a:moveTo>
                  <a:pt x="10668" y="105156"/>
                </a:moveTo>
                <a:lnTo>
                  <a:pt x="0" y="105156"/>
                </a:lnTo>
                <a:lnTo>
                  <a:pt x="0" y="103632"/>
                </a:lnTo>
                <a:lnTo>
                  <a:pt x="1524" y="102108"/>
                </a:lnTo>
                <a:lnTo>
                  <a:pt x="4572" y="100584"/>
                </a:lnTo>
                <a:lnTo>
                  <a:pt x="22860" y="82296"/>
                </a:lnTo>
                <a:lnTo>
                  <a:pt x="27146" y="76033"/>
                </a:lnTo>
                <a:lnTo>
                  <a:pt x="30861" y="68770"/>
                </a:lnTo>
                <a:lnTo>
                  <a:pt x="34004" y="60650"/>
                </a:lnTo>
                <a:lnTo>
                  <a:pt x="36576" y="51816"/>
                </a:lnTo>
                <a:lnTo>
                  <a:pt x="27432" y="51816"/>
                </a:lnTo>
                <a:lnTo>
                  <a:pt x="21336" y="50292"/>
                </a:lnTo>
                <a:lnTo>
                  <a:pt x="7620" y="28956"/>
                </a:lnTo>
                <a:lnTo>
                  <a:pt x="7620" y="19812"/>
                </a:lnTo>
                <a:lnTo>
                  <a:pt x="9144" y="15240"/>
                </a:lnTo>
                <a:lnTo>
                  <a:pt x="12192" y="10668"/>
                </a:lnTo>
                <a:lnTo>
                  <a:pt x="24384" y="1524"/>
                </a:lnTo>
                <a:lnTo>
                  <a:pt x="32004" y="0"/>
                </a:lnTo>
                <a:lnTo>
                  <a:pt x="41148" y="1524"/>
                </a:lnTo>
                <a:lnTo>
                  <a:pt x="50292" y="4572"/>
                </a:lnTo>
                <a:lnTo>
                  <a:pt x="56388" y="7620"/>
                </a:lnTo>
                <a:lnTo>
                  <a:pt x="57912" y="13716"/>
                </a:lnTo>
                <a:lnTo>
                  <a:pt x="60960" y="19812"/>
                </a:lnTo>
                <a:lnTo>
                  <a:pt x="60960" y="36576"/>
                </a:lnTo>
                <a:lnTo>
                  <a:pt x="59436" y="44196"/>
                </a:lnTo>
                <a:lnTo>
                  <a:pt x="36576" y="85344"/>
                </a:lnTo>
                <a:lnTo>
                  <a:pt x="15787" y="103131"/>
                </a:lnTo>
                <a:lnTo>
                  <a:pt x="10668" y="10515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" name="object 47"/>
          <p:cNvSpPr/>
          <p:nvPr/>
        </p:nvSpPr>
        <p:spPr>
          <a:xfrm>
            <a:off x="9203423" y="4946903"/>
            <a:ext cx="745490" cy="358775"/>
          </a:xfrm>
          <a:custGeom>
            <a:avLst/>
            <a:gdLst/>
            <a:ahLst/>
            <a:cxnLst/>
            <a:rect l="l" t="t" r="r" b="b"/>
            <a:pathLst>
              <a:path w="745490" h="358775">
                <a:moveTo>
                  <a:pt x="198120" y="39636"/>
                </a:moveTo>
                <a:lnTo>
                  <a:pt x="195072" y="33540"/>
                </a:lnTo>
                <a:lnTo>
                  <a:pt x="188976" y="27444"/>
                </a:lnTo>
                <a:lnTo>
                  <a:pt x="183248" y="21437"/>
                </a:lnTo>
                <a:lnTo>
                  <a:pt x="175069" y="14871"/>
                </a:lnTo>
                <a:lnTo>
                  <a:pt x="164338" y="7721"/>
                </a:lnTo>
                <a:lnTo>
                  <a:pt x="150876" y="12"/>
                </a:lnTo>
                <a:lnTo>
                  <a:pt x="147828" y="4584"/>
                </a:lnTo>
                <a:lnTo>
                  <a:pt x="157238" y="16891"/>
                </a:lnTo>
                <a:lnTo>
                  <a:pt x="164782" y="28778"/>
                </a:lnTo>
                <a:lnTo>
                  <a:pt x="170332" y="40373"/>
                </a:lnTo>
                <a:lnTo>
                  <a:pt x="173736" y="51828"/>
                </a:lnTo>
                <a:lnTo>
                  <a:pt x="176784" y="62496"/>
                </a:lnTo>
                <a:lnTo>
                  <a:pt x="178308" y="67068"/>
                </a:lnTo>
                <a:lnTo>
                  <a:pt x="184404" y="67068"/>
                </a:lnTo>
                <a:lnTo>
                  <a:pt x="187452" y="64020"/>
                </a:lnTo>
                <a:lnTo>
                  <a:pt x="190500" y="59448"/>
                </a:lnTo>
                <a:lnTo>
                  <a:pt x="195072" y="54876"/>
                </a:lnTo>
                <a:lnTo>
                  <a:pt x="198120" y="48780"/>
                </a:lnTo>
                <a:lnTo>
                  <a:pt x="198120" y="39636"/>
                </a:lnTo>
                <a:close/>
              </a:path>
              <a:path w="745490" h="358775">
                <a:moveTo>
                  <a:pt x="336804" y="80784"/>
                </a:moveTo>
                <a:lnTo>
                  <a:pt x="327660" y="71640"/>
                </a:lnTo>
                <a:lnTo>
                  <a:pt x="309372" y="53352"/>
                </a:lnTo>
                <a:lnTo>
                  <a:pt x="292608" y="71640"/>
                </a:lnTo>
                <a:lnTo>
                  <a:pt x="62484" y="71640"/>
                </a:lnTo>
                <a:lnTo>
                  <a:pt x="62484" y="53352"/>
                </a:lnTo>
                <a:lnTo>
                  <a:pt x="54864" y="53352"/>
                </a:lnTo>
                <a:lnTo>
                  <a:pt x="40944" y="92570"/>
                </a:lnTo>
                <a:lnTo>
                  <a:pt x="25908" y="106692"/>
                </a:lnTo>
                <a:lnTo>
                  <a:pt x="22860" y="111264"/>
                </a:lnTo>
                <a:lnTo>
                  <a:pt x="22860" y="117360"/>
                </a:lnTo>
                <a:lnTo>
                  <a:pt x="25908" y="118884"/>
                </a:lnTo>
                <a:lnTo>
                  <a:pt x="30480" y="120408"/>
                </a:lnTo>
                <a:lnTo>
                  <a:pt x="35052" y="123456"/>
                </a:lnTo>
                <a:lnTo>
                  <a:pt x="44196" y="123456"/>
                </a:lnTo>
                <a:lnTo>
                  <a:pt x="48768" y="121932"/>
                </a:lnTo>
                <a:lnTo>
                  <a:pt x="54864" y="115836"/>
                </a:lnTo>
                <a:lnTo>
                  <a:pt x="58851" y="110998"/>
                </a:lnTo>
                <a:lnTo>
                  <a:pt x="61531" y="103454"/>
                </a:lnTo>
                <a:lnTo>
                  <a:pt x="62801" y="93332"/>
                </a:lnTo>
                <a:lnTo>
                  <a:pt x="62484" y="80784"/>
                </a:lnTo>
                <a:lnTo>
                  <a:pt x="295656" y="80784"/>
                </a:lnTo>
                <a:lnTo>
                  <a:pt x="278892" y="120408"/>
                </a:lnTo>
                <a:lnTo>
                  <a:pt x="284988" y="121932"/>
                </a:lnTo>
                <a:lnTo>
                  <a:pt x="298665" y="104787"/>
                </a:lnTo>
                <a:lnTo>
                  <a:pt x="312039" y="92214"/>
                </a:lnTo>
                <a:lnTo>
                  <a:pt x="324853" y="84213"/>
                </a:lnTo>
                <a:lnTo>
                  <a:pt x="336804" y="80784"/>
                </a:lnTo>
                <a:close/>
              </a:path>
              <a:path w="745490" h="358775">
                <a:moveTo>
                  <a:pt x="345948" y="175272"/>
                </a:moveTo>
                <a:lnTo>
                  <a:pt x="313944" y="143268"/>
                </a:lnTo>
                <a:lnTo>
                  <a:pt x="291084" y="166128"/>
                </a:lnTo>
                <a:lnTo>
                  <a:pt x="237744" y="166128"/>
                </a:lnTo>
                <a:lnTo>
                  <a:pt x="237744" y="175272"/>
                </a:lnTo>
                <a:lnTo>
                  <a:pt x="226009" y="201345"/>
                </a:lnTo>
                <a:lnTo>
                  <a:pt x="213550" y="224993"/>
                </a:lnTo>
                <a:lnTo>
                  <a:pt x="200240" y="246634"/>
                </a:lnTo>
                <a:lnTo>
                  <a:pt x="185928" y="266712"/>
                </a:lnTo>
                <a:lnTo>
                  <a:pt x="171361" y="262089"/>
                </a:lnTo>
                <a:lnTo>
                  <a:pt x="152781" y="257187"/>
                </a:lnTo>
                <a:lnTo>
                  <a:pt x="103632" y="245376"/>
                </a:lnTo>
                <a:lnTo>
                  <a:pt x="112763" y="228841"/>
                </a:lnTo>
                <a:lnTo>
                  <a:pt x="121729" y="211467"/>
                </a:lnTo>
                <a:lnTo>
                  <a:pt x="130429" y="193509"/>
                </a:lnTo>
                <a:lnTo>
                  <a:pt x="138684" y="175272"/>
                </a:lnTo>
                <a:lnTo>
                  <a:pt x="237744" y="175272"/>
                </a:lnTo>
                <a:lnTo>
                  <a:pt x="237744" y="166128"/>
                </a:lnTo>
                <a:lnTo>
                  <a:pt x="141732" y="166128"/>
                </a:lnTo>
                <a:lnTo>
                  <a:pt x="156972" y="131076"/>
                </a:lnTo>
                <a:lnTo>
                  <a:pt x="170688" y="120408"/>
                </a:lnTo>
                <a:lnTo>
                  <a:pt x="138684" y="102120"/>
                </a:lnTo>
                <a:lnTo>
                  <a:pt x="135813" y="116408"/>
                </a:lnTo>
                <a:lnTo>
                  <a:pt x="131635" y="131838"/>
                </a:lnTo>
                <a:lnTo>
                  <a:pt x="126047" y="148412"/>
                </a:lnTo>
                <a:lnTo>
                  <a:pt x="118872" y="166128"/>
                </a:lnTo>
                <a:lnTo>
                  <a:pt x="0" y="166128"/>
                </a:lnTo>
                <a:lnTo>
                  <a:pt x="12192" y="178320"/>
                </a:lnTo>
                <a:lnTo>
                  <a:pt x="27432" y="175272"/>
                </a:lnTo>
                <a:lnTo>
                  <a:pt x="115824" y="175272"/>
                </a:lnTo>
                <a:lnTo>
                  <a:pt x="106680" y="197243"/>
                </a:lnTo>
                <a:lnTo>
                  <a:pt x="97536" y="217373"/>
                </a:lnTo>
                <a:lnTo>
                  <a:pt x="88392" y="235483"/>
                </a:lnTo>
                <a:lnTo>
                  <a:pt x="79248" y="251472"/>
                </a:lnTo>
                <a:lnTo>
                  <a:pt x="102425" y="256616"/>
                </a:lnTo>
                <a:lnTo>
                  <a:pt x="126301" y="262902"/>
                </a:lnTo>
                <a:lnTo>
                  <a:pt x="151053" y="270332"/>
                </a:lnTo>
                <a:lnTo>
                  <a:pt x="176784" y="278904"/>
                </a:lnTo>
                <a:lnTo>
                  <a:pt x="147383" y="303187"/>
                </a:lnTo>
                <a:lnTo>
                  <a:pt x="109537" y="323481"/>
                </a:lnTo>
                <a:lnTo>
                  <a:pt x="63423" y="339763"/>
                </a:lnTo>
                <a:lnTo>
                  <a:pt x="9144" y="352056"/>
                </a:lnTo>
                <a:lnTo>
                  <a:pt x="10668" y="358152"/>
                </a:lnTo>
                <a:lnTo>
                  <a:pt x="66865" y="350151"/>
                </a:lnTo>
                <a:lnTo>
                  <a:pt x="117348" y="335292"/>
                </a:lnTo>
                <a:lnTo>
                  <a:pt x="161925" y="314337"/>
                </a:lnTo>
                <a:lnTo>
                  <a:pt x="199644" y="286524"/>
                </a:lnTo>
                <a:lnTo>
                  <a:pt x="229387" y="298234"/>
                </a:lnTo>
                <a:lnTo>
                  <a:pt x="254698" y="310527"/>
                </a:lnTo>
                <a:lnTo>
                  <a:pt x="275729" y="323380"/>
                </a:lnTo>
                <a:lnTo>
                  <a:pt x="300062" y="342811"/>
                </a:lnTo>
                <a:lnTo>
                  <a:pt x="306514" y="347103"/>
                </a:lnTo>
                <a:lnTo>
                  <a:pt x="312115" y="349669"/>
                </a:lnTo>
                <a:lnTo>
                  <a:pt x="316992" y="350532"/>
                </a:lnTo>
                <a:lnTo>
                  <a:pt x="320040" y="350532"/>
                </a:lnTo>
                <a:lnTo>
                  <a:pt x="323088" y="345960"/>
                </a:lnTo>
                <a:lnTo>
                  <a:pt x="324612" y="335292"/>
                </a:lnTo>
                <a:lnTo>
                  <a:pt x="323138" y="328193"/>
                </a:lnTo>
                <a:lnTo>
                  <a:pt x="282968" y="298945"/>
                </a:lnTo>
                <a:lnTo>
                  <a:pt x="251587" y="286524"/>
                </a:lnTo>
                <a:lnTo>
                  <a:pt x="238912" y="281901"/>
                </a:lnTo>
                <a:lnTo>
                  <a:pt x="210312" y="272808"/>
                </a:lnTo>
                <a:lnTo>
                  <a:pt x="214312" y="266712"/>
                </a:lnTo>
                <a:lnTo>
                  <a:pt x="223799" y="252209"/>
                </a:lnTo>
                <a:lnTo>
                  <a:pt x="236982" y="229184"/>
                </a:lnTo>
                <a:lnTo>
                  <a:pt x="250177" y="203581"/>
                </a:lnTo>
                <a:lnTo>
                  <a:pt x="263652" y="175272"/>
                </a:lnTo>
                <a:lnTo>
                  <a:pt x="345948" y="175272"/>
                </a:lnTo>
                <a:close/>
              </a:path>
              <a:path w="745490" h="358775">
                <a:moveTo>
                  <a:pt x="521208" y="100584"/>
                </a:moveTo>
                <a:lnTo>
                  <a:pt x="496824" y="76200"/>
                </a:lnTo>
                <a:lnTo>
                  <a:pt x="481584" y="91440"/>
                </a:lnTo>
                <a:lnTo>
                  <a:pt x="469392" y="91440"/>
                </a:lnTo>
                <a:lnTo>
                  <a:pt x="469392" y="25908"/>
                </a:lnTo>
                <a:lnTo>
                  <a:pt x="483108" y="16764"/>
                </a:lnTo>
                <a:lnTo>
                  <a:pt x="448056" y="0"/>
                </a:lnTo>
                <a:lnTo>
                  <a:pt x="448945" y="16865"/>
                </a:lnTo>
                <a:lnTo>
                  <a:pt x="449389" y="37719"/>
                </a:lnTo>
                <a:lnTo>
                  <a:pt x="449503" y="54470"/>
                </a:lnTo>
                <a:lnTo>
                  <a:pt x="449580" y="91440"/>
                </a:lnTo>
                <a:lnTo>
                  <a:pt x="385572" y="91440"/>
                </a:lnTo>
                <a:lnTo>
                  <a:pt x="397764" y="103632"/>
                </a:lnTo>
                <a:lnTo>
                  <a:pt x="413004" y="100584"/>
                </a:lnTo>
                <a:lnTo>
                  <a:pt x="449580" y="100584"/>
                </a:lnTo>
                <a:lnTo>
                  <a:pt x="449580" y="170688"/>
                </a:lnTo>
                <a:lnTo>
                  <a:pt x="427342" y="180721"/>
                </a:lnTo>
                <a:lnTo>
                  <a:pt x="408813" y="188023"/>
                </a:lnTo>
                <a:lnTo>
                  <a:pt x="394296" y="192773"/>
                </a:lnTo>
                <a:lnTo>
                  <a:pt x="384048" y="195072"/>
                </a:lnTo>
                <a:lnTo>
                  <a:pt x="402336" y="224028"/>
                </a:lnTo>
                <a:lnTo>
                  <a:pt x="408012" y="217487"/>
                </a:lnTo>
                <a:lnTo>
                  <a:pt x="417957" y="209359"/>
                </a:lnTo>
                <a:lnTo>
                  <a:pt x="431914" y="199821"/>
                </a:lnTo>
                <a:lnTo>
                  <a:pt x="449580" y="188976"/>
                </a:lnTo>
                <a:lnTo>
                  <a:pt x="449580" y="315468"/>
                </a:lnTo>
                <a:lnTo>
                  <a:pt x="446532" y="321564"/>
                </a:lnTo>
                <a:lnTo>
                  <a:pt x="438912" y="321564"/>
                </a:lnTo>
                <a:lnTo>
                  <a:pt x="431419" y="321284"/>
                </a:lnTo>
                <a:lnTo>
                  <a:pt x="422338" y="320421"/>
                </a:lnTo>
                <a:lnTo>
                  <a:pt x="411276" y="318998"/>
                </a:lnTo>
                <a:lnTo>
                  <a:pt x="397764" y="316992"/>
                </a:lnTo>
                <a:lnTo>
                  <a:pt x="397764" y="323088"/>
                </a:lnTo>
                <a:lnTo>
                  <a:pt x="415747" y="330238"/>
                </a:lnTo>
                <a:lnTo>
                  <a:pt x="428434" y="337947"/>
                </a:lnTo>
                <a:lnTo>
                  <a:pt x="435698" y="346240"/>
                </a:lnTo>
                <a:lnTo>
                  <a:pt x="437388" y="355092"/>
                </a:lnTo>
                <a:lnTo>
                  <a:pt x="452247" y="347091"/>
                </a:lnTo>
                <a:lnTo>
                  <a:pt x="462534" y="336804"/>
                </a:lnTo>
                <a:lnTo>
                  <a:pt x="468249" y="324231"/>
                </a:lnTo>
                <a:lnTo>
                  <a:pt x="468464" y="321564"/>
                </a:lnTo>
                <a:lnTo>
                  <a:pt x="469392" y="309372"/>
                </a:lnTo>
                <a:lnTo>
                  <a:pt x="469392" y="188976"/>
                </a:lnTo>
                <a:lnTo>
                  <a:pt x="469392" y="178308"/>
                </a:lnTo>
                <a:lnTo>
                  <a:pt x="493344" y="163068"/>
                </a:lnTo>
                <a:lnTo>
                  <a:pt x="519684" y="146304"/>
                </a:lnTo>
                <a:lnTo>
                  <a:pt x="516636" y="141732"/>
                </a:lnTo>
                <a:lnTo>
                  <a:pt x="469392" y="163068"/>
                </a:lnTo>
                <a:lnTo>
                  <a:pt x="469392" y="100584"/>
                </a:lnTo>
                <a:lnTo>
                  <a:pt x="521208" y="100584"/>
                </a:lnTo>
                <a:close/>
              </a:path>
              <a:path w="745490" h="358775">
                <a:moveTo>
                  <a:pt x="611124" y="19812"/>
                </a:moveTo>
                <a:lnTo>
                  <a:pt x="576072" y="1524"/>
                </a:lnTo>
                <a:lnTo>
                  <a:pt x="576961" y="14986"/>
                </a:lnTo>
                <a:lnTo>
                  <a:pt x="577354" y="30480"/>
                </a:lnTo>
                <a:lnTo>
                  <a:pt x="577456" y="37719"/>
                </a:lnTo>
                <a:lnTo>
                  <a:pt x="577583" y="54470"/>
                </a:lnTo>
                <a:lnTo>
                  <a:pt x="577596" y="80772"/>
                </a:lnTo>
                <a:lnTo>
                  <a:pt x="510540" y="80772"/>
                </a:lnTo>
                <a:lnTo>
                  <a:pt x="522732" y="92964"/>
                </a:lnTo>
                <a:lnTo>
                  <a:pt x="537972" y="89916"/>
                </a:lnTo>
                <a:lnTo>
                  <a:pt x="577596" y="89916"/>
                </a:lnTo>
                <a:lnTo>
                  <a:pt x="577596" y="158496"/>
                </a:lnTo>
                <a:lnTo>
                  <a:pt x="519684" y="158496"/>
                </a:lnTo>
                <a:lnTo>
                  <a:pt x="531876" y="170688"/>
                </a:lnTo>
                <a:lnTo>
                  <a:pt x="545592" y="167640"/>
                </a:lnTo>
                <a:lnTo>
                  <a:pt x="577596" y="167640"/>
                </a:lnTo>
                <a:lnTo>
                  <a:pt x="577596" y="237744"/>
                </a:lnTo>
                <a:lnTo>
                  <a:pt x="495300" y="237744"/>
                </a:lnTo>
                <a:lnTo>
                  <a:pt x="507492" y="251460"/>
                </a:lnTo>
                <a:lnTo>
                  <a:pt x="521208" y="246888"/>
                </a:lnTo>
                <a:lnTo>
                  <a:pt x="577596" y="246888"/>
                </a:lnTo>
                <a:lnTo>
                  <a:pt x="577583" y="280111"/>
                </a:lnTo>
                <a:lnTo>
                  <a:pt x="577405" y="309181"/>
                </a:lnTo>
                <a:lnTo>
                  <a:pt x="576961" y="334543"/>
                </a:lnTo>
                <a:lnTo>
                  <a:pt x="576072" y="356616"/>
                </a:lnTo>
                <a:lnTo>
                  <a:pt x="597408" y="345948"/>
                </a:lnTo>
                <a:lnTo>
                  <a:pt x="597408" y="246888"/>
                </a:lnTo>
                <a:lnTo>
                  <a:pt x="597408" y="167640"/>
                </a:lnTo>
                <a:lnTo>
                  <a:pt x="597408" y="89916"/>
                </a:lnTo>
                <a:lnTo>
                  <a:pt x="597408" y="30480"/>
                </a:lnTo>
                <a:lnTo>
                  <a:pt x="611124" y="19812"/>
                </a:lnTo>
                <a:close/>
              </a:path>
              <a:path w="745490" h="358775">
                <a:moveTo>
                  <a:pt x="745236" y="249936"/>
                </a:moveTo>
                <a:lnTo>
                  <a:pt x="735164" y="239268"/>
                </a:lnTo>
                <a:lnTo>
                  <a:pt x="719328" y="222504"/>
                </a:lnTo>
                <a:lnTo>
                  <a:pt x="702564" y="239268"/>
                </a:lnTo>
                <a:lnTo>
                  <a:pt x="656844" y="239268"/>
                </a:lnTo>
                <a:lnTo>
                  <a:pt x="656844" y="169164"/>
                </a:lnTo>
                <a:lnTo>
                  <a:pt x="737616" y="169164"/>
                </a:lnTo>
                <a:lnTo>
                  <a:pt x="728472" y="160020"/>
                </a:lnTo>
                <a:lnTo>
                  <a:pt x="713232" y="144780"/>
                </a:lnTo>
                <a:lnTo>
                  <a:pt x="697992" y="160020"/>
                </a:lnTo>
                <a:lnTo>
                  <a:pt x="656844" y="160020"/>
                </a:lnTo>
                <a:lnTo>
                  <a:pt x="656844" y="91440"/>
                </a:lnTo>
                <a:lnTo>
                  <a:pt x="742188" y="91440"/>
                </a:lnTo>
                <a:lnTo>
                  <a:pt x="733044" y="82296"/>
                </a:lnTo>
                <a:lnTo>
                  <a:pt x="717804" y="67056"/>
                </a:lnTo>
                <a:lnTo>
                  <a:pt x="702564" y="82296"/>
                </a:lnTo>
                <a:lnTo>
                  <a:pt x="656844" y="82296"/>
                </a:lnTo>
                <a:lnTo>
                  <a:pt x="656844" y="30480"/>
                </a:lnTo>
                <a:lnTo>
                  <a:pt x="672084" y="19812"/>
                </a:lnTo>
                <a:lnTo>
                  <a:pt x="635508" y="3048"/>
                </a:lnTo>
                <a:lnTo>
                  <a:pt x="636397" y="17653"/>
                </a:lnTo>
                <a:lnTo>
                  <a:pt x="636841" y="34099"/>
                </a:lnTo>
                <a:lnTo>
                  <a:pt x="637019" y="52565"/>
                </a:lnTo>
                <a:lnTo>
                  <a:pt x="637032" y="356616"/>
                </a:lnTo>
                <a:lnTo>
                  <a:pt x="658368" y="345948"/>
                </a:lnTo>
                <a:lnTo>
                  <a:pt x="658139" y="326237"/>
                </a:lnTo>
                <a:lnTo>
                  <a:pt x="657606" y="303657"/>
                </a:lnTo>
                <a:lnTo>
                  <a:pt x="657085" y="278231"/>
                </a:lnTo>
                <a:lnTo>
                  <a:pt x="656844" y="249936"/>
                </a:lnTo>
                <a:lnTo>
                  <a:pt x="745236" y="24993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" name="object 48"/>
          <p:cNvSpPr/>
          <p:nvPr/>
        </p:nvSpPr>
        <p:spPr>
          <a:xfrm>
            <a:off x="2159495" y="5420880"/>
            <a:ext cx="756285" cy="353695"/>
          </a:xfrm>
          <a:custGeom>
            <a:avLst/>
            <a:gdLst/>
            <a:ahLst/>
            <a:cxnLst/>
            <a:rect l="l" t="t" r="r" b="b"/>
            <a:pathLst>
              <a:path w="756285" h="353695">
                <a:moveTo>
                  <a:pt x="88392" y="42659"/>
                </a:moveTo>
                <a:lnTo>
                  <a:pt x="47726" y="13538"/>
                </a:lnTo>
                <a:lnTo>
                  <a:pt x="32004" y="6083"/>
                </a:lnTo>
                <a:lnTo>
                  <a:pt x="28956" y="10655"/>
                </a:lnTo>
                <a:lnTo>
                  <a:pt x="41300" y="23799"/>
                </a:lnTo>
                <a:lnTo>
                  <a:pt x="51054" y="35801"/>
                </a:lnTo>
                <a:lnTo>
                  <a:pt x="58534" y="46659"/>
                </a:lnTo>
                <a:lnTo>
                  <a:pt x="64008" y="56375"/>
                </a:lnTo>
                <a:lnTo>
                  <a:pt x="67056" y="65519"/>
                </a:lnTo>
                <a:lnTo>
                  <a:pt x="70104" y="70091"/>
                </a:lnTo>
                <a:lnTo>
                  <a:pt x="76200" y="70091"/>
                </a:lnTo>
                <a:lnTo>
                  <a:pt x="79248" y="68567"/>
                </a:lnTo>
                <a:lnTo>
                  <a:pt x="82296" y="65519"/>
                </a:lnTo>
                <a:lnTo>
                  <a:pt x="88392" y="56375"/>
                </a:lnTo>
                <a:lnTo>
                  <a:pt x="88392" y="42659"/>
                </a:lnTo>
                <a:close/>
              </a:path>
              <a:path w="756285" h="353695">
                <a:moveTo>
                  <a:pt x="147828" y="228587"/>
                </a:moveTo>
                <a:lnTo>
                  <a:pt x="143256" y="224015"/>
                </a:lnTo>
                <a:lnTo>
                  <a:pt x="74676" y="280403"/>
                </a:lnTo>
                <a:lnTo>
                  <a:pt x="74676" y="141719"/>
                </a:lnTo>
                <a:lnTo>
                  <a:pt x="82296" y="134099"/>
                </a:lnTo>
                <a:lnTo>
                  <a:pt x="86868" y="129527"/>
                </a:lnTo>
                <a:lnTo>
                  <a:pt x="62484" y="109715"/>
                </a:lnTo>
                <a:lnTo>
                  <a:pt x="50292" y="124955"/>
                </a:lnTo>
                <a:lnTo>
                  <a:pt x="0" y="124955"/>
                </a:lnTo>
                <a:lnTo>
                  <a:pt x="13716" y="138671"/>
                </a:lnTo>
                <a:lnTo>
                  <a:pt x="22313" y="136677"/>
                </a:lnTo>
                <a:lnTo>
                  <a:pt x="29908" y="135242"/>
                </a:lnTo>
                <a:lnTo>
                  <a:pt x="36652" y="134391"/>
                </a:lnTo>
                <a:lnTo>
                  <a:pt x="42672" y="134099"/>
                </a:lnTo>
                <a:lnTo>
                  <a:pt x="53340" y="134099"/>
                </a:lnTo>
                <a:lnTo>
                  <a:pt x="53340" y="266687"/>
                </a:lnTo>
                <a:lnTo>
                  <a:pt x="53898" y="278142"/>
                </a:lnTo>
                <a:lnTo>
                  <a:pt x="53149" y="287451"/>
                </a:lnTo>
                <a:lnTo>
                  <a:pt x="50990" y="294767"/>
                </a:lnTo>
                <a:lnTo>
                  <a:pt x="47244" y="300215"/>
                </a:lnTo>
                <a:lnTo>
                  <a:pt x="68580" y="321551"/>
                </a:lnTo>
                <a:lnTo>
                  <a:pt x="72872" y="314121"/>
                </a:lnTo>
                <a:lnTo>
                  <a:pt x="78867" y="305549"/>
                </a:lnTo>
                <a:lnTo>
                  <a:pt x="86588" y="295833"/>
                </a:lnTo>
                <a:lnTo>
                  <a:pt x="96012" y="284975"/>
                </a:lnTo>
                <a:lnTo>
                  <a:pt x="99847" y="280403"/>
                </a:lnTo>
                <a:lnTo>
                  <a:pt x="106260" y="272745"/>
                </a:lnTo>
                <a:lnTo>
                  <a:pt x="118491" y="259067"/>
                </a:lnTo>
                <a:lnTo>
                  <a:pt x="132448" y="244259"/>
                </a:lnTo>
                <a:lnTo>
                  <a:pt x="147828" y="228587"/>
                </a:lnTo>
                <a:close/>
              </a:path>
              <a:path w="756285" h="353695">
                <a:moveTo>
                  <a:pt x="362712" y="301739"/>
                </a:moveTo>
                <a:lnTo>
                  <a:pt x="326694" y="287528"/>
                </a:lnTo>
                <a:lnTo>
                  <a:pt x="296240" y="265734"/>
                </a:lnTo>
                <a:lnTo>
                  <a:pt x="271221" y="236829"/>
                </a:lnTo>
                <a:lnTo>
                  <a:pt x="251472" y="201155"/>
                </a:lnTo>
                <a:lnTo>
                  <a:pt x="361188" y="201155"/>
                </a:lnTo>
                <a:lnTo>
                  <a:pt x="333768" y="172199"/>
                </a:lnTo>
                <a:lnTo>
                  <a:pt x="312432" y="192011"/>
                </a:lnTo>
                <a:lnTo>
                  <a:pt x="240804" y="192011"/>
                </a:lnTo>
                <a:lnTo>
                  <a:pt x="240804" y="144767"/>
                </a:lnTo>
                <a:lnTo>
                  <a:pt x="298716" y="144767"/>
                </a:lnTo>
                <a:lnTo>
                  <a:pt x="298716" y="160007"/>
                </a:lnTo>
                <a:lnTo>
                  <a:pt x="320052" y="150863"/>
                </a:lnTo>
                <a:lnTo>
                  <a:pt x="319976" y="144767"/>
                </a:lnTo>
                <a:lnTo>
                  <a:pt x="319849" y="134099"/>
                </a:lnTo>
                <a:lnTo>
                  <a:pt x="319811" y="130556"/>
                </a:lnTo>
                <a:lnTo>
                  <a:pt x="319290" y="103809"/>
                </a:lnTo>
                <a:lnTo>
                  <a:pt x="318998" y="85331"/>
                </a:lnTo>
                <a:lnTo>
                  <a:pt x="318846" y="76187"/>
                </a:lnTo>
                <a:lnTo>
                  <a:pt x="318731" y="65519"/>
                </a:lnTo>
                <a:lnTo>
                  <a:pt x="318528" y="30467"/>
                </a:lnTo>
                <a:lnTo>
                  <a:pt x="326656" y="24371"/>
                </a:lnTo>
                <a:lnTo>
                  <a:pt x="330720" y="21323"/>
                </a:lnTo>
                <a:lnTo>
                  <a:pt x="323684" y="15227"/>
                </a:lnTo>
                <a:lnTo>
                  <a:pt x="307860" y="1511"/>
                </a:lnTo>
                <a:lnTo>
                  <a:pt x="298716" y="11798"/>
                </a:lnTo>
                <a:lnTo>
                  <a:pt x="298716" y="24371"/>
                </a:lnTo>
                <a:lnTo>
                  <a:pt x="298716" y="76187"/>
                </a:lnTo>
                <a:lnTo>
                  <a:pt x="298716" y="85331"/>
                </a:lnTo>
                <a:lnTo>
                  <a:pt x="298716" y="134099"/>
                </a:lnTo>
                <a:lnTo>
                  <a:pt x="240804" y="134099"/>
                </a:lnTo>
                <a:lnTo>
                  <a:pt x="240804" y="85331"/>
                </a:lnTo>
                <a:lnTo>
                  <a:pt x="298716" y="85331"/>
                </a:lnTo>
                <a:lnTo>
                  <a:pt x="298716" y="76187"/>
                </a:lnTo>
                <a:lnTo>
                  <a:pt x="240804" y="76187"/>
                </a:lnTo>
                <a:lnTo>
                  <a:pt x="240804" y="24371"/>
                </a:lnTo>
                <a:lnTo>
                  <a:pt x="298716" y="24371"/>
                </a:lnTo>
                <a:lnTo>
                  <a:pt x="298716" y="11798"/>
                </a:lnTo>
                <a:lnTo>
                  <a:pt x="295668" y="15227"/>
                </a:lnTo>
                <a:lnTo>
                  <a:pt x="220992" y="15227"/>
                </a:lnTo>
                <a:lnTo>
                  <a:pt x="220992" y="24371"/>
                </a:lnTo>
                <a:lnTo>
                  <a:pt x="220992" y="76187"/>
                </a:lnTo>
                <a:lnTo>
                  <a:pt x="220992" y="85331"/>
                </a:lnTo>
                <a:lnTo>
                  <a:pt x="220992" y="134099"/>
                </a:lnTo>
                <a:lnTo>
                  <a:pt x="164604" y="134099"/>
                </a:lnTo>
                <a:lnTo>
                  <a:pt x="164604" y="85331"/>
                </a:lnTo>
                <a:lnTo>
                  <a:pt x="220992" y="85331"/>
                </a:lnTo>
                <a:lnTo>
                  <a:pt x="220992" y="76187"/>
                </a:lnTo>
                <a:lnTo>
                  <a:pt x="164604" y="76187"/>
                </a:lnTo>
                <a:lnTo>
                  <a:pt x="164604" y="24371"/>
                </a:lnTo>
                <a:lnTo>
                  <a:pt x="220992" y="24371"/>
                </a:lnTo>
                <a:lnTo>
                  <a:pt x="220992" y="15227"/>
                </a:lnTo>
                <a:lnTo>
                  <a:pt x="166128" y="15227"/>
                </a:lnTo>
                <a:lnTo>
                  <a:pt x="143256" y="3035"/>
                </a:lnTo>
                <a:lnTo>
                  <a:pt x="143497" y="23114"/>
                </a:lnTo>
                <a:lnTo>
                  <a:pt x="144551" y="61544"/>
                </a:lnTo>
                <a:lnTo>
                  <a:pt x="144729" y="76187"/>
                </a:lnTo>
                <a:lnTo>
                  <a:pt x="144729" y="85331"/>
                </a:lnTo>
                <a:lnTo>
                  <a:pt x="144551" y="99910"/>
                </a:lnTo>
                <a:lnTo>
                  <a:pt x="144018" y="120764"/>
                </a:lnTo>
                <a:lnTo>
                  <a:pt x="143484" y="144767"/>
                </a:lnTo>
                <a:lnTo>
                  <a:pt x="143256" y="167627"/>
                </a:lnTo>
                <a:lnTo>
                  <a:pt x="164604" y="160007"/>
                </a:lnTo>
                <a:lnTo>
                  <a:pt x="164604" y="144767"/>
                </a:lnTo>
                <a:lnTo>
                  <a:pt x="220992" y="144767"/>
                </a:lnTo>
                <a:lnTo>
                  <a:pt x="220992" y="192011"/>
                </a:lnTo>
                <a:lnTo>
                  <a:pt x="99060" y="192011"/>
                </a:lnTo>
                <a:lnTo>
                  <a:pt x="112776" y="205727"/>
                </a:lnTo>
                <a:lnTo>
                  <a:pt x="121069" y="203733"/>
                </a:lnTo>
                <a:lnTo>
                  <a:pt x="129921" y="202298"/>
                </a:lnTo>
                <a:lnTo>
                  <a:pt x="139357" y="201447"/>
                </a:lnTo>
                <a:lnTo>
                  <a:pt x="149352" y="201155"/>
                </a:lnTo>
                <a:lnTo>
                  <a:pt x="207276" y="201155"/>
                </a:lnTo>
                <a:lnTo>
                  <a:pt x="184708" y="236804"/>
                </a:lnTo>
                <a:lnTo>
                  <a:pt x="155829" y="270497"/>
                </a:lnTo>
                <a:lnTo>
                  <a:pt x="120688" y="301891"/>
                </a:lnTo>
                <a:lnTo>
                  <a:pt x="79248" y="330695"/>
                </a:lnTo>
                <a:lnTo>
                  <a:pt x="82296" y="336791"/>
                </a:lnTo>
                <a:lnTo>
                  <a:pt x="123469" y="314871"/>
                </a:lnTo>
                <a:lnTo>
                  <a:pt x="160210" y="288213"/>
                </a:lnTo>
                <a:lnTo>
                  <a:pt x="192671" y="257289"/>
                </a:lnTo>
                <a:lnTo>
                  <a:pt x="220992" y="222491"/>
                </a:lnTo>
                <a:lnTo>
                  <a:pt x="220865" y="280403"/>
                </a:lnTo>
                <a:lnTo>
                  <a:pt x="220764" y="295833"/>
                </a:lnTo>
                <a:lnTo>
                  <a:pt x="220357" y="323100"/>
                </a:lnTo>
                <a:lnTo>
                  <a:pt x="220281" y="326123"/>
                </a:lnTo>
                <a:lnTo>
                  <a:pt x="219468" y="352031"/>
                </a:lnTo>
                <a:lnTo>
                  <a:pt x="242328" y="341363"/>
                </a:lnTo>
                <a:lnTo>
                  <a:pt x="241439" y="323100"/>
                </a:lnTo>
                <a:lnTo>
                  <a:pt x="241020" y="295833"/>
                </a:lnTo>
                <a:lnTo>
                  <a:pt x="240931" y="280403"/>
                </a:lnTo>
                <a:lnTo>
                  <a:pt x="240804" y="222491"/>
                </a:lnTo>
                <a:lnTo>
                  <a:pt x="240804" y="201155"/>
                </a:lnTo>
                <a:lnTo>
                  <a:pt x="243852" y="201155"/>
                </a:lnTo>
                <a:lnTo>
                  <a:pt x="255282" y="238264"/>
                </a:lnTo>
                <a:lnTo>
                  <a:pt x="273570" y="271640"/>
                </a:lnTo>
                <a:lnTo>
                  <a:pt x="298716" y="301028"/>
                </a:lnTo>
                <a:lnTo>
                  <a:pt x="330720" y="326123"/>
                </a:lnTo>
                <a:lnTo>
                  <a:pt x="335292" y="318122"/>
                </a:lnTo>
                <a:lnTo>
                  <a:pt x="342150" y="312407"/>
                </a:lnTo>
                <a:lnTo>
                  <a:pt x="351294" y="308978"/>
                </a:lnTo>
                <a:lnTo>
                  <a:pt x="362712" y="307835"/>
                </a:lnTo>
                <a:lnTo>
                  <a:pt x="362712" y="301739"/>
                </a:lnTo>
                <a:close/>
              </a:path>
              <a:path w="756285" h="353695">
                <a:moveTo>
                  <a:pt x="553212" y="120396"/>
                </a:moveTo>
                <a:lnTo>
                  <a:pt x="528828" y="94488"/>
                </a:lnTo>
                <a:lnTo>
                  <a:pt x="512064" y="111252"/>
                </a:lnTo>
                <a:lnTo>
                  <a:pt x="489204" y="111252"/>
                </a:lnTo>
                <a:lnTo>
                  <a:pt x="489204" y="38100"/>
                </a:lnTo>
                <a:lnTo>
                  <a:pt x="489204" y="35052"/>
                </a:lnTo>
                <a:lnTo>
                  <a:pt x="523494" y="29527"/>
                </a:lnTo>
                <a:lnTo>
                  <a:pt x="535495" y="27978"/>
                </a:lnTo>
                <a:lnTo>
                  <a:pt x="544068" y="27432"/>
                </a:lnTo>
                <a:lnTo>
                  <a:pt x="524256" y="0"/>
                </a:lnTo>
                <a:lnTo>
                  <a:pt x="490181" y="17145"/>
                </a:lnTo>
                <a:lnTo>
                  <a:pt x="453580" y="28905"/>
                </a:lnTo>
                <a:lnTo>
                  <a:pt x="403860" y="39624"/>
                </a:lnTo>
                <a:lnTo>
                  <a:pt x="403860" y="45720"/>
                </a:lnTo>
                <a:lnTo>
                  <a:pt x="442912" y="41910"/>
                </a:lnTo>
                <a:lnTo>
                  <a:pt x="457657" y="40144"/>
                </a:lnTo>
                <a:lnTo>
                  <a:pt x="469392" y="38100"/>
                </a:lnTo>
                <a:lnTo>
                  <a:pt x="469392" y="111252"/>
                </a:lnTo>
                <a:lnTo>
                  <a:pt x="391668" y="111252"/>
                </a:lnTo>
                <a:lnTo>
                  <a:pt x="405384" y="124968"/>
                </a:lnTo>
                <a:lnTo>
                  <a:pt x="414553" y="122961"/>
                </a:lnTo>
                <a:lnTo>
                  <a:pt x="423862" y="121539"/>
                </a:lnTo>
                <a:lnTo>
                  <a:pt x="433463" y="120675"/>
                </a:lnTo>
                <a:lnTo>
                  <a:pt x="443484" y="120396"/>
                </a:lnTo>
                <a:lnTo>
                  <a:pt x="464820" y="120396"/>
                </a:lnTo>
                <a:lnTo>
                  <a:pt x="449389" y="176326"/>
                </a:lnTo>
                <a:lnTo>
                  <a:pt x="432206" y="220116"/>
                </a:lnTo>
                <a:lnTo>
                  <a:pt x="408101" y="265836"/>
                </a:lnTo>
                <a:lnTo>
                  <a:pt x="393192" y="289560"/>
                </a:lnTo>
                <a:lnTo>
                  <a:pt x="396240" y="294132"/>
                </a:lnTo>
                <a:lnTo>
                  <a:pt x="417957" y="268719"/>
                </a:lnTo>
                <a:lnTo>
                  <a:pt x="437388" y="240601"/>
                </a:lnTo>
                <a:lnTo>
                  <a:pt x="454533" y="209905"/>
                </a:lnTo>
                <a:lnTo>
                  <a:pt x="469392" y="176784"/>
                </a:lnTo>
                <a:lnTo>
                  <a:pt x="469176" y="227812"/>
                </a:lnTo>
                <a:lnTo>
                  <a:pt x="469074" y="240601"/>
                </a:lnTo>
                <a:lnTo>
                  <a:pt x="468630" y="280606"/>
                </a:lnTo>
                <a:lnTo>
                  <a:pt x="468109" y="320916"/>
                </a:lnTo>
                <a:lnTo>
                  <a:pt x="467868" y="353568"/>
                </a:lnTo>
                <a:lnTo>
                  <a:pt x="490728" y="342900"/>
                </a:lnTo>
                <a:lnTo>
                  <a:pt x="489851" y="320916"/>
                </a:lnTo>
                <a:lnTo>
                  <a:pt x="489394" y="282511"/>
                </a:lnTo>
                <a:lnTo>
                  <a:pt x="489318" y="256032"/>
                </a:lnTo>
                <a:lnTo>
                  <a:pt x="489216" y="176784"/>
                </a:lnTo>
                <a:lnTo>
                  <a:pt x="489204" y="156972"/>
                </a:lnTo>
                <a:lnTo>
                  <a:pt x="498906" y="166636"/>
                </a:lnTo>
                <a:lnTo>
                  <a:pt x="507301" y="177165"/>
                </a:lnTo>
                <a:lnTo>
                  <a:pt x="514286" y="188252"/>
                </a:lnTo>
                <a:lnTo>
                  <a:pt x="519684" y="199644"/>
                </a:lnTo>
                <a:lnTo>
                  <a:pt x="522732" y="208788"/>
                </a:lnTo>
                <a:lnTo>
                  <a:pt x="527304" y="214884"/>
                </a:lnTo>
                <a:lnTo>
                  <a:pt x="531876" y="214884"/>
                </a:lnTo>
                <a:lnTo>
                  <a:pt x="534924" y="211836"/>
                </a:lnTo>
                <a:lnTo>
                  <a:pt x="536448" y="207264"/>
                </a:lnTo>
                <a:lnTo>
                  <a:pt x="539496" y="202692"/>
                </a:lnTo>
                <a:lnTo>
                  <a:pt x="541020" y="198120"/>
                </a:lnTo>
                <a:lnTo>
                  <a:pt x="541020" y="187452"/>
                </a:lnTo>
                <a:lnTo>
                  <a:pt x="503783" y="157441"/>
                </a:lnTo>
                <a:lnTo>
                  <a:pt x="502729" y="156972"/>
                </a:lnTo>
                <a:lnTo>
                  <a:pt x="489204" y="150876"/>
                </a:lnTo>
                <a:lnTo>
                  <a:pt x="489204" y="120396"/>
                </a:lnTo>
                <a:lnTo>
                  <a:pt x="553212" y="120396"/>
                </a:lnTo>
                <a:close/>
              </a:path>
              <a:path w="756285" h="353695">
                <a:moveTo>
                  <a:pt x="734568" y="30480"/>
                </a:moveTo>
                <a:lnTo>
                  <a:pt x="726948" y="22860"/>
                </a:lnTo>
                <a:lnTo>
                  <a:pt x="713232" y="9144"/>
                </a:lnTo>
                <a:lnTo>
                  <a:pt x="701040" y="21336"/>
                </a:lnTo>
                <a:lnTo>
                  <a:pt x="701040" y="32004"/>
                </a:lnTo>
                <a:lnTo>
                  <a:pt x="701040" y="111252"/>
                </a:lnTo>
                <a:lnTo>
                  <a:pt x="586740" y="111252"/>
                </a:lnTo>
                <a:lnTo>
                  <a:pt x="586740" y="32004"/>
                </a:lnTo>
                <a:lnTo>
                  <a:pt x="701040" y="32004"/>
                </a:lnTo>
                <a:lnTo>
                  <a:pt x="701040" y="21336"/>
                </a:lnTo>
                <a:lnTo>
                  <a:pt x="699516" y="22860"/>
                </a:lnTo>
                <a:lnTo>
                  <a:pt x="588264" y="22860"/>
                </a:lnTo>
                <a:lnTo>
                  <a:pt x="565404" y="9144"/>
                </a:lnTo>
                <a:lnTo>
                  <a:pt x="566293" y="26289"/>
                </a:lnTo>
                <a:lnTo>
                  <a:pt x="566737" y="43434"/>
                </a:lnTo>
                <a:lnTo>
                  <a:pt x="566915" y="60579"/>
                </a:lnTo>
                <a:lnTo>
                  <a:pt x="566928" y="77724"/>
                </a:lnTo>
                <a:lnTo>
                  <a:pt x="566699" y="94881"/>
                </a:lnTo>
                <a:lnTo>
                  <a:pt x="565645" y="129794"/>
                </a:lnTo>
                <a:lnTo>
                  <a:pt x="565404" y="147828"/>
                </a:lnTo>
                <a:lnTo>
                  <a:pt x="586740" y="137160"/>
                </a:lnTo>
                <a:lnTo>
                  <a:pt x="586740" y="120396"/>
                </a:lnTo>
                <a:lnTo>
                  <a:pt x="701040" y="120396"/>
                </a:lnTo>
                <a:lnTo>
                  <a:pt x="701040" y="138684"/>
                </a:lnTo>
                <a:lnTo>
                  <a:pt x="722376" y="131064"/>
                </a:lnTo>
                <a:lnTo>
                  <a:pt x="722198" y="120396"/>
                </a:lnTo>
                <a:lnTo>
                  <a:pt x="722147" y="117627"/>
                </a:lnTo>
                <a:lnTo>
                  <a:pt x="721969" y="111252"/>
                </a:lnTo>
                <a:lnTo>
                  <a:pt x="721614" y="97917"/>
                </a:lnTo>
                <a:lnTo>
                  <a:pt x="721093" y="71907"/>
                </a:lnTo>
                <a:lnTo>
                  <a:pt x="720852" y="39624"/>
                </a:lnTo>
                <a:lnTo>
                  <a:pt x="732282" y="32004"/>
                </a:lnTo>
                <a:lnTo>
                  <a:pt x="734568" y="30480"/>
                </a:lnTo>
                <a:close/>
              </a:path>
              <a:path w="756285" h="353695">
                <a:moveTo>
                  <a:pt x="755904" y="330708"/>
                </a:moveTo>
                <a:lnTo>
                  <a:pt x="729996" y="303276"/>
                </a:lnTo>
                <a:lnTo>
                  <a:pt x="711708" y="321564"/>
                </a:lnTo>
                <a:lnTo>
                  <a:pt x="652272" y="321564"/>
                </a:lnTo>
                <a:lnTo>
                  <a:pt x="652272" y="251460"/>
                </a:lnTo>
                <a:lnTo>
                  <a:pt x="737616" y="251460"/>
                </a:lnTo>
                <a:lnTo>
                  <a:pt x="713232" y="225552"/>
                </a:lnTo>
                <a:lnTo>
                  <a:pt x="696468" y="242316"/>
                </a:lnTo>
                <a:lnTo>
                  <a:pt x="652272" y="242316"/>
                </a:lnTo>
                <a:lnTo>
                  <a:pt x="652272" y="176784"/>
                </a:lnTo>
                <a:lnTo>
                  <a:pt x="745236" y="176784"/>
                </a:lnTo>
                <a:lnTo>
                  <a:pt x="720852" y="150876"/>
                </a:lnTo>
                <a:lnTo>
                  <a:pt x="704088" y="167640"/>
                </a:lnTo>
                <a:lnTo>
                  <a:pt x="545592" y="167640"/>
                </a:lnTo>
                <a:lnTo>
                  <a:pt x="559308" y="181356"/>
                </a:lnTo>
                <a:lnTo>
                  <a:pt x="567601" y="179349"/>
                </a:lnTo>
                <a:lnTo>
                  <a:pt x="576453" y="177927"/>
                </a:lnTo>
                <a:lnTo>
                  <a:pt x="585889" y="177063"/>
                </a:lnTo>
                <a:lnTo>
                  <a:pt x="595884" y="176784"/>
                </a:lnTo>
                <a:lnTo>
                  <a:pt x="632460" y="176784"/>
                </a:lnTo>
                <a:lnTo>
                  <a:pt x="632460" y="242316"/>
                </a:lnTo>
                <a:lnTo>
                  <a:pt x="554736" y="242316"/>
                </a:lnTo>
                <a:lnTo>
                  <a:pt x="568452" y="256032"/>
                </a:lnTo>
                <a:lnTo>
                  <a:pt x="576745" y="254025"/>
                </a:lnTo>
                <a:lnTo>
                  <a:pt x="585597" y="252603"/>
                </a:lnTo>
                <a:lnTo>
                  <a:pt x="595033" y="251739"/>
                </a:lnTo>
                <a:lnTo>
                  <a:pt x="605028" y="251460"/>
                </a:lnTo>
                <a:lnTo>
                  <a:pt x="632460" y="251460"/>
                </a:lnTo>
                <a:lnTo>
                  <a:pt x="632460" y="321564"/>
                </a:lnTo>
                <a:lnTo>
                  <a:pt x="522732" y="321564"/>
                </a:lnTo>
                <a:lnTo>
                  <a:pt x="536448" y="335280"/>
                </a:lnTo>
                <a:lnTo>
                  <a:pt x="544741" y="333273"/>
                </a:lnTo>
                <a:lnTo>
                  <a:pt x="553593" y="331851"/>
                </a:lnTo>
                <a:lnTo>
                  <a:pt x="563029" y="330987"/>
                </a:lnTo>
                <a:lnTo>
                  <a:pt x="573024" y="330708"/>
                </a:lnTo>
                <a:lnTo>
                  <a:pt x="755904" y="33070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" name="object 49"/>
          <p:cNvSpPr/>
          <p:nvPr/>
        </p:nvSpPr>
        <p:spPr>
          <a:xfrm>
            <a:off x="2977896" y="5416295"/>
            <a:ext cx="312420" cy="353695"/>
          </a:xfrm>
          <a:custGeom>
            <a:avLst/>
            <a:gdLst/>
            <a:ahLst/>
            <a:cxnLst/>
            <a:rect l="l" t="t" r="r" b="b"/>
            <a:pathLst>
              <a:path w="312420" h="353695">
                <a:moveTo>
                  <a:pt x="47244" y="79248"/>
                </a:moveTo>
                <a:lnTo>
                  <a:pt x="38100" y="79248"/>
                </a:lnTo>
                <a:lnTo>
                  <a:pt x="44362" y="55292"/>
                </a:lnTo>
                <a:lnTo>
                  <a:pt x="49339" y="33909"/>
                </a:lnTo>
                <a:lnTo>
                  <a:pt x="52887" y="15382"/>
                </a:lnTo>
                <a:lnTo>
                  <a:pt x="54864" y="0"/>
                </a:lnTo>
                <a:lnTo>
                  <a:pt x="88392" y="18288"/>
                </a:lnTo>
                <a:lnTo>
                  <a:pt x="79819" y="24812"/>
                </a:lnTo>
                <a:lnTo>
                  <a:pt x="70104" y="37338"/>
                </a:lnTo>
                <a:lnTo>
                  <a:pt x="59245" y="55578"/>
                </a:lnTo>
                <a:lnTo>
                  <a:pt x="47244" y="79248"/>
                </a:lnTo>
                <a:close/>
              </a:path>
              <a:path w="312420" h="353695">
                <a:moveTo>
                  <a:pt x="129540" y="169164"/>
                </a:moveTo>
                <a:lnTo>
                  <a:pt x="124968" y="166116"/>
                </a:lnTo>
                <a:lnTo>
                  <a:pt x="139850" y="141803"/>
                </a:lnTo>
                <a:lnTo>
                  <a:pt x="152590" y="119062"/>
                </a:lnTo>
                <a:lnTo>
                  <a:pt x="172212" y="77724"/>
                </a:lnTo>
                <a:lnTo>
                  <a:pt x="185928" y="40195"/>
                </a:lnTo>
                <a:lnTo>
                  <a:pt x="195072" y="1524"/>
                </a:lnTo>
                <a:lnTo>
                  <a:pt x="228600" y="21336"/>
                </a:lnTo>
                <a:lnTo>
                  <a:pt x="221789" y="27884"/>
                </a:lnTo>
                <a:lnTo>
                  <a:pt x="212979" y="40576"/>
                </a:lnTo>
                <a:lnTo>
                  <a:pt x="202453" y="59269"/>
                </a:lnTo>
                <a:lnTo>
                  <a:pt x="190500" y="83820"/>
                </a:lnTo>
                <a:lnTo>
                  <a:pt x="306324" y="83820"/>
                </a:lnTo>
                <a:lnTo>
                  <a:pt x="312419" y="89916"/>
                </a:lnTo>
                <a:lnTo>
                  <a:pt x="308501" y="92964"/>
                </a:lnTo>
                <a:lnTo>
                  <a:pt x="187452" y="92964"/>
                </a:lnTo>
                <a:lnTo>
                  <a:pt x="173474" y="114728"/>
                </a:lnTo>
                <a:lnTo>
                  <a:pt x="159067" y="134493"/>
                </a:lnTo>
                <a:lnTo>
                  <a:pt x="144375" y="152542"/>
                </a:lnTo>
                <a:lnTo>
                  <a:pt x="129540" y="169164"/>
                </a:lnTo>
                <a:close/>
              </a:path>
              <a:path w="312420" h="353695">
                <a:moveTo>
                  <a:pt x="128016" y="79248"/>
                </a:moveTo>
                <a:lnTo>
                  <a:pt x="97536" y="79248"/>
                </a:lnTo>
                <a:lnTo>
                  <a:pt x="112776" y="64008"/>
                </a:lnTo>
                <a:lnTo>
                  <a:pt x="128016" y="79248"/>
                </a:lnTo>
                <a:close/>
              </a:path>
              <a:path w="312420" h="353695">
                <a:moveTo>
                  <a:pt x="0" y="350520"/>
                </a:moveTo>
                <a:lnTo>
                  <a:pt x="179" y="323564"/>
                </a:lnTo>
                <a:lnTo>
                  <a:pt x="304" y="310324"/>
                </a:lnTo>
                <a:lnTo>
                  <a:pt x="1296" y="241363"/>
                </a:lnTo>
                <a:lnTo>
                  <a:pt x="1421" y="192024"/>
                </a:lnTo>
                <a:lnTo>
                  <a:pt x="1311" y="175641"/>
                </a:lnTo>
                <a:lnTo>
                  <a:pt x="1185" y="165020"/>
                </a:lnTo>
                <a:lnTo>
                  <a:pt x="238" y="100965"/>
                </a:lnTo>
                <a:lnTo>
                  <a:pt x="0" y="65532"/>
                </a:lnTo>
                <a:lnTo>
                  <a:pt x="22860" y="79248"/>
                </a:lnTo>
                <a:lnTo>
                  <a:pt x="128016" y="79248"/>
                </a:lnTo>
                <a:lnTo>
                  <a:pt x="135636" y="86868"/>
                </a:lnTo>
                <a:lnTo>
                  <a:pt x="133458" y="88392"/>
                </a:lnTo>
                <a:lnTo>
                  <a:pt x="21336" y="88392"/>
                </a:lnTo>
                <a:lnTo>
                  <a:pt x="21336" y="187452"/>
                </a:lnTo>
                <a:lnTo>
                  <a:pt x="120442" y="187452"/>
                </a:lnTo>
                <a:lnTo>
                  <a:pt x="120456" y="196596"/>
                </a:lnTo>
                <a:lnTo>
                  <a:pt x="21336" y="196596"/>
                </a:lnTo>
                <a:lnTo>
                  <a:pt x="21336" y="303275"/>
                </a:lnTo>
                <a:lnTo>
                  <a:pt x="121151" y="303275"/>
                </a:lnTo>
                <a:lnTo>
                  <a:pt x="121176" y="305336"/>
                </a:lnTo>
                <a:lnTo>
                  <a:pt x="121372" y="312420"/>
                </a:lnTo>
                <a:lnTo>
                  <a:pt x="21336" y="312420"/>
                </a:lnTo>
                <a:lnTo>
                  <a:pt x="21336" y="338328"/>
                </a:lnTo>
                <a:lnTo>
                  <a:pt x="0" y="350520"/>
                </a:lnTo>
                <a:close/>
              </a:path>
              <a:path w="312420" h="353695">
                <a:moveTo>
                  <a:pt x="306324" y="83820"/>
                </a:moveTo>
                <a:lnTo>
                  <a:pt x="272796" y="83820"/>
                </a:lnTo>
                <a:lnTo>
                  <a:pt x="289560" y="67056"/>
                </a:lnTo>
                <a:lnTo>
                  <a:pt x="306324" y="83820"/>
                </a:lnTo>
                <a:close/>
              </a:path>
              <a:path w="312420" h="353695">
                <a:moveTo>
                  <a:pt x="120442" y="187452"/>
                </a:moveTo>
                <a:lnTo>
                  <a:pt x="100584" y="187452"/>
                </a:lnTo>
                <a:lnTo>
                  <a:pt x="100584" y="88392"/>
                </a:lnTo>
                <a:lnTo>
                  <a:pt x="133458" y="88392"/>
                </a:lnTo>
                <a:lnTo>
                  <a:pt x="120396" y="97536"/>
                </a:lnTo>
                <a:lnTo>
                  <a:pt x="120442" y="187452"/>
                </a:lnTo>
                <a:close/>
              </a:path>
              <a:path w="312420" h="353695">
                <a:moveTo>
                  <a:pt x="286757" y="316992"/>
                </a:moveTo>
                <a:lnTo>
                  <a:pt x="248412" y="316992"/>
                </a:lnTo>
                <a:lnTo>
                  <a:pt x="256460" y="315301"/>
                </a:lnTo>
                <a:lnTo>
                  <a:pt x="262509" y="310324"/>
                </a:lnTo>
                <a:lnTo>
                  <a:pt x="271129" y="269128"/>
                </a:lnTo>
                <a:lnTo>
                  <a:pt x="272796" y="228600"/>
                </a:lnTo>
                <a:lnTo>
                  <a:pt x="274429" y="170973"/>
                </a:lnTo>
                <a:lnTo>
                  <a:pt x="275843" y="92964"/>
                </a:lnTo>
                <a:lnTo>
                  <a:pt x="308501" y="92964"/>
                </a:lnTo>
                <a:lnTo>
                  <a:pt x="298704" y="100584"/>
                </a:lnTo>
                <a:lnTo>
                  <a:pt x="297299" y="180903"/>
                </a:lnTo>
                <a:lnTo>
                  <a:pt x="295465" y="241363"/>
                </a:lnTo>
                <a:lnTo>
                  <a:pt x="293346" y="282106"/>
                </a:lnTo>
                <a:lnTo>
                  <a:pt x="291084" y="303275"/>
                </a:lnTo>
                <a:lnTo>
                  <a:pt x="287631" y="314729"/>
                </a:lnTo>
                <a:lnTo>
                  <a:pt x="286757" y="316992"/>
                </a:lnTo>
                <a:close/>
              </a:path>
              <a:path w="312420" h="353695">
                <a:moveTo>
                  <a:pt x="202692" y="237744"/>
                </a:moveTo>
                <a:lnTo>
                  <a:pt x="196596" y="237744"/>
                </a:lnTo>
                <a:lnTo>
                  <a:pt x="193548" y="230124"/>
                </a:lnTo>
                <a:lnTo>
                  <a:pt x="192024" y="216408"/>
                </a:lnTo>
                <a:lnTo>
                  <a:pt x="187737" y="200691"/>
                </a:lnTo>
                <a:lnTo>
                  <a:pt x="181737" y="185547"/>
                </a:lnTo>
                <a:lnTo>
                  <a:pt x="174021" y="170973"/>
                </a:lnTo>
                <a:lnTo>
                  <a:pt x="164592" y="156972"/>
                </a:lnTo>
                <a:lnTo>
                  <a:pt x="167640" y="152400"/>
                </a:lnTo>
                <a:lnTo>
                  <a:pt x="205144" y="184546"/>
                </a:lnTo>
                <a:lnTo>
                  <a:pt x="216408" y="207264"/>
                </a:lnTo>
                <a:lnTo>
                  <a:pt x="216408" y="217932"/>
                </a:lnTo>
                <a:lnTo>
                  <a:pt x="214884" y="224028"/>
                </a:lnTo>
                <a:lnTo>
                  <a:pt x="210312" y="230124"/>
                </a:lnTo>
                <a:lnTo>
                  <a:pt x="202692" y="237744"/>
                </a:lnTo>
                <a:close/>
              </a:path>
              <a:path w="312420" h="353695">
                <a:moveTo>
                  <a:pt x="121151" y="303275"/>
                </a:moveTo>
                <a:lnTo>
                  <a:pt x="100584" y="303275"/>
                </a:lnTo>
                <a:lnTo>
                  <a:pt x="100584" y="196596"/>
                </a:lnTo>
                <a:lnTo>
                  <a:pt x="120456" y="196596"/>
                </a:lnTo>
                <a:lnTo>
                  <a:pt x="120598" y="242935"/>
                </a:lnTo>
                <a:lnTo>
                  <a:pt x="120732" y="269128"/>
                </a:lnTo>
                <a:lnTo>
                  <a:pt x="121151" y="303275"/>
                </a:lnTo>
                <a:close/>
              </a:path>
              <a:path w="312420" h="353695">
                <a:moveTo>
                  <a:pt x="243840" y="353568"/>
                </a:moveTo>
                <a:lnTo>
                  <a:pt x="238125" y="341852"/>
                </a:lnTo>
                <a:lnTo>
                  <a:pt x="227838" y="331851"/>
                </a:lnTo>
                <a:lnTo>
                  <a:pt x="212979" y="323564"/>
                </a:lnTo>
                <a:lnTo>
                  <a:pt x="193548" y="316992"/>
                </a:lnTo>
                <a:lnTo>
                  <a:pt x="193548" y="309372"/>
                </a:lnTo>
                <a:lnTo>
                  <a:pt x="211550" y="312491"/>
                </a:lnTo>
                <a:lnTo>
                  <a:pt x="226694" y="314896"/>
                </a:lnTo>
                <a:lnTo>
                  <a:pt x="238982" y="316444"/>
                </a:lnTo>
                <a:lnTo>
                  <a:pt x="248412" y="316992"/>
                </a:lnTo>
                <a:lnTo>
                  <a:pt x="286757" y="316992"/>
                </a:lnTo>
                <a:lnTo>
                  <a:pt x="284035" y="324040"/>
                </a:lnTo>
                <a:lnTo>
                  <a:pt x="254198" y="349877"/>
                </a:lnTo>
                <a:lnTo>
                  <a:pt x="243840" y="353568"/>
                </a:lnTo>
                <a:close/>
              </a:path>
              <a:path w="312420" h="353695">
                <a:moveTo>
                  <a:pt x="100584" y="344424"/>
                </a:moveTo>
                <a:lnTo>
                  <a:pt x="100584" y="312420"/>
                </a:lnTo>
                <a:lnTo>
                  <a:pt x="121372" y="312420"/>
                </a:lnTo>
                <a:lnTo>
                  <a:pt x="121920" y="332232"/>
                </a:lnTo>
                <a:lnTo>
                  <a:pt x="100584" y="34442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" name="object 50"/>
          <p:cNvSpPr/>
          <p:nvPr/>
        </p:nvSpPr>
        <p:spPr>
          <a:xfrm>
            <a:off x="3340595" y="5414771"/>
            <a:ext cx="1522730" cy="360045"/>
          </a:xfrm>
          <a:custGeom>
            <a:avLst/>
            <a:gdLst/>
            <a:ahLst/>
            <a:cxnLst/>
            <a:rect l="l" t="t" r="r" b="b"/>
            <a:pathLst>
              <a:path w="1522729" h="360045">
                <a:moveTo>
                  <a:pt x="155448" y="35064"/>
                </a:moveTo>
                <a:lnTo>
                  <a:pt x="124968" y="12204"/>
                </a:lnTo>
                <a:lnTo>
                  <a:pt x="112991" y="41922"/>
                </a:lnTo>
                <a:lnTo>
                  <a:pt x="100012" y="69354"/>
                </a:lnTo>
                <a:lnTo>
                  <a:pt x="71628" y="117360"/>
                </a:lnTo>
                <a:lnTo>
                  <a:pt x="38100" y="158318"/>
                </a:lnTo>
                <a:lnTo>
                  <a:pt x="0" y="193560"/>
                </a:lnTo>
                <a:lnTo>
                  <a:pt x="3048" y="198132"/>
                </a:lnTo>
                <a:lnTo>
                  <a:pt x="48577" y="166128"/>
                </a:lnTo>
                <a:lnTo>
                  <a:pt x="83820" y="129552"/>
                </a:lnTo>
                <a:lnTo>
                  <a:pt x="113919" y="89547"/>
                </a:lnTo>
                <a:lnTo>
                  <a:pt x="141732" y="42684"/>
                </a:lnTo>
                <a:lnTo>
                  <a:pt x="155448" y="35064"/>
                </a:lnTo>
                <a:close/>
              </a:path>
              <a:path w="1522729" h="360045">
                <a:moveTo>
                  <a:pt x="275844" y="167652"/>
                </a:moveTo>
                <a:lnTo>
                  <a:pt x="254508" y="144792"/>
                </a:lnTo>
                <a:lnTo>
                  <a:pt x="239268" y="161556"/>
                </a:lnTo>
                <a:lnTo>
                  <a:pt x="65532" y="161556"/>
                </a:lnTo>
                <a:lnTo>
                  <a:pt x="77724" y="173748"/>
                </a:lnTo>
                <a:lnTo>
                  <a:pt x="91440" y="170700"/>
                </a:lnTo>
                <a:lnTo>
                  <a:pt x="138684" y="170700"/>
                </a:lnTo>
                <a:lnTo>
                  <a:pt x="129349" y="220802"/>
                </a:lnTo>
                <a:lnTo>
                  <a:pt x="109728" y="269760"/>
                </a:lnTo>
                <a:lnTo>
                  <a:pt x="75438" y="315099"/>
                </a:lnTo>
                <a:lnTo>
                  <a:pt x="18288" y="353580"/>
                </a:lnTo>
                <a:lnTo>
                  <a:pt x="21336" y="359676"/>
                </a:lnTo>
                <a:lnTo>
                  <a:pt x="57061" y="341934"/>
                </a:lnTo>
                <a:lnTo>
                  <a:pt x="109639" y="302450"/>
                </a:lnTo>
                <a:lnTo>
                  <a:pt x="139065" y="257060"/>
                </a:lnTo>
                <a:lnTo>
                  <a:pt x="157353" y="201764"/>
                </a:lnTo>
                <a:lnTo>
                  <a:pt x="163068" y="170700"/>
                </a:lnTo>
                <a:lnTo>
                  <a:pt x="242316" y="170700"/>
                </a:lnTo>
                <a:lnTo>
                  <a:pt x="239128" y="222935"/>
                </a:lnTo>
                <a:lnTo>
                  <a:pt x="236220" y="262902"/>
                </a:lnTo>
                <a:lnTo>
                  <a:pt x="230124" y="304812"/>
                </a:lnTo>
                <a:lnTo>
                  <a:pt x="220980" y="321576"/>
                </a:lnTo>
                <a:lnTo>
                  <a:pt x="213360" y="321576"/>
                </a:lnTo>
                <a:lnTo>
                  <a:pt x="205930" y="322148"/>
                </a:lnTo>
                <a:lnTo>
                  <a:pt x="195084" y="321576"/>
                </a:lnTo>
                <a:lnTo>
                  <a:pt x="180784" y="319862"/>
                </a:lnTo>
                <a:lnTo>
                  <a:pt x="163068" y="317004"/>
                </a:lnTo>
                <a:lnTo>
                  <a:pt x="163068" y="323100"/>
                </a:lnTo>
                <a:lnTo>
                  <a:pt x="180238" y="329425"/>
                </a:lnTo>
                <a:lnTo>
                  <a:pt x="192976" y="337197"/>
                </a:lnTo>
                <a:lnTo>
                  <a:pt x="201434" y="346671"/>
                </a:lnTo>
                <a:lnTo>
                  <a:pt x="205740" y="358152"/>
                </a:lnTo>
                <a:lnTo>
                  <a:pt x="219697" y="351790"/>
                </a:lnTo>
                <a:lnTo>
                  <a:pt x="248094" y="322148"/>
                </a:lnTo>
                <a:lnTo>
                  <a:pt x="258889" y="272618"/>
                </a:lnTo>
                <a:lnTo>
                  <a:pt x="261899" y="230708"/>
                </a:lnTo>
                <a:lnTo>
                  <a:pt x="263652" y="176796"/>
                </a:lnTo>
                <a:lnTo>
                  <a:pt x="271780" y="170700"/>
                </a:lnTo>
                <a:lnTo>
                  <a:pt x="275844" y="167652"/>
                </a:lnTo>
                <a:close/>
              </a:path>
              <a:path w="1522729" h="360045">
                <a:moveTo>
                  <a:pt x="355092" y="161556"/>
                </a:moveTo>
                <a:lnTo>
                  <a:pt x="314134" y="146507"/>
                </a:lnTo>
                <a:lnTo>
                  <a:pt x="274320" y="118884"/>
                </a:lnTo>
                <a:lnTo>
                  <a:pt x="241173" y="79070"/>
                </a:lnTo>
                <a:lnTo>
                  <a:pt x="219456" y="24396"/>
                </a:lnTo>
                <a:lnTo>
                  <a:pt x="231648" y="16776"/>
                </a:lnTo>
                <a:lnTo>
                  <a:pt x="202692" y="4584"/>
                </a:lnTo>
                <a:lnTo>
                  <a:pt x="218694" y="61925"/>
                </a:lnTo>
                <a:lnTo>
                  <a:pt x="243840" y="111264"/>
                </a:lnTo>
                <a:lnTo>
                  <a:pt x="278320" y="153174"/>
                </a:lnTo>
                <a:lnTo>
                  <a:pt x="323088" y="185940"/>
                </a:lnTo>
                <a:lnTo>
                  <a:pt x="328523" y="177914"/>
                </a:lnTo>
                <a:lnTo>
                  <a:pt x="335661" y="172034"/>
                </a:lnTo>
                <a:lnTo>
                  <a:pt x="344525" y="168148"/>
                </a:lnTo>
                <a:lnTo>
                  <a:pt x="355092" y="166128"/>
                </a:lnTo>
                <a:lnTo>
                  <a:pt x="355092" y="161556"/>
                </a:lnTo>
                <a:close/>
              </a:path>
              <a:path w="1522729" h="360045">
                <a:moveTo>
                  <a:pt x="580656" y="44196"/>
                </a:moveTo>
                <a:lnTo>
                  <a:pt x="556272" y="16764"/>
                </a:lnTo>
                <a:lnTo>
                  <a:pt x="537984" y="35052"/>
                </a:lnTo>
                <a:lnTo>
                  <a:pt x="493788" y="35052"/>
                </a:lnTo>
                <a:lnTo>
                  <a:pt x="493788" y="44196"/>
                </a:lnTo>
                <a:lnTo>
                  <a:pt x="493788" y="92964"/>
                </a:lnTo>
                <a:lnTo>
                  <a:pt x="472452" y="92964"/>
                </a:lnTo>
                <a:lnTo>
                  <a:pt x="472452" y="44196"/>
                </a:lnTo>
                <a:lnTo>
                  <a:pt x="493788" y="44196"/>
                </a:lnTo>
                <a:lnTo>
                  <a:pt x="493788" y="35052"/>
                </a:lnTo>
                <a:lnTo>
                  <a:pt x="382524" y="35052"/>
                </a:lnTo>
                <a:lnTo>
                  <a:pt x="396252" y="48768"/>
                </a:lnTo>
                <a:lnTo>
                  <a:pt x="405409" y="46774"/>
                </a:lnTo>
                <a:lnTo>
                  <a:pt x="414731" y="45339"/>
                </a:lnTo>
                <a:lnTo>
                  <a:pt x="424319" y="44488"/>
                </a:lnTo>
                <a:lnTo>
                  <a:pt x="434352" y="44196"/>
                </a:lnTo>
                <a:lnTo>
                  <a:pt x="454164" y="44196"/>
                </a:lnTo>
                <a:lnTo>
                  <a:pt x="454164" y="92964"/>
                </a:lnTo>
                <a:lnTo>
                  <a:pt x="454164" y="102108"/>
                </a:lnTo>
                <a:lnTo>
                  <a:pt x="452462" y="136766"/>
                </a:lnTo>
                <a:lnTo>
                  <a:pt x="447497" y="165544"/>
                </a:lnTo>
                <a:lnTo>
                  <a:pt x="439369" y="188912"/>
                </a:lnTo>
                <a:lnTo>
                  <a:pt x="428256" y="207264"/>
                </a:lnTo>
                <a:lnTo>
                  <a:pt x="428256" y="102108"/>
                </a:lnTo>
                <a:lnTo>
                  <a:pt x="454164" y="102108"/>
                </a:lnTo>
                <a:lnTo>
                  <a:pt x="454164" y="92964"/>
                </a:lnTo>
                <a:lnTo>
                  <a:pt x="428256" y="92964"/>
                </a:lnTo>
                <a:lnTo>
                  <a:pt x="405396" y="80772"/>
                </a:lnTo>
                <a:lnTo>
                  <a:pt x="406273" y="108445"/>
                </a:lnTo>
                <a:lnTo>
                  <a:pt x="406730" y="140970"/>
                </a:lnTo>
                <a:lnTo>
                  <a:pt x="406831" y="165544"/>
                </a:lnTo>
                <a:lnTo>
                  <a:pt x="406730" y="296227"/>
                </a:lnTo>
                <a:lnTo>
                  <a:pt x="406273" y="327266"/>
                </a:lnTo>
                <a:lnTo>
                  <a:pt x="405396" y="353568"/>
                </a:lnTo>
                <a:lnTo>
                  <a:pt x="428256" y="345948"/>
                </a:lnTo>
                <a:lnTo>
                  <a:pt x="428256" y="313944"/>
                </a:lnTo>
                <a:lnTo>
                  <a:pt x="537984" y="313944"/>
                </a:lnTo>
                <a:lnTo>
                  <a:pt x="537984" y="352044"/>
                </a:lnTo>
                <a:lnTo>
                  <a:pt x="559320" y="341376"/>
                </a:lnTo>
                <a:lnTo>
                  <a:pt x="558571" y="316687"/>
                </a:lnTo>
                <a:lnTo>
                  <a:pt x="558533" y="313944"/>
                </a:lnTo>
                <a:lnTo>
                  <a:pt x="558419" y="304800"/>
                </a:lnTo>
                <a:lnTo>
                  <a:pt x="558114" y="280936"/>
                </a:lnTo>
                <a:lnTo>
                  <a:pt x="557949" y="246888"/>
                </a:lnTo>
                <a:lnTo>
                  <a:pt x="557911" y="237744"/>
                </a:lnTo>
                <a:lnTo>
                  <a:pt x="557822" y="187452"/>
                </a:lnTo>
                <a:lnTo>
                  <a:pt x="557796" y="106680"/>
                </a:lnTo>
                <a:lnTo>
                  <a:pt x="563130" y="102108"/>
                </a:lnTo>
                <a:lnTo>
                  <a:pt x="568464" y="97536"/>
                </a:lnTo>
                <a:lnTo>
                  <a:pt x="563130" y="92964"/>
                </a:lnTo>
                <a:lnTo>
                  <a:pt x="547128" y="79248"/>
                </a:lnTo>
                <a:lnTo>
                  <a:pt x="537984" y="91008"/>
                </a:lnTo>
                <a:lnTo>
                  <a:pt x="537984" y="304800"/>
                </a:lnTo>
                <a:lnTo>
                  <a:pt x="428256" y="304800"/>
                </a:lnTo>
                <a:lnTo>
                  <a:pt x="428256" y="246888"/>
                </a:lnTo>
                <a:lnTo>
                  <a:pt x="537984" y="246888"/>
                </a:lnTo>
                <a:lnTo>
                  <a:pt x="537984" y="237744"/>
                </a:lnTo>
                <a:lnTo>
                  <a:pt x="428256" y="237744"/>
                </a:lnTo>
                <a:lnTo>
                  <a:pt x="428256" y="216408"/>
                </a:lnTo>
                <a:lnTo>
                  <a:pt x="437388" y="207264"/>
                </a:lnTo>
                <a:lnTo>
                  <a:pt x="447370" y="197269"/>
                </a:lnTo>
                <a:lnTo>
                  <a:pt x="461213" y="171831"/>
                </a:lnTo>
                <a:lnTo>
                  <a:pt x="469607" y="140119"/>
                </a:lnTo>
                <a:lnTo>
                  <a:pt x="472452" y="102108"/>
                </a:lnTo>
                <a:lnTo>
                  <a:pt x="493788" y="102108"/>
                </a:lnTo>
                <a:lnTo>
                  <a:pt x="493864" y="182880"/>
                </a:lnTo>
                <a:lnTo>
                  <a:pt x="516648" y="204216"/>
                </a:lnTo>
                <a:lnTo>
                  <a:pt x="537984" y="204216"/>
                </a:lnTo>
                <a:lnTo>
                  <a:pt x="537984" y="187452"/>
                </a:lnTo>
                <a:lnTo>
                  <a:pt x="515124" y="187452"/>
                </a:lnTo>
                <a:lnTo>
                  <a:pt x="512076" y="182880"/>
                </a:lnTo>
                <a:lnTo>
                  <a:pt x="512076" y="102108"/>
                </a:lnTo>
                <a:lnTo>
                  <a:pt x="537984" y="102108"/>
                </a:lnTo>
                <a:lnTo>
                  <a:pt x="537984" y="91008"/>
                </a:lnTo>
                <a:lnTo>
                  <a:pt x="536460" y="92964"/>
                </a:lnTo>
                <a:lnTo>
                  <a:pt x="512076" y="92964"/>
                </a:lnTo>
                <a:lnTo>
                  <a:pt x="512076" y="44196"/>
                </a:lnTo>
                <a:lnTo>
                  <a:pt x="580656" y="44196"/>
                </a:lnTo>
                <a:close/>
              </a:path>
              <a:path w="1522729" h="360045">
                <a:moveTo>
                  <a:pt x="742200" y="316992"/>
                </a:moveTo>
                <a:lnTo>
                  <a:pt x="723341" y="276225"/>
                </a:lnTo>
                <a:lnTo>
                  <a:pt x="722388" y="248412"/>
                </a:lnTo>
                <a:lnTo>
                  <a:pt x="714768" y="248412"/>
                </a:lnTo>
                <a:lnTo>
                  <a:pt x="714476" y="268185"/>
                </a:lnTo>
                <a:lnTo>
                  <a:pt x="713625" y="284226"/>
                </a:lnTo>
                <a:lnTo>
                  <a:pt x="712190" y="296849"/>
                </a:lnTo>
                <a:lnTo>
                  <a:pt x="710196" y="306324"/>
                </a:lnTo>
                <a:lnTo>
                  <a:pt x="708672" y="316992"/>
                </a:lnTo>
                <a:lnTo>
                  <a:pt x="704100" y="321564"/>
                </a:lnTo>
                <a:lnTo>
                  <a:pt x="633996" y="321564"/>
                </a:lnTo>
                <a:lnTo>
                  <a:pt x="623112" y="320738"/>
                </a:lnTo>
                <a:lnTo>
                  <a:pt x="615518" y="316039"/>
                </a:lnTo>
                <a:lnTo>
                  <a:pt x="611060" y="307644"/>
                </a:lnTo>
                <a:lnTo>
                  <a:pt x="609612" y="295656"/>
                </a:lnTo>
                <a:lnTo>
                  <a:pt x="609612" y="155448"/>
                </a:lnTo>
                <a:lnTo>
                  <a:pt x="691908" y="155448"/>
                </a:lnTo>
                <a:lnTo>
                  <a:pt x="691908" y="176784"/>
                </a:lnTo>
                <a:lnTo>
                  <a:pt x="713244" y="167640"/>
                </a:lnTo>
                <a:lnTo>
                  <a:pt x="713105" y="155448"/>
                </a:lnTo>
                <a:lnTo>
                  <a:pt x="712978" y="144780"/>
                </a:lnTo>
                <a:lnTo>
                  <a:pt x="712482" y="118491"/>
                </a:lnTo>
                <a:lnTo>
                  <a:pt x="711949" y="86207"/>
                </a:lnTo>
                <a:lnTo>
                  <a:pt x="711720" y="48768"/>
                </a:lnTo>
                <a:lnTo>
                  <a:pt x="717054" y="44196"/>
                </a:lnTo>
                <a:lnTo>
                  <a:pt x="722388" y="39624"/>
                </a:lnTo>
                <a:lnTo>
                  <a:pt x="699528" y="21336"/>
                </a:lnTo>
                <a:lnTo>
                  <a:pt x="688860" y="35052"/>
                </a:lnTo>
                <a:lnTo>
                  <a:pt x="582180" y="35052"/>
                </a:lnTo>
                <a:lnTo>
                  <a:pt x="595896" y="48768"/>
                </a:lnTo>
                <a:lnTo>
                  <a:pt x="604177" y="46774"/>
                </a:lnTo>
                <a:lnTo>
                  <a:pt x="613041" y="45339"/>
                </a:lnTo>
                <a:lnTo>
                  <a:pt x="622465" y="44488"/>
                </a:lnTo>
                <a:lnTo>
                  <a:pt x="632472" y="44196"/>
                </a:lnTo>
                <a:lnTo>
                  <a:pt x="691908" y="44196"/>
                </a:lnTo>
                <a:lnTo>
                  <a:pt x="691908" y="144780"/>
                </a:lnTo>
                <a:lnTo>
                  <a:pt x="609612" y="144780"/>
                </a:lnTo>
                <a:lnTo>
                  <a:pt x="588276" y="131064"/>
                </a:lnTo>
                <a:lnTo>
                  <a:pt x="589153" y="155384"/>
                </a:lnTo>
                <a:lnTo>
                  <a:pt x="589610" y="191833"/>
                </a:lnTo>
                <a:lnTo>
                  <a:pt x="589775" y="240588"/>
                </a:lnTo>
                <a:lnTo>
                  <a:pt x="589800" y="301752"/>
                </a:lnTo>
                <a:lnTo>
                  <a:pt x="591464" y="318617"/>
                </a:lnTo>
                <a:lnTo>
                  <a:pt x="598563" y="330327"/>
                </a:lnTo>
                <a:lnTo>
                  <a:pt x="610793" y="336905"/>
                </a:lnTo>
                <a:lnTo>
                  <a:pt x="627900" y="338328"/>
                </a:lnTo>
                <a:lnTo>
                  <a:pt x="707148" y="338328"/>
                </a:lnTo>
                <a:lnTo>
                  <a:pt x="718832" y="337781"/>
                </a:lnTo>
                <a:lnTo>
                  <a:pt x="728675" y="333946"/>
                </a:lnTo>
                <a:lnTo>
                  <a:pt x="736498" y="326974"/>
                </a:lnTo>
                <a:lnTo>
                  <a:pt x="739584" y="321564"/>
                </a:lnTo>
                <a:lnTo>
                  <a:pt x="742200" y="316992"/>
                </a:lnTo>
                <a:close/>
              </a:path>
              <a:path w="1522729" h="360045">
                <a:moveTo>
                  <a:pt x="976896" y="45732"/>
                </a:moveTo>
                <a:lnTo>
                  <a:pt x="940981" y="13576"/>
                </a:lnTo>
                <a:lnTo>
                  <a:pt x="923556" y="6108"/>
                </a:lnTo>
                <a:lnTo>
                  <a:pt x="920508" y="10680"/>
                </a:lnTo>
                <a:lnTo>
                  <a:pt x="930198" y="21869"/>
                </a:lnTo>
                <a:lnTo>
                  <a:pt x="938606" y="32778"/>
                </a:lnTo>
                <a:lnTo>
                  <a:pt x="945578" y="43675"/>
                </a:lnTo>
                <a:lnTo>
                  <a:pt x="950988" y="54876"/>
                </a:lnTo>
                <a:lnTo>
                  <a:pt x="955560" y="67068"/>
                </a:lnTo>
                <a:lnTo>
                  <a:pt x="958608" y="71640"/>
                </a:lnTo>
                <a:lnTo>
                  <a:pt x="964704" y="71640"/>
                </a:lnTo>
                <a:lnTo>
                  <a:pt x="966228" y="68592"/>
                </a:lnTo>
                <a:lnTo>
                  <a:pt x="970800" y="64020"/>
                </a:lnTo>
                <a:lnTo>
                  <a:pt x="975372" y="57924"/>
                </a:lnTo>
                <a:lnTo>
                  <a:pt x="976896" y="53352"/>
                </a:lnTo>
                <a:lnTo>
                  <a:pt x="976896" y="45732"/>
                </a:lnTo>
                <a:close/>
              </a:path>
              <a:path w="1522729" h="360045">
                <a:moveTo>
                  <a:pt x="1135392" y="89928"/>
                </a:moveTo>
                <a:lnTo>
                  <a:pt x="1103388" y="57924"/>
                </a:lnTo>
                <a:lnTo>
                  <a:pt x="1080528" y="80784"/>
                </a:lnTo>
                <a:lnTo>
                  <a:pt x="775728" y="80784"/>
                </a:lnTo>
                <a:lnTo>
                  <a:pt x="789444" y="94500"/>
                </a:lnTo>
                <a:lnTo>
                  <a:pt x="798601" y="92494"/>
                </a:lnTo>
                <a:lnTo>
                  <a:pt x="807923" y="91071"/>
                </a:lnTo>
                <a:lnTo>
                  <a:pt x="817511" y="90208"/>
                </a:lnTo>
                <a:lnTo>
                  <a:pt x="827544" y="89928"/>
                </a:lnTo>
                <a:lnTo>
                  <a:pt x="923556" y="89928"/>
                </a:lnTo>
                <a:lnTo>
                  <a:pt x="919734" y="147967"/>
                </a:lnTo>
                <a:lnTo>
                  <a:pt x="908253" y="200164"/>
                </a:lnTo>
                <a:lnTo>
                  <a:pt x="889076" y="246519"/>
                </a:lnTo>
                <a:lnTo>
                  <a:pt x="862139" y="287032"/>
                </a:lnTo>
                <a:lnTo>
                  <a:pt x="827417" y="321703"/>
                </a:lnTo>
                <a:lnTo>
                  <a:pt x="784872" y="350532"/>
                </a:lnTo>
                <a:lnTo>
                  <a:pt x="787920" y="356628"/>
                </a:lnTo>
                <a:lnTo>
                  <a:pt x="834186" y="330822"/>
                </a:lnTo>
                <a:lnTo>
                  <a:pt x="872401" y="299097"/>
                </a:lnTo>
                <a:lnTo>
                  <a:pt x="902576" y="261378"/>
                </a:lnTo>
                <a:lnTo>
                  <a:pt x="924712" y="217589"/>
                </a:lnTo>
                <a:lnTo>
                  <a:pt x="938796" y="167652"/>
                </a:lnTo>
                <a:lnTo>
                  <a:pt x="1040904" y="167652"/>
                </a:lnTo>
                <a:lnTo>
                  <a:pt x="1032713" y="233946"/>
                </a:lnTo>
                <a:lnTo>
                  <a:pt x="1025664" y="277380"/>
                </a:lnTo>
                <a:lnTo>
                  <a:pt x="1013472" y="317004"/>
                </a:lnTo>
                <a:lnTo>
                  <a:pt x="1001280" y="323100"/>
                </a:lnTo>
                <a:lnTo>
                  <a:pt x="993660" y="321576"/>
                </a:lnTo>
                <a:lnTo>
                  <a:pt x="985088" y="320738"/>
                </a:lnTo>
                <a:lnTo>
                  <a:pt x="973086" y="318338"/>
                </a:lnTo>
                <a:lnTo>
                  <a:pt x="957656" y="314502"/>
                </a:lnTo>
                <a:lnTo>
                  <a:pt x="938796" y="309384"/>
                </a:lnTo>
                <a:lnTo>
                  <a:pt x="937272" y="315480"/>
                </a:lnTo>
                <a:lnTo>
                  <a:pt x="956703" y="324929"/>
                </a:lnTo>
                <a:lnTo>
                  <a:pt x="971562" y="335102"/>
                </a:lnTo>
                <a:lnTo>
                  <a:pt x="981849" y="346125"/>
                </a:lnTo>
                <a:lnTo>
                  <a:pt x="987564" y="358152"/>
                </a:lnTo>
                <a:lnTo>
                  <a:pt x="998423" y="354723"/>
                </a:lnTo>
                <a:lnTo>
                  <a:pt x="1034999" y="332054"/>
                </a:lnTo>
                <a:lnTo>
                  <a:pt x="1039520" y="323100"/>
                </a:lnTo>
                <a:lnTo>
                  <a:pt x="1042428" y="313956"/>
                </a:lnTo>
                <a:lnTo>
                  <a:pt x="1046403" y="297421"/>
                </a:lnTo>
                <a:lnTo>
                  <a:pt x="1051382" y="268617"/>
                </a:lnTo>
                <a:lnTo>
                  <a:pt x="1057211" y="227799"/>
                </a:lnTo>
                <a:lnTo>
                  <a:pt x="1063764" y="175272"/>
                </a:lnTo>
                <a:lnTo>
                  <a:pt x="1076464" y="167652"/>
                </a:lnTo>
                <a:lnTo>
                  <a:pt x="1079004" y="166128"/>
                </a:lnTo>
                <a:lnTo>
                  <a:pt x="1071384" y="158508"/>
                </a:lnTo>
                <a:lnTo>
                  <a:pt x="1054620" y="141744"/>
                </a:lnTo>
                <a:lnTo>
                  <a:pt x="1039380" y="158508"/>
                </a:lnTo>
                <a:lnTo>
                  <a:pt x="940320" y="158508"/>
                </a:lnTo>
                <a:lnTo>
                  <a:pt x="943216" y="139649"/>
                </a:lnTo>
                <a:lnTo>
                  <a:pt x="945273" y="121932"/>
                </a:lnTo>
                <a:lnTo>
                  <a:pt x="946746" y="105359"/>
                </a:lnTo>
                <a:lnTo>
                  <a:pt x="947940" y="89928"/>
                </a:lnTo>
                <a:lnTo>
                  <a:pt x="1135392" y="89928"/>
                </a:lnTo>
                <a:close/>
              </a:path>
              <a:path w="1522729" h="360045">
                <a:moveTo>
                  <a:pt x="1359408" y="25908"/>
                </a:moveTo>
                <a:lnTo>
                  <a:pt x="1315212" y="0"/>
                </a:lnTo>
                <a:lnTo>
                  <a:pt x="1313688" y="4572"/>
                </a:lnTo>
                <a:lnTo>
                  <a:pt x="1321384" y="12598"/>
                </a:lnTo>
                <a:lnTo>
                  <a:pt x="1328356" y="20764"/>
                </a:lnTo>
                <a:lnTo>
                  <a:pt x="1334477" y="29222"/>
                </a:lnTo>
                <a:lnTo>
                  <a:pt x="1339596" y="38100"/>
                </a:lnTo>
                <a:lnTo>
                  <a:pt x="1342644" y="47244"/>
                </a:lnTo>
                <a:lnTo>
                  <a:pt x="1345692" y="50292"/>
                </a:lnTo>
                <a:lnTo>
                  <a:pt x="1350264" y="50292"/>
                </a:lnTo>
                <a:lnTo>
                  <a:pt x="1353312" y="48768"/>
                </a:lnTo>
                <a:lnTo>
                  <a:pt x="1354836" y="44196"/>
                </a:lnTo>
                <a:lnTo>
                  <a:pt x="1357884" y="41148"/>
                </a:lnTo>
                <a:lnTo>
                  <a:pt x="1359408" y="36576"/>
                </a:lnTo>
                <a:lnTo>
                  <a:pt x="1359408" y="25908"/>
                </a:lnTo>
                <a:close/>
              </a:path>
              <a:path w="1522729" h="360045">
                <a:moveTo>
                  <a:pt x="1505712" y="117348"/>
                </a:moveTo>
                <a:lnTo>
                  <a:pt x="1475232" y="86868"/>
                </a:lnTo>
                <a:lnTo>
                  <a:pt x="1453896" y="108204"/>
                </a:lnTo>
                <a:lnTo>
                  <a:pt x="1395984" y="108204"/>
                </a:lnTo>
                <a:lnTo>
                  <a:pt x="1395984" y="117348"/>
                </a:lnTo>
                <a:lnTo>
                  <a:pt x="1387729" y="129374"/>
                </a:lnTo>
                <a:lnTo>
                  <a:pt x="1379029" y="140398"/>
                </a:lnTo>
                <a:lnTo>
                  <a:pt x="1370063" y="150571"/>
                </a:lnTo>
                <a:lnTo>
                  <a:pt x="1360932" y="160020"/>
                </a:lnTo>
                <a:lnTo>
                  <a:pt x="1339583" y="156883"/>
                </a:lnTo>
                <a:lnTo>
                  <a:pt x="1319212" y="154305"/>
                </a:lnTo>
                <a:lnTo>
                  <a:pt x="1300289" y="152311"/>
                </a:lnTo>
                <a:lnTo>
                  <a:pt x="1283208" y="150876"/>
                </a:lnTo>
                <a:lnTo>
                  <a:pt x="1289812" y="141147"/>
                </a:lnTo>
                <a:lnTo>
                  <a:pt x="1295971" y="132397"/>
                </a:lnTo>
                <a:lnTo>
                  <a:pt x="1301864" y="124523"/>
                </a:lnTo>
                <a:lnTo>
                  <a:pt x="1307592" y="117348"/>
                </a:lnTo>
                <a:lnTo>
                  <a:pt x="1395984" y="117348"/>
                </a:lnTo>
                <a:lnTo>
                  <a:pt x="1395984" y="108204"/>
                </a:lnTo>
                <a:lnTo>
                  <a:pt x="1312164" y="108204"/>
                </a:lnTo>
                <a:lnTo>
                  <a:pt x="1331976" y="82296"/>
                </a:lnTo>
                <a:lnTo>
                  <a:pt x="1344168" y="76200"/>
                </a:lnTo>
                <a:lnTo>
                  <a:pt x="1325880" y="62484"/>
                </a:lnTo>
                <a:lnTo>
                  <a:pt x="1464564" y="62484"/>
                </a:lnTo>
                <a:lnTo>
                  <a:pt x="1450848" y="92964"/>
                </a:lnTo>
                <a:lnTo>
                  <a:pt x="1455420" y="96012"/>
                </a:lnTo>
                <a:lnTo>
                  <a:pt x="1463065" y="88417"/>
                </a:lnTo>
                <a:lnTo>
                  <a:pt x="1470279" y="81534"/>
                </a:lnTo>
                <a:lnTo>
                  <a:pt x="1476857" y="75869"/>
                </a:lnTo>
                <a:lnTo>
                  <a:pt x="1482852" y="71628"/>
                </a:lnTo>
                <a:lnTo>
                  <a:pt x="1490472" y="65532"/>
                </a:lnTo>
                <a:lnTo>
                  <a:pt x="1496568" y="62484"/>
                </a:lnTo>
                <a:lnTo>
                  <a:pt x="1502664" y="62484"/>
                </a:lnTo>
                <a:lnTo>
                  <a:pt x="1492948" y="53340"/>
                </a:lnTo>
                <a:lnTo>
                  <a:pt x="1476756" y="38100"/>
                </a:lnTo>
                <a:lnTo>
                  <a:pt x="1463040" y="53340"/>
                </a:lnTo>
                <a:lnTo>
                  <a:pt x="1228344" y="53340"/>
                </a:lnTo>
                <a:lnTo>
                  <a:pt x="1228344" y="38100"/>
                </a:lnTo>
                <a:lnTo>
                  <a:pt x="1222248" y="38100"/>
                </a:lnTo>
                <a:lnTo>
                  <a:pt x="1217396" y="52679"/>
                </a:lnTo>
                <a:lnTo>
                  <a:pt x="1211961" y="64389"/>
                </a:lnTo>
                <a:lnTo>
                  <a:pt x="1205966" y="73253"/>
                </a:lnTo>
                <a:lnTo>
                  <a:pt x="1199388" y="79248"/>
                </a:lnTo>
                <a:lnTo>
                  <a:pt x="1191768" y="83820"/>
                </a:lnTo>
                <a:lnTo>
                  <a:pt x="1188758" y="88353"/>
                </a:lnTo>
                <a:lnTo>
                  <a:pt x="1188720" y="92964"/>
                </a:lnTo>
                <a:lnTo>
                  <a:pt x="1190244" y="94488"/>
                </a:lnTo>
                <a:lnTo>
                  <a:pt x="1193292" y="96012"/>
                </a:lnTo>
                <a:lnTo>
                  <a:pt x="1196340" y="99060"/>
                </a:lnTo>
                <a:lnTo>
                  <a:pt x="1208532" y="99060"/>
                </a:lnTo>
                <a:lnTo>
                  <a:pt x="1213104" y="97536"/>
                </a:lnTo>
                <a:lnTo>
                  <a:pt x="1228344" y="62484"/>
                </a:lnTo>
                <a:lnTo>
                  <a:pt x="1316736" y="62484"/>
                </a:lnTo>
                <a:lnTo>
                  <a:pt x="1313332" y="70485"/>
                </a:lnTo>
                <a:lnTo>
                  <a:pt x="1307782" y="80772"/>
                </a:lnTo>
                <a:lnTo>
                  <a:pt x="1300238" y="93345"/>
                </a:lnTo>
                <a:lnTo>
                  <a:pt x="1290828" y="108204"/>
                </a:lnTo>
                <a:lnTo>
                  <a:pt x="1188720" y="108204"/>
                </a:lnTo>
                <a:lnTo>
                  <a:pt x="1200912" y="120396"/>
                </a:lnTo>
                <a:lnTo>
                  <a:pt x="1214628" y="117348"/>
                </a:lnTo>
                <a:lnTo>
                  <a:pt x="1286256" y="117348"/>
                </a:lnTo>
                <a:lnTo>
                  <a:pt x="1279169" y="126517"/>
                </a:lnTo>
                <a:lnTo>
                  <a:pt x="1271778" y="135826"/>
                </a:lnTo>
                <a:lnTo>
                  <a:pt x="1264399" y="145427"/>
                </a:lnTo>
                <a:lnTo>
                  <a:pt x="1257300" y="155448"/>
                </a:lnTo>
                <a:lnTo>
                  <a:pt x="1285303" y="158902"/>
                </a:lnTo>
                <a:lnTo>
                  <a:pt x="1309878" y="162496"/>
                </a:lnTo>
                <a:lnTo>
                  <a:pt x="1331023" y="166382"/>
                </a:lnTo>
                <a:lnTo>
                  <a:pt x="1348740" y="170688"/>
                </a:lnTo>
                <a:lnTo>
                  <a:pt x="1320761" y="184429"/>
                </a:lnTo>
                <a:lnTo>
                  <a:pt x="1287208" y="196024"/>
                </a:lnTo>
                <a:lnTo>
                  <a:pt x="1248232" y="205625"/>
                </a:lnTo>
                <a:lnTo>
                  <a:pt x="1203960" y="213360"/>
                </a:lnTo>
                <a:lnTo>
                  <a:pt x="1203960" y="219456"/>
                </a:lnTo>
                <a:lnTo>
                  <a:pt x="1256258" y="213436"/>
                </a:lnTo>
                <a:lnTo>
                  <a:pt x="1301115" y="204406"/>
                </a:lnTo>
                <a:lnTo>
                  <a:pt x="1338554" y="192239"/>
                </a:lnTo>
                <a:lnTo>
                  <a:pt x="1368552" y="176784"/>
                </a:lnTo>
                <a:lnTo>
                  <a:pt x="1382610" y="181356"/>
                </a:lnTo>
                <a:lnTo>
                  <a:pt x="1395222" y="185928"/>
                </a:lnTo>
                <a:lnTo>
                  <a:pt x="1406702" y="190500"/>
                </a:lnTo>
                <a:lnTo>
                  <a:pt x="1417320" y="195072"/>
                </a:lnTo>
                <a:lnTo>
                  <a:pt x="1426425" y="200291"/>
                </a:lnTo>
                <a:lnTo>
                  <a:pt x="1443469" y="209003"/>
                </a:lnTo>
                <a:lnTo>
                  <a:pt x="1450848" y="213360"/>
                </a:lnTo>
                <a:lnTo>
                  <a:pt x="1456944" y="216408"/>
                </a:lnTo>
                <a:lnTo>
                  <a:pt x="1463040" y="216408"/>
                </a:lnTo>
                <a:lnTo>
                  <a:pt x="1464564" y="211836"/>
                </a:lnTo>
                <a:lnTo>
                  <a:pt x="1466088" y="204216"/>
                </a:lnTo>
                <a:lnTo>
                  <a:pt x="1464932" y="197891"/>
                </a:lnTo>
                <a:lnTo>
                  <a:pt x="1429296" y="176784"/>
                </a:lnTo>
                <a:lnTo>
                  <a:pt x="1380744" y="164592"/>
                </a:lnTo>
                <a:lnTo>
                  <a:pt x="1385582" y="160020"/>
                </a:lnTo>
                <a:lnTo>
                  <a:pt x="1391031" y="154863"/>
                </a:lnTo>
                <a:lnTo>
                  <a:pt x="1401318" y="143827"/>
                </a:lnTo>
                <a:lnTo>
                  <a:pt x="1411605" y="131381"/>
                </a:lnTo>
                <a:lnTo>
                  <a:pt x="1421892" y="117348"/>
                </a:lnTo>
                <a:lnTo>
                  <a:pt x="1505712" y="117348"/>
                </a:lnTo>
                <a:close/>
              </a:path>
              <a:path w="1522729" h="360045">
                <a:moveTo>
                  <a:pt x="1522476" y="320040"/>
                </a:moveTo>
                <a:lnTo>
                  <a:pt x="1477048" y="313143"/>
                </a:lnTo>
                <a:lnTo>
                  <a:pt x="1436751" y="299085"/>
                </a:lnTo>
                <a:lnTo>
                  <a:pt x="1401610" y="277609"/>
                </a:lnTo>
                <a:lnTo>
                  <a:pt x="1371600" y="248412"/>
                </a:lnTo>
                <a:lnTo>
                  <a:pt x="1519428" y="248412"/>
                </a:lnTo>
                <a:lnTo>
                  <a:pt x="1487424" y="216408"/>
                </a:lnTo>
                <a:lnTo>
                  <a:pt x="1464564" y="239268"/>
                </a:lnTo>
                <a:lnTo>
                  <a:pt x="1359408" y="239268"/>
                </a:lnTo>
                <a:lnTo>
                  <a:pt x="1359408" y="224028"/>
                </a:lnTo>
                <a:lnTo>
                  <a:pt x="1373124" y="214884"/>
                </a:lnTo>
                <a:lnTo>
                  <a:pt x="1336548" y="199644"/>
                </a:lnTo>
                <a:lnTo>
                  <a:pt x="1338072" y="239268"/>
                </a:lnTo>
                <a:lnTo>
                  <a:pt x="1179576" y="239268"/>
                </a:lnTo>
                <a:lnTo>
                  <a:pt x="1191768" y="251460"/>
                </a:lnTo>
                <a:lnTo>
                  <a:pt x="1208532" y="248412"/>
                </a:lnTo>
                <a:lnTo>
                  <a:pt x="1313688" y="248412"/>
                </a:lnTo>
                <a:lnTo>
                  <a:pt x="1285074" y="279565"/>
                </a:lnTo>
                <a:lnTo>
                  <a:pt x="1251585" y="306705"/>
                </a:lnTo>
                <a:lnTo>
                  <a:pt x="1212964" y="329857"/>
                </a:lnTo>
                <a:lnTo>
                  <a:pt x="1168908" y="348996"/>
                </a:lnTo>
                <a:lnTo>
                  <a:pt x="1170432" y="355092"/>
                </a:lnTo>
                <a:lnTo>
                  <a:pt x="1221282" y="337426"/>
                </a:lnTo>
                <a:lnTo>
                  <a:pt x="1266253" y="314325"/>
                </a:lnTo>
                <a:lnTo>
                  <a:pt x="1305242" y="286092"/>
                </a:lnTo>
                <a:lnTo>
                  <a:pt x="1338072" y="252984"/>
                </a:lnTo>
                <a:lnTo>
                  <a:pt x="1338021" y="286092"/>
                </a:lnTo>
                <a:lnTo>
                  <a:pt x="1337868" y="308229"/>
                </a:lnTo>
                <a:lnTo>
                  <a:pt x="1337437" y="333362"/>
                </a:lnTo>
                <a:lnTo>
                  <a:pt x="1336548" y="359664"/>
                </a:lnTo>
                <a:lnTo>
                  <a:pt x="1360932" y="347472"/>
                </a:lnTo>
                <a:lnTo>
                  <a:pt x="1360055" y="330288"/>
                </a:lnTo>
                <a:lnTo>
                  <a:pt x="1359598" y="306705"/>
                </a:lnTo>
                <a:lnTo>
                  <a:pt x="1359471" y="286092"/>
                </a:lnTo>
                <a:lnTo>
                  <a:pt x="1359420" y="252984"/>
                </a:lnTo>
                <a:lnTo>
                  <a:pt x="1359408" y="248412"/>
                </a:lnTo>
                <a:lnTo>
                  <a:pt x="1363980" y="248412"/>
                </a:lnTo>
                <a:lnTo>
                  <a:pt x="1386801" y="281038"/>
                </a:lnTo>
                <a:lnTo>
                  <a:pt x="1416177" y="308229"/>
                </a:lnTo>
                <a:lnTo>
                  <a:pt x="1451851" y="330288"/>
                </a:lnTo>
                <a:lnTo>
                  <a:pt x="1493520" y="347472"/>
                </a:lnTo>
                <a:lnTo>
                  <a:pt x="1497838" y="340067"/>
                </a:lnTo>
                <a:lnTo>
                  <a:pt x="1503997" y="333946"/>
                </a:lnTo>
                <a:lnTo>
                  <a:pt x="1512176" y="329260"/>
                </a:lnTo>
                <a:lnTo>
                  <a:pt x="1522476" y="326136"/>
                </a:lnTo>
                <a:lnTo>
                  <a:pt x="1522476" y="32004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" name="object 51"/>
          <p:cNvSpPr/>
          <p:nvPr/>
        </p:nvSpPr>
        <p:spPr>
          <a:xfrm>
            <a:off x="4927092" y="5644896"/>
            <a:ext cx="60960" cy="106680"/>
          </a:xfrm>
          <a:custGeom>
            <a:avLst/>
            <a:gdLst/>
            <a:ahLst/>
            <a:cxnLst/>
            <a:rect l="l" t="t" r="r" b="b"/>
            <a:pathLst>
              <a:path w="60960" h="106679">
                <a:moveTo>
                  <a:pt x="3048" y="106680"/>
                </a:moveTo>
                <a:lnTo>
                  <a:pt x="0" y="106680"/>
                </a:lnTo>
                <a:lnTo>
                  <a:pt x="0" y="103632"/>
                </a:lnTo>
                <a:lnTo>
                  <a:pt x="1524" y="102108"/>
                </a:lnTo>
                <a:lnTo>
                  <a:pt x="4572" y="100584"/>
                </a:lnTo>
                <a:lnTo>
                  <a:pt x="10668" y="96012"/>
                </a:lnTo>
                <a:lnTo>
                  <a:pt x="16764" y="89916"/>
                </a:lnTo>
                <a:lnTo>
                  <a:pt x="21336" y="82296"/>
                </a:lnTo>
                <a:lnTo>
                  <a:pt x="25646" y="76247"/>
                </a:lnTo>
                <a:lnTo>
                  <a:pt x="29527" y="69342"/>
                </a:lnTo>
                <a:lnTo>
                  <a:pt x="33123" y="61293"/>
                </a:lnTo>
                <a:lnTo>
                  <a:pt x="36576" y="51816"/>
                </a:lnTo>
                <a:lnTo>
                  <a:pt x="27432" y="51816"/>
                </a:lnTo>
                <a:lnTo>
                  <a:pt x="21336" y="50292"/>
                </a:lnTo>
                <a:lnTo>
                  <a:pt x="12192" y="44196"/>
                </a:lnTo>
                <a:lnTo>
                  <a:pt x="9144" y="39624"/>
                </a:lnTo>
                <a:lnTo>
                  <a:pt x="7620" y="35052"/>
                </a:lnTo>
                <a:lnTo>
                  <a:pt x="6096" y="28956"/>
                </a:lnTo>
                <a:lnTo>
                  <a:pt x="6096" y="24384"/>
                </a:lnTo>
                <a:lnTo>
                  <a:pt x="7620" y="19812"/>
                </a:lnTo>
                <a:lnTo>
                  <a:pt x="7620" y="15240"/>
                </a:lnTo>
                <a:lnTo>
                  <a:pt x="12192" y="10668"/>
                </a:lnTo>
                <a:lnTo>
                  <a:pt x="24384" y="1524"/>
                </a:lnTo>
                <a:lnTo>
                  <a:pt x="32004" y="0"/>
                </a:lnTo>
                <a:lnTo>
                  <a:pt x="41148" y="3048"/>
                </a:lnTo>
                <a:lnTo>
                  <a:pt x="50292" y="4572"/>
                </a:lnTo>
                <a:lnTo>
                  <a:pt x="56388" y="9144"/>
                </a:lnTo>
                <a:lnTo>
                  <a:pt x="57912" y="13716"/>
                </a:lnTo>
                <a:lnTo>
                  <a:pt x="59436" y="19812"/>
                </a:lnTo>
                <a:lnTo>
                  <a:pt x="60960" y="24384"/>
                </a:lnTo>
                <a:lnTo>
                  <a:pt x="60960" y="36576"/>
                </a:lnTo>
                <a:lnTo>
                  <a:pt x="59436" y="44196"/>
                </a:lnTo>
                <a:lnTo>
                  <a:pt x="27574" y="93368"/>
                </a:lnTo>
                <a:lnTo>
                  <a:pt x="9144" y="105156"/>
                </a:lnTo>
                <a:lnTo>
                  <a:pt x="3048" y="10668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" name="object 52"/>
          <p:cNvSpPr/>
          <p:nvPr/>
        </p:nvSpPr>
        <p:spPr>
          <a:xfrm>
            <a:off x="5283708" y="5413260"/>
            <a:ext cx="2310765" cy="363220"/>
          </a:xfrm>
          <a:custGeom>
            <a:avLst/>
            <a:gdLst/>
            <a:ahLst/>
            <a:cxnLst/>
            <a:rect l="l" t="t" r="r" b="b"/>
            <a:pathLst>
              <a:path w="2310765" h="363220">
                <a:moveTo>
                  <a:pt x="126492" y="21323"/>
                </a:moveTo>
                <a:lnTo>
                  <a:pt x="94488" y="1511"/>
                </a:lnTo>
                <a:lnTo>
                  <a:pt x="85026" y="30924"/>
                </a:lnTo>
                <a:lnTo>
                  <a:pt x="74866" y="59613"/>
                </a:lnTo>
                <a:lnTo>
                  <a:pt x="51816" y="114287"/>
                </a:lnTo>
                <a:lnTo>
                  <a:pt x="26479" y="163817"/>
                </a:lnTo>
                <a:lnTo>
                  <a:pt x="0" y="204203"/>
                </a:lnTo>
                <a:lnTo>
                  <a:pt x="4572" y="207251"/>
                </a:lnTo>
                <a:lnTo>
                  <a:pt x="21399" y="188633"/>
                </a:lnTo>
                <a:lnTo>
                  <a:pt x="37528" y="169151"/>
                </a:lnTo>
                <a:lnTo>
                  <a:pt x="52781" y="148539"/>
                </a:lnTo>
                <a:lnTo>
                  <a:pt x="67056" y="126479"/>
                </a:lnTo>
                <a:lnTo>
                  <a:pt x="66967" y="306311"/>
                </a:lnTo>
                <a:lnTo>
                  <a:pt x="66789" y="315455"/>
                </a:lnTo>
                <a:lnTo>
                  <a:pt x="65760" y="344792"/>
                </a:lnTo>
                <a:lnTo>
                  <a:pt x="65532" y="361175"/>
                </a:lnTo>
                <a:lnTo>
                  <a:pt x="86868" y="350507"/>
                </a:lnTo>
                <a:lnTo>
                  <a:pt x="86868" y="128003"/>
                </a:lnTo>
                <a:lnTo>
                  <a:pt x="88900" y="126479"/>
                </a:lnTo>
                <a:lnTo>
                  <a:pt x="99060" y="118859"/>
                </a:lnTo>
                <a:lnTo>
                  <a:pt x="76200" y="106667"/>
                </a:lnTo>
                <a:lnTo>
                  <a:pt x="83642" y="93243"/>
                </a:lnTo>
                <a:lnTo>
                  <a:pt x="92392" y="75806"/>
                </a:lnTo>
                <a:lnTo>
                  <a:pt x="102552" y="54381"/>
                </a:lnTo>
                <a:lnTo>
                  <a:pt x="114300" y="28943"/>
                </a:lnTo>
                <a:lnTo>
                  <a:pt x="126492" y="21323"/>
                </a:lnTo>
                <a:close/>
              </a:path>
              <a:path w="2310765" h="363220">
                <a:moveTo>
                  <a:pt x="355092" y="332219"/>
                </a:moveTo>
                <a:lnTo>
                  <a:pt x="300228" y="323646"/>
                </a:lnTo>
                <a:lnTo>
                  <a:pt x="248602" y="304787"/>
                </a:lnTo>
                <a:lnTo>
                  <a:pt x="220980" y="286499"/>
                </a:lnTo>
                <a:lnTo>
                  <a:pt x="225996" y="272783"/>
                </a:lnTo>
                <a:lnTo>
                  <a:pt x="227876" y="267639"/>
                </a:lnTo>
                <a:lnTo>
                  <a:pt x="232791" y="247637"/>
                </a:lnTo>
                <a:lnTo>
                  <a:pt x="235978" y="226491"/>
                </a:lnTo>
                <a:lnTo>
                  <a:pt x="237744" y="204203"/>
                </a:lnTo>
                <a:lnTo>
                  <a:pt x="298704" y="204203"/>
                </a:lnTo>
                <a:lnTo>
                  <a:pt x="298704" y="220967"/>
                </a:lnTo>
                <a:lnTo>
                  <a:pt x="320040" y="213347"/>
                </a:lnTo>
                <a:lnTo>
                  <a:pt x="319798" y="204203"/>
                </a:lnTo>
                <a:lnTo>
                  <a:pt x="319316" y="195059"/>
                </a:lnTo>
                <a:lnTo>
                  <a:pt x="318770" y="185013"/>
                </a:lnTo>
                <a:lnTo>
                  <a:pt x="318516" y="175247"/>
                </a:lnTo>
                <a:lnTo>
                  <a:pt x="318516" y="132575"/>
                </a:lnTo>
                <a:lnTo>
                  <a:pt x="322783" y="129527"/>
                </a:lnTo>
                <a:lnTo>
                  <a:pt x="329184" y="124955"/>
                </a:lnTo>
                <a:lnTo>
                  <a:pt x="323469" y="120383"/>
                </a:lnTo>
                <a:lnTo>
                  <a:pt x="306324" y="106667"/>
                </a:lnTo>
                <a:lnTo>
                  <a:pt x="298704" y="116471"/>
                </a:lnTo>
                <a:lnTo>
                  <a:pt x="298704" y="129527"/>
                </a:lnTo>
                <a:lnTo>
                  <a:pt x="298704" y="195059"/>
                </a:lnTo>
                <a:lnTo>
                  <a:pt x="237744" y="195059"/>
                </a:lnTo>
                <a:lnTo>
                  <a:pt x="238594" y="175247"/>
                </a:lnTo>
                <a:lnTo>
                  <a:pt x="239077" y="157149"/>
                </a:lnTo>
                <a:lnTo>
                  <a:pt x="239141" y="151269"/>
                </a:lnTo>
                <a:lnTo>
                  <a:pt x="239268" y="129527"/>
                </a:lnTo>
                <a:lnTo>
                  <a:pt x="298704" y="129527"/>
                </a:lnTo>
                <a:lnTo>
                  <a:pt x="298704" y="116471"/>
                </a:lnTo>
                <a:lnTo>
                  <a:pt x="295656" y="120383"/>
                </a:lnTo>
                <a:lnTo>
                  <a:pt x="239268" y="120383"/>
                </a:lnTo>
                <a:lnTo>
                  <a:pt x="239268" y="76187"/>
                </a:lnTo>
                <a:lnTo>
                  <a:pt x="353568" y="76187"/>
                </a:lnTo>
                <a:lnTo>
                  <a:pt x="326136" y="48755"/>
                </a:lnTo>
                <a:lnTo>
                  <a:pt x="307848" y="67043"/>
                </a:lnTo>
                <a:lnTo>
                  <a:pt x="239268" y="67043"/>
                </a:lnTo>
                <a:lnTo>
                  <a:pt x="239268" y="27419"/>
                </a:lnTo>
                <a:lnTo>
                  <a:pt x="249936" y="16751"/>
                </a:lnTo>
                <a:lnTo>
                  <a:pt x="217932" y="3035"/>
                </a:lnTo>
                <a:lnTo>
                  <a:pt x="218808" y="16141"/>
                </a:lnTo>
                <a:lnTo>
                  <a:pt x="219240" y="27419"/>
                </a:lnTo>
                <a:lnTo>
                  <a:pt x="219430" y="37757"/>
                </a:lnTo>
                <a:lnTo>
                  <a:pt x="219456" y="67043"/>
                </a:lnTo>
                <a:lnTo>
                  <a:pt x="115824" y="67043"/>
                </a:lnTo>
                <a:lnTo>
                  <a:pt x="129540" y="80759"/>
                </a:lnTo>
                <a:lnTo>
                  <a:pt x="137820" y="78765"/>
                </a:lnTo>
                <a:lnTo>
                  <a:pt x="146685" y="77330"/>
                </a:lnTo>
                <a:lnTo>
                  <a:pt x="156108" y="76479"/>
                </a:lnTo>
                <a:lnTo>
                  <a:pt x="166116" y="76187"/>
                </a:lnTo>
                <a:lnTo>
                  <a:pt x="219456" y="76187"/>
                </a:lnTo>
                <a:lnTo>
                  <a:pt x="219456" y="120383"/>
                </a:lnTo>
                <a:lnTo>
                  <a:pt x="219456" y="129527"/>
                </a:lnTo>
                <a:lnTo>
                  <a:pt x="219341" y="148539"/>
                </a:lnTo>
                <a:lnTo>
                  <a:pt x="219227" y="157149"/>
                </a:lnTo>
                <a:lnTo>
                  <a:pt x="218808" y="173901"/>
                </a:lnTo>
                <a:lnTo>
                  <a:pt x="217932" y="195059"/>
                </a:lnTo>
                <a:lnTo>
                  <a:pt x="160020" y="195059"/>
                </a:lnTo>
                <a:lnTo>
                  <a:pt x="160020" y="129527"/>
                </a:lnTo>
                <a:lnTo>
                  <a:pt x="219456" y="129527"/>
                </a:lnTo>
                <a:lnTo>
                  <a:pt x="219456" y="120383"/>
                </a:lnTo>
                <a:lnTo>
                  <a:pt x="160020" y="120383"/>
                </a:lnTo>
                <a:lnTo>
                  <a:pt x="138684" y="108191"/>
                </a:lnTo>
                <a:lnTo>
                  <a:pt x="138912" y="122174"/>
                </a:lnTo>
                <a:lnTo>
                  <a:pt x="139966" y="151269"/>
                </a:lnTo>
                <a:lnTo>
                  <a:pt x="140169" y="163817"/>
                </a:lnTo>
                <a:lnTo>
                  <a:pt x="140055" y="175247"/>
                </a:lnTo>
                <a:lnTo>
                  <a:pt x="139966" y="180682"/>
                </a:lnTo>
                <a:lnTo>
                  <a:pt x="138950" y="207251"/>
                </a:lnTo>
                <a:lnTo>
                  <a:pt x="138684" y="220967"/>
                </a:lnTo>
                <a:lnTo>
                  <a:pt x="160020" y="211823"/>
                </a:lnTo>
                <a:lnTo>
                  <a:pt x="160020" y="204203"/>
                </a:lnTo>
                <a:lnTo>
                  <a:pt x="217932" y="204203"/>
                </a:lnTo>
                <a:lnTo>
                  <a:pt x="216446" y="223062"/>
                </a:lnTo>
                <a:lnTo>
                  <a:pt x="214122" y="240779"/>
                </a:lnTo>
                <a:lnTo>
                  <a:pt x="210642" y="257352"/>
                </a:lnTo>
                <a:lnTo>
                  <a:pt x="205740" y="272783"/>
                </a:lnTo>
                <a:lnTo>
                  <a:pt x="196037" y="262737"/>
                </a:lnTo>
                <a:lnTo>
                  <a:pt x="185356" y="250685"/>
                </a:lnTo>
                <a:lnTo>
                  <a:pt x="173799" y="236359"/>
                </a:lnTo>
                <a:lnTo>
                  <a:pt x="161544" y="219443"/>
                </a:lnTo>
                <a:lnTo>
                  <a:pt x="156972" y="222491"/>
                </a:lnTo>
                <a:lnTo>
                  <a:pt x="168109" y="243027"/>
                </a:lnTo>
                <a:lnTo>
                  <a:pt x="178689" y="260972"/>
                </a:lnTo>
                <a:lnTo>
                  <a:pt x="188683" y="276072"/>
                </a:lnTo>
                <a:lnTo>
                  <a:pt x="198120" y="288023"/>
                </a:lnTo>
                <a:lnTo>
                  <a:pt x="191274" y="297167"/>
                </a:lnTo>
                <a:lnTo>
                  <a:pt x="158496" y="324599"/>
                </a:lnTo>
                <a:lnTo>
                  <a:pt x="112839" y="349465"/>
                </a:lnTo>
                <a:lnTo>
                  <a:pt x="96012" y="356603"/>
                </a:lnTo>
                <a:lnTo>
                  <a:pt x="99060" y="362699"/>
                </a:lnTo>
                <a:lnTo>
                  <a:pt x="147066" y="344271"/>
                </a:lnTo>
                <a:lnTo>
                  <a:pt x="190309" y="320408"/>
                </a:lnTo>
                <a:lnTo>
                  <a:pt x="211836" y="301739"/>
                </a:lnTo>
                <a:lnTo>
                  <a:pt x="237185" y="320624"/>
                </a:lnTo>
                <a:lnTo>
                  <a:pt x="264985" y="336219"/>
                </a:lnTo>
                <a:lnTo>
                  <a:pt x="294767" y="348678"/>
                </a:lnTo>
                <a:lnTo>
                  <a:pt x="326136" y="358127"/>
                </a:lnTo>
                <a:lnTo>
                  <a:pt x="330441" y="350748"/>
                </a:lnTo>
                <a:lnTo>
                  <a:pt x="336613" y="344792"/>
                </a:lnTo>
                <a:lnTo>
                  <a:pt x="344779" y="340563"/>
                </a:lnTo>
                <a:lnTo>
                  <a:pt x="355092" y="338315"/>
                </a:lnTo>
                <a:lnTo>
                  <a:pt x="355092" y="332219"/>
                </a:lnTo>
                <a:close/>
              </a:path>
              <a:path w="2310765" h="363220">
                <a:moveTo>
                  <a:pt x="518160" y="25908"/>
                </a:moveTo>
                <a:lnTo>
                  <a:pt x="490728" y="3048"/>
                </a:lnTo>
                <a:lnTo>
                  <a:pt x="483298" y="16522"/>
                </a:lnTo>
                <a:lnTo>
                  <a:pt x="474726" y="29718"/>
                </a:lnTo>
                <a:lnTo>
                  <a:pt x="442099" y="70358"/>
                </a:lnTo>
                <a:lnTo>
                  <a:pt x="413423" y="99453"/>
                </a:lnTo>
                <a:lnTo>
                  <a:pt x="396240" y="114300"/>
                </a:lnTo>
                <a:lnTo>
                  <a:pt x="399288" y="118872"/>
                </a:lnTo>
                <a:lnTo>
                  <a:pt x="437007" y="94437"/>
                </a:lnTo>
                <a:lnTo>
                  <a:pt x="460692" y="73837"/>
                </a:lnTo>
                <a:lnTo>
                  <a:pt x="480644" y="56172"/>
                </a:lnTo>
                <a:lnTo>
                  <a:pt x="489204" y="48768"/>
                </a:lnTo>
                <a:lnTo>
                  <a:pt x="496074" y="42189"/>
                </a:lnTo>
                <a:lnTo>
                  <a:pt x="503110" y="36195"/>
                </a:lnTo>
                <a:lnTo>
                  <a:pt x="510413" y="30759"/>
                </a:lnTo>
                <a:lnTo>
                  <a:pt x="518160" y="25908"/>
                </a:lnTo>
                <a:close/>
              </a:path>
              <a:path w="2310765" h="363220">
                <a:moveTo>
                  <a:pt x="533400" y="102108"/>
                </a:moveTo>
                <a:lnTo>
                  <a:pt x="504444" y="79248"/>
                </a:lnTo>
                <a:lnTo>
                  <a:pt x="500697" y="87553"/>
                </a:lnTo>
                <a:lnTo>
                  <a:pt x="496252" y="96583"/>
                </a:lnTo>
                <a:lnTo>
                  <a:pt x="476910" y="129578"/>
                </a:lnTo>
                <a:lnTo>
                  <a:pt x="443484" y="173736"/>
                </a:lnTo>
                <a:lnTo>
                  <a:pt x="417004" y="202692"/>
                </a:lnTo>
                <a:lnTo>
                  <a:pt x="391668" y="227076"/>
                </a:lnTo>
                <a:lnTo>
                  <a:pt x="394716" y="233172"/>
                </a:lnTo>
                <a:lnTo>
                  <a:pt x="412191" y="221475"/>
                </a:lnTo>
                <a:lnTo>
                  <a:pt x="428244" y="209359"/>
                </a:lnTo>
                <a:lnTo>
                  <a:pt x="443141" y="196951"/>
                </a:lnTo>
                <a:lnTo>
                  <a:pt x="457200" y="184404"/>
                </a:lnTo>
                <a:lnTo>
                  <a:pt x="457174" y="294132"/>
                </a:lnTo>
                <a:lnTo>
                  <a:pt x="456946" y="309372"/>
                </a:lnTo>
                <a:lnTo>
                  <a:pt x="455904" y="343827"/>
                </a:lnTo>
                <a:lnTo>
                  <a:pt x="455676" y="362712"/>
                </a:lnTo>
                <a:lnTo>
                  <a:pt x="478536" y="350520"/>
                </a:lnTo>
                <a:lnTo>
                  <a:pt x="478536" y="184404"/>
                </a:lnTo>
                <a:lnTo>
                  <a:pt x="478536" y="163068"/>
                </a:lnTo>
                <a:lnTo>
                  <a:pt x="489102" y="149580"/>
                </a:lnTo>
                <a:lnTo>
                  <a:pt x="497967" y="138684"/>
                </a:lnTo>
                <a:lnTo>
                  <a:pt x="505104" y="130060"/>
                </a:lnTo>
                <a:lnTo>
                  <a:pt x="510540" y="123444"/>
                </a:lnTo>
                <a:lnTo>
                  <a:pt x="515391" y="118605"/>
                </a:lnTo>
                <a:lnTo>
                  <a:pt x="520827" y="113347"/>
                </a:lnTo>
                <a:lnTo>
                  <a:pt x="526821" y="107797"/>
                </a:lnTo>
                <a:lnTo>
                  <a:pt x="533400" y="102108"/>
                </a:lnTo>
                <a:close/>
              </a:path>
              <a:path w="2310765" h="363220">
                <a:moveTo>
                  <a:pt x="598932" y="291084"/>
                </a:moveTo>
                <a:lnTo>
                  <a:pt x="565823" y="253555"/>
                </a:lnTo>
                <a:lnTo>
                  <a:pt x="550164" y="243840"/>
                </a:lnTo>
                <a:lnTo>
                  <a:pt x="547116" y="248412"/>
                </a:lnTo>
                <a:lnTo>
                  <a:pt x="556539" y="260692"/>
                </a:lnTo>
                <a:lnTo>
                  <a:pt x="564261" y="272415"/>
                </a:lnTo>
                <a:lnTo>
                  <a:pt x="570204" y="283464"/>
                </a:lnTo>
                <a:lnTo>
                  <a:pt x="574548" y="294132"/>
                </a:lnTo>
                <a:lnTo>
                  <a:pt x="577596" y="307848"/>
                </a:lnTo>
                <a:lnTo>
                  <a:pt x="582168" y="312420"/>
                </a:lnTo>
                <a:lnTo>
                  <a:pt x="591312" y="309372"/>
                </a:lnTo>
                <a:lnTo>
                  <a:pt x="595884" y="306324"/>
                </a:lnTo>
                <a:lnTo>
                  <a:pt x="598932" y="291084"/>
                </a:lnTo>
                <a:close/>
              </a:path>
              <a:path w="2310765" h="363220">
                <a:moveTo>
                  <a:pt x="713232" y="36576"/>
                </a:moveTo>
                <a:lnTo>
                  <a:pt x="705612" y="28956"/>
                </a:lnTo>
                <a:lnTo>
                  <a:pt x="691896" y="15240"/>
                </a:lnTo>
                <a:lnTo>
                  <a:pt x="679704" y="27432"/>
                </a:lnTo>
                <a:lnTo>
                  <a:pt x="679704" y="38100"/>
                </a:lnTo>
                <a:lnTo>
                  <a:pt x="679704" y="80772"/>
                </a:lnTo>
                <a:lnTo>
                  <a:pt x="679704" y="89916"/>
                </a:lnTo>
                <a:lnTo>
                  <a:pt x="679704" y="135636"/>
                </a:lnTo>
                <a:lnTo>
                  <a:pt x="566928" y="135636"/>
                </a:lnTo>
                <a:lnTo>
                  <a:pt x="566928" y="89916"/>
                </a:lnTo>
                <a:lnTo>
                  <a:pt x="679704" y="89916"/>
                </a:lnTo>
                <a:lnTo>
                  <a:pt x="679704" y="80772"/>
                </a:lnTo>
                <a:lnTo>
                  <a:pt x="566928" y="80772"/>
                </a:lnTo>
                <a:lnTo>
                  <a:pt x="566928" y="38100"/>
                </a:lnTo>
                <a:lnTo>
                  <a:pt x="679704" y="38100"/>
                </a:lnTo>
                <a:lnTo>
                  <a:pt x="679704" y="27432"/>
                </a:lnTo>
                <a:lnTo>
                  <a:pt x="678180" y="28956"/>
                </a:lnTo>
                <a:lnTo>
                  <a:pt x="566928" y="28956"/>
                </a:lnTo>
                <a:lnTo>
                  <a:pt x="545592" y="18288"/>
                </a:lnTo>
                <a:lnTo>
                  <a:pt x="546468" y="34594"/>
                </a:lnTo>
                <a:lnTo>
                  <a:pt x="546849" y="48768"/>
                </a:lnTo>
                <a:lnTo>
                  <a:pt x="546963" y="56388"/>
                </a:lnTo>
                <a:lnTo>
                  <a:pt x="547090" y="70358"/>
                </a:lnTo>
                <a:lnTo>
                  <a:pt x="546976" y="99453"/>
                </a:lnTo>
                <a:lnTo>
                  <a:pt x="546874" y="108432"/>
                </a:lnTo>
                <a:lnTo>
                  <a:pt x="545909" y="143256"/>
                </a:lnTo>
                <a:lnTo>
                  <a:pt x="545782" y="149580"/>
                </a:lnTo>
                <a:lnTo>
                  <a:pt x="545592" y="164592"/>
                </a:lnTo>
                <a:lnTo>
                  <a:pt x="566928" y="155448"/>
                </a:lnTo>
                <a:lnTo>
                  <a:pt x="566928" y="144780"/>
                </a:lnTo>
                <a:lnTo>
                  <a:pt x="679704" y="144780"/>
                </a:lnTo>
                <a:lnTo>
                  <a:pt x="679704" y="163068"/>
                </a:lnTo>
                <a:lnTo>
                  <a:pt x="702564" y="152400"/>
                </a:lnTo>
                <a:lnTo>
                  <a:pt x="702449" y="144780"/>
                </a:lnTo>
                <a:lnTo>
                  <a:pt x="702335" y="135636"/>
                </a:lnTo>
                <a:lnTo>
                  <a:pt x="701865" y="114300"/>
                </a:lnTo>
                <a:lnTo>
                  <a:pt x="701421" y="89916"/>
                </a:lnTo>
                <a:lnTo>
                  <a:pt x="701268" y="80772"/>
                </a:lnTo>
                <a:lnTo>
                  <a:pt x="701040" y="45720"/>
                </a:lnTo>
                <a:lnTo>
                  <a:pt x="711200" y="38100"/>
                </a:lnTo>
                <a:lnTo>
                  <a:pt x="713232" y="36576"/>
                </a:lnTo>
                <a:close/>
              </a:path>
              <a:path w="2310765" h="363220">
                <a:moveTo>
                  <a:pt x="751332" y="237744"/>
                </a:moveTo>
                <a:lnTo>
                  <a:pt x="723900" y="210312"/>
                </a:lnTo>
                <a:lnTo>
                  <a:pt x="705612" y="228600"/>
                </a:lnTo>
                <a:lnTo>
                  <a:pt x="682752" y="228600"/>
                </a:lnTo>
                <a:lnTo>
                  <a:pt x="682752" y="187452"/>
                </a:lnTo>
                <a:lnTo>
                  <a:pt x="736092" y="187452"/>
                </a:lnTo>
                <a:lnTo>
                  <a:pt x="710184" y="161544"/>
                </a:lnTo>
                <a:lnTo>
                  <a:pt x="693420" y="178308"/>
                </a:lnTo>
                <a:lnTo>
                  <a:pt x="516636" y="178308"/>
                </a:lnTo>
                <a:lnTo>
                  <a:pt x="530352" y="192024"/>
                </a:lnTo>
                <a:lnTo>
                  <a:pt x="538632" y="190017"/>
                </a:lnTo>
                <a:lnTo>
                  <a:pt x="547497" y="188595"/>
                </a:lnTo>
                <a:lnTo>
                  <a:pt x="556920" y="187731"/>
                </a:lnTo>
                <a:lnTo>
                  <a:pt x="566928" y="187452"/>
                </a:lnTo>
                <a:lnTo>
                  <a:pt x="661416" y="187452"/>
                </a:lnTo>
                <a:lnTo>
                  <a:pt x="661416" y="228600"/>
                </a:lnTo>
                <a:lnTo>
                  <a:pt x="498348" y="228600"/>
                </a:lnTo>
                <a:lnTo>
                  <a:pt x="512064" y="242316"/>
                </a:lnTo>
                <a:lnTo>
                  <a:pt x="520344" y="240309"/>
                </a:lnTo>
                <a:lnTo>
                  <a:pt x="529209" y="238887"/>
                </a:lnTo>
                <a:lnTo>
                  <a:pt x="538632" y="238023"/>
                </a:lnTo>
                <a:lnTo>
                  <a:pt x="548640" y="237744"/>
                </a:lnTo>
                <a:lnTo>
                  <a:pt x="661416" y="237744"/>
                </a:lnTo>
                <a:lnTo>
                  <a:pt x="661416" y="321564"/>
                </a:lnTo>
                <a:lnTo>
                  <a:pt x="659892" y="326136"/>
                </a:lnTo>
                <a:lnTo>
                  <a:pt x="655320" y="327660"/>
                </a:lnTo>
                <a:lnTo>
                  <a:pt x="649579" y="328206"/>
                </a:lnTo>
                <a:lnTo>
                  <a:pt x="639127" y="327469"/>
                </a:lnTo>
                <a:lnTo>
                  <a:pt x="623811" y="325297"/>
                </a:lnTo>
                <a:lnTo>
                  <a:pt x="603504" y="321564"/>
                </a:lnTo>
                <a:lnTo>
                  <a:pt x="603504" y="327660"/>
                </a:lnTo>
                <a:lnTo>
                  <a:pt x="623519" y="336537"/>
                </a:lnTo>
                <a:lnTo>
                  <a:pt x="637984" y="344995"/>
                </a:lnTo>
                <a:lnTo>
                  <a:pt x="647001" y="353161"/>
                </a:lnTo>
                <a:lnTo>
                  <a:pt x="650748" y="361188"/>
                </a:lnTo>
                <a:lnTo>
                  <a:pt x="664743" y="354342"/>
                </a:lnTo>
                <a:lnTo>
                  <a:pt x="674751" y="345376"/>
                </a:lnTo>
                <a:lnTo>
                  <a:pt x="680745" y="334391"/>
                </a:lnTo>
                <a:lnTo>
                  <a:pt x="681710" y="328206"/>
                </a:lnTo>
                <a:lnTo>
                  <a:pt x="682752" y="321564"/>
                </a:lnTo>
                <a:lnTo>
                  <a:pt x="682752" y="237744"/>
                </a:lnTo>
                <a:lnTo>
                  <a:pt x="751332" y="237744"/>
                </a:lnTo>
                <a:close/>
              </a:path>
              <a:path w="2310765" h="363220">
                <a:moveTo>
                  <a:pt x="984491" y="240792"/>
                </a:moveTo>
                <a:lnTo>
                  <a:pt x="947712" y="211899"/>
                </a:lnTo>
                <a:lnTo>
                  <a:pt x="931151" y="204216"/>
                </a:lnTo>
                <a:lnTo>
                  <a:pt x="928103" y="208788"/>
                </a:lnTo>
                <a:lnTo>
                  <a:pt x="939774" y="222211"/>
                </a:lnTo>
                <a:lnTo>
                  <a:pt x="949439" y="235077"/>
                </a:lnTo>
                <a:lnTo>
                  <a:pt x="956830" y="247357"/>
                </a:lnTo>
                <a:lnTo>
                  <a:pt x="961631" y="259080"/>
                </a:lnTo>
                <a:lnTo>
                  <a:pt x="964679" y="269748"/>
                </a:lnTo>
                <a:lnTo>
                  <a:pt x="967727" y="274320"/>
                </a:lnTo>
                <a:lnTo>
                  <a:pt x="972299" y="274320"/>
                </a:lnTo>
                <a:lnTo>
                  <a:pt x="975347" y="271272"/>
                </a:lnTo>
                <a:lnTo>
                  <a:pt x="978395" y="265176"/>
                </a:lnTo>
                <a:lnTo>
                  <a:pt x="982967" y="259080"/>
                </a:lnTo>
                <a:lnTo>
                  <a:pt x="984491" y="252984"/>
                </a:lnTo>
                <a:lnTo>
                  <a:pt x="984491" y="240792"/>
                </a:lnTo>
                <a:close/>
              </a:path>
              <a:path w="2310765" h="363220">
                <a:moveTo>
                  <a:pt x="987539" y="149352"/>
                </a:moveTo>
                <a:lnTo>
                  <a:pt x="934199" y="117348"/>
                </a:lnTo>
                <a:lnTo>
                  <a:pt x="931151" y="121920"/>
                </a:lnTo>
                <a:lnTo>
                  <a:pt x="942848" y="134226"/>
                </a:lnTo>
                <a:lnTo>
                  <a:pt x="952677" y="146113"/>
                </a:lnTo>
                <a:lnTo>
                  <a:pt x="960513" y="157708"/>
                </a:lnTo>
                <a:lnTo>
                  <a:pt x="966203" y="169164"/>
                </a:lnTo>
                <a:lnTo>
                  <a:pt x="970775" y="178308"/>
                </a:lnTo>
                <a:lnTo>
                  <a:pt x="973823" y="182880"/>
                </a:lnTo>
                <a:lnTo>
                  <a:pt x="978395" y="182880"/>
                </a:lnTo>
                <a:lnTo>
                  <a:pt x="986015" y="167640"/>
                </a:lnTo>
                <a:lnTo>
                  <a:pt x="987539" y="161544"/>
                </a:lnTo>
                <a:lnTo>
                  <a:pt x="987539" y="149352"/>
                </a:lnTo>
                <a:close/>
              </a:path>
              <a:path w="2310765" h="363220">
                <a:moveTo>
                  <a:pt x="1120127" y="57912"/>
                </a:moveTo>
                <a:lnTo>
                  <a:pt x="1110983" y="48768"/>
                </a:lnTo>
                <a:lnTo>
                  <a:pt x="1088123" y="25908"/>
                </a:lnTo>
                <a:lnTo>
                  <a:pt x="1065263" y="48768"/>
                </a:lnTo>
                <a:lnTo>
                  <a:pt x="883907" y="48768"/>
                </a:lnTo>
                <a:lnTo>
                  <a:pt x="891717" y="38481"/>
                </a:lnTo>
                <a:lnTo>
                  <a:pt x="896124" y="32473"/>
                </a:lnTo>
                <a:lnTo>
                  <a:pt x="900671" y="25908"/>
                </a:lnTo>
                <a:lnTo>
                  <a:pt x="912863" y="19812"/>
                </a:lnTo>
                <a:lnTo>
                  <a:pt x="879335" y="0"/>
                </a:lnTo>
                <a:lnTo>
                  <a:pt x="864285" y="36957"/>
                </a:lnTo>
                <a:lnTo>
                  <a:pt x="841235" y="76200"/>
                </a:lnTo>
                <a:lnTo>
                  <a:pt x="812850" y="112776"/>
                </a:lnTo>
                <a:lnTo>
                  <a:pt x="783323" y="140208"/>
                </a:lnTo>
                <a:lnTo>
                  <a:pt x="786371" y="144780"/>
                </a:lnTo>
                <a:lnTo>
                  <a:pt x="828814" y="115417"/>
                </a:lnTo>
                <a:lnTo>
                  <a:pt x="858951" y="83248"/>
                </a:lnTo>
                <a:lnTo>
                  <a:pt x="879335" y="57912"/>
                </a:lnTo>
                <a:lnTo>
                  <a:pt x="1120127" y="57912"/>
                </a:lnTo>
                <a:close/>
              </a:path>
              <a:path w="2310765" h="363220">
                <a:moveTo>
                  <a:pt x="1141463" y="196596"/>
                </a:moveTo>
                <a:lnTo>
                  <a:pt x="1110983" y="166116"/>
                </a:lnTo>
                <a:lnTo>
                  <a:pt x="1089647" y="187452"/>
                </a:lnTo>
                <a:lnTo>
                  <a:pt x="1069835" y="187452"/>
                </a:lnTo>
                <a:lnTo>
                  <a:pt x="1072883" y="115824"/>
                </a:lnTo>
                <a:lnTo>
                  <a:pt x="1078763" y="111252"/>
                </a:lnTo>
                <a:lnTo>
                  <a:pt x="1086599" y="105156"/>
                </a:lnTo>
                <a:lnTo>
                  <a:pt x="1082624" y="102108"/>
                </a:lnTo>
                <a:lnTo>
                  <a:pt x="1060691" y="85344"/>
                </a:lnTo>
                <a:lnTo>
                  <a:pt x="1051547" y="97917"/>
                </a:lnTo>
                <a:lnTo>
                  <a:pt x="1051547" y="111252"/>
                </a:lnTo>
                <a:lnTo>
                  <a:pt x="1048499" y="187452"/>
                </a:lnTo>
                <a:lnTo>
                  <a:pt x="1046975" y="187452"/>
                </a:lnTo>
                <a:lnTo>
                  <a:pt x="1046975" y="196596"/>
                </a:lnTo>
                <a:lnTo>
                  <a:pt x="1042403" y="281940"/>
                </a:lnTo>
                <a:lnTo>
                  <a:pt x="868667" y="281940"/>
                </a:lnTo>
                <a:lnTo>
                  <a:pt x="879335" y="196596"/>
                </a:lnTo>
                <a:lnTo>
                  <a:pt x="1046975" y="196596"/>
                </a:lnTo>
                <a:lnTo>
                  <a:pt x="1046975" y="187452"/>
                </a:lnTo>
                <a:lnTo>
                  <a:pt x="880859" y="187452"/>
                </a:lnTo>
                <a:lnTo>
                  <a:pt x="888479" y="111252"/>
                </a:lnTo>
                <a:lnTo>
                  <a:pt x="1051547" y="111252"/>
                </a:lnTo>
                <a:lnTo>
                  <a:pt x="1051547" y="97917"/>
                </a:lnTo>
                <a:lnTo>
                  <a:pt x="1048499" y="102108"/>
                </a:lnTo>
                <a:lnTo>
                  <a:pt x="890003" y="102108"/>
                </a:lnTo>
                <a:lnTo>
                  <a:pt x="868667" y="88392"/>
                </a:lnTo>
                <a:lnTo>
                  <a:pt x="859523" y="187452"/>
                </a:lnTo>
                <a:lnTo>
                  <a:pt x="781799" y="187452"/>
                </a:lnTo>
                <a:lnTo>
                  <a:pt x="795515" y="199644"/>
                </a:lnTo>
                <a:lnTo>
                  <a:pt x="818375" y="196596"/>
                </a:lnTo>
                <a:lnTo>
                  <a:pt x="857999" y="196596"/>
                </a:lnTo>
                <a:lnTo>
                  <a:pt x="847331" y="275844"/>
                </a:lnTo>
                <a:lnTo>
                  <a:pt x="835139" y="284988"/>
                </a:lnTo>
                <a:lnTo>
                  <a:pt x="856475" y="304800"/>
                </a:lnTo>
                <a:lnTo>
                  <a:pt x="868667" y="291084"/>
                </a:lnTo>
                <a:lnTo>
                  <a:pt x="1040879" y="291084"/>
                </a:lnTo>
                <a:lnTo>
                  <a:pt x="1039164" y="308203"/>
                </a:lnTo>
                <a:lnTo>
                  <a:pt x="1036307" y="320611"/>
                </a:lnTo>
                <a:lnTo>
                  <a:pt x="1032306" y="328155"/>
                </a:lnTo>
                <a:lnTo>
                  <a:pt x="1027163" y="330708"/>
                </a:lnTo>
                <a:lnTo>
                  <a:pt x="1019733" y="330136"/>
                </a:lnTo>
                <a:lnTo>
                  <a:pt x="1008875" y="328422"/>
                </a:lnTo>
                <a:lnTo>
                  <a:pt x="994587" y="325564"/>
                </a:lnTo>
                <a:lnTo>
                  <a:pt x="976871" y="321564"/>
                </a:lnTo>
                <a:lnTo>
                  <a:pt x="976871" y="329184"/>
                </a:lnTo>
                <a:lnTo>
                  <a:pt x="994854" y="337197"/>
                </a:lnTo>
                <a:lnTo>
                  <a:pt x="1007541" y="345376"/>
                </a:lnTo>
                <a:lnTo>
                  <a:pt x="1014806" y="353822"/>
                </a:lnTo>
                <a:lnTo>
                  <a:pt x="1016495" y="362712"/>
                </a:lnTo>
                <a:lnTo>
                  <a:pt x="1029931" y="358940"/>
                </a:lnTo>
                <a:lnTo>
                  <a:pt x="1057503" y="330708"/>
                </a:lnTo>
                <a:lnTo>
                  <a:pt x="1063739" y="291084"/>
                </a:lnTo>
                <a:lnTo>
                  <a:pt x="1133843" y="291084"/>
                </a:lnTo>
                <a:lnTo>
                  <a:pt x="1124699" y="281940"/>
                </a:lnTo>
                <a:lnTo>
                  <a:pt x="1103363" y="260604"/>
                </a:lnTo>
                <a:lnTo>
                  <a:pt x="1082027" y="281940"/>
                </a:lnTo>
                <a:lnTo>
                  <a:pt x="1065263" y="281940"/>
                </a:lnTo>
                <a:lnTo>
                  <a:pt x="1069835" y="196596"/>
                </a:lnTo>
                <a:lnTo>
                  <a:pt x="1141463" y="196596"/>
                </a:lnTo>
                <a:close/>
              </a:path>
              <a:path w="2310765" h="363220">
                <a:moveTo>
                  <a:pt x="1377696" y="129540"/>
                </a:moveTo>
                <a:lnTo>
                  <a:pt x="1341120" y="109728"/>
                </a:lnTo>
                <a:lnTo>
                  <a:pt x="1341894" y="126492"/>
                </a:lnTo>
                <a:lnTo>
                  <a:pt x="1342021" y="129540"/>
                </a:lnTo>
                <a:lnTo>
                  <a:pt x="1342453" y="147256"/>
                </a:lnTo>
                <a:lnTo>
                  <a:pt x="1342580" y="158496"/>
                </a:lnTo>
                <a:lnTo>
                  <a:pt x="1342491" y="305460"/>
                </a:lnTo>
                <a:lnTo>
                  <a:pt x="1342453" y="310896"/>
                </a:lnTo>
                <a:lnTo>
                  <a:pt x="1341996" y="334365"/>
                </a:lnTo>
                <a:lnTo>
                  <a:pt x="1341120" y="362712"/>
                </a:lnTo>
                <a:lnTo>
                  <a:pt x="1367028" y="347472"/>
                </a:lnTo>
                <a:lnTo>
                  <a:pt x="1366139" y="332892"/>
                </a:lnTo>
                <a:lnTo>
                  <a:pt x="1365694" y="318897"/>
                </a:lnTo>
                <a:lnTo>
                  <a:pt x="1365592" y="310896"/>
                </a:lnTo>
                <a:lnTo>
                  <a:pt x="1365504" y="138684"/>
                </a:lnTo>
                <a:lnTo>
                  <a:pt x="1377696" y="129540"/>
                </a:lnTo>
                <a:close/>
              </a:path>
              <a:path w="2310765" h="363220">
                <a:moveTo>
                  <a:pt x="1533144" y="160020"/>
                </a:moveTo>
                <a:lnTo>
                  <a:pt x="1491043" y="147256"/>
                </a:lnTo>
                <a:lnTo>
                  <a:pt x="1447800" y="121920"/>
                </a:lnTo>
                <a:lnTo>
                  <a:pt x="1403223" y="82677"/>
                </a:lnTo>
                <a:lnTo>
                  <a:pt x="1367332" y="36576"/>
                </a:lnTo>
                <a:lnTo>
                  <a:pt x="1360932" y="27432"/>
                </a:lnTo>
                <a:lnTo>
                  <a:pt x="1374648" y="18288"/>
                </a:lnTo>
                <a:lnTo>
                  <a:pt x="1342644" y="0"/>
                </a:lnTo>
                <a:lnTo>
                  <a:pt x="1319784" y="50101"/>
                </a:lnTo>
                <a:lnTo>
                  <a:pt x="1283208" y="103632"/>
                </a:lnTo>
                <a:lnTo>
                  <a:pt x="1234249" y="154876"/>
                </a:lnTo>
                <a:lnTo>
                  <a:pt x="1175004" y="193548"/>
                </a:lnTo>
                <a:lnTo>
                  <a:pt x="1176528" y="199644"/>
                </a:lnTo>
                <a:lnTo>
                  <a:pt x="1234821" y="169735"/>
                </a:lnTo>
                <a:lnTo>
                  <a:pt x="1281684" y="134112"/>
                </a:lnTo>
                <a:lnTo>
                  <a:pt x="1320165" y="91630"/>
                </a:lnTo>
                <a:lnTo>
                  <a:pt x="1356360" y="36576"/>
                </a:lnTo>
                <a:lnTo>
                  <a:pt x="1372362" y="63690"/>
                </a:lnTo>
                <a:lnTo>
                  <a:pt x="1404366" y="108788"/>
                </a:lnTo>
                <a:lnTo>
                  <a:pt x="1437220" y="143065"/>
                </a:lnTo>
                <a:lnTo>
                  <a:pt x="1476082" y="172783"/>
                </a:lnTo>
                <a:lnTo>
                  <a:pt x="1498092" y="185928"/>
                </a:lnTo>
                <a:lnTo>
                  <a:pt x="1504632" y="177685"/>
                </a:lnTo>
                <a:lnTo>
                  <a:pt x="1512760" y="171450"/>
                </a:lnTo>
                <a:lnTo>
                  <a:pt x="1522298" y="167487"/>
                </a:lnTo>
                <a:lnTo>
                  <a:pt x="1533144" y="166116"/>
                </a:lnTo>
                <a:lnTo>
                  <a:pt x="1533144" y="160020"/>
                </a:lnTo>
                <a:close/>
              </a:path>
              <a:path w="2310765" h="363220">
                <a:moveTo>
                  <a:pt x="1773923" y="128003"/>
                </a:moveTo>
                <a:lnTo>
                  <a:pt x="1748015" y="102095"/>
                </a:lnTo>
                <a:lnTo>
                  <a:pt x="1731251" y="118859"/>
                </a:lnTo>
                <a:lnTo>
                  <a:pt x="1712963" y="118859"/>
                </a:lnTo>
                <a:lnTo>
                  <a:pt x="1723250" y="106857"/>
                </a:lnTo>
                <a:lnTo>
                  <a:pt x="1733537" y="93713"/>
                </a:lnTo>
                <a:lnTo>
                  <a:pt x="1743824" y="79425"/>
                </a:lnTo>
                <a:lnTo>
                  <a:pt x="1745983" y="76187"/>
                </a:lnTo>
                <a:lnTo>
                  <a:pt x="1754111" y="63995"/>
                </a:lnTo>
                <a:lnTo>
                  <a:pt x="1767827" y="59423"/>
                </a:lnTo>
                <a:lnTo>
                  <a:pt x="1740395" y="36563"/>
                </a:lnTo>
                <a:lnTo>
                  <a:pt x="1737537" y="43764"/>
                </a:lnTo>
                <a:lnTo>
                  <a:pt x="1733537" y="51803"/>
                </a:lnTo>
                <a:lnTo>
                  <a:pt x="1728393" y="60998"/>
                </a:lnTo>
                <a:lnTo>
                  <a:pt x="1722107" y="71615"/>
                </a:lnTo>
                <a:lnTo>
                  <a:pt x="1719961" y="75565"/>
                </a:lnTo>
                <a:lnTo>
                  <a:pt x="1719618" y="75222"/>
                </a:lnTo>
                <a:lnTo>
                  <a:pt x="1719618" y="76187"/>
                </a:lnTo>
                <a:lnTo>
                  <a:pt x="1715846" y="83070"/>
                </a:lnTo>
                <a:lnTo>
                  <a:pt x="1708581" y="94665"/>
                </a:lnTo>
                <a:lnTo>
                  <a:pt x="1700466" y="106553"/>
                </a:lnTo>
                <a:lnTo>
                  <a:pt x="1691627" y="118859"/>
                </a:lnTo>
                <a:lnTo>
                  <a:pt x="1671815" y="118859"/>
                </a:lnTo>
                <a:lnTo>
                  <a:pt x="1671815" y="76187"/>
                </a:lnTo>
                <a:lnTo>
                  <a:pt x="1719618" y="76187"/>
                </a:lnTo>
                <a:lnTo>
                  <a:pt x="1719618" y="75222"/>
                </a:lnTo>
                <a:lnTo>
                  <a:pt x="1697723" y="53327"/>
                </a:lnTo>
                <a:lnTo>
                  <a:pt x="1684007" y="67043"/>
                </a:lnTo>
                <a:lnTo>
                  <a:pt x="1671815" y="67043"/>
                </a:lnTo>
                <a:lnTo>
                  <a:pt x="1671815" y="30467"/>
                </a:lnTo>
                <a:lnTo>
                  <a:pt x="1684007" y="19799"/>
                </a:lnTo>
                <a:lnTo>
                  <a:pt x="1650479" y="3035"/>
                </a:lnTo>
                <a:lnTo>
                  <a:pt x="1650720" y="18186"/>
                </a:lnTo>
                <a:lnTo>
                  <a:pt x="1651673" y="47383"/>
                </a:lnTo>
                <a:lnTo>
                  <a:pt x="1651800" y="51803"/>
                </a:lnTo>
                <a:lnTo>
                  <a:pt x="1652003" y="67043"/>
                </a:lnTo>
                <a:lnTo>
                  <a:pt x="1589519" y="67043"/>
                </a:lnTo>
                <a:lnTo>
                  <a:pt x="1601711" y="79235"/>
                </a:lnTo>
                <a:lnTo>
                  <a:pt x="1615427" y="76187"/>
                </a:lnTo>
                <a:lnTo>
                  <a:pt x="1652003" y="76187"/>
                </a:lnTo>
                <a:lnTo>
                  <a:pt x="1652003" y="118859"/>
                </a:lnTo>
                <a:lnTo>
                  <a:pt x="1565135" y="118859"/>
                </a:lnTo>
                <a:lnTo>
                  <a:pt x="1578851" y="131051"/>
                </a:lnTo>
                <a:lnTo>
                  <a:pt x="1592567" y="128003"/>
                </a:lnTo>
                <a:lnTo>
                  <a:pt x="1685531" y="128003"/>
                </a:lnTo>
                <a:lnTo>
                  <a:pt x="1676679" y="138887"/>
                </a:lnTo>
                <a:lnTo>
                  <a:pt x="1668386" y="148767"/>
                </a:lnTo>
                <a:lnTo>
                  <a:pt x="1661414" y="156946"/>
                </a:lnTo>
                <a:lnTo>
                  <a:pt x="1653527" y="166103"/>
                </a:lnTo>
                <a:lnTo>
                  <a:pt x="1591043" y="166103"/>
                </a:lnTo>
                <a:lnTo>
                  <a:pt x="1603235" y="178295"/>
                </a:lnTo>
                <a:lnTo>
                  <a:pt x="1616951" y="175247"/>
                </a:lnTo>
                <a:lnTo>
                  <a:pt x="1645907" y="175247"/>
                </a:lnTo>
                <a:lnTo>
                  <a:pt x="1625600" y="192684"/>
                </a:lnTo>
                <a:lnTo>
                  <a:pt x="1605711" y="208394"/>
                </a:lnTo>
                <a:lnTo>
                  <a:pt x="1586115" y="222402"/>
                </a:lnTo>
                <a:lnTo>
                  <a:pt x="1566659" y="234683"/>
                </a:lnTo>
                <a:lnTo>
                  <a:pt x="1571231" y="239255"/>
                </a:lnTo>
                <a:lnTo>
                  <a:pt x="1598663" y="224116"/>
                </a:lnTo>
                <a:lnTo>
                  <a:pt x="1623809" y="208394"/>
                </a:lnTo>
                <a:lnTo>
                  <a:pt x="1646669" y="192112"/>
                </a:lnTo>
                <a:lnTo>
                  <a:pt x="1667243" y="175247"/>
                </a:lnTo>
                <a:lnTo>
                  <a:pt x="1709915" y="175247"/>
                </a:lnTo>
                <a:lnTo>
                  <a:pt x="1676387" y="211823"/>
                </a:lnTo>
                <a:lnTo>
                  <a:pt x="1664195" y="204203"/>
                </a:lnTo>
                <a:lnTo>
                  <a:pt x="1664436" y="217373"/>
                </a:lnTo>
                <a:lnTo>
                  <a:pt x="1665490" y="240855"/>
                </a:lnTo>
                <a:lnTo>
                  <a:pt x="1665719" y="251447"/>
                </a:lnTo>
                <a:lnTo>
                  <a:pt x="1632813" y="257454"/>
                </a:lnTo>
                <a:lnTo>
                  <a:pt x="1607045" y="261734"/>
                </a:lnTo>
                <a:lnTo>
                  <a:pt x="1588147" y="264312"/>
                </a:lnTo>
                <a:lnTo>
                  <a:pt x="1575803" y="265163"/>
                </a:lnTo>
                <a:lnTo>
                  <a:pt x="1592567" y="292595"/>
                </a:lnTo>
                <a:lnTo>
                  <a:pt x="1598853" y="287451"/>
                </a:lnTo>
                <a:lnTo>
                  <a:pt x="1613141" y="281165"/>
                </a:lnTo>
                <a:lnTo>
                  <a:pt x="1635429" y="273735"/>
                </a:lnTo>
                <a:lnTo>
                  <a:pt x="1665719" y="265163"/>
                </a:lnTo>
                <a:lnTo>
                  <a:pt x="1665719" y="327647"/>
                </a:lnTo>
                <a:lnTo>
                  <a:pt x="1662671" y="330695"/>
                </a:lnTo>
                <a:lnTo>
                  <a:pt x="1659623" y="332219"/>
                </a:lnTo>
                <a:lnTo>
                  <a:pt x="1654467" y="332790"/>
                </a:lnTo>
                <a:lnTo>
                  <a:pt x="1645716" y="332219"/>
                </a:lnTo>
                <a:lnTo>
                  <a:pt x="1633270" y="330504"/>
                </a:lnTo>
                <a:lnTo>
                  <a:pt x="1616951" y="327647"/>
                </a:lnTo>
                <a:lnTo>
                  <a:pt x="1616951" y="333743"/>
                </a:lnTo>
                <a:lnTo>
                  <a:pt x="1632978" y="339775"/>
                </a:lnTo>
                <a:lnTo>
                  <a:pt x="1644573" y="346506"/>
                </a:lnTo>
                <a:lnTo>
                  <a:pt x="1651889" y="354114"/>
                </a:lnTo>
                <a:lnTo>
                  <a:pt x="1655051" y="362699"/>
                </a:lnTo>
                <a:lnTo>
                  <a:pt x="1668183" y="357009"/>
                </a:lnTo>
                <a:lnTo>
                  <a:pt x="1677720" y="349173"/>
                </a:lnTo>
                <a:lnTo>
                  <a:pt x="1683562" y="339344"/>
                </a:lnTo>
                <a:lnTo>
                  <a:pt x="1684667" y="332790"/>
                </a:lnTo>
                <a:lnTo>
                  <a:pt x="1685531" y="327647"/>
                </a:lnTo>
                <a:lnTo>
                  <a:pt x="1685531" y="265163"/>
                </a:lnTo>
                <a:lnTo>
                  <a:pt x="1685531" y="260591"/>
                </a:lnTo>
                <a:lnTo>
                  <a:pt x="1730819" y="248399"/>
                </a:lnTo>
                <a:lnTo>
                  <a:pt x="1764779" y="239255"/>
                </a:lnTo>
                <a:lnTo>
                  <a:pt x="1763255" y="233159"/>
                </a:lnTo>
                <a:lnTo>
                  <a:pt x="1685531" y="248399"/>
                </a:lnTo>
                <a:lnTo>
                  <a:pt x="1685531" y="234683"/>
                </a:lnTo>
                <a:lnTo>
                  <a:pt x="1697723" y="225539"/>
                </a:lnTo>
                <a:lnTo>
                  <a:pt x="1682483" y="214871"/>
                </a:lnTo>
                <a:lnTo>
                  <a:pt x="1686052" y="211823"/>
                </a:lnTo>
                <a:lnTo>
                  <a:pt x="1700225" y="199707"/>
                </a:lnTo>
                <a:lnTo>
                  <a:pt x="1716963" y="188391"/>
                </a:lnTo>
                <a:lnTo>
                  <a:pt x="1732851" y="180797"/>
                </a:lnTo>
                <a:lnTo>
                  <a:pt x="1748015" y="176771"/>
                </a:lnTo>
                <a:lnTo>
                  <a:pt x="1746592" y="175247"/>
                </a:lnTo>
                <a:lnTo>
                  <a:pt x="1725155" y="152387"/>
                </a:lnTo>
                <a:lnTo>
                  <a:pt x="1711439" y="166103"/>
                </a:lnTo>
                <a:lnTo>
                  <a:pt x="1674863" y="166103"/>
                </a:lnTo>
                <a:lnTo>
                  <a:pt x="1682216" y="156984"/>
                </a:lnTo>
                <a:lnTo>
                  <a:pt x="1690484" y="147624"/>
                </a:lnTo>
                <a:lnTo>
                  <a:pt x="1699298" y="138036"/>
                </a:lnTo>
                <a:lnTo>
                  <a:pt x="1708391" y="128003"/>
                </a:lnTo>
                <a:lnTo>
                  <a:pt x="1773923" y="128003"/>
                </a:lnTo>
                <a:close/>
              </a:path>
              <a:path w="2310765" h="363220">
                <a:moveTo>
                  <a:pt x="1921751" y="333743"/>
                </a:moveTo>
                <a:lnTo>
                  <a:pt x="1879460" y="311835"/>
                </a:lnTo>
                <a:lnTo>
                  <a:pt x="1851672" y="283451"/>
                </a:lnTo>
                <a:lnTo>
                  <a:pt x="1839455" y="268211"/>
                </a:lnTo>
                <a:lnTo>
                  <a:pt x="1848319" y="249923"/>
                </a:lnTo>
                <a:lnTo>
                  <a:pt x="1854276" y="237617"/>
                </a:lnTo>
                <a:lnTo>
                  <a:pt x="1866506" y="200583"/>
                </a:lnTo>
                <a:lnTo>
                  <a:pt x="1875891" y="156984"/>
                </a:lnTo>
                <a:lnTo>
                  <a:pt x="1882127" y="106667"/>
                </a:lnTo>
                <a:lnTo>
                  <a:pt x="1920227" y="106667"/>
                </a:lnTo>
                <a:lnTo>
                  <a:pt x="1911083" y="97523"/>
                </a:lnTo>
                <a:lnTo>
                  <a:pt x="1892795" y="79235"/>
                </a:lnTo>
                <a:lnTo>
                  <a:pt x="1874507" y="97523"/>
                </a:lnTo>
                <a:lnTo>
                  <a:pt x="1860791" y="97523"/>
                </a:lnTo>
                <a:lnTo>
                  <a:pt x="1860791" y="106667"/>
                </a:lnTo>
                <a:lnTo>
                  <a:pt x="1857082" y="148132"/>
                </a:lnTo>
                <a:lnTo>
                  <a:pt x="1850504" y="185724"/>
                </a:lnTo>
                <a:lnTo>
                  <a:pt x="1841080" y="219621"/>
                </a:lnTo>
                <a:lnTo>
                  <a:pt x="1828787" y="249923"/>
                </a:lnTo>
                <a:lnTo>
                  <a:pt x="1819059" y="226758"/>
                </a:lnTo>
                <a:lnTo>
                  <a:pt x="1810308" y="198297"/>
                </a:lnTo>
                <a:lnTo>
                  <a:pt x="1802434" y="164414"/>
                </a:lnTo>
                <a:lnTo>
                  <a:pt x="1796643" y="132575"/>
                </a:lnTo>
                <a:lnTo>
                  <a:pt x="1795259" y="124955"/>
                </a:lnTo>
                <a:lnTo>
                  <a:pt x="1802879" y="106667"/>
                </a:lnTo>
                <a:lnTo>
                  <a:pt x="1860791" y="106667"/>
                </a:lnTo>
                <a:lnTo>
                  <a:pt x="1860791" y="97523"/>
                </a:lnTo>
                <a:lnTo>
                  <a:pt x="1805927" y="97523"/>
                </a:lnTo>
                <a:lnTo>
                  <a:pt x="1811642" y="82715"/>
                </a:lnTo>
                <a:lnTo>
                  <a:pt x="1817357" y="65900"/>
                </a:lnTo>
                <a:lnTo>
                  <a:pt x="1823072" y="47383"/>
                </a:lnTo>
                <a:lnTo>
                  <a:pt x="1828787" y="27419"/>
                </a:lnTo>
                <a:lnTo>
                  <a:pt x="1842503" y="18275"/>
                </a:lnTo>
                <a:lnTo>
                  <a:pt x="1807451" y="1511"/>
                </a:lnTo>
                <a:lnTo>
                  <a:pt x="1796008" y="60147"/>
                </a:lnTo>
                <a:lnTo>
                  <a:pt x="1782114" y="112763"/>
                </a:lnTo>
                <a:lnTo>
                  <a:pt x="1765668" y="159677"/>
                </a:lnTo>
                <a:lnTo>
                  <a:pt x="1746491" y="201155"/>
                </a:lnTo>
                <a:lnTo>
                  <a:pt x="1751063" y="204203"/>
                </a:lnTo>
                <a:lnTo>
                  <a:pt x="1762836" y="187655"/>
                </a:lnTo>
                <a:lnTo>
                  <a:pt x="1773161" y="170103"/>
                </a:lnTo>
                <a:lnTo>
                  <a:pt x="1782356" y="151701"/>
                </a:lnTo>
                <a:lnTo>
                  <a:pt x="1790687" y="132575"/>
                </a:lnTo>
                <a:lnTo>
                  <a:pt x="1793265" y="168325"/>
                </a:lnTo>
                <a:lnTo>
                  <a:pt x="1798688" y="202488"/>
                </a:lnTo>
                <a:lnTo>
                  <a:pt x="1806981" y="235242"/>
                </a:lnTo>
                <a:lnTo>
                  <a:pt x="1818119" y="266687"/>
                </a:lnTo>
                <a:lnTo>
                  <a:pt x="1792935" y="295313"/>
                </a:lnTo>
                <a:lnTo>
                  <a:pt x="1765160" y="319646"/>
                </a:lnTo>
                <a:lnTo>
                  <a:pt x="1734540" y="339991"/>
                </a:lnTo>
                <a:lnTo>
                  <a:pt x="1700771" y="356603"/>
                </a:lnTo>
                <a:lnTo>
                  <a:pt x="1703819" y="361175"/>
                </a:lnTo>
                <a:lnTo>
                  <a:pt x="1738972" y="346887"/>
                </a:lnTo>
                <a:lnTo>
                  <a:pt x="1771256" y="329171"/>
                </a:lnTo>
                <a:lnTo>
                  <a:pt x="1800694" y="308025"/>
                </a:lnTo>
                <a:lnTo>
                  <a:pt x="1827263" y="283451"/>
                </a:lnTo>
                <a:lnTo>
                  <a:pt x="1842439" y="305155"/>
                </a:lnTo>
                <a:lnTo>
                  <a:pt x="1858314" y="324408"/>
                </a:lnTo>
                <a:lnTo>
                  <a:pt x="1875066" y="341109"/>
                </a:lnTo>
                <a:lnTo>
                  <a:pt x="1892795" y="355079"/>
                </a:lnTo>
                <a:lnTo>
                  <a:pt x="1897113" y="348208"/>
                </a:lnTo>
                <a:lnTo>
                  <a:pt x="1903272" y="343458"/>
                </a:lnTo>
                <a:lnTo>
                  <a:pt x="1911451" y="340728"/>
                </a:lnTo>
                <a:lnTo>
                  <a:pt x="1921751" y="339839"/>
                </a:lnTo>
                <a:lnTo>
                  <a:pt x="1921751" y="333743"/>
                </a:lnTo>
                <a:close/>
              </a:path>
              <a:path w="2310765" h="363220">
                <a:moveTo>
                  <a:pt x="2095487" y="100571"/>
                </a:moveTo>
                <a:lnTo>
                  <a:pt x="2071103" y="76187"/>
                </a:lnTo>
                <a:lnTo>
                  <a:pt x="2055863" y="91427"/>
                </a:lnTo>
                <a:lnTo>
                  <a:pt x="2039099" y="91427"/>
                </a:lnTo>
                <a:lnTo>
                  <a:pt x="2039099" y="31991"/>
                </a:lnTo>
                <a:lnTo>
                  <a:pt x="2052815" y="19799"/>
                </a:lnTo>
                <a:lnTo>
                  <a:pt x="2017763" y="3035"/>
                </a:lnTo>
                <a:lnTo>
                  <a:pt x="2018042" y="21132"/>
                </a:lnTo>
                <a:lnTo>
                  <a:pt x="2018538" y="39903"/>
                </a:lnTo>
                <a:lnTo>
                  <a:pt x="2018957" y="59423"/>
                </a:lnTo>
                <a:lnTo>
                  <a:pt x="2019084" y="67144"/>
                </a:lnTo>
                <a:lnTo>
                  <a:pt x="2019287" y="91427"/>
                </a:lnTo>
                <a:lnTo>
                  <a:pt x="1953755" y="91427"/>
                </a:lnTo>
                <a:lnTo>
                  <a:pt x="1967471" y="103619"/>
                </a:lnTo>
                <a:lnTo>
                  <a:pt x="1981187" y="100571"/>
                </a:lnTo>
                <a:lnTo>
                  <a:pt x="2019287" y="100571"/>
                </a:lnTo>
                <a:lnTo>
                  <a:pt x="2019287" y="175247"/>
                </a:lnTo>
                <a:lnTo>
                  <a:pt x="1996147" y="187782"/>
                </a:lnTo>
                <a:lnTo>
                  <a:pt x="1976996" y="197726"/>
                </a:lnTo>
                <a:lnTo>
                  <a:pt x="1961857" y="204825"/>
                </a:lnTo>
                <a:lnTo>
                  <a:pt x="1950707" y="208775"/>
                </a:lnTo>
                <a:lnTo>
                  <a:pt x="1970519" y="234683"/>
                </a:lnTo>
                <a:lnTo>
                  <a:pt x="2008149" y="200660"/>
                </a:lnTo>
                <a:lnTo>
                  <a:pt x="2019287" y="193535"/>
                </a:lnTo>
                <a:lnTo>
                  <a:pt x="2019287" y="320027"/>
                </a:lnTo>
                <a:lnTo>
                  <a:pt x="2016239" y="324599"/>
                </a:lnTo>
                <a:lnTo>
                  <a:pt x="2010143" y="324599"/>
                </a:lnTo>
                <a:lnTo>
                  <a:pt x="2002980" y="325170"/>
                </a:lnTo>
                <a:lnTo>
                  <a:pt x="1992807" y="324599"/>
                </a:lnTo>
                <a:lnTo>
                  <a:pt x="1979498" y="322884"/>
                </a:lnTo>
                <a:lnTo>
                  <a:pt x="1962899" y="320027"/>
                </a:lnTo>
                <a:lnTo>
                  <a:pt x="1962899" y="326123"/>
                </a:lnTo>
                <a:lnTo>
                  <a:pt x="1982889" y="334149"/>
                </a:lnTo>
                <a:lnTo>
                  <a:pt x="1996998" y="342315"/>
                </a:lnTo>
                <a:lnTo>
                  <a:pt x="2005126" y="350774"/>
                </a:lnTo>
                <a:lnTo>
                  <a:pt x="2007095" y="359651"/>
                </a:lnTo>
                <a:lnTo>
                  <a:pt x="2020239" y="352844"/>
                </a:lnTo>
                <a:lnTo>
                  <a:pt x="2029955" y="344030"/>
                </a:lnTo>
                <a:lnTo>
                  <a:pt x="2036241" y="333514"/>
                </a:lnTo>
                <a:lnTo>
                  <a:pt x="2038235" y="325170"/>
                </a:lnTo>
                <a:lnTo>
                  <a:pt x="2039061" y="321741"/>
                </a:lnTo>
                <a:lnTo>
                  <a:pt x="2039099" y="193535"/>
                </a:lnTo>
                <a:lnTo>
                  <a:pt x="2039099" y="181343"/>
                </a:lnTo>
                <a:lnTo>
                  <a:pt x="2058987" y="166103"/>
                </a:lnTo>
                <a:lnTo>
                  <a:pt x="2084819" y="146291"/>
                </a:lnTo>
                <a:lnTo>
                  <a:pt x="2081771" y="140195"/>
                </a:lnTo>
                <a:lnTo>
                  <a:pt x="2039099" y="166103"/>
                </a:lnTo>
                <a:lnTo>
                  <a:pt x="2039099" y="100571"/>
                </a:lnTo>
                <a:lnTo>
                  <a:pt x="2095487" y="100571"/>
                </a:lnTo>
                <a:close/>
              </a:path>
              <a:path w="2310765" h="363220">
                <a:moveTo>
                  <a:pt x="2147303" y="106667"/>
                </a:moveTo>
                <a:lnTo>
                  <a:pt x="2115642" y="73647"/>
                </a:lnTo>
                <a:lnTo>
                  <a:pt x="2106155" y="67043"/>
                </a:lnTo>
                <a:lnTo>
                  <a:pt x="2103107" y="70091"/>
                </a:lnTo>
                <a:lnTo>
                  <a:pt x="2110282" y="82384"/>
                </a:lnTo>
                <a:lnTo>
                  <a:pt x="2115870" y="94094"/>
                </a:lnTo>
                <a:lnTo>
                  <a:pt x="2120049" y="105244"/>
                </a:lnTo>
                <a:lnTo>
                  <a:pt x="2122919" y="115811"/>
                </a:lnTo>
                <a:lnTo>
                  <a:pt x="2124443" y="126479"/>
                </a:lnTo>
                <a:lnTo>
                  <a:pt x="2125967" y="131051"/>
                </a:lnTo>
                <a:lnTo>
                  <a:pt x="2132063" y="131051"/>
                </a:lnTo>
                <a:lnTo>
                  <a:pt x="2136635" y="126479"/>
                </a:lnTo>
                <a:lnTo>
                  <a:pt x="2141207" y="123431"/>
                </a:lnTo>
                <a:lnTo>
                  <a:pt x="2142731" y="118859"/>
                </a:lnTo>
                <a:lnTo>
                  <a:pt x="2144255" y="112763"/>
                </a:lnTo>
                <a:lnTo>
                  <a:pt x="2147303" y="106667"/>
                </a:lnTo>
                <a:close/>
              </a:path>
              <a:path w="2310765" h="363220">
                <a:moveTo>
                  <a:pt x="2202167" y="102095"/>
                </a:moveTo>
                <a:lnTo>
                  <a:pt x="2175052" y="67144"/>
                </a:lnTo>
                <a:lnTo>
                  <a:pt x="2165591" y="59423"/>
                </a:lnTo>
                <a:lnTo>
                  <a:pt x="2161019" y="62471"/>
                </a:lnTo>
                <a:lnTo>
                  <a:pt x="2167051" y="75857"/>
                </a:lnTo>
                <a:lnTo>
                  <a:pt x="2171496" y="88379"/>
                </a:lnTo>
                <a:lnTo>
                  <a:pt x="2174532" y="99771"/>
                </a:lnTo>
                <a:lnTo>
                  <a:pt x="2176259" y="109715"/>
                </a:lnTo>
                <a:lnTo>
                  <a:pt x="2177783" y="121907"/>
                </a:lnTo>
                <a:lnTo>
                  <a:pt x="2179307" y="126479"/>
                </a:lnTo>
                <a:lnTo>
                  <a:pt x="2186927" y="126479"/>
                </a:lnTo>
                <a:lnTo>
                  <a:pt x="2191499" y="123431"/>
                </a:lnTo>
                <a:lnTo>
                  <a:pt x="2194547" y="121907"/>
                </a:lnTo>
                <a:lnTo>
                  <a:pt x="2197595" y="117335"/>
                </a:lnTo>
                <a:lnTo>
                  <a:pt x="2199119" y="109715"/>
                </a:lnTo>
                <a:lnTo>
                  <a:pt x="2202167" y="102095"/>
                </a:lnTo>
                <a:close/>
              </a:path>
              <a:path w="2310765" h="363220">
                <a:moveTo>
                  <a:pt x="2289035" y="39611"/>
                </a:moveTo>
                <a:lnTo>
                  <a:pt x="2264651" y="10655"/>
                </a:lnTo>
                <a:lnTo>
                  <a:pt x="2254986" y="16116"/>
                </a:lnTo>
                <a:lnTo>
                  <a:pt x="2242172" y="21132"/>
                </a:lnTo>
                <a:lnTo>
                  <a:pt x="2185428" y="35039"/>
                </a:lnTo>
                <a:lnTo>
                  <a:pt x="2126615" y="44183"/>
                </a:lnTo>
                <a:lnTo>
                  <a:pt x="2090915" y="48755"/>
                </a:lnTo>
                <a:lnTo>
                  <a:pt x="2090915" y="54851"/>
                </a:lnTo>
                <a:lnTo>
                  <a:pt x="2114042" y="53403"/>
                </a:lnTo>
                <a:lnTo>
                  <a:pt x="2139873" y="51231"/>
                </a:lnTo>
                <a:lnTo>
                  <a:pt x="2168283" y="48209"/>
                </a:lnTo>
                <a:lnTo>
                  <a:pt x="2199119" y="44183"/>
                </a:lnTo>
                <a:lnTo>
                  <a:pt x="2253221" y="40754"/>
                </a:lnTo>
                <a:lnTo>
                  <a:pt x="2273274" y="39903"/>
                </a:lnTo>
                <a:lnTo>
                  <a:pt x="2289035" y="39611"/>
                </a:lnTo>
                <a:close/>
              </a:path>
              <a:path w="2310765" h="363220">
                <a:moveTo>
                  <a:pt x="2304275" y="153911"/>
                </a:moveTo>
                <a:lnTo>
                  <a:pt x="2302840" y="152387"/>
                </a:lnTo>
                <a:lnTo>
                  <a:pt x="2292769" y="141719"/>
                </a:lnTo>
                <a:lnTo>
                  <a:pt x="2278367" y="126479"/>
                </a:lnTo>
                <a:lnTo>
                  <a:pt x="2266175" y="141719"/>
                </a:lnTo>
                <a:lnTo>
                  <a:pt x="2225027" y="141719"/>
                </a:lnTo>
                <a:lnTo>
                  <a:pt x="2257602" y="91998"/>
                </a:lnTo>
                <a:lnTo>
                  <a:pt x="2285987" y="68567"/>
                </a:lnTo>
                <a:lnTo>
                  <a:pt x="2252459" y="45707"/>
                </a:lnTo>
                <a:lnTo>
                  <a:pt x="2246744" y="64566"/>
                </a:lnTo>
                <a:lnTo>
                  <a:pt x="2238743" y="86855"/>
                </a:lnTo>
                <a:lnTo>
                  <a:pt x="2228456" y="112572"/>
                </a:lnTo>
                <a:lnTo>
                  <a:pt x="2215883" y="141719"/>
                </a:lnTo>
                <a:lnTo>
                  <a:pt x="2103107" y="141719"/>
                </a:lnTo>
                <a:lnTo>
                  <a:pt x="2103107" y="124955"/>
                </a:lnTo>
                <a:lnTo>
                  <a:pt x="2097011" y="124955"/>
                </a:lnTo>
                <a:lnTo>
                  <a:pt x="2082660" y="162674"/>
                </a:lnTo>
                <a:lnTo>
                  <a:pt x="2071103" y="176771"/>
                </a:lnTo>
                <a:lnTo>
                  <a:pt x="2069579" y="181343"/>
                </a:lnTo>
                <a:lnTo>
                  <a:pt x="2069579" y="185915"/>
                </a:lnTo>
                <a:lnTo>
                  <a:pt x="2072627" y="188963"/>
                </a:lnTo>
                <a:lnTo>
                  <a:pt x="2078723" y="192011"/>
                </a:lnTo>
                <a:lnTo>
                  <a:pt x="2083295" y="192011"/>
                </a:lnTo>
                <a:lnTo>
                  <a:pt x="2092439" y="188963"/>
                </a:lnTo>
                <a:lnTo>
                  <a:pt x="2097011" y="185915"/>
                </a:lnTo>
                <a:lnTo>
                  <a:pt x="2100059" y="181343"/>
                </a:lnTo>
                <a:lnTo>
                  <a:pt x="2103107" y="169151"/>
                </a:lnTo>
                <a:lnTo>
                  <a:pt x="2103107" y="152387"/>
                </a:lnTo>
                <a:lnTo>
                  <a:pt x="2266175" y="152387"/>
                </a:lnTo>
                <a:lnTo>
                  <a:pt x="2249411" y="187439"/>
                </a:lnTo>
                <a:lnTo>
                  <a:pt x="2253983" y="190487"/>
                </a:lnTo>
                <a:lnTo>
                  <a:pt x="2267420" y="174485"/>
                </a:lnTo>
                <a:lnTo>
                  <a:pt x="2280272" y="163055"/>
                </a:lnTo>
                <a:lnTo>
                  <a:pt x="2292566" y="156197"/>
                </a:lnTo>
                <a:lnTo>
                  <a:pt x="2304275" y="153911"/>
                </a:lnTo>
                <a:close/>
              </a:path>
              <a:path w="2310765" h="363220">
                <a:moveTo>
                  <a:pt x="2310371" y="326123"/>
                </a:moveTo>
                <a:lnTo>
                  <a:pt x="2268588" y="320979"/>
                </a:lnTo>
                <a:lnTo>
                  <a:pt x="2224265" y="304215"/>
                </a:lnTo>
                <a:lnTo>
                  <a:pt x="2210587" y="295643"/>
                </a:lnTo>
                <a:lnTo>
                  <a:pt x="2209406" y="294906"/>
                </a:lnTo>
                <a:lnTo>
                  <a:pt x="2194547" y="283451"/>
                </a:lnTo>
                <a:lnTo>
                  <a:pt x="2205024" y="269735"/>
                </a:lnTo>
                <a:lnTo>
                  <a:pt x="2206294" y="268071"/>
                </a:lnTo>
                <a:lnTo>
                  <a:pt x="2216454" y="254114"/>
                </a:lnTo>
                <a:lnTo>
                  <a:pt x="2225205" y="241884"/>
                </a:lnTo>
                <a:lnTo>
                  <a:pt x="2232647" y="231635"/>
                </a:lnTo>
                <a:lnTo>
                  <a:pt x="2239505" y="223380"/>
                </a:lnTo>
                <a:lnTo>
                  <a:pt x="2246363" y="216966"/>
                </a:lnTo>
                <a:lnTo>
                  <a:pt x="2253221" y="212572"/>
                </a:lnTo>
                <a:lnTo>
                  <a:pt x="2260079" y="210299"/>
                </a:lnTo>
                <a:lnTo>
                  <a:pt x="2258555" y="208775"/>
                </a:lnTo>
                <a:lnTo>
                  <a:pt x="2234171" y="184391"/>
                </a:lnTo>
                <a:lnTo>
                  <a:pt x="2221979" y="197942"/>
                </a:lnTo>
                <a:lnTo>
                  <a:pt x="2221979" y="208775"/>
                </a:lnTo>
                <a:lnTo>
                  <a:pt x="2211692" y="225374"/>
                </a:lnTo>
                <a:lnTo>
                  <a:pt x="2201405" y="240969"/>
                </a:lnTo>
                <a:lnTo>
                  <a:pt x="2191118" y="255714"/>
                </a:lnTo>
                <a:lnTo>
                  <a:pt x="2180831" y="269735"/>
                </a:lnTo>
                <a:lnTo>
                  <a:pt x="2168829" y="254863"/>
                </a:lnTo>
                <a:lnTo>
                  <a:pt x="2157971" y="239826"/>
                </a:lnTo>
                <a:lnTo>
                  <a:pt x="2148255" y="224523"/>
                </a:lnTo>
                <a:lnTo>
                  <a:pt x="2139683" y="208775"/>
                </a:lnTo>
                <a:lnTo>
                  <a:pt x="2221979" y="208775"/>
                </a:lnTo>
                <a:lnTo>
                  <a:pt x="2221979" y="197942"/>
                </a:lnTo>
                <a:lnTo>
                  <a:pt x="2220455" y="199631"/>
                </a:lnTo>
                <a:lnTo>
                  <a:pt x="2103107" y="199631"/>
                </a:lnTo>
                <a:lnTo>
                  <a:pt x="2116823" y="213347"/>
                </a:lnTo>
                <a:lnTo>
                  <a:pt x="2132063" y="208775"/>
                </a:lnTo>
                <a:lnTo>
                  <a:pt x="2141207" y="230492"/>
                </a:lnTo>
                <a:lnTo>
                  <a:pt x="2150351" y="249923"/>
                </a:lnTo>
                <a:lnTo>
                  <a:pt x="2159495" y="267068"/>
                </a:lnTo>
                <a:lnTo>
                  <a:pt x="2168639" y="281927"/>
                </a:lnTo>
                <a:lnTo>
                  <a:pt x="2143239" y="302768"/>
                </a:lnTo>
                <a:lnTo>
                  <a:pt x="2115108" y="321741"/>
                </a:lnTo>
                <a:lnTo>
                  <a:pt x="2084425" y="338721"/>
                </a:lnTo>
                <a:lnTo>
                  <a:pt x="2051291" y="353555"/>
                </a:lnTo>
                <a:lnTo>
                  <a:pt x="2052815" y="358127"/>
                </a:lnTo>
                <a:lnTo>
                  <a:pt x="2086533" y="348157"/>
                </a:lnTo>
                <a:lnTo>
                  <a:pt x="2119109" y="334314"/>
                </a:lnTo>
                <a:lnTo>
                  <a:pt x="2150541" y="316776"/>
                </a:lnTo>
                <a:lnTo>
                  <a:pt x="2180831" y="295643"/>
                </a:lnTo>
                <a:lnTo>
                  <a:pt x="2203386" y="314769"/>
                </a:lnTo>
                <a:lnTo>
                  <a:pt x="2227503" y="330885"/>
                </a:lnTo>
                <a:lnTo>
                  <a:pt x="2253056" y="343865"/>
                </a:lnTo>
                <a:lnTo>
                  <a:pt x="2279891" y="353555"/>
                </a:lnTo>
                <a:lnTo>
                  <a:pt x="2283587" y="346151"/>
                </a:lnTo>
                <a:lnTo>
                  <a:pt x="2289987" y="340029"/>
                </a:lnTo>
                <a:lnTo>
                  <a:pt x="2298966" y="335343"/>
                </a:lnTo>
                <a:lnTo>
                  <a:pt x="2310371" y="332219"/>
                </a:lnTo>
                <a:lnTo>
                  <a:pt x="2310371" y="32612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" name="object 53"/>
          <p:cNvSpPr/>
          <p:nvPr/>
        </p:nvSpPr>
        <p:spPr>
          <a:xfrm>
            <a:off x="7644371" y="5414771"/>
            <a:ext cx="1114425" cy="361315"/>
          </a:xfrm>
          <a:custGeom>
            <a:avLst/>
            <a:gdLst/>
            <a:ahLst/>
            <a:cxnLst/>
            <a:rect l="l" t="t" r="r" b="b"/>
            <a:pathLst>
              <a:path w="1114425" h="361314">
                <a:moveTo>
                  <a:pt x="155448" y="149352"/>
                </a:moveTo>
                <a:lnTo>
                  <a:pt x="148920" y="143256"/>
                </a:lnTo>
                <a:lnTo>
                  <a:pt x="132588" y="128016"/>
                </a:lnTo>
                <a:lnTo>
                  <a:pt x="123444" y="139446"/>
                </a:lnTo>
                <a:lnTo>
                  <a:pt x="123444" y="153924"/>
                </a:lnTo>
                <a:lnTo>
                  <a:pt x="123444" y="192024"/>
                </a:lnTo>
                <a:lnTo>
                  <a:pt x="123444" y="201168"/>
                </a:lnTo>
                <a:lnTo>
                  <a:pt x="123444" y="245364"/>
                </a:lnTo>
                <a:lnTo>
                  <a:pt x="42672" y="245364"/>
                </a:lnTo>
                <a:lnTo>
                  <a:pt x="42672" y="201168"/>
                </a:lnTo>
                <a:lnTo>
                  <a:pt x="123444" y="201168"/>
                </a:lnTo>
                <a:lnTo>
                  <a:pt x="123444" y="192024"/>
                </a:lnTo>
                <a:lnTo>
                  <a:pt x="42672" y="192024"/>
                </a:lnTo>
                <a:lnTo>
                  <a:pt x="42672" y="153924"/>
                </a:lnTo>
                <a:lnTo>
                  <a:pt x="123444" y="153924"/>
                </a:lnTo>
                <a:lnTo>
                  <a:pt x="123444" y="139446"/>
                </a:lnTo>
                <a:lnTo>
                  <a:pt x="120396" y="143256"/>
                </a:lnTo>
                <a:lnTo>
                  <a:pt x="42672" y="143256"/>
                </a:lnTo>
                <a:lnTo>
                  <a:pt x="19812" y="131064"/>
                </a:lnTo>
                <a:lnTo>
                  <a:pt x="20104" y="149352"/>
                </a:lnTo>
                <a:lnTo>
                  <a:pt x="20574" y="170497"/>
                </a:lnTo>
                <a:lnTo>
                  <a:pt x="21094" y="201168"/>
                </a:lnTo>
                <a:lnTo>
                  <a:pt x="21336" y="240792"/>
                </a:lnTo>
                <a:lnTo>
                  <a:pt x="21107" y="279920"/>
                </a:lnTo>
                <a:lnTo>
                  <a:pt x="20574" y="312610"/>
                </a:lnTo>
                <a:lnTo>
                  <a:pt x="20027" y="340804"/>
                </a:lnTo>
                <a:lnTo>
                  <a:pt x="19812" y="358140"/>
                </a:lnTo>
                <a:lnTo>
                  <a:pt x="42672" y="345948"/>
                </a:lnTo>
                <a:lnTo>
                  <a:pt x="42672" y="254508"/>
                </a:lnTo>
                <a:lnTo>
                  <a:pt x="123444" y="254508"/>
                </a:lnTo>
                <a:lnTo>
                  <a:pt x="123444" y="318516"/>
                </a:lnTo>
                <a:lnTo>
                  <a:pt x="120396" y="324612"/>
                </a:lnTo>
                <a:lnTo>
                  <a:pt x="112776" y="324612"/>
                </a:lnTo>
                <a:lnTo>
                  <a:pt x="105943" y="324358"/>
                </a:lnTo>
                <a:lnTo>
                  <a:pt x="96964" y="323659"/>
                </a:lnTo>
                <a:lnTo>
                  <a:pt x="73152" y="321564"/>
                </a:lnTo>
                <a:lnTo>
                  <a:pt x="73152" y="327660"/>
                </a:lnTo>
                <a:lnTo>
                  <a:pt x="90068" y="333717"/>
                </a:lnTo>
                <a:lnTo>
                  <a:pt x="102108" y="340614"/>
                </a:lnTo>
                <a:lnTo>
                  <a:pt x="109588" y="348665"/>
                </a:lnTo>
                <a:lnTo>
                  <a:pt x="112776" y="358140"/>
                </a:lnTo>
                <a:lnTo>
                  <a:pt x="127406" y="350405"/>
                </a:lnTo>
                <a:lnTo>
                  <a:pt x="137160" y="340804"/>
                </a:lnTo>
                <a:lnTo>
                  <a:pt x="142354" y="329209"/>
                </a:lnTo>
                <a:lnTo>
                  <a:pt x="142659" y="324612"/>
                </a:lnTo>
                <a:lnTo>
                  <a:pt x="143256" y="315468"/>
                </a:lnTo>
                <a:lnTo>
                  <a:pt x="143256" y="254508"/>
                </a:lnTo>
                <a:lnTo>
                  <a:pt x="143256" y="245364"/>
                </a:lnTo>
                <a:lnTo>
                  <a:pt x="143256" y="201168"/>
                </a:lnTo>
                <a:lnTo>
                  <a:pt x="143256" y="192024"/>
                </a:lnTo>
                <a:lnTo>
                  <a:pt x="143256" y="160020"/>
                </a:lnTo>
                <a:lnTo>
                  <a:pt x="150228" y="153924"/>
                </a:lnTo>
                <a:lnTo>
                  <a:pt x="155448" y="149352"/>
                </a:lnTo>
                <a:close/>
              </a:path>
              <a:path w="1114425" h="361314">
                <a:moveTo>
                  <a:pt x="170688" y="100584"/>
                </a:moveTo>
                <a:lnTo>
                  <a:pt x="170256" y="97536"/>
                </a:lnTo>
                <a:lnTo>
                  <a:pt x="169837" y="94640"/>
                </a:lnTo>
                <a:lnTo>
                  <a:pt x="169773" y="94488"/>
                </a:lnTo>
                <a:lnTo>
                  <a:pt x="167259" y="88392"/>
                </a:lnTo>
                <a:lnTo>
                  <a:pt x="129336" y="54991"/>
                </a:lnTo>
                <a:lnTo>
                  <a:pt x="117348" y="47244"/>
                </a:lnTo>
                <a:lnTo>
                  <a:pt x="114300" y="51816"/>
                </a:lnTo>
                <a:lnTo>
                  <a:pt x="120230" y="59436"/>
                </a:lnTo>
                <a:lnTo>
                  <a:pt x="126682" y="68770"/>
                </a:lnTo>
                <a:lnTo>
                  <a:pt x="133375" y="79463"/>
                </a:lnTo>
                <a:lnTo>
                  <a:pt x="140208" y="91440"/>
                </a:lnTo>
                <a:lnTo>
                  <a:pt x="24384" y="94488"/>
                </a:lnTo>
                <a:lnTo>
                  <a:pt x="32080" y="86779"/>
                </a:lnTo>
                <a:lnTo>
                  <a:pt x="41338" y="77343"/>
                </a:lnTo>
                <a:lnTo>
                  <a:pt x="52031" y="66205"/>
                </a:lnTo>
                <a:lnTo>
                  <a:pt x="64008" y="53340"/>
                </a:lnTo>
                <a:lnTo>
                  <a:pt x="75374" y="41935"/>
                </a:lnTo>
                <a:lnTo>
                  <a:pt x="86296" y="32956"/>
                </a:lnTo>
                <a:lnTo>
                  <a:pt x="96380" y="26555"/>
                </a:lnTo>
                <a:lnTo>
                  <a:pt x="105156" y="22860"/>
                </a:lnTo>
                <a:lnTo>
                  <a:pt x="77724" y="0"/>
                </a:lnTo>
                <a:lnTo>
                  <a:pt x="52870" y="43726"/>
                </a:lnTo>
                <a:lnTo>
                  <a:pt x="28295" y="73444"/>
                </a:lnTo>
                <a:lnTo>
                  <a:pt x="0" y="91440"/>
                </a:lnTo>
                <a:lnTo>
                  <a:pt x="15240" y="120396"/>
                </a:lnTo>
                <a:lnTo>
                  <a:pt x="52539" y="107975"/>
                </a:lnTo>
                <a:lnTo>
                  <a:pt x="112776" y="101346"/>
                </a:lnTo>
                <a:lnTo>
                  <a:pt x="129311" y="99593"/>
                </a:lnTo>
                <a:lnTo>
                  <a:pt x="143256" y="97536"/>
                </a:lnTo>
                <a:lnTo>
                  <a:pt x="146304" y="106680"/>
                </a:lnTo>
                <a:lnTo>
                  <a:pt x="149352" y="112776"/>
                </a:lnTo>
                <a:lnTo>
                  <a:pt x="150876" y="117348"/>
                </a:lnTo>
                <a:lnTo>
                  <a:pt x="150876" y="120396"/>
                </a:lnTo>
                <a:lnTo>
                  <a:pt x="152400" y="121920"/>
                </a:lnTo>
                <a:lnTo>
                  <a:pt x="155448" y="121920"/>
                </a:lnTo>
                <a:lnTo>
                  <a:pt x="158496" y="120396"/>
                </a:lnTo>
                <a:lnTo>
                  <a:pt x="167640" y="114300"/>
                </a:lnTo>
                <a:lnTo>
                  <a:pt x="169164" y="108204"/>
                </a:lnTo>
                <a:lnTo>
                  <a:pt x="170688" y="100584"/>
                </a:lnTo>
                <a:close/>
              </a:path>
              <a:path w="1114425" h="361314">
                <a:moveTo>
                  <a:pt x="335280" y="140208"/>
                </a:moveTo>
                <a:lnTo>
                  <a:pt x="316230" y="106299"/>
                </a:lnTo>
                <a:lnTo>
                  <a:pt x="313944" y="88392"/>
                </a:lnTo>
                <a:lnTo>
                  <a:pt x="307848" y="88392"/>
                </a:lnTo>
                <a:lnTo>
                  <a:pt x="307733" y="106299"/>
                </a:lnTo>
                <a:lnTo>
                  <a:pt x="307657" y="111061"/>
                </a:lnTo>
                <a:lnTo>
                  <a:pt x="307213" y="120332"/>
                </a:lnTo>
                <a:lnTo>
                  <a:pt x="306324" y="128016"/>
                </a:lnTo>
                <a:lnTo>
                  <a:pt x="306324" y="137160"/>
                </a:lnTo>
                <a:lnTo>
                  <a:pt x="300228" y="143256"/>
                </a:lnTo>
                <a:lnTo>
                  <a:pt x="237744" y="143256"/>
                </a:lnTo>
                <a:lnTo>
                  <a:pt x="227749" y="142354"/>
                </a:lnTo>
                <a:lnTo>
                  <a:pt x="220599" y="139446"/>
                </a:lnTo>
                <a:lnTo>
                  <a:pt x="216319" y="134264"/>
                </a:lnTo>
                <a:lnTo>
                  <a:pt x="214884" y="126492"/>
                </a:lnTo>
                <a:lnTo>
                  <a:pt x="214884" y="97536"/>
                </a:lnTo>
                <a:lnTo>
                  <a:pt x="233489" y="90995"/>
                </a:lnTo>
                <a:lnTo>
                  <a:pt x="236042" y="89916"/>
                </a:lnTo>
                <a:lnTo>
                  <a:pt x="252793" y="82867"/>
                </a:lnTo>
                <a:lnTo>
                  <a:pt x="272973" y="73329"/>
                </a:lnTo>
                <a:lnTo>
                  <a:pt x="294132" y="62484"/>
                </a:lnTo>
                <a:lnTo>
                  <a:pt x="307848" y="60960"/>
                </a:lnTo>
                <a:lnTo>
                  <a:pt x="284988" y="35052"/>
                </a:lnTo>
                <a:lnTo>
                  <a:pt x="272110" y="50482"/>
                </a:lnTo>
                <a:lnTo>
                  <a:pt x="256222" y="64770"/>
                </a:lnTo>
                <a:lnTo>
                  <a:pt x="237197" y="77914"/>
                </a:lnTo>
                <a:lnTo>
                  <a:pt x="214884" y="89916"/>
                </a:lnTo>
                <a:lnTo>
                  <a:pt x="214884" y="36576"/>
                </a:lnTo>
                <a:lnTo>
                  <a:pt x="228600" y="24384"/>
                </a:lnTo>
                <a:lnTo>
                  <a:pt x="193548" y="9144"/>
                </a:lnTo>
                <a:lnTo>
                  <a:pt x="194437" y="23723"/>
                </a:lnTo>
                <a:lnTo>
                  <a:pt x="194881" y="49149"/>
                </a:lnTo>
                <a:lnTo>
                  <a:pt x="194995" y="73329"/>
                </a:lnTo>
                <a:lnTo>
                  <a:pt x="195072" y="132588"/>
                </a:lnTo>
                <a:lnTo>
                  <a:pt x="197078" y="145478"/>
                </a:lnTo>
                <a:lnTo>
                  <a:pt x="203073" y="154495"/>
                </a:lnTo>
                <a:lnTo>
                  <a:pt x="213080" y="159816"/>
                </a:lnTo>
                <a:lnTo>
                  <a:pt x="227076" y="161544"/>
                </a:lnTo>
                <a:lnTo>
                  <a:pt x="291084" y="161544"/>
                </a:lnTo>
                <a:lnTo>
                  <a:pt x="307428" y="160147"/>
                </a:lnTo>
                <a:lnTo>
                  <a:pt x="320040" y="156019"/>
                </a:lnTo>
                <a:lnTo>
                  <a:pt x="329234" y="149339"/>
                </a:lnTo>
                <a:lnTo>
                  <a:pt x="333260" y="143256"/>
                </a:lnTo>
                <a:lnTo>
                  <a:pt x="335280" y="140208"/>
                </a:lnTo>
                <a:close/>
              </a:path>
              <a:path w="1114425" h="361314">
                <a:moveTo>
                  <a:pt x="339852" y="323088"/>
                </a:moveTo>
                <a:lnTo>
                  <a:pt x="320992" y="287845"/>
                </a:lnTo>
                <a:lnTo>
                  <a:pt x="318516" y="265176"/>
                </a:lnTo>
                <a:lnTo>
                  <a:pt x="312420" y="265176"/>
                </a:lnTo>
                <a:lnTo>
                  <a:pt x="312191" y="276326"/>
                </a:lnTo>
                <a:lnTo>
                  <a:pt x="311658" y="286893"/>
                </a:lnTo>
                <a:lnTo>
                  <a:pt x="311137" y="296900"/>
                </a:lnTo>
                <a:lnTo>
                  <a:pt x="310896" y="306324"/>
                </a:lnTo>
                <a:lnTo>
                  <a:pt x="309753" y="315239"/>
                </a:lnTo>
                <a:lnTo>
                  <a:pt x="306324" y="321564"/>
                </a:lnTo>
                <a:lnTo>
                  <a:pt x="300609" y="325615"/>
                </a:lnTo>
                <a:lnTo>
                  <a:pt x="292608" y="327660"/>
                </a:lnTo>
                <a:lnTo>
                  <a:pt x="233172" y="327660"/>
                </a:lnTo>
                <a:lnTo>
                  <a:pt x="223177" y="327088"/>
                </a:lnTo>
                <a:lnTo>
                  <a:pt x="216027" y="323088"/>
                </a:lnTo>
                <a:lnTo>
                  <a:pt x="211747" y="315658"/>
                </a:lnTo>
                <a:lnTo>
                  <a:pt x="210312" y="304800"/>
                </a:lnTo>
                <a:lnTo>
                  <a:pt x="210312" y="266700"/>
                </a:lnTo>
                <a:lnTo>
                  <a:pt x="229997" y="257556"/>
                </a:lnTo>
                <a:lnTo>
                  <a:pt x="231228" y="256984"/>
                </a:lnTo>
                <a:lnTo>
                  <a:pt x="252984" y="246126"/>
                </a:lnTo>
                <a:lnTo>
                  <a:pt x="275894" y="234124"/>
                </a:lnTo>
                <a:lnTo>
                  <a:pt x="300228" y="220980"/>
                </a:lnTo>
                <a:lnTo>
                  <a:pt x="313944" y="220980"/>
                </a:lnTo>
                <a:lnTo>
                  <a:pt x="289560" y="192024"/>
                </a:lnTo>
                <a:lnTo>
                  <a:pt x="275259" y="209765"/>
                </a:lnTo>
                <a:lnTo>
                  <a:pt x="257365" y="226504"/>
                </a:lnTo>
                <a:lnTo>
                  <a:pt x="235775" y="242392"/>
                </a:lnTo>
                <a:lnTo>
                  <a:pt x="210312" y="257556"/>
                </a:lnTo>
                <a:lnTo>
                  <a:pt x="210312" y="208788"/>
                </a:lnTo>
                <a:lnTo>
                  <a:pt x="224028" y="198120"/>
                </a:lnTo>
                <a:lnTo>
                  <a:pt x="188976" y="181356"/>
                </a:lnTo>
                <a:lnTo>
                  <a:pt x="190258" y="220980"/>
                </a:lnTo>
                <a:lnTo>
                  <a:pt x="190500" y="318516"/>
                </a:lnTo>
                <a:lnTo>
                  <a:pt x="193382" y="330517"/>
                </a:lnTo>
                <a:lnTo>
                  <a:pt x="199834" y="339090"/>
                </a:lnTo>
                <a:lnTo>
                  <a:pt x="210007" y="344233"/>
                </a:lnTo>
                <a:lnTo>
                  <a:pt x="224028" y="345948"/>
                </a:lnTo>
                <a:lnTo>
                  <a:pt x="294132" y="345948"/>
                </a:lnTo>
                <a:lnTo>
                  <a:pt x="311569" y="343662"/>
                </a:lnTo>
                <a:lnTo>
                  <a:pt x="324993" y="339090"/>
                </a:lnTo>
                <a:lnTo>
                  <a:pt x="334429" y="332232"/>
                </a:lnTo>
                <a:lnTo>
                  <a:pt x="337146" y="327660"/>
                </a:lnTo>
                <a:lnTo>
                  <a:pt x="339852" y="323088"/>
                </a:lnTo>
                <a:close/>
              </a:path>
              <a:path w="1114425" h="361314">
                <a:moveTo>
                  <a:pt x="583692" y="126492"/>
                </a:moveTo>
                <a:lnTo>
                  <a:pt x="557784" y="100584"/>
                </a:lnTo>
                <a:lnTo>
                  <a:pt x="541020" y="117348"/>
                </a:lnTo>
                <a:lnTo>
                  <a:pt x="522732" y="117348"/>
                </a:lnTo>
                <a:lnTo>
                  <a:pt x="533019" y="105346"/>
                </a:lnTo>
                <a:lnTo>
                  <a:pt x="543306" y="92202"/>
                </a:lnTo>
                <a:lnTo>
                  <a:pt x="553593" y="77914"/>
                </a:lnTo>
                <a:lnTo>
                  <a:pt x="563880" y="62484"/>
                </a:lnTo>
                <a:lnTo>
                  <a:pt x="577596" y="57912"/>
                </a:lnTo>
                <a:lnTo>
                  <a:pt x="550164" y="35052"/>
                </a:lnTo>
                <a:lnTo>
                  <a:pt x="547331" y="42252"/>
                </a:lnTo>
                <a:lnTo>
                  <a:pt x="543496" y="50292"/>
                </a:lnTo>
                <a:lnTo>
                  <a:pt x="518541" y="93154"/>
                </a:lnTo>
                <a:lnTo>
                  <a:pt x="501396" y="117348"/>
                </a:lnTo>
                <a:lnTo>
                  <a:pt x="481584" y="117348"/>
                </a:lnTo>
                <a:lnTo>
                  <a:pt x="481584" y="74676"/>
                </a:lnTo>
                <a:lnTo>
                  <a:pt x="530352" y="74676"/>
                </a:lnTo>
                <a:lnTo>
                  <a:pt x="507492" y="51816"/>
                </a:lnTo>
                <a:lnTo>
                  <a:pt x="493776" y="65532"/>
                </a:lnTo>
                <a:lnTo>
                  <a:pt x="481584" y="65532"/>
                </a:lnTo>
                <a:lnTo>
                  <a:pt x="481584" y="28956"/>
                </a:lnTo>
                <a:lnTo>
                  <a:pt x="493776" y="18288"/>
                </a:lnTo>
                <a:lnTo>
                  <a:pt x="460248" y="1524"/>
                </a:lnTo>
                <a:lnTo>
                  <a:pt x="461721" y="45872"/>
                </a:lnTo>
                <a:lnTo>
                  <a:pt x="461772" y="65532"/>
                </a:lnTo>
                <a:lnTo>
                  <a:pt x="399288" y="65532"/>
                </a:lnTo>
                <a:lnTo>
                  <a:pt x="411480" y="77724"/>
                </a:lnTo>
                <a:lnTo>
                  <a:pt x="425196" y="74676"/>
                </a:lnTo>
                <a:lnTo>
                  <a:pt x="461772" y="74676"/>
                </a:lnTo>
                <a:lnTo>
                  <a:pt x="461772" y="117348"/>
                </a:lnTo>
                <a:lnTo>
                  <a:pt x="376428" y="117348"/>
                </a:lnTo>
                <a:lnTo>
                  <a:pt x="388620" y="129540"/>
                </a:lnTo>
                <a:lnTo>
                  <a:pt x="402336" y="126492"/>
                </a:lnTo>
                <a:lnTo>
                  <a:pt x="495300" y="126492"/>
                </a:lnTo>
                <a:lnTo>
                  <a:pt x="487299" y="137375"/>
                </a:lnTo>
                <a:lnTo>
                  <a:pt x="479298" y="147256"/>
                </a:lnTo>
                <a:lnTo>
                  <a:pt x="471297" y="156286"/>
                </a:lnTo>
                <a:lnTo>
                  <a:pt x="463296" y="164592"/>
                </a:lnTo>
                <a:lnTo>
                  <a:pt x="400812" y="164592"/>
                </a:lnTo>
                <a:lnTo>
                  <a:pt x="413004" y="176784"/>
                </a:lnTo>
                <a:lnTo>
                  <a:pt x="426720" y="173736"/>
                </a:lnTo>
                <a:lnTo>
                  <a:pt x="455676" y="173736"/>
                </a:lnTo>
                <a:lnTo>
                  <a:pt x="436041" y="191173"/>
                </a:lnTo>
                <a:lnTo>
                  <a:pt x="416242" y="206883"/>
                </a:lnTo>
                <a:lnTo>
                  <a:pt x="396748" y="220891"/>
                </a:lnTo>
                <a:lnTo>
                  <a:pt x="377952" y="233172"/>
                </a:lnTo>
                <a:lnTo>
                  <a:pt x="382524" y="237744"/>
                </a:lnTo>
                <a:lnTo>
                  <a:pt x="409727" y="222605"/>
                </a:lnTo>
                <a:lnTo>
                  <a:pt x="434340" y="206883"/>
                </a:lnTo>
                <a:lnTo>
                  <a:pt x="456679" y="190601"/>
                </a:lnTo>
                <a:lnTo>
                  <a:pt x="477012" y="173736"/>
                </a:lnTo>
                <a:lnTo>
                  <a:pt x="519684" y="173736"/>
                </a:lnTo>
                <a:lnTo>
                  <a:pt x="486156" y="210312"/>
                </a:lnTo>
                <a:lnTo>
                  <a:pt x="473964" y="202692"/>
                </a:lnTo>
                <a:lnTo>
                  <a:pt x="474853" y="215861"/>
                </a:lnTo>
                <a:lnTo>
                  <a:pt x="475297" y="228028"/>
                </a:lnTo>
                <a:lnTo>
                  <a:pt x="475424" y="236105"/>
                </a:lnTo>
                <a:lnTo>
                  <a:pt x="475488" y="249936"/>
                </a:lnTo>
                <a:lnTo>
                  <a:pt x="443255" y="255943"/>
                </a:lnTo>
                <a:lnTo>
                  <a:pt x="417576" y="260223"/>
                </a:lnTo>
                <a:lnTo>
                  <a:pt x="398767" y="262801"/>
                </a:lnTo>
                <a:lnTo>
                  <a:pt x="387096" y="263652"/>
                </a:lnTo>
                <a:lnTo>
                  <a:pt x="402336" y="291084"/>
                </a:lnTo>
                <a:lnTo>
                  <a:pt x="408622" y="285940"/>
                </a:lnTo>
                <a:lnTo>
                  <a:pt x="422910" y="279654"/>
                </a:lnTo>
                <a:lnTo>
                  <a:pt x="445198" y="272224"/>
                </a:lnTo>
                <a:lnTo>
                  <a:pt x="475488" y="263652"/>
                </a:lnTo>
                <a:lnTo>
                  <a:pt x="475488" y="326136"/>
                </a:lnTo>
                <a:lnTo>
                  <a:pt x="473964" y="329184"/>
                </a:lnTo>
                <a:lnTo>
                  <a:pt x="469392" y="330708"/>
                </a:lnTo>
                <a:lnTo>
                  <a:pt x="464235" y="331279"/>
                </a:lnTo>
                <a:lnTo>
                  <a:pt x="455485" y="330708"/>
                </a:lnTo>
                <a:lnTo>
                  <a:pt x="443039" y="328993"/>
                </a:lnTo>
                <a:lnTo>
                  <a:pt x="426720" y="326136"/>
                </a:lnTo>
                <a:lnTo>
                  <a:pt x="426720" y="332232"/>
                </a:lnTo>
                <a:lnTo>
                  <a:pt x="442747" y="338264"/>
                </a:lnTo>
                <a:lnTo>
                  <a:pt x="454342" y="344995"/>
                </a:lnTo>
                <a:lnTo>
                  <a:pt x="461657" y="352602"/>
                </a:lnTo>
                <a:lnTo>
                  <a:pt x="464820" y="361188"/>
                </a:lnTo>
                <a:lnTo>
                  <a:pt x="477951" y="355498"/>
                </a:lnTo>
                <a:lnTo>
                  <a:pt x="487489" y="347662"/>
                </a:lnTo>
                <a:lnTo>
                  <a:pt x="493331" y="337832"/>
                </a:lnTo>
                <a:lnTo>
                  <a:pt x="494436" y="331279"/>
                </a:lnTo>
                <a:lnTo>
                  <a:pt x="495300" y="326136"/>
                </a:lnTo>
                <a:lnTo>
                  <a:pt x="495300" y="263652"/>
                </a:lnTo>
                <a:lnTo>
                  <a:pt x="495300" y="259080"/>
                </a:lnTo>
                <a:lnTo>
                  <a:pt x="540588" y="246888"/>
                </a:lnTo>
                <a:lnTo>
                  <a:pt x="574548" y="237744"/>
                </a:lnTo>
                <a:lnTo>
                  <a:pt x="573024" y="231648"/>
                </a:lnTo>
                <a:lnTo>
                  <a:pt x="495300" y="246888"/>
                </a:lnTo>
                <a:lnTo>
                  <a:pt x="495300" y="233172"/>
                </a:lnTo>
                <a:lnTo>
                  <a:pt x="507492" y="224028"/>
                </a:lnTo>
                <a:lnTo>
                  <a:pt x="492252" y="213360"/>
                </a:lnTo>
                <a:lnTo>
                  <a:pt x="495871" y="210312"/>
                </a:lnTo>
                <a:lnTo>
                  <a:pt x="510209" y="198196"/>
                </a:lnTo>
                <a:lnTo>
                  <a:pt x="527304" y="186880"/>
                </a:lnTo>
                <a:lnTo>
                  <a:pt x="543267" y="179285"/>
                </a:lnTo>
                <a:lnTo>
                  <a:pt x="557784" y="175260"/>
                </a:lnTo>
                <a:lnTo>
                  <a:pt x="556361" y="173736"/>
                </a:lnTo>
                <a:lnTo>
                  <a:pt x="534924" y="150876"/>
                </a:lnTo>
                <a:lnTo>
                  <a:pt x="521208" y="164592"/>
                </a:lnTo>
                <a:lnTo>
                  <a:pt x="484632" y="164592"/>
                </a:lnTo>
                <a:lnTo>
                  <a:pt x="518160" y="126492"/>
                </a:lnTo>
                <a:lnTo>
                  <a:pt x="583692" y="126492"/>
                </a:lnTo>
                <a:close/>
              </a:path>
              <a:path w="1114425" h="361314">
                <a:moveTo>
                  <a:pt x="733044" y="332232"/>
                </a:moveTo>
                <a:lnTo>
                  <a:pt x="710742" y="323926"/>
                </a:lnTo>
                <a:lnTo>
                  <a:pt x="689419" y="310324"/>
                </a:lnTo>
                <a:lnTo>
                  <a:pt x="668972" y="291299"/>
                </a:lnTo>
                <a:lnTo>
                  <a:pt x="661466" y="281940"/>
                </a:lnTo>
                <a:lnTo>
                  <a:pt x="649224" y="266700"/>
                </a:lnTo>
                <a:lnTo>
                  <a:pt x="677037" y="199072"/>
                </a:lnTo>
                <a:lnTo>
                  <a:pt x="686523" y="155473"/>
                </a:lnTo>
                <a:lnTo>
                  <a:pt x="693420" y="105156"/>
                </a:lnTo>
                <a:lnTo>
                  <a:pt x="731520" y="105156"/>
                </a:lnTo>
                <a:lnTo>
                  <a:pt x="722376" y="96012"/>
                </a:lnTo>
                <a:lnTo>
                  <a:pt x="704088" y="77724"/>
                </a:lnTo>
                <a:lnTo>
                  <a:pt x="685800" y="96012"/>
                </a:lnTo>
                <a:lnTo>
                  <a:pt x="672084" y="96012"/>
                </a:lnTo>
                <a:lnTo>
                  <a:pt x="672084" y="105156"/>
                </a:lnTo>
                <a:lnTo>
                  <a:pt x="667499" y="146621"/>
                </a:lnTo>
                <a:lnTo>
                  <a:pt x="660463" y="184213"/>
                </a:lnTo>
                <a:lnTo>
                  <a:pt x="650875" y="218109"/>
                </a:lnTo>
                <a:lnTo>
                  <a:pt x="638556" y="248412"/>
                </a:lnTo>
                <a:lnTo>
                  <a:pt x="629462" y="225247"/>
                </a:lnTo>
                <a:lnTo>
                  <a:pt x="620649" y="196786"/>
                </a:lnTo>
                <a:lnTo>
                  <a:pt x="612419" y="162902"/>
                </a:lnTo>
                <a:lnTo>
                  <a:pt x="606463" y="131064"/>
                </a:lnTo>
                <a:lnTo>
                  <a:pt x="605028" y="123444"/>
                </a:lnTo>
                <a:lnTo>
                  <a:pt x="612648" y="105156"/>
                </a:lnTo>
                <a:lnTo>
                  <a:pt x="672084" y="105156"/>
                </a:lnTo>
                <a:lnTo>
                  <a:pt x="672084" y="96012"/>
                </a:lnTo>
                <a:lnTo>
                  <a:pt x="615696" y="96012"/>
                </a:lnTo>
                <a:lnTo>
                  <a:pt x="621411" y="81203"/>
                </a:lnTo>
                <a:lnTo>
                  <a:pt x="627126" y="64389"/>
                </a:lnTo>
                <a:lnTo>
                  <a:pt x="632841" y="45872"/>
                </a:lnTo>
                <a:lnTo>
                  <a:pt x="638556" y="25908"/>
                </a:lnTo>
                <a:lnTo>
                  <a:pt x="652272" y="16764"/>
                </a:lnTo>
                <a:lnTo>
                  <a:pt x="617220" y="0"/>
                </a:lnTo>
                <a:lnTo>
                  <a:pt x="606412" y="58635"/>
                </a:lnTo>
                <a:lnTo>
                  <a:pt x="592455" y="111252"/>
                </a:lnTo>
                <a:lnTo>
                  <a:pt x="575652" y="158165"/>
                </a:lnTo>
                <a:lnTo>
                  <a:pt x="556260" y="199644"/>
                </a:lnTo>
                <a:lnTo>
                  <a:pt x="560832" y="202692"/>
                </a:lnTo>
                <a:lnTo>
                  <a:pt x="572820" y="186143"/>
                </a:lnTo>
                <a:lnTo>
                  <a:pt x="583501" y="168592"/>
                </a:lnTo>
                <a:lnTo>
                  <a:pt x="592772" y="150190"/>
                </a:lnTo>
                <a:lnTo>
                  <a:pt x="600456" y="131064"/>
                </a:lnTo>
                <a:lnTo>
                  <a:pt x="603885" y="166814"/>
                </a:lnTo>
                <a:lnTo>
                  <a:pt x="609600" y="200977"/>
                </a:lnTo>
                <a:lnTo>
                  <a:pt x="617601" y="233730"/>
                </a:lnTo>
                <a:lnTo>
                  <a:pt x="627888" y="265176"/>
                </a:lnTo>
                <a:lnTo>
                  <a:pt x="603338" y="293801"/>
                </a:lnTo>
                <a:lnTo>
                  <a:pt x="575500" y="318135"/>
                </a:lnTo>
                <a:lnTo>
                  <a:pt x="544525" y="338480"/>
                </a:lnTo>
                <a:lnTo>
                  <a:pt x="510540" y="355092"/>
                </a:lnTo>
                <a:lnTo>
                  <a:pt x="513588" y="359664"/>
                </a:lnTo>
                <a:lnTo>
                  <a:pt x="548741" y="345376"/>
                </a:lnTo>
                <a:lnTo>
                  <a:pt x="581025" y="327660"/>
                </a:lnTo>
                <a:lnTo>
                  <a:pt x="610463" y="306514"/>
                </a:lnTo>
                <a:lnTo>
                  <a:pt x="637032" y="281940"/>
                </a:lnTo>
                <a:lnTo>
                  <a:pt x="652449" y="303644"/>
                </a:lnTo>
                <a:lnTo>
                  <a:pt x="668845" y="322897"/>
                </a:lnTo>
                <a:lnTo>
                  <a:pt x="686117" y="339598"/>
                </a:lnTo>
                <a:lnTo>
                  <a:pt x="704088" y="353568"/>
                </a:lnTo>
                <a:lnTo>
                  <a:pt x="707758" y="346697"/>
                </a:lnTo>
                <a:lnTo>
                  <a:pt x="713994" y="341947"/>
                </a:lnTo>
                <a:lnTo>
                  <a:pt x="722528" y="339217"/>
                </a:lnTo>
                <a:lnTo>
                  <a:pt x="733044" y="338328"/>
                </a:lnTo>
                <a:lnTo>
                  <a:pt x="733044" y="332232"/>
                </a:lnTo>
                <a:close/>
              </a:path>
              <a:path w="1114425" h="361314">
                <a:moveTo>
                  <a:pt x="1114056" y="169176"/>
                </a:moveTo>
                <a:lnTo>
                  <a:pt x="1080528" y="134124"/>
                </a:lnTo>
                <a:lnTo>
                  <a:pt x="1050048" y="160032"/>
                </a:lnTo>
                <a:lnTo>
                  <a:pt x="765060" y="160032"/>
                </a:lnTo>
                <a:lnTo>
                  <a:pt x="780300" y="173748"/>
                </a:lnTo>
                <a:lnTo>
                  <a:pt x="788873" y="171742"/>
                </a:lnTo>
                <a:lnTo>
                  <a:pt x="798588" y="170319"/>
                </a:lnTo>
                <a:lnTo>
                  <a:pt x="809447" y="169456"/>
                </a:lnTo>
                <a:lnTo>
                  <a:pt x="821448" y="169176"/>
                </a:lnTo>
                <a:lnTo>
                  <a:pt x="1114056" y="16917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" name="object 54"/>
          <p:cNvSpPr/>
          <p:nvPr/>
        </p:nvSpPr>
        <p:spPr>
          <a:xfrm>
            <a:off x="8840723" y="5419344"/>
            <a:ext cx="287020" cy="349250"/>
          </a:xfrm>
          <a:custGeom>
            <a:avLst/>
            <a:gdLst/>
            <a:ahLst/>
            <a:cxnLst/>
            <a:rect l="l" t="t" r="r" b="b"/>
            <a:pathLst>
              <a:path w="287020" h="349250">
                <a:moveTo>
                  <a:pt x="71628" y="74676"/>
                </a:moveTo>
                <a:lnTo>
                  <a:pt x="65532" y="74676"/>
                </a:lnTo>
                <a:lnTo>
                  <a:pt x="62484" y="70104"/>
                </a:lnTo>
                <a:lnTo>
                  <a:pt x="60960" y="59436"/>
                </a:lnTo>
                <a:lnTo>
                  <a:pt x="56364" y="47410"/>
                </a:lnTo>
                <a:lnTo>
                  <a:pt x="49339" y="34099"/>
                </a:lnTo>
                <a:lnTo>
                  <a:pt x="39743" y="19359"/>
                </a:lnTo>
                <a:lnTo>
                  <a:pt x="27432" y="3048"/>
                </a:lnTo>
                <a:lnTo>
                  <a:pt x="30480" y="0"/>
                </a:lnTo>
                <a:lnTo>
                  <a:pt x="65913" y="19431"/>
                </a:lnTo>
                <a:lnTo>
                  <a:pt x="85344" y="44196"/>
                </a:lnTo>
                <a:lnTo>
                  <a:pt x="85344" y="53340"/>
                </a:lnTo>
                <a:lnTo>
                  <a:pt x="83820" y="59436"/>
                </a:lnTo>
                <a:lnTo>
                  <a:pt x="74676" y="71628"/>
                </a:lnTo>
                <a:lnTo>
                  <a:pt x="71628" y="74676"/>
                </a:lnTo>
                <a:close/>
              </a:path>
              <a:path w="287020" h="349250">
                <a:moveTo>
                  <a:pt x="0" y="348996"/>
                </a:moveTo>
                <a:lnTo>
                  <a:pt x="281" y="328636"/>
                </a:lnTo>
                <a:lnTo>
                  <a:pt x="762" y="302323"/>
                </a:lnTo>
                <a:lnTo>
                  <a:pt x="1285" y="263056"/>
                </a:lnTo>
                <a:lnTo>
                  <a:pt x="1524" y="213360"/>
                </a:lnTo>
                <a:lnTo>
                  <a:pt x="1285" y="163020"/>
                </a:lnTo>
                <a:lnTo>
                  <a:pt x="762" y="121539"/>
                </a:lnTo>
                <a:lnTo>
                  <a:pt x="238" y="88630"/>
                </a:lnTo>
                <a:lnTo>
                  <a:pt x="0" y="64008"/>
                </a:lnTo>
                <a:lnTo>
                  <a:pt x="36576" y="82296"/>
                </a:lnTo>
                <a:lnTo>
                  <a:pt x="24384" y="92964"/>
                </a:lnTo>
                <a:lnTo>
                  <a:pt x="24407" y="306395"/>
                </a:lnTo>
                <a:lnTo>
                  <a:pt x="24574" y="317944"/>
                </a:lnTo>
                <a:lnTo>
                  <a:pt x="25026" y="328636"/>
                </a:lnTo>
                <a:lnTo>
                  <a:pt x="25908" y="338328"/>
                </a:lnTo>
                <a:lnTo>
                  <a:pt x="0" y="348996"/>
                </a:lnTo>
                <a:close/>
              </a:path>
              <a:path w="287020" h="349250">
                <a:moveTo>
                  <a:pt x="131064" y="54864"/>
                </a:moveTo>
                <a:lnTo>
                  <a:pt x="117348" y="41148"/>
                </a:lnTo>
                <a:lnTo>
                  <a:pt x="248411" y="41148"/>
                </a:lnTo>
                <a:lnTo>
                  <a:pt x="259080" y="25908"/>
                </a:lnTo>
                <a:lnTo>
                  <a:pt x="286511" y="45720"/>
                </a:lnTo>
                <a:lnTo>
                  <a:pt x="281286" y="50292"/>
                </a:lnTo>
                <a:lnTo>
                  <a:pt x="167640" y="50292"/>
                </a:lnTo>
                <a:lnTo>
                  <a:pt x="157638" y="50577"/>
                </a:lnTo>
                <a:lnTo>
                  <a:pt x="148209" y="51435"/>
                </a:lnTo>
                <a:lnTo>
                  <a:pt x="139350" y="52863"/>
                </a:lnTo>
                <a:lnTo>
                  <a:pt x="131064" y="54864"/>
                </a:lnTo>
                <a:close/>
              </a:path>
              <a:path w="287020" h="349250">
                <a:moveTo>
                  <a:pt x="273957" y="310895"/>
                </a:moveTo>
                <a:lnTo>
                  <a:pt x="234696" y="310895"/>
                </a:lnTo>
                <a:lnTo>
                  <a:pt x="242458" y="310610"/>
                </a:lnTo>
                <a:lnTo>
                  <a:pt x="247650" y="307467"/>
                </a:lnTo>
                <a:lnTo>
                  <a:pt x="250555" y="301466"/>
                </a:lnTo>
                <a:lnTo>
                  <a:pt x="251460" y="292607"/>
                </a:lnTo>
                <a:lnTo>
                  <a:pt x="251460" y="50292"/>
                </a:lnTo>
                <a:lnTo>
                  <a:pt x="281286" y="50292"/>
                </a:lnTo>
                <a:lnTo>
                  <a:pt x="274320" y="56388"/>
                </a:lnTo>
                <a:lnTo>
                  <a:pt x="274277" y="301466"/>
                </a:lnTo>
                <a:lnTo>
                  <a:pt x="273957" y="310895"/>
                </a:lnTo>
                <a:close/>
              </a:path>
              <a:path w="287020" h="349250">
                <a:moveTo>
                  <a:pt x="237744" y="348996"/>
                </a:moveTo>
                <a:lnTo>
                  <a:pt x="234600" y="337280"/>
                </a:lnTo>
                <a:lnTo>
                  <a:pt x="225171" y="327279"/>
                </a:lnTo>
                <a:lnTo>
                  <a:pt x="209454" y="318992"/>
                </a:lnTo>
                <a:lnTo>
                  <a:pt x="187452" y="312419"/>
                </a:lnTo>
                <a:lnTo>
                  <a:pt x="187452" y="306324"/>
                </a:lnTo>
                <a:lnTo>
                  <a:pt x="201691" y="307467"/>
                </a:lnTo>
                <a:lnTo>
                  <a:pt x="214503" y="308610"/>
                </a:lnTo>
                <a:lnTo>
                  <a:pt x="225599" y="309753"/>
                </a:lnTo>
                <a:lnTo>
                  <a:pt x="234696" y="310895"/>
                </a:lnTo>
                <a:lnTo>
                  <a:pt x="273957" y="310895"/>
                </a:lnTo>
                <a:lnTo>
                  <a:pt x="273748" y="317063"/>
                </a:lnTo>
                <a:lnTo>
                  <a:pt x="267462" y="330898"/>
                </a:lnTo>
                <a:lnTo>
                  <a:pt x="255460" y="341590"/>
                </a:lnTo>
                <a:lnTo>
                  <a:pt x="237744" y="34899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" name="object 55"/>
          <p:cNvSpPr/>
          <p:nvPr/>
        </p:nvSpPr>
        <p:spPr>
          <a:xfrm>
            <a:off x="9186659" y="5420880"/>
            <a:ext cx="756285" cy="353695"/>
          </a:xfrm>
          <a:custGeom>
            <a:avLst/>
            <a:gdLst/>
            <a:ahLst/>
            <a:cxnLst/>
            <a:rect l="l" t="t" r="r" b="b"/>
            <a:pathLst>
              <a:path w="756284" h="353695">
                <a:moveTo>
                  <a:pt x="86868" y="56375"/>
                </a:moveTo>
                <a:lnTo>
                  <a:pt x="59245" y="19989"/>
                </a:lnTo>
                <a:lnTo>
                  <a:pt x="32004" y="6083"/>
                </a:lnTo>
                <a:lnTo>
                  <a:pt x="28956" y="10655"/>
                </a:lnTo>
                <a:lnTo>
                  <a:pt x="40411" y="23799"/>
                </a:lnTo>
                <a:lnTo>
                  <a:pt x="49720" y="35801"/>
                </a:lnTo>
                <a:lnTo>
                  <a:pt x="57035" y="46659"/>
                </a:lnTo>
                <a:lnTo>
                  <a:pt x="62484" y="56375"/>
                </a:lnTo>
                <a:lnTo>
                  <a:pt x="65532" y="65519"/>
                </a:lnTo>
                <a:lnTo>
                  <a:pt x="68580" y="70091"/>
                </a:lnTo>
                <a:lnTo>
                  <a:pt x="74676" y="70091"/>
                </a:lnTo>
                <a:lnTo>
                  <a:pt x="77724" y="68567"/>
                </a:lnTo>
                <a:lnTo>
                  <a:pt x="85344" y="60947"/>
                </a:lnTo>
                <a:lnTo>
                  <a:pt x="86868" y="56375"/>
                </a:lnTo>
                <a:close/>
              </a:path>
              <a:path w="756284" h="353695">
                <a:moveTo>
                  <a:pt x="146304" y="228587"/>
                </a:moveTo>
                <a:lnTo>
                  <a:pt x="141732" y="224015"/>
                </a:lnTo>
                <a:lnTo>
                  <a:pt x="73152" y="280403"/>
                </a:lnTo>
                <a:lnTo>
                  <a:pt x="73152" y="141719"/>
                </a:lnTo>
                <a:lnTo>
                  <a:pt x="80772" y="134099"/>
                </a:lnTo>
                <a:lnTo>
                  <a:pt x="85344" y="129527"/>
                </a:lnTo>
                <a:lnTo>
                  <a:pt x="60960" y="109715"/>
                </a:lnTo>
                <a:lnTo>
                  <a:pt x="50292" y="124955"/>
                </a:lnTo>
                <a:lnTo>
                  <a:pt x="0" y="124955"/>
                </a:lnTo>
                <a:lnTo>
                  <a:pt x="13716" y="138671"/>
                </a:lnTo>
                <a:lnTo>
                  <a:pt x="21463" y="136677"/>
                </a:lnTo>
                <a:lnTo>
                  <a:pt x="28765" y="135242"/>
                </a:lnTo>
                <a:lnTo>
                  <a:pt x="35801" y="134391"/>
                </a:lnTo>
                <a:lnTo>
                  <a:pt x="42672" y="134099"/>
                </a:lnTo>
                <a:lnTo>
                  <a:pt x="53340" y="134099"/>
                </a:lnTo>
                <a:lnTo>
                  <a:pt x="53238" y="270497"/>
                </a:lnTo>
                <a:lnTo>
                  <a:pt x="47244" y="300215"/>
                </a:lnTo>
                <a:lnTo>
                  <a:pt x="67056" y="321551"/>
                </a:lnTo>
                <a:lnTo>
                  <a:pt x="71348" y="314121"/>
                </a:lnTo>
                <a:lnTo>
                  <a:pt x="77343" y="305549"/>
                </a:lnTo>
                <a:lnTo>
                  <a:pt x="85064" y="295833"/>
                </a:lnTo>
                <a:lnTo>
                  <a:pt x="94488" y="284975"/>
                </a:lnTo>
                <a:lnTo>
                  <a:pt x="98323" y="280403"/>
                </a:lnTo>
                <a:lnTo>
                  <a:pt x="104736" y="272745"/>
                </a:lnTo>
                <a:lnTo>
                  <a:pt x="116967" y="259067"/>
                </a:lnTo>
                <a:lnTo>
                  <a:pt x="130924" y="244259"/>
                </a:lnTo>
                <a:lnTo>
                  <a:pt x="146304" y="228587"/>
                </a:lnTo>
                <a:close/>
              </a:path>
              <a:path w="756284" h="353695">
                <a:moveTo>
                  <a:pt x="361188" y="301739"/>
                </a:moveTo>
                <a:lnTo>
                  <a:pt x="325170" y="287528"/>
                </a:lnTo>
                <a:lnTo>
                  <a:pt x="294703" y="265734"/>
                </a:lnTo>
                <a:lnTo>
                  <a:pt x="269697" y="236829"/>
                </a:lnTo>
                <a:lnTo>
                  <a:pt x="249936" y="201155"/>
                </a:lnTo>
                <a:lnTo>
                  <a:pt x="359664" y="201155"/>
                </a:lnTo>
                <a:lnTo>
                  <a:pt x="332232" y="172199"/>
                </a:lnTo>
                <a:lnTo>
                  <a:pt x="310896" y="192011"/>
                </a:lnTo>
                <a:lnTo>
                  <a:pt x="239268" y="192011"/>
                </a:lnTo>
                <a:lnTo>
                  <a:pt x="239268" y="144767"/>
                </a:lnTo>
                <a:lnTo>
                  <a:pt x="297180" y="144767"/>
                </a:lnTo>
                <a:lnTo>
                  <a:pt x="297180" y="160007"/>
                </a:lnTo>
                <a:lnTo>
                  <a:pt x="318516" y="150863"/>
                </a:lnTo>
                <a:lnTo>
                  <a:pt x="318452" y="144767"/>
                </a:lnTo>
                <a:lnTo>
                  <a:pt x="318325" y="134099"/>
                </a:lnTo>
                <a:lnTo>
                  <a:pt x="318287" y="130556"/>
                </a:lnTo>
                <a:lnTo>
                  <a:pt x="317754" y="103809"/>
                </a:lnTo>
                <a:lnTo>
                  <a:pt x="317474" y="85331"/>
                </a:lnTo>
                <a:lnTo>
                  <a:pt x="317322" y="76187"/>
                </a:lnTo>
                <a:lnTo>
                  <a:pt x="317207" y="65519"/>
                </a:lnTo>
                <a:lnTo>
                  <a:pt x="316992" y="30467"/>
                </a:lnTo>
                <a:lnTo>
                  <a:pt x="325120" y="24371"/>
                </a:lnTo>
                <a:lnTo>
                  <a:pt x="329184" y="21323"/>
                </a:lnTo>
                <a:lnTo>
                  <a:pt x="322160" y="15227"/>
                </a:lnTo>
                <a:lnTo>
                  <a:pt x="306324" y="1511"/>
                </a:lnTo>
                <a:lnTo>
                  <a:pt x="297180" y="11798"/>
                </a:lnTo>
                <a:lnTo>
                  <a:pt x="297180" y="24371"/>
                </a:lnTo>
                <a:lnTo>
                  <a:pt x="297180" y="76187"/>
                </a:lnTo>
                <a:lnTo>
                  <a:pt x="297180" y="85331"/>
                </a:lnTo>
                <a:lnTo>
                  <a:pt x="297180" y="134099"/>
                </a:lnTo>
                <a:lnTo>
                  <a:pt x="239268" y="134099"/>
                </a:lnTo>
                <a:lnTo>
                  <a:pt x="239268" y="85331"/>
                </a:lnTo>
                <a:lnTo>
                  <a:pt x="297180" y="85331"/>
                </a:lnTo>
                <a:lnTo>
                  <a:pt x="297180" y="76187"/>
                </a:lnTo>
                <a:lnTo>
                  <a:pt x="239268" y="76187"/>
                </a:lnTo>
                <a:lnTo>
                  <a:pt x="239268" y="24371"/>
                </a:lnTo>
                <a:lnTo>
                  <a:pt x="297180" y="24371"/>
                </a:lnTo>
                <a:lnTo>
                  <a:pt x="297180" y="11798"/>
                </a:lnTo>
                <a:lnTo>
                  <a:pt x="294132" y="15227"/>
                </a:lnTo>
                <a:lnTo>
                  <a:pt x="219456" y="15227"/>
                </a:lnTo>
                <a:lnTo>
                  <a:pt x="219456" y="24371"/>
                </a:lnTo>
                <a:lnTo>
                  <a:pt x="219456" y="76187"/>
                </a:lnTo>
                <a:lnTo>
                  <a:pt x="219456" y="85331"/>
                </a:lnTo>
                <a:lnTo>
                  <a:pt x="219456" y="134099"/>
                </a:lnTo>
                <a:lnTo>
                  <a:pt x="163068" y="134099"/>
                </a:lnTo>
                <a:lnTo>
                  <a:pt x="163068" y="85331"/>
                </a:lnTo>
                <a:lnTo>
                  <a:pt x="219456" y="85331"/>
                </a:lnTo>
                <a:lnTo>
                  <a:pt x="219456" y="76187"/>
                </a:lnTo>
                <a:lnTo>
                  <a:pt x="163068" y="76187"/>
                </a:lnTo>
                <a:lnTo>
                  <a:pt x="163068" y="24371"/>
                </a:lnTo>
                <a:lnTo>
                  <a:pt x="219456" y="24371"/>
                </a:lnTo>
                <a:lnTo>
                  <a:pt x="219456" y="15227"/>
                </a:lnTo>
                <a:lnTo>
                  <a:pt x="164592" y="15227"/>
                </a:lnTo>
                <a:lnTo>
                  <a:pt x="141732" y="3035"/>
                </a:lnTo>
                <a:lnTo>
                  <a:pt x="142481" y="19989"/>
                </a:lnTo>
                <a:lnTo>
                  <a:pt x="142646" y="24371"/>
                </a:lnTo>
                <a:lnTo>
                  <a:pt x="143065" y="42468"/>
                </a:lnTo>
                <a:lnTo>
                  <a:pt x="143192" y="56375"/>
                </a:lnTo>
                <a:lnTo>
                  <a:pt x="143065" y="120764"/>
                </a:lnTo>
                <a:lnTo>
                  <a:pt x="142646" y="141719"/>
                </a:lnTo>
                <a:lnTo>
                  <a:pt x="142570" y="144767"/>
                </a:lnTo>
                <a:lnTo>
                  <a:pt x="141732" y="167627"/>
                </a:lnTo>
                <a:lnTo>
                  <a:pt x="163068" y="160007"/>
                </a:lnTo>
                <a:lnTo>
                  <a:pt x="163068" y="144767"/>
                </a:lnTo>
                <a:lnTo>
                  <a:pt x="219456" y="144767"/>
                </a:lnTo>
                <a:lnTo>
                  <a:pt x="219456" y="192011"/>
                </a:lnTo>
                <a:lnTo>
                  <a:pt x="97536" y="192011"/>
                </a:lnTo>
                <a:lnTo>
                  <a:pt x="111252" y="205727"/>
                </a:lnTo>
                <a:lnTo>
                  <a:pt x="119545" y="203733"/>
                </a:lnTo>
                <a:lnTo>
                  <a:pt x="128397" y="202298"/>
                </a:lnTo>
                <a:lnTo>
                  <a:pt x="137833" y="201447"/>
                </a:lnTo>
                <a:lnTo>
                  <a:pt x="147828" y="201155"/>
                </a:lnTo>
                <a:lnTo>
                  <a:pt x="205740" y="201155"/>
                </a:lnTo>
                <a:lnTo>
                  <a:pt x="183184" y="236804"/>
                </a:lnTo>
                <a:lnTo>
                  <a:pt x="154305" y="270497"/>
                </a:lnTo>
                <a:lnTo>
                  <a:pt x="119164" y="301891"/>
                </a:lnTo>
                <a:lnTo>
                  <a:pt x="77724" y="330695"/>
                </a:lnTo>
                <a:lnTo>
                  <a:pt x="80772" y="336791"/>
                </a:lnTo>
                <a:lnTo>
                  <a:pt x="121945" y="314871"/>
                </a:lnTo>
                <a:lnTo>
                  <a:pt x="158686" y="288213"/>
                </a:lnTo>
                <a:lnTo>
                  <a:pt x="191147" y="257289"/>
                </a:lnTo>
                <a:lnTo>
                  <a:pt x="219456" y="222491"/>
                </a:lnTo>
                <a:lnTo>
                  <a:pt x="219341" y="280403"/>
                </a:lnTo>
                <a:lnTo>
                  <a:pt x="219240" y="295833"/>
                </a:lnTo>
                <a:lnTo>
                  <a:pt x="218833" y="323100"/>
                </a:lnTo>
                <a:lnTo>
                  <a:pt x="218757" y="326123"/>
                </a:lnTo>
                <a:lnTo>
                  <a:pt x="217932" y="352031"/>
                </a:lnTo>
                <a:lnTo>
                  <a:pt x="240792" y="341363"/>
                </a:lnTo>
                <a:lnTo>
                  <a:pt x="239496" y="295833"/>
                </a:lnTo>
                <a:lnTo>
                  <a:pt x="239280" y="222491"/>
                </a:lnTo>
                <a:lnTo>
                  <a:pt x="239268" y="201155"/>
                </a:lnTo>
                <a:lnTo>
                  <a:pt x="242316" y="201155"/>
                </a:lnTo>
                <a:lnTo>
                  <a:pt x="254609" y="238264"/>
                </a:lnTo>
                <a:lnTo>
                  <a:pt x="273177" y="271640"/>
                </a:lnTo>
                <a:lnTo>
                  <a:pt x="298043" y="301028"/>
                </a:lnTo>
                <a:lnTo>
                  <a:pt x="329184" y="326123"/>
                </a:lnTo>
                <a:lnTo>
                  <a:pt x="333756" y="318122"/>
                </a:lnTo>
                <a:lnTo>
                  <a:pt x="340614" y="312407"/>
                </a:lnTo>
                <a:lnTo>
                  <a:pt x="349758" y="308978"/>
                </a:lnTo>
                <a:lnTo>
                  <a:pt x="361188" y="307835"/>
                </a:lnTo>
                <a:lnTo>
                  <a:pt x="361188" y="301739"/>
                </a:lnTo>
                <a:close/>
              </a:path>
              <a:path w="756284" h="353695">
                <a:moveTo>
                  <a:pt x="551688" y="120396"/>
                </a:moveTo>
                <a:lnTo>
                  <a:pt x="527304" y="94488"/>
                </a:lnTo>
                <a:lnTo>
                  <a:pt x="510540" y="111252"/>
                </a:lnTo>
                <a:lnTo>
                  <a:pt x="487680" y="111252"/>
                </a:lnTo>
                <a:lnTo>
                  <a:pt x="487680" y="38100"/>
                </a:lnTo>
                <a:lnTo>
                  <a:pt x="487680" y="35052"/>
                </a:lnTo>
                <a:lnTo>
                  <a:pt x="521970" y="29527"/>
                </a:lnTo>
                <a:lnTo>
                  <a:pt x="533971" y="27978"/>
                </a:lnTo>
                <a:lnTo>
                  <a:pt x="542544" y="27432"/>
                </a:lnTo>
                <a:lnTo>
                  <a:pt x="522732" y="0"/>
                </a:lnTo>
                <a:lnTo>
                  <a:pt x="452081" y="28905"/>
                </a:lnTo>
                <a:lnTo>
                  <a:pt x="403860" y="39624"/>
                </a:lnTo>
                <a:lnTo>
                  <a:pt x="403860" y="45720"/>
                </a:lnTo>
                <a:lnTo>
                  <a:pt x="441579" y="41910"/>
                </a:lnTo>
                <a:lnTo>
                  <a:pt x="456158" y="40144"/>
                </a:lnTo>
                <a:lnTo>
                  <a:pt x="467868" y="38100"/>
                </a:lnTo>
                <a:lnTo>
                  <a:pt x="467868" y="111252"/>
                </a:lnTo>
                <a:lnTo>
                  <a:pt x="391668" y="111252"/>
                </a:lnTo>
                <a:lnTo>
                  <a:pt x="405384" y="124968"/>
                </a:lnTo>
                <a:lnTo>
                  <a:pt x="413677" y="122961"/>
                </a:lnTo>
                <a:lnTo>
                  <a:pt x="422529" y="121539"/>
                </a:lnTo>
                <a:lnTo>
                  <a:pt x="431965" y="120675"/>
                </a:lnTo>
                <a:lnTo>
                  <a:pt x="441960" y="120396"/>
                </a:lnTo>
                <a:lnTo>
                  <a:pt x="463296" y="120396"/>
                </a:lnTo>
                <a:lnTo>
                  <a:pt x="447865" y="176326"/>
                </a:lnTo>
                <a:lnTo>
                  <a:pt x="430707" y="220116"/>
                </a:lnTo>
                <a:lnTo>
                  <a:pt x="407225" y="265836"/>
                </a:lnTo>
                <a:lnTo>
                  <a:pt x="393192" y="289560"/>
                </a:lnTo>
                <a:lnTo>
                  <a:pt x="396240" y="294132"/>
                </a:lnTo>
                <a:lnTo>
                  <a:pt x="417080" y="268719"/>
                </a:lnTo>
                <a:lnTo>
                  <a:pt x="436054" y="240601"/>
                </a:lnTo>
                <a:lnTo>
                  <a:pt x="453034" y="209905"/>
                </a:lnTo>
                <a:lnTo>
                  <a:pt x="467868" y="176784"/>
                </a:lnTo>
                <a:lnTo>
                  <a:pt x="467652" y="227812"/>
                </a:lnTo>
                <a:lnTo>
                  <a:pt x="467550" y="240601"/>
                </a:lnTo>
                <a:lnTo>
                  <a:pt x="467106" y="280606"/>
                </a:lnTo>
                <a:lnTo>
                  <a:pt x="466585" y="320916"/>
                </a:lnTo>
                <a:lnTo>
                  <a:pt x="466344" y="353568"/>
                </a:lnTo>
                <a:lnTo>
                  <a:pt x="489204" y="342900"/>
                </a:lnTo>
                <a:lnTo>
                  <a:pt x="488327" y="320916"/>
                </a:lnTo>
                <a:lnTo>
                  <a:pt x="487870" y="282511"/>
                </a:lnTo>
                <a:lnTo>
                  <a:pt x="487794" y="256032"/>
                </a:lnTo>
                <a:lnTo>
                  <a:pt x="487692" y="176784"/>
                </a:lnTo>
                <a:lnTo>
                  <a:pt x="487680" y="156972"/>
                </a:lnTo>
                <a:lnTo>
                  <a:pt x="497382" y="166636"/>
                </a:lnTo>
                <a:lnTo>
                  <a:pt x="505777" y="177165"/>
                </a:lnTo>
                <a:lnTo>
                  <a:pt x="512762" y="188252"/>
                </a:lnTo>
                <a:lnTo>
                  <a:pt x="518160" y="199644"/>
                </a:lnTo>
                <a:lnTo>
                  <a:pt x="525780" y="214884"/>
                </a:lnTo>
                <a:lnTo>
                  <a:pt x="530352" y="214884"/>
                </a:lnTo>
                <a:lnTo>
                  <a:pt x="533400" y="211836"/>
                </a:lnTo>
                <a:lnTo>
                  <a:pt x="534924" y="207264"/>
                </a:lnTo>
                <a:lnTo>
                  <a:pt x="537972" y="202692"/>
                </a:lnTo>
                <a:lnTo>
                  <a:pt x="539496" y="198120"/>
                </a:lnTo>
                <a:lnTo>
                  <a:pt x="539496" y="187452"/>
                </a:lnTo>
                <a:lnTo>
                  <a:pt x="502259" y="157441"/>
                </a:lnTo>
                <a:lnTo>
                  <a:pt x="501205" y="156972"/>
                </a:lnTo>
                <a:lnTo>
                  <a:pt x="487680" y="150876"/>
                </a:lnTo>
                <a:lnTo>
                  <a:pt x="487680" y="120396"/>
                </a:lnTo>
                <a:lnTo>
                  <a:pt x="551688" y="120396"/>
                </a:lnTo>
                <a:close/>
              </a:path>
              <a:path w="756284" h="353695">
                <a:moveTo>
                  <a:pt x="733044" y="30480"/>
                </a:moveTo>
                <a:lnTo>
                  <a:pt x="725424" y="22860"/>
                </a:lnTo>
                <a:lnTo>
                  <a:pt x="711708" y="9144"/>
                </a:lnTo>
                <a:lnTo>
                  <a:pt x="699516" y="21336"/>
                </a:lnTo>
                <a:lnTo>
                  <a:pt x="699516" y="32004"/>
                </a:lnTo>
                <a:lnTo>
                  <a:pt x="699516" y="111252"/>
                </a:lnTo>
                <a:lnTo>
                  <a:pt x="585216" y="111252"/>
                </a:lnTo>
                <a:lnTo>
                  <a:pt x="585216" y="32004"/>
                </a:lnTo>
                <a:lnTo>
                  <a:pt x="699516" y="32004"/>
                </a:lnTo>
                <a:lnTo>
                  <a:pt x="699516" y="21336"/>
                </a:lnTo>
                <a:lnTo>
                  <a:pt x="697992" y="22860"/>
                </a:lnTo>
                <a:lnTo>
                  <a:pt x="586740" y="22860"/>
                </a:lnTo>
                <a:lnTo>
                  <a:pt x="563880" y="9144"/>
                </a:lnTo>
                <a:lnTo>
                  <a:pt x="564769" y="26289"/>
                </a:lnTo>
                <a:lnTo>
                  <a:pt x="565213" y="43434"/>
                </a:lnTo>
                <a:lnTo>
                  <a:pt x="565391" y="60579"/>
                </a:lnTo>
                <a:lnTo>
                  <a:pt x="565353" y="97917"/>
                </a:lnTo>
                <a:lnTo>
                  <a:pt x="565213" y="112204"/>
                </a:lnTo>
                <a:lnTo>
                  <a:pt x="564769" y="129794"/>
                </a:lnTo>
                <a:lnTo>
                  <a:pt x="563880" y="147828"/>
                </a:lnTo>
                <a:lnTo>
                  <a:pt x="585216" y="137160"/>
                </a:lnTo>
                <a:lnTo>
                  <a:pt x="585216" y="120396"/>
                </a:lnTo>
                <a:lnTo>
                  <a:pt x="699516" y="120396"/>
                </a:lnTo>
                <a:lnTo>
                  <a:pt x="699516" y="138684"/>
                </a:lnTo>
                <a:lnTo>
                  <a:pt x="720852" y="131064"/>
                </a:lnTo>
                <a:lnTo>
                  <a:pt x="720674" y="120396"/>
                </a:lnTo>
                <a:lnTo>
                  <a:pt x="720623" y="117627"/>
                </a:lnTo>
                <a:lnTo>
                  <a:pt x="720445" y="111252"/>
                </a:lnTo>
                <a:lnTo>
                  <a:pt x="720090" y="97917"/>
                </a:lnTo>
                <a:lnTo>
                  <a:pt x="719569" y="71907"/>
                </a:lnTo>
                <a:lnTo>
                  <a:pt x="719328" y="39624"/>
                </a:lnTo>
                <a:lnTo>
                  <a:pt x="730758" y="32004"/>
                </a:lnTo>
                <a:lnTo>
                  <a:pt x="733044" y="30480"/>
                </a:lnTo>
                <a:close/>
              </a:path>
              <a:path w="756284" h="353695">
                <a:moveTo>
                  <a:pt x="755904" y="330708"/>
                </a:moveTo>
                <a:lnTo>
                  <a:pt x="728472" y="303276"/>
                </a:lnTo>
                <a:lnTo>
                  <a:pt x="710184" y="321564"/>
                </a:lnTo>
                <a:lnTo>
                  <a:pt x="650748" y="321564"/>
                </a:lnTo>
                <a:lnTo>
                  <a:pt x="650748" y="251460"/>
                </a:lnTo>
                <a:lnTo>
                  <a:pt x="736092" y="251460"/>
                </a:lnTo>
                <a:lnTo>
                  <a:pt x="711708" y="225552"/>
                </a:lnTo>
                <a:lnTo>
                  <a:pt x="694944" y="242316"/>
                </a:lnTo>
                <a:lnTo>
                  <a:pt x="650748" y="242316"/>
                </a:lnTo>
                <a:lnTo>
                  <a:pt x="650748" y="176784"/>
                </a:lnTo>
                <a:lnTo>
                  <a:pt x="743712" y="176784"/>
                </a:lnTo>
                <a:lnTo>
                  <a:pt x="719328" y="150876"/>
                </a:lnTo>
                <a:lnTo>
                  <a:pt x="702564" y="167640"/>
                </a:lnTo>
                <a:lnTo>
                  <a:pt x="544068" y="167640"/>
                </a:lnTo>
                <a:lnTo>
                  <a:pt x="557784" y="181356"/>
                </a:lnTo>
                <a:lnTo>
                  <a:pt x="566077" y="179349"/>
                </a:lnTo>
                <a:lnTo>
                  <a:pt x="574929" y="177927"/>
                </a:lnTo>
                <a:lnTo>
                  <a:pt x="584365" y="177063"/>
                </a:lnTo>
                <a:lnTo>
                  <a:pt x="594360" y="176784"/>
                </a:lnTo>
                <a:lnTo>
                  <a:pt x="630936" y="176784"/>
                </a:lnTo>
                <a:lnTo>
                  <a:pt x="630936" y="242316"/>
                </a:lnTo>
                <a:lnTo>
                  <a:pt x="553212" y="242316"/>
                </a:lnTo>
                <a:lnTo>
                  <a:pt x="566928" y="256032"/>
                </a:lnTo>
                <a:lnTo>
                  <a:pt x="575221" y="254025"/>
                </a:lnTo>
                <a:lnTo>
                  <a:pt x="584073" y="252603"/>
                </a:lnTo>
                <a:lnTo>
                  <a:pt x="593509" y="251739"/>
                </a:lnTo>
                <a:lnTo>
                  <a:pt x="603504" y="251460"/>
                </a:lnTo>
                <a:lnTo>
                  <a:pt x="630936" y="251460"/>
                </a:lnTo>
                <a:lnTo>
                  <a:pt x="630936" y="321564"/>
                </a:lnTo>
                <a:lnTo>
                  <a:pt x="521208" y="321564"/>
                </a:lnTo>
                <a:lnTo>
                  <a:pt x="534924" y="335280"/>
                </a:lnTo>
                <a:lnTo>
                  <a:pt x="543217" y="333273"/>
                </a:lnTo>
                <a:lnTo>
                  <a:pt x="552069" y="331851"/>
                </a:lnTo>
                <a:lnTo>
                  <a:pt x="561505" y="330987"/>
                </a:lnTo>
                <a:lnTo>
                  <a:pt x="571500" y="330708"/>
                </a:lnTo>
                <a:lnTo>
                  <a:pt x="755904" y="33070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" name="object 56"/>
          <p:cNvSpPr/>
          <p:nvPr/>
        </p:nvSpPr>
        <p:spPr>
          <a:xfrm>
            <a:off x="9998964" y="5644896"/>
            <a:ext cx="60960" cy="106680"/>
          </a:xfrm>
          <a:custGeom>
            <a:avLst/>
            <a:gdLst/>
            <a:ahLst/>
            <a:cxnLst/>
            <a:rect l="l" t="t" r="r" b="b"/>
            <a:pathLst>
              <a:path w="60959" h="106679">
                <a:moveTo>
                  <a:pt x="3047" y="106680"/>
                </a:moveTo>
                <a:lnTo>
                  <a:pt x="0" y="106680"/>
                </a:lnTo>
                <a:lnTo>
                  <a:pt x="0" y="103632"/>
                </a:lnTo>
                <a:lnTo>
                  <a:pt x="1523" y="102108"/>
                </a:lnTo>
                <a:lnTo>
                  <a:pt x="4571" y="100584"/>
                </a:lnTo>
                <a:lnTo>
                  <a:pt x="10667" y="96012"/>
                </a:lnTo>
                <a:lnTo>
                  <a:pt x="15239" y="89916"/>
                </a:lnTo>
                <a:lnTo>
                  <a:pt x="21335" y="82296"/>
                </a:lnTo>
                <a:lnTo>
                  <a:pt x="25646" y="76247"/>
                </a:lnTo>
                <a:lnTo>
                  <a:pt x="29527" y="69342"/>
                </a:lnTo>
                <a:lnTo>
                  <a:pt x="33123" y="61293"/>
                </a:lnTo>
                <a:lnTo>
                  <a:pt x="36575" y="51816"/>
                </a:lnTo>
                <a:lnTo>
                  <a:pt x="27431" y="51816"/>
                </a:lnTo>
                <a:lnTo>
                  <a:pt x="19811" y="50292"/>
                </a:lnTo>
                <a:lnTo>
                  <a:pt x="16763" y="47244"/>
                </a:lnTo>
                <a:lnTo>
                  <a:pt x="12191" y="44196"/>
                </a:lnTo>
                <a:lnTo>
                  <a:pt x="9143" y="39624"/>
                </a:lnTo>
                <a:lnTo>
                  <a:pt x="7619" y="35052"/>
                </a:lnTo>
                <a:lnTo>
                  <a:pt x="6095" y="28956"/>
                </a:lnTo>
                <a:lnTo>
                  <a:pt x="6095" y="24384"/>
                </a:lnTo>
                <a:lnTo>
                  <a:pt x="7619" y="19812"/>
                </a:lnTo>
                <a:lnTo>
                  <a:pt x="7619" y="15240"/>
                </a:lnTo>
                <a:lnTo>
                  <a:pt x="12191" y="10668"/>
                </a:lnTo>
                <a:lnTo>
                  <a:pt x="24383" y="1524"/>
                </a:lnTo>
                <a:lnTo>
                  <a:pt x="32003" y="0"/>
                </a:lnTo>
                <a:lnTo>
                  <a:pt x="41147" y="3048"/>
                </a:lnTo>
                <a:lnTo>
                  <a:pt x="50291" y="4572"/>
                </a:lnTo>
                <a:lnTo>
                  <a:pt x="54863" y="9144"/>
                </a:lnTo>
                <a:lnTo>
                  <a:pt x="57911" y="13716"/>
                </a:lnTo>
                <a:lnTo>
                  <a:pt x="59435" y="19812"/>
                </a:lnTo>
                <a:lnTo>
                  <a:pt x="60959" y="24384"/>
                </a:lnTo>
                <a:lnTo>
                  <a:pt x="60959" y="36576"/>
                </a:lnTo>
                <a:lnTo>
                  <a:pt x="59435" y="44196"/>
                </a:lnTo>
                <a:lnTo>
                  <a:pt x="27574" y="93368"/>
                </a:lnTo>
                <a:lnTo>
                  <a:pt x="9143" y="105156"/>
                </a:lnTo>
                <a:lnTo>
                  <a:pt x="3047" y="10668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" name="object 57"/>
          <p:cNvSpPr/>
          <p:nvPr/>
        </p:nvSpPr>
        <p:spPr>
          <a:xfrm>
            <a:off x="2159495" y="5873496"/>
            <a:ext cx="1144905" cy="361315"/>
          </a:xfrm>
          <a:custGeom>
            <a:avLst/>
            <a:gdLst/>
            <a:ahLst/>
            <a:cxnLst/>
            <a:rect l="l" t="t" r="r" b="b"/>
            <a:pathLst>
              <a:path w="1144904" h="361314">
                <a:moveTo>
                  <a:pt x="88392" y="47256"/>
                </a:moveTo>
                <a:lnTo>
                  <a:pt x="47726" y="19646"/>
                </a:lnTo>
                <a:lnTo>
                  <a:pt x="32004" y="12204"/>
                </a:lnTo>
                <a:lnTo>
                  <a:pt x="28956" y="16776"/>
                </a:lnTo>
                <a:lnTo>
                  <a:pt x="41300" y="29921"/>
                </a:lnTo>
                <a:lnTo>
                  <a:pt x="51054" y="41922"/>
                </a:lnTo>
                <a:lnTo>
                  <a:pt x="58534" y="52781"/>
                </a:lnTo>
                <a:lnTo>
                  <a:pt x="64008" y="62496"/>
                </a:lnTo>
                <a:lnTo>
                  <a:pt x="67056" y="71640"/>
                </a:lnTo>
                <a:lnTo>
                  <a:pt x="70104" y="76212"/>
                </a:lnTo>
                <a:lnTo>
                  <a:pt x="76200" y="76212"/>
                </a:lnTo>
                <a:lnTo>
                  <a:pt x="79248" y="74688"/>
                </a:lnTo>
                <a:lnTo>
                  <a:pt x="82296" y="71640"/>
                </a:lnTo>
                <a:lnTo>
                  <a:pt x="88392" y="62496"/>
                </a:lnTo>
                <a:lnTo>
                  <a:pt x="88392" y="47256"/>
                </a:lnTo>
                <a:close/>
              </a:path>
              <a:path w="1144904" h="361314">
                <a:moveTo>
                  <a:pt x="147828" y="234708"/>
                </a:moveTo>
                <a:lnTo>
                  <a:pt x="143256" y="230136"/>
                </a:lnTo>
                <a:lnTo>
                  <a:pt x="74676" y="286524"/>
                </a:lnTo>
                <a:lnTo>
                  <a:pt x="74676" y="146316"/>
                </a:lnTo>
                <a:lnTo>
                  <a:pt x="81648" y="140220"/>
                </a:lnTo>
                <a:lnTo>
                  <a:pt x="86868" y="135648"/>
                </a:lnTo>
                <a:lnTo>
                  <a:pt x="62484" y="115836"/>
                </a:lnTo>
                <a:lnTo>
                  <a:pt x="50292" y="131076"/>
                </a:lnTo>
                <a:lnTo>
                  <a:pt x="0" y="131076"/>
                </a:lnTo>
                <a:lnTo>
                  <a:pt x="13716" y="144792"/>
                </a:lnTo>
                <a:lnTo>
                  <a:pt x="22313" y="142786"/>
                </a:lnTo>
                <a:lnTo>
                  <a:pt x="29908" y="141363"/>
                </a:lnTo>
                <a:lnTo>
                  <a:pt x="36652" y="140500"/>
                </a:lnTo>
                <a:lnTo>
                  <a:pt x="42672" y="140220"/>
                </a:lnTo>
                <a:lnTo>
                  <a:pt x="53340" y="140220"/>
                </a:lnTo>
                <a:lnTo>
                  <a:pt x="53340" y="272808"/>
                </a:lnTo>
                <a:lnTo>
                  <a:pt x="53898" y="284251"/>
                </a:lnTo>
                <a:lnTo>
                  <a:pt x="53149" y="293573"/>
                </a:lnTo>
                <a:lnTo>
                  <a:pt x="50990" y="300875"/>
                </a:lnTo>
                <a:lnTo>
                  <a:pt x="47244" y="306336"/>
                </a:lnTo>
                <a:lnTo>
                  <a:pt x="68580" y="327672"/>
                </a:lnTo>
                <a:lnTo>
                  <a:pt x="72872" y="320243"/>
                </a:lnTo>
                <a:lnTo>
                  <a:pt x="78867" y="311670"/>
                </a:lnTo>
                <a:lnTo>
                  <a:pt x="86588" y="301955"/>
                </a:lnTo>
                <a:lnTo>
                  <a:pt x="96012" y="291096"/>
                </a:lnTo>
                <a:lnTo>
                  <a:pt x="99847" y="286524"/>
                </a:lnTo>
                <a:lnTo>
                  <a:pt x="106260" y="278853"/>
                </a:lnTo>
                <a:lnTo>
                  <a:pt x="118491" y="265188"/>
                </a:lnTo>
                <a:lnTo>
                  <a:pt x="132448" y="250367"/>
                </a:lnTo>
                <a:lnTo>
                  <a:pt x="147828" y="234708"/>
                </a:lnTo>
                <a:close/>
              </a:path>
              <a:path w="1144904" h="361314">
                <a:moveTo>
                  <a:pt x="362712" y="307860"/>
                </a:moveTo>
                <a:lnTo>
                  <a:pt x="326694" y="293001"/>
                </a:lnTo>
                <a:lnTo>
                  <a:pt x="296240" y="271284"/>
                </a:lnTo>
                <a:lnTo>
                  <a:pt x="271208" y="242709"/>
                </a:lnTo>
                <a:lnTo>
                  <a:pt x="251472" y="207276"/>
                </a:lnTo>
                <a:lnTo>
                  <a:pt x="361188" y="207276"/>
                </a:lnTo>
                <a:lnTo>
                  <a:pt x="333768" y="178320"/>
                </a:lnTo>
                <a:lnTo>
                  <a:pt x="312432" y="198132"/>
                </a:lnTo>
                <a:lnTo>
                  <a:pt x="240804" y="198132"/>
                </a:lnTo>
                <a:lnTo>
                  <a:pt x="240804" y="149364"/>
                </a:lnTo>
                <a:lnTo>
                  <a:pt x="298716" y="149364"/>
                </a:lnTo>
                <a:lnTo>
                  <a:pt x="298716" y="164604"/>
                </a:lnTo>
                <a:lnTo>
                  <a:pt x="320052" y="155460"/>
                </a:lnTo>
                <a:lnTo>
                  <a:pt x="319976" y="149364"/>
                </a:lnTo>
                <a:lnTo>
                  <a:pt x="319862" y="140220"/>
                </a:lnTo>
                <a:lnTo>
                  <a:pt x="319811" y="136029"/>
                </a:lnTo>
                <a:lnTo>
                  <a:pt x="319290" y="109740"/>
                </a:lnTo>
                <a:lnTo>
                  <a:pt x="318998" y="91452"/>
                </a:lnTo>
                <a:lnTo>
                  <a:pt x="318846" y="82308"/>
                </a:lnTo>
                <a:lnTo>
                  <a:pt x="318731" y="71640"/>
                </a:lnTo>
                <a:lnTo>
                  <a:pt x="318528" y="36588"/>
                </a:lnTo>
                <a:lnTo>
                  <a:pt x="326656" y="30492"/>
                </a:lnTo>
                <a:lnTo>
                  <a:pt x="330720" y="27444"/>
                </a:lnTo>
                <a:lnTo>
                  <a:pt x="323684" y="21348"/>
                </a:lnTo>
                <a:lnTo>
                  <a:pt x="307860" y="7632"/>
                </a:lnTo>
                <a:lnTo>
                  <a:pt x="298716" y="17919"/>
                </a:lnTo>
                <a:lnTo>
                  <a:pt x="298716" y="30492"/>
                </a:lnTo>
                <a:lnTo>
                  <a:pt x="298716" y="82308"/>
                </a:lnTo>
                <a:lnTo>
                  <a:pt x="298716" y="91452"/>
                </a:lnTo>
                <a:lnTo>
                  <a:pt x="298716" y="140220"/>
                </a:lnTo>
                <a:lnTo>
                  <a:pt x="240804" y="140220"/>
                </a:lnTo>
                <a:lnTo>
                  <a:pt x="240804" y="91452"/>
                </a:lnTo>
                <a:lnTo>
                  <a:pt x="298716" y="91452"/>
                </a:lnTo>
                <a:lnTo>
                  <a:pt x="298716" y="82308"/>
                </a:lnTo>
                <a:lnTo>
                  <a:pt x="240804" y="82308"/>
                </a:lnTo>
                <a:lnTo>
                  <a:pt x="240804" y="30492"/>
                </a:lnTo>
                <a:lnTo>
                  <a:pt x="298716" y="30492"/>
                </a:lnTo>
                <a:lnTo>
                  <a:pt x="298716" y="17919"/>
                </a:lnTo>
                <a:lnTo>
                  <a:pt x="295668" y="21348"/>
                </a:lnTo>
                <a:lnTo>
                  <a:pt x="220992" y="21348"/>
                </a:lnTo>
                <a:lnTo>
                  <a:pt x="220992" y="30492"/>
                </a:lnTo>
                <a:lnTo>
                  <a:pt x="220992" y="82308"/>
                </a:lnTo>
                <a:lnTo>
                  <a:pt x="220992" y="91452"/>
                </a:lnTo>
                <a:lnTo>
                  <a:pt x="220992" y="140220"/>
                </a:lnTo>
                <a:lnTo>
                  <a:pt x="164604" y="140220"/>
                </a:lnTo>
                <a:lnTo>
                  <a:pt x="164604" y="91452"/>
                </a:lnTo>
                <a:lnTo>
                  <a:pt x="220992" y="91452"/>
                </a:lnTo>
                <a:lnTo>
                  <a:pt x="220992" y="82308"/>
                </a:lnTo>
                <a:lnTo>
                  <a:pt x="164604" y="82308"/>
                </a:lnTo>
                <a:lnTo>
                  <a:pt x="164604" y="30492"/>
                </a:lnTo>
                <a:lnTo>
                  <a:pt x="220992" y="30492"/>
                </a:lnTo>
                <a:lnTo>
                  <a:pt x="220992" y="21348"/>
                </a:lnTo>
                <a:lnTo>
                  <a:pt x="166128" y="21348"/>
                </a:lnTo>
                <a:lnTo>
                  <a:pt x="143256" y="9156"/>
                </a:lnTo>
                <a:lnTo>
                  <a:pt x="143497" y="29222"/>
                </a:lnTo>
                <a:lnTo>
                  <a:pt x="144551" y="67652"/>
                </a:lnTo>
                <a:lnTo>
                  <a:pt x="144729" y="82308"/>
                </a:lnTo>
                <a:lnTo>
                  <a:pt x="144729" y="91452"/>
                </a:lnTo>
                <a:lnTo>
                  <a:pt x="144551" y="106019"/>
                </a:lnTo>
                <a:lnTo>
                  <a:pt x="144018" y="126885"/>
                </a:lnTo>
                <a:lnTo>
                  <a:pt x="143497" y="149453"/>
                </a:lnTo>
                <a:lnTo>
                  <a:pt x="143256" y="173748"/>
                </a:lnTo>
                <a:lnTo>
                  <a:pt x="164604" y="164604"/>
                </a:lnTo>
                <a:lnTo>
                  <a:pt x="164604" y="149364"/>
                </a:lnTo>
                <a:lnTo>
                  <a:pt x="220992" y="149364"/>
                </a:lnTo>
                <a:lnTo>
                  <a:pt x="220992" y="198132"/>
                </a:lnTo>
                <a:lnTo>
                  <a:pt x="99060" y="198132"/>
                </a:lnTo>
                <a:lnTo>
                  <a:pt x="112776" y="211848"/>
                </a:lnTo>
                <a:lnTo>
                  <a:pt x="121069" y="209842"/>
                </a:lnTo>
                <a:lnTo>
                  <a:pt x="129921" y="208419"/>
                </a:lnTo>
                <a:lnTo>
                  <a:pt x="139357" y="207556"/>
                </a:lnTo>
                <a:lnTo>
                  <a:pt x="149352" y="207276"/>
                </a:lnTo>
                <a:lnTo>
                  <a:pt x="207276" y="207276"/>
                </a:lnTo>
                <a:lnTo>
                  <a:pt x="184696" y="242938"/>
                </a:lnTo>
                <a:lnTo>
                  <a:pt x="155829" y="276618"/>
                </a:lnTo>
                <a:lnTo>
                  <a:pt x="120688" y="308000"/>
                </a:lnTo>
                <a:lnTo>
                  <a:pt x="79248" y="336816"/>
                </a:lnTo>
                <a:lnTo>
                  <a:pt x="82296" y="342912"/>
                </a:lnTo>
                <a:lnTo>
                  <a:pt x="123469" y="320979"/>
                </a:lnTo>
                <a:lnTo>
                  <a:pt x="160210" y="294335"/>
                </a:lnTo>
                <a:lnTo>
                  <a:pt x="192671" y="263398"/>
                </a:lnTo>
                <a:lnTo>
                  <a:pt x="220992" y="228612"/>
                </a:lnTo>
                <a:lnTo>
                  <a:pt x="220865" y="286524"/>
                </a:lnTo>
                <a:lnTo>
                  <a:pt x="220764" y="301955"/>
                </a:lnTo>
                <a:lnTo>
                  <a:pt x="220357" y="329209"/>
                </a:lnTo>
                <a:lnTo>
                  <a:pt x="220281" y="332244"/>
                </a:lnTo>
                <a:lnTo>
                  <a:pt x="219468" y="358152"/>
                </a:lnTo>
                <a:lnTo>
                  <a:pt x="242328" y="347484"/>
                </a:lnTo>
                <a:lnTo>
                  <a:pt x="241439" y="329209"/>
                </a:lnTo>
                <a:lnTo>
                  <a:pt x="241020" y="301955"/>
                </a:lnTo>
                <a:lnTo>
                  <a:pt x="240931" y="286524"/>
                </a:lnTo>
                <a:lnTo>
                  <a:pt x="240804" y="228612"/>
                </a:lnTo>
                <a:lnTo>
                  <a:pt x="240804" y="207276"/>
                </a:lnTo>
                <a:lnTo>
                  <a:pt x="243852" y="207276"/>
                </a:lnTo>
                <a:lnTo>
                  <a:pt x="255282" y="244373"/>
                </a:lnTo>
                <a:lnTo>
                  <a:pt x="273570" y="277761"/>
                </a:lnTo>
                <a:lnTo>
                  <a:pt x="298716" y="307136"/>
                </a:lnTo>
                <a:lnTo>
                  <a:pt x="330720" y="332244"/>
                </a:lnTo>
                <a:lnTo>
                  <a:pt x="335292" y="324243"/>
                </a:lnTo>
                <a:lnTo>
                  <a:pt x="342150" y="318528"/>
                </a:lnTo>
                <a:lnTo>
                  <a:pt x="351294" y="315099"/>
                </a:lnTo>
                <a:lnTo>
                  <a:pt x="362712" y="313956"/>
                </a:lnTo>
                <a:lnTo>
                  <a:pt x="362712" y="307860"/>
                </a:lnTo>
                <a:close/>
              </a:path>
              <a:path w="1144904" h="361314">
                <a:moveTo>
                  <a:pt x="553212" y="126504"/>
                </a:moveTo>
                <a:lnTo>
                  <a:pt x="528828" y="100596"/>
                </a:lnTo>
                <a:lnTo>
                  <a:pt x="510540" y="117360"/>
                </a:lnTo>
                <a:lnTo>
                  <a:pt x="487680" y="117360"/>
                </a:lnTo>
                <a:lnTo>
                  <a:pt x="487680" y="44208"/>
                </a:lnTo>
                <a:lnTo>
                  <a:pt x="487680" y="41160"/>
                </a:lnTo>
                <a:lnTo>
                  <a:pt x="506780" y="38036"/>
                </a:lnTo>
                <a:lnTo>
                  <a:pt x="522732" y="35636"/>
                </a:lnTo>
                <a:lnTo>
                  <a:pt x="535266" y="34086"/>
                </a:lnTo>
                <a:lnTo>
                  <a:pt x="544068" y="33540"/>
                </a:lnTo>
                <a:lnTo>
                  <a:pt x="524256" y="6108"/>
                </a:lnTo>
                <a:lnTo>
                  <a:pt x="490181" y="23253"/>
                </a:lnTo>
                <a:lnTo>
                  <a:pt x="453580" y="35013"/>
                </a:lnTo>
                <a:lnTo>
                  <a:pt x="403860" y="45732"/>
                </a:lnTo>
                <a:lnTo>
                  <a:pt x="403860" y="51828"/>
                </a:lnTo>
                <a:lnTo>
                  <a:pt x="425005" y="49555"/>
                </a:lnTo>
                <a:lnTo>
                  <a:pt x="467868" y="44208"/>
                </a:lnTo>
                <a:lnTo>
                  <a:pt x="467868" y="117360"/>
                </a:lnTo>
                <a:lnTo>
                  <a:pt x="391668" y="117360"/>
                </a:lnTo>
                <a:lnTo>
                  <a:pt x="405384" y="131076"/>
                </a:lnTo>
                <a:lnTo>
                  <a:pt x="414528" y="129070"/>
                </a:lnTo>
                <a:lnTo>
                  <a:pt x="423672" y="127647"/>
                </a:lnTo>
                <a:lnTo>
                  <a:pt x="432816" y="126784"/>
                </a:lnTo>
                <a:lnTo>
                  <a:pt x="441960" y="126504"/>
                </a:lnTo>
                <a:lnTo>
                  <a:pt x="463296" y="126504"/>
                </a:lnTo>
                <a:lnTo>
                  <a:pt x="448729" y="182219"/>
                </a:lnTo>
                <a:lnTo>
                  <a:pt x="431558" y="226225"/>
                </a:lnTo>
                <a:lnTo>
                  <a:pt x="408076" y="271945"/>
                </a:lnTo>
                <a:lnTo>
                  <a:pt x="393192" y="295668"/>
                </a:lnTo>
                <a:lnTo>
                  <a:pt x="396240" y="300240"/>
                </a:lnTo>
                <a:lnTo>
                  <a:pt x="417728" y="274828"/>
                </a:lnTo>
                <a:lnTo>
                  <a:pt x="436626" y="246710"/>
                </a:lnTo>
                <a:lnTo>
                  <a:pt x="453250" y="216014"/>
                </a:lnTo>
                <a:lnTo>
                  <a:pt x="467868" y="182892"/>
                </a:lnTo>
                <a:lnTo>
                  <a:pt x="467766" y="262140"/>
                </a:lnTo>
                <a:lnTo>
                  <a:pt x="467664" y="288429"/>
                </a:lnTo>
                <a:lnTo>
                  <a:pt x="467233" y="326999"/>
                </a:lnTo>
                <a:lnTo>
                  <a:pt x="466344" y="359676"/>
                </a:lnTo>
                <a:lnTo>
                  <a:pt x="489204" y="349008"/>
                </a:lnTo>
                <a:lnTo>
                  <a:pt x="488975" y="326999"/>
                </a:lnTo>
                <a:lnTo>
                  <a:pt x="488429" y="286715"/>
                </a:lnTo>
                <a:lnTo>
                  <a:pt x="487972" y="238582"/>
                </a:lnTo>
                <a:lnTo>
                  <a:pt x="487883" y="220992"/>
                </a:lnTo>
                <a:lnTo>
                  <a:pt x="487756" y="182892"/>
                </a:lnTo>
                <a:lnTo>
                  <a:pt x="487680" y="161556"/>
                </a:lnTo>
                <a:lnTo>
                  <a:pt x="498017" y="172097"/>
                </a:lnTo>
                <a:lnTo>
                  <a:pt x="506349" y="183083"/>
                </a:lnTo>
                <a:lnTo>
                  <a:pt x="512978" y="194335"/>
                </a:lnTo>
                <a:lnTo>
                  <a:pt x="518160" y="205752"/>
                </a:lnTo>
                <a:lnTo>
                  <a:pt x="522732" y="214896"/>
                </a:lnTo>
                <a:lnTo>
                  <a:pt x="527304" y="220992"/>
                </a:lnTo>
                <a:lnTo>
                  <a:pt x="531876" y="220992"/>
                </a:lnTo>
                <a:lnTo>
                  <a:pt x="533400" y="217944"/>
                </a:lnTo>
                <a:lnTo>
                  <a:pt x="539496" y="208800"/>
                </a:lnTo>
                <a:lnTo>
                  <a:pt x="541020" y="204228"/>
                </a:lnTo>
                <a:lnTo>
                  <a:pt x="541020" y="193560"/>
                </a:lnTo>
                <a:lnTo>
                  <a:pt x="502500" y="162267"/>
                </a:lnTo>
                <a:lnTo>
                  <a:pt x="500938" y="161556"/>
                </a:lnTo>
                <a:lnTo>
                  <a:pt x="487680" y="155460"/>
                </a:lnTo>
                <a:lnTo>
                  <a:pt x="487680" y="126504"/>
                </a:lnTo>
                <a:lnTo>
                  <a:pt x="553212" y="126504"/>
                </a:lnTo>
                <a:close/>
              </a:path>
              <a:path w="1144904" h="361314">
                <a:moveTo>
                  <a:pt x="734568" y="36588"/>
                </a:moveTo>
                <a:lnTo>
                  <a:pt x="726948" y="28968"/>
                </a:lnTo>
                <a:lnTo>
                  <a:pt x="713232" y="15252"/>
                </a:lnTo>
                <a:lnTo>
                  <a:pt x="701040" y="27444"/>
                </a:lnTo>
                <a:lnTo>
                  <a:pt x="701040" y="38112"/>
                </a:lnTo>
                <a:lnTo>
                  <a:pt x="701040" y="117360"/>
                </a:lnTo>
                <a:lnTo>
                  <a:pt x="586740" y="117360"/>
                </a:lnTo>
                <a:lnTo>
                  <a:pt x="586740" y="38112"/>
                </a:lnTo>
                <a:lnTo>
                  <a:pt x="701040" y="38112"/>
                </a:lnTo>
                <a:lnTo>
                  <a:pt x="701040" y="27444"/>
                </a:lnTo>
                <a:lnTo>
                  <a:pt x="699516" y="28968"/>
                </a:lnTo>
                <a:lnTo>
                  <a:pt x="588264" y="28968"/>
                </a:lnTo>
                <a:lnTo>
                  <a:pt x="565404" y="15252"/>
                </a:lnTo>
                <a:lnTo>
                  <a:pt x="565645" y="32397"/>
                </a:lnTo>
                <a:lnTo>
                  <a:pt x="566699" y="66687"/>
                </a:lnTo>
                <a:lnTo>
                  <a:pt x="566928" y="83832"/>
                </a:lnTo>
                <a:lnTo>
                  <a:pt x="566699" y="100977"/>
                </a:lnTo>
                <a:lnTo>
                  <a:pt x="565645" y="135267"/>
                </a:lnTo>
                <a:lnTo>
                  <a:pt x="565404" y="152412"/>
                </a:lnTo>
                <a:lnTo>
                  <a:pt x="586740" y="143268"/>
                </a:lnTo>
                <a:lnTo>
                  <a:pt x="586740" y="126504"/>
                </a:lnTo>
                <a:lnTo>
                  <a:pt x="701040" y="126504"/>
                </a:lnTo>
                <a:lnTo>
                  <a:pt x="701040" y="144792"/>
                </a:lnTo>
                <a:lnTo>
                  <a:pt x="722376" y="137172"/>
                </a:lnTo>
                <a:lnTo>
                  <a:pt x="721677" y="126504"/>
                </a:lnTo>
                <a:lnTo>
                  <a:pt x="721499" y="123736"/>
                </a:lnTo>
                <a:lnTo>
                  <a:pt x="721360" y="117360"/>
                </a:lnTo>
                <a:lnTo>
                  <a:pt x="721042" y="104025"/>
                </a:lnTo>
                <a:lnTo>
                  <a:pt x="720915" y="83832"/>
                </a:lnTo>
                <a:lnTo>
                  <a:pt x="720852" y="45732"/>
                </a:lnTo>
                <a:lnTo>
                  <a:pt x="732282" y="38112"/>
                </a:lnTo>
                <a:lnTo>
                  <a:pt x="734568" y="36588"/>
                </a:lnTo>
                <a:close/>
              </a:path>
              <a:path w="1144904" h="361314">
                <a:moveTo>
                  <a:pt x="755904" y="336816"/>
                </a:moveTo>
                <a:lnTo>
                  <a:pt x="729996" y="309384"/>
                </a:lnTo>
                <a:lnTo>
                  <a:pt x="711708" y="327672"/>
                </a:lnTo>
                <a:lnTo>
                  <a:pt x="652272" y="327672"/>
                </a:lnTo>
                <a:lnTo>
                  <a:pt x="652272" y="257568"/>
                </a:lnTo>
                <a:lnTo>
                  <a:pt x="737616" y="257568"/>
                </a:lnTo>
                <a:lnTo>
                  <a:pt x="713232" y="231660"/>
                </a:lnTo>
                <a:lnTo>
                  <a:pt x="696468" y="248424"/>
                </a:lnTo>
                <a:lnTo>
                  <a:pt x="652272" y="248424"/>
                </a:lnTo>
                <a:lnTo>
                  <a:pt x="652272" y="182892"/>
                </a:lnTo>
                <a:lnTo>
                  <a:pt x="745236" y="182892"/>
                </a:lnTo>
                <a:lnTo>
                  <a:pt x="720852" y="155460"/>
                </a:lnTo>
                <a:lnTo>
                  <a:pt x="704088" y="173748"/>
                </a:lnTo>
                <a:lnTo>
                  <a:pt x="545592" y="173748"/>
                </a:lnTo>
                <a:lnTo>
                  <a:pt x="559308" y="187464"/>
                </a:lnTo>
                <a:lnTo>
                  <a:pt x="567601" y="185458"/>
                </a:lnTo>
                <a:lnTo>
                  <a:pt x="576453" y="184035"/>
                </a:lnTo>
                <a:lnTo>
                  <a:pt x="585889" y="183172"/>
                </a:lnTo>
                <a:lnTo>
                  <a:pt x="595884" y="182892"/>
                </a:lnTo>
                <a:lnTo>
                  <a:pt x="632460" y="182892"/>
                </a:lnTo>
                <a:lnTo>
                  <a:pt x="632460" y="248424"/>
                </a:lnTo>
                <a:lnTo>
                  <a:pt x="554736" y="248424"/>
                </a:lnTo>
                <a:lnTo>
                  <a:pt x="568452" y="262140"/>
                </a:lnTo>
                <a:lnTo>
                  <a:pt x="576745" y="260134"/>
                </a:lnTo>
                <a:lnTo>
                  <a:pt x="585597" y="258711"/>
                </a:lnTo>
                <a:lnTo>
                  <a:pt x="595033" y="257848"/>
                </a:lnTo>
                <a:lnTo>
                  <a:pt x="605028" y="257568"/>
                </a:lnTo>
                <a:lnTo>
                  <a:pt x="632460" y="257568"/>
                </a:lnTo>
                <a:lnTo>
                  <a:pt x="632460" y="327672"/>
                </a:lnTo>
                <a:lnTo>
                  <a:pt x="522732" y="327672"/>
                </a:lnTo>
                <a:lnTo>
                  <a:pt x="536448" y="341388"/>
                </a:lnTo>
                <a:lnTo>
                  <a:pt x="544741" y="339382"/>
                </a:lnTo>
                <a:lnTo>
                  <a:pt x="553593" y="337959"/>
                </a:lnTo>
                <a:lnTo>
                  <a:pt x="563029" y="337096"/>
                </a:lnTo>
                <a:lnTo>
                  <a:pt x="573024" y="336816"/>
                </a:lnTo>
                <a:lnTo>
                  <a:pt x="755904" y="336816"/>
                </a:lnTo>
                <a:close/>
              </a:path>
              <a:path w="1144904" h="361314">
                <a:moveTo>
                  <a:pt x="1014996" y="137160"/>
                </a:moveTo>
                <a:lnTo>
                  <a:pt x="990612" y="111252"/>
                </a:lnTo>
                <a:lnTo>
                  <a:pt x="972324" y="128016"/>
                </a:lnTo>
                <a:lnTo>
                  <a:pt x="935748" y="128016"/>
                </a:lnTo>
                <a:lnTo>
                  <a:pt x="950341" y="109118"/>
                </a:lnTo>
                <a:lnTo>
                  <a:pt x="962228" y="93345"/>
                </a:lnTo>
                <a:lnTo>
                  <a:pt x="971537" y="80441"/>
                </a:lnTo>
                <a:lnTo>
                  <a:pt x="977404" y="71628"/>
                </a:lnTo>
                <a:lnTo>
                  <a:pt x="978420" y="70104"/>
                </a:lnTo>
                <a:lnTo>
                  <a:pt x="999756" y="51816"/>
                </a:lnTo>
                <a:lnTo>
                  <a:pt x="970800" y="28956"/>
                </a:lnTo>
                <a:lnTo>
                  <a:pt x="966203" y="39865"/>
                </a:lnTo>
                <a:lnTo>
                  <a:pt x="961466" y="49911"/>
                </a:lnTo>
                <a:lnTo>
                  <a:pt x="956437" y="59397"/>
                </a:lnTo>
                <a:lnTo>
                  <a:pt x="950988" y="68580"/>
                </a:lnTo>
                <a:lnTo>
                  <a:pt x="950988" y="71628"/>
                </a:lnTo>
                <a:lnTo>
                  <a:pt x="942670" y="85369"/>
                </a:lnTo>
                <a:lnTo>
                  <a:pt x="933653" y="99250"/>
                </a:lnTo>
                <a:lnTo>
                  <a:pt x="923759" y="113423"/>
                </a:lnTo>
                <a:lnTo>
                  <a:pt x="912888" y="128016"/>
                </a:lnTo>
                <a:lnTo>
                  <a:pt x="902220" y="128016"/>
                </a:lnTo>
                <a:lnTo>
                  <a:pt x="902220" y="71628"/>
                </a:lnTo>
                <a:lnTo>
                  <a:pt x="950988" y="71628"/>
                </a:lnTo>
                <a:lnTo>
                  <a:pt x="950988" y="68580"/>
                </a:lnTo>
                <a:lnTo>
                  <a:pt x="929652" y="47244"/>
                </a:lnTo>
                <a:lnTo>
                  <a:pt x="914412" y="62484"/>
                </a:lnTo>
                <a:lnTo>
                  <a:pt x="902220" y="62484"/>
                </a:lnTo>
                <a:lnTo>
                  <a:pt x="902220" y="24384"/>
                </a:lnTo>
                <a:lnTo>
                  <a:pt x="912888" y="13716"/>
                </a:lnTo>
                <a:lnTo>
                  <a:pt x="880884" y="0"/>
                </a:lnTo>
                <a:lnTo>
                  <a:pt x="882332" y="39865"/>
                </a:lnTo>
                <a:lnTo>
                  <a:pt x="882408" y="62484"/>
                </a:lnTo>
                <a:lnTo>
                  <a:pt x="815352" y="62484"/>
                </a:lnTo>
                <a:lnTo>
                  <a:pt x="829068" y="76200"/>
                </a:lnTo>
                <a:lnTo>
                  <a:pt x="838212" y="74206"/>
                </a:lnTo>
                <a:lnTo>
                  <a:pt x="847356" y="72771"/>
                </a:lnTo>
                <a:lnTo>
                  <a:pt x="856500" y="71920"/>
                </a:lnTo>
                <a:lnTo>
                  <a:pt x="865644" y="71628"/>
                </a:lnTo>
                <a:lnTo>
                  <a:pt x="882408" y="71628"/>
                </a:lnTo>
                <a:lnTo>
                  <a:pt x="882408" y="128016"/>
                </a:lnTo>
                <a:lnTo>
                  <a:pt x="790968" y="128016"/>
                </a:lnTo>
                <a:lnTo>
                  <a:pt x="804684" y="141732"/>
                </a:lnTo>
                <a:lnTo>
                  <a:pt x="812634" y="139738"/>
                </a:lnTo>
                <a:lnTo>
                  <a:pt x="820305" y="138303"/>
                </a:lnTo>
                <a:lnTo>
                  <a:pt x="827392" y="137452"/>
                </a:lnTo>
                <a:lnTo>
                  <a:pt x="833640" y="137160"/>
                </a:lnTo>
                <a:lnTo>
                  <a:pt x="906792" y="137160"/>
                </a:lnTo>
                <a:lnTo>
                  <a:pt x="897077" y="148615"/>
                </a:lnTo>
                <a:lnTo>
                  <a:pt x="886218" y="160210"/>
                </a:lnTo>
                <a:lnTo>
                  <a:pt x="874217" y="172097"/>
                </a:lnTo>
                <a:lnTo>
                  <a:pt x="861072" y="184404"/>
                </a:lnTo>
                <a:lnTo>
                  <a:pt x="842784" y="176784"/>
                </a:lnTo>
                <a:lnTo>
                  <a:pt x="844308" y="185928"/>
                </a:lnTo>
                <a:lnTo>
                  <a:pt x="844308" y="196596"/>
                </a:lnTo>
                <a:lnTo>
                  <a:pt x="832319" y="204622"/>
                </a:lnTo>
                <a:lnTo>
                  <a:pt x="819353" y="212788"/>
                </a:lnTo>
                <a:lnTo>
                  <a:pt x="790968" y="230124"/>
                </a:lnTo>
                <a:lnTo>
                  <a:pt x="792492" y="236220"/>
                </a:lnTo>
                <a:lnTo>
                  <a:pt x="808532" y="229387"/>
                </a:lnTo>
                <a:lnTo>
                  <a:pt x="822591" y="222694"/>
                </a:lnTo>
                <a:lnTo>
                  <a:pt x="834923" y="216293"/>
                </a:lnTo>
                <a:lnTo>
                  <a:pt x="845832" y="210312"/>
                </a:lnTo>
                <a:lnTo>
                  <a:pt x="845807" y="258038"/>
                </a:lnTo>
                <a:lnTo>
                  <a:pt x="845642" y="298323"/>
                </a:lnTo>
                <a:lnTo>
                  <a:pt x="845185" y="331190"/>
                </a:lnTo>
                <a:lnTo>
                  <a:pt x="844308" y="356616"/>
                </a:lnTo>
                <a:lnTo>
                  <a:pt x="865644" y="345948"/>
                </a:lnTo>
                <a:lnTo>
                  <a:pt x="865644" y="313944"/>
                </a:lnTo>
                <a:lnTo>
                  <a:pt x="949464" y="313944"/>
                </a:lnTo>
                <a:lnTo>
                  <a:pt x="949464" y="344424"/>
                </a:lnTo>
                <a:lnTo>
                  <a:pt x="972324" y="332232"/>
                </a:lnTo>
                <a:lnTo>
                  <a:pt x="971308" y="313944"/>
                </a:lnTo>
                <a:lnTo>
                  <a:pt x="971194" y="311950"/>
                </a:lnTo>
                <a:lnTo>
                  <a:pt x="970953" y="304800"/>
                </a:lnTo>
                <a:lnTo>
                  <a:pt x="970229" y="283083"/>
                </a:lnTo>
                <a:lnTo>
                  <a:pt x="969606" y="249936"/>
                </a:lnTo>
                <a:lnTo>
                  <a:pt x="969505" y="240792"/>
                </a:lnTo>
                <a:lnTo>
                  <a:pt x="969276" y="199644"/>
                </a:lnTo>
                <a:lnTo>
                  <a:pt x="984516" y="192024"/>
                </a:lnTo>
                <a:lnTo>
                  <a:pt x="977785" y="184404"/>
                </a:lnTo>
                <a:lnTo>
                  <a:pt x="976439" y="182880"/>
                </a:lnTo>
                <a:lnTo>
                  <a:pt x="961656" y="166116"/>
                </a:lnTo>
                <a:lnTo>
                  <a:pt x="949464" y="182880"/>
                </a:lnTo>
                <a:lnTo>
                  <a:pt x="949464" y="192024"/>
                </a:lnTo>
                <a:lnTo>
                  <a:pt x="949464" y="240792"/>
                </a:lnTo>
                <a:lnTo>
                  <a:pt x="949464" y="249936"/>
                </a:lnTo>
                <a:lnTo>
                  <a:pt x="949464" y="304800"/>
                </a:lnTo>
                <a:lnTo>
                  <a:pt x="865644" y="304800"/>
                </a:lnTo>
                <a:lnTo>
                  <a:pt x="865644" y="249936"/>
                </a:lnTo>
                <a:lnTo>
                  <a:pt x="949464" y="249936"/>
                </a:lnTo>
                <a:lnTo>
                  <a:pt x="949464" y="240792"/>
                </a:lnTo>
                <a:lnTo>
                  <a:pt x="865644" y="240792"/>
                </a:lnTo>
                <a:lnTo>
                  <a:pt x="865644" y="210312"/>
                </a:lnTo>
                <a:lnTo>
                  <a:pt x="865644" y="199644"/>
                </a:lnTo>
                <a:lnTo>
                  <a:pt x="877836" y="192024"/>
                </a:lnTo>
                <a:lnTo>
                  <a:pt x="949464" y="192024"/>
                </a:lnTo>
                <a:lnTo>
                  <a:pt x="949464" y="182880"/>
                </a:lnTo>
                <a:lnTo>
                  <a:pt x="886980" y="182880"/>
                </a:lnTo>
                <a:lnTo>
                  <a:pt x="913079" y="157162"/>
                </a:lnTo>
                <a:lnTo>
                  <a:pt x="923188" y="146672"/>
                </a:lnTo>
                <a:lnTo>
                  <a:pt x="931176" y="137160"/>
                </a:lnTo>
                <a:lnTo>
                  <a:pt x="1014996" y="137160"/>
                </a:lnTo>
                <a:close/>
              </a:path>
              <a:path w="1144904" h="361314">
                <a:moveTo>
                  <a:pt x="1144536" y="44196"/>
                </a:moveTo>
                <a:lnTo>
                  <a:pt x="1136916" y="36576"/>
                </a:lnTo>
                <a:lnTo>
                  <a:pt x="1121676" y="21336"/>
                </a:lnTo>
                <a:lnTo>
                  <a:pt x="1106436" y="36576"/>
                </a:lnTo>
                <a:lnTo>
                  <a:pt x="1039380" y="36576"/>
                </a:lnTo>
                <a:lnTo>
                  <a:pt x="1018044" y="22860"/>
                </a:lnTo>
                <a:lnTo>
                  <a:pt x="1018273" y="60629"/>
                </a:lnTo>
                <a:lnTo>
                  <a:pt x="1018806" y="100965"/>
                </a:lnTo>
                <a:lnTo>
                  <a:pt x="1019327" y="144170"/>
                </a:lnTo>
                <a:lnTo>
                  <a:pt x="1019454" y="168808"/>
                </a:lnTo>
                <a:lnTo>
                  <a:pt x="1019327" y="236461"/>
                </a:lnTo>
                <a:lnTo>
                  <a:pt x="1018273" y="322097"/>
                </a:lnTo>
                <a:lnTo>
                  <a:pt x="1018044" y="361188"/>
                </a:lnTo>
                <a:lnTo>
                  <a:pt x="1039380" y="352044"/>
                </a:lnTo>
                <a:lnTo>
                  <a:pt x="1039380" y="45720"/>
                </a:lnTo>
                <a:lnTo>
                  <a:pt x="1106436" y="45720"/>
                </a:lnTo>
                <a:lnTo>
                  <a:pt x="1072908" y="149352"/>
                </a:lnTo>
                <a:lnTo>
                  <a:pt x="1085456" y="168808"/>
                </a:lnTo>
                <a:lnTo>
                  <a:pt x="1095578" y="186118"/>
                </a:lnTo>
                <a:lnTo>
                  <a:pt x="1110830" y="225437"/>
                </a:lnTo>
                <a:lnTo>
                  <a:pt x="1114056" y="245364"/>
                </a:lnTo>
                <a:lnTo>
                  <a:pt x="1114056" y="251460"/>
                </a:lnTo>
                <a:lnTo>
                  <a:pt x="1111008" y="256032"/>
                </a:lnTo>
                <a:lnTo>
                  <a:pt x="1107960" y="262128"/>
                </a:lnTo>
                <a:lnTo>
                  <a:pt x="1103388" y="266700"/>
                </a:lnTo>
                <a:lnTo>
                  <a:pt x="1095768" y="269748"/>
                </a:lnTo>
                <a:lnTo>
                  <a:pt x="1085100" y="269748"/>
                </a:lnTo>
                <a:lnTo>
                  <a:pt x="1079665" y="269468"/>
                </a:lnTo>
                <a:lnTo>
                  <a:pt x="1072527" y="268605"/>
                </a:lnTo>
                <a:lnTo>
                  <a:pt x="1063663" y="267182"/>
                </a:lnTo>
                <a:lnTo>
                  <a:pt x="1053096" y="265176"/>
                </a:lnTo>
                <a:lnTo>
                  <a:pt x="1053096" y="272796"/>
                </a:lnTo>
                <a:lnTo>
                  <a:pt x="1067663" y="278206"/>
                </a:lnTo>
                <a:lnTo>
                  <a:pt x="1079385" y="285178"/>
                </a:lnTo>
                <a:lnTo>
                  <a:pt x="1088237" y="293585"/>
                </a:lnTo>
                <a:lnTo>
                  <a:pt x="1094244" y="303276"/>
                </a:lnTo>
                <a:lnTo>
                  <a:pt x="1103960" y="298157"/>
                </a:lnTo>
                <a:lnTo>
                  <a:pt x="1130427" y="269748"/>
                </a:lnTo>
                <a:lnTo>
                  <a:pt x="1135672" y="245656"/>
                </a:lnTo>
                <a:lnTo>
                  <a:pt x="1135392" y="231648"/>
                </a:lnTo>
                <a:lnTo>
                  <a:pt x="1131125" y="215341"/>
                </a:lnTo>
                <a:lnTo>
                  <a:pt x="1120724" y="196024"/>
                </a:lnTo>
                <a:lnTo>
                  <a:pt x="1104315" y="173570"/>
                </a:lnTo>
                <a:lnTo>
                  <a:pt x="1082052" y="147828"/>
                </a:lnTo>
                <a:lnTo>
                  <a:pt x="1129296" y="51816"/>
                </a:lnTo>
                <a:lnTo>
                  <a:pt x="1141488" y="45720"/>
                </a:lnTo>
                <a:lnTo>
                  <a:pt x="1144536" y="4419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" name="object 58"/>
          <p:cNvSpPr/>
          <p:nvPr/>
        </p:nvSpPr>
        <p:spPr>
          <a:xfrm>
            <a:off x="3351263" y="5873496"/>
            <a:ext cx="1125220" cy="358775"/>
          </a:xfrm>
          <a:custGeom>
            <a:avLst/>
            <a:gdLst/>
            <a:ahLst/>
            <a:cxnLst/>
            <a:rect l="l" t="t" r="r" b="b"/>
            <a:pathLst>
              <a:path w="1125220" h="358775">
                <a:moveTo>
                  <a:pt x="155460" y="147840"/>
                </a:moveTo>
                <a:lnTo>
                  <a:pt x="150177" y="143268"/>
                </a:lnTo>
                <a:lnTo>
                  <a:pt x="132600" y="128028"/>
                </a:lnTo>
                <a:lnTo>
                  <a:pt x="123456" y="139458"/>
                </a:lnTo>
                <a:lnTo>
                  <a:pt x="123456" y="152412"/>
                </a:lnTo>
                <a:lnTo>
                  <a:pt x="123456" y="192036"/>
                </a:lnTo>
                <a:lnTo>
                  <a:pt x="123456" y="201180"/>
                </a:lnTo>
                <a:lnTo>
                  <a:pt x="123456" y="245376"/>
                </a:lnTo>
                <a:lnTo>
                  <a:pt x="42672" y="245376"/>
                </a:lnTo>
                <a:lnTo>
                  <a:pt x="42672" y="201180"/>
                </a:lnTo>
                <a:lnTo>
                  <a:pt x="123456" y="201180"/>
                </a:lnTo>
                <a:lnTo>
                  <a:pt x="123456" y="192036"/>
                </a:lnTo>
                <a:lnTo>
                  <a:pt x="42672" y="192036"/>
                </a:lnTo>
                <a:lnTo>
                  <a:pt x="42672" y="152412"/>
                </a:lnTo>
                <a:lnTo>
                  <a:pt x="123456" y="152412"/>
                </a:lnTo>
                <a:lnTo>
                  <a:pt x="123456" y="139458"/>
                </a:lnTo>
                <a:lnTo>
                  <a:pt x="120408" y="143268"/>
                </a:lnTo>
                <a:lnTo>
                  <a:pt x="42672" y="143268"/>
                </a:lnTo>
                <a:lnTo>
                  <a:pt x="19812" y="131076"/>
                </a:lnTo>
                <a:lnTo>
                  <a:pt x="20701" y="146507"/>
                </a:lnTo>
                <a:lnTo>
                  <a:pt x="21145" y="169938"/>
                </a:lnTo>
                <a:lnTo>
                  <a:pt x="21272" y="192036"/>
                </a:lnTo>
                <a:lnTo>
                  <a:pt x="21145" y="312623"/>
                </a:lnTo>
                <a:lnTo>
                  <a:pt x="20701" y="338734"/>
                </a:lnTo>
                <a:lnTo>
                  <a:pt x="19812" y="358152"/>
                </a:lnTo>
                <a:lnTo>
                  <a:pt x="42672" y="345960"/>
                </a:lnTo>
                <a:lnTo>
                  <a:pt x="42672" y="254520"/>
                </a:lnTo>
                <a:lnTo>
                  <a:pt x="123456" y="254520"/>
                </a:lnTo>
                <a:lnTo>
                  <a:pt x="123456" y="318528"/>
                </a:lnTo>
                <a:lnTo>
                  <a:pt x="120408" y="324624"/>
                </a:lnTo>
                <a:lnTo>
                  <a:pt x="112788" y="324624"/>
                </a:lnTo>
                <a:lnTo>
                  <a:pt x="106159" y="324358"/>
                </a:lnTo>
                <a:lnTo>
                  <a:pt x="73152" y="321576"/>
                </a:lnTo>
                <a:lnTo>
                  <a:pt x="73152" y="327672"/>
                </a:lnTo>
                <a:lnTo>
                  <a:pt x="90284" y="333717"/>
                </a:lnTo>
                <a:lnTo>
                  <a:pt x="102692" y="340626"/>
                </a:lnTo>
                <a:lnTo>
                  <a:pt x="110236" y="348665"/>
                </a:lnTo>
                <a:lnTo>
                  <a:pt x="112788" y="358152"/>
                </a:lnTo>
                <a:lnTo>
                  <a:pt x="127622" y="350405"/>
                </a:lnTo>
                <a:lnTo>
                  <a:pt x="143268" y="254520"/>
                </a:lnTo>
                <a:lnTo>
                  <a:pt x="143268" y="245376"/>
                </a:lnTo>
                <a:lnTo>
                  <a:pt x="143268" y="201180"/>
                </a:lnTo>
                <a:lnTo>
                  <a:pt x="143268" y="192036"/>
                </a:lnTo>
                <a:lnTo>
                  <a:pt x="143268" y="158508"/>
                </a:lnTo>
                <a:lnTo>
                  <a:pt x="150228" y="152412"/>
                </a:lnTo>
                <a:lnTo>
                  <a:pt x="155460" y="147840"/>
                </a:lnTo>
                <a:close/>
              </a:path>
              <a:path w="1125220" h="358775">
                <a:moveTo>
                  <a:pt x="170700" y="100596"/>
                </a:moveTo>
                <a:lnTo>
                  <a:pt x="170256" y="97548"/>
                </a:lnTo>
                <a:lnTo>
                  <a:pt x="169837" y="94640"/>
                </a:lnTo>
                <a:lnTo>
                  <a:pt x="169773" y="94500"/>
                </a:lnTo>
                <a:lnTo>
                  <a:pt x="140601" y="62306"/>
                </a:lnTo>
                <a:lnTo>
                  <a:pt x="117360" y="47256"/>
                </a:lnTo>
                <a:lnTo>
                  <a:pt x="114312" y="51828"/>
                </a:lnTo>
                <a:lnTo>
                  <a:pt x="120865" y="59448"/>
                </a:lnTo>
                <a:lnTo>
                  <a:pt x="127266" y="68783"/>
                </a:lnTo>
                <a:lnTo>
                  <a:pt x="133591" y="79463"/>
                </a:lnTo>
                <a:lnTo>
                  <a:pt x="140220" y="91452"/>
                </a:lnTo>
                <a:lnTo>
                  <a:pt x="24384" y="94500"/>
                </a:lnTo>
                <a:lnTo>
                  <a:pt x="32727" y="86779"/>
                </a:lnTo>
                <a:lnTo>
                  <a:pt x="41910" y="77355"/>
                </a:lnTo>
                <a:lnTo>
                  <a:pt x="52247" y="66205"/>
                </a:lnTo>
                <a:lnTo>
                  <a:pt x="64008" y="53352"/>
                </a:lnTo>
                <a:lnTo>
                  <a:pt x="76009" y="41935"/>
                </a:lnTo>
                <a:lnTo>
                  <a:pt x="86880" y="32969"/>
                </a:lnTo>
                <a:lnTo>
                  <a:pt x="96596" y="26555"/>
                </a:lnTo>
                <a:lnTo>
                  <a:pt x="105168" y="22872"/>
                </a:lnTo>
                <a:lnTo>
                  <a:pt x="77736" y="12"/>
                </a:lnTo>
                <a:lnTo>
                  <a:pt x="52870" y="43726"/>
                </a:lnTo>
                <a:lnTo>
                  <a:pt x="28943" y="73444"/>
                </a:lnTo>
                <a:lnTo>
                  <a:pt x="0" y="91452"/>
                </a:lnTo>
                <a:lnTo>
                  <a:pt x="15240" y="120408"/>
                </a:lnTo>
                <a:lnTo>
                  <a:pt x="53174" y="107975"/>
                </a:lnTo>
                <a:lnTo>
                  <a:pt x="112788" y="101358"/>
                </a:lnTo>
                <a:lnTo>
                  <a:pt x="129311" y="99593"/>
                </a:lnTo>
                <a:lnTo>
                  <a:pt x="143268" y="97548"/>
                </a:lnTo>
                <a:lnTo>
                  <a:pt x="146316" y="106692"/>
                </a:lnTo>
                <a:lnTo>
                  <a:pt x="149364" y="112788"/>
                </a:lnTo>
                <a:lnTo>
                  <a:pt x="150888" y="117360"/>
                </a:lnTo>
                <a:lnTo>
                  <a:pt x="150888" y="120408"/>
                </a:lnTo>
                <a:lnTo>
                  <a:pt x="152412" y="121932"/>
                </a:lnTo>
                <a:lnTo>
                  <a:pt x="156984" y="121932"/>
                </a:lnTo>
                <a:lnTo>
                  <a:pt x="160032" y="120408"/>
                </a:lnTo>
                <a:lnTo>
                  <a:pt x="167652" y="112788"/>
                </a:lnTo>
                <a:lnTo>
                  <a:pt x="169176" y="108216"/>
                </a:lnTo>
                <a:lnTo>
                  <a:pt x="170700" y="100596"/>
                </a:lnTo>
                <a:close/>
              </a:path>
              <a:path w="1125220" h="358775">
                <a:moveTo>
                  <a:pt x="336816" y="140220"/>
                </a:moveTo>
                <a:lnTo>
                  <a:pt x="327672" y="137172"/>
                </a:lnTo>
                <a:lnTo>
                  <a:pt x="321576" y="131076"/>
                </a:lnTo>
                <a:lnTo>
                  <a:pt x="320052" y="121932"/>
                </a:lnTo>
                <a:lnTo>
                  <a:pt x="318046" y="113906"/>
                </a:lnTo>
                <a:lnTo>
                  <a:pt x="316623" y="105740"/>
                </a:lnTo>
                <a:lnTo>
                  <a:pt x="315760" y="97282"/>
                </a:lnTo>
                <a:lnTo>
                  <a:pt x="315468" y="88404"/>
                </a:lnTo>
                <a:lnTo>
                  <a:pt x="309384" y="88404"/>
                </a:lnTo>
                <a:lnTo>
                  <a:pt x="309143" y="100380"/>
                </a:lnTo>
                <a:lnTo>
                  <a:pt x="308622" y="111074"/>
                </a:lnTo>
                <a:lnTo>
                  <a:pt x="308089" y="120332"/>
                </a:lnTo>
                <a:lnTo>
                  <a:pt x="307860" y="128028"/>
                </a:lnTo>
                <a:lnTo>
                  <a:pt x="306336" y="137172"/>
                </a:lnTo>
                <a:lnTo>
                  <a:pt x="300240" y="143268"/>
                </a:lnTo>
                <a:lnTo>
                  <a:pt x="237744" y="143268"/>
                </a:lnTo>
                <a:lnTo>
                  <a:pt x="227749" y="142354"/>
                </a:lnTo>
                <a:lnTo>
                  <a:pt x="220611" y="139458"/>
                </a:lnTo>
                <a:lnTo>
                  <a:pt x="216319" y="134264"/>
                </a:lnTo>
                <a:lnTo>
                  <a:pt x="214896" y="126504"/>
                </a:lnTo>
                <a:lnTo>
                  <a:pt x="214896" y="97548"/>
                </a:lnTo>
                <a:lnTo>
                  <a:pt x="233514" y="90995"/>
                </a:lnTo>
                <a:lnTo>
                  <a:pt x="236080" y="89928"/>
                </a:lnTo>
                <a:lnTo>
                  <a:pt x="252996" y="82880"/>
                </a:lnTo>
                <a:lnTo>
                  <a:pt x="273608" y="73329"/>
                </a:lnTo>
                <a:lnTo>
                  <a:pt x="295656" y="62496"/>
                </a:lnTo>
                <a:lnTo>
                  <a:pt x="309384" y="60972"/>
                </a:lnTo>
                <a:lnTo>
                  <a:pt x="286524" y="35064"/>
                </a:lnTo>
                <a:lnTo>
                  <a:pt x="273392" y="50495"/>
                </a:lnTo>
                <a:lnTo>
                  <a:pt x="256997" y="64782"/>
                </a:lnTo>
                <a:lnTo>
                  <a:pt x="237439" y="77927"/>
                </a:lnTo>
                <a:lnTo>
                  <a:pt x="214896" y="89928"/>
                </a:lnTo>
                <a:lnTo>
                  <a:pt x="214896" y="36588"/>
                </a:lnTo>
                <a:lnTo>
                  <a:pt x="228612" y="24396"/>
                </a:lnTo>
                <a:lnTo>
                  <a:pt x="193560" y="9156"/>
                </a:lnTo>
                <a:lnTo>
                  <a:pt x="194437" y="23075"/>
                </a:lnTo>
                <a:lnTo>
                  <a:pt x="194894" y="48590"/>
                </a:lnTo>
                <a:lnTo>
                  <a:pt x="194995" y="73329"/>
                </a:lnTo>
                <a:lnTo>
                  <a:pt x="195084" y="132600"/>
                </a:lnTo>
                <a:lnTo>
                  <a:pt x="197078" y="145453"/>
                </a:lnTo>
                <a:lnTo>
                  <a:pt x="203085" y="154317"/>
                </a:lnTo>
                <a:lnTo>
                  <a:pt x="213080" y="159169"/>
                </a:lnTo>
                <a:lnTo>
                  <a:pt x="227088" y="160032"/>
                </a:lnTo>
                <a:lnTo>
                  <a:pt x="292608" y="160032"/>
                </a:lnTo>
                <a:lnTo>
                  <a:pt x="308305" y="158864"/>
                </a:lnTo>
                <a:lnTo>
                  <a:pt x="321005" y="155270"/>
                </a:lnTo>
                <a:lnTo>
                  <a:pt x="330542" y="149098"/>
                </a:lnTo>
                <a:lnTo>
                  <a:pt x="334657" y="143268"/>
                </a:lnTo>
                <a:lnTo>
                  <a:pt x="336816" y="140220"/>
                </a:lnTo>
                <a:close/>
              </a:path>
              <a:path w="1125220" h="358775">
                <a:moveTo>
                  <a:pt x="341388" y="323100"/>
                </a:moveTo>
                <a:lnTo>
                  <a:pt x="321767" y="287858"/>
                </a:lnTo>
                <a:lnTo>
                  <a:pt x="320052" y="265188"/>
                </a:lnTo>
                <a:lnTo>
                  <a:pt x="313944" y="265188"/>
                </a:lnTo>
                <a:lnTo>
                  <a:pt x="313067" y="276326"/>
                </a:lnTo>
                <a:lnTo>
                  <a:pt x="312610" y="286905"/>
                </a:lnTo>
                <a:lnTo>
                  <a:pt x="312445" y="296900"/>
                </a:lnTo>
                <a:lnTo>
                  <a:pt x="312420" y="306336"/>
                </a:lnTo>
                <a:lnTo>
                  <a:pt x="310426" y="315239"/>
                </a:lnTo>
                <a:lnTo>
                  <a:pt x="306717" y="321576"/>
                </a:lnTo>
                <a:lnTo>
                  <a:pt x="301282" y="325615"/>
                </a:lnTo>
                <a:lnTo>
                  <a:pt x="294132" y="327672"/>
                </a:lnTo>
                <a:lnTo>
                  <a:pt x="233184" y="327672"/>
                </a:lnTo>
                <a:lnTo>
                  <a:pt x="223177" y="327101"/>
                </a:lnTo>
                <a:lnTo>
                  <a:pt x="216039" y="323100"/>
                </a:lnTo>
                <a:lnTo>
                  <a:pt x="211747" y="315671"/>
                </a:lnTo>
                <a:lnTo>
                  <a:pt x="210324" y="304812"/>
                </a:lnTo>
                <a:lnTo>
                  <a:pt x="210324" y="266712"/>
                </a:lnTo>
                <a:lnTo>
                  <a:pt x="230225" y="257568"/>
                </a:lnTo>
                <a:lnTo>
                  <a:pt x="231470" y="256997"/>
                </a:lnTo>
                <a:lnTo>
                  <a:pt x="253758" y="246138"/>
                </a:lnTo>
                <a:lnTo>
                  <a:pt x="277190" y="234137"/>
                </a:lnTo>
                <a:lnTo>
                  <a:pt x="301764" y="220992"/>
                </a:lnTo>
                <a:lnTo>
                  <a:pt x="315468" y="220992"/>
                </a:lnTo>
                <a:lnTo>
                  <a:pt x="291096" y="192036"/>
                </a:lnTo>
                <a:lnTo>
                  <a:pt x="275894" y="209765"/>
                </a:lnTo>
                <a:lnTo>
                  <a:pt x="257568" y="226517"/>
                </a:lnTo>
                <a:lnTo>
                  <a:pt x="235800" y="242392"/>
                </a:lnTo>
                <a:lnTo>
                  <a:pt x="210324" y="257568"/>
                </a:lnTo>
                <a:lnTo>
                  <a:pt x="210324" y="208800"/>
                </a:lnTo>
                <a:lnTo>
                  <a:pt x="224040" y="198132"/>
                </a:lnTo>
                <a:lnTo>
                  <a:pt x="188988" y="181368"/>
                </a:lnTo>
                <a:lnTo>
                  <a:pt x="190258" y="220992"/>
                </a:lnTo>
                <a:lnTo>
                  <a:pt x="190512" y="318528"/>
                </a:lnTo>
                <a:lnTo>
                  <a:pt x="193382" y="330530"/>
                </a:lnTo>
                <a:lnTo>
                  <a:pt x="199847" y="339102"/>
                </a:lnTo>
                <a:lnTo>
                  <a:pt x="210007" y="344246"/>
                </a:lnTo>
                <a:lnTo>
                  <a:pt x="224040" y="345960"/>
                </a:lnTo>
                <a:lnTo>
                  <a:pt x="295656" y="345960"/>
                </a:lnTo>
                <a:lnTo>
                  <a:pt x="312242" y="343674"/>
                </a:lnTo>
                <a:lnTo>
                  <a:pt x="325386" y="339102"/>
                </a:lnTo>
                <a:lnTo>
                  <a:pt x="335102" y="332244"/>
                </a:lnTo>
                <a:lnTo>
                  <a:pt x="338239" y="327672"/>
                </a:lnTo>
                <a:lnTo>
                  <a:pt x="341388" y="323100"/>
                </a:lnTo>
                <a:close/>
              </a:path>
              <a:path w="1125220" h="358775">
                <a:moveTo>
                  <a:pt x="736104" y="169164"/>
                </a:moveTo>
                <a:lnTo>
                  <a:pt x="701052" y="135636"/>
                </a:lnTo>
                <a:lnTo>
                  <a:pt x="676668" y="160020"/>
                </a:lnTo>
                <a:lnTo>
                  <a:pt x="627900" y="160020"/>
                </a:lnTo>
                <a:lnTo>
                  <a:pt x="627900" y="45720"/>
                </a:lnTo>
                <a:lnTo>
                  <a:pt x="716292" y="45720"/>
                </a:lnTo>
                <a:lnTo>
                  <a:pt x="682764" y="13716"/>
                </a:lnTo>
                <a:lnTo>
                  <a:pt x="659904" y="36576"/>
                </a:lnTo>
                <a:lnTo>
                  <a:pt x="605040" y="36576"/>
                </a:lnTo>
                <a:lnTo>
                  <a:pt x="605040" y="45720"/>
                </a:lnTo>
                <a:lnTo>
                  <a:pt x="605040" y="160020"/>
                </a:lnTo>
                <a:lnTo>
                  <a:pt x="510552" y="160020"/>
                </a:lnTo>
                <a:lnTo>
                  <a:pt x="510552" y="45720"/>
                </a:lnTo>
                <a:lnTo>
                  <a:pt x="605040" y="45720"/>
                </a:lnTo>
                <a:lnTo>
                  <a:pt x="605040" y="36576"/>
                </a:lnTo>
                <a:lnTo>
                  <a:pt x="399300" y="36576"/>
                </a:lnTo>
                <a:lnTo>
                  <a:pt x="413016" y="50292"/>
                </a:lnTo>
                <a:lnTo>
                  <a:pt x="421297" y="48298"/>
                </a:lnTo>
                <a:lnTo>
                  <a:pt x="430161" y="46863"/>
                </a:lnTo>
                <a:lnTo>
                  <a:pt x="439585" y="46012"/>
                </a:lnTo>
                <a:lnTo>
                  <a:pt x="449592" y="45720"/>
                </a:lnTo>
                <a:lnTo>
                  <a:pt x="487692" y="45720"/>
                </a:lnTo>
                <a:lnTo>
                  <a:pt x="487692" y="160020"/>
                </a:lnTo>
                <a:lnTo>
                  <a:pt x="377964" y="160020"/>
                </a:lnTo>
                <a:lnTo>
                  <a:pt x="391680" y="175260"/>
                </a:lnTo>
                <a:lnTo>
                  <a:pt x="399961" y="172389"/>
                </a:lnTo>
                <a:lnTo>
                  <a:pt x="408825" y="170497"/>
                </a:lnTo>
                <a:lnTo>
                  <a:pt x="418249" y="169481"/>
                </a:lnTo>
                <a:lnTo>
                  <a:pt x="428256" y="169164"/>
                </a:lnTo>
                <a:lnTo>
                  <a:pt x="487692" y="169164"/>
                </a:lnTo>
                <a:lnTo>
                  <a:pt x="479691" y="232219"/>
                </a:lnTo>
                <a:lnTo>
                  <a:pt x="460260" y="280416"/>
                </a:lnTo>
                <a:lnTo>
                  <a:pt x="427875" y="319278"/>
                </a:lnTo>
                <a:lnTo>
                  <a:pt x="384060" y="353568"/>
                </a:lnTo>
                <a:lnTo>
                  <a:pt x="388632" y="358140"/>
                </a:lnTo>
                <a:lnTo>
                  <a:pt x="444258" y="320802"/>
                </a:lnTo>
                <a:lnTo>
                  <a:pt x="481596" y="278892"/>
                </a:lnTo>
                <a:lnTo>
                  <a:pt x="502361" y="229743"/>
                </a:lnTo>
                <a:lnTo>
                  <a:pt x="510552" y="169164"/>
                </a:lnTo>
                <a:lnTo>
                  <a:pt x="605040" y="169164"/>
                </a:lnTo>
                <a:lnTo>
                  <a:pt x="604926" y="303517"/>
                </a:lnTo>
                <a:lnTo>
                  <a:pt x="604850" y="312801"/>
                </a:lnTo>
                <a:lnTo>
                  <a:pt x="604393" y="333095"/>
                </a:lnTo>
                <a:lnTo>
                  <a:pt x="603516" y="355092"/>
                </a:lnTo>
                <a:lnTo>
                  <a:pt x="629424" y="345948"/>
                </a:lnTo>
                <a:lnTo>
                  <a:pt x="629183" y="332003"/>
                </a:lnTo>
                <a:lnTo>
                  <a:pt x="628129" y="303517"/>
                </a:lnTo>
                <a:lnTo>
                  <a:pt x="627976" y="294233"/>
                </a:lnTo>
                <a:lnTo>
                  <a:pt x="627900" y="169164"/>
                </a:lnTo>
                <a:lnTo>
                  <a:pt x="736104" y="169164"/>
                </a:lnTo>
                <a:close/>
              </a:path>
              <a:path w="1125220" h="358775">
                <a:moveTo>
                  <a:pt x="1124724" y="146304"/>
                </a:moveTo>
                <a:lnTo>
                  <a:pt x="1063383" y="129349"/>
                </a:lnTo>
                <a:lnTo>
                  <a:pt x="1013472" y="97536"/>
                </a:lnTo>
                <a:lnTo>
                  <a:pt x="975753" y="61150"/>
                </a:lnTo>
                <a:lnTo>
                  <a:pt x="953566" y="32004"/>
                </a:lnTo>
                <a:lnTo>
                  <a:pt x="949464" y="25908"/>
                </a:lnTo>
                <a:lnTo>
                  <a:pt x="961656" y="18288"/>
                </a:lnTo>
                <a:lnTo>
                  <a:pt x="929652" y="0"/>
                </a:lnTo>
                <a:lnTo>
                  <a:pt x="917092" y="27127"/>
                </a:lnTo>
                <a:lnTo>
                  <a:pt x="902411" y="53530"/>
                </a:lnTo>
                <a:lnTo>
                  <a:pt x="867168" y="103632"/>
                </a:lnTo>
                <a:lnTo>
                  <a:pt x="822020" y="149733"/>
                </a:lnTo>
                <a:lnTo>
                  <a:pt x="766584" y="188976"/>
                </a:lnTo>
                <a:lnTo>
                  <a:pt x="768108" y="193548"/>
                </a:lnTo>
                <a:lnTo>
                  <a:pt x="787247" y="184975"/>
                </a:lnTo>
                <a:lnTo>
                  <a:pt x="805827" y="175260"/>
                </a:lnTo>
                <a:lnTo>
                  <a:pt x="823823" y="164401"/>
                </a:lnTo>
                <a:lnTo>
                  <a:pt x="841260" y="152400"/>
                </a:lnTo>
                <a:lnTo>
                  <a:pt x="851928" y="163068"/>
                </a:lnTo>
                <a:lnTo>
                  <a:pt x="859332" y="161074"/>
                </a:lnTo>
                <a:lnTo>
                  <a:pt x="867740" y="159639"/>
                </a:lnTo>
                <a:lnTo>
                  <a:pt x="876998" y="158788"/>
                </a:lnTo>
                <a:lnTo>
                  <a:pt x="886980" y="158496"/>
                </a:lnTo>
                <a:lnTo>
                  <a:pt x="935748" y="158496"/>
                </a:lnTo>
                <a:lnTo>
                  <a:pt x="935748" y="234696"/>
                </a:lnTo>
                <a:lnTo>
                  <a:pt x="829068" y="234696"/>
                </a:lnTo>
                <a:lnTo>
                  <a:pt x="842784" y="248412"/>
                </a:lnTo>
                <a:lnTo>
                  <a:pt x="851065" y="246418"/>
                </a:lnTo>
                <a:lnTo>
                  <a:pt x="859929" y="244983"/>
                </a:lnTo>
                <a:lnTo>
                  <a:pt x="869353" y="244132"/>
                </a:lnTo>
                <a:lnTo>
                  <a:pt x="879360" y="243840"/>
                </a:lnTo>
                <a:lnTo>
                  <a:pt x="935748" y="243840"/>
                </a:lnTo>
                <a:lnTo>
                  <a:pt x="935748" y="330708"/>
                </a:lnTo>
                <a:lnTo>
                  <a:pt x="781824" y="330708"/>
                </a:lnTo>
                <a:lnTo>
                  <a:pt x="797064" y="344424"/>
                </a:lnTo>
                <a:lnTo>
                  <a:pt x="805345" y="342430"/>
                </a:lnTo>
                <a:lnTo>
                  <a:pt x="814209" y="340995"/>
                </a:lnTo>
                <a:lnTo>
                  <a:pt x="823633" y="340144"/>
                </a:lnTo>
                <a:lnTo>
                  <a:pt x="833640" y="339852"/>
                </a:lnTo>
                <a:lnTo>
                  <a:pt x="1115580" y="339852"/>
                </a:lnTo>
                <a:lnTo>
                  <a:pt x="1083576" y="307848"/>
                </a:lnTo>
                <a:lnTo>
                  <a:pt x="1062240" y="330708"/>
                </a:lnTo>
                <a:lnTo>
                  <a:pt x="957084" y="330708"/>
                </a:lnTo>
                <a:lnTo>
                  <a:pt x="957084" y="243840"/>
                </a:lnTo>
                <a:lnTo>
                  <a:pt x="1066812" y="243840"/>
                </a:lnTo>
                <a:lnTo>
                  <a:pt x="1039380" y="216408"/>
                </a:lnTo>
                <a:lnTo>
                  <a:pt x="1021092" y="234696"/>
                </a:lnTo>
                <a:lnTo>
                  <a:pt x="957084" y="234696"/>
                </a:lnTo>
                <a:lnTo>
                  <a:pt x="957084" y="158496"/>
                </a:lnTo>
                <a:lnTo>
                  <a:pt x="1053096" y="158496"/>
                </a:lnTo>
                <a:lnTo>
                  <a:pt x="1046619" y="152400"/>
                </a:lnTo>
                <a:lnTo>
                  <a:pt x="1043381" y="149352"/>
                </a:lnTo>
                <a:lnTo>
                  <a:pt x="1027188" y="134112"/>
                </a:lnTo>
                <a:lnTo>
                  <a:pt x="1010424" y="149352"/>
                </a:lnTo>
                <a:lnTo>
                  <a:pt x="845832" y="149352"/>
                </a:lnTo>
                <a:lnTo>
                  <a:pt x="870927" y="126733"/>
                </a:lnTo>
                <a:lnTo>
                  <a:pt x="895743" y="99822"/>
                </a:lnTo>
                <a:lnTo>
                  <a:pt x="919975" y="68351"/>
                </a:lnTo>
                <a:lnTo>
                  <a:pt x="943368" y="32004"/>
                </a:lnTo>
                <a:lnTo>
                  <a:pt x="961390" y="61468"/>
                </a:lnTo>
                <a:lnTo>
                  <a:pt x="1003160" y="112382"/>
                </a:lnTo>
                <a:lnTo>
                  <a:pt x="1045184" y="146977"/>
                </a:lnTo>
                <a:lnTo>
                  <a:pt x="1079474" y="167551"/>
                </a:lnTo>
                <a:lnTo>
                  <a:pt x="1095768" y="175260"/>
                </a:lnTo>
                <a:lnTo>
                  <a:pt x="1100074" y="166979"/>
                </a:lnTo>
                <a:lnTo>
                  <a:pt x="1106246" y="160401"/>
                </a:lnTo>
                <a:lnTo>
                  <a:pt x="1114412" y="155549"/>
                </a:lnTo>
                <a:lnTo>
                  <a:pt x="1124724" y="152400"/>
                </a:lnTo>
                <a:lnTo>
                  <a:pt x="1124724" y="14630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pic>
        <p:nvPicPr>
          <p:cNvPr id="59" name="object 59"/>
          <p:cNvPicPr/>
          <p:nvPr/>
        </p:nvPicPr>
        <p:blipFill>
          <a:blip r:embed="rId5" cstate="print"/>
          <a:stretch>
            <a:fillRect/>
          </a:stretch>
        </p:blipFill>
        <p:spPr>
          <a:xfrm>
            <a:off x="4549140" y="6112764"/>
            <a:ext cx="85344" cy="83820"/>
          </a:xfrm>
          <a:prstGeom prst="rect">
            <a:avLst/>
          </a:prstGeom>
        </p:spPr>
      </p:pic>
    </p:spTree>
  </p:cSld>
  <p:clrMapOvr>
    <a:masterClrMapping/>
  </p:clrMapOvr>
</p:sld>
</file>

<file path=ppt/slides/slide5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9563100" y="7231380"/>
            <a:ext cx="195580" cy="144780"/>
            <a:chOff x="9563100" y="7231380"/>
            <a:chExt cx="195580" cy="144780"/>
          </a:xfrm>
        </p:grpSpPr>
        <p:pic>
          <p:nvPicPr>
            <p:cNvPr id="3" name="object 3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9563100" y="7231380"/>
              <a:ext cx="83820" cy="144779"/>
            </a:xfrm>
            <a:prstGeom prst="rect">
              <a:avLst/>
            </a:prstGeom>
          </p:spPr>
        </p:pic>
        <p:pic>
          <p:nvPicPr>
            <p:cNvPr id="4" name="object 4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9668255" y="7231380"/>
              <a:ext cx="89916" cy="141732"/>
            </a:xfrm>
            <a:prstGeom prst="rect">
              <a:avLst/>
            </a:prstGeom>
          </p:spPr>
        </p:pic>
      </p:grpSp>
      <p:sp>
        <p:nvSpPr>
          <p:cNvPr id="5" name="object 5"/>
          <p:cNvSpPr/>
          <p:nvPr/>
        </p:nvSpPr>
        <p:spPr>
          <a:xfrm>
            <a:off x="1760219" y="1328927"/>
            <a:ext cx="218440" cy="447040"/>
          </a:xfrm>
          <a:custGeom>
            <a:avLst/>
            <a:gdLst/>
            <a:ahLst/>
            <a:cxnLst/>
            <a:rect l="l" t="t" r="r" b="b"/>
            <a:pathLst>
              <a:path w="218439" h="447039">
                <a:moveTo>
                  <a:pt x="217931" y="446532"/>
                </a:moveTo>
                <a:lnTo>
                  <a:pt x="0" y="446532"/>
                </a:lnTo>
                <a:lnTo>
                  <a:pt x="0" y="400812"/>
                </a:lnTo>
                <a:lnTo>
                  <a:pt x="80771" y="400812"/>
                </a:lnTo>
                <a:lnTo>
                  <a:pt x="80771" y="102108"/>
                </a:lnTo>
                <a:lnTo>
                  <a:pt x="0" y="102108"/>
                </a:lnTo>
                <a:lnTo>
                  <a:pt x="0" y="62484"/>
                </a:lnTo>
                <a:lnTo>
                  <a:pt x="21407" y="61626"/>
                </a:lnTo>
                <a:lnTo>
                  <a:pt x="39814" y="59055"/>
                </a:lnTo>
                <a:lnTo>
                  <a:pt x="77081" y="41362"/>
                </a:lnTo>
                <a:lnTo>
                  <a:pt x="91439" y="0"/>
                </a:lnTo>
                <a:lnTo>
                  <a:pt x="138683" y="0"/>
                </a:lnTo>
                <a:lnTo>
                  <a:pt x="138683" y="400812"/>
                </a:lnTo>
                <a:lnTo>
                  <a:pt x="217931" y="400812"/>
                </a:lnTo>
                <a:lnTo>
                  <a:pt x="217931" y="446532"/>
                </a:lnTo>
                <a:close/>
              </a:path>
            </a:pathLst>
          </a:custGeom>
          <a:solidFill>
            <a:srgbClr val="3333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" name="object 6"/>
          <p:cNvSpPr/>
          <p:nvPr/>
        </p:nvSpPr>
        <p:spPr>
          <a:xfrm>
            <a:off x="2084832" y="1690116"/>
            <a:ext cx="71755" cy="85725"/>
          </a:xfrm>
          <a:custGeom>
            <a:avLst/>
            <a:gdLst/>
            <a:ahLst/>
            <a:cxnLst/>
            <a:rect l="l" t="t" r="r" b="b"/>
            <a:pathLst>
              <a:path w="71755" h="85725">
                <a:moveTo>
                  <a:pt x="71627" y="85343"/>
                </a:moveTo>
                <a:lnTo>
                  <a:pt x="0" y="85343"/>
                </a:lnTo>
                <a:lnTo>
                  <a:pt x="0" y="0"/>
                </a:lnTo>
                <a:lnTo>
                  <a:pt x="71627" y="0"/>
                </a:lnTo>
                <a:lnTo>
                  <a:pt x="71627" y="85343"/>
                </a:lnTo>
                <a:close/>
              </a:path>
            </a:pathLst>
          </a:custGeom>
          <a:solidFill>
            <a:srgbClr val="3333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" name="object 7"/>
          <p:cNvSpPr/>
          <p:nvPr/>
        </p:nvSpPr>
        <p:spPr>
          <a:xfrm>
            <a:off x="2244852" y="1321307"/>
            <a:ext cx="276225" cy="454659"/>
          </a:xfrm>
          <a:custGeom>
            <a:avLst/>
            <a:gdLst/>
            <a:ahLst/>
            <a:cxnLst/>
            <a:rect l="l" t="t" r="r" b="b"/>
            <a:pathLst>
              <a:path w="276225" h="454660">
                <a:moveTo>
                  <a:pt x="275843" y="454151"/>
                </a:moveTo>
                <a:lnTo>
                  <a:pt x="0" y="454151"/>
                </a:lnTo>
                <a:lnTo>
                  <a:pt x="0" y="391667"/>
                </a:lnTo>
                <a:lnTo>
                  <a:pt x="29336" y="364426"/>
                </a:lnTo>
                <a:lnTo>
                  <a:pt x="43291" y="351162"/>
                </a:lnTo>
                <a:lnTo>
                  <a:pt x="56387" y="338327"/>
                </a:lnTo>
                <a:lnTo>
                  <a:pt x="69842" y="325493"/>
                </a:lnTo>
                <a:lnTo>
                  <a:pt x="82867" y="312229"/>
                </a:lnTo>
                <a:lnTo>
                  <a:pt x="131349" y="258079"/>
                </a:lnTo>
                <a:lnTo>
                  <a:pt x="165639" y="213407"/>
                </a:lnTo>
                <a:lnTo>
                  <a:pt x="185666" y="177903"/>
                </a:lnTo>
                <a:lnTo>
                  <a:pt x="196595" y="124967"/>
                </a:lnTo>
                <a:lnTo>
                  <a:pt x="196072" y="116109"/>
                </a:lnTo>
                <a:lnTo>
                  <a:pt x="178927" y="74961"/>
                </a:lnTo>
                <a:lnTo>
                  <a:pt x="142470" y="54387"/>
                </a:lnTo>
                <a:lnTo>
                  <a:pt x="120395" y="51815"/>
                </a:lnTo>
                <a:lnTo>
                  <a:pt x="112371" y="52077"/>
                </a:lnTo>
                <a:lnTo>
                  <a:pt x="71627" y="59626"/>
                </a:lnTo>
                <a:lnTo>
                  <a:pt x="24383" y="82295"/>
                </a:lnTo>
                <a:lnTo>
                  <a:pt x="18287" y="86867"/>
                </a:lnTo>
                <a:lnTo>
                  <a:pt x="13715" y="89915"/>
                </a:lnTo>
                <a:lnTo>
                  <a:pt x="10667" y="89915"/>
                </a:lnTo>
                <a:lnTo>
                  <a:pt x="10667" y="25908"/>
                </a:lnTo>
                <a:lnTo>
                  <a:pt x="60960" y="9143"/>
                </a:lnTo>
                <a:lnTo>
                  <a:pt x="109823" y="571"/>
                </a:lnTo>
                <a:lnTo>
                  <a:pt x="124967" y="0"/>
                </a:lnTo>
                <a:lnTo>
                  <a:pt x="154138" y="2024"/>
                </a:lnTo>
                <a:lnTo>
                  <a:pt x="202763" y="18645"/>
                </a:lnTo>
                <a:lnTo>
                  <a:pt x="237624" y="51196"/>
                </a:lnTo>
                <a:lnTo>
                  <a:pt x="255293" y="95678"/>
                </a:lnTo>
                <a:lnTo>
                  <a:pt x="257555" y="121919"/>
                </a:lnTo>
                <a:lnTo>
                  <a:pt x="257032" y="135112"/>
                </a:lnTo>
                <a:lnTo>
                  <a:pt x="247769" y="181832"/>
                </a:lnTo>
                <a:lnTo>
                  <a:pt x="228695" y="221218"/>
                </a:lnTo>
                <a:lnTo>
                  <a:pt x="191071" y="268986"/>
                </a:lnTo>
                <a:lnTo>
                  <a:pt x="159472" y="303156"/>
                </a:lnTo>
                <a:lnTo>
                  <a:pt x="128087" y="334541"/>
                </a:lnTo>
                <a:lnTo>
                  <a:pt x="111251" y="350519"/>
                </a:lnTo>
                <a:lnTo>
                  <a:pt x="94964" y="366569"/>
                </a:lnTo>
                <a:lnTo>
                  <a:pt x="67532" y="392953"/>
                </a:lnTo>
                <a:lnTo>
                  <a:pt x="56387" y="403859"/>
                </a:lnTo>
                <a:lnTo>
                  <a:pt x="275843" y="403859"/>
                </a:lnTo>
                <a:lnTo>
                  <a:pt x="275843" y="454151"/>
                </a:lnTo>
                <a:close/>
              </a:path>
            </a:pathLst>
          </a:custGeom>
          <a:solidFill>
            <a:srgbClr val="3333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2604516" y="1690116"/>
            <a:ext cx="71755" cy="85725"/>
          </a:xfrm>
          <a:custGeom>
            <a:avLst/>
            <a:gdLst/>
            <a:ahLst/>
            <a:cxnLst/>
            <a:rect l="l" t="t" r="r" b="b"/>
            <a:pathLst>
              <a:path w="71755" h="85725">
                <a:moveTo>
                  <a:pt x="71627" y="85343"/>
                </a:moveTo>
                <a:lnTo>
                  <a:pt x="0" y="85343"/>
                </a:lnTo>
                <a:lnTo>
                  <a:pt x="0" y="0"/>
                </a:lnTo>
                <a:lnTo>
                  <a:pt x="71627" y="0"/>
                </a:lnTo>
                <a:lnTo>
                  <a:pt x="71627" y="85343"/>
                </a:lnTo>
                <a:close/>
              </a:path>
            </a:pathLst>
          </a:custGeom>
          <a:solidFill>
            <a:srgbClr val="3333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2761488" y="1321308"/>
            <a:ext cx="271780" cy="463550"/>
          </a:xfrm>
          <a:custGeom>
            <a:avLst/>
            <a:gdLst/>
            <a:ahLst/>
            <a:cxnLst/>
            <a:rect l="l" t="t" r="r" b="b"/>
            <a:pathLst>
              <a:path w="271780" h="463550">
                <a:moveTo>
                  <a:pt x="121920" y="463296"/>
                </a:moveTo>
                <a:lnTo>
                  <a:pt x="72628" y="458795"/>
                </a:lnTo>
                <a:lnTo>
                  <a:pt x="25336" y="446341"/>
                </a:lnTo>
                <a:lnTo>
                  <a:pt x="0" y="435863"/>
                </a:lnTo>
                <a:lnTo>
                  <a:pt x="0" y="373379"/>
                </a:lnTo>
                <a:lnTo>
                  <a:pt x="4572" y="373379"/>
                </a:lnTo>
                <a:lnTo>
                  <a:pt x="14573" y="380214"/>
                </a:lnTo>
                <a:lnTo>
                  <a:pt x="26289" y="386905"/>
                </a:lnTo>
                <a:lnTo>
                  <a:pt x="70866" y="405050"/>
                </a:lnTo>
                <a:lnTo>
                  <a:pt x="118872" y="411479"/>
                </a:lnTo>
                <a:lnTo>
                  <a:pt x="128016" y="411170"/>
                </a:lnTo>
                <a:lnTo>
                  <a:pt x="172402" y="398525"/>
                </a:lnTo>
                <a:lnTo>
                  <a:pt x="200501" y="365879"/>
                </a:lnTo>
                <a:lnTo>
                  <a:pt x="210312" y="318515"/>
                </a:lnTo>
                <a:lnTo>
                  <a:pt x="209978" y="306538"/>
                </a:lnTo>
                <a:lnTo>
                  <a:pt x="194691" y="264223"/>
                </a:lnTo>
                <a:lnTo>
                  <a:pt x="162544" y="243339"/>
                </a:lnTo>
                <a:lnTo>
                  <a:pt x="117348" y="237743"/>
                </a:lnTo>
                <a:lnTo>
                  <a:pt x="91440" y="237743"/>
                </a:lnTo>
                <a:lnTo>
                  <a:pt x="91440" y="187451"/>
                </a:lnTo>
                <a:lnTo>
                  <a:pt x="111252" y="187451"/>
                </a:lnTo>
                <a:lnTo>
                  <a:pt x="130706" y="186308"/>
                </a:lnTo>
                <a:lnTo>
                  <a:pt x="176784" y="169163"/>
                </a:lnTo>
                <a:lnTo>
                  <a:pt x="201001" y="130159"/>
                </a:lnTo>
                <a:lnTo>
                  <a:pt x="202692" y="112775"/>
                </a:lnTo>
                <a:lnTo>
                  <a:pt x="202144" y="105036"/>
                </a:lnTo>
                <a:lnTo>
                  <a:pt x="185928" y="70103"/>
                </a:lnTo>
                <a:lnTo>
                  <a:pt x="178308" y="65531"/>
                </a:lnTo>
                <a:lnTo>
                  <a:pt x="172569" y="61507"/>
                </a:lnTo>
                <a:lnTo>
                  <a:pt x="132064" y="51863"/>
                </a:lnTo>
                <a:lnTo>
                  <a:pt x="124968" y="51815"/>
                </a:lnTo>
                <a:lnTo>
                  <a:pt x="116728" y="52077"/>
                </a:lnTo>
                <a:lnTo>
                  <a:pt x="75628" y="59626"/>
                </a:lnTo>
                <a:lnTo>
                  <a:pt x="35052" y="77723"/>
                </a:lnTo>
                <a:lnTo>
                  <a:pt x="28956" y="82295"/>
                </a:lnTo>
                <a:lnTo>
                  <a:pt x="21336" y="86867"/>
                </a:lnTo>
                <a:lnTo>
                  <a:pt x="16764" y="89915"/>
                </a:lnTo>
                <a:lnTo>
                  <a:pt x="12192" y="89915"/>
                </a:lnTo>
                <a:lnTo>
                  <a:pt x="12192" y="27431"/>
                </a:lnTo>
                <a:lnTo>
                  <a:pt x="49482" y="12215"/>
                </a:lnTo>
                <a:lnTo>
                  <a:pt x="98107" y="2095"/>
                </a:lnTo>
                <a:lnTo>
                  <a:pt x="129540" y="0"/>
                </a:lnTo>
                <a:lnTo>
                  <a:pt x="143851" y="309"/>
                </a:lnTo>
                <a:lnTo>
                  <a:pt x="192500" y="9810"/>
                </a:lnTo>
                <a:lnTo>
                  <a:pt x="231981" y="32432"/>
                </a:lnTo>
                <a:lnTo>
                  <a:pt x="256984" y="70032"/>
                </a:lnTo>
                <a:lnTo>
                  <a:pt x="262128" y="106679"/>
                </a:lnTo>
                <a:lnTo>
                  <a:pt x="260675" y="124634"/>
                </a:lnTo>
                <a:lnTo>
                  <a:pt x="237744" y="172211"/>
                </a:lnTo>
                <a:lnTo>
                  <a:pt x="196381" y="202430"/>
                </a:lnTo>
                <a:lnTo>
                  <a:pt x="179832" y="207263"/>
                </a:lnTo>
                <a:lnTo>
                  <a:pt x="179832" y="211835"/>
                </a:lnTo>
                <a:lnTo>
                  <a:pt x="218074" y="224694"/>
                </a:lnTo>
                <a:lnTo>
                  <a:pt x="252603" y="254317"/>
                </a:lnTo>
                <a:lnTo>
                  <a:pt x="268986" y="295465"/>
                </a:lnTo>
                <a:lnTo>
                  <a:pt x="271272" y="321563"/>
                </a:lnTo>
                <a:lnTo>
                  <a:pt x="270676" y="337018"/>
                </a:lnTo>
                <a:lnTo>
                  <a:pt x="260604" y="377952"/>
                </a:lnTo>
                <a:lnTo>
                  <a:pt x="240458" y="412456"/>
                </a:lnTo>
                <a:lnTo>
                  <a:pt x="210312" y="440245"/>
                </a:lnTo>
                <a:lnTo>
                  <a:pt x="170354" y="457509"/>
                </a:lnTo>
                <a:lnTo>
                  <a:pt x="139398" y="462700"/>
                </a:lnTo>
                <a:lnTo>
                  <a:pt x="121920" y="463296"/>
                </a:lnTo>
                <a:close/>
              </a:path>
            </a:pathLst>
          </a:custGeom>
          <a:solidFill>
            <a:srgbClr val="3333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3296411" y="1368551"/>
            <a:ext cx="546100" cy="388620"/>
          </a:xfrm>
          <a:custGeom>
            <a:avLst/>
            <a:gdLst/>
            <a:ahLst/>
            <a:cxnLst/>
            <a:rect l="l" t="t" r="r" b="b"/>
            <a:pathLst>
              <a:path w="546100" h="388619">
                <a:moveTo>
                  <a:pt x="80772" y="54864"/>
                </a:moveTo>
                <a:lnTo>
                  <a:pt x="59436" y="33528"/>
                </a:lnTo>
                <a:lnTo>
                  <a:pt x="411480" y="33528"/>
                </a:lnTo>
                <a:lnTo>
                  <a:pt x="445008" y="0"/>
                </a:lnTo>
                <a:lnTo>
                  <a:pt x="492252" y="48768"/>
                </a:lnTo>
                <a:lnTo>
                  <a:pt x="135636" y="48768"/>
                </a:lnTo>
                <a:lnTo>
                  <a:pt x="121920" y="49077"/>
                </a:lnTo>
                <a:lnTo>
                  <a:pt x="108204" y="50101"/>
                </a:lnTo>
                <a:lnTo>
                  <a:pt x="94488" y="51982"/>
                </a:lnTo>
                <a:lnTo>
                  <a:pt x="80772" y="54864"/>
                </a:lnTo>
                <a:close/>
              </a:path>
              <a:path w="546100" h="388619">
                <a:moveTo>
                  <a:pt x="21336" y="388620"/>
                </a:moveTo>
                <a:lnTo>
                  <a:pt x="0" y="365760"/>
                </a:lnTo>
                <a:lnTo>
                  <a:pt x="445008" y="365760"/>
                </a:lnTo>
                <a:lnTo>
                  <a:pt x="487680" y="323088"/>
                </a:lnTo>
                <a:lnTo>
                  <a:pt x="545592" y="381000"/>
                </a:lnTo>
                <a:lnTo>
                  <a:pt x="80772" y="381000"/>
                </a:lnTo>
                <a:lnTo>
                  <a:pt x="64841" y="381333"/>
                </a:lnTo>
                <a:lnTo>
                  <a:pt x="49339" y="382524"/>
                </a:lnTo>
                <a:lnTo>
                  <a:pt x="34694" y="384857"/>
                </a:lnTo>
                <a:lnTo>
                  <a:pt x="21336" y="388620"/>
                </a:lnTo>
                <a:close/>
              </a:path>
            </a:pathLst>
          </a:custGeom>
          <a:solidFill>
            <a:srgbClr val="3333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3906011" y="1280159"/>
            <a:ext cx="554990" cy="554990"/>
          </a:xfrm>
          <a:custGeom>
            <a:avLst/>
            <a:gdLst/>
            <a:ahLst/>
            <a:cxnLst/>
            <a:rect l="l" t="t" r="r" b="b"/>
            <a:pathLst>
              <a:path w="554989" h="554989">
                <a:moveTo>
                  <a:pt x="504444" y="281940"/>
                </a:moveTo>
                <a:lnTo>
                  <a:pt x="467344" y="259151"/>
                </a:lnTo>
                <a:lnTo>
                  <a:pt x="433959" y="232219"/>
                </a:lnTo>
                <a:lnTo>
                  <a:pt x="404574" y="201572"/>
                </a:lnTo>
                <a:lnTo>
                  <a:pt x="379476" y="167640"/>
                </a:lnTo>
                <a:lnTo>
                  <a:pt x="357473" y="130516"/>
                </a:lnTo>
                <a:lnTo>
                  <a:pt x="339471" y="90106"/>
                </a:lnTo>
                <a:lnTo>
                  <a:pt x="325469" y="46553"/>
                </a:lnTo>
                <a:lnTo>
                  <a:pt x="315468" y="0"/>
                </a:lnTo>
                <a:lnTo>
                  <a:pt x="361188" y="19812"/>
                </a:lnTo>
                <a:lnTo>
                  <a:pt x="341376" y="32004"/>
                </a:lnTo>
                <a:lnTo>
                  <a:pt x="357092" y="76533"/>
                </a:lnTo>
                <a:lnTo>
                  <a:pt x="376809" y="116205"/>
                </a:lnTo>
                <a:lnTo>
                  <a:pt x="400526" y="150733"/>
                </a:lnTo>
                <a:lnTo>
                  <a:pt x="428244" y="179832"/>
                </a:lnTo>
                <a:lnTo>
                  <a:pt x="458509" y="203549"/>
                </a:lnTo>
                <a:lnTo>
                  <a:pt x="521898" y="235553"/>
                </a:lnTo>
                <a:lnTo>
                  <a:pt x="554735" y="243840"/>
                </a:lnTo>
                <a:lnTo>
                  <a:pt x="554735" y="251460"/>
                </a:lnTo>
                <a:lnTo>
                  <a:pt x="537876" y="255150"/>
                </a:lnTo>
                <a:lnTo>
                  <a:pt x="523875" y="261556"/>
                </a:lnTo>
                <a:lnTo>
                  <a:pt x="512730" y="270533"/>
                </a:lnTo>
                <a:lnTo>
                  <a:pt x="504444" y="281940"/>
                </a:lnTo>
                <a:close/>
              </a:path>
              <a:path w="554989" h="554989">
                <a:moveTo>
                  <a:pt x="4572" y="301752"/>
                </a:moveTo>
                <a:lnTo>
                  <a:pt x="0" y="294132"/>
                </a:lnTo>
                <a:lnTo>
                  <a:pt x="30003" y="267866"/>
                </a:lnTo>
                <a:lnTo>
                  <a:pt x="58293" y="239458"/>
                </a:lnTo>
                <a:lnTo>
                  <a:pt x="84867" y="209049"/>
                </a:lnTo>
                <a:lnTo>
                  <a:pt x="109728" y="176784"/>
                </a:lnTo>
                <a:lnTo>
                  <a:pt x="132897" y="140779"/>
                </a:lnTo>
                <a:lnTo>
                  <a:pt x="154495" y="101346"/>
                </a:lnTo>
                <a:lnTo>
                  <a:pt x="174664" y="58483"/>
                </a:lnTo>
                <a:lnTo>
                  <a:pt x="193548" y="12192"/>
                </a:lnTo>
                <a:lnTo>
                  <a:pt x="240792" y="48768"/>
                </a:lnTo>
                <a:lnTo>
                  <a:pt x="219456" y="59436"/>
                </a:lnTo>
                <a:lnTo>
                  <a:pt x="199191" y="97155"/>
                </a:lnTo>
                <a:lnTo>
                  <a:pt x="177355" y="132588"/>
                </a:lnTo>
                <a:lnTo>
                  <a:pt x="154090" y="165735"/>
                </a:lnTo>
                <a:lnTo>
                  <a:pt x="129540" y="196596"/>
                </a:lnTo>
                <a:lnTo>
                  <a:pt x="103798" y="225456"/>
                </a:lnTo>
                <a:lnTo>
                  <a:pt x="74485" y="252603"/>
                </a:lnTo>
                <a:lnTo>
                  <a:pt x="41457" y="278034"/>
                </a:lnTo>
                <a:lnTo>
                  <a:pt x="4572" y="301752"/>
                </a:lnTo>
                <a:close/>
              </a:path>
              <a:path w="554989" h="554989">
                <a:moveTo>
                  <a:pt x="118872" y="263652"/>
                </a:moveTo>
                <a:lnTo>
                  <a:pt x="100584" y="243840"/>
                </a:lnTo>
                <a:lnTo>
                  <a:pt x="373380" y="243840"/>
                </a:lnTo>
                <a:lnTo>
                  <a:pt x="397764" y="220980"/>
                </a:lnTo>
                <a:lnTo>
                  <a:pt x="429768" y="254508"/>
                </a:lnTo>
                <a:lnTo>
                  <a:pt x="423672" y="259080"/>
                </a:lnTo>
                <a:lnTo>
                  <a:pt x="141732" y="259080"/>
                </a:lnTo>
                <a:lnTo>
                  <a:pt x="118872" y="263652"/>
                </a:lnTo>
                <a:close/>
              </a:path>
              <a:path w="554989" h="554989">
                <a:moveTo>
                  <a:pt x="30479" y="554736"/>
                </a:moveTo>
                <a:lnTo>
                  <a:pt x="25908" y="545592"/>
                </a:lnTo>
                <a:lnTo>
                  <a:pt x="75318" y="516993"/>
                </a:lnTo>
                <a:lnTo>
                  <a:pt x="116014" y="485965"/>
                </a:lnTo>
                <a:lnTo>
                  <a:pt x="147851" y="452366"/>
                </a:lnTo>
                <a:lnTo>
                  <a:pt x="170688" y="416052"/>
                </a:lnTo>
                <a:lnTo>
                  <a:pt x="187237" y="377809"/>
                </a:lnTo>
                <a:lnTo>
                  <a:pt x="200215" y="338709"/>
                </a:lnTo>
                <a:lnTo>
                  <a:pt x="209478" y="299037"/>
                </a:lnTo>
                <a:lnTo>
                  <a:pt x="214884" y="259080"/>
                </a:lnTo>
                <a:lnTo>
                  <a:pt x="252984" y="259080"/>
                </a:lnTo>
                <a:lnTo>
                  <a:pt x="244173" y="308514"/>
                </a:lnTo>
                <a:lnTo>
                  <a:pt x="231648" y="353949"/>
                </a:lnTo>
                <a:lnTo>
                  <a:pt x="215693" y="395382"/>
                </a:lnTo>
                <a:lnTo>
                  <a:pt x="196596" y="432816"/>
                </a:lnTo>
                <a:lnTo>
                  <a:pt x="169997" y="466224"/>
                </a:lnTo>
                <a:lnTo>
                  <a:pt x="133540" y="497776"/>
                </a:lnTo>
                <a:lnTo>
                  <a:pt x="87082" y="527327"/>
                </a:lnTo>
                <a:lnTo>
                  <a:pt x="30479" y="554736"/>
                </a:lnTo>
                <a:close/>
              </a:path>
              <a:path w="554989" h="554989">
                <a:moveTo>
                  <a:pt x="386919" y="497109"/>
                </a:moveTo>
                <a:lnTo>
                  <a:pt x="318992" y="497109"/>
                </a:lnTo>
                <a:lnTo>
                  <a:pt x="330708" y="496824"/>
                </a:lnTo>
                <a:lnTo>
                  <a:pt x="339280" y="494252"/>
                </a:lnTo>
                <a:lnTo>
                  <a:pt x="363593" y="445960"/>
                </a:lnTo>
                <a:lnTo>
                  <a:pt x="368617" y="403098"/>
                </a:lnTo>
                <a:lnTo>
                  <a:pt x="373356" y="340804"/>
                </a:lnTo>
                <a:lnTo>
                  <a:pt x="377952" y="259080"/>
                </a:lnTo>
                <a:lnTo>
                  <a:pt x="423672" y="259080"/>
                </a:lnTo>
                <a:lnTo>
                  <a:pt x="411480" y="268223"/>
                </a:lnTo>
                <a:lnTo>
                  <a:pt x="409090" y="338084"/>
                </a:lnTo>
                <a:lnTo>
                  <a:pt x="405530" y="395874"/>
                </a:lnTo>
                <a:lnTo>
                  <a:pt x="400726" y="441594"/>
                </a:lnTo>
                <a:lnTo>
                  <a:pt x="394606" y="475244"/>
                </a:lnTo>
                <a:lnTo>
                  <a:pt x="387096" y="496824"/>
                </a:lnTo>
                <a:lnTo>
                  <a:pt x="386919" y="497109"/>
                </a:lnTo>
                <a:close/>
              </a:path>
              <a:path w="554989" h="554989">
                <a:moveTo>
                  <a:pt x="320040" y="553212"/>
                </a:moveTo>
                <a:lnTo>
                  <a:pt x="313420" y="535209"/>
                </a:lnTo>
                <a:lnTo>
                  <a:pt x="300228" y="520065"/>
                </a:lnTo>
                <a:lnTo>
                  <a:pt x="280177" y="507777"/>
                </a:lnTo>
                <a:lnTo>
                  <a:pt x="252984" y="498348"/>
                </a:lnTo>
                <a:lnTo>
                  <a:pt x="252984" y="487679"/>
                </a:lnTo>
                <a:lnTo>
                  <a:pt x="280130" y="492537"/>
                </a:lnTo>
                <a:lnTo>
                  <a:pt x="302133" y="495681"/>
                </a:lnTo>
                <a:lnTo>
                  <a:pt x="318992" y="497109"/>
                </a:lnTo>
                <a:lnTo>
                  <a:pt x="386919" y="497109"/>
                </a:lnTo>
                <a:lnTo>
                  <a:pt x="375975" y="514850"/>
                </a:lnTo>
                <a:lnTo>
                  <a:pt x="360997" y="530161"/>
                </a:lnTo>
                <a:lnTo>
                  <a:pt x="342304" y="542901"/>
                </a:lnTo>
                <a:lnTo>
                  <a:pt x="320040" y="553212"/>
                </a:lnTo>
                <a:close/>
              </a:path>
            </a:pathLst>
          </a:custGeom>
          <a:solidFill>
            <a:srgbClr val="3333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4541520" y="1295400"/>
            <a:ext cx="515620" cy="523240"/>
          </a:xfrm>
          <a:custGeom>
            <a:avLst/>
            <a:gdLst/>
            <a:ahLst/>
            <a:cxnLst/>
            <a:rect l="l" t="t" r="r" b="b"/>
            <a:pathLst>
              <a:path w="515620" h="523239">
                <a:moveTo>
                  <a:pt x="33527" y="522731"/>
                </a:moveTo>
                <a:lnTo>
                  <a:pt x="0" y="492251"/>
                </a:lnTo>
                <a:lnTo>
                  <a:pt x="15239" y="478536"/>
                </a:lnTo>
                <a:lnTo>
                  <a:pt x="15239" y="144779"/>
                </a:lnTo>
                <a:lnTo>
                  <a:pt x="14978" y="112514"/>
                </a:lnTo>
                <a:lnTo>
                  <a:pt x="14287" y="79819"/>
                </a:lnTo>
                <a:lnTo>
                  <a:pt x="12191" y="13715"/>
                </a:lnTo>
                <a:lnTo>
                  <a:pt x="48767" y="33527"/>
                </a:lnTo>
                <a:lnTo>
                  <a:pt x="416052" y="33527"/>
                </a:lnTo>
                <a:lnTo>
                  <a:pt x="452627" y="0"/>
                </a:lnTo>
                <a:lnTo>
                  <a:pt x="495300" y="47243"/>
                </a:lnTo>
                <a:lnTo>
                  <a:pt x="330707" y="47243"/>
                </a:lnTo>
                <a:lnTo>
                  <a:pt x="330707" y="333755"/>
                </a:lnTo>
                <a:lnTo>
                  <a:pt x="332398" y="353758"/>
                </a:lnTo>
                <a:lnTo>
                  <a:pt x="337375" y="368045"/>
                </a:lnTo>
                <a:lnTo>
                  <a:pt x="345495" y="376618"/>
                </a:lnTo>
                <a:lnTo>
                  <a:pt x="356615" y="379475"/>
                </a:lnTo>
                <a:lnTo>
                  <a:pt x="422148" y="379475"/>
                </a:lnTo>
                <a:lnTo>
                  <a:pt x="448055" y="339851"/>
                </a:lnTo>
                <a:lnTo>
                  <a:pt x="452627" y="266699"/>
                </a:lnTo>
                <a:lnTo>
                  <a:pt x="464820" y="266699"/>
                </a:lnTo>
                <a:lnTo>
                  <a:pt x="467867" y="335279"/>
                </a:lnTo>
                <a:lnTo>
                  <a:pt x="498348" y="371855"/>
                </a:lnTo>
                <a:lnTo>
                  <a:pt x="486584" y="387810"/>
                </a:lnTo>
                <a:lnTo>
                  <a:pt x="471678" y="398907"/>
                </a:lnTo>
                <a:lnTo>
                  <a:pt x="453342" y="404860"/>
                </a:lnTo>
                <a:lnTo>
                  <a:pt x="431291" y="405384"/>
                </a:lnTo>
                <a:lnTo>
                  <a:pt x="342900" y="405384"/>
                </a:lnTo>
                <a:lnTo>
                  <a:pt x="322945" y="401359"/>
                </a:lnTo>
                <a:lnTo>
                  <a:pt x="308991" y="391477"/>
                </a:lnTo>
                <a:lnTo>
                  <a:pt x="301323" y="375594"/>
                </a:lnTo>
                <a:lnTo>
                  <a:pt x="300227" y="353567"/>
                </a:lnTo>
                <a:lnTo>
                  <a:pt x="300227" y="47243"/>
                </a:lnTo>
                <a:lnTo>
                  <a:pt x="199644" y="47243"/>
                </a:lnTo>
                <a:lnTo>
                  <a:pt x="198310" y="120205"/>
                </a:lnTo>
                <a:lnTo>
                  <a:pt x="193547" y="187451"/>
                </a:lnTo>
                <a:lnTo>
                  <a:pt x="184213" y="249935"/>
                </a:lnTo>
                <a:lnTo>
                  <a:pt x="164591" y="312419"/>
                </a:lnTo>
                <a:lnTo>
                  <a:pt x="130301" y="375094"/>
                </a:lnTo>
                <a:lnTo>
                  <a:pt x="106298" y="406931"/>
                </a:lnTo>
                <a:lnTo>
                  <a:pt x="77723" y="438911"/>
                </a:lnTo>
                <a:lnTo>
                  <a:pt x="70103" y="432815"/>
                </a:lnTo>
                <a:lnTo>
                  <a:pt x="92154" y="399621"/>
                </a:lnTo>
                <a:lnTo>
                  <a:pt x="110489" y="368427"/>
                </a:lnTo>
                <a:lnTo>
                  <a:pt x="137159" y="310896"/>
                </a:lnTo>
                <a:lnTo>
                  <a:pt x="152018" y="253746"/>
                </a:lnTo>
                <a:lnTo>
                  <a:pt x="160019" y="192023"/>
                </a:lnTo>
                <a:lnTo>
                  <a:pt x="164782" y="124205"/>
                </a:lnTo>
                <a:lnTo>
                  <a:pt x="166115" y="47243"/>
                </a:lnTo>
                <a:lnTo>
                  <a:pt x="48767" y="47243"/>
                </a:lnTo>
                <a:lnTo>
                  <a:pt x="48767" y="487679"/>
                </a:lnTo>
                <a:lnTo>
                  <a:pt x="428244" y="487679"/>
                </a:lnTo>
                <a:lnTo>
                  <a:pt x="464820" y="451103"/>
                </a:lnTo>
                <a:lnTo>
                  <a:pt x="515111" y="501395"/>
                </a:lnTo>
                <a:lnTo>
                  <a:pt x="50291" y="501395"/>
                </a:lnTo>
                <a:lnTo>
                  <a:pt x="33527" y="522731"/>
                </a:lnTo>
                <a:close/>
              </a:path>
            </a:pathLst>
          </a:custGeom>
          <a:solidFill>
            <a:srgbClr val="3333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5123688" y="1299971"/>
            <a:ext cx="561340" cy="525780"/>
          </a:xfrm>
          <a:custGeom>
            <a:avLst/>
            <a:gdLst/>
            <a:ahLst/>
            <a:cxnLst/>
            <a:rect l="l" t="t" r="r" b="b"/>
            <a:pathLst>
              <a:path w="561339" h="525780">
                <a:moveTo>
                  <a:pt x="332231" y="50292"/>
                </a:moveTo>
                <a:lnTo>
                  <a:pt x="310895" y="28956"/>
                </a:lnTo>
                <a:lnTo>
                  <a:pt x="478535" y="28956"/>
                </a:lnTo>
                <a:lnTo>
                  <a:pt x="495299" y="6096"/>
                </a:lnTo>
                <a:lnTo>
                  <a:pt x="530351" y="35052"/>
                </a:lnTo>
                <a:lnTo>
                  <a:pt x="521969" y="42672"/>
                </a:lnTo>
                <a:lnTo>
                  <a:pt x="388619" y="42672"/>
                </a:lnTo>
                <a:lnTo>
                  <a:pt x="373808" y="43219"/>
                </a:lnTo>
                <a:lnTo>
                  <a:pt x="359282" y="44767"/>
                </a:lnTo>
                <a:lnTo>
                  <a:pt x="345328" y="47172"/>
                </a:lnTo>
                <a:lnTo>
                  <a:pt x="332231" y="50292"/>
                </a:lnTo>
                <a:close/>
              </a:path>
              <a:path w="561339" h="525780">
                <a:moveTo>
                  <a:pt x="515551" y="201168"/>
                </a:moveTo>
                <a:lnTo>
                  <a:pt x="483107" y="201168"/>
                </a:lnTo>
                <a:lnTo>
                  <a:pt x="483107" y="42672"/>
                </a:lnTo>
                <a:lnTo>
                  <a:pt x="521969" y="42672"/>
                </a:lnTo>
                <a:lnTo>
                  <a:pt x="513587" y="50292"/>
                </a:lnTo>
                <a:lnTo>
                  <a:pt x="513849" y="108037"/>
                </a:lnTo>
                <a:lnTo>
                  <a:pt x="514540" y="157924"/>
                </a:lnTo>
                <a:lnTo>
                  <a:pt x="515551" y="201168"/>
                </a:lnTo>
                <a:close/>
              </a:path>
              <a:path w="561339" h="525780">
                <a:moveTo>
                  <a:pt x="505967" y="501396"/>
                </a:moveTo>
                <a:lnTo>
                  <a:pt x="382523" y="501396"/>
                </a:lnTo>
                <a:lnTo>
                  <a:pt x="355425" y="499657"/>
                </a:lnTo>
                <a:lnTo>
                  <a:pt x="336041" y="489775"/>
                </a:lnTo>
                <a:lnTo>
                  <a:pt x="324659" y="471606"/>
                </a:lnTo>
                <a:lnTo>
                  <a:pt x="321563" y="445008"/>
                </a:lnTo>
                <a:lnTo>
                  <a:pt x="321466" y="301532"/>
                </a:lnTo>
                <a:lnTo>
                  <a:pt x="321234" y="248265"/>
                </a:lnTo>
                <a:lnTo>
                  <a:pt x="320783" y="207215"/>
                </a:lnTo>
                <a:lnTo>
                  <a:pt x="320039" y="178308"/>
                </a:lnTo>
                <a:lnTo>
                  <a:pt x="353568" y="201168"/>
                </a:lnTo>
                <a:lnTo>
                  <a:pt x="515551" y="201168"/>
                </a:lnTo>
                <a:lnTo>
                  <a:pt x="515995" y="214884"/>
                </a:lnTo>
                <a:lnTo>
                  <a:pt x="353568" y="214884"/>
                </a:lnTo>
                <a:lnTo>
                  <a:pt x="353568" y="434340"/>
                </a:lnTo>
                <a:lnTo>
                  <a:pt x="355877" y="453199"/>
                </a:lnTo>
                <a:lnTo>
                  <a:pt x="362902" y="466344"/>
                </a:lnTo>
                <a:lnTo>
                  <a:pt x="374784" y="473773"/>
                </a:lnTo>
                <a:lnTo>
                  <a:pt x="391667" y="475488"/>
                </a:lnTo>
                <a:lnTo>
                  <a:pt x="556266" y="475488"/>
                </a:lnTo>
                <a:lnTo>
                  <a:pt x="551402" y="483608"/>
                </a:lnTo>
                <a:lnTo>
                  <a:pt x="539114" y="494347"/>
                </a:lnTo>
                <a:lnTo>
                  <a:pt x="523970" y="500229"/>
                </a:lnTo>
                <a:lnTo>
                  <a:pt x="505967" y="501396"/>
                </a:lnTo>
                <a:close/>
              </a:path>
              <a:path w="561339" h="525780">
                <a:moveTo>
                  <a:pt x="483107" y="248411"/>
                </a:moveTo>
                <a:lnTo>
                  <a:pt x="483107" y="214884"/>
                </a:lnTo>
                <a:lnTo>
                  <a:pt x="515995" y="214884"/>
                </a:lnTo>
                <a:lnTo>
                  <a:pt x="516635" y="234696"/>
                </a:lnTo>
                <a:lnTo>
                  <a:pt x="483107" y="248411"/>
                </a:lnTo>
                <a:close/>
              </a:path>
              <a:path w="561339" h="525780">
                <a:moveTo>
                  <a:pt x="556266" y="475488"/>
                </a:moveTo>
                <a:lnTo>
                  <a:pt x="487679" y="475488"/>
                </a:lnTo>
                <a:lnTo>
                  <a:pt x="495990" y="474035"/>
                </a:lnTo>
                <a:lnTo>
                  <a:pt x="502729" y="469582"/>
                </a:lnTo>
                <a:lnTo>
                  <a:pt x="515683" y="417004"/>
                </a:lnTo>
                <a:lnTo>
                  <a:pt x="518159" y="361188"/>
                </a:lnTo>
                <a:lnTo>
                  <a:pt x="530351" y="361188"/>
                </a:lnTo>
                <a:lnTo>
                  <a:pt x="531494" y="405003"/>
                </a:lnTo>
                <a:lnTo>
                  <a:pt x="538329" y="449437"/>
                </a:lnTo>
                <a:lnTo>
                  <a:pt x="560831" y="467868"/>
                </a:lnTo>
                <a:lnTo>
                  <a:pt x="556266" y="475488"/>
                </a:lnTo>
                <a:close/>
              </a:path>
              <a:path w="561339" h="525780">
                <a:moveTo>
                  <a:pt x="21335" y="50292"/>
                </a:moveTo>
                <a:lnTo>
                  <a:pt x="0" y="28956"/>
                </a:lnTo>
                <a:lnTo>
                  <a:pt x="240791" y="28956"/>
                </a:lnTo>
                <a:lnTo>
                  <a:pt x="269747" y="0"/>
                </a:lnTo>
                <a:lnTo>
                  <a:pt x="307847" y="42672"/>
                </a:lnTo>
                <a:lnTo>
                  <a:pt x="77724" y="42672"/>
                </a:lnTo>
                <a:lnTo>
                  <a:pt x="62912" y="43219"/>
                </a:lnTo>
                <a:lnTo>
                  <a:pt x="48386" y="44767"/>
                </a:lnTo>
                <a:lnTo>
                  <a:pt x="34432" y="47172"/>
                </a:lnTo>
                <a:lnTo>
                  <a:pt x="21335" y="50292"/>
                </a:lnTo>
                <a:close/>
              </a:path>
              <a:path w="561339" h="525780">
                <a:moveTo>
                  <a:pt x="138683" y="118872"/>
                </a:moveTo>
                <a:lnTo>
                  <a:pt x="109727" y="118872"/>
                </a:lnTo>
                <a:lnTo>
                  <a:pt x="109727" y="42672"/>
                </a:lnTo>
                <a:lnTo>
                  <a:pt x="138683" y="42672"/>
                </a:lnTo>
                <a:lnTo>
                  <a:pt x="138683" y="118872"/>
                </a:lnTo>
                <a:close/>
              </a:path>
              <a:path w="561339" h="525780">
                <a:moveTo>
                  <a:pt x="199643" y="118872"/>
                </a:moveTo>
                <a:lnTo>
                  <a:pt x="172211" y="118872"/>
                </a:lnTo>
                <a:lnTo>
                  <a:pt x="172211" y="42672"/>
                </a:lnTo>
                <a:lnTo>
                  <a:pt x="199643" y="42672"/>
                </a:lnTo>
                <a:lnTo>
                  <a:pt x="199643" y="118872"/>
                </a:lnTo>
                <a:close/>
              </a:path>
              <a:path w="561339" h="525780">
                <a:moveTo>
                  <a:pt x="280736" y="118872"/>
                </a:moveTo>
                <a:lnTo>
                  <a:pt x="239267" y="118872"/>
                </a:lnTo>
                <a:lnTo>
                  <a:pt x="256031" y="97536"/>
                </a:lnTo>
                <a:lnTo>
                  <a:pt x="280736" y="118872"/>
                </a:lnTo>
                <a:close/>
              </a:path>
              <a:path w="561339" h="525780">
                <a:moveTo>
                  <a:pt x="35051" y="525779"/>
                </a:moveTo>
                <a:lnTo>
                  <a:pt x="36171" y="485203"/>
                </a:lnTo>
                <a:lnTo>
                  <a:pt x="37147" y="436626"/>
                </a:lnTo>
                <a:lnTo>
                  <a:pt x="37838" y="380047"/>
                </a:lnTo>
                <a:lnTo>
                  <a:pt x="38081" y="310896"/>
                </a:lnTo>
                <a:lnTo>
                  <a:pt x="37847" y="252960"/>
                </a:lnTo>
                <a:lnTo>
                  <a:pt x="37147" y="193167"/>
                </a:lnTo>
                <a:lnTo>
                  <a:pt x="36171" y="143160"/>
                </a:lnTo>
                <a:lnTo>
                  <a:pt x="35051" y="100584"/>
                </a:lnTo>
                <a:lnTo>
                  <a:pt x="68579" y="118872"/>
                </a:lnTo>
                <a:lnTo>
                  <a:pt x="280736" y="118872"/>
                </a:lnTo>
                <a:lnTo>
                  <a:pt x="289559" y="126492"/>
                </a:lnTo>
                <a:lnTo>
                  <a:pt x="280246" y="134112"/>
                </a:lnTo>
                <a:lnTo>
                  <a:pt x="68579" y="134112"/>
                </a:lnTo>
                <a:lnTo>
                  <a:pt x="68579" y="295656"/>
                </a:lnTo>
                <a:lnTo>
                  <a:pt x="84279" y="295656"/>
                </a:lnTo>
                <a:lnTo>
                  <a:pt x="68579" y="310896"/>
                </a:lnTo>
                <a:lnTo>
                  <a:pt x="68579" y="344424"/>
                </a:lnTo>
                <a:lnTo>
                  <a:pt x="272907" y="344424"/>
                </a:lnTo>
                <a:lnTo>
                  <a:pt x="272938" y="358140"/>
                </a:lnTo>
                <a:lnTo>
                  <a:pt x="68579" y="358140"/>
                </a:lnTo>
                <a:lnTo>
                  <a:pt x="68579" y="449579"/>
                </a:lnTo>
                <a:lnTo>
                  <a:pt x="273383" y="449579"/>
                </a:lnTo>
                <a:lnTo>
                  <a:pt x="273543" y="463296"/>
                </a:lnTo>
                <a:lnTo>
                  <a:pt x="68579" y="463296"/>
                </a:lnTo>
                <a:lnTo>
                  <a:pt x="68579" y="513588"/>
                </a:lnTo>
                <a:lnTo>
                  <a:pt x="35051" y="525779"/>
                </a:lnTo>
                <a:close/>
              </a:path>
              <a:path w="561339" h="525780">
                <a:moveTo>
                  <a:pt x="84279" y="295656"/>
                </a:moveTo>
                <a:lnTo>
                  <a:pt x="68579" y="295656"/>
                </a:lnTo>
                <a:lnTo>
                  <a:pt x="86582" y="267628"/>
                </a:lnTo>
                <a:lnTo>
                  <a:pt x="99440" y="231457"/>
                </a:lnTo>
                <a:lnTo>
                  <a:pt x="107156" y="186999"/>
                </a:lnTo>
                <a:lnTo>
                  <a:pt x="109727" y="134112"/>
                </a:lnTo>
                <a:lnTo>
                  <a:pt x="138683" y="134112"/>
                </a:lnTo>
                <a:lnTo>
                  <a:pt x="134373" y="192381"/>
                </a:lnTo>
                <a:lnTo>
                  <a:pt x="121348" y="241363"/>
                </a:lnTo>
                <a:lnTo>
                  <a:pt x="99464" y="280916"/>
                </a:lnTo>
                <a:lnTo>
                  <a:pt x="84279" y="295656"/>
                </a:lnTo>
                <a:close/>
              </a:path>
              <a:path w="561339" h="525780">
                <a:moveTo>
                  <a:pt x="272907" y="344424"/>
                </a:moveTo>
                <a:lnTo>
                  <a:pt x="240791" y="344424"/>
                </a:lnTo>
                <a:lnTo>
                  <a:pt x="240791" y="291084"/>
                </a:lnTo>
                <a:lnTo>
                  <a:pt x="207263" y="291084"/>
                </a:lnTo>
                <a:lnTo>
                  <a:pt x="190642" y="288821"/>
                </a:lnTo>
                <a:lnTo>
                  <a:pt x="179450" y="282130"/>
                </a:lnTo>
                <a:lnTo>
                  <a:pt x="173402" y="271152"/>
                </a:lnTo>
                <a:lnTo>
                  <a:pt x="172211" y="256032"/>
                </a:lnTo>
                <a:lnTo>
                  <a:pt x="172211" y="134112"/>
                </a:lnTo>
                <a:lnTo>
                  <a:pt x="199643" y="134112"/>
                </a:lnTo>
                <a:lnTo>
                  <a:pt x="199643" y="243840"/>
                </a:lnTo>
                <a:lnTo>
                  <a:pt x="200763" y="252960"/>
                </a:lnTo>
                <a:lnTo>
                  <a:pt x="204025" y="259651"/>
                </a:lnTo>
                <a:lnTo>
                  <a:pt x="209288" y="263771"/>
                </a:lnTo>
                <a:lnTo>
                  <a:pt x="216407" y="265175"/>
                </a:lnTo>
                <a:lnTo>
                  <a:pt x="272820" y="265175"/>
                </a:lnTo>
                <a:lnTo>
                  <a:pt x="272907" y="344424"/>
                </a:lnTo>
                <a:close/>
              </a:path>
              <a:path w="561339" h="525780">
                <a:moveTo>
                  <a:pt x="272820" y="265175"/>
                </a:moveTo>
                <a:lnTo>
                  <a:pt x="240791" y="265175"/>
                </a:lnTo>
                <a:lnTo>
                  <a:pt x="240791" y="134112"/>
                </a:lnTo>
                <a:lnTo>
                  <a:pt x="280246" y="134112"/>
                </a:lnTo>
                <a:lnTo>
                  <a:pt x="272795" y="140208"/>
                </a:lnTo>
                <a:lnTo>
                  <a:pt x="272820" y="265175"/>
                </a:lnTo>
                <a:close/>
              </a:path>
              <a:path w="561339" h="525780">
                <a:moveTo>
                  <a:pt x="273383" y="449579"/>
                </a:moveTo>
                <a:lnTo>
                  <a:pt x="240791" y="449579"/>
                </a:lnTo>
                <a:lnTo>
                  <a:pt x="240791" y="358140"/>
                </a:lnTo>
                <a:lnTo>
                  <a:pt x="272938" y="358140"/>
                </a:lnTo>
                <a:lnTo>
                  <a:pt x="273080" y="403242"/>
                </a:lnTo>
                <a:lnTo>
                  <a:pt x="273383" y="449579"/>
                </a:lnTo>
                <a:close/>
              </a:path>
              <a:path w="561339" h="525780">
                <a:moveTo>
                  <a:pt x="240791" y="524255"/>
                </a:moveTo>
                <a:lnTo>
                  <a:pt x="240791" y="463296"/>
                </a:lnTo>
                <a:lnTo>
                  <a:pt x="273543" y="463296"/>
                </a:lnTo>
                <a:lnTo>
                  <a:pt x="273755" y="481548"/>
                </a:lnTo>
                <a:lnTo>
                  <a:pt x="274319" y="507492"/>
                </a:lnTo>
                <a:lnTo>
                  <a:pt x="240791" y="524255"/>
                </a:lnTo>
                <a:close/>
              </a:path>
            </a:pathLst>
          </a:custGeom>
          <a:solidFill>
            <a:srgbClr val="3333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1751075" y="2552700"/>
            <a:ext cx="155575" cy="155575"/>
          </a:xfrm>
          <a:custGeom>
            <a:avLst/>
            <a:gdLst/>
            <a:ahLst/>
            <a:cxnLst/>
            <a:rect l="l" t="t" r="r" b="b"/>
            <a:pathLst>
              <a:path w="155575" h="155575">
                <a:moveTo>
                  <a:pt x="155448" y="155448"/>
                </a:moveTo>
                <a:lnTo>
                  <a:pt x="0" y="155448"/>
                </a:lnTo>
                <a:lnTo>
                  <a:pt x="0" y="0"/>
                </a:lnTo>
                <a:lnTo>
                  <a:pt x="155448" y="0"/>
                </a:lnTo>
                <a:lnTo>
                  <a:pt x="155448" y="155448"/>
                </a:lnTo>
                <a:close/>
              </a:path>
            </a:pathLst>
          </a:custGeom>
          <a:solidFill>
            <a:srgbClr val="3333C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" name="object 15"/>
          <p:cNvSpPr/>
          <p:nvPr/>
        </p:nvSpPr>
        <p:spPr>
          <a:xfrm>
            <a:off x="2145791" y="2377439"/>
            <a:ext cx="375285" cy="381000"/>
          </a:xfrm>
          <a:custGeom>
            <a:avLst/>
            <a:gdLst/>
            <a:ahLst/>
            <a:cxnLst/>
            <a:rect l="l" t="t" r="r" b="b"/>
            <a:pathLst>
              <a:path w="375285" h="381000">
                <a:moveTo>
                  <a:pt x="24384" y="380999"/>
                </a:moveTo>
                <a:lnTo>
                  <a:pt x="0" y="358139"/>
                </a:lnTo>
                <a:lnTo>
                  <a:pt x="10668" y="348996"/>
                </a:lnTo>
                <a:lnTo>
                  <a:pt x="10668" y="106679"/>
                </a:lnTo>
                <a:lnTo>
                  <a:pt x="10477" y="58673"/>
                </a:lnTo>
                <a:lnTo>
                  <a:pt x="10025" y="34670"/>
                </a:lnTo>
                <a:lnTo>
                  <a:pt x="9144" y="10667"/>
                </a:lnTo>
                <a:lnTo>
                  <a:pt x="35052" y="24383"/>
                </a:lnTo>
                <a:lnTo>
                  <a:pt x="303275" y="24383"/>
                </a:lnTo>
                <a:lnTo>
                  <a:pt x="329183" y="0"/>
                </a:lnTo>
                <a:lnTo>
                  <a:pt x="359663" y="35051"/>
                </a:lnTo>
                <a:lnTo>
                  <a:pt x="240792" y="35051"/>
                </a:lnTo>
                <a:lnTo>
                  <a:pt x="240792" y="243839"/>
                </a:lnTo>
                <a:lnTo>
                  <a:pt x="241934" y="258079"/>
                </a:lnTo>
                <a:lnTo>
                  <a:pt x="245363" y="268604"/>
                </a:lnTo>
                <a:lnTo>
                  <a:pt x="251078" y="275129"/>
                </a:lnTo>
                <a:lnTo>
                  <a:pt x="259080" y="277367"/>
                </a:lnTo>
                <a:lnTo>
                  <a:pt x="306324" y="277367"/>
                </a:lnTo>
                <a:lnTo>
                  <a:pt x="326397" y="235577"/>
                </a:lnTo>
                <a:lnTo>
                  <a:pt x="327088" y="222313"/>
                </a:lnTo>
                <a:lnTo>
                  <a:pt x="329183" y="195071"/>
                </a:lnTo>
                <a:lnTo>
                  <a:pt x="338328" y="195071"/>
                </a:lnTo>
                <a:lnTo>
                  <a:pt x="338518" y="220217"/>
                </a:lnTo>
                <a:lnTo>
                  <a:pt x="338970" y="232790"/>
                </a:lnTo>
                <a:lnTo>
                  <a:pt x="353567" y="268724"/>
                </a:lnTo>
                <a:lnTo>
                  <a:pt x="362711" y="271272"/>
                </a:lnTo>
                <a:lnTo>
                  <a:pt x="354449" y="283011"/>
                </a:lnTo>
                <a:lnTo>
                  <a:pt x="343471" y="290893"/>
                </a:lnTo>
                <a:lnTo>
                  <a:pt x="329922" y="295060"/>
                </a:lnTo>
                <a:lnTo>
                  <a:pt x="313944" y="295655"/>
                </a:lnTo>
                <a:lnTo>
                  <a:pt x="248411" y="295655"/>
                </a:lnTo>
                <a:lnTo>
                  <a:pt x="234434" y="293131"/>
                </a:lnTo>
                <a:lnTo>
                  <a:pt x="224599" y="285749"/>
                </a:lnTo>
                <a:lnTo>
                  <a:pt x="219051" y="273796"/>
                </a:lnTo>
                <a:lnTo>
                  <a:pt x="217932" y="257555"/>
                </a:lnTo>
                <a:lnTo>
                  <a:pt x="217932" y="35051"/>
                </a:lnTo>
                <a:lnTo>
                  <a:pt x="144780" y="35051"/>
                </a:lnTo>
                <a:lnTo>
                  <a:pt x="143827" y="88391"/>
                </a:lnTo>
                <a:lnTo>
                  <a:pt x="141732" y="137159"/>
                </a:lnTo>
                <a:lnTo>
                  <a:pt x="133731" y="182879"/>
                </a:lnTo>
                <a:lnTo>
                  <a:pt x="118872" y="228599"/>
                </a:lnTo>
                <a:lnTo>
                  <a:pt x="94488" y="274320"/>
                </a:lnTo>
                <a:lnTo>
                  <a:pt x="56388" y="320039"/>
                </a:lnTo>
                <a:lnTo>
                  <a:pt x="50292" y="315467"/>
                </a:lnTo>
                <a:lnTo>
                  <a:pt x="66913" y="291798"/>
                </a:lnTo>
                <a:lnTo>
                  <a:pt x="80391" y="268985"/>
                </a:lnTo>
                <a:lnTo>
                  <a:pt x="99060" y="227075"/>
                </a:lnTo>
                <a:lnTo>
                  <a:pt x="110490" y="184784"/>
                </a:lnTo>
                <a:lnTo>
                  <a:pt x="117348" y="140207"/>
                </a:lnTo>
                <a:lnTo>
                  <a:pt x="119443" y="91058"/>
                </a:lnTo>
                <a:lnTo>
                  <a:pt x="120396" y="35051"/>
                </a:lnTo>
                <a:lnTo>
                  <a:pt x="35052" y="35051"/>
                </a:lnTo>
                <a:lnTo>
                  <a:pt x="35052" y="355091"/>
                </a:lnTo>
                <a:lnTo>
                  <a:pt x="310896" y="355091"/>
                </a:lnTo>
                <a:lnTo>
                  <a:pt x="338328" y="329184"/>
                </a:lnTo>
                <a:lnTo>
                  <a:pt x="374904" y="365760"/>
                </a:lnTo>
                <a:lnTo>
                  <a:pt x="36576" y="365760"/>
                </a:lnTo>
                <a:lnTo>
                  <a:pt x="24384" y="380999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" name="object 16"/>
          <p:cNvSpPr/>
          <p:nvPr/>
        </p:nvSpPr>
        <p:spPr>
          <a:xfrm>
            <a:off x="2567939" y="2382011"/>
            <a:ext cx="410209" cy="382905"/>
          </a:xfrm>
          <a:custGeom>
            <a:avLst/>
            <a:gdLst/>
            <a:ahLst/>
            <a:cxnLst/>
            <a:rect l="l" t="t" r="r" b="b"/>
            <a:pathLst>
              <a:path w="410210" h="382905">
                <a:moveTo>
                  <a:pt x="242316" y="36576"/>
                </a:moveTo>
                <a:lnTo>
                  <a:pt x="227076" y="19812"/>
                </a:lnTo>
                <a:lnTo>
                  <a:pt x="348996" y="19812"/>
                </a:lnTo>
                <a:lnTo>
                  <a:pt x="361188" y="4572"/>
                </a:lnTo>
                <a:lnTo>
                  <a:pt x="387096" y="25908"/>
                </a:lnTo>
                <a:lnTo>
                  <a:pt x="381870" y="30480"/>
                </a:lnTo>
                <a:lnTo>
                  <a:pt x="283464" y="30480"/>
                </a:lnTo>
                <a:lnTo>
                  <a:pt x="272319" y="30789"/>
                </a:lnTo>
                <a:lnTo>
                  <a:pt x="261747" y="31813"/>
                </a:lnTo>
                <a:lnTo>
                  <a:pt x="251745" y="33694"/>
                </a:lnTo>
                <a:lnTo>
                  <a:pt x="242316" y="36576"/>
                </a:lnTo>
                <a:close/>
              </a:path>
              <a:path w="410210" h="382905">
                <a:moveTo>
                  <a:pt x="375553" y="144780"/>
                </a:moveTo>
                <a:lnTo>
                  <a:pt x="352044" y="144780"/>
                </a:lnTo>
                <a:lnTo>
                  <a:pt x="352044" y="30480"/>
                </a:lnTo>
                <a:lnTo>
                  <a:pt x="381870" y="30480"/>
                </a:lnTo>
                <a:lnTo>
                  <a:pt x="374904" y="36576"/>
                </a:lnTo>
                <a:lnTo>
                  <a:pt x="374927" y="78295"/>
                </a:lnTo>
                <a:lnTo>
                  <a:pt x="375094" y="114300"/>
                </a:lnTo>
                <a:lnTo>
                  <a:pt x="375553" y="144780"/>
                </a:lnTo>
                <a:close/>
              </a:path>
              <a:path w="410210" h="382905">
                <a:moveTo>
                  <a:pt x="368808" y="364236"/>
                </a:moveTo>
                <a:lnTo>
                  <a:pt x="278892" y="364236"/>
                </a:lnTo>
                <a:lnTo>
                  <a:pt x="259127" y="363378"/>
                </a:lnTo>
                <a:lnTo>
                  <a:pt x="245364" y="356235"/>
                </a:lnTo>
                <a:lnTo>
                  <a:pt x="237315" y="342804"/>
                </a:lnTo>
                <a:lnTo>
                  <a:pt x="234696" y="323088"/>
                </a:lnTo>
                <a:lnTo>
                  <a:pt x="234672" y="253626"/>
                </a:lnTo>
                <a:lnTo>
                  <a:pt x="234505" y="198310"/>
                </a:lnTo>
                <a:lnTo>
                  <a:pt x="234053" y="156995"/>
                </a:lnTo>
                <a:lnTo>
                  <a:pt x="233172" y="129540"/>
                </a:lnTo>
                <a:lnTo>
                  <a:pt x="257556" y="144780"/>
                </a:lnTo>
                <a:lnTo>
                  <a:pt x="375553" y="144780"/>
                </a:lnTo>
                <a:lnTo>
                  <a:pt x="375936" y="155448"/>
                </a:lnTo>
                <a:lnTo>
                  <a:pt x="257556" y="155448"/>
                </a:lnTo>
                <a:lnTo>
                  <a:pt x="257556" y="315468"/>
                </a:lnTo>
                <a:lnTo>
                  <a:pt x="259270" y="329231"/>
                </a:lnTo>
                <a:lnTo>
                  <a:pt x="264414" y="338709"/>
                </a:lnTo>
                <a:lnTo>
                  <a:pt x="272986" y="344185"/>
                </a:lnTo>
                <a:lnTo>
                  <a:pt x="284988" y="345948"/>
                </a:lnTo>
                <a:lnTo>
                  <a:pt x="405949" y="345948"/>
                </a:lnTo>
                <a:lnTo>
                  <a:pt x="402240" y="351591"/>
                </a:lnTo>
                <a:lnTo>
                  <a:pt x="392811" y="359473"/>
                </a:lnTo>
                <a:lnTo>
                  <a:pt x="381666" y="363640"/>
                </a:lnTo>
                <a:lnTo>
                  <a:pt x="368808" y="364236"/>
                </a:lnTo>
                <a:close/>
              </a:path>
              <a:path w="410210" h="382905">
                <a:moveTo>
                  <a:pt x="352044" y="179832"/>
                </a:moveTo>
                <a:lnTo>
                  <a:pt x="352044" y="155448"/>
                </a:lnTo>
                <a:lnTo>
                  <a:pt x="375936" y="155448"/>
                </a:lnTo>
                <a:lnTo>
                  <a:pt x="376428" y="169164"/>
                </a:lnTo>
                <a:lnTo>
                  <a:pt x="352044" y="179832"/>
                </a:lnTo>
                <a:close/>
              </a:path>
              <a:path w="410210" h="382905">
                <a:moveTo>
                  <a:pt x="405949" y="345948"/>
                </a:moveTo>
                <a:lnTo>
                  <a:pt x="355092" y="345948"/>
                </a:lnTo>
                <a:lnTo>
                  <a:pt x="361378" y="344805"/>
                </a:lnTo>
                <a:lnTo>
                  <a:pt x="366522" y="341376"/>
                </a:lnTo>
                <a:lnTo>
                  <a:pt x="375666" y="302895"/>
                </a:lnTo>
                <a:lnTo>
                  <a:pt x="377952" y="262128"/>
                </a:lnTo>
                <a:lnTo>
                  <a:pt x="387096" y="262128"/>
                </a:lnTo>
                <a:lnTo>
                  <a:pt x="388381" y="306705"/>
                </a:lnTo>
                <a:lnTo>
                  <a:pt x="409956" y="339852"/>
                </a:lnTo>
                <a:lnTo>
                  <a:pt x="405949" y="345948"/>
                </a:lnTo>
                <a:close/>
              </a:path>
              <a:path w="410210" h="382905">
                <a:moveTo>
                  <a:pt x="16764" y="36576"/>
                </a:moveTo>
                <a:lnTo>
                  <a:pt x="0" y="19812"/>
                </a:lnTo>
                <a:lnTo>
                  <a:pt x="176784" y="19812"/>
                </a:lnTo>
                <a:lnTo>
                  <a:pt x="196596" y="0"/>
                </a:lnTo>
                <a:lnTo>
                  <a:pt x="225552" y="30480"/>
                </a:lnTo>
                <a:lnTo>
                  <a:pt x="57912" y="30480"/>
                </a:lnTo>
                <a:lnTo>
                  <a:pt x="46767" y="30789"/>
                </a:lnTo>
                <a:lnTo>
                  <a:pt x="36195" y="31813"/>
                </a:lnTo>
                <a:lnTo>
                  <a:pt x="26193" y="33694"/>
                </a:lnTo>
                <a:lnTo>
                  <a:pt x="16764" y="36576"/>
                </a:lnTo>
                <a:close/>
              </a:path>
              <a:path w="410210" h="382905">
                <a:moveTo>
                  <a:pt x="102108" y="86868"/>
                </a:moveTo>
                <a:lnTo>
                  <a:pt x="80772" y="86868"/>
                </a:lnTo>
                <a:lnTo>
                  <a:pt x="80772" y="30480"/>
                </a:lnTo>
                <a:lnTo>
                  <a:pt x="102108" y="30480"/>
                </a:lnTo>
                <a:lnTo>
                  <a:pt x="102108" y="86868"/>
                </a:lnTo>
                <a:close/>
              </a:path>
              <a:path w="410210" h="382905">
                <a:moveTo>
                  <a:pt x="146304" y="86868"/>
                </a:moveTo>
                <a:lnTo>
                  <a:pt x="124968" y="86868"/>
                </a:lnTo>
                <a:lnTo>
                  <a:pt x="124968" y="30480"/>
                </a:lnTo>
                <a:lnTo>
                  <a:pt x="146304" y="30480"/>
                </a:lnTo>
                <a:lnTo>
                  <a:pt x="146304" y="86868"/>
                </a:lnTo>
                <a:close/>
              </a:path>
              <a:path w="410210" h="382905">
                <a:moveTo>
                  <a:pt x="205086" y="86868"/>
                </a:moveTo>
                <a:lnTo>
                  <a:pt x="173736" y="86868"/>
                </a:lnTo>
                <a:lnTo>
                  <a:pt x="185928" y="70104"/>
                </a:lnTo>
                <a:lnTo>
                  <a:pt x="205086" y="86868"/>
                </a:lnTo>
                <a:close/>
              </a:path>
              <a:path w="410210" h="382905">
                <a:moveTo>
                  <a:pt x="25908" y="382524"/>
                </a:moveTo>
                <a:lnTo>
                  <a:pt x="28003" y="316992"/>
                </a:lnTo>
                <a:lnTo>
                  <a:pt x="28694" y="275796"/>
                </a:lnTo>
                <a:lnTo>
                  <a:pt x="28938" y="225552"/>
                </a:lnTo>
                <a:lnTo>
                  <a:pt x="28694" y="181998"/>
                </a:lnTo>
                <a:lnTo>
                  <a:pt x="27971" y="139184"/>
                </a:lnTo>
                <a:lnTo>
                  <a:pt x="26973" y="102108"/>
                </a:lnTo>
                <a:lnTo>
                  <a:pt x="25908" y="71628"/>
                </a:lnTo>
                <a:lnTo>
                  <a:pt x="50291" y="86868"/>
                </a:lnTo>
                <a:lnTo>
                  <a:pt x="205086" y="86868"/>
                </a:lnTo>
                <a:lnTo>
                  <a:pt x="210312" y="91440"/>
                </a:lnTo>
                <a:lnTo>
                  <a:pt x="205086" y="96012"/>
                </a:lnTo>
                <a:lnTo>
                  <a:pt x="50291" y="96012"/>
                </a:lnTo>
                <a:lnTo>
                  <a:pt x="50291" y="214883"/>
                </a:lnTo>
                <a:lnTo>
                  <a:pt x="61520" y="214883"/>
                </a:lnTo>
                <a:lnTo>
                  <a:pt x="50291" y="225552"/>
                </a:lnTo>
                <a:lnTo>
                  <a:pt x="50291" y="249936"/>
                </a:lnTo>
                <a:lnTo>
                  <a:pt x="198797" y="249936"/>
                </a:lnTo>
                <a:lnTo>
                  <a:pt x="198934" y="260604"/>
                </a:lnTo>
                <a:lnTo>
                  <a:pt x="50291" y="260604"/>
                </a:lnTo>
                <a:lnTo>
                  <a:pt x="50291" y="326136"/>
                </a:lnTo>
                <a:lnTo>
                  <a:pt x="199983" y="326136"/>
                </a:lnTo>
                <a:lnTo>
                  <a:pt x="200203" y="336804"/>
                </a:lnTo>
                <a:lnTo>
                  <a:pt x="50291" y="336804"/>
                </a:lnTo>
                <a:lnTo>
                  <a:pt x="50291" y="373380"/>
                </a:lnTo>
                <a:lnTo>
                  <a:pt x="25908" y="382524"/>
                </a:lnTo>
                <a:close/>
              </a:path>
              <a:path w="410210" h="382905">
                <a:moveTo>
                  <a:pt x="61520" y="214883"/>
                </a:moveTo>
                <a:lnTo>
                  <a:pt x="50291" y="214883"/>
                </a:lnTo>
                <a:lnTo>
                  <a:pt x="63412" y="194595"/>
                </a:lnTo>
                <a:lnTo>
                  <a:pt x="72961" y="168021"/>
                </a:lnTo>
                <a:lnTo>
                  <a:pt x="78795" y="135159"/>
                </a:lnTo>
                <a:lnTo>
                  <a:pt x="80772" y="96012"/>
                </a:lnTo>
                <a:lnTo>
                  <a:pt x="102108" y="96012"/>
                </a:lnTo>
                <a:lnTo>
                  <a:pt x="98940" y="139184"/>
                </a:lnTo>
                <a:lnTo>
                  <a:pt x="89344" y="175069"/>
                </a:lnTo>
                <a:lnTo>
                  <a:pt x="73175" y="203811"/>
                </a:lnTo>
                <a:lnTo>
                  <a:pt x="61520" y="214883"/>
                </a:lnTo>
                <a:close/>
              </a:path>
              <a:path w="410210" h="382905">
                <a:moveTo>
                  <a:pt x="198797" y="249936"/>
                </a:moveTo>
                <a:lnTo>
                  <a:pt x="176784" y="249936"/>
                </a:lnTo>
                <a:lnTo>
                  <a:pt x="176784" y="211836"/>
                </a:lnTo>
                <a:lnTo>
                  <a:pt x="152400" y="211836"/>
                </a:lnTo>
                <a:lnTo>
                  <a:pt x="139755" y="210145"/>
                </a:lnTo>
                <a:lnTo>
                  <a:pt x="131254" y="205168"/>
                </a:lnTo>
                <a:lnTo>
                  <a:pt x="126468" y="197048"/>
                </a:lnTo>
                <a:lnTo>
                  <a:pt x="124968" y="185928"/>
                </a:lnTo>
                <a:lnTo>
                  <a:pt x="124968" y="96012"/>
                </a:lnTo>
                <a:lnTo>
                  <a:pt x="146304" y="96012"/>
                </a:lnTo>
                <a:lnTo>
                  <a:pt x="146304" y="187452"/>
                </a:lnTo>
                <a:lnTo>
                  <a:pt x="150876" y="192024"/>
                </a:lnTo>
                <a:lnTo>
                  <a:pt x="198370" y="192024"/>
                </a:lnTo>
                <a:lnTo>
                  <a:pt x="198754" y="246583"/>
                </a:lnTo>
                <a:lnTo>
                  <a:pt x="198797" y="249936"/>
                </a:lnTo>
                <a:close/>
              </a:path>
              <a:path w="410210" h="382905">
                <a:moveTo>
                  <a:pt x="198370" y="192024"/>
                </a:moveTo>
                <a:lnTo>
                  <a:pt x="176784" y="192024"/>
                </a:lnTo>
                <a:lnTo>
                  <a:pt x="176784" y="96012"/>
                </a:lnTo>
                <a:lnTo>
                  <a:pt x="205086" y="96012"/>
                </a:lnTo>
                <a:lnTo>
                  <a:pt x="198120" y="102108"/>
                </a:lnTo>
                <a:lnTo>
                  <a:pt x="198327" y="185928"/>
                </a:lnTo>
                <a:lnTo>
                  <a:pt x="198370" y="192024"/>
                </a:lnTo>
                <a:close/>
              </a:path>
              <a:path w="410210" h="382905">
                <a:moveTo>
                  <a:pt x="199983" y="326136"/>
                </a:moveTo>
                <a:lnTo>
                  <a:pt x="176784" y="326136"/>
                </a:lnTo>
                <a:lnTo>
                  <a:pt x="176784" y="260604"/>
                </a:lnTo>
                <a:lnTo>
                  <a:pt x="198934" y="260604"/>
                </a:lnTo>
                <a:lnTo>
                  <a:pt x="199436" y="299618"/>
                </a:lnTo>
                <a:lnTo>
                  <a:pt x="199983" y="326136"/>
                </a:lnTo>
                <a:close/>
              </a:path>
              <a:path w="410210" h="382905">
                <a:moveTo>
                  <a:pt x="176784" y="379476"/>
                </a:moveTo>
                <a:lnTo>
                  <a:pt x="176784" y="336804"/>
                </a:lnTo>
                <a:lnTo>
                  <a:pt x="200203" y="336804"/>
                </a:lnTo>
                <a:lnTo>
                  <a:pt x="200265" y="339852"/>
                </a:lnTo>
                <a:lnTo>
                  <a:pt x="201168" y="367284"/>
                </a:lnTo>
                <a:lnTo>
                  <a:pt x="176784" y="379476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pic>
        <p:nvPicPr>
          <p:cNvPr id="17" name="object 17"/>
          <p:cNvPicPr/>
          <p:nvPr/>
        </p:nvPicPr>
        <p:blipFill>
          <a:blip r:embed="rId4" cstate="print"/>
          <a:stretch>
            <a:fillRect/>
          </a:stretch>
        </p:blipFill>
        <p:spPr>
          <a:xfrm>
            <a:off x="3052572" y="2569464"/>
            <a:ext cx="64008" cy="164592"/>
          </a:xfrm>
          <a:prstGeom prst="rect">
            <a:avLst/>
          </a:prstGeom>
        </p:spPr>
      </p:pic>
      <p:sp>
        <p:nvSpPr>
          <p:cNvPr id="18" name="object 18"/>
          <p:cNvSpPr/>
          <p:nvPr/>
        </p:nvSpPr>
        <p:spPr>
          <a:xfrm>
            <a:off x="3602736" y="2360675"/>
            <a:ext cx="853440" cy="411480"/>
          </a:xfrm>
          <a:custGeom>
            <a:avLst/>
            <a:gdLst/>
            <a:ahLst/>
            <a:cxnLst/>
            <a:rect l="l" t="t" r="r" b="b"/>
            <a:pathLst>
              <a:path w="853439" h="411480">
                <a:moveTo>
                  <a:pt x="228600" y="274320"/>
                </a:moveTo>
                <a:lnTo>
                  <a:pt x="187083" y="240245"/>
                </a:lnTo>
                <a:lnTo>
                  <a:pt x="167640" y="231648"/>
                </a:lnTo>
                <a:lnTo>
                  <a:pt x="164592" y="236220"/>
                </a:lnTo>
                <a:lnTo>
                  <a:pt x="178041" y="251701"/>
                </a:lnTo>
                <a:lnTo>
                  <a:pt x="188785" y="266319"/>
                </a:lnTo>
                <a:lnTo>
                  <a:pt x="196951" y="280377"/>
                </a:lnTo>
                <a:lnTo>
                  <a:pt x="202692" y="294132"/>
                </a:lnTo>
                <a:lnTo>
                  <a:pt x="207264" y="304800"/>
                </a:lnTo>
                <a:lnTo>
                  <a:pt x="210312" y="310896"/>
                </a:lnTo>
                <a:lnTo>
                  <a:pt x="216408" y="310896"/>
                </a:lnTo>
                <a:lnTo>
                  <a:pt x="219456" y="307848"/>
                </a:lnTo>
                <a:lnTo>
                  <a:pt x="222504" y="300228"/>
                </a:lnTo>
                <a:lnTo>
                  <a:pt x="227076" y="294132"/>
                </a:lnTo>
                <a:lnTo>
                  <a:pt x="228600" y="286512"/>
                </a:lnTo>
                <a:lnTo>
                  <a:pt x="228600" y="274320"/>
                </a:lnTo>
                <a:close/>
              </a:path>
              <a:path w="853439" h="411480">
                <a:moveTo>
                  <a:pt x="233172" y="169164"/>
                </a:moveTo>
                <a:lnTo>
                  <a:pt x="228600" y="161544"/>
                </a:lnTo>
                <a:lnTo>
                  <a:pt x="219456" y="156972"/>
                </a:lnTo>
                <a:lnTo>
                  <a:pt x="211429" y="152120"/>
                </a:lnTo>
                <a:lnTo>
                  <a:pt x="200977" y="146685"/>
                </a:lnTo>
                <a:lnTo>
                  <a:pt x="187947" y="140690"/>
                </a:lnTo>
                <a:lnTo>
                  <a:pt x="172212" y="134112"/>
                </a:lnTo>
                <a:lnTo>
                  <a:pt x="167640" y="138684"/>
                </a:lnTo>
                <a:lnTo>
                  <a:pt x="181356" y="152361"/>
                </a:lnTo>
                <a:lnTo>
                  <a:pt x="192786" y="165735"/>
                </a:lnTo>
                <a:lnTo>
                  <a:pt x="201930" y="178549"/>
                </a:lnTo>
                <a:lnTo>
                  <a:pt x="208788" y="190500"/>
                </a:lnTo>
                <a:lnTo>
                  <a:pt x="213360" y="201168"/>
                </a:lnTo>
                <a:lnTo>
                  <a:pt x="216408" y="207264"/>
                </a:lnTo>
                <a:lnTo>
                  <a:pt x="220980" y="207264"/>
                </a:lnTo>
                <a:lnTo>
                  <a:pt x="224028" y="202692"/>
                </a:lnTo>
                <a:lnTo>
                  <a:pt x="227076" y="196596"/>
                </a:lnTo>
                <a:lnTo>
                  <a:pt x="231648" y="188976"/>
                </a:lnTo>
                <a:lnTo>
                  <a:pt x="233172" y="182880"/>
                </a:lnTo>
                <a:lnTo>
                  <a:pt x="233172" y="169164"/>
                </a:lnTo>
                <a:close/>
              </a:path>
              <a:path w="853439" h="411480">
                <a:moveTo>
                  <a:pt x="384048" y="65532"/>
                </a:moveTo>
                <a:lnTo>
                  <a:pt x="373380" y="54864"/>
                </a:lnTo>
                <a:lnTo>
                  <a:pt x="347472" y="28956"/>
                </a:lnTo>
                <a:lnTo>
                  <a:pt x="321564" y="54864"/>
                </a:lnTo>
                <a:lnTo>
                  <a:pt x="114300" y="54864"/>
                </a:lnTo>
                <a:lnTo>
                  <a:pt x="118884" y="48895"/>
                </a:lnTo>
                <a:lnTo>
                  <a:pt x="123634" y="42481"/>
                </a:lnTo>
                <a:lnTo>
                  <a:pt x="128651" y="35801"/>
                </a:lnTo>
                <a:lnTo>
                  <a:pt x="134112" y="28956"/>
                </a:lnTo>
                <a:lnTo>
                  <a:pt x="147828" y="22860"/>
                </a:lnTo>
                <a:lnTo>
                  <a:pt x="109728" y="0"/>
                </a:lnTo>
                <a:lnTo>
                  <a:pt x="92202" y="40957"/>
                </a:lnTo>
                <a:lnTo>
                  <a:pt x="65532" y="85344"/>
                </a:lnTo>
                <a:lnTo>
                  <a:pt x="33528" y="127825"/>
                </a:lnTo>
                <a:lnTo>
                  <a:pt x="1524" y="160020"/>
                </a:lnTo>
                <a:lnTo>
                  <a:pt x="4572" y="164592"/>
                </a:lnTo>
                <a:lnTo>
                  <a:pt x="37719" y="141732"/>
                </a:lnTo>
                <a:lnTo>
                  <a:pt x="75438" y="106895"/>
                </a:lnTo>
                <a:lnTo>
                  <a:pt x="109728" y="65532"/>
                </a:lnTo>
                <a:lnTo>
                  <a:pt x="384048" y="65532"/>
                </a:lnTo>
                <a:close/>
              </a:path>
              <a:path w="853439" h="411480">
                <a:moveTo>
                  <a:pt x="408432" y="222504"/>
                </a:moveTo>
                <a:lnTo>
                  <a:pt x="373380" y="187452"/>
                </a:lnTo>
                <a:lnTo>
                  <a:pt x="348996" y="211836"/>
                </a:lnTo>
                <a:lnTo>
                  <a:pt x="326136" y="211836"/>
                </a:lnTo>
                <a:lnTo>
                  <a:pt x="330708" y="132588"/>
                </a:lnTo>
                <a:lnTo>
                  <a:pt x="338328" y="126492"/>
                </a:lnTo>
                <a:lnTo>
                  <a:pt x="345948" y="120396"/>
                </a:lnTo>
                <a:lnTo>
                  <a:pt x="339852" y="115824"/>
                </a:lnTo>
                <a:lnTo>
                  <a:pt x="315468" y="97536"/>
                </a:lnTo>
                <a:lnTo>
                  <a:pt x="306324" y="109728"/>
                </a:lnTo>
                <a:lnTo>
                  <a:pt x="306324" y="126492"/>
                </a:lnTo>
                <a:lnTo>
                  <a:pt x="301752" y="211836"/>
                </a:lnTo>
                <a:lnTo>
                  <a:pt x="300228" y="211836"/>
                </a:lnTo>
                <a:lnTo>
                  <a:pt x="300228" y="222504"/>
                </a:lnTo>
                <a:lnTo>
                  <a:pt x="295656" y="320040"/>
                </a:lnTo>
                <a:lnTo>
                  <a:pt x="97536" y="320040"/>
                </a:lnTo>
                <a:lnTo>
                  <a:pt x="109728" y="222504"/>
                </a:lnTo>
                <a:lnTo>
                  <a:pt x="300228" y="222504"/>
                </a:lnTo>
                <a:lnTo>
                  <a:pt x="300228" y="211836"/>
                </a:lnTo>
                <a:lnTo>
                  <a:pt x="111252" y="211836"/>
                </a:lnTo>
                <a:lnTo>
                  <a:pt x="120396" y="126492"/>
                </a:lnTo>
                <a:lnTo>
                  <a:pt x="306324" y="126492"/>
                </a:lnTo>
                <a:lnTo>
                  <a:pt x="306324" y="109728"/>
                </a:lnTo>
                <a:lnTo>
                  <a:pt x="301752" y="115824"/>
                </a:lnTo>
                <a:lnTo>
                  <a:pt x="121920" y="115824"/>
                </a:lnTo>
                <a:lnTo>
                  <a:pt x="97536" y="100584"/>
                </a:lnTo>
                <a:lnTo>
                  <a:pt x="86868" y="211836"/>
                </a:lnTo>
                <a:lnTo>
                  <a:pt x="0" y="211836"/>
                </a:lnTo>
                <a:lnTo>
                  <a:pt x="13716" y="225552"/>
                </a:lnTo>
                <a:lnTo>
                  <a:pt x="39624" y="222504"/>
                </a:lnTo>
                <a:lnTo>
                  <a:pt x="85344" y="222504"/>
                </a:lnTo>
                <a:lnTo>
                  <a:pt x="73152" y="312420"/>
                </a:lnTo>
                <a:lnTo>
                  <a:pt x="59436" y="323088"/>
                </a:lnTo>
                <a:lnTo>
                  <a:pt x="83820" y="345948"/>
                </a:lnTo>
                <a:lnTo>
                  <a:pt x="97536" y="330708"/>
                </a:lnTo>
                <a:lnTo>
                  <a:pt x="294132" y="330708"/>
                </a:lnTo>
                <a:lnTo>
                  <a:pt x="291287" y="350481"/>
                </a:lnTo>
                <a:lnTo>
                  <a:pt x="287464" y="364236"/>
                </a:lnTo>
                <a:lnTo>
                  <a:pt x="282765" y="372287"/>
                </a:lnTo>
                <a:lnTo>
                  <a:pt x="277368" y="374904"/>
                </a:lnTo>
                <a:lnTo>
                  <a:pt x="268770" y="374332"/>
                </a:lnTo>
                <a:lnTo>
                  <a:pt x="256603" y="372618"/>
                </a:lnTo>
                <a:lnTo>
                  <a:pt x="240715" y="369760"/>
                </a:lnTo>
                <a:lnTo>
                  <a:pt x="220980" y="365760"/>
                </a:lnTo>
                <a:lnTo>
                  <a:pt x="220980" y="373380"/>
                </a:lnTo>
                <a:lnTo>
                  <a:pt x="240957" y="382549"/>
                </a:lnTo>
                <a:lnTo>
                  <a:pt x="255079" y="391858"/>
                </a:lnTo>
                <a:lnTo>
                  <a:pt x="263194" y="401459"/>
                </a:lnTo>
                <a:lnTo>
                  <a:pt x="265176" y="411480"/>
                </a:lnTo>
                <a:lnTo>
                  <a:pt x="280619" y="407466"/>
                </a:lnTo>
                <a:lnTo>
                  <a:pt x="311886" y="377431"/>
                </a:lnTo>
                <a:lnTo>
                  <a:pt x="320040" y="330708"/>
                </a:lnTo>
                <a:lnTo>
                  <a:pt x="399288" y="330708"/>
                </a:lnTo>
                <a:lnTo>
                  <a:pt x="388620" y="320040"/>
                </a:lnTo>
                <a:lnTo>
                  <a:pt x="364236" y="295656"/>
                </a:lnTo>
                <a:lnTo>
                  <a:pt x="339852" y="320040"/>
                </a:lnTo>
                <a:lnTo>
                  <a:pt x="321564" y="320040"/>
                </a:lnTo>
                <a:lnTo>
                  <a:pt x="326136" y="222504"/>
                </a:lnTo>
                <a:lnTo>
                  <a:pt x="408432" y="222504"/>
                </a:lnTo>
                <a:close/>
              </a:path>
              <a:path w="853439" h="411480">
                <a:moveTo>
                  <a:pt x="676643" y="147828"/>
                </a:moveTo>
                <a:lnTo>
                  <a:pt x="633971" y="124968"/>
                </a:lnTo>
                <a:lnTo>
                  <a:pt x="634809" y="144780"/>
                </a:lnTo>
                <a:lnTo>
                  <a:pt x="634923" y="148526"/>
                </a:lnTo>
                <a:lnTo>
                  <a:pt x="635317" y="166306"/>
                </a:lnTo>
                <a:lnTo>
                  <a:pt x="635444" y="179832"/>
                </a:lnTo>
                <a:lnTo>
                  <a:pt x="635355" y="347141"/>
                </a:lnTo>
                <a:lnTo>
                  <a:pt x="635304" y="352996"/>
                </a:lnTo>
                <a:lnTo>
                  <a:pt x="634860" y="379742"/>
                </a:lnTo>
                <a:lnTo>
                  <a:pt x="633971" y="411480"/>
                </a:lnTo>
                <a:lnTo>
                  <a:pt x="664451" y="394716"/>
                </a:lnTo>
                <a:lnTo>
                  <a:pt x="663575" y="378104"/>
                </a:lnTo>
                <a:lnTo>
                  <a:pt x="663117" y="362331"/>
                </a:lnTo>
                <a:lnTo>
                  <a:pt x="663016" y="352996"/>
                </a:lnTo>
                <a:lnTo>
                  <a:pt x="662927" y="158496"/>
                </a:lnTo>
                <a:lnTo>
                  <a:pt x="676643" y="147828"/>
                </a:lnTo>
                <a:close/>
              </a:path>
              <a:path w="853439" h="411480">
                <a:moveTo>
                  <a:pt x="853427" y="181356"/>
                </a:moveTo>
                <a:lnTo>
                  <a:pt x="805802" y="166306"/>
                </a:lnTo>
                <a:lnTo>
                  <a:pt x="755891" y="138684"/>
                </a:lnTo>
                <a:lnTo>
                  <a:pt x="705218" y="93726"/>
                </a:lnTo>
                <a:lnTo>
                  <a:pt x="664375" y="41148"/>
                </a:lnTo>
                <a:lnTo>
                  <a:pt x="656831" y="30480"/>
                </a:lnTo>
                <a:lnTo>
                  <a:pt x="672071" y="21336"/>
                </a:lnTo>
                <a:lnTo>
                  <a:pt x="635495" y="0"/>
                </a:lnTo>
                <a:lnTo>
                  <a:pt x="625259" y="27127"/>
                </a:lnTo>
                <a:lnTo>
                  <a:pt x="610730" y="55816"/>
                </a:lnTo>
                <a:lnTo>
                  <a:pt x="569963" y="117348"/>
                </a:lnTo>
                <a:lnTo>
                  <a:pt x="543369" y="148526"/>
                </a:lnTo>
                <a:lnTo>
                  <a:pt x="513765" y="175831"/>
                </a:lnTo>
                <a:lnTo>
                  <a:pt x="481025" y="199440"/>
                </a:lnTo>
                <a:lnTo>
                  <a:pt x="444995" y="219456"/>
                </a:lnTo>
                <a:lnTo>
                  <a:pt x="446519" y="225552"/>
                </a:lnTo>
                <a:lnTo>
                  <a:pt x="482269" y="209842"/>
                </a:lnTo>
                <a:lnTo>
                  <a:pt x="542328" y="173266"/>
                </a:lnTo>
                <a:lnTo>
                  <a:pt x="589254" y="130098"/>
                </a:lnTo>
                <a:lnTo>
                  <a:pt x="631647" y="74612"/>
                </a:lnTo>
                <a:lnTo>
                  <a:pt x="652259" y="41148"/>
                </a:lnTo>
                <a:lnTo>
                  <a:pt x="670547" y="71704"/>
                </a:lnTo>
                <a:lnTo>
                  <a:pt x="707123" y="123659"/>
                </a:lnTo>
                <a:lnTo>
                  <a:pt x="744588" y="162737"/>
                </a:lnTo>
                <a:lnTo>
                  <a:pt x="788644" y="195795"/>
                </a:lnTo>
                <a:lnTo>
                  <a:pt x="813803" y="210312"/>
                </a:lnTo>
                <a:lnTo>
                  <a:pt x="820648" y="201168"/>
                </a:lnTo>
                <a:lnTo>
                  <a:pt x="829614" y="194310"/>
                </a:lnTo>
                <a:lnTo>
                  <a:pt x="840600" y="189738"/>
                </a:lnTo>
                <a:lnTo>
                  <a:pt x="853427" y="187452"/>
                </a:lnTo>
                <a:lnTo>
                  <a:pt x="853427" y="18135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" name="object 19"/>
          <p:cNvSpPr/>
          <p:nvPr/>
        </p:nvSpPr>
        <p:spPr>
          <a:xfrm>
            <a:off x="4509515" y="2366772"/>
            <a:ext cx="363220" cy="403860"/>
          </a:xfrm>
          <a:custGeom>
            <a:avLst/>
            <a:gdLst/>
            <a:ahLst/>
            <a:cxnLst/>
            <a:rect l="l" t="t" r="r" b="b"/>
            <a:pathLst>
              <a:path w="363220" h="403860">
                <a:moveTo>
                  <a:pt x="329401" y="16763"/>
                </a:moveTo>
                <a:lnTo>
                  <a:pt x="295656" y="16763"/>
                </a:lnTo>
                <a:lnTo>
                  <a:pt x="307848" y="0"/>
                </a:lnTo>
                <a:lnTo>
                  <a:pt x="329401" y="16763"/>
                </a:lnTo>
                <a:close/>
              </a:path>
              <a:path w="363220" h="403860">
                <a:moveTo>
                  <a:pt x="57912" y="201167"/>
                </a:moveTo>
                <a:lnTo>
                  <a:pt x="59674" y="180332"/>
                </a:lnTo>
                <a:lnTo>
                  <a:pt x="60579" y="156781"/>
                </a:lnTo>
                <a:lnTo>
                  <a:pt x="60912" y="130659"/>
                </a:lnTo>
                <a:lnTo>
                  <a:pt x="60936" y="72699"/>
                </a:lnTo>
                <a:lnTo>
                  <a:pt x="60769" y="46291"/>
                </a:lnTo>
                <a:lnTo>
                  <a:pt x="60317" y="23026"/>
                </a:lnTo>
                <a:lnTo>
                  <a:pt x="59436" y="3048"/>
                </a:lnTo>
                <a:lnTo>
                  <a:pt x="83820" y="16763"/>
                </a:lnTo>
                <a:lnTo>
                  <a:pt x="329401" y="16763"/>
                </a:lnTo>
                <a:lnTo>
                  <a:pt x="335280" y="21336"/>
                </a:lnTo>
                <a:lnTo>
                  <a:pt x="329184" y="27431"/>
                </a:lnTo>
                <a:lnTo>
                  <a:pt x="83820" y="27431"/>
                </a:lnTo>
                <a:lnTo>
                  <a:pt x="83820" y="91439"/>
                </a:lnTo>
                <a:lnTo>
                  <a:pt x="323088" y="91439"/>
                </a:lnTo>
                <a:lnTo>
                  <a:pt x="323088" y="102107"/>
                </a:lnTo>
                <a:lnTo>
                  <a:pt x="83820" y="102107"/>
                </a:lnTo>
                <a:lnTo>
                  <a:pt x="83820" y="164591"/>
                </a:lnTo>
                <a:lnTo>
                  <a:pt x="323575" y="164591"/>
                </a:lnTo>
                <a:lnTo>
                  <a:pt x="323730" y="169592"/>
                </a:lnTo>
                <a:lnTo>
                  <a:pt x="324068" y="175259"/>
                </a:lnTo>
                <a:lnTo>
                  <a:pt x="83820" y="175259"/>
                </a:lnTo>
                <a:lnTo>
                  <a:pt x="83820" y="190499"/>
                </a:lnTo>
                <a:lnTo>
                  <a:pt x="57912" y="201167"/>
                </a:lnTo>
                <a:close/>
              </a:path>
              <a:path w="363220" h="403860">
                <a:moveTo>
                  <a:pt x="201168" y="91439"/>
                </a:moveTo>
                <a:lnTo>
                  <a:pt x="178308" y="91439"/>
                </a:lnTo>
                <a:lnTo>
                  <a:pt x="178308" y="27431"/>
                </a:lnTo>
                <a:lnTo>
                  <a:pt x="201168" y="27431"/>
                </a:lnTo>
                <a:lnTo>
                  <a:pt x="201168" y="91439"/>
                </a:lnTo>
                <a:close/>
              </a:path>
              <a:path w="363220" h="403860">
                <a:moveTo>
                  <a:pt x="323088" y="91439"/>
                </a:moveTo>
                <a:lnTo>
                  <a:pt x="298704" y="91439"/>
                </a:lnTo>
                <a:lnTo>
                  <a:pt x="298704" y="27431"/>
                </a:lnTo>
                <a:lnTo>
                  <a:pt x="329184" y="27431"/>
                </a:lnTo>
                <a:lnTo>
                  <a:pt x="323088" y="33527"/>
                </a:lnTo>
                <a:lnTo>
                  <a:pt x="323088" y="91439"/>
                </a:lnTo>
                <a:close/>
              </a:path>
              <a:path w="363220" h="403860">
                <a:moveTo>
                  <a:pt x="201168" y="164591"/>
                </a:moveTo>
                <a:lnTo>
                  <a:pt x="178308" y="164591"/>
                </a:lnTo>
                <a:lnTo>
                  <a:pt x="178308" y="102107"/>
                </a:lnTo>
                <a:lnTo>
                  <a:pt x="201168" y="102107"/>
                </a:lnTo>
                <a:lnTo>
                  <a:pt x="201168" y="164591"/>
                </a:lnTo>
                <a:close/>
              </a:path>
              <a:path w="363220" h="403860">
                <a:moveTo>
                  <a:pt x="323575" y="164591"/>
                </a:moveTo>
                <a:lnTo>
                  <a:pt x="298704" y="164591"/>
                </a:lnTo>
                <a:lnTo>
                  <a:pt x="298704" y="102107"/>
                </a:lnTo>
                <a:lnTo>
                  <a:pt x="323088" y="102107"/>
                </a:lnTo>
                <a:lnTo>
                  <a:pt x="323111" y="141112"/>
                </a:lnTo>
                <a:lnTo>
                  <a:pt x="323278" y="155066"/>
                </a:lnTo>
                <a:lnTo>
                  <a:pt x="323575" y="164591"/>
                </a:lnTo>
                <a:close/>
              </a:path>
              <a:path w="363220" h="403860">
                <a:moveTo>
                  <a:pt x="298704" y="193547"/>
                </a:moveTo>
                <a:lnTo>
                  <a:pt x="298704" y="175259"/>
                </a:lnTo>
                <a:lnTo>
                  <a:pt x="324068" y="175259"/>
                </a:lnTo>
                <a:lnTo>
                  <a:pt x="324612" y="184403"/>
                </a:lnTo>
                <a:lnTo>
                  <a:pt x="298704" y="193547"/>
                </a:lnTo>
                <a:close/>
              </a:path>
              <a:path w="363220" h="403860">
                <a:moveTo>
                  <a:pt x="196596" y="237743"/>
                </a:moveTo>
                <a:lnTo>
                  <a:pt x="172212" y="237743"/>
                </a:lnTo>
                <a:lnTo>
                  <a:pt x="174212" y="218574"/>
                </a:lnTo>
                <a:lnTo>
                  <a:pt x="175641" y="202120"/>
                </a:lnTo>
                <a:lnTo>
                  <a:pt x="176498" y="188237"/>
                </a:lnTo>
                <a:lnTo>
                  <a:pt x="176784" y="176783"/>
                </a:lnTo>
                <a:lnTo>
                  <a:pt x="216408" y="196595"/>
                </a:lnTo>
                <a:lnTo>
                  <a:pt x="204216" y="205739"/>
                </a:lnTo>
                <a:lnTo>
                  <a:pt x="202811" y="212883"/>
                </a:lnTo>
                <a:lnTo>
                  <a:pt x="200977" y="220598"/>
                </a:lnTo>
                <a:lnTo>
                  <a:pt x="196596" y="237743"/>
                </a:lnTo>
                <a:close/>
              </a:path>
              <a:path w="363220" h="403860">
                <a:moveTo>
                  <a:pt x="36576" y="252983"/>
                </a:moveTo>
                <a:lnTo>
                  <a:pt x="21336" y="237743"/>
                </a:lnTo>
                <a:lnTo>
                  <a:pt x="320040" y="237743"/>
                </a:lnTo>
                <a:lnTo>
                  <a:pt x="335280" y="219455"/>
                </a:lnTo>
                <a:lnTo>
                  <a:pt x="362712" y="243839"/>
                </a:lnTo>
                <a:lnTo>
                  <a:pt x="358357" y="246887"/>
                </a:lnTo>
                <a:lnTo>
                  <a:pt x="79248" y="246887"/>
                </a:lnTo>
                <a:lnTo>
                  <a:pt x="68079" y="247411"/>
                </a:lnTo>
                <a:lnTo>
                  <a:pt x="57340" y="248792"/>
                </a:lnTo>
                <a:lnTo>
                  <a:pt x="46886" y="250745"/>
                </a:lnTo>
                <a:lnTo>
                  <a:pt x="36576" y="252983"/>
                </a:lnTo>
                <a:close/>
              </a:path>
              <a:path w="363220" h="403860">
                <a:moveTo>
                  <a:pt x="3048" y="403860"/>
                </a:moveTo>
                <a:lnTo>
                  <a:pt x="0" y="399287"/>
                </a:lnTo>
                <a:lnTo>
                  <a:pt x="34575" y="387286"/>
                </a:lnTo>
                <a:lnTo>
                  <a:pt x="65151" y="374142"/>
                </a:lnTo>
                <a:lnTo>
                  <a:pt x="114300" y="344424"/>
                </a:lnTo>
                <a:lnTo>
                  <a:pt x="148780" y="304228"/>
                </a:lnTo>
                <a:lnTo>
                  <a:pt x="170688" y="246887"/>
                </a:lnTo>
                <a:lnTo>
                  <a:pt x="195072" y="246887"/>
                </a:lnTo>
                <a:lnTo>
                  <a:pt x="172021" y="310133"/>
                </a:lnTo>
                <a:lnTo>
                  <a:pt x="134112" y="355092"/>
                </a:lnTo>
                <a:lnTo>
                  <a:pt x="78295" y="384619"/>
                </a:lnTo>
                <a:lnTo>
                  <a:pt x="43029" y="395597"/>
                </a:lnTo>
                <a:lnTo>
                  <a:pt x="3048" y="403860"/>
                </a:lnTo>
                <a:close/>
              </a:path>
              <a:path w="363220" h="403860">
                <a:moveTo>
                  <a:pt x="322512" y="362045"/>
                </a:moveTo>
                <a:lnTo>
                  <a:pt x="283678" y="362045"/>
                </a:lnTo>
                <a:lnTo>
                  <a:pt x="292608" y="361188"/>
                </a:lnTo>
                <a:lnTo>
                  <a:pt x="296918" y="356830"/>
                </a:lnTo>
                <a:lnTo>
                  <a:pt x="311515" y="314610"/>
                </a:lnTo>
                <a:lnTo>
                  <a:pt x="319420" y="273462"/>
                </a:lnTo>
                <a:lnTo>
                  <a:pt x="323088" y="246887"/>
                </a:lnTo>
                <a:lnTo>
                  <a:pt x="358357" y="246887"/>
                </a:lnTo>
                <a:lnTo>
                  <a:pt x="347472" y="254507"/>
                </a:lnTo>
                <a:lnTo>
                  <a:pt x="342042" y="285083"/>
                </a:lnTo>
                <a:lnTo>
                  <a:pt x="337185" y="310514"/>
                </a:lnTo>
                <a:lnTo>
                  <a:pt x="332898" y="330803"/>
                </a:lnTo>
                <a:lnTo>
                  <a:pt x="329184" y="345948"/>
                </a:lnTo>
                <a:lnTo>
                  <a:pt x="324588" y="357663"/>
                </a:lnTo>
                <a:lnTo>
                  <a:pt x="322512" y="362045"/>
                </a:lnTo>
                <a:close/>
              </a:path>
              <a:path w="363220" h="403860">
                <a:moveTo>
                  <a:pt x="263652" y="399287"/>
                </a:moveTo>
                <a:lnTo>
                  <a:pt x="261366" y="387000"/>
                </a:lnTo>
                <a:lnTo>
                  <a:pt x="252222" y="375285"/>
                </a:lnTo>
                <a:lnTo>
                  <a:pt x="236220" y="364140"/>
                </a:lnTo>
                <a:lnTo>
                  <a:pt x="213360" y="353568"/>
                </a:lnTo>
                <a:lnTo>
                  <a:pt x="214884" y="347472"/>
                </a:lnTo>
                <a:lnTo>
                  <a:pt x="245244" y="355187"/>
                </a:lnTo>
                <a:lnTo>
                  <a:pt x="268033" y="360045"/>
                </a:lnTo>
                <a:lnTo>
                  <a:pt x="283678" y="362045"/>
                </a:lnTo>
                <a:lnTo>
                  <a:pt x="322512" y="362045"/>
                </a:lnTo>
                <a:lnTo>
                  <a:pt x="319849" y="367665"/>
                </a:lnTo>
                <a:lnTo>
                  <a:pt x="279368" y="395811"/>
                </a:lnTo>
                <a:lnTo>
                  <a:pt x="263652" y="39928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" name="object 20"/>
          <p:cNvSpPr/>
          <p:nvPr/>
        </p:nvSpPr>
        <p:spPr>
          <a:xfrm>
            <a:off x="4942319" y="2366771"/>
            <a:ext cx="832485" cy="399415"/>
          </a:xfrm>
          <a:custGeom>
            <a:avLst/>
            <a:gdLst/>
            <a:ahLst/>
            <a:cxnLst/>
            <a:rect l="l" t="t" r="r" b="b"/>
            <a:pathLst>
              <a:path w="832485" h="399414">
                <a:moveTo>
                  <a:pt x="403860" y="356616"/>
                </a:moveTo>
                <a:lnTo>
                  <a:pt x="354901" y="339852"/>
                </a:lnTo>
                <a:lnTo>
                  <a:pt x="309372" y="304800"/>
                </a:lnTo>
                <a:lnTo>
                  <a:pt x="271843" y="254508"/>
                </a:lnTo>
                <a:lnTo>
                  <a:pt x="242316" y="195072"/>
                </a:lnTo>
                <a:lnTo>
                  <a:pt x="220599" y="124206"/>
                </a:lnTo>
                <a:lnTo>
                  <a:pt x="212318" y="83629"/>
                </a:lnTo>
                <a:lnTo>
                  <a:pt x="205740" y="39624"/>
                </a:lnTo>
                <a:lnTo>
                  <a:pt x="224028" y="22860"/>
                </a:lnTo>
                <a:lnTo>
                  <a:pt x="170688" y="0"/>
                </a:lnTo>
                <a:lnTo>
                  <a:pt x="170954" y="40246"/>
                </a:lnTo>
                <a:lnTo>
                  <a:pt x="169354" y="80772"/>
                </a:lnTo>
                <a:lnTo>
                  <a:pt x="165760" y="121310"/>
                </a:lnTo>
                <a:lnTo>
                  <a:pt x="160020" y="161544"/>
                </a:lnTo>
                <a:lnTo>
                  <a:pt x="151739" y="200075"/>
                </a:lnTo>
                <a:lnTo>
                  <a:pt x="126593" y="267423"/>
                </a:lnTo>
                <a:lnTo>
                  <a:pt x="88950" y="321614"/>
                </a:lnTo>
                <a:lnTo>
                  <a:pt x="33655" y="370674"/>
                </a:lnTo>
                <a:lnTo>
                  <a:pt x="0" y="393192"/>
                </a:lnTo>
                <a:lnTo>
                  <a:pt x="3048" y="399288"/>
                </a:lnTo>
                <a:lnTo>
                  <a:pt x="37630" y="382435"/>
                </a:lnTo>
                <a:lnTo>
                  <a:pt x="94780" y="343573"/>
                </a:lnTo>
                <a:lnTo>
                  <a:pt x="136499" y="297903"/>
                </a:lnTo>
                <a:lnTo>
                  <a:pt x="166217" y="246557"/>
                </a:lnTo>
                <a:lnTo>
                  <a:pt x="185102" y="189191"/>
                </a:lnTo>
                <a:lnTo>
                  <a:pt x="197154" y="118948"/>
                </a:lnTo>
                <a:lnTo>
                  <a:pt x="201168" y="79248"/>
                </a:lnTo>
                <a:lnTo>
                  <a:pt x="206311" y="121285"/>
                </a:lnTo>
                <a:lnTo>
                  <a:pt x="220027" y="190487"/>
                </a:lnTo>
                <a:lnTo>
                  <a:pt x="239255" y="242773"/>
                </a:lnTo>
                <a:lnTo>
                  <a:pt x="263969" y="290156"/>
                </a:lnTo>
                <a:lnTo>
                  <a:pt x="294881" y="334429"/>
                </a:lnTo>
                <a:lnTo>
                  <a:pt x="333121" y="373291"/>
                </a:lnTo>
                <a:lnTo>
                  <a:pt x="355092" y="390144"/>
                </a:lnTo>
                <a:lnTo>
                  <a:pt x="364007" y="380123"/>
                </a:lnTo>
                <a:lnTo>
                  <a:pt x="374904" y="372808"/>
                </a:lnTo>
                <a:lnTo>
                  <a:pt x="388099" y="368071"/>
                </a:lnTo>
                <a:lnTo>
                  <a:pt x="403860" y="365760"/>
                </a:lnTo>
                <a:lnTo>
                  <a:pt x="403860" y="356616"/>
                </a:lnTo>
                <a:close/>
              </a:path>
              <a:path w="832485" h="399414">
                <a:moveTo>
                  <a:pt x="669048" y="141732"/>
                </a:moveTo>
                <a:lnTo>
                  <a:pt x="641616" y="111252"/>
                </a:lnTo>
                <a:lnTo>
                  <a:pt x="621804" y="131064"/>
                </a:lnTo>
                <a:lnTo>
                  <a:pt x="580656" y="131064"/>
                </a:lnTo>
                <a:lnTo>
                  <a:pt x="580656" y="53340"/>
                </a:lnTo>
                <a:lnTo>
                  <a:pt x="580656" y="48768"/>
                </a:lnTo>
                <a:lnTo>
                  <a:pt x="595528" y="45580"/>
                </a:lnTo>
                <a:lnTo>
                  <a:pt x="612851" y="42672"/>
                </a:lnTo>
                <a:lnTo>
                  <a:pt x="655332" y="36576"/>
                </a:lnTo>
                <a:lnTo>
                  <a:pt x="630948" y="6096"/>
                </a:lnTo>
                <a:lnTo>
                  <a:pt x="582726" y="28816"/>
                </a:lnTo>
                <a:lnTo>
                  <a:pt x="543928" y="40513"/>
                </a:lnTo>
                <a:lnTo>
                  <a:pt x="494880" y="50279"/>
                </a:lnTo>
                <a:lnTo>
                  <a:pt x="466356" y="54864"/>
                </a:lnTo>
                <a:lnTo>
                  <a:pt x="466356" y="60960"/>
                </a:lnTo>
                <a:lnTo>
                  <a:pt x="496684" y="58699"/>
                </a:lnTo>
                <a:lnTo>
                  <a:pt x="556272" y="53340"/>
                </a:lnTo>
                <a:lnTo>
                  <a:pt x="556272" y="131064"/>
                </a:lnTo>
                <a:lnTo>
                  <a:pt x="458736" y="131064"/>
                </a:lnTo>
                <a:lnTo>
                  <a:pt x="472452" y="144780"/>
                </a:lnTo>
                <a:lnTo>
                  <a:pt x="487692" y="141732"/>
                </a:lnTo>
                <a:lnTo>
                  <a:pt x="547128" y="141732"/>
                </a:lnTo>
                <a:lnTo>
                  <a:pt x="531507" y="182689"/>
                </a:lnTo>
                <a:lnTo>
                  <a:pt x="509028" y="227076"/>
                </a:lnTo>
                <a:lnTo>
                  <a:pt x="479120" y="273177"/>
                </a:lnTo>
                <a:lnTo>
                  <a:pt x="443496" y="316992"/>
                </a:lnTo>
                <a:lnTo>
                  <a:pt x="446544" y="323088"/>
                </a:lnTo>
                <a:lnTo>
                  <a:pt x="478167" y="294322"/>
                </a:lnTo>
                <a:lnTo>
                  <a:pt x="507504" y="262128"/>
                </a:lnTo>
                <a:lnTo>
                  <a:pt x="533603" y="226695"/>
                </a:lnTo>
                <a:lnTo>
                  <a:pt x="556272" y="188976"/>
                </a:lnTo>
                <a:lnTo>
                  <a:pt x="556018" y="262128"/>
                </a:lnTo>
                <a:lnTo>
                  <a:pt x="555510" y="320421"/>
                </a:lnTo>
                <a:lnTo>
                  <a:pt x="554977" y="366433"/>
                </a:lnTo>
                <a:lnTo>
                  <a:pt x="554748" y="399288"/>
                </a:lnTo>
                <a:lnTo>
                  <a:pt x="582180" y="385572"/>
                </a:lnTo>
                <a:lnTo>
                  <a:pt x="581291" y="359575"/>
                </a:lnTo>
                <a:lnTo>
                  <a:pt x="580898" y="323088"/>
                </a:lnTo>
                <a:lnTo>
                  <a:pt x="580771" y="295236"/>
                </a:lnTo>
                <a:lnTo>
                  <a:pt x="580656" y="188976"/>
                </a:lnTo>
                <a:lnTo>
                  <a:pt x="601230" y="205892"/>
                </a:lnTo>
                <a:lnTo>
                  <a:pt x="617232" y="220218"/>
                </a:lnTo>
                <a:lnTo>
                  <a:pt x="628662" y="232270"/>
                </a:lnTo>
                <a:lnTo>
                  <a:pt x="635520" y="242316"/>
                </a:lnTo>
                <a:lnTo>
                  <a:pt x="640092" y="249936"/>
                </a:lnTo>
                <a:lnTo>
                  <a:pt x="644664" y="254508"/>
                </a:lnTo>
                <a:lnTo>
                  <a:pt x="649236" y="254508"/>
                </a:lnTo>
                <a:lnTo>
                  <a:pt x="650760" y="252984"/>
                </a:lnTo>
                <a:lnTo>
                  <a:pt x="653808" y="248412"/>
                </a:lnTo>
                <a:lnTo>
                  <a:pt x="656856" y="239268"/>
                </a:lnTo>
                <a:lnTo>
                  <a:pt x="656856" y="228600"/>
                </a:lnTo>
                <a:lnTo>
                  <a:pt x="631139" y="198882"/>
                </a:lnTo>
                <a:lnTo>
                  <a:pt x="580656" y="179832"/>
                </a:lnTo>
                <a:lnTo>
                  <a:pt x="580656" y="141732"/>
                </a:lnTo>
                <a:lnTo>
                  <a:pt x="669048" y="141732"/>
                </a:lnTo>
                <a:close/>
              </a:path>
              <a:path w="832485" h="399414">
                <a:moveTo>
                  <a:pt x="832116" y="70104"/>
                </a:moveTo>
                <a:lnTo>
                  <a:pt x="824496" y="62484"/>
                </a:lnTo>
                <a:lnTo>
                  <a:pt x="807732" y="45720"/>
                </a:lnTo>
                <a:lnTo>
                  <a:pt x="794016" y="59436"/>
                </a:lnTo>
                <a:lnTo>
                  <a:pt x="794016" y="73152"/>
                </a:lnTo>
                <a:lnTo>
                  <a:pt x="794016" y="291084"/>
                </a:lnTo>
                <a:lnTo>
                  <a:pt x="705624" y="291084"/>
                </a:lnTo>
                <a:lnTo>
                  <a:pt x="705624" y="73152"/>
                </a:lnTo>
                <a:lnTo>
                  <a:pt x="794016" y="73152"/>
                </a:lnTo>
                <a:lnTo>
                  <a:pt x="794016" y="59436"/>
                </a:lnTo>
                <a:lnTo>
                  <a:pt x="790968" y="62484"/>
                </a:lnTo>
                <a:lnTo>
                  <a:pt x="705624" y="62484"/>
                </a:lnTo>
                <a:lnTo>
                  <a:pt x="679716" y="45720"/>
                </a:lnTo>
                <a:lnTo>
                  <a:pt x="680593" y="77139"/>
                </a:lnTo>
                <a:lnTo>
                  <a:pt x="681050" y="111823"/>
                </a:lnTo>
                <a:lnTo>
                  <a:pt x="681215" y="149669"/>
                </a:lnTo>
                <a:lnTo>
                  <a:pt x="681101" y="214642"/>
                </a:lnTo>
                <a:lnTo>
                  <a:pt x="680999" y="233349"/>
                </a:lnTo>
                <a:lnTo>
                  <a:pt x="679945" y="315023"/>
                </a:lnTo>
                <a:lnTo>
                  <a:pt x="679716" y="353568"/>
                </a:lnTo>
                <a:lnTo>
                  <a:pt x="705624" y="341376"/>
                </a:lnTo>
                <a:lnTo>
                  <a:pt x="705624" y="301752"/>
                </a:lnTo>
                <a:lnTo>
                  <a:pt x="794016" y="301752"/>
                </a:lnTo>
                <a:lnTo>
                  <a:pt x="794016" y="338328"/>
                </a:lnTo>
                <a:lnTo>
                  <a:pt x="819924" y="327660"/>
                </a:lnTo>
                <a:lnTo>
                  <a:pt x="819175" y="301752"/>
                </a:lnTo>
                <a:lnTo>
                  <a:pt x="819048" y="291084"/>
                </a:lnTo>
                <a:lnTo>
                  <a:pt x="818718" y="264020"/>
                </a:lnTo>
                <a:lnTo>
                  <a:pt x="818489" y="214642"/>
                </a:lnTo>
                <a:lnTo>
                  <a:pt x="818400" y="80772"/>
                </a:lnTo>
                <a:lnTo>
                  <a:pt x="828192" y="73152"/>
                </a:lnTo>
                <a:lnTo>
                  <a:pt x="832116" y="7010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" name="object 21"/>
          <p:cNvSpPr/>
          <p:nvPr/>
        </p:nvSpPr>
        <p:spPr>
          <a:xfrm>
            <a:off x="5829300" y="2360675"/>
            <a:ext cx="853440" cy="411480"/>
          </a:xfrm>
          <a:custGeom>
            <a:avLst/>
            <a:gdLst/>
            <a:ahLst/>
            <a:cxnLst/>
            <a:rect l="l" t="t" r="r" b="b"/>
            <a:pathLst>
              <a:path w="853440" h="411480">
                <a:moveTo>
                  <a:pt x="228600" y="274320"/>
                </a:moveTo>
                <a:lnTo>
                  <a:pt x="186448" y="240245"/>
                </a:lnTo>
                <a:lnTo>
                  <a:pt x="167640" y="231648"/>
                </a:lnTo>
                <a:lnTo>
                  <a:pt x="164592" y="236220"/>
                </a:lnTo>
                <a:lnTo>
                  <a:pt x="178041" y="251701"/>
                </a:lnTo>
                <a:lnTo>
                  <a:pt x="188785" y="266319"/>
                </a:lnTo>
                <a:lnTo>
                  <a:pt x="196951" y="280377"/>
                </a:lnTo>
                <a:lnTo>
                  <a:pt x="202692" y="294132"/>
                </a:lnTo>
                <a:lnTo>
                  <a:pt x="205740" y="304800"/>
                </a:lnTo>
                <a:lnTo>
                  <a:pt x="210312" y="310896"/>
                </a:lnTo>
                <a:lnTo>
                  <a:pt x="214884" y="310896"/>
                </a:lnTo>
                <a:lnTo>
                  <a:pt x="219456" y="307848"/>
                </a:lnTo>
                <a:lnTo>
                  <a:pt x="222504" y="300228"/>
                </a:lnTo>
                <a:lnTo>
                  <a:pt x="227076" y="294132"/>
                </a:lnTo>
                <a:lnTo>
                  <a:pt x="228600" y="286512"/>
                </a:lnTo>
                <a:lnTo>
                  <a:pt x="228600" y="274320"/>
                </a:lnTo>
                <a:close/>
              </a:path>
              <a:path w="853440" h="411480">
                <a:moveTo>
                  <a:pt x="231648" y="169164"/>
                </a:moveTo>
                <a:lnTo>
                  <a:pt x="228600" y="161544"/>
                </a:lnTo>
                <a:lnTo>
                  <a:pt x="219456" y="156972"/>
                </a:lnTo>
                <a:lnTo>
                  <a:pt x="211429" y="152120"/>
                </a:lnTo>
                <a:lnTo>
                  <a:pt x="200977" y="146685"/>
                </a:lnTo>
                <a:lnTo>
                  <a:pt x="187947" y="140690"/>
                </a:lnTo>
                <a:lnTo>
                  <a:pt x="172212" y="134112"/>
                </a:lnTo>
                <a:lnTo>
                  <a:pt x="167640" y="138684"/>
                </a:lnTo>
                <a:lnTo>
                  <a:pt x="181330" y="152361"/>
                </a:lnTo>
                <a:lnTo>
                  <a:pt x="192595" y="165735"/>
                </a:lnTo>
                <a:lnTo>
                  <a:pt x="201282" y="178549"/>
                </a:lnTo>
                <a:lnTo>
                  <a:pt x="207264" y="190500"/>
                </a:lnTo>
                <a:lnTo>
                  <a:pt x="213360" y="201168"/>
                </a:lnTo>
                <a:lnTo>
                  <a:pt x="216408" y="207264"/>
                </a:lnTo>
                <a:lnTo>
                  <a:pt x="220980" y="207264"/>
                </a:lnTo>
                <a:lnTo>
                  <a:pt x="224028" y="202692"/>
                </a:lnTo>
                <a:lnTo>
                  <a:pt x="227076" y="196596"/>
                </a:lnTo>
                <a:lnTo>
                  <a:pt x="230124" y="188976"/>
                </a:lnTo>
                <a:lnTo>
                  <a:pt x="231648" y="182880"/>
                </a:lnTo>
                <a:lnTo>
                  <a:pt x="231648" y="169164"/>
                </a:lnTo>
                <a:close/>
              </a:path>
              <a:path w="853440" h="411480">
                <a:moveTo>
                  <a:pt x="384048" y="65532"/>
                </a:moveTo>
                <a:lnTo>
                  <a:pt x="373380" y="54864"/>
                </a:lnTo>
                <a:lnTo>
                  <a:pt x="347472" y="28956"/>
                </a:lnTo>
                <a:lnTo>
                  <a:pt x="321564" y="54864"/>
                </a:lnTo>
                <a:lnTo>
                  <a:pt x="114300" y="54864"/>
                </a:lnTo>
                <a:lnTo>
                  <a:pt x="118872" y="48895"/>
                </a:lnTo>
                <a:lnTo>
                  <a:pt x="123444" y="42481"/>
                </a:lnTo>
                <a:lnTo>
                  <a:pt x="128016" y="35801"/>
                </a:lnTo>
                <a:lnTo>
                  <a:pt x="132588" y="28956"/>
                </a:lnTo>
                <a:lnTo>
                  <a:pt x="147828" y="22860"/>
                </a:lnTo>
                <a:lnTo>
                  <a:pt x="108204" y="0"/>
                </a:lnTo>
                <a:lnTo>
                  <a:pt x="101320" y="19989"/>
                </a:lnTo>
                <a:lnTo>
                  <a:pt x="92011" y="40957"/>
                </a:lnTo>
                <a:lnTo>
                  <a:pt x="65532" y="85344"/>
                </a:lnTo>
                <a:lnTo>
                  <a:pt x="33528" y="127825"/>
                </a:lnTo>
                <a:lnTo>
                  <a:pt x="1524" y="160020"/>
                </a:lnTo>
                <a:lnTo>
                  <a:pt x="4572" y="164592"/>
                </a:lnTo>
                <a:lnTo>
                  <a:pt x="37719" y="141732"/>
                </a:lnTo>
                <a:lnTo>
                  <a:pt x="75412" y="106895"/>
                </a:lnTo>
                <a:lnTo>
                  <a:pt x="108204" y="65532"/>
                </a:lnTo>
                <a:lnTo>
                  <a:pt x="384048" y="65532"/>
                </a:lnTo>
                <a:close/>
              </a:path>
              <a:path w="853440" h="411480">
                <a:moveTo>
                  <a:pt x="408432" y="222504"/>
                </a:moveTo>
                <a:lnTo>
                  <a:pt x="373380" y="187452"/>
                </a:lnTo>
                <a:lnTo>
                  <a:pt x="348996" y="211836"/>
                </a:lnTo>
                <a:lnTo>
                  <a:pt x="326136" y="211836"/>
                </a:lnTo>
                <a:lnTo>
                  <a:pt x="329184" y="132588"/>
                </a:lnTo>
                <a:lnTo>
                  <a:pt x="337566" y="126492"/>
                </a:lnTo>
                <a:lnTo>
                  <a:pt x="345948" y="120396"/>
                </a:lnTo>
                <a:lnTo>
                  <a:pt x="339852" y="115824"/>
                </a:lnTo>
                <a:lnTo>
                  <a:pt x="315468" y="97536"/>
                </a:lnTo>
                <a:lnTo>
                  <a:pt x="304800" y="111760"/>
                </a:lnTo>
                <a:lnTo>
                  <a:pt x="304800" y="126492"/>
                </a:lnTo>
                <a:lnTo>
                  <a:pt x="301752" y="211836"/>
                </a:lnTo>
                <a:lnTo>
                  <a:pt x="300228" y="211836"/>
                </a:lnTo>
                <a:lnTo>
                  <a:pt x="300228" y="222504"/>
                </a:lnTo>
                <a:lnTo>
                  <a:pt x="295656" y="320040"/>
                </a:lnTo>
                <a:lnTo>
                  <a:pt x="96012" y="320040"/>
                </a:lnTo>
                <a:lnTo>
                  <a:pt x="108204" y="222504"/>
                </a:lnTo>
                <a:lnTo>
                  <a:pt x="300228" y="222504"/>
                </a:lnTo>
                <a:lnTo>
                  <a:pt x="300228" y="211836"/>
                </a:lnTo>
                <a:lnTo>
                  <a:pt x="111252" y="211836"/>
                </a:lnTo>
                <a:lnTo>
                  <a:pt x="118872" y="126492"/>
                </a:lnTo>
                <a:lnTo>
                  <a:pt x="304800" y="126492"/>
                </a:lnTo>
                <a:lnTo>
                  <a:pt x="304800" y="111760"/>
                </a:lnTo>
                <a:lnTo>
                  <a:pt x="301752" y="115824"/>
                </a:lnTo>
                <a:lnTo>
                  <a:pt x="120396" y="115824"/>
                </a:lnTo>
                <a:lnTo>
                  <a:pt x="96012" y="100584"/>
                </a:lnTo>
                <a:lnTo>
                  <a:pt x="86868" y="211836"/>
                </a:lnTo>
                <a:lnTo>
                  <a:pt x="0" y="211836"/>
                </a:lnTo>
                <a:lnTo>
                  <a:pt x="13716" y="225552"/>
                </a:lnTo>
                <a:lnTo>
                  <a:pt x="39624" y="222504"/>
                </a:lnTo>
                <a:lnTo>
                  <a:pt x="83820" y="222504"/>
                </a:lnTo>
                <a:lnTo>
                  <a:pt x="71628" y="312420"/>
                </a:lnTo>
                <a:lnTo>
                  <a:pt x="57912" y="323088"/>
                </a:lnTo>
                <a:lnTo>
                  <a:pt x="82296" y="345948"/>
                </a:lnTo>
                <a:lnTo>
                  <a:pt x="96012" y="330708"/>
                </a:lnTo>
                <a:lnTo>
                  <a:pt x="292608" y="330708"/>
                </a:lnTo>
                <a:lnTo>
                  <a:pt x="290652" y="350481"/>
                </a:lnTo>
                <a:lnTo>
                  <a:pt x="287274" y="364236"/>
                </a:lnTo>
                <a:lnTo>
                  <a:pt x="282740" y="372287"/>
                </a:lnTo>
                <a:lnTo>
                  <a:pt x="277368" y="374904"/>
                </a:lnTo>
                <a:lnTo>
                  <a:pt x="268528" y="374332"/>
                </a:lnTo>
                <a:lnTo>
                  <a:pt x="255841" y="372618"/>
                </a:lnTo>
                <a:lnTo>
                  <a:pt x="239433" y="369760"/>
                </a:lnTo>
                <a:lnTo>
                  <a:pt x="219456" y="365760"/>
                </a:lnTo>
                <a:lnTo>
                  <a:pt x="219456" y="373380"/>
                </a:lnTo>
                <a:lnTo>
                  <a:pt x="240309" y="382549"/>
                </a:lnTo>
                <a:lnTo>
                  <a:pt x="254889" y="391858"/>
                </a:lnTo>
                <a:lnTo>
                  <a:pt x="263169" y="401459"/>
                </a:lnTo>
                <a:lnTo>
                  <a:pt x="265176" y="411480"/>
                </a:lnTo>
                <a:lnTo>
                  <a:pt x="280619" y="407466"/>
                </a:lnTo>
                <a:lnTo>
                  <a:pt x="311251" y="377431"/>
                </a:lnTo>
                <a:lnTo>
                  <a:pt x="311886" y="374904"/>
                </a:lnTo>
                <a:lnTo>
                  <a:pt x="314515" y="364617"/>
                </a:lnTo>
                <a:lnTo>
                  <a:pt x="317487" y="348957"/>
                </a:lnTo>
                <a:lnTo>
                  <a:pt x="320040" y="330708"/>
                </a:lnTo>
                <a:lnTo>
                  <a:pt x="399288" y="330708"/>
                </a:lnTo>
                <a:lnTo>
                  <a:pt x="388620" y="320040"/>
                </a:lnTo>
                <a:lnTo>
                  <a:pt x="364236" y="295656"/>
                </a:lnTo>
                <a:lnTo>
                  <a:pt x="339852" y="320040"/>
                </a:lnTo>
                <a:lnTo>
                  <a:pt x="321564" y="320040"/>
                </a:lnTo>
                <a:lnTo>
                  <a:pt x="326136" y="222504"/>
                </a:lnTo>
                <a:lnTo>
                  <a:pt x="408432" y="222504"/>
                </a:lnTo>
                <a:close/>
              </a:path>
              <a:path w="853440" h="411480">
                <a:moveTo>
                  <a:pt x="675119" y="147828"/>
                </a:moveTo>
                <a:lnTo>
                  <a:pt x="633971" y="124968"/>
                </a:lnTo>
                <a:lnTo>
                  <a:pt x="634809" y="144780"/>
                </a:lnTo>
                <a:lnTo>
                  <a:pt x="634923" y="148526"/>
                </a:lnTo>
                <a:lnTo>
                  <a:pt x="635317" y="166306"/>
                </a:lnTo>
                <a:lnTo>
                  <a:pt x="635444" y="179832"/>
                </a:lnTo>
                <a:lnTo>
                  <a:pt x="635355" y="347141"/>
                </a:lnTo>
                <a:lnTo>
                  <a:pt x="635304" y="352996"/>
                </a:lnTo>
                <a:lnTo>
                  <a:pt x="634860" y="379742"/>
                </a:lnTo>
                <a:lnTo>
                  <a:pt x="633971" y="411480"/>
                </a:lnTo>
                <a:lnTo>
                  <a:pt x="662927" y="394716"/>
                </a:lnTo>
                <a:lnTo>
                  <a:pt x="662698" y="378104"/>
                </a:lnTo>
                <a:lnTo>
                  <a:pt x="661644" y="347141"/>
                </a:lnTo>
                <a:lnTo>
                  <a:pt x="661403" y="332232"/>
                </a:lnTo>
                <a:lnTo>
                  <a:pt x="661403" y="158496"/>
                </a:lnTo>
                <a:lnTo>
                  <a:pt x="675119" y="147828"/>
                </a:lnTo>
                <a:close/>
              </a:path>
              <a:path w="853440" h="411480">
                <a:moveTo>
                  <a:pt x="853427" y="181356"/>
                </a:moveTo>
                <a:lnTo>
                  <a:pt x="805040" y="166306"/>
                </a:lnTo>
                <a:lnTo>
                  <a:pt x="754367" y="138684"/>
                </a:lnTo>
                <a:lnTo>
                  <a:pt x="704456" y="93726"/>
                </a:lnTo>
                <a:lnTo>
                  <a:pt x="664159" y="41148"/>
                </a:lnTo>
                <a:lnTo>
                  <a:pt x="656831" y="30480"/>
                </a:lnTo>
                <a:lnTo>
                  <a:pt x="672071" y="21336"/>
                </a:lnTo>
                <a:lnTo>
                  <a:pt x="635495" y="0"/>
                </a:lnTo>
                <a:lnTo>
                  <a:pt x="625233" y="27127"/>
                </a:lnTo>
                <a:lnTo>
                  <a:pt x="610539" y="55816"/>
                </a:lnTo>
                <a:lnTo>
                  <a:pt x="568439" y="117348"/>
                </a:lnTo>
                <a:lnTo>
                  <a:pt x="542518" y="148526"/>
                </a:lnTo>
                <a:lnTo>
                  <a:pt x="513003" y="175831"/>
                </a:lnTo>
                <a:lnTo>
                  <a:pt x="480364" y="199440"/>
                </a:lnTo>
                <a:lnTo>
                  <a:pt x="444995" y="219456"/>
                </a:lnTo>
                <a:lnTo>
                  <a:pt x="446519" y="225552"/>
                </a:lnTo>
                <a:lnTo>
                  <a:pt x="482269" y="209842"/>
                </a:lnTo>
                <a:lnTo>
                  <a:pt x="542328" y="173266"/>
                </a:lnTo>
                <a:lnTo>
                  <a:pt x="588594" y="130098"/>
                </a:lnTo>
                <a:lnTo>
                  <a:pt x="630783" y="74612"/>
                </a:lnTo>
                <a:lnTo>
                  <a:pt x="650735" y="41148"/>
                </a:lnTo>
                <a:lnTo>
                  <a:pt x="669023" y="71704"/>
                </a:lnTo>
                <a:lnTo>
                  <a:pt x="705599" y="123659"/>
                </a:lnTo>
                <a:lnTo>
                  <a:pt x="743305" y="162737"/>
                </a:lnTo>
                <a:lnTo>
                  <a:pt x="788403" y="195795"/>
                </a:lnTo>
                <a:lnTo>
                  <a:pt x="813803" y="210312"/>
                </a:lnTo>
                <a:lnTo>
                  <a:pt x="820648" y="201168"/>
                </a:lnTo>
                <a:lnTo>
                  <a:pt x="829614" y="194310"/>
                </a:lnTo>
                <a:lnTo>
                  <a:pt x="840600" y="189738"/>
                </a:lnTo>
                <a:lnTo>
                  <a:pt x="853427" y="187452"/>
                </a:lnTo>
                <a:lnTo>
                  <a:pt x="853427" y="18135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" name="object 22"/>
          <p:cNvSpPr/>
          <p:nvPr/>
        </p:nvSpPr>
        <p:spPr>
          <a:xfrm>
            <a:off x="6731495" y="2365247"/>
            <a:ext cx="1283335" cy="407034"/>
          </a:xfrm>
          <a:custGeom>
            <a:avLst/>
            <a:gdLst/>
            <a:ahLst/>
            <a:cxnLst/>
            <a:rect l="l" t="t" r="r" b="b"/>
            <a:pathLst>
              <a:path w="1283334" h="407035">
                <a:moveTo>
                  <a:pt x="394716" y="137160"/>
                </a:moveTo>
                <a:lnTo>
                  <a:pt x="356616" y="99060"/>
                </a:lnTo>
                <a:lnTo>
                  <a:pt x="329184" y="128016"/>
                </a:lnTo>
                <a:lnTo>
                  <a:pt x="271272" y="128016"/>
                </a:lnTo>
                <a:lnTo>
                  <a:pt x="271272" y="137160"/>
                </a:lnTo>
                <a:lnTo>
                  <a:pt x="259016" y="179768"/>
                </a:lnTo>
                <a:lnTo>
                  <a:pt x="245173" y="218503"/>
                </a:lnTo>
                <a:lnTo>
                  <a:pt x="229920" y="253542"/>
                </a:lnTo>
                <a:lnTo>
                  <a:pt x="213360" y="284988"/>
                </a:lnTo>
                <a:lnTo>
                  <a:pt x="196481" y="280708"/>
                </a:lnTo>
                <a:lnTo>
                  <a:pt x="175450" y="274701"/>
                </a:lnTo>
                <a:lnTo>
                  <a:pt x="150139" y="266992"/>
                </a:lnTo>
                <a:lnTo>
                  <a:pt x="120396" y="257556"/>
                </a:lnTo>
                <a:lnTo>
                  <a:pt x="134620" y="219252"/>
                </a:lnTo>
                <a:lnTo>
                  <a:pt x="147256" y="186499"/>
                </a:lnTo>
                <a:lnTo>
                  <a:pt x="157911" y="159194"/>
                </a:lnTo>
                <a:lnTo>
                  <a:pt x="166116" y="137160"/>
                </a:lnTo>
                <a:lnTo>
                  <a:pt x="271272" y="137160"/>
                </a:lnTo>
                <a:lnTo>
                  <a:pt x="271272" y="128016"/>
                </a:lnTo>
                <a:lnTo>
                  <a:pt x="169164" y="128016"/>
                </a:lnTo>
                <a:lnTo>
                  <a:pt x="177406" y="104038"/>
                </a:lnTo>
                <a:lnTo>
                  <a:pt x="185928" y="80200"/>
                </a:lnTo>
                <a:lnTo>
                  <a:pt x="194462" y="56654"/>
                </a:lnTo>
                <a:lnTo>
                  <a:pt x="202692" y="33528"/>
                </a:lnTo>
                <a:lnTo>
                  <a:pt x="219456" y="22860"/>
                </a:lnTo>
                <a:lnTo>
                  <a:pt x="176784" y="0"/>
                </a:lnTo>
                <a:lnTo>
                  <a:pt x="169595" y="32004"/>
                </a:lnTo>
                <a:lnTo>
                  <a:pt x="161544" y="64008"/>
                </a:lnTo>
                <a:lnTo>
                  <a:pt x="152361" y="96012"/>
                </a:lnTo>
                <a:lnTo>
                  <a:pt x="141732" y="128016"/>
                </a:lnTo>
                <a:lnTo>
                  <a:pt x="0" y="128016"/>
                </a:lnTo>
                <a:lnTo>
                  <a:pt x="15240" y="143256"/>
                </a:lnTo>
                <a:lnTo>
                  <a:pt x="25527" y="141020"/>
                </a:lnTo>
                <a:lnTo>
                  <a:pt x="35814" y="139065"/>
                </a:lnTo>
                <a:lnTo>
                  <a:pt x="46101" y="137693"/>
                </a:lnTo>
                <a:lnTo>
                  <a:pt x="56388" y="137160"/>
                </a:lnTo>
                <a:lnTo>
                  <a:pt x="138684" y="137160"/>
                </a:lnTo>
                <a:lnTo>
                  <a:pt x="126136" y="174028"/>
                </a:lnTo>
                <a:lnTo>
                  <a:pt x="113728" y="206883"/>
                </a:lnTo>
                <a:lnTo>
                  <a:pt x="101612" y="235750"/>
                </a:lnTo>
                <a:lnTo>
                  <a:pt x="89916" y="260604"/>
                </a:lnTo>
                <a:lnTo>
                  <a:pt x="115023" y="268973"/>
                </a:lnTo>
                <a:lnTo>
                  <a:pt x="142113" y="278320"/>
                </a:lnTo>
                <a:lnTo>
                  <a:pt x="170929" y="289115"/>
                </a:lnTo>
                <a:lnTo>
                  <a:pt x="201168" y="301752"/>
                </a:lnTo>
                <a:lnTo>
                  <a:pt x="185166" y="316572"/>
                </a:lnTo>
                <a:lnTo>
                  <a:pt x="146304" y="345046"/>
                </a:lnTo>
                <a:lnTo>
                  <a:pt x="98044" y="370141"/>
                </a:lnTo>
                <a:lnTo>
                  <a:pt x="39230" y="390715"/>
                </a:lnTo>
                <a:lnTo>
                  <a:pt x="6096" y="399288"/>
                </a:lnTo>
                <a:lnTo>
                  <a:pt x="10668" y="406908"/>
                </a:lnTo>
                <a:lnTo>
                  <a:pt x="48983" y="398335"/>
                </a:lnTo>
                <a:lnTo>
                  <a:pt x="115900" y="377761"/>
                </a:lnTo>
                <a:lnTo>
                  <a:pt x="170484" y="352933"/>
                </a:lnTo>
                <a:lnTo>
                  <a:pt x="211010" y="326123"/>
                </a:lnTo>
                <a:lnTo>
                  <a:pt x="225552" y="312420"/>
                </a:lnTo>
                <a:lnTo>
                  <a:pt x="256679" y="327545"/>
                </a:lnTo>
                <a:lnTo>
                  <a:pt x="283654" y="343090"/>
                </a:lnTo>
                <a:lnTo>
                  <a:pt x="306349" y="358927"/>
                </a:lnTo>
                <a:lnTo>
                  <a:pt x="324612" y="374904"/>
                </a:lnTo>
                <a:lnTo>
                  <a:pt x="332930" y="381152"/>
                </a:lnTo>
                <a:lnTo>
                  <a:pt x="339661" y="385953"/>
                </a:lnTo>
                <a:lnTo>
                  <a:pt x="344982" y="389051"/>
                </a:lnTo>
                <a:lnTo>
                  <a:pt x="348996" y="390144"/>
                </a:lnTo>
                <a:lnTo>
                  <a:pt x="353568" y="390144"/>
                </a:lnTo>
                <a:lnTo>
                  <a:pt x="356616" y="384048"/>
                </a:lnTo>
                <a:lnTo>
                  <a:pt x="356616" y="370141"/>
                </a:lnTo>
                <a:lnTo>
                  <a:pt x="335280" y="336804"/>
                </a:lnTo>
                <a:lnTo>
                  <a:pt x="298704" y="318325"/>
                </a:lnTo>
                <a:lnTo>
                  <a:pt x="239268" y="294132"/>
                </a:lnTo>
                <a:lnTo>
                  <a:pt x="244068" y="284988"/>
                </a:lnTo>
                <a:lnTo>
                  <a:pt x="256971" y="260400"/>
                </a:lnTo>
                <a:lnTo>
                  <a:pt x="273367" y="223075"/>
                </a:lnTo>
                <a:lnTo>
                  <a:pt x="288353" y="182054"/>
                </a:lnTo>
                <a:lnTo>
                  <a:pt x="301752" y="137160"/>
                </a:lnTo>
                <a:lnTo>
                  <a:pt x="394716" y="137160"/>
                </a:lnTo>
                <a:close/>
              </a:path>
              <a:path w="1283334" h="407035">
                <a:moveTo>
                  <a:pt x="841248" y="358140"/>
                </a:moveTo>
                <a:lnTo>
                  <a:pt x="791718" y="341376"/>
                </a:lnTo>
                <a:lnTo>
                  <a:pt x="746760" y="306324"/>
                </a:lnTo>
                <a:lnTo>
                  <a:pt x="707898" y="256032"/>
                </a:lnTo>
                <a:lnTo>
                  <a:pt x="678180" y="196596"/>
                </a:lnTo>
                <a:lnTo>
                  <a:pt x="657225" y="125730"/>
                </a:lnTo>
                <a:lnTo>
                  <a:pt x="649465" y="85153"/>
                </a:lnTo>
                <a:lnTo>
                  <a:pt x="643128" y="41148"/>
                </a:lnTo>
                <a:lnTo>
                  <a:pt x="659892" y="24384"/>
                </a:lnTo>
                <a:lnTo>
                  <a:pt x="608076" y="1524"/>
                </a:lnTo>
                <a:lnTo>
                  <a:pt x="608342" y="41770"/>
                </a:lnTo>
                <a:lnTo>
                  <a:pt x="606742" y="82296"/>
                </a:lnTo>
                <a:lnTo>
                  <a:pt x="603148" y="122834"/>
                </a:lnTo>
                <a:lnTo>
                  <a:pt x="597408" y="163068"/>
                </a:lnTo>
                <a:lnTo>
                  <a:pt x="589127" y="201599"/>
                </a:lnTo>
                <a:lnTo>
                  <a:pt x="563981" y="268947"/>
                </a:lnTo>
                <a:lnTo>
                  <a:pt x="525665" y="323138"/>
                </a:lnTo>
                <a:lnTo>
                  <a:pt x="470179" y="372198"/>
                </a:lnTo>
                <a:lnTo>
                  <a:pt x="435864" y="394716"/>
                </a:lnTo>
                <a:lnTo>
                  <a:pt x="440436" y="400812"/>
                </a:lnTo>
                <a:lnTo>
                  <a:pt x="475018" y="383959"/>
                </a:lnTo>
                <a:lnTo>
                  <a:pt x="532168" y="345097"/>
                </a:lnTo>
                <a:lnTo>
                  <a:pt x="573887" y="299427"/>
                </a:lnTo>
                <a:lnTo>
                  <a:pt x="603605" y="248081"/>
                </a:lnTo>
                <a:lnTo>
                  <a:pt x="621842" y="190715"/>
                </a:lnTo>
                <a:lnTo>
                  <a:pt x="634326" y="120472"/>
                </a:lnTo>
                <a:lnTo>
                  <a:pt x="638556" y="80772"/>
                </a:lnTo>
                <a:lnTo>
                  <a:pt x="643699" y="122809"/>
                </a:lnTo>
                <a:lnTo>
                  <a:pt x="657415" y="192011"/>
                </a:lnTo>
                <a:lnTo>
                  <a:pt x="675970" y="244297"/>
                </a:lnTo>
                <a:lnTo>
                  <a:pt x="700493" y="291680"/>
                </a:lnTo>
                <a:lnTo>
                  <a:pt x="731621" y="335953"/>
                </a:lnTo>
                <a:lnTo>
                  <a:pt x="770483" y="374815"/>
                </a:lnTo>
                <a:lnTo>
                  <a:pt x="792480" y="391668"/>
                </a:lnTo>
                <a:lnTo>
                  <a:pt x="800747" y="381647"/>
                </a:lnTo>
                <a:lnTo>
                  <a:pt x="811720" y="374332"/>
                </a:lnTo>
                <a:lnTo>
                  <a:pt x="825271" y="369595"/>
                </a:lnTo>
                <a:lnTo>
                  <a:pt x="841248" y="367284"/>
                </a:lnTo>
                <a:lnTo>
                  <a:pt x="841248" y="358140"/>
                </a:lnTo>
                <a:close/>
              </a:path>
              <a:path w="1283334" h="407035">
                <a:moveTo>
                  <a:pt x="1283208" y="371856"/>
                </a:moveTo>
                <a:lnTo>
                  <a:pt x="1248156" y="332232"/>
                </a:lnTo>
                <a:lnTo>
                  <a:pt x="1217676" y="362712"/>
                </a:lnTo>
                <a:lnTo>
                  <a:pt x="1095768" y="362712"/>
                </a:lnTo>
                <a:lnTo>
                  <a:pt x="1095768" y="266700"/>
                </a:lnTo>
                <a:lnTo>
                  <a:pt x="1242060" y="266700"/>
                </a:lnTo>
                <a:lnTo>
                  <a:pt x="1207020" y="228600"/>
                </a:lnTo>
                <a:lnTo>
                  <a:pt x="1179576" y="256032"/>
                </a:lnTo>
                <a:lnTo>
                  <a:pt x="1095768" y="256032"/>
                </a:lnTo>
                <a:lnTo>
                  <a:pt x="1095768" y="172212"/>
                </a:lnTo>
                <a:lnTo>
                  <a:pt x="1114628" y="170548"/>
                </a:lnTo>
                <a:lnTo>
                  <a:pt x="1191780" y="161544"/>
                </a:lnTo>
                <a:lnTo>
                  <a:pt x="1208278" y="183629"/>
                </a:lnTo>
                <a:lnTo>
                  <a:pt x="1216164" y="195072"/>
                </a:lnTo>
                <a:lnTo>
                  <a:pt x="1217676" y="196596"/>
                </a:lnTo>
                <a:lnTo>
                  <a:pt x="1223784" y="196596"/>
                </a:lnTo>
                <a:lnTo>
                  <a:pt x="1228356" y="192024"/>
                </a:lnTo>
                <a:lnTo>
                  <a:pt x="1231404" y="184404"/>
                </a:lnTo>
                <a:lnTo>
                  <a:pt x="1234452" y="175260"/>
                </a:lnTo>
                <a:lnTo>
                  <a:pt x="1234452" y="167640"/>
                </a:lnTo>
                <a:lnTo>
                  <a:pt x="1210068" y="134112"/>
                </a:lnTo>
                <a:lnTo>
                  <a:pt x="1175956" y="114490"/>
                </a:lnTo>
                <a:lnTo>
                  <a:pt x="1111008" y="82296"/>
                </a:lnTo>
                <a:lnTo>
                  <a:pt x="1107960" y="86868"/>
                </a:lnTo>
                <a:lnTo>
                  <a:pt x="1129906" y="104635"/>
                </a:lnTo>
                <a:lnTo>
                  <a:pt x="1149858" y="121539"/>
                </a:lnTo>
                <a:lnTo>
                  <a:pt x="1167536" y="137883"/>
                </a:lnTo>
                <a:lnTo>
                  <a:pt x="1182624" y="153924"/>
                </a:lnTo>
                <a:lnTo>
                  <a:pt x="1126909" y="157124"/>
                </a:lnTo>
                <a:lnTo>
                  <a:pt x="1017181" y="162928"/>
                </a:lnTo>
                <a:lnTo>
                  <a:pt x="963180" y="166116"/>
                </a:lnTo>
                <a:lnTo>
                  <a:pt x="998804" y="136588"/>
                </a:lnTo>
                <a:lnTo>
                  <a:pt x="1086612" y="44196"/>
                </a:lnTo>
                <a:lnTo>
                  <a:pt x="1267980" y="44196"/>
                </a:lnTo>
                <a:lnTo>
                  <a:pt x="1231404" y="7620"/>
                </a:lnTo>
                <a:lnTo>
                  <a:pt x="1203972" y="33528"/>
                </a:lnTo>
                <a:lnTo>
                  <a:pt x="899172" y="33528"/>
                </a:lnTo>
                <a:lnTo>
                  <a:pt x="914412" y="48768"/>
                </a:lnTo>
                <a:lnTo>
                  <a:pt x="924712" y="46774"/>
                </a:lnTo>
                <a:lnTo>
                  <a:pt x="935177" y="45339"/>
                </a:lnTo>
                <a:lnTo>
                  <a:pt x="945908" y="44488"/>
                </a:lnTo>
                <a:lnTo>
                  <a:pt x="957084" y="44196"/>
                </a:lnTo>
                <a:lnTo>
                  <a:pt x="1048524" y="44196"/>
                </a:lnTo>
                <a:lnTo>
                  <a:pt x="1026807" y="79819"/>
                </a:lnTo>
                <a:lnTo>
                  <a:pt x="1002804" y="109728"/>
                </a:lnTo>
                <a:lnTo>
                  <a:pt x="970229" y="141020"/>
                </a:lnTo>
                <a:lnTo>
                  <a:pt x="936574" y="159194"/>
                </a:lnTo>
                <a:lnTo>
                  <a:pt x="926604" y="160020"/>
                </a:lnTo>
                <a:lnTo>
                  <a:pt x="947940" y="201168"/>
                </a:lnTo>
                <a:lnTo>
                  <a:pt x="989088" y="185928"/>
                </a:lnTo>
                <a:lnTo>
                  <a:pt x="1069860" y="173736"/>
                </a:lnTo>
                <a:lnTo>
                  <a:pt x="1069860" y="256032"/>
                </a:lnTo>
                <a:lnTo>
                  <a:pt x="925080" y="256032"/>
                </a:lnTo>
                <a:lnTo>
                  <a:pt x="940320" y="271272"/>
                </a:lnTo>
                <a:lnTo>
                  <a:pt x="950620" y="269278"/>
                </a:lnTo>
                <a:lnTo>
                  <a:pt x="961085" y="267843"/>
                </a:lnTo>
                <a:lnTo>
                  <a:pt x="971816" y="266992"/>
                </a:lnTo>
                <a:lnTo>
                  <a:pt x="982992" y="266700"/>
                </a:lnTo>
                <a:lnTo>
                  <a:pt x="1069860" y="266700"/>
                </a:lnTo>
                <a:lnTo>
                  <a:pt x="1069860" y="362712"/>
                </a:lnTo>
                <a:lnTo>
                  <a:pt x="880884" y="362712"/>
                </a:lnTo>
                <a:lnTo>
                  <a:pt x="897648" y="377952"/>
                </a:lnTo>
                <a:lnTo>
                  <a:pt x="907072" y="375716"/>
                </a:lnTo>
                <a:lnTo>
                  <a:pt x="917079" y="373761"/>
                </a:lnTo>
                <a:lnTo>
                  <a:pt x="927646" y="372389"/>
                </a:lnTo>
                <a:lnTo>
                  <a:pt x="938796" y="371856"/>
                </a:lnTo>
                <a:lnTo>
                  <a:pt x="1283208" y="37185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" name="object 23"/>
          <p:cNvSpPr/>
          <p:nvPr/>
        </p:nvSpPr>
        <p:spPr>
          <a:xfrm>
            <a:off x="8075676" y="2363724"/>
            <a:ext cx="365760" cy="405765"/>
          </a:xfrm>
          <a:custGeom>
            <a:avLst/>
            <a:gdLst/>
            <a:ahLst/>
            <a:cxnLst/>
            <a:rect l="l" t="t" r="r" b="b"/>
            <a:pathLst>
              <a:path w="365759" h="405764">
                <a:moveTo>
                  <a:pt x="15240" y="141732"/>
                </a:moveTo>
                <a:lnTo>
                  <a:pt x="12192" y="134112"/>
                </a:lnTo>
                <a:lnTo>
                  <a:pt x="44767" y="117586"/>
                </a:lnTo>
                <a:lnTo>
                  <a:pt x="73914" y="100203"/>
                </a:lnTo>
                <a:lnTo>
                  <a:pt x="121920" y="64008"/>
                </a:lnTo>
                <a:lnTo>
                  <a:pt x="158496" y="29146"/>
                </a:lnTo>
                <a:lnTo>
                  <a:pt x="181356" y="0"/>
                </a:lnTo>
                <a:lnTo>
                  <a:pt x="210312" y="25908"/>
                </a:lnTo>
                <a:lnTo>
                  <a:pt x="195072" y="32004"/>
                </a:lnTo>
                <a:lnTo>
                  <a:pt x="161544" y="59436"/>
                </a:lnTo>
                <a:lnTo>
                  <a:pt x="334336" y="59436"/>
                </a:lnTo>
                <a:lnTo>
                  <a:pt x="344496" y="70104"/>
                </a:lnTo>
                <a:lnTo>
                  <a:pt x="152400" y="70104"/>
                </a:lnTo>
                <a:lnTo>
                  <a:pt x="132588" y="82296"/>
                </a:lnTo>
                <a:lnTo>
                  <a:pt x="137839" y="85344"/>
                </a:lnTo>
                <a:lnTo>
                  <a:pt x="126492" y="85344"/>
                </a:lnTo>
                <a:lnTo>
                  <a:pt x="90916" y="105918"/>
                </a:lnTo>
                <a:lnTo>
                  <a:pt x="48768" y="126682"/>
                </a:lnTo>
                <a:lnTo>
                  <a:pt x="32718" y="133992"/>
                </a:lnTo>
                <a:lnTo>
                  <a:pt x="15240" y="141732"/>
                </a:lnTo>
                <a:close/>
              </a:path>
              <a:path w="365759" h="405764">
                <a:moveTo>
                  <a:pt x="334336" y="59436"/>
                </a:moveTo>
                <a:lnTo>
                  <a:pt x="295656" y="59436"/>
                </a:lnTo>
                <a:lnTo>
                  <a:pt x="315468" y="39624"/>
                </a:lnTo>
                <a:lnTo>
                  <a:pt x="334336" y="59436"/>
                </a:lnTo>
                <a:close/>
              </a:path>
              <a:path w="365759" h="405764">
                <a:moveTo>
                  <a:pt x="3048" y="224028"/>
                </a:moveTo>
                <a:lnTo>
                  <a:pt x="1524" y="217932"/>
                </a:lnTo>
                <a:lnTo>
                  <a:pt x="43219" y="208811"/>
                </a:lnTo>
                <a:lnTo>
                  <a:pt x="83629" y="197548"/>
                </a:lnTo>
                <a:lnTo>
                  <a:pt x="122610" y="184284"/>
                </a:lnTo>
                <a:lnTo>
                  <a:pt x="160020" y="169164"/>
                </a:lnTo>
                <a:lnTo>
                  <a:pt x="196000" y="150256"/>
                </a:lnTo>
                <a:lnTo>
                  <a:pt x="230695" y="127635"/>
                </a:lnTo>
                <a:lnTo>
                  <a:pt x="263961" y="101012"/>
                </a:lnTo>
                <a:lnTo>
                  <a:pt x="295656" y="70104"/>
                </a:lnTo>
                <a:lnTo>
                  <a:pt x="344496" y="70104"/>
                </a:lnTo>
                <a:lnTo>
                  <a:pt x="345948" y="71628"/>
                </a:lnTo>
                <a:lnTo>
                  <a:pt x="327660" y="77724"/>
                </a:lnTo>
                <a:lnTo>
                  <a:pt x="301085" y="101179"/>
                </a:lnTo>
                <a:lnTo>
                  <a:pt x="239363" y="145232"/>
                </a:lnTo>
                <a:lnTo>
                  <a:pt x="204216" y="166116"/>
                </a:lnTo>
                <a:lnTo>
                  <a:pt x="165068" y="185237"/>
                </a:lnTo>
                <a:lnTo>
                  <a:pt x="118491" y="201358"/>
                </a:lnTo>
                <a:lnTo>
                  <a:pt x="64484" y="214336"/>
                </a:lnTo>
                <a:lnTo>
                  <a:pt x="3048" y="224028"/>
                </a:lnTo>
                <a:close/>
              </a:path>
              <a:path w="365759" h="405764">
                <a:moveTo>
                  <a:pt x="164592" y="150876"/>
                </a:moveTo>
                <a:lnTo>
                  <a:pt x="160020" y="150876"/>
                </a:lnTo>
                <a:lnTo>
                  <a:pt x="156972" y="146304"/>
                </a:lnTo>
                <a:lnTo>
                  <a:pt x="155448" y="137160"/>
                </a:lnTo>
                <a:lnTo>
                  <a:pt x="151137" y="127134"/>
                </a:lnTo>
                <a:lnTo>
                  <a:pt x="144970" y="115252"/>
                </a:lnTo>
                <a:lnTo>
                  <a:pt x="136573" y="101012"/>
                </a:lnTo>
                <a:lnTo>
                  <a:pt x="126492" y="85344"/>
                </a:lnTo>
                <a:lnTo>
                  <a:pt x="137839" y="85344"/>
                </a:lnTo>
                <a:lnTo>
                  <a:pt x="173736" y="111252"/>
                </a:lnTo>
                <a:lnTo>
                  <a:pt x="176784" y="117348"/>
                </a:lnTo>
                <a:lnTo>
                  <a:pt x="179832" y="121920"/>
                </a:lnTo>
                <a:lnTo>
                  <a:pt x="179832" y="132588"/>
                </a:lnTo>
                <a:lnTo>
                  <a:pt x="176784" y="138684"/>
                </a:lnTo>
                <a:lnTo>
                  <a:pt x="172212" y="143256"/>
                </a:lnTo>
                <a:lnTo>
                  <a:pt x="167640" y="149352"/>
                </a:lnTo>
                <a:lnTo>
                  <a:pt x="164592" y="150876"/>
                </a:lnTo>
                <a:close/>
              </a:path>
              <a:path w="365759" h="405764">
                <a:moveTo>
                  <a:pt x="28956" y="313944"/>
                </a:moveTo>
                <a:lnTo>
                  <a:pt x="25908" y="306323"/>
                </a:lnTo>
                <a:lnTo>
                  <a:pt x="51601" y="293227"/>
                </a:lnTo>
                <a:lnTo>
                  <a:pt x="76009" y="279273"/>
                </a:lnTo>
                <a:lnTo>
                  <a:pt x="120396" y="249935"/>
                </a:lnTo>
                <a:lnTo>
                  <a:pt x="161544" y="215646"/>
                </a:lnTo>
                <a:lnTo>
                  <a:pt x="198120" y="172212"/>
                </a:lnTo>
                <a:lnTo>
                  <a:pt x="227076" y="199644"/>
                </a:lnTo>
                <a:lnTo>
                  <a:pt x="210312" y="205740"/>
                </a:lnTo>
                <a:lnTo>
                  <a:pt x="206883" y="208883"/>
                </a:lnTo>
                <a:lnTo>
                  <a:pt x="201168" y="213741"/>
                </a:lnTo>
                <a:lnTo>
                  <a:pt x="193167" y="220313"/>
                </a:lnTo>
                <a:lnTo>
                  <a:pt x="182880" y="228599"/>
                </a:lnTo>
                <a:lnTo>
                  <a:pt x="353568" y="228599"/>
                </a:lnTo>
                <a:lnTo>
                  <a:pt x="362712" y="237744"/>
                </a:lnTo>
                <a:lnTo>
                  <a:pt x="173736" y="237744"/>
                </a:lnTo>
                <a:lnTo>
                  <a:pt x="142327" y="259722"/>
                </a:lnTo>
                <a:lnTo>
                  <a:pt x="107632" y="279844"/>
                </a:lnTo>
                <a:lnTo>
                  <a:pt x="69794" y="297965"/>
                </a:lnTo>
                <a:lnTo>
                  <a:pt x="28956" y="313944"/>
                </a:lnTo>
                <a:close/>
              </a:path>
              <a:path w="365759" h="405764">
                <a:moveTo>
                  <a:pt x="353568" y="228599"/>
                </a:moveTo>
                <a:lnTo>
                  <a:pt x="318516" y="228599"/>
                </a:lnTo>
                <a:lnTo>
                  <a:pt x="335280" y="210312"/>
                </a:lnTo>
                <a:lnTo>
                  <a:pt x="353568" y="228599"/>
                </a:lnTo>
                <a:close/>
              </a:path>
              <a:path w="365759" h="405764">
                <a:moveTo>
                  <a:pt x="0" y="405384"/>
                </a:moveTo>
                <a:lnTo>
                  <a:pt x="0" y="397764"/>
                </a:lnTo>
                <a:lnTo>
                  <a:pt x="47767" y="389739"/>
                </a:lnTo>
                <a:lnTo>
                  <a:pt x="92964" y="379285"/>
                </a:lnTo>
                <a:lnTo>
                  <a:pt x="135874" y="366260"/>
                </a:lnTo>
                <a:lnTo>
                  <a:pt x="176784" y="350520"/>
                </a:lnTo>
                <a:lnTo>
                  <a:pt x="214788" y="329898"/>
                </a:lnTo>
                <a:lnTo>
                  <a:pt x="251079" y="304419"/>
                </a:lnTo>
                <a:lnTo>
                  <a:pt x="285654" y="273796"/>
                </a:lnTo>
                <a:lnTo>
                  <a:pt x="318516" y="237744"/>
                </a:lnTo>
                <a:lnTo>
                  <a:pt x="362712" y="237744"/>
                </a:lnTo>
                <a:lnTo>
                  <a:pt x="365760" y="240792"/>
                </a:lnTo>
                <a:lnTo>
                  <a:pt x="345948" y="248411"/>
                </a:lnTo>
                <a:lnTo>
                  <a:pt x="302537" y="290155"/>
                </a:lnTo>
                <a:lnTo>
                  <a:pt x="259270" y="324040"/>
                </a:lnTo>
                <a:lnTo>
                  <a:pt x="216288" y="350210"/>
                </a:lnTo>
                <a:lnTo>
                  <a:pt x="173736" y="368808"/>
                </a:lnTo>
                <a:lnTo>
                  <a:pt x="131159" y="382238"/>
                </a:lnTo>
                <a:lnTo>
                  <a:pt x="88011" y="392811"/>
                </a:lnTo>
                <a:lnTo>
                  <a:pt x="44291" y="400526"/>
                </a:lnTo>
                <a:lnTo>
                  <a:pt x="0" y="405384"/>
                </a:lnTo>
                <a:close/>
              </a:path>
              <a:path w="365759" h="405764">
                <a:moveTo>
                  <a:pt x="169164" y="339852"/>
                </a:moveTo>
                <a:lnTo>
                  <a:pt x="163068" y="339852"/>
                </a:lnTo>
                <a:lnTo>
                  <a:pt x="160020" y="333756"/>
                </a:lnTo>
                <a:lnTo>
                  <a:pt x="158496" y="323088"/>
                </a:lnTo>
                <a:lnTo>
                  <a:pt x="155614" y="310848"/>
                </a:lnTo>
                <a:lnTo>
                  <a:pt x="151447" y="297179"/>
                </a:lnTo>
                <a:lnTo>
                  <a:pt x="145829" y="282321"/>
                </a:lnTo>
                <a:lnTo>
                  <a:pt x="138684" y="266699"/>
                </a:lnTo>
                <a:lnTo>
                  <a:pt x="144780" y="260604"/>
                </a:lnTo>
                <a:lnTo>
                  <a:pt x="176498" y="290607"/>
                </a:lnTo>
                <a:lnTo>
                  <a:pt x="185928" y="309372"/>
                </a:lnTo>
                <a:lnTo>
                  <a:pt x="185928" y="320040"/>
                </a:lnTo>
                <a:lnTo>
                  <a:pt x="182880" y="326136"/>
                </a:lnTo>
                <a:lnTo>
                  <a:pt x="178308" y="332232"/>
                </a:lnTo>
                <a:lnTo>
                  <a:pt x="173736" y="336804"/>
                </a:lnTo>
                <a:lnTo>
                  <a:pt x="169164" y="33985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" name="object 24"/>
          <p:cNvSpPr/>
          <p:nvPr/>
        </p:nvSpPr>
        <p:spPr>
          <a:xfrm>
            <a:off x="8503919" y="2366771"/>
            <a:ext cx="386080" cy="402590"/>
          </a:xfrm>
          <a:custGeom>
            <a:avLst/>
            <a:gdLst/>
            <a:ahLst/>
            <a:cxnLst/>
            <a:rect l="l" t="t" r="r" b="b"/>
            <a:pathLst>
              <a:path w="386079" h="402589">
                <a:moveTo>
                  <a:pt x="364453" y="16763"/>
                </a:moveTo>
                <a:lnTo>
                  <a:pt x="330708" y="16763"/>
                </a:lnTo>
                <a:lnTo>
                  <a:pt x="342900" y="0"/>
                </a:lnTo>
                <a:lnTo>
                  <a:pt x="364453" y="16763"/>
                </a:lnTo>
                <a:close/>
              </a:path>
              <a:path w="386079" h="402589">
                <a:moveTo>
                  <a:pt x="4571" y="400812"/>
                </a:moveTo>
                <a:lnTo>
                  <a:pt x="0" y="397763"/>
                </a:lnTo>
                <a:lnTo>
                  <a:pt x="13715" y="373403"/>
                </a:lnTo>
                <a:lnTo>
                  <a:pt x="25145" y="350329"/>
                </a:lnTo>
                <a:lnTo>
                  <a:pt x="41166" y="306252"/>
                </a:lnTo>
                <a:lnTo>
                  <a:pt x="51053" y="262889"/>
                </a:lnTo>
                <a:lnTo>
                  <a:pt x="56387" y="214883"/>
                </a:lnTo>
                <a:lnTo>
                  <a:pt x="59054" y="137540"/>
                </a:lnTo>
                <a:lnTo>
                  <a:pt x="59343" y="85343"/>
                </a:lnTo>
                <a:lnTo>
                  <a:pt x="59435" y="3048"/>
                </a:lnTo>
                <a:lnTo>
                  <a:pt x="85343" y="16763"/>
                </a:lnTo>
                <a:lnTo>
                  <a:pt x="364453" y="16763"/>
                </a:lnTo>
                <a:lnTo>
                  <a:pt x="370332" y="21336"/>
                </a:lnTo>
                <a:lnTo>
                  <a:pt x="362203" y="27431"/>
                </a:lnTo>
                <a:lnTo>
                  <a:pt x="85343" y="27431"/>
                </a:lnTo>
                <a:lnTo>
                  <a:pt x="85343" y="71627"/>
                </a:lnTo>
                <a:lnTo>
                  <a:pt x="358723" y="71627"/>
                </a:lnTo>
                <a:lnTo>
                  <a:pt x="358782" y="73342"/>
                </a:lnTo>
                <a:lnTo>
                  <a:pt x="359440" y="82295"/>
                </a:lnTo>
                <a:lnTo>
                  <a:pt x="85343" y="82295"/>
                </a:lnTo>
                <a:lnTo>
                  <a:pt x="85067" y="123062"/>
                </a:lnTo>
                <a:lnTo>
                  <a:pt x="84391" y="157733"/>
                </a:lnTo>
                <a:lnTo>
                  <a:pt x="82295" y="214883"/>
                </a:lnTo>
                <a:lnTo>
                  <a:pt x="75818" y="261746"/>
                </a:lnTo>
                <a:lnTo>
                  <a:pt x="62483" y="310895"/>
                </a:lnTo>
                <a:lnTo>
                  <a:pt x="39242" y="357568"/>
                </a:lnTo>
                <a:lnTo>
                  <a:pt x="23479" y="379690"/>
                </a:lnTo>
                <a:lnTo>
                  <a:pt x="4571" y="400812"/>
                </a:lnTo>
                <a:close/>
              </a:path>
              <a:path w="386079" h="402589">
                <a:moveTo>
                  <a:pt x="358723" y="71627"/>
                </a:moveTo>
                <a:lnTo>
                  <a:pt x="333756" y="71627"/>
                </a:lnTo>
                <a:lnTo>
                  <a:pt x="333756" y="27431"/>
                </a:lnTo>
                <a:lnTo>
                  <a:pt x="362203" y="27431"/>
                </a:lnTo>
                <a:lnTo>
                  <a:pt x="358139" y="30479"/>
                </a:lnTo>
                <a:lnTo>
                  <a:pt x="358163" y="45910"/>
                </a:lnTo>
                <a:lnTo>
                  <a:pt x="358330" y="60197"/>
                </a:lnTo>
                <a:lnTo>
                  <a:pt x="358723" y="71627"/>
                </a:lnTo>
                <a:close/>
              </a:path>
              <a:path w="386079" h="402589">
                <a:moveTo>
                  <a:pt x="333756" y="96011"/>
                </a:moveTo>
                <a:lnTo>
                  <a:pt x="333756" y="82295"/>
                </a:lnTo>
                <a:lnTo>
                  <a:pt x="359440" y="82295"/>
                </a:lnTo>
                <a:lnTo>
                  <a:pt x="359664" y="85343"/>
                </a:lnTo>
                <a:lnTo>
                  <a:pt x="333756" y="96011"/>
                </a:lnTo>
                <a:close/>
              </a:path>
              <a:path w="386079" h="402589">
                <a:moveTo>
                  <a:pt x="115823" y="134111"/>
                </a:moveTo>
                <a:lnTo>
                  <a:pt x="115823" y="128015"/>
                </a:lnTo>
                <a:lnTo>
                  <a:pt x="147566" y="125682"/>
                </a:lnTo>
                <a:lnTo>
                  <a:pt x="178879" y="123062"/>
                </a:lnTo>
                <a:lnTo>
                  <a:pt x="269366" y="112085"/>
                </a:lnTo>
                <a:lnTo>
                  <a:pt x="312800" y="102322"/>
                </a:lnTo>
                <a:lnTo>
                  <a:pt x="327660" y="96011"/>
                </a:lnTo>
                <a:lnTo>
                  <a:pt x="356615" y="126491"/>
                </a:lnTo>
                <a:lnTo>
                  <a:pt x="340352" y="126777"/>
                </a:lnTo>
                <a:lnTo>
                  <a:pt x="316801" y="127634"/>
                </a:lnTo>
                <a:lnTo>
                  <a:pt x="248411" y="131063"/>
                </a:lnTo>
                <a:lnTo>
                  <a:pt x="248411" y="132587"/>
                </a:lnTo>
                <a:lnTo>
                  <a:pt x="225551" y="132587"/>
                </a:lnTo>
                <a:lnTo>
                  <a:pt x="198119" y="133469"/>
                </a:lnTo>
                <a:lnTo>
                  <a:pt x="170687" y="133921"/>
                </a:lnTo>
                <a:lnTo>
                  <a:pt x="115823" y="134111"/>
                </a:lnTo>
                <a:close/>
              </a:path>
              <a:path w="386079" h="402589">
                <a:moveTo>
                  <a:pt x="248411" y="169163"/>
                </a:moveTo>
                <a:lnTo>
                  <a:pt x="225551" y="169163"/>
                </a:lnTo>
                <a:lnTo>
                  <a:pt x="225551" y="132587"/>
                </a:lnTo>
                <a:lnTo>
                  <a:pt x="248411" y="132587"/>
                </a:lnTo>
                <a:lnTo>
                  <a:pt x="248411" y="169163"/>
                </a:lnTo>
                <a:close/>
              </a:path>
              <a:path w="386079" h="402589">
                <a:moveTo>
                  <a:pt x="353821" y="169163"/>
                </a:moveTo>
                <a:lnTo>
                  <a:pt x="320039" y="169163"/>
                </a:lnTo>
                <a:lnTo>
                  <a:pt x="332232" y="153923"/>
                </a:lnTo>
                <a:lnTo>
                  <a:pt x="353821" y="169163"/>
                </a:lnTo>
                <a:close/>
              </a:path>
              <a:path w="386079" h="402589">
                <a:moveTo>
                  <a:pt x="134111" y="242315"/>
                </a:moveTo>
                <a:lnTo>
                  <a:pt x="134350" y="230028"/>
                </a:lnTo>
                <a:lnTo>
                  <a:pt x="135397" y="207168"/>
                </a:lnTo>
                <a:lnTo>
                  <a:pt x="135635" y="196595"/>
                </a:lnTo>
                <a:lnTo>
                  <a:pt x="135397" y="187190"/>
                </a:lnTo>
                <a:lnTo>
                  <a:pt x="134350" y="167235"/>
                </a:lnTo>
                <a:lnTo>
                  <a:pt x="134111" y="156971"/>
                </a:lnTo>
                <a:lnTo>
                  <a:pt x="158495" y="169163"/>
                </a:lnTo>
                <a:lnTo>
                  <a:pt x="353821" y="169163"/>
                </a:lnTo>
                <a:lnTo>
                  <a:pt x="358139" y="172211"/>
                </a:lnTo>
                <a:lnTo>
                  <a:pt x="348342" y="179831"/>
                </a:lnTo>
                <a:lnTo>
                  <a:pt x="158495" y="179831"/>
                </a:lnTo>
                <a:lnTo>
                  <a:pt x="158495" y="216407"/>
                </a:lnTo>
                <a:lnTo>
                  <a:pt x="344860" y="216407"/>
                </a:lnTo>
                <a:lnTo>
                  <a:pt x="345066" y="221670"/>
                </a:lnTo>
                <a:lnTo>
                  <a:pt x="345544" y="227075"/>
                </a:lnTo>
                <a:lnTo>
                  <a:pt x="158495" y="227075"/>
                </a:lnTo>
                <a:lnTo>
                  <a:pt x="158495" y="234695"/>
                </a:lnTo>
                <a:lnTo>
                  <a:pt x="134111" y="242315"/>
                </a:lnTo>
                <a:close/>
              </a:path>
              <a:path w="386079" h="402589">
                <a:moveTo>
                  <a:pt x="248411" y="216407"/>
                </a:moveTo>
                <a:lnTo>
                  <a:pt x="225551" y="216407"/>
                </a:lnTo>
                <a:lnTo>
                  <a:pt x="225551" y="179831"/>
                </a:lnTo>
                <a:lnTo>
                  <a:pt x="248411" y="179831"/>
                </a:lnTo>
                <a:lnTo>
                  <a:pt x="248411" y="216407"/>
                </a:lnTo>
                <a:close/>
              </a:path>
              <a:path w="386079" h="402589">
                <a:moveTo>
                  <a:pt x="344860" y="216407"/>
                </a:moveTo>
                <a:lnTo>
                  <a:pt x="321564" y="216407"/>
                </a:lnTo>
                <a:lnTo>
                  <a:pt x="321564" y="179831"/>
                </a:lnTo>
                <a:lnTo>
                  <a:pt x="348342" y="179831"/>
                </a:lnTo>
                <a:lnTo>
                  <a:pt x="344424" y="182879"/>
                </a:lnTo>
                <a:lnTo>
                  <a:pt x="344447" y="197143"/>
                </a:lnTo>
                <a:lnTo>
                  <a:pt x="344614" y="210121"/>
                </a:lnTo>
                <a:lnTo>
                  <a:pt x="344860" y="216407"/>
                </a:lnTo>
                <a:close/>
              </a:path>
              <a:path w="386079" h="402589">
                <a:moveTo>
                  <a:pt x="248411" y="262127"/>
                </a:moveTo>
                <a:lnTo>
                  <a:pt x="225551" y="262127"/>
                </a:lnTo>
                <a:lnTo>
                  <a:pt x="225551" y="227075"/>
                </a:lnTo>
                <a:lnTo>
                  <a:pt x="248411" y="227075"/>
                </a:lnTo>
                <a:lnTo>
                  <a:pt x="248411" y="262127"/>
                </a:lnTo>
                <a:close/>
              </a:path>
              <a:path w="386079" h="402589">
                <a:moveTo>
                  <a:pt x="321564" y="240791"/>
                </a:moveTo>
                <a:lnTo>
                  <a:pt x="321564" y="227075"/>
                </a:lnTo>
                <a:lnTo>
                  <a:pt x="345544" y="227075"/>
                </a:lnTo>
                <a:lnTo>
                  <a:pt x="345948" y="231647"/>
                </a:lnTo>
                <a:lnTo>
                  <a:pt x="321564" y="240791"/>
                </a:lnTo>
                <a:close/>
              </a:path>
              <a:path w="386079" h="402589">
                <a:moveTo>
                  <a:pt x="380020" y="262127"/>
                </a:moveTo>
                <a:lnTo>
                  <a:pt x="347472" y="262127"/>
                </a:lnTo>
                <a:lnTo>
                  <a:pt x="359664" y="245363"/>
                </a:lnTo>
                <a:lnTo>
                  <a:pt x="380020" y="262127"/>
                </a:lnTo>
                <a:close/>
              </a:path>
              <a:path w="386079" h="402589">
                <a:moveTo>
                  <a:pt x="106679" y="399288"/>
                </a:moveTo>
                <a:lnTo>
                  <a:pt x="109466" y="352139"/>
                </a:lnTo>
                <a:lnTo>
                  <a:pt x="109602" y="320040"/>
                </a:lnTo>
                <a:lnTo>
                  <a:pt x="109494" y="310895"/>
                </a:lnTo>
                <a:lnTo>
                  <a:pt x="109393" y="306252"/>
                </a:lnTo>
                <a:lnTo>
                  <a:pt x="108775" y="287464"/>
                </a:lnTo>
                <a:lnTo>
                  <a:pt x="107799" y="267914"/>
                </a:lnTo>
                <a:lnTo>
                  <a:pt x="106679" y="249935"/>
                </a:lnTo>
                <a:lnTo>
                  <a:pt x="131063" y="262127"/>
                </a:lnTo>
                <a:lnTo>
                  <a:pt x="380020" y="262127"/>
                </a:lnTo>
                <a:lnTo>
                  <a:pt x="385572" y="266699"/>
                </a:lnTo>
                <a:lnTo>
                  <a:pt x="379475" y="271271"/>
                </a:lnTo>
                <a:lnTo>
                  <a:pt x="131063" y="271271"/>
                </a:lnTo>
                <a:lnTo>
                  <a:pt x="131063" y="387096"/>
                </a:lnTo>
                <a:lnTo>
                  <a:pt x="106679" y="399288"/>
                </a:lnTo>
                <a:close/>
              </a:path>
              <a:path w="386079" h="402589">
                <a:moveTo>
                  <a:pt x="173735" y="350520"/>
                </a:moveTo>
                <a:lnTo>
                  <a:pt x="158495" y="320040"/>
                </a:lnTo>
                <a:lnTo>
                  <a:pt x="225551" y="316991"/>
                </a:lnTo>
                <a:lnTo>
                  <a:pt x="225551" y="271271"/>
                </a:lnTo>
                <a:lnTo>
                  <a:pt x="248411" y="271271"/>
                </a:lnTo>
                <a:lnTo>
                  <a:pt x="248411" y="315467"/>
                </a:lnTo>
                <a:lnTo>
                  <a:pt x="323761" y="315467"/>
                </a:lnTo>
                <a:lnTo>
                  <a:pt x="326612" y="319039"/>
                </a:lnTo>
                <a:lnTo>
                  <a:pt x="326974" y="320040"/>
                </a:lnTo>
                <a:lnTo>
                  <a:pt x="300227" y="320040"/>
                </a:lnTo>
                <a:lnTo>
                  <a:pt x="251102" y="327159"/>
                </a:lnTo>
                <a:lnTo>
                  <a:pt x="213550" y="334708"/>
                </a:lnTo>
                <a:lnTo>
                  <a:pt x="187713" y="342542"/>
                </a:lnTo>
                <a:lnTo>
                  <a:pt x="173735" y="350520"/>
                </a:lnTo>
                <a:close/>
              </a:path>
              <a:path w="386079" h="402589">
                <a:moveTo>
                  <a:pt x="372515" y="365760"/>
                </a:moveTo>
                <a:lnTo>
                  <a:pt x="345948" y="365760"/>
                </a:lnTo>
                <a:lnTo>
                  <a:pt x="350520" y="361188"/>
                </a:lnTo>
                <a:lnTo>
                  <a:pt x="350520" y="271271"/>
                </a:lnTo>
                <a:lnTo>
                  <a:pt x="379475" y="271271"/>
                </a:lnTo>
                <a:lnTo>
                  <a:pt x="373379" y="275843"/>
                </a:lnTo>
                <a:lnTo>
                  <a:pt x="373289" y="357568"/>
                </a:lnTo>
                <a:lnTo>
                  <a:pt x="372515" y="365760"/>
                </a:lnTo>
                <a:close/>
              </a:path>
              <a:path w="386079" h="402589">
                <a:moveTo>
                  <a:pt x="323761" y="315467"/>
                </a:moveTo>
                <a:lnTo>
                  <a:pt x="248411" y="315467"/>
                </a:lnTo>
                <a:lnTo>
                  <a:pt x="297179" y="313943"/>
                </a:lnTo>
                <a:lnTo>
                  <a:pt x="293750" y="306252"/>
                </a:lnTo>
                <a:lnTo>
                  <a:pt x="290321" y="299275"/>
                </a:lnTo>
                <a:lnTo>
                  <a:pt x="286892" y="293155"/>
                </a:lnTo>
                <a:lnTo>
                  <a:pt x="283463" y="288035"/>
                </a:lnTo>
                <a:lnTo>
                  <a:pt x="288035" y="283463"/>
                </a:lnTo>
                <a:lnTo>
                  <a:pt x="306038" y="297418"/>
                </a:lnTo>
                <a:lnTo>
                  <a:pt x="318896" y="309371"/>
                </a:lnTo>
                <a:lnTo>
                  <a:pt x="323761" y="315467"/>
                </a:lnTo>
                <a:close/>
              </a:path>
              <a:path w="386079" h="402589">
                <a:moveTo>
                  <a:pt x="315467" y="352044"/>
                </a:moveTo>
                <a:lnTo>
                  <a:pt x="310895" y="352044"/>
                </a:lnTo>
                <a:lnTo>
                  <a:pt x="309371" y="348996"/>
                </a:lnTo>
                <a:lnTo>
                  <a:pt x="307847" y="342900"/>
                </a:lnTo>
                <a:lnTo>
                  <a:pt x="304799" y="335280"/>
                </a:lnTo>
                <a:lnTo>
                  <a:pt x="303275" y="327660"/>
                </a:lnTo>
                <a:lnTo>
                  <a:pt x="300227" y="320040"/>
                </a:lnTo>
                <a:lnTo>
                  <a:pt x="326974" y="320040"/>
                </a:lnTo>
                <a:lnTo>
                  <a:pt x="329184" y="326136"/>
                </a:lnTo>
                <a:lnTo>
                  <a:pt x="329184" y="335280"/>
                </a:lnTo>
                <a:lnTo>
                  <a:pt x="327660" y="341375"/>
                </a:lnTo>
                <a:lnTo>
                  <a:pt x="318515" y="350520"/>
                </a:lnTo>
                <a:lnTo>
                  <a:pt x="315467" y="352044"/>
                </a:lnTo>
                <a:close/>
              </a:path>
              <a:path w="386079" h="402589">
                <a:moveTo>
                  <a:pt x="338327" y="402336"/>
                </a:moveTo>
                <a:lnTo>
                  <a:pt x="335232" y="393239"/>
                </a:lnTo>
                <a:lnTo>
                  <a:pt x="326135" y="384428"/>
                </a:lnTo>
                <a:lnTo>
                  <a:pt x="311324" y="376189"/>
                </a:lnTo>
                <a:lnTo>
                  <a:pt x="291083" y="368808"/>
                </a:lnTo>
                <a:lnTo>
                  <a:pt x="291083" y="362712"/>
                </a:lnTo>
                <a:lnTo>
                  <a:pt x="330303" y="365498"/>
                </a:lnTo>
                <a:lnTo>
                  <a:pt x="338327" y="365760"/>
                </a:lnTo>
                <a:lnTo>
                  <a:pt x="372515" y="365760"/>
                </a:lnTo>
                <a:lnTo>
                  <a:pt x="371975" y="371474"/>
                </a:lnTo>
                <a:lnTo>
                  <a:pt x="365569" y="384047"/>
                </a:lnTo>
                <a:lnTo>
                  <a:pt x="354306" y="394335"/>
                </a:lnTo>
                <a:lnTo>
                  <a:pt x="338327" y="40233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" name="object 25"/>
          <p:cNvSpPr/>
          <p:nvPr/>
        </p:nvSpPr>
        <p:spPr>
          <a:xfrm>
            <a:off x="8951976" y="2377439"/>
            <a:ext cx="394970" cy="387350"/>
          </a:xfrm>
          <a:custGeom>
            <a:avLst/>
            <a:gdLst/>
            <a:ahLst/>
            <a:cxnLst/>
            <a:rect l="l" t="t" r="r" b="b"/>
            <a:pathLst>
              <a:path w="394970" h="387350">
                <a:moveTo>
                  <a:pt x="169163" y="387096"/>
                </a:moveTo>
                <a:lnTo>
                  <a:pt x="165449" y="374213"/>
                </a:lnTo>
                <a:lnTo>
                  <a:pt x="154304" y="362902"/>
                </a:lnTo>
                <a:lnTo>
                  <a:pt x="135731" y="353020"/>
                </a:lnTo>
                <a:lnTo>
                  <a:pt x="109727" y="344424"/>
                </a:lnTo>
                <a:lnTo>
                  <a:pt x="109727" y="336804"/>
                </a:lnTo>
                <a:lnTo>
                  <a:pt x="128635" y="339685"/>
                </a:lnTo>
                <a:lnTo>
                  <a:pt x="144398" y="341566"/>
                </a:lnTo>
                <a:lnTo>
                  <a:pt x="157305" y="342590"/>
                </a:lnTo>
                <a:lnTo>
                  <a:pt x="167639" y="342900"/>
                </a:lnTo>
                <a:lnTo>
                  <a:pt x="174759" y="341471"/>
                </a:lnTo>
                <a:lnTo>
                  <a:pt x="180022" y="337185"/>
                </a:lnTo>
                <a:lnTo>
                  <a:pt x="183284" y="330041"/>
                </a:lnTo>
                <a:lnTo>
                  <a:pt x="184403" y="320040"/>
                </a:lnTo>
                <a:lnTo>
                  <a:pt x="184403" y="167640"/>
                </a:lnTo>
                <a:lnTo>
                  <a:pt x="57911" y="167640"/>
                </a:lnTo>
                <a:lnTo>
                  <a:pt x="46743" y="167925"/>
                </a:lnTo>
                <a:lnTo>
                  <a:pt x="36004" y="168783"/>
                </a:lnTo>
                <a:lnTo>
                  <a:pt x="25550" y="170211"/>
                </a:lnTo>
                <a:lnTo>
                  <a:pt x="15239" y="172212"/>
                </a:lnTo>
                <a:lnTo>
                  <a:pt x="0" y="156972"/>
                </a:lnTo>
                <a:lnTo>
                  <a:pt x="184403" y="156972"/>
                </a:lnTo>
                <a:lnTo>
                  <a:pt x="184403" y="35052"/>
                </a:lnTo>
                <a:lnTo>
                  <a:pt x="111251" y="35052"/>
                </a:lnTo>
                <a:lnTo>
                  <a:pt x="100107" y="35361"/>
                </a:lnTo>
                <a:lnTo>
                  <a:pt x="89534" y="36385"/>
                </a:lnTo>
                <a:lnTo>
                  <a:pt x="79533" y="38266"/>
                </a:lnTo>
                <a:lnTo>
                  <a:pt x="70103" y="41148"/>
                </a:lnTo>
                <a:lnTo>
                  <a:pt x="54863" y="24384"/>
                </a:lnTo>
                <a:lnTo>
                  <a:pt x="286511" y="24384"/>
                </a:lnTo>
                <a:lnTo>
                  <a:pt x="310896" y="0"/>
                </a:lnTo>
                <a:lnTo>
                  <a:pt x="345947" y="35052"/>
                </a:lnTo>
                <a:lnTo>
                  <a:pt x="210311" y="35052"/>
                </a:lnTo>
                <a:lnTo>
                  <a:pt x="210311" y="156972"/>
                </a:lnTo>
                <a:lnTo>
                  <a:pt x="329184" y="156972"/>
                </a:lnTo>
                <a:lnTo>
                  <a:pt x="356615" y="129540"/>
                </a:lnTo>
                <a:lnTo>
                  <a:pt x="394715" y="167640"/>
                </a:lnTo>
                <a:lnTo>
                  <a:pt x="210311" y="167640"/>
                </a:lnTo>
                <a:lnTo>
                  <a:pt x="210311" y="333756"/>
                </a:lnTo>
                <a:lnTo>
                  <a:pt x="208597" y="351520"/>
                </a:lnTo>
                <a:lnTo>
                  <a:pt x="201167" y="366141"/>
                </a:lnTo>
                <a:lnTo>
                  <a:pt x="188023" y="377904"/>
                </a:lnTo>
                <a:lnTo>
                  <a:pt x="169163" y="38709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" name="object 26"/>
          <p:cNvSpPr/>
          <p:nvPr/>
        </p:nvSpPr>
        <p:spPr>
          <a:xfrm>
            <a:off x="9396983" y="2514600"/>
            <a:ext cx="398145" cy="44450"/>
          </a:xfrm>
          <a:custGeom>
            <a:avLst/>
            <a:gdLst/>
            <a:ahLst/>
            <a:cxnLst/>
            <a:rect l="l" t="t" r="r" b="b"/>
            <a:pathLst>
              <a:path w="398145" h="44450">
                <a:moveTo>
                  <a:pt x="16764" y="44195"/>
                </a:moveTo>
                <a:lnTo>
                  <a:pt x="0" y="28955"/>
                </a:lnTo>
                <a:lnTo>
                  <a:pt x="324612" y="28955"/>
                </a:lnTo>
                <a:lnTo>
                  <a:pt x="358139" y="0"/>
                </a:lnTo>
                <a:lnTo>
                  <a:pt x="397763" y="39623"/>
                </a:lnTo>
                <a:lnTo>
                  <a:pt x="62484" y="39623"/>
                </a:lnTo>
                <a:lnTo>
                  <a:pt x="49339" y="39909"/>
                </a:lnTo>
                <a:lnTo>
                  <a:pt x="37338" y="40766"/>
                </a:lnTo>
                <a:lnTo>
                  <a:pt x="26479" y="42195"/>
                </a:lnTo>
                <a:lnTo>
                  <a:pt x="16764" y="4419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" name="object 27"/>
          <p:cNvSpPr/>
          <p:nvPr/>
        </p:nvSpPr>
        <p:spPr>
          <a:xfrm>
            <a:off x="2122932" y="2895599"/>
            <a:ext cx="1743710" cy="413384"/>
          </a:xfrm>
          <a:custGeom>
            <a:avLst/>
            <a:gdLst/>
            <a:ahLst/>
            <a:cxnLst/>
            <a:rect l="l" t="t" r="r" b="b"/>
            <a:pathLst>
              <a:path w="1743710" h="413385">
                <a:moveTo>
                  <a:pt x="231648" y="147828"/>
                </a:moveTo>
                <a:lnTo>
                  <a:pt x="190500" y="126492"/>
                </a:lnTo>
                <a:lnTo>
                  <a:pt x="191389" y="147828"/>
                </a:lnTo>
                <a:lnTo>
                  <a:pt x="191833" y="167449"/>
                </a:lnTo>
                <a:lnTo>
                  <a:pt x="191960" y="180403"/>
                </a:lnTo>
                <a:lnTo>
                  <a:pt x="192024" y="315468"/>
                </a:lnTo>
                <a:lnTo>
                  <a:pt x="191782" y="331787"/>
                </a:lnTo>
                <a:lnTo>
                  <a:pt x="191262" y="353377"/>
                </a:lnTo>
                <a:lnTo>
                  <a:pt x="190728" y="380415"/>
                </a:lnTo>
                <a:lnTo>
                  <a:pt x="190500" y="413004"/>
                </a:lnTo>
                <a:lnTo>
                  <a:pt x="219456" y="394716"/>
                </a:lnTo>
                <a:lnTo>
                  <a:pt x="218567" y="378739"/>
                </a:lnTo>
                <a:lnTo>
                  <a:pt x="218122" y="362902"/>
                </a:lnTo>
                <a:lnTo>
                  <a:pt x="218008" y="353377"/>
                </a:lnTo>
                <a:lnTo>
                  <a:pt x="217932" y="158496"/>
                </a:lnTo>
                <a:lnTo>
                  <a:pt x="231648" y="147828"/>
                </a:lnTo>
                <a:close/>
              </a:path>
              <a:path w="1743710" h="413385">
                <a:moveTo>
                  <a:pt x="409956" y="181356"/>
                </a:moveTo>
                <a:lnTo>
                  <a:pt x="360997" y="167449"/>
                </a:lnTo>
                <a:lnTo>
                  <a:pt x="310896" y="138684"/>
                </a:lnTo>
                <a:lnTo>
                  <a:pt x="260985" y="93916"/>
                </a:lnTo>
                <a:lnTo>
                  <a:pt x="220878" y="42672"/>
                </a:lnTo>
                <a:lnTo>
                  <a:pt x="213360" y="32004"/>
                </a:lnTo>
                <a:lnTo>
                  <a:pt x="228600" y="21336"/>
                </a:lnTo>
                <a:lnTo>
                  <a:pt x="192024" y="0"/>
                </a:lnTo>
                <a:lnTo>
                  <a:pt x="166497" y="57150"/>
                </a:lnTo>
                <a:lnTo>
                  <a:pt x="124968" y="118872"/>
                </a:lnTo>
                <a:lnTo>
                  <a:pt x="98361" y="149161"/>
                </a:lnTo>
                <a:lnTo>
                  <a:pt x="68770" y="176022"/>
                </a:lnTo>
                <a:lnTo>
                  <a:pt x="36017" y="199453"/>
                </a:lnTo>
                <a:lnTo>
                  <a:pt x="0" y="219456"/>
                </a:lnTo>
                <a:lnTo>
                  <a:pt x="3048" y="227076"/>
                </a:lnTo>
                <a:lnTo>
                  <a:pt x="38112" y="210502"/>
                </a:lnTo>
                <a:lnTo>
                  <a:pt x="97980" y="173926"/>
                </a:lnTo>
                <a:lnTo>
                  <a:pt x="144462" y="131406"/>
                </a:lnTo>
                <a:lnTo>
                  <a:pt x="187274" y="75488"/>
                </a:lnTo>
                <a:lnTo>
                  <a:pt x="207264" y="42672"/>
                </a:lnTo>
                <a:lnTo>
                  <a:pt x="225552" y="72986"/>
                </a:lnTo>
                <a:lnTo>
                  <a:pt x="262128" y="123901"/>
                </a:lnTo>
                <a:lnTo>
                  <a:pt x="299580" y="163385"/>
                </a:lnTo>
                <a:lnTo>
                  <a:pt x="343636" y="196011"/>
                </a:lnTo>
                <a:lnTo>
                  <a:pt x="368808" y="210312"/>
                </a:lnTo>
                <a:lnTo>
                  <a:pt x="376301" y="201193"/>
                </a:lnTo>
                <a:lnTo>
                  <a:pt x="385381" y="194500"/>
                </a:lnTo>
                <a:lnTo>
                  <a:pt x="396443" y="190385"/>
                </a:lnTo>
                <a:lnTo>
                  <a:pt x="409956" y="188976"/>
                </a:lnTo>
                <a:lnTo>
                  <a:pt x="409956" y="181356"/>
                </a:lnTo>
                <a:close/>
              </a:path>
              <a:path w="1743710" h="413385">
                <a:moveTo>
                  <a:pt x="850392" y="83832"/>
                </a:moveTo>
                <a:lnTo>
                  <a:pt x="810768" y="44208"/>
                </a:lnTo>
                <a:lnTo>
                  <a:pt x="781799" y="73164"/>
                </a:lnTo>
                <a:lnTo>
                  <a:pt x="633984" y="73164"/>
                </a:lnTo>
                <a:lnTo>
                  <a:pt x="637933" y="64820"/>
                </a:lnTo>
                <a:lnTo>
                  <a:pt x="648119" y="45300"/>
                </a:lnTo>
                <a:lnTo>
                  <a:pt x="653796" y="33540"/>
                </a:lnTo>
                <a:lnTo>
                  <a:pt x="672084" y="25920"/>
                </a:lnTo>
                <a:lnTo>
                  <a:pt x="627888" y="1536"/>
                </a:lnTo>
                <a:lnTo>
                  <a:pt x="624713" y="17005"/>
                </a:lnTo>
                <a:lnTo>
                  <a:pt x="619696" y="33921"/>
                </a:lnTo>
                <a:lnTo>
                  <a:pt x="612660" y="52539"/>
                </a:lnTo>
                <a:lnTo>
                  <a:pt x="603504" y="73164"/>
                </a:lnTo>
                <a:lnTo>
                  <a:pt x="446519" y="73164"/>
                </a:lnTo>
                <a:lnTo>
                  <a:pt x="463283" y="89928"/>
                </a:lnTo>
                <a:lnTo>
                  <a:pt x="472719" y="87045"/>
                </a:lnTo>
                <a:lnTo>
                  <a:pt x="482714" y="85166"/>
                </a:lnTo>
                <a:lnTo>
                  <a:pt x="493293" y="84137"/>
                </a:lnTo>
                <a:lnTo>
                  <a:pt x="504431" y="83832"/>
                </a:lnTo>
                <a:lnTo>
                  <a:pt x="600456" y="83832"/>
                </a:lnTo>
                <a:lnTo>
                  <a:pt x="566153" y="141363"/>
                </a:lnTo>
                <a:lnTo>
                  <a:pt x="531863" y="187464"/>
                </a:lnTo>
                <a:lnTo>
                  <a:pt x="492620" y="227660"/>
                </a:lnTo>
                <a:lnTo>
                  <a:pt x="446519" y="266712"/>
                </a:lnTo>
                <a:lnTo>
                  <a:pt x="452615" y="271284"/>
                </a:lnTo>
                <a:lnTo>
                  <a:pt x="480618" y="252996"/>
                </a:lnTo>
                <a:lnTo>
                  <a:pt x="507479" y="232422"/>
                </a:lnTo>
                <a:lnTo>
                  <a:pt x="533196" y="209562"/>
                </a:lnTo>
                <a:lnTo>
                  <a:pt x="557771" y="184416"/>
                </a:lnTo>
                <a:lnTo>
                  <a:pt x="557695" y="295668"/>
                </a:lnTo>
                <a:lnTo>
                  <a:pt x="557580" y="339674"/>
                </a:lnTo>
                <a:lnTo>
                  <a:pt x="557136" y="386080"/>
                </a:lnTo>
                <a:lnTo>
                  <a:pt x="556247" y="411492"/>
                </a:lnTo>
                <a:lnTo>
                  <a:pt x="582168" y="394728"/>
                </a:lnTo>
                <a:lnTo>
                  <a:pt x="582168" y="295668"/>
                </a:lnTo>
                <a:lnTo>
                  <a:pt x="742175" y="295668"/>
                </a:lnTo>
                <a:lnTo>
                  <a:pt x="742175" y="367296"/>
                </a:lnTo>
                <a:lnTo>
                  <a:pt x="737616" y="373392"/>
                </a:lnTo>
                <a:lnTo>
                  <a:pt x="726948" y="373392"/>
                </a:lnTo>
                <a:lnTo>
                  <a:pt x="718108" y="372859"/>
                </a:lnTo>
                <a:lnTo>
                  <a:pt x="707707" y="371487"/>
                </a:lnTo>
                <a:lnTo>
                  <a:pt x="682752" y="367296"/>
                </a:lnTo>
                <a:lnTo>
                  <a:pt x="682752" y="376440"/>
                </a:lnTo>
                <a:lnTo>
                  <a:pt x="703605" y="383844"/>
                </a:lnTo>
                <a:lnTo>
                  <a:pt x="718185" y="392252"/>
                </a:lnTo>
                <a:lnTo>
                  <a:pt x="726465" y="401510"/>
                </a:lnTo>
                <a:lnTo>
                  <a:pt x="728472" y="411492"/>
                </a:lnTo>
                <a:lnTo>
                  <a:pt x="745350" y="403529"/>
                </a:lnTo>
                <a:lnTo>
                  <a:pt x="757237" y="393585"/>
                </a:lnTo>
                <a:lnTo>
                  <a:pt x="764260" y="381914"/>
                </a:lnTo>
                <a:lnTo>
                  <a:pt x="765759" y="373392"/>
                </a:lnTo>
                <a:lnTo>
                  <a:pt x="766445" y="369531"/>
                </a:lnTo>
                <a:lnTo>
                  <a:pt x="766572" y="295668"/>
                </a:lnTo>
                <a:lnTo>
                  <a:pt x="766572" y="286524"/>
                </a:lnTo>
                <a:lnTo>
                  <a:pt x="766572" y="228612"/>
                </a:lnTo>
                <a:lnTo>
                  <a:pt x="766572" y="217944"/>
                </a:lnTo>
                <a:lnTo>
                  <a:pt x="766572" y="164604"/>
                </a:lnTo>
                <a:lnTo>
                  <a:pt x="777049" y="156984"/>
                </a:lnTo>
                <a:lnTo>
                  <a:pt x="783336" y="152412"/>
                </a:lnTo>
                <a:lnTo>
                  <a:pt x="775208" y="146316"/>
                </a:lnTo>
                <a:lnTo>
                  <a:pt x="752856" y="129552"/>
                </a:lnTo>
                <a:lnTo>
                  <a:pt x="742175" y="142608"/>
                </a:lnTo>
                <a:lnTo>
                  <a:pt x="742175" y="156984"/>
                </a:lnTo>
                <a:lnTo>
                  <a:pt x="742175" y="217944"/>
                </a:lnTo>
                <a:lnTo>
                  <a:pt x="742175" y="228612"/>
                </a:lnTo>
                <a:lnTo>
                  <a:pt x="742175" y="286524"/>
                </a:lnTo>
                <a:lnTo>
                  <a:pt x="582168" y="286524"/>
                </a:lnTo>
                <a:lnTo>
                  <a:pt x="582168" y="228612"/>
                </a:lnTo>
                <a:lnTo>
                  <a:pt x="742175" y="228612"/>
                </a:lnTo>
                <a:lnTo>
                  <a:pt x="742175" y="217944"/>
                </a:lnTo>
                <a:lnTo>
                  <a:pt x="582168" y="217944"/>
                </a:lnTo>
                <a:lnTo>
                  <a:pt x="582168" y="184416"/>
                </a:lnTo>
                <a:lnTo>
                  <a:pt x="582168" y="156984"/>
                </a:lnTo>
                <a:lnTo>
                  <a:pt x="742175" y="156984"/>
                </a:lnTo>
                <a:lnTo>
                  <a:pt x="742175" y="142608"/>
                </a:lnTo>
                <a:lnTo>
                  <a:pt x="739140" y="146316"/>
                </a:lnTo>
                <a:lnTo>
                  <a:pt x="589788" y="146316"/>
                </a:lnTo>
                <a:lnTo>
                  <a:pt x="600049" y="132041"/>
                </a:lnTo>
                <a:lnTo>
                  <a:pt x="610171" y="116789"/>
                </a:lnTo>
                <a:lnTo>
                  <a:pt x="620001" y="100660"/>
                </a:lnTo>
                <a:lnTo>
                  <a:pt x="629412" y="83832"/>
                </a:lnTo>
                <a:lnTo>
                  <a:pt x="850392" y="83832"/>
                </a:lnTo>
                <a:close/>
              </a:path>
              <a:path w="1743710" h="413385">
                <a:moveTo>
                  <a:pt x="1136904" y="36576"/>
                </a:moveTo>
                <a:lnTo>
                  <a:pt x="1133856" y="30480"/>
                </a:lnTo>
                <a:lnTo>
                  <a:pt x="1124712" y="24384"/>
                </a:lnTo>
                <a:lnTo>
                  <a:pt x="1117612" y="19583"/>
                </a:lnTo>
                <a:lnTo>
                  <a:pt x="1107948" y="14478"/>
                </a:lnTo>
                <a:lnTo>
                  <a:pt x="1095984" y="9385"/>
                </a:lnTo>
                <a:lnTo>
                  <a:pt x="1082040" y="4572"/>
                </a:lnTo>
                <a:lnTo>
                  <a:pt x="1078992" y="9144"/>
                </a:lnTo>
                <a:lnTo>
                  <a:pt x="1088682" y="18529"/>
                </a:lnTo>
                <a:lnTo>
                  <a:pt x="1097089" y="28194"/>
                </a:lnTo>
                <a:lnTo>
                  <a:pt x="1104061" y="37871"/>
                </a:lnTo>
                <a:lnTo>
                  <a:pt x="1109472" y="47244"/>
                </a:lnTo>
                <a:lnTo>
                  <a:pt x="1112913" y="55816"/>
                </a:lnTo>
                <a:lnTo>
                  <a:pt x="1116520" y="60960"/>
                </a:lnTo>
                <a:lnTo>
                  <a:pt x="1120394" y="62674"/>
                </a:lnTo>
                <a:lnTo>
                  <a:pt x="1124712" y="60960"/>
                </a:lnTo>
                <a:lnTo>
                  <a:pt x="1129284" y="57912"/>
                </a:lnTo>
                <a:lnTo>
                  <a:pt x="1132332" y="51816"/>
                </a:lnTo>
                <a:lnTo>
                  <a:pt x="1135380" y="44196"/>
                </a:lnTo>
                <a:lnTo>
                  <a:pt x="1136904" y="36576"/>
                </a:lnTo>
                <a:close/>
              </a:path>
              <a:path w="1743710" h="413385">
                <a:moveTo>
                  <a:pt x="1286256" y="74676"/>
                </a:moveTo>
                <a:lnTo>
                  <a:pt x="1277112" y="65532"/>
                </a:lnTo>
                <a:lnTo>
                  <a:pt x="1249680" y="38100"/>
                </a:lnTo>
                <a:lnTo>
                  <a:pt x="1223772" y="65532"/>
                </a:lnTo>
                <a:lnTo>
                  <a:pt x="969264" y="65532"/>
                </a:lnTo>
                <a:lnTo>
                  <a:pt x="941832" y="48768"/>
                </a:lnTo>
                <a:lnTo>
                  <a:pt x="942708" y="84251"/>
                </a:lnTo>
                <a:lnTo>
                  <a:pt x="943025" y="107873"/>
                </a:lnTo>
                <a:lnTo>
                  <a:pt x="943178" y="120713"/>
                </a:lnTo>
                <a:lnTo>
                  <a:pt x="943279" y="140208"/>
                </a:lnTo>
                <a:lnTo>
                  <a:pt x="943229" y="184404"/>
                </a:lnTo>
                <a:lnTo>
                  <a:pt x="940308" y="238315"/>
                </a:lnTo>
                <a:lnTo>
                  <a:pt x="932688" y="291084"/>
                </a:lnTo>
                <a:lnTo>
                  <a:pt x="916876" y="345757"/>
                </a:lnTo>
                <a:lnTo>
                  <a:pt x="888492" y="403860"/>
                </a:lnTo>
                <a:lnTo>
                  <a:pt x="894588" y="406908"/>
                </a:lnTo>
                <a:lnTo>
                  <a:pt x="929068" y="352996"/>
                </a:lnTo>
                <a:lnTo>
                  <a:pt x="950976" y="300228"/>
                </a:lnTo>
                <a:lnTo>
                  <a:pt x="962025" y="248983"/>
                </a:lnTo>
                <a:lnTo>
                  <a:pt x="967320" y="168592"/>
                </a:lnTo>
                <a:lnTo>
                  <a:pt x="968997" y="107873"/>
                </a:lnTo>
                <a:lnTo>
                  <a:pt x="969264" y="74676"/>
                </a:lnTo>
                <a:lnTo>
                  <a:pt x="1286256" y="74676"/>
                </a:lnTo>
                <a:close/>
              </a:path>
              <a:path w="1743710" h="413385">
                <a:moveTo>
                  <a:pt x="1292352" y="228600"/>
                </a:moveTo>
                <a:lnTo>
                  <a:pt x="1289304" y="225552"/>
                </a:lnTo>
                <a:lnTo>
                  <a:pt x="1258824" y="195072"/>
                </a:lnTo>
                <a:lnTo>
                  <a:pt x="1243584" y="214884"/>
                </a:lnTo>
                <a:lnTo>
                  <a:pt x="1138428" y="214884"/>
                </a:lnTo>
                <a:lnTo>
                  <a:pt x="1144524" y="208788"/>
                </a:lnTo>
                <a:lnTo>
                  <a:pt x="1149096" y="202692"/>
                </a:lnTo>
                <a:lnTo>
                  <a:pt x="1149096" y="196596"/>
                </a:lnTo>
                <a:lnTo>
                  <a:pt x="1150620" y="190500"/>
                </a:lnTo>
                <a:lnTo>
                  <a:pt x="1149096" y="184404"/>
                </a:lnTo>
                <a:lnTo>
                  <a:pt x="1180528" y="155257"/>
                </a:lnTo>
                <a:lnTo>
                  <a:pt x="1222095" y="135331"/>
                </a:lnTo>
                <a:lnTo>
                  <a:pt x="1254252" y="129540"/>
                </a:lnTo>
                <a:lnTo>
                  <a:pt x="1246632" y="120396"/>
                </a:lnTo>
                <a:lnTo>
                  <a:pt x="1223772" y="92964"/>
                </a:lnTo>
                <a:lnTo>
                  <a:pt x="1205484" y="109728"/>
                </a:lnTo>
                <a:lnTo>
                  <a:pt x="1005840" y="109728"/>
                </a:lnTo>
                <a:lnTo>
                  <a:pt x="1021080" y="126492"/>
                </a:lnTo>
                <a:lnTo>
                  <a:pt x="1030503" y="123621"/>
                </a:lnTo>
                <a:lnTo>
                  <a:pt x="1040511" y="121729"/>
                </a:lnTo>
                <a:lnTo>
                  <a:pt x="1051077" y="120713"/>
                </a:lnTo>
                <a:lnTo>
                  <a:pt x="1062228" y="120396"/>
                </a:lnTo>
                <a:lnTo>
                  <a:pt x="1203960" y="120396"/>
                </a:lnTo>
                <a:lnTo>
                  <a:pt x="1135380" y="172212"/>
                </a:lnTo>
                <a:lnTo>
                  <a:pt x="1119949" y="164553"/>
                </a:lnTo>
                <a:lnTo>
                  <a:pt x="1105662" y="157734"/>
                </a:lnTo>
                <a:lnTo>
                  <a:pt x="1092517" y="152069"/>
                </a:lnTo>
                <a:lnTo>
                  <a:pt x="1080516" y="147828"/>
                </a:lnTo>
                <a:lnTo>
                  <a:pt x="1075944" y="153924"/>
                </a:lnTo>
                <a:lnTo>
                  <a:pt x="1084821" y="161048"/>
                </a:lnTo>
                <a:lnTo>
                  <a:pt x="1093216" y="168554"/>
                </a:lnTo>
                <a:lnTo>
                  <a:pt x="1121092" y="200215"/>
                </a:lnTo>
                <a:lnTo>
                  <a:pt x="1124712" y="214884"/>
                </a:lnTo>
                <a:lnTo>
                  <a:pt x="976884" y="214884"/>
                </a:lnTo>
                <a:lnTo>
                  <a:pt x="993648" y="230124"/>
                </a:lnTo>
                <a:lnTo>
                  <a:pt x="1003071" y="228130"/>
                </a:lnTo>
                <a:lnTo>
                  <a:pt x="1013079" y="226695"/>
                </a:lnTo>
                <a:lnTo>
                  <a:pt x="1023645" y="225844"/>
                </a:lnTo>
                <a:lnTo>
                  <a:pt x="1034796" y="225552"/>
                </a:lnTo>
                <a:lnTo>
                  <a:pt x="1121664" y="225552"/>
                </a:lnTo>
                <a:lnTo>
                  <a:pt x="1121537" y="352996"/>
                </a:lnTo>
                <a:lnTo>
                  <a:pt x="1120140" y="364236"/>
                </a:lnTo>
                <a:lnTo>
                  <a:pt x="1114056" y="370319"/>
                </a:lnTo>
                <a:lnTo>
                  <a:pt x="1096035" y="370293"/>
                </a:lnTo>
                <a:lnTo>
                  <a:pt x="1085469" y="369951"/>
                </a:lnTo>
                <a:lnTo>
                  <a:pt x="1073175" y="369049"/>
                </a:lnTo>
                <a:lnTo>
                  <a:pt x="1059180" y="367284"/>
                </a:lnTo>
                <a:lnTo>
                  <a:pt x="1059180" y="376428"/>
                </a:lnTo>
                <a:lnTo>
                  <a:pt x="1079461" y="382104"/>
                </a:lnTo>
                <a:lnTo>
                  <a:pt x="1094613" y="389763"/>
                </a:lnTo>
                <a:lnTo>
                  <a:pt x="1104607" y="399148"/>
                </a:lnTo>
                <a:lnTo>
                  <a:pt x="1109472" y="409956"/>
                </a:lnTo>
                <a:lnTo>
                  <a:pt x="1124585" y="400799"/>
                </a:lnTo>
                <a:lnTo>
                  <a:pt x="1135570" y="389191"/>
                </a:lnTo>
                <a:lnTo>
                  <a:pt x="1142250" y="375031"/>
                </a:lnTo>
                <a:lnTo>
                  <a:pt x="1142885" y="370332"/>
                </a:lnTo>
                <a:lnTo>
                  <a:pt x="1144524" y="358140"/>
                </a:lnTo>
                <a:lnTo>
                  <a:pt x="1144524" y="225552"/>
                </a:lnTo>
                <a:lnTo>
                  <a:pt x="1245108" y="225552"/>
                </a:lnTo>
                <a:lnTo>
                  <a:pt x="1220724" y="269748"/>
                </a:lnTo>
                <a:lnTo>
                  <a:pt x="1228344" y="274320"/>
                </a:lnTo>
                <a:lnTo>
                  <a:pt x="1245196" y="254317"/>
                </a:lnTo>
                <a:lnTo>
                  <a:pt x="1261491" y="240030"/>
                </a:lnTo>
                <a:lnTo>
                  <a:pt x="1277200" y="231457"/>
                </a:lnTo>
                <a:lnTo>
                  <a:pt x="1292352" y="228600"/>
                </a:lnTo>
                <a:close/>
              </a:path>
              <a:path w="1743710" h="413385">
                <a:moveTo>
                  <a:pt x="1527048" y="79248"/>
                </a:moveTo>
                <a:lnTo>
                  <a:pt x="1496568" y="54864"/>
                </a:lnTo>
                <a:lnTo>
                  <a:pt x="1482852" y="71628"/>
                </a:lnTo>
                <a:lnTo>
                  <a:pt x="1345692" y="71628"/>
                </a:lnTo>
                <a:lnTo>
                  <a:pt x="1360932" y="86868"/>
                </a:lnTo>
                <a:lnTo>
                  <a:pt x="1371231" y="84874"/>
                </a:lnTo>
                <a:lnTo>
                  <a:pt x="1381696" y="83439"/>
                </a:lnTo>
                <a:lnTo>
                  <a:pt x="1392428" y="82588"/>
                </a:lnTo>
                <a:lnTo>
                  <a:pt x="1403604" y="82296"/>
                </a:lnTo>
                <a:lnTo>
                  <a:pt x="1482852" y="82296"/>
                </a:lnTo>
                <a:lnTo>
                  <a:pt x="1473708" y="117157"/>
                </a:lnTo>
                <a:lnTo>
                  <a:pt x="1464564" y="148590"/>
                </a:lnTo>
                <a:lnTo>
                  <a:pt x="1455420" y="176593"/>
                </a:lnTo>
                <a:lnTo>
                  <a:pt x="1446276" y="201168"/>
                </a:lnTo>
                <a:lnTo>
                  <a:pt x="1408176" y="157924"/>
                </a:lnTo>
                <a:lnTo>
                  <a:pt x="1389265" y="136664"/>
                </a:lnTo>
                <a:lnTo>
                  <a:pt x="1370076" y="115824"/>
                </a:lnTo>
                <a:lnTo>
                  <a:pt x="1365504" y="120396"/>
                </a:lnTo>
                <a:lnTo>
                  <a:pt x="1378432" y="137833"/>
                </a:lnTo>
                <a:lnTo>
                  <a:pt x="1414576" y="188125"/>
                </a:lnTo>
                <a:lnTo>
                  <a:pt x="1438656" y="220980"/>
                </a:lnTo>
                <a:lnTo>
                  <a:pt x="1429791" y="238442"/>
                </a:lnTo>
                <a:lnTo>
                  <a:pt x="1419225" y="256603"/>
                </a:lnTo>
                <a:lnTo>
                  <a:pt x="1392936" y="295656"/>
                </a:lnTo>
                <a:lnTo>
                  <a:pt x="1364361" y="333565"/>
                </a:lnTo>
                <a:lnTo>
                  <a:pt x="1333500" y="365760"/>
                </a:lnTo>
                <a:lnTo>
                  <a:pt x="1335024" y="374904"/>
                </a:lnTo>
                <a:lnTo>
                  <a:pt x="1374838" y="340042"/>
                </a:lnTo>
                <a:lnTo>
                  <a:pt x="1406652" y="306324"/>
                </a:lnTo>
                <a:lnTo>
                  <a:pt x="1431798" y="274320"/>
                </a:lnTo>
                <a:lnTo>
                  <a:pt x="1452372" y="242316"/>
                </a:lnTo>
                <a:lnTo>
                  <a:pt x="1462697" y="266585"/>
                </a:lnTo>
                <a:lnTo>
                  <a:pt x="1471041" y="288988"/>
                </a:lnTo>
                <a:lnTo>
                  <a:pt x="1477657" y="309397"/>
                </a:lnTo>
                <a:lnTo>
                  <a:pt x="1482852" y="327660"/>
                </a:lnTo>
                <a:lnTo>
                  <a:pt x="1485392" y="340550"/>
                </a:lnTo>
                <a:lnTo>
                  <a:pt x="1488376" y="349567"/>
                </a:lnTo>
                <a:lnTo>
                  <a:pt x="1491627" y="354888"/>
                </a:lnTo>
                <a:lnTo>
                  <a:pt x="1495044" y="356616"/>
                </a:lnTo>
                <a:lnTo>
                  <a:pt x="1496568" y="356616"/>
                </a:lnTo>
                <a:lnTo>
                  <a:pt x="1499616" y="355092"/>
                </a:lnTo>
                <a:lnTo>
                  <a:pt x="1502664" y="350520"/>
                </a:lnTo>
                <a:lnTo>
                  <a:pt x="1507236" y="347472"/>
                </a:lnTo>
                <a:lnTo>
                  <a:pt x="1510207" y="340042"/>
                </a:lnTo>
                <a:lnTo>
                  <a:pt x="1510169" y="327660"/>
                </a:lnTo>
                <a:lnTo>
                  <a:pt x="1509966" y="322427"/>
                </a:lnTo>
                <a:lnTo>
                  <a:pt x="1499019" y="280987"/>
                </a:lnTo>
                <a:lnTo>
                  <a:pt x="1477822" y="244411"/>
                </a:lnTo>
                <a:lnTo>
                  <a:pt x="1476362" y="242316"/>
                </a:lnTo>
                <a:lnTo>
                  <a:pt x="1461516" y="220980"/>
                </a:lnTo>
                <a:lnTo>
                  <a:pt x="1469847" y="201168"/>
                </a:lnTo>
                <a:lnTo>
                  <a:pt x="1473174" y="193268"/>
                </a:lnTo>
                <a:lnTo>
                  <a:pt x="1485138" y="162687"/>
                </a:lnTo>
                <a:lnTo>
                  <a:pt x="1497088" y="129260"/>
                </a:lnTo>
                <a:lnTo>
                  <a:pt x="1508760" y="92964"/>
                </a:lnTo>
                <a:lnTo>
                  <a:pt x="1522984" y="82296"/>
                </a:lnTo>
                <a:lnTo>
                  <a:pt x="1527048" y="79248"/>
                </a:lnTo>
                <a:close/>
              </a:path>
              <a:path w="1743710" h="413385">
                <a:moveTo>
                  <a:pt x="1591056" y="242316"/>
                </a:moveTo>
                <a:lnTo>
                  <a:pt x="1568196" y="196977"/>
                </a:lnTo>
                <a:lnTo>
                  <a:pt x="1539240" y="170688"/>
                </a:lnTo>
                <a:lnTo>
                  <a:pt x="1533144" y="173736"/>
                </a:lnTo>
                <a:lnTo>
                  <a:pt x="1544332" y="195770"/>
                </a:lnTo>
                <a:lnTo>
                  <a:pt x="1552956" y="216217"/>
                </a:lnTo>
                <a:lnTo>
                  <a:pt x="1559280" y="235254"/>
                </a:lnTo>
                <a:lnTo>
                  <a:pt x="1563624" y="252984"/>
                </a:lnTo>
                <a:lnTo>
                  <a:pt x="1564170" y="263867"/>
                </a:lnTo>
                <a:lnTo>
                  <a:pt x="1565719" y="271462"/>
                </a:lnTo>
                <a:lnTo>
                  <a:pt x="1568119" y="275920"/>
                </a:lnTo>
                <a:lnTo>
                  <a:pt x="1571244" y="277368"/>
                </a:lnTo>
                <a:lnTo>
                  <a:pt x="1572768" y="277368"/>
                </a:lnTo>
                <a:lnTo>
                  <a:pt x="1575816" y="272796"/>
                </a:lnTo>
                <a:lnTo>
                  <a:pt x="1588008" y="257556"/>
                </a:lnTo>
                <a:lnTo>
                  <a:pt x="1591056" y="249936"/>
                </a:lnTo>
                <a:lnTo>
                  <a:pt x="1591056" y="242316"/>
                </a:lnTo>
                <a:close/>
              </a:path>
              <a:path w="1743710" h="413385">
                <a:moveTo>
                  <a:pt x="1743456" y="134112"/>
                </a:moveTo>
                <a:lnTo>
                  <a:pt x="1711452" y="102108"/>
                </a:lnTo>
                <a:lnTo>
                  <a:pt x="1688592" y="123444"/>
                </a:lnTo>
                <a:lnTo>
                  <a:pt x="1668780" y="123444"/>
                </a:lnTo>
                <a:lnTo>
                  <a:pt x="1668780" y="45720"/>
                </a:lnTo>
                <a:lnTo>
                  <a:pt x="1685544" y="32004"/>
                </a:lnTo>
                <a:lnTo>
                  <a:pt x="1642872" y="10668"/>
                </a:lnTo>
                <a:lnTo>
                  <a:pt x="1643748" y="22669"/>
                </a:lnTo>
                <a:lnTo>
                  <a:pt x="1644205" y="35814"/>
                </a:lnTo>
                <a:lnTo>
                  <a:pt x="1644319" y="45720"/>
                </a:lnTo>
                <a:lnTo>
                  <a:pt x="1644396" y="123444"/>
                </a:lnTo>
                <a:lnTo>
                  <a:pt x="1505712" y="123444"/>
                </a:lnTo>
                <a:lnTo>
                  <a:pt x="1520952" y="140208"/>
                </a:lnTo>
                <a:lnTo>
                  <a:pt x="1531251" y="137337"/>
                </a:lnTo>
                <a:lnTo>
                  <a:pt x="1541716" y="135445"/>
                </a:lnTo>
                <a:lnTo>
                  <a:pt x="1552448" y="134429"/>
                </a:lnTo>
                <a:lnTo>
                  <a:pt x="1563624" y="134112"/>
                </a:lnTo>
                <a:lnTo>
                  <a:pt x="1644396" y="134112"/>
                </a:lnTo>
                <a:lnTo>
                  <a:pt x="1644396" y="359664"/>
                </a:lnTo>
                <a:lnTo>
                  <a:pt x="1641348" y="364236"/>
                </a:lnTo>
                <a:lnTo>
                  <a:pt x="1633728" y="365760"/>
                </a:lnTo>
                <a:lnTo>
                  <a:pt x="1625409" y="366077"/>
                </a:lnTo>
                <a:lnTo>
                  <a:pt x="1611820" y="364807"/>
                </a:lnTo>
                <a:lnTo>
                  <a:pt x="1592783" y="362127"/>
                </a:lnTo>
                <a:lnTo>
                  <a:pt x="1568196" y="358140"/>
                </a:lnTo>
                <a:lnTo>
                  <a:pt x="1568196" y="367284"/>
                </a:lnTo>
                <a:lnTo>
                  <a:pt x="1595958" y="377596"/>
                </a:lnTo>
                <a:lnTo>
                  <a:pt x="1615440" y="388048"/>
                </a:lnTo>
                <a:lnTo>
                  <a:pt x="1626908" y="398792"/>
                </a:lnTo>
                <a:lnTo>
                  <a:pt x="1630680" y="409956"/>
                </a:lnTo>
                <a:lnTo>
                  <a:pt x="1647558" y="401104"/>
                </a:lnTo>
                <a:lnTo>
                  <a:pt x="1668475" y="366077"/>
                </a:lnTo>
                <a:lnTo>
                  <a:pt x="1668780" y="134112"/>
                </a:lnTo>
                <a:lnTo>
                  <a:pt x="1743456" y="13411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" name="object 28"/>
          <p:cNvSpPr/>
          <p:nvPr/>
        </p:nvSpPr>
        <p:spPr>
          <a:xfrm>
            <a:off x="1751075" y="3730752"/>
            <a:ext cx="155575" cy="155575"/>
          </a:xfrm>
          <a:custGeom>
            <a:avLst/>
            <a:gdLst/>
            <a:ahLst/>
            <a:cxnLst/>
            <a:rect l="l" t="t" r="r" b="b"/>
            <a:pathLst>
              <a:path w="155575" h="155575">
                <a:moveTo>
                  <a:pt x="155448" y="155448"/>
                </a:moveTo>
                <a:lnTo>
                  <a:pt x="0" y="155448"/>
                </a:lnTo>
                <a:lnTo>
                  <a:pt x="0" y="0"/>
                </a:lnTo>
                <a:lnTo>
                  <a:pt x="155448" y="0"/>
                </a:lnTo>
                <a:lnTo>
                  <a:pt x="155448" y="155448"/>
                </a:lnTo>
                <a:close/>
              </a:path>
            </a:pathLst>
          </a:custGeom>
          <a:solidFill>
            <a:srgbClr val="3333C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" name="object 29"/>
          <p:cNvSpPr/>
          <p:nvPr/>
        </p:nvSpPr>
        <p:spPr>
          <a:xfrm>
            <a:off x="2127504" y="3540251"/>
            <a:ext cx="845819" cy="410209"/>
          </a:xfrm>
          <a:custGeom>
            <a:avLst/>
            <a:gdLst/>
            <a:ahLst/>
            <a:cxnLst/>
            <a:rect l="l" t="t" r="r" b="b"/>
            <a:pathLst>
              <a:path w="845819" h="410210">
                <a:moveTo>
                  <a:pt x="312420" y="155448"/>
                </a:moveTo>
                <a:lnTo>
                  <a:pt x="280416" y="123444"/>
                </a:lnTo>
                <a:lnTo>
                  <a:pt x="260604" y="144780"/>
                </a:lnTo>
                <a:lnTo>
                  <a:pt x="65532" y="144780"/>
                </a:lnTo>
                <a:lnTo>
                  <a:pt x="80772" y="160020"/>
                </a:lnTo>
                <a:lnTo>
                  <a:pt x="89319" y="158026"/>
                </a:lnTo>
                <a:lnTo>
                  <a:pt x="98869" y="156591"/>
                </a:lnTo>
                <a:lnTo>
                  <a:pt x="109270" y="155740"/>
                </a:lnTo>
                <a:lnTo>
                  <a:pt x="120396" y="155448"/>
                </a:lnTo>
                <a:lnTo>
                  <a:pt x="312420" y="155448"/>
                </a:lnTo>
                <a:close/>
              </a:path>
              <a:path w="845819" h="410210">
                <a:moveTo>
                  <a:pt x="390144" y="88392"/>
                </a:moveTo>
                <a:lnTo>
                  <a:pt x="388531" y="86868"/>
                </a:lnTo>
                <a:lnTo>
                  <a:pt x="377304" y="76200"/>
                </a:lnTo>
                <a:lnTo>
                  <a:pt x="359664" y="59436"/>
                </a:lnTo>
                <a:lnTo>
                  <a:pt x="345948" y="76200"/>
                </a:lnTo>
                <a:lnTo>
                  <a:pt x="207264" y="76200"/>
                </a:lnTo>
                <a:lnTo>
                  <a:pt x="210312" y="73152"/>
                </a:lnTo>
                <a:lnTo>
                  <a:pt x="214884" y="67056"/>
                </a:lnTo>
                <a:lnTo>
                  <a:pt x="219456" y="59436"/>
                </a:lnTo>
                <a:lnTo>
                  <a:pt x="222504" y="53340"/>
                </a:lnTo>
                <a:lnTo>
                  <a:pt x="222504" y="41148"/>
                </a:lnTo>
                <a:lnTo>
                  <a:pt x="185039" y="11176"/>
                </a:lnTo>
                <a:lnTo>
                  <a:pt x="172212" y="4572"/>
                </a:lnTo>
                <a:lnTo>
                  <a:pt x="167640" y="7620"/>
                </a:lnTo>
                <a:lnTo>
                  <a:pt x="177304" y="21082"/>
                </a:lnTo>
                <a:lnTo>
                  <a:pt x="185547" y="34099"/>
                </a:lnTo>
                <a:lnTo>
                  <a:pt x="192062" y="46850"/>
                </a:lnTo>
                <a:lnTo>
                  <a:pt x="196596" y="59436"/>
                </a:lnTo>
                <a:lnTo>
                  <a:pt x="198120" y="71628"/>
                </a:lnTo>
                <a:lnTo>
                  <a:pt x="201168" y="76200"/>
                </a:lnTo>
                <a:lnTo>
                  <a:pt x="60960" y="76200"/>
                </a:lnTo>
                <a:lnTo>
                  <a:pt x="57912" y="56388"/>
                </a:lnTo>
                <a:lnTo>
                  <a:pt x="50292" y="56388"/>
                </a:lnTo>
                <a:lnTo>
                  <a:pt x="48018" y="67056"/>
                </a:lnTo>
                <a:lnTo>
                  <a:pt x="45529" y="77152"/>
                </a:lnTo>
                <a:lnTo>
                  <a:pt x="42786" y="86182"/>
                </a:lnTo>
                <a:lnTo>
                  <a:pt x="39624" y="94488"/>
                </a:lnTo>
                <a:lnTo>
                  <a:pt x="37045" y="101968"/>
                </a:lnTo>
                <a:lnTo>
                  <a:pt x="33909" y="108585"/>
                </a:lnTo>
                <a:lnTo>
                  <a:pt x="30251" y="114541"/>
                </a:lnTo>
                <a:lnTo>
                  <a:pt x="25908" y="120396"/>
                </a:lnTo>
                <a:lnTo>
                  <a:pt x="21336" y="124968"/>
                </a:lnTo>
                <a:lnTo>
                  <a:pt x="21336" y="131064"/>
                </a:lnTo>
                <a:lnTo>
                  <a:pt x="25908" y="132588"/>
                </a:lnTo>
                <a:lnTo>
                  <a:pt x="33528" y="134112"/>
                </a:lnTo>
                <a:lnTo>
                  <a:pt x="42672" y="135636"/>
                </a:lnTo>
                <a:lnTo>
                  <a:pt x="48768" y="132588"/>
                </a:lnTo>
                <a:lnTo>
                  <a:pt x="60960" y="120396"/>
                </a:lnTo>
                <a:lnTo>
                  <a:pt x="64008" y="112776"/>
                </a:lnTo>
                <a:lnTo>
                  <a:pt x="64008" y="103632"/>
                </a:lnTo>
                <a:lnTo>
                  <a:pt x="62484" y="96012"/>
                </a:lnTo>
                <a:lnTo>
                  <a:pt x="60960" y="86868"/>
                </a:lnTo>
                <a:lnTo>
                  <a:pt x="348996" y="86868"/>
                </a:lnTo>
                <a:lnTo>
                  <a:pt x="330708" y="129540"/>
                </a:lnTo>
                <a:lnTo>
                  <a:pt x="336804" y="132588"/>
                </a:lnTo>
                <a:lnTo>
                  <a:pt x="350494" y="114541"/>
                </a:lnTo>
                <a:lnTo>
                  <a:pt x="364045" y="101346"/>
                </a:lnTo>
                <a:lnTo>
                  <a:pt x="377304" y="92735"/>
                </a:lnTo>
                <a:lnTo>
                  <a:pt x="390144" y="88392"/>
                </a:lnTo>
                <a:close/>
              </a:path>
              <a:path w="845819" h="410210">
                <a:moveTo>
                  <a:pt x="400812" y="367284"/>
                </a:moveTo>
                <a:lnTo>
                  <a:pt x="378333" y="326593"/>
                </a:lnTo>
                <a:lnTo>
                  <a:pt x="374904" y="286512"/>
                </a:lnTo>
                <a:lnTo>
                  <a:pt x="367284" y="286512"/>
                </a:lnTo>
                <a:lnTo>
                  <a:pt x="365569" y="329755"/>
                </a:lnTo>
                <a:lnTo>
                  <a:pt x="349415" y="368579"/>
                </a:lnTo>
                <a:lnTo>
                  <a:pt x="341376" y="370332"/>
                </a:lnTo>
                <a:lnTo>
                  <a:pt x="277368" y="370332"/>
                </a:lnTo>
                <a:lnTo>
                  <a:pt x="246888" y="344424"/>
                </a:lnTo>
                <a:lnTo>
                  <a:pt x="246888" y="228600"/>
                </a:lnTo>
                <a:lnTo>
                  <a:pt x="377952" y="228600"/>
                </a:lnTo>
                <a:lnTo>
                  <a:pt x="341376" y="192024"/>
                </a:lnTo>
                <a:lnTo>
                  <a:pt x="315468" y="217932"/>
                </a:lnTo>
                <a:lnTo>
                  <a:pt x="19812" y="217932"/>
                </a:lnTo>
                <a:lnTo>
                  <a:pt x="33528" y="231648"/>
                </a:lnTo>
                <a:lnTo>
                  <a:pt x="57912" y="228600"/>
                </a:lnTo>
                <a:lnTo>
                  <a:pt x="132588" y="228600"/>
                </a:lnTo>
                <a:lnTo>
                  <a:pt x="123444" y="290512"/>
                </a:lnTo>
                <a:lnTo>
                  <a:pt x="105156" y="335280"/>
                </a:lnTo>
                <a:lnTo>
                  <a:pt x="67487" y="370674"/>
                </a:lnTo>
                <a:lnTo>
                  <a:pt x="0" y="403860"/>
                </a:lnTo>
                <a:lnTo>
                  <a:pt x="1524" y="409956"/>
                </a:lnTo>
                <a:lnTo>
                  <a:pt x="62103" y="389191"/>
                </a:lnTo>
                <a:lnTo>
                  <a:pt x="102108" y="367284"/>
                </a:lnTo>
                <a:lnTo>
                  <a:pt x="136398" y="328066"/>
                </a:lnTo>
                <a:lnTo>
                  <a:pt x="152781" y="273177"/>
                </a:lnTo>
                <a:lnTo>
                  <a:pt x="160020" y="228600"/>
                </a:lnTo>
                <a:lnTo>
                  <a:pt x="222504" y="228600"/>
                </a:lnTo>
                <a:lnTo>
                  <a:pt x="222504" y="353568"/>
                </a:lnTo>
                <a:lnTo>
                  <a:pt x="225298" y="370332"/>
                </a:lnTo>
                <a:lnTo>
                  <a:pt x="225386" y="370713"/>
                </a:lnTo>
                <a:lnTo>
                  <a:pt x="233934" y="382905"/>
                </a:lnTo>
                <a:lnTo>
                  <a:pt x="248221" y="390004"/>
                </a:lnTo>
                <a:lnTo>
                  <a:pt x="268224" y="391668"/>
                </a:lnTo>
                <a:lnTo>
                  <a:pt x="348996" y="391668"/>
                </a:lnTo>
                <a:lnTo>
                  <a:pt x="366725" y="390867"/>
                </a:lnTo>
                <a:lnTo>
                  <a:pt x="381190" y="386334"/>
                </a:lnTo>
                <a:lnTo>
                  <a:pt x="392493" y="378383"/>
                </a:lnTo>
                <a:lnTo>
                  <a:pt x="398526" y="370332"/>
                </a:lnTo>
                <a:lnTo>
                  <a:pt x="400812" y="367284"/>
                </a:lnTo>
                <a:close/>
              </a:path>
              <a:path w="845819" h="410210">
                <a:moveTo>
                  <a:pt x="841235" y="207264"/>
                </a:moveTo>
                <a:lnTo>
                  <a:pt x="807707" y="172212"/>
                </a:lnTo>
                <a:lnTo>
                  <a:pt x="781799" y="196596"/>
                </a:lnTo>
                <a:lnTo>
                  <a:pt x="652259" y="196596"/>
                </a:lnTo>
                <a:lnTo>
                  <a:pt x="652259" y="147828"/>
                </a:lnTo>
                <a:lnTo>
                  <a:pt x="792467" y="147828"/>
                </a:lnTo>
                <a:lnTo>
                  <a:pt x="760463" y="115824"/>
                </a:lnTo>
                <a:lnTo>
                  <a:pt x="736079" y="137160"/>
                </a:lnTo>
                <a:lnTo>
                  <a:pt x="652259" y="137160"/>
                </a:lnTo>
                <a:lnTo>
                  <a:pt x="652259" y="85344"/>
                </a:lnTo>
                <a:lnTo>
                  <a:pt x="812279" y="85344"/>
                </a:lnTo>
                <a:lnTo>
                  <a:pt x="781799" y="53340"/>
                </a:lnTo>
                <a:lnTo>
                  <a:pt x="754367" y="74676"/>
                </a:lnTo>
                <a:lnTo>
                  <a:pt x="676643" y="74676"/>
                </a:lnTo>
                <a:lnTo>
                  <a:pt x="687819" y="63487"/>
                </a:lnTo>
                <a:lnTo>
                  <a:pt x="698550" y="52578"/>
                </a:lnTo>
                <a:lnTo>
                  <a:pt x="709015" y="41681"/>
                </a:lnTo>
                <a:lnTo>
                  <a:pt x="719315" y="30480"/>
                </a:lnTo>
                <a:lnTo>
                  <a:pt x="736079" y="24384"/>
                </a:lnTo>
                <a:lnTo>
                  <a:pt x="699503" y="0"/>
                </a:lnTo>
                <a:lnTo>
                  <a:pt x="691743" y="20891"/>
                </a:lnTo>
                <a:lnTo>
                  <a:pt x="684263" y="40195"/>
                </a:lnTo>
                <a:lnTo>
                  <a:pt x="676795" y="58089"/>
                </a:lnTo>
                <a:lnTo>
                  <a:pt x="669023" y="74676"/>
                </a:lnTo>
                <a:lnTo>
                  <a:pt x="597395" y="74676"/>
                </a:lnTo>
                <a:lnTo>
                  <a:pt x="602284" y="68059"/>
                </a:lnTo>
                <a:lnTo>
                  <a:pt x="605586" y="61722"/>
                </a:lnTo>
                <a:lnTo>
                  <a:pt x="607479" y="55397"/>
                </a:lnTo>
                <a:lnTo>
                  <a:pt x="608063" y="48768"/>
                </a:lnTo>
                <a:lnTo>
                  <a:pt x="608063" y="45720"/>
                </a:lnTo>
                <a:lnTo>
                  <a:pt x="575665" y="17081"/>
                </a:lnTo>
                <a:lnTo>
                  <a:pt x="556247" y="7620"/>
                </a:lnTo>
                <a:lnTo>
                  <a:pt x="550151" y="12192"/>
                </a:lnTo>
                <a:lnTo>
                  <a:pt x="563562" y="29895"/>
                </a:lnTo>
                <a:lnTo>
                  <a:pt x="573963" y="46291"/>
                </a:lnTo>
                <a:lnTo>
                  <a:pt x="581228" y="61277"/>
                </a:lnTo>
                <a:lnTo>
                  <a:pt x="585203" y="74676"/>
                </a:lnTo>
                <a:lnTo>
                  <a:pt x="470903" y="74676"/>
                </a:lnTo>
                <a:lnTo>
                  <a:pt x="486143" y="91440"/>
                </a:lnTo>
                <a:lnTo>
                  <a:pt x="495579" y="88569"/>
                </a:lnTo>
                <a:lnTo>
                  <a:pt x="505574" y="86677"/>
                </a:lnTo>
                <a:lnTo>
                  <a:pt x="516153" y="85661"/>
                </a:lnTo>
                <a:lnTo>
                  <a:pt x="527291" y="85344"/>
                </a:lnTo>
                <a:lnTo>
                  <a:pt x="627875" y="85344"/>
                </a:lnTo>
                <a:lnTo>
                  <a:pt x="627875" y="137160"/>
                </a:lnTo>
                <a:lnTo>
                  <a:pt x="493763" y="137160"/>
                </a:lnTo>
                <a:lnTo>
                  <a:pt x="509003" y="153924"/>
                </a:lnTo>
                <a:lnTo>
                  <a:pt x="518439" y="151053"/>
                </a:lnTo>
                <a:lnTo>
                  <a:pt x="528434" y="149161"/>
                </a:lnTo>
                <a:lnTo>
                  <a:pt x="539013" y="148145"/>
                </a:lnTo>
                <a:lnTo>
                  <a:pt x="550151" y="147828"/>
                </a:lnTo>
                <a:lnTo>
                  <a:pt x="627875" y="147828"/>
                </a:lnTo>
                <a:lnTo>
                  <a:pt x="627875" y="196596"/>
                </a:lnTo>
                <a:lnTo>
                  <a:pt x="444995" y="196596"/>
                </a:lnTo>
                <a:lnTo>
                  <a:pt x="460235" y="211836"/>
                </a:lnTo>
                <a:lnTo>
                  <a:pt x="469671" y="209842"/>
                </a:lnTo>
                <a:lnTo>
                  <a:pt x="479666" y="208407"/>
                </a:lnTo>
                <a:lnTo>
                  <a:pt x="490245" y="207556"/>
                </a:lnTo>
                <a:lnTo>
                  <a:pt x="501383" y="207264"/>
                </a:lnTo>
                <a:lnTo>
                  <a:pt x="841235" y="207264"/>
                </a:lnTo>
                <a:close/>
              </a:path>
              <a:path w="845819" h="410210">
                <a:moveTo>
                  <a:pt x="845807" y="370332"/>
                </a:moveTo>
                <a:lnTo>
                  <a:pt x="778370" y="359854"/>
                </a:lnTo>
                <a:lnTo>
                  <a:pt x="726935" y="336804"/>
                </a:lnTo>
                <a:lnTo>
                  <a:pt x="688073" y="305752"/>
                </a:lnTo>
                <a:lnTo>
                  <a:pt x="658355" y="271272"/>
                </a:lnTo>
                <a:lnTo>
                  <a:pt x="812279" y="271272"/>
                </a:lnTo>
                <a:lnTo>
                  <a:pt x="781799" y="239268"/>
                </a:lnTo>
                <a:lnTo>
                  <a:pt x="757415" y="260604"/>
                </a:lnTo>
                <a:lnTo>
                  <a:pt x="646163" y="260604"/>
                </a:lnTo>
                <a:lnTo>
                  <a:pt x="647687" y="254508"/>
                </a:lnTo>
                <a:lnTo>
                  <a:pt x="650735" y="246888"/>
                </a:lnTo>
                <a:lnTo>
                  <a:pt x="652259" y="240792"/>
                </a:lnTo>
                <a:lnTo>
                  <a:pt x="669023" y="228600"/>
                </a:lnTo>
                <a:lnTo>
                  <a:pt x="627875" y="208788"/>
                </a:lnTo>
                <a:lnTo>
                  <a:pt x="626478" y="222250"/>
                </a:lnTo>
                <a:lnTo>
                  <a:pt x="624636" y="235267"/>
                </a:lnTo>
                <a:lnTo>
                  <a:pt x="622528" y="248018"/>
                </a:lnTo>
                <a:lnTo>
                  <a:pt x="620255" y="260604"/>
                </a:lnTo>
                <a:lnTo>
                  <a:pt x="461759" y="260604"/>
                </a:lnTo>
                <a:lnTo>
                  <a:pt x="476999" y="277368"/>
                </a:lnTo>
                <a:lnTo>
                  <a:pt x="487311" y="274497"/>
                </a:lnTo>
                <a:lnTo>
                  <a:pt x="497763" y="272605"/>
                </a:lnTo>
                <a:lnTo>
                  <a:pt x="508508" y="271589"/>
                </a:lnTo>
                <a:lnTo>
                  <a:pt x="519671" y="271272"/>
                </a:lnTo>
                <a:lnTo>
                  <a:pt x="615683" y="271272"/>
                </a:lnTo>
                <a:lnTo>
                  <a:pt x="584441" y="329946"/>
                </a:lnTo>
                <a:lnTo>
                  <a:pt x="544055" y="365760"/>
                </a:lnTo>
                <a:lnTo>
                  <a:pt x="497573" y="387096"/>
                </a:lnTo>
                <a:lnTo>
                  <a:pt x="446519" y="403860"/>
                </a:lnTo>
                <a:lnTo>
                  <a:pt x="448043" y="408432"/>
                </a:lnTo>
                <a:lnTo>
                  <a:pt x="511860" y="394906"/>
                </a:lnTo>
                <a:lnTo>
                  <a:pt x="565391" y="373380"/>
                </a:lnTo>
                <a:lnTo>
                  <a:pt x="608825" y="335470"/>
                </a:lnTo>
                <a:lnTo>
                  <a:pt x="643115" y="271272"/>
                </a:lnTo>
                <a:lnTo>
                  <a:pt x="649211" y="271272"/>
                </a:lnTo>
                <a:lnTo>
                  <a:pt x="674357" y="312610"/>
                </a:lnTo>
                <a:lnTo>
                  <a:pt x="708647" y="350520"/>
                </a:lnTo>
                <a:lnTo>
                  <a:pt x="753414" y="381381"/>
                </a:lnTo>
                <a:lnTo>
                  <a:pt x="810755" y="405384"/>
                </a:lnTo>
                <a:lnTo>
                  <a:pt x="817092" y="394030"/>
                </a:lnTo>
                <a:lnTo>
                  <a:pt x="824852" y="385381"/>
                </a:lnTo>
                <a:lnTo>
                  <a:pt x="834339" y="379882"/>
                </a:lnTo>
                <a:lnTo>
                  <a:pt x="845807" y="377952"/>
                </a:lnTo>
                <a:lnTo>
                  <a:pt x="845807" y="370332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" name="object 30"/>
          <p:cNvSpPr/>
          <p:nvPr/>
        </p:nvSpPr>
        <p:spPr>
          <a:xfrm>
            <a:off x="3035807" y="3557016"/>
            <a:ext cx="373380" cy="379730"/>
          </a:xfrm>
          <a:custGeom>
            <a:avLst/>
            <a:gdLst/>
            <a:ahLst/>
            <a:cxnLst/>
            <a:rect l="l" t="t" r="r" b="b"/>
            <a:pathLst>
              <a:path w="373379" h="379729">
                <a:moveTo>
                  <a:pt x="24384" y="379475"/>
                </a:moveTo>
                <a:lnTo>
                  <a:pt x="0" y="356615"/>
                </a:lnTo>
                <a:lnTo>
                  <a:pt x="10668" y="347472"/>
                </a:lnTo>
                <a:lnTo>
                  <a:pt x="10668" y="105155"/>
                </a:lnTo>
                <a:lnTo>
                  <a:pt x="10477" y="58292"/>
                </a:lnTo>
                <a:lnTo>
                  <a:pt x="10025" y="34004"/>
                </a:lnTo>
                <a:lnTo>
                  <a:pt x="9144" y="9143"/>
                </a:lnTo>
                <a:lnTo>
                  <a:pt x="35052" y="24383"/>
                </a:lnTo>
                <a:lnTo>
                  <a:pt x="301751" y="24383"/>
                </a:lnTo>
                <a:lnTo>
                  <a:pt x="329183" y="0"/>
                </a:lnTo>
                <a:lnTo>
                  <a:pt x="359663" y="33527"/>
                </a:lnTo>
                <a:lnTo>
                  <a:pt x="239268" y="33527"/>
                </a:lnTo>
                <a:lnTo>
                  <a:pt x="239268" y="242315"/>
                </a:lnTo>
                <a:lnTo>
                  <a:pt x="240649" y="257198"/>
                </a:lnTo>
                <a:lnTo>
                  <a:pt x="244601" y="267652"/>
                </a:lnTo>
                <a:lnTo>
                  <a:pt x="250840" y="273819"/>
                </a:lnTo>
                <a:lnTo>
                  <a:pt x="259080" y="275843"/>
                </a:lnTo>
                <a:lnTo>
                  <a:pt x="306324" y="275843"/>
                </a:lnTo>
                <a:lnTo>
                  <a:pt x="329183" y="193547"/>
                </a:lnTo>
                <a:lnTo>
                  <a:pt x="336804" y="193547"/>
                </a:lnTo>
                <a:lnTo>
                  <a:pt x="338732" y="232124"/>
                </a:lnTo>
                <a:lnTo>
                  <a:pt x="361187" y="269748"/>
                </a:lnTo>
                <a:lnTo>
                  <a:pt x="353139" y="281487"/>
                </a:lnTo>
                <a:lnTo>
                  <a:pt x="342519" y="289369"/>
                </a:lnTo>
                <a:lnTo>
                  <a:pt x="329041" y="293536"/>
                </a:lnTo>
                <a:lnTo>
                  <a:pt x="312420" y="294131"/>
                </a:lnTo>
                <a:lnTo>
                  <a:pt x="248411" y="294131"/>
                </a:lnTo>
                <a:lnTo>
                  <a:pt x="234434" y="291607"/>
                </a:lnTo>
                <a:lnTo>
                  <a:pt x="224599" y="284225"/>
                </a:lnTo>
                <a:lnTo>
                  <a:pt x="219051" y="272272"/>
                </a:lnTo>
                <a:lnTo>
                  <a:pt x="217932" y="256031"/>
                </a:lnTo>
                <a:lnTo>
                  <a:pt x="217932" y="33527"/>
                </a:lnTo>
                <a:lnTo>
                  <a:pt x="144780" y="33527"/>
                </a:lnTo>
                <a:lnTo>
                  <a:pt x="143637" y="87439"/>
                </a:lnTo>
                <a:lnTo>
                  <a:pt x="140208" y="135635"/>
                </a:lnTo>
                <a:lnTo>
                  <a:pt x="133540" y="181355"/>
                </a:lnTo>
                <a:lnTo>
                  <a:pt x="118872" y="227075"/>
                </a:lnTo>
                <a:lnTo>
                  <a:pt x="93916" y="272796"/>
                </a:lnTo>
                <a:lnTo>
                  <a:pt x="56388" y="318515"/>
                </a:lnTo>
                <a:lnTo>
                  <a:pt x="50292" y="313943"/>
                </a:lnTo>
                <a:lnTo>
                  <a:pt x="66270" y="290274"/>
                </a:lnTo>
                <a:lnTo>
                  <a:pt x="79819" y="267461"/>
                </a:lnTo>
                <a:lnTo>
                  <a:pt x="99060" y="225551"/>
                </a:lnTo>
                <a:lnTo>
                  <a:pt x="110299" y="183832"/>
                </a:lnTo>
                <a:lnTo>
                  <a:pt x="117824" y="114966"/>
                </a:lnTo>
                <a:lnTo>
                  <a:pt x="120110" y="62388"/>
                </a:lnTo>
                <a:lnTo>
                  <a:pt x="120396" y="33527"/>
                </a:lnTo>
                <a:lnTo>
                  <a:pt x="35052" y="33527"/>
                </a:lnTo>
                <a:lnTo>
                  <a:pt x="35052" y="353567"/>
                </a:lnTo>
                <a:lnTo>
                  <a:pt x="310896" y="353567"/>
                </a:lnTo>
                <a:lnTo>
                  <a:pt x="336804" y="327660"/>
                </a:lnTo>
                <a:lnTo>
                  <a:pt x="373380" y="364236"/>
                </a:lnTo>
                <a:lnTo>
                  <a:pt x="36576" y="364236"/>
                </a:lnTo>
                <a:lnTo>
                  <a:pt x="24384" y="379475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" name="object 31"/>
          <p:cNvSpPr/>
          <p:nvPr/>
        </p:nvSpPr>
        <p:spPr>
          <a:xfrm>
            <a:off x="3457955" y="3560064"/>
            <a:ext cx="408940" cy="382905"/>
          </a:xfrm>
          <a:custGeom>
            <a:avLst/>
            <a:gdLst/>
            <a:ahLst/>
            <a:cxnLst/>
            <a:rect l="l" t="t" r="r" b="b"/>
            <a:pathLst>
              <a:path w="408939" h="382904">
                <a:moveTo>
                  <a:pt x="242316" y="36576"/>
                </a:moveTo>
                <a:lnTo>
                  <a:pt x="225552" y="21336"/>
                </a:lnTo>
                <a:lnTo>
                  <a:pt x="347472" y="21336"/>
                </a:lnTo>
                <a:lnTo>
                  <a:pt x="359664" y="4572"/>
                </a:lnTo>
                <a:lnTo>
                  <a:pt x="385572" y="25908"/>
                </a:lnTo>
                <a:lnTo>
                  <a:pt x="380346" y="30480"/>
                </a:lnTo>
                <a:lnTo>
                  <a:pt x="283464" y="30480"/>
                </a:lnTo>
                <a:lnTo>
                  <a:pt x="272319" y="31003"/>
                </a:lnTo>
                <a:lnTo>
                  <a:pt x="261747" y="32385"/>
                </a:lnTo>
                <a:lnTo>
                  <a:pt x="251745" y="34337"/>
                </a:lnTo>
                <a:lnTo>
                  <a:pt x="242316" y="36576"/>
                </a:lnTo>
                <a:close/>
              </a:path>
              <a:path w="408939" h="382904">
                <a:moveTo>
                  <a:pt x="374670" y="146304"/>
                </a:moveTo>
                <a:lnTo>
                  <a:pt x="352044" y="146304"/>
                </a:lnTo>
                <a:lnTo>
                  <a:pt x="352044" y="30480"/>
                </a:lnTo>
                <a:lnTo>
                  <a:pt x="380346" y="30480"/>
                </a:lnTo>
                <a:lnTo>
                  <a:pt x="373380" y="36576"/>
                </a:lnTo>
                <a:lnTo>
                  <a:pt x="373618" y="78533"/>
                </a:lnTo>
                <a:lnTo>
                  <a:pt x="374142" y="115062"/>
                </a:lnTo>
                <a:lnTo>
                  <a:pt x="374670" y="146304"/>
                </a:lnTo>
                <a:close/>
              </a:path>
              <a:path w="408939" h="382904">
                <a:moveTo>
                  <a:pt x="368808" y="364236"/>
                </a:moveTo>
                <a:lnTo>
                  <a:pt x="278892" y="364236"/>
                </a:lnTo>
                <a:lnTo>
                  <a:pt x="258913" y="363378"/>
                </a:lnTo>
                <a:lnTo>
                  <a:pt x="244792" y="356235"/>
                </a:lnTo>
                <a:lnTo>
                  <a:pt x="236672" y="342804"/>
                </a:lnTo>
                <a:lnTo>
                  <a:pt x="234696" y="323088"/>
                </a:lnTo>
                <a:lnTo>
                  <a:pt x="234672" y="253626"/>
                </a:lnTo>
                <a:lnTo>
                  <a:pt x="234505" y="198310"/>
                </a:lnTo>
                <a:lnTo>
                  <a:pt x="234053" y="156995"/>
                </a:lnTo>
                <a:lnTo>
                  <a:pt x="233172" y="129540"/>
                </a:lnTo>
                <a:lnTo>
                  <a:pt x="257556" y="146304"/>
                </a:lnTo>
                <a:lnTo>
                  <a:pt x="374670" y="146304"/>
                </a:lnTo>
                <a:lnTo>
                  <a:pt x="374757" y="155448"/>
                </a:lnTo>
                <a:lnTo>
                  <a:pt x="257556" y="155448"/>
                </a:lnTo>
                <a:lnTo>
                  <a:pt x="257556" y="315468"/>
                </a:lnTo>
                <a:lnTo>
                  <a:pt x="259270" y="329445"/>
                </a:lnTo>
                <a:lnTo>
                  <a:pt x="264414" y="339280"/>
                </a:lnTo>
                <a:lnTo>
                  <a:pt x="272986" y="344828"/>
                </a:lnTo>
                <a:lnTo>
                  <a:pt x="284988" y="345948"/>
                </a:lnTo>
                <a:lnTo>
                  <a:pt x="404883" y="345948"/>
                </a:lnTo>
                <a:lnTo>
                  <a:pt x="401597" y="351591"/>
                </a:lnTo>
                <a:lnTo>
                  <a:pt x="392620" y="359473"/>
                </a:lnTo>
                <a:lnTo>
                  <a:pt x="381642" y="363640"/>
                </a:lnTo>
                <a:lnTo>
                  <a:pt x="368808" y="364236"/>
                </a:lnTo>
                <a:close/>
              </a:path>
              <a:path w="408939" h="382904">
                <a:moveTo>
                  <a:pt x="352044" y="179832"/>
                </a:moveTo>
                <a:lnTo>
                  <a:pt x="352044" y="155448"/>
                </a:lnTo>
                <a:lnTo>
                  <a:pt x="374757" y="155448"/>
                </a:lnTo>
                <a:lnTo>
                  <a:pt x="374904" y="170688"/>
                </a:lnTo>
                <a:lnTo>
                  <a:pt x="352044" y="179832"/>
                </a:lnTo>
                <a:close/>
              </a:path>
              <a:path w="408939" h="382904">
                <a:moveTo>
                  <a:pt x="404883" y="345948"/>
                </a:moveTo>
                <a:lnTo>
                  <a:pt x="364236" y="345948"/>
                </a:lnTo>
                <a:lnTo>
                  <a:pt x="370332" y="339852"/>
                </a:lnTo>
                <a:lnTo>
                  <a:pt x="371856" y="327660"/>
                </a:lnTo>
                <a:lnTo>
                  <a:pt x="373880" y="317420"/>
                </a:lnTo>
                <a:lnTo>
                  <a:pt x="375475" y="302895"/>
                </a:lnTo>
                <a:lnTo>
                  <a:pt x="376785" y="284368"/>
                </a:lnTo>
                <a:lnTo>
                  <a:pt x="377952" y="262128"/>
                </a:lnTo>
                <a:lnTo>
                  <a:pt x="385572" y="262128"/>
                </a:lnTo>
                <a:lnTo>
                  <a:pt x="388143" y="307347"/>
                </a:lnTo>
                <a:lnTo>
                  <a:pt x="408432" y="339852"/>
                </a:lnTo>
                <a:lnTo>
                  <a:pt x="404883" y="345948"/>
                </a:lnTo>
                <a:close/>
              </a:path>
              <a:path w="408939" h="382904">
                <a:moveTo>
                  <a:pt x="15240" y="36576"/>
                </a:moveTo>
                <a:lnTo>
                  <a:pt x="0" y="21336"/>
                </a:lnTo>
                <a:lnTo>
                  <a:pt x="175260" y="21336"/>
                </a:lnTo>
                <a:lnTo>
                  <a:pt x="196596" y="0"/>
                </a:lnTo>
                <a:lnTo>
                  <a:pt x="224028" y="30480"/>
                </a:lnTo>
                <a:lnTo>
                  <a:pt x="57912" y="30480"/>
                </a:lnTo>
                <a:lnTo>
                  <a:pt x="46743" y="31003"/>
                </a:lnTo>
                <a:lnTo>
                  <a:pt x="36004" y="32385"/>
                </a:lnTo>
                <a:lnTo>
                  <a:pt x="25550" y="34337"/>
                </a:lnTo>
                <a:lnTo>
                  <a:pt x="15240" y="36576"/>
                </a:lnTo>
                <a:close/>
              </a:path>
              <a:path w="408939" h="382904">
                <a:moveTo>
                  <a:pt x="100584" y="86868"/>
                </a:moveTo>
                <a:lnTo>
                  <a:pt x="80772" y="86868"/>
                </a:lnTo>
                <a:lnTo>
                  <a:pt x="80772" y="30480"/>
                </a:lnTo>
                <a:lnTo>
                  <a:pt x="100584" y="30480"/>
                </a:lnTo>
                <a:lnTo>
                  <a:pt x="100584" y="86868"/>
                </a:lnTo>
                <a:close/>
              </a:path>
              <a:path w="408939" h="382904">
                <a:moveTo>
                  <a:pt x="146304" y="86868"/>
                </a:moveTo>
                <a:lnTo>
                  <a:pt x="124968" y="86868"/>
                </a:lnTo>
                <a:lnTo>
                  <a:pt x="124968" y="30480"/>
                </a:lnTo>
                <a:lnTo>
                  <a:pt x="146304" y="30480"/>
                </a:lnTo>
                <a:lnTo>
                  <a:pt x="146304" y="86868"/>
                </a:lnTo>
                <a:close/>
              </a:path>
              <a:path w="408939" h="382904">
                <a:moveTo>
                  <a:pt x="204684" y="86868"/>
                </a:moveTo>
                <a:lnTo>
                  <a:pt x="173736" y="86868"/>
                </a:lnTo>
                <a:lnTo>
                  <a:pt x="185928" y="71628"/>
                </a:lnTo>
                <a:lnTo>
                  <a:pt x="204684" y="86868"/>
                </a:lnTo>
                <a:close/>
              </a:path>
              <a:path w="408939" h="382904">
                <a:moveTo>
                  <a:pt x="25908" y="382524"/>
                </a:moveTo>
                <a:lnTo>
                  <a:pt x="26789" y="352472"/>
                </a:lnTo>
                <a:lnTo>
                  <a:pt x="27241" y="316992"/>
                </a:lnTo>
                <a:lnTo>
                  <a:pt x="27352" y="168211"/>
                </a:lnTo>
                <a:lnTo>
                  <a:pt x="27241" y="140589"/>
                </a:lnTo>
                <a:lnTo>
                  <a:pt x="26789" y="104298"/>
                </a:lnTo>
                <a:lnTo>
                  <a:pt x="25908" y="73152"/>
                </a:lnTo>
                <a:lnTo>
                  <a:pt x="50292" y="86868"/>
                </a:lnTo>
                <a:lnTo>
                  <a:pt x="204684" y="86868"/>
                </a:lnTo>
                <a:lnTo>
                  <a:pt x="210312" y="91440"/>
                </a:lnTo>
                <a:lnTo>
                  <a:pt x="203345" y="97536"/>
                </a:lnTo>
                <a:lnTo>
                  <a:pt x="50292" y="97536"/>
                </a:lnTo>
                <a:lnTo>
                  <a:pt x="50292" y="214883"/>
                </a:lnTo>
                <a:lnTo>
                  <a:pt x="61100" y="214883"/>
                </a:lnTo>
                <a:lnTo>
                  <a:pt x="50292" y="225552"/>
                </a:lnTo>
                <a:lnTo>
                  <a:pt x="50292" y="249936"/>
                </a:lnTo>
                <a:lnTo>
                  <a:pt x="198684" y="249936"/>
                </a:lnTo>
                <a:lnTo>
                  <a:pt x="198774" y="260604"/>
                </a:lnTo>
                <a:lnTo>
                  <a:pt x="50292" y="260604"/>
                </a:lnTo>
                <a:lnTo>
                  <a:pt x="50292" y="326136"/>
                </a:lnTo>
                <a:lnTo>
                  <a:pt x="199350" y="326136"/>
                </a:lnTo>
                <a:lnTo>
                  <a:pt x="199449" y="336804"/>
                </a:lnTo>
                <a:lnTo>
                  <a:pt x="50292" y="336804"/>
                </a:lnTo>
                <a:lnTo>
                  <a:pt x="50292" y="373380"/>
                </a:lnTo>
                <a:lnTo>
                  <a:pt x="25908" y="382524"/>
                </a:lnTo>
                <a:close/>
              </a:path>
              <a:path w="408939" h="382904">
                <a:moveTo>
                  <a:pt x="61100" y="214883"/>
                </a:moveTo>
                <a:lnTo>
                  <a:pt x="50292" y="214883"/>
                </a:lnTo>
                <a:lnTo>
                  <a:pt x="63412" y="194619"/>
                </a:lnTo>
                <a:lnTo>
                  <a:pt x="72961" y="168211"/>
                </a:lnTo>
                <a:lnTo>
                  <a:pt x="78795" y="135802"/>
                </a:lnTo>
                <a:lnTo>
                  <a:pt x="80772" y="97536"/>
                </a:lnTo>
                <a:lnTo>
                  <a:pt x="100584" y="97536"/>
                </a:lnTo>
                <a:lnTo>
                  <a:pt x="97440" y="139827"/>
                </a:lnTo>
                <a:lnTo>
                  <a:pt x="88011" y="175260"/>
                </a:lnTo>
                <a:lnTo>
                  <a:pt x="72294" y="203835"/>
                </a:lnTo>
                <a:lnTo>
                  <a:pt x="61100" y="214883"/>
                </a:lnTo>
                <a:close/>
              </a:path>
              <a:path w="408939" h="382904">
                <a:moveTo>
                  <a:pt x="198684" y="249936"/>
                </a:moveTo>
                <a:lnTo>
                  <a:pt x="175260" y="249936"/>
                </a:lnTo>
                <a:lnTo>
                  <a:pt x="175260" y="211836"/>
                </a:lnTo>
                <a:lnTo>
                  <a:pt x="150876" y="211836"/>
                </a:lnTo>
                <a:lnTo>
                  <a:pt x="139112" y="210145"/>
                </a:lnTo>
                <a:lnTo>
                  <a:pt x="131064" y="205168"/>
                </a:lnTo>
                <a:lnTo>
                  <a:pt x="126444" y="197048"/>
                </a:lnTo>
                <a:lnTo>
                  <a:pt x="124968" y="185928"/>
                </a:lnTo>
                <a:lnTo>
                  <a:pt x="124968" y="97536"/>
                </a:lnTo>
                <a:lnTo>
                  <a:pt x="146304" y="97536"/>
                </a:lnTo>
                <a:lnTo>
                  <a:pt x="146304" y="187452"/>
                </a:lnTo>
                <a:lnTo>
                  <a:pt x="150876" y="192024"/>
                </a:lnTo>
                <a:lnTo>
                  <a:pt x="198343" y="192024"/>
                </a:lnTo>
                <a:lnTo>
                  <a:pt x="198684" y="249936"/>
                </a:lnTo>
                <a:close/>
              </a:path>
              <a:path w="408939" h="382904">
                <a:moveTo>
                  <a:pt x="198343" y="192024"/>
                </a:moveTo>
                <a:lnTo>
                  <a:pt x="175260" y="192024"/>
                </a:lnTo>
                <a:lnTo>
                  <a:pt x="175260" y="97536"/>
                </a:lnTo>
                <a:lnTo>
                  <a:pt x="203345" y="97536"/>
                </a:lnTo>
                <a:lnTo>
                  <a:pt x="198120" y="102108"/>
                </a:lnTo>
                <a:lnTo>
                  <a:pt x="198316" y="187452"/>
                </a:lnTo>
                <a:lnTo>
                  <a:pt x="198343" y="192024"/>
                </a:lnTo>
                <a:close/>
              </a:path>
              <a:path w="408939" h="382904">
                <a:moveTo>
                  <a:pt x="199350" y="326136"/>
                </a:moveTo>
                <a:lnTo>
                  <a:pt x="175260" y="326136"/>
                </a:lnTo>
                <a:lnTo>
                  <a:pt x="175260" y="260604"/>
                </a:lnTo>
                <a:lnTo>
                  <a:pt x="198774" y="260604"/>
                </a:lnTo>
                <a:lnTo>
                  <a:pt x="199350" y="326136"/>
                </a:lnTo>
                <a:close/>
              </a:path>
              <a:path w="408939" h="382904">
                <a:moveTo>
                  <a:pt x="175260" y="381000"/>
                </a:moveTo>
                <a:lnTo>
                  <a:pt x="175260" y="336804"/>
                </a:lnTo>
                <a:lnTo>
                  <a:pt x="199449" y="336804"/>
                </a:lnTo>
                <a:lnTo>
                  <a:pt x="199644" y="368808"/>
                </a:lnTo>
                <a:lnTo>
                  <a:pt x="175260" y="38100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pic>
        <p:nvPicPr>
          <p:cNvPr id="32" name="object 32"/>
          <p:cNvPicPr/>
          <p:nvPr/>
        </p:nvPicPr>
        <p:blipFill>
          <a:blip r:embed="rId5" cstate="print"/>
          <a:stretch>
            <a:fillRect/>
          </a:stretch>
        </p:blipFill>
        <p:spPr>
          <a:xfrm>
            <a:off x="3942588" y="3747515"/>
            <a:ext cx="64008" cy="164592"/>
          </a:xfrm>
          <a:prstGeom prst="rect">
            <a:avLst/>
          </a:prstGeom>
        </p:spPr>
      </p:pic>
      <p:sp>
        <p:nvSpPr>
          <p:cNvPr id="33" name="object 33"/>
          <p:cNvSpPr/>
          <p:nvPr/>
        </p:nvSpPr>
        <p:spPr>
          <a:xfrm>
            <a:off x="4492752" y="3538727"/>
            <a:ext cx="853440" cy="412115"/>
          </a:xfrm>
          <a:custGeom>
            <a:avLst/>
            <a:gdLst/>
            <a:ahLst/>
            <a:cxnLst/>
            <a:rect l="l" t="t" r="r" b="b"/>
            <a:pathLst>
              <a:path w="853439" h="412114">
                <a:moveTo>
                  <a:pt x="228600" y="274332"/>
                </a:moveTo>
                <a:lnTo>
                  <a:pt x="187731" y="240461"/>
                </a:lnTo>
                <a:lnTo>
                  <a:pt x="169164" y="231660"/>
                </a:lnTo>
                <a:lnTo>
                  <a:pt x="164592" y="236232"/>
                </a:lnTo>
                <a:lnTo>
                  <a:pt x="178257" y="251701"/>
                </a:lnTo>
                <a:lnTo>
                  <a:pt x="189357" y="266331"/>
                </a:lnTo>
                <a:lnTo>
                  <a:pt x="197586" y="280377"/>
                </a:lnTo>
                <a:lnTo>
                  <a:pt x="202692" y="294144"/>
                </a:lnTo>
                <a:lnTo>
                  <a:pt x="207264" y="306336"/>
                </a:lnTo>
                <a:lnTo>
                  <a:pt x="210312" y="310908"/>
                </a:lnTo>
                <a:lnTo>
                  <a:pt x="216408" y="310908"/>
                </a:lnTo>
                <a:lnTo>
                  <a:pt x="219456" y="307860"/>
                </a:lnTo>
                <a:lnTo>
                  <a:pt x="222504" y="300240"/>
                </a:lnTo>
                <a:lnTo>
                  <a:pt x="227076" y="294144"/>
                </a:lnTo>
                <a:lnTo>
                  <a:pt x="228600" y="286524"/>
                </a:lnTo>
                <a:lnTo>
                  <a:pt x="228600" y="274332"/>
                </a:lnTo>
                <a:close/>
              </a:path>
              <a:path w="853439" h="412114">
                <a:moveTo>
                  <a:pt x="233172" y="169176"/>
                </a:moveTo>
                <a:lnTo>
                  <a:pt x="200977" y="146697"/>
                </a:lnTo>
                <a:lnTo>
                  <a:pt x="172212" y="134124"/>
                </a:lnTo>
                <a:lnTo>
                  <a:pt x="169164" y="138696"/>
                </a:lnTo>
                <a:lnTo>
                  <a:pt x="181991" y="153022"/>
                </a:lnTo>
                <a:lnTo>
                  <a:pt x="192976" y="166509"/>
                </a:lnTo>
                <a:lnTo>
                  <a:pt x="201942" y="179412"/>
                </a:lnTo>
                <a:lnTo>
                  <a:pt x="208788" y="192036"/>
                </a:lnTo>
                <a:lnTo>
                  <a:pt x="216408" y="207276"/>
                </a:lnTo>
                <a:lnTo>
                  <a:pt x="222504" y="207276"/>
                </a:lnTo>
                <a:lnTo>
                  <a:pt x="224028" y="204228"/>
                </a:lnTo>
                <a:lnTo>
                  <a:pt x="227076" y="196608"/>
                </a:lnTo>
                <a:lnTo>
                  <a:pt x="231648" y="188988"/>
                </a:lnTo>
                <a:lnTo>
                  <a:pt x="233172" y="182892"/>
                </a:lnTo>
                <a:lnTo>
                  <a:pt x="233172" y="169176"/>
                </a:lnTo>
                <a:close/>
              </a:path>
              <a:path w="853439" h="412114">
                <a:moveTo>
                  <a:pt x="384048" y="65544"/>
                </a:moveTo>
                <a:lnTo>
                  <a:pt x="374497" y="56400"/>
                </a:lnTo>
                <a:lnTo>
                  <a:pt x="347472" y="30492"/>
                </a:lnTo>
                <a:lnTo>
                  <a:pt x="321564" y="56400"/>
                </a:lnTo>
                <a:lnTo>
                  <a:pt x="114300" y="56400"/>
                </a:lnTo>
                <a:lnTo>
                  <a:pt x="118884" y="49771"/>
                </a:lnTo>
                <a:lnTo>
                  <a:pt x="123634" y="43446"/>
                </a:lnTo>
                <a:lnTo>
                  <a:pt x="128651" y="37109"/>
                </a:lnTo>
                <a:lnTo>
                  <a:pt x="134112" y="30492"/>
                </a:lnTo>
                <a:lnTo>
                  <a:pt x="147828" y="22872"/>
                </a:lnTo>
                <a:lnTo>
                  <a:pt x="109728" y="12"/>
                </a:lnTo>
                <a:lnTo>
                  <a:pt x="92202" y="42303"/>
                </a:lnTo>
                <a:lnTo>
                  <a:pt x="65532" y="86880"/>
                </a:lnTo>
                <a:lnTo>
                  <a:pt x="34099" y="128028"/>
                </a:lnTo>
                <a:lnTo>
                  <a:pt x="1524" y="160032"/>
                </a:lnTo>
                <a:lnTo>
                  <a:pt x="4572" y="164604"/>
                </a:lnTo>
                <a:lnTo>
                  <a:pt x="37719" y="142887"/>
                </a:lnTo>
                <a:lnTo>
                  <a:pt x="75438" y="106895"/>
                </a:lnTo>
                <a:lnTo>
                  <a:pt x="109728" y="65544"/>
                </a:lnTo>
                <a:lnTo>
                  <a:pt x="384048" y="65544"/>
                </a:lnTo>
                <a:close/>
              </a:path>
              <a:path w="853439" h="412114">
                <a:moveTo>
                  <a:pt x="408432" y="222516"/>
                </a:moveTo>
                <a:lnTo>
                  <a:pt x="373380" y="187464"/>
                </a:lnTo>
                <a:lnTo>
                  <a:pt x="348996" y="211848"/>
                </a:lnTo>
                <a:lnTo>
                  <a:pt x="326136" y="211848"/>
                </a:lnTo>
                <a:lnTo>
                  <a:pt x="330708" y="132600"/>
                </a:lnTo>
                <a:lnTo>
                  <a:pt x="338328" y="126504"/>
                </a:lnTo>
                <a:lnTo>
                  <a:pt x="345948" y="120408"/>
                </a:lnTo>
                <a:lnTo>
                  <a:pt x="341884" y="117360"/>
                </a:lnTo>
                <a:lnTo>
                  <a:pt x="315468" y="97548"/>
                </a:lnTo>
                <a:lnTo>
                  <a:pt x="306324" y="110756"/>
                </a:lnTo>
                <a:lnTo>
                  <a:pt x="306324" y="126504"/>
                </a:lnTo>
                <a:lnTo>
                  <a:pt x="301752" y="211848"/>
                </a:lnTo>
                <a:lnTo>
                  <a:pt x="300228" y="211848"/>
                </a:lnTo>
                <a:lnTo>
                  <a:pt x="300228" y="222516"/>
                </a:lnTo>
                <a:lnTo>
                  <a:pt x="295656" y="320052"/>
                </a:lnTo>
                <a:lnTo>
                  <a:pt x="97536" y="320052"/>
                </a:lnTo>
                <a:lnTo>
                  <a:pt x="109728" y="222516"/>
                </a:lnTo>
                <a:lnTo>
                  <a:pt x="300228" y="222516"/>
                </a:lnTo>
                <a:lnTo>
                  <a:pt x="300228" y="211848"/>
                </a:lnTo>
                <a:lnTo>
                  <a:pt x="111252" y="211848"/>
                </a:lnTo>
                <a:lnTo>
                  <a:pt x="120396" y="126504"/>
                </a:lnTo>
                <a:lnTo>
                  <a:pt x="306324" y="126504"/>
                </a:lnTo>
                <a:lnTo>
                  <a:pt x="306324" y="110756"/>
                </a:lnTo>
                <a:lnTo>
                  <a:pt x="301752" y="117360"/>
                </a:lnTo>
                <a:lnTo>
                  <a:pt x="121920" y="117360"/>
                </a:lnTo>
                <a:lnTo>
                  <a:pt x="97536" y="100596"/>
                </a:lnTo>
                <a:lnTo>
                  <a:pt x="86868" y="211848"/>
                </a:lnTo>
                <a:lnTo>
                  <a:pt x="0" y="211848"/>
                </a:lnTo>
                <a:lnTo>
                  <a:pt x="13716" y="225564"/>
                </a:lnTo>
                <a:lnTo>
                  <a:pt x="39624" y="222516"/>
                </a:lnTo>
                <a:lnTo>
                  <a:pt x="85344" y="222516"/>
                </a:lnTo>
                <a:lnTo>
                  <a:pt x="73152" y="312432"/>
                </a:lnTo>
                <a:lnTo>
                  <a:pt x="59436" y="323100"/>
                </a:lnTo>
                <a:lnTo>
                  <a:pt x="83820" y="345960"/>
                </a:lnTo>
                <a:lnTo>
                  <a:pt x="97536" y="330720"/>
                </a:lnTo>
                <a:lnTo>
                  <a:pt x="294132" y="330720"/>
                </a:lnTo>
                <a:lnTo>
                  <a:pt x="291287" y="350481"/>
                </a:lnTo>
                <a:lnTo>
                  <a:pt x="287464" y="364248"/>
                </a:lnTo>
                <a:lnTo>
                  <a:pt x="282765" y="372287"/>
                </a:lnTo>
                <a:lnTo>
                  <a:pt x="277368" y="374916"/>
                </a:lnTo>
                <a:lnTo>
                  <a:pt x="268770" y="374345"/>
                </a:lnTo>
                <a:lnTo>
                  <a:pt x="256603" y="372630"/>
                </a:lnTo>
                <a:lnTo>
                  <a:pt x="240715" y="369773"/>
                </a:lnTo>
                <a:lnTo>
                  <a:pt x="220980" y="365772"/>
                </a:lnTo>
                <a:lnTo>
                  <a:pt x="220980" y="373392"/>
                </a:lnTo>
                <a:lnTo>
                  <a:pt x="240957" y="382549"/>
                </a:lnTo>
                <a:lnTo>
                  <a:pt x="255079" y="391871"/>
                </a:lnTo>
                <a:lnTo>
                  <a:pt x="263194" y="401459"/>
                </a:lnTo>
                <a:lnTo>
                  <a:pt x="265176" y="411492"/>
                </a:lnTo>
                <a:lnTo>
                  <a:pt x="280619" y="407466"/>
                </a:lnTo>
                <a:lnTo>
                  <a:pt x="311886" y="377431"/>
                </a:lnTo>
                <a:lnTo>
                  <a:pt x="320040" y="330720"/>
                </a:lnTo>
                <a:lnTo>
                  <a:pt x="399288" y="330720"/>
                </a:lnTo>
                <a:lnTo>
                  <a:pt x="388620" y="320052"/>
                </a:lnTo>
                <a:lnTo>
                  <a:pt x="364236" y="295668"/>
                </a:lnTo>
                <a:lnTo>
                  <a:pt x="339852" y="320052"/>
                </a:lnTo>
                <a:lnTo>
                  <a:pt x="321564" y="320052"/>
                </a:lnTo>
                <a:lnTo>
                  <a:pt x="326136" y="222516"/>
                </a:lnTo>
                <a:lnTo>
                  <a:pt x="408432" y="222516"/>
                </a:lnTo>
                <a:close/>
              </a:path>
              <a:path w="853439" h="412114">
                <a:moveTo>
                  <a:pt x="676643" y="147828"/>
                </a:moveTo>
                <a:lnTo>
                  <a:pt x="633971" y="124968"/>
                </a:lnTo>
                <a:lnTo>
                  <a:pt x="634809" y="144780"/>
                </a:lnTo>
                <a:lnTo>
                  <a:pt x="634923" y="149161"/>
                </a:lnTo>
                <a:lnTo>
                  <a:pt x="635317" y="166878"/>
                </a:lnTo>
                <a:lnTo>
                  <a:pt x="635444" y="180403"/>
                </a:lnTo>
                <a:lnTo>
                  <a:pt x="635355" y="347357"/>
                </a:lnTo>
                <a:lnTo>
                  <a:pt x="635304" y="353187"/>
                </a:lnTo>
                <a:lnTo>
                  <a:pt x="634873" y="378739"/>
                </a:lnTo>
                <a:lnTo>
                  <a:pt x="633971" y="411480"/>
                </a:lnTo>
                <a:lnTo>
                  <a:pt x="664451" y="394716"/>
                </a:lnTo>
                <a:lnTo>
                  <a:pt x="663575" y="378739"/>
                </a:lnTo>
                <a:lnTo>
                  <a:pt x="663117" y="362902"/>
                </a:lnTo>
                <a:lnTo>
                  <a:pt x="663016" y="353187"/>
                </a:lnTo>
                <a:lnTo>
                  <a:pt x="662927" y="158496"/>
                </a:lnTo>
                <a:lnTo>
                  <a:pt x="676643" y="147828"/>
                </a:lnTo>
                <a:close/>
              </a:path>
              <a:path w="853439" h="412114">
                <a:moveTo>
                  <a:pt x="853427" y="181356"/>
                </a:moveTo>
                <a:lnTo>
                  <a:pt x="805802" y="166878"/>
                </a:lnTo>
                <a:lnTo>
                  <a:pt x="755891" y="138684"/>
                </a:lnTo>
                <a:lnTo>
                  <a:pt x="705218" y="93916"/>
                </a:lnTo>
                <a:lnTo>
                  <a:pt x="664578" y="42672"/>
                </a:lnTo>
                <a:lnTo>
                  <a:pt x="656831" y="32004"/>
                </a:lnTo>
                <a:lnTo>
                  <a:pt x="672071" y="21336"/>
                </a:lnTo>
                <a:lnTo>
                  <a:pt x="635495" y="0"/>
                </a:lnTo>
                <a:lnTo>
                  <a:pt x="625259" y="28003"/>
                </a:lnTo>
                <a:lnTo>
                  <a:pt x="610730" y="57150"/>
                </a:lnTo>
                <a:lnTo>
                  <a:pt x="569963" y="118872"/>
                </a:lnTo>
                <a:lnTo>
                  <a:pt x="543369" y="149161"/>
                </a:lnTo>
                <a:lnTo>
                  <a:pt x="513829" y="175983"/>
                </a:lnTo>
                <a:lnTo>
                  <a:pt x="481025" y="199453"/>
                </a:lnTo>
                <a:lnTo>
                  <a:pt x="444995" y="219456"/>
                </a:lnTo>
                <a:lnTo>
                  <a:pt x="446519" y="225552"/>
                </a:lnTo>
                <a:lnTo>
                  <a:pt x="482269" y="209867"/>
                </a:lnTo>
                <a:lnTo>
                  <a:pt x="542328" y="173913"/>
                </a:lnTo>
                <a:lnTo>
                  <a:pt x="589254" y="130759"/>
                </a:lnTo>
                <a:lnTo>
                  <a:pt x="631647" y="75272"/>
                </a:lnTo>
                <a:lnTo>
                  <a:pt x="652259" y="42672"/>
                </a:lnTo>
                <a:lnTo>
                  <a:pt x="670547" y="72986"/>
                </a:lnTo>
                <a:lnTo>
                  <a:pt x="707123" y="123901"/>
                </a:lnTo>
                <a:lnTo>
                  <a:pt x="744588" y="163385"/>
                </a:lnTo>
                <a:lnTo>
                  <a:pt x="788644" y="196011"/>
                </a:lnTo>
                <a:lnTo>
                  <a:pt x="813803" y="210312"/>
                </a:lnTo>
                <a:lnTo>
                  <a:pt x="820648" y="201168"/>
                </a:lnTo>
                <a:lnTo>
                  <a:pt x="829614" y="194310"/>
                </a:lnTo>
                <a:lnTo>
                  <a:pt x="840600" y="189738"/>
                </a:lnTo>
                <a:lnTo>
                  <a:pt x="853427" y="187452"/>
                </a:lnTo>
                <a:lnTo>
                  <a:pt x="853427" y="18135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" name="object 34"/>
          <p:cNvSpPr/>
          <p:nvPr/>
        </p:nvSpPr>
        <p:spPr>
          <a:xfrm>
            <a:off x="5401055" y="3546347"/>
            <a:ext cx="361315" cy="402590"/>
          </a:xfrm>
          <a:custGeom>
            <a:avLst/>
            <a:gdLst/>
            <a:ahLst/>
            <a:cxnLst/>
            <a:rect l="l" t="t" r="r" b="b"/>
            <a:pathLst>
              <a:path w="361314" h="402589">
                <a:moveTo>
                  <a:pt x="327425" y="15239"/>
                </a:moveTo>
                <a:lnTo>
                  <a:pt x="294132" y="15239"/>
                </a:lnTo>
                <a:lnTo>
                  <a:pt x="306324" y="0"/>
                </a:lnTo>
                <a:lnTo>
                  <a:pt x="327425" y="15239"/>
                </a:lnTo>
                <a:close/>
              </a:path>
              <a:path w="361314" h="402589">
                <a:moveTo>
                  <a:pt x="56388" y="199643"/>
                </a:moveTo>
                <a:lnTo>
                  <a:pt x="58388" y="179022"/>
                </a:lnTo>
                <a:lnTo>
                  <a:pt x="59817" y="155828"/>
                </a:lnTo>
                <a:lnTo>
                  <a:pt x="60674" y="129778"/>
                </a:lnTo>
                <a:lnTo>
                  <a:pt x="60960" y="100583"/>
                </a:lnTo>
                <a:lnTo>
                  <a:pt x="60698" y="71389"/>
                </a:lnTo>
                <a:lnTo>
                  <a:pt x="60007" y="45338"/>
                </a:lnTo>
                <a:lnTo>
                  <a:pt x="59031" y="22145"/>
                </a:lnTo>
                <a:lnTo>
                  <a:pt x="57912" y="1524"/>
                </a:lnTo>
                <a:lnTo>
                  <a:pt x="82296" y="15239"/>
                </a:lnTo>
                <a:lnTo>
                  <a:pt x="327425" y="15239"/>
                </a:lnTo>
                <a:lnTo>
                  <a:pt x="333756" y="19812"/>
                </a:lnTo>
                <a:lnTo>
                  <a:pt x="327660" y="25907"/>
                </a:lnTo>
                <a:lnTo>
                  <a:pt x="82296" y="25907"/>
                </a:lnTo>
                <a:lnTo>
                  <a:pt x="82296" y="89915"/>
                </a:lnTo>
                <a:lnTo>
                  <a:pt x="321564" y="89915"/>
                </a:lnTo>
                <a:lnTo>
                  <a:pt x="321564" y="100583"/>
                </a:lnTo>
                <a:lnTo>
                  <a:pt x="82296" y="100583"/>
                </a:lnTo>
                <a:lnTo>
                  <a:pt x="82296" y="163067"/>
                </a:lnTo>
                <a:lnTo>
                  <a:pt x="322036" y="163067"/>
                </a:lnTo>
                <a:lnTo>
                  <a:pt x="322206" y="168711"/>
                </a:lnTo>
                <a:lnTo>
                  <a:pt x="322489" y="173735"/>
                </a:lnTo>
                <a:lnTo>
                  <a:pt x="82296" y="173735"/>
                </a:lnTo>
                <a:lnTo>
                  <a:pt x="82296" y="188975"/>
                </a:lnTo>
                <a:lnTo>
                  <a:pt x="56388" y="199643"/>
                </a:lnTo>
                <a:close/>
              </a:path>
              <a:path w="361314" h="402589">
                <a:moveTo>
                  <a:pt x="199644" y="89915"/>
                </a:moveTo>
                <a:lnTo>
                  <a:pt x="176784" y="89915"/>
                </a:lnTo>
                <a:lnTo>
                  <a:pt x="176784" y="25907"/>
                </a:lnTo>
                <a:lnTo>
                  <a:pt x="199644" y="25907"/>
                </a:lnTo>
                <a:lnTo>
                  <a:pt x="199644" y="89915"/>
                </a:lnTo>
                <a:close/>
              </a:path>
              <a:path w="361314" h="402589">
                <a:moveTo>
                  <a:pt x="321564" y="89915"/>
                </a:moveTo>
                <a:lnTo>
                  <a:pt x="297180" y="89915"/>
                </a:lnTo>
                <a:lnTo>
                  <a:pt x="297180" y="25907"/>
                </a:lnTo>
                <a:lnTo>
                  <a:pt x="327660" y="25907"/>
                </a:lnTo>
                <a:lnTo>
                  <a:pt x="321564" y="32003"/>
                </a:lnTo>
                <a:lnTo>
                  <a:pt x="321564" y="89915"/>
                </a:lnTo>
                <a:close/>
              </a:path>
              <a:path w="361314" h="402589">
                <a:moveTo>
                  <a:pt x="199644" y="163067"/>
                </a:moveTo>
                <a:lnTo>
                  <a:pt x="176784" y="163067"/>
                </a:lnTo>
                <a:lnTo>
                  <a:pt x="176784" y="100583"/>
                </a:lnTo>
                <a:lnTo>
                  <a:pt x="199644" y="100583"/>
                </a:lnTo>
                <a:lnTo>
                  <a:pt x="199644" y="163067"/>
                </a:lnTo>
                <a:close/>
              </a:path>
              <a:path w="361314" h="402589">
                <a:moveTo>
                  <a:pt x="322036" y="163067"/>
                </a:moveTo>
                <a:lnTo>
                  <a:pt x="297180" y="163067"/>
                </a:lnTo>
                <a:lnTo>
                  <a:pt x="297180" y="100583"/>
                </a:lnTo>
                <a:lnTo>
                  <a:pt x="321564" y="100583"/>
                </a:lnTo>
                <a:lnTo>
                  <a:pt x="321587" y="139612"/>
                </a:lnTo>
                <a:lnTo>
                  <a:pt x="321754" y="153733"/>
                </a:lnTo>
                <a:lnTo>
                  <a:pt x="322036" y="163067"/>
                </a:lnTo>
                <a:close/>
              </a:path>
              <a:path w="361314" h="402589">
                <a:moveTo>
                  <a:pt x="297180" y="192023"/>
                </a:moveTo>
                <a:lnTo>
                  <a:pt x="297180" y="173735"/>
                </a:lnTo>
                <a:lnTo>
                  <a:pt x="322489" y="173735"/>
                </a:lnTo>
                <a:lnTo>
                  <a:pt x="323088" y="184403"/>
                </a:lnTo>
                <a:lnTo>
                  <a:pt x="297180" y="192023"/>
                </a:lnTo>
                <a:close/>
              </a:path>
              <a:path w="361314" h="402589">
                <a:moveTo>
                  <a:pt x="195072" y="236219"/>
                </a:moveTo>
                <a:lnTo>
                  <a:pt x="172212" y="236219"/>
                </a:lnTo>
                <a:lnTo>
                  <a:pt x="174354" y="199643"/>
                </a:lnTo>
                <a:lnTo>
                  <a:pt x="174998" y="186713"/>
                </a:lnTo>
                <a:lnTo>
                  <a:pt x="175260" y="175259"/>
                </a:lnTo>
                <a:lnTo>
                  <a:pt x="214884" y="196595"/>
                </a:lnTo>
                <a:lnTo>
                  <a:pt x="202692" y="204215"/>
                </a:lnTo>
                <a:lnTo>
                  <a:pt x="201287" y="211359"/>
                </a:lnTo>
                <a:lnTo>
                  <a:pt x="199453" y="219074"/>
                </a:lnTo>
                <a:lnTo>
                  <a:pt x="195072" y="236219"/>
                </a:lnTo>
                <a:close/>
              </a:path>
              <a:path w="361314" h="402589">
                <a:moveTo>
                  <a:pt x="36576" y="251459"/>
                </a:moveTo>
                <a:lnTo>
                  <a:pt x="19812" y="236219"/>
                </a:lnTo>
                <a:lnTo>
                  <a:pt x="318516" y="236219"/>
                </a:lnTo>
                <a:lnTo>
                  <a:pt x="333756" y="217931"/>
                </a:lnTo>
                <a:lnTo>
                  <a:pt x="361188" y="242315"/>
                </a:lnTo>
                <a:lnTo>
                  <a:pt x="354656" y="246887"/>
                </a:lnTo>
                <a:lnTo>
                  <a:pt x="77724" y="246887"/>
                </a:lnTo>
                <a:lnTo>
                  <a:pt x="66579" y="247173"/>
                </a:lnTo>
                <a:lnTo>
                  <a:pt x="56007" y="248030"/>
                </a:lnTo>
                <a:lnTo>
                  <a:pt x="46005" y="249459"/>
                </a:lnTo>
                <a:lnTo>
                  <a:pt x="36576" y="251459"/>
                </a:lnTo>
                <a:close/>
              </a:path>
              <a:path w="361314" h="402589">
                <a:moveTo>
                  <a:pt x="1524" y="402336"/>
                </a:moveTo>
                <a:lnTo>
                  <a:pt x="0" y="397763"/>
                </a:lnTo>
                <a:lnTo>
                  <a:pt x="34337" y="385762"/>
                </a:lnTo>
                <a:lnTo>
                  <a:pt x="64389" y="372618"/>
                </a:lnTo>
                <a:lnTo>
                  <a:pt x="112776" y="342900"/>
                </a:lnTo>
                <a:lnTo>
                  <a:pt x="147828" y="302894"/>
                </a:lnTo>
                <a:lnTo>
                  <a:pt x="169164" y="246887"/>
                </a:lnTo>
                <a:lnTo>
                  <a:pt x="193548" y="246887"/>
                </a:lnTo>
                <a:lnTo>
                  <a:pt x="170497" y="308800"/>
                </a:lnTo>
                <a:lnTo>
                  <a:pt x="132588" y="353568"/>
                </a:lnTo>
                <a:lnTo>
                  <a:pt x="76771" y="383095"/>
                </a:lnTo>
                <a:lnTo>
                  <a:pt x="41505" y="394073"/>
                </a:lnTo>
                <a:lnTo>
                  <a:pt x="1524" y="402336"/>
                </a:lnTo>
                <a:close/>
              </a:path>
              <a:path w="361314" h="402589">
                <a:moveTo>
                  <a:pt x="320988" y="360521"/>
                </a:moveTo>
                <a:lnTo>
                  <a:pt x="282154" y="360521"/>
                </a:lnTo>
                <a:lnTo>
                  <a:pt x="291084" y="359664"/>
                </a:lnTo>
                <a:lnTo>
                  <a:pt x="295394" y="355949"/>
                </a:lnTo>
                <a:lnTo>
                  <a:pt x="309991" y="313110"/>
                </a:lnTo>
                <a:lnTo>
                  <a:pt x="317896" y="272581"/>
                </a:lnTo>
                <a:lnTo>
                  <a:pt x="321564" y="246887"/>
                </a:lnTo>
                <a:lnTo>
                  <a:pt x="354656" y="246887"/>
                </a:lnTo>
                <a:lnTo>
                  <a:pt x="345948" y="252983"/>
                </a:lnTo>
                <a:lnTo>
                  <a:pt x="340518" y="283559"/>
                </a:lnTo>
                <a:lnTo>
                  <a:pt x="335661" y="308990"/>
                </a:lnTo>
                <a:lnTo>
                  <a:pt x="331374" y="329279"/>
                </a:lnTo>
                <a:lnTo>
                  <a:pt x="327660" y="344424"/>
                </a:lnTo>
                <a:lnTo>
                  <a:pt x="323064" y="356139"/>
                </a:lnTo>
                <a:lnTo>
                  <a:pt x="320988" y="360521"/>
                </a:lnTo>
                <a:close/>
              </a:path>
              <a:path w="361314" h="402589">
                <a:moveTo>
                  <a:pt x="262128" y="397763"/>
                </a:moveTo>
                <a:lnTo>
                  <a:pt x="259842" y="385476"/>
                </a:lnTo>
                <a:lnTo>
                  <a:pt x="250698" y="373761"/>
                </a:lnTo>
                <a:lnTo>
                  <a:pt x="234696" y="362616"/>
                </a:lnTo>
                <a:lnTo>
                  <a:pt x="211836" y="352044"/>
                </a:lnTo>
                <a:lnTo>
                  <a:pt x="213360" y="345948"/>
                </a:lnTo>
                <a:lnTo>
                  <a:pt x="243720" y="353663"/>
                </a:lnTo>
                <a:lnTo>
                  <a:pt x="266509" y="358521"/>
                </a:lnTo>
                <a:lnTo>
                  <a:pt x="282154" y="360521"/>
                </a:lnTo>
                <a:lnTo>
                  <a:pt x="320988" y="360521"/>
                </a:lnTo>
                <a:lnTo>
                  <a:pt x="318325" y="366141"/>
                </a:lnTo>
                <a:lnTo>
                  <a:pt x="277844" y="394930"/>
                </a:lnTo>
                <a:lnTo>
                  <a:pt x="262128" y="39776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" name="object 35"/>
          <p:cNvSpPr/>
          <p:nvPr/>
        </p:nvSpPr>
        <p:spPr>
          <a:xfrm>
            <a:off x="5832348" y="3546347"/>
            <a:ext cx="832485" cy="398145"/>
          </a:xfrm>
          <a:custGeom>
            <a:avLst/>
            <a:gdLst/>
            <a:ahLst/>
            <a:cxnLst/>
            <a:rect l="l" t="t" r="r" b="b"/>
            <a:pathLst>
              <a:path w="832484" h="398145">
                <a:moveTo>
                  <a:pt x="403860" y="356616"/>
                </a:moveTo>
                <a:lnTo>
                  <a:pt x="354901" y="338518"/>
                </a:lnTo>
                <a:lnTo>
                  <a:pt x="309372" y="303276"/>
                </a:lnTo>
                <a:lnTo>
                  <a:pt x="271843" y="253555"/>
                </a:lnTo>
                <a:lnTo>
                  <a:pt x="242316" y="193548"/>
                </a:lnTo>
                <a:lnTo>
                  <a:pt x="220599" y="122682"/>
                </a:lnTo>
                <a:lnTo>
                  <a:pt x="212305" y="82105"/>
                </a:lnTo>
                <a:lnTo>
                  <a:pt x="205740" y="38100"/>
                </a:lnTo>
                <a:lnTo>
                  <a:pt x="224028" y="22860"/>
                </a:lnTo>
                <a:lnTo>
                  <a:pt x="172212" y="0"/>
                </a:lnTo>
                <a:lnTo>
                  <a:pt x="171589" y="40005"/>
                </a:lnTo>
                <a:lnTo>
                  <a:pt x="169545" y="80010"/>
                </a:lnTo>
                <a:lnTo>
                  <a:pt x="165773" y="120015"/>
                </a:lnTo>
                <a:lnTo>
                  <a:pt x="160020" y="160020"/>
                </a:lnTo>
                <a:lnTo>
                  <a:pt x="151726" y="199199"/>
                </a:lnTo>
                <a:lnTo>
                  <a:pt x="126580" y="266115"/>
                </a:lnTo>
                <a:lnTo>
                  <a:pt x="89154" y="320090"/>
                </a:lnTo>
                <a:lnTo>
                  <a:pt x="34290" y="369150"/>
                </a:lnTo>
                <a:lnTo>
                  <a:pt x="0" y="391668"/>
                </a:lnTo>
                <a:lnTo>
                  <a:pt x="3048" y="397764"/>
                </a:lnTo>
                <a:lnTo>
                  <a:pt x="37617" y="380911"/>
                </a:lnTo>
                <a:lnTo>
                  <a:pt x="94767" y="342049"/>
                </a:lnTo>
                <a:lnTo>
                  <a:pt x="136486" y="296595"/>
                </a:lnTo>
                <a:lnTo>
                  <a:pt x="166204" y="245681"/>
                </a:lnTo>
                <a:lnTo>
                  <a:pt x="185089" y="187883"/>
                </a:lnTo>
                <a:lnTo>
                  <a:pt x="197142" y="118071"/>
                </a:lnTo>
                <a:lnTo>
                  <a:pt x="201168" y="77724"/>
                </a:lnTo>
                <a:lnTo>
                  <a:pt x="206311" y="119761"/>
                </a:lnTo>
                <a:lnTo>
                  <a:pt x="220027" y="188963"/>
                </a:lnTo>
                <a:lnTo>
                  <a:pt x="239242" y="241249"/>
                </a:lnTo>
                <a:lnTo>
                  <a:pt x="263956" y="288632"/>
                </a:lnTo>
                <a:lnTo>
                  <a:pt x="294868" y="332905"/>
                </a:lnTo>
                <a:lnTo>
                  <a:pt x="333108" y="371767"/>
                </a:lnTo>
                <a:lnTo>
                  <a:pt x="355092" y="388620"/>
                </a:lnTo>
                <a:lnTo>
                  <a:pt x="363994" y="378599"/>
                </a:lnTo>
                <a:lnTo>
                  <a:pt x="374904" y="371284"/>
                </a:lnTo>
                <a:lnTo>
                  <a:pt x="388086" y="366547"/>
                </a:lnTo>
                <a:lnTo>
                  <a:pt x="403860" y="364236"/>
                </a:lnTo>
                <a:lnTo>
                  <a:pt x="403860" y="356616"/>
                </a:lnTo>
                <a:close/>
              </a:path>
              <a:path w="832484" h="398145">
                <a:moveTo>
                  <a:pt x="669036" y="140208"/>
                </a:moveTo>
                <a:lnTo>
                  <a:pt x="641604" y="111252"/>
                </a:lnTo>
                <a:lnTo>
                  <a:pt x="621792" y="129540"/>
                </a:lnTo>
                <a:lnTo>
                  <a:pt x="580644" y="129540"/>
                </a:lnTo>
                <a:lnTo>
                  <a:pt x="580644" y="51816"/>
                </a:lnTo>
                <a:lnTo>
                  <a:pt x="580745" y="48755"/>
                </a:lnTo>
                <a:lnTo>
                  <a:pt x="595515" y="45364"/>
                </a:lnTo>
                <a:lnTo>
                  <a:pt x="612838" y="42100"/>
                </a:lnTo>
                <a:lnTo>
                  <a:pt x="632714" y="39128"/>
                </a:lnTo>
                <a:lnTo>
                  <a:pt x="655320" y="36576"/>
                </a:lnTo>
                <a:lnTo>
                  <a:pt x="630936" y="4572"/>
                </a:lnTo>
                <a:lnTo>
                  <a:pt x="582714" y="27508"/>
                </a:lnTo>
                <a:lnTo>
                  <a:pt x="543941" y="38989"/>
                </a:lnTo>
                <a:lnTo>
                  <a:pt x="495503" y="48755"/>
                </a:lnTo>
                <a:lnTo>
                  <a:pt x="467868" y="53340"/>
                </a:lnTo>
                <a:lnTo>
                  <a:pt x="467868" y="60960"/>
                </a:lnTo>
                <a:lnTo>
                  <a:pt x="556260" y="51816"/>
                </a:lnTo>
                <a:lnTo>
                  <a:pt x="556260" y="129540"/>
                </a:lnTo>
                <a:lnTo>
                  <a:pt x="458724" y="129540"/>
                </a:lnTo>
                <a:lnTo>
                  <a:pt x="472440" y="143256"/>
                </a:lnTo>
                <a:lnTo>
                  <a:pt x="487680" y="140208"/>
                </a:lnTo>
                <a:lnTo>
                  <a:pt x="547116" y="140208"/>
                </a:lnTo>
                <a:lnTo>
                  <a:pt x="531495" y="181927"/>
                </a:lnTo>
                <a:lnTo>
                  <a:pt x="509016" y="227076"/>
                </a:lnTo>
                <a:lnTo>
                  <a:pt x="479679" y="271843"/>
                </a:lnTo>
                <a:lnTo>
                  <a:pt x="443484" y="315468"/>
                </a:lnTo>
                <a:lnTo>
                  <a:pt x="446532" y="321564"/>
                </a:lnTo>
                <a:lnTo>
                  <a:pt x="478155" y="292798"/>
                </a:lnTo>
                <a:lnTo>
                  <a:pt x="507492" y="260604"/>
                </a:lnTo>
                <a:lnTo>
                  <a:pt x="533590" y="225742"/>
                </a:lnTo>
                <a:lnTo>
                  <a:pt x="556260" y="187452"/>
                </a:lnTo>
                <a:lnTo>
                  <a:pt x="556006" y="260604"/>
                </a:lnTo>
                <a:lnTo>
                  <a:pt x="555498" y="318897"/>
                </a:lnTo>
                <a:lnTo>
                  <a:pt x="554964" y="364909"/>
                </a:lnTo>
                <a:lnTo>
                  <a:pt x="554736" y="397764"/>
                </a:lnTo>
                <a:lnTo>
                  <a:pt x="582168" y="384048"/>
                </a:lnTo>
                <a:lnTo>
                  <a:pt x="581279" y="358051"/>
                </a:lnTo>
                <a:lnTo>
                  <a:pt x="580885" y="321564"/>
                </a:lnTo>
                <a:lnTo>
                  <a:pt x="580758" y="293738"/>
                </a:lnTo>
                <a:lnTo>
                  <a:pt x="580644" y="187452"/>
                </a:lnTo>
                <a:lnTo>
                  <a:pt x="601218" y="204584"/>
                </a:lnTo>
                <a:lnTo>
                  <a:pt x="617220" y="219265"/>
                </a:lnTo>
                <a:lnTo>
                  <a:pt x="628650" y="231394"/>
                </a:lnTo>
                <a:lnTo>
                  <a:pt x="635508" y="240792"/>
                </a:lnTo>
                <a:lnTo>
                  <a:pt x="640080" y="249936"/>
                </a:lnTo>
                <a:lnTo>
                  <a:pt x="644652" y="252984"/>
                </a:lnTo>
                <a:lnTo>
                  <a:pt x="649224" y="252984"/>
                </a:lnTo>
                <a:lnTo>
                  <a:pt x="650748" y="251460"/>
                </a:lnTo>
                <a:lnTo>
                  <a:pt x="653796" y="246888"/>
                </a:lnTo>
                <a:lnTo>
                  <a:pt x="655320" y="243840"/>
                </a:lnTo>
                <a:lnTo>
                  <a:pt x="656844" y="237744"/>
                </a:lnTo>
                <a:lnTo>
                  <a:pt x="656844" y="227076"/>
                </a:lnTo>
                <a:lnTo>
                  <a:pt x="631126" y="197358"/>
                </a:lnTo>
                <a:lnTo>
                  <a:pt x="580644" y="178308"/>
                </a:lnTo>
                <a:lnTo>
                  <a:pt x="580644" y="140208"/>
                </a:lnTo>
                <a:lnTo>
                  <a:pt x="669036" y="140208"/>
                </a:lnTo>
                <a:close/>
              </a:path>
              <a:path w="832484" h="398145">
                <a:moveTo>
                  <a:pt x="832104" y="68580"/>
                </a:moveTo>
                <a:lnTo>
                  <a:pt x="826008" y="62484"/>
                </a:lnTo>
                <a:lnTo>
                  <a:pt x="807720" y="44196"/>
                </a:lnTo>
                <a:lnTo>
                  <a:pt x="794004" y="59169"/>
                </a:lnTo>
                <a:lnTo>
                  <a:pt x="794004" y="73152"/>
                </a:lnTo>
                <a:lnTo>
                  <a:pt x="794004" y="289560"/>
                </a:lnTo>
                <a:lnTo>
                  <a:pt x="705612" y="289560"/>
                </a:lnTo>
                <a:lnTo>
                  <a:pt x="705612" y="73152"/>
                </a:lnTo>
                <a:lnTo>
                  <a:pt x="794004" y="73152"/>
                </a:lnTo>
                <a:lnTo>
                  <a:pt x="794004" y="59169"/>
                </a:lnTo>
                <a:lnTo>
                  <a:pt x="790956" y="62484"/>
                </a:lnTo>
                <a:lnTo>
                  <a:pt x="705612" y="62484"/>
                </a:lnTo>
                <a:lnTo>
                  <a:pt x="679704" y="44196"/>
                </a:lnTo>
                <a:lnTo>
                  <a:pt x="680504" y="73152"/>
                </a:lnTo>
                <a:lnTo>
                  <a:pt x="680631" y="79248"/>
                </a:lnTo>
                <a:lnTo>
                  <a:pt x="681037" y="110490"/>
                </a:lnTo>
                <a:lnTo>
                  <a:pt x="681202" y="148780"/>
                </a:lnTo>
                <a:lnTo>
                  <a:pt x="681088" y="213118"/>
                </a:lnTo>
                <a:lnTo>
                  <a:pt x="680986" y="232460"/>
                </a:lnTo>
                <a:lnTo>
                  <a:pt x="679932" y="313524"/>
                </a:lnTo>
                <a:lnTo>
                  <a:pt x="679704" y="352044"/>
                </a:lnTo>
                <a:lnTo>
                  <a:pt x="705612" y="339852"/>
                </a:lnTo>
                <a:lnTo>
                  <a:pt x="705612" y="300228"/>
                </a:lnTo>
                <a:lnTo>
                  <a:pt x="794004" y="300228"/>
                </a:lnTo>
                <a:lnTo>
                  <a:pt x="794004" y="336804"/>
                </a:lnTo>
                <a:lnTo>
                  <a:pt x="819912" y="326136"/>
                </a:lnTo>
                <a:lnTo>
                  <a:pt x="819162" y="300228"/>
                </a:lnTo>
                <a:lnTo>
                  <a:pt x="819035" y="289560"/>
                </a:lnTo>
                <a:lnTo>
                  <a:pt x="818705" y="262496"/>
                </a:lnTo>
                <a:lnTo>
                  <a:pt x="818476" y="213118"/>
                </a:lnTo>
                <a:lnTo>
                  <a:pt x="818388" y="79248"/>
                </a:lnTo>
                <a:lnTo>
                  <a:pt x="826223" y="73152"/>
                </a:lnTo>
                <a:lnTo>
                  <a:pt x="832104" y="6858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" name="object 36"/>
          <p:cNvSpPr/>
          <p:nvPr/>
        </p:nvSpPr>
        <p:spPr>
          <a:xfrm>
            <a:off x="6719316" y="3538727"/>
            <a:ext cx="853440" cy="412115"/>
          </a:xfrm>
          <a:custGeom>
            <a:avLst/>
            <a:gdLst/>
            <a:ahLst/>
            <a:cxnLst/>
            <a:rect l="l" t="t" r="r" b="b"/>
            <a:pathLst>
              <a:path w="853440" h="412114">
                <a:moveTo>
                  <a:pt x="228600" y="274332"/>
                </a:moveTo>
                <a:lnTo>
                  <a:pt x="187083" y="240461"/>
                </a:lnTo>
                <a:lnTo>
                  <a:pt x="167640" y="231660"/>
                </a:lnTo>
                <a:lnTo>
                  <a:pt x="164592" y="236232"/>
                </a:lnTo>
                <a:lnTo>
                  <a:pt x="178041" y="251701"/>
                </a:lnTo>
                <a:lnTo>
                  <a:pt x="188785" y="266331"/>
                </a:lnTo>
                <a:lnTo>
                  <a:pt x="196951" y="280377"/>
                </a:lnTo>
                <a:lnTo>
                  <a:pt x="202692" y="294144"/>
                </a:lnTo>
                <a:lnTo>
                  <a:pt x="205740" y="306336"/>
                </a:lnTo>
                <a:lnTo>
                  <a:pt x="210312" y="310908"/>
                </a:lnTo>
                <a:lnTo>
                  <a:pt x="214884" y="310908"/>
                </a:lnTo>
                <a:lnTo>
                  <a:pt x="219456" y="307860"/>
                </a:lnTo>
                <a:lnTo>
                  <a:pt x="222504" y="300240"/>
                </a:lnTo>
                <a:lnTo>
                  <a:pt x="227076" y="294144"/>
                </a:lnTo>
                <a:lnTo>
                  <a:pt x="228600" y="286524"/>
                </a:lnTo>
                <a:lnTo>
                  <a:pt x="228600" y="274332"/>
                </a:lnTo>
                <a:close/>
              </a:path>
              <a:path w="853440" h="412114">
                <a:moveTo>
                  <a:pt x="231648" y="169176"/>
                </a:moveTo>
                <a:lnTo>
                  <a:pt x="187947" y="140690"/>
                </a:lnTo>
                <a:lnTo>
                  <a:pt x="172212" y="134124"/>
                </a:lnTo>
                <a:lnTo>
                  <a:pt x="167640" y="138696"/>
                </a:lnTo>
                <a:lnTo>
                  <a:pt x="181356" y="153022"/>
                </a:lnTo>
                <a:lnTo>
                  <a:pt x="192786" y="166509"/>
                </a:lnTo>
                <a:lnTo>
                  <a:pt x="201930" y="179412"/>
                </a:lnTo>
                <a:lnTo>
                  <a:pt x="208788" y="192036"/>
                </a:lnTo>
                <a:lnTo>
                  <a:pt x="216408" y="207276"/>
                </a:lnTo>
                <a:lnTo>
                  <a:pt x="220980" y="207276"/>
                </a:lnTo>
                <a:lnTo>
                  <a:pt x="224028" y="204228"/>
                </a:lnTo>
                <a:lnTo>
                  <a:pt x="230124" y="188988"/>
                </a:lnTo>
                <a:lnTo>
                  <a:pt x="231648" y="182892"/>
                </a:lnTo>
                <a:lnTo>
                  <a:pt x="231648" y="169176"/>
                </a:lnTo>
                <a:close/>
              </a:path>
              <a:path w="853440" h="412114">
                <a:moveTo>
                  <a:pt x="384048" y="65544"/>
                </a:moveTo>
                <a:lnTo>
                  <a:pt x="374497" y="56400"/>
                </a:lnTo>
                <a:lnTo>
                  <a:pt x="347472" y="30492"/>
                </a:lnTo>
                <a:lnTo>
                  <a:pt x="321564" y="56400"/>
                </a:lnTo>
                <a:lnTo>
                  <a:pt x="114300" y="56400"/>
                </a:lnTo>
                <a:lnTo>
                  <a:pt x="118872" y="49771"/>
                </a:lnTo>
                <a:lnTo>
                  <a:pt x="128016" y="37109"/>
                </a:lnTo>
                <a:lnTo>
                  <a:pt x="132588" y="30492"/>
                </a:lnTo>
                <a:lnTo>
                  <a:pt x="147828" y="22872"/>
                </a:lnTo>
                <a:lnTo>
                  <a:pt x="109728" y="12"/>
                </a:lnTo>
                <a:lnTo>
                  <a:pt x="101955" y="20866"/>
                </a:lnTo>
                <a:lnTo>
                  <a:pt x="92202" y="42303"/>
                </a:lnTo>
                <a:lnTo>
                  <a:pt x="65532" y="86880"/>
                </a:lnTo>
                <a:lnTo>
                  <a:pt x="33528" y="128028"/>
                </a:lnTo>
                <a:lnTo>
                  <a:pt x="1524" y="160032"/>
                </a:lnTo>
                <a:lnTo>
                  <a:pt x="4572" y="164604"/>
                </a:lnTo>
                <a:lnTo>
                  <a:pt x="37719" y="142887"/>
                </a:lnTo>
                <a:lnTo>
                  <a:pt x="75438" y="106895"/>
                </a:lnTo>
                <a:lnTo>
                  <a:pt x="109728" y="65544"/>
                </a:lnTo>
                <a:lnTo>
                  <a:pt x="384048" y="65544"/>
                </a:lnTo>
                <a:close/>
              </a:path>
              <a:path w="853440" h="412114">
                <a:moveTo>
                  <a:pt x="408432" y="222516"/>
                </a:moveTo>
                <a:lnTo>
                  <a:pt x="373380" y="187464"/>
                </a:lnTo>
                <a:lnTo>
                  <a:pt x="348996" y="211848"/>
                </a:lnTo>
                <a:lnTo>
                  <a:pt x="326136" y="211848"/>
                </a:lnTo>
                <a:lnTo>
                  <a:pt x="329184" y="132600"/>
                </a:lnTo>
                <a:lnTo>
                  <a:pt x="337566" y="126504"/>
                </a:lnTo>
                <a:lnTo>
                  <a:pt x="345948" y="120408"/>
                </a:lnTo>
                <a:lnTo>
                  <a:pt x="341884" y="117360"/>
                </a:lnTo>
                <a:lnTo>
                  <a:pt x="315468" y="97548"/>
                </a:lnTo>
                <a:lnTo>
                  <a:pt x="304800" y="112966"/>
                </a:lnTo>
                <a:lnTo>
                  <a:pt x="304800" y="126504"/>
                </a:lnTo>
                <a:lnTo>
                  <a:pt x="301752" y="211848"/>
                </a:lnTo>
                <a:lnTo>
                  <a:pt x="300228" y="211848"/>
                </a:lnTo>
                <a:lnTo>
                  <a:pt x="300228" y="222516"/>
                </a:lnTo>
                <a:lnTo>
                  <a:pt x="295656" y="320052"/>
                </a:lnTo>
                <a:lnTo>
                  <a:pt x="97536" y="320052"/>
                </a:lnTo>
                <a:lnTo>
                  <a:pt x="109728" y="222516"/>
                </a:lnTo>
                <a:lnTo>
                  <a:pt x="300228" y="222516"/>
                </a:lnTo>
                <a:lnTo>
                  <a:pt x="300228" y="211848"/>
                </a:lnTo>
                <a:lnTo>
                  <a:pt x="111252" y="211848"/>
                </a:lnTo>
                <a:lnTo>
                  <a:pt x="118872" y="126504"/>
                </a:lnTo>
                <a:lnTo>
                  <a:pt x="304800" y="126504"/>
                </a:lnTo>
                <a:lnTo>
                  <a:pt x="304800" y="112966"/>
                </a:lnTo>
                <a:lnTo>
                  <a:pt x="301752" y="117360"/>
                </a:lnTo>
                <a:lnTo>
                  <a:pt x="120396" y="117360"/>
                </a:lnTo>
                <a:lnTo>
                  <a:pt x="97536" y="100596"/>
                </a:lnTo>
                <a:lnTo>
                  <a:pt x="86868" y="211848"/>
                </a:lnTo>
                <a:lnTo>
                  <a:pt x="0" y="211848"/>
                </a:lnTo>
                <a:lnTo>
                  <a:pt x="13716" y="225564"/>
                </a:lnTo>
                <a:lnTo>
                  <a:pt x="39624" y="222516"/>
                </a:lnTo>
                <a:lnTo>
                  <a:pt x="85344" y="222516"/>
                </a:lnTo>
                <a:lnTo>
                  <a:pt x="73152" y="312432"/>
                </a:lnTo>
                <a:lnTo>
                  <a:pt x="57912" y="323100"/>
                </a:lnTo>
                <a:lnTo>
                  <a:pt x="82296" y="345960"/>
                </a:lnTo>
                <a:lnTo>
                  <a:pt x="97536" y="330720"/>
                </a:lnTo>
                <a:lnTo>
                  <a:pt x="292608" y="330720"/>
                </a:lnTo>
                <a:lnTo>
                  <a:pt x="290652" y="350481"/>
                </a:lnTo>
                <a:lnTo>
                  <a:pt x="287274" y="364248"/>
                </a:lnTo>
                <a:lnTo>
                  <a:pt x="282740" y="372287"/>
                </a:lnTo>
                <a:lnTo>
                  <a:pt x="277368" y="374916"/>
                </a:lnTo>
                <a:lnTo>
                  <a:pt x="268528" y="374345"/>
                </a:lnTo>
                <a:lnTo>
                  <a:pt x="255841" y="372630"/>
                </a:lnTo>
                <a:lnTo>
                  <a:pt x="239433" y="369773"/>
                </a:lnTo>
                <a:lnTo>
                  <a:pt x="219456" y="365772"/>
                </a:lnTo>
                <a:lnTo>
                  <a:pt x="219456" y="373392"/>
                </a:lnTo>
                <a:lnTo>
                  <a:pt x="240309" y="382549"/>
                </a:lnTo>
                <a:lnTo>
                  <a:pt x="254889" y="391871"/>
                </a:lnTo>
                <a:lnTo>
                  <a:pt x="263169" y="401459"/>
                </a:lnTo>
                <a:lnTo>
                  <a:pt x="265176" y="411492"/>
                </a:lnTo>
                <a:lnTo>
                  <a:pt x="280619" y="407466"/>
                </a:lnTo>
                <a:lnTo>
                  <a:pt x="311226" y="377431"/>
                </a:lnTo>
                <a:lnTo>
                  <a:pt x="318516" y="330720"/>
                </a:lnTo>
                <a:lnTo>
                  <a:pt x="399288" y="330720"/>
                </a:lnTo>
                <a:lnTo>
                  <a:pt x="388620" y="320052"/>
                </a:lnTo>
                <a:lnTo>
                  <a:pt x="364236" y="295668"/>
                </a:lnTo>
                <a:lnTo>
                  <a:pt x="339852" y="320052"/>
                </a:lnTo>
                <a:lnTo>
                  <a:pt x="321564" y="320052"/>
                </a:lnTo>
                <a:lnTo>
                  <a:pt x="326136" y="222516"/>
                </a:lnTo>
                <a:lnTo>
                  <a:pt x="408432" y="222516"/>
                </a:lnTo>
                <a:close/>
              </a:path>
              <a:path w="853440" h="412114">
                <a:moveTo>
                  <a:pt x="675132" y="147828"/>
                </a:moveTo>
                <a:lnTo>
                  <a:pt x="633984" y="124968"/>
                </a:lnTo>
                <a:lnTo>
                  <a:pt x="634809" y="144780"/>
                </a:lnTo>
                <a:lnTo>
                  <a:pt x="634923" y="149161"/>
                </a:lnTo>
                <a:lnTo>
                  <a:pt x="635317" y="166878"/>
                </a:lnTo>
                <a:lnTo>
                  <a:pt x="635444" y="180403"/>
                </a:lnTo>
                <a:lnTo>
                  <a:pt x="635355" y="347357"/>
                </a:lnTo>
                <a:lnTo>
                  <a:pt x="635317" y="353187"/>
                </a:lnTo>
                <a:lnTo>
                  <a:pt x="634873" y="378739"/>
                </a:lnTo>
                <a:lnTo>
                  <a:pt x="633984" y="411480"/>
                </a:lnTo>
                <a:lnTo>
                  <a:pt x="664464" y="394716"/>
                </a:lnTo>
                <a:lnTo>
                  <a:pt x="663409" y="379768"/>
                </a:lnTo>
                <a:lnTo>
                  <a:pt x="662368" y="362902"/>
                </a:lnTo>
                <a:lnTo>
                  <a:pt x="661670" y="347357"/>
                </a:lnTo>
                <a:lnTo>
                  <a:pt x="661416" y="332232"/>
                </a:lnTo>
                <a:lnTo>
                  <a:pt x="661416" y="158496"/>
                </a:lnTo>
                <a:lnTo>
                  <a:pt x="675132" y="147828"/>
                </a:lnTo>
                <a:close/>
              </a:path>
              <a:path w="853440" h="412114">
                <a:moveTo>
                  <a:pt x="853440" y="181356"/>
                </a:moveTo>
                <a:lnTo>
                  <a:pt x="805053" y="166878"/>
                </a:lnTo>
                <a:lnTo>
                  <a:pt x="754380" y="138684"/>
                </a:lnTo>
                <a:lnTo>
                  <a:pt x="704469" y="93916"/>
                </a:lnTo>
                <a:lnTo>
                  <a:pt x="664362" y="42672"/>
                </a:lnTo>
                <a:lnTo>
                  <a:pt x="656844" y="32004"/>
                </a:lnTo>
                <a:lnTo>
                  <a:pt x="672084" y="21336"/>
                </a:lnTo>
                <a:lnTo>
                  <a:pt x="635508" y="0"/>
                </a:lnTo>
                <a:lnTo>
                  <a:pt x="610539" y="57150"/>
                </a:lnTo>
                <a:lnTo>
                  <a:pt x="568439" y="118872"/>
                </a:lnTo>
                <a:lnTo>
                  <a:pt x="542518" y="149161"/>
                </a:lnTo>
                <a:lnTo>
                  <a:pt x="513067" y="175983"/>
                </a:lnTo>
                <a:lnTo>
                  <a:pt x="480364" y="199453"/>
                </a:lnTo>
                <a:lnTo>
                  <a:pt x="444995" y="219456"/>
                </a:lnTo>
                <a:lnTo>
                  <a:pt x="446519" y="225552"/>
                </a:lnTo>
                <a:lnTo>
                  <a:pt x="482269" y="209867"/>
                </a:lnTo>
                <a:lnTo>
                  <a:pt x="542328" y="173913"/>
                </a:lnTo>
                <a:lnTo>
                  <a:pt x="588619" y="130759"/>
                </a:lnTo>
                <a:lnTo>
                  <a:pt x="631431" y="75272"/>
                </a:lnTo>
                <a:lnTo>
                  <a:pt x="652272" y="42672"/>
                </a:lnTo>
                <a:lnTo>
                  <a:pt x="669671" y="72986"/>
                </a:lnTo>
                <a:lnTo>
                  <a:pt x="705624" y="123901"/>
                </a:lnTo>
                <a:lnTo>
                  <a:pt x="743305" y="163385"/>
                </a:lnTo>
                <a:lnTo>
                  <a:pt x="788403" y="196011"/>
                </a:lnTo>
                <a:lnTo>
                  <a:pt x="813803" y="210312"/>
                </a:lnTo>
                <a:lnTo>
                  <a:pt x="820648" y="201168"/>
                </a:lnTo>
                <a:lnTo>
                  <a:pt x="829627" y="194310"/>
                </a:lnTo>
                <a:lnTo>
                  <a:pt x="840600" y="189738"/>
                </a:lnTo>
                <a:lnTo>
                  <a:pt x="853440" y="187452"/>
                </a:lnTo>
                <a:lnTo>
                  <a:pt x="853440" y="18135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" name="object 37"/>
          <p:cNvSpPr/>
          <p:nvPr/>
        </p:nvSpPr>
        <p:spPr>
          <a:xfrm>
            <a:off x="7621511" y="3540251"/>
            <a:ext cx="1713230" cy="410209"/>
          </a:xfrm>
          <a:custGeom>
            <a:avLst/>
            <a:gdLst/>
            <a:ahLst/>
            <a:cxnLst/>
            <a:rect l="l" t="t" r="r" b="b"/>
            <a:pathLst>
              <a:path w="1713229" h="410210">
                <a:moveTo>
                  <a:pt x="394716" y="141732"/>
                </a:moveTo>
                <a:lnTo>
                  <a:pt x="356616" y="103632"/>
                </a:lnTo>
                <a:lnTo>
                  <a:pt x="327660" y="131064"/>
                </a:lnTo>
                <a:lnTo>
                  <a:pt x="271272" y="131064"/>
                </a:lnTo>
                <a:lnTo>
                  <a:pt x="271272" y="141732"/>
                </a:lnTo>
                <a:lnTo>
                  <a:pt x="259016" y="183476"/>
                </a:lnTo>
                <a:lnTo>
                  <a:pt x="245173" y="221932"/>
                </a:lnTo>
                <a:lnTo>
                  <a:pt x="229920" y="257251"/>
                </a:lnTo>
                <a:lnTo>
                  <a:pt x="213360" y="289560"/>
                </a:lnTo>
                <a:lnTo>
                  <a:pt x="120396" y="260604"/>
                </a:lnTo>
                <a:lnTo>
                  <a:pt x="134620" y="222961"/>
                </a:lnTo>
                <a:lnTo>
                  <a:pt x="147256" y="190309"/>
                </a:lnTo>
                <a:lnTo>
                  <a:pt x="157911" y="163093"/>
                </a:lnTo>
                <a:lnTo>
                  <a:pt x="166116" y="141732"/>
                </a:lnTo>
                <a:lnTo>
                  <a:pt x="271272" y="141732"/>
                </a:lnTo>
                <a:lnTo>
                  <a:pt x="271272" y="131064"/>
                </a:lnTo>
                <a:lnTo>
                  <a:pt x="169164" y="131064"/>
                </a:lnTo>
                <a:lnTo>
                  <a:pt x="177406" y="107302"/>
                </a:lnTo>
                <a:lnTo>
                  <a:pt x="194462" y="60350"/>
                </a:lnTo>
                <a:lnTo>
                  <a:pt x="202692" y="36576"/>
                </a:lnTo>
                <a:lnTo>
                  <a:pt x="219456" y="25908"/>
                </a:lnTo>
                <a:lnTo>
                  <a:pt x="176784" y="4572"/>
                </a:lnTo>
                <a:lnTo>
                  <a:pt x="169595" y="36347"/>
                </a:lnTo>
                <a:lnTo>
                  <a:pt x="161544" y="67818"/>
                </a:lnTo>
                <a:lnTo>
                  <a:pt x="152361" y="99301"/>
                </a:lnTo>
                <a:lnTo>
                  <a:pt x="141732" y="131064"/>
                </a:lnTo>
                <a:lnTo>
                  <a:pt x="0" y="131064"/>
                </a:lnTo>
                <a:lnTo>
                  <a:pt x="15240" y="146304"/>
                </a:lnTo>
                <a:lnTo>
                  <a:pt x="25552" y="144310"/>
                </a:lnTo>
                <a:lnTo>
                  <a:pt x="36004" y="142875"/>
                </a:lnTo>
                <a:lnTo>
                  <a:pt x="46748" y="142024"/>
                </a:lnTo>
                <a:lnTo>
                  <a:pt x="57912" y="141732"/>
                </a:lnTo>
                <a:lnTo>
                  <a:pt x="138684" y="141732"/>
                </a:lnTo>
                <a:lnTo>
                  <a:pt x="126136" y="177736"/>
                </a:lnTo>
                <a:lnTo>
                  <a:pt x="113728" y="210312"/>
                </a:lnTo>
                <a:lnTo>
                  <a:pt x="101612" y="239458"/>
                </a:lnTo>
                <a:lnTo>
                  <a:pt x="89916" y="265176"/>
                </a:lnTo>
                <a:lnTo>
                  <a:pt x="115658" y="272656"/>
                </a:lnTo>
                <a:lnTo>
                  <a:pt x="142684" y="281559"/>
                </a:lnTo>
                <a:lnTo>
                  <a:pt x="171145" y="292188"/>
                </a:lnTo>
                <a:lnTo>
                  <a:pt x="201168" y="304800"/>
                </a:lnTo>
                <a:lnTo>
                  <a:pt x="185166" y="320255"/>
                </a:lnTo>
                <a:lnTo>
                  <a:pt x="146304" y="348310"/>
                </a:lnTo>
                <a:lnTo>
                  <a:pt x="98069" y="373189"/>
                </a:lnTo>
                <a:lnTo>
                  <a:pt x="39865" y="393763"/>
                </a:lnTo>
                <a:lnTo>
                  <a:pt x="7620" y="402336"/>
                </a:lnTo>
                <a:lnTo>
                  <a:pt x="10668" y="409956"/>
                </a:lnTo>
                <a:lnTo>
                  <a:pt x="48983" y="402031"/>
                </a:lnTo>
                <a:lnTo>
                  <a:pt x="115900" y="381025"/>
                </a:lnTo>
                <a:lnTo>
                  <a:pt x="170484" y="355981"/>
                </a:lnTo>
                <a:lnTo>
                  <a:pt x="211010" y="329171"/>
                </a:lnTo>
                <a:lnTo>
                  <a:pt x="225552" y="315468"/>
                </a:lnTo>
                <a:lnTo>
                  <a:pt x="256679" y="330593"/>
                </a:lnTo>
                <a:lnTo>
                  <a:pt x="283654" y="346138"/>
                </a:lnTo>
                <a:lnTo>
                  <a:pt x="306349" y="361975"/>
                </a:lnTo>
                <a:lnTo>
                  <a:pt x="324612" y="377952"/>
                </a:lnTo>
                <a:lnTo>
                  <a:pt x="332930" y="384835"/>
                </a:lnTo>
                <a:lnTo>
                  <a:pt x="339661" y="389572"/>
                </a:lnTo>
                <a:lnTo>
                  <a:pt x="344982" y="392315"/>
                </a:lnTo>
                <a:lnTo>
                  <a:pt x="348996" y="393192"/>
                </a:lnTo>
                <a:lnTo>
                  <a:pt x="353568" y="393192"/>
                </a:lnTo>
                <a:lnTo>
                  <a:pt x="356616" y="387096"/>
                </a:lnTo>
                <a:lnTo>
                  <a:pt x="356616" y="373189"/>
                </a:lnTo>
                <a:lnTo>
                  <a:pt x="333756" y="339852"/>
                </a:lnTo>
                <a:lnTo>
                  <a:pt x="298513" y="321373"/>
                </a:lnTo>
                <a:lnTo>
                  <a:pt x="239268" y="297180"/>
                </a:lnTo>
                <a:lnTo>
                  <a:pt x="243268" y="289560"/>
                </a:lnTo>
                <a:lnTo>
                  <a:pt x="256971" y="263461"/>
                </a:lnTo>
                <a:lnTo>
                  <a:pt x="273367" y="226314"/>
                </a:lnTo>
                <a:lnTo>
                  <a:pt x="288353" y="185737"/>
                </a:lnTo>
                <a:lnTo>
                  <a:pt x="301752" y="141732"/>
                </a:lnTo>
                <a:lnTo>
                  <a:pt x="394716" y="141732"/>
                </a:lnTo>
                <a:close/>
              </a:path>
              <a:path w="1713229" h="410210">
                <a:moveTo>
                  <a:pt x="841260" y="362712"/>
                </a:moveTo>
                <a:lnTo>
                  <a:pt x="791718" y="344614"/>
                </a:lnTo>
                <a:lnTo>
                  <a:pt x="746772" y="309372"/>
                </a:lnTo>
                <a:lnTo>
                  <a:pt x="707910" y="259651"/>
                </a:lnTo>
                <a:lnTo>
                  <a:pt x="678192" y="199644"/>
                </a:lnTo>
                <a:lnTo>
                  <a:pt x="657237" y="128778"/>
                </a:lnTo>
                <a:lnTo>
                  <a:pt x="649465" y="88201"/>
                </a:lnTo>
                <a:lnTo>
                  <a:pt x="643140" y="44196"/>
                </a:lnTo>
                <a:lnTo>
                  <a:pt x="661428" y="28956"/>
                </a:lnTo>
                <a:lnTo>
                  <a:pt x="608088" y="6096"/>
                </a:lnTo>
                <a:lnTo>
                  <a:pt x="608342" y="46101"/>
                </a:lnTo>
                <a:lnTo>
                  <a:pt x="606755" y="86106"/>
                </a:lnTo>
                <a:lnTo>
                  <a:pt x="603148" y="126111"/>
                </a:lnTo>
                <a:lnTo>
                  <a:pt x="597420" y="166116"/>
                </a:lnTo>
                <a:lnTo>
                  <a:pt x="589127" y="205295"/>
                </a:lnTo>
                <a:lnTo>
                  <a:pt x="563981" y="272211"/>
                </a:lnTo>
                <a:lnTo>
                  <a:pt x="525665" y="326186"/>
                </a:lnTo>
                <a:lnTo>
                  <a:pt x="470179" y="375246"/>
                </a:lnTo>
                <a:lnTo>
                  <a:pt x="435876" y="397764"/>
                </a:lnTo>
                <a:lnTo>
                  <a:pt x="440448" y="403860"/>
                </a:lnTo>
                <a:lnTo>
                  <a:pt x="475018" y="387007"/>
                </a:lnTo>
                <a:lnTo>
                  <a:pt x="532168" y="348145"/>
                </a:lnTo>
                <a:lnTo>
                  <a:pt x="573887" y="302691"/>
                </a:lnTo>
                <a:lnTo>
                  <a:pt x="603605" y="251777"/>
                </a:lnTo>
                <a:lnTo>
                  <a:pt x="621842" y="193979"/>
                </a:lnTo>
                <a:lnTo>
                  <a:pt x="634326" y="124167"/>
                </a:lnTo>
                <a:lnTo>
                  <a:pt x="638568" y="83820"/>
                </a:lnTo>
                <a:lnTo>
                  <a:pt x="643712" y="125857"/>
                </a:lnTo>
                <a:lnTo>
                  <a:pt x="657428" y="195059"/>
                </a:lnTo>
                <a:lnTo>
                  <a:pt x="675970" y="247345"/>
                </a:lnTo>
                <a:lnTo>
                  <a:pt x="700493" y="294728"/>
                </a:lnTo>
                <a:lnTo>
                  <a:pt x="731621" y="339001"/>
                </a:lnTo>
                <a:lnTo>
                  <a:pt x="770483" y="377863"/>
                </a:lnTo>
                <a:lnTo>
                  <a:pt x="792492" y="394716"/>
                </a:lnTo>
                <a:lnTo>
                  <a:pt x="800747" y="384695"/>
                </a:lnTo>
                <a:lnTo>
                  <a:pt x="811733" y="377380"/>
                </a:lnTo>
                <a:lnTo>
                  <a:pt x="825271" y="372643"/>
                </a:lnTo>
                <a:lnTo>
                  <a:pt x="841260" y="370332"/>
                </a:lnTo>
                <a:lnTo>
                  <a:pt x="841260" y="362712"/>
                </a:lnTo>
                <a:close/>
              </a:path>
              <a:path w="1713229" h="410210">
                <a:moveTo>
                  <a:pt x="1138428" y="156972"/>
                </a:moveTo>
                <a:lnTo>
                  <a:pt x="1110996" y="128016"/>
                </a:lnTo>
                <a:lnTo>
                  <a:pt x="1092708" y="146304"/>
                </a:lnTo>
                <a:lnTo>
                  <a:pt x="1050036" y="146304"/>
                </a:lnTo>
                <a:lnTo>
                  <a:pt x="1097673" y="82296"/>
                </a:lnTo>
                <a:lnTo>
                  <a:pt x="1099934" y="79248"/>
                </a:lnTo>
                <a:lnTo>
                  <a:pt x="1105382" y="71869"/>
                </a:lnTo>
                <a:lnTo>
                  <a:pt x="1111377" y="65532"/>
                </a:lnTo>
                <a:lnTo>
                  <a:pt x="1116812" y="61493"/>
                </a:lnTo>
                <a:lnTo>
                  <a:pt x="1121664" y="59436"/>
                </a:lnTo>
                <a:lnTo>
                  <a:pt x="1089660" y="33528"/>
                </a:lnTo>
                <a:lnTo>
                  <a:pt x="1084834" y="45605"/>
                </a:lnTo>
                <a:lnTo>
                  <a:pt x="1079563" y="56959"/>
                </a:lnTo>
                <a:lnTo>
                  <a:pt x="1074026" y="68033"/>
                </a:lnTo>
                <a:lnTo>
                  <a:pt x="1068324" y="79248"/>
                </a:lnTo>
                <a:lnTo>
                  <a:pt x="1068324" y="82296"/>
                </a:lnTo>
                <a:lnTo>
                  <a:pt x="1057998" y="97447"/>
                </a:lnTo>
                <a:lnTo>
                  <a:pt x="1047369" y="113157"/>
                </a:lnTo>
                <a:lnTo>
                  <a:pt x="1036180" y="129451"/>
                </a:lnTo>
                <a:lnTo>
                  <a:pt x="1024128" y="146304"/>
                </a:lnTo>
                <a:lnTo>
                  <a:pt x="1011936" y="146304"/>
                </a:lnTo>
                <a:lnTo>
                  <a:pt x="1011936" y="82296"/>
                </a:lnTo>
                <a:lnTo>
                  <a:pt x="1068324" y="82296"/>
                </a:lnTo>
                <a:lnTo>
                  <a:pt x="1068324" y="79248"/>
                </a:lnTo>
                <a:lnTo>
                  <a:pt x="1043940" y="54864"/>
                </a:lnTo>
                <a:lnTo>
                  <a:pt x="1025652" y="71628"/>
                </a:lnTo>
                <a:lnTo>
                  <a:pt x="1011936" y="71628"/>
                </a:lnTo>
                <a:lnTo>
                  <a:pt x="1011936" y="28956"/>
                </a:lnTo>
                <a:lnTo>
                  <a:pt x="1024128" y="16764"/>
                </a:lnTo>
                <a:lnTo>
                  <a:pt x="987552" y="0"/>
                </a:lnTo>
                <a:lnTo>
                  <a:pt x="989012" y="45605"/>
                </a:lnTo>
                <a:lnTo>
                  <a:pt x="989076" y="71628"/>
                </a:lnTo>
                <a:lnTo>
                  <a:pt x="912876" y="71628"/>
                </a:lnTo>
                <a:lnTo>
                  <a:pt x="928116" y="86868"/>
                </a:lnTo>
                <a:lnTo>
                  <a:pt x="938428" y="84874"/>
                </a:lnTo>
                <a:lnTo>
                  <a:pt x="948880" y="83439"/>
                </a:lnTo>
                <a:lnTo>
                  <a:pt x="959624" y="82588"/>
                </a:lnTo>
                <a:lnTo>
                  <a:pt x="970788" y="82296"/>
                </a:lnTo>
                <a:lnTo>
                  <a:pt x="989076" y="82296"/>
                </a:lnTo>
                <a:lnTo>
                  <a:pt x="989076" y="146304"/>
                </a:lnTo>
                <a:lnTo>
                  <a:pt x="885444" y="146304"/>
                </a:lnTo>
                <a:lnTo>
                  <a:pt x="900684" y="161544"/>
                </a:lnTo>
                <a:lnTo>
                  <a:pt x="910424" y="159550"/>
                </a:lnTo>
                <a:lnTo>
                  <a:pt x="919162" y="158115"/>
                </a:lnTo>
                <a:lnTo>
                  <a:pt x="927049" y="157264"/>
                </a:lnTo>
                <a:lnTo>
                  <a:pt x="934212" y="156972"/>
                </a:lnTo>
                <a:lnTo>
                  <a:pt x="1018032" y="156972"/>
                </a:lnTo>
                <a:lnTo>
                  <a:pt x="1006271" y="169570"/>
                </a:lnTo>
                <a:lnTo>
                  <a:pt x="993648" y="182308"/>
                </a:lnTo>
                <a:lnTo>
                  <a:pt x="979893" y="195338"/>
                </a:lnTo>
                <a:lnTo>
                  <a:pt x="964692" y="208788"/>
                </a:lnTo>
                <a:lnTo>
                  <a:pt x="944880" y="199644"/>
                </a:lnTo>
                <a:lnTo>
                  <a:pt x="944880" y="210312"/>
                </a:lnTo>
                <a:lnTo>
                  <a:pt x="946404" y="217932"/>
                </a:lnTo>
                <a:lnTo>
                  <a:pt x="946404" y="222504"/>
                </a:lnTo>
                <a:lnTo>
                  <a:pt x="932383" y="232537"/>
                </a:lnTo>
                <a:lnTo>
                  <a:pt x="917638" y="242125"/>
                </a:lnTo>
                <a:lnTo>
                  <a:pt x="902042" y="251447"/>
                </a:lnTo>
                <a:lnTo>
                  <a:pt x="885444" y="260604"/>
                </a:lnTo>
                <a:lnTo>
                  <a:pt x="886968" y="268224"/>
                </a:lnTo>
                <a:lnTo>
                  <a:pt x="905281" y="260489"/>
                </a:lnTo>
                <a:lnTo>
                  <a:pt x="921448" y="253174"/>
                </a:lnTo>
                <a:lnTo>
                  <a:pt x="935621" y="246151"/>
                </a:lnTo>
                <a:lnTo>
                  <a:pt x="947928" y="239268"/>
                </a:lnTo>
                <a:lnTo>
                  <a:pt x="947699" y="293522"/>
                </a:lnTo>
                <a:lnTo>
                  <a:pt x="947166" y="339471"/>
                </a:lnTo>
                <a:lnTo>
                  <a:pt x="946645" y="376859"/>
                </a:lnTo>
                <a:lnTo>
                  <a:pt x="946404" y="405384"/>
                </a:lnTo>
                <a:lnTo>
                  <a:pt x="970788" y="393192"/>
                </a:lnTo>
                <a:lnTo>
                  <a:pt x="970788" y="356616"/>
                </a:lnTo>
                <a:lnTo>
                  <a:pt x="1065276" y="356616"/>
                </a:lnTo>
                <a:lnTo>
                  <a:pt x="1065276" y="391668"/>
                </a:lnTo>
                <a:lnTo>
                  <a:pt x="1092708" y="377952"/>
                </a:lnTo>
                <a:lnTo>
                  <a:pt x="1090866" y="356616"/>
                </a:lnTo>
                <a:lnTo>
                  <a:pt x="1090714" y="354812"/>
                </a:lnTo>
                <a:lnTo>
                  <a:pt x="1090333" y="345948"/>
                </a:lnTo>
                <a:lnTo>
                  <a:pt x="1089279" y="321945"/>
                </a:lnTo>
                <a:lnTo>
                  <a:pt x="1088504" y="283464"/>
                </a:lnTo>
                <a:lnTo>
                  <a:pt x="1088390" y="272796"/>
                </a:lnTo>
                <a:lnTo>
                  <a:pt x="1088136" y="227076"/>
                </a:lnTo>
                <a:lnTo>
                  <a:pt x="1104900" y="217932"/>
                </a:lnTo>
                <a:lnTo>
                  <a:pt x="1096772" y="208788"/>
                </a:lnTo>
                <a:lnTo>
                  <a:pt x="1095425" y="207264"/>
                </a:lnTo>
                <a:lnTo>
                  <a:pt x="1080516" y="190500"/>
                </a:lnTo>
                <a:lnTo>
                  <a:pt x="1065276" y="207264"/>
                </a:lnTo>
                <a:lnTo>
                  <a:pt x="1065276" y="217932"/>
                </a:lnTo>
                <a:lnTo>
                  <a:pt x="1065276" y="272796"/>
                </a:lnTo>
                <a:lnTo>
                  <a:pt x="1065276" y="283464"/>
                </a:lnTo>
                <a:lnTo>
                  <a:pt x="1065276" y="345948"/>
                </a:lnTo>
                <a:lnTo>
                  <a:pt x="970788" y="345948"/>
                </a:lnTo>
                <a:lnTo>
                  <a:pt x="970788" y="283464"/>
                </a:lnTo>
                <a:lnTo>
                  <a:pt x="1065276" y="283464"/>
                </a:lnTo>
                <a:lnTo>
                  <a:pt x="1065276" y="272796"/>
                </a:lnTo>
                <a:lnTo>
                  <a:pt x="970788" y="272796"/>
                </a:lnTo>
                <a:lnTo>
                  <a:pt x="970788" y="239268"/>
                </a:lnTo>
                <a:lnTo>
                  <a:pt x="970788" y="227076"/>
                </a:lnTo>
                <a:lnTo>
                  <a:pt x="984504" y="217932"/>
                </a:lnTo>
                <a:lnTo>
                  <a:pt x="1065276" y="217932"/>
                </a:lnTo>
                <a:lnTo>
                  <a:pt x="1065276" y="207264"/>
                </a:lnTo>
                <a:lnTo>
                  <a:pt x="995172" y="207264"/>
                </a:lnTo>
                <a:lnTo>
                  <a:pt x="1045464" y="156972"/>
                </a:lnTo>
                <a:lnTo>
                  <a:pt x="1138428" y="156972"/>
                </a:lnTo>
                <a:close/>
              </a:path>
              <a:path w="1713229" h="410210">
                <a:moveTo>
                  <a:pt x="1286256" y="50292"/>
                </a:moveTo>
                <a:lnTo>
                  <a:pt x="1278636" y="42672"/>
                </a:lnTo>
                <a:lnTo>
                  <a:pt x="1260348" y="24384"/>
                </a:lnTo>
                <a:lnTo>
                  <a:pt x="1243584" y="42672"/>
                </a:lnTo>
                <a:lnTo>
                  <a:pt x="1167384" y="42672"/>
                </a:lnTo>
                <a:lnTo>
                  <a:pt x="1143000" y="25908"/>
                </a:lnTo>
                <a:lnTo>
                  <a:pt x="1143241" y="68757"/>
                </a:lnTo>
                <a:lnTo>
                  <a:pt x="1143762" y="114871"/>
                </a:lnTo>
                <a:lnTo>
                  <a:pt x="1144295" y="164147"/>
                </a:lnTo>
                <a:lnTo>
                  <a:pt x="1144447" y="198081"/>
                </a:lnTo>
                <a:lnTo>
                  <a:pt x="1144346" y="256400"/>
                </a:lnTo>
                <a:lnTo>
                  <a:pt x="1144231" y="274066"/>
                </a:lnTo>
                <a:lnTo>
                  <a:pt x="1143241" y="365366"/>
                </a:lnTo>
                <a:lnTo>
                  <a:pt x="1143000" y="409956"/>
                </a:lnTo>
                <a:lnTo>
                  <a:pt x="1167384" y="400812"/>
                </a:lnTo>
                <a:lnTo>
                  <a:pt x="1167384" y="53340"/>
                </a:lnTo>
                <a:lnTo>
                  <a:pt x="1243584" y="53340"/>
                </a:lnTo>
                <a:lnTo>
                  <a:pt x="1205484" y="170688"/>
                </a:lnTo>
                <a:lnTo>
                  <a:pt x="1220038" y="192405"/>
                </a:lnTo>
                <a:lnTo>
                  <a:pt x="1231582" y="211836"/>
                </a:lnTo>
                <a:lnTo>
                  <a:pt x="1247990" y="256400"/>
                </a:lnTo>
                <a:lnTo>
                  <a:pt x="1251204" y="278892"/>
                </a:lnTo>
                <a:lnTo>
                  <a:pt x="1251204" y="284988"/>
                </a:lnTo>
                <a:lnTo>
                  <a:pt x="1219200" y="306324"/>
                </a:lnTo>
                <a:lnTo>
                  <a:pt x="1212634" y="306044"/>
                </a:lnTo>
                <a:lnTo>
                  <a:pt x="1204341" y="305181"/>
                </a:lnTo>
                <a:lnTo>
                  <a:pt x="1194346" y="303758"/>
                </a:lnTo>
                <a:lnTo>
                  <a:pt x="1182624" y="301752"/>
                </a:lnTo>
                <a:lnTo>
                  <a:pt x="1182624" y="309372"/>
                </a:lnTo>
                <a:lnTo>
                  <a:pt x="1200086" y="315709"/>
                </a:lnTo>
                <a:lnTo>
                  <a:pt x="1213675" y="323469"/>
                </a:lnTo>
                <a:lnTo>
                  <a:pt x="1223568" y="332955"/>
                </a:lnTo>
                <a:lnTo>
                  <a:pt x="1229868" y="344424"/>
                </a:lnTo>
                <a:lnTo>
                  <a:pt x="1240726" y="339051"/>
                </a:lnTo>
                <a:lnTo>
                  <a:pt x="1271663" y="306324"/>
                </a:lnTo>
                <a:lnTo>
                  <a:pt x="1276731" y="279679"/>
                </a:lnTo>
                <a:lnTo>
                  <a:pt x="1275588" y="263652"/>
                </a:lnTo>
                <a:lnTo>
                  <a:pt x="1271016" y="245033"/>
                </a:lnTo>
                <a:lnTo>
                  <a:pt x="1259586" y="223266"/>
                </a:lnTo>
                <a:lnTo>
                  <a:pt x="1241298" y="198081"/>
                </a:lnTo>
                <a:lnTo>
                  <a:pt x="1216152" y="169164"/>
                </a:lnTo>
                <a:lnTo>
                  <a:pt x="1269492" y="59436"/>
                </a:lnTo>
                <a:lnTo>
                  <a:pt x="1280668" y="53340"/>
                </a:lnTo>
                <a:lnTo>
                  <a:pt x="1286256" y="50292"/>
                </a:lnTo>
                <a:close/>
              </a:path>
              <a:path w="1713229" h="410210">
                <a:moveTo>
                  <a:pt x="1697748" y="25920"/>
                </a:moveTo>
                <a:lnTo>
                  <a:pt x="1691055" y="21336"/>
                </a:lnTo>
                <a:lnTo>
                  <a:pt x="1668792" y="6108"/>
                </a:lnTo>
                <a:lnTo>
                  <a:pt x="1661160" y="15646"/>
                </a:lnTo>
                <a:lnTo>
                  <a:pt x="1661160" y="32004"/>
                </a:lnTo>
                <a:lnTo>
                  <a:pt x="1661160" y="76200"/>
                </a:lnTo>
                <a:lnTo>
                  <a:pt x="1412748" y="76200"/>
                </a:lnTo>
                <a:lnTo>
                  <a:pt x="1412748" y="32004"/>
                </a:lnTo>
                <a:lnTo>
                  <a:pt x="1661160" y="32004"/>
                </a:lnTo>
                <a:lnTo>
                  <a:pt x="1661160" y="15646"/>
                </a:lnTo>
                <a:lnTo>
                  <a:pt x="1656600" y="21336"/>
                </a:lnTo>
                <a:lnTo>
                  <a:pt x="1412748" y="21336"/>
                </a:lnTo>
                <a:lnTo>
                  <a:pt x="1385316" y="7632"/>
                </a:lnTo>
                <a:lnTo>
                  <a:pt x="1386090" y="76200"/>
                </a:lnTo>
                <a:lnTo>
                  <a:pt x="1386217" y="112395"/>
                </a:lnTo>
                <a:lnTo>
                  <a:pt x="1386268" y="142303"/>
                </a:lnTo>
                <a:lnTo>
                  <a:pt x="1385531" y="188722"/>
                </a:lnTo>
                <a:lnTo>
                  <a:pt x="1381848" y="244678"/>
                </a:lnTo>
                <a:lnTo>
                  <a:pt x="1373987" y="289560"/>
                </a:lnTo>
                <a:lnTo>
                  <a:pt x="1361694" y="332689"/>
                </a:lnTo>
                <a:lnTo>
                  <a:pt x="1341120" y="377977"/>
                </a:lnTo>
                <a:lnTo>
                  <a:pt x="1327404" y="402336"/>
                </a:lnTo>
                <a:lnTo>
                  <a:pt x="1331976" y="405396"/>
                </a:lnTo>
                <a:lnTo>
                  <a:pt x="1366647" y="362153"/>
                </a:lnTo>
                <a:lnTo>
                  <a:pt x="1389888" y="315480"/>
                </a:lnTo>
                <a:lnTo>
                  <a:pt x="1403223" y="266890"/>
                </a:lnTo>
                <a:lnTo>
                  <a:pt x="1409700" y="219456"/>
                </a:lnTo>
                <a:lnTo>
                  <a:pt x="1411795" y="162877"/>
                </a:lnTo>
                <a:lnTo>
                  <a:pt x="1412557" y="117309"/>
                </a:lnTo>
                <a:lnTo>
                  <a:pt x="1412748" y="86868"/>
                </a:lnTo>
                <a:lnTo>
                  <a:pt x="1661160" y="86868"/>
                </a:lnTo>
                <a:lnTo>
                  <a:pt x="1661160" y="100584"/>
                </a:lnTo>
                <a:lnTo>
                  <a:pt x="1687080" y="91440"/>
                </a:lnTo>
                <a:lnTo>
                  <a:pt x="1686737" y="86868"/>
                </a:lnTo>
                <a:lnTo>
                  <a:pt x="1686191" y="79425"/>
                </a:lnTo>
                <a:lnTo>
                  <a:pt x="1686090" y="76200"/>
                </a:lnTo>
                <a:lnTo>
                  <a:pt x="1685747" y="66103"/>
                </a:lnTo>
                <a:lnTo>
                  <a:pt x="1685569" y="51371"/>
                </a:lnTo>
                <a:lnTo>
                  <a:pt x="1685556" y="35052"/>
                </a:lnTo>
                <a:lnTo>
                  <a:pt x="1689620" y="32004"/>
                </a:lnTo>
                <a:lnTo>
                  <a:pt x="1697748" y="25920"/>
                </a:lnTo>
                <a:close/>
              </a:path>
              <a:path w="1713229" h="410210">
                <a:moveTo>
                  <a:pt x="1712988" y="271272"/>
                </a:moveTo>
                <a:lnTo>
                  <a:pt x="1707007" y="266700"/>
                </a:lnTo>
                <a:lnTo>
                  <a:pt x="1687080" y="251460"/>
                </a:lnTo>
                <a:lnTo>
                  <a:pt x="1674888" y="266700"/>
                </a:lnTo>
                <a:lnTo>
                  <a:pt x="1575828" y="266700"/>
                </a:lnTo>
                <a:lnTo>
                  <a:pt x="1575828" y="231648"/>
                </a:lnTo>
                <a:lnTo>
                  <a:pt x="1648980" y="231648"/>
                </a:lnTo>
                <a:lnTo>
                  <a:pt x="1648980" y="245364"/>
                </a:lnTo>
                <a:lnTo>
                  <a:pt x="1673364" y="236220"/>
                </a:lnTo>
                <a:lnTo>
                  <a:pt x="1672958" y="231648"/>
                </a:lnTo>
                <a:lnTo>
                  <a:pt x="1672475" y="226250"/>
                </a:lnTo>
                <a:lnTo>
                  <a:pt x="1672272" y="220980"/>
                </a:lnTo>
                <a:lnTo>
                  <a:pt x="1672031" y="214693"/>
                </a:lnTo>
                <a:lnTo>
                  <a:pt x="1671866" y="202692"/>
                </a:lnTo>
                <a:lnTo>
                  <a:pt x="1671840" y="187452"/>
                </a:lnTo>
                <a:lnTo>
                  <a:pt x="1676412" y="184404"/>
                </a:lnTo>
                <a:lnTo>
                  <a:pt x="1685556" y="178308"/>
                </a:lnTo>
                <a:lnTo>
                  <a:pt x="1679575" y="173736"/>
                </a:lnTo>
                <a:lnTo>
                  <a:pt x="1659648" y="158496"/>
                </a:lnTo>
                <a:lnTo>
                  <a:pt x="1648980" y="171831"/>
                </a:lnTo>
                <a:lnTo>
                  <a:pt x="1648980" y="184404"/>
                </a:lnTo>
                <a:lnTo>
                  <a:pt x="1648980" y="220980"/>
                </a:lnTo>
                <a:lnTo>
                  <a:pt x="1575828" y="220980"/>
                </a:lnTo>
                <a:lnTo>
                  <a:pt x="1575828" y="184404"/>
                </a:lnTo>
                <a:lnTo>
                  <a:pt x="1648980" y="184404"/>
                </a:lnTo>
                <a:lnTo>
                  <a:pt x="1648980" y="171831"/>
                </a:lnTo>
                <a:lnTo>
                  <a:pt x="1647456" y="173736"/>
                </a:lnTo>
                <a:lnTo>
                  <a:pt x="1575828" y="173736"/>
                </a:lnTo>
                <a:lnTo>
                  <a:pt x="1575828" y="137160"/>
                </a:lnTo>
                <a:lnTo>
                  <a:pt x="1575828" y="135636"/>
                </a:lnTo>
                <a:lnTo>
                  <a:pt x="1613496" y="133642"/>
                </a:lnTo>
                <a:lnTo>
                  <a:pt x="1667116" y="131356"/>
                </a:lnTo>
                <a:lnTo>
                  <a:pt x="1682496" y="131064"/>
                </a:lnTo>
                <a:lnTo>
                  <a:pt x="1655076" y="100584"/>
                </a:lnTo>
                <a:lnTo>
                  <a:pt x="1596783" y="117309"/>
                </a:lnTo>
                <a:lnTo>
                  <a:pt x="1537106" y="125095"/>
                </a:lnTo>
                <a:lnTo>
                  <a:pt x="1443228" y="132588"/>
                </a:lnTo>
                <a:lnTo>
                  <a:pt x="1443228" y="140208"/>
                </a:lnTo>
                <a:lnTo>
                  <a:pt x="1470660" y="139954"/>
                </a:lnTo>
                <a:lnTo>
                  <a:pt x="1498104" y="139255"/>
                </a:lnTo>
                <a:lnTo>
                  <a:pt x="1552968" y="137160"/>
                </a:lnTo>
                <a:lnTo>
                  <a:pt x="1552968" y="173736"/>
                </a:lnTo>
                <a:lnTo>
                  <a:pt x="1552968" y="184404"/>
                </a:lnTo>
                <a:lnTo>
                  <a:pt x="1552968" y="220980"/>
                </a:lnTo>
                <a:lnTo>
                  <a:pt x="1484388" y="220980"/>
                </a:lnTo>
                <a:lnTo>
                  <a:pt x="1484388" y="184404"/>
                </a:lnTo>
                <a:lnTo>
                  <a:pt x="1552968" y="184404"/>
                </a:lnTo>
                <a:lnTo>
                  <a:pt x="1552968" y="173736"/>
                </a:lnTo>
                <a:lnTo>
                  <a:pt x="1484388" y="173736"/>
                </a:lnTo>
                <a:lnTo>
                  <a:pt x="1461516" y="161544"/>
                </a:lnTo>
                <a:lnTo>
                  <a:pt x="1461757" y="171831"/>
                </a:lnTo>
                <a:lnTo>
                  <a:pt x="1462811" y="192405"/>
                </a:lnTo>
                <a:lnTo>
                  <a:pt x="1463040" y="202692"/>
                </a:lnTo>
                <a:lnTo>
                  <a:pt x="1462811" y="212394"/>
                </a:lnTo>
                <a:lnTo>
                  <a:pt x="1461757" y="234632"/>
                </a:lnTo>
                <a:lnTo>
                  <a:pt x="1461516" y="246888"/>
                </a:lnTo>
                <a:lnTo>
                  <a:pt x="1484388" y="240792"/>
                </a:lnTo>
                <a:lnTo>
                  <a:pt x="1484388" y="231648"/>
                </a:lnTo>
                <a:lnTo>
                  <a:pt x="1552968" y="231648"/>
                </a:lnTo>
                <a:lnTo>
                  <a:pt x="1552968" y="266700"/>
                </a:lnTo>
                <a:lnTo>
                  <a:pt x="1458468" y="266700"/>
                </a:lnTo>
                <a:lnTo>
                  <a:pt x="1434084" y="254508"/>
                </a:lnTo>
                <a:lnTo>
                  <a:pt x="1435214" y="272491"/>
                </a:lnTo>
                <a:lnTo>
                  <a:pt x="1436179" y="292049"/>
                </a:lnTo>
                <a:lnTo>
                  <a:pt x="1436801" y="310832"/>
                </a:lnTo>
                <a:lnTo>
                  <a:pt x="1436903" y="315480"/>
                </a:lnTo>
                <a:lnTo>
                  <a:pt x="1437030" y="326148"/>
                </a:lnTo>
                <a:lnTo>
                  <a:pt x="1436916" y="353580"/>
                </a:lnTo>
                <a:lnTo>
                  <a:pt x="1436878" y="356717"/>
                </a:lnTo>
                <a:lnTo>
                  <a:pt x="1436179" y="375297"/>
                </a:lnTo>
                <a:lnTo>
                  <a:pt x="1435214" y="391007"/>
                </a:lnTo>
                <a:lnTo>
                  <a:pt x="1434084" y="403872"/>
                </a:lnTo>
                <a:lnTo>
                  <a:pt x="1458468" y="391680"/>
                </a:lnTo>
                <a:lnTo>
                  <a:pt x="1458468" y="277368"/>
                </a:lnTo>
                <a:lnTo>
                  <a:pt x="1552968" y="277368"/>
                </a:lnTo>
                <a:lnTo>
                  <a:pt x="1552968" y="321576"/>
                </a:lnTo>
                <a:lnTo>
                  <a:pt x="1484388" y="326148"/>
                </a:lnTo>
                <a:lnTo>
                  <a:pt x="1501152" y="355104"/>
                </a:lnTo>
                <a:lnTo>
                  <a:pt x="1515122" y="347357"/>
                </a:lnTo>
                <a:lnTo>
                  <a:pt x="1540967" y="340042"/>
                </a:lnTo>
                <a:lnTo>
                  <a:pt x="1578508" y="333019"/>
                </a:lnTo>
                <a:lnTo>
                  <a:pt x="1627644" y="326148"/>
                </a:lnTo>
                <a:lnTo>
                  <a:pt x="1630692" y="332244"/>
                </a:lnTo>
                <a:lnTo>
                  <a:pt x="1632216" y="339864"/>
                </a:lnTo>
                <a:lnTo>
                  <a:pt x="1635213" y="347357"/>
                </a:lnTo>
                <a:lnTo>
                  <a:pt x="1635264" y="353580"/>
                </a:lnTo>
                <a:lnTo>
                  <a:pt x="1638312" y="356628"/>
                </a:lnTo>
                <a:lnTo>
                  <a:pt x="1642872" y="356628"/>
                </a:lnTo>
                <a:lnTo>
                  <a:pt x="1645920" y="355104"/>
                </a:lnTo>
                <a:lnTo>
                  <a:pt x="1655076" y="345948"/>
                </a:lnTo>
                <a:lnTo>
                  <a:pt x="1656549" y="340042"/>
                </a:lnTo>
                <a:lnTo>
                  <a:pt x="1656600" y="332244"/>
                </a:lnTo>
                <a:lnTo>
                  <a:pt x="1653895" y="326148"/>
                </a:lnTo>
                <a:lnTo>
                  <a:pt x="1653171" y="324497"/>
                </a:lnTo>
                <a:lnTo>
                  <a:pt x="1649450" y="320052"/>
                </a:lnTo>
                <a:lnTo>
                  <a:pt x="1645170" y="314909"/>
                </a:lnTo>
                <a:lnTo>
                  <a:pt x="1632597" y="303301"/>
                </a:lnTo>
                <a:lnTo>
                  <a:pt x="1615452" y="289560"/>
                </a:lnTo>
                <a:lnTo>
                  <a:pt x="1610880" y="292620"/>
                </a:lnTo>
                <a:lnTo>
                  <a:pt x="1614309" y="297738"/>
                </a:lnTo>
                <a:lnTo>
                  <a:pt x="1617738" y="303860"/>
                </a:lnTo>
                <a:lnTo>
                  <a:pt x="1621167" y="310832"/>
                </a:lnTo>
                <a:lnTo>
                  <a:pt x="1624596" y="318528"/>
                </a:lnTo>
                <a:lnTo>
                  <a:pt x="1575828" y="320052"/>
                </a:lnTo>
                <a:lnTo>
                  <a:pt x="1575828" y="277368"/>
                </a:lnTo>
                <a:lnTo>
                  <a:pt x="1677936" y="277368"/>
                </a:lnTo>
                <a:lnTo>
                  <a:pt x="1677936" y="365772"/>
                </a:lnTo>
                <a:lnTo>
                  <a:pt x="1673364" y="370344"/>
                </a:lnTo>
                <a:lnTo>
                  <a:pt x="1665744" y="370344"/>
                </a:lnTo>
                <a:lnTo>
                  <a:pt x="1657718" y="370078"/>
                </a:lnTo>
                <a:lnTo>
                  <a:pt x="1618500" y="367296"/>
                </a:lnTo>
                <a:lnTo>
                  <a:pt x="1618500" y="373392"/>
                </a:lnTo>
                <a:lnTo>
                  <a:pt x="1638515" y="381406"/>
                </a:lnTo>
                <a:lnTo>
                  <a:pt x="1652981" y="389585"/>
                </a:lnTo>
                <a:lnTo>
                  <a:pt x="1661998" y="398030"/>
                </a:lnTo>
                <a:lnTo>
                  <a:pt x="1665744" y="406920"/>
                </a:lnTo>
                <a:lnTo>
                  <a:pt x="1681721" y="398932"/>
                </a:lnTo>
                <a:lnTo>
                  <a:pt x="1692986" y="388810"/>
                </a:lnTo>
                <a:lnTo>
                  <a:pt x="1699387" y="376694"/>
                </a:lnTo>
                <a:lnTo>
                  <a:pt x="1700022" y="370344"/>
                </a:lnTo>
                <a:lnTo>
                  <a:pt x="1700784" y="362712"/>
                </a:lnTo>
                <a:lnTo>
                  <a:pt x="1700784" y="280416"/>
                </a:lnTo>
                <a:lnTo>
                  <a:pt x="1704860" y="277368"/>
                </a:lnTo>
                <a:lnTo>
                  <a:pt x="1712988" y="27127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" name="object 38"/>
          <p:cNvSpPr/>
          <p:nvPr/>
        </p:nvSpPr>
        <p:spPr>
          <a:xfrm>
            <a:off x="9396983" y="3557016"/>
            <a:ext cx="394970" cy="386080"/>
          </a:xfrm>
          <a:custGeom>
            <a:avLst/>
            <a:gdLst/>
            <a:ahLst/>
            <a:cxnLst/>
            <a:rect l="l" t="t" r="r" b="b"/>
            <a:pathLst>
              <a:path w="394970" h="386079">
                <a:moveTo>
                  <a:pt x="169163" y="385572"/>
                </a:moveTo>
                <a:lnTo>
                  <a:pt x="165449" y="372689"/>
                </a:lnTo>
                <a:lnTo>
                  <a:pt x="154304" y="361378"/>
                </a:lnTo>
                <a:lnTo>
                  <a:pt x="135731" y="351496"/>
                </a:lnTo>
                <a:lnTo>
                  <a:pt x="109727" y="342900"/>
                </a:lnTo>
                <a:lnTo>
                  <a:pt x="109727" y="335280"/>
                </a:lnTo>
                <a:lnTo>
                  <a:pt x="127992" y="338161"/>
                </a:lnTo>
                <a:lnTo>
                  <a:pt x="143827" y="340042"/>
                </a:lnTo>
                <a:lnTo>
                  <a:pt x="157091" y="341066"/>
                </a:lnTo>
                <a:lnTo>
                  <a:pt x="167639" y="341376"/>
                </a:lnTo>
                <a:lnTo>
                  <a:pt x="174759" y="339947"/>
                </a:lnTo>
                <a:lnTo>
                  <a:pt x="180022" y="335661"/>
                </a:lnTo>
                <a:lnTo>
                  <a:pt x="183284" y="328517"/>
                </a:lnTo>
                <a:lnTo>
                  <a:pt x="184403" y="318516"/>
                </a:lnTo>
                <a:lnTo>
                  <a:pt x="184403" y="166116"/>
                </a:lnTo>
                <a:lnTo>
                  <a:pt x="57911" y="166116"/>
                </a:lnTo>
                <a:lnTo>
                  <a:pt x="46743" y="166401"/>
                </a:lnTo>
                <a:lnTo>
                  <a:pt x="36004" y="167259"/>
                </a:lnTo>
                <a:lnTo>
                  <a:pt x="25550" y="168687"/>
                </a:lnTo>
                <a:lnTo>
                  <a:pt x="15239" y="170688"/>
                </a:lnTo>
                <a:lnTo>
                  <a:pt x="0" y="155448"/>
                </a:lnTo>
                <a:lnTo>
                  <a:pt x="184403" y="155448"/>
                </a:lnTo>
                <a:lnTo>
                  <a:pt x="184403" y="33528"/>
                </a:lnTo>
                <a:lnTo>
                  <a:pt x="111251" y="33528"/>
                </a:lnTo>
                <a:lnTo>
                  <a:pt x="100107" y="34051"/>
                </a:lnTo>
                <a:lnTo>
                  <a:pt x="89534" y="35433"/>
                </a:lnTo>
                <a:lnTo>
                  <a:pt x="79533" y="37385"/>
                </a:lnTo>
                <a:lnTo>
                  <a:pt x="70103" y="39624"/>
                </a:lnTo>
                <a:lnTo>
                  <a:pt x="54863" y="24384"/>
                </a:lnTo>
                <a:lnTo>
                  <a:pt x="286511" y="24384"/>
                </a:lnTo>
                <a:lnTo>
                  <a:pt x="310896" y="0"/>
                </a:lnTo>
                <a:lnTo>
                  <a:pt x="345947" y="33528"/>
                </a:lnTo>
                <a:lnTo>
                  <a:pt x="210311" y="33528"/>
                </a:lnTo>
                <a:lnTo>
                  <a:pt x="210311" y="155448"/>
                </a:lnTo>
                <a:lnTo>
                  <a:pt x="329184" y="155448"/>
                </a:lnTo>
                <a:lnTo>
                  <a:pt x="356615" y="128016"/>
                </a:lnTo>
                <a:lnTo>
                  <a:pt x="394715" y="166116"/>
                </a:lnTo>
                <a:lnTo>
                  <a:pt x="210311" y="166116"/>
                </a:lnTo>
                <a:lnTo>
                  <a:pt x="210311" y="333756"/>
                </a:lnTo>
                <a:lnTo>
                  <a:pt x="208597" y="350853"/>
                </a:lnTo>
                <a:lnTo>
                  <a:pt x="201167" y="365379"/>
                </a:lnTo>
                <a:lnTo>
                  <a:pt x="188023" y="377047"/>
                </a:lnTo>
                <a:lnTo>
                  <a:pt x="169163" y="38557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" name="object 39"/>
          <p:cNvSpPr/>
          <p:nvPr/>
        </p:nvSpPr>
        <p:spPr>
          <a:xfrm>
            <a:off x="2125979" y="4076700"/>
            <a:ext cx="405765" cy="407034"/>
          </a:xfrm>
          <a:custGeom>
            <a:avLst/>
            <a:gdLst/>
            <a:ahLst/>
            <a:cxnLst/>
            <a:rect l="l" t="t" r="r" b="b"/>
            <a:pathLst>
              <a:path w="405764" h="407035">
                <a:moveTo>
                  <a:pt x="284988" y="67056"/>
                </a:moveTo>
                <a:lnTo>
                  <a:pt x="260604" y="67056"/>
                </a:lnTo>
                <a:lnTo>
                  <a:pt x="260342" y="49934"/>
                </a:lnTo>
                <a:lnTo>
                  <a:pt x="259651" y="32956"/>
                </a:lnTo>
                <a:lnTo>
                  <a:pt x="258675" y="16263"/>
                </a:lnTo>
                <a:lnTo>
                  <a:pt x="257556" y="0"/>
                </a:lnTo>
                <a:lnTo>
                  <a:pt x="298704" y="18288"/>
                </a:lnTo>
                <a:lnTo>
                  <a:pt x="284988" y="32004"/>
                </a:lnTo>
                <a:lnTo>
                  <a:pt x="284988" y="67056"/>
                </a:lnTo>
                <a:close/>
              </a:path>
              <a:path w="405764" h="407035">
                <a:moveTo>
                  <a:pt x="141732" y="67056"/>
                </a:moveTo>
                <a:lnTo>
                  <a:pt x="117348" y="67056"/>
                </a:lnTo>
                <a:lnTo>
                  <a:pt x="117324" y="52744"/>
                </a:lnTo>
                <a:lnTo>
                  <a:pt x="117157" y="37147"/>
                </a:lnTo>
                <a:lnTo>
                  <a:pt x="116705" y="20121"/>
                </a:lnTo>
                <a:lnTo>
                  <a:pt x="115824" y="1524"/>
                </a:lnTo>
                <a:lnTo>
                  <a:pt x="155448" y="18288"/>
                </a:lnTo>
                <a:lnTo>
                  <a:pt x="141732" y="28956"/>
                </a:lnTo>
                <a:lnTo>
                  <a:pt x="141732" y="67056"/>
                </a:lnTo>
                <a:close/>
              </a:path>
              <a:path w="405764" h="407035">
                <a:moveTo>
                  <a:pt x="38100" y="82296"/>
                </a:moveTo>
                <a:lnTo>
                  <a:pt x="21336" y="67056"/>
                </a:lnTo>
                <a:lnTo>
                  <a:pt x="326136" y="67056"/>
                </a:lnTo>
                <a:lnTo>
                  <a:pt x="350520" y="42672"/>
                </a:lnTo>
                <a:lnTo>
                  <a:pt x="385572" y="77724"/>
                </a:lnTo>
                <a:lnTo>
                  <a:pt x="79248" y="77724"/>
                </a:lnTo>
                <a:lnTo>
                  <a:pt x="68103" y="78009"/>
                </a:lnTo>
                <a:lnTo>
                  <a:pt x="57531" y="78867"/>
                </a:lnTo>
                <a:lnTo>
                  <a:pt x="47529" y="80295"/>
                </a:lnTo>
                <a:lnTo>
                  <a:pt x="38100" y="82296"/>
                </a:lnTo>
                <a:close/>
              </a:path>
              <a:path w="405764" h="407035">
                <a:moveTo>
                  <a:pt x="141732" y="274320"/>
                </a:moveTo>
                <a:lnTo>
                  <a:pt x="117348" y="274320"/>
                </a:lnTo>
                <a:lnTo>
                  <a:pt x="117348" y="77724"/>
                </a:lnTo>
                <a:lnTo>
                  <a:pt x="141732" y="77724"/>
                </a:lnTo>
                <a:lnTo>
                  <a:pt x="141732" y="134112"/>
                </a:lnTo>
                <a:lnTo>
                  <a:pt x="284988" y="134112"/>
                </a:lnTo>
                <a:lnTo>
                  <a:pt x="284988" y="143256"/>
                </a:lnTo>
                <a:lnTo>
                  <a:pt x="141732" y="143256"/>
                </a:lnTo>
                <a:lnTo>
                  <a:pt x="141732" y="201168"/>
                </a:lnTo>
                <a:lnTo>
                  <a:pt x="284988" y="201168"/>
                </a:lnTo>
                <a:lnTo>
                  <a:pt x="284988" y="211836"/>
                </a:lnTo>
                <a:lnTo>
                  <a:pt x="141732" y="211836"/>
                </a:lnTo>
                <a:lnTo>
                  <a:pt x="141732" y="274320"/>
                </a:lnTo>
                <a:close/>
              </a:path>
              <a:path w="405764" h="407035">
                <a:moveTo>
                  <a:pt x="284988" y="134112"/>
                </a:moveTo>
                <a:lnTo>
                  <a:pt x="260604" y="134112"/>
                </a:lnTo>
                <a:lnTo>
                  <a:pt x="260604" y="77724"/>
                </a:lnTo>
                <a:lnTo>
                  <a:pt x="284988" y="77724"/>
                </a:lnTo>
                <a:lnTo>
                  <a:pt x="284988" y="134112"/>
                </a:lnTo>
                <a:close/>
              </a:path>
              <a:path w="405764" h="407035">
                <a:moveTo>
                  <a:pt x="284988" y="201168"/>
                </a:moveTo>
                <a:lnTo>
                  <a:pt x="260604" y="201168"/>
                </a:lnTo>
                <a:lnTo>
                  <a:pt x="260604" y="143256"/>
                </a:lnTo>
                <a:lnTo>
                  <a:pt x="284988" y="143256"/>
                </a:lnTo>
                <a:lnTo>
                  <a:pt x="284988" y="201168"/>
                </a:lnTo>
                <a:close/>
              </a:path>
              <a:path w="405764" h="407035">
                <a:moveTo>
                  <a:pt x="284988" y="274320"/>
                </a:moveTo>
                <a:lnTo>
                  <a:pt x="260604" y="274320"/>
                </a:lnTo>
                <a:lnTo>
                  <a:pt x="260604" y="211836"/>
                </a:lnTo>
                <a:lnTo>
                  <a:pt x="284988" y="211836"/>
                </a:lnTo>
                <a:lnTo>
                  <a:pt x="284988" y="274320"/>
                </a:lnTo>
                <a:close/>
              </a:path>
              <a:path w="405764" h="407035">
                <a:moveTo>
                  <a:pt x="15240" y="289560"/>
                </a:moveTo>
                <a:lnTo>
                  <a:pt x="0" y="274320"/>
                </a:lnTo>
                <a:lnTo>
                  <a:pt x="336804" y="274320"/>
                </a:lnTo>
                <a:lnTo>
                  <a:pt x="365760" y="243839"/>
                </a:lnTo>
                <a:lnTo>
                  <a:pt x="405384" y="284987"/>
                </a:lnTo>
                <a:lnTo>
                  <a:pt x="56388" y="284987"/>
                </a:lnTo>
                <a:lnTo>
                  <a:pt x="45243" y="285273"/>
                </a:lnTo>
                <a:lnTo>
                  <a:pt x="34671" y="286131"/>
                </a:lnTo>
                <a:lnTo>
                  <a:pt x="24669" y="287559"/>
                </a:lnTo>
                <a:lnTo>
                  <a:pt x="15240" y="289560"/>
                </a:lnTo>
                <a:close/>
              </a:path>
              <a:path w="405764" h="407035">
                <a:moveTo>
                  <a:pt x="13716" y="406908"/>
                </a:moveTo>
                <a:lnTo>
                  <a:pt x="9144" y="400812"/>
                </a:lnTo>
                <a:lnTo>
                  <a:pt x="27503" y="390572"/>
                </a:lnTo>
                <a:lnTo>
                  <a:pt x="46291" y="378333"/>
                </a:lnTo>
                <a:lnTo>
                  <a:pt x="86868" y="348996"/>
                </a:lnTo>
                <a:lnTo>
                  <a:pt x="121158" y="318135"/>
                </a:lnTo>
                <a:lnTo>
                  <a:pt x="141732" y="289560"/>
                </a:lnTo>
                <a:lnTo>
                  <a:pt x="176784" y="320040"/>
                </a:lnTo>
                <a:lnTo>
                  <a:pt x="167925" y="322278"/>
                </a:lnTo>
                <a:lnTo>
                  <a:pt x="155067" y="328803"/>
                </a:lnTo>
                <a:lnTo>
                  <a:pt x="138207" y="339328"/>
                </a:lnTo>
                <a:lnTo>
                  <a:pt x="93654" y="369617"/>
                </a:lnTo>
                <a:lnTo>
                  <a:pt x="68389" y="383667"/>
                </a:lnTo>
                <a:lnTo>
                  <a:pt x="41695" y="396001"/>
                </a:lnTo>
                <a:lnTo>
                  <a:pt x="13716" y="406908"/>
                </a:lnTo>
                <a:close/>
              </a:path>
              <a:path w="405764" h="407035">
                <a:moveTo>
                  <a:pt x="358140" y="406908"/>
                </a:moveTo>
                <a:lnTo>
                  <a:pt x="350520" y="406908"/>
                </a:lnTo>
                <a:lnTo>
                  <a:pt x="344424" y="400812"/>
                </a:lnTo>
                <a:lnTo>
                  <a:pt x="336804" y="390143"/>
                </a:lnTo>
                <a:lnTo>
                  <a:pt x="323302" y="375261"/>
                </a:lnTo>
                <a:lnTo>
                  <a:pt x="303085" y="355663"/>
                </a:lnTo>
                <a:lnTo>
                  <a:pt x="275724" y="331208"/>
                </a:lnTo>
                <a:lnTo>
                  <a:pt x="240792" y="301751"/>
                </a:lnTo>
                <a:lnTo>
                  <a:pt x="245364" y="297180"/>
                </a:lnTo>
                <a:lnTo>
                  <a:pt x="290179" y="318039"/>
                </a:lnTo>
                <a:lnTo>
                  <a:pt x="346090" y="347757"/>
                </a:lnTo>
                <a:lnTo>
                  <a:pt x="365760" y="382524"/>
                </a:lnTo>
                <a:lnTo>
                  <a:pt x="365760" y="387095"/>
                </a:lnTo>
                <a:lnTo>
                  <a:pt x="364236" y="391668"/>
                </a:lnTo>
                <a:lnTo>
                  <a:pt x="362712" y="397764"/>
                </a:lnTo>
                <a:lnTo>
                  <a:pt x="358140" y="40690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" name="object 40"/>
          <p:cNvSpPr/>
          <p:nvPr/>
        </p:nvSpPr>
        <p:spPr>
          <a:xfrm>
            <a:off x="2610611" y="4076700"/>
            <a:ext cx="337185" cy="408940"/>
          </a:xfrm>
          <a:custGeom>
            <a:avLst/>
            <a:gdLst/>
            <a:ahLst/>
            <a:cxnLst/>
            <a:rect l="l" t="t" r="r" b="b"/>
            <a:pathLst>
              <a:path w="337185" h="408939">
                <a:moveTo>
                  <a:pt x="172212" y="102108"/>
                </a:moveTo>
                <a:lnTo>
                  <a:pt x="144780" y="102108"/>
                </a:lnTo>
                <a:lnTo>
                  <a:pt x="144756" y="70080"/>
                </a:lnTo>
                <a:lnTo>
                  <a:pt x="144589" y="42481"/>
                </a:lnTo>
                <a:lnTo>
                  <a:pt x="144137" y="19169"/>
                </a:lnTo>
                <a:lnTo>
                  <a:pt x="143256" y="0"/>
                </a:lnTo>
                <a:lnTo>
                  <a:pt x="185928" y="18288"/>
                </a:lnTo>
                <a:lnTo>
                  <a:pt x="172212" y="32004"/>
                </a:lnTo>
                <a:lnTo>
                  <a:pt x="172212" y="102108"/>
                </a:lnTo>
                <a:close/>
              </a:path>
              <a:path w="337185" h="408939">
                <a:moveTo>
                  <a:pt x="334873" y="102108"/>
                </a:moveTo>
                <a:lnTo>
                  <a:pt x="292608" y="102108"/>
                </a:lnTo>
                <a:lnTo>
                  <a:pt x="307848" y="80772"/>
                </a:lnTo>
                <a:lnTo>
                  <a:pt x="334873" y="102108"/>
                </a:lnTo>
                <a:close/>
              </a:path>
              <a:path w="337185" h="408939">
                <a:moveTo>
                  <a:pt x="0" y="272795"/>
                </a:moveTo>
                <a:lnTo>
                  <a:pt x="238" y="255079"/>
                </a:lnTo>
                <a:lnTo>
                  <a:pt x="762" y="233934"/>
                </a:lnTo>
                <a:lnTo>
                  <a:pt x="1285" y="209359"/>
                </a:lnTo>
                <a:lnTo>
                  <a:pt x="1524" y="181356"/>
                </a:lnTo>
                <a:lnTo>
                  <a:pt x="1285" y="153947"/>
                </a:lnTo>
                <a:lnTo>
                  <a:pt x="762" y="128968"/>
                </a:lnTo>
                <a:lnTo>
                  <a:pt x="238" y="106560"/>
                </a:lnTo>
                <a:lnTo>
                  <a:pt x="0" y="86868"/>
                </a:lnTo>
                <a:lnTo>
                  <a:pt x="25908" y="102108"/>
                </a:lnTo>
                <a:lnTo>
                  <a:pt x="334873" y="102108"/>
                </a:lnTo>
                <a:lnTo>
                  <a:pt x="336804" y="103632"/>
                </a:lnTo>
                <a:lnTo>
                  <a:pt x="326644" y="112776"/>
                </a:lnTo>
                <a:lnTo>
                  <a:pt x="25908" y="112776"/>
                </a:lnTo>
                <a:lnTo>
                  <a:pt x="25908" y="227076"/>
                </a:lnTo>
                <a:lnTo>
                  <a:pt x="321585" y="227076"/>
                </a:lnTo>
                <a:lnTo>
                  <a:pt x="321751" y="237744"/>
                </a:lnTo>
                <a:lnTo>
                  <a:pt x="25908" y="237744"/>
                </a:lnTo>
                <a:lnTo>
                  <a:pt x="25908" y="259080"/>
                </a:lnTo>
                <a:lnTo>
                  <a:pt x="0" y="272795"/>
                </a:lnTo>
                <a:close/>
              </a:path>
              <a:path w="337185" h="408939">
                <a:moveTo>
                  <a:pt x="172212" y="227076"/>
                </a:moveTo>
                <a:lnTo>
                  <a:pt x="144780" y="227076"/>
                </a:lnTo>
                <a:lnTo>
                  <a:pt x="144780" y="112776"/>
                </a:lnTo>
                <a:lnTo>
                  <a:pt x="172212" y="112776"/>
                </a:lnTo>
                <a:lnTo>
                  <a:pt x="172212" y="227076"/>
                </a:lnTo>
                <a:close/>
              </a:path>
              <a:path w="337185" h="408939">
                <a:moveTo>
                  <a:pt x="321585" y="227076"/>
                </a:moveTo>
                <a:lnTo>
                  <a:pt x="297180" y="227076"/>
                </a:lnTo>
                <a:lnTo>
                  <a:pt x="297180" y="112776"/>
                </a:lnTo>
                <a:lnTo>
                  <a:pt x="326644" y="112776"/>
                </a:lnTo>
                <a:lnTo>
                  <a:pt x="321564" y="117348"/>
                </a:lnTo>
                <a:lnTo>
                  <a:pt x="321585" y="227076"/>
                </a:lnTo>
                <a:close/>
              </a:path>
              <a:path w="337185" h="408939">
                <a:moveTo>
                  <a:pt x="143256" y="408432"/>
                </a:moveTo>
                <a:lnTo>
                  <a:pt x="144137" y="382404"/>
                </a:lnTo>
                <a:lnTo>
                  <a:pt x="144589" y="345376"/>
                </a:lnTo>
                <a:lnTo>
                  <a:pt x="144756" y="297203"/>
                </a:lnTo>
                <a:lnTo>
                  <a:pt x="144780" y="237744"/>
                </a:lnTo>
                <a:lnTo>
                  <a:pt x="172212" y="237744"/>
                </a:lnTo>
                <a:lnTo>
                  <a:pt x="172235" y="297203"/>
                </a:lnTo>
                <a:lnTo>
                  <a:pt x="172402" y="342709"/>
                </a:lnTo>
                <a:lnTo>
                  <a:pt x="172854" y="374261"/>
                </a:lnTo>
                <a:lnTo>
                  <a:pt x="173736" y="391668"/>
                </a:lnTo>
                <a:lnTo>
                  <a:pt x="143256" y="408432"/>
                </a:lnTo>
                <a:close/>
              </a:path>
              <a:path w="337185" h="408939">
                <a:moveTo>
                  <a:pt x="297180" y="268224"/>
                </a:moveTo>
                <a:lnTo>
                  <a:pt x="297180" y="237744"/>
                </a:lnTo>
                <a:lnTo>
                  <a:pt x="321751" y="237744"/>
                </a:lnTo>
                <a:lnTo>
                  <a:pt x="322206" y="248150"/>
                </a:lnTo>
                <a:lnTo>
                  <a:pt x="323088" y="259080"/>
                </a:lnTo>
                <a:lnTo>
                  <a:pt x="297180" y="26822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" name="object 41"/>
          <p:cNvSpPr/>
          <p:nvPr/>
        </p:nvSpPr>
        <p:spPr>
          <a:xfrm>
            <a:off x="3012948" y="4075176"/>
            <a:ext cx="1298575" cy="411480"/>
          </a:xfrm>
          <a:custGeom>
            <a:avLst/>
            <a:gdLst/>
            <a:ahLst/>
            <a:cxnLst/>
            <a:rect l="l" t="t" r="r" b="b"/>
            <a:pathLst>
              <a:path w="1298575" h="411479">
                <a:moveTo>
                  <a:pt x="405384" y="252984"/>
                </a:moveTo>
                <a:lnTo>
                  <a:pt x="368808" y="217932"/>
                </a:lnTo>
                <a:lnTo>
                  <a:pt x="344424" y="242316"/>
                </a:lnTo>
                <a:lnTo>
                  <a:pt x="216408" y="242316"/>
                </a:lnTo>
                <a:lnTo>
                  <a:pt x="216408" y="198120"/>
                </a:lnTo>
                <a:lnTo>
                  <a:pt x="268224" y="198120"/>
                </a:lnTo>
                <a:lnTo>
                  <a:pt x="268224" y="213360"/>
                </a:lnTo>
                <a:lnTo>
                  <a:pt x="294132" y="202692"/>
                </a:lnTo>
                <a:lnTo>
                  <a:pt x="293890" y="198120"/>
                </a:lnTo>
                <a:lnTo>
                  <a:pt x="293357" y="187452"/>
                </a:lnTo>
                <a:lnTo>
                  <a:pt x="293243" y="185293"/>
                </a:lnTo>
                <a:lnTo>
                  <a:pt x="292798" y="158305"/>
                </a:lnTo>
                <a:lnTo>
                  <a:pt x="292684" y="135636"/>
                </a:lnTo>
                <a:lnTo>
                  <a:pt x="292633" y="124968"/>
                </a:lnTo>
                <a:lnTo>
                  <a:pt x="292608" y="76200"/>
                </a:lnTo>
                <a:lnTo>
                  <a:pt x="396240" y="76200"/>
                </a:lnTo>
                <a:lnTo>
                  <a:pt x="361188" y="41148"/>
                </a:lnTo>
                <a:lnTo>
                  <a:pt x="336804" y="65532"/>
                </a:lnTo>
                <a:lnTo>
                  <a:pt x="292608" y="65532"/>
                </a:lnTo>
                <a:lnTo>
                  <a:pt x="292608" y="30480"/>
                </a:lnTo>
                <a:lnTo>
                  <a:pt x="306324" y="18288"/>
                </a:lnTo>
                <a:lnTo>
                  <a:pt x="266700" y="3048"/>
                </a:lnTo>
                <a:lnTo>
                  <a:pt x="267550" y="18288"/>
                </a:lnTo>
                <a:lnTo>
                  <a:pt x="268033" y="34290"/>
                </a:lnTo>
                <a:lnTo>
                  <a:pt x="268097" y="41148"/>
                </a:lnTo>
                <a:lnTo>
                  <a:pt x="268224" y="65532"/>
                </a:lnTo>
                <a:lnTo>
                  <a:pt x="268224" y="76200"/>
                </a:lnTo>
                <a:lnTo>
                  <a:pt x="268224" y="124968"/>
                </a:lnTo>
                <a:lnTo>
                  <a:pt x="268224" y="135636"/>
                </a:lnTo>
                <a:lnTo>
                  <a:pt x="268224" y="187452"/>
                </a:lnTo>
                <a:lnTo>
                  <a:pt x="141732" y="187452"/>
                </a:lnTo>
                <a:lnTo>
                  <a:pt x="141732" y="135636"/>
                </a:lnTo>
                <a:lnTo>
                  <a:pt x="268224" y="135636"/>
                </a:lnTo>
                <a:lnTo>
                  <a:pt x="268224" y="124968"/>
                </a:lnTo>
                <a:lnTo>
                  <a:pt x="141732" y="124968"/>
                </a:lnTo>
                <a:lnTo>
                  <a:pt x="141732" y="76200"/>
                </a:lnTo>
                <a:lnTo>
                  <a:pt x="268224" y="76200"/>
                </a:lnTo>
                <a:lnTo>
                  <a:pt x="268224" y="65532"/>
                </a:lnTo>
                <a:lnTo>
                  <a:pt x="141732" y="65532"/>
                </a:lnTo>
                <a:lnTo>
                  <a:pt x="141732" y="32004"/>
                </a:lnTo>
                <a:lnTo>
                  <a:pt x="155448" y="19812"/>
                </a:lnTo>
                <a:lnTo>
                  <a:pt x="115824" y="4572"/>
                </a:lnTo>
                <a:lnTo>
                  <a:pt x="116065" y="19812"/>
                </a:lnTo>
                <a:lnTo>
                  <a:pt x="117106" y="49771"/>
                </a:lnTo>
                <a:lnTo>
                  <a:pt x="117348" y="65532"/>
                </a:lnTo>
                <a:lnTo>
                  <a:pt x="16764" y="65532"/>
                </a:lnTo>
                <a:lnTo>
                  <a:pt x="32004" y="80772"/>
                </a:lnTo>
                <a:lnTo>
                  <a:pt x="41427" y="78778"/>
                </a:lnTo>
                <a:lnTo>
                  <a:pt x="51435" y="77343"/>
                </a:lnTo>
                <a:lnTo>
                  <a:pt x="62001" y="76492"/>
                </a:lnTo>
                <a:lnTo>
                  <a:pt x="73152" y="76200"/>
                </a:lnTo>
                <a:lnTo>
                  <a:pt x="117348" y="76200"/>
                </a:lnTo>
                <a:lnTo>
                  <a:pt x="117106" y="115049"/>
                </a:lnTo>
                <a:lnTo>
                  <a:pt x="116586" y="151447"/>
                </a:lnTo>
                <a:lnTo>
                  <a:pt x="116052" y="185293"/>
                </a:lnTo>
                <a:lnTo>
                  <a:pt x="115824" y="216408"/>
                </a:lnTo>
                <a:lnTo>
                  <a:pt x="141732" y="205740"/>
                </a:lnTo>
                <a:lnTo>
                  <a:pt x="141732" y="198120"/>
                </a:lnTo>
                <a:lnTo>
                  <a:pt x="192024" y="198120"/>
                </a:lnTo>
                <a:lnTo>
                  <a:pt x="192024" y="242316"/>
                </a:lnTo>
                <a:lnTo>
                  <a:pt x="4572" y="242316"/>
                </a:lnTo>
                <a:lnTo>
                  <a:pt x="19812" y="257556"/>
                </a:lnTo>
                <a:lnTo>
                  <a:pt x="29235" y="255562"/>
                </a:lnTo>
                <a:lnTo>
                  <a:pt x="39243" y="254127"/>
                </a:lnTo>
                <a:lnTo>
                  <a:pt x="49809" y="253276"/>
                </a:lnTo>
                <a:lnTo>
                  <a:pt x="60960" y="252984"/>
                </a:lnTo>
                <a:lnTo>
                  <a:pt x="161544" y="252984"/>
                </a:lnTo>
                <a:lnTo>
                  <a:pt x="133515" y="294398"/>
                </a:lnTo>
                <a:lnTo>
                  <a:pt x="97345" y="331660"/>
                </a:lnTo>
                <a:lnTo>
                  <a:pt x="52882" y="364642"/>
                </a:lnTo>
                <a:lnTo>
                  <a:pt x="0" y="393192"/>
                </a:lnTo>
                <a:lnTo>
                  <a:pt x="1524" y="400812"/>
                </a:lnTo>
                <a:lnTo>
                  <a:pt x="48691" y="381952"/>
                </a:lnTo>
                <a:lnTo>
                  <a:pt x="91401" y="358190"/>
                </a:lnTo>
                <a:lnTo>
                  <a:pt x="129565" y="329387"/>
                </a:lnTo>
                <a:lnTo>
                  <a:pt x="163131" y="295376"/>
                </a:lnTo>
                <a:lnTo>
                  <a:pt x="192024" y="256032"/>
                </a:lnTo>
                <a:lnTo>
                  <a:pt x="191820" y="293281"/>
                </a:lnTo>
                <a:lnTo>
                  <a:pt x="191731" y="304139"/>
                </a:lnTo>
                <a:lnTo>
                  <a:pt x="190703" y="381952"/>
                </a:lnTo>
                <a:lnTo>
                  <a:pt x="190500" y="409956"/>
                </a:lnTo>
                <a:lnTo>
                  <a:pt x="217932" y="399288"/>
                </a:lnTo>
                <a:lnTo>
                  <a:pt x="217043" y="377342"/>
                </a:lnTo>
                <a:lnTo>
                  <a:pt x="216623" y="348145"/>
                </a:lnTo>
                <a:lnTo>
                  <a:pt x="216522" y="329387"/>
                </a:lnTo>
                <a:lnTo>
                  <a:pt x="216408" y="256032"/>
                </a:lnTo>
                <a:lnTo>
                  <a:pt x="216408" y="252984"/>
                </a:lnTo>
                <a:lnTo>
                  <a:pt x="220980" y="252984"/>
                </a:lnTo>
                <a:lnTo>
                  <a:pt x="244716" y="295897"/>
                </a:lnTo>
                <a:lnTo>
                  <a:pt x="277177" y="333375"/>
                </a:lnTo>
                <a:lnTo>
                  <a:pt x="318490" y="365721"/>
                </a:lnTo>
                <a:lnTo>
                  <a:pt x="368808" y="393192"/>
                </a:lnTo>
                <a:lnTo>
                  <a:pt x="373659" y="383819"/>
                </a:lnTo>
                <a:lnTo>
                  <a:pt x="381381" y="376428"/>
                </a:lnTo>
                <a:lnTo>
                  <a:pt x="391947" y="371335"/>
                </a:lnTo>
                <a:lnTo>
                  <a:pt x="405384" y="368808"/>
                </a:lnTo>
                <a:lnTo>
                  <a:pt x="405384" y="362712"/>
                </a:lnTo>
                <a:lnTo>
                  <a:pt x="348208" y="348145"/>
                </a:lnTo>
                <a:lnTo>
                  <a:pt x="300037" y="324993"/>
                </a:lnTo>
                <a:lnTo>
                  <a:pt x="260718" y="293281"/>
                </a:lnTo>
                <a:lnTo>
                  <a:pt x="230124" y="252984"/>
                </a:lnTo>
                <a:lnTo>
                  <a:pt x="405384" y="252984"/>
                </a:lnTo>
                <a:close/>
              </a:path>
              <a:path w="1298575" h="411479">
                <a:moveTo>
                  <a:pt x="676656" y="146304"/>
                </a:moveTo>
                <a:lnTo>
                  <a:pt x="633984" y="124968"/>
                </a:lnTo>
                <a:lnTo>
                  <a:pt x="635101" y="145859"/>
                </a:lnTo>
                <a:lnTo>
                  <a:pt x="636079" y="165163"/>
                </a:lnTo>
                <a:lnTo>
                  <a:pt x="636765" y="183057"/>
                </a:lnTo>
                <a:lnTo>
                  <a:pt x="636955" y="195122"/>
                </a:lnTo>
                <a:lnTo>
                  <a:pt x="637032" y="313944"/>
                </a:lnTo>
                <a:lnTo>
                  <a:pt x="636765" y="330263"/>
                </a:lnTo>
                <a:lnTo>
                  <a:pt x="636079" y="351853"/>
                </a:lnTo>
                <a:lnTo>
                  <a:pt x="635152" y="377215"/>
                </a:lnTo>
                <a:lnTo>
                  <a:pt x="633984" y="411480"/>
                </a:lnTo>
                <a:lnTo>
                  <a:pt x="664464" y="393192"/>
                </a:lnTo>
                <a:lnTo>
                  <a:pt x="663575" y="377215"/>
                </a:lnTo>
                <a:lnTo>
                  <a:pt x="663130" y="361378"/>
                </a:lnTo>
                <a:lnTo>
                  <a:pt x="663016" y="351853"/>
                </a:lnTo>
                <a:lnTo>
                  <a:pt x="662940" y="156972"/>
                </a:lnTo>
                <a:lnTo>
                  <a:pt x="676656" y="146304"/>
                </a:lnTo>
                <a:close/>
              </a:path>
              <a:path w="1298575" h="411479">
                <a:moveTo>
                  <a:pt x="853440" y="179832"/>
                </a:moveTo>
                <a:lnTo>
                  <a:pt x="805815" y="165925"/>
                </a:lnTo>
                <a:lnTo>
                  <a:pt x="755904" y="137160"/>
                </a:lnTo>
                <a:lnTo>
                  <a:pt x="705231" y="92964"/>
                </a:lnTo>
                <a:lnTo>
                  <a:pt x="664527" y="41148"/>
                </a:lnTo>
                <a:lnTo>
                  <a:pt x="656844" y="30480"/>
                </a:lnTo>
                <a:lnTo>
                  <a:pt x="673608" y="19812"/>
                </a:lnTo>
                <a:lnTo>
                  <a:pt x="637032" y="0"/>
                </a:lnTo>
                <a:lnTo>
                  <a:pt x="625906" y="27127"/>
                </a:lnTo>
                <a:lnTo>
                  <a:pt x="610933" y="55816"/>
                </a:lnTo>
                <a:lnTo>
                  <a:pt x="569976" y="117348"/>
                </a:lnTo>
                <a:lnTo>
                  <a:pt x="543369" y="147637"/>
                </a:lnTo>
                <a:lnTo>
                  <a:pt x="513778" y="174498"/>
                </a:lnTo>
                <a:lnTo>
                  <a:pt x="481025" y="197929"/>
                </a:lnTo>
                <a:lnTo>
                  <a:pt x="445008" y="217932"/>
                </a:lnTo>
                <a:lnTo>
                  <a:pt x="446532" y="225552"/>
                </a:lnTo>
                <a:lnTo>
                  <a:pt x="482269" y="208978"/>
                </a:lnTo>
                <a:lnTo>
                  <a:pt x="542328" y="172402"/>
                </a:lnTo>
                <a:lnTo>
                  <a:pt x="589254" y="129882"/>
                </a:lnTo>
                <a:lnTo>
                  <a:pt x="631647" y="73964"/>
                </a:lnTo>
                <a:lnTo>
                  <a:pt x="652272" y="41148"/>
                </a:lnTo>
                <a:lnTo>
                  <a:pt x="670560" y="71678"/>
                </a:lnTo>
                <a:lnTo>
                  <a:pt x="707136" y="123024"/>
                </a:lnTo>
                <a:lnTo>
                  <a:pt x="744588" y="161886"/>
                </a:lnTo>
                <a:lnTo>
                  <a:pt x="788644" y="195122"/>
                </a:lnTo>
                <a:lnTo>
                  <a:pt x="813816" y="210312"/>
                </a:lnTo>
                <a:lnTo>
                  <a:pt x="820648" y="200317"/>
                </a:lnTo>
                <a:lnTo>
                  <a:pt x="829627" y="193167"/>
                </a:lnTo>
                <a:lnTo>
                  <a:pt x="840600" y="188887"/>
                </a:lnTo>
                <a:lnTo>
                  <a:pt x="853440" y="187452"/>
                </a:lnTo>
                <a:lnTo>
                  <a:pt x="853440" y="179832"/>
                </a:lnTo>
                <a:close/>
              </a:path>
              <a:path w="1298575" h="411479">
                <a:moveTo>
                  <a:pt x="1082040" y="77736"/>
                </a:moveTo>
                <a:lnTo>
                  <a:pt x="1051560" y="53352"/>
                </a:lnTo>
                <a:lnTo>
                  <a:pt x="1037844" y="70116"/>
                </a:lnTo>
                <a:lnTo>
                  <a:pt x="900684" y="70116"/>
                </a:lnTo>
                <a:lnTo>
                  <a:pt x="915924" y="86880"/>
                </a:lnTo>
                <a:lnTo>
                  <a:pt x="926223" y="83997"/>
                </a:lnTo>
                <a:lnTo>
                  <a:pt x="936688" y="82118"/>
                </a:lnTo>
                <a:lnTo>
                  <a:pt x="947420" y="81089"/>
                </a:lnTo>
                <a:lnTo>
                  <a:pt x="958596" y="80784"/>
                </a:lnTo>
                <a:lnTo>
                  <a:pt x="1037844" y="80784"/>
                </a:lnTo>
                <a:lnTo>
                  <a:pt x="1028700" y="115646"/>
                </a:lnTo>
                <a:lnTo>
                  <a:pt x="1019556" y="147078"/>
                </a:lnTo>
                <a:lnTo>
                  <a:pt x="1010412" y="175082"/>
                </a:lnTo>
                <a:lnTo>
                  <a:pt x="1001268" y="199656"/>
                </a:lnTo>
                <a:lnTo>
                  <a:pt x="963168" y="156413"/>
                </a:lnTo>
                <a:lnTo>
                  <a:pt x="944257" y="135140"/>
                </a:lnTo>
                <a:lnTo>
                  <a:pt x="925068" y="114312"/>
                </a:lnTo>
                <a:lnTo>
                  <a:pt x="920496" y="118884"/>
                </a:lnTo>
                <a:lnTo>
                  <a:pt x="932751" y="136309"/>
                </a:lnTo>
                <a:lnTo>
                  <a:pt x="992124" y="219468"/>
                </a:lnTo>
                <a:lnTo>
                  <a:pt x="984135" y="236918"/>
                </a:lnTo>
                <a:lnTo>
                  <a:pt x="961898" y="274116"/>
                </a:lnTo>
                <a:lnTo>
                  <a:pt x="933919" y="313880"/>
                </a:lnTo>
                <a:lnTo>
                  <a:pt x="904201" y="348792"/>
                </a:lnTo>
                <a:lnTo>
                  <a:pt x="888492" y="364248"/>
                </a:lnTo>
                <a:lnTo>
                  <a:pt x="890016" y="373392"/>
                </a:lnTo>
                <a:lnTo>
                  <a:pt x="929830" y="338531"/>
                </a:lnTo>
                <a:lnTo>
                  <a:pt x="961644" y="304812"/>
                </a:lnTo>
                <a:lnTo>
                  <a:pt x="986790" y="272808"/>
                </a:lnTo>
                <a:lnTo>
                  <a:pt x="1007364" y="240804"/>
                </a:lnTo>
                <a:lnTo>
                  <a:pt x="1017054" y="265061"/>
                </a:lnTo>
                <a:lnTo>
                  <a:pt x="1025461" y="287477"/>
                </a:lnTo>
                <a:lnTo>
                  <a:pt x="1032433" y="307873"/>
                </a:lnTo>
                <a:lnTo>
                  <a:pt x="1037844" y="326148"/>
                </a:lnTo>
                <a:lnTo>
                  <a:pt x="1040384" y="339026"/>
                </a:lnTo>
                <a:lnTo>
                  <a:pt x="1043368" y="348056"/>
                </a:lnTo>
                <a:lnTo>
                  <a:pt x="1046619" y="353364"/>
                </a:lnTo>
                <a:lnTo>
                  <a:pt x="1050036" y="355104"/>
                </a:lnTo>
                <a:lnTo>
                  <a:pt x="1051560" y="355104"/>
                </a:lnTo>
                <a:lnTo>
                  <a:pt x="1054608" y="353580"/>
                </a:lnTo>
                <a:lnTo>
                  <a:pt x="1057656" y="349008"/>
                </a:lnTo>
                <a:lnTo>
                  <a:pt x="1062228" y="345960"/>
                </a:lnTo>
                <a:lnTo>
                  <a:pt x="1063713" y="338531"/>
                </a:lnTo>
                <a:lnTo>
                  <a:pt x="1065276" y="329196"/>
                </a:lnTo>
                <a:lnTo>
                  <a:pt x="1064958" y="320903"/>
                </a:lnTo>
                <a:lnTo>
                  <a:pt x="1054011" y="279476"/>
                </a:lnTo>
                <a:lnTo>
                  <a:pt x="1032814" y="242900"/>
                </a:lnTo>
                <a:lnTo>
                  <a:pt x="1031354" y="240804"/>
                </a:lnTo>
                <a:lnTo>
                  <a:pt x="1016508" y="219468"/>
                </a:lnTo>
                <a:lnTo>
                  <a:pt x="1040130" y="161747"/>
                </a:lnTo>
                <a:lnTo>
                  <a:pt x="1063752" y="91452"/>
                </a:lnTo>
                <a:lnTo>
                  <a:pt x="1077976" y="80784"/>
                </a:lnTo>
                <a:lnTo>
                  <a:pt x="1082040" y="77736"/>
                </a:lnTo>
                <a:close/>
              </a:path>
              <a:path w="1298575" h="411479">
                <a:moveTo>
                  <a:pt x="1146048" y="240804"/>
                </a:moveTo>
                <a:lnTo>
                  <a:pt x="1123188" y="195465"/>
                </a:lnTo>
                <a:lnTo>
                  <a:pt x="1094232" y="169176"/>
                </a:lnTo>
                <a:lnTo>
                  <a:pt x="1088136" y="173748"/>
                </a:lnTo>
                <a:lnTo>
                  <a:pt x="1099324" y="195097"/>
                </a:lnTo>
                <a:lnTo>
                  <a:pt x="1107948" y="215468"/>
                </a:lnTo>
                <a:lnTo>
                  <a:pt x="1114272" y="234391"/>
                </a:lnTo>
                <a:lnTo>
                  <a:pt x="1118616" y="251472"/>
                </a:lnTo>
                <a:lnTo>
                  <a:pt x="1119162" y="262343"/>
                </a:lnTo>
                <a:lnTo>
                  <a:pt x="1120711" y="269951"/>
                </a:lnTo>
                <a:lnTo>
                  <a:pt x="1123111" y="274396"/>
                </a:lnTo>
                <a:lnTo>
                  <a:pt x="1126236" y="275856"/>
                </a:lnTo>
                <a:lnTo>
                  <a:pt x="1127760" y="275856"/>
                </a:lnTo>
                <a:lnTo>
                  <a:pt x="1130808" y="271284"/>
                </a:lnTo>
                <a:lnTo>
                  <a:pt x="1143000" y="256044"/>
                </a:lnTo>
                <a:lnTo>
                  <a:pt x="1146048" y="248424"/>
                </a:lnTo>
                <a:lnTo>
                  <a:pt x="1146048" y="240804"/>
                </a:lnTo>
                <a:close/>
              </a:path>
              <a:path w="1298575" h="411479">
                <a:moveTo>
                  <a:pt x="1298448" y="132600"/>
                </a:moveTo>
                <a:lnTo>
                  <a:pt x="1264920" y="100596"/>
                </a:lnTo>
                <a:lnTo>
                  <a:pt x="1243584" y="123456"/>
                </a:lnTo>
                <a:lnTo>
                  <a:pt x="1223772" y="123456"/>
                </a:lnTo>
                <a:lnTo>
                  <a:pt x="1223772" y="44208"/>
                </a:lnTo>
                <a:lnTo>
                  <a:pt x="1239012" y="30492"/>
                </a:lnTo>
                <a:lnTo>
                  <a:pt x="1197864" y="9156"/>
                </a:lnTo>
                <a:lnTo>
                  <a:pt x="1198740" y="21158"/>
                </a:lnTo>
                <a:lnTo>
                  <a:pt x="1199197" y="34302"/>
                </a:lnTo>
                <a:lnTo>
                  <a:pt x="1199311" y="44208"/>
                </a:lnTo>
                <a:lnTo>
                  <a:pt x="1199388" y="123456"/>
                </a:lnTo>
                <a:lnTo>
                  <a:pt x="1060704" y="123456"/>
                </a:lnTo>
                <a:lnTo>
                  <a:pt x="1075944" y="138696"/>
                </a:lnTo>
                <a:lnTo>
                  <a:pt x="1086243" y="136448"/>
                </a:lnTo>
                <a:lnTo>
                  <a:pt x="1096708" y="134505"/>
                </a:lnTo>
                <a:lnTo>
                  <a:pt x="1107440" y="133121"/>
                </a:lnTo>
                <a:lnTo>
                  <a:pt x="1118616" y="132600"/>
                </a:lnTo>
                <a:lnTo>
                  <a:pt x="1199388" y="132600"/>
                </a:lnTo>
                <a:lnTo>
                  <a:pt x="1199388" y="358152"/>
                </a:lnTo>
                <a:lnTo>
                  <a:pt x="1196340" y="362724"/>
                </a:lnTo>
                <a:lnTo>
                  <a:pt x="1188720" y="364248"/>
                </a:lnTo>
                <a:lnTo>
                  <a:pt x="1180185" y="364553"/>
                </a:lnTo>
                <a:lnTo>
                  <a:pt x="1166241" y="363296"/>
                </a:lnTo>
                <a:lnTo>
                  <a:pt x="1147140" y="360603"/>
                </a:lnTo>
                <a:lnTo>
                  <a:pt x="1123188" y="356628"/>
                </a:lnTo>
                <a:lnTo>
                  <a:pt x="1123188" y="365772"/>
                </a:lnTo>
                <a:lnTo>
                  <a:pt x="1150302" y="376072"/>
                </a:lnTo>
                <a:lnTo>
                  <a:pt x="1169860" y="386537"/>
                </a:lnTo>
                <a:lnTo>
                  <a:pt x="1181684" y="397268"/>
                </a:lnTo>
                <a:lnTo>
                  <a:pt x="1185672" y="408444"/>
                </a:lnTo>
                <a:lnTo>
                  <a:pt x="1202550" y="399580"/>
                </a:lnTo>
                <a:lnTo>
                  <a:pt x="1223467" y="364553"/>
                </a:lnTo>
                <a:lnTo>
                  <a:pt x="1223772" y="132600"/>
                </a:lnTo>
                <a:lnTo>
                  <a:pt x="1298448" y="13260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" name="object 42"/>
          <p:cNvSpPr/>
          <p:nvPr/>
        </p:nvSpPr>
        <p:spPr>
          <a:xfrm>
            <a:off x="4384547" y="4078223"/>
            <a:ext cx="356870" cy="401320"/>
          </a:xfrm>
          <a:custGeom>
            <a:avLst/>
            <a:gdLst/>
            <a:ahLst/>
            <a:cxnLst/>
            <a:rect l="l" t="t" r="r" b="b"/>
            <a:pathLst>
              <a:path w="356870" h="401320">
                <a:moveTo>
                  <a:pt x="53340" y="89916"/>
                </a:moveTo>
                <a:lnTo>
                  <a:pt x="44196" y="89916"/>
                </a:lnTo>
                <a:lnTo>
                  <a:pt x="51339" y="62150"/>
                </a:lnTo>
                <a:lnTo>
                  <a:pt x="56769" y="38100"/>
                </a:lnTo>
                <a:lnTo>
                  <a:pt x="60483" y="17478"/>
                </a:lnTo>
                <a:lnTo>
                  <a:pt x="62484" y="0"/>
                </a:lnTo>
                <a:lnTo>
                  <a:pt x="100584" y="21336"/>
                </a:lnTo>
                <a:lnTo>
                  <a:pt x="91487" y="28194"/>
                </a:lnTo>
                <a:lnTo>
                  <a:pt x="80391" y="41910"/>
                </a:lnTo>
                <a:lnTo>
                  <a:pt x="67579" y="62484"/>
                </a:lnTo>
                <a:lnTo>
                  <a:pt x="53340" y="89916"/>
                </a:lnTo>
                <a:close/>
              </a:path>
              <a:path w="356870" h="401320">
                <a:moveTo>
                  <a:pt x="147828" y="190500"/>
                </a:moveTo>
                <a:lnTo>
                  <a:pt x="143256" y="187452"/>
                </a:lnTo>
                <a:lnTo>
                  <a:pt x="159519" y="160615"/>
                </a:lnTo>
                <a:lnTo>
                  <a:pt x="173926" y="135064"/>
                </a:lnTo>
                <a:lnTo>
                  <a:pt x="196596" y="88392"/>
                </a:lnTo>
                <a:lnTo>
                  <a:pt x="211264" y="44958"/>
                </a:lnTo>
                <a:lnTo>
                  <a:pt x="222503" y="1524"/>
                </a:lnTo>
                <a:lnTo>
                  <a:pt x="260603" y="24384"/>
                </a:lnTo>
                <a:lnTo>
                  <a:pt x="252864" y="32146"/>
                </a:lnTo>
                <a:lnTo>
                  <a:pt x="243268" y="46482"/>
                </a:lnTo>
                <a:lnTo>
                  <a:pt x="231671" y="67675"/>
                </a:lnTo>
                <a:lnTo>
                  <a:pt x="217932" y="96012"/>
                </a:lnTo>
                <a:lnTo>
                  <a:pt x="350520" y="96012"/>
                </a:lnTo>
                <a:lnTo>
                  <a:pt x="356616" y="102108"/>
                </a:lnTo>
                <a:lnTo>
                  <a:pt x="352806" y="105156"/>
                </a:lnTo>
                <a:lnTo>
                  <a:pt x="213360" y="105156"/>
                </a:lnTo>
                <a:lnTo>
                  <a:pt x="197977" y="129420"/>
                </a:lnTo>
                <a:lnTo>
                  <a:pt x="181737" y="151828"/>
                </a:lnTo>
                <a:lnTo>
                  <a:pt x="164925" y="172235"/>
                </a:lnTo>
                <a:lnTo>
                  <a:pt x="147828" y="190500"/>
                </a:lnTo>
                <a:close/>
              </a:path>
              <a:path w="356870" h="401320">
                <a:moveTo>
                  <a:pt x="144780" y="89916"/>
                </a:moveTo>
                <a:lnTo>
                  <a:pt x="111252" y="89916"/>
                </a:lnTo>
                <a:lnTo>
                  <a:pt x="128016" y="73152"/>
                </a:lnTo>
                <a:lnTo>
                  <a:pt x="144780" y="89916"/>
                </a:lnTo>
                <a:close/>
              </a:path>
              <a:path w="356870" h="401320">
                <a:moveTo>
                  <a:pt x="0" y="397764"/>
                </a:moveTo>
                <a:lnTo>
                  <a:pt x="820" y="359664"/>
                </a:lnTo>
                <a:lnTo>
                  <a:pt x="917" y="353568"/>
                </a:lnTo>
                <a:lnTo>
                  <a:pt x="1333" y="316230"/>
                </a:lnTo>
                <a:lnTo>
                  <a:pt x="1425" y="176784"/>
                </a:lnTo>
                <a:lnTo>
                  <a:pt x="1301" y="151828"/>
                </a:lnTo>
                <a:lnTo>
                  <a:pt x="881" y="114681"/>
                </a:lnTo>
                <a:lnTo>
                  <a:pt x="0" y="74676"/>
                </a:lnTo>
                <a:lnTo>
                  <a:pt x="25908" y="89916"/>
                </a:lnTo>
                <a:lnTo>
                  <a:pt x="144780" y="89916"/>
                </a:lnTo>
                <a:lnTo>
                  <a:pt x="153924" y="99060"/>
                </a:lnTo>
                <a:lnTo>
                  <a:pt x="151828" y="100584"/>
                </a:lnTo>
                <a:lnTo>
                  <a:pt x="24384" y="100584"/>
                </a:lnTo>
                <a:lnTo>
                  <a:pt x="24384" y="211836"/>
                </a:lnTo>
                <a:lnTo>
                  <a:pt x="137205" y="211836"/>
                </a:lnTo>
                <a:lnTo>
                  <a:pt x="137219" y="222504"/>
                </a:lnTo>
                <a:lnTo>
                  <a:pt x="24384" y="222504"/>
                </a:lnTo>
                <a:lnTo>
                  <a:pt x="24384" y="344424"/>
                </a:lnTo>
                <a:lnTo>
                  <a:pt x="137922" y="344424"/>
                </a:lnTo>
                <a:lnTo>
                  <a:pt x="138123" y="353568"/>
                </a:lnTo>
                <a:lnTo>
                  <a:pt x="24384" y="353568"/>
                </a:lnTo>
                <a:lnTo>
                  <a:pt x="24384" y="384048"/>
                </a:lnTo>
                <a:lnTo>
                  <a:pt x="0" y="397764"/>
                </a:lnTo>
                <a:close/>
              </a:path>
              <a:path w="356870" h="401320">
                <a:moveTo>
                  <a:pt x="350520" y="96012"/>
                </a:moveTo>
                <a:lnTo>
                  <a:pt x="310896" y="96012"/>
                </a:lnTo>
                <a:lnTo>
                  <a:pt x="330708" y="76200"/>
                </a:lnTo>
                <a:lnTo>
                  <a:pt x="350520" y="96012"/>
                </a:lnTo>
                <a:close/>
              </a:path>
              <a:path w="356870" h="401320">
                <a:moveTo>
                  <a:pt x="137205" y="211836"/>
                </a:moveTo>
                <a:lnTo>
                  <a:pt x="114300" y="211836"/>
                </a:lnTo>
                <a:lnTo>
                  <a:pt x="114300" y="100584"/>
                </a:lnTo>
                <a:lnTo>
                  <a:pt x="151828" y="100584"/>
                </a:lnTo>
                <a:lnTo>
                  <a:pt x="137160" y="111252"/>
                </a:lnTo>
                <a:lnTo>
                  <a:pt x="137205" y="211836"/>
                </a:lnTo>
                <a:close/>
              </a:path>
              <a:path w="356870" h="401320">
                <a:moveTo>
                  <a:pt x="326904" y="359664"/>
                </a:moveTo>
                <a:lnTo>
                  <a:pt x="283464" y="359664"/>
                </a:lnTo>
                <a:lnTo>
                  <a:pt x="291750" y="357711"/>
                </a:lnTo>
                <a:lnTo>
                  <a:pt x="298323" y="352044"/>
                </a:lnTo>
                <a:lnTo>
                  <a:pt x="308586" y="305538"/>
                </a:lnTo>
                <a:lnTo>
                  <a:pt x="310705" y="259651"/>
                </a:lnTo>
                <a:lnTo>
                  <a:pt x="312539" y="192905"/>
                </a:lnTo>
                <a:lnTo>
                  <a:pt x="313944" y="105156"/>
                </a:lnTo>
                <a:lnTo>
                  <a:pt x="352806" y="105156"/>
                </a:lnTo>
                <a:lnTo>
                  <a:pt x="341376" y="114300"/>
                </a:lnTo>
                <a:lnTo>
                  <a:pt x="339593" y="186213"/>
                </a:lnTo>
                <a:lnTo>
                  <a:pt x="337620" y="248631"/>
                </a:lnTo>
                <a:lnTo>
                  <a:pt x="335560" y="294583"/>
                </a:lnTo>
                <a:lnTo>
                  <a:pt x="333280" y="326489"/>
                </a:lnTo>
                <a:lnTo>
                  <a:pt x="330708" y="344424"/>
                </a:lnTo>
                <a:lnTo>
                  <a:pt x="327874" y="357020"/>
                </a:lnTo>
                <a:lnTo>
                  <a:pt x="326904" y="359664"/>
                </a:lnTo>
                <a:close/>
              </a:path>
              <a:path w="356870" h="401320">
                <a:moveTo>
                  <a:pt x="231648" y="269748"/>
                </a:moveTo>
                <a:lnTo>
                  <a:pt x="230124" y="269748"/>
                </a:lnTo>
                <a:lnTo>
                  <a:pt x="226742" y="268081"/>
                </a:lnTo>
                <a:lnTo>
                  <a:pt x="223647" y="263271"/>
                </a:lnTo>
                <a:lnTo>
                  <a:pt x="221122" y="255603"/>
                </a:lnTo>
                <a:lnTo>
                  <a:pt x="219456" y="245364"/>
                </a:lnTo>
                <a:lnTo>
                  <a:pt x="214884" y="227576"/>
                </a:lnTo>
                <a:lnTo>
                  <a:pt x="208026" y="210502"/>
                </a:lnTo>
                <a:lnTo>
                  <a:pt x="198882" y="193714"/>
                </a:lnTo>
                <a:lnTo>
                  <a:pt x="187452" y="176784"/>
                </a:lnTo>
                <a:lnTo>
                  <a:pt x="190500" y="172212"/>
                </a:lnTo>
                <a:lnTo>
                  <a:pt x="224028" y="198501"/>
                </a:lnTo>
                <a:lnTo>
                  <a:pt x="246888" y="234696"/>
                </a:lnTo>
                <a:lnTo>
                  <a:pt x="246888" y="246888"/>
                </a:lnTo>
                <a:lnTo>
                  <a:pt x="243840" y="254508"/>
                </a:lnTo>
                <a:lnTo>
                  <a:pt x="234696" y="266700"/>
                </a:lnTo>
                <a:lnTo>
                  <a:pt x="231648" y="269748"/>
                </a:lnTo>
                <a:close/>
              </a:path>
              <a:path w="356870" h="401320">
                <a:moveTo>
                  <a:pt x="137922" y="344424"/>
                </a:moveTo>
                <a:lnTo>
                  <a:pt x="114300" y="344424"/>
                </a:lnTo>
                <a:lnTo>
                  <a:pt x="114300" y="222504"/>
                </a:lnTo>
                <a:lnTo>
                  <a:pt x="137219" y="222504"/>
                </a:lnTo>
                <a:lnTo>
                  <a:pt x="137337" y="269748"/>
                </a:lnTo>
                <a:lnTo>
                  <a:pt x="137501" y="305538"/>
                </a:lnTo>
                <a:lnTo>
                  <a:pt x="137922" y="344424"/>
                </a:lnTo>
                <a:close/>
              </a:path>
              <a:path w="356870" h="401320">
                <a:moveTo>
                  <a:pt x="277367" y="400812"/>
                </a:moveTo>
                <a:lnTo>
                  <a:pt x="271129" y="387953"/>
                </a:lnTo>
                <a:lnTo>
                  <a:pt x="259461" y="376809"/>
                </a:lnTo>
                <a:lnTo>
                  <a:pt x="242649" y="367379"/>
                </a:lnTo>
                <a:lnTo>
                  <a:pt x="220979" y="359664"/>
                </a:lnTo>
                <a:lnTo>
                  <a:pt x="220979" y="350520"/>
                </a:lnTo>
                <a:lnTo>
                  <a:pt x="241030" y="354520"/>
                </a:lnTo>
                <a:lnTo>
                  <a:pt x="257937" y="357378"/>
                </a:lnTo>
                <a:lnTo>
                  <a:pt x="271986" y="359092"/>
                </a:lnTo>
                <a:lnTo>
                  <a:pt x="283464" y="359664"/>
                </a:lnTo>
                <a:lnTo>
                  <a:pt x="326904" y="359664"/>
                </a:lnTo>
                <a:lnTo>
                  <a:pt x="324040" y="367474"/>
                </a:lnTo>
                <a:lnTo>
                  <a:pt x="289083" y="396240"/>
                </a:lnTo>
                <a:lnTo>
                  <a:pt x="277367" y="400812"/>
                </a:lnTo>
                <a:close/>
              </a:path>
              <a:path w="356870" h="401320">
                <a:moveTo>
                  <a:pt x="114300" y="390144"/>
                </a:moveTo>
                <a:lnTo>
                  <a:pt x="114300" y="353568"/>
                </a:lnTo>
                <a:lnTo>
                  <a:pt x="138123" y="353568"/>
                </a:lnTo>
                <a:lnTo>
                  <a:pt x="138684" y="376428"/>
                </a:lnTo>
                <a:lnTo>
                  <a:pt x="114300" y="39014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" name="object 43"/>
          <p:cNvSpPr/>
          <p:nvPr/>
        </p:nvSpPr>
        <p:spPr>
          <a:xfrm>
            <a:off x="4815840" y="4091939"/>
            <a:ext cx="373380" cy="381000"/>
          </a:xfrm>
          <a:custGeom>
            <a:avLst/>
            <a:gdLst/>
            <a:ahLst/>
            <a:cxnLst/>
            <a:rect l="l" t="t" r="r" b="b"/>
            <a:pathLst>
              <a:path w="373379" h="381000">
                <a:moveTo>
                  <a:pt x="24383" y="380999"/>
                </a:moveTo>
                <a:lnTo>
                  <a:pt x="0" y="358139"/>
                </a:lnTo>
                <a:lnTo>
                  <a:pt x="10667" y="347472"/>
                </a:lnTo>
                <a:lnTo>
                  <a:pt x="10667" y="106679"/>
                </a:lnTo>
                <a:lnTo>
                  <a:pt x="10429" y="82676"/>
                </a:lnTo>
                <a:lnTo>
                  <a:pt x="9382" y="34670"/>
                </a:lnTo>
                <a:lnTo>
                  <a:pt x="9143" y="10667"/>
                </a:lnTo>
                <a:lnTo>
                  <a:pt x="35051" y="24383"/>
                </a:lnTo>
                <a:lnTo>
                  <a:pt x="301751" y="24383"/>
                </a:lnTo>
                <a:lnTo>
                  <a:pt x="327659" y="0"/>
                </a:lnTo>
                <a:lnTo>
                  <a:pt x="359663" y="35051"/>
                </a:lnTo>
                <a:lnTo>
                  <a:pt x="239267" y="35051"/>
                </a:lnTo>
                <a:lnTo>
                  <a:pt x="239267" y="243839"/>
                </a:lnTo>
                <a:lnTo>
                  <a:pt x="240434" y="257841"/>
                </a:lnTo>
                <a:lnTo>
                  <a:pt x="244030" y="267842"/>
                </a:lnTo>
                <a:lnTo>
                  <a:pt x="250197" y="273843"/>
                </a:lnTo>
                <a:lnTo>
                  <a:pt x="259079" y="275843"/>
                </a:lnTo>
                <a:lnTo>
                  <a:pt x="306324" y="275843"/>
                </a:lnTo>
                <a:lnTo>
                  <a:pt x="326707" y="221551"/>
                </a:lnTo>
                <a:lnTo>
                  <a:pt x="327659" y="195071"/>
                </a:lnTo>
                <a:lnTo>
                  <a:pt x="336804" y="195071"/>
                </a:lnTo>
                <a:lnTo>
                  <a:pt x="339852" y="243839"/>
                </a:lnTo>
                <a:lnTo>
                  <a:pt x="361187" y="271272"/>
                </a:lnTo>
                <a:lnTo>
                  <a:pt x="352925" y="282368"/>
                </a:lnTo>
                <a:lnTo>
                  <a:pt x="341947" y="290322"/>
                </a:lnTo>
                <a:lnTo>
                  <a:pt x="328398" y="294846"/>
                </a:lnTo>
                <a:lnTo>
                  <a:pt x="312419" y="295655"/>
                </a:lnTo>
                <a:lnTo>
                  <a:pt x="248411" y="295655"/>
                </a:lnTo>
                <a:lnTo>
                  <a:pt x="233767" y="292488"/>
                </a:lnTo>
                <a:lnTo>
                  <a:pt x="223837" y="285178"/>
                </a:lnTo>
                <a:lnTo>
                  <a:pt x="218193" y="273581"/>
                </a:lnTo>
                <a:lnTo>
                  <a:pt x="216407" y="257555"/>
                </a:lnTo>
                <a:lnTo>
                  <a:pt x="216407" y="35051"/>
                </a:lnTo>
                <a:lnTo>
                  <a:pt x="143255" y="35051"/>
                </a:lnTo>
                <a:lnTo>
                  <a:pt x="142874" y="87629"/>
                </a:lnTo>
                <a:lnTo>
                  <a:pt x="140207" y="135635"/>
                </a:lnTo>
                <a:lnTo>
                  <a:pt x="133540" y="182498"/>
                </a:lnTo>
                <a:lnTo>
                  <a:pt x="118871" y="227075"/>
                </a:lnTo>
                <a:lnTo>
                  <a:pt x="93725" y="272986"/>
                </a:lnTo>
                <a:lnTo>
                  <a:pt x="54863" y="320039"/>
                </a:lnTo>
                <a:lnTo>
                  <a:pt x="50291" y="313943"/>
                </a:lnTo>
                <a:lnTo>
                  <a:pt x="66270" y="290488"/>
                </a:lnTo>
                <a:lnTo>
                  <a:pt x="79819" y="268033"/>
                </a:lnTo>
                <a:lnTo>
                  <a:pt x="99059" y="225551"/>
                </a:lnTo>
                <a:lnTo>
                  <a:pt x="110299" y="184594"/>
                </a:lnTo>
                <a:lnTo>
                  <a:pt x="115823" y="140207"/>
                </a:lnTo>
                <a:lnTo>
                  <a:pt x="118490" y="91058"/>
                </a:lnTo>
                <a:lnTo>
                  <a:pt x="118871" y="35051"/>
                </a:lnTo>
                <a:lnTo>
                  <a:pt x="35051" y="35051"/>
                </a:lnTo>
                <a:lnTo>
                  <a:pt x="35051" y="355091"/>
                </a:lnTo>
                <a:lnTo>
                  <a:pt x="310895" y="355091"/>
                </a:lnTo>
                <a:lnTo>
                  <a:pt x="336804" y="329184"/>
                </a:lnTo>
                <a:lnTo>
                  <a:pt x="373380" y="364236"/>
                </a:lnTo>
                <a:lnTo>
                  <a:pt x="36575" y="364236"/>
                </a:lnTo>
                <a:lnTo>
                  <a:pt x="24383" y="38099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" name="object 44"/>
          <p:cNvSpPr/>
          <p:nvPr/>
        </p:nvSpPr>
        <p:spPr>
          <a:xfrm>
            <a:off x="5237988" y="4094988"/>
            <a:ext cx="408940" cy="382905"/>
          </a:xfrm>
          <a:custGeom>
            <a:avLst/>
            <a:gdLst/>
            <a:ahLst/>
            <a:cxnLst/>
            <a:rect l="l" t="t" r="r" b="b"/>
            <a:pathLst>
              <a:path w="408939" h="382904">
                <a:moveTo>
                  <a:pt x="240792" y="36576"/>
                </a:moveTo>
                <a:lnTo>
                  <a:pt x="225552" y="21336"/>
                </a:lnTo>
                <a:lnTo>
                  <a:pt x="347472" y="21336"/>
                </a:lnTo>
                <a:lnTo>
                  <a:pt x="359664" y="6096"/>
                </a:lnTo>
                <a:lnTo>
                  <a:pt x="385572" y="25908"/>
                </a:lnTo>
                <a:lnTo>
                  <a:pt x="378605" y="32004"/>
                </a:lnTo>
                <a:lnTo>
                  <a:pt x="283464" y="32004"/>
                </a:lnTo>
                <a:lnTo>
                  <a:pt x="272295" y="32289"/>
                </a:lnTo>
                <a:lnTo>
                  <a:pt x="261556" y="33147"/>
                </a:lnTo>
                <a:lnTo>
                  <a:pt x="251102" y="34575"/>
                </a:lnTo>
                <a:lnTo>
                  <a:pt x="240792" y="36576"/>
                </a:lnTo>
                <a:close/>
              </a:path>
              <a:path w="408939" h="382904">
                <a:moveTo>
                  <a:pt x="374030" y="146304"/>
                </a:moveTo>
                <a:lnTo>
                  <a:pt x="350520" y="146304"/>
                </a:lnTo>
                <a:lnTo>
                  <a:pt x="350520" y="32004"/>
                </a:lnTo>
                <a:lnTo>
                  <a:pt x="378605" y="32004"/>
                </a:lnTo>
                <a:lnTo>
                  <a:pt x="373380" y="36576"/>
                </a:lnTo>
                <a:lnTo>
                  <a:pt x="373403" y="79176"/>
                </a:lnTo>
                <a:lnTo>
                  <a:pt x="373570" y="115633"/>
                </a:lnTo>
                <a:lnTo>
                  <a:pt x="374030" y="146304"/>
                </a:lnTo>
                <a:close/>
              </a:path>
              <a:path w="408939" h="382904">
                <a:moveTo>
                  <a:pt x="368808" y="365760"/>
                </a:moveTo>
                <a:lnTo>
                  <a:pt x="277368" y="365760"/>
                </a:lnTo>
                <a:lnTo>
                  <a:pt x="258270" y="364021"/>
                </a:lnTo>
                <a:lnTo>
                  <a:pt x="244602" y="356425"/>
                </a:lnTo>
                <a:lnTo>
                  <a:pt x="236648" y="342828"/>
                </a:lnTo>
                <a:lnTo>
                  <a:pt x="234696" y="323088"/>
                </a:lnTo>
                <a:lnTo>
                  <a:pt x="234672" y="254293"/>
                </a:lnTo>
                <a:lnTo>
                  <a:pt x="234505" y="199072"/>
                </a:lnTo>
                <a:lnTo>
                  <a:pt x="234053" y="157853"/>
                </a:lnTo>
                <a:lnTo>
                  <a:pt x="233172" y="131064"/>
                </a:lnTo>
                <a:lnTo>
                  <a:pt x="257556" y="146304"/>
                </a:lnTo>
                <a:lnTo>
                  <a:pt x="374030" y="146304"/>
                </a:lnTo>
                <a:lnTo>
                  <a:pt x="374412" y="156972"/>
                </a:lnTo>
                <a:lnTo>
                  <a:pt x="257556" y="156972"/>
                </a:lnTo>
                <a:lnTo>
                  <a:pt x="257556" y="316992"/>
                </a:lnTo>
                <a:lnTo>
                  <a:pt x="259270" y="330088"/>
                </a:lnTo>
                <a:lnTo>
                  <a:pt x="264414" y="339471"/>
                </a:lnTo>
                <a:lnTo>
                  <a:pt x="272986" y="344852"/>
                </a:lnTo>
                <a:lnTo>
                  <a:pt x="284988" y="345948"/>
                </a:lnTo>
                <a:lnTo>
                  <a:pt x="405616" y="345948"/>
                </a:lnTo>
                <a:lnTo>
                  <a:pt x="401597" y="352472"/>
                </a:lnTo>
                <a:lnTo>
                  <a:pt x="392620" y="360426"/>
                </a:lnTo>
                <a:lnTo>
                  <a:pt x="381642" y="364950"/>
                </a:lnTo>
                <a:lnTo>
                  <a:pt x="368808" y="365760"/>
                </a:lnTo>
                <a:close/>
              </a:path>
              <a:path w="408939" h="382904">
                <a:moveTo>
                  <a:pt x="350520" y="181356"/>
                </a:moveTo>
                <a:lnTo>
                  <a:pt x="350520" y="156972"/>
                </a:lnTo>
                <a:lnTo>
                  <a:pt x="374412" y="156972"/>
                </a:lnTo>
                <a:lnTo>
                  <a:pt x="374904" y="170688"/>
                </a:lnTo>
                <a:lnTo>
                  <a:pt x="350520" y="181356"/>
                </a:lnTo>
                <a:close/>
              </a:path>
              <a:path w="408939" h="382904">
                <a:moveTo>
                  <a:pt x="405616" y="345948"/>
                </a:moveTo>
                <a:lnTo>
                  <a:pt x="364236" y="345948"/>
                </a:lnTo>
                <a:lnTo>
                  <a:pt x="368808" y="339852"/>
                </a:lnTo>
                <a:lnTo>
                  <a:pt x="371856" y="329184"/>
                </a:lnTo>
                <a:lnTo>
                  <a:pt x="373213" y="318277"/>
                </a:lnTo>
                <a:lnTo>
                  <a:pt x="374713" y="303657"/>
                </a:lnTo>
                <a:lnTo>
                  <a:pt x="375927" y="285035"/>
                </a:lnTo>
                <a:lnTo>
                  <a:pt x="376428" y="262128"/>
                </a:lnTo>
                <a:lnTo>
                  <a:pt x="385572" y="262128"/>
                </a:lnTo>
                <a:lnTo>
                  <a:pt x="387500" y="307990"/>
                </a:lnTo>
                <a:lnTo>
                  <a:pt x="408432" y="341376"/>
                </a:lnTo>
                <a:lnTo>
                  <a:pt x="405616" y="345948"/>
                </a:lnTo>
                <a:close/>
              </a:path>
              <a:path w="408939" h="382904">
                <a:moveTo>
                  <a:pt x="15240" y="36576"/>
                </a:moveTo>
                <a:lnTo>
                  <a:pt x="0" y="21336"/>
                </a:lnTo>
                <a:lnTo>
                  <a:pt x="175260" y="21336"/>
                </a:lnTo>
                <a:lnTo>
                  <a:pt x="196596" y="0"/>
                </a:lnTo>
                <a:lnTo>
                  <a:pt x="224028" y="32004"/>
                </a:lnTo>
                <a:lnTo>
                  <a:pt x="57912" y="32004"/>
                </a:lnTo>
                <a:lnTo>
                  <a:pt x="46743" y="32289"/>
                </a:lnTo>
                <a:lnTo>
                  <a:pt x="36004" y="33147"/>
                </a:lnTo>
                <a:lnTo>
                  <a:pt x="25550" y="34575"/>
                </a:lnTo>
                <a:lnTo>
                  <a:pt x="15240" y="36576"/>
                </a:lnTo>
                <a:close/>
              </a:path>
              <a:path w="408939" h="382904">
                <a:moveTo>
                  <a:pt x="100584" y="86868"/>
                </a:moveTo>
                <a:lnTo>
                  <a:pt x="79248" y="86868"/>
                </a:lnTo>
                <a:lnTo>
                  <a:pt x="79248" y="32004"/>
                </a:lnTo>
                <a:lnTo>
                  <a:pt x="100584" y="32004"/>
                </a:lnTo>
                <a:lnTo>
                  <a:pt x="100584" y="86868"/>
                </a:lnTo>
                <a:close/>
              </a:path>
              <a:path w="408939" h="382904">
                <a:moveTo>
                  <a:pt x="146304" y="86868"/>
                </a:moveTo>
                <a:lnTo>
                  <a:pt x="124968" y="86868"/>
                </a:lnTo>
                <a:lnTo>
                  <a:pt x="124968" y="32004"/>
                </a:lnTo>
                <a:lnTo>
                  <a:pt x="146304" y="32004"/>
                </a:lnTo>
                <a:lnTo>
                  <a:pt x="146304" y="86868"/>
                </a:lnTo>
                <a:close/>
              </a:path>
              <a:path w="408939" h="382904">
                <a:moveTo>
                  <a:pt x="203345" y="86868"/>
                </a:moveTo>
                <a:lnTo>
                  <a:pt x="173736" y="86868"/>
                </a:lnTo>
                <a:lnTo>
                  <a:pt x="185928" y="71628"/>
                </a:lnTo>
                <a:lnTo>
                  <a:pt x="203345" y="86868"/>
                </a:lnTo>
                <a:close/>
              </a:path>
              <a:path w="408939" h="382904">
                <a:moveTo>
                  <a:pt x="25908" y="382524"/>
                </a:moveTo>
                <a:lnTo>
                  <a:pt x="26789" y="353139"/>
                </a:lnTo>
                <a:lnTo>
                  <a:pt x="27241" y="317754"/>
                </a:lnTo>
                <a:lnTo>
                  <a:pt x="27353" y="168973"/>
                </a:lnTo>
                <a:lnTo>
                  <a:pt x="27241" y="140779"/>
                </a:lnTo>
                <a:lnTo>
                  <a:pt x="26769" y="103632"/>
                </a:lnTo>
                <a:lnTo>
                  <a:pt x="25908" y="73152"/>
                </a:lnTo>
                <a:lnTo>
                  <a:pt x="50292" y="86868"/>
                </a:lnTo>
                <a:lnTo>
                  <a:pt x="203345" y="86868"/>
                </a:lnTo>
                <a:lnTo>
                  <a:pt x="210312" y="92964"/>
                </a:lnTo>
                <a:lnTo>
                  <a:pt x="205086" y="97536"/>
                </a:lnTo>
                <a:lnTo>
                  <a:pt x="50292" y="97536"/>
                </a:lnTo>
                <a:lnTo>
                  <a:pt x="50292" y="216407"/>
                </a:lnTo>
                <a:lnTo>
                  <a:pt x="59838" y="216407"/>
                </a:lnTo>
                <a:lnTo>
                  <a:pt x="50292" y="225552"/>
                </a:lnTo>
                <a:lnTo>
                  <a:pt x="50292" y="249936"/>
                </a:lnTo>
                <a:lnTo>
                  <a:pt x="198230" y="249936"/>
                </a:lnTo>
                <a:lnTo>
                  <a:pt x="198276" y="260604"/>
                </a:lnTo>
                <a:lnTo>
                  <a:pt x="50292" y="260604"/>
                </a:lnTo>
                <a:lnTo>
                  <a:pt x="50292" y="327660"/>
                </a:lnTo>
                <a:lnTo>
                  <a:pt x="198756" y="327660"/>
                </a:lnTo>
                <a:lnTo>
                  <a:pt x="198857" y="336804"/>
                </a:lnTo>
                <a:lnTo>
                  <a:pt x="50292" y="336804"/>
                </a:lnTo>
                <a:lnTo>
                  <a:pt x="50292" y="373380"/>
                </a:lnTo>
                <a:lnTo>
                  <a:pt x="25908" y="382524"/>
                </a:lnTo>
                <a:close/>
              </a:path>
              <a:path w="408939" h="382904">
                <a:moveTo>
                  <a:pt x="59838" y="216407"/>
                </a:moveTo>
                <a:lnTo>
                  <a:pt x="50292" y="216407"/>
                </a:lnTo>
                <a:lnTo>
                  <a:pt x="63174" y="195476"/>
                </a:lnTo>
                <a:lnTo>
                  <a:pt x="72199" y="168973"/>
                </a:lnTo>
                <a:lnTo>
                  <a:pt x="77509" y="136469"/>
                </a:lnTo>
                <a:lnTo>
                  <a:pt x="79248" y="97536"/>
                </a:lnTo>
                <a:lnTo>
                  <a:pt x="100584" y="97536"/>
                </a:lnTo>
                <a:lnTo>
                  <a:pt x="97440" y="140041"/>
                </a:lnTo>
                <a:lnTo>
                  <a:pt x="88011" y="175831"/>
                </a:lnTo>
                <a:lnTo>
                  <a:pt x="72294" y="204477"/>
                </a:lnTo>
                <a:lnTo>
                  <a:pt x="59838" y="216407"/>
                </a:lnTo>
                <a:close/>
              </a:path>
              <a:path w="408939" h="382904">
                <a:moveTo>
                  <a:pt x="198230" y="249936"/>
                </a:moveTo>
                <a:lnTo>
                  <a:pt x="175260" y="249936"/>
                </a:lnTo>
                <a:lnTo>
                  <a:pt x="175260" y="211836"/>
                </a:lnTo>
                <a:lnTo>
                  <a:pt x="150876" y="211836"/>
                </a:lnTo>
                <a:lnTo>
                  <a:pt x="124968" y="97536"/>
                </a:lnTo>
                <a:lnTo>
                  <a:pt x="146304" y="97536"/>
                </a:lnTo>
                <a:lnTo>
                  <a:pt x="146304" y="187452"/>
                </a:lnTo>
                <a:lnTo>
                  <a:pt x="149352" y="193548"/>
                </a:lnTo>
                <a:lnTo>
                  <a:pt x="198147" y="193548"/>
                </a:lnTo>
                <a:lnTo>
                  <a:pt x="198230" y="249936"/>
                </a:lnTo>
                <a:close/>
              </a:path>
              <a:path w="408939" h="382904">
                <a:moveTo>
                  <a:pt x="198147" y="193548"/>
                </a:moveTo>
                <a:lnTo>
                  <a:pt x="175260" y="193548"/>
                </a:lnTo>
                <a:lnTo>
                  <a:pt x="175260" y="97536"/>
                </a:lnTo>
                <a:lnTo>
                  <a:pt x="205086" y="97536"/>
                </a:lnTo>
                <a:lnTo>
                  <a:pt x="198120" y="103632"/>
                </a:lnTo>
                <a:lnTo>
                  <a:pt x="198147" y="193548"/>
                </a:lnTo>
                <a:close/>
              </a:path>
              <a:path w="408939" h="382904">
                <a:moveTo>
                  <a:pt x="198756" y="327660"/>
                </a:moveTo>
                <a:lnTo>
                  <a:pt x="175260" y="327660"/>
                </a:lnTo>
                <a:lnTo>
                  <a:pt x="175260" y="260604"/>
                </a:lnTo>
                <a:lnTo>
                  <a:pt x="198276" y="260604"/>
                </a:lnTo>
                <a:lnTo>
                  <a:pt x="198449" y="300045"/>
                </a:lnTo>
                <a:lnTo>
                  <a:pt x="198756" y="327660"/>
                </a:lnTo>
                <a:close/>
              </a:path>
              <a:path w="408939" h="382904">
                <a:moveTo>
                  <a:pt x="175260" y="381000"/>
                </a:moveTo>
                <a:lnTo>
                  <a:pt x="175260" y="336804"/>
                </a:lnTo>
                <a:lnTo>
                  <a:pt x="198857" y="336804"/>
                </a:lnTo>
                <a:lnTo>
                  <a:pt x="198900" y="340644"/>
                </a:lnTo>
                <a:lnTo>
                  <a:pt x="199644" y="368808"/>
                </a:lnTo>
                <a:lnTo>
                  <a:pt x="175260" y="38100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pic>
        <p:nvPicPr>
          <p:cNvPr id="45" name="object 45"/>
          <p:cNvPicPr/>
          <p:nvPr/>
        </p:nvPicPr>
        <p:blipFill>
          <a:blip r:embed="rId6" cstate="print"/>
          <a:stretch>
            <a:fillRect/>
          </a:stretch>
        </p:blipFill>
        <p:spPr>
          <a:xfrm>
            <a:off x="5727191" y="4347971"/>
            <a:ext cx="96012" cy="94488"/>
          </a:xfrm>
          <a:prstGeom prst="rect">
            <a:avLst/>
          </a:prstGeom>
        </p:spPr>
      </p:pic>
      <p:sp>
        <p:nvSpPr>
          <p:cNvPr id="46" name="object 46"/>
          <p:cNvSpPr/>
          <p:nvPr/>
        </p:nvSpPr>
        <p:spPr>
          <a:xfrm>
            <a:off x="1751075" y="4908803"/>
            <a:ext cx="155575" cy="155575"/>
          </a:xfrm>
          <a:custGeom>
            <a:avLst/>
            <a:gdLst/>
            <a:ahLst/>
            <a:cxnLst/>
            <a:rect l="l" t="t" r="r" b="b"/>
            <a:pathLst>
              <a:path w="155575" h="155575">
                <a:moveTo>
                  <a:pt x="155448" y="155448"/>
                </a:moveTo>
                <a:lnTo>
                  <a:pt x="0" y="155448"/>
                </a:lnTo>
                <a:lnTo>
                  <a:pt x="0" y="0"/>
                </a:lnTo>
                <a:lnTo>
                  <a:pt x="155448" y="0"/>
                </a:lnTo>
                <a:lnTo>
                  <a:pt x="155448" y="155448"/>
                </a:lnTo>
                <a:close/>
              </a:path>
            </a:pathLst>
          </a:custGeom>
          <a:solidFill>
            <a:srgbClr val="3333C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" name="object 47"/>
          <p:cNvSpPr/>
          <p:nvPr/>
        </p:nvSpPr>
        <p:spPr>
          <a:xfrm>
            <a:off x="2119883" y="4753356"/>
            <a:ext cx="262255" cy="337185"/>
          </a:xfrm>
          <a:custGeom>
            <a:avLst/>
            <a:gdLst/>
            <a:ahLst/>
            <a:cxnLst/>
            <a:rect l="l" t="t" r="r" b="b"/>
            <a:pathLst>
              <a:path w="262255" h="337185">
                <a:moveTo>
                  <a:pt x="153924" y="336804"/>
                </a:moveTo>
                <a:lnTo>
                  <a:pt x="106346" y="331017"/>
                </a:lnTo>
                <a:lnTo>
                  <a:pt x="65341" y="312420"/>
                </a:lnTo>
                <a:lnTo>
                  <a:pt x="32980" y="283011"/>
                </a:lnTo>
                <a:lnTo>
                  <a:pt x="12192" y="240792"/>
                </a:lnTo>
                <a:lnTo>
                  <a:pt x="833" y="187642"/>
                </a:lnTo>
                <a:lnTo>
                  <a:pt x="0" y="167640"/>
                </a:lnTo>
                <a:lnTo>
                  <a:pt x="833" y="148756"/>
                </a:lnTo>
                <a:lnTo>
                  <a:pt x="12192" y="97536"/>
                </a:lnTo>
                <a:lnTo>
                  <a:pt x="32980" y="56173"/>
                </a:lnTo>
                <a:lnTo>
                  <a:pt x="64770" y="25908"/>
                </a:lnTo>
                <a:lnTo>
                  <a:pt x="106584" y="7072"/>
                </a:lnTo>
                <a:lnTo>
                  <a:pt x="155448" y="0"/>
                </a:lnTo>
                <a:lnTo>
                  <a:pt x="163425" y="261"/>
                </a:lnTo>
                <a:lnTo>
                  <a:pt x="208002" y="7119"/>
                </a:lnTo>
                <a:lnTo>
                  <a:pt x="232671" y="16002"/>
                </a:lnTo>
                <a:lnTo>
                  <a:pt x="239268" y="18288"/>
                </a:lnTo>
                <a:lnTo>
                  <a:pt x="248412" y="22860"/>
                </a:lnTo>
                <a:lnTo>
                  <a:pt x="256032" y="25908"/>
                </a:lnTo>
                <a:lnTo>
                  <a:pt x="260604" y="28956"/>
                </a:lnTo>
                <a:lnTo>
                  <a:pt x="260604" y="80772"/>
                </a:lnTo>
                <a:lnTo>
                  <a:pt x="257556" y="80772"/>
                </a:lnTo>
                <a:lnTo>
                  <a:pt x="251460" y="76200"/>
                </a:lnTo>
                <a:lnTo>
                  <a:pt x="246888" y="71628"/>
                </a:lnTo>
                <a:lnTo>
                  <a:pt x="240792" y="67056"/>
                </a:lnTo>
                <a:lnTo>
                  <a:pt x="202311" y="47434"/>
                </a:lnTo>
                <a:lnTo>
                  <a:pt x="159353" y="38385"/>
                </a:lnTo>
                <a:lnTo>
                  <a:pt x="149352" y="38100"/>
                </a:lnTo>
                <a:lnTo>
                  <a:pt x="127396" y="40147"/>
                </a:lnTo>
                <a:lnTo>
                  <a:pt x="89773" y="57388"/>
                </a:lnTo>
                <a:lnTo>
                  <a:pt x="61793" y="91963"/>
                </a:lnTo>
                <a:lnTo>
                  <a:pt x="47458" y="138731"/>
                </a:lnTo>
                <a:lnTo>
                  <a:pt x="45720" y="166116"/>
                </a:lnTo>
                <a:lnTo>
                  <a:pt x="46053" y="182451"/>
                </a:lnTo>
                <a:lnTo>
                  <a:pt x="53340" y="224028"/>
                </a:lnTo>
                <a:lnTo>
                  <a:pt x="74676" y="265176"/>
                </a:lnTo>
                <a:lnTo>
                  <a:pt x="108204" y="291084"/>
                </a:lnTo>
                <a:lnTo>
                  <a:pt x="152400" y="298704"/>
                </a:lnTo>
                <a:lnTo>
                  <a:pt x="170688" y="298513"/>
                </a:lnTo>
                <a:lnTo>
                  <a:pt x="213193" y="291822"/>
                </a:lnTo>
                <a:lnTo>
                  <a:pt x="219456" y="205740"/>
                </a:lnTo>
                <a:lnTo>
                  <a:pt x="144780" y="205740"/>
                </a:lnTo>
                <a:lnTo>
                  <a:pt x="144780" y="167640"/>
                </a:lnTo>
                <a:lnTo>
                  <a:pt x="262128" y="167640"/>
                </a:lnTo>
                <a:lnTo>
                  <a:pt x="262128" y="309372"/>
                </a:lnTo>
                <a:lnTo>
                  <a:pt x="256032" y="310896"/>
                </a:lnTo>
                <a:lnTo>
                  <a:pt x="240792" y="318516"/>
                </a:lnTo>
                <a:lnTo>
                  <a:pt x="220860" y="325374"/>
                </a:lnTo>
                <a:lnTo>
                  <a:pt x="214884" y="327660"/>
                </a:lnTo>
                <a:lnTo>
                  <a:pt x="206930" y="329684"/>
                </a:lnTo>
                <a:lnTo>
                  <a:pt x="185928" y="333756"/>
                </a:lnTo>
                <a:lnTo>
                  <a:pt x="178784" y="334875"/>
                </a:lnTo>
                <a:lnTo>
                  <a:pt x="171069" y="335851"/>
                </a:lnTo>
                <a:lnTo>
                  <a:pt x="162782" y="336542"/>
                </a:lnTo>
                <a:lnTo>
                  <a:pt x="153924" y="33680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" name="object 48"/>
          <p:cNvSpPr/>
          <p:nvPr/>
        </p:nvSpPr>
        <p:spPr>
          <a:xfrm>
            <a:off x="2444496" y="4878324"/>
            <a:ext cx="241300" cy="35560"/>
          </a:xfrm>
          <a:custGeom>
            <a:avLst/>
            <a:gdLst/>
            <a:ahLst/>
            <a:cxnLst/>
            <a:rect l="l" t="t" r="r" b="b"/>
            <a:pathLst>
              <a:path w="241300" h="35560">
                <a:moveTo>
                  <a:pt x="240792" y="35052"/>
                </a:moveTo>
                <a:lnTo>
                  <a:pt x="0" y="35052"/>
                </a:lnTo>
                <a:lnTo>
                  <a:pt x="0" y="0"/>
                </a:lnTo>
                <a:lnTo>
                  <a:pt x="240792" y="0"/>
                </a:lnTo>
                <a:lnTo>
                  <a:pt x="240792" y="3505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" name="object 49"/>
          <p:cNvSpPr/>
          <p:nvPr/>
        </p:nvSpPr>
        <p:spPr>
          <a:xfrm>
            <a:off x="2444496" y="4969764"/>
            <a:ext cx="241300" cy="35560"/>
          </a:xfrm>
          <a:custGeom>
            <a:avLst/>
            <a:gdLst/>
            <a:ahLst/>
            <a:cxnLst/>
            <a:rect l="l" t="t" r="r" b="b"/>
            <a:pathLst>
              <a:path w="241300" h="35560">
                <a:moveTo>
                  <a:pt x="240792" y="35052"/>
                </a:moveTo>
                <a:lnTo>
                  <a:pt x="0" y="35052"/>
                </a:lnTo>
                <a:lnTo>
                  <a:pt x="0" y="0"/>
                </a:lnTo>
                <a:lnTo>
                  <a:pt x="240792" y="0"/>
                </a:lnTo>
                <a:lnTo>
                  <a:pt x="240792" y="3505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" name="object 50"/>
          <p:cNvSpPr/>
          <p:nvPr/>
        </p:nvSpPr>
        <p:spPr>
          <a:xfrm>
            <a:off x="2750807" y="4745735"/>
            <a:ext cx="460375" cy="426720"/>
          </a:xfrm>
          <a:custGeom>
            <a:avLst/>
            <a:gdLst/>
            <a:ahLst/>
            <a:cxnLst/>
            <a:rect l="l" t="t" r="r" b="b"/>
            <a:pathLst>
              <a:path w="460375" h="426720">
                <a:moveTo>
                  <a:pt x="131064" y="0"/>
                </a:moveTo>
                <a:lnTo>
                  <a:pt x="80772" y="0"/>
                </a:lnTo>
                <a:lnTo>
                  <a:pt x="62484" y="22288"/>
                </a:lnTo>
                <a:lnTo>
                  <a:pt x="32766" y="70294"/>
                </a:lnTo>
                <a:lnTo>
                  <a:pt x="12217" y="122288"/>
                </a:lnTo>
                <a:lnTo>
                  <a:pt x="1409" y="181102"/>
                </a:lnTo>
                <a:lnTo>
                  <a:pt x="0" y="213360"/>
                </a:lnTo>
                <a:lnTo>
                  <a:pt x="1409" y="246507"/>
                </a:lnTo>
                <a:lnTo>
                  <a:pt x="12217" y="305943"/>
                </a:lnTo>
                <a:lnTo>
                  <a:pt x="33629" y="357073"/>
                </a:lnTo>
                <a:lnTo>
                  <a:pt x="63347" y="404456"/>
                </a:lnTo>
                <a:lnTo>
                  <a:pt x="80772" y="426720"/>
                </a:lnTo>
                <a:lnTo>
                  <a:pt x="131064" y="426720"/>
                </a:lnTo>
                <a:lnTo>
                  <a:pt x="131064" y="425196"/>
                </a:lnTo>
                <a:lnTo>
                  <a:pt x="122186" y="416915"/>
                </a:lnTo>
                <a:lnTo>
                  <a:pt x="113728" y="408051"/>
                </a:lnTo>
                <a:lnTo>
                  <a:pt x="88925" y="377151"/>
                </a:lnTo>
                <a:lnTo>
                  <a:pt x="67056" y="339852"/>
                </a:lnTo>
                <a:lnTo>
                  <a:pt x="50342" y="296786"/>
                </a:lnTo>
                <a:lnTo>
                  <a:pt x="40195" y="248793"/>
                </a:lnTo>
                <a:lnTo>
                  <a:pt x="38100" y="213360"/>
                </a:lnTo>
                <a:lnTo>
                  <a:pt x="38658" y="195605"/>
                </a:lnTo>
                <a:lnTo>
                  <a:pt x="45720" y="146304"/>
                </a:lnTo>
                <a:lnTo>
                  <a:pt x="61366" y="100660"/>
                </a:lnTo>
                <a:lnTo>
                  <a:pt x="81724" y="60769"/>
                </a:lnTo>
                <a:lnTo>
                  <a:pt x="105562" y="28105"/>
                </a:lnTo>
                <a:lnTo>
                  <a:pt x="131064" y="1524"/>
                </a:lnTo>
                <a:lnTo>
                  <a:pt x="131064" y="0"/>
                </a:lnTo>
                <a:close/>
              </a:path>
              <a:path w="460375" h="426720">
                <a:moveTo>
                  <a:pt x="414540" y="13716"/>
                </a:moveTo>
                <a:lnTo>
                  <a:pt x="370344" y="13716"/>
                </a:lnTo>
                <a:lnTo>
                  <a:pt x="280428" y="283464"/>
                </a:lnTo>
                <a:lnTo>
                  <a:pt x="192036" y="13716"/>
                </a:lnTo>
                <a:lnTo>
                  <a:pt x="144792" y="13716"/>
                </a:lnTo>
                <a:lnTo>
                  <a:pt x="256044" y="338328"/>
                </a:lnTo>
                <a:lnTo>
                  <a:pt x="303288" y="338328"/>
                </a:lnTo>
                <a:lnTo>
                  <a:pt x="414540" y="13716"/>
                </a:lnTo>
                <a:close/>
              </a:path>
              <a:path w="460375" h="426720">
                <a:moveTo>
                  <a:pt x="460248" y="275856"/>
                </a:moveTo>
                <a:lnTo>
                  <a:pt x="406908" y="275856"/>
                </a:lnTo>
                <a:lnTo>
                  <a:pt x="368808" y="417588"/>
                </a:lnTo>
                <a:lnTo>
                  <a:pt x="399300" y="417588"/>
                </a:lnTo>
                <a:lnTo>
                  <a:pt x="460248" y="27585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" name="object 51"/>
          <p:cNvSpPr/>
          <p:nvPr/>
        </p:nvSpPr>
        <p:spPr>
          <a:xfrm>
            <a:off x="3270491" y="4745748"/>
            <a:ext cx="364490" cy="426720"/>
          </a:xfrm>
          <a:custGeom>
            <a:avLst/>
            <a:gdLst/>
            <a:ahLst/>
            <a:cxnLst/>
            <a:rect l="l" t="t" r="r" b="b"/>
            <a:pathLst>
              <a:path w="364489" h="426720">
                <a:moveTo>
                  <a:pt x="202692" y="13208"/>
                </a:moveTo>
                <a:lnTo>
                  <a:pt x="0" y="13208"/>
                </a:lnTo>
                <a:lnTo>
                  <a:pt x="0" y="51308"/>
                </a:lnTo>
                <a:lnTo>
                  <a:pt x="0" y="141478"/>
                </a:lnTo>
                <a:lnTo>
                  <a:pt x="0" y="179578"/>
                </a:lnTo>
                <a:lnTo>
                  <a:pt x="0" y="300228"/>
                </a:lnTo>
                <a:lnTo>
                  <a:pt x="0" y="338328"/>
                </a:lnTo>
                <a:lnTo>
                  <a:pt x="202692" y="338328"/>
                </a:lnTo>
                <a:lnTo>
                  <a:pt x="202692" y="300228"/>
                </a:lnTo>
                <a:lnTo>
                  <a:pt x="42672" y="300228"/>
                </a:lnTo>
                <a:lnTo>
                  <a:pt x="42672" y="179578"/>
                </a:lnTo>
                <a:lnTo>
                  <a:pt x="192024" y="179578"/>
                </a:lnTo>
                <a:lnTo>
                  <a:pt x="192024" y="141478"/>
                </a:lnTo>
                <a:lnTo>
                  <a:pt x="42672" y="141478"/>
                </a:lnTo>
                <a:lnTo>
                  <a:pt x="42672" y="51308"/>
                </a:lnTo>
                <a:lnTo>
                  <a:pt x="202692" y="51308"/>
                </a:lnTo>
                <a:lnTo>
                  <a:pt x="202692" y="13208"/>
                </a:lnTo>
                <a:close/>
              </a:path>
              <a:path w="364489" h="426720">
                <a:moveTo>
                  <a:pt x="364248" y="213360"/>
                </a:moveTo>
                <a:lnTo>
                  <a:pt x="358724" y="149923"/>
                </a:lnTo>
                <a:lnTo>
                  <a:pt x="342912" y="94488"/>
                </a:lnTo>
                <a:lnTo>
                  <a:pt x="316623" y="45529"/>
                </a:lnTo>
                <a:lnTo>
                  <a:pt x="283476" y="0"/>
                </a:lnTo>
                <a:lnTo>
                  <a:pt x="233184" y="0"/>
                </a:lnTo>
                <a:lnTo>
                  <a:pt x="233184" y="1524"/>
                </a:lnTo>
                <a:lnTo>
                  <a:pt x="241414" y="9804"/>
                </a:lnTo>
                <a:lnTo>
                  <a:pt x="249948" y="18669"/>
                </a:lnTo>
                <a:lnTo>
                  <a:pt x="274688" y="48933"/>
                </a:lnTo>
                <a:lnTo>
                  <a:pt x="297192" y="86868"/>
                </a:lnTo>
                <a:lnTo>
                  <a:pt x="313690" y="130581"/>
                </a:lnTo>
                <a:lnTo>
                  <a:pt x="324053" y="178689"/>
                </a:lnTo>
                <a:lnTo>
                  <a:pt x="326148" y="213360"/>
                </a:lnTo>
                <a:lnTo>
                  <a:pt x="325589" y="231330"/>
                </a:lnTo>
                <a:lnTo>
                  <a:pt x="318528" y="280416"/>
                </a:lnTo>
                <a:lnTo>
                  <a:pt x="302882" y="325843"/>
                </a:lnTo>
                <a:lnTo>
                  <a:pt x="283095" y="365379"/>
                </a:lnTo>
                <a:lnTo>
                  <a:pt x="258470" y="398614"/>
                </a:lnTo>
                <a:lnTo>
                  <a:pt x="233184" y="425196"/>
                </a:lnTo>
                <a:lnTo>
                  <a:pt x="233184" y="426720"/>
                </a:lnTo>
                <a:lnTo>
                  <a:pt x="283476" y="426720"/>
                </a:lnTo>
                <a:lnTo>
                  <a:pt x="300901" y="404444"/>
                </a:lnTo>
                <a:lnTo>
                  <a:pt x="330619" y="357060"/>
                </a:lnTo>
                <a:lnTo>
                  <a:pt x="352031" y="305079"/>
                </a:lnTo>
                <a:lnTo>
                  <a:pt x="362839" y="245643"/>
                </a:lnTo>
                <a:lnTo>
                  <a:pt x="364248" y="21336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" name="object 52"/>
          <p:cNvSpPr/>
          <p:nvPr/>
        </p:nvSpPr>
        <p:spPr>
          <a:xfrm>
            <a:off x="3683508" y="4725923"/>
            <a:ext cx="398145" cy="394970"/>
          </a:xfrm>
          <a:custGeom>
            <a:avLst/>
            <a:gdLst/>
            <a:ahLst/>
            <a:cxnLst/>
            <a:rect l="l" t="t" r="r" b="b"/>
            <a:pathLst>
              <a:path w="398145" h="394970">
                <a:moveTo>
                  <a:pt x="308065" y="16764"/>
                </a:moveTo>
                <a:lnTo>
                  <a:pt x="271272" y="16764"/>
                </a:lnTo>
                <a:lnTo>
                  <a:pt x="286512" y="0"/>
                </a:lnTo>
                <a:lnTo>
                  <a:pt x="308065" y="16764"/>
                </a:lnTo>
                <a:close/>
              </a:path>
              <a:path w="398145" h="394970">
                <a:moveTo>
                  <a:pt x="97536" y="176784"/>
                </a:moveTo>
                <a:lnTo>
                  <a:pt x="97774" y="155067"/>
                </a:lnTo>
                <a:lnTo>
                  <a:pt x="98821" y="111633"/>
                </a:lnTo>
                <a:lnTo>
                  <a:pt x="99060" y="89916"/>
                </a:lnTo>
                <a:lnTo>
                  <a:pt x="98821" y="68818"/>
                </a:lnTo>
                <a:lnTo>
                  <a:pt x="97774" y="24336"/>
                </a:lnTo>
                <a:lnTo>
                  <a:pt x="97536" y="1524"/>
                </a:lnTo>
                <a:lnTo>
                  <a:pt x="124968" y="16764"/>
                </a:lnTo>
                <a:lnTo>
                  <a:pt x="308065" y="16764"/>
                </a:lnTo>
                <a:lnTo>
                  <a:pt x="313944" y="21336"/>
                </a:lnTo>
                <a:lnTo>
                  <a:pt x="306324" y="27432"/>
                </a:lnTo>
                <a:lnTo>
                  <a:pt x="123444" y="27432"/>
                </a:lnTo>
                <a:lnTo>
                  <a:pt x="123444" y="77724"/>
                </a:lnTo>
                <a:lnTo>
                  <a:pt x="298727" y="77724"/>
                </a:lnTo>
                <a:lnTo>
                  <a:pt x="298775" y="88392"/>
                </a:lnTo>
                <a:lnTo>
                  <a:pt x="123444" y="88392"/>
                </a:lnTo>
                <a:lnTo>
                  <a:pt x="123444" y="140208"/>
                </a:lnTo>
                <a:lnTo>
                  <a:pt x="299331" y="140208"/>
                </a:lnTo>
                <a:lnTo>
                  <a:pt x="299346" y="141112"/>
                </a:lnTo>
                <a:lnTo>
                  <a:pt x="299801" y="150876"/>
                </a:lnTo>
                <a:lnTo>
                  <a:pt x="123444" y="150876"/>
                </a:lnTo>
                <a:lnTo>
                  <a:pt x="123444" y="166116"/>
                </a:lnTo>
                <a:lnTo>
                  <a:pt x="97536" y="176784"/>
                </a:lnTo>
                <a:close/>
              </a:path>
              <a:path w="398145" h="394970">
                <a:moveTo>
                  <a:pt x="298727" y="77724"/>
                </a:moveTo>
                <a:lnTo>
                  <a:pt x="274320" y="77724"/>
                </a:lnTo>
                <a:lnTo>
                  <a:pt x="274320" y="27432"/>
                </a:lnTo>
                <a:lnTo>
                  <a:pt x="306324" y="27432"/>
                </a:lnTo>
                <a:lnTo>
                  <a:pt x="298704" y="33528"/>
                </a:lnTo>
                <a:lnTo>
                  <a:pt x="298727" y="77724"/>
                </a:lnTo>
                <a:close/>
              </a:path>
              <a:path w="398145" h="394970">
                <a:moveTo>
                  <a:pt x="299331" y="140208"/>
                </a:moveTo>
                <a:lnTo>
                  <a:pt x="274320" y="140208"/>
                </a:lnTo>
                <a:lnTo>
                  <a:pt x="274320" y="88392"/>
                </a:lnTo>
                <a:lnTo>
                  <a:pt x="298775" y="88392"/>
                </a:lnTo>
                <a:lnTo>
                  <a:pt x="298894" y="113919"/>
                </a:lnTo>
                <a:lnTo>
                  <a:pt x="299331" y="140208"/>
                </a:lnTo>
                <a:close/>
              </a:path>
              <a:path w="398145" h="394970">
                <a:moveTo>
                  <a:pt x="274320" y="173736"/>
                </a:moveTo>
                <a:lnTo>
                  <a:pt x="274320" y="150876"/>
                </a:lnTo>
                <a:lnTo>
                  <a:pt x="299801" y="150876"/>
                </a:lnTo>
                <a:lnTo>
                  <a:pt x="300227" y="160020"/>
                </a:lnTo>
                <a:lnTo>
                  <a:pt x="274320" y="173736"/>
                </a:lnTo>
                <a:close/>
              </a:path>
              <a:path w="398145" h="394970">
                <a:moveTo>
                  <a:pt x="19812" y="211836"/>
                </a:moveTo>
                <a:lnTo>
                  <a:pt x="4572" y="196596"/>
                </a:lnTo>
                <a:lnTo>
                  <a:pt x="326136" y="196596"/>
                </a:lnTo>
                <a:lnTo>
                  <a:pt x="352044" y="169164"/>
                </a:lnTo>
                <a:lnTo>
                  <a:pt x="388620" y="205740"/>
                </a:lnTo>
                <a:lnTo>
                  <a:pt x="62484" y="205740"/>
                </a:lnTo>
                <a:lnTo>
                  <a:pt x="51315" y="206049"/>
                </a:lnTo>
                <a:lnTo>
                  <a:pt x="40576" y="207073"/>
                </a:lnTo>
                <a:lnTo>
                  <a:pt x="30122" y="208954"/>
                </a:lnTo>
                <a:lnTo>
                  <a:pt x="19812" y="211836"/>
                </a:lnTo>
                <a:close/>
              </a:path>
              <a:path w="398145" h="394970">
                <a:moveTo>
                  <a:pt x="213360" y="339852"/>
                </a:moveTo>
                <a:lnTo>
                  <a:pt x="188976" y="339852"/>
                </a:lnTo>
                <a:lnTo>
                  <a:pt x="188976" y="205740"/>
                </a:lnTo>
                <a:lnTo>
                  <a:pt x="213360" y="205740"/>
                </a:lnTo>
                <a:lnTo>
                  <a:pt x="213360" y="265175"/>
                </a:lnTo>
                <a:lnTo>
                  <a:pt x="348995" y="265175"/>
                </a:lnTo>
                <a:lnTo>
                  <a:pt x="359664" y="275844"/>
                </a:lnTo>
                <a:lnTo>
                  <a:pt x="213360" y="275844"/>
                </a:lnTo>
                <a:lnTo>
                  <a:pt x="213360" y="339852"/>
                </a:lnTo>
                <a:close/>
              </a:path>
              <a:path w="398145" h="394970">
                <a:moveTo>
                  <a:pt x="3048" y="394716"/>
                </a:moveTo>
                <a:lnTo>
                  <a:pt x="0" y="388620"/>
                </a:lnTo>
                <a:lnTo>
                  <a:pt x="34266" y="356330"/>
                </a:lnTo>
                <a:lnTo>
                  <a:pt x="61531" y="316611"/>
                </a:lnTo>
                <a:lnTo>
                  <a:pt x="81653" y="269462"/>
                </a:lnTo>
                <a:lnTo>
                  <a:pt x="94488" y="214884"/>
                </a:lnTo>
                <a:lnTo>
                  <a:pt x="132588" y="237744"/>
                </a:lnTo>
                <a:lnTo>
                  <a:pt x="108561" y="271843"/>
                </a:lnTo>
                <a:lnTo>
                  <a:pt x="105156" y="280416"/>
                </a:lnTo>
                <a:lnTo>
                  <a:pt x="113712" y="289560"/>
                </a:lnTo>
                <a:lnTo>
                  <a:pt x="100584" y="289560"/>
                </a:lnTo>
                <a:lnTo>
                  <a:pt x="81700" y="323564"/>
                </a:lnTo>
                <a:lnTo>
                  <a:pt x="59245" y="352425"/>
                </a:lnTo>
                <a:lnTo>
                  <a:pt x="33075" y="376142"/>
                </a:lnTo>
                <a:lnTo>
                  <a:pt x="3048" y="394716"/>
                </a:lnTo>
                <a:close/>
              </a:path>
              <a:path w="398145" h="394970">
                <a:moveTo>
                  <a:pt x="348995" y="265175"/>
                </a:moveTo>
                <a:lnTo>
                  <a:pt x="303275" y="265175"/>
                </a:lnTo>
                <a:lnTo>
                  <a:pt x="326136" y="242316"/>
                </a:lnTo>
                <a:lnTo>
                  <a:pt x="348995" y="265175"/>
                </a:lnTo>
                <a:close/>
              </a:path>
              <a:path w="398145" h="394970">
                <a:moveTo>
                  <a:pt x="362712" y="388620"/>
                </a:moveTo>
                <a:lnTo>
                  <a:pt x="315229" y="386643"/>
                </a:lnTo>
                <a:lnTo>
                  <a:pt x="275463" y="383095"/>
                </a:lnTo>
                <a:lnTo>
                  <a:pt x="217932" y="371856"/>
                </a:lnTo>
                <a:lnTo>
                  <a:pt x="178879" y="357378"/>
                </a:lnTo>
                <a:lnTo>
                  <a:pt x="134659" y="327493"/>
                </a:lnTo>
                <a:lnTo>
                  <a:pt x="100584" y="289560"/>
                </a:lnTo>
                <a:lnTo>
                  <a:pt x="113712" y="289560"/>
                </a:lnTo>
                <a:lnTo>
                  <a:pt x="121467" y="297846"/>
                </a:lnTo>
                <a:lnTo>
                  <a:pt x="140779" y="313563"/>
                </a:lnTo>
                <a:lnTo>
                  <a:pt x="163234" y="327564"/>
                </a:lnTo>
                <a:lnTo>
                  <a:pt x="188976" y="339852"/>
                </a:lnTo>
                <a:lnTo>
                  <a:pt x="213360" y="339852"/>
                </a:lnTo>
                <a:lnTo>
                  <a:pt x="213360" y="347472"/>
                </a:lnTo>
                <a:lnTo>
                  <a:pt x="230838" y="351472"/>
                </a:lnTo>
                <a:lnTo>
                  <a:pt x="251460" y="354330"/>
                </a:lnTo>
                <a:lnTo>
                  <a:pt x="275510" y="356044"/>
                </a:lnTo>
                <a:lnTo>
                  <a:pt x="303275" y="356616"/>
                </a:lnTo>
                <a:lnTo>
                  <a:pt x="397764" y="356616"/>
                </a:lnTo>
                <a:lnTo>
                  <a:pt x="397764" y="361188"/>
                </a:lnTo>
                <a:lnTo>
                  <a:pt x="383714" y="365474"/>
                </a:lnTo>
                <a:lnTo>
                  <a:pt x="373380" y="371475"/>
                </a:lnTo>
                <a:lnTo>
                  <a:pt x="366474" y="379190"/>
                </a:lnTo>
                <a:lnTo>
                  <a:pt x="362712" y="388620"/>
                </a:lnTo>
                <a:close/>
              </a:path>
              <a:path w="398145" h="394970">
                <a:moveTo>
                  <a:pt x="397764" y="356616"/>
                </a:moveTo>
                <a:lnTo>
                  <a:pt x="303275" y="356616"/>
                </a:lnTo>
                <a:lnTo>
                  <a:pt x="330684" y="356544"/>
                </a:lnTo>
                <a:lnTo>
                  <a:pt x="355663" y="356044"/>
                </a:lnTo>
                <a:lnTo>
                  <a:pt x="378071" y="354687"/>
                </a:lnTo>
                <a:lnTo>
                  <a:pt x="397764" y="352044"/>
                </a:lnTo>
                <a:lnTo>
                  <a:pt x="397764" y="35661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" name="object 53"/>
          <p:cNvSpPr/>
          <p:nvPr/>
        </p:nvSpPr>
        <p:spPr>
          <a:xfrm>
            <a:off x="4128516" y="4788408"/>
            <a:ext cx="396240" cy="281940"/>
          </a:xfrm>
          <a:custGeom>
            <a:avLst/>
            <a:gdLst/>
            <a:ahLst/>
            <a:cxnLst/>
            <a:rect l="l" t="t" r="r" b="b"/>
            <a:pathLst>
              <a:path w="396239" h="281939">
                <a:moveTo>
                  <a:pt x="59436" y="39624"/>
                </a:moveTo>
                <a:lnTo>
                  <a:pt x="42672" y="24384"/>
                </a:lnTo>
                <a:lnTo>
                  <a:pt x="298703" y="24384"/>
                </a:lnTo>
                <a:lnTo>
                  <a:pt x="323088" y="0"/>
                </a:lnTo>
                <a:lnTo>
                  <a:pt x="358140" y="33528"/>
                </a:lnTo>
                <a:lnTo>
                  <a:pt x="99060" y="33528"/>
                </a:lnTo>
                <a:lnTo>
                  <a:pt x="88796" y="34051"/>
                </a:lnTo>
                <a:lnTo>
                  <a:pt x="78676" y="35433"/>
                </a:lnTo>
                <a:lnTo>
                  <a:pt x="68841" y="37385"/>
                </a:lnTo>
                <a:lnTo>
                  <a:pt x="59436" y="39624"/>
                </a:lnTo>
                <a:close/>
              </a:path>
              <a:path w="396239" h="281939">
                <a:moveTo>
                  <a:pt x="15240" y="281940"/>
                </a:moveTo>
                <a:lnTo>
                  <a:pt x="0" y="265176"/>
                </a:lnTo>
                <a:lnTo>
                  <a:pt x="323088" y="265176"/>
                </a:lnTo>
                <a:lnTo>
                  <a:pt x="355092" y="234696"/>
                </a:lnTo>
                <a:lnTo>
                  <a:pt x="396240" y="275844"/>
                </a:lnTo>
                <a:lnTo>
                  <a:pt x="59436" y="275844"/>
                </a:lnTo>
                <a:lnTo>
                  <a:pt x="47386" y="276153"/>
                </a:lnTo>
                <a:lnTo>
                  <a:pt x="36195" y="277177"/>
                </a:lnTo>
                <a:lnTo>
                  <a:pt x="25574" y="279058"/>
                </a:lnTo>
                <a:lnTo>
                  <a:pt x="15240" y="28194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" name="object 54"/>
          <p:cNvSpPr/>
          <p:nvPr/>
        </p:nvSpPr>
        <p:spPr>
          <a:xfrm>
            <a:off x="4572000" y="4722876"/>
            <a:ext cx="398145" cy="405765"/>
          </a:xfrm>
          <a:custGeom>
            <a:avLst/>
            <a:gdLst/>
            <a:ahLst/>
            <a:cxnLst/>
            <a:rect l="l" t="t" r="r" b="b"/>
            <a:pathLst>
              <a:path w="398145" h="405764">
                <a:moveTo>
                  <a:pt x="257556" y="405384"/>
                </a:moveTo>
                <a:lnTo>
                  <a:pt x="257556" y="106680"/>
                </a:lnTo>
                <a:lnTo>
                  <a:pt x="257294" y="86153"/>
                </a:lnTo>
                <a:lnTo>
                  <a:pt x="256603" y="65913"/>
                </a:lnTo>
                <a:lnTo>
                  <a:pt x="255596" y="45720"/>
                </a:lnTo>
                <a:lnTo>
                  <a:pt x="254508" y="27432"/>
                </a:lnTo>
                <a:lnTo>
                  <a:pt x="278892" y="45720"/>
                </a:lnTo>
                <a:lnTo>
                  <a:pt x="388620" y="45720"/>
                </a:lnTo>
                <a:lnTo>
                  <a:pt x="397764" y="54864"/>
                </a:lnTo>
                <a:lnTo>
                  <a:pt x="395859" y="56388"/>
                </a:lnTo>
                <a:lnTo>
                  <a:pt x="278892" y="56388"/>
                </a:lnTo>
                <a:lnTo>
                  <a:pt x="278892" y="393192"/>
                </a:lnTo>
                <a:lnTo>
                  <a:pt x="257556" y="405384"/>
                </a:lnTo>
                <a:close/>
              </a:path>
              <a:path w="398145" h="405764">
                <a:moveTo>
                  <a:pt x="388620" y="45720"/>
                </a:moveTo>
                <a:lnTo>
                  <a:pt x="358140" y="45720"/>
                </a:lnTo>
                <a:lnTo>
                  <a:pt x="373380" y="30480"/>
                </a:lnTo>
                <a:lnTo>
                  <a:pt x="388620" y="45720"/>
                </a:lnTo>
                <a:close/>
              </a:path>
              <a:path w="398145" h="405764">
                <a:moveTo>
                  <a:pt x="382540" y="312420"/>
                </a:moveTo>
                <a:lnTo>
                  <a:pt x="347472" y="312420"/>
                </a:lnTo>
                <a:lnTo>
                  <a:pt x="353568" y="307848"/>
                </a:lnTo>
                <a:lnTo>
                  <a:pt x="358140" y="300228"/>
                </a:lnTo>
                <a:lnTo>
                  <a:pt x="361188" y="291084"/>
                </a:lnTo>
                <a:lnTo>
                  <a:pt x="362712" y="283464"/>
                </a:lnTo>
                <a:lnTo>
                  <a:pt x="362712" y="277368"/>
                </a:lnTo>
                <a:lnTo>
                  <a:pt x="353258" y="228480"/>
                </a:lnTo>
                <a:lnTo>
                  <a:pt x="320040" y="179832"/>
                </a:lnTo>
                <a:lnTo>
                  <a:pt x="359664" y="56388"/>
                </a:lnTo>
                <a:lnTo>
                  <a:pt x="395859" y="56388"/>
                </a:lnTo>
                <a:lnTo>
                  <a:pt x="382524" y="67056"/>
                </a:lnTo>
                <a:lnTo>
                  <a:pt x="329184" y="179832"/>
                </a:lnTo>
                <a:lnTo>
                  <a:pt x="356616" y="207264"/>
                </a:lnTo>
                <a:lnTo>
                  <a:pt x="380904" y="248126"/>
                </a:lnTo>
                <a:lnTo>
                  <a:pt x="388620" y="284988"/>
                </a:lnTo>
                <a:lnTo>
                  <a:pt x="387762" y="296108"/>
                </a:lnTo>
                <a:lnTo>
                  <a:pt x="385191" y="306514"/>
                </a:lnTo>
                <a:lnTo>
                  <a:pt x="382540" y="312420"/>
                </a:lnTo>
                <a:close/>
              </a:path>
              <a:path w="398145" h="405764">
                <a:moveTo>
                  <a:pt x="336804" y="348996"/>
                </a:moveTo>
                <a:lnTo>
                  <a:pt x="330469" y="337304"/>
                </a:lnTo>
                <a:lnTo>
                  <a:pt x="320421" y="327469"/>
                </a:lnTo>
                <a:lnTo>
                  <a:pt x="306371" y="319635"/>
                </a:lnTo>
                <a:lnTo>
                  <a:pt x="288036" y="313944"/>
                </a:lnTo>
                <a:lnTo>
                  <a:pt x="288036" y="306324"/>
                </a:lnTo>
                <a:lnTo>
                  <a:pt x="304038" y="309205"/>
                </a:lnTo>
                <a:lnTo>
                  <a:pt x="317754" y="311086"/>
                </a:lnTo>
                <a:lnTo>
                  <a:pt x="329184" y="312110"/>
                </a:lnTo>
                <a:lnTo>
                  <a:pt x="338328" y="312420"/>
                </a:lnTo>
                <a:lnTo>
                  <a:pt x="382540" y="312420"/>
                </a:lnTo>
                <a:lnTo>
                  <a:pt x="380904" y="316063"/>
                </a:lnTo>
                <a:lnTo>
                  <a:pt x="374904" y="324612"/>
                </a:lnTo>
                <a:lnTo>
                  <a:pt x="367450" y="332279"/>
                </a:lnTo>
                <a:lnTo>
                  <a:pt x="358711" y="339090"/>
                </a:lnTo>
                <a:lnTo>
                  <a:pt x="348543" y="344757"/>
                </a:lnTo>
                <a:lnTo>
                  <a:pt x="336804" y="348996"/>
                </a:lnTo>
                <a:close/>
              </a:path>
              <a:path w="398145" h="405764">
                <a:moveTo>
                  <a:pt x="207264" y="237744"/>
                </a:moveTo>
                <a:lnTo>
                  <a:pt x="172212" y="237744"/>
                </a:lnTo>
                <a:lnTo>
                  <a:pt x="188976" y="219456"/>
                </a:lnTo>
                <a:lnTo>
                  <a:pt x="207264" y="237744"/>
                </a:lnTo>
                <a:close/>
              </a:path>
              <a:path w="398145" h="405764">
                <a:moveTo>
                  <a:pt x="45720" y="391668"/>
                </a:moveTo>
                <a:lnTo>
                  <a:pt x="46839" y="370189"/>
                </a:lnTo>
                <a:lnTo>
                  <a:pt x="47815" y="348996"/>
                </a:lnTo>
                <a:lnTo>
                  <a:pt x="48506" y="327802"/>
                </a:lnTo>
                <a:lnTo>
                  <a:pt x="48768" y="306324"/>
                </a:lnTo>
                <a:lnTo>
                  <a:pt x="48506" y="285488"/>
                </a:lnTo>
                <a:lnTo>
                  <a:pt x="47815" y="264223"/>
                </a:lnTo>
                <a:lnTo>
                  <a:pt x="46820" y="242316"/>
                </a:lnTo>
                <a:lnTo>
                  <a:pt x="45720" y="220980"/>
                </a:lnTo>
                <a:lnTo>
                  <a:pt x="73152" y="237744"/>
                </a:lnTo>
                <a:lnTo>
                  <a:pt x="207264" y="237744"/>
                </a:lnTo>
                <a:lnTo>
                  <a:pt x="211836" y="242316"/>
                </a:lnTo>
                <a:lnTo>
                  <a:pt x="206120" y="246888"/>
                </a:lnTo>
                <a:lnTo>
                  <a:pt x="70104" y="246888"/>
                </a:lnTo>
                <a:lnTo>
                  <a:pt x="70104" y="335280"/>
                </a:lnTo>
                <a:lnTo>
                  <a:pt x="196899" y="335280"/>
                </a:lnTo>
                <a:lnTo>
                  <a:pt x="197058" y="344424"/>
                </a:lnTo>
                <a:lnTo>
                  <a:pt x="70104" y="344424"/>
                </a:lnTo>
                <a:lnTo>
                  <a:pt x="70104" y="381000"/>
                </a:lnTo>
                <a:lnTo>
                  <a:pt x="45720" y="391668"/>
                </a:lnTo>
                <a:close/>
              </a:path>
              <a:path w="398145" h="405764">
                <a:moveTo>
                  <a:pt x="196899" y="335280"/>
                </a:moveTo>
                <a:lnTo>
                  <a:pt x="173736" y="335280"/>
                </a:lnTo>
                <a:lnTo>
                  <a:pt x="173736" y="246888"/>
                </a:lnTo>
                <a:lnTo>
                  <a:pt x="206120" y="246888"/>
                </a:lnTo>
                <a:lnTo>
                  <a:pt x="196596" y="254508"/>
                </a:lnTo>
                <a:lnTo>
                  <a:pt x="196674" y="306324"/>
                </a:lnTo>
                <a:lnTo>
                  <a:pt x="196786" y="328803"/>
                </a:lnTo>
                <a:lnTo>
                  <a:pt x="196899" y="335280"/>
                </a:lnTo>
                <a:close/>
              </a:path>
              <a:path w="398145" h="405764">
                <a:moveTo>
                  <a:pt x="173736" y="385572"/>
                </a:moveTo>
                <a:lnTo>
                  <a:pt x="173736" y="344424"/>
                </a:lnTo>
                <a:lnTo>
                  <a:pt x="197058" y="344424"/>
                </a:lnTo>
                <a:lnTo>
                  <a:pt x="197238" y="354806"/>
                </a:lnTo>
                <a:lnTo>
                  <a:pt x="198120" y="373380"/>
                </a:lnTo>
                <a:lnTo>
                  <a:pt x="173736" y="385572"/>
                </a:lnTo>
                <a:close/>
              </a:path>
              <a:path w="398145" h="405764">
                <a:moveTo>
                  <a:pt x="129540" y="70104"/>
                </a:moveTo>
                <a:lnTo>
                  <a:pt x="118872" y="70104"/>
                </a:lnTo>
                <a:lnTo>
                  <a:pt x="117467" y="60126"/>
                </a:lnTo>
                <a:lnTo>
                  <a:pt x="115633" y="50863"/>
                </a:lnTo>
                <a:lnTo>
                  <a:pt x="99036" y="13835"/>
                </a:lnTo>
                <a:lnTo>
                  <a:pt x="92964" y="6096"/>
                </a:lnTo>
                <a:lnTo>
                  <a:pt x="97536" y="0"/>
                </a:lnTo>
                <a:lnTo>
                  <a:pt x="116919" y="12858"/>
                </a:lnTo>
                <a:lnTo>
                  <a:pt x="131445" y="24003"/>
                </a:lnTo>
                <a:lnTo>
                  <a:pt x="140827" y="33432"/>
                </a:lnTo>
                <a:lnTo>
                  <a:pt x="144780" y="41147"/>
                </a:lnTo>
                <a:lnTo>
                  <a:pt x="144756" y="48887"/>
                </a:lnTo>
                <a:lnTo>
                  <a:pt x="142303" y="56197"/>
                </a:lnTo>
                <a:lnTo>
                  <a:pt x="137279" y="63222"/>
                </a:lnTo>
                <a:lnTo>
                  <a:pt x="129540" y="70104"/>
                </a:lnTo>
                <a:close/>
              </a:path>
              <a:path w="398145" h="405764">
                <a:moveTo>
                  <a:pt x="32004" y="85344"/>
                </a:moveTo>
                <a:lnTo>
                  <a:pt x="16764" y="70104"/>
                </a:lnTo>
                <a:lnTo>
                  <a:pt x="187452" y="70104"/>
                </a:lnTo>
                <a:lnTo>
                  <a:pt x="205740" y="48768"/>
                </a:lnTo>
                <a:lnTo>
                  <a:pt x="234696" y="80771"/>
                </a:lnTo>
                <a:lnTo>
                  <a:pt x="65532" y="80771"/>
                </a:lnTo>
                <a:lnTo>
                  <a:pt x="58364" y="81057"/>
                </a:lnTo>
                <a:lnTo>
                  <a:pt x="50482" y="81915"/>
                </a:lnTo>
                <a:lnTo>
                  <a:pt x="41743" y="83343"/>
                </a:lnTo>
                <a:lnTo>
                  <a:pt x="32004" y="85344"/>
                </a:lnTo>
                <a:close/>
              </a:path>
              <a:path w="398145" h="405764">
                <a:moveTo>
                  <a:pt x="150876" y="181356"/>
                </a:moveTo>
                <a:lnTo>
                  <a:pt x="138684" y="181356"/>
                </a:lnTo>
                <a:lnTo>
                  <a:pt x="150947" y="151638"/>
                </a:lnTo>
                <a:lnTo>
                  <a:pt x="160210" y="126492"/>
                </a:lnTo>
                <a:lnTo>
                  <a:pt x="166330" y="105918"/>
                </a:lnTo>
                <a:lnTo>
                  <a:pt x="169164" y="89916"/>
                </a:lnTo>
                <a:lnTo>
                  <a:pt x="205740" y="111252"/>
                </a:lnTo>
                <a:lnTo>
                  <a:pt x="190500" y="120396"/>
                </a:lnTo>
                <a:lnTo>
                  <a:pt x="182165" y="132707"/>
                </a:lnTo>
                <a:lnTo>
                  <a:pt x="172974" y="146875"/>
                </a:lnTo>
                <a:lnTo>
                  <a:pt x="162624" y="163068"/>
                </a:lnTo>
                <a:lnTo>
                  <a:pt x="150876" y="181356"/>
                </a:lnTo>
                <a:close/>
              </a:path>
              <a:path w="398145" h="405764">
                <a:moveTo>
                  <a:pt x="86868" y="175260"/>
                </a:moveTo>
                <a:lnTo>
                  <a:pt x="82296" y="175260"/>
                </a:lnTo>
                <a:lnTo>
                  <a:pt x="80772" y="170688"/>
                </a:lnTo>
                <a:lnTo>
                  <a:pt x="79243" y="163044"/>
                </a:lnTo>
                <a:lnTo>
                  <a:pt x="77819" y="155090"/>
                </a:lnTo>
                <a:lnTo>
                  <a:pt x="75819" y="147256"/>
                </a:lnTo>
                <a:lnTo>
                  <a:pt x="73247" y="139707"/>
                </a:lnTo>
                <a:lnTo>
                  <a:pt x="70104" y="132588"/>
                </a:lnTo>
                <a:lnTo>
                  <a:pt x="67270" y="125468"/>
                </a:lnTo>
                <a:lnTo>
                  <a:pt x="63436" y="117919"/>
                </a:lnTo>
                <a:lnTo>
                  <a:pt x="58745" y="110085"/>
                </a:lnTo>
                <a:lnTo>
                  <a:pt x="53340" y="102108"/>
                </a:lnTo>
                <a:lnTo>
                  <a:pt x="56388" y="96012"/>
                </a:lnTo>
                <a:lnTo>
                  <a:pt x="91535" y="124515"/>
                </a:lnTo>
                <a:lnTo>
                  <a:pt x="105156" y="146304"/>
                </a:lnTo>
                <a:lnTo>
                  <a:pt x="103632" y="153924"/>
                </a:lnTo>
                <a:lnTo>
                  <a:pt x="100584" y="160020"/>
                </a:lnTo>
                <a:lnTo>
                  <a:pt x="99060" y="166116"/>
                </a:lnTo>
                <a:lnTo>
                  <a:pt x="89916" y="172212"/>
                </a:lnTo>
                <a:lnTo>
                  <a:pt x="86868" y="175260"/>
                </a:lnTo>
                <a:close/>
              </a:path>
              <a:path w="398145" h="405764">
                <a:moveTo>
                  <a:pt x="15240" y="196596"/>
                </a:moveTo>
                <a:lnTo>
                  <a:pt x="0" y="181356"/>
                </a:lnTo>
                <a:lnTo>
                  <a:pt x="204216" y="181356"/>
                </a:lnTo>
                <a:lnTo>
                  <a:pt x="225552" y="160020"/>
                </a:lnTo>
                <a:lnTo>
                  <a:pt x="252984" y="192024"/>
                </a:lnTo>
                <a:lnTo>
                  <a:pt x="48768" y="192024"/>
                </a:lnTo>
                <a:lnTo>
                  <a:pt x="41386" y="192309"/>
                </a:lnTo>
                <a:lnTo>
                  <a:pt x="33147" y="193167"/>
                </a:lnTo>
                <a:lnTo>
                  <a:pt x="24336" y="194595"/>
                </a:lnTo>
                <a:lnTo>
                  <a:pt x="15240" y="196596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" name="object 55"/>
          <p:cNvSpPr/>
          <p:nvPr/>
        </p:nvSpPr>
        <p:spPr>
          <a:xfrm>
            <a:off x="5055108" y="4722875"/>
            <a:ext cx="346075" cy="402590"/>
          </a:xfrm>
          <a:custGeom>
            <a:avLst/>
            <a:gdLst/>
            <a:ahLst/>
            <a:cxnLst/>
            <a:rect l="l" t="t" r="r" b="b"/>
            <a:pathLst>
              <a:path w="346075" h="402589">
                <a:moveTo>
                  <a:pt x="340461" y="18288"/>
                </a:moveTo>
                <a:lnTo>
                  <a:pt x="306324" y="18288"/>
                </a:lnTo>
                <a:lnTo>
                  <a:pt x="318516" y="0"/>
                </a:lnTo>
                <a:lnTo>
                  <a:pt x="340461" y="18288"/>
                </a:lnTo>
                <a:close/>
              </a:path>
              <a:path w="346075" h="402589">
                <a:moveTo>
                  <a:pt x="0" y="402336"/>
                </a:moveTo>
                <a:lnTo>
                  <a:pt x="238" y="384929"/>
                </a:lnTo>
                <a:lnTo>
                  <a:pt x="1285" y="348972"/>
                </a:lnTo>
                <a:lnTo>
                  <a:pt x="1404" y="339852"/>
                </a:lnTo>
                <a:lnTo>
                  <a:pt x="1519" y="68270"/>
                </a:lnTo>
                <a:lnTo>
                  <a:pt x="1264" y="52768"/>
                </a:lnTo>
                <a:lnTo>
                  <a:pt x="302" y="22860"/>
                </a:lnTo>
                <a:lnTo>
                  <a:pt x="204" y="18288"/>
                </a:lnTo>
                <a:lnTo>
                  <a:pt x="0" y="3048"/>
                </a:lnTo>
                <a:lnTo>
                  <a:pt x="25908" y="18288"/>
                </a:lnTo>
                <a:lnTo>
                  <a:pt x="340461" y="18288"/>
                </a:lnTo>
                <a:lnTo>
                  <a:pt x="345948" y="22860"/>
                </a:lnTo>
                <a:lnTo>
                  <a:pt x="338981" y="28956"/>
                </a:lnTo>
                <a:lnTo>
                  <a:pt x="25908" y="28956"/>
                </a:lnTo>
                <a:lnTo>
                  <a:pt x="25908" y="242316"/>
                </a:lnTo>
                <a:lnTo>
                  <a:pt x="52211" y="242316"/>
                </a:lnTo>
                <a:lnTo>
                  <a:pt x="25908" y="251459"/>
                </a:lnTo>
                <a:lnTo>
                  <a:pt x="25908" y="353567"/>
                </a:lnTo>
                <a:lnTo>
                  <a:pt x="333926" y="353567"/>
                </a:lnTo>
                <a:lnTo>
                  <a:pt x="333946" y="355473"/>
                </a:lnTo>
                <a:lnTo>
                  <a:pt x="334207" y="364236"/>
                </a:lnTo>
                <a:lnTo>
                  <a:pt x="25908" y="364236"/>
                </a:lnTo>
                <a:lnTo>
                  <a:pt x="25908" y="391667"/>
                </a:lnTo>
                <a:lnTo>
                  <a:pt x="0" y="402336"/>
                </a:lnTo>
                <a:close/>
              </a:path>
              <a:path w="346075" h="402589">
                <a:moveTo>
                  <a:pt x="53340" y="166116"/>
                </a:moveTo>
                <a:lnTo>
                  <a:pt x="48768" y="163068"/>
                </a:lnTo>
                <a:lnTo>
                  <a:pt x="61912" y="144518"/>
                </a:lnTo>
                <a:lnTo>
                  <a:pt x="73914" y="125539"/>
                </a:lnTo>
                <a:lnTo>
                  <a:pt x="103642" y="68580"/>
                </a:lnTo>
                <a:lnTo>
                  <a:pt x="117348" y="28956"/>
                </a:lnTo>
                <a:lnTo>
                  <a:pt x="121920" y="28956"/>
                </a:lnTo>
                <a:lnTo>
                  <a:pt x="150876" y="44196"/>
                </a:lnTo>
                <a:lnTo>
                  <a:pt x="140208" y="48768"/>
                </a:lnTo>
                <a:lnTo>
                  <a:pt x="135683" y="56221"/>
                </a:lnTo>
                <a:lnTo>
                  <a:pt x="127777" y="68270"/>
                </a:lnTo>
                <a:lnTo>
                  <a:pt x="124968" y="73152"/>
                </a:lnTo>
                <a:lnTo>
                  <a:pt x="244792" y="73152"/>
                </a:lnTo>
                <a:lnTo>
                  <a:pt x="254508" y="82296"/>
                </a:lnTo>
                <a:lnTo>
                  <a:pt x="252222" y="83820"/>
                </a:lnTo>
                <a:lnTo>
                  <a:pt x="118872" y="83820"/>
                </a:lnTo>
                <a:lnTo>
                  <a:pt x="124343" y="92964"/>
                </a:lnTo>
                <a:lnTo>
                  <a:pt x="112776" y="92964"/>
                </a:lnTo>
                <a:lnTo>
                  <a:pt x="98774" y="113823"/>
                </a:lnTo>
                <a:lnTo>
                  <a:pt x="84201" y="132969"/>
                </a:lnTo>
                <a:lnTo>
                  <a:pt x="69056" y="150399"/>
                </a:lnTo>
                <a:lnTo>
                  <a:pt x="53340" y="166116"/>
                </a:lnTo>
                <a:close/>
              </a:path>
              <a:path w="346075" h="402589">
                <a:moveTo>
                  <a:pt x="333926" y="353567"/>
                </a:moveTo>
                <a:lnTo>
                  <a:pt x="309372" y="353567"/>
                </a:lnTo>
                <a:lnTo>
                  <a:pt x="309372" y="28956"/>
                </a:lnTo>
                <a:lnTo>
                  <a:pt x="338981" y="28956"/>
                </a:lnTo>
                <a:lnTo>
                  <a:pt x="333756" y="33528"/>
                </a:lnTo>
                <a:lnTo>
                  <a:pt x="333877" y="348972"/>
                </a:lnTo>
                <a:lnTo>
                  <a:pt x="333926" y="353567"/>
                </a:lnTo>
                <a:close/>
              </a:path>
              <a:path w="346075" h="402589">
                <a:moveTo>
                  <a:pt x="244792" y="73152"/>
                </a:moveTo>
                <a:lnTo>
                  <a:pt x="216408" y="73152"/>
                </a:lnTo>
                <a:lnTo>
                  <a:pt x="228600" y="57912"/>
                </a:lnTo>
                <a:lnTo>
                  <a:pt x="244792" y="73152"/>
                </a:lnTo>
                <a:close/>
              </a:path>
              <a:path w="346075" h="402589">
                <a:moveTo>
                  <a:pt x="193390" y="152400"/>
                </a:moveTo>
                <a:lnTo>
                  <a:pt x="166116" y="152400"/>
                </a:lnTo>
                <a:lnTo>
                  <a:pt x="178450" y="137826"/>
                </a:lnTo>
                <a:lnTo>
                  <a:pt x="190500" y="121539"/>
                </a:lnTo>
                <a:lnTo>
                  <a:pt x="202549" y="103536"/>
                </a:lnTo>
                <a:lnTo>
                  <a:pt x="214884" y="83820"/>
                </a:lnTo>
                <a:lnTo>
                  <a:pt x="252222" y="83820"/>
                </a:lnTo>
                <a:lnTo>
                  <a:pt x="240792" y="91440"/>
                </a:lnTo>
                <a:lnTo>
                  <a:pt x="225909" y="111704"/>
                </a:lnTo>
                <a:lnTo>
                  <a:pt x="210883" y="131254"/>
                </a:lnTo>
                <a:lnTo>
                  <a:pt x="195572" y="149947"/>
                </a:lnTo>
                <a:lnTo>
                  <a:pt x="193390" y="152400"/>
                </a:lnTo>
                <a:close/>
              </a:path>
              <a:path w="346075" h="402589">
                <a:moveTo>
                  <a:pt x="52211" y="242316"/>
                </a:moveTo>
                <a:lnTo>
                  <a:pt x="25908" y="242316"/>
                </a:lnTo>
                <a:lnTo>
                  <a:pt x="64531" y="224599"/>
                </a:lnTo>
                <a:lnTo>
                  <a:pt x="98298" y="205740"/>
                </a:lnTo>
                <a:lnTo>
                  <a:pt x="127492" y="185737"/>
                </a:lnTo>
                <a:lnTo>
                  <a:pt x="152400" y="164592"/>
                </a:lnTo>
                <a:lnTo>
                  <a:pt x="141279" y="148042"/>
                </a:lnTo>
                <a:lnTo>
                  <a:pt x="130873" y="130492"/>
                </a:lnTo>
                <a:lnTo>
                  <a:pt x="121324" y="112085"/>
                </a:lnTo>
                <a:lnTo>
                  <a:pt x="112776" y="92964"/>
                </a:lnTo>
                <a:lnTo>
                  <a:pt x="124343" y="92964"/>
                </a:lnTo>
                <a:lnTo>
                  <a:pt x="131183" y="104394"/>
                </a:lnTo>
                <a:lnTo>
                  <a:pt x="143065" y="122682"/>
                </a:lnTo>
                <a:lnTo>
                  <a:pt x="154662" y="138684"/>
                </a:lnTo>
                <a:lnTo>
                  <a:pt x="166116" y="152400"/>
                </a:lnTo>
                <a:lnTo>
                  <a:pt x="193390" y="152400"/>
                </a:lnTo>
                <a:lnTo>
                  <a:pt x="179832" y="167640"/>
                </a:lnTo>
                <a:lnTo>
                  <a:pt x="199352" y="179832"/>
                </a:lnTo>
                <a:lnTo>
                  <a:pt x="164592" y="179832"/>
                </a:lnTo>
                <a:lnTo>
                  <a:pt x="132849" y="202382"/>
                </a:lnTo>
                <a:lnTo>
                  <a:pt x="99250" y="221932"/>
                </a:lnTo>
                <a:lnTo>
                  <a:pt x="63650" y="238339"/>
                </a:lnTo>
                <a:lnTo>
                  <a:pt x="52211" y="242316"/>
                </a:lnTo>
                <a:close/>
              </a:path>
              <a:path w="346075" h="402589">
                <a:moveTo>
                  <a:pt x="271272" y="242316"/>
                </a:moveTo>
                <a:lnTo>
                  <a:pt x="241530" y="229981"/>
                </a:lnTo>
                <a:lnTo>
                  <a:pt x="213931" y="215646"/>
                </a:lnTo>
                <a:lnTo>
                  <a:pt x="188333" y="199024"/>
                </a:lnTo>
                <a:lnTo>
                  <a:pt x="164592" y="179832"/>
                </a:lnTo>
                <a:lnTo>
                  <a:pt x="199352" y="179832"/>
                </a:lnTo>
                <a:lnTo>
                  <a:pt x="208121" y="185308"/>
                </a:lnTo>
                <a:lnTo>
                  <a:pt x="238125" y="199262"/>
                </a:lnTo>
                <a:lnTo>
                  <a:pt x="269843" y="209216"/>
                </a:lnTo>
                <a:lnTo>
                  <a:pt x="303276" y="214884"/>
                </a:lnTo>
                <a:lnTo>
                  <a:pt x="303276" y="220980"/>
                </a:lnTo>
                <a:lnTo>
                  <a:pt x="291846" y="223242"/>
                </a:lnTo>
                <a:lnTo>
                  <a:pt x="282702" y="227647"/>
                </a:lnTo>
                <a:lnTo>
                  <a:pt x="275844" y="234053"/>
                </a:lnTo>
                <a:lnTo>
                  <a:pt x="271272" y="242316"/>
                </a:lnTo>
                <a:close/>
              </a:path>
              <a:path w="346075" h="402589">
                <a:moveTo>
                  <a:pt x="201168" y="274320"/>
                </a:moveTo>
                <a:lnTo>
                  <a:pt x="193548" y="274320"/>
                </a:lnTo>
                <a:lnTo>
                  <a:pt x="190500" y="271271"/>
                </a:lnTo>
                <a:lnTo>
                  <a:pt x="185928" y="265176"/>
                </a:lnTo>
                <a:lnTo>
                  <a:pt x="175593" y="255722"/>
                </a:lnTo>
                <a:lnTo>
                  <a:pt x="162687" y="245554"/>
                </a:lnTo>
                <a:lnTo>
                  <a:pt x="146923" y="234529"/>
                </a:lnTo>
                <a:lnTo>
                  <a:pt x="128016" y="222504"/>
                </a:lnTo>
                <a:lnTo>
                  <a:pt x="129540" y="217932"/>
                </a:lnTo>
                <a:lnTo>
                  <a:pt x="178617" y="229719"/>
                </a:lnTo>
                <a:lnTo>
                  <a:pt x="204216" y="268223"/>
                </a:lnTo>
                <a:lnTo>
                  <a:pt x="201168" y="274320"/>
                </a:lnTo>
                <a:close/>
              </a:path>
              <a:path w="346075" h="402589">
                <a:moveTo>
                  <a:pt x="228600" y="342900"/>
                </a:moveTo>
                <a:lnTo>
                  <a:pt x="217932" y="342900"/>
                </a:lnTo>
                <a:lnTo>
                  <a:pt x="213360" y="339852"/>
                </a:lnTo>
                <a:lnTo>
                  <a:pt x="204216" y="332232"/>
                </a:lnTo>
                <a:lnTo>
                  <a:pt x="187975" y="321683"/>
                </a:lnTo>
                <a:lnTo>
                  <a:pt x="164592" y="310705"/>
                </a:lnTo>
                <a:lnTo>
                  <a:pt x="134350" y="299442"/>
                </a:lnTo>
                <a:lnTo>
                  <a:pt x="97536" y="288035"/>
                </a:lnTo>
                <a:lnTo>
                  <a:pt x="97536" y="280416"/>
                </a:lnTo>
                <a:lnTo>
                  <a:pt x="163830" y="289369"/>
                </a:lnTo>
                <a:lnTo>
                  <a:pt x="202692" y="297180"/>
                </a:lnTo>
                <a:lnTo>
                  <a:pt x="230124" y="336804"/>
                </a:lnTo>
                <a:lnTo>
                  <a:pt x="228600" y="342900"/>
                </a:lnTo>
                <a:close/>
              </a:path>
              <a:path w="346075" h="402589">
                <a:moveTo>
                  <a:pt x="309372" y="399288"/>
                </a:moveTo>
                <a:lnTo>
                  <a:pt x="309372" y="364236"/>
                </a:lnTo>
                <a:lnTo>
                  <a:pt x="334207" y="364236"/>
                </a:lnTo>
                <a:lnTo>
                  <a:pt x="334398" y="370665"/>
                </a:lnTo>
                <a:lnTo>
                  <a:pt x="335280" y="385572"/>
                </a:lnTo>
                <a:lnTo>
                  <a:pt x="309372" y="399288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pic>
        <p:nvPicPr>
          <p:cNvPr id="56" name="object 56"/>
          <p:cNvPicPr/>
          <p:nvPr/>
        </p:nvPicPr>
        <p:blipFill>
          <a:blip r:embed="rId7" cstate="print"/>
          <a:stretch>
            <a:fillRect/>
          </a:stretch>
        </p:blipFill>
        <p:spPr>
          <a:xfrm>
            <a:off x="5492495" y="4981384"/>
            <a:ext cx="70104" cy="119443"/>
          </a:xfrm>
          <a:prstGeom prst="rect">
            <a:avLst/>
          </a:prstGeom>
        </p:spPr>
      </p:pic>
      <p:sp>
        <p:nvSpPr>
          <p:cNvPr id="57" name="object 57"/>
          <p:cNvSpPr/>
          <p:nvPr/>
        </p:nvSpPr>
        <p:spPr>
          <a:xfrm>
            <a:off x="5908548" y="4721351"/>
            <a:ext cx="387350" cy="405765"/>
          </a:xfrm>
          <a:custGeom>
            <a:avLst/>
            <a:gdLst/>
            <a:ahLst/>
            <a:cxnLst/>
            <a:rect l="l" t="t" r="r" b="b"/>
            <a:pathLst>
              <a:path w="387350" h="405764">
                <a:moveTo>
                  <a:pt x="383394" y="92964"/>
                </a:moveTo>
                <a:lnTo>
                  <a:pt x="347472" y="92964"/>
                </a:lnTo>
                <a:lnTo>
                  <a:pt x="361188" y="74676"/>
                </a:lnTo>
                <a:lnTo>
                  <a:pt x="383394" y="92964"/>
                </a:lnTo>
                <a:close/>
              </a:path>
              <a:path w="387350" h="405764">
                <a:moveTo>
                  <a:pt x="227076" y="382524"/>
                </a:moveTo>
                <a:lnTo>
                  <a:pt x="228195" y="359163"/>
                </a:lnTo>
                <a:lnTo>
                  <a:pt x="229171" y="339661"/>
                </a:lnTo>
                <a:lnTo>
                  <a:pt x="229862" y="324445"/>
                </a:lnTo>
                <a:lnTo>
                  <a:pt x="230124" y="313944"/>
                </a:lnTo>
                <a:lnTo>
                  <a:pt x="230124" y="143256"/>
                </a:lnTo>
                <a:lnTo>
                  <a:pt x="229862" y="127254"/>
                </a:lnTo>
                <a:lnTo>
                  <a:pt x="229171" y="111252"/>
                </a:lnTo>
                <a:lnTo>
                  <a:pt x="228195" y="95249"/>
                </a:lnTo>
                <a:lnTo>
                  <a:pt x="227076" y="79247"/>
                </a:lnTo>
                <a:lnTo>
                  <a:pt x="251460" y="92964"/>
                </a:lnTo>
                <a:lnTo>
                  <a:pt x="383394" y="92964"/>
                </a:lnTo>
                <a:lnTo>
                  <a:pt x="387096" y="96012"/>
                </a:lnTo>
                <a:lnTo>
                  <a:pt x="378523" y="103632"/>
                </a:lnTo>
                <a:lnTo>
                  <a:pt x="251460" y="103632"/>
                </a:lnTo>
                <a:lnTo>
                  <a:pt x="251460" y="321564"/>
                </a:lnTo>
                <a:lnTo>
                  <a:pt x="373933" y="321564"/>
                </a:lnTo>
                <a:lnTo>
                  <a:pt x="374142" y="327088"/>
                </a:lnTo>
                <a:lnTo>
                  <a:pt x="374305" y="332232"/>
                </a:lnTo>
                <a:lnTo>
                  <a:pt x="251460" y="332232"/>
                </a:lnTo>
                <a:lnTo>
                  <a:pt x="251460" y="370332"/>
                </a:lnTo>
                <a:lnTo>
                  <a:pt x="227076" y="382524"/>
                </a:lnTo>
                <a:close/>
              </a:path>
              <a:path w="387350" h="405764">
                <a:moveTo>
                  <a:pt x="373933" y="321564"/>
                </a:moveTo>
                <a:lnTo>
                  <a:pt x="350520" y="321564"/>
                </a:lnTo>
                <a:lnTo>
                  <a:pt x="350520" y="103632"/>
                </a:lnTo>
                <a:lnTo>
                  <a:pt x="378523" y="103632"/>
                </a:lnTo>
                <a:lnTo>
                  <a:pt x="373380" y="108204"/>
                </a:lnTo>
                <a:lnTo>
                  <a:pt x="373380" y="301752"/>
                </a:lnTo>
                <a:lnTo>
                  <a:pt x="373646" y="313944"/>
                </a:lnTo>
                <a:lnTo>
                  <a:pt x="373933" y="321564"/>
                </a:lnTo>
                <a:close/>
              </a:path>
              <a:path w="387350" h="405764">
                <a:moveTo>
                  <a:pt x="350520" y="371856"/>
                </a:moveTo>
                <a:lnTo>
                  <a:pt x="350520" y="332232"/>
                </a:lnTo>
                <a:lnTo>
                  <a:pt x="374305" y="332232"/>
                </a:lnTo>
                <a:lnTo>
                  <a:pt x="374665" y="343542"/>
                </a:lnTo>
                <a:lnTo>
                  <a:pt x="374904" y="362712"/>
                </a:lnTo>
                <a:lnTo>
                  <a:pt x="350520" y="371856"/>
                </a:lnTo>
                <a:close/>
              </a:path>
              <a:path w="387350" h="405764">
                <a:moveTo>
                  <a:pt x="97536" y="108204"/>
                </a:moveTo>
                <a:lnTo>
                  <a:pt x="73152" y="108204"/>
                </a:lnTo>
                <a:lnTo>
                  <a:pt x="78533" y="76723"/>
                </a:lnTo>
                <a:lnTo>
                  <a:pt x="83058" y="48387"/>
                </a:lnTo>
                <a:lnTo>
                  <a:pt x="86439" y="22907"/>
                </a:lnTo>
                <a:lnTo>
                  <a:pt x="88392" y="0"/>
                </a:lnTo>
                <a:lnTo>
                  <a:pt x="131064" y="19812"/>
                </a:lnTo>
                <a:lnTo>
                  <a:pt x="114300" y="30480"/>
                </a:lnTo>
                <a:lnTo>
                  <a:pt x="110609" y="45624"/>
                </a:lnTo>
                <a:lnTo>
                  <a:pt x="106489" y="63627"/>
                </a:lnTo>
                <a:lnTo>
                  <a:pt x="102084" y="84486"/>
                </a:lnTo>
                <a:lnTo>
                  <a:pt x="97536" y="108204"/>
                </a:lnTo>
                <a:close/>
              </a:path>
              <a:path w="387350" h="405764">
                <a:moveTo>
                  <a:pt x="16764" y="123444"/>
                </a:moveTo>
                <a:lnTo>
                  <a:pt x="1524" y="108204"/>
                </a:lnTo>
                <a:lnTo>
                  <a:pt x="163068" y="108204"/>
                </a:lnTo>
                <a:lnTo>
                  <a:pt x="173736" y="88392"/>
                </a:lnTo>
                <a:lnTo>
                  <a:pt x="202692" y="109728"/>
                </a:lnTo>
                <a:lnTo>
                  <a:pt x="192405" y="118871"/>
                </a:lnTo>
                <a:lnTo>
                  <a:pt x="59436" y="118871"/>
                </a:lnTo>
                <a:lnTo>
                  <a:pt x="48267" y="119157"/>
                </a:lnTo>
                <a:lnTo>
                  <a:pt x="37528" y="120014"/>
                </a:lnTo>
                <a:lnTo>
                  <a:pt x="27074" y="121443"/>
                </a:lnTo>
                <a:lnTo>
                  <a:pt x="16764" y="123444"/>
                </a:lnTo>
                <a:close/>
              </a:path>
              <a:path w="387350" h="405764">
                <a:moveTo>
                  <a:pt x="3048" y="405384"/>
                </a:moveTo>
                <a:lnTo>
                  <a:pt x="0" y="400812"/>
                </a:lnTo>
                <a:lnTo>
                  <a:pt x="39409" y="381095"/>
                </a:lnTo>
                <a:lnTo>
                  <a:pt x="72961" y="358521"/>
                </a:lnTo>
                <a:lnTo>
                  <a:pt x="100512" y="333089"/>
                </a:lnTo>
                <a:lnTo>
                  <a:pt x="121920" y="304800"/>
                </a:lnTo>
                <a:lnTo>
                  <a:pt x="96797" y="294489"/>
                </a:lnTo>
                <a:lnTo>
                  <a:pt x="74104" y="286321"/>
                </a:lnTo>
                <a:lnTo>
                  <a:pt x="53982" y="280154"/>
                </a:lnTo>
                <a:lnTo>
                  <a:pt x="36576" y="275844"/>
                </a:lnTo>
                <a:lnTo>
                  <a:pt x="43981" y="245530"/>
                </a:lnTo>
                <a:lnTo>
                  <a:pt x="52387" y="209359"/>
                </a:lnTo>
                <a:lnTo>
                  <a:pt x="61650" y="167187"/>
                </a:lnTo>
                <a:lnTo>
                  <a:pt x="71628" y="118871"/>
                </a:lnTo>
                <a:lnTo>
                  <a:pt x="96012" y="118871"/>
                </a:lnTo>
                <a:lnTo>
                  <a:pt x="88820" y="148232"/>
                </a:lnTo>
                <a:lnTo>
                  <a:pt x="80772" y="183451"/>
                </a:lnTo>
                <a:lnTo>
                  <a:pt x="71580" y="224099"/>
                </a:lnTo>
                <a:lnTo>
                  <a:pt x="60960" y="269748"/>
                </a:lnTo>
                <a:lnTo>
                  <a:pt x="85915" y="276796"/>
                </a:lnTo>
                <a:lnTo>
                  <a:pt x="104894" y="282392"/>
                </a:lnTo>
                <a:lnTo>
                  <a:pt x="128016" y="289560"/>
                </a:lnTo>
                <a:lnTo>
                  <a:pt x="152917" y="289560"/>
                </a:lnTo>
                <a:lnTo>
                  <a:pt x="150876" y="295656"/>
                </a:lnTo>
                <a:lnTo>
                  <a:pt x="170068" y="304490"/>
                </a:lnTo>
                <a:lnTo>
                  <a:pt x="184404" y="312610"/>
                </a:lnTo>
                <a:lnTo>
                  <a:pt x="188245" y="315468"/>
                </a:lnTo>
                <a:lnTo>
                  <a:pt x="140208" y="315468"/>
                </a:lnTo>
                <a:lnTo>
                  <a:pt x="112776" y="345805"/>
                </a:lnTo>
                <a:lnTo>
                  <a:pt x="80772" y="370713"/>
                </a:lnTo>
                <a:lnTo>
                  <a:pt x="44196" y="390477"/>
                </a:lnTo>
                <a:lnTo>
                  <a:pt x="3048" y="405384"/>
                </a:lnTo>
                <a:close/>
              </a:path>
              <a:path w="387350" h="405764">
                <a:moveTo>
                  <a:pt x="152917" y="289560"/>
                </a:moveTo>
                <a:lnTo>
                  <a:pt x="128016" y="289560"/>
                </a:lnTo>
                <a:lnTo>
                  <a:pt x="138874" y="259246"/>
                </a:lnTo>
                <a:lnTo>
                  <a:pt x="148590" y="220789"/>
                </a:lnTo>
                <a:lnTo>
                  <a:pt x="157162" y="174045"/>
                </a:lnTo>
                <a:lnTo>
                  <a:pt x="164592" y="118871"/>
                </a:lnTo>
                <a:lnTo>
                  <a:pt x="192405" y="118871"/>
                </a:lnTo>
                <a:lnTo>
                  <a:pt x="188976" y="121920"/>
                </a:lnTo>
                <a:lnTo>
                  <a:pt x="180451" y="178212"/>
                </a:lnTo>
                <a:lnTo>
                  <a:pt x="171069" y="225933"/>
                </a:lnTo>
                <a:lnTo>
                  <a:pt x="161115" y="265080"/>
                </a:lnTo>
                <a:lnTo>
                  <a:pt x="152917" y="289560"/>
                </a:lnTo>
                <a:close/>
              </a:path>
              <a:path w="387350" h="405764">
                <a:moveTo>
                  <a:pt x="201168" y="362712"/>
                </a:moveTo>
                <a:lnTo>
                  <a:pt x="195072" y="362712"/>
                </a:lnTo>
                <a:lnTo>
                  <a:pt x="190500" y="359664"/>
                </a:lnTo>
                <a:lnTo>
                  <a:pt x="185928" y="353568"/>
                </a:lnTo>
                <a:lnTo>
                  <a:pt x="177927" y="344400"/>
                </a:lnTo>
                <a:lnTo>
                  <a:pt x="167640" y="335089"/>
                </a:lnTo>
                <a:lnTo>
                  <a:pt x="155067" y="325493"/>
                </a:lnTo>
                <a:lnTo>
                  <a:pt x="140208" y="315468"/>
                </a:lnTo>
                <a:lnTo>
                  <a:pt x="188245" y="315468"/>
                </a:lnTo>
                <a:lnTo>
                  <a:pt x="204750" y="344400"/>
                </a:lnTo>
                <a:lnTo>
                  <a:pt x="204685" y="345805"/>
                </a:lnTo>
                <a:lnTo>
                  <a:pt x="204216" y="350520"/>
                </a:lnTo>
                <a:lnTo>
                  <a:pt x="202692" y="358140"/>
                </a:lnTo>
                <a:lnTo>
                  <a:pt x="201168" y="36271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" name="object 58"/>
          <p:cNvSpPr/>
          <p:nvPr/>
        </p:nvSpPr>
        <p:spPr>
          <a:xfrm>
            <a:off x="6355067" y="4716792"/>
            <a:ext cx="847725" cy="410209"/>
          </a:xfrm>
          <a:custGeom>
            <a:avLst/>
            <a:gdLst/>
            <a:ahLst/>
            <a:cxnLst/>
            <a:rect l="l" t="t" r="r" b="b"/>
            <a:pathLst>
              <a:path w="847725" h="410210">
                <a:moveTo>
                  <a:pt x="393192" y="359664"/>
                </a:moveTo>
                <a:lnTo>
                  <a:pt x="342620" y="343014"/>
                </a:lnTo>
                <a:lnTo>
                  <a:pt x="296037" y="317944"/>
                </a:lnTo>
                <a:lnTo>
                  <a:pt x="253466" y="284010"/>
                </a:lnTo>
                <a:lnTo>
                  <a:pt x="221691" y="248412"/>
                </a:lnTo>
                <a:lnTo>
                  <a:pt x="214884" y="240792"/>
                </a:lnTo>
                <a:lnTo>
                  <a:pt x="391668" y="240792"/>
                </a:lnTo>
                <a:lnTo>
                  <a:pt x="355092" y="205740"/>
                </a:lnTo>
                <a:lnTo>
                  <a:pt x="329184" y="231648"/>
                </a:lnTo>
                <a:lnTo>
                  <a:pt x="210312" y="231648"/>
                </a:lnTo>
                <a:lnTo>
                  <a:pt x="210312" y="181356"/>
                </a:lnTo>
                <a:lnTo>
                  <a:pt x="303276" y="181356"/>
                </a:lnTo>
                <a:lnTo>
                  <a:pt x="303276" y="205740"/>
                </a:lnTo>
                <a:lnTo>
                  <a:pt x="329184" y="193548"/>
                </a:lnTo>
                <a:lnTo>
                  <a:pt x="328612" y="181356"/>
                </a:lnTo>
                <a:lnTo>
                  <a:pt x="328307" y="174967"/>
                </a:lnTo>
                <a:lnTo>
                  <a:pt x="328244" y="170688"/>
                </a:lnTo>
                <a:lnTo>
                  <a:pt x="327850" y="144399"/>
                </a:lnTo>
                <a:lnTo>
                  <a:pt x="327710" y="108204"/>
                </a:lnTo>
                <a:lnTo>
                  <a:pt x="327685" y="97536"/>
                </a:lnTo>
                <a:lnTo>
                  <a:pt x="327660" y="47244"/>
                </a:lnTo>
                <a:lnTo>
                  <a:pt x="340728" y="38100"/>
                </a:lnTo>
                <a:lnTo>
                  <a:pt x="342900" y="36576"/>
                </a:lnTo>
                <a:lnTo>
                  <a:pt x="333184" y="27432"/>
                </a:lnTo>
                <a:lnTo>
                  <a:pt x="316992" y="12192"/>
                </a:lnTo>
                <a:lnTo>
                  <a:pt x="303276" y="25908"/>
                </a:lnTo>
                <a:lnTo>
                  <a:pt x="303276" y="38100"/>
                </a:lnTo>
                <a:lnTo>
                  <a:pt x="303276" y="97536"/>
                </a:lnTo>
                <a:lnTo>
                  <a:pt x="303276" y="108204"/>
                </a:lnTo>
                <a:lnTo>
                  <a:pt x="303276" y="170688"/>
                </a:lnTo>
                <a:lnTo>
                  <a:pt x="210312" y="170688"/>
                </a:lnTo>
                <a:lnTo>
                  <a:pt x="210312" y="108204"/>
                </a:lnTo>
                <a:lnTo>
                  <a:pt x="303276" y="108204"/>
                </a:lnTo>
                <a:lnTo>
                  <a:pt x="303276" y="97536"/>
                </a:lnTo>
                <a:lnTo>
                  <a:pt x="210312" y="97536"/>
                </a:lnTo>
                <a:lnTo>
                  <a:pt x="210312" y="38100"/>
                </a:lnTo>
                <a:lnTo>
                  <a:pt x="303276" y="38100"/>
                </a:lnTo>
                <a:lnTo>
                  <a:pt x="303276" y="25908"/>
                </a:lnTo>
                <a:lnTo>
                  <a:pt x="301752" y="27432"/>
                </a:lnTo>
                <a:lnTo>
                  <a:pt x="184404" y="27432"/>
                </a:lnTo>
                <a:lnTo>
                  <a:pt x="184404" y="38100"/>
                </a:lnTo>
                <a:lnTo>
                  <a:pt x="184404" y="97536"/>
                </a:lnTo>
                <a:lnTo>
                  <a:pt x="184404" y="108204"/>
                </a:lnTo>
                <a:lnTo>
                  <a:pt x="184404" y="170688"/>
                </a:lnTo>
                <a:lnTo>
                  <a:pt x="94488" y="170688"/>
                </a:lnTo>
                <a:lnTo>
                  <a:pt x="94488" y="108204"/>
                </a:lnTo>
                <a:lnTo>
                  <a:pt x="184404" y="108204"/>
                </a:lnTo>
                <a:lnTo>
                  <a:pt x="184404" y="97536"/>
                </a:lnTo>
                <a:lnTo>
                  <a:pt x="94488" y="97536"/>
                </a:lnTo>
                <a:lnTo>
                  <a:pt x="94488" y="38100"/>
                </a:lnTo>
                <a:lnTo>
                  <a:pt x="184404" y="38100"/>
                </a:lnTo>
                <a:lnTo>
                  <a:pt x="184404" y="27432"/>
                </a:lnTo>
                <a:lnTo>
                  <a:pt x="94488" y="27432"/>
                </a:lnTo>
                <a:lnTo>
                  <a:pt x="68580" y="13716"/>
                </a:lnTo>
                <a:lnTo>
                  <a:pt x="69481" y="38100"/>
                </a:lnTo>
                <a:lnTo>
                  <a:pt x="69913" y="61150"/>
                </a:lnTo>
                <a:lnTo>
                  <a:pt x="70091" y="85077"/>
                </a:lnTo>
                <a:lnTo>
                  <a:pt x="70104" y="109728"/>
                </a:lnTo>
                <a:lnTo>
                  <a:pt x="69875" y="133743"/>
                </a:lnTo>
                <a:lnTo>
                  <a:pt x="68846" y="181356"/>
                </a:lnTo>
                <a:lnTo>
                  <a:pt x="68580" y="207264"/>
                </a:lnTo>
                <a:lnTo>
                  <a:pt x="94488" y="196596"/>
                </a:lnTo>
                <a:lnTo>
                  <a:pt x="94488" y="181356"/>
                </a:lnTo>
                <a:lnTo>
                  <a:pt x="184404" y="181356"/>
                </a:lnTo>
                <a:lnTo>
                  <a:pt x="184404" y="231648"/>
                </a:lnTo>
                <a:lnTo>
                  <a:pt x="7620" y="231648"/>
                </a:lnTo>
                <a:lnTo>
                  <a:pt x="22860" y="246888"/>
                </a:lnTo>
                <a:lnTo>
                  <a:pt x="33147" y="244640"/>
                </a:lnTo>
                <a:lnTo>
                  <a:pt x="43434" y="242697"/>
                </a:lnTo>
                <a:lnTo>
                  <a:pt x="53721" y="241312"/>
                </a:lnTo>
                <a:lnTo>
                  <a:pt x="64008" y="240792"/>
                </a:lnTo>
                <a:lnTo>
                  <a:pt x="161544" y="240792"/>
                </a:lnTo>
                <a:lnTo>
                  <a:pt x="129882" y="283121"/>
                </a:lnTo>
                <a:lnTo>
                  <a:pt x="92202" y="321183"/>
                </a:lnTo>
                <a:lnTo>
                  <a:pt x="48818" y="355231"/>
                </a:lnTo>
                <a:lnTo>
                  <a:pt x="0" y="385572"/>
                </a:lnTo>
                <a:lnTo>
                  <a:pt x="1524" y="393192"/>
                </a:lnTo>
                <a:lnTo>
                  <a:pt x="46888" y="371563"/>
                </a:lnTo>
                <a:lnTo>
                  <a:pt x="87845" y="346811"/>
                </a:lnTo>
                <a:lnTo>
                  <a:pt x="124421" y="318681"/>
                </a:lnTo>
                <a:lnTo>
                  <a:pt x="156616" y="286969"/>
                </a:lnTo>
                <a:lnTo>
                  <a:pt x="184404" y="251460"/>
                </a:lnTo>
                <a:lnTo>
                  <a:pt x="184289" y="321183"/>
                </a:lnTo>
                <a:lnTo>
                  <a:pt x="184213" y="336994"/>
                </a:lnTo>
                <a:lnTo>
                  <a:pt x="183769" y="375107"/>
                </a:lnTo>
                <a:lnTo>
                  <a:pt x="182880" y="409956"/>
                </a:lnTo>
                <a:lnTo>
                  <a:pt x="211836" y="396240"/>
                </a:lnTo>
                <a:lnTo>
                  <a:pt x="211620" y="378853"/>
                </a:lnTo>
                <a:lnTo>
                  <a:pt x="211086" y="346811"/>
                </a:lnTo>
                <a:lnTo>
                  <a:pt x="210553" y="303225"/>
                </a:lnTo>
                <a:lnTo>
                  <a:pt x="210337" y="251460"/>
                </a:lnTo>
                <a:lnTo>
                  <a:pt x="210312" y="248412"/>
                </a:lnTo>
                <a:lnTo>
                  <a:pt x="233768" y="287858"/>
                </a:lnTo>
                <a:lnTo>
                  <a:pt x="265366" y="324040"/>
                </a:lnTo>
                <a:lnTo>
                  <a:pt x="305257" y="357060"/>
                </a:lnTo>
                <a:lnTo>
                  <a:pt x="353568" y="387096"/>
                </a:lnTo>
                <a:lnTo>
                  <a:pt x="358698" y="378853"/>
                </a:lnTo>
                <a:lnTo>
                  <a:pt x="367093" y="372618"/>
                </a:lnTo>
                <a:lnTo>
                  <a:pt x="378650" y="368655"/>
                </a:lnTo>
                <a:lnTo>
                  <a:pt x="393192" y="367284"/>
                </a:lnTo>
                <a:lnTo>
                  <a:pt x="393192" y="359664"/>
                </a:lnTo>
                <a:close/>
              </a:path>
              <a:path w="847725" h="410210">
                <a:moveTo>
                  <a:pt x="577596" y="21336"/>
                </a:moveTo>
                <a:lnTo>
                  <a:pt x="537972" y="0"/>
                </a:lnTo>
                <a:lnTo>
                  <a:pt x="532282" y="22288"/>
                </a:lnTo>
                <a:lnTo>
                  <a:pt x="524446" y="48006"/>
                </a:lnTo>
                <a:lnTo>
                  <a:pt x="502920" y="109728"/>
                </a:lnTo>
                <a:lnTo>
                  <a:pt x="473583" y="176784"/>
                </a:lnTo>
                <a:lnTo>
                  <a:pt x="437388" y="243840"/>
                </a:lnTo>
                <a:lnTo>
                  <a:pt x="441960" y="246888"/>
                </a:lnTo>
                <a:lnTo>
                  <a:pt x="456780" y="229425"/>
                </a:lnTo>
                <a:lnTo>
                  <a:pt x="473583" y="206692"/>
                </a:lnTo>
                <a:lnTo>
                  <a:pt x="492112" y="178511"/>
                </a:lnTo>
                <a:lnTo>
                  <a:pt x="512064" y="144780"/>
                </a:lnTo>
                <a:lnTo>
                  <a:pt x="511987" y="335724"/>
                </a:lnTo>
                <a:lnTo>
                  <a:pt x="511860" y="344424"/>
                </a:lnTo>
                <a:lnTo>
                  <a:pt x="511784" y="347472"/>
                </a:lnTo>
                <a:lnTo>
                  <a:pt x="511390" y="361188"/>
                </a:lnTo>
                <a:lnTo>
                  <a:pt x="510781" y="385356"/>
                </a:lnTo>
                <a:lnTo>
                  <a:pt x="510540" y="409956"/>
                </a:lnTo>
                <a:lnTo>
                  <a:pt x="536448" y="397764"/>
                </a:lnTo>
                <a:lnTo>
                  <a:pt x="536448" y="150876"/>
                </a:lnTo>
                <a:lnTo>
                  <a:pt x="544296" y="144780"/>
                </a:lnTo>
                <a:lnTo>
                  <a:pt x="550164" y="140208"/>
                </a:lnTo>
                <a:lnTo>
                  <a:pt x="519684" y="124968"/>
                </a:lnTo>
                <a:lnTo>
                  <a:pt x="527672" y="106984"/>
                </a:lnTo>
                <a:lnTo>
                  <a:pt x="550164" y="57912"/>
                </a:lnTo>
                <a:lnTo>
                  <a:pt x="570738" y="26187"/>
                </a:lnTo>
                <a:lnTo>
                  <a:pt x="577596" y="21336"/>
                </a:lnTo>
                <a:close/>
              </a:path>
              <a:path w="847725" h="410210">
                <a:moveTo>
                  <a:pt x="847344" y="368808"/>
                </a:moveTo>
                <a:lnTo>
                  <a:pt x="824014" y="334441"/>
                </a:lnTo>
                <a:lnTo>
                  <a:pt x="821436" y="295656"/>
                </a:lnTo>
                <a:lnTo>
                  <a:pt x="812292" y="295656"/>
                </a:lnTo>
                <a:lnTo>
                  <a:pt x="811657" y="335724"/>
                </a:lnTo>
                <a:lnTo>
                  <a:pt x="795528" y="374904"/>
                </a:lnTo>
                <a:lnTo>
                  <a:pt x="641604" y="374904"/>
                </a:lnTo>
                <a:lnTo>
                  <a:pt x="633603" y="373735"/>
                </a:lnTo>
                <a:lnTo>
                  <a:pt x="627888" y="370141"/>
                </a:lnTo>
                <a:lnTo>
                  <a:pt x="624459" y="363969"/>
                </a:lnTo>
                <a:lnTo>
                  <a:pt x="623316" y="355092"/>
                </a:lnTo>
                <a:lnTo>
                  <a:pt x="623316" y="172212"/>
                </a:lnTo>
                <a:lnTo>
                  <a:pt x="623316" y="166116"/>
                </a:lnTo>
                <a:lnTo>
                  <a:pt x="658977" y="156972"/>
                </a:lnTo>
                <a:lnTo>
                  <a:pt x="682752" y="150876"/>
                </a:lnTo>
                <a:lnTo>
                  <a:pt x="682752" y="330708"/>
                </a:lnTo>
                <a:lnTo>
                  <a:pt x="704088" y="316992"/>
                </a:lnTo>
                <a:lnTo>
                  <a:pt x="704088" y="150876"/>
                </a:lnTo>
                <a:lnTo>
                  <a:pt x="704088" y="144780"/>
                </a:lnTo>
                <a:lnTo>
                  <a:pt x="745871" y="134112"/>
                </a:lnTo>
                <a:lnTo>
                  <a:pt x="775716" y="126492"/>
                </a:lnTo>
                <a:lnTo>
                  <a:pt x="775004" y="156972"/>
                </a:lnTo>
                <a:lnTo>
                  <a:pt x="774192" y="195072"/>
                </a:lnTo>
                <a:lnTo>
                  <a:pt x="771144" y="243840"/>
                </a:lnTo>
                <a:lnTo>
                  <a:pt x="768096" y="251460"/>
                </a:lnTo>
                <a:lnTo>
                  <a:pt x="765048" y="251460"/>
                </a:lnTo>
                <a:lnTo>
                  <a:pt x="760526" y="252971"/>
                </a:lnTo>
                <a:lnTo>
                  <a:pt x="743813" y="252958"/>
                </a:lnTo>
                <a:lnTo>
                  <a:pt x="737235" y="252793"/>
                </a:lnTo>
                <a:lnTo>
                  <a:pt x="730097" y="252336"/>
                </a:lnTo>
                <a:lnTo>
                  <a:pt x="722376" y="251460"/>
                </a:lnTo>
                <a:lnTo>
                  <a:pt x="722376" y="259080"/>
                </a:lnTo>
                <a:lnTo>
                  <a:pt x="740117" y="264452"/>
                </a:lnTo>
                <a:lnTo>
                  <a:pt x="752284" y="271272"/>
                </a:lnTo>
                <a:lnTo>
                  <a:pt x="759028" y="279222"/>
                </a:lnTo>
                <a:lnTo>
                  <a:pt x="760476" y="288036"/>
                </a:lnTo>
                <a:lnTo>
                  <a:pt x="771055" y="284035"/>
                </a:lnTo>
                <a:lnTo>
                  <a:pt x="779907" y="278892"/>
                </a:lnTo>
                <a:lnTo>
                  <a:pt x="787057" y="272605"/>
                </a:lnTo>
                <a:lnTo>
                  <a:pt x="792480" y="265176"/>
                </a:lnTo>
                <a:lnTo>
                  <a:pt x="795070" y="252984"/>
                </a:lnTo>
                <a:lnTo>
                  <a:pt x="795578" y="250596"/>
                </a:lnTo>
                <a:lnTo>
                  <a:pt x="797814" y="222885"/>
                </a:lnTo>
                <a:lnTo>
                  <a:pt x="798804" y="185928"/>
                </a:lnTo>
                <a:lnTo>
                  <a:pt x="798804" y="164782"/>
                </a:lnTo>
                <a:lnTo>
                  <a:pt x="798576" y="128016"/>
                </a:lnTo>
                <a:lnTo>
                  <a:pt x="800100" y="126492"/>
                </a:lnTo>
                <a:lnTo>
                  <a:pt x="810768" y="115824"/>
                </a:lnTo>
                <a:lnTo>
                  <a:pt x="781812" y="97536"/>
                </a:lnTo>
                <a:lnTo>
                  <a:pt x="771144" y="115824"/>
                </a:lnTo>
                <a:lnTo>
                  <a:pt x="704088" y="134112"/>
                </a:lnTo>
                <a:lnTo>
                  <a:pt x="704088" y="33528"/>
                </a:lnTo>
                <a:lnTo>
                  <a:pt x="720852" y="21336"/>
                </a:lnTo>
                <a:lnTo>
                  <a:pt x="679704" y="3048"/>
                </a:lnTo>
                <a:lnTo>
                  <a:pt x="681799" y="67056"/>
                </a:lnTo>
                <a:lnTo>
                  <a:pt x="682752" y="140208"/>
                </a:lnTo>
                <a:lnTo>
                  <a:pt x="623316" y="156972"/>
                </a:lnTo>
                <a:lnTo>
                  <a:pt x="623316" y="114300"/>
                </a:lnTo>
                <a:lnTo>
                  <a:pt x="640080" y="102108"/>
                </a:lnTo>
                <a:lnTo>
                  <a:pt x="598932" y="85344"/>
                </a:lnTo>
                <a:lnTo>
                  <a:pt x="599821" y="104533"/>
                </a:lnTo>
                <a:lnTo>
                  <a:pt x="600265" y="123444"/>
                </a:lnTo>
                <a:lnTo>
                  <a:pt x="600367" y="134112"/>
                </a:lnTo>
                <a:lnTo>
                  <a:pt x="600456" y="161544"/>
                </a:lnTo>
                <a:lnTo>
                  <a:pt x="548640" y="173736"/>
                </a:lnTo>
                <a:lnTo>
                  <a:pt x="565404" y="185928"/>
                </a:lnTo>
                <a:lnTo>
                  <a:pt x="576072" y="178308"/>
                </a:lnTo>
                <a:lnTo>
                  <a:pt x="600456" y="172212"/>
                </a:lnTo>
                <a:lnTo>
                  <a:pt x="600456" y="361188"/>
                </a:lnTo>
                <a:lnTo>
                  <a:pt x="602170" y="376275"/>
                </a:lnTo>
                <a:lnTo>
                  <a:pt x="609600" y="387096"/>
                </a:lnTo>
                <a:lnTo>
                  <a:pt x="622744" y="393331"/>
                </a:lnTo>
                <a:lnTo>
                  <a:pt x="641604" y="394716"/>
                </a:lnTo>
                <a:lnTo>
                  <a:pt x="789432" y="394716"/>
                </a:lnTo>
                <a:lnTo>
                  <a:pt x="810272" y="393014"/>
                </a:lnTo>
                <a:lnTo>
                  <a:pt x="826960" y="388048"/>
                </a:lnTo>
                <a:lnTo>
                  <a:pt x="839368" y="379920"/>
                </a:lnTo>
                <a:lnTo>
                  <a:pt x="842975" y="374904"/>
                </a:lnTo>
                <a:lnTo>
                  <a:pt x="847344" y="36880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" name="object 59"/>
          <p:cNvSpPr/>
          <p:nvPr/>
        </p:nvSpPr>
        <p:spPr>
          <a:xfrm>
            <a:off x="7274052" y="4719827"/>
            <a:ext cx="356870" cy="402590"/>
          </a:xfrm>
          <a:custGeom>
            <a:avLst/>
            <a:gdLst/>
            <a:ahLst/>
            <a:cxnLst/>
            <a:rect l="l" t="t" r="r" b="b"/>
            <a:pathLst>
              <a:path w="356870" h="402589">
                <a:moveTo>
                  <a:pt x="53340" y="89916"/>
                </a:moveTo>
                <a:lnTo>
                  <a:pt x="42672" y="89916"/>
                </a:lnTo>
                <a:lnTo>
                  <a:pt x="50696" y="62793"/>
                </a:lnTo>
                <a:lnTo>
                  <a:pt x="56578" y="38671"/>
                </a:lnTo>
                <a:lnTo>
                  <a:pt x="60459" y="17692"/>
                </a:lnTo>
                <a:lnTo>
                  <a:pt x="62484" y="0"/>
                </a:lnTo>
                <a:lnTo>
                  <a:pt x="100584" y="21336"/>
                </a:lnTo>
                <a:lnTo>
                  <a:pt x="90844" y="29051"/>
                </a:lnTo>
                <a:lnTo>
                  <a:pt x="79819" y="43053"/>
                </a:lnTo>
                <a:lnTo>
                  <a:pt x="67365" y="63341"/>
                </a:lnTo>
                <a:lnTo>
                  <a:pt x="53340" y="89916"/>
                </a:lnTo>
                <a:close/>
              </a:path>
              <a:path w="356870" h="402589">
                <a:moveTo>
                  <a:pt x="147828" y="192024"/>
                </a:moveTo>
                <a:lnTo>
                  <a:pt x="141732" y="187452"/>
                </a:lnTo>
                <a:lnTo>
                  <a:pt x="158877" y="160615"/>
                </a:lnTo>
                <a:lnTo>
                  <a:pt x="173736" y="135064"/>
                </a:lnTo>
                <a:lnTo>
                  <a:pt x="196596" y="88392"/>
                </a:lnTo>
                <a:lnTo>
                  <a:pt x="211264" y="44958"/>
                </a:lnTo>
                <a:lnTo>
                  <a:pt x="222503" y="1524"/>
                </a:lnTo>
                <a:lnTo>
                  <a:pt x="260603" y="24384"/>
                </a:lnTo>
                <a:lnTo>
                  <a:pt x="252626" y="32146"/>
                </a:lnTo>
                <a:lnTo>
                  <a:pt x="242506" y="46482"/>
                </a:lnTo>
                <a:lnTo>
                  <a:pt x="230385" y="67675"/>
                </a:lnTo>
                <a:lnTo>
                  <a:pt x="216408" y="96012"/>
                </a:lnTo>
                <a:lnTo>
                  <a:pt x="350520" y="96012"/>
                </a:lnTo>
                <a:lnTo>
                  <a:pt x="356616" y="102108"/>
                </a:lnTo>
                <a:lnTo>
                  <a:pt x="350901" y="106680"/>
                </a:lnTo>
                <a:lnTo>
                  <a:pt x="213360" y="106680"/>
                </a:lnTo>
                <a:lnTo>
                  <a:pt x="197977" y="130730"/>
                </a:lnTo>
                <a:lnTo>
                  <a:pt x="181737" y="152781"/>
                </a:lnTo>
                <a:lnTo>
                  <a:pt x="164925" y="173116"/>
                </a:lnTo>
                <a:lnTo>
                  <a:pt x="147828" y="192024"/>
                </a:lnTo>
                <a:close/>
              </a:path>
              <a:path w="356870" h="402589">
                <a:moveTo>
                  <a:pt x="144780" y="89916"/>
                </a:moveTo>
                <a:lnTo>
                  <a:pt x="111252" y="89916"/>
                </a:lnTo>
                <a:lnTo>
                  <a:pt x="128016" y="73152"/>
                </a:lnTo>
                <a:lnTo>
                  <a:pt x="144780" y="89916"/>
                </a:lnTo>
                <a:close/>
              </a:path>
              <a:path w="356870" h="402589">
                <a:moveTo>
                  <a:pt x="0" y="397764"/>
                </a:moveTo>
                <a:lnTo>
                  <a:pt x="834" y="359664"/>
                </a:lnTo>
                <a:lnTo>
                  <a:pt x="935" y="352615"/>
                </a:lnTo>
                <a:lnTo>
                  <a:pt x="1333" y="316992"/>
                </a:lnTo>
                <a:lnTo>
                  <a:pt x="1430" y="178308"/>
                </a:lnTo>
                <a:lnTo>
                  <a:pt x="1309" y="152781"/>
                </a:lnTo>
                <a:lnTo>
                  <a:pt x="881" y="114704"/>
                </a:lnTo>
                <a:lnTo>
                  <a:pt x="0" y="74676"/>
                </a:lnTo>
                <a:lnTo>
                  <a:pt x="25908" y="89916"/>
                </a:lnTo>
                <a:lnTo>
                  <a:pt x="144780" y="89916"/>
                </a:lnTo>
                <a:lnTo>
                  <a:pt x="153924" y="99060"/>
                </a:lnTo>
                <a:lnTo>
                  <a:pt x="151828" y="100584"/>
                </a:lnTo>
                <a:lnTo>
                  <a:pt x="24384" y="100584"/>
                </a:lnTo>
                <a:lnTo>
                  <a:pt x="24384" y="211836"/>
                </a:lnTo>
                <a:lnTo>
                  <a:pt x="137205" y="211836"/>
                </a:lnTo>
                <a:lnTo>
                  <a:pt x="137219" y="222504"/>
                </a:lnTo>
                <a:lnTo>
                  <a:pt x="24384" y="222504"/>
                </a:lnTo>
                <a:lnTo>
                  <a:pt x="24384" y="344424"/>
                </a:lnTo>
                <a:lnTo>
                  <a:pt x="137914" y="344424"/>
                </a:lnTo>
                <a:lnTo>
                  <a:pt x="137940" y="346850"/>
                </a:lnTo>
                <a:lnTo>
                  <a:pt x="138137" y="355092"/>
                </a:lnTo>
                <a:lnTo>
                  <a:pt x="24384" y="355092"/>
                </a:lnTo>
                <a:lnTo>
                  <a:pt x="24384" y="384048"/>
                </a:lnTo>
                <a:lnTo>
                  <a:pt x="0" y="397764"/>
                </a:lnTo>
                <a:close/>
              </a:path>
              <a:path w="356870" h="402589">
                <a:moveTo>
                  <a:pt x="350520" y="96012"/>
                </a:moveTo>
                <a:lnTo>
                  <a:pt x="310896" y="96012"/>
                </a:lnTo>
                <a:lnTo>
                  <a:pt x="330708" y="76200"/>
                </a:lnTo>
                <a:lnTo>
                  <a:pt x="350520" y="96012"/>
                </a:lnTo>
                <a:close/>
              </a:path>
              <a:path w="356870" h="402589">
                <a:moveTo>
                  <a:pt x="137205" y="211836"/>
                </a:moveTo>
                <a:lnTo>
                  <a:pt x="114300" y="211836"/>
                </a:lnTo>
                <a:lnTo>
                  <a:pt x="114300" y="100584"/>
                </a:lnTo>
                <a:lnTo>
                  <a:pt x="151828" y="100584"/>
                </a:lnTo>
                <a:lnTo>
                  <a:pt x="137160" y="111252"/>
                </a:lnTo>
                <a:lnTo>
                  <a:pt x="137205" y="211836"/>
                </a:lnTo>
                <a:close/>
              </a:path>
              <a:path w="356870" h="402589">
                <a:moveTo>
                  <a:pt x="327213" y="359664"/>
                </a:moveTo>
                <a:lnTo>
                  <a:pt x="283464" y="359664"/>
                </a:lnTo>
                <a:lnTo>
                  <a:pt x="291750" y="357925"/>
                </a:lnTo>
                <a:lnTo>
                  <a:pt x="298323" y="352615"/>
                </a:lnTo>
                <a:lnTo>
                  <a:pt x="308586" y="305562"/>
                </a:lnTo>
                <a:lnTo>
                  <a:pt x="310705" y="259842"/>
                </a:lnTo>
                <a:lnTo>
                  <a:pt x="312539" y="193548"/>
                </a:lnTo>
                <a:lnTo>
                  <a:pt x="313944" y="106680"/>
                </a:lnTo>
                <a:lnTo>
                  <a:pt x="350901" y="106680"/>
                </a:lnTo>
                <a:lnTo>
                  <a:pt x="341376" y="114300"/>
                </a:lnTo>
                <a:lnTo>
                  <a:pt x="339535" y="188719"/>
                </a:lnTo>
                <a:lnTo>
                  <a:pt x="337620" y="249167"/>
                </a:lnTo>
                <a:lnTo>
                  <a:pt x="335560" y="295570"/>
                </a:lnTo>
                <a:lnTo>
                  <a:pt x="333280" y="327855"/>
                </a:lnTo>
                <a:lnTo>
                  <a:pt x="330708" y="345948"/>
                </a:lnTo>
                <a:lnTo>
                  <a:pt x="327856" y="357925"/>
                </a:lnTo>
                <a:lnTo>
                  <a:pt x="327213" y="359664"/>
                </a:lnTo>
                <a:close/>
              </a:path>
              <a:path w="356870" h="402589">
                <a:moveTo>
                  <a:pt x="231648" y="269748"/>
                </a:moveTo>
                <a:lnTo>
                  <a:pt x="228600" y="269748"/>
                </a:lnTo>
                <a:lnTo>
                  <a:pt x="225456" y="268295"/>
                </a:lnTo>
                <a:lnTo>
                  <a:pt x="222885" y="263842"/>
                </a:lnTo>
                <a:lnTo>
                  <a:pt x="220884" y="256246"/>
                </a:lnTo>
                <a:lnTo>
                  <a:pt x="219456" y="245364"/>
                </a:lnTo>
                <a:lnTo>
                  <a:pt x="214884" y="228242"/>
                </a:lnTo>
                <a:lnTo>
                  <a:pt x="208026" y="211264"/>
                </a:lnTo>
                <a:lnTo>
                  <a:pt x="198882" y="194571"/>
                </a:lnTo>
                <a:lnTo>
                  <a:pt x="187452" y="178308"/>
                </a:lnTo>
                <a:lnTo>
                  <a:pt x="190500" y="172212"/>
                </a:lnTo>
                <a:lnTo>
                  <a:pt x="224028" y="199644"/>
                </a:lnTo>
                <a:lnTo>
                  <a:pt x="246888" y="236220"/>
                </a:lnTo>
                <a:lnTo>
                  <a:pt x="246888" y="248412"/>
                </a:lnTo>
                <a:lnTo>
                  <a:pt x="243840" y="254508"/>
                </a:lnTo>
                <a:lnTo>
                  <a:pt x="234696" y="266700"/>
                </a:lnTo>
                <a:lnTo>
                  <a:pt x="231648" y="269748"/>
                </a:lnTo>
                <a:close/>
              </a:path>
              <a:path w="356870" h="402589">
                <a:moveTo>
                  <a:pt x="137914" y="344424"/>
                </a:moveTo>
                <a:lnTo>
                  <a:pt x="114300" y="344424"/>
                </a:lnTo>
                <a:lnTo>
                  <a:pt x="114300" y="222504"/>
                </a:lnTo>
                <a:lnTo>
                  <a:pt x="137219" y="222504"/>
                </a:lnTo>
                <a:lnTo>
                  <a:pt x="137337" y="269748"/>
                </a:lnTo>
                <a:lnTo>
                  <a:pt x="137498" y="305562"/>
                </a:lnTo>
                <a:lnTo>
                  <a:pt x="137914" y="344424"/>
                </a:lnTo>
                <a:close/>
              </a:path>
              <a:path w="356870" h="402589">
                <a:moveTo>
                  <a:pt x="277367" y="402336"/>
                </a:moveTo>
                <a:lnTo>
                  <a:pt x="271129" y="389239"/>
                </a:lnTo>
                <a:lnTo>
                  <a:pt x="259461" y="377571"/>
                </a:lnTo>
                <a:lnTo>
                  <a:pt x="242649" y="367617"/>
                </a:lnTo>
                <a:lnTo>
                  <a:pt x="220979" y="359664"/>
                </a:lnTo>
                <a:lnTo>
                  <a:pt x="220979" y="352044"/>
                </a:lnTo>
                <a:lnTo>
                  <a:pt x="241030" y="355163"/>
                </a:lnTo>
                <a:lnTo>
                  <a:pt x="257937" y="357568"/>
                </a:lnTo>
                <a:lnTo>
                  <a:pt x="271986" y="359116"/>
                </a:lnTo>
                <a:lnTo>
                  <a:pt x="283464" y="359664"/>
                </a:lnTo>
                <a:lnTo>
                  <a:pt x="327213" y="359664"/>
                </a:lnTo>
                <a:lnTo>
                  <a:pt x="324040" y="368236"/>
                </a:lnTo>
                <a:lnTo>
                  <a:pt x="289023" y="397764"/>
                </a:lnTo>
                <a:lnTo>
                  <a:pt x="277367" y="402336"/>
                </a:lnTo>
                <a:close/>
              </a:path>
              <a:path w="356870" h="402589">
                <a:moveTo>
                  <a:pt x="114300" y="391668"/>
                </a:moveTo>
                <a:lnTo>
                  <a:pt x="114300" y="355092"/>
                </a:lnTo>
                <a:lnTo>
                  <a:pt x="138137" y="355092"/>
                </a:lnTo>
                <a:lnTo>
                  <a:pt x="138684" y="377952"/>
                </a:lnTo>
                <a:lnTo>
                  <a:pt x="114300" y="39166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" name="object 60"/>
          <p:cNvSpPr/>
          <p:nvPr/>
        </p:nvSpPr>
        <p:spPr>
          <a:xfrm>
            <a:off x="7693152" y="4718303"/>
            <a:ext cx="391795" cy="407034"/>
          </a:xfrm>
          <a:custGeom>
            <a:avLst/>
            <a:gdLst/>
            <a:ahLst/>
            <a:cxnLst/>
            <a:rect l="l" t="t" r="r" b="b"/>
            <a:pathLst>
              <a:path w="391795" h="407035">
                <a:moveTo>
                  <a:pt x="275843" y="94488"/>
                </a:moveTo>
                <a:lnTo>
                  <a:pt x="252983" y="94488"/>
                </a:lnTo>
                <a:lnTo>
                  <a:pt x="252955" y="60579"/>
                </a:lnTo>
                <a:lnTo>
                  <a:pt x="252793" y="34671"/>
                </a:lnTo>
                <a:lnTo>
                  <a:pt x="252341" y="14335"/>
                </a:lnTo>
                <a:lnTo>
                  <a:pt x="251459" y="0"/>
                </a:lnTo>
                <a:lnTo>
                  <a:pt x="294131" y="22860"/>
                </a:lnTo>
                <a:lnTo>
                  <a:pt x="275843" y="35052"/>
                </a:lnTo>
                <a:lnTo>
                  <a:pt x="275843" y="94488"/>
                </a:lnTo>
                <a:close/>
              </a:path>
              <a:path w="391795" h="407035">
                <a:moveTo>
                  <a:pt x="15240" y="192024"/>
                </a:moveTo>
                <a:lnTo>
                  <a:pt x="0" y="160020"/>
                </a:lnTo>
                <a:lnTo>
                  <a:pt x="8572" y="156876"/>
                </a:lnTo>
                <a:lnTo>
                  <a:pt x="18287" y="147447"/>
                </a:lnTo>
                <a:lnTo>
                  <a:pt x="41147" y="109728"/>
                </a:lnTo>
                <a:lnTo>
                  <a:pt x="61721" y="60579"/>
                </a:lnTo>
                <a:lnTo>
                  <a:pt x="77723" y="9144"/>
                </a:lnTo>
                <a:lnTo>
                  <a:pt x="114299" y="27432"/>
                </a:lnTo>
                <a:lnTo>
                  <a:pt x="99059" y="36576"/>
                </a:lnTo>
                <a:lnTo>
                  <a:pt x="80795" y="70008"/>
                </a:lnTo>
                <a:lnTo>
                  <a:pt x="62674" y="101727"/>
                </a:lnTo>
                <a:lnTo>
                  <a:pt x="44838" y="131730"/>
                </a:lnTo>
                <a:lnTo>
                  <a:pt x="27431" y="160020"/>
                </a:lnTo>
                <a:lnTo>
                  <a:pt x="121530" y="160020"/>
                </a:lnTo>
                <a:lnTo>
                  <a:pt x="120848" y="160901"/>
                </a:lnTo>
                <a:lnTo>
                  <a:pt x="114185" y="169164"/>
                </a:lnTo>
                <a:lnTo>
                  <a:pt x="91440" y="169164"/>
                </a:lnTo>
                <a:lnTo>
                  <a:pt x="81391" y="170568"/>
                </a:lnTo>
                <a:lnTo>
                  <a:pt x="42671" y="179379"/>
                </a:lnTo>
                <a:lnTo>
                  <a:pt x="24383" y="186856"/>
                </a:lnTo>
                <a:lnTo>
                  <a:pt x="15240" y="192024"/>
                </a:lnTo>
                <a:close/>
              </a:path>
              <a:path w="391795" h="407035">
                <a:moveTo>
                  <a:pt x="169163" y="109728"/>
                </a:moveTo>
                <a:lnTo>
                  <a:pt x="152399" y="94488"/>
                </a:lnTo>
                <a:lnTo>
                  <a:pt x="341376" y="94488"/>
                </a:lnTo>
                <a:lnTo>
                  <a:pt x="361188" y="73152"/>
                </a:lnTo>
                <a:lnTo>
                  <a:pt x="391668" y="103632"/>
                </a:lnTo>
                <a:lnTo>
                  <a:pt x="210311" y="103632"/>
                </a:lnTo>
                <a:lnTo>
                  <a:pt x="199167" y="104155"/>
                </a:lnTo>
                <a:lnTo>
                  <a:pt x="188594" y="105537"/>
                </a:lnTo>
                <a:lnTo>
                  <a:pt x="178593" y="107489"/>
                </a:lnTo>
                <a:lnTo>
                  <a:pt x="169163" y="109728"/>
                </a:lnTo>
                <a:close/>
              </a:path>
              <a:path w="391795" h="407035">
                <a:moveTo>
                  <a:pt x="121530" y="160020"/>
                </a:moveTo>
                <a:lnTo>
                  <a:pt x="27431" y="160020"/>
                </a:lnTo>
                <a:lnTo>
                  <a:pt x="97535" y="158496"/>
                </a:lnTo>
                <a:lnTo>
                  <a:pt x="107251" y="141898"/>
                </a:lnTo>
                <a:lnTo>
                  <a:pt x="115823" y="126301"/>
                </a:lnTo>
                <a:lnTo>
                  <a:pt x="123253" y="111561"/>
                </a:lnTo>
                <a:lnTo>
                  <a:pt x="129539" y="97536"/>
                </a:lnTo>
                <a:lnTo>
                  <a:pt x="161543" y="120396"/>
                </a:lnTo>
                <a:lnTo>
                  <a:pt x="146303" y="128016"/>
                </a:lnTo>
                <a:lnTo>
                  <a:pt x="121530" y="160020"/>
                </a:lnTo>
                <a:close/>
              </a:path>
              <a:path w="391795" h="407035">
                <a:moveTo>
                  <a:pt x="275843" y="182880"/>
                </a:moveTo>
                <a:lnTo>
                  <a:pt x="252983" y="182880"/>
                </a:lnTo>
                <a:lnTo>
                  <a:pt x="252983" y="103632"/>
                </a:lnTo>
                <a:lnTo>
                  <a:pt x="275843" y="103632"/>
                </a:lnTo>
                <a:lnTo>
                  <a:pt x="275843" y="182880"/>
                </a:lnTo>
                <a:close/>
              </a:path>
              <a:path w="391795" h="407035">
                <a:moveTo>
                  <a:pt x="184403" y="198120"/>
                </a:moveTo>
                <a:lnTo>
                  <a:pt x="169163" y="182880"/>
                </a:lnTo>
                <a:lnTo>
                  <a:pt x="323088" y="182880"/>
                </a:lnTo>
                <a:lnTo>
                  <a:pt x="344424" y="161544"/>
                </a:lnTo>
                <a:lnTo>
                  <a:pt x="373380" y="193548"/>
                </a:lnTo>
                <a:lnTo>
                  <a:pt x="225551" y="193548"/>
                </a:lnTo>
                <a:lnTo>
                  <a:pt x="214407" y="193833"/>
                </a:lnTo>
                <a:lnTo>
                  <a:pt x="203834" y="194691"/>
                </a:lnTo>
                <a:lnTo>
                  <a:pt x="193833" y="196119"/>
                </a:lnTo>
                <a:lnTo>
                  <a:pt x="184403" y="198120"/>
                </a:lnTo>
                <a:close/>
              </a:path>
              <a:path w="391795" h="407035">
                <a:moveTo>
                  <a:pt x="27431" y="292607"/>
                </a:moveTo>
                <a:lnTo>
                  <a:pt x="9143" y="260604"/>
                </a:lnTo>
                <a:lnTo>
                  <a:pt x="15763" y="257770"/>
                </a:lnTo>
                <a:lnTo>
                  <a:pt x="22097" y="253936"/>
                </a:lnTo>
                <a:lnTo>
                  <a:pt x="55244" y="218503"/>
                </a:lnTo>
                <a:lnTo>
                  <a:pt x="91440" y="169164"/>
                </a:lnTo>
                <a:lnTo>
                  <a:pt x="114185" y="169164"/>
                </a:lnTo>
                <a:lnTo>
                  <a:pt x="94678" y="193357"/>
                </a:lnTo>
                <a:lnTo>
                  <a:pt x="67651" y="225528"/>
                </a:lnTo>
                <a:lnTo>
                  <a:pt x="39623" y="257556"/>
                </a:lnTo>
                <a:lnTo>
                  <a:pt x="113722" y="257556"/>
                </a:lnTo>
                <a:lnTo>
                  <a:pt x="92964" y="263652"/>
                </a:lnTo>
                <a:lnTo>
                  <a:pt x="72437" y="270533"/>
                </a:lnTo>
                <a:lnTo>
                  <a:pt x="54482" y="277558"/>
                </a:lnTo>
                <a:lnTo>
                  <a:pt x="39385" y="284868"/>
                </a:lnTo>
                <a:lnTo>
                  <a:pt x="27431" y="292607"/>
                </a:lnTo>
                <a:close/>
              </a:path>
              <a:path w="391795" h="407035">
                <a:moveTo>
                  <a:pt x="182879" y="406908"/>
                </a:moveTo>
                <a:lnTo>
                  <a:pt x="183118" y="386881"/>
                </a:lnTo>
                <a:lnTo>
                  <a:pt x="184120" y="344805"/>
                </a:lnTo>
                <a:lnTo>
                  <a:pt x="184194" y="339875"/>
                </a:lnTo>
                <a:lnTo>
                  <a:pt x="184314" y="309371"/>
                </a:lnTo>
                <a:lnTo>
                  <a:pt x="184165" y="294227"/>
                </a:lnTo>
                <a:lnTo>
                  <a:pt x="183154" y="252222"/>
                </a:lnTo>
                <a:lnTo>
                  <a:pt x="182879" y="231648"/>
                </a:lnTo>
                <a:lnTo>
                  <a:pt x="210311" y="246888"/>
                </a:lnTo>
                <a:lnTo>
                  <a:pt x="359664" y="246888"/>
                </a:lnTo>
                <a:lnTo>
                  <a:pt x="368808" y="256031"/>
                </a:lnTo>
                <a:lnTo>
                  <a:pt x="366630" y="257556"/>
                </a:lnTo>
                <a:lnTo>
                  <a:pt x="207263" y="257556"/>
                </a:lnTo>
                <a:lnTo>
                  <a:pt x="207263" y="356616"/>
                </a:lnTo>
                <a:lnTo>
                  <a:pt x="353611" y="356616"/>
                </a:lnTo>
                <a:lnTo>
                  <a:pt x="353729" y="367284"/>
                </a:lnTo>
                <a:lnTo>
                  <a:pt x="207263" y="367284"/>
                </a:lnTo>
                <a:lnTo>
                  <a:pt x="207263" y="394716"/>
                </a:lnTo>
                <a:lnTo>
                  <a:pt x="182879" y="406908"/>
                </a:lnTo>
                <a:close/>
              </a:path>
              <a:path w="391795" h="407035">
                <a:moveTo>
                  <a:pt x="359664" y="246888"/>
                </a:moveTo>
                <a:lnTo>
                  <a:pt x="329184" y="246888"/>
                </a:lnTo>
                <a:lnTo>
                  <a:pt x="344424" y="231648"/>
                </a:lnTo>
                <a:lnTo>
                  <a:pt x="359664" y="246888"/>
                </a:lnTo>
                <a:close/>
              </a:path>
              <a:path w="391795" h="407035">
                <a:moveTo>
                  <a:pt x="113722" y="257556"/>
                </a:moveTo>
                <a:lnTo>
                  <a:pt x="39623" y="257556"/>
                </a:lnTo>
                <a:lnTo>
                  <a:pt x="160019" y="237744"/>
                </a:lnTo>
                <a:lnTo>
                  <a:pt x="160019" y="245364"/>
                </a:lnTo>
                <a:lnTo>
                  <a:pt x="148042" y="248221"/>
                </a:lnTo>
                <a:lnTo>
                  <a:pt x="132778" y="252222"/>
                </a:lnTo>
                <a:lnTo>
                  <a:pt x="113722" y="257556"/>
                </a:lnTo>
                <a:close/>
              </a:path>
              <a:path w="391795" h="407035">
                <a:moveTo>
                  <a:pt x="353611" y="356616"/>
                </a:moveTo>
                <a:lnTo>
                  <a:pt x="330708" y="356616"/>
                </a:lnTo>
                <a:lnTo>
                  <a:pt x="330708" y="257556"/>
                </a:lnTo>
                <a:lnTo>
                  <a:pt x="366630" y="257556"/>
                </a:lnTo>
                <a:lnTo>
                  <a:pt x="353568" y="266700"/>
                </a:lnTo>
                <a:lnTo>
                  <a:pt x="353611" y="356616"/>
                </a:lnTo>
                <a:close/>
              </a:path>
              <a:path w="391795" h="407035">
                <a:moveTo>
                  <a:pt x="16764" y="382524"/>
                </a:moveTo>
                <a:lnTo>
                  <a:pt x="0" y="348996"/>
                </a:lnTo>
                <a:lnTo>
                  <a:pt x="12263" y="347329"/>
                </a:lnTo>
                <a:lnTo>
                  <a:pt x="26098" y="344805"/>
                </a:lnTo>
                <a:lnTo>
                  <a:pt x="57911" y="338328"/>
                </a:lnTo>
                <a:lnTo>
                  <a:pt x="77342" y="333803"/>
                </a:lnTo>
                <a:lnTo>
                  <a:pt x="101345" y="327279"/>
                </a:lnTo>
                <a:lnTo>
                  <a:pt x="163067" y="309371"/>
                </a:lnTo>
                <a:lnTo>
                  <a:pt x="164591" y="316992"/>
                </a:lnTo>
                <a:lnTo>
                  <a:pt x="107418" y="339875"/>
                </a:lnTo>
                <a:lnTo>
                  <a:pt x="63817" y="358330"/>
                </a:lnTo>
                <a:lnTo>
                  <a:pt x="33647" y="372498"/>
                </a:lnTo>
                <a:lnTo>
                  <a:pt x="16764" y="382524"/>
                </a:lnTo>
                <a:close/>
              </a:path>
              <a:path w="391795" h="407035">
                <a:moveTo>
                  <a:pt x="330708" y="402336"/>
                </a:moveTo>
                <a:lnTo>
                  <a:pt x="330708" y="367284"/>
                </a:lnTo>
                <a:lnTo>
                  <a:pt x="353729" y="367284"/>
                </a:lnTo>
                <a:lnTo>
                  <a:pt x="353852" y="372498"/>
                </a:lnTo>
                <a:lnTo>
                  <a:pt x="354210" y="382238"/>
                </a:lnTo>
                <a:lnTo>
                  <a:pt x="355092" y="391668"/>
                </a:lnTo>
                <a:lnTo>
                  <a:pt x="330708" y="40233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" name="object 61"/>
          <p:cNvSpPr/>
          <p:nvPr/>
        </p:nvSpPr>
        <p:spPr>
          <a:xfrm>
            <a:off x="8150352" y="4719827"/>
            <a:ext cx="365760" cy="398145"/>
          </a:xfrm>
          <a:custGeom>
            <a:avLst/>
            <a:gdLst/>
            <a:ahLst/>
            <a:cxnLst/>
            <a:rect l="l" t="t" r="r" b="b"/>
            <a:pathLst>
              <a:path w="365759" h="398145">
                <a:moveTo>
                  <a:pt x="188976" y="150875"/>
                </a:moveTo>
                <a:lnTo>
                  <a:pt x="164592" y="150875"/>
                </a:lnTo>
                <a:lnTo>
                  <a:pt x="164508" y="82295"/>
                </a:lnTo>
                <a:lnTo>
                  <a:pt x="164401" y="54863"/>
                </a:lnTo>
                <a:lnTo>
                  <a:pt x="163949" y="22288"/>
                </a:lnTo>
                <a:lnTo>
                  <a:pt x="163068" y="0"/>
                </a:lnTo>
                <a:lnTo>
                  <a:pt x="204216" y="15239"/>
                </a:lnTo>
                <a:lnTo>
                  <a:pt x="188976" y="30479"/>
                </a:lnTo>
                <a:lnTo>
                  <a:pt x="188976" y="71627"/>
                </a:lnTo>
                <a:lnTo>
                  <a:pt x="346432" y="71627"/>
                </a:lnTo>
                <a:lnTo>
                  <a:pt x="356616" y="82295"/>
                </a:lnTo>
                <a:lnTo>
                  <a:pt x="188976" y="82295"/>
                </a:lnTo>
                <a:lnTo>
                  <a:pt x="188976" y="150875"/>
                </a:lnTo>
                <a:close/>
              </a:path>
              <a:path w="365759" h="398145">
                <a:moveTo>
                  <a:pt x="346432" y="71627"/>
                </a:moveTo>
                <a:lnTo>
                  <a:pt x="303276" y="71627"/>
                </a:lnTo>
                <a:lnTo>
                  <a:pt x="324612" y="48767"/>
                </a:lnTo>
                <a:lnTo>
                  <a:pt x="346432" y="71627"/>
                </a:lnTo>
                <a:close/>
              </a:path>
              <a:path w="365759" h="398145">
                <a:moveTo>
                  <a:pt x="312420" y="150875"/>
                </a:moveTo>
                <a:lnTo>
                  <a:pt x="278892" y="150875"/>
                </a:lnTo>
                <a:lnTo>
                  <a:pt x="295656" y="134111"/>
                </a:lnTo>
                <a:lnTo>
                  <a:pt x="312420" y="150875"/>
                </a:lnTo>
                <a:close/>
              </a:path>
              <a:path w="365759" h="398145">
                <a:moveTo>
                  <a:pt x="62484" y="298703"/>
                </a:moveTo>
                <a:lnTo>
                  <a:pt x="63365" y="280130"/>
                </a:lnTo>
                <a:lnTo>
                  <a:pt x="63817" y="260984"/>
                </a:lnTo>
                <a:lnTo>
                  <a:pt x="63984" y="241268"/>
                </a:lnTo>
                <a:lnTo>
                  <a:pt x="63984" y="200382"/>
                </a:lnTo>
                <a:lnTo>
                  <a:pt x="63817" y="179641"/>
                </a:lnTo>
                <a:lnTo>
                  <a:pt x="63365" y="158615"/>
                </a:lnTo>
                <a:lnTo>
                  <a:pt x="62484" y="137159"/>
                </a:lnTo>
                <a:lnTo>
                  <a:pt x="89916" y="150875"/>
                </a:lnTo>
                <a:lnTo>
                  <a:pt x="312420" y="150875"/>
                </a:lnTo>
                <a:lnTo>
                  <a:pt x="321564" y="160019"/>
                </a:lnTo>
                <a:lnTo>
                  <a:pt x="319659" y="161543"/>
                </a:lnTo>
                <a:lnTo>
                  <a:pt x="89916" y="161543"/>
                </a:lnTo>
                <a:lnTo>
                  <a:pt x="89916" y="257555"/>
                </a:lnTo>
                <a:lnTo>
                  <a:pt x="306821" y="257555"/>
                </a:lnTo>
                <a:lnTo>
                  <a:pt x="306966" y="265437"/>
                </a:lnTo>
                <a:lnTo>
                  <a:pt x="307103" y="268223"/>
                </a:lnTo>
                <a:lnTo>
                  <a:pt x="89916" y="268223"/>
                </a:lnTo>
                <a:lnTo>
                  <a:pt x="89916" y="289559"/>
                </a:lnTo>
                <a:lnTo>
                  <a:pt x="62484" y="298703"/>
                </a:lnTo>
                <a:close/>
              </a:path>
              <a:path w="365759" h="398145">
                <a:moveTo>
                  <a:pt x="306821" y="257555"/>
                </a:moveTo>
                <a:lnTo>
                  <a:pt x="281940" y="257555"/>
                </a:lnTo>
                <a:lnTo>
                  <a:pt x="281940" y="161543"/>
                </a:lnTo>
                <a:lnTo>
                  <a:pt x="319659" y="161543"/>
                </a:lnTo>
                <a:lnTo>
                  <a:pt x="306323" y="172211"/>
                </a:lnTo>
                <a:lnTo>
                  <a:pt x="306407" y="220979"/>
                </a:lnTo>
                <a:lnTo>
                  <a:pt x="306519" y="241268"/>
                </a:lnTo>
                <a:lnTo>
                  <a:pt x="306821" y="257555"/>
                </a:lnTo>
                <a:close/>
              </a:path>
              <a:path w="365759" h="398145">
                <a:moveTo>
                  <a:pt x="281940" y="294131"/>
                </a:moveTo>
                <a:lnTo>
                  <a:pt x="281940" y="268223"/>
                </a:lnTo>
                <a:lnTo>
                  <a:pt x="307103" y="268223"/>
                </a:lnTo>
                <a:lnTo>
                  <a:pt x="307847" y="283463"/>
                </a:lnTo>
                <a:lnTo>
                  <a:pt x="281940" y="294131"/>
                </a:lnTo>
                <a:close/>
              </a:path>
              <a:path w="365759" h="398145">
                <a:moveTo>
                  <a:pt x="24384" y="397763"/>
                </a:moveTo>
                <a:lnTo>
                  <a:pt x="12192" y="397763"/>
                </a:lnTo>
                <a:lnTo>
                  <a:pt x="3048" y="391668"/>
                </a:lnTo>
                <a:lnTo>
                  <a:pt x="0" y="388620"/>
                </a:lnTo>
                <a:lnTo>
                  <a:pt x="0" y="381000"/>
                </a:lnTo>
                <a:lnTo>
                  <a:pt x="3048" y="376427"/>
                </a:lnTo>
                <a:lnTo>
                  <a:pt x="9144" y="371856"/>
                </a:lnTo>
                <a:lnTo>
                  <a:pt x="16573" y="366164"/>
                </a:lnTo>
                <a:lnTo>
                  <a:pt x="41529" y="334327"/>
                </a:lnTo>
                <a:lnTo>
                  <a:pt x="53340" y="307847"/>
                </a:lnTo>
                <a:lnTo>
                  <a:pt x="60960" y="307847"/>
                </a:lnTo>
                <a:lnTo>
                  <a:pt x="50292" y="361759"/>
                </a:lnTo>
                <a:lnTo>
                  <a:pt x="32004" y="394716"/>
                </a:lnTo>
                <a:lnTo>
                  <a:pt x="24384" y="397763"/>
                </a:lnTo>
                <a:close/>
              </a:path>
              <a:path w="365759" h="398145">
                <a:moveTo>
                  <a:pt x="147828" y="394716"/>
                </a:moveTo>
                <a:lnTo>
                  <a:pt x="141732" y="394716"/>
                </a:lnTo>
                <a:lnTo>
                  <a:pt x="138684" y="388620"/>
                </a:lnTo>
                <a:lnTo>
                  <a:pt x="137160" y="377951"/>
                </a:lnTo>
                <a:lnTo>
                  <a:pt x="134874" y="363926"/>
                </a:lnTo>
                <a:lnTo>
                  <a:pt x="130302" y="349186"/>
                </a:lnTo>
                <a:lnTo>
                  <a:pt x="123444" y="333589"/>
                </a:lnTo>
                <a:lnTo>
                  <a:pt x="114300" y="316991"/>
                </a:lnTo>
                <a:lnTo>
                  <a:pt x="118872" y="310895"/>
                </a:lnTo>
                <a:lnTo>
                  <a:pt x="155090" y="343900"/>
                </a:lnTo>
                <a:lnTo>
                  <a:pt x="163068" y="374904"/>
                </a:lnTo>
                <a:lnTo>
                  <a:pt x="161544" y="382524"/>
                </a:lnTo>
                <a:lnTo>
                  <a:pt x="155448" y="387096"/>
                </a:lnTo>
                <a:lnTo>
                  <a:pt x="147828" y="394716"/>
                </a:lnTo>
                <a:close/>
              </a:path>
              <a:path w="365759" h="398145">
                <a:moveTo>
                  <a:pt x="242316" y="393192"/>
                </a:moveTo>
                <a:lnTo>
                  <a:pt x="237744" y="393192"/>
                </a:lnTo>
                <a:lnTo>
                  <a:pt x="233172" y="385572"/>
                </a:lnTo>
                <a:lnTo>
                  <a:pt x="231648" y="371856"/>
                </a:lnTo>
                <a:lnTo>
                  <a:pt x="228266" y="357258"/>
                </a:lnTo>
                <a:lnTo>
                  <a:pt x="222885" y="343090"/>
                </a:lnTo>
                <a:lnTo>
                  <a:pt x="215788" y="329207"/>
                </a:lnTo>
                <a:lnTo>
                  <a:pt x="207264" y="315467"/>
                </a:lnTo>
                <a:lnTo>
                  <a:pt x="210312" y="309371"/>
                </a:lnTo>
                <a:lnTo>
                  <a:pt x="245673" y="340018"/>
                </a:lnTo>
                <a:lnTo>
                  <a:pt x="259080" y="364236"/>
                </a:lnTo>
                <a:lnTo>
                  <a:pt x="259080" y="373380"/>
                </a:lnTo>
                <a:lnTo>
                  <a:pt x="256032" y="377951"/>
                </a:lnTo>
                <a:lnTo>
                  <a:pt x="251459" y="384048"/>
                </a:lnTo>
                <a:lnTo>
                  <a:pt x="242316" y="393192"/>
                </a:lnTo>
                <a:close/>
              </a:path>
              <a:path w="365759" h="398145">
                <a:moveTo>
                  <a:pt x="350520" y="397763"/>
                </a:moveTo>
                <a:lnTo>
                  <a:pt x="344424" y="397763"/>
                </a:lnTo>
                <a:lnTo>
                  <a:pt x="341376" y="391668"/>
                </a:lnTo>
                <a:lnTo>
                  <a:pt x="336804" y="377951"/>
                </a:lnTo>
                <a:lnTo>
                  <a:pt x="331946" y="362521"/>
                </a:lnTo>
                <a:lnTo>
                  <a:pt x="324231" y="345947"/>
                </a:lnTo>
                <a:lnTo>
                  <a:pt x="313658" y="328231"/>
                </a:lnTo>
                <a:lnTo>
                  <a:pt x="300228" y="309371"/>
                </a:lnTo>
                <a:lnTo>
                  <a:pt x="304799" y="304799"/>
                </a:lnTo>
                <a:lnTo>
                  <a:pt x="344019" y="337161"/>
                </a:lnTo>
                <a:lnTo>
                  <a:pt x="365760" y="371856"/>
                </a:lnTo>
                <a:lnTo>
                  <a:pt x="365760" y="377951"/>
                </a:lnTo>
                <a:lnTo>
                  <a:pt x="362712" y="384048"/>
                </a:lnTo>
                <a:lnTo>
                  <a:pt x="353568" y="396239"/>
                </a:lnTo>
                <a:lnTo>
                  <a:pt x="350520" y="39776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" name="object 62"/>
          <p:cNvSpPr/>
          <p:nvPr/>
        </p:nvSpPr>
        <p:spPr>
          <a:xfrm>
            <a:off x="8572500" y="4716792"/>
            <a:ext cx="1120140" cy="411480"/>
          </a:xfrm>
          <a:custGeom>
            <a:avLst/>
            <a:gdLst/>
            <a:ahLst/>
            <a:cxnLst/>
            <a:rect l="l" t="t" r="r" b="b"/>
            <a:pathLst>
              <a:path w="1120140" h="411479">
                <a:moveTo>
                  <a:pt x="240792" y="38100"/>
                </a:moveTo>
                <a:lnTo>
                  <a:pt x="205066" y="10922"/>
                </a:lnTo>
                <a:lnTo>
                  <a:pt x="190500" y="4572"/>
                </a:lnTo>
                <a:lnTo>
                  <a:pt x="185928" y="10668"/>
                </a:lnTo>
                <a:lnTo>
                  <a:pt x="195376" y="20091"/>
                </a:lnTo>
                <a:lnTo>
                  <a:pt x="203263" y="30099"/>
                </a:lnTo>
                <a:lnTo>
                  <a:pt x="209715" y="40665"/>
                </a:lnTo>
                <a:lnTo>
                  <a:pt x="214884" y="51816"/>
                </a:lnTo>
                <a:lnTo>
                  <a:pt x="217932" y="62484"/>
                </a:lnTo>
                <a:lnTo>
                  <a:pt x="222504" y="67056"/>
                </a:lnTo>
                <a:lnTo>
                  <a:pt x="227076" y="67056"/>
                </a:lnTo>
                <a:lnTo>
                  <a:pt x="234696" y="59436"/>
                </a:lnTo>
                <a:lnTo>
                  <a:pt x="239268" y="53340"/>
                </a:lnTo>
                <a:lnTo>
                  <a:pt x="240792" y="47244"/>
                </a:lnTo>
                <a:lnTo>
                  <a:pt x="240792" y="38100"/>
                </a:lnTo>
                <a:close/>
              </a:path>
              <a:path w="1120140" h="411479">
                <a:moveTo>
                  <a:pt x="379476" y="80772"/>
                </a:moveTo>
                <a:lnTo>
                  <a:pt x="370789" y="71628"/>
                </a:lnTo>
                <a:lnTo>
                  <a:pt x="350520" y="50292"/>
                </a:lnTo>
                <a:lnTo>
                  <a:pt x="329184" y="71628"/>
                </a:lnTo>
                <a:lnTo>
                  <a:pt x="205740" y="71628"/>
                </a:lnTo>
                <a:lnTo>
                  <a:pt x="205740" y="80772"/>
                </a:lnTo>
                <a:lnTo>
                  <a:pt x="205740" y="123444"/>
                </a:lnTo>
                <a:lnTo>
                  <a:pt x="205740" y="134112"/>
                </a:lnTo>
                <a:lnTo>
                  <a:pt x="205740" y="172212"/>
                </a:lnTo>
                <a:lnTo>
                  <a:pt x="205740" y="182880"/>
                </a:lnTo>
                <a:lnTo>
                  <a:pt x="205740" y="222504"/>
                </a:lnTo>
                <a:lnTo>
                  <a:pt x="106680" y="222504"/>
                </a:lnTo>
                <a:lnTo>
                  <a:pt x="106680" y="182880"/>
                </a:lnTo>
                <a:lnTo>
                  <a:pt x="205740" y="182880"/>
                </a:lnTo>
                <a:lnTo>
                  <a:pt x="205740" y="172212"/>
                </a:lnTo>
                <a:lnTo>
                  <a:pt x="106680" y="172212"/>
                </a:lnTo>
                <a:lnTo>
                  <a:pt x="106680" y="134112"/>
                </a:lnTo>
                <a:lnTo>
                  <a:pt x="205740" y="134112"/>
                </a:lnTo>
                <a:lnTo>
                  <a:pt x="205740" y="123444"/>
                </a:lnTo>
                <a:lnTo>
                  <a:pt x="106680" y="123444"/>
                </a:lnTo>
                <a:lnTo>
                  <a:pt x="106680" y="105156"/>
                </a:lnTo>
                <a:lnTo>
                  <a:pt x="106680" y="80772"/>
                </a:lnTo>
                <a:lnTo>
                  <a:pt x="205740" y="80772"/>
                </a:lnTo>
                <a:lnTo>
                  <a:pt x="205740" y="71628"/>
                </a:lnTo>
                <a:lnTo>
                  <a:pt x="109728" y="71628"/>
                </a:lnTo>
                <a:lnTo>
                  <a:pt x="135636" y="28956"/>
                </a:lnTo>
                <a:lnTo>
                  <a:pt x="152400" y="24384"/>
                </a:lnTo>
                <a:lnTo>
                  <a:pt x="117348" y="0"/>
                </a:lnTo>
                <a:lnTo>
                  <a:pt x="108458" y="22860"/>
                </a:lnTo>
                <a:lnTo>
                  <a:pt x="97726" y="45720"/>
                </a:lnTo>
                <a:lnTo>
                  <a:pt x="70104" y="91440"/>
                </a:lnTo>
                <a:lnTo>
                  <a:pt x="36766" y="133921"/>
                </a:lnTo>
                <a:lnTo>
                  <a:pt x="0" y="170688"/>
                </a:lnTo>
                <a:lnTo>
                  <a:pt x="4572" y="175260"/>
                </a:lnTo>
                <a:lnTo>
                  <a:pt x="26809" y="158940"/>
                </a:lnTo>
                <a:lnTo>
                  <a:pt x="47625" y="141922"/>
                </a:lnTo>
                <a:lnTo>
                  <a:pt x="66713" y="124028"/>
                </a:lnTo>
                <a:lnTo>
                  <a:pt x="83820" y="105156"/>
                </a:lnTo>
                <a:lnTo>
                  <a:pt x="83693" y="172212"/>
                </a:lnTo>
                <a:lnTo>
                  <a:pt x="83629" y="188785"/>
                </a:lnTo>
                <a:lnTo>
                  <a:pt x="83172" y="226669"/>
                </a:lnTo>
                <a:lnTo>
                  <a:pt x="82296" y="262128"/>
                </a:lnTo>
                <a:lnTo>
                  <a:pt x="106680" y="252984"/>
                </a:lnTo>
                <a:lnTo>
                  <a:pt x="106680" y="233172"/>
                </a:lnTo>
                <a:lnTo>
                  <a:pt x="376428" y="233172"/>
                </a:lnTo>
                <a:lnTo>
                  <a:pt x="366268" y="222504"/>
                </a:lnTo>
                <a:lnTo>
                  <a:pt x="345948" y="201168"/>
                </a:lnTo>
                <a:lnTo>
                  <a:pt x="326136" y="222504"/>
                </a:lnTo>
                <a:lnTo>
                  <a:pt x="228600" y="222504"/>
                </a:lnTo>
                <a:lnTo>
                  <a:pt x="228600" y="182880"/>
                </a:lnTo>
                <a:lnTo>
                  <a:pt x="353568" y="182880"/>
                </a:lnTo>
                <a:lnTo>
                  <a:pt x="343966" y="172212"/>
                </a:lnTo>
                <a:lnTo>
                  <a:pt x="326136" y="152400"/>
                </a:lnTo>
                <a:lnTo>
                  <a:pt x="306324" y="172212"/>
                </a:lnTo>
                <a:lnTo>
                  <a:pt x="228600" y="172212"/>
                </a:lnTo>
                <a:lnTo>
                  <a:pt x="228600" y="134112"/>
                </a:lnTo>
                <a:lnTo>
                  <a:pt x="356616" y="134112"/>
                </a:lnTo>
                <a:lnTo>
                  <a:pt x="347014" y="123444"/>
                </a:lnTo>
                <a:lnTo>
                  <a:pt x="329184" y="103632"/>
                </a:lnTo>
                <a:lnTo>
                  <a:pt x="309372" y="123444"/>
                </a:lnTo>
                <a:lnTo>
                  <a:pt x="228600" y="123444"/>
                </a:lnTo>
                <a:lnTo>
                  <a:pt x="228600" y="80772"/>
                </a:lnTo>
                <a:lnTo>
                  <a:pt x="379476" y="80772"/>
                </a:lnTo>
                <a:close/>
              </a:path>
              <a:path w="1120140" h="411479">
                <a:moveTo>
                  <a:pt x="411480" y="371856"/>
                </a:moveTo>
                <a:lnTo>
                  <a:pt x="358711" y="362902"/>
                </a:lnTo>
                <a:lnTo>
                  <a:pt x="313944" y="345948"/>
                </a:lnTo>
                <a:lnTo>
                  <a:pt x="273748" y="320802"/>
                </a:lnTo>
                <a:lnTo>
                  <a:pt x="239268" y="286512"/>
                </a:lnTo>
                <a:lnTo>
                  <a:pt x="409956" y="286512"/>
                </a:lnTo>
                <a:lnTo>
                  <a:pt x="379476" y="256032"/>
                </a:lnTo>
                <a:lnTo>
                  <a:pt x="358140" y="275844"/>
                </a:lnTo>
                <a:lnTo>
                  <a:pt x="219456" y="275844"/>
                </a:lnTo>
                <a:lnTo>
                  <a:pt x="219456" y="260604"/>
                </a:lnTo>
                <a:lnTo>
                  <a:pt x="233172" y="248412"/>
                </a:lnTo>
                <a:lnTo>
                  <a:pt x="195072" y="234696"/>
                </a:lnTo>
                <a:lnTo>
                  <a:pt x="195948" y="243268"/>
                </a:lnTo>
                <a:lnTo>
                  <a:pt x="196405" y="252984"/>
                </a:lnTo>
                <a:lnTo>
                  <a:pt x="196519" y="260604"/>
                </a:lnTo>
                <a:lnTo>
                  <a:pt x="196596" y="275844"/>
                </a:lnTo>
                <a:lnTo>
                  <a:pt x="1524" y="275844"/>
                </a:lnTo>
                <a:lnTo>
                  <a:pt x="18288" y="292608"/>
                </a:lnTo>
                <a:lnTo>
                  <a:pt x="27711" y="289725"/>
                </a:lnTo>
                <a:lnTo>
                  <a:pt x="37719" y="287845"/>
                </a:lnTo>
                <a:lnTo>
                  <a:pt x="48285" y="286816"/>
                </a:lnTo>
                <a:lnTo>
                  <a:pt x="59436" y="286512"/>
                </a:lnTo>
                <a:lnTo>
                  <a:pt x="167640" y="286512"/>
                </a:lnTo>
                <a:lnTo>
                  <a:pt x="128206" y="324434"/>
                </a:lnTo>
                <a:lnTo>
                  <a:pt x="85318" y="355561"/>
                </a:lnTo>
                <a:lnTo>
                  <a:pt x="32118" y="385279"/>
                </a:lnTo>
                <a:lnTo>
                  <a:pt x="1524" y="399288"/>
                </a:lnTo>
                <a:lnTo>
                  <a:pt x="4572" y="406908"/>
                </a:lnTo>
                <a:lnTo>
                  <a:pt x="64008" y="382905"/>
                </a:lnTo>
                <a:lnTo>
                  <a:pt x="114300" y="356616"/>
                </a:lnTo>
                <a:lnTo>
                  <a:pt x="157734" y="325755"/>
                </a:lnTo>
                <a:lnTo>
                  <a:pt x="196596" y="288036"/>
                </a:lnTo>
                <a:lnTo>
                  <a:pt x="196469" y="339852"/>
                </a:lnTo>
                <a:lnTo>
                  <a:pt x="196342" y="356616"/>
                </a:lnTo>
                <a:lnTo>
                  <a:pt x="195948" y="383184"/>
                </a:lnTo>
                <a:lnTo>
                  <a:pt x="195072" y="411480"/>
                </a:lnTo>
                <a:lnTo>
                  <a:pt x="220980" y="397764"/>
                </a:lnTo>
                <a:lnTo>
                  <a:pt x="220091" y="381444"/>
                </a:lnTo>
                <a:lnTo>
                  <a:pt x="219646" y="357568"/>
                </a:lnTo>
                <a:lnTo>
                  <a:pt x="219557" y="342036"/>
                </a:lnTo>
                <a:lnTo>
                  <a:pt x="219456" y="288036"/>
                </a:lnTo>
                <a:lnTo>
                  <a:pt x="219456" y="286512"/>
                </a:lnTo>
                <a:lnTo>
                  <a:pt x="230124" y="286512"/>
                </a:lnTo>
                <a:lnTo>
                  <a:pt x="246164" y="309321"/>
                </a:lnTo>
                <a:lnTo>
                  <a:pt x="262509" y="329565"/>
                </a:lnTo>
                <a:lnTo>
                  <a:pt x="297180" y="361188"/>
                </a:lnTo>
                <a:lnTo>
                  <a:pt x="336042" y="383095"/>
                </a:lnTo>
                <a:lnTo>
                  <a:pt x="379476" y="399288"/>
                </a:lnTo>
                <a:lnTo>
                  <a:pt x="383184" y="391858"/>
                </a:lnTo>
                <a:lnTo>
                  <a:pt x="389763" y="385572"/>
                </a:lnTo>
                <a:lnTo>
                  <a:pt x="399186" y="380428"/>
                </a:lnTo>
                <a:lnTo>
                  <a:pt x="411480" y="376428"/>
                </a:lnTo>
                <a:lnTo>
                  <a:pt x="411480" y="371856"/>
                </a:lnTo>
                <a:close/>
              </a:path>
              <a:path w="1120140" h="411479">
                <a:moveTo>
                  <a:pt x="697992" y="42659"/>
                </a:moveTo>
                <a:lnTo>
                  <a:pt x="653796" y="42659"/>
                </a:lnTo>
                <a:lnTo>
                  <a:pt x="563880" y="312407"/>
                </a:lnTo>
                <a:lnTo>
                  <a:pt x="475488" y="42659"/>
                </a:lnTo>
                <a:lnTo>
                  <a:pt x="428244" y="42659"/>
                </a:lnTo>
                <a:lnTo>
                  <a:pt x="539496" y="367271"/>
                </a:lnTo>
                <a:lnTo>
                  <a:pt x="586740" y="367271"/>
                </a:lnTo>
                <a:lnTo>
                  <a:pt x="697992" y="42659"/>
                </a:lnTo>
                <a:close/>
              </a:path>
              <a:path w="1120140" h="411479">
                <a:moveTo>
                  <a:pt x="941832" y="135623"/>
                </a:moveTo>
                <a:lnTo>
                  <a:pt x="933704" y="129527"/>
                </a:lnTo>
                <a:lnTo>
                  <a:pt x="911352" y="112763"/>
                </a:lnTo>
                <a:lnTo>
                  <a:pt x="903732" y="126733"/>
                </a:lnTo>
                <a:lnTo>
                  <a:pt x="903732" y="140195"/>
                </a:lnTo>
                <a:lnTo>
                  <a:pt x="903732" y="260591"/>
                </a:lnTo>
                <a:lnTo>
                  <a:pt x="804672" y="260591"/>
                </a:lnTo>
                <a:lnTo>
                  <a:pt x="804672" y="140195"/>
                </a:lnTo>
                <a:lnTo>
                  <a:pt x="903732" y="140195"/>
                </a:lnTo>
                <a:lnTo>
                  <a:pt x="903732" y="126733"/>
                </a:lnTo>
                <a:lnTo>
                  <a:pt x="902208" y="129527"/>
                </a:lnTo>
                <a:lnTo>
                  <a:pt x="806196" y="129527"/>
                </a:lnTo>
                <a:lnTo>
                  <a:pt x="778764" y="115811"/>
                </a:lnTo>
                <a:lnTo>
                  <a:pt x="778992" y="140919"/>
                </a:lnTo>
                <a:lnTo>
                  <a:pt x="780046" y="189966"/>
                </a:lnTo>
                <a:lnTo>
                  <a:pt x="780288" y="213347"/>
                </a:lnTo>
                <a:lnTo>
                  <a:pt x="780046" y="237096"/>
                </a:lnTo>
                <a:lnTo>
                  <a:pt x="779678" y="254685"/>
                </a:lnTo>
                <a:lnTo>
                  <a:pt x="778992" y="290296"/>
                </a:lnTo>
                <a:lnTo>
                  <a:pt x="778764" y="320027"/>
                </a:lnTo>
                <a:lnTo>
                  <a:pt x="804672" y="310883"/>
                </a:lnTo>
                <a:lnTo>
                  <a:pt x="804672" y="271259"/>
                </a:lnTo>
                <a:lnTo>
                  <a:pt x="903732" y="271259"/>
                </a:lnTo>
                <a:lnTo>
                  <a:pt x="903732" y="301739"/>
                </a:lnTo>
                <a:lnTo>
                  <a:pt x="929640" y="292595"/>
                </a:lnTo>
                <a:lnTo>
                  <a:pt x="928751" y="272859"/>
                </a:lnTo>
                <a:lnTo>
                  <a:pt x="928712" y="271259"/>
                </a:lnTo>
                <a:lnTo>
                  <a:pt x="928446" y="260591"/>
                </a:lnTo>
                <a:lnTo>
                  <a:pt x="928306" y="254685"/>
                </a:lnTo>
                <a:lnTo>
                  <a:pt x="928128" y="237947"/>
                </a:lnTo>
                <a:lnTo>
                  <a:pt x="928116" y="147815"/>
                </a:lnTo>
                <a:lnTo>
                  <a:pt x="936688" y="140195"/>
                </a:lnTo>
                <a:lnTo>
                  <a:pt x="941832" y="135623"/>
                </a:lnTo>
                <a:close/>
              </a:path>
              <a:path w="1120140" h="411479">
                <a:moveTo>
                  <a:pt x="1120140" y="59423"/>
                </a:moveTo>
                <a:lnTo>
                  <a:pt x="1083564" y="22847"/>
                </a:lnTo>
                <a:lnTo>
                  <a:pt x="1057656" y="48755"/>
                </a:lnTo>
                <a:lnTo>
                  <a:pt x="716280" y="48755"/>
                </a:lnTo>
                <a:lnTo>
                  <a:pt x="731520" y="63995"/>
                </a:lnTo>
                <a:lnTo>
                  <a:pt x="740943" y="62001"/>
                </a:lnTo>
                <a:lnTo>
                  <a:pt x="750951" y="60566"/>
                </a:lnTo>
                <a:lnTo>
                  <a:pt x="761517" y="59715"/>
                </a:lnTo>
                <a:lnTo>
                  <a:pt x="772668" y="59423"/>
                </a:lnTo>
                <a:lnTo>
                  <a:pt x="1013460" y="59423"/>
                </a:lnTo>
                <a:lnTo>
                  <a:pt x="1013460" y="335267"/>
                </a:lnTo>
                <a:lnTo>
                  <a:pt x="1012888" y="347014"/>
                </a:lnTo>
                <a:lnTo>
                  <a:pt x="1008888" y="354888"/>
                </a:lnTo>
                <a:lnTo>
                  <a:pt x="1001458" y="359067"/>
                </a:lnTo>
                <a:lnTo>
                  <a:pt x="990600" y="359651"/>
                </a:lnTo>
                <a:lnTo>
                  <a:pt x="940308" y="355079"/>
                </a:lnTo>
                <a:lnTo>
                  <a:pt x="940308" y="362699"/>
                </a:lnTo>
                <a:lnTo>
                  <a:pt x="964590" y="371271"/>
                </a:lnTo>
                <a:lnTo>
                  <a:pt x="982599" y="380987"/>
                </a:lnTo>
                <a:lnTo>
                  <a:pt x="994308" y="391845"/>
                </a:lnTo>
                <a:lnTo>
                  <a:pt x="999744" y="403847"/>
                </a:lnTo>
                <a:lnTo>
                  <a:pt x="1016622" y="393903"/>
                </a:lnTo>
                <a:lnTo>
                  <a:pt x="1028509" y="380225"/>
                </a:lnTo>
                <a:lnTo>
                  <a:pt x="1035532" y="363131"/>
                </a:lnTo>
                <a:lnTo>
                  <a:pt x="1035926" y="359651"/>
                </a:lnTo>
                <a:lnTo>
                  <a:pt x="1037844" y="342887"/>
                </a:lnTo>
                <a:lnTo>
                  <a:pt x="1037844" y="59423"/>
                </a:lnTo>
                <a:lnTo>
                  <a:pt x="1120140" y="5942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" name="object 63"/>
          <p:cNvSpPr/>
          <p:nvPr/>
        </p:nvSpPr>
        <p:spPr>
          <a:xfrm>
            <a:off x="2173223" y="5263895"/>
            <a:ext cx="338455" cy="393700"/>
          </a:xfrm>
          <a:custGeom>
            <a:avLst/>
            <a:gdLst/>
            <a:ahLst/>
            <a:cxnLst/>
            <a:rect l="l" t="t" r="r" b="b"/>
            <a:pathLst>
              <a:path w="338455" h="393700">
                <a:moveTo>
                  <a:pt x="27432" y="393192"/>
                </a:moveTo>
                <a:lnTo>
                  <a:pt x="22860" y="387096"/>
                </a:lnTo>
                <a:lnTo>
                  <a:pt x="47196" y="381071"/>
                </a:lnTo>
                <a:lnTo>
                  <a:pt x="70104" y="374332"/>
                </a:lnTo>
                <a:lnTo>
                  <a:pt x="112776" y="358140"/>
                </a:lnTo>
                <a:lnTo>
                  <a:pt x="150685" y="337947"/>
                </a:lnTo>
                <a:lnTo>
                  <a:pt x="187452" y="310896"/>
                </a:lnTo>
                <a:lnTo>
                  <a:pt x="217170" y="275463"/>
                </a:lnTo>
                <a:lnTo>
                  <a:pt x="237744" y="228600"/>
                </a:lnTo>
                <a:lnTo>
                  <a:pt x="247619" y="166786"/>
                </a:lnTo>
                <a:lnTo>
                  <a:pt x="250362" y="121066"/>
                </a:lnTo>
                <a:lnTo>
                  <a:pt x="251591" y="67698"/>
                </a:lnTo>
                <a:lnTo>
                  <a:pt x="251574" y="41147"/>
                </a:lnTo>
                <a:lnTo>
                  <a:pt x="251459" y="0"/>
                </a:lnTo>
                <a:lnTo>
                  <a:pt x="294132" y="19812"/>
                </a:lnTo>
                <a:lnTo>
                  <a:pt x="280416" y="32004"/>
                </a:lnTo>
                <a:lnTo>
                  <a:pt x="279892" y="77985"/>
                </a:lnTo>
                <a:lnTo>
                  <a:pt x="278511" y="117538"/>
                </a:lnTo>
                <a:lnTo>
                  <a:pt x="274320" y="176784"/>
                </a:lnTo>
                <a:lnTo>
                  <a:pt x="267462" y="220218"/>
                </a:lnTo>
                <a:lnTo>
                  <a:pt x="256032" y="259080"/>
                </a:lnTo>
                <a:lnTo>
                  <a:pt x="269367" y="268224"/>
                </a:lnTo>
                <a:lnTo>
                  <a:pt x="252983" y="268224"/>
                </a:lnTo>
                <a:lnTo>
                  <a:pt x="235267" y="294179"/>
                </a:lnTo>
                <a:lnTo>
                  <a:pt x="214122" y="316992"/>
                </a:lnTo>
                <a:lnTo>
                  <a:pt x="161544" y="352044"/>
                </a:lnTo>
                <a:lnTo>
                  <a:pt x="99060" y="377190"/>
                </a:lnTo>
                <a:lnTo>
                  <a:pt x="64246" y="386334"/>
                </a:lnTo>
                <a:lnTo>
                  <a:pt x="27432" y="393192"/>
                </a:lnTo>
                <a:close/>
              </a:path>
              <a:path w="338455" h="393700">
                <a:moveTo>
                  <a:pt x="27432" y="336804"/>
                </a:moveTo>
                <a:lnTo>
                  <a:pt x="0" y="304800"/>
                </a:lnTo>
                <a:lnTo>
                  <a:pt x="4000" y="298775"/>
                </a:lnTo>
                <a:lnTo>
                  <a:pt x="6858" y="292036"/>
                </a:lnTo>
                <a:lnTo>
                  <a:pt x="8572" y="284440"/>
                </a:lnTo>
                <a:lnTo>
                  <a:pt x="9042" y="277368"/>
                </a:lnTo>
                <a:lnTo>
                  <a:pt x="9041" y="67698"/>
                </a:lnTo>
                <a:lnTo>
                  <a:pt x="8953" y="55625"/>
                </a:lnTo>
                <a:lnTo>
                  <a:pt x="8501" y="35051"/>
                </a:lnTo>
                <a:lnTo>
                  <a:pt x="7620" y="16764"/>
                </a:lnTo>
                <a:lnTo>
                  <a:pt x="51816" y="36576"/>
                </a:lnTo>
                <a:lnTo>
                  <a:pt x="35052" y="50292"/>
                </a:lnTo>
                <a:lnTo>
                  <a:pt x="35052" y="281940"/>
                </a:lnTo>
                <a:lnTo>
                  <a:pt x="78851" y="281940"/>
                </a:lnTo>
                <a:lnTo>
                  <a:pt x="68580" y="291084"/>
                </a:lnTo>
                <a:lnTo>
                  <a:pt x="56364" y="302514"/>
                </a:lnTo>
                <a:lnTo>
                  <a:pt x="45148" y="313944"/>
                </a:lnTo>
                <a:lnTo>
                  <a:pt x="35361" y="325374"/>
                </a:lnTo>
                <a:lnTo>
                  <a:pt x="27432" y="336804"/>
                </a:lnTo>
                <a:close/>
              </a:path>
              <a:path w="338455" h="393700">
                <a:moveTo>
                  <a:pt x="155448" y="144780"/>
                </a:moveTo>
                <a:lnTo>
                  <a:pt x="153924" y="144780"/>
                </a:lnTo>
                <a:lnTo>
                  <a:pt x="150518" y="143351"/>
                </a:lnTo>
                <a:lnTo>
                  <a:pt x="147256" y="139065"/>
                </a:lnTo>
                <a:lnTo>
                  <a:pt x="144279" y="131921"/>
                </a:lnTo>
                <a:lnTo>
                  <a:pt x="141732" y="121920"/>
                </a:lnTo>
                <a:lnTo>
                  <a:pt x="135731" y="105941"/>
                </a:lnTo>
                <a:lnTo>
                  <a:pt x="126873" y="87820"/>
                </a:lnTo>
                <a:lnTo>
                  <a:pt x="115157" y="67698"/>
                </a:lnTo>
                <a:lnTo>
                  <a:pt x="100584" y="45720"/>
                </a:lnTo>
                <a:lnTo>
                  <a:pt x="105156" y="41147"/>
                </a:lnTo>
                <a:lnTo>
                  <a:pt x="134921" y="62555"/>
                </a:lnTo>
                <a:lnTo>
                  <a:pt x="155829" y="80962"/>
                </a:lnTo>
                <a:lnTo>
                  <a:pt x="168163" y="96226"/>
                </a:lnTo>
                <a:lnTo>
                  <a:pt x="172212" y="108204"/>
                </a:lnTo>
                <a:lnTo>
                  <a:pt x="171878" y="116776"/>
                </a:lnTo>
                <a:lnTo>
                  <a:pt x="170688" y="124206"/>
                </a:lnTo>
                <a:lnTo>
                  <a:pt x="168354" y="130492"/>
                </a:lnTo>
                <a:lnTo>
                  <a:pt x="164592" y="135636"/>
                </a:lnTo>
                <a:lnTo>
                  <a:pt x="160020" y="141732"/>
                </a:lnTo>
                <a:lnTo>
                  <a:pt x="155448" y="144780"/>
                </a:lnTo>
                <a:close/>
              </a:path>
              <a:path w="338455" h="393700">
                <a:moveTo>
                  <a:pt x="78851" y="281940"/>
                </a:moveTo>
                <a:lnTo>
                  <a:pt x="35052" y="281940"/>
                </a:lnTo>
                <a:lnTo>
                  <a:pt x="55602" y="271081"/>
                </a:lnTo>
                <a:lnTo>
                  <a:pt x="82867" y="254508"/>
                </a:lnTo>
                <a:lnTo>
                  <a:pt x="116705" y="232219"/>
                </a:lnTo>
                <a:lnTo>
                  <a:pt x="156972" y="204216"/>
                </a:lnTo>
                <a:lnTo>
                  <a:pt x="163068" y="208788"/>
                </a:lnTo>
                <a:lnTo>
                  <a:pt x="83986" y="277368"/>
                </a:lnTo>
                <a:lnTo>
                  <a:pt x="78851" y="281940"/>
                </a:lnTo>
                <a:close/>
              </a:path>
              <a:path w="338455" h="393700">
                <a:moveTo>
                  <a:pt x="326136" y="373380"/>
                </a:moveTo>
                <a:lnTo>
                  <a:pt x="324612" y="373380"/>
                </a:lnTo>
                <a:lnTo>
                  <a:pt x="320921" y="371713"/>
                </a:lnTo>
                <a:lnTo>
                  <a:pt x="316801" y="366903"/>
                </a:lnTo>
                <a:lnTo>
                  <a:pt x="312396" y="359235"/>
                </a:lnTo>
                <a:lnTo>
                  <a:pt x="307847" y="348996"/>
                </a:lnTo>
                <a:lnTo>
                  <a:pt x="300132" y="332732"/>
                </a:lnTo>
                <a:lnTo>
                  <a:pt x="288382" y="313705"/>
                </a:lnTo>
                <a:lnTo>
                  <a:pt x="272700" y="292203"/>
                </a:lnTo>
                <a:lnTo>
                  <a:pt x="252983" y="268224"/>
                </a:lnTo>
                <a:lnTo>
                  <a:pt x="269367" y="268224"/>
                </a:lnTo>
                <a:lnTo>
                  <a:pt x="305538" y="295084"/>
                </a:lnTo>
                <a:lnTo>
                  <a:pt x="332803" y="322326"/>
                </a:lnTo>
                <a:lnTo>
                  <a:pt x="338328" y="339852"/>
                </a:lnTo>
                <a:lnTo>
                  <a:pt x="338018" y="348400"/>
                </a:lnTo>
                <a:lnTo>
                  <a:pt x="336994" y="355663"/>
                </a:lnTo>
                <a:lnTo>
                  <a:pt x="335113" y="361497"/>
                </a:lnTo>
                <a:lnTo>
                  <a:pt x="332232" y="365760"/>
                </a:lnTo>
                <a:lnTo>
                  <a:pt x="327660" y="370332"/>
                </a:lnTo>
                <a:lnTo>
                  <a:pt x="326136" y="37338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" name="object 64"/>
          <p:cNvSpPr/>
          <p:nvPr/>
        </p:nvSpPr>
        <p:spPr>
          <a:xfrm>
            <a:off x="2575560" y="5257800"/>
            <a:ext cx="387350" cy="405765"/>
          </a:xfrm>
          <a:custGeom>
            <a:avLst/>
            <a:gdLst/>
            <a:ahLst/>
            <a:cxnLst/>
            <a:rect l="l" t="t" r="r" b="b"/>
            <a:pathLst>
              <a:path w="387350" h="405764">
                <a:moveTo>
                  <a:pt x="381544" y="91440"/>
                </a:moveTo>
                <a:lnTo>
                  <a:pt x="347472" y="91440"/>
                </a:lnTo>
                <a:lnTo>
                  <a:pt x="361188" y="74676"/>
                </a:lnTo>
                <a:lnTo>
                  <a:pt x="381544" y="91440"/>
                </a:lnTo>
                <a:close/>
              </a:path>
              <a:path w="387350" h="405764">
                <a:moveTo>
                  <a:pt x="227076" y="382524"/>
                </a:moveTo>
                <a:lnTo>
                  <a:pt x="228195" y="358497"/>
                </a:lnTo>
                <a:lnTo>
                  <a:pt x="229171" y="338899"/>
                </a:lnTo>
                <a:lnTo>
                  <a:pt x="229862" y="323588"/>
                </a:lnTo>
                <a:lnTo>
                  <a:pt x="230124" y="312420"/>
                </a:lnTo>
                <a:lnTo>
                  <a:pt x="230124" y="141732"/>
                </a:lnTo>
                <a:lnTo>
                  <a:pt x="229862" y="126587"/>
                </a:lnTo>
                <a:lnTo>
                  <a:pt x="229171" y="110871"/>
                </a:lnTo>
                <a:lnTo>
                  <a:pt x="228195" y="94583"/>
                </a:lnTo>
                <a:lnTo>
                  <a:pt x="227076" y="77723"/>
                </a:lnTo>
                <a:lnTo>
                  <a:pt x="251460" y="91440"/>
                </a:lnTo>
                <a:lnTo>
                  <a:pt x="381544" y="91440"/>
                </a:lnTo>
                <a:lnTo>
                  <a:pt x="387096" y="96011"/>
                </a:lnTo>
                <a:lnTo>
                  <a:pt x="380238" y="102108"/>
                </a:lnTo>
                <a:lnTo>
                  <a:pt x="251460" y="102108"/>
                </a:lnTo>
                <a:lnTo>
                  <a:pt x="251460" y="321564"/>
                </a:lnTo>
                <a:lnTo>
                  <a:pt x="373973" y="321564"/>
                </a:lnTo>
                <a:lnTo>
                  <a:pt x="374142" y="326136"/>
                </a:lnTo>
                <a:lnTo>
                  <a:pt x="374335" y="332232"/>
                </a:lnTo>
                <a:lnTo>
                  <a:pt x="251460" y="332232"/>
                </a:lnTo>
                <a:lnTo>
                  <a:pt x="251460" y="370332"/>
                </a:lnTo>
                <a:lnTo>
                  <a:pt x="227076" y="382524"/>
                </a:lnTo>
                <a:close/>
              </a:path>
              <a:path w="387350" h="405764">
                <a:moveTo>
                  <a:pt x="373973" y="321564"/>
                </a:moveTo>
                <a:lnTo>
                  <a:pt x="350520" y="321564"/>
                </a:lnTo>
                <a:lnTo>
                  <a:pt x="350520" y="102108"/>
                </a:lnTo>
                <a:lnTo>
                  <a:pt x="380238" y="102108"/>
                </a:lnTo>
                <a:lnTo>
                  <a:pt x="373380" y="108204"/>
                </a:lnTo>
                <a:lnTo>
                  <a:pt x="373380" y="300228"/>
                </a:lnTo>
                <a:lnTo>
                  <a:pt x="373637" y="312420"/>
                </a:lnTo>
                <a:lnTo>
                  <a:pt x="373973" y="321564"/>
                </a:lnTo>
                <a:close/>
              </a:path>
              <a:path w="387350" h="405764">
                <a:moveTo>
                  <a:pt x="350520" y="371856"/>
                </a:moveTo>
                <a:lnTo>
                  <a:pt x="350520" y="332232"/>
                </a:lnTo>
                <a:lnTo>
                  <a:pt x="374335" y="332232"/>
                </a:lnTo>
                <a:lnTo>
                  <a:pt x="374665" y="342661"/>
                </a:lnTo>
                <a:lnTo>
                  <a:pt x="374904" y="361188"/>
                </a:lnTo>
                <a:lnTo>
                  <a:pt x="350520" y="371856"/>
                </a:lnTo>
                <a:close/>
              </a:path>
              <a:path w="387350" h="405764">
                <a:moveTo>
                  <a:pt x="97536" y="108204"/>
                </a:moveTo>
                <a:lnTo>
                  <a:pt x="73152" y="108204"/>
                </a:lnTo>
                <a:lnTo>
                  <a:pt x="78533" y="76509"/>
                </a:lnTo>
                <a:lnTo>
                  <a:pt x="83058" y="47815"/>
                </a:lnTo>
                <a:lnTo>
                  <a:pt x="86439" y="22264"/>
                </a:lnTo>
                <a:lnTo>
                  <a:pt x="88392" y="0"/>
                </a:lnTo>
                <a:lnTo>
                  <a:pt x="129540" y="18288"/>
                </a:lnTo>
                <a:lnTo>
                  <a:pt x="114300" y="28956"/>
                </a:lnTo>
                <a:lnTo>
                  <a:pt x="110609" y="44124"/>
                </a:lnTo>
                <a:lnTo>
                  <a:pt x="106489" y="62293"/>
                </a:lnTo>
                <a:lnTo>
                  <a:pt x="102084" y="83605"/>
                </a:lnTo>
                <a:lnTo>
                  <a:pt x="97536" y="108204"/>
                </a:lnTo>
                <a:close/>
              </a:path>
              <a:path w="387350" h="405764">
                <a:moveTo>
                  <a:pt x="16764" y="123444"/>
                </a:moveTo>
                <a:lnTo>
                  <a:pt x="1524" y="108204"/>
                </a:lnTo>
                <a:lnTo>
                  <a:pt x="163068" y="108204"/>
                </a:lnTo>
                <a:lnTo>
                  <a:pt x="173736" y="88392"/>
                </a:lnTo>
                <a:lnTo>
                  <a:pt x="202692" y="109728"/>
                </a:lnTo>
                <a:lnTo>
                  <a:pt x="194119" y="117347"/>
                </a:lnTo>
                <a:lnTo>
                  <a:pt x="59436" y="117347"/>
                </a:lnTo>
                <a:lnTo>
                  <a:pt x="48267" y="117871"/>
                </a:lnTo>
                <a:lnTo>
                  <a:pt x="37528" y="119253"/>
                </a:lnTo>
                <a:lnTo>
                  <a:pt x="27074" y="121205"/>
                </a:lnTo>
                <a:lnTo>
                  <a:pt x="16764" y="123444"/>
                </a:lnTo>
                <a:close/>
              </a:path>
              <a:path w="387350" h="405764">
                <a:moveTo>
                  <a:pt x="3048" y="405384"/>
                </a:moveTo>
                <a:lnTo>
                  <a:pt x="0" y="399288"/>
                </a:lnTo>
                <a:lnTo>
                  <a:pt x="39409" y="379571"/>
                </a:lnTo>
                <a:lnTo>
                  <a:pt x="72961" y="356997"/>
                </a:lnTo>
                <a:lnTo>
                  <a:pt x="100512" y="331565"/>
                </a:lnTo>
                <a:lnTo>
                  <a:pt x="121920" y="303276"/>
                </a:lnTo>
                <a:lnTo>
                  <a:pt x="96797" y="293608"/>
                </a:lnTo>
                <a:lnTo>
                  <a:pt x="74104" y="285369"/>
                </a:lnTo>
                <a:lnTo>
                  <a:pt x="53982" y="278844"/>
                </a:lnTo>
                <a:lnTo>
                  <a:pt x="36576" y="274320"/>
                </a:lnTo>
                <a:lnTo>
                  <a:pt x="43981" y="244649"/>
                </a:lnTo>
                <a:lnTo>
                  <a:pt x="52387" y="208407"/>
                </a:lnTo>
                <a:lnTo>
                  <a:pt x="61650" y="165877"/>
                </a:lnTo>
                <a:lnTo>
                  <a:pt x="71628" y="117347"/>
                </a:lnTo>
                <a:lnTo>
                  <a:pt x="96012" y="117347"/>
                </a:lnTo>
                <a:lnTo>
                  <a:pt x="88820" y="147375"/>
                </a:lnTo>
                <a:lnTo>
                  <a:pt x="80772" y="182689"/>
                </a:lnTo>
                <a:lnTo>
                  <a:pt x="71580" y="223432"/>
                </a:lnTo>
                <a:lnTo>
                  <a:pt x="60960" y="269748"/>
                </a:lnTo>
                <a:lnTo>
                  <a:pt x="71223" y="271748"/>
                </a:lnTo>
                <a:lnTo>
                  <a:pt x="85915" y="275463"/>
                </a:lnTo>
                <a:lnTo>
                  <a:pt x="104894" y="280892"/>
                </a:lnTo>
                <a:lnTo>
                  <a:pt x="128016" y="288036"/>
                </a:lnTo>
                <a:lnTo>
                  <a:pt x="153427" y="288036"/>
                </a:lnTo>
                <a:lnTo>
                  <a:pt x="150876" y="295656"/>
                </a:lnTo>
                <a:lnTo>
                  <a:pt x="169425" y="303633"/>
                </a:lnTo>
                <a:lnTo>
                  <a:pt x="183832" y="311467"/>
                </a:lnTo>
                <a:lnTo>
                  <a:pt x="187152" y="313944"/>
                </a:lnTo>
                <a:lnTo>
                  <a:pt x="140208" y="313944"/>
                </a:lnTo>
                <a:lnTo>
                  <a:pt x="112776" y="344519"/>
                </a:lnTo>
                <a:lnTo>
                  <a:pt x="80772" y="369951"/>
                </a:lnTo>
                <a:lnTo>
                  <a:pt x="44196" y="390239"/>
                </a:lnTo>
                <a:lnTo>
                  <a:pt x="3048" y="405384"/>
                </a:lnTo>
                <a:close/>
              </a:path>
              <a:path w="387350" h="405764">
                <a:moveTo>
                  <a:pt x="153427" y="288036"/>
                </a:moveTo>
                <a:lnTo>
                  <a:pt x="128016" y="288036"/>
                </a:lnTo>
                <a:lnTo>
                  <a:pt x="138017" y="257722"/>
                </a:lnTo>
                <a:lnTo>
                  <a:pt x="147447" y="219265"/>
                </a:lnTo>
                <a:lnTo>
                  <a:pt x="156305" y="172521"/>
                </a:lnTo>
                <a:lnTo>
                  <a:pt x="164592" y="117347"/>
                </a:lnTo>
                <a:lnTo>
                  <a:pt x="194119" y="117347"/>
                </a:lnTo>
                <a:lnTo>
                  <a:pt x="188976" y="121920"/>
                </a:lnTo>
                <a:lnTo>
                  <a:pt x="180451" y="178212"/>
                </a:lnTo>
                <a:lnTo>
                  <a:pt x="171069" y="225933"/>
                </a:lnTo>
                <a:lnTo>
                  <a:pt x="161115" y="265080"/>
                </a:lnTo>
                <a:lnTo>
                  <a:pt x="153427" y="288036"/>
                </a:lnTo>
                <a:close/>
              </a:path>
              <a:path w="387350" h="405764">
                <a:moveTo>
                  <a:pt x="201168" y="361188"/>
                </a:moveTo>
                <a:lnTo>
                  <a:pt x="195072" y="361188"/>
                </a:lnTo>
                <a:lnTo>
                  <a:pt x="190500" y="358140"/>
                </a:lnTo>
                <a:lnTo>
                  <a:pt x="185928" y="352044"/>
                </a:lnTo>
                <a:lnTo>
                  <a:pt x="177927" y="343519"/>
                </a:lnTo>
                <a:lnTo>
                  <a:pt x="167640" y="334137"/>
                </a:lnTo>
                <a:lnTo>
                  <a:pt x="155067" y="324183"/>
                </a:lnTo>
                <a:lnTo>
                  <a:pt x="140208" y="313944"/>
                </a:lnTo>
                <a:lnTo>
                  <a:pt x="187152" y="313944"/>
                </a:lnTo>
                <a:lnTo>
                  <a:pt x="204787" y="344566"/>
                </a:lnTo>
                <a:lnTo>
                  <a:pt x="204216" y="350520"/>
                </a:lnTo>
                <a:lnTo>
                  <a:pt x="202692" y="358140"/>
                </a:lnTo>
                <a:lnTo>
                  <a:pt x="201168" y="36118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" name="object 65"/>
          <p:cNvSpPr/>
          <p:nvPr/>
        </p:nvSpPr>
        <p:spPr>
          <a:xfrm>
            <a:off x="3026664" y="5253227"/>
            <a:ext cx="826135" cy="408940"/>
          </a:xfrm>
          <a:custGeom>
            <a:avLst/>
            <a:gdLst/>
            <a:ahLst/>
            <a:cxnLst/>
            <a:rect l="l" t="t" r="r" b="b"/>
            <a:pathLst>
              <a:path w="826135" h="408939">
                <a:moveTo>
                  <a:pt x="385572" y="57912"/>
                </a:moveTo>
                <a:lnTo>
                  <a:pt x="348996" y="21336"/>
                </a:lnTo>
                <a:lnTo>
                  <a:pt x="323088" y="47244"/>
                </a:lnTo>
                <a:lnTo>
                  <a:pt x="0" y="47244"/>
                </a:lnTo>
                <a:lnTo>
                  <a:pt x="16764" y="64008"/>
                </a:lnTo>
                <a:lnTo>
                  <a:pt x="26187" y="61137"/>
                </a:lnTo>
                <a:lnTo>
                  <a:pt x="36195" y="59245"/>
                </a:lnTo>
                <a:lnTo>
                  <a:pt x="46761" y="58229"/>
                </a:lnTo>
                <a:lnTo>
                  <a:pt x="57912" y="57912"/>
                </a:lnTo>
                <a:lnTo>
                  <a:pt x="169164" y="57912"/>
                </a:lnTo>
                <a:lnTo>
                  <a:pt x="169164" y="318516"/>
                </a:lnTo>
                <a:lnTo>
                  <a:pt x="168973" y="353187"/>
                </a:lnTo>
                <a:lnTo>
                  <a:pt x="168516" y="378104"/>
                </a:lnTo>
                <a:lnTo>
                  <a:pt x="167640" y="408432"/>
                </a:lnTo>
                <a:lnTo>
                  <a:pt x="196596" y="396240"/>
                </a:lnTo>
                <a:lnTo>
                  <a:pt x="196354" y="383082"/>
                </a:lnTo>
                <a:lnTo>
                  <a:pt x="195300" y="352742"/>
                </a:lnTo>
                <a:lnTo>
                  <a:pt x="195072" y="335280"/>
                </a:lnTo>
                <a:lnTo>
                  <a:pt x="195072" y="156972"/>
                </a:lnTo>
                <a:lnTo>
                  <a:pt x="230505" y="177215"/>
                </a:lnTo>
                <a:lnTo>
                  <a:pt x="259080" y="196596"/>
                </a:lnTo>
                <a:lnTo>
                  <a:pt x="280797" y="214845"/>
                </a:lnTo>
                <a:lnTo>
                  <a:pt x="295656" y="231648"/>
                </a:lnTo>
                <a:lnTo>
                  <a:pt x="303961" y="241655"/>
                </a:lnTo>
                <a:lnTo>
                  <a:pt x="310705" y="248793"/>
                </a:lnTo>
                <a:lnTo>
                  <a:pt x="316014" y="253085"/>
                </a:lnTo>
                <a:lnTo>
                  <a:pt x="320040" y="254508"/>
                </a:lnTo>
                <a:lnTo>
                  <a:pt x="323088" y="254508"/>
                </a:lnTo>
                <a:lnTo>
                  <a:pt x="326136" y="251460"/>
                </a:lnTo>
                <a:lnTo>
                  <a:pt x="329184" y="245364"/>
                </a:lnTo>
                <a:lnTo>
                  <a:pt x="332232" y="233172"/>
                </a:lnTo>
                <a:lnTo>
                  <a:pt x="332232" y="230124"/>
                </a:lnTo>
                <a:lnTo>
                  <a:pt x="302653" y="188125"/>
                </a:lnTo>
                <a:lnTo>
                  <a:pt x="241973" y="162979"/>
                </a:lnTo>
                <a:lnTo>
                  <a:pt x="195072" y="147828"/>
                </a:lnTo>
                <a:lnTo>
                  <a:pt x="195072" y="57912"/>
                </a:lnTo>
                <a:lnTo>
                  <a:pt x="385572" y="57912"/>
                </a:lnTo>
                <a:close/>
              </a:path>
              <a:path w="826135" h="408939">
                <a:moveTo>
                  <a:pt x="635508" y="76200"/>
                </a:moveTo>
                <a:lnTo>
                  <a:pt x="598182" y="44767"/>
                </a:lnTo>
                <a:lnTo>
                  <a:pt x="573024" y="35052"/>
                </a:lnTo>
                <a:lnTo>
                  <a:pt x="568452" y="41148"/>
                </a:lnTo>
                <a:lnTo>
                  <a:pt x="583044" y="55130"/>
                </a:lnTo>
                <a:lnTo>
                  <a:pt x="594931" y="67246"/>
                </a:lnTo>
                <a:lnTo>
                  <a:pt x="604240" y="77368"/>
                </a:lnTo>
                <a:lnTo>
                  <a:pt x="611124" y="85344"/>
                </a:lnTo>
                <a:lnTo>
                  <a:pt x="614172" y="92964"/>
                </a:lnTo>
                <a:lnTo>
                  <a:pt x="617220" y="96012"/>
                </a:lnTo>
                <a:lnTo>
                  <a:pt x="623316" y="96012"/>
                </a:lnTo>
                <a:lnTo>
                  <a:pt x="626364" y="94488"/>
                </a:lnTo>
                <a:lnTo>
                  <a:pt x="630936" y="88392"/>
                </a:lnTo>
                <a:lnTo>
                  <a:pt x="635508" y="83820"/>
                </a:lnTo>
                <a:lnTo>
                  <a:pt x="635508" y="76200"/>
                </a:lnTo>
                <a:close/>
              </a:path>
              <a:path w="826135" h="408939">
                <a:moveTo>
                  <a:pt x="691896" y="393192"/>
                </a:moveTo>
                <a:lnTo>
                  <a:pt x="682752" y="355092"/>
                </a:lnTo>
                <a:lnTo>
                  <a:pt x="682790" y="341947"/>
                </a:lnTo>
                <a:lnTo>
                  <a:pt x="683133" y="327660"/>
                </a:lnTo>
                <a:lnTo>
                  <a:pt x="684034" y="312229"/>
                </a:lnTo>
                <a:lnTo>
                  <a:pt x="685800" y="295656"/>
                </a:lnTo>
                <a:lnTo>
                  <a:pt x="676656" y="294132"/>
                </a:lnTo>
                <a:lnTo>
                  <a:pt x="659892" y="371856"/>
                </a:lnTo>
                <a:lnTo>
                  <a:pt x="645337" y="367792"/>
                </a:lnTo>
                <a:lnTo>
                  <a:pt x="631507" y="362140"/>
                </a:lnTo>
                <a:lnTo>
                  <a:pt x="596620" y="333883"/>
                </a:lnTo>
                <a:lnTo>
                  <a:pt x="583755" y="316992"/>
                </a:lnTo>
                <a:lnTo>
                  <a:pt x="580186" y="311645"/>
                </a:lnTo>
                <a:lnTo>
                  <a:pt x="574548" y="300228"/>
                </a:lnTo>
                <a:lnTo>
                  <a:pt x="591096" y="284213"/>
                </a:lnTo>
                <a:lnTo>
                  <a:pt x="596138" y="278892"/>
                </a:lnTo>
                <a:lnTo>
                  <a:pt x="608647" y="265747"/>
                </a:lnTo>
                <a:lnTo>
                  <a:pt x="627049" y="244729"/>
                </a:lnTo>
                <a:lnTo>
                  <a:pt x="646176" y="220980"/>
                </a:lnTo>
                <a:lnTo>
                  <a:pt x="662940" y="213360"/>
                </a:lnTo>
                <a:lnTo>
                  <a:pt x="633984" y="187452"/>
                </a:lnTo>
                <a:lnTo>
                  <a:pt x="627100" y="198653"/>
                </a:lnTo>
                <a:lnTo>
                  <a:pt x="620077" y="209550"/>
                </a:lnTo>
                <a:lnTo>
                  <a:pt x="596709" y="243103"/>
                </a:lnTo>
                <a:lnTo>
                  <a:pt x="566928" y="278892"/>
                </a:lnTo>
                <a:lnTo>
                  <a:pt x="559536" y="253466"/>
                </a:lnTo>
                <a:lnTo>
                  <a:pt x="553593" y="222885"/>
                </a:lnTo>
                <a:lnTo>
                  <a:pt x="549351" y="187172"/>
                </a:lnTo>
                <a:lnTo>
                  <a:pt x="547357" y="150876"/>
                </a:lnTo>
                <a:lnTo>
                  <a:pt x="547116" y="146304"/>
                </a:lnTo>
                <a:lnTo>
                  <a:pt x="649046" y="135636"/>
                </a:lnTo>
                <a:lnTo>
                  <a:pt x="678180" y="132588"/>
                </a:lnTo>
                <a:lnTo>
                  <a:pt x="643128" y="105156"/>
                </a:lnTo>
                <a:lnTo>
                  <a:pt x="624840" y="128016"/>
                </a:lnTo>
                <a:lnTo>
                  <a:pt x="547116" y="135636"/>
                </a:lnTo>
                <a:lnTo>
                  <a:pt x="545973" y="111975"/>
                </a:lnTo>
                <a:lnTo>
                  <a:pt x="545236" y="96012"/>
                </a:lnTo>
                <a:lnTo>
                  <a:pt x="542544" y="33528"/>
                </a:lnTo>
                <a:lnTo>
                  <a:pt x="557784" y="19812"/>
                </a:lnTo>
                <a:lnTo>
                  <a:pt x="515112" y="3048"/>
                </a:lnTo>
                <a:lnTo>
                  <a:pt x="516293" y="23622"/>
                </a:lnTo>
                <a:lnTo>
                  <a:pt x="517779" y="53340"/>
                </a:lnTo>
                <a:lnTo>
                  <a:pt x="519823" y="92202"/>
                </a:lnTo>
                <a:lnTo>
                  <a:pt x="522732" y="140208"/>
                </a:lnTo>
                <a:lnTo>
                  <a:pt x="429768" y="147828"/>
                </a:lnTo>
                <a:lnTo>
                  <a:pt x="449580" y="163068"/>
                </a:lnTo>
                <a:lnTo>
                  <a:pt x="466344" y="155448"/>
                </a:lnTo>
                <a:lnTo>
                  <a:pt x="522732" y="150876"/>
                </a:lnTo>
                <a:lnTo>
                  <a:pt x="525894" y="193433"/>
                </a:lnTo>
                <a:lnTo>
                  <a:pt x="530923" y="231838"/>
                </a:lnTo>
                <a:lnTo>
                  <a:pt x="537946" y="265963"/>
                </a:lnTo>
                <a:lnTo>
                  <a:pt x="547116" y="295656"/>
                </a:lnTo>
                <a:lnTo>
                  <a:pt x="526465" y="314477"/>
                </a:lnTo>
                <a:lnTo>
                  <a:pt x="500824" y="334137"/>
                </a:lnTo>
                <a:lnTo>
                  <a:pt x="469747" y="354380"/>
                </a:lnTo>
                <a:lnTo>
                  <a:pt x="432816" y="374904"/>
                </a:lnTo>
                <a:lnTo>
                  <a:pt x="434340" y="381000"/>
                </a:lnTo>
                <a:lnTo>
                  <a:pt x="469430" y="366712"/>
                </a:lnTo>
                <a:lnTo>
                  <a:pt x="501396" y="351282"/>
                </a:lnTo>
                <a:lnTo>
                  <a:pt x="529920" y="334708"/>
                </a:lnTo>
                <a:lnTo>
                  <a:pt x="554736" y="316992"/>
                </a:lnTo>
                <a:lnTo>
                  <a:pt x="565302" y="333527"/>
                </a:lnTo>
                <a:lnTo>
                  <a:pt x="600456" y="373380"/>
                </a:lnTo>
                <a:lnTo>
                  <a:pt x="644169" y="396748"/>
                </a:lnTo>
                <a:lnTo>
                  <a:pt x="683895" y="401383"/>
                </a:lnTo>
                <a:lnTo>
                  <a:pt x="689889" y="400367"/>
                </a:lnTo>
                <a:lnTo>
                  <a:pt x="691896" y="397764"/>
                </a:lnTo>
                <a:lnTo>
                  <a:pt x="691896" y="393192"/>
                </a:lnTo>
                <a:close/>
              </a:path>
              <a:path w="826135" h="408939">
                <a:moveTo>
                  <a:pt x="742188" y="85344"/>
                </a:moveTo>
                <a:lnTo>
                  <a:pt x="707136" y="68580"/>
                </a:lnTo>
                <a:lnTo>
                  <a:pt x="707364" y="88544"/>
                </a:lnTo>
                <a:lnTo>
                  <a:pt x="707872" y="112776"/>
                </a:lnTo>
                <a:lnTo>
                  <a:pt x="708418" y="144449"/>
                </a:lnTo>
                <a:lnTo>
                  <a:pt x="708660" y="179832"/>
                </a:lnTo>
                <a:lnTo>
                  <a:pt x="708418" y="216979"/>
                </a:lnTo>
                <a:lnTo>
                  <a:pt x="707898" y="250698"/>
                </a:lnTo>
                <a:lnTo>
                  <a:pt x="707377" y="280403"/>
                </a:lnTo>
                <a:lnTo>
                  <a:pt x="707136" y="307848"/>
                </a:lnTo>
                <a:lnTo>
                  <a:pt x="733044" y="294132"/>
                </a:lnTo>
                <a:lnTo>
                  <a:pt x="731964" y="280987"/>
                </a:lnTo>
                <a:lnTo>
                  <a:pt x="730948" y="266509"/>
                </a:lnTo>
                <a:lnTo>
                  <a:pt x="730250" y="252349"/>
                </a:lnTo>
                <a:lnTo>
                  <a:pt x="729996" y="237744"/>
                </a:lnTo>
                <a:lnTo>
                  <a:pt x="729996" y="97536"/>
                </a:lnTo>
                <a:lnTo>
                  <a:pt x="742188" y="85344"/>
                </a:lnTo>
                <a:close/>
              </a:path>
              <a:path w="826135" h="408939">
                <a:moveTo>
                  <a:pt x="826008" y="18288"/>
                </a:moveTo>
                <a:lnTo>
                  <a:pt x="789432" y="0"/>
                </a:lnTo>
                <a:lnTo>
                  <a:pt x="790308" y="25768"/>
                </a:lnTo>
                <a:lnTo>
                  <a:pt x="790765" y="52959"/>
                </a:lnTo>
                <a:lnTo>
                  <a:pt x="790854" y="68580"/>
                </a:lnTo>
                <a:lnTo>
                  <a:pt x="790956" y="358140"/>
                </a:lnTo>
                <a:lnTo>
                  <a:pt x="786384" y="364236"/>
                </a:lnTo>
                <a:lnTo>
                  <a:pt x="778764" y="365760"/>
                </a:lnTo>
                <a:lnTo>
                  <a:pt x="771639" y="366953"/>
                </a:lnTo>
                <a:lnTo>
                  <a:pt x="759523" y="366141"/>
                </a:lnTo>
                <a:lnTo>
                  <a:pt x="742543" y="363626"/>
                </a:lnTo>
                <a:lnTo>
                  <a:pt x="720852" y="359664"/>
                </a:lnTo>
                <a:lnTo>
                  <a:pt x="717804" y="365760"/>
                </a:lnTo>
                <a:lnTo>
                  <a:pt x="741819" y="375818"/>
                </a:lnTo>
                <a:lnTo>
                  <a:pt x="759142" y="385572"/>
                </a:lnTo>
                <a:lnTo>
                  <a:pt x="769874" y="395338"/>
                </a:lnTo>
                <a:lnTo>
                  <a:pt x="774192" y="405384"/>
                </a:lnTo>
                <a:lnTo>
                  <a:pt x="785622" y="401408"/>
                </a:lnTo>
                <a:lnTo>
                  <a:pt x="812292" y="370141"/>
                </a:lnTo>
                <a:lnTo>
                  <a:pt x="812800" y="366953"/>
                </a:lnTo>
                <a:lnTo>
                  <a:pt x="813473" y="362839"/>
                </a:lnTo>
                <a:lnTo>
                  <a:pt x="813816" y="355092"/>
                </a:lnTo>
                <a:lnTo>
                  <a:pt x="813816" y="30480"/>
                </a:lnTo>
                <a:lnTo>
                  <a:pt x="826008" y="1828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" name="object 66"/>
          <p:cNvSpPr/>
          <p:nvPr/>
        </p:nvSpPr>
        <p:spPr>
          <a:xfrm>
            <a:off x="3909047" y="5251703"/>
            <a:ext cx="2766060" cy="448309"/>
          </a:xfrm>
          <a:custGeom>
            <a:avLst/>
            <a:gdLst/>
            <a:ahLst/>
            <a:cxnLst/>
            <a:rect l="l" t="t" r="r" b="b"/>
            <a:pathLst>
              <a:path w="2766059" h="448310">
                <a:moveTo>
                  <a:pt x="175260" y="42672"/>
                </a:moveTo>
                <a:lnTo>
                  <a:pt x="140208" y="16764"/>
                </a:lnTo>
                <a:lnTo>
                  <a:pt x="126834" y="49911"/>
                </a:lnTo>
                <a:lnTo>
                  <a:pt x="112014" y="80772"/>
                </a:lnTo>
                <a:lnTo>
                  <a:pt x="79248" y="135636"/>
                </a:lnTo>
                <a:lnTo>
                  <a:pt x="41910" y="181165"/>
                </a:lnTo>
                <a:lnTo>
                  <a:pt x="0" y="220980"/>
                </a:lnTo>
                <a:lnTo>
                  <a:pt x="3048" y="227076"/>
                </a:lnTo>
                <a:lnTo>
                  <a:pt x="53340" y="190500"/>
                </a:lnTo>
                <a:lnTo>
                  <a:pt x="94488" y="149352"/>
                </a:lnTo>
                <a:lnTo>
                  <a:pt x="128397" y="103251"/>
                </a:lnTo>
                <a:lnTo>
                  <a:pt x="160020" y="50292"/>
                </a:lnTo>
                <a:lnTo>
                  <a:pt x="175260" y="42672"/>
                </a:lnTo>
                <a:close/>
              </a:path>
              <a:path w="2766059" h="448310">
                <a:moveTo>
                  <a:pt x="312420" y="192024"/>
                </a:moveTo>
                <a:lnTo>
                  <a:pt x="288036" y="167640"/>
                </a:lnTo>
                <a:lnTo>
                  <a:pt x="271272" y="184404"/>
                </a:lnTo>
                <a:lnTo>
                  <a:pt x="71628" y="184404"/>
                </a:lnTo>
                <a:lnTo>
                  <a:pt x="86868" y="198120"/>
                </a:lnTo>
                <a:lnTo>
                  <a:pt x="102108" y="195072"/>
                </a:lnTo>
                <a:lnTo>
                  <a:pt x="155448" y="195072"/>
                </a:lnTo>
                <a:lnTo>
                  <a:pt x="145161" y="253365"/>
                </a:lnTo>
                <a:lnTo>
                  <a:pt x="123444" y="309372"/>
                </a:lnTo>
                <a:lnTo>
                  <a:pt x="83439" y="360616"/>
                </a:lnTo>
                <a:lnTo>
                  <a:pt x="18288" y="403860"/>
                </a:lnTo>
                <a:lnTo>
                  <a:pt x="21336" y="411480"/>
                </a:lnTo>
                <a:lnTo>
                  <a:pt x="62230" y="391223"/>
                </a:lnTo>
                <a:lnTo>
                  <a:pt x="95821" y="369379"/>
                </a:lnTo>
                <a:lnTo>
                  <a:pt x="141732" y="321564"/>
                </a:lnTo>
                <a:lnTo>
                  <a:pt x="168211" y="264033"/>
                </a:lnTo>
                <a:lnTo>
                  <a:pt x="184404" y="195072"/>
                </a:lnTo>
                <a:lnTo>
                  <a:pt x="274320" y="195072"/>
                </a:lnTo>
                <a:lnTo>
                  <a:pt x="270891" y="255130"/>
                </a:lnTo>
                <a:lnTo>
                  <a:pt x="267462" y="300609"/>
                </a:lnTo>
                <a:lnTo>
                  <a:pt x="260604" y="348996"/>
                </a:lnTo>
                <a:lnTo>
                  <a:pt x="240792" y="368808"/>
                </a:lnTo>
                <a:lnTo>
                  <a:pt x="231990" y="368503"/>
                </a:lnTo>
                <a:lnTo>
                  <a:pt x="219456" y="367474"/>
                </a:lnTo>
                <a:lnTo>
                  <a:pt x="203504" y="365594"/>
                </a:lnTo>
                <a:lnTo>
                  <a:pt x="184404" y="362712"/>
                </a:lnTo>
                <a:lnTo>
                  <a:pt x="184404" y="368808"/>
                </a:lnTo>
                <a:lnTo>
                  <a:pt x="203581" y="376313"/>
                </a:lnTo>
                <a:lnTo>
                  <a:pt x="217741" y="385381"/>
                </a:lnTo>
                <a:lnTo>
                  <a:pt x="227063" y="396455"/>
                </a:lnTo>
                <a:lnTo>
                  <a:pt x="231648" y="409956"/>
                </a:lnTo>
                <a:lnTo>
                  <a:pt x="248272" y="402247"/>
                </a:lnTo>
                <a:lnTo>
                  <a:pt x="280416" y="368808"/>
                </a:lnTo>
                <a:lnTo>
                  <a:pt x="292417" y="312610"/>
                </a:lnTo>
                <a:lnTo>
                  <a:pt x="296062" y="264439"/>
                </a:lnTo>
                <a:lnTo>
                  <a:pt x="298704" y="202692"/>
                </a:lnTo>
                <a:lnTo>
                  <a:pt x="308508" y="195072"/>
                </a:lnTo>
                <a:lnTo>
                  <a:pt x="312420" y="192024"/>
                </a:lnTo>
                <a:close/>
              </a:path>
              <a:path w="2766059" h="448310">
                <a:moveTo>
                  <a:pt x="402336" y="184404"/>
                </a:moveTo>
                <a:lnTo>
                  <a:pt x="355473" y="168211"/>
                </a:lnTo>
                <a:lnTo>
                  <a:pt x="310896" y="137160"/>
                </a:lnTo>
                <a:lnTo>
                  <a:pt x="273367" y="91821"/>
                </a:lnTo>
                <a:lnTo>
                  <a:pt x="248412" y="30480"/>
                </a:lnTo>
                <a:lnTo>
                  <a:pt x="262128" y="21336"/>
                </a:lnTo>
                <a:lnTo>
                  <a:pt x="228600" y="7620"/>
                </a:lnTo>
                <a:lnTo>
                  <a:pt x="246888" y="72580"/>
                </a:lnTo>
                <a:lnTo>
                  <a:pt x="274320" y="129540"/>
                </a:lnTo>
                <a:lnTo>
                  <a:pt x="314325" y="176593"/>
                </a:lnTo>
                <a:lnTo>
                  <a:pt x="365760" y="213360"/>
                </a:lnTo>
                <a:lnTo>
                  <a:pt x="372338" y="204216"/>
                </a:lnTo>
                <a:lnTo>
                  <a:pt x="380619" y="197358"/>
                </a:lnTo>
                <a:lnTo>
                  <a:pt x="390626" y="192786"/>
                </a:lnTo>
                <a:lnTo>
                  <a:pt x="402336" y="190500"/>
                </a:lnTo>
                <a:lnTo>
                  <a:pt x="402336" y="184404"/>
                </a:lnTo>
                <a:close/>
              </a:path>
              <a:path w="2766059" h="448310">
                <a:moveTo>
                  <a:pt x="781812" y="60960"/>
                </a:moveTo>
                <a:lnTo>
                  <a:pt x="778764" y="53340"/>
                </a:lnTo>
                <a:lnTo>
                  <a:pt x="771144" y="47244"/>
                </a:lnTo>
                <a:lnTo>
                  <a:pt x="763739" y="40944"/>
                </a:lnTo>
                <a:lnTo>
                  <a:pt x="753046" y="33337"/>
                </a:lnTo>
                <a:lnTo>
                  <a:pt x="739216" y="24320"/>
                </a:lnTo>
                <a:lnTo>
                  <a:pt x="722376" y="13716"/>
                </a:lnTo>
                <a:lnTo>
                  <a:pt x="717804" y="19812"/>
                </a:lnTo>
                <a:lnTo>
                  <a:pt x="730973" y="36957"/>
                </a:lnTo>
                <a:lnTo>
                  <a:pt x="740854" y="51816"/>
                </a:lnTo>
                <a:lnTo>
                  <a:pt x="747598" y="64389"/>
                </a:lnTo>
                <a:lnTo>
                  <a:pt x="751332" y="74676"/>
                </a:lnTo>
                <a:lnTo>
                  <a:pt x="754380" y="85344"/>
                </a:lnTo>
                <a:lnTo>
                  <a:pt x="757428" y="89916"/>
                </a:lnTo>
                <a:lnTo>
                  <a:pt x="763524" y="89916"/>
                </a:lnTo>
                <a:lnTo>
                  <a:pt x="766572" y="88392"/>
                </a:lnTo>
                <a:lnTo>
                  <a:pt x="775716" y="82296"/>
                </a:lnTo>
                <a:lnTo>
                  <a:pt x="778764" y="76225"/>
                </a:lnTo>
                <a:lnTo>
                  <a:pt x="781812" y="60960"/>
                </a:lnTo>
                <a:close/>
              </a:path>
              <a:path w="2766059" h="448310">
                <a:moveTo>
                  <a:pt x="844296" y="399288"/>
                </a:moveTo>
                <a:lnTo>
                  <a:pt x="844232" y="396049"/>
                </a:lnTo>
                <a:lnTo>
                  <a:pt x="842772" y="391668"/>
                </a:lnTo>
                <a:lnTo>
                  <a:pt x="838771" y="383654"/>
                </a:lnTo>
                <a:lnTo>
                  <a:pt x="835914" y="375475"/>
                </a:lnTo>
                <a:lnTo>
                  <a:pt x="834199" y="367030"/>
                </a:lnTo>
                <a:lnTo>
                  <a:pt x="833831" y="361188"/>
                </a:lnTo>
                <a:lnTo>
                  <a:pt x="833640" y="358241"/>
                </a:lnTo>
                <a:lnTo>
                  <a:pt x="834186" y="347624"/>
                </a:lnTo>
                <a:lnTo>
                  <a:pt x="835723" y="332308"/>
                </a:lnTo>
                <a:lnTo>
                  <a:pt x="838136" y="312280"/>
                </a:lnTo>
                <a:lnTo>
                  <a:pt x="841248" y="288036"/>
                </a:lnTo>
                <a:lnTo>
                  <a:pt x="833628" y="284988"/>
                </a:lnTo>
                <a:lnTo>
                  <a:pt x="812292" y="361188"/>
                </a:lnTo>
                <a:lnTo>
                  <a:pt x="792886" y="350596"/>
                </a:lnTo>
                <a:lnTo>
                  <a:pt x="773620" y="336994"/>
                </a:lnTo>
                <a:lnTo>
                  <a:pt x="754646" y="320255"/>
                </a:lnTo>
                <a:lnTo>
                  <a:pt x="754443" y="320040"/>
                </a:lnTo>
                <a:lnTo>
                  <a:pt x="736092" y="300228"/>
                </a:lnTo>
                <a:lnTo>
                  <a:pt x="751725" y="275844"/>
                </a:lnTo>
                <a:lnTo>
                  <a:pt x="751840" y="275678"/>
                </a:lnTo>
                <a:lnTo>
                  <a:pt x="767143" y="247840"/>
                </a:lnTo>
                <a:lnTo>
                  <a:pt x="782180" y="216865"/>
                </a:lnTo>
                <a:lnTo>
                  <a:pt x="797052" y="182880"/>
                </a:lnTo>
                <a:lnTo>
                  <a:pt x="812292" y="173736"/>
                </a:lnTo>
                <a:lnTo>
                  <a:pt x="775716" y="146304"/>
                </a:lnTo>
                <a:lnTo>
                  <a:pt x="768858" y="166547"/>
                </a:lnTo>
                <a:lnTo>
                  <a:pt x="762000" y="185928"/>
                </a:lnTo>
                <a:lnTo>
                  <a:pt x="741426" y="237274"/>
                </a:lnTo>
                <a:lnTo>
                  <a:pt x="720852" y="275844"/>
                </a:lnTo>
                <a:lnTo>
                  <a:pt x="709155" y="247840"/>
                </a:lnTo>
                <a:lnTo>
                  <a:pt x="699135" y="211645"/>
                </a:lnTo>
                <a:lnTo>
                  <a:pt x="690854" y="167195"/>
                </a:lnTo>
                <a:lnTo>
                  <a:pt x="684276" y="114300"/>
                </a:lnTo>
                <a:lnTo>
                  <a:pt x="839724" y="114300"/>
                </a:lnTo>
                <a:lnTo>
                  <a:pt x="829056" y="103632"/>
                </a:lnTo>
                <a:lnTo>
                  <a:pt x="804672" y="79248"/>
                </a:lnTo>
                <a:lnTo>
                  <a:pt x="780288" y="103632"/>
                </a:lnTo>
                <a:lnTo>
                  <a:pt x="684276" y="103632"/>
                </a:lnTo>
                <a:lnTo>
                  <a:pt x="681278" y="55206"/>
                </a:lnTo>
                <a:lnTo>
                  <a:pt x="681228" y="41148"/>
                </a:lnTo>
                <a:lnTo>
                  <a:pt x="693420" y="25908"/>
                </a:lnTo>
                <a:lnTo>
                  <a:pt x="647700" y="9144"/>
                </a:lnTo>
                <a:lnTo>
                  <a:pt x="649782" y="28841"/>
                </a:lnTo>
                <a:lnTo>
                  <a:pt x="651700" y="51244"/>
                </a:lnTo>
                <a:lnTo>
                  <a:pt x="653923" y="76200"/>
                </a:lnTo>
                <a:lnTo>
                  <a:pt x="656844" y="103632"/>
                </a:lnTo>
                <a:lnTo>
                  <a:pt x="522732" y="103632"/>
                </a:lnTo>
                <a:lnTo>
                  <a:pt x="490728" y="86868"/>
                </a:lnTo>
                <a:lnTo>
                  <a:pt x="491617" y="102069"/>
                </a:lnTo>
                <a:lnTo>
                  <a:pt x="492061" y="118110"/>
                </a:lnTo>
                <a:lnTo>
                  <a:pt x="492239" y="135305"/>
                </a:lnTo>
                <a:lnTo>
                  <a:pt x="492163" y="185928"/>
                </a:lnTo>
                <a:lnTo>
                  <a:pt x="491617" y="230873"/>
                </a:lnTo>
                <a:lnTo>
                  <a:pt x="486752" y="302069"/>
                </a:lnTo>
                <a:lnTo>
                  <a:pt x="462229" y="371271"/>
                </a:lnTo>
                <a:lnTo>
                  <a:pt x="441960" y="403860"/>
                </a:lnTo>
                <a:lnTo>
                  <a:pt x="446532" y="409956"/>
                </a:lnTo>
                <a:lnTo>
                  <a:pt x="475970" y="375081"/>
                </a:lnTo>
                <a:lnTo>
                  <a:pt x="497967" y="329755"/>
                </a:lnTo>
                <a:lnTo>
                  <a:pt x="512546" y="273875"/>
                </a:lnTo>
                <a:lnTo>
                  <a:pt x="519684" y="207264"/>
                </a:lnTo>
                <a:lnTo>
                  <a:pt x="600456" y="207264"/>
                </a:lnTo>
                <a:lnTo>
                  <a:pt x="599084" y="245516"/>
                </a:lnTo>
                <a:lnTo>
                  <a:pt x="595744" y="296849"/>
                </a:lnTo>
                <a:lnTo>
                  <a:pt x="585216" y="324612"/>
                </a:lnTo>
                <a:lnTo>
                  <a:pt x="577596" y="324612"/>
                </a:lnTo>
                <a:lnTo>
                  <a:pt x="546735" y="319265"/>
                </a:lnTo>
                <a:lnTo>
                  <a:pt x="531876" y="316992"/>
                </a:lnTo>
                <a:lnTo>
                  <a:pt x="531876" y="324612"/>
                </a:lnTo>
                <a:lnTo>
                  <a:pt x="550164" y="332308"/>
                </a:lnTo>
                <a:lnTo>
                  <a:pt x="563880" y="341566"/>
                </a:lnTo>
                <a:lnTo>
                  <a:pt x="573024" y="352259"/>
                </a:lnTo>
                <a:lnTo>
                  <a:pt x="577596" y="364236"/>
                </a:lnTo>
                <a:lnTo>
                  <a:pt x="589051" y="358241"/>
                </a:lnTo>
                <a:lnTo>
                  <a:pt x="614959" y="324612"/>
                </a:lnTo>
                <a:lnTo>
                  <a:pt x="622274" y="262661"/>
                </a:lnTo>
                <a:lnTo>
                  <a:pt x="624840" y="216408"/>
                </a:lnTo>
                <a:lnTo>
                  <a:pt x="636270" y="207264"/>
                </a:lnTo>
                <a:lnTo>
                  <a:pt x="640080" y="204216"/>
                </a:lnTo>
                <a:lnTo>
                  <a:pt x="631990" y="196596"/>
                </a:lnTo>
                <a:lnTo>
                  <a:pt x="614172" y="179832"/>
                </a:lnTo>
                <a:lnTo>
                  <a:pt x="598932" y="196596"/>
                </a:lnTo>
                <a:lnTo>
                  <a:pt x="519684" y="196596"/>
                </a:lnTo>
                <a:lnTo>
                  <a:pt x="521208" y="114300"/>
                </a:lnTo>
                <a:lnTo>
                  <a:pt x="658368" y="114300"/>
                </a:lnTo>
                <a:lnTo>
                  <a:pt x="664654" y="172313"/>
                </a:lnTo>
                <a:lnTo>
                  <a:pt x="674370" y="222885"/>
                </a:lnTo>
                <a:lnTo>
                  <a:pt x="687514" y="266039"/>
                </a:lnTo>
                <a:lnTo>
                  <a:pt x="704088" y="301752"/>
                </a:lnTo>
                <a:lnTo>
                  <a:pt x="683564" y="326618"/>
                </a:lnTo>
                <a:lnTo>
                  <a:pt x="658749" y="350901"/>
                </a:lnTo>
                <a:lnTo>
                  <a:pt x="629945" y="374624"/>
                </a:lnTo>
                <a:lnTo>
                  <a:pt x="597408" y="397764"/>
                </a:lnTo>
                <a:lnTo>
                  <a:pt x="598932" y="403860"/>
                </a:lnTo>
                <a:lnTo>
                  <a:pt x="630364" y="388416"/>
                </a:lnTo>
                <a:lnTo>
                  <a:pt x="660654" y="369379"/>
                </a:lnTo>
                <a:lnTo>
                  <a:pt x="689800" y="346646"/>
                </a:lnTo>
                <a:lnTo>
                  <a:pt x="717804" y="320040"/>
                </a:lnTo>
                <a:lnTo>
                  <a:pt x="738720" y="344665"/>
                </a:lnTo>
                <a:lnTo>
                  <a:pt x="776528" y="377913"/>
                </a:lnTo>
                <a:lnTo>
                  <a:pt x="821436" y="396049"/>
                </a:lnTo>
                <a:lnTo>
                  <a:pt x="839724" y="399288"/>
                </a:lnTo>
                <a:lnTo>
                  <a:pt x="844296" y="399288"/>
                </a:lnTo>
                <a:close/>
              </a:path>
              <a:path w="2766059" h="448310">
                <a:moveTo>
                  <a:pt x="1123200" y="39624"/>
                </a:moveTo>
                <a:lnTo>
                  <a:pt x="1088351" y="11798"/>
                </a:lnTo>
                <a:lnTo>
                  <a:pt x="1072908" y="6096"/>
                </a:lnTo>
                <a:lnTo>
                  <a:pt x="1069860" y="10668"/>
                </a:lnTo>
                <a:lnTo>
                  <a:pt x="1079284" y="20980"/>
                </a:lnTo>
                <a:lnTo>
                  <a:pt x="1087005" y="31432"/>
                </a:lnTo>
                <a:lnTo>
                  <a:pt x="1093000" y="42176"/>
                </a:lnTo>
                <a:lnTo>
                  <a:pt x="1097292" y="53340"/>
                </a:lnTo>
                <a:lnTo>
                  <a:pt x="1104912" y="68580"/>
                </a:lnTo>
                <a:lnTo>
                  <a:pt x="1111008" y="68580"/>
                </a:lnTo>
                <a:lnTo>
                  <a:pt x="1114056" y="65532"/>
                </a:lnTo>
                <a:lnTo>
                  <a:pt x="1117104" y="59436"/>
                </a:lnTo>
                <a:lnTo>
                  <a:pt x="1121676" y="53340"/>
                </a:lnTo>
                <a:lnTo>
                  <a:pt x="1123200" y="48768"/>
                </a:lnTo>
                <a:lnTo>
                  <a:pt x="1123200" y="39624"/>
                </a:lnTo>
                <a:close/>
              </a:path>
              <a:path w="2766059" h="448310">
                <a:moveTo>
                  <a:pt x="1263408" y="82296"/>
                </a:moveTo>
                <a:lnTo>
                  <a:pt x="1253248" y="71628"/>
                </a:lnTo>
                <a:lnTo>
                  <a:pt x="1232928" y="50292"/>
                </a:lnTo>
                <a:lnTo>
                  <a:pt x="1213116" y="71628"/>
                </a:lnTo>
                <a:lnTo>
                  <a:pt x="1089672" y="71628"/>
                </a:lnTo>
                <a:lnTo>
                  <a:pt x="1089672" y="82296"/>
                </a:lnTo>
                <a:lnTo>
                  <a:pt x="1089672" y="123444"/>
                </a:lnTo>
                <a:lnTo>
                  <a:pt x="1089672" y="134112"/>
                </a:lnTo>
                <a:lnTo>
                  <a:pt x="1089672" y="172212"/>
                </a:lnTo>
                <a:lnTo>
                  <a:pt x="1089672" y="182880"/>
                </a:lnTo>
                <a:lnTo>
                  <a:pt x="1089672" y="222504"/>
                </a:lnTo>
                <a:lnTo>
                  <a:pt x="990612" y="222504"/>
                </a:lnTo>
                <a:lnTo>
                  <a:pt x="990612" y="182880"/>
                </a:lnTo>
                <a:lnTo>
                  <a:pt x="1089672" y="182880"/>
                </a:lnTo>
                <a:lnTo>
                  <a:pt x="1089672" y="172212"/>
                </a:lnTo>
                <a:lnTo>
                  <a:pt x="990612" y="172212"/>
                </a:lnTo>
                <a:lnTo>
                  <a:pt x="990612" y="134112"/>
                </a:lnTo>
                <a:lnTo>
                  <a:pt x="1089672" y="134112"/>
                </a:lnTo>
                <a:lnTo>
                  <a:pt x="1089672" y="123444"/>
                </a:lnTo>
                <a:lnTo>
                  <a:pt x="990612" y="123444"/>
                </a:lnTo>
                <a:lnTo>
                  <a:pt x="990612" y="106680"/>
                </a:lnTo>
                <a:lnTo>
                  <a:pt x="990612" y="82296"/>
                </a:lnTo>
                <a:lnTo>
                  <a:pt x="1089672" y="82296"/>
                </a:lnTo>
                <a:lnTo>
                  <a:pt x="1089672" y="71628"/>
                </a:lnTo>
                <a:lnTo>
                  <a:pt x="993660" y="71628"/>
                </a:lnTo>
                <a:lnTo>
                  <a:pt x="1019568" y="30480"/>
                </a:lnTo>
                <a:lnTo>
                  <a:pt x="1034808" y="24384"/>
                </a:lnTo>
                <a:lnTo>
                  <a:pt x="999756" y="0"/>
                </a:lnTo>
                <a:lnTo>
                  <a:pt x="991539" y="22860"/>
                </a:lnTo>
                <a:lnTo>
                  <a:pt x="980897" y="45720"/>
                </a:lnTo>
                <a:lnTo>
                  <a:pt x="954036" y="91440"/>
                </a:lnTo>
                <a:lnTo>
                  <a:pt x="920699" y="134493"/>
                </a:lnTo>
                <a:lnTo>
                  <a:pt x="883932" y="170688"/>
                </a:lnTo>
                <a:lnTo>
                  <a:pt x="886980" y="176784"/>
                </a:lnTo>
                <a:lnTo>
                  <a:pt x="909878" y="160477"/>
                </a:lnTo>
                <a:lnTo>
                  <a:pt x="930795" y="143446"/>
                </a:lnTo>
                <a:lnTo>
                  <a:pt x="949985" y="125564"/>
                </a:lnTo>
                <a:lnTo>
                  <a:pt x="967752" y="106680"/>
                </a:lnTo>
                <a:lnTo>
                  <a:pt x="967536" y="143446"/>
                </a:lnTo>
                <a:lnTo>
                  <a:pt x="967447" y="153924"/>
                </a:lnTo>
                <a:lnTo>
                  <a:pt x="966520" y="222504"/>
                </a:lnTo>
                <a:lnTo>
                  <a:pt x="966406" y="234696"/>
                </a:lnTo>
                <a:lnTo>
                  <a:pt x="966228" y="263652"/>
                </a:lnTo>
                <a:lnTo>
                  <a:pt x="990612" y="254508"/>
                </a:lnTo>
                <a:lnTo>
                  <a:pt x="990612" y="233172"/>
                </a:lnTo>
                <a:lnTo>
                  <a:pt x="1258836" y="233172"/>
                </a:lnTo>
                <a:lnTo>
                  <a:pt x="1248702" y="222504"/>
                </a:lnTo>
                <a:lnTo>
                  <a:pt x="1229880" y="202692"/>
                </a:lnTo>
                <a:lnTo>
                  <a:pt x="1208544" y="222504"/>
                </a:lnTo>
                <a:lnTo>
                  <a:pt x="1111008" y="222504"/>
                </a:lnTo>
                <a:lnTo>
                  <a:pt x="1111008" y="182880"/>
                </a:lnTo>
                <a:lnTo>
                  <a:pt x="1237500" y="182880"/>
                </a:lnTo>
                <a:lnTo>
                  <a:pt x="1226832" y="172212"/>
                </a:lnTo>
                <a:lnTo>
                  <a:pt x="1208544" y="153924"/>
                </a:lnTo>
                <a:lnTo>
                  <a:pt x="1190256" y="172212"/>
                </a:lnTo>
                <a:lnTo>
                  <a:pt x="1111008" y="172212"/>
                </a:lnTo>
                <a:lnTo>
                  <a:pt x="1111008" y="134112"/>
                </a:lnTo>
                <a:lnTo>
                  <a:pt x="1240548" y="134112"/>
                </a:lnTo>
                <a:lnTo>
                  <a:pt x="1230439" y="123444"/>
                </a:lnTo>
                <a:lnTo>
                  <a:pt x="1213116" y="105156"/>
                </a:lnTo>
                <a:lnTo>
                  <a:pt x="1193304" y="123444"/>
                </a:lnTo>
                <a:lnTo>
                  <a:pt x="1111008" y="123444"/>
                </a:lnTo>
                <a:lnTo>
                  <a:pt x="1111008" y="82296"/>
                </a:lnTo>
                <a:lnTo>
                  <a:pt x="1263408" y="82296"/>
                </a:lnTo>
                <a:close/>
              </a:path>
              <a:path w="2766059" h="448310">
                <a:moveTo>
                  <a:pt x="1293888" y="373380"/>
                </a:moveTo>
                <a:lnTo>
                  <a:pt x="1242263" y="363664"/>
                </a:lnTo>
                <a:lnTo>
                  <a:pt x="1196352" y="345948"/>
                </a:lnTo>
                <a:lnTo>
                  <a:pt x="1157300" y="320992"/>
                </a:lnTo>
                <a:lnTo>
                  <a:pt x="1121676" y="288036"/>
                </a:lnTo>
                <a:lnTo>
                  <a:pt x="1292364" y="288036"/>
                </a:lnTo>
                <a:lnTo>
                  <a:pt x="1263408" y="256032"/>
                </a:lnTo>
                <a:lnTo>
                  <a:pt x="1242072" y="277368"/>
                </a:lnTo>
                <a:lnTo>
                  <a:pt x="1103388" y="277368"/>
                </a:lnTo>
                <a:lnTo>
                  <a:pt x="1103388" y="262128"/>
                </a:lnTo>
                <a:lnTo>
                  <a:pt x="1117104" y="249936"/>
                </a:lnTo>
                <a:lnTo>
                  <a:pt x="1079004" y="234696"/>
                </a:lnTo>
                <a:lnTo>
                  <a:pt x="1079881" y="243293"/>
                </a:lnTo>
                <a:lnTo>
                  <a:pt x="1080338" y="253174"/>
                </a:lnTo>
                <a:lnTo>
                  <a:pt x="1080503" y="264490"/>
                </a:lnTo>
                <a:lnTo>
                  <a:pt x="1080528" y="277368"/>
                </a:lnTo>
                <a:lnTo>
                  <a:pt x="885456" y="277368"/>
                </a:lnTo>
                <a:lnTo>
                  <a:pt x="900696" y="292608"/>
                </a:lnTo>
                <a:lnTo>
                  <a:pt x="910996" y="290614"/>
                </a:lnTo>
                <a:lnTo>
                  <a:pt x="921461" y="289179"/>
                </a:lnTo>
                <a:lnTo>
                  <a:pt x="932192" y="288328"/>
                </a:lnTo>
                <a:lnTo>
                  <a:pt x="943368" y="288036"/>
                </a:lnTo>
                <a:lnTo>
                  <a:pt x="1051572" y="288036"/>
                </a:lnTo>
                <a:lnTo>
                  <a:pt x="1012139" y="324688"/>
                </a:lnTo>
                <a:lnTo>
                  <a:pt x="969251" y="356450"/>
                </a:lnTo>
                <a:lnTo>
                  <a:pt x="916051" y="386791"/>
                </a:lnTo>
                <a:lnTo>
                  <a:pt x="885456" y="400812"/>
                </a:lnTo>
                <a:lnTo>
                  <a:pt x="886980" y="406908"/>
                </a:lnTo>
                <a:lnTo>
                  <a:pt x="947178" y="382905"/>
                </a:lnTo>
                <a:lnTo>
                  <a:pt x="998232" y="356616"/>
                </a:lnTo>
                <a:lnTo>
                  <a:pt x="1041666" y="325945"/>
                </a:lnTo>
                <a:lnTo>
                  <a:pt x="1080528" y="289560"/>
                </a:lnTo>
                <a:lnTo>
                  <a:pt x="1080401" y="339852"/>
                </a:lnTo>
                <a:lnTo>
                  <a:pt x="1080287" y="356616"/>
                </a:lnTo>
                <a:lnTo>
                  <a:pt x="1079881" y="383857"/>
                </a:lnTo>
                <a:lnTo>
                  <a:pt x="1079004" y="413004"/>
                </a:lnTo>
                <a:lnTo>
                  <a:pt x="1104912" y="399288"/>
                </a:lnTo>
                <a:lnTo>
                  <a:pt x="1104023" y="382981"/>
                </a:lnTo>
                <a:lnTo>
                  <a:pt x="1103617" y="361188"/>
                </a:lnTo>
                <a:lnTo>
                  <a:pt x="1103515" y="347192"/>
                </a:lnTo>
                <a:lnTo>
                  <a:pt x="1103388" y="289560"/>
                </a:lnTo>
                <a:lnTo>
                  <a:pt x="1103388" y="288036"/>
                </a:lnTo>
                <a:lnTo>
                  <a:pt x="1114056" y="288036"/>
                </a:lnTo>
                <a:lnTo>
                  <a:pt x="1129461" y="310616"/>
                </a:lnTo>
                <a:lnTo>
                  <a:pt x="1145870" y="330327"/>
                </a:lnTo>
                <a:lnTo>
                  <a:pt x="1181112" y="361188"/>
                </a:lnTo>
                <a:lnTo>
                  <a:pt x="1219974" y="383857"/>
                </a:lnTo>
                <a:lnTo>
                  <a:pt x="1263408" y="400812"/>
                </a:lnTo>
                <a:lnTo>
                  <a:pt x="1267091" y="392531"/>
                </a:lnTo>
                <a:lnTo>
                  <a:pt x="1273505" y="385953"/>
                </a:lnTo>
                <a:lnTo>
                  <a:pt x="1282471" y="381101"/>
                </a:lnTo>
                <a:lnTo>
                  <a:pt x="1293888" y="377952"/>
                </a:lnTo>
                <a:lnTo>
                  <a:pt x="1293888" y="373380"/>
                </a:lnTo>
                <a:close/>
              </a:path>
              <a:path w="2766059" h="448310">
                <a:moveTo>
                  <a:pt x="1647444" y="190512"/>
                </a:moveTo>
                <a:lnTo>
                  <a:pt x="1613916" y="156984"/>
                </a:lnTo>
                <a:lnTo>
                  <a:pt x="1591056" y="179844"/>
                </a:lnTo>
                <a:lnTo>
                  <a:pt x="1417320" y="179844"/>
                </a:lnTo>
                <a:lnTo>
                  <a:pt x="1432560" y="195084"/>
                </a:lnTo>
                <a:lnTo>
                  <a:pt x="1442618" y="193078"/>
                </a:lnTo>
                <a:lnTo>
                  <a:pt x="1452372" y="191655"/>
                </a:lnTo>
                <a:lnTo>
                  <a:pt x="1462138" y="190792"/>
                </a:lnTo>
                <a:lnTo>
                  <a:pt x="1472184" y="190512"/>
                </a:lnTo>
                <a:lnTo>
                  <a:pt x="1647444" y="190512"/>
                </a:lnTo>
                <a:close/>
              </a:path>
              <a:path w="2766059" h="448310">
                <a:moveTo>
                  <a:pt x="1653540" y="259092"/>
                </a:moveTo>
                <a:lnTo>
                  <a:pt x="1647444" y="252996"/>
                </a:lnTo>
                <a:lnTo>
                  <a:pt x="1629156" y="234708"/>
                </a:lnTo>
                <a:lnTo>
                  <a:pt x="1615440" y="249682"/>
                </a:lnTo>
                <a:lnTo>
                  <a:pt x="1615440" y="263664"/>
                </a:lnTo>
                <a:lnTo>
                  <a:pt x="1615440" y="361200"/>
                </a:lnTo>
                <a:lnTo>
                  <a:pt x="1449324" y="361200"/>
                </a:lnTo>
                <a:lnTo>
                  <a:pt x="1449324" y="263664"/>
                </a:lnTo>
                <a:lnTo>
                  <a:pt x="1615440" y="263664"/>
                </a:lnTo>
                <a:lnTo>
                  <a:pt x="1615440" y="249682"/>
                </a:lnTo>
                <a:lnTo>
                  <a:pt x="1612392" y="252996"/>
                </a:lnTo>
                <a:lnTo>
                  <a:pt x="1449324" y="252996"/>
                </a:lnTo>
                <a:lnTo>
                  <a:pt x="1423416" y="239280"/>
                </a:lnTo>
                <a:lnTo>
                  <a:pt x="1423657" y="259829"/>
                </a:lnTo>
                <a:lnTo>
                  <a:pt x="1424711" y="300355"/>
                </a:lnTo>
                <a:lnTo>
                  <a:pt x="1424940" y="320052"/>
                </a:lnTo>
                <a:lnTo>
                  <a:pt x="1424711" y="340436"/>
                </a:lnTo>
                <a:lnTo>
                  <a:pt x="1423657" y="382409"/>
                </a:lnTo>
                <a:lnTo>
                  <a:pt x="1423416" y="403872"/>
                </a:lnTo>
                <a:lnTo>
                  <a:pt x="1449324" y="393204"/>
                </a:lnTo>
                <a:lnTo>
                  <a:pt x="1449324" y="370344"/>
                </a:lnTo>
                <a:lnTo>
                  <a:pt x="1615440" y="370344"/>
                </a:lnTo>
                <a:lnTo>
                  <a:pt x="1615440" y="400824"/>
                </a:lnTo>
                <a:lnTo>
                  <a:pt x="1641348" y="390156"/>
                </a:lnTo>
                <a:lnTo>
                  <a:pt x="1641144" y="370344"/>
                </a:lnTo>
                <a:lnTo>
                  <a:pt x="1641119" y="367499"/>
                </a:lnTo>
                <a:lnTo>
                  <a:pt x="1640992" y="361200"/>
                </a:lnTo>
                <a:lnTo>
                  <a:pt x="1640598" y="340639"/>
                </a:lnTo>
                <a:lnTo>
                  <a:pt x="1640065" y="308495"/>
                </a:lnTo>
                <a:lnTo>
                  <a:pt x="1639824" y="271284"/>
                </a:lnTo>
                <a:lnTo>
                  <a:pt x="1648396" y="263664"/>
                </a:lnTo>
                <a:lnTo>
                  <a:pt x="1653540" y="259092"/>
                </a:lnTo>
                <a:close/>
              </a:path>
              <a:path w="2766059" h="448310">
                <a:moveTo>
                  <a:pt x="1737360" y="170700"/>
                </a:moveTo>
                <a:lnTo>
                  <a:pt x="1699387" y="160147"/>
                </a:lnTo>
                <a:lnTo>
                  <a:pt x="1636001" y="131051"/>
                </a:lnTo>
                <a:lnTo>
                  <a:pt x="1589684" y="93370"/>
                </a:lnTo>
                <a:lnTo>
                  <a:pt x="1556435" y="55130"/>
                </a:lnTo>
                <a:lnTo>
                  <a:pt x="1543812" y="36588"/>
                </a:lnTo>
                <a:lnTo>
                  <a:pt x="1560576" y="28968"/>
                </a:lnTo>
                <a:lnTo>
                  <a:pt x="1524000" y="4584"/>
                </a:lnTo>
                <a:lnTo>
                  <a:pt x="1507998" y="39446"/>
                </a:lnTo>
                <a:lnTo>
                  <a:pt x="1469136" y="98882"/>
                </a:lnTo>
                <a:lnTo>
                  <a:pt x="1421117" y="146596"/>
                </a:lnTo>
                <a:lnTo>
                  <a:pt x="1363345" y="187744"/>
                </a:lnTo>
                <a:lnTo>
                  <a:pt x="1330452" y="205752"/>
                </a:lnTo>
                <a:lnTo>
                  <a:pt x="1331976" y="213372"/>
                </a:lnTo>
                <a:lnTo>
                  <a:pt x="1391602" y="187083"/>
                </a:lnTo>
                <a:lnTo>
                  <a:pt x="1443228" y="153936"/>
                </a:lnTo>
                <a:lnTo>
                  <a:pt x="1490472" y="108407"/>
                </a:lnTo>
                <a:lnTo>
                  <a:pt x="1537716" y="45732"/>
                </a:lnTo>
                <a:lnTo>
                  <a:pt x="1545132" y="60540"/>
                </a:lnTo>
                <a:lnTo>
                  <a:pt x="1569656" y="95872"/>
                </a:lnTo>
                <a:lnTo>
                  <a:pt x="1608201" y="137312"/>
                </a:lnTo>
                <a:lnTo>
                  <a:pt x="1665351" y="179692"/>
                </a:lnTo>
                <a:lnTo>
                  <a:pt x="1700784" y="201180"/>
                </a:lnTo>
                <a:lnTo>
                  <a:pt x="1707362" y="192011"/>
                </a:lnTo>
                <a:lnTo>
                  <a:pt x="1715643" y="184988"/>
                </a:lnTo>
                <a:lnTo>
                  <a:pt x="1725650" y="179959"/>
                </a:lnTo>
                <a:lnTo>
                  <a:pt x="1737360" y="176796"/>
                </a:lnTo>
                <a:lnTo>
                  <a:pt x="1737360" y="170700"/>
                </a:lnTo>
                <a:close/>
              </a:path>
              <a:path w="2766059" h="448310">
                <a:moveTo>
                  <a:pt x="2014728" y="367284"/>
                </a:moveTo>
                <a:lnTo>
                  <a:pt x="1912620" y="202692"/>
                </a:lnTo>
                <a:lnTo>
                  <a:pt x="2013204" y="44196"/>
                </a:lnTo>
                <a:lnTo>
                  <a:pt x="1967484" y="44196"/>
                </a:lnTo>
                <a:lnTo>
                  <a:pt x="1888236" y="170688"/>
                </a:lnTo>
                <a:lnTo>
                  <a:pt x="1810512" y="44196"/>
                </a:lnTo>
                <a:lnTo>
                  <a:pt x="1761744" y="44196"/>
                </a:lnTo>
                <a:lnTo>
                  <a:pt x="1862328" y="205740"/>
                </a:lnTo>
                <a:lnTo>
                  <a:pt x="1758696" y="367284"/>
                </a:lnTo>
                <a:lnTo>
                  <a:pt x="1805940" y="367284"/>
                </a:lnTo>
                <a:lnTo>
                  <a:pt x="1885188" y="237744"/>
                </a:lnTo>
                <a:lnTo>
                  <a:pt x="1964436" y="367284"/>
                </a:lnTo>
                <a:lnTo>
                  <a:pt x="2014728" y="367284"/>
                </a:lnTo>
                <a:close/>
              </a:path>
              <a:path w="2766059" h="448310">
                <a:moveTo>
                  <a:pt x="2260104" y="147840"/>
                </a:moveTo>
                <a:lnTo>
                  <a:pt x="2232672" y="118884"/>
                </a:lnTo>
                <a:lnTo>
                  <a:pt x="2212860" y="137172"/>
                </a:lnTo>
                <a:lnTo>
                  <a:pt x="2171712" y="137172"/>
                </a:lnTo>
                <a:lnTo>
                  <a:pt x="2171712" y="59448"/>
                </a:lnTo>
                <a:lnTo>
                  <a:pt x="2171814" y="56375"/>
                </a:lnTo>
                <a:lnTo>
                  <a:pt x="2186800" y="52984"/>
                </a:lnTo>
                <a:lnTo>
                  <a:pt x="2204478" y="49733"/>
                </a:lnTo>
                <a:lnTo>
                  <a:pt x="2224430" y="46748"/>
                </a:lnTo>
                <a:lnTo>
                  <a:pt x="2246388" y="44208"/>
                </a:lnTo>
                <a:lnTo>
                  <a:pt x="2222004" y="12204"/>
                </a:lnTo>
                <a:lnTo>
                  <a:pt x="2174417" y="35128"/>
                </a:lnTo>
                <a:lnTo>
                  <a:pt x="2135873" y="46609"/>
                </a:lnTo>
                <a:lnTo>
                  <a:pt x="2087245" y="56375"/>
                </a:lnTo>
                <a:lnTo>
                  <a:pt x="2058936" y="60972"/>
                </a:lnTo>
                <a:lnTo>
                  <a:pt x="2058936" y="68592"/>
                </a:lnTo>
                <a:lnTo>
                  <a:pt x="2088388" y="66306"/>
                </a:lnTo>
                <a:lnTo>
                  <a:pt x="2112848" y="64020"/>
                </a:lnTo>
                <a:lnTo>
                  <a:pt x="2132444" y="61734"/>
                </a:lnTo>
                <a:lnTo>
                  <a:pt x="2147328" y="59448"/>
                </a:lnTo>
                <a:lnTo>
                  <a:pt x="2147328" y="137172"/>
                </a:lnTo>
                <a:lnTo>
                  <a:pt x="2049792" y="137172"/>
                </a:lnTo>
                <a:lnTo>
                  <a:pt x="2063508" y="152412"/>
                </a:lnTo>
                <a:lnTo>
                  <a:pt x="2080272" y="147840"/>
                </a:lnTo>
                <a:lnTo>
                  <a:pt x="2138184" y="147840"/>
                </a:lnTo>
                <a:lnTo>
                  <a:pt x="2123135" y="190131"/>
                </a:lnTo>
                <a:lnTo>
                  <a:pt x="2100084" y="234708"/>
                </a:lnTo>
                <a:lnTo>
                  <a:pt x="2070747" y="280238"/>
                </a:lnTo>
                <a:lnTo>
                  <a:pt x="2034552" y="324624"/>
                </a:lnTo>
                <a:lnTo>
                  <a:pt x="2037600" y="329196"/>
                </a:lnTo>
                <a:lnTo>
                  <a:pt x="2069795" y="301193"/>
                </a:lnTo>
                <a:lnTo>
                  <a:pt x="2098560" y="269760"/>
                </a:lnTo>
                <a:lnTo>
                  <a:pt x="2124659" y="234137"/>
                </a:lnTo>
                <a:lnTo>
                  <a:pt x="2147328" y="195084"/>
                </a:lnTo>
                <a:lnTo>
                  <a:pt x="2147201" y="302641"/>
                </a:lnTo>
                <a:lnTo>
                  <a:pt x="2147100" y="329196"/>
                </a:lnTo>
                <a:lnTo>
                  <a:pt x="2146681" y="372529"/>
                </a:lnTo>
                <a:lnTo>
                  <a:pt x="2145804" y="405396"/>
                </a:lnTo>
                <a:lnTo>
                  <a:pt x="2173236" y="391680"/>
                </a:lnTo>
                <a:lnTo>
                  <a:pt x="2172347" y="365671"/>
                </a:lnTo>
                <a:lnTo>
                  <a:pt x="2171954" y="329196"/>
                </a:lnTo>
                <a:lnTo>
                  <a:pt x="2171827" y="301193"/>
                </a:lnTo>
                <a:lnTo>
                  <a:pt x="2171712" y="195084"/>
                </a:lnTo>
                <a:lnTo>
                  <a:pt x="2192185" y="212128"/>
                </a:lnTo>
                <a:lnTo>
                  <a:pt x="2208479" y="227088"/>
                </a:lnTo>
                <a:lnTo>
                  <a:pt x="2220353" y="239661"/>
                </a:lnTo>
                <a:lnTo>
                  <a:pt x="2228100" y="249948"/>
                </a:lnTo>
                <a:lnTo>
                  <a:pt x="2232647" y="257543"/>
                </a:lnTo>
                <a:lnTo>
                  <a:pt x="2235720" y="262140"/>
                </a:lnTo>
                <a:lnTo>
                  <a:pt x="2240292" y="262140"/>
                </a:lnTo>
                <a:lnTo>
                  <a:pt x="2241816" y="259092"/>
                </a:lnTo>
                <a:lnTo>
                  <a:pt x="2244864" y="256044"/>
                </a:lnTo>
                <a:lnTo>
                  <a:pt x="2247912" y="251472"/>
                </a:lnTo>
                <a:lnTo>
                  <a:pt x="2247912" y="236232"/>
                </a:lnTo>
                <a:lnTo>
                  <a:pt x="2222957" y="205752"/>
                </a:lnTo>
                <a:lnTo>
                  <a:pt x="2197023" y="195084"/>
                </a:lnTo>
                <a:lnTo>
                  <a:pt x="2171712" y="185940"/>
                </a:lnTo>
                <a:lnTo>
                  <a:pt x="2171712" y="147840"/>
                </a:lnTo>
                <a:lnTo>
                  <a:pt x="2260104" y="147840"/>
                </a:lnTo>
                <a:close/>
              </a:path>
              <a:path w="2766059" h="448310">
                <a:moveTo>
                  <a:pt x="2423172" y="77736"/>
                </a:moveTo>
                <a:lnTo>
                  <a:pt x="2416022" y="70116"/>
                </a:lnTo>
                <a:lnTo>
                  <a:pt x="2400312" y="53352"/>
                </a:lnTo>
                <a:lnTo>
                  <a:pt x="2385072" y="67322"/>
                </a:lnTo>
                <a:lnTo>
                  <a:pt x="2385072" y="80784"/>
                </a:lnTo>
                <a:lnTo>
                  <a:pt x="2385072" y="297192"/>
                </a:lnTo>
                <a:lnTo>
                  <a:pt x="2296680" y="297192"/>
                </a:lnTo>
                <a:lnTo>
                  <a:pt x="2296680" y="80784"/>
                </a:lnTo>
                <a:lnTo>
                  <a:pt x="2385072" y="80784"/>
                </a:lnTo>
                <a:lnTo>
                  <a:pt x="2385072" y="67322"/>
                </a:lnTo>
                <a:lnTo>
                  <a:pt x="2382024" y="70116"/>
                </a:lnTo>
                <a:lnTo>
                  <a:pt x="2296680" y="70116"/>
                </a:lnTo>
                <a:lnTo>
                  <a:pt x="2270772" y="53352"/>
                </a:lnTo>
                <a:lnTo>
                  <a:pt x="2271649" y="83896"/>
                </a:lnTo>
                <a:lnTo>
                  <a:pt x="2272106" y="118313"/>
                </a:lnTo>
                <a:lnTo>
                  <a:pt x="2272271" y="156425"/>
                </a:lnTo>
                <a:lnTo>
                  <a:pt x="2272144" y="270116"/>
                </a:lnTo>
                <a:lnTo>
                  <a:pt x="2272106" y="281952"/>
                </a:lnTo>
                <a:lnTo>
                  <a:pt x="2271649" y="321995"/>
                </a:lnTo>
                <a:lnTo>
                  <a:pt x="2270772" y="361200"/>
                </a:lnTo>
                <a:lnTo>
                  <a:pt x="2296680" y="349008"/>
                </a:lnTo>
                <a:lnTo>
                  <a:pt x="2296680" y="307860"/>
                </a:lnTo>
                <a:lnTo>
                  <a:pt x="2385072" y="307860"/>
                </a:lnTo>
                <a:lnTo>
                  <a:pt x="2385072" y="344436"/>
                </a:lnTo>
                <a:lnTo>
                  <a:pt x="2410980" y="333768"/>
                </a:lnTo>
                <a:lnTo>
                  <a:pt x="2410815" y="307860"/>
                </a:lnTo>
                <a:lnTo>
                  <a:pt x="2410714" y="297192"/>
                </a:lnTo>
                <a:lnTo>
                  <a:pt x="2409990" y="220738"/>
                </a:lnTo>
                <a:lnTo>
                  <a:pt x="2409609" y="159664"/>
                </a:lnTo>
                <a:lnTo>
                  <a:pt x="2409456" y="86880"/>
                </a:lnTo>
                <a:lnTo>
                  <a:pt x="2418600" y="80784"/>
                </a:lnTo>
                <a:lnTo>
                  <a:pt x="2423172" y="77736"/>
                </a:lnTo>
                <a:close/>
              </a:path>
              <a:path w="2766059" h="448310">
                <a:moveTo>
                  <a:pt x="2718828" y="44196"/>
                </a:moveTo>
                <a:lnTo>
                  <a:pt x="2673108" y="44196"/>
                </a:lnTo>
                <a:lnTo>
                  <a:pt x="2589288" y="185928"/>
                </a:lnTo>
                <a:lnTo>
                  <a:pt x="2505468" y="44196"/>
                </a:lnTo>
                <a:lnTo>
                  <a:pt x="2458224" y="44196"/>
                </a:lnTo>
                <a:lnTo>
                  <a:pt x="2566428" y="228600"/>
                </a:lnTo>
                <a:lnTo>
                  <a:pt x="2566428" y="367284"/>
                </a:lnTo>
                <a:lnTo>
                  <a:pt x="2610624" y="367284"/>
                </a:lnTo>
                <a:lnTo>
                  <a:pt x="2610624" y="224028"/>
                </a:lnTo>
                <a:lnTo>
                  <a:pt x="2718828" y="44196"/>
                </a:lnTo>
                <a:close/>
              </a:path>
              <a:path w="2766059" h="448310">
                <a:moveTo>
                  <a:pt x="2766060" y="304800"/>
                </a:moveTo>
                <a:lnTo>
                  <a:pt x="2711196" y="304800"/>
                </a:lnTo>
                <a:lnTo>
                  <a:pt x="2673096" y="448068"/>
                </a:lnTo>
                <a:lnTo>
                  <a:pt x="2705112" y="448068"/>
                </a:lnTo>
                <a:lnTo>
                  <a:pt x="2766060" y="30480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" name="object 67"/>
          <p:cNvSpPr/>
          <p:nvPr/>
        </p:nvSpPr>
        <p:spPr>
          <a:xfrm>
            <a:off x="6871716" y="5250192"/>
            <a:ext cx="1740535" cy="414655"/>
          </a:xfrm>
          <a:custGeom>
            <a:avLst/>
            <a:gdLst/>
            <a:ahLst/>
            <a:cxnLst/>
            <a:rect l="l" t="t" r="r" b="b"/>
            <a:pathLst>
              <a:path w="1740534" h="414654">
                <a:moveTo>
                  <a:pt x="230124" y="275844"/>
                </a:moveTo>
                <a:lnTo>
                  <a:pt x="187756" y="241998"/>
                </a:lnTo>
                <a:lnTo>
                  <a:pt x="169164" y="233172"/>
                </a:lnTo>
                <a:lnTo>
                  <a:pt x="166116" y="239268"/>
                </a:lnTo>
                <a:lnTo>
                  <a:pt x="179565" y="254076"/>
                </a:lnTo>
                <a:lnTo>
                  <a:pt x="190309" y="268605"/>
                </a:lnTo>
                <a:lnTo>
                  <a:pt x="198475" y="282549"/>
                </a:lnTo>
                <a:lnTo>
                  <a:pt x="204216" y="295656"/>
                </a:lnTo>
                <a:lnTo>
                  <a:pt x="207264" y="307848"/>
                </a:lnTo>
                <a:lnTo>
                  <a:pt x="210312" y="313944"/>
                </a:lnTo>
                <a:lnTo>
                  <a:pt x="216408" y="313944"/>
                </a:lnTo>
                <a:lnTo>
                  <a:pt x="219456" y="309372"/>
                </a:lnTo>
                <a:lnTo>
                  <a:pt x="224028" y="303276"/>
                </a:lnTo>
                <a:lnTo>
                  <a:pt x="228600" y="295656"/>
                </a:lnTo>
                <a:lnTo>
                  <a:pt x="230124" y="289560"/>
                </a:lnTo>
                <a:lnTo>
                  <a:pt x="230124" y="275844"/>
                </a:lnTo>
                <a:close/>
              </a:path>
              <a:path w="1740534" h="414654">
                <a:moveTo>
                  <a:pt x="233172" y="170688"/>
                </a:moveTo>
                <a:lnTo>
                  <a:pt x="201739" y="148209"/>
                </a:lnTo>
                <a:lnTo>
                  <a:pt x="172212" y="135636"/>
                </a:lnTo>
                <a:lnTo>
                  <a:pt x="169164" y="141732"/>
                </a:lnTo>
                <a:lnTo>
                  <a:pt x="182854" y="155181"/>
                </a:lnTo>
                <a:lnTo>
                  <a:pt x="194119" y="168211"/>
                </a:lnTo>
                <a:lnTo>
                  <a:pt x="202806" y="180949"/>
                </a:lnTo>
                <a:lnTo>
                  <a:pt x="208788" y="193548"/>
                </a:lnTo>
                <a:lnTo>
                  <a:pt x="213360" y="204216"/>
                </a:lnTo>
                <a:lnTo>
                  <a:pt x="217932" y="208788"/>
                </a:lnTo>
                <a:lnTo>
                  <a:pt x="222504" y="208788"/>
                </a:lnTo>
                <a:lnTo>
                  <a:pt x="224028" y="205740"/>
                </a:lnTo>
                <a:lnTo>
                  <a:pt x="228600" y="198120"/>
                </a:lnTo>
                <a:lnTo>
                  <a:pt x="231648" y="192024"/>
                </a:lnTo>
                <a:lnTo>
                  <a:pt x="233172" y="185928"/>
                </a:lnTo>
                <a:lnTo>
                  <a:pt x="233172" y="170688"/>
                </a:lnTo>
                <a:close/>
              </a:path>
              <a:path w="1740534" h="414654">
                <a:moveTo>
                  <a:pt x="384048" y="68580"/>
                </a:moveTo>
                <a:lnTo>
                  <a:pt x="373380" y="57912"/>
                </a:lnTo>
                <a:lnTo>
                  <a:pt x="347472" y="32004"/>
                </a:lnTo>
                <a:lnTo>
                  <a:pt x="321564" y="57912"/>
                </a:lnTo>
                <a:lnTo>
                  <a:pt x="115824" y="57912"/>
                </a:lnTo>
                <a:lnTo>
                  <a:pt x="119532" y="51282"/>
                </a:lnTo>
                <a:lnTo>
                  <a:pt x="123825" y="44958"/>
                </a:lnTo>
                <a:lnTo>
                  <a:pt x="128676" y="38620"/>
                </a:lnTo>
                <a:lnTo>
                  <a:pt x="134112" y="32004"/>
                </a:lnTo>
                <a:lnTo>
                  <a:pt x="147828" y="24384"/>
                </a:lnTo>
                <a:lnTo>
                  <a:pt x="109728" y="1524"/>
                </a:lnTo>
                <a:lnTo>
                  <a:pt x="92964" y="43815"/>
                </a:lnTo>
                <a:lnTo>
                  <a:pt x="67056" y="88392"/>
                </a:lnTo>
                <a:lnTo>
                  <a:pt x="34861" y="129540"/>
                </a:lnTo>
                <a:lnTo>
                  <a:pt x="1524" y="161544"/>
                </a:lnTo>
                <a:lnTo>
                  <a:pt x="6096" y="167640"/>
                </a:lnTo>
                <a:lnTo>
                  <a:pt x="39052" y="144780"/>
                </a:lnTo>
                <a:lnTo>
                  <a:pt x="75438" y="109296"/>
                </a:lnTo>
                <a:lnTo>
                  <a:pt x="109728" y="68580"/>
                </a:lnTo>
                <a:lnTo>
                  <a:pt x="384048" y="68580"/>
                </a:lnTo>
                <a:close/>
              </a:path>
              <a:path w="1740534" h="414654">
                <a:moveTo>
                  <a:pt x="408432" y="224028"/>
                </a:moveTo>
                <a:lnTo>
                  <a:pt x="374904" y="190500"/>
                </a:lnTo>
                <a:lnTo>
                  <a:pt x="350520" y="214884"/>
                </a:lnTo>
                <a:lnTo>
                  <a:pt x="327660" y="214884"/>
                </a:lnTo>
                <a:lnTo>
                  <a:pt x="330708" y="134112"/>
                </a:lnTo>
                <a:lnTo>
                  <a:pt x="336423" y="129540"/>
                </a:lnTo>
                <a:lnTo>
                  <a:pt x="345948" y="121920"/>
                </a:lnTo>
                <a:lnTo>
                  <a:pt x="342087" y="118872"/>
                </a:lnTo>
                <a:lnTo>
                  <a:pt x="316992" y="99060"/>
                </a:lnTo>
                <a:lnTo>
                  <a:pt x="306324" y="114477"/>
                </a:lnTo>
                <a:lnTo>
                  <a:pt x="306324" y="129540"/>
                </a:lnTo>
                <a:lnTo>
                  <a:pt x="303276" y="214884"/>
                </a:lnTo>
                <a:lnTo>
                  <a:pt x="301752" y="214884"/>
                </a:lnTo>
                <a:lnTo>
                  <a:pt x="301752" y="224028"/>
                </a:lnTo>
                <a:lnTo>
                  <a:pt x="295656" y="321564"/>
                </a:lnTo>
                <a:lnTo>
                  <a:pt x="97536" y="321564"/>
                </a:lnTo>
                <a:lnTo>
                  <a:pt x="109728" y="224028"/>
                </a:lnTo>
                <a:lnTo>
                  <a:pt x="301752" y="224028"/>
                </a:lnTo>
                <a:lnTo>
                  <a:pt x="301752" y="214884"/>
                </a:lnTo>
                <a:lnTo>
                  <a:pt x="111252" y="214884"/>
                </a:lnTo>
                <a:lnTo>
                  <a:pt x="120396" y="129540"/>
                </a:lnTo>
                <a:lnTo>
                  <a:pt x="306324" y="129540"/>
                </a:lnTo>
                <a:lnTo>
                  <a:pt x="306324" y="114477"/>
                </a:lnTo>
                <a:lnTo>
                  <a:pt x="303276" y="118872"/>
                </a:lnTo>
                <a:lnTo>
                  <a:pt x="121920" y="118872"/>
                </a:lnTo>
                <a:lnTo>
                  <a:pt x="97536" y="103632"/>
                </a:lnTo>
                <a:lnTo>
                  <a:pt x="86868" y="214884"/>
                </a:lnTo>
                <a:lnTo>
                  <a:pt x="0" y="214884"/>
                </a:lnTo>
                <a:lnTo>
                  <a:pt x="13716" y="228600"/>
                </a:lnTo>
                <a:lnTo>
                  <a:pt x="39624" y="224028"/>
                </a:lnTo>
                <a:lnTo>
                  <a:pt x="85344" y="224028"/>
                </a:lnTo>
                <a:lnTo>
                  <a:pt x="73152" y="315468"/>
                </a:lnTo>
                <a:lnTo>
                  <a:pt x="59436" y="326136"/>
                </a:lnTo>
                <a:lnTo>
                  <a:pt x="83820" y="347459"/>
                </a:lnTo>
                <a:lnTo>
                  <a:pt x="97536" y="332232"/>
                </a:lnTo>
                <a:lnTo>
                  <a:pt x="294132" y="332232"/>
                </a:lnTo>
                <a:lnTo>
                  <a:pt x="291503" y="352234"/>
                </a:lnTo>
                <a:lnTo>
                  <a:pt x="288036" y="366522"/>
                </a:lnTo>
                <a:lnTo>
                  <a:pt x="283413" y="375094"/>
                </a:lnTo>
                <a:lnTo>
                  <a:pt x="277368" y="377952"/>
                </a:lnTo>
                <a:lnTo>
                  <a:pt x="269405" y="377355"/>
                </a:lnTo>
                <a:lnTo>
                  <a:pt x="257175" y="375475"/>
                </a:lnTo>
                <a:lnTo>
                  <a:pt x="240931" y="372160"/>
                </a:lnTo>
                <a:lnTo>
                  <a:pt x="220980" y="367284"/>
                </a:lnTo>
                <a:lnTo>
                  <a:pt x="220980" y="376428"/>
                </a:lnTo>
                <a:lnTo>
                  <a:pt x="241833" y="384949"/>
                </a:lnTo>
                <a:lnTo>
                  <a:pt x="256413" y="394335"/>
                </a:lnTo>
                <a:lnTo>
                  <a:pt x="264693" y="404279"/>
                </a:lnTo>
                <a:lnTo>
                  <a:pt x="266700" y="414528"/>
                </a:lnTo>
                <a:lnTo>
                  <a:pt x="281266" y="410286"/>
                </a:lnTo>
                <a:lnTo>
                  <a:pt x="312102" y="379806"/>
                </a:lnTo>
                <a:lnTo>
                  <a:pt x="312610" y="377952"/>
                </a:lnTo>
                <a:lnTo>
                  <a:pt x="315658" y="366903"/>
                </a:lnTo>
                <a:lnTo>
                  <a:pt x="318338" y="351129"/>
                </a:lnTo>
                <a:lnTo>
                  <a:pt x="320040" y="332232"/>
                </a:lnTo>
                <a:lnTo>
                  <a:pt x="400812" y="332232"/>
                </a:lnTo>
                <a:lnTo>
                  <a:pt x="390144" y="321564"/>
                </a:lnTo>
                <a:lnTo>
                  <a:pt x="365760" y="297180"/>
                </a:lnTo>
                <a:lnTo>
                  <a:pt x="341376" y="321564"/>
                </a:lnTo>
                <a:lnTo>
                  <a:pt x="321564" y="321564"/>
                </a:lnTo>
                <a:lnTo>
                  <a:pt x="327660" y="224028"/>
                </a:lnTo>
                <a:lnTo>
                  <a:pt x="408432" y="224028"/>
                </a:lnTo>
                <a:close/>
              </a:path>
              <a:path w="1740534" h="414654">
                <a:moveTo>
                  <a:pt x="606539" y="306324"/>
                </a:moveTo>
                <a:lnTo>
                  <a:pt x="574535" y="278892"/>
                </a:lnTo>
                <a:lnTo>
                  <a:pt x="556018" y="308622"/>
                </a:lnTo>
                <a:lnTo>
                  <a:pt x="530339" y="338518"/>
                </a:lnTo>
                <a:lnTo>
                  <a:pt x="497814" y="368681"/>
                </a:lnTo>
                <a:lnTo>
                  <a:pt x="458711" y="399288"/>
                </a:lnTo>
                <a:lnTo>
                  <a:pt x="464807" y="403860"/>
                </a:lnTo>
                <a:lnTo>
                  <a:pt x="516432" y="373189"/>
                </a:lnTo>
                <a:lnTo>
                  <a:pt x="557771" y="341376"/>
                </a:lnTo>
                <a:lnTo>
                  <a:pt x="574395" y="326466"/>
                </a:lnTo>
                <a:lnTo>
                  <a:pt x="587870" y="315849"/>
                </a:lnTo>
                <a:lnTo>
                  <a:pt x="598500" y="309219"/>
                </a:lnTo>
                <a:lnTo>
                  <a:pt x="606539" y="306324"/>
                </a:lnTo>
                <a:close/>
              </a:path>
              <a:path w="1740534" h="414654">
                <a:moveTo>
                  <a:pt x="800087" y="266700"/>
                </a:moveTo>
                <a:lnTo>
                  <a:pt x="766559" y="233172"/>
                </a:lnTo>
                <a:lnTo>
                  <a:pt x="743699" y="256032"/>
                </a:lnTo>
                <a:lnTo>
                  <a:pt x="669023" y="256032"/>
                </a:lnTo>
                <a:lnTo>
                  <a:pt x="669023" y="222504"/>
                </a:lnTo>
                <a:lnTo>
                  <a:pt x="687311" y="210312"/>
                </a:lnTo>
                <a:lnTo>
                  <a:pt x="641591" y="187452"/>
                </a:lnTo>
                <a:lnTo>
                  <a:pt x="642454" y="205740"/>
                </a:lnTo>
                <a:lnTo>
                  <a:pt x="642886" y="222504"/>
                </a:lnTo>
                <a:lnTo>
                  <a:pt x="643013" y="231648"/>
                </a:lnTo>
                <a:lnTo>
                  <a:pt x="643115" y="256032"/>
                </a:lnTo>
                <a:lnTo>
                  <a:pt x="504431" y="256032"/>
                </a:lnTo>
                <a:lnTo>
                  <a:pt x="519671" y="271272"/>
                </a:lnTo>
                <a:lnTo>
                  <a:pt x="529983" y="269265"/>
                </a:lnTo>
                <a:lnTo>
                  <a:pt x="540435" y="267843"/>
                </a:lnTo>
                <a:lnTo>
                  <a:pt x="551180" y="266979"/>
                </a:lnTo>
                <a:lnTo>
                  <a:pt x="562343" y="266700"/>
                </a:lnTo>
                <a:lnTo>
                  <a:pt x="643115" y="266700"/>
                </a:lnTo>
                <a:lnTo>
                  <a:pt x="643115" y="365760"/>
                </a:lnTo>
                <a:lnTo>
                  <a:pt x="640067" y="371856"/>
                </a:lnTo>
                <a:lnTo>
                  <a:pt x="632447" y="371856"/>
                </a:lnTo>
                <a:lnTo>
                  <a:pt x="625360" y="372402"/>
                </a:lnTo>
                <a:lnTo>
                  <a:pt x="613397" y="371665"/>
                </a:lnTo>
                <a:lnTo>
                  <a:pt x="596874" y="369493"/>
                </a:lnTo>
                <a:lnTo>
                  <a:pt x="576059" y="365760"/>
                </a:lnTo>
                <a:lnTo>
                  <a:pt x="576059" y="374904"/>
                </a:lnTo>
                <a:lnTo>
                  <a:pt x="599186" y="382371"/>
                </a:lnTo>
                <a:lnTo>
                  <a:pt x="615873" y="391287"/>
                </a:lnTo>
                <a:lnTo>
                  <a:pt x="625995" y="401904"/>
                </a:lnTo>
                <a:lnTo>
                  <a:pt x="629399" y="414528"/>
                </a:lnTo>
                <a:lnTo>
                  <a:pt x="647166" y="406539"/>
                </a:lnTo>
                <a:lnTo>
                  <a:pt x="659498" y="396430"/>
                </a:lnTo>
                <a:lnTo>
                  <a:pt x="666699" y="384302"/>
                </a:lnTo>
                <a:lnTo>
                  <a:pt x="668680" y="372402"/>
                </a:lnTo>
                <a:lnTo>
                  <a:pt x="669023" y="370332"/>
                </a:lnTo>
                <a:lnTo>
                  <a:pt x="669023" y="266700"/>
                </a:lnTo>
                <a:lnTo>
                  <a:pt x="800087" y="266700"/>
                </a:lnTo>
                <a:close/>
              </a:path>
              <a:path w="1740534" h="414654">
                <a:moveTo>
                  <a:pt x="812279" y="376428"/>
                </a:moveTo>
                <a:lnTo>
                  <a:pt x="787184" y="335851"/>
                </a:lnTo>
                <a:lnTo>
                  <a:pt x="738136" y="308419"/>
                </a:lnTo>
                <a:lnTo>
                  <a:pt x="701027" y="289560"/>
                </a:lnTo>
                <a:lnTo>
                  <a:pt x="697979" y="294132"/>
                </a:lnTo>
                <a:lnTo>
                  <a:pt x="727176" y="319252"/>
                </a:lnTo>
                <a:lnTo>
                  <a:pt x="750938" y="341947"/>
                </a:lnTo>
                <a:lnTo>
                  <a:pt x="769569" y="362064"/>
                </a:lnTo>
                <a:lnTo>
                  <a:pt x="783323" y="379476"/>
                </a:lnTo>
                <a:lnTo>
                  <a:pt x="789609" y="389470"/>
                </a:lnTo>
                <a:lnTo>
                  <a:pt x="794753" y="396621"/>
                </a:lnTo>
                <a:lnTo>
                  <a:pt x="798753" y="400900"/>
                </a:lnTo>
                <a:lnTo>
                  <a:pt x="801611" y="402336"/>
                </a:lnTo>
                <a:lnTo>
                  <a:pt x="804659" y="402336"/>
                </a:lnTo>
                <a:lnTo>
                  <a:pt x="806183" y="397764"/>
                </a:lnTo>
                <a:lnTo>
                  <a:pt x="809231" y="390144"/>
                </a:lnTo>
                <a:lnTo>
                  <a:pt x="810755" y="382524"/>
                </a:lnTo>
                <a:lnTo>
                  <a:pt x="812279" y="376428"/>
                </a:lnTo>
                <a:close/>
              </a:path>
              <a:path w="1740534" h="414654">
                <a:moveTo>
                  <a:pt x="853427" y="198120"/>
                </a:moveTo>
                <a:lnTo>
                  <a:pt x="801992" y="197281"/>
                </a:lnTo>
                <a:lnTo>
                  <a:pt x="755129" y="190309"/>
                </a:lnTo>
                <a:lnTo>
                  <a:pt x="712838" y="177330"/>
                </a:lnTo>
                <a:lnTo>
                  <a:pt x="702589" y="172212"/>
                </a:lnTo>
                <a:lnTo>
                  <a:pt x="675119" y="158496"/>
                </a:lnTo>
                <a:lnTo>
                  <a:pt x="719315" y="116967"/>
                </a:lnTo>
                <a:lnTo>
                  <a:pt x="754367" y="68580"/>
                </a:lnTo>
                <a:lnTo>
                  <a:pt x="775703" y="57912"/>
                </a:lnTo>
                <a:lnTo>
                  <a:pt x="763435" y="47244"/>
                </a:lnTo>
                <a:lnTo>
                  <a:pt x="740651" y="27432"/>
                </a:lnTo>
                <a:lnTo>
                  <a:pt x="723887" y="47244"/>
                </a:lnTo>
                <a:lnTo>
                  <a:pt x="723887" y="57912"/>
                </a:lnTo>
                <a:lnTo>
                  <a:pt x="710171" y="81318"/>
                </a:lnTo>
                <a:lnTo>
                  <a:pt x="694169" y="103441"/>
                </a:lnTo>
                <a:lnTo>
                  <a:pt x="675881" y="124129"/>
                </a:lnTo>
                <a:lnTo>
                  <a:pt x="655307" y="143256"/>
                </a:lnTo>
                <a:lnTo>
                  <a:pt x="636409" y="127825"/>
                </a:lnTo>
                <a:lnTo>
                  <a:pt x="618350" y="108966"/>
                </a:lnTo>
                <a:lnTo>
                  <a:pt x="600875" y="86677"/>
                </a:lnTo>
                <a:lnTo>
                  <a:pt x="588784" y="68580"/>
                </a:lnTo>
                <a:lnTo>
                  <a:pt x="583679" y="60960"/>
                </a:lnTo>
                <a:lnTo>
                  <a:pt x="588251" y="57912"/>
                </a:lnTo>
                <a:lnTo>
                  <a:pt x="723887" y="57912"/>
                </a:lnTo>
                <a:lnTo>
                  <a:pt x="723887" y="47244"/>
                </a:lnTo>
                <a:lnTo>
                  <a:pt x="592823" y="47244"/>
                </a:lnTo>
                <a:lnTo>
                  <a:pt x="599681" y="38074"/>
                </a:lnTo>
                <a:lnTo>
                  <a:pt x="606539" y="31051"/>
                </a:lnTo>
                <a:lnTo>
                  <a:pt x="613397" y="26022"/>
                </a:lnTo>
                <a:lnTo>
                  <a:pt x="620255" y="22860"/>
                </a:lnTo>
                <a:lnTo>
                  <a:pt x="582155" y="0"/>
                </a:lnTo>
                <a:lnTo>
                  <a:pt x="558368" y="55499"/>
                </a:lnTo>
                <a:lnTo>
                  <a:pt x="527481" y="103251"/>
                </a:lnTo>
                <a:lnTo>
                  <a:pt x="490905" y="144399"/>
                </a:lnTo>
                <a:lnTo>
                  <a:pt x="470903" y="161544"/>
                </a:lnTo>
                <a:lnTo>
                  <a:pt x="476999" y="167640"/>
                </a:lnTo>
                <a:lnTo>
                  <a:pt x="506679" y="145084"/>
                </a:lnTo>
                <a:lnTo>
                  <a:pt x="533768" y="120967"/>
                </a:lnTo>
                <a:lnTo>
                  <a:pt x="558012" y="95415"/>
                </a:lnTo>
                <a:lnTo>
                  <a:pt x="579107" y="68580"/>
                </a:lnTo>
                <a:lnTo>
                  <a:pt x="592251" y="93726"/>
                </a:lnTo>
                <a:lnTo>
                  <a:pt x="606539" y="116586"/>
                </a:lnTo>
                <a:lnTo>
                  <a:pt x="621969" y="137160"/>
                </a:lnTo>
                <a:lnTo>
                  <a:pt x="638543" y="155448"/>
                </a:lnTo>
                <a:lnTo>
                  <a:pt x="600214" y="178015"/>
                </a:lnTo>
                <a:lnTo>
                  <a:pt x="555866" y="197739"/>
                </a:lnTo>
                <a:lnTo>
                  <a:pt x="505244" y="214591"/>
                </a:lnTo>
                <a:lnTo>
                  <a:pt x="448043" y="228600"/>
                </a:lnTo>
                <a:lnTo>
                  <a:pt x="452615" y="234696"/>
                </a:lnTo>
                <a:lnTo>
                  <a:pt x="514057" y="223850"/>
                </a:lnTo>
                <a:lnTo>
                  <a:pt x="568058" y="209740"/>
                </a:lnTo>
                <a:lnTo>
                  <a:pt x="614641" y="192468"/>
                </a:lnTo>
                <a:lnTo>
                  <a:pt x="653783" y="172212"/>
                </a:lnTo>
                <a:lnTo>
                  <a:pt x="685457" y="193929"/>
                </a:lnTo>
                <a:lnTo>
                  <a:pt x="723125" y="211074"/>
                </a:lnTo>
                <a:lnTo>
                  <a:pt x="766521" y="223647"/>
                </a:lnTo>
                <a:lnTo>
                  <a:pt x="815327" y="231648"/>
                </a:lnTo>
                <a:lnTo>
                  <a:pt x="819353" y="223088"/>
                </a:lnTo>
                <a:lnTo>
                  <a:pt x="826947" y="215836"/>
                </a:lnTo>
                <a:lnTo>
                  <a:pt x="838263" y="209994"/>
                </a:lnTo>
                <a:lnTo>
                  <a:pt x="853427" y="205740"/>
                </a:lnTo>
                <a:lnTo>
                  <a:pt x="853427" y="198120"/>
                </a:lnTo>
                <a:close/>
              </a:path>
              <a:path w="1740534" h="414654">
                <a:moveTo>
                  <a:pt x="1002779" y="73139"/>
                </a:moveTo>
                <a:lnTo>
                  <a:pt x="971918" y="34086"/>
                </a:lnTo>
                <a:lnTo>
                  <a:pt x="943343" y="18275"/>
                </a:lnTo>
                <a:lnTo>
                  <a:pt x="940295" y="22847"/>
                </a:lnTo>
                <a:lnTo>
                  <a:pt x="951750" y="35661"/>
                </a:lnTo>
                <a:lnTo>
                  <a:pt x="961059" y="48755"/>
                </a:lnTo>
                <a:lnTo>
                  <a:pt x="968375" y="61861"/>
                </a:lnTo>
                <a:lnTo>
                  <a:pt x="973823" y="74663"/>
                </a:lnTo>
                <a:lnTo>
                  <a:pt x="976871" y="88379"/>
                </a:lnTo>
                <a:lnTo>
                  <a:pt x="981443" y="95999"/>
                </a:lnTo>
                <a:lnTo>
                  <a:pt x="987539" y="95999"/>
                </a:lnTo>
                <a:lnTo>
                  <a:pt x="992111" y="94475"/>
                </a:lnTo>
                <a:lnTo>
                  <a:pt x="1001255" y="85331"/>
                </a:lnTo>
                <a:lnTo>
                  <a:pt x="1002779" y="79235"/>
                </a:lnTo>
                <a:lnTo>
                  <a:pt x="1002779" y="73139"/>
                </a:lnTo>
                <a:close/>
              </a:path>
              <a:path w="1740534" h="414654">
                <a:moveTo>
                  <a:pt x="1271003" y="115811"/>
                </a:moveTo>
                <a:lnTo>
                  <a:pt x="1246619" y="91427"/>
                </a:lnTo>
                <a:lnTo>
                  <a:pt x="1229855" y="108191"/>
                </a:lnTo>
                <a:lnTo>
                  <a:pt x="1147559" y="108191"/>
                </a:lnTo>
                <a:lnTo>
                  <a:pt x="1149654" y="65138"/>
                </a:lnTo>
                <a:lnTo>
                  <a:pt x="1150353" y="47764"/>
                </a:lnTo>
                <a:lnTo>
                  <a:pt x="1150607" y="33515"/>
                </a:lnTo>
                <a:lnTo>
                  <a:pt x="1164323" y="21323"/>
                </a:lnTo>
                <a:lnTo>
                  <a:pt x="1123175" y="3035"/>
                </a:lnTo>
                <a:lnTo>
                  <a:pt x="1123950" y="21323"/>
                </a:lnTo>
                <a:lnTo>
                  <a:pt x="1124077" y="26263"/>
                </a:lnTo>
                <a:lnTo>
                  <a:pt x="1124254" y="41643"/>
                </a:lnTo>
                <a:lnTo>
                  <a:pt x="1124153" y="65138"/>
                </a:lnTo>
                <a:lnTo>
                  <a:pt x="1124038" y="75907"/>
                </a:lnTo>
                <a:lnTo>
                  <a:pt x="1123175" y="108191"/>
                </a:lnTo>
                <a:lnTo>
                  <a:pt x="1019543" y="108191"/>
                </a:lnTo>
                <a:lnTo>
                  <a:pt x="1034783" y="123431"/>
                </a:lnTo>
                <a:lnTo>
                  <a:pt x="1044219" y="121437"/>
                </a:lnTo>
                <a:lnTo>
                  <a:pt x="1054214" y="120002"/>
                </a:lnTo>
                <a:lnTo>
                  <a:pt x="1064793" y="119151"/>
                </a:lnTo>
                <a:lnTo>
                  <a:pt x="1075931" y="118859"/>
                </a:lnTo>
                <a:lnTo>
                  <a:pt x="1123175" y="118859"/>
                </a:lnTo>
                <a:lnTo>
                  <a:pt x="1115288" y="169697"/>
                </a:lnTo>
                <a:lnTo>
                  <a:pt x="1100670" y="216065"/>
                </a:lnTo>
                <a:lnTo>
                  <a:pt x="1079182" y="257886"/>
                </a:lnTo>
                <a:lnTo>
                  <a:pt x="1050658" y="295109"/>
                </a:lnTo>
                <a:lnTo>
                  <a:pt x="1014971" y="327647"/>
                </a:lnTo>
                <a:lnTo>
                  <a:pt x="1019543" y="332219"/>
                </a:lnTo>
                <a:lnTo>
                  <a:pt x="1061974" y="301840"/>
                </a:lnTo>
                <a:lnTo>
                  <a:pt x="1095997" y="265468"/>
                </a:lnTo>
                <a:lnTo>
                  <a:pt x="1121600" y="222935"/>
                </a:lnTo>
                <a:lnTo>
                  <a:pt x="1138783" y="174117"/>
                </a:lnTo>
                <a:lnTo>
                  <a:pt x="1147559" y="118859"/>
                </a:lnTo>
                <a:lnTo>
                  <a:pt x="1232903" y="118859"/>
                </a:lnTo>
                <a:lnTo>
                  <a:pt x="1227239" y="179971"/>
                </a:lnTo>
                <a:lnTo>
                  <a:pt x="1221854" y="228206"/>
                </a:lnTo>
                <a:lnTo>
                  <a:pt x="1213091" y="284975"/>
                </a:lnTo>
                <a:lnTo>
                  <a:pt x="1186764" y="317030"/>
                </a:lnTo>
                <a:lnTo>
                  <a:pt x="1173848" y="315074"/>
                </a:lnTo>
                <a:lnTo>
                  <a:pt x="1155801" y="311416"/>
                </a:lnTo>
                <a:lnTo>
                  <a:pt x="1132319" y="306311"/>
                </a:lnTo>
                <a:lnTo>
                  <a:pt x="1130795" y="313931"/>
                </a:lnTo>
                <a:lnTo>
                  <a:pt x="1149400" y="321411"/>
                </a:lnTo>
                <a:lnTo>
                  <a:pt x="1164132" y="330314"/>
                </a:lnTo>
                <a:lnTo>
                  <a:pt x="1175169" y="340944"/>
                </a:lnTo>
                <a:lnTo>
                  <a:pt x="1182611" y="353555"/>
                </a:lnTo>
                <a:lnTo>
                  <a:pt x="1194574" y="349554"/>
                </a:lnTo>
                <a:lnTo>
                  <a:pt x="1227023" y="321271"/>
                </a:lnTo>
                <a:lnTo>
                  <a:pt x="1240523" y="275831"/>
                </a:lnTo>
                <a:lnTo>
                  <a:pt x="1248524" y="218490"/>
                </a:lnTo>
                <a:lnTo>
                  <a:pt x="1253388" y="177469"/>
                </a:lnTo>
                <a:lnTo>
                  <a:pt x="1258811" y="128003"/>
                </a:lnTo>
                <a:lnTo>
                  <a:pt x="1267955" y="118859"/>
                </a:lnTo>
                <a:lnTo>
                  <a:pt x="1271003" y="115811"/>
                </a:lnTo>
                <a:close/>
              </a:path>
              <a:path w="1740534" h="414654">
                <a:moveTo>
                  <a:pt x="1303007" y="362699"/>
                </a:moveTo>
                <a:lnTo>
                  <a:pt x="1257858" y="364794"/>
                </a:lnTo>
                <a:lnTo>
                  <a:pt x="1235075" y="365493"/>
                </a:lnTo>
                <a:lnTo>
                  <a:pt x="1211567" y="365747"/>
                </a:lnTo>
                <a:lnTo>
                  <a:pt x="1194968" y="366191"/>
                </a:lnTo>
                <a:lnTo>
                  <a:pt x="1109459" y="364223"/>
                </a:lnTo>
                <a:lnTo>
                  <a:pt x="1061453" y="358317"/>
                </a:lnTo>
                <a:lnTo>
                  <a:pt x="1014285" y="336156"/>
                </a:lnTo>
                <a:lnTo>
                  <a:pt x="984491" y="309359"/>
                </a:lnTo>
                <a:lnTo>
                  <a:pt x="984491" y="170675"/>
                </a:lnTo>
                <a:lnTo>
                  <a:pt x="994968" y="163055"/>
                </a:lnTo>
                <a:lnTo>
                  <a:pt x="1001255" y="158483"/>
                </a:lnTo>
                <a:lnTo>
                  <a:pt x="976871" y="134099"/>
                </a:lnTo>
                <a:lnTo>
                  <a:pt x="958583" y="153911"/>
                </a:lnTo>
                <a:lnTo>
                  <a:pt x="888479" y="153911"/>
                </a:lnTo>
                <a:lnTo>
                  <a:pt x="903719" y="169151"/>
                </a:lnTo>
                <a:lnTo>
                  <a:pt x="914031" y="166916"/>
                </a:lnTo>
                <a:lnTo>
                  <a:pt x="924483" y="164960"/>
                </a:lnTo>
                <a:lnTo>
                  <a:pt x="935228" y="163588"/>
                </a:lnTo>
                <a:lnTo>
                  <a:pt x="946391" y="163055"/>
                </a:lnTo>
                <a:lnTo>
                  <a:pt x="961631" y="163055"/>
                </a:lnTo>
                <a:lnTo>
                  <a:pt x="961631" y="309359"/>
                </a:lnTo>
                <a:lnTo>
                  <a:pt x="941044" y="322249"/>
                </a:lnTo>
                <a:lnTo>
                  <a:pt x="922578" y="333552"/>
                </a:lnTo>
                <a:lnTo>
                  <a:pt x="906132" y="343446"/>
                </a:lnTo>
                <a:lnTo>
                  <a:pt x="891527" y="352031"/>
                </a:lnTo>
                <a:lnTo>
                  <a:pt x="915911" y="374891"/>
                </a:lnTo>
                <a:lnTo>
                  <a:pt x="946391" y="336791"/>
                </a:lnTo>
                <a:lnTo>
                  <a:pt x="972299" y="318503"/>
                </a:lnTo>
                <a:lnTo>
                  <a:pt x="976350" y="319938"/>
                </a:lnTo>
                <a:lnTo>
                  <a:pt x="981824" y="324218"/>
                </a:lnTo>
                <a:lnTo>
                  <a:pt x="989025" y="331368"/>
                </a:lnTo>
                <a:lnTo>
                  <a:pt x="998207" y="341363"/>
                </a:lnTo>
                <a:lnTo>
                  <a:pt x="1008456" y="352209"/>
                </a:lnTo>
                <a:lnTo>
                  <a:pt x="1050023" y="376415"/>
                </a:lnTo>
                <a:lnTo>
                  <a:pt x="1087932" y="387083"/>
                </a:lnTo>
                <a:lnTo>
                  <a:pt x="1133843" y="393179"/>
                </a:lnTo>
                <a:lnTo>
                  <a:pt x="1267955" y="394703"/>
                </a:lnTo>
                <a:lnTo>
                  <a:pt x="1270012" y="387019"/>
                </a:lnTo>
                <a:lnTo>
                  <a:pt x="1276337" y="380034"/>
                </a:lnTo>
                <a:lnTo>
                  <a:pt x="1287246" y="373926"/>
                </a:lnTo>
                <a:lnTo>
                  <a:pt x="1303007" y="368795"/>
                </a:lnTo>
                <a:lnTo>
                  <a:pt x="1303007" y="366369"/>
                </a:lnTo>
                <a:lnTo>
                  <a:pt x="1303007" y="362699"/>
                </a:lnTo>
                <a:close/>
              </a:path>
              <a:path w="1740534" h="414654">
                <a:moveTo>
                  <a:pt x="1740408" y="85344"/>
                </a:moveTo>
                <a:lnTo>
                  <a:pt x="1700784" y="45720"/>
                </a:lnTo>
                <a:lnTo>
                  <a:pt x="1670291" y="74676"/>
                </a:lnTo>
                <a:lnTo>
                  <a:pt x="1522476" y="74676"/>
                </a:lnTo>
                <a:lnTo>
                  <a:pt x="1527302" y="66332"/>
                </a:lnTo>
                <a:lnTo>
                  <a:pt x="1532572" y="57150"/>
                </a:lnTo>
                <a:lnTo>
                  <a:pt x="1538109" y="46812"/>
                </a:lnTo>
                <a:lnTo>
                  <a:pt x="1543812" y="35052"/>
                </a:lnTo>
                <a:lnTo>
                  <a:pt x="1560576" y="27432"/>
                </a:lnTo>
                <a:lnTo>
                  <a:pt x="1517904" y="3048"/>
                </a:lnTo>
                <a:lnTo>
                  <a:pt x="1514513" y="18516"/>
                </a:lnTo>
                <a:lnTo>
                  <a:pt x="1509141" y="35433"/>
                </a:lnTo>
                <a:lnTo>
                  <a:pt x="1502041" y="54051"/>
                </a:lnTo>
                <a:lnTo>
                  <a:pt x="1493520" y="74676"/>
                </a:lnTo>
                <a:lnTo>
                  <a:pt x="1336535" y="74676"/>
                </a:lnTo>
                <a:lnTo>
                  <a:pt x="1351775" y="91440"/>
                </a:lnTo>
                <a:lnTo>
                  <a:pt x="1362087" y="88557"/>
                </a:lnTo>
                <a:lnTo>
                  <a:pt x="1372539" y="86677"/>
                </a:lnTo>
                <a:lnTo>
                  <a:pt x="1383284" y="85648"/>
                </a:lnTo>
                <a:lnTo>
                  <a:pt x="1394447" y="85344"/>
                </a:lnTo>
                <a:lnTo>
                  <a:pt x="1490472" y="85344"/>
                </a:lnTo>
                <a:lnTo>
                  <a:pt x="1455978" y="142875"/>
                </a:lnTo>
                <a:lnTo>
                  <a:pt x="1420355" y="188976"/>
                </a:lnTo>
                <a:lnTo>
                  <a:pt x="1381874" y="229171"/>
                </a:lnTo>
                <a:lnTo>
                  <a:pt x="1336535" y="268224"/>
                </a:lnTo>
                <a:lnTo>
                  <a:pt x="1342631" y="272796"/>
                </a:lnTo>
                <a:lnTo>
                  <a:pt x="1370634" y="254508"/>
                </a:lnTo>
                <a:lnTo>
                  <a:pt x="1397495" y="233934"/>
                </a:lnTo>
                <a:lnTo>
                  <a:pt x="1423212" y="211074"/>
                </a:lnTo>
                <a:lnTo>
                  <a:pt x="1447787" y="185928"/>
                </a:lnTo>
                <a:lnTo>
                  <a:pt x="1447711" y="297180"/>
                </a:lnTo>
                <a:lnTo>
                  <a:pt x="1447596" y="341185"/>
                </a:lnTo>
                <a:lnTo>
                  <a:pt x="1447152" y="387591"/>
                </a:lnTo>
                <a:lnTo>
                  <a:pt x="1446263" y="413004"/>
                </a:lnTo>
                <a:lnTo>
                  <a:pt x="1472184" y="396240"/>
                </a:lnTo>
                <a:lnTo>
                  <a:pt x="1472184" y="297180"/>
                </a:lnTo>
                <a:lnTo>
                  <a:pt x="1632191" y="297180"/>
                </a:lnTo>
                <a:lnTo>
                  <a:pt x="1632191" y="368808"/>
                </a:lnTo>
                <a:lnTo>
                  <a:pt x="1627632" y="374904"/>
                </a:lnTo>
                <a:lnTo>
                  <a:pt x="1616964" y="374904"/>
                </a:lnTo>
                <a:lnTo>
                  <a:pt x="1608099" y="374370"/>
                </a:lnTo>
                <a:lnTo>
                  <a:pt x="1597533" y="372999"/>
                </a:lnTo>
                <a:lnTo>
                  <a:pt x="1571244" y="368808"/>
                </a:lnTo>
                <a:lnTo>
                  <a:pt x="1571244" y="377952"/>
                </a:lnTo>
                <a:lnTo>
                  <a:pt x="1592973" y="385356"/>
                </a:lnTo>
                <a:lnTo>
                  <a:pt x="1608010" y="393763"/>
                </a:lnTo>
                <a:lnTo>
                  <a:pt x="1616456" y="403021"/>
                </a:lnTo>
                <a:lnTo>
                  <a:pt x="1618488" y="413004"/>
                </a:lnTo>
                <a:lnTo>
                  <a:pt x="1635366" y="405041"/>
                </a:lnTo>
                <a:lnTo>
                  <a:pt x="1647253" y="395097"/>
                </a:lnTo>
                <a:lnTo>
                  <a:pt x="1654276" y="383425"/>
                </a:lnTo>
                <a:lnTo>
                  <a:pt x="1655775" y="374904"/>
                </a:lnTo>
                <a:lnTo>
                  <a:pt x="1656588" y="370332"/>
                </a:lnTo>
                <a:lnTo>
                  <a:pt x="1656588" y="166116"/>
                </a:lnTo>
                <a:lnTo>
                  <a:pt x="1666113" y="158496"/>
                </a:lnTo>
                <a:lnTo>
                  <a:pt x="1671815" y="153924"/>
                </a:lnTo>
                <a:lnTo>
                  <a:pt x="1664093" y="147828"/>
                </a:lnTo>
                <a:lnTo>
                  <a:pt x="1642872" y="131064"/>
                </a:lnTo>
                <a:lnTo>
                  <a:pt x="1632191" y="144119"/>
                </a:lnTo>
                <a:lnTo>
                  <a:pt x="1632191" y="158496"/>
                </a:lnTo>
                <a:lnTo>
                  <a:pt x="1632191" y="219456"/>
                </a:lnTo>
                <a:lnTo>
                  <a:pt x="1632191" y="230124"/>
                </a:lnTo>
                <a:lnTo>
                  <a:pt x="1632191" y="286512"/>
                </a:lnTo>
                <a:lnTo>
                  <a:pt x="1472184" y="286512"/>
                </a:lnTo>
                <a:lnTo>
                  <a:pt x="1472184" y="230124"/>
                </a:lnTo>
                <a:lnTo>
                  <a:pt x="1632191" y="230124"/>
                </a:lnTo>
                <a:lnTo>
                  <a:pt x="1632191" y="219456"/>
                </a:lnTo>
                <a:lnTo>
                  <a:pt x="1472184" y="219456"/>
                </a:lnTo>
                <a:lnTo>
                  <a:pt x="1472184" y="185928"/>
                </a:lnTo>
                <a:lnTo>
                  <a:pt x="1472184" y="158496"/>
                </a:lnTo>
                <a:lnTo>
                  <a:pt x="1632191" y="158496"/>
                </a:lnTo>
                <a:lnTo>
                  <a:pt x="1632191" y="144119"/>
                </a:lnTo>
                <a:lnTo>
                  <a:pt x="1629156" y="147828"/>
                </a:lnTo>
                <a:lnTo>
                  <a:pt x="1479804" y="147828"/>
                </a:lnTo>
                <a:lnTo>
                  <a:pt x="1490065" y="133553"/>
                </a:lnTo>
                <a:lnTo>
                  <a:pt x="1500187" y="118300"/>
                </a:lnTo>
                <a:lnTo>
                  <a:pt x="1510017" y="102171"/>
                </a:lnTo>
                <a:lnTo>
                  <a:pt x="1519428" y="85344"/>
                </a:lnTo>
                <a:lnTo>
                  <a:pt x="1740408" y="8534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" name="object 68"/>
          <p:cNvSpPr/>
          <p:nvPr/>
        </p:nvSpPr>
        <p:spPr>
          <a:xfrm>
            <a:off x="8657844" y="5251703"/>
            <a:ext cx="1289685" cy="413384"/>
          </a:xfrm>
          <a:custGeom>
            <a:avLst/>
            <a:gdLst/>
            <a:ahLst/>
            <a:cxnLst/>
            <a:rect l="l" t="t" r="r" b="b"/>
            <a:pathLst>
              <a:path w="1289684" h="413385">
                <a:moveTo>
                  <a:pt x="397764" y="193548"/>
                </a:moveTo>
                <a:lnTo>
                  <a:pt x="359664" y="155448"/>
                </a:lnTo>
                <a:lnTo>
                  <a:pt x="324612" y="182880"/>
                </a:lnTo>
                <a:lnTo>
                  <a:pt x="0" y="182880"/>
                </a:lnTo>
                <a:lnTo>
                  <a:pt x="16764" y="198120"/>
                </a:lnTo>
                <a:lnTo>
                  <a:pt x="26492" y="196126"/>
                </a:lnTo>
                <a:lnTo>
                  <a:pt x="37528" y="194691"/>
                </a:lnTo>
                <a:lnTo>
                  <a:pt x="49974" y="193840"/>
                </a:lnTo>
                <a:lnTo>
                  <a:pt x="64008" y="193548"/>
                </a:lnTo>
                <a:lnTo>
                  <a:pt x="397764" y="193548"/>
                </a:lnTo>
                <a:close/>
              </a:path>
              <a:path w="1289684" h="413385">
                <a:moveTo>
                  <a:pt x="670560" y="147828"/>
                </a:moveTo>
                <a:lnTo>
                  <a:pt x="627888" y="126492"/>
                </a:lnTo>
                <a:lnTo>
                  <a:pt x="628777" y="147828"/>
                </a:lnTo>
                <a:lnTo>
                  <a:pt x="629221" y="167449"/>
                </a:lnTo>
                <a:lnTo>
                  <a:pt x="629348" y="180403"/>
                </a:lnTo>
                <a:lnTo>
                  <a:pt x="629259" y="347357"/>
                </a:lnTo>
                <a:lnTo>
                  <a:pt x="629221" y="353377"/>
                </a:lnTo>
                <a:lnTo>
                  <a:pt x="628764" y="380415"/>
                </a:lnTo>
                <a:lnTo>
                  <a:pt x="627888" y="413004"/>
                </a:lnTo>
                <a:lnTo>
                  <a:pt x="658368" y="394716"/>
                </a:lnTo>
                <a:lnTo>
                  <a:pt x="657479" y="378739"/>
                </a:lnTo>
                <a:lnTo>
                  <a:pt x="657034" y="362902"/>
                </a:lnTo>
                <a:lnTo>
                  <a:pt x="656920" y="353377"/>
                </a:lnTo>
                <a:lnTo>
                  <a:pt x="656844" y="158496"/>
                </a:lnTo>
                <a:lnTo>
                  <a:pt x="670560" y="147828"/>
                </a:lnTo>
                <a:close/>
              </a:path>
              <a:path w="1289684" h="413385">
                <a:moveTo>
                  <a:pt x="847344" y="181356"/>
                </a:moveTo>
                <a:lnTo>
                  <a:pt x="799719" y="167449"/>
                </a:lnTo>
                <a:lnTo>
                  <a:pt x="749808" y="138684"/>
                </a:lnTo>
                <a:lnTo>
                  <a:pt x="699135" y="93916"/>
                </a:lnTo>
                <a:lnTo>
                  <a:pt x="658482" y="42672"/>
                </a:lnTo>
                <a:lnTo>
                  <a:pt x="650748" y="32004"/>
                </a:lnTo>
                <a:lnTo>
                  <a:pt x="665988" y="21336"/>
                </a:lnTo>
                <a:lnTo>
                  <a:pt x="629412" y="0"/>
                </a:lnTo>
                <a:lnTo>
                  <a:pt x="619137" y="28003"/>
                </a:lnTo>
                <a:lnTo>
                  <a:pt x="604456" y="57150"/>
                </a:lnTo>
                <a:lnTo>
                  <a:pt x="562356" y="118872"/>
                </a:lnTo>
                <a:lnTo>
                  <a:pt x="536638" y="149161"/>
                </a:lnTo>
                <a:lnTo>
                  <a:pt x="507492" y="176022"/>
                </a:lnTo>
                <a:lnTo>
                  <a:pt x="474916" y="199453"/>
                </a:lnTo>
                <a:lnTo>
                  <a:pt x="438912" y="219456"/>
                </a:lnTo>
                <a:lnTo>
                  <a:pt x="440436" y="227076"/>
                </a:lnTo>
                <a:lnTo>
                  <a:pt x="476173" y="210502"/>
                </a:lnTo>
                <a:lnTo>
                  <a:pt x="536232" y="173926"/>
                </a:lnTo>
                <a:lnTo>
                  <a:pt x="583158" y="131406"/>
                </a:lnTo>
                <a:lnTo>
                  <a:pt x="625551" y="75488"/>
                </a:lnTo>
                <a:lnTo>
                  <a:pt x="646176" y="42672"/>
                </a:lnTo>
                <a:lnTo>
                  <a:pt x="664464" y="72986"/>
                </a:lnTo>
                <a:lnTo>
                  <a:pt x="701040" y="123901"/>
                </a:lnTo>
                <a:lnTo>
                  <a:pt x="738492" y="163385"/>
                </a:lnTo>
                <a:lnTo>
                  <a:pt x="782548" y="196011"/>
                </a:lnTo>
                <a:lnTo>
                  <a:pt x="807720" y="210312"/>
                </a:lnTo>
                <a:lnTo>
                  <a:pt x="814552" y="201193"/>
                </a:lnTo>
                <a:lnTo>
                  <a:pt x="823531" y="194500"/>
                </a:lnTo>
                <a:lnTo>
                  <a:pt x="834504" y="190385"/>
                </a:lnTo>
                <a:lnTo>
                  <a:pt x="847344" y="188976"/>
                </a:lnTo>
                <a:lnTo>
                  <a:pt x="847344" y="181356"/>
                </a:lnTo>
                <a:close/>
              </a:path>
              <a:path w="1289684" h="413385">
                <a:moveTo>
                  <a:pt x="949134" y="236804"/>
                </a:moveTo>
                <a:lnTo>
                  <a:pt x="937437" y="187464"/>
                </a:lnTo>
                <a:lnTo>
                  <a:pt x="914387" y="143268"/>
                </a:lnTo>
                <a:lnTo>
                  <a:pt x="911339" y="146316"/>
                </a:lnTo>
                <a:lnTo>
                  <a:pt x="918197" y="173456"/>
                </a:lnTo>
                <a:lnTo>
                  <a:pt x="922769" y="197751"/>
                </a:lnTo>
                <a:lnTo>
                  <a:pt x="925055" y="219176"/>
                </a:lnTo>
                <a:lnTo>
                  <a:pt x="925017" y="239280"/>
                </a:lnTo>
                <a:lnTo>
                  <a:pt x="924750" y="249758"/>
                </a:lnTo>
                <a:lnTo>
                  <a:pt x="926007" y="258330"/>
                </a:lnTo>
                <a:lnTo>
                  <a:pt x="928700" y="263474"/>
                </a:lnTo>
                <a:lnTo>
                  <a:pt x="932675" y="265188"/>
                </a:lnTo>
                <a:lnTo>
                  <a:pt x="934199" y="265188"/>
                </a:lnTo>
                <a:lnTo>
                  <a:pt x="937247" y="263664"/>
                </a:lnTo>
                <a:lnTo>
                  <a:pt x="943343" y="259092"/>
                </a:lnTo>
                <a:lnTo>
                  <a:pt x="946416" y="255092"/>
                </a:lnTo>
                <a:lnTo>
                  <a:pt x="948486" y="247662"/>
                </a:lnTo>
                <a:lnTo>
                  <a:pt x="949134" y="236804"/>
                </a:lnTo>
                <a:close/>
              </a:path>
              <a:path w="1289684" h="413385">
                <a:moveTo>
                  <a:pt x="981443" y="57924"/>
                </a:moveTo>
                <a:lnTo>
                  <a:pt x="978395" y="53352"/>
                </a:lnTo>
                <a:lnTo>
                  <a:pt x="975347" y="47256"/>
                </a:lnTo>
                <a:lnTo>
                  <a:pt x="970203" y="40919"/>
                </a:lnTo>
                <a:lnTo>
                  <a:pt x="961631" y="33159"/>
                </a:lnTo>
                <a:lnTo>
                  <a:pt x="949629" y="23672"/>
                </a:lnTo>
                <a:lnTo>
                  <a:pt x="934199" y="12204"/>
                </a:lnTo>
                <a:lnTo>
                  <a:pt x="931151" y="16776"/>
                </a:lnTo>
                <a:lnTo>
                  <a:pt x="939469" y="28727"/>
                </a:lnTo>
                <a:lnTo>
                  <a:pt x="946200" y="41541"/>
                </a:lnTo>
                <a:lnTo>
                  <a:pt x="951522" y="54914"/>
                </a:lnTo>
                <a:lnTo>
                  <a:pt x="955535" y="68592"/>
                </a:lnTo>
                <a:lnTo>
                  <a:pt x="957059" y="80784"/>
                </a:lnTo>
                <a:lnTo>
                  <a:pt x="960107" y="86880"/>
                </a:lnTo>
                <a:lnTo>
                  <a:pt x="966203" y="86880"/>
                </a:lnTo>
                <a:lnTo>
                  <a:pt x="969251" y="85356"/>
                </a:lnTo>
                <a:lnTo>
                  <a:pt x="973823" y="79260"/>
                </a:lnTo>
                <a:lnTo>
                  <a:pt x="978395" y="74688"/>
                </a:lnTo>
                <a:lnTo>
                  <a:pt x="981443" y="68592"/>
                </a:lnTo>
                <a:lnTo>
                  <a:pt x="981443" y="57924"/>
                </a:lnTo>
                <a:close/>
              </a:path>
              <a:path w="1289684" h="413385">
                <a:moveTo>
                  <a:pt x="1036307" y="117360"/>
                </a:moveTo>
                <a:lnTo>
                  <a:pt x="1008875" y="86880"/>
                </a:lnTo>
                <a:lnTo>
                  <a:pt x="989063" y="106692"/>
                </a:lnTo>
                <a:lnTo>
                  <a:pt x="888479" y="106692"/>
                </a:lnTo>
                <a:lnTo>
                  <a:pt x="903719" y="121932"/>
                </a:lnTo>
                <a:lnTo>
                  <a:pt x="914031" y="119926"/>
                </a:lnTo>
                <a:lnTo>
                  <a:pt x="924483" y="118503"/>
                </a:lnTo>
                <a:lnTo>
                  <a:pt x="935228" y="117640"/>
                </a:lnTo>
                <a:lnTo>
                  <a:pt x="946391" y="117360"/>
                </a:lnTo>
                <a:lnTo>
                  <a:pt x="1036307" y="117360"/>
                </a:lnTo>
                <a:close/>
              </a:path>
              <a:path w="1289684" h="413385">
                <a:moveTo>
                  <a:pt x="1042403" y="280428"/>
                </a:moveTo>
                <a:lnTo>
                  <a:pt x="1040879" y="274332"/>
                </a:lnTo>
                <a:lnTo>
                  <a:pt x="972299" y="294144"/>
                </a:lnTo>
                <a:lnTo>
                  <a:pt x="1011923" y="160032"/>
                </a:lnTo>
                <a:lnTo>
                  <a:pt x="1024115" y="147840"/>
                </a:lnTo>
                <a:lnTo>
                  <a:pt x="989063" y="131076"/>
                </a:lnTo>
                <a:lnTo>
                  <a:pt x="985634" y="163652"/>
                </a:lnTo>
                <a:lnTo>
                  <a:pt x="979919" y="201942"/>
                </a:lnTo>
                <a:lnTo>
                  <a:pt x="971918" y="245948"/>
                </a:lnTo>
                <a:lnTo>
                  <a:pt x="961631" y="295668"/>
                </a:lnTo>
                <a:lnTo>
                  <a:pt x="912672" y="309575"/>
                </a:lnTo>
                <a:lnTo>
                  <a:pt x="885431" y="315480"/>
                </a:lnTo>
                <a:lnTo>
                  <a:pt x="903719" y="345960"/>
                </a:lnTo>
                <a:lnTo>
                  <a:pt x="913726" y="338569"/>
                </a:lnTo>
                <a:lnTo>
                  <a:pt x="927722" y="330339"/>
                </a:lnTo>
                <a:lnTo>
                  <a:pt x="945730" y="321525"/>
                </a:lnTo>
                <a:lnTo>
                  <a:pt x="967727" y="312432"/>
                </a:lnTo>
                <a:lnTo>
                  <a:pt x="989685" y="302717"/>
                </a:lnTo>
                <a:lnTo>
                  <a:pt x="1009637" y="294144"/>
                </a:lnTo>
                <a:lnTo>
                  <a:pt x="1042403" y="280428"/>
                </a:lnTo>
                <a:close/>
              </a:path>
              <a:path w="1289684" h="413385">
                <a:moveTo>
                  <a:pt x="1263383" y="45732"/>
                </a:moveTo>
                <a:lnTo>
                  <a:pt x="1228331" y="28968"/>
                </a:lnTo>
                <a:lnTo>
                  <a:pt x="1229220" y="50342"/>
                </a:lnTo>
                <a:lnTo>
                  <a:pt x="1229664" y="70878"/>
                </a:lnTo>
                <a:lnTo>
                  <a:pt x="1229766" y="82042"/>
                </a:lnTo>
                <a:lnTo>
                  <a:pt x="1229855" y="108216"/>
                </a:lnTo>
                <a:lnTo>
                  <a:pt x="1165847" y="108216"/>
                </a:lnTo>
                <a:lnTo>
                  <a:pt x="1165847" y="33540"/>
                </a:lnTo>
                <a:lnTo>
                  <a:pt x="1178039" y="21348"/>
                </a:lnTo>
                <a:lnTo>
                  <a:pt x="1142987" y="1536"/>
                </a:lnTo>
                <a:lnTo>
                  <a:pt x="1144244" y="41516"/>
                </a:lnTo>
                <a:lnTo>
                  <a:pt x="1144511" y="108216"/>
                </a:lnTo>
                <a:lnTo>
                  <a:pt x="1080503" y="108216"/>
                </a:lnTo>
                <a:lnTo>
                  <a:pt x="1080503" y="56400"/>
                </a:lnTo>
                <a:lnTo>
                  <a:pt x="1092695" y="42684"/>
                </a:lnTo>
                <a:lnTo>
                  <a:pt x="1057643" y="24396"/>
                </a:lnTo>
                <a:lnTo>
                  <a:pt x="1058532" y="41516"/>
                </a:lnTo>
                <a:lnTo>
                  <a:pt x="1058976" y="60782"/>
                </a:lnTo>
                <a:lnTo>
                  <a:pt x="1059091" y="75044"/>
                </a:lnTo>
                <a:lnTo>
                  <a:pt x="1059167" y="105168"/>
                </a:lnTo>
                <a:lnTo>
                  <a:pt x="1045451" y="115836"/>
                </a:lnTo>
                <a:lnTo>
                  <a:pt x="1066787" y="134124"/>
                </a:lnTo>
                <a:lnTo>
                  <a:pt x="1080503" y="118884"/>
                </a:lnTo>
                <a:lnTo>
                  <a:pt x="1229855" y="118884"/>
                </a:lnTo>
                <a:lnTo>
                  <a:pt x="1229855" y="137172"/>
                </a:lnTo>
                <a:lnTo>
                  <a:pt x="1252715" y="128028"/>
                </a:lnTo>
                <a:lnTo>
                  <a:pt x="1252093" y="118884"/>
                </a:lnTo>
                <a:lnTo>
                  <a:pt x="1251839" y="115138"/>
                </a:lnTo>
                <a:lnTo>
                  <a:pt x="1251648" y="108216"/>
                </a:lnTo>
                <a:lnTo>
                  <a:pt x="1251381" y="99263"/>
                </a:lnTo>
                <a:lnTo>
                  <a:pt x="1251305" y="90258"/>
                </a:lnTo>
                <a:lnTo>
                  <a:pt x="1251191" y="57924"/>
                </a:lnTo>
                <a:lnTo>
                  <a:pt x="1263383" y="45732"/>
                </a:lnTo>
                <a:close/>
              </a:path>
              <a:path w="1289684" h="413385">
                <a:moveTo>
                  <a:pt x="1289291" y="178320"/>
                </a:moveTo>
                <a:lnTo>
                  <a:pt x="1260335" y="147840"/>
                </a:lnTo>
                <a:lnTo>
                  <a:pt x="1242047" y="167652"/>
                </a:lnTo>
                <a:lnTo>
                  <a:pt x="1025639" y="167652"/>
                </a:lnTo>
                <a:lnTo>
                  <a:pt x="1042403" y="182892"/>
                </a:lnTo>
                <a:lnTo>
                  <a:pt x="1051839" y="180886"/>
                </a:lnTo>
                <a:lnTo>
                  <a:pt x="1061834" y="179463"/>
                </a:lnTo>
                <a:lnTo>
                  <a:pt x="1072413" y="178600"/>
                </a:lnTo>
                <a:lnTo>
                  <a:pt x="1083551" y="178320"/>
                </a:lnTo>
                <a:lnTo>
                  <a:pt x="1129271" y="178320"/>
                </a:lnTo>
                <a:lnTo>
                  <a:pt x="1120127" y="228612"/>
                </a:lnTo>
                <a:lnTo>
                  <a:pt x="1072883" y="228612"/>
                </a:lnTo>
                <a:lnTo>
                  <a:pt x="1050023" y="214896"/>
                </a:lnTo>
                <a:lnTo>
                  <a:pt x="1050912" y="239280"/>
                </a:lnTo>
                <a:lnTo>
                  <a:pt x="1051382" y="265188"/>
                </a:lnTo>
                <a:lnTo>
                  <a:pt x="1051483" y="280428"/>
                </a:lnTo>
                <a:lnTo>
                  <a:pt x="1051356" y="360629"/>
                </a:lnTo>
                <a:lnTo>
                  <a:pt x="1050886" y="385584"/>
                </a:lnTo>
                <a:lnTo>
                  <a:pt x="1050023" y="409968"/>
                </a:lnTo>
                <a:lnTo>
                  <a:pt x="1074407" y="397776"/>
                </a:lnTo>
                <a:lnTo>
                  <a:pt x="1074407" y="239280"/>
                </a:lnTo>
                <a:lnTo>
                  <a:pt x="1117079" y="239280"/>
                </a:lnTo>
                <a:lnTo>
                  <a:pt x="1117079" y="385584"/>
                </a:lnTo>
                <a:lnTo>
                  <a:pt x="1136891" y="374916"/>
                </a:lnTo>
                <a:lnTo>
                  <a:pt x="1136891" y="239280"/>
                </a:lnTo>
                <a:lnTo>
                  <a:pt x="1176515" y="239280"/>
                </a:lnTo>
                <a:lnTo>
                  <a:pt x="1176515" y="370344"/>
                </a:lnTo>
                <a:lnTo>
                  <a:pt x="1196327" y="362724"/>
                </a:lnTo>
                <a:lnTo>
                  <a:pt x="1196327" y="239280"/>
                </a:lnTo>
                <a:lnTo>
                  <a:pt x="1238999" y="239280"/>
                </a:lnTo>
                <a:lnTo>
                  <a:pt x="1238999" y="370344"/>
                </a:lnTo>
                <a:lnTo>
                  <a:pt x="1237475" y="374916"/>
                </a:lnTo>
                <a:lnTo>
                  <a:pt x="1234427" y="377964"/>
                </a:lnTo>
                <a:lnTo>
                  <a:pt x="1229880" y="379412"/>
                </a:lnTo>
                <a:lnTo>
                  <a:pt x="1220901" y="379298"/>
                </a:lnTo>
                <a:lnTo>
                  <a:pt x="1207643" y="377748"/>
                </a:lnTo>
                <a:lnTo>
                  <a:pt x="1190231" y="374916"/>
                </a:lnTo>
                <a:lnTo>
                  <a:pt x="1190231" y="381012"/>
                </a:lnTo>
                <a:lnTo>
                  <a:pt x="1205661" y="387299"/>
                </a:lnTo>
                <a:lnTo>
                  <a:pt x="1217663" y="394728"/>
                </a:lnTo>
                <a:lnTo>
                  <a:pt x="1226235" y="403301"/>
                </a:lnTo>
                <a:lnTo>
                  <a:pt x="1231379" y="413016"/>
                </a:lnTo>
                <a:lnTo>
                  <a:pt x="1239672" y="409562"/>
                </a:lnTo>
                <a:lnTo>
                  <a:pt x="1246238" y="405968"/>
                </a:lnTo>
                <a:lnTo>
                  <a:pt x="1251102" y="402082"/>
                </a:lnTo>
                <a:lnTo>
                  <a:pt x="1254239" y="397776"/>
                </a:lnTo>
                <a:lnTo>
                  <a:pt x="1258811" y="393204"/>
                </a:lnTo>
                <a:lnTo>
                  <a:pt x="1260335" y="385584"/>
                </a:lnTo>
                <a:lnTo>
                  <a:pt x="1260335" y="379412"/>
                </a:lnTo>
                <a:lnTo>
                  <a:pt x="1260335" y="246900"/>
                </a:lnTo>
                <a:lnTo>
                  <a:pt x="1270812" y="239280"/>
                </a:lnTo>
                <a:lnTo>
                  <a:pt x="1277099" y="234708"/>
                </a:lnTo>
                <a:lnTo>
                  <a:pt x="1270571" y="228612"/>
                </a:lnTo>
                <a:lnTo>
                  <a:pt x="1254239" y="213372"/>
                </a:lnTo>
                <a:lnTo>
                  <a:pt x="1238999" y="228612"/>
                </a:lnTo>
                <a:lnTo>
                  <a:pt x="1130795" y="228612"/>
                </a:lnTo>
                <a:lnTo>
                  <a:pt x="1140256" y="210032"/>
                </a:lnTo>
                <a:lnTo>
                  <a:pt x="1148130" y="195465"/>
                </a:lnTo>
                <a:lnTo>
                  <a:pt x="1154595" y="184886"/>
                </a:lnTo>
                <a:lnTo>
                  <a:pt x="1159751" y="178320"/>
                </a:lnTo>
                <a:lnTo>
                  <a:pt x="1289291" y="1783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" name="object 69"/>
          <p:cNvSpPr/>
          <p:nvPr/>
        </p:nvSpPr>
        <p:spPr>
          <a:xfrm>
            <a:off x="2145792" y="5791200"/>
            <a:ext cx="365760" cy="398145"/>
          </a:xfrm>
          <a:custGeom>
            <a:avLst/>
            <a:gdLst/>
            <a:ahLst/>
            <a:cxnLst/>
            <a:rect l="l" t="t" r="r" b="b"/>
            <a:pathLst>
              <a:path w="365760" h="398145">
                <a:moveTo>
                  <a:pt x="188976" y="150875"/>
                </a:moveTo>
                <a:lnTo>
                  <a:pt x="166116" y="150875"/>
                </a:lnTo>
                <a:lnTo>
                  <a:pt x="165854" y="98369"/>
                </a:lnTo>
                <a:lnTo>
                  <a:pt x="165163" y="55435"/>
                </a:lnTo>
                <a:lnTo>
                  <a:pt x="164187" y="22502"/>
                </a:lnTo>
                <a:lnTo>
                  <a:pt x="163068" y="0"/>
                </a:lnTo>
                <a:lnTo>
                  <a:pt x="204216" y="15239"/>
                </a:lnTo>
                <a:lnTo>
                  <a:pt x="188976" y="30479"/>
                </a:lnTo>
                <a:lnTo>
                  <a:pt x="188976" y="71627"/>
                </a:lnTo>
                <a:lnTo>
                  <a:pt x="346432" y="71627"/>
                </a:lnTo>
                <a:lnTo>
                  <a:pt x="356616" y="82295"/>
                </a:lnTo>
                <a:lnTo>
                  <a:pt x="188976" y="82295"/>
                </a:lnTo>
                <a:lnTo>
                  <a:pt x="188976" y="150875"/>
                </a:lnTo>
                <a:close/>
              </a:path>
              <a:path w="365760" h="398145">
                <a:moveTo>
                  <a:pt x="346432" y="71627"/>
                </a:moveTo>
                <a:lnTo>
                  <a:pt x="303276" y="71627"/>
                </a:lnTo>
                <a:lnTo>
                  <a:pt x="324612" y="48767"/>
                </a:lnTo>
                <a:lnTo>
                  <a:pt x="346432" y="71627"/>
                </a:lnTo>
                <a:close/>
              </a:path>
              <a:path w="365760" h="398145">
                <a:moveTo>
                  <a:pt x="312420" y="150875"/>
                </a:moveTo>
                <a:lnTo>
                  <a:pt x="278892" y="150875"/>
                </a:lnTo>
                <a:lnTo>
                  <a:pt x="295656" y="134111"/>
                </a:lnTo>
                <a:lnTo>
                  <a:pt x="312420" y="150875"/>
                </a:lnTo>
                <a:close/>
              </a:path>
              <a:path w="365760" h="398145">
                <a:moveTo>
                  <a:pt x="62484" y="298703"/>
                </a:moveTo>
                <a:lnTo>
                  <a:pt x="63365" y="280130"/>
                </a:lnTo>
                <a:lnTo>
                  <a:pt x="63817" y="260984"/>
                </a:lnTo>
                <a:lnTo>
                  <a:pt x="63984" y="241268"/>
                </a:lnTo>
                <a:lnTo>
                  <a:pt x="63984" y="200382"/>
                </a:lnTo>
                <a:lnTo>
                  <a:pt x="63817" y="179641"/>
                </a:lnTo>
                <a:lnTo>
                  <a:pt x="63365" y="158615"/>
                </a:lnTo>
                <a:lnTo>
                  <a:pt x="62484" y="137159"/>
                </a:lnTo>
                <a:lnTo>
                  <a:pt x="89916" y="150875"/>
                </a:lnTo>
                <a:lnTo>
                  <a:pt x="312420" y="150875"/>
                </a:lnTo>
                <a:lnTo>
                  <a:pt x="321564" y="160019"/>
                </a:lnTo>
                <a:lnTo>
                  <a:pt x="319659" y="161543"/>
                </a:lnTo>
                <a:lnTo>
                  <a:pt x="89916" y="161543"/>
                </a:lnTo>
                <a:lnTo>
                  <a:pt x="89916" y="257555"/>
                </a:lnTo>
                <a:lnTo>
                  <a:pt x="306821" y="257555"/>
                </a:lnTo>
                <a:lnTo>
                  <a:pt x="306966" y="265437"/>
                </a:lnTo>
                <a:lnTo>
                  <a:pt x="307103" y="268223"/>
                </a:lnTo>
                <a:lnTo>
                  <a:pt x="89916" y="268223"/>
                </a:lnTo>
                <a:lnTo>
                  <a:pt x="89916" y="289559"/>
                </a:lnTo>
                <a:lnTo>
                  <a:pt x="62484" y="298703"/>
                </a:lnTo>
                <a:close/>
              </a:path>
              <a:path w="365760" h="398145">
                <a:moveTo>
                  <a:pt x="306821" y="257555"/>
                </a:moveTo>
                <a:lnTo>
                  <a:pt x="281940" y="257555"/>
                </a:lnTo>
                <a:lnTo>
                  <a:pt x="281940" y="161543"/>
                </a:lnTo>
                <a:lnTo>
                  <a:pt x="319659" y="161543"/>
                </a:lnTo>
                <a:lnTo>
                  <a:pt x="306323" y="172211"/>
                </a:lnTo>
                <a:lnTo>
                  <a:pt x="306407" y="220979"/>
                </a:lnTo>
                <a:lnTo>
                  <a:pt x="306519" y="241268"/>
                </a:lnTo>
                <a:lnTo>
                  <a:pt x="306821" y="257555"/>
                </a:lnTo>
                <a:close/>
              </a:path>
              <a:path w="365760" h="398145">
                <a:moveTo>
                  <a:pt x="281940" y="294131"/>
                </a:moveTo>
                <a:lnTo>
                  <a:pt x="281940" y="268223"/>
                </a:lnTo>
                <a:lnTo>
                  <a:pt x="307103" y="268223"/>
                </a:lnTo>
                <a:lnTo>
                  <a:pt x="307847" y="283463"/>
                </a:lnTo>
                <a:lnTo>
                  <a:pt x="281940" y="294131"/>
                </a:lnTo>
                <a:close/>
              </a:path>
              <a:path w="365760" h="398145">
                <a:moveTo>
                  <a:pt x="25908" y="397763"/>
                </a:moveTo>
                <a:lnTo>
                  <a:pt x="15240" y="397763"/>
                </a:lnTo>
                <a:lnTo>
                  <a:pt x="12192" y="396239"/>
                </a:lnTo>
                <a:lnTo>
                  <a:pt x="7620" y="394716"/>
                </a:lnTo>
                <a:lnTo>
                  <a:pt x="3048" y="391668"/>
                </a:lnTo>
                <a:lnTo>
                  <a:pt x="0" y="388620"/>
                </a:lnTo>
                <a:lnTo>
                  <a:pt x="0" y="381000"/>
                </a:lnTo>
                <a:lnTo>
                  <a:pt x="3048" y="376427"/>
                </a:lnTo>
                <a:lnTo>
                  <a:pt x="9144" y="371856"/>
                </a:lnTo>
                <a:lnTo>
                  <a:pt x="16573" y="366141"/>
                </a:lnTo>
                <a:lnTo>
                  <a:pt x="22860" y="360426"/>
                </a:lnTo>
                <a:lnTo>
                  <a:pt x="28003" y="354711"/>
                </a:lnTo>
                <a:lnTo>
                  <a:pt x="32004" y="348996"/>
                </a:lnTo>
                <a:lnTo>
                  <a:pt x="36647" y="342995"/>
                </a:lnTo>
                <a:lnTo>
                  <a:pt x="41719" y="334137"/>
                </a:lnTo>
                <a:lnTo>
                  <a:pt x="47648" y="322421"/>
                </a:lnTo>
                <a:lnTo>
                  <a:pt x="54864" y="307847"/>
                </a:lnTo>
                <a:lnTo>
                  <a:pt x="60960" y="307847"/>
                </a:lnTo>
                <a:lnTo>
                  <a:pt x="50863" y="361759"/>
                </a:lnTo>
                <a:lnTo>
                  <a:pt x="32004" y="394716"/>
                </a:lnTo>
                <a:lnTo>
                  <a:pt x="25908" y="397763"/>
                </a:lnTo>
                <a:close/>
              </a:path>
              <a:path w="365760" h="398145">
                <a:moveTo>
                  <a:pt x="147828" y="394716"/>
                </a:moveTo>
                <a:lnTo>
                  <a:pt x="141732" y="394716"/>
                </a:lnTo>
                <a:lnTo>
                  <a:pt x="138684" y="388620"/>
                </a:lnTo>
                <a:lnTo>
                  <a:pt x="137160" y="377951"/>
                </a:lnTo>
                <a:lnTo>
                  <a:pt x="134874" y="363926"/>
                </a:lnTo>
                <a:lnTo>
                  <a:pt x="130302" y="349186"/>
                </a:lnTo>
                <a:lnTo>
                  <a:pt x="123444" y="333589"/>
                </a:lnTo>
                <a:lnTo>
                  <a:pt x="114300" y="316991"/>
                </a:lnTo>
                <a:lnTo>
                  <a:pt x="118872" y="310895"/>
                </a:lnTo>
                <a:lnTo>
                  <a:pt x="155733" y="343685"/>
                </a:lnTo>
                <a:lnTo>
                  <a:pt x="161544" y="358139"/>
                </a:lnTo>
                <a:lnTo>
                  <a:pt x="162990" y="363926"/>
                </a:lnTo>
                <a:lnTo>
                  <a:pt x="163068" y="374904"/>
                </a:lnTo>
                <a:lnTo>
                  <a:pt x="161544" y="382524"/>
                </a:lnTo>
                <a:lnTo>
                  <a:pt x="155448" y="387096"/>
                </a:lnTo>
                <a:lnTo>
                  <a:pt x="147828" y="394716"/>
                </a:lnTo>
                <a:close/>
              </a:path>
              <a:path w="365760" h="398145">
                <a:moveTo>
                  <a:pt x="242316" y="393192"/>
                </a:moveTo>
                <a:lnTo>
                  <a:pt x="237744" y="393192"/>
                </a:lnTo>
                <a:lnTo>
                  <a:pt x="233172" y="385572"/>
                </a:lnTo>
                <a:lnTo>
                  <a:pt x="231648" y="371856"/>
                </a:lnTo>
                <a:lnTo>
                  <a:pt x="228266" y="357258"/>
                </a:lnTo>
                <a:lnTo>
                  <a:pt x="222885" y="343090"/>
                </a:lnTo>
                <a:lnTo>
                  <a:pt x="215788" y="329207"/>
                </a:lnTo>
                <a:lnTo>
                  <a:pt x="207264" y="315467"/>
                </a:lnTo>
                <a:lnTo>
                  <a:pt x="210312" y="309371"/>
                </a:lnTo>
                <a:lnTo>
                  <a:pt x="246316" y="340018"/>
                </a:lnTo>
                <a:lnTo>
                  <a:pt x="259080" y="364236"/>
                </a:lnTo>
                <a:lnTo>
                  <a:pt x="259080" y="373380"/>
                </a:lnTo>
                <a:lnTo>
                  <a:pt x="256032" y="377951"/>
                </a:lnTo>
                <a:lnTo>
                  <a:pt x="246888" y="390144"/>
                </a:lnTo>
                <a:lnTo>
                  <a:pt x="242316" y="393192"/>
                </a:lnTo>
                <a:close/>
              </a:path>
              <a:path w="365760" h="398145">
                <a:moveTo>
                  <a:pt x="350520" y="397763"/>
                </a:moveTo>
                <a:lnTo>
                  <a:pt x="344424" y="397763"/>
                </a:lnTo>
                <a:lnTo>
                  <a:pt x="341376" y="391668"/>
                </a:lnTo>
                <a:lnTo>
                  <a:pt x="336804" y="377951"/>
                </a:lnTo>
                <a:lnTo>
                  <a:pt x="331946" y="362521"/>
                </a:lnTo>
                <a:lnTo>
                  <a:pt x="324231" y="345947"/>
                </a:lnTo>
                <a:lnTo>
                  <a:pt x="313658" y="328231"/>
                </a:lnTo>
                <a:lnTo>
                  <a:pt x="300228" y="309371"/>
                </a:lnTo>
                <a:lnTo>
                  <a:pt x="304799" y="304799"/>
                </a:lnTo>
                <a:lnTo>
                  <a:pt x="344019" y="337161"/>
                </a:lnTo>
                <a:lnTo>
                  <a:pt x="365760" y="371856"/>
                </a:lnTo>
                <a:lnTo>
                  <a:pt x="365760" y="377951"/>
                </a:lnTo>
                <a:lnTo>
                  <a:pt x="362712" y="384048"/>
                </a:lnTo>
                <a:lnTo>
                  <a:pt x="358140" y="390144"/>
                </a:lnTo>
                <a:lnTo>
                  <a:pt x="350520" y="39776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" name="object 70"/>
          <p:cNvSpPr/>
          <p:nvPr/>
        </p:nvSpPr>
        <p:spPr>
          <a:xfrm>
            <a:off x="2566416" y="5789688"/>
            <a:ext cx="685800" cy="405765"/>
          </a:xfrm>
          <a:custGeom>
            <a:avLst/>
            <a:gdLst/>
            <a:ahLst/>
            <a:cxnLst/>
            <a:rect l="l" t="t" r="r" b="b"/>
            <a:pathLst>
              <a:path w="685800" h="405764">
                <a:moveTo>
                  <a:pt x="394716" y="88392"/>
                </a:moveTo>
                <a:lnTo>
                  <a:pt x="358140" y="51816"/>
                </a:lnTo>
                <a:lnTo>
                  <a:pt x="332232" y="77724"/>
                </a:lnTo>
                <a:lnTo>
                  <a:pt x="179832" y="77724"/>
                </a:lnTo>
                <a:lnTo>
                  <a:pt x="186347" y="63500"/>
                </a:lnTo>
                <a:lnTo>
                  <a:pt x="192024" y="50863"/>
                </a:lnTo>
                <a:lnTo>
                  <a:pt x="196545" y="40208"/>
                </a:lnTo>
                <a:lnTo>
                  <a:pt x="199644" y="32004"/>
                </a:lnTo>
                <a:lnTo>
                  <a:pt x="217932" y="21336"/>
                </a:lnTo>
                <a:lnTo>
                  <a:pt x="176784" y="0"/>
                </a:lnTo>
                <a:lnTo>
                  <a:pt x="173634" y="16852"/>
                </a:lnTo>
                <a:lnTo>
                  <a:pt x="168783" y="35433"/>
                </a:lnTo>
                <a:lnTo>
                  <a:pt x="162204" y="55714"/>
                </a:lnTo>
                <a:lnTo>
                  <a:pt x="153924" y="77724"/>
                </a:lnTo>
                <a:lnTo>
                  <a:pt x="15240" y="77724"/>
                </a:lnTo>
                <a:lnTo>
                  <a:pt x="32004" y="94488"/>
                </a:lnTo>
                <a:lnTo>
                  <a:pt x="41427" y="91605"/>
                </a:lnTo>
                <a:lnTo>
                  <a:pt x="51435" y="89725"/>
                </a:lnTo>
                <a:lnTo>
                  <a:pt x="62001" y="88696"/>
                </a:lnTo>
                <a:lnTo>
                  <a:pt x="73152" y="88392"/>
                </a:lnTo>
                <a:lnTo>
                  <a:pt x="149352" y="88392"/>
                </a:lnTo>
                <a:lnTo>
                  <a:pt x="135610" y="114681"/>
                </a:lnTo>
                <a:lnTo>
                  <a:pt x="121729" y="138684"/>
                </a:lnTo>
                <a:lnTo>
                  <a:pt x="107556" y="160401"/>
                </a:lnTo>
                <a:lnTo>
                  <a:pt x="92964" y="179832"/>
                </a:lnTo>
                <a:lnTo>
                  <a:pt x="74676" y="172212"/>
                </a:lnTo>
                <a:lnTo>
                  <a:pt x="75526" y="181356"/>
                </a:lnTo>
                <a:lnTo>
                  <a:pt x="76009" y="189166"/>
                </a:lnTo>
                <a:lnTo>
                  <a:pt x="76174" y="194703"/>
                </a:lnTo>
                <a:lnTo>
                  <a:pt x="76200" y="198120"/>
                </a:lnTo>
                <a:lnTo>
                  <a:pt x="62788" y="214947"/>
                </a:lnTo>
                <a:lnTo>
                  <a:pt x="45529" y="233362"/>
                </a:lnTo>
                <a:lnTo>
                  <a:pt x="24549" y="253187"/>
                </a:lnTo>
                <a:lnTo>
                  <a:pt x="0" y="274320"/>
                </a:lnTo>
                <a:lnTo>
                  <a:pt x="3048" y="280416"/>
                </a:lnTo>
                <a:lnTo>
                  <a:pt x="21348" y="268998"/>
                </a:lnTo>
                <a:lnTo>
                  <a:pt x="39814" y="255460"/>
                </a:lnTo>
                <a:lnTo>
                  <a:pt x="58547" y="239903"/>
                </a:lnTo>
                <a:lnTo>
                  <a:pt x="77724" y="222504"/>
                </a:lnTo>
                <a:lnTo>
                  <a:pt x="77660" y="368808"/>
                </a:lnTo>
                <a:lnTo>
                  <a:pt x="77533" y="379095"/>
                </a:lnTo>
                <a:lnTo>
                  <a:pt x="77089" y="391668"/>
                </a:lnTo>
                <a:lnTo>
                  <a:pt x="76200" y="405384"/>
                </a:lnTo>
                <a:lnTo>
                  <a:pt x="102108" y="391668"/>
                </a:lnTo>
                <a:lnTo>
                  <a:pt x="102108" y="222504"/>
                </a:lnTo>
                <a:lnTo>
                  <a:pt x="102108" y="198120"/>
                </a:lnTo>
                <a:lnTo>
                  <a:pt x="117703" y="179832"/>
                </a:lnTo>
                <a:lnTo>
                  <a:pt x="120396" y="176682"/>
                </a:lnTo>
                <a:lnTo>
                  <a:pt x="138684" y="151257"/>
                </a:lnTo>
                <a:lnTo>
                  <a:pt x="156972" y="121818"/>
                </a:lnTo>
                <a:lnTo>
                  <a:pt x="175260" y="88392"/>
                </a:lnTo>
                <a:lnTo>
                  <a:pt x="394716" y="88392"/>
                </a:lnTo>
                <a:close/>
              </a:path>
              <a:path w="685800" h="405764">
                <a:moveTo>
                  <a:pt x="405384" y="362712"/>
                </a:moveTo>
                <a:lnTo>
                  <a:pt x="370332" y="329184"/>
                </a:lnTo>
                <a:lnTo>
                  <a:pt x="345948" y="353568"/>
                </a:lnTo>
                <a:lnTo>
                  <a:pt x="259080" y="353568"/>
                </a:lnTo>
                <a:lnTo>
                  <a:pt x="259080" y="213360"/>
                </a:lnTo>
                <a:lnTo>
                  <a:pt x="381000" y="213360"/>
                </a:lnTo>
                <a:lnTo>
                  <a:pt x="347472" y="181356"/>
                </a:lnTo>
                <a:lnTo>
                  <a:pt x="324612" y="202692"/>
                </a:lnTo>
                <a:lnTo>
                  <a:pt x="259080" y="202692"/>
                </a:lnTo>
                <a:lnTo>
                  <a:pt x="259080" y="132588"/>
                </a:lnTo>
                <a:lnTo>
                  <a:pt x="272796" y="120396"/>
                </a:lnTo>
                <a:lnTo>
                  <a:pt x="233172" y="102108"/>
                </a:lnTo>
                <a:lnTo>
                  <a:pt x="234048" y="116941"/>
                </a:lnTo>
                <a:lnTo>
                  <a:pt x="234505" y="129349"/>
                </a:lnTo>
                <a:lnTo>
                  <a:pt x="234670" y="139179"/>
                </a:lnTo>
                <a:lnTo>
                  <a:pt x="234696" y="202692"/>
                </a:lnTo>
                <a:lnTo>
                  <a:pt x="134112" y="202692"/>
                </a:lnTo>
                <a:lnTo>
                  <a:pt x="149352" y="219456"/>
                </a:lnTo>
                <a:lnTo>
                  <a:pt x="159651" y="216573"/>
                </a:lnTo>
                <a:lnTo>
                  <a:pt x="170116" y="214693"/>
                </a:lnTo>
                <a:lnTo>
                  <a:pt x="180848" y="213664"/>
                </a:lnTo>
                <a:lnTo>
                  <a:pt x="192024" y="213360"/>
                </a:lnTo>
                <a:lnTo>
                  <a:pt x="234696" y="213360"/>
                </a:lnTo>
                <a:lnTo>
                  <a:pt x="234696" y="353568"/>
                </a:lnTo>
                <a:lnTo>
                  <a:pt x="111252" y="353568"/>
                </a:lnTo>
                <a:lnTo>
                  <a:pt x="126492" y="368808"/>
                </a:lnTo>
                <a:lnTo>
                  <a:pt x="136791" y="366560"/>
                </a:lnTo>
                <a:lnTo>
                  <a:pt x="147256" y="364617"/>
                </a:lnTo>
                <a:lnTo>
                  <a:pt x="157988" y="363232"/>
                </a:lnTo>
                <a:lnTo>
                  <a:pt x="169164" y="362712"/>
                </a:lnTo>
                <a:lnTo>
                  <a:pt x="405384" y="362712"/>
                </a:lnTo>
                <a:close/>
              </a:path>
              <a:path w="685800" h="405764">
                <a:moveTo>
                  <a:pt x="685800" y="41135"/>
                </a:moveTo>
                <a:lnTo>
                  <a:pt x="640080" y="41135"/>
                </a:lnTo>
                <a:lnTo>
                  <a:pt x="560832" y="169151"/>
                </a:lnTo>
                <a:lnTo>
                  <a:pt x="483108" y="41135"/>
                </a:lnTo>
                <a:lnTo>
                  <a:pt x="434340" y="41135"/>
                </a:lnTo>
                <a:lnTo>
                  <a:pt x="534924" y="202679"/>
                </a:lnTo>
                <a:lnTo>
                  <a:pt x="431292" y="365747"/>
                </a:lnTo>
                <a:lnTo>
                  <a:pt x="478536" y="365747"/>
                </a:lnTo>
                <a:lnTo>
                  <a:pt x="557784" y="236207"/>
                </a:lnTo>
                <a:lnTo>
                  <a:pt x="637032" y="365747"/>
                </a:lnTo>
                <a:lnTo>
                  <a:pt x="685800" y="365747"/>
                </a:lnTo>
                <a:lnTo>
                  <a:pt x="585216" y="201155"/>
                </a:lnTo>
                <a:lnTo>
                  <a:pt x="685800" y="4113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" name="object 71"/>
          <p:cNvSpPr/>
          <p:nvPr/>
        </p:nvSpPr>
        <p:spPr>
          <a:xfrm>
            <a:off x="3313176" y="5789676"/>
            <a:ext cx="337185" cy="408940"/>
          </a:xfrm>
          <a:custGeom>
            <a:avLst/>
            <a:gdLst/>
            <a:ahLst/>
            <a:cxnLst/>
            <a:rect l="l" t="t" r="r" b="b"/>
            <a:pathLst>
              <a:path w="337185" h="408939">
                <a:moveTo>
                  <a:pt x="172212" y="102108"/>
                </a:moveTo>
                <a:lnTo>
                  <a:pt x="146304" y="102108"/>
                </a:lnTo>
                <a:lnTo>
                  <a:pt x="146042" y="70723"/>
                </a:lnTo>
                <a:lnTo>
                  <a:pt x="145351" y="43053"/>
                </a:lnTo>
                <a:lnTo>
                  <a:pt x="144375" y="19383"/>
                </a:lnTo>
                <a:lnTo>
                  <a:pt x="143256" y="0"/>
                </a:lnTo>
                <a:lnTo>
                  <a:pt x="185928" y="19812"/>
                </a:lnTo>
                <a:lnTo>
                  <a:pt x="172212" y="33528"/>
                </a:lnTo>
                <a:lnTo>
                  <a:pt x="172212" y="102108"/>
                </a:lnTo>
                <a:close/>
              </a:path>
              <a:path w="337185" h="408939">
                <a:moveTo>
                  <a:pt x="334735" y="102108"/>
                </a:moveTo>
                <a:lnTo>
                  <a:pt x="294132" y="102108"/>
                </a:lnTo>
                <a:lnTo>
                  <a:pt x="307848" y="82296"/>
                </a:lnTo>
                <a:lnTo>
                  <a:pt x="334735" y="102108"/>
                </a:lnTo>
                <a:close/>
              </a:path>
              <a:path w="337185" h="408939">
                <a:moveTo>
                  <a:pt x="0" y="272795"/>
                </a:moveTo>
                <a:lnTo>
                  <a:pt x="881" y="255317"/>
                </a:lnTo>
                <a:lnTo>
                  <a:pt x="1266" y="237744"/>
                </a:lnTo>
                <a:lnTo>
                  <a:pt x="1373" y="228861"/>
                </a:lnTo>
                <a:lnTo>
                  <a:pt x="1500" y="154590"/>
                </a:lnTo>
                <a:lnTo>
                  <a:pt x="1333" y="129159"/>
                </a:lnTo>
                <a:lnTo>
                  <a:pt x="881" y="106584"/>
                </a:lnTo>
                <a:lnTo>
                  <a:pt x="0" y="86868"/>
                </a:lnTo>
                <a:lnTo>
                  <a:pt x="25908" y="102108"/>
                </a:lnTo>
                <a:lnTo>
                  <a:pt x="334735" y="102108"/>
                </a:lnTo>
                <a:lnTo>
                  <a:pt x="336804" y="103632"/>
                </a:lnTo>
                <a:lnTo>
                  <a:pt x="327660" y="112776"/>
                </a:lnTo>
                <a:lnTo>
                  <a:pt x="25908" y="112776"/>
                </a:lnTo>
                <a:lnTo>
                  <a:pt x="25908" y="227076"/>
                </a:lnTo>
                <a:lnTo>
                  <a:pt x="321583" y="227076"/>
                </a:lnTo>
                <a:lnTo>
                  <a:pt x="321738" y="237744"/>
                </a:lnTo>
                <a:lnTo>
                  <a:pt x="25908" y="237744"/>
                </a:lnTo>
                <a:lnTo>
                  <a:pt x="25908" y="259080"/>
                </a:lnTo>
                <a:lnTo>
                  <a:pt x="0" y="272795"/>
                </a:lnTo>
                <a:close/>
              </a:path>
              <a:path w="337185" h="408939">
                <a:moveTo>
                  <a:pt x="172212" y="227076"/>
                </a:moveTo>
                <a:lnTo>
                  <a:pt x="146304" y="227076"/>
                </a:lnTo>
                <a:lnTo>
                  <a:pt x="146304" y="112776"/>
                </a:lnTo>
                <a:lnTo>
                  <a:pt x="172212" y="112776"/>
                </a:lnTo>
                <a:lnTo>
                  <a:pt x="172212" y="227076"/>
                </a:lnTo>
                <a:close/>
              </a:path>
              <a:path w="337185" h="408939">
                <a:moveTo>
                  <a:pt x="321583" y="227076"/>
                </a:moveTo>
                <a:lnTo>
                  <a:pt x="297180" y="227076"/>
                </a:lnTo>
                <a:lnTo>
                  <a:pt x="297180" y="112776"/>
                </a:lnTo>
                <a:lnTo>
                  <a:pt x="327660" y="112776"/>
                </a:lnTo>
                <a:lnTo>
                  <a:pt x="321564" y="118872"/>
                </a:lnTo>
                <a:lnTo>
                  <a:pt x="321583" y="227076"/>
                </a:lnTo>
                <a:close/>
              </a:path>
              <a:path w="337185" h="408939">
                <a:moveTo>
                  <a:pt x="143256" y="408432"/>
                </a:moveTo>
                <a:lnTo>
                  <a:pt x="144375" y="383047"/>
                </a:lnTo>
                <a:lnTo>
                  <a:pt x="145351" y="345948"/>
                </a:lnTo>
                <a:lnTo>
                  <a:pt x="146042" y="297418"/>
                </a:lnTo>
                <a:lnTo>
                  <a:pt x="146304" y="237744"/>
                </a:lnTo>
                <a:lnTo>
                  <a:pt x="172212" y="237744"/>
                </a:lnTo>
                <a:lnTo>
                  <a:pt x="172236" y="297418"/>
                </a:lnTo>
                <a:lnTo>
                  <a:pt x="172402" y="342900"/>
                </a:lnTo>
                <a:lnTo>
                  <a:pt x="172854" y="374904"/>
                </a:lnTo>
                <a:lnTo>
                  <a:pt x="173736" y="393192"/>
                </a:lnTo>
                <a:lnTo>
                  <a:pt x="143256" y="408432"/>
                </a:lnTo>
                <a:close/>
              </a:path>
              <a:path w="337185" h="408939">
                <a:moveTo>
                  <a:pt x="297180" y="269748"/>
                </a:moveTo>
                <a:lnTo>
                  <a:pt x="297180" y="237744"/>
                </a:lnTo>
                <a:lnTo>
                  <a:pt x="321738" y="237744"/>
                </a:lnTo>
                <a:lnTo>
                  <a:pt x="321754" y="238696"/>
                </a:lnTo>
                <a:lnTo>
                  <a:pt x="322206" y="248816"/>
                </a:lnTo>
                <a:lnTo>
                  <a:pt x="323088" y="259080"/>
                </a:lnTo>
                <a:lnTo>
                  <a:pt x="297180" y="26974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pic>
        <p:nvPicPr>
          <p:cNvPr id="72" name="object 72"/>
          <p:cNvPicPr/>
          <p:nvPr/>
        </p:nvPicPr>
        <p:blipFill>
          <a:blip r:embed="rId8" cstate="print"/>
          <a:stretch>
            <a:fillRect/>
          </a:stretch>
        </p:blipFill>
        <p:spPr>
          <a:xfrm>
            <a:off x="3753611" y="6052756"/>
            <a:ext cx="68580" cy="119443"/>
          </a:xfrm>
          <a:prstGeom prst="rect">
            <a:avLst/>
          </a:prstGeom>
        </p:spPr>
      </p:pic>
      <p:sp>
        <p:nvSpPr>
          <p:cNvPr id="73" name="object 73"/>
          <p:cNvSpPr/>
          <p:nvPr/>
        </p:nvSpPr>
        <p:spPr>
          <a:xfrm>
            <a:off x="4172711" y="5797295"/>
            <a:ext cx="363220" cy="399415"/>
          </a:xfrm>
          <a:custGeom>
            <a:avLst/>
            <a:gdLst/>
            <a:ahLst/>
            <a:cxnLst/>
            <a:rect l="l" t="t" r="r" b="b"/>
            <a:pathLst>
              <a:path w="363220" h="399414">
                <a:moveTo>
                  <a:pt x="327551" y="16764"/>
                </a:moveTo>
                <a:lnTo>
                  <a:pt x="291084" y="16764"/>
                </a:lnTo>
                <a:lnTo>
                  <a:pt x="304800" y="0"/>
                </a:lnTo>
                <a:lnTo>
                  <a:pt x="327551" y="16764"/>
                </a:lnTo>
                <a:close/>
              </a:path>
              <a:path w="363220" h="399414">
                <a:moveTo>
                  <a:pt x="80772" y="167640"/>
                </a:moveTo>
                <a:lnTo>
                  <a:pt x="81653" y="145994"/>
                </a:lnTo>
                <a:lnTo>
                  <a:pt x="82105" y="124777"/>
                </a:lnTo>
                <a:lnTo>
                  <a:pt x="82259" y="105918"/>
                </a:lnTo>
                <a:lnTo>
                  <a:pt x="82272" y="65627"/>
                </a:lnTo>
                <a:lnTo>
                  <a:pt x="82105" y="45339"/>
                </a:lnTo>
                <a:lnTo>
                  <a:pt x="81653" y="24479"/>
                </a:lnTo>
                <a:lnTo>
                  <a:pt x="80772" y="3047"/>
                </a:lnTo>
                <a:lnTo>
                  <a:pt x="106680" y="16764"/>
                </a:lnTo>
                <a:lnTo>
                  <a:pt x="327551" y="16764"/>
                </a:lnTo>
                <a:lnTo>
                  <a:pt x="333756" y="21336"/>
                </a:lnTo>
                <a:lnTo>
                  <a:pt x="326136" y="27432"/>
                </a:lnTo>
                <a:lnTo>
                  <a:pt x="106680" y="27432"/>
                </a:lnTo>
                <a:lnTo>
                  <a:pt x="106680" y="128016"/>
                </a:lnTo>
                <a:lnTo>
                  <a:pt x="320305" y="128016"/>
                </a:lnTo>
                <a:lnTo>
                  <a:pt x="320444" y="131683"/>
                </a:lnTo>
                <a:lnTo>
                  <a:pt x="320853" y="138684"/>
                </a:lnTo>
                <a:lnTo>
                  <a:pt x="106680" y="138684"/>
                </a:lnTo>
                <a:lnTo>
                  <a:pt x="106680" y="156972"/>
                </a:lnTo>
                <a:lnTo>
                  <a:pt x="80772" y="167640"/>
                </a:lnTo>
                <a:close/>
              </a:path>
              <a:path w="363220" h="399414">
                <a:moveTo>
                  <a:pt x="320305" y="128016"/>
                </a:moveTo>
                <a:lnTo>
                  <a:pt x="294132" y="128016"/>
                </a:lnTo>
                <a:lnTo>
                  <a:pt x="294132" y="27432"/>
                </a:lnTo>
                <a:lnTo>
                  <a:pt x="326136" y="27432"/>
                </a:lnTo>
                <a:lnTo>
                  <a:pt x="318515" y="33528"/>
                </a:lnTo>
                <a:lnTo>
                  <a:pt x="318777" y="73294"/>
                </a:lnTo>
                <a:lnTo>
                  <a:pt x="319468" y="105918"/>
                </a:lnTo>
                <a:lnTo>
                  <a:pt x="320305" y="128016"/>
                </a:lnTo>
                <a:close/>
              </a:path>
              <a:path w="363220" h="399414">
                <a:moveTo>
                  <a:pt x="294132" y="161544"/>
                </a:moveTo>
                <a:lnTo>
                  <a:pt x="294132" y="138684"/>
                </a:lnTo>
                <a:lnTo>
                  <a:pt x="320853" y="138684"/>
                </a:lnTo>
                <a:lnTo>
                  <a:pt x="321564" y="150876"/>
                </a:lnTo>
                <a:lnTo>
                  <a:pt x="294132" y="161544"/>
                </a:lnTo>
                <a:close/>
              </a:path>
              <a:path w="363220" h="399414">
                <a:moveTo>
                  <a:pt x="190500" y="202692"/>
                </a:moveTo>
                <a:lnTo>
                  <a:pt x="164592" y="202692"/>
                </a:lnTo>
                <a:lnTo>
                  <a:pt x="165473" y="183284"/>
                </a:lnTo>
                <a:lnTo>
                  <a:pt x="165925" y="166306"/>
                </a:lnTo>
                <a:lnTo>
                  <a:pt x="166033" y="156972"/>
                </a:lnTo>
                <a:lnTo>
                  <a:pt x="166116" y="140208"/>
                </a:lnTo>
                <a:lnTo>
                  <a:pt x="210312" y="161544"/>
                </a:lnTo>
                <a:lnTo>
                  <a:pt x="193548" y="172212"/>
                </a:lnTo>
                <a:lnTo>
                  <a:pt x="193286" y="178474"/>
                </a:lnTo>
                <a:lnTo>
                  <a:pt x="192595" y="185737"/>
                </a:lnTo>
                <a:lnTo>
                  <a:pt x="191619" y="193857"/>
                </a:lnTo>
                <a:lnTo>
                  <a:pt x="190500" y="202692"/>
                </a:lnTo>
                <a:close/>
              </a:path>
              <a:path w="363220" h="399414">
                <a:moveTo>
                  <a:pt x="41148" y="217932"/>
                </a:moveTo>
                <a:lnTo>
                  <a:pt x="25908" y="202692"/>
                </a:lnTo>
                <a:lnTo>
                  <a:pt x="318515" y="202692"/>
                </a:lnTo>
                <a:lnTo>
                  <a:pt x="330708" y="184404"/>
                </a:lnTo>
                <a:lnTo>
                  <a:pt x="362712" y="207264"/>
                </a:lnTo>
                <a:lnTo>
                  <a:pt x="355092" y="213360"/>
                </a:lnTo>
                <a:lnTo>
                  <a:pt x="88392" y="213360"/>
                </a:lnTo>
                <a:lnTo>
                  <a:pt x="75009" y="213645"/>
                </a:lnTo>
                <a:lnTo>
                  <a:pt x="62484" y="214503"/>
                </a:lnTo>
                <a:lnTo>
                  <a:pt x="51101" y="215931"/>
                </a:lnTo>
                <a:lnTo>
                  <a:pt x="41148" y="217932"/>
                </a:lnTo>
                <a:close/>
              </a:path>
              <a:path w="363220" h="399414">
                <a:moveTo>
                  <a:pt x="1524" y="399288"/>
                </a:moveTo>
                <a:lnTo>
                  <a:pt x="0" y="394716"/>
                </a:lnTo>
                <a:lnTo>
                  <a:pt x="35433" y="379547"/>
                </a:lnTo>
                <a:lnTo>
                  <a:pt x="66294" y="363664"/>
                </a:lnTo>
                <a:lnTo>
                  <a:pt x="114300" y="329184"/>
                </a:lnTo>
                <a:lnTo>
                  <a:pt x="146685" y="283273"/>
                </a:lnTo>
                <a:lnTo>
                  <a:pt x="163068" y="213360"/>
                </a:lnTo>
                <a:lnTo>
                  <a:pt x="188976" y="213360"/>
                </a:lnTo>
                <a:lnTo>
                  <a:pt x="180998" y="254769"/>
                </a:lnTo>
                <a:lnTo>
                  <a:pt x="151899" y="318158"/>
                </a:lnTo>
                <a:lnTo>
                  <a:pt x="106537" y="357282"/>
                </a:lnTo>
                <a:lnTo>
                  <a:pt x="41481" y="387000"/>
                </a:lnTo>
                <a:lnTo>
                  <a:pt x="1524" y="399288"/>
                </a:lnTo>
                <a:close/>
              </a:path>
              <a:path w="363220" h="399414">
                <a:moveTo>
                  <a:pt x="336410" y="356616"/>
                </a:moveTo>
                <a:lnTo>
                  <a:pt x="297179" y="356616"/>
                </a:lnTo>
                <a:lnTo>
                  <a:pt x="303680" y="354901"/>
                </a:lnTo>
                <a:lnTo>
                  <a:pt x="309181" y="349758"/>
                </a:lnTo>
                <a:lnTo>
                  <a:pt x="317515" y="311729"/>
                </a:lnTo>
                <a:lnTo>
                  <a:pt x="321040" y="253960"/>
                </a:lnTo>
                <a:lnTo>
                  <a:pt x="323088" y="213360"/>
                </a:lnTo>
                <a:lnTo>
                  <a:pt x="355092" y="213360"/>
                </a:lnTo>
                <a:lnTo>
                  <a:pt x="347472" y="219456"/>
                </a:lnTo>
                <a:lnTo>
                  <a:pt x="345757" y="274891"/>
                </a:lnTo>
                <a:lnTo>
                  <a:pt x="342900" y="317754"/>
                </a:lnTo>
                <a:lnTo>
                  <a:pt x="338899" y="348043"/>
                </a:lnTo>
                <a:lnTo>
                  <a:pt x="336410" y="356616"/>
                </a:lnTo>
                <a:close/>
              </a:path>
              <a:path w="363220" h="399414">
                <a:moveTo>
                  <a:pt x="289560" y="397764"/>
                </a:moveTo>
                <a:lnTo>
                  <a:pt x="283273" y="384881"/>
                </a:lnTo>
                <a:lnTo>
                  <a:pt x="271272" y="373570"/>
                </a:lnTo>
                <a:lnTo>
                  <a:pt x="253490" y="363664"/>
                </a:lnTo>
                <a:lnTo>
                  <a:pt x="230124" y="355092"/>
                </a:lnTo>
                <a:lnTo>
                  <a:pt x="231648" y="348996"/>
                </a:lnTo>
                <a:lnTo>
                  <a:pt x="254531" y="352758"/>
                </a:lnTo>
                <a:lnTo>
                  <a:pt x="272986" y="355092"/>
                </a:lnTo>
                <a:lnTo>
                  <a:pt x="287154" y="356282"/>
                </a:lnTo>
                <a:lnTo>
                  <a:pt x="297179" y="356616"/>
                </a:lnTo>
                <a:lnTo>
                  <a:pt x="336410" y="356616"/>
                </a:lnTo>
                <a:lnTo>
                  <a:pt x="333756" y="365760"/>
                </a:lnTo>
                <a:lnTo>
                  <a:pt x="325993" y="376332"/>
                </a:lnTo>
                <a:lnTo>
                  <a:pt x="316230" y="385191"/>
                </a:lnTo>
                <a:lnTo>
                  <a:pt x="304180" y="392334"/>
                </a:lnTo>
                <a:lnTo>
                  <a:pt x="289560" y="39776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4" name="object 74"/>
          <p:cNvSpPr/>
          <p:nvPr/>
        </p:nvSpPr>
        <p:spPr>
          <a:xfrm>
            <a:off x="4613148" y="5788152"/>
            <a:ext cx="1289685" cy="411480"/>
          </a:xfrm>
          <a:custGeom>
            <a:avLst/>
            <a:gdLst/>
            <a:ahLst/>
            <a:cxnLst/>
            <a:rect l="l" t="t" r="r" b="b"/>
            <a:pathLst>
              <a:path w="1289685" h="411479">
                <a:moveTo>
                  <a:pt x="396240" y="193548"/>
                </a:moveTo>
                <a:lnTo>
                  <a:pt x="358140" y="153924"/>
                </a:lnTo>
                <a:lnTo>
                  <a:pt x="324612" y="182880"/>
                </a:lnTo>
                <a:lnTo>
                  <a:pt x="0" y="182880"/>
                </a:lnTo>
                <a:lnTo>
                  <a:pt x="16764" y="198120"/>
                </a:lnTo>
                <a:lnTo>
                  <a:pt x="26492" y="196126"/>
                </a:lnTo>
                <a:lnTo>
                  <a:pt x="37528" y="194691"/>
                </a:lnTo>
                <a:lnTo>
                  <a:pt x="49974" y="193840"/>
                </a:lnTo>
                <a:lnTo>
                  <a:pt x="64008" y="193548"/>
                </a:lnTo>
                <a:lnTo>
                  <a:pt x="396240" y="193548"/>
                </a:lnTo>
                <a:close/>
              </a:path>
              <a:path w="1289685" h="411479">
                <a:moveTo>
                  <a:pt x="670547" y="147828"/>
                </a:moveTo>
                <a:lnTo>
                  <a:pt x="627875" y="124968"/>
                </a:lnTo>
                <a:lnTo>
                  <a:pt x="628942" y="144780"/>
                </a:lnTo>
                <a:lnTo>
                  <a:pt x="629970" y="165163"/>
                </a:lnTo>
                <a:lnTo>
                  <a:pt x="630669" y="183057"/>
                </a:lnTo>
                <a:lnTo>
                  <a:pt x="630872" y="195795"/>
                </a:lnTo>
                <a:lnTo>
                  <a:pt x="630923" y="313944"/>
                </a:lnTo>
                <a:lnTo>
                  <a:pt x="630669" y="331114"/>
                </a:lnTo>
                <a:lnTo>
                  <a:pt x="629970" y="352996"/>
                </a:lnTo>
                <a:lnTo>
                  <a:pt x="629056" y="378104"/>
                </a:lnTo>
                <a:lnTo>
                  <a:pt x="627875" y="411480"/>
                </a:lnTo>
                <a:lnTo>
                  <a:pt x="658355" y="394716"/>
                </a:lnTo>
                <a:lnTo>
                  <a:pt x="657479" y="378104"/>
                </a:lnTo>
                <a:lnTo>
                  <a:pt x="657021" y="362331"/>
                </a:lnTo>
                <a:lnTo>
                  <a:pt x="656920" y="352996"/>
                </a:lnTo>
                <a:lnTo>
                  <a:pt x="656831" y="158496"/>
                </a:lnTo>
                <a:lnTo>
                  <a:pt x="670547" y="147828"/>
                </a:lnTo>
                <a:close/>
              </a:path>
              <a:path w="1289685" h="411479">
                <a:moveTo>
                  <a:pt x="847331" y="181356"/>
                </a:moveTo>
                <a:lnTo>
                  <a:pt x="799706" y="166306"/>
                </a:lnTo>
                <a:lnTo>
                  <a:pt x="749795" y="138684"/>
                </a:lnTo>
                <a:lnTo>
                  <a:pt x="699122" y="93726"/>
                </a:lnTo>
                <a:lnTo>
                  <a:pt x="658279" y="41148"/>
                </a:lnTo>
                <a:lnTo>
                  <a:pt x="650735" y="30480"/>
                </a:lnTo>
                <a:lnTo>
                  <a:pt x="665975" y="21336"/>
                </a:lnTo>
                <a:lnTo>
                  <a:pt x="630923" y="0"/>
                </a:lnTo>
                <a:lnTo>
                  <a:pt x="619810" y="27774"/>
                </a:lnTo>
                <a:lnTo>
                  <a:pt x="604824" y="56388"/>
                </a:lnTo>
                <a:lnTo>
                  <a:pt x="563867" y="117348"/>
                </a:lnTo>
                <a:lnTo>
                  <a:pt x="537273" y="148526"/>
                </a:lnTo>
                <a:lnTo>
                  <a:pt x="507669" y="175831"/>
                </a:lnTo>
                <a:lnTo>
                  <a:pt x="474929" y="199440"/>
                </a:lnTo>
                <a:lnTo>
                  <a:pt x="438899" y="219456"/>
                </a:lnTo>
                <a:lnTo>
                  <a:pt x="440423" y="225552"/>
                </a:lnTo>
                <a:lnTo>
                  <a:pt x="476173" y="209194"/>
                </a:lnTo>
                <a:lnTo>
                  <a:pt x="536232" y="173050"/>
                </a:lnTo>
                <a:lnTo>
                  <a:pt x="583158" y="130098"/>
                </a:lnTo>
                <a:lnTo>
                  <a:pt x="625551" y="74612"/>
                </a:lnTo>
                <a:lnTo>
                  <a:pt x="646163" y="41148"/>
                </a:lnTo>
                <a:lnTo>
                  <a:pt x="664451" y="71704"/>
                </a:lnTo>
                <a:lnTo>
                  <a:pt x="701027" y="123659"/>
                </a:lnTo>
                <a:lnTo>
                  <a:pt x="738492" y="162737"/>
                </a:lnTo>
                <a:lnTo>
                  <a:pt x="782548" y="195795"/>
                </a:lnTo>
                <a:lnTo>
                  <a:pt x="807707" y="210312"/>
                </a:lnTo>
                <a:lnTo>
                  <a:pt x="814552" y="201168"/>
                </a:lnTo>
                <a:lnTo>
                  <a:pt x="823518" y="194310"/>
                </a:lnTo>
                <a:lnTo>
                  <a:pt x="834504" y="189738"/>
                </a:lnTo>
                <a:lnTo>
                  <a:pt x="847331" y="187452"/>
                </a:lnTo>
                <a:lnTo>
                  <a:pt x="847331" y="181356"/>
                </a:lnTo>
                <a:close/>
              </a:path>
              <a:path w="1289685" h="411479">
                <a:moveTo>
                  <a:pt x="949312" y="238252"/>
                </a:moveTo>
                <a:lnTo>
                  <a:pt x="938784" y="186690"/>
                </a:lnTo>
                <a:lnTo>
                  <a:pt x="915924" y="141732"/>
                </a:lnTo>
                <a:lnTo>
                  <a:pt x="911352" y="146304"/>
                </a:lnTo>
                <a:lnTo>
                  <a:pt x="918222" y="173431"/>
                </a:lnTo>
                <a:lnTo>
                  <a:pt x="922972" y="197548"/>
                </a:lnTo>
                <a:lnTo>
                  <a:pt x="925703" y="218528"/>
                </a:lnTo>
                <a:lnTo>
                  <a:pt x="926515" y="234696"/>
                </a:lnTo>
                <a:lnTo>
                  <a:pt x="926490" y="238252"/>
                </a:lnTo>
                <a:lnTo>
                  <a:pt x="926033" y="248221"/>
                </a:lnTo>
                <a:lnTo>
                  <a:pt x="926782" y="256794"/>
                </a:lnTo>
                <a:lnTo>
                  <a:pt x="928941" y="261937"/>
                </a:lnTo>
                <a:lnTo>
                  <a:pt x="932688" y="263652"/>
                </a:lnTo>
                <a:lnTo>
                  <a:pt x="934212" y="263652"/>
                </a:lnTo>
                <a:lnTo>
                  <a:pt x="943356" y="259080"/>
                </a:lnTo>
                <a:lnTo>
                  <a:pt x="947064" y="255079"/>
                </a:lnTo>
                <a:lnTo>
                  <a:pt x="949071" y="247650"/>
                </a:lnTo>
                <a:lnTo>
                  <a:pt x="949312" y="238252"/>
                </a:lnTo>
                <a:close/>
              </a:path>
              <a:path w="1289685" h="411479">
                <a:moveTo>
                  <a:pt x="981456" y="57912"/>
                </a:moveTo>
                <a:lnTo>
                  <a:pt x="949642" y="23647"/>
                </a:lnTo>
                <a:lnTo>
                  <a:pt x="934212" y="12192"/>
                </a:lnTo>
                <a:lnTo>
                  <a:pt x="931164" y="15240"/>
                </a:lnTo>
                <a:lnTo>
                  <a:pt x="939685" y="27838"/>
                </a:lnTo>
                <a:lnTo>
                  <a:pt x="946785" y="40576"/>
                </a:lnTo>
                <a:lnTo>
                  <a:pt x="952157" y="53606"/>
                </a:lnTo>
                <a:lnTo>
                  <a:pt x="955548" y="67056"/>
                </a:lnTo>
                <a:lnTo>
                  <a:pt x="958596" y="80772"/>
                </a:lnTo>
                <a:lnTo>
                  <a:pt x="961644" y="86868"/>
                </a:lnTo>
                <a:lnTo>
                  <a:pt x="967740" y="86868"/>
                </a:lnTo>
                <a:lnTo>
                  <a:pt x="975360" y="79248"/>
                </a:lnTo>
                <a:lnTo>
                  <a:pt x="979932" y="73152"/>
                </a:lnTo>
                <a:lnTo>
                  <a:pt x="981456" y="68580"/>
                </a:lnTo>
                <a:lnTo>
                  <a:pt x="981456" y="57912"/>
                </a:lnTo>
                <a:close/>
              </a:path>
              <a:path w="1289685" h="411479">
                <a:moveTo>
                  <a:pt x="1037844" y="115824"/>
                </a:moveTo>
                <a:lnTo>
                  <a:pt x="1008888" y="86868"/>
                </a:lnTo>
                <a:lnTo>
                  <a:pt x="990600" y="105156"/>
                </a:lnTo>
                <a:lnTo>
                  <a:pt x="890016" y="105156"/>
                </a:lnTo>
                <a:lnTo>
                  <a:pt x="905256" y="121920"/>
                </a:lnTo>
                <a:lnTo>
                  <a:pt x="914679" y="119049"/>
                </a:lnTo>
                <a:lnTo>
                  <a:pt x="924687" y="117157"/>
                </a:lnTo>
                <a:lnTo>
                  <a:pt x="935253" y="116141"/>
                </a:lnTo>
                <a:lnTo>
                  <a:pt x="946404" y="115824"/>
                </a:lnTo>
                <a:lnTo>
                  <a:pt x="1037844" y="115824"/>
                </a:lnTo>
                <a:close/>
              </a:path>
              <a:path w="1289685" h="411479">
                <a:moveTo>
                  <a:pt x="1042416" y="280416"/>
                </a:moveTo>
                <a:lnTo>
                  <a:pt x="1040892" y="272796"/>
                </a:lnTo>
                <a:lnTo>
                  <a:pt x="972312" y="294132"/>
                </a:lnTo>
                <a:lnTo>
                  <a:pt x="1013460" y="160020"/>
                </a:lnTo>
                <a:lnTo>
                  <a:pt x="1025652" y="147828"/>
                </a:lnTo>
                <a:lnTo>
                  <a:pt x="990600" y="129540"/>
                </a:lnTo>
                <a:lnTo>
                  <a:pt x="986307" y="162140"/>
                </a:lnTo>
                <a:lnTo>
                  <a:pt x="980313" y="200596"/>
                </a:lnTo>
                <a:lnTo>
                  <a:pt x="972591" y="245059"/>
                </a:lnTo>
                <a:lnTo>
                  <a:pt x="963168" y="295656"/>
                </a:lnTo>
                <a:lnTo>
                  <a:pt x="914019" y="308800"/>
                </a:lnTo>
                <a:lnTo>
                  <a:pt x="885444" y="313944"/>
                </a:lnTo>
                <a:lnTo>
                  <a:pt x="905256" y="345948"/>
                </a:lnTo>
                <a:lnTo>
                  <a:pt x="945972" y="320027"/>
                </a:lnTo>
                <a:lnTo>
                  <a:pt x="1009180" y="294132"/>
                </a:lnTo>
                <a:lnTo>
                  <a:pt x="1042416" y="280416"/>
                </a:lnTo>
                <a:close/>
              </a:path>
              <a:path w="1289685" h="411479">
                <a:moveTo>
                  <a:pt x="1263396" y="45720"/>
                </a:moveTo>
                <a:lnTo>
                  <a:pt x="1228344" y="27432"/>
                </a:lnTo>
                <a:lnTo>
                  <a:pt x="1229220" y="49491"/>
                </a:lnTo>
                <a:lnTo>
                  <a:pt x="1229677" y="70104"/>
                </a:lnTo>
                <a:lnTo>
                  <a:pt x="1229766" y="80759"/>
                </a:lnTo>
                <a:lnTo>
                  <a:pt x="1229868" y="108204"/>
                </a:lnTo>
                <a:lnTo>
                  <a:pt x="1165860" y="108204"/>
                </a:lnTo>
                <a:lnTo>
                  <a:pt x="1165860" y="33528"/>
                </a:lnTo>
                <a:lnTo>
                  <a:pt x="1178052" y="21336"/>
                </a:lnTo>
                <a:lnTo>
                  <a:pt x="1143000" y="1524"/>
                </a:lnTo>
                <a:lnTo>
                  <a:pt x="1144257" y="41148"/>
                </a:lnTo>
                <a:lnTo>
                  <a:pt x="1144524" y="108204"/>
                </a:lnTo>
                <a:lnTo>
                  <a:pt x="1080516" y="108204"/>
                </a:lnTo>
                <a:lnTo>
                  <a:pt x="1080516" y="54864"/>
                </a:lnTo>
                <a:lnTo>
                  <a:pt x="1092708" y="41148"/>
                </a:lnTo>
                <a:lnTo>
                  <a:pt x="1057656" y="24384"/>
                </a:lnTo>
                <a:lnTo>
                  <a:pt x="1058519" y="41148"/>
                </a:lnTo>
                <a:lnTo>
                  <a:pt x="1058989" y="60007"/>
                </a:lnTo>
                <a:lnTo>
                  <a:pt x="1059091" y="74180"/>
                </a:lnTo>
                <a:lnTo>
                  <a:pt x="1059180" y="103632"/>
                </a:lnTo>
                <a:lnTo>
                  <a:pt x="1045464" y="114300"/>
                </a:lnTo>
                <a:lnTo>
                  <a:pt x="1066800" y="134112"/>
                </a:lnTo>
                <a:lnTo>
                  <a:pt x="1080516" y="117348"/>
                </a:lnTo>
                <a:lnTo>
                  <a:pt x="1229868" y="117348"/>
                </a:lnTo>
                <a:lnTo>
                  <a:pt x="1229868" y="137160"/>
                </a:lnTo>
                <a:lnTo>
                  <a:pt x="1252728" y="126492"/>
                </a:lnTo>
                <a:lnTo>
                  <a:pt x="1252093" y="117348"/>
                </a:lnTo>
                <a:lnTo>
                  <a:pt x="1251839" y="113639"/>
                </a:lnTo>
                <a:lnTo>
                  <a:pt x="1251686" y="108204"/>
                </a:lnTo>
                <a:lnTo>
                  <a:pt x="1251394" y="97917"/>
                </a:lnTo>
                <a:lnTo>
                  <a:pt x="1251318" y="89585"/>
                </a:lnTo>
                <a:lnTo>
                  <a:pt x="1251204" y="57912"/>
                </a:lnTo>
                <a:lnTo>
                  <a:pt x="1263396" y="45720"/>
                </a:lnTo>
                <a:close/>
              </a:path>
              <a:path w="1289685" h="411479">
                <a:moveTo>
                  <a:pt x="1289304" y="176784"/>
                </a:moveTo>
                <a:lnTo>
                  <a:pt x="1261872" y="147828"/>
                </a:lnTo>
                <a:lnTo>
                  <a:pt x="1242060" y="166116"/>
                </a:lnTo>
                <a:lnTo>
                  <a:pt x="1027176" y="166116"/>
                </a:lnTo>
                <a:lnTo>
                  <a:pt x="1042416" y="182880"/>
                </a:lnTo>
                <a:lnTo>
                  <a:pt x="1052055" y="180009"/>
                </a:lnTo>
                <a:lnTo>
                  <a:pt x="1062418" y="178117"/>
                </a:lnTo>
                <a:lnTo>
                  <a:pt x="1073061" y="177101"/>
                </a:lnTo>
                <a:lnTo>
                  <a:pt x="1083564" y="176784"/>
                </a:lnTo>
                <a:lnTo>
                  <a:pt x="1129284" y="176784"/>
                </a:lnTo>
                <a:lnTo>
                  <a:pt x="1120140" y="227076"/>
                </a:lnTo>
                <a:lnTo>
                  <a:pt x="1074420" y="227076"/>
                </a:lnTo>
                <a:lnTo>
                  <a:pt x="1051560" y="213360"/>
                </a:lnTo>
                <a:lnTo>
                  <a:pt x="1051788" y="238252"/>
                </a:lnTo>
                <a:lnTo>
                  <a:pt x="1052830" y="286689"/>
                </a:lnTo>
                <a:lnTo>
                  <a:pt x="1052995" y="303022"/>
                </a:lnTo>
                <a:lnTo>
                  <a:pt x="1052906" y="328993"/>
                </a:lnTo>
                <a:lnTo>
                  <a:pt x="1052779" y="337693"/>
                </a:lnTo>
                <a:lnTo>
                  <a:pt x="1052093" y="370332"/>
                </a:lnTo>
                <a:lnTo>
                  <a:pt x="1051775" y="386410"/>
                </a:lnTo>
                <a:lnTo>
                  <a:pt x="1051560" y="408432"/>
                </a:lnTo>
                <a:lnTo>
                  <a:pt x="1075944" y="396240"/>
                </a:lnTo>
                <a:lnTo>
                  <a:pt x="1075944" y="237744"/>
                </a:lnTo>
                <a:lnTo>
                  <a:pt x="1117092" y="237744"/>
                </a:lnTo>
                <a:lnTo>
                  <a:pt x="1117092" y="384048"/>
                </a:lnTo>
                <a:lnTo>
                  <a:pt x="1138428" y="373380"/>
                </a:lnTo>
                <a:lnTo>
                  <a:pt x="1138428" y="237744"/>
                </a:lnTo>
                <a:lnTo>
                  <a:pt x="1176528" y="237744"/>
                </a:lnTo>
                <a:lnTo>
                  <a:pt x="1176528" y="370332"/>
                </a:lnTo>
                <a:lnTo>
                  <a:pt x="1196340" y="361188"/>
                </a:lnTo>
                <a:lnTo>
                  <a:pt x="1196340" y="237744"/>
                </a:lnTo>
                <a:lnTo>
                  <a:pt x="1239012" y="237744"/>
                </a:lnTo>
                <a:lnTo>
                  <a:pt x="1239012" y="370332"/>
                </a:lnTo>
                <a:lnTo>
                  <a:pt x="1237488" y="374904"/>
                </a:lnTo>
                <a:lnTo>
                  <a:pt x="1234440" y="376428"/>
                </a:lnTo>
                <a:lnTo>
                  <a:pt x="1229880" y="377888"/>
                </a:lnTo>
                <a:lnTo>
                  <a:pt x="1220914" y="377761"/>
                </a:lnTo>
                <a:lnTo>
                  <a:pt x="1207643" y="376224"/>
                </a:lnTo>
                <a:lnTo>
                  <a:pt x="1190244" y="373380"/>
                </a:lnTo>
                <a:lnTo>
                  <a:pt x="1190244" y="381000"/>
                </a:lnTo>
                <a:lnTo>
                  <a:pt x="1205674" y="386410"/>
                </a:lnTo>
                <a:lnTo>
                  <a:pt x="1217676" y="393382"/>
                </a:lnTo>
                <a:lnTo>
                  <a:pt x="1226248" y="401789"/>
                </a:lnTo>
                <a:lnTo>
                  <a:pt x="1231392" y="411480"/>
                </a:lnTo>
                <a:lnTo>
                  <a:pt x="1239697" y="408051"/>
                </a:lnTo>
                <a:lnTo>
                  <a:pt x="1261872" y="377888"/>
                </a:lnTo>
                <a:lnTo>
                  <a:pt x="1261872" y="246888"/>
                </a:lnTo>
                <a:lnTo>
                  <a:pt x="1273302" y="237744"/>
                </a:lnTo>
                <a:lnTo>
                  <a:pt x="1277112" y="234696"/>
                </a:lnTo>
                <a:lnTo>
                  <a:pt x="1269492" y="227076"/>
                </a:lnTo>
                <a:lnTo>
                  <a:pt x="1254252" y="211836"/>
                </a:lnTo>
                <a:lnTo>
                  <a:pt x="1239012" y="227076"/>
                </a:lnTo>
                <a:lnTo>
                  <a:pt x="1130808" y="227076"/>
                </a:lnTo>
                <a:lnTo>
                  <a:pt x="1140498" y="208508"/>
                </a:lnTo>
                <a:lnTo>
                  <a:pt x="1148905" y="193929"/>
                </a:lnTo>
                <a:lnTo>
                  <a:pt x="1155877" y="183362"/>
                </a:lnTo>
                <a:lnTo>
                  <a:pt x="1161288" y="176784"/>
                </a:lnTo>
                <a:lnTo>
                  <a:pt x="1289304" y="17678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5" name="object 75"/>
          <p:cNvSpPr/>
          <p:nvPr/>
        </p:nvSpPr>
        <p:spPr>
          <a:xfrm>
            <a:off x="5964935" y="5791200"/>
            <a:ext cx="365760" cy="398145"/>
          </a:xfrm>
          <a:custGeom>
            <a:avLst/>
            <a:gdLst/>
            <a:ahLst/>
            <a:cxnLst/>
            <a:rect l="l" t="t" r="r" b="b"/>
            <a:pathLst>
              <a:path w="365760" h="398145">
                <a:moveTo>
                  <a:pt x="188976" y="150875"/>
                </a:moveTo>
                <a:lnTo>
                  <a:pt x="166116" y="150875"/>
                </a:lnTo>
                <a:lnTo>
                  <a:pt x="165854" y="98369"/>
                </a:lnTo>
                <a:lnTo>
                  <a:pt x="165163" y="55435"/>
                </a:lnTo>
                <a:lnTo>
                  <a:pt x="164187" y="22502"/>
                </a:lnTo>
                <a:lnTo>
                  <a:pt x="163068" y="0"/>
                </a:lnTo>
                <a:lnTo>
                  <a:pt x="204216" y="15239"/>
                </a:lnTo>
                <a:lnTo>
                  <a:pt x="188976" y="30479"/>
                </a:lnTo>
                <a:lnTo>
                  <a:pt x="188976" y="71627"/>
                </a:lnTo>
                <a:lnTo>
                  <a:pt x="346432" y="71627"/>
                </a:lnTo>
                <a:lnTo>
                  <a:pt x="356616" y="82295"/>
                </a:lnTo>
                <a:lnTo>
                  <a:pt x="188976" y="82295"/>
                </a:lnTo>
                <a:lnTo>
                  <a:pt x="188976" y="150875"/>
                </a:lnTo>
                <a:close/>
              </a:path>
              <a:path w="365760" h="398145">
                <a:moveTo>
                  <a:pt x="346432" y="71627"/>
                </a:moveTo>
                <a:lnTo>
                  <a:pt x="303276" y="71627"/>
                </a:lnTo>
                <a:lnTo>
                  <a:pt x="324612" y="48767"/>
                </a:lnTo>
                <a:lnTo>
                  <a:pt x="346432" y="71627"/>
                </a:lnTo>
                <a:close/>
              </a:path>
              <a:path w="365760" h="398145">
                <a:moveTo>
                  <a:pt x="312420" y="150875"/>
                </a:moveTo>
                <a:lnTo>
                  <a:pt x="278892" y="150875"/>
                </a:lnTo>
                <a:lnTo>
                  <a:pt x="295656" y="134111"/>
                </a:lnTo>
                <a:lnTo>
                  <a:pt x="312420" y="150875"/>
                </a:lnTo>
                <a:close/>
              </a:path>
              <a:path w="365760" h="398145">
                <a:moveTo>
                  <a:pt x="62484" y="298703"/>
                </a:moveTo>
                <a:lnTo>
                  <a:pt x="63365" y="280130"/>
                </a:lnTo>
                <a:lnTo>
                  <a:pt x="63817" y="260984"/>
                </a:lnTo>
                <a:lnTo>
                  <a:pt x="63984" y="241268"/>
                </a:lnTo>
                <a:lnTo>
                  <a:pt x="63984" y="200382"/>
                </a:lnTo>
                <a:lnTo>
                  <a:pt x="63817" y="179641"/>
                </a:lnTo>
                <a:lnTo>
                  <a:pt x="63365" y="158615"/>
                </a:lnTo>
                <a:lnTo>
                  <a:pt x="62484" y="137159"/>
                </a:lnTo>
                <a:lnTo>
                  <a:pt x="89916" y="150875"/>
                </a:lnTo>
                <a:lnTo>
                  <a:pt x="312420" y="150875"/>
                </a:lnTo>
                <a:lnTo>
                  <a:pt x="321564" y="160019"/>
                </a:lnTo>
                <a:lnTo>
                  <a:pt x="319659" y="161543"/>
                </a:lnTo>
                <a:lnTo>
                  <a:pt x="89916" y="161543"/>
                </a:lnTo>
                <a:lnTo>
                  <a:pt x="89916" y="257555"/>
                </a:lnTo>
                <a:lnTo>
                  <a:pt x="306821" y="257555"/>
                </a:lnTo>
                <a:lnTo>
                  <a:pt x="306966" y="265437"/>
                </a:lnTo>
                <a:lnTo>
                  <a:pt x="307103" y="268223"/>
                </a:lnTo>
                <a:lnTo>
                  <a:pt x="89916" y="268223"/>
                </a:lnTo>
                <a:lnTo>
                  <a:pt x="89916" y="289559"/>
                </a:lnTo>
                <a:lnTo>
                  <a:pt x="62484" y="298703"/>
                </a:lnTo>
                <a:close/>
              </a:path>
              <a:path w="365760" h="398145">
                <a:moveTo>
                  <a:pt x="306821" y="257555"/>
                </a:moveTo>
                <a:lnTo>
                  <a:pt x="281940" y="257555"/>
                </a:lnTo>
                <a:lnTo>
                  <a:pt x="281940" y="161543"/>
                </a:lnTo>
                <a:lnTo>
                  <a:pt x="319659" y="161543"/>
                </a:lnTo>
                <a:lnTo>
                  <a:pt x="306323" y="172211"/>
                </a:lnTo>
                <a:lnTo>
                  <a:pt x="306407" y="220979"/>
                </a:lnTo>
                <a:lnTo>
                  <a:pt x="306519" y="241268"/>
                </a:lnTo>
                <a:lnTo>
                  <a:pt x="306821" y="257555"/>
                </a:lnTo>
                <a:close/>
              </a:path>
              <a:path w="365760" h="398145">
                <a:moveTo>
                  <a:pt x="281940" y="294131"/>
                </a:moveTo>
                <a:lnTo>
                  <a:pt x="281940" y="268223"/>
                </a:lnTo>
                <a:lnTo>
                  <a:pt x="307103" y="268223"/>
                </a:lnTo>
                <a:lnTo>
                  <a:pt x="307847" y="283463"/>
                </a:lnTo>
                <a:lnTo>
                  <a:pt x="281940" y="294131"/>
                </a:lnTo>
                <a:close/>
              </a:path>
              <a:path w="365760" h="398145">
                <a:moveTo>
                  <a:pt x="25908" y="397763"/>
                </a:moveTo>
                <a:lnTo>
                  <a:pt x="15240" y="397763"/>
                </a:lnTo>
                <a:lnTo>
                  <a:pt x="12192" y="396239"/>
                </a:lnTo>
                <a:lnTo>
                  <a:pt x="7620" y="394716"/>
                </a:lnTo>
                <a:lnTo>
                  <a:pt x="3048" y="391668"/>
                </a:lnTo>
                <a:lnTo>
                  <a:pt x="0" y="388620"/>
                </a:lnTo>
                <a:lnTo>
                  <a:pt x="0" y="381000"/>
                </a:lnTo>
                <a:lnTo>
                  <a:pt x="3048" y="376427"/>
                </a:lnTo>
                <a:lnTo>
                  <a:pt x="9144" y="371856"/>
                </a:lnTo>
                <a:lnTo>
                  <a:pt x="16573" y="366141"/>
                </a:lnTo>
                <a:lnTo>
                  <a:pt x="22860" y="360426"/>
                </a:lnTo>
                <a:lnTo>
                  <a:pt x="28003" y="354711"/>
                </a:lnTo>
                <a:lnTo>
                  <a:pt x="32004" y="348996"/>
                </a:lnTo>
                <a:lnTo>
                  <a:pt x="36647" y="342995"/>
                </a:lnTo>
                <a:lnTo>
                  <a:pt x="41719" y="334137"/>
                </a:lnTo>
                <a:lnTo>
                  <a:pt x="47648" y="322421"/>
                </a:lnTo>
                <a:lnTo>
                  <a:pt x="54864" y="307847"/>
                </a:lnTo>
                <a:lnTo>
                  <a:pt x="60960" y="307847"/>
                </a:lnTo>
                <a:lnTo>
                  <a:pt x="50863" y="361759"/>
                </a:lnTo>
                <a:lnTo>
                  <a:pt x="32004" y="394716"/>
                </a:lnTo>
                <a:lnTo>
                  <a:pt x="25908" y="397763"/>
                </a:lnTo>
                <a:close/>
              </a:path>
              <a:path w="365760" h="398145">
                <a:moveTo>
                  <a:pt x="147828" y="394716"/>
                </a:moveTo>
                <a:lnTo>
                  <a:pt x="141732" y="394716"/>
                </a:lnTo>
                <a:lnTo>
                  <a:pt x="138684" y="388620"/>
                </a:lnTo>
                <a:lnTo>
                  <a:pt x="137160" y="377951"/>
                </a:lnTo>
                <a:lnTo>
                  <a:pt x="134874" y="363926"/>
                </a:lnTo>
                <a:lnTo>
                  <a:pt x="130302" y="349186"/>
                </a:lnTo>
                <a:lnTo>
                  <a:pt x="123444" y="333589"/>
                </a:lnTo>
                <a:lnTo>
                  <a:pt x="114300" y="316991"/>
                </a:lnTo>
                <a:lnTo>
                  <a:pt x="118872" y="310895"/>
                </a:lnTo>
                <a:lnTo>
                  <a:pt x="155733" y="343685"/>
                </a:lnTo>
                <a:lnTo>
                  <a:pt x="161544" y="358139"/>
                </a:lnTo>
                <a:lnTo>
                  <a:pt x="162990" y="363926"/>
                </a:lnTo>
                <a:lnTo>
                  <a:pt x="163068" y="374904"/>
                </a:lnTo>
                <a:lnTo>
                  <a:pt x="161544" y="382524"/>
                </a:lnTo>
                <a:lnTo>
                  <a:pt x="155448" y="387096"/>
                </a:lnTo>
                <a:lnTo>
                  <a:pt x="147828" y="394716"/>
                </a:lnTo>
                <a:close/>
              </a:path>
              <a:path w="365760" h="398145">
                <a:moveTo>
                  <a:pt x="242316" y="393192"/>
                </a:moveTo>
                <a:lnTo>
                  <a:pt x="237744" y="393192"/>
                </a:lnTo>
                <a:lnTo>
                  <a:pt x="233172" y="385572"/>
                </a:lnTo>
                <a:lnTo>
                  <a:pt x="231648" y="371856"/>
                </a:lnTo>
                <a:lnTo>
                  <a:pt x="228266" y="357258"/>
                </a:lnTo>
                <a:lnTo>
                  <a:pt x="222885" y="343090"/>
                </a:lnTo>
                <a:lnTo>
                  <a:pt x="215788" y="329207"/>
                </a:lnTo>
                <a:lnTo>
                  <a:pt x="207264" y="315467"/>
                </a:lnTo>
                <a:lnTo>
                  <a:pt x="210312" y="309371"/>
                </a:lnTo>
                <a:lnTo>
                  <a:pt x="246316" y="340018"/>
                </a:lnTo>
                <a:lnTo>
                  <a:pt x="259080" y="364236"/>
                </a:lnTo>
                <a:lnTo>
                  <a:pt x="259080" y="373380"/>
                </a:lnTo>
                <a:lnTo>
                  <a:pt x="256032" y="377951"/>
                </a:lnTo>
                <a:lnTo>
                  <a:pt x="246888" y="390144"/>
                </a:lnTo>
                <a:lnTo>
                  <a:pt x="242316" y="393192"/>
                </a:lnTo>
                <a:close/>
              </a:path>
              <a:path w="365760" h="398145">
                <a:moveTo>
                  <a:pt x="350520" y="397763"/>
                </a:moveTo>
                <a:lnTo>
                  <a:pt x="344424" y="397763"/>
                </a:lnTo>
                <a:lnTo>
                  <a:pt x="341376" y="391668"/>
                </a:lnTo>
                <a:lnTo>
                  <a:pt x="336804" y="377951"/>
                </a:lnTo>
                <a:lnTo>
                  <a:pt x="331946" y="362521"/>
                </a:lnTo>
                <a:lnTo>
                  <a:pt x="324231" y="345947"/>
                </a:lnTo>
                <a:lnTo>
                  <a:pt x="313658" y="328231"/>
                </a:lnTo>
                <a:lnTo>
                  <a:pt x="300228" y="309371"/>
                </a:lnTo>
                <a:lnTo>
                  <a:pt x="304799" y="304799"/>
                </a:lnTo>
                <a:lnTo>
                  <a:pt x="344019" y="337161"/>
                </a:lnTo>
                <a:lnTo>
                  <a:pt x="365760" y="371856"/>
                </a:lnTo>
                <a:lnTo>
                  <a:pt x="365760" y="377951"/>
                </a:lnTo>
                <a:lnTo>
                  <a:pt x="362712" y="384048"/>
                </a:lnTo>
                <a:lnTo>
                  <a:pt x="358140" y="390144"/>
                </a:lnTo>
                <a:lnTo>
                  <a:pt x="350520" y="39776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6" name="object 76"/>
          <p:cNvSpPr/>
          <p:nvPr/>
        </p:nvSpPr>
        <p:spPr>
          <a:xfrm>
            <a:off x="6385547" y="5789688"/>
            <a:ext cx="687705" cy="405765"/>
          </a:xfrm>
          <a:custGeom>
            <a:avLst/>
            <a:gdLst/>
            <a:ahLst/>
            <a:cxnLst/>
            <a:rect l="l" t="t" r="r" b="b"/>
            <a:pathLst>
              <a:path w="687704" h="405764">
                <a:moveTo>
                  <a:pt x="394716" y="88392"/>
                </a:moveTo>
                <a:lnTo>
                  <a:pt x="358140" y="51816"/>
                </a:lnTo>
                <a:lnTo>
                  <a:pt x="332232" y="77724"/>
                </a:lnTo>
                <a:lnTo>
                  <a:pt x="179832" y="77724"/>
                </a:lnTo>
                <a:lnTo>
                  <a:pt x="187032" y="63500"/>
                </a:lnTo>
                <a:lnTo>
                  <a:pt x="192786" y="50863"/>
                </a:lnTo>
                <a:lnTo>
                  <a:pt x="197408" y="40208"/>
                </a:lnTo>
                <a:lnTo>
                  <a:pt x="201168" y="32004"/>
                </a:lnTo>
                <a:lnTo>
                  <a:pt x="217932" y="21336"/>
                </a:lnTo>
                <a:lnTo>
                  <a:pt x="178308" y="0"/>
                </a:lnTo>
                <a:lnTo>
                  <a:pt x="174294" y="16852"/>
                </a:lnTo>
                <a:lnTo>
                  <a:pt x="168973" y="35433"/>
                </a:lnTo>
                <a:lnTo>
                  <a:pt x="162242" y="55714"/>
                </a:lnTo>
                <a:lnTo>
                  <a:pt x="153924" y="77724"/>
                </a:lnTo>
                <a:lnTo>
                  <a:pt x="16764" y="77724"/>
                </a:lnTo>
                <a:lnTo>
                  <a:pt x="32004" y="94488"/>
                </a:lnTo>
                <a:lnTo>
                  <a:pt x="41440" y="91605"/>
                </a:lnTo>
                <a:lnTo>
                  <a:pt x="51435" y="89725"/>
                </a:lnTo>
                <a:lnTo>
                  <a:pt x="62014" y="88696"/>
                </a:lnTo>
                <a:lnTo>
                  <a:pt x="73152" y="88392"/>
                </a:lnTo>
                <a:lnTo>
                  <a:pt x="149352" y="88392"/>
                </a:lnTo>
                <a:lnTo>
                  <a:pt x="135623" y="114681"/>
                </a:lnTo>
                <a:lnTo>
                  <a:pt x="121729" y="138684"/>
                </a:lnTo>
                <a:lnTo>
                  <a:pt x="107569" y="160401"/>
                </a:lnTo>
                <a:lnTo>
                  <a:pt x="92964" y="179832"/>
                </a:lnTo>
                <a:lnTo>
                  <a:pt x="74676" y="172212"/>
                </a:lnTo>
                <a:lnTo>
                  <a:pt x="75768" y="181356"/>
                </a:lnTo>
                <a:lnTo>
                  <a:pt x="76771" y="189166"/>
                </a:lnTo>
                <a:lnTo>
                  <a:pt x="77470" y="194703"/>
                </a:lnTo>
                <a:lnTo>
                  <a:pt x="77724" y="198120"/>
                </a:lnTo>
                <a:lnTo>
                  <a:pt x="63436" y="214947"/>
                </a:lnTo>
                <a:lnTo>
                  <a:pt x="45720" y="233362"/>
                </a:lnTo>
                <a:lnTo>
                  <a:pt x="24574" y="253187"/>
                </a:lnTo>
                <a:lnTo>
                  <a:pt x="0" y="274320"/>
                </a:lnTo>
                <a:lnTo>
                  <a:pt x="4572" y="280416"/>
                </a:lnTo>
                <a:lnTo>
                  <a:pt x="22034" y="268998"/>
                </a:lnTo>
                <a:lnTo>
                  <a:pt x="40195" y="255460"/>
                </a:lnTo>
                <a:lnTo>
                  <a:pt x="59232" y="239903"/>
                </a:lnTo>
                <a:lnTo>
                  <a:pt x="79248" y="222504"/>
                </a:lnTo>
                <a:lnTo>
                  <a:pt x="79248" y="355092"/>
                </a:lnTo>
                <a:lnTo>
                  <a:pt x="79019" y="366801"/>
                </a:lnTo>
                <a:lnTo>
                  <a:pt x="77978" y="391668"/>
                </a:lnTo>
                <a:lnTo>
                  <a:pt x="77724" y="405384"/>
                </a:lnTo>
                <a:lnTo>
                  <a:pt x="103632" y="391668"/>
                </a:lnTo>
                <a:lnTo>
                  <a:pt x="103632" y="222504"/>
                </a:lnTo>
                <a:lnTo>
                  <a:pt x="103632" y="198120"/>
                </a:lnTo>
                <a:lnTo>
                  <a:pt x="140208" y="151257"/>
                </a:lnTo>
                <a:lnTo>
                  <a:pt x="176784" y="88392"/>
                </a:lnTo>
                <a:lnTo>
                  <a:pt x="394716" y="88392"/>
                </a:lnTo>
                <a:close/>
              </a:path>
              <a:path w="687704" h="405764">
                <a:moveTo>
                  <a:pt x="405396" y="362712"/>
                </a:moveTo>
                <a:lnTo>
                  <a:pt x="370332" y="329184"/>
                </a:lnTo>
                <a:lnTo>
                  <a:pt x="345948" y="353568"/>
                </a:lnTo>
                <a:lnTo>
                  <a:pt x="259080" y="353568"/>
                </a:lnTo>
                <a:lnTo>
                  <a:pt x="259080" y="213360"/>
                </a:lnTo>
                <a:lnTo>
                  <a:pt x="381000" y="213360"/>
                </a:lnTo>
                <a:lnTo>
                  <a:pt x="347472" y="181356"/>
                </a:lnTo>
                <a:lnTo>
                  <a:pt x="326136" y="202692"/>
                </a:lnTo>
                <a:lnTo>
                  <a:pt x="259080" y="202692"/>
                </a:lnTo>
                <a:lnTo>
                  <a:pt x="259080" y="132588"/>
                </a:lnTo>
                <a:lnTo>
                  <a:pt x="272796" y="120396"/>
                </a:lnTo>
                <a:lnTo>
                  <a:pt x="233172" y="102108"/>
                </a:lnTo>
                <a:lnTo>
                  <a:pt x="234061" y="116941"/>
                </a:lnTo>
                <a:lnTo>
                  <a:pt x="234505" y="129349"/>
                </a:lnTo>
                <a:lnTo>
                  <a:pt x="234683" y="139179"/>
                </a:lnTo>
                <a:lnTo>
                  <a:pt x="234696" y="202692"/>
                </a:lnTo>
                <a:lnTo>
                  <a:pt x="134112" y="202692"/>
                </a:lnTo>
                <a:lnTo>
                  <a:pt x="149352" y="219456"/>
                </a:lnTo>
                <a:lnTo>
                  <a:pt x="159664" y="216573"/>
                </a:lnTo>
                <a:lnTo>
                  <a:pt x="170116" y="214693"/>
                </a:lnTo>
                <a:lnTo>
                  <a:pt x="180860" y="213664"/>
                </a:lnTo>
                <a:lnTo>
                  <a:pt x="192024" y="213360"/>
                </a:lnTo>
                <a:lnTo>
                  <a:pt x="234696" y="213360"/>
                </a:lnTo>
                <a:lnTo>
                  <a:pt x="234696" y="353568"/>
                </a:lnTo>
                <a:lnTo>
                  <a:pt x="111252" y="353568"/>
                </a:lnTo>
                <a:lnTo>
                  <a:pt x="128016" y="368808"/>
                </a:lnTo>
                <a:lnTo>
                  <a:pt x="137452" y="366560"/>
                </a:lnTo>
                <a:lnTo>
                  <a:pt x="147447" y="364617"/>
                </a:lnTo>
                <a:lnTo>
                  <a:pt x="158026" y="363232"/>
                </a:lnTo>
                <a:lnTo>
                  <a:pt x="169164" y="362712"/>
                </a:lnTo>
                <a:lnTo>
                  <a:pt x="405396" y="362712"/>
                </a:lnTo>
                <a:close/>
              </a:path>
              <a:path w="687704" h="405764">
                <a:moveTo>
                  <a:pt x="687324" y="41135"/>
                </a:moveTo>
                <a:lnTo>
                  <a:pt x="643128" y="41135"/>
                </a:lnTo>
                <a:lnTo>
                  <a:pt x="557784" y="184391"/>
                </a:lnTo>
                <a:lnTo>
                  <a:pt x="473964" y="41135"/>
                </a:lnTo>
                <a:lnTo>
                  <a:pt x="426720" y="41135"/>
                </a:lnTo>
                <a:lnTo>
                  <a:pt x="536448" y="227063"/>
                </a:lnTo>
                <a:lnTo>
                  <a:pt x="536448" y="365747"/>
                </a:lnTo>
                <a:lnTo>
                  <a:pt x="579120" y="365747"/>
                </a:lnTo>
                <a:lnTo>
                  <a:pt x="579120" y="222491"/>
                </a:lnTo>
                <a:lnTo>
                  <a:pt x="687324" y="4113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7" name="object 77"/>
          <p:cNvSpPr/>
          <p:nvPr/>
        </p:nvSpPr>
        <p:spPr>
          <a:xfrm>
            <a:off x="7130795" y="5789676"/>
            <a:ext cx="337185" cy="408940"/>
          </a:xfrm>
          <a:custGeom>
            <a:avLst/>
            <a:gdLst/>
            <a:ahLst/>
            <a:cxnLst/>
            <a:rect l="l" t="t" r="r" b="b"/>
            <a:pathLst>
              <a:path w="337184" h="408939">
                <a:moveTo>
                  <a:pt x="172212" y="102108"/>
                </a:moveTo>
                <a:lnTo>
                  <a:pt x="146304" y="102108"/>
                </a:lnTo>
                <a:lnTo>
                  <a:pt x="146280" y="70723"/>
                </a:lnTo>
                <a:lnTo>
                  <a:pt x="146113" y="43053"/>
                </a:lnTo>
                <a:lnTo>
                  <a:pt x="145661" y="19383"/>
                </a:lnTo>
                <a:lnTo>
                  <a:pt x="144780" y="0"/>
                </a:lnTo>
                <a:lnTo>
                  <a:pt x="185928" y="19812"/>
                </a:lnTo>
                <a:lnTo>
                  <a:pt x="172212" y="33528"/>
                </a:lnTo>
                <a:lnTo>
                  <a:pt x="172212" y="102108"/>
                </a:lnTo>
                <a:close/>
              </a:path>
              <a:path w="337184" h="408939">
                <a:moveTo>
                  <a:pt x="334735" y="102108"/>
                </a:moveTo>
                <a:lnTo>
                  <a:pt x="294132" y="102108"/>
                </a:lnTo>
                <a:lnTo>
                  <a:pt x="307848" y="82296"/>
                </a:lnTo>
                <a:lnTo>
                  <a:pt x="334735" y="102108"/>
                </a:lnTo>
                <a:close/>
              </a:path>
              <a:path w="337184" h="408939">
                <a:moveTo>
                  <a:pt x="0" y="272795"/>
                </a:moveTo>
                <a:lnTo>
                  <a:pt x="881" y="255317"/>
                </a:lnTo>
                <a:lnTo>
                  <a:pt x="1266" y="237744"/>
                </a:lnTo>
                <a:lnTo>
                  <a:pt x="1373" y="228861"/>
                </a:lnTo>
                <a:lnTo>
                  <a:pt x="1500" y="154590"/>
                </a:lnTo>
                <a:lnTo>
                  <a:pt x="1333" y="129159"/>
                </a:lnTo>
                <a:lnTo>
                  <a:pt x="881" y="106584"/>
                </a:lnTo>
                <a:lnTo>
                  <a:pt x="0" y="86868"/>
                </a:lnTo>
                <a:lnTo>
                  <a:pt x="25908" y="102108"/>
                </a:lnTo>
                <a:lnTo>
                  <a:pt x="334735" y="102108"/>
                </a:lnTo>
                <a:lnTo>
                  <a:pt x="336804" y="103632"/>
                </a:lnTo>
                <a:lnTo>
                  <a:pt x="327660" y="112776"/>
                </a:lnTo>
                <a:lnTo>
                  <a:pt x="25908" y="112776"/>
                </a:lnTo>
                <a:lnTo>
                  <a:pt x="25908" y="227076"/>
                </a:lnTo>
                <a:lnTo>
                  <a:pt x="321756" y="227076"/>
                </a:lnTo>
                <a:lnTo>
                  <a:pt x="321802" y="228861"/>
                </a:lnTo>
                <a:lnTo>
                  <a:pt x="322268" y="237744"/>
                </a:lnTo>
                <a:lnTo>
                  <a:pt x="25908" y="237744"/>
                </a:lnTo>
                <a:lnTo>
                  <a:pt x="25908" y="259080"/>
                </a:lnTo>
                <a:lnTo>
                  <a:pt x="0" y="272795"/>
                </a:lnTo>
                <a:close/>
              </a:path>
              <a:path w="337184" h="408939">
                <a:moveTo>
                  <a:pt x="172212" y="227076"/>
                </a:moveTo>
                <a:lnTo>
                  <a:pt x="146304" y="227076"/>
                </a:lnTo>
                <a:lnTo>
                  <a:pt x="146304" y="112776"/>
                </a:lnTo>
                <a:lnTo>
                  <a:pt x="172212" y="112776"/>
                </a:lnTo>
                <a:lnTo>
                  <a:pt x="172212" y="227076"/>
                </a:lnTo>
                <a:close/>
              </a:path>
              <a:path w="337184" h="408939">
                <a:moveTo>
                  <a:pt x="321756" y="227076"/>
                </a:moveTo>
                <a:lnTo>
                  <a:pt x="297180" y="227076"/>
                </a:lnTo>
                <a:lnTo>
                  <a:pt x="297180" y="112776"/>
                </a:lnTo>
                <a:lnTo>
                  <a:pt x="327660" y="112776"/>
                </a:lnTo>
                <a:lnTo>
                  <a:pt x="321564" y="118872"/>
                </a:lnTo>
                <a:lnTo>
                  <a:pt x="321564" y="219456"/>
                </a:lnTo>
                <a:lnTo>
                  <a:pt x="321756" y="227076"/>
                </a:lnTo>
                <a:close/>
              </a:path>
              <a:path w="337184" h="408939">
                <a:moveTo>
                  <a:pt x="144780" y="408432"/>
                </a:moveTo>
                <a:lnTo>
                  <a:pt x="145661" y="383047"/>
                </a:lnTo>
                <a:lnTo>
                  <a:pt x="146113" y="345948"/>
                </a:lnTo>
                <a:lnTo>
                  <a:pt x="146280" y="297418"/>
                </a:lnTo>
                <a:lnTo>
                  <a:pt x="146304" y="237744"/>
                </a:lnTo>
                <a:lnTo>
                  <a:pt x="172212" y="237744"/>
                </a:lnTo>
                <a:lnTo>
                  <a:pt x="172236" y="297418"/>
                </a:lnTo>
                <a:lnTo>
                  <a:pt x="172402" y="342900"/>
                </a:lnTo>
                <a:lnTo>
                  <a:pt x="172854" y="374904"/>
                </a:lnTo>
                <a:lnTo>
                  <a:pt x="173736" y="393192"/>
                </a:lnTo>
                <a:lnTo>
                  <a:pt x="144780" y="408432"/>
                </a:lnTo>
                <a:close/>
              </a:path>
              <a:path w="337184" h="408939">
                <a:moveTo>
                  <a:pt x="297180" y="269748"/>
                </a:moveTo>
                <a:lnTo>
                  <a:pt x="297180" y="237744"/>
                </a:lnTo>
                <a:lnTo>
                  <a:pt x="322268" y="237744"/>
                </a:lnTo>
                <a:lnTo>
                  <a:pt x="322849" y="248816"/>
                </a:lnTo>
                <a:lnTo>
                  <a:pt x="323088" y="259080"/>
                </a:lnTo>
                <a:lnTo>
                  <a:pt x="297180" y="26974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pic>
        <p:nvPicPr>
          <p:cNvPr id="78" name="object 78"/>
          <p:cNvPicPr/>
          <p:nvPr/>
        </p:nvPicPr>
        <p:blipFill>
          <a:blip r:embed="rId9" cstate="print"/>
          <a:stretch>
            <a:fillRect/>
          </a:stretch>
        </p:blipFill>
        <p:spPr>
          <a:xfrm>
            <a:off x="7578852" y="6060947"/>
            <a:ext cx="96012" cy="96012"/>
          </a:xfrm>
          <a:prstGeom prst="rect">
            <a:avLst/>
          </a:prstGeom>
        </p:spPr>
      </p:pic>
    </p:spTree>
  </p:cSld>
  <p:clrMapOvr>
    <a:masterClrMapping/>
  </p:clrMapOvr>
</p:sld>
</file>

<file path=ppt/slides/slide5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object 2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9563100" y="7228331"/>
            <a:ext cx="195072" cy="147828"/>
          </a:xfrm>
          <a:prstGeom prst="rect">
            <a:avLst/>
          </a:prstGeom>
        </p:spPr>
      </p:pic>
      <p:sp>
        <p:nvSpPr>
          <p:cNvPr id="3" name="object 3"/>
          <p:cNvSpPr/>
          <p:nvPr/>
        </p:nvSpPr>
        <p:spPr>
          <a:xfrm>
            <a:off x="1760219" y="1328927"/>
            <a:ext cx="218440" cy="447040"/>
          </a:xfrm>
          <a:custGeom>
            <a:avLst/>
            <a:gdLst/>
            <a:ahLst/>
            <a:cxnLst/>
            <a:rect l="l" t="t" r="r" b="b"/>
            <a:pathLst>
              <a:path w="218439" h="447039">
                <a:moveTo>
                  <a:pt x="217931" y="446532"/>
                </a:moveTo>
                <a:lnTo>
                  <a:pt x="0" y="446532"/>
                </a:lnTo>
                <a:lnTo>
                  <a:pt x="0" y="400812"/>
                </a:lnTo>
                <a:lnTo>
                  <a:pt x="80771" y="400812"/>
                </a:lnTo>
                <a:lnTo>
                  <a:pt x="80771" y="102108"/>
                </a:lnTo>
                <a:lnTo>
                  <a:pt x="0" y="102108"/>
                </a:lnTo>
                <a:lnTo>
                  <a:pt x="0" y="62484"/>
                </a:lnTo>
                <a:lnTo>
                  <a:pt x="21407" y="61626"/>
                </a:lnTo>
                <a:lnTo>
                  <a:pt x="39814" y="59055"/>
                </a:lnTo>
                <a:lnTo>
                  <a:pt x="77081" y="41362"/>
                </a:lnTo>
                <a:lnTo>
                  <a:pt x="91439" y="0"/>
                </a:lnTo>
                <a:lnTo>
                  <a:pt x="138683" y="0"/>
                </a:lnTo>
                <a:lnTo>
                  <a:pt x="138683" y="400812"/>
                </a:lnTo>
                <a:lnTo>
                  <a:pt x="217931" y="400812"/>
                </a:lnTo>
                <a:lnTo>
                  <a:pt x="217931" y="446532"/>
                </a:lnTo>
                <a:close/>
              </a:path>
            </a:pathLst>
          </a:custGeom>
          <a:solidFill>
            <a:srgbClr val="3333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" name="object 4"/>
          <p:cNvSpPr/>
          <p:nvPr/>
        </p:nvSpPr>
        <p:spPr>
          <a:xfrm>
            <a:off x="2084832" y="1690116"/>
            <a:ext cx="71755" cy="85725"/>
          </a:xfrm>
          <a:custGeom>
            <a:avLst/>
            <a:gdLst/>
            <a:ahLst/>
            <a:cxnLst/>
            <a:rect l="l" t="t" r="r" b="b"/>
            <a:pathLst>
              <a:path w="71755" h="85725">
                <a:moveTo>
                  <a:pt x="71627" y="85343"/>
                </a:moveTo>
                <a:lnTo>
                  <a:pt x="0" y="85343"/>
                </a:lnTo>
                <a:lnTo>
                  <a:pt x="0" y="0"/>
                </a:lnTo>
                <a:lnTo>
                  <a:pt x="71627" y="0"/>
                </a:lnTo>
                <a:lnTo>
                  <a:pt x="71627" y="85343"/>
                </a:lnTo>
                <a:close/>
              </a:path>
            </a:pathLst>
          </a:custGeom>
          <a:solidFill>
            <a:srgbClr val="3333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" name="object 5"/>
          <p:cNvSpPr/>
          <p:nvPr/>
        </p:nvSpPr>
        <p:spPr>
          <a:xfrm>
            <a:off x="2244852" y="1321307"/>
            <a:ext cx="276225" cy="454659"/>
          </a:xfrm>
          <a:custGeom>
            <a:avLst/>
            <a:gdLst/>
            <a:ahLst/>
            <a:cxnLst/>
            <a:rect l="l" t="t" r="r" b="b"/>
            <a:pathLst>
              <a:path w="276225" h="454660">
                <a:moveTo>
                  <a:pt x="275843" y="454151"/>
                </a:moveTo>
                <a:lnTo>
                  <a:pt x="0" y="454151"/>
                </a:lnTo>
                <a:lnTo>
                  <a:pt x="0" y="391667"/>
                </a:lnTo>
                <a:lnTo>
                  <a:pt x="29336" y="364426"/>
                </a:lnTo>
                <a:lnTo>
                  <a:pt x="43291" y="351162"/>
                </a:lnTo>
                <a:lnTo>
                  <a:pt x="56387" y="338327"/>
                </a:lnTo>
                <a:lnTo>
                  <a:pt x="69842" y="325493"/>
                </a:lnTo>
                <a:lnTo>
                  <a:pt x="82867" y="312229"/>
                </a:lnTo>
                <a:lnTo>
                  <a:pt x="131349" y="258079"/>
                </a:lnTo>
                <a:lnTo>
                  <a:pt x="165639" y="213407"/>
                </a:lnTo>
                <a:lnTo>
                  <a:pt x="185666" y="177903"/>
                </a:lnTo>
                <a:lnTo>
                  <a:pt x="196595" y="124967"/>
                </a:lnTo>
                <a:lnTo>
                  <a:pt x="196072" y="116109"/>
                </a:lnTo>
                <a:lnTo>
                  <a:pt x="178927" y="74961"/>
                </a:lnTo>
                <a:lnTo>
                  <a:pt x="142470" y="54387"/>
                </a:lnTo>
                <a:lnTo>
                  <a:pt x="120395" y="51815"/>
                </a:lnTo>
                <a:lnTo>
                  <a:pt x="112371" y="52077"/>
                </a:lnTo>
                <a:lnTo>
                  <a:pt x="71627" y="59626"/>
                </a:lnTo>
                <a:lnTo>
                  <a:pt x="24383" y="82295"/>
                </a:lnTo>
                <a:lnTo>
                  <a:pt x="18287" y="86867"/>
                </a:lnTo>
                <a:lnTo>
                  <a:pt x="13715" y="89915"/>
                </a:lnTo>
                <a:lnTo>
                  <a:pt x="10667" y="89915"/>
                </a:lnTo>
                <a:lnTo>
                  <a:pt x="10667" y="25908"/>
                </a:lnTo>
                <a:lnTo>
                  <a:pt x="60960" y="9143"/>
                </a:lnTo>
                <a:lnTo>
                  <a:pt x="109823" y="571"/>
                </a:lnTo>
                <a:lnTo>
                  <a:pt x="124967" y="0"/>
                </a:lnTo>
                <a:lnTo>
                  <a:pt x="154138" y="2024"/>
                </a:lnTo>
                <a:lnTo>
                  <a:pt x="202763" y="18645"/>
                </a:lnTo>
                <a:lnTo>
                  <a:pt x="237624" y="51196"/>
                </a:lnTo>
                <a:lnTo>
                  <a:pt x="255293" y="95678"/>
                </a:lnTo>
                <a:lnTo>
                  <a:pt x="257555" y="121919"/>
                </a:lnTo>
                <a:lnTo>
                  <a:pt x="257032" y="135112"/>
                </a:lnTo>
                <a:lnTo>
                  <a:pt x="247769" y="181832"/>
                </a:lnTo>
                <a:lnTo>
                  <a:pt x="228695" y="221218"/>
                </a:lnTo>
                <a:lnTo>
                  <a:pt x="191071" y="268986"/>
                </a:lnTo>
                <a:lnTo>
                  <a:pt x="159472" y="303156"/>
                </a:lnTo>
                <a:lnTo>
                  <a:pt x="128087" y="334541"/>
                </a:lnTo>
                <a:lnTo>
                  <a:pt x="111251" y="350519"/>
                </a:lnTo>
                <a:lnTo>
                  <a:pt x="94964" y="366569"/>
                </a:lnTo>
                <a:lnTo>
                  <a:pt x="67532" y="392953"/>
                </a:lnTo>
                <a:lnTo>
                  <a:pt x="56387" y="403859"/>
                </a:lnTo>
                <a:lnTo>
                  <a:pt x="275843" y="403859"/>
                </a:lnTo>
                <a:lnTo>
                  <a:pt x="275843" y="454151"/>
                </a:lnTo>
                <a:close/>
              </a:path>
            </a:pathLst>
          </a:custGeom>
          <a:solidFill>
            <a:srgbClr val="3333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" name="object 6"/>
          <p:cNvSpPr/>
          <p:nvPr/>
        </p:nvSpPr>
        <p:spPr>
          <a:xfrm>
            <a:off x="2604516" y="1690116"/>
            <a:ext cx="71755" cy="85725"/>
          </a:xfrm>
          <a:custGeom>
            <a:avLst/>
            <a:gdLst/>
            <a:ahLst/>
            <a:cxnLst/>
            <a:rect l="l" t="t" r="r" b="b"/>
            <a:pathLst>
              <a:path w="71755" h="85725">
                <a:moveTo>
                  <a:pt x="71627" y="85343"/>
                </a:moveTo>
                <a:lnTo>
                  <a:pt x="0" y="85343"/>
                </a:lnTo>
                <a:lnTo>
                  <a:pt x="0" y="0"/>
                </a:lnTo>
                <a:lnTo>
                  <a:pt x="71627" y="0"/>
                </a:lnTo>
                <a:lnTo>
                  <a:pt x="71627" y="85343"/>
                </a:lnTo>
                <a:close/>
              </a:path>
            </a:pathLst>
          </a:custGeom>
          <a:solidFill>
            <a:srgbClr val="3333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" name="object 7"/>
          <p:cNvSpPr/>
          <p:nvPr/>
        </p:nvSpPr>
        <p:spPr>
          <a:xfrm>
            <a:off x="2761488" y="1321308"/>
            <a:ext cx="271780" cy="463550"/>
          </a:xfrm>
          <a:custGeom>
            <a:avLst/>
            <a:gdLst/>
            <a:ahLst/>
            <a:cxnLst/>
            <a:rect l="l" t="t" r="r" b="b"/>
            <a:pathLst>
              <a:path w="271780" h="463550">
                <a:moveTo>
                  <a:pt x="121920" y="463296"/>
                </a:moveTo>
                <a:lnTo>
                  <a:pt x="72628" y="458795"/>
                </a:lnTo>
                <a:lnTo>
                  <a:pt x="25336" y="446341"/>
                </a:lnTo>
                <a:lnTo>
                  <a:pt x="0" y="435863"/>
                </a:lnTo>
                <a:lnTo>
                  <a:pt x="0" y="373379"/>
                </a:lnTo>
                <a:lnTo>
                  <a:pt x="4572" y="373379"/>
                </a:lnTo>
                <a:lnTo>
                  <a:pt x="14573" y="380214"/>
                </a:lnTo>
                <a:lnTo>
                  <a:pt x="26289" y="386905"/>
                </a:lnTo>
                <a:lnTo>
                  <a:pt x="70866" y="405050"/>
                </a:lnTo>
                <a:lnTo>
                  <a:pt x="118872" y="411479"/>
                </a:lnTo>
                <a:lnTo>
                  <a:pt x="128016" y="411170"/>
                </a:lnTo>
                <a:lnTo>
                  <a:pt x="172402" y="398525"/>
                </a:lnTo>
                <a:lnTo>
                  <a:pt x="200501" y="365879"/>
                </a:lnTo>
                <a:lnTo>
                  <a:pt x="210312" y="318515"/>
                </a:lnTo>
                <a:lnTo>
                  <a:pt x="209978" y="306538"/>
                </a:lnTo>
                <a:lnTo>
                  <a:pt x="194691" y="264223"/>
                </a:lnTo>
                <a:lnTo>
                  <a:pt x="162544" y="243339"/>
                </a:lnTo>
                <a:lnTo>
                  <a:pt x="117348" y="237743"/>
                </a:lnTo>
                <a:lnTo>
                  <a:pt x="91440" y="237743"/>
                </a:lnTo>
                <a:lnTo>
                  <a:pt x="91440" y="187451"/>
                </a:lnTo>
                <a:lnTo>
                  <a:pt x="111252" y="187451"/>
                </a:lnTo>
                <a:lnTo>
                  <a:pt x="130706" y="186308"/>
                </a:lnTo>
                <a:lnTo>
                  <a:pt x="176784" y="169163"/>
                </a:lnTo>
                <a:lnTo>
                  <a:pt x="201001" y="130159"/>
                </a:lnTo>
                <a:lnTo>
                  <a:pt x="202692" y="112775"/>
                </a:lnTo>
                <a:lnTo>
                  <a:pt x="202144" y="105036"/>
                </a:lnTo>
                <a:lnTo>
                  <a:pt x="185928" y="70103"/>
                </a:lnTo>
                <a:lnTo>
                  <a:pt x="178308" y="65531"/>
                </a:lnTo>
                <a:lnTo>
                  <a:pt x="172569" y="61507"/>
                </a:lnTo>
                <a:lnTo>
                  <a:pt x="132064" y="51863"/>
                </a:lnTo>
                <a:lnTo>
                  <a:pt x="124968" y="51815"/>
                </a:lnTo>
                <a:lnTo>
                  <a:pt x="116728" y="52077"/>
                </a:lnTo>
                <a:lnTo>
                  <a:pt x="75628" y="59626"/>
                </a:lnTo>
                <a:lnTo>
                  <a:pt x="35052" y="77723"/>
                </a:lnTo>
                <a:lnTo>
                  <a:pt x="28956" y="82295"/>
                </a:lnTo>
                <a:lnTo>
                  <a:pt x="21336" y="86867"/>
                </a:lnTo>
                <a:lnTo>
                  <a:pt x="16764" y="89915"/>
                </a:lnTo>
                <a:lnTo>
                  <a:pt x="12192" y="89915"/>
                </a:lnTo>
                <a:lnTo>
                  <a:pt x="12192" y="27431"/>
                </a:lnTo>
                <a:lnTo>
                  <a:pt x="49482" y="12215"/>
                </a:lnTo>
                <a:lnTo>
                  <a:pt x="98107" y="2095"/>
                </a:lnTo>
                <a:lnTo>
                  <a:pt x="129540" y="0"/>
                </a:lnTo>
                <a:lnTo>
                  <a:pt x="143851" y="309"/>
                </a:lnTo>
                <a:lnTo>
                  <a:pt x="192500" y="9810"/>
                </a:lnTo>
                <a:lnTo>
                  <a:pt x="231981" y="32432"/>
                </a:lnTo>
                <a:lnTo>
                  <a:pt x="256984" y="70032"/>
                </a:lnTo>
                <a:lnTo>
                  <a:pt x="262128" y="106679"/>
                </a:lnTo>
                <a:lnTo>
                  <a:pt x="260675" y="124634"/>
                </a:lnTo>
                <a:lnTo>
                  <a:pt x="237744" y="172211"/>
                </a:lnTo>
                <a:lnTo>
                  <a:pt x="196381" y="202430"/>
                </a:lnTo>
                <a:lnTo>
                  <a:pt x="179832" y="207263"/>
                </a:lnTo>
                <a:lnTo>
                  <a:pt x="179832" y="211835"/>
                </a:lnTo>
                <a:lnTo>
                  <a:pt x="218074" y="224694"/>
                </a:lnTo>
                <a:lnTo>
                  <a:pt x="252603" y="254317"/>
                </a:lnTo>
                <a:lnTo>
                  <a:pt x="268986" y="295465"/>
                </a:lnTo>
                <a:lnTo>
                  <a:pt x="271272" y="321563"/>
                </a:lnTo>
                <a:lnTo>
                  <a:pt x="270676" y="337018"/>
                </a:lnTo>
                <a:lnTo>
                  <a:pt x="260604" y="377952"/>
                </a:lnTo>
                <a:lnTo>
                  <a:pt x="240458" y="412456"/>
                </a:lnTo>
                <a:lnTo>
                  <a:pt x="210312" y="440245"/>
                </a:lnTo>
                <a:lnTo>
                  <a:pt x="170354" y="457509"/>
                </a:lnTo>
                <a:lnTo>
                  <a:pt x="139398" y="462700"/>
                </a:lnTo>
                <a:lnTo>
                  <a:pt x="121920" y="463296"/>
                </a:lnTo>
                <a:close/>
              </a:path>
            </a:pathLst>
          </a:custGeom>
          <a:solidFill>
            <a:srgbClr val="3333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3296411" y="1368551"/>
            <a:ext cx="546100" cy="388620"/>
          </a:xfrm>
          <a:custGeom>
            <a:avLst/>
            <a:gdLst/>
            <a:ahLst/>
            <a:cxnLst/>
            <a:rect l="l" t="t" r="r" b="b"/>
            <a:pathLst>
              <a:path w="546100" h="388619">
                <a:moveTo>
                  <a:pt x="80772" y="54864"/>
                </a:moveTo>
                <a:lnTo>
                  <a:pt x="59436" y="33528"/>
                </a:lnTo>
                <a:lnTo>
                  <a:pt x="411480" y="33528"/>
                </a:lnTo>
                <a:lnTo>
                  <a:pt x="445008" y="0"/>
                </a:lnTo>
                <a:lnTo>
                  <a:pt x="492252" y="48768"/>
                </a:lnTo>
                <a:lnTo>
                  <a:pt x="135636" y="48768"/>
                </a:lnTo>
                <a:lnTo>
                  <a:pt x="121920" y="49077"/>
                </a:lnTo>
                <a:lnTo>
                  <a:pt x="108204" y="50101"/>
                </a:lnTo>
                <a:lnTo>
                  <a:pt x="94488" y="51982"/>
                </a:lnTo>
                <a:lnTo>
                  <a:pt x="80772" y="54864"/>
                </a:lnTo>
                <a:close/>
              </a:path>
              <a:path w="546100" h="388619">
                <a:moveTo>
                  <a:pt x="21336" y="388620"/>
                </a:moveTo>
                <a:lnTo>
                  <a:pt x="0" y="365760"/>
                </a:lnTo>
                <a:lnTo>
                  <a:pt x="445008" y="365760"/>
                </a:lnTo>
                <a:lnTo>
                  <a:pt x="487680" y="323088"/>
                </a:lnTo>
                <a:lnTo>
                  <a:pt x="545592" y="381000"/>
                </a:lnTo>
                <a:lnTo>
                  <a:pt x="80772" y="381000"/>
                </a:lnTo>
                <a:lnTo>
                  <a:pt x="64841" y="381333"/>
                </a:lnTo>
                <a:lnTo>
                  <a:pt x="49339" y="382524"/>
                </a:lnTo>
                <a:lnTo>
                  <a:pt x="34694" y="384857"/>
                </a:lnTo>
                <a:lnTo>
                  <a:pt x="21336" y="388620"/>
                </a:lnTo>
                <a:close/>
              </a:path>
            </a:pathLst>
          </a:custGeom>
          <a:solidFill>
            <a:srgbClr val="3333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3906011" y="1280159"/>
            <a:ext cx="554990" cy="554990"/>
          </a:xfrm>
          <a:custGeom>
            <a:avLst/>
            <a:gdLst/>
            <a:ahLst/>
            <a:cxnLst/>
            <a:rect l="l" t="t" r="r" b="b"/>
            <a:pathLst>
              <a:path w="554989" h="554989">
                <a:moveTo>
                  <a:pt x="504444" y="281940"/>
                </a:moveTo>
                <a:lnTo>
                  <a:pt x="467344" y="259151"/>
                </a:lnTo>
                <a:lnTo>
                  <a:pt x="433959" y="232219"/>
                </a:lnTo>
                <a:lnTo>
                  <a:pt x="404574" y="201572"/>
                </a:lnTo>
                <a:lnTo>
                  <a:pt x="379476" y="167640"/>
                </a:lnTo>
                <a:lnTo>
                  <a:pt x="357473" y="130516"/>
                </a:lnTo>
                <a:lnTo>
                  <a:pt x="339471" y="90106"/>
                </a:lnTo>
                <a:lnTo>
                  <a:pt x="325469" y="46553"/>
                </a:lnTo>
                <a:lnTo>
                  <a:pt x="315468" y="0"/>
                </a:lnTo>
                <a:lnTo>
                  <a:pt x="361188" y="19812"/>
                </a:lnTo>
                <a:lnTo>
                  <a:pt x="341376" y="32004"/>
                </a:lnTo>
                <a:lnTo>
                  <a:pt x="357092" y="76533"/>
                </a:lnTo>
                <a:lnTo>
                  <a:pt x="376809" y="116205"/>
                </a:lnTo>
                <a:lnTo>
                  <a:pt x="400526" y="150733"/>
                </a:lnTo>
                <a:lnTo>
                  <a:pt x="428244" y="179832"/>
                </a:lnTo>
                <a:lnTo>
                  <a:pt x="458509" y="203549"/>
                </a:lnTo>
                <a:lnTo>
                  <a:pt x="521898" y="235553"/>
                </a:lnTo>
                <a:lnTo>
                  <a:pt x="554735" y="243840"/>
                </a:lnTo>
                <a:lnTo>
                  <a:pt x="554735" y="251460"/>
                </a:lnTo>
                <a:lnTo>
                  <a:pt x="537876" y="255150"/>
                </a:lnTo>
                <a:lnTo>
                  <a:pt x="523875" y="261556"/>
                </a:lnTo>
                <a:lnTo>
                  <a:pt x="512730" y="270533"/>
                </a:lnTo>
                <a:lnTo>
                  <a:pt x="504444" y="281940"/>
                </a:lnTo>
                <a:close/>
              </a:path>
              <a:path w="554989" h="554989">
                <a:moveTo>
                  <a:pt x="4572" y="301752"/>
                </a:moveTo>
                <a:lnTo>
                  <a:pt x="0" y="294132"/>
                </a:lnTo>
                <a:lnTo>
                  <a:pt x="30003" y="267866"/>
                </a:lnTo>
                <a:lnTo>
                  <a:pt x="58293" y="239458"/>
                </a:lnTo>
                <a:lnTo>
                  <a:pt x="84867" y="209049"/>
                </a:lnTo>
                <a:lnTo>
                  <a:pt x="109728" y="176784"/>
                </a:lnTo>
                <a:lnTo>
                  <a:pt x="132897" y="140779"/>
                </a:lnTo>
                <a:lnTo>
                  <a:pt x="154495" y="101346"/>
                </a:lnTo>
                <a:lnTo>
                  <a:pt x="174664" y="58483"/>
                </a:lnTo>
                <a:lnTo>
                  <a:pt x="193548" y="12192"/>
                </a:lnTo>
                <a:lnTo>
                  <a:pt x="240792" y="48768"/>
                </a:lnTo>
                <a:lnTo>
                  <a:pt x="219456" y="59436"/>
                </a:lnTo>
                <a:lnTo>
                  <a:pt x="199191" y="97155"/>
                </a:lnTo>
                <a:lnTo>
                  <a:pt x="177355" y="132588"/>
                </a:lnTo>
                <a:lnTo>
                  <a:pt x="154090" y="165735"/>
                </a:lnTo>
                <a:lnTo>
                  <a:pt x="129540" y="196596"/>
                </a:lnTo>
                <a:lnTo>
                  <a:pt x="103798" y="225456"/>
                </a:lnTo>
                <a:lnTo>
                  <a:pt x="74485" y="252603"/>
                </a:lnTo>
                <a:lnTo>
                  <a:pt x="41457" y="278034"/>
                </a:lnTo>
                <a:lnTo>
                  <a:pt x="4572" y="301752"/>
                </a:lnTo>
                <a:close/>
              </a:path>
              <a:path w="554989" h="554989">
                <a:moveTo>
                  <a:pt x="118872" y="263652"/>
                </a:moveTo>
                <a:lnTo>
                  <a:pt x="100584" y="243840"/>
                </a:lnTo>
                <a:lnTo>
                  <a:pt x="373380" y="243840"/>
                </a:lnTo>
                <a:lnTo>
                  <a:pt x="397764" y="220980"/>
                </a:lnTo>
                <a:lnTo>
                  <a:pt x="429768" y="254508"/>
                </a:lnTo>
                <a:lnTo>
                  <a:pt x="423672" y="259080"/>
                </a:lnTo>
                <a:lnTo>
                  <a:pt x="141732" y="259080"/>
                </a:lnTo>
                <a:lnTo>
                  <a:pt x="118872" y="263652"/>
                </a:lnTo>
                <a:close/>
              </a:path>
              <a:path w="554989" h="554989">
                <a:moveTo>
                  <a:pt x="30479" y="554736"/>
                </a:moveTo>
                <a:lnTo>
                  <a:pt x="25908" y="545592"/>
                </a:lnTo>
                <a:lnTo>
                  <a:pt x="75318" y="516993"/>
                </a:lnTo>
                <a:lnTo>
                  <a:pt x="116014" y="485965"/>
                </a:lnTo>
                <a:lnTo>
                  <a:pt x="147851" y="452366"/>
                </a:lnTo>
                <a:lnTo>
                  <a:pt x="170688" y="416052"/>
                </a:lnTo>
                <a:lnTo>
                  <a:pt x="187237" y="377809"/>
                </a:lnTo>
                <a:lnTo>
                  <a:pt x="200215" y="338709"/>
                </a:lnTo>
                <a:lnTo>
                  <a:pt x="209478" y="299037"/>
                </a:lnTo>
                <a:lnTo>
                  <a:pt x="214884" y="259080"/>
                </a:lnTo>
                <a:lnTo>
                  <a:pt x="252984" y="259080"/>
                </a:lnTo>
                <a:lnTo>
                  <a:pt x="244173" y="308514"/>
                </a:lnTo>
                <a:lnTo>
                  <a:pt x="231648" y="353949"/>
                </a:lnTo>
                <a:lnTo>
                  <a:pt x="215693" y="395382"/>
                </a:lnTo>
                <a:lnTo>
                  <a:pt x="196596" y="432816"/>
                </a:lnTo>
                <a:lnTo>
                  <a:pt x="169997" y="466224"/>
                </a:lnTo>
                <a:lnTo>
                  <a:pt x="133540" y="497776"/>
                </a:lnTo>
                <a:lnTo>
                  <a:pt x="87082" y="527327"/>
                </a:lnTo>
                <a:lnTo>
                  <a:pt x="30479" y="554736"/>
                </a:lnTo>
                <a:close/>
              </a:path>
              <a:path w="554989" h="554989">
                <a:moveTo>
                  <a:pt x="386919" y="497109"/>
                </a:moveTo>
                <a:lnTo>
                  <a:pt x="318992" y="497109"/>
                </a:lnTo>
                <a:lnTo>
                  <a:pt x="330708" y="496824"/>
                </a:lnTo>
                <a:lnTo>
                  <a:pt x="339280" y="494252"/>
                </a:lnTo>
                <a:lnTo>
                  <a:pt x="363593" y="445960"/>
                </a:lnTo>
                <a:lnTo>
                  <a:pt x="368617" y="403098"/>
                </a:lnTo>
                <a:lnTo>
                  <a:pt x="373356" y="340804"/>
                </a:lnTo>
                <a:lnTo>
                  <a:pt x="377952" y="259080"/>
                </a:lnTo>
                <a:lnTo>
                  <a:pt x="423672" y="259080"/>
                </a:lnTo>
                <a:lnTo>
                  <a:pt x="411480" y="268223"/>
                </a:lnTo>
                <a:lnTo>
                  <a:pt x="409090" y="338084"/>
                </a:lnTo>
                <a:lnTo>
                  <a:pt x="405530" y="395874"/>
                </a:lnTo>
                <a:lnTo>
                  <a:pt x="400726" y="441594"/>
                </a:lnTo>
                <a:lnTo>
                  <a:pt x="394606" y="475244"/>
                </a:lnTo>
                <a:lnTo>
                  <a:pt x="387096" y="496824"/>
                </a:lnTo>
                <a:lnTo>
                  <a:pt x="386919" y="497109"/>
                </a:lnTo>
                <a:close/>
              </a:path>
              <a:path w="554989" h="554989">
                <a:moveTo>
                  <a:pt x="320040" y="553212"/>
                </a:moveTo>
                <a:lnTo>
                  <a:pt x="313420" y="535209"/>
                </a:lnTo>
                <a:lnTo>
                  <a:pt x="300228" y="520065"/>
                </a:lnTo>
                <a:lnTo>
                  <a:pt x="280177" y="507777"/>
                </a:lnTo>
                <a:lnTo>
                  <a:pt x="252984" y="498348"/>
                </a:lnTo>
                <a:lnTo>
                  <a:pt x="252984" y="487679"/>
                </a:lnTo>
                <a:lnTo>
                  <a:pt x="280130" y="492537"/>
                </a:lnTo>
                <a:lnTo>
                  <a:pt x="302133" y="495681"/>
                </a:lnTo>
                <a:lnTo>
                  <a:pt x="318992" y="497109"/>
                </a:lnTo>
                <a:lnTo>
                  <a:pt x="386919" y="497109"/>
                </a:lnTo>
                <a:lnTo>
                  <a:pt x="375975" y="514850"/>
                </a:lnTo>
                <a:lnTo>
                  <a:pt x="360997" y="530161"/>
                </a:lnTo>
                <a:lnTo>
                  <a:pt x="342304" y="542901"/>
                </a:lnTo>
                <a:lnTo>
                  <a:pt x="320040" y="553212"/>
                </a:lnTo>
                <a:close/>
              </a:path>
            </a:pathLst>
          </a:custGeom>
          <a:solidFill>
            <a:srgbClr val="3333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4541520" y="1295400"/>
            <a:ext cx="515620" cy="523240"/>
          </a:xfrm>
          <a:custGeom>
            <a:avLst/>
            <a:gdLst/>
            <a:ahLst/>
            <a:cxnLst/>
            <a:rect l="l" t="t" r="r" b="b"/>
            <a:pathLst>
              <a:path w="515620" h="523239">
                <a:moveTo>
                  <a:pt x="33527" y="522731"/>
                </a:moveTo>
                <a:lnTo>
                  <a:pt x="0" y="492251"/>
                </a:lnTo>
                <a:lnTo>
                  <a:pt x="15239" y="478536"/>
                </a:lnTo>
                <a:lnTo>
                  <a:pt x="15239" y="144779"/>
                </a:lnTo>
                <a:lnTo>
                  <a:pt x="14978" y="112514"/>
                </a:lnTo>
                <a:lnTo>
                  <a:pt x="14287" y="79819"/>
                </a:lnTo>
                <a:lnTo>
                  <a:pt x="12191" y="13715"/>
                </a:lnTo>
                <a:lnTo>
                  <a:pt x="48767" y="33527"/>
                </a:lnTo>
                <a:lnTo>
                  <a:pt x="416052" y="33527"/>
                </a:lnTo>
                <a:lnTo>
                  <a:pt x="452627" y="0"/>
                </a:lnTo>
                <a:lnTo>
                  <a:pt x="495300" y="47243"/>
                </a:lnTo>
                <a:lnTo>
                  <a:pt x="330707" y="47243"/>
                </a:lnTo>
                <a:lnTo>
                  <a:pt x="330707" y="333755"/>
                </a:lnTo>
                <a:lnTo>
                  <a:pt x="332398" y="353758"/>
                </a:lnTo>
                <a:lnTo>
                  <a:pt x="337375" y="368045"/>
                </a:lnTo>
                <a:lnTo>
                  <a:pt x="345495" y="376618"/>
                </a:lnTo>
                <a:lnTo>
                  <a:pt x="356615" y="379475"/>
                </a:lnTo>
                <a:lnTo>
                  <a:pt x="422148" y="379475"/>
                </a:lnTo>
                <a:lnTo>
                  <a:pt x="448055" y="339851"/>
                </a:lnTo>
                <a:lnTo>
                  <a:pt x="452627" y="266699"/>
                </a:lnTo>
                <a:lnTo>
                  <a:pt x="464820" y="266699"/>
                </a:lnTo>
                <a:lnTo>
                  <a:pt x="467867" y="335279"/>
                </a:lnTo>
                <a:lnTo>
                  <a:pt x="498348" y="371855"/>
                </a:lnTo>
                <a:lnTo>
                  <a:pt x="486584" y="387810"/>
                </a:lnTo>
                <a:lnTo>
                  <a:pt x="471678" y="398907"/>
                </a:lnTo>
                <a:lnTo>
                  <a:pt x="453342" y="404860"/>
                </a:lnTo>
                <a:lnTo>
                  <a:pt x="431291" y="405384"/>
                </a:lnTo>
                <a:lnTo>
                  <a:pt x="342900" y="405384"/>
                </a:lnTo>
                <a:lnTo>
                  <a:pt x="322945" y="401359"/>
                </a:lnTo>
                <a:lnTo>
                  <a:pt x="308991" y="391477"/>
                </a:lnTo>
                <a:lnTo>
                  <a:pt x="301323" y="375594"/>
                </a:lnTo>
                <a:lnTo>
                  <a:pt x="300227" y="353567"/>
                </a:lnTo>
                <a:lnTo>
                  <a:pt x="300227" y="47243"/>
                </a:lnTo>
                <a:lnTo>
                  <a:pt x="199644" y="47243"/>
                </a:lnTo>
                <a:lnTo>
                  <a:pt x="198310" y="120205"/>
                </a:lnTo>
                <a:lnTo>
                  <a:pt x="193547" y="187451"/>
                </a:lnTo>
                <a:lnTo>
                  <a:pt x="184213" y="249935"/>
                </a:lnTo>
                <a:lnTo>
                  <a:pt x="164591" y="312419"/>
                </a:lnTo>
                <a:lnTo>
                  <a:pt x="130301" y="375094"/>
                </a:lnTo>
                <a:lnTo>
                  <a:pt x="106298" y="406931"/>
                </a:lnTo>
                <a:lnTo>
                  <a:pt x="77723" y="438911"/>
                </a:lnTo>
                <a:lnTo>
                  <a:pt x="70103" y="432815"/>
                </a:lnTo>
                <a:lnTo>
                  <a:pt x="92154" y="399621"/>
                </a:lnTo>
                <a:lnTo>
                  <a:pt x="110489" y="368427"/>
                </a:lnTo>
                <a:lnTo>
                  <a:pt x="137159" y="310896"/>
                </a:lnTo>
                <a:lnTo>
                  <a:pt x="152018" y="253746"/>
                </a:lnTo>
                <a:lnTo>
                  <a:pt x="160019" y="192023"/>
                </a:lnTo>
                <a:lnTo>
                  <a:pt x="164782" y="124205"/>
                </a:lnTo>
                <a:lnTo>
                  <a:pt x="166115" y="47243"/>
                </a:lnTo>
                <a:lnTo>
                  <a:pt x="48767" y="47243"/>
                </a:lnTo>
                <a:lnTo>
                  <a:pt x="48767" y="487679"/>
                </a:lnTo>
                <a:lnTo>
                  <a:pt x="428244" y="487679"/>
                </a:lnTo>
                <a:lnTo>
                  <a:pt x="464820" y="451103"/>
                </a:lnTo>
                <a:lnTo>
                  <a:pt x="515111" y="501395"/>
                </a:lnTo>
                <a:lnTo>
                  <a:pt x="50291" y="501395"/>
                </a:lnTo>
                <a:lnTo>
                  <a:pt x="33527" y="522731"/>
                </a:lnTo>
                <a:close/>
              </a:path>
            </a:pathLst>
          </a:custGeom>
          <a:solidFill>
            <a:srgbClr val="3333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5123688" y="1299971"/>
            <a:ext cx="561340" cy="525780"/>
          </a:xfrm>
          <a:custGeom>
            <a:avLst/>
            <a:gdLst/>
            <a:ahLst/>
            <a:cxnLst/>
            <a:rect l="l" t="t" r="r" b="b"/>
            <a:pathLst>
              <a:path w="561339" h="525780">
                <a:moveTo>
                  <a:pt x="332231" y="50292"/>
                </a:moveTo>
                <a:lnTo>
                  <a:pt x="310895" y="28956"/>
                </a:lnTo>
                <a:lnTo>
                  <a:pt x="478535" y="28956"/>
                </a:lnTo>
                <a:lnTo>
                  <a:pt x="495299" y="6096"/>
                </a:lnTo>
                <a:lnTo>
                  <a:pt x="530351" y="35052"/>
                </a:lnTo>
                <a:lnTo>
                  <a:pt x="521969" y="42672"/>
                </a:lnTo>
                <a:lnTo>
                  <a:pt x="388619" y="42672"/>
                </a:lnTo>
                <a:lnTo>
                  <a:pt x="373808" y="43219"/>
                </a:lnTo>
                <a:lnTo>
                  <a:pt x="359282" y="44767"/>
                </a:lnTo>
                <a:lnTo>
                  <a:pt x="345328" y="47172"/>
                </a:lnTo>
                <a:lnTo>
                  <a:pt x="332231" y="50292"/>
                </a:lnTo>
                <a:close/>
              </a:path>
              <a:path w="561339" h="525780">
                <a:moveTo>
                  <a:pt x="515551" y="201168"/>
                </a:moveTo>
                <a:lnTo>
                  <a:pt x="483107" y="201168"/>
                </a:lnTo>
                <a:lnTo>
                  <a:pt x="483107" y="42672"/>
                </a:lnTo>
                <a:lnTo>
                  <a:pt x="521969" y="42672"/>
                </a:lnTo>
                <a:lnTo>
                  <a:pt x="513587" y="50292"/>
                </a:lnTo>
                <a:lnTo>
                  <a:pt x="513849" y="108037"/>
                </a:lnTo>
                <a:lnTo>
                  <a:pt x="514540" y="157924"/>
                </a:lnTo>
                <a:lnTo>
                  <a:pt x="515551" y="201168"/>
                </a:lnTo>
                <a:close/>
              </a:path>
              <a:path w="561339" h="525780">
                <a:moveTo>
                  <a:pt x="505967" y="501396"/>
                </a:moveTo>
                <a:lnTo>
                  <a:pt x="382523" y="501396"/>
                </a:lnTo>
                <a:lnTo>
                  <a:pt x="355425" y="499657"/>
                </a:lnTo>
                <a:lnTo>
                  <a:pt x="336041" y="489775"/>
                </a:lnTo>
                <a:lnTo>
                  <a:pt x="324659" y="471606"/>
                </a:lnTo>
                <a:lnTo>
                  <a:pt x="321563" y="445008"/>
                </a:lnTo>
                <a:lnTo>
                  <a:pt x="321466" y="301532"/>
                </a:lnTo>
                <a:lnTo>
                  <a:pt x="321234" y="248265"/>
                </a:lnTo>
                <a:lnTo>
                  <a:pt x="320783" y="207215"/>
                </a:lnTo>
                <a:lnTo>
                  <a:pt x="320039" y="178308"/>
                </a:lnTo>
                <a:lnTo>
                  <a:pt x="353568" y="201168"/>
                </a:lnTo>
                <a:lnTo>
                  <a:pt x="515551" y="201168"/>
                </a:lnTo>
                <a:lnTo>
                  <a:pt x="515995" y="214884"/>
                </a:lnTo>
                <a:lnTo>
                  <a:pt x="353568" y="214884"/>
                </a:lnTo>
                <a:lnTo>
                  <a:pt x="353568" y="434340"/>
                </a:lnTo>
                <a:lnTo>
                  <a:pt x="355877" y="453199"/>
                </a:lnTo>
                <a:lnTo>
                  <a:pt x="362902" y="466344"/>
                </a:lnTo>
                <a:lnTo>
                  <a:pt x="374784" y="473773"/>
                </a:lnTo>
                <a:lnTo>
                  <a:pt x="391667" y="475488"/>
                </a:lnTo>
                <a:lnTo>
                  <a:pt x="556266" y="475488"/>
                </a:lnTo>
                <a:lnTo>
                  <a:pt x="551402" y="483608"/>
                </a:lnTo>
                <a:lnTo>
                  <a:pt x="539114" y="494347"/>
                </a:lnTo>
                <a:lnTo>
                  <a:pt x="523970" y="500229"/>
                </a:lnTo>
                <a:lnTo>
                  <a:pt x="505967" y="501396"/>
                </a:lnTo>
                <a:close/>
              </a:path>
              <a:path w="561339" h="525780">
                <a:moveTo>
                  <a:pt x="483107" y="248411"/>
                </a:moveTo>
                <a:lnTo>
                  <a:pt x="483107" y="214884"/>
                </a:lnTo>
                <a:lnTo>
                  <a:pt x="515995" y="214884"/>
                </a:lnTo>
                <a:lnTo>
                  <a:pt x="516635" y="234696"/>
                </a:lnTo>
                <a:lnTo>
                  <a:pt x="483107" y="248411"/>
                </a:lnTo>
                <a:close/>
              </a:path>
              <a:path w="561339" h="525780">
                <a:moveTo>
                  <a:pt x="556266" y="475488"/>
                </a:moveTo>
                <a:lnTo>
                  <a:pt x="487679" y="475488"/>
                </a:lnTo>
                <a:lnTo>
                  <a:pt x="495990" y="474035"/>
                </a:lnTo>
                <a:lnTo>
                  <a:pt x="502729" y="469582"/>
                </a:lnTo>
                <a:lnTo>
                  <a:pt x="515683" y="417004"/>
                </a:lnTo>
                <a:lnTo>
                  <a:pt x="518159" y="361188"/>
                </a:lnTo>
                <a:lnTo>
                  <a:pt x="530351" y="361188"/>
                </a:lnTo>
                <a:lnTo>
                  <a:pt x="531494" y="405003"/>
                </a:lnTo>
                <a:lnTo>
                  <a:pt x="538329" y="449437"/>
                </a:lnTo>
                <a:lnTo>
                  <a:pt x="560831" y="467868"/>
                </a:lnTo>
                <a:lnTo>
                  <a:pt x="556266" y="475488"/>
                </a:lnTo>
                <a:close/>
              </a:path>
              <a:path w="561339" h="525780">
                <a:moveTo>
                  <a:pt x="21335" y="50292"/>
                </a:moveTo>
                <a:lnTo>
                  <a:pt x="0" y="28956"/>
                </a:lnTo>
                <a:lnTo>
                  <a:pt x="240791" y="28956"/>
                </a:lnTo>
                <a:lnTo>
                  <a:pt x="269747" y="0"/>
                </a:lnTo>
                <a:lnTo>
                  <a:pt x="307847" y="42672"/>
                </a:lnTo>
                <a:lnTo>
                  <a:pt x="77724" y="42672"/>
                </a:lnTo>
                <a:lnTo>
                  <a:pt x="62912" y="43219"/>
                </a:lnTo>
                <a:lnTo>
                  <a:pt x="48386" y="44767"/>
                </a:lnTo>
                <a:lnTo>
                  <a:pt x="34432" y="47172"/>
                </a:lnTo>
                <a:lnTo>
                  <a:pt x="21335" y="50292"/>
                </a:lnTo>
                <a:close/>
              </a:path>
              <a:path w="561339" h="525780">
                <a:moveTo>
                  <a:pt x="138683" y="118872"/>
                </a:moveTo>
                <a:lnTo>
                  <a:pt x="109727" y="118872"/>
                </a:lnTo>
                <a:lnTo>
                  <a:pt x="109727" y="42672"/>
                </a:lnTo>
                <a:lnTo>
                  <a:pt x="138683" y="42672"/>
                </a:lnTo>
                <a:lnTo>
                  <a:pt x="138683" y="118872"/>
                </a:lnTo>
                <a:close/>
              </a:path>
              <a:path w="561339" h="525780">
                <a:moveTo>
                  <a:pt x="199643" y="118872"/>
                </a:moveTo>
                <a:lnTo>
                  <a:pt x="172211" y="118872"/>
                </a:lnTo>
                <a:lnTo>
                  <a:pt x="172211" y="42672"/>
                </a:lnTo>
                <a:lnTo>
                  <a:pt x="199643" y="42672"/>
                </a:lnTo>
                <a:lnTo>
                  <a:pt x="199643" y="118872"/>
                </a:lnTo>
                <a:close/>
              </a:path>
              <a:path w="561339" h="525780">
                <a:moveTo>
                  <a:pt x="280736" y="118872"/>
                </a:moveTo>
                <a:lnTo>
                  <a:pt x="239267" y="118872"/>
                </a:lnTo>
                <a:lnTo>
                  <a:pt x="256031" y="97536"/>
                </a:lnTo>
                <a:lnTo>
                  <a:pt x="280736" y="118872"/>
                </a:lnTo>
                <a:close/>
              </a:path>
              <a:path w="561339" h="525780">
                <a:moveTo>
                  <a:pt x="35051" y="525779"/>
                </a:moveTo>
                <a:lnTo>
                  <a:pt x="36171" y="485203"/>
                </a:lnTo>
                <a:lnTo>
                  <a:pt x="37147" y="436626"/>
                </a:lnTo>
                <a:lnTo>
                  <a:pt x="37838" y="380047"/>
                </a:lnTo>
                <a:lnTo>
                  <a:pt x="38081" y="310896"/>
                </a:lnTo>
                <a:lnTo>
                  <a:pt x="37847" y="252960"/>
                </a:lnTo>
                <a:lnTo>
                  <a:pt x="37147" y="193167"/>
                </a:lnTo>
                <a:lnTo>
                  <a:pt x="36171" y="143160"/>
                </a:lnTo>
                <a:lnTo>
                  <a:pt x="35051" y="100584"/>
                </a:lnTo>
                <a:lnTo>
                  <a:pt x="68579" y="118872"/>
                </a:lnTo>
                <a:lnTo>
                  <a:pt x="280736" y="118872"/>
                </a:lnTo>
                <a:lnTo>
                  <a:pt x="289559" y="126492"/>
                </a:lnTo>
                <a:lnTo>
                  <a:pt x="280246" y="134112"/>
                </a:lnTo>
                <a:lnTo>
                  <a:pt x="68579" y="134112"/>
                </a:lnTo>
                <a:lnTo>
                  <a:pt x="68579" y="295656"/>
                </a:lnTo>
                <a:lnTo>
                  <a:pt x="84279" y="295656"/>
                </a:lnTo>
                <a:lnTo>
                  <a:pt x="68579" y="310896"/>
                </a:lnTo>
                <a:lnTo>
                  <a:pt x="68579" y="344424"/>
                </a:lnTo>
                <a:lnTo>
                  <a:pt x="272907" y="344424"/>
                </a:lnTo>
                <a:lnTo>
                  <a:pt x="272938" y="358140"/>
                </a:lnTo>
                <a:lnTo>
                  <a:pt x="68579" y="358140"/>
                </a:lnTo>
                <a:lnTo>
                  <a:pt x="68579" y="449579"/>
                </a:lnTo>
                <a:lnTo>
                  <a:pt x="273383" y="449579"/>
                </a:lnTo>
                <a:lnTo>
                  <a:pt x="273543" y="463296"/>
                </a:lnTo>
                <a:lnTo>
                  <a:pt x="68579" y="463296"/>
                </a:lnTo>
                <a:lnTo>
                  <a:pt x="68579" y="513588"/>
                </a:lnTo>
                <a:lnTo>
                  <a:pt x="35051" y="525779"/>
                </a:lnTo>
                <a:close/>
              </a:path>
              <a:path w="561339" h="525780">
                <a:moveTo>
                  <a:pt x="84279" y="295656"/>
                </a:moveTo>
                <a:lnTo>
                  <a:pt x="68579" y="295656"/>
                </a:lnTo>
                <a:lnTo>
                  <a:pt x="86582" y="267628"/>
                </a:lnTo>
                <a:lnTo>
                  <a:pt x="99440" y="231457"/>
                </a:lnTo>
                <a:lnTo>
                  <a:pt x="107156" y="186999"/>
                </a:lnTo>
                <a:lnTo>
                  <a:pt x="109727" y="134112"/>
                </a:lnTo>
                <a:lnTo>
                  <a:pt x="138683" y="134112"/>
                </a:lnTo>
                <a:lnTo>
                  <a:pt x="134373" y="192381"/>
                </a:lnTo>
                <a:lnTo>
                  <a:pt x="121348" y="241363"/>
                </a:lnTo>
                <a:lnTo>
                  <a:pt x="99464" y="280916"/>
                </a:lnTo>
                <a:lnTo>
                  <a:pt x="84279" y="295656"/>
                </a:lnTo>
                <a:close/>
              </a:path>
              <a:path w="561339" h="525780">
                <a:moveTo>
                  <a:pt x="272907" y="344424"/>
                </a:moveTo>
                <a:lnTo>
                  <a:pt x="240791" y="344424"/>
                </a:lnTo>
                <a:lnTo>
                  <a:pt x="240791" y="291084"/>
                </a:lnTo>
                <a:lnTo>
                  <a:pt x="207263" y="291084"/>
                </a:lnTo>
                <a:lnTo>
                  <a:pt x="190642" y="288821"/>
                </a:lnTo>
                <a:lnTo>
                  <a:pt x="179450" y="282130"/>
                </a:lnTo>
                <a:lnTo>
                  <a:pt x="173402" y="271152"/>
                </a:lnTo>
                <a:lnTo>
                  <a:pt x="172211" y="256032"/>
                </a:lnTo>
                <a:lnTo>
                  <a:pt x="172211" y="134112"/>
                </a:lnTo>
                <a:lnTo>
                  <a:pt x="199643" y="134112"/>
                </a:lnTo>
                <a:lnTo>
                  <a:pt x="199643" y="243840"/>
                </a:lnTo>
                <a:lnTo>
                  <a:pt x="200763" y="252960"/>
                </a:lnTo>
                <a:lnTo>
                  <a:pt x="204025" y="259651"/>
                </a:lnTo>
                <a:lnTo>
                  <a:pt x="209288" y="263771"/>
                </a:lnTo>
                <a:lnTo>
                  <a:pt x="216407" y="265175"/>
                </a:lnTo>
                <a:lnTo>
                  <a:pt x="272820" y="265175"/>
                </a:lnTo>
                <a:lnTo>
                  <a:pt x="272907" y="344424"/>
                </a:lnTo>
                <a:close/>
              </a:path>
              <a:path w="561339" h="525780">
                <a:moveTo>
                  <a:pt x="272820" y="265175"/>
                </a:moveTo>
                <a:lnTo>
                  <a:pt x="240791" y="265175"/>
                </a:lnTo>
                <a:lnTo>
                  <a:pt x="240791" y="134112"/>
                </a:lnTo>
                <a:lnTo>
                  <a:pt x="280246" y="134112"/>
                </a:lnTo>
                <a:lnTo>
                  <a:pt x="272795" y="140208"/>
                </a:lnTo>
                <a:lnTo>
                  <a:pt x="272820" y="265175"/>
                </a:lnTo>
                <a:close/>
              </a:path>
              <a:path w="561339" h="525780">
                <a:moveTo>
                  <a:pt x="273383" y="449579"/>
                </a:moveTo>
                <a:lnTo>
                  <a:pt x="240791" y="449579"/>
                </a:lnTo>
                <a:lnTo>
                  <a:pt x="240791" y="358140"/>
                </a:lnTo>
                <a:lnTo>
                  <a:pt x="272938" y="358140"/>
                </a:lnTo>
                <a:lnTo>
                  <a:pt x="273080" y="403242"/>
                </a:lnTo>
                <a:lnTo>
                  <a:pt x="273383" y="449579"/>
                </a:lnTo>
                <a:close/>
              </a:path>
              <a:path w="561339" h="525780">
                <a:moveTo>
                  <a:pt x="240791" y="524255"/>
                </a:moveTo>
                <a:lnTo>
                  <a:pt x="240791" y="463296"/>
                </a:lnTo>
                <a:lnTo>
                  <a:pt x="273543" y="463296"/>
                </a:lnTo>
                <a:lnTo>
                  <a:pt x="273755" y="481548"/>
                </a:lnTo>
                <a:lnTo>
                  <a:pt x="274319" y="507492"/>
                </a:lnTo>
                <a:lnTo>
                  <a:pt x="240791" y="524255"/>
                </a:lnTo>
                <a:close/>
              </a:path>
            </a:pathLst>
          </a:custGeom>
          <a:solidFill>
            <a:srgbClr val="3333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1121663" y="2552700"/>
            <a:ext cx="155575" cy="155575"/>
          </a:xfrm>
          <a:custGeom>
            <a:avLst/>
            <a:gdLst/>
            <a:ahLst/>
            <a:cxnLst/>
            <a:rect l="l" t="t" r="r" b="b"/>
            <a:pathLst>
              <a:path w="155575" h="155575">
                <a:moveTo>
                  <a:pt x="155447" y="155448"/>
                </a:moveTo>
                <a:lnTo>
                  <a:pt x="0" y="155448"/>
                </a:lnTo>
                <a:lnTo>
                  <a:pt x="0" y="0"/>
                </a:lnTo>
                <a:lnTo>
                  <a:pt x="155447" y="0"/>
                </a:lnTo>
                <a:lnTo>
                  <a:pt x="155447" y="155448"/>
                </a:lnTo>
                <a:close/>
              </a:path>
            </a:pathLst>
          </a:custGeom>
          <a:solidFill>
            <a:srgbClr val="3333C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1502663" y="2365248"/>
            <a:ext cx="382905" cy="402590"/>
          </a:xfrm>
          <a:custGeom>
            <a:avLst/>
            <a:gdLst/>
            <a:ahLst/>
            <a:cxnLst/>
            <a:rect l="l" t="t" r="r" b="b"/>
            <a:pathLst>
              <a:path w="382905" h="402589">
                <a:moveTo>
                  <a:pt x="106680" y="214883"/>
                </a:moveTo>
                <a:lnTo>
                  <a:pt x="79248" y="193547"/>
                </a:lnTo>
                <a:lnTo>
                  <a:pt x="92964" y="181355"/>
                </a:lnTo>
                <a:lnTo>
                  <a:pt x="95869" y="133707"/>
                </a:lnTo>
                <a:lnTo>
                  <a:pt x="99393" y="69270"/>
                </a:lnTo>
                <a:lnTo>
                  <a:pt x="100584" y="53339"/>
                </a:lnTo>
                <a:lnTo>
                  <a:pt x="100584" y="0"/>
                </a:lnTo>
                <a:lnTo>
                  <a:pt x="141732" y="19812"/>
                </a:lnTo>
                <a:lnTo>
                  <a:pt x="128016" y="30479"/>
                </a:lnTo>
                <a:lnTo>
                  <a:pt x="123444" y="94487"/>
                </a:lnTo>
                <a:lnTo>
                  <a:pt x="372340" y="94487"/>
                </a:lnTo>
                <a:lnTo>
                  <a:pt x="382524" y="105155"/>
                </a:lnTo>
                <a:lnTo>
                  <a:pt x="123444" y="105155"/>
                </a:lnTo>
                <a:lnTo>
                  <a:pt x="118872" y="185927"/>
                </a:lnTo>
                <a:lnTo>
                  <a:pt x="364744" y="185927"/>
                </a:lnTo>
                <a:lnTo>
                  <a:pt x="368808" y="188975"/>
                </a:lnTo>
                <a:lnTo>
                  <a:pt x="360341" y="196595"/>
                </a:lnTo>
                <a:lnTo>
                  <a:pt x="120396" y="196595"/>
                </a:lnTo>
                <a:lnTo>
                  <a:pt x="106680" y="214883"/>
                </a:lnTo>
                <a:close/>
              </a:path>
              <a:path w="382905" h="402589">
                <a:moveTo>
                  <a:pt x="372340" y="94487"/>
                </a:moveTo>
                <a:lnTo>
                  <a:pt x="327660" y="94487"/>
                </a:lnTo>
                <a:lnTo>
                  <a:pt x="350520" y="71627"/>
                </a:lnTo>
                <a:lnTo>
                  <a:pt x="372340" y="94487"/>
                </a:lnTo>
                <a:close/>
              </a:path>
              <a:path w="382905" h="402589">
                <a:moveTo>
                  <a:pt x="364744" y="185927"/>
                </a:moveTo>
                <a:lnTo>
                  <a:pt x="323087" y="185927"/>
                </a:lnTo>
                <a:lnTo>
                  <a:pt x="338328" y="166115"/>
                </a:lnTo>
                <a:lnTo>
                  <a:pt x="364744" y="185927"/>
                </a:lnTo>
                <a:close/>
              </a:path>
              <a:path w="382905" h="402589">
                <a:moveTo>
                  <a:pt x="328258" y="362712"/>
                </a:moveTo>
                <a:lnTo>
                  <a:pt x="280416" y="362712"/>
                </a:lnTo>
                <a:lnTo>
                  <a:pt x="292989" y="359330"/>
                </a:lnTo>
                <a:lnTo>
                  <a:pt x="303276" y="349377"/>
                </a:lnTo>
                <a:lnTo>
                  <a:pt x="316991" y="310895"/>
                </a:lnTo>
                <a:lnTo>
                  <a:pt x="324040" y="257174"/>
                </a:lnTo>
                <a:lnTo>
                  <a:pt x="327660" y="196595"/>
                </a:lnTo>
                <a:lnTo>
                  <a:pt x="360341" y="196595"/>
                </a:lnTo>
                <a:lnTo>
                  <a:pt x="353568" y="202691"/>
                </a:lnTo>
                <a:lnTo>
                  <a:pt x="351258" y="233576"/>
                </a:lnTo>
                <a:lnTo>
                  <a:pt x="348805" y="262318"/>
                </a:lnTo>
                <a:lnTo>
                  <a:pt x="346067" y="289059"/>
                </a:lnTo>
                <a:lnTo>
                  <a:pt x="342900" y="313943"/>
                </a:lnTo>
                <a:lnTo>
                  <a:pt x="338637" y="335946"/>
                </a:lnTo>
                <a:lnTo>
                  <a:pt x="332803" y="353949"/>
                </a:lnTo>
                <a:lnTo>
                  <a:pt x="328258" y="362712"/>
                </a:lnTo>
                <a:close/>
              </a:path>
              <a:path w="382905" h="402589">
                <a:moveTo>
                  <a:pt x="15240" y="291083"/>
                </a:moveTo>
                <a:lnTo>
                  <a:pt x="0" y="275843"/>
                </a:lnTo>
                <a:lnTo>
                  <a:pt x="234695" y="275843"/>
                </a:lnTo>
                <a:lnTo>
                  <a:pt x="257556" y="252983"/>
                </a:lnTo>
                <a:lnTo>
                  <a:pt x="291083" y="284987"/>
                </a:lnTo>
                <a:lnTo>
                  <a:pt x="56388" y="284987"/>
                </a:lnTo>
                <a:lnTo>
                  <a:pt x="46101" y="285511"/>
                </a:lnTo>
                <a:lnTo>
                  <a:pt x="35814" y="286892"/>
                </a:lnTo>
                <a:lnTo>
                  <a:pt x="25527" y="288845"/>
                </a:lnTo>
                <a:lnTo>
                  <a:pt x="15240" y="291083"/>
                </a:lnTo>
                <a:close/>
              </a:path>
              <a:path w="382905" h="402589">
                <a:moveTo>
                  <a:pt x="269748" y="402336"/>
                </a:moveTo>
                <a:lnTo>
                  <a:pt x="266914" y="391215"/>
                </a:lnTo>
                <a:lnTo>
                  <a:pt x="256222" y="380809"/>
                </a:lnTo>
                <a:lnTo>
                  <a:pt x="237815" y="371260"/>
                </a:lnTo>
                <a:lnTo>
                  <a:pt x="211836" y="362712"/>
                </a:lnTo>
                <a:lnTo>
                  <a:pt x="214883" y="353568"/>
                </a:lnTo>
                <a:lnTo>
                  <a:pt x="232838" y="357568"/>
                </a:lnTo>
                <a:lnTo>
                  <a:pt x="249936" y="360426"/>
                </a:lnTo>
                <a:lnTo>
                  <a:pt x="265890" y="362140"/>
                </a:lnTo>
                <a:lnTo>
                  <a:pt x="280416" y="362712"/>
                </a:lnTo>
                <a:lnTo>
                  <a:pt x="328258" y="362712"/>
                </a:lnTo>
                <a:lnTo>
                  <a:pt x="325540" y="367950"/>
                </a:lnTo>
                <a:lnTo>
                  <a:pt x="316991" y="377952"/>
                </a:lnTo>
                <a:lnTo>
                  <a:pt x="307252" y="386262"/>
                </a:lnTo>
                <a:lnTo>
                  <a:pt x="296227" y="393001"/>
                </a:lnTo>
                <a:lnTo>
                  <a:pt x="283773" y="398311"/>
                </a:lnTo>
                <a:lnTo>
                  <a:pt x="269748" y="40233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1941576" y="2366772"/>
            <a:ext cx="401320" cy="405765"/>
          </a:xfrm>
          <a:custGeom>
            <a:avLst/>
            <a:gdLst/>
            <a:ahLst/>
            <a:cxnLst/>
            <a:rect l="l" t="t" r="r" b="b"/>
            <a:pathLst>
              <a:path w="401319" h="405764">
                <a:moveTo>
                  <a:pt x="173736" y="118872"/>
                </a:moveTo>
                <a:lnTo>
                  <a:pt x="167640" y="115824"/>
                </a:lnTo>
                <a:lnTo>
                  <a:pt x="177688" y="103822"/>
                </a:lnTo>
                <a:lnTo>
                  <a:pt x="187452" y="90678"/>
                </a:lnTo>
                <a:lnTo>
                  <a:pt x="215836" y="45219"/>
                </a:lnTo>
                <a:lnTo>
                  <a:pt x="234696" y="0"/>
                </a:lnTo>
                <a:lnTo>
                  <a:pt x="268224" y="21336"/>
                </a:lnTo>
                <a:lnTo>
                  <a:pt x="259961" y="25288"/>
                </a:lnTo>
                <a:lnTo>
                  <a:pt x="251269" y="32385"/>
                </a:lnTo>
                <a:lnTo>
                  <a:pt x="242292" y="42338"/>
                </a:lnTo>
                <a:lnTo>
                  <a:pt x="233172" y="54864"/>
                </a:lnTo>
                <a:lnTo>
                  <a:pt x="335907" y="54864"/>
                </a:lnTo>
                <a:lnTo>
                  <a:pt x="344424" y="62484"/>
                </a:lnTo>
                <a:lnTo>
                  <a:pt x="338074" y="65532"/>
                </a:lnTo>
                <a:lnTo>
                  <a:pt x="227075" y="65532"/>
                </a:lnTo>
                <a:lnTo>
                  <a:pt x="214241" y="80081"/>
                </a:lnTo>
                <a:lnTo>
                  <a:pt x="200977" y="93916"/>
                </a:lnTo>
                <a:lnTo>
                  <a:pt x="187428" y="106894"/>
                </a:lnTo>
                <a:lnTo>
                  <a:pt x="173736" y="118872"/>
                </a:lnTo>
                <a:close/>
              </a:path>
              <a:path w="401319" h="405764">
                <a:moveTo>
                  <a:pt x="12192" y="59436"/>
                </a:moveTo>
                <a:lnTo>
                  <a:pt x="10668" y="53340"/>
                </a:lnTo>
                <a:lnTo>
                  <a:pt x="27836" y="49625"/>
                </a:lnTo>
                <a:lnTo>
                  <a:pt x="45148" y="45339"/>
                </a:lnTo>
                <a:lnTo>
                  <a:pt x="98202" y="29908"/>
                </a:lnTo>
                <a:lnTo>
                  <a:pt x="140208" y="7620"/>
                </a:lnTo>
                <a:lnTo>
                  <a:pt x="166116" y="35052"/>
                </a:lnTo>
                <a:lnTo>
                  <a:pt x="154709" y="36504"/>
                </a:lnTo>
                <a:lnTo>
                  <a:pt x="141160" y="38671"/>
                </a:lnTo>
                <a:lnTo>
                  <a:pt x="125610" y="41695"/>
                </a:lnTo>
                <a:lnTo>
                  <a:pt x="108204" y="45720"/>
                </a:lnTo>
                <a:lnTo>
                  <a:pt x="108204" y="48768"/>
                </a:lnTo>
                <a:lnTo>
                  <a:pt x="85344" y="48768"/>
                </a:lnTo>
                <a:lnTo>
                  <a:pt x="66198" y="51935"/>
                </a:lnTo>
                <a:lnTo>
                  <a:pt x="47625" y="54673"/>
                </a:lnTo>
                <a:lnTo>
                  <a:pt x="12192" y="59436"/>
                </a:lnTo>
                <a:close/>
              </a:path>
              <a:path w="401319" h="405764">
                <a:moveTo>
                  <a:pt x="335907" y="54864"/>
                </a:moveTo>
                <a:lnTo>
                  <a:pt x="300228" y="54864"/>
                </a:lnTo>
                <a:lnTo>
                  <a:pt x="315468" y="36576"/>
                </a:lnTo>
                <a:lnTo>
                  <a:pt x="335907" y="54864"/>
                </a:lnTo>
                <a:close/>
              </a:path>
              <a:path w="401319" h="405764">
                <a:moveTo>
                  <a:pt x="108204" y="128016"/>
                </a:moveTo>
                <a:lnTo>
                  <a:pt x="85344" y="128016"/>
                </a:lnTo>
                <a:lnTo>
                  <a:pt x="85344" y="48768"/>
                </a:lnTo>
                <a:lnTo>
                  <a:pt x="108204" y="48768"/>
                </a:lnTo>
                <a:lnTo>
                  <a:pt x="108204" y="128016"/>
                </a:lnTo>
                <a:close/>
              </a:path>
              <a:path w="401319" h="405764">
                <a:moveTo>
                  <a:pt x="280416" y="126492"/>
                </a:moveTo>
                <a:lnTo>
                  <a:pt x="269748" y="126492"/>
                </a:lnTo>
                <a:lnTo>
                  <a:pt x="301751" y="65532"/>
                </a:lnTo>
                <a:lnTo>
                  <a:pt x="338074" y="65532"/>
                </a:lnTo>
                <a:lnTo>
                  <a:pt x="336684" y="66198"/>
                </a:lnTo>
                <a:lnTo>
                  <a:pt x="329374" y="70485"/>
                </a:lnTo>
                <a:lnTo>
                  <a:pt x="300799" y="97917"/>
                </a:lnTo>
                <a:lnTo>
                  <a:pt x="291250" y="110775"/>
                </a:lnTo>
                <a:lnTo>
                  <a:pt x="280416" y="126492"/>
                </a:lnTo>
                <a:close/>
              </a:path>
              <a:path w="401319" h="405764">
                <a:moveTo>
                  <a:pt x="18288" y="143256"/>
                </a:moveTo>
                <a:lnTo>
                  <a:pt x="3048" y="128016"/>
                </a:lnTo>
                <a:lnTo>
                  <a:pt x="121920" y="128016"/>
                </a:lnTo>
                <a:lnTo>
                  <a:pt x="141732" y="106680"/>
                </a:lnTo>
                <a:lnTo>
                  <a:pt x="172211" y="138684"/>
                </a:lnTo>
                <a:lnTo>
                  <a:pt x="60960" y="138684"/>
                </a:lnTo>
                <a:lnTo>
                  <a:pt x="49791" y="138969"/>
                </a:lnTo>
                <a:lnTo>
                  <a:pt x="39052" y="139827"/>
                </a:lnTo>
                <a:lnTo>
                  <a:pt x="28598" y="141255"/>
                </a:lnTo>
                <a:lnTo>
                  <a:pt x="18288" y="143256"/>
                </a:lnTo>
                <a:close/>
              </a:path>
              <a:path w="401319" h="405764">
                <a:moveTo>
                  <a:pt x="188975" y="141732"/>
                </a:moveTo>
                <a:lnTo>
                  <a:pt x="173736" y="126492"/>
                </a:lnTo>
                <a:lnTo>
                  <a:pt x="344424" y="126492"/>
                </a:lnTo>
                <a:lnTo>
                  <a:pt x="356616" y="108204"/>
                </a:lnTo>
                <a:lnTo>
                  <a:pt x="384048" y="129540"/>
                </a:lnTo>
                <a:lnTo>
                  <a:pt x="377190" y="135636"/>
                </a:lnTo>
                <a:lnTo>
                  <a:pt x="231648" y="135636"/>
                </a:lnTo>
                <a:lnTo>
                  <a:pt x="220479" y="136159"/>
                </a:lnTo>
                <a:lnTo>
                  <a:pt x="209740" y="137541"/>
                </a:lnTo>
                <a:lnTo>
                  <a:pt x="199286" y="139493"/>
                </a:lnTo>
                <a:lnTo>
                  <a:pt x="188975" y="141732"/>
                </a:lnTo>
                <a:close/>
              </a:path>
              <a:path w="401319" h="405764">
                <a:moveTo>
                  <a:pt x="207263" y="193548"/>
                </a:moveTo>
                <a:lnTo>
                  <a:pt x="190499" y="178308"/>
                </a:lnTo>
                <a:lnTo>
                  <a:pt x="347472" y="178308"/>
                </a:lnTo>
                <a:lnTo>
                  <a:pt x="347472" y="135636"/>
                </a:lnTo>
                <a:lnTo>
                  <a:pt x="377190" y="135636"/>
                </a:lnTo>
                <a:lnTo>
                  <a:pt x="370331" y="141732"/>
                </a:lnTo>
                <a:lnTo>
                  <a:pt x="370392" y="188976"/>
                </a:lnTo>
                <a:lnTo>
                  <a:pt x="248411" y="188976"/>
                </a:lnTo>
                <a:lnTo>
                  <a:pt x="237267" y="189261"/>
                </a:lnTo>
                <a:lnTo>
                  <a:pt x="226695" y="190119"/>
                </a:lnTo>
                <a:lnTo>
                  <a:pt x="216693" y="191547"/>
                </a:lnTo>
                <a:lnTo>
                  <a:pt x="207263" y="193548"/>
                </a:lnTo>
                <a:close/>
              </a:path>
              <a:path w="401319" h="405764">
                <a:moveTo>
                  <a:pt x="4572" y="324612"/>
                </a:moveTo>
                <a:lnTo>
                  <a:pt x="0" y="320040"/>
                </a:lnTo>
                <a:lnTo>
                  <a:pt x="15406" y="296941"/>
                </a:lnTo>
                <a:lnTo>
                  <a:pt x="29527" y="273558"/>
                </a:lnTo>
                <a:lnTo>
                  <a:pt x="53340" y="227076"/>
                </a:lnTo>
                <a:lnTo>
                  <a:pt x="70294" y="181165"/>
                </a:lnTo>
                <a:lnTo>
                  <a:pt x="83820" y="138684"/>
                </a:lnTo>
                <a:lnTo>
                  <a:pt x="108204" y="138684"/>
                </a:lnTo>
                <a:lnTo>
                  <a:pt x="108204" y="172212"/>
                </a:lnTo>
                <a:lnTo>
                  <a:pt x="118443" y="177950"/>
                </a:lnTo>
                <a:lnTo>
                  <a:pt x="126785" y="182880"/>
                </a:lnTo>
                <a:lnTo>
                  <a:pt x="108204" y="182880"/>
                </a:lnTo>
                <a:lnTo>
                  <a:pt x="108210" y="205740"/>
                </a:lnTo>
                <a:lnTo>
                  <a:pt x="85344" y="205740"/>
                </a:lnTo>
                <a:lnTo>
                  <a:pt x="69080" y="238887"/>
                </a:lnTo>
                <a:lnTo>
                  <a:pt x="50101" y="269748"/>
                </a:lnTo>
                <a:lnTo>
                  <a:pt x="28551" y="298323"/>
                </a:lnTo>
                <a:lnTo>
                  <a:pt x="4572" y="324612"/>
                </a:lnTo>
                <a:close/>
              </a:path>
              <a:path w="401319" h="405764">
                <a:moveTo>
                  <a:pt x="150876" y="249935"/>
                </a:moveTo>
                <a:lnTo>
                  <a:pt x="146304" y="249935"/>
                </a:lnTo>
                <a:lnTo>
                  <a:pt x="141732" y="243840"/>
                </a:lnTo>
                <a:lnTo>
                  <a:pt x="137160" y="231647"/>
                </a:lnTo>
                <a:lnTo>
                  <a:pt x="131135" y="218241"/>
                </a:lnTo>
                <a:lnTo>
                  <a:pt x="124396" y="205549"/>
                </a:lnTo>
                <a:lnTo>
                  <a:pt x="116800" y="193714"/>
                </a:lnTo>
                <a:lnTo>
                  <a:pt x="108204" y="182880"/>
                </a:lnTo>
                <a:lnTo>
                  <a:pt x="126785" y="182880"/>
                </a:lnTo>
                <a:lnTo>
                  <a:pt x="157353" y="209359"/>
                </a:lnTo>
                <a:lnTo>
                  <a:pt x="161544" y="220980"/>
                </a:lnTo>
                <a:lnTo>
                  <a:pt x="161544" y="227076"/>
                </a:lnTo>
                <a:lnTo>
                  <a:pt x="160020" y="233171"/>
                </a:lnTo>
                <a:lnTo>
                  <a:pt x="153924" y="245364"/>
                </a:lnTo>
                <a:lnTo>
                  <a:pt x="150876" y="249935"/>
                </a:lnTo>
                <a:close/>
              </a:path>
              <a:path w="401319" h="405764">
                <a:moveTo>
                  <a:pt x="188975" y="243840"/>
                </a:moveTo>
                <a:lnTo>
                  <a:pt x="173736" y="228600"/>
                </a:lnTo>
                <a:lnTo>
                  <a:pt x="347472" y="228600"/>
                </a:lnTo>
                <a:lnTo>
                  <a:pt x="347472" y="188976"/>
                </a:lnTo>
                <a:lnTo>
                  <a:pt x="370392" y="188976"/>
                </a:lnTo>
                <a:lnTo>
                  <a:pt x="370499" y="209359"/>
                </a:lnTo>
                <a:lnTo>
                  <a:pt x="370610" y="218241"/>
                </a:lnTo>
                <a:lnTo>
                  <a:pt x="370974" y="236886"/>
                </a:lnTo>
                <a:lnTo>
                  <a:pt x="371118" y="239268"/>
                </a:lnTo>
                <a:lnTo>
                  <a:pt x="231648" y="239268"/>
                </a:lnTo>
                <a:lnTo>
                  <a:pt x="220479" y="239553"/>
                </a:lnTo>
                <a:lnTo>
                  <a:pt x="209740" y="240411"/>
                </a:lnTo>
                <a:lnTo>
                  <a:pt x="199286" y="241839"/>
                </a:lnTo>
                <a:lnTo>
                  <a:pt x="188975" y="243840"/>
                </a:lnTo>
                <a:close/>
              </a:path>
              <a:path w="401319" h="405764">
                <a:moveTo>
                  <a:pt x="83820" y="405384"/>
                </a:moveTo>
                <a:lnTo>
                  <a:pt x="84058" y="369689"/>
                </a:lnTo>
                <a:lnTo>
                  <a:pt x="84649" y="317420"/>
                </a:lnTo>
                <a:lnTo>
                  <a:pt x="85105" y="269748"/>
                </a:lnTo>
                <a:lnTo>
                  <a:pt x="85344" y="205740"/>
                </a:lnTo>
                <a:lnTo>
                  <a:pt x="108210" y="205740"/>
                </a:lnTo>
                <a:lnTo>
                  <a:pt x="108330" y="298323"/>
                </a:lnTo>
                <a:lnTo>
                  <a:pt x="108453" y="327279"/>
                </a:lnTo>
                <a:lnTo>
                  <a:pt x="108798" y="360426"/>
                </a:lnTo>
                <a:lnTo>
                  <a:pt x="108921" y="367284"/>
                </a:lnTo>
                <a:lnTo>
                  <a:pt x="109728" y="391668"/>
                </a:lnTo>
                <a:lnTo>
                  <a:pt x="83820" y="405384"/>
                </a:lnTo>
                <a:close/>
              </a:path>
              <a:path w="401319" h="405764">
                <a:moveTo>
                  <a:pt x="347472" y="262128"/>
                </a:moveTo>
                <a:lnTo>
                  <a:pt x="347472" y="239268"/>
                </a:lnTo>
                <a:lnTo>
                  <a:pt x="371118" y="239268"/>
                </a:lnTo>
                <a:lnTo>
                  <a:pt x="371855" y="251459"/>
                </a:lnTo>
                <a:lnTo>
                  <a:pt x="347472" y="262128"/>
                </a:lnTo>
                <a:close/>
              </a:path>
              <a:path w="401319" h="405764">
                <a:moveTo>
                  <a:pt x="280416" y="316992"/>
                </a:moveTo>
                <a:lnTo>
                  <a:pt x="275844" y="316992"/>
                </a:lnTo>
                <a:lnTo>
                  <a:pt x="272796" y="312420"/>
                </a:lnTo>
                <a:lnTo>
                  <a:pt x="271272" y="303276"/>
                </a:lnTo>
                <a:lnTo>
                  <a:pt x="266985" y="292417"/>
                </a:lnTo>
                <a:lnTo>
                  <a:pt x="260985" y="280416"/>
                </a:lnTo>
                <a:lnTo>
                  <a:pt x="253269" y="267271"/>
                </a:lnTo>
                <a:lnTo>
                  <a:pt x="243840" y="252983"/>
                </a:lnTo>
                <a:lnTo>
                  <a:pt x="246887" y="249935"/>
                </a:lnTo>
                <a:lnTo>
                  <a:pt x="283749" y="275010"/>
                </a:lnTo>
                <a:lnTo>
                  <a:pt x="294132" y="291083"/>
                </a:lnTo>
                <a:lnTo>
                  <a:pt x="294132" y="297180"/>
                </a:lnTo>
                <a:lnTo>
                  <a:pt x="291084" y="303276"/>
                </a:lnTo>
                <a:lnTo>
                  <a:pt x="288036" y="307847"/>
                </a:lnTo>
                <a:lnTo>
                  <a:pt x="283463" y="313944"/>
                </a:lnTo>
                <a:lnTo>
                  <a:pt x="280416" y="316992"/>
                </a:lnTo>
                <a:close/>
              </a:path>
              <a:path w="401319" h="405764">
                <a:moveTo>
                  <a:pt x="312420" y="387096"/>
                </a:moveTo>
                <a:lnTo>
                  <a:pt x="237744" y="387096"/>
                </a:lnTo>
                <a:lnTo>
                  <a:pt x="224861" y="384476"/>
                </a:lnTo>
                <a:lnTo>
                  <a:pt x="215836" y="378714"/>
                </a:lnTo>
                <a:lnTo>
                  <a:pt x="210526" y="369522"/>
                </a:lnTo>
                <a:lnTo>
                  <a:pt x="208787" y="356616"/>
                </a:lnTo>
                <a:lnTo>
                  <a:pt x="208549" y="335470"/>
                </a:lnTo>
                <a:lnTo>
                  <a:pt x="207549" y="298323"/>
                </a:lnTo>
                <a:lnTo>
                  <a:pt x="207468" y="294132"/>
                </a:lnTo>
                <a:lnTo>
                  <a:pt x="207263" y="278892"/>
                </a:lnTo>
                <a:lnTo>
                  <a:pt x="243840" y="294132"/>
                </a:lnTo>
                <a:lnTo>
                  <a:pt x="231648" y="304800"/>
                </a:lnTo>
                <a:lnTo>
                  <a:pt x="231648" y="347472"/>
                </a:lnTo>
                <a:lnTo>
                  <a:pt x="233124" y="356568"/>
                </a:lnTo>
                <a:lnTo>
                  <a:pt x="237744" y="363093"/>
                </a:lnTo>
                <a:lnTo>
                  <a:pt x="245792" y="366760"/>
                </a:lnTo>
                <a:lnTo>
                  <a:pt x="257556" y="367284"/>
                </a:lnTo>
                <a:lnTo>
                  <a:pt x="353160" y="367284"/>
                </a:lnTo>
                <a:lnTo>
                  <a:pt x="348210" y="375094"/>
                </a:lnTo>
                <a:lnTo>
                  <a:pt x="338899" y="382524"/>
                </a:lnTo>
                <a:lnTo>
                  <a:pt x="327017" y="386524"/>
                </a:lnTo>
                <a:lnTo>
                  <a:pt x="312420" y="387096"/>
                </a:lnTo>
                <a:close/>
              </a:path>
              <a:path w="401319" h="405764">
                <a:moveTo>
                  <a:pt x="388620" y="367284"/>
                </a:moveTo>
                <a:lnTo>
                  <a:pt x="385572" y="367284"/>
                </a:lnTo>
                <a:lnTo>
                  <a:pt x="382524" y="364236"/>
                </a:lnTo>
                <a:lnTo>
                  <a:pt x="381000" y="359664"/>
                </a:lnTo>
                <a:lnTo>
                  <a:pt x="377809" y="351924"/>
                </a:lnTo>
                <a:lnTo>
                  <a:pt x="358902" y="314706"/>
                </a:lnTo>
                <a:lnTo>
                  <a:pt x="344424" y="294132"/>
                </a:lnTo>
                <a:lnTo>
                  <a:pt x="347472" y="291083"/>
                </a:lnTo>
                <a:lnTo>
                  <a:pt x="387096" y="316992"/>
                </a:lnTo>
                <a:lnTo>
                  <a:pt x="400812" y="341376"/>
                </a:lnTo>
                <a:lnTo>
                  <a:pt x="400812" y="345948"/>
                </a:lnTo>
                <a:lnTo>
                  <a:pt x="399288" y="352044"/>
                </a:lnTo>
                <a:lnTo>
                  <a:pt x="394716" y="358140"/>
                </a:lnTo>
                <a:lnTo>
                  <a:pt x="391668" y="364236"/>
                </a:lnTo>
                <a:lnTo>
                  <a:pt x="388620" y="367284"/>
                </a:lnTo>
                <a:close/>
              </a:path>
              <a:path w="401319" h="405764">
                <a:moveTo>
                  <a:pt x="156972" y="367284"/>
                </a:moveTo>
                <a:lnTo>
                  <a:pt x="141732" y="367284"/>
                </a:lnTo>
                <a:lnTo>
                  <a:pt x="138684" y="365760"/>
                </a:lnTo>
                <a:lnTo>
                  <a:pt x="135636" y="362712"/>
                </a:lnTo>
                <a:lnTo>
                  <a:pt x="135667" y="356568"/>
                </a:lnTo>
                <a:lnTo>
                  <a:pt x="138684" y="352044"/>
                </a:lnTo>
                <a:lnTo>
                  <a:pt x="146304" y="344424"/>
                </a:lnTo>
                <a:lnTo>
                  <a:pt x="152852" y="336137"/>
                </a:lnTo>
                <a:lnTo>
                  <a:pt x="158686" y="324993"/>
                </a:lnTo>
                <a:lnTo>
                  <a:pt x="163663" y="310991"/>
                </a:lnTo>
                <a:lnTo>
                  <a:pt x="167640" y="294132"/>
                </a:lnTo>
                <a:lnTo>
                  <a:pt x="175260" y="294132"/>
                </a:lnTo>
                <a:lnTo>
                  <a:pt x="175839" y="310991"/>
                </a:lnTo>
                <a:lnTo>
                  <a:pt x="175730" y="321564"/>
                </a:lnTo>
                <a:lnTo>
                  <a:pt x="175615" y="327660"/>
                </a:lnTo>
                <a:lnTo>
                  <a:pt x="161544" y="365760"/>
                </a:lnTo>
                <a:lnTo>
                  <a:pt x="156972" y="367284"/>
                </a:lnTo>
                <a:close/>
              </a:path>
              <a:path w="401319" h="405764">
                <a:moveTo>
                  <a:pt x="353160" y="367284"/>
                </a:moveTo>
                <a:lnTo>
                  <a:pt x="306324" y="367284"/>
                </a:lnTo>
                <a:lnTo>
                  <a:pt x="312610" y="364998"/>
                </a:lnTo>
                <a:lnTo>
                  <a:pt x="317754" y="360426"/>
                </a:lnTo>
                <a:lnTo>
                  <a:pt x="327320" y="317420"/>
                </a:lnTo>
                <a:lnTo>
                  <a:pt x="327660" y="306323"/>
                </a:lnTo>
                <a:lnTo>
                  <a:pt x="335280" y="306323"/>
                </a:lnTo>
                <a:lnTo>
                  <a:pt x="338328" y="344424"/>
                </a:lnTo>
                <a:lnTo>
                  <a:pt x="355092" y="364236"/>
                </a:lnTo>
                <a:lnTo>
                  <a:pt x="353160" y="36728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" name="object 15"/>
          <p:cNvSpPr/>
          <p:nvPr/>
        </p:nvSpPr>
        <p:spPr>
          <a:xfrm>
            <a:off x="2395727" y="2365248"/>
            <a:ext cx="387350" cy="405765"/>
          </a:xfrm>
          <a:custGeom>
            <a:avLst/>
            <a:gdLst/>
            <a:ahLst/>
            <a:cxnLst/>
            <a:rect l="l" t="t" r="r" b="b"/>
            <a:pathLst>
              <a:path w="387350" h="405764">
                <a:moveTo>
                  <a:pt x="199644" y="71628"/>
                </a:moveTo>
                <a:lnTo>
                  <a:pt x="193548" y="71628"/>
                </a:lnTo>
                <a:lnTo>
                  <a:pt x="190500" y="67056"/>
                </a:lnTo>
                <a:lnTo>
                  <a:pt x="188976" y="56388"/>
                </a:lnTo>
                <a:lnTo>
                  <a:pt x="185547" y="44648"/>
                </a:lnTo>
                <a:lnTo>
                  <a:pt x="179832" y="32194"/>
                </a:lnTo>
                <a:lnTo>
                  <a:pt x="171831" y="18883"/>
                </a:lnTo>
                <a:lnTo>
                  <a:pt x="161544" y="4572"/>
                </a:lnTo>
                <a:lnTo>
                  <a:pt x="164592" y="0"/>
                </a:lnTo>
                <a:lnTo>
                  <a:pt x="200382" y="22288"/>
                </a:lnTo>
                <a:lnTo>
                  <a:pt x="214884" y="39624"/>
                </a:lnTo>
                <a:lnTo>
                  <a:pt x="214884" y="51816"/>
                </a:lnTo>
                <a:lnTo>
                  <a:pt x="211836" y="56388"/>
                </a:lnTo>
                <a:lnTo>
                  <a:pt x="202692" y="68580"/>
                </a:lnTo>
                <a:lnTo>
                  <a:pt x="199644" y="71628"/>
                </a:lnTo>
                <a:close/>
              </a:path>
              <a:path w="387350" h="405764">
                <a:moveTo>
                  <a:pt x="36576" y="140208"/>
                </a:moveTo>
                <a:lnTo>
                  <a:pt x="27432" y="140208"/>
                </a:lnTo>
                <a:lnTo>
                  <a:pt x="22860" y="138684"/>
                </a:lnTo>
                <a:lnTo>
                  <a:pt x="19812" y="135636"/>
                </a:lnTo>
                <a:lnTo>
                  <a:pt x="15240" y="132588"/>
                </a:lnTo>
                <a:lnTo>
                  <a:pt x="13716" y="131064"/>
                </a:lnTo>
                <a:lnTo>
                  <a:pt x="13716" y="124968"/>
                </a:lnTo>
                <a:lnTo>
                  <a:pt x="18288" y="118872"/>
                </a:lnTo>
                <a:lnTo>
                  <a:pt x="27432" y="109728"/>
                </a:lnTo>
                <a:lnTo>
                  <a:pt x="35099" y="100298"/>
                </a:lnTo>
                <a:lnTo>
                  <a:pt x="41910" y="88011"/>
                </a:lnTo>
                <a:lnTo>
                  <a:pt x="47577" y="72866"/>
                </a:lnTo>
                <a:lnTo>
                  <a:pt x="51816" y="54864"/>
                </a:lnTo>
                <a:lnTo>
                  <a:pt x="57912" y="54864"/>
                </a:lnTo>
                <a:lnTo>
                  <a:pt x="57912" y="76200"/>
                </a:lnTo>
                <a:lnTo>
                  <a:pt x="366422" y="76200"/>
                </a:lnTo>
                <a:lnTo>
                  <a:pt x="375699" y="86868"/>
                </a:lnTo>
                <a:lnTo>
                  <a:pt x="57912" y="86868"/>
                </a:lnTo>
                <a:lnTo>
                  <a:pt x="58197" y="105179"/>
                </a:lnTo>
                <a:lnTo>
                  <a:pt x="56769" y="119062"/>
                </a:lnTo>
                <a:lnTo>
                  <a:pt x="53625" y="128658"/>
                </a:lnTo>
                <a:lnTo>
                  <a:pt x="48768" y="134112"/>
                </a:lnTo>
                <a:lnTo>
                  <a:pt x="41148" y="137160"/>
                </a:lnTo>
                <a:lnTo>
                  <a:pt x="36576" y="140208"/>
                </a:lnTo>
                <a:close/>
              </a:path>
              <a:path w="387350" h="405764">
                <a:moveTo>
                  <a:pt x="366422" y="76200"/>
                </a:moveTo>
                <a:lnTo>
                  <a:pt x="332232" y="76200"/>
                </a:lnTo>
                <a:lnTo>
                  <a:pt x="350520" y="57912"/>
                </a:lnTo>
                <a:lnTo>
                  <a:pt x="366422" y="76200"/>
                </a:lnTo>
                <a:close/>
              </a:path>
              <a:path w="387350" h="405764">
                <a:moveTo>
                  <a:pt x="316992" y="134112"/>
                </a:moveTo>
                <a:lnTo>
                  <a:pt x="312420" y="131064"/>
                </a:lnTo>
                <a:lnTo>
                  <a:pt x="335280" y="86868"/>
                </a:lnTo>
                <a:lnTo>
                  <a:pt x="375699" y="86868"/>
                </a:lnTo>
                <a:lnTo>
                  <a:pt x="381000" y="92964"/>
                </a:lnTo>
                <a:lnTo>
                  <a:pt x="367569" y="95535"/>
                </a:lnTo>
                <a:lnTo>
                  <a:pt x="352425" y="103251"/>
                </a:lnTo>
                <a:lnTo>
                  <a:pt x="335565" y="116109"/>
                </a:lnTo>
                <a:lnTo>
                  <a:pt x="316992" y="134112"/>
                </a:lnTo>
                <a:close/>
              </a:path>
              <a:path w="387350" h="405764">
                <a:moveTo>
                  <a:pt x="42672" y="176784"/>
                </a:moveTo>
                <a:lnTo>
                  <a:pt x="27432" y="160020"/>
                </a:lnTo>
                <a:lnTo>
                  <a:pt x="298704" y="160020"/>
                </a:lnTo>
                <a:lnTo>
                  <a:pt x="323088" y="135636"/>
                </a:lnTo>
                <a:lnTo>
                  <a:pt x="358140" y="170688"/>
                </a:lnTo>
                <a:lnTo>
                  <a:pt x="85344" y="170688"/>
                </a:lnTo>
                <a:lnTo>
                  <a:pt x="74175" y="170997"/>
                </a:lnTo>
                <a:lnTo>
                  <a:pt x="63436" y="172021"/>
                </a:lnTo>
                <a:lnTo>
                  <a:pt x="52982" y="173902"/>
                </a:lnTo>
                <a:lnTo>
                  <a:pt x="42672" y="176784"/>
                </a:lnTo>
                <a:close/>
              </a:path>
              <a:path w="387350" h="405764">
                <a:moveTo>
                  <a:pt x="205740" y="350520"/>
                </a:moveTo>
                <a:lnTo>
                  <a:pt x="181356" y="350520"/>
                </a:lnTo>
                <a:lnTo>
                  <a:pt x="181356" y="170688"/>
                </a:lnTo>
                <a:lnTo>
                  <a:pt x="205740" y="170688"/>
                </a:lnTo>
                <a:lnTo>
                  <a:pt x="205740" y="256032"/>
                </a:lnTo>
                <a:lnTo>
                  <a:pt x="329668" y="256032"/>
                </a:lnTo>
                <a:lnTo>
                  <a:pt x="339852" y="266700"/>
                </a:lnTo>
                <a:lnTo>
                  <a:pt x="205740" y="266700"/>
                </a:lnTo>
                <a:lnTo>
                  <a:pt x="205740" y="350520"/>
                </a:lnTo>
                <a:close/>
              </a:path>
              <a:path w="387350" h="405764">
                <a:moveTo>
                  <a:pt x="3048" y="405384"/>
                </a:moveTo>
                <a:lnTo>
                  <a:pt x="0" y="400812"/>
                </a:lnTo>
                <a:lnTo>
                  <a:pt x="15144" y="384810"/>
                </a:lnTo>
                <a:lnTo>
                  <a:pt x="28575" y="368808"/>
                </a:lnTo>
                <a:lnTo>
                  <a:pt x="50292" y="336804"/>
                </a:lnTo>
                <a:lnTo>
                  <a:pt x="69151" y="287297"/>
                </a:lnTo>
                <a:lnTo>
                  <a:pt x="78105" y="238506"/>
                </a:lnTo>
                <a:lnTo>
                  <a:pt x="80772" y="205740"/>
                </a:lnTo>
                <a:lnTo>
                  <a:pt x="123444" y="227076"/>
                </a:lnTo>
                <a:lnTo>
                  <a:pt x="103251" y="259651"/>
                </a:lnTo>
                <a:lnTo>
                  <a:pt x="99060" y="278892"/>
                </a:lnTo>
                <a:lnTo>
                  <a:pt x="105998" y="289560"/>
                </a:lnTo>
                <a:lnTo>
                  <a:pt x="94488" y="289560"/>
                </a:lnTo>
                <a:lnTo>
                  <a:pt x="78867" y="325183"/>
                </a:lnTo>
                <a:lnTo>
                  <a:pt x="49768" y="367022"/>
                </a:lnTo>
                <a:lnTo>
                  <a:pt x="21097" y="392596"/>
                </a:lnTo>
                <a:lnTo>
                  <a:pt x="3048" y="405384"/>
                </a:lnTo>
                <a:close/>
              </a:path>
              <a:path w="387350" h="405764">
                <a:moveTo>
                  <a:pt x="329668" y="256032"/>
                </a:moveTo>
                <a:lnTo>
                  <a:pt x="284988" y="256032"/>
                </a:lnTo>
                <a:lnTo>
                  <a:pt x="307847" y="233172"/>
                </a:lnTo>
                <a:lnTo>
                  <a:pt x="329668" y="256032"/>
                </a:lnTo>
                <a:close/>
              </a:path>
              <a:path w="387350" h="405764">
                <a:moveTo>
                  <a:pt x="350520" y="394716"/>
                </a:moveTo>
                <a:lnTo>
                  <a:pt x="308562" y="393906"/>
                </a:lnTo>
                <a:lnTo>
                  <a:pt x="241220" y="388286"/>
                </a:lnTo>
                <a:lnTo>
                  <a:pt x="194929" y="378594"/>
                </a:lnTo>
                <a:lnTo>
                  <a:pt x="159400" y="361973"/>
                </a:lnTo>
                <a:lnTo>
                  <a:pt x="118491" y="323469"/>
                </a:lnTo>
                <a:lnTo>
                  <a:pt x="94488" y="289560"/>
                </a:lnTo>
                <a:lnTo>
                  <a:pt x="105998" y="289560"/>
                </a:lnTo>
                <a:lnTo>
                  <a:pt x="107608" y="292036"/>
                </a:lnTo>
                <a:lnTo>
                  <a:pt x="117157" y="304038"/>
                </a:lnTo>
                <a:lnTo>
                  <a:pt x="149852" y="333160"/>
                </a:lnTo>
                <a:lnTo>
                  <a:pt x="181356" y="350520"/>
                </a:lnTo>
                <a:lnTo>
                  <a:pt x="205740" y="350520"/>
                </a:lnTo>
                <a:lnTo>
                  <a:pt x="205740" y="356616"/>
                </a:lnTo>
                <a:lnTo>
                  <a:pt x="230600" y="360592"/>
                </a:lnTo>
                <a:lnTo>
                  <a:pt x="254889" y="363283"/>
                </a:lnTo>
                <a:lnTo>
                  <a:pt x="278606" y="364545"/>
                </a:lnTo>
                <a:lnTo>
                  <a:pt x="387096" y="364545"/>
                </a:lnTo>
                <a:lnTo>
                  <a:pt x="387096" y="367284"/>
                </a:lnTo>
                <a:lnTo>
                  <a:pt x="373665" y="370713"/>
                </a:lnTo>
                <a:lnTo>
                  <a:pt x="363093" y="376428"/>
                </a:lnTo>
                <a:lnTo>
                  <a:pt x="355377" y="384429"/>
                </a:lnTo>
                <a:lnTo>
                  <a:pt x="350520" y="394716"/>
                </a:lnTo>
                <a:close/>
              </a:path>
              <a:path w="387350" h="405764">
                <a:moveTo>
                  <a:pt x="387096" y="364545"/>
                </a:moveTo>
                <a:lnTo>
                  <a:pt x="278606" y="364545"/>
                </a:lnTo>
                <a:lnTo>
                  <a:pt x="324945" y="363974"/>
                </a:lnTo>
                <a:lnTo>
                  <a:pt x="346710" y="363283"/>
                </a:lnTo>
                <a:lnTo>
                  <a:pt x="387096" y="361188"/>
                </a:lnTo>
                <a:lnTo>
                  <a:pt x="387096" y="36454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" name="object 16"/>
          <p:cNvSpPr/>
          <p:nvPr/>
        </p:nvSpPr>
        <p:spPr>
          <a:xfrm>
            <a:off x="2852928" y="2377439"/>
            <a:ext cx="373380" cy="381000"/>
          </a:xfrm>
          <a:custGeom>
            <a:avLst/>
            <a:gdLst/>
            <a:ahLst/>
            <a:cxnLst/>
            <a:rect l="l" t="t" r="r" b="b"/>
            <a:pathLst>
              <a:path w="373380" h="381000">
                <a:moveTo>
                  <a:pt x="24384" y="380999"/>
                </a:moveTo>
                <a:lnTo>
                  <a:pt x="0" y="358139"/>
                </a:lnTo>
                <a:lnTo>
                  <a:pt x="10668" y="348996"/>
                </a:lnTo>
                <a:lnTo>
                  <a:pt x="10668" y="106679"/>
                </a:lnTo>
                <a:lnTo>
                  <a:pt x="10406" y="82676"/>
                </a:lnTo>
                <a:lnTo>
                  <a:pt x="9715" y="58673"/>
                </a:lnTo>
                <a:lnTo>
                  <a:pt x="7620" y="10667"/>
                </a:lnTo>
                <a:lnTo>
                  <a:pt x="35052" y="24383"/>
                </a:lnTo>
                <a:lnTo>
                  <a:pt x="301751" y="24383"/>
                </a:lnTo>
                <a:lnTo>
                  <a:pt x="327659" y="0"/>
                </a:lnTo>
                <a:lnTo>
                  <a:pt x="359663" y="35051"/>
                </a:lnTo>
                <a:lnTo>
                  <a:pt x="239268" y="35051"/>
                </a:lnTo>
                <a:lnTo>
                  <a:pt x="239268" y="243839"/>
                </a:lnTo>
                <a:lnTo>
                  <a:pt x="240434" y="258079"/>
                </a:lnTo>
                <a:lnTo>
                  <a:pt x="244030" y="268604"/>
                </a:lnTo>
                <a:lnTo>
                  <a:pt x="250197" y="275129"/>
                </a:lnTo>
                <a:lnTo>
                  <a:pt x="259080" y="277367"/>
                </a:lnTo>
                <a:lnTo>
                  <a:pt x="306324" y="277367"/>
                </a:lnTo>
                <a:lnTo>
                  <a:pt x="326707" y="222313"/>
                </a:lnTo>
                <a:lnTo>
                  <a:pt x="327659" y="195071"/>
                </a:lnTo>
                <a:lnTo>
                  <a:pt x="336804" y="195071"/>
                </a:lnTo>
                <a:lnTo>
                  <a:pt x="339852" y="245363"/>
                </a:lnTo>
                <a:lnTo>
                  <a:pt x="361187" y="271272"/>
                </a:lnTo>
                <a:lnTo>
                  <a:pt x="352925" y="283011"/>
                </a:lnTo>
                <a:lnTo>
                  <a:pt x="341947" y="290893"/>
                </a:lnTo>
                <a:lnTo>
                  <a:pt x="328398" y="295060"/>
                </a:lnTo>
                <a:lnTo>
                  <a:pt x="312420" y="295655"/>
                </a:lnTo>
                <a:lnTo>
                  <a:pt x="248411" y="295655"/>
                </a:lnTo>
                <a:lnTo>
                  <a:pt x="234410" y="293131"/>
                </a:lnTo>
                <a:lnTo>
                  <a:pt x="224408" y="285749"/>
                </a:lnTo>
                <a:lnTo>
                  <a:pt x="218408" y="273796"/>
                </a:lnTo>
                <a:lnTo>
                  <a:pt x="216408" y="257555"/>
                </a:lnTo>
                <a:lnTo>
                  <a:pt x="216408" y="35051"/>
                </a:lnTo>
                <a:lnTo>
                  <a:pt x="144780" y="35051"/>
                </a:lnTo>
                <a:lnTo>
                  <a:pt x="143637" y="88391"/>
                </a:lnTo>
                <a:lnTo>
                  <a:pt x="140208" y="137159"/>
                </a:lnTo>
                <a:lnTo>
                  <a:pt x="133540" y="182879"/>
                </a:lnTo>
                <a:lnTo>
                  <a:pt x="118872" y="228599"/>
                </a:lnTo>
                <a:lnTo>
                  <a:pt x="93726" y="274320"/>
                </a:lnTo>
                <a:lnTo>
                  <a:pt x="54864" y="320039"/>
                </a:lnTo>
                <a:lnTo>
                  <a:pt x="50292" y="315467"/>
                </a:lnTo>
                <a:lnTo>
                  <a:pt x="66270" y="291798"/>
                </a:lnTo>
                <a:lnTo>
                  <a:pt x="79819" y="268985"/>
                </a:lnTo>
                <a:lnTo>
                  <a:pt x="99060" y="227075"/>
                </a:lnTo>
                <a:lnTo>
                  <a:pt x="110299" y="184784"/>
                </a:lnTo>
                <a:lnTo>
                  <a:pt x="117824" y="116490"/>
                </a:lnTo>
                <a:lnTo>
                  <a:pt x="120110" y="63912"/>
                </a:lnTo>
                <a:lnTo>
                  <a:pt x="120396" y="35051"/>
                </a:lnTo>
                <a:lnTo>
                  <a:pt x="35052" y="35051"/>
                </a:lnTo>
                <a:lnTo>
                  <a:pt x="35052" y="355091"/>
                </a:lnTo>
                <a:lnTo>
                  <a:pt x="310896" y="355091"/>
                </a:lnTo>
                <a:lnTo>
                  <a:pt x="336804" y="329184"/>
                </a:lnTo>
                <a:lnTo>
                  <a:pt x="373380" y="365760"/>
                </a:lnTo>
                <a:lnTo>
                  <a:pt x="36576" y="365760"/>
                </a:lnTo>
                <a:lnTo>
                  <a:pt x="24384" y="38099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" name="object 17"/>
          <p:cNvSpPr/>
          <p:nvPr/>
        </p:nvSpPr>
        <p:spPr>
          <a:xfrm>
            <a:off x="3275076" y="2382011"/>
            <a:ext cx="408940" cy="382905"/>
          </a:xfrm>
          <a:custGeom>
            <a:avLst/>
            <a:gdLst/>
            <a:ahLst/>
            <a:cxnLst/>
            <a:rect l="l" t="t" r="r" b="b"/>
            <a:pathLst>
              <a:path w="408939" h="382905">
                <a:moveTo>
                  <a:pt x="242316" y="36576"/>
                </a:moveTo>
                <a:lnTo>
                  <a:pt x="225552" y="19812"/>
                </a:lnTo>
                <a:lnTo>
                  <a:pt x="347472" y="19812"/>
                </a:lnTo>
                <a:lnTo>
                  <a:pt x="359664" y="4572"/>
                </a:lnTo>
                <a:lnTo>
                  <a:pt x="385572" y="25908"/>
                </a:lnTo>
                <a:lnTo>
                  <a:pt x="380346" y="30480"/>
                </a:lnTo>
                <a:lnTo>
                  <a:pt x="283464" y="30480"/>
                </a:lnTo>
                <a:lnTo>
                  <a:pt x="272319" y="30789"/>
                </a:lnTo>
                <a:lnTo>
                  <a:pt x="261747" y="31813"/>
                </a:lnTo>
                <a:lnTo>
                  <a:pt x="251745" y="33694"/>
                </a:lnTo>
                <a:lnTo>
                  <a:pt x="242316" y="36576"/>
                </a:lnTo>
                <a:close/>
              </a:path>
              <a:path w="408939" h="382905">
                <a:moveTo>
                  <a:pt x="375317" y="144780"/>
                </a:moveTo>
                <a:lnTo>
                  <a:pt x="352044" y="144780"/>
                </a:lnTo>
                <a:lnTo>
                  <a:pt x="352044" y="30480"/>
                </a:lnTo>
                <a:lnTo>
                  <a:pt x="380346" y="30480"/>
                </a:lnTo>
                <a:lnTo>
                  <a:pt x="373380" y="36576"/>
                </a:lnTo>
                <a:lnTo>
                  <a:pt x="373641" y="78295"/>
                </a:lnTo>
                <a:lnTo>
                  <a:pt x="374332" y="114300"/>
                </a:lnTo>
                <a:lnTo>
                  <a:pt x="375317" y="144780"/>
                </a:lnTo>
                <a:close/>
              </a:path>
              <a:path w="408939" h="382905">
                <a:moveTo>
                  <a:pt x="368808" y="364236"/>
                </a:moveTo>
                <a:lnTo>
                  <a:pt x="278892" y="364236"/>
                </a:lnTo>
                <a:lnTo>
                  <a:pt x="258913" y="363378"/>
                </a:lnTo>
                <a:lnTo>
                  <a:pt x="244792" y="356235"/>
                </a:lnTo>
                <a:lnTo>
                  <a:pt x="236672" y="342804"/>
                </a:lnTo>
                <a:lnTo>
                  <a:pt x="234696" y="323088"/>
                </a:lnTo>
                <a:lnTo>
                  <a:pt x="234672" y="253626"/>
                </a:lnTo>
                <a:lnTo>
                  <a:pt x="234505" y="198310"/>
                </a:lnTo>
                <a:lnTo>
                  <a:pt x="234053" y="156995"/>
                </a:lnTo>
                <a:lnTo>
                  <a:pt x="233172" y="129540"/>
                </a:lnTo>
                <a:lnTo>
                  <a:pt x="257556" y="144780"/>
                </a:lnTo>
                <a:lnTo>
                  <a:pt x="375317" y="144780"/>
                </a:lnTo>
                <a:lnTo>
                  <a:pt x="375803" y="155448"/>
                </a:lnTo>
                <a:lnTo>
                  <a:pt x="257556" y="155448"/>
                </a:lnTo>
                <a:lnTo>
                  <a:pt x="257556" y="315468"/>
                </a:lnTo>
                <a:lnTo>
                  <a:pt x="259270" y="329231"/>
                </a:lnTo>
                <a:lnTo>
                  <a:pt x="264414" y="338709"/>
                </a:lnTo>
                <a:lnTo>
                  <a:pt x="272986" y="344185"/>
                </a:lnTo>
                <a:lnTo>
                  <a:pt x="284988" y="345948"/>
                </a:lnTo>
                <a:lnTo>
                  <a:pt x="404883" y="345948"/>
                </a:lnTo>
                <a:lnTo>
                  <a:pt x="401597" y="351591"/>
                </a:lnTo>
                <a:lnTo>
                  <a:pt x="392620" y="359473"/>
                </a:lnTo>
                <a:lnTo>
                  <a:pt x="381642" y="363640"/>
                </a:lnTo>
                <a:lnTo>
                  <a:pt x="368808" y="364236"/>
                </a:lnTo>
                <a:close/>
              </a:path>
              <a:path w="408939" h="382905">
                <a:moveTo>
                  <a:pt x="352044" y="179832"/>
                </a:moveTo>
                <a:lnTo>
                  <a:pt x="352044" y="155448"/>
                </a:lnTo>
                <a:lnTo>
                  <a:pt x="375803" y="155448"/>
                </a:lnTo>
                <a:lnTo>
                  <a:pt x="376428" y="169164"/>
                </a:lnTo>
                <a:lnTo>
                  <a:pt x="352044" y="179832"/>
                </a:lnTo>
                <a:close/>
              </a:path>
              <a:path w="408939" h="382905">
                <a:moveTo>
                  <a:pt x="404883" y="345948"/>
                </a:moveTo>
                <a:lnTo>
                  <a:pt x="364236" y="345948"/>
                </a:lnTo>
                <a:lnTo>
                  <a:pt x="370332" y="339852"/>
                </a:lnTo>
                <a:lnTo>
                  <a:pt x="371856" y="327660"/>
                </a:lnTo>
                <a:lnTo>
                  <a:pt x="373880" y="317420"/>
                </a:lnTo>
                <a:lnTo>
                  <a:pt x="375475" y="302895"/>
                </a:lnTo>
                <a:lnTo>
                  <a:pt x="376785" y="284368"/>
                </a:lnTo>
                <a:lnTo>
                  <a:pt x="377952" y="262128"/>
                </a:lnTo>
                <a:lnTo>
                  <a:pt x="385572" y="262128"/>
                </a:lnTo>
                <a:lnTo>
                  <a:pt x="388143" y="306705"/>
                </a:lnTo>
                <a:lnTo>
                  <a:pt x="408432" y="339852"/>
                </a:lnTo>
                <a:lnTo>
                  <a:pt x="404883" y="345948"/>
                </a:lnTo>
                <a:close/>
              </a:path>
              <a:path w="408939" h="382905">
                <a:moveTo>
                  <a:pt x="15240" y="36576"/>
                </a:moveTo>
                <a:lnTo>
                  <a:pt x="0" y="19812"/>
                </a:lnTo>
                <a:lnTo>
                  <a:pt x="175260" y="19812"/>
                </a:lnTo>
                <a:lnTo>
                  <a:pt x="196596" y="0"/>
                </a:lnTo>
                <a:lnTo>
                  <a:pt x="224028" y="30480"/>
                </a:lnTo>
                <a:lnTo>
                  <a:pt x="57912" y="30480"/>
                </a:lnTo>
                <a:lnTo>
                  <a:pt x="46743" y="30789"/>
                </a:lnTo>
                <a:lnTo>
                  <a:pt x="36004" y="31813"/>
                </a:lnTo>
                <a:lnTo>
                  <a:pt x="25550" y="33694"/>
                </a:lnTo>
                <a:lnTo>
                  <a:pt x="15240" y="36576"/>
                </a:lnTo>
                <a:close/>
              </a:path>
              <a:path w="408939" h="382905">
                <a:moveTo>
                  <a:pt x="100584" y="86868"/>
                </a:moveTo>
                <a:lnTo>
                  <a:pt x="80772" y="86868"/>
                </a:lnTo>
                <a:lnTo>
                  <a:pt x="80772" y="30480"/>
                </a:lnTo>
                <a:lnTo>
                  <a:pt x="100584" y="30480"/>
                </a:lnTo>
                <a:lnTo>
                  <a:pt x="100584" y="86868"/>
                </a:lnTo>
                <a:close/>
              </a:path>
              <a:path w="408939" h="382905">
                <a:moveTo>
                  <a:pt x="146304" y="86868"/>
                </a:moveTo>
                <a:lnTo>
                  <a:pt x="124968" y="86868"/>
                </a:lnTo>
                <a:lnTo>
                  <a:pt x="124968" y="30480"/>
                </a:lnTo>
                <a:lnTo>
                  <a:pt x="146304" y="30480"/>
                </a:lnTo>
                <a:lnTo>
                  <a:pt x="146304" y="86868"/>
                </a:lnTo>
                <a:close/>
              </a:path>
              <a:path w="408939" h="382905">
                <a:moveTo>
                  <a:pt x="205086" y="86868"/>
                </a:moveTo>
                <a:lnTo>
                  <a:pt x="173736" y="86868"/>
                </a:lnTo>
                <a:lnTo>
                  <a:pt x="185928" y="70104"/>
                </a:lnTo>
                <a:lnTo>
                  <a:pt x="205086" y="86868"/>
                </a:lnTo>
                <a:close/>
              </a:path>
              <a:path w="408939" h="382905">
                <a:moveTo>
                  <a:pt x="25908" y="382524"/>
                </a:moveTo>
                <a:lnTo>
                  <a:pt x="26789" y="352472"/>
                </a:lnTo>
                <a:lnTo>
                  <a:pt x="27241" y="316992"/>
                </a:lnTo>
                <a:lnTo>
                  <a:pt x="27352" y="168021"/>
                </a:lnTo>
                <a:lnTo>
                  <a:pt x="27241" y="140398"/>
                </a:lnTo>
                <a:lnTo>
                  <a:pt x="26789" y="103655"/>
                </a:lnTo>
                <a:lnTo>
                  <a:pt x="25908" y="71628"/>
                </a:lnTo>
                <a:lnTo>
                  <a:pt x="50292" y="86868"/>
                </a:lnTo>
                <a:lnTo>
                  <a:pt x="205086" y="86868"/>
                </a:lnTo>
                <a:lnTo>
                  <a:pt x="210312" y="91440"/>
                </a:lnTo>
                <a:lnTo>
                  <a:pt x="205086" y="96012"/>
                </a:lnTo>
                <a:lnTo>
                  <a:pt x="50292" y="96012"/>
                </a:lnTo>
                <a:lnTo>
                  <a:pt x="50292" y="214883"/>
                </a:lnTo>
                <a:lnTo>
                  <a:pt x="61088" y="214883"/>
                </a:lnTo>
                <a:lnTo>
                  <a:pt x="50292" y="225552"/>
                </a:lnTo>
                <a:lnTo>
                  <a:pt x="50292" y="249936"/>
                </a:lnTo>
                <a:lnTo>
                  <a:pt x="198684" y="249936"/>
                </a:lnTo>
                <a:lnTo>
                  <a:pt x="198775" y="260604"/>
                </a:lnTo>
                <a:lnTo>
                  <a:pt x="50292" y="260604"/>
                </a:lnTo>
                <a:lnTo>
                  <a:pt x="50292" y="326136"/>
                </a:lnTo>
                <a:lnTo>
                  <a:pt x="199356" y="326136"/>
                </a:lnTo>
                <a:lnTo>
                  <a:pt x="199456" y="336804"/>
                </a:lnTo>
                <a:lnTo>
                  <a:pt x="50292" y="336804"/>
                </a:lnTo>
                <a:lnTo>
                  <a:pt x="50292" y="373380"/>
                </a:lnTo>
                <a:lnTo>
                  <a:pt x="25908" y="382524"/>
                </a:lnTo>
                <a:close/>
              </a:path>
              <a:path w="408939" h="382905">
                <a:moveTo>
                  <a:pt x="61088" y="214883"/>
                </a:moveTo>
                <a:lnTo>
                  <a:pt x="50292" y="214883"/>
                </a:lnTo>
                <a:lnTo>
                  <a:pt x="63412" y="194595"/>
                </a:lnTo>
                <a:lnTo>
                  <a:pt x="72961" y="168021"/>
                </a:lnTo>
                <a:lnTo>
                  <a:pt x="78795" y="135159"/>
                </a:lnTo>
                <a:lnTo>
                  <a:pt x="80772" y="96012"/>
                </a:lnTo>
                <a:lnTo>
                  <a:pt x="100584" y="96012"/>
                </a:lnTo>
                <a:lnTo>
                  <a:pt x="97440" y="139184"/>
                </a:lnTo>
                <a:lnTo>
                  <a:pt x="88011" y="175069"/>
                </a:lnTo>
                <a:lnTo>
                  <a:pt x="72294" y="203811"/>
                </a:lnTo>
                <a:lnTo>
                  <a:pt x="61088" y="214883"/>
                </a:lnTo>
                <a:close/>
              </a:path>
              <a:path w="408939" h="382905">
                <a:moveTo>
                  <a:pt x="198684" y="249936"/>
                </a:moveTo>
                <a:lnTo>
                  <a:pt x="175260" y="249936"/>
                </a:lnTo>
                <a:lnTo>
                  <a:pt x="175260" y="211836"/>
                </a:lnTo>
                <a:lnTo>
                  <a:pt x="150876" y="211836"/>
                </a:lnTo>
                <a:lnTo>
                  <a:pt x="124968" y="96012"/>
                </a:lnTo>
                <a:lnTo>
                  <a:pt x="146304" y="96012"/>
                </a:lnTo>
                <a:lnTo>
                  <a:pt x="146304" y="187452"/>
                </a:lnTo>
                <a:lnTo>
                  <a:pt x="150876" y="192024"/>
                </a:lnTo>
                <a:lnTo>
                  <a:pt x="198343" y="192024"/>
                </a:lnTo>
                <a:lnTo>
                  <a:pt x="198684" y="249936"/>
                </a:lnTo>
                <a:close/>
              </a:path>
              <a:path w="408939" h="382905">
                <a:moveTo>
                  <a:pt x="198343" y="192024"/>
                </a:moveTo>
                <a:lnTo>
                  <a:pt x="175260" y="192024"/>
                </a:lnTo>
                <a:lnTo>
                  <a:pt x="175260" y="96012"/>
                </a:lnTo>
                <a:lnTo>
                  <a:pt x="205086" y="96012"/>
                </a:lnTo>
                <a:lnTo>
                  <a:pt x="198120" y="102108"/>
                </a:lnTo>
                <a:lnTo>
                  <a:pt x="198317" y="187452"/>
                </a:lnTo>
                <a:lnTo>
                  <a:pt x="198343" y="192024"/>
                </a:lnTo>
                <a:close/>
              </a:path>
              <a:path w="408939" h="382905">
                <a:moveTo>
                  <a:pt x="199356" y="326136"/>
                </a:moveTo>
                <a:lnTo>
                  <a:pt x="175260" y="326136"/>
                </a:lnTo>
                <a:lnTo>
                  <a:pt x="175260" y="260604"/>
                </a:lnTo>
                <a:lnTo>
                  <a:pt x="198775" y="260604"/>
                </a:lnTo>
                <a:lnTo>
                  <a:pt x="199356" y="326136"/>
                </a:lnTo>
                <a:close/>
              </a:path>
              <a:path w="408939" h="382905">
                <a:moveTo>
                  <a:pt x="175260" y="379476"/>
                </a:moveTo>
                <a:lnTo>
                  <a:pt x="175260" y="336804"/>
                </a:lnTo>
                <a:lnTo>
                  <a:pt x="199456" y="336804"/>
                </a:lnTo>
                <a:lnTo>
                  <a:pt x="199644" y="367284"/>
                </a:lnTo>
                <a:lnTo>
                  <a:pt x="175260" y="37947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" name="object 18"/>
          <p:cNvSpPr/>
          <p:nvPr/>
        </p:nvSpPr>
        <p:spPr>
          <a:xfrm>
            <a:off x="3756659" y="2363723"/>
            <a:ext cx="356870" cy="402590"/>
          </a:xfrm>
          <a:custGeom>
            <a:avLst/>
            <a:gdLst/>
            <a:ahLst/>
            <a:cxnLst/>
            <a:rect l="l" t="t" r="r" b="b"/>
            <a:pathLst>
              <a:path w="356870" h="402589">
                <a:moveTo>
                  <a:pt x="54864" y="89916"/>
                </a:moveTo>
                <a:lnTo>
                  <a:pt x="44196" y="89916"/>
                </a:lnTo>
                <a:lnTo>
                  <a:pt x="51554" y="62793"/>
                </a:lnTo>
                <a:lnTo>
                  <a:pt x="57340" y="38671"/>
                </a:lnTo>
                <a:lnTo>
                  <a:pt x="61126" y="17692"/>
                </a:lnTo>
                <a:lnTo>
                  <a:pt x="62484" y="0"/>
                </a:lnTo>
                <a:lnTo>
                  <a:pt x="100584" y="21336"/>
                </a:lnTo>
                <a:lnTo>
                  <a:pt x="91725" y="29051"/>
                </a:lnTo>
                <a:lnTo>
                  <a:pt x="81153" y="43053"/>
                </a:lnTo>
                <a:lnTo>
                  <a:pt x="68865" y="63341"/>
                </a:lnTo>
                <a:lnTo>
                  <a:pt x="54864" y="89916"/>
                </a:lnTo>
                <a:close/>
              </a:path>
              <a:path w="356870" h="402589">
                <a:moveTo>
                  <a:pt x="147828" y="192024"/>
                </a:moveTo>
                <a:lnTo>
                  <a:pt x="143256" y="187452"/>
                </a:lnTo>
                <a:lnTo>
                  <a:pt x="160377" y="160615"/>
                </a:lnTo>
                <a:lnTo>
                  <a:pt x="175069" y="135064"/>
                </a:lnTo>
                <a:lnTo>
                  <a:pt x="196596" y="88392"/>
                </a:lnTo>
                <a:lnTo>
                  <a:pt x="211836" y="44958"/>
                </a:lnTo>
                <a:lnTo>
                  <a:pt x="222503" y="1524"/>
                </a:lnTo>
                <a:lnTo>
                  <a:pt x="260603" y="24384"/>
                </a:lnTo>
                <a:lnTo>
                  <a:pt x="252864" y="32361"/>
                </a:lnTo>
                <a:lnTo>
                  <a:pt x="243268" y="47053"/>
                </a:lnTo>
                <a:lnTo>
                  <a:pt x="231671" y="68318"/>
                </a:lnTo>
                <a:lnTo>
                  <a:pt x="217932" y="96012"/>
                </a:lnTo>
                <a:lnTo>
                  <a:pt x="350520" y="96012"/>
                </a:lnTo>
                <a:lnTo>
                  <a:pt x="356616" y="102108"/>
                </a:lnTo>
                <a:lnTo>
                  <a:pt x="350901" y="106680"/>
                </a:lnTo>
                <a:lnTo>
                  <a:pt x="214884" y="106680"/>
                </a:lnTo>
                <a:lnTo>
                  <a:pt x="198620" y="130730"/>
                </a:lnTo>
                <a:lnTo>
                  <a:pt x="181927" y="152781"/>
                </a:lnTo>
                <a:lnTo>
                  <a:pt x="164949" y="173116"/>
                </a:lnTo>
                <a:lnTo>
                  <a:pt x="147828" y="192024"/>
                </a:lnTo>
                <a:close/>
              </a:path>
              <a:path w="356870" h="402589">
                <a:moveTo>
                  <a:pt x="146304" y="89916"/>
                </a:moveTo>
                <a:lnTo>
                  <a:pt x="111252" y="89916"/>
                </a:lnTo>
                <a:lnTo>
                  <a:pt x="129540" y="73152"/>
                </a:lnTo>
                <a:lnTo>
                  <a:pt x="146304" y="89916"/>
                </a:lnTo>
                <a:close/>
              </a:path>
              <a:path w="356870" h="402589">
                <a:moveTo>
                  <a:pt x="0" y="397764"/>
                </a:moveTo>
                <a:lnTo>
                  <a:pt x="834" y="359664"/>
                </a:lnTo>
                <a:lnTo>
                  <a:pt x="935" y="352615"/>
                </a:lnTo>
                <a:lnTo>
                  <a:pt x="1333" y="316992"/>
                </a:lnTo>
                <a:lnTo>
                  <a:pt x="1430" y="178308"/>
                </a:lnTo>
                <a:lnTo>
                  <a:pt x="1309" y="152781"/>
                </a:lnTo>
                <a:lnTo>
                  <a:pt x="881" y="114704"/>
                </a:lnTo>
                <a:lnTo>
                  <a:pt x="0" y="74676"/>
                </a:lnTo>
                <a:lnTo>
                  <a:pt x="25908" y="89916"/>
                </a:lnTo>
                <a:lnTo>
                  <a:pt x="146304" y="89916"/>
                </a:lnTo>
                <a:lnTo>
                  <a:pt x="155448" y="99060"/>
                </a:lnTo>
                <a:lnTo>
                  <a:pt x="153162" y="100584"/>
                </a:lnTo>
                <a:lnTo>
                  <a:pt x="24384" y="100584"/>
                </a:lnTo>
                <a:lnTo>
                  <a:pt x="24384" y="211836"/>
                </a:lnTo>
                <a:lnTo>
                  <a:pt x="137509" y="211836"/>
                </a:lnTo>
                <a:lnTo>
                  <a:pt x="137586" y="222504"/>
                </a:lnTo>
                <a:lnTo>
                  <a:pt x="24384" y="222504"/>
                </a:lnTo>
                <a:lnTo>
                  <a:pt x="24384" y="344424"/>
                </a:lnTo>
                <a:lnTo>
                  <a:pt x="139258" y="344424"/>
                </a:lnTo>
                <a:lnTo>
                  <a:pt x="139305" y="346850"/>
                </a:lnTo>
                <a:lnTo>
                  <a:pt x="139544" y="355092"/>
                </a:lnTo>
                <a:lnTo>
                  <a:pt x="24384" y="355092"/>
                </a:lnTo>
                <a:lnTo>
                  <a:pt x="24384" y="384048"/>
                </a:lnTo>
                <a:lnTo>
                  <a:pt x="0" y="397764"/>
                </a:lnTo>
                <a:close/>
              </a:path>
              <a:path w="356870" h="402589">
                <a:moveTo>
                  <a:pt x="350520" y="96012"/>
                </a:moveTo>
                <a:lnTo>
                  <a:pt x="312420" y="96012"/>
                </a:lnTo>
                <a:lnTo>
                  <a:pt x="330708" y="76200"/>
                </a:lnTo>
                <a:lnTo>
                  <a:pt x="350520" y="96012"/>
                </a:lnTo>
                <a:close/>
              </a:path>
              <a:path w="356870" h="402589">
                <a:moveTo>
                  <a:pt x="137509" y="211836"/>
                </a:moveTo>
                <a:lnTo>
                  <a:pt x="115824" y="211836"/>
                </a:lnTo>
                <a:lnTo>
                  <a:pt x="115824" y="100584"/>
                </a:lnTo>
                <a:lnTo>
                  <a:pt x="153162" y="100584"/>
                </a:lnTo>
                <a:lnTo>
                  <a:pt x="137160" y="111252"/>
                </a:lnTo>
                <a:lnTo>
                  <a:pt x="137271" y="160615"/>
                </a:lnTo>
                <a:lnTo>
                  <a:pt x="137390" y="195333"/>
                </a:lnTo>
                <a:lnTo>
                  <a:pt x="137509" y="211836"/>
                </a:lnTo>
                <a:close/>
              </a:path>
              <a:path w="356870" h="402589">
                <a:moveTo>
                  <a:pt x="327778" y="359664"/>
                </a:moveTo>
                <a:lnTo>
                  <a:pt x="283464" y="359664"/>
                </a:lnTo>
                <a:lnTo>
                  <a:pt x="292631" y="357925"/>
                </a:lnTo>
                <a:lnTo>
                  <a:pt x="299656" y="352615"/>
                </a:lnTo>
                <a:lnTo>
                  <a:pt x="309895" y="305562"/>
                </a:lnTo>
                <a:lnTo>
                  <a:pt x="311658" y="259842"/>
                </a:lnTo>
                <a:lnTo>
                  <a:pt x="313456" y="192024"/>
                </a:lnTo>
                <a:lnTo>
                  <a:pt x="315467" y="106680"/>
                </a:lnTo>
                <a:lnTo>
                  <a:pt x="350901" y="106680"/>
                </a:lnTo>
                <a:lnTo>
                  <a:pt x="341376" y="114300"/>
                </a:lnTo>
                <a:lnTo>
                  <a:pt x="339547" y="188719"/>
                </a:lnTo>
                <a:lnTo>
                  <a:pt x="337718" y="249167"/>
                </a:lnTo>
                <a:lnTo>
                  <a:pt x="335889" y="295570"/>
                </a:lnTo>
                <a:lnTo>
                  <a:pt x="334060" y="327855"/>
                </a:lnTo>
                <a:lnTo>
                  <a:pt x="332232" y="345948"/>
                </a:lnTo>
                <a:lnTo>
                  <a:pt x="328497" y="357925"/>
                </a:lnTo>
                <a:lnTo>
                  <a:pt x="327778" y="359664"/>
                </a:lnTo>
                <a:close/>
              </a:path>
              <a:path w="356870" h="402589">
                <a:moveTo>
                  <a:pt x="231648" y="269748"/>
                </a:moveTo>
                <a:lnTo>
                  <a:pt x="230124" y="269748"/>
                </a:lnTo>
                <a:lnTo>
                  <a:pt x="226956" y="268295"/>
                </a:lnTo>
                <a:lnTo>
                  <a:pt x="224218" y="263842"/>
                </a:lnTo>
                <a:lnTo>
                  <a:pt x="221765" y="256246"/>
                </a:lnTo>
                <a:lnTo>
                  <a:pt x="219456" y="245364"/>
                </a:lnTo>
                <a:lnTo>
                  <a:pt x="214884" y="228242"/>
                </a:lnTo>
                <a:lnTo>
                  <a:pt x="208026" y="211264"/>
                </a:lnTo>
                <a:lnTo>
                  <a:pt x="198882" y="194571"/>
                </a:lnTo>
                <a:lnTo>
                  <a:pt x="187452" y="178308"/>
                </a:lnTo>
                <a:lnTo>
                  <a:pt x="192024" y="172212"/>
                </a:lnTo>
                <a:lnTo>
                  <a:pt x="224980" y="199644"/>
                </a:lnTo>
                <a:lnTo>
                  <a:pt x="246888" y="236220"/>
                </a:lnTo>
                <a:lnTo>
                  <a:pt x="246888" y="248412"/>
                </a:lnTo>
                <a:lnTo>
                  <a:pt x="245364" y="254508"/>
                </a:lnTo>
                <a:lnTo>
                  <a:pt x="236220" y="266700"/>
                </a:lnTo>
                <a:lnTo>
                  <a:pt x="231648" y="269748"/>
                </a:lnTo>
                <a:close/>
              </a:path>
              <a:path w="356870" h="402589">
                <a:moveTo>
                  <a:pt x="139258" y="344424"/>
                </a:moveTo>
                <a:lnTo>
                  <a:pt x="115824" y="344424"/>
                </a:lnTo>
                <a:lnTo>
                  <a:pt x="115824" y="222504"/>
                </a:lnTo>
                <a:lnTo>
                  <a:pt x="137586" y="222504"/>
                </a:lnTo>
                <a:lnTo>
                  <a:pt x="137793" y="251435"/>
                </a:lnTo>
                <a:lnTo>
                  <a:pt x="138493" y="305562"/>
                </a:lnTo>
                <a:lnTo>
                  <a:pt x="139258" y="344424"/>
                </a:lnTo>
                <a:close/>
              </a:path>
              <a:path w="356870" h="402589">
                <a:moveTo>
                  <a:pt x="278891" y="402336"/>
                </a:moveTo>
                <a:lnTo>
                  <a:pt x="271772" y="389453"/>
                </a:lnTo>
                <a:lnTo>
                  <a:pt x="259651" y="378142"/>
                </a:lnTo>
                <a:lnTo>
                  <a:pt x="242613" y="368236"/>
                </a:lnTo>
                <a:lnTo>
                  <a:pt x="220979" y="359664"/>
                </a:lnTo>
                <a:lnTo>
                  <a:pt x="220979" y="352044"/>
                </a:lnTo>
                <a:lnTo>
                  <a:pt x="241244" y="355163"/>
                </a:lnTo>
                <a:lnTo>
                  <a:pt x="258508" y="357568"/>
                </a:lnTo>
                <a:lnTo>
                  <a:pt x="272629" y="359116"/>
                </a:lnTo>
                <a:lnTo>
                  <a:pt x="283464" y="359664"/>
                </a:lnTo>
                <a:lnTo>
                  <a:pt x="327778" y="359664"/>
                </a:lnTo>
                <a:lnTo>
                  <a:pt x="324217" y="368260"/>
                </a:lnTo>
                <a:lnTo>
                  <a:pt x="290310" y="397764"/>
                </a:lnTo>
                <a:lnTo>
                  <a:pt x="278891" y="402336"/>
                </a:lnTo>
                <a:close/>
              </a:path>
              <a:path w="356870" h="402589">
                <a:moveTo>
                  <a:pt x="115824" y="391668"/>
                </a:moveTo>
                <a:lnTo>
                  <a:pt x="115824" y="355092"/>
                </a:lnTo>
                <a:lnTo>
                  <a:pt x="139544" y="355092"/>
                </a:lnTo>
                <a:lnTo>
                  <a:pt x="140208" y="377952"/>
                </a:lnTo>
                <a:lnTo>
                  <a:pt x="115824" y="39166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" name="object 19"/>
          <p:cNvSpPr/>
          <p:nvPr/>
        </p:nvSpPr>
        <p:spPr>
          <a:xfrm>
            <a:off x="4172711" y="2371344"/>
            <a:ext cx="396240" cy="394970"/>
          </a:xfrm>
          <a:custGeom>
            <a:avLst/>
            <a:gdLst/>
            <a:ahLst/>
            <a:cxnLst/>
            <a:rect l="l" t="t" r="r" b="b"/>
            <a:pathLst>
              <a:path w="396239" h="394969">
                <a:moveTo>
                  <a:pt x="19812" y="41148"/>
                </a:moveTo>
                <a:lnTo>
                  <a:pt x="3048" y="25908"/>
                </a:lnTo>
                <a:lnTo>
                  <a:pt x="333756" y="25908"/>
                </a:lnTo>
                <a:lnTo>
                  <a:pt x="359664" y="0"/>
                </a:lnTo>
                <a:lnTo>
                  <a:pt x="396240" y="36576"/>
                </a:lnTo>
                <a:lnTo>
                  <a:pt x="60960" y="36576"/>
                </a:lnTo>
                <a:lnTo>
                  <a:pt x="49815" y="36861"/>
                </a:lnTo>
                <a:lnTo>
                  <a:pt x="39243" y="37719"/>
                </a:lnTo>
                <a:lnTo>
                  <a:pt x="29241" y="39147"/>
                </a:lnTo>
                <a:lnTo>
                  <a:pt x="19812" y="41148"/>
                </a:lnTo>
                <a:close/>
              </a:path>
              <a:path w="396239" h="394969">
                <a:moveTo>
                  <a:pt x="3048" y="297179"/>
                </a:moveTo>
                <a:lnTo>
                  <a:pt x="0" y="289560"/>
                </a:lnTo>
                <a:lnTo>
                  <a:pt x="28289" y="267557"/>
                </a:lnTo>
                <a:lnTo>
                  <a:pt x="56007" y="242697"/>
                </a:lnTo>
                <a:lnTo>
                  <a:pt x="83153" y="214979"/>
                </a:lnTo>
                <a:lnTo>
                  <a:pt x="109728" y="184404"/>
                </a:lnTo>
                <a:lnTo>
                  <a:pt x="135516" y="151233"/>
                </a:lnTo>
                <a:lnTo>
                  <a:pt x="158305" y="115633"/>
                </a:lnTo>
                <a:lnTo>
                  <a:pt x="178522" y="77462"/>
                </a:lnTo>
                <a:lnTo>
                  <a:pt x="196596" y="36576"/>
                </a:lnTo>
                <a:lnTo>
                  <a:pt x="231648" y="36576"/>
                </a:lnTo>
                <a:lnTo>
                  <a:pt x="223385" y="52006"/>
                </a:lnTo>
                <a:lnTo>
                  <a:pt x="214693" y="68580"/>
                </a:lnTo>
                <a:lnTo>
                  <a:pt x="205716" y="86296"/>
                </a:lnTo>
                <a:lnTo>
                  <a:pt x="196596" y="105156"/>
                </a:lnTo>
                <a:lnTo>
                  <a:pt x="225552" y="123444"/>
                </a:lnTo>
                <a:lnTo>
                  <a:pt x="221742" y="126492"/>
                </a:lnTo>
                <a:lnTo>
                  <a:pt x="184404" y="126492"/>
                </a:lnTo>
                <a:lnTo>
                  <a:pt x="155155" y="167066"/>
                </a:lnTo>
                <a:lnTo>
                  <a:pt x="122322" y="204569"/>
                </a:lnTo>
                <a:lnTo>
                  <a:pt x="85977" y="238853"/>
                </a:lnTo>
                <a:lnTo>
                  <a:pt x="46195" y="269772"/>
                </a:lnTo>
                <a:lnTo>
                  <a:pt x="3048" y="297179"/>
                </a:lnTo>
                <a:close/>
              </a:path>
              <a:path w="396239" h="394969">
                <a:moveTo>
                  <a:pt x="182880" y="394716"/>
                </a:moveTo>
                <a:lnTo>
                  <a:pt x="183761" y="362688"/>
                </a:lnTo>
                <a:lnTo>
                  <a:pt x="184213" y="332803"/>
                </a:lnTo>
                <a:lnTo>
                  <a:pt x="184380" y="304919"/>
                </a:lnTo>
                <a:lnTo>
                  <a:pt x="184404" y="126492"/>
                </a:lnTo>
                <a:lnTo>
                  <a:pt x="221742" y="126492"/>
                </a:lnTo>
                <a:lnTo>
                  <a:pt x="210312" y="135636"/>
                </a:lnTo>
                <a:lnTo>
                  <a:pt x="210383" y="332803"/>
                </a:lnTo>
                <a:lnTo>
                  <a:pt x="210502" y="348424"/>
                </a:lnTo>
                <a:lnTo>
                  <a:pt x="210954" y="367117"/>
                </a:lnTo>
                <a:lnTo>
                  <a:pt x="211836" y="382524"/>
                </a:lnTo>
                <a:lnTo>
                  <a:pt x="182880" y="394716"/>
                </a:lnTo>
                <a:close/>
              </a:path>
              <a:path w="396239" h="394969">
                <a:moveTo>
                  <a:pt x="374904" y="278892"/>
                </a:moveTo>
                <a:lnTo>
                  <a:pt x="371856" y="278892"/>
                </a:lnTo>
                <a:lnTo>
                  <a:pt x="368117" y="277177"/>
                </a:lnTo>
                <a:lnTo>
                  <a:pt x="363664" y="272034"/>
                </a:lnTo>
                <a:lnTo>
                  <a:pt x="358354" y="263461"/>
                </a:lnTo>
                <a:lnTo>
                  <a:pt x="352044" y="251460"/>
                </a:lnTo>
                <a:lnTo>
                  <a:pt x="337113" y="230862"/>
                </a:lnTo>
                <a:lnTo>
                  <a:pt x="314896" y="205549"/>
                </a:lnTo>
                <a:lnTo>
                  <a:pt x="284964" y="175379"/>
                </a:lnTo>
                <a:lnTo>
                  <a:pt x="246888" y="140208"/>
                </a:lnTo>
                <a:lnTo>
                  <a:pt x="251460" y="135636"/>
                </a:lnTo>
                <a:lnTo>
                  <a:pt x="301180" y="168544"/>
                </a:lnTo>
                <a:lnTo>
                  <a:pt x="338328" y="194310"/>
                </a:lnTo>
                <a:lnTo>
                  <a:pt x="374904" y="225552"/>
                </a:lnTo>
                <a:lnTo>
                  <a:pt x="385572" y="252984"/>
                </a:lnTo>
                <a:lnTo>
                  <a:pt x="385572" y="257556"/>
                </a:lnTo>
                <a:lnTo>
                  <a:pt x="384048" y="263652"/>
                </a:lnTo>
                <a:lnTo>
                  <a:pt x="377952" y="275844"/>
                </a:lnTo>
                <a:lnTo>
                  <a:pt x="374904" y="27889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" name="object 20"/>
          <p:cNvSpPr/>
          <p:nvPr/>
        </p:nvSpPr>
        <p:spPr>
          <a:xfrm>
            <a:off x="4654295" y="2375916"/>
            <a:ext cx="344805" cy="391795"/>
          </a:xfrm>
          <a:custGeom>
            <a:avLst/>
            <a:gdLst/>
            <a:ahLst/>
            <a:cxnLst/>
            <a:rect l="l" t="t" r="r" b="b"/>
            <a:pathLst>
              <a:path w="344804" h="391794">
                <a:moveTo>
                  <a:pt x="0" y="391668"/>
                </a:moveTo>
                <a:lnTo>
                  <a:pt x="1762" y="364497"/>
                </a:lnTo>
                <a:lnTo>
                  <a:pt x="2667" y="340042"/>
                </a:lnTo>
                <a:lnTo>
                  <a:pt x="2925" y="323088"/>
                </a:lnTo>
                <a:lnTo>
                  <a:pt x="3024" y="61079"/>
                </a:lnTo>
                <a:lnTo>
                  <a:pt x="2857" y="40957"/>
                </a:lnTo>
                <a:lnTo>
                  <a:pt x="2405" y="20550"/>
                </a:lnTo>
                <a:lnTo>
                  <a:pt x="1524" y="0"/>
                </a:lnTo>
                <a:lnTo>
                  <a:pt x="27432" y="18288"/>
                </a:lnTo>
                <a:lnTo>
                  <a:pt x="338937" y="18288"/>
                </a:lnTo>
                <a:lnTo>
                  <a:pt x="344424" y="22860"/>
                </a:lnTo>
                <a:lnTo>
                  <a:pt x="338545" y="27432"/>
                </a:lnTo>
                <a:lnTo>
                  <a:pt x="27432" y="27432"/>
                </a:lnTo>
                <a:lnTo>
                  <a:pt x="27432" y="381000"/>
                </a:lnTo>
                <a:lnTo>
                  <a:pt x="0" y="391668"/>
                </a:lnTo>
                <a:close/>
              </a:path>
              <a:path w="344804" h="391794">
                <a:moveTo>
                  <a:pt x="338937" y="18288"/>
                </a:moveTo>
                <a:lnTo>
                  <a:pt x="304800" y="18288"/>
                </a:lnTo>
                <a:lnTo>
                  <a:pt x="316992" y="0"/>
                </a:lnTo>
                <a:lnTo>
                  <a:pt x="338937" y="18288"/>
                </a:lnTo>
                <a:close/>
              </a:path>
              <a:path w="344804" h="391794">
                <a:moveTo>
                  <a:pt x="329341" y="348996"/>
                </a:moveTo>
                <a:lnTo>
                  <a:pt x="286512" y="348996"/>
                </a:lnTo>
                <a:lnTo>
                  <a:pt x="295394" y="347519"/>
                </a:lnTo>
                <a:lnTo>
                  <a:pt x="301561" y="342900"/>
                </a:lnTo>
                <a:lnTo>
                  <a:pt x="305157" y="334851"/>
                </a:lnTo>
                <a:lnTo>
                  <a:pt x="306323" y="323088"/>
                </a:lnTo>
                <a:lnTo>
                  <a:pt x="306323" y="27432"/>
                </a:lnTo>
                <a:lnTo>
                  <a:pt x="338545" y="27432"/>
                </a:lnTo>
                <a:lnTo>
                  <a:pt x="330708" y="33528"/>
                </a:lnTo>
                <a:lnTo>
                  <a:pt x="330609" y="334851"/>
                </a:lnTo>
                <a:lnTo>
                  <a:pt x="329341" y="348996"/>
                </a:lnTo>
                <a:close/>
              </a:path>
              <a:path w="344804" h="391794">
                <a:moveTo>
                  <a:pt x="70104" y="108204"/>
                </a:moveTo>
                <a:lnTo>
                  <a:pt x="53340" y="92964"/>
                </a:lnTo>
                <a:lnTo>
                  <a:pt x="222504" y="92964"/>
                </a:lnTo>
                <a:lnTo>
                  <a:pt x="245364" y="70104"/>
                </a:lnTo>
                <a:lnTo>
                  <a:pt x="278892" y="102108"/>
                </a:lnTo>
                <a:lnTo>
                  <a:pt x="105156" y="102108"/>
                </a:lnTo>
                <a:lnTo>
                  <a:pt x="95392" y="102631"/>
                </a:lnTo>
                <a:lnTo>
                  <a:pt x="86487" y="104013"/>
                </a:lnTo>
                <a:lnTo>
                  <a:pt x="78152" y="105965"/>
                </a:lnTo>
                <a:lnTo>
                  <a:pt x="70104" y="108204"/>
                </a:lnTo>
                <a:close/>
              </a:path>
              <a:path w="344804" h="391794">
                <a:moveTo>
                  <a:pt x="250522" y="160020"/>
                </a:moveTo>
                <a:lnTo>
                  <a:pt x="216408" y="160020"/>
                </a:lnTo>
                <a:lnTo>
                  <a:pt x="228600" y="143256"/>
                </a:lnTo>
                <a:lnTo>
                  <a:pt x="250522" y="160020"/>
                </a:lnTo>
                <a:close/>
              </a:path>
              <a:path w="344804" h="391794">
                <a:moveTo>
                  <a:pt x="86868" y="298704"/>
                </a:moveTo>
                <a:lnTo>
                  <a:pt x="87749" y="283225"/>
                </a:lnTo>
                <a:lnTo>
                  <a:pt x="88201" y="266319"/>
                </a:lnTo>
                <a:lnTo>
                  <a:pt x="88307" y="254507"/>
                </a:lnTo>
                <a:lnTo>
                  <a:pt x="88368" y="205882"/>
                </a:lnTo>
                <a:lnTo>
                  <a:pt x="88201" y="185547"/>
                </a:lnTo>
                <a:lnTo>
                  <a:pt x="87749" y="165782"/>
                </a:lnTo>
                <a:lnTo>
                  <a:pt x="86868" y="146304"/>
                </a:lnTo>
                <a:lnTo>
                  <a:pt x="111252" y="160020"/>
                </a:lnTo>
                <a:lnTo>
                  <a:pt x="250522" y="160020"/>
                </a:lnTo>
                <a:lnTo>
                  <a:pt x="254508" y="163068"/>
                </a:lnTo>
                <a:lnTo>
                  <a:pt x="245935" y="170688"/>
                </a:lnTo>
                <a:lnTo>
                  <a:pt x="111252" y="170688"/>
                </a:lnTo>
                <a:lnTo>
                  <a:pt x="111252" y="254507"/>
                </a:lnTo>
                <a:lnTo>
                  <a:pt x="240863" y="254507"/>
                </a:lnTo>
                <a:lnTo>
                  <a:pt x="240982" y="262318"/>
                </a:lnTo>
                <a:lnTo>
                  <a:pt x="241097" y="265176"/>
                </a:lnTo>
                <a:lnTo>
                  <a:pt x="111252" y="265176"/>
                </a:lnTo>
                <a:lnTo>
                  <a:pt x="111252" y="291083"/>
                </a:lnTo>
                <a:lnTo>
                  <a:pt x="86868" y="298704"/>
                </a:lnTo>
                <a:close/>
              </a:path>
              <a:path w="344804" h="391794">
                <a:moveTo>
                  <a:pt x="240863" y="254507"/>
                </a:moveTo>
                <a:lnTo>
                  <a:pt x="217932" y="254507"/>
                </a:lnTo>
                <a:lnTo>
                  <a:pt x="217932" y="170688"/>
                </a:lnTo>
                <a:lnTo>
                  <a:pt x="245935" y="170688"/>
                </a:lnTo>
                <a:lnTo>
                  <a:pt x="240792" y="175260"/>
                </a:lnTo>
                <a:lnTo>
                  <a:pt x="240863" y="254507"/>
                </a:lnTo>
                <a:close/>
              </a:path>
              <a:path w="344804" h="391794">
                <a:moveTo>
                  <a:pt x="217932" y="294132"/>
                </a:moveTo>
                <a:lnTo>
                  <a:pt x="217932" y="265176"/>
                </a:lnTo>
                <a:lnTo>
                  <a:pt x="241097" y="265176"/>
                </a:lnTo>
                <a:lnTo>
                  <a:pt x="241434" y="273581"/>
                </a:lnTo>
                <a:lnTo>
                  <a:pt x="242316" y="284988"/>
                </a:lnTo>
                <a:lnTo>
                  <a:pt x="217932" y="294132"/>
                </a:lnTo>
                <a:close/>
              </a:path>
              <a:path w="344804" h="391794">
                <a:moveTo>
                  <a:pt x="289559" y="391668"/>
                </a:moveTo>
                <a:lnTo>
                  <a:pt x="285845" y="380547"/>
                </a:lnTo>
                <a:lnTo>
                  <a:pt x="274700" y="370141"/>
                </a:lnTo>
                <a:lnTo>
                  <a:pt x="256127" y="360592"/>
                </a:lnTo>
                <a:lnTo>
                  <a:pt x="230123" y="352044"/>
                </a:lnTo>
                <a:lnTo>
                  <a:pt x="230123" y="342900"/>
                </a:lnTo>
                <a:lnTo>
                  <a:pt x="262318" y="347091"/>
                </a:lnTo>
                <a:lnTo>
                  <a:pt x="275343" y="348472"/>
                </a:lnTo>
                <a:lnTo>
                  <a:pt x="286512" y="348996"/>
                </a:lnTo>
                <a:lnTo>
                  <a:pt x="329341" y="348996"/>
                </a:lnTo>
                <a:lnTo>
                  <a:pt x="328993" y="352877"/>
                </a:lnTo>
                <a:lnTo>
                  <a:pt x="321564" y="368998"/>
                </a:lnTo>
                <a:lnTo>
                  <a:pt x="308419" y="381976"/>
                </a:lnTo>
                <a:lnTo>
                  <a:pt x="289559" y="39166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pic>
        <p:nvPicPr>
          <p:cNvPr id="21" name="object 21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5094732" y="2569464"/>
            <a:ext cx="64008" cy="164592"/>
          </a:xfrm>
          <a:prstGeom prst="rect">
            <a:avLst/>
          </a:prstGeom>
        </p:spPr>
      </p:pic>
      <p:pic>
        <p:nvPicPr>
          <p:cNvPr id="22" name="object 22"/>
          <p:cNvPicPr/>
          <p:nvPr/>
        </p:nvPicPr>
        <p:blipFill>
          <a:blip r:embed="rId4" cstate="print"/>
          <a:stretch>
            <a:fillRect/>
          </a:stretch>
        </p:blipFill>
        <p:spPr>
          <a:xfrm>
            <a:off x="1118616" y="3165348"/>
            <a:ext cx="181355" cy="172212"/>
          </a:xfrm>
          <a:prstGeom prst="rect">
            <a:avLst/>
          </a:prstGeom>
        </p:spPr>
      </p:pic>
      <p:sp>
        <p:nvSpPr>
          <p:cNvPr id="23" name="object 23"/>
          <p:cNvSpPr/>
          <p:nvPr/>
        </p:nvSpPr>
        <p:spPr>
          <a:xfrm>
            <a:off x="1641335" y="3005327"/>
            <a:ext cx="1292860" cy="410209"/>
          </a:xfrm>
          <a:custGeom>
            <a:avLst/>
            <a:gdLst/>
            <a:ahLst/>
            <a:cxnLst/>
            <a:rect l="l" t="t" r="r" b="b"/>
            <a:pathLst>
              <a:path w="1292860" h="410210">
                <a:moveTo>
                  <a:pt x="64008" y="153924"/>
                </a:moveTo>
                <a:lnTo>
                  <a:pt x="59436" y="145122"/>
                </a:lnTo>
                <a:lnTo>
                  <a:pt x="48006" y="134874"/>
                </a:lnTo>
                <a:lnTo>
                  <a:pt x="29718" y="123494"/>
                </a:lnTo>
                <a:lnTo>
                  <a:pt x="4572" y="111252"/>
                </a:lnTo>
                <a:lnTo>
                  <a:pt x="0" y="115824"/>
                </a:lnTo>
                <a:lnTo>
                  <a:pt x="12573" y="131254"/>
                </a:lnTo>
                <a:lnTo>
                  <a:pt x="22860" y="145542"/>
                </a:lnTo>
                <a:lnTo>
                  <a:pt x="30861" y="158686"/>
                </a:lnTo>
                <a:lnTo>
                  <a:pt x="36576" y="170688"/>
                </a:lnTo>
                <a:lnTo>
                  <a:pt x="41148" y="181356"/>
                </a:lnTo>
                <a:lnTo>
                  <a:pt x="45720" y="187452"/>
                </a:lnTo>
                <a:lnTo>
                  <a:pt x="50292" y="187452"/>
                </a:lnTo>
                <a:lnTo>
                  <a:pt x="57912" y="179832"/>
                </a:lnTo>
                <a:lnTo>
                  <a:pt x="60794" y="174929"/>
                </a:lnTo>
                <a:lnTo>
                  <a:pt x="62674" y="169164"/>
                </a:lnTo>
                <a:lnTo>
                  <a:pt x="63703" y="162267"/>
                </a:lnTo>
                <a:lnTo>
                  <a:pt x="64008" y="153924"/>
                </a:lnTo>
                <a:close/>
              </a:path>
              <a:path w="1292860" h="410210">
                <a:moveTo>
                  <a:pt x="105156" y="59436"/>
                </a:moveTo>
                <a:lnTo>
                  <a:pt x="70154" y="27343"/>
                </a:lnTo>
                <a:lnTo>
                  <a:pt x="48768" y="16764"/>
                </a:lnTo>
                <a:lnTo>
                  <a:pt x="45720" y="22860"/>
                </a:lnTo>
                <a:lnTo>
                  <a:pt x="57416" y="38290"/>
                </a:lnTo>
                <a:lnTo>
                  <a:pt x="67246" y="52578"/>
                </a:lnTo>
                <a:lnTo>
                  <a:pt x="75082" y="65722"/>
                </a:lnTo>
                <a:lnTo>
                  <a:pt x="80772" y="77724"/>
                </a:lnTo>
                <a:lnTo>
                  <a:pt x="82296" y="86868"/>
                </a:lnTo>
                <a:lnTo>
                  <a:pt x="85344" y="91440"/>
                </a:lnTo>
                <a:lnTo>
                  <a:pt x="91440" y="91440"/>
                </a:lnTo>
                <a:lnTo>
                  <a:pt x="94488" y="88392"/>
                </a:lnTo>
                <a:lnTo>
                  <a:pt x="99060" y="80772"/>
                </a:lnTo>
                <a:lnTo>
                  <a:pt x="105156" y="68580"/>
                </a:lnTo>
                <a:lnTo>
                  <a:pt x="105156" y="59436"/>
                </a:lnTo>
                <a:close/>
              </a:path>
              <a:path w="1292860" h="410210">
                <a:moveTo>
                  <a:pt x="143256" y="79248"/>
                </a:moveTo>
                <a:lnTo>
                  <a:pt x="135636" y="77724"/>
                </a:lnTo>
                <a:lnTo>
                  <a:pt x="107924" y="153504"/>
                </a:lnTo>
                <a:lnTo>
                  <a:pt x="86487" y="209550"/>
                </a:lnTo>
                <a:lnTo>
                  <a:pt x="71348" y="246176"/>
                </a:lnTo>
                <a:lnTo>
                  <a:pt x="62484" y="263652"/>
                </a:lnTo>
                <a:lnTo>
                  <a:pt x="56388" y="272796"/>
                </a:lnTo>
                <a:lnTo>
                  <a:pt x="50317" y="278866"/>
                </a:lnTo>
                <a:lnTo>
                  <a:pt x="40601" y="278853"/>
                </a:lnTo>
                <a:lnTo>
                  <a:pt x="32194" y="278511"/>
                </a:lnTo>
                <a:lnTo>
                  <a:pt x="20650" y="277609"/>
                </a:lnTo>
                <a:lnTo>
                  <a:pt x="6096" y="275844"/>
                </a:lnTo>
                <a:lnTo>
                  <a:pt x="6184" y="283489"/>
                </a:lnTo>
                <a:lnTo>
                  <a:pt x="45720" y="303276"/>
                </a:lnTo>
                <a:lnTo>
                  <a:pt x="47244" y="309372"/>
                </a:lnTo>
                <a:lnTo>
                  <a:pt x="47244" y="313944"/>
                </a:lnTo>
                <a:lnTo>
                  <a:pt x="39624" y="348996"/>
                </a:lnTo>
                <a:lnTo>
                  <a:pt x="38100" y="356616"/>
                </a:lnTo>
                <a:lnTo>
                  <a:pt x="38100" y="374904"/>
                </a:lnTo>
                <a:lnTo>
                  <a:pt x="42672" y="381000"/>
                </a:lnTo>
                <a:lnTo>
                  <a:pt x="50292" y="385572"/>
                </a:lnTo>
                <a:lnTo>
                  <a:pt x="59436" y="388620"/>
                </a:lnTo>
                <a:lnTo>
                  <a:pt x="64008" y="391668"/>
                </a:lnTo>
                <a:lnTo>
                  <a:pt x="71628" y="391668"/>
                </a:lnTo>
                <a:lnTo>
                  <a:pt x="73152" y="388620"/>
                </a:lnTo>
                <a:lnTo>
                  <a:pt x="73177" y="376047"/>
                </a:lnTo>
                <a:lnTo>
                  <a:pt x="73304" y="368427"/>
                </a:lnTo>
                <a:lnTo>
                  <a:pt x="73431" y="363524"/>
                </a:lnTo>
                <a:lnTo>
                  <a:pt x="73799" y="353187"/>
                </a:lnTo>
                <a:lnTo>
                  <a:pt x="74676" y="338328"/>
                </a:lnTo>
                <a:lnTo>
                  <a:pt x="74942" y="324065"/>
                </a:lnTo>
                <a:lnTo>
                  <a:pt x="80327" y="278892"/>
                </a:lnTo>
                <a:lnTo>
                  <a:pt x="95059" y="227838"/>
                </a:lnTo>
                <a:lnTo>
                  <a:pt x="115239" y="164401"/>
                </a:lnTo>
                <a:lnTo>
                  <a:pt x="143256" y="79248"/>
                </a:lnTo>
                <a:close/>
              </a:path>
              <a:path w="1292860" h="410210">
                <a:moveTo>
                  <a:pt x="393192" y="149352"/>
                </a:moveTo>
                <a:lnTo>
                  <a:pt x="391668" y="144780"/>
                </a:lnTo>
                <a:lnTo>
                  <a:pt x="387096" y="141732"/>
                </a:lnTo>
                <a:lnTo>
                  <a:pt x="385572" y="140208"/>
                </a:lnTo>
                <a:lnTo>
                  <a:pt x="382524" y="137160"/>
                </a:lnTo>
                <a:lnTo>
                  <a:pt x="377952" y="135636"/>
                </a:lnTo>
                <a:lnTo>
                  <a:pt x="370332" y="135636"/>
                </a:lnTo>
                <a:lnTo>
                  <a:pt x="364236" y="137160"/>
                </a:lnTo>
                <a:lnTo>
                  <a:pt x="358140" y="140208"/>
                </a:lnTo>
                <a:lnTo>
                  <a:pt x="316992" y="140208"/>
                </a:lnTo>
                <a:lnTo>
                  <a:pt x="310896" y="135636"/>
                </a:lnTo>
                <a:lnTo>
                  <a:pt x="309372" y="126492"/>
                </a:lnTo>
                <a:lnTo>
                  <a:pt x="309372" y="50292"/>
                </a:lnTo>
                <a:lnTo>
                  <a:pt x="318084" y="44196"/>
                </a:lnTo>
                <a:lnTo>
                  <a:pt x="324612" y="39624"/>
                </a:lnTo>
                <a:lnTo>
                  <a:pt x="319392" y="35052"/>
                </a:lnTo>
                <a:lnTo>
                  <a:pt x="300228" y="18288"/>
                </a:lnTo>
                <a:lnTo>
                  <a:pt x="284988" y="35052"/>
                </a:lnTo>
                <a:lnTo>
                  <a:pt x="208788" y="35052"/>
                </a:lnTo>
                <a:lnTo>
                  <a:pt x="182880" y="18288"/>
                </a:lnTo>
                <a:lnTo>
                  <a:pt x="183743" y="30886"/>
                </a:lnTo>
                <a:lnTo>
                  <a:pt x="183908" y="39624"/>
                </a:lnTo>
                <a:lnTo>
                  <a:pt x="182880" y="83820"/>
                </a:lnTo>
                <a:lnTo>
                  <a:pt x="176974" y="122872"/>
                </a:lnTo>
                <a:lnTo>
                  <a:pt x="153123" y="167068"/>
                </a:lnTo>
                <a:lnTo>
                  <a:pt x="115824" y="199644"/>
                </a:lnTo>
                <a:lnTo>
                  <a:pt x="118872" y="204216"/>
                </a:lnTo>
                <a:lnTo>
                  <a:pt x="159816" y="180428"/>
                </a:lnTo>
                <a:lnTo>
                  <a:pt x="188785" y="148590"/>
                </a:lnTo>
                <a:lnTo>
                  <a:pt x="205155" y="106781"/>
                </a:lnTo>
                <a:lnTo>
                  <a:pt x="209067" y="68580"/>
                </a:lnTo>
                <a:lnTo>
                  <a:pt x="208991" y="59436"/>
                </a:lnTo>
                <a:lnTo>
                  <a:pt x="208788" y="44196"/>
                </a:lnTo>
                <a:lnTo>
                  <a:pt x="288036" y="44196"/>
                </a:lnTo>
                <a:lnTo>
                  <a:pt x="288036" y="129540"/>
                </a:lnTo>
                <a:lnTo>
                  <a:pt x="289496" y="144399"/>
                </a:lnTo>
                <a:lnTo>
                  <a:pt x="296227" y="154686"/>
                </a:lnTo>
                <a:lnTo>
                  <a:pt x="308406" y="160401"/>
                </a:lnTo>
                <a:lnTo>
                  <a:pt x="326136" y="161544"/>
                </a:lnTo>
                <a:lnTo>
                  <a:pt x="355269" y="161886"/>
                </a:lnTo>
                <a:lnTo>
                  <a:pt x="376237" y="160782"/>
                </a:lnTo>
                <a:lnTo>
                  <a:pt x="388937" y="158546"/>
                </a:lnTo>
                <a:lnTo>
                  <a:pt x="393192" y="155448"/>
                </a:lnTo>
                <a:lnTo>
                  <a:pt x="393192" y="149352"/>
                </a:lnTo>
                <a:close/>
              </a:path>
              <a:path w="1292860" h="410210">
                <a:moveTo>
                  <a:pt x="400812" y="373380"/>
                </a:moveTo>
                <a:lnTo>
                  <a:pt x="359473" y="368427"/>
                </a:lnTo>
                <a:lnTo>
                  <a:pt x="321564" y="356616"/>
                </a:lnTo>
                <a:lnTo>
                  <a:pt x="284429" y="335280"/>
                </a:lnTo>
                <a:lnTo>
                  <a:pt x="277850" y="330695"/>
                </a:lnTo>
                <a:lnTo>
                  <a:pt x="266700" y="321564"/>
                </a:lnTo>
                <a:lnTo>
                  <a:pt x="277812" y="306324"/>
                </a:lnTo>
                <a:lnTo>
                  <a:pt x="283565" y="298424"/>
                </a:lnTo>
                <a:lnTo>
                  <a:pt x="299847" y="272415"/>
                </a:lnTo>
                <a:lnTo>
                  <a:pt x="315569" y="243560"/>
                </a:lnTo>
                <a:lnTo>
                  <a:pt x="330708" y="211836"/>
                </a:lnTo>
                <a:lnTo>
                  <a:pt x="347472" y="204216"/>
                </a:lnTo>
                <a:lnTo>
                  <a:pt x="346036" y="202692"/>
                </a:lnTo>
                <a:lnTo>
                  <a:pt x="320040" y="175260"/>
                </a:lnTo>
                <a:lnTo>
                  <a:pt x="306324" y="188976"/>
                </a:lnTo>
                <a:lnTo>
                  <a:pt x="306324" y="202692"/>
                </a:lnTo>
                <a:lnTo>
                  <a:pt x="294284" y="231533"/>
                </a:lnTo>
                <a:lnTo>
                  <a:pt x="280797" y="258508"/>
                </a:lnTo>
                <a:lnTo>
                  <a:pt x="265620" y="283464"/>
                </a:lnTo>
                <a:lnTo>
                  <a:pt x="248412" y="306324"/>
                </a:lnTo>
                <a:lnTo>
                  <a:pt x="232981" y="286283"/>
                </a:lnTo>
                <a:lnTo>
                  <a:pt x="218694" y="262509"/>
                </a:lnTo>
                <a:lnTo>
                  <a:pt x="205549" y="234746"/>
                </a:lnTo>
                <a:lnTo>
                  <a:pt x="193548" y="202692"/>
                </a:lnTo>
                <a:lnTo>
                  <a:pt x="306324" y="202692"/>
                </a:lnTo>
                <a:lnTo>
                  <a:pt x="306324" y="188976"/>
                </a:lnTo>
                <a:lnTo>
                  <a:pt x="303276" y="192024"/>
                </a:lnTo>
                <a:lnTo>
                  <a:pt x="152400" y="192024"/>
                </a:lnTo>
                <a:lnTo>
                  <a:pt x="167640" y="208788"/>
                </a:lnTo>
                <a:lnTo>
                  <a:pt x="184404" y="202692"/>
                </a:lnTo>
                <a:lnTo>
                  <a:pt x="194411" y="236461"/>
                </a:lnTo>
                <a:lnTo>
                  <a:pt x="206121" y="267081"/>
                </a:lnTo>
                <a:lnTo>
                  <a:pt x="219557" y="294855"/>
                </a:lnTo>
                <a:lnTo>
                  <a:pt x="234696" y="320040"/>
                </a:lnTo>
                <a:lnTo>
                  <a:pt x="217347" y="335165"/>
                </a:lnTo>
                <a:lnTo>
                  <a:pt x="181978" y="360337"/>
                </a:lnTo>
                <a:lnTo>
                  <a:pt x="145503" y="379196"/>
                </a:lnTo>
                <a:lnTo>
                  <a:pt x="103301" y="395198"/>
                </a:lnTo>
                <a:lnTo>
                  <a:pt x="80772" y="402336"/>
                </a:lnTo>
                <a:lnTo>
                  <a:pt x="82296" y="408432"/>
                </a:lnTo>
                <a:lnTo>
                  <a:pt x="128778" y="399097"/>
                </a:lnTo>
                <a:lnTo>
                  <a:pt x="170688" y="384048"/>
                </a:lnTo>
                <a:lnTo>
                  <a:pt x="211074" y="363093"/>
                </a:lnTo>
                <a:lnTo>
                  <a:pt x="251460" y="335280"/>
                </a:lnTo>
                <a:lnTo>
                  <a:pt x="279933" y="360337"/>
                </a:lnTo>
                <a:lnTo>
                  <a:pt x="308229" y="380619"/>
                </a:lnTo>
                <a:lnTo>
                  <a:pt x="335902" y="395719"/>
                </a:lnTo>
                <a:lnTo>
                  <a:pt x="362712" y="405384"/>
                </a:lnTo>
                <a:lnTo>
                  <a:pt x="366737" y="396227"/>
                </a:lnTo>
                <a:lnTo>
                  <a:pt x="374332" y="389191"/>
                </a:lnTo>
                <a:lnTo>
                  <a:pt x="385648" y="384175"/>
                </a:lnTo>
                <a:lnTo>
                  <a:pt x="400812" y="381000"/>
                </a:lnTo>
                <a:lnTo>
                  <a:pt x="400812" y="373380"/>
                </a:lnTo>
                <a:close/>
              </a:path>
              <a:path w="1292860" h="410210">
                <a:moveTo>
                  <a:pt x="844308" y="80772"/>
                </a:moveTo>
                <a:lnTo>
                  <a:pt x="803160" y="41148"/>
                </a:lnTo>
                <a:lnTo>
                  <a:pt x="774204" y="71628"/>
                </a:lnTo>
                <a:lnTo>
                  <a:pt x="626376" y="71628"/>
                </a:lnTo>
                <a:lnTo>
                  <a:pt x="630986" y="63055"/>
                </a:lnTo>
                <a:lnTo>
                  <a:pt x="641375" y="42481"/>
                </a:lnTo>
                <a:lnTo>
                  <a:pt x="647712" y="30480"/>
                </a:lnTo>
                <a:lnTo>
                  <a:pt x="664476" y="24384"/>
                </a:lnTo>
                <a:lnTo>
                  <a:pt x="621804" y="0"/>
                </a:lnTo>
                <a:lnTo>
                  <a:pt x="617778" y="14846"/>
                </a:lnTo>
                <a:lnTo>
                  <a:pt x="612470" y="31813"/>
                </a:lnTo>
                <a:lnTo>
                  <a:pt x="605726" y="50800"/>
                </a:lnTo>
                <a:lnTo>
                  <a:pt x="597420" y="71628"/>
                </a:lnTo>
                <a:lnTo>
                  <a:pt x="440448" y="71628"/>
                </a:lnTo>
                <a:lnTo>
                  <a:pt x="455688" y="86868"/>
                </a:lnTo>
                <a:lnTo>
                  <a:pt x="465988" y="83997"/>
                </a:lnTo>
                <a:lnTo>
                  <a:pt x="476453" y="82105"/>
                </a:lnTo>
                <a:lnTo>
                  <a:pt x="487184" y="81089"/>
                </a:lnTo>
                <a:lnTo>
                  <a:pt x="498360" y="80772"/>
                </a:lnTo>
                <a:lnTo>
                  <a:pt x="592848" y="80772"/>
                </a:lnTo>
                <a:lnTo>
                  <a:pt x="559701" y="138303"/>
                </a:lnTo>
                <a:lnTo>
                  <a:pt x="524268" y="184404"/>
                </a:lnTo>
                <a:lnTo>
                  <a:pt x="485787" y="224599"/>
                </a:lnTo>
                <a:lnTo>
                  <a:pt x="440448" y="263652"/>
                </a:lnTo>
                <a:lnTo>
                  <a:pt x="445020" y="269748"/>
                </a:lnTo>
                <a:lnTo>
                  <a:pt x="473900" y="250609"/>
                </a:lnTo>
                <a:lnTo>
                  <a:pt x="501218" y="229743"/>
                </a:lnTo>
                <a:lnTo>
                  <a:pt x="527100" y="207175"/>
                </a:lnTo>
                <a:lnTo>
                  <a:pt x="551700" y="182880"/>
                </a:lnTo>
                <a:lnTo>
                  <a:pt x="551611" y="294132"/>
                </a:lnTo>
                <a:lnTo>
                  <a:pt x="551510" y="337375"/>
                </a:lnTo>
                <a:lnTo>
                  <a:pt x="551053" y="383273"/>
                </a:lnTo>
                <a:lnTo>
                  <a:pt x="550176" y="408432"/>
                </a:lnTo>
                <a:lnTo>
                  <a:pt x="576084" y="393192"/>
                </a:lnTo>
                <a:lnTo>
                  <a:pt x="576084" y="294132"/>
                </a:lnTo>
                <a:lnTo>
                  <a:pt x="736104" y="294132"/>
                </a:lnTo>
                <a:lnTo>
                  <a:pt x="736104" y="364236"/>
                </a:lnTo>
                <a:lnTo>
                  <a:pt x="731532" y="370332"/>
                </a:lnTo>
                <a:lnTo>
                  <a:pt x="689140" y="367118"/>
                </a:lnTo>
                <a:lnTo>
                  <a:pt x="675144" y="364236"/>
                </a:lnTo>
                <a:lnTo>
                  <a:pt x="675144" y="373380"/>
                </a:lnTo>
                <a:lnTo>
                  <a:pt x="696239" y="380796"/>
                </a:lnTo>
                <a:lnTo>
                  <a:pt x="711339" y="389191"/>
                </a:lnTo>
                <a:lnTo>
                  <a:pt x="720140" y="398462"/>
                </a:lnTo>
                <a:lnTo>
                  <a:pt x="722388" y="408432"/>
                </a:lnTo>
                <a:lnTo>
                  <a:pt x="739267" y="400723"/>
                </a:lnTo>
                <a:lnTo>
                  <a:pt x="751154" y="391287"/>
                </a:lnTo>
                <a:lnTo>
                  <a:pt x="758177" y="380149"/>
                </a:lnTo>
                <a:lnTo>
                  <a:pt x="759929" y="370332"/>
                </a:lnTo>
                <a:lnTo>
                  <a:pt x="760488" y="367284"/>
                </a:lnTo>
                <a:lnTo>
                  <a:pt x="760488" y="161544"/>
                </a:lnTo>
                <a:lnTo>
                  <a:pt x="770013" y="153924"/>
                </a:lnTo>
                <a:lnTo>
                  <a:pt x="775728" y="149352"/>
                </a:lnTo>
                <a:lnTo>
                  <a:pt x="768007" y="143256"/>
                </a:lnTo>
                <a:lnTo>
                  <a:pt x="746772" y="126492"/>
                </a:lnTo>
                <a:lnTo>
                  <a:pt x="736104" y="139534"/>
                </a:lnTo>
                <a:lnTo>
                  <a:pt x="736104" y="153924"/>
                </a:lnTo>
                <a:lnTo>
                  <a:pt x="736104" y="214884"/>
                </a:lnTo>
                <a:lnTo>
                  <a:pt x="736104" y="225552"/>
                </a:lnTo>
                <a:lnTo>
                  <a:pt x="736104" y="283464"/>
                </a:lnTo>
                <a:lnTo>
                  <a:pt x="576084" y="283464"/>
                </a:lnTo>
                <a:lnTo>
                  <a:pt x="576084" y="225552"/>
                </a:lnTo>
                <a:lnTo>
                  <a:pt x="736104" y="225552"/>
                </a:lnTo>
                <a:lnTo>
                  <a:pt x="736104" y="214884"/>
                </a:lnTo>
                <a:lnTo>
                  <a:pt x="576084" y="214884"/>
                </a:lnTo>
                <a:lnTo>
                  <a:pt x="576084" y="182880"/>
                </a:lnTo>
                <a:lnTo>
                  <a:pt x="576084" y="153924"/>
                </a:lnTo>
                <a:lnTo>
                  <a:pt x="736104" y="153924"/>
                </a:lnTo>
                <a:lnTo>
                  <a:pt x="736104" y="139534"/>
                </a:lnTo>
                <a:lnTo>
                  <a:pt x="733056" y="143256"/>
                </a:lnTo>
                <a:lnTo>
                  <a:pt x="583704" y="143256"/>
                </a:lnTo>
                <a:lnTo>
                  <a:pt x="593750" y="129209"/>
                </a:lnTo>
                <a:lnTo>
                  <a:pt x="603516" y="114300"/>
                </a:lnTo>
                <a:lnTo>
                  <a:pt x="613270" y="98259"/>
                </a:lnTo>
                <a:lnTo>
                  <a:pt x="623328" y="80772"/>
                </a:lnTo>
                <a:lnTo>
                  <a:pt x="844308" y="80772"/>
                </a:lnTo>
                <a:close/>
              </a:path>
              <a:path w="1292860" h="410210">
                <a:moveTo>
                  <a:pt x="1024140" y="24384"/>
                </a:moveTo>
                <a:lnTo>
                  <a:pt x="987564" y="1524"/>
                </a:lnTo>
                <a:lnTo>
                  <a:pt x="979347" y="28625"/>
                </a:lnTo>
                <a:lnTo>
                  <a:pt x="968705" y="57150"/>
                </a:lnTo>
                <a:lnTo>
                  <a:pt x="941844" y="117348"/>
                </a:lnTo>
                <a:lnTo>
                  <a:pt x="912126" y="173545"/>
                </a:lnTo>
                <a:lnTo>
                  <a:pt x="882408" y="219456"/>
                </a:lnTo>
                <a:lnTo>
                  <a:pt x="886980" y="224028"/>
                </a:lnTo>
                <a:lnTo>
                  <a:pt x="902423" y="207454"/>
                </a:lnTo>
                <a:lnTo>
                  <a:pt x="919175" y="187452"/>
                </a:lnTo>
                <a:lnTo>
                  <a:pt x="937336" y="164020"/>
                </a:lnTo>
                <a:lnTo>
                  <a:pt x="957084" y="137160"/>
                </a:lnTo>
                <a:lnTo>
                  <a:pt x="956957" y="332232"/>
                </a:lnTo>
                <a:lnTo>
                  <a:pt x="956843" y="340474"/>
                </a:lnTo>
                <a:lnTo>
                  <a:pt x="955814" y="381762"/>
                </a:lnTo>
                <a:lnTo>
                  <a:pt x="955560" y="406908"/>
                </a:lnTo>
                <a:lnTo>
                  <a:pt x="982992" y="393192"/>
                </a:lnTo>
                <a:lnTo>
                  <a:pt x="982103" y="372960"/>
                </a:lnTo>
                <a:lnTo>
                  <a:pt x="981671" y="356616"/>
                </a:lnTo>
                <a:lnTo>
                  <a:pt x="981570" y="348602"/>
                </a:lnTo>
                <a:lnTo>
                  <a:pt x="981468" y="147828"/>
                </a:lnTo>
                <a:lnTo>
                  <a:pt x="992136" y="137160"/>
                </a:lnTo>
                <a:lnTo>
                  <a:pt x="995184" y="134112"/>
                </a:lnTo>
                <a:lnTo>
                  <a:pt x="966228" y="117348"/>
                </a:lnTo>
                <a:lnTo>
                  <a:pt x="984491" y="81394"/>
                </a:lnTo>
                <a:lnTo>
                  <a:pt x="1000328" y="53721"/>
                </a:lnTo>
                <a:lnTo>
                  <a:pt x="1013587" y="34632"/>
                </a:lnTo>
                <a:lnTo>
                  <a:pt x="1024140" y="24384"/>
                </a:lnTo>
                <a:close/>
              </a:path>
              <a:path w="1292860" h="410210">
                <a:moveTo>
                  <a:pt x="1239024" y="71628"/>
                </a:moveTo>
                <a:lnTo>
                  <a:pt x="1193507" y="36512"/>
                </a:lnTo>
                <a:lnTo>
                  <a:pt x="1164348" y="25908"/>
                </a:lnTo>
                <a:lnTo>
                  <a:pt x="1159776" y="30480"/>
                </a:lnTo>
                <a:lnTo>
                  <a:pt x="1177747" y="45935"/>
                </a:lnTo>
                <a:lnTo>
                  <a:pt x="1192733" y="60388"/>
                </a:lnTo>
                <a:lnTo>
                  <a:pt x="1204556" y="73990"/>
                </a:lnTo>
                <a:lnTo>
                  <a:pt x="1213078" y="86829"/>
                </a:lnTo>
                <a:lnTo>
                  <a:pt x="1217688" y="97536"/>
                </a:lnTo>
                <a:lnTo>
                  <a:pt x="1222260" y="102108"/>
                </a:lnTo>
                <a:lnTo>
                  <a:pt x="1228356" y="102108"/>
                </a:lnTo>
                <a:lnTo>
                  <a:pt x="1231404" y="99060"/>
                </a:lnTo>
                <a:lnTo>
                  <a:pt x="1237500" y="86868"/>
                </a:lnTo>
                <a:lnTo>
                  <a:pt x="1239024" y="82296"/>
                </a:lnTo>
                <a:lnTo>
                  <a:pt x="1239024" y="71628"/>
                </a:lnTo>
                <a:close/>
              </a:path>
              <a:path w="1292860" h="410210">
                <a:moveTo>
                  <a:pt x="1292364" y="364236"/>
                </a:moveTo>
                <a:lnTo>
                  <a:pt x="1272946" y="325970"/>
                </a:lnTo>
                <a:lnTo>
                  <a:pt x="1271028" y="288036"/>
                </a:lnTo>
                <a:lnTo>
                  <a:pt x="1263408" y="288036"/>
                </a:lnTo>
                <a:lnTo>
                  <a:pt x="1260830" y="327901"/>
                </a:lnTo>
                <a:lnTo>
                  <a:pt x="1248968" y="365366"/>
                </a:lnTo>
                <a:lnTo>
                  <a:pt x="1243596" y="368808"/>
                </a:lnTo>
                <a:lnTo>
                  <a:pt x="1191780" y="368808"/>
                </a:lnTo>
                <a:lnTo>
                  <a:pt x="1180896" y="367144"/>
                </a:lnTo>
                <a:lnTo>
                  <a:pt x="1173302" y="362331"/>
                </a:lnTo>
                <a:lnTo>
                  <a:pt x="1168844" y="354672"/>
                </a:lnTo>
                <a:lnTo>
                  <a:pt x="1167396" y="344424"/>
                </a:lnTo>
                <a:lnTo>
                  <a:pt x="1167396" y="143256"/>
                </a:lnTo>
                <a:lnTo>
                  <a:pt x="1271028" y="143256"/>
                </a:lnTo>
                <a:lnTo>
                  <a:pt x="1239024" y="111252"/>
                </a:lnTo>
                <a:lnTo>
                  <a:pt x="1216164" y="134112"/>
                </a:lnTo>
                <a:lnTo>
                  <a:pt x="1118628" y="134112"/>
                </a:lnTo>
                <a:lnTo>
                  <a:pt x="1118628" y="38100"/>
                </a:lnTo>
                <a:lnTo>
                  <a:pt x="1133868" y="24384"/>
                </a:lnTo>
                <a:lnTo>
                  <a:pt x="1092720" y="4572"/>
                </a:lnTo>
                <a:lnTo>
                  <a:pt x="1093597" y="21742"/>
                </a:lnTo>
                <a:lnTo>
                  <a:pt x="1094054" y="39052"/>
                </a:lnTo>
                <a:lnTo>
                  <a:pt x="1094117" y="45935"/>
                </a:lnTo>
                <a:lnTo>
                  <a:pt x="1094244" y="134112"/>
                </a:lnTo>
                <a:lnTo>
                  <a:pt x="998232" y="134112"/>
                </a:lnTo>
                <a:lnTo>
                  <a:pt x="1014996" y="149352"/>
                </a:lnTo>
                <a:lnTo>
                  <a:pt x="1024420" y="147116"/>
                </a:lnTo>
                <a:lnTo>
                  <a:pt x="1034427" y="145161"/>
                </a:lnTo>
                <a:lnTo>
                  <a:pt x="1044994" y="143789"/>
                </a:lnTo>
                <a:lnTo>
                  <a:pt x="1056144" y="143256"/>
                </a:lnTo>
                <a:lnTo>
                  <a:pt x="1094244" y="143256"/>
                </a:lnTo>
                <a:lnTo>
                  <a:pt x="1089672" y="200215"/>
                </a:lnTo>
                <a:lnTo>
                  <a:pt x="1080528" y="251460"/>
                </a:lnTo>
                <a:lnTo>
                  <a:pt x="1065669" y="297751"/>
                </a:lnTo>
                <a:lnTo>
                  <a:pt x="1043952" y="338328"/>
                </a:lnTo>
                <a:lnTo>
                  <a:pt x="1016330" y="373570"/>
                </a:lnTo>
                <a:lnTo>
                  <a:pt x="982992" y="405384"/>
                </a:lnTo>
                <a:lnTo>
                  <a:pt x="987564" y="409956"/>
                </a:lnTo>
                <a:lnTo>
                  <a:pt x="1032141" y="376047"/>
                </a:lnTo>
                <a:lnTo>
                  <a:pt x="1065288" y="339852"/>
                </a:lnTo>
                <a:lnTo>
                  <a:pt x="1089101" y="299466"/>
                </a:lnTo>
                <a:lnTo>
                  <a:pt x="1104912" y="254508"/>
                </a:lnTo>
                <a:lnTo>
                  <a:pt x="1114056" y="202882"/>
                </a:lnTo>
                <a:lnTo>
                  <a:pt x="1118628" y="143256"/>
                </a:lnTo>
                <a:lnTo>
                  <a:pt x="1144536" y="143256"/>
                </a:lnTo>
                <a:lnTo>
                  <a:pt x="1144536" y="356616"/>
                </a:lnTo>
                <a:lnTo>
                  <a:pt x="1147076" y="371475"/>
                </a:lnTo>
                <a:lnTo>
                  <a:pt x="1154633" y="381762"/>
                </a:lnTo>
                <a:lnTo>
                  <a:pt x="1167028" y="387477"/>
                </a:lnTo>
                <a:lnTo>
                  <a:pt x="1184160" y="388620"/>
                </a:lnTo>
                <a:lnTo>
                  <a:pt x="1254264" y="388620"/>
                </a:lnTo>
                <a:lnTo>
                  <a:pt x="1265999" y="387172"/>
                </a:lnTo>
                <a:lnTo>
                  <a:pt x="1276172" y="382714"/>
                </a:lnTo>
                <a:lnTo>
                  <a:pt x="1284909" y="375119"/>
                </a:lnTo>
                <a:lnTo>
                  <a:pt x="1289227" y="368808"/>
                </a:lnTo>
                <a:lnTo>
                  <a:pt x="1292364" y="36423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" name="object 24"/>
          <p:cNvSpPr/>
          <p:nvPr/>
        </p:nvSpPr>
        <p:spPr>
          <a:xfrm>
            <a:off x="2979420" y="3006851"/>
            <a:ext cx="843280" cy="408940"/>
          </a:xfrm>
          <a:custGeom>
            <a:avLst/>
            <a:gdLst/>
            <a:ahLst/>
            <a:cxnLst/>
            <a:rect l="l" t="t" r="r" b="b"/>
            <a:pathLst>
              <a:path w="843279" h="408939">
                <a:moveTo>
                  <a:pt x="394716" y="362712"/>
                </a:moveTo>
                <a:lnTo>
                  <a:pt x="371614" y="323570"/>
                </a:lnTo>
                <a:lnTo>
                  <a:pt x="370332" y="284988"/>
                </a:lnTo>
                <a:lnTo>
                  <a:pt x="361188" y="284988"/>
                </a:lnTo>
                <a:lnTo>
                  <a:pt x="359473" y="321564"/>
                </a:lnTo>
                <a:lnTo>
                  <a:pt x="358394" y="336423"/>
                </a:lnTo>
                <a:lnTo>
                  <a:pt x="356616" y="348996"/>
                </a:lnTo>
                <a:lnTo>
                  <a:pt x="355092" y="362712"/>
                </a:lnTo>
                <a:lnTo>
                  <a:pt x="350520" y="370332"/>
                </a:lnTo>
                <a:lnTo>
                  <a:pt x="281940" y="370332"/>
                </a:lnTo>
                <a:lnTo>
                  <a:pt x="265099" y="368668"/>
                </a:lnTo>
                <a:lnTo>
                  <a:pt x="253555" y="361569"/>
                </a:lnTo>
                <a:lnTo>
                  <a:pt x="247434" y="349338"/>
                </a:lnTo>
                <a:lnTo>
                  <a:pt x="246888" y="332232"/>
                </a:lnTo>
                <a:lnTo>
                  <a:pt x="246888" y="213360"/>
                </a:lnTo>
                <a:lnTo>
                  <a:pt x="388620" y="213360"/>
                </a:lnTo>
                <a:lnTo>
                  <a:pt x="355092" y="178308"/>
                </a:lnTo>
                <a:lnTo>
                  <a:pt x="330708" y="202692"/>
                </a:lnTo>
                <a:lnTo>
                  <a:pt x="208788" y="202692"/>
                </a:lnTo>
                <a:lnTo>
                  <a:pt x="208788" y="109728"/>
                </a:lnTo>
                <a:lnTo>
                  <a:pt x="347472" y="109728"/>
                </a:lnTo>
                <a:lnTo>
                  <a:pt x="312420" y="74676"/>
                </a:lnTo>
                <a:lnTo>
                  <a:pt x="288036" y="99060"/>
                </a:lnTo>
                <a:lnTo>
                  <a:pt x="208788" y="99060"/>
                </a:lnTo>
                <a:lnTo>
                  <a:pt x="208788" y="30480"/>
                </a:lnTo>
                <a:lnTo>
                  <a:pt x="222504" y="16764"/>
                </a:lnTo>
                <a:lnTo>
                  <a:pt x="182880" y="0"/>
                </a:lnTo>
                <a:lnTo>
                  <a:pt x="184162" y="66014"/>
                </a:lnTo>
                <a:lnTo>
                  <a:pt x="184404" y="100584"/>
                </a:lnTo>
                <a:lnTo>
                  <a:pt x="92964" y="100584"/>
                </a:lnTo>
                <a:lnTo>
                  <a:pt x="98412" y="90322"/>
                </a:lnTo>
                <a:lnTo>
                  <a:pt x="112776" y="60960"/>
                </a:lnTo>
                <a:lnTo>
                  <a:pt x="126492" y="53340"/>
                </a:lnTo>
                <a:lnTo>
                  <a:pt x="88392" y="30480"/>
                </a:lnTo>
                <a:lnTo>
                  <a:pt x="77762" y="72517"/>
                </a:lnTo>
                <a:lnTo>
                  <a:pt x="64008" y="111823"/>
                </a:lnTo>
                <a:lnTo>
                  <a:pt x="46812" y="148577"/>
                </a:lnTo>
                <a:lnTo>
                  <a:pt x="25908" y="182880"/>
                </a:lnTo>
                <a:lnTo>
                  <a:pt x="30480" y="185928"/>
                </a:lnTo>
                <a:lnTo>
                  <a:pt x="47053" y="168478"/>
                </a:lnTo>
                <a:lnTo>
                  <a:pt x="62484" y="150304"/>
                </a:lnTo>
                <a:lnTo>
                  <a:pt x="76771" y="131279"/>
                </a:lnTo>
                <a:lnTo>
                  <a:pt x="89916" y="111252"/>
                </a:lnTo>
                <a:lnTo>
                  <a:pt x="184404" y="111252"/>
                </a:lnTo>
                <a:lnTo>
                  <a:pt x="184404" y="202692"/>
                </a:lnTo>
                <a:lnTo>
                  <a:pt x="0" y="202692"/>
                </a:lnTo>
                <a:lnTo>
                  <a:pt x="15240" y="219456"/>
                </a:lnTo>
                <a:lnTo>
                  <a:pt x="25539" y="216585"/>
                </a:lnTo>
                <a:lnTo>
                  <a:pt x="36004" y="214693"/>
                </a:lnTo>
                <a:lnTo>
                  <a:pt x="46736" y="213677"/>
                </a:lnTo>
                <a:lnTo>
                  <a:pt x="57912" y="213360"/>
                </a:lnTo>
                <a:lnTo>
                  <a:pt x="134112" y="213360"/>
                </a:lnTo>
                <a:lnTo>
                  <a:pt x="123634" y="272415"/>
                </a:lnTo>
                <a:lnTo>
                  <a:pt x="105156" y="320040"/>
                </a:lnTo>
                <a:lnTo>
                  <a:pt x="68008" y="361378"/>
                </a:lnTo>
                <a:lnTo>
                  <a:pt x="0" y="403860"/>
                </a:lnTo>
                <a:lnTo>
                  <a:pt x="1524" y="408432"/>
                </a:lnTo>
                <a:lnTo>
                  <a:pt x="43497" y="392671"/>
                </a:lnTo>
                <a:lnTo>
                  <a:pt x="77914" y="374904"/>
                </a:lnTo>
                <a:lnTo>
                  <a:pt x="123444" y="332232"/>
                </a:lnTo>
                <a:lnTo>
                  <a:pt x="148590" y="279654"/>
                </a:lnTo>
                <a:lnTo>
                  <a:pt x="160020" y="213360"/>
                </a:lnTo>
                <a:lnTo>
                  <a:pt x="222504" y="213360"/>
                </a:lnTo>
                <a:lnTo>
                  <a:pt x="222504" y="345948"/>
                </a:lnTo>
                <a:lnTo>
                  <a:pt x="224193" y="365099"/>
                </a:lnTo>
                <a:lnTo>
                  <a:pt x="231457" y="379095"/>
                </a:lnTo>
                <a:lnTo>
                  <a:pt x="244144" y="387959"/>
                </a:lnTo>
                <a:lnTo>
                  <a:pt x="262128" y="391668"/>
                </a:lnTo>
                <a:lnTo>
                  <a:pt x="345948" y="391668"/>
                </a:lnTo>
                <a:lnTo>
                  <a:pt x="363423" y="389940"/>
                </a:lnTo>
                <a:lnTo>
                  <a:pt x="377190" y="384619"/>
                </a:lnTo>
                <a:lnTo>
                  <a:pt x="387515" y="375602"/>
                </a:lnTo>
                <a:lnTo>
                  <a:pt x="394716" y="362712"/>
                </a:lnTo>
                <a:close/>
              </a:path>
              <a:path w="843279" h="408939">
                <a:moveTo>
                  <a:pt x="842772" y="355092"/>
                </a:moveTo>
                <a:lnTo>
                  <a:pt x="795337" y="345757"/>
                </a:lnTo>
                <a:lnTo>
                  <a:pt x="755904" y="330708"/>
                </a:lnTo>
                <a:lnTo>
                  <a:pt x="722947" y="308991"/>
                </a:lnTo>
                <a:lnTo>
                  <a:pt x="693420" y="280416"/>
                </a:lnTo>
                <a:lnTo>
                  <a:pt x="711390" y="268706"/>
                </a:lnTo>
                <a:lnTo>
                  <a:pt x="730948" y="256413"/>
                </a:lnTo>
                <a:lnTo>
                  <a:pt x="774192" y="230124"/>
                </a:lnTo>
                <a:lnTo>
                  <a:pt x="790956" y="227076"/>
                </a:lnTo>
                <a:lnTo>
                  <a:pt x="762000" y="198120"/>
                </a:lnTo>
                <a:lnTo>
                  <a:pt x="748855" y="215798"/>
                </a:lnTo>
                <a:lnTo>
                  <a:pt x="732282" y="234315"/>
                </a:lnTo>
                <a:lnTo>
                  <a:pt x="712279" y="253415"/>
                </a:lnTo>
                <a:lnTo>
                  <a:pt x="688848" y="272796"/>
                </a:lnTo>
                <a:lnTo>
                  <a:pt x="675932" y="253060"/>
                </a:lnTo>
                <a:lnTo>
                  <a:pt x="664464" y="232600"/>
                </a:lnTo>
                <a:lnTo>
                  <a:pt x="654126" y="211289"/>
                </a:lnTo>
                <a:lnTo>
                  <a:pt x="644652" y="188976"/>
                </a:lnTo>
                <a:lnTo>
                  <a:pt x="838200" y="188976"/>
                </a:lnTo>
                <a:lnTo>
                  <a:pt x="803148" y="152400"/>
                </a:lnTo>
                <a:lnTo>
                  <a:pt x="777240" y="178308"/>
                </a:lnTo>
                <a:lnTo>
                  <a:pt x="646176" y="178308"/>
                </a:lnTo>
                <a:lnTo>
                  <a:pt x="646176" y="128016"/>
                </a:lnTo>
                <a:lnTo>
                  <a:pt x="789432" y="128016"/>
                </a:lnTo>
                <a:lnTo>
                  <a:pt x="757428" y="96012"/>
                </a:lnTo>
                <a:lnTo>
                  <a:pt x="736092" y="117348"/>
                </a:lnTo>
                <a:lnTo>
                  <a:pt x="646176" y="117348"/>
                </a:lnTo>
                <a:lnTo>
                  <a:pt x="646176" y="71628"/>
                </a:lnTo>
                <a:lnTo>
                  <a:pt x="816864" y="71628"/>
                </a:lnTo>
                <a:lnTo>
                  <a:pt x="784860" y="36576"/>
                </a:lnTo>
                <a:lnTo>
                  <a:pt x="760476" y="60960"/>
                </a:lnTo>
                <a:lnTo>
                  <a:pt x="646176" y="60960"/>
                </a:lnTo>
                <a:lnTo>
                  <a:pt x="646176" y="28956"/>
                </a:lnTo>
                <a:lnTo>
                  <a:pt x="661416" y="16764"/>
                </a:lnTo>
                <a:lnTo>
                  <a:pt x="620268" y="0"/>
                </a:lnTo>
                <a:lnTo>
                  <a:pt x="621144" y="14033"/>
                </a:lnTo>
                <a:lnTo>
                  <a:pt x="621601" y="28765"/>
                </a:lnTo>
                <a:lnTo>
                  <a:pt x="621792" y="60960"/>
                </a:lnTo>
                <a:lnTo>
                  <a:pt x="467868" y="60960"/>
                </a:lnTo>
                <a:lnTo>
                  <a:pt x="483108" y="76200"/>
                </a:lnTo>
                <a:lnTo>
                  <a:pt x="493395" y="74206"/>
                </a:lnTo>
                <a:lnTo>
                  <a:pt x="503682" y="72771"/>
                </a:lnTo>
                <a:lnTo>
                  <a:pt x="513969" y="71920"/>
                </a:lnTo>
                <a:lnTo>
                  <a:pt x="524256" y="71628"/>
                </a:lnTo>
                <a:lnTo>
                  <a:pt x="621792" y="71628"/>
                </a:lnTo>
                <a:lnTo>
                  <a:pt x="621792" y="117348"/>
                </a:lnTo>
                <a:lnTo>
                  <a:pt x="496824" y="117348"/>
                </a:lnTo>
                <a:lnTo>
                  <a:pt x="513588" y="134112"/>
                </a:lnTo>
                <a:lnTo>
                  <a:pt x="523011" y="131241"/>
                </a:lnTo>
                <a:lnTo>
                  <a:pt x="533019" y="129349"/>
                </a:lnTo>
                <a:lnTo>
                  <a:pt x="543585" y="128333"/>
                </a:lnTo>
                <a:lnTo>
                  <a:pt x="554736" y="128016"/>
                </a:lnTo>
                <a:lnTo>
                  <a:pt x="621792" y="128016"/>
                </a:lnTo>
                <a:lnTo>
                  <a:pt x="621792" y="178308"/>
                </a:lnTo>
                <a:lnTo>
                  <a:pt x="441960" y="178308"/>
                </a:lnTo>
                <a:lnTo>
                  <a:pt x="457200" y="195072"/>
                </a:lnTo>
                <a:lnTo>
                  <a:pt x="466839" y="192201"/>
                </a:lnTo>
                <a:lnTo>
                  <a:pt x="477202" y="190309"/>
                </a:lnTo>
                <a:lnTo>
                  <a:pt x="487845" y="189293"/>
                </a:lnTo>
                <a:lnTo>
                  <a:pt x="498348" y="188976"/>
                </a:lnTo>
                <a:lnTo>
                  <a:pt x="612648" y="188976"/>
                </a:lnTo>
                <a:lnTo>
                  <a:pt x="578358" y="230314"/>
                </a:lnTo>
                <a:lnTo>
                  <a:pt x="539496" y="268224"/>
                </a:lnTo>
                <a:lnTo>
                  <a:pt x="492061" y="301180"/>
                </a:lnTo>
                <a:lnTo>
                  <a:pt x="434340" y="330708"/>
                </a:lnTo>
                <a:lnTo>
                  <a:pt x="435864" y="336804"/>
                </a:lnTo>
                <a:lnTo>
                  <a:pt x="468985" y="325666"/>
                </a:lnTo>
                <a:lnTo>
                  <a:pt x="499681" y="312801"/>
                </a:lnTo>
                <a:lnTo>
                  <a:pt x="527799" y="298234"/>
                </a:lnTo>
                <a:lnTo>
                  <a:pt x="553212" y="281940"/>
                </a:lnTo>
                <a:lnTo>
                  <a:pt x="553212" y="348996"/>
                </a:lnTo>
                <a:lnTo>
                  <a:pt x="552640" y="358673"/>
                </a:lnTo>
                <a:lnTo>
                  <a:pt x="550926" y="366903"/>
                </a:lnTo>
                <a:lnTo>
                  <a:pt x="548068" y="373430"/>
                </a:lnTo>
                <a:lnTo>
                  <a:pt x="544068" y="377952"/>
                </a:lnTo>
                <a:lnTo>
                  <a:pt x="565404" y="405384"/>
                </a:lnTo>
                <a:lnTo>
                  <a:pt x="583374" y="390766"/>
                </a:lnTo>
                <a:lnTo>
                  <a:pt x="607504" y="374142"/>
                </a:lnTo>
                <a:lnTo>
                  <a:pt x="637616" y="355244"/>
                </a:lnTo>
                <a:lnTo>
                  <a:pt x="673608" y="333756"/>
                </a:lnTo>
                <a:lnTo>
                  <a:pt x="669036" y="326136"/>
                </a:lnTo>
                <a:lnTo>
                  <a:pt x="579120" y="365760"/>
                </a:lnTo>
                <a:lnTo>
                  <a:pt x="579120" y="262128"/>
                </a:lnTo>
                <a:lnTo>
                  <a:pt x="594804" y="246126"/>
                </a:lnTo>
                <a:lnTo>
                  <a:pt x="609790" y="230124"/>
                </a:lnTo>
                <a:lnTo>
                  <a:pt x="623900" y="214122"/>
                </a:lnTo>
                <a:lnTo>
                  <a:pt x="637032" y="198120"/>
                </a:lnTo>
                <a:lnTo>
                  <a:pt x="651649" y="237820"/>
                </a:lnTo>
                <a:lnTo>
                  <a:pt x="668274" y="272224"/>
                </a:lnTo>
                <a:lnTo>
                  <a:pt x="708660" y="324612"/>
                </a:lnTo>
                <a:lnTo>
                  <a:pt x="754189" y="361378"/>
                </a:lnTo>
                <a:lnTo>
                  <a:pt x="803148" y="385572"/>
                </a:lnTo>
                <a:lnTo>
                  <a:pt x="809980" y="376415"/>
                </a:lnTo>
                <a:lnTo>
                  <a:pt x="818959" y="369379"/>
                </a:lnTo>
                <a:lnTo>
                  <a:pt x="829932" y="364363"/>
                </a:lnTo>
                <a:lnTo>
                  <a:pt x="842772" y="361188"/>
                </a:lnTo>
                <a:lnTo>
                  <a:pt x="842772" y="35509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" name="object 25"/>
          <p:cNvSpPr/>
          <p:nvPr/>
        </p:nvSpPr>
        <p:spPr>
          <a:xfrm>
            <a:off x="3896867" y="3006851"/>
            <a:ext cx="356870" cy="401320"/>
          </a:xfrm>
          <a:custGeom>
            <a:avLst/>
            <a:gdLst/>
            <a:ahLst/>
            <a:cxnLst/>
            <a:rect l="l" t="t" r="r" b="b"/>
            <a:pathLst>
              <a:path w="356870" h="401320">
                <a:moveTo>
                  <a:pt x="54864" y="89916"/>
                </a:moveTo>
                <a:lnTo>
                  <a:pt x="44196" y="89916"/>
                </a:lnTo>
                <a:lnTo>
                  <a:pt x="52197" y="62150"/>
                </a:lnTo>
                <a:lnTo>
                  <a:pt x="57912" y="38100"/>
                </a:lnTo>
                <a:lnTo>
                  <a:pt x="61341" y="17478"/>
                </a:lnTo>
                <a:lnTo>
                  <a:pt x="62484" y="0"/>
                </a:lnTo>
                <a:lnTo>
                  <a:pt x="102108" y="21336"/>
                </a:lnTo>
                <a:lnTo>
                  <a:pt x="92368" y="28408"/>
                </a:lnTo>
                <a:lnTo>
                  <a:pt x="81343" y="42481"/>
                </a:lnTo>
                <a:lnTo>
                  <a:pt x="68889" y="63126"/>
                </a:lnTo>
                <a:lnTo>
                  <a:pt x="54864" y="89916"/>
                </a:lnTo>
                <a:close/>
              </a:path>
              <a:path w="356870" h="401320">
                <a:moveTo>
                  <a:pt x="147828" y="190500"/>
                </a:moveTo>
                <a:lnTo>
                  <a:pt x="143256" y="187452"/>
                </a:lnTo>
                <a:lnTo>
                  <a:pt x="160377" y="160615"/>
                </a:lnTo>
                <a:lnTo>
                  <a:pt x="175069" y="135064"/>
                </a:lnTo>
                <a:lnTo>
                  <a:pt x="196596" y="88392"/>
                </a:lnTo>
                <a:lnTo>
                  <a:pt x="212407" y="44958"/>
                </a:lnTo>
                <a:lnTo>
                  <a:pt x="222503" y="1524"/>
                </a:lnTo>
                <a:lnTo>
                  <a:pt x="262127" y="24384"/>
                </a:lnTo>
                <a:lnTo>
                  <a:pt x="254150" y="32146"/>
                </a:lnTo>
                <a:lnTo>
                  <a:pt x="244030" y="46482"/>
                </a:lnTo>
                <a:lnTo>
                  <a:pt x="231909" y="67675"/>
                </a:lnTo>
                <a:lnTo>
                  <a:pt x="217932" y="96012"/>
                </a:lnTo>
                <a:lnTo>
                  <a:pt x="350520" y="96012"/>
                </a:lnTo>
                <a:lnTo>
                  <a:pt x="356616" y="102108"/>
                </a:lnTo>
                <a:lnTo>
                  <a:pt x="352806" y="105156"/>
                </a:lnTo>
                <a:lnTo>
                  <a:pt x="214884" y="105156"/>
                </a:lnTo>
                <a:lnTo>
                  <a:pt x="198834" y="130063"/>
                </a:lnTo>
                <a:lnTo>
                  <a:pt x="182499" y="152400"/>
                </a:lnTo>
                <a:lnTo>
                  <a:pt x="165592" y="172450"/>
                </a:lnTo>
                <a:lnTo>
                  <a:pt x="147828" y="190500"/>
                </a:lnTo>
                <a:close/>
              </a:path>
              <a:path w="356870" h="401320">
                <a:moveTo>
                  <a:pt x="146304" y="89916"/>
                </a:moveTo>
                <a:lnTo>
                  <a:pt x="111252" y="89916"/>
                </a:lnTo>
                <a:lnTo>
                  <a:pt x="129540" y="73152"/>
                </a:lnTo>
                <a:lnTo>
                  <a:pt x="146304" y="89916"/>
                </a:lnTo>
                <a:close/>
              </a:path>
              <a:path w="356870" h="401320">
                <a:moveTo>
                  <a:pt x="0" y="397764"/>
                </a:moveTo>
                <a:lnTo>
                  <a:pt x="1162" y="355092"/>
                </a:lnTo>
                <a:lnTo>
                  <a:pt x="2095" y="316420"/>
                </a:lnTo>
                <a:lnTo>
                  <a:pt x="2786" y="276248"/>
                </a:lnTo>
                <a:lnTo>
                  <a:pt x="2999" y="228600"/>
                </a:lnTo>
                <a:lnTo>
                  <a:pt x="2762" y="193929"/>
                </a:lnTo>
                <a:lnTo>
                  <a:pt x="2095" y="154876"/>
                </a:lnTo>
                <a:lnTo>
                  <a:pt x="1013" y="110942"/>
                </a:lnTo>
                <a:lnTo>
                  <a:pt x="0" y="74676"/>
                </a:lnTo>
                <a:lnTo>
                  <a:pt x="27432" y="89916"/>
                </a:lnTo>
                <a:lnTo>
                  <a:pt x="146304" y="89916"/>
                </a:lnTo>
                <a:lnTo>
                  <a:pt x="155448" y="99060"/>
                </a:lnTo>
                <a:lnTo>
                  <a:pt x="153352" y="100584"/>
                </a:lnTo>
                <a:lnTo>
                  <a:pt x="24384" y="100584"/>
                </a:lnTo>
                <a:lnTo>
                  <a:pt x="24384" y="211836"/>
                </a:lnTo>
                <a:lnTo>
                  <a:pt x="138729" y="211836"/>
                </a:lnTo>
                <a:lnTo>
                  <a:pt x="138743" y="222504"/>
                </a:lnTo>
                <a:lnTo>
                  <a:pt x="24384" y="222504"/>
                </a:lnTo>
                <a:lnTo>
                  <a:pt x="24384" y="344424"/>
                </a:lnTo>
                <a:lnTo>
                  <a:pt x="139438" y="344424"/>
                </a:lnTo>
                <a:lnTo>
                  <a:pt x="139552" y="350520"/>
                </a:lnTo>
                <a:lnTo>
                  <a:pt x="139661" y="355092"/>
                </a:lnTo>
                <a:lnTo>
                  <a:pt x="24384" y="355092"/>
                </a:lnTo>
                <a:lnTo>
                  <a:pt x="24384" y="384048"/>
                </a:lnTo>
                <a:lnTo>
                  <a:pt x="0" y="397764"/>
                </a:lnTo>
                <a:close/>
              </a:path>
              <a:path w="356870" h="401320">
                <a:moveTo>
                  <a:pt x="350520" y="96012"/>
                </a:moveTo>
                <a:lnTo>
                  <a:pt x="312420" y="96012"/>
                </a:lnTo>
                <a:lnTo>
                  <a:pt x="330708" y="76200"/>
                </a:lnTo>
                <a:lnTo>
                  <a:pt x="350520" y="96012"/>
                </a:lnTo>
                <a:close/>
              </a:path>
              <a:path w="356870" h="401320">
                <a:moveTo>
                  <a:pt x="138729" y="211836"/>
                </a:moveTo>
                <a:lnTo>
                  <a:pt x="115824" y="211836"/>
                </a:lnTo>
                <a:lnTo>
                  <a:pt x="115824" y="100584"/>
                </a:lnTo>
                <a:lnTo>
                  <a:pt x="153352" y="100584"/>
                </a:lnTo>
                <a:lnTo>
                  <a:pt x="138684" y="111252"/>
                </a:lnTo>
                <a:lnTo>
                  <a:pt x="138729" y="211836"/>
                </a:lnTo>
                <a:close/>
              </a:path>
              <a:path w="356870" h="401320">
                <a:moveTo>
                  <a:pt x="327433" y="359664"/>
                </a:moveTo>
                <a:lnTo>
                  <a:pt x="283464" y="359664"/>
                </a:lnTo>
                <a:lnTo>
                  <a:pt x="292631" y="357925"/>
                </a:lnTo>
                <a:lnTo>
                  <a:pt x="299656" y="352615"/>
                </a:lnTo>
                <a:lnTo>
                  <a:pt x="309895" y="305538"/>
                </a:lnTo>
                <a:lnTo>
                  <a:pt x="311658" y="259651"/>
                </a:lnTo>
                <a:lnTo>
                  <a:pt x="313558" y="186976"/>
                </a:lnTo>
                <a:lnTo>
                  <a:pt x="315467" y="105156"/>
                </a:lnTo>
                <a:lnTo>
                  <a:pt x="352806" y="105156"/>
                </a:lnTo>
                <a:lnTo>
                  <a:pt x="341376" y="114300"/>
                </a:lnTo>
                <a:lnTo>
                  <a:pt x="340304" y="186976"/>
                </a:lnTo>
                <a:lnTo>
                  <a:pt x="338815" y="249070"/>
                </a:lnTo>
                <a:lnTo>
                  <a:pt x="336986" y="295241"/>
                </a:lnTo>
                <a:lnTo>
                  <a:pt x="334792" y="327074"/>
                </a:lnTo>
                <a:lnTo>
                  <a:pt x="332232" y="344424"/>
                </a:lnTo>
                <a:lnTo>
                  <a:pt x="328517" y="357020"/>
                </a:lnTo>
                <a:lnTo>
                  <a:pt x="327433" y="359664"/>
                </a:lnTo>
                <a:close/>
              </a:path>
              <a:path w="356870" h="401320">
                <a:moveTo>
                  <a:pt x="233172" y="269748"/>
                </a:moveTo>
                <a:lnTo>
                  <a:pt x="230124" y="269748"/>
                </a:lnTo>
                <a:lnTo>
                  <a:pt x="226956" y="268081"/>
                </a:lnTo>
                <a:lnTo>
                  <a:pt x="224218" y="263271"/>
                </a:lnTo>
                <a:lnTo>
                  <a:pt x="221765" y="255603"/>
                </a:lnTo>
                <a:lnTo>
                  <a:pt x="219456" y="245364"/>
                </a:lnTo>
                <a:lnTo>
                  <a:pt x="214907" y="228219"/>
                </a:lnTo>
                <a:lnTo>
                  <a:pt x="208216" y="211074"/>
                </a:lnTo>
                <a:lnTo>
                  <a:pt x="199524" y="193929"/>
                </a:lnTo>
                <a:lnTo>
                  <a:pt x="188976" y="176784"/>
                </a:lnTo>
                <a:lnTo>
                  <a:pt x="192024" y="172212"/>
                </a:lnTo>
                <a:lnTo>
                  <a:pt x="224980" y="199644"/>
                </a:lnTo>
                <a:lnTo>
                  <a:pt x="246888" y="234696"/>
                </a:lnTo>
                <a:lnTo>
                  <a:pt x="246888" y="248412"/>
                </a:lnTo>
                <a:lnTo>
                  <a:pt x="245364" y="254508"/>
                </a:lnTo>
                <a:lnTo>
                  <a:pt x="236220" y="266700"/>
                </a:lnTo>
                <a:lnTo>
                  <a:pt x="233172" y="269748"/>
                </a:lnTo>
                <a:close/>
              </a:path>
              <a:path w="356870" h="401320">
                <a:moveTo>
                  <a:pt x="139438" y="344424"/>
                </a:moveTo>
                <a:lnTo>
                  <a:pt x="115824" y="344424"/>
                </a:lnTo>
                <a:lnTo>
                  <a:pt x="115824" y="222504"/>
                </a:lnTo>
                <a:lnTo>
                  <a:pt x="138743" y="222504"/>
                </a:lnTo>
                <a:lnTo>
                  <a:pt x="138861" y="269748"/>
                </a:lnTo>
                <a:lnTo>
                  <a:pt x="139022" y="305538"/>
                </a:lnTo>
                <a:lnTo>
                  <a:pt x="139438" y="344424"/>
                </a:lnTo>
                <a:close/>
              </a:path>
              <a:path w="356870" h="401320">
                <a:moveTo>
                  <a:pt x="278891" y="400812"/>
                </a:moveTo>
                <a:lnTo>
                  <a:pt x="271986" y="387953"/>
                </a:lnTo>
                <a:lnTo>
                  <a:pt x="260223" y="376809"/>
                </a:lnTo>
                <a:lnTo>
                  <a:pt x="243316" y="367379"/>
                </a:lnTo>
                <a:lnTo>
                  <a:pt x="220979" y="359664"/>
                </a:lnTo>
                <a:lnTo>
                  <a:pt x="220979" y="350520"/>
                </a:lnTo>
                <a:lnTo>
                  <a:pt x="241244" y="354520"/>
                </a:lnTo>
                <a:lnTo>
                  <a:pt x="258508" y="357378"/>
                </a:lnTo>
                <a:lnTo>
                  <a:pt x="272629" y="359092"/>
                </a:lnTo>
                <a:lnTo>
                  <a:pt x="283464" y="359664"/>
                </a:lnTo>
                <a:lnTo>
                  <a:pt x="327433" y="359664"/>
                </a:lnTo>
                <a:lnTo>
                  <a:pt x="324231" y="367474"/>
                </a:lnTo>
                <a:lnTo>
                  <a:pt x="290369" y="397097"/>
                </a:lnTo>
                <a:lnTo>
                  <a:pt x="278891" y="400812"/>
                </a:lnTo>
                <a:close/>
              </a:path>
              <a:path w="356870" h="401320">
                <a:moveTo>
                  <a:pt x="115824" y="391668"/>
                </a:moveTo>
                <a:lnTo>
                  <a:pt x="115824" y="355092"/>
                </a:lnTo>
                <a:lnTo>
                  <a:pt x="139661" y="355092"/>
                </a:lnTo>
                <a:lnTo>
                  <a:pt x="140208" y="377952"/>
                </a:lnTo>
                <a:lnTo>
                  <a:pt x="115824" y="39166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" name="object 26"/>
          <p:cNvSpPr/>
          <p:nvPr/>
        </p:nvSpPr>
        <p:spPr>
          <a:xfrm>
            <a:off x="4306824" y="3003803"/>
            <a:ext cx="853440" cy="411480"/>
          </a:xfrm>
          <a:custGeom>
            <a:avLst/>
            <a:gdLst/>
            <a:ahLst/>
            <a:cxnLst/>
            <a:rect l="l" t="t" r="r" b="b"/>
            <a:pathLst>
              <a:path w="853439" h="411479">
                <a:moveTo>
                  <a:pt x="143256" y="117348"/>
                </a:moveTo>
                <a:lnTo>
                  <a:pt x="115824" y="89916"/>
                </a:lnTo>
                <a:lnTo>
                  <a:pt x="99060" y="106680"/>
                </a:lnTo>
                <a:lnTo>
                  <a:pt x="89916" y="106680"/>
                </a:lnTo>
                <a:lnTo>
                  <a:pt x="89916" y="28956"/>
                </a:lnTo>
                <a:lnTo>
                  <a:pt x="103632" y="18288"/>
                </a:lnTo>
                <a:lnTo>
                  <a:pt x="67056" y="0"/>
                </a:lnTo>
                <a:lnTo>
                  <a:pt x="68300" y="51816"/>
                </a:lnTo>
                <a:lnTo>
                  <a:pt x="68580" y="106680"/>
                </a:lnTo>
                <a:lnTo>
                  <a:pt x="6096" y="106680"/>
                </a:lnTo>
                <a:lnTo>
                  <a:pt x="19812" y="120396"/>
                </a:lnTo>
                <a:lnTo>
                  <a:pt x="36576" y="117348"/>
                </a:lnTo>
                <a:lnTo>
                  <a:pt x="67056" y="117348"/>
                </a:lnTo>
                <a:lnTo>
                  <a:pt x="55054" y="173355"/>
                </a:lnTo>
                <a:lnTo>
                  <a:pt x="39624" y="222504"/>
                </a:lnTo>
                <a:lnTo>
                  <a:pt x="20459" y="266890"/>
                </a:lnTo>
                <a:lnTo>
                  <a:pt x="0" y="309372"/>
                </a:lnTo>
                <a:lnTo>
                  <a:pt x="3048" y="313944"/>
                </a:lnTo>
                <a:lnTo>
                  <a:pt x="23355" y="286880"/>
                </a:lnTo>
                <a:lnTo>
                  <a:pt x="40957" y="258508"/>
                </a:lnTo>
                <a:lnTo>
                  <a:pt x="55981" y="229298"/>
                </a:lnTo>
                <a:lnTo>
                  <a:pt x="68580" y="199644"/>
                </a:lnTo>
                <a:lnTo>
                  <a:pt x="68453" y="285559"/>
                </a:lnTo>
                <a:lnTo>
                  <a:pt x="68326" y="312420"/>
                </a:lnTo>
                <a:lnTo>
                  <a:pt x="67881" y="361188"/>
                </a:lnTo>
                <a:lnTo>
                  <a:pt x="67056" y="409956"/>
                </a:lnTo>
                <a:lnTo>
                  <a:pt x="91440" y="397764"/>
                </a:lnTo>
                <a:lnTo>
                  <a:pt x="90576" y="370332"/>
                </a:lnTo>
                <a:lnTo>
                  <a:pt x="90106" y="345948"/>
                </a:lnTo>
                <a:lnTo>
                  <a:pt x="89992" y="333756"/>
                </a:lnTo>
                <a:lnTo>
                  <a:pt x="89916" y="199644"/>
                </a:lnTo>
                <a:lnTo>
                  <a:pt x="89916" y="167640"/>
                </a:lnTo>
                <a:lnTo>
                  <a:pt x="99606" y="178219"/>
                </a:lnTo>
                <a:lnTo>
                  <a:pt x="107988" y="189344"/>
                </a:lnTo>
                <a:lnTo>
                  <a:pt x="114985" y="201079"/>
                </a:lnTo>
                <a:lnTo>
                  <a:pt x="120396" y="213360"/>
                </a:lnTo>
                <a:lnTo>
                  <a:pt x="126492" y="225552"/>
                </a:lnTo>
                <a:lnTo>
                  <a:pt x="129540" y="230124"/>
                </a:lnTo>
                <a:lnTo>
                  <a:pt x="134112" y="230124"/>
                </a:lnTo>
                <a:lnTo>
                  <a:pt x="137160" y="227076"/>
                </a:lnTo>
                <a:lnTo>
                  <a:pt x="138684" y="220980"/>
                </a:lnTo>
                <a:lnTo>
                  <a:pt x="141732" y="213360"/>
                </a:lnTo>
                <a:lnTo>
                  <a:pt x="143256" y="207264"/>
                </a:lnTo>
                <a:lnTo>
                  <a:pt x="143256" y="196596"/>
                </a:lnTo>
                <a:lnTo>
                  <a:pt x="111963" y="167640"/>
                </a:lnTo>
                <a:lnTo>
                  <a:pt x="89916" y="156972"/>
                </a:lnTo>
                <a:lnTo>
                  <a:pt x="89916" y="117348"/>
                </a:lnTo>
                <a:lnTo>
                  <a:pt x="143256" y="117348"/>
                </a:lnTo>
                <a:close/>
              </a:path>
              <a:path w="853439" h="411479">
                <a:moveTo>
                  <a:pt x="251460" y="51816"/>
                </a:moveTo>
                <a:lnTo>
                  <a:pt x="242316" y="42672"/>
                </a:lnTo>
                <a:lnTo>
                  <a:pt x="228600" y="28956"/>
                </a:lnTo>
                <a:lnTo>
                  <a:pt x="216408" y="41148"/>
                </a:lnTo>
                <a:lnTo>
                  <a:pt x="216408" y="53340"/>
                </a:lnTo>
                <a:lnTo>
                  <a:pt x="216408" y="126492"/>
                </a:lnTo>
                <a:lnTo>
                  <a:pt x="216408" y="137160"/>
                </a:lnTo>
                <a:lnTo>
                  <a:pt x="216408" y="205740"/>
                </a:lnTo>
                <a:lnTo>
                  <a:pt x="169164" y="205740"/>
                </a:lnTo>
                <a:lnTo>
                  <a:pt x="169164" y="137160"/>
                </a:lnTo>
                <a:lnTo>
                  <a:pt x="216408" y="137160"/>
                </a:lnTo>
                <a:lnTo>
                  <a:pt x="216408" y="126492"/>
                </a:lnTo>
                <a:lnTo>
                  <a:pt x="169164" y="126492"/>
                </a:lnTo>
                <a:lnTo>
                  <a:pt x="169164" y="53340"/>
                </a:lnTo>
                <a:lnTo>
                  <a:pt x="216408" y="53340"/>
                </a:lnTo>
                <a:lnTo>
                  <a:pt x="216408" y="41148"/>
                </a:lnTo>
                <a:lnTo>
                  <a:pt x="214884" y="42672"/>
                </a:lnTo>
                <a:lnTo>
                  <a:pt x="169164" y="42672"/>
                </a:lnTo>
                <a:lnTo>
                  <a:pt x="147828" y="30480"/>
                </a:lnTo>
                <a:lnTo>
                  <a:pt x="148043" y="56769"/>
                </a:lnTo>
                <a:lnTo>
                  <a:pt x="148107" y="60960"/>
                </a:lnTo>
                <a:lnTo>
                  <a:pt x="148551" y="82296"/>
                </a:lnTo>
                <a:lnTo>
                  <a:pt x="149110" y="106133"/>
                </a:lnTo>
                <a:lnTo>
                  <a:pt x="149288" y="120396"/>
                </a:lnTo>
                <a:lnTo>
                  <a:pt x="149174" y="305943"/>
                </a:lnTo>
                <a:lnTo>
                  <a:pt x="143256" y="333756"/>
                </a:lnTo>
                <a:lnTo>
                  <a:pt x="161544" y="356616"/>
                </a:lnTo>
                <a:lnTo>
                  <a:pt x="188214" y="323659"/>
                </a:lnTo>
                <a:lnTo>
                  <a:pt x="224028" y="289560"/>
                </a:lnTo>
                <a:lnTo>
                  <a:pt x="226326" y="296405"/>
                </a:lnTo>
                <a:lnTo>
                  <a:pt x="228790" y="303085"/>
                </a:lnTo>
                <a:lnTo>
                  <a:pt x="231470" y="309372"/>
                </a:lnTo>
                <a:lnTo>
                  <a:pt x="234696" y="315468"/>
                </a:lnTo>
                <a:lnTo>
                  <a:pt x="234696" y="320040"/>
                </a:lnTo>
                <a:lnTo>
                  <a:pt x="237744" y="323088"/>
                </a:lnTo>
                <a:lnTo>
                  <a:pt x="240792" y="323088"/>
                </a:lnTo>
                <a:lnTo>
                  <a:pt x="242316" y="320040"/>
                </a:lnTo>
                <a:lnTo>
                  <a:pt x="246888" y="313944"/>
                </a:lnTo>
                <a:lnTo>
                  <a:pt x="249936" y="307848"/>
                </a:lnTo>
                <a:lnTo>
                  <a:pt x="251460" y="303276"/>
                </a:lnTo>
                <a:lnTo>
                  <a:pt x="251371" y="296405"/>
                </a:lnTo>
                <a:lnTo>
                  <a:pt x="250863" y="291452"/>
                </a:lnTo>
                <a:lnTo>
                  <a:pt x="250253" y="289560"/>
                </a:lnTo>
                <a:lnTo>
                  <a:pt x="248983" y="285559"/>
                </a:lnTo>
                <a:lnTo>
                  <a:pt x="210134" y="248589"/>
                </a:lnTo>
                <a:lnTo>
                  <a:pt x="193548" y="237744"/>
                </a:lnTo>
                <a:lnTo>
                  <a:pt x="192024" y="242316"/>
                </a:lnTo>
                <a:lnTo>
                  <a:pt x="202323" y="255828"/>
                </a:lnTo>
                <a:lnTo>
                  <a:pt x="210502" y="266890"/>
                </a:lnTo>
                <a:lnTo>
                  <a:pt x="216662" y="275971"/>
                </a:lnTo>
                <a:lnTo>
                  <a:pt x="220980" y="283464"/>
                </a:lnTo>
                <a:lnTo>
                  <a:pt x="169164" y="315468"/>
                </a:lnTo>
                <a:lnTo>
                  <a:pt x="169164" y="216408"/>
                </a:lnTo>
                <a:lnTo>
                  <a:pt x="216408" y="216408"/>
                </a:lnTo>
                <a:lnTo>
                  <a:pt x="216408" y="228600"/>
                </a:lnTo>
                <a:lnTo>
                  <a:pt x="237744" y="216408"/>
                </a:lnTo>
                <a:lnTo>
                  <a:pt x="236435" y="156972"/>
                </a:lnTo>
                <a:lnTo>
                  <a:pt x="236220" y="60960"/>
                </a:lnTo>
                <a:lnTo>
                  <a:pt x="248920" y="53340"/>
                </a:lnTo>
                <a:lnTo>
                  <a:pt x="251460" y="51816"/>
                </a:lnTo>
                <a:close/>
              </a:path>
              <a:path w="853439" h="411479">
                <a:moveTo>
                  <a:pt x="409956" y="371856"/>
                </a:moveTo>
                <a:lnTo>
                  <a:pt x="393573" y="332232"/>
                </a:lnTo>
                <a:lnTo>
                  <a:pt x="393192" y="309372"/>
                </a:lnTo>
                <a:lnTo>
                  <a:pt x="384048" y="309372"/>
                </a:lnTo>
                <a:lnTo>
                  <a:pt x="382524" y="355092"/>
                </a:lnTo>
                <a:lnTo>
                  <a:pt x="365760" y="374904"/>
                </a:lnTo>
                <a:lnTo>
                  <a:pt x="345948" y="374904"/>
                </a:lnTo>
                <a:lnTo>
                  <a:pt x="341376" y="370332"/>
                </a:lnTo>
                <a:lnTo>
                  <a:pt x="341376" y="249936"/>
                </a:lnTo>
                <a:lnTo>
                  <a:pt x="352044" y="239268"/>
                </a:lnTo>
                <a:lnTo>
                  <a:pt x="353568" y="237744"/>
                </a:lnTo>
                <a:lnTo>
                  <a:pt x="326136" y="222504"/>
                </a:lnTo>
                <a:lnTo>
                  <a:pt x="332232" y="199644"/>
                </a:lnTo>
                <a:lnTo>
                  <a:pt x="406908" y="199644"/>
                </a:lnTo>
                <a:lnTo>
                  <a:pt x="396240" y="188976"/>
                </a:lnTo>
                <a:lnTo>
                  <a:pt x="376428" y="169164"/>
                </a:lnTo>
                <a:lnTo>
                  <a:pt x="358140" y="188976"/>
                </a:lnTo>
                <a:lnTo>
                  <a:pt x="333756" y="188976"/>
                </a:lnTo>
                <a:lnTo>
                  <a:pt x="336918" y="137160"/>
                </a:lnTo>
                <a:lnTo>
                  <a:pt x="339102" y="98539"/>
                </a:lnTo>
                <a:lnTo>
                  <a:pt x="341376" y="53340"/>
                </a:lnTo>
                <a:lnTo>
                  <a:pt x="402336" y="53340"/>
                </a:lnTo>
                <a:lnTo>
                  <a:pt x="374904" y="25908"/>
                </a:lnTo>
                <a:lnTo>
                  <a:pt x="358140" y="42672"/>
                </a:lnTo>
                <a:lnTo>
                  <a:pt x="260604" y="42672"/>
                </a:lnTo>
                <a:lnTo>
                  <a:pt x="274320" y="56388"/>
                </a:lnTo>
                <a:lnTo>
                  <a:pt x="289560" y="53340"/>
                </a:lnTo>
                <a:lnTo>
                  <a:pt x="320040" y="53340"/>
                </a:lnTo>
                <a:lnTo>
                  <a:pt x="317754" y="98539"/>
                </a:lnTo>
                <a:lnTo>
                  <a:pt x="315468" y="136017"/>
                </a:lnTo>
                <a:lnTo>
                  <a:pt x="313182" y="166077"/>
                </a:lnTo>
                <a:lnTo>
                  <a:pt x="310896" y="188976"/>
                </a:lnTo>
                <a:lnTo>
                  <a:pt x="274320" y="188976"/>
                </a:lnTo>
                <a:lnTo>
                  <a:pt x="279692" y="164071"/>
                </a:lnTo>
                <a:lnTo>
                  <a:pt x="283730" y="146215"/>
                </a:lnTo>
                <a:lnTo>
                  <a:pt x="287604" y="128549"/>
                </a:lnTo>
                <a:lnTo>
                  <a:pt x="289560" y="117348"/>
                </a:lnTo>
                <a:lnTo>
                  <a:pt x="292608" y="106680"/>
                </a:lnTo>
                <a:lnTo>
                  <a:pt x="295656" y="100584"/>
                </a:lnTo>
                <a:lnTo>
                  <a:pt x="301752" y="99060"/>
                </a:lnTo>
                <a:lnTo>
                  <a:pt x="275844" y="82296"/>
                </a:lnTo>
                <a:lnTo>
                  <a:pt x="267652" y="128016"/>
                </a:lnTo>
                <a:lnTo>
                  <a:pt x="257784" y="170548"/>
                </a:lnTo>
                <a:lnTo>
                  <a:pt x="245364" y="188976"/>
                </a:lnTo>
                <a:lnTo>
                  <a:pt x="263652" y="210312"/>
                </a:lnTo>
                <a:lnTo>
                  <a:pt x="275844" y="199644"/>
                </a:lnTo>
                <a:lnTo>
                  <a:pt x="309372" y="199644"/>
                </a:lnTo>
                <a:lnTo>
                  <a:pt x="294017" y="253390"/>
                </a:lnTo>
                <a:lnTo>
                  <a:pt x="271792" y="301142"/>
                </a:lnTo>
                <a:lnTo>
                  <a:pt x="242760" y="342734"/>
                </a:lnTo>
                <a:lnTo>
                  <a:pt x="206997" y="378040"/>
                </a:lnTo>
                <a:lnTo>
                  <a:pt x="164592" y="406908"/>
                </a:lnTo>
                <a:lnTo>
                  <a:pt x="166116" y="411480"/>
                </a:lnTo>
                <a:lnTo>
                  <a:pt x="210362" y="388454"/>
                </a:lnTo>
                <a:lnTo>
                  <a:pt x="248043" y="359651"/>
                </a:lnTo>
                <a:lnTo>
                  <a:pt x="279133" y="325132"/>
                </a:lnTo>
                <a:lnTo>
                  <a:pt x="303631" y="284988"/>
                </a:lnTo>
                <a:lnTo>
                  <a:pt x="321564" y="239268"/>
                </a:lnTo>
                <a:lnTo>
                  <a:pt x="321564" y="365760"/>
                </a:lnTo>
                <a:lnTo>
                  <a:pt x="323011" y="378650"/>
                </a:lnTo>
                <a:lnTo>
                  <a:pt x="327469" y="387667"/>
                </a:lnTo>
                <a:lnTo>
                  <a:pt x="335064" y="392988"/>
                </a:lnTo>
                <a:lnTo>
                  <a:pt x="345948" y="394716"/>
                </a:lnTo>
                <a:lnTo>
                  <a:pt x="382524" y="394716"/>
                </a:lnTo>
                <a:lnTo>
                  <a:pt x="390144" y="393192"/>
                </a:lnTo>
                <a:lnTo>
                  <a:pt x="396240" y="388620"/>
                </a:lnTo>
                <a:lnTo>
                  <a:pt x="402336" y="385572"/>
                </a:lnTo>
                <a:lnTo>
                  <a:pt x="406908" y="379476"/>
                </a:lnTo>
                <a:lnTo>
                  <a:pt x="408736" y="374904"/>
                </a:lnTo>
                <a:lnTo>
                  <a:pt x="409956" y="371856"/>
                </a:lnTo>
                <a:close/>
              </a:path>
              <a:path w="853439" h="411479">
                <a:moveTo>
                  <a:pt x="519950" y="298132"/>
                </a:moveTo>
                <a:lnTo>
                  <a:pt x="519671" y="278892"/>
                </a:lnTo>
                <a:lnTo>
                  <a:pt x="512051" y="277368"/>
                </a:lnTo>
                <a:lnTo>
                  <a:pt x="506691" y="296418"/>
                </a:lnTo>
                <a:lnTo>
                  <a:pt x="499859" y="312610"/>
                </a:lnTo>
                <a:lnTo>
                  <a:pt x="491909" y="325589"/>
                </a:lnTo>
                <a:lnTo>
                  <a:pt x="483095" y="335280"/>
                </a:lnTo>
                <a:lnTo>
                  <a:pt x="472427" y="342900"/>
                </a:lnTo>
                <a:lnTo>
                  <a:pt x="467855" y="348996"/>
                </a:lnTo>
                <a:lnTo>
                  <a:pt x="467855" y="356616"/>
                </a:lnTo>
                <a:lnTo>
                  <a:pt x="469379" y="359664"/>
                </a:lnTo>
                <a:lnTo>
                  <a:pt x="472427" y="362712"/>
                </a:lnTo>
                <a:lnTo>
                  <a:pt x="475475" y="364236"/>
                </a:lnTo>
                <a:lnTo>
                  <a:pt x="483095" y="365760"/>
                </a:lnTo>
                <a:lnTo>
                  <a:pt x="492239" y="362712"/>
                </a:lnTo>
                <a:lnTo>
                  <a:pt x="498576" y="360718"/>
                </a:lnTo>
                <a:lnTo>
                  <a:pt x="518909" y="320802"/>
                </a:lnTo>
                <a:lnTo>
                  <a:pt x="519836" y="304990"/>
                </a:lnTo>
                <a:lnTo>
                  <a:pt x="519950" y="298132"/>
                </a:lnTo>
                <a:close/>
              </a:path>
              <a:path w="853439" h="411479">
                <a:moveTo>
                  <a:pt x="664692" y="286639"/>
                </a:moveTo>
                <a:lnTo>
                  <a:pt x="634352" y="250698"/>
                </a:lnTo>
                <a:lnTo>
                  <a:pt x="609587" y="234696"/>
                </a:lnTo>
                <a:lnTo>
                  <a:pt x="605015" y="237744"/>
                </a:lnTo>
                <a:lnTo>
                  <a:pt x="615327" y="252323"/>
                </a:lnTo>
                <a:lnTo>
                  <a:pt x="623493" y="266319"/>
                </a:lnTo>
                <a:lnTo>
                  <a:pt x="629666" y="279755"/>
                </a:lnTo>
                <a:lnTo>
                  <a:pt x="633971" y="292608"/>
                </a:lnTo>
                <a:lnTo>
                  <a:pt x="637019" y="307848"/>
                </a:lnTo>
                <a:lnTo>
                  <a:pt x="641591" y="313944"/>
                </a:lnTo>
                <a:lnTo>
                  <a:pt x="649211" y="313944"/>
                </a:lnTo>
                <a:lnTo>
                  <a:pt x="652259" y="312420"/>
                </a:lnTo>
                <a:lnTo>
                  <a:pt x="655307" y="309372"/>
                </a:lnTo>
                <a:lnTo>
                  <a:pt x="659879" y="306324"/>
                </a:lnTo>
                <a:lnTo>
                  <a:pt x="662927" y="301752"/>
                </a:lnTo>
                <a:lnTo>
                  <a:pt x="664451" y="292608"/>
                </a:lnTo>
                <a:lnTo>
                  <a:pt x="664692" y="286639"/>
                </a:lnTo>
                <a:close/>
              </a:path>
              <a:path w="853439" h="411479">
                <a:moveTo>
                  <a:pt x="670547" y="138684"/>
                </a:moveTo>
                <a:lnTo>
                  <a:pt x="643686" y="103441"/>
                </a:lnTo>
                <a:lnTo>
                  <a:pt x="623303" y="89916"/>
                </a:lnTo>
                <a:lnTo>
                  <a:pt x="618731" y="92964"/>
                </a:lnTo>
                <a:lnTo>
                  <a:pt x="626808" y="106400"/>
                </a:lnTo>
                <a:lnTo>
                  <a:pt x="633018" y="119253"/>
                </a:lnTo>
                <a:lnTo>
                  <a:pt x="637806" y="131546"/>
                </a:lnTo>
                <a:lnTo>
                  <a:pt x="641591" y="143256"/>
                </a:lnTo>
                <a:lnTo>
                  <a:pt x="643115" y="156972"/>
                </a:lnTo>
                <a:lnTo>
                  <a:pt x="647687" y="163068"/>
                </a:lnTo>
                <a:lnTo>
                  <a:pt x="653783" y="163068"/>
                </a:lnTo>
                <a:lnTo>
                  <a:pt x="659879" y="160020"/>
                </a:lnTo>
                <a:lnTo>
                  <a:pt x="664451" y="156972"/>
                </a:lnTo>
                <a:lnTo>
                  <a:pt x="665975" y="153924"/>
                </a:lnTo>
                <a:lnTo>
                  <a:pt x="667499" y="149352"/>
                </a:lnTo>
                <a:lnTo>
                  <a:pt x="670547" y="144780"/>
                </a:lnTo>
                <a:lnTo>
                  <a:pt x="670547" y="138684"/>
                </a:lnTo>
                <a:close/>
              </a:path>
              <a:path w="853439" h="411479">
                <a:moveTo>
                  <a:pt x="758939" y="190500"/>
                </a:moveTo>
                <a:lnTo>
                  <a:pt x="757339" y="188976"/>
                </a:lnTo>
                <a:lnTo>
                  <a:pt x="728459" y="161544"/>
                </a:lnTo>
                <a:lnTo>
                  <a:pt x="713219" y="178308"/>
                </a:lnTo>
                <a:lnTo>
                  <a:pt x="530339" y="178308"/>
                </a:lnTo>
                <a:lnTo>
                  <a:pt x="545579" y="193548"/>
                </a:lnTo>
                <a:lnTo>
                  <a:pt x="555015" y="191554"/>
                </a:lnTo>
                <a:lnTo>
                  <a:pt x="565010" y="190119"/>
                </a:lnTo>
                <a:lnTo>
                  <a:pt x="575589" y="189268"/>
                </a:lnTo>
                <a:lnTo>
                  <a:pt x="586727" y="188976"/>
                </a:lnTo>
                <a:lnTo>
                  <a:pt x="713219" y="188976"/>
                </a:lnTo>
                <a:lnTo>
                  <a:pt x="699223" y="210693"/>
                </a:lnTo>
                <a:lnTo>
                  <a:pt x="686930" y="230124"/>
                </a:lnTo>
                <a:lnTo>
                  <a:pt x="676363" y="247269"/>
                </a:lnTo>
                <a:lnTo>
                  <a:pt x="667499" y="262128"/>
                </a:lnTo>
                <a:lnTo>
                  <a:pt x="694931" y="266700"/>
                </a:lnTo>
                <a:lnTo>
                  <a:pt x="716457" y="231457"/>
                </a:lnTo>
                <a:lnTo>
                  <a:pt x="724293" y="218490"/>
                </a:lnTo>
                <a:lnTo>
                  <a:pt x="729983" y="208788"/>
                </a:lnTo>
                <a:lnTo>
                  <a:pt x="736231" y="201650"/>
                </a:lnTo>
                <a:lnTo>
                  <a:pt x="743318" y="196215"/>
                </a:lnTo>
                <a:lnTo>
                  <a:pt x="750989" y="192506"/>
                </a:lnTo>
                <a:lnTo>
                  <a:pt x="758939" y="190500"/>
                </a:lnTo>
                <a:close/>
              </a:path>
              <a:path w="853439" h="411479">
                <a:moveTo>
                  <a:pt x="768083" y="365760"/>
                </a:moveTo>
                <a:lnTo>
                  <a:pt x="742556" y="328231"/>
                </a:lnTo>
                <a:lnTo>
                  <a:pt x="740651" y="303276"/>
                </a:lnTo>
                <a:lnTo>
                  <a:pt x="731507" y="303276"/>
                </a:lnTo>
                <a:lnTo>
                  <a:pt x="729983" y="352044"/>
                </a:lnTo>
                <a:lnTo>
                  <a:pt x="707123" y="374904"/>
                </a:lnTo>
                <a:lnTo>
                  <a:pt x="608063" y="374904"/>
                </a:lnTo>
                <a:lnTo>
                  <a:pt x="596328" y="372935"/>
                </a:lnTo>
                <a:lnTo>
                  <a:pt x="588441" y="367093"/>
                </a:lnTo>
                <a:lnTo>
                  <a:pt x="584276" y="357555"/>
                </a:lnTo>
                <a:lnTo>
                  <a:pt x="583679" y="344424"/>
                </a:lnTo>
                <a:lnTo>
                  <a:pt x="583679" y="288036"/>
                </a:lnTo>
                <a:lnTo>
                  <a:pt x="600443" y="272796"/>
                </a:lnTo>
                <a:lnTo>
                  <a:pt x="557771" y="252984"/>
                </a:lnTo>
                <a:lnTo>
                  <a:pt x="558647" y="272796"/>
                </a:lnTo>
                <a:lnTo>
                  <a:pt x="559041" y="292608"/>
                </a:lnTo>
                <a:lnTo>
                  <a:pt x="559168" y="304990"/>
                </a:lnTo>
                <a:lnTo>
                  <a:pt x="559295" y="339712"/>
                </a:lnTo>
                <a:lnTo>
                  <a:pt x="559422" y="355473"/>
                </a:lnTo>
                <a:lnTo>
                  <a:pt x="577735" y="394512"/>
                </a:lnTo>
                <a:lnTo>
                  <a:pt x="594347" y="396240"/>
                </a:lnTo>
                <a:lnTo>
                  <a:pt x="720839" y="396240"/>
                </a:lnTo>
                <a:lnTo>
                  <a:pt x="736587" y="394271"/>
                </a:lnTo>
                <a:lnTo>
                  <a:pt x="749604" y="388429"/>
                </a:lnTo>
                <a:lnTo>
                  <a:pt x="760069" y="378891"/>
                </a:lnTo>
                <a:lnTo>
                  <a:pt x="762495" y="374904"/>
                </a:lnTo>
                <a:lnTo>
                  <a:pt x="768083" y="365760"/>
                </a:lnTo>
                <a:close/>
              </a:path>
              <a:path w="853439" h="411479">
                <a:moveTo>
                  <a:pt x="827544" y="332359"/>
                </a:moveTo>
                <a:lnTo>
                  <a:pt x="796378" y="296494"/>
                </a:lnTo>
                <a:lnTo>
                  <a:pt x="768083" y="275844"/>
                </a:lnTo>
                <a:lnTo>
                  <a:pt x="763511" y="280416"/>
                </a:lnTo>
                <a:lnTo>
                  <a:pt x="775830" y="298132"/>
                </a:lnTo>
                <a:lnTo>
                  <a:pt x="785418" y="314706"/>
                </a:lnTo>
                <a:lnTo>
                  <a:pt x="792454" y="330136"/>
                </a:lnTo>
                <a:lnTo>
                  <a:pt x="797039" y="344424"/>
                </a:lnTo>
                <a:lnTo>
                  <a:pt x="801611" y="356616"/>
                </a:lnTo>
                <a:lnTo>
                  <a:pt x="804659" y="362712"/>
                </a:lnTo>
                <a:lnTo>
                  <a:pt x="812279" y="362712"/>
                </a:lnTo>
                <a:lnTo>
                  <a:pt x="815327" y="361188"/>
                </a:lnTo>
                <a:lnTo>
                  <a:pt x="819899" y="356616"/>
                </a:lnTo>
                <a:lnTo>
                  <a:pt x="824471" y="350520"/>
                </a:lnTo>
                <a:lnTo>
                  <a:pt x="827519" y="344424"/>
                </a:lnTo>
                <a:lnTo>
                  <a:pt x="827544" y="332359"/>
                </a:lnTo>
                <a:close/>
              </a:path>
              <a:path w="853439" h="411479">
                <a:moveTo>
                  <a:pt x="853427" y="138684"/>
                </a:moveTo>
                <a:lnTo>
                  <a:pt x="798779" y="128193"/>
                </a:lnTo>
                <a:lnTo>
                  <a:pt x="759371" y="113995"/>
                </a:lnTo>
                <a:lnTo>
                  <a:pt x="721753" y="92989"/>
                </a:lnTo>
                <a:lnTo>
                  <a:pt x="688098" y="67652"/>
                </a:lnTo>
                <a:lnTo>
                  <a:pt x="659587" y="41148"/>
                </a:lnTo>
                <a:lnTo>
                  <a:pt x="655307" y="36576"/>
                </a:lnTo>
                <a:lnTo>
                  <a:pt x="670547" y="25908"/>
                </a:lnTo>
                <a:lnTo>
                  <a:pt x="633971" y="1524"/>
                </a:lnTo>
                <a:lnTo>
                  <a:pt x="623951" y="20955"/>
                </a:lnTo>
                <a:lnTo>
                  <a:pt x="609777" y="42672"/>
                </a:lnTo>
                <a:lnTo>
                  <a:pt x="568439" y="92964"/>
                </a:lnTo>
                <a:lnTo>
                  <a:pt x="511670" y="143637"/>
                </a:lnTo>
                <a:lnTo>
                  <a:pt x="478866" y="166268"/>
                </a:lnTo>
                <a:lnTo>
                  <a:pt x="443471" y="187452"/>
                </a:lnTo>
                <a:lnTo>
                  <a:pt x="446519" y="192024"/>
                </a:lnTo>
                <a:lnTo>
                  <a:pt x="490410" y="172821"/>
                </a:lnTo>
                <a:lnTo>
                  <a:pt x="532472" y="148132"/>
                </a:lnTo>
                <a:lnTo>
                  <a:pt x="572706" y="117957"/>
                </a:lnTo>
                <a:lnTo>
                  <a:pt x="611111" y="82296"/>
                </a:lnTo>
                <a:lnTo>
                  <a:pt x="647687" y="41148"/>
                </a:lnTo>
                <a:lnTo>
                  <a:pt x="681405" y="80276"/>
                </a:lnTo>
                <a:lnTo>
                  <a:pt x="720839" y="115252"/>
                </a:lnTo>
                <a:lnTo>
                  <a:pt x="765987" y="145948"/>
                </a:lnTo>
                <a:lnTo>
                  <a:pt x="816851" y="172212"/>
                </a:lnTo>
                <a:lnTo>
                  <a:pt x="820851" y="162788"/>
                </a:lnTo>
                <a:lnTo>
                  <a:pt x="828281" y="155067"/>
                </a:lnTo>
                <a:lnTo>
                  <a:pt x="839139" y="149072"/>
                </a:lnTo>
                <a:lnTo>
                  <a:pt x="853427" y="144780"/>
                </a:lnTo>
                <a:lnTo>
                  <a:pt x="853427" y="13868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pic>
        <p:nvPicPr>
          <p:cNvPr id="27" name="object 27"/>
          <p:cNvPicPr/>
          <p:nvPr/>
        </p:nvPicPr>
        <p:blipFill>
          <a:blip r:embed="rId5" cstate="print"/>
          <a:stretch>
            <a:fillRect/>
          </a:stretch>
        </p:blipFill>
        <p:spPr>
          <a:xfrm>
            <a:off x="1118616" y="3808476"/>
            <a:ext cx="181355" cy="172212"/>
          </a:xfrm>
          <a:prstGeom prst="rect">
            <a:avLst/>
          </a:prstGeom>
        </p:spPr>
      </p:pic>
      <p:sp>
        <p:nvSpPr>
          <p:cNvPr id="28" name="object 28"/>
          <p:cNvSpPr/>
          <p:nvPr/>
        </p:nvSpPr>
        <p:spPr>
          <a:xfrm>
            <a:off x="1499603" y="3645407"/>
            <a:ext cx="1294130" cy="413384"/>
          </a:xfrm>
          <a:custGeom>
            <a:avLst/>
            <a:gdLst/>
            <a:ahLst/>
            <a:cxnLst/>
            <a:rect l="l" t="t" r="r" b="b"/>
            <a:pathLst>
              <a:path w="1294130" h="413385">
                <a:moveTo>
                  <a:pt x="188976" y="269748"/>
                </a:moveTo>
                <a:lnTo>
                  <a:pt x="172212" y="234696"/>
                </a:lnTo>
                <a:lnTo>
                  <a:pt x="134708" y="199555"/>
                </a:lnTo>
                <a:lnTo>
                  <a:pt x="115824" y="184404"/>
                </a:lnTo>
                <a:lnTo>
                  <a:pt x="119494" y="162433"/>
                </a:lnTo>
                <a:lnTo>
                  <a:pt x="123444" y="130873"/>
                </a:lnTo>
                <a:lnTo>
                  <a:pt x="127406" y="89903"/>
                </a:lnTo>
                <a:lnTo>
                  <a:pt x="131064" y="39624"/>
                </a:lnTo>
                <a:lnTo>
                  <a:pt x="146304" y="27432"/>
                </a:lnTo>
                <a:lnTo>
                  <a:pt x="102108" y="9144"/>
                </a:lnTo>
                <a:lnTo>
                  <a:pt x="101498" y="61175"/>
                </a:lnTo>
                <a:lnTo>
                  <a:pt x="99441" y="107632"/>
                </a:lnTo>
                <a:lnTo>
                  <a:pt x="95681" y="148666"/>
                </a:lnTo>
                <a:lnTo>
                  <a:pt x="83629" y="215265"/>
                </a:lnTo>
                <a:lnTo>
                  <a:pt x="67627" y="270129"/>
                </a:lnTo>
                <a:lnTo>
                  <a:pt x="46723" y="317017"/>
                </a:lnTo>
                <a:lnTo>
                  <a:pt x="18059" y="363359"/>
                </a:lnTo>
                <a:lnTo>
                  <a:pt x="0" y="387096"/>
                </a:lnTo>
                <a:lnTo>
                  <a:pt x="4572" y="391668"/>
                </a:lnTo>
                <a:lnTo>
                  <a:pt x="35547" y="358622"/>
                </a:lnTo>
                <a:lnTo>
                  <a:pt x="65532" y="318516"/>
                </a:lnTo>
                <a:lnTo>
                  <a:pt x="92773" y="265938"/>
                </a:lnTo>
                <a:lnTo>
                  <a:pt x="114300" y="195072"/>
                </a:lnTo>
                <a:lnTo>
                  <a:pt x="129781" y="216204"/>
                </a:lnTo>
                <a:lnTo>
                  <a:pt x="142113" y="236029"/>
                </a:lnTo>
                <a:lnTo>
                  <a:pt x="151599" y="254444"/>
                </a:lnTo>
                <a:lnTo>
                  <a:pt x="158496" y="271272"/>
                </a:lnTo>
                <a:lnTo>
                  <a:pt x="162814" y="283044"/>
                </a:lnTo>
                <a:lnTo>
                  <a:pt x="166687" y="291084"/>
                </a:lnTo>
                <a:lnTo>
                  <a:pt x="170294" y="295706"/>
                </a:lnTo>
                <a:lnTo>
                  <a:pt x="173736" y="297180"/>
                </a:lnTo>
                <a:lnTo>
                  <a:pt x="175260" y="297180"/>
                </a:lnTo>
                <a:lnTo>
                  <a:pt x="178308" y="295656"/>
                </a:lnTo>
                <a:lnTo>
                  <a:pt x="182880" y="291084"/>
                </a:lnTo>
                <a:lnTo>
                  <a:pt x="187452" y="288036"/>
                </a:lnTo>
                <a:lnTo>
                  <a:pt x="188976" y="280416"/>
                </a:lnTo>
                <a:lnTo>
                  <a:pt x="188976" y="269748"/>
                </a:lnTo>
                <a:close/>
              </a:path>
              <a:path w="1294130" h="413385">
                <a:moveTo>
                  <a:pt x="405384" y="370332"/>
                </a:moveTo>
                <a:lnTo>
                  <a:pt x="363093" y="341757"/>
                </a:lnTo>
                <a:lnTo>
                  <a:pt x="327660" y="292608"/>
                </a:lnTo>
                <a:lnTo>
                  <a:pt x="300228" y="232029"/>
                </a:lnTo>
                <a:lnTo>
                  <a:pt x="281940" y="169164"/>
                </a:lnTo>
                <a:lnTo>
                  <a:pt x="276085" y="128016"/>
                </a:lnTo>
                <a:lnTo>
                  <a:pt x="272516" y="74663"/>
                </a:lnTo>
                <a:lnTo>
                  <a:pt x="272796" y="42672"/>
                </a:lnTo>
                <a:lnTo>
                  <a:pt x="288036" y="27432"/>
                </a:lnTo>
                <a:lnTo>
                  <a:pt x="243840" y="7620"/>
                </a:lnTo>
                <a:lnTo>
                  <a:pt x="243459" y="70294"/>
                </a:lnTo>
                <a:lnTo>
                  <a:pt x="240792" y="124968"/>
                </a:lnTo>
                <a:lnTo>
                  <a:pt x="235077" y="174117"/>
                </a:lnTo>
                <a:lnTo>
                  <a:pt x="227126" y="216204"/>
                </a:lnTo>
                <a:lnTo>
                  <a:pt x="217170" y="252984"/>
                </a:lnTo>
                <a:lnTo>
                  <a:pt x="202692" y="289560"/>
                </a:lnTo>
                <a:lnTo>
                  <a:pt x="173126" y="338429"/>
                </a:lnTo>
                <a:lnTo>
                  <a:pt x="145783" y="367880"/>
                </a:lnTo>
                <a:lnTo>
                  <a:pt x="115023" y="393649"/>
                </a:lnTo>
                <a:lnTo>
                  <a:pt x="99060" y="405384"/>
                </a:lnTo>
                <a:lnTo>
                  <a:pt x="103632" y="411480"/>
                </a:lnTo>
                <a:lnTo>
                  <a:pt x="140970" y="388239"/>
                </a:lnTo>
                <a:lnTo>
                  <a:pt x="178308" y="358140"/>
                </a:lnTo>
                <a:lnTo>
                  <a:pt x="211455" y="320611"/>
                </a:lnTo>
                <a:lnTo>
                  <a:pt x="237744" y="272796"/>
                </a:lnTo>
                <a:lnTo>
                  <a:pt x="256222" y="210121"/>
                </a:lnTo>
                <a:lnTo>
                  <a:pt x="262394" y="171437"/>
                </a:lnTo>
                <a:lnTo>
                  <a:pt x="266700" y="128016"/>
                </a:lnTo>
                <a:lnTo>
                  <a:pt x="270446" y="161734"/>
                </a:lnTo>
                <a:lnTo>
                  <a:pt x="280212" y="218884"/>
                </a:lnTo>
                <a:lnTo>
                  <a:pt x="292798" y="263753"/>
                </a:lnTo>
                <a:lnTo>
                  <a:pt x="308800" y="304901"/>
                </a:lnTo>
                <a:lnTo>
                  <a:pt x="328523" y="343712"/>
                </a:lnTo>
                <a:lnTo>
                  <a:pt x="353669" y="379056"/>
                </a:lnTo>
                <a:lnTo>
                  <a:pt x="368808" y="394716"/>
                </a:lnTo>
                <a:lnTo>
                  <a:pt x="371957" y="388454"/>
                </a:lnTo>
                <a:lnTo>
                  <a:pt x="379095" y="383476"/>
                </a:lnTo>
                <a:lnTo>
                  <a:pt x="390245" y="379933"/>
                </a:lnTo>
                <a:lnTo>
                  <a:pt x="405384" y="377952"/>
                </a:lnTo>
                <a:lnTo>
                  <a:pt x="405384" y="370332"/>
                </a:lnTo>
                <a:close/>
              </a:path>
              <a:path w="1294130" h="413385">
                <a:moveTo>
                  <a:pt x="669036" y="274320"/>
                </a:moveTo>
                <a:lnTo>
                  <a:pt x="627532" y="240461"/>
                </a:lnTo>
                <a:lnTo>
                  <a:pt x="608076" y="231648"/>
                </a:lnTo>
                <a:lnTo>
                  <a:pt x="605028" y="236220"/>
                </a:lnTo>
                <a:lnTo>
                  <a:pt x="618490" y="251917"/>
                </a:lnTo>
                <a:lnTo>
                  <a:pt x="629221" y="266890"/>
                </a:lnTo>
                <a:lnTo>
                  <a:pt x="637400" y="281012"/>
                </a:lnTo>
                <a:lnTo>
                  <a:pt x="643128" y="294132"/>
                </a:lnTo>
                <a:lnTo>
                  <a:pt x="646176" y="306324"/>
                </a:lnTo>
                <a:lnTo>
                  <a:pt x="650748" y="312420"/>
                </a:lnTo>
                <a:lnTo>
                  <a:pt x="656844" y="312420"/>
                </a:lnTo>
                <a:lnTo>
                  <a:pt x="659892" y="307848"/>
                </a:lnTo>
                <a:lnTo>
                  <a:pt x="662940" y="301752"/>
                </a:lnTo>
                <a:lnTo>
                  <a:pt x="667512" y="294132"/>
                </a:lnTo>
                <a:lnTo>
                  <a:pt x="669036" y="288036"/>
                </a:lnTo>
                <a:lnTo>
                  <a:pt x="669036" y="274320"/>
                </a:lnTo>
                <a:close/>
              </a:path>
              <a:path w="1294130" h="413385">
                <a:moveTo>
                  <a:pt x="673608" y="169164"/>
                </a:moveTo>
                <a:lnTo>
                  <a:pt x="641413" y="146685"/>
                </a:lnTo>
                <a:lnTo>
                  <a:pt x="612648" y="134112"/>
                </a:lnTo>
                <a:lnTo>
                  <a:pt x="608076" y="140208"/>
                </a:lnTo>
                <a:lnTo>
                  <a:pt x="621792" y="153670"/>
                </a:lnTo>
                <a:lnTo>
                  <a:pt x="633222" y="166687"/>
                </a:lnTo>
                <a:lnTo>
                  <a:pt x="642366" y="179438"/>
                </a:lnTo>
                <a:lnTo>
                  <a:pt x="649224" y="192024"/>
                </a:lnTo>
                <a:lnTo>
                  <a:pt x="653796" y="202692"/>
                </a:lnTo>
                <a:lnTo>
                  <a:pt x="656844" y="207264"/>
                </a:lnTo>
                <a:lnTo>
                  <a:pt x="661416" y="207264"/>
                </a:lnTo>
                <a:lnTo>
                  <a:pt x="664464" y="204216"/>
                </a:lnTo>
                <a:lnTo>
                  <a:pt x="667512" y="196596"/>
                </a:lnTo>
                <a:lnTo>
                  <a:pt x="670560" y="190500"/>
                </a:lnTo>
                <a:lnTo>
                  <a:pt x="673608" y="182880"/>
                </a:lnTo>
                <a:lnTo>
                  <a:pt x="673608" y="169164"/>
                </a:lnTo>
                <a:close/>
              </a:path>
              <a:path w="1294130" h="413385">
                <a:moveTo>
                  <a:pt x="824484" y="67056"/>
                </a:moveTo>
                <a:lnTo>
                  <a:pt x="813816" y="56388"/>
                </a:lnTo>
                <a:lnTo>
                  <a:pt x="787908" y="30480"/>
                </a:lnTo>
                <a:lnTo>
                  <a:pt x="762000" y="56388"/>
                </a:lnTo>
                <a:lnTo>
                  <a:pt x="554736" y="56388"/>
                </a:lnTo>
                <a:lnTo>
                  <a:pt x="559333" y="49771"/>
                </a:lnTo>
                <a:lnTo>
                  <a:pt x="564070" y="43434"/>
                </a:lnTo>
                <a:lnTo>
                  <a:pt x="569099" y="37109"/>
                </a:lnTo>
                <a:lnTo>
                  <a:pt x="574548" y="30480"/>
                </a:lnTo>
                <a:lnTo>
                  <a:pt x="588264" y="22860"/>
                </a:lnTo>
                <a:lnTo>
                  <a:pt x="550164" y="0"/>
                </a:lnTo>
                <a:lnTo>
                  <a:pt x="532638" y="42291"/>
                </a:lnTo>
                <a:lnTo>
                  <a:pt x="505968" y="86868"/>
                </a:lnTo>
                <a:lnTo>
                  <a:pt x="473964" y="128016"/>
                </a:lnTo>
                <a:lnTo>
                  <a:pt x="441960" y="160020"/>
                </a:lnTo>
                <a:lnTo>
                  <a:pt x="445008" y="166116"/>
                </a:lnTo>
                <a:lnTo>
                  <a:pt x="478155" y="143065"/>
                </a:lnTo>
                <a:lnTo>
                  <a:pt x="515874" y="106921"/>
                </a:lnTo>
                <a:lnTo>
                  <a:pt x="550164" y="67056"/>
                </a:lnTo>
                <a:lnTo>
                  <a:pt x="824484" y="67056"/>
                </a:lnTo>
                <a:close/>
              </a:path>
              <a:path w="1294130" h="413385">
                <a:moveTo>
                  <a:pt x="848868" y="222504"/>
                </a:moveTo>
                <a:lnTo>
                  <a:pt x="813816" y="187452"/>
                </a:lnTo>
                <a:lnTo>
                  <a:pt x="789432" y="211836"/>
                </a:lnTo>
                <a:lnTo>
                  <a:pt x="766572" y="211836"/>
                </a:lnTo>
                <a:lnTo>
                  <a:pt x="769620" y="132588"/>
                </a:lnTo>
                <a:lnTo>
                  <a:pt x="775906" y="128016"/>
                </a:lnTo>
                <a:lnTo>
                  <a:pt x="786384" y="120396"/>
                </a:lnTo>
                <a:lnTo>
                  <a:pt x="782320" y="117348"/>
                </a:lnTo>
                <a:lnTo>
                  <a:pt x="755904" y="97536"/>
                </a:lnTo>
                <a:lnTo>
                  <a:pt x="745236" y="112953"/>
                </a:lnTo>
                <a:lnTo>
                  <a:pt x="745236" y="128016"/>
                </a:lnTo>
                <a:lnTo>
                  <a:pt x="742188" y="211836"/>
                </a:lnTo>
                <a:lnTo>
                  <a:pt x="740664" y="211836"/>
                </a:lnTo>
                <a:lnTo>
                  <a:pt x="740664" y="222504"/>
                </a:lnTo>
                <a:lnTo>
                  <a:pt x="736092" y="320040"/>
                </a:lnTo>
                <a:lnTo>
                  <a:pt x="537972" y="320040"/>
                </a:lnTo>
                <a:lnTo>
                  <a:pt x="550164" y="222504"/>
                </a:lnTo>
                <a:lnTo>
                  <a:pt x="740664" y="222504"/>
                </a:lnTo>
                <a:lnTo>
                  <a:pt x="740664" y="211836"/>
                </a:lnTo>
                <a:lnTo>
                  <a:pt x="551688" y="211836"/>
                </a:lnTo>
                <a:lnTo>
                  <a:pt x="559308" y="128016"/>
                </a:lnTo>
                <a:lnTo>
                  <a:pt x="745236" y="128016"/>
                </a:lnTo>
                <a:lnTo>
                  <a:pt x="745236" y="112953"/>
                </a:lnTo>
                <a:lnTo>
                  <a:pt x="742188" y="117348"/>
                </a:lnTo>
                <a:lnTo>
                  <a:pt x="562356" y="117348"/>
                </a:lnTo>
                <a:lnTo>
                  <a:pt x="537972" y="100584"/>
                </a:lnTo>
                <a:lnTo>
                  <a:pt x="527304" y="211836"/>
                </a:lnTo>
                <a:lnTo>
                  <a:pt x="440436" y="211836"/>
                </a:lnTo>
                <a:lnTo>
                  <a:pt x="454152" y="227076"/>
                </a:lnTo>
                <a:lnTo>
                  <a:pt x="480060" y="222504"/>
                </a:lnTo>
                <a:lnTo>
                  <a:pt x="525780" y="222504"/>
                </a:lnTo>
                <a:lnTo>
                  <a:pt x="513588" y="313944"/>
                </a:lnTo>
                <a:lnTo>
                  <a:pt x="498348" y="323088"/>
                </a:lnTo>
                <a:lnTo>
                  <a:pt x="522732" y="345948"/>
                </a:lnTo>
                <a:lnTo>
                  <a:pt x="537972" y="330708"/>
                </a:lnTo>
                <a:lnTo>
                  <a:pt x="734568" y="330708"/>
                </a:lnTo>
                <a:lnTo>
                  <a:pt x="731735" y="350710"/>
                </a:lnTo>
                <a:lnTo>
                  <a:pt x="727900" y="364998"/>
                </a:lnTo>
                <a:lnTo>
                  <a:pt x="723214" y="373570"/>
                </a:lnTo>
                <a:lnTo>
                  <a:pt x="717804" y="376428"/>
                </a:lnTo>
                <a:lnTo>
                  <a:pt x="709218" y="375627"/>
                </a:lnTo>
                <a:lnTo>
                  <a:pt x="697039" y="373380"/>
                </a:lnTo>
                <a:lnTo>
                  <a:pt x="661416" y="365760"/>
                </a:lnTo>
                <a:lnTo>
                  <a:pt x="661416" y="374904"/>
                </a:lnTo>
                <a:lnTo>
                  <a:pt x="681405" y="383438"/>
                </a:lnTo>
                <a:lnTo>
                  <a:pt x="695515" y="392811"/>
                </a:lnTo>
                <a:lnTo>
                  <a:pt x="703643" y="402767"/>
                </a:lnTo>
                <a:lnTo>
                  <a:pt x="705612" y="413004"/>
                </a:lnTo>
                <a:lnTo>
                  <a:pt x="721067" y="408774"/>
                </a:lnTo>
                <a:lnTo>
                  <a:pt x="751700" y="378294"/>
                </a:lnTo>
                <a:lnTo>
                  <a:pt x="752170" y="376428"/>
                </a:lnTo>
                <a:lnTo>
                  <a:pt x="754951" y="365379"/>
                </a:lnTo>
                <a:lnTo>
                  <a:pt x="757936" y="349618"/>
                </a:lnTo>
                <a:lnTo>
                  <a:pt x="760476" y="330708"/>
                </a:lnTo>
                <a:lnTo>
                  <a:pt x="839724" y="330708"/>
                </a:lnTo>
                <a:lnTo>
                  <a:pt x="829056" y="320040"/>
                </a:lnTo>
                <a:lnTo>
                  <a:pt x="804672" y="295656"/>
                </a:lnTo>
                <a:lnTo>
                  <a:pt x="780288" y="320040"/>
                </a:lnTo>
                <a:lnTo>
                  <a:pt x="762000" y="320040"/>
                </a:lnTo>
                <a:lnTo>
                  <a:pt x="766572" y="222504"/>
                </a:lnTo>
                <a:lnTo>
                  <a:pt x="848868" y="222504"/>
                </a:lnTo>
                <a:close/>
              </a:path>
              <a:path w="1294130" h="413385">
                <a:moveTo>
                  <a:pt x="1117092" y="147828"/>
                </a:moveTo>
                <a:lnTo>
                  <a:pt x="1074420" y="124968"/>
                </a:lnTo>
                <a:lnTo>
                  <a:pt x="1075258" y="144780"/>
                </a:lnTo>
                <a:lnTo>
                  <a:pt x="1075372" y="149161"/>
                </a:lnTo>
                <a:lnTo>
                  <a:pt x="1075766" y="166878"/>
                </a:lnTo>
                <a:lnTo>
                  <a:pt x="1075893" y="180403"/>
                </a:lnTo>
                <a:lnTo>
                  <a:pt x="1075804" y="347357"/>
                </a:lnTo>
                <a:lnTo>
                  <a:pt x="1075753" y="353377"/>
                </a:lnTo>
                <a:lnTo>
                  <a:pt x="1075309" y="380415"/>
                </a:lnTo>
                <a:lnTo>
                  <a:pt x="1074420" y="413004"/>
                </a:lnTo>
                <a:lnTo>
                  <a:pt x="1104900" y="394716"/>
                </a:lnTo>
                <a:lnTo>
                  <a:pt x="1103909" y="380415"/>
                </a:lnTo>
                <a:lnTo>
                  <a:pt x="1102804" y="362902"/>
                </a:lnTo>
                <a:lnTo>
                  <a:pt x="1102118" y="347357"/>
                </a:lnTo>
                <a:lnTo>
                  <a:pt x="1101852" y="332232"/>
                </a:lnTo>
                <a:lnTo>
                  <a:pt x="1101852" y="158496"/>
                </a:lnTo>
                <a:lnTo>
                  <a:pt x="1117092" y="147828"/>
                </a:lnTo>
                <a:close/>
              </a:path>
              <a:path w="1294130" h="413385">
                <a:moveTo>
                  <a:pt x="1293876" y="181356"/>
                </a:moveTo>
                <a:lnTo>
                  <a:pt x="1245679" y="166878"/>
                </a:lnTo>
                <a:lnTo>
                  <a:pt x="1196340" y="138684"/>
                </a:lnTo>
                <a:lnTo>
                  <a:pt x="1145667" y="93916"/>
                </a:lnTo>
                <a:lnTo>
                  <a:pt x="1105027" y="42672"/>
                </a:lnTo>
                <a:lnTo>
                  <a:pt x="1097280" y="32004"/>
                </a:lnTo>
                <a:lnTo>
                  <a:pt x="1112520" y="21336"/>
                </a:lnTo>
                <a:lnTo>
                  <a:pt x="1075944" y="0"/>
                </a:lnTo>
                <a:lnTo>
                  <a:pt x="1065682" y="28003"/>
                </a:lnTo>
                <a:lnTo>
                  <a:pt x="1050988" y="57150"/>
                </a:lnTo>
                <a:lnTo>
                  <a:pt x="1008888" y="118872"/>
                </a:lnTo>
                <a:lnTo>
                  <a:pt x="982967" y="149161"/>
                </a:lnTo>
                <a:lnTo>
                  <a:pt x="953516" y="175983"/>
                </a:lnTo>
                <a:lnTo>
                  <a:pt x="920813" y="199453"/>
                </a:lnTo>
                <a:lnTo>
                  <a:pt x="885444" y="219456"/>
                </a:lnTo>
                <a:lnTo>
                  <a:pt x="886968" y="227076"/>
                </a:lnTo>
                <a:lnTo>
                  <a:pt x="922718" y="210502"/>
                </a:lnTo>
                <a:lnTo>
                  <a:pt x="982776" y="173926"/>
                </a:lnTo>
                <a:lnTo>
                  <a:pt x="1029703" y="130759"/>
                </a:lnTo>
                <a:lnTo>
                  <a:pt x="1072095" y="75272"/>
                </a:lnTo>
                <a:lnTo>
                  <a:pt x="1092708" y="42672"/>
                </a:lnTo>
                <a:lnTo>
                  <a:pt x="1110996" y="72986"/>
                </a:lnTo>
                <a:lnTo>
                  <a:pt x="1147572" y="123901"/>
                </a:lnTo>
                <a:lnTo>
                  <a:pt x="1185037" y="163385"/>
                </a:lnTo>
                <a:lnTo>
                  <a:pt x="1229093" y="196011"/>
                </a:lnTo>
                <a:lnTo>
                  <a:pt x="1254252" y="210312"/>
                </a:lnTo>
                <a:lnTo>
                  <a:pt x="1261097" y="201168"/>
                </a:lnTo>
                <a:lnTo>
                  <a:pt x="1270063" y="194310"/>
                </a:lnTo>
                <a:lnTo>
                  <a:pt x="1281049" y="189738"/>
                </a:lnTo>
                <a:lnTo>
                  <a:pt x="1293876" y="187452"/>
                </a:lnTo>
                <a:lnTo>
                  <a:pt x="1293876" y="18135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" name="object 29"/>
          <p:cNvSpPr/>
          <p:nvPr/>
        </p:nvSpPr>
        <p:spPr>
          <a:xfrm>
            <a:off x="3822192" y="3653028"/>
            <a:ext cx="384175" cy="403860"/>
          </a:xfrm>
          <a:custGeom>
            <a:avLst/>
            <a:gdLst/>
            <a:ahLst/>
            <a:cxnLst/>
            <a:rect l="l" t="t" r="r" b="b"/>
            <a:pathLst>
              <a:path w="384175" h="403860">
                <a:moveTo>
                  <a:pt x="22860" y="48768"/>
                </a:moveTo>
                <a:lnTo>
                  <a:pt x="6096" y="32004"/>
                </a:lnTo>
                <a:lnTo>
                  <a:pt x="182880" y="32004"/>
                </a:lnTo>
                <a:lnTo>
                  <a:pt x="204216" y="10668"/>
                </a:lnTo>
                <a:lnTo>
                  <a:pt x="237744" y="42672"/>
                </a:lnTo>
                <a:lnTo>
                  <a:pt x="64008" y="42672"/>
                </a:lnTo>
                <a:lnTo>
                  <a:pt x="52863" y="42981"/>
                </a:lnTo>
                <a:lnTo>
                  <a:pt x="42291" y="44005"/>
                </a:lnTo>
                <a:lnTo>
                  <a:pt x="32289" y="45886"/>
                </a:lnTo>
                <a:lnTo>
                  <a:pt x="22860" y="48768"/>
                </a:lnTo>
                <a:close/>
              </a:path>
              <a:path w="384175" h="403860">
                <a:moveTo>
                  <a:pt x="33528" y="176784"/>
                </a:moveTo>
                <a:lnTo>
                  <a:pt x="16764" y="146304"/>
                </a:lnTo>
                <a:lnTo>
                  <a:pt x="29337" y="143184"/>
                </a:lnTo>
                <a:lnTo>
                  <a:pt x="41910" y="136207"/>
                </a:lnTo>
                <a:lnTo>
                  <a:pt x="79938" y="94321"/>
                </a:lnTo>
                <a:lnTo>
                  <a:pt x="101131" y="60459"/>
                </a:lnTo>
                <a:lnTo>
                  <a:pt x="109728" y="42672"/>
                </a:lnTo>
                <a:lnTo>
                  <a:pt x="115824" y="42672"/>
                </a:lnTo>
                <a:lnTo>
                  <a:pt x="147828" y="62484"/>
                </a:lnTo>
                <a:lnTo>
                  <a:pt x="137279" y="67032"/>
                </a:lnTo>
                <a:lnTo>
                  <a:pt x="126301" y="73723"/>
                </a:lnTo>
                <a:lnTo>
                  <a:pt x="115038" y="82415"/>
                </a:lnTo>
                <a:lnTo>
                  <a:pt x="103632" y="92964"/>
                </a:lnTo>
                <a:lnTo>
                  <a:pt x="91654" y="106441"/>
                </a:lnTo>
                <a:lnTo>
                  <a:pt x="78676" y="119634"/>
                </a:lnTo>
                <a:lnTo>
                  <a:pt x="64841" y="132826"/>
                </a:lnTo>
                <a:lnTo>
                  <a:pt x="50292" y="146304"/>
                </a:lnTo>
                <a:lnTo>
                  <a:pt x="226768" y="146304"/>
                </a:lnTo>
                <a:lnTo>
                  <a:pt x="229696" y="150876"/>
                </a:lnTo>
                <a:lnTo>
                  <a:pt x="193548" y="150876"/>
                </a:lnTo>
                <a:lnTo>
                  <a:pt x="174140" y="152923"/>
                </a:lnTo>
                <a:lnTo>
                  <a:pt x="135897" y="156448"/>
                </a:lnTo>
                <a:lnTo>
                  <a:pt x="117348" y="158496"/>
                </a:lnTo>
                <a:lnTo>
                  <a:pt x="108204" y="158496"/>
                </a:lnTo>
                <a:lnTo>
                  <a:pt x="79605" y="162425"/>
                </a:lnTo>
                <a:lnTo>
                  <a:pt x="57721" y="167068"/>
                </a:lnTo>
                <a:lnTo>
                  <a:pt x="42410" y="171997"/>
                </a:lnTo>
                <a:lnTo>
                  <a:pt x="33528" y="176784"/>
                </a:lnTo>
                <a:close/>
              </a:path>
              <a:path w="384175" h="403860">
                <a:moveTo>
                  <a:pt x="226768" y="146304"/>
                </a:moveTo>
                <a:lnTo>
                  <a:pt x="50292" y="146304"/>
                </a:lnTo>
                <a:lnTo>
                  <a:pt x="188976" y="141732"/>
                </a:lnTo>
                <a:lnTo>
                  <a:pt x="180641" y="130016"/>
                </a:lnTo>
                <a:lnTo>
                  <a:pt x="171450" y="117729"/>
                </a:lnTo>
                <a:lnTo>
                  <a:pt x="161115" y="104870"/>
                </a:lnTo>
                <a:lnTo>
                  <a:pt x="149352" y="91440"/>
                </a:lnTo>
                <a:lnTo>
                  <a:pt x="153924" y="86868"/>
                </a:lnTo>
                <a:lnTo>
                  <a:pt x="186213" y="109989"/>
                </a:lnTo>
                <a:lnTo>
                  <a:pt x="209931" y="128968"/>
                </a:lnTo>
                <a:lnTo>
                  <a:pt x="225075" y="143660"/>
                </a:lnTo>
                <a:lnTo>
                  <a:pt x="226768" y="146304"/>
                </a:lnTo>
                <a:close/>
              </a:path>
              <a:path w="384175" h="403860">
                <a:moveTo>
                  <a:pt x="216408" y="188976"/>
                </a:moveTo>
                <a:lnTo>
                  <a:pt x="211836" y="188976"/>
                </a:lnTo>
                <a:lnTo>
                  <a:pt x="210312" y="187452"/>
                </a:lnTo>
                <a:lnTo>
                  <a:pt x="208788" y="182880"/>
                </a:lnTo>
                <a:lnTo>
                  <a:pt x="205257" y="175569"/>
                </a:lnTo>
                <a:lnTo>
                  <a:pt x="197858" y="159734"/>
                </a:lnTo>
                <a:lnTo>
                  <a:pt x="193548" y="150876"/>
                </a:lnTo>
                <a:lnTo>
                  <a:pt x="229696" y="150876"/>
                </a:lnTo>
                <a:lnTo>
                  <a:pt x="231648" y="153924"/>
                </a:lnTo>
                <a:lnTo>
                  <a:pt x="232195" y="162472"/>
                </a:lnTo>
                <a:lnTo>
                  <a:pt x="231457" y="169735"/>
                </a:lnTo>
                <a:lnTo>
                  <a:pt x="229290" y="175569"/>
                </a:lnTo>
                <a:lnTo>
                  <a:pt x="225552" y="179832"/>
                </a:lnTo>
                <a:lnTo>
                  <a:pt x="216408" y="188976"/>
                </a:lnTo>
                <a:close/>
              </a:path>
              <a:path w="384175" h="403860">
                <a:moveTo>
                  <a:pt x="132588" y="239268"/>
                </a:moveTo>
                <a:lnTo>
                  <a:pt x="108204" y="239268"/>
                </a:lnTo>
                <a:lnTo>
                  <a:pt x="108204" y="158496"/>
                </a:lnTo>
                <a:lnTo>
                  <a:pt x="117348" y="158496"/>
                </a:lnTo>
                <a:lnTo>
                  <a:pt x="146304" y="172212"/>
                </a:lnTo>
                <a:lnTo>
                  <a:pt x="132588" y="184404"/>
                </a:lnTo>
                <a:lnTo>
                  <a:pt x="132588" y="239268"/>
                </a:lnTo>
                <a:close/>
              </a:path>
              <a:path w="384175" h="403860">
                <a:moveTo>
                  <a:pt x="21336" y="252984"/>
                </a:moveTo>
                <a:lnTo>
                  <a:pt x="6096" y="239268"/>
                </a:lnTo>
                <a:lnTo>
                  <a:pt x="178308" y="239268"/>
                </a:lnTo>
                <a:lnTo>
                  <a:pt x="199644" y="219456"/>
                </a:lnTo>
                <a:lnTo>
                  <a:pt x="231648" y="249936"/>
                </a:lnTo>
                <a:lnTo>
                  <a:pt x="41148" y="249936"/>
                </a:lnTo>
                <a:lnTo>
                  <a:pt x="21336" y="252984"/>
                </a:lnTo>
                <a:close/>
              </a:path>
              <a:path w="384175" h="403860">
                <a:moveTo>
                  <a:pt x="18288" y="388620"/>
                </a:moveTo>
                <a:lnTo>
                  <a:pt x="0" y="355092"/>
                </a:lnTo>
                <a:lnTo>
                  <a:pt x="71580" y="344376"/>
                </a:lnTo>
                <a:lnTo>
                  <a:pt x="108204" y="338328"/>
                </a:lnTo>
                <a:lnTo>
                  <a:pt x="108204" y="249936"/>
                </a:lnTo>
                <a:lnTo>
                  <a:pt x="132588" y="249936"/>
                </a:lnTo>
                <a:lnTo>
                  <a:pt x="132588" y="333756"/>
                </a:lnTo>
                <a:lnTo>
                  <a:pt x="192523" y="333756"/>
                </a:lnTo>
                <a:lnTo>
                  <a:pt x="145161" y="346186"/>
                </a:lnTo>
                <a:lnTo>
                  <a:pt x="80010" y="364998"/>
                </a:lnTo>
                <a:lnTo>
                  <a:pt x="37719" y="379237"/>
                </a:lnTo>
                <a:lnTo>
                  <a:pt x="18288" y="388620"/>
                </a:lnTo>
                <a:close/>
              </a:path>
              <a:path w="384175" h="403860">
                <a:moveTo>
                  <a:pt x="192523" y="333756"/>
                </a:moveTo>
                <a:lnTo>
                  <a:pt x="132588" y="333756"/>
                </a:lnTo>
                <a:lnTo>
                  <a:pt x="231648" y="313944"/>
                </a:lnTo>
                <a:lnTo>
                  <a:pt x="233172" y="323088"/>
                </a:lnTo>
                <a:lnTo>
                  <a:pt x="192523" y="333756"/>
                </a:lnTo>
                <a:close/>
              </a:path>
              <a:path w="384175" h="403860">
                <a:moveTo>
                  <a:pt x="369302" y="359664"/>
                </a:moveTo>
                <a:lnTo>
                  <a:pt x="330708" y="359664"/>
                </a:lnTo>
                <a:lnTo>
                  <a:pt x="338328" y="358140"/>
                </a:lnTo>
                <a:lnTo>
                  <a:pt x="342900" y="356616"/>
                </a:lnTo>
                <a:lnTo>
                  <a:pt x="345757" y="354306"/>
                </a:lnTo>
                <a:lnTo>
                  <a:pt x="347472" y="349567"/>
                </a:lnTo>
                <a:lnTo>
                  <a:pt x="348043" y="342257"/>
                </a:lnTo>
                <a:lnTo>
                  <a:pt x="347472" y="332232"/>
                </a:lnTo>
                <a:lnTo>
                  <a:pt x="347448" y="45434"/>
                </a:lnTo>
                <a:lnTo>
                  <a:pt x="347281" y="30861"/>
                </a:lnTo>
                <a:lnTo>
                  <a:pt x="346829" y="15716"/>
                </a:lnTo>
                <a:lnTo>
                  <a:pt x="345948" y="0"/>
                </a:lnTo>
                <a:lnTo>
                  <a:pt x="384048" y="16764"/>
                </a:lnTo>
                <a:lnTo>
                  <a:pt x="370332" y="28956"/>
                </a:lnTo>
                <a:lnTo>
                  <a:pt x="370332" y="347472"/>
                </a:lnTo>
                <a:lnTo>
                  <a:pt x="369302" y="359664"/>
                </a:lnTo>
                <a:close/>
              </a:path>
              <a:path w="384175" h="403860">
                <a:moveTo>
                  <a:pt x="262128" y="307848"/>
                </a:moveTo>
                <a:lnTo>
                  <a:pt x="263009" y="278177"/>
                </a:lnTo>
                <a:lnTo>
                  <a:pt x="263461" y="246507"/>
                </a:lnTo>
                <a:lnTo>
                  <a:pt x="263628" y="213121"/>
                </a:lnTo>
                <a:lnTo>
                  <a:pt x="263628" y="143160"/>
                </a:lnTo>
                <a:lnTo>
                  <a:pt x="263461" y="110871"/>
                </a:lnTo>
                <a:lnTo>
                  <a:pt x="263009" y="81438"/>
                </a:lnTo>
                <a:lnTo>
                  <a:pt x="262128" y="54864"/>
                </a:lnTo>
                <a:lnTo>
                  <a:pt x="301752" y="76200"/>
                </a:lnTo>
                <a:lnTo>
                  <a:pt x="286511" y="88392"/>
                </a:lnTo>
                <a:lnTo>
                  <a:pt x="286535" y="259675"/>
                </a:lnTo>
                <a:lnTo>
                  <a:pt x="286702" y="270700"/>
                </a:lnTo>
                <a:lnTo>
                  <a:pt x="287154" y="283154"/>
                </a:lnTo>
                <a:lnTo>
                  <a:pt x="288035" y="297180"/>
                </a:lnTo>
                <a:lnTo>
                  <a:pt x="262128" y="307848"/>
                </a:lnTo>
                <a:close/>
              </a:path>
              <a:path w="384175" h="403860">
                <a:moveTo>
                  <a:pt x="332232" y="403860"/>
                </a:moveTo>
                <a:lnTo>
                  <a:pt x="327040" y="391239"/>
                </a:lnTo>
                <a:lnTo>
                  <a:pt x="315849" y="380619"/>
                </a:lnTo>
                <a:lnTo>
                  <a:pt x="298370" y="371713"/>
                </a:lnTo>
                <a:lnTo>
                  <a:pt x="274320" y="364236"/>
                </a:lnTo>
                <a:lnTo>
                  <a:pt x="274320" y="356616"/>
                </a:lnTo>
                <a:lnTo>
                  <a:pt x="299847" y="358711"/>
                </a:lnTo>
                <a:lnTo>
                  <a:pt x="311610" y="359402"/>
                </a:lnTo>
                <a:lnTo>
                  <a:pt x="323088" y="359664"/>
                </a:lnTo>
                <a:lnTo>
                  <a:pt x="369302" y="359664"/>
                </a:lnTo>
                <a:lnTo>
                  <a:pt x="368665" y="367212"/>
                </a:lnTo>
                <a:lnTo>
                  <a:pt x="361569" y="383095"/>
                </a:lnTo>
                <a:lnTo>
                  <a:pt x="349329" y="395263"/>
                </a:lnTo>
                <a:lnTo>
                  <a:pt x="332232" y="40386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" name="object 30"/>
          <p:cNvSpPr/>
          <p:nvPr/>
        </p:nvSpPr>
        <p:spPr>
          <a:xfrm>
            <a:off x="4254995" y="3645407"/>
            <a:ext cx="854075" cy="413384"/>
          </a:xfrm>
          <a:custGeom>
            <a:avLst/>
            <a:gdLst/>
            <a:ahLst/>
            <a:cxnLst/>
            <a:rect l="l" t="t" r="r" b="b"/>
            <a:pathLst>
              <a:path w="854075" h="413385">
                <a:moveTo>
                  <a:pt x="230124" y="274320"/>
                </a:moveTo>
                <a:lnTo>
                  <a:pt x="187744" y="240461"/>
                </a:lnTo>
                <a:lnTo>
                  <a:pt x="169164" y="231648"/>
                </a:lnTo>
                <a:lnTo>
                  <a:pt x="164592" y="236220"/>
                </a:lnTo>
                <a:lnTo>
                  <a:pt x="178295" y="251917"/>
                </a:lnTo>
                <a:lnTo>
                  <a:pt x="189547" y="266890"/>
                </a:lnTo>
                <a:lnTo>
                  <a:pt x="198247" y="281012"/>
                </a:lnTo>
                <a:lnTo>
                  <a:pt x="204216" y="294132"/>
                </a:lnTo>
                <a:lnTo>
                  <a:pt x="207264" y="306324"/>
                </a:lnTo>
                <a:lnTo>
                  <a:pt x="210312" y="312420"/>
                </a:lnTo>
                <a:lnTo>
                  <a:pt x="216408" y="312420"/>
                </a:lnTo>
                <a:lnTo>
                  <a:pt x="219456" y="307848"/>
                </a:lnTo>
                <a:lnTo>
                  <a:pt x="224028" y="301752"/>
                </a:lnTo>
                <a:lnTo>
                  <a:pt x="227076" y="294132"/>
                </a:lnTo>
                <a:lnTo>
                  <a:pt x="230124" y="288036"/>
                </a:lnTo>
                <a:lnTo>
                  <a:pt x="230124" y="274320"/>
                </a:lnTo>
                <a:close/>
              </a:path>
              <a:path w="854075" h="413385">
                <a:moveTo>
                  <a:pt x="233172" y="169164"/>
                </a:moveTo>
                <a:lnTo>
                  <a:pt x="201549" y="146685"/>
                </a:lnTo>
                <a:lnTo>
                  <a:pt x="172212" y="134112"/>
                </a:lnTo>
                <a:lnTo>
                  <a:pt x="169164" y="140208"/>
                </a:lnTo>
                <a:lnTo>
                  <a:pt x="182651" y="153670"/>
                </a:lnTo>
                <a:lnTo>
                  <a:pt x="193548" y="166687"/>
                </a:lnTo>
                <a:lnTo>
                  <a:pt x="202171" y="179438"/>
                </a:lnTo>
                <a:lnTo>
                  <a:pt x="208788" y="192024"/>
                </a:lnTo>
                <a:lnTo>
                  <a:pt x="213360" y="202692"/>
                </a:lnTo>
                <a:lnTo>
                  <a:pt x="217932" y="207264"/>
                </a:lnTo>
                <a:lnTo>
                  <a:pt x="222504" y="207264"/>
                </a:lnTo>
                <a:lnTo>
                  <a:pt x="224028" y="204216"/>
                </a:lnTo>
                <a:lnTo>
                  <a:pt x="228600" y="196596"/>
                </a:lnTo>
                <a:lnTo>
                  <a:pt x="231648" y="190500"/>
                </a:lnTo>
                <a:lnTo>
                  <a:pt x="233172" y="182880"/>
                </a:lnTo>
                <a:lnTo>
                  <a:pt x="233172" y="169164"/>
                </a:lnTo>
                <a:close/>
              </a:path>
              <a:path w="854075" h="413385">
                <a:moveTo>
                  <a:pt x="384048" y="67056"/>
                </a:moveTo>
                <a:lnTo>
                  <a:pt x="373380" y="56388"/>
                </a:lnTo>
                <a:lnTo>
                  <a:pt x="347472" y="30480"/>
                </a:lnTo>
                <a:lnTo>
                  <a:pt x="321564" y="56388"/>
                </a:lnTo>
                <a:lnTo>
                  <a:pt x="114300" y="56388"/>
                </a:lnTo>
                <a:lnTo>
                  <a:pt x="118897" y="49771"/>
                </a:lnTo>
                <a:lnTo>
                  <a:pt x="123634" y="43434"/>
                </a:lnTo>
                <a:lnTo>
                  <a:pt x="128663" y="37109"/>
                </a:lnTo>
                <a:lnTo>
                  <a:pt x="134112" y="30480"/>
                </a:lnTo>
                <a:lnTo>
                  <a:pt x="147828" y="22860"/>
                </a:lnTo>
                <a:lnTo>
                  <a:pt x="109728" y="0"/>
                </a:lnTo>
                <a:lnTo>
                  <a:pt x="92773" y="42291"/>
                </a:lnTo>
                <a:lnTo>
                  <a:pt x="65532" y="86868"/>
                </a:lnTo>
                <a:lnTo>
                  <a:pt x="34671" y="128016"/>
                </a:lnTo>
                <a:lnTo>
                  <a:pt x="1524" y="160020"/>
                </a:lnTo>
                <a:lnTo>
                  <a:pt x="4572" y="166116"/>
                </a:lnTo>
                <a:lnTo>
                  <a:pt x="37719" y="143065"/>
                </a:lnTo>
                <a:lnTo>
                  <a:pt x="75438" y="106921"/>
                </a:lnTo>
                <a:lnTo>
                  <a:pt x="109728" y="67056"/>
                </a:lnTo>
                <a:lnTo>
                  <a:pt x="384048" y="67056"/>
                </a:lnTo>
                <a:close/>
              </a:path>
              <a:path w="854075" h="413385">
                <a:moveTo>
                  <a:pt x="408432" y="222504"/>
                </a:moveTo>
                <a:lnTo>
                  <a:pt x="373380" y="187452"/>
                </a:lnTo>
                <a:lnTo>
                  <a:pt x="348996" y="211836"/>
                </a:lnTo>
                <a:lnTo>
                  <a:pt x="327660" y="211836"/>
                </a:lnTo>
                <a:lnTo>
                  <a:pt x="330708" y="132588"/>
                </a:lnTo>
                <a:lnTo>
                  <a:pt x="336423" y="128016"/>
                </a:lnTo>
                <a:lnTo>
                  <a:pt x="345948" y="120396"/>
                </a:lnTo>
                <a:lnTo>
                  <a:pt x="342087" y="117348"/>
                </a:lnTo>
                <a:lnTo>
                  <a:pt x="316992" y="97536"/>
                </a:lnTo>
                <a:lnTo>
                  <a:pt x="306324" y="112953"/>
                </a:lnTo>
                <a:lnTo>
                  <a:pt x="306324" y="128016"/>
                </a:lnTo>
                <a:lnTo>
                  <a:pt x="303276" y="211836"/>
                </a:lnTo>
                <a:lnTo>
                  <a:pt x="300228" y="211836"/>
                </a:lnTo>
                <a:lnTo>
                  <a:pt x="300228" y="222504"/>
                </a:lnTo>
                <a:lnTo>
                  <a:pt x="295656" y="320040"/>
                </a:lnTo>
                <a:lnTo>
                  <a:pt x="97536" y="320040"/>
                </a:lnTo>
                <a:lnTo>
                  <a:pt x="109728" y="222504"/>
                </a:lnTo>
                <a:lnTo>
                  <a:pt x="300228" y="222504"/>
                </a:lnTo>
                <a:lnTo>
                  <a:pt x="300228" y="211836"/>
                </a:lnTo>
                <a:lnTo>
                  <a:pt x="111252" y="211836"/>
                </a:lnTo>
                <a:lnTo>
                  <a:pt x="120396" y="128016"/>
                </a:lnTo>
                <a:lnTo>
                  <a:pt x="306324" y="128016"/>
                </a:lnTo>
                <a:lnTo>
                  <a:pt x="306324" y="112953"/>
                </a:lnTo>
                <a:lnTo>
                  <a:pt x="303276" y="117348"/>
                </a:lnTo>
                <a:lnTo>
                  <a:pt x="121920" y="117348"/>
                </a:lnTo>
                <a:lnTo>
                  <a:pt x="97536" y="100584"/>
                </a:lnTo>
                <a:lnTo>
                  <a:pt x="86868" y="211836"/>
                </a:lnTo>
                <a:lnTo>
                  <a:pt x="0" y="211836"/>
                </a:lnTo>
                <a:lnTo>
                  <a:pt x="13716" y="227076"/>
                </a:lnTo>
                <a:lnTo>
                  <a:pt x="39624" y="222504"/>
                </a:lnTo>
                <a:lnTo>
                  <a:pt x="85344" y="222504"/>
                </a:lnTo>
                <a:lnTo>
                  <a:pt x="73152" y="313944"/>
                </a:lnTo>
                <a:lnTo>
                  <a:pt x="59436" y="323088"/>
                </a:lnTo>
                <a:lnTo>
                  <a:pt x="83820" y="345948"/>
                </a:lnTo>
                <a:lnTo>
                  <a:pt x="97536" y="330708"/>
                </a:lnTo>
                <a:lnTo>
                  <a:pt x="294132" y="330708"/>
                </a:lnTo>
                <a:lnTo>
                  <a:pt x="291515" y="350710"/>
                </a:lnTo>
                <a:lnTo>
                  <a:pt x="288036" y="364998"/>
                </a:lnTo>
                <a:lnTo>
                  <a:pt x="283425" y="373570"/>
                </a:lnTo>
                <a:lnTo>
                  <a:pt x="277368" y="376428"/>
                </a:lnTo>
                <a:lnTo>
                  <a:pt x="268782" y="375627"/>
                </a:lnTo>
                <a:lnTo>
                  <a:pt x="256603" y="373380"/>
                </a:lnTo>
                <a:lnTo>
                  <a:pt x="220980" y="365760"/>
                </a:lnTo>
                <a:lnTo>
                  <a:pt x="220980" y="374904"/>
                </a:lnTo>
                <a:lnTo>
                  <a:pt x="240982" y="383438"/>
                </a:lnTo>
                <a:lnTo>
                  <a:pt x="255270" y="392811"/>
                </a:lnTo>
                <a:lnTo>
                  <a:pt x="263842" y="402767"/>
                </a:lnTo>
                <a:lnTo>
                  <a:pt x="266700" y="413004"/>
                </a:lnTo>
                <a:lnTo>
                  <a:pt x="281279" y="408774"/>
                </a:lnTo>
                <a:lnTo>
                  <a:pt x="311899" y="378294"/>
                </a:lnTo>
                <a:lnTo>
                  <a:pt x="312356" y="376428"/>
                </a:lnTo>
                <a:lnTo>
                  <a:pt x="315087" y="365379"/>
                </a:lnTo>
                <a:lnTo>
                  <a:pt x="317715" y="349618"/>
                </a:lnTo>
                <a:lnTo>
                  <a:pt x="320040" y="330708"/>
                </a:lnTo>
                <a:lnTo>
                  <a:pt x="399288" y="330708"/>
                </a:lnTo>
                <a:lnTo>
                  <a:pt x="389089" y="320040"/>
                </a:lnTo>
                <a:lnTo>
                  <a:pt x="365760" y="295656"/>
                </a:lnTo>
                <a:lnTo>
                  <a:pt x="341376" y="320040"/>
                </a:lnTo>
                <a:lnTo>
                  <a:pt x="321564" y="320040"/>
                </a:lnTo>
                <a:lnTo>
                  <a:pt x="327660" y="222504"/>
                </a:lnTo>
                <a:lnTo>
                  <a:pt x="408432" y="222504"/>
                </a:lnTo>
                <a:close/>
              </a:path>
              <a:path w="854075" h="413385">
                <a:moveTo>
                  <a:pt x="676668" y="147828"/>
                </a:moveTo>
                <a:lnTo>
                  <a:pt x="635520" y="124968"/>
                </a:lnTo>
                <a:lnTo>
                  <a:pt x="635749" y="146075"/>
                </a:lnTo>
                <a:lnTo>
                  <a:pt x="636803" y="183692"/>
                </a:lnTo>
                <a:lnTo>
                  <a:pt x="636981" y="196011"/>
                </a:lnTo>
                <a:lnTo>
                  <a:pt x="637044" y="315468"/>
                </a:lnTo>
                <a:lnTo>
                  <a:pt x="636803" y="331787"/>
                </a:lnTo>
                <a:lnTo>
                  <a:pt x="636282" y="353377"/>
                </a:lnTo>
                <a:lnTo>
                  <a:pt x="635749" y="380415"/>
                </a:lnTo>
                <a:lnTo>
                  <a:pt x="635520" y="413004"/>
                </a:lnTo>
                <a:lnTo>
                  <a:pt x="664476" y="394716"/>
                </a:lnTo>
                <a:lnTo>
                  <a:pt x="663587" y="378739"/>
                </a:lnTo>
                <a:lnTo>
                  <a:pt x="663143" y="362902"/>
                </a:lnTo>
                <a:lnTo>
                  <a:pt x="663028" y="353377"/>
                </a:lnTo>
                <a:lnTo>
                  <a:pt x="662952" y="158496"/>
                </a:lnTo>
                <a:lnTo>
                  <a:pt x="676668" y="147828"/>
                </a:lnTo>
                <a:close/>
              </a:path>
              <a:path w="854075" h="413385">
                <a:moveTo>
                  <a:pt x="853452" y="181356"/>
                </a:moveTo>
                <a:lnTo>
                  <a:pt x="805827" y="166878"/>
                </a:lnTo>
                <a:lnTo>
                  <a:pt x="755916" y="138684"/>
                </a:lnTo>
                <a:lnTo>
                  <a:pt x="705243" y="93916"/>
                </a:lnTo>
                <a:lnTo>
                  <a:pt x="664591" y="42672"/>
                </a:lnTo>
                <a:lnTo>
                  <a:pt x="656856" y="32004"/>
                </a:lnTo>
                <a:lnTo>
                  <a:pt x="673620" y="21336"/>
                </a:lnTo>
                <a:lnTo>
                  <a:pt x="637044" y="0"/>
                </a:lnTo>
                <a:lnTo>
                  <a:pt x="625919" y="28003"/>
                </a:lnTo>
                <a:lnTo>
                  <a:pt x="610946" y="57150"/>
                </a:lnTo>
                <a:lnTo>
                  <a:pt x="569988" y="118872"/>
                </a:lnTo>
                <a:lnTo>
                  <a:pt x="543382" y="149161"/>
                </a:lnTo>
                <a:lnTo>
                  <a:pt x="513842" y="175983"/>
                </a:lnTo>
                <a:lnTo>
                  <a:pt x="481037" y="199453"/>
                </a:lnTo>
                <a:lnTo>
                  <a:pt x="445020" y="219456"/>
                </a:lnTo>
                <a:lnTo>
                  <a:pt x="446544" y="227076"/>
                </a:lnTo>
                <a:lnTo>
                  <a:pt x="482282" y="210502"/>
                </a:lnTo>
                <a:lnTo>
                  <a:pt x="542340" y="173926"/>
                </a:lnTo>
                <a:lnTo>
                  <a:pt x="589267" y="130759"/>
                </a:lnTo>
                <a:lnTo>
                  <a:pt x="631659" y="75272"/>
                </a:lnTo>
                <a:lnTo>
                  <a:pt x="652284" y="42672"/>
                </a:lnTo>
                <a:lnTo>
                  <a:pt x="670572" y="72986"/>
                </a:lnTo>
                <a:lnTo>
                  <a:pt x="707148" y="123901"/>
                </a:lnTo>
                <a:lnTo>
                  <a:pt x="744601" y="163385"/>
                </a:lnTo>
                <a:lnTo>
                  <a:pt x="788657" y="196011"/>
                </a:lnTo>
                <a:lnTo>
                  <a:pt x="813828" y="210312"/>
                </a:lnTo>
                <a:lnTo>
                  <a:pt x="820661" y="201168"/>
                </a:lnTo>
                <a:lnTo>
                  <a:pt x="829640" y="194310"/>
                </a:lnTo>
                <a:lnTo>
                  <a:pt x="840613" y="189738"/>
                </a:lnTo>
                <a:lnTo>
                  <a:pt x="853452" y="187452"/>
                </a:lnTo>
                <a:lnTo>
                  <a:pt x="853452" y="18135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" name="object 31"/>
          <p:cNvSpPr/>
          <p:nvPr/>
        </p:nvSpPr>
        <p:spPr>
          <a:xfrm>
            <a:off x="6129527" y="3656076"/>
            <a:ext cx="396240" cy="394970"/>
          </a:xfrm>
          <a:custGeom>
            <a:avLst/>
            <a:gdLst/>
            <a:ahLst/>
            <a:cxnLst/>
            <a:rect l="l" t="t" r="r" b="b"/>
            <a:pathLst>
              <a:path w="396240" h="394970">
                <a:moveTo>
                  <a:pt x="18288" y="41148"/>
                </a:moveTo>
                <a:lnTo>
                  <a:pt x="3048" y="25908"/>
                </a:lnTo>
                <a:lnTo>
                  <a:pt x="333756" y="25908"/>
                </a:lnTo>
                <a:lnTo>
                  <a:pt x="359664" y="0"/>
                </a:lnTo>
                <a:lnTo>
                  <a:pt x="396240" y="36576"/>
                </a:lnTo>
                <a:lnTo>
                  <a:pt x="60960" y="36576"/>
                </a:lnTo>
                <a:lnTo>
                  <a:pt x="49791" y="36861"/>
                </a:lnTo>
                <a:lnTo>
                  <a:pt x="39052" y="37719"/>
                </a:lnTo>
                <a:lnTo>
                  <a:pt x="28598" y="39147"/>
                </a:lnTo>
                <a:lnTo>
                  <a:pt x="18288" y="41148"/>
                </a:lnTo>
                <a:close/>
              </a:path>
              <a:path w="396240" h="394970">
                <a:moveTo>
                  <a:pt x="3048" y="297179"/>
                </a:moveTo>
                <a:lnTo>
                  <a:pt x="0" y="291084"/>
                </a:lnTo>
                <a:lnTo>
                  <a:pt x="28289" y="268224"/>
                </a:lnTo>
                <a:lnTo>
                  <a:pt x="56007" y="243078"/>
                </a:lnTo>
                <a:lnTo>
                  <a:pt x="83153" y="215646"/>
                </a:lnTo>
                <a:lnTo>
                  <a:pt x="109728" y="185928"/>
                </a:lnTo>
                <a:lnTo>
                  <a:pt x="134874" y="152519"/>
                </a:lnTo>
                <a:lnTo>
                  <a:pt x="157734" y="116395"/>
                </a:lnTo>
                <a:lnTo>
                  <a:pt x="178308" y="77700"/>
                </a:lnTo>
                <a:lnTo>
                  <a:pt x="196596" y="36576"/>
                </a:lnTo>
                <a:lnTo>
                  <a:pt x="231648" y="36576"/>
                </a:lnTo>
                <a:lnTo>
                  <a:pt x="223385" y="52030"/>
                </a:lnTo>
                <a:lnTo>
                  <a:pt x="214693" y="68770"/>
                </a:lnTo>
                <a:lnTo>
                  <a:pt x="205716" y="86939"/>
                </a:lnTo>
                <a:lnTo>
                  <a:pt x="196596" y="106680"/>
                </a:lnTo>
                <a:lnTo>
                  <a:pt x="225552" y="123444"/>
                </a:lnTo>
                <a:lnTo>
                  <a:pt x="221742" y="126492"/>
                </a:lnTo>
                <a:lnTo>
                  <a:pt x="184404" y="126492"/>
                </a:lnTo>
                <a:lnTo>
                  <a:pt x="154570" y="167652"/>
                </a:lnTo>
                <a:lnTo>
                  <a:pt x="121663" y="205227"/>
                </a:lnTo>
                <a:lnTo>
                  <a:pt x="85539" y="239292"/>
                </a:lnTo>
                <a:lnTo>
                  <a:pt x="46049" y="269918"/>
                </a:lnTo>
                <a:lnTo>
                  <a:pt x="3048" y="297179"/>
                </a:lnTo>
                <a:close/>
              </a:path>
              <a:path w="396240" h="394970">
                <a:moveTo>
                  <a:pt x="182880" y="394716"/>
                </a:moveTo>
                <a:lnTo>
                  <a:pt x="183118" y="362712"/>
                </a:lnTo>
                <a:lnTo>
                  <a:pt x="183752" y="327231"/>
                </a:lnTo>
                <a:lnTo>
                  <a:pt x="184165" y="305562"/>
                </a:lnTo>
                <a:lnTo>
                  <a:pt x="184302" y="291084"/>
                </a:lnTo>
                <a:lnTo>
                  <a:pt x="184404" y="126492"/>
                </a:lnTo>
                <a:lnTo>
                  <a:pt x="221742" y="126492"/>
                </a:lnTo>
                <a:lnTo>
                  <a:pt x="210312" y="135636"/>
                </a:lnTo>
                <a:lnTo>
                  <a:pt x="210380" y="332994"/>
                </a:lnTo>
                <a:lnTo>
                  <a:pt x="210502" y="348615"/>
                </a:lnTo>
                <a:lnTo>
                  <a:pt x="210954" y="367141"/>
                </a:lnTo>
                <a:lnTo>
                  <a:pt x="211836" y="382524"/>
                </a:lnTo>
                <a:lnTo>
                  <a:pt x="182880" y="394716"/>
                </a:lnTo>
                <a:close/>
              </a:path>
              <a:path w="396240" h="394970">
                <a:moveTo>
                  <a:pt x="374904" y="280416"/>
                </a:moveTo>
                <a:lnTo>
                  <a:pt x="371856" y="280416"/>
                </a:lnTo>
                <a:lnTo>
                  <a:pt x="367879" y="278701"/>
                </a:lnTo>
                <a:lnTo>
                  <a:pt x="362902" y="273558"/>
                </a:lnTo>
                <a:lnTo>
                  <a:pt x="357068" y="264985"/>
                </a:lnTo>
                <a:lnTo>
                  <a:pt x="350520" y="252984"/>
                </a:lnTo>
                <a:lnTo>
                  <a:pt x="336256" y="232171"/>
                </a:lnTo>
                <a:lnTo>
                  <a:pt x="314134" y="206502"/>
                </a:lnTo>
                <a:lnTo>
                  <a:pt x="284297" y="176260"/>
                </a:lnTo>
                <a:lnTo>
                  <a:pt x="246888" y="141732"/>
                </a:lnTo>
                <a:lnTo>
                  <a:pt x="251460" y="135636"/>
                </a:lnTo>
                <a:lnTo>
                  <a:pt x="301180" y="168759"/>
                </a:lnTo>
                <a:lnTo>
                  <a:pt x="338328" y="194881"/>
                </a:lnTo>
                <a:lnTo>
                  <a:pt x="374904" y="225552"/>
                </a:lnTo>
                <a:lnTo>
                  <a:pt x="385572" y="254508"/>
                </a:lnTo>
                <a:lnTo>
                  <a:pt x="385572" y="259080"/>
                </a:lnTo>
                <a:lnTo>
                  <a:pt x="384048" y="263652"/>
                </a:lnTo>
                <a:lnTo>
                  <a:pt x="381000" y="271272"/>
                </a:lnTo>
                <a:lnTo>
                  <a:pt x="376428" y="277368"/>
                </a:lnTo>
                <a:lnTo>
                  <a:pt x="374904" y="28041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" name="object 32"/>
          <p:cNvSpPr/>
          <p:nvPr/>
        </p:nvSpPr>
        <p:spPr>
          <a:xfrm>
            <a:off x="6574535" y="3800855"/>
            <a:ext cx="396240" cy="43180"/>
          </a:xfrm>
          <a:custGeom>
            <a:avLst/>
            <a:gdLst/>
            <a:ahLst/>
            <a:cxnLst/>
            <a:rect l="l" t="t" r="r" b="b"/>
            <a:pathLst>
              <a:path w="396240" h="43179">
                <a:moveTo>
                  <a:pt x="15240" y="42672"/>
                </a:moveTo>
                <a:lnTo>
                  <a:pt x="0" y="27432"/>
                </a:lnTo>
                <a:lnTo>
                  <a:pt x="323087" y="27432"/>
                </a:lnTo>
                <a:lnTo>
                  <a:pt x="358139" y="0"/>
                </a:lnTo>
                <a:lnTo>
                  <a:pt x="396239" y="38100"/>
                </a:lnTo>
                <a:lnTo>
                  <a:pt x="62484" y="38100"/>
                </a:lnTo>
                <a:lnTo>
                  <a:pt x="49101" y="38385"/>
                </a:lnTo>
                <a:lnTo>
                  <a:pt x="36576" y="39243"/>
                </a:lnTo>
                <a:lnTo>
                  <a:pt x="25193" y="40671"/>
                </a:lnTo>
                <a:lnTo>
                  <a:pt x="15240" y="4267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" name="object 33"/>
          <p:cNvSpPr/>
          <p:nvPr/>
        </p:nvSpPr>
        <p:spPr>
          <a:xfrm>
            <a:off x="7022591" y="3651504"/>
            <a:ext cx="387350" cy="405765"/>
          </a:xfrm>
          <a:custGeom>
            <a:avLst/>
            <a:gdLst/>
            <a:ahLst/>
            <a:cxnLst/>
            <a:rect l="l" t="t" r="r" b="b"/>
            <a:pathLst>
              <a:path w="387350" h="405764">
                <a:moveTo>
                  <a:pt x="199644" y="70103"/>
                </a:moveTo>
                <a:lnTo>
                  <a:pt x="193548" y="70103"/>
                </a:lnTo>
                <a:lnTo>
                  <a:pt x="190500" y="65531"/>
                </a:lnTo>
                <a:lnTo>
                  <a:pt x="188976" y="54863"/>
                </a:lnTo>
                <a:lnTo>
                  <a:pt x="185547" y="43124"/>
                </a:lnTo>
                <a:lnTo>
                  <a:pt x="179832" y="30670"/>
                </a:lnTo>
                <a:lnTo>
                  <a:pt x="171831" y="17359"/>
                </a:lnTo>
                <a:lnTo>
                  <a:pt x="161544" y="3048"/>
                </a:lnTo>
                <a:lnTo>
                  <a:pt x="164592" y="0"/>
                </a:lnTo>
                <a:lnTo>
                  <a:pt x="201239" y="20788"/>
                </a:lnTo>
                <a:lnTo>
                  <a:pt x="214884" y="38100"/>
                </a:lnTo>
                <a:lnTo>
                  <a:pt x="214884" y="50291"/>
                </a:lnTo>
                <a:lnTo>
                  <a:pt x="213360" y="56387"/>
                </a:lnTo>
                <a:lnTo>
                  <a:pt x="207264" y="62483"/>
                </a:lnTo>
                <a:lnTo>
                  <a:pt x="202692" y="68579"/>
                </a:lnTo>
                <a:lnTo>
                  <a:pt x="199644" y="70103"/>
                </a:lnTo>
                <a:close/>
              </a:path>
              <a:path w="387350" h="405764">
                <a:moveTo>
                  <a:pt x="36576" y="138683"/>
                </a:moveTo>
                <a:lnTo>
                  <a:pt x="28956" y="138683"/>
                </a:lnTo>
                <a:lnTo>
                  <a:pt x="24384" y="137159"/>
                </a:lnTo>
                <a:lnTo>
                  <a:pt x="15240" y="131063"/>
                </a:lnTo>
                <a:lnTo>
                  <a:pt x="13716" y="129539"/>
                </a:lnTo>
                <a:lnTo>
                  <a:pt x="13716" y="123443"/>
                </a:lnTo>
                <a:lnTo>
                  <a:pt x="18288" y="117347"/>
                </a:lnTo>
                <a:lnTo>
                  <a:pt x="27432" y="109727"/>
                </a:lnTo>
                <a:lnTo>
                  <a:pt x="35742" y="100274"/>
                </a:lnTo>
                <a:lnTo>
                  <a:pt x="42481" y="87820"/>
                </a:lnTo>
                <a:lnTo>
                  <a:pt x="47791" y="72223"/>
                </a:lnTo>
                <a:lnTo>
                  <a:pt x="51816" y="53339"/>
                </a:lnTo>
                <a:lnTo>
                  <a:pt x="59436" y="53339"/>
                </a:lnTo>
                <a:lnTo>
                  <a:pt x="59436" y="76200"/>
                </a:lnTo>
                <a:lnTo>
                  <a:pt x="367747" y="76200"/>
                </a:lnTo>
                <a:lnTo>
                  <a:pt x="377024" y="86867"/>
                </a:lnTo>
                <a:lnTo>
                  <a:pt x="59436" y="86867"/>
                </a:lnTo>
                <a:lnTo>
                  <a:pt x="58840" y="104298"/>
                </a:lnTo>
                <a:lnTo>
                  <a:pt x="56959" y="117728"/>
                </a:lnTo>
                <a:lnTo>
                  <a:pt x="53649" y="127158"/>
                </a:lnTo>
                <a:lnTo>
                  <a:pt x="48768" y="132587"/>
                </a:lnTo>
                <a:lnTo>
                  <a:pt x="42672" y="137159"/>
                </a:lnTo>
                <a:lnTo>
                  <a:pt x="36576" y="138683"/>
                </a:lnTo>
                <a:close/>
              </a:path>
              <a:path w="387350" h="405764">
                <a:moveTo>
                  <a:pt x="367747" y="76200"/>
                </a:moveTo>
                <a:lnTo>
                  <a:pt x="332232" y="76200"/>
                </a:lnTo>
                <a:lnTo>
                  <a:pt x="350520" y="56387"/>
                </a:lnTo>
                <a:lnTo>
                  <a:pt x="367747" y="76200"/>
                </a:lnTo>
                <a:close/>
              </a:path>
              <a:path w="387350" h="405764">
                <a:moveTo>
                  <a:pt x="318516" y="134111"/>
                </a:moveTo>
                <a:lnTo>
                  <a:pt x="312420" y="129539"/>
                </a:lnTo>
                <a:lnTo>
                  <a:pt x="335280" y="86867"/>
                </a:lnTo>
                <a:lnTo>
                  <a:pt x="377024" y="86867"/>
                </a:lnTo>
                <a:lnTo>
                  <a:pt x="381000" y="91439"/>
                </a:lnTo>
                <a:lnTo>
                  <a:pt x="367807" y="94035"/>
                </a:lnTo>
                <a:lnTo>
                  <a:pt x="353187" y="101917"/>
                </a:lnTo>
                <a:lnTo>
                  <a:pt x="336851" y="115228"/>
                </a:lnTo>
                <a:lnTo>
                  <a:pt x="318516" y="134111"/>
                </a:lnTo>
                <a:close/>
              </a:path>
              <a:path w="387350" h="405764">
                <a:moveTo>
                  <a:pt x="42672" y="175259"/>
                </a:moveTo>
                <a:lnTo>
                  <a:pt x="27432" y="160019"/>
                </a:lnTo>
                <a:lnTo>
                  <a:pt x="298704" y="160019"/>
                </a:lnTo>
                <a:lnTo>
                  <a:pt x="323088" y="135635"/>
                </a:lnTo>
                <a:lnTo>
                  <a:pt x="358140" y="169163"/>
                </a:lnTo>
                <a:lnTo>
                  <a:pt x="85344" y="169163"/>
                </a:lnTo>
                <a:lnTo>
                  <a:pt x="74175" y="169687"/>
                </a:lnTo>
                <a:lnTo>
                  <a:pt x="63436" y="171068"/>
                </a:lnTo>
                <a:lnTo>
                  <a:pt x="52982" y="173021"/>
                </a:lnTo>
                <a:lnTo>
                  <a:pt x="42672" y="175259"/>
                </a:lnTo>
                <a:close/>
              </a:path>
              <a:path w="387350" h="405764">
                <a:moveTo>
                  <a:pt x="207264" y="348996"/>
                </a:moveTo>
                <a:lnTo>
                  <a:pt x="182880" y="348996"/>
                </a:lnTo>
                <a:lnTo>
                  <a:pt x="182880" y="169163"/>
                </a:lnTo>
                <a:lnTo>
                  <a:pt x="207264" y="169163"/>
                </a:lnTo>
                <a:lnTo>
                  <a:pt x="207264" y="254507"/>
                </a:lnTo>
                <a:lnTo>
                  <a:pt x="330200" y="254507"/>
                </a:lnTo>
                <a:lnTo>
                  <a:pt x="341376" y="265175"/>
                </a:lnTo>
                <a:lnTo>
                  <a:pt x="207264" y="265175"/>
                </a:lnTo>
                <a:lnTo>
                  <a:pt x="207264" y="348996"/>
                </a:lnTo>
                <a:close/>
              </a:path>
              <a:path w="387350" h="405764">
                <a:moveTo>
                  <a:pt x="3048" y="405384"/>
                </a:moveTo>
                <a:lnTo>
                  <a:pt x="0" y="399287"/>
                </a:lnTo>
                <a:lnTo>
                  <a:pt x="15144" y="383285"/>
                </a:lnTo>
                <a:lnTo>
                  <a:pt x="28575" y="367284"/>
                </a:lnTo>
                <a:lnTo>
                  <a:pt x="50292" y="335280"/>
                </a:lnTo>
                <a:lnTo>
                  <a:pt x="70008" y="285988"/>
                </a:lnTo>
                <a:lnTo>
                  <a:pt x="73152" y="269747"/>
                </a:lnTo>
                <a:lnTo>
                  <a:pt x="76295" y="253722"/>
                </a:lnTo>
                <a:lnTo>
                  <a:pt x="78867" y="237553"/>
                </a:lnTo>
                <a:lnTo>
                  <a:pt x="80867" y="221099"/>
                </a:lnTo>
                <a:lnTo>
                  <a:pt x="82296" y="204215"/>
                </a:lnTo>
                <a:lnTo>
                  <a:pt x="123444" y="225551"/>
                </a:lnTo>
                <a:lnTo>
                  <a:pt x="109728" y="237743"/>
                </a:lnTo>
                <a:lnTo>
                  <a:pt x="106560" y="248864"/>
                </a:lnTo>
                <a:lnTo>
                  <a:pt x="103822" y="259270"/>
                </a:lnTo>
                <a:lnTo>
                  <a:pt x="101369" y="268819"/>
                </a:lnTo>
                <a:lnTo>
                  <a:pt x="99060" y="277367"/>
                </a:lnTo>
                <a:lnTo>
                  <a:pt x="106400" y="288035"/>
                </a:lnTo>
                <a:lnTo>
                  <a:pt x="96012" y="288035"/>
                </a:lnTo>
                <a:lnTo>
                  <a:pt x="87749" y="307490"/>
                </a:lnTo>
                <a:lnTo>
                  <a:pt x="60960" y="353568"/>
                </a:lnTo>
                <a:lnTo>
                  <a:pt x="21312" y="391929"/>
                </a:lnTo>
                <a:lnTo>
                  <a:pt x="3048" y="405384"/>
                </a:lnTo>
                <a:close/>
              </a:path>
              <a:path w="387350" h="405764">
                <a:moveTo>
                  <a:pt x="330200" y="254507"/>
                </a:moveTo>
                <a:lnTo>
                  <a:pt x="284988" y="254507"/>
                </a:lnTo>
                <a:lnTo>
                  <a:pt x="307847" y="233171"/>
                </a:lnTo>
                <a:lnTo>
                  <a:pt x="330200" y="254507"/>
                </a:lnTo>
                <a:close/>
              </a:path>
              <a:path w="387350" h="405764">
                <a:moveTo>
                  <a:pt x="350520" y="394716"/>
                </a:moveTo>
                <a:lnTo>
                  <a:pt x="308562" y="393239"/>
                </a:lnTo>
                <a:lnTo>
                  <a:pt x="241220" y="387429"/>
                </a:lnTo>
                <a:lnTo>
                  <a:pt x="195572" y="377094"/>
                </a:lnTo>
                <a:lnTo>
                  <a:pt x="159615" y="361092"/>
                </a:lnTo>
                <a:lnTo>
                  <a:pt x="119253" y="322707"/>
                </a:lnTo>
                <a:lnTo>
                  <a:pt x="96012" y="288035"/>
                </a:lnTo>
                <a:lnTo>
                  <a:pt x="106400" y="288035"/>
                </a:lnTo>
                <a:lnTo>
                  <a:pt x="108251" y="290726"/>
                </a:lnTo>
                <a:lnTo>
                  <a:pt x="117729" y="303085"/>
                </a:lnTo>
                <a:lnTo>
                  <a:pt x="150090" y="331636"/>
                </a:lnTo>
                <a:lnTo>
                  <a:pt x="182880" y="348996"/>
                </a:lnTo>
                <a:lnTo>
                  <a:pt x="207264" y="348996"/>
                </a:lnTo>
                <a:lnTo>
                  <a:pt x="207264" y="356616"/>
                </a:lnTo>
                <a:lnTo>
                  <a:pt x="231267" y="359735"/>
                </a:lnTo>
                <a:lnTo>
                  <a:pt x="255270" y="362140"/>
                </a:lnTo>
                <a:lnTo>
                  <a:pt x="279273" y="363688"/>
                </a:lnTo>
                <a:lnTo>
                  <a:pt x="303276" y="364236"/>
                </a:lnTo>
                <a:lnTo>
                  <a:pt x="387096" y="364236"/>
                </a:lnTo>
                <a:lnTo>
                  <a:pt x="387096" y="365760"/>
                </a:lnTo>
                <a:lnTo>
                  <a:pt x="374523" y="370070"/>
                </a:lnTo>
                <a:lnTo>
                  <a:pt x="364236" y="376237"/>
                </a:lnTo>
                <a:lnTo>
                  <a:pt x="356235" y="384405"/>
                </a:lnTo>
                <a:lnTo>
                  <a:pt x="350520" y="394716"/>
                </a:lnTo>
                <a:close/>
              </a:path>
              <a:path w="387350" h="405764">
                <a:moveTo>
                  <a:pt x="387096" y="364236"/>
                </a:moveTo>
                <a:lnTo>
                  <a:pt x="303276" y="364236"/>
                </a:lnTo>
                <a:lnTo>
                  <a:pt x="387096" y="359664"/>
                </a:lnTo>
                <a:lnTo>
                  <a:pt x="387096" y="36423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" name="object 34"/>
          <p:cNvSpPr/>
          <p:nvPr/>
        </p:nvSpPr>
        <p:spPr>
          <a:xfrm>
            <a:off x="7455408" y="3646932"/>
            <a:ext cx="850900" cy="411480"/>
          </a:xfrm>
          <a:custGeom>
            <a:avLst/>
            <a:gdLst/>
            <a:ahLst/>
            <a:cxnLst/>
            <a:rect l="l" t="t" r="r" b="b"/>
            <a:pathLst>
              <a:path w="850900" h="411479">
                <a:moveTo>
                  <a:pt x="397764" y="70104"/>
                </a:moveTo>
                <a:lnTo>
                  <a:pt x="361188" y="33528"/>
                </a:lnTo>
                <a:lnTo>
                  <a:pt x="335280" y="59436"/>
                </a:lnTo>
                <a:lnTo>
                  <a:pt x="188976" y="59436"/>
                </a:lnTo>
                <a:lnTo>
                  <a:pt x="193548" y="51816"/>
                </a:lnTo>
                <a:lnTo>
                  <a:pt x="196596" y="44196"/>
                </a:lnTo>
                <a:lnTo>
                  <a:pt x="199644" y="38100"/>
                </a:lnTo>
                <a:lnTo>
                  <a:pt x="202730" y="33553"/>
                </a:lnTo>
                <a:lnTo>
                  <a:pt x="207264" y="29146"/>
                </a:lnTo>
                <a:lnTo>
                  <a:pt x="212928" y="25031"/>
                </a:lnTo>
                <a:lnTo>
                  <a:pt x="219456" y="21336"/>
                </a:lnTo>
                <a:lnTo>
                  <a:pt x="176784" y="0"/>
                </a:lnTo>
                <a:lnTo>
                  <a:pt x="174802" y="14008"/>
                </a:lnTo>
                <a:lnTo>
                  <a:pt x="171259" y="28575"/>
                </a:lnTo>
                <a:lnTo>
                  <a:pt x="166281" y="43726"/>
                </a:lnTo>
                <a:lnTo>
                  <a:pt x="160020" y="59436"/>
                </a:lnTo>
                <a:lnTo>
                  <a:pt x="15240" y="59436"/>
                </a:lnTo>
                <a:lnTo>
                  <a:pt x="28956" y="73152"/>
                </a:lnTo>
                <a:lnTo>
                  <a:pt x="54864" y="70104"/>
                </a:lnTo>
                <a:lnTo>
                  <a:pt x="156972" y="70104"/>
                </a:lnTo>
                <a:lnTo>
                  <a:pt x="145770" y="93040"/>
                </a:lnTo>
                <a:lnTo>
                  <a:pt x="134874" y="114109"/>
                </a:lnTo>
                <a:lnTo>
                  <a:pt x="123964" y="133756"/>
                </a:lnTo>
                <a:lnTo>
                  <a:pt x="112776" y="152400"/>
                </a:lnTo>
                <a:lnTo>
                  <a:pt x="96012" y="143256"/>
                </a:lnTo>
                <a:lnTo>
                  <a:pt x="96253" y="150482"/>
                </a:lnTo>
                <a:lnTo>
                  <a:pt x="97294" y="165760"/>
                </a:lnTo>
                <a:lnTo>
                  <a:pt x="97536" y="173736"/>
                </a:lnTo>
                <a:lnTo>
                  <a:pt x="75857" y="203746"/>
                </a:lnTo>
                <a:lnTo>
                  <a:pt x="52197" y="232029"/>
                </a:lnTo>
                <a:lnTo>
                  <a:pt x="26809" y="258610"/>
                </a:lnTo>
                <a:lnTo>
                  <a:pt x="0" y="283464"/>
                </a:lnTo>
                <a:lnTo>
                  <a:pt x="4572" y="289560"/>
                </a:lnTo>
                <a:lnTo>
                  <a:pt x="32588" y="268986"/>
                </a:lnTo>
                <a:lnTo>
                  <a:pt x="57340" y="248412"/>
                </a:lnTo>
                <a:lnTo>
                  <a:pt x="78930" y="227838"/>
                </a:lnTo>
                <a:lnTo>
                  <a:pt x="97536" y="207264"/>
                </a:lnTo>
                <a:lnTo>
                  <a:pt x="97320" y="268986"/>
                </a:lnTo>
                <a:lnTo>
                  <a:pt x="97256" y="283464"/>
                </a:lnTo>
                <a:lnTo>
                  <a:pt x="96774" y="336804"/>
                </a:lnTo>
                <a:lnTo>
                  <a:pt x="96240" y="382104"/>
                </a:lnTo>
                <a:lnTo>
                  <a:pt x="96012" y="411480"/>
                </a:lnTo>
                <a:lnTo>
                  <a:pt x="123444" y="393192"/>
                </a:lnTo>
                <a:lnTo>
                  <a:pt x="122555" y="362597"/>
                </a:lnTo>
                <a:lnTo>
                  <a:pt x="122110" y="316420"/>
                </a:lnTo>
                <a:lnTo>
                  <a:pt x="122034" y="289560"/>
                </a:lnTo>
                <a:lnTo>
                  <a:pt x="121920" y="207264"/>
                </a:lnTo>
                <a:lnTo>
                  <a:pt x="121920" y="176784"/>
                </a:lnTo>
                <a:lnTo>
                  <a:pt x="138328" y="152400"/>
                </a:lnTo>
                <a:lnTo>
                  <a:pt x="139636" y="150482"/>
                </a:lnTo>
                <a:lnTo>
                  <a:pt x="156210" y="124015"/>
                </a:lnTo>
                <a:lnTo>
                  <a:pt x="171640" y="97282"/>
                </a:lnTo>
                <a:lnTo>
                  <a:pt x="185928" y="70104"/>
                </a:lnTo>
                <a:lnTo>
                  <a:pt x="397764" y="70104"/>
                </a:lnTo>
                <a:close/>
              </a:path>
              <a:path w="850900" h="411479">
                <a:moveTo>
                  <a:pt x="409956" y="263652"/>
                </a:moveTo>
                <a:lnTo>
                  <a:pt x="377952" y="230124"/>
                </a:lnTo>
                <a:lnTo>
                  <a:pt x="355092" y="252984"/>
                </a:lnTo>
                <a:lnTo>
                  <a:pt x="281940" y="252984"/>
                </a:lnTo>
                <a:lnTo>
                  <a:pt x="281940" y="214884"/>
                </a:lnTo>
                <a:lnTo>
                  <a:pt x="295656" y="204216"/>
                </a:lnTo>
                <a:lnTo>
                  <a:pt x="281940" y="195072"/>
                </a:lnTo>
                <a:lnTo>
                  <a:pt x="288163" y="190500"/>
                </a:lnTo>
                <a:lnTo>
                  <a:pt x="293128" y="186867"/>
                </a:lnTo>
                <a:lnTo>
                  <a:pt x="304038" y="178498"/>
                </a:lnTo>
                <a:lnTo>
                  <a:pt x="336702" y="156781"/>
                </a:lnTo>
                <a:lnTo>
                  <a:pt x="371856" y="144780"/>
                </a:lnTo>
                <a:lnTo>
                  <a:pt x="367906" y="140208"/>
                </a:lnTo>
                <a:lnTo>
                  <a:pt x="342900" y="111252"/>
                </a:lnTo>
                <a:lnTo>
                  <a:pt x="324612" y="129540"/>
                </a:lnTo>
                <a:lnTo>
                  <a:pt x="160020" y="129540"/>
                </a:lnTo>
                <a:lnTo>
                  <a:pt x="173736" y="143256"/>
                </a:lnTo>
                <a:lnTo>
                  <a:pt x="198120" y="140208"/>
                </a:lnTo>
                <a:lnTo>
                  <a:pt x="323088" y="140208"/>
                </a:lnTo>
                <a:lnTo>
                  <a:pt x="274320" y="190500"/>
                </a:lnTo>
                <a:lnTo>
                  <a:pt x="256032" y="179832"/>
                </a:lnTo>
                <a:lnTo>
                  <a:pt x="256260" y="194691"/>
                </a:lnTo>
                <a:lnTo>
                  <a:pt x="256794" y="211836"/>
                </a:lnTo>
                <a:lnTo>
                  <a:pt x="257314" y="232029"/>
                </a:lnTo>
                <a:lnTo>
                  <a:pt x="257556" y="252984"/>
                </a:lnTo>
                <a:lnTo>
                  <a:pt x="140208" y="252984"/>
                </a:lnTo>
                <a:lnTo>
                  <a:pt x="153924" y="266700"/>
                </a:lnTo>
                <a:lnTo>
                  <a:pt x="181356" y="263652"/>
                </a:lnTo>
                <a:lnTo>
                  <a:pt x="257556" y="263652"/>
                </a:lnTo>
                <a:lnTo>
                  <a:pt x="257556" y="362712"/>
                </a:lnTo>
                <a:lnTo>
                  <a:pt x="252996" y="368795"/>
                </a:lnTo>
                <a:lnTo>
                  <a:pt x="236448" y="368769"/>
                </a:lnTo>
                <a:lnTo>
                  <a:pt x="225933" y="368427"/>
                </a:lnTo>
                <a:lnTo>
                  <a:pt x="212547" y="367525"/>
                </a:lnTo>
                <a:lnTo>
                  <a:pt x="196596" y="365760"/>
                </a:lnTo>
                <a:lnTo>
                  <a:pt x="196596" y="374904"/>
                </a:lnTo>
                <a:lnTo>
                  <a:pt x="216852" y="382104"/>
                </a:lnTo>
                <a:lnTo>
                  <a:pt x="231838" y="390144"/>
                </a:lnTo>
                <a:lnTo>
                  <a:pt x="241376" y="399338"/>
                </a:lnTo>
                <a:lnTo>
                  <a:pt x="245364" y="409956"/>
                </a:lnTo>
                <a:lnTo>
                  <a:pt x="261366" y="401383"/>
                </a:lnTo>
                <a:lnTo>
                  <a:pt x="272796" y="391668"/>
                </a:lnTo>
                <a:lnTo>
                  <a:pt x="279654" y="380809"/>
                </a:lnTo>
                <a:lnTo>
                  <a:pt x="281940" y="368808"/>
                </a:lnTo>
                <a:lnTo>
                  <a:pt x="281940" y="263652"/>
                </a:lnTo>
                <a:lnTo>
                  <a:pt x="409956" y="263652"/>
                </a:lnTo>
                <a:close/>
              </a:path>
              <a:path w="850900" h="411479">
                <a:moveTo>
                  <a:pt x="839724" y="89916"/>
                </a:moveTo>
                <a:lnTo>
                  <a:pt x="803148" y="53340"/>
                </a:lnTo>
                <a:lnTo>
                  <a:pt x="777240" y="79248"/>
                </a:lnTo>
                <a:lnTo>
                  <a:pt x="623316" y="79248"/>
                </a:lnTo>
                <a:lnTo>
                  <a:pt x="630720" y="64376"/>
                </a:lnTo>
                <a:lnTo>
                  <a:pt x="636841" y="51625"/>
                </a:lnTo>
                <a:lnTo>
                  <a:pt x="641527" y="40894"/>
                </a:lnTo>
                <a:lnTo>
                  <a:pt x="644652" y="32004"/>
                </a:lnTo>
                <a:lnTo>
                  <a:pt x="661416" y="21336"/>
                </a:lnTo>
                <a:lnTo>
                  <a:pt x="621792" y="0"/>
                </a:lnTo>
                <a:lnTo>
                  <a:pt x="618617" y="16891"/>
                </a:lnTo>
                <a:lnTo>
                  <a:pt x="613600" y="35623"/>
                </a:lnTo>
                <a:lnTo>
                  <a:pt x="606564" y="56375"/>
                </a:lnTo>
                <a:lnTo>
                  <a:pt x="597408" y="79248"/>
                </a:lnTo>
                <a:lnTo>
                  <a:pt x="460248" y="79248"/>
                </a:lnTo>
                <a:lnTo>
                  <a:pt x="475488" y="94488"/>
                </a:lnTo>
                <a:lnTo>
                  <a:pt x="485787" y="92494"/>
                </a:lnTo>
                <a:lnTo>
                  <a:pt x="496252" y="91059"/>
                </a:lnTo>
                <a:lnTo>
                  <a:pt x="506984" y="90208"/>
                </a:lnTo>
                <a:lnTo>
                  <a:pt x="518160" y="89916"/>
                </a:lnTo>
                <a:lnTo>
                  <a:pt x="594360" y="89916"/>
                </a:lnTo>
                <a:lnTo>
                  <a:pt x="580377" y="115328"/>
                </a:lnTo>
                <a:lnTo>
                  <a:pt x="565975" y="138874"/>
                </a:lnTo>
                <a:lnTo>
                  <a:pt x="551281" y="160426"/>
                </a:lnTo>
                <a:lnTo>
                  <a:pt x="536448" y="179832"/>
                </a:lnTo>
                <a:lnTo>
                  <a:pt x="519684" y="172212"/>
                </a:lnTo>
                <a:lnTo>
                  <a:pt x="520534" y="181356"/>
                </a:lnTo>
                <a:lnTo>
                  <a:pt x="521017" y="189166"/>
                </a:lnTo>
                <a:lnTo>
                  <a:pt x="521182" y="194716"/>
                </a:lnTo>
                <a:lnTo>
                  <a:pt x="521208" y="198120"/>
                </a:lnTo>
                <a:lnTo>
                  <a:pt x="507238" y="214884"/>
                </a:lnTo>
                <a:lnTo>
                  <a:pt x="489966" y="233553"/>
                </a:lnTo>
                <a:lnTo>
                  <a:pt x="469341" y="253847"/>
                </a:lnTo>
                <a:lnTo>
                  <a:pt x="445008" y="275844"/>
                </a:lnTo>
                <a:lnTo>
                  <a:pt x="448056" y="280416"/>
                </a:lnTo>
                <a:lnTo>
                  <a:pt x="465721" y="269011"/>
                </a:lnTo>
                <a:lnTo>
                  <a:pt x="484251" y="255460"/>
                </a:lnTo>
                <a:lnTo>
                  <a:pt x="503339" y="239915"/>
                </a:lnTo>
                <a:lnTo>
                  <a:pt x="522732" y="222504"/>
                </a:lnTo>
                <a:lnTo>
                  <a:pt x="522668" y="368808"/>
                </a:lnTo>
                <a:lnTo>
                  <a:pt x="522541" y="379095"/>
                </a:lnTo>
                <a:lnTo>
                  <a:pt x="522097" y="391668"/>
                </a:lnTo>
                <a:lnTo>
                  <a:pt x="521208" y="405384"/>
                </a:lnTo>
                <a:lnTo>
                  <a:pt x="547116" y="391668"/>
                </a:lnTo>
                <a:lnTo>
                  <a:pt x="547116" y="222504"/>
                </a:lnTo>
                <a:lnTo>
                  <a:pt x="547116" y="198120"/>
                </a:lnTo>
                <a:lnTo>
                  <a:pt x="563384" y="179832"/>
                </a:lnTo>
                <a:lnTo>
                  <a:pt x="565404" y="177571"/>
                </a:lnTo>
                <a:lnTo>
                  <a:pt x="583692" y="152590"/>
                </a:lnTo>
                <a:lnTo>
                  <a:pt x="601980" y="123329"/>
                </a:lnTo>
                <a:lnTo>
                  <a:pt x="620268" y="89916"/>
                </a:lnTo>
                <a:lnTo>
                  <a:pt x="839724" y="89916"/>
                </a:lnTo>
                <a:close/>
              </a:path>
              <a:path w="850900" h="411479">
                <a:moveTo>
                  <a:pt x="850392" y="364236"/>
                </a:moveTo>
                <a:lnTo>
                  <a:pt x="815340" y="329184"/>
                </a:lnTo>
                <a:lnTo>
                  <a:pt x="790956" y="353568"/>
                </a:lnTo>
                <a:lnTo>
                  <a:pt x="704088" y="353568"/>
                </a:lnTo>
                <a:lnTo>
                  <a:pt x="704088" y="214884"/>
                </a:lnTo>
                <a:lnTo>
                  <a:pt x="826008" y="214884"/>
                </a:lnTo>
                <a:lnTo>
                  <a:pt x="792480" y="181356"/>
                </a:lnTo>
                <a:lnTo>
                  <a:pt x="769620" y="204216"/>
                </a:lnTo>
                <a:lnTo>
                  <a:pt x="704088" y="204216"/>
                </a:lnTo>
                <a:lnTo>
                  <a:pt x="704088" y="132588"/>
                </a:lnTo>
                <a:lnTo>
                  <a:pt x="717804" y="120396"/>
                </a:lnTo>
                <a:lnTo>
                  <a:pt x="678180" y="103632"/>
                </a:lnTo>
                <a:lnTo>
                  <a:pt x="679056" y="117589"/>
                </a:lnTo>
                <a:lnTo>
                  <a:pt x="679513" y="129540"/>
                </a:lnTo>
                <a:lnTo>
                  <a:pt x="679678" y="139217"/>
                </a:lnTo>
                <a:lnTo>
                  <a:pt x="679704" y="204216"/>
                </a:lnTo>
                <a:lnTo>
                  <a:pt x="579120" y="204216"/>
                </a:lnTo>
                <a:lnTo>
                  <a:pt x="594360" y="219456"/>
                </a:lnTo>
                <a:lnTo>
                  <a:pt x="603999" y="217462"/>
                </a:lnTo>
                <a:lnTo>
                  <a:pt x="614362" y="216027"/>
                </a:lnTo>
                <a:lnTo>
                  <a:pt x="625005" y="215176"/>
                </a:lnTo>
                <a:lnTo>
                  <a:pt x="635508" y="214884"/>
                </a:lnTo>
                <a:lnTo>
                  <a:pt x="679704" y="214884"/>
                </a:lnTo>
                <a:lnTo>
                  <a:pt x="679704" y="353568"/>
                </a:lnTo>
                <a:lnTo>
                  <a:pt x="556260" y="353568"/>
                </a:lnTo>
                <a:lnTo>
                  <a:pt x="571500" y="368808"/>
                </a:lnTo>
                <a:lnTo>
                  <a:pt x="581799" y="366814"/>
                </a:lnTo>
                <a:lnTo>
                  <a:pt x="592264" y="365379"/>
                </a:lnTo>
                <a:lnTo>
                  <a:pt x="602996" y="364528"/>
                </a:lnTo>
                <a:lnTo>
                  <a:pt x="614172" y="364236"/>
                </a:lnTo>
                <a:lnTo>
                  <a:pt x="850392" y="36423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" name="object 35"/>
          <p:cNvSpPr/>
          <p:nvPr/>
        </p:nvSpPr>
        <p:spPr>
          <a:xfrm>
            <a:off x="8353044" y="3643896"/>
            <a:ext cx="1295400" cy="414655"/>
          </a:xfrm>
          <a:custGeom>
            <a:avLst/>
            <a:gdLst/>
            <a:ahLst/>
            <a:cxnLst/>
            <a:rect l="l" t="t" r="r" b="b"/>
            <a:pathLst>
              <a:path w="1295400" h="414654">
                <a:moveTo>
                  <a:pt x="397764" y="195072"/>
                </a:moveTo>
                <a:lnTo>
                  <a:pt x="359664" y="156972"/>
                </a:lnTo>
                <a:lnTo>
                  <a:pt x="324612" y="184404"/>
                </a:lnTo>
                <a:lnTo>
                  <a:pt x="0" y="184404"/>
                </a:lnTo>
                <a:lnTo>
                  <a:pt x="16764" y="199644"/>
                </a:lnTo>
                <a:lnTo>
                  <a:pt x="26492" y="197637"/>
                </a:lnTo>
                <a:lnTo>
                  <a:pt x="37528" y="196215"/>
                </a:lnTo>
                <a:lnTo>
                  <a:pt x="49974" y="195351"/>
                </a:lnTo>
                <a:lnTo>
                  <a:pt x="64008" y="195072"/>
                </a:lnTo>
                <a:lnTo>
                  <a:pt x="397764" y="195072"/>
                </a:lnTo>
                <a:close/>
              </a:path>
              <a:path w="1295400" h="414654">
                <a:moveTo>
                  <a:pt x="600443" y="306324"/>
                </a:moveTo>
                <a:lnTo>
                  <a:pt x="566915" y="278892"/>
                </a:lnTo>
                <a:lnTo>
                  <a:pt x="548627" y="308610"/>
                </a:lnTo>
                <a:lnTo>
                  <a:pt x="523481" y="338328"/>
                </a:lnTo>
                <a:lnTo>
                  <a:pt x="491477" y="368046"/>
                </a:lnTo>
                <a:lnTo>
                  <a:pt x="452615" y="397764"/>
                </a:lnTo>
                <a:lnTo>
                  <a:pt x="457187" y="403860"/>
                </a:lnTo>
                <a:lnTo>
                  <a:pt x="510146" y="373189"/>
                </a:lnTo>
                <a:lnTo>
                  <a:pt x="551675" y="341376"/>
                </a:lnTo>
                <a:lnTo>
                  <a:pt x="567664" y="326466"/>
                </a:lnTo>
                <a:lnTo>
                  <a:pt x="581202" y="315849"/>
                </a:lnTo>
                <a:lnTo>
                  <a:pt x="592188" y="309219"/>
                </a:lnTo>
                <a:lnTo>
                  <a:pt x="600443" y="306324"/>
                </a:lnTo>
                <a:close/>
              </a:path>
              <a:path w="1295400" h="414654">
                <a:moveTo>
                  <a:pt x="793991" y="266700"/>
                </a:moveTo>
                <a:lnTo>
                  <a:pt x="760463" y="233172"/>
                </a:lnTo>
                <a:lnTo>
                  <a:pt x="737603" y="256032"/>
                </a:lnTo>
                <a:lnTo>
                  <a:pt x="662927" y="256032"/>
                </a:lnTo>
                <a:lnTo>
                  <a:pt x="663003" y="222453"/>
                </a:lnTo>
                <a:lnTo>
                  <a:pt x="679691" y="210312"/>
                </a:lnTo>
                <a:lnTo>
                  <a:pt x="635495" y="187452"/>
                </a:lnTo>
                <a:lnTo>
                  <a:pt x="636358" y="205740"/>
                </a:lnTo>
                <a:lnTo>
                  <a:pt x="636790" y="222453"/>
                </a:lnTo>
                <a:lnTo>
                  <a:pt x="636917" y="231648"/>
                </a:lnTo>
                <a:lnTo>
                  <a:pt x="637019" y="256032"/>
                </a:lnTo>
                <a:lnTo>
                  <a:pt x="498335" y="256032"/>
                </a:lnTo>
                <a:lnTo>
                  <a:pt x="513575" y="271272"/>
                </a:lnTo>
                <a:lnTo>
                  <a:pt x="523011" y="269265"/>
                </a:lnTo>
                <a:lnTo>
                  <a:pt x="533006" y="267843"/>
                </a:lnTo>
                <a:lnTo>
                  <a:pt x="543585" y="266979"/>
                </a:lnTo>
                <a:lnTo>
                  <a:pt x="554723" y="266700"/>
                </a:lnTo>
                <a:lnTo>
                  <a:pt x="637019" y="266700"/>
                </a:lnTo>
                <a:lnTo>
                  <a:pt x="637019" y="364236"/>
                </a:lnTo>
                <a:lnTo>
                  <a:pt x="633971" y="371856"/>
                </a:lnTo>
                <a:lnTo>
                  <a:pt x="626351" y="371856"/>
                </a:lnTo>
                <a:lnTo>
                  <a:pt x="619239" y="372402"/>
                </a:lnTo>
                <a:lnTo>
                  <a:pt x="607110" y="371665"/>
                </a:lnTo>
                <a:lnTo>
                  <a:pt x="590143" y="369493"/>
                </a:lnTo>
                <a:lnTo>
                  <a:pt x="568439" y="365760"/>
                </a:lnTo>
                <a:lnTo>
                  <a:pt x="568439" y="373380"/>
                </a:lnTo>
                <a:lnTo>
                  <a:pt x="592442" y="381736"/>
                </a:lnTo>
                <a:lnTo>
                  <a:pt x="609587" y="391096"/>
                </a:lnTo>
                <a:lnTo>
                  <a:pt x="619874" y="401878"/>
                </a:lnTo>
                <a:lnTo>
                  <a:pt x="623303" y="414528"/>
                </a:lnTo>
                <a:lnTo>
                  <a:pt x="640435" y="406539"/>
                </a:lnTo>
                <a:lnTo>
                  <a:pt x="652830" y="396430"/>
                </a:lnTo>
                <a:lnTo>
                  <a:pt x="660387" y="384302"/>
                </a:lnTo>
                <a:lnTo>
                  <a:pt x="662559" y="372402"/>
                </a:lnTo>
                <a:lnTo>
                  <a:pt x="662927" y="370332"/>
                </a:lnTo>
                <a:lnTo>
                  <a:pt x="662927" y="266700"/>
                </a:lnTo>
                <a:lnTo>
                  <a:pt x="793991" y="266700"/>
                </a:lnTo>
                <a:close/>
              </a:path>
              <a:path w="1295400" h="414654">
                <a:moveTo>
                  <a:pt x="806183" y="376428"/>
                </a:moveTo>
                <a:lnTo>
                  <a:pt x="780453" y="335203"/>
                </a:lnTo>
                <a:lnTo>
                  <a:pt x="731824" y="308394"/>
                </a:lnTo>
                <a:lnTo>
                  <a:pt x="694931" y="289560"/>
                </a:lnTo>
                <a:lnTo>
                  <a:pt x="690359" y="294132"/>
                </a:lnTo>
                <a:lnTo>
                  <a:pt x="719772" y="319036"/>
                </a:lnTo>
                <a:lnTo>
                  <a:pt x="743889" y="341376"/>
                </a:lnTo>
                <a:lnTo>
                  <a:pt x="762584" y="361416"/>
                </a:lnTo>
                <a:lnTo>
                  <a:pt x="775703" y="379476"/>
                </a:lnTo>
                <a:lnTo>
                  <a:pt x="782231" y="389470"/>
                </a:lnTo>
                <a:lnTo>
                  <a:pt x="787895" y="396621"/>
                </a:lnTo>
                <a:lnTo>
                  <a:pt x="792429" y="400900"/>
                </a:lnTo>
                <a:lnTo>
                  <a:pt x="795515" y="402336"/>
                </a:lnTo>
                <a:lnTo>
                  <a:pt x="797039" y="402336"/>
                </a:lnTo>
                <a:lnTo>
                  <a:pt x="800087" y="397764"/>
                </a:lnTo>
                <a:lnTo>
                  <a:pt x="801611" y="390131"/>
                </a:lnTo>
                <a:lnTo>
                  <a:pt x="804659" y="382524"/>
                </a:lnTo>
                <a:lnTo>
                  <a:pt x="806183" y="376428"/>
                </a:lnTo>
                <a:close/>
              </a:path>
              <a:path w="1295400" h="414654">
                <a:moveTo>
                  <a:pt x="847331" y="198120"/>
                </a:moveTo>
                <a:lnTo>
                  <a:pt x="795883" y="197281"/>
                </a:lnTo>
                <a:lnTo>
                  <a:pt x="748842" y="190309"/>
                </a:lnTo>
                <a:lnTo>
                  <a:pt x="706107" y="177330"/>
                </a:lnTo>
                <a:lnTo>
                  <a:pt x="695617" y="172212"/>
                </a:lnTo>
                <a:lnTo>
                  <a:pt x="667499" y="158496"/>
                </a:lnTo>
                <a:lnTo>
                  <a:pt x="712457" y="116395"/>
                </a:lnTo>
                <a:lnTo>
                  <a:pt x="748271" y="68580"/>
                </a:lnTo>
                <a:lnTo>
                  <a:pt x="769607" y="57912"/>
                </a:lnTo>
                <a:lnTo>
                  <a:pt x="757339" y="47244"/>
                </a:lnTo>
                <a:lnTo>
                  <a:pt x="734555" y="27432"/>
                </a:lnTo>
                <a:lnTo>
                  <a:pt x="716267" y="47244"/>
                </a:lnTo>
                <a:lnTo>
                  <a:pt x="716267" y="57912"/>
                </a:lnTo>
                <a:lnTo>
                  <a:pt x="703440" y="81318"/>
                </a:lnTo>
                <a:lnTo>
                  <a:pt x="687882" y="103441"/>
                </a:lnTo>
                <a:lnTo>
                  <a:pt x="669772" y="124129"/>
                </a:lnTo>
                <a:lnTo>
                  <a:pt x="649211" y="143256"/>
                </a:lnTo>
                <a:lnTo>
                  <a:pt x="630313" y="127177"/>
                </a:lnTo>
                <a:lnTo>
                  <a:pt x="612254" y="108394"/>
                </a:lnTo>
                <a:lnTo>
                  <a:pt x="594779" y="86461"/>
                </a:lnTo>
                <a:lnTo>
                  <a:pt x="582726" y="68580"/>
                </a:lnTo>
                <a:lnTo>
                  <a:pt x="577583" y="60960"/>
                </a:lnTo>
                <a:lnTo>
                  <a:pt x="580631" y="57912"/>
                </a:lnTo>
                <a:lnTo>
                  <a:pt x="716267" y="57912"/>
                </a:lnTo>
                <a:lnTo>
                  <a:pt x="716267" y="47244"/>
                </a:lnTo>
                <a:lnTo>
                  <a:pt x="586727" y="47244"/>
                </a:lnTo>
                <a:lnTo>
                  <a:pt x="593585" y="37858"/>
                </a:lnTo>
                <a:lnTo>
                  <a:pt x="600443" y="30480"/>
                </a:lnTo>
                <a:lnTo>
                  <a:pt x="607301" y="25374"/>
                </a:lnTo>
                <a:lnTo>
                  <a:pt x="614159" y="22860"/>
                </a:lnTo>
                <a:lnTo>
                  <a:pt x="576059" y="0"/>
                </a:lnTo>
                <a:lnTo>
                  <a:pt x="552272" y="55499"/>
                </a:lnTo>
                <a:lnTo>
                  <a:pt x="521385" y="103251"/>
                </a:lnTo>
                <a:lnTo>
                  <a:pt x="484809" y="144399"/>
                </a:lnTo>
                <a:lnTo>
                  <a:pt x="464807" y="161544"/>
                </a:lnTo>
                <a:lnTo>
                  <a:pt x="469379" y="167640"/>
                </a:lnTo>
                <a:lnTo>
                  <a:pt x="499719" y="145084"/>
                </a:lnTo>
                <a:lnTo>
                  <a:pt x="526910" y="120967"/>
                </a:lnTo>
                <a:lnTo>
                  <a:pt x="551256" y="95415"/>
                </a:lnTo>
                <a:lnTo>
                  <a:pt x="573011" y="68580"/>
                </a:lnTo>
                <a:lnTo>
                  <a:pt x="586155" y="92862"/>
                </a:lnTo>
                <a:lnTo>
                  <a:pt x="600443" y="115443"/>
                </a:lnTo>
                <a:lnTo>
                  <a:pt x="615873" y="136296"/>
                </a:lnTo>
                <a:lnTo>
                  <a:pt x="632447" y="155448"/>
                </a:lnTo>
                <a:lnTo>
                  <a:pt x="594118" y="178015"/>
                </a:lnTo>
                <a:lnTo>
                  <a:pt x="549770" y="197739"/>
                </a:lnTo>
                <a:lnTo>
                  <a:pt x="499148" y="214591"/>
                </a:lnTo>
                <a:lnTo>
                  <a:pt x="441947" y="228600"/>
                </a:lnTo>
                <a:lnTo>
                  <a:pt x="444995" y="234696"/>
                </a:lnTo>
                <a:lnTo>
                  <a:pt x="506679" y="223850"/>
                </a:lnTo>
                <a:lnTo>
                  <a:pt x="561200" y="209740"/>
                </a:lnTo>
                <a:lnTo>
                  <a:pt x="608304" y="192468"/>
                </a:lnTo>
                <a:lnTo>
                  <a:pt x="647687" y="172212"/>
                </a:lnTo>
                <a:lnTo>
                  <a:pt x="679145" y="193929"/>
                </a:lnTo>
                <a:lnTo>
                  <a:pt x="716457" y="211074"/>
                </a:lnTo>
                <a:lnTo>
                  <a:pt x="759777" y="223647"/>
                </a:lnTo>
                <a:lnTo>
                  <a:pt x="809231" y="231648"/>
                </a:lnTo>
                <a:lnTo>
                  <a:pt x="812622" y="222453"/>
                </a:lnTo>
                <a:lnTo>
                  <a:pt x="820280" y="215265"/>
                </a:lnTo>
                <a:lnTo>
                  <a:pt x="831951" y="209778"/>
                </a:lnTo>
                <a:lnTo>
                  <a:pt x="847331" y="205740"/>
                </a:lnTo>
                <a:lnTo>
                  <a:pt x="847331" y="198120"/>
                </a:lnTo>
                <a:close/>
              </a:path>
              <a:path w="1295400" h="414654">
                <a:moveTo>
                  <a:pt x="996683" y="79235"/>
                </a:moveTo>
                <a:lnTo>
                  <a:pt x="995159" y="71615"/>
                </a:lnTo>
                <a:lnTo>
                  <a:pt x="994333" y="65887"/>
                </a:lnTo>
                <a:lnTo>
                  <a:pt x="991920" y="59994"/>
                </a:lnTo>
                <a:lnTo>
                  <a:pt x="952754" y="25590"/>
                </a:lnTo>
                <a:lnTo>
                  <a:pt x="937247" y="16751"/>
                </a:lnTo>
                <a:lnTo>
                  <a:pt x="934199" y="22847"/>
                </a:lnTo>
                <a:lnTo>
                  <a:pt x="945654" y="35661"/>
                </a:lnTo>
                <a:lnTo>
                  <a:pt x="954963" y="48755"/>
                </a:lnTo>
                <a:lnTo>
                  <a:pt x="962279" y="61861"/>
                </a:lnTo>
                <a:lnTo>
                  <a:pt x="967727" y="74663"/>
                </a:lnTo>
                <a:lnTo>
                  <a:pt x="970775" y="88379"/>
                </a:lnTo>
                <a:lnTo>
                  <a:pt x="975347" y="95999"/>
                </a:lnTo>
                <a:lnTo>
                  <a:pt x="981443" y="95999"/>
                </a:lnTo>
                <a:lnTo>
                  <a:pt x="984491" y="92951"/>
                </a:lnTo>
                <a:lnTo>
                  <a:pt x="989063" y="89903"/>
                </a:lnTo>
                <a:lnTo>
                  <a:pt x="993635" y="85331"/>
                </a:lnTo>
                <a:lnTo>
                  <a:pt x="996683" y="79235"/>
                </a:lnTo>
                <a:close/>
              </a:path>
              <a:path w="1295400" h="414654">
                <a:moveTo>
                  <a:pt x="1264907" y="114287"/>
                </a:moveTo>
                <a:lnTo>
                  <a:pt x="1240523" y="89903"/>
                </a:lnTo>
                <a:lnTo>
                  <a:pt x="1222235" y="108191"/>
                </a:lnTo>
                <a:lnTo>
                  <a:pt x="1141463" y="108191"/>
                </a:lnTo>
                <a:lnTo>
                  <a:pt x="1142415" y="65138"/>
                </a:lnTo>
                <a:lnTo>
                  <a:pt x="1158227" y="21323"/>
                </a:lnTo>
                <a:lnTo>
                  <a:pt x="1117079" y="3035"/>
                </a:lnTo>
                <a:lnTo>
                  <a:pt x="1117079" y="108191"/>
                </a:lnTo>
                <a:lnTo>
                  <a:pt x="1011923" y="108191"/>
                </a:lnTo>
                <a:lnTo>
                  <a:pt x="1027163" y="123431"/>
                </a:lnTo>
                <a:lnTo>
                  <a:pt x="1037475" y="121437"/>
                </a:lnTo>
                <a:lnTo>
                  <a:pt x="1047927" y="120002"/>
                </a:lnTo>
                <a:lnTo>
                  <a:pt x="1058672" y="119151"/>
                </a:lnTo>
                <a:lnTo>
                  <a:pt x="1069835" y="118859"/>
                </a:lnTo>
                <a:lnTo>
                  <a:pt x="1117079" y="118859"/>
                </a:lnTo>
                <a:lnTo>
                  <a:pt x="1109192" y="169697"/>
                </a:lnTo>
                <a:lnTo>
                  <a:pt x="1094574" y="216065"/>
                </a:lnTo>
                <a:lnTo>
                  <a:pt x="1073086" y="257886"/>
                </a:lnTo>
                <a:lnTo>
                  <a:pt x="1044562" y="295109"/>
                </a:lnTo>
                <a:lnTo>
                  <a:pt x="1008875" y="327647"/>
                </a:lnTo>
                <a:lnTo>
                  <a:pt x="1011923" y="332219"/>
                </a:lnTo>
                <a:lnTo>
                  <a:pt x="1054366" y="301840"/>
                </a:lnTo>
                <a:lnTo>
                  <a:pt x="1088466" y="265468"/>
                </a:lnTo>
                <a:lnTo>
                  <a:pt x="1114310" y="222935"/>
                </a:lnTo>
                <a:lnTo>
                  <a:pt x="1131951" y="174117"/>
                </a:lnTo>
                <a:lnTo>
                  <a:pt x="1141463" y="118859"/>
                </a:lnTo>
                <a:lnTo>
                  <a:pt x="1226807" y="118859"/>
                </a:lnTo>
                <a:lnTo>
                  <a:pt x="1220508" y="179755"/>
                </a:lnTo>
                <a:lnTo>
                  <a:pt x="1215186" y="227634"/>
                </a:lnTo>
                <a:lnTo>
                  <a:pt x="1206995" y="284975"/>
                </a:lnTo>
                <a:lnTo>
                  <a:pt x="1180426" y="317030"/>
                </a:lnTo>
                <a:lnTo>
                  <a:pt x="1166990" y="315074"/>
                </a:lnTo>
                <a:lnTo>
                  <a:pt x="1148422" y="311416"/>
                </a:lnTo>
                <a:lnTo>
                  <a:pt x="1124699" y="306311"/>
                </a:lnTo>
                <a:lnTo>
                  <a:pt x="1123175" y="313931"/>
                </a:lnTo>
                <a:lnTo>
                  <a:pt x="1142657" y="321411"/>
                </a:lnTo>
                <a:lnTo>
                  <a:pt x="1157846" y="330314"/>
                </a:lnTo>
                <a:lnTo>
                  <a:pt x="1169047" y="340944"/>
                </a:lnTo>
                <a:lnTo>
                  <a:pt x="1176515" y="353555"/>
                </a:lnTo>
                <a:lnTo>
                  <a:pt x="1188262" y="349554"/>
                </a:lnTo>
                <a:lnTo>
                  <a:pt x="1220927" y="321246"/>
                </a:lnTo>
                <a:lnTo>
                  <a:pt x="1234427" y="274307"/>
                </a:lnTo>
                <a:lnTo>
                  <a:pt x="1237284" y="250571"/>
                </a:lnTo>
                <a:lnTo>
                  <a:pt x="1241285" y="218109"/>
                </a:lnTo>
                <a:lnTo>
                  <a:pt x="1252715" y="126479"/>
                </a:lnTo>
                <a:lnTo>
                  <a:pt x="1260335" y="118859"/>
                </a:lnTo>
                <a:lnTo>
                  <a:pt x="1264907" y="114287"/>
                </a:lnTo>
                <a:close/>
              </a:path>
              <a:path w="1295400" h="414654">
                <a:moveTo>
                  <a:pt x="1295387" y="361175"/>
                </a:moveTo>
                <a:lnTo>
                  <a:pt x="1273416" y="363181"/>
                </a:lnTo>
                <a:lnTo>
                  <a:pt x="1251000" y="364604"/>
                </a:lnTo>
                <a:lnTo>
                  <a:pt x="1228318" y="365467"/>
                </a:lnTo>
                <a:lnTo>
                  <a:pt x="1205471" y="365747"/>
                </a:lnTo>
                <a:lnTo>
                  <a:pt x="1188402" y="366191"/>
                </a:lnTo>
                <a:lnTo>
                  <a:pt x="1103363" y="364223"/>
                </a:lnTo>
                <a:lnTo>
                  <a:pt x="1055357" y="358317"/>
                </a:lnTo>
                <a:lnTo>
                  <a:pt x="1007948" y="335508"/>
                </a:lnTo>
                <a:lnTo>
                  <a:pt x="986002" y="318503"/>
                </a:lnTo>
                <a:lnTo>
                  <a:pt x="985710" y="318274"/>
                </a:lnTo>
                <a:lnTo>
                  <a:pt x="976871" y="309359"/>
                </a:lnTo>
                <a:lnTo>
                  <a:pt x="976871" y="170675"/>
                </a:lnTo>
                <a:lnTo>
                  <a:pt x="988301" y="163055"/>
                </a:lnTo>
                <a:lnTo>
                  <a:pt x="995159" y="158483"/>
                </a:lnTo>
                <a:lnTo>
                  <a:pt x="970775" y="134099"/>
                </a:lnTo>
                <a:lnTo>
                  <a:pt x="950963" y="153911"/>
                </a:lnTo>
                <a:lnTo>
                  <a:pt x="882383" y="153911"/>
                </a:lnTo>
                <a:lnTo>
                  <a:pt x="897623" y="169151"/>
                </a:lnTo>
                <a:lnTo>
                  <a:pt x="907059" y="166281"/>
                </a:lnTo>
                <a:lnTo>
                  <a:pt x="917054" y="164388"/>
                </a:lnTo>
                <a:lnTo>
                  <a:pt x="927633" y="163372"/>
                </a:lnTo>
                <a:lnTo>
                  <a:pt x="938771" y="163055"/>
                </a:lnTo>
                <a:lnTo>
                  <a:pt x="955535" y="163055"/>
                </a:lnTo>
                <a:lnTo>
                  <a:pt x="955535" y="309359"/>
                </a:lnTo>
                <a:lnTo>
                  <a:pt x="934732" y="322249"/>
                </a:lnTo>
                <a:lnTo>
                  <a:pt x="899388" y="343446"/>
                </a:lnTo>
                <a:lnTo>
                  <a:pt x="885431" y="352031"/>
                </a:lnTo>
                <a:lnTo>
                  <a:pt x="909815" y="373367"/>
                </a:lnTo>
                <a:lnTo>
                  <a:pt x="916089" y="364223"/>
                </a:lnTo>
                <a:lnTo>
                  <a:pt x="923340" y="355079"/>
                </a:lnTo>
                <a:lnTo>
                  <a:pt x="955344" y="323075"/>
                </a:lnTo>
                <a:lnTo>
                  <a:pt x="964679" y="318503"/>
                </a:lnTo>
                <a:lnTo>
                  <a:pt x="968971" y="319938"/>
                </a:lnTo>
                <a:lnTo>
                  <a:pt x="974966" y="324218"/>
                </a:lnTo>
                <a:lnTo>
                  <a:pt x="982687" y="331368"/>
                </a:lnTo>
                <a:lnTo>
                  <a:pt x="1002144" y="351993"/>
                </a:lnTo>
                <a:lnTo>
                  <a:pt x="1014018" y="361175"/>
                </a:lnTo>
                <a:lnTo>
                  <a:pt x="1061313" y="382447"/>
                </a:lnTo>
                <a:lnTo>
                  <a:pt x="1103515" y="389928"/>
                </a:lnTo>
                <a:lnTo>
                  <a:pt x="1155750" y="393420"/>
                </a:lnTo>
                <a:lnTo>
                  <a:pt x="1260335" y="394703"/>
                </a:lnTo>
                <a:lnTo>
                  <a:pt x="1262608" y="387019"/>
                </a:lnTo>
                <a:lnTo>
                  <a:pt x="1269288" y="380034"/>
                </a:lnTo>
                <a:lnTo>
                  <a:pt x="1280274" y="373926"/>
                </a:lnTo>
                <a:lnTo>
                  <a:pt x="1295387" y="368795"/>
                </a:lnTo>
                <a:lnTo>
                  <a:pt x="1295387" y="366369"/>
                </a:lnTo>
                <a:lnTo>
                  <a:pt x="1295387" y="36117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" name="object 36"/>
          <p:cNvSpPr/>
          <p:nvPr/>
        </p:nvSpPr>
        <p:spPr>
          <a:xfrm>
            <a:off x="1397508" y="4954523"/>
            <a:ext cx="405765" cy="379730"/>
          </a:xfrm>
          <a:custGeom>
            <a:avLst/>
            <a:gdLst/>
            <a:ahLst/>
            <a:cxnLst/>
            <a:rect l="l" t="t" r="r" b="b"/>
            <a:pathLst>
              <a:path w="405764" h="379729">
                <a:moveTo>
                  <a:pt x="15240" y="41148"/>
                </a:moveTo>
                <a:lnTo>
                  <a:pt x="0" y="25908"/>
                </a:lnTo>
                <a:lnTo>
                  <a:pt x="342900" y="25908"/>
                </a:lnTo>
                <a:lnTo>
                  <a:pt x="368808" y="0"/>
                </a:lnTo>
                <a:lnTo>
                  <a:pt x="405384" y="36576"/>
                </a:lnTo>
                <a:lnTo>
                  <a:pt x="57912" y="36576"/>
                </a:lnTo>
                <a:lnTo>
                  <a:pt x="46743" y="36861"/>
                </a:lnTo>
                <a:lnTo>
                  <a:pt x="36004" y="37719"/>
                </a:lnTo>
                <a:lnTo>
                  <a:pt x="25550" y="39147"/>
                </a:lnTo>
                <a:lnTo>
                  <a:pt x="15240" y="41148"/>
                </a:lnTo>
                <a:close/>
              </a:path>
              <a:path w="405764" h="379729">
                <a:moveTo>
                  <a:pt x="320119" y="336804"/>
                </a:moveTo>
                <a:lnTo>
                  <a:pt x="275843" y="336804"/>
                </a:lnTo>
                <a:lnTo>
                  <a:pt x="286464" y="335994"/>
                </a:lnTo>
                <a:lnTo>
                  <a:pt x="293370" y="331470"/>
                </a:lnTo>
                <a:lnTo>
                  <a:pt x="296846" y="323516"/>
                </a:lnTo>
                <a:lnTo>
                  <a:pt x="297180" y="312420"/>
                </a:lnTo>
                <a:lnTo>
                  <a:pt x="297180" y="36576"/>
                </a:lnTo>
                <a:lnTo>
                  <a:pt x="321563" y="36576"/>
                </a:lnTo>
                <a:lnTo>
                  <a:pt x="321563" y="318515"/>
                </a:lnTo>
                <a:lnTo>
                  <a:pt x="320119" y="336804"/>
                </a:lnTo>
                <a:close/>
              </a:path>
              <a:path w="405764" h="379729">
                <a:moveTo>
                  <a:pt x="217830" y="106680"/>
                </a:moveTo>
                <a:lnTo>
                  <a:pt x="185928" y="106680"/>
                </a:lnTo>
                <a:lnTo>
                  <a:pt x="196595" y="89916"/>
                </a:lnTo>
                <a:lnTo>
                  <a:pt x="217830" y="106680"/>
                </a:lnTo>
                <a:close/>
              </a:path>
              <a:path w="405764" h="379729">
                <a:moveTo>
                  <a:pt x="62484" y="297180"/>
                </a:moveTo>
                <a:lnTo>
                  <a:pt x="63365" y="267414"/>
                </a:lnTo>
                <a:lnTo>
                  <a:pt x="63817" y="239649"/>
                </a:lnTo>
                <a:lnTo>
                  <a:pt x="63868" y="231648"/>
                </a:lnTo>
                <a:lnTo>
                  <a:pt x="63984" y="165830"/>
                </a:lnTo>
                <a:lnTo>
                  <a:pt x="63817" y="142113"/>
                </a:lnTo>
                <a:lnTo>
                  <a:pt x="63348" y="117348"/>
                </a:lnTo>
                <a:lnTo>
                  <a:pt x="62484" y="92964"/>
                </a:lnTo>
                <a:lnTo>
                  <a:pt x="89916" y="106680"/>
                </a:lnTo>
                <a:lnTo>
                  <a:pt x="217830" y="106680"/>
                </a:lnTo>
                <a:lnTo>
                  <a:pt x="225552" y="112776"/>
                </a:lnTo>
                <a:lnTo>
                  <a:pt x="220408" y="117348"/>
                </a:lnTo>
                <a:lnTo>
                  <a:pt x="88392" y="117348"/>
                </a:lnTo>
                <a:lnTo>
                  <a:pt x="88392" y="237744"/>
                </a:lnTo>
                <a:lnTo>
                  <a:pt x="212182" y="237744"/>
                </a:lnTo>
                <a:lnTo>
                  <a:pt x="212454" y="248412"/>
                </a:lnTo>
                <a:lnTo>
                  <a:pt x="88392" y="248412"/>
                </a:lnTo>
                <a:lnTo>
                  <a:pt x="88392" y="288036"/>
                </a:lnTo>
                <a:lnTo>
                  <a:pt x="62484" y="297180"/>
                </a:lnTo>
                <a:close/>
              </a:path>
              <a:path w="405764" h="379729">
                <a:moveTo>
                  <a:pt x="212182" y="237744"/>
                </a:moveTo>
                <a:lnTo>
                  <a:pt x="187452" y="237744"/>
                </a:lnTo>
                <a:lnTo>
                  <a:pt x="187452" y="117348"/>
                </a:lnTo>
                <a:lnTo>
                  <a:pt x="220408" y="117348"/>
                </a:lnTo>
                <a:lnTo>
                  <a:pt x="211836" y="124968"/>
                </a:lnTo>
                <a:lnTo>
                  <a:pt x="211859" y="215074"/>
                </a:lnTo>
                <a:lnTo>
                  <a:pt x="212026" y="231648"/>
                </a:lnTo>
                <a:lnTo>
                  <a:pt x="212182" y="237744"/>
                </a:lnTo>
                <a:close/>
              </a:path>
              <a:path w="405764" h="379729">
                <a:moveTo>
                  <a:pt x="187452" y="278891"/>
                </a:moveTo>
                <a:lnTo>
                  <a:pt x="187452" y="248412"/>
                </a:lnTo>
                <a:lnTo>
                  <a:pt x="212454" y="248412"/>
                </a:lnTo>
                <a:lnTo>
                  <a:pt x="212478" y="249364"/>
                </a:lnTo>
                <a:lnTo>
                  <a:pt x="213360" y="268224"/>
                </a:lnTo>
                <a:lnTo>
                  <a:pt x="187452" y="278891"/>
                </a:lnTo>
                <a:close/>
              </a:path>
              <a:path w="405764" h="379729">
                <a:moveTo>
                  <a:pt x="283464" y="379476"/>
                </a:moveTo>
                <a:lnTo>
                  <a:pt x="278034" y="368355"/>
                </a:lnTo>
                <a:lnTo>
                  <a:pt x="266319" y="357949"/>
                </a:lnTo>
                <a:lnTo>
                  <a:pt x="248316" y="348400"/>
                </a:lnTo>
                <a:lnTo>
                  <a:pt x="224028" y="339852"/>
                </a:lnTo>
                <a:lnTo>
                  <a:pt x="224028" y="330708"/>
                </a:lnTo>
                <a:lnTo>
                  <a:pt x="236839" y="332732"/>
                </a:lnTo>
                <a:lnTo>
                  <a:pt x="249936" y="334327"/>
                </a:lnTo>
                <a:lnTo>
                  <a:pt x="275843" y="336804"/>
                </a:lnTo>
                <a:lnTo>
                  <a:pt x="320119" y="336804"/>
                </a:lnTo>
                <a:lnTo>
                  <a:pt x="319897" y="339613"/>
                </a:lnTo>
                <a:lnTo>
                  <a:pt x="312800" y="356997"/>
                </a:lnTo>
                <a:lnTo>
                  <a:pt x="300561" y="370379"/>
                </a:lnTo>
                <a:lnTo>
                  <a:pt x="283464" y="37947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" name="object 37"/>
          <p:cNvSpPr/>
          <p:nvPr/>
        </p:nvSpPr>
        <p:spPr>
          <a:xfrm>
            <a:off x="1856232" y="4933188"/>
            <a:ext cx="387350" cy="407034"/>
          </a:xfrm>
          <a:custGeom>
            <a:avLst/>
            <a:gdLst/>
            <a:ahLst/>
            <a:cxnLst/>
            <a:rect l="l" t="t" r="r" b="b"/>
            <a:pathLst>
              <a:path w="387350" h="407035">
                <a:moveTo>
                  <a:pt x="16764" y="137160"/>
                </a:moveTo>
                <a:lnTo>
                  <a:pt x="0" y="103632"/>
                </a:lnTo>
                <a:lnTo>
                  <a:pt x="9739" y="101346"/>
                </a:lnTo>
                <a:lnTo>
                  <a:pt x="20764" y="94488"/>
                </a:lnTo>
                <a:lnTo>
                  <a:pt x="47244" y="67056"/>
                </a:lnTo>
                <a:lnTo>
                  <a:pt x="72390" y="32385"/>
                </a:lnTo>
                <a:lnTo>
                  <a:pt x="88392" y="0"/>
                </a:lnTo>
                <a:lnTo>
                  <a:pt x="120396" y="25908"/>
                </a:lnTo>
                <a:lnTo>
                  <a:pt x="86320" y="47553"/>
                </a:lnTo>
                <a:lnTo>
                  <a:pt x="60007" y="75842"/>
                </a:lnTo>
                <a:lnTo>
                  <a:pt x="48006" y="88582"/>
                </a:lnTo>
                <a:lnTo>
                  <a:pt x="37147" y="99321"/>
                </a:lnTo>
                <a:lnTo>
                  <a:pt x="27432" y="108204"/>
                </a:lnTo>
                <a:lnTo>
                  <a:pt x="193337" y="108204"/>
                </a:lnTo>
                <a:lnTo>
                  <a:pt x="193442" y="111252"/>
                </a:lnTo>
                <a:lnTo>
                  <a:pt x="163068" y="111252"/>
                </a:lnTo>
                <a:lnTo>
                  <a:pt x="147042" y="112680"/>
                </a:lnTo>
                <a:lnTo>
                  <a:pt x="107561" y="117252"/>
                </a:lnTo>
                <a:lnTo>
                  <a:pt x="60698" y="123229"/>
                </a:lnTo>
                <a:lnTo>
                  <a:pt x="27027" y="131754"/>
                </a:lnTo>
                <a:lnTo>
                  <a:pt x="16764" y="137160"/>
                </a:lnTo>
                <a:close/>
              </a:path>
              <a:path w="387350" h="407035">
                <a:moveTo>
                  <a:pt x="193337" y="108204"/>
                </a:moveTo>
                <a:lnTo>
                  <a:pt x="27432" y="108204"/>
                </a:lnTo>
                <a:lnTo>
                  <a:pt x="160020" y="103632"/>
                </a:lnTo>
                <a:lnTo>
                  <a:pt x="152257" y="89868"/>
                </a:lnTo>
                <a:lnTo>
                  <a:pt x="144780" y="78105"/>
                </a:lnTo>
                <a:lnTo>
                  <a:pt x="137302" y="68056"/>
                </a:lnTo>
                <a:lnTo>
                  <a:pt x="129540" y="59436"/>
                </a:lnTo>
                <a:lnTo>
                  <a:pt x="134112" y="53340"/>
                </a:lnTo>
                <a:lnTo>
                  <a:pt x="170330" y="78200"/>
                </a:lnTo>
                <a:lnTo>
                  <a:pt x="193309" y="107418"/>
                </a:lnTo>
                <a:lnTo>
                  <a:pt x="193337" y="108204"/>
                </a:lnTo>
                <a:close/>
              </a:path>
              <a:path w="387350" h="407035">
                <a:moveTo>
                  <a:pt x="178308" y="138684"/>
                </a:moveTo>
                <a:lnTo>
                  <a:pt x="173736" y="138684"/>
                </a:lnTo>
                <a:lnTo>
                  <a:pt x="172212" y="137160"/>
                </a:lnTo>
                <a:lnTo>
                  <a:pt x="172212" y="134112"/>
                </a:lnTo>
                <a:lnTo>
                  <a:pt x="169164" y="128016"/>
                </a:lnTo>
                <a:lnTo>
                  <a:pt x="166116" y="120396"/>
                </a:lnTo>
                <a:lnTo>
                  <a:pt x="163068" y="111252"/>
                </a:lnTo>
                <a:lnTo>
                  <a:pt x="193442" y="111252"/>
                </a:lnTo>
                <a:lnTo>
                  <a:pt x="193548" y="121920"/>
                </a:lnTo>
                <a:lnTo>
                  <a:pt x="190500" y="128016"/>
                </a:lnTo>
                <a:lnTo>
                  <a:pt x="181356" y="137160"/>
                </a:lnTo>
                <a:lnTo>
                  <a:pt x="178308" y="138684"/>
                </a:lnTo>
                <a:close/>
              </a:path>
              <a:path w="387350" h="407035">
                <a:moveTo>
                  <a:pt x="169875" y="163068"/>
                </a:moveTo>
                <a:lnTo>
                  <a:pt x="137160" y="163068"/>
                </a:lnTo>
                <a:lnTo>
                  <a:pt x="150876" y="146304"/>
                </a:lnTo>
                <a:lnTo>
                  <a:pt x="169875" y="163068"/>
                </a:lnTo>
                <a:close/>
              </a:path>
              <a:path w="387350" h="407035">
                <a:moveTo>
                  <a:pt x="22860" y="406908"/>
                </a:moveTo>
                <a:lnTo>
                  <a:pt x="23741" y="384881"/>
                </a:lnTo>
                <a:lnTo>
                  <a:pt x="24193" y="355282"/>
                </a:lnTo>
                <a:lnTo>
                  <a:pt x="24304" y="216407"/>
                </a:lnTo>
                <a:lnTo>
                  <a:pt x="24193" y="192786"/>
                </a:lnTo>
                <a:lnTo>
                  <a:pt x="23741" y="166497"/>
                </a:lnTo>
                <a:lnTo>
                  <a:pt x="22860" y="149352"/>
                </a:lnTo>
                <a:lnTo>
                  <a:pt x="48768" y="163068"/>
                </a:lnTo>
                <a:lnTo>
                  <a:pt x="169875" y="163068"/>
                </a:lnTo>
                <a:lnTo>
                  <a:pt x="176784" y="169164"/>
                </a:lnTo>
                <a:lnTo>
                  <a:pt x="171640" y="173736"/>
                </a:lnTo>
                <a:lnTo>
                  <a:pt x="48768" y="173736"/>
                </a:lnTo>
                <a:lnTo>
                  <a:pt x="48768" y="216407"/>
                </a:lnTo>
                <a:lnTo>
                  <a:pt x="163068" y="216407"/>
                </a:lnTo>
                <a:lnTo>
                  <a:pt x="163068" y="227076"/>
                </a:lnTo>
                <a:lnTo>
                  <a:pt x="48768" y="227076"/>
                </a:lnTo>
                <a:lnTo>
                  <a:pt x="48768" y="277368"/>
                </a:lnTo>
                <a:lnTo>
                  <a:pt x="163068" y="277368"/>
                </a:lnTo>
                <a:lnTo>
                  <a:pt x="163068" y="288036"/>
                </a:lnTo>
                <a:lnTo>
                  <a:pt x="48768" y="288036"/>
                </a:lnTo>
                <a:lnTo>
                  <a:pt x="48768" y="393192"/>
                </a:lnTo>
                <a:lnTo>
                  <a:pt x="22860" y="406908"/>
                </a:lnTo>
                <a:close/>
              </a:path>
              <a:path w="387350" h="407035">
                <a:moveTo>
                  <a:pt x="163068" y="216407"/>
                </a:moveTo>
                <a:lnTo>
                  <a:pt x="140208" y="216407"/>
                </a:lnTo>
                <a:lnTo>
                  <a:pt x="140208" y="173736"/>
                </a:lnTo>
                <a:lnTo>
                  <a:pt x="171640" y="173736"/>
                </a:lnTo>
                <a:lnTo>
                  <a:pt x="163068" y="181356"/>
                </a:lnTo>
                <a:lnTo>
                  <a:pt x="163068" y="216407"/>
                </a:lnTo>
                <a:close/>
              </a:path>
              <a:path w="387350" h="407035">
                <a:moveTo>
                  <a:pt x="163068" y="277368"/>
                </a:moveTo>
                <a:lnTo>
                  <a:pt x="140208" y="277368"/>
                </a:lnTo>
                <a:lnTo>
                  <a:pt x="140208" y="227076"/>
                </a:lnTo>
                <a:lnTo>
                  <a:pt x="163068" y="227076"/>
                </a:lnTo>
                <a:lnTo>
                  <a:pt x="163068" y="277368"/>
                </a:lnTo>
                <a:close/>
              </a:path>
              <a:path w="387350" h="407035">
                <a:moveTo>
                  <a:pt x="162681" y="368808"/>
                </a:moveTo>
                <a:lnTo>
                  <a:pt x="137160" y="368808"/>
                </a:lnTo>
                <a:lnTo>
                  <a:pt x="140208" y="362712"/>
                </a:lnTo>
                <a:lnTo>
                  <a:pt x="140208" y="288036"/>
                </a:lnTo>
                <a:lnTo>
                  <a:pt x="163068" y="288036"/>
                </a:lnTo>
                <a:lnTo>
                  <a:pt x="163068" y="358139"/>
                </a:lnTo>
                <a:lnTo>
                  <a:pt x="162681" y="368808"/>
                </a:lnTo>
                <a:close/>
              </a:path>
              <a:path w="387350" h="407035">
                <a:moveTo>
                  <a:pt x="128016" y="406908"/>
                </a:moveTo>
                <a:lnTo>
                  <a:pt x="125182" y="396073"/>
                </a:lnTo>
                <a:lnTo>
                  <a:pt x="116776" y="386524"/>
                </a:lnTo>
                <a:lnTo>
                  <a:pt x="102941" y="378404"/>
                </a:lnTo>
                <a:lnTo>
                  <a:pt x="83820" y="371856"/>
                </a:lnTo>
                <a:lnTo>
                  <a:pt x="83820" y="364236"/>
                </a:lnTo>
                <a:lnTo>
                  <a:pt x="98655" y="366236"/>
                </a:lnTo>
                <a:lnTo>
                  <a:pt x="111061" y="367665"/>
                </a:lnTo>
                <a:lnTo>
                  <a:pt x="120896" y="368522"/>
                </a:lnTo>
                <a:lnTo>
                  <a:pt x="128016" y="368808"/>
                </a:lnTo>
                <a:lnTo>
                  <a:pt x="162681" y="368808"/>
                </a:lnTo>
                <a:lnTo>
                  <a:pt x="162520" y="373260"/>
                </a:lnTo>
                <a:lnTo>
                  <a:pt x="156400" y="386524"/>
                </a:lnTo>
                <a:lnTo>
                  <a:pt x="144851" y="397787"/>
                </a:lnTo>
                <a:lnTo>
                  <a:pt x="128016" y="406908"/>
                </a:lnTo>
                <a:close/>
              </a:path>
              <a:path w="387350" h="407035">
                <a:moveTo>
                  <a:pt x="332232" y="182880"/>
                </a:moveTo>
                <a:lnTo>
                  <a:pt x="259080" y="182880"/>
                </a:lnTo>
                <a:lnTo>
                  <a:pt x="243078" y="181094"/>
                </a:lnTo>
                <a:lnTo>
                  <a:pt x="231648" y="175450"/>
                </a:lnTo>
                <a:lnTo>
                  <a:pt x="224790" y="165520"/>
                </a:lnTo>
                <a:lnTo>
                  <a:pt x="222504" y="150876"/>
                </a:lnTo>
                <a:lnTo>
                  <a:pt x="222428" y="83605"/>
                </a:lnTo>
                <a:lnTo>
                  <a:pt x="222313" y="55054"/>
                </a:lnTo>
                <a:lnTo>
                  <a:pt x="221861" y="26360"/>
                </a:lnTo>
                <a:lnTo>
                  <a:pt x="220980" y="10668"/>
                </a:lnTo>
                <a:lnTo>
                  <a:pt x="260604" y="27432"/>
                </a:lnTo>
                <a:lnTo>
                  <a:pt x="245364" y="41148"/>
                </a:lnTo>
                <a:lnTo>
                  <a:pt x="245364" y="102108"/>
                </a:lnTo>
                <a:lnTo>
                  <a:pt x="269052" y="102108"/>
                </a:lnTo>
                <a:lnTo>
                  <a:pt x="265628" y="103560"/>
                </a:lnTo>
                <a:lnTo>
                  <a:pt x="245364" y="111252"/>
                </a:lnTo>
                <a:lnTo>
                  <a:pt x="245364" y="144780"/>
                </a:lnTo>
                <a:lnTo>
                  <a:pt x="246840" y="152781"/>
                </a:lnTo>
                <a:lnTo>
                  <a:pt x="251460" y="158496"/>
                </a:lnTo>
                <a:lnTo>
                  <a:pt x="259508" y="161925"/>
                </a:lnTo>
                <a:lnTo>
                  <a:pt x="271272" y="163068"/>
                </a:lnTo>
                <a:lnTo>
                  <a:pt x="380259" y="163068"/>
                </a:lnTo>
                <a:lnTo>
                  <a:pt x="375094" y="170021"/>
                </a:lnTo>
                <a:lnTo>
                  <a:pt x="364236" y="177165"/>
                </a:lnTo>
                <a:lnTo>
                  <a:pt x="349948" y="181451"/>
                </a:lnTo>
                <a:lnTo>
                  <a:pt x="332232" y="182880"/>
                </a:lnTo>
                <a:close/>
              </a:path>
              <a:path w="387350" h="407035">
                <a:moveTo>
                  <a:pt x="269052" y="102108"/>
                </a:moveTo>
                <a:lnTo>
                  <a:pt x="245364" y="102108"/>
                </a:lnTo>
                <a:lnTo>
                  <a:pt x="270176" y="87844"/>
                </a:lnTo>
                <a:lnTo>
                  <a:pt x="291846" y="72580"/>
                </a:lnTo>
                <a:lnTo>
                  <a:pt x="310086" y="56459"/>
                </a:lnTo>
                <a:lnTo>
                  <a:pt x="324612" y="39624"/>
                </a:lnTo>
                <a:lnTo>
                  <a:pt x="350520" y="70104"/>
                </a:lnTo>
                <a:lnTo>
                  <a:pt x="335280" y="71628"/>
                </a:lnTo>
                <a:lnTo>
                  <a:pt x="310729" y="83605"/>
                </a:lnTo>
                <a:lnTo>
                  <a:pt x="287464" y="94297"/>
                </a:lnTo>
                <a:lnTo>
                  <a:pt x="269052" y="102108"/>
                </a:lnTo>
                <a:close/>
              </a:path>
              <a:path w="387350" h="407035">
                <a:moveTo>
                  <a:pt x="380259" y="163068"/>
                </a:moveTo>
                <a:lnTo>
                  <a:pt x="330708" y="163068"/>
                </a:lnTo>
                <a:lnTo>
                  <a:pt x="337851" y="161067"/>
                </a:lnTo>
                <a:lnTo>
                  <a:pt x="343281" y="157353"/>
                </a:lnTo>
                <a:lnTo>
                  <a:pt x="350520" y="100584"/>
                </a:lnTo>
                <a:lnTo>
                  <a:pt x="358140" y="100584"/>
                </a:lnTo>
                <a:lnTo>
                  <a:pt x="362712" y="138684"/>
                </a:lnTo>
                <a:lnTo>
                  <a:pt x="382524" y="160019"/>
                </a:lnTo>
                <a:lnTo>
                  <a:pt x="380259" y="163068"/>
                </a:lnTo>
                <a:close/>
              </a:path>
              <a:path w="387350" h="407035">
                <a:moveTo>
                  <a:pt x="335280" y="393192"/>
                </a:moveTo>
                <a:lnTo>
                  <a:pt x="256032" y="393192"/>
                </a:lnTo>
                <a:lnTo>
                  <a:pt x="239791" y="391191"/>
                </a:lnTo>
                <a:lnTo>
                  <a:pt x="227838" y="385191"/>
                </a:lnTo>
                <a:lnTo>
                  <a:pt x="220456" y="375189"/>
                </a:lnTo>
                <a:lnTo>
                  <a:pt x="217932" y="361187"/>
                </a:lnTo>
                <a:lnTo>
                  <a:pt x="217670" y="300870"/>
                </a:lnTo>
                <a:lnTo>
                  <a:pt x="216979" y="254698"/>
                </a:lnTo>
                <a:lnTo>
                  <a:pt x="216003" y="222527"/>
                </a:lnTo>
                <a:lnTo>
                  <a:pt x="214884" y="204216"/>
                </a:lnTo>
                <a:lnTo>
                  <a:pt x="256032" y="224028"/>
                </a:lnTo>
                <a:lnTo>
                  <a:pt x="239268" y="236219"/>
                </a:lnTo>
                <a:lnTo>
                  <a:pt x="239268" y="292607"/>
                </a:lnTo>
                <a:lnTo>
                  <a:pt x="259176" y="292607"/>
                </a:lnTo>
                <a:lnTo>
                  <a:pt x="239268" y="301752"/>
                </a:lnTo>
                <a:lnTo>
                  <a:pt x="239268" y="345948"/>
                </a:lnTo>
                <a:lnTo>
                  <a:pt x="240958" y="357925"/>
                </a:lnTo>
                <a:lnTo>
                  <a:pt x="245935" y="366331"/>
                </a:lnTo>
                <a:lnTo>
                  <a:pt x="254055" y="371022"/>
                </a:lnTo>
                <a:lnTo>
                  <a:pt x="265175" y="371856"/>
                </a:lnTo>
                <a:lnTo>
                  <a:pt x="384157" y="371856"/>
                </a:lnTo>
                <a:lnTo>
                  <a:pt x="380499" y="377547"/>
                </a:lnTo>
                <a:lnTo>
                  <a:pt x="369760" y="385381"/>
                </a:lnTo>
                <a:lnTo>
                  <a:pt x="354734" y="390644"/>
                </a:lnTo>
                <a:lnTo>
                  <a:pt x="335280" y="393192"/>
                </a:lnTo>
                <a:close/>
              </a:path>
              <a:path w="387350" h="407035">
                <a:moveTo>
                  <a:pt x="259176" y="292607"/>
                </a:moveTo>
                <a:lnTo>
                  <a:pt x="239268" y="292607"/>
                </a:lnTo>
                <a:lnTo>
                  <a:pt x="268128" y="275129"/>
                </a:lnTo>
                <a:lnTo>
                  <a:pt x="292989" y="256794"/>
                </a:lnTo>
                <a:lnTo>
                  <a:pt x="313848" y="237315"/>
                </a:lnTo>
                <a:lnTo>
                  <a:pt x="330708" y="216407"/>
                </a:lnTo>
                <a:lnTo>
                  <a:pt x="358140" y="249936"/>
                </a:lnTo>
                <a:lnTo>
                  <a:pt x="342900" y="249936"/>
                </a:lnTo>
                <a:lnTo>
                  <a:pt x="314920" y="265104"/>
                </a:lnTo>
                <a:lnTo>
                  <a:pt x="288226" y="278701"/>
                </a:lnTo>
                <a:lnTo>
                  <a:pt x="262961" y="290869"/>
                </a:lnTo>
                <a:lnTo>
                  <a:pt x="259176" y="292607"/>
                </a:lnTo>
                <a:close/>
              </a:path>
              <a:path w="387350" h="407035">
                <a:moveTo>
                  <a:pt x="384157" y="371856"/>
                </a:moveTo>
                <a:lnTo>
                  <a:pt x="333756" y="371856"/>
                </a:lnTo>
                <a:lnTo>
                  <a:pt x="342018" y="369546"/>
                </a:lnTo>
                <a:lnTo>
                  <a:pt x="348424" y="364807"/>
                </a:lnTo>
                <a:lnTo>
                  <a:pt x="352829" y="357497"/>
                </a:lnTo>
                <a:lnTo>
                  <a:pt x="355092" y="347472"/>
                </a:lnTo>
                <a:lnTo>
                  <a:pt x="355115" y="336875"/>
                </a:lnTo>
                <a:lnTo>
                  <a:pt x="355282" y="325564"/>
                </a:lnTo>
                <a:lnTo>
                  <a:pt x="355734" y="313396"/>
                </a:lnTo>
                <a:lnTo>
                  <a:pt x="356616" y="300228"/>
                </a:lnTo>
                <a:lnTo>
                  <a:pt x="362712" y="300228"/>
                </a:lnTo>
                <a:lnTo>
                  <a:pt x="363878" y="314229"/>
                </a:lnTo>
                <a:lnTo>
                  <a:pt x="365188" y="326517"/>
                </a:lnTo>
                <a:lnTo>
                  <a:pt x="380809" y="364378"/>
                </a:lnTo>
                <a:lnTo>
                  <a:pt x="387096" y="367284"/>
                </a:lnTo>
                <a:lnTo>
                  <a:pt x="384157" y="37185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" name="object 38"/>
          <p:cNvSpPr/>
          <p:nvPr/>
        </p:nvSpPr>
        <p:spPr>
          <a:xfrm>
            <a:off x="2319527" y="4934711"/>
            <a:ext cx="356870" cy="401320"/>
          </a:xfrm>
          <a:custGeom>
            <a:avLst/>
            <a:gdLst/>
            <a:ahLst/>
            <a:cxnLst/>
            <a:rect l="l" t="t" r="r" b="b"/>
            <a:pathLst>
              <a:path w="356869" h="401320">
                <a:moveTo>
                  <a:pt x="54864" y="89916"/>
                </a:moveTo>
                <a:lnTo>
                  <a:pt x="44196" y="89916"/>
                </a:lnTo>
                <a:lnTo>
                  <a:pt x="52197" y="62793"/>
                </a:lnTo>
                <a:lnTo>
                  <a:pt x="57912" y="38671"/>
                </a:lnTo>
                <a:lnTo>
                  <a:pt x="61341" y="17692"/>
                </a:lnTo>
                <a:lnTo>
                  <a:pt x="62484" y="0"/>
                </a:lnTo>
                <a:lnTo>
                  <a:pt x="102108" y="21336"/>
                </a:lnTo>
                <a:lnTo>
                  <a:pt x="92368" y="29051"/>
                </a:lnTo>
                <a:lnTo>
                  <a:pt x="81343" y="43053"/>
                </a:lnTo>
                <a:lnTo>
                  <a:pt x="68889" y="63341"/>
                </a:lnTo>
                <a:lnTo>
                  <a:pt x="54864" y="89916"/>
                </a:lnTo>
                <a:close/>
              </a:path>
              <a:path w="356869" h="401320">
                <a:moveTo>
                  <a:pt x="147828" y="192024"/>
                </a:moveTo>
                <a:lnTo>
                  <a:pt x="143256" y="187452"/>
                </a:lnTo>
                <a:lnTo>
                  <a:pt x="160377" y="160615"/>
                </a:lnTo>
                <a:lnTo>
                  <a:pt x="175069" y="135064"/>
                </a:lnTo>
                <a:lnTo>
                  <a:pt x="196596" y="88392"/>
                </a:lnTo>
                <a:lnTo>
                  <a:pt x="212407" y="44958"/>
                </a:lnTo>
                <a:lnTo>
                  <a:pt x="222503" y="1524"/>
                </a:lnTo>
                <a:lnTo>
                  <a:pt x="262127" y="24384"/>
                </a:lnTo>
                <a:lnTo>
                  <a:pt x="253507" y="32146"/>
                </a:lnTo>
                <a:lnTo>
                  <a:pt x="243459" y="46482"/>
                </a:lnTo>
                <a:lnTo>
                  <a:pt x="231695" y="67675"/>
                </a:lnTo>
                <a:lnTo>
                  <a:pt x="217932" y="96012"/>
                </a:lnTo>
                <a:lnTo>
                  <a:pt x="350520" y="96012"/>
                </a:lnTo>
                <a:lnTo>
                  <a:pt x="356616" y="102108"/>
                </a:lnTo>
                <a:lnTo>
                  <a:pt x="350901" y="106680"/>
                </a:lnTo>
                <a:lnTo>
                  <a:pt x="214884" y="106680"/>
                </a:lnTo>
                <a:lnTo>
                  <a:pt x="198834" y="130730"/>
                </a:lnTo>
                <a:lnTo>
                  <a:pt x="182499" y="152781"/>
                </a:lnTo>
                <a:lnTo>
                  <a:pt x="165592" y="173116"/>
                </a:lnTo>
                <a:lnTo>
                  <a:pt x="147828" y="192024"/>
                </a:lnTo>
                <a:close/>
              </a:path>
              <a:path w="356869" h="401320">
                <a:moveTo>
                  <a:pt x="146304" y="89916"/>
                </a:moveTo>
                <a:lnTo>
                  <a:pt x="111252" y="89916"/>
                </a:lnTo>
                <a:lnTo>
                  <a:pt x="129540" y="73152"/>
                </a:lnTo>
                <a:lnTo>
                  <a:pt x="146304" y="89916"/>
                </a:lnTo>
                <a:close/>
              </a:path>
              <a:path w="356869" h="401320">
                <a:moveTo>
                  <a:pt x="0" y="397764"/>
                </a:moveTo>
                <a:lnTo>
                  <a:pt x="1177" y="355092"/>
                </a:lnTo>
                <a:lnTo>
                  <a:pt x="2095" y="316992"/>
                </a:lnTo>
                <a:lnTo>
                  <a:pt x="2786" y="276463"/>
                </a:lnTo>
                <a:lnTo>
                  <a:pt x="2999" y="228600"/>
                </a:lnTo>
                <a:lnTo>
                  <a:pt x="2762" y="193929"/>
                </a:lnTo>
                <a:lnTo>
                  <a:pt x="2095" y="154876"/>
                </a:lnTo>
                <a:lnTo>
                  <a:pt x="1013" y="110942"/>
                </a:lnTo>
                <a:lnTo>
                  <a:pt x="0" y="74676"/>
                </a:lnTo>
                <a:lnTo>
                  <a:pt x="27432" y="89916"/>
                </a:lnTo>
                <a:lnTo>
                  <a:pt x="146304" y="89916"/>
                </a:lnTo>
                <a:lnTo>
                  <a:pt x="155448" y="99060"/>
                </a:lnTo>
                <a:lnTo>
                  <a:pt x="153352" y="100584"/>
                </a:lnTo>
                <a:lnTo>
                  <a:pt x="24384" y="100584"/>
                </a:lnTo>
                <a:lnTo>
                  <a:pt x="24384" y="211836"/>
                </a:lnTo>
                <a:lnTo>
                  <a:pt x="138729" y="211836"/>
                </a:lnTo>
                <a:lnTo>
                  <a:pt x="138743" y="222504"/>
                </a:lnTo>
                <a:lnTo>
                  <a:pt x="24384" y="222504"/>
                </a:lnTo>
                <a:lnTo>
                  <a:pt x="24384" y="344424"/>
                </a:lnTo>
                <a:lnTo>
                  <a:pt x="139438" y="344424"/>
                </a:lnTo>
                <a:lnTo>
                  <a:pt x="139552" y="350520"/>
                </a:lnTo>
                <a:lnTo>
                  <a:pt x="139661" y="355092"/>
                </a:lnTo>
                <a:lnTo>
                  <a:pt x="24384" y="355092"/>
                </a:lnTo>
                <a:lnTo>
                  <a:pt x="24384" y="384048"/>
                </a:lnTo>
                <a:lnTo>
                  <a:pt x="0" y="397764"/>
                </a:lnTo>
                <a:close/>
              </a:path>
              <a:path w="356869" h="401320">
                <a:moveTo>
                  <a:pt x="350520" y="96012"/>
                </a:moveTo>
                <a:lnTo>
                  <a:pt x="312420" y="96012"/>
                </a:lnTo>
                <a:lnTo>
                  <a:pt x="330708" y="76200"/>
                </a:lnTo>
                <a:lnTo>
                  <a:pt x="350520" y="96012"/>
                </a:lnTo>
                <a:close/>
              </a:path>
              <a:path w="356869" h="401320">
                <a:moveTo>
                  <a:pt x="138729" y="211836"/>
                </a:moveTo>
                <a:lnTo>
                  <a:pt x="115824" y="211836"/>
                </a:lnTo>
                <a:lnTo>
                  <a:pt x="115824" y="100584"/>
                </a:lnTo>
                <a:lnTo>
                  <a:pt x="153352" y="100584"/>
                </a:lnTo>
                <a:lnTo>
                  <a:pt x="138684" y="111252"/>
                </a:lnTo>
                <a:lnTo>
                  <a:pt x="138729" y="211836"/>
                </a:lnTo>
                <a:close/>
              </a:path>
              <a:path w="356869" h="401320">
                <a:moveTo>
                  <a:pt x="327433" y="359664"/>
                </a:moveTo>
                <a:lnTo>
                  <a:pt x="283464" y="359664"/>
                </a:lnTo>
                <a:lnTo>
                  <a:pt x="292631" y="357925"/>
                </a:lnTo>
                <a:lnTo>
                  <a:pt x="299656" y="352615"/>
                </a:lnTo>
                <a:lnTo>
                  <a:pt x="309895" y="305562"/>
                </a:lnTo>
                <a:lnTo>
                  <a:pt x="311658" y="259842"/>
                </a:lnTo>
                <a:lnTo>
                  <a:pt x="313456" y="192024"/>
                </a:lnTo>
                <a:lnTo>
                  <a:pt x="315467" y="106680"/>
                </a:lnTo>
                <a:lnTo>
                  <a:pt x="350901" y="106680"/>
                </a:lnTo>
                <a:lnTo>
                  <a:pt x="341376" y="114300"/>
                </a:lnTo>
                <a:lnTo>
                  <a:pt x="339547" y="188707"/>
                </a:lnTo>
                <a:lnTo>
                  <a:pt x="337718" y="249070"/>
                </a:lnTo>
                <a:lnTo>
                  <a:pt x="335889" y="295241"/>
                </a:lnTo>
                <a:lnTo>
                  <a:pt x="334060" y="327074"/>
                </a:lnTo>
                <a:lnTo>
                  <a:pt x="332232" y="344424"/>
                </a:lnTo>
                <a:lnTo>
                  <a:pt x="328517" y="357020"/>
                </a:lnTo>
                <a:lnTo>
                  <a:pt x="327433" y="359664"/>
                </a:lnTo>
                <a:close/>
              </a:path>
              <a:path w="356869" h="401320">
                <a:moveTo>
                  <a:pt x="233172" y="269748"/>
                </a:moveTo>
                <a:lnTo>
                  <a:pt x="230124" y="269748"/>
                </a:lnTo>
                <a:lnTo>
                  <a:pt x="226956" y="268295"/>
                </a:lnTo>
                <a:lnTo>
                  <a:pt x="224218" y="263842"/>
                </a:lnTo>
                <a:lnTo>
                  <a:pt x="221765" y="256246"/>
                </a:lnTo>
                <a:lnTo>
                  <a:pt x="219456" y="245364"/>
                </a:lnTo>
                <a:lnTo>
                  <a:pt x="214907" y="228219"/>
                </a:lnTo>
                <a:lnTo>
                  <a:pt x="208216" y="211074"/>
                </a:lnTo>
                <a:lnTo>
                  <a:pt x="199524" y="193929"/>
                </a:lnTo>
                <a:lnTo>
                  <a:pt x="188976" y="176784"/>
                </a:lnTo>
                <a:lnTo>
                  <a:pt x="192024" y="172212"/>
                </a:lnTo>
                <a:lnTo>
                  <a:pt x="224980" y="199644"/>
                </a:lnTo>
                <a:lnTo>
                  <a:pt x="246888" y="234696"/>
                </a:lnTo>
                <a:lnTo>
                  <a:pt x="246888" y="248412"/>
                </a:lnTo>
                <a:lnTo>
                  <a:pt x="245364" y="254508"/>
                </a:lnTo>
                <a:lnTo>
                  <a:pt x="236220" y="266700"/>
                </a:lnTo>
                <a:lnTo>
                  <a:pt x="233172" y="269748"/>
                </a:lnTo>
                <a:close/>
              </a:path>
              <a:path w="356869" h="401320">
                <a:moveTo>
                  <a:pt x="139438" y="344424"/>
                </a:moveTo>
                <a:lnTo>
                  <a:pt x="115824" y="344424"/>
                </a:lnTo>
                <a:lnTo>
                  <a:pt x="115824" y="222504"/>
                </a:lnTo>
                <a:lnTo>
                  <a:pt x="138743" y="222504"/>
                </a:lnTo>
                <a:lnTo>
                  <a:pt x="138861" y="269748"/>
                </a:lnTo>
                <a:lnTo>
                  <a:pt x="139022" y="305562"/>
                </a:lnTo>
                <a:lnTo>
                  <a:pt x="139438" y="344424"/>
                </a:lnTo>
                <a:close/>
              </a:path>
              <a:path w="356869" h="401320">
                <a:moveTo>
                  <a:pt x="278891" y="400812"/>
                </a:moveTo>
                <a:lnTo>
                  <a:pt x="271986" y="387953"/>
                </a:lnTo>
                <a:lnTo>
                  <a:pt x="260223" y="376809"/>
                </a:lnTo>
                <a:lnTo>
                  <a:pt x="243316" y="367379"/>
                </a:lnTo>
                <a:lnTo>
                  <a:pt x="220979" y="359664"/>
                </a:lnTo>
                <a:lnTo>
                  <a:pt x="220979" y="350520"/>
                </a:lnTo>
                <a:lnTo>
                  <a:pt x="241244" y="354520"/>
                </a:lnTo>
                <a:lnTo>
                  <a:pt x="258508" y="357378"/>
                </a:lnTo>
                <a:lnTo>
                  <a:pt x="272629" y="359092"/>
                </a:lnTo>
                <a:lnTo>
                  <a:pt x="283464" y="359664"/>
                </a:lnTo>
                <a:lnTo>
                  <a:pt x="327433" y="359664"/>
                </a:lnTo>
                <a:lnTo>
                  <a:pt x="324231" y="367474"/>
                </a:lnTo>
                <a:lnTo>
                  <a:pt x="290369" y="397097"/>
                </a:lnTo>
                <a:lnTo>
                  <a:pt x="278891" y="400812"/>
                </a:lnTo>
                <a:close/>
              </a:path>
              <a:path w="356869" h="401320">
                <a:moveTo>
                  <a:pt x="115824" y="391668"/>
                </a:moveTo>
                <a:lnTo>
                  <a:pt x="115824" y="355092"/>
                </a:lnTo>
                <a:lnTo>
                  <a:pt x="139661" y="355092"/>
                </a:lnTo>
                <a:lnTo>
                  <a:pt x="140208" y="377952"/>
                </a:lnTo>
                <a:lnTo>
                  <a:pt x="115824" y="39166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" name="object 39"/>
          <p:cNvSpPr/>
          <p:nvPr/>
        </p:nvSpPr>
        <p:spPr>
          <a:xfrm>
            <a:off x="2750820" y="4948427"/>
            <a:ext cx="373380" cy="381000"/>
          </a:xfrm>
          <a:custGeom>
            <a:avLst/>
            <a:gdLst/>
            <a:ahLst/>
            <a:cxnLst/>
            <a:rect l="l" t="t" r="r" b="b"/>
            <a:pathLst>
              <a:path w="373380" h="381000">
                <a:moveTo>
                  <a:pt x="24384" y="380999"/>
                </a:moveTo>
                <a:lnTo>
                  <a:pt x="0" y="358139"/>
                </a:lnTo>
                <a:lnTo>
                  <a:pt x="10668" y="347472"/>
                </a:lnTo>
                <a:lnTo>
                  <a:pt x="10668" y="106679"/>
                </a:lnTo>
                <a:lnTo>
                  <a:pt x="10477" y="58673"/>
                </a:lnTo>
                <a:lnTo>
                  <a:pt x="10025" y="34670"/>
                </a:lnTo>
                <a:lnTo>
                  <a:pt x="9144" y="10667"/>
                </a:lnTo>
                <a:lnTo>
                  <a:pt x="35052" y="24383"/>
                </a:lnTo>
                <a:lnTo>
                  <a:pt x="303275" y="24383"/>
                </a:lnTo>
                <a:lnTo>
                  <a:pt x="329183" y="0"/>
                </a:lnTo>
                <a:lnTo>
                  <a:pt x="359663" y="35051"/>
                </a:lnTo>
                <a:lnTo>
                  <a:pt x="240792" y="35051"/>
                </a:lnTo>
                <a:lnTo>
                  <a:pt x="240792" y="243839"/>
                </a:lnTo>
                <a:lnTo>
                  <a:pt x="241934" y="258079"/>
                </a:lnTo>
                <a:lnTo>
                  <a:pt x="245363" y="268604"/>
                </a:lnTo>
                <a:lnTo>
                  <a:pt x="251078" y="275129"/>
                </a:lnTo>
                <a:lnTo>
                  <a:pt x="259080" y="277367"/>
                </a:lnTo>
                <a:lnTo>
                  <a:pt x="306324" y="277367"/>
                </a:lnTo>
                <a:lnTo>
                  <a:pt x="326397" y="235577"/>
                </a:lnTo>
                <a:lnTo>
                  <a:pt x="327088" y="222313"/>
                </a:lnTo>
                <a:lnTo>
                  <a:pt x="329183" y="195071"/>
                </a:lnTo>
                <a:lnTo>
                  <a:pt x="336804" y="195071"/>
                </a:lnTo>
                <a:lnTo>
                  <a:pt x="337065" y="207621"/>
                </a:lnTo>
                <a:lnTo>
                  <a:pt x="337756" y="220027"/>
                </a:lnTo>
                <a:lnTo>
                  <a:pt x="346519" y="263271"/>
                </a:lnTo>
                <a:lnTo>
                  <a:pt x="361187" y="271272"/>
                </a:lnTo>
                <a:lnTo>
                  <a:pt x="353163" y="282368"/>
                </a:lnTo>
                <a:lnTo>
                  <a:pt x="342709" y="290322"/>
                </a:lnTo>
                <a:lnTo>
                  <a:pt x="329684" y="294846"/>
                </a:lnTo>
                <a:lnTo>
                  <a:pt x="313944" y="295655"/>
                </a:lnTo>
                <a:lnTo>
                  <a:pt x="248411" y="295655"/>
                </a:lnTo>
                <a:lnTo>
                  <a:pt x="234434" y="292488"/>
                </a:lnTo>
                <a:lnTo>
                  <a:pt x="224599" y="285178"/>
                </a:lnTo>
                <a:lnTo>
                  <a:pt x="219051" y="273581"/>
                </a:lnTo>
                <a:lnTo>
                  <a:pt x="217932" y="257555"/>
                </a:lnTo>
                <a:lnTo>
                  <a:pt x="217932" y="35051"/>
                </a:lnTo>
                <a:lnTo>
                  <a:pt x="144780" y="35051"/>
                </a:lnTo>
                <a:lnTo>
                  <a:pt x="143827" y="88391"/>
                </a:lnTo>
                <a:lnTo>
                  <a:pt x="141732" y="137159"/>
                </a:lnTo>
                <a:lnTo>
                  <a:pt x="133731" y="182879"/>
                </a:lnTo>
                <a:lnTo>
                  <a:pt x="118872" y="228599"/>
                </a:lnTo>
                <a:lnTo>
                  <a:pt x="94488" y="273177"/>
                </a:lnTo>
                <a:lnTo>
                  <a:pt x="56388" y="320039"/>
                </a:lnTo>
                <a:lnTo>
                  <a:pt x="50292" y="315467"/>
                </a:lnTo>
                <a:lnTo>
                  <a:pt x="66913" y="291131"/>
                </a:lnTo>
                <a:lnTo>
                  <a:pt x="80391" y="268223"/>
                </a:lnTo>
                <a:lnTo>
                  <a:pt x="99060" y="225551"/>
                </a:lnTo>
                <a:lnTo>
                  <a:pt x="110490" y="184594"/>
                </a:lnTo>
                <a:lnTo>
                  <a:pt x="117348" y="140207"/>
                </a:lnTo>
                <a:lnTo>
                  <a:pt x="119443" y="91058"/>
                </a:lnTo>
                <a:lnTo>
                  <a:pt x="120396" y="35051"/>
                </a:lnTo>
                <a:lnTo>
                  <a:pt x="35052" y="35051"/>
                </a:lnTo>
                <a:lnTo>
                  <a:pt x="35052" y="355091"/>
                </a:lnTo>
                <a:lnTo>
                  <a:pt x="310896" y="355091"/>
                </a:lnTo>
                <a:lnTo>
                  <a:pt x="336804" y="329184"/>
                </a:lnTo>
                <a:lnTo>
                  <a:pt x="373380" y="365760"/>
                </a:lnTo>
                <a:lnTo>
                  <a:pt x="36576" y="365760"/>
                </a:lnTo>
                <a:lnTo>
                  <a:pt x="24384" y="38099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" name="object 40"/>
          <p:cNvSpPr/>
          <p:nvPr/>
        </p:nvSpPr>
        <p:spPr>
          <a:xfrm>
            <a:off x="3172968" y="4931676"/>
            <a:ext cx="1740535" cy="411480"/>
          </a:xfrm>
          <a:custGeom>
            <a:avLst/>
            <a:gdLst/>
            <a:ahLst/>
            <a:cxnLst/>
            <a:rect l="l" t="t" r="r" b="b"/>
            <a:pathLst>
              <a:path w="1740535" h="411479">
                <a:moveTo>
                  <a:pt x="224028" y="51803"/>
                </a:moveTo>
                <a:lnTo>
                  <a:pt x="196596" y="19799"/>
                </a:lnTo>
                <a:lnTo>
                  <a:pt x="176784" y="41135"/>
                </a:lnTo>
                <a:lnTo>
                  <a:pt x="124968" y="41135"/>
                </a:lnTo>
                <a:lnTo>
                  <a:pt x="124968" y="51803"/>
                </a:lnTo>
                <a:lnTo>
                  <a:pt x="124968" y="106667"/>
                </a:lnTo>
                <a:lnTo>
                  <a:pt x="102108" y="106667"/>
                </a:lnTo>
                <a:lnTo>
                  <a:pt x="102108" y="51803"/>
                </a:lnTo>
                <a:lnTo>
                  <a:pt x="124968" y="51803"/>
                </a:lnTo>
                <a:lnTo>
                  <a:pt x="124968" y="41135"/>
                </a:lnTo>
                <a:lnTo>
                  <a:pt x="0" y="41135"/>
                </a:lnTo>
                <a:lnTo>
                  <a:pt x="16764" y="56375"/>
                </a:lnTo>
                <a:lnTo>
                  <a:pt x="26187" y="54381"/>
                </a:lnTo>
                <a:lnTo>
                  <a:pt x="36195" y="52946"/>
                </a:lnTo>
                <a:lnTo>
                  <a:pt x="46761" y="52095"/>
                </a:lnTo>
                <a:lnTo>
                  <a:pt x="57912" y="51803"/>
                </a:lnTo>
                <a:lnTo>
                  <a:pt x="80772" y="51803"/>
                </a:lnTo>
                <a:lnTo>
                  <a:pt x="80772" y="106667"/>
                </a:lnTo>
                <a:lnTo>
                  <a:pt x="80772" y="117335"/>
                </a:lnTo>
                <a:lnTo>
                  <a:pt x="78790" y="156489"/>
                </a:lnTo>
                <a:lnTo>
                  <a:pt x="72961" y="189344"/>
                </a:lnTo>
                <a:lnTo>
                  <a:pt x="63411" y="215925"/>
                </a:lnTo>
                <a:lnTo>
                  <a:pt x="50292" y="236207"/>
                </a:lnTo>
                <a:lnTo>
                  <a:pt x="50292" y="117335"/>
                </a:lnTo>
                <a:lnTo>
                  <a:pt x="80772" y="117335"/>
                </a:lnTo>
                <a:lnTo>
                  <a:pt x="80772" y="106667"/>
                </a:lnTo>
                <a:lnTo>
                  <a:pt x="50292" y="106667"/>
                </a:lnTo>
                <a:lnTo>
                  <a:pt x="25908" y="92951"/>
                </a:lnTo>
                <a:lnTo>
                  <a:pt x="26987" y="123431"/>
                </a:lnTo>
                <a:lnTo>
                  <a:pt x="28003" y="161150"/>
                </a:lnTo>
                <a:lnTo>
                  <a:pt x="28460" y="189344"/>
                </a:lnTo>
                <a:lnTo>
                  <a:pt x="28702" y="205727"/>
                </a:lnTo>
                <a:lnTo>
                  <a:pt x="28930" y="246875"/>
                </a:lnTo>
                <a:lnTo>
                  <a:pt x="28829" y="271259"/>
                </a:lnTo>
                <a:lnTo>
                  <a:pt x="28689" y="296456"/>
                </a:lnTo>
                <a:lnTo>
                  <a:pt x="28003" y="337553"/>
                </a:lnTo>
                <a:lnTo>
                  <a:pt x="27025" y="372948"/>
                </a:lnTo>
                <a:lnTo>
                  <a:pt x="25908" y="402323"/>
                </a:lnTo>
                <a:lnTo>
                  <a:pt x="50292" y="394703"/>
                </a:lnTo>
                <a:lnTo>
                  <a:pt x="50292" y="358127"/>
                </a:lnTo>
                <a:lnTo>
                  <a:pt x="176784" y="358127"/>
                </a:lnTo>
                <a:lnTo>
                  <a:pt x="176784" y="400799"/>
                </a:lnTo>
                <a:lnTo>
                  <a:pt x="201168" y="388607"/>
                </a:lnTo>
                <a:lnTo>
                  <a:pt x="200253" y="361035"/>
                </a:lnTo>
                <a:lnTo>
                  <a:pt x="200202" y="358127"/>
                </a:lnTo>
                <a:lnTo>
                  <a:pt x="199986" y="347459"/>
                </a:lnTo>
                <a:lnTo>
                  <a:pt x="199428" y="320509"/>
                </a:lnTo>
                <a:lnTo>
                  <a:pt x="198932" y="281927"/>
                </a:lnTo>
                <a:lnTo>
                  <a:pt x="198793" y="271259"/>
                </a:lnTo>
                <a:lnTo>
                  <a:pt x="198742" y="267258"/>
                </a:lnTo>
                <a:lnTo>
                  <a:pt x="198374" y="213347"/>
                </a:lnTo>
                <a:lnTo>
                  <a:pt x="198310" y="205727"/>
                </a:lnTo>
                <a:lnTo>
                  <a:pt x="198120" y="123431"/>
                </a:lnTo>
                <a:lnTo>
                  <a:pt x="205079" y="117335"/>
                </a:lnTo>
                <a:lnTo>
                  <a:pt x="210312" y="112763"/>
                </a:lnTo>
                <a:lnTo>
                  <a:pt x="203339" y="106667"/>
                </a:lnTo>
                <a:lnTo>
                  <a:pt x="185928" y="91427"/>
                </a:lnTo>
                <a:lnTo>
                  <a:pt x="176784" y="102857"/>
                </a:lnTo>
                <a:lnTo>
                  <a:pt x="176784" y="117335"/>
                </a:lnTo>
                <a:lnTo>
                  <a:pt x="176784" y="213347"/>
                </a:lnTo>
                <a:lnTo>
                  <a:pt x="176784" y="233159"/>
                </a:lnTo>
                <a:lnTo>
                  <a:pt x="176784" y="271259"/>
                </a:lnTo>
                <a:lnTo>
                  <a:pt x="176784" y="281927"/>
                </a:lnTo>
                <a:lnTo>
                  <a:pt x="176784" y="347459"/>
                </a:lnTo>
                <a:lnTo>
                  <a:pt x="50292" y="347459"/>
                </a:lnTo>
                <a:lnTo>
                  <a:pt x="50292" y="281927"/>
                </a:lnTo>
                <a:lnTo>
                  <a:pt x="176784" y="281927"/>
                </a:lnTo>
                <a:lnTo>
                  <a:pt x="176784" y="271259"/>
                </a:lnTo>
                <a:lnTo>
                  <a:pt x="50292" y="271259"/>
                </a:lnTo>
                <a:lnTo>
                  <a:pt x="50292" y="246875"/>
                </a:lnTo>
                <a:lnTo>
                  <a:pt x="61518" y="236207"/>
                </a:lnTo>
                <a:lnTo>
                  <a:pt x="73164" y="225145"/>
                </a:lnTo>
                <a:lnTo>
                  <a:pt x="89344" y="196392"/>
                </a:lnTo>
                <a:lnTo>
                  <a:pt x="98933" y="160515"/>
                </a:lnTo>
                <a:lnTo>
                  <a:pt x="102108" y="117335"/>
                </a:lnTo>
                <a:lnTo>
                  <a:pt x="124968" y="117335"/>
                </a:lnTo>
                <a:lnTo>
                  <a:pt x="124968" y="205727"/>
                </a:lnTo>
                <a:lnTo>
                  <a:pt x="126466" y="217728"/>
                </a:lnTo>
                <a:lnTo>
                  <a:pt x="131254" y="226301"/>
                </a:lnTo>
                <a:lnTo>
                  <a:pt x="139750" y="231444"/>
                </a:lnTo>
                <a:lnTo>
                  <a:pt x="152400" y="233159"/>
                </a:lnTo>
                <a:lnTo>
                  <a:pt x="176784" y="233159"/>
                </a:lnTo>
                <a:lnTo>
                  <a:pt x="176784" y="213347"/>
                </a:lnTo>
                <a:lnTo>
                  <a:pt x="150876" y="213347"/>
                </a:lnTo>
                <a:lnTo>
                  <a:pt x="146304" y="208775"/>
                </a:lnTo>
                <a:lnTo>
                  <a:pt x="146304" y="117335"/>
                </a:lnTo>
                <a:lnTo>
                  <a:pt x="176784" y="117335"/>
                </a:lnTo>
                <a:lnTo>
                  <a:pt x="176784" y="102857"/>
                </a:lnTo>
                <a:lnTo>
                  <a:pt x="173736" y="106667"/>
                </a:lnTo>
                <a:lnTo>
                  <a:pt x="146304" y="106667"/>
                </a:lnTo>
                <a:lnTo>
                  <a:pt x="146304" y="51803"/>
                </a:lnTo>
                <a:lnTo>
                  <a:pt x="224028" y="51803"/>
                </a:lnTo>
                <a:close/>
              </a:path>
              <a:path w="1740535" h="411479">
                <a:moveTo>
                  <a:pt x="408432" y="361175"/>
                </a:moveTo>
                <a:lnTo>
                  <a:pt x="388378" y="328028"/>
                </a:lnTo>
                <a:lnTo>
                  <a:pt x="387096" y="283451"/>
                </a:lnTo>
                <a:lnTo>
                  <a:pt x="377952" y="283451"/>
                </a:lnTo>
                <a:lnTo>
                  <a:pt x="376783" y="305485"/>
                </a:lnTo>
                <a:lnTo>
                  <a:pt x="375475" y="323646"/>
                </a:lnTo>
                <a:lnTo>
                  <a:pt x="373875" y="338112"/>
                </a:lnTo>
                <a:lnTo>
                  <a:pt x="371856" y="348983"/>
                </a:lnTo>
                <a:lnTo>
                  <a:pt x="370332" y="361175"/>
                </a:lnTo>
                <a:lnTo>
                  <a:pt x="364236" y="365747"/>
                </a:lnTo>
                <a:lnTo>
                  <a:pt x="284988" y="365747"/>
                </a:lnTo>
                <a:lnTo>
                  <a:pt x="272986" y="364871"/>
                </a:lnTo>
                <a:lnTo>
                  <a:pt x="264414" y="359841"/>
                </a:lnTo>
                <a:lnTo>
                  <a:pt x="259270" y="350532"/>
                </a:lnTo>
                <a:lnTo>
                  <a:pt x="257556" y="336791"/>
                </a:lnTo>
                <a:lnTo>
                  <a:pt x="257556" y="176771"/>
                </a:lnTo>
                <a:lnTo>
                  <a:pt x="352044" y="176771"/>
                </a:lnTo>
                <a:lnTo>
                  <a:pt x="352044" y="201155"/>
                </a:lnTo>
                <a:lnTo>
                  <a:pt x="376428" y="190487"/>
                </a:lnTo>
                <a:lnTo>
                  <a:pt x="375094" y="135432"/>
                </a:lnTo>
                <a:lnTo>
                  <a:pt x="374904" y="56375"/>
                </a:lnTo>
                <a:lnTo>
                  <a:pt x="381000" y="51803"/>
                </a:lnTo>
                <a:lnTo>
                  <a:pt x="387096" y="47231"/>
                </a:lnTo>
                <a:lnTo>
                  <a:pt x="359664" y="25895"/>
                </a:lnTo>
                <a:lnTo>
                  <a:pt x="347472" y="41135"/>
                </a:lnTo>
                <a:lnTo>
                  <a:pt x="227076" y="41135"/>
                </a:lnTo>
                <a:lnTo>
                  <a:pt x="242316" y="56375"/>
                </a:lnTo>
                <a:lnTo>
                  <a:pt x="251739" y="54381"/>
                </a:lnTo>
                <a:lnTo>
                  <a:pt x="261747" y="52946"/>
                </a:lnTo>
                <a:lnTo>
                  <a:pt x="272313" y="52095"/>
                </a:lnTo>
                <a:lnTo>
                  <a:pt x="283464" y="51803"/>
                </a:lnTo>
                <a:lnTo>
                  <a:pt x="352044" y="51803"/>
                </a:lnTo>
                <a:lnTo>
                  <a:pt x="352044" y="166103"/>
                </a:lnTo>
                <a:lnTo>
                  <a:pt x="257556" y="166103"/>
                </a:lnTo>
                <a:lnTo>
                  <a:pt x="233172" y="150863"/>
                </a:lnTo>
                <a:lnTo>
                  <a:pt x="234048" y="178320"/>
                </a:lnTo>
                <a:lnTo>
                  <a:pt x="234505" y="219633"/>
                </a:lnTo>
                <a:lnTo>
                  <a:pt x="234670" y="274955"/>
                </a:lnTo>
                <a:lnTo>
                  <a:pt x="234696" y="344411"/>
                </a:lnTo>
                <a:lnTo>
                  <a:pt x="237312" y="363270"/>
                </a:lnTo>
                <a:lnTo>
                  <a:pt x="245364" y="376415"/>
                </a:lnTo>
                <a:lnTo>
                  <a:pt x="259118" y="383844"/>
                </a:lnTo>
                <a:lnTo>
                  <a:pt x="278892" y="385559"/>
                </a:lnTo>
                <a:lnTo>
                  <a:pt x="368808" y="385559"/>
                </a:lnTo>
                <a:lnTo>
                  <a:pt x="381635" y="384759"/>
                </a:lnTo>
                <a:lnTo>
                  <a:pt x="392620" y="380225"/>
                </a:lnTo>
                <a:lnTo>
                  <a:pt x="401586" y="372275"/>
                </a:lnTo>
                <a:lnTo>
                  <a:pt x="405612" y="365747"/>
                </a:lnTo>
                <a:lnTo>
                  <a:pt x="408432" y="361175"/>
                </a:lnTo>
                <a:close/>
              </a:path>
              <a:path w="1740535" h="411479">
                <a:moveTo>
                  <a:pt x="685800" y="38100"/>
                </a:moveTo>
                <a:lnTo>
                  <a:pt x="650074" y="10261"/>
                </a:lnTo>
                <a:lnTo>
                  <a:pt x="635508" y="4572"/>
                </a:lnTo>
                <a:lnTo>
                  <a:pt x="630936" y="10668"/>
                </a:lnTo>
                <a:lnTo>
                  <a:pt x="640384" y="20091"/>
                </a:lnTo>
                <a:lnTo>
                  <a:pt x="648271" y="30099"/>
                </a:lnTo>
                <a:lnTo>
                  <a:pt x="654723" y="40665"/>
                </a:lnTo>
                <a:lnTo>
                  <a:pt x="659892" y="51816"/>
                </a:lnTo>
                <a:lnTo>
                  <a:pt x="662940" y="62484"/>
                </a:lnTo>
                <a:lnTo>
                  <a:pt x="667512" y="67056"/>
                </a:lnTo>
                <a:lnTo>
                  <a:pt x="672084" y="67056"/>
                </a:lnTo>
                <a:lnTo>
                  <a:pt x="679704" y="59436"/>
                </a:lnTo>
                <a:lnTo>
                  <a:pt x="685800" y="47244"/>
                </a:lnTo>
                <a:lnTo>
                  <a:pt x="685800" y="38100"/>
                </a:lnTo>
                <a:close/>
              </a:path>
              <a:path w="1740535" h="411479">
                <a:moveTo>
                  <a:pt x="824484" y="80772"/>
                </a:moveTo>
                <a:lnTo>
                  <a:pt x="815797" y="71628"/>
                </a:lnTo>
                <a:lnTo>
                  <a:pt x="795528" y="50292"/>
                </a:lnTo>
                <a:lnTo>
                  <a:pt x="774192" y="71628"/>
                </a:lnTo>
                <a:lnTo>
                  <a:pt x="650748" y="71628"/>
                </a:lnTo>
                <a:lnTo>
                  <a:pt x="650748" y="80772"/>
                </a:lnTo>
                <a:lnTo>
                  <a:pt x="650748" y="123444"/>
                </a:lnTo>
                <a:lnTo>
                  <a:pt x="650748" y="134112"/>
                </a:lnTo>
                <a:lnTo>
                  <a:pt x="650748" y="172212"/>
                </a:lnTo>
                <a:lnTo>
                  <a:pt x="650748" y="182880"/>
                </a:lnTo>
                <a:lnTo>
                  <a:pt x="650748" y="222504"/>
                </a:lnTo>
                <a:lnTo>
                  <a:pt x="551688" y="222504"/>
                </a:lnTo>
                <a:lnTo>
                  <a:pt x="551688" y="182880"/>
                </a:lnTo>
                <a:lnTo>
                  <a:pt x="650748" y="182880"/>
                </a:lnTo>
                <a:lnTo>
                  <a:pt x="650748" y="172212"/>
                </a:lnTo>
                <a:lnTo>
                  <a:pt x="551688" y="172212"/>
                </a:lnTo>
                <a:lnTo>
                  <a:pt x="551688" y="134112"/>
                </a:lnTo>
                <a:lnTo>
                  <a:pt x="650748" y="134112"/>
                </a:lnTo>
                <a:lnTo>
                  <a:pt x="650748" y="123444"/>
                </a:lnTo>
                <a:lnTo>
                  <a:pt x="551688" y="123444"/>
                </a:lnTo>
                <a:lnTo>
                  <a:pt x="551688" y="105156"/>
                </a:lnTo>
                <a:lnTo>
                  <a:pt x="551688" y="80772"/>
                </a:lnTo>
                <a:lnTo>
                  <a:pt x="650748" y="80772"/>
                </a:lnTo>
                <a:lnTo>
                  <a:pt x="650748" y="71628"/>
                </a:lnTo>
                <a:lnTo>
                  <a:pt x="554736" y="71628"/>
                </a:lnTo>
                <a:lnTo>
                  <a:pt x="580644" y="28956"/>
                </a:lnTo>
                <a:lnTo>
                  <a:pt x="597408" y="24384"/>
                </a:lnTo>
                <a:lnTo>
                  <a:pt x="562356" y="0"/>
                </a:lnTo>
                <a:lnTo>
                  <a:pt x="553466" y="22860"/>
                </a:lnTo>
                <a:lnTo>
                  <a:pt x="542734" y="45720"/>
                </a:lnTo>
                <a:lnTo>
                  <a:pt x="515112" y="91440"/>
                </a:lnTo>
                <a:lnTo>
                  <a:pt x="481774" y="133921"/>
                </a:lnTo>
                <a:lnTo>
                  <a:pt x="445008" y="170688"/>
                </a:lnTo>
                <a:lnTo>
                  <a:pt x="449580" y="175260"/>
                </a:lnTo>
                <a:lnTo>
                  <a:pt x="471817" y="158940"/>
                </a:lnTo>
                <a:lnTo>
                  <a:pt x="492633" y="141922"/>
                </a:lnTo>
                <a:lnTo>
                  <a:pt x="511721" y="124028"/>
                </a:lnTo>
                <a:lnTo>
                  <a:pt x="528828" y="105156"/>
                </a:lnTo>
                <a:lnTo>
                  <a:pt x="528701" y="172212"/>
                </a:lnTo>
                <a:lnTo>
                  <a:pt x="528637" y="188214"/>
                </a:lnTo>
                <a:lnTo>
                  <a:pt x="528180" y="226453"/>
                </a:lnTo>
                <a:lnTo>
                  <a:pt x="527304" y="262128"/>
                </a:lnTo>
                <a:lnTo>
                  <a:pt x="551688" y="252984"/>
                </a:lnTo>
                <a:lnTo>
                  <a:pt x="551688" y="233172"/>
                </a:lnTo>
                <a:lnTo>
                  <a:pt x="821436" y="233172"/>
                </a:lnTo>
                <a:lnTo>
                  <a:pt x="811276" y="222504"/>
                </a:lnTo>
                <a:lnTo>
                  <a:pt x="790956" y="201168"/>
                </a:lnTo>
                <a:lnTo>
                  <a:pt x="771144" y="222504"/>
                </a:lnTo>
                <a:lnTo>
                  <a:pt x="673608" y="222504"/>
                </a:lnTo>
                <a:lnTo>
                  <a:pt x="673608" y="182880"/>
                </a:lnTo>
                <a:lnTo>
                  <a:pt x="798576" y="182880"/>
                </a:lnTo>
                <a:lnTo>
                  <a:pt x="788974" y="172212"/>
                </a:lnTo>
                <a:lnTo>
                  <a:pt x="771144" y="152400"/>
                </a:lnTo>
                <a:lnTo>
                  <a:pt x="751332" y="172212"/>
                </a:lnTo>
                <a:lnTo>
                  <a:pt x="673608" y="172212"/>
                </a:lnTo>
                <a:lnTo>
                  <a:pt x="673608" y="134112"/>
                </a:lnTo>
                <a:lnTo>
                  <a:pt x="801624" y="134112"/>
                </a:lnTo>
                <a:lnTo>
                  <a:pt x="792022" y="123444"/>
                </a:lnTo>
                <a:lnTo>
                  <a:pt x="774192" y="103632"/>
                </a:lnTo>
                <a:lnTo>
                  <a:pt x="754380" y="123444"/>
                </a:lnTo>
                <a:lnTo>
                  <a:pt x="673608" y="123444"/>
                </a:lnTo>
                <a:lnTo>
                  <a:pt x="673608" y="80772"/>
                </a:lnTo>
                <a:lnTo>
                  <a:pt x="824484" y="80772"/>
                </a:lnTo>
                <a:close/>
              </a:path>
              <a:path w="1740535" h="411479">
                <a:moveTo>
                  <a:pt x="854964" y="371856"/>
                </a:moveTo>
                <a:lnTo>
                  <a:pt x="803529" y="362902"/>
                </a:lnTo>
                <a:lnTo>
                  <a:pt x="758952" y="345948"/>
                </a:lnTo>
                <a:lnTo>
                  <a:pt x="718756" y="320802"/>
                </a:lnTo>
                <a:lnTo>
                  <a:pt x="684276" y="286512"/>
                </a:lnTo>
                <a:lnTo>
                  <a:pt x="853440" y="286512"/>
                </a:lnTo>
                <a:lnTo>
                  <a:pt x="824484" y="254508"/>
                </a:lnTo>
                <a:lnTo>
                  <a:pt x="803148" y="275844"/>
                </a:lnTo>
                <a:lnTo>
                  <a:pt x="664464" y="275844"/>
                </a:lnTo>
                <a:lnTo>
                  <a:pt x="664464" y="260604"/>
                </a:lnTo>
                <a:lnTo>
                  <a:pt x="678180" y="248412"/>
                </a:lnTo>
                <a:lnTo>
                  <a:pt x="640080" y="234696"/>
                </a:lnTo>
                <a:lnTo>
                  <a:pt x="640956" y="243268"/>
                </a:lnTo>
                <a:lnTo>
                  <a:pt x="641413" y="252984"/>
                </a:lnTo>
                <a:lnTo>
                  <a:pt x="641527" y="260604"/>
                </a:lnTo>
                <a:lnTo>
                  <a:pt x="641604" y="275844"/>
                </a:lnTo>
                <a:lnTo>
                  <a:pt x="446532" y="275844"/>
                </a:lnTo>
                <a:lnTo>
                  <a:pt x="463296" y="291084"/>
                </a:lnTo>
                <a:lnTo>
                  <a:pt x="472719" y="289077"/>
                </a:lnTo>
                <a:lnTo>
                  <a:pt x="482727" y="287655"/>
                </a:lnTo>
                <a:lnTo>
                  <a:pt x="493293" y="286791"/>
                </a:lnTo>
                <a:lnTo>
                  <a:pt x="504444" y="286512"/>
                </a:lnTo>
                <a:lnTo>
                  <a:pt x="612648" y="286512"/>
                </a:lnTo>
                <a:lnTo>
                  <a:pt x="573214" y="324434"/>
                </a:lnTo>
                <a:lnTo>
                  <a:pt x="530326" y="355561"/>
                </a:lnTo>
                <a:lnTo>
                  <a:pt x="477126" y="385279"/>
                </a:lnTo>
                <a:lnTo>
                  <a:pt x="446532" y="399288"/>
                </a:lnTo>
                <a:lnTo>
                  <a:pt x="449580" y="406908"/>
                </a:lnTo>
                <a:lnTo>
                  <a:pt x="509016" y="382905"/>
                </a:lnTo>
                <a:lnTo>
                  <a:pt x="559308" y="356616"/>
                </a:lnTo>
                <a:lnTo>
                  <a:pt x="602742" y="325183"/>
                </a:lnTo>
                <a:lnTo>
                  <a:pt x="641604" y="288036"/>
                </a:lnTo>
                <a:lnTo>
                  <a:pt x="641477" y="339852"/>
                </a:lnTo>
                <a:lnTo>
                  <a:pt x="641350" y="356616"/>
                </a:lnTo>
                <a:lnTo>
                  <a:pt x="640956" y="383184"/>
                </a:lnTo>
                <a:lnTo>
                  <a:pt x="640080" y="411480"/>
                </a:lnTo>
                <a:lnTo>
                  <a:pt x="665988" y="397764"/>
                </a:lnTo>
                <a:lnTo>
                  <a:pt x="665099" y="381444"/>
                </a:lnTo>
                <a:lnTo>
                  <a:pt x="664692" y="359664"/>
                </a:lnTo>
                <a:lnTo>
                  <a:pt x="664591" y="345655"/>
                </a:lnTo>
                <a:lnTo>
                  <a:pt x="664464" y="288036"/>
                </a:lnTo>
                <a:lnTo>
                  <a:pt x="664464" y="286512"/>
                </a:lnTo>
                <a:lnTo>
                  <a:pt x="675132" y="286512"/>
                </a:lnTo>
                <a:lnTo>
                  <a:pt x="691172" y="309079"/>
                </a:lnTo>
                <a:lnTo>
                  <a:pt x="707517" y="328803"/>
                </a:lnTo>
                <a:lnTo>
                  <a:pt x="742188" y="359664"/>
                </a:lnTo>
                <a:lnTo>
                  <a:pt x="781050" y="382333"/>
                </a:lnTo>
                <a:lnTo>
                  <a:pt x="824484" y="399288"/>
                </a:lnTo>
                <a:lnTo>
                  <a:pt x="828167" y="391210"/>
                </a:lnTo>
                <a:lnTo>
                  <a:pt x="834580" y="385000"/>
                </a:lnTo>
                <a:lnTo>
                  <a:pt x="843546" y="380212"/>
                </a:lnTo>
                <a:lnTo>
                  <a:pt x="854964" y="376428"/>
                </a:lnTo>
                <a:lnTo>
                  <a:pt x="854964" y="371856"/>
                </a:lnTo>
                <a:close/>
              </a:path>
              <a:path w="1740535" h="411479">
                <a:moveTo>
                  <a:pt x="1295387" y="83820"/>
                </a:moveTo>
                <a:lnTo>
                  <a:pt x="1255763" y="42672"/>
                </a:lnTo>
                <a:lnTo>
                  <a:pt x="1225283" y="73152"/>
                </a:lnTo>
                <a:lnTo>
                  <a:pt x="1077455" y="73152"/>
                </a:lnTo>
                <a:lnTo>
                  <a:pt x="1082294" y="64579"/>
                </a:lnTo>
                <a:lnTo>
                  <a:pt x="1087551" y="54864"/>
                </a:lnTo>
                <a:lnTo>
                  <a:pt x="1093101" y="44005"/>
                </a:lnTo>
                <a:lnTo>
                  <a:pt x="1098791" y="32004"/>
                </a:lnTo>
                <a:lnTo>
                  <a:pt x="1115555" y="25908"/>
                </a:lnTo>
                <a:lnTo>
                  <a:pt x="1072883" y="1524"/>
                </a:lnTo>
                <a:lnTo>
                  <a:pt x="1069505" y="16357"/>
                </a:lnTo>
                <a:lnTo>
                  <a:pt x="1064120" y="33337"/>
                </a:lnTo>
                <a:lnTo>
                  <a:pt x="1057033" y="52311"/>
                </a:lnTo>
                <a:lnTo>
                  <a:pt x="1048499" y="73152"/>
                </a:lnTo>
                <a:lnTo>
                  <a:pt x="891527" y="73152"/>
                </a:lnTo>
                <a:lnTo>
                  <a:pt x="908291" y="88392"/>
                </a:lnTo>
                <a:lnTo>
                  <a:pt x="917727" y="86385"/>
                </a:lnTo>
                <a:lnTo>
                  <a:pt x="927722" y="84963"/>
                </a:lnTo>
                <a:lnTo>
                  <a:pt x="938301" y="84099"/>
                </a:lnTo>
                <a:lnTo>
                  <a:pt x="949439" y="83820"/>
                </a:lnTo>
                <a:lnTo>
                  <a:pt x="1045451" y="83820"/>
                </a:lnTo>
                <a:lnTo>
                  <a:pt x="1011161" y="140589"/>
                </a:lnTo>
                <a:lnTo>
                  <a:pt x="976871" y="185928"/>
                </a:lnTo>
                <a:lnTo>
                  <a:pt x="937628" y="226695"/>
                </a:lnTo>
                <a:lnTo>
                  <a:pt x="891527" y="265176"/>
                </a:lnTo>
                <a:lnTo>
                  <a:pt x="897623" y="271272"/>
                </a:lnTo>
                <a:lnTo>
                  <a:pt x="925626" y="252120"/>
                </a:lnTo>
                <a:lnTo>
                  <a:pt x="952487" y="231267"/>
                </a:lnTo>
                <a:lnTo>
                  <a:pt x="978204" y="208686"/>
                </a:lnTo>
                <a:lnTo>
                  <a:pt x="1002779" y="184404"/>
                </a:lnTo>
                <a:lnTo>
                  <a:pt x="1002703" y="295656"/>
                </a:lnTo>
                <a:lnTo>
                  <a:pt x="1002588" y="338899"/>
                </a:lnTo>
                <a:lnTo>
                  <a:pt x="1002144" y="384784"/>
                </a:lnTo>
                <a:lnTo>
                  <a:pt x="1001255" y="409956"/>
                </a:lnTo>
                <a:lnTo>
                  <a:pt x="1027163" y="394716"/>
                </a:lnTo>
                <a:lnTo>
                  <a:pt x="1027163" y="295656"/>
                </a:lnTo>
                <a:lnTo>
                  <a:pt x="1187183" y="295656"/>
                </a:lnTo>
                <a:lnTo>
                  <a:pt x="1187183" y="365760"/>
                </a:lnTo>
                <a:lnTo>
                  <a:pt x="1182611" y="371856"/>
                </a:lnTo>
                <a:lnTo>
                  <a:pt x="1140231" y="368630"/>
                </a:lnTo>
                <a:lnTo>
                  <a:pt x="1126223" y="365760"/>
                </a:lnTo>
                <a:lnTo>
                  <a:pt x="1126223" y="374904"/>
                </a:lnTo>
                <a:lnTo>
                  <a:pt x="1147965" y="382308"/>
                </a:lnTo>
                <a:lnTo>
                  <a:pt x="1162989" y="390715"/>
                </a:lnTo>
                <a:lnTo>
                  <a:pt x="1171448" y="399973"/>
                </a:lnTo>
                <a:lnTo>
                  <a:pt x="1173467" y="409956"/>
                </a:lnTo>
                <a:lnTo>
                  <a:pt x="1190358" y="402234"/>
                </a:lnTo>
                <a:lnTo>
                  <a:pt x="1202232" y="392811"/>
                </a:lnTo>
                <a:lnTo>
                  <a:pt x="1209268" y="381660"/>
                </a:lnTo>
                <a:lnTo>
                  <a:pt x="1211021" y="371856"/>
                </a:lnTo>
                <a:lnTo>
                  <a:pt x="1211567" y="368808"/>
                </a:lnTo>
                <a:lnTo>
                  <a:pt x="1211567" y="163068"/>
                </a:lnTo>
                <a:lnTo>
                  <a:pt x="1221092" y="155448"/>
                </a:lnTo>
                <a:lnTo>
                  <a:pt x="1226807" y="150876"/>
                </a:lnTo>
                <a:lnTo>
                  <a:pt x="1221016" y="146304"/>
                </a:lnTo>
                <a:lnTo>
                  <a:pt x="1197851" y="128016"/>
                </a:lnTo>
                <a:lnTo>
                  <a:pt x="1187183" y="142240"/>
                </a:lnTo>
                <a:lnTo>
                  <a:pt x="1187183" y="155448"/>
                </a:lnTo>
                <a:lnTo>
                  <a:pt x="1187183" y="216408"/>
                </a:lnTo>
                <a:lnTo>
                  <a:pt x="1187183" y="227076"/>
                </a:lnTo>
                <a:lnTo>
                  <a:pt x="1187183" y="284988"/>
                </a:lnTo>
                <a:lnTo>
                  <a:pt x="1027163" y="284988"/>
                </a:lnTo>
                <a:lnTo>
                  <a:pt x="1027163" y="227076"/>
                </a:lnTo>
                <a:lnTo>
                  <a:pt x="1187183" y="227076"/>
                </a:lnTo>
                <a:lnTo>
                  <a:pt x="1187183" y="216408"/>
                </a:lnTo>
                <a:lnTo>
                  <a:pt x="1027163" y="216408"/>
                </a:lnTo>
                <a:lnTo>
                  <a:pt x="1027163" y="184404"/>
                </a:lnTo>
                <a:lnTo>
                  <a:pt x="1027163" y="155448"/>
                </a:lnTo>
                <a:lnTo>
                  <a:pt x="1187183" y="155448"/>
                </a:lnTo>
                <a:lnTo>
                  <a:pt x="1187183" y="142240"/>
                </a:lnTo>
                <a:lnTo>
                  <a:pt x="1184135" y="146304"/>
                </a:lnTo>
                <a:lnTo>
                  <a:pt x="1034783" y="146304"/>
                </a:lnTo>
                <a:lnTo>
                  <a:pt x="1045057" y="131394"/>
                </a:lnTo>
                <a:lnTo>
                  <a:pt x="1055166" y="116205"/>
                </a:lnTo>
                <a:lnTo>
                  <a:pt x="1065009" y="100431"/>
                </a:lnTo>
                <a:lnTo>
                  <a:pt x="1074407" y="83820"/>
                </a:lnTo>
                <a:lnTo>
                  <a:pt x="1295387" y="83820"/>
                </a:lnTo>
                <a:close/>
              </a:path>
              <a:path w="1740535" h="411479">
                <a:moveTo>
                  <a:pt x="1464551" y="27419"/>
                </a:moveTo>
                <a:lnTo>
                  <a:pt x="1429499" y="3035"/>
                </a:lnTo>
                <a:lnTo>
                  <a:pt x="1424952" y="17614"/>
                </a:lnTo>
                <a:lnTo>
                  <a:pt x="1418259" y="33896"/>
                </a:lnTo>
                <a:lnTo>
                  <a:pt x="1399019" y="71615"/>
                </a:lnTo>
                <a:lnTo>
                  <a:pt x="1374254" y="108000"/>
                </a:lnTo>
                <a:lnTo>
                  <a:pt x="1347203" y="138671"/>
                </a:lnTo>
                <a:lnTo>
                  <a:pt x="1350251" y="143243"/>
                </a:lnTo>
                <a:lnTo>
                  <a:pt x="1374279" y="122910"/>
                </a:lnTo>
                <a:lnTo>
                  <a:pt x="1398447" y="98285"/>
                </a:lnTo>
                <a:lnTo>
                  <a:pt x="1422908" y="69100"/>
                </a:lnTo>
                <a:lnTo>
                  <a:pt x="1447787" y="35039"/>
                </a:lnTo>
                <a:lnTo>
                  <a:pt x="1464551" y="27419"/>
                </a:lnTo>
                <a:close/>
              </a:path>
              <a:path w="1740535" h="411479">
                <a:moveTo>
                  <a:pt x="1481315" y="118859"/>
                </a:moveTo>
                <a:lnTo>
                  <a:pt x="1447787" y="97523"/>
                </a:lnTo>
                <a:lnTo>
                  <a:pt x="1441843" y="112128"/>
                </a:lnTo>
                <a:lnTo>
                  <a:pt x="1435595" y="126288"/>
                </a:lnTo>
                <a:lnTo>
                  <a:pt x="1429359" y="140182"/>
                </a:lnTo>
                <a:lnTo>
                  <a:pt x="1423403" y="153911"/>
                </a:lnTo>
                <a:lnTo>
                  <a:pt x="1416265" y="167627"/>
                </a:lnTo>
                <a:lnTo>
                  <a:pt x="1391399" y="208775"/>
                </a:lnTo>
                <a:lnTo>
                  <a:pt x="1354975" y="256997"/>
                </a:lnTo>
                <a:lnTo>
                  <a:pt x="1338059" y="275831"/>
                </a:lnTo>
                <a:lnTo>
                  <a:pt x="1342631" y="281927"/>
                </a:lnTo>
                <a:lnTo>
                  <a:pt x="1363205" y="262813"/>
                </a:lnTo>
                <a:lnTo>
                  <a:pt x="1381493" y="244398"/>
                </a:lnTo>
                <a:lnTo>
                  <a:pt x="1397495" y="226860"/>
                </a:lnTo>
                <a:lnTo>
                  <a:pt x="1411211" y="210299"/>
                </a:lnTo>
                <a:lnTo>
                  <a:pt x="1411198" y="345871"/>
                </a:lnTo>
                <a:lnTo>
                  <a:pt x="1411020" y="366318"/>
                </a:lnTo>
                <a:lnTo>
                  <a:pt x="1410576" y="387642"/>
                </a:lnTo>
                <a:lnTo>
                  <a:pt x="1409687" y="409943"/>
                </a:lnTo>
                <a:lnTo>
                  <a:pt x="1434071" y="397751"/>
                </a:lnTo>
                <a:lnTo>
                  <a:pt x="1434071" y="210299"/>
                </a:lnTo>
                <a:lnTo>
                  <a:pt x="1434071" y="179819"/>
                </a:lnTo>
                <a:lnTo>
                  <a:pt x="1441005" y="168948"/>
                </a:lnTo>
                <a:lnTo>
                  <a:pt x="1456537" y="143243"/>
                </a:lnTo>
                <a:lnTo>
                  <a:pt x="1466075" y="128003"/>
                </a:lnTo>
                <a:lnTo>
                  <a:pt x="1481315" y="118859"/>
                </a:lnTo>
                <a:close/>
              </a:path>
              <a:path w="1740535" h="411479">
                <a:moveTo>
                  <a:pt x="1740395" y="368795"/>
                </a:moveTo>
                <a:lnTo>
                  <a:pt x="1702701" y="354253"/>
                </a:lnTo>
                <a:lnTo>
                  <a:pt x="1669719" y="335838"/>
                </a:lnTo>
                <a:lnTo>
                  <a:pt x="1641602" y="313728"/>
                </a:lnTo>
                <a:lnTo>
                  <a:pt x="1618475" y="288023"/>
                </a:lnTo>
                <a:lnTo>
                  <a:pt x="1630019" y="281927"/>
                </a:lnTo>
                <a:lnTo>
                  <a:pt x="1659623" y="266115"/>
                </a:lnTo>
                <a:lnTo>
                  <a:pt x="1678482" y="255663"/>
                </a:lnTo>
                <a:lnTo>
                  <a:pt x="1696199" y="245351"/>
                </a:lnTo>
                <a:lnTo>
                  <a:pt x="1714487" y="242303"/>
                </a:lnTo>
                <a:lnTo>
                  <a:pt x="1688579" y="213347"/>
                </a:lnTo>
                <a:lnTo>
                  <a:pt x="1678012" y="227063"/>
                </a:lnTo>
                <a:lnTo>
                  <a:pt x="1662290" y="243065"/>
                </a:lnTo>
                <a:lnTo>
                  <a:pt x="1641436" y="261353"/>
                </a:lnTo>
                <a:lnTo>
                  <a:pt x="1615427" y="281927"/>
                </a:lnTo>
                <a:lnTo>
                  <a:pt x="1605927" y="265049"/>
                </a:lnTo>
                <a:lnTo>
                  <a:pt x="1597710" y="246303"/>
                </a:lnTo>
                <a:lnTo>
                  <a:pt x="1590357" y="225564"/>
                </a:lnTo>
                <a:lnTo>
                  <a:pt x="1583423" y="202679"/>
                </a:lnTo>
                <a:lnTo>
                  <a:pt x="1662671" y="202679"/>
                </a:lnTo>
                <a:lnTo>
                  <a:pt x="1662671" y="217919"/>
                </a:lnTo>
                <a:lnTo>
                  <a:pt x="1687055" y="204203"/>
                </a:lnTo>
                <a:lnTo>
                  <a:pt x="1686915" y="202679"/>
                </a:lnTo>
                <a:lnTo>
                  <a:pt x="1685899" y="192011"/>
                </a:lnTo>
                <a:lnTo>
                  <a:pt x="1684959" y="180200"/>
                </a:lnTo>
                <a:lnTo>
                  <a:pt x="1684274" y="167347"/>
                </a:lnTo>
                <a:lnTo>
                  <a:pt x="1684007" y="153911"/>
                </a:lnTo>
                <a:lnTo>
                  <a:pt x="1684007" y="126479"/>
                </a:lnTo>
                <a:lnTo>
                  <a:pt x="1684007" y="115811"/>
                </a:lnTo>
                <a:lnTo>
                  <a:pt x="1684007" y="54851"/>
                </a:lnTo>
                <a:lnTo>
                  <a:pt x="1690547" y="50279"/>
                </a:lnTo>
                <a:lnTo>
                  <a:pt x="1699247" y="44183"/>
                </a:lnTo>
                <a:lnTo>
                  <a:pt x="1693379" y="39611"/>
                </a:lnTo>
                <a:lnTo>
                  <a:pt x="1671815" y="22847"/>
                </a:lnTo>
                <a:lnTo>
                  <a:pt x="1662671" y="34023"/>
                </a:lnTo>
                <a:lnTo>
                  <a:pt x="1662671" y="50279"/>
                </a:lnTo>
                <a:lnTo>
                  <a:pt x="1662671" y="115811"/>
                </a:lnTo>
                <a:lnTo>
                  <a:pt x="1662671" y="126479"/>
                </a:lnTo>
                <a:lnTo>
                  <a:pt x="1662671" y="192011"/>
                </a:lnTo>
                <a:lnTo>
                  <a:pt x="1536179" y="192011"/>
                </a:lnTo>
                <a:lnTo>
                  <a:pt x="1536179" y="126479"/>
                </a:lnTo>
                <a:lnTo>
                  <a:pt x="1662671" y="126479"/>
                </a:lnTo>
                <a:lnTo>
                  <a:pt x="1662671" y="115811"/>
                </a:lnTo>
                <a:lnTo>
                  <a:pt x="1536179" y="115811"/>
                </a:lnTo>
                <a:lnTo>
                  <a:pt x="1536179" y="50279"/>
                </a:lnTo>
                <a:lnTo>
                  <a:pt x="1662671" y="50279"/>
                </a:lnTo>
                <a:lnTo>
                  <a:pt x="1662671" y="34023"/>
                </a:lnTo>
                <a:lnTo>
                  <a:pt x="1658099" y="39611"/>
                </a:lnTo>
                <a:lnTo>
                  <a:pt x="1540751" y="39611"/>
                </a:lnTo>
                <a:lnTo>
                  <a:pt x="1511795" y="22847"/>
                </a:lnTo>
                <a:lnTo>
                  <a:pt x="1512925" y="38023"/>
                </a:lnTo>
                <a:lnTo>
                  <a:pt x="1513890" y="56184"/>
                </a:lnTo>
                <a:lnTo>
                  <a:pt x="1514589" y="77508"/>
                </a:lnTo>
                <a:lnTo>
                  <a:pt x="1514843" y="102095"/>
                </a:lnTo>
                <a:lnTo>
                  <a:pt x="1514843" y="361175"/>
                </a:lnTo>
                <a:lnTo>
                  <a:pt x="1511795" y="368795"/>
                </a:lnTo>
                <a:lnTo>
                  <a:pt x="1507223" y="373367"/>
                </a:lnTo>
                <a:lnTo>
                  <a:pt x="1523987" y="400799"/>
                </a:lnTo>
                <a:lnTo>
                  <a:pt x="1563992" y="367842"/>
                </a:lnTo>
                <a:lnTo>
                  <a:pt x="1610855" y="338315"/>
                </a:lnTo>
                <a:lnTo>
                  <a:pt x="1609331" y="332219"/>
                </a:lnTo>
                <a:lnTo>
                  <a:pt x="1536179" y="359651"/>
                </a:lnTo>
                <a:lnTo>
                  <a:pt x="1536179" y="202679"/>
                </a:lnTo>
                <a:lnTo>
                  <a:pt x="1572755" y="202679"/>
                </a:lnTo>
                <a:lnTo>
                  <a:pt x="1584490" y="251879"/>
                </a:lnTo>
                <a:lnTo>
                  <a:pt x="1603311" y="295224"/>
                </a:lnTo>
                <a:lnTo>
                  <a:pt x="1629384" y="332714"/>
                </a:lnTo>
                <a:lnTo>
                  <a:pt x="1662836" y="364350"/>
                </a:lnTo>
                <a:lnTo>
                  <a:pt x="1703819" y="390131"/>
                </a:lnTo>
                <a:lnTo>
                  <a:pt x="1710397" y="382155"/>
                </a:lnTo>
                <a:lnTo>
                  <a:pt x="1718678" y="376605"/>
                </a:lnTo>
                <a:lnTo>
                  <a:pt x="1728685" y="373634"/>
                </a:lnTo>
                <a:lnTo>
                  <a:pt x="1740395" y="373367"/>
                </a:lnTo>
                <a:lnTo>
                  <a:pt x="1740395" y="36879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" name="object 41"/>
          <p:cNvSpPr/>
          <p:nvPr/>
        </p:nvSpPr>
        <p:spPr>
          <a:xfrm>
            <a:off x="4965179" y="4934711"/>
            <a:ext cx="826135" cy="408940"/>
          </a:xfrm>
          <a:custGeom>
            <a:avLst/>
            <a:gdLst/>
            <a:ahLst/>
            <a:cxnLst/>
            <a:rect l="l" t="t" r="r" b="b"/>
            <a:pathLst>
              <a:path w="826135" h="408939">
                <a:moveTo>
                  <a:pt x="374904" y="59436"/>
                </a:moveTo>
                <a:lnTo>
                  <a:pt x="364705" y="48768"/>
                </a:lnTo>
                <a:lnTo>
                  <a:pt x="341376" y="24384"/>
                </a:lnTo>
                <a:lnTo>
                  <a:pt x="316992" y="48768"/>
                </a:lnTo>
                <a:lnTo>
                  <a:pt x="115824" y="48768"/>
                </a:lnTo>
                <a:lnTo>
                  <a:pt x="131064" y="32004"/>
                </a:lnTo>
                <a:lnTo>
                  <a:pt x="147828" y="24384"/>
                </a:lnTo>
                <a:lnTo>
                  <a:pt x="112776" y="0"/>
                </a:lnTo>
                <a:lnTo>
                  <a:pt x="87274" y="49720"/>
                </a:lnTo>
                <a:lnTo>
                  <a:pt x="60439" y="87134"/>
                </a:lnTo>
                <a:lnTo>
                  <a:pt x="22821" y="125374"/>
                </a:lnTo>
                <a:lnTo>
                  <a:pt x="0" y="144780"/>
                </a:lnTo>
                <a:lnTo>
                  <a:pt x="6096" y="149352"/>
                </a:lnTo>
                <a:lnTo>
                  <a:pt x="32385" y="131876"/>
                </a:lnTo>
                <a:lnTo>
                  <a:pt x="58674" y="111252"/>
                </a:lnTo>
                <a:lnTo>
                  <a:pt x="84963" y="87210"/>
                </a:lnTo>
                <a:lnTo>
                  <a:pt x="111252" y="59436"/>
                </a:lnTo>
                <a:lnTo>
                  <a:pt x="374904" y="59436"/>
                </a:lnTo>
                <a:close/>
              </a:path>
              <a:path w="826135" h="408939">
                <a:moveTo>
                  <a:pt x="394716" y="373380"/>
                </a:moveTo>
                <a:lnTo>
                  <a:pt x="346405" y="370840"/>
                </a:lnTo>
                <a:lnTo>
                  <a:pt x="301942" y="363283"/>
                </a:lnTo>
                <a:lnTo>
                  <a:pt x="261200" y="350888"/>
                </a:lnTo>
                <a:lnTo>
                  <a:pt x="250507" y="345948"/>
                </a:lnTo>
                <a:lnTo>
                  <a:pt x="224028" y="333756"/>
                </a:lnTo>
                <a:lnTo>
                  <a:pt x="243205" y="320040"/>
                </a:lnTo>
                <a:lnTo>
                  <a:pt x="244373" y="319214"/>
                </a:lnTo>
                <a:lnTo>
                  <a:pt x="264414" y="303085"/>
                </a:lnTo>
                <a:lnTo>
                  <a:pt x="284467" y="285546"/>
                </a:lnTo>
                <a:lnTo>
                  <a:pt x="304800" y="266700"/>
                </a:lnTo>
                <a:lnTo>
                  <a:pt x="321564" y="259080"/>
                </a:lnTo>
                <a:lnTo>
                  <a:pt x="320040" y="257556"/>
                </a:lnTo>
                <a:lnTo>
                  <a:pt x="309372" y="246888"/>
                </a:lnTo>
                <a:lnTo>
                  <a:pt x="294132" y="231648"/>
                </a:lnTo>
                <a:lnTo>
                  <a:pt x="278892" y="246888"/>
                </a:lnTo>
                <a:lnTo>
                  <a:pt x="275844" y="246888"/>
                </a:lnTo>
                <a:lnTo>
                  <a:pt x="275844" y="257556"/>
                </a:lnTo>
                <a:lnTo>
                  <a:pt x="257606" y="276110"/>
                </a:lnTo>
                <a:lnTo>
                  <a:pt x="239649" y="292798"/>
                </a:lnTo>
                <a:lnTo>
                  <a:pt x="222275" y="307492"/>
                </a:lnTo>
                <a:lnTo>
                  <a:pt x="205740" y="320040"/>
                </a:lnTo>
                <a:lnTo>
                  <a:pt x="188010" y="306857"/>
                </a:lnTo>
                <a:lnTo>
                  <a:pt x="171259" y="292227"/>
                </a:lnTo>
                <a:lnTo>
                  <a:pt x="155384" y="275894"/>
                </a:lnTo>
                <a:lnTo>
                  <a:pt x="142735" y="260604"/>
                </a:lnTo>
                <a:lnTo>
                  <a:pt x="140208" y="257556"/>
                </a:lnTo>
                <a:lnTo>
                  <a:pt x="275844" y="257556"/>
                </a:lnTo>
                <a:lnTo>
                  <a:pt x="275844" y="246888"/>
                </a:lnTo>
                <a:lnTo>
                  <a:pt x="143256" y="246888"/>
                </a:lnTo>
                <a:lnTo>
                  <a:pt x="149352" y="237744"/>
                </a:lnTo>
                <a:lnTo>
                  <a:pt x="163068" y="231648"/>
                </a:lnTo>
                <a:lnTo>
                  <a:pt x="132588" y="213360"/>
                </a:lnTo>
                <a:lnTo>
                  <a:pt x="286512" y="213360"/>
                </a:lnTo>
                <a:lnTo>
                  <a:pt x="286512" y="224028"/>
                </a:lnTo>
                <a:lnTo>
                  <a:pt x="313944" y="213360"/>
                </a:lnTo>
                <a:lnTo>
                  <a:pt x="313715" y="202692"/>
                </a:lnTo>
                <a:lnTo>
                  <a:pt x="313182" y="190690"/>
                </a:lnTo>
                <a:lnTo>
                  <a:pt x="312661" y="178003"/>
                </a:lnTo>
                <a:lnTo>
                  <a:pt x="312420" y="164592"/>
                </a:lnTo>
                <a:lnTo>
                  <a:pt x="312420" y="160020"/>
                </a:lnTo>
                <a:lnTo>
                  <a:pt x="312420" y="149352"/>
                </a:lnTo>
                <a:lnTo>
                  <a:pt x="312420" y="114300"/>
                </a:lnTo>
                <a:lnTo>
                  <a:pt x="322008" y="108204"/>
                </a:lnTo>
                <a:lnTo>
                  <a:pt x="329184" y="103632"/>
                </a:lnTo>
                <a:lnTo>
                  <a:pt x="321056" y="97536"/>
                </a:lnTo>
                <a:lnTo>
                  <a:pt x="298704" y="80772"/>
                </a:lnTo>
                <a:lnTo>
                  <a:pt x="286512" y="94183"/>
                </a:lnTo>
                <a:lnTo>
                  <a:pt x="286512" y="108204"/>
                </a:lnTo>
                <a:lnTo>
                  <a:pt x="286512" y="149352"/>
                </a:lnTo>
                <a:lnTo>
                  <a:pt x="286512" y="160020"/>
                </a:lnTo>
                <a:lnTo>
                  <a:pt x="286512" y="202692"/>
                </a:lnTo>
                <a:lnTo>
                  <a:pt x="120396" y="202692"/>
                </a:lnTo>
                <a:lnTo>
                  <a:pt x="120396" y="160020"/>
                </a:lnTo>
                <a:lnTo>
                  <a:pt x="286512" y="160020"/>
                </a:lnTo>
                <a:lnTo>
                  <a:pt x="286512" y="149352"/>
                </a:lnTo>
                <a:lnTo>
                  <a:pt x="120396" y="149352"/>
                </a:lnTo>
                <a:lnTo>
                  <a:pt x="120396" y="108204"/>
                </a:lnTo>
                <a:lnTo>
                  <a:pt x="286512" y="108204"/>
                </a:lnTo>
                <a:lnTo>
                  <a:pt x="286512" y="94183"/>
                </a:lnTo>
                <a:lnTo>
                  <a:pt x="283464" y="97536"/>
                </a:lnTo>
                <a:lnTo>
                  <a:pt x="120396" y="97536"/>
                </a:lnTo>
                <a:lnTo>
                  <a:pt x="92964" y="83820"/>
                </a:lnTo>
                <a:lnTo>
                  <a:pt x="93154" y="97536"/>
                </a:lnTo>
                <a:lnTo>
                  <a:pt x="93256" y="103632"/>
                </a:lnTo>
                <a:lnTo>
                  <a:pt x="94259" y="138684"/>
                </a:lnTo>
                <a:lnTo>
                  <a:pt x="94399" y="149352"/>
                </a:lnTo>
                <a:lnTo>
                  <a:pt x="94399" y="164592"/>
                </a:lnTo>
                <a:lnTo>
                  <a:pt x="94259" y="176174"/>
                </a:lnTo>
                <a:lnTo>
                  <a:pt x="93230" y="213360"/>
                </a:lnTo>
                <a:lnTo>
                  <a:pt x="92964" y="233172"/>
                </a:lnTo>
                <a:lnTo>
                  <a:pt x="120396" y="219456"/>
                </a:lnTo>
                <a:lnTo>
                  <a:pt x="120396" y="213360"/>
                </a:lnTo>
                <a:lnTo>
                  <a:pt x="131064" y="213360"/>
                </a:lnTo>
                <a:lnTo>
                  <a:pt x="113614" y="247078"/>
                </a:lnTo>
                <a:lnTo>
                  <a:pt x="90868" y="279654"/>
                </a:lnTo>
                <a:lnTo>
                  <a:pt x="62699" y="311086"/>
                </a:lnTo>
                <a:lnTo>
                  <a:pt x="28956" y="341376"/>
                </a:lnTo>
                <a:lnTo>
                  <a:pt x="32004" y="345948"/>
                </a:lnTo>
                <a:lnTo>
                  <a:pt x="61442" y="326834"/>
                </a:lnTo>
                <a:lnTo>
                  <a:pt x="88011" y="306133"/>
                </a:lnTo>
                <a:lnTo>
                  <a:pt x="111734" y="284022"/>
                </a:lnTo>
                <a:lnTo>
                  <a:pt x="132588" y="260604"/>
                </a:lnTo>
                <a:lnTo>
                  <a:pt x="144805" y="279514"/>
                </a:lnTo>
                <a:lnTo>
                  <a:pt x="158305" y="297561"/>
                </a:lnTo>
                <a:lnTo>
                  <a:pt x="172669" y="315048"/>
                </a:lnTo>
                <a:lnTo>
                  <a:pt x="187452" y="332232"/>
                </a:lnTo>
                <a:lnTo>
                  <a:pt x="151765" y="352793"/>
                </a:lnTo>
                <a:lnTo>
                  <a:pt x="108775" y="370903"/>
                </a:lnTo>
                <a:lnTo>
                  <a:pt x="58661" y="386461"/>
                </a:lnTo>
                <a:lnTo>
                  <a:pt x="1524" y="399288"/>
                </a:lnTo>
                <a:lnTo>
                  <a:pt x="1524" y="406908"/>
                </a:lnTo>
                <a:lnTo>
                  <a:pt x="57251" y="399745"/>
                </a:lnTo>
                <a:lnTo>
                  <a:pt x="110109" y="387286"/>
                </a:lnTo>
                <a:lnTo>
                  <a:pt x="160121" y="369404"/>
                </a:lnTo>
                <a:lnTo>
                  <a:pt x="207264" y="345948"/>
                </a:lnTo>
                <a:lnTo>
                  <a:pt x="242062" y="367436"/>
                </a:lnTo>
                <a:lnTo>
                  <a:pt x="279844" y="384048"/>
                </a:lnTo>
                <a:lnTo>
                  <a:pt x="320217" y="396100"/>
                </a:lnTo>
                <a:lnTo>
                  <a:pt x="362712" y="403860"/>
                </a:lnTo>
                <a:lnTo>
                  <a:pt x="368147" y="394716"/>
                </a:lnTo>
                <a:lnTo>
                  <a:pt x="375285" y="387858"/>
                </a:lnTo>
                <a:lnTo>
                  <a:pt x="384149" y="383286"/>
                </a:lnTo>
                <a:lnTo>
                  <a:pt x="394716" y="381000"/>
                </a:lnTo>
                <a:lnTo>
                  <a:pt x="394716" y="373380"/>
                </a:lnTo>
                <a:close/>
              </a:path>
              <a:path w="826135" h="408939">
                <a:moveTo>
                  <a:pt x="588264" y="288036"/>
                </a:moveTo>
                <a:lnTo>
                  <a:pt x="554736" y="259080"/>
                </a:lnTo>
                <a:lnTo>
                  <a:pt x="533590" y="292519"/>
                </a:lnTo>
                <a:lnTo>
                  <a:pt x="506730" y="324231"/>
                </a:lnTo>
                <a:lnTo>
                  <a:pt x="474154" y="354241"/>
                </a:lnTo>
                <a:lnTo>
                  <a:pt x="435864" y="382524"/>
                </a:lnTo>
                <a:lnTo>
                  <a:pt x="440436" y="387096"/>
                </a:lnTo>
                <a:lnTo>
                  <a:pt x="470090" y="371716"/>
                </a:lnTo>
                <a:lnTo>
                  <a:pt x="501586" y="350901"/>
                </a:lnTo>
                <a:lnTo>
                  <a:pt x="534530" y="324954"/>
                </a:lnTo>
                <a:lnTo>
                  <a:pt x="568452" y="294132"/>
                </a:lnTo>
                <a:lnTo>
                  <a:pt x="588264" y="288036"/>
                </a:lnTo>
                <a:close/>
              </a:path>
              <a:path w="826135" h="408939">
                <a:moveTo>
                  <a:pt x="806196" y="353568"/>
                </a:moveTo>
                <a:lnTo>
                  <a:pt x="780478" y="316903"/>
                </a:lnTo>
                <a:lnTo>
                  <a:pt x="725614" y="289471"/>
                </a:lnTo>
                <a:lnTo>
                  <a:pt x="682752" y="269748"/>
                </a:lnTo>
                <a:lnTo>
                  <a:pt x="679704" y="275844"/>
                </a:lnTo>
                <a:lnTo>
                  <a:pt x="715124" y="300736"/>
                </a:lnTo>
                <a:lnTo>
                  <a:pt x="743521" y="322897"/>
                </a:lnTo>
                <a:lnTo>
                  <a:pt x="764794" y="342506"/>
                </a:lnTo>
                <a:lnTo>
                  <a:pt x="778764" y="359664"/>
                </a:lnTo>
                <a:lnTo>
                  <a:pt x="785317" y="368795"/>
                </a:lnTo>
                <a:lnTo>
                  <a:pt x="791146" y="375475"/>
                </a:lnTo>
                <a:lnTo>
                  <a:pt x="796124" y="379603"/>
                </a:lnTo>
                <a:lnTo>
                  <a:pt x="800100" y="381000"/>
                </a:lnTo>
                <a:lnTo>
                  <a:pt x="804672" y="371856"/>
                </a:lnTo>
                <a:lnTo>
                  <a:pt x="806196" y="364236"/>
                </a:lnTo>
                <a:lnTo>
                  <a:pt x="806196" y="353568"/>
                </a:lnTo>
                <a:close/>
              </a:path>
              <a:path w="826135" h="408939">
                <a:moveTo>
                  <a:pt x="824484" y="234696"/>
                </a:moveTo>
                <a:lnTo>
                  <a:pt x="813816" y="224028"/>
                </a:lnTo>
                <a:lnTo>
                  <a:pt x="787908" y="198120"/>
                </a:lnTo>
                <a:lnTo>
                  <a:pt x="762000" y="224028"/>
                </a:lnTo>
                <a:lnTo>
                  <a:pt x="646176" y="224028"/>
                </a:lnTo>
                <a:lnTo>
                  <a:pt x="646176" y="185928"/>
                </a:lnTo>
                <a:lnTo>
                  <a:pt x="664464" y="173736"/>
                </a:lnTo>
                <a:lnTo>
                  <a:pt x="618744" y="152400"/>
                </a:lnTo>
                <a:lnTo>
                  <a:pt x="619633" y="173266"/>
                </a:lnTo>
                <a:lnTo>
                  <a:pt x="620077" y="192405"/>
                </a:lnTo>
                <a:lnTo>
                  <a:pt x="620255" y="214884"/>
                </a:lnTo>
                <a:lnTo>
                  <a:pt x="620268" y="225552"/>
                </a:lnTo>
                <a:lnTo>
                  <a:pt x="448056" y="225552"/>
                </a:lnTo>
                <a:lnTo>
                  <a:pt x="464820" y="242316"/>
                </a:lnTo>
                <a:lnTo>
                  <a:pt x="474256" y="239445"/>
                </a:lnTo>
                <a:lnTo>
                  <a:pt x="484251" y="237553"/>
                </a:lnTo>
                <a:lnTo>
                  <a:pt x="494830" y="236537"/>
                </a:lnTo>
                <a:lnTo>
                  <a:pt x="505968" y="236220"/>
                </a:lnTo>
                <a:lnTo>
                  <a:pt x="620268" y="236220"/>
                </a:lnTo>
                <a:lnTo>
                  <a:pt x="620268" y="361188"/>
                </a:lnTo>
                <a:lnTo>
                  <a:pt x="615696" y="367284"/>
                </a:lnTo>
                <a:lnTo>
                  <a:pt x="606552" y="367284"/>
                </a:lnTo>
                <a:lnTo>
                  <a:pt x="598538" y="366737"/>
                </a:lnTo>
                <a:lnTo>
                  <a:pt x="588073" y="365188"/>
                </a:lnTo>
                <a:lnTo>
                  <a:pt x="575056" y="362788"/>
                </a:lnTo>
                <a:lnTo>
                  <a:pt x="559308" y="359664"/>
                </a:lnTo>
                <a:lnTo>
                  <a:pt x="559308" y="368808"/>
                </a:lnTo>
                <a:lnTo>
                  <a:pt x="581075" y="377367"/>
                </a:lnTo>
                <a:lnTo>
                  <a:pt x="596265" y="386905"/>
                </a:lnTo>
                <a:lnTo>
                  <a:pt x="605180" y="397319"/>
                </a:lnTo>
                <a:lnTo>
                  <a:pt x="608076" y="408432"/>
                </a:lnTo>
                <a:lnTo>
                  <a:pt x="623252" y="401574"/>
                </a:lnTo>
                <a:lnTo>
                  <a:pt x="634555" y="392430"/>
                </a:lnTo>
                <a:lnTo>
                  <a:pt x="642162" y="381000"/>
                </a:lnTo>
                <a:lnTo>
                  <a:pt x="646176" y="367284"/>
                </a:lnTo>
                <a:lnTo>
                  <a:pt x="646176" y="236220"/>
                </a:lnTo>
                <a:lnTo>
                  <a:pt x="646176" y="234696"/>
                </a:lnTo>
                <a:lnTo>
                  <a:pt x="824484" y="234696"/>
                </a:lnTo>
                <a:close/>
              </a:path>
              <a:path w="826135" h="408939">
                <a:moveTo>
                  <a:pt x="826008" y="161544"/>
                </a:moveTo>
                <a:lnTo>
                  <a:pt x="805434" y="123253"/>
                </a:lnTo>
                <a:lnTo>
                  <a:pt x="803148" y="100584"/>
                </a:lnTo>
                <a:lnTo>
                  <a:pt x="795528" y="100584"/>
                </a:lnTo>
                <a:lnTo>
                  <a:pt x="795489" y="116332"/>
                </a:lnTo>
                <a:lnTo>
                  <a:pt x="795147" y="129349"/>
                </a:lnTo>
                <a:lnTo>
                  <a:pt x="794245" y="139814"/>
                </a:lnTo>
                <a:lnTo>
                  <a:pt x="792530" y="147624"/>
                </a:lnTo>
                <a:lnTo>
                  <a:pt x="790956" y="156972"/>
                </a:lnTo>
                <a:lnTo>
                  <a:pt x="784860" y="163068"/>
                </a:lnTo>
                <a:lnTo>
                  <a:pt x="775741" y="164592"/>
                </a:lnTo>
                <a:lnTo>
                  <a:pt x="719353" y="164579"/>
                </a:lnTo>
                <a:lnTo>
                  <a:pt x="712279" y="162115"/>
                </a:lnTo>
                <a:lnTo>
                  <a:pt x="708355" y="157099"/>
                </a:lnTo>
                <a:lnTo>
                  <a:pt x="707136" y="149352"/>
                </a:lnTo>
                <a:lnTo>
                  <a:pt x="707136" y="70104"/>
                </a:lnTo>
                <a:lnTo>
                  <a:pt x="713016" y="65532"/>
                </a:lnTo>
                <a:lnTo>
                  <a:pt x="720852" y="59436"/>
                </a:lnTo>
                <a:lnTo>
                  <a:pt x="694944" y="38100"/>
                </a:lnTo>
                <a:lnTo>
                  <a:pt x="681228" y="56388"/>
                </a:lnTo>
                <a:lnTo>
                  <a:pt x="603504" y="59436"/>
                </a:lnTo>
                <a:lnTo>
                  <a:pt x="604418" y="51752"/>
                </a:lnTo>
                <a:lnTo>
                  <a:pt x="604989" y="45250"/>
                </a:lnTo>
                <a:lnTo>
                  <a:pt x="605650" y="38658"/>
                </a:lnTo>
                <a:lnTo>
                  <a:pt x="606552" y="33528"/>
                </a:lnTo>
                <a:lnTo>
                  <a:pt x="608076" y="25908"/>
                </a:lnTo>
                <a:lnTo>
                  <a:pt x="612648" y="21336"/>
                </a:lnTo>
                <a:lnTo>
                  <a:pt x="618744" y="16764"/>
                </a:lnTo>
                <a:lnTo>
                  <a:pt x="580644" y="1524"/>
                </a:lnTo>
                <a:lnTo>
                  <a:pt x="580021" y="44767"/>
                </a:lnTo>
                <a:lnTo>
                  <a:pt x="489204" y="64008"/>
                </a:lnTo>
                <a:lnTo>
                  <a:pt x="504444" y="77724"/>
                </a:lnTo>
                <a:lnTo>
                  <a:pt x="510425" y="75730"/>
                </a:lnTo>
                <a:lnTo>
                  <a:pt x="516826" y="74295"/>
                </a:lnTo>
                <a:lnTo>
                  <a:pt x="523519" y="73444"/>
                </a:lnTo>
                <a:lnTo>
                  <a:pt x="577596" y="71628"/>
                </a:lnTo>
                <a:lnTo>
                  <a:pt x="563295" y="114731"/>
                </a:lnTo>
                <a:lnTo>
                  <a:pt x="536257" y="152400"/>
                </a:lnTo>
                <a:lnTo>
                  <a:pt x="496379" y="184365"/>
                </a:lnTo>
                <a:lnTo>
                  <a:pt x="443484" y="210312"/>
                </a:lnTo>
                <a:lnTo>
                  <a:pt x="445008" y="214884"/>
                </a:lnTo>
                <a:lnTo>
                  <a:pt x="495871" y="198081"/>
                </a:lnTo>
                <a:lnTo>
                  <a:pt x="536917" y="175120"/>
                </a:lnTo>
                <a:lnTo>
                  <a:pt x="568236" y="146088"/>
                </a:lnTo>
                <a:lnTo>
                  <a:pt x="589902" y="111061"/>
                </a:lnTo>
                <a:lnTo>
                  <a:pt x="601535" y="71628"/>
                </a:lnTo>
                <a:lnTo>
                  <a:pt x="601980" y="70104"/>
                </a:lnTo>
                <a:lnTo>
                  <a:pt x="682752" y="65532"/>
                </a:lnTo>
                <a:lnTo>
                  <a:pt x="682752" y="158496"/>
                </a:lnTo>
                <a:lnTo>
                  <a:pt x="684999" y="170484"/>
                </a:lnTo>
                <a:lnTo>
                  <a:pt x="691515" y="178879"/>
                </a:lnTo>
                <a:lnTo>
                  <a:pt x="702043" y="183578"/>
                </a:lnTo>
                <a:lnTo>
                  <a:pt x="716280" y="184404"/>
                </a:lnTo>
                <a:lnTo>
                  <a:pt x="792480" y="184404"/>
                </a:lnTo>
                <a:lnTo>
                  <a:pt x="802220" y="182981"/>
                </a:lnTo>
                <a:lnTo>
                  <a:pt x="810958" y="178689"/>
                </a:lnTo>
                <a:lnTo>
                  <a:pt x="818845" y="171551"/>
                </a:lnTo>
                <a:lnTo>
                  <a:pt x="823823" y="164592"/>
                </a:lnTo>
                <a:lnTo>
                  <a:pt x="826008" y="16154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" name="object 42"/>
          <p:cNvSpPr/>
          <p:nvPr/>
        </p:nvSpPr>
        <p:spPr>
          <a:xfrm>
            <a:off x="5879592" y="4934711"/>
            <a:ext cx="356870" cy="401320"/>
          </a:xfrm>
          <a:custGeom>
            <a:avLst/>
            <a:gdLst/>
            <a:ahLst/>
            <a:cxnLst/>
            <a:rect l="l" t="t" r="r" b="b"/>
            <a:pathLst>
              <a:path w="356870" h="401320">
                <a:moveTo>
                  <a:pt x="53340" y="89916"/>
                </a:moveTo>
                <a:lnTo>
                  <a:pt x="42672" y="89916"/>
                </a:lnTo>
                <a:lnTo>
                  <a:pt x="50696" y="62793"/>
                </a:lnTo>
                <a:lnTo>
                  <a:pt x="56578" y="38671"/>
                </a:lnTo>
                <a:lnTo>
                  <a:pt x="60459" y="17692"/>
                </a:lnTo>
                <a:lnTo>
                  <a:pt x="62484" y="0"/>
                </a:lnTo>
                <a:lnTo>
                  <a:pt x="100584" y="21336"/>
                </a:lnTo>
                <a:lnTo>
                  <a:pt x="91487" y="29051"/>
                </a:lnTo>
                <a:lnTo>
                  <a:pt x="80391" y="43053"/>
                </a:lnTo>
                <a:lnTo>
                  <a:pt x="67579" y="63341"/>
                </a:lnTo>
                <a:lnTo>
                  <a:pt x="53340" y="89916"/>
                </a:lnTo>
                <a:close/>
              </a:path>
              <a:path w="356870" h="401320">
                <a:moveTo>
                  <a:pt x="147828" y="192024"/>
                </a:moveTo>
                <a:lnTo>
                  <a:pt x="141732" y="187452"/>
                </a:lnTo>
                <a:lnTo>
                  <a:pt x="158877" y="160615"/>
                </a:lnTo>
                <a:lnTo>
                  <a:pt x="173736" y="135064"/>
                </a:lnTo>
                <a:lnTo>
                  <a:pt x="196596" y="88392"/>
                </a:lnTo>
                <a:lnTo>
                  <a:pt x="211264" y="44958"/>
                </a:lnTo>
                <a:lnTo>
                  <a:pt x="222503" y="1524"/>
                </a:lnTo>
                <a:lnTo>
                  <a:pt x="260603" y="24384"/>
                </a:lnTo>
                <a:lnTo>
                  <a:pt x="252626" y="32146"/>
                </a:lnTo>
                <a:lnTo>
                  <a:pt x="242506" y="46482"/>
                </a:lnTo>
                <a:lnTo>
                  <a:pt x="230385" y="67675"/>
                </a:lnTo>
                <a:lnTo>
                  <a:pt x="216408" y="96012"/>
                </a:lnTo>
                <a:lnTo>
                  <a:pt x="350520" y="96012"/>
                </a:lnTo>
                <a:lnTo>
                  <a:pt x="356616" y="102108"/>
                </a:lnTo>
                <a:lnTo>
                  <a:pt x="350329" y="106680"/>
                </a:lnTo>
                <a:lnTo>
                  <a:pt x="213360" y="106680"/>
                </a:lnTo>
                <a:lnTo>
                  <a:pt x="197977" y="130730"/>
                </a:lnTo>
                <a:lnTo>
                  <a:pt x="181737" y="152781"/>
                </a:lnTo>
                <a:lnTo>
                  <a:pt x="164925" y="173116"/>
                </a:lnTo>
                <a:lnTo>
                  <a:pt x="147828" y="192024"/>
                </a:lnTo>
                <a:close/>
              </a:path>
              <a:path w="356870" h="401320">
                <a:moveTo>
                  <a:pt x="144780" y="89916"/>
                </a:moveTo>
                <a:lnTo>
                  <a:pt x="111252" y="89916"/>
                </a:lnTo>
                <a:lnTo>
                  <a:pt x="128016" y="73152"/>
                </a:lnTo>
                <a:lnTo>
                  <a:pt x="144780" y="89916"/>
                </a:lnTo>
                <a:close/>
              </a:path>
              <a:path w="356870" h="401320">
                <a:moveTo>
                  <a:pt x="0" y="397764"/>
                </a:moveTo>
                <a:lnTo>
                  <a:pt x="834" y="359664"/>
                </a:lnTo>
                <a:lnTo>
                  <a:pt x="914" y="354520"/>
                </a:lnTo>
                <a:lnTo>
                  <a:pt x="1333" y="316992"/>
                </a:lnTo>
                <a:lnTo>
                  <a:pt x="1423" y="176784"/>
                </a:lnTo>
                <a:lnTo>
                  <a:pt x="1309" y="152781"/>
                </a:lnTo>
                <a:lnTo>
                  <a:pt x="881" y="114704"/>
                </a:lnTo>
                <a:lnTo>
                  <a:pt x="0" y="74676"/>
                </a:lnTo>
                <a:lnTo>
                  <a:pt x="25908" y="89916"/>
                </a:lnTo>
                <a:lnTo>
                  <a:pt x="144780" y="89916"/>
                </a:lnTo>
                <a:lnTo>
                  <a:pt x="153924" y="99060"/>
                </a:lnTo>
                <a:lnTo>
                  <a:pt x="151828" y="100584"/>
                </a:lnTo>
                <a:lnTo>
                  <a:pt x="24384" y="100584"/>
                </a:lnTo>
                <a:lnTo>
                  <a:pt x="24384" y="211836"/>
                </a:lnTo>
                <a:lnTo>
                  <a:pt x="137205" y="211836"/>
                </a:lnTo>
                <a:lnTo>
                  <a:pt x="137219" y="222504"/>
                </a:lnTo>
                <a:lnTo>
                  <a:pt x="24384" y="222504"/>
                </a:lnTo>
                <a:lnTo>
                  <a:pt x="24384" y="344424"/>
                </a:lnTo>
                <a:lnTo>
                  <a:pt x="137914" y="344424"/>
                </a:lnTo>
                <a:lnTo>
                  <a:pt x="138028" y="350520"/>
                </a:lnTo>
                <a:lnTo>
                  <a:pt x="138137" y="355092"/>
                </a:lnTo>
                <a:lnTo>
                  <a:pt x="24384" y="355092"/>
                </a:lnTo>
                <a:lnTo>
                  <a:pt x="24384" y="384048"/>
                </a:lnTo>
                <a:lnTo>
                  <a:pt x="0" y="397764"/>
                </a:lnTo>
                <a:close/>
              </a:path>
              <a:path w="356870" h="401320">
                <a:moveTo>
                  <a:pt x="350520" y="96012"/>
                </a:moveTo>
                <a:lnTo>
                  <a:pt x="310896" y="96012"/>
                </a:lnTo>
                <a:lnTo>
                  <a:pt x="330708" y="76200"/>
                </a:lnTo>
                <a:lnTo>
                  <a:pt x="350520" y="96012"/>
                </a:lnTo>
                <a:close/>
              </a:path>
              <a:path w="356870" h="401320">
                <a:moveTo>
                  <a:pt x="137205" y="211836"/>
                </a:moveTo>
                <a:lnTo>
                  <a:pt x="114300" y="211836"/>
                </a:lnTo>
                <a:lnTo>
                  <a:pt x="114300" y="100584"/>
                </a:lnTo>
                <a:lnTo>
                  <a:pt x="151828" y="100584"/>
                </a:lnTo>
                <a:lnTo>
                  <a:pt x="137160" y="111252"/>
                </a:lnTo>
                <a:lnTo>
                  <a:pt x="137205" y="211836"/>
                </a:lnTo>
                <a:close/>
              </a:path>
              <a:path w="356870" h="401320">
                <a:moveTo>
                  <a:pt x="326904" y="359664"/>
                </a:moveTo>
                <a:lnTo>
                  <a:pt x="283464" y="359664"/>
                </a:lnTo>
                <a:lnTo>
                  <a:pt x="291750" y="357925"/>
                </a:lnTo>
                <a:lnTo>
                  <a:pt x="298323" y="352615"/>
                </a:lnTo>
                <a:lnTo>
                  <a:pt x="308586" y="305562"/>
                </a:lnTo>
                <a:lnTo>
                  <a:pt x="310705" y="259842"/>
                </a:lnTo>
                <a:lnTo>
                  <a:pt x="312528" y="193929"/>
                </a:lnTo>
                <a:lnTo>
                  <a:pt x="313944" y="106680"/>
                </a:lnTo>
                <a:lnTo>
                  <a:pt x="350329" y="106680"/>
                </a:lnTo>
                <a:lnTo>
                  <a:pt x="339852" y="114300"/>
                </a:lnTo>
                <a:lnTo>
                  <a:pt x="338780" y="186976"/>
                </a:lnTo>
                <a:lnTo>
                  <a:pt x="337291" y="249070"/>
                </a:lnTo>
                <a:lnTo>
                  <a:pt x="335462" y="295241"/>
                </a:lnTo>
                <a:lnTo>
                  <a:pt x="333268" y="327074"/>
                </a:lnTo>
                <a:lnTo>
                  <a:pt x="330708" y="344424"/>
                </a:lnTo>
                <a:lnTo>
                  <a:pt x="327874" y="357020"/>
                </a:lnTo>
                <a:lnTo>
                  <a:pt x="326904" y="359664"/>
                </a:lnTo>
                <a:close/>
              </a:path>
              <a:path w="356870" h="401320">
                <a:moveTo>
                  <a:pt x="231648" y="269748"/>
                </a:moveTo>
                <a:lnTo>
                  <a:pt x="228600" y="269748"/>
                </a:lnTo>
                <a:lnTo>
                  <a:pt x="225456" y="268295"/>
                </a:lnTo>
                <a:lnTo>
                  <a:pt x="222885" y="263842"/>
                </a:lnTo>
                <a:lnTo>
                  <a:pt x="220884" y="256246"/>
                </a:lnTo>
                <a:lnTo>
                  <a:pt x="219456" y="245364"/>
                </a:lnTo>
                <a:lnTo>
                  <a:pt x="214884" y="228219"/>
                </a:lnTo>
                <a:lnTo>
                  <a:pt x="208026" y="211074"/>
                </a:lnTo>
                <a:lnTo>
                  <a:pt x="198882" y="193929"/>
                </a:lnTo>
                <a:lnTo>
                  <a:pt x="187452" y="176784"/>
                </a:lnTo>
                <a:lnTo>
                  <a:pt x="190500" y="172212"/>
                </a:lnTo>
                <a:lnTo>
                  <a:pt x="224028" y="199644"/>
                </a:lnTo>
                <a:lnTo>
                  <a:pt x="243840" y="228600"/>
                </a:lnTo>
                <a:lnTo>
                  <a:pt x="246888" y="234696"/>
                </a:lnTo>
                <a:lnTo>
                  <a:pt x="246888" y="248412"/>
                </a:lnTo>
                <a:lnTo>
                  <a:pt x="243840" y="254508"/>
                </a:lnTo>
                <a:lnTo>
                  <a:pt x="234696" y="266700"/>
                </a:lnTo>
                <a:lnTo>
                  <a:pt x="231648" y="269748"/>
                </a:lnTo>
                <a:close/>
              </a:path>
              <a:path w="356870" h="401320">
                <a:moveTo>
                  <a:pt x="137914" y="344424"/>
                </a:moveTo>
                <a:lnTo>
                  <a:pt x="114300" y="344424"/>
                </a:lnTo>
                <a:lnTo>
                  <a:pt x="114300" y="222504"/>
                </a:lnTo>
                <a:lnTo>
                  <a:pt x="137219" y="222504"/>
                </a:lnTo>
                <a:lnTo>
                  <a:pt x="137337" y="269748"/>
                </a:lnTo>
                <a:lnTo>
                  <a:pt x="137498" y="305562"/>
                </a:lnTo>
                <a:lnTo>
                  <a:pt x="137914" y="344424"/>
                </a:lnTo>
                <a:close/>
              </a:path>
              <a:path w="356870" h="401320">
                <a:moveTo>
                  <a:pt x="277367" y="400812"/>
                </a:moveTo>
                <a:lnTo>
                  <a:pt x="271129" y="387953"/>
                </a:lnTo>
                <a:lnTo>
                  <a:pt x="259461" y="376809"/>
                </a:lnTo>
                <a:lnTo>
                  <a:pt x="242649" y="367379"/>
                </a:lnTo>
                <a:lnTo>
                  <a:pt x="220979" y="359664"/>
                </a:lnTo>
                <a:lnTo>
                  <a:pt x="220979" y="350520"/>
                </a:lnTo>
                <a:lnTo>
                  <a:pt x="241030" y="354520"/>
                </a:lnTo>
                <a:lnTo>
                  <a:pt x="257937" y="357378"/>
                </a:lnTo>
                <a:lnTo>
                  <a:pt x="271986" y="359092"/>
                </a:lnTo>
                <a:lnTo>
                  <a:pt x="283464" y="359664"/>
                </a:lnTo>
                <a:lnTo>
                  <a:pt x="326904" y="359664"/>
                </a:lnTo>
                <a:lnTo>
                  <a:pt x="324040" y="367474"/>
                </a:lnTo>
                <a:lnTo>
                  <a:pt x="289083" y="397097"/>
                </a:lnTo>
                <a:lnTo>
                  <a:pt x="277367" y="400812"/>
                </a:lnTo>
                <a:close/>
              </a:path>
              <a:path w="356870" h="401320">
                <a:moveTo>
                  <a:pt x="114300" y="391668"/>
                </a:moveTo>
                <a:lnTo>
                  <a:pt x="114300" y="355092"/>
                </a:lnTo>
                <a:lnTo>
                  <a:pt x="138137" y="355092"/>
                </a:lnTo>
                <a:lnTo>
                  <a:pt x="138684" y="377952"/>
                </a:lnTo>
                <a:lnTo>
                  <a:pt x="114300" y="39166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" name="object 43"/>
          <p:cNvSpPr/>
          <p:nvPr/>
        </p:nvSpPr>
        <p:spPr>
          <a:xfrm>
            <a:off x="6298692" y="4933188"/>
            <a:ext cx="390525" cy="407034"/>
          </a:xfrm>
          <a:custGeom>
            <a:avLst/>
            <a:gdLst/>
            <a:ahLst/>
            <a:cxnLst/>
            <a:rect l="l" t="t" r="r" b="b"/>
            <a:pathLst>
              <a:path w="390525" h="407035">
                <a:moveTo>
                  <a:pt x="275843" y="94488"/>
                </a:moveTo>
                <a:lnTo>
                  <a:pt x="252983" y="94488"/>
                </a:lnTo>
                <a:lnTo>
                  <a:pt x="252952" y="60007"/>
                </a:lnTo>
                <a:lnTo>
                  <a:pt x="252789" y="34504"/>
                </a:lnTo>
                <a:lnTo>
                  <a:pt x="252341" y="14335"/>
                </a:lnTo>
                <a:lnTo>
                  <a:pt x="251459" y="0"/>
                </a:lnTo>
                <a:lnTo>
                  <a:pt x="292607" y="22860"/>
                </a:lnTo>
                <a:lnTo>
                  <a:pt x="275843" y="35052"/>
                </a:lnTo>
                <a:lnTo>
                  <a:pt x="275843" y="94488"/>
                </a:lnTo>
                <a:close/>
              </a:path>
              <a:path w="390525" h="407035">
                <a:moveTo>
                  <a:pt x="15240" y="190500"/>
                </a:moveTo>
                <a:lnTo>
                  <a:pt x="0" y="160020"/>
                </a:lnTo>
                <a:lnTo>
                  <a:pt x="8572" y="156876"/>
                </a:lnTo>
                <a:lnTo>
                  <a:pt x="18287" y="147447"/>
                </a:lnTo>
                <a:lnTo>
                  <a:pt x="41147" y="109728"/>
                </a:lnTo>
                <a:lnTo>
                  <a:pt x="61721" y="60007"/>
                </a:lnTo>
                <a:lnTo>
                  <a:pt x="77723" y="9144"/>
                </a:lnTo>
                <a:lnTo>
                  <a:pt x="114299" y="27432"/>
                </a:lnTo>
                <a:lnTo>
                  <a:pt x="99059" y="36576"/>
                </a:lnTo>
                <a:lnTo>
                  <a:pt x="80795" y="70008"/>
                </a:lnTo>
                <a:lnTo>
                  <a:pt x="62674" y="101727"/>
                </a:lnTo>
                <a:lnTo>
                  <a:pt x="44838" y="131730"/>
                </a:lnTo>
                <a:lnTo>
                  <a:pt x="27431" y="160020"/>
                </a:lnTo>
                <a:lnTo>
                  <a:pt x="121036" y="160020"/>
                </a:lnTo>
                <a:lnTo>
                  <a:pt x="113683" y="169164"/>
                </a:lnTo>
                <a:lnTo>
                  <a:pt x="91440" y="169164"/>
                </a:lnTo>
                <a:lnTo>
                  <a:pt x="81176" y="170568"/>
                </a:lnTo>
                <a:lnTo>
                  <a:pt x="42671" y="179355"/>
                </a:lnTo>
                <a:lnTo>
                  <a:pt x="24383" y="186213"/>
                </a:lnTo>
                <a:lnTo>
                  <a:pt x="15240" y="190500"/>
                </a:lnTo>
                <a:close/>
              </a:path>
              <a:path w="390525" h="407035">
                <a:moveTo>
                  <a:pt x="167639" y="109728"/>
                </a:moveTo>
                <a:lnTo>
                  <a:pt x="152399" y="94488"/>
                </a:lnTo>
                <a:lnTo>
                  <a:pt x="339852" y="94488"/>
                </a:lnTo>
                <a:lnTo>
                  <a:pt x="361188" y="73152"/>
                </a:lnTo>
                <a:lnTo>
                  <a:pt x="390144" y="103632"/>
                </a:lnTo>
                <a:lnTo>
                  <a:pt x="210311" y="103632"/>
                </a:lnTo>
                <a:lnTo>
                  <a:pt x="199143" y="103941"/>
                </a:lnTo>
                <a:lnTo>
                  <a:pt x="188404" y="104965"/>
                </a:lnTo>
                <a:lnTo>
                  <a:pt x="177950" y="106846"/>
                </a:lnTo>
                <a:lnTo>
                  <a:pt x="167639" y="109728"/>
                </a:lnTo>
                <a:close/>
              </a:path>
              <a:path w="390525" h="407035">
                <a:moveTo>
                  <a:pt x="121036" y="160020"/>
                </a:moveTo>
                <a:lnTo>
                  <a:pt x="27431" y="160020"/>
                </a:lnTo>
                <a:lnTo>
                  <a:pt x="97535" y="158496"/>
                </a:lnTo>
                <a:lnTo>
                  <a:pt x="107251" y="141898"/>
                </a:lnTo>
                <a:lnTo>
                  <a:pt x="115823" y="126301"/>
                </a:lnTo>
                <a:lnTo>
                  <a:pt x="123253" y="111561"/>
                </a:lnTo>
                <a:lnTo>
                  <a:pt x="129539" y="97536"/>
                </a:lnTo>
                <a:lnTo>
                  <a:pt x="161543" y="120396"/>
                </a:lnTo>
                <a:lnTo>
                  <a:pt x="146303" y="128016"/>
                </a:lnTo>
                <a:lnTo>
                  <a:pt x="121036" y="160020"/>
                </a:lnTo>
                <a:close/>
              </a:path>
              <a:path w="390525" h="407035">
                <a:moveTo>
                  <a:pt x="275843" y="182880"/>
                </a:moveTo>
                <a:lnTo>
                  <a:pt x="252983" y="182880"/>
                </a:lnTo>
                <a:lnTo>
                  <a:pt x="252983" y="103632"/>
                </a:lnTo>
                <a:lnTo>
                  <a:pt x="275843" y="103632"/>
                </a:lnTo>
                <a:lnTo>
                  <a:pt x="275843" y="182880"/>
                </a:lnTo>
                <a:close/>
              </a:path>
              <a:path w="390525" h="407035">
                <a:moveTo>
                  <a:pt x="184403" y="198120"/>
                </a:moveTo>
                <a:lnTo>
                  <a:pt x="167639" y="182880"/>
                </a:lnTo>
                <a:lnTo>
                  <a:pt x="323088" y="182880"/>
                </a:lnTo>
                <a:lnTo>
                  <a:pt x="344424" y="161544"/>
                </a:lnTo>
                <a:lnTo>
                  <a:pt x="373380" y="193548"/>
                </a:lnTo>
                <a:lnTo>
                  <a:pt x="225551" y="193548"/>
                </a:lnTo>
                <a:lnTo>
                  <a:pt x="214407" y="193833"/>
                </a:lnTo>
                <a:lnTo>
                  <a:pt x="203834" y="194691"/>
                </a:lnTo>
                <a:lnTo>
                  <a:pt x="193833" y="196119"/>
                </a:lnTo>
                <a:lnTo>
                  <a:pt x="184403" y="198120"/>
                </a:lnTo>
                <a:close/>
              </a:path>
              <a:path w="390525" h="407035">
                <a:moveTo>
                  <a:pt x="27431" y="292607"/>
                </a:moveTo>
                <a:lnTo>
                  <a:pt x="7619" y="260604"/>
                </a:lnTo>
                <a:lnTo>
                  <a:pt x="15120" y="257770"/>
                </a:lnTo>
                <a:lnTo>
                  <a:pt x="21907" y="253936"/>
                </a:lnTo>
                <a:lnTo>
                  <a:pt x="54673" y="218503"/>
                </a:lnTo>
                <a:lnTo>
                  <a:pt x="91440" y="169164"/>
                </a:lnTo>
                <a:lnTo>
                  <a:pt x="113683" y="169164"/>
                </a:lnTo>
                <a:lnTo>
                  <a:pt x="94678" y="192786"/>
                </a:lnTo>
                <a:lnTo>
                  <a:pt x="67651" y="225313"/>
                </a:lnTo>
                <a:lnTo>
                  <a:pt x="39623" y="257556"/>
                </a:lnTo>
                <a:lnTo>
                  <a:pt x="113722" y="257556"/>
                </a:lnTo>
                <a:lnTo>
                  <a:pt x="92964" y="263652"/>
                </a:lnTo>
                <a:lnTo>
                  <a:pt x="72437" y="269890"/>
                </a:lnTo>
                <a:lnTo>
                  <a:pt x="54482" y="276987"/>
                </a:lnTo>
                <a:lnTo>
                  <a:pt x="39385" y="284654"/>
                </a:lnTo>
                <a:lnTo>
                  <a:pt x="27431" y="292607"/>
                </a:lnTo>
                <a:close/>
              </a:path>
              <a:path w="390525" h="407035">
                <a:moveTo>
                  <a:pt x="181355" y="406908"/>
                </a:moveTo>
                <a:lnTo>
                  <a:pt x="183451" y="365569"/>
                </a:lnTo>
                <a:lnTo>
                  <a:pt x="184305" y="309371"/>
                </a:lnTo>
                <a:lnTo>
                  <a:pt x="184142" y="294227"/>
                </a:lnTo>
                <a:lnTo>
                  <a:pt x="183451" y="271653"/>
                </a:lnTo>
                <a:lnTo>
                  <a:pt x="182475" y="250793"/>
                </a:lnTo>
                <a:lnTo>
                  <a:pt x="181355" y="231648"/>
                </a:lnTo>
                <a:lnTo>
                  <a:pt x="210311" y="246888"/>
                </a:lnTo>
                <a:lnTo>
                  <a:pt x="359664" y="246888"/>
                </a:lnTo>
                <a:lnTo>
                  <a:pt x="368808" y="256031"/>
                </a:lnTo>
                <a:lnTo>
                  <a:pt x="366013" y="257556"/>
                </a:lnTo>
                <a:lnTo>
                  <a:pt x="205739" y="257556"/>
                </a:lnTo>
                <a:lnTo>
                  <a:pt x="205739" y="356616"/>
                </a:lnTo>
                <a:lnTo>
                  <a:pt x="352344" y="356616"/>
                </a:lnTo>
                <a:lnTo>
                  <a:pt x="352713" y="367284"/>
                </a:lnTo>
                <a:lnTo>
                  <a:pt x="205739" y="367284"/>
                </a:lnTo>
                <a:lnTo>
                  <a:pt x="205739" y="394716"/>
                </a:lnTo>
                <a:lnTo>
                  <a:pt x="181355" y="406908"/>
                </a:lnTo>
                <a:close/>
              </a:path>
              <a:path w="390525" h="407035">
                <a:moveTo>
                  <a:pt x="359664" y="246888"/>
                </a:moveTo>
                <a:lnTo>
                  <a:pt x="327660" y="246888"/>
                </a:lnTo>
                <a:lnTo>
                  <a:pt x="344424" y="231648"/>
                </a:lnTo>
                <a:lnTo>
                  <a:pt x="359664" y="246888"/>
                </a:lnTo>
                <a:close/>
              </a:path>
              <a:path w="390525" h="407035">
                <a:moveTo>
                  <a:pt x="113722" y="257556"/>
                </a:moveTo>
                <a:lnTo>
                  <a:pt x="39623" y="257556"/>
                </a:lnTo>
                <a:lnTo>
                  <a:pt x="160019" y="237744"/>
                </a:lnTo>
                <a:lnTo>
                  <a:pt x="160019" y="245364"/>
                </a:lnTo>
                <a:lnTo>
                  <a:pt x="148042" y="248221"/>
                </a:lnTo>
                <a:lnTo>
                  <a:pt x="132778" y="252222"/>
                </a:lnTo>
                <a:lnTo>
                  <a:pt x="113722" y="257556"/>
                </a:lnTo>
                <a:close/>
              </a:path>
              <a:path w="390525" h="407035">
                <a:moveTo>
                  <a:pt x="352344" y="356616"/>
                </a:moveTo>
                <a:lnTo>
                  <a:pt x="329184" y="356616"/>
                </a:lnTo>
                <a:lnTo>
                  <a:pt x="329184" y="257556"/>
                </a:lnTo>
                <a:lnTo>
                  <a:pt x="366013" y="257556"/>
                </a:lnTo>
                <a:lnTo>
                  <a:pt x="352044" y="265176"/>
                </a:lnTo>
                <a:lnTo>
                  <a:pt x="352149" y="344805"/>
                </a:lnTo>
                <a:lnTo>
                  <a:pt x="352282" y="354806"/>
                </a:lnTo>
                <a:lnTo>
                  <a:pt x="352344" y="356616"/>
                </a:lnTo>
                <a:close/>
              </a:path>
              <a:path w="390525" h="407035">
                <a:moveTo>
                  <a:pt x="16764" y="382524"/>
                </a:moveTo>
                <a:lnTo>
                  <a:pt x="0" y="348996"/>
                </a:lnTo>
                <a:lnTo>
                  <a:pt x="12263" y="347329"/>
                </a:lnTo>
                <a:lnTo>
                  <a:pt x="26098" y="344805"/>
                </a:lnTo>
                <a:lnTo>
                  <a:pt x="57911" y="338328"/>
                </a:lnTo>
                <a:lnTo>
                  <a:pt x="101345" y="326707"/>
                </a:lnTo>
                <a:lnTo>
                  <a:pt x="163067" y="309371"/>
                </a:lnTo>
                <a:lnTo>
                  <a:pt x="164591" y="315468"/>
                </a:lnTo>
                <a:lnTo>
                  <a:pt x="107418" y="339232"/>
                </a:lnTo>
                <a:lnTo>
                  <a:pt x="63817" y="358140"/>
                </a:lnTo>
                <a:lnTo>
                  <a:pt x="33647" y="372475"/>
                </a:lnTo>
                <a:lnTo>
                  <a:pt x="16764" y="382524"/>
                </a:lnTo>
                <a:close/>
              </a:path>
              <a:path w="390525" h="407035">
                <a:moveTo>
                  <a:pt x="329184" y="400812"/>
                </a:moveTo>
                <a:lnTo>
                  <a:pt x="329184" y="367284"/>
                </a:lnTo>
                <a:lnTo>
                  <a:pt x="352713" y="367284"/>
                </a:lnTo>
                <a:lnTo>
                  <a:pt x="352913" y="372475"/>
                </a:lnTo>
                <a:lnTo>
                  <a:pt x="353329" y="382238"/>
                </a:lnTo>
                <a:lnTo>
                  <a:pt x="353568" y="391668"/>
                </a:lnTo>
                <a:lnTo>
                  <a:pt x="329184" y="40081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" name="object 44"/>
          <p:cNvSpPr/>
          <p:nvPr/>
        </p:nvSpPr>
        <p:spPr>
          <a:xfrm>
            <a:off x="6737604" y="4933188"/>
            <a:ext cx="393700" cy="408940"/>
          </a:xfrm>
          <a:custGeom>
            <a:avLst/>
            <a:gdLst/>
            <a:ahLst/>
            <a:cxnLst/>
            <a:rect l="l" t="t" r="r" b="b"/>
            <a:pathLst>
              <a:path w="393700" h="408939">
                <a:moveTo>
                  <a:pt x="97536" y="103632"/>
                </a:moveTo>
                <a:lnTo>
                  <a:pt x="73152" y="103632"/>
                </a:lnTo>
                <a:lnTo>
                  <a:pt x="73043" y="62103"/>
                </a:lnTo>
                <a:lnTo>
                  <a:pt x="72961" y="48958"/>
                </a:lnTo>
                <a:lnTo>
                  <a:pt x="72509" y="23693"/>
                </a:lnTo>
                <a:lnTo>
                  <a:pt x="71628" y="0"/>
                </a:lnTo>
                <a:lnTo>
                  <a:pt x="111252" y="21336"/>
                </a:lnTo>
                <a:lnTo>
                  <a:pt x="97536" y="33528"/>
                </a:lnTo>
                <a:lnTo>
                  <a:pt x="97536" y="103632"/>
                </a:lnTo>
                <a:close/>
              </a:path>
              <a:path w="393700" h="408939">
                <a:moveTo>
                  <a:pt x="156972" y="185928"/>
                </a:moveTo>
                <a:lnTo>
                  <a:pt x="150876" y="182880"/>
                </a:lnTo>
                <a:lnTo>
                  <a:pt x="175426" y="141660"/>
                </a:lnTo>
                <a:lnTo>
                  <a:pt x="196405" y="97726"/>
                </a:lnTo>
                <a:lnTo>
                  <a:pt x="213669" y="50649"/>
                </a:lnTo>
                <a:lnTo>
                  <a:pt x="227076" y="0"/>
                </a:lnTo>
                <a:lnTo>
                  <a:pt x="268224" y="22860"/>
                </a:lnTo>
                <a:lnTo>
                  <a:pt x="249936" y="33528"/>
                </a:lnTo>
                <a:lnTo>
                  <a:pt x="236982" y="62103"/>
                </a:lnTo>
                <a:lnTo>
                  <a:pt x="230586" y="75652"/>
                </a:lnTo>
                <a:lnTo>
                  <a:pt x="224028" y="88392"/>
                </a:lnTo>
                <a:lnTo>
                  <a:pt x="383510" y="88392"/>
                </a:lnTo>
                <a:lnTo>
                  <a:pt x="393192" y="97536"/>
                </a:lnTo>
                <a:lnTo>
                  <a:pt x="391014" y="99060"/>
                </a:lnTo>
                <a:lnTo>
                  <a:pt x="219456" y="99060"/>
                </a:lnTo>
                <a:lnTo>
                  <a:pt x="203692" y="124206"/>
                </a:lnTo>
                <a:lnTo>
                  <a:pt x="188214" y="147066"/>
                </a:lnTo>
                <a:lnTo>
                  <a:pt x="172735" y="167640"/>
                </a:lnTo>
                <a:lnTo>
                  <a:pt x="156972" y="185928"/>
                </a:lnTo>
                <a:close/>
              </a:path>
              <a:path w="393700" h="408939">
                <a:moveTo>
                  <a:pt x="383510" y="88392"/>
                </a:moveTo>
                <a:lnTo>
                  <a:pt x="348996" y="88392"/>
                </a:lnTo>
                <a:lnTo>
                  <a:pt x="365760" y="71628"/>
                </a:lnTo>
                <a:lnTo>
                  <a:pt x="383510" y="88392"/>
                </a:lnTo>
                <a:close/>
              </a:path>
              <a:path w="393700" h="408939">
                <a:moveTo>
                  <a:pt x="13716" y="117348"/>
                </a:moveTo>
                <a:lnTo>
                  <a:pt x="0" y="103632"/>
                </a:lnTo>
                <a:lnTo>
                  <a:pt x="118872" y="103632"/>
                </a:lnTo>
                <a:lnTo>
                  <a:pt x="138684" y="83820"/>
                </a:lnTo>
                <a:lnTo>
                  <a:pt x="170688" y="114300"/>
                </a:lnTo>
                <a:lnTo>
                  <a:pt x="30480" y="114300"/>
                </a:lnTo>
                <a:lnTo>
                  <a:pt x="13716" y="117348"/>
                </a:lnTo>
                <a:close/>
              </a:path>
              <a:path w="393700" h="408939">
                <a:moveTo>
                  <a:pt x="364202" y="367355"/>
                </a:moveTo>
                <a:lnTo>
                  <a:pt x="305085" y="367355"/>
                </a:lnTo>
                <a:lnTo>
                  <a:pt x="313944" y="367284"/>
                </a:lnTo>
                <a:lnTo>
                  <a:pt x="323088" y="367284"/>
                </a:lnTo>
                <a:lnTo>
                  <a:pt x="329184" y="364236"/>
                </a:lnTo>
                <a:lnTo>
                  <a:pt x="344582" y="316321"/>
                </a:lnTo>
                <a:lnTo>
                  <a:pt x="347728" y="238414"/>
                </a:lnTo>
                <a:lnTo>
                  <a:pt x="352044" y="99060"/>
                </a:lnTo>
                <a:lnTo>
                  <a:pt x="391014" y="99060"/>
                </a:lnTo>
                <a:lnTo>
                  <a:pt x="377952" y="108204"/>
                </a:lnTo>
                <a:lnTo>
                  <a:pt x="371623" y="316321"/>
                </a:lnTo>
                <a:lnTo>
                  <a:pt x="371270" y="326879"/>
                </a:lnTo>
                <a:lnTo>
                  <a:pt x="370332" y="344424"/>
                </a:lnTo>
                <a:lnTo>
                  <a:pt x="367712" y="356425"/>
                </a:lnTo>
                <a:lnTo>
                  <a:pt x="364202" y="367355"/>
                </a:lnTo>
                <a:close/>
              </a:path>
              <a:path w="393700" h="408939">
                <a:moveTo>
                  <a:pt x="9144" y="309372"/>
                </a:moveTo>
                <a:lnTo>
                  <a:pt x="1524" y="306324"/>
                </a:lnTo>
                <a:lnTo>
                  <a:pt x="23860" y="262604"/>
                </a:lnTo>
                <a:lnTo>
                  <a:pt x="43053" y="216027"/>
                </a:lnTo>
                <a:lnTo>
                  <a:pt x="59388" y="166592"/>
                </a:lnTo>
                <a:lnTo>
                  <a:pt x="73152" y="114300"/>
                </a:lnTo>
                <a:lnTo>
                  <a:pt x="97536" y="114300"/>
                </a:lnTo>
                <a:lnTo>
                  <a:pt x="97536" y="160020"/>
                </a:lnTo>
                <a:lnTo>
                  <a:pt x="116467" y="170688"/>
                </a:lnTo>
                <a:lnTo>
                  <a:pt x="97536" y="170688"/>
                </a:lnTo>
                <a:lnTo>
                  <a:pt x="97541" y="188976"/>
                </a:lnTo>
                <a:lnTo>
                  <a:pt x="73152" y="188976"/>
                </a:lnTo>
                <a:lnTo>
                  <a:pt x="60579" y="221289"/>
                </a:lnTo>
                <a:lnTo>
                  <a:pt x="45720" y="252031"/>
                </a:lnTo>
                <a:lnTo>
                  <a:pt x="28575" y="281344"/>
                </a:lnTo>
                <a:lnTo>
                  <a:pt x="9144" y="309372"/>
                </a:lnTo>
                <a:close/>
              </a:path>
              <a:path w="393700" h="408939">
                <a:moveTo>
                  <a:pt x="181356" y="312420"/>
                </a:moveTo>
                <a:lnTo>
                  <a:pt x="161544" y="280416"/>
                </a:lnTo>
                <a:lnTo>
                  <a:pt x="171831" y="275272"/>
                </a:lnTo>
                <a:lnTo>
                  <a:pt x="182118" y="264414"/>
                </a:lnTo>
                <a:lnTo>
                  <a:pt x="202692" y="225552"/>
                </a:lnTo>
                <a:lnTo>
                  <a:pt x="220980" y="179451"/>
                </a:lnTo>
                <a:lnTo>
                  <a:pt x="230124" y="144780"/>
                </a:lnTo>
                <a:lnTo>
                  <a:pt x="266700" y="166116"/>
                </a:lnTo>
                <a:lnTo>
                  <a:pt x="249936" y="173736"/>
                </a:lnTo>
                <a:lnTo>
                  <a:pt x="231338" y="209478"/>
                </a:lnTo>
                <a:lnTo>
                  <a:pt x="214312" y="239077"/>
                </a:lnTo>
                <a:lnTo>
                  <a:pt x="198715" y="262675"/>
                </a:lnTo>
                <a:lnTo>
                  <a:pt x="184404" y="280416"/>
                </a:lnTo>
                <a:lnTo>
                  <a:pt x="315751" y="280416"/>
                </a:lnTo>
                <a:lnTo>
                  <a:pt x="316317" y="283464"/>
                </a:lnTo>
                <a:lnTo>
                  <a:pt x="284988" y="283464"/>
                </a:lnTo>
                <a:lnTo>
                  <a:pt x="271867" y="285130"/>
                </a:lnTo>
                <a:lnTo>
                  <a:pt x="227076" y="294132"/>
                </a:lnTo>
                <a:lnTo>
                  <a:pt x="189357" y="306990"/>
                </a:lnTo>
                <a:lnTo>
                  <a:pt x="181356" y="312420"/>
                </a:lnTo>
                <a:close/>
              </a:path>
              <a:path w="393700" h="408939">
                <a:moveTo>
                  <a:pt x="149352" y="240792"/>
                </a:moveTo>
                <a:lnTo>
                  <a:pt x="143256" y="240792"/>
                </a:lnTo>
                <a:lnTo>
                  <a:pt x="138684" y="234696"/>
                </a:lnTo>
                <a:lnTo>
                  <a:pt x="132588" y="222504"/>
                </a:lnTo>
                <a:lnTo>
                  <a:pt x="126039" y="208192"/>
                </a:lnTo>
                <a:lnTo>
                  <a:pt x="117919" y="194881"/>
                </a:lnTo>
                <a:lnTo>
                  <a:pt x="108370" y="182427"/>
                </a:lnTo>
                <a:lnTo>
                  <a:pt x="97536" y="170688"/>
                </a:lnTo>
                <a:lnTo>
                  <a:pt x="116467" y="170688"/>
                </a:lnTo>
                <a:lnTo>
                  <a:pt x="149352" y="193548"/>
                </a:lnTo>
                <a:lnTo>
                  <a:pt x="158496" y="208788"/>
                </a:lnTo>
                <a:lnTo>
                  <a:pt x="158496" y="219456"/>
                </a:lnTo>
                <a:lnTo>
                  <a:pt x="156972" y="225552"/>
                </a:lnTo>
                <a:lnTo>
                  <a:pt x="149352" y="240792"/>
                </a:lnTo>
                <a:close/>
              </a:path>
              <a:path w="393700" h="408939">
                <a:moveTo>
                  <a:pt x="71628" y="408432"/>
                </a:moveTo>
                <a:lnTo>
                  <a:pt x="72472" y="367355"/>
                </a:lnTo>
                <a:lnTo>
                  <a:pt x="72947" y="316321"/>
                </a:lnTo>
                <a:lnTo>
                  <a:pt x="73029" y="290750"/>
                </a:lnTo>
                <a:lnTo>
                  <a:pt x="73152" y="188976"/>
                </a:lnTo>
                <a:lnTo>
                  <a:pt x="97541" y="188976"/>
                </a:lnTo>
                <a:lnTo>
                  <a:pt x="97665" y="297846"/>
                </a:lnTo>
                <a:lnTo>
                  <a:pt x="97773" y="326879"/>
                </a:lnTo>
                <a:lnTo>
                  <a:pt x="98178" y="369141"/>
                </a:lnTo>
                <a:lnTo>
                  <a:pt x="99060" y="397764"/>
                </a:lnTo>
                <a:lnTo>
                  <a:pt x="71628" y="408432"/>
                </a:lnTo>
                <a:close/>
              </a:path>
              <a:path w="393700" h="408939">
                <a:moveTo>
                  <a:pt x="315751" y="280416"/>
                </a:moveTo>
                <a:lnTo>
                  <a:pt x="184404" y="280416"/>
                </a:lnTo>
                <a:lnTo>
                  <a:pt x="283464" y="275843"/>
                </a:lnTo>
                <a:lnTo>
                  <a:pt x="278606" y="261556"/>
                </a:lnTo>
                <a:lnTo>
                  <a:pt x="273177" y="248412"/>
                </a:lnTo>
                <a:lnTo>
                  <a:pt x="267176" y="236410"/>
                </a:lnTo>
                <a:lnTo>
                  <a:pt x="260604" y="225552"/>
                </a:lnTo>
                <a:lnTo>
                  <a:pt x="266700" y="222504"/>
                </a:lnTo>
                <a:lnTo>
                  <a:pt x="285936" y="240792"/>
                </a:lnTo>
                <a:lnTo>
                  <a:pt x="300228" y="256413"/>
                </a:lnTo>
                <a:lnTo>
                  <a:pt x="309991" y="269224"/>
                </a:lnTo>
                <a:lnTo>
                  <a:pt x="315468" y="278891"/>
                </a:lnTo>
                <a:lnTo>
                  <a:pt x="315751" y="280416"/>
                </a:lnTo>
                <a:close/>
              </a:path>
              <a:path w="393700" h="408939">
                <a:moveTo>
                  <a:pt x="300228" y="313943"/>
                </a:moveTo>
                <a:lnTo>
                  <a:pt x="295656" y="313943"/>
                </a:lnTo>
                <a:lnTo>
                  <a:pt x="292608" y="312420"/>
                </a:lnTo>
                <a:lnTo>
                  <a:pt x="289560" y="303276"/>
                </a:lnTo>
                <a:lnTo>
                  <a:pt x="288036" y="294132"/>
                </a:lnTo>
                <a:lnTo>
                  <a:pt x="284988" y="283464"/>
                </a:lnTo>
                <a:lnTo>
                  <a:pt x="316317" y="283464"/>
                </a:lnTo>
                <a:lnTo>
                  <a:pt x="316896" y="286583"/>
                </a:lnTo>
                <a:lnTo>
                  <a:pt x="316611" y="293560"/>
                </a:lnTo>
                <a:lnTo>
                  <a:pt x="314610" y="299680"/>
                </a:lnTo>
                <a:lnTo>
                  <a:pt x="310896" y="304800"/>
                </a:lnTo>
                <a:lnTo>
                  <a:pt x="304800" y="310896"/>
                </a:lnTo>
                <a:lnTo>
                  <a:pt x="300228" y="313943"/>
                </a:lnTo>
                <a:close/>
              </a:path>
              <a:path w="393700" h="408939">
                <a:moveTo>
                  <a:pt x="310896" y="408432"/>
                </a:moveTo>
                <a:lnTo>
                  <a:pt x="308062" y="396430"/>
                </a:lnTo>
                <a:lnTo>
                  <a:pt x="297370" y="385572"/>
                </a:lnTo>
                <a:lnTo>
                  <a:pt x="278963" y="375856"/>
                </a:lnTo>
                <a:lnTo>
                  <a:pt x="252984" y="367284"/>
                </a:lnTo>
                <a:lnTo>
                  <a:pt x="254508" y="358140"/>
                </a:lnTo>
                <a:lnTo>
                  <a:pt x="275367" y="362354"/>
                </a:lnTo>
                <a:lnTo>
                  <a:pt x="292227" y="365569"/>
                </a:lnTo>
                <a:lnTo>
                  <a:pt x="305085" y="367355"/>
                </a:lnTo>
                <a:lnTo>
                  <a:pt x="364202" y="367355"/>
                </a:lnTo>
                <a:lnTo>
                  <a:pt x="359616" y="376999"/>
                </a:lnTo>
                <a:lnTo>
                  <a:pt x="353568" y="385572"/>
                </a:lnTo>
                <a:lnTo>
                  <a:pt x="345828" y="393001"/>
                </a:lnTo>
                <a:lnTo>
                  <a:pt x="336232" y="399288"/>
                </a:lnTo>
                <a:lnTo>
                  <a:pt x="324635" y="404431"/>
                </a:lnTo>
                <a:lnTo>
                  <a:pt x="310896" y="40843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" name="object 45"/>
          <p:cNvSpPr/>
          <p:nvPr/>
        </p:nvSpPr>
        <p:spPr>
          <a:xfrm>
            <a:off x="3401567" y="3717035"/>
            <a:ext cx="274320" cy="224154"/>
          </a:xfrm>
          <a:custGeom>
            <a:avLst/>
            <a:gdLst/>
            <a:ahLst/>
            <a:cxnLst/>
            <a:rect l="l" t="t" r="r" b="b"/>
            <a:pathLst>
              <a:path w="274320" h="224154">
                <a:moveTo>
                  <a:pt x="213359" y="224028"/>
                </a:moveTo>
                <a:lnTo>
                  <a:pt x="124967" y="224028"/>
                </a:lnTo>
                <a:lnTo>
                  <a:pt x="126491" y="217931"/>
                </a:lnTo>
                <a:lnTo>
                  <a:pt x="135635" y="216407"/>
                </a:lnTo>
                <a:lnTo>
                  <a:pt x="141731" y="214883"/>
                </a:lnTo>
                <a:lnTo>
                  <a:pt x="146303" y="211836"/>
                </a:lnTo>
                <a:lnTo>
                  <a:pt x="149351" y="210311"/>
                </a:lnTo>
                <a:lnTo>
                  <a:pt x="150875" y="207264"/>
                </a:lnTo>
                <a:lnTo>
                  <a:pt x="150875" y="201168"/>
                </a:lnTo>
                <a:lnTo>
                  <a:pt x="149351" y="193548"/>
                </a:lnTo>
                <a:lnTo>
                  <a:pt x="146303" y="182880"/>
                </a:lnTo>
                <a:lnTo>
                  <a:pt x="131063" y="126491"/>
                </a:lnTo>
                <a:lnTo>
                  <a:pt x="70580" y="187023"/>
                </a:lnTo>
                <a:lnTo>
                  <a:pt x="65150" y="192785"/>
                </a:lnTo>
                <a:lnTo>
                  <a:pt x="61436" y="197405"/>
                </a:lnTo>
                <a:lnTo>
                  <a:pt x="59435" y="201168"/>
                </a:lnTo>
                <a:lnTo>
                  <a:pt x="57911" y="202692"/>
                </a:lnTo>
                <a:lnTo>
                  <a:pt x="57911" y="210311"/>
                </a:lnTo>
                <a:lnTo>
                  <a:pt x="62483" y="214883"/>
                </a:lnTo>
                <a:lnTo>
                  <a:pt x="64007" y="214883"/>
                </a:lnTo>
                <a:lnTo>
                  <a:pt x="68579" y="216407"/>
                </a:lnTo>
                <a:lnTo>
                  <a:pt x="76199" y="217931"/>
                </a:lnTo>
                <a:lnTo>
                  <a:pt x="74675" y="224028"/>
                </a:lnTo>
                <a:lnTo>
                  <a:pt x="0" y="224028"/>
                </a:lnTo>
                <a:lnTo>
                  <a:pt x="1523" y="217931"/>
                </a:lnTo>
                <a:lnTo>
                  <a:pt x="8977" y="216741"/>
                </a:lnTo>
                <a:lnTo>
                  <a:pt x="15430" y="215264"/>
                </a:lnTo>
                <a:lnTo>
                  <a:pt x="50125" y="190380"/>
                </a:lnTo>
                <a:lnTo>
                  <a:pt x="126491" y="114300"/>
                </a:lnTo>
                <a:lnTo>
                  <a:pt x="108203" y="50292"/>
                </a:lnTo>
                <a:lnTo>
                  <a:pt x="104774" y="36861"/>
                </a:lnTo>
                <a:lnTo>
                  <a:pt x="83819" y="6096"/>
                </a:lnTo>
                <a:lnTo>
                  <a:pt x="73151" y="6096"/>
                </a:lnTo>
                <a:lnTo>
                  <a:pt x="74675" y="0"/>
                </a:lnTo>
                <a:lnTo>
                  <a:pt x="155447" y="0"/>
                </a:lnTo>
                <a:lnTo>
                  <a:pt x="153923" y="6096"/>
                </a:lnTo>
                <a:lnTo>
                  <a:pt x="141731" y="6096"/>
                </a:lnTo>
                <a:lnTo>
                  <a:pt x="138683" y="7620"/>
                </a:lnTo>
                <a:lnTo>
                  <a:pt x="135635" y="7620"/>
                </a:lnTo>
                <a:lnTo>
                  <a:pt x="134111" y="9144"/>
                </a:lnTo>
                <a:lnTo>
                  <a:pt x="132587" y="12192"/>
                </a:lnTo>
                <a:lnTo>
                  <a:pt x="131063" y="13716"/>
                </a:lnTo>
                <a:lnTo>
                  <a:pt x="131063" y="27432"/>
                </a:lnTo>
                <a:lnTo>
                  <a:pt x="134111" y="36576"/>
                </a:lnTo>
                <a:lnTo>
                  <a:pt x="149351" y="91439"/>
                </a:lnTo>
                <a:lnTo>
                  <a:pt x="184403" y="56387"/>
                </a:lnTo>
                <a:lnTo>
                  <a:pt x="194714" y="46648"/>
                </a:lnTo>
                <a:lnTo>
                  <a:pt x="202882" y="37909"/>
                </a:lnTo>
                <a:lnTo>
                  <a:pt x="209049" y="30027"/>
                </a:lnTo>
                <a:lnTo>
                  <a:pt x="213359" y="22859"/>
                </a:lnTo>
                <a:lnTo>
                  <a:pt x="216407" y="16764"/>
                </a:lnTo>
                <a:lnTo>
                  <a:pt x="216407" y="12192"/>
                </a:lnTo>
                <a:lnTo>
                  <a:pt x="213359" y="9144"/>
                </a:lnTo>
                <a:lnTo>
                  <a:pt x="210311" y="7620"/>
                </a:lnTo>
                <a:lnTo>
                  <a:pt x="204215" y="6096"/>
                </a:lnTo>
                <a:lnTo>
                  <a:pt x="196595" y="6096"/>
                </a:lnTo>
                <a:lnTo>
                  <a:pt x="198119" y="0"/>
                </a:lnTo>
                <a:lnTo>
                  <a:pt x="274319" y="0"/>
                </a:lnTo>
                <a:lnTo>
                  <a:pt x="272795" y="6096"/>
                </a:lnTo>
                <a:lnTo>
                  <a:pt x="265056" y="7524"/>
                </a:lnTo>
                <a:lnTo>
                  <a:pt x="257746" y="9525"/>
                </a:lnTo>
                <a:lnTo>
                  <a:pt x="221551" y="34528"/>
                </a:lnTo>
                <a:lnTo>
                  <a:pt x="153923" y="103632"/>
                </a:lnTo>
                <a:lnTo>
                  <a:pt x="169163" y="164592"/>
                </a:lnTo>
                <a:lnTo>
                  <a:pt x="185927" y="207264"/>
                </a:lnTo>
                <a:lnTo>
                  <a:pt x="192023" y="211836"/>
                </a:lnTo>
                <a:lnTo>
                  <a:pt x="196595" y="214883"/>
                </a:lnTo>
                <a:lnTo>
                  <a:pt x="201167" y="216407"/>
                </a:lnTo>
                <a:lnTo>
                  <a:pt x="207263" y="216407"/>
                </a:lnTo>
                <a:lnTo>
                  <a:pt x="214883" y="217931"/>
                </a:lnTo>
                <a:lnTo>
                  <a:pt x="213359" y="22402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pic>
        <p:nvPicPr>
          <p:cNvPr id="46" name="object 46"/>
          <p:cNvPicPr/>
          <p:nvPr/>
        </p:nvPicPr>
        <p:blipFill>
          <a:blip r:embed="rId6" cstate="print"/>
          <a:stretch>
            <a:fillRect/>
          </a:stretch>
        </p:blipFill>
        <p:spPr>
          <a:xfrm>
            <a:off x="2894075" y="3791711"/>
            <a:ext cx="161544" cy="152400"/>
          </a:xfrm>
          <a:prstGeom prst="rect">
            <a:avLst/>
          </a:prstGeom>
        </p:spPr>
      </p:pic>
      <p:pic>
        <p:nvPicPr>
          <p:cNvPr id="47" name="object 47"/>
          <p:cNvPicPr/>
          <p:nvPr/>
        </p:nvPicPr>
        <p:blipFill>
          <a:blip r:embed="rId7" cstate="print"/>
          <a:stretch>
            <a:fillRect/>
          </a:stretch>
        </p:blipFill>
        <p:spPr>
          <a:xfrm>
            <a:off x="3150108" y="3788664"/>
            <a:ext cx="153924" cy="152400"/>
          </a:xfrm>
          <a:prstGeom prst="rect">
            <a:avLst/>
          </a:prstGeom>
        </p:spPr>
      </p:pic>
      <p:pic>
        <p:nvPicPr>
          <p:cNvPr id="48" name="object 48"/>
          <p:cNvPicPr/>
          <p:nvPr/>
        </p:nvPicPr>
        <p:blipFill>
          <a:blip r:embed="rId8" cstate="print"/>
          <a:stretch>
            <a:fillRect/>
          </a:stretch>
        </p:blipFill>
        <p:spPr>
          <a:xfrm>
            <a:off x="5724144" y="3706367"/>
            <a:ext cx="210312" cy="240791"/>
          </a:xfrm>
          <a:prstGeom prst="rect">
            <a:avLst/>
          </a:prstGeom>
        </p:spPr>
      </p:pic>
      <p:pic>
        <p:nvPicPr>
          <p:cNvPr id="49" name="object 49"/>
          <p:cNvPicPr/>
          <p:nvPr/>
        </p:nvPicPr>
        <p:blipFill>
          <a:blip r:embed="rId9" cstate="print"/>
          <a:stretch>
            <a:fillRect/>
          </a:stretch>
        </p:blipFill>
        <p:spPr>
          <a:xfrm>
            <a:off x="5157215" y="3785615"/>
            <a:ext cx="187452" cy="239268"/>
          </a:xfrm>
          <a:prstGeom prst="rect">
            <a:avLst/>
          </a:prstGeom>
        </p:spPr>
      </p:pic>
      <p:pic>
        <p:nvPicPr>
          <p:cNvPr id="50" name="object 50"/>
          <p:cNvPicPr/>
          <p:nvPr/>
        </p:nvPicPr>
        <p:blipFill>
          <a:blip r:embed="rId10" cstate="print"/>
          <a:stretch>
            <a:fillRect/>
          </a:stretch>
        </p:blipFill>
        <p:spPr>
          <a:xfrm>
            <a:off x="5451348" y="3784091"/>
            <a:ext cx="166116" cy="163068"/>
          </a:xfrm>
          <a:prstGeom prst="rect">
            <a:avLst/>
          </a:prstGeom>
        </p:spPr>
      </p:pic>
    </p:spTree>
  </p:cSld>
  <p:clrMapOvr>
    <a:masterClrMapping/>
  </p:clrMapOvr>
</p:sld>
</file>

<file path=ppt/slides/slide5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object 2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9563100" y="7229856"/>
            <a:ext cx="193498" cy="146304"/>
          </a:xfrm>
          <a:prstGeom prst="rect">
            <a:avLst/>
          </a:prstGeom>
        </p:spPr>
      </p:pic>
      <p:sp>
        <p:nvSpPr>
          <p:cNvPr id="3" name="object 3"/>
          <p:cNvSpPr/>
          <p:nvPr/>
        </p:nvSpPr>
        <p:spPr>
          <a:xfrm>
            <a:off x="1760219" y="1328927"/>
            <a:ext cx="218440" cy="447040"/>
          </a:xfrm>
          <a:custGeom>
            <a:avLst/>
            <a:gdLst/>
            <a:ahLst/>
            <a:cxnLst/>
            <a:rect l="l" t="t" r="r" b="b"/>
            <a:pathLst>
              <a:path w="218439" h="447039">
                <a:moveTo>
                  <a:pt x="217931" y="446532"/>
                </a:moveTo>
                <a:lnTo>
                  <a:pt x="0" y="446532"/>
                </a:lnTo>
                <a:lnTo>
                  <a:pt x="0" y="400812"/>
                </a:lnTo>
                <a:lnTo>
                  <a:pt x="80771" y="400812"/>
                </a:lnTo>
                <a:lnTo>
                  <a:pt x="80771" y="102108"/>
                </a:lnTo>
                <a:lnTo>
                  <a:pt x="0" y="102108"/>
                </a:lnTo>
                <a:lnTo>
                  <a:pt x="0" y="62484"/>
                </a:lnTo>
                <a:lnTo>
                  <a:pt x="21407" y="61626"/>
                </a:lnTo>
                <a:lnTo>
                  <a:pt x="39814" y="59055"/>
                </a:lnTo>
                <a:lnTo>
                  <a:pt x="77081" y="41362"/>
                </a:lnTo>
                <a:lnTo>
                  <a:pt x="91439" y="0"/>
                </a:lnTo>
                <a:lnTo>
                  <a:pt x="138683" y="0"/>
                </a:lnTo>
                <a:lnTo>
                  <a:pt x="138683" y="400812"/>
                </a:lnTo>
                <a:lnTo>
                  <a:pt x="217931" y="400812"/>
                </a:lnTo>
                <a:lnTo>
                  <a:pt x="217931" y="446532"/>
                </a:lnTo>
                <a:close/>
              </a:path>
            </a:pathLst>
          </a:custGeom>
          <a:solidFill>
            <a:srgbClr val="3333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" name="object 4"/>
          <p:cNvSpPr/>
          <p:nvPr/>
        </p:nvSpPr>
        <p:spPr>
          <a:xfrm>
            <a:off x="2084832" y="1690116"/>
            <a:ext cx="71755" cy="85725"/>
          </a:xfrm>
          <a:custGeom>
            <a:avLst/>
            <a:gdLst/>
            <a:ahLst/>
            <a:cxnLst/>
            <a:rect l="l" t="t" r="r" b="b"/>
            <a:pathLst>
              <a:path w="71755" h="85725">
                <a:moveTo>
                  <a:pt x="71627" y="85343"/>
                </a:moveTo>
                <a:lnTo>
                  <a:pt x="0" y="85343"/>
                </a:lnTo>
                <a:lnTo>
                  <a:pt x="0" y="0"/>
                </a:lnTo>
                <a:lnTo>
                  <a:pt x="71627" y="0"/>
                </a:lnTo>
                <a:lnTo>
                  <a:pt x="71627" y="85343"/>
                </a:lnTo>
                <a:close/>
              </a:path>
            </a:pathLst>
          </a:custGeom>
          <a:solidFill>
            <a:srgbClr val="3333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" name="object 5"/>
          <p:cNvSpPr/>
          <p:nvPr/>
        </p:nvSpPr>
        <p:spPr>
          <a:xfrm>
            <a:off x="2244852" y="1321307"/>
            <a:ext cx="276225" cy="454659"/>
          </a:xfrm>
          <a:custGeom>
            <a:avLst/>
            <a:gdLst/>
            <a:ahLst/>
            <a:cxnLst/>
            <a:rect l="l" t="t" r="r" b="b"/>
            <a:pathLst>
              <a:path w="276225" h="454660">
                <a:moveTo>
                  <a:pt x="275843" y="454151"/>
                </a:moveTo>
                <a:lnTo>
                  <a:pt x="0" y="454151"/>
                </a:lnTo>
                <a:lnTo>
                  <a:pt x="0" y="391667"/>
                </a:lnTo>
                <a:lnTo>
                  <a:pt x="29336" y="364426"/>
                </a:lnTo>
                <a:lnTo>
                  <a:pt x="43291" y="351162"/>
                </a:lnTo>
                <a:lnTo>
                  <a:pt x="56387" y="338327"/>
                </a:lnTo>
                <a:lnTo>
                  <a:pt x="69842" y="325493"/>
                </a:lnTo>
                <a:lnTo>
                  <a:pt x="82867" y="312229"/>
                </a:lnTo>
                <a:lnTo>
                  <a:pt x="131349" y="258079"/>
                </a:lnTo>
                <a:lnTo>
                  <a:pt x="165639" y="213407"/>
                </a:lnTo>
                <a:lnTo>
                  <a:pt x="185666" y="177903"/>
                </a:lnTo>
                <a:lnTo>
                  <a:pt x="196595" y="124967"/>
                </a:lnTo>
                <a:lnTo>
                  <a:pt x="196072" y="116109"/>
                </a:lnTo>
                <a:lnTo>
                  <a:pt x="178927" y="74961"/>
                </a:lnTo>
                <a:lnTo>
                  <a:pt x="142470" y="54387"/>
                </a:lnTo>
                <a:lnTo>
                  <a:pt x="120395" y="51815"/>
                </a:lnTo>
                <a:lnTo>
                  <a:pt x="112371" y="52077"/>
                </a:lnTo>
                <a:lnTo>
                  <a:pt x="71627" y="59626"/>
                </a:lnTo>
                <a:lnTo>
                  <a:pt x="24383" y="82295"/>
                </a:lnTo>
                <a:lnTo>
                  <a:pt x="18287" y="86867"/>
                </a:lnTo>
                <a:lnTo>
                  <a:pt x="13715" y="89915"/>
                </a:lnTo>
                <a:lnTo>
                  <a:pt x="10667" y="89915"/>
                </a:lnTo>
                <a:lnTo>
                  <a:pt x="10667" y="25908"/>
                </a:lnTo>
                <a:lnTo>
                  <a:pt x="60960" y="9143"/>
                </a:lnTo>
                <a:lnTo>
                  <a:pt x="109823" y="571"/>
                </a:lnTo>
                <a:lnTo>
                  <a:pt x="124967" y="0"/>
                </a:lnTo>
                <a:lnTo>
                  <a:pt x="154138" y="2024"/>
                </a:lnTo>
                <a:lnTo>
                  <a:pt x="202763" y="18645"/>
                </a:lnTo>
                <a:lnTo>
                  <a:pt x="237624" y="51196"/>
                </a:lnTo>
                <a:lnTo>
                  <a:pt x="255293" y="95678"/>
                </a:lnTo>
                <a:lnTo>
                  <a:pt x="257555" y="121919"/>
                </a:lnTo>
                <a:lnTo>
                  <a:pt x="257032" y="135112"/>
                </a:lnTo>
                <a:lnTo>
                  <a:pt x="247769" y="181832"/>
                </a:lnTo>
                <a:lnTo>
                  <a:pt x="228695" y="221218"/>
                </a:lnTo>
                <a:lnTo>
                  <a:pt x="191071" y="268986"/>
                </a:lnTo>
                <a:lnTo>
                  <a:pt x="159472" y="303156"/>
                </a:lnTo>
                <a:lnTo>
                  <a:pt x="128087" y="334541"/>
                </a:lnTo>
                <a:lnTo>
                  <a:pt x="111251" y="350519"/>
                </a:lnTo>
                <a:lnTo>
                  <a:pt x="94964" y="366569"/>
                </a:lnTo>
                <a:lnTo>
                  <a:pt x="67532" y="392953"/>
                </a:lnTo>
                <a:lnTo>
                  <a:pt x="56387" y="403859"/>
                </a:lnTo>
                <a:lnTo>
                  <a:pt x="275843" y="403859"/>
                </a:lnTo>
                <a:lnTo>
                  <a:pt x="275843" y="454151"/>
                </a:lnTo>
                <a:close/>
              </a:path>
            </a:pathLst>
          </a:custGeom>
          <a:solidFill>
            <a:srgbClr val="3333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" name="object 6"/>
          <p:cNvSpPr/>
          <p:nvPr/>
        </p:nvSpPr>
        <p:spPr>
          <a:xfrm>
            <a:off x="2604516" y="1690116"/>
            <a:ext cx="71755" cy="85725"/>
          </a:xfrm>
          <a:custGeom>
            <a:avLst/>
            <a:gdLst/>
            <a:ahLst/>
            <a:cxnLst/>
            <a:rect l="l" t="t" r="r" b="b"/>
            <a:pathLst>
              <a:path w="71755" h="85725">
                <a:moveTo>
                  <a:pt x="71627" y="85343"/>
                </a:moveTo>
                <a:lnTo>
                  <a:pt x="0" y="85343"/>
                </a:lnTo>
                <a:lnTo>
                  <a:pt x="0" y="0"/>
                </a:lnTo>
                <a:lnTo>
                  <a:pt x="71627" y="0"/>
                </a:lnTo>
                <a:lnTo>
                  <a:pt x="71627" y="85343"/>
                </a:lnTo>
                <a:close/>
              </a:path>
            </a:pathLst>
          </a:custGeom>
          <a:solidFill>
            <a:srgbClr val="3333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" name="object 7"/>
          <p:cNvSpPr/>
          <p:nvPr/>
        </p:nvSpPr>
        <p:spPr>
          <a:xfrm>
            <a:off x="2761488" y="1321308"/>
            <a:ext cx="271780" cy="463550"/>
          </a:xfrm>
          <a:custGeom>
            <a:avLst/>
            <a:gdLst/>
            <a:ahLst/>
            <a:cxnLst/>
            <a:rect l="l" t="t" r="r" b="b"/>
            <a:pathLst>
              <a:path w="271780" h="463550">
                <a:moveTo>
                  <a:pt x="121920" y="463296"/>
                </a:moveTo>
                <a:lnTo>
                  <a:pt x="72628" y="458795"/>
                </a:lnTo>
                <a:lnTo>
                  <a:pt x="25336" y="446341"/>
                </a:lnTo>
                <a:lnTo>
                  <a:pt x="0" y="435863"/>
                </a:lnTo>
                <a:lnTo>
                  <a:pt x="0" y="373379"/>
                </a:lnTo>
                <a:lnTo>
                  <a:pt x="4572" y="373379"/>
                </a:lnTo>
                <a:lnTo>
                  <a:pt x="14573" y="380214"/>
                </a:lnTo>
                <a:lnTo>
                  <a:pt x="26289" y="386905"/>
                </a:lnTo>
                <a:lnTo>
                  <a:pt x="70866" y="405050"/>
                </a:lnTo>
                <a:lnTo>
                  <a:pt x="118872" y="411479"/>
                </a:lnTo>
                <a:lnTo>
                  <a:pt x="128016" y="411170"/>
                </a:lnTo>
                <a:lnTo>
                  <a:pt x="172402" y="398525"/>
                </a:lnTo>
                <a:lnTo>
                  <a:pt x="200501" y="365879"/>
                </a:lnTo>
                <a:lnTo>
                  <a:pt x="210312" y="318515"/>
                </a:lnTo>
                <a:lnTo>
                  <a:pt x="209978" y="306538"/>
                </a:lnTo>
                <a:lnTo>
                  <a:pt x="194691" y="264223"/>
                </a:lnTo>
                <a:lnTo>
                  <a:pt x="162544" y="243339"/>
                </a:lnTo>
                <a:lnTo>
                  <a:pt x="117348" y="237743"/>
                </a:lnTo>
                <a:lnTo>
                  <a:pt x="91440" y="237743"/>
                </a:lnTo>
                <a:lnTo>
                  <a:pt x="91440" y="187451"/>
                </a:lnTo>
                <a:lnTo>
                  <a:pt x="111252" y="187451"/>
                </a:lnTo>
                <a:lnTo>
                  <a:pt x="130706" y="186308"/>
                </a:lnTo>
                <a:lnTo>
                  <a:pt x="176784" y="169163"/>
                </a:lnTo>
                <a:lnTo>
                  <a:pt x="201001" y="130159"/>
                </a:lnTo>
                <a:lnTo>
                  <a:pt x="202692" y="112775"/>
                </a:lnTo>
                <a:lnTo>
                  <a:pt x="202144" y="105036"/>
                </a:lnTo>
                <a:lnTo>
                  <a:pt x="185928" y="70103"/>
                </a:lnTo>
                <a:lnTo>
                  <a:pt x="178308" y="65531"/>
                </a:lnTo>
                <a:lnTo>
                  <a:pt x="172569" y="61507"/>
                </a:lnTo>
                <a:lnTo>
                  <a:pt x="132064" y="51863"/>
                </a:lnTo>
                <a:lnTo>
                  <a:pt x="124968" y="51815"/>
                </a:lnTo>
                <a:lnTo>
                  <a:pt x="116728" y="52077"/>
                </a:lnTo>
                <a:lnTo>
                  <a:pt x="75628" y="59626"/>
                </a:lnTo>
                <a:lnTo>
                  <a:pt x="35052" y="77723"/>
                </a:lnTo>
                <a:lnTo>
                  <a:pt x="28956" y="82295"/>
                </a:lnTo>
                <a:lnTo>
                  <a:pt x="21336" y="86867"/>
                </a:lnTo>
                <a:lnTo>
                  <a:pt x="16764" y="89915"/>
                </a:lnTo>
                <a:lnTo>
                  <a:pt x="12192" y="89915"/>
                </a:lnTo>
                <a:lnTo>
                  <a:pt x="12192" y="27431"/>
                </a:lnTo>
                <a:lnTo>
                  <a:pt x="49482" y="12215"/>
                </a:lnTo>
                <a:lnTo>
                  <a:pt x="98107" y="2095"/>
                </a:lnTo>
                <a:lnTo>
                  <a:pt x="129540" y="0"/>
                </a:lnTo>
                <a:lnTo>
                  <a:pt x="143851" y="309"/>
                </a:lnTo>
                <a:lnTo>
                  <a:pt x="192500" y="9810"/>
                </a:lnTo>
                <a:lnTo>
                  <a:pt x="231981" y="32432"/>
                </a:lnTo>
                <a:lnTo>
                  <a:pt x="256984" y="70032"/>
                </a:lnTo>
                <a:lnTo>
                  <a:pt x="262128" y="106679"/>
                </a:lnTo>
                <a:lnTo>
                  <a:pt x="260675" y="124634"/>
                </a:lnTo>
                <a:lnTo>
                  <a:pt x="237744" y="172211"/>
                </a:lnTo>
                <a:lnTo>
                  <a:pt x="196381" y="202430"/>
                </a:lnTo>
                <a:lnTo>
                  <a:pt x="179832" y="207263"/>
                </a:lnTo>
                <a:lnTo>
                  <a:pt x="179832" y="211835"/>
                </a:lnTo>
                <a:lnTo>
                  <a:pt x="218074" y="224694"/>
                </a:lnTo>
                <a:lnTo>
                  <a:pt x="252603" y="254317"/>
                </a:lnTo>
                <a:lnTo>
                  <a:pt x="268986" y="295465"/>
                </a:lnTo>
                <a:lnTo>
                  <a:pt x="271272" y="321563"/>
                </a:lnTo>
                <a:lnTo>
                  <a:pt x="270676" y="337018"/>
                </a:lnTo>
                <a:lnTo>
                  <a:pt x="260604" y="377952"/>
                </a:lnTo>
                <a:lnTo>
                  <a:pt x="240458" y="412456"/>
                </a:lnTo>
                <a:lnTo>
                  <a:pt x="210312" y="440245"/>
                </a:lnTo>
                <a:lnTo>
                  <a:pt x="170354" y="457509"/>
                </a:lnTo>
                <a:lnTo>
                  <a:pt x="139398" y="462700"/>
                </a:lnTo>
                <a:lnTo>
                  <a:pt x="121920" y="463296"/>
                </a:lnTo>
                <a:close/>
              </a:path>
            </a:pathLst>
          </a:custGeom>
          <a:solidFill>
            <a:srgbClr val="3333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3296411" y="1368551"/>
            <a:ext cx="546100" cy="388620"/>
          </a:xfrm>
          <a:custGeom>
            <a:avLst/>
            <a:gdLst/>
            <a:ahLst/>
            <a:cxnLst/>
            <a:rect l="l" t="t" r="r" b="b"/>
            <a:pathLst>
              <a:path w="546100" h="388619">
                <a:moveTo>
                  <a:pt x="80772" y="54864"/>
                </a:moveTo>
                <a:lnTo>
                  <a:pt x="59436" y="33528"/>
                </a:lnTo>
                <a:lnTo>
                  <a:pt x="411480" y="33528"/>
                </a:lnTo>
                <a:lnTo>
                  <a:pt x="445008" y="0"/>
                </a:lnTo>
                <a:lnTo>
                  <a:pt x="492252" y="48768"/>
                </a:lnTo>
                <a:lnTo>
                  <a:pt x="135636" y="48768"/>
                </a:lnTo>
                <a:lnTo>
                  <a:pt x="121920" y="49077"/>
                </a:lnTo>
                <a:lnTo>
                  <a:pt x="108204" y="50101"/>
                </a:lnTo>
                <a:lnTo>
                  <a:pt x="94488" y="51982"/>
                </a:lnTo>
                <a:lnTo>
                  <a:pt x="80772" y="54864"/>
                </a:lnTo>
                <a:close/>
              </a:path>
              <a:path w="546100" h="388619">
                <a:moveTo>
                  <a:pt x="21336" y="388620"/>
                </a:moveTo>
                <a:lnTo>
                  <a:pt x="0" y="365760"/>
                </a:lnTo>
                <a:lnTo>
                  <a:pt x="445008" y="365760"/>
                </a:lnTo>
                <a:lnTo>
                  <a:pt x="487680" y="323088"/>
                </a:lnTo>
                <a:lnTo>
                  <a:pt x="545592" y="381000"/>
                </a:lnTo>
                <a:lnTo>
                  <a:pt x="80772" y="381000"/>
                </a:lnTo>
                <a:lnTo>
                  <a:pt x="64841" y="381333"/>
                </a:lnTo>
                <a:lnTo>
                  <a:pt x="49339" y="382524"/>
                </a:lnTo>
                <a:lnTo>
                  <a:pt x="34694" y="384857"/>
                </a:lnTo>
                <a:lnTo>
                  <a:pt x="21336" y="388620"/>
                </a:lnTo>
                <a:close/>
              </a:path>
            </a:pathLst>
          </a:custGeom>
          <a:solidFill>
            <a:srgbClr val="3333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3906011" y="1280159"/>
            <a:ext cx="554990" cy="554990"/>
          </a:xfrm>
          <a:custGeom>
            <a:avLst/>
            <a:gdLst/>
            <a:ahLst/>
            <a:cxnLst/>
            <a:rect l="l" t="t" r="r" b="b"/>
            <a:pathLst>
              <a:path w="554989" h="554989">
                <a:moveTo>
                  <a:pt x="504444" y="281940"/>
                </a:moveTo>
                <a:lnTo>
                  <a:pt x="467344" y="259151"/>
                </a:lnTo>
                <a:lnTo>
                  <a:pt x="433959" y="232219"/>
                </a:lnTo>
                <a:lnTo>
                  <a:pt x="404574" y="201572"/>
                </a:lnTo>
                <a:lnTo>
                  <a:pt x="379476" y="167640"/>
                </a:lnTo>
                <a:lnTo>
                  <a:pt x="357473" y="130516"/>
                </a:lnTo>
                <a:lnTo>
                  <a:pt x="339471" y="90106"/>
                </a:lnTo>
                <a:lnTo>
                  <a:pt x="325469" y="46553"/>
                </a:lnTo>
                <a:lnTo>
                  <a:pt x="315468" y="0"/>
                </a:lnTo>
                <a:lnTo>
                  <a:pt x="361188" y="19812"/>
                </a:lnTo>
                <a:lnTo>
                  <a:pt x="341376" y="32004"/>
                </a:lnTo>
                <a:lnTo>
                  <a:pt x="357092" y="76533"/>
                </a:lnTo>
                <a:lnTo>
                  <a:pt x="376809" y="116205"/>
                </a:lnTo>
                <a:lnTo>
                  <a:pt x="400526" y="150733"/>
                </a:lnTo>
                <a:lnTo>
                  <a:pt x="428244" y="179832"/>
                </a:lnTo>
                <a:lnTo>
                  <a:pt x="458509" y="203549"/>
                </a:lnTo>
                <a:lnTo>
                  <a:pt x="521898" y="235553"/>
                </a:lnTo>
                <a:lnTo>
                  <a:pt x="554735" y="243840"/>
                </a:lnTo>
                <a:lnTo>
                  <a:pt x="554735" y="251460"/>
                </a:lnTo>
                <a:lnTo>
                  <a:pt x="537876" y="255150"/>
                </a:lnTo>
                <a:lnTo>
                  <a:pt x="523875" y="261556"/>
                </a:lnTo>
                <a:lnTo>
                  <a:pt x="512730" y="270533"/>
                </a:lnTo>
                <a:lnTo>
                  <a:pt x="504444" y="281940"/>
                </a:lnTo>
                <a:close/>
              </a:path>
              <a:path w="554989" h="554989">
                <a:moveTo>
                  <a:pt x="4572" y="301752"/>
                </a:moveTo>
                <a:lnTo>
                  <a:pt x="0" y="294132"/>
                </a:lnTo>
                <a:lnTo>
                  <a:pt x="30003" y="267866"/>
                </a:lnTo>
                <a:lnTo>
                  <a:pt x="58293" y="239458"/>
                </a:lnTo>
                <a:lnTo>
                  <a:pt x="84867" y="209049"/>
                </a:lnTo>
                <a:lnTo>
                  <a:pt x="109728" y="176784"/>
                </a:lnTo>
                <a:lnTo>
                  <a:pt x="132897" y="140779"/>
                </a:lnTo>
                <a:lnTo>
                  <a:pt x="154495" y="101346"/>
                </a:lnTo>
                <a:lnTo>
                  <a:pt x="174664" y="58483"/>
                </a:lnTo>
                <a:lnTo>
                  <a:pt x="193548" y="12192"/>
                </a:lnTo>
                <a:lnTo>
                  <a:pt x="240792" y="48768"/>
                </a:lnTo>
                <a:lnTo>
                  <a:pt x="219456" y="59436"/>
                </a:lnTo>
                <a:lnTo>
                  <a:pt x="199191" y="97155"/>
                </a:lnTo>
                <a:lnTo>
                  <a:pt x="177355" y="132588"/>
                </a:lnTo>
                <a:lnTo>
                  <a:pt x="154090" y="165735"/>
                </a:lnTo>
                <a:lnTo>
                  <a:pt x="129540" y="196596"/>
                </a:lnTo>
                <a:lnTo>
                  <a:pt x="103798" y="225456"/>
                </a:lnTo>
                <a:lnTo>
                  <a:pt x="74485" y="252603"/>
                </a:lnTo>
                <a:lnTo>
                  <a:pt x="41457" y="278034"/>
                </a:lnTo>
                <a:lnTo>
                  <a:pt x="4572" y="301752"/>
                </a:lnTo>
                <a:close/>
              </a:path>
              <a:path w="554989" h="554989">
                <a:moveTo>
                  <a:pt x="118872" y="263652"/>
                </a:moveTo>
                <a:lnTo>
                  <a:pt x="100584" y="243840"/>
                </a:lnTo>
                <a:lnTo>
                  <a:pt x="373380" y="243840"/>
                </a:lnTo>
                <a:lnTo>
                  <a:pt x="397764" y="220980"/>
                </a:lnTo>
                <a:lnTo>
                  <a:pt x="429768" y="254508"/>
                </a:lnTo>
                <a:lnTo>
                  <a:pt x="423672" y="259080"/>
                </a:lnTo>
                <a:lnTo>
                  <a:pt x="141732" y="259080"/>
                </a:lnTo>
                <a:lnTo>
                  <a:pt x="118872" y="263652"/>
                </a:lnTo>
                <a:close/>
              </a:path>
              <a:path w="554989" h="554989">
                <a:moveTo>
                  <a:pt x="30479" y="554736"/>
                </a:moveTo>
                <a:lnTo>
                  <a:pt x="25908" y="545592"/>
                </a:lnTo>
                <a:lnTo>
                  <a:pt x="75318" y="516993"/>
                </a:lnTo>
                <a:lnTo>
                  <a:pt x="116014" y="485965"/>
                </a:lnTo>
                <a:lnTo>
                  <a:pt x="147851" y="452366"/>
                </a:lnTo>
                <a:lnTo>
                  <a:pt x="170688" y="416052"/>
                </a:lnTo>
                <a:lnTo>
                  <a:pt x="187237" y="377809"/>
                </a:lnTo>
                <a:lnTo>
                  <a:pt x="200215" y="338709"/>
                </a:lnTo>
                <a:lnTo>
                  <a:pt x="209478" y="299037"/>
                </a:lnTo>
                <a:lnTo>
                  <a:pt x="214884" y="259080"/>
                </a:lnTo>
                <a:lnTo>
                  <a:pt x="252984" y="259080"/>
                </a:lnTo>
                <a:lnTo>
                  <a:pt x="244173" y="308514"/>
                </a:lnTo>
                <a:lnTo>
                  <a:pt x="231648" y="353949"/>
                </a:lnTo>
                <a:lnTo>
                  <a:pt x="215693" y="395382"/>
                </a:lnTo>
                <a:lnTo>
                  <a:pt x="196596" y="432816"/>
                </a:lnTo>
                <a:lnTo>
                  <a:pt x="169997" y="466224"/>
                </a:lnTo>
                <a:lnTo>
                  <a:pt x="133540" y="497776"/>
                </a:lnTo>
                <a:lnTo>
                  <a:pt x="87082" y="527327"/>
                </a:lnTo>
                <a:lnTo>
                  <a:pt x="30479" y="554736"/>
                </a:lnTo>
                <a:close/>
              </a:path>
              <a:path w="554989" h="554989">
                <a:moveTo>
                  <a:pt x="386919" y="497109"/>
                </a:moveTo>
                <a:lnTo>
                  <a:pt x="318992" y="497109"/>
                </a:lnTo>
                <a:lnTo>
                  <a:pt x="330708" y="496824"/>
                </a:lnTo>
                <a:lnTo>
                  <a:pt x="339280" y="494252"/>
                </a:lnTo>
                <a:lnTo>
                  <a:pt x="363593" y="445960"/>
                </a:lnTo>
                <a:lnTo>
                  <a:pt x="368617" y="403098"/>
                </a:lnTo>
                <a:lnTo>
                  <a:pt x="373356" y="340804"/>
                </a:lnTo>
                <a:lnTo>
                  <a:pt x="377952" y="259080"/>
                </a:lnTo>
                <a:lnTo>
                  <a:pt x="423672" y="259080"/>
                </a:lnTo>
                <a:lnTo>
                  <a:pt x="411480" y="268223"/>
                </a:lnTo>
                <a:lnTo>
                  <a:pt x="409090" y="338084"/>
                </a:lnTo>
                <a:lnTo>
                  <a:pt x="405530" y="395874"/>
                </a:lnTo>
                <a:lnTo>
                  <a:pt x="400726" y="441594"/>
                </a:lnTo>
                <a:lnTo>
                  <a:pt x="394606" y="475244"/>
                </a:lnTo>
                <a:lnTo>
                  <a:pt x="387096" y="496824"/>
                </a:lnTo>
                <a:lnTo>
                  <a:pt x="386919" y="497109"/>
                </a:lnTo>
                <a:close/>
              </a:path>
              <a:path w="554989" h="554989">
                <a:moveTo>
                  <a:pt x="320040" y="553212"/>
                </a:moveTo>
                <a:lnTo>
                  <a:pt x="313420" y="535209"/>
                </a:lnTo>
                <a:lnTo>
                  <a:pt x="300228" y="520065"/>
                </a:lnTo>
                <a:lnTo>
                  <a:pt x="280177" y="507777"/>
                </a:lnTo>
                <a:lnTo>
                  <a:pt x="252984" y="498348"/>
                </a:lnTo>
                <a:lnTo>
                  <a:pt x="252984" y="487679"/>
                </a:lnTo>
                <a:lnTo>
                  <a:pt x="280130" y="492537"/>
                </a:lnTo>
                <a:lnTo>
                  <a:pt x="302133" y="495681"/>
                </a:lnTo>
                <a:lnTo>
                  <a:pt x="318992" y="497109"/>
                </a:lnTo>
                <a:lnTo>
                  <a:pt x="386919" y="497109"/>
                </a:lnTo>
                <a:lnTo>
                  <a:pt x="375975" y="514850"/>
                </a:lnTo>
                <a:lnTo>
                  <a:pt x="360997" y="530161"/>
                </a:lnTo>
                <a:lnTo>
                  <a:pt x="342304" y="542901"/>
                </a:lnTo>
                <a:lnTo>
                  <a:pt x="320040" y="553212"/>
                </a:lnTo>
                <a:close/>
              </a:path>
            </a:pathLst>
          </a:custGeom>
          <a:solidFill>
            <a:srgbClr val="3333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4541520" y="1295400"/>
            <a:ext cx="515620" cy="523240"/>
          </a:xfrm>
          <a:custGeom>
            <a:avLst/>
            <a:gdLst/>
            <a:ahLst/>
            <a:cxnLst/>
            <a:rect l="l" t="t" r="r" b="b"/>
            <a:pathLst>
              <a:path w="515620" h="523239">
                <a:moveTo>
                  <a:pt x="33527" y="522731"/>
                </a:moveTo>
                <a:lnTo>
                  <a:pt x="0" y="492251"/>
                </a:lnTo>
                <a:lnTo>
                  <a:pt x="15239" y="478536"/>
                </a:lnTo>
                <a:lnTo>
                  <a:pt x="15239" y="144779"/>
                </a:lnTo>
                <a:lnTo>
                  <a:pt x="14978" y="112514"/>
                </a:lnTo>
                <a:lnTo>
                  <a:pt x="14287" y="79819"/>
                </a:lnTo>
                <a:lnTo>
                  <a:pt x="12191" y="13715"/>
                </a:lnTo>
                <a:lnTo>
                  <a:pt x="48767" y="33527"/>
                </a:lnTo>
                <a:lnTo>
                  <a:pt x="416052" y="33527"/>
                </a:lnTo>
                <a:lnTo>
                  <a:pt x="452627" y="0"/>
                </a:lnTo>
                <a:lnTo>
                  <a:pt x="495300" y="47243"/>
                </a:lnTo>
                <a:lnTo>
                  <a:pt x="330707" y="47243"/>
                </a:lnTo>
                <a:lnTo>
                  <a:pt x="330707" y="333755"/>
                </a:lnTo>
                <a:lnTo>
                  <a:pt x="332398" y="353758"/>
                </a:lnTo>
                <a:lnTo>
                  <a:pt x="337375" y="368045"/>
                </a:lnTo>
                <a:lnTo>
                  <a:pt x="345495" y="376618"/>
                </a:lnTo>
                <a:lnTo>
                  <a:pt x="356615" y="379475"/>
                </a:lnTo>
                <a:lnTo>
                  <a:pt x="422148" y="379475"/>
                </a:lnTo>
                <a:lnTo>
                  <a:pt x="448055" y="339851"/>
                </a:lnTo>
                <a:lnTo>
                  <a:pt x="452627" y="266699"/>
                </a:lnTo>
                <a:lnTo>
                  <a:pt x="464820" y="266699"/>
                </a:lnTo>
                <a:lnTo>
                  <a:pt x="467867" y="335279"/>
                </a:lnTo>
                <a:lnTo>
                  <a:pt x="498348" y="371855"/>
                </a:lnTo>
                <a:lnTo>
                  <a:pt x="486584" y="387810"/>
                </a:lnTo>
                <a:lnTo>
                  <a:pt x="471678" y="398907"/>
                </a:lnTo>
                <a:lnTo>
                  <a:pt x="453342" y="404860"/>
                </a:lnTo>
                <a:lnTo>
                  <a:pt x="431291" y="405384"/>
                </a:lnTo>
                <a:lnTo>
                  <a:pt x="342900" y="405384"/>
                </a:lnTo>
                <a:lnTo>
                  <a:pt x="322945" y="401359"/>
                </a:lnTo>
                <a:lnTo>
                  <a:pt x="308991" y="391477"/>
                </a:lnTo>
                <a:lnTo>
                  <a:pt x="301323" y="375594"/>
                </a:lnTo>
                <a:lnTo>
                  <a:pt x="300227" y="353567"/>
                </a:lnTo>
                <a:lnTo>
                  <a:pt x="300227" y="47243"/>
                </a:lnTo>
                <a:lnTo>
                  <a:pt x="199644" y="47243"/>
                </a:lnTo>
                <a:lnTo>
                  <a:pt x="198310" y="120205"/>
                </a:lnTo>
                <a:lnTo>
                  <a:pt x="193547" y="187451"/>
                </a:lnTo>
                <a:lnTo>
                  <a:pt x="184213" y="249935"/>
                </a:lnTo>
                <a:lnTo>
                  <a:pt x="164591" y="312419"/>
                </a:lnTo>
                <a:lnTo>
                  <a:pt x="130301" y="375094"/>
                </a:lnTo>
                <a:lnTo>
                  <a:pt x="106298" y="406931"/>
                </a:lnTo>
                <a:lnTo>
                  <a:pt x="77723" y="438911"/>
                </a:lnTo>
                <a:lnTo>
                  <a:pt x="70103" y="432815"/>
                </a:lnTo>
                <a:lnTo>
                  <a:pt x="92154" y="399621"/>
                </a:lnTo>
                <a:lnTo>
                  <a:pt x="110489" y="368427"/>
                </a:lnTo>
                <a:lnTo>
                  <a:pt x="137159" y="310896"/>
                </a:lnTo>
                <a:lnTo>
                  <a:pt x="152018" y="253746"/>
                </a:lnTo>
                <a:lnTo>
                  <a:pt x="160019" y="192023"/>
                </a:lnTo>
                <a:lnTo>
                  <a:pt x="164782" y="124205"/>
                </a:lnTo>
                <a:lnTo>
                  <a:pt x="166115" y="47243"/>
                </a:lnTo>
                <a:lnTo>
                  <a:pt x="48767" y="47243"/>
                </a:lnTo>
                <a:lnTo>
                  <a:pt x="48767" y="487679"/>
                </a:lnTo>
                <a:lnTo>
                  <a:pt x="428244" y="487679"/>
                </a:lnTo>
                <a:lnTo>
                  <a:pt x="464820" y="451103"/>
                </a:lnTo>
                <a:lnTo>
                  <a:pt x="515111" y="501395"/>
                </a:lnTo>
                <a:lnTo>
                  <a:pt x="50291" y="501395"/>
                </a:lnTo>
                <a:lnTo>
                  <a:pt x="33527" y="522731"/>
                </a:lnTo>
                <a:close/>
              </a:path>
            </a:pathLst>
          </a:custGeom>
          <a:solidFill>
            <a:srgbClr val="3333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5123688" y="1299971"/>
            <a:ext cx="561340" cy="525780"/>
          </a:xfrm>
          <a:custGeom>
            <a:avLst/>
            <a:gdLst/>
            <a:ahLst/>
            <a:cxnLst/>
            <a:rect l="l" t="t" r="r" b="b"/>
            <a:pathLst>
              <a:path w="561339" h="525780">
                <a:moveTo>
                  <a:pt x="332231" y="50292"/>
                </a:moveTo>
                <a:lnTo>
                  <a:pt x="310895" y="28956"/>
                </a:lnTo>
                <a:lnTo>
                  <a:pt x="478535" y="28956"/>
                </a:lnTo>
                <a:lnTo>
                  <a:pt x="495299" y="6096"/>
                </a:lnTo>
                <a:lnTo>
                  <a:pt x="530351" y="35052"/>
                </a:lnTo>
                <a:lnTo>
                  <a:pt x="521969" y="42672"/>
                </a:lnTo>
                <a:lnTo>
                  <a:pt x="388619" y="42672"/>
                </a:lnTo>
                <a:lnTo>
                  <a:pt x="373808" y="43219"/>
                </a:lnTo>
                <a:lnTo>
                  <a:pt x="359282" y="44767"/>
                </a:lnTo>
                <a:lnTo>
                  <a:pt x="345328" y="47172"/>
                </a:lnTo>
                <a:lnTo>
                  <a:pt x="332231" y="50292"/>
                </a:lnTo>
                <a:close/>
              </a:path>
              <a:path w="561339" h="525780">
                <a:moveTo>
                  <a:pt x="515551" y="201168"/>
                </a:moveTo>
                <a:lnTo>
                  <a:pt x="483107" y="201168"/>
                </a:lnTo>
                <a:lnTo>
                  <a:pt x="483107" y="42672"/>
                </a:lnTo>
                <a:lnTo>
                  <a:pt x="521969" y="42672"/>
                </a:lnTo>
                <a:lnTo>
                  <a:pt x="513587" y="50292"/>
                </a:lnTo>
                <a:lnTo>
                  <a:pt x="513849" y="108037"/>
                </a:lnTo>
                <a:lnTo>
                  <a:pt x="514540" y="157924"/>
                </a:lnTo>
                <a:lnTo>
                  <a:pt x="515551" y="201168"/>
                </a:lnTo>
                <a:close/>
              </a:path>
              <a:path w="561339" h="525780">
                <a:moveTo>
                  <a:pt x="505967" y="501396"/>
                </a:moveTo>
                <a:lnTo>
                  <a:pt x="382523" y="501396"/>
                </a:lnTo>
                <a:lnTo>
                  <a:pt x="355425" y="499657"/>
                </a:lnTo>
                <a:lnTo>
                  <a:pt x="336041" y="489775"/>
                </a:lnTo>
                <a:lnTo>
                  <a:pt x="324659" y="471606"/>
                </a:lnTo>
                <a:lnTo>
                  <a:pt x="321563" y="445008"/>
                </a:lnTo>
                <a:lnTo>
                  <a:pt x="321466" y="301532"/>
                </a:lnTo>
                <a:lnTo>
                  <a:pt x="321234" y="248265"/>
                </a:lnTo>
                <a:lnTo>
                  <a:pt x="320783" y="207215"/>
                </a:lnTo>
                <a:lnTo>
                  <a:pt x="320039" y="178308"/>
                </a:lnTo>
                <a:lnTo>
                  <a:pt x="353568" y="201168"/>
                </a:lnTo>
                <a:lnTo>
                  <a:pt x="515551" y="201168"/>
                </a:lnTo>
                <a:lnTo>
                  <a:pt x="515995" y="214884"/>
                </a:lnTo>
                <a:lnTo>
                  <a:pt x="353568" y="214884"/>
                </a:lnTo>
                <a:lnTo>
                  <a:pt x="353568" y="434340"/>
                </a:lnTo>
                <a:lnTo>
                  <a:pt x="355877" y="453199"/>
                </a:lnTo>
                <a:lnTo>
                  <a:pt x="362902" y="466344"/>
                </a:lnTo>
                <a:lnTo>
                  <a:pt x="374784" y="473773"/>
                </a:lnTo>
                <a:lnTo>
                  <a:pt x="391667" y="475488"/>
                </a:lnTo>
                <a:lnTo>
                  <a:pt x="556266" y="475488"/>
                </a:lnTo>
                <a:lnTo>
                  <a:pt x="551402" y="483608"/>
                </a:lnTo>
                <a:lnTo>
                  <a:pt x="539114" y="494347"/>
                </a:lnTo>
                <a:lnTo>
                  <a:pt x="523970" y="500229"/>
                </a:lnTo>
                <a:lnTo>
                  <a:pt x="505967" y="501396"/>
                </a:lnTo>
                <a:close/>
              </a:path>
              <a:path w="561339" h="525780">
                <a:moveTo>
                  <a:pt x="483107" y="248411"/>
                </a:moveTo>
                <a:lnTo>
                  <a:pt x="483107" y="214884"/>
                </a:lnTo>
                <a:lnTo>
                  <a:pt x="515995" y="214884"/>
                </a:lnTo>
                <a:lnTo>
                  <a:pt x="516635" y="234696"/>
                </a:lnTo>
                <a:lnTo>
                  <a:pt x="483107" y="248411"/>
                </a:lnTo>
                <a:close/>
              </a:path>
              <a:path w="561339" h="525780">
                <a:moveTo>
                  <a:pt x="556266" y="475488"/>
                </a:moveTo>
                <a:lnTo>
                  <a:pt x="487679" y="475488"/>
                </a:lnTo>
                <a:lnTo>
                  <a:pt x="495990" y="474035"/>
                </a:lnTo>
                <a:lnTo>
                  <a:pt x="502729" y="469582"/>
                </a:lnTo>
                <a:lnTo>
                  <a:pt x="515683" y="417004"/>
                </a:lnTo>
                <a:lnTo>
                  <a:pt x="518159" y="361188"/>
                </a:lnTo>
                <a:lnTo>
                  <a:pt x="530351" y="361188"/>
                </a:lnTo>
                <a:lnTo>
                  <a:pt x="531494" y="405003"/>
                </a:lnTo>
                <a:lnTo>
                  <a:pt x="538329" y="449437"/>
                </a:lnTo>
                <a:lnTo>
                  <a:pt x="560831" y="467868"/>
                </a:lnTo>
                <a:lnTo>
                  <a:pt x="556266" y="475488"/>
                </a:lnTo>
                <a:close/>
              </a:path>
              <a:path w="561339" h="525780">
                <a:moveTo>
                  <a:pt x="21335" y="50292"/>
                </a:moveTo>
                <a:lnTo>
                  <a:pt x="0" y="28956"/>
                </a:lnTo>
                <a:lnTo>
                  <a:pt x="240791" y="28956"/>
                </a:lnTo>
                <a:lnTo>
                  <a:pt x="269747" y="0"/>
                </a:lnTo>
                <a:lnTo>
                  <a:pt x="307847" y="42672"/>
                </a:lnTo>
                <a:lnTo>
                  <a:pt x="77724" y="42672"/>
                </a:lnTo>
                <a:lnTo>
                  <a:pt x="62912" y="43219"/>
                </a:lnTo>
                <a:lnTo>
                  <a:pt x="48386" y="44767"/>
                </a:lnTo>
                <a:lnTo>
                  <a:pt x="34432" y="47172"/>
                </a:lnTo>
                <a:lnTo>
                  <a:pt x="21335" y="50292"/>
                </a:lnTo>
                <a:close/>
              </a:path>
              <a:path w="561339" h="525780">
                <a:moveTo>
                  <a:pt x="138683" y="118872"/>
                </a:moveTo>
                <a:lnTo>
                  <a:pt x="109727" y="118872"/>
                </a:lnTo>
                <a:lnTo>
                  <a:pt x="109727" y="42672"/>
                </a:lnTo>
                <a:lnTo>
                  <a:pt x="138683" y="42672"/>
                </a:lnTo>
                <a:lnTo>
                  <a:pt x="138683" y="118872"/>
                </a:lnTo>
                <a:close/>
              </a:path>
              <a:path w="561339" h="525780">
                <a:moveTo>
                  <a:pt x="199643" y="118872"/>
                </a:moveTo>
                <a:lnTo>
                  <a:pt x="172211" y="118872"/>
                </a:lnTo>
                <a:lnTo>
                  <a:pt x="172211" y="42672"/>
                </a:lnTo>
                <a:lnTo>
                  <a:pt x="199643" y="42672"/>
                </a:lnTo>
                <a:lnTo>
                  <a:pt x="199643" y="118872"/>
                </a:lnTo>
                <a:close/>
              </a:path>
              <a:path w="561339" h="525780">
                <a:moveTo>
                  <a:pt x="280736" y="118872"/>
                </a:moveTo>
                <a:lnTo>
                  <a:pt x="239267" y="118872"/>
                </a:lnTo>
                <a:lnTo>
                  <a:pt x="256031" y="97536"/>
                </a:lnTo>
                <a:lnTo>
                  <a:pt x="280736" y="118872"/>
                </a:lnTo>
                <a:close/>
              </a:path>
              <a:path w="561339" h="525780">
                <a:moveTo>
                  <a:pt x="35051" y="525779"/>
                </a:moveTo>
                <a:lnTo>
                  <a:pt x="36171" y="485203"/>
                </a:lnTo>
                <a:lnTo>
                  <a:pt x="37147" y="436626"/>
                </a:lnTo>
                <a:lnTo>
                  <a:pt x="37838" y="380047"/>
                </a:lnTo>
                <a:lnTo>
                  <a:pt x="38081" y="310896"/>
                </a:lnTo>
                <a:lnTo>
                  <a:pt x="37847" y="252960"/>
                </a:lnTo>
                <a:lnTo>
                  <a:pt x="37147" y="193167"/>
                </a:lnTo>
                <a:lnTo>
                  <a:pt x="36171" y="143160"/>
                </a:lnTo>
                <a:lnTo>
                  <a:pt x="35051" y="100584"/>
                </a:lnTo>
                <a:lnTo>
                  <a:pt x="68579" y="118872"/>
                </a:lnTo>
                <a:lnTo>
                  <a:pt x="280736" y="118872"/>
                </a:lnTo>
                <a:lnTo>
                  <a:pt x="289559" y="126492"/>
                </a:lnTo>
                <a:lnTo>
                  <a:pt x="280246" y="134112"/>
                </a:lnTo>
                <a:lnTo>
                  <a:pt x="68579" y="134112"/>
                </a:lnTo>
                <a:lnTo>
                  <a:pt x="68579" y="295656"/>
                </a:lnTo>
                <a:lnTo>
                  <a:pt x="84279" y="295656"/>
                </a:lnTo>
                <a:lnTo>
                  <a:pt x="68579" y="310896"/>
                </a:lnTo>
                <a:lnTo>
                  <a:pt x="68579" y="344424"/>
                </a:lnTo>
                <a:lnTo>
                  <a:pt x="272907" y="344424"/>
                </a:lnTo>
                <a:lnTo>
                  <a:pt x="272938" y="358140"/>
                </a:lnTo>
                <a:lnTo>
                  <a:pt x="68579" y="358140"/>
                </a:lnTo>
                <a:lnTo>
                  <a:pt x="68579" y="449579"/>
                </a:lnTo>
                <a:lnTo>
                  <a:pt x="273383" y="449579"/>
                </a:lnTo>
                <a:lnTo>
                  <a:pt x="273543" y="463296"/>
                </a:lnTo>
                <a:lnTo>
                  <a:pt x="68579" y="463296"/>
                </a:lnTo>
                <a:lnTo>
                  <a:pt x="68579" y="513588"/>
                </a:lnTo>
                <a:lnTo>
                  <a:pt x="35051" y="525779"/>
                </a:lnTo>
                <a:close/>
              </a:path>
              <a:path w="561339" h="525780">
                <a:moveTo>
                  <a:pt x="84279" y="295656"/>
                </a:moveTo>
                <a:lnTo>
                  <a:pt x="68579" y="295656"/>
                </a:lnTo>
                <a:lnTo>
                  <a:pt x="86582" y="267628"/>
                </a:lnTo>
                <a:lnTo>
                  <a:pt x="99440" y="231457"/>
                </a:lnTo>
                <a:lnTo>
                  <a:pt x="107156" y="186999"/>
                </a:lnTo>
                <a:lnTo>
                  <a:pt x="109727" y="134112"/>
                </a:lnTo>
                <a:lnTo>
                  <a:pt x="138683" y="134112"/>
                </a:lnTo>
                <a:lnTo>
                  <a:pt x="134373" y="192381"/>
                </a:lnTo>
                <a:lnTo>
                  <a:pt x="121348" y="241363"/>
                </a:lnTo>
                <a:lnTo>
                  <a:pt x="99464" y="280916"/>
                </a:lnTo>
                <a:lnTo>
                  <a:pt x="84279" y="295656"/>
                </a:lnTo>
                <a:close/>
              </a:path>
              <a:path w="561339" h="525780">
                <a:moveTo>
                  <a:pt x="272907" y="344424"/>
                </a:moveTo>
                <a:lnTo>
                  <a:pt x="240791" y="344424"/>
                </a:lnTo>
                <a:lnTo>
                  <a:pt x="240791" y="291084"/>
                </a:lnTo>
                <a:lnTo>
                  <a:pt x="207263" y="291084"/>
                </a:lnTo>
                <a:lnTo>
                  <a:pt x="190642" y="288821"/>
                </a:lnTo>
                <a:lnTo>
                  <a:pt x="179450" y="282130"/>
                </a:lnTo>
                <a:lnTo>
                  <a:pt x="173402" y="271152"/>
                </a:lnTo>
                <a:lnTo>
                  <a:pt x="172211" y="256032"/>
                </a:lnTo>
                <a:lnTo>
                  <a:pt x="172211" y="134112"/>
                </a:lnTo>
                <a:lnTo>
                  <a:pt x="199643" y="134112"/>
                </a:lnTo>
                <a:lnTo>
                  <a:pt x="199643" y="243840"/>
                </a:lnTo>
                <a:lnTo>
                  <a:pt x="200763" y="252960"/>
                </a:lnTo>
                <a:lnTo>
                  <a:pt x="204025" y="259651"/>
                </a:lnTo>
                <a:lnTo>
                  <a:pt x="209288" y="263771"/>
                </a:lnTo>
                <a:lnTo>
                  <a:pt x="216407" y="265175"/>
                </a:lnTo>
                <a:lnTo>
                  <a:pt x="272820" y="265175"/>
                </a:lnTo>
                <a:lnTo>
                  <a:pt x="272907" y="344424"/>
                </a:lnTo>
                <a:close/>
              </a:path>
              <a:path w="561339" h="525780">
                <a:moveTo>
                  <a:pt x="272820" y="265175"/>
                </a:moveTo>
                <a:lnTo>
                  <a:pt x="240791" y="265175"/>
                </a:lnTo>
                <a:lnTo>
                  <a:pt x="240791" y="134112"/>
                </a:lnTo>
                <a:lnTo>
                  <a:pt x="280246" y="134112"/>
                </a:lnTo>
                <a:lnTo>
                  <a:pt x="272795" y="140208"/>
                </a:lnTo>
                <a:lnTo>
                  <a:pt x="272820" y="265175"/>
                </a:lnTo>
                <a:close/>
              </a:path>
              <a:path w="561339" h="525780">
                <a:moveTo>
                  <a:pt x="273383" y="449579"/>
                </a:moveTo>
                <a:lnTo>
                  <a:pt x="240791" y="449579"/>
                </a:lnTo>
                <a:lnTo>
                  <a:pt x="240791" y="358140"/>
                </a:lnTo>
                <a:lnTo>
                  <a:pt x="272938" y="358140"/>
                </a:lnTo>
                <a:lnTo>
                  <a:pt x="273080" y="403242"/>
                </a:lnTo>
                <a:lnTo>
                  <a:pt x="273383" y="449579"/>
                </a:lnTo>
                <a:close/>
              </a:path>
              <a:path w="561339" h="525780">
                <a:moveTo>
                  <a:pt x="240791" y="524255"/>
                </a:moveTo>
                <a:lnTo>
                  <a:pt x="240791" y="463296"/>
                </a:lnTo>
                <a:lnTo>
                  <a:pt x="273543" y="463296"/>
                </a:lnTo>
                <a:lnTo>
                  <a:pt x="273755" y="481548"/>
                </a:lnTo>
                <a:lnTo>
                  <a:pt x="274319" y="507492"/>
                </a:lnTo>
                <a:lnTo>
                  <a:pt x="240791" y="524255"/>
                </a:lnTo>
                <a:close/>
              </a:path>
            </a:pathLst>
          </a:custGeom>
          <a:solidFill>
            <a:srgbClr val="333399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2" name="object 12"/>
          <p:cNvGrpSpPr/>
          <p:nvPr/>
        </p:nvGrpSpPr>
        <p:grpSpPr>
          <a:xfrm>
            <a:off x="1746504" y="2360676"/>
            <a:ext cx="862965" cy="416559"/>
            <a:chOff x="1746504" y="2360676"/>
            <a:chExt cx="862965" cy="416559"/>
          </a:xfrm>
        </p:grpSpPr>
        <p:sp>
          <p:nvSpPr>
            <p:cNvPr id="13" name="object 13"/>
            <p:cNvSpPr/>
            <p:nvPr/>
          </p:nvSpPr>
          <p:spPr>
            <a:xfrm>
              <a:off x="1752600" y="2432304"/>
              <a:ext cx="396240" cy="281940"/>
            </a:xfrm>
            <a:custGeom>
              <a:avLst/>
              <a:gdLst/>
              <a:ahLst/>
              <a:cxnLst/>
              <a:rect l="l" t="t" r="r" b="b"/>
              <a:pathLst>
                <a:path w="396239" h="281939">
                  <a:moveTo>
                    <a:pt x="59436" y="39624"/>
                  </a:moveTo>
                  <a:lnTo>
                    <a:pt x="42672" y="24384"/>
                  </a:lnTo>
                  <a:lnTo>
                    <a:pt x="298703" y="24384"/>
                  </a:lnTo>
                  <a:lnTo>
                    <a:pt x="323088" y="0"/>
                  </a:lnTo>
                  <a:lnTo>
                    <a:pt x="358140" y="33528"/>
                  </a:lnTo>
                  <a:lnTo>
                    <a:pt x="99060" y="33528"/>
                  </a:lnTo>
                  <a:lnTo>
                    <a:pt x="88796" y="34051"/>
                  </a:lnTo>
                  <a:lnTo>
                    <a:pt x="78676" y="35433"/>
                  </a:lnTo>
                  <a:lnTo>
                    <a:pt x="68841" y="37385"/>
                  </a:lnTo>
                  <a:lnTo>
                    <a:pt x="59436" y="39624"/>
                  </a:lnTo>
                  <a:close/>
                </a:path>
                <a:path w="396239" h="281939">
                  <a:moveTo>
                    <a:pt x="15240" y="281940"/>
                  </a:moveTo>
                  <a:lnTo>
                    <a:pt x="0" y="265176"/>
                  </a:lnTo>
                  <a:lnTo>
                    <a:pt x="323088" y="265176"/>
                  </a:lnTo>
                  <a:lnTo>
                    <a:pt x="355092" y="234696"/>
                  </a:lnTo>
                  <a:lnTo>
                    <a:pt x="396240" y="275844"/>
                  </a:lnTo>
                  <a:lnTo>
                    <a:pt x="59436" y="275844"/>
                  </a:lnTo>
                  <a:lnTo>
                    <a:pt x="47386" y="276153"/>
                  </a:lnTo>
                  <a:lnTo>
                    <a:pt x="36195" y="277177"/>
                  </a:lnTo>
                  <a:lnTo>
                    <a:pt x="25574" y="279058"/>
                  </a:lnTo>
                  <a:lnTo>
                    <a:pt x="15240" y="28194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" name="object 14"/>
            <p:cNvSpPr/>
            <p:nvPr/>
          </p:nvSpPr>
          <p:spPr>
            <a:xfrm>
              <a:off x="1795272" y="2432304"/>
              <a:ext cx="315595" cy="40005"/>
            </a:xfrm>
            <a:custGeom>
              <a:avLst/>
              <a:gdLst/>
              <a:ahLst/>
              <a:cxnLst/>
              <a:rect l="l" t="t" r="r" b="b"/>
              <a:pathLst>
                <a:path w="315594" h="40005">
                  <a:moveTo>
                    <a:pt x="0" y="24384"/>
                  </a:moveTo>
                  <a:lnTo>
                    <a:pt x="256031" y="24384"/>
                  </a:lnTo>
                  <a:lnTo>
                    <a:pt x="280416" y="0"/>
                  </a:lnTo>
                  <a:lnTo>
                    <a:pt x="315467" y="33528"/>
                  </a:lnTo>
                  <a:lnTo>
                    <a:pt x="56387" y="33528"/>
                  </a:lnTo>
                  <a:lnTo>
                    <a:pt x="46124" y="34051"/>
                  </a:lnTo>
                  <a:lnTo>
                    <a:pt x="36004" y="35433"/>
                  </a:lnTo>
                  <a:lnTo>
                    <a:pt x="26169" y="37385"/>
                  </a:lnTo>
                  <a:lnTo>
                    <a:pt x="16764" y="39624"/>
                  </a:lnTo>
                  <a:lnTo>
                    <a:pt x="0" y="24384"/>
                  </a:lnTo>
                  <a:close/>
                </a:path>
              </a:pathLst>
            </a:custGeom>
            <a:ln w="1219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" name="object 15"/>
            <p:cNvSpPr/>
            <p:nvPr/>
          </p:nvSpPr>
          <p:spPr>
            <a:xfrm>
              <a:off x="1752600" y="2667000"/>
              <a:ext cx="396240" cy="47625"/>
            </a:xfrm>
            <a:custGeom>
              <a:avLst/>
              <a:gdLst/>
              <a:ahLst/>
              <a:cxnLst/>
              <a:rect l="l" t="t" r="r" b="b"/>
              <a:pathLst>
                <a:path w="396239" h="47625">
                  <a:moveTo>
                    <a:pt x="0" y="30479"/>
                  </a:moveTo>
                  <a:lnTo>
                    <a:pt x="323087" y="30479"/>
                  </a:lnTo>
                  <a:lnTo>
                    <a:pt x="355091" y="0"/>
                  </a:lnTo>
                  <a:lnTo>
                    <a:pt x="396239" y="41147"/>
                  </a:lnTo>
                  <a:lnTo>
                    <a:pt x="59436" y="41147"/>
                  </a:lnTo>
                  <a:lnTo>
                    <a:pt x="47386" y="41457"/>
                  </a:lnTo>
                  <a:lnTo>
                    <a:pt x="36195" y="42481"/>
                  </a:lnTo>
                  <a:lnTo>
                    <a:pt x="25574" y="44362"/>
                  </a:lnTo>
                  <a:lnTo>
                    <a:pt x="15240" y="47243"/>
                  </a:lnTo>
                  <a:lnTo>
                    <a:pt x="0" y="30479"/>
                  </a:lnTo>
                  <a:close/>
                </a:path>
              </a:pathLst>
            </a:custGeom>
            <a:ln w="1219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" name="object 16"/>
            <p:cNvSpPr/>
            <p:nvPr/>
          </p:nvSpPr>
          <p:spPr>
            <a:xfrm>
              <a:off x="2199132" y="2366772"/>
              <a:ext cx="403860" cy="403860"/>
            </a:xfrm>
            <a:custGeom>
              <a:avLst/>
              <a:gdLst/>
              <a:ahLst/>
              <a:cxnLst/>
              <a:rect l="l" t="t" r="r" b="b"/>
              <a:pathLst>
                <a:path w="403860" h="403860">
                  <a:moveTo>
                    <a:pt x="367284" y="205739"/>
                  </a:moveTo>
                  <a:lnTo>
                    <a:pt x="315849" y="168973"/>
                  </a:lnTo>
                  <a:lnTo>
                    <a:pt x="275844" y="121920"/>
                  </a:lnTo>
                  <a:lnTo>
                    <a:pt x="247269" y="65532"/>
                  </a:lnTo>
                  <a:lnTo>
                    <a:pt x="230124" y="0"/>
                  </a:lnTo>
                  <a:lnTo>
                    <a:pt x="262128" y="15240"/>
                  </a:lnTo>
                  <a:lnTo>
                    <a:pt x="248412" y="22860"/>
                  </a:lnTo>
                  <a:lnTo>
                    <a:pt x="259246" y="56054"/>
                  </a:lnTo>
                  <a:lnTo>
                    <a:pt x="290631" y="109870"/>
                  </a:lnTo>
                  <a:lnTo>
                    <a:pt x="332922" y="148518"/>
                  </a:lnTo>
                  <a:lnTo>
                    <a:pt x="379261" y="171997"/>
                  </a:lnTo>
                  <a:lnTo>
                    <a:pt x="403860" y="178308"/>
                  </a:lnTo>
                  <a:lnTo>
                    <a:pt x="403860" y="182880"/>
                  </a:lnTo>
                  <a:lnTo>
                    <a:pt x="391287" y="186023"/>
                  </a:lnTo>
                  <a:lnTo>
                    <a:pt x="381000" y="190881"/>
                  </a:lnTo>
                  <a:lnTo>
                    <a:pt x="372999" y="197453"/>
                  </a:lnTo>
                  <a:lnTo>
                    <a:pt x="367284" y="205739"/>
                  </a:lnTo>
                  <a:close/>
                </a:path>
                <a:path w="403860" h="403860">
                  <a:moveTo>
                    <a:pt x="3048" y="219456"/>
                  </a:moveTo>
                  <a:lnTo>
                    <a:pt x="0" y="214884"/>
                  </a:lnTo>
                  <a:lnTo>
                    <a:pt x="22026" y="195738"/>
                  </a:lnTo>
                  <a:lnTo>
                    <a:pt x="42481" y="174879"/>
                  </a:lnTo>
                  <a:lnTo>
                    <a:pt x="79248" y="128016"/>
                  </a:lnTo>
                  <a:lnTo>
                    <a:pt x="112585" y="74295"/>
                  </a:lnTo>
                  <a:lnTo>
                    <a:pt x="140208" y="9144"/>
                  </a:lnTo>
                  <a:lnTo>
                    <a:pt x="175260" y="35052"/>
                  </a:lnTo>
                  <a:lnTo>
                    <a:pt x="160020" y="44196"/>
                  </a:lnTo>
                  <a:lnTo>
                    <a:pt x="144851" y="71032"/>
                  </a:lnTo>
                  <a:lnTo>
                    <a:pt x="128968" y="96583"/>
                  </a:lnTo>
                  <a:lnTo>
                    <a:pt x="94488" y="143256"/>
                  </a:lnTo>
                  <a:lnTo>
                    <a:pt x="54483" y="184213"/>
                  </a:lnTo>
                  <a:lnTo>
                    <a:pt x="30194" y="202620"/>
                  </a:lnTo>
                  <a:lnTo>
                    <a:pt x="3048" y="219456"/>
                  </a:lnTo>
                  <a:close/>
                </a:path>
                <a:path w="403860" h="403860">
                  <a:moveTo>
                    <a:pt x="86868" y="192024"/>
                  </a:moveTo>
                  <a:lnTo>
                    <a:pt x="73152" y="178308"/>
                  </a:lnTo>
                  <a:lnTo>
                    <a:pt x="271272" y="178308"/>
                  </a:lnTo>
                  <a:lnTo>
                    <a:pt x="288036" y="160020"/>
                  </a:lnTo>
                  <a:lnTo>
                    <a:pt x="312420" y="184404"/>
                  </a:lnTo>
                  <a:lnTo>
                    <a:pt x="306541" y="188975"/>
                  </a:lnTo>
                  <a:lnTo>
                    <a:pt x="102108" y="188975"/>
                  </a:lnTo>
                  <a:lnTo>
                    <a:pt x="86868" y="192024"/>
                  </a:lnTo>
                  <a:close/>
                </a:path>
                <a:path w="403860" h="403860">
                  <a:moveTo>
                    <a:pt x="22860" y="403860"/>
                  </a:moveTo>
                  <a:lnTo>
                    <a:pt x="18288" y="397764"/>
                  </a:lnTo>
                  <a:lnTo>
                    <a:pt x="54864" y="376332"/>
                  </a:lnTo>
                  <a:lnTo>
                    <a:pt x="84582" y="353187"/>
                  </a:lnTo>
                  <a:lnTo>
                    <a:pt x="123444" y="301751"/>
                  </a:lnTo>
                  <a:lnTo>
                    <a:pt x="145351" y="246507"/>
                  </a:lnTo>
                  <a:lnTo>
                    <a:pt x="156972" y="188975"/>
                  </a:lnTo>
                  <a:lnTo>
                    <a:pt x="184404" y="188975"/>
                  </a:lnTo>
                  <a:lnTo>
                    <a:pt x="168211" y="257175"/>
                  </a:lnTo>
                  <a:lnTo>
                    <a:pt x="141732" y="313944"/>
                  </a:lnTo>
                  <a:lnTo>
                    <a:pt x="97155" y="362331"/>
                  </a:lnTo>
                  <a:lnTo>
                    <a:pt x="63722" y="383809"/>
                  </a:lnTo>
                  <a:lnTo>
                    <a:pt x="22860" y="403860"/>
                  </a:lnTo>
                  <a:close/>
                </a:path>
                <a:path w="403860" h="403860">
                  <a:moveTo>
                    <a:pt x="281739" y="361521"/>
                  </a:moveTo>
                  <a:lnTo>
                    <a:pt x="232195" y="361521"/>
                  </a:lnTo>
                  <a:lnTo>
                    <a:pt x="240792" y="361188"/>
                  </a:lnTo>
                  <a:lnTo>
                    <a:pt x="247102" y="360021"/>
                  </a:lnTo>
                  <a:lnTo>
                    <a:pt x="264033" y="324850"/>
                  </a:lnTo>
                  <a:lnTo>
                    <a:pt x="270891" y="248364"/>
                  </a:lnTo>
                  <a:lnTo>
                    <a:pt x="274320" y="188975"/>
                  </a:lnTo>
                  <a:lnTo>
                    <a:pt x="306541" y="188975"/>
                  </a:lnTo>
                  <a:lnTo>
                    <a:pt x="298703" y="195072"/>
                  </a:lnTo>
                  <a:lnTo>
                    <a:pt x="296717" y="257175"/>
                  </a:lnTo>
                  <a:lnTo>
                    <a:pt x="293179" y="305562"/>
                  </a:lnTo>
                  <a:lnTo>
                    <a:pt x="288202" y="340375"/>
                  </a:lnTo>
                  <a:lnTo>
                    <a:pt x="281940" y="361188"/>
                  </a:lnTo>
                  <a:lnTo>
                    <a:pt x="281739" y="361521"/>
                  </a:lnTo>
                  <a:close/>
                </a:path>
                <a:path w="403860" h="403860">
                  <a:moveTo>
                    <a:pt x="233172" y="402336"/>
                  </a:moveTo>
                  <a:lnTo>
                    <a:pt x="228338" y="389501"/>
                  </a:lnTo>
                  <a:lnTo>
                    <a:pt x="218503" y="378523"/>
                  </a:lnTo>
                  <a:lnTo>
                    <a:pt x="203811" y="369546"/>
                  </a:lnTo>
                  <a:lnTo>
                    <a:pt x="184404" y="362712"/>
                  </a:lnTo>
                  <a:lnTo>
                    <a:pt x="184404" y="355092"/>
                  </a:lnTo>
                  <a:lnTo>
                    <a:pt x="204144" y="358187"/>
                  </a:lnTo>
                  <a:lnTo>
                    <a:pt x="220027" y="360426"/>
                  </a:lnTo>
                  <a:lnTo>
                    <a:pt x="232195" y="361521"/>
                  </a:lnTo>
                  <a:lnTo>
                    <a:pt x="281739" y="361521"/>
                  </a:lnTo>
                  <a:lnTo>
                    <a:pt x="273677" y="374904"/>
                  </a:lnTo>
                  <a:lnTo>
                    <a:pt x="262699" y="386334"/>
                  </a:lnTo>
                  <a:lnTo>
                    <a:pt x="249150" y="395478"/>
                  </a:lnTo>
                  <a:lnTo>
                    <a:pt x="233172" y="402336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7" name="object 17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2193036" y="2369820"/>
              <a:ext cx="187451" cy="222504"/>
            </a:xfrm>
            <a:prstGeom prst="rect">
              <a:avLst/>
            </a:prstGeom>
          </p:spPr>
        </p:pic>
        <p:pic>
          <p:nvPicPr>
            <p:cNvPr id="18" name="object 18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2423159" y="2360676"/>
              <a:ext cx="185927" cy="217932"/>
            </a:xfrm>
            <a:prstGeom prst="rect">
              <a:avLst/>
            </a:prstGeom>
          </p:spPr>
        </p:pic>
        <p:sp>
          <p:nvSpPr>
            <p:cNvPr id="19" name="object 19"/>
            <p:cNvSpPr/>
            <p:nvPr/>
          </p:nvSpPr>
          <p:spPr>
            <a:xfrm>
              <a:off x="2217420" y="2526792"/>
              <a:ext cx="294640" cy="243840"/>
            </a:xfrm>
            <a:custGeom>
              <a:avLst/>
              <a:gdLst/>
              <a:ahLst/>
              <a:cxnLst/>
              <a:rect l="l" t="t" r="r" b="b"/>
              <a:pathLst>
                <a:path w="294639" h="243839">
                  <a:moveTo>
                    <a:pt x="54863" y="18287"/>
                  </a:moveTo>
                  <a:lnTo>
                    <a:pt x="252983" y="18287"/>
                  </a:lnTo>
                  <a:lnTo>
                    <a:pt x="269747" y="0"/>
                  </a:lnTo>
                  <a:lnTo>
                    <a:pt x="294132" y="24383"/>
                  </a:lnTo>
                  <a:lnTo>
                    <a:pt x="280415" y="35051"/>
                  </a:lnTo>
                  <a:lnTo>
                    <a:pt x="278439" y="97012"/>
                  </a:lnTo>
                  <a:lnTo>
                    <a:pt x="274891" y="145542"/>
                  </a:lnTo>
                  <a:lnTo>
                    <a:pt x="263651" y="201168"/>
                  </a:lnTo>
                  <a:lnTo>
                    <a:pt x="230862" y="235457"/>
                  </a:lnTo>
                  <a:lnTo>
                    <a:pt x="214883" y="242315"/>
                  </a:lnTo>
                  <a:lnTo>
                    <a:pt x="210050" y="229481"/>
                  </a:lnTo>
                  <a:lnTo>
                    <a:pt x="200215" y="218503"/>
                  </a:lnTo>
                  <a:lnTo>
                    <a:pt x="185523" y="209526"/>
                  </a:lnTo>
                  <a:lnTo>
                    <a:pt x="166115" y="202692"/>
                  </a:lnTo>
                  <a:lnTo>
                    <a:pt x="166115" y="195071"/>
                  </a:lnTo>
                  <a:lnTo>
                    <a:pt x="185856" y="198167"/>
                  </a:lnTo>
                  <a:lnTo>
                    <a:pt x="201739" y="200406"/>
                  </a:lnTo>
                  <a:lnTo>
                    <a:pt x="213907" y="201501"/>
                  </a:lnTo>
                  <a:lnTo>
                    <a:pt x="222503" y="201168"/>
                  </a:lnTo>
                  <a:lnTo>
                    <a:pt x="245744" y="164830"/>
                  </a:lnTo>
                  <a:lnTo>
                    <a:pt x="252602" y="88344"/>
                  </a:lnTo>
                  <a:lnTo>
                    <a:pt x="256032" y="28955"/>
                  </a:lnTo>
                  <a:lnTo>
                    <a:pt x="166115" y="28955"/>
                  </a:lnTo>
                  <a:lnTo>
                    <a:pt x="159234" y="64341"/>
                  </a:lnTo>
                  <a:lnTo>
                    <a:pt x="149923" y="97154"/>
                  </a:lnTo>
                  <a:lnTo>
                    <a:pt x="123443" y="153923"/>
                  </a:lnTo>
                  <a:lnTo>
                    <a:pt x="78866" y="202310"/>
                  </a:lnTo>
                  <a:lnTo>
                    <a:pt x="45434" y="223789"/>
                  </a:lnTo>
                  <a:lnTo>
                    <a:pt x="4571" y="243839"/>
                  </a:lnTo>
                  <a:lnTo>
                    <a:pt x="0" y="237744"/>
                  </a:lnTo>
                  <a:lnTo>
                    <a:pt x="36575" y="216312"/>
                  </a:lnTo>
                  <a:lnTo>
                    <a:pt x="66293" y="193166"/>
                  </a:lnTo>
                  <a:lnTo>
                    <a:pt x="105155" y="141731"/>
                  </a:lnTo>
                  <a:lnTo>
                    <a:pt x="127063" y="86486"/>
                  </a:lnTo>
                  <a:lnTo>
                    <a:pt x="138683" y="28955"/>
                  </a:lnTo>
                  <a:lnTo>
                    <a:pt x="83819" y="28955"/>
                  </a:lnTo>
                  <a:lnTo>
                    <a:pt x="68579" y="32003"/>
                  </a:lnTo>
                  <a:lnTo>
                    <a:pt x="54863" y="18287"/>
                  </a:lnTo>
                  <a:close/>
                </a:path>
              </a:pathLst>
            </a:custGeom>
            <a:ln w="1219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20" name="object 20"/>
          <p:cNvGrpSpPr/>
          <p:nvPr/>
        </p:nvGrpSpPr>
        <p:grpSpPr>
          <a:xfrm>
            <a:off x="2657855" y="2371343"/>
            <a:ext cx="387350" cy="393700"/>
            <a:chOff x="2657855" y="2371343"/>
            <a:chExt cx="387350" cy="393700"/>
          </a:xfrm>
        </p:grpSpPr>
        <p:sp>
          <p:nvSpPr>
            <p:cNvPr id="21" name="object 21"/>
            <p:cNvSpPr/>
            <p:nvPr/>
          </p:nvSpPr>
          <p:spPr>
            <a:xfrm>
              <a:off x="2663951" y="2377439"/>
              <a:ext cx="375285" cy="381000"/>
            </a:xfrm>
            <a:custGeom>
              <a:avLst/>
              <a:gdLst/>
              <a:ahLst/>
              <a:cxnLst/>
              <a:rect l="l" t="t" r="r" b="b"/>
              <a:pathLst>
                <a:path w="375285" h="381000">
                  <a:moveTo>
                    <a:pt x="24384" y="380999"/>
                  </a:moveTo>
                  <a:lnTo>
                    <a:pt x="0" y="358139"/>
                  </a:lnTo>
                  <a:lnTo>
                    <a:pt x="10668" y="348996"/>
                  </a:lnTo>
                  <a:lnTo>
                    <a:pt x="10668" y="106679"/>
                  </a:lnTo>
                  <a:lnTo>
                    <a:pt x="10477" y="58673"/>
                  </a:lnTo>
                  <a:lnTo>
                    <a:pt x="10025" y="34670"/>
                  </a:lnTo>
                  <a:lnTo>
                    <a:pt x="9144" y="10667"/>
                  </a:lnTo>
                  <a:lnTo>
                    <a:pt x="35052" y="24383"/>
                  </a:lnTo>
                  <a:lnTo>
                    <a:pt x="303275" y="24383"/>
                  </a:lnTo>
                  <a:lnTo>
                    <a:pt x="329183" y="0"/>
                  </a:lnTo>
                  <a:lnTo>
                    <a:pt x="361187" y="35051"/>
                  </a:lnTo>
                  <a:lnTo>
                    <a:pt x="240792" y="35051"/>
                  </a:lnTo>
                  <a:lnTo>
                    <a:pt x="240792" y="243839"/>
                  </a:lnTo>
                  <a:lnTo>
                    <a:pt x="241934" y="258079"/>
                  </a:lnTo>
                  <a:lnTo>
                    <a:pt x="245363" y="268604"/>
                  </a:lnTo>
                  <a:lnTo>
                    <a:pt x="251078" y="275129"/>
                  </a:lnTo>
                  <a:lnTo>
                    <a:pt x="259080" y="277367"/>
                  </a:lnTo>
                  <a:lnTo>
                    <a:pt x="306324" y="277367"/>
                  </a:lnTo>
                  <a:lnTo>
                    <a:pt x="327040" y="235577"/>
                  </a:lnTo>
                  <a:lnTo>
                    <a:pt x="328279" y="208764"/>
                  </a:lnTo>
                  <a:lnTo>
                    <a:pt x="329183" y="195071"/>
                  </a:lnTo>
                  <a:lnTo>
                    <a:pt x="338328" y="195071"/>
                  </a:lnTo>
                  <a:lnTo>
                    <a:pt x="338375" y="207644"/>
                  </a:lnTo>
                  <a:lnTo>
                    <a:pt x="338709" y="220217"/>
                  </a:lnTo>
                  <a:lnTo>
                    <a:pt x="347472" y="263461"/>
                  </a:lnTo>
                  <a:lnTo>
                    <a:pt x="362711" y="271272"/>
                  </a:lnTo>
                  <a:lnTo>
                    <a:pt x="354449" y="283011"/>
                  </a:lnTo>
                  <a:lnTo>
                    <a:pt x="343471" y="290893"/>
                  </a:lnTo>
                  <a:lnTo>
                    <a:pt x="329922" y="295060"/>
                  </a:lnTo>
                  <a:lnTo>
                    <a:pt x="313944" y="295655"/>
                  </a:lnTo>
                  <a:lnTo>
                    <a:pt x="249936" y="295655"/>
                  </a:lnTo>
                  <a:lnTo>
                    <a:pt x="235077" y="293131"/>
                  </a:lnTo>
                  <a:lnTo>
                    <a:pt x="224789" y="285749"/>
                  </a:lnTo>
                  <a:lnTo>
                    <a:pt x="219074" y="273796"/>
                  </a:lnTo>
                  <a:lnTo>
                    <a:pt x="217932" y="257555"/>
                  </a:lnTo>
                  <a:lnTo>
                    <a:pt x="217932" y="35051"/>
                  </a:lnTo>
                  <a:lnTo>
                    <a:pt x="144780" y="35051"/>
                  </a:lnTo>
                  <a:lnTo>
                    <a:pt x="143827" y="88391"/>
                  </a:lnTo>
                  <a:lnTo>
                    <a:pt x="141732" y="137159"/>
                  </a:lnTo>
                  <a:lnTo>
                    <a:pt x="134493" y="182879"/>
                  </a:lnTo>
                  <a:lnTo>
                    <a:pt x="120396" y="228599"/>
                  </a:lnTo>
                  <a:lnTo>
                    <a:pt x="95250" y="274320"/>
                  </a:lnTo>
                  <a:lnTo>
                    <a:pt x="56388" y="320039"/>
                  </a:lnTo>
                  <a:lnTo>
                    <a:pt x="51816" y="315467"/>
                  </a:lnTo>
                  <a:lnTo>
                    <a:pt x="67556" y="291798"/>
                  </a:lnTo>
                  <a:lnTo>
                    <a:pt x="80581" y="268985"/>
                  </a:lnTo>
                  <a:lnTo>
                    <a:pt x="99060" y="227075"/>
                  </a:lnTo>
                  <a:lnTo>
                    <a:pt x="111061" y="184784"/>
                  </a:lnTo>
                  <a:lnTo>
                    <a:pt x="117348" y="140207"/>
                  </a:lnTo>
                  <a:lnTo>
                    <a:pt x="119443" y="91058"/>
                  </a:lnTo>
                  <a:lnTo>
                    <a:pt x="120396" y="35051"/>
                  </a:lnTo>
                  <a:lnTo>
                    <a:pt x="35052" y="35051"/>
                  </a:lnTo>
                  <a:lnTo>
                    <a:pt x="35052" y="355091"/>
                  </a:lnTo>
                  <a:lnTo>
                    <a:pt x="312420" y="355091"/>
                  </a:lnTo>
                  <a:lnTo>
                    <a:pt x="338328" y="329184"/>
                  </a:lnTo>
                  <a:lnTo>
                    <a:pt x="374904" y="365760"/>
                  </a:lnTo>
                  <a:lnTo>
                    <a:pt x="36576" y="365760"/>
                  </a:lnTo>
                  <a:lnTo>
                    <a:pt x="24384" y="380999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" name="object 22"/>
            <p:cNvSpPr/>
            <p:nvPr/>
          </p:nvSpPr>
          <p:spPr>
            <a:xfrm>
              <a:off x="2663951" y="2377439"/>
              <a:ext cx="375285" cy="381000"/>
            </a:xfrm>
            <a:custGeom>
              <a:avLst/>
              <a:gdLst/>
              <a:ahLst/>
              <a:cxnLst/>
              <a:rect l="l" t="t" r="r" b="b"/>
              <a:pathLst>
                <a:path w="375285" h="381000">
                  <a:moveTo>
                    <a:pt x="10668" y="106679"/>
                  </a:moveTo>
                  <a:lnTo>
                    <a:pt x="10644" y="82676"/>
                  </a:lnTo>
                  <a:lnTo>
                    <a:pt x="10477" y="58673"/>
                  </a:lnTo>
                  <a:lnTo>
                    <a:pt x="10025" y="34670"/>
                  </a:lnTo>
                  <a:lnTo>
                    <a:pt x="9144" y="10667"/>
                  </a:lnTo>
                  <a:lnTo>
                    <a:pt x="35052" y="24383"/>
                  </a:lnTo>
                  <a:lnTo>
                    <a:pt x="303275" y="24383"/>
                  </a:lnTo>
                  <a:lnTo>
                    <a:pt x="329183" y="0"/>
                  </a:lnTo>
                  <a:lnTo>
                    <a:pt x="361187" y="35051"/>
                  </a:lnTo>
                  <a:lnTo>
                    <a:pt x="240792" y="35051"/>
                  </a:lnTo>
                  <a:lnTo>
                    <a:pt x="240792" y="243839"/>
                  </a:lnTo>
                  <a:lnTo>
                    <a:pt x="241934" y="258079"/>
                  </a:lnTo>
                  <a:lnTo>
                    <a:pt x="245363" y="268604"/>
                  </a:lnTo>
                  <a:lnTo>
                    <a:pt x="251078" y="275129"/>
                  </a:lnTo>
                  <a:lnTo>
                    <a:pt x="259080" y="277367"/>
                  </a:lnTo>
                  <a:lnTo>
                    <a:pt x="306324" y="277367"/>
                  </a:lnTo>
                  <a:lnTo>
                    <a:pt x="327040" y="235577"/>
                  </a:lnTo>
                  <a:lnTo>
                    <a:pt x="328279" y="208764"/>
                  </a:lnTo>
                  <a:lnTo>
                    <a:pt x="329183" y="195071"/>
                  </a:lnTo>
                  <a:lnTo>
                    <a:pt x="338328" y="195071"/>
                  </a:lnTo>
                  <a:lnTo>
                    <a:pt x="338375" y="207644"/>
                  </a:lnTo>
                  <a:lnTo>
                    <a:pt x="338709" y="220217"/>
                  </a:lnTo>
                  <a:lnTo>
                    <a:pt x="347472" y="263461"/>
                  </a:lnTo>
                  <a:lnTo>
                    <a:pt x="362711" y="271272"/>
                  </a:lnTo>
                  <a:lnTo>
                    <a:pt x="354449" y="283011"/>
                  </a:lnTo>
                  <a:lnTo>
                    <a:pt x="343471" y="290893"/>
                  </a:lnTo>
                  <a:lnTo>
                    <a:pt x="329922" y="295060"/>
                  </a:lnTo>
                  <a:lnTo>
                    <a:pt x="313944" y="295655"/>
                  </a:lnTo>
                  <a:lnTo>
                    <a:pt x="249936" y="295655"/>
                  </a:lnTo>
                  <a:lnTo>
                    <a:pt x="235077" y="293131"/>
                  </a:lnTo>
                  <a:lnTo>
                    <a:pt x="224789" y="285749"/>
                  </a:lnTo>
                  <a:lnTo>
                    <a:pt x="219074" y="273796"/>
                  </a:lnTo>
                  <a:lnTo>
                    <a:pt x="217932" y="257555"/>
                  </a:lnTo>
                  <a:lnTo>
                    <a:pt x="217932" y="35051"/>
                  </a:lnTo>
                  <a:lnTo>
                    <a:pt x="144780" y="35051"/>
                  </a:lnTo>
                  <a:lnTo>
                    <a:pt x="143827" y="88391"/>
                  </a:lnTo>
                  <a:lnTo>
                    <a:pt x="141732" y="137159"/>
                  </a:lnTo>
                  <a:lnTo>
                    <a:pt x="134493" y="182879"/>
                  </a:lnTo>
                  <a:lnTo>
                    <a:pt x="120396" y="228599"/>
                  </a:lnTo>
                  <a:lnTo>
                    <a:pt x="95250" y="274320"/>
                  </a:lnTo>
                  <a:lnTo>
                    <a:pt x="56388" y="320039"/>
                  </a:lnTo>
                  <a:lnTo>
                    <a:pt x="51816" y="315467"/>
                  </a:lnTo>
                  <a:lnTo>
                    <a:pt x="67556" y="291798"/>
                  </a:lnTo>
                  <a:lnTo>
                    <a:pt x="80581" y="268985"/>
                  </a:lnTo>
                  <a:lnTo>
                    <a:pt x="99060" y="227075"/>
                  </a:lnTo>
                  <a:lnTo>
                    <a:pt x="111061" y="184784"/>
                  </a:lnTo>
                  <a:lnTo>
                    <a:pt x="117348" y="140207"/>
                  </a:lnTo>
                  <a:lnTo>
                    <a:pt x="119443" y="91058"/>
                  </a:lnTo>
                  <a:lnTo>
                    <a:pt x="120396" y="35051"/>
                  </a:lnTo>
                  <a:lnTo>
                    <a:pt x="35052" y="35051"/>
                  </a:lnTo>
                  <a:lnTo>
                    <a:pt x="35052" y="355091"/>
                  </a:lnTo>
                  <a:lnTo>
                    <a:pt x="312420" y="355091"/>
                  </a:lnTo>
                  <a:lnTo>
                    <a:pt x="338328" y="329184"/>
                  </a:lnTo>
                  <a:lnTo>
                    <a:pt x="374904" y="365760"/>
                  </a:lnTo>
                  <a:lnTo>
                    <a:pt x="36576" y="365760"/>
                  </a:lnTo>
                  <a:lnTo>
                    <a:pt x="24384" y="380999"/>
                  </a:lnTo>
                  <a:lnTo>
                    <a:pt x="0" y="358139"/>
                  </a:lnTo>
                  <a:lnTo>
                    <a:pt x="10668" y="348996"/>
                  </a:lnTo>
                  <a:lnTo>
                    <a:pt x="10668" y="106679"/>
                  </a:lnTo>
                  <a:close/>
                </a:path>
              </a:pathLst>
            </a:custGeom>
            <a:ln w="1219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23" name="object 23"/>
          <p:cNvGrpSpPr/>
          <p:nvPr/>
        </p:nvGrpSpPr>
        <p:grpSpPr>
          <a:xfrm>
            <a:off x="3084576" y="2375915"/>
            <a:ext cx="421005" cy="394970"/>
            <a:chOff x="3084576" y="2375915"/>
            <a:chExt cx="421005" cy="394970"/>
          </a:xfrm>
        </p:grpSpPr>
        <p:sp>
          <p:nvSpPr>
            <p:cNvPr id="24" name="object 24"/>
            <p:cNvSpPr/>
            <p:nvPr/>
          </p:nvSpPr>
          <p:spPr>
            <a:xfrm>
              <a:off x="3090671" y="2382011"/>
              <a:ext cx="408940" cy="382905"/>
            </a:xfrm>
            <a:custGeom>
              <a:avLst/>
              <a:gdLst/>
              <a:ahLst/>
              <a:cxnLst/>
              <a:rect l="l" t="t" r="r" b="b"/>
              <a:pathLst>
                <a:path w="408939" h="382905">
                  <a:moveTo>
                    <a:pt x="240792" y="35052"/>
                  </a:moveTo>
                  <a:lnTo>
                    <a:pt x="225552" y="19812"/>
                  </a:lnTo>
                  <a:lnTo>
                    <a:pt x="347472" y="19812"/>
                  </a:lnTo>
                  <a:lnTo>
                    <a:pt x="359664" y="4572"/>
                  </a:lnTo>
                  <a:lnTo>
                    <a:pt x="385572" y="25908"/>
                  </a:lnTo>
                  <a:lnTo>
                    <a:pt x="379476" y="30480"/>
                  </a:lnTo>
                  <a:lnTo>
                    <a:pt x="283464" y="30480"/>
                  </a:lnTo>
                  <a:lnTo>
                    <a:pt x="272295" y="30765"/>
                  </a:lnTo>
                  <a:lnTo>
                    <a:pt x="261556" y="31623"/>
                  </a:lnTo>
                  <a:lnTo>
                    <a:pt x="251102" y="33051"/>
                  </a:lnTo>
                  <a:lnTo>
                    <a:pt x="240792" y="35052"/>
                  </a:lnTo>
                  <a:close/>
                </a:path>
                <a:path w="408939" h="382905">
                  <a:moveTo>
                    <a:pt x="374030" y="144780"/>
                  </a:moveTo>
                  <a:lnTo>
                    <a:pt x="350520" y="144780"/>
                  </a:lnTo>
                  <a:lnTo>
                    <a:pt x="350520" y="30480"/>
                  </a:lnTo>
                  <a:lnTo>
                    <a:pt x="379476" y="30480"/>
                  </a:lnTo>
                  <a:lnTo>
                    <a:pt x="373380" y="35052"/>
                  </a:lnTo>
                  <a:lnTo>
                    <a:pt x="373403" y="77652"/>
                  </a:lnTo>
                  <a:lnTo>
                    <a:pt x="373570" y="114109"/>
                  </a:lnTo>
                  <a:lnTo>
                    <a:pt x="374030" y="144780"/>
                  </a:lnTo>
                  <a:close/>
                </a:path>
                <a:path w="408939" h="382905">
                  <a:moveTo>
                    <a:pt x="368808" y="364236"/>
                  </a:moveTo>
                  <a:lnTo>
                    <a:pt x="277368" y="364236"/>
                  </a:lnTo>
                  <a:lnTo>
                    <a:pt x="258270" y="363378"/>
                  </a:lnTo>
                  <a:lnTo>
                    <a:pt x="244602" y="356235"/>
                  </a:lnTo>
                  <a:lnTo>
                    <a:pt x="236648" y="342804"/>
                  </a:lnTo>
                  <a:lnTo>
                    <a:pt x="234696" y="323088"/>
                  </a:lnTo>
                  <a:lnTo>
                    <a:pt x="234457" y="253626"/>
                  </a:lnTo>
                  <a:lnTo>
                    <a:pt x="233934" y="198310"/>
                  </a:lnTo>
                  <a:lnTo>
                    <a:pt x="233410" y="156995"/>
                  </a:lnTo>
                  <a:lnTo>
                    <a:pt x="233172" y="129540"/>
                  </a:lnTo>
                  <a:lnTo>
                    <a:pt x="257556" y="144780"/>
                  </a:lnTo>
                  <a:lnTo>
                    <a:pt x="374030" y="144780"/>
                  </a:lnTo>
                  <a:lnTo>
                    <a:pt x="374412" y="155448"/>
                  </a:lnTo>
                  <a:lnTo>
                    <a:pt x="257556" y="155448"/>
                  </a:lnTo>
                  <a:lnTo>
                    <a:pt x="257556" y="315468"/>
                  </a:lnTo>
                  <a:lnTo>
                    <a:pt x="259270" y="329231"/>
                  </a:lnTo>
                  <a:lnTo>
                    <a:pt x="264414" y="338709"/>
                  </a:lnTo>
                  <a:lnTo>
                    <a:pt x="272986" y="344185"/>
                  </a:lnTo>
                  <a:lnTo>
                    <a:pt x="284988" y="345948"/>
                  </a:lnTo>
                  <a:lnTo>
                    <a:pt x="404883" y="345948"/>
                  </a:lnTo>
                  <a:lnTo>
                    <a:pt x="401597" y="351591"/>
                  </a:lnTo>
                  <a:lnTo>
                    <a:pt x="392620" y="359473"/>
                  </a:lnTo>
                  <a:lnTo>
                    <a:pt x="381642" y="363640"/>
                  </a:lnTo>
                  <a:lnTo>
                    <a:pt x="368808" y="364236"/>
                  </a:lnTo>
                  <a:close/>
                </a:path>
                <a:path w="408939" h="382905">
                  <a:moveTo>
                    <a:pt x="350520" y="179832"/>
                  </a:moveTo>
                  <a:lnTo>
                    <a:pt x="350520" y="155448"/>
                  </a:lnTo>
                  <a:lnTo>
                    <a:pt x="374412" y="155448"/>
                  </a:lnTo>
                  <a:lnTo>
                    <a:pt x="374904" y="169164"/>
                  </a:lnTo>
                  <a:lnTo>
                    <a:pt x="350520" y="179832"/>
                  </a:lnTo>
                  <a:close/>
                </a:path>
                <a:path w="408939" h="382905">
                  <a:moveTo>
                    <a:pt x="404883" y="345948"/>
                  </a:moveTo>
                  <a:lnTo>
                    <a:pt x="364236" y="345948"/>
                  </a:lnTo>
                  <a:lnTo>
                    <a:pt x="368808" y="339852"/>
                  </a:lnTo>
                  <a:lnTo>
                    <a:pt x="371856" y="327660"/>
                  </a:lnTo>
                  <a:lnTo>
                    <a:pt x="373257" y="316992"/>
                  </a:lnTo>
                  <a:lnTo>
                    <a:pt x="374713" y="302895"/>
                  </a:lnTo>
                  <a:lnTo>
                    <a:pt x="375927" y="284368"/>
                  </a:lnTo>
                  <a:lnTo>
                    <a:pt x="376428" y="262128"/>
                  </a:lnTo>
                  <a:lnTo>
                    <a:pt x="385572" y="262128"/>
                  </a:lnTo>
                  <a:lnTo>
                    <a:pt x="387500" y="306705"/>
                  </a:lnTo>
                  <a:lnTo>
                    <a:pt x="408432" y="339852"/>
                  </a:lnTo>
                  <a:lnTo>
                    <a:pt x="404883" y="345948"/>
                  </a:lnTo>
                  <a:close/>
                </a:path>
                <a:path w="408939" h="382905">
                  <a:moveTo>
                    <a:pt x="15240" y="35052"/>
                  </a:moveTo>
                  <a:lnTo>
                    <a:pt x="0" y="19812"/>
                  </a:lnTo>
                  <a:lnTo>
                    <a:pt x="175260" y="19812"/>
                  </a:lnTo>
                  <a:lnTo>
                    <a:pt x="196596" y="0"/>
                  </a:lnTo>
                  <a:lnTo>
                    <a:pt x="224028" y="30480"/>
                  </a:lnTo>
                  <a:lnTo>
                    <a:pt x="56388" y="30480"/>
                  </a:lnTo>
                  <a:lnTo>
                    <a:pt x="45886" y="30765"/>
                  </a:lnTo>
                  <a:lnTo>
                    <a:pt x="35242" y="31623"/>
                  </a:lnTo>
                  <a:lnTo>
                    <a:pt x="24884" y="33051"/>
                  </a:lnTo>
                  <a:lnTo>
                    <a:pt x="15240" y="35052"/>
                  </a:lnTo>
                  <a:close/>
                </a:path>
                <a:path w="408939" h="382905">
                  <a:moveTo>
                    <a:pt x="100584" y="86868"/>
                  </a:moveTo>
                  <a:lnTo>
                    <a:pt x="79248" y="86868"/>
                  </a:lnTo>
                  <a:lnTo>
                    <a:pt x="79248" y="30480"/>
                  </a:lnTo>
                  <a:lnTo>
                    <a:pt x="100584" y="30480"/>
                  </a:lnTo>
                  <a:lnTo>
                    <a:pt x="100584" y="86868"/>
                  </a:lnTo>
                  <a:close/>
                </a:path>
                <a:path w="408939" h="382905">
                  <a:moveTo>
                    <a:pt x="146304" y="86868"/>
                  </a:moveTo>
                  <a:lnTo>
                    <a:pt x="124968" y="86868"/>
                  </a:lnTo>
                  <a:lnTo>
                    <a:pt x="124968" y="30480"/>
                  </a:lnTo>
                  <a:lnTo>
                    <a:pt x="146304" y="30480"/>
                  </a:lnTo>
                  <a:lnTo>
                    <a:pt x="146304" y="86868"/>
                  </a:lnTo>
                  <a:close/>
                </a:path>
                <a:path w="408939" h="382905">
                  <a:moveTo>
                    <a:pt x="205086" y="86868"/>
                  </a:moveTo>
                  <a:lnTo>
                    <a:pt x="173736" y="86868"/>
                  </a:lnTo>
                  <a:lnTo>
                    <a:pt x="185928" y="70104"/>
                  </a:lnTo>
                  <a:lnTo>
                    <a:pt x="205086" y="86868"/>
                  </a:lnTo>
                  <a:close/>
                </a:path>
                <a:path w="408939" h="382905">
                  <a:moveTo>
                    <a:pt x="25908" y="382524"/>
                  </a:moveTo>
                  <a:lnTo>
                    <a:pt x="26789" y="352472"/>
                  </a:lnTo>
                  <a:lnTo>
                    <a:pt x="27241" y="316992"/>
                  </a:lnTo>
                  <a:lnTo>
                    <a:pt x="27352" y="168021"/>
                  </a:lnTo>
                  <a:lnTo>
                    <a:pt x="27241" y="140398"/>
                  </a:lnTo>
                  <a:lnTo>
                    <a:pt x="26789" y="103655"/>
                  </a:lnTo>
                  <a:lnTo>
                    <a:pt x="25908" y="71628"/>
                  </a:lnTo>
                  <a:lnTo>
                    <a:pt x="50292" y="86868"/>
                  </a:lnTo>
                  <a:lnTo>
                    <a:pt x="205086" y="86868"/>
                  </a:lnTo>
                  <a:lnTo>
                    <a:pt x="210312" y="91440"/>
                  </a:lnTo>
                  <a:lnTo>
                    <a:pt x="205086" y="96012"/>
                  </a:lnTo>
                  <a:lnTo>
                    <a:pt x="50292" y="96012"/>
                  </a:lnTo>
                  <a:lnTo>
                    <a:pt x="50292" y="214883"/>
                  </a:lnTo>
                  <a:lnTo>
                    <a:pt x="61088" y="214883"/>
                  </a:lnTo>
                  <a:lnTo>
                    <a:pt x="50292" y="225552"/>
                  </a:lnTo>
                  <a:lnTo>
                    <a:pt x="50292" y="249935"/>
                  </a:lnTo>
                  <a:lnTo>
                    <a:pt x="198232" y="249935"/>
                  </a:lnTo>
                  <a:lnTo>
                    <a:pt x="198278" y="260604"/>
                  </a:lnTo>
                  <a:lnTo>
                    <a:pt x="50292" y="260604"/>
                  </a:lnTo>
                  <a:lnTo>
                    <a:pt x="50292" y="326136"/>
                  </a:lnTo>
                  <a:lnTo>
                    <a:pt x="198746" y="326136"/>
                  </a:lnTo>
                  <a:lnTo>
                    <a:pt x="198866" y="336804"/>
                  </a:lnTo>
                  <a:lnTo>
                    <a:pt x="50292" y="336804"/>
                  </a:lnTo>
                  <a:lnTo>
                    <a:pt x="50292" y="373380"/>
                  </a:lnTo>
                  <a:lnTo>
                    <a:pt x="25908" y="382524"/>
                  </a:lnTo>
                  <a:close/>
                </a:path>
                <a:path w="408939" h="382905">
                  <a:moveTo>
                    <a:pt x="61088" y="214883"/>
                  </a:moveTo>
                  <a:lnTo>
                    <a:pt x="50292" y="214883"/>
                  </a:lnTo>
                  <a:lnTo>
                    <a:pt x="63174" y="194595"/>
                  </a:lnTo>
                  <a:lnTo>
                    <a:pt x="72199" y="168021"/>
                  </a:lnTo>
                  <a:lnTo>
                    <a:pt x="77509" y="135159"/>
                  </a:lnTo>
                  <a:lnTo>
                    <a:pt x="79248" y="96012"/>
                  </a:lnTo>
                  <a:lnTo>
                    <a:pt x="100584" y="96012"/>
                  </a:lnTo>
                  <a:lnTo>
                    <a:pt x="97440" y="139184"/>
                  </a:lnTo>
                  <a:lnTo>
                    <a:pt x="88011" y="175069"/>
                  </a:lnTo>
                  <a:lnTo>
                    <a:pt x="72294" y="203811"/>
                  </a:lnTo>
                  <a:lnTo>
                    <a:pt x="61088" y="214883"/>
                  </a:lnTo>
                  <a:close/>
                </a:path>
                <a:path w="408939" h="382905">
                  <a:moveTo>
                    <a:pt x="198232" y="249935"/>
                  </a:moveTo>
                  <a:lnTo>
                    <a:pt x="175260" y="249935"/>
                  </a:lnTo>
                  <a:lnTo>
                    <a:pt x="175260" y="211835"/>
                  </a:lnTo>
                  <a:lnTo>
                    <a:pt x="150876" y="211835"/>
                  </a:lnTo>
                  <a:lnTo>
                    <a:pt x="124968" y="96012"/>
                  </a:lnTo>
                  <a:lnTo>
                    <a:pt x="146304" y="96012"/>
                  </a:lnTo>
                  <a:lnTo>
                    <a:pt x="146304" y="187452"/>
                  </a:lnTo>
                  <a:lnTo>
                    <a:pt x="149352" y="192024"/>
                  </a:lnTo>
                  <a:lnTo>
                    <a:pt x="198146" y="192024"/>
                  </a:lnTo>
                  <a:lnTo>
                    <a:pt x="198232" y="249935"/>
                  </a:lnTo>
                  <a:close/>
                </a:path>
                <a:path w="408939" h="382905">
                  <a:moveTo>
                    <a:pt x="198146" y="192024"/>
                  </a:moveTo>
                  <a:lnTo>
                    <a:pt x="175260" y="192024"/>
                  </a:lnTo>
                  <a:lnTo>
                    <a:pt x="175260" y="96012"/>
                  </a:lnTo>
                  <a:lnTo>
                    <a:pt x="205086" y="96012"/>
                  </a:lnTo>
                  <a:lnTo>
                    <a:pt x="198120" y="102108"/>
                  </a:lnTo>
                  <a:lnTo>
                    <a:pt x="198146" y="192024"/>
                  </a:lnTo>
                  <a:close/>
                </a:path>
                <a:path w="408939" h="382905">
                  <a:moveTo>
                    <a:pt x="198746" y="326136"/>
                  </a:moveTo>
                  <a:lnTo>
                    <a:pt x="175260" y="326136"/>
                  </a:lnTo>
                  <a:lnTo>
                    <a:pt x="175260" y="260604"/>
                  </a:lnTo>
                  <a:lnTo>
                    <a:pt x="198278" y="260604"/>
                  </a:lnTo>
                  <a:lnTo>
                    <a:pt x="198449" y="299618"/>
                  </a:lnTo>
                  <a:lnTo>
                    <a:pt x="198746" y="326136"/>
                  </a:lnTo>
                  <a:close/>
                </a:path>
                <a:path w="408939" h="382905">
                  <a:moveTo>
                    <a:pt x="175260" y="379476"/>
                  </a:moveTo>
                  <a:lnTo>
                    <a:pt x="175260" y="336804"/>
                  </a:lnTo>
                  <a:lnTo>
                    <a:pt x="198866" y="336804"/>
                  </a:lnTo>
                  <a:lnTo>
                    <a:pt x="198900" y="339852"/>
                  </a:lnTo>
                  <a:lnTo>
                    <a:pt x="199644" y="367284"/>
                  </a:lnTo>
                  <a:lnTo>
                    <a:pt x="175260" y="379476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" name="object 25"/>
            <p:cNvSpPr/>
            <p:nvPr/>
          </p:nvSpPr>
          <p:spPr>
            <a:xfrm>
              <a:off x="3316223" y="2386583"/>
              <a:ext cx="182880" cy="360045"/>
            </a:xfrm>
            <a:custGeom>
              <a:avLst/>
              <a:gdLst/>
              <a:ahLst/>
              <a:cxnLst/>
              <a:rect l="l" t="t" r="r" b="b"/>
              <a:pathLst>
                <a:path w="182879" h="360044">
                  <a:moveTo>
                    <a:pt x="147827" y="30479"/>
                  </a:moveTo>
                  <a:lnTo>
                    <a:pt x="147851" y="73080"/>
                  </a:lnTo>
                  <a:lnTo>
                    <a:pt x="148018" y="109537"/>
                  </a:lnTo>
                  <a:lnTo>
                    <a:pt x="148470" y="139993"/>
                  </a:lnTo>
                  <a:lnTo>
                    <a:pt x="149351" y="164591"/>
                  </a:lnTo>
                  <a:lnTo>
                    <a:pt x="124967" y="175259"/>
                  </a:lnTo>
                  <a:lnTo>
                    <a:pt x="124967" y="150875"/>
                  </a:lnTo>
                  <a:lnTo>
                    <a:pt x="32003" y="150875"/>
                  </a:lnTo>
                  <a:lnTo>
                    <a:pt x="32003" y="310896"/>
                  </a:lnTo>
                  <a:lnTo>
                    <a:pt x="33718" y="324659"/>
                  </a:lnTo>
                  <a:lnTo>
                    <a:pt x="38861" y="334136"/>
                  </a:lnTo>
                  <a:lnTo>
                    <a:pt x="47434" y="339613"/>
                  </a:lnTo>
                  <a:lnTo>
                    <a:pt x="59435" y="341375"/>
                  </a:lnTo>
                  <a:lnTo>
                    <a:pt x="129539" y="341375"/>
                  </a:lnTo>
                  <a:lnTo>
                    <a:pt x="138683" y="341375"/>
                  </a:lnTo>
                  <a:lnTo>
                    <a:pt x="149161" y="298323"/>
                  </a:lnTo>
                  <a:lnTo>
                    <a:pt x="150875" y="257555"/>
                  </a:lnTo>
                  <a:lnTo>
                    <a:pt x="160019" y="257555"/>
                  </a:lnTo>
                  <a:lnTo>
                    <a:pt x="161948" y="302132"/>
                  </a:lnTo>
                  <a:lnTo>
                    <a:pt x="182879" y="335279"/>
                  </a:lnTo>
                  <a:lnTo>
                    <a:pt x="176045" y="347019"/>
                  </a:lnTo>
                  <a:lnTo>
                    <a:pt x="167068" y="354901"/>
                  </a:lnTo>
                  <a:lnTo>
                    <a:pt x="156090" y="359068"/>
                  </a:lnTo>
                  <a:lnTo>
                    <a:pt x="143255" y="359664"/>
                  </a:lnTo>
                  <a:lnTo>
                    <a:pt x="51815" y="359664"/>
                  </a:lnTo>
                  <a:lnTo>
                    <a:pt x="11096" y="338232"/>
                  </a:lnTo>
                  <a:lnTo>
                    <a:pt x="8905" y="249054"/>
                  </a:lnTo>
                  <a:lnTo>
                    <a:pt x="8381" y="193738"/>
                  </a:lnTo>
                  <a:lnTo>
                    <a:pt x="7858" y="152423"/>
                  </a:lnTo>
                  <a:lnTo>
                    <a:pt x="7619" y="124967"/>
                  </a:lnTo>
                  <a:lnTo>
                    <a:pt x="32003" y="140207"/>
                  </a:lnTo>
                  <a:lnTo>
                    <a:pt x="124967" y="140207"/>
                  </a:lnTo>
                  <a:lnTo>
                    <a:pt x="124967" y="25907"/>
                  </a:lnTo>
                  <a:lnTo>
                    <a:pt x="57911" y="25907"/>
                  </a:lnTo>
                  <a:lnTo>
                    <a:pt x="46743" y="26193"/>
                  </a:lnTo>
                  <a:lnTo>
                    <a:pt x="36004" y="27050"/>
                  </a:lnTo>
                  <a:lnTo>
                    <a:pt x="25550" y="28479"/>
                  </a:lnTo>
                  <a:lnTo>
                    <a:pt x="15239" y="30479"/>
                  </a:lnTo>
                  <a:lnTo>
                    <a:pt x="0" y="15239"/>
                  </a:lnTo>
                  <a:lnTo>
                    <a:pt x="121919" y="15239"/>
                  </a:lnTo>
                  <a:lnTo>
                    <a:pt x="134111" y="0"/>
                  </a:lnTo>
                  <a:lnTo>
                    <a:pt x="160019" y="21335"/>
                  </a:lnTo>
                  <a:lnTo>
                    <a:pt x="147827" y="30479"/>
                  </a:lnTo>
                  <a:close/>
                </a:path>
              </a:pathLst>
            </a:custGeom>
            <a:ln w="1219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" name="object 26"/>
            <p:cNvSpPr/>
            <p:nvPr/>
          </p:nvSpPr>
          <p:spPr>
            <a:xfrm>
              <a:off x="3090672" y="2382011"/>
              <a:ext cx="224154" cy="382905"/>
            </a:xfrm>
            <a:custGeom>
              <a:avLst/>
              <a:gdLst/>
              <a:ahLst/>
              <a:cxnLst/>
              <a:rect l="l" t="t" r="r" b="b"/>
              <a:pathLst>
                <a:path w="224154" h="382905">
                  <a:moveTo>
                    <a:pt x="198119" y="102108"/>
                  </a:moveTo>
                  <a:lnTo>
                    <a:pt x="198132" y="180746"/>
                  </a:lnTo>
                  <a:lnTo>
                    <a:pt x="198217" y="246583"/>
                  </a:lnTo>
                  <a:lnTo>
                    <a:pt x="198449" y="299618"/>
                  </a:lnTo>
                  <a:lnTo>
                    <a:pt x="198900" y="339852"/>
                  </a:lnTo>
                  <a:lnTo>
                    <a:pt x="199643" y="367284"/>
                  </a:lnTo>
                  <a:lnTo>
                    <a:pt x="175259" y="379476"/>
                  </a:lnTo>
                  <a:lnTo>
                    <a:pt x="175259" y="336803"/>
                  </a:lnTo>
                  <a:lnTo>
                    <a:pt x="50291" y="336803"/>
                  </a:lnTo>
                  <a:lnTo>
                    <a:pt x="50291" y="373380"/>
                  </a:lnTo>
                  <a:lnTo>
                    <a:pt x="25907" y="382524"/>
                  </a:lnTo>
                  <a:lnTo>
                    <a:pt x="26789" y="352472"/>
                  </a:lnTo>
                  <a:lnTo>
                    <a:pt x="27241" y="316992"/>
                  </a:lnTo>
                  <a:lnTo>
                    <a:pt x="27408" y="275796"/>
                  </a:lnTo>
                  <a:lnTo>
                    <a:pt x="27431" y="228600"/>
                  </a:lnTo>
                  <a:lnTo>
                    <a:pt x="27408" y="181998"/>
                  </a:lnTo>
                  <a:lnTo>
                    <a:pt x="27241" y="140398"/>
                  </a:lnTo>
                  <a:lnTo>
                    <a:pt x="26789" y="103655"/>
                  </a:lnTo>
                  <a:lnTo>
                    <a:pt x="25907" y="71628"/>
                  </a:lnTo>
                  <a:lnTo>
                    <a:pt x="50291" y="86868"/>
                  </a:lnTo>
                  <a:lnTo>
                    <a:pt x="79247" y="86868"/>
                  </a:lnTo>
                  <a:lnTo>
                    <a:pt x="79247" y="30480"/>
                  </a:lnTo>
                  <a:lnTo>
                    <a:pt x="56387" y="30480"/>
                  </a:lnTo>
                  <a:lnTo>
                    <a:pt x="45886" y="30765"/>
                  </a:lnTo>
                  <a:lnTo>
                    <a:pt x="35242" y="31623"/>
                  </a:lnTo>
                  <a:lnTo>
                    <a:pt x="24884" y="33051"/>
                  </a:lnTo>
                  <a:lnTo>
                    <a:pt x="15239" y="35052"/>
                  </a:lnTo>
                  <a:lnTo>
                    <a:pt x="0" y="19812"/>
                  </a:lnTo>
                  <a:lnTo>
                    <a:pt x="175259" y="19812"/>
                  </a:lnTo>
                  <a:lnTo>
                    <a:pt x="196595" y="0"/>
                  </a:lnTo>
                  <a:lnTo>
                    <a:pt x="224027" y="30480"/>
                  </a:lnTo>
                  <a:lnTo>
                    <a:pt x="146303" y="30480"/>
                  </a:lnTo>
                  <a:lnTo>
                    <a:pt x="146303" y="86868"/>
                  </a:lnTo>
                  <a:lnTo>
                    <a:pt x="173735" y="86868"/>
                  </a:lnTo>
                  <a:lnTo>
                    <a:pt x="185927" y="70104"/>
                  </a:lnTo>
                  <a:lnTo>
                    <a:pt x="210311" y="91440"/>
                  </a:lnTo>
                  <a:lnTo>
                    <a:pt x="198119" y="102108"/>
                  </a:lnTo>
                  <a:close/>
                </a:path>
              </a:pathLst>
            </a:custGeom>
            <a:ln w="1219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7" name="object 27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3134868" y="2406395"/>
              <a:ext cx="137160" cy="307848"/>
            </a:xfrm>
            <a:prstGeom prst="rect">
              <a:avLst/>
            </a:prstGeom>
          </p:spPr>
        </p:pic>
      </p:grpSp>
      <p:grpSp>
        <p:nvGrpSpPr>
          <p:cNvPr id="28" name="object 28"/>
          <p:cNvGrpSpPr/>
          <p:nvPr/>
        </p:nvGrpSpPr>
        <p:grpSpPr>
          <a:xfrm>
            <a:off x="3582923" y="2360676"/>
            <a:ext cx="337185" cy="411480"/>
            <a:chOff x="3582923" y="2360676"/>
            <a:chExt cx="337185" cy="411480"/>
          </a:xfrm>
        </p:grpSpPr>
        <p:sp>
          <p:nvSpPr>
            <p:cNvPr id="29" name="object 29"/>
            <p:cNvSpPr/>
            <p:nvPr/>
          </p:nvSpPr>
          <p:spPr>
            <a:xfrm>
              <a:off x="3589019" y="2366772"/>
              <a:ext cx="325120" cy="399415"/>
            </a:xfrm>
            <a:custGeom>
              <a:avLst/>
              <a:gdLst/>
              <a:ahLst/>
              <a:cxnLst/>
              <a:rect l="l" t="t" r="r" b="b"/>
              <a:pathLst>
                <a:path w="325120" h="399414">
                  <a:moveTo>
                    <a:pt x="74676" y="85344"/>
                  </a:moveTo>
                  <a:lnTo>
                    <a:pt x="68580" y="85344"/>
                  </a:lnTo>
                  <a:lnTo>
                    <a:pt x="65532" y="80772"/>
                  </a:lnTo>
                  <a:lnTo>
                    <a:pt x="62484" y="70104"/>
                  </a:lnTo>
                  <a:lnTo>
                    <a:pt x="56984" y="56388"/>
                  </a:lnTo>
                  <a:lnTo>
                    <a:pt x="49530" y="40767"/>
                  </a:lnTo>
                  <a:lnTo>
                    <a:pt x="39766" y="23383"/>
                  </a:lnTo>
                  <a:lnTo>
                    <a:pt x="27432" y="4572"/>
                  </a:lnTo>
                  <a:lnTo>
                    <a:pt x="33528" y="0"/>
                  </a:lnTo>
                  <a:lnTo>
                    <a:pt x="72104" y="26360"/>
                  </a:lnTo>
                  <a:lnTo>
                    <a:pt x="89916" y="48768"/>
                  </a:lnTo>
                  <a:lnTo>
                    <a:pt x="89916" y="60960"/>
                  </a:lnTo>
                  <a:lnTo>
                    <a:pt x="88392" y="67056"/>
                  </a:lnTo>
                  <a:lnTo>
                    <a:pt x="79248" y="82296"/>
                  </a:lnTo>
                  <a:lnTo>
                    <a:pt x="74676" y="85344"/>
                  </a:lnTo>
                  <a:close/>
                </a:path>
                <a:path w="325120" h="399414">
                  <a:moveTo>
                    <a:pt x="146304" y="60960"/>
                  </a:moveTo>
                  <a:lnTo>
                    <a:pt x="131064" y="45720"/>
                  </a:lnTo>
                  <a:lnTo>
                    <a:pt x="281940" y="45720"/>
                  </a:lnTo>
                  <a:lnTo>
                    <a:pt x="295656" y="24384"/>
                  </a:lnTo>
                  <a:lnTo>
                    <a:pt x="324612" y="48768"/>
                  </a:lnTo>
                  <a:lnTo>
                    <a:pt x="316145" y="56388"/>
                  </a:lnTo>
                  <a:lnTo>
                    <a:pt x="187452" y="56388"/>
                  </a:lnTo>
                  <a:lnTo>
                    <a:pt x="176307" y="56673"/>
                  </a:lnTo>
                  <a:lnTo>
                    <a:pt x="165735" y="57531"/>
                  </a:lnTo>
                  <a:lnTo>
                    <a:pt x="155733" y="58959"/>
                  </a:lnTo>
                  <a:lnTo>
                    <a:pt x="146304" y="60960"/>
                  </a:lnTo>
                  <a:close/>
                </a:path>
                <a:path w="325120" h="399414">
                  <a:moveTo>
                    <a:pt x="308504" y="353568"/>
                  </a:moveTo>
                  <a:lnTo>
                    <a:pt x="263652" y="353568"/>
                  </a:lnTo>
                  <a:lnTo>
                    <a:pt x="272534" y="353568"/>
                  </a:lnTo>
                  <a:lnTo>
                    <a:pt x="278701" y="351282"/>
                  </a:lnTo>
                  <a:lnTo>
                    <a:pt x="282297" y="346710"/>
                  </a:lnTo>
                  <a:lnTo>
                    <a:pt x="283464" y="339852"/>
                  </a:lnTo>
                  <a:lnTo>
                    <a:pt x="283464" y="56388"/>
                  </a:lnTo>
                  <a:lnTo>
                    <a:pt x="316145" y="56388"/>
                  </a:lnTo>
                  <a:lnTo>
                    <a:pt x="309372" y="62484"/>
                  </a:lnTo>
                  <a:lnTo>
                    <a:pt x="309372" y="344424"/>
                  </a:lnTo>
                  <a:lnTo>
                    <a:pt x="308504" y="353568"/>
                  </a:lnTo>
                  <a:close/>
                </a:path>
                <a:path w="325120" h="399414">
                  <a:moveTo>
                    <a:pt x="0" y="399288"/>
                  </a:moveTo>
                  <a:lnTo>
                    <a:pt x="881" y="359854"/>
                  </a:lnTo>
                  <a:lnTo>
                    <a:pt x="1333" y="316992"/>
                  </a:lnTo>
                  <a:lnTo>
                    <a:pt x="1421" y="154662"/>
                  </a:lnTo>
                  <a:lnTo>
                    <a:pt x="1320" y="132588"/>
                  </a:lnTo>
                  <a:lnTo>
                    <a:pt x="881" y="100750"/>
                  </a:lnTo>
                  <a:lnTo>
                    <a:pt x="0" y="74676"/>
                  </a:lnTo>
                  <a:lnTo>
                    <a:pt x="42672" y="99060"/>
                  </a:lnTo>
                  <a:lnTo>
                    <a:pt x="27432" y="109728"/>
                  </a:lnTo>
                  <a:lnTo>
                    <a:pt x="27432" y="387096"/>
                  </a:lnTo>
                  <a:lnTo>
                    <a:pt x="0" y="399288"/>
                  </a:lnTo>
                  <a:close/>
                </a:path>
                <a:path w="325120" h="399414">
                  <a:moveTo>
                    <a:pt x="240247" y="152400"/>
                  </a:moveTo>
                  <a:lnTo>
                    <a:pt x="201168" y="152400"/>
                  </a:lnTo>
                  <a:lnTo>
                    <a:pt x="213360" y="132588"/>
                  </a:lnTo>
                  <a:lnTo>
                    <a:pt x="240247" y="152400"/>
                  </a:lnTo>
                  <a:close/>
                </a:path>
                <a:path w="325120" h="399414">
                  <a:moveTo>
                    <a:pt x="82296" y="307848"/>
                  </a:moveTo>
                  <a:lnTo>
                    <a:pt x="82534" y="283035"/>
                  </a:lnTo>
                  <a:lnTo>
                    <a:pt x="83581" y="236267"/>
                  </a:lnTo>
                  <a:lnTo>
                    <a:pt x="83820" y="214884"/>
                  </a:lnTo>
                  <a:lnTo>
                    <a:pt x="83581" y="195191"/>
                  </a:lnTo>
                  <a:lnTo>
                    <a:pt x="82534" y="154662"/>
                  </a:lnTo>
                  <a:lnTo>
                    <a:pt x="82296" y="134112"/>
                  </a:lnTo>
                  <a:lnTo>
                    <a:pt x="108204" y="152400"/>
                  </a:lnTo>
                  <a:lnTo>
                    <a:pt x="240247" y="152400"/>
                  </a:lnTo>
                  <a:lnTo>
                    <a:pt x="242316" y="153924"/>
                  </a:lnTo>
                  <a:lnTo>
                    <a:pt x="230886" y="163068"/>
                  </a:lnTo>
                  <a:lnTo>
                    <a:pt x="108204" y="163068"/>
                  </a:lnTo>
                  <a:lnTo>
                    <a:pt x="108204" y="265176"/>
                  </a:lnTo>
                  <a:lnTo>
                    <a:pt x="227980" y="265176"/>
                  </a:lnTo>
                  <a:lnTo>
                    <a:pt x="228834" y="275844"/>
                  </a:lnTo>
                  <a:lnTo>
                    <a:pt x="108204" y="275844"/>
                  </a:lnTo>
                  <a:lnTo>
                    <a:pt x="108204" y="298704"/>
                  </a:lnTo>
                  <a:lnTo>
                    <a:pt x="82296" y="307848"/>
                  </a:lnTo>
                  <a:close/>
                </a:path>
                <a:path w="325120" h="399414">
                  <a:moveTo>
                    <a:pt x="227980" y="265176"/>
                  </a:moveTo>
                  <a:lnTo>
                    <a:pt x="202692" y="265176"/>
                  </a:lnTo>
                  <a:lnTo>
                    <a:pt x="202692" y="163068"/>
                  </a:lnTo>
                  <a:lnTo>
                    <a:pt x="230886" y="163068"/>
                  </a:lnTo>
                  <a:lnTo>
                    <a:pt x="227076" y="166116"/>
                  </a:lnTo>
                  <a:lnTo>
                    <a:pt x="227076" y="245364"/>
                  </a:lnTo>
                  <a:lnTo>
                    <a:pt x="227337" y="255079"/>
                  </a:lnTo>
                  <a:lnTo>
                    <a:pt x="227980" y="265176"/>
                  </a:lnTo>
                  <a:close/>
                </a:path>
                <a:path w="325120" h="399414">
                  <a:moveTo>
                    <a:pt x="202692" y="301752"/>
                  </a:moveTo>
                  <a:lnTo>
                    <a:pt x="202692" y="275844"/>
                  </a:lnTo>
                  <a:lnTo>
                    <a:pt x="228834" y="275844"/>
                  </a:lnTo>
                  <a:lnTo>
                    <a:pt x="230124" y="291083"/>
                  </a:lnTo>
                  <a:lnTo>
                    <a:pt x="202692" y="301752"/>
                  </a:lnTo>
                  <a:close/>
                </a:path>
                <a:path w="325120" h="399414">
                  <a:moveTo>
                    <a:pt x="266700" y="399288"/>
                  </a:moveTo>
                  <a:lnTo>
                    <a:pt x="262985" y="384667"/>
                  </a:lnTo>
                  <a:lnTo>
                    <a:pt x="251841" y="372618"/>
                  </a:lnTo>
                  <a:lnTo>
                    <a:pt x="233267" y="362854"/>
                  </a:lnTo>
                  <a:lnTo>
                    <a:pt x="207264" y="355092"/>
                  </a:lnTo>
                  <a:lnTo>
                    <a:pt x="207264" y="348996"/>
                  </a:lnTo>
                  <a:lnTo>
                    <a:pt x="240030" y="351282"/>
                  </a:lnTo>
                  <a:lnTo>
                    <a:pt x="253126" y="352425"/>
                  </a:lnTo>
                  <a:lnTo>
                    <a:pt x="263652" y="353568"/>
                  </a:lnTo>
                  <a:lnTo>
                    <a:pt x="308504" y="353568"/>
                  </a:lnTo>
                  <a:lnTo>
                    <a:pt x="307419" y="364998"/>
                  </a:lnTo>
                  <a:lnTo>
                    <a:pt x="299466" y="381000"/>
                  </a:lnTo>
                  <a:lnTo>
                    <a:pt x="285797" y="392430"/>
                  </a:lnTo>
                  <a:lnTo>
                    <a:pt x="266700" y="399288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" name="object 30"/>
            <p:cNvSpPr/>
            <p:nvPr/>
          </p:nvSpPr>
          <p:spPr>
            <a:xfrm>
              <a:off x="3589019" y="2441448"/>
              <a:ext cx="43180" cy="325120"/>
            </a:xfrm>
            <a:custGeom>
              <a:avLst/>
              <a:gdLst/>
              <a:ahLst/>
              <a:cxnLst/>
              <a:rect l="l" t="t" r="r" b="b"/>
              <a:pathLst>
                <a:path w="43179" h="325119">
                  <a:moveTo>
                    <a:pt x="0" y="0"/>
                  </a:moveTo>
                  <a:lnTo>
                    <a:pt x="42672" y="24384"/>
                  </a:lnTo>
                  <a:lnTo>
                    <a:pt x="27432" y="35052"/>
                  </a:lnTo>
                  <a:lnTo>
                    <a:pt x="27432" y="312419"/>
                  </a:lnTo>
                  <a:lnTo>
                    <a:pt x="0" y="324612"/>
                  </a:lnTo>
                  <a:lnTo>
                    <a:pt x="881" y="285178"/>
                  </a:lnTo>
                  <a:lnTo>
                    <a:pt x="1333" y="242315"/>
                  </a:lnTo>
                  <a:lnTo>
                    <a:pt x="1500" y="196024"/>
                  </a:lnTo>
                  <a:lnTo>
                    <a:pt x="1524" y="146304"/>
                  </a:lnTo>
                  <a:lnTo>
                    <a:pt x="1500" y="98798"/>
                  </a:lnTo>
                  <a:lnTo>
                    <a:pt x="1333" y="58864"/>
                  </a:lnTo>
                  <a:lnTo>
                    <a:pt x="881" y="26074"/>
                  </a:lnTo>
                  <a:lnTo>
                    <a:pt x="0" y="0"/>
                  </a:lnTo>
                  <a:close/>
                </a:path>
              </a:pathLst>
            </a:custGeom>
            <a:ln w="1219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" name="object 31"/>
            <p:cNvSpPr/>
            <p:nvPr/>
          </p:nvSpPr>
          <p:spPr>
            <a:xfrm>
              <a:off x="3720084" y="2391156"/>
              <a:ext cx="193675" cy="375285"/>
            </a:xfrm>
            <a:custGeom>
              <a:avLst/>
              <a:gdLst/>
              <a:ahLst/>
              <a:cxnLst/>
              <a:rect l="l" t="t" r="r" b="b"/>
              <a:pathLst>
                <a:path w="193675" h="375285">
                  <a:moveTo>
                    <a:pt x="76200" y="324612"/>
                  </a:moveTo>
                  <a:lnTo>
                    <a:pt x="93583" y="325755"/>
                  </a:lnTo>
                  <a:lnTo>
                    <a:pt x="108966" y="326898"/>
                  </a:lnTo>
                  <a:lnTo>
                    <a:pt x="122062" y="328041"/>
                  </a:lnTo>
                  <a:lnTo>
                    <a:pt x="132588" y="329184"/>
                  </a:lnTo>
                  <a:lnTo>
                    <a:pt x="141470" y="329184"/>
                  </a:lnTo>
                  <a:lnTo>
                    <a:pt x="147637" y="326898"/>
                  </a:lnTo>
                  <a:lnTo>
                    <a:pt x="151233" y="322326"/>
                  </a:lnTo>
                  <a:lnTo>
                    <a:pt x="152400" y="315468"/>
                  </a:lnTo>
                  <a:lnTo>
                    <a:pt x="152400" y="32004"/>
                  </a:lnTo>
                  <a:lnTo>
                    <a:pt x="56387" y="32004"/>
                  </a:lnTo>
                  <a:lnTo>
                    <a:pt x="45243" y="32289"/>
                  </a:lnTo>
                  <a:lnTo>
                    <a:pt x="34670" y="33147"/>
                  </a:lnTo>
                  <a:lnTo>
                    <a:pt x="24669" y="34575"/>
                  </a:lnTo>
                  <a:lnTo>
                    <a:pt x="15239" y="36576"/>
                  </a:lnTo>
                  <a:lnTo>
                    <a:pt x="0" y="21336"/>
                  </a:lnTo>
                  <a:lnTo>
                    <a:pt x="150876" y="21336"/>
                  </a:lnTo>
                  <a:lnTo>
                    <a:pt x="164592" y="0"/>
                  </a:lnTo>
                  <a:lnTo>
                    <a:pt x="193548" y="24384"/>
                  </a:lnTo>
                  <a:lnTo>
                    <a:pt x="178308" y="38100"/>
                  </a:lnTo>
                  <a:lnTo>
                    <a:pt x="178308" y="320040"/>
                  </a:lnTo>
                  <a:lnTo>
                    <a:pt x="176355" y="340614"/>
                  </a:lnTo>
                  <a:lnTo>
                    <a:pt x="168402" y="356616"/>
                  </a:lnTo>
                  <a:lnTo>
                    <a:pt x="154733" y="368046"/>
                  </a:lnTo>
                  <a:lnTo>
                    <a:pt x="135636" y="374904"/>
                  </a:lnTo>
                  <a:lnTo>
                    <a:pt x="131921" y="360283"/>
                  </a:lnTo>
                  <a:lnTo>
                    <a:pt x="120777" y="348234"/>
                  </a:lnTo>
                  <a:lnTo>
                    <a:pt x="102203" y="338470"/>
                  </a:lnTo>
                  <a:lnTo>
                    <a:pt x="76200" y="330708"/>
                  </a:lnTo>
                  <a:lnTo>
                    <a:pt x="76200" y="324612"/>
                  </a:lnTo>
                  <a:close/>
                </a:path>
              </a:pathLst>
            </a:custGeom>
            <a:ln w="1219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32" name="object 32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3610356" y="2360676"/>
              <a:ext cx="74676" cy="97536"/>
            </a:xfrm>
            <a:prstGeom prst="rect">
              <a:avLst/>
            </a:prstGeom>
          </p:spPr>
        </p:pic>
        <p:sp>
          <p:nvSpPr>
            <p:cNvPr id="33" name="object 33"/>
            <p:cNvSpPr/>
            <p:nvPr/>
          </p:nvSpPr>
          <p:spPr>
            <a:xfrm>
              <a:off x="3697224" y="2529840"/>
              <a:ext cx="94615" cy="102235"/>
            </a:xfrm>
            <a:custGeom>
              <a:avLst/>
              <a:gdLst/>
              <a:ahLst/>
              <a:cxnLst/>
              <a:rect l="l" t="t" r="r" b="b"/>
              <a:pathLst>
                <a:path w="94614" h="102235">
                  <a:moveTo>
                    <a:pt x="0" y="0"/>
                  </a:moveTo>
                  <a:lnTo>
                    <a:pt x="0" y="102108"/>
                  </a:lnTo>
                  <a:lnTo>
                    <a:pt x="94487" y="102108"/>
                  </a:lnTo>
                  <a:lnTo>
                    <a:pt x="94487" y="0"/>
                  </a:lnTo>
                  <a:lnTo>
                    <a:pt x="0" y="0"/>
                  </a:lnTo>
                  <a:close/>
                </a:path>
              </a:pathLst>
            </a:custGeom>
            <a:ln w="1219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" name="object 34"/>
            <p:cNvSpPr/>
            <p:nvPr/>
          </p:nvSpPr>
          <p:spPr>
            <a:xfrm>
              <a:off x="3671316" y="2499360"/>
              <a:ext cx="160020" cy="175260"/>
            </a:xfrm>
            <a:custGeom>
              <a:avLst/>
              <a:gdLst/>
              <a:ahLst/>
              <a:cxnLst/>
              <a:rect l="l" t="t" r="r" b="b"/>
              <a:pathLst>
                <a:path w="160020" h="175260">
                  <a:moveTo>
                    <a:pt x="144779" y="112775"/>
                  </a:moveTo>
                  <a:lnTo>
                    <a:pt x="145041" y="122491"/>
                  </a:lnTo>
                  <a:lnTo>
                    <a:pt x="145732" y="133349"/>
                  </a:lnTo>
                  <a:lnTo>
                    <a:pt x="146708" y="145351"/>
                  </a:lnTo>
                  <a:lnTo>
                    <a:pt x="147827" y="158495"/>
                  </a:lnTo>
                  <a:lnTo>
                    <a:pt x="120395" y="169163"/>
                  </a:lnTo>
                  <a:lnTo>
                    <a:pt x="120395" y="143255"/>
                  </a:lnTo>
                  <a:lnTo>
                    <a:pt x="25907" y="143255"/>
                  </a:lnTo>
                  <a:lnTo>
                    <a:pt x="25907" y="166115"/>
                  </a:lnTo>
                  <a:lnTo>
                    <a:pt x="0" y="175259"/>
                  </a:lnTo>
                  <a:lnTo>
                    <a:pt x="238" y="150447"/>
                  </a:lnTo>
                  <a:lnTo>
                    <a:pt x="761" y="126491"/>
                  </a:lnTo>
                  <a:lnTo>
                    <a:pt x="1285" y="103679"/>
                  </a:lnTo>
                  <a:lnTo>
                    <a:pt x="1523" y="82295"/>
                  </a:lnTo>
                  <a:lnTo>
                    <a:pt x="1285" y="62603"/>
                  </a:lnTo>
                  <a:lnTo>
                    <a:pt x="761" y="42481"/>
                  </a:lnTo>
                  <a:lnTo>
                    <a:pt x="238" y="22074"/>
                  </a:lnTo>
                  <a:lnTo>
                    <a:pt x="0" y="1523"/>
                  </a:lnTo>
                  <a:lnTo>
                    <a:pt x="25907" y="19811"/>
                  </a:lnTo>
                  <a:lnTo>
                    <a:pt x="118871" y="19811"/>
                  </a:lnTo>
                  <a:lnTo>
                    <a:pt x="131063" y="0"/>
                  </a:lnTo>
                  <a:lnTo>
                    <a:pt x="160019" y="21335"/>
                  </a:lnTo>
                  <a:lnTo>
                    <a:pt x="144779" y="33527"/>
                  </a:lnTo>
                  <a:lnTo>
                    <a:pt x="144779" y="112775"/>
                  </a:lnTo>
                  <a:close/>
                </a:path>
              </a:pathLst>
            </a:custGeom>
            <a:ln w="1219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35" name="object 35"/>
          <p:cNvGrpSpPr/>
          <p:nvPr/>
        </p:nvGrpSpPr>
        <p:grpSpPr>
          <a:xfrm>
            <a:off x="3980688" y="2368296"/>
            <a:ext cx="417830" cy="405765"/>
            <a:chOff x="3980688" y="2368296"/>
            <a:chExt cx="417830" cy="405765"/>
          </a:xfrm>
        </p:grpSpPr>
        <p:sp>
          <p:nvSpPr>
            <p:cNvPr id="36" name="object 36"/>
            <p:cNvSpPr/>
            <p:nvPr/>
          </p:nvSpPr>
          <p:spPr>
            <a:xfrm>
              <a:off x="3986784" y="2374392"/>
              <a:ext cx="405765" cy="393700"/>
            </a:xfrm>
            <a:custGeom>
              <a:avLst/>
              <a:gdLst/>
              <a:ahLst/>
              <a:cxnLst/>
              <a:rect l="l" t="t" r="r" b="b"/>
              <a:pathLst>
                <a:path w="405764" h="393700">
                  <a:moveTo>
                    <a:pt x="217932" y="36576"/>
                  </a:moveTo>
                  <a:lnTo>
                    <a:pt x="201168" y="21336"/>
                  </a:lnTo>
                  <a:lnTo>
                    <a:pt x="353568" y="21336"/>
                  </a:lnTo>
                  <a:lnTo>
                    <a:pt x="373380" y="0"/>
                  </a:lnTo>
                  <a:lnTo>
                    <a:pt x="402336" y="32004"/>
                  </a:lnTo>
                  <a:lnTo>
                    <a:pt x="259080" y="32004"/>
                  </a:lnTo>
                  <a:lnTo>
                    <a:pt x="247935" y="32289"/>
                  </a:lnTo>
                  <a:lnTo>
                    <a:pt x="237363" y="33147"/>
                  </a:lnTo>
                  <a:lnTo>
                    <a:pt x="227361" y="34575"/>
                  </a:lnTo>
                  <a:lnTo>
                    <a:pt x="217932" y="36576"/>
                  </a:lnTo>
                  <a:close/>
                </a:path>
                <a:path w="405764" h="393700">
                  <a:moveTo>
                    <a:pt x="189846" y="19812"/>
                  </a:moveTo>
                  <a:lnTo>
                    <a:pt x="155448" y="19812"/>
                  </a:lnTo>
                  <a:lnTo>
                    <a:pt x="167640" y="1524"/>
                  </a:lnTo>
                  <a:lnTo>
                    <a:pt x="189846" y="19812"/>
                  </a:lnTo>
                  <a:close/>
                </a:path>
                <a:path w="405764" h="393700">
                  <a:moveTo>
                    <a:pt x="51816" y="169164"/>
                  </a:moveTo>
                  <a:lnTo>
                    <a:pt x="52697" y="148566"/>
                  </a:lnTo>
                  <a:lnTo>
                    <a:pt x="53149" y="127825"/>
                  </a:lnTo>
                  <a:lnTo>
                    <a:pt x="53252" y="56007"/>
                  </a:lnTo>
                  <a:lnTo>
                    <a:pt x="53153" y="43719"/>
                  </a:lnTo>
                  <a:lnTo>
                    <a:pt x="52697" y="23407"/>
                  </a:lnTo>
                  <a:lnTo>
                    <a:pt x="51816" y="4572"/>
                  </a:lnTo>
                  <a:lnTo>
                    <a:pt x="76200" y="19812"/>
                  </a:lnTo>
                  <a:lnTo>
                    <a:pt x="189846" y="19812"/>
                  </a:lnTo>
                  <a:lnTo>
                    <a:pt x="193548" y="22860"/>
                  </a:lnTo>
                  <a:lnTo>
                    <a:pt x="186581" y="28956"/>
                  </a:lnTo>
                  <a:lnTo>
                    <a:pt x="76200" y="28956"/>
                  </a:lnTo>
                  <a:lnTo>
                    <a:pt x="76200" y="79248"/>
                  </a:lnTo>
                  <a:lnTo>
                    <a:pt x="181422" y="79248"/>
                  </a:lnTo>
                  <a:lnTo>
                    <a:pt x="181477" y="89916"/>
                  </a:lnTo>
                  <a:lnTo>
                    <a:pt x="76200" y="89916"/>
                  </a:lnTo>
                  <a:lnTo>
                    <a:pt x="76200" y="138684"/>
                  </a:lnTo>
                  <a:lnTo>
                    <a:pt x="182330" y="138684"/>
                  </a:lnTo>
                  <a:lnTo>
                    <a:pt x="182757" y="149352"/>
                  </a:lnTo>
                  <a:lnTo>
                    <a:pt x="76200" y="149352"/>
                  </a:lnTo>
                  <a:lnTo>
                    <a:pt x="76200" y="160020"/>
                  </a:lnTo>
                  <a:lnTo>
                    <a:pt x="51816" y="169164"/>
                  </a:lnTo>
                  <a:close/>
                </a:path>
                <a:path w="405764" h="393700">
                  <a:moveTo>
                    <a:pt x="181422" y="79248"/>
                  </a:moveTo>
                  <a:lnTo>
                    <a:pt x="158496" y="79248"/>
                  </a:lnTo>
                  <a:lnTo>
                    <a:pt x="158496" y="28956"/>
                  </a:lnTo>
                  <a:lnTo>
                    <a:pt x="186581" y="28956"/>
                  </a:lnTo>
                  <a:lnTo>
                    <a:pt x="181356" y="33528"/>
                  </a:lnTo>
                  <a:lnTo>
                    <a:pt x="181422" y="79248"/>
                  </a:lnTo>
                  <a:close/>
                </a:path>
                <a:path w="405764" h="393700">
                  <a:moveTo>
                    <a:pt x="280416" y="82296"/>
                  </a:moveTo>
                  <a:lnTo>
                    <a:pt x="271272" y="82296"/>
                  </a:lnTo>
                  <a:lnTo>
                    <a:pt x="274415" y="68865"/>
                  </a:lnTo>
                  <a:lnTo>
                    <a:pt x="276987" y="56007"/>
                  </a:lnTo>
                  <a:lnTo>
                    <a:pt x="278987" y="43719"/>
                  </a:lnTo>
                  <a:lnTo>
                    <a:pt x="280416" y="32004"/>
                  </a:lnTo>
                  <a:lnTo>
                    <a:pt x="309372" y="32004"/>
                  </a:lnTo>
                  <a:lnTo>
                    <a:pt x="305061" y="38576"/>
                  </a:lnTo>
                  <a:lnTo>
                    <a:pt x="298894" y="49149"/>
                  </a:lnTo>
                  <a:lnTo>
                    <a:pt x="290607" y="63936"/>
                  </a:lnTo>
                  <a:lnTo>
                    <a:pt x="280416" y="82296"/>
                  </a:lnTo>
                  <a:close/>
                </a:path>
                <a:path w="405764" h="393700">
                  <a:moveTo>
                    <a:pt x="380062" y="82296"/>
                  </a:moveTo>
                  <a:lnTo>
                    <a:pt x="345948" y="82296"/>
                  </a:lnTo>
                  <a:lnTo>
                    <a:pt x="358140" y="65532"/>
                  </a:lnTo>
                  <a:lnTo>
                    <a:pt x="380062" y="82296"/>
                  </a:lnTo>
                  <a:close/>
                </a:path>
                <a:path w="405764" h="393700">
                  <a:moveTo>
                    <a:pt x="224028" y="249936"/>
                  </a:moveTo>
                  <a:lnTo>
                    <a:pt x="224909" y="230766"/>
                  </a:lnTo>
                  <a:lnTo>
                    <a:pt x="225361" y="209740"/>
                  </a:lnTo>
                  <a:lnTo>
                    <a:pt x="225477" y="127825"/>
                  </a:lnTo>
                  <a:lnTo>
                    <a:pt x="225361" y="110871"/>
                  </a:lnTo>
                  <a:lnTo>
                    <a:pt x="224909" y="88249"/>
                  </a:lnTo>
                  <a:lnTo>
                    <a:pt x="224028" y="67056"/>
                  </a:lnTo>
                  <a:lnTo>
                    <a:pt x="248412" y="82296"/>
                  </a:lnTo>
                  <a:lnTo>
                    <a:pt x="380062" y="82296"/>
                  </a:lnTo>
                  <a:lnTo>
                    <a:pt x="384048" y="85344"/>
                  </a:lnTo>
                  <a:lnTo>
                    <a:pt x="377081" y="91440"/>
                  </a:lnTo>
                  <a:lnTo>
                    <a:pt x="248412" y="91440"/>
                  </a:lnTo>
                  <a:lnTo>
                    <a:pt x="248412" y="236220"/>
                  </a:lnTo>
                  <a:lnTo>
                    <a:pt x="224028" y="249936"/>
                  </a:lnTo>
                  <a:close/>
                </a:path>
                <a:path w="405764" h="393700">
                  <a:moveTo>
                    <a:pt x="182330" y="138684"/>
                  </a:moveTo>
                  <a:lnTo>
                    <a:pt x="158496" y="138684"/>
                  </a:lnTo>
                  <a:lnTo>
                    <a:pt x="158496" y="89916"/>
                  </a:lnTo>
                  <a:lnTo>
                    <a:pt x="181477" y="89916"/>
                  </a:lnTo>
                  <a:lnTo>
                    <a:pt x="181546" y="103251"/>
                  </a:lnTo>
                  <a:lnTo>
                    <a:pt x="181998" y="130397"/>
                  </a:lnTo>
                  <a:lnTo>
                    <a:pt x="182330" y="138684"/>
                  </a:lnTo>
                  <a:close/>
                </a:path>
                <a:path w="405764" h="393700">
                  <a:moveTo>
                    <a:pt x="348996" y="245363"/>
                  </a:moveTo>
                  <a:lnTo>
                    <a:pt x="348996" y="91440"/>
                  </a:lnTo>
                  <a:lnTo>
                    <a:pt x="377081" y="91440"/>
                  </a:lnTo>
                  <a:lnTo>
                    <a:pt x="371856" y="96012"/>
                  </a:lnTo>
                  <a:lnTo>
                    <a:pt x="371949" y="183094"/>
                  </a:lnTo>
                  <a:lnTo>
                    <a:pt x="372073" y="187451"/>
                  </a:lnTo>
                  <a:lnTo>
                    <a:pt x="372654" y="200691"/>
                  </a:lnTo>
                  <a:lnTo>
                    <a:pt x="373146" y="214884"/>
                  </a:lnTo>
                  <a:lnTo>
                    <a:pt x="373380" y="233172"/>
                  </a:lnTo>
                  <a:lnTo>
                    <a:pt x="348996" y="245363"/>
                  </a:lnTo>
                  <a:close/>
                </a:path>
                <a:path w="405764" h="393700">
                  <a:moveTo>
                    <a:pt x="192024" y="345948"/>
                  </a:moveTo>
                  <a:lnTo>
                    <a:pt x="187452" y="341376"/>
                  </a:lnTo>
                  <a:lnTo>
                    <a:pt x="211740" y="327398"/>
                  </a:lnTo>
                  <a:lnTo>
                    <a:pt x="232029" y="312991"/>
                  </a:lnTo>
                  <a:lnTo>
                    <a:pt x="260604" y="283463"/>
                  </a:lnTo>
                  <a:lnTo>
                    <a:pt x="279677" y="231814"/>
                  </a:lnTo>
                  <a:lnTo>
                    <a:pt x="283678" y="189809"/>
                  </a:lnTo>
                  <a:lnTo>
                    <a:pt x="284348" y="169164"/>
                  </a:lnTo>
                  <a:lnTo>
                    <a:pt x="284297" y="143470"/>
                  </a:lnTo>
                  <a:lnTo>
                    <a:pt x="283464" y="118872"/>
                  </a:lnTo>
                  <a:lnTo>
                    <a:pt x="321564" y="137160"/>
                  </a:lnTo>
                  <a:lnTo>
                    <a:pt x="307848" y="149352"/>
                  </a:lnTo>
                  <a:lnTo>
                    <a:pt x="307276" y="183094"/>
                  </a:lnTo>
                  <a:lnTo>
                    <a:pt x="305562" y="211264"/>
                  </a:lnTo>
                  <a:lnTo>
                    <a:pt x="298704" y="251460"/>
                  </a:lnTo>
                  <a:lnTo>
                    <a:pt x="276844" y="291965"/>
                  </a:lnTo>
                  <a:lnTo>
                    <a:pt x="234315" y="326517"/>
                  </a:lnTo>
                  <a:lnTo>
                    <a:pt x="214598" y="336518"/>
                  </a:lnTo>
                  <a:lnTo>
                    <a:pt x="192024" y="345948"/>
                  </a:lnTo>
                  <a:close/>
                </a:path>
                <a:path w="405764" h="393700">
                  <a:moveTo>
                    <a:pt x="158496" y="164592"/>
                  </a:moveTo>
                  <a:lnTo>
                    <a:pt x="158496" y="149352"/>
                  </a:lnTo>
                  <a:lnTo>
                    <a:pt x="182757" y="149352"/>
                  </a:lnTo>
                  <a:lnTo>
                    <a:pt x="182880" y="152400"/>
                  </a:lnTo>
                  <a:lnTo>
                    <a:pt x="158496" y="164592"/>
                  </a:lnTo>
                  <a:close/>
                </a:path>
                <a:path w="405764" h="393700">
                  <a:moveTo>
                    <a:pt x="28956" y="202692"/>
                  </a:moveTo>
                  <a:lnTo>
                    <a:pt x="13716" y="187451"/>
                  </a:lnTo>
                  <a:lnTo>
                    <a:pt x="167640" y="187451"/>
                  </a:lnTo>
                  <a:lnTo>
                    <a:pt x="187452" y="167640"/>
                  </a:lnTo>
                  <a:lnTo>
                    <a:pt x="216408" y="198120"/>
                  </a:lnTo>
                  <a:lnTo>
                    <a:pt x="71628" y="198120"/>
                  </a:lnTo>
                  <a:lnTo>
                    <a:pt x="60459" y="198405"/>
                  </a:lnTo>
                  <a:lnTo>
                    <a:pt x="49720" y="199263"/>
                  </a:lnTo>
                  <a:lnTo>
                    <a:pt x="39266" y="200691"/>
                  </a:lnTo>
                  <a:lnTo>
                    <a:pt x="28956" y="202692"/>
                  </a:lnTo>
                  <a:close/>
                </a:path>
                <a:path w="405764" h="393700">
                  <a:moveTo>
                    <a:pt x="131064" y="330708"/>
                  </a:moveTo>
                  <a:lnTo>
                    <a:pt x="108204" y="330708"/>
                  </a:lnTo>
                  <a:lnTo>
                    <a:pt x="108204" y="198120"/>
                  </a:lnTo>
                  <a:lnTo>
                    <a:pt x="131064" y="198120"/>
                  </a:lnTo>
                  <a:lnTo>
                    <a:pt x="131064" y="259080"/>
                  </a:lnTo>
                  <a:lnTo>
                    <a:pt x="199720" y="259080"/>
                  </a:lnTo>
                  <a:lnTo>
                    <a:pt x="208788" y="269748"/>
                  </a:lnTo>
                  <a:lnTo>
                    <a:pt x="131064" y="269748"/>
                  </a:lnTo>
                  <a:lnTo>
                    <a:pt x="131064" y="330708"/>
                  </a:lnTo>
                  <a:close/>
                </a:path>
                <a:path w="405764" h="393700">
                  <a:moveTo>
                    <a:pt x="4572" y="393192"/>
                  </a:moveTo>
                  <a:lnTo>
                    <a:pt x="0" y="390143"/>
                  </a:lnTo>
                  <a:lnTo>
                    <a:pt x="9715" y="370998"/>
                  </a:lnTo>
                  <a:lnTo>
                    <a:pt x="18288" y="350139"/>
                  </a:lnTo>
                  <a:lnTo>
                    <a:pt x="32004" y="303275"/>
                  </a:lnTo>
                  <a:lnTo>
                    <a:pt x="41148" y="256222"/>
                  </a:lnTo>
                  <a:lnTo>
                    <a:pt x="45720" y="214884"/>
                  </a:lnTo>
                  <a:lnTo>
                    <a:pt x="79248" y="233172"/>
                  </a:lnTo>
                  <a:lnTo>
                    <a:pt x="72937" y="238291"/>
                  </a:lnTo>
                  <a:lnTo>
                    <a:pt x="67627" y="248983"/>
                  </a:lnTo>
                  <a:lnTo>
                    <a:pt x="63166" y="265152"/>
                  </a:lnTo>
                  <a:lnTo>
                    <a:pt x="59436" y="286512"/>
                  </a:lnTo>
                  <a:lnTo>
                    <a:pt x="68269" y="297180"/>
                  </a:lnTo>
                  <a:lnTo>
                    <a:pt x="56388" y="297180"/>
                  </a:lnTo>
                  <a:lnTo>
                    <a:pt x="44648" y="326969"/>
                  </a:lnTo>
                  <a:lnTo>
                    <a:pt x="32194" y="352615"/>
                  </a:lnTo>
                  <a:lnTo>
                    <a:pt x="18883" y="374546"/>
                  </a:lnTo>
                  <a:lnTo>
                    <a:pt x="4572" y="393192"/>
                  </a:lnTo>
                  <a:close/>
                </a:path>
                <a:path w="405764" h="393700">
                  <a:moveTo>
                    <a:pt x="199720" y="259080"/>
                  </a:moveTo>
                  <a:lnTo>
                    <a:pt x="163068" y="259080"/>
                  </a:lnTo>
                  <a:lnTo>
                    <a:pt x="182880" y="239268"/>
                  </a:lnTo>
                  <a:lnTo>
                    <a:pt x="199720" y="259080"/>
                  </a:lnTo>
                  <a:close/>
                </a:path>
                <a:path w="405764" h="393700">
                  <a:moveTo>
                    <a:pt x="379476" y="333756"/>
                  </a:moveTo>
                  <a:lnTo>
                    <a:pt x="374904" y="333756"/>
                  </a:lnTo>
                  <a:lnTo>
                    <a:pt x="371706" y="327398"/>
                  </a:lnTo>
                  <a:lnTo>
                    <a:pt x="365760" y="316992"/>
                  </a:lnTo>
                  <a:lnTo>
                    <a:pt x="356663" y="303585"/>
                  </a:lnTo>
                  <a:lnTo>
                    <a:pt x="343281" y="288607"/>
                  </a:lnTo>
                  <a:lnTo>
                    <a:pt x="325897" y="272200"/>
                  </a:lnTo>
                  <a:lnTo>
                    <a:pt x="304800" y="254508"/>
                  </a:lnTo>
                  <a:lnTo>
                    <a:pt x="307848" y="248412"/>
                  </a:lnTo>
                  <a:lnTo>
                    <a:pt x="360426" y="274891"/>
                  </a:lnTo>
                  <a:lnTo>
                    <a:pt x="387096" y="303275"/>
                  </a:lnTo>
                  <a:lnTo>
                    <a:pt x="387096" y="318516"/>
                  </a:lnTo>
                  <a:lnTo>
                    <a:pt x="384048" y="324612"/>
                  </a:lnTo>
                  <a:lnTo>
                    <a:pt x="382524" y="330708"/>
                  </a:lnTo>
                  <a:lnTo>
                    <a:pt x="379476" y="333756"/>
                  </a:lnTo>
                  <a:close/>
                </a:path>
                <a:path w="405764" h="393700">
                  <a:moveTo>
                    <a:pt x="304990" y="381309"/>
                  </a:moveTo>
                  <a:lnTo>
                    <a:pt x="250698" y="380047"/>
                  </a:lnTo>
                  <a:lnTo>
                    <a:pt x="208978" y="377356"/>
                  </a:lnTo>
                  <a:lnTo>
                    <a:pt x="159019" y="369165"/>
                  </a:lnTo>
                  <a:lnTo>
                    <a:pt x="109728" y="350519"/>
                  </a:lnTo>
                  <a:lnTo>
                    <a:pt x="69865" y="315158"/>
                  </a:lnTo>
                  <a:lnTo>
                    <a:pt x="56388" y="297180"/>
                  </a:lnTo>
                  <a:lnTo>
                    <a:pt x="68269" y="297180"/>
                  </a:lnTo>
                  <a:lnTo>
                    <a:pt x="69413" y="298561"/>
                  </a:lnTo>
                  <a:lnTo>
                    <a:pt x="80962" y="309753"/>
                  </a:lnTo>
                  <a:lnTo>
                    <a:pt x="93940" y="320373"/>
                  </a:lnTo>
                  <a:lnTo>
                    <a:pt x="108204" y="330708"/>
                  </a:lnTo>
                  <a:lnTo>
                    <a:pt x="131064" y="330708"/>
                  </a:lnTo>
                  <a:lnTo>
                    <a:pt x="131064" y="336804"/>
                  </a:lnTo>
                  <a:lnTo>
                    <a:pt x="177927" y="349186"/>
                  </a:lnTo>
                  <a:lnTo>
                    <a:pt x="249936" y="353568"/>
                  </a:lnTo>
                  <a:lnTo>
                    <a:pt x="404616" y="353877"/>
                  </a:lnTo>
                  <a:lnTo>
                    <a:pt x="390501" y="359568"/>
                  </a:lnTo>
                  <a:lnTo>
                    <a:pt x="380047" y="366141"/>
                  </a:lnTo>
                  <a:lnTo>
                    <a:pt x="373880" y="373284"/>
                  </a:lnTo>
                  <a:lnTo>
                    <a:pt x="371856" y="381000"/>
                  </a:lnTo>
                  <a:lnTo>
                    <a:pt x="304990" y="381309"/>
                  </a:lnTo>
                  <a:close/>
                </a:path>
                <a:path w="405764" h="393700">
                  <a:moveTo>
                    <a:pt x="404616" y="353877"/>
                  </a:moveTo>
                  <a:lnTo>
                    <a:pt x="291369" y="353877"/>
                  </a:lnTo>
                  <a:lnTo>
                    <a:pt x="331089" y="352615"/>
                  </a:lnTo>
                  <a:lnTo>
                    <a:pt x="369093" y="349924"/>
                  </a:lnTo>
                  <a:lnTo>
                    <a:pt x="405384" y="345948"/>
                  </a:lnTo>
                  <a:lnTo>
                    <a:pt x="405384" y="353568"/>
                  </a:lnTo>
                  <a:lnTo>
                    <a:pt x="404616" y="35387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37" name="object 37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4032504" y="2369820"/>
              <a:ext cx="153924" cy="179832"/>
            </a:xfrm>
            <a:prstGeom prst="rect">
              <a:avLst/>
            </a:prstGeom>
          </p:spPr>
        </p:pic>
        <p:sp>
          <p:nvSpPr>
            <p:cNvPr id="38" name="object 38"/>
            <p:cNvSpPr/>
            <p:nvPr/>
          </p:nvSpPr>
          <p:spPr>
            <a:xfrm>
              <a:off x="3986784" y="2542031"/>
              <a:ext cx="405765" cy="226060"/>
            </a:xfrm>
            <a:custGeom>
              <a:avLst/>
              <a:gdLst/>
              <a:ahLst/>
              <a:cxnLst/>
              <a:rect l="l" t="t" r="r" b="b"/>
              <a:pathLst>
                <a:path w="405764" h="226060">
                  <a:moveTo>
                    <a:pt x="59436" y="118872"/>
                  </a:moveTo>
                  <a:lnTo>
                    <a:pt x="69413" y="130921"/>
                  </a:lnTo>
                  <a:lnTo>
                    <a:pt x="80962" y="142113"/>
                  </a:lnTo>
                  <a:lnTo>
                    <a:pt x="93940" y="152733"/>
                  </a:lnTo>
                  <a:lnTo>
                    <a:pt x="108204" y="163068"/>
                  </a:lnTo>
                  <a:lnTo>
                    <a:pt x="108204" y="30480"/>
                  </a:lnTo>
                  <a:lnTo>
                    <a:pt x="71628" y="30480"/>
                  </a:lnTo>
                  <a:lnTo>
                    <a:pt x="60459" y="30765"/>
                  </a:lnTo>
                  <a:lnTo>
                    <a:pt x="49720" y="31623"/>
                  </a:lnTo>
                  <a:lnTo>
                    <a:pt x="39266" y="33051"/>
                  </a:lnTo>
                  <a:lnTo>
                    <a:pt x="28956" y="35052"/>
                  </a:lnTo>
                  <a:lnTo>
                    <a:pt x="13716" y="19812"/>
                  </a:lnTo>
                  <a:lnTo>
                    <a:pt x="167640" y="19812"/>
                  </a:lnTo>
                  <a:lnTo>
                    <a:pt x="187452" y="0"/>
                  </a:lnTo>
                  <a:lnTo>
                    <a:pt x="216408" y="30480"/>
                  </a:lnTo>
                  <a:lnTo>
                    <a:pt x="131064" y="30480"/>
                  </a:lnTo>
                  <a:lnTo>
                    <a:pt x="131064" y="91440"/>
                  </a:lnTo>
                  <a:lnTo>
                    <a:pt x="163068" y="91440"/>
                  </a:lnTo>
                  <a:lnTo>
                    <a:pt x="182880" y="71628"/>
                  </a:lnTo>
                  <a:lnTo>
                    <a:pt x="208788" y="102108"/>
                  </a:lnTo>
                  <a:lnTo>
                    <a:pt x="131064" y="102108"/>
                  </a:lnTo>
                  <a:lnTo>
                    <a:pt x="131064" y="169164"/>
                  </a:lnTo>
                  <a:lnTo>
                    <a:pt x="177927" y="181546"/>
                  </a:lnTo>
                  <a:lnTo>
                    <a:pt x="249936" y="185928"/>
                  </a:lnTo>
                  <a:lnTo>
                    <a:pt x="291369" y="186237"/>
                  </a:lnTo>
                  <a:lnTo>
                    <a:pt x="331089" y="184975"/>
                  </a:lnTo>
                  <a:lnTo>
                    <a:pt x="369093" y="182284"/>
                  </a:lnTo>
                  <a:lnTo>
                    <a:pt x="405384" y="178308"/>
                  </a:lnTo>
                  <a:lnTo>
                    <a:pt x="405384" y="185928"/>
                  </a:lnTo>
                  <a:lnTo>
                    <a:pt x="390501" y="191928"/>
                  </a:lnTo>
                  <a:lnTo>
                    <a:pt x="380047" y="198501"/>
                  </a:lnTo>
                  <a:lnTo>
                    <a:pt x="373880" y="205644"/>
                  </a:lnTo>
                  <a:lnTo>
                    <a:pt x="371855" y="213360"/>
                  </a:lnTo>
                  <a:lnTo>
                    <a:pt x="304990" y="213669"/>
                  </a:lnTo>
                  <a:lnTo>
                    <a:pt x="250697" y="212407"/>
                  </a:lnTo>
                  <a:lnTo>
                    <a:pt x="208978" y="209716"/>
                  </a:lnTo>
                  <a:lnTo>
                    <a:pt x="159019" y="201525"/>
                  </a:lnTo>
                  <a:lnTo>
                    <a:pt x="109728" y="182880"/>
                  </a:lnTo>
                  <a:lnTo>
                    <a:pt x="69865" y="147518"/>
                  </a:lnTo>
                  <a:lnTo>
                    <a:pt x="56388" y="129540"/>
                  </a:lnTo>
                  <a:lnTo>
                    <a:pt x="44648" y="159329"/>
                  </a:lnTo>
                  <a:lnTo>
                    <a:pt x="32194" y="184975"/>
                  </a:lnTo>
                  <a:lnTo>
                    <a:pt x="18883" y="206906"/>
                  </a:lnTo>
                  <a:lnTo>
                    <a:pt x="4572" y="225552"/>
                  </a:lnTo>
                  <a:lnTo>
                    <a:pt x="0" y="222504"/>
                  </a:lnTo>
                  <a:lnTo>
                    <a:pt x="9715" y="203358"/>
                  </a:lnTo>
                  <a:lnTo>
                    <a:pt x="18288" y="182499"/>
                  </a:lnTo>
                  <a:lnTo>
                    <a:pt x="32004" y="135636"/>
                  </a:lnTo>
                  <a:lnTo>
                    <a:pt x="41148" y="88582"/>
                  </a:lnTo>
                  <a:lnTo>
                    <a:pt x="45720" y="47244"/>
                  </a:lnTo>
                  <a:lnTo>
                    <a:pt x="79248" y="65532"/>
                  </a:lnTo>
                  <a:lnTo>
                    <a:pt x="72937" y="70651"/>
                  </a:lnTo>
                  <a:lnTo>
                    <a:pt x="67627" y="81343"/>
                  </a:lnTo>
                  <a:lnTo>
                    <a:pt x="63174" y="97464"/>
                  </a:lnTo>
                  <a:lnTo>
                    <a:pt x="59436" y="118872"/>
                  </a:lnTo>
                  <a:close/>
                </a:path>
              </a:pathLst>
            </a:custGeom>
            <a:ln w="1219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" name="object 39"/>
            <p:cNvSpPr/>
            <p:nvPr/>
          </p:nvSpPr>
          <p:spPr>
            <a:xfrm>
              <a:off x="4187952" y="2374392"/>
              <a:ext cx="201295" cy="250190"/>
            </a:xfrm>
            <a:custGeom>
              <a:avLst/>
              <a:gdLst/>
              <a:ahLst/>
              <a:cxnLst/>
              <a:rect l="l" t="t" r="r" b="b"/>
              <a:pathLst>
                <a:path w="201295" h="250189">
                  <a:moveTo>
                    <a:pt x="170687" y="179831"/>
                  </a:moveTo>
                  <a:lnTo>
                    <a:pt x="170926" y="188166"/>
                  </a:lnTo>
                  <a:lnTo>
                    <a:pt x="171449" y="199643"/>
                  </a:lnTo>
                  <a:lnTo>
                    <a:pt x="171973" y="214550"/>
                  </a:lnTo>
                  <a:lnTo>
                    <a:pt x="172211" y="233171"/>
                  </a:lnTo>
                  <a:lnTo>
                    <a:pt x="147827" y="245363"/>
                  </a:lnTo>
                  <a:lnTo>
                    <a:pt x="147827" y="91439"/>
                  </a:lnTo>
                  <a:lnTo>
                    <a:pt x="47243" y="91439"/>
                  </a:lnTo>
                  <a:lnTo>
                    <a:pt x="47243" y="236219"/>
                  </a:lnTo>
                  <a:lnTo>
                    <a:pt x="22859" y="249935"/>
                  </a:lnTo>
                  <a:lnTo>
                    <a:pt x="23741" y="230766"/>
                  </a:lnTo>
                  <a:lnTo>
                    <a:pt x="24193" y="209740"/>
                  </a:lnTo>
                  <a:lnTo>
                    <a:pt x="24360" y="186713"/>
                  </a:lnTo>
                  <a:lnTo>
                    <a:pt x="24383" y="161543"/>
                  </a:lnTo>
                  <a:lnTo>
                    <a:pt x="24360" y="135207"/>
                  </a:lnTo>
                  <a:lnTo>
                    <a:pt x="24193" y="110870"/>
                  </a:lnTo>
                  <a:lnTo>
                    <a:pt x="23741" y="88249"/>
                  </a:lnTo>
                  <a:lnTo>
                    <a:pt x="22859" y="67055"/>
                  </a:lnTo>
                  <a:lnTo>
                    <a:pt x="47243" y="82295"/>
                  </a:lnTo>
                  <a:lnTo>
                    <a:pt x="70103" y="82295"/>
                  </a:lnTo>
                  <a:lnTo>
                    <a:pt x="73247" y="68865"/>
                  </a:lnTo>
                  <a:lnTo>
                    <a:pt x="75818" y="56006"/>
                  </a:lnTo>
                  <a:lnTo>
                    <a:pt x="77819" y="43719"/>
                  </a:lnTo>
                  <a:lnTo>
                    <a:pt x="79247" y="32003"/>
                  </a:lnTo>
                  <a:lnTo>
                    <a:pt x="57911" y="32003"/>
                  </a:lnTo>
                  <a:lnTo>
                    <a:pt x="46767" y="32289"/>
                  </a:lnTo>
                  <a:lnTo>
                    <a:pt x="36194" y="33146"/>
                  </a:lnTo>
                  <a:lnTo>
                    <a:pt x="26193" y="34575"/>
                  </a:lnTo>
                  <a:lnTo>
                    <a:pt x="16763" y="36575"/>
                  </a:lnTo>
                  <a:lnTo>
                    <a:pt x="0" y="21335"/>
                  </a:lnTo>
                  <a:lnTo>
                    <a:pt x="152399" y="21335"/>
                  </a:lnTo>
                  <a:lnTo>
                    <a:pt x="172211" y="0"/>
                  </a:lnTo>
                  <a:lnTo>
                    <a:pt x="201167" y="32003"/>
                  </a:lnTo>
                  <a:lnTo>
                    <a:pt x="108203" y="32003"/>
                  </a:lnTo>
                  <a:lnTo>
                    <a:pt x="103893" y="38576"/>
                  </a:lnTo>
                  <a:lnTo>
                    <a:pt x="97726" y="49148"/>
                  </a:lnTo>
                  <a:lnTo>
                    <a:pt x="89558" y="63722"/>
                  </a:lnTo>
                  <a:lnTo>
                    <a:pt x="79247" y="82295"/>
                  </a:lnTo>
                  <a:lnTo>
                    <a:pt x="144779" y="82295"/>
                  </a:lnTo>
                  <a:lnTo>
                    <a:pt x="156971" y="65531"/>
                  </a:lnTo>
                  <a:lnTo>
                    <a:pt x="182879" y="85343"/>
                  </a:lnTo>
                  <a:lnTo>
                    <a:pt x="170687" y="96011"/>
                  </a:lnTo>
                  <a:lnTo>
                    <a:pt x="170687" y="179831"/>
                  </a:lnTo>
                  <a:close/>
                </a:path>
              </a:pathLst>
            </a:custGeom>
            <a:ln w="1219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40" name="object 40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4168140" y="2487168"/>
              <a:ext cx="211835" cy="239268"/>
            </a:xfrm>
            <a:prstGeom prst="rect">
              <a:avLst/>
            </a:prstGeom>
          </p:spPr>
        </p:pic>
      </p:grpSp>
      <p:pic>
        <p:nvPicPr>
          <p:cNvPr id="41" name="object 41"/>
          <p:cNvPicPr/>
          <p:nvPr/>
        </p:nvPicPr>
        <p:blipFill>
          <a:blip r:embed="rId9" cstate="print"/>
          <a:stretch>
            <a:fillRect/>
          </a:stretch>
        </p:blipFill>
        <p:spPr>
          <a:xfrm>
            <a:off x="4474464" y="2569464"/>
            <a:ext cx="64008" cy="164592"/>
          </a:xfrm>
          <a:prstGeom prst="rect">
            <a:avLst/>
          </a:prstGeom>
        </p:spPr>
      </p:pic>
      <p:sp>
        <p:nvSpPr>
          <p:cNvPr id="42" name="object 42"/>
          <p:cNvSpPr/>
          <p:nvPr/>
        </p:nvSpPr>
        <p:spPr>
          <a:xfrm>
            <a:off x="1751075" y="3195827"/>
            <a:ext cx="155575" cy="155575"/>
          </a:xfrm>
          <a:custGeom>
            <a:avLst/>
            <a:gdLst/>
            <a:ahLst/>
            <a:cxnLst/>
            <a:rect l="l" t="t" r="r" b="b"/>
            <a:pathLst>
              <a:path w="155575" h="155575">
                <a:moveTo>
                  <a:pt x="155448" y="155448"/>
                </a:moveTo>
                <a:lnTo>
                  <a:pt x="0" y="155448"/>
                </a:lnTo>
                <a:lnTo>
                  <a:pt x="0" y="0"/>
                </a:lnTo>
                <a:lnTo>
                  <a:pt x="155448" y="0"/>
                </a:lnTo>
                <a:lnTo>
                  <a:pt x="155448" y="155448"/>
                </a:lnTo>
                <a:close/>
              </a:path>
            </a:pathLst>
          </a:custGeom>
          <a:solidFill>
            <a:srgbClr val="3333C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" name="object 43"/>
          <p:cNvSpPr/>
          <p:nvPr/>
        </p:nvSpPr>
        <p:spPr>
          <a:xfrm>
            <a:off x="2125980" y="3003803"/>
            <a:ext cx="841375" cy="410209"/>
          </a:xfrm>
          <a:custGeom>
            <a:avLst/>
            <a:gdLst/>
            <a:ahLst/>
            <a:cxnLst/>
            <a:rect l="l" t="t" r="r" b="b"/>
            <a:pathLst>
              <a:path w="841375" h="410210">
                <a:moveTo>
                  <a:pt x="156959" y="329184"/>
                </a:moveTo>
                <a:lnTo>
                  <a:pt x="155435" y="321564"/>
                </a:lnTo>
                <a:lnTo>
                  <a:pt x="99123" y="335572"/>
                </a:lnTo>
                <a:lnTo>
                  <a:pt x="55803" y="345567"/>
                </a:lnTo>
                <a:lnTo>
                  <a:pt x="25349" y="351574"/>
                </a:lnTo>
                <a:lnTo>
                  <a:pt x="7607" y="353568"/>
                </a:lnTo>
                <a:lnTo>
                  <a:pt x="25895" y="388620"/>
                </a:lnTo>
                <a:lnTo>
                  <a:pt x="38455" y="378904"/>
                </a:lnTo>
                <a:lnTo>
                  <a:pt x="64566" y="365760"/>
                </a:lnTo>
                <a:lnTo>
                  <a:pt x="104127" y="349186"/>
                </a:lnTo>
                <a:lnTo>
                  <a:pt x="156959" y="329184"/>
                </a:lnTo>
                <a:close/>
              </a:path>
              <a:path w="841375" h="410210">
                <a:moveTo>
                  <a:pt x="166103" y="114300"/>
                </a:moveTo>
                <a:lnTo>
                  <a:pt x="135623" y="91440"/>
                </a:lnTo>
                <a:lnTo>
                  <a:pt x="127609" y="108546"/>
                </a:lnTo>
                <a:lnTo>
                  <a:pt x="119430" y="125349"/>
                </a:lnTo>
                <a:lnTo>
                  <a:pt x="110985" y="141592"/>
                </a:lnTo>
                <a:lnTo>
                  <a:pt x="102095" y="156972"/>
                </a:lnTo>
                <a:lnTo>
                  <a:pt x="24371" y="161544"/>
                </a:lnTo>
                <a:lnTo>
                  <a:pt x="41732" y="135280"/>
                </a:lnTo>
                <a:lnTo>
                  <a:pt x="59232" y="106870"/>
                </a:lnTo>
                <a:lnTo>
                  <a:pt x="76454" y="76466"/>
                </a:lnTo>
                <a:lnTo>
                  <a:pt x="92951" y="44196"/>
                </a:lnTo>
                <a:lnTo>
                  <a:pt x="108191" y="33528"/>
                </a:lnTo>
                <a:lnTo>
                  <a:pt x="74676" y="12192"/>
                </a:lnTo>
                <a:lnTo>
                  <a:pt x="68122" y="36220"/>
                </a:lnTo>
                <a:lnTo>
                  <a:pt x="59994" y="60388"/>
                </a:lnTo>
                <a:lnTo>
                  <a:pt x="39624" y="109728"/>
                </a:lnTo>
                <a:lnTo>
                  <a:pt x="16941" y="147447"/>
                </a:lnTo>
                <a:lnTo>
                  <a:pt x="0" y="160020"/>
                </a:lnTo>
                <a:lnTo>
                  <a:pt x="15227" y="190500"/>
                </a:lnTo>
                <a:lnTo>
                  <a:pt x="27825" y="183934"/>
                </a:lnTo>
                <a:lnTo>
                  <a:pt x="45135" y="177927"/>
                </a:lnTo>
                <a:lnTo>
                  <a:pt x="67310" y="172504"/>
                </a:lnTo>
                <a:lnTo>
                  <a:pt x="94488" y="167640"/>
                </a:lnTo>
                <a:lnTo>
                  <a:pt x="75603" y="194767"/>
                </a:lnTo>
                <a:lnTo>
                  <a:pt x="59994" y="216598"/>
                </a:lnTo>
                <a:lnTo>
                  <a:pt x="47548" y="233006"/>
                </a:lnTo>
                <a:lnTo>
                  <a:pt x="38100" y="243840"/>
                </a:lnTo>
                <a:lnTo>
                  <a:pt x="31254" y="251866"/>
                </a:lnTo>
                <a:lnTo>
                  <a:pt x="24561" y="257746"/>
                </a:lnTo>
                <a:lnTo>
                  <a:pt x="18161" y="261632"/>
                </a:lnTo>
                <a:lnTo>
                  <a:pt x="12179" y="263652"/>
                </a:lnTo>
                <a:lnTo>
                  <a:pt x="28943" y="298704"/>
                </a:lnTo>
                <a:lnTo>
                  <a:pt x="66662" y="280276"/>
                </a:lnTo>
                <a:lnTo>
                  <a:pt x="119049" y="264985"/>
                </a:lnTo>
                <a:lnTo>
                  <a:pt x="150863" y="259080"/>
                </a:lnTo>
                <a:lnTo>
                  <a:pt x="150863" y="251460"/>
                </a:lnTo>
                <a:lnTo>
                  <a:pt x="39624" y="263652"/>
                </a:lnTo>
                <a:lnTo>
                  <a:pt x="70497" y="228244"/>
                </a:lnTo>
                <a:lnTo>
                  <a:pt x="99237" y="192976"/>
                </a:lnTo>
                <a:lnTo>
                  <a:pt x="118618" y="167640"/>
                </a:lnTo>
                <a:lnTo>
                  <a:pt x="123278" y="161544"/>
                </a:lnTo>
                <a:lnTo>
                  <a:pt x="125984" y="158000"/>
                </a:lnTo>
                <a:lnTo>
                  <a:pt x="150863" y="123444"/>
                </a:lnTo>
                <a:lnTo>
                  <a:pt x="166103" y="114300"/>
                </a:lnTo>
                <a:close/>
              </a:path>
              <a:path w="841375" h="410210">
                <a:moveTo>
                  <a:pt x="335280" y="188976"/>
                </a:moveTo>
                <a:lnTo>
                  <a:pt x="307848" y="156972"/>
                </a:lnTo>
                <a:lnTo>
                  <a:pt x="289560" y="178308"/>
                </a:lnTo>
                <a:lnTo>
                  <a:pt x="181343" y="178308"/>
                </a:lnTo>
                <a:lnTo>
                  <a:pt x="198107" y="193548"/>
                </a:lnTo>
                <a:lnTo>
                  <a:pt x="206971" y="191554"/>
                </a:lnTo>
                <a:lnTo>
                  <a:pt x="215252" y="190119"/>
                </a:lnTo>
                <a:lnTo>
                  <a:pt x="222973" y="189268"/>
                </a:lnTo>
                <a:lnTo>
                  <a:pt x="230111" y="188976"/>
                </a:lnTo>
                <a:lnTo>
                  <a:pt x="335280" y="188976"/>
                </a:lnTo>
                <a:close/>
              </a:path>
              <a:path w="841375" h="410210">
                <a:moveTo>
                  <a:pt x="353568" y="256032"/>
                </a:moveTo>
                <a:lnTo>
                  <a:pt x="347065" y="249936"/>
                </a:lnTo>
                <a:lnTo>
                  <a:pt x="329184" y="233172"/>
                </a:lnTo>
                <a:lnTo>
                  <a:pt x="315468" y="246888"/>
                </a:lnTo>
                <a:lnTo>
                  <a:pt x="315468" y="260604"/>
                </a:lnTo>
                <a:lnTo>
                  <a:pt x="315468" y="359664"/>
                </a:lnTo>
                <a:lnTo>
                  <a:pt x="195059" y="359664"/>
                </a:lnTo>
                <a:lnTo>
                  <a:pt x="195059" y="260604"/>
                </a:lnTo>
                <a:lnTo>
                  <a:pt x="315468" y="260604"/>
                </a:lnTo>
                <a:lnTo>
                  <a:pt x="315468" y="246888"/>
                </a:lnTo>
                <a:lnTo>
                  <a:pt x="312420" y="249936"/>
                </a:lnTo>
                <a:lnTo>
                  <a:pt x="195059" y="249936"/>
                </a:lnTo>
                <a:lnTo>
                  <a:pt x="172199" y="236220"/>
                </a:lnTo>
                <a:lnTo>
                  <a:pt x="172389" y="251866"/>
                </a:lnTo>
                <a:lnTo>
                  <a:pt x="172491" y="259080"/>
                </a:lnTo>
                <a:lnTo>
                  <a:pt x="173494" y="300520"/>
                </a:lnTo>
                <a:lnTo>
                  <a:pt x="173710" y="321564"/>
                </a:lnTo>
                <a:lnTo>
                  <a:pt x="173596" y="335572"/>
                </a:lnTo>
                <a:lnTo>
                  <a:pt x="173494" y="345668"/>
                </a:lnTo>
                <a:lnTo>
                  <a:pt x="172453" y="388620"/>
                </a:lnTo>
                <a:lnTo>
                  <a:pt x="172199" y="409956"/>
                </a:lnTo>
                <a:lnTo>
                  <a:pt x="195059" y="399288"/>
                </a:lnTo>
                <a:lnTo>
                  <a:pt x="195059" y="370332"/>
                </a:lnTo>
                <a:lnTo>
                  <a:pt x="315468" y="370332"/>
                </a:lnTo>
                <a:lnTo>
                  <a:pt x="315468" y="406908"/>
                </a:lnTo>
                <a:lnTo>
                  <a:pt x="339852" y="394716"/>
                </a:lnTo>
                <a:lnTo>
                  <a:pt x="338963" y="382714"/>
                </a:lnTo>
                <a:lnTo>
                  <a:pt x="338518" y="371856"/>
                </a:lnTo>
                <a:lnTo>
                  <a:pt x="338480" y="370332"/>
                </a:lnTo>
                <a:lnTo>
                  <a:pt x="338404" y="365760"/>
                </a:lnTo>
                <a:lnTo>
                  <a:pt x="338340" y="359664"/>
                </a:lnTo>
                <a:lnTo>
                  <a:pt x="338328" y="266700"/>
                </a:lnTo>
                <a:lnTo>
                  <a:pt x="347027" y="260604"/>
                </a:lnTo>
                <a:lnTo>
                  <a:pt x="353568" y="256032"/>
                </a:lnTo>
                <a:close/>
              </a:path>
              <a:path w="841375" h="410210">
                <a:moveTo>
                  <a:pt x="408432" y="164592"/>
                </a:moveTo>
                <a:lnTo>
                  <a:pt x="360616" y="142875"/>
                </a:lnTo>
                <a:lnTo>
                  <a:pt x="323088" y="114300"/>
                </a:lnTo>
                <a:lnTo>
                  <a:pt x="289941" y="77914"/>
                </a:lnTo>
                <a:lnTo>
                  <a:pt x="265290" y="39624"/>
                </a:lnTo>
                <a:lnTo>
                  <a:pt x="259067" y="28956"/>
                </a:lnTo>
                <a:lnTo>
                  <a:pt x="274320" y="18288"/>
                </a:lnTo>
                <a:lnTo>
                  <a:pt x="236207" y="0"/>
                </a:lnTo>
                <a:lnTo>
                  <a:pt x="227330" y="32270"/>
                </a:lnTo>
                <a:lnTo>
                  <a:pt x="216585" y="62674"/>
                </a:lnTo>
                <a:lnTo>
                  <a:pt x="188963" y="117348"/>
                </a:lnTo>
                <a:lnTo>
                  <a:pt x="157911" y="164020"/>
                </a:lnTo>
                <a:lnTo>
                  <a:pt x="123431" y="202692"/>
                </a:lnTo>
                <a:lnTo>
                  <a:pt x="126479" y="208788"/>
                </a:lnTo>
                <a:lnTo>
                  <a:pt x="165150" y="174688"/>
                </a:lnTo>
                <a:lnTo>
                  <a:pt x="198107" y="137160"/>
                </a:lnTo>
                <a:lnTo>
                  <a:pt x="227825" y="92392"/>
                </a:lnTo>
                <a:lnTo>
                  <a:pt x="252971" y="39624"/>
                </a:lnTo>
                <a:lnTo>
                  <a:pt x="263601" y="61683"/>
                </a:lnTo>
                <a:lnTo>
                  <a:pt x="287693" y="101777"/>
                </a:lnTo>
                <a:lnTo>
                  <a:pt x="316585" y="138379"/>
                </a:lnTo>
                <a:lnTo>
                  <a:pt x="352539" y="172046"/>
                </a:lnTo>
                <a:lnTo>
                  <a:pt x="373380" y="187452"/>
                </a:lnTo>
                <a:lnTo>
                  <a:pt x="379069" y="179451"/>
                </a:lnTo>
                <a:lnTo>
                  <a:pt x="386905" y="173736"/>
                </a:lnTo>
                <a:lnTo>
                  <a:pt x="396735" y="170307"/>
                </a:lnTo>
                <a:lnTo>
                  <a:pt x="408432" y="169164"/>
                </a:lnTo>
                <a:lnTo>
                  <a:pt x="408432" y="164592"/>
                </a:lnTo>
                <a:close/>
              </a:path>
              <a:path w="841375" h="410210">
                <a:moveTo>
                  <a:pt x="669023" y="44196"/>
                </a:moveTo>
                <a:lnTo>
                  <a:pt x="633310" y="12941"/>
                </a:lnTo>
                <a:lnTo>
                  <a:pt x="618731" y="4572"/>
                </a:lnTo>
                <a:lnTo>
                  <a:pt x="614159" y="7620"/>
                </a:lnTo>
                <a:lnTo>
                  <a:pt x="624471" y="22174"/>
                </a:lnTo>
                <a:lnTo>
                  <a:pt x="632637" y="36004"/>
                </a:lnTo>
                <a:lnTo>
                  <a:pt x="638810" y="48983"/>
                </a:lnTo>
                <a:lnTo>
                  <a:pt x="643115" y="60960"/>
                </a:lnTo>
                <a:lnTo>
                  <a:pt x="643115" y="70104"/>
                </a:lnTo>
                <a:lnTo>
                  <a:pt x="646163" y="76200"/>
                </a:lnTo>
                <a:lnTo>
                  <a:pt x="652259" y="76200"/>
                </a:lnTo>
                <a:lnTo>
                  <a:pt x="661403" y="67056"/>
                </a:lnTo>
                <a:lnTo>
                  <a:pt x="665975" y="60960"/>
                </a:lnTo>
                <a:lnTo>
                  <a:pt x="669023" y="54864"/>
                </a:lnTo>
                <a:lnTo>
                  <a:pt x="669023" y="44196"/>
                </a:lnTo>
                <a:close/>
              </a:path>
              <a:path w="841375" h="410210">
                <a:moveTo>
                  <a:pt x="833615" y="96012"/>
                </a:moveTo>
                <a:lnTo>
                  <a:pt x="829678" y="91440"/>
                </a:lnTo>
                <a:lnTo>
                  <a:pt x="820458" y="80772"/>
                </a:lnTo>
                <a:lnTo>
                  <a:pt x="804659" y="62484"/>
                </a:lnTo>
                <a:lnTo>
                  <a:pt x="784847" y="80772"/>
                </a:lnTo>
                <a:lnTo>
                  <a:pt x="512051" y="80772"/>
                </a:lnTo>
                <a:lnTo>
                  <a:pt x="512051" y="57912"/>
                </a:lnTo>
                <a:lnTo>
                  <a:pt x="504431" y="57912"/>
                </a:lnTo>
                <a:lnTo>
                  <a:pt x="488365" y="104851"/>
                </a:lnTo>
                <a:lnTo>
                  <a:pt x="470903" y="121920"/>
                </a:lnTo>
                <a:lnTo>
                  <a:pt x="466331" y="128016"/>
                </a:lnTo>
                <a:lnTo>
                  <a:pt x="466331" y="134112"/>
                </a:lnTo>
                <a:lnTo>
                  <a:pt x="469379" y="137160"/>
                </a:lnTo>
                <a:lnTo>
                  <a:pt x="472427" y="138684"/>
                </a:lnTo>
                <a:lnTo>
                  <a:pt x="476999" y="141732"/>
                </a:lnTo>
                <a:lnTo>
                  <a:pt x="481571" y="143256"/>
                </a:lnTo>
                <a:lnTo>
                  <a:pt x="489191" y="143256"/>
                </a:lnTo>
                <a:lnTo>
                  <a:pt x="512343" y="109728"/>
                </a:lnTo>
                <a:lnTo>
                  <a:pt x="512051" y="91440"/>
                </a:lnTo>
                <a:lnTo>
                  <a:pt x="787895" y="91440"/>
                </a:lnTo>
                <a:lnTo>
                  <a:pt x="766559" y="135636"/>
                </a:lnTo>
                <a:lnTo>
                  <a:pt x="771131" y="138684"/>
                </a:lnTo>
                <a:lnTo>
                  <a:pt x="789470" y="120446"/>
                </a:lnTo>
                <a:lnTo>
                  <a:pt x="805802" y="107061"/>
                </a:lnTo>
                <a:lnTo>
                  <a:pt x="820432" y="98831"/>
                </a:lnTo>
                <a:lnTo>
                  <a:pt x="833615" y="96012"/>
                </a:lnTo>
                <a:close/>
              </a:path>
              <a:path w="841375" h="410210">
                <a:moveTo>
                  <a:pt x="841235" y="364236"/>
                </a:moveTo>
                <a:lnTo>
                  <a:pt x="821258" y="366242"/>
                </a:lnTo>
                <a:lnTo>
                  <a:pt x="800277" y="367665"/>
                </a:lnTo>
                <a:lnTo>
                  <a:pt x="778446" y="368528"/>
                </a:lnTo>
                <a:lnTo>
                  <a:pt x="731888" y="369125"/>
                </a:lnTo>
                <a:lnTo>
                  <a:pt x="707885" y="367855"/>
                </a:lnTo>
                <a:lnTo>
                  <a:pt x="683882" y="365175"/>
                </a:lnTo>
                <a:lnTo>
                  <a:pt x="659879" y="361188"/>
                </a:lnTo>
                <a:lnTo>
                  <a:pt x="659879" y="353568"/>
                </a:lnTo>
                <a:lnTo>
                  <a:pt x="659879" y="271272"/>
                </a:lnTo>
                <a:lnTo>
                  <a:pt x="793991" y="271272"/>
                </a:lnTo>
                <a:lnTo>
                  <a:pt x="783323" y="260604"/>
                </a:lnTo>
                <a:lnTo>
                  <a:pt x="760463" y="237744"/>
                </a:lnTo>
                <a:lnTo>
                  <a:pt x="737603" y="260604"/>
                </a:lnTo>
                <a:lnTo>
                  <a:pt x="659879" y="260604"/>
                </a:lnTo>
                <a:lnTo>
                  <a:pt x="659879" y="175260"/>
                </a:lnTo>
                <a:lnTo>
                  <a:pt x="810755" y="175260"/>
                </a:lnTo>
                <a:lnTo>
                  <a:pt x="775703" y="140208"/>
                </a:lnTo>
                <a:lnTo>
                  <a:pt x="751319" y="164592"/>
                </a:lnTo>
                <a:lnTo>
                  <a:pt x="480047" y="164592"/>
                </a:lnTo>
                <a:lnTo>
                  <a:pt x="496811" y="179832"/>
                </a:lnTo>
                <a:lnTo>
                  <a:pt x="506247" y="177838"/>
                </a:lnTo>
                <a:lnTo>
                  <a:pt x="516242" y="176403"/>
                </a:lnTo>
                <a:lnTo>
                  <a:pt x="526821" y="175552"/>
                </a:lnTo>
                <a:lnTo>
                  <a:pt x="537959" y="175260"/>
                </a:lnTo>
                <a:lnTo>
                  <a:pt x="635495" y="175260"/>
                </a:lnTo>
                <a:lnTo>
                  <a:pt x="635495" y="353568"/>
                </a:lnTo>
                <a:lnTo>
                  <a:pt x="624954" y="349554"/>
                </a:lnTo>
                <a:lnTo>
                  <a:pt x="591299" y="329184"/>
                </a:lnTo>
                <a:lnTo>
                  <a:pt x="561086" y="296608"/>
                </a:lnTo>
                <a:lnTo>
                  <a:pt x="558228" y="292608"/>
                </a:lnTo>
                <a:lnTo>
                  <a:pt x="551675" y="283464"/>
                </a:lnTo>
                <a:lnTo>
                  <a:pt x="556437" y="264033"/>
                </a:lnTo>
                <a:lnTo>
                  <a:pt x="559181" y="253466"/>
                </a:lnTo>
                <a:lnTo>
                  <a:pt x="562343" y="242316"/>
                </a:lnTo>
                <a:lnTo>
                  <a:pt x="576059" y="230124"/>
                </a:lnTo>
                <a:lnTo>
                  <a:pt x="534911" y="210312"/>
                </a:lnTo>
                <a:lnTo>
                  <a:pt x="529564" y="258318"/>
                </a:lnTo>
                <a:lnTo>
                  <a:pt x="517956" y="307657"/>
                </a:lnTo>
                <a:lnTo>
                  <a:pt x="493763" y="356717"/>
                </a:lnTo>
                <a:lnTo>
                  <a:pt x="468706" y="388620"/>
                </a:lnTo>
                <a:lnTo>
                  <a:pt x="452615" y="403860"/>
                </a:lnTo>
                <a:lnTo>
                  <a:pt x="455663" y="409956"/>
                </a:lnTo>
                <a:lnTo>
                  <a:pt x="489762" y="384048"/>
                </a:lnTo>
                <a:lnTo>
                  <a:pt x="523341" y="344690"/>
                </a:lnTo>
                <a:lnTo>
                  <a:pt x="548627" y="292608"/>
                </a:lnTo>
                <a:lnTo>
                  <a:pt x="560324" y="311162"/>
                </a:lnTo>
                <a:lnTo>
                  <a:pt x="584847" y="342544"/>
                </a:lnTo>
                <a:lnTo>
                  <a:pt x="629208" y="375285"/>
                </a:lnTo>
                <a:lnTo>
                  <a:pt x="669023" y="388620"/>
                </a:lnTo>
                <a:lnTo>
                  <a:pt x="725411" y="395668"/>
                </a:lnTo>
                <a:lnTo>
                  <a:pt x="804659" y="399288"/>
                </a:lnTo>
                <a:lnTo>
                  <a:pt x="809523" y="389001"/>
                </a:lnTo>
                <a:lnTo>
                  <a:pt x="817232" y="381000"/>
                </a:lnTo>
                <a:lnTo>
                  <a:pt x="827811" y="375285"/>
                </a:lnTo>
                <a:lnTo>
                  <a:pt x="841235" y="371856"/>
                </a:lnTo>
                <a:lnTo>
                  <a:pt x="841235" y="369125"/>
                </a:lnTo>
                <a:lnTo>
                  <a:pt x="841235" y="36423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" name="object 44"/>
          <p:cNvSpPr/>
          <p:nvPr/>
        </p:nvSpPr>
        <p:spPr>
          <a:xfrm>
            <a:off x="3020555" y="3003803"/>
            <a:ext cx="1290955" cy="411480"/>
          </a:xfrm>
          <a:custGeom>
            <a:avLst/>
            <a:gdLst/>
            <a:ahLst/>
            <a:cxnLst/>
            <a:rect l="l" t="t" r="r" b="b"/>
            <a:pathLst>
              <a:path w="1290954" h="411479">
                <a:moveTo>
                  <a:pt x="396240" y="192024"/>
                </a:moveTo>
                <a:lnTo>
                  <a:pt x="358140" y="153924"/>
                </a:lnTo>
                <a:lnTo>
                  <a:pt x="323088" y="181356"/>
                </a:lnTo>
                <a:lnTo>
                  <a:pt x="0" y="181356"/>
                </a:lnTo>
                <a:lnTo>
                  <a:pt x="15240" y="198120"/>
                </a:lnTo>
                <a:lnTo>
                  <a:pt x="25844" y="195249"/>
                </a:lnTo>
                <a:lnTo>
                  <a:pt x="37147" y="193357"/>
                </a:lnTo>
                <a:lnTo>
                  <a:pt x="49326" y="192341"/>
                </a:lnTo>
                <a:lnTo>
                  <a:pt x="62484" y="192024"/>
                </a:lnTo>
                <a:lnTo>
                  <a:pt x="396240" y="192024"/>
                </a:lnTo>
                <a:close/>
              </a:path>
              <a:path w="1290954" h="411479">
                <a:moveTo>
                  <a:pt x="669048" y="147828"/>
                </a:moveTo>
                <a:lnTo>
                  <a:pt x="627900" y="124968"/>
                </a:lnTo>
                <a:lnTo>
                  <a:pt x="628129" y="145859"/>
                </a:lnTo>
                <a:lnTo>
                  <a:pt x="629183" y="183057"/>
                </a:lnTo>
                <a:lnTo>
                  <a:pt x="629297" y="191262"/>
                </a:lnTo>
                <a:lnTo>
                  <a:pt x="629183" y="330479"/>
                </a:lnTo>
                <a:lnTo>
                  <a:pt x="628662" y="352425"/>
                </a:lnTo>
                <a:lnTo>
                  <a:pt x="628129" y="379526"/>
                </a:lnTo>
                <a:lnTo>
                  <a:pt x="627900" y="411480"/>
                </a:lnTo>
                <a:lnTo>
                  <a:pt x="656856" y="394716"/>
                </a:lnTo>
                <a:lnTo>
                  <a:pt x="655967" y="377888"/>
                </a:lnTo>
                <a:lnTo>
                  <a:pt x="655523" y="361759"/>
                </a:lnTo>
                <a:lnTo>
                  <a:pt x="655408" y="352425"/>
                </a:lnTo>
                <a:lnTo>
                  <a:pt x="655332" y="156972"/>
                </a:lnTo>
                <a:lnTo>
                  <a:pt x="669048" y="147828"/>
                </a:lnTo>
                <a:close/>
              </a:path>
              <a:path w="1290954" h="411479">
                <a:moveTo>
                  <a:pt x="845832" y="179832"/>
                </a:moveTo>
                <a:lnTo>
                  <a:pt x="798207" y="165925"/>
                </a:lnTo>
                <a:lnTo>
                  <a:pt x="748296" y="137160"/>
                </a:lnTo>
                <a:lnTo>
                  <a:pt x="697623" y="92964"/>
                </a:lnTo>
                <a:lnTo>
                  <a:pt x="656920" y="41148"/>
                </a:lnTo>
                <a:lnTo>
                  <a:pt x="649236" y="30480"/>
                </a:lnTo>
                <a:lnTo>
                  <a:pt x="666000" y="19812"/>
                </a:lnTo>
                <a:lnTo>
                  <a:pt x="629424" y="0"/>
                </a:lnTo>
                <a:lnTo>
                  <a:pt x="618299" y="27127"/>
                </a:lnTo>
                <a:lnTo>
                  <a:pt x="603326" y="55816"/>
                </a:lnTo>
                <a:lnTo>
                  <a:pt x="562368" y="117348"/>
                </a:lnTo>
                <a:lnTo>
                  <a:pt x="535762" y="147637"/>
                </a:lnTo>
                <a:lnTo>
                  <a:pt x="506171" y="174498"/>
                </a:lnTo>
                <a:lnTo>
                  <a:pt x="473417" y="197929"/>
                </a:lnTo>
                <a:lnTo>
                  <a:pt x="437400" y="217932"/>
                </a:lnTo>
                <a:lnTo>
                  <a:pt x="438924" y="225552"/>
                </a:lnTo>
                <a:lnTo>
                  <a:pt x="474662" y="208978"/>
                </a:lnTo>
                <a:lnTo>
                  <a:pt x="534720" y="172402"/>
                </a:lnTo>
                <a:lnTo>
                  <a:pt x="581863" y="129882"/>
                </a:lnTo>
                <a:lnTo>
                  <a:pt x="624674" y="73964"/>
                </a:lnTo>
                <a:lnTo>
                  <a:pt x="644664" y="41148"/>
                </a:lnTo>
                <a:lnTo>
                  <a:pt x="662952" y="71678"/>
                </a:lnTo>
                <a:lnTo>
                  <a:pt x="699528" y="123024"/>
                </a:lnTo>
                <a:lnTo>
                  <a:pt x="736981" y="162102"/>
                </a:lnTo>
                <a:lnTo>
                  <a:pt x="781037" y="195770"/>
                </a:lnTo>
                <a:lnTo>
                  <a:pt x="806208" y="210312"/>
                </a:lnTo>
                <a:lnTo>
                  <a:pt x="813041" y="201168"/>
                </a:lnTo>
                <a:lnTo>
                  <a:pt x="822020" y="194310"/>
                </a:lnTo>
                <a:lnTo>
                  <a:pt x="832993" y="189738"/>
                </a:lnTo>
                <a:lnTo>
                  <a:pt x="845832" y="187452"/>
                </a:lnTo>
                <a:lnTo>
                  <a:pt x="845832" y="179832"/>
                </a:lnTo>
                <a:close/>
              </a:path>
              <a:path w="1290954" h="411479">
                <a:moveTo>
                  <a:pt x="1036320" y="25908"/>
                </a:moveTo>
                <a:lnTo>
                  <a:pt x="996696" y="1524"/>
                </a:lnTo>
                <a:lnTo>
                  <a:pt x="989825" y="27800"/>
                </a:lnTo>
                <a:lnTo>
                  <a:pt x="980503" y="56197"/>
                </a:lnTo>
                <a:lnTo>
                  <a:pt x="954024" y="118872"/>
                </a:lnTo>
                <a:lnTo>
                  <a:pt x="920915" y="182841"/>
                </a:lnTo>
                <a:lnTo>
                  <a:pt x="880872" y="242316"/>
                </a:lnTo>
                <a:lnTo>
                  <a:pt x="883920" y="248412"/>
                </a:lnTo>
                <a:lnTo>
                  <a:pt x="902233" y="229793"/>
                </a:lnTo>
                <a:lnTo>
                  <a:pt x="920686" y="208026"/>
                </a:lnTo>
                <a:lnTo>
                  <a:pt x="939393" y="182880"/>
                </a:lnTo>
                <a:lnTo>
                  <a:pt x="958596" y="153924"/>
                </a:lnTo>
                <a:lnTo>
                  <a:pt x="958481" y="346100"/>
                </a:lnTo>
                <a:lnTo>
                  <a:pt x="958405" y="355473"/>
                </a:lnTo>
                <a:lnTo>
                  <a:pt x="957961" y="381482"/>
                </a:lnTo>
                <a:lnTo>
                  <a:pt x="957072" y="411480"/>
                </a:lnTo>
                <a:lnTo>
                  <a:pt x="984504" y="396240"/>
                </a:lnTo>
                <a:lnTo>
                  <a:pt x="984262" y="381482"/>
                </a:lnTo>
                <a:lnTo>
                  <a:pt x="983742" y="364998"/>
                </a:lnTo>
                <a:lnTo>
                  <a:pt x="983221" y="346100"/>
                </a:lnTo>
                <a:lnTo>
                  <a:pt x="983081" y="333476"/>
                </a:lnTo>
                <a:lnTo>
                  <a:pt x="982980" y="153924"/>
                </a:lnTo>
                <a:lnTo>
                  <a:pt x="996696" y="141732"/>
                </a:lnTo>
                <a:lnTo>
                  <a:pt x="975360" y="128016"/>
                </a:lnTo>
                <a:lnTo>
                  <a:pt x="999363" y="77228"/>
                </a:lnTo>
                <a:lnTo>
                  <a:pt x="1022413" y="36004"/>
                </a:lnTo>
                <a:lnTo>
                  <a:pt x="1029449" y="29032"/>
                </a:lnTo>
                <a:lnTo>
                  <a:pt x="1036320" y="25908"/>
                </a:lnTo>
                <a:close/>
              </a:path>
              <a:path w="1290954" h="411479">
                <a:moveTo>
                  <a:pt x="1290828" y="384048"/>
                </a:moveTo>
                <a:lnTo>
                  <a:pt x="1258824" y="350520"/>
                </a:lnTo>
                <a:lnTo>
                  <a:pt x="1235964" y="373380"/>
                </a:lnTo>
                <a:lnTo>
                  <a:pt x="1156716" y="373380"/>
                </a:lnTo>
                <a:lnTo>
                  <a:pt x="1156716" y="216408"/>
                </a:lnTo>
                <a:lnTo>
                  <a:pt x="1286256" y="216408"/>
                </a:lnTo>
                <a:lnTo>
                  <a:pt x="1252728" y="184404"/>
                </a:lnTo>
                <a:lnTo>
                  <a:pt x="1229868" y="205740"/>
                </a:lnTo>
                <a:lnTo>
                  <a:pt x="1156716" y="205740"/>
                </a:lnTo>
                <a:lnTo>
                  <a:pt x="1156716" y="79248"/>
                </a:lnTo>
                <a:lnTo>
                  <a:pt x="1156716" y="76200"/>
                </a:lnTo>
                <a:lnTo>
                  <a:pt x="1193292" y="70446"/>
                </a:lnTo>
                <a:lnTo>
                  <a:pt x="1223010" y="66675"/>
                </a:lnTo>
                <a:lnTo>
                  <a:pt x="1245870" y="64630"/>
                </a:lnTo>
                <a:lnTo>
                  <a:pt x="1261872" y="64008"/>
                </a:lnTo>
                <a:lnTo>
                  <a:pt x="1234440" y="30480"/>
                </a:lnTo>
                <a:lnTo>
                  <a:pt x="1181722" y="51054"/>
                </a:lnTo>
                <a:lnTo>
                  <a:pt x="1125791" y="65112"/>
                </a:lnTo>
                <a:lnTo>
                  <a:pt x="1062405" y="75488"/>
                </a:lnTo>
                <a:lnTo>
                  <a:pt x="1028700" y="79248"/>
                </a:lnTo>
                <a:lnTo>
                  <a:pt x="1028700" y="86868"/>
                </a:lnTo>
                <a:lnTo>
                  <a:pt x="1107147" y="81305"/>
                </a:lnTo>
                <a:lnTo>
                  <a:pt x="1132332" y="79248"/>
                </a:lnTo>
                <a:lnTo>
                  <a:pt x="1132332" y="205740"/>
                </a:lnTo>
                <a:lnTo>
                  <a:pt x="1007364" y="205740"/>
                </a:lnTo>
                <a:lnTo>
                  <a:pt x="1024128" y="222504"/>
                </a:lnTo>
                <a:lnTo>
                  <a:pt x="1033564" y="219633"/>
                </a:lnTo>
                <a:lnTo>
                  <a:pt x="1043559" y="217741"/>
                </a:lnTo>
                <a:lnTo>
                  <a:pt x="1054138" y="216725"/>
                </a:lnTo>
                <a:lnTo>
                  <a:pt x="1065276" y="216408"/>
                </a:lnTo>
                <a:lnTo>
                  <a:pt x="1132332" y="216408"/>
                </a:lnTo>
                <a:lnTo>
                  <a:pt x="1132332" y="373380"/>
                </a:lnTo>
                <a:lnTo>
                  <a:pt x="1005840" y="373380"/>
                </a:lnTo>
                <a:lnTo>
                  <a:pt x="1021080" y="388620"/>
                </a:lnTo>
                <a:lnTo>
                  <a:pt x="1031392" y="386626"/>
                </a:lnTo>
                <a:lnTo>
                  <a:pt x="1041844" y="385191"/>
                </a:lnTo>
                <a:lnTo>
                  <a:pt x="1052588" y="384340"/>
                </a:lnTo>
                <a:lnTo>
                  <a:pt x="1063752" y="384048"/>
                </a:lnTo>
                <a:lnTo>
                  <a:pt x="1290828" y="38404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" name="object 45"/>
          <p:cNvSpPr/>
          <p:nvPr/>
        </p:nvSpPr>
        <p:spPr>
          <a:xfrm>
            <a:off x="4360164" y="3005327"/>
            <a:ext cx="386080" cy="391795"/>
          </a:xfrm>
          <a:custGeom>
            <a:avLst/>
            <a:gdLst/>
            <a:ahLst/>
            <a:cxnLst/>
            <a:rect l="l" t="t" r="r" b="b"/>
            <a:pathLst>
              <a:path w="386079" h="391795">
                <a:moveTo>
                  <a:pt x="198120" y="53340"/>
                </a:moveTo>
                <a:lnTo>
                  <a:pt x="184404" y="53340"/>
                </a:lnTo>
                <a:lnTo>
                  <a:pt x="182975" y="41624"/>
                </a:lnTo>
                <a:lnTo>
                  <a:pt x="178689" y="29337"/>
                </a:lnTo>
                <a:lnTo>
                  <a:pt x="171545" y="16478"/>
                </a:lnTo>
                <a:lnTo>
                  <a:pt x="161544" y="3048"/>
                </a:lnTo>
                <a:lnTo>
                  <a:pt x="164592" y="0"/>
                </a:lnTo>
                <a:lnTo>
                  <a:pt x="202739" y="22074"/>
                </a:lnTo>
                <a:lnTo>
                  <a:pt x="208407" y="34909"/>
                </a:lnTo>
                <a:lnTo>
                  <a:pt x="207264" y="41148"/>
                </a:lnTo>
                <a:lnTo>
                  <a:pt x="203835" y="47386"/>
                </a:lnTo>
                <a:lnTo>
                  <a:pt x="198120" y="53340"/>
                </a:lnTo>
                <a:close/>
              </a:path>
              <a:path w="386079" h="391795">
                <a:moveTo>
                  <a:pt x="60960" y="67056"/>
                </a:moveTo>
                <a:lnTo>
                  <a:pt x="47244" y="53340"/>
                </a:lnTo>
                <a:lnTo>
                  <a:pt x="274320" y="53340"/>
                </a:lnTo>
                <a:lnTo>
                  <a:pt x="297180" y="30480"/>
                </a:lnTo>
                <a:lnTo>
                  <a:pt x="330708" y="64008"/>
                </a:lnTo>
                <a:lnTo>
                  <a:pt x="83820" y="64008"/>
                </a:lnTo>
                <a:lnTo>
                  <a:pt x="60960" y="67056"/>
                </a:lnTo>
                <a:close/>
              </a:path>
              <a:path w="386079" h="391795">
                <a:moveTo>
                  <a:pt x="152400" y="120396"/>
                </a:moveTo>
                <a:lnTo>
                  <a:pt x="141732" y="120396"/>
                </a:lnTo>
                <a:lnTo>
                  <a:pt x="138684" y="115824"/>
                </a:lnTo>
                <a:lnTo>
                  <a:pt x="137160" y="105156"/>
                </a:lnTo>
                <a:lnTo>
                  <a:pt x="135135" y="97440"/>
                </a:lnTo>
                <a:lnTo>
                  <a:pt x="131254" y="88011"/>
                </a:lnTo>
                <a:lnTo>
                  <a:pt x="125372" y="76866"/>
                </a:lnTo>
                <a:lnTo>
                  <a:pt x="117348" y="64008"/>
                </a:lnTo>
                <a:lnTo>
                  <a:pt x="124968" y="64008"/>
                </a:lnTo>
                <a:lnTo>
                  <a:pt x="156972" y="86868"/>
                </a:lnTo>
                <a:lnTo>
                  <a:pt x="161544" y="96012"/>
                </a:lnTo>
                <a:lnTo>
                  <a:pt x="161544" y="103632"/>
                </a:lnTo>
                <a:lnTo>
                  <a:pt x="158496" y="112776"/>
                </a:lnTo>
                <a:lnTo>
                  <a:pt x="155448" y="117348"/>
                </a:lnTo>
                <a:lnTo>
                  <a:pt x="152400" y="120396"/>
                </a:lnTo>
                <a:close/>
              </a:path>
              <a:path w="386079" h="391795">
                <a:moveTo>
                  <a:pt x="224028" y="124968"/>
                </a:moveTo>
                <a:lnTo>
                  <a:pt x="213360" y="124968"/>
                </a:lnTo>
                <a:lnTo>
                  <a:pt x="223432" y="105798"/>
                </a:lnTo>
                <a:lnTo>
                  <a:pt x="231076" y="89344"/>
                </a:lnTo>
                <a:lnTo>
                  <a:pt x="236720" y="75461"/>
                </a:lnTo>
                <a:lnTo>
                  <a:pt x="240792" y="64008"/>
                </a:lnTo>
                <a:lnTo>
                  <a:pt x="246888" y="64008"/>
                </a:lnTo>
                <a:lnTo>
                  <a:pt x="272796" y="80772"/>
                </a:lnTo>
                <a:lnTo>
                  <a:pt x="263675" y="85963"/>
                </a:lnTo>
                <a:lnTo>
                  <a:pt x="252412" y="94869"/>
                </a:lnTo>
                <a:lnTo>
                  <a:pt x="239148" y="107775"/>
                </a:lnTo>
                <a:lnTo>
                  <a:pt x="224028" y="124968"/>
                </a:lnTo>
                <a:close/>
              </a:path>
              <a:path w="386079" h="391795">
                <a:moveTo>
                  <a:pt x="15240" y="140208"/>
                </a:moveTo>
                <a:lnTo>
                  <a:pt x="0" y="124968"/>
                </a:lnTo>
                <a:lnTo>
                  <a:pt x="323088" y="124968"/>
                </a:lnTo>
                <a:lnTo>
                  <a:pt x="348996" y="99060"/>
                </a:lnTo>
                <a:lnTo>
                  <a:pt x="385572" y="135636"/>
                </a:lnTo>
                <a:lnTo>
                  <a:pt x="57912" y="135636"/>
                </a:lnTo>
                <a:lnTo>
                  <a:pt x="46743" y="135921"/>
                </a:lnTo>
                <a:lnTo>
                  <a:pt x="36004" y="136779"/>
                </a:lnTo>
                <a:lnTo>
                  <a:pt x="25550" y="138207"/>
                </a:lnTo>
                <a:lnTo>
                  <a:pt x="15240" y="140208"/>
                </a:lnTo>
                <a:close/>
              </a:path>
              <a:path w="386079" h="391795">
                <a:moveTo>
                  <a:pt x="68580" y="286512"/>
                </a:moveTo>
                <a:lnTo>
                  <a:pt x="68840" y="269748"/>
                </a:lnTo>
                <a:lnTo>
                  <a:pt x="69865" y="237220"/>
                </a:lnTo>
                <a:lnTo>
                  <a:pt x="70063" y="222504"/>
                </a:lnTo>
                <a:lnTo>
                  <a:pt x="69999" y="211836"/>
                </a:lnTo>
                <a:lnTo>
                  <a:pt x="69865" y="202096"/>
                </a:lnTo>
                <a:lnTo>
                  <a:pt x="68818" y="167378"/>
                </a:lnTo>
                <a:lnTo>
                  <a:pt x="68580" y="150876"/>
                </a:lnTo>
                <a:lnTo>
                  <a:pt x="92964" y="164592"/>
                </a:lnTo>
                <a:lnTo>
                  <a:pt x="310544" y="164592"/>
                </a:lnTo>
                <a:lnTo>
                  <a:pt x="318516" y="170688"/>
                </a:lnTo>
                <a:lnTo>
                  <a:pt x="312420" y="175260"/>
                </a:lnTo>
                <a:lnTo>
                  <a:pt x="92964" y="175260"/>
                </a:lnTo>
                <a:lnTo>
                  <a:pt x="92964" y="211836"/>
                </a:lnTo>
                <a:lnTo>
                  <a:pt x="306346" y="211836"/>
                </a:lnTo>
                <a:lnTo>
                  <a:pt x="306399" y="222504"/>
                </a:lnTo>
                <a:lnTo>
                  <a:pt x="92964" y="222504"/>
                </a:lnTo>
                <a:lnTo>
                  <a:pt x="92964" y="259080"/>
                </a:lnTo>
                <a:lnTo>
                  <a:pt x="306912" y="259080"/>
                </a:lnTo>
                <a:lnTo>
                  <a:pt x="306966" y="261485"/>
                </a:lnTo>
                <a:lnTo>
                  <a:pt x="307534" y="269748"/>
                </a:lnTo>
                <a:lnTo>
                  <a:pt x="92964" y="269748"/>
                </a:lnTo>
                <a:lnTo>
                  <a:pt x="92964" y="277368"/>
                </a:lnTo>
                <a:lnTo>
                  <a:pt x="68580" y="286512"/>
                </a:lnTo>
                <a:close/>
              </a:path>
              <a:path w="386079" h="391795">
                <a:moveTo>
                  <a:pt x="310544" y="164592"/>
                </a:moveTo>
                <a:lnTo>
                  <a:pt x="280416" y="164592"/>
                </a:lnTo>
                <a:lnTo>
                  <a:pt x="292608" y="150876"/>
                </a:lnTo>
                <a:lnTo>
                  <a:pt x="310544" y="164592"/>
                </a:lnTo>
                <a:close/>
              </a:path>
              <a:path w="386079" h="391795">
                <a:moveTo>
                  <a:pt x="306346" y="211836"/>
                </a:moveTo>
                <a:lnTo>
                  <a:pt x="283464" y="211836"/>
                </a:lnTo>
                <a:lnTo>
                  <a:pt x="283464" y="175260"/>
                </a:lnTo>
                <a:lnTo>
                  <a:pt x="312420" y="175260"/>
                </a:lnTo>
                <a:lnTo>
                  <a:pt x="306324" y="179831"/>
                </a:lnTo>
                <a:lnTo>
                  <a:pt x="306346" y="211836"/>
                </a:lnTo>
                <a:close/>
              </a:path>
              <a:path w="386079" h="391795">
                <a:moveTo>
                  <a:pt x="306912" y="259080"/>
                </a:moveTo>
                <a:lnTo>
                  <a:pt x="283464" y="259080"/>
                </a:lnTo>
                <a:lnTo>
                  <a:pt x="283464" y="222504"/>
                </a:lnTo>
                <a:lnTo>
                  <a:pt x="306399" y="222504"/>
                </a:lnTo>
                <a:lnTo>
                  <a:pt x="306514" y="241363"/>
                </a:lnTo>
                <a:lnTo>
                  <a:pt x="306912" y="259080"/>
                </a:lnTo>
                <a:close/>
              </a:path>
              <a:path w="386079" h="391795">
                <a:moveTo>
                  <a:pt x="283464" y="284988"/>
                </a:moveTo>
                <a:lnTo>
                  <a:pt x="283464" y="269748"/>
                </a:lnTo>
                <a:lnTo>
                  <a:pt x="307534" y="269748"/>
                </a:lnTo>
                <a:lnTo>
                  <a:pt x="307848" y="274319"/>
                </a:lnTo>
                <a:lnTo>
                  <a:pt x="283464" y="284988"/>
                </a:lnTo>
                <a:close/>
              </a:path>
              <a:path w="386079" h="391795">
                <a:moveTo>
                  <a:pt x="208788" y="342900"/>
                </a:moveTo>
                <a:lnTo>
                  <a:pt x="204216" y="342900"/>
                </a:lnTo>
                <a:lnTo>
                  <a:pt x="199644" y="338328"/>
                </a:lnTo>
                <a:lnTo>
                  <a:pt x="195072" y="327660"/>
                </a:lnTo>
                <a:lnTo>
                  <a:pt x="188452" y="316801"/>
                </a:lnTo>
                <a:lnTo>
                  <a:pt x="179832" y="304800"/>
                </a:lnTo>
                <a:lnTo>
                  <a:pt x="168925" y="291655"/>
                </a:lnTo>
                <a:lnTo>
                  <a:pt x="155448" y="277368"/>
                </a:lnTo>
                <a:lnTo>
                  <a:pt x="158496" y="272795"/>
                </a:lnTo>
                <a:lnTo>
                  <a:pt x="203715" y="295084"/>
                </a:lnTo>
                <a:lnTo>
                  <a:pt x="217932" y="312419"/>
                </a:lnTo>
                <a:lnTo>
                  <a:pt x="217932" y="323087"/>
                </a:lnTo>
                <a:lnTo>
                  <a:pt x="216408" y="327660"/>
                </a:lnTo>
                <a:lnTo>
                  <a:pt x="208788" y="342900"/>
                </a:lnTo>
                <a:close/>
              </a:path>
              <a:path w="386079" h="391795">
                <a:moveTo>
                  <a:pt x="256032" y="391668"/>
                </a:moveTo>
                <a:lnTo>
                  <a:pt x="134112" y="391668"/>
                </a:lnTo>
                <a:lnTo>
                  <a:pt x="119014" y="388786"/>
                </a:lnTo>
                <a:lnTo>
                  <a:pt x="108204" y="382333"/>
                </a:lnTo>
                <a:lnTo>
                  <a:pt x="101965" y="372165"/>
                </a:lnTo>
                <a:lnTo>
                  <a:pt x="100584" y="358140"/>
                </a:lnTo>
                <a:lnTo>
                  <a:pt x="100479" y="324159"/>
                </a:lnTo>
                <a:lnTo>
                  <a:pt x="100355" y="312419"/>
                </a:lnTo>
                <a:lnTo>
                  <a:pt x="99941" y="297918"/>
                </a:lnTo>
                <a:lnTo>
                  <a:pt x="99060" y="286512"/>
                </a:lnTo>
                <a:lnTo>
                  <a:pt x="137160" y="306324"/>
                </a:lnTo>
                <a:lnTo>
                  <a:pt x="123444" y="315467"/>
                </a:lnTo>
                <a:lnTo>
                  <a:pt x="123533" y="351639"/>
                </a:lnTo>
                <a:lnTo>
                  <a:pt x="123753" y="358140"/>
                </a:lnTo>
                <a:lnTo>
                  <a:pt x="127063" y="364998"/>
                </a:lnTo>
                <a:lnTo>
                  <a:pt x="133516" y="369570"/>
                </a:lnTo>
                <a:lnTo>
                  <a:pt x="143256" y="371856"/>
                </a:lnTo>
                <a:lnTo>
                  <a:pt x="246888" y="371856"/>
                </a:lnTo>
                <a:lnTo>
                  <a:pt x="257556" y="373380"/>
                </a:lnTo>
                <a:lnTo>
                  <a:pt x="296905" y="373380"/>
                </a:lnTo>
                <a:lnTo>
                  <a:pt x="293322" y="379452"/>
                </a:lnTo>
                <a:lnTo>
                  <a:pt x="284226" y="386143"/>
                </a:lnTo>
                <a:lnTo>
                  <a:pt x="271700" y="390263"/>
                </a:lnTo>
                <a:lnTo>
                  <a:pt x="256032" y="391668"/>
                </a:lnTo>
                <a:close/>
              </a:path>
              <a:path w="386079" h="391795">
                <a:moveTo>
                  <a:pt x="362712" y="376428"/>
                </a:moveTo>
                <a:lnTo>
                  <a:pt x="356616" y="376428"/>
                </a:lnTo>
                <a:lnTo>
                  <a:pt x="352044" y="371856"/>
                </a:lnTo>
                <a:lnTo>
                  <a:pt x="347472" y="359663"/>
                </a:lnTo>
                <a:lnTo>
                  <a:pt x="340066" y="346519"/>
                </a:lnTo>
                <a:lnTo>
                  <a:pt x="329374" y="332232"/>
                </a:lnTo>
                <a:lnTo>
                  <a:pt x="315539" y="316801"/>
                </a:lnTo>
                <a:lnTo>
                  <a:pt x="298704" y="300228"/>
                </a:lnTo>
                <a:lnTo>
                  <a:pt x="304800" y="295656"/>
                </a:lnTo>
                <a:lnTo>
                  <a:pt x="343662" y="316039"/>
                </a:lnTo>
                <a:lnTo>
                  <a:pt x="373380" y="344424"/>
                </a:lnTo>
                <a:lnTo>
                  <a:pt x="373380" y="355092"/>
                </a:lnTo>
                <a:lnTo>
                  <a:pt x="371856" y="361187"/>
                </a:lnTo>
                <a:lnTo>
                  <a:pt x="365760" y="373380"/>
                </a:lnTo>
                <a:lnTo>
                  <a:pt x="362712" y="376428"/>
                </a:lnTo>
                <a:close/>
              </a:path>
              <a:path w="386079" h="391795">
                <a:moveTo>
                  <a:pt x="296905" y="373380"/>
                </a:moveTo>
                <a:lnTo>
                  <a:pt x="257556" y="373380"/>
                </a:lnTo>
                <a:lnTo>
                  <a:pt x="263652" y="368808"/>
                </a:lnTo>
                <a:lnTo>
                  <a:pt x="266700" y="359663"/>
                </a:lnTo>
                <a:lnTo>
                  <a:pt x="268724" y="351639"/>
                </a:lnTo>
                <a:lnTo>
                  <a:pt x="270319" y="341185"/>
                </a:lnTo>
                <a:lnTo>
                  <a:pt x="271666" y="327660"/>
                </a:lnTo>
                <a:lnTo>
                  <a:pt x="272796" y="312419"/>
                </a:lnTo>
                <a:lnTo>
                  <a:pt x="280416" y="312419"/>
                </a:lnTo>
                <a:lnTo>
                  <a:pt x="283464" y="355092"/>
                </a:lnTo>
                <a:lnTo>
                  <a:pt x="298704" y="370332"/>
                </a:lnTo>
                <a:lnTo>
                  <a:pt x="296905" y="373380"/>
                </a:lnTo>
                <a:close/>
              </a:path>
              <a:path w="386079" h="391795">
                <a:moveTo>
                  <a:pt x="21336" y="385572"/>
                </a:moveTo>
                <a:lnTo>
                  <a:pt x="15240" y="384048"/>
                </a:lnTo>
                <a:lnTo>
                  <a:pt x="7620" y="376428"/>
                </a:lnTo>
                <a:lnTo>
                  <a:pt x="7620" y="368808"/>
                </a:lnTo>
                <a:lnTo>
                  <a:pt x="12192" y="362712"/>
                </a:lnTo>
                <a:lnTo>
                  <a:pt x="22860" y="356616"/>
                </a:lnTo>
                <a:lnTo>
                  <a:pt x="32551" y="347162"/>
                </a:lnTo>
                <a:lnTo>
                  <a:pt x="40957" y="334708"/>
                </a:lnTo>
                <a:lnTo>
                  <a:pt x="47934" y="319111"/>
                </a:lnTo>
                <a:lnTo>
                  <a:pt x="53340" y="300228"/>
                </a:lnTo>
                <a:lnTo>
                  <a:pt x="60960" y="301752"/>
                </a:lnTo>
                <a:lnTo>
                  <a:pt x="57531" y="342328"/>
                </a:lnTo>
                <a:lnTo>
                  <a:pt x="36814" y="380547"/>
                </a:lnTo>
                <a:lnTo>
                  <a:pt x="30480" y="382524"/>
                </a:lnTo>
                <a:lnTo>
                  <a:pt x="21336" y="38557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" name="object 46"/>
          <p:cNvSpPr/>
          <p:nvPr/>
        </p:nvSpPr>
        <p:spPr>
          <a:xfrm>
            <a:off x="4829555" y="3006851"/>
            <a:ext cx="356870" cy="401320"/>
          </a:xfrm>
          <a:custGeom>
            <a:avLst/>
            <a:gdLst/>
            <a:ahLst/>
            <a:cxnLst/>
            <a:rect l="l" t="t" r="r" b="b"/>
            <a:pathLst>
              <a:path w="356870" h="401320">
                <a:moveTo>
                  <a:pt x="53340" y="89916"/>
                </a:moveTo>
                <a:lnTo>
                  <a:pt x="42672" y="89916"/>
                </a:lnTo>
                <a:lnTo>
                  <a:pt x="50696" y="62150"/>
                </a:lnTo>
                <a:lnTo>
                  <a:pt x="56578" y="38100"/>
                </a:lnTo>
                <a:lnTo>
                  <a:pt x="60459" y="17478"/>
                </a:lnTo>
                <a:lnTo>
                  <a:pt x="62484" y="0"/>
                </a:lnTo>
                <a:lnTo>
                  <a:pt x="100584" y="21336"/>
                </a:lnTo>
                <a:lnTo>
                  <a:pt x="91487" y="28408"/>
                </a:lnTo>
                <a:lnTo>
                  <a:pt x="80391" y="42481"/>
                </a:lnTo>
                <a:lnTo>
                  <a:pt x="67579" y="63126"/>
                </a:lnTo>
                <a:lnTo>
                  <a:pt x="53340" y="89916"/>
                </a:lnTo>
                <a:close/>
              </a:path>
              <a:path w="356870" h="401320">
                <a:moveTo>
                  <a:pt x="147828" y="190500"/>
                </a:moveTo>
                <a:lnTo>
                  <a:pt x="143256" y="187452"/>
                </a:lnTo>
                <a:lnTo>
                  <a:pt x="160162" y="160615"/>
                </a:lnTo>
                <a:lnTo>
                  <a:pt x="174498" y="135064"/>
                </a:lnTo>
                <a:lnTo>
                  <a:pt x="196596" y="88392"/>
                </a:lnTo>
                <a:lnTo>
                  <a:pt x="211264" y="44958"/>
                </a:lnTo>
                <a:lnTo>
                  <a:pt x="222503" y="1524"/>
                </a:lnTo>
                <a:lnTo>
                  <a:pt x="260603" y="24384"/>
                </a:lnTo>
                <a:lnTo>
                  <a:pt x="252864" y="32146"/>
                </a:lnTo>
                <a:lnTo>
                  <a:pt x="243268" y="46482"/>
                </a:lnTo>
                <a:lnTo>
                  <a:pt x="231671" y="67675"/>
                </a:lnTo>
                <a:lnTo>
                  <a:pt x="217932" y="96012"/>
                </a:lnTo>
                <a:lnTo>
                  <a:pt x="350520" y="96012"/>
                </a:lnTo>
                <a:lnTo>
                  <a:pt x="356616" y="102108"/>
                </a:lnTo>
                <a:lnTo>
                  <a:pt x="352806" y="105156"/>
                </a:lnTo>
                <a:lnTo>
                  <a:pt x="213360" y="105156"/>
                </a:lnTo>
                <a:lnTo>
                  <a:pt x="197977" y="130063"/>
                </a:lnTo>
                <a:lnTo>
                  <a:pt x="181737" y="152400"/>
                </a:lnTo>
                <a:lnTo>
                  <a:pt x="164925" y="172450"/>
                </a:lnTo>
                <a:lnTo>
                  <a:pt x="147828" y="190500"/>
                </a:lnTo>
                <a:close/>
              </a:path>
              <a:path w="356870" h="401320">
                <a:moveTo>
                  <a:pt x="145766" y="89916"/>
                </a:moveTo>
                <a:lnTo>
                  <a:pt x="111252" y="89916"/>
                </a:lnTo>
                <a:lnTo>
                  <a:pt x="128016" y="73152"/>
                </a:lnTo>
                <a:lnTo>
                  <a:pt x="145766" y="89916"/>
                </a:lnTo>
                <a:close/>
              </a:path>
              <a:path w="356870" h="401320">
                <a:moveTo>
                  <a:pt x="0" y="397764"/>
                </a:moveTo>
                <a:lnTo>
                  <a:pt x="821" y="359664"/>
                </a:lnTo>
                <a:lnTo>
                  <a:pt x="907" y="354520"/>
                </a:lnTo>
                <a:lnTo>
                  <a:pt x="1333" y="316420"/>
                </a:lnTo>
                <a:lnTo>
                  <a:pt x="1423" y="176784"/>
                </a:lnTo>
                <a:lnTo>
                  <a:pt x="1305" y="152400"/>
                </a:lnTo>
                <a:lnTo>
                  <a:pt x="881" y="114704"/>
                </a:lnTo>
                <a:lnTo>
                  <a:pt x="0" y="74676"/>
                </a:lnTo>
                <a:lnTo>
                  <a:pt x="25908" y="89916"/>
                </a:lnTo>
                <a:lnTo>
                  <a:pt x="145766" y="89916"/>
                </a:lnTo>
                <a:lnTo>
                  <a:pt x="155448" y="99060"/>
                </a:lnTo>
                <a:lnTo>
                  <a:pt x="153162" y="100584"/>
                </a:lnTo>
                <a:lnTo>
                  <a:pt x="24384" y="100584"/>
                </a:lnTo>
                <a:lnTo>
                  <a:pt x="24384" y="211836"/>
                </a:lnTo>
                <a:lnTo>
                  <a:pt x="137205" y="211836"/>
                </a:lnTo>
                <a:lnTo>
                  <a:pt x="137219" y="222504"/>
                </a:lnTo>
                <a:lnTo>
                  <a:pt x="24384" y="222504"/>
                </a:lnTo>
                <a:lnTo>
                  <a:pt x="24384" y="344424"/>
                </a:lnTo>
                <a:lnTo>
                  <a:pt x="137914" y="344424"/>
                </a:lnTo>
                <a:lnTo>
                  <a:pt x="138028" y="350520"/>
                </a:lnTo>
                <a:lnTo>
                  <a:pt x="138137" y="355092"/>
                </a:lnTo>
                <a:lnTo>
                  <a:pt x="24384" y="355092"/>
                </a:lnTo>
                <a:lnTo>
                  <a:pt x="24384" y="384048"/>
                </a:lnTo>
                <a:lnTo>
                  <a:pt x="0" y="397764"/>
                </a:lnTo>
                <a:close/>
              </a:path>
              <a:path w="356870" h="401320">
                <a:moveTo>
                  <a:pt x="350520" y="96012"/>
                </a:moveTo>
                <a:lnTo>
                  <a:pt x="310896" y="96012"/>
                </a:lnTo>
                <a:lnTo>
                  <a:pt x="330708" y="76200"/>
                </a:lnTo>
                <a:lnTo>
                  <a:pt x="350520" y="96012"/>
                </a:lnTo>
                <a:close/>
              </a:path>
              <a:path w="356870" h="401320">
                <a:moveTo>
                  <a:pt x="137205" y="211836"/>
                </a:moveTo>
                <a:lnTo>
                  <a:pt x="114300" y="211836"/>
                </a:lnTo>
                <a:lnTo>
                  <a:pt x="114300" y="100584"/>
                </a:lnTo>
                <a:lnTo>
                  <a:pt x="153162" y="100584"/>
                </a:lnTo>
                <a:lnTo>
                  <a:pt x="137160" y="111252"/>
                </a:lnTo>
                <a:lnTo>
                  <a:pt x="137205" y="211836"/>
                </a:lnTo>
                <a:close/>
              </a:path>
              <a:path w="356870" h="401320">
                <a:moveTo>
                  <a:pt x="326904" y="359664"/>
                </a:moveTo>
                <a:lnTo>
                  <a:pt x="283464" y="359664"/>
                </a:lnTo>
                <a:lnTo>
                  <a:pt x="291750" y="357925"/>
                </a:lnTo>
                <a:lnTo>
                  <a:pt x="298323" y="352615"/>
                </a:lnTo>
                <a:lnTo>
                  <a:pt x="308610" y="305538"/>
                </a:lnTo>
                <a:lnTo>
                  <a:pt x="310896" y="259651"/>
                </a:lnTo>
                <a:lnTo>
                  <a:pt x="313146" y="193929"/>
                </a:lnTo>
                <a:lnTo>
                  <a:pt x="315467" y="105156"/>
                </a:lnTo>
                <a:lnTo>
                  <a:pt x="352806" y="105156"/>
                </a:lnTo>
                <a:lnTo>
                  <a:pt x="341376" y="114300"/>
                </a:lnTo>
                <a:lnTo>
                  <a:pt x="339478" y="190500"/>
                </a:lnTo>
                <a:lnTo>
                  <a:pt x="337620" y="249070"/>
                </a:lnTo>
                <a:lnTo>
                  <a:pt x="335560" y="295241"/>
                </a:lnTo>
                <a:lnTo>
                  <a:pt x="333280" y="327074"/>
                </a:lnTo>
                <a:lnTo>
                  <a:pt x="330708" y="344424"/>
                </a:lnTo>
                <a:lnTo>
                  <a:pt x="327874" y="357020"/>
                </a:lnTo>
                <a:lnTo>
                  <a:pt x="326904" y="359664"/>
                </a:lnTo>
                <a:close/>
              </a:path>
              <a:path w="356870" h="401320">
                <a:moveTo>
                  <a:pt x="231648" y="269748"/>
                </a:moveTo>
                <a:lnTo>
                  <a:pt x="230124" y="269748"/>
                </a:lnTo>
                <a:lnTo>
                  <a:pt x="226742" y="268081"/>
                </a:lnTo>
                <a:lnTo>
                  <a:pt x="223647" y="263271"/>
                </a:lnTo>
                <a:lnTo>
                  <a:pt x="221122" y="255603"/>
                </a:lnTo>
                <a:lnTo>
                  <a:pt x="219456" y="245364"/>
                </a:lnTo>
                <a:lnTo>
                  <a:pt x="214884" y="228219"/>
                </a:lnTo>
                <a:lnTo>
                  <a:pt x="208026" y="211074"/>
                </a:lnTo>
                <a:lnTo>
                  <a:pt x="198882" y="193929"/>
                </a:lnTo>
                <a:lnTo>
                  <a:pt x="187452" y="176784"/>
                </a:lnTo>
                <a:lnTo>
                  <a:pt x="190500" y="172212"/>
                </a:lnTo>
                <a:lnTo>
                  <a:pt x="224028" y="199644"/>
                </a:lnTo>
                <a:lnTo>
                  <a:pt x="243840" y="228600"/>
                </a:lnTo>
                <a:lnTo>
                  <a:pt x="246888" y="234696"/>
                </a:lnTo>
                <a:lnTo>
                  <a:pt x="246888" y="248412"/>
                </a:lnTo>
                <a:lnTo>
                  <a:pt x="245364" y="254508"/>
                </a:lnTo>
                <a:lnTo>
                  <a:pt x="239267" y="260603"/>
                </a:lnTo>
                <a:lnTo>
                  <a:pt x="234696" y="266700"/>
                </a:lnTo>
                <a:lnTo>
                  <a:pt x="231648" y="269748"/>
                </a:lnTo>
                <a:close/>
              </a:path>
              <a:path w="356870" h="401320">
                <a:moveTo>
                  <a:pt x="137914" y="344424"/>
                </a:moveTo>
                <a:lnTo>
                  <a:pt x="114300" y="344424"/>
                </a:lnTo>
                <a:lnTo>
                  <a:pt x="114300" y="222504"/>
                </a:lnTo>
                <a:lnTo>
                  <a:pt x="137219" y="222504"/>
                </a:lnTo>
                <a:lnTo>
                  <a:pt x="137337" y="269748"/>
                </a:lnTo>
                <a:lnTo>
                  <a:pt x="137498" y="305538"/>
                </a:lnTo>
                <a:lnTo>
                  <a:pt x="137914" y="344424"/>
                </a:lnTo>
                <a:close/>
              </a:path>
              <a:path w="356870" h="401320">
                <a:moveTo>
                  <a:pt x="278891" y="400812"/>
                </a:moveTo>
                <a:lnTo>
                  <a:pt x="271772" y="387953"/>
                </a:lnTo>
                <a:lnTo>
                  <a:pt x="259651" y="376809"/>
                </a:lnTo>
                <a:lnTo>
                  <a:pt x="242673" y="367379"/>
                </a:lnTo>
                <a:lnTo>
                  <a:pt x="220979" y="359664"/>
                </a:lnTo>
                <a:lnTo>
                  <a:pt x="220979" y="350520"/>
                </a:lnTo>
                <a:lnTo>
                  <a:pt x="241244" y="354520"/>
                </a:lnTo>
                <a:lnTo>
                  <a:pt x="258508" y="357378"/>
                </a:lnTo>
                <a:lnTo>
                  <a:pt x="272629" y="359092"/>
                </a:lnTo>
                <a:lnTo>
                  <a:pt x="283464" y="359664"/>
                </a:lnTo>
                <a:lnTo>
                  <a:pt x="326904" y="359664"/>
                </a:lnTo>
                <a:lnTo>
                  <a:pt x="324040" y="367474"/>
                </a:lnTo>
                <a:lnTo>
                  <a:pt x="289726" y="397097"/>
                </a:lnTo>
                <a:lnTo>
                  <a:pt x="278891" y="400812"/>
                </a:lnTo>
                <a:close/>
              </a:path>
              <a:path w="356870" h="401320">
                <a:moveTo>
                  <a:pt x="114300" y="391668"/>
                </a:moveTo>
                <a:lnTo>
                  <a:pt x="114300" y="355092"/>
                </a:lnTo>
                <a:lnTo>
                  <a:pt x="138137" y="355092"/>
                </a:lnTo>
                <a:lnTo>
                  <a:pt x="138684" y="377952"/>
                </a:lnTo>
                <a:lnTo>
                  <a:pt x="114300" y="39166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" name="object 47"/>
          <p:cNvSpPr/>
          <p:nvPr/>
        </p:nvSpPr>
        <p:spPr>
          <a:xfrm>
            <a:off x="5244084" y="3073907"/>
            <a:ext cx="398145" cy="281940"/>
          </a:xfrm>
          <a:custGeom>
            <a:avLst/>
            <a:gdLst/>
            <a:ahLst/>
            <a:cxnLst/>
            <a:rect l="l" t="t" r="r" b="b"/>
            <a:pathLst>
              <a:path w="398145" h="281939">
                <a:moveTo>
                  <a:pt x="59436" y="41148"/>
                </a:moveTo>
                <a:lnTo>
                  <a:pt x="44196" y="24384"/>
                </a:lnTo>
                <a:lnTo>
                  <a:pt x="300227" y="24384"/>
                </a:lnTo>
                <a:lnTo>
                  <a:pt x="324612" y="0"/>
                </a:lnTo>
                <a:lnTo>
                  <a:pt x="359664" y="35052"/>
                </a:lnTo>
                <a:lnTo>
                  <a:pt x="100584" y="35052"/>
                </a:lnTo>
                <a:lnTo>
                  <a:pt x="89654" y="35361"/>
                </a:lnTo>
                <a:lnTo>
                  <a:pt x="79438" y="36385"/>
                </a:lnTo>
                <a:lnTo>
                  <a:pt x="69508" y="38266"/>
                </a:lnTo>
                <a:lnTo>
                  <a:pt x="59436" y="41148"/>
                </a:lnTo>
                <a:close/>
              </a:path>
              <a:path w="398145" h="281939">
                <a:moveTo>
                  <a:pt x="16764" y="281940"/>
                </a:moveTo>
                <a:lnTo>
                  <a:pt x="0" y="266700"/>
                </a:lnTo>
                <a:lnTo>
                  <a:pt x="324612" y="266700"/>
                </a:lnTo>
                <a:lnTo>
                  <a:pt x="355092" y="234696"/>
                </a:lnTo>
                <a:lnTo>
                  <a:pt x="397764" y="277367"/>
                </a:lnTo>
                <a:lnTo>
                  <a:pt x="59436" y="277367"/>
                </a:lnTo>
                <a:lnTo>
                  <a:pt x="48053" y="277653"/>
                </a:lnTo>
                <a:lnTo>
                  <a:pt x="36957" y="278511"/>
                </a:lnTo>
                <a:lnTo>
                  <a:pt x="26431" y="279939"/>
                </a:lnTo>
                <a:lnTo>
                  <a:pt x="16764" y="28194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" name="object 48"/>
          <p:cNvSpPr/>
          <p:nvPr/>
        </p:nvSpPr>
        <p:spPr>
          <a:xfrm>
            <a:off x="5687567" y="3009900"/>
            <a:ext cx="399415" cy="405765"/>
          </a:xfrm>
          <a:custGeom>
            <a:avLst/>
            <a:gdLst/>
            <a:ahLst/>
            <a:cxnLst/>
            <a:rect l="l" t="t" r="r" b="b"/>
            <a:pathLst>
              <a:path w="399414" h="405764">
                <a:moveTo>
                  <a:pt x="257556" y="405384"/>
                </a:moveTo>
                <a:lnTo>
                  <a:pt x="257532" y="85486"/>
                </a:lnTo>
                <a:lnTo>
                  <a:pt x="257365" y="65151"/>
                </a:lnTo>
                <a:lnTo>
                  <a:pt x="256913" y="45386"/>
                </a:lnTo>
                <a:lnTo>
                  <a:pt x="256032" y="25908"/>
                </a:lnTo>
                <a:lnTo>
                  <a:pt x="280416" y="45720"/>
                </a:lnTo>
                <a:lnTo>
                  <a:pt x="390144" y="45720"/>
                </a:lnTo>
                <a:lnTo>
                  <a:pt x="399288" y="54864"/>
                </a:lnTo>
                <a:lnTo>
                  <a:pt x="397192" y="56388"/>
                </a:lnTo>
                <a:lnTo>
                  <a:pt x="280416" y="56388"/>
                </a:lnTo>
                <a:lnTo>
                  <a:pt x="280416" y="393192"/>
                </a:lnTo>
                <a:lnTo>
                  <a:pt x="257556" y="405384"/>
                </a:lnTo>
                <a:close/>
              </a:path>
              <a:path w="399414" h="405764">
                <a:moveTo>
                  <a:pt x="390144" y="45720"/>
                </a:moveTo>
                <a:lnTo>
                  <a:pt x="358140" y="45720"/>
                </a:lnTo>
                <a:lnTo>
                  <a:pt x="374904" y="30480"/>
                </a:lnTo>
                <a:lnTo>
                  <a:pt x="390144" y="45720"/>
                </a:lnTo>
                <a:close/>
              </a:path>
              <a:path w="399414" h="405764">
                <a:moveTo>
                  <a:pt x="384748" y="310896"/>
                </a:moveTo>
                <a:lnTo>
                  <a:pt x="348996" y="310896"/>
                </a:lnTo>
                <a:lnTo>
                  <a:pt x="355092" y="307848"/>
                </a:lnTo>
                <a:lnTo>
                  <a:pt x="358140" y="298704"/>
                </a:lnTo>
                <a:lnTo>
                  <a:pt x="362712" y="291084"/>
                </a:lnTo>
                <a:lnTo>
                  <a:pt x="364236" y="283464"/>
                </a:lnTo>
                <a:lnTo>
                  <a:pt x="364236" y="277368"/>
                </a:lnTo>
                <a:lnTo>
                  <a:pt x="354115" y="228266"/>
                </a:lnTo>
                <a:lnTo>
                  <a:pt x="320040" y="179832"/>
                </a:lnTo>
                <a:lnTo>
                  <a:pt x="361188" y="56388"/>
                </a:lnTo>
                <a:lnTo>
                  <a:pt x="397192" y="56388"/>
                </a:lnTo>
                <a:lnTo>
                  <a:pt x="382524" y="67056"/>
                </a:lnTo>
                <a:lnTo>
                  <a:pt x="330708" y="179832"/>
                </a:lnTo>
                <a:lnTo>
                  <a:pt x="358140" y="207264"/>
                </a:lnTo>
                <a:lnTo>
                  <a:pt x="382428" y="247269"/>
                </a:lnTo>
                <a:lnTo>
                  <a:pt x="390144" y="284988"/>
                </a:lnTo>
                <a:lnTo>
                  <a:pt x="389286" y="296108"/>
                </a:lnTo>
                <a:lnTo>
                  <a:pt x="386715" y="306514"/>
                </a:lnTo>
                <a:lnTo>
                  <a:pt x="384748" y="310896"/>
                </a:lnTo>
                <a:close/>
              </a:path>
              <a:path w="399414" h="405764">
                <a:moveTo>
                  <a:pt x="338328" y="347472"/>
                </a:moveTo>
                <a:lnTo>
                  <a:pt x="331779" y="336661"/>
                </a:lnTo>
                <a:lnTo>
                  <a:pt x="321373" y="327279"/>
                </a:lnTo>
                <a:lnTo>
                  <a:pt x="307252" y="319611"/>
                </a:lnTo>
                <a:lnTo>
                  <a:pt x="289560" y="313944"/>
                </a:lnTo>
                <a:lnTo>
                  <a:pt x="289560" y="306324"/>
                </a:lnTo>
                <a:lnTo>
                  <a:pt x="305538" y="308324"/>
                </a:lnTo>
                <a:lnTo>
                  <a:pt x="319087" y="309753"/>
                </a:lnTo>
                <a:lnTo>
                  <a:pt x="330065" y="310610"/>
                </a:lnTo>
                <a:lnTo>
                  <a:pt x="338328" y="310896"/>
                </a:lnTo>
                <a:lnTo>
                  <a:pt x="384748" y="310896"/>
                </a:lnTo>
                <a:lnTo>
                  <a:pt x="382428" y="316063"/>
                </a:lnTo>
                <a:lnTo>
                  <a:pt x="376428" y="324612"/>
                </a:lnTo>
                <a:lnTo>
                  <a:pt x="368760" y="332041"/>
                </a:lnTo>
                <a:lnTo>
                  <a:pt x="359664" y="338328"/>
                </a:lnTo>
                <a:lnTo>
                  <a:pt x="349424" y="343471"/>
                </a:lnTo>
                <a:lnTo>
                  <a:pt x="338328" y="347472"/>
                </a:lnTo>
                <a:close/>
              </a:path>
              <a:path w="399414" h="405764">
                <a:moveTo>
                  <a:pt x="207264" y="236220"/>
                </a:moveTo>
                <a:lnTo>
                  <a:pt x="172212" y="236220"/>
                </a:lnTo>
                <a:lnTo>
                  <a:pt x="190500" y="219456"/>
                </a:lnTo>
                <a:lnTo>
                  <a:pt x="207264" y="236220"/>
                </a:lnTo>
                <a:close/>
              </a:path>
              <a:path w="399414" h="405764">
                <a:moveTo>
                  <a:pt x="47244" y="391668"/>
                </a:moveTo>
                <a:lnTo>
                  <a:pt x="48125" y="369974"/>
                </a:lnTo>
                <a:lnTo>
                  <a:pt x="48577" y="348424"/>
                </a:lnTo>
                <a:lnTo>
                  <a:pt x="48692" y="333756"/>
                </a:lnTo>
                <a:lnTo>
                  <a:pt x="48744" y="285488"/>
                </a:lnTo>
                <a:lnTo>
                  <a:pt x="48577" y="264223"/>
                </a:lnTo>
                <a:lnTo>
                  <a:pt x="48110" y="242316"/>
                </a:lnTo>
                <a:lnTo>
                  <a:pt x="47244" y="220980"/>
                </a:lnTo>
                <a:lnTo>
                  <a:pt x="73152" y="236220"/>
                </a:lnTo>
                <a:lnTo>
                  <a:pt x="207264" y="236220"/>
                </a:lnTo>
                <a:lnTo>
                  <a:pt x="213360" y="242316"/>
                </a:lnTo>
                <a:lnTo>
                  <a:pt x="207073" y="246888"/>
                </a:lnTo>
                <a:lnTo>
                  <a:pt x="71628" y="246888"/>
                </a:lnTo>
                <a:lnTo>
                  <a:pt x="71628" y="333756"/>
                </a:lnTo>
                <a:lnTo>
                  <a:pt x="197475" y="333756"/>
                </a:lnTo>
                <a:lnTo>
                  <a:pt x="197694" y="344424"/>
                </a:lnTo>
                <a:lnTo>
                  <a:pt x="71628" y="344424"/>
                </a:lnTo>
                <a:lnTo>
                  <a:pt x="71628" y="381000"/>
                </a:lnTo>
                <a:lnTo>
                  <a:pt x="47244" y="391668"/>
                </a:lnTo>
                <a:close/>
              </a:path>
              <a:path w="399414" h="405764">
                <a:moveTo>
                  <a:pt x="197475" y="333756"/>
                </a:moveTo>
                <a:lnTo>
                  <a:pt x="173736" y="333756"/>
                </a:lnTo>
                <a:lnTo>
                  <a:pt x="173736" y="246888"/>
                </a:lnTo>
                <a:lnTo>
                  <a:pt x="207073" y="246888"/>
                </a:lnTo>
                <a:lnTo>
                  <a:pt x="196596" y="254508"/>
                </a:lnTo>
                <a:lnTo>
                  <a:pt x="196834" y="295132"/>
                </a:lnTo>
                <a:lnTo>
                  <a:pt x="197358" y="328041"/>
                </a:lnTo>
                <a:lnTo>
                  <a:pt x="197475" y="333756"/>
                </a:lnTo>
                <a:close/>
              </a:path>
              <a:path w="399414" h="405764">
                <a:moveTo>
                  <a:pt x="173736" y="384048"/>
                </a:moveTo>
                <a:lnTo>
                  <a:pt x="173736" y="344424"/>
                </a:lnTo>
                <a:lnTo>
                  <a:pt x="197694" y="344424"/>
                </a:lnTo>
                <a:lnTo>
                  <a:pt x="197881" y="353520"/>
                </a:lnTo>
                <a:lnTo>
                  <a:pt x="198120" y="371856"/>
                </a:lnTo>
                <a:lnTo>
                  <a:pt x="173736" y="384048"/>
                </a:lnTo>
                <a:close/>
              </a:path>
              <a:path w="399414" h="405764">
                <a:moveTo>
                  <a:pt x="131064" y="70104"/>
                </a:moveTo>
                <a:lnTo>
                  <a:pt x="120396" y="70104"/>
                </a:lnTo>
                <a:lnTo>
                  <a:pt x="118967" y="60126"/>
                </a:lnTo>
                <a:lnTo>
                  <a:pt x="116967" y="50863"/>
                </a:lnTo>
                <a:lnTo>
                  <a:pt x="114395" y="42457"/>
                </a:lnTo>
                <a:lnTo>
                  <a:pt x="111252" y="35052"/>
                </a:lnTo>
                <a:lnTo>
                  <a:pt x="108418" y="27955"/>
                </a:lnTo>
                <a:lnTo>
                  <a:pt x="104584" y="20574"/>
                </a:lnTo>
                <a:lnTo>
                  <a:pt x="99893" y="13192"/>
                </a:lnTo>
                <a:lnTo>
                  <a:pt x="94488" y="6096"/>
                </a:lnTo>
                <a:lnTo>
                  <a:pt x="97536" y="0"/>
                </a:lnTo>
                <a:lnTo>
                  <a:pt x="117586" y="12644"/>
                </a:lnTo>
                <a:lnTo>
                  <a:pt x="132207" y="23431"/>
                </a:lnTo>
                <a:lnTo>
                  <a:pt x="141684" y="32789"/>
                </a:lnTo>
                <a:lnTo>
                  <a:pt x="146304" y="41147"/>
                </a:lnTo>
                <a:lnTo>
                  <a:pt x="146280" y="48244"/>
                </a:lnTo>
                <a:lnTo>
                  <a:pt x="143827" y="55626"/>
                </a:lnTo>
                <a:lnTo>
                  <a:pt x="138803" y="63007"/>
                </a:lnTo>
                <a:lnTo>
                  <a:pt x="131064" y="70104"/>
                </a:lnTo>
                <a:close/>
              </a:path>
              <a:path w="399414" h="405764">
                <a:moveTo>
                  <a:pt x="33528" y="85344"/>
                </a:moveTo>
                <a:lnTo>
                  <a:pt x="18288" y="70104"/>
                </a:lnTo>
                <a:lnTo>
                  <a:pt x="188976" y="70104"/>
                </a:lnTo>
                <a:lnTo>
                  <a:pt x="207264" y="48768"/>
                </a:lnTo>
                <a:lnTo>
                  <a:pt x="234696" y="80771"/>
                </a:lnTo>
                <a:lnTo>
                  <a:pt x="67056" y="80771"/>
                </a:lnTo>
                <a:lnTo>
                  <a:pt x="59674" y="81057"/>
                </a:lnTo>
                <a:lnTo>
                  <a:pt x="51435" y="81915"/>
                </a:lnTo>
                <a:lnTo>
                  <a:pt x="42624" y="83343"/>
                </a:lnTo>
                <a:lnTo>
                  <a:pt x="33528" y="85344"/>
                </a:lnTo>
                <a:close/>
              </a:path>
              <a:path w="399414" h="405764">
                <a:moveTo>
                  <a:pt x="152400" y="181356"/>
                </a:moveTo>
                <a:lnTo>
                  <a:pt x="140208" y="181356"/>
                </a:lnTo>
                <a:lnTo>
                  <a:pt x="152471" y="151614"/>
                </a:lnTo>
                <a:lnTo>
                  <a:pt x="161734" y="126301"/>
                </a:lnTo>
                <a:lnTo>
                  <a:pt x="167854" y="105275"/>
                </a:lnTo>
                <a:lnTo>
                  <a:pt x="170688" y="88392"/>
                </a:lnTo>
                <a:lnTo>
                  <a:pt x="207264" y="111252"/>
                </a:lnTo>
                <a:lnTo>
                  <a:pt x="192024" y="120396"/>
                </a:lnTo>
                <a:lnTo>
                  <a:pt x="183475" y="132707"/>
                </a:lnTo>
                <a:lnTo>
                  <a:pt x="173926" y="146875"/>
                </a:lnTo>
                <a:lnTo>
                  <a:pt x="163520" y="163044"/>
                </a:lnTo>
                <a:lnTo>
                  <a:pt x="152400" y="181356"/>
                </a:lnTo>
                <a:close/>
              </a:path>
              <a:path w="399414" h="405764">
                <a:moveTo>
                  <a:pt x="88392" y="173736"/>
                </a:moveTo>
                <a:lnTo>
                  <a:pt x="83820" y="173736"/>
                </a:lnTo>
                <a:lnTo>
                  <a:pt x="82296" y="170688"/>
                </a:lnTo>
                <a:lnTo>
                  <a:pt x="80772" y="161544"/>
                </a:lnTo>
                <a:lnTo>
                  <a:pt x="78486" y="153804"/>
                </a:lnTo>
                <a:lnTo>
                  <a:pt x="64960" y="117729"/>
                </a:lnTo>
                <a:lnTo>
                  <a:pt x="54864" y="100584"/>
                </a:lnTo>
                <a:lnTo>
                  <a:pt x="57912" y="96012"/>
                </a:lnTo>
                <a:lnTo>
                  <a:pt x="91773" y="123872"/>
                </a:lnTo>
                <a:lnTo>
                  <a:pt x="105156" y="146304"/>
                </a:lnTo>
                <a:lnTo>
                  <a:pt x="103632" y="153924"/>
                </a:lnTo>
                <a:lnTo>
                  <a:pt x="102108" y="160020"/>
                </a:lnTo>
                <a:lnTo>
                  <a:pt x="99060" y="166116"/>
                </a:lnTo>
                <a:lnTo>
                  <a:pt x="94488" y="169164"/>
                </a:lnTo>
                <a:lnTo>
                  <a:pt x="91440" y="172212"/>
                </a:lnTo>
                <a:lnTo>
                  <a:pt x="88392" y="173736"/>
                </a:lnTo>
                <a:close/>
              </a:path>
              <a:path w="399414" h="405764">
                <a:moveTo>
                  <a:pt x="16764" y="196596"/>
                </a:moveTo>
                <a:lnTo>
                  <a:pt x="0" y="181356"/>
                </a:lnTo>
                <a:lnTo>
                  <a:pt x="205740" y="181356"/>
                </a:lnTo>
                <a:lnTo>
                  <a:pt x="227076" y="160020"/>
                </a:lnTo>
                <a:lnTo>
                  <a:pt x="254508" y="192024"/>
                </a:lnTo>
                <a:lnTo>
                  <a:pt x="48768" y="192024"/>
                </a:lnTo>
                <a:lnTo>
                  <a:pt x="41624" y="192309"/>
                </a:lnTo>
                <a:lnTo>
                  <a:pt x="33909" y="193167"/>
                </a:lnTo>
                <a:lnTo>
                  <a:pt x="25622" y="194595"/>
                </a:lnTo>
                <a:lnTo>
                  <a:pt x="16764" y="19659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" name="object 49"/>
          <p:cNvSpPr/>
          <p:nvPr/>
        </p:nvSpPr>
        <p:spPr>
          <a:xfrm>
            <a:off x="6170676" y="3009899"/>
            <a:ext cx="346075" cy="402590"/>
          </a:xfrm>
          <a:custGeom>
            <a:avLst/>
            <a:gdLst/>
            <a:ahLst/>
            <a:cxnLst/>
            <a:rect l="l" t="t" r="r" b="b"/>
            <a:pathLst>
              <a:path w="346075" h="402589">
                <a:moveTo>
                  <a:pt x="340461" y="18288"/>
                </a:moveTo>
                <a:lnTo>
                  <a:pt x="306324" y="18288"/>
                </a:lnTo>
                <a:lnTo>
                  <a:pt x="318516" y="0"/>
                </a:lnTo>
                <a:lnTo>
                  <a:pt x="340461" y="18288"/>
                </a:lnTo>
                <a:close/>
              </a:path>
              <a:path w="346075" h="402589">
                <a:moveTo>
                  <a:pt x="0" y="402336"/>
                </a:moveTo>
                <a:lnTo>
                  <a:pt x="881" y="384929"/>
                </a:lnTo>
                <a:lnTo>
                  <a:pt x="1333" y="367093"/>
                </a:lnTo>
                <a:lnTo>
                  <a:pt x="1455" y="48768"/>
                </a:lnTo>
                <a:lnTo>
                  <a:pt x="1354" y="38862"/>
                </a:lnTo>
                <a:lnTo>
                  <a:pt x="1248" y="33528"/>
                </a:lnTo>
                <a:lnTo>
                  <a:pt x="881" y="19502"/>
                </a:lnTo>
                <a:lnTo>
                  <a:pt x="0" y="1524"/>
                </a:lnTo>
                <a:lnTo>
                  <a:pt x="25908" y="18288"/>
                </a:lnTo>
                <a:lnTo>
                  <a:pt x="340461" y="18288"/>
                </a:lnTo>
                <a:lnTo>
                  <a:pt x="345948" y="22860"/>
                </a:lnTo>
                <a:lnTo>
                  <a:pt x="340722" y="27432"/>
                </a:lnTo>
                <a:lnTo>
                  <a:pt x="25908" y="27432"/>
                </a:lnTo>
                <a:lnTo>
                  <a:pt x="25908" y="242316"/>
                </a:lnTo>
                <a:lnTo>
                  <a:pt x="49953" y="242316"/>
                </a:lnTo>
                <a:lnTo>
                  <a:pt x="25908" y="249935"/>
                </a:lnTo>
                <a:lnTo>
                  <a:pt x="25908" y="353567"/>
                </a:lnTo>
                <a:lnTo>
                  <a:pt x="334667" y="353567"/>
                </a:lnTo>
                <a:lnTo>
                  <a:pt x="334708" y="354520"/>
                </a:lnTo>
                <a:lnTo>
                  <a:pt x="335329" y="364236"/>
                </a:lnTo>
                <a:lnTo>
                  <a:pt x="25908" y="364236"/>
                </a:lnTo>
                <a:lnTo>
                  <a:pt x="25908" y="391667"/>
                </a:lnTo>
                <a:lnTo>
                  <a:pt x="0" y="402336"/>
                </a:lnTo>
                <a:close/>
              </a:path>
              <a:path w="346075" h="402589">
                <a:moveTo>
                  <a:pt x="54864" y="166116"/>
                </a:moveTo>
                <a:lnTo>
                  <a:pt x="48768" y="161544"/>
                </a:lnTo>
                <a:lnTo>
                  <a:pt x="62150" y="143232"/>
                </a:lnTo>
                <a:lnTo>
                  <a:pt x="74676" y="124777"/>
                </a:lnTo>
                <a:lnTo>
                  <a:pt x="96012" y="86868"/>
                </a:lnTo>
                <a:lnTo>
                  <a:pt x="115728" y="38862"/>
                </a:lnTo>
                <a:lnTo>
                  <a:pt x="118872" y="27432"/>
                </a:lnTo>
                <a:lnTo>
                  <a:pt x="121920" y="27432"/>
                </a:lnTo>
                <a:lnTo>
                  <a:pt x="152400" y="44196"/>
                </a:lnTo>
                <a:lnTo>
                  <a:pt x="141732" y="48768"/>
                </a:lnTo>
                <a:lnTo>
                  <a:pt x="136540" y="56221"/>
                </a:lnTo>
                <a:lnTo>
                  <a:pt x="128444" y="68270"/>
                </a:lnTo>
                <a:lnTo>
                  <a:pt x="124968" y="73152"/>
                </a:lnTo>
                <a:lnTo>
                  <a:pt x="246316" y="73152"/>
                </a:lnTo>
                <a:lnTo>
                  <a:pt x="256032" y="82296"/>
                </a:lnTo>
                <a:lnTo>
                  <a:pt x="253288" y="83820"/>
                </a:lnTo>
                <a:lnTo>
                  <a:pt x="120396" y="83820"/>
                </a:lnTo>
                <a:lnTo>
                  <a:pt x="125873" y="92964"/>
                </a:lnTo>
                <a:lnTo>
                  <a:pt x="114300" y="92964"/>
                </a:lnTo>
                <a:lnTo>
                  <a:pt x="99441" y="113823"/>
                </a:lnTo>
                <a:lnTo>
                  <a:pt x="84582" y="132969"/>
                </a:lnTo>
                <a:lnTo>
                  <a:pt x="69723" y="150399"/>
                </a:lnTo>
                <a:lnTo>
                  <a:pt x="54864" y="166116"/>
                </a:lnTo>
                <a:close/>
              </a:path>
              <a:path w="346075" h="402589">
                <a:moveTo>
                  <a:pt x="334667" y="353567"/>
                </a:moveTo>
                <a:lnTo>
                  <a:pt x="309372" y="353567"/>
                </a:lnTo>
                <a:lnTo>
                  <a:pt x="309372" y="27432"/>
                </a:lnTo>
                <a:lnTo>
                  <a:pt x="340722" y="27432"/>
                </a:lnTo>
                <a:lnTo>
                  <a:pt x="333756" y="33528"/>
                </a:lnTo>
                <a:lnTo>
                  <a:pt x="333779" y="323088"/>
                </a:lnTo>
                <a:lnTo>
                  <a:pt x="334017" y="338399"/>
                </a:lnTo>
                <a:lnTo>
                  <a:pt x="334667" y="353567"/>
                </a:lnTo>
                <a:close/>
              </a:path>
              <a:path w="346075" h="402589">
                <a:moveTo>
                  <a:pt x="246316" y="73152"/>
                </a:moveTo>
                <a:lnTo>
                  <a:pt x="217932" y="73152"/>
                </a:lnTo>
                <a:lnTo>
                  <a:pt x="230124" y="57912"/>
                </a:lnTo>
                <a:lnTo>
                  <a:pt x="246316" y="73152"/>
                </a:lnTo>
                <a:close/>
              </a:path>
              <a:path w="346075" h="402589">
                <a:moveTo>
                  <a:pt x="195728" y="150876"/>
                </a:moveTo>
                <a:lnTo>
                  <a:pt x="167640" y="150876"/>
                </a:lnTo>
                <a:lnTo>
                  <a:pt x="179974" y="136326"/>
                </a:lnTo>
                <a:lnTo>
                  <a:pt x="192024" y="120205"/>
                </a:lnTo>
                <a:lnTo>
                  <a:pt x="204073" y="102655"/>
                </a:lnTo>
                <a:lnTo>
                  <a:pt x="216408" y="83820"/>
                </a:lnTo>
                <a:lnTo>
                  <a:pt x="253288" y="83820"/>
                </a:lnTo>
                <a:lnTo>
                  <a:pt x="242316" y="89916"/>
                </a:lnTo>
                <a:lnTo>
                  <a:pt x="227433" y="110847"/>
                </a:lnTo>
                <a:lnTo>
                  <a:pt x="212407" y="130492"/>
                </a:lnTo>
                <a:lnTo>
                  <a:pt x="197096" y="149280"/>
                </a:lnTo>
                <a:lnTo>
                  <a:pt x="195728" y="150876"/>
                </a:lnTo>
                <a:close/>
              </a:path>
              <a:path w="346075" h="402589">
                <a:moveTo>
                  <a:pt x="49953" y="242316"/>
                </a:moveTo>
                <a:lnTo>
                  <a:pt x="25908" y="242316"/>
                </a:lnTo>
                <a:lnTo>
                  <a:pt x="64770" y="224361"/>
                </a:lnTo>
                <a:lnTo>
                  <a:pt x="99060" y="204978"/>
                </a:lnTo>
                <a:lnTo>
                  <a:pt x="128778" y="184451"/>
                </a:lnTo>
                <a:lnTo>
                  <a:pt x="153924" y="163068"/>
                </a:lnTo>
                <a:lnTo>
                  <a:pt x="142803" y="147399"/>
                </a:lnTo>
                <a:lnTo>
                  <a:pt x="132397" y="130302"/>
                </a:lnTo>
                <a:lnTo>
                  <a:pt x="122848" y="112061"/>
                </a:lnTo>
                <a:lnTo>
                  <a:pt x="114300" y="92964"/>
                </a:lnTo>
                <a:lnTo>
                  <a:pt x="125873" y="92964"/>
                </a:lnTo>
                <a:lnTo>
                  <a:pt x="132707" y="104370"/>
                </a:lnTo>
                <a:lnTo>
                  <a:pt x="144589" y="122491"/>
                </a:lnTo>
                <a:lnTo>
                  <a:pt x="156186" y="138041"/>
                </a:lnTo>
                <a:lnTo>
                  <a:pt x="167640" y="150876"/>
                </a:lnTo>
                <a:lnTo>
                  <a:pt x="195728" y="150876"/>
                </a:lnTo>
                <a:lnTo>
                  <a:pt x="181356" y="167640"/>
                </a:lnTo>
                <a:lnTo>
                  <a:pt x="201116" y="179832"/>
                </a:lnTo>
                <a:lnTo>
                  <a:pt x="166116" y="179832"/>
                </a:lnTo>
                <a:lnTo>
                  <a:pt x="134350" y="202358"/>
                </a:lnTo>
                <a:lnTo>
                  <a:pt x="100584" y="221742"/>
                </a:lnTo>
                <a:lnTo>
                  <a:pt x="64531" y="237696"/>
                </a:lnTo>
                <a:lnTo>
                  <a:pt x="49953" y="242316"/>
                </a:lnTo>
                <a:close/>
              </a:path>
              <a:path w="346075" h="402589">
                <a:moveTo>
                  <a:pt x="271272" y="242316"/>
                </a:moveTo>
                <a:lnTo>
                  <a:pt x="242323" y="229719"/>
                </a:lnTo>
                <a:lnTo>
                  <a:pt x="215265" y="215074"/>
                </a:lnTo>
                <a:lnTo>
                  <a:pt x="189833" y="198381"/>
                </a:lnTo>
                <a:lnTo>
                  <a:pt x="166116" y="179832"/>
                </a:lnTo>
                <a:lnTo>
                  <a:pt x="201116" y="179832"/>
                </a:lnTo>
                <a:lnTo>
                  <a:pt x="209645" y="185094"/>
                </a:lnTo>
                <a:lnTo>
                  <a:pt x="239649" y="198691"/>
                </a:lnTo>
                <a:lnTo>
                  <a:pt x="271367" y="208573"/>
                </a:lnTo>
                <a:lnTo>
                  <a:pt x="304800" y="214884"/>
                </a:lnTo>
                <a:lnTo>
                  <a:pt x="304800" y="220980"/>
                </a:lnTo>
                <a:lnTo>
                  <a:pt x="293131" y="223027"/>
                </a:lnTo>
                <a:lnTo>
                  <a:pt x="283464" y="227076"/>
                </a:lnTo>
                <a:lnTo>
                  <a:pt x="276082" y="233410"/>
                </a:lnTo>
                <a:lnTo>
                  <a:pt x="271272" y="242316"/>
                </a:lnTo>
                <a:close/>
              </a:path>
              <a:path w="346075" h="402589">
                <a:moveTo>
                  <a:pt x="202692" y="272796"/>
                </a:moveTo>
                <a:lnTo>
                  <a:pt x="195072" y="272796"/>
                </a:lnTo>
                <a:lnTo>
                  <a:pt x="192024" y="269747"/>
                </a:lnTo>
                <a:lnTo>
                  <a:pt x="185928" y="265176"/>
                </a:lnTo>
                <a:lnTo>
                  <a:pt x="176260" y="255722"/>
                </a:lnTo>
                <a:lnTo>
                  <a:pt x="163449" y="245554"/>
                </a:lnTo>
                <a:lnTo>
                  <a:pt x="147780" y="234529"/>
                </a:lnTo>
                <a:lnTo>
                  <a:pt x="129540" y="222504"/>
                </a:lnTo>
                <a:lnTo>
                  <a:pt x="131064" y="217932"/>
                </a:lnTo>
                <a:lnTo>
                  <a:pt x="179927" y="229719"/>
                </a:lnTo>
                <a:lnTo>
                  <a:pt x="205740" y="256032"/>
                </a:lnTo>
                <a:lnTo>
                  <a:pt x="204216" y="268223"/>
                </a:lnTo>
                <a:lnTo>
                  <a:pt x="202692" y="272796"/>
                </a:lnTo>
                <a:close/>
              </a:path>
              <a:path w="346075" h="402589">
                <a:moveTo>
                  <a:pt x="228600" y="342900"/>
                </a:moveTo>
                <a:lnTo>
                  <a:pt x="219456" y="342900"/>
                </a:lnTo>
                <a:lnTo>
                  <a:pt x="213360" y="339852"/>
                </a:lnTo>
                <a:lnTo>
                  <a:pt x="205740" y="332232"/>
                </a:lnTo>
                <a:lnTo>
                  <a:pt x="189476" y="321659"/>
                </a:lnTo>
                <a:lnTo>
                  <a:pt x="165925" y="310515"/>
                </a:lnTo>
                <a:lnTo>
                  <a:pt x="135231" y="298799"/>
                </a:lnTo>
                <a:lnTo>
                  <a:pt x="97536" y="286511"/>
                </a:lnTo>
                <a:lnTo>
                  <a:pt x="97536" y="280416"/>
                </a:lnTo>
                <a:lnTo>
                  <a:pt x="163830" y="288798"/>
                </a:lnTo>
                <a:lnTo>
                  <a:pt x="202692" y="297180"/>
                </a:lnTo>
                <a:lnTo>
                  <a:pt x="231648" y="336804"/>
                </a:lnTo>
                <a:lnTo>
                  <a:pt x="228600" y="342900"/>
                </a:lnTo>
                <a:close/>
              </a:path>
              <a:path w="346075" h="402589">
                <a:moveTo>
                  <a:pt x="309372" y="397764"/>
                </a:moveTo>
                <a:lnTo>
                  <a:pt x="309372" y="364236"/>
                </a:lnTo>
                <a:lnTo>
                  <a:pt x="335329" y="364236"/>
                </a:lnTo>
                <a:lnTo>
                  <a:pt x="335684" y="369784"/>
                </a:lnTo>
                <a:lnTo>
                  <a:pt x="336804" y="384048"/>
                </a:lnTo>
                <a:lnTo>
                  <a:pt x="309372" y="39776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" name="object 50"/>
          <p:cNvSpPr/>
          <p:nvPr/>
        </p:nvSpPr>
        <p:spPr>
          <a:xfrm>
            <a:off x="6571488" y="3040379"/>
            <a:ext cx="391795" cy="410209"/>
          </a:xfrm>
          <a:custGeom>
            <a:avLst/>
            <a:gdLst/>
            <a:ahLst/>
            <a:cxnLst/>
            <a:rect l="l" t="t" r="r" b="b"/>
            <a:pathLst>
              <a:path w="391795" h="410210">
                <a:moveTo>
                  <a:pt x="260604" y="167640"/>
                </a:moveTo>
                <a:lnTo>
                  <a:pt x="143256" y="167640"/>
                </a:lnTo>
                <a:lnTo>
                  <a:pt x="143256" y="204216"/>
                </a:lnTo>
                <a:lnTo>
                  <a:pt x="217932" y="204216"/>
                </a:lnTo>
                <a:lnTo>
                  <a:pt x="217932" y="288036"/>
                </a:lnTo>
                <a:lnTo>
                  <a:pt x="211658" y="290944"/>
                </a:lnTo>
                <a:lnTo>
                  <a:pt x="204406" y="292989"/>
                </a:lnTo>
                <a:lnTo>
                  <a:pt x="196278" y="294474"/>
                </a:lnTo>
                <a:lnTo>
                  <a:pt x="187452" y="295656"/>
                </a:lnTo>
                <a:lnTo>
                  <a:pt x="178308" y="297421"/>
                </a:lnTo>
                <a:lnTo>
                  <a:pt x="169164" y="298323"/>
                </a:lnTo>
                <a:lnTo>
                  <a:pt x="160020" y="298665"/>
                </a:lnTo>
                <a:lnTo>
                  <a:pt x="150876" y="298704"/>
                </a:lnTo>
                <a:lnTo>
                  <a:pt x="139458" y="298132"/>
                </a:lnTo>
                <a:lnTo>
                  <a:pt x="97574" y="284683"/>
                </a:lnTo>
                <a:lnTo>
                  <a:pt x="66598" y="255727"/>
                </a:lnTo>
                <a:lnTo>
                  <a:pt x="48691" y="210273"/>
                </a:lnTo>
                <a:lnTo>
                  <a:pt x="44196" y="166116"/>
                </a:lnTo>
                <a:lnTo>
                  <a:pt x="45923" y="138099"/>
                </a:lnTo>
                <a:lnTo>
                  <a:pt x="60261" y="91757"/>
                </a:lnTo>
                <a:lnTo>
                  <a:pt x="88239" y="57391"/>
                </a:lnTo>
                <a:lnTo>
                  <a:pt x="125869" y="40157"/>
                </a:lnTo>
                <a:lnTo>
                  <a:pt x="147828" y="38100"/>
                </a:lnTo>
                <a:lnTo>
                  <a:pt x="157822" y="38366"/>
                </a:lnTo>
                <a:lnTo>
                  <a:pt x="214884" y="51816"/>
                </a:lnTo>
                <a:lnTo>
                  <a:pt x="239268" y="67056"/>
                </a:lnTo>
                <a:lnTo>
                  <a:pt x="245364" y="70104"/>
                </a:lnTo>
                <a:lnTo>
                  <a:pt x="249936" y="74676"/>
                </a:lnTo>
                <a:lnTo>
                  <a:pt x="256032" y="79248"/>
                </a:lnTo>
                <a:lnTo>
                  <a:pt x="259080" y="79248"/>
                </a:lnTo>
                <a:lnTo>
                  <a:pt x="259080" y="27432"/>
                </a:lnTo>
                <a:lnTo>
                  <a:pt x="254508" y="25908"/>
                </a:lnTo>
                <a:lnTo>
                  <a:pt x="246888" y="21336"/>
                </a:lnTo>
                <a:lnTo>
                  <a:pt x="237744" y="18288"/>
                </a:lnTo>
                <a:lnTo>
                  <a:pt x="231140" y="15151"/>
                </a:lnTo>
                <a:lnTo>
                  <a:pt x="224980" y="12573"/>
                </a:lnTo>
                <a:lnTo>
                  <a:pt x="219087" y="10579"/>
                </a:lnTo>
                <a:lnTo>
                  <a:pt x="213360" y="9144"/>
                </a:lnTo>
                <a:lnTo>
                  <a:pt x="206476" y="7124"/>
                </a:lnTo>
                <a:lnTo>
                  <a:pt x="161899" y="266"/>
                </a:lnTo>
                <a:lnTo>
                  <a:pt x="153924" y="0"/>
                </a:lnTo>
                <a:lnTo>
                  <a:pt x="137058" y="838"/>
                </a:lnTo>
                <a:lnTo>
                  <a:pt x="89916" y="12192"/>
                </a:lnTo>
                <a:lnTo>
                  <a:pt x="51981" y="34480"/>
                </a:lnTo>
                <a:lnTo>
                  <a:pt x="23622" y="68580"/>
                </a:lnTo>
                <a:lnTo>
                  <a:pt x="5778" y="113855"/>
                </a:lnTo>
                <a:lnTo>
                  <a:pt x="0" y="167640"/>
                </a:lnTo>
                <a:lnTo>
                  <a:pt x="584" y="187642"/>
                </a:lnTo>
                <a:lnTo>
                  <a:pt x="10668" y="240792"/>
                </a:lnTo>
                <a:lnTo>
                  <a:pt x="31445" y="282371"/>
                </a:lnTo>
                <a:lnTo>
                  <a:pt x="63817" y="312420"/>
                </a:lnTo>
                <a:lnTo>
                  <a:pt x="105054" y="330377"/>
                </a:lnTo>
                <a:lnTo>
                  <a:pt x="153924" y="336804"/>
                </a:lnTo>
                <a:lnTo>
                  <a:pt x="162534" y="336550"/>
                </a:lnTo>
                <a:lnTo>
                  <a:pt x="213360" y="326136"/>
                </a:lnTo>
                <a:lnTo>
                  <a:pt x="219329" y="324713"/>
                </a:lnTo>
                <a:lnTo>
                  <a:pt x="225742" y="322707"/>
                </a:lnTo>
                <a:lnTo>
                  <a:pt x="232422" y="320141"/>
                </a:lnTo>
                <a:lnTo>
                  <a:pt x="239268" y="316992"/>
                </a:lnTo>
                <a:lnTo>
                  <a:pt x="248412" y="313944"/>
                </a:lnTo>
                <a:lnTo>
                  <a:pt x="256032" y="310896"/>
                </a:lnTo>
                <a:lnTo>
                  <a:pt x="260604" y="307848"/>
                </a:lnTo>
                <a:lnTo>
                  <a:pt x="260604" y="167640"/>
                </a:lnTo>
                <a:close/>
              </a:path>
              <a:path w="391795" h="410210">
                <a:moveTo>
                  <a:pt x="391655" y="268224"/>
                </a:moveTo>
                <a:lnTo>
                  <a:pt x="336804" y="268224"/>
                </a:lnTo>
                <a:lnTo>
                  <a:pt x="298704" y="409956"/>
                </a:lnTo>
                <a:lnTo>
                  <a:pt x="330708" y="409956"/>
                </a:lnTo>
                <a:lnTo>
                  <a:pt x="391655" y="26822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" name="object 51"/>
          <p:cNvSpPr/>
          <p:nvPr/>
        </p:nvSpPr>
        <p:spPr>
          <a:xfrm>
            <a:off x="7008876" y="3006851"/>
            <a:ext cx="403860" cy="405765"/>
          </a:xfrm>
          <a:custGeom>
            <a:avLst/>
            <a:gdLst/>
            <a:ahLst/>
            <a:cxnLst/>
            <a:rect l="l" t="t" r="r" b="b"/>
            <a:pathLst>
              <a:path w="403859" h="405764">
                <a:moveTo>
                  <a:pt x="208787" y="100584"/>
                </a:moveTo>
                <a:lnTo>
                  <a:pt x="182879" y="100584"/>
                </a:lnTo>
                <a:lnTo>
                  <a:pt x="182787" y="54363"/>
                </a:lnTo>
                <a:lnTo>
                  <a:pt x="182689" y="37719"/>
                </a:lnTo>
                <a:lnTo>
                  <a:pt x="182237" y="15716"/>
                </a:lnTo>
                <a:lnTo>
                  <a:pt x="181355" y="0"/>
                </a:lnTo>
                <a:lnTo>
                  <a:pt x="222503" y="22860"/>
                </a:lnTo>
                <a:lnTo>
                  <a:pt x="208787" y="36576"/>
                </a:lnTo>
                <a:lnTo>
                  <a:pt x="208787" y="100584"/>
                </a:lnTo>
                <a:close/>
              </a:path>
              <a:path w="403859" h="405764">
                <a:moveTo>
                  <a:pt x="315467" y="88392"/>
                </a:moveTo>
                <a:lnTo>
                  <a:pt x="309371" y="88392"/>
                </a:lnTo>
                <a:lnTo>
                  <a:pt x="306323" y="83820"/>
                </a:lnTo>
                <a:lnTo>
                  <a:pt x="301751" y="74676"/>
                </a:lnTo>
                <a:lnTo>
                  <a:pt x="293465" y="62650"/>
                </a:lnTo>
                <a:lnTo>
                  <a:pt x="282320" y="49339"/>
                </a:lnTo>
                <a:lnTo>
                  <a:pt x="268319" y="34599"/>
                </a:lnTo>
                <a:lnTo>
                  <a:pt x="251459" y="18288"/>
                </a:lnTo>
                <a:lnTo>
                  <a:pt x="254507" y="13716"/>
                </a:lnTo>
                <a:lnTo>
                  <a:pt x="299942" y="31718"/>
                </a:lnTo>
                <a:lnTo>
                  <a:pt x="326136" y="60960"/>
                </a:lnTo>
                <a:lnTo>
                  <a:pt x="326094" y="62650"/>
                </a:lnTo>
                <a:lnTo>
                  <a:pt x="324612" y="68580"/>
                </a:lnTo>
                <a:lnTo>
                  <a:pt x="318515" y="83820"/>
                </a:lnTo>
                <a:lnTo>
                  <a:pt x="315467" y="88392"/>
                </a:lnTo>
                <a:close/>
              </a:path>
              <a:path w="403859" h="405764">
                <a:moveTo>
                  <a:pt x="25907" y="115824"/>
                </a:moveTo>
                <a:lnTo>
                  <a:pt x="10667" y="100584"/>
                </a:lnTo>
                <a:lnTo>
                  <a:pt x="330708" y="100584"/>
                </a:lnTo>
                <a:lnTo>
                  <a:pt x="355092" y="74676"/>
                </a:lnTo>
                <a:lnTo>
                  <a:pt x="390144" y="111252"/>
                </a:lnTo>
                <a:lnTo>
                  <a:pt x="68579" y="111252"/>
                </a:lnTo>
                <a:lnTo>
                  <a:pt x="57411" y="111537"/>
                </a:lnTo>
                <a:lnTo>
                  <a:pt x="46672" y="112395"/>
                </a:lnTo>
                <a:lnTo>
                  <a:pt x="36218" y="113823"/>
                </a:lnTo>
                <a:lnTo>
                  <a:pt x="25907" y="115824"/>
                </a:lnTo>
                <a:close/>
              </a:path>
              <a:path w="403859" h="405764">
                <a:moveTo>
                  <a:pt x="28955" y="356616"/>
                </a:moveTo>
                <a:lnTo>
                  <a:pt x="0" y="321564"/>
                </a:lnTo>
                <a:lnTo>
                  <a:pt x="11715" y="318373"/>
                </a:lnTo>
                <a:lnTo>
                  <a:pt x="26288" y="313182"/>
                </a:lnTo>
                <a:lnTo>
                  <a:pt x="43719" y="305704"/>
                </a:lnTo>
                <a:lnTo>
                  <a:pt x="64007" y="295656"/>
                </a:lnTo>
                <a:lnTo>
                  <a:pt x="148018" y="253007"/>
                </a:lnTo>
                <a:lnTo>
                  <a:pt x="182879" y="234696"/>
                </a:lnTo>
                <a:lnTo>
                  <a:pt x="182879" y="111252"/>
                </a:lnTo>
                <a:lnTo>
                  <a:pt x="210311" y="111252"/>
                </a:lnTo>
                <a:lnTo>
                  <a:pt x="217384" y="132588"/>
                </a:lnTo>
                <a:lnTo>
                  <a:pt x="208787" y="132588"/>
                </a:lnTo>
                <a:lnTo>
                  <a:pt x="208787" y="245364"/>
                </a:lnTo>
                <a:lnTo>
                  <a:pt x="182879" y="245364"/>
                </a:lnTo>
                <a:lnTo>
                  <a:pt x="76200" y="313944"/>
                </a:lnTo>
                <a:lnTo>
                  <a:pt x="58531" y="326826"/>
                </a:lnTo>
                <a:lnTo>
                  <a:pt x="44576" y="338137"/>
                </a:lnTo>
                <a:lnTo>
                  <a:pt x="34623" y="348019"/>
                </a:lnTo>
                <a:lnTo>
                  <a:pt x="28955" y="356616"/>
                </a:lnTo>
                <a:close/>
              </a:path>
              <a:path w="403859" h="405764">
                <a:moveTo>
                  <a:pt x="364236" y="368808"/>
                </a:moveTo>
                <a:lnTo>
                  <a:pt x="325628" y="343161"/>
                </a:lnTo>
                <a:lnTo>
                  <a:pt x="292099" y="311968"/>
                </a:lnTo>
                <a:lnTo>
                  <a:pt x="263651" y="275272"/>
                </a:lnTo>
                <a:lnTo>
                  <a:pt x="240283" y="233115"/>
                </a:lnTo>
                <a:lnTo>
                  <a:pt x="221995" y="185539"/>
                </a:lnTo>
                <a:lnTo>
                  <a:pt x="208787" y="132588"/>
                </a:lnTo>
                <a:lnTo>
                  <a:pt x="217384" y="132588"/>
                </a:lnTo>
                <a:lnTo>
                  <a:pt x="221765" y="145803"/>
                </a:lnTo>
                <a:lnTo>
                  <a:pt x="233362" y="176212"/>
                </a:lnTo>
                <a:lnTo>
                  <a:pt x="245244" y="202334"/>
                </a:lnTo>
                <a:lnTo>
                  <a:pt x="257555" y="224028"/>
                </a:lnTo>
                <a:lnTo>
                  <a:pt x="276239" y="224028"/>
                </a:lnTo>
                <a:lnTo>
                  <a:pt x="260603" y="233172"/>
                </a:lnTo>
                <a:lnTo>
                  <a:pt x="291988" y="271438"/>
                </a:lnTo>
                <a:lnTo>
                  <a:pt x="326517" y="301561"/>
                </a:lnTo>
                <a:lnTo>
                  <a:pt x="363902" y="323397"/>
                </a:lnTo>
                <a:lnTo>
                  <a:pt x="403860" y="336803"/>
                </a:lnTo>
                <a:lnTo>
                  <a:pt x="403860" y="344424"/>
                </a:lnTo>
                <a:lnTo>
                  <a:pt x="390167" y="346948"/>
                </a:lnTo>
                <a:lnTo>
                  <a:pt x="378904" y="352044"/>
                </a:lnTo>
                <a:lnTo>
                  <a:pt x="370212" y="359425"/>
                </a:lnTo>
                <a:lnTo>
                  <a:pt x="364236" y="368808"/>
                </a:lnTo>
                <a:close/>
              </a:path>
              <a:path w="403859" h="405764">
                <a:moveTo>
                  <a:pt x="115823" y="231647"/>
                </a:moveTo>
                <a:lnTo>
                  <a:pt x="109727" y="231647"/>
                </a:lnTo>
                <a:lnTo>
                  <a:pt x="106679" y="225552"/>
                </a:lnTo>
                <a:lnTo>
                  <a:pt x="100583" y="211835"/>
                </a:lnTo>
                <a:lnTo>
                  <a:pt x="93130" y="197548"/>
                </a:lnTo>
                <a:lnTo>
                  <a:pt x="82105" y="182117"/>
                </a:lnTo>
                <a:lnTo>
                  <a:pt x="67365" y="165544"/>
                </a:lnTo>
                <a:lnTo>
                  <a:pt x="48767" y="147828"/>
                </a:lnTo>
                <a:lnTo>
                  <a:pt x="53339" y="141732"/>
                </a:lnTo>
                <a:lnTo>
                  <a:pt x="94487" y="160210"/>
                </a:lnTo>
                <a:lnTo>
                  <a:pt x="127634" y="187452"/>
                </a:lnTo>
                <a:lnTo>
                  <a:pt x="131063" y="199644"/>
                </a:lnTo>
                <a:lnTo>
                  <a:pt x="130980" y="204382"/>
                </a:lnTo>
                <a:lnTo>
                  <a:pt x="123443" y="219456"/>
                </a:lnTo>
                <a:lnTo>
                  <a:pt x="118871" y="227076"/>
                </a:lnTo>
                <a:lnTo>
                  <a:pt x="115823" y="231647"/>
                </a:lnTo>
                <a:close/>
              </a:path>
              <a:path w="403859" h="405764">
                <a:moveTo>
                  <a:pt x="276239" y="224028"/>
                </a:moveTo>
                <a:lnTo>
                  <a:pt x="257555" y="224028"/>
                </a:lnTo>
                <a:lnTo>
                  <a:pt x="281249" y="204382"/>
                </a:lnTo>
                <a:lnTo>
                  <a:pt x="301942" y="184594"/>
                </a:lnTo>
                <a:lnTo>
                  <a:pt x="319492" y="165092"/>
                </a:lnTo>
                <a:lnTo>
                  <a:pt x="333756" y="146304"/>
                </a:lnTo>
                <a:lnTo>
                  <a:pt x="364236" y="178308"/>
                </a:lnTo>
                <a:lnTo>
                  <a:pt x="354187" y="180927"/>
                </a:lnTo>
                <a:lnTo>
                  <a:pt x="344424" y="184404"/>
                </a:lnTo>
                <a:lnTo>
                  <a:pt x="334660" y="189023"/>
                </a:lnTo>
                <a:lnTo>
                  <a:pt x="280677" y="221432"/>
                </a:lnTo>
                <a:lnTo>
                  <a:pt x="276239" y="224028"/>
                </a:lnTo>
                <a:close/>
              </a:path>
              <a:path w="403859" h="405764">
                <a:moveTo>
                  <a:pt x="207837" y="361188"/>
                </a:moveTo>
                <a:lnTo>
                  <a:pt x="176783" y="361188"/>
                </a:lnTo>
                <a:lnTo>
                  <a:pt x="181355" y="356616"/>
                </a:lnTo>
                <a:lnTo>
                  <a:pt x="182879" y="345948"/>
                </a:lnTo>
                <a:lnTo>
                  <a:pt x="182879" y="245364"/>
                </a:lnTo>
                <a:lnTo>
                  <a:pt x="208787" y="245364"/>
                </a:lnTo>
                <a:lnTo>
                  <a:pt x="208787" y="350520"/>
                </a:lnTo>
                <a:lnTo>
                  <a:pt x="207837" y="361188"/>
                </a:lnTo>
                <a:close/>
              </a:path>
              <a:path w="403859" h="405764">
                <a:moveTo>
                  <a:pt x="166115" y="405384"/>
                </a:moveTo>
                <a:lnTo>
                  <a:pt x="162067" y="393406"/>
                </a:lnTo>
                <a:lnTo>
                  <a:pt x="152018" y="382714"/>
                </a:lnTo>
                <a:lnTo>
                  <a:pt x="135683" y="373451"/>
                </a:lnTo>
                <a:lnTo>
                  <a:pt x="112775" y="365760"/>
                </a:lnTo>
                <a:lnTo>
                  <a:pt x="112775" y="358140"/>
                </a:lnTo>
                <a:lnTo>
                  <a:pt x="157567" y="360926"/>
                </a:lnTo>
                <a:lnTo>
                  <a:pt x="166115" y="361188"/>
                </a:lnTo>
                <a:lnTo>
                  <a:pt x="207837" y="361188"/>
                </a:lnTo>
                <a:lnTo>
                  <a:pt x="207049" y="370022"/>
                </a:lnTo>
                <a:lnTo>
                  <a:pt x="199453" y="385381"/>
                </a:lnTo>
                <a:lnTo>
                  <a:pt x="185856" y="397025"/>
                </a:lnTo>
                <a:lnTo>
                  <a:pt x="166115" y="40538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" name="object 52"/>
          <p:cNvSpPr/>
          <p:nvPr/>
        </p:nvSpPr>
        <p:spPr>
          <a:xfrm>
            <a:off x="7458443" y="3003803"/>
            <a:ext cx="1288415" cy="412115"/>
          </a:xfrm>
          <a:custGeom>
            <a:avLst/>
            <a:gdLst/>
            <a:ahLst/>
            <a:cxnLst/>
            <a:rect l="l" t="t" r="r" b="b"/>
            <a:pathLst>
              <a:path w="1288415" h="412114">
                <a:moveTo>
                  <a:pt x="396240" y="192024"/>
                </a:moveTo>
                <a:lnTo>
                  <a:pt x="358140" y="153924"/>
                </a:lnTo>
                <a:lnTo>
                  <a:pt x="323088" y="181356"/>
                </a:lnTo>
                <a:lnTo>
                  <a:pt x="0" y="181356"/>
                </a:lnTo>
                <a:lnTo>
                  <a:pt x="15240" y="198120"/>
                </a:lnTo>
                <a:lnTo>
                  <a:pt x="25196" y="195249"/>
                </a:lnTo>
                <a:lnTo>
                  <a:pt x="36576" y="193357"/>
                </a:lnTo>
                <a:lnTo>
                  <a:pt x="49110" y="192341"/>
                </a:lnTo>
                <a:lnTo>
                  <a:pt x="62484" y="192024"/>
                </a:lnTo>
                <a:lnTo>
                  <a:pt x="396240" y="192024"/>
                </a:lnTo>
                <a:close/>
              </a:path>
              <a:path w="1288415" h="412114">
                <a:moveTo>
                  <a:pt x="669048" y="147828"/>
                </a:moveTo>
                <a:lnTo>
                  <a:pt x="627900" y="124968"/>
                </a:lnTo>
                <a:lnTo>
                  <a:pt x="628129" y="145859"/>
                </a:lnTo>
                <a:lnTo>
                  <a:pt x="629183" y="183057"/>
                </a:lnTo>
                <a:lnTo>
                  <a:pt x="629297" y="191262"/>
                </a:lnTo>
                <a:lnTo>
                  <a:pt x="629183" y="330479"/>
                </a:lnTo>
                <a:lnTo>
                  <a:pt x="628662" y="352425"/>
                </a:lnTo>
                <a:lnTo>
                  <a:pt x="628129" y="379526"/>
                </a:lnTo>
                <a:lnTo>
                  <a:pt x="627900" y="411480"/>
                </a:lnTo>
                <a:lnTo>
                  <a:pt x="656856" y="394716"/>
                </a:lnTo>
                <a:lnTo>
                  <a:pt x="655967" y="377888"/>
                </a:lnTo>
                <a:lnTo>
                  <a:pt x="655523" y="361759"/>
                </a:lnTo>
                <a:lnTo>
                  <a:pt x="655408" y="352425"/>
                </a:lnTo>
                <a:lnTo>
                  <a:pt x="655332" y="156972"/>
                </a:lnTo>
                <a:lnTo>
                  <a:pt x="669048" y="147828"/>
                </a:lnTo>
                <a:close/>
              </a:path>
              <a:path w="1288415" h="412114">
                <a:moveTo>
                  <a:pt x="845832" y="179832"/>
                </a:moveTo>
                <a:lnTo>
                  <a:pt x="798207" y="165925"/>
                </a:lnTo>
                <a:lnTo>
                  <a:pt x="748296" y="137160"/>
                </a:lnTo>
                <a:lnTo>
                  <a:pt x="698385" y="92964"/>
                </a:lnTo>
                <a:lnTo>
                  <a:pt x="658228" y="41148"/>
                </a:lnTo>
                <a:lnTo>
                  <a:pt x="650760" y="30480"/>
                </a:lnTo>
                <a:lnTo>
                  <a:pt x="666000" y="19812"/>
                </a:lnTo>
                <a:lnTo>
                  <a:pt x="629424" y="0"/>
                </a:lnTo>
                <a:lnTo>
                  <a:pt x="603897" y="55816"/>
                </a:lnTo>
                <a:lnTo>
                  <a:pt x="562368" y="117348"/>
                </a:lnTo>
                <a:lnTo>
                  <a:pt x="535762" y="147637"/>
                </a:lnTo>
                <a:lnTo>
                  <a:pt x="506171" y="174498"/>
                </a:lnTo>
                <a:lnTo>
                  <a:pt x="473417" y="197929"/>
                </a:lnTo>
                <a:lnTo>
                  <a:pt x="437400" y="217932"/>
                </a:lnTo>
                <a:lnTo>
                  <a:pt x="438924" y="225552"/>
                </a:lnTo>
                <a:lnTo>
                  <a:pt x="474662" y="208978"/>
                </a:lnTo>
                <a:lnTo>
                  <a:pt x="534720" y="172402"/>
                </a:lnTo>
                <a:lnTo>
                  <a:pt x="581863" y="129882"/>
                </a:lnTo>
                <a:lnTo>
                  <a:pt x="624674" y="73964"/>
                </a:lnTo>
                <a:lnTo>
                  <a:pt x="644664" y="41148"/>
                </a:lnTo>
                <a:lnTo>
                  <a:pt x="662952" y="71678"/>
                </a:lnTo>
                <a:lnTo>
                  <a:pt x="699528" y="123024"/>
                </a:lnTo>
                <a:lnTo>
                  <a:pt x="736981" y="162102"/>
                </a:lnTo>
                <a:lnTo>
                  <a:pt x="781037" y="195770"/>
                </a:lnTo>
                <a:lnTo>
                  <a:pt x="806208" y="210312"/>
                </a:lnTo>
                <a:lnTo>
                  <a:pt x="813676" y="201168"/>
                </a:lnTo>
                <a:lnTo>
                  <a:pt x="822591" y="194310"/>
                </a:lnTo>
                <a:lnTo>
                  <a:pt x="833208" y="189738"/>
                </a:lnTo>
                <a:lnTo>
                  <a:pt x="845832" y="187452"/>
                </a:lnTo>
                <a:lnTo>
                  <a:pt x="845832" y="179832"/>
                </a:lnTo>
                <a:close/>
              </a:path>
              <a:path w="1288415" h="412114">
                <a:moveTo>
                  <a:pt x="1223784" y="24396"/>
                </a:moveTo>
                <a:lnTo>
                  <a:pt x="1219644" y="21348"/>
                </a:lnTo>
                <a:lnTo>
                  <a:pt x="1194828" y="3060"/>
                </a:lnTo>
                <a:lnTo>
                  <a:pt x="1185684" y="16776"/>
                </a:lnTo>
                <a:lnTo>
                  <a:pt x="1185684" y="32016"/>
                </a:lnTo>
                <a:lnTo>
                  <a:pt x="1185684" y="70116"/>
                </a:lnTo>
                <a:lnTo>
                  <a:pt x="1185684" y="80784"/>
                </a:lnTo>
                <a:lnTo>
                  <a:pt x="1185684" y="118884"/>
                </a:lnTo>
                <a:lnTo>
                  <a:pt x="998232" y="118884"/>
                </a:lnTo>
                <a:lnTo>
                  <a:pt x="998232" y="80784"/>
                </a:lnTo>
                <a:lnTo>
                  <a:pt x="1185684" y="80784"/>
                </a:lnTo>
                <a:lnTo>
                  <a:pt x="1185684" y="70116"/>
                </a:lnTo>
                <a:lnTo>
                  <a:pt x="998232" y="70116"/>
                </a:lnTo>
                <a:lnTo>
                  <a:pt x="998232" y="32016"/>
                </a:lnTo>
                <a:lnTo>
                  <a:pt x="1185684" y="32016"/>
                </a:lnTo>
                <a:lnTo>
                  <a:pt x="1185684" y="16776"/>
                </a:lnTo>
                <a:lnTo>
                  <a:pt x="1182636" y="21348"/>
                </a:lnTo>
                <a:lnTo>
                  <a:pt x="998232" y="21348"/>
                </a:lnTo>
                <a:lnTo>
                  <a:pt x="972324" y="7632"/>
                </a:lnTo>
                <a:lnTo>
                  <a:pt x="972553" y="25057"/>
                </a:lnTo>
                <a:lnTo>
                  <a:pt x="973607" y="61633"/>
                </a:lnTo>
                <a:lnTo>
                  <a:pt x="973848" y="80784"/>
                </a:lnTo>
                <a:lnTo>
                  <a:pt x="973607" y="99898"/>
                </a:lnTo>
                <a:lnTo>
                  <a:pt x="972553" y="135851"/>
                </a:lnTo>
                <a:lnTo>
                  <a:pt x="972324" y="152412"/>
                </a:lnTo>
                <a:lnTo>
                  <a:pt x="998232" y="143268"/>
                </a:lnTo>
                <a:lnTo>
                  <a:pt x="998232" y="129552"/>
                </a:lnTo>
                <a:lnTo>
                  <a:pt x="1185684" y="129552"/>
                </a:lnTo>
                <a:lnTo>
                  <a:pt x="1185684" y="150888"/>
                </a:lnTo>
                <a:lnTo>
                  <a:pt x="1211592" y="138696"/>
                </a:lnTo>
                <a:lnTo>
                  <a:pt x="1210970" y="129552"/>
                </a:lnTo>
                <a:lnTo>
                  <a:pt x="1210703" y="125526"/>
                </a:lnTo>
                <a:lnTo>
                  <a:pt x="1210119" y="80784"/>
                </a:lnTo>
                <a:lnTo>
                  <a:pt x="1210068" y="36588"/>
                </a:lnTo>
                <a:lnTo>
                  <a:pt x="1215212" y="32016"/>
                </a:lnTo>
                <a:lnTo>
                  <a:pt x="1223784" y="24396"/>
                </a:lnTo>
                <a:close/>
              </a:path>
              <a:path w="1288415" h="412114">
                <a:moveTo>
                  <a:pt x="1286268" y="176796"/>
                </a:moveTo>
                <a:lnTo>
                  <a:pt x="1248168" y="138696"/>
                </a:lnTo>
                <a:lnTo>
                  <a:pt x="1220736" y="166128"/>
                </a:lnTo>
                <a:lnTo>
                  <a:pt x="1054620" y="166128"/>
                </a:lnTo>
                <a:lnTo>
                  <a:pt x="1054620" y="315480"/>
                </a:lnTo>
                <a:lnTo>
                  <a:pt x="973848" y="329196"/>
                </a:lnTo>
                <a:lnTo>
                  <a:pt x="973848" y="274332"/>
                </a:lnTo>
                <a:lnTo>
                  <a:pt x="1054620" y="274332"/>
                </a:lnTo>
                <a:lnTo>
                  <a:pt x="1054620" y="263664"/>
                </a:lnTo>
                <a:lnTo>
                  <a:pt x="973848" y="263664"/>
                </a:lnTo>
                <a:lnTo>
                  <a:pt x="973848" y="224040"/>
                </a:lnTo>
                <a:lnTo>
                  <a:pt x="1054620" y="224040"/>
                </a:lnTo>
                <a:lnTo>
                  <a:pt x="1054620" y="213372"/>
                </a:lnTo>
                <a:lnTo>
                  <a:pt x="973848" y="213372"/>
                </a:lnTo>
                <a:lnTo>
                  <a:pt x="973848" y="176796"/>
                </a:lnTo>
                <a:lnTo>
                  <a:pt x="1054620" y="176796"/>
                </a:lnTo>
                <a:lnTo>
                  <a:pt x="1054620" y="166128"/>
                </a:lnTo>
                <a:lnTo>
                  <a:pt x="888504" y="166128"/>
                </a:lnTo>
                <a:lnTo>
                  <a:pt x="902220" y="179844"/>
                </a:lnTo>
                <a:lnTo>
                  <a:pt x="925080" y="176796"/>
                </a:lnTo>
                <a:lnTo>
                  <a:pt x="949464" y="176796"/>
                </a:lnTo>
                <a:lnTo>
                  <a:pt x="949464" y="335292"/>
                </a:lnTo>
                <a:lnTo>
                  <a:pt x="933119" y="337578"/>
                </a:lnTo>
                <a:lnTo>
                  <a:pt x="918222" y="339864"/>
                </a:lnTo>
                <a:lnTo>
                  <a:pt x="904455" y="342150"/>
                </a:lnTo>
                <a:lnTo>
                  <a:pt x="891552" y="344436"/>
                </a:lnTo>
                <a:lnTo>
                  <a:pt x="912888" y="376440"/>
                </a:lnTo>
                <a:lnTo>
                  <a:pt x="915403" y="373011"/>
                </a:lnTo>
                <a:lnTo>
                  <a:pt x="920508" y="369582"/>
                </a:lnTo>
                <a:lnTo>
                  <a:pt x="927887" y="366153"/>
                </a:lnTo>
                <a:lnTo>
                  <a:pt x="952385" y="357263"/>
                </a:lnTo>
                <a:lnTo>
                  <a:pt x="977087" y="349961"/>
                </a:lnTo>
                <a:lnTo>
                  <a:pt x="1054620" y="329196"/>
                </a:lnTo>
                <a:lnTo>
                  <a:pt x="1054620" y="411492"/>
                </a:lnTo>
                <a:lnTo>
                  <a:pt x="1077480" y="397776"/>
                </a:lnTo>
                <a:lnTo>
                  <a:pt x="1077480" y="323100"/>
                </a:lnTo>
                <a:lnTo>
                  <a:pt x="1120152" y="310908"/>
                </a:lnTo>
                <a:lnTo>
                  <a:pt x="1130820" y="307860"/>
                </a:lnTo>
                <a:lnTo>
                  <a:pt x="1127772" y="300240"/>
                </a:lnTo>
                <a:lnTo>
                  <a:pt x="1077480" y="310908"/>
                </a:lnTo>
                <a:lnTo>
                  <a:pt x="1077480" y="274332"/>
                </a:lnTo>
                <a:lnTo>
                  <a:pt x="1077480" y="263664"/>
                </a:lnTo>
                <a:lnTo>
                  <a:pt x="1077480" y="224040"/>
                </a:lnTo>
                <a:lnTo>
                  <a:pt x="1077480" y="213372"/>
                </a:lnTo>
                <a:lnTo>
                  <a:pt x="1077480" y="176796"/>
                </a:lnTo>
                <a:lnTo>
                  <a:pt x="1286268" y="176796"/>
                </a:lnTo>
                <a:close/>
              </a:path>
              <a:path w="1288415" h="412114">
                <a:moveTo>
                  <a:pt x="1287792" y="371868"/>
                </a:moveTo>
                <a:lnTo>
                  <a:pt x="1248359" y="363931"/>
                </a:lnTo>
                <a:lnTo>
                  <a:pt x="1214932" y="344881"/>
                </a:lnTo>
                <a:lnTo>
                  <a:pt x="1188732" y="323100"/>
                </a:lnTo>
                <a:lnTo>
                  <a:pt x="1199083" y="307860"/>
                </a:lnTo>
                <a:lnTo>
                  <a:pt x="1203325" y="301612"/>
                </a:lnTo>
                <a:lnTo>
                  <a:pt x="1217498" y="278142"/>
                </a:lnTo>
                <a:lnTo>
                  <a:pt x="1231379" y="252374"/>
                </a:lnTo>
                <a:lnTo>
                  <a:pt x="1245120" y="224040"/>
                </a:lnTo>
                <a:lnTo>
                  <a:pt x="1255280" y="217944"/>
                </a:lnTo>
                <a:lnTo>
                  <a:pt x="1260360" y="214896"/>
                </a:lnTo>
                <a:lnTo>
                  <a:pt x="1232928" y="190512"/>
                </a:lnTo>
                <a:lnTo>
                  <a:pt x="1220736" y="206768"/>
                </a:lnTo>
                <a:lnTo>
                  <a:pt x="1220736" y="217944"/>
                </a:lnTo>
                <a:lnTo>
                  <a:pt x="1216139" y="229374"/>
                </a:lnTo>
                <a:lnTo>
                  <a:pt x="1194943" y="274853"/>
                </a:lnTo>
                <a:lnTo>
                  <a:pt x="1175016" y="307860"/>
                </a:lnTo>
                <a:lnTo>
                  <a:pt x="1168171" y="299288"/>
                </a:lnTo>
                <a:lnTo>
                  <a:pt x="1143457" y="255016"/>
                </a:lnTo>
                <a:lnTo>
                  <a:pt x="1130820" y="217944"/>
                </a:lnTo>
                <a:lnTo>
                  <a:pt x="1220736" y="217944"/>
                </a:lnTo>
                <a:lnTo>
                  <a:pt x="1220736" y="206768"/>
                </a:lnTo>
                <a:lnTo>
                  <a:pt x="1219212" y="208800"/>
                </a:lnTo>
                <a:lnTo>
                  <a:pt x="1085100" y="208800"/>
                </a:lnTo>
                <a:lnTo>
                  <a:pt x="1098816" y="222516"/>
                </a:lnTo>
                <a:lnTo>
                  <a:pt x="1121676" y="217944"/>
                </a:lnTo>
                <a:lnTo>
                  <a:pt x="1125359" y="233387"/>
                </a:lnTo>
                <a:lnTo>
                  <a:pt x="1129487" y="247853"/>
                </a:lnTo>
                <a:lnTo>
                  <a:pt x="1143317" y="287540"/>
                </a:lnTo>
                <a:lnTo>
                  <a:pt x="1162824" y="324624"/>
                </a:lnTo>
                <a:lnTo>
                  <a:pt x="1144612" y="344817"/>
                </a:lnTo>
                <a:lnTo>
                  <a:pt x="1124153" y="364439"/>
                </a:lnTo>
                <a:lnTo>
                  <a:pt x="1101737" y="383120"/>
                </a:lnTo>
                <a:lnTo>
                  <a:pt x="1077480" y="400824"/>
                </a:lnTo>
                <a:lnTo>
                  <a:pt x="1083576" y="406920"/>
                </a:lnTo>
                <a:lnTo>
                  <a:pt x="1110716" y="389775"/>
                </a:lnTo>
                <a:lnTo>
                  <a:pt x="1135011" y="372630"/>
                </a:lnTo>
                <a:lnTo>
                  <a:pt x="1156436" y="355485"/>
                </a:lnTo>
                <a:lnTo>
                  <a:pt x="1175016" y="338340"/>
                </a:lnTo>
                <a:lnTo>
                  <a:pt x="1185278" y="349211"/>
                </a:lnTo>
                <a:lnTo>
                  <a:pt x="1214640" y="376440"/>
                </a:lnTo>
                <a:lnTo>
                  <a:pt x="1254264" y="399300"/>
                </a:lnTo>
                <a:lnTo>
                  <a:pt x="1258849" y="391248"/>
                </a:lnTo>
                <a:lnTo>
                  <a:pt x="1265885" y="385203"/>
                </a:lnTo>
                <a:lnTo>
                  <a:pt x="1275473" y="380860"/>
                </a:lnTo>
                <a:lnTo>
                  <a:pt x="1287792" y="377964"/>
                </a:lnTo>
                <a:lnTo>
                  <a:pt x="1287792" y="37186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" name="object 53"/>
          <p:cNvSpPr/>
          <p:nvPr/>
        </p:nvSpPr>
        <p:spPr>
          <a:xfrm>
            <a:off x="8793479" y="3005328"/>
            <a:ext cx="402590" cy="408940"/>
          </a:xfrm>
          <a:custGeom>
            <a:avLst/>
            <a:gdLst/>
            <a:ahLst/>
            <a:cxnLst/>
            <a:rect l="l" t="t" r="r" b="b"/>
            <a:pathLst>
              <a:path w="402590" h="408939">
                <a:moveTo>
                  <a:pt x="1524" y="408432"/>
                </a:moveTo>
                <a:lnTo>
                  <a:pt x="0" y="400812"/>
                </a:lnTo>
                <a:lnTo>
                  <a:pt x="29479" y="387357"/>
                </a:lnTo>
                <a:lnTo>
                  <a:pt x="56388" y="372046"/>
                </a:lnTo>
                <a:lnTo>
                  <a:pt x="103632" y="335280"/>
                </a:lnTo>
                <a:lnTo>
                  <a:pt x="138303" y="292227"/>
                </a:lnTo>
                <a:lnTo>
                  <a:pt x="161544" y="242316"/>
                </a:lnTo>
                <a:lnTo>
                  <a:pt x="174307" y="189928"/>
                </a:lnTo>
                <a:lnTo>
                  <a:pt x="181356" y="134112"/>
                </a:lnTo>
                <a:lnTo>
                  <a:pt x="44196" y="134112"/>
                </a:lnTo>
                <a:lnTo>
                  <a:pt x="19812" y="137160"/>
                </a:lnTo>
                <a:lnTo>
                  <a:pt x="6096" y="123444"/>
                </a:lnTo>
                <a:lnTo>
                  <a:pt x="181356" y="123444"/>
                </a:lnTo>
                <a:lnTo>
                  <a:pt x="181165" y="45720"/>
                </a:lnTo>
                <a:lnTo>
                  <a:pt x="180713" y="18859"/>
                </a:lnTo>
                <a:lnTo>
                  <a:pt x="179832" y="0"/>
                </a:lnTo>
                <a:lnTo>
                  <a:pt x="220980" y="18288"/>
                </a:lnTo>
                <a:lnTo>
                  <a:pt x="207264" y="32004"/>
                </a:lnTo>
                <a:lnTo>
                  <a:pt x="207264" y="123444"/>
                </a:lnTo>
                <a:lnTo>
                  <a:pt x="335280" y="123444"/>
                </a:lnTo>
                <a:lnTo>
                  <a:pt x="364236" y="94488"/>
                </a:lnTo>
                <a:lnTo>
                  <a:pt x="402336" y="134112"/>
                </a:lnTo>
                <a:lnTo>
                  <a:pt x="207264" y="134112"/>
                </a:lnTo>
                <a:lnTo>
                  <a:pt x="207264" y="147828"/>
                </a:lnTo>
                <a:lnTo>
                  <a:pt x="231838" y="212026"/>
                </a:lnTo>
                <a:lnTo>
                  <a:pt x="271272" y="277368"/>
                </a:lnTo>
                <a:lnTo>
                  <a:pt x="296441" y="306800"/>
                </a:lnTo>
                <a:lnTo>
                  <a:pt x="326326" y="331088"/>
                </a:lnTo>
                <a:lnTo>
                  <a:pt x="361068" y="350234"/>
                </a:lnTo>
                <a:lnTo>
                  <a:pt x="400812" y="364236"/>
                </a:lnTo>
                <a:lnTo>
                  <a:pt x="400812" y="371856"/>
                </a:lnTo>
                <a:lnTo>
                  <a:pt x="388215" y="374142"/>
                </a:lnTo>
                <a:lnTo>
                  <a:pt x="377761" y="378714"/>
                </a:lnTo>
                <a:lnTo>
                  <a:pt x="369308" y="385572"/>
                </a:lnTo>
                <a:lnTo>
                  <a:pt x="362712" y="394716"/>
                </a:lnTo>
                <a:lnTo>
                  <a:pt x="334375" y="375856"/>
                </a:lnTo>
                <a:lnTo>
                  <a:pt x="285130" y="327850"/>
                </a:lnTo>
                <a:lnTo>
                  <a:pt x="243649" y="267795"/>
                </a:lnTo>
                <a:lnTo>
                  <a:pt x="213931" y="204835"/>
                </a:lnTo>
                <a:lnTo>
                  <a:pt x="204216" y="172212"/>
                </a:lnTo>
                <a:lnTo>
                  <a:pt x="193952" y="221599"/>
                </a:lnTo>
                <a:lnTo>
                  <a:pt x="179260" y="264414"/>
                </a:lnTo>
                <a:lnTo>
                  <a:pt x="160281" y="300370"/>
                </a:lnTo>
                <a:lnTo>
                  <a:pt x="109966" y="353139"/>
                </a:lnTo>
                <a:lnTo>
                  <a:pt x="42433" y="393049"/>
                </a:lnTo>
                <a:lnTo>
                  <a:pt x="1524" y="40843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" name="object 54"/>
          <p:cNvSpPr/>
          <p:nvPr/>
        </p:nvSpPr>
        <p:spPr>
          <a:xfrm>
            <a:off x="9270492" y="3006851"/>
            <a:ext cx="356870" cy="401320"/>
          </a:xfrm>
          <a:custGeom>
            <a:avLst/>
            <a:gdLst/>
            <a:ahLst/>
            <a:cxnLst/>
            <a:rect l="l" t="t" r="r" b="b"/>
            <a:pathLst>
              <a:path w="356870" h="401320">
                <a:moveTo>
                  <a:pt x="53340" y="89916"/>
                </a:moveTo>
                <a:lnTo>
                  <a:pt x="42672" y="89916"/>
                </a:lnTo>
                <a:lnTo>
                  <a:pt x="50696" y="62150"/>
                </a:lnTo>
                <a:lnTo>
                  <a:pt x="56578" y="38100"/>
                </a:lnTo>
                <a:lnTo>
                  <a:pt x="60459" y="17478"/>
                </a:lnTo>
                <a:lnTo>
                  <a:pt x="62484" y="0"/>
                </a:lnTo>
                <a:lnTo>
                  <a:pt x="100584" y="21336"/>
                </a:lnTo>
                <a:lnTo>
                  <a:pt x="91487" y="28408"/>
                </a:lnTo>
                <a:lnTo>
                  <a:pt x="80391" y="42481"/>
                </a:lnTo>
                <a:lnTo>
                  <a:pt x="67579" y="63126"/>
                </a:lnTo>
                <a:lnTo>
                  <a:pt x="53340" y="89916"/>
                </a:lnTo>
                <a:close/>
              </a:path>
              <a:path w="356870" h="401320">
                <a:moveTo>
                  <a:pt x="147828" y="190500"/>
                </a:moveTo>
                <a:lnTo>
                  <a:pt x="141732" y="187452"/>
                </a:lnTo>
                <a:lnTo>
                  <a:pt x="158877" y="160615"/>
                </a:lnTo>
                <a:lnTo>
                  <a:pt x="173736" y="135064"/>
                </a:lnTo>
                <a:lnTo>
                  <a:pt x="196596" y="88392"/>
                </a:lnTo>
                <a:lnTo>
                  <a:pt x="211264" y="44958"/>
                </a:lnTo>
                <a:lnTo>
                  <a:pt x="222503" y="1524"/>
                </a:lnTo>
                <a:lnTo>
                  <a:pt x="260603" y="24384"/>
                </a:lnTo>
                <a:lnTo>
                  <a:pt x="252864" y="32146"/>
                </a:lnTo>
                <a:lnTo>
                  <a:pt x="243268" y="46482"/>
                </a:lnTo>
                <a:lnTo>
                  <a:pt x="231671" y="67675"/>
                </a:lnTo>
                <a:lnTo>
                  <a:pt x="217932" y="96012"/>
                </a:lnTo>
                <a:lnTo>
                  <a:pt x="350520" y="96012"/>
                </a:lnTo>
                <a:lnTo>
                  <a:pt x="356616" y="102108"/>
                </a:lnTo>
                <a:lnTo>
                  <a:pt x="352806" y="105156"/>
                </a:lnTo>
                <a:lnTo>
                  <a:pt x="213360" y="105156"/>
                </a:lnTo>
                <a:lnTo>
                  <a:pt x="197977" y="130063"/>
                </a:lnTo>
                <a:lnTo>
                  <a:pt x="181737" y="152400"/>
                </a:lnTo>
                <a:lnTo>
                  <a:pt x="164925" y="172450"/>
                </a:lnTo>
                <a:lnTo>
                  <a:pt x="147828" y="190500"/>
                </a:lnTo>
                <a:close/>
              </a:path>
              <a:path w="356870" h="401320">
                <a:moveTo>
                  <a:pt x="144780" y="89916"/>
                </a:moveTo>
                <a:lnTo>
                  <a:pt x="111252" y="89916"/>
                </a:lnTo>
                <a:lnTo>
                  <a:pt x="128016" y="73152"/>
                </a:lnTo>
                <a:lnTo>
                  <a:pt x="144780" y="89916"/>
                </a:lnTo>
                <a:close/>
              </a:path>
              <a:path w="356870" h="401320">
                <a:moveTo>
                  <a:pt x="0" y="397764"/>
                </a:moveTo>
                <a:lnTo>
                  <a:pt x="821" y="359664"/>
                </a:lnTo>
                <a:lnTo>
                  <a:pt x="907" y="354520"/>
                </a:lnTo>
                <a:lnTo>
                  <a:pt x="1333" y="316420"/>
                </a:lnTo>
                <a:lnTo>
                  <a:pt x="1423" y="176784"/>
                </a:lnTo>
                <a:lnTo>
                  <a:pt x="1305" y="152400"/>
                </a:lnTo>
                <a:lnTo>
                  <a:pt x="881" y="114704"/>
                </a:lnTo>
                <a:lnTo>
                  <a:pt x="0" y="74676"/>
                </a:lnTo>
                <a:lnTo>
                  <a:pt x="25908" y="89916"/>
                </a:lnTo>
                <a:lnTo>
                  <a:pt x="144780" y="89916"/>
                </a:lnTo>
                <a:lnTo>
                  <a:pt x="153924" y="99060"/>
                </a:lnTo>
                <a:lnTo>
                  <a:pt x="151828" y="100584"/>
                </a:lnTo>
                <a:lnTo>
                  <a:pt x="24384" y="100584"/>
                </a:lnTo>
                <a:lnTo>
                  <a:pt x="24384" y="211836"/>
                </a:lnTo>
                <a:lnTo>
                  <a:pt x="137205" y="211836"/>
                </a:lnTo>
                <a:lnTo>
                  <a:pt x="137219" y="222504"/>
                </a:lnTo>
                <a:lnTo>
                  <a:pt x="24384" y="222504"/>
                </a:lnTo>
                <a:lnTo>
                  <a:pt x="24384" y="344424"/>
                </a:lnTo>
                <a:lnTo>
                  <a:pt x="137914" y="344424"/>
                </a:lnTo>
                <a:lnTo>
                  <a:pt x="138028" y="350520"/>
                </a:lnTo>
                <a:lnTo>
                  <a:pt x="138137" y="355092"/>
                </a:lnTo>
                <a:lnTo>
                  <a:pt x="24384" y="355092"/>
                </a:lnTo>
                <a:lnTo>
                  <a:pt x="24384" y="384048"/>
                </a:lnTo>
                <a:lnTo>
                  <a:pt x="0" y="397764"/>
                </a:lnTo>
                <a:close/>
              </a:path>
              <a:path w="356870" h="401320">
                <a:moveTo>
                  <a:pt x="350520" y="96012"/>
                </a:moveTo>
                <a:lnTo>
                  <a:pt x="310896" y="96012"/>
                </a:lnTo>
                <a:lnTo>
                  <a:pt x="330708" y="76200"/>
                </a:lnTo>
                <a:lnTo>
                  <a:pt x="350520" y="96012"/>
                </a:lnTo>
                <a:close/>
              </a:path>
              <a:path w="356870" h="401320">
                <a:moveTo>
                  <a:pt x="137205" y="211836"/>
                </a:moveTo>
                <a:lnTo>
                  <a:pt x="114300" y="211836"/>
                </a:lnTo>
                <a:lnTo>
                  <a:pt x="114300" y="100584"/>
                </a:lnTo>
                <a:lnTo>
                  <a:pt x="151828" y="100584"/>
                </a:lnTo>
                <a:lnTo>
                  <a:pt x="137160" y="111252"/>
                </a:lnTo>
                <a:lnTo>
                  <a:pt x="137205" y="211836"/>
                </a:lnTo>
                <a:close/>
              </a:path>
              <a:path w="356870" h="401320">
                <a:moveTo>
                  <a:pt x="326904" y="359664"/>
                </a:moveTo>
                <a:lnTo>
                  <a:pt x="283464" y="359664"/>
                </a:lnTo>
                <a:lnTo>
                  <a:pt x="291750" y="357925"/>
                </a:lnTo>
                <a:lnTo>
                  <a:pt x="298323" y="352615"/>
                </a:lnTo>
                <a:lnTo>
                  <a:pt x="308586" y="305538"/>
                </a:lnTo>
                <a:lnTo>
                  <a:pt x="310705" y="259651"/>
                </a:lnTo>
                <a:lnTo>
                  <a:pt x="312510" y="193929"/>
                </a:lnTo>
                <a:lnTo>
                  <a:pt x="313944" y="105156"/>
                </a:lnTo>
                <a:lnTo>
                  <a:pt x="352806" y="105156"/>
                </a:lnTo>
                <a:lnTo>
                  <a:pt x="341376" y="114300"/>
                </a:lnTo>
                <a:lnTo>
                  <a:pt x="339478" y="190500"/>
                </a:lnTo>
                <a:lnTo>
                  <a:pt x="337620" y="249070"/>
                </a:lnTo>
                <a:lnTo>
                  <a:pt x="335560" y="295241"/>
                </a:lnTo>
                <a:lnTo>
                  <a:pt x="333280" y="327074"/>
                </a:lnTo>
                <a:lnTo>
                  <a:pt x="330708" y="344424"/>
                </a:lnTo>
                <a:lnTo>
                  <a:pt x="327874" y="357020"/>
                </a:lnTo>
                <a:lnTo>
                  <a:pt x="326904" y="359664"/>
                </a:lnTo>
                <a:close/>
              </a:path>
              <a:path w="356870" h="401320">
                <a:moveTo>
                  <a:pt x="231648" y="269748"/>
                </a:moveTo>
                <a:lnTo>
                  <a:pt x="230124" y="269748"/>
                </a:lnTo>
                <a:lnTo>
                  <a:pt x="226742" y="268081"/>
                </a:lnTo>
                <a:lnTo>
                  <a:pt x="223647" y="263271"/>
                </a:lnTo>
                <a:lnTo>
                  <a:pt x="221122" y="255603"/>
                </a:lnTo>
                <a:lnTo>
                  <a:pt x="219456" y="245364"/>
                </a:lnTo>
                <a:lnTo>
                  <a:pt x="214884" y="228219"/>
                </a:lnTo>
                <a:lnTo>
                  <a:pt x="208026" y="211074"/>
                </a:lnTo>
                <a:lnTo>
                  <a:pt x="198882" y="193929"/>
                </a:lnTo>
                <a:lnTo>
                  <a:pt x="187452" y="176784"/>
                </a:lnTo>
                <a:lnTo>
                  <a:pt x="190500" y="172212"/>
                </a:lnTo>
                <a:lnTo>
                  <a:pt x="224028" y="199644"/>
                </a:lnTo>
                <a:lnTo>
                  <a:pt x="243840" y="228600"/>
                </a:lnTo>
                <a:lnTo>
                  <a:pt x="246888" y="234696"/>
                </a:lnTo>
                <a:lnTo>
                  <a:pt x="246888" y="248412"/>
                </a:lnTo>
                <a:lnTo>
                  <a:pt x="243840" y="254508"/>
                </a:lnTo>
                <a:lnTo>
                  <a:pt x="234696" y="266700"/>
                </a:lnTo>
                <a:lnTo>
                  <a:pt x="231648" y="269748"/>
                </a:lnTo>
                <a:close/>
              </a:path>
              <a:path w="356870" h="401320">
                <a:moveTo>
                  <a:pt x="137914" y="344424"/>
                </a:moveTo>
                <a:lnTo>
                  <a:pt x="114300" y="344424"/>
                </a:lnTo>
                <a:lnTo>
                  <a:pt x="114300" y="222504"/>
                </a:lnTo>
                <a:lnTo>
                  <a:pt x="137219" y="222504"/>
                </a:lnTo>
                <a:lnTo>
                  <a:pt x="137337" y="269748"/>
                </a:lnTo>
                <a:lnTo>
                  <a:pt x="137498" y="305538"/>
                </a:lnTo>
                <a:lnTo>
                  <a:pt x="137914" y="344424"/>
                </a:lnTo>
                <a:close/>
              </a:path>
              <a:path w="356870" h="401320">
                <a:moveTo>
                  <a:pt x="277367" y="400812"/>
                </a:moveTo>
                <a:lnTo>
                  <a:pt x="271129" y="387953"/>
                </a:lnTo>
                <a:lnTo>
                  <a:pt x="259461" y="376809"/>
                </a:lnTo>
                <a:lnTo>
                  <a:pt x="242649" y="367379"/>
                </a:lnTo>
                <a:lnTo>
                  <a:pt x="220979" y="359664"/>
                </a:lnTo>
                <a:lnTo>
                  <a:pt x="220979" y="350520"/>
                </a:lnTo>
                <a:lnTo>
                  <a:pt x="241030" y="354520"/>
                </a:lnTo>
                <a:lnTo>
                  <a:pt x="257937" y="357378"/>
                </a:lnTo>
                <a:lnTo>
                  <a:pt x="271986" y="359092"/>
                </a:lnTo>
                <a:lnTo>
                  <a:pt x="283464" y="359664"/>
                </a:lnTo>
                <a:lnTo>
                  <a:pt x="326904" y="359664"/>
                </a:lnTo>
                <a:lnTo>
                  <a:pt x="324040" y="367474"/>
                </a:lnTo>
                <a:lnTo>
                  <a:pt x="289083" y="397097"/>
                </a:lnTo>
                <a:lnTo>
                  <a:pt x="277367" y="400812"/>
                </a:lnTo>
                <a:close/>
              </a:path>
              <a:path w="356870" h="401320">
                <a:moveTo>
                  <a:pt x="114300" y="391668"/>
                </a:moveTo>
                <a:lnTo>
                  <a:pt x="114300" y="355092"/>
                </a:lnTo>
                <a:lnTo>
                  <a:pt x="138137" y="355092"/>
                </a:lnTo>
                <a:lnTo>
                  <a:pt x="138684" y="377952"/>
                </a:lnTo>
                <a:lnTo>
                  <a:pt x="114300" y="39166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" name="object 55"/>
          <p:cNvSpPr/>
          <p:nvPr/>
        </p:nvSpPr>
        <p:spPr>
          <a:xfrm>
            <a:off x="2145791" y="3557016"/>
            <a:ext cx="373380" cy="379730"/>
          </a:xfrm>
          <a:custGeom>
            <a:avLst/>
            <a:gdLst/>
            <a:ahLst/>
            <a:cxnLst/>
            <a:rect l="l" t="t" r="r" b="b"/>
            <a:pathLst>
              <a:path w="373380" h="379729">
                <a:moveTo>
                  <a:pt x="24384" y="379475"/>
                </a:moveTo>
                <a:lnTo>
                  <a:pt x="0" y="356615"/>
                </a:lnTo>
                <a:lnTo>
                  <a:pt x="10668" y="347472"/>
                </a:lnTo>
                <a:lnTo>
                  <a:pt x="10668" y="105155"/>
                </a:lnTo>
                <a:lnTo>
                  <a:pt x="10477" y="58292"/>
                </a:lnTo>
                <a:lnTo>
                  <a:pt x="10025" y="34004"/>
                </a:lnTo>
                <a:lnTo>
                  <a:pt x="9144" y="9143"/>
                </a:lnTo>
                <a:lnTo>
                  <a:pt x="35052" y="24383"/>
                </a:lnTo>
                <a:lnTo>
                  <a:pt x="303275" y="24383"/>
                </a:lnTo>
                <a:lnTo>
                  <a:pt x="329183" y="0"/>
                </a:lnTo>
                <a:lnTo>
                  <a:pt x="359663" y="33527"/>
                </a:lnTo>
                <a:lnTo>
                  <a:pt x="240792" y="33527"/>
                </a:lnTo>
                <a:lnTo>
                  <a:pt x="240792" y="242315"/>
                </a:lnTo>
                <a:lnTo>
                  <a:pt x="241934" y="257198"/>
                </a:lnTo>
                <a:lnTo>
                  <a:pt x="245363" y="267652"/>
                </a:lnTo>
                <a:lnTo>
                  <a:pt x="251078" y="273819"/>
                </a:lnTo>
                <a:lnTo>
                  <a:pt x="259080" y="275843"/>
                </a:lnTo>
                <a:lnTo>
                  <a:pt x="306324" y="275843"/>
                </a:lnTo>
                <a:lnTo>
                  <a:pt x="329183" y="193547"/>
                </a:lnTo>
                <a:lnTo>
                  <a:pt x="336804" y="193547"/>
                </a:lnTo>
                <a:lnTo>
                  <a:pt x="338732" y="232124"/>
                </a:lnTo>
                <a:lnTo>
                  <a:pt x="361187" y="269748"/>
                </a:lnTo>
                <a:lnTo>
                  <a:pt x="353139" y="281487"/>
                </a:lnTo>
                <a:lnTo>
                  <a:pt x="342519" y="289369"/>
                </a:lnTo>
                <a:lnTo>
                  <a:pt x="329041" y="293536"/>
                </a:lnTo>
                <a:lnTo>
                  <a:pt x="312420" y="294131"/>
                </a:lnTo>
                <a:lnTo>
                  <a:pt x="248411" y="294131"/>
                </a:lnTo>
                <a:lnTo>
                  <a:pt x="234434" y="291607"/>
                </a:lnTo>
                <a:lnTo>
                  <a:pt x="224599" y="284225"/>
                </a:lnTo>
                <a:lnTo>
                  <a:pt x="219051" y="272272"/>
                </a:lnTo>
                <a:lnTo>
                  <a:pt x="217932" y="256031"/>
                </a:lnTo>
                <a:lnTo>
                  <a:pt x="217932" y="33527"/>
                </a:lnTo>
                <a:lnTo>
                  <a:pt x="144780" y="33527"/>
                </a:lnTo>
                <a:lnTo>
                  <a:pt x="143827" y="87439"/>
                </a:lnTo>
                <a:lnTo>
                  <a:pt x="141732" y="135635"/>
                </a:lnTo>
                <a:lnTo>
                  <a:pt x="133731" y="181355"/>
                </a:lnTo>
                <a:lnTo>
                  <a:pt x="118872" y="227075"/>
                </a:lnTo>
                <a:lnTo>
                  <a:pt x="94488" y="272796"/>
                </a:lnTo>
                <a:lnTo>
                  <a:pt x="56388" y="318515"/>
                </a:lnTo>
                <a:lnTo>
                  <a:pt x="50292" y="313943"/>
                </a:lnTo>
                <a:lnTo>
                  <a:pt x="66270" y="290274"/>
                </a:lnTo>
                <a:lnTo>
                  <a:pt x="79819" y="267461"/>
                </a:lnTo>
                <a:lnTo>
                  <a:pt x="99060" y="225551"/>
                </a:lnTo>
                <a:lnTo>
                  <a:pt x="110490" y="183832"/>
                </a:lnTo>
                <a:lnTo>
                  <a:pt x="117348" y="138683"/>
                </a:lnTo>
                <a:lnTo>
                  <a:pt x="119443" y="89534"/>
                </a:lnTo>
                <a:lnTo>
                  <a:pt x="120396" y="33527"/>
                </a:lnTo>
                <a:lnTo>
                  <a:pt x="35052" y="33527"/>
                </a:lnTo>
                <a:lnTo>
                  <a:pt x="35052" y="353567"/>
                </a:lnTo>
                <a:lnTo>
                  <a:pt x="310896" y="353567"/>
                </a:lnTo>
                <a:lnTo>
                  <a:pt x="336804" y="327660"/>
                </a:lnTo>
                <a:lnTo>
                  <a:pt x="373380" y="364236"/>
                </a:lnTo>
                <a:lnTo>
                  <a:pt x="36576" y="364236"/>
                </a:lnTo>
                <a:lnTo>
                  <a:pt x="24384" y="37947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" name="object 56"/>
          <p:cNvSpPr/>
          <p:nvPr/>
        </p:nvSpPr>
        <p:spPr>
          <a:xfrm>
            <a:off x="2567939" y="3560064"/>
            <a:ext cx="408940" cy="382905"/>
          </a:xfrm>
          <a:custGeom>
            <a:avLst/>
            <a:gdLst/>
            <a:ahLst/>
            <a:cxnLst/>
            <a:rect l="l" t="t" r="r" b="b"/>
            <a:pathLst>
              <a:path w="408939" h="382904">
                <a:moveTo>
                  <a:pt x="242316" y="36576"/>
                </a:moveTo>
                <a:lnTo>
                  <a:pt x="227076" y="21336"/>
                </a:lnTo>
                <a:lnTo>
                  <a:pt x="347472" y="21336"/>
                </a:lnTo>
                <a:lnTo>
                  <a:pt x="359664" y="4572"/>
                </a:lnTo>
                <a:lnTo>
                  <a:pt x="385572" y="25908"/>
                </a:lnTo>
                <a:lnTo>
                  <a:pt x="380346" y="30480"/>
                </a:lnTo>
                <a:lnTo>
                  <a:pt x="283464" y="30480"/>
                </a:lnTo>
                <a:lnTo>
                  <a:pt x="272319" y="31003"/>
                </a:lnTo>
                <a:lnTo>
                  <a:pt x="261747" y="32385"/>
                </a:lnTo>
                <a:lnTo>
                  <a:pt x="251745" y="34337"/>
                </a:lnTo>
                <a:lnTo>
                  <a:pt x="242316" y="36576"/>
                </a:lnTo>
                <a:close/>
              </a:path>
              <a:path w="408939" h="382904">
                <a:moveTo>
                  <a:pt x="375328" y="146304"/>
                </a:moveTo>
                <a:lnTo>
                  <a:pt x="352044" y="146304"/>
                </a:lnTo>
                <a:lnTo>
                  <a:pt x="352044" y="30480"/>
                </a:lnTo>
                <a:lnTo>
                  <a:pt x="380346" y="30480"/>
                </a:lnTo>
                <a:lnTo>
                  <a:pt x="373380" y="36576"/>
                </a:lnTo>
                <a:lnTo>
                  <a:pt x="373641" y="78533"/>
                </a:lnTo>
                <a:lnTo>
                  <a:pt x="374332" y="115062"/>
                </a:lnTo>
                <a:lnTo>
                  <a:pt x="375328" y="146304"/>
                </a:lnTo>
                <a:close/>
              </a:path>
              <a:path w="408939" h="382904">
                <a:moveTo>
                  <a:pt x="368808" y="364236"/>
                </a:moveTo>
                <a:lnTo>
                  <a:pt x="278892" y="364236"/>
                </a:lnTo>
                <a:lnTo>
                  <a:pt x="258913" y="363378"/>
                </a:lnTo>
                <a:lnTo>
                  <a:pt x="244792" y="356235"/>
                </a:lnTo>
                <a:lnTo>
                  <a:pt x="236672" y="342804"/>
                </a:lnTo>
                <a:lnTo>
                  <a:pt x="234696" y="323088"/>
                </a:lnTo>
                <a:lnTo>
                  <a:pt x="234672" y="253626"/>
                </a:lnTo>
                <a:lnTo>
                  <a:pt x="234505" y="198310"/>
                </a:lnTo>
                <a:lnTo>
                  <a:pt x="234053" y="156995"/>
                </a:lnTo>
                <a:lnTo>
                  <a:pt x="233172" y="129540"/>
                </a:lnTo>
                <a:lnTo>
                  <a:pt x="257556" y="146304"/>
                </a:lnTo>
                <a:lnTo>
                  <a:pt x="375328" y="146304"/>
                </a:lnTo>
                <a:lnTo>
                  <a:pt x="375740" y="155448"/>
                </a:lnTo>
                <a:lnTo>
                  <a:pt x="257556" y="155448"/>
                </a:lnTo>
                <a:lnTo>
                  <a:pt x="257556" y="315468"/>
                </a:lnTo>
                <a:lnTo>
                  <a:pt x="259270" y="329445"/>
                </a:lnTo>
                <a:lnTo>
                  <a:pt x="264414" y="339280"/>
                </a:lnTo>
                <a:lnTo>
                  <a:pt x="272986" y="344828"/>
                </a:lnTo>
                <a:lnTo>
                  <a:pt x="284988" y="345948"/>
                </a:lnTo>
                <a:lnTo>
                  <a:pt x="404883" y="345948"/>
                </a:lnTo>
                <a:lnTo>
                  <a:pt x="401597" y="351591"/>
                </a:lnTo>
                <a:lnTo>
                  <a:pt x="392620" y="359473"/>
                </a:lnTo>
                <a:lnTo>
                  <a:pt x="381642" y="363640"/>
                </a:lnTo>
                <a:lnTo>
                  <a:pt x="368808" y="364236"/>
                </a:lnTo>
                <a:close/>
              </a:path>
              <a:path w="408939" h="382904">
                <a:moveTo>
                  <a:pt x="352044" y="179832"/>
                </a:moveTo>
                <a:lnTo>
                  <a:pt x="352044" y="155448"/>
                </a:lnTo>
                <a:lnTo>
                  <a:pt x="375740" y="155448"/>
                </a:lnTo>
                <a:lnTo>
                  <a:pt x="376428" y="170688"/>
                </a:lnTo>
                <a:lnTo>
                  <a:pt x="352044" y="179832"/>
                </a:lnTo>
                <a:close/>
              </a:path>
              <a:path w="408939" h="382904">
                <a:moveTo>
                  <a:pt x="404883" y="345948"/>
                </a:moveTo>
                <a:lnTo>
                  <a:pt x="364236" y="345948"/>
                </a:lnTo>
                <a:lnTo>
                  <a:pt x="370332" y="339852"/>
                </a:lnTo>
                <a:lnTo>
                  <a:pt x="371856" y="327660"/>
                </a:lnTo>
                <a:lnTo>
                  <a:pt x="373880" y="317420"/>
                </a:lnTo>
                <a:lnTo>
                  <a:pt x="375475" y="302895"/>
                </a:lnTo>
                <a:lnTo>
                  <a:pt x="376785" y="284368"/>
                </a:lnTo>
                <a:lnTo>
                  <a:pt x="377952" y="262128"/>
                </a:lnTo>
                <a:lnTo>
                  <a:pt x="385572" y="262128"/>
                </a:lnTo>
                <a:lnTo>
                  <a:pt x="388143" y="307347"/>
                </a:lnTo>
                <a:lnTo>
                  <a:pt x="408432" y="339852"/>
                </a:lnTo>
                <a:lnTo>
                  <a:pt x="404883" y="345948"/>
                </a:lnTo>
                <a:close/>
              </a:path>
              <a:path w="408939" h="382904">
                <a:moveTo>
                  <a:pt x="16764" y="36576"/>
                </a:moveTo>
                <a:lnTo>
                  <a:pt x="0" y="21336"/>
                </a:lnTo>
                <a:lnTo>
                  <a:pt x="175260" y="21336"/>
                </a:lnTo>
                <a:lnTo>
                  <a:pt x="196596" y="0"/>
                </a:lnTo>
                <a:lnTo>
                  <a:pt x="224028" y="30480"/>
                </a:lnTo>
                <a:lnTo>
                  <a:pt x="57912" y="30480"/>
                </a:lnTo>
                <a:lnTo>
                  <a:pt x="46767" y="31003"/>
                </a:lnTo>
                <a:lnTo>
                  <a:pt x="36195" y="32385"/>
                </a:lnTo>
                <a:lnTo>
                  <a:pt x="26193" y="34337"/>
                </a:lnTo>
                <a:lnTo>
                  <a:pt x="16764" y="36576"/>
                </a:lnTo>
                <a:close/>
              </a:path>
              <a:path w="408939" h="382904">
                <a:moveTo>
                  <a:pt x="100584" y="86868"/>
                </a:moveTo>
                <a:lnTo>
                  <a:pt x="80772" y="86868"/>
                </a:lnTo>
                <a:lnTo>
                  <a:pt x="80772" y="30480"/>
                </a:lnTo>
                <a:lnTo>
                  <a:pt x="100584" y="30480"/>
                </a:lnTo>
                <a:lnTo>
                  <a:pt x="100584" y="86868"/>
                </a:lnTo>
                <a:close/>
              </a:path>
              <a:path w="408939" h="382904">
                <a:moveTo>
                  <a:pt x="146304" y="86868"/>
                </a:moveTo>
                <a:lnTo>
                  <a:pt x="124968" y="86868"/>
                </a:lnTo>
                <a:lnTo>
                  <a:pt x="124968" y="30480"/>
                </a:lnTo>
                <a:lnTo>
                  <a:pt x="146304" y="30480"/>
                </a:lnTo>
                <a:lnTo>
                  <a:pt x="146304" y="86868"/>
                </a:lnTo>
                <a:close/>
              </a:path>
              <a:path w="408939" h="382904">
                <a:moveTo>
                  <a:pt x="204684" y="86868"/>
                </a:moveTo>
                <a:lnTo>
                  <a:pt x="173736" y="86868"/>
                </a:lnTo>
                <a:lnTo>
                  <a:pt x="185928" y="71628"/>
                </a:lnTo>
                <a:lnTo>
                  <a:pt x="204684" y="86868"/>
                </a:lnTo>
                <a:close/>
              </a:path>
              <a:path w="408939" h="382904">
                <a:moveTo>
                  <a:pt x="25908" y="382524"/>
                </a:moveTo>
                <a:lnTo>
                  <a:pt x="28003" y="316992"/>
                </a:lnTo>
                <a:lnTo>
                  <a:pt x="28694" y="275796"/>
                </a:lnTo>
                <a:lnTo>
                  <a:pt x="28938" y="225552"/>
                </a:lnTo>
                <a:lnTo>
                  <a:pt x="28694" y="182022"/>
                </a:lnTo>
                <a:lnTo>
                  <a:pt x="27983" y="139827"/>
                </a:lnTo>
                <a:lnTo>
                  <a:pt x="27027" y="104298"/>
                </a:lnTo>
                <a:lnTo>
                  <a:pt x="25908" y="73152"/>
                </a:lnTo>
                <a:lnTo>
                  <a:pt x="50292" y="86868"/>
                </a:lnTo>
                <a:lnTo>
                  <a:pt x="204684" y="86868"/>
                </a:lnTo>
                <a:lnTo>
                  <a:pt x="210312" y="91440"/>
                </a:lnTo>
                <a:lnTo>
                  <a:pt x="203345" y="97536"/>
                </a:lnTo>
                <a:lnTo>
                  <a:pt x="50292" y="97536"/>
                </a:lnTo>
                <a:lnTo>
                  <a:pt x="50292" y="214883"/>
                </a:lnTo>
                <a:lnTo>
                  <a:pt x="61100" y="214883"/>
                </a:lnTo>
                <a:lnTo>
                  <a:pt x="50292" y="225552"/>
                </a:lnTo>
                <a:lnTo>
                  <a:pt x="50292" y="249936"/>
                </a:lnTo>
                <a:lnTo>
                  <a:pt x="198684" y="249936"/>
                </a:lnTo>
                <a:lnTo>
                  <a:pt x="198774" y="260604"/>
                </a:lnTo>
                <a:lnTo>
                  <a:pt x="50292" y="260604"/>
                </a:lnTo>
                <a:lnTo>
                  <a:pt x="50292" y="326136"/>
                </a:lnTo>
                <a:lnTo>
                  <a:pt x="199350" y="326136"/>
                </a:lnTo>
                <a:lnTo>
                  <a:pt x="199449" y="336804"/>
                </a:lnTo>
                <a:lnTo>
                  <a:pt x="50292" y="336804"/>
                </a:lnTo>
                <a:lnTo>
                  <a:pt x="50292" y="373380"/>
                </a:lnTo>
                <a:lnTo>
                  <a:pt x="25908" y="382524"/>
                </a:lnTo>
                <a:close/>
              </a:path>
              <a:path w="408939" h="382904">
                <a:moveTo>
                  <a:pt x="61100" y="214883"/>
                </a:moveTo>
                <a:lnTo>
                  <a:pt x="50292" y="214883"/>
                </a:lnTo>
                <a:lnTo>
                  <a:pt x="63412" y="194619"/>
                </a:lnTo>
                <a:lnTo>
                  <a:pt x="72961" y="168211"/>
                </a:lnTo>
                <a:lnTo>
                  <a:pt x="78795" y="135802"/>
                </a:lnTo>
                <a:lnTo>
                  <a:pt x="80772" y="97536"/>
                </a:lnTo>
                <a:lnTo>
                  <a:pt x="100584" y="97536"/>
                </a:lnTo>
                <a:lnTo>
                  <a:pt x="97440" y="139827"/>
                </a:lnTo>
                <a:lnTo>
                  <a:pt x="88011" y="175260"/>
                </a:lnTo>
                <a:lnTo>
                  <a:pt x="72294" y="203835"/>
                </a:lnTo>
                <a:lnTo>
                  <a:pt x="61100" y="214883"/>
                </a:lnTo>
                <a:close/>
              </a:path>
              <a:path w="408939" h="382904">
                <a:moveTo>
                  <a:pt x="198684" y="249936"/>
                </a:moveTo>
                <a:lnTo>
                  <a:pt x="175260" y="249936"/>
                </a:lnTo>
                <a:lnTo>
                  <a:pt x="175260" y="211836"/>
                </a:lnTo>
                <a:lnTo>
                  <a:pt x="152400" y="211836"/>
                </a:lnTo>
                <a:lnTo>
                  <a:pt x="139755" y="210145"/>
                </a:lnTo>
                <a:lnTo>
                  <a:pt x="131254" y="205168"/>
                </a:lnTo>
                <a:lnTo>
                  <a:pt x="126468" y="197048"/>
                </a:lnTo>
                <a:lnTo>
                  <a:pt x="124968" y="185928"/>
                </a:lnTo>
                <a:lnTo>
                  <a:pt x="124968" y="97536"/>
                </a:lnTo>
                <a:lnTo>
                  <a:pt x="146304" y="97536"/>
                </a:lnTo>
                <a:lnTo>
                  <a:pt x="146304" y="187452"/>
                </a:lnTo>
                <a:lnTo>
                  <a:pt x="150876" y="192024"/>
                </a:lnTo>
                <a:lnTo>
                  <a:pt x="198343" y="192024"/>
                </a:lnTo>
                <a:lnTo>
                  <a:pt x="198684" y="249936"/>
                </a:lnTo>
                <a:close/>
              </a:path>
              <a:path w="408939" h="382904">
                <a:moveTo>
                  <a:pt x="198343" y="192024"/>
                </a:moveTo>
                <a:lnTo>
                  <a:pt x="175260" y="192024"/>
                </a:lnTo>
                <a:lnTo>
                  <a:pt x="175260" y="97536"/>
                </a:lnTo>
                <a:lnTo>
                  <a:pt x="203345" y="97536"/>
                </a:lnTo>
                <a:lnTo>
                  <a:pt x="198120" y="102108"/>
                </a:lnTo>
                <a:lnTo>
                  <a:pt x="198316" y="187452"/>
                </a:lnTo>
                <a:lnTo>
                  <a:pt x="198343" y="192024"/>
                </a:lnTo>
                <a:close/>
              </a:path>
              <a:path w="408939" h="382904">
                <a:moveTo>
                  <a:pt x="199350" y="326136"/>
                </a:moveTo>
                <a:lnTo>
                  <a:pt x="175260" y="326136"/>
                </a:lnTo>
                <a:lnTo>
                  <a:pt x="175260" y="260604"/>
                </a:lnTo>
                <a:lnTo>
                  <a:pt x="198774" y="260604"/>
                </a:lnTo>
                <a:lnTo>
                  <a:pt x="199350" y="326136"/>
                </a:lnTo>
                <a:close/>
              </a:path>
              <a:path w="408939" h="382904">
                <a:moveTo>
                  <a:pt x="175260" y="381000"/>
                </a:moveTo>
                <a:lnTo>
                  <a:pt x="175260" y="336804"/>
                </a:lnTo>
                <a:lnTo>
                  <a:pt x="199449" y="336804"/>
                </a:lnTo>
                <a:lnTo>
                  <a:pt x="199644" y="368808"/>
                </a:lnTo>
                <a:lnTo>
                  <a:pt x="175260" y="38100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pic>
        <p:nvPicPr>
          <p:cNvPr id="57" name="object 57"/>
          <p:cNvPicPr/>
          <p:nvPr/>
        </p:nvPicPr>
        <p:blipFill>
          <a:blip r:embed="rId10" cstate="print"/>
          <a:stretch>
            <a:fillRect/>
          </a:stretch>
        </p:blipFill>
        <p:spPr>
          <a:xfrm>
            <a:off x="3057144" y="3811523"/>
            <a:ext cx="97536" cy="96012"/>
          </a:xfrm>
          <a:prstGeom prst="rect">
            <a:avLst/>
          </a:prstGeom>
        </p:spPr>
      </p:pic>
      <p:sp>
        <p:nvSpPr>
          <p:cNvPr id="58" name="object 58"/>
          <p:cNvSpPr/>
          <p:nvPr/>
        </p:nvSpPr>
        <p:spPr>
          <a:xfrm>
            <a:off x="1751075" y="5017007"/>
            <a:ext cx="155575" cy="155575"/>
          </a:xfrm>
          <a:custGeom>
            <a:avLst/>
            <a:gdLst/>
            <a:ahLst/>
            <a:cxnLst/>
            <a:rect l="l" t="t" r="r" b="b"/>
            <a:pathLst>
              <a:path w="155575" h="155575">
                <a:moveTo>
                  <a:pt x="155448" y="155448"/>
                </a:moveTo>
                <a:lnTo>
                  <a:pt x="0" y="155448"/>
                </a:lnTo>
                <a:lnTo>
                  <a:pt x="0" y="0"/>
                </a:lnTo>
                <a:lnTo>
                  <a:pt x="155448" y="0"/>
                </a:lnTo>
                <a:lnTo>
                  <a:pt x="155448" y="155448"/>
                </a:lnTo>
                <a:close/>
              </a:path>
            </a:pathLst>
          </a:custGeom>
          <a:solidFill>
            <a:srgbClr val="3333C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" name="object 59"/>
          <p:cNvSpPr/>
          <p:nvPr/>
        </p:nvSpPr>
        <p:spPr>
          <a:xfrm>
            <a:off x="2130551" y="4829555"/>
            <a:ext cx="387350" cy="405765"/>
          </a:xfrm>
          <a:custGeom>
            <a:avLst/>
            <a:gdLst/>
            <a:ahLst/>
            <a:cxnLst/>
            <a:rect l="l" t="t" r="r" b="b"/>
            <a:pathLst>
              <a:path w="387350" h="405764">
                <a:moveTo>
                  <a:pt x="381544" y="91440"/>
                </a:moveTo>
                <a:lnTo>
                  <a:pt x="347472" y="91440"/>
                </a:lnTo>
                <a:lnTo>
                  <a:pt x="361188" y="74676"/>
                </a:lnTo>
                <a:lnTo>
                  <a:pt x="381544" y="91440"/>
                </a:lnTo>
                <a:close/>
              </a:path>
              <a:path w="387350" h="405764">
                <a:moveTo>
                  <a:pt x="227076" y="382524"/>
                </a:moveTo>
                <a:lnTo>
                  <a:pt x="227957" y="358497"/>
                </a:lnTo>
                <a:lnTo>
                  <a:pt x="228409" y="338899"/>
                </a:lnTo>
                <a:lnTo>
                  <a:pt x="228482" y="332232"/>
                </a:lnTo>
                <a:lnTo>
                  <a:pt x="228576" y="126587"/>
                </a:lnTo>
                <a:lnTo>
                  <a:pt x="228409" y="110871"/>
                </a:lnTo>
                <a:lnTo>
                  <a:pt x="227957" y="94583"/>
                </a:lnTo>
                <a:lnTo>
                  <a:pt x="227076" y="77723"/>
                </a:lnTo>
                <a:lnTo>
                  <a:pt x="251460" y="91440"/>
                </a:lnTo>
                <a:lnTo>
                  <a:pt x="381544" y="91440"/>
                </a:lnTo>
                <a:lnTo>
                  <a:pt x="387096" y="96011"/>
                </a:lnTo>
                <a:lnTo>
                  <a:pt x="380238" y="102108"/>
                </a:lnTo>
                <a:lnTo>
                  <a:pt x="251460" y="102108"/>
                </a:lnTo>
                <a:lnTo>
                  <a:pt x="251460" y="321564"/>
                </a:lnTo>
                <a:lnTo>
                  <a:pt x="373517" y="321564"/>
                </a:lnTo>
                <a:lnTo>
                  <a:pt x="373570" y="326136"/>
                </a:lnTo>
                <a:lnTo>
                  <a:pt x="373737" y="332232"/>
                </a:lnTo>
                <a:lnTo>
                  <a:pt x="251460" y="332232"/>
                </a:lnTo>
                <a:lnTo>
                  <a:pt x="251460" y="370332"/>
                </a:lnTo>
                <a:lnTo>
                  <a:pt x="227076" y="382524"/>
                </a:lnTo>
                <a:close/>
              </a:path>
              <a:path w="387350" h="405764">
                <a:moveTo>
                  <a:pt x="373517" y="321564"/>
                </a:moveTo>
                <a:lnTo>
                  <a:pt x="350520" y="321564"/>
                </a:lnTo>
                <a:lnTo>
                  <a:pt x="350520" y="102108"/>
                </a:lnTo>
                <a:lnTo>
                  <a:pt x="380238" y="102108"/>
                </a:lnTo>
                <a:lnTo>
                  <a:pt x="373380" y="108204"/>
                </a:lnTo>
                <a:lnTo>
                  <a:pt x="373409" y="312420"/>
                </a:lnTo>
                <a:lnTo>
                  <a:pt x="373517" y="321564"/>
                </a:lnTo>
                <a:close/>
              </a:path>
              <a:path w="387350" h="405764">
                <a:moveTo>
                  <a:pt x="350520" y="371856"/>
                </a:moveTo>
                <a:lnTo>
                  <a:pt x="350520" y="332232"/>
                </a:lnTo>
                <a:lnTo>
                  <a:pt x="373737" y="332232"/>
                </a:lnTo>
                <a:lnTo>
                  <a:pt x="374022" y="342661"/>
                </a:lnTo>
                <a:lnTo>
                  <a:pt x="374904" y="361188"/>
                </a:lnTo>
                <a:lnTo>
                  <a:pt x="350520" y="371856"/>
                </a:lnTo>
                <a:close/>
              </a:path>
              <a:path w="387350" h="405764">
                <a:moveTo>
                  <a:pt x="97536" y="108204"/>
                </a:moveTo>
                <a:lnTo>
                  <a:pt x="73152" y="108204"/>
                </a:lnTo>
                <a:lnTo>
                  <a:pt x="78533" y="76509"/>
                </a:lnTo>
                <a:lnTo>
                  <a:pt x="83058" y="47815"/>
                </a:lnTo>
                <a:lnTo>
                  <a:pt x="86439" y="22264"/>
                </a:lnTo>
                <a:lnTo>
                  <a:pt x="88392" y="0"/>
                </a:lnTo>
                <a:lnTo>
                  <a:pt x="129540" y="19811"/>
                </a:lnTo>
                <a:lnTo>
                  <a:pt x="114300" y="28956"/>
                </a:lnTo>
                <a:lnTo>
                  <a:pt x="110609" y="44338"/>
                </a:lnTo>
                <a:lnTo>
                  <a:pt x="106489" y="62865"/>
                </a:lnTo>
                <a:lnTo>
                  <a:pt x="102084" y="84248"/>
                </a:lnTo>
                <a:lnTo>
                  <a:pt x="97536" y="108204"/>
                </a:lnTo>
                <a:close/>
              </a:path>
              <a:path w="387350" h="405764">
                <a:moveTo>
                  <a:pt x="16764" y="123444"/>
                </a:moveTo>
                <a:lnTo>
                  <a:pt x="1524" y="108204"/>
                </a:lnTo>
                <a:lnTo>
                  <a:pt x="163068" y="108204"/>
                </a:lnTo>
                <a:lnTo>
                  <a:pt x="173736" y="88392"/>
                </a:lnTo>
                <a:lnTo>
                  <a:pt x="202692" y="109728"/>
                </a:lnTo>
                <a:lnTo>
                  <a:pt x="192405" y="118871"/>
                </a:lnTo>
                <a:lnTo>
                  <a:pt x="59436" y="118871"/>
                </a:lnTo>
                <a:lnTo>
                  <a:pt x="48267" y="119157"/>
                </a:lnTo>
                <a:lnTo>
                  <a:pt x="37528" y="120015"/>
                </a:lnTo>
                <a:lnTo>
                  <a:pt x="27074" y="121443"/>
                </a:lnTo>
                <a:lnTo>
                  <a:pt x="16764" y="123444"/>
                </a:lnTo>
                <a:close/>
              </a:path>
              <a:path w="387350" h="405764">
                <a:moveTo>
                  <a:pt x="3048" y="405384"/>
                </a:moveTo>
                <a:lnTo>
                  <a:pt x="0" y="399288"/>
                </a:lnTo>
                <a:lnTo>
                  <a:pt x="39409" y="379595"/>
                </a:lnTo>
                <a:lnTo>
                  <a:pt x="72961" y="357187"/>
                </a:lnTo>
                <a:lnTo>
                  <a:pt x="100512" y="332208"/>
                </a:lnTo>
                <a:lnTo>
                  <a:pt x="121920" y="304800"/>
                </a:lnTo>
                <a:lnTo>
                  <a:pt x="96797" y="294251"/>
                </a:lnTo>
                <a:lnTo>
                  <a:pt x="74104" y="285559"/>
                </a:lnTo>
                <a:lnTo>
                  <a:pt x="53982" y="278868"/>
                </a:lnTo>
                <a:lnTo>
                  <a:pt x="36576" y="274320"/>
                </a:lnTo>
                <a:lnTo>
                  <a:pt x="43981" y="244673"/>
                </a:lnTo>
                <a:lnTo>
                  <a:pt x="52387" y="208597"/>
                </a:lnTo>
                <a:lnTo>
                  <a:pt x="61650" y="166520"/>
                </a:lnTo>
                <a:lnTo>
                  <a:pt x="71628" y="118871"/>
                </a:lnTo>
                <a:lnTo>
                  <a:pt x="96012" y="118871"/>
                </a:lnTo>
                <a:lnTo>
                  <a:pt x="88820" y="148018"/>
                </a:lnTo>
                <a:lnTo>
                  <a:pt x="80772" y="182880"/>
                </a:lnTo>
                <a:lnTo>
                  <a:pt x="71580" y="223456"/>
                </a:lnTo>
                <a:lnTo>
                  <a:pt x="60960" y="269748"/>
                </a:lnTo>
                <a:lnTo>
                  <a:pt x="71223" y="271748"/>
                </a:lnTo>
                <a:lnTo>
                  <a:pt x="85915" y="275463"/>
                </a:lnTo>
                <a:lnTo>
                  <a:pt x="104894" y="280892"/>
                </a:lnTo>
                <a:lnTo>
                  <a:pt x="128016" y="288036"/>
                </a:lnTo>
                <a:lnTo>
                  <a:pt x="153427" y="288036"/>
                </a:lnTo>
                <a:lnTo>
                  <a:pt x="150876" y="295656"/>
                </a:lnTo>
                <a:lnTo>
                  <a:pt x="169425" y="303633"/>
                </a:lnTo>
                <a:lnTo>
                  <a:pt x="183832" y="311467"/>
                </a:lnTo>
                <a:lnTo>
                  <a:pt x="187152" y="313944"/>
                </a:lnTo>
                <a:lnTo>
                  <a:pt x="140208" y="313944"/>
                </a:lnTo>
                <a:lnTo>
                  <a:pt x="112776" y="344519"/>
                </a:lnTo>
                <a:lnTo>
                  <a:pt x="80772" y="369951"/>
                </a:lnTo>
                <a:lnTo>
                  <a:pt x="44196" y="390239"/>
                </a:lnTo>
                <a:lnTo>
                  <a:pt x="3048" y="405384"/>
                </a:lnTo>
                <a:close/>
              </a:path>
              <a:path w="387350" h="405764">
                <a:moveTo>
                  <a:pt x="153427" y="288036"/>
                </a:moveTo>
                <a:lnTo>
                  <a:pt x="128016" y="288036"/>
                </a:lnTo>
                <a:lnTo>
                  <a:pt x="138017" y="257746"/>
                </a:lnTo>
                <a:lnTo>
                  <a:pt x="147447" y="219456"/>
                </a:lnTo>
                <a:lnTo>
                  <a:pt x="156305" y="173164"/>
                </a:lnTo>
                <a:lnTo>
                  <a:pt x="164592" y="118871"/>
                </a:lnTo>
                <a:lnTo>
                  <a:pt x="192405" y="118871"/>
                </a:lnTo>
                <a:lnTo>
                  <a:pt x="188976" y="121920"/>
                </a:lnTo>
                <a:lnTo>
                  <a:pt x="180451" y="178212"/>
                </a:lnTo>
                <a:lnTo>
                  <a:pt x="171069" y="225933"/>
                </a:lnTo>
                <a:lnTo>
                  <a:pt x="161115" y="265080"/>
                </a:lnTo>
                <a:lnTo>
                  <a:pt x="153427" y="288036"/>
                </a:lnTo>
                <a:close/>
              </a:path>
              <a:path w="387350" h="405764">
                <a:moveTo>
                  <a:pt x="201168" y="361188"/>
                </a:moveTo>
                <a:lnTo>
                  <a:pt x="195072" y="361188"/>
                </a:lnTo>
                <a:lnTo>
                  <a:pt x="190500" y="358140"/>
                </a:lnTo>
                <a:lnTo>
                  <a:pt x="185928" y="352044"/>
                </a:lnTo>
                <a:lnTo>
                  <a:pt x="177927" y="343519"/>
                </a:lnTo>
                <a:lnTo>
                  <a:pt x="167640" y="334137"/>
                </a:lnTo>
                <a:lnTo>
                  <a:pt x="155067" y="324183"/>
                </a:lnTo>
                <a:lnTo>
                  <a:pt x="140208" y="313944"/>
                </a:lnTo>
                <a:lnTo>
                  <a:pt x="187152" y="313944"/>
                </a:lnTo>
                <a:lnTo>
                  <a:pt x="204787" y="344566"/>
                </a:lnTo>
                <a:lnTo>
                  <a:pt x="204216" y="350520"/>
                </a:lnTo>
                <a:lnTo>
                  <a:pt x="202692" y="358140"/>
                </a:lnTo>
                <a:lnTo>
                  <a:pt x="201168" y="36118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" name="object 60"/>
          <p:cNvSpPr/>
          <p:nvPr/>
        </p:nvSpPr>
        <p:spPr>
          <a:xfrm>
            <a:off x="2577084" y="4837176"/>
            <a:ext cx="393700" cy="398145"/>
          </a:xfrm>
          <a:custGeom>
            <a:avLst/>
            <a:gdLst/>
            <a:ahLst/>
            <a:cxnLst/>
            <a:rect l="l" t="t" r="r" b="b"/>
            <a:pathLst>
              <a:path w="393700" h="398145">
                <a:moveTo>
                  <a:pt x="334264" y="15240"/>
                </a:moveTo>
                <a:lnTo>
                  <a:pt x="300228" y="15240"/>
                </a:lnTo>
                <a:lnTo>
                  <a:pt x="316992" y="0"/>
                </a:lnTo>
                <a:lnTo>
                  <a:pt x="334264" y="15240"/>
                </a:lnTo>
                <a:close/>
              </a:path>
              <a:path w="393700" h="398145">
                <a:moveTo>
                  <a:pt x="67056" y="193548"/>
                </a:moveTo>
                <a:lnTo>
                  <a:pt x="68251" y="167640"/>
                </a:lnTo>
                <a:lnTo>
                  <a:pt x="69151" y="145351"/>
                </a:lnTo>
                <a:lnTo>
                  <a:pt x="69842" y="120896"/>
                </a:lnTo>
                <a:lnTo>
                  <a:pt x="70104" y="96012"/>
                </a:lnTo>
                <a:lnTo>
                  <a:pt x="69842" y="72032"/>
                </a:lnTo>
                <a:lnTo>
                  <a:pt x="69151" y="48196"/>
                </a:lnTo>
                <a:lnTo>
                  <a:pt x="68088" y="22860"/>
                </a:lnTo>
                <a:lnTo>
                  <a:pt x="67056" y="1524"/>
                </a:lnTo>
                <a:lnTo>
                  <a:pt x="94488" y="15240"/>
                </a:lnTo>
                <a:lnTo>
                  <a:pt x="334264" y="15240"/>
                </a:lnTo>
                <a:lnTo>
                  <a:pt x="342900" y="22860"/>
                </a:lnTo>
                <a:lnTo>
                  <a:pt x="338110" y="25908"/>
                </a:lnTo>
                <a:lnTo>
                  <a:pt x="94488" y="25908"/>
                </a:lnTo>
                <a:lnTo>
                  <a:pt x="94488" y="83820"/>
                </a:lnTo>
                <a:lnTo>
                  <a:pt x="326377" y="83820"/>
                </a:lnTo>
                <a:lnTo>
                  <a:pt x="326501" y="94488"/>
                </a:lnTo>
                <a:lnTo>
                  <a:pt x="94488" y="94488"/>
                </a:lnTo>
                <a:lnTo>
                  <a:pt x="94488" y="156972"/>
                </a:lnTo>
                <a:lnTo>
                  <a:pt x="327927" y="156972"/>
                </a:lnTo>
                <a:lnTo>
                  <a:pt x="328064" y="161258"/>
                </a:lnTo>
                <a:lnTo>
                  <a:pt x="328449" y="167640"/>
                </a:lnTo>
                <a:lnTo>
                  <a:pt x="94488" y="167640"/>
                </a:lnTo>
                <a:lnTo>
                  <a:pt x="94488" y="182880"/>
                </a:lnTo>
                <a:lnTo>
                  <a:pt x="67056" y="193548"/>
                </a:lnTo>
                <a:close/>
              </a:path>
              <a:path w="393700" h="398145">
                <a:moveTo>
                  <a:pt x="210312" y="83820"/>
                </a:moveTo>
                <a:lnTo>
                  <a:pt x="184404" y="83820"/>
                </a:lnTo>
                <a:lnTo>
                  <a:pt x="184404" y="25908"/>
                </a:lnTo>
                <a:lnTo>
                  <a:pt x="210312" y="25908"/>
                </a:lnTo>
                <a:lnTo>
                  <a:pt x="210312" y="83820"/>
                </a:lnTo>
                <a:close/>
              </a:path>
              <a:path w="393700" h="398145">
                <a:moveTo>
                  <a:pt x="326377" y="83820"/>
                </a:moveTo>
                <a:lnTo>
                  <a:pt x="301752" y="83820"/>
                </a:lnTo>
                <a:lnTo>
                  <a:pt x="301752" y="25908"/>
                </a:lnTo>
                <a:lnTo>
                  <a:pt x="338110" y="25908"/>
                </a:lnTo>
                <a:lnTo>
                  <a:pt x="326136" y="33528"/>
                </a:lnTo>
                <a:lnTo>
                  <a:pt x="326377" y="83820"/>
                </a:lnTo>
                <a:close/>
              </a:path>
              <a:path w="393700" h="398145">
                <a:moveTo>
                  <a:pt x="210312" y="156972"/>
                </a:moveTo>
                <a:lnTo>
                  <a:pt x="184404" y="156972"/>
                </a:lnTo>
                <a:lnTo>
                  <a:pt x="184404" y="94488"/>
                </a:lnTo>
                <a:lnTo>
                  <a:pt x="210312" y="94488"/>
                </a:lnTo>
                <a:lnTo>
                  <a:pt x="210312" y="156972"/>
                </a:lnTo>
                <a:close/>
              </a:path>
              <a:path w="393700" h="398145">
                <a:moveTo>
                  <a:pt x="327927" y="156972"/>
                </a:moveTo>
                <a:lnTo>
                  <a:pt x="301752" y="156972"/>
                </a:lnTo>
                <a:lnTo>
                  <a:pt x="301752" y="94488"/>
                </a:lnTo>
                <a:lnTo>
                  <a:pt x="326501" y="94488"/>
                </a:lnTo>
                <a:lnTo>
                  <a:pt x="327088" y="130683"/>
                </a:lnTo>
                <a:lnTo>
                  <a:pt x="327927" y="156972"/>
                </a:lnTo>
                <a:close/>
              </a:path>
              <a:path w="393700" h="398145">
                <a:moveTo>
                  <a:pt x="210312" y="217932"/>
                </a:moveTo>
                <a:lnTo>
                  <a:pt x="184404" y="217932"/>
                </a:lnTo>
                <a:lnTo>
                  <a:pt x="184404" y="167640"/>
                </a:lnTo>
                <a:lnTo>
                  <a:pt x="210312" y="167640"/>
                </a:lnTo>
                <a:lnTo>
                  <a:pt x="210312" y="217932"/>
                </a:lnTo>
                <a:close/>
              </a:path>
              <a:path w="393700" h="398145">
                <a:moveTo>
                  <a:pt x="301752" y="192024"/>
                </a:moveTo>
                <a:lnTo>
                  <a:pt x="301752" y="167640"/>
                </a:lnTo>
                <a:lnTo>
                  <a:pt x="328449" y="167640"/>
                </a:lnTo>
                <a:lnTo>
                  <a:pt x="329184" y="179832"/>
                </a:lnTo>
                <a:lnTo>
                  <a:pt x="301752" y="192024"/>
                </a:lnTo>
                <a:close/>
              </a:path>
              <a:path w="393700" h="398145">
                <a:moveTo>
                  <a:pt x="22860" y="233172"/>
                </a:moveTo>
                <a:lnTo>
                  <a:pt x="7620" y="217932"/>
                </a:lnTo>
                <a:lnTo>
                  <a:pt x="329184" y="217932"/>
                </a:lnTo>
                <a:lnTo>
                  <a:pt x="355092" y="192024"/>
                </a:lnTo>
                <a:lnTo>
                  <a:pt x="391668" y="228600"/>
                </a:lnTo>
                <a:lnTo>
                  <a:pt x="64008" y="228600"/>
                </a:lnTo>
                <a:lnTo>
                  <a:pt x="52863" y="228885"/>
                </a:lnTo>
                <a:lnTo>
                  <a:pt x="42291" y="229743"/>
                </a:lnTo>
                <a:lnTo>
                  <a:pt x="32289" y="231171"/>
                </a:lnTo>
                <a:lnTo>
                  <a:pt x="22860" y="233172"/>
                </a:lnTo>
                <a:close/>
              </a:path>
              <a:path w="393700" h="398145">
                <a:moveTo>
                  <a:pt x="1524" y="379476"/>
                </a:moveTo>
                <a:lnTo>
                  <a:pt x="0" y="373380"/>
                </a:lnTo>
                <a:lnTo>
                  <a:pt x="48601" y="342828"/>
                </a:lnTo>
                <a:lnTo>
                  <a:pt x="91630" y="308419"/>
                </a:lnTo>
                <a:lnTo>
                  <a:pt x="129230" y="270295"/>
                </a:lnTo>
                <a:lnTo>
                  <a:pt x="161544" y="228600"/>
                </a:lnTo>
                <a:lnTo>
                  <a:pt x="213360" y="228600"/>
                </a:lnTo>
                <a:lnTo>
                  <a:pt x="220268" y="236220"/>
                </a:lnTo>
                <a:lnTo>
                  <a:pt x="210312" y="236220"/>
                </a:lnTo>
                <a:lnTo>
                  <a:pt x="210313" y="239268"/>
                </a:lnTo>
                <a:lnTo>
                  <a:pt x="184404" y="239268"/>
                </a:lnTo>
                <a:lnTo>
                  <a:pt x="156606" y="274185"/>
                </a:lnTo>
                <a:lnTo>
                  <a:pt x="124419" y="305738"/>
                </a:lnTo>
                <a:lnTo>
                  <a:pt x="87843" y="333853"/>
                </a:lnTo>
                <a:lnTo>
                  <a:pt x="46878" y="358456"/>
                </a:lnTo>
                <a:lnTo>
                  <a:pt x="1524" y="379476"/>
                </a:lnTo>
                <a:close/>
              </a:path>
              <a:path w="393700" h="398145">
                <a:moveTo>
                  <a:pt x="353568" y="374904"/>
                </a:moveTo>
                <a:lnTo>
                  <a:pt x="305252" y="344662"/>
                </a:lnTo>
                <a:lnTo>
                  <a:pt x="265366" y="311277"/>
                </a:lnTo>
                <a:lnTo>
                  <a:pt x="233767" y="275034"/>
                </a:lnTo>
                <a:lnTo>
                  <a:pt x="210312" y="236220"/>
                </a:lnTo>
                <a:lnTo>
                  <a:pt x="220268" y="236220"/>
                </a:lnTo>
                <a:lnTo>
                  <a:pt x="251960" y="271176"/>
                </a:lnTo>
                <a:lnTo>
                  <a:pt x="294703" y="305181"/>
                </a:lnTo>
                <a:lnTo>
                  <a:pt x="341733" y="330612"/>
                </a:lnTo>
                <a:lnTo>
                  <a:pt x="393192" y="347471"/>
                </a:lnTo>
                <a:lnTo>
                  <a:pt x="393192" y="353568"/>
                </a:lnTo>
                <a:lnTo>
                  <a:pt x="377999" y="355615"/>
                </a:lnTo>
                <a:lnTo>
                  <a:pt x="366522" y="359664"/>
                </a:lnTo>
                <a:lnTo>
                  <a:pt x="358473" y="365998"/>
                </a:lnTo>
                <a:lnTo>
                  <a:pt x="353568" y="374904"/>
                </a:lnTo>
                <a:close/>
              </a:path>
              <a:path w="393700" h="398145">
                <a:moveTo>
                  <a:pt x="182880" y="397764"/>
                </a:moveTo>
                <a:lnTo>
                  <a:pt x="183091" y="365998"/>
                </a:lnTo>
                <a:lnTo>
                  <a:pt x="184165" y="282678"/>
                </a:lnTo>
                <a:lnTo>
                  <a:pt x="184404" y="239268"/>
                </a:lnTo>
                <a:lnTo>
                  <a:pt x="210313" y="239268"/>
                </a:lnTo>
                <a:lnTo>
                  <a:pt x="210415" y="311277"/>
                </a:lnTo>
                <a:lnTo>
                  <a:pt x="210506" y="333853"/>
                </a:lnTo>
                <a:lnTo>
                  <a:pt x="210918" y="362069"/>
                </a:lnTo>
                <a:lnTo>
                  <a:pt x="211018" y="365998"/>
                </a:lnTo>
                <a:lnTo>
                  <a:pt x="211836" y="384047"/>
                </a:lnTo>
                <a:lnTo>
                  <a:pt x="182880" y="39776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" name="object 61"/>
          <p:cNvSpPr/>
          <p:nvPr/>
        </p:nvSpPr>
        <p:spPr>
          <a:xfrm>
            <a:off x="3063239" y="4852415"/>
            <a:ext cx="36830" cy="424180"/>
          </a:xfrm>
          <a:custGeom>
            <a:avLst/>
            <a:gdLst/>
            <a:ahLst/>
            <a:cxnLst/>
            <a:rect l="l" t="t" r="r" b="b"/>
            <a:pathLst>
              <a:path w="36830" h="424179">
                <a:moveTo>
                  <a:pt x="36575" y="423671"/>
                </a:moveTo>
                <a:lnTo>
                  <a:pt x="0" y="423671"/>
                </a:lnTo>
                <a:lnTo>
                  <a:pt x="0" y="0"/>
                </a:lnTo>
                <a:lnTo>
                  <a:pt x="36575" y="0"/>
                </a:lnTo>
                <a:lnTo>
                  <a:pt x="36575" y="42367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" name="object 62"/>
          <p:cNvSpPr/>
          <p:nvPr/>
        </p:nvSpPr>
        <p:spPr>
          <a:xfrm>
            <a:off x="3168395" y="4867656"/>
            <a:ext cx="254635" cy="323215"/>
          </a:xfrm>
          <a:custGeom>
            <a:avLst/>
            <a:gdLst/>
            <a:ahLst/>
            <a:cxnLst/>
            <a:rect l="l" t="t" r="r" b="b"/>
            <a:pathLst>
              <a:path w="254635" h="323214">
                <a:moveTo>
                  <a:pt x="254507" y="323087"/>
                </a:moveTo>
                <a:lnTo>
                  <a:pt x="205739" y="323087"/>
                </a:lnTo>
                <a:lnTo>
                  <a:pt x="126491" y="193547"/>
                </a:lnTo>
                <a:lnTo>
                  <a:pt x="47243" y="323087"/>
                </a:lnTo>
                <a:lnTo>
                  <a:pt x="0" y="323087"/>
                </a:lnTo>
                <a:lnTo>
                  <a:pt x="103631" y="161543"/>
                </a:lnTo>
                <a:lnTo>
                  <a:pt x="3047" y="0"/>
                </a:lnTo>
                <a:lnTo>
                  <a:pt x="51815" y="0"/>
                </a:lnTo>
                <a:lnTo>
                  <a:pt x="129539" y="126491"/>
                </a:lnTo>
                <a:lnTo>
                  <a:pt x="208787" y="0"/>
                </a:lnTo>
                <a:lnTo>
                  <a:pt x="254507" y="0"/>
                </a:lnTo>
                <a:lnTo>
                  <a:pt x="153923" y="160019"/>
                </a:lnTo>
                <a:lnTo>
                  <a:pt x="254507" y="32308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" name="object 63"/>
          <p:cNvSpPr/>
          <p:nvPr/>
        </p:nvSpPr>
        <p:spPr>
          <a:xfrm>
            <a:off x="3491484" y="4852415"/>
            <a:ext cx="36830" cy="424180"/>
          </a:xfrm>
          <a:custGeom>
            <a:avLst/>
            <a:gdLst/>
            <a:ahLst/>
            <a:cxnLst/>
            <a:rect l="l" t="t" r="r" b="b"/>
            <a:pathLst>
              <a:path w="36829" h="424179">
                <a:moveTo>
                  <a:pt x="36575" y="423671"/>
                </a:moveTo>
                <a:lnTo>
                  <a:pt x="0" y="423671"/>
                </a:lnTo>
                <a:lnTo>
                  <a:pt x="0" y="0"/>
                </a:lnTo>
                <a:lnTo>
                  <a:pt x="36575" y="0"/>
                </a:lnTo>
                <a:lnTo>
                  <a:pt x="36575" y="42367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" name="object 64"/>
          <p:cNvSpPr/>
          <p:nvPr/>
        </p:nvSpPr>
        <p:spPr>
          <a:xfrm>
            <a:off x="3636264" y="4986528"/>
            <a:ext cx="241300" cy="35560"/>
          </a:xfrm>
          <a:custGeom>
            <a:avLst/>
            <a:gdLst/>
            <a:ahLst/>
            <a:cxnLst/>
            <a:rect l="l" t="t" r="r" b="b"/>
            <a:pathLst>
              <a:path w="241300" h="35560">
                <a:moveTo>
                  <a:pt x="240792" y="35052"/>
                </a:moveTo>
                <a:lnTo>
                  <a:pt x="0" y="35052"/>
                </a:lnTo>
                <a:lnTo>
                  <a:pt x="0" y="0"/>
                </a:lnTo>
                <a:lnTo>
                  <a:pt x="240792" y="0"/>
                </a:lnTo>
                <a:lnTo>
                  <a:pt x="240792" y="3505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" name="object 65"/>
          <p:cNvSpPr/>
          <p:nvPr/>
        </p:nvSpPr>
        <p:spPr>
          <a:xfrm>
            <a:off x="3636264" y="5077967"/>
            <a:ext cx="241300" cy="35560"/>
          </a:xfrm>
          <a:custGeom>
            <a:avLst/>
            <a:gdLst/>
            <a:ahLst/>
            <a:cxnLst/>
            <a:rect l="l" t="t" r="r" b="b"/>
            <a:pathLst>
              <a:path w="241300" h="35560">
                <a:moveTo>
                  <a:pt x="240792" y="35052"/>
                </a:moveTo>
                <a:lnTo>
                  <a:pt x="0" y="35052"/>
                </a:lnTo>
                <a:lnTo>
                  <a:pt x="0" y="0"/>
                </a:lnTo>
                <a:lnTo>
                  <a:pt x="240792" y="0"/>
                </a:lnTo>
                <a:lnTo>
                  <a:pt x="240792" y="3505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" name="object 66"/>
          <p:cNvSpPr/>
          <p:nvPr/>
        </p:nvSpPr>
        <p:spPr>
          <a:xfrm>
            <a:off x="3985259" y="4852415"/>
            <a:ext cx="36830" cy="424180"/>
          </a:xfrm>
          <a:custGeom>
            <a:avLst/>
            <a:gdLst/>
            <a:ahLst/>
            <a:cxnLst/>
            <a:rect l="l" t="t" r="r" b="b"/>
            <a:pathLst>
              <a:path w="36829" h="424179">
                <a:moveTo>
                  <a:pt x="36575" y="423671"/>
                </a:moveTo>
                <a:lnTo>
                  <a:pt x="0" y="423671"/>
                </a:lnTo>
                <a:lnTo>
                  <a:pt x="0" y="0"/>
                </a:lnTo>
                <a:lnTo>
                  <a:pt x="36575" y="0"/>
                </a:lnTo>
                <a:lnTo>
                  <a:pt x="36575" y="42367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" name="object 67"/>
          <p:cNvSpPr/>
          <p:nvPr/>
        </p:nvSpPr>
        <p:spPr>
          <a:xfrm>
            <a:off x="4087367" y="4867655"/>
            <a:ext cx="260985" cy="323215"/>
          </a:xfrm>
          <a:custGeom>
            <a:avLst/>
            <a:gdLst/>
            <a:ahLst/>
            <a:cxnLst/>
            <a:rect l="l" t="t" r="r" b="b"/>
            <a:pathLst>
              <a:path w="260985" h="323214">
                <a:moveTo>
                  <a:pt x="152400" y="323087"/>
                </a:moveTo>
                <a:lnTo>
                  <a:pt x="108204" y="323087"/>
                </a:lnTo>
                <a:lnTo>
                  <a:pt x="108204" y="184404"/>
                </a:lnTo>
                <a:lnTo>
                  <a:pt x="0" y="0"/>
                </a:lnTo>
                <a:lnTo>
                  <a:pt x="47244" y="0"/>
                </a:lnTo>
                <a:lnTo>
                  <a:pt x="131064" y="143256"/>
                </a:lnTo>
                <a:lnTo>
                  <a:pt x="214884" y="0"/>
                </a:lnTo>
                <a:lnTo>
                  <a:pt x="260604" y="0"/>
                </a:lnTo>
                <a:lnTo>
                  <a:pt x="152400" y="179831"/>
                </a:lnTo>
                <a:lnTo>
                  <a:pt x="152400" y="32308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" name="object 68"/>
          <p:cNvSpPr/>
          <p:nvPr/>
        </p:nvSpPr>
        <p:spPr>
          <a:xfrm>
            <a:off x="4413503" y="4852415"/>
            <a:ext cx="36830" cy="424180"/>
          </a:xfrm>
          <a:custGeom>
            <a:avLst/>
            <a:gdLst/>
            <a:ahLst/>
            <a:cxnLst/>
            <a:rect l="l" t="t" r="r" b="b"/>
            <a:pathLst>
              <a:path w="36829" h="424179">
                <a:moveTo>
                  <a:pt x="36576" y="423671"/>
                </a:moveTo>
                <a:lnTo>
                  <a:pt x="0" y="423671"/>
                </a:lnTo>
                <a:lnTo>
                  <a:pt x="0" y="0"/>
                </a:lnTo>
                <a:lnTo>
                  <a:pt x="36576" y="0"/>
                </a:lnTo>
                <a:lnTo>
                  <a:pt x="36576" y="42367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" name="object 69"/>
          <p:cNvSpPr/>
          <p:nvPr/>
        </p:nvSpPr>
        <p:spPr>
          <a:xfrm>
            <a:off x="4558283" y="4986528"/>
            <a:ext cx="241300" cy="35560"/>
          </a:xfrm>
          <a:custGeom>
            <a:avLst/>
            <a:gdLst/>
            <a:ahLst/>
            <a:cxnLst/>
            <a:rect l="l" t="t" r="r" b="b"/>
            <a:pathLst>
              <a:path w="241300" h="35560">
                <a:moveTo>
                  <a:pt x="240792" y="35052"/>
                </a:moveTo>
                <a:lnTo>
                  <a:pt x="0" y="35052"/>
                </a:lnTo>
                <a:lnTo>
                  <a:pt x="0" y="0"/>
                </a:lnTo>
                <a:lnTo>
                  <a:pt x="240792" y="0"/>
                </a:lnTo>
                <a:lnTo>
                  <a:pt x="240792" y="3505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" name="object 70"/>
          <p:cNvSpPr/>
          <p:nvPr/>
        </p:nvSpPr>
        <p:spPr>
          <a:xfrm>
            <a:off x="4558283" y="5077967"/>
            <a:ext cx="241300" cy="35560"/>
          </a:xfrm>
          <a:custGeom>
            <a:avLst/>
            <a:gdLst/>
            <a:ahLst/>
            <a:cxnLst/>
            <a:rect l="l" t="t" r="r" b="b"/>
            <a:pathLst>
              <a:path w="241300" h="35560">
                <a:moveTo>
                  <a:pt x="240792" y="35052"/>
                </a:moveTo>
                <a:lnTo>
                  <a:pt x="0" y="35052"/>
                </a:lnTo>
                <a:lnTo>
                  <a:pt x="0" y="0"/>
                </a:lnTo>
                <a:lnTo>
                  <a:pt x="240792" y="0"/>
                </a:lnTo>
                <a:lnTo>
                  <a:pt x="240792" y="3505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71" name="object 71"/>
          <p:cNvGrpSpPr/>
          <p:nvPr/>
        </p:nvGrpSpPr>
        <p:grpSpPr>
          <a:xfrm>
            <a:off x="4870703" y="4843272"/>
            <a:ext cx="768350" cy="428625"/>
            <a:chOff x="4870703" y="4843272"/>
            <a:chExt cx="768350" cy="428625"/>
          </a:xfrm>
        </p:grpSpPr>
        <p:pic>
          <p:nvPicPr>
            <p:cNvPr id="72" name="object 72"/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4870703" y="4942332"/>
              <a:ext cx="190500" cy="248412"/>
            </a:xfrm>
            <a:prstGeom prst="rect">
              <a:avLst/>
            </a:prstGeom>
          </p:spPr>
        </p:pic>
        <p:sp>
          <p:nvSpPr>
            <p:cNvPr id="73" name="object 73"/>
            <p:cNvSpPr/>
            <p:nvPr/>
          </p:nvSpPr>
          <p:spPr>
            <a:xfrm>
              <a:off x="5105400" y="4843284"/>
              <a:ext cx="533400" cy="428625"/>
            </a:xfrm>
            <a:custGeom>
              <a:avLst/>
              <a:gdLst/>
              <a:ahLst/>
              <a:cxnLst/>
              <a:rect l="l" t="t" r="r" b="b"/>
              <a:pathLst>
                <a:path w="533400" h="428625">
                  <a:moveTo>
                    <a:pt x="92964" y="286499"/>
                  </a:moveTo>
                  <a:lnTo>
                    <a:pt x="38100" y="286499"/>
                  </a:lnTo>
                  <a:lnTo>
                    <a:pt x="0" y="428231"/>
                  </a:lnTo>
                  <a:lnTo>
                    <a:pt x="31991" y="428231"/>
                  </a:lnTo>
                  <a:lnTo>
                    <a:pt x="92964" y="286499"/>
                  </a:lnTo>
                  <a:close/>
                </a:path>
                <a:path w="533400" h="428625">
                  <a:moveTo>
                    <a:pt x="359651" y="24384"/>
                  </a:moveTo>
                  <a:lnTo>
                    <a:pt x="330695" y="1524"/>
                  </a:lnTo>
                  <a:lnTo>
                    <a:pt x="321551" y="13716"/>
                  </a:lnTo>
                  <a:lnTo>
                    <a:pt x="321551" y="28956"/>
                  </a:lnTo>
                  <a:lnTo>
                    <a:pt x="321551" y="115824"/>
                  </a:lnTo>
                  <a:lnTo>
                    <a:pt x="321551" y="126492"/>
                  </a:lnTo>
                  <a:lnTo>
                    <a:pt x="321551" y="205740"/>
                  </a:lnTo>
                  <a:lnTo>
                    <a:pt x="256019" y="205740"/>
                  </a:lnTo>
                  <a:lnTo>
                    <a:pt x="258025" y="185420"/>
                  </a:lnTo>
                  <a:lnTo>
                    <a:pt x="259448" y="165544"/>
                  </a:lnTo>
                  <a:lnTo>
                    <a:pt x="260311" y="145935"/>
                  </a:lnTo>
                  <a:lnTo>
                    <a:pt x="260591" y="126492"/>
                  </a:lnTo>
                  <a:lnTo>
                    <a:pt x="321551" y="126492"/>
                  </a:lnTo>
                  <a:lnTo>
                    <a:pt x="321551" y="115824"/>
                  </a:lnTo>
                  <a:lnTo>
                    <a:pt x="260591" y="115824"/>
                  </a:lnTo>
                  <a:lnTo>
                    <a:pt x="260591" y="28956"/>
                  </a:lnTo>
                  <a:lnTo>
                    <a:pt x="321551" y="28956"/>
                  </a:lnTo>
                  <a:lnTo>
                    <a:pt x="321551" y="13716"/>
                  </a:lnTo>
                  <a:lnTo>
                    <a:pt x="316979" y="19812"/>
                  </a:lnTo>
                  <a:lnTo>
                    <a:pt x="156959" y="19812"/>
                  </a:lnTo>
                  <a:lnTo>
                    <a:pt x="173723" y="35052"/>
                  </a:lnTo>
                  <a:lnTo>
                    <a:pt x="183159" y="32804"/>
                  </a:lnTo>
                  <a:lnTo>
                    <a:pt x="193154" y="30861"/>
                  </a:lnTo>
                  <a:lnTo>
                    <a:pt x="203733" y="29476"/>
                  </a:lnTo>
                  <a:lnTo>
                    <a:pt x="214871" y="28956"/>
                  </a:lnTo>
                  <a:lnTo>
                    <a:pt x="237731" y="28956"/>
                  </a:lnTo>
                  <a:lnTo>
                    <a:pt x="237731" y="115824"/>
                  </a:lnTo>
                  <a:lnTo>
                    <a:pt x="163055" y="115824"/>
                  </a:lnTo>
                  <a:lnTo>
                    <a:pt x="178295" y="132588"/>
                  </a:lnTo>
                  <a:lnTo>
                    <a:pt x="188582" y="129705"/>
                  </a:lnTo>
                  <a:lnTo>
                    <a:pt x="198869" y="127825"/>
                  </a:lnTo>
                  <a:lnTo>
                    <a:pt x="209156" y="126796"/>
                  </a:lnTo>
                  <a:lnTo>
                    <a:pt x="219443" y="126492"/>
                  </a:lnTo>
                  <a:lnTo>
                    <a:pt x="237731" y="126492"/>
                  </a:lnTo>
                  <a:lnTo>
                    <a:pt x="237477" y="147650"/>
                  </a:lnTo>
                  <a:lnTo>
                    <a:pt x="236778" y="167830"/>
                  </a:lnTo>
                  <a:lnTo>
                    <a:pt x="235813" y="187134"/>
                  </a:lnTo>
                  <a:lnTo>
                    <a:pt x="234683" y="205740"/>
                  </a:lnTo>
                  <a:lnTo>
                    <a:pt x="155435" y="205740"/>
                  </a:lnTo>
                  <a:lnTo>
                    <a:pt x="172199" y="220980"/>
                  </a:lnTo>
                  <a:lnTo>
                    <a:pt x="181635" y="218732"/>
                  </a:lnTo>
                  <a:lnTo>
                    <a:pt x="191630" y="216789"/>
                  </a:lnTo>
                  <a:lnTo>
                    <a:pt x="202209" y="215404"/>
                  </a:lnTo>
                  <a:lnTo>
                    <a:pt x="213347" y="214884"/>
                  </a:lnTo>
                  <a:lnTo>
                    <a:pt x="231635" y="214884"/>
                  </a:lnTo>
                  <a:lnTo>
                    <a:pt x="221373" y="259473"/>
                  </a:lnTo>
                  <a:lnTo>
                    <a:pt x="202107" y="301942"/>
                  </a:lnTo>
                  <a:lnTo>
                    <a:pt x="173990" y="342392"/>
                  </a:lnTo>
                  <a:lnTo>
                    <a:pt x="137147" y="381000"/>
                  </a:lnTo>
                  <a:lnTo>
                    <a:pt x="140195" y="384048"/>
                  </a:lnTo>
                  <a:lnTo>
                    <a:pt x="184200" y="350532"/>
                  </a:lnTo>
                  <a:lnTo>
                    <a:pt x="217919" y="311467"/>
                  </a:lnTo>
                  <a:lnTo>
                    <a:pt x="241350" y="266382"/>
                  </a:lnTo>
                  <a:lnTo>
                    <a:pt x="254495" y="214884"/>
                  </a:lnTo>
                  <a:lnTo>
                    <a:pt x="321551" y="214884"/>
                  </a:lnTo>
                  <a:lnTo>
                    <a:pt x="321551" y="284988"/>
                  </a:lnTo>
                  <a:lnTo>
                    <a:pt x="320128" y="302742"/>
                  </a:lnTo>
                  <a:lnTo>
                    <a:pt x="315836" y="315087"/>
                  </a:lnTo>
                  <a:lnTo>
                    <a:pt x="308698" y="322275"/>
                  </a:lnTo>
                  <a:lnTo>
                    <a:pt x="298691" y="324612"/>
                  </a:lnTo>
                  <a:lnTo>
                    <a:pt x="243827" y="320040"/>
                  </a:lnTo>
                  <a:lnTo>
                    <a:pt x="243827" y="326136"/>
                  </a:lnTo>
                  <a:lnTo>
                    <a:pt x="264998" y="333603"/>
                  </a:lnTo>
                  <a:lnTo>
                    <a:pt x="280593" y="342519"/>
                  </a:lnTo>
                  <a:lnTo>
                    <a:pt x="290766" y="353136"/>
                  </a:lnTo>
                  <a:lnTo>
                    <a:pt x="295643" y="365760"/>
                  </a:lnTo>
                  <a:lnTo>
                    <a:pt x="315036" y="355803"/>
                  </a:lnTo>
                  <a:lnTo>
                    <a:pt x="329552" y="342138"/>
                  </a:lnTo>
                  <a:lnTo>
                    <a:pt x="338937" y="325031"/>
                  </a:lnTo>
                  <a:lnTo>
                    <a:pt x="339026" y="324612"/>
                  </a:lnTo>
                  <a:lnTo>
                    <a:pt x="342887" y="304800"/>
                  </a:lnTo>
                  <a:lnTo>
                    <a:pt x="342887" y="214884"/>
                  </a:lnTo>
                  <a:lnTo>
                    <a:pt x="342887" y="126492"/>
                  </a:lnTo>
                  <a:lnTo>
                    <a:pt x="342887" y="36576"/>
                  </a:lnTo>
                  <a:lnTo>
                    <a:pt x="353364" y="28956"/>
                  </a:lnTo>
                  <a:lnTo>
                    <a:pt x="359651" y="24384"/>
                  </a:lnTo>
                  <a:close/>
                </a:path>
                <a:path w="533400" h="428625">
                  <a:moveTo>
                    <a:pt x="533387" y="33528"/>
                  </a:moveTo>
                  <a:lnTo>
                    <a:pt x="528815" y="28956"/>
                  </a:lnTo>
                  <a:lnTo>
                    <a:pt x="519671" y="19812"/>
                  </a:lnTo>
                  <a:lnTo>
                    <a:pt x="502907" y="3048"/>
                  </a:lnTo>
                  <a:lnTo>
                    <a:pt x="487667" y="19812"/>
                  </a:lnTo>
                  <a:lnTo>
                    <a:pt x="403847" y="19812"/>
                  </a:lnTo>
                  <a:lnTo>
                    <a:pt x="379463" y="0"/>
                  </a:lnTo>
                  <a:lnTo>
                    <a:pt x="380593" y="31115"/>
                  </a:lnTo>
                  <a:lnTo>
                    <a:pt x="381558" y="71628"/>
                  </a:lnTo>
                  <a:lnTo>
                    <a:pt x="382257" y="121932"/>
                  </a:lnTo>
                  <a:lnTo>
                    <a:pt x="382473" y="170014"/>
                  </a:lnTo>
                  <a:lnTo>
                    <a:pt x="382346" y="221183"/>
                  </a:lnTo>
                  <a:lnTo>
                    <a:pt x="381622" y="294132"/>
                  </a:lnTo>
                  <a:lnTo>
                    <a:pt x="380593" y="347230"/>
                  </a:lnTo>
                  <a:lnTo>
                    <a:pt x="379463" y="390144"/>
                  </a:lnTo>
                  <a:lnTo>
                    <a:pt x="406895" y="377952"/>
                  </a:lnTo>
                  <a:lnTo>
                    <a:pt x="405777" y="342493"/>
                  </a:lnTo>
                  <a:lnTo>
                    <a:pt x="404914" y="316839"/>
                  </a:lnTo>
                  <a:lnTo>
                    <a:pt x="404190" y="294132"/>
                  </a:lnTo>
                  <a:lnTo>
                    <a:pt x="404050" y="288036"/>
                  </a:lnTo>
                  <a:lnTo>
                    <a:pt x="403948" y="281940"/>
                  </a:lnTo>
                  <a:lnTo>
                    <a:pt x="403847" y="28956"/>
                  </a:lnTo>
                  <a:lnTo>
                    <a:pt x="489191" y="28956"/>
                  </a:lnTo>
                  <a:lnTo>
                    <a:pt x="451091" y="146304"/>
                  </a:lnTo>
                  <a:lnTo>
                    <a:pt x="465645" y="164871"/>
                  </a:lnTo>
                  <a:lnTo>
                    <a:pt x="490715" y="210312"/>
                  </a:lnTo>
                  <a:lnTo>
                    <a:pt x="499859" y="248412"/>
                  </a:lnTo>
                  <a:lnTo>
                    <a:pt x="499859" y="252984"/>
                  </a:lnTo>
                  <a:lnTo>
                    <a:pt x="496811" y="268224"/>
                  </a:lnTo>
                  <a:lnTo>
                    <a:pt x="493763" y="277368"/>
                  </a:lnTo>
                  <a:lnTo>
                    <a:pt x="487667" y="281940"/>
                  </a:lnTo>
                  <a:lnTo>
                    <a:pt x="476999" y="281940"/>
                  </a:lnTo>
                  <a:lnTo>
                    <a:pt x="466953" y="281698"/>
                  </a:lnTo>
                  <a:lnTo>
                    <a:pt x="440575" y="280644"/>
                  </a:lnTo>
                  <a:lnTo>
                    <a:pt x="423659" y="280416"/>
                  </a:lnTo>
                  <a:lnTo>
                    <a:pt x="423659" y="288036"/>
                  </a:lnTo>
                  <a:lnTo>
                    <a:pt x="443953" y="293725"/>
                  </a:lnTo>
                  <a:lnTo>
                    <a:pt x="459092" y="301561"/>
                  </a:lnTo>
                  <a:lnTo>
                    <a:pt x="469099" y="311391"/>
                  </a:lnTo>
                  <a:lnTo>
                    <a:pt x="473951" y="323088"/>
                  </a:lnTo>
                  <a:lnTo>
                    <a:pt x="488530" y="316839"/>
                  </a:lnTo>
                  <a:lnTo>
                    <a:pt x="519988" y="285242"/>
                  </a:lnTo>
                  <a:lnTo>
                    <a:pt x="525767" y="260604"/>
                  </a:lnTo>
                  <a:lnTo>
                    <a:pt x="525221" y="254673"/>
                  </a:lnTo>
                  <a:lnTo>
                    <a:pt x="511911" y="208876"/>
                  </a:lnTo>
                  <a:lnTo>
                    <a:pt x="483438" y="170014"/>
                  </a:lnTo>
                  <a:lnTo>
                    <a:pt x="461759" y="146304"/>
                  </a:lnTo>
                  <a:lnTo>
                    <a:pt x="470674" y="127127"/>
                  </a:lnTo>
                  <a:lnTo>
                    <a:pt x="487908" y="89928"/>
                  </a:lnTo>
                  <a:lnTo>
                    <a:pt x="505104" y="55384"/>
                  </a:lnTo>
                  <a:lnTo>
                    <a:pt x="523392" y="36042"/>
                  </a:lnTo>
                  <a:lnTo>
                    <a:pt x="533387" y="33528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74" name="object 74"/>
          <p:cNvSpPr/>
          <p:nvPr/>
        </p:nvSpPr>
        <p:spPr>
          <a:xfrm>
            <a:off x="5695188" y="4832603"/>
            <a:ext cx="360045" cy="382905"/>
          </a:xfrm>
          <a:custGeom>
            <a:avLst/>
            <a:gdLst/>
            <a:ahLst/>
            <a:cxnLst/>
            <a:rect l="l" t="t" r="r" b="b"/>
            <a:pathLst>
              <a:path w="360045" h="382904">
                <a:moveTo>
                  <a:pt x="4571" y="242315"/>
                </a:moveTo>
                <a:lnTo>
                  <a:pt x="0" y="234696"/>
                </a:lnTo>
                <a:lnTo>
                  <a:pt x="35980" y="205859"/>
                </a:lnTo>
                <a:lnTo>
                  <a:pt x="68389" y="176593"/>
                </a:lnTo>
                <a:lnTo>
                  <a:pt x="97083" y="147042"/>
                </a:lnTo>
                <a:lnTo>
                  <a:pt x="121920" y="117348"/>
                </a:lnTo>
                <a:lnTo>
                  <a:pt x="163258" y="58102"/>
                </a:lnTo>
                <a:lnTo>
                  <a:pt x="192024" y="0"/>
                </a:lnTo>
                <a:lnTo>
                  <a:pt x="230124" y="33528"/>
                </a:lnTo>
                <a:lnTo>
                  <a:pt x="207264" y="42672"/>
                </a:lnTo>
                <a:lnTo>
                  <a:pt x="178703" y="84342"/>
                </a:lnTo>
                <a:lnTo>
                  <a:pt x="147940" y="122540"/>
                </a:lnTo>
                <a:lnTo>
                  <a:pt x="115062" y="157353"/>
                </a:lnTo>
                <a:lnTo>
                  <a:pt x="80151" y="188863"/>
                </a:lnTo>
                <a:lnTo>
                  <a:pt x="43292" y="217155"/>
                </a:lnTo>
                <a:lnTo>
                  <a:pt x="4571" y="242315"/>
                </a:lnTo>
                <a:close/>
              </a:path>
              <a:path w="360045" h="382904">
                <a:moveTo>
                  <a:pt x="86868" y="370332"/>
                </a:moveTo>
                <a:lnTo>
                  <a:pt x="62484" y="329184"/>
                </a:lnTo>
                <a:lnTo>
                  <a:pt x="76485" y="325159"/>
                </a:lnTo>
                <a:lnTo>
                  <a:pt x="95631" y="312991"/>
                </a:lnTo>
                <a:lnTo>
                  <a:pt x="149352" y="263652"/>
                </a:lnTo>
                <a:lnTo>
                  <a:pt x="180570" y="229671"/>
                </a:lnTo>
                <a:lnTo>
                  <a:pt x="208216" y="191833"/>
                </a:lnTo>
                <a:lnTo>
                  <a:pt x="232719" y="150280"/>
                </a:lnTo>
                <a:lnTo>
                  <a:pt x="254508" y="105156"/>
                </a:lnTo>
                <a:lnTo>
                  <a:pt x="291084" y="134112"/>
                </a:lnTo>
                <a:lnTo>
                  <a:pt x="271272" y="143256"/>
                </a:lnTo>
                <a:lnTo>
                  <a:pt x="245292" y="178355"/>
                </a:lnTo>
                <a:lnTo>
                  <a:pt x="220027" y="210312"/>
                </a:lnTo>
                <a:lnTo>
                  <a:pt x="172212" y="263652"/>
                </a:lnTo>
                <a:lnTo>
                  <a:pt x="132588" y="302704"/>
                </a:lnTo>
                <a:lnTo>
                  <a:pt x="102108" y="329184"/>
                </a:lnTo>
                <a:lnTo>
                  <a:pt x="301467" y="329184"/>
                </a:lnTo>
                <a:lnTo>
                  <a:pt x="239755" y="335901"/>
                </a:lnTo>
                <a:lnTo>
                  <a:pt x="179039" y="344216"/>
                </a:lnTo>
                <a:lnTo>
                  <a:pt x="133319" y="352677"/>
                </a:lnTo>
                <a:lnTo>
                  <a:pt x="102595" y="361358"/>
                </a:lnTo>
                <a:lnTo>
                  <a:pt x="86868" y="370332"/>
                </a:lnTo>
                <a:close/>
              </a:path>
              <a:path w="360045" h="382904">
                <a:moveTo>
                  <a:pt x="301467" y="329184"/>
                </a:moveTo>
                <a:lnTo>
                  <a:pt x="102108" y="329184"/>
                </a:lnTo>
                <a:lnTo>
                  <a:pt x="309372" y="318515"/>
                </a:lnTo>
                <a:lnTo>
                  <a:pt x="297965" y="297918"/>
                </a:lnTo>
                <a:lnTo>
                  <a:pt x="284416" y="277177"/>
                </a:lnTo>
                <a:lnTo>
                  <a:pt x="268866" y="256151"/>
                </a:lnTo>
                <a:lnTo>
                  <a:pt x="251460" y="234696"/>
                </a:lnTo>
                <a:lnTo>
                  <a:pt x="256032" y="230124"/>
                </a:lnTo>
                <a:lnTo>
                  <a:pt x="297441" y="265247"/>
                </a:lnTo>
                <a:lnTo>
                  <a:pt x="327850" y="292798"/>
                </a:lnTo>
                <a:lnTo>
                  <a:pt x="355092" y="324612"/>
                </a:lnTo>
                <a:lnTo>
                  <a:pt x="355962" y="327660"/>
                </a:lnTo>
                <a:lnTo>
                  <a:pt x="315468" y="327660"/>
                </a:lnTo>
                <a:lnTo>
                  <a:pt x="301467" y="329184"/>
                </a:lnTo>
                <a:close/>
              </a:path>
              <a:path w="360045" h="382904">
                <a:moveTo>
                  <a:pt x="342900" y="382524"/>
                </a:moveTo>
                <a:lnTo>
                  <a:pt x="338328" y="382524"/>
                </a:lnTo>
                <a:lnTo>
                  <a:pt x="335280" y="377952"/>
                </a:lnTo>
                <a:lnTo>
                  <a:pt x="332232" y="370332"/>
                </a:lnTo>
                <a:lnTo>
                  <a:pt x="328541" y="360664"/>
                </a:lnTo>
                <a:lnTo>
                  <a:pt x="324421" y="350139"/>
                </a:lnTo>
                <a:lnTo>
                  <a:pt x="320016" y="339042"/>
                </a:lnTo>
                <a:lnTo>
                  <a:pt x="315468" y="327660"/>
                </a:lnTo>
                <a:lnTo>
                  <a:pt x="355962" y="327660"/>
                </a:lnTo>
                <a:lnTo>
                  <a:pt x="358140" y="335280"/>
                </a:lnTo>
                <a:lnTo>
                  <a:pt x="359629" y="344216"/>
                </a:lnTo>
                <a:lnTo>
                  <a:pt x="359612" y="350139"/>
                </a:lnTo>
                <a:lnTo>
                  <a:pt x="359330" y="356449"/>
                </a:lnTo>
                <a:lnTo>
                  <a:pt x="358140" y="362902"/>
                </a:lnTo>
                <a:lnTo>
                  <a:pt x="355806" y="368498"/>
                </a:lnTo>
                <a:lnTo>
                  <a:pt x="352044" y="373380"/>
                </a:lnTo>
                <a:lnTo>
                  <a:pt x="347472" y="379476"/>
                </a:lnTo>
                <a:lnTo>
                  <a:pt x="342900" y="38252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5" name="object 75"/>
          <p:cNvSpPr/>
          <p:nvPr/>
        </p:nvSpPr>
        <p:spPr>
          <a:xfrm>
            <a:off x="6129528" y="4826508"/>
            <a:ext cx="850900" cy="410209"/>
          </a:xfrm>
          <a:custGeom>
            <a:avLst/>
            <a:gdLst/>
            <a:ahLst/>
            <a:cxnLst/>
            <a:rect l="l" t="t" r="r" b="b"/>
            <a:pathLst>
              <a:path w="850900" h="410210">
                <a:moveTo>
                  <a:pt x="399288" y="68580"/>
                </a:moveTo>
                <a:lnTo>
                  <a:pt x="362712" y="32004"/>
                </a:lnTo>
                <a:lnTo>
                  <a:pt x="336804" y="57912"/>
                </a:lnTo>
                <a:lnTo>
                  <a:pt x="190500" y="57912"/>
                </a:lnTo>
                <a:lnTo>
                  <a:pt x="196596" y="42672"/>
                </a:lnTo>
                <a:lnTo>
                  <a:pt x="201168" y="36576"/>
                </a:lnTo>
                <a:lnTo>
                  <a:pt x="204216" y="30480"/>
                </a:lnTo>
                <a:lnTo>
                  <a:pt x="210312" y="24384"/>
                </a:lnTo>
                <a:lnTo>
                  <a:pt x="219456" y="19812"/>
                </a:lnTo>
                <a:lnTo>
                  <a:pt x="178308" y="0"/>
                </a:lnTo>
                <a:lnTo>
                  <a:pt x="175450" y="13131"/>
                </a:lnTo>
                <a:lnTo>
                  <a:pt x="171450" y="27241"/>
                </a:lnTo>
                <a:lnTo>
                  <a:pt x="166306" y="42227"/>
                </a:lnTo>
                <a:lnTo>
                  <a:pt x="160020" y="57912"/>
                </a:lnTo>
                <a:lnTo>
                  <a:pt x="16764" y="57912"/>
                </a:lnTo>
                <a:lnTo>
                  <a:pt x="30480" y="73152"/>
                </a:lnTo>
                <a:lnTo>
                  <a:pt x="56388" y="68580"/>
                </a:lnTo>
                <a:lnTo>
                  <a:pt x="156972" y="68580"/>
                </a:lnTo>
                <a:lnTo>
                  <a:pt x="146443" y="91732"/>
                </a:lnTo>
                <a:lnTo>
                  <a:pt x="135636" y="113157"/>
                </a:lnTo>
                <a:lnTo>
                  <a:pt x="124815" y="132880"/>
                </a:lnTo>
                <a:lnTo>
                  <a:pt x="114300" y="150876"/>
                </a:lnTo>
                <a:lnTo>
                  <a:pt x="96012" y="141732"/>
                </a:lnTo>
                <a:lnTo>
                  <a:pt x="96888" y="148882"/>
                </a:lnTo>
                <a:lnTo>
                  <a:pt x="97345" y="156591"/>
                </a:lnTo>
                <a:lnTo>
                  <a:pt x="97434" y="161544"/>
                </a:lnTo>
                <a:lnTo>
                  <a:pt x="97536" y="173736"/>
                </a:lnTo>
                <a:lnTo>
                  <a:pt x="76073" y="202882"/>
                </a:lnTo>
                <a:lnTo>
                  <a:pt x="52768" y="230886"/>
                </a:lnTo>
                <a:lnTo>
                  <a:pt x="27444" y="257746"/>
                </a:lnTo>
                <a:lnTo>
                  <a:pt x="0" y="283464"/>
                </a:lnTo>
                <a:lnTo>
                  <a:pt x="6096" y="288036"/>
                </a:lnTo>
                <a:lnTo>
                  <a:pt x="34099" y="267677"/>
                </a:lnTo>
                <a:lnTo>
                  <a:pt x="58674" y="247459"/>
                </a:lnTo>
                <a:lnTo>
                  <a:pt x="79819" y="226961"/>
                </a:lnTo>
                <a:lnTo>
                  <a:pt x="97536" y="205740"/>
                </a:lnTo>
                <a:lnTo>
                  <a:pt x="97472" y="288036"/>
                </a:lnTo>
                <a:lnTo>
                  <a:pt x="97345" y="335280"/>
                </a:lnTo>
                <a:lnTo>
                  <a:pt x="96951" y="373380"/>
                </a:lnTo>
                <a:lnTo>
                  <a:pt x="96850" y="380796"/>
                </a:lnTo>
                <a:lnTo>
                  <a:pt x="96012" y="409956"/>
                </a:lnTo>
                <a:lnTo>
                  <a:pt x="123444" y="391668"/>
                </a:lnTo>
                <a:lnTo>
                  <a:pt x="123190" y="361188"/>
                </a:lnTo>
                <a:lnTo>
                  <a:pt x="122682" y="315468"/>
                </a:lnTo>
                <a:lnTo>
                  <a:pt x="122186" y="257746"/>
                </a:lnTo>
                <a:lnTo>
                  <a:pt x="122008" y="205740"/>
                </a:lnTo>
                <a:lnTo>
                  <a:pt x="121920" y="175260"/>
                </a:lnTo>
                <a:lnTo>
                  <a:pt x="138353" y="150876"/>
                </a:lnTo>
                <a:lnTo>
                  <a:pt x="139649" y="148958"/>
                </a:lnTo>
                <a:lnTo>
                  <a:pt x="156400" y="122491"/>
                </a:lnTo>
                <a:lnTo>
                  <a:pt x="172275" y="95758"/>
                </a:lnTo>
                <a:lnTo>
                  <a:pt x="187452" y="68580"/>
                </a:lnTo>
                <a:lnTo>
                  <a:pt x="399288" y="68580"/>
                </a:lnTo>
                <a:close/>
              </a:path>
              <a:path w="850900" h="410210">
                <a:moveTo>
                  <a:pt x="411480" y="262128"/>
                </a:moveTo>
                <a:lnTo>
                  <a:pt x="377952" y="228600"/>
                </a:lnTo>
                <a:lnTo>
                  <a:pt x="355092" y="251460"/>
                </a:lnTo>
                <a:lnTo>
                  <a:pt x="281940" y="251460"/>
                </a:lnTo>
                <a:lnTo>
                  <a:pt x="281940" y="213360"/>
                </a:lnTo>
                <a:lnTo>
                  <a:pt x="295656" y="202692"/>
                </a:lnTo>
                <a:lnTo>
                  <a:pt x="281940" y="193548"/>
                </a:lnTo>
                <a:lnTo>
                  <a:pt x="288455" y="188976"/>
                </a:lnTo>
                <a:lnTo>
                  <a:pt x="304609" y="177546"/>
                </a:lnTo>
                <a:lnTo>
                  <a:pt x="315582" y="169545"/>
                </a:lnTo>
                <a:lnTo>
                  <a:pt x="326136" y="161544"/>
                </a:lnTo>
                <a:lnTo>
                  <a:pt x="337578" y="155257"/>
                </a:lnTo>
                <a:lnTo>
                  <a:pt x="349186" y="150114"/>
                </a:lnTo>
                <a:lnTo>
                  <a:pt x="361061" y="146113"/>
                </a:lnTo>
                <a:lnTo>
                  <a:pt x="373380" y="143256"/>
                </a:lnTo>
                <a:lnTo>
                  <a:pt x="369023" y="138684"/>
                </a:lnTo>
                <a:lnTo>
                  <a:pt x="342900" y="111252"/>
                </a:lnTo>
                <a:lnTo>
                  <a:pt x="326136" y="128016"/>
                </a:lnTo>
                <a:lnTo>
                  <a:pt x="160020" y="128016"/>
                </a:lnTo>
                <a:lnTo>
                  <a:pt x="175260" y="141732"/>
                </a:lnTo>
                <a:lnTo>
                  <a:pt x="198120" y="138684"/>
                </a:lnTo>
                <a:lnTo>
                  <a:pt x="324612" y="138684"/>
                </a:lnTo>
                <a:lnTo>
                  <a:pt x="275844" y="188976"/>
                </a:lnTo>
                <a:lnTo>
                  <a:pt x="256032" y="178308"/>
                </a:lnTo>
                <a:lnTo>
                  <a:pt x="256908" y="193167"/>
                </a:lnTo>
                <a:lnTo>
                  <a:pt x="257365" y="210312"/>
                </a:lnTo>
                <a:lnTo>
                  <a:pt x="257505" y="226961"/>
                </a:lnTo>
                <a:lnTo>
                  <a:pt x="257556" y="251460"/>
                </a:lnTo>
                <a:lnTo>
                  <a:pt x="141732" y="251460"/>
                </a:lnTo>
                <a:lnTo>
                  <a:pt x="155448" y="265176"/>
                </a:lnTo>
                <a:lnTo>
                  <a:pt x="181356" y="262128"/>
                </a:lnTo>
                <a:lnTo>
                  <a:pt x="257556" y="262128"/>
                </a:lnTo>
                <a:lnTo>
                  <a:pt x="257556" y="361188"/>
                </a:lnTo>
                <a:lnTo>
                  <a:pt x="252996" y="367271"/>
                </a:lnTo>
                <a:lnTo>
                  <a:pt x="237312" y="367245"/>
                </a:lnTo>
                <a:lnTo>
                  <a:pt x="226695" y="366903"/>
                </a:lnTo>
                <a:lnTo>
                  <a:pt x="213207" y="366001"/>
                </a:lnTo>
                <a:lnTo>
                  <a:pt x="196596" y="364236"/>
                </a:lnTo>
                <a:lnTo>
                  <a:pt x="196596" y="373380"/>
                </a:lnTo>
                <a:lnTo>
                  <a:pt x="217716" y="380796"/>
                </a:lnTo>
                <a:lnTo>
                  <a:pt x="232981" y="389191"/>
                </a:lnTo>
                <a:lnTo>
                  <a:pt x="242239" y="398462"/>
                </a:lnTo>
                <a:lnTo>
                  <a:pt x="245364" y="408432"/>
                </a:lnTo>
                <a:lnTo>
                  <a:pt x="261366" y="399859"/>
                </a:lnTo>
                <a:lnTo>
                  <a:pt x="272796" y="390144"/>
                </a:lnTo>
                <a:lnTo>
                  <a:pt x="279654" y="379285"/>
                </a:lnTo>
                <a:lnTo>
                  <a:pt x="281940" y="367284"/>
                </a:lnTo>
                <a:lnTo>
                  <a:pt x="281940" y="262128"/>
                </a:lnTo>
                <a:lnTo>
                  <a:pt x="411480" y="262128"/>
                </a:lnTo>
                <a:close/>
              </a:path>
              <a:path w="850900" h="410210">
                <a:moveTo>
                  <a:pt x="839724" y="88404"/>
                </a:moveTo>
                <a:lnTo>
                  <a:pt x="803148" y="51828"/>
                </a:lnTo>
                <a:lnTo>
                  <a:pt x="777240" y="77736"/>
                </a:lnTo>
                <a:lnTo>
                  <a:pt x="624840" y="77736"/>
                </a:lnTo>
                <a:lnTo>
                  <a:pt x="632028" y="62852"/>
                </a:lnTo>
                <a:lnTo>
                  <a:pt x="637794" y="50114"/>
                </a:lnTo>
                <a:lnTo>
                  <a:pt x="642404" y="39370"/>
                </a:lnTo>
                <a:lnTo>
                  <a:pt x="646176" y="30492"/>
                </a:lnTo>
                <a:lnTo>
                  <a:pt x="662940" y="19824"/>
                </a:lnTo>
                <a:lnTo>
                  <a:pt x="623316" y="12"/>
                </a:lnTo>
                <a:lnTo>
                  <a:pt x="619290" y="16014"/>
                </a:lnTo>
                <a:lnTo>
                  <a:pt x="613981" y="34302"/>
                </a:lnTo>
                <a:lnTo>
                  <a:pt x="607237" y="54876"/>
                </a:lnTo>
                <a:lnTo>
                  <a:pt x="598932" y="77736"/>
                </a:lnTo>
                <a:lnTo>
                  <a:pt x="461772" y="77736"/>
                </a:lnTo>
                <a:lnTo>
                  <a:pt x="477012" y="92976"/>
                </a:lnTo>
                <a:lnTo>
                  <a:pt x="486435" y="90970"/>
                </a:lnTo>
                <a:lnTo>
                  <a:pt x="496443" y="89547"/>
                </a:lnTo>
                <a:lnTo>
                  <a:pt x="507009" y="88684"/>
                </a:lnTo>
                <a:lnTo>
                  <a:pt x="518160" y="88404"/>
                </a:lnTo>
                <a:lnTo>
                  <a:pt x="594360" y="88404"/>
                </a:lnTo>
                <a:lnTo>
                  <a:pt x="580618" y="113804"/>
                </a:lnTo>
                <a:lnTo>
                  <a:pt x="566737" y="137363"/>
                </a:lnTo>
                <a:lnTo>
                  <a:pt x="552564" y="158902"/>
                </a:lnTo>
                <a:lnTo>
                  <a:pt x="537972" y="178320"/>
                </a:lnTo>
                <a:lnTo>
                  <a:pt x="519684" y="172224"/>
                </a:lnTo>
                <a:lnTo>
                  <a:pt x="520801" y="181406"/>
                </a:lnTo>
                <a:lnTo>
                  <a:pt x="521779" y="188607"/>
                </a:lnTo>
                <a:lnTo>
                  <a:pt x="522465" y="194081"/>
                </a:lnTo>
                <a:lnTo>
                  <a:pt x="522732" y="198132"/>
                </a:lnTo>
                <a:lnTo>
                  <a:pt x="508444" y="214109"/>
                </a:lnTo>
                <a:lnTo>
                  <a:pt x="490728" y="232232"/>
                </a:lnTo>
                <a:lnTo>
                  <a:pt x="469582" y="252349"/>
                </a:lnTo>
                <a:lnTo>
                  <a:pt x="445008" y="274332"/>
                </a:lnTo>
                <a:lnTo>
                  <a:pt x="449580" y="278904"/>
                </a:lnTo>
                <a:lnTo>
                  <a:pt x="467029" y="267728"/>
                </a:lnTo>
                <a:lnTo>
                  <a:pt x="485203" y="254711"/>
                </a:lnTo>
                <a:lnTo>
                  <a:pt x="504228" y="239674"/>
                </a:lnTo>
                <a:lnTo>
                  <a:pt x="524256" y="222516"/>
                </a:lnTo>
                <a:lnTo>
                  <a:pt x="524256" y="353580"/>
                </a:lnTo>
                <a:lnTo>
                  <a:pt x="524014" y="365290"/>
                </a:lnTo>
                <a:lnTo>
                  <a:pt x="522973" y="390156"/>
                </a:lnTo>
                <a:lnTo>
                  <a:pt x="522732" y="403872"/>
                </a:lnTo>
                <a:lnTo>
                  <a:pt x="548640" y="390156"/>
                </a:lnTo>
                <a:lnTo>
                  <a:pt x="548640" y="222516"/>
                </a:lnTo>
                <a:lnTo>
                  <a:pt x="548640" y="198132"/>
                </a:lnTo>
                <a:lnTo>
                  <a:pt x="585216" y="151269"/>
                </a:lnTo>
                <a:lnTo>
                  <a:pt x="621792" y="88404"/>
                </a:lnTo>
                <a:lnTo>
                  <a:pt x="839724" y="88404"/>
                </a:lnTo>
                <a:close/>
              </a:path>
              <a:path w="850900" h="410210">
                <a:moveTo>
                  <a:pt x="850392" y="362724"/>
                </a:moveTo>
                <a:lnTo>
                  <a:pt x="815340" y="327672"/>
                </a:lnTo>
                <a:lnTo>
                  <a:pt x="790956" y="352056"/>
                </a:lnTo>
                <a:lnTo>
                  <a:pt x="704088" y="352056"/>
                </a:lnTo>
                <a:lnTo>
                  <a:pt x="704088" y="213372"/>
                </a:lnTo>
                <a:lnTo>
                  <a:pt x="826008" y="213372"/>
                </a:lnTo>
                <a:lnTo>
                  <a:pt x="792480" y="179844"/>
                </a:lnTo>
                <a:lnTo>
                  <a:pt x="771144" y="202704"/>
                </a:lnTo>
                <a:lnTo>
                  <a:pt x="704088" y="202704"/>
                </a:lnTo>
                <a:lnTo>
                  <a:pt x="704088" y="131076"/>
                </a:lnTo>
                <a:lnTo>
                  <a:pt x="717804" y="118884"/>
                </a:lnTo>
                <a:lnTo>
                  <a:pt x="678180" y="102120"/>
                </a:lnTo>
                <a:lnTo>
                  <a:pt x="679056" y="116713"/>
                </a:lnTo>
                <a:lnTo>
                  <a:pt x="679513" y="128600"/>
                </a:lnTo>
                <a:lnTo>
                  <a:pt x="679678" y="137909"/>
                </a:lnTo>
                <a:lnTo>
                  <a:pt x="679704" y="202704"/>
                </a:lnTo>
                <a:lnTo>
                  <a:pt x="579120" y="202704"/>
                </a:lnTo>
                <a:lnTo>
                  <a:pt x="594360" y="217944"/>
                </a:lnTo>
                <a:lnTo>
                  <a:pt x="604659" y="215938"/>
                </a:lnTo>
                <a:lnTo>
                  <a:pt x="615124" y="214515"/>
                </a:lnTo>
                <a:lnTo>
                  <a:pt x="625856" y="213652"/>
                </a:lnTo>
                <a:lnTo>
                  <a:pt x="637032" y="213372"/>
                </a:lnTo>
                <a:lnTo>
                  <a:pt x="679704" y="213372"/>
                </a:lnTo>
                <a:lnTo>
                  <a:pt x="679704" y="352056"/>
                </a:lnTo>
                <a:lnTo>
                  <a:pt x="556260" y="352056"/>
                </a:lnTo>
                <a:lnTo>
                  <a:pt x="573024" y="367296"/>
                </a:lnTo>
                <a:lnTo>
                  <a:pt x="582447" y="365290"/>
                </a:lnTo>
                <a:lnTo>
                  <a:pt x="592455" y="363867"/>
                </a:lnTo>
                <a:lnTo>
                  <a:pt x="603021" y="363004"/>
                </a:lnTo>
                <a:lnTo>
                  <a:pt x="614172" y="362724"/>
                </a:lnTo>
                <a:lnTo>
                  <a:pt x="850392" y="36272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6" name="object 76"/>
          <p:cNvSpPr/>
          <p:nvPr/>
        </p:nvSpPr>
        <p:spPr>
          <a:xfrm>
            <a:off x="7028675" y="4824983"/>
            <a:ext cx="1732914" cy="412115"/>
          </a:xfrm>
          <a:custGeom>
            <a:avLst/>
            <a:gdLst/>
            <a:ahLst/>
            <a:cxnLst/>
            <a:rect l="l" t="t" r="r" b="b"/>
            <a:pathLst>
              <a:path w="1732915" h="412114">
                <a:moveTo>
                  <a:pt x="396240" y="192024"/>
                </a:moveTo>
                <a:lnTo>
                  <a:pt x="358140" y="153924"/>
                </a:lnTo>
                <a:lnTo>
                  <a:pt x="323088" y="181356"/>
                </a:lnTo>
                <a:lnTo>
                  <a:pt x="0" y="181356"/>
                </a:lnTo>
                <a:lnTo>
                  <a:pt x="15240" y="198120"/>
                </a:lnTo>
                <a:lnTo>
                  <a:pt x="25844" y="195249"/>
                </a:lnTo>
                <a:lnTo>
                  <a:pt x="37147" y="193357"/>
                </a:lnTo>
                <a:lnTo>
                  <a:pt x="49326" y="192341"/>
                </a:lnTo>
                <a:lnTo>
                  <a:pt x="62484" y="192024"/>
                </a:lnTo>
                <a:lnTo>
                  <a:pt x="396240" y="192024"/>
                </a:lnTo>
                <a:close/>
              </a:path>
              <a:path w="1732915" h="412114">
                <a:moveTo>
                  <a:pt x="669048" y="146304"/>
                </a:moveTo>
                <a:lnTo>
                  <a:pt x="627900" y="124968"/>
                </a:lnTo>
                <a:lnTo>
                  <a:pt x="628789" y="146304"/>
                </a:lnTo>
                <a:lnTo>
                  <a:pt x="629234" y="165938"/>
                </a:lnTo>
                <a:lnTo>
                  <a:pt x="629361" y="179070"/>
                </a:lnTo>
                <a:lnTo>
                  <a:pt x="629424" y="313956"/>
                </a:lnTo>
                <a:lnTo>
                  <a:pt x="629183" y="330263"/>
                </a:lnTo>
                <a:lnTo>
                  <a:pt x="628662" y="351866"/>
                </a:lnTo>
                <a:lnTo>
                  <a:pt x="628129" y="378891"/>
                </a:lnTo>
                <a:lnTo>
                  <a:pt x="627900" y="411492"/>
                </a:lnTo>
                <a:lnTo>
                  <a:pt x="656856" y="393204"/>
                </a:lnTo>
                <a:lnTo>
                  <a:pt x="655967" y="377215"/>
                </a:lnTo>
                <a:lnTo>
                  <a:pt x="655523" y="361391"/>
                </a:lnTo>
                <a:lnTo>
                  <a:pt x="655408" y="351866"/>
                </a:lnTo>
                <a:lnTo>
                  <a:pt x="655332" y="156984"/>
                </a:lnTo>
                <a:lnTo>
                  <a:pt x="669048" y="146304"/>
                </a:lnTo>
                <a:close/>
              </a:path>
              <a:path w="1732915" h="412114">
                <a:moveTo>
                  <a:pt x="845832" y="179832"/>
                </a:moveTo>
                <a:lnTo>
                  <a:pt x="798207" y="165938"/>
                </a:lnTo>
                <a:lnTo>
                  <a:pt x="748296" y="137172"/>
                </a:lnTo>
                <a:lnTo>
                  <a:pt x="698385" y="92964"/>
                </a:lnTo>
                <a:lnTo>
                  <a:pt x="658228" y="41148"/>
                </a:lnTo>
                <a:lnTo>
                  <a:pt x="650760" y="30480"/>
                </a:lnTo>
                <a:lnTo>
                  <a:pt x="666000" y="19824"/>
                </a:lnTo>
                <a:lnTo>
                  <a:pt x="629424" y="0"/>
                </a:lnTo>
                <a:lnTo>
                  <a:pt x="603897" y="55816"/>
                </a:lnTo>
                <a:lnTo>
                  <a:pt x="562368" y="117360"/>
                </a:lnTo>
                <a:lnTo>
                  <a:pt x="535762" y="147650"/>
                </a:lnTo>
                <a:lnTo>
                  <a:pt x="506171" y="174510"/>
                </a:lnTo>
                <a:lnTo>
                  <a:pt x="473417" y="197942"/>
                </a:lnTo>
                <a:lnTo>
                  <a:pt x="437400" y="217944"/>
                </a:lnTo>
                <a:lnTo>
                  <a:pt x="440448" y="225564"/>
                </a:lnTo>
                <a:lnTo>
                  <a:pt x="475513" y="208991"/>
                </a:lnTo>
                <a:lnTo>
                  <a:pt x="535381" y="172402"/>
                </a:lnTo>
                <a:lnTo>
                  <a:pt x="581863" y="129882"/>
                </a:lnTo>
                <a:lnTo>
                  <a:pt x="624674" y="73964"/>
                </a:lnTo>
                <a:lnTo>
                  <a:pt x="644664" y="41148"/>
                </a:lnTo>
                <a:lnTo>
                  <a:pt x="662952" y="71678"/>
                </a:lnTo>
                <a:lnTo>
                  <a:pt x="699528" y="123024"/>
                </a:lnTo>
                <a:lnTo>
                  <a:pt x="736981" y="161886"/>
                </a:lnTo>
                <a:lnTo>
                  <a:pt x="781037" y="195122"/>
                </a:lnTo>
                <a:lnTo>
                  <a:pt x="806208" y="210312"/>
                </a:lnTo>
                <a:lnTo>
                  <a:pt x="813676" y="200317"/>
                </a:lnTo>
                <a:lnTo>
                  <a:pt x="822591" y="193179"/>
                </a:lnTo>
                <a:lnTo>
                  <a:pt x="833208" y="188887"/>
                </a:lnTo>
                <a:lnTo>
                  <a:pt x="845832" y="187452"/>
                </a:lnTo>
                <a:lnTo>
                  <a:pt x="845832" y="179832"/>
                </a:lnTo>
                <a:close/>
              </a:path>
              <a:path w="1732915" h="412114">
                <a:moveTo>
                  <a:pt x="1199388" y="155460"/>
                </a:moveTo>
                <a:lnTo>
                  <a:pt x="1167384" y="124980"/>
                </a:lnTo>
                <a:lnTo>
                  <a:pt x="1147572" y="144792"/>
                </a:lnTo>
                <a:lnTo>
                  <a:pt x="952500" y="144792"/>
                </a:lnTo>
                <a:lnTo>
                  <a:pt x="967740" y="161556"/>
                </a:lnTo>
                <a:lnTo>
                  <a:pt x="976299" y="158673"/>
                </a:lnTo>
                <a:lnTo>
                  <a:pt x="985837" y="156794"/>
                </a:lnTo>
                <a:lnTo>
                  <a:pt x="996251" y="155765"/>
                </a:lnTo>
                <a:lnTo>
                  <a:pt x="1007364" y="155460"/>
                </a:lnTo>
                <a:lnTo>
                  <a:pt x="1199388" y="155460"/>
                </a:lnTo>
                <a:close/>
              </a:path>
              <a:path w="1732915" h="412114">
                <a:moveTo>
                  <a:pt x="1277112" y="89928"/>
                </a:moveTo>
                <a:lnTo>
                  <a:pt x="1275588" y="88404"/>
                </a:lnTo>
                <a:lnTo>
                  <a:pt x="1264920" y="77736"/>
                </a:lnTo>
                <a:lnTo>
                  <a:pt x="1246632" y="59448"/>
                </a:lnTo>
                <a:lnTo>
                  <a:pt x="1232916" y="77736"/>
                </a:lnTo>
                <a:lnTo>
                  <a:pt x="1094232" y="77736"/>
                </a:lnTo>
                <a:lnTo>
                  <a:pt x="1097280" y="74688"/>
                </a:lnTo>
                <a:lnTo>
                  <a:pt x="1106424" y="59448"/>
                </a:lnTo>
                <a:lnTo>
                  <a:pt x="1109472" y="53352"/>
                </a:lnTo>
                <a:lnTo>
                  <a:pt x="1109472" y="42684"/>
                </a:lnTo>
                <a:lnTo>
                  <a:pt x="1072019" y="11176"/>
                </a:lnTo>
                <a:lnTo>
                  <a:pt x="1059180" y="4584"/>
                </a:lnTo>
                <a:lnTo>
                  <a:pt x="1054608" y="7632"/>
                </a:lnTo>
                <a:lnTo>
                  <a:pt x="1064285" y="21297"/>
                </a:lnTo>
                <a:lnTo>
                  <a:pt x="1072515" y="34683"/>
                </a:lnTo>
                <a:lnTo>
                  <a:pt x="1079042" y="47485"/>
                </a:lnTo>
                <a:lnTo>
                  <a:pt x="1083564" y="59448"/>
                </a:lnTo>
                <a:lnTo>
                  <a:pt x="1085088" y="71640"/>
                </a:lnTo>
                <a:lnTo>
                  <a:pt x="1088136" y="77736"/>
                </a:lnTo>
                <a:lnTo>
                  <a:pt x="947928" y="77736"/>
                </a:lnTo>
                <a:lnTo>
                  <a:pt x="944880" y="56400"/>
                </a:lnTo>
                <a:lnTo>
                  <a:pt x="937260" y="56400"/>
                </a:lnTo>
                <a:lnTo>
                  <a:pt x="934961" y="67271"/>
                </a:lnTo>
                <a:lnTo>
                  <a:pt x="932497" y="77165"/>
                </a:lnTo>
                <a:lnTo>
                  <a:pt x="929767" y="86182"/>
                </a:lnTo>
                <a:lnTo>
                  <a:pt x="926592" y="94500"/>
                </a:lnTo>
                <a:lnTo>
                  <a:pt x="924052" y="102120"/>
                </a:lnTo>
                <a:lnTo>
                  <a:pt x="920877" y="109169"/>
                </a:lnTo>
                <a:lnTo>
                  <a:pt x="917206" y="115214"/>
                </a:lnTo>
                <a:lnTo>
                  <a:pt x="912876" y="120408"/>
                </a:lnTo>
                <a:lnTo>
                  <a:pt x="909828" y="123456"/>
                </a:lnTo>
                <a:lnTo>
                  <a:pt x="908304" y="126504"/>
                </a:lnTo>
                <a:lnTo>
                  <a:pt x="908304" y="132600"/>
                </a:lnTo>
                <a:lnTo>
                  <a:pt x="912876" y="134124"/>
                </a:lnTo>
                <a:lnTo>
                  <a:pt x="920496" y="134124"/>
                </a:lnTo>
                <a:lnTo>
                  <a:pt x="929640" y="135648"/>
                </a:lnTo>
                <a:lnTo>
                  <a:pt x="935736" y="132600"/>
                </a:lnTo>
                <a:lnTo>
                  <a:pt x="947928" y="120408"/>
                </a:lnTo>
                <a:lnTo>
                  <a:pt x="950976" y="114312"/>
                </a:lnTo>
                <a:lnTo>
                  <a:pt x="950976" y="103644"/>
                </a:lnTo>
                <a:lnTo>
                  <a:pt x="949452" y="97548"/>
                </a:lnTo>
                <a:lnTo>
                  <a:pt x="947928" y="88404"/>
                </a:lnTo>
                <a:lnTo>
                  <a:pt x="1235964" y="88404"/>
                </a:lnTo>
                <a:lnTo>
                  <a:pt x="1217676" y="129552"/>
                </a:lnTo>
                <a:lnTo>
                  <a:pt x="1223772" y="132600"/>
                </a:lnTo>
                <a:lnTo>
                  <a:pt x="1237411" y="115277"/>
                </a:lnTo>
                <a:lnTo>
                  <a:pt x="1251013" y="102120"/>
                </a:lnTo>
                <a:lnTo>
                  <a:pt x="1264285" y="93586"/>
                </a:lnTo>
                <a:lnTo>
                  <a:pt x="1277112" y="89928"/>
                </a:lnTo>
                <a:close/>
              </a:path>
              <a:path w="1732915" h="412114">
                <a:moveTo>
                  <a:pt x="1287780" y="367296"/>
                </a:moveTo>
                <a:lnTo>
                  <a:pt x="1265301" y="326618"/>
                </a:lnTo>
                <a:lnTo>
                  <a:pt x="1261872" y="288048"/>
                </a:lnTo>
                <a:lnTo>
                  <a:pt x="1254252" y="288048"/>
                </a:lnTo>
                <a:lnTo>
                  <a:pt x="1252537" y="330720"/>
                </a:lnTo>
                <a:lnTo>
                  <a:pt x="1236395" y="369887"/>
                </a:lnTo>
                <a:lnTo>
                  <a:pt x="1228344" y="371868"/>
                </a:lnTo>
                <a:lnTo>
                  <a:pt x="1164336" y="371868"/>
                </a:lnTo>
                <a:lnTo>
                  <a:pt x="1133919" y="345046"/>
                </a:lnTo>
                <a:lnTo>
                  <a:pt x="1133856" y="228612"/>
                </a:lnTo>
                <a:lnTo>
                  <a:pt x="1264920" y="228612"/>
                </a:lnTo>
                <a:lnTo>
                  <a:pt x="1228344" y="192036"/>
                </a:lnTo>
                <a:lnTo>
                  <a:pt x="1202436" y="217944"/>
                </a:lnTo>
                <a:lnTo>
                  <a:pt x="906780" y="217944"/>
                </a:lnTo>
                <a:lnTo>
                  <a:pt x="920496" y="231660"/>
                </a:lnTo>
                <a:lnTo>
                  <a:pt x="944880" y="228612"/>
                </a:lnTo>
                <a:lnTo>
                  <a:pt x="1019556" y="228612"/>
                </a:lnTo>
                <a:lnTo>
                  <a:pt x="1010412" y="291287"/>
                </a:lnTo>
                <a:lnTo>
                  <a:pt x="992124" y="336816"/>
                </a:lnTo>
                <a:lnTo>
                  <a:pt x="954405" y="372059"/>
                </a:lnTo>
                <a:lnTo>
                  <a:pt x="886968" y="403872"/>
                </a:lnTo>
                <a:lnTo>
                  <a:pt x="888492" y="411492"/>
                </a:lnTo>
                <a:lnTo>
                  <a:pt x="949071" y="390156"/>
                </a:lnTo>
                <a:lnTo>
                  <a:pt x="989076" y="368820"/>
                </a:lnTo>
                <a:lnTo>
                  <a:pt x="1023366" y="328739"/>
                </a:lnTo>
                <a:lnTo>
                  <a:pt x="1039749" y="273951"/>
                </a:lnTo>
                <a:lnTo>
                  <a:pt x="1046988" y="228612"/>
                </a:lnTo>
                <a:lnTo>
                  <a:pt x="1109472" y="228612"/>
                </a:lnTo>
                <a:lnTo>
                  <a:pt x="1109472" y="353580"/>
                </a:lnTo>
                <a:lnTo>
                  <a:pt x="1112329" y="371309"/>
                </a:lnTo>
                <a:lnTo>
                  <a:pt x="1120902" y="383489"/>
                </a:lnTo>
                <a:lnTo>
                  <a:pt x="1135189" y="390220"/>
                </a:lnTo>
                <a:lnTo>
                  <a:pt x="1155192" y="391680"/>
                </a:lnTo>
                <a:lnTo>
                  <a:pt x="1235964" y="391680"/>
                </a:lnTo>
                <a:lnTo>
                  <a:pt x="1253705" y="391083"/>
                </a:lnTo>
                <a:lnTo>
                  <a:pt x="1268158" y="386918"/>
                </a:lnTo>
                <a:lnTo>
                  <a:pt x="1279474" y="379031"/>
                </a:lnTo>
                <a:lnTo>
                  <a:pt x="1284554" y="371868"/>
                </a:lnTo>
                <a:lnTo>
                  <a:pt x="1287780" y="367296"/>
                </a:lnTo>
                <a:close/>
              </a:path>
              <a:path w="1732915" h="412114">
                <a:moveTo>
                  <a:pt x="1728228" y="207276"/>
                </a:moveTo>
                <a:lnTo>
                  <a:pt x="1694700" y="173748"/>
                </a:lnTo>
                <a:lnTo>
                  <a:pt x="1668792" y="198132"/>
                </a:lnTo>
                <a:lnTo>
                  <a:pt x="1539252" y="198132"/>
                </a:lnTo>
                <a:lnTo>
                  <a:pt x="1539252" y="149364"/>
                </a:lnTo>
                <a:lnTo>
                  <a:pt x="1679460" y="149364"/>
                </a:lnTo>
                <a:lnTo>
                  <a:pt x="1647456" y="115836"/>
                </a:lnTo>
                <a:lnTo>
                  <a:pt x="1623072" y="138696"/>
                </a:lnTo>
                <a:lnTo>
                  <a:pt x="1539252" y="138696"/>
                </a:lnTo>
                <a:lnTo>
                  <a:pt x="1539252" y="86880"/>
                </a:lnTo>
                <a:lnTo>
                  <a:pt x="1699272" y="86880"/>
                </a:lnTo>
                <a:lnTo>
                  <a:pt x="1668792" y="53352"/>
                </a:lnTo>
                <a:lnTo>
                  <a:pt x="1641360" y="76212"/>
                </a:lnTo>
                <a:lnTo>
                  <a:pt x="1563636" y="76212"/>
                </a:lnTo>
                <a:lnTo>
                  <a:pt x="1574800" y="64782"/>
                </a:lnTo>
                <a:lnTo>
                  <a:pt x="1585544" y="53352"/>
                </a:lnTo>
                <a:lnTo>
                  <a:pt x="1595996" y="41922"/>
                </a:lnTo>
                <a:lnTo>
                  <a:pt x="1606308" y="30492"/>
                </a:lnTo>
                <a:lnTo>
                  <a:pt x="1623072" y="25920"/>
                </a:lnTo>
                <a:lnTo>
                  <a:pt x="1586496" y="1536"/>
                </a:lnTo>
                <a:lnTo>
                  <a:pt x="1578724" y="21551"/>
                </a:lnTo>
                <a:lnTo>
                  <a:pt x="1571256" y="40589"/>
                </a:lnTo>
                <a:lnTo>
                  <a:pt x="1563776" y="58750"/>
                </a:lnTo>
                <a:lnTo>
                  <a:pt x="1556016" y="76212"/>
                </a:lnTo>
                <a:lnTo>
                  <a:pt x="1484388" y="76212"/>
                </a:lnTo>
                <a:lnTo>
                  <a:pt x="1488617" y="69367"/>
                </a:lnTo>
                <a:lnTo>
                  <a:pt x="1492008" y="62687"/>
                </a:lnTo>
                <a:lnTo>
                  <a:pt x="1494243" y="56273"/>
                </a:lnTo>
                <a:lnTo>
                  <a:pt x="1495056" y="50304"/>
                </a:lnTo>
                <a:lnTo>
                  <a:pt x="1495056" y="45732"/>
                </a:lnTo>
                <a:lnTo>
                  <a:pt x="1462620" y="17297"/>
                </a:lnTo>
                <a:lnTo>
                  <a:pt x="1443240" y="7632"/>
                </a:lnTo>
                <a:lnTo>
                  <a:pt x="1437144" y="13728"/>
                </a:lnTo>
                <a:lnTo>
                  <a:pt x="1450543" y="31203"/>
                </a:lnTo>
                <a:lnTo>
                  <a:pt x="1460957" y="47256"/>
                </a:lnTo>
                <a:lnTo>
                  <a:pt x="1468208" y="62153"/>
                </a:lnTo>
                <a:lnTo>
                  <a:pt x="1472196" y="76212"/>
                </a:lnTo>
                <a:lnTo>
                  <a:pt x="1357896" y="76212"/>
                </a:lnTo>
                <a:lnTo>
                  <a:pt x="1373136" y="91452"/>
                </a:lnTo>
                <a:lnTo>
                  <a:pt x="1382560" y="89446"/>
                </a:lnTo>
                <a:lnTo>
                  <a:pt x="1392567" y="88023"/>
                </a:lnTo>
                <a:lnTo>
                  <a:pt x="1403134" y="87160"/>
                </a:lnTo>
                <a:lnTo>
                  <a:pt x="1414284" y="86880"/>
                </a:lnTo>
                <a:lnTo>
                  <a:pt x="1514868" y="86880"/>
                </a:lnTo>
                <a:lnTo>
                  <a:pt x="1514868" y="138696"/>
                </a:lnTo>
                <a:lnTo>
                  <a:pt x="1380756" y="138696"/>
                </a:lnTo>
                <a:lnTo>
                  <a:pt x="1395996" y="153936"/>
                </a:lnTo>
                <a:lnTo>
                  <a:pt x="1405420" y="151930"/>
                </a:lnTo>
                <a:lnTo>
                  <a:pt x="1415427" y="150507"/>
                </a:lnTo>
                <a:lnTo>
                  <a:pt x="1425994" y="149644"/>
                </a:lnTo>
                <a:lnTo>
                  <a:pt x="1437144" y="149364"/>
                </a:lnTo>
                <a:lnTo>
                  <a:pt x="1514868" y="149364"/>
                </a:lnTo>
                <a:lnTo>
                  <a:pt x="1514868" y="198132"/>
                </a:lnTo>
                <a:lnTo>
                  <a:pt x="1331988" y="198132"/>
                </a:lnTo>
                <a:lnTo>
                  <a:pt x="1347228" y="213372"/>
                </a:lnTo>
                <a:lnTo>
                  <a:pt x="1356652" y="211124"/>
                </a:lnTo>
                <a:lnTo>
                  <a:pt x="1366659" y="209181"/>
                </a:lnTo>
                <a:lnTo>
                  <a:pt x="1377226" y="207797"/>
                </a:lnTo>
                <a:lnTo>
                  <a:pt x="1388376" y="207276"/>
                </a:lnTo>
                <a:lnTo>
                  <a:pt x="1728228" y="207276"/>
                </a:lnTo>
                <a:close/>
              </a:path>
              <a:path w="1732915" h="412114">
                <a:moveTo>
                  <a:pt x="1732800" y="371868"/>
                </a:moveTo>
                <a:lnTo>
                  <a:pt x="1664792" y="360057"/>
                </a:lnTo>
                <a:lnTo>
                  <a:pt x="1613928" y="336816"/>
                </a:lnTo>
                <a:lnTo>
                  <a:pt x="1575066" y="307098"/>
                </a:lnTo>
                <a:lnTo>
                  <a:pt x="1545348" y="272808"/>
                </a:lnTo>
                <a:lnTo>
                  <a:pt x="1699272" y="272808"/>
                </a:lnTo>
                <a:lnTo>
                  <a:pt x="1668792" y="239280"/>
                </a:lnTo>
                <a:lnTo>
                  <a:pt x="1644408" y="262140"/>
                </a:lnTo>
                <a:lnTo>
                  <a:pt x="1533156" y="262140"/>
                </a:lnTo>
                <a:lnTo>
                  <a:pt x="1534680" y="254520"/>
                </a:lnTo>
                <a:lnTo>
                  <a:pt x="1537728" y="248424"/>
                </a:lnTo>
                <a:lnTo>
                  <a:pt x="1539252" y="240804"/>
                </a:lnTo>
                <a:lnTo>
                  <a:pt x="1556016" y="228612"/>
                </a:lnTo>
                <a:lnTo>
                  <a:pt x="1514868" y="210324"/>
                </a:lnTo>
                <a:lnTo>
                  <a:pt x="1513459" y="222910"/>
                </a:lnTo>
                <a:lnTo>
                  <a:pt x="1511630" y="235661"/>
                </a:lnTo>
                <a:lnTo>
                  <a:pt x="1509547" y="248424"/>
                </a:lnTo>
                <a:lnTo>
                  <a:pt x="1507248" y="262140"/>
                </a:lnTo>
                <a:lnTo>
                  <a:pt x="1348752" y="262140"/>
                </a:lnTo>
                <a:lnTo>
                  <a:pt x="1363992" y="277380"/>
                </a:lnTo>
                <a:lnTo>
                  <a:pt x="1374292" y="275374"/>
                </a:lnTo>
                <a:lnTo>
                  <a:pt x="1384757" y="273951"/>
                </a:lnTo>
                <a:lnTo>
                  <a:pt x="1395488" y="273088"/>
                </a:lnTo>
                <a:lnTo>
                  <a:pt x="1406664" y="272808"/>
                </a:lnTo>
                <a:lnTo>
                  <a:pt x="1502676" y="272808"/>
                </a:lnTo>
                <a:lnTo>
                  <a:pt x="1471434" y="330720"/>
                </a:lnTo>
                <a:lnTo>
                  <a:pt x="1431048" y="365772"/>
                </a:lnTo>
                <a:lnTo>
                  <a:pt x="1384566" y="387680"/>
                </a:lnTo>
                <a:lnTo>
                  <a:pt x="1333512" y="403872"/>
                </a:lnTo>
                <a:lnTo>
                  <a:pt x="1335036" y="409968"/>
                </a:lnTo>
                <a:lnTo>
                  <a:pt x="1398854" y="395109"/>
                </a:lnTo>
                <a:lnTo>
                  <a:pt x="1452384" y="373392"/>
                </a:lnTo>
                <a:lnTo>
                  <a:pt x="1495818" y="335673"/>
                </a:lnTo>
                <a:lnTo>
                  <a:pt x="1530108" y="272808"/>
                </a:lnTo>
                <a:lnTo>
                  <a:pt x="1536204" y="272808"/>
                </a:lnTo>
                <a:lnTo>
                  <a:pt x="1561350" y="313956"/>
                </a:lnTo>
                <a:lnTo>
                  <a:pt x="1595640" y="350532"/>
                </a:lnTo>
                <a:lnTo>
                  <a:pt x="1640408" y="381393"/>
                </a:lnTo>
                <a:lnTo>
                  <a:pt x="1697748" y="405396"/>
                </a:lnTo>
                <a:lnTo>
                  <a:pt x="1704073" y="394246"/>
                </a:lnTo>
                <a:lnTo>
                  <a:pt x="1711845" y="385965"/>
                </a:lnTo>
                <a:lnTo>
                  <a:pt x="1721319" y="380530"/>
                </a:lnTo>
                <a:lnTo>
                  <a:pt x="1732800" y="377964"/>
                </a:lnTo>
                <a:lnTo>
                  <a:pt x="1732800" y="37186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7" name="object 77"/>
          <p:cNvSpPr/>
          <p:nvPr/>
        </p:nvSpPr>
        <p:spPr>
          <a:xfrm>
            <a:off x="8823959" y="4841748"/>
            <a:ext cx="373380" cy="381000"/>
          </a:xfrm>
          <a:custGeom>
            <a:avLst/>
            <a:gdLst/>
            <a:ahLst/>
            <a:cxnLst/>
            <a:rect l="l" t="t" r="r" b="b"/>
            <a:pathLst>
              <a:path w="373379" h="381000">
                <a:moveTo>
                  <a:pt x="24384" y="380999"/>
                </a:moveTo>
                <a:lnTo>
                  <a:pt x="0" y="358139"/>
                </a:lnTo>
                <a:lnTo>
                  <a:pt x="10668" y="347472"/>
                </a:lnTo>
                <a:lnTo>
                  <a:pt x="10668" y="106679"/>
                </a:lnTo>
                <a:lnTo>
                  <a:pt x="10477" y="58673"/>
                </a:lnTo>
                <a:lnTo>
                  <a:pt x="10025" y="34670"/>
                </a:lnTo>
                <a:lnTo>
                  <a:pt x="9144" y="10667"/>
                </a:lnTo>
                <a:lnTo>
                  <a:pt x="35052" y="24383"/>
                </a:lnTo>
                <a:lnTo>
                  <a:pt x="301751" y="24383"/>
                </a:lnTo>
                <a:lnTo>
                  <a:pt x="329183" y="0"/>
                </a:lnTo>
                <a:lnTo>
                  <a:pt x="359663" y="35051"/>
                </a:lnTo>
                <a:lnTo>
                  <a:pt x="239268" y="35051"/>
                </a:lnTo>
                <a:lnTo>
                  <a:pt x="239268" y="243839"/>
                </a:lnTo>
                <a:lnTo>
                  <a:pt x="240649" y="257841"/>
                </a:lnTo>
                <a:lnTo>
                  <a:pt x="244601" y="267842"/>
                </a:lnTo>
                <a:lnTo>
                  <a:pt x="250840" y="273843"/>
                </a:lnTo>
                <a:lnTo>
                  <a:pt x="259080" y="275843"/>
                </a:lnTo>
                <a:lnTo>
                  <a:pt x="306324" y="275843"/>
                </a:lnTo>
                <a:lnTo>
                  <a:pt x="329183" y="195071"/>
                </a:lnTo>
                <a:lnTo>
                  <a:pt x="336804" y="195071"/>
                </a:lnTo>
                <a:lnTo>
                  <a:pt x="339852" y="243839"/>
                </a:lnTo>
                <a:lnTo>
                  <a:pt x="361187" y="271272"/>
                </a:lnTo>
                <a:lnTo>
                  <a:pt x="353139" y="282368"/>
                </a:lnTo>
                <a:lnTo>
                  <a:pt x="342519" y="290322"/>
                </a:lnTo>
                <a:lnTo>
                  <a:pt x="329041" y="294846"/>
                </a:lnTo>
                <a:lnTo>
                  <a:pt x="312420" y="295655"/>
                </a:lnTo>
                <a:lnTo>
                  <a:pt x="248411" y="295655"/>
                </a:lnTo>
                <a:lnTo>
                  <a:pt x="234434" y="292488"/>
                </a:lnTo>
                <a:lnTo>
                  <a:pt x="224599" y="285178"/>
                </a:lnTo>
                <a:lnTo>
                  <a:pt x="219051" y="273581"/>
                </a:lnTo>
                <a:lnTo>
                  <a:pt x="217932" y="257555"/>
                </a:lnTo>
                <a:lnTo>
                  <a:pt x="217932" y="35051"/>
                </a:lnTo>
                <a:lnTo>
                  <a:pt x="144780" y="35051"/>
                </a:lnTo>
                <a:lnTo>
                  <a:pt x="143637" y="87629"/>
                </a:lnTo>
                <a:lnTo>
                  <a:pt x="140208" y="135635"/>
                </a:lnTo>
                <a:lnTo>
                  <a:pt x="133540" y="182498"/>
                </a:lnTo>
                <a:lnTo>
                  <a:pt x="118872" y="227075"/>
                </a:lnTo>
                <a:lnTo>
                  <a:pt x="93916" y="272986"/>
                </a:lnTo>
                <a:lnTo>
                  <a:pt x="56388" y="320039"/>
                </a:lnTo>
                <a:lnTo>
                  <a:pt x="50292" y="313943"/>
                </a:lnTo>
                <a:lnTo>
                  <a:pt x="66270" y="290488"/>
                </a:lnTo>
                <a:lnTo>
                  <a:pt x="79819" y="268033"/>
                </a:lnTo>
                <a:lnTo>
                  <a:pt x="99060" y="225551"/>
                </a:lnTo>
                <a:lnTo>
                  <a:pt x="110299" y="184594"/>
                </a:lnTo>
                <a:lnTo>
                  <a:pt x="117824" y="116490"/>
                </a:lnTo>
                <a:lnTo>
                  <a:pt x="120110" y="63912"/>
                </a:lnTo>
                <a:lnTo>
                  <a:pt x="120396" y="35051"/>
                </a:lnTo>
                <a:lnTo>
                  <a:pt x="35052" y="35051"/>
                </a:lnTo>
                <a:lnTo>
                  <a:pt x="35052" y="355091"/>
                </a:lnTo>
                <a:lnTo>
                  <a:pt x="310896" y="355091"/>
                </a:lnTo>
                <a:lnTo>
                  <a:pt x="336804" y="327660"/>
                </a:lnTo>
                <a:lnTo>
                  <a:pt x="373380" y="364236"/>
                </a:lnTo>
                <a:lnTo>
                  <a:pt x="36576" y="364236"/>
                </a:lnTo>
                <a:lnTo>
                  <a:pt x="24384" y="38099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8" name="object 78"/>
          <p:cNvSpPr/>
          <p:nvPr/>
        </p:nvSpPr>
        <p:spPr>
          <a:xfrm>
            <a:off x="9249155" y="4844795"/>
            <a:ext cx="408940" cy="382905"/>
          </a:xfrm>
          <a:custGeom>
            <a:avLst/>
            <a:gdLst/>
            <a:ahLst/>
            <a:cxnLst/>
            <a:rect l="l" t="t" r="r" b="b"/>
            <a:pathLst>
              <a:path w="408940" h="382904">
                <a:moveTo>
                  <a:pt x="242316" y="36576"/>
                </a:moveTo>
                <a:lnTo>
                  <a:pt x="225552" y="21336"/>
                </a:lnTo>
                <a:lnTo>
                  <a:pt x="347472" y="21336"/>
                </a:lnTo>
                <a:lnTo>
                  <a:pt x="359664" y="6096"/>
                </a:lnTo>
                <a:lnTo>
                  <a:pt x="385572" y="25908"/>
                </a:lnTo>
                <a:lnTo>
                  <a:pt x="378605" y="32004"/>
                </a:lnTo>
                <a:lnTo>
                  <a:pt x="283464" y="32004"/>
                </a:lnTo>
                <a:lnTo>
                  <a:pt x="272319" y="32289"/>
                </a:lnTo>
                <a:lnTo>
                  <a:pt x="261747" y="33147"/>
                </a:lnTo>
                <a:lnTo>
                  <a:pt x="251745" y="34575"/>
                </a:lnTo>
                <a:lnTo>
                  <a:pt x="242316" y="36576"/>
                </a:lnTo>
                <a:close/>
              </a:path>
              <a:path w="408940" h="382904">
                <a:moveTo>
                  <a:pt x="375318" y="146304"/>
                </a:moveTo>
                <a:lnTo>
                  <a:pt x="352044" y="146304"/>
                </a:lnTo>
                <a:lnTo>
                  <a:pt x="352044" y="32004"/>
                </a:lnTo>
                <a:lnTo>
                  <a:pt x="378605" y="32004"/>
                </a:lnTo>
                <a:lnTo>
                  <a:pt x="373380" y="36576"/>
                </a:lnTo>
                <a:lnTo>
                  <a:pt x="373641" y="79176"/>
                </a:lnTo>
                <a:lnTo>
                  <a:pt x="374332" y="115633"/>
                </a:lnTo>
                <a:lnTo>
                  <a:pt x="375318" y="146304"/>
                </a:lnTo>
                <a:close/>
              </a:path>
              <a:path w="408940" h="382904">
                <a:moveTo>
                  <a:pt x="368808" y="365760"/>
                </a:moveTo>
                <a:lnTo>
                  <a:pt x="278892" y="365760"/>
                </a:lnTo>
                <a:lnTo>
                  <a:pt x="258913" y="364021"/>
                </a:lnTo>
                <a:lnTo>
                  <a:pt x="244792" y="356425"/>
                </a:lnTo>
                <a:lnTo>
                  <a:pt x="236672" y="342828"/>
                </a:lnTo>
                <a:lnTo>
                  <a:pt x="234696" y="323088"/>
                </a:lnTo>
                <a:lnTo>
                  <a:pt x="234672" y="253650"/>
                </a:lnTo>
                <a:lnTo>
                  <a:pt x="234505" y="198501"/>
                </a:lnTo>
                <a:lnTo>
                  <a:pt x="234053" y="157638"/>
                </a:lnTo>
                <a:lnTo>
                  <a:pt x="233172" y="131064"/>
                </a:lnTo>
                <a:lnTo>
                  <a:pt x="257556" y="146304"/>
                </a:lnTo>
                <a:lnTo>
                  <a:pt x="375318" y="146304"/>
                </a:lnTo>
                <a:lnTo>
                  <a:pt x="375803" y="156972"/>
                </a:lnTo>
                <a:lnTo>
                  <a:pt x="257556" y="156972"/>
                </a:lnTo>
                <a:lnTo>
                  <a:pt x="257556" y="316992"/>
                </a:lnTo>
                <a:lnTo>
                  <a:pt x="259270" y="330088"/>
                </a:lnTo>
                <a:lnTo>
                  <a:pt x="264414" y="339471"/>
                </a:lnTo>
                <a:lnTo>
                  <a:pt x="272986" y="344852"/>
                </a:lnTo>
                <a:lnTo>
                  <a:pt x="284988" y="345948"/>
                </a:lnTo>
                <a:lnTo>
                  <a:pt x="405560" y="345948"/>
                </a:lnTo>
                <a:lnTo>
                  <a:pt x="401597" y="352258"/>
                </a:lnTo>
                <a:lnTo>
                  <a:pt x="392620" y="359854"/>
                </a:lnTo>
                <a:lnTo>
                  <a:pt x="381642" y="364307"/>
                </a:lnTo>
                <a:lnTo>
                  <a:pt x="368808" y="365760"/>
                </a:lnTo>
                <a:close/>
              </a:path>
              <a:path w="408940" h="382904">
                <a:moveTo>
                  <a:pt x="352044" y="181356"/>
                </a:moveTo>
                <a:lnTo>
                  <a:pt x="352044" y="156972"/>
                </a:lnTo>
                <a:lnTo>
                  <a:pt x="375803" y="156972"/>
                </a:lnTo>
                <a:lnTo>
                  <a:pt x="376428" y="170688"/>
                </a:lnTo>
                <a:lnTo>
                  <a:pt x="352044" y="181356"/>
                </a:lnTo>
                <a:close/>
              </a:path>
              <a:path w="408940" h="382904">
                <a:moveTo>
                  <a:pt x="405560" y="345948"/>
                </a:moveTo>
                <a:lnTo>
                  <a:pt x="364236" y="345948"/>
                </a:lnTo>
                <a:lnTo>
                  <a:pt x="370332" y="339852"/>
                </a:lnTo>
                <a:lnTo>
                  <a:pt x="371856" y="329184"/>
                </a:lnTo>
                <a:lnTo>
                  <a:pt x="373880" y="318277"/>
                </a:lnTo>
                <a:lnTo>
                  <a:pt x="375475" y="303657"/>
                </a:lnTo>
                <a:lnTo>
                  <a:pt x="376785" y="285035"/>
                </a:lnTo>
                <a:lnTo>
                  <a:pt x="377952" y="262128"/>
                </a:lnTo>
                <a:lnTo>
                  <a:pt x="385572" y="262128"/>
                </a:lnTo>
                <a:lnTo>
                  <a:pt x="388143" y="307990"/>
                </a:lnTo>
                <a:lnTo>
                  <a:pt x="408432" y="341376"/>
                </a:lnTo>
                <a:lnTo>
                  <a:pt x="405560" y="345948"/>
                </a:lnTo>
                <a:close/>
              </a:path>
              <a:path w="408940" h="382904">
                <a:moveTo>
                  <a:pt x="15240" y="36576"/>
                </a:moveTo>
                <a:lnTo>
                  <a:pt x="0" y="21336"/>
                </a:lnTo>
                <a:lnTo>
                  <a:pt x="175260" y="21336"/>
                </a:lnTo>
                <a:lnTo>
                  <a:pt x="196596" y="0"/>
                </a:lnTo>
                <a:lnTo>
                  <a:pt x="224028" y="32004"/>
                </a:lnTo>
                <a:lnTo>
                  <a:pt x="57912" y="32004"/>
                </a:lnTo>
                <a:lnTo>
                  <a:pt x="46743" y="32289"/>
                </a:lnTo>
                <a:lnTo>
                  <a:pt x="36004" y="33147"/>
                </a:lnTo>
                <a:lnTo>
                  <a:pt x="25550" y="34575"/>
                </a:lnTo>
                <a:lnTo>
                  <a:pt x="15240" y="36576"/>
                </a:lnTo>
                <a:close/>
              </a:path>
              <a:path w="408940" h="382904">
                <a:moveTo>
                  <a:pt x="100584" y="86868"/>
                </a:moveTo>
                <a:lnTo>
                  <a:pt x="80772" y="86868"/>
                </a:lnTo>
                <a:lnTo>
                  <a:pt x="80772" y="32004"/>
                </a:lnTo>
                <a:lnTo>
                  <a:pt x="100584" y="32004"/>
                </a:lnTo>
                <a:lnTo>
                  <a:pt x="100584" y="86868"/>
                </a:lnTo>
                <a:close/>
              </a:path>
              <a:path w="408940" h="382904">
                <a:moveTo>
                  <a:pt x="146304" y="86868"/>
                </a:moveTo>
                <a:lnTo>
                  <a:pt x="124968" y="86868"/>
                </a:lnTo>
                <a:lnTo>
                  <a:pt x="124968" y="32004"/>
                </a:lnTo>
                <a:lnTo>
                  <a:pt x="146304" y="32004"/>
                </a:lnTo>
                <a:lnTo>
                  <a:pt x="146304" y="86868"/>
                </a:lnTo>
                <a:close/>
              </a:path>
              <a:path w="408940" h="382904">
                <a:moveTo>
                  <a:pt x="203345" y="86868"/>
                </a:moveTo>
                <a:lnTo>
                  <a:pt x="173736" y="86868"/>
                </a:lnTo>
                <a:lnTo>
                  <a:pt x="185928" y="71628"/>
                </a:lnTo>
                <a:lnTo>
                  <a:pt x="203345" y="86868"/>
                </a:lnTo>
                <a:close/>
              </a:path>
              <a:path w="408940" h="382904">
                <a:moveTo>
                  <a:pt x="25908" y="382524"/>
                </a:moveTo>
                <a:lnTo>
                  <a:pt x="26789" y="353139"/>
                </a:lnTo>
                <a:lnTo>
                  <a:pt x="27241" y="317754"/>
                </a:lnTo>
                <a:lnTo>
                  <a:pt x="27353" y="168973"/>
                </a:lnTo>
                <a:lnTo>
                  <a:pt x="27241" y="140779"/>
                </a:lnTo>
                <a:lnTo>
                  <a:pt x="26769" y="103632"/>
                </a:lnTo>
                <a:lnTo>
                  <a:pt x="25908" y="73152"/>
                </a:lnTo>
                <a:lnTo>
                  <a:pt x="50292" y="86868"/>
                </a:lnTo>
                <a:lnTo>
                  <a:pt x="203345" y="86868"/>
                </a:lnTo>
                <a:lnTo>
                  <a:pt x="210312" y="92964"/>
                </a:lnTo>
                <a:lnTo>
                  <a:pt x="205086" y="97536"/>
                </a:lnTo>
                <a:lnTo>
                  <a:pt x="50292" y="97536"/>
                </a:lnTo>
                <a:lnTo>
                  <a:pt x="50292" y="216407"/>
                </a:lnTo>
                <a:lnTo>
                  <a:pt x="59838" y="216407"/>
                </a:lnTo>
                <a:lnTo>
                  <a:pt x="50292" y="225552"/>
                </a:lnTo>
                <a:lnTo>
                  <a:pt x="50292" y="249936"/>
                </a:lnTo>
                <a:lnTo>
                  <a:pt x="198681" y="249936"/>
                </a:lnTo>
                <a:lnTo>
                  <a:pt x="198772" y="260604"/>
                </a:lnTo>
                <a:lnTo>
                  <a:pt x="50292" y="260604"/>
                </a:lnTo>
                <a:lnTo>
                  <a:pt x="50292" y="327660"/>
                </a:lnTo>
                <a:lnTo>
                  <a:pt x="199364" y="327660"/>
                </a:lnTo>
                <a:lnTo>
                  <a:pt x="199449" y="336804"/>
                </a:lnTo>
                <a:lnTo>
                  <a:pt x="50292" y="336804"/>
                </a:lnTo>
                <a:lnTo>
                  <a:pt x="50292" y="373380"/>
                </a:lnTo>
                <a:lnTo>
                  <a:pt x="25908" y="382524"/>
                </a:lnTo>
                <a:close/>
              </a:path>
              <a:path w="408940" h="382904">
                <a:moveTo>
                  <a:pt x="59838" y="216407"/>
                </a:moveTo>
                <a:lnTo>
                  <a:pt x="50292" y="216407"/>
                </a:lnTo>
                <a:lnTo>
                  <a:pt x="63412" y="195476"/>
                </a:lnTo>
                <a:lnTo>
                  <a:pt x="72961" y="168973"/>
                </a:lnTo>
                <a:lnTo>
                  <a:pt x="78795" y="136469"/>
                </a:lnTo>
                <a:lnTo>
                  <a:pt x="80772" y="97536"/>
                </a:lnTo>
                <a:lnTo>
                  <a:pt x="100584" y="97536"/>
                </a:lnTo>
                <a:lnTo>
                  <a:pt x="97440" y="140041"/>
                </a:lnTo>
                <a:lnTo>
                  <a:pt x="88011" y="175831"/>
                </a:lnTo>
                <a:lnTo>
                  <a:pt x="72294" y="204477"/>
                </a:lnTo>
                <a:lnTo>
                  <a:pt x="59838" y="216407"/>
                </a:lnTo>
                <a:close/>
              </a:path>
              <a:path w="408940" h="382904">
                <a:moveTo>
                  <a:pt x="198681" y="249936"/>
                </a:moveTo>
                <a:lnTo>
                  <a:pt x="175260" y="249936"/>
                </a:lnTo>
                <a:lnTo>
                  <a:pt x="175260" y="211836"/>
                </a:lnTo>
                <a:lnTo>
                  <a:pt x="150876" y="211836"/>
                </a:lnTo>
                <a:lnTo>
                  <a:pt x="139112" y="210359"/>
                </a:lnTo>
                <a:lnTo>
                  <a:pt x="131064" y="205740"/>
                </a:lnTo>
                <a:lnTo>
                  <a:pt x="126444" y="197691"/>
                </a:lnTo>
                <a:lnTo>
                  <a:pt x="124968" y="185928"/>
                </a:lnTo>
                <a:lnTo>
                  <a:pt x="124968" y="97536"/>
                </a:lnTo>
                <a:lnTo>
                  <a:pt x="146304" y="97536"/>
                </a:lnTo>
                <a:lnTo>
                  <a:pt x="146304" y="187452"/>
                </a:lnTo>
                <a:lnTo>
                  <a:pt x="150876" y="193548"/>
                </a:lnTo>
                <a:lnTo>
                  <a:pt x="198347" y="193548"/>
                </a:lnTo>
                <a:lnTo>
                  <a:pt x="198681" y="249936"/>
                </a:lnTo>
                <a:close/>
              </a:path>
              <a:path w="408940" h="382904">
                <a:moveTo>
                  <a:pt x="198347" y="193548"/>
                </a:moveTo>
                <a:lnTo>
                  <a:pt x="175260" y="193548"/>
                </a:lnTo>
                <a:lnTo>
                  <a:pt x="175260" y="97536"/>
                </a:lnTo>
                <a:lnTo>
                  <a:pt x="205086" y="97536"/>
                </a:lnTo>
                <a:lnTo>
                  <a:pt x="198120" y="103632"/>
                </a:lnTo>
                <a:lnTo>
                  <a:pt x="198312" y="187452"/>
                </a:lnTo>
                <a:lnTo>
                  <a:pt x="198347" y="193548"/>
                </a:lnTo>
                <a:close/>
              </a:path>
              <a:path w="408940" h="382904">
                <a:moveTo>
                  <a:pt x="199364" y="327660"/>
                </a:moveTo>
                <a:lnTo>
                  <a:pt x="175260" y="327660"/>
                </a:lnTo>
                <a:lnTo>
                  <a:pt x="175260" y="260604"/>
                </a:lnTo>
                <a:lnTo>
                  <a:pt x="198772" y="260604"/>
                </a:lnTo>
                <a:lnTo>
                  <a:pt x="199364" y="327660"/>
                </a:lnTo>
                <a:close/>
              </a:path>
              <a:path w="408940" h="382904">
                <a:moveTo>
                  <a:pt x="175260" y="381000"/>
                </a:moveTo>
                <a:lnTo>
                  <a:pt x="175260" y="336804"/>
                </a:lnTo>
                <a:lnTo>
                  <a:pt x="199449" y="336804"/>
                </a:lnTo>
                <a:lnTo>
                  <a:pt x="199644" y="368808"/>
                </a:lnTo>
                <a:lnTo>
                  <a:pt x="175260" y="38100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9" name="object 79"/>
          <p:cNvSpPr/>
          <p:nvPr/>
        </p:nvSpPr>
        <p:spPr>
          <a:xfrm>
            <a:off x="2151888" y="5366004"/>
            <a:ext cx="358140" cy="401320"/>
          </a:xfrm>
          <a:custGeom>
            <a:avLst/>
            <a:gdLst/>
            <a:ahLst/>
            <a:cxnLst/>
            <a:rect l="l" t="t" r="r" b="b"/>
            <a:pathLst>
              <a:path w="358139" h="401320">
                <a:moveTo>
                  <a:pt x="187451" y="156972"/>
                </a:moveTo>
                <a:lnTo>
                  <a:pt x="163068" y="156972"/>
                </a:lnTo>
                <a:lnTo>
                  <a:pt x="163061" y="70866"/>
                </a:lnTo>
                <a:lnTo>
                  <a:pt x="162936" y="40481"/>
                </a:lnTo>
                <a:lnTo>
                  <a:pt x="162810" y="30480"/>
                </a:lnTo>
                <a:lnTo>
                  <a:pt x="162425" y="15144"/>
                </a:lnTo>
                <a:lnTo>
                  <a:pt x="161544" y="0"/>
                </a:lnTo>
                <a:lnTo>
                  <a:pt x="205739" y="21336"/>
                </a:lnTo>
                <a:lnTo>
                  <a:pt x="187451" y="36576"/>
                </a:lnTo>
                <a:lnTo>
                  <a:pt x="187451" y="156972"/>
                </a:lnTo>
                <a:close/>
              </a:path>
              <a:path w="358139" h="401320">
                <a:moveTo>
                  <a:pt x="224027" y="138684"/>
                </a:moveTo>
                <a:lnTo>
                  <a:pt x="217932" y="134112"/>
                </a:lnTo>
                <a:lnTo>
                  <a:pt x="227980" y="122134"/>
                </a:lnTo>
                <a:lnTo>
                  <a:pt x="237744" y="109156"/>
                </a:lnTo>
                <a:lnTo>
                  <a:pt x="266985" y="65627"/>
                </a:lnTo>
                <a:lnTo>
                  <a:pt x="284988" y="30480"/>
                </a:lnTo>
                <a:lnTo>
                  <a:pt x="321564" y="57912"/>
                </a:lnTo>
                <a:lnTo>
                  <a:pt x="311205" y="63388"/>
                </a:lnTo>
                <a:lnTo>
                  <a:pt x="300418" y="70866"/>
                </a:lnTo>
                <a:lnTo>
                  <a:pt x="288774" y="80629"/>
                </a:lnTo>
                <a:lnTo>
                  <a:pt x="275844" y="92964"/>
                </a:lnTo>
                <a:lnTo>
                  <a:pt x="262389" y="105251"/>
                </a:lnTo>
                <a:lnTo>
                  <a:pt x="249364" y="116967"/>
                </a:lnTo>
                <a:lnTo>
                  <a:pt x="236624" y="128111"/>
                </a:lnTo>
                <a:lnTo>
                  <a:pt x="224027" y="138684"/>
                </a:lnTo>
                <a:close/>
              </a:path>
              <a:path w="358139" h="401320">
                <a:moveTo>
                  <a:pt x="89677" y="123944"/>
                </a:moveTo>
                <a:lnTo>
                  <a:pt x="84582" y="120586"/>
                </a:lnTo>
                <a:lnTo>
                  <a:pt x="79486" y="112942"/>
                </a:lnTo>
                <a:lnTo>
                  <a:pt x="74676" y="100584"/>
                </a:lnTo>
                <a:lnTo>
                  <a:pt x="66389" y="87463"/>
                </a:lnTo>
                <a:lnTo>
                  <a:pt x="55245" y="73342"/>
                </a:lnTo>
                <a:lnTo>
                  <a:pt x="41243" y="58364"/>
                </a:lnTo>
                <a:lnTo>
                  <a:pt x="24384" y="42672"/>
                </a:lnTo>
                <a:lnTo>
                  <a:pt x="27432" y="36576"/>
                </a:lnTo>
                <a:lnTo>
                  <a:pt x="68770" y="57340"/>
                </a:lnTo>
                <a:lnTo>
                  <a:pt x="99822" y="82438"/>
                </a:lnTo>
                <a:lnTo>
                  <a:pt x="106680" y="97393"/>
                </a:lnTo>
                <a:lnTo>
                  <a:pt x="106664" y="105251"/>
                </a:lnTo>
                <a:lnTo>
                  <a:pt x="105156" y="114300"/>
                </a:lnTo>
                <a:lnTo>
                  <a:pt x="100584" y="120396"/>
                </a:lnTo>
                <a:lnTo>
                  <a:pt x="94488" y="123444"/>
                </a:lnTo>
                <a:lnTo>
                  <a:pt x="89677" y="123944"/>
                </a:lnTo>
                <a:close/>
              </a:path>
              <a:path w="358139" h="401320">
                <a:moveTo>
                  <a:pt x="25908" y="172212"/>
                </a:moveTo>
                <a:lnTo>
                  <a:pt x="9144" y="156972"/>
                </a:lnTo>
                <a:lnTo>
                  <a:pt x="312420" y="156972"/>
                </a:lnTo>
                <a:lnTo>
                  <a:pt x="327660" y="137160"/>
                </a:lnTo>
                <a:lnTo>
                  <a:pt x="358140" y="161544"/>
                </a:lnTo>
                <a:lnTo>
                  <a:pt x="349758" y="167640"/>
                </a:lnTo>
                <a:lnTo>
                  <a:pt x="67056" y="167640"/>
                </a:lnTo>
                <a:lnTo>
                  <a:pt x="55911" y="167925"/>
                </a:lnTo>
                <a:lnTo>
                  <a:pt x="45339" y="168783"/>
                </a:lnTo>
                <a:lnTo>
                  <a:pt x="35337" y="170211"/>
                </a:lnTo>
                <a:lnTo>
                  <a:pt x="25908" y="172212"/>
                </a:lnTo>
                <a:close/>
              </a:path>
              <a:path w="358139" h="401320">
                <a:moveTo>
                  <a:pt x="48768" y="269748"/>
                </a:moveTo>
                <a:lnTo>
                  <a:pt x="32004" y="254507"/>
                </a:lnTo>
                <a:lnTo>
                  <a:pt x="315468" y="254507"/>
                </a:lnTo>
                <a:lnTo>
                  <a:pt x="315468" y="167640"/>
                </a:lnTo>
                <a:lnTo>
                  <a:pt x="349758" y="167640"/>
                </a:lnTo>
                <a:lnTo>
                  <a:pt x="341376" y="173736"/>
                </a:lnTo>
                <a:lnTo>
                  <a:pt x="341376" y="265176"/>
                </a:lnTo>
                <a:lnTo>
                  <a:pt x="89916" y="265176"/>
                </a:lnTo>
                <a:lnTo>
                  <a:pt x="78771" y="265461"/>
                </a:lnTo>
                <a:lnTo>
                  <a:pt x="68199" y="266319"/>
                </a:lnTo>
                <a:lnTo>
                  <a:pt x="58197" y="267747"/>
                </a:lnTo>
                <a:lnTo>
                  <a:pt x="48768" y="269748"/>
                </a:lnTo>
                <a:close/>
              </a:path>
              <a:path w="358139" h="401320">
                <a:moveTo>
                  <a:pt x="15240" y="371856"/>
                </a:moveTo>
                <a:lnTo>
                  <a:pt x="0" y="356615"/>
                </a:lnTo>
                <a:lnTo>
                  <a:pt x="315468" y="356615"/>
                </a:lnTo>
                <a:lnTo>
                  <a:pt x="315468" y="265176"/>
                </a:lnTo>
                <a:lnTo>
                  <a:pt x="341376" y="265176"/>
                </a:lnTo>
                <a:lnTo>
                  <a:pt x="341376" y="307848"/>
                </a:lnTo>
                <a:lnTo>
                  <a:pt x="341637" y="328422"/>
                </a:lnTo>
                <a:lnTo>
                  <a:pt x="342328" y="348996"/>
                </a:lnTo>
                <a:lnTo>
                  <a:pt x="343196" y="367284"/>
                </a:lnTo>
                <a:lnTo>
                  <a:pt x="56388" y="367284"/>
                </a:lnTo>
                <a:lnTo>
                  <a:pt x="45243" y="367569"/>
                </a:lnTo>
                <a:lnTo>
                  <a:pt x="34671" y="368427"/>
                </a:lnTo>
                <a:lnTo>
                  <a:pt x="24669" y="369855"/>
                </a:lnTo>
                <a:lnTo>
                  <a:pt x="15240" y="371856"/>
                </a:lnTo>
                <a:close/>
              </a:path>
              <a:path w="358139" h="401320">
                <a:moveTo>
                  <a:pt x="315468" y="400812"/>
                </a:moveTo>
                <a:lnTo>
                  <a:pt x="315468" y="367284"/>
                </a:lnTo>
                <a:lnTo>
                  <a:pt x="343196" y="367284"/>
                </a:lnTo>
                <a:lnTo>
                  <a:pt x="344424" y="390144"/>
                </a:lnTo>
                <a:lnTo>
                  <a:pt x="315468" y="40081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0" name="object 80"/>
          <p:cNvSpPr/>
          <p:nvPr/>
        </p:nvSpPr>
        <p:spPr>
          <a:xfrm>
            <a:off x="2567940" y="5366016"/>
            <a:ext cx="847725" cy="403860"/>
          </a:xfrm>
          <a:custGeom>
            <a:avLst/>
            <a:gdLst/>
            <a:ahLst/>
            <a:cxnLst/>
            <a:rect l="l" t="t" r="r" b="b"/>
            <a:pathLst>
              <a:path w="847725" h="403860">
                <a:moveTo>
                  <a:pt x="406908" y="376428"/>
                </a:moveTo>
                <a:lnTo>
                  <a:pt x="367284" y="335280"/>
                </a:lnTo>
                <a:lnTo>
                  <a:pt x="338328" y="365760"/>
                </a:lnTo>
                <a:lnTo>
                  <a:pt x="312420" y="365760"/>
                </a:lnTo>
                <a:lnTo>
                  <a:pt x="312420" y="45720"/>
                </a:lnTo>
                <a:lnTo>
                  <a:pt x="319278" y="39624"/>
                </a:lnTo>
                <a:lnTo>
                  <a:pt x="326136" y="33528"/>
                </a:lnTo>
                <a:lnTo>
                  <a:pt x="321868" y="30480"/>
                </a:lnTo>
                <a:lnTo>
                  <a:pt x="294132" y="10668"/>
                </a:lnTo>
                <a:lnTo>
                  <a:pt x="284988" y="25527"/>
                </a:lnTo>
                <a:lnTo>
                  <a:pt x="284988" y="39624"/>
                </a:lnTo>
                <a:lnTo>
                  <a:pt x="284988" y="138684"/>
                </a:lnTo>
                <a:lnTo>
                  <a:pt x="284988" y="149352"/>
                </a:lnTo>
                <a:lnTo>
                  <a:pt x="284988" y="248412"/>
                </a:lnTo>
                <a:lnTo>
                  <a:pt x="284988" y="259080"/>
                </a:lnTo>
                <a:lnTo>
                  <a:pt x="284988" y="365760"/>
                </a:lnTo>
                <a:lnTo>
                  <a:pt x="129540" y="365760"/>
                </a:lnTo>
                <a:lnTo>
                  <a:pt x="129540" y="259080"/>
                </a:lnTo>
                <a:lnTo>
                  <a:pt x="284988" y="259080"/>
                </a:lnTo>
                <a:lnTo>
                  <a:pt x="284988" y="248412"/>
                </a:lnTo>
                <a:lnTo>
                  <a:pt x="129540" y="248412"/>
                </a:lnTo>
                <a:lnTo>
                  <a:pt x="129540" y="149352"/>
                </a:lnTo>
                <a:lnTo>
                  <a:pt x="284988" y="149352"/>
                </a:lnTo>
                <a:lnTo>
                  <a:pt x="284988" y="138684"/>
                </a:lnTo>
                <a:lnTo>
                  <a:pt x="129540" y="138684"/>
                </a:lnTo>
                <a:lnTo>
                  <a:pt x="129540" y="39624"/>
                </a:lnTo>
                <a:lnTo>
                  <a:pt x="284988" y="39624"/>
                </a:lnTo>
                <a:lnTo>
                  <a:pt x="284988" y="25527"/>
                </a:lnTo>
                <a:lnTo>
                  <a:pt x="281940" y="30480"/>
                </a:lnTo>
                <a:lnTo>
                  <a:pt x="129540" y="30480"/>
                </a:lnTo>
                <a:lnTo>
                  <a:pt x="102108" y="12192"/>
                </a:lnTo>
                <a:lnTo>
                  <a:pt x="102323" y="30480"/>
                </a:lnTo>
                <a:lnTo>
                  <a:pt x="102387" y="33528"/>
                </a:lnTo>
                <a:lnTo>
                  <a:pt x="102870" y="49530"/>
                </a:lnTo>
                <a:lnTo>
                  <a:pt x="103390" y="64909"/>
                </a:lnTo>
                <a:lnTo>
                  <a:pt x="103632" y="77724"/>
                </a:lnTo>
                <a:lnTo>
                  <a:pt x="103632" y="365760"/>
                </a:lnTo>
                <a:lnTo>
                  <a:pt x="0" y="365760"/>
                </a:lnTo>
                <a:lnTo>
                  <a:pt x="16764" y="381000"/>
                </a:lnTo>
                <a:lnTo>
                  <a:pt x="26187" y="378993"/>
                </a:lnTo>
                <a:lnTo>
                  <a:pt x="36195" y="377571"/>
                </a:lnTo>
                <a:lnTo>
                  <a:pt x="46761" y="376707"/>
                </a:lnTo>
                <a:lnTo>
                  <a:pt x="57912" y="376428"/>
                </a:lnTo>
                <a:lnTo>
                  <a:pt x="406908" y="376428"/>
                </a:lnTo>
                <a:close/>
              </a:path>
              <a:path w="847725" h="403860">
                <a:moveTo>
                  <a:pt x="579107" y="22860"/>
                </a:moveTo>
                <a:lnTo>
                  <a:pt x="542531" y="0"/>
                </a:lnTo>
                <a:lnTo>
                  <a:pt x="536562" y="24612"/>
                </a:lnTo>
                <a:lnTo>
                  <a:pt x="527862" y="50673"/>
                </a:lnTo>
                <a:lnTo>
                  <a:pt x="502907" y="108204"/>
                </a:lnTo>
                <a:lnTo>
                  <a:pt x="473570" y="165735"/>
                </a:lnTo>
                <a:lnTo>
                  <a:pt x="441947" y="216408"/>
                </a:lnTo>
                <a:lnTo>
                  <a:pt x="446519" y="219456"/>
                </a:lnTo>
                <a:lnTo>
                  <a:pt x="462788" y="201180"/>
                </a:lnTo>
                <a:lnTo>
                  <a:pt x="479475" y="180784"/>
                </a:lnTo>
                <a:lnTo>
                  <a:pt x="496455" y="158369"/>
                </a:lnTo>
                <a:lnTo>
                  <a:pt x="513575" y="134112"/>
                </a:lnTo>
                <a:lnTo>
                  <a:pt x="513473" y="327088"/>
                </a:lnTo>
                <a:lnTo>
                  <a:pt x="513346" y="336753"/>
                </a:lnTo>
                <a:lnTo>
                  <a:pt x="512292" y="378942"/>
                </a:lnTo>
                <a:lnTo>
                  <a:pt x="512051" y="402336"/>
                </a:lnTo>
                <a:lnTo>
                  <a:pt x="539483" y="382511"/>
                </a:lnTo>
                <a:lnTo>
                  <a:pt x="538607" y="369392"/>
                </a:lnTo>
                <a:lnTo>
                  <a:pt x="538149" y="357568"/>
                </a:lnTo>
                <a:lnTo>
                  <a:pt x="538073" y="352044"/>
                </a:lnTo>
                <a:lnTo>
                  <a:pt x="537959" y="144780"/>
                </a:lnTo>
                <a:lnTo>
                  <a:pt x="548627" y="134112"/>
                </a:lnTo>
                <a:lnTo>
                  <a:pt x="521195" y="120396"/>
                </a:lnTo>
                <a:lnTo>
                  <a:pt x="532396" y="99504"/>
                </a:lnTo>
                <a:lnTo>
                  <a:pt x="543293" y="77914"/>
                </a:lnTo>
                <a:lnTo>
                  <a:pt x="554202" y="55448"/>
                </a:lnTo>
                <a:lnTo>
                  <a:pt x="565391" y="32004"/>
                </a:lnTo>
                <a:lnTo>
                  <a:pt x="579107" y="22860"/>
                </a:lnTo>
                <a:close/>
              </a:path>
              <a:path w="847725" h="403860">
                <a:moveTo>
                  <a:pt x="847331" y="370332"/>
                </a:moveTo>
                <a:lnTo>
                  <a:pt x="804849" y="354139"/>
                </a:lnTo>
                <a:lnTo>
                  <a:pt x="768083" y="332232"/>
                </a:lnTo>
                <a:lnTo>
                  <a:pt x="736269" y="306895"/>
                </a:lnTo>
                <a:lnTo>
                  <a:pt x="710171" y="280416"/>
                </a:lnTo>
                <a:lnTo>
                  <a:pt x="721321" y="263817"/>
                </a:lnTo>
                <a:lnTo>
                  <a:pt x="723226" y="260604"/>
                </a:lnTo>
                <a:lnTo>
                  <a:pt x="741895" y="226618"/>
                </a:lnTo>
                <a:lnTo>
                  <a:pt x="760488" y="181749"/>
                </a:lnTo>
                <a:lnTo>
                  <a:pt x="779399" y="113792"/>
                </a:lnTo>
                <a:lnTo>
                  <a:pt x="789419" y="70104"/>
                </a:lnTo>
                <a:lnTo>
                  <a:pt x="803135" y="60960"/>
                </a:lnTo>
                <a:lnTo>
                  <a:pt x="807707" y="57912"/>
                </a:lnTo>
                <a:lnTo>
                  <a:pt x="778751" y="33528"/>
                </a:lnTo>
                <a:lnTo>
                  <a:pt x="763511" y="50292"/>
                </a:lnTo>
                <a:lnTo>
                  <a:pt x="763511" y="60960"/>
                </a:lnTo>
                <a:lnTo>
                  <a:pt x="758164" y="92100"/>
                </a:lnTo>
                <a:lnTo>
                  <a:pt x="744016" y="149250"/>
                </a:lnTo>
                <a:lnTo>
                  <a:pt x="726681" y="200164"/>
                </a:lnTo>
                <a:lnTo>
                  <a:pt x="706729" y="242544"/>
                </a:lnTo>
                <a:lnTo>
                  <a:pt x="696455" y="260604"/>
                </a:lnTo>
                <a:lnTo>
                  <a:pt x="685342" y="242620"/>
                </a:lnTo>
                <a:lnTo>
                  <a:pt x="665391" y="202095"/>
                </a:lnTo>
                <a:lnTo>
                  <a:pt x="648855" y="154393"/>
                </a:lnTo>
                <a:lnTo>
                  <a:pt x="633476" y="94957"/>
                </a:lnTo>
                <a:lnTo>
                  <a:pt x="626351" y="60960"/>
                </a:lnTo>
                <a:lnTo>
                  <a:pt x="763511" y="60960"/>
                </a:lnTo>
                <a:lnTo>
                  <a:pt x="763511" y="50292"/>
                </a:lnTo>
                <a:lnTo>
                  <a:pt x="576059" y="50292"/>
                </a:lnTo>
                <a:lnTo>
                  <a:pt x="589775" y="64008"/>
                </a:lnTo>
                <a:lnTo>
                  <a:pt x="605015" y="60960"/>
                </a:lnTo>
                <a:lnTo>
                  <a:pt x="615683" y="60960"/>
                </a:lnTo>
                <a:lnTo>
                  <a:pt x="626160" y="131064"/>
                </a:lnTo>
                <a:lnTo>
                  <a:pt x="640067" y="187452"/>
                </a:lnTo>
                <a:lnTo>
                  <a:pt x="658736" y="236791"/>
                </a:lnTo>
                <a:lnTo>
                  <a:pt x="684263" y="280416"/>
                </a:lnTo>
                <a:lnTo>
                  <a:pt x="669124" y="298145"/>
                </a:lnTo>
                <a:lnTo>
                  <a:pt x="637120" y="330771"/>
                </a:lnTo>
                <a:lnTo>
                  <a:pt x="601637" y="360235"/>
                </a:lnTo>
                <a:lnTo>
                  <a:pt x="561543" y="385381"/>
                </a:lnTo>
                <a:lnTo>
                  <a:pt x="539483" y="396240"/>
                </a:lnTo>
                <a:lnTo>
                  <a:pt x="542531" y="403860"/>
                </a:lnTo>
                <a:lnTo>
                  <a:pt x="587489" y="384429"/>
                </a:lnTo>
                <a:lnTo>
                  <a:pt x="627875" y="362712"/>
                </a:lnTo>
                <a:lnTo>
                  <a:pt x="663498" y="334137"/>
                </a:lnTo>
                <a:lnTo>
                  <a:pt x="697979" y="298704"/>
                </a:lnTo>
                <a:lnTo>
                  <a:pt x="709460" y="313245"/>
                </a:lnTo>
                <a:lnTo>
                  <a:pt x="746747" y="352044"/>
                </a:lnTo>
                <a:lnTo>
                  <a:pt x="793038" y="385902"/>
                </a:lnTo>
                <a:lnTo>
                  <a:pt x="810755" y="396240"/>
                </a:lnTo>
                <a:lnTo>
                  <a:pt x="815619" y="388848"/>
                </a:lnTo>
                <a:lnTo>
                  <a:pt x="823328" y="382905"/>
                </a:lnTo>
                <a:lnTo>
                  <a:pt x="833907" y="378663"/>
                </a:lnTo>
                <a:lnTo>
                  <a:pt x="847331" y="376428"/>
                </a:lnTo>
                <a:lnTo>
                  <a:pt x="847331" y="37033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1" name="object 81"/>
          <p:cNvSpPr/>
          <p:nvPr/>
        </p:nvSpPr>
        <p:spPr>
          <a:xfrm>
            <a:off x="3485388" y="5366004"/>
            <a:ext cx="360045" cy="401320"/>
          </a:xfrm>
          <a:custGeom>
            <a:avLst/>
            <a:gdLst/>
            <a:ahLst/>
            <a:cxnLst/>
            <a:rect l="l" t="t" r="r" b="b"/>
            <a:pathLst>
              <a:path w="360045" h="401320">
                <a:moveTo>
                  <a:pt x="188975" y="156972"/>
                </a:moveTo>
                <a:lnTo>
                  <a:pt x="164592" y="156972"/>
                </a:lnTo>
                <a:lnTo>
                  <a:pt x="164523" y="70866"/>
                </a:lnTo>
                <a:lnTo>
                  <a:pt x="164397" y="58364"/>
                </a:lnTo>
                <a:lnTo>
                  <a:pt x="164308" y="52197"/>
                </a:lnTo>
                <a:lnTo>
                  <a:pt x="163752" y="30480"/>
                </a:lnTo>
                <a:lnTo>
                  <a:pt x="163306" y="15144"/>
                </a:lnTo>
                <a:lnTo>
                  <a:pt x="163068" y="0"/>
                </a:lnTo>
                <a:lnTo>
                  <a:pt x="207263" y="21336"/>
                </a:lnTo>
                <a:lnTo>
                  <a:pt x="188975" y="36576"/>
                </a:lnTo>
                <a:lnTo>
                  <a:pt x="188975" y="156972"/>
                </a:lnTo>
                <a:close/>
              </a:path>
              <a:path w="360045" h="401320">
                <a:moveTo>
                  <a:pt x="225551" y="138684"/>
                </a:moveTo>
                <a:lnTo>
                  <a:pt x="219456" y="134112"/>
                </a:lnTo>
                <a:lnTo>
                  <a:pt x="229504" y="122134"/>
                </a:lnTo>
                <a:lnTo>
                  <a:pt x="239268" y="109156"/>
                </a:lnTo>
                <a:lnTo>
                  <a:pt x="268509" y="65627"/>
                </a:lnTo>
                <a:lnTo>
                  <a:pt x="286512" y="30480"/>
                </a:lnTo>
                <a:lnTo>
                  <a:pt x="323088" y="57912"/>
                </a:lnTo>
                <a:lnTo>
                  <a:pt x="312515" y="63388"/>
                </a:lnTo>
                <a:lnTo>
                  <a:pt x="301371" y="70866"/>
                </a:lnTo>
                <a:lnTo>
                  <a:pt x="289655" y="80629"/>
                </a:lnTo>
                <a:lnTo>
                  <a:pt x="277368" y="92964"/>
                </a:lnTo>
                <a:lnTo>
                  <a:pt x="263699" y="105251"/>
                </a:lnTo>
                <a:lnTo>
                  <a:pt x="237505" y="128111"/>
                </a:lnTo>
                <a:lnTo>
                  <a:pt x="225551" y="138684"/>
                </a:lnTo>
                <a:close/>
              </a:path>
              <a:path w="360045" h="401320">
                <a:moveTo>
                  <a:pt x="91201" y="123944"/>
                </a:moveTo>
                <a:lnTo>
                  <a:pt x="86106" y="120586"/>
                </a:lnTo>
                <a:lnTo>
                  <a:pt x="81010" y="112942"/>
                </a:lnTo>
                <a:lnTo>
                  <a:pt x="76200" y="100584"/>
                </a:lnTo>
                <a:lnTo>
                  <a:pt x="67889" y="87463"/>
                </a:lnTo>
                <a:lnTo>
                  <a:pt x="56578" y="73342"/>
                </a:lnTo>
                <a:lnTo>
                  <a:pt x="42124" y="58364"/>
                </a:lnTo>
                <a:lnTo>
                  <a:pt x="24384" y="42672"/>
                </a:lnTo>
                <a:lnTo>
                  <a:pt x="28956" y="36576"/>
                </a:lnTo>
                <a:lnTo>
                  <a:pt x="70294" y="57340"/>
                </a:lnTo>
                <a:lnTo>
                  <a:pt x="101346" y="82438"/>
                </a:lnTo>
                <a:lnTo>
                  <a:pt x="108204" y="97393"/>
                </a:lnTo>
                <a:lnTo>
                  <a:pt x="108172" y="105251"/>
                </a:lnTo>
                <a:lnTo>
                  <a:pt x="105156" y="114300"/>
                </a:lnTo>
                <a:lnTo>
                  <a:pt x="102108" y="120396"/>
                </a:lnTo>
                <a:lnTo>
                  <a:pt x="96012" y="123444"/>
                </a:lnTo>
                <a:lnTo>
                  <a:pt x="91201" y="123944"/>
                </a:lnTo>
                <a:close/>
              </a:path>
              <a:path w="360045" h="401320">
                <a:moveTo>
                  <a:pt x="27432" y="172212"/>
                </a:moveTo>
                <a:lnTo>
                  <a:pt x="10668" y="156972"/>
                </a:lnTo>
                <a:lnTo>
                  <a:pt x="313944" y="156972"/>
                </a:lnTo>
                <a:lnTo>
                  <a:pt x="329184" y="137160"/>
                </a:lnTo>
                <a:lnTo>
                  <a:pt x="359664" y="161544"/>
                </a:lnTo>
                <a:lnTo>
                  <a:pt x="351282" y="167640"/>
                </a:lnTo>
                <a:lnTo>
                  <a:pt x="68580" y="167640"/>
                </a:lnTo>
                <a:lnTo>
                  <a:pt x="57435" y="167925"/>
                </a:lnTo>
                <a:lnTo>
                  <a:pt x="46863" y="168783"/>
                </a:lnTo>
                <a:lnTo>
                  <a:pt x="36861" y="170211"/>
                </a:lnTo>
                <a:lnTo>
                  <a:pt x="27432" y="172212"/>
                </a:lnTo>
                <a:close/>
              </a:path>
              <a:path w="360045" h="401320">
                <a:moveTo>
                  <a:pt x="48768" y="269748"/>
                </a:moveTo>
                <a:lnTo>
                  <a:pt x="33528" y="254507"/>
                </a:lnTo>
                <a:lnTo>
                  <a:pt x="316992" y="254507"/>
                </a:lnTo>
                <a:lnTo>
                  <a:pt x="316992" y="167640"/>
                </a:lnTo>
                <a:lnTo>
                  <a:pt x="351282" y="167640"/>
                </a:lnTo>
                <a:lnTo>
                  <a:pt x="342900" y="173736"/>
                </a:lnTo>
                <a:lnTo>
                  <a:pt x="342900" y="265176"/>
                </a:lnTo>
                <a:lnTo>
                  <a:pt x="91440" y="265176"/>
                </a:lnTo>
                <a:lnTo>
                  <a:pt x="80271" y="265461"/>
                </a:lnTo>
                <a:lnTo>
                  <a:pt x="69532" y="266319"/>
                </a:lnTo>
                <a:lnTo>
                  <a:pt x="59078" y="267747"/>
                </a:lnTo>
                <a:lnTo>
                  <a:pt x="48768" y="269748"/>
                </a:lnTo>
                <a:close/>
              </a:path>
              <a:path w="360045" h="401320">
                <a:moveTo>
                  <a:pt x="16764" y="371856"/>
                </a:moveTo>
                <a:lnTo>
                  <a:pt x="0" y="356615"/>
                </a:lnTo>
                <a:lnTo>
                  <a:pt x="316992" y="356615"/>
                </a:lnTo>
                <a:lnTo>
                  <a:pt x="316992" y="265176"/>
                </a:lnTo>
                <a:lnTo>
                  <a:pt x="342900" y="265176"/>
                </a:lnTo>
                <a:lnTo>
                  <a:pt x="342900" y="307848"/>
                </a:lnTo>
                <a:lnTo>
                  <a:pt x="343138" y="328422"/>
                </a:lnTo>
                <a:lnTo>
                  <a:pt x="344127" y="367284"/>
                </a:lnTo>
                <a:lnTo>
                  <a:pt x="57912" y="367284"/>
                </a:lnTo>
                <a:lnTo>
                  <a:pt x="46767" y="367569"/>
                </a:lnTo>
                <a:lnTo>
                  <a:pt x="36195" y="368427"/>
                </a:lnTo>
                <a:lnTo>
                  <a:pt x="26193" y="369855"/>
                </a:lnTo>
                <a:lnTo>
                  <a:pt x="16764" y="371856"/>
                </a:lnTo>
                <a:close/>
              </a:path>
              <a:path w="360045" h="401320">
                <a:moveTo>
                  <a:pt x="316992" y="400812"/>
                </a:moveTo>
                <a:lnTo>
                  <a:pt x="316992" y="367284"/>
                </a:lnTo>
                <a:lnTo>
                  <a:pt x="344127" y="367284"/>
                </a:lnTo>
                <a:lnTo>
                  <a:pt x="344212" y="371856"/>
                </a:lnTo>
                <a:lnTo>
                  <a:pt x="344424" y="390144"/>
                </a:lnTo>
                <a:lnTo>
                  <a:pt x="316992" y="40081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2" name="object 82"/>
          <p:cNvSpPr/>
          <p:nvPr/>
        </p:nvSpPr>
        <p:spPr>
          <a:xfrm>
            <a:off x="3909060" y="5361444"/>
            <a:ext cx="845819" cy="410209"/>
          </a:xfrm>
          <a:custGeom>
            <a:avLst/>
            <a:gdLst/>
            <a:ahLst/>
            <a:cxnLst/>
            <a:rect l="l" t="t" r="r" b="b"/>
            <a:pathLst>
              <a:path w="845820" h="410210">
                <a:moveTo>
                  <a:pt x="335280" y="22860"/>
                </a:moveTo>
                <a:lnTo>
                  <a:pt x="330923" y="19812"/>
                </a:lnTo>
                <a:lnTo>
                  <a:pt x="304800" y="1524"/>
                </a:lnTo>
                <a:lnTo>
                  <a:pt x="297180" y="12954"/>
                </a:lnTo>
                <a:lnTo>
                  <a:pt x="297180" y="30480"/>
                </a:lnTo>
                <a:lnTo>
                  <a:pt x="297180" y="68580"/>
                </a:lnTo>
                <a:lnTo>
                  <a:pt x="297180" y="79248"/>
                </a:lnTo>
                <a:lnTo>
                  <a:pt x="297180" y="117348"/>
                </a:lnTo>
                <a:lnTo>
                  <a:pt x="108204" y="117348"/>
                </a:lnTo>
                <a:lnTo>
                  <a:pt x="108204" y="79248"/>
                </a:lnTo>
                <a:lnTo>
                  <a:pt x="297180" y="79248"/>
                </a:lnTo>
                <a:lnTo>
                  <a:pt x="297180" y="68580"/>
                </a:lnTo>
                <a:lnTo>
                  <a:pt x="108204" y="68580"/>
                </a:lnTo>
                <a:lnTo>
                  <a:pt x="108204" y="30480"/>
                </a:lnTo>
                <a:lnTo>
                  <a:pt x="297180" y="30480"/>
                </a:lnTo>
                <a:lnTo>
                  <a:pt x="297180" y="12954"/>
                </a:lnTo>
                <a:lnTo>
                  <a:pt x="292608" y="19812"/>
                </a:lnTo>
                <a:lnTo>
                  <a:pt x="108204" y="19812"/>
                </a:lnTo>
                <a:lnTo>
                  <a:pt x="82296" y="6096"/>
                </a:lnTo>
                <a:lnTo>
                  <a:pt x="83172" y="23520"/>
                </a:lnTo>
                <a:lnTo>
                  <a:pt x="83629" y="41529"/>
                </a:lnTo>
                <a:lnTo>
                  <a:pt x="83794" y="60096"/>
                </a:lnTo>
                <a:lnTo>
                  <a:pt x="83756" y="102679"/>
                </a:lnTo>
                <a:lnTo>
                  <a:pt x="83629" y="116776"/>
                </a:lnTo>
                <a:lnTo>
                  <a:pt x="83172" y="134315"/>
                </a:lnTo>
                <a:lnTo>
                  <a:pt x="82296" y="150876"/>
                </a:lnTo>
                <a:lnTo>
                  <a:pt x="108204" y="141732"/>
                </a:lnTo>
                <a:lnTo>
                  <a:pt x="108204" y="128016"/>
                </a:lnTo>
                <a:lnTo>
                  <a:pt x="297180" y="128016"/>
                </a:lnTo>
                <a:lnTo>
                  <a:pt x="297180" y="149352"/>
                </a:lnTo>
                <a:lnTo>
                  <a:pt x="323088" y="137160"/>
                </a:lnTo>
                <a:lnTo>
                  <a:pt x="321614" y="79248"/>
                </a:lnTo>
                <a:lnTo>
                  <a:pt x="321564" y="35052"/>
                </a:lnTo>
                <a:lnTo>
                  <a:pt x="326707" y="30480"/>
                </a:lnTo>
                <a:lnTo>
                  <a:pt x="335280" y="22860"/>
                </a:lnTo>
                <a:close/>
              </a:path>
              <a:path w="845820" h="410210">
                <a:moveTo>
                  <a:pt x="397764" y="175260"/>
                </a:moveTo>
                <a:lnTo>
                  <a:pt x="359664" y="137160"/>
                </a:lnTo>
                <a:lnTo>
                  <a:pt x="332232" y="164592"/>
                </a:lnTo>
                <a:lnTo>
                  <a:pt x="166116" y="164592"/>
                </a:lnTo>
                <a:lnTo>
                  <a:pt x="166116" y="313944"/>
                </a:lnTo>
                <a:lnTo>
                  <a:pt x="83820" y="327660"/>
                </a:lnTo>
                <a:lnTo>
                  <a:pt x="83820" y="272796"/>
                </a:lnTo>
                <a:lnTo>
                  <a:pt x="166116" y="272796"/>
                </a:lnTo>
                <a:lnTo>
                  <a:pt x="166116" y="262128"/>
                </a:lnTo>
                <a:lnTo>
                  <a:pt x="83820" y="262128"/>
                </a:lnTo>
                <a:lnTo>
                  <a:pt x="83820" y="222504"/>
                </a:lnTo>
                <a:lnTo>
                  <a:pt x="166116" y="222504"/>
                </a:lnTo>
                <a:lnTo>
                  <a:pt x="166116" y="211836"/>
                </a:lnTo>
                <a:lnTo>
                  <a:pt x="83820" y="211836"/>
                </a:lnTo>
                <a:lnTo>
                  <a:pt x="83820" y="175260"/>
                </a:lnTo>
                <a:lnTo>
                  <a:pt x="166116" y="175260"/>
                </a:lnTo>
                <a:lnTo>
                  <a:pt x="166116" y="164592"/>
                </a:lnTo>
                <a:lnTo>
                  <a:pt x="0" y="164592"/>
                </a:lnTo>
                <a:lnTo>
                  <a:pt x="13716" y="178308"/>
                </a:lnTo>
                <a:lnTo>
                  <a:pt x="36576" y="175260"/>
                </a:lnTo>
                <a:lnTo>
                  <a:pt x="59436" y="175260"/>
                </a:lnTo>
                <a:lnTo>
                  <a:pt x="59436" y="333756"/>
                </a:lnTo>
                <a:lnTo>
                  <a:pt x="28956" y="338328"/>
                </a:lnTo>
                <a:lnTo>
                  <a:pt x="15278" y="340614"/>
                </a:lnTo>
                <a:lnTo>
                  <a:pt x="3048" y="342900"/>
                </a:lnTo>
                <a:lnTo>
                  <a:pt x="24384" y="374904"/>
                </a:lnTo>
                <a:lnTo>
                  <a:pt x="26682" y="371475"/>
                </a:lnTo>
                <a:lnTo>
                  <a:pt x="31432" y="368046"/>
                </a:lnTo>
                <a:lnTo>
                  <a:pt x="38735" y="364617"/>
                </a:lnTo>
                <a:lnTo>
                  <a:pt x="48768" y="361188"/>
                </a:lnTo>
                <a:lnTo>
                  <a:pt x="63881" y="355727"/>
                </a:lnTo>
                <a:lnTo>
                  <a:pt x="88582" y="348424"/>
                </a:lnTo>
                <a:lnTo>
                  <a:pt x="166116" y="327660"/>
                </a:lnTo>
                <a:lnTo>
                  <a:pt x="166116" y="409956"/>
                </a:lnTo>
                <a:lnTo>
                  <a:pt x="188976" y="396240"/>
                </a:lnTo>
                <a:lnTo>
                  <a:pt x="188976" y="321564"/>
                </a:lnTo>
                <a:lnTo>
                  <a:pt x="230428" y="309372"/>
                </a:lnTo>
                <a:lnTo>
                  <a:pt x="240792" y="306324"/>
                </a:lnTo>
                <a:lnTo>
                  <a:pt x="239268" y="298704"/>
                </a:lnTo>
                <a:lnTo>
                  <a:pt x="188976" y="309372"/>
                </a:lnTo>
                <a:lnTo>
                  <a:pt x="188976" y="272796"/>
                </a:lnTo>
                <a:lnTo>
                  <a:pt x="188976" y="262128"/>
                </a:lnTo>
                <a:lnTo>
                  <a:pt x="188976" y="222504"/>
                </a:lnTo>
                <a:lnTo>
                  <a:pt x="188976" y="211836"/>
                </a:lnTo>
                <a:lnTo>
                  <a:pt x="188976" y="175260"/>
                </a:lnTo>
                <a:lnTo>
                  <a:pt x="397764" y="175260"/>
                </a:lnTo>
                <a:close/>
              </a:path>
              <a:path w="845820" h="410210">
                <a:moveTo>
                  <a:pt x="399288" y="370332"/>
                </a:moveTo>
                <a:lnTo>
                  <a:pt x="359854" y="362394"/>
                </a:lnTo>
                <a:lnTo>
                  <a:pt x="326428" y="343344"/>
                </a:lnTo>
                <a:lnTo>
                  <a:pt x="300228" y="321564"/>
                </a:lnTo>
                <a:lnTo>
                  <a:pt x="310565" y="306324"/>
                </a:lnTo>
                <a:lnTo>
                  <a:pt x="314794" y="300075"/>
                </a:lnTo>
                <a:lnTo>
                  <a:pt x="328803" y="276606"/>
                </a:lnTo>
                <a:lnTo>
                  <a:pt x="342226" y="250837"/>
                </a:lnTo>
                <a:lnTo>
                  <a:pt x="355092" y="222504"/>
                </a:lnTo>
                <a:lnTo>
                  <a:pt x="366268" y="216408"/>
                </a:lnTo>
                <a:lnTo>
                  <a:pt x="371856" y="213360"/>
                </a:lnTo>
                <a:lnTo>
                  <a:pt x="344424" y="188976"/>
                </a:lnTo>
                <a:lnTo>
                  <a:pt x="332232" y="203606"/>
                </a:lnTo>
                <a:lnTo>
                  <a:pt x="332232" y="216408"/>
                </a:lnTo>
                <a:lnTo>
                  <a:pt x="327393" y="227838"/>
                </a:lnTo>
                <a:lnTo>
                  <a:pt x="305155" y="273316"/>
                </a:lnTo>
                <a:lnTo>
                  <a:pt x="286512" y="306324"/>
                </a:lnTo>
                <a:lnTo>
                  <a:pt x="279666" y="297751"/>
                </a:lnTo>
                <a:lnTo>
                  <a:pt x="272986" y="288036"/>
                </a:lnTo>
                <a:lnTo>
                  <a:pt x="266573" y="277177"/>
                </a:lnTo>
                <a:lnTo>
                  <a:pt x="260604" y="265176"/>
                </a:lnTo>
                <a:lnTo>
                  <a:pt x="254292" y="253479"/>
                </a:lnTo>
                <a:lnTo>
                  <a:pt x="248983" y="241363"/>
                </a:lnTo>
                <a:lnTo>
                  <a:pt x="244525" y="228955"/>
                </a:lnTo>
                <a:lnTo>
                  <a:pt x="240792" y="216408"/>
                </a:lnTo>
                <a:lnTo>
                  <a:pt x="332232" y="216408"/>
                </a:lnTo>
                <a:lnTo>
                  <a:pt x="332232" y="203606"/>
                </a:lnTo>
                <a:lnTo>
                  <a:pt x="329184" y="207264"/>
                </a:lnTo>
                <a:lnTo>
                  <a:pt x="196596" y="207264"/>
                </a:lnTo>
                <a:lnTo>
                  <a:pt x="210312" y="220980"/>
                </a:lnTo>
                <a:lnTo>
                  <a:pt x="231648" y="216408"/>
                </a:lnTo>
                <a:lnTo>
                  <a:pt x="240030" y="246316"/>
                </a:lnTo>
                <a:lnTo>
                  <a:pt x="244068" y="259905"/>
                </a:lnTo>
                <a:lnTo>
                  <a:pt x="260223" y="298513"/>
                </a:lnTo>
                <a:lnTo>
                  <a:pt x="274320" y="323088"/>
                </a:lnTo>
                <a:lnTo>
                  <a:pt x="256108" y="343281"/>
                </a:lnTo>
                <a:lnTo>
                  <a:pt x="235648" y="362902"/>
                </a:lnTo>
                <a:lnTo>
                  <a:pt x="213233" y="381584"/>
                </a:lnTo>
                <a:lnTo>
                  <a:pt x="188976" y="399288"/>
                </a:lnTo>
                <a:lnTo>
                  <a:pt x="193548" y="405384"/>
                </a:lnTo>
                <a:lnTo>
                  <a:pt x="220929" y="388239"/>
                </a:lnTo>
                <a:lnTo>
                  <a:pt x="245745" y="371094"/>
                </a:lnTo>
                <a:lnTo>
                  <a:pt x="267690" y="353949"/>
                </a:lnTo>
                <a:lnTo>
                  <a:pt x="286512" y="336804"/>
                </a:lnTo>
                <a:lnTo>
                  <a:pt x="296773" y="347675"/>
                </a:lnTo>
                <a:lnTo>
                  <a:pt x="326136" y="374904"/>
                </a:lnTo>
                <a:lnTo>
                  <a:pt x="364236" y="397764"/>
                </a:lnTo>
                <a:lnTo>
                  <a:pt x="369062" y="389712"/>
                </a:lnTo>
                <a:lnTo>
                  <a:pt x="376618" y="383667"/>
                </a:lnTo>
                <a:lnTo>
                  <a:pt x="386727" y="379323"/>
                </a:lnTo>
                <a:lnTo>
                  <a:pt x="399288" y="376428"/>
                </a:lnTo>
                <a:lnTo>
                  <a:pt x="399288" y="370332"/>
                </a:lnTo>
                <a:close/>
              </a:path>
              <a:path w="845820" h="410210">
                <a:moveTo>
                  <a:pt x="845820" y="134112"/>
                </a:moveTo>
                <a:lnTo>
                  <a:pt x="807720" y="94488"/>
                </a:lnTo>
                <a:lnTo>
                  <a:pt x="780288" y="123444"/>
                </a:lnTo>
                <a:lnTo>
                  <a:pt x="650748" y="123444"/>
                </a:lnTo>
                <a:lnTo>
                  <a:pt x="650748" y="32004"/>
                </a:lnTo>
                <a:lnTo>
                  <a:pt x="664464" y="18288"/>
                </a:lnTo>
                <a:lnTo>
                  <a:pt x="623316" y="0"/>
                </a:lnTo>
                <a:lnTo>
                  <a:pt x="624192" y="18859"/>
                </a:lnTo>
                <a:lnTo>
                  <a:pt x="624649" y="45720"/>
                </a:lnTo>
                <a:lnTo>
                  <a:pt x="624840" y="123444"/>
                </a:lnTo>
                <a:lnTo>
                  <a:pt x="449580" y="123444"/>
                </a:lnTo>
                <a:lnTo>
                  <a:pt x="463296" y="137160"/>
                </a:lnTo>
                <a:lnTo>
                  <a:pt x="487680" y="134112"/>
                </a:lnTo>
                <a:lnTo>
                  <a:pt x="624840" y="134112"/>
                </a:lnTo>
                <a:lnTo>
                  <a:pt x="618363" y="189928"/>
                </a:lnTo>
                <a:lnTo>
                  <a:pt x="605028" y="242316"/>
                </a:lnTo>
                <a:lnTo>
                  <a:pt x="582358" y="292227"/>
                </a:lnTo>
                <a:lnTo>
                  <a:pt x="547116" y="335280"/>
                </a:lnTo>
                <a:lnTo>
                  <a:pt x="500430" y="372046"/>
                </a:lnTo>
                <a:lnTo>
                  <a:pt x="443471" y="400812"/>
                </a:lnTo>
                <a:lnTo>
                  <a:pt x="446532" y="408432"/>
                </a:lnTo>
                <a:lnTo>
                  <a:pt x="486791" y="393039"/>
                </a:lnTo>
                <a:lnTo>
                  <a:pt x="522922" y="374523"/>
                </a:lnTo>
                <a:lnTo>
                  <a:pt x="554748" y="353136"/>
                </a:lnTo>
                <a:lnTo>
                  <a:pt x="605040" y="300367"/>
                </a:lnTo>
                <a:lnTo>
                  <a:pt x="623506" y="264414"/>
                </a:lnTo>
                <a:lnTo>
                  <a:pt x="637667" y="221589"/>
                </a:lnTo>
                <a:lnTo>
                  <a:pt x="647700" y="172212"/>
                </a:lnTo>
                <a:lnTo>
                  <a:pt x="658266" y="204825"/>
                </a:lnTo>
                <a:lnTo>
                  <a:pt x="687984" y="267792"/>
                </a:lnTo>
                <a:lnTo>
                  <a:pt x="728827" y="327850"/>
                </a:lnTo>
                <a:lnTo>
                  <a:pt x="778497" y="375856"/>
                </a:lnTo>
                <a:lnTo>
                  <a:pt x="806196" y="394716"/>
                </a:lnTo>
                <a:lnTo>
                  <a:pt x="813003" y="385572"/>
                </a:lnTo>
                <a:lnTo>
                  <a:pt x="821817" y="378714"/>
                </a:lnTo>
                <a:lnTo>
                  <a:pt x="832332" y="374142"/>
                </a:lnTo>
                <a:lnTo>
                  <a:pt x="844296" y="371856"/>
                </a:lnTo>
                <a:lnTo>
                  <a:pt x="844296" y="364236"/>
                </a:lnTo>
                <a:lnTo>
                  <a:pt x="804545" y="350227"/>
                </a:lnTo>
                <a:lnTo>
                  <a:pt x="769810" y="331089"/>
                </a:lnTo>
                <a:lnTo>
                  <a:pt x="739914" y="306793"/>
                </a:lnTo>
                <a:lnTo>
                  <a:pt x="714756" y="277368"/>
                </a:lnTo>
                <a:lnTo>
                  <a:pt x="693610" y="244475"/>
                </a:lnTo>
                <a:lnTo>
                  <a:pt x="661606" y="179844"/>
                </a:lnTo>
                <a:lnTo>
                  <a:pt x="650748" y="147828"/>
                </a:lnTo>
                <a:lnTo>
                  <a:pt x="650748" y="134112"/>
                </a:lnTo>
                <a:lnTo>
                  <a:pt x="845820" y="13411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3" name="object 83"/>
          <p:cNvSpPr/>
          <p:nvPr/>
        </p:nvSpPr>
        <p:spPr>
          <a:xfrm>
            <a:off x="4815840" y="5376671"/>
            <a:ext cx="373380" cy="381000"/>
          </a:xfrm>
          <a:custGeom>
            <a:avLst/>
            <a:gdLst/>
            <a:ahLst/>
            <a:cxnLst/>
            <a:rect l="l" t="t" r="r" b="b"/>
            <a:pathLst>
              <a:path w="373379" h="381000">
                <a:moveTo>
                  <a:pt x="24383" y="380999"/>
                </a:moveTo>
                <a:lnTo>
                  <a:pt x="0" y="358140"/>
                </a:lnTo>
                <a:lnTo>
                  <a:pt x="10667" y="347472"/>
                </a:lnTo>
                <a:lnTo>
                  <a:pt x="10667" y="106680"/>
                </a:lnTo>
                <a:lnTo>
                  <a:pt x="10429" y="82677"/>
                </a:lnTo>
                <a:lnTo>
                  <a:pt x="9382" y="34671"/>
                </a:lnTo>
                <a:lnTo>
                  <a:pt x="9143" y="10668"/>
                </a:lnTo>
                <a:lnTo>
                  <a:pt x="35051" y="24384"/>
                </a:lnTo>
                <a:lnTo>
                  <a:pt x="301751" y="24384"/>
                </a:lnTo>
                <a:lnTo>
                  <a:pt x="329183" y="0"/>
                </a:lnTo>
                <a:lnTo>
                  <a:pt x="359663" y="35052"/>
                </a:lnTo>
                <a:lnTo>
                  <a:pt x="239267" y="35052"/>
                </a:lnTo>
                <a:lnTo>
                  <a:pt x="239267" y="243840"/>
                </a:lnTo>
                <a:lnTo>
                  <a:pt x="240434" y="257841"/>
                </a:lnTo>
                <a:lnTo>
                  <a:pt x="244030" y="267842"/>
                </a:lnTo>
                <a:lnTo>
                  <a:pt x="250197" y="273843"/>
                </a:lnTo>
                <a:lnTo>
                  <a:pt x="259079" y="275844"/>
                </a:lnTo>
                <a:lnTo>
                  <a:pt x="306324" y="275844"/>
                </a:lnTo>
                <a:lnTo>
                  <a:pt x="329183" y="195072"/>
                </a:lnTo>
                <a:lnTo>
                  <a:pt x="336804" y="195072"/>
                </a:lnTo>
                <a:lnTo>
                  <a:pt x="339852" y="243840"/>
                </a:lnTo>
                <a:lnTo>
                  <a:pt x="361187" y="271272"/>
                </a:lnTo>
                <a:lnTo>
                  <a:pt x="353139" y="282368"/>
                </a:lnTo>
                <a:lnTo>
                  <a:pt x="342519" y="290322"/>
                </a:lnTo>
                <a:lnTo>
                  <a:pt x="329041" y="294846"/>
                </a:lnTo>
                <a:lnTo>
                  <a:pt x="312419" y="295656"/>
                </a:lnTo>
                <a:lnTo>
                  <a:pt x="248411" y="295656"/>
                </a:lnTo>
                <a:lnTo>
                  <a:pt x="234410" y="292488"/>
                </a:lnTo>
                <a:lnTo>
                  <a:pt x="224408" y="285178"/>
                </a:lnTo>
                <a:lnTo>
                  <a:pt x="218408" y="273581"/>
                </a:lnTo>
                <a:lnTo>
                  <a:pt x="216407" y="257556"/>
                </a:lnTo>
                <a:lnTo>
                  <a:pt x="216407" y="35052"/>
                </a:lnTo>
                <a:lnTo>
                  <a:pt x="144779" y="35052"/>
                </a:lnTo>
                <a:lnTo>
                  <a:pt x="143636" y="87820"/>
                </a:lnTo>
                <a:lnTo>
                  <a:pt x="140207" y="137160"/>
                </a:lnTo>
                <a:lnTo>
                  <a:pt x="133540" y="182689"/>
                </a:lnTo>
                <a:lnTo>
                  <a:pt x="118871" y="227076"/>
                </a:lnTo>
                <a:lnTo>
                  <a:pt x="93725" y="272986"/>
                </a:lnTo>
                <a:lnTo>
                  <a:pt x="54863" y="320040"/>
                </a:lnTo>
                <a:lnTo>
                  <a:pt x="50291" y="315468"/>
                </a:lnTo>
                <a:lnTo>
                  <a:pt x="66270" y="291131"/>
                </a:lnTo>
                <a:lnTo>
                  <a:pt x="79819" y="268224"/>
                </a:lnTo>
                <a:lnTo>
                  <a:pt x="99059" y="225552"/>
                </a:lnTo>
                <a:lnTo>
                  <a:pt x="110299" y="184594"/>
                </a:lnTo>
                <a:lnTo>
                  <a:pt x="117824" y="116490"/>
                </a:lnTo>
                <a:lnTo>
                  <a:pt x="120110" y="63912"/>
                </a:lnTo>
                <a:lnTo>
                  <a:pt x="120395" y="35052"/>
                </a:lnTo>
                <a:lnTo>
                  <a:pt x="35051" y="35052"/>
                </a:lnTo>
                <a:lnTo>
                  <a:pt x="35051" y="355092"/>
                </a:lnTo>
                <a:lnTo>
                  <a:pt x="310895" y="355092"/>
                </a:lnTo>
                <a:lnTo>
                  <a:pt x="336804" y="329184"/>
                </a:lnTo>
                <a:lnTo>
                  <a:pt x="373380" y="365760"/>
                </a:lnTo>
                <a:lnTo>
                  <a:pt x="36575" y="365760"/>
                </a:lnTo>
                <a:lnTo>
                  <a:pt x="24383" y="38099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4" name="object 84"/>
          <p:cNvSpPr/>
          <p:nvPr/>
        </p:nvSpPr>
        <p:spPr>
          <a:xfrm>
            <a:off x="5237988" y="5379720"/>
            <a:ext cx="408940" cy="382905"/>
          </a:xfrm>
          <a:custGeom>
            <a:avLst/>
            <a:gdLst/>
            <a:ahLst/>
            <a:cxnLst/>
            <a:rect l="l" t="t" r="r" b="b"/>
            <a:pathLst>
              <a:path w="408939" h="382904">
                <a:moveTo>
                  <a:pt x="242316" y="36576"/>
                </a:moveTo>
                <a:lnTo>
                  <a:pt x="225552" y="21336"/>
                </a:lnTo>
                <a:lnTo>
                  <a:pt x="347472" y="21336"/>
                </a:lnTo>
                <a:lnTo>
                  <a:pt x="359664" y="6096"/>
                </a:lnTo>
                <a:lnTo>
                  <a:pt x="385572" y="25908"/>
                </a:lnTo>
                <a:lnTo>
                  <a:pt x="378605" y="32004"/>
                </a:lnTo>
                <a:lnTo>
                  <a:pt x="283464" y="32004"/>
                </a:lnTo>
                <a:lnTo>
                  <a:pt x="272319" y="32289"/>
                </a:lnTo>
                <a:lnTo>
                  <a:pt x="261747" y="33147"/>
                </a:lnTo>
                <a:lnTo>
                  <a:pt x="251745" y="34575"/>
                </a:lnTo>
                <a:lnTo>
                  <a:pt x="242316" y="36576"/>
                </a:lnTo>
                <a:close/>
              </a:path>
              <a:path w="408939" h="382904">
                <a:moveTo>
                  <a:pt x="374667" y="146304"/>
                </a:moveTo>
                <a:lnTo>
                  <a:pt x="350520" y="146304"/>
                </a:lnTo>
                <a:lnTo>
                  <a:pt x="350520" y="32004"/>
                </a:lnTo>
                <a:lnTo>
                  <a:pt x="378605" y="32004"/>
                </a:lnTo>
                <a:lnTo>
                  <a:pt x="373380" y="36576"/>
                </a:lnTo>
                <a:lnTo>
                  <a:pt x="373618" y="79176"/>
                </a:lnTo>
                <a:lnTo>
                  <a:pt x="374142" y="115633"/>
                </a:lnTo>
                <a:lnTo>
                  <a:pt x="374667" y="146304"/>
                </a:lnTo>
                <a:close/>
              </a:path>
              <a:path w="408939" h="382904">
                <a:moveTo>
                  <a:pt x="368808" y="365760"/>
                </a:moveTo>
                <a:lnTo>
                  <a:pt x="278892" y="365760"/>
                </a:lnTo>
                <a:lnTo>
                  <a:pt x="258913" y="364045"/>
                </a:lnTo>
                <a:lnTo>
                  <a:pt x="244792" y="356616"/>
                </a:lnTo>
                <a:lnTo>
                  <a:pt x="236672" y="343471"/>
                </a:lnTo>
                <a:lnTo>
                  <a:pt x="234696" y="324612"/>
                </a:lnTo>
                <a:lnTo>
                  <a:pt x="234672" y="254936"/>
                </a:lnTo>
                <a:lnTo>
                  <a:pt x="234505" y="199263"/>
                </a:lnTo>
                <a:lnTo>
                  <a:pt x="234053" y="157876"/>
                </a:lnTo>
                <a:lnTo>
                  <a:pt x="233172" y="131064"/>
                </a:lnTo>
                <a:lnTo>
                  <a:pt x="257556" y="146304"/>
                </a:lnTo>
                <a:lnTo>
                  <a:pt x="374667" y="146304"/>
                </a:lnTo>
                <a:lnTo>
                  <a:pt x="374771" y="156972"/>
                </a:lnTo>
                <a:lnTo>
                  <a:pt x="257556" y="156972"/>
                </a:lnTo>
                <a:lnTo>
                  <a:pt x="257556" y="316992"/>
                </a:lnTo>
                <a:lnTo>
                  <a:pt x="259270" y="330731"/>
                </a:lnTo>
                <a:lnTo>
                  <a:pt x="264414" y="340042"/>
                </a:lnTo>
                <a:lnTo>
                  <a:pt x="272986" y="345066"/>
                </a:lnTo>
                <a:lnTo>
                  <a:pt x="284988" y="345948"/>
                </a:lnTo>
                <a:lnTo>
                  <a:pt x="405616" y="345948"/>
                </a:lnTo>
                <a:lnTo>
                  <a:pt x="401597" y="352472"/>
                </a:lnTo>
                <a:lnTo>
                  <a:pt x="392620" y="360426"/>
                </a:lnTo>
                <a:lnTo>
                  <a:pt x="381642" y="364950"/>
                </a:lnTo>
                <a:lnTo>
                  <a:pt x="368808" y="365760"/>
                </a:lnTo>
                <a:close/>
              </a:path>
              <a:path w="408939" h="382904">
                <a:moveTo>
                  <a:pt x="350520" y="181356"/>
                </a:moveTo>
                <a:lnTo>
                  <a:pt x="350520" y="156972"/>
                </a:lnTo>
                <a:lnTo>
                  <a:pt x="374771" y="156972"/>
                </a:lnTo>
                <a:lnTo>
                  <a:pt x="374904" y="170688"/>
                </a:lnTo>
                <a:lnTo>
                  <a:pt x="350520" y="181356"/>
                </a:lnTo>
                <a:close/>
              </a:path>
              <a:path w="408939" h="382904">
                <a:moveTo>
                  <a:pt x="405616" y="345948"/>
                </a:moveTo>
                <a:lnTo>
                  <a:pt x="364236" y="345948"/>
                </a:lnTo>
                <a:lnTo>
                  <a:pt x="370332" y="341376"/>
                </a:lnTo>
                <a:lnTo>
                  <a:pt x="371856" y="329184"/>
                </a:lnTo>
                <a:lnTo>
                  <a:pt x="373880" y="318301"/>
                </a:lnTo>
                <a:lnTo>
                  <a:pt x="375475" y="303847"/>
                </a:lnTo>
                <a:lnTo>
                  <a:pt x="376785" y="285678"/>
                </a:lnTo>
                <a:lnTo>
                  <a:pt x="377952" y="263652"/>
                </a:lnTo>
                <a:lnTo>
                  <a:pt x="385572" y="263652"/>
                </a:lnTo>
                <a:lnTo>
                  <a:pt x="388143" y="308229"/>
                </a:lnTo>
                <a:lnTo>
                  <a:pt x="408432" y="341376"/>
                </a:lnTo>
                <a:lnTo>
                  <a:pt x="405616" y="345948"/>
                </a:lnTo>
                <a:close/>
              </a:path>
              <a:path w="408939" h="382904">
                <a:moveTo>
                  <a:pt x="15240" y="36576"/>
                </a:moveTo>
                <a:lnTo>
                  <a:pt x="0" y="21336"/>
                </a:lnTo>
                <a:lnTo>
                  <a:pt x="175260" y="21336"/>
                </a:lnTo>
                <a:lnTo>
                  <a:pt x="196596" y="0"/>
                </a:lnTo>
                <a:lnTo>
                  <a:pt x="224028" y="32004"/>
                </a:lnTo>
                <a:lnTo>
                  <a:pt x="57912" y="32004"/>
                </a:lnTo>
                <a:lnTo>
                  <a:pt x="46743" y="32289"/>
                </a:lnTo>
                <a:lnTo>
                  <a:pt x="36004" y="33147"/>
                </a:lnTo>
                <a:lnTo>
                  <a:pt x="25550" y="34575"/>
                </a:lnTo>
                <a:lnTo>
                  <a:pt x="15240" y="36576"/>
                </a:lnTo>
                <a:close/>
              </a:path>
              <a:path w="408939" h="382904">
                <a:moveTo>
                  <a:pt x="100584" y="86868"/>
                </a:moveTo>
                <a:lnTo>
                  <a:pt x="79248" y="86868"/>
                </a:lnTo>
                <a:lnTo>
                  <a:pt x="79248" y="32004"/>
                </a:lnTo>
                <a:lnTo>
                  <a:pt x="100584" y="32004"/>
                </a:lnTo>
                <a:lnTo>
                  <a:pt x="100584" y="86868"/>
                </a:lnTo>
                <a:close/>
              </a:path>
              <a:path w="408939" h="382904">
                <a:moveTo>
                  <a:pt x="146304" y="86868"/>
                </a:moveTo>
                <a:lnTo>
                  <a:pt x="124968" y="86868"/>
                </a:lnTo>
                <a:lnTo>
                  <a:pt x="124968" y="32004"/>
                </a:lnTo>
                <a:lnTo>
                  <a:pt x="146304" y="32004"/>
                </a:lnTo>
                <a:lnTo>
                  <a:pt x="146304" y="86868"/>
                </a:lnTo>
                <a:close/>
              </a:path>
              <a:path w="408939" h="382904">
                <a:moveTo>
                  <a:pt x="203345" y="86868"/>
                </a:moveTo>
                <a:lnTo>
                  <a:pt x="173736" y="86868"/>
                </a:lnTo>
                <a:lnTo>
                  <a:pt x="185928" y="71628"/>
                </a:lnTo>
                <a:lnTo>
                  <a:pt x="203345" y="86868"/>
                </a:lnTo>
                <a:close/>
              </a:path>
              <a:path w="408939" h="382904">
                <a:moveTo>
                  <a:pt x="25908" y="382524"/>
                </a:moveTo>
                <a:lnTo>
                  <a:pt x="26789" y="353139"/>
                </a:lnTo>
                <a:lnTo>
                  <a:pt x="27241" y="317754"/>
                </a:lnTo>
                <a:lnTo>
                  <a:pt x="27353" y="169545"/>
                </a:lnTo>
                <a:lnTo>
                  <a:pt x="27241" y="141351"/>
                </a:lnTo>
                <a:lnTo>
                  <a:pt x="26789" y="104536"/>
                </a:lnTo>
                <a:lnTo>
                  <a:pt x="25908" y="73152"/>
                </a:lnTo>
                <a:lnTo>
                  <a:pt x="50292" y="86868"/>
                </a:lnTo>
                <a:lnTo>
                  <a:pt x="203345" y="86868"/>
                </a:lnTo>
                <a:lnTo>
                  <a:pt x="210312" y="92964"/>
                </a:lnTo>
                <a:lnTo>
                  <a:pt x="205086" y="97536"/>
                </a:lnTo>
                <a:lnTo>
                  <a:pt x="50292" y="97536"/>
                </a:lnTo>
                <a:lnTo>
                  <a:pt x="50292" y="216407"/>
                </a:lnTo>
                <a:lnTo>
                  <a:pt x="60983" y="216407"/>
                </a:lnTo>
                <a:lnTo>
                  <a:pt x="50292" y="227076"/>
                </a:lnTo>
                <a:lnTo>
                  <a:pt x="50292" y="251459"/>
                </a:lnTo>
                <a:lnTo>
                  <a:pt x="198234" y="251459"/>
                </a:lnTo>
                <a:lnTo>
                  <a:pt x="198274" y="260604"/>
                </a:lnTo>
                <a:lnTo>
                  <a:pt x="50292" y="260604"/>
                </a:lnTo>
                <a:lnTo>
                  <a:pt x="50292" y="327660"/>
                </a:lnTo>
                <a:lnTo>
                  <a:pt x="198749" y="327660"/>
                </a:lnTo>
                <a:lnTo>
                  <a:pt x="198868" y="338328"/>
                </a:lnTo>
                <a:lnTo>
                  <a:pt x="50292" y="338328"/>
                </a:lnTo>
                <a:lnTo>
                  <a:pt x="50292" y="374904"/>
                </a:lnTo>
                <a:lnTo>
                  <a:pt x="25908" y="382524"/>
                </a:lnTo>
                <a:close/>
              </a:path>
              <a:path w="408939" h="382904">
                <a:moveTo>
                  <a:pt x="60983" y="216407"/>
                </a:moveTo>
                <a:lnTo>
                  <a:pt x="50292" y="216407"/>
                </a:lnTo>
                <a:lnTo>
                  <a:pt x="63174" y="196119"/>
                </a:lnTo>
                <a:lnTo>
                  <a:pt x="72199" y="169545"/>
                </a:lnTo>
                <a:lnTo>
                  <a:pt x="77509" y="136683"/>
                </a:lnTo>
                <a:lnTo>
                  <a:pt x="79248" y="97536"/>
                </a:lnTo>
                <a:lnTo>
                  <a:pt x="100584" y="97536"/>
                </a:lnTo>
                <a:lnTo>
                  <a:pt x="97440" y="140065"/>
                </a:lnTo>
                <a:lnTo>
                  <a:pt x="88011" y="176022"/>
                </a:lnTo>
                <a:lnTo>
                  <a:pt x="72294" y="205120"/>
                </a:lnTo>
                <a:lnTo>
                  <a:pt x="60983" y="216407"/>
                </a:lnTo>
                <a:close/>
              </a:path>
              <a:path w="408939" h="382904">
                <a:moveTo>
                  <a:pt x="198234" y="251459"/>
                </a:moveTo>
                <a:lnTo>
                  <a:pt x="175260" y="251459"/>
                </a:lnTo>
                <a:lnTo>
                  <a:pt x="175260" y="213359"/>
                </a:lnTo>
                <a:lnTo>
                  <a:pt x="150876" y="213359"/>
                </a:lnTo>
                <a:lnTo>
                  <a:pt x="138898" y="211645"/>
                </a:lnTo>
                <a:lnTo>
                  <a:pt x="130492" y="206502"/>
                </a:lnTo>
                <a:lnTo>
                  <a:pt x="125801" y="197929"/>
                </a:lnTo>
                <a:lnTo>
                  <a:pt x="124968" y="185928"/>
                </a:lnTo>
                <a:lnTo>
                  <a:pt x="124968" y="97536"/>
                </a:lnTo>
                <a:lnTo>
                  <a:pt x="146304" y="97536"/>
                </a:lnTo>
                <a:lnTo>
                  <a:pt x="146304" y="188976"/>
                </a:lnTo>
                <a:lnTo>
                  <a:pt x="149352" y="193548"/>
                </a:lnTo>
                <a:lnTo>
                  <a:pt x="198147" y="193548"/>
                </a:lnTo>
                <a:lnTo>
                  <a:pt x="198234" y="251459"/>
                </a:lnTo>
                <a:close/>
              </a:path>
              <a:path w="408939" h="382904">
                <a:moveTo>
                  <a:pt x="198147" y="193548"/>
                </a:moveTo>
                <a:lnTo>
                  <a:pt x="175260" y="193548"/>
                </a:lnTo>
                <a:lnTo>
                  <a:pt x="175260" y="97536"/>
                </a:lnTo>
                <a:lnTo>
                  <a:pt x="205086" y="97536"/>
                </a:lnTo>
                <a:lnTo>
                  <a:pt x="198120" y="103632"/>
                </a:lnTo>
                <a:lnTo>
                  <a:pt x="198147" y="193548"/>
                </a:lnTo>
                <a:close/>
              </a:path>
              <a:path w="408939" h="382904">
                <a:moveTo>
                  <a:pt x="198749" y="327660"/>
                </a:moveTo>
                <a:lnTo>
                  <a:pt x="175260" y="327660"/>
                </a:lnTo>
                <a:lnTo>
                  <a:pt x="175260" y="260604"/>
                </a:lnTo>
                <a:lnTo>
                  <a:pt x="198274" y="260604"/>
                </a:lnTo>
                <a:lnTo>
                  <a:pt x="198449" y="300703"/>
                </a:lnTo>
                <a:lnTo>
                  <a:pt x="198749" y="327660"/>
                </a:lnTo>
                <a:close/>
              </a:path>
              <a:path w="408939" h="382904">
                <a:moveTo>
                  <a:pt x="175260" y="381000"/>
                </a:moveTo>
                <a:lnTo>
                  <a:pt x="175260" y="338328"/>
                </a:lnTo>
                <a:lnTo>
                  <a:pt x="198868" y="338328"/>
                </a:lnTo>
                <a:lnTo>
                  <a:pt x="198900" y="341229"/>
                </a:lnTo>
                <a:lnTo>
                  <a:pt x="199644" y="368808"/>
                </a:lnTo>
                <a:lnTo>
                  <a:pt x="175260" y="38100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5" name="object 85"/>
          <p:cNvSpPr/>
          <p:nvPr/>
        </p:nvSpPr>
        <p:spPr>
          <a:xfrm>
            <a:off x="5719571" y="5362955"/>
            <a:ext cx="356870" cy="401320"/>
          </a:xfrm>
          <a:custGeom>
            <a:avLst/>
            <a:gdLst/>
            <a:ahLst/>
            <a:cxnLst/>
            <a:rect l="l" t="t" r="r" b="b"/>
            <a:pathLst>
              <a:path w="356870" h="401320">
                <a:moveTo>
                  <a:pt x="53340" y="89916"/>
                </a:moveTo>
                <a:lnTo>
                  <a:pt x="42672" y="89916"/>
                </a:lnTo>
                <a:lnTo>
                  <a:pt x="50696" y="62150"/>
                </a:lnTo>
                <a:lnTo>
                  <a:pt x="56578" y="38100"/>
                </a:lnTo>
                <a:lnTo>
                  <a:pt x="60459" y="17478"/>
                </a:lnTo>
                <a:lnTo>
                  <a:pt x="62484" y="0"/>
                </a:lnTo>
                <a:lnTo>
                  <a:pt x="100584" y="21336"/>
                </a:lnTo>
                <a:lnTo>
                  <a:pt x="90844" y="28408"/>
                </a:lnTo>
                <a:lnTo>
                  <a:pt x="79819" y="42481"/>
                </a:lnTo>
                <a:lnTo>
                  <a:pt x="67365" y="63126"/>
                </a:lnTo>
                <a:lnTo>
                  <a:pt x="53340" y="89916"/>
                </a:lnTo>
                <a:close/>
              </a:path>
              <a:path w="356870" h="401320">
                <a:moveTo>
                  <a:pt x="147828" y="190500"/>
                </a:moveTo>
                <a:lnTo>
                  <a:pt x="141732" y="187452"/>
                </a:lnTo>
                <a:lnTo>
                  <a:pt x="158877" y="160615"/>
                </a:lnTo>
                <a:lnTo>
                  <a:pt x="173736" y="135064"/>
                </a:lnTo>
                <a:lnTo>
                  <a:pt x="196596" y="88392"/>
                </a:lnTo>
                <a:lnTo>
                  <a:pt x="211264" y="44958"/>
                </a:lnTo>
                <a:lnTo>
                  <a:pt x="222503" y="1524"/>
                </a:lnTo>
                <a:lnTo>
                  <a:pt x="260603" y="24384"/>
                </a:lnTo>
                <a:lnTo>
                  <a:pt x="252626" y="32146"/>
                </a:lnTo>
                <a:lnTo>
                  <a:pt x="242506" y="46482"/>
                </a:lnTo>
                <a:lnTo>
                  <a:pt x="230385" y="67675"/>
                </a:lnTo>
                <a:lnTo>
                  <a:pt x="216408" y="96012"/>
                </a:lnTo>
                <a:lnTo>
                  <a:pt x="350520" y="96012"/>
                </a:lnTo>
                <a:lnTo>
                  <a:pt x="356616" y="102108"/>
                </a:lnTo>
                <a:lnTo>
                  <a:pt x="352806" y="105156"/>
                </a:lnTo>
                <a:lnTo>
                  <a:pt x="213360" y="105156"/>
                </a:lnTo>
                <a:lnTo>
                  <a:pt x="197977" y="130063"/>
                </a:lnTo>
                <a:lnTo>
                  <a:pt x="181737" y="152400"/>
                </a:lnTo>
                <a:lnTo>
                  <a:pt x="164925" y="172450"/>
                </a:lnTo>
                <a:lnTo>
                  <a:pt x="147828" y="190500"/>
                </a:lnTo>
                <a:close/>
              </a:path>
              <a:path w="356870" h="401320">
                <a:moveTo>
                  <a:pt x="144780" y="89916"/>
                </a:moveTo>
                <a:lnTo>
                  <a:pt x="111252" y="89916"/>
                </a:lnTo>
                <a:lnTo>
                  <a:pt x="128016" y="73152"/>
                </a:lnTo>
                <a:lnTo>
                  <a:pt x="144780" y="89916"/>
                </a:lnTo>
                <a:close/>
              </a:path>
              <a:path w="356870" h="401320">
                <a:moveTo>
                  <a:pt x="0" y="397764"/>
                </a:moveTo>
                <a:lnTo>
                  <a:pt x="820" y="359664"/>
                </a:lnTo>
                <a:lnTo>
                  <a:pt x="907" y="354520"/>
                </a:lnTo>
                <a:lnTo>
                  <a:pt x="1333" y="316230"/>
                </a:lnTo>
                <a:lnTo>
                  <a:pt x="1425" y="176784"/>
                </a:lnTo>
                <a:lnTo>
                  <a:pt x="1307" y="152400"/>
                </a:lnTo>
                <a:lnTo>
                  <a:pt x="881" y="114681"/>
                </a:lnTo>
                <a:lnTo>
                  <a:pt x="0" y="74676"/>
                </a:lnTo>
                <a:lnTo>
                  <a:pt x="25908" y="89916"/>
                </a:lnTo>
                <a:lnTo>
                  <a:pt x="144780" y="89916"/>
                </a:lnTo>
                <a:lnTo>
                  <a:pt x="153924" y="99060"/>
                </a:lnTo>
                <a:lnTo>
                  <a:pt x="151828" y="100584"/>
                </a:lnTo>
                <a:lnTo>
                  <a:pt x="24384" y="100584"/>
                </a:lnTo>
                <a:lnTo>
                  <a:pt x="24384" y="211836"/>
                </a:lnTo>
                <a:lnTo>
                  <a:pt x="137205" y="211836"/>
                </a:lnTo>
                <a:lnTo>
                  <a:pt x="137219" y="222504"/>
                </a:lnTo>
                <a:lnTo>
                  <a:pt x="24384" y="222504"/>
                </a:lnTo>
                <a:lnTo>
                  <a:pt x="24384" y="344424"/>
                </a:lnTo>
                <a:lnTo>
                  <a:pt x="137914" y="344424"/>
                </a:lnTo>
                <a:lnTo>
                  <a:pt x="138028" y="350520"/>
                </a:lnTo>
                <a:lnTo>
                  <a:pt x="138137" y="355092"/>
                </a:lnTo>
                <a:lnTo>
                  <a:pt x="24384" y="355092"/>
                </a:lnTo>
                <a:lnTo>
                  <a:pt x="24384" y="384048"/>
                </a:lnTo>
                <a:lnTo>
                  <a:pt x="0" y="397764"/>
                </a:lnTo>
                <a:close/>
              </a:path>
              <a:path w="356870" h="401320">
                <a:moveTo>
                  <a:pt x="350520" y="96012"/>
                </a:moveTo>
                <a:lnTo>
                  <a:pt x="310896" y="96012"/>
                </a:lnTo>
                <a:lnTo>
                  <a:pt x="330708" y="76200"/>
                </a:lnTo>
                <a:lnTo>
                  <a:pt x="350520" y="96012"/>
                </a:lnTo>
                <a:close/>
              </a:path>
              <a:path w="356870" h="401320">
                <a:moveTo>
                  <a:pt x="137205" y="211836"/>
                </a:moveTo>
                <a:lnTo>
                  <a:pt x="114300" y="211836"/>
                </a:lnTo>
                <a:lnTo>
                  <a:pt x="114300" y="100584"/>
                </a:lnTo>
                <a:lnTo>
                  <a:pt x="151828" y="100584"/>
                </a:lnTo>
                <a:lnTo>
                  <a:pt x="137160" y="111252"/>
                </a:lnTo>
                <a:lnTo>
                  <a:pt x="137205" y="211836"/>
                </a:lnTo>
                <a:close/>
              </a:path>
              <a:path w="356870" h="401320">
                <a:moveTo>
                  <a:pt x="326904" y="359664"/>
                </a:moveTo>
                <a:lnTo>
                  <a:pt x="283464" y="359664"/>
                </a:lnTo>
                <a:lnTo>
                  <a:pt x="291750" y="357925"/>
                </a:lnTo>
                <a:lnTo>
                  <a:pt x="298323" y="352615"/>
                </a:lnTo>
                <a:lnTo>
                  <a:pt x="308586" y="305538"/>
                </a:lnTo>
                <a:lnTo>
                  <a:pt x="310705" y="259651"/>
                </a:lnTo>
                <a:lnTo>
                  <a:pt x="312510" y="193929"/>
                </a:lnTo>
                <a:lnTo>
                  <a:pt x="313944" y="105156"/>
                </a:lnTo>
                <a:lnTo>
                  <a:pt x="352806" y="105156"/>
                </a:lnTo>
                <a:lnTo>
                  <a:pt x="341376" y="114300"/>
                </a:lnTo>
                <a:lnTo>
                  <a:pt x="339478" y="190500"/>
                </a:lnTo>
                <a:lnTo>
                  <a:pt x="337620" y="249070"/>
                </a:lnTo>
                <a:lnTo>
                  <a:pt x="335560" y="295241"/>
                </a:lnTo>
                <a:lnTo>
                  <a:pt x="333280" y="327074"/>
                </a:lnTo>
                <a:lnTo>
                  <a:pt x="330708" y="344424"/>
                </a:lnTo>
                <a:lnTo>
                  <a:pt x="327874" y="357020"/>
                </a:lnTo>
                <a:lnTo>
                  <a:pt x="326904" y="359664"/>
                </a:lnTo>
                <a:close/>
              </a:path>
              <a:path w="356870" h="401320">
                <a:moveTo>
                  <a:pt x="231648" y="269748"/>
                </a:moveTo>
                <a:lnTo>
                  <a:pt x="228600" y="269748"/>
                </a:lnTo>
                <a:lnTo>
                  <a:pt x="225456" y="268081"/>
                </a:lnTo>
                <a:lnTo>
                  <a:pt x="222885" y="263271"/>
                </a:lnTo>
                <a:lnTo>
                  <a:pt x="220884" y="255603"/>
                </a:lnTo>
                <a:lnTo>
                  <a:pt x="219456" y="245364"/>
                </a:lnTo>
                <a:lnTo>
                  <a:pt x="214884" y="228219"/>
                </a:lnTo>
                <a:lnTo>
                  <a:pt x="208026" y="211074"/>
                </a:lnTo>
                <a:lnTo>
                  <a:pt x="198882" y="193929"/>
                </a:lnTo>
                <a:lnTo>
                  <a:pt x="187452" y="176784"/>
                </a:lnTo>
                <a:lnTo>
                  <a:pt x="190500" y="172212"/>
                </a:lnTo>
                <a:lnTo>
                  <a:pt x="224028" y="199644"/>
                </a:lnTo>
                <a:lnTo>
                  <a:pt x="243840" y="228600"/>
                </a:lnTo>
                <a:lnTo>
                  <a:pt x="246888" y="234696"/>
                </a:lnTo>
                <a:lnTo>
                  <a:pt x="246888" y="248412"/>
                </a:lnTo>
                <a:lnTo>
                  <a:pt x="243840" y="254508"/>
                </a:lnTo>
                <a:lnTo>
                  <a:pt x="234696" y="266700"/>
                </a:lnTo>
                <a:lnTo>
                  <a:pt x="231648" y="269748"/>
                </a:lnTo>
                <a:close/>
              </a:path>
              <a:path w="356870" h="401320">
                <a:moveTo>
                  <a:pt x="137914" y="344424"/>
                </a:moveTo>
                <a:lnTo>
                  <a:pt x="114300" y="344424"/>
                </a:lnTo>
                <a:lnTo>
                  <a:pt x="114300" y="222504"/>
                </a:lnTo>
                <a:lnTo>
                  <a:pt x="137219" y="222504"/>
                </a:lnTo>
                <a:lnTo>
                  <a:pt x="137337" y="269748"/>
                </a:lnTo>
                <a:lnTo>
                  <a:pt x="137498" y="305538"/>
                </a:lnTo>
                <a:lnTo>
                  <a:pt x="137914" y="344424"/>
                </a:lnTo>
                <a:close/>
              </a:path>
              <a:path w="356870" h="401320">
                <a:moveTo>
                  <a:pt x="277367" y="400812"/>
                </a:moveTo>
                <a:lnTo>
                  <a:pt x="271129" y="387953"/>
                </a:lnTo>
                <a:lnTo>
                  <a:pt x="259461" y="376809"/>
                </a:lnTo>
                <a:lnTo>
                  <a:pt x="242649" y="367379"/>
                </a:lnTo>
                <a:lnTo>
                  <a:pt x="220979" y="359664"/>
                </a:lnTo>
                <a:lnTo>
                  <a:pt x="220979" y="350520"/>
                </a:lnTo>
                <a:lnTo>
                  <a:pt x="241030" y="354520"/>
                </a:lnTo>
                <a:lnTo>
                  <a:pt x="257937" y="357378"/>
                </a:lnTo>
                <a:lnTo>
                  <a:pt x="271986" y="359092"/>
                </a:lnTo>
                <a:lnTo>
                  <a:pt x="283464" y="359664"/>
                </a:lnTo>
                <a:lnTo>
                  <a:pt x="326904" y="359664"/>
                </a:lnTo>
                <a:lnTo>
                  <a:pt x="324040" y="367474"/>
                </a:lnTo>
                <a:lnTo>
                  <a:pt x="289083" y="397097"/>
                </a:lnTo>
                <a:lnTo>
                  <a:pt x="277367" y="400812"/>
                </a:lnTo>
                <a:close/>
              </a:path>
              <a:path w="356870" h="401320">
                <a:moveTo>
                  <a:pt x="114300" y="391668"/>
                </a:moveTo>
                <a:lnTo>
                  <a:pt x="114300" y="355092"/>
                </a:lnTo>
                <a:lnTo>
                  <a:pt x="138137" y="355092"/>
                </a:lnTo>
                <a:lnTo>
                  <a:pt x="138684" y="377952"/>
                </a:lnTo>
                <a:lnTo>
                  <a:pt x="114300" y="39166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6" name="object 86"/>
          <p:cNvSpPr/>
          <p:nvPr/>
        </p:nvSpPr>
        <p:spPr>
          <a:xfrm>
            <a:off x="6132576" y="5361432"/>
            <a:ext cx="402590" cy="408940"/>
          </a:xfrm>
          <a:custGeom>
            <a:avLst/>
            <a:gdLst/>
            <a:ahLst/>
            <a:cxnLst/>
            <a:rect l="l" t="t" r="r" b="b"/>
            <a:pathLst>
              <a:path w="402590" h="408939">
                <a:moveTo>
                  <a:pt x="1524" y="408431"/>
                </a:moveTo>
                <a:lnTo>
                  <a:pt x="0" y="400812"/>
                </a:lnTo>
                <a:lnTo>
                  <a:pt x="29479" y="387357"/>
                </a:lnTo>
                <a:lnTo>
                  <a:pt x="56388" y="372046"/>
                </a:lnTo>
                <a:lnTo>
                  <a:pt x="103632" y="335279"/>
                </a:lnTo>
                <a:lnTo>
                  <a:pt x="138874" y="292226"/>
                </a:lnTo>
                <a:lnTo>
                  <a:pt x="161544" y="242315"/>
                </a:lnTo>
                <a:lnTo>
                  <a:pt x="174307" y="189928"/>
                </a:lnTo>
                <a:lnTo>
                  <a:pt x="181356" y="134111"/>
                </a:lnTo>
                <a:lnTo>
                  <a:pt x="44196" y="134111"/>
                </a:lnTo>
                <a:lnTo>
                  <a:pt x="19812" y="137159"/>
                </a:lnTo>
                <a:lnTo>
                  <a:pt x="6096" y="123443"/>
                </a:lnTo>
                <a:lnTo>
                  <a:pt x="181356" y="123443"/>
                </a:lnTo>
                <a:lnTo>
                  <a:pt x="181165" y="45719"/>
                </a:lnTo>
                <a:lnTo>
                  <a:pt x="180713" y="18859"/>
                </a:lnTo>
                <a:lnTo>
                  <a:pt x="179832" y="0"/>
                </a:lnTo>
                <a:lnTo>
                  <a:pt x="220980" y="18287"/>
                </a:lnTo>
                <a:lnTo>
                  <a:pt x="207264" y="32003"/>
                </a:lnTo>
                <a:lnTo>
                  <a:pt x="207264" y="123443"/>
                </a:lnTo>
                <a:lnTo>
                  <a:pt x="335280" y="123443"/>
                </a:lnTo>
                <a:lnTo>
                  <a:pt x="364236" y="94487"/>
                </a:lnTo>
                <a:lnTo>
                  <a:pt x="402336" y="134111"/>
                </a:lnTo>
                <a:lnTo>
                  <a:pt x="207264" y="134111"/>
                </a:lnTo>
                <a:lnTo>
                  <a:pt x="207264" y="147827"/>
                </a:lnTo>
                <a:lnTo>
                  <a:pt x="231838" y="212026"/>
                </a:lnTo>
                <a:lnTo>
                  <a:pt x="271272" y="277367"/>
                </a:lnTo>
                <a:lnTo>
                  <a:pt x="296441" y="306800"/>
                </a:lnTo>
                <a:lnTo>
                  <a:pt x="326326" y="331088"/>
                </a:lnTo>
                <a:lnTo>
                  <a:pt x="361068" y="350234"/>
                </a:lnTo>
                <a:lnTo>
                  <a:pt x="400812" y="364236"/>
                </a:lnTo>
                <a:lnTo>
                  <a:pt x="400812" y="371855"/>
                </a:lnTo>
                <a:lnTo>
                  <a:pt x="388215" y="374142"/>
                </a:lnTo>
                <a:lnTo>
                  <a:pt x="377761" y="378714"/>
                </a:lnTo>
                <a:lnTo>
                  <a:pt x="369308" y="385572"/>
                </a:lnTo>
                <a:lnTo>
                  <a:pt x="362712" y="394715"/>
                </a:lnTo>
                <a:lnTo>
                  <a:pt x="334375" y="375856"/>
                </a:lnTo>
                <a:lnTo>
                  <a:pt x="285130" y="327850"/>
                </a:lnTo>
                <a:lnTo>
                  <a:pt x="243649" y="267795"/>
                </a:lnTo>
                <a:lnTo>
                  <a:pt x="213931" y="204835"/>
                </a:lnTo>
                <a:lnTo>
                  <a:pt x="204216" y="172211"/>
                </a:lnTo>
                <a:lnTo>
                  <a:pt x="193952" y="221599"/>
                </a:lnTo>
                <a:lnTo>
                  <a:pt x="179260" y="264413"/>
                </a:lnTo>
                <a:lnTo>
                  <a:pt x="160281" y="300370"/>
                </a:lnTo>
                <a:lnTo>
                  <a:pt x="109966" y="353139"/>
                </a:lnTo>
                <a:lnTo>
                  <a:pt x="42433" y="393049"/>
                </a:lnTo>
                <a:lnTo>
                  <a:pt x="1524" y="40843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7" name="object 87"/>
          <p:cNvSpPr/>
          <p:nvPr/>
        </p:nvSpPr>
        <p:spPr>
          <a:xfrm>
            <a:off x="6585203" y="5366004"/>
            <a:ext cx="379730" cy="401320"/>
          </a:xfrm>
          <a:custGeom>
            <a:avLst/>
            <a:gdLst/>
            <a:ahLst/>
            <a:cxnLst/>
            <a:rect l="l" t="t" r="r" b="b"/>
            <a:pathLst>
              <a:path w="379729" h="401320">
                <a:moveTo>
                  <a:pt x="208420" y="355092"/>
                </a:moveTo>
                <a:lnTo>
                  <a:pt x="166116" y="355092"/>
                </a:lnTo>
                <a:lnTo>
                  <a:pt x="174117" y="353639"/>
                </a:lnTo>
                <a:lnTo>
                  <a:pt x="179832" y="349186"/>
                </a:lnTo>
                <a:lnTo>
                  <a:pt x="183261" y="341590"/>
                </a:lnTo>
                <a:lnTo>
                  <a:pt x="184404" y="330708"/>
                </a:lnTo>
                <a:lnTo>
                  <a:pt x="184404" y="85344"/>
                </a:lnTo>
                <a:lnTo>
                  <a:pt x="184165" y="60221"/>
                </a:lnTo>
                <a:lnTo>
                  <a:pt x="183617" y="36576"/>
                </a:lnTo>
                <a:lnTo>
                  <a:pt x="183118" y="17406"/>
                </a:lnTo>
                <a:lnTo>
                  <a:pt x="182880" y="0"/>
                </a:lnTo>
                <a:lnTo>
                  <a:pt x="228600" y="21336"/>
                </a:lnTo>
                <a:lnTo>
                  <a:pt x="210312" y="36576"/>
                </a:lnTo>
                <a:lnTo>
                  <a:pt x="210312" y="342900"/>
                </a:lnTo>
                <a:lnTo>
                  <a:pt x="208420" y="355092"/>
                </a:lnTo>
                <a:close/>
              </a:path>
              <a:path w="379729" h="401320">
                <a:moveTo>
                  <a:pt x="4572" y="297180"/>
                </a:moveTo>
                <a:lnTo>
                  <a:pt x="0" y="292608"/>
                </a:lnTo>
                <a:lnTo>
                  <a:pt x="11191" y="279463"/>
                </a:lnTo>
                <a:lnTo>
                  <a:pt x="22098" y="265176"/>
                </a:lnTo>
                <a:lnTo>
                  <a:pt x="44196" y="233172"/>
                </a:lnTo>
                <a:lnTo>
                  <a:pt x="64960" y="198882"/>
                </a:lnTo>
                <a:lnTo>
                  <a:pt x="82296" y="164592"/>
                </a:lnTo>
                <a:lnTo>
                  <a:pt x="99012" y="120872"/>
                </a:lnTo>
                <a:lnTo>
                  <a:pt x="102108" y="109728"/>
                </a:lnTo>
                <a:lnTo>
                  <a:pt x="140208" y="137160"/>
                </a:lnTo>
                <a:lnTo>
                  <a:pt x="109013" y="174259"/>
                </a:lnTo>
                <a:lnTo>
                  <a:pt x="100203" y="187452"/>
                </a:lnTo>
                <a:lnTo>
                  <a:pt x="89677" y="202930"/>
                </a:lnTo>
                <a:lnTo>
                  <a:pt x="77724" y="220980"/>
                </a:lnTo>
                <a:lnTo>
                  <a:pt x="62865" y="239529"/>
                </a:lnTo>
                <a:lnTo>
                  <a:pt x="45720" y="258508"/>
                </a:lnTo>
                <a:lnTo>
                  <a:pt x="26289" y="277772"/>
                </a:lnTo>
                <a:lnTo>
                  <a:pt x="4572" y="297180"/>
                </a:lnTo>
                <a:close/>
              </a:path>
              <a:path w="379729" h="401320">
                <a:moveTo>
                  <a:pt x="166116" y="400812"/>
                </a:moveTo>
                <a:lnTo>
                  <a:pt x="163544" y="390263"/>
                </a:lnTo>
                <a:lnTo>
                  <a:pt x="153543" y="379285"/>
                </a:lnTo>
                <a:lnTo>
                  <a:pt x="136112" y="368022"/>
                </a:lnTo>
                <a:lnTo>
                  <a:pt x="111252" y="356616"/>
                </a:lnTo>
                <a:lnTo>
                  <a:pt x="111252" y="347472"/>
                </a:lnTo>
                <a:lnTo>
                  <a:pt x="128611" y="350591"/>
                </a:lnTo>
                <a:lnTo>
                  <a:pt x="143827" y="352996"/>
                </a:lnTo>
                <a:lnTo>
                  <a:pt x="156471" y="354544"/>
                </a:lnTo>
                <a:lnTo>
                  <a:pt x="166116" y="355092"/>
                </a:lnTo>
                <a:lnTo>
                  <a:pt x="208420" y="355092"/>
                </a:lnTo>
                <a:lnTo>
                  <a:pt x="207478" y="361164"/>
                </a:lnTo>
                <a:lnTo>
                  <a:pt x="199072" y="376999"/>
                </a:lnTo>
                <a:lnTo>
                  <a:pt x="185237" y="390263"/>
                </a:lnTo>
                <a:lnTo>
                  <a:pt x="166116" y="400812"/>
                </a:lnTo>
                <a:close/>
              </a:path>
              <a:path w="379729" h="401320">
                <a:moveTo>
                  <a:pt x="364236" y="289560"/>
                </a:moveTo>
                <a:lnTo>
                  <a:pt x="356616" y="289560"/>
                </a:lnTo>
                <a:lnTo>
                  <a:pt x="352044" y="281939"/>
                </a:lnTo>
                <a:lnTo>
                  <a:pt x="348996" y="269748"/>
                </a:lnTo>
                <a:lnTo>
                  <a:pt x="343328" y="255436"/>
                </a:lnTo>
                <a:lnTo>
                  <a:pt x="315468" y="204216"/>
                </a:lnTo>
                <a:lnTo>
                  <a:pt x="288226" y="165544"/>
                </a:lnTo>
                <a:lnTo>
                  <a:pt x="252984" y="123444"/>
                </a:lnTo>
                <a:lnTo>
                  <a:pt x="259080" y="118872"/>
                </a:lnTo>
                <a:lnTo>
                  <a:pt x="289417" y="143684"/>
                </a:lnTo>
                <a:lnTo>
                  <a:pt x="334089" y="183594"/>
                </a:lnTo>
                <a:lnTo>
                  <a:pt x="368427" y="221170"/>
                </a:lnTo>
                <a:lnTo>
                  <a:pt x="377952" y="245363"/>
                </a:lnTo>
                <a:lnTo>
                  <a:pt x="379476" y="249936"/>
                </a:lnTo>
                <a:lnTo>
                  <a:pt x="367284" y="284987"/>
                </a:lnTo>
                <a:lnTo>
                  <a:pt x="364236" y="28956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8" name="object 88"/>
          <p:cNvSpPr/>
          <p:nvPr/>
        </p:nvSpPr>
        <p:spPr>
          <a:xfrm>
            <a:off x="7022592" y="5361431"/>
            <a:ext cx="401320" cy="407034"/>
          </a:xfrm>
          <a:custGeom>
            <a:avLst/>
            <a:gdLst/>
            <a:ahLst/>
            <a:cxnLst/>
            <a:rect l="l" t="t" r="r" b="b"/>
            <a:pathLst>
              <a:path w="401320" h="407035">
                <a:moveTo>
                  <a:pt x="207264" y="135636"/>
                </a:moveTo>
                <a:lnTo>
                  <a:pt x="179832" y="135636"/>
                </a:lnTo>
                <a:lnTo>
                  <a:pt x="183859" y="103632"/>
                </a:lnTo>
                <a:lnTo>
                  <a:pt x="186690" y="70675"/>
                </a:lnTo>
                <a:lnTo>
                  <a:pt x="188404" y="35980"/>
                </a:lnTo>
                <a:lnTo>
                  <a:pt x="188976" y="0"/>
                </a:lnTo>
                <a:lnTo>
                  <a:pt x="236220" y="22860"/>
                </a:lnTo>
                <a:lnTo>
                  <a:pt x="219456" y="35052"/>
                </a:lnTo>
                <a:lnTo>
                  <a:pt x="216908" y="60198"/>
                </a:lnTo>
                <a:lnTo>
                  <a:pt x="213931" y="85344"/>
                </a:lnTo>
                <a:lnTo>
                  <a:pt x="210669" y="110490"/>
                </a:lnTo>
                <a:lnTo>
                  <a:pt x="207264" y="135636"/>
                </a:lnTo>
                <a:close/>
              </a:path>
              <a:path w="401320" h="407035">
                <a:moveTo>
                  <a:pt x="117348" y="112776"/>
                </a:moveTo>
                <a:lnTo>
                  <a:pt x="109728" y="112776"/>
                </a:lnTo>
                <a:lnTo>
                  <a:pt x="106680" y="106680"/>
                </a:lnTo>
                <a:lnTo>
                  <a:pt x="102108" y="94488"/>
                </a:lnTo>
                <a:lnTo>
                  <a:pt x="95869" y="81057"/>
                </a:lnTo>
                <a:lnTo>
                  <a:pt x="86487" y="65913"/>
                </a:lnTo>
                <a:lnTo>
                  <a:pt x="74247" y="49053"/>
                </a:lnTo>
                <a:lnTo>
                  <a:pt x="59436" y="30480"/>
                </a:lnTo>
                <a:lnTo>
                  <a:pt x="64008" y="25908"/>
                </a:lnTo>
                <a:lnTo>
                  <a:pt x="111061" y="57150"/>
                </a:lnTo>
                <a:lnTo>
                  <a:pt x="130111" y="86701"/>
                </a:lnTo>
                <a:lnTo>
                  <a:pt x="129540" y="93154"/>
                </a:lnTo>
                <a:lnTo>
                  <a:pt x="127825" y="98750"/>
                </a:lnTo>
                <a:lnTo>
                  <a:pt x="124968" y="103632"/>
                </a:lnTo>
                <a:lnTo>
                  <a:pt x="120396" y="109728"/>
                </a:lnTo>
                <a:lnTo>
                  <a:pt x="117348" y="112776"/>
                </a:lnTo>
                <a:close/>
              </a:path>
              <a:path w="401320" h="407035">
                <a:moveTo>
                  <a:pt x="33528" y="150876"/>
                </a:moveTo>
                <a:lnTo>
                  <a:pt x="18288" y="135636"/>
                </a:lnTo>
                <a:lnTo>
                  <a:pt x="355092" y="135636"/>
                </a:lnTo>
                <a:lnTo>
                  <a:pt x="368808" y="112776"/>
                </a:lnTo>
                <a:lnTo>
                  <a:pt x="400812" y="137160"/>
                </a:lnTo>
                <a:lnTo>
                  <a:pt x="389636" y="146304"/>
                </a:lnTo>
                <a:lnTo>
                  <a:pt x="74676" y="146304"/>
                </a:lnTo>
                <a:lnTo>
                  <a:pt x="63531" y="146589"/>
                </a:lnTo>
                <a:lnTo>
                  <a:pt x="52959" y="147447"/>
                </a:lnTo>
                <a:lnTo>
                  <a:pt x="42957" y="148875"/>
                </a:lnTo>
                <a:lnTo>
                  <a:pt x="33528" y="150876"/>
                </a:lnTo>
                <a:close/>
              </a:path>
              <a:path w="401320" h="407035">
                <a:moveTo>
                  <a:pt x="3048" y="406908"/>
                </a:moveTo>
                <a:lnTo>
                  <a:pt x="0" y="400812"/>
                </a:lnTo>
                <a:lnTo>
                  <a:pt x="31122" y="378785"/>
                </a:lnTo>
                <a:lnTo>
                  <a:pt x="60388" y="353758"/>
                </a:lnTo>
                <a:lnTo>
                  <a:pt x="87653" y="325588"/>
                </a:lnTo>
                <a:lnTo>
                  <a:pt x="112776" y="294132"/>
                </a:lnTo>
                <a:lnTo>
                  <a:pt x="135636" y="260746"/>
                </a:lnTo>
                <a:lnTo>
                  <a:pt x="153924" y="224790"/>
                </a:lnTo>
                <a:lnTo>
                  <a:pt x="167640" y="186547"/>
                </a:lnTo>
                <a:lnTo>
                  <a:pt x="176784" y="146304"/>
                </a:lnTo>
                <a:lnTo>
                  <a:pt x="205740" y="146304"/>
                </a:lnTo>
                <a:lnTo>
                  <a:pt x="192004" y="198120"/>
                </a:lnTo>
                <a:lnTo>
                  <a:pt x="173736" y="243840"/>
                </a:lnTo>
                <a:lnTo>
                  <a:pt x="150876" y="283892"/>
                </a:lnTo>
                <a:lnTo>
                  <a:pt x="123444" y="318515"/>
                </a:lnTo>
                <a:lnTo>
                  <a:pt x="93702" y="347114"/>
                </a:lnTo>
                <a:lnTo>
                  <a:pt x="63817" y="371284"/>
                </a:lnTo>
                <a:lnTo>
                  <a:pt x="33647" y="391167"/>
                </a:lnTo>
                <a:lnTo>
                  <a:pt x="3048" y="406908"/>
                </a:lnTo>
                <a:close/>
              </a:path>
              <a:path w="401320" h="407035">
                <a:moveTo>
                  <a:pt x="357909" y="364236"/>
                </a:moveTo>
                <a:lnTo>
                  <a:pt x="306324" y="364236"/>
                </a:lnTo>
                <a:lnTo>
                  <a:pt x="314896" y="362235"/>
                </a:lnTo>
                <a:lnTo>
                  <a:pt x="322326" y="358521"/>
                </a:lnTo>
                <a:lnTo>
                  <a:pt x="344233" y="286702"/>
                </a:lnTo>
                <a:lnTo>
                  <a:pt x="350746" y="225933"/>
                </a:lnTo>
                <a:lnTo>
                  <a:pt x="358140" y="146304"/>
                </a:lnTo>
                <a:lnTo>
                  <a:pt x="389636" y="146304"/>
                </a:lnTo>
                <a:lnTo>
                  <a:pt x="384047" y="150876"/>
                </a:lnTo>
                <a:lnTo>
                  <a:pt x="378618" y="220884"/>
                </a:lnTo>
                <a:lnTo>
                  <a:pt x="373761" y="275463"/>
                </a:lnTo>
                <a:lnTo>
                  <a:pt x="369474" y="314610"/>
                </a:lnTo>
                <a:lnTo>
                  <a:pt x="365760" y="338328"/>
                </a:lnTo>
                <a:lnTo>
                  <a:pt x="362616" y="352329"/>
                </a:lnTo>
                <a:lnTo>
                  <a:pt x="357909" y="364236"/>
                </a:lnTo>
                <a:close/>
              </a:path>
              <a:path w="401320" h="407035">
                <a:moveTo>
                  <a:pt x="300227" y="297180"/>
                </a:moveTo>
                <a:lnTo>
                  <a:pt x="297180" y="297180"/>
                </a:lnTo>
                <a:lnTo>
                  <a:pt x="294346" y="296013"/>
                </a:lnTo>
                <a:lnTo>
                  <a:pt x="290512" y="292417"/>
                </a:lnTo>
                <a:lnTo>
                  <a:pt x="285821" y="286250"/>
                </a:lnTo>
                <a:lnTo>
                  <a:pt x="280415" y="277368"/>
                </a:lnTo>
                <a:lnTo>
                  <a:pt x="268986" y="262509"/>
                </a:lnTo>
                <a:lnTo>
                  <a:pt x="252984" y="245364"/>
                </a:lnTo>
                <a:lnTo>
                  <a:pt x="232410" y="225933"/>
                </a:lnTo>
                <a:lnTo>
                  <a:pt x="207264" y="204215"/>
                </a:lnTo>
                <a:lnTo>
                  <a:pt x="210312" y="198120"/>
                </a:lnTo>
                <a:lnTo>
                  <a:pt x="245983" y="214955"/>
                </a:lnTo>
                <a:lnTo>
                  <a:pt x="290464" y="239482"/>
                </a:lnTo>
                <a:lnTo>
                  <a:pt x="307848" y="271272"/>
                </a:lnTo>
                <a:lnTo>
                  <a:pt x="307848" y="277368"/>
                </a:lnTo>
                <a:lnTo>
                  <a:pt x="306324" y="281939"/>
                </a:lnTo>
                <a:lnTo>
                  <a:pt x="304800" y="288036"/>
                </a:lnTo>
                <a:lnTo>
                  <a:pt x="300227" y="297180"/>
                </a:lnTo>
                <a:close/>
              </a:path>
              <a:path w="401320" h="407035">
                <a:moveTo>
                  <a:pt x="298703" y="406908"/>
                </a:moveTo>
                <a:lnTo>
                  <a:pt x="290750" y="393168"/>
                </a:lnTo>
                <a:lnTo>
                  <a:pt x="276225" y="381571"/>
                </a:lnTo>
                <a:lnTo>
                  <a:pt x="255412" y="371975"/>
                </a:lnTo>
                <a:lnTo>
                  <a:pt x="228600" y="364236"/>
                </a:lnTo>
                <a:lnTo>
                  <a:pt x="228600" y="356616"/>
                </a:lnTo>
                <a:lnTo>
                  <a:pt x="277177" y="362140"/>
                </a:lnTo>
                <a:lnTo>
                  <a:pt x="294393" y="363688"/>
                </a:lnTo>
                <a:lnTo>
                  <a:pt x="306324" y="364236"/>
                </a:lnTo>
                <a:lnTo>
                  <a:pt x="357909" y="364236"/>
                </a:lnTo>
                <a:lnTo>
                  <a:pt x="357759" y="364617"/>
                </a:lnTo>
                <a:lnTo>
                  <a:pt x="323088" y="397764"/>
                </a:lnTo>
                <a:lnTo>
                  <a:pt x="311610" y="402907"/>
                </a:lnTo>
                <a:lnTo>
                  <a:pt x="298703" y="40690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pic>
        <p:nvPicPr>
          <p:cNvPr id="89" name="object 89"/>
          <p:cNvPicPr/>
          <p:nvPr/>
        </p:nvPicPr>
        <p:blipFill>
          <a:blip r:embed="rId12" cstate="print"/>
          <a:stretch>
            <a:fillRect/>
          </a:stretch>
        </p:blipFill>
        <p:spPr>
          <a:xfrm>
            <a:off x="7476744" y="5477255"/>
            <a:ext cx="190500" cy="248412"/>
          </a:xfrm>
          <a:prstGeom prst="rect">
            <a:avLst/>
          </a:prstGeom>
        </p:spPr>
      </p:pic>
      <p:sp>
        <p:nvSpPr>
          <p:cNvPr id="90" name="object 90"/>
          <p:cNvSpPr/>
          <p:nvPr/>
        </p:nvSpPr>
        <p:spPr>
          <a:xfrm>
            <a:off x="7734300" y="5664707"/>
            <a:ext cx="53340" cy="62865"/>
          </a:xfrm>
          <a:custGeom>
            <a:avLst/>
            <a:gdLst/>
            <a:ahLst/>
            <a:cxnLst/>
            <a:rect l="l" t="t" r="r" b="b"/>
            <a:pathLst>
              <a:path w="53340" h="62864">
                <a:moveTo>
                  <a:pt x="53339" y="62484"/>
                </a:moveTo>
                <a:lnTo>
                  <a:pt x="0" y="62484"/>
                </a:lnTo>
                <a:lnTo>
                  <a:pt x="0" y="0"/>
                </a:lnTo>
                <a:lnTo>
                  <a:pt x="53339" y="0"/>
                </a:lnTo>
                <a:lnTo>
                  <a:pt x="53339" y="6248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</p:spTree>
  </p:cSld>
  <p:clrMapOvr>
    <a:masterClrMapping/>
  </p:clrMapOvr>
</p:sld>
</file>

<file path=ppt/slides/slide5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object 2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9560111" y="7229855"/>
            <a:ext cx="196536" cy="146304"/>
          </a:xfrm>
          <a:prstGeom prst="rect">
            <a:avLst/>
          </a:prstGeom>
        </p:spPr>
      </p:pic>
      <p:sp>
        <p:nvSpPr>
          <p:cNvPr id="3" name="object 3"/>
          <p:cNvSpPr/>
          <p:nvPr/>
        </p:nvSpPr>
        <p:spPr>
          <a:xfrm>
            <a:off x="1760219" y="1328927"/>
            <a:ext cx="218440" cy="447040"/>
          </a:xfrm>
          <a:custGeom>
            <a:avLst/>
            <a:gdLst/>
            <a:ahLst/>
            <a:cxnLst/>
            <a:rect l="l" t="t" r="r" b="b"/>
            <a:pathLst>
              <a:path w="218439" h="447039">
                <a:moveTo>
                  <a:pt x="217931" y="446532"/>
                </a:moveTo>
                <a:lnTo>
                  <a:pt x="0" y="446532"/>
                </a:lnTo>
                <a:lnTo>
                  <a:pt x="0" y="400812"/>
                </a:lnTo>
                <a:lnTo>
                  <a:pt x="80771" y="400812"/>
                </a:lnTo>
                <a:lnTo>
                  <a:pt x="80771" y="102108"/>
                </a:lnTo>
                <a:lnTo>
                  <a:pt x="0" y="102108"/>
                </a:lnTo>
                <a:lnTo>
                  <a:pt x="0" y="62484"/>
                </a:lnTo>
                <a:lnTo>
                  <a:pt x="21407" y="61626"/>
                </a:lnTo>
                <a:lnTo>
                  <a:pt x="39814" y="59055"/>
                </a:lnTo>
                <a:lnTo>
                  <a:pt x="77081" y="41362"/>
                </a:lnTo>
                <a:lnTo>
                  <a:pt x="91439" y="0"/>
                </a:lnTo>
                <a:lnTo>
                  <a:pt x="138683" y="0"/>
                </a:lnTo>
                <a:lnTo>
                  <a:pt x="138683" y="400812"/>
                </a:lnTo>
                <a:lnTo>
                  <a:pt x="217931" y="400812"/>
                </a:lnTo>
                <a:lnTo>
                  <a:pt x="217931" y="446532"/>
                </a:lnTo>
                <a:close/>
              </a:path>
            </a:pathLst>
          </a:custGeom>
          <a:solidFill>
            <a:srgbClr val="3333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" name="object 4"/>
          <p:cNvSpPr/>
          <p:nvPr/>
        </p:nvSpPr>
        <p:spPr>
          <a:xfrm>
            <a:off x="2084832" y="1690116"/>
            <a:ext cx="71755" cy="85725"/>
          </a:xfrm>
          <a:custGeom>
            <a:avLst/>
            <a:gdLst/>
            <a:ahLst/>
            <a:cxnLst/>
            <a:rect l="l" t="t" r="r" b="b"/>
            <a:pathLst>
              <a:path w="71755" h="85725">
                <a:moveTo>
                  <a:pt x="71627" y="85343"/>
                </a:moveTo>
                <a:lnTo>
                  <a:pt x="0" y="85343"/>
                </a:lnTo>
                <a:lnTo>
                  <a:pt x="0" y="0"/>
                </a:lnTo>
                <a:lnTo>
                  <a:pt x="71627" y="0"/>
                </a:lnTo>
                <a:lnTo>
                  <a:pt x="71627" y="85343"/>
                </a:lnTo>
                <a:close/>
              </a:path>
            </a:pathLst>
          </a:custGeom>
          <a:solidFill>
            <a:srgbClr val="3333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" name="object 5"/>
          <p:cNvSpPr/>
          <p:nvPr/>
        </p:nvSpPr>
        <p:spPr>
          <a:xfrm>
            <a:off x="2244852" y="1321307"/>
            <a:ext cx="276225" cy="454659"/>
          </a:xfrm>
          <a:custGeom>
            <a:avLst/>
            <a:gdLst/>
            <a:ahLst/>
            <a:cxnLst/>
            <a:rect l="l" t="t" r="r" b="b"/>
            <a:pathLst>
              <a:path w="276225" h="454660">
                <a:moveTo>
                  <a:pt x="275843" y="454151"/>
                </a:moveTo>
                <a:lnTo>
                  <a:pt x="0" y="454151"/>
                </a:lnTo>
                <a:lnTo>
                  <a:pt x="0" y="391667"/>
                </a:lnTo>
                <a:lnTo>
                  <a:pt x="29336" y="364426"/>
                </a:lnTo>
                <a:lnTo>
                  <a:pt x="43291" y="351162"/>
                </a:lnTo>
                <a:lnTo>
                  <a:pt x="56387" y="338327"/>
                </a:lnTo>
                <a:lnTo>
                  <a:pt x="69842" y="325493"/>
                </a:lnTo>
                <a:lnTo>
                  <a:pt x="82867" y="312229"/>
                </a:lnTo>
                <a:lnTo>
                  <a:pt x="131349" y="258079"/>
                </a:lnTo>
                <a:lnTo>
                  <a:pt x="165639" y="213407"/>
                </a:lnTo>
                <a:lnTo>
                  <a:pt x="185666" y="177903"/>
                </a:lnTo>
                <a:lnTo>
                  <a:pt x="196595" y="124967"/>
                </a:lnTo>
                <a:lnTo>
                  <a:pt x="196072" y="116109"/>
                </a:lnTo>
                <a:lnTo>
                  <a:pt x="178927" y="74961"/>
                </a:lnTo>
                <a:lnTo>
                  <a:pt x="142470" y="54387"/>
                </a:lnTo>
                <a:lnTo>
                  <a:pt x="120395" y="51815"/>
                </a:lnTo>
                <a:lnTo>
                  <a:pt x="112371" y="52077"/>
                </a:lnTo>
                <a:lnTo>
                  <a:pt x="71627" y="59626"/>
                </a:lnTo>
                <a:lnTo>
                  <a:pt x="24383" y="82295"/>
                </a:lnTo>
                <a:lnTo>
                  <a:pt x="18287" y="86867"/>
                </a:lnTo>
                <a:lnTo>
                  <a:pt x="13715" y="89915"/>
                </a:lnTo>
                <a:lnTo>
                  <a:pt x="10667" y="89915"/>
                </a:lnTo>
                <a:lnTo>
                  <a:pt x="10667" y="25908"/>
                </a:lnTo>
                <a:lnTo>
                  <a:pt x="60960" y="9143"/>
                </a:lnTo>
                <a:lnTo>
                  <a:pt x="109823" y="571"/>
                </a:lnTo>
                <a:lnTo>
                  <a:pt x="124967" y="0"/>
                </a:lnTo>
                <a:lnTo>
                  <a:pt x="154138" y="2024"/>
                </a:lnTo>
                <a:lnTo>
                  <a:pt x="202763" y="18645"/>
                </a:lnTo>
                <a:lnTo>
                  <a:pt x="237624" y="51196"/>
                </a:lnTo>
                <a:lnTo>
                  <a:pt x="255293" y="95678"/>
                </a:lnTo>
                <a:lnTo>
                  <a:pt x="257555" y="121919"/>
                </a:lnTo>
                <a:lnTo>
                  <a:pt x="257032" y="135112"/>
                </a:lnTo>
                <a:lnTo>
                  <a:pt x="247769" y="181832"/>
                </a:lnTo>
                <a:lnTo>
                  <a:pt x="228695" y="221218"/>
                </a:lnTo>
                <a:lnTo>
                  <a:pt x="191071" y="268986"/>
                </a:lnTo>
                <a:lnTo>
                  <a:pt x="159472" y="303156"/>
                </a:lnTo>
                <a:lnTo>
                  <a:pt x="128087" y="334541"/>
                </a:lnTo>
                <a:lnTo>
                  <a:pt x="111251" y="350519"/>
                </a:lnTo>
                <a:lnTo>
                  <a:pt x="94964" y="366569"/>
                </a:lnTo>
                <a:lnTo>
                  <a:pt x="67532" y="392953"/>
                </a:lnTo>
                <a:lnTo>
                  <a:pt x="56387" y="403859"/>
                </a:lnTo>
                <a:lnTo>
                  <a:pt x="275843" y="403859"/>
                </a:lnTo>
                <a:lnTo>
                  <a:pt x="275843" y="454151"/>
                </a:lnTo>
                <a:close/>
              </a:path>
            </a:pathLst>
          </a:custGeom>
          <a:solidFill>
            <a:srgbClr val="3333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" name="object 6"/>
          <p:cNvSpPr/>
          <p:nvPr/>
        </p:nvSpPr>
        <p:spPr>
          <a:xfrm>
            <a:off x="2604516" y="1690116"/>
            <a:ext cx="71755" cy="85725"/>
          </a:xfrm>
          <a:custGeom>
            <a:avLst/>
            <a:gdLst/>
            <a:ahLst/>
            <a:cxnLst/>
            <a:rect l="l" t="t" r="r" b="b"/>
            <a:pathLst>
              <a:path w="71755" h="85725">
                <a:moveTo>
                  <a:pt x="71627" y="85343"/>
                </a:moveTo>
                <a:lnTo>
                  <a:pt x="0" y="85343"/>
                </a:lnTo>
                <a:lnTo>
                  <a:pt x="0" y="0"/>
                </a:lnTo>
                <a:lnTo>
                  <a:pt x="71627" y="0"/>
                </a:lnTo>
                <a:lnTo>
                  <a:pt x="71627" y="85343"/>
                </a:lnTo>
                <a:close/>
              </a:path>
            </a:pathLst>
          </a:custGeom>
          <a:solidFill>
            <a:srgbClr val="3333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" name="object 7"/>
          <p:cNvSpPr/>
          <p:nvPr/>
        </p:nvSpPr>
        <p:spPr>
          <a:xfrm>
            <a:off x="2761488" y="1321308"/>
            <a:ext cx="271780" cy="463550"/>
          </a:xfrm>
          <a:custGeom>
            <a:avLst/>
            <a:gdLst/>
            <a:ahLst/>
            <a:cxnLst/>
            <a:rect l="l" t="t" r="r" b="b"/>
            <a:pathLst>
              <a:path w="271780" h="463550">
                <a:moveTo>
                  <a:pt x="121920" y="463296"/>
                </a:moveTo>
                <a:lnTo>
                  <a:pt x="72628" y="458795"/>
                </a:lnTo>
                <a:lnTo>
                  <a:pt x="25336" y="446341"/>
                </a:lnTo>
                <a:lnTo>
                  <a:pt x="0" y="435863"/>
                </a:lnTo>
                <a:lnTo>
                  <a:pt x="0" y="373379"/>
                </a:lnTo>
                <a:lnTo>
                  <a:pt x="4572" y="373379"/>
                </a:lnTo>
                <a:lnTo>
                  <a:pt x="14573" y="380214"/>
                </a:lnTo>
                <a:lnTo>
                  <a:pt x="26289" y="386905"/>
                </a:lnTo>
                <a:lnTo>
                  <a:pt x="70866" y="405050"/>
                </a:lnTo>
                <a:lnTo>
                  <a:pt x="118872" y="411479"/>
                </a:lnTo>
                <a:lnTo>
                  <a:pt x="128016" y="411170"/>
                </a:lnTo>
                <a:lnTo>
                  <a:pt x="172402" y="398525"/>
                </a:lnTo>
                <a:lnTo>
                  <a:pt x="200501" y="365879"/>
                </a:lnTo>
                <a:lnTo>
                  <a:pt x="210312" y="318515"/>
                </a:lnTo>
                <a:lnTo>
                  <a:pt x="209978" y="306538"/>
                </a:lnTo>
                <a:lnTo>
                  <a:pt x="194691" y="264223"/>
                </a:lnTo>
                <a:lnTo>
                  <a:pt x="162544" y="243339"/>
                </a:lnTo>
                <a:lnTo>
                  <a:pt x="117348" y="237743"/>
                </a:lnTo>
                <a:lnTo>
                  <a:pt x="91440" y="237743"/>
                </a:lnTo>
                <a:lnTo>
                  <a:pt x="91440" y="187451"/>
                </a:lnTo>
                <a:lnTo>
                  <a:pt x="111252" y="187451"/>
                </a:lnTo>
                <a:lnTo>
                  <a:pt x="130706" y="186308"/>
                </a:lnTo>
                <a:lnTo>
                  <a:pt x="176784" y="169163"/>
                </a:lnTo>
                <a:lnTo>
                  <a:pt x="201001" y="130159"/>
                </a:lnTo>
                <a:lnTo>
                  <a:pt x="202692" y="112775"/>
                </a:lnTo>
                <a:lnTo>
                  <a:pt x="202144" y="105036"/>
                </a:lnTo>
                <a:lnTo>
                  <a:pt x="185928" y="70103"/>
                </a:lnTo>
                <a:lnTo>
                  <a:pt x="178308" y="65531"/>
                </a:lnTo>
                <a:lnTo>
                  <a:pt x="172569" y="61507"/>
                </a:lnTo>
                <a:lnTo>
                  <a:pt x="132064" y="51863"/>
                </a:lnTo>
                <a:lnTo>
                  <a:pt x="124968" y="51815"/>
                </a:lnTo>
                <a:lnTo>
                  <a:pt x="116728" y="52077"/>
                </a:lnTo>
                <a:lnTo>
                  <a:pt x="75628" y="59626"/>
                </a:lnTo>
                <a:lnTo>
                  <a:pt x="35052" y="77723"/>
                </a:lnTo>
                <a:lnTo>
                  <a:pt x="28956" y="82295"/>
                </a:lnTo>
                <a:lnTo>
                  <a:pt x="21336" y="86867"/>
                </a:lnTo>
                <a:lnTo>
                  <a:pt x="16764" y="89915"/>
                </a:lnTo>
                <a:lnTo>
                  <a:pt x="12192" y="89915"/>
                </a:lnTo>
                <a:lnTo>
                  <a:pt x="12192" y="27431"/>
                </a:lnTo>
                <a:lnTo>
                  <a:pt x="49482" y="12215"/>
                </a:lnTo>
                <a:lnTo>
                  <a:pt x="98107" y="2095"/>
                </a:lnTo>
                <a:lnTo>
                  <a:pt x="129540" y="0"/>
                </a:lnTo>
                <a:lnTo>
                  <a:pt x="143851" y="309"/>
                </a:lnTo>
                <a:lnTo>
                  <a:pt x="192500" y="9810"/>
                </a:lnTo>
                <a:lnTo>
                  <a:pt x="231981" y="32432"/>
                </a:lnTo>
                <a:lnTo>
                  <a:pt x="256984" y="70032"/>
                </a:lnTo>
                <a:lnTo>
                  <a:pt x="262128" y="106679"/>
                </a:lnTo>
                <a:lnTo>
                  <a:pt x="260675" y="124634"/>
                </a:lnTo>
                <a:lnTo>
                  <a:pt x="237744" y="172211"/>
                </a:lnTo>
                <a:lnTo>
                  <a:pt x="196381" y="202430"/>
                </a:lnTo>
                <a:lnTo>
                  <a:pt x="179832" y="207263"/>
                </a:lnTo>
                <a:lnTo>
                  <a:pt x="179832" y="211835"/>
                </a:lnTo>
                <a:lnTo>
                  <a:pt x="218074" y="224694"/>
                </a:lnTo>
                <a:lnTo>
                  <a:pt x="252603" y="254317"/>
                </a:lnTo>
                <a:lnTo>
                  <a:pt x="268986" y="295465"/>
                </a:lnTo>
                <a:lnTo>
                  <a:pt x="271272" y="321563"/>
                </a:lnTo>
                <a:lnTo>
                  <a:pt x="270676" y="337018"/>
                </a:lnTo>
                <a:lnTo>
                  <a:pt x="260604" y="377952"/>
                </a:lnTo>
                <a:lnTo>
                  <a:pt x="240458" y="412456"/>
                </a:lnTo>
                <a:lnTo>
                  <a:pt x="210312" y="440245"/>
                </a:lnTo>
                <a:lnTo>
                  <a:pt x="170354" y="457509"/>
                </a:lnTo>
                <a:lnTo>
                  <a:pt x="139398" y="462700"/>
                </a:lnTo>
                <a:lnTo>
                  <a:pt x="121920" y="463296"/>
                </a:lnTo>
                <a:close/>
              </a:path>
            </a:pathLst>
          </a:custGeom>
          <a:solidFill>
            <a:srgbClr val="3333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3296411" y="1368551"/>
            <a:ext cx="546100" cy="388620"/>
          </a:xfrm>
          <a:custGeom>
            <a:avLst/>
            <a:gdLst/>
            <a:ahLst/>
            <a:cxnLst/>
            <a:rect l="l" t="t" r="r" b="b"/>
            <a:pathLst>
              <a:path w="546100" h="388619">
                <a:moveTo>
                  <a:pt x="80772" y="54864"/>
                </a:moveTo>
                <a:lnTo>
                  <a:pt x="59436" y="33528"/>
                </a:lnTo>
                <a:lnTo>
                  <a:pt x="411480" y="33528"/>
                </a:lnTo>
                <a:lnTo>
                  <a:pt x="445008" y="0"/>
                </a:lnTo>
                <a:lnTo>
                  <a:pt x="492252" y="48768"/>
                </a:lnTo>
                <a:lnTo>
                  <a:pt x="135636" y="48768"/>
                </a:lnTo>
                <a:lnTo>
                  <a:pt x="121920" y="49077"/>
                </a:lnTo>
                <a:lnTo>
                  <a:pt x="108204" y="50101"/>
                </a:lnTo>
                <a:lnTo>
                  <a:pt x="94488" y="51982"/>
                </a:lnTo>
                <a:lnTo>
                  <a:pt x="80772" y="54864"/>
                </a:lnTo>
                <a:close/>
              </a:path>
              <a:path w="546100" h="388619">
                <a:moveTo>
                  <a:pt x="21336" y="388620"/>
                </a:moveTo>
                <a:lnTo>
                  <a:pt x="0" y="365760"/>
                </a:lnTo>
                <a:lnTo>
                  <a:pt x="445008" y="365760"/>
                </a:lnTo>
                <a:lnTo>
                  <a:pt x="487680" y="323088"/>
                </a:lnTo>
                <a:lnTo>
                  <a:pt x="545592" y="381000"/>
                </a:lnTo>
                <a:lnTo>
                  <a:pt x="80772" y="381000"/>
                </a:lnTo>
                <a:lnTo>
                  <a:pt x="64841" y="381333"/>
                </a:lnTo>
                <a:lnTo>
                  <a:pt x="49339" y="382524"/>
                </a:lnTo>
                <a:lnTo>
                  <a:pt x="34694" y="384857"/>
                </a:lnTo>
                <a:lnTo>
                  <a:pt x="21336" y="388620"/>
                </a:lnTo>
                <a:close/>
              </a:path>
            </a:pathLst>
          </a:custGeom>
          <a:solidFill>
            <a:srgbClr val="3333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3906011" y="1280159"/>
            <a:ext cx="554990" cy="554990"/>
          </a:xfrm>
          <a:custGeom>
            <a:avLst/>
            <a:gdLst/>
            <a:ahLst/>
            <a:cxnLst/>
            <a:rect l="l" t="t" r="r" b="b"/>
            <a:pathLst>
              <a:path w="554989" h="554989">
                <a:moveTo>
                  <a:pt x="504444" y="281940"/>
                </a:moveTo>
                <a:lnTo>
                  <a:pt x="467344" y="259151"/>
                </a:lnTo>
                <a:lnTo>
                  <a:pt x="433959" y="232219"/>
                </a:lnTo>
                <a:lnTo>
                  <a:pt x="404574" y="201572"/>
                </a:lnTo>
                <a:lnTo>
                  <a:pt x="379476" y="167640"/>
                </a:lnTo>
                <a:lnTo>
                  <a:pt x="357473" y="130516"/>
                </a:lnTo>
                <a:lnTo>
                  <a:pt x="339471" y="90106"/>
                </a:lnTo>
                <a:lnTo>
                  <a:pt x="325469" y="46553"/>
                </a:lnTo>
                <a:lnTo>
                  <a:pt x="315468" y="0"/>
                </a:lnTo>
                <a:lnTo>
                  <a:pt x="361188" y="19812"/>
                </a:lnTo>
                <a:lnTo>
                  <a:pt x="341376" y="32004"/>
                </a:lnTo>
                <a:lnTo>
                  <a:pt x="357092" y="76533"/>
                </a:lnTo>
                <a:lnTo>
                  <a:pt x="376809" y="116205"/>
                </a:lnTo>
                <a:lnTo>
                  <a:pt x="400526" y="150733"/>
                </a:lnTo>
                <a:lnTo>
                  <a:pt x="428244" y="179832"/>
                </a:lnTo>
                <a:lnTo>
                  <a:pt x="458509" y="203549"/>
                </a:lnTo>
                <a:lnTo>
                  <a:pt x="521898" y="235553"/>
                </a:lnTo>
                <a:lnTo>
                  <a:pt x="554735" y="243840"/>
                </a:lnTo>
                <a:lnTo>
                  <a:pt x="554735" y="251460"/>
                </a:lnTo>
                <a:lnTo>
                  <a:pt x="537876" y="255150"/>
                </a:lnTo>
                <a:lnTo>
                  <a:pt x="523875" y="261556"/>
                </a:lnTo>
                <a:lnTo>
                  <a:pt x="512730" y="270533"/>
                </a:lnTo>
                <a:lnTo>
                  <a:pt x="504444" y="281940"/>
                </a:lnTo>
                <a:close/>
              </a:path>
              <a:path w="554989" h="554989">
                <a:moveTo>
                  <a:pt x="4572" y="301752"/>
                </a:moveTo>
                <a:lnTo>
                  <a:pt x="0" y="294132"/>
                </a:lnTo>
                <a:lnTo>
                  <a:pt x="30003" y="267866"/>
                </a:lnTo>
                <a:lnTo>
                  <a:pt x="58293" y="239458"/>
                </a:lnTo>
                <a:lnTo>
                  <a:pt x="84867" y="209049"/>
                </a:lnTo>
                <a:lnTo>
                  <a:pt x="109728" y="176784"/>
                </a:lnTo>
                <a:lnTo>
                  <a:pt x="132897" y="140779"/>
                </a:lnTo>
                <a:lnTo>
                  <a:pt x="154495" y="101346"/>
                </a:lnTo>
                <a:lnTo>
                  <a:pt x="174664" y="58483"/>
                </a:lnTo>
                <a:lnTo>
                  <a:pt x="193548" y="12192"/>
                </a:lnTo>
                <a:lnTo>
                  <a:pt x="240792" y="48768"/>
                </a:lnTo>
                <a:lnTo>
                  <a:pt x="219456" y="59436"/>
                </a:lnTo>
                <a:lnTo>
                  <a:pt x="199191" y="97155"/>
                </a:lnTo>
                <a:lnTo>
                  <a:pt x="177355" y="132588"/>
                </a:lnTo>
                <a:lnTo>
                  <a:pt x="154090" y="165735"/>
                </a:lnTo>
                <a:lnTo>
                  <a:pt x="129540" y="196596"/>
                </a:lnTo>
                <a:lnTo>
                  <a:pt x="103798" y="225456"/>
                </a:lnTo>
                <a:lnTo>
                  <a:pt x="74485" y="252603"/>
                </a:lnTo>
                <a:lnTo>
                  <a:pt x="41457" y="278034"/>
                </a:lnTo>
                <a:lnTo>
                  <a:pt x="4572" y="301752"/>
                </a:lnTo>
                <a:close/>
              </a:path>
              <a:path w="554989" h="554989">
                <a:moveTo>
                  <a:pt x="118872" y="263652"/>
                </a:moveTo>
                <a:lnTo>
                  <a:pt x="100584" y="243840"/>
                </a:lnTo>
                <a:lnTo>
                  <a:pt x="373380" y="243840"/>
                </a:lnTo>
                <a:lnTo>
                  <a:pt x="397764" y="220980"/>
                </a:lnTo>
                <a:lnTo>
                  <a:pt x="429768" y="254508"/>
                </a:lnTo>
                <a:lnTo>
                  <a:pt x="423672" y="259080"/>
                </a:lnTo>
                <a:lnTo>
                  <a:pt x="141732" y="259080"/>
                </a:lnTo>
                <a:lnTo>
                  <a:pt x="118872" y="263652"/>
                </a:lnTo>
                <a:close/>
              </a:path>
              <a:path w="554989" h="554989">
                <a:moveTo>
                  <a:pt x="30479" y="554736"/>
                </a:moveTo>
                <a:lnTo>
                  <a:pt x="25908" y="545592"/>
                </a:lnTo>
                <a:lnTo>
                  <a:pt x="75318" y="516993"/>
                </a:lnTo>
                <a:lnTo>
                  <a:pt x="116014" y="485965"/>
                </a:lnTo>
                <a:lnTo>
                  <a:pt x="147851" y="452366"/>
                </a:lnTo>
                <a:lnTo>
                  <a:pt x="170688" y="416052"/>
                </a:lnTo>
                <a:lnTo>
                  <a:pt x="187237" y="377809"/>
                </a:lnTo>
                <a:lnTo>
                  <a:pt x="200215" y="338709"/>
                </a:lnTo>
                <a:lnTo>
                  <a:pt x="209478" y="299037"/>
                </a:lnTo>
                <a:lnTo>
                  <a:pt x="214884" y="259080"/>
                </a:lnTo>
                <a:lnTo>
                  <a:pt x="252984" y="259080"/>
                </a:lnTo>
                <a:lnTo>
                  <a:pt x="244173" y="308514"/>
                </a:lnTo>
                <a:lnTo>
                  <a:pt x="231648" y="353949"/>
                </a:lnTo>
                <a:lnTo>
                  <a:pt x="215693" y="395382"/>
                </a:lnTo>
                <a:lnTo>
                  <a:pt x="196596" y="432816"/>
                </a:lnTo>
                <a:lnTo>
                  <a:pt x="169997" y="466224"/>
                </a:lnTo>
                <a:lnTo>
                  <a:pt x="133540" y="497776"/>
                </a:lnTo>
                <a:lnTo>
                  <a:pt x="87082" y="527327"/>
                </a:lnTo>
                <a:lnTo>
                  <a:pt x="30479" y="554736"/>
                </a:lnTo>
                <a:close/>
              </a:path>
              <a:path w="554989" h="554989">
                <a:moveTo>
                  <a:pt x="386919" y="497109"/>
                </a:moveTo>
                <a:lnTo>
                  <a:pt x="318992" y="497109"/>
                </a:lnTo>
                <a:lnTo>
                  <a:pt x="330708" y="496824"/>
                </a:lnTo>
                <a:lnTo>
                  <a:pt x="339280" y="494252"/>
                </a:lnTo>
                <a:lnTo>
                  <a:pt x="363593" y="445960"/>
                </a:lnTo>
                <a:lnTo>
                  <a:pt x="368617" y="403098"/>
                </a:lnTo>
                <a:lnTo>
                  <a:pt x="373356" y="340804"/>
                </a:lnTo>
                <a:lnTo>
                  <a:pt x="377952" y="259080"/>
                </a:lnTo>
                <a:lnTo>
                  <a:pt x="423672" y="259080"/>
                </a:lnTo>
                <a:lnTo>
                  <a:pt x="411480" y="268223"/>
                </a:lnTo>
                <a:lnTo>
                  <a:pt x="409090" y="338084"/>
                </a:lnTo>
                <a:lnTo>
                  <a:pt x="405530" y="395874"/>
                </a:lnTo>
                <a:lnTo>
                  <a:pt x="400726" y="441594"/>
                </a:lnTo>
                <a:lnTo>
                  <a:pt x="394606" y="475244"/>
                </a:lnTo>
                <a:lnTo>
                  <a:pt x="387096" y="496824"/>
                </a:lnTo>
                <a:lnTo>
                  <a:pt x="386919" y="497109"/>
                </a:lnTo>
                <a:close/>
              </a:path>
              <a:path w="554989" h="554989">
                <a:moveTo>
                  <a:pt x="320040" y="553212"/>
                </a:moveTo>
                <a:lnTo>
                  <a:pt x="313420" y="535209"/>
                </a:lnTo>
                <a:lnTo>
                  <a:pt x="300228" y="520065"/>
                </a:lnTo>
                <a:lnTo>
                  <a:pt x="280177" y="507777"/>
                </a:lnTo>
                <a:lnTo>
                  <a:pt x="252984" y="498348"/>
                </a:lnTo>
                <a:lnTo>
                  <a:pt x="252984" y="487679"/>
                </a:lnTo>
                <a:lnTo>
                  <a:pt x="280130" y="492537"/>
                </a:lnTo>
                <a:lnTo>
                  <a:pt x="302133" y="495681"/>
                </a:lnTo>
                <a:lnTo>
                  <a:pt x="318992" y="497109"/>
                </a:lnTo>
                <a:lnTo>
                  <a:pt x="386919" y="497109"/>
                </a:lnTo>
                <a:lnTo>
                  <a:pt x="375975" y="514850"/>
                </a:lnTo>
                <a:lnTo>
                  <a:pt x="360997" y="530161"/>
                </a:lnTo>
                <a:lnTo>
                  <a:pt x="342304" y="542901"/>
                </a:lnTo>
                <a:lnTo>
                  <a:pt x="320040" y="553212"/>
                </a:lnTo>
                <a:close/>
              </a:path>
            </a:pathLst>
          </a:custGeom>
          <a:solidFill>
            <a:srgbClr val="3333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4541520" y="1295400"/>
            <a:ext cx="515620" cy="523240"/>
          </a:xfrm>
          <a:custGeom>
            <a:avLst/>
            <a:gdLst/>
            <a:ahLst/>
            <a:cxnLst/>
            <a:rect l="l" t="t" r="r" b="b"/>
            <a:pathLst>
              <a:path w="515620" h="523239">
                <a:moveTo>
                  <a:pt x="33527" y="522731"/>
                </a:moveTo>
                <a:lnTo>
                  <a:pt x="0" y="492251"/>
                </a:lnTo>
                <a:lnTo>
                  <a:pt x="15239" y="478536"/>
                </a:lnTo>
                <a:lnTo>
                  <a:pt x="15239" y="144779"/>
                </a:lnTo>
                <a:lnTo>
                  <a:pt x="14978" y="112514"/>
                </a:lnTo>
                <a:lnTo>
                  <a:pt x="14287" y="79819"/>
                </a:lnTo>
                <a:lnTo>
                  <a:pt x="12191" y="13715"/>
                </a:lnTo>
                <a:lnTo>
                  <a:pt x="48767" y="33527"/>
                </a:lnTo>
                <a:lnTo>
                  <a:pt x="416052" y="33527"/>
                </a:lnTo>
                <a:lnTo>
                  <a:pt x="452627" y="0"/>
                </a:lnTo>
                <a:lnTo>
                  <a:pt x="495300" y="47243"/>
                </a:lnTo>
                <a:lnTo>
                  <a:pt x="330707" y="47243"/>
                </a:lnTo>
                <a:lnTo>
                  <a:pt x="330707" y="333755"/>
                </a:lnTo>
                <a:lnTo>
                  <a:pt x="332398" y="353758"/>
                </a:lnTo>
                <a:lnTo>
                  <a:pt x="337375" y="368045"/>
                </a:lnTo>
                <a:lnTo>
                  <a:pt x="345495" y="376618"/>
                </a:lnTo>
                <a:lnTo>
                  <a:pt x="356615" y="379475"/>
                </a:lnTo>
                <a:lnTo>
                  <a:pt x="422148" y="379475"/>
                </a:lnTo>
                <a:lnTo>
                  <a:pt x="448055" y="339851"/>
                </a:lnTo>
                <a:lnTo>
                  <a:pt x="452627" y="266699"/>
                </a:lnTo>
                <a:lnTo>
                  <a:pt x="464820" y="266699"/>
                </a:lnTo>
                <a:lnTo>
                  <a:pt x="467867" y="335279"/>
                </a:lnTo>
                <a:lnTo>
                  <a:pt x="498348" y="371855"/>
                </a:lnTo>
                <a:lnTo>
                  <a:pt x="486584" y="387810"/>
                </a:lnTo>
                <a:lnTo>
                  <a:pt x="471678" y="398907"/>
                </a:lnTo>
                <a:lnTo>
                  <a:pt x="453342" y="404860"/>
                </a:lnTo>
                <a:lnTo>
                  <a:pt x="431291" y="405384"/>
                </a:lnTo>
                <a:lnTo>
                  <a:pt x="342900" y="405384"/>
                </a:lnTo>
                <a:lnTo>
                  <a:pt x="322945" y="401359"/>
                </a:lnTo>
                <a:lnTo>
                  <a:pt x="308991" y="391477"/>
                </a:lnTo>
                <a:lnTo>
                  <a:pt x="301323" y="375594"/>
                </a:lnTo>
                <a:lnTo>
                  <a:pt x="300227" y="353567"/>
                </a:lnTo>
                <a:lnTo>
                  <a:pt x="300227" y="47243"/>
                </a:lnTo>
                <a:lnTo>
                  <a:pt x="199644" y="47243"/>
                </a:lnTo>
                <a:lnTo>
                  <a:pt x="198310" y="120205"/>
                </a:lnTo>
                <a:lnTo>
                  <a:pt x="193547" y="187451"/>
                </a:lnTo>
                <a:lnTo>
                  <a:pt x="184213" y="249935"/>
                </a:lnTo>
                <a:lnTo>
                  <a:pt x="164591" y="312419"/>
                </a:lnTo>
                <a:lnTo>
                  <a:pt x="130301" y="375094"/>
                </a:lnTo>
                <a:lnTo>
                  <a:pt x="106298" y="406931"/>
                </a:lnTo>
                <a:lnTo>
                  <a:pt x="77723" y="438911"/>
                </a:lnTo>
                <a:lnTo>
                  <a:pt x="70103" y="432815"/>
                </a:lnTo>
                <a:lnTo>
                  <a:pt x="92154" y="399621"/>
                </a:lnTo>
                <a:lnTo>
                  <a:pt x="110489" y="368427"/>
                </a:lnTo>
                <a:lnTo>
                  <a:pt x="137159" y="310896"/>
                </a:lnTo>
                <a:lnTo>
                  <a:pt x="152018" y="253746"/>
                </a:lnTo>
                <a:lnTo>
                  <a:pt x="160019" y="192023"/>
                </a:lnTo>
                <a:lnTo>
                  <a:pt x="164782" y="124205"/>
                </a:lnTo>
                <a:lnTo>
                  <a:pt x="166115" y="47243"/>
                </a:lnTo>
                <a:lnTo>
                  <a:pt x="48767" y="47243"/>
                </a:lnTo>
                <a:lnTo>
                  <a:pt x="48767" y="487679"/>
                </a:lnTo>
                <a:lnTo>
                  <a:pt x="428244" y="487679"/>
                </a:lnTo>
                <a:lnTo>
                  <a:pt x="464820" y="451103"/>
                </a:lnTo>
                <a:lnTo>
                  <a:pt x="515111" y="501395"/>
                </a:lnTo>
                <a:lnTo>
                  <a:pt x="50291" y="501395"/>
                </a:lnTo>
                <a:lnTo>
                  <a:pt x="33527" y="522731"/>
                </a:lnTo>
                <a:close/>
              </a:path>
            </a:pathLst>
          </a:custGeom>
          <a:solidFill>
            <a:srgbClr val="3333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5123688" y="1299971"/>
            <a:ext cx="561340" cy="525780"/>
          </a:xfrm>
          <a:custGeom>
            <a:avLst/>
            <a:gdLst/>
            <a:ahLst/>
            <a:cxnLst/>
            <a:rect l="l" t="t" r="r" b="b"/>
            <a:pathLst>
              <a:path w="561339" h="525780">
                <a:moveTo>
                  <a:pt x="332231" y="50292"/>
                </a:moveTo>
                <a:lnTo>
                  <a:pt x="310895" y="28956"/>
                </a:lnTo>
                <a:lnTo>
                  <a:pt x="478535" y="28956"/>
                </a:lnTo>
                <a:lnTo>
                  <a:pt x="495299" y="6096"/>
                </a:lnTo>
                <a:lnTo>
                  <a:pt x="530351" y="35052"/>
                </a:lnTo>
                <a:lnTo>
                  <a:pt x="521969" y="42672"/>
                </a:lnTo>
                <a:lnTo>
                  <a:pt x="388619" y="42672"/>
                </a:lnTo>
                <a:lnTo>
                  <a:pt x="373808" y="43219"/>
                </a:lnTo>
                <a:lnTo>
                  <a:pt x="359282" y="44767"/>
                </a:lnTo>
                <a:lnTo>
                  <a:pt x="345328" y="47172"/>
                </a:lnTo>
                <a:lnTo>
                  <a:pt x="332231" y="50292"/>
                </a:lnTo>
                <a:close/>
              </a:path>
              <a:path w="561339" h="525780">
                <a:moveTo>
                  <a:pt x="515551" y="201168"/>
                </a:moveTo>
                <a:lnTo>
                  <a:pt x="483107" y="201168"/>
                </a:lnTo>
                <a:lnTo>
                  <a:pt x="483107" y="42672"/>
                </a:lnTo>
                <a:lnTo>
                  <a:pt x="521969" y="42672"/>
                </a:lnTo>
                <a:lnTo>
                  <a:pt x="513587" y="50292"/>
                </a:lnTo>
                <a:lnTo>
                  <a:pt x="513849" y="108037"/>
                </a:lnTo>
                <a:lnTo>
                  <a:pt x="514540" y="157924"/>
                </a:lnTo>
                <a:lnTo>
                  <a:pt x="515551" y="201168"/>
                </a:lnTo>
                <a:close/>
              </a:path>
              <a:path w="561339" h="525780">
                <a:moveTo>
                  <a:pt x="505967" y="501396"/>
                </a:moveTo>
                <a:lnTo>
                  <a:pt x="382523" y="501396"/>
                </a:lnTo>
                <a:lnTo>
                  <a:pt x="355425" y="499657"/>
                </a:lnTo>
                <a:lnTo>
                  <a:pt x="336041" y="489775"/>
                </a:lnTo>
                <a:lnTo>
                  <a:pt x="324659" y="471606"/>
                </a:lnTo>
                <a:lnTo>
                  <a:pt x="321563" y="445008"/>
                </a:lnTo>
                <a:lnTo>
                  <a:pt x="321466" y="301532"/>
                </a:lnTo>
                <a:lnTo>
                  <a:pt x="321234" y="248265"/>
                </a:lnTo>
                <a:lnTo>
                  <a:pt x="320783" y="207215"/>
                </a:lnTo>
                <a:lnTo>
                  <a:pt x="320039" y="178308"/>
                </a:lnTo>
                <a:lnTo>
                  <a:pt x="353568" y="201168"/>
                </a:lnTo>
                <a:lnTo>
                  <a:pt x="515551" y="201168"/>
                </a:lnTo>
                <a:lnTo>
                  <a:pt x="515995" y="214884"/>
                </a:lnTo>
                <a:lnTo>
                  <a:pt x="353568" y="214884"/>
                </a:lnTo>
                <a:lnTo>
                  <a:pt x="353568" y="434340"/>
                </a:lnTo>
                <a:lnTo>
                  <a:pt x="355877" y="453199"/>
                </a:lnTo>
                <a:lnTo>
                  <a:pt x="362902" y="466344"/>
                </a:lnTo>
                <a:lnTo>
                  <a:pt x="374784" y="473773"/>
                </a:lnTo>
                <a:lnTo>
                  <a:pt x="391667" y="475488"/>
                </a:lnTo>
                <a:lnTo>
                  <a:pt x="556266" y="475488"/>
                </a:lnTo>
                <a:lnTo>
                  <a:pt x="551402" y="483608"/>
                </a:lnTo>
                <a:lnTo>
                  <a:pt x="539114" y="494347"/>
                </a:lnTo>
                <a:lnTo>
                  <a:pt x="523970" y="500229"/>
                </a:lnTo>
                <a:lnTo>
                  <a:pt x="505967" y="501396"/>
                </a:lnTo>
                <a:close/>
              </a:path>
              <a:path w="561339" h="525780">
                <a:moveTo>
                  <a:pt x="483107" y="248411"/>
                </a:moveTo>
                <a:lnTo>
                  <a:pt x="483107" y="214884"/>
                </a:lnTo>
                <a:lnTo>
                  <a:pt x="515995" y="214884"/>
                </a:lnTo>
                <a:lnTo>
                  <a:pt x="516635" y="234696"/>
                </a:lnTo>
                <a:lnTo>
                  <a:pt x="483107" y="248411"/>
                </a:lnTo>
                <a:close/>
              </a:path>
              <a:path w="561339" h="525780">
                <a:moveTo>
                  <a:pt x="556266" y="475488"/>
                </a:moveTo>
                <a:lnTo>
                  <a:pt x="487679" y="475488"/>
                </a:lnTo>
                <a:lnTo>
                  <a:pt x="495990" y="474035"/>
                </a:lnTo>
                <a:lnTo>
                  <a:pt x="502729" y="469582"/>
                </a:lnTo>
                <a:lnTo>
                  <a:pt x="515683" y="417004"/>
                </a:lnTo>
                <a:lnTo>
                  <a:pt x="518159" y="361188"/>
                </a:lnTo>
                <a:lnTo>
                  <a:pt x="530351" y="361188"/>
                </a:lnTo>
                <a:lnTo>
                  <a:pt x="531494" y="405003"/>
                </a:lnTo>
                <a:lnTo>
                  <a:pt x="538329" y="449437"/>
                </a:lnTo>
                <a:lnTo>
                  <a:pt x="560831" y="467868"/>
                </a:lnTo>
                <a:lnTo>
                  <a:pt x="556266" y="475488"/>
                </a:lnTo>
                <a:close/>
              </a:path>
              <a:path w="561339" h="525780">
                <a:moveTo>
                  <a:pt x="21335" y="50292"/>
                </a:moveTo>
                <a:lnTo>
                  <a:pt x="0" y="28956"/>
                </a:lnTo>
                <a:lnTo>
                  <a:pt x="240791" y="28956"/>
                </a:lnTo>
                <a:lnTo>
                  <a:pt x="269747" y="0"/>
                </a:lnTo>
                <a:lnTo>
                  <a:pt x="307847" y="42672"/>
                </a:lnTo>
                <a:lnTo>
                  <a:pt x="77724" y="42672"/>
                </a:lnTo>
                <a:lnTo>
                  <a:pt x="62912" y="43219"/>
                </a:lnTo>
                <a:lnTo>
                  <a:pt x="48386" y="44767"/>
                </a:lnTo>
                <a:lnTo>
                  <a:pt x="34432" y="47172"/>
                </a:lnTo>
                <a:lnTo>
                  <a:pt x="21335" y="50292"/>
                </a:lnTo>
                <a:close/>
              </a:path>
              <a:path w="561339" h="525780">
                <a:moveTo>
                  <a:pt x="138683" y="118872"/>
                </a:moveTo>
                <a:lnTo>
                  <a:pt x="109727" y="118872"/>
                </a:lnTo>
                <a:lnTo>
                  <a:pt x="109727" y="42672"/>
                </a:lnTo>
                <a:lnTo>
                  <a:pt x="138683" y="42672"/>
                </a:lnTo>
                <a:lnTo>
                  <a:pt x="138683" y="118872"/>
                </a:lnTo>
                <a:close/>
              </a:path>
              <a:path w="561339" h="525780">
                <a:moveTo>
                  <a:pt x="199643" y="118872"/>
                </a:moveTo>
                <a:lnTo>
                  <a:pt x="172211" y="118872"/>
                </a:lnTo>
                <a:lnTo>
                  <a:pt x="172211" y="42672"/>
                </a:lnTo>
                <a:lnTo>
                  <a:pt x="199643" y="42672"/>
                </a:lnTo>
                <a:lnTo>
                  <a:pt x="199643" y="118872"/>
                </a:lnTo>
                <a:close/>
              </a:path>
              <a:path w="561339" h="525780">
                <a:moveTo>
                  <a:pt x="280736" y="118872"/>
                </a:moveTo>
                <a:lnTo>
                  <a:pt x="239267" y="118872"/>
                </a:lnTo>
                <a:lnTo>
                  <a:pt x="256031" y="97536"/>
                </a:lnTo>
                <a:lnTo>
                  <a:pt x="280736" y="118872"/>
                </a:lnTo>
                <a:close/>
              </a:path>
              <a:path w="561339" h="525780">
                <a:moveTo>
                  <a:pt x="35051" y="525779"/>
                </a:moveTo>
                <a:lnTo>
                  <a:pt x="36171" y="485203"/>
                </a:lnTo>
                <a:lnTo>
                  <a:pt x="37147" y="436626"/>
                </a:lnTo>
                <a:lnTo>
                  <a:pt x="37838" y="380047"/>
                </a:lnTo>
                <a:lnTo>
                  <a:pt x="38081" y="310896"/>
                </a:lnTo>
                <a:lnTo>
                  <a:pt x="37847" y="252960"/>
                </a:lnTo>
                <a:lnTo>
                  <a:pt x="37147" y="193167"/>
                </a:lnTo>
                <a:lnTo>
                  <a:pt x="36171" y="143160"/>
                </a:lnTo>
                <a:lnTo>
                  <a:pt x="35051" y="100584"/>
                </a:lnTo>
                <a:lnTo>
                  <a:pt x="68579" y="118872"/>
                </a:lnTo>
                <a:lnTo>
                  <a:pt x="280736" y="118872"/>
                </a:lnTo>
                <a:lnTo>
                  <a:pt x="289559" y="126492"/>
                </a:lnTo>
                <a:lnTo>
                  <a:pt x="280246" y="134112"/>
                </a:lnTo>
                <a:lnTo>
                  <a:pt x="68579" y="134112"/>
                </a:lnTo>
                <a:lnTo>
                  <a:pt x="68579" y="295656"/>
                </a:lnTo>
                <a:lnTo>
                  <a:pt x="84279" y="295656"/>
                </a:lnTo>
                <a:lnTo>
                  <a:pt x="68579" y="310896"/>
                </a:lnTo>
                <a:lnTo>
                  <a:pt x="68579" y="344424"/>
                </a:lnTo>
                <a:lnTo>
                  <a:pt x="272907" y="344424"/>
                </a:lnTo>
                <a:lnTo>
                  <a:pt x="272938" y="358140"/>
                </a:lnTo>
                <a:lnTo>
                  <a:pt x="68579" y="358140"/>
                </a:lnTo>
                <a:lnTo>
                  <a:pt x="68579" y="449579"/>
                </a:lnTo>
                <a:lnTo>
                  <a:pt x="273383" y="449579"/>
                </a:lnTo>
                <a:lnTo>
                  <a:pt x="273543" y="463296"/>
                </a:lnTo>
                <a:lnTo>
                  <a:pt x="68579" y="463296"/>
                </a:lnTo>
                <a:lnTo>
                  <a:pt x="68579" y="513588"/>
                </a:lnTo>
                <a:lnTo>
                  <a:pt x="35051" y="525779"/>
                </a:lnTo>
                <a:close/>
              </a:path>
              <a:path w="561339" h="525780">
                <a:moveTo>
                  <a:pt x="84279" y="295656"/>
                </a:moveTo>
                <a:lnTo>
                  <a:pt x="68579" y="295656"/>
                </a:lnTo>
                <a:lnTo>
                  <a:pt x="86582" y="267628"/>
                </a:lnTo>
                <a:lnTo>
                  <a:pt x="99440" y="231457"/>
                </a:lnTo>
                <a:lnTo>
                  <a:pt x="107156" y="186999"/>
                </a:lnTo>
                <a:lnTo>
                  <a:pt x="109727" y="134112"/>
                </a:lnTo>
                <a:lnTo>
                  <a:pt x="138683" y="134112"/>
                </a:lnTo>
                <a:lnTo>
                  <a:pt x="134373" y="192381"/>
                </a:lnTo>
                <a:lnTo>
                  <a:pt x="121348" y="241363"/>
                </a:lnTo>
                <a:lnTo>
                  <a:pt x="99464" y="280916"/>
                </a:lnTo>
                <a:lnTo>
                  <a:pt x="84279" y="295656"/>
                </a:lnTo>
                <a:close/>
              </a:path>
              <a:path w="561339" h="525780">
                <a:moveTo>
                  <a:pt x="272907" y="344424"/>
                </a:moveTo>
                <a:lnTo>
                  <a:pt x="240791" y="344424"/>
                </a:lnTo>
                <a:lnTo>
                  <a:pt x="240791" y="291084"/>
                </a:lnTo>
                <a:lnTo>
                  <a:pt x="207263" y="291084"/>
                </a:lnTo>
                <a:lnTo>
                  <a:pt x="190642" y="288821"/>
                </a:lnTo>
                <a:lnTo>
                  <a:pt x="179450" y="282130"/>
                </a:lnTo>
                <a:lnTo>
                  <a:pt x="173402" y="271152"/>
                </a:lnTo>
                <a:lnTo>
                  <a:pt x="172211" y="256032"/>
                </a:lnTo>
                <a:lnTo>
                  <a:pt x="172211" y="134112"/>
                </a:lnTo>
                <a:lnTo>
                  <a:pt x="199643" y="134112"/>
                </a:lnTo>
                <a:lnTo>
                  <a:pt x="199643" y="243840"/>
                </a:lnTo>
                <a:lnTo>
                  <a:pt x="200763" y="252960"/>
                </a:lnTo>
                <a:lnTo>
                  <a:pt x="204025" y="259651"/>
                </a:lnTo>
                <a:lnTo>
                  <a:pt x="209288" y="263771"/>
                </a:lnTo>
                <a:lnTo>
                  <a:pt x="216407" y="265175"/>
                </a:lnTo>
                <a:lnTo>
                  <a:pt x="272820" y="265175"/>
                </a:lnTo>
                <a:lnTo>
                  <a:pt x="272907" y="344424"/>
                </a:lnTo>
                <a:close/>
              </a:path>
              <a:path w="561339" h="525780">
                <a:moveTo>
                  <a:pt x="272820" y="265175"/>
                </a:moveTo>
                <a:lnTo>
                  <a:pt x="240791" y="265175"/>
                </a:lnTo>
                <a:lnTo>
                  <a:pt x="240791" y="134112"/>
                </a:lnTo>
                <a:lnTo>
                  <a:pt x="280246" y="134112"/>
                </a:lnTo>
                <a:lnTo>
                  <a:pt x="272795" y="140208"/>
                </a:lnTo>
                <a:lnTo>
                  <a:pt x="272820" y="265175"/>
                </a:lnTo>
                <a:close/>
              </a:path>
              <a:path w="561339" h="525780">
                <a:moveTo>
                  <a:pt x="273383" y="449579"/>
                </a:moveTo>
                <a:lnTo>
                  <a:pt x="240791" y="449579"/>
                </a:lnTo>
                <a:lnTo>
                  <a:pt x="240791" y="358140"/>
                </a:lnTo>
                <a:lnTo>
                  <a:pt x="272938" y="358140"/>
                </a:lnTo>
                <a:lnTo>
                  <a:pt x="273080" y="403242"/>
                </a:lnTo>
                <a:lnTo>
                  <a:pt x="273383" y="449579"/>
                </a:lnTo>
                <a:close/>
              </a:path>
              <a:path w="561339" h="525780">
                <a:moveTo>
                  <a:pt x="240791" y="524255"/>
                </a:moveTo>
                <a:lnTo>
                  <a:pt x="240791" y="463296"/>
                </a:lnTo>
                <a:lnTo>
                  <a:pt x="273543" y="463296"/>
                </a:lnTo>
                <a:lnTo>
                  <a:pt x="273755" y="481548"/>
                </a:lnTo>
                <a:lnTo>
                  <a:pt x="274319" y="507492"/>
                </a:lnTo>
                <a:lnTo>
                  <a:pt x="240791" y="524255"/>
                </a:lnTo>
                <a:close/>
              </a:path>
            </a:pathLst>
          </a:custGeom>
          <a:solidFill>
            <a:srgbClr val="3333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1886711" y="2365248"/>
            <a:ext cx="390525" cy="403860"/>
          </a:xfrm>
          <a:custGeom>
            <a:avLst/>
            <a:gdLst/>
            <a:ahLst/>
            <a:cxnLst/>
            <a:rect l="l" t="t" r="r" b="b"/>
            <a:pathLst>
              <a:path w="390525" h="403860">
                <a:moveTo>
                  <a:pt x="4571" y="219456"/>
                </a:moveTo>
                <a:lnTo>
                  <a:pt x="0" y="216408"/>
                </a:lnTo>
                <a:lnTo>
                  <a:pt x="17383" y="184975"/>
                </a:lnTo>
                <a:lnTo>
                  <a:pt x="32765" y="154686"/>
                </a:lnTo>
                <a:lnTo>
                  <a:pt x="56388" y="97536"/>
                </a:lnTo>
                <a:lnTo>
                  <a:pt x="73532" y="46482"/>
                </a:lnTo>
                <a:lnTo>
                  <a:pt x="83819" y="0"/>
                </a:lnTo>
                <a:lnTo>
                  <a:pt x="123443" y="21336"/>
                </a:lnTo>
                <a:lnTo>
                  <a:pt x="108203" y="30480"/>
                </a:lnTo>
                <a:lnTo>
                  <a:pt x="95630" y="60769"/>
                </a:lnTo>
                <a:lnTo>
                  <a:pt x="85343" y="85344"/>
                </a:lnTo>
                <a:lnTo>
                  <a:pt x="77342" y="104203"/>
                </a:lnTo>
                <a:lnTo>
                  <a:pt x="71627" y="117348"/>
                </a:lnTo>
                <a:lnTo>
                  <a:pt x="96011" y="128016"/>
                </a:lnTo>
                <a:lnTo>
                  <a:pt x="82295" y="140208"/>
                </a:lnTo>
                <a:lnTo>
                  <a:pt x="82295" y="143256"/>
                </a:lnTo>
                <a:lnTo>
                  <a:pt x="59435" y="143256"/>
                </a:lnTo>
                <a:lnTo>
                  <a:pt x="43148" y="167806"/>
                </a:lnTo>
                <a:lnTo>
                  <a:pt x="28574" y="188785"/>
                </a:lnTo>
                <a:lnTo>
                  <a:pt x="15716" y="206049"/>
                </a:lnTo>
                <a:lnTo>
                  <a:pt x="4571" y="219456"/>
                </a:lnTo>
                <a:close/>
              </a:path>
              <a:path w="390525" h="403860">
                <a:moveTo>
                  <a:pt x="124967" y="70104"/>
                </a:moveTo>
                <a:lnTo>
                  <a:pt x="108203" y="56388"/>
                </a:lnTo>
                <a:lnTo>
                  <a:pt x="231647" y="56388"/>
                </a:lnTo>
                <a:lnTo>
                  <a:pt x="251459" y="36576"/>
                </a:lnTo>
                <a:lnTo>
                  <a:pt x="280415" y="67056"/>
                </a:lnTo>
                <a:lnTo>
                  <a:pt x="143255" y="67056"/>
                </a:lnTo>
                <a:lnTo>
                  <a:pt x="124967" y="70104"/>
                </a:lnTo>
                <a:close/>
              </a:path>
              <a:path w="390525" h="403860">
                <a:moveTo>
                  <a:pt x="103631" y="254508"/>
                </a:moveTo>
                <a:lnTo>
                  <a:pt x="99059" y="248412"/>
                </a:lnTo>
                <a:lnTo>
                  <a:pt x="112442" y="227838"/>
                </a:lnTo>
                <a:lnTo>
                  <a:pt x="124967" y="204978"/>
                </a:lnTo>
                <a:lnTo>
                  <a:pt x="146303" y="152400"/>
                </a:lnTo>
                <a:lnTo>
                  <a:pt x="160972" y="102870"/>
                </a:lnTo>
                <a:lnTo>
                  <a:pt x="167639" y="67056"/>
                </a:lnTo>
                <a:lnTo>
                  <a:pt x="195071" y="67056"/>
                </a:lnTo>
                <a:lnTo>
                  <a:pt x="191952" y="78438"/>
                </a:lnTo>
                <a:lnTo>
                  <a:pt x="187261" y="94107"/>
                </a:lnTo>
                <a:lnTo>
                  <a:pt x="181141" y="113776"/>
                </a:lnTo>
                <a:lnTo>
                  <a:pt x="173735" y="137160"/>
                </a:lnTo>
                <a:lnTo>
                  <a:pt x="263143" y="137160"/>
                </a:lnTo>
                <a:lnTo>
                  <a:pt x="271271" y="143256"/>
                </a:lnTo>
                <a:lnTo>
                  <a:pt x="263434" y="147828"/>
                </a:lnTo>
                <a:lnTo>
                  <a:pt x="169163" y="147828"/>
                </a:lnTo>
                <a:lnTo>
                  <a:pt x="164353" y="159877"/>
                </a:lnTo>
                <a:lnTo>
                  <a:pt x="159257" y="171069"/>
                </a:lnTo>
                <a:lnTo>
                  <a:pt x="154162" y="181689"/>
                </a:lnTo>
                <a:lnTo>
                  <a:pt x="149351" y="192024"/>
                </a:lnTo>
                <a:lnTo>
                  <a:pt x="158383" y="198120"/>
                </a:lnTo>
                <a:lnTo>
                  <a:pt x="144779" y="198120"/>
                </a:lnTo>
                <a:lnTo>
                  <a:pt x="136850" y="212074"/>
                </a:lnTo>
                <a:lnTo>
                  <a:pt x="127063" y="226314"/>
                </a:lnTo>
                <a:lnTo>
                  <a:pt x="115847" y="240553"/>
                </a:lnTo>
                <a:lnTo>
                  <a:pt x="103631" y="254508"/>
                </a:lnTo>
                <a:close/>
              </a:path>
              <a:path w="390525" h="403860">
                <a:moveTo>
                  <a:pt x="263143" y="137160"/>
                </a:moveTo>
                <a:lnTo>
                  <a:pt x="227075" y="137160"/>
                </a:lnTo>
                <a:lnTo>
                  <a:pt x="240791" y="120396"/>
                </a:lnTo>
                <a:lnTo>
                  <a:pt x="263143" y="137160"/>
                </a:lnTo>
                <a:close/>
              </a:path>
              <a:path w="390525" h="403860">
                <a:moveTo>
                  <a:pt x="57911" y="403860"/>
                </a:moveTo>
                <a:lnTo>
                  <a:pt x="58793" y="377285"/>
                </a:lnTo>
                <a:lnTo>
                  <a:pt x="59245" y="354711"/>
                </a:lnTo>
                <a:lnTo>
                  <a:pt x="59337" y="344424"/>
                </a:lnTo>
                <a:lnTo>
                  <a:pt x="59435" y="143256"/>
                </a:lnTo>
                <a:lnTo>
                  <a:pt x="82295" y="143256"/>
                </a:lnTo>
                <a:lnTo>
                  <a:pt x="82354" y="329850"/>
                </a:lnTo>
                <a:lnTo>
                  <a:pt x="82534" y="341304"/>
                </a:lnTo>
                <a:lnTo>
                  <a:pt x="83581" y="373927"/>
                </a:lnTo>
                <a:lnTo>
                  <a:pt x="83819" y="391668"/>
                </a:lnTo>
                <a:lnTo>
                  <a:pt x="57911" y="403860"/>
                </a:lnTo>
                <a:close/>
              </a:path>
              <a:path w="390525" h="403860">
                <a:moveTo>
                  <a:pt x="94488" y="390144"/>
                </a:moveTo>
                <a:lnTo>
                  <a:pt x="91440" y="384048"/>
                </a:lnTo>
                <a:lnTo>
                  <a:pt x="111109" y="369784"/>
                </a:lnTo>
                <a:lnTo>
                  <a:pt x="128777" y="354520"/>
                </a:lnTo>
                <a:lnTo>
                  <a:pt x="156971" y="321564"/>
                </a:lnTo>
                <a:lnTo>
                  <a:pt x="179831" y="287274"/>
                </a:lnTo>
                <a:lnTo>
                  <a:pt x="198119" y="248412"/>
                </a:lnTo>
                <a:lnTo>
                  <a:pt x="213931" y="203835"/>
                </a:lnTo>
                <a:lnTo>
                  <a:pt x="228599" y="147828"/>
                </a:lnTo>
                <a:lnTo>
                  <a:pt x="263434" y="147828"/>
                </a:lnTo>
                <a:lnTo>
                  <a:pt x="252983" y="153924"/>
                </a:lnTo>
                <a:lnTo>
                  <a:pt x="243554" y="191404"/>
                </a:lnTo>
                <a:lnTo>
                  <a:pt x="233552" y="224028"/>
                </a:lnTo>
                <a:lnTo>
                  <a:pt x="211835" y="275844"/>
                </a:lnTo>
                <a:lnTo>
                  <a:pt x="187642" y="313563"/>
                </a:lnTo>
                <a:lnTo>
                  <a:pt x="160019" y="344424"/>
                </a:lnTo>
                <a:lnTo>
                  <a:pt x="128968" y="369570"/>
                </a:lnTo>
                <a:lnTo>
                  <a:pt x="112228" y="380428"/>
                </a:lnTo>
                <a:lnTo>
                  <a:pt x="94488" y="390144"/>
                </a:lnTo>
                <a:close/>
              </a:path>
              <a:path w="390525" h="403860">
                <a:moveTo>
                  <a:pt x="176783" y="259080"/>
                </a:moveTo>
                <a:lnTo>
                  <a:pt x="172211" y="259080"/>
                </a:lnTo>
                <a:lnTo>
                  <a:pt x="169163" y="254508"/>
                </a:lnTo>
                <a:lnTo>
                  <a:pt x="166115" y="242316"/>
                </a:lnTo>
                <a:lnTo>
                  <a:pt x="162996" y="230909"/>
                </a:lnTo>
                <a:lnTo>
                  <a:pt x="158305" y="219646"/>
                </a:lnTo>
                <a:lnTo>
                  <a:pt x="152185" y="208668"/>
                </a:lnTo>
                <a:lnTo>
                  <a:pt x="144779" y="198120"/>
                </a:lnTo>
                <a:lnTo>
                  <a:pt x="158383" y="198120"/>
                </a:lnTo>
                <a:lnTo>
                  <a:pt x="185927" y="227076"/>
                </a:lnTo>
                <a:lnTo>
                  <a:pt x="188975" y="231648"/>
                </a:lnTo>
                <a:lnTo>
                  <a:pt x="188975" y="240792"/>
                </a:lnTo>
                <a:lnTo>
                  <a:pt x="187451" y="246888"/>
                </a:lnTo>
                <a:lnTo>
                  <a:pt x="182879" y="251460"/>
                </a:lnTo>
                <a:lnTo>
                  <a:pt x="178307" y="257556"/>
                </a:lnTo>
                <a:lnTo>
                  <a:pt x="176783" y="259080"/>
                </a:lnTo>
                <a:close/>
              </a:path>
              <a:path w="390525" h="403860">
                <a:moveTo>
                  <a:pt x="376031" y="367855"/>
                </a:moveTo>
                <a:lnTo>
                  <a:pt x="336708" y="367855"/>
                </a:lnTo>
                <a:lnTo>
                  <a:pt x="344424" y="367284"/>
                </a:lnTo>
                <a:lnTo>
                  <a:pt x="350520" y="364236"/>
                </a:lnTo>
                <a:lnTo>
                  <a:pt x="353568" y="358140"/>
                </a:lnTo>
                <a:lnTo>
                  <a:pt x="353544" y="70818"/>
                </a:lnTo>
                <a:lnTo>
                  <a:pt x="353377" y="52197"/>
                </a:lnTo>
                <a:lnTo>
                  <a:pt x="352925" y="30718"/>
                </a:lnTo>
                <a:lnTo>
                  <a:pt x="352044" y="6096"/>
                </a:lnTo>
                <a:lnTo>
                  <a:pt x="390144" y="24384"/>
                </a:lnTo>
                <a:lnTo>
                  <a:pt x="376428" y="35052"/>
                </a:lnTo>
                <a:lnTo>
                  <a:pt x="376428" y="364236"/>
                </a:lnTo>
                <a:lnTo>
                  <a:pt x="376031" y="367855"/>
                </a:lnTo>
                <a:close/>
              </a:path>
              <a:path w="390525" h="403860">
                <a:moveTo>
                  <a:pt x="286511" y="306324"/>
                </a:moveTo>
                <a:lnTo>
                  <a:pt x="287393" y="280058"/>
                </a:lnTo>
                <a:lnTo>
                  <a:pt x="287845" y="258508"/>
                </a:lnTo>
                <a:lnTo>
                  <a:pt x="287912" y="109728"/>
                </a:lnTo>
                <a:lnTo>
                  <a:pt x="287845" y="104203"/>
                </a:lnTo>
                <a:lnTo>
                  <a:pt x="287393" y="91225"/>
                </a:lnTo>
                <a:lnTo>
                  <a:pt x="286511" y="79248"/>
                </a:lnTo>
                <a:lnTo>
                  <a:pt x="324612" y="96012"/>
                </a:lnTo>
                <a:lnTo>
                  <a:pt x="310895" y="109728"/>
                </a:lnTo>
                <a:lnTo>
                  <a:pt x="311003" y="241815"/>
                </a:lnTo>
                <a:lnTo>
                  <a:pt x="311086" y="249745"/>
                </a:lnTo>
                <a:lnTo>
                  <a:pt x="311538" y="269867"/>
                </a:lnTo>
                <a:lnTo>
                  <a:pt x="312419" y="294132"/>
                </a:lnTo>
                <a:lnTo>
                  <a:pt x="286511" y="306324"/>
                </a:lnTo>
                <a:close/>
              </a:path>
              <a:path w="390525" h="403860">
                <a:moveTo>
                  <a:pt x="341376" y="403860"/>
                </a:moveTo>
                <a:lnTo>
                  <a:pt x="337970" y="393263"/>
                </a:lnTo>
                <a:lnTo>
                  <a:pt x="327850" y="384238"/>
                </a:lnTo>
                <a:lnTo>
                  <a:pt x="311157" y="376642"/>
                </a:lnTo>
                <a:lnTo>
                  <a:pt x="288035" y="370332"/>
                </a:lnTo>
                <a:lnTo>
                  <a:pt x="289559" y="362712"/>
                </a:lnTo>
                <a:lnTo>
                  <a:pt x="309276" y="365569"/>
                </a:lnTo>
                <a:lnTo>
                  <a:pt x="324993" y="367284"/>
                </a:lnTo>
                <a:lnTo>
                  <a:pt x="336708" y="367855"/>
                </a:lnTo>
                <a:lnTo>
                  <a:pt x="376031" y="367855"/>
                </a:lnTo>
                <a:lnTo>
                  <a:pt x="375023" y="377070"/>
                </a:lnTo>
                <a:lnTo>
                  <a:pt x="368617" y="388048"/>
                </a:lnTo>
                <a:lnTo>
                  <a:pt x="357354" y="397025"/>
                </a:lnTo>
                <a:lnTo>
                  <a:pt x="341376" y="40386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pic>
        <p:nvPicPr>
          <p:cNvPr id="13" name="object 13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2369820" y="2569464"/>
            <a:ext cx="64008" cy="164592"/>
          </a:xfrm>
          <a:prstGeom prst="rect">
            <a:avLst/>
          </a:prstGeom>
        </p:spPr>
      </p:pic>
      <p:sp>
        <p:nvSpPr>
          <p:cNvPr id="14" name="object 14"/>
          <p:cNvSpPr/>
          <p:nvPr/>
        </p:nvSpPr>
        <p:spPr>
          <a:xfrm>
            <a:off x="2784348" y="2365247"/>
            <a:ext cx="836930" cy="405765"/>
          </a:xfrm>
          <a:custGeom>
            <a:avLst/>
            <a:gdLst/>
            <a:ahLst/>
            <a:cxnLst/>
            <a:rect l="l" t="t" r="r" b="b"/>
            <a:pathLst>
              <a:path w="836929" h="405764">
                <a:moveTo>
                  <a:pt x="155448" y="313944"/>
                </a:moveTo>
                <a:lnTo>
                  <a:pt x="118300" y="272186"/>
                </a:lnTo>
                <a:lnTo>
                  <a:pt x="96012" y="257556"/>
                </a:lnTo>
                <a:lnTo>
                  <a:pt x="89916" y="260604"/>
                </a:lnTo>
                <a:lnTo>
                  <a:pt x="102222" y="279450"/>
                </a:lnTo>
                <a:lnTo>
                  <a:pt x="111823" y="296989"/>
                </a:lnTo>
                <a:lnTo>
                  <a:pt x="118846" y="313118"/>
                </a:lnTo>
                <a:lnTo>
                  <a:pt x="123444" y="327660"/>
                </a:lnTo>
                <a:lnTo>
                  <a:pt x="126492" y="339852"/>
                </a:lnTo>
                <a:lnTo>
                  <a:pt x="131064" y="345948"/>
                </a:lnTo>
                <a:lnTo>
                  <a:pt x="138684" y="345948"/>
                </a:lnTo>
                <a:lnTo>
                  <a:pt x="147828" y="336804"/>
                </a:lnTo>
                <a:lnTo>
                  <a:pt x="152400" y="330708"/>
                </a:lnTo>
                <a:lnTo>
                  <a:pt x="155448" y="323088"/>
                </a:lnTo>
                <a:lnTo>
                  <a:pt x="155448" y="313944"/>
                </a:lnTo>
                <a:close/>
              </a:path>
              <a:path w="836929" h="405764">
                <a:moveTo>
                  <a:pt x="335280" y="28956"/>
                </a:moveTo>
                <a:lnTo>
                  <a:pt x="306324" y="6096"/>
                </a:lnTo>
                <a:lnTo>
                  <a:pt x="292608" y="24384"/>
                </a:lnTo>
                <a:lnTo>
                  <a:pt x="48768" y="24384"/>
                </a:lnTo>
                <a:lnTo>
                  <a:pt x="64008" y="41148"/>
                </a:lnTo>
                <a:lnTo>
                  <a:pt x="74307" y="38277"/>
                </a:lnTo>
                <a:lnTo>
                  <a:pt x="84772" y="36385"/>
                </a:lnTo>
                <a:lnTo>
                  <a:pt x="95504" y="35369"/>
                </a:lnTo>
                <a:lnTo>
                  <a:pt x="106680" y="35052"/>
                </a:lnTo>
                <a:lnTo>
                  <a:pt x="295656" y="35052"/>
                </a:lnTo>
                <a:lnTo>
                  <a:pt x="295656" y="88392"/>
                </a:lnTo>
                <a:lnTo>
                  <a:pt x="71628" y="88392"/>
                </a:lnTo>
                <a:lnTo>
                  <a:pt x="86868" y="105156"/>
                </a:lnTo>
                <a:lnTo>
                  <a:pt x="97167" y="102285"/>
                </a:lnTo>
                <a:lnTo>
                  <a:pt x="107632" y="100393"/>
                </a:lnTo>
                <a:lnTo>
                  <a:pt x="118364" y="99377"/>
                </a:lnTo>
                <a:lnTo>
                  <a:pt x="129540" y="99060"/>
                </a:lnTo>
                <a:lnTo>
                  <a:pt x="295656" y="99060"/>
                </a:lnTo>
                <a:lnTo>
                  <a:pt x="295656" y="156972"/>
                </a:lnTo>
                <a:lnTo>
                  <a:pt x="50292" y="156972"/>
                </a:lnTo>
                <a:lnTo>
                  <a:pt x="65532" y="172212"/>
                </a:lnTo>
                <a:lnTo>
                  <a:pt x="75831" y="170218"/>
                </a:lnTo>
                <a:lnTo>
                  <a:pt x="86296" y="168783"/>
                </a:lnTo>
                <a:lnTo>
                  <a:pt x="97028" y="167932"/>
                </a:lnTo>
                <a:lnTo>
                  <a:pt x="108204" y="167640"/>
                </a:lnTo>
                <a:lnTo>
                  <a:pt x="295656" y="167640"/>
                </a:lnTo>
                <a:lnTo>
                  <a:pt x="295656" y="192024"/>
                </a:lnTo>
                <a:lnTo>
                  <a:pt x="321564" y="181356"/>
                </a:lnTo>
                <a:lnTo>
                  <a:pt x="320979" y="167640"/>
                </a:lnTo>
                <a:lnTo>
                  <a:pt x="320675" y="160528"/>
                </a:lnTo>
                <a:lnTo>
                  <a:pt x="320230" y="130111"/>
                </a:lnTo>
                <a:lnTo>
                  <a:pt x="320090" y="99060"/>
                </a:lnTo>
                <a:lnTo>
                  <a:pt x="320040" y="41148"/>
                </a:lnTo>
                <a:lnTo>
                  <a:pt x="327660" y="35052"/>
                </a:lnTo>
                <a:lnTo>
                  <a:pt x="335280" y="28956"/>
                </a:lnTo>
                <a:close/>
              </a:path>
              <a:path w="836929" h="405764">
                <a:moveTo>
                  <a:pt x="393192" y="245364"/>
                </a:moveTo>
                <a:lnTo>
                  <a:pt x="355092" y="207264"/>
                </a:lnTo>
                <a:lnTo>
                  <a:pt x="327660" y="234696"/>
                </a:lnTo>
                <a:lnTo>
                  <a:pt x="280416" y="234696"/>
                </a:lnTo>
                <a:lnTo>
                  <a:pt x="280416" y="207264"/>
                </a:lnTo>
                <a:lnTo>
                  <a:pt x="295656" y="195072"/>
                </a:lnTo>
                <a:lnTo>
                  <a:pt x="252984" y="176784"/>
                </a:lnTo>
                <a:lnTo>
                  <a:pt x="253212" y="195072"/>
                </a:lnTo>
                <a:lnTo>
                  <a:pt x="253746" y="210883"/>
                </a:lnTo>
                <a:lnTo>
                  <a:pt x="254266" y="224155"/>
                </a:lnTo>
                <a:lnTo>
                  <a:pt x="254508" y="234696"/>
                </a:lnTo>
                <a:lnTo>
                  <a:pt x="0" y="234696"/>
                </a:lnTo>
                <a:lnTo>
                  <a:pt x="15240" y="251460"/>
                </a:lnTo>
                <a:lnTo>
                  <a:pt x="25539" y="248589"/>
                </a:lnTo>
                <a:lnTo>
                  <a:pt x="36004" y="246697"/>
                </a:lnTo>
                <a:lnTo>
                  <a:pt x="46736" y="245681"/>
                </a:lnTo>
                <a:lnTo>
                  <a:pt x="57912" y="245364"/>
                </a:lnTo>
                <a:lnTo>
                  <a:pt x="254508" y="245364"/>
                </a:lnTo>
                <a:lnTo>
                  <a:pt x="254508" y="353568"/>
                </a:lnTo>
                <a:lnTo>
                  <a:pt x="249936" y="359664"/>
                </a:lnTo>
                <a:lnTo>
                  <a:pt x="240792" y="359664"/>
                </a:lnTo>
                <a:lnTo>
                  <a:pt x="230733" y="359384"/>
                </a:lnTo>
                <a:lnTo>
                  <a:pt x="216408" y="358521"/>
                </a:lnTo>
                <a:lnTo>
                  <a:pt x="173736" y="355092"/>
                </a:lnTo>
                <a:lnTo>
                  <a:pt x="173736" y="362712"/>
                </a:lnTo>
                <a:lnTo>
                  <a:pt x="199758" y="371284"/>
                </a:lnTo>
                <a:lnTo>
                  <a:pt x="218503" y="381000"/>
                </a:lnTo>
                <a:lnTo>
                  <a:pt x="230098" y="391858"/>
                </a:lnTo>
                <a:lnTo>
                  <a:pt x="234696" y="403860"/>
                </a:lnTo>
                <a:lnTo>
                  <a:pt x="254698" y="394703"/>
                </a:lnTo>
                <a:lnTo>
                  <a:pt x="268986" y="383095"/>
                </a:lnTo>
                <a:lnTo>
                  <a:pt x="277558" y="368935"/>
                </a:lnTo>
                <a:lnTo>
                  <a:pt x="279120" y="359664"/>
                </a:lnTo>
                <a:lnTo>
                  <a:pt x="280416" y="352044"/>
                </a:lnTo>
                <a:lnTo>
                  <a:pt x="280416" y="245364"/>
                </a:lnTo>
                <a:lnTo>
                  <a:pt x="393192" y="245364"/>
                </a:lnTo>
                <a:close/>
              </a:path>
              <a:path w="836929" h="405764">
                <a:moveTo>
                  <a:pt x="621779" y="112776"/>
                </a:moveTo>
                <a:lnTo>
                  <a:pt x="592823" y="83820"/>
                </a:lnTo>
                <a:lnTo>
                  <a:pt x="574535" y="103632"/>
                </a:lnTo>
                <a:lnTo>
                  <a:pt x="551675" y="103632"/>
                </a:lnTo>
                <a:lnTo>
                  <a:pt x="551675" y="33528"/>
                </a:lnTo>
                <a:lnTo>
                  <a:pt x="566915" y="21336"/>
                </a:lnTo>
                <a:lnTo>
                  <a:pt x="525767" y="0"/>
                </a:lnTo>
                <a:lnTo>
                  <a:pt x="525995" y="21336"/>
                </a:lnTo>
                <a:lnTo>
                  <a:pt x="527062" y="74803"/>
                </a:lnTo>
                <a:lnTo>
                  <a:pt x="527291" y="103632"/>
                </a:lnTo>
                <a:lnTo>
                  <a:pt x="441947" y="103632"/>
                </a:lnTo>
                <a:lnTo>
                  <a:pt x="457187" y="118872"/>
                </a:lnTo>
                <a:lnTo>
                  <a:pt x="466839" y="116636"/>
                </a:lnTo>
                <a:lnTo>
                  <a:pt x="477189" y="114681"/>
                </a:lnTo>
                <a:lnTo>
                  <a:pt x="487845" y="113309"/>
                </a:lnTo>
                <a:lnTo>
                  <a:pt x="498335" y="112776"/>
                </a:lnTo>
                <a:lnTo>
                  <a:pt x="527291" y="112776"/>
                </a:lnTo>
                <a:lnTo>
                  <a:pt x="527291" y="201168"/>
                </a:lnTo>
                <a:lnTo>
                  <a:pt x="495858" y="212344"/>
                </a:lnTo>
                <a:lnTo>
                  <a:pt x="470141" y="220789"/>
                </a:lnTo>
                <a:lnTo>
                  <a:pt x="450138" y="226682"/>
                </a:lnTo>
                <a:lnTo>
                  <a:pt x="435851" y="230124"/>
                </a:lnTo>
                <a:lnTo>
                  <a:pt x="458711" y="263652"/>
                </a:lnTo>
                <a:lnTo>
                  <a:pt x="465569" y="255066"/>
                </a:lnTo>
                <a:lnTo>
                  <a:pt x="479285" y="245173"/>
                </a:lnTo>
                <a:lnTo>
                  <a:pt x="499859" y="233870"/>
                </a:lnTo>
                <a:lnTo>
                  <a:pt x="527291" y="220980"/>
                </a:lnTo>
                <a:lnTo>
                  <a:pt x="527291" y="358140"/>
                </a:lnTo>
                <a:lnTo>
                  <a:pt x="522719" y="364236"/>
                </a:lnTo>
                <a:lnTo>
                  <a:pt x="513575" y="364236"/>
                </a:lnTo>
                <a:lnTo>
                  <a:pt x="505244" y="363689"/>
                </a:lnTo>
                <a:lnTo>
                  <a:pt x="493763" y="362140"/>
                </a:lnTo>
                <a:lnTo>
                  <a:pt x="460235" y="356616"/>
                </a:lnTo>
                <a:lnTo>
                  <a:pt x="460235" y="365760"/>
                </a:lnTo>
                <a:lnTo>
                  <a:pt x="482244" y="374954"/>
                </a:lnTo>
                <a:lnTo>
                  <a:pt x="497954" y="384429"/>
                </a:lnTo>
                <a:lnTo>
                  <a:pt x="507390" y="394487"/>
                </a:lnTo>
                <a:lnTo>
                  <a:pt x="510527" y="405384"/>
                </a:lnTo>
                <a:lnTo>
                  <a:pt x="527672" y="397408"/>
                </a:lnTo>
                <a:lnTo>
                  <a:pt x="540245" y="387286"/>
                </a:lnTo>
                <a:lnTo>
                  <a:pt x="548246" y="375170"/>
                </a:lnTo>
                <a:lnTo>
                  <a:pt x="550938" y="364236"/>
                </a:lnTo>
                <a:lnTo>
                  <a:pt x="551675" y="361188"/>
                </a:lnTo>
                <a:lnTo>
                  <a:pt x="551675" y="220980"/>
                </a:lnTo>
                <a:lnTo>
                  <a:pt x="551675" y="210312"/>
                </a:lnTo>
                <a:lnTo>
                  <a:pt x="584441" y="193548"/>
                </a:lnTo>
                <a:lnTo>
                  <a:pt x="617207" y="176784"/>
                </a:lnTo>
                <a:lnTo>
                  <a:pt x="614159" y="169164"/>
                </a:lnTo>
                <a:lnTo>
                  <a:pt x="551675" y="193548"/>
                </a:lnTo>
                <a:lnTo>
                  <a:pt x="551675" y="112776"/>
                </a:lnTo>
                <a:lnTo>
                  <a:pt x="621779" y="112776"/>
                </a:lnTo>
                <a:close/>
              </a:path>
              <a:path w="836929" h="405764">
                <a:moveTo>
                  <a:pt x="795515" y="64008"/>
                </a:moveTo>
                <a:lnTo>
                  <a:pt x="764082" y="40386"/>
                </a:lnTo>
                <a:lnTo>
                  <a:pt x="728459" y="25908"/>
                </a:lnTo>
                <a:lnTo>
                  <a:pt x="725411" y="32004"/>
                </a:lnTo>
                <a:lnTo>
                  <a:pt x="739368" y="45415"/>
                </a:lnTo>
                <a:lnTo>
                  <a:pt x="751319" y="58102"/>
                </a:lnTo>
                <a:lnTo>
                  <a:pt x="760996" y="69938"/>
                </a:lnTo>
                <a:lnTo>
                  <a:pt x="768083" y="80772"/>
                </a:lnTo>
                <a:lnTo>
                  <a:pt x="772655" y="89916"/>
                </a:lnTo>
                <a:lnTo>
                  <a:pt x="777227" y="94488"/>
                </a:lnTo>
                <a:lnTo>
                  <a:pt x="784847" y="94488"/>
                </a:lnTo>
                <a:lnTo>
                  <a:pt x="787895" y="92964"/>
                </a:lnTo>
                <a:lnTo>
                  <a:pt x="790943" y="88392"/>
                </a:lnTo>
                <a:lnTo>
                  <a:pt x="793991" y="85344"/>
                </a:lnTo>
                <a:lnTo>
                  <a:pt x="795515" y="79248"/>
                </a:lnTo>
                <a:lnTo>
                  <a:pt x="795515" y="64008"/>
                </a:lnTo>
                <a:close/>
              </a:path>
              <a:path w="836929" h="405764">
                <a:moveTo>
                  <a:pt x="836663" y="399288"/>
                </a:moveTo>
                <a:lnTo>
                  <a:pt x="836549" y="394487"/>
                </a:lnTo>
                <a:lnTo>
                  <a:pt x="835139" y="391668"/>
                </a:lnTo>
                <a:lnTo>
                  <a:pt x="833615" y="390144"/>
                </a:lnTo>
                <a:lnTo>
                  <a:pt x="829386" y="383006"/>
                </a:lnTo>
                <a:lnTo>
                  <a:pt x="822096" y="327837"/>
                </a:lnTo>
                <a:lnTo>
                  <a:pt x="821804" y="312229"/>
                </a:lnTo>
                <a:lnTo>
                  <a:pt x="822096" y="297497"/>
                </a:lnTo>
                <a:lnTo>
                  <a:pt x="822947" y="283464"/>
                </a:lnTo>
                <a:lnTo>
                  <a:pt x="815327" y="283464"/>
                </a:lnTo>
                <a:lnTo>
                  <a:pt x="798563" y="362712"/>
                </a:lnTo>
                <a:lnTo>
                  <a:pt x="774280" y="350126"/>
                </a:lnTo>
                <a:lnTo>
                  <a:pt x="751700" y="332803"/>
                </a:lnTo>
                <a:lnTo>
                  <a:pt x="730846" y="310642"/>
                </a:lnTo>
                <a:lnTo>
                  <a:pt x="723519" y="300228"/>
                </a:lnTo>
                <a:lnTo>
                  <a:pt x="711695" y="283464"/>
                </a:lnTo>
                <a:lnTo>
                  <a:pt x="733132" y="264401"/>
                </a:lnTo>
                <a:lnTo>
                  <a:pt x="738568" y="259080"/>
                </a:lnTo>
                <a:lnTo>
                  <a:pt x="753986" y="244030"/>
                </a:lnTo>
                <a:lnTo>
                  <a:pt x="774217" y="222885"/>
                </a:lnTo>
                <a:lnTo>
                  <a:pt x="793991" y="201168"/>
                </a:lnTo>
                <a:lnTo>
                  <a:pt x="810755" y="198120"/>
                </a:lnTo>
                <a:lnTo>
                  <a:pt x="778751" y="166116"/>
                </a:lnTo>
                <a:lnTo>
                  <a:pt x="765352" y="187286"/>
                </a:lnTo>
                <a:lnTo>
                  <a:pt x="748080" y="209740"/>
                </a:lnTo>
                <a:lnTo>
                  <a:pt x="727113" y="233629"/>
                </a:lnTo>
                <a:lnTo>
                  <a:pt x="702551" y="259080"/>
                </a:lnTo>
                <a:lnTo>
                  <a:pt x="696556" y="233629"/>
                </a:lnTo>
                <a:lnTo>
                  <a:pt x="692264" y="205359"/>
                </a:lnTo>
                <a:lnTo>
                  <a:pt x="689698" y="174218"/>
                </a:lnTo>
                <a:lnTo>
                  <a:pt x="688886" y="141732"/>
                </a:lnTo>
                <a:lnTo>
                  <a:pt x="688835" y="140208"/>
                </a:lnTo>
                <a:lnTo>
                  <a:pt x="829043" y="129540"/>
                </a:lnTo>
                <a:lnTo>
                  <a:pt x="793991" y="99060"/>
                </a:lnTo>
                <a:lnTo>
                  <a:pt x="772655" y="121920"/>
                </a:lnTo>
                <a:lnTo>
                  <a:pt x="688835" y="129540"/>
                </a:lnTo>
                <a:lnTo>
                  <a:pt x="689025" y="80772"/>
                </a:lnTo>
                <a:lnTo>
                  <a:pt x="690359" y="33528"/>
                </a:lnTo>
                <a:lnTo>
                  <a:pt x="705599" y="21336"/>
                </a:lnTo>
                <a:lnTo>
                  <a:pt x="662927" y="1524"/>
                </a:lnTo>
                <a:lnTo>
                  <a:pt x="663168" y="25908"/>
                </a:lnTo>
                <a:lnTo>
                  <a:pt x="664184" y="88392"/>
                </a:lnTo>
                <a:lnTo>
                  <a:pt x="664451" y="131064"/>
                </a:lnTo>
                <a:lnTo>
                  <a:pt x="591299" y="135636"/>
                </a:lnTo>
                <a:lnTo>
                  <a:pt x="608063" y="152400"/>
                </a:lnTo>
                <a:lnTo>
                  <a:pt x="621779" y="144780"/>
                </a:lnTo>
                <a:lnTo>
                  <a:pt x="664451" y="141732"/>
                </a:lnTo>
                <a:lnTo>
                  <a:pt x="666457" y="185458"/>
                </a:lnTo>
                <a:lnTo>
                  <a:pt x="670166" y="222821"/>
                </a:lnTo>
                <a:lnTo>
                  <a:pt x="675601" y="254038"/>
                </a:lnTo>
                <a:lnTo>
                  <a:pt x="682739" y="278892"/>
                </a:lnTo>
                <a:lnTo>
                  <a:pt x="658164" y="301117"/>
                </a:lnTo>
                <a:lnTo>
                  <a:pt x="632447" y="321754"/>
                </a:lnTo>
                <a:lnTo>
                  <a:pt x="605586" y="340410"/>
                </a:lnTo>
                <a:lnTo>
                  <a:pt x="577583" y="356616"/>
                </a:lnTo>
                <a:lnTo>
                  <a:pt x="580631" y="362712"/>
                </a:lnTo>
                <a:lnTo>
                  <a:pt x="608088" y="351028"/>
                </a:lnTo>
                <a:lnTo>
                  <a:pt x="635685" y="336613"/>
                </a:lnTo>
                <a:lnTo>
                  <a:pt x="663575" y="319646"/>
                </a:lnTo>
                <a:lnTo>
                  <a:pt x="691883" y="300228"/>
                </a:lnTo>
                <a:lnTo>
                  <a:pt x="709079" y="323926"/>
                </a:lnTo>
                <a:lnTo>
                  <a:pt x="744588" y="362140"/>
                </a:lnTo>
                <a:lnTo>
                  <a:pt x="782396" y="386676"/>
                </a:lnTo>
                <a:lnTo>
                  <a:pt x="819899" y="400812"/>
                </a:lnTo>
                <a:lnTo>
                  <a:pt x="830567" y="400812"/>
                </a:lnTo>
                <a:lnTo>
                  <a:pt x="836663" y="39928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" name="object 15"/>
          <p:cNvSpPr/>
          <p:nvPr/>
        </p:nvSpPr>
        <p:spPr>
          <a:xfrm>
            <a:off x="3672839" y="2432304"/>
            <a:ext cx="396240" cy="281940"/>
          </a:xfrm>
          <a:custGeom>
            <a:avLst/>
            <a:gdLst/>
            <a:ahLst/>
            <a:cxnLst/>
            <a:rect l="l" t="t" r="r" b="b"/>
            <a:pathLst>
              <a:path w="396239" h="281939">
                <a:moveTo>
                  <a:pt x="59436" y="39624"/>
                </a:moveTo>
                <a:lnTo>
                  <a:pt x="42672" y="24384"/>
                </a:lnTo>
                <a:lnTo>
                  <a:pt x="298703" y="24384"/>
                </a:lnTo>
                <a:lnTo>
                  <a:pt x="323088" y="0"/>
                </a:lnTo>
                <a:lnTo>
                  <a:pt x="358140" y="33528"/>
                </a:lnTo>
                <a:lnTo>
                  <a:pt x="99060" y="33528"/>
                </a:lnTo>
                <a:lnTo>
                  <a:pt x="88796" y="34051"/>
                </a:lnTo>
                <a:lnTo>
                  <a:pt x="78676" y="35433"/>
                </a:lnTo>
                <a:lnTo>
                  <a:pt x="68841" y="37385"/>
                </a:lnTo>
                <a:lnTo>
                  <a:pt x="59436" y="39624"/>
                </a:lnTo>
                <a:close/>
              </a:path>
              <a:path w="396239" h="281939">
                <a:moveTo>
                  <a:pt x="15240" y="281940"/>
                </a:moveTo>
                <a:lnTo>
                  <a:pt x="0" y="265176"/>
                </a:lnTo>
                <a:lnTo>
                  <a:pt x="323088" y="265176"/>
                </a:lnTo>
                <a:lnTo>
                  <a:pt x="355092" y="234696"/>
                </a:lnTo>
                <a:lnTo>
                  <a:pt x="396240" y="275844"/>
                </a:lnTo>
                <a:lnTo>
                  <a:pt x="59436" y="275844"/>
                </a:lnTo>
                <a:lnTo>
                  <a:pt x="47386" y="276153"/>
                </a:lnTo>
                <a:lnTo>
                  <a:pt x="36195" y="277177"/>
                </a:lnTo>
                <a:lnTo>
                  <a:pt x="25574" y="279058"/>
                </a:lnTo>
                <a:lnTo>
                  <a:pt x="15240" y="28194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" name="object 16"/>
          <p:cNvSpPr/>
          <p:nvPr/>
        </p:nvSpPr>
        <p:spPr>
          <a:xfrm>
            <a:off x="4116323" y="2366772"/>
            <a:ext cx="402590" cy="403860"/>
          </a:xfrm>
          <a:custGeom>
            <a:avLst/>
            <a:gdLst/>
            <a:ahLst/>
            <a:cxnLst/>
            <a:rect l="l" t="t" r="r" b="b"/>
            <a:pathLst>
              <a:path w="402589" h="403860">
                <a:moveTo>
                  <a:pt x="365760" y="205739"/>
                </a:moveTo>
                <a:lnTo>
                  <a:pt x="314515" y="168973"/>
                </a:lnTo>
                <a:lnTo>
                  <a:pt x="275844" y="121920"/>
                </a:lnTo>
                <a:lnTo>
                  <a:pt x="247078" y="65532"/>
                </a:lnTo>
                <a:lnTo>
                  <a:pt x="228600" y="0"/>
                </a:lnTo>
                <a:lnTo>
                  <a:pt x="262128" y="15240"/>
                </a:lnTo>
                <a:lnTo>
                  <a:pt x="248412" y="22860"/>
                </a:lnTo>
                <a:lnTo>
                  <a:pt x="259246" y="56054"/>
                </a:lnTo>
                <a:lnTo>
                  <a:pt x="290631" y="109870"/>
                </a:lnTo>
                <a:lnTo>
                  <a:pt x="332898" y="148518"/>
                </a:lnTo>
                <a:lnTo>
                  <a:pt x="378618" y="171997"/>
                </a:lnTo>
                <a:lnTo>
                  <a:pt x="402336" y="178308"/>
                </a:lnTo>
                <a:lnTo>
                  <a:pt x="402336" y="182880"/>
                </a:lnTo>
                <a:lnTo>
                  <a:pt x="390620" y="186023"/>
                </a:lnTo>
                <a:lnTo>
                  <a:pt x="380619" y="190881"/>
                </a:lnTo>
                <a:lnTo>
                  <a:pt x="372332" y="197453"/>
                </a:lnTo>
                <a:lnTo>
                  <a:pt x="365760" y="205739"/>
                </a:lnTo>
                <a:close/>
              </a:path>
              <a:path w="402589" h="403860">
                <a:moveTo>
                  <a:pt x="3048" y="219456"/>
                </a:moveTo>
                <a:lnTo>
                  <a:pt x="0" y="214884"/>
                </a:lnTo>
                <a:lnTo>
                  <a:pt x="21383" y="195738"/>
                </a:lnTo>
                <a:lnTo>
                  <a:pt x="41910" y="174879"/>
                </a:lnTo>
                <a:lnTo>
                  <a:pt x="79248" y="128016"/>
                </a:lnTo>
                <a:lnTo>
                  <a:pt x="112014" y="74295"/>
                </a:lnTo>
                <a:lnTo>
                  <a:pt x="140208" y="9144"/>
                </a:lnTo>
                <a:lnTo>
                  <a:pt x="175260" y="35052"/>
                </a:lnTo>
                <a:lnTo>
                  <a:pt x="160020" y="44196"/>
                </a:lnTo>
                <a:lnTo>
                  <a:pt x="144637" y="71032"/>
                </a:lnTo>
                <a:lnTo>
                  <a:pt x="128397" y="96583"/>
                </a:lnTo>
                <a:lnTo>
                  <a:pt x="94488" y="143256"/>
                </a:lnTo>
                <a:lnTo>
                  <a:pt x="53340" y="184213"/>
                </a:lnTo>
                <a:lnTo>
                  <a:pt x="29337" y="202620"/>
                </a:lnTo>
                <a:lnTo>
                  <a:pt x="3048" y="219456"/>
                </a:lnTo>
                <a:close/>
              </a:path>
              <a:path w="402589" h="403860">
                <a:moveTo>
                  <a:pt x="86868" y="192024"/>
                </a:moveTo>
                <a:lnTo>
                  <a:pt x="73152" y="178308"/>
                </a:lnTo>
                <a:lnTo>
                  <a:pt x="271272" y="178308"/>
                </a:lnTo>
                <a:lnTo>
                  <a:pt x="288036" y="160020"/>
                </a:lnTo>
                <a:lnTo>
                  <a:pt x="312420" y="184404"/>
                </a:lnTo>
                <a:lnTo>
                  <a:pt x="306541" y="188975"/>
                </a:lnTo>
                <a:lnTo>
                  <a:pt x="102108" y="188975"/>
                </a:lnTo>
                <a:lnTo>
                  <a:pt x="86868" y="192024"/>
                </a:lnTo>
                <a:close/>
              </a:path>
              <a:path w="402589" h="403860">
                <a:moveTo>
                  <a:pt x="21336" y="403860"/>
                </a:moveTo>
                <a:lnTo>
                  <a:pt x="18288" y="397764"/>
                </a:lnTo>
                <a:lnTo>
                  <a:pt x="54006" y="376332"/>
                </a:lnTo>
                <a:lnTo>
                  <a:pt x="83439" y="353187"/>
                </a:lnTo>
                <a:lnTo>
                  <a:pt x="123444" y="301751"/>
                </a:lnTo>
                <a:lnTo>
                  <a:pt x="145161" y="246507"/>
                </a:lnTo>
                <a:lnTo>
                  <a:pt x="155448" y="188975"/>
                </a:lnTo>
                <a:lnTo>
                  <a:pt x="184404" y="188975"/>
                </a:lnTo>
                <a:lnTo>
                  <a:pt x="168211" y="257175"/>
                </a:lnTo>
                <a:lnTo>
                  <a:pt x="141732" y="313944"/>
                </a:lnTo>
                <a:lnTo>
                  <a:pt x="96393" y="362331"/>
                </a:lnTo>
                <a:lnTo>
                  <a:pt x="62436" y="383809"/>
                </a:lnTo>
                <a:lnTo>
                  <a:pt x="21336" y="403860"/>
                </a:lnTo>
                <a:close/>
              </a:path>
              <a:path w="402589" h="403860">
                <a:moveTo>
                  <a:pt x="281723" y="361521"/>
                </a:moveTo>
                <a:lnTo>
                  <a:pt x="232195" y="361521"/>
                </a:lnTo>
                <a:lnTo>
                  <a:pt x="240792" y="361188"/>
                </a:lnTo>
                <a:lnTo>
                  <a:pt x="246459" y="360021"/>
                </a:lnTo>
                <a:lnTo>
                  <a:pt x="264033" y="324850"/>
                </a:lnTo>
                <a:lnTo>
                  <a:pt x="270891" y="248364"/>
                </a:lnTo>
                <a:lnTo>
                  <a:pt x="274320" y="188975"/>
                </a:lnTo>
                <a:lnTo>
                  <a:pt x="306541" y="188975"/>
                </a:lnTo>
                <a:lnTo>
                  <a:pt x="298703" y="195072"/>
                </a:lnTo>
                <a:lnTo>
                  <a:pt x="296074" y="257175"/>
                </a:lnTo>
                <a:lnTo>
                  <a:pt x="292608" y="305562"/>
                </a:lnTo>
                <a:lnTo>
                  <a:pt x="287988" y="340375"/>
                </a:lnTo>
                <a:lnTo>
                  <a:pt x="281940" y="361188"/>
                </a:lnTo>
                <a:lnTo>
                  <a:pt x="281723" y="361521"/>
                </a:lnTo>
                <a:close/>
              </a:path>
              <a:path w="402589" h="403860">
                <a:moveTo>
                  <a:pt x="233172" y="402336"/>
                </a:moveTo>
                <a:lnTo>
                  <a:pt x="227695" y="389501"/>
                </a:lnTo>
                <a:lnTo>
                  <a:pt x="217932" y="378523"/>
                </a:lnTo>
                <a:lnTo>
                  <a:pt x="203596" y="369546"/>
                </a:lnTo>
                <a:lnTo>
                  <a:pt x="184404" y="362712"/>
                </a:lnTo>
                <a:lnTo>
                  <a:pt x="184404" y="355092"/>
                </a:lnTo>
                <a:lnTo>
                  <a:pt x="204144" y="358187"/>
                </a:lnTo>
                <a:lnTo>
                  <a:pt x="220027" y="360426"/>
                </a:lnTo>
                <a:lnTo>
                  <a:pt x="232195" y="361521"/>
                </a:lnTo>
                <a:lnTo>
                  <a:pt x="281723" y="361521"/>
                </a:lnTo>
                <a:lnTo>
                  <a:pt x="273034" y="374904"/>
                </a:lnTo>
                <a:lnTo>
                  <a:pt x="262128" y="386334"/>
                </a:lnTo>
                <a:lnTo>
                  <a:pt x="248935" y="395478"/>
                </a:lnTo>
                <a:lnTo>
                  <a:pt x="233172" y="40233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" name="object 17"/>
          <p:cNvSpPr/>
          <p:nvPr/>
        </p:nvSpPr>
        <p:spPr>
          <a:xfrm>
            <a:off x="4578096" y="2377439"/>
            <a:ext cx="373380" cy="381000"/>
          </a:xfrm>
          <a:custGeom>
            <a:avLst/>
            <a:gdLst/>
            <a:ahLst/>
            <a:cxnLst/>
            <a:rect l="l" t="t" r="r" b="b"/>
            <a:pathLst>
              <a:path w="373379" h="381000">
                <a:moveTo>
                  <a:pt x="24383" y="380999"/>
                </a:moveTo>
                <a:lnTo>
                  <a:pt x="0" y="358139"/>
                </a:lnTo>
                <a:lnTo>
                  <a:pt x="10667" y="348996"/>
                </a:lnTo>
                <a:lnTo>
                  <a:pt x="10667" y="106679"/>
                </a:lnTo>
                <a:lnTo>
                  <a:pt x="10429" y="82676"/>
                </a:lnTo>
                <a:lnTo>
                  <a:pt x="9382" y="34670"/>
                </a:lnTo>
                <a:lnTo>
                  <a:pt x="9143" y="10667"/>
                </a:lnTo>
                <a:lnTo>
                  <a:pt x="35051" y="24383"/>
                </a:lnTo>
                <a:lnTo>
                  <a:pt x="303275" y="24383"/>
                </a:lnTo>
                <a:lnTo>
                  <a:pt x="329183" y="0"/>
                </a:lnTo>
                <a:lnTo>
                  <a:pt x="359663" y="35051"/>
                </a:lnTo>
                <a:lnTo>
                  <a:pt x="239267" y="35051"/>
                </a:lnTo>
                <a:lnTo>
                  <a:pt x="239267" y="243839"/>
                </a:lnTo>
                <a:lnTo>
                  <a:pt x="240649" y="258079"/>
                </a:lnTo>
                <a:lnTo>
                  <a:pt x="244601" y="268604"/>
                </a:lnTo>
                <a:lnTo>
                  <a:pt x="250840" y="275129"/>
                </a:lnTo>
                <a:lnTo>
                  <a:pt x="259079" y="277367"/>
                </a:lnTo>
                <a:lnTo>
                  <a:pt x="306324" y="277367"/>
                </a:lnTo>
                <a:lnTo>
                  <a:pt x="329183" y="195071"/>
                </a:lnTo>
                <a:lnTo>
                  <a:pt x="336804" y="195071"/>
                </a:lnTo>
                <a:lnTo>
                  <a:pt x="339852" y="245363"/>
                </a:lnTo>
                <a:lnTo>
                  <a:pt x="361187" y="271272"/>
                </a:lnTo>
                <a:lnTo>
                  <a:pt x="353139" y="283011"/>
                </a:lnTo>
                <a:lnTo>
                  <a:pt x="342519" y="290893"/>
                </a:lnTo>
                <a:lnTo>
                  <a:pt x="329041" y="295060"/>
                </a:lnTo>
                <a:lnTo>
                  <a:pt x="312419" y="295655"/>
                </a:lnTo>
                <a:lnTo>
                  <a:pt x="248411" y="295655"/>
                </a:lnTo>
                <a:lnTo>
                  <a:pt x="234434" y="293131"/>
                </a:lnTo>
                <a:lnTo>
                  <a:pt x="224599" y="285749"/>
                </a:lnTo>
                <a:lnTo>
                  <a:pt x="219051" y="273796"/>
                </a:lnTo>
                <a:lnTo>
                  <a:pt x="217931" y="257555"/>
                </a:lnTo>
                <a:lnTo>
                  <a:pt x="217931" y="35051"/>
                </a:lnTo>
                <a:lnTo>
                  <a:pt x="144779" y="35051"/>
                </a:lnTo>
                <a:lnTo>
                  <a:pt x="143636" y="88391"/>
                </a:lnTo>
                <a:lnTo>
                  <a:pt x="140207" y="137159"/>
                </a:lnTo>
                <a:lnTo>
                  <a:pt x="133540" y="182879"/>
                </a:lnTo>
                <a:lnTo>
                  <a:pt x="118871" y="228599"/>
                </a:lnTo>
                <a:lnTo>
                  <a:pt x="93916" y="274320"/>
                </a:lnTo>
                <a:lnTo>
                  <a:pt x="56387" y="320039"/>
                </a:lnTo>
                <a:lnTo>
                  <a:pt x="50291" y="315467"/>
                </a:lnTo>
                <a:lnTo>
                  <a:pt x="66270" y="291798"/>
                </a:lnTo>
                <a:lnTo>
                  <a:pt x="79819" y="268985"/>
                </a:lnTo>
                <a:lnTo>
                  <a:pt x="99059" y="227075"/>
                </a:lnTo>
                <a:lnTo>
                  <a:pt x="110299" y="184784"/>
                </a:lnTo>
                <a:lnTo>
                  <a:pt x="117824" y="116490"/>
                </a:lnTo>
                <a:lnTo>
                  <a:pt x="120110" y="63912"/>
                </a:lnTo>
                <a:lnTo>
                  <a:pt x="120395" y="35051"/>
                </a:lnTo>
                <a:lnTo>
                  <a:pt x="35051" y="35051"/>
                </a:lnTo>
                <a:lnTo>
                  <a:pt x="35051" y="355091"/>
                </a:lnTo>
                <a:lnTo>
                  <a:pt x="310895" y="355091"/>
                </a:lnTo>
                <a:lnTo>
                  <a:pt x="336804" y="329184"/>
                </a:lnTo>
                <a:lnTo>
                  <a:pt x="373380" y="365760"/>
                </a:lnTo>
                <a:lnTo>
                  <a:pt x="36575" y="365760"/>
                </a:lnTo>
                <a:lnTo>
                  <a:pt x="24383" y="38099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" name="object 18"/>
          <p:cNvSpPr/>
          <p:nvPr/>
        </p:nvSpPr>
        <p:spPr>
          <a:xfrm>
            <a:off x="5000243" y="2382011"/>
            <a:ext cx="408940" cy="382905"/>
          </a:xfrm>
          <a:custGeom>
            <a:avLst/>
            <a:gdLst/>
            <a:ahLst/>
            <a:cxnLst/>
            <a:rect l="l" t="t" r="r" b="b"/>
            <a:pathLst>
              <a:path w="408939" h="382905">
                <a:moveTo>
                  <a:pt x="242316" y="36576"/>
                </a:moveTo>
                <a:lnTo>
                  <a:pt x="225552" y="19812"/>
                </a:lnTo>
                <a:lnTo>
                  <a:pt x="347472" y="19812"/>
                </a:lnTo>
                <a:lnTo>
                  <a:pt x="359664" y="4572"/>
                </a:lnTo>
                <a:lnTo>
                  <a:pt x="385572" y="25908"/>
                </a:lnTo>
                <a:lnTo>
                  <a:pt x="380346" y="30480"/>
                </a:lnTo>
                <a:lnTo>
                  <a:pt x="283464" y="30480"/>
                </a:lnTo>
                <a:lnTo>
                  <a:pt x="272319" y="30789"/>
                </a:lnTo>
                <a:lnTo>
                  <a:pt x="261747" y="31813"/>
                </a:lnTo>
                <a:lnTo>
                  <a:pt x="251745" y="33694"/>
                </a:lnTo>
                <a:lnTo>
                  <a:pt x="242316" y="36576"/>
                </a:lnTo>
                <a:close/>
              </a:path>
              <a:path w="408939" h="382905">
                <a:moveTo>
                  <a:pt x="375317" y="144780"/>
                </a:moveTo>
                <a:lnTo>
                  <a:pt x="352044" y="144780"/>
                </a:lnTo>
                <a:lnTo>
                  <a:pt x="352044" y="30480"/>
                </a:lnTo>
                <a:lnTo>
                  <a:pt x="380346" y="30480"/>
                </a:lnTo>
                <a:lnTo>
                  <a:pt x="373380" y="36576"/>
                </a:lnTo>
                <a:lnTo>
                  <a:pt x="373641" y="78295"/>
                </a:lnTo>
                <a:lnTo>
                  <a:pt x="374332" y="114300"/>
                </a:lnTo>
                <a:lnTo>
                  <a:pt x="375317" y="144780"/>
                </a:lnTo>
                <a:close/>
              </a:path>
              <a:path w="408939" h="382905">
                <a:moveTo>
                  <a:pt x="368808" y="364236"/>
                </a:moveTo>
                <a:lnTo>
                  <a:pt x="278892" y="364236"/>
                </a:lnTo>
                <a:lnTo>
                  <a:pt x="258913" y="363378"/>
                </a:lnTo>
                <a:lnTo>
                  <a:pt x="244792" y="356235"/>
                </a:lnTo>
                <a:lnTo>
                  <a:pt x="236672" y="342804"/>
                </a:lnTo>
                <a:lnTo>
                  <a:pt x="234696" y="323088"/>
                </a:lnTo>
                <a:lnTo>
                  <a:pt x="234672" y="253626"/>
                </a:lnTo>
                <a:lnTo>
                  <a:pt x="234505" y="198310"/>
                </a:lnTo>
                <a:lnTo>
                  <a:pt x="234053" y="156995"/>
                </a:lnTo>
                <a:lnTo>
                  <a:pt x="233172" y="129540"/>
                </a:lnTo>
                <a:lnTo>
                  <a:pt x="257556" y="144780"/>
                </a:lnTo>
                <a:lnTo>
                  <a:pt x="375317" y="144780"/>
                </a:lnTo>
                <a:lnTo>
                  <a:pt x="375803" y="155448"/>
                </a:lnTo>
                <a:lnTo>
                  <a:pt x="257556" y="155448"/>
                </a:lnTo>
                <a:lnTo>
                  <a:pt x="257556" y="315468"/>
                </a:lnTo>
                <a:lnTo>
                  <a:pt x="259270" y="329231"/>
                </a:lnTo>
                <a:lnTo>
                  <a:pt x="264414" y="338709"/>
                </a:lnTo>
                <a:lnTo>
                  <a:pt x="272986" y="344185"/>
                </a:lnTo>
                <a:lnTo>
                  <a:pt x="284988" y="345948"/>
                </a:lnTo>
                <a:lnTo>
                  <a:pt x="404883" y="345948"/>
                </a:lnTo>
                <a:lnTo>
                  <a:pt x="401597" y="351591"/>
                </a:lnTo>
                <a:lnTo>
                  <a:pt x="392620" y="359473"/>
                </a:lnTo>
                <a:lnTo>
                  <a:pt x="381642" y="363640"/>
                </a:lnTo>
                <a:lnTo>
                  <a:pt x="368808" y="364236"/>
                </a:lnTo>
                <a:close/>
              </a:path>
              <a:path w="408939" h="382905">
                <a:moveTo>
                  <a:pt x="352044" y="179832"/>
                </a:moveTo>
                <a:lnTo>
                  <a:pt x="352044" y="155448"/>
                </a:lnTo>
                <a:lnTo>
                  <a:pt x="375803" y="155448"/>
                </a:lnTo>
                <a:lnTo>
                  <a:pt x="376428" y="169164"/>
                </a:lnTo>
                <a:lnTo>
                  <a:pt x="352044" y="179832"/>
                </a:lnTo>
                <a:close/>
              </a:path>
              <a:path w="408939" h="382905">
                <a:moveTo>
                  <a:pt x="404883" y="345948"/>
                </a:moveTo>
                <a:lnTo>
                  <a:pt x="364236" y="345948"/>
                </a:lnTo>
                <a:lnTo>
                  <a:pt x="370332" y="339852"/>
                </a:lnTo>
                <a:lnTo>
                  <a:pt x="371856" y="327660"/>
                </a:lnTo>
                <a:lnTo>
                  <a:pt x="373880" y="317420"/>
                </a:lnTo>
                <a:lnTo>
                  <a:pt x="375475" y="302895"/>
                </a:lnTo>
                <a:lnTo>
                  <a:pt x="376785" y="284368"/>
                </a:lnTo>
                <a:lnTo>
                  <a:pt x="377952" y="262128"/>
                </a:lnTo>
                <a:lnTo>
                  <a:pt x="385572" y="262128"/>
                </a:lnTo>
                <a:lnTo>
                  <a:pt x="388143" y="306705"/>
                </a:lnTo>
                <a:lnTo>
                  <a:pt x="408432" y="339852"/>
                </a:lnTo>
                <a:lnTo>
                  <a:pt x="404883" y="345948"/>
                </a:lnTo>
                <a:close/>
              </a:path>
              <a:path w="408939" h="382905">
                <a:moveTo>
                  <a:pt x="15240" y="36576"/>
                </a:moveTo>
                <a:lnTo>
                  <a:pt x="0" y="19812"/>
                </a:lnTo>
                <a:lnTo>
                  <a:pt x="175260" y="19812"/>
                </a:lnTo>
                <a:lnTo>
                  <a:pt x="196596" y="0"/>
                </a:lnTo>
                <a:lnTo>
                  <a:pt x="224028" y="30480"/>
                </a:lnTo>
                <a:lnTo>
                  <a:pt x="57912" y="30480"/>
                </a:lnTo>
                <a:lnTo>
                  <a:pt x="46743" y="30789"/>
                </a:lnTo>
                <a:lnTo>
                  <a:pt x="36004" y="31813"/>
                </a:lnTo>
                <a:lnTo>
                  <a:pt x="25550" y="33694"/>
                </a:lnTo>
                <a:lnTo>
                  <a:pt x="15240" y="36576"/>
                </a:lnTo>
                <a:close/>
              </a:path>
              <a:path w="408939" h="382905">
                <a:moveTo>
                  <a:pt x="100584" y="86868"/>
                </a:moveTo>
                <a:lnTo>
                  <a:pt x="80772" y="86868"/>
                </a:lnTo>
                <a:lnTo>
                  <a:pt x="80772" y="30480"/>
                </a:lnTo>
                <a:lnTo>
                  <a:pt x="100584" y="30480"/>
                </a:lnTo>
                <a:lnTo>
                  <a:pt x="100584" y="86868"/>
                </a:lnTo>
                <a:close/>
              </a:path>
              <a:path w="408939" h="382905">
                <a:moveTo>
                  <a:pt x="146304" y="86868"/>
                </a:moveTo>
                <a:lnTo>
                  <a:pt x="124968" y="86868"/>
                </a:lnTo>
                <a:lnTo>
                  <a:pt x="124968" y="30480"/>
                </a:lnTo>
                <a:lnTo>
                  <a:pt x="146304" y="30480"/>
                </a:lnTo>
                <a:lnTo>
                  <a:pt x="146304" y="86868"/>
                </a:lnTo>
                <a:close/>
              </a:path>
              <a:path w="408939" h="382905">
                <a:moveTo>
                  <a:pt x="205086" y="86868"/>
                </a:moveTo>
                <a:lnTo>
                  <a:pt x="173736" y="86868"/>
                </a:lnTo>
                <a:lnTo>
                  <a:pt x="185928" y="70104"/>
                </a:lnTo>
                <a:lnTo>
                  <a:pt x="205086" y="86868"/>
                </a:lnTo>
                <a:close/>
              </a:path>
              <a:path w="408939" h="382905">
                <a:moveTo>
                  <a:pt x="25908" y="382524"/>
                </a:moveTo>
                <a:lnTo>
                  <a:pt x="26789" y="352472"/>
                </a:lnTo>
                <a:lnTo>
                  <a:pt x="27241" y="316992"/>
                </a:lnTo>
                <a:lnTo>
                  <a:pt x="27352" y="168021"/>
                </a:lnTo>
                <a:lnTo>
                  <a:pt x="27241" y="140398"/>
                </a:lnTo>
                <a:lnTo>
                  <a:pt x="26789" y="103655"/>
                </a:lnTo>
                <a:lnTo>
                  <a:pt x="25908" y="71628"/>
                </a:lnTo>
                <a:lnTo>
                  <a:pt x="50292" y="86868"/>
                </a:lnTo>
                <a:lnTo>
                  <a:pt x="205086" y="86868"/>
                </a:lnTo>
                <a:lnTo>
                  <a:pt x="210312" y="91440"/>
                </a:lnTo>
                <a:lnTo>
                  <a:pt x="205086" y="96012"/>
                </a:lnTo>
                <a:lnTo>
                  <a:pt x="50292" y="96012"/>
                </a:lnTo>
                <a:lnTo>
                  <a:pt x="50292" y="214883"/>
                </a:lnTo>
                <a:lnTo>
                  <a:pt x="61088" y="214883"/>
                </a:lnTo>
                <a:lnTo>
                  <a:pt x="50292" y="225552"/>
                </a:lnTo>
                <a:lnTo>
                  <a:pt x="50292" y="249936"/>
                </a:lnTo>
                <a:lnTo>
                  <a:pt x="198684" y="249936"/>
                </a:lnTo>
                <a:lnTo>
                  <a:pt x="198775" y="260604"/>
                </a:lnTo>
                <a:lnTo>
                  <a:pt x="50292" y="260604"/>
                </a:lnTo>
                <a:lnTo>
                  <a:pt x="50292" y="326136"/>
                </a:lnTo>
                <a:lnTo>
                  <a:pt x="199356" y="326136"/>
                </a:lnTo>
                <a:lnTo>
                  <a:pt x="199456" y="336804"/>
                </a:lnTo>
                <a:lnTo>
                  <a:pt x="50292" y="336804"/>
                </a:lnTo>
                <a:lnTo>
                  <a:pt x="50292" y="373380"/>
                </a:lnTo>
                <a:lnTo>
                  <a:pt x="25908" y="382524"/>
                </a:lnTo>
                <a:close/>
              </a:path>
              <a:path w="408939" h="382905">
                <a:moveTo>
                  <a:pt x="61088" y="214883"/>
                </a:moveTo>
                <a:lnTo>
                  <a:pt x="50292" y="214883"/>
                </a:lnTo>
                <a:lnTo>
                  <a:pt x="63412" y="194595"/>
                </a:lnTo>
                <a:lnTo>
                  <a:pt x="72961" y="168021"/>
                </a:lnTo>
                <a:lnTo>
                  <a:pt x="78795" y="135159"/>
                </a:lnTo>
                <a:lnTo>
                  <a:pt x="80772" y="96012"/>
                </a:lnTo>
                <a:lnTo>
                  <a:pt x="100584" y="96012"/>
                </a:lnTo>
                <a:lnTo>
                  <a:pt x="97440" y="139184"/>
                </a:lnTo>
                <a:lnTo>
                  <a:pt x="88011" y="175069"/>
                </a:lnTo>
                <a:lnTo>
                  <a:pt x="72294" y="203811"/>
                </a:lnTo>
                <a:lnTo>
                  <a:pt x="61088" y="214883"/>
                </a:lnTo>
                <a:close/>
              </a:path>
              <a:path w="408939" h="382905">
                <a:moveTo>
                  <a:pt x="198684" y="249936"/>
                </a:moveTo>
                <a:lnTo>
                  <a:pt x="175260" y="249936"/>
                </a:lnTo>
                <a:lnTo>
                  <a:pt x="175260" y="211836"/>
                </a:lnTo>
                <a:lnTo>
                  <a:pt x="150876" y="211836"/>
                </a:lnTo>
                <a:lnTo>
                  <a:pt x="124968" y="96012"/>
                </a:lnTo>
                <a:lnTo>
                  <a:pt x="146304" y="96012"/>
                </a:lnTo>
                <a:lnTo>
                  <a:pt x="146304" y="187452"/>
                </a:lnTo>
                <a:lnTo>
                  <a:pt x="150876" y="192024"/>
                </a:lnTo>
                <a:lnTo>
                  <a:pt x="198343" y="192024"/>
                </a:lnTo>
                <a:lnTo>
                  <a:pt x="198684" y="249936"/>
                </a:lnTo>
                <a:close/>
              </a:path>
              <a:path w="408939" h="382905">
                <a:moveTo>
                  <a:pt x="198343" y="192024"/>
                </a:moveTo>
                <a:lnTo>
                  <a:pt x="175260" y="192024"/>
                </a:lnTo>
                <a:lnTo>
                  <a:pt x="175260" y="96012"/>
                </a:lnTo>
                <a:lnTo>
                  <a:pt x="205086" y="96012"/>
                </a:lnTo>
                <a:lnTo>
                  <a:pt x="198120" y="102108"/>
                </a:lnTo>
                <a:lnTo>
                  <a:pt x="198317" y="187452"/>
                </a:lnTo>
                <a:lnTo>
                  <a:pt x="198343" y="192024"/>
                </a:lnTo>
                <a:close/>
              </a:path>
              <a:path w="408939" h="382905">
                <a:moveTo>
                  <a:pt x="199356" y="326136"/>
                </a:moveTo>
                <a:lnTo>
                  <a:pt x="175260" y="326136"/>
                </a:lnTo>
                <a:lnTo>
                  <a:pt x="175260" y="260604"/>
                </a:lnTo>
                <a:lnTo>
                  <a:pt x="198775" y="260604"/>
                </a:lnTo>
                <a:lnTo>
                  <a:pt x="199356" y="326136"/>
                </a:lnTo>
                <a:close/>
              </a:path>
              <a:path w="408939" h="382905">
                <a:moveTo>
                  <a:pt x="175260" y="379476"/>
                </a:moveTo>
                <a:lnTo>
                  <a:pt x="175260" y="336804"/>
                </a:lnTo>
                <a:lnTo>
                  <a:pt x="199456" y="336804"/>
                </a:lnTo>
                <a:lnTo>
                  <a:pt x="199644" y="367284"/>
                </a:lnTo>
                <a:lnTo>
                  <a:pt x="175260" y="37947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pic>
        <p:nvPicPr>
          <p:cNvPr id="19" name="object 19"/>
          <p:cNvPicPr/>
          <p:nvPr/>
        </p:nvPicPr>
        <p:blipFill>
          <a:blip r:embed="rId4" cstate="print"/>
          <a:stretch>
            <a:fillRect/>
          </a:stretch>
        </p:blipFill>
        <p:spPr>
          <a:xfrm>
            <a:off x="3005327" y="2942843"/>
            <a:ext cx="4014216" cy="3929408"/>
          </a:xfrm>
          <a:prstGeom prst="rect">
            <a:avLst/>
          </a:prstGeom>
        </p:spPr>
      </p:pic>
    </p:spTree>
  </p:cSld>
  <p:clrMapOvr>
    <a:masterClrMapping/>
  </p:clrMapOvr>
</p:sld>
</file>

<file path=ppt/slides/slide6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9560111" y="7229856"/>
            <a:ext cx="189230" cy="146685"/>
            <a:chOff x="9560111" y="7229856"/>
            <a:chExt cx="189230" cy="146685"/>
          </a:xfrm>
        </p:grpSpPr>
        <p:pic>
          <p:nvPicPr>
            <p:cNvPr id="3" name="object 3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9560111" y="7229856"/>
              <a:ext cx="91380" cy="146304"/>
            </a:xfrm>
            <a:prstGeom prst="rect">
              <a:avLst/>
            </a:prstGeom>
          </p:spPr>
        </p:pic>
        <p:pic>
          <p:nvPicPr>
            <p:cNvPr id="4" name="object 4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9680447" y="7231380"/>
              <a:ext cx="68579" cy="141732"/>
            </a:xfrm>
            <a:prstGeom prst="rect">
              <a:avLst/>
            </a:prstGeom>
          </p:spPr>
        </p:pic>
      </p:grpSp>
      <p:sp>
        <p:nvSpPr>
          <p:cNvPr id="5" name="object 5"/>
          <p:cNvSpPr/>
          <p:nvPr/>
        </p:nvSpPr>
        <p:spPr>
          <a:xfrm>
            <a:off x="1760219" y="1328927"/>
            <a:ext cx="218440" cy="447040"/>
          </a:xfrm>
          <a:custGeom>
            <a:avLst/>
            <a:gdLst/>
            <a:ahLst/>
            <a:cxnLst/>
            <a:rect l="l" t="t" r="r" b="b"/>
            <a:pathLst>
              <a:path w="218439" h="447039">
                <a:moveTo>
                  <a:pt x="217931" y="446532"/>
                </a:moveTo>
                <a:lnTo>
                  <a:pt x="0" y="446532"/>
                </a:lnTo>
                <a:lnTo>
                  <a:pt x="0" y="400812"/>
                </a:lnTo>
                <a:lnTo>
                  <a:pt x="80771" y="400812"/>
                </a:lnTo>
                <a:lnTo>
                  <a:pt x="80771" y="102108"/>
                </a:lnTo>
                <a:lnTo>
                  <a:pt x="0" y="102108"/>
                </a:lnTo>
                <a:lnTo>
                  <a:pt x="0" y="62484"/>
                </a:lnTo>
                <a:lnTo>
                  <a:pt x="21407" y="61626"/>
                </a:lnTo>
                <a:lnTo>
                  <a:pt x="39814" y="59055"/>
                </a:lnTo>
                <a:lnTo>
                  <a:pt x="77081" y="41362"/>
                </a:lnTo>
                <a:lnTo>
                  <a:pt x="91439" y="0"/>
                </a:lnTo>
                <a:lnTo>
                  <a:pt x="138683" y="0"/>
                </a:lnTo>
                <a:lnTo>
                  <a:pt x="138683" y="400812"/>
                </a:lnTo>
                <a:lnTo>
                  <a:pt x="217931" y="400812"/>
                </a:lnTo>
                <a:lnTo>
                  <a:pt x="217931" y="446532"/>
                </a:lnTo>
                <a:close/>
              </a:path>
            </a:pathLst>
          </a:custGeom>
          <a:solidFill>
            <a:srgbClr val="3333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" name="object 6"/>
          <p:cNvSpPr/>
          <p:nvPr/>
        </p:nvSpPr>
        <p:spPr>
          <a:xfrm>
            <a:off x="2084832" y="1690116"/>
            <a:ext cx="71755" cy="85725"/>
          </a:xfrm>
          <a:custGeom>
            <a:avLst/>
            <a:gdLst/>
            <a:ahLst/>
            <a:cxnLst/>
            <a:rect l="l" t="t" r="r" b="b"/>
            <a:pathLst>
              <a:path w="71755" h="85725">
                <a:moveTo>
                  <a:pt x="71627" y="85343"/>
                </a:moveTo>
                <a:lnTo>
                  <a:pt x="0" y="85343"/>
                </a:lnTo>
                <a:lnTo>
                  <a:pt x="0" y="0"/>
                </a:lnTo>
                <a:lnTo>
                  <a:pt x="71627" y="0"/>
                </a:lnTo>
                <a:lnTo>
                  <a:pt x="71627" y="85343"/>
                </a:lnTo>
                <a:close/>
              </a:path>
            </a:pathLst>
          </a:custGeom>
          <a:solidFill>
            <a:srgbClr val="3333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" name="object 7"/>
          <p:cNvSpPr/>
          <p:nvPr/>
        </p:nvSpPr>
        <p:spPr>
          <a:xfrm>
            <a:off x="2244852" y="1321307"/>
            <a:ext cx="276225" cy="454659"/>
          </a:xfrm>
          <a:custGeom>
            <a:avLst/>
            <a:gdLst/>
            <a:ahLst/>
            <a:cxnLst/>
            <a:rect l="l" t="t" r="r" b="b"/>
            <a:pathLst>
              <a:path w="276225" h="454660">
                <a:moveTo>
                  <a:pt x="275843" y="454151"/>
                </a:moveTo>
                <a:lnTo>
                  <a:pt x="0" y="454151"/>
                </a:lnTo>
                <a:lnTo>
                  <a:pt x="0" y="391667"/>
                </a:lnTo>
                <a:lnTo>
                  <a:pt x="29336" y="364426"/>
                </a:lnTo>
                <a:lnTo>
                  <a:pt x="43291" y="351162"/>
                </a:lnTo>
                <a:lnTo>
                  <a:pt x="56387" y="338327"/>
                </a:lnTo>
                <a:lnTo>
                  <a:pt x="69842" y="325493"/>
                </a:lnTo>
                <a:lnTo>
                  <a:pt x="82867" y="312229"/>
                </a:lnTo>
                <a:lnTo>
                  <a:pt x="131349" y="258079"/>
                </a:lnTo>
                <a:lnTo>
                  <a:pt x="165639" y="213407"/>
                </a:lnTo>
                <a:lnTo>
                  <a:pt x="185666" y="177903"/>
                </a:lnTo>
                <a:lnTo>
                  <a:pt x="196595" y="124967"/>
                </a:lnTo>
                <a:lnTo>
                  <a:pt x="196072" y="116109"/>
                </a:lnTo>
                <a:lnTo>
                  <a:pt x="178927" y="74961"/>
                </a:lnTo>
                <a:lnTo>
                  <a:pt x="142470" y="54387"/>
                </a:lnTo>
                <a:lnTo>
                  <a:pt x="120395" y="51815"/>
                </a:lnTo>
                <a:lnTo>
                  <a:pt x="112371" y="52077"/>
                </a:lnTo>
                <a:lnTo>
                  <a:pt x="71627" y="59626"/>
                </a:lnTo>
                <a:lnTo>
                  <a:pt x="24383" y="82295"/>
                </a:lnTo>
                <a:lnTo>
                  <a:pt x="18287" y="86867"/>
                </a:lnTo>
                <a:lnTo>
                  <a:pt x="13715" y="89915"/>
                </a:lnTo>
                <a:lnTo>
                  <a:pt x="10667" y="89915"/>
                </a:lnTo>
                <a:lnTo>
                  <a:pt x="10667" y="25908"/>
                </a:lnTo>
                <a:lnTo>
                  <a:pt x="60960" y="9143"/>
                </a:lnTo>
                <a:lnTo>
                  <a:pt x="109823" y="571"/>
                </a:lnTo>
                <a:lnTo>
                  <a:pt x="124967" y="0"/>
                </a:lnTo>
                <a:lnTo>
                  <a:pt x="154138" y="2024"/>
                </a:lnTo>
                <a:lnTo>
                  <a:pt x="202763" y="18645"/>
                </a:lnTo>
                <a:lnTo>
                  <a:pt x="237624" y="51196"/>
                </a:lnTo>
                <a:lnTo>
                  <a:pt x="255293" y="95678"/>
                </a:lnTo>
                <a:lnTo>
                  <a:pt x="257555" y="121919"/>
                </a:lnTo>
                <a:lnTo>
                  <a:pt x="257032" y="135112"/>
                </a:lnTo>
                <a:lnTo>
                  <a:pt x="247769" y="181832"/>
                </a:lnTo>
                <a:lnTo>
                  <a:pt x="228695" y="221218"/>
                </a:lnTo>
                <a:lnTo>
                  <a:pt x="191071" y="268986"/>
                </a:lnTo>
                <a:lnTo>
                  <a:pt x="159472" y="303156"/>
                </a:lnTo>
                <a:lnTo>
                  <a:pt x="128087" y="334541"/>
                </a:lnTo>
                <a:lnTo>
                  <a:pt x="111251" y="350519"/>
                </a:lnTo>
                <a:lnTo>
                  <a:pt x="94964" y="366569"/>
                </a:lnTo>
                <a:lnTo>
                  <a:pt x="67532" y="392953"/>
                </a:lnTo>
                <a:lnTo>
                  <a:pt x="56387" y="403859"/>
                </a:lnTo>
                <a:lnTo>
                  <a:pt x="275843" y="403859"/>
                </a:lnTo>
                <a:lnTo>
                  <a:pt x="275843" y="454151"/>
                </a:lnTo>
                <a:close/>
              </a:path>
            </a:pathLst>
          </a:custGeom>
          <a:solidFill>
            <a:srgbClr val="3333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2604516" y="1690116"/>
            <a:ext cx="71755" cy="85725"/>
          </a:xfrm>
          <a:custGeom>
            <a:avLst/>
            <a:gdLst/>
            <a:ahLst/>
            <a:cxnLst/>
            <a:rect l="l" t="t" r="r" b="b"/>
            <a:pathLst>
              <a:path w="71755" h="85725">
                <a:moveTo>
                  <a:pt x="71627" y="85343"/>
                </a:moveTo>
                <a:lnTo>
                  <a:pt x="0" y="85343"/>
                </a:lnTo>
                <a:lnTo>
                  <a:pt x="0" y="0"/>
                </a:lnTo>
                <a:lnTo>
                  <a:pt x="71627" y="0"/>
                </a:lnTo>
                <a:lnTo>
                  <a:pt x="71627" y="85343"/>
                </a:lnTo>
                <a:close/>
              </a:path>
            </a:pathLst>
          </a:custGeom>
          <a:solidFill>
            <a:srgbClr val="3333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2761488" y="1321308"/>
            <a:ext cx="271780" cy="463550"/>
          </a:xfrm>
          <a:custGeom>
            <a:avLst/>
            <a:gdLst/>
            <a:ahLst/>
            <a:cxnLst/>
            <a:rect l="l" t="t" r="r" b="b"/>
            <a:pathLst>
              <a:path w="271780" h="463550">
                <a:moveTo>
                  <a:pt x="121920" y="463296"/>
                </a:moveTo>
                <a:lnTo>
                  <a:pt x="72628" y="458795"/>
                </a:lnTo>
                <a:lnTo>
                  <a:pt x="25336" y="446341"/>
                </a:lnTo>
                <a:lnTo>
                  <a:pt x="0" y="435863"/>
                </a:lnTo>
                <a:lnTo>
                  <a:pt x="0" y="373379"/>
                </a:lnTo>
                <a:lnTo>
                  <a:pt x="4572" y="373379"/>
                </a:lnTo>
                <a:lnTo>
                  <a:pt x="14573" y="380214"/>
                </a:lnTo>
                <a:lnTo>
                  <a:pt x="26289" y="386905"/>
                </a:lnTo>
                <a:lnTo>
                  <a:pt x="70866" y="405050"/>
                </a:lnTo>
                <a:lnTo>
                  <a:pt x="118872" y="411479"/>
                </a:lnTo>
                <a:lnTo>
                  <a:pt x="128016" y="411170"/>
                </a:lnTo>
                <a:lnTo>
                  <a:pt x="172402" y="398525"/>
                </a:lnTo>
                <a:lnTo>
                  <a:pt x="200501" y="365879"/>
                </a:lnTo>
                <a:lnTo>
                  <a:pt x="210312" y="318515"/>
                </a:lnTo>
                <a:lnTo>
                  <a:pt x="209978" y="306538"/>
                </a:lnTo>
                <a:lnTo>
                  <a:pt x="194691" y="264223"/>
                </a:lnTo>
                <a:lnTo>
                  <a:pt x="162544" y="243339"/>
                </a:lnTo>
                <a:lnTo>
                  <a:pt x="117348" y="237743"/>
                </a:lnTo>
                <a:lnTo>
                  <a:pt x="91440" y="237743"/>
                </a:lnTo>
                <a:lnTo>
                  <a:pt x="91440" y="187451"/>
                </a:lnTo>
                <a:lnTo>
                  <a:pt x="111252" y="187451"/>
                </a:lnTo>
                <a:lnTo>
                  <a:pt x="130706" y="186308"/>
                </a:lnTo>
                <a:lnTo>
                  <a:pt x="176784" y="169163"/>
                </a:lnTo>
                <a:lnTo>
                  <a:pt x="201001" y="130159"/>
                </a:lnTo>
                <a:lnTo>
                  <a:pt x="202692" y="112775"/>
                </a:lnTo>
                <a:lnTo>
                  <a:pt x="202144" y="105036"/>
                </a:lnTo>
                <a:lnTo>
                  <a:pt x="185928" y="70103"/>
                </a:lnTo>
                <a:lnTo>
                  <a:pt x="178308" y="65531"/>
                </a:lnTo>
                <a:lnTo>
                  <a:pt x="172569" y="61507"/>
                </a:lnTo>
                <a:lnTo>
                  <a:pt x="132064" y="51863"/>
                </a:lnTo>
                <a:lnTo>
                  <a:pt x="124968" y="51815"/>
                </a:lnTo>
                <a:lnTo>
                  <a:pt x="116728" y="52077"/>
                </a:lnTo>
                <a:lnTo>
                  <a:pt x="75628" y="59626"/>
                </a:lnTo>
                <a:lnTo>
                  <a:pt x="35052" y="77723"/>
                </a:lnTo>
                <a:lnTo>
                  <a:pt x="28956" y="82295"/>
                </a:lnTo>
                <a:lnTo>
                  <a:pt x="21336" y="86867"/>
                </a:lnTo>
                <a:lnTo>
                  <a:pt x="16764" y="89915"/>
                </a:lnTo>
                <a:lnTo>
                  <a:pt x="12192" y="89915"/>
                </a:lnTo>
                <a:lnTo>
                  <a:pt x="12192" y="27431"/>
                </a:lnTo>
                <a:lnTo>
                  <a:pt x="49482" y="12215"/>
                </a:lnTo>
                <a:lnTo>
                  <a:pt x="98107" y="2095"/>
                </a:lnTo>
                <a:lnTo>
                  <a:pt x="129540" y="0"/>
                </a:lnTo>
                <a:lnTo>
                  <a:pt x="143851" y="309"/>
                </a:lnTo>
                <a:lnTo>
                  <a:pt x="192500" y="9810"/>
                </a:lnTo>
                <a:lnTo>
                  <a:pt x="231981" y="32432"/>
                </a:lnTo>
                <a:lnTo>
                  <a:pt x="256984" y="70032"/>
                </a:lnTo>
                <a:lnTo>
                  <a:pt x="262128" y="106679"/>
                </a:lnTo>
                <a:lnTo>
                  <a:pt x="260675" y="124634"/>
                </a:lnTo>
                <a:lnTo>
                  <a:pt x="237744" y="172211"/>
                </a:lnTo>
                <a:lnTo>
                  <a:pt x="196381" y="202430"/>
                </a:lnTo>
                <a:lnTo>
                  <a:pt x="179832" y="207263"/>
                </a:lnTo>
                <a:lnTo>
                  <a:pt x="179832" y="211835"/>
                </a:lnTo>
                <a:lnTo>
                  <a:pt x="218074" y="224694"/>
                </a:lnTo>
                <a:lnTo>
                  <a:pt x="252603" y="254317"/>
                </a:lnTo>
                <a:lnTo>
                  <a:pt x="268986" y="295465"/>
                </a:lnTo>
                <a:lnTo>
                  <a:pt x="271272" y="321563"/>
                </a:lnTo>
                <a:lnTo>
                  <a:pt x="270676" y="337018"/>
                </a:lnTo>
                <a:lnTo>
                  <a:pt x="260604" y="377952"/>
                </a:lnTo>
                <a:lnTo>
                  <a:pt x="240458" y="412456"/>
                </a:lnTo>
                <a:lnTo>
                  <a:pt x="210312" y="440245"/>
                </a:lnTo>
                <a:lnTo>
                  <a:pt x="170354" y="457509"/>
                </a:lnTo>
                <a:lnTo>
                  <a:pt x="139398" y="462700"/>
                </a:lnTo>
                <a:lnTo>
                  <a:pt x="121920" y="463296"/>
                </a:lnTo>
                <a:close/>
              </a:path>
            </a:pathLst>
          </a:custGeom>
          <a:solidFill>
            <a:srgbClr val="3333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3296411" y="1368551"/>
            <a:ext cx="546100" cy="388620"/>
          </a:xfrm>
          <a:custGeom>
            <a:avLst/>
            <a:gdLst/>
            <a:ahLst/>
            <a:cxnLst/>
            <a:rect l="l" t="t" r="r" b="b"/>
            <a:pathLst>
              <a:path w="546100" h="388619">
                <a:moveTo>
                  <a:pt x="80772" y="54864"/>
                </a:moveTo>
                <a:lnTo>
                  <a:pt x="59436" y="33528"/>
                </a:lnTo>
                <a:lnTo>
                  <a:pt x="411480" y="33528"/>
                </a:lnTo>
                <a:lnTo>
                  <a:pt x="445008" y="0"/>
                </a:lnTo>
                <a:lnTo>
                  <a:pt x="492252" y="48768"/>
                </a:lnTo>
                <a:lnTo>
                  <a:pt x="135636" y="48768"/>
                </a:lnTo>
                <a:lnTo>
                  <a:pt x="121920" y="49077"/>
                </a:lnTo>
                <a:lnTo>
                  <a:pt x="108204" y="50101"/>
                </a:lnTo>
                <a:lnTo>
                  <a:pt x="94488" y="51982"/>
                </a:lnTo>
                <a:lnTo>
                  <a:pt x="80772" y="54864"/>
                </a:lnTo>
                <a:close/>
              </a:path>
              <a:path w="546100" h="388619">
                <a:moveTo>
                  <a:pt x="21336" y="388620"/>
                </a:moveTo>
                <a:lnTo>
                  <a:pt x="0" y="365760"/>
                </a:lnTo>
                <a:lnTo>
                  <a:pt x="445008" y="365760"/>
                </a:lnTo>
                <a:lnTo>
                  <a:pt x="487680" y="323088"/>
                </a:lnTo>
                <a:lnTo>
                  <a:pt x="545592" y="381000"/>
                </a:lnTo>
                <a:lnTo>
                  <a:pt x="80772" y="381000"/>
                </a:lnTo>
                <a:lnTo>
                  <a:pt x="64841" y="381333"/>
                </a:lnTo>
                <a:lnTo>
                  <a:pt x="49339" y="382524"/>
                </a:lnTo>
                <a:lnTo>
                  <a:pt x="34694" y="384857"/>
                </a:lnTo>
                <a:lnTo>
                  <a:pt x="21336" y="388620"/>
                </a:lnTo>
                <a:close/>
              </a:path>
            </a:pathLst>
          </a:custGeom>
          <a:solidFill>
            <a:srgbClr val="3333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3906011" y="1280159"/>
            <a:ext cx="554990" cy="554990"/>
          </a:xfrm>
          <a:custGeom>
            <a:avLst/>
            <a:gdLst/>
            <a:ahLst/>
            <a:cxnLst/>
            <a:rect l="l" t="t" r="r" b="b"/>
            <a:pathLst>
              <a:path w="554989" h="554989">
                <a:moveTo>
                  <a:pt x="504444" y="281940"/>
                </a:moveTo>
                <a:lnTo>
                  <a:pt x="467344" y="259151"/>
                </a:lnTo>
                <a:lnTo>
                  <a:pt x="433959" y="232219"/>
                </a:lnTo>
                <a:lnTo>
                  <a:pt x="404574" y="201572"/>
                </a:lnTo>
                <a:lnTo>
                  <a:pt x="379476" y="167640"/>
                </a:lnTo>
                <a:lnTo>
                  <a:pt x="357473" y="130516"/>
                </a:lnTo>
                <a:lnTo>
                  <a:pt x="339471" y="90106"/>
                </a:lnTo>
                <a:lnTo>
                  <a:pt x="325469" y="46553"/>
                </a:lnTo>
                <a:lnTo>
                  <a:pt x="315468" y="0"/>
                </a:lnTo>
                <a:lnTo>
                  <a:pt x="361188" y="19812"/>
                </a:lnTo>
                <a:lnTo>
                  <a:pt x="341376" y="32004"/>
                </a:lnTo>
                <a:lnTo>
                  <a:pt x="357092" y="76533"/>
                </a:lnTo>
                <a:lnTo>
                  <a:pt x="376809" y="116205"/>
                </a:lnTo>
                <a:lnTo>
                  <a:pt x="400526" y="150733"/>
                </a:lnTo>
                <a:lnTo>
                  <a:pt x="428244" y="179832"/>
                </a:lnTo>
                <a:lnTo>
                  <a:pt x="458509" y="203549"/>
                </a:lnTo>
                <a:lnTo>
                  <a:pt x="521898" y="235553"/>
                </a:lnTo>
                <a:lnTo>
                  <a:pt x="554735" y="243840"/>
                </a:lnTo>
                <a:lnTo>
                  <a:pt x="554735" y="251460"/>
                </a:lnTo>
                <a:lnTo>
                  <a:pt x="537876" y="255150"/>
                </a:lnTo>
                <a:lnTo>
                  <a:pt x="523875" y="261556"/>
                </a:lnTo>
                <a:lnTo>
                  <a:pt x="512730" y="270533"/>
                </a:lnTo>
                <a:lnTo>
                  <a:pt x="504444" y="281940"/>
                </a:lnTo>
                <a:close/>
              </a:path>
              <a:path w="554989" h="554989">
                <a:moveTo>
                  <a:pt x="4572" y="301752"/>
                </a:moveTo>
                <a:lnTo>
                  <a:pt x="0" y="294132"/>
                </a:lnTo>
                <a:lnTo>
                  <a:pt x="30003" y="267866"/>
                </a:lnTo>
                <a:lnTo>
                  <a:pt x="58293" y="239458"/>
                </a:lnTo>
                <a:lnTo>
                  <a:pt x="84867" y="209049"/>
                </a:lnTo>
                <a:lnTo>
                  <a:pt x="109728" y="176784"/>
                </a:lnTo>
                <a:lnTo>
                  <a:pt x="132897" y="140779"/>
                </a:lnTo>
                <a:lnTo>
                  <a:pt x="154495" y="101346"/>
                </a:lnTo>
                <a:lnTo>
                  <a:pt x="174664" y="58483"/>
                </a:lnTo>
                <a:lnTo>
                  <a:pt x="193548" y="12192"/>
                </a:lnTo>
                <a:lnTo>
                  <a:pt x="240792" y="48768"/>
                </a:lnTo>
                <a:lnTo>
                  <a:pt x="219456" y="59436"/>
                </a:lnTo>
                <a:lnTo>
                  <a:pt x="199191" y="97155"/>
                </a:lnTo>
                <a:lnTo>
                  <a:pt x="177355" y="132588"/>
                </a:lnTo>
                <a:lnTo>
                  <a:pt x="154090" y="165735"/>
                </a:lnTo>
                <a:lnTo>
                  <a:pt x="129540" y="196596"/>
                </a:lnTo>
                <a:lnTo>
                  <a:pt x="103798" y="225456"/>
                </a:lnTo>
                <a:lnTo>
                  <a:pt x="74485" y="252603"/>
                </a:lnTo>
                <a:lnTo>
                  <a:pt x="41457" y="278034"/>
                </a:lnTo>
                <a:lnTo>
                  <a:pt x="4572" y="301752"/>
                </a:lnTo>
                <a:close/>
              </a:path>
              <a:path w="554989" h="554989">
                <a:moveTo>
                  <a:pt x="118872" y="263652"/>
                </a:moveTo>
                <a:lnTo>
                  <a:pt x="100584" y="243840"/>
                </a:lnTo>
                <a:lnTo>
                  <a:pt x="373380" y="243840"/>
                </a:lnTo>
                <a:lnTo>
                  <a:pt x="397764" y="220980"/>
                </a:lnTo>
                <a:lnTo>
                  <a:pt x="429768" y="254508"/>
                </a:lnTo>
                <a:lnTo>
                  <a:pt x="423672" y="259080"/>
                </a:lnTo>
                <a:lnTo>
                  <a:pt x="141732" y="259080"/>
                </a:lnTo>
                <a:lnTo>
                  <a:pt x="118872" y="263652"/>
                </a:lnTo>
                <a:close/>
              </a:path>
              <a:path w="554989" h="554989">
                <a:moveTo>
                  <a:pt x="30479" y="554736"/>
                </a:moveTo>
                <a:lnTo>
                  <a:pt x="25908" y="545592"/>
                </a:lnTo>
                <a:lnTo>
                  <a:pt x="75318" y="516993"/>
                </a:lnTo>
                <a:lnTo>
                  <a:pt x="116014" y="485965"/>
                </a:lnTo>
                <a:lnTo>
                  <a:pt x="147851" y="452366"/>
                </a:lnTo>
                <a:lnTo>
                  <a:pt x="170688" y="416052"/>
                </a:lnTo>
                <a:lnTo>
                  <a:pt x="187237" y="377809"/>
                </a:lnTo>
                <a:lnTo>
                  <a:pt x="200215" y="338709"/>
                </a:lnTo>
                <a:lnTo>
                  <a:pt x="209478" y="299037"/>
                </a:lnTo>
                <a:lnTo>
                  <a:pt x="214884" y="259080"/>
                </a:lnTo>
                <a:lnTo>
                  <a:pt x="252984" y="259080"/>
                </a:lnTo>
                <a:lnTo>
                  <a:pt x="244173" y="308514"/>
                </a:lnTo>
                <a:lnTo>
                  <a:pt x="231648" y="353949"/>
                </a:lnTo>
                <a:lnTo>
                  <a:pt x="215693" y="395382"/>
                </a:lnTo>
                <a:lnTo>
                  <a:pt x="196596" y="432816"/>
                </a:lnTo>
                <a:lnTo>
                  <a:pt x="169997" y="466224"/>
                </a:lnTo>
                <a:lnTo>
                  <a:pt x="133540" y="497776"/>
                </a:lnTo>
                <a:lnTo>
                  <a:pt x="87082" y="527327"/>
                </a:lnTo>
                <a:lnTo>
                  <a:pt x="30479" y="554736"/>
                </a:lnTo>
                <a:close/>
              </a:path>
              <a:path w="554989" h="554989">
                <a:moveTo>
                  <a:pt x="386919" y="497109"/>
                </a:moveTo>
                <a:lnTo>
                  <a:pt x="318992" y="497109"/>
                </a:lnTo>
                <a:lnTo>
                  <a:pt x="330708" y="496824"/>
                </a:lnTo>
                <a:lnTo>
                  <a:pt x="339280" y="494252"/>
                </a:lnTo>
                <a:lnTo>
                  <a:pt x="363593" y="445960"/>
                </a:lnTo>
                <a:lnTo>
                  <a:pt x="368617" y="403098"/>
                </a:lnTo>
                <a:lnTo>
                  <a:pt x="373356" y="340804"/>
                </a:lnTo>
                <a:lnTo>
                  <a:pt x="377952" y="259080"/>
                </a:lnTo>
                <a:lnTo>
                  <a:pt x="423672" y="259080"/>
                </a:lnTo>
                <a:lnTo>
                  <a:pt x="411480" y="268223"/>
                </a:lnTo>
                <a:lnTo>
                  <a:pt x="409090" y="338084"/>
                </a:lnTo>
                <a:lnTo>
                  <a:pt x="405530" y="395874"/>
                </a:lnTo>
                <a:lnTo>
                  <a:pt x="400726" y="441594"/>
                </a:lnTo>
                <a:lnTo>
                  <a:pt x="394606" y="475244"/>
                </a:lnTo>
                <a:lnTo>
                  <a:pt x="387096" y="496824"/>
                </a:lnTo>
                <a:lnTo>
                  <a:pt x="386919" y="497109"/>
                </a:lnTo>
                <a:close/>
              </a:path>
              <a:path w="554989" h="554989">
                <a:moveTo>
                  <a:pt x="320040" y="553212"/>
                </a:moveTo>
                <a:lnTo>
                  <a:pt x="313420" y="535209"/>
                </a:lnTo>
                <a:lnTo>
                  <a:pt x="300228" y="520065"/>
                </a:lnTo>
                <a:lnTo>
                  <a:pt x="280177" y="507777"/>
                </a:lnTo>
                <a:lnTo>
                  <a:pt x="252984" y="498348"/>
                </a:lnTo>
                <a:lnTo>
                  <a:pt x="252984" y="487679"/>
                </a:lnTo>
                <a:lnTo>
                  <a:pt x="280130" y="492537"/>
                </a:lnTo>
                <a:lnTo>
                  <a:pt x="302133" y="495681"/>
                </a:lnTo>
                <a:lnTo>
                  <a:pt x="318992" y="497109"/>
                </a:lnTo>
                <a:lnTo>
                  <a:pt x="386919" y="497109"/>
                </a:lnTo>
                <a:lnTo>
                  <a:pt x="375975" y="514850"/>
                </a:lnTo>
                <a:lnTo>
                  <a:pt x="360997" y="530161"/>
                </a:lnTo>
                <a:lnTo>
                  <a:pt x="342304" y="542901"/>
                </a:lnTo>
                <a:lnTo>
                  <a:pt x="320040" y="553212"/>
                </a:lnTo>
                <a:close/>
              </a:path>
            </a:pathLst>
          </a:custGeom>
          <a:solidFill>
            <a:srgbClr val="3333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4541520" y="1295400"/>
            <a:ext cx="515620" cy="523240"/>
          </a:xfrm>
          <a:custGeom>
            <a:avLst/>
            <a:gdLst/>
            <a:ahLst/>
            <a:cxnLst/>
            <a:rect l="l" t="t" r="r" b="b"/>
            <a:pathLst>
              <a:path w="515620" h="523239">
                <a:moveTo>
                  <a:pt x="33527" y="522731"/>
                </a:moveTo>
                <a:lnTo>
                  <a:pt x="0" y="492251"/>
                </a:lnTo>
                <a:lnTo>
                  <a:pt x="15239" y="478536"/>
                </a:lnTo>
                <a:lnTo>
                  <a:pt x="15239" y="144779"/>
                </a:lnTo>
                <a:lnTo>
                  <a:pt x="14978" y="112514"/>
                </a:lnTo>
                <a:lnTo>
                  <a:pt x="14287" y="79819"/>
                </a:lnTo>
                <a:lnTo>
                  <a:pt x="12191" y="13715"/>
                </a:lnTo>
                <a:lnTo>
                  <a:pt x="48767" y="33527"/>
                </a:lnTo>
                <a:lnTo>
                  <a:pt x="416052" y="33527"/>
                </a:lnTo>
                <a:lnTo>
                  <a:pt x="452627" y="0"/>
                </a:lnTo>
                <a:lnTo>
                  <a:pt x="495300" y="47243"/>
                </a:lnTo>
                <a:lnTo>
                  <a:pt x="330707" y="47243"/>
                </a:lnTo>
                <a:lnTo>
                  <a:pt x="330707" y="333755"/>
                </a:lnTo>
                <a:lnTo>
                  <a:pt x="332398" y="353758"/>
                </a:lnTo>
                <a:lnTo>
                  <a:pt x="337375" y="368045"/>
                </a:lnTo>
                <a:lnTo>
                  <a:pt x="345495" y="376618"/>
                </a:lnTo>
                <a:lnTo>
                  <a:pt x="356615" y="379475"/>
                </a:lnTo>
                <a:lnTo>
                  <a:pt x="422148" y="379475"/>
                </a:lnTo>
                <a:lnTo>
                  <a:pt x="448055" y="339851"/>
                </a:lnTo>
                <a:lnTo>
                  <a:pt x="452627" y="266699"/>
                </a:lnTo>
                <a:lnTo>
                  <a:pt x="464820" y="266699"/>
                </a:lnTo>
                <a:lnTo>
                  <a:pt x="467867" y="335279"/>
                </a:lnTo>
                <a:lnTo>
                  <a:pt x="498348" y="371855"/>
                </a:lnTo>
                <a:lnTo>
                  <a:pt x="486584" y="387810"/>
                </a:lnTo>
                <a:lnTo>
                  <a:pt x="471678" y="398907"/>
                </a:lnTo>
                <a:lnTo>
                  <a:pt x="453342" y="404860"/>
                </a:lnTo>
                <a:lnTo>
                  <a:pt x="431291" y="405384"/>
                </a:lnTo>
                <a:lnTo>
                  <a:pt x="342900" y="405384"/>
                </a:lnTo>
                <a:lnTo>
                  <a:pt x="322945" y="401359"/>
                </a:lnTo>
                <a:lnTo>
                  <a:pt x="308991" y="391477"/>
                </a:lnTo>
                <a:lnTo>
                  <a:pt x="301323" y="375594"/>
                </a:lnTo>
                <a:lnTo>
                  <a:pt x="300227" y="353567"/>
                </a:lnTo>
                <a:lnTo>
                  <a:pt x="300227" y="47243"/>
                </a:lnTo>
                <a:lnTo>
                  <a:pt x="199644" y="47243"/>
                </a:lnTo>
                <a:lnTo>
                  <a:pt x="198310" y="120205"/>
                </a:lnTo>
                <a:lnTo>
                  <a:pt x="193547" y="187451"/>
                </a:lnTo>
                <a:lnTo>
                  <a:pt x="184213" y="249935"/>
                </a:lnTo>
                <a:lnTo>
                  <a:pt x="164591" y="312419"/>
                </a:lnTo>
                <a:lnTo>
                  <a:pt x="130301" y="375094"/>
                </a:lnTo>
                <a:lnTo>
                  <a:pt x="106298" y="406931"/>
                </a:lnTo>
                <a:lnTo>
                  <a:pt x="77723" y="438911"/>
                </a:lnTo>
                <a:lnTo>
                  <a:pt x="70103" y="432815"/>
                </a:lnTo>
                <a:lnTo>
                  <a:pt x="92154" y="399621"/>
                </a:lnTo>
                <a:lnTo>
                  <a:pt x="110489" y="368427"/>
                </a:lnTo>
                <a:lnTo>
                  <a:pt x="137159" y="310896"/>
                </a:lnTo>
                <a:lnTo>
                  <a:pt x="152018" y="253746"/>
                </a:lnTo>
                <a:lnTo>
                  <a:pt x="160019" y="192023"/>
                </a:lnTo>
                <a:lnTo>
                  <a:pt x="164782" y="124205"/>
                </a:lnTo>
                <a:lnTo>
                  <a:pt x="166115" y="47243"/>
                </a:lnTo>
                <a:lnTo>
                  <a:pt x="48767" y="47243"/>
                </a:lnTo>
                <a:lnTo>
                  <a:pt x="48767" y="487679"/>
                </a:lnTo>
                <a:lnTo>
                  <a:pt x="428244" y="487679"/>
                </a:lnTo>
                <a:lnTo>
                  <a:pt x="464820" y="451103"/>
                </a:lnTo>
                <a:lnTo>
                  <a:pt x="515111" y="501395"/>
                </a:lnTo>
                <a:lnTo>
                  <a:pt x="50291" y="501395"/>
                </a:lnTo>
                <a:lnTo>
                  <a:pt x="33527" y="522731"/>
                </a:lnTo>
                <a:close/>
              </a:path>
            </a:pathLst>
          </a:custGeom>
          <a:solidFill>
            <a:srgbClr val="3333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5123688" y="1299971"/>
            <a:ext cx="561340" cy="525780"/>
          </a:xfrm>
          <a:custGeom>
            <a:avLst/>
            <a:gdLst/>
            <a:ahLst/>
            <a:cxnLst/>
            <a:rect l="l" t="t" r="r" b="b"/>
            <a:pathLst>
              <a:path w="561339" h="525780">
                <a:moveTo>
                  <a:pt x="332231" y="50292"/>
                </a:moveTo>
                <a:lnTo>
                  <a:pt x="310895" y="28956"/>
                </a:lnTo>
                <a:lnTo>
                  <a:pt x="478535" y="28956"/>
                </a:lnTo>
                <a:lnTo>
                  <a:pt x="495299" y="6096"/>
                </a:lnTo>
                <a:lnTo>
                  <a:pt x="530351" y="35052"/>
                </a:lnTo>
                <a:lnTo>
                  <a:pt x="521969" y="42672"/>
                </a:lnTo>
                <a:lnTo>
                  <a:pt x="388619" y="42672"/>
                </a:lnTo>
                <a:lnTo>
                  <a:pt x="373808" y="43219"/>
                </a:lnTo>
                <a:lnTo>
                  <a:pt x="359282" y="44767"/>
                </a:lnTo>
                <a:lnTo>
                  <a:pt x="345328" y="47172"/>
                </a:lnTo>
                <a:lnTo>
                  <a:pt x="332231" y="50292"/>
                </a:lnTo>
                <a:close/>
              </a:path>
              <a:path w="561339" h="525780">
                <a:moveTo>
                  <a:pt x="515551" y="201168"/>
                </a:moveTo>
                <a:lnTo>
                  <a:pt x="483107" y="201168"/>
                </a:lnTo>
                <a:lnTo>
                  <a:pt x="483107" y="42672"/>
                </a:lnTo>
                <a:lnTo>
                  <a:pt x="521969" y="42672"/>
                </a:lnTo>
                <a:lnTo>
                  <a:pt x="513587" y="50292"/>
                </a:lnTo>
                <a:lnTo>
                  <a:pt x="513849" y="108037"/>
                </a:lnTo>
                <a:lnTo>
                  <a:pt x="514540" y="157924"/>
                </a:lnTo>
                <a:lnTo>
                  <a:pt x="515551" y="201168"/>
                </a:lnTo>
                <a:close/>
              </a:path>
              <a:path w="561339" h="525780">
                <a:moveTo>
                  <a:pt x="505967" y="501396"/>
                </a:moveTo>
                <a:lnTo>
                  <a:pt x="382523" y="501396"/>
                </a:lnTo>
                <a:lnTo>
                  <a:pt x="355425" y="499657"/>
                </a:lnTo>
                <a:lnTo>
                  <a:pt x="336041" y="489775"/>
                </a:lnTo>
                <a:lnTo>
                  <a:pt x="324659" y="471606"/>
                </a:lnTo>
                <a:lnTo>
                  <a:pt x="321563" y="445008"/>
                </a:lnTo>
                <a:lnTo>
                  <a:pt x="321466" y="301532"/>
                </a:lnTo>
                <a:lnTo>
                  <a:pt x="321234" y="248265"/>
                </a:lnTo>
                <a:lnTo>
                  <a:pt x="320783" y="207215"/>
                </a:lnTo>
                <a:lnTo>
                  <a:pt x="320039" y="178308"/>
                </a:lnTo>
                <a:lnTo>
                  <a:pt x="353568" y="201168"/>
                </a:lnTo>
                <a:lnTo>
                  <a:pt x="515551" y="201168"/>
                </a:lnTo>
                <a:lnTo>
                  <a:pt x="515995" y="214884"/>
                </a:lnTo>
                <a:lnTo>
                  <a:pt x="353568" y="214884"/>
                </a:lnTo>
                <a:lnTo>
                  <a:pt x="353568" y="434340"/>
                </a:lnTo>
                <a:lnTo>
                  <a:pt x="355877" y="453199"/>
                </a:lnTo>
                <a:lnTo>
                  <a:pt x="362902" y="466344"/>
                </a:lnTo>
                <a:lnTo>
                  <a:pt x="374784" y="473773"/>
                </a:lnTo>
                <a:lnTo>
                  <a:pt x="391667" y="475488"/>
                </a:lnTo>
                <a:lnTo>
                  <a:pt x="556266" y="475488"/>
                </a:lnTo>
                <a:lnTo>
                  <a:pt x="551402" y="483608"/>
                </a:lnTo>
                <a:lnTo>
                  <a:pt x="539114" y="494347"/>
                </a:lnTo>
                <a:lnTo>
                  <a:pt x="523970" y="500229"/>
                </a:lnTo>
                <a:lnTo>
                  <a:pt x="505967" y="501396"/>
                </a:lnTo>
                <a:close/>
              </a:path>
              <a:path w="561339" h="525780">
                <a:moveTo>
                  <a:pt x="483107" y="248411"/>
                </a:moveTo>
                <a:lnTo>
                  <a:pt x="483107" y="214884"/>
                </a:lnTo>
                <a:lnTo>
                  <a:pt x="515995" y="214884"/>
                </a:lnTo>
                <a:lnTo>
                  <a:pt x="516635" y="234696"/>
                </a:lnTo>
                <a:lnTo>
                  <a:pt x="483107" y="248411"/>
                </a:lnTo>
                <a:close/>
              </a:path>
              <a:path w="561339" h="525780">
                <a:moveTo>
                  <a:pt x="556266" y="475488"/>
                </a:moveTo>
                <a:lnTo>
                  <a:pt x="487679" y="475488"/>
                </a:lnTo>
                <a:lnTo>
                  <a:pt x="495990" y="474035"/>
                </a:lnTo>
                <a:lnTo>
                  <a:pt x="502729" y="469582"/>
                </a:lnTo>
                <a:lnTo>
                  <a:pt x="515683" y="417004"/>
                </a:lnTo>
                <a:lnTo>
                  <a:pt x="518159" y="361188"/>
                </a:lnTo>
                <a:lnTo>
                  <a:pt x="530351" y="361188"/>
                </a:lnTo>
                <a:lnTo>
                  <a:pt x="531494" y="405003"/>
                </a:lnTo>
                <a:lnTo>
                  <a:pt x="538329" y="449437"/>
                </a:lnTo>
                <a:lnTo>
                  <a:pt x="560831" y="467868"/>
                </a:lnTo>
                <a:lnTo>
                  <a:pt x="556266" y="475488"/>
                </a:lnTo>
                <a:close/>
              </a:path>
              <a:path w="561339" h="525780">
                <a:moveTo>
                  <a:pt x="21335" y="50292"/>
                </a:moveTo>
                <a:lnTo>
                  <a:pt x="0" y="28956"/>
                </a:lnTo>
                <a:lnTo>
                  <a:pt x="240791" y="28956"/>
                </a:lnTo>
                <a:lnTo>
                  <a:pt x="269747" y="0"/>
                </a:lnTo>
                <a:lnTo>
                  <a:pt x="307847" y="42672"/>
                </a:lnTo>
                <a:lnTo>
                  <a:pt x="77724" y="42672"/>
                </a:lnTo>
                <a:lnTo>
                  <a:pt x="62912" y="43219"/>
                </a:lnTo>
                <a:lnTo>
                  <a:pt x="48386" y="44767"/>
                </a:lnTo>
                <a:lnTo>
                  <a:pt x="34432" y="47172"/>
                </a:lnTo>
                <a:lnTo>
                  <a:pt x="21335" y="50292"/>
                </a:lnTo>
                <a:close/>
              </a:path>
              <a:path w="561339" h="525780">
                <a:moveTo>
                  <a:pt x="138683" y="118872"/>
                </a:moveTo>
                <a:lnTo>
                  <a:pt x="109727" y="118872"/>
                </a:lnTo>
                <a:lnTo>
                  <a:pt x="109727" y="42672"/>
                </a:lnTo>
                <a:lnTo>
                  <a:pt x="138683" y="42672"/>
                </a:lnTo>
                <a:lnTo>
                  <a:pt x="138683" y="118872"/>
                </a:lnTo>
                <a:close/>
              </a:path>
              <a:path w="561339" h="525780">
                <a:moveTo>
                  <a:pt x="199643" y="118872"/>
                </a:moveTo>
                <a:lnTo>
                  <a:pt x="172211" y="118872"/>
                </a:lnTo>
                <a:lnTo>
                  <a:pt x="172211" y="42672"/>
                </a:lnTo>
                <a:lnTo>
                  <a:pt x="199643" y="42672"/>
                </a:lnTo>
                <a:lnTo>
                  <a:pt x="199643" y="118872"/>
                </a:lnTo>
                <a:close/>
              </a:path>
              <a:path w="561339" h="525780">
                <a:moveTo>
                  <a:pt x="280736" y="118872"/>
                </a:moveTo>
                <a:lnTo>
                  <a:pt x="239267" y="118872"/>
                </a:lnTo>
                <a:lnTo>
                  <a:pt x="256031" y="97536"/>
                </a:lnTo>
                <a:lnTo>
                  <a:pt x="280736" y="118872"/>
                </a:lnTo>
                <a:close/>
              </a:path>
              <a:path w="561339" h="525780">
                <a:moveTo>
                  <a:pt x="35051" y="525779"/>
                </a:moveTo>
                <a:lnTo>
                  <a:pt x="36171" y="485203"/>
                </a:lnTo>
                <a:lnTo>
                  <a:pt x="37147" y="436626"/>
                </a:lnTo>
                <a:lnTo>
                  <a:pt x="37838" y="380047"/>
                </a:lnTo>
                <a:lnTo>
                  <a:pt x="38081" y="310896"/>
                </a:lnTo>
                <a:lnTo>
                  <a:pt x="37847" y="252960"/>
                </a:lnTo>
                <a:lnTo>
                  <a:pt x="37147" y="193167"/>
                </a:lnTo>
                <a:lnTo>
                  <a:pt x="36171" y="143160"/>
                </a:lnTo>
                <a:lnTo>
                  <a:pt x="35051" y="100584"/>
                </a:lnTo>
                <a:lnTo>
                  <a:pt x="68579" y="118872"/>
                </a:lnTo>
                <a:lnTo>
                  <a:pt x="280736" y="118872"/>
                </a:lnTo>
                <a:lnTo>
                  <a:pt x="289559" y="126492"/>
                </a:lnTo>
                <a:lnTo>
                  <a:pt x="280246" y="134112"/>
                </a:lnTo>
                <a:lnTo>
                  <a:pt x="68579" y="134112"/>
                </a:lnTo>
                <a:lnTo>
                  <a:pt x="68579" y="295656"/>
                </a:lnTo>
                <a:lnTo>
                  <a:pt x="84279" y="295656"/>
                </a:lnTo>
                <a:lnTo>
                  <a:pt x="68579" y="310896"/>
                </a:lnTo>
                <a:lnTo>
                  <a:pt x="68579" y="344424"/>
                </a:lnTo>
                <a:lnTo>
                  <a:pt x="272907" y="344424"/>
                </a:lnTo>
                <a:lnTo>
                  <a:pt x="272938" y="358140"/>
                </a:lnTo>
                <a:lnTo>
                  <a:pt x="68579" y="358140"/>
                </a:lnTo>
                <a:lnTo>
                  <a:pt x="68579" y="449579"/>
                </a:lnTo>
                <a:lnTo>
                  <a:pt x="273383" y="449579"/>
                </a:lnTo>
                <a:lnTo>
                  <a:pt x="273543" y="463296"/>
                </a:lnTo>
                <a:lnTo>
                  <a:pt x="68579" y="463296"/>
                </a:lnTo>
                <a:lnTo>
                  <a:pt x="68579" y="513588"/>
                </a:lnTo>
                <a:lnTo>
                  <a:pt x="35051" y="525779"/>
                </a:lnTo>
                <a:close/>
              </a:path>
              <a:path w="561339" h="525780">
                <a:moveTo>
                  <a:pt x="84279" y="295656"/>
                </a:moveTo>
                <a:lnTo>
                  <a:pt x="68579" y="295656"/>
                </a:lnTo>
                <a:lnTo>
                  <a:pt x="86582" y="267628"/>
                </a:lnTo>
                <a:lnTo>
                  <a:pt x="99440" y="231457"/>
                </a:lnTo>
                <a:lnTo>
                  <a:pt x="107156" y="186999"/>
                </a:lnTo>
                <a:lnTo>
                  <a:pt x="109727" y="134112"/>
                </a:lnTo>
                <a:lnTo>
                  <a:pt x="138683" y="134112"/>
                </a:lnTo>
                <a:lnTo>
                  <a:pt x="134373" y="192381"/>
                </a:lnTo>
                <a:lnTo>
                  <a:pt x="121348" y="241363"/>
                </a:lnTo>
                <a:lnTo>
                  <a:pt x="99464" y="280916"/>
                </a:lnTo>
                <a:lnTo>
                  <a:pt x="84279" y="295656"/>
                </a:lnTo>
                <a:close/>
              </a:path>
              <a:path w="561339" h="525780">
                <a:moveTo>
                  <a:pt x="272907" y="344424"/>
                </a:moveTo>
                <a:lnTo>
                  <a:pt x="240791" y="344424"/>
                </a:lnTo>
                <a:lnTo>
                  <a:pt x="240791" y="291084"/>
                </a:lnTo>
                <a:lnTo>
                  <a:pt x="207263" y="291084"/>
                </a:lnTo>
                <a:lnTo>
                  <a:pt x="190642" y="288821"/>
                </a:lnTo>
                <a:lnTo>
                  <a:pt x="179450" y="282130"/>
                </a:lnTo>
                <a:lnTo>
                  <a:pt x="173402" y="271152"/>
                </a:lnTo>
                <a:lnTo>
                  <a:pt x="172211" y="256032"/>
                </a:lnTo>
                <a:lnTo>
                  <a:pt x="172211" y="134112"/>
                </a:lnTo>
                <a:lnTo>
                  <a:pt x="199643" y="134112"/>
                </a:lnTo>
                <a:lnTo>
                  <a:pt x="199643" y="243840"/>
                </a:lnTo>
                <a:lnTo>
                  <a:pt x="200763" y="252960"/>
                </a:lnTo>
                <a:lnTo>
                  <a:pt x="204025" y="259651"/>
                </a:lnTo>
                <a:lnTo>
                  <a:pt x="209288" y="263771"/>
                </a:lnTo>
                <a:lnTo>
                  <a:pt x="216407" y="265175"/>
                </a:lnTo>
                <a:lnTo>
                  <a:pt x="272820" y="265175"/>
                </a:lnTo>
                <a:lnTo>
                  <a:pt x="272907" y="344424"/>
                </a:lnTo>
                <a:close/>
              </a:path>
              <a:path w="561339" h="525780">
                <a:moveTo>
                  <a:pt x="272820" y="265175"/>
                </a:moveTo>
                <a:lnTo>
                  <a:pt x="240791" y="265175"/>
                </a:lnTo>
                <a:lnTo>
                  <a:pt x="240791" y="134112"/>
                </a:lnTo>
                <a:lnTo>
                  <a:pt x="280246" y="134112"/>
                </a:lnTo>
                <a:lnTo>
                  <a:pt x="272795" y="140208"/>
                </a:lnTo>
                <a:lnTo>
                  <a:pt x="272820" y="265175"/>
                </a:lnTo>
                <a:close/>
              </a:path>
              <a:path w="561339" h="525780">
                <a:moveTo>
                  <a:pt x="273383" y="449579"/>
                </a:moveTo>
                <a:lnTo>
                  <a:pt x="240791" y="449579"/>
                </a:lnTo>
                <a:lnTo>
                  <a:pt x="240791" y="358140"/>
                </a:lnTo>
                <a:lnTo>
                  <a:pt x="272938" y="358140"/>
                </a:lnTo>
                <a:lnTo>
                  <a:pt x="273080" y="403242"/>
                </a:lnTo>
                <a:lnTo>
                  <a:pt x="273383" y="449579"/>
                </a:lnTo>
                <a:close/>
              </a:path>
              <a:path w="561339" h="525780">
                <a:moveTo>
                  <a:pt x="240791" y="524255"/>
                </a:moveTo>
                <a:lnTo>
                  <a:pt x="240791" y="463296"/>
                </a:lnTo>
                <a:lnTo>
                  <a:pt x="273543" y="463296"/>
                </a:lnTo>
                <a:lnTo>
                  <a:pt x="273755" y="481548"/>
                </a:lnTo>
                <a:lnTo>
                  <a:pt x="274319" y="507492"/>
                </a:lnTo>
                <a:lnTo>
                  <a:pt x="240791" y="524255"/>
                </a:lnTo>
                <a:close/>
              </a:path>
            </a:pathLst>
          </a:custGeom>
          <a:solidFill>
            <a:srgbClr val="333399"/>
          </a:solidFill>
        </p:spPr>
        <p:txBody>
          <a:bodyPr wrap="square" lIns="0" tIns="0" rIns="0" bIns="0" rtlCol="0"/>
          <a:lstStyle/>
          <a:p>
            <a:endParaRPr/>
          </a:p>
        </p:txBody>
      </p:sp>
      <p:pic>
        <p:nvPicPr>
          <p:cNvPr id="14" name="object 14"/>
          <p:cNvPicPr/>
          <p:nvPr/>
        </p:nvPicPr>
        <p:blipFill>
          <a:blip r:embed="rId4" cstate="print"/>
          <a:stretch>
            <a:fillRect/>
          </a:stretch>
        </p:blipFill>
        <p:spPr>
          <a:xfrm>
            <a:off x="3005327" y="2359151"/>
            <a:ext cx="4008119" cy="4464874"/>
          </a:xfrm>
          <a:prstGeom prst="rect">
            <a:avLst/>
          </a:prstGeom>
        </p:spPr>
      </p:pic>
    </p:spTree>
  </p:cSld>
  <p:clrMapOvr>
    <a:masterClrMapping/>
  </p:clrMapOvr>
</p:sld>
</file>

<file path=ppt/slides/slide6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object 2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9560111" y="7229856"/>
            <a:ext cx="196536" cy="146304"/>
          </a:xfrm>
          <a:prstGeom prst="rect">
            <a:avLst/>
          </a:prstGeom>
        </p:spPr>
      </p:pic>
      <p:sp>
        <p:nvSpPr>
          <p:cNvPr id="3" name="object 3"/>
          <p:cNvSpPr/>
          <p:nvPr/>
        </p:nvSpPr>
        <p:spPr>
          <a:xfrm>
            <a:off x="1760219" y="1328927"/>
            <a:ext cx="218440" cy="447040"/>
          </a:xfrm>
          <a:custGeom>
            <a:avLst/>
            <a:gdLst/>
            <a:ahLst/>
            <a:cxnLst/>
            <a:rect l="l" t="t" r="r" b="b"/>
            <a:pathLst>
              <a:path w="218439" h="447039">
                <a:moveTo>
                  <a:pt x="217931" y="446532"/>
                </a:moveTo>
                <a:lnTo>
                  <a:pt x="0" y="446532"/>
                </a:lnTo>
                <a:lnTo>
                  <a:pt x="0" y="400812"/>
                </a:lnTo>
                <a:lnTo>
                  <a:pt x="80771" y="400812"/>
                </a:lnTo>
                <a:lnTo>
                  <a:pt x="80771" y="102108"/>
                </a:lnTo>
                <a:lnTo>
                  <a:pt x="0" y="102108"/>
                </a:lnTo>
                <a:lnTo>
                  <a:pt x="0" y="62484"/>
                </a:lnTo>
                <a:lnTo>
                  <a:pt x="21407" y="61626"/>
                </a:lnTo>
                <a:lnTo>
                  <a:pt x="39814" y="59055"/>
                </a:lnTo>
                <a:lnTo>
                  <a:pt x="77081" y="41362"/>
                </a:lnTo>
                <a:lnTo>
                  <a:pt x="91439" y="0"/>
                </a:lnTo>
                <a:lnTo>
                  <a:pt x="138683" y="0"/>
                </a:lnTo>
                <a:lnTo>
                  <a:pt x="138683" y="400812"/>
                </a:lnTo>
                <a:lnTo>
                  <a:pt x="217931" y="400812"/>
                </a:lnTo>
                <a:lnTo>
                  <a:pt x="217931" y="446532"/>
                </a:lnTo>
                <a:close/>
              </a:path>
            </a:pathLst>
          </a:custGeom>
          <a:solidFill>
            <a:srgbClr val="3333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" name="object 4"/>
          <p:cNvSpPr/>
          <p:nvPr/>
        </p:nvSpPr>
        <p:spPr>
          <a:xfrm>
            <a:off x="2084832" y="1690116"/>
            <a:ext cx="71755" cy="85725"/>
          </a:xfrm>
          <a:custGeom>
            <a:avLst/>
            <a:gdLst/>
            <a:ahLst/>
            <a:cxnLst/>
            <a:rect l="l" t="t" r="r" b="b"/>
            <a:pathLst>
              <a:path w="71755" h="85725">
                <a:moveTo>
                  <a:pt x="71627" y="85343"/>
                </a:moveTo>
                <a:lnTo>
                  <a:pt x="0" y="85343"/>
                </a:lnTo>
                <a:lnTo>
                  <a:pt x="0" y="0"/>
                </a:lnTo>
                <a:lnTo>
                  <a:pt x="71627" y="0"/>
                </a:lnTo>
                <a:lnTo>
                  <a:pt x="71627" y="85343"/>
                </a:lnTo>
                <a:close/>
              </a:path>
            </a:pathLst>
          </a:custGeom>
          <a:solidFill>
            <a:srgbClr val="3333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" name="object 5"/>
          <p:cNvSpPr/>
          <p:nvPr/>
        </p:nvSpPr>
        <p:spPr>
          <a:xfrm>
            <a:off x="2244852" y="1321307"/>
            <a:ext cx="276225" cy="454659"/>
          </a:xfrm>
          <a:custGeom>
            <a:avLst/>
            <a:gdLst/>
            <a:ahLst/>
            <a:cxnLst/>
            <a:rect l="l" t="t" r="r" b="b"/>
            <a:pathLst>
              <a:path w="276225" h="454660">
                <a:moveTo>
                  <a:pt x="275843" y="454151"/>
                </a:moveTo>
                <a:lnTo>
                  <a:pt x="0" y="454151"/>
                </a:lnTo>
                <a:lnTo>
                  <a:pt x="0" y="391667"/>
                </a:lnTo>
                <a:lnTo>
                  <a:pt x="29336" y="364426"/>
                </a:lnTo>
                <a:lnTo>
                  <a:pt x="43291" y="351162"/>
                </a:lnTo>
                <a:lnTo>
                  <a:pt x="56387" y="338327"/>
                </a:lnTo>
                <a:lnTo>
                  <a:pt x="69842" y="325493"/>
                </a:lnTo>
                <a:lnTo>
                  <a:pt x="82867" y="312229"/>
                </a:lnTo>
                <a:lnTo>
                  <a:pt x="131349" y="258079"/>
                </a:lnTo>
                <a:lnTo>
                  <a:pt x="165639" y="213407"/>
                </a:lnTo>
                <a:lnTo>
                  <a:pt x="185666" y="177903"/>
                </a:lnTo>
                <a:lnTo>
                  <a:pt x="196595" y="124967"/>
                </a:lnTo>
                <a:lnTo>
                  <a:pt x="196072" y="116109"/>
                </a:lnTo>
                <a:lnTo>
                  <a:pt x="178927" y="74961"/>
                </a:lnTo>
                <a:lnTo>
                  <a:pt x="142470" y="54387"/>
                </a:lnTo>
                <a:lnTo>
                  <a:pt x="120395" y="51815"/>
                </a:lnTo>
                <a:lnTo>
                  <a:pt x="112371" y="52077"/>
                </a:lnTo>
                <a:lnTo>
                  <a:pt x="71627" y="59626"/>
                </a:lnTo>
                <a:lnTo>
                  <a:pt x="24383" y="82295"/>
                </a:lnTo>
                <a:lnTo>
                  <a:pt x="18287" y="86867"/>
                </a:lnTo>
                <a:lnTo>
                  <a:pt x="13715" y="89915"/>
                </a:lnTo>
                <a:lnTo>
                  <a:pt x="10667" y="89915"/>
                </a:lnTo>
                <a:lnTo>
                  <a:pt x="10667" y="25908"/>
                </a:lnTo>
                <a:lnTo>
                  <a:pt x="60960" y="9143"/>
                </a:lnTo>
                <a:lnTo>
                  <a:pt x="109823" y="571"/>
                </a:lnTo>
                <a:lnTo>
                  <a:pt x="124967" y="0"/>
                </a:lnTo>
                <a:lnTo>
                  <a:pt x="154138" y="2024"/>
                </a:lnTo>
                <a:lnTo>
                  <a:pt x="202763" y="18645"/>
                </a:lnTo>
                <a:lnTo>
                  <a:pt x="237624" y="51196"/>
                </a:lnTo>
                <a:lnTo>
                  <a:pt x="255293" y="95678"/>
                </a:lnTo>
                <a:lnTo>
                  <a:pt x="257555" y="121919"/>
                </a:lnTo>
                <a:lnTo>
                  <a:pt x="257032" y="135112"/>
                </a:lnTo>
                <a:lnTo>
                  <a:pt x="247769" y="181832"/>
                </a:lnTo>
                <a:lnTo>
                  <a:pt x="228695" y="221218"/>
                </a:lnTo>
                <a:lnTo>
                  <a:pt x="191071" y="268986"/>
                </a:lnTo>
                <a:lnTo>
                  <a:pt x="159472" y="303156"/>
                </a:lnTo>
                <a:lnTo>
                  <a:pt x="128087" y="334541"/>
                </a:lnTo>
                <a:lnTo>
                  <a:pt x="111251" y="350519"/>
                </a:lnTo>
                <a:lnTo>
                  <a:pt x="94964" y="366569"/>
                </a:lnTo>
                <a:lnTo>
                  <a:pt x="67532" y="392953"/>
                </a:lnTo>
                <a:lnTo>
                  <a:pt x="56387" y="403859"/>
                </a:lnTo>
                <a:lnTo>
                  <a:pt x="275843" y="403859"/>
                </a:lnTo>
                <a:lnTo>
                  <a:pt x="275843" y="454151"/>
                </a:lnTo>
                <a:close/>
              </a:path>
            </a:pathLst>
          </a:custGeom>
          <a:solidFill>
            <a:srgbClr val="3333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" name="object 6"/>
          <p:cNvSpPr/>
          <p:nvPr/>
        </p:nvSpPr>
        <p:spPr>
          <a:xfrm>
            <a:off x="2604516" y="1690116"/>
            <a:ext cx="71755" cy="85725"/>
          </a:xfrm>
          <a:custGeom>
            <a:avLst/>
            <a:gdLst/>
            <a:ahLst/>
            <a:cxnLst/>
            <a:rect l="l" t="t" r="r" b="b"/>
            <a:pathLst>
              <a:path w="71755" h="85725">
                <a:moveTo>
                  <a:pt x="71627" y="85343"/>
                </a:moveTo>
                <a:lnTo>
                  <a:pt x="0" y="85343"/>
                </a:lnTo>
                <a:lnTo>
                  <a:pt x="0" y="0"/>
                </a:lnTo>
                <a:lnTo>
                  <a:pt x="71627" y="0"/>
                </a:lnTo>
                <a:lnTo>
                  <a:pt x="71627" y="85343"/>
                </a:lnTo>
                <a:close/>
              </a:path>
            </a:pathLst>
          </a:custGeom>
          <a:solidFill>
            <a:srgbClr val="3333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" name="object 7"/>
          <p:cNvSpPr/>
          <p:nvPr/>
        </p:nvSpPr>
        <p:spPr>
          <a:xfrm>
            <a:off x="2761488" y="1321308"/>
            <a:ext cx="271780" cy="463550"/>
          </a:xfrm>
          <a:custGeom>
            <a:avLst/>
            <a:gdLst/>
            <a:ahLst/>
            <a:cxnLst/>
            <a:rect l="l" t="t" r="r" b="b"/>
            <a:pathLst>
              <a:path w="271780" h="463550">
                <a:moveTo>
                  <a:pt x="121920" y="463296"/>
                </a:moveTo>
                <a:lnTo>
                  <a:pt x="72628" y="458795"/>
                </a:lnTo>
                <a:lnTo>
                  <a:pt x="25336" y="446341"/>
                </a:lnTo>
                <a:lnTo>
                  <a:pt x="0" y="435863"/>
                </a:lnTo>
                <a:lnTo>
                  <a:pt x="0" y="373379"/>
                </a:lnTo>
                <a:lnTo>
                  <a:pt x="4572" y="373379"/>
                </a:lnTo>
                <a:lnTo>
                  <a:pt x="14573" y="380214"/>
                </a:lnTo>
                <a:lnTo>
                  <a:pt x="26289" y="386905"/>
                </a:lnTo>
                <a:lnTo>
                  <a:pt x="70866" y="405050"/>
                </a:lnTo>
                <a:lnTo>
                  <a:pt x="118872" y="411479"/>
                </a:lnTo>
                <a:lnTo>
                  <a:pt x="128016" y="411170"/>
                </a:lnTo>
                <a:lnTo>
                  <a:pt x="172402" y="398525"/>
                </a:lnTo>
                <a:lnTo>
                  <a:pt x="200501" y="365879"/>
                </a:lnTo>
                <a:lnTo>
                  <a:pt x="210312" y="318515"/>
                </a:lnTo>
                <a:lnTo>
                  <a:pt x="209978" y="306538"/>
                </a:lnTo>
                <a:lnTo>
                  <a:pt x="194691" y="264223"/>
                </a:lnTo>
                <a:lnTo>
                  <a:pt x="162544" y="243339"/>
                </a:lnTo>
                <a:lnTo>
                  <a:pt x="117348" y="237743"/>
                </a:lnTo>
                <a:lnTo>
                  <a:pt x="91440" y="237743"/>
                </a:lnTo>
                <a:lnTo>
                  <a:pt x="91440" y="187451"/>
                </a:lnTo>
                <a:lnTo>
                  <a:pt x="111252" y="187451"/>
                </a:lnTo>
                <a:lnTo>
                  <a:pt x="130706" y="186308"/>
                </a:lnTo>
                <a:lnTo>
                  <a:pt x="176784" y="169163"/>
                </a:lnTo>
                <a:lnTo>
                  <a:pt x="201001" y="130159"/>
                </a:lnTo>
                <a:lnTo>
                  <a:pt x="202692" y="112775"/>
                </a:lnTo>
                <a:lnTo>
                  <a:pt x="202144" y="105036"/>
                </a:lnTo>
                <a:lnTo>
                  <a:pt x="185928" y="70103"/>
                </a:lnTo>
                <a:lnTo>
                  <a:pt x="178308" y="65531"/>
                </a:lnTo>
                <a:lnTo>
                  <a:pt x="172569" y="61507"/>
                </a:lnTo>
                <a:lnTo>
                  <a:pt x="132064" y="51863"/>
                </a:lnTo>
                <a:lnTo>
                  <a:pt x="124968" y="51815"/>
                </a:lnTo>
                <a:lnTo>
                  <a:pt x="116728" y="52077"/>
                </a:lnTo>
                <a:lnTo>
                  <a:pt x="75628" y="59626"/>
                </a:lnTo>
                <a:lnTo>
                  <a:pt x="35052" y="77723"/>
                </a:lnTo>
                <a:lnTo>
                  <a:pt x="28956" y="82295"/>
                </a:lnTo>
                <a:lnTo>
                  <a:pt x="21336" y="86867"/>
                </a:lnTo>
                <a:lnTo>
                  <a:pt x="16764" y="89915"/>
                </a:lnTo>
                <a:lnTo>
                  <a:pt x="12192" y="89915"/>
                </a:lnTo>
                <a:lnTo>
                  <a:pt x="12192" y="27431"/>
                </a:lnTo>
                <a:lnTo>
                  <a:pt x="49482" y="12215"/>
                </a:lnTo>
                <a:lnTo>
                  <a:pt x="98107" y="2095"/>
                </a:lnTo>
                <a:lnTo>
                  <a:pt x="129540" y="0"/>
                </a:lnTo>
                <a:lnTo>
                  <a:pt x="143851" y="309"/>
                </a:lnTo>
                <a:lnTo>
                  <a:pt x="192500" y="9810"/>
                </a:lnTo>
                <a:lnTo>
                  <a:pt x="231981" y="32432"/>
                </a:lnTo>
                <a:lnTo>
                  <a:pt x="256984" y="70032"/>
                </a:lnTo>
                <a:lnTo>
                  <a:pt x="262128" y="106679"/>
                </a:lnTo>
                <a:lnTo>
                  <a:pt x="260675" y="124634"/>
                </a:lnTo>
                <a:lnTo>
                  <a:pt x="237744" y="172211"/>
                </a:lnTo>
                <a:lnTo>
                  <a:pt x="196381" y="202430"/>
                </a:lnTo>
                <a:lnTo>
                  <a:pt x="179832" y="207263"/>
                </a:lnTo>
                <a:lnTo>
                  <a:pt x="179832" y="211835"/>
                </a:lnTo>
                <a:lnTo>
                  <a:pt x="218074" y="224694"/>
                </a:lnTo>
                <a:lnTo>
                  <a:pt x="252603" y="254317"/>
                </a:lnTo>
                <a:lnTo>
                  <a:pt x="268986" y="295465"/>
                </a:lnTo>
                <a:lnTo>
                  <a:pt x="271272" y="321563"/>
                </a:lnTo>
                <a:lnTo>
                  <a:pt x="270676" y="337018"/>
                </a:lnTo>
                <a:lnTo>
                  <a:pt x="260604" y="377952"/>
                </a:lnTo>
                <a:lnTo>
                  <a:pt x="240458" y="412456"/>
                </a:lnTo>
                <a:lnTo>
                  <a:pt x="210312" y="440245"/>
                </a:lnTo>
                <a:lnTo>
                  <a:pt x="170354" y="457509"/>
                </a:lnTo>
                <a:lnTo>
                  <a:pt x="139398" y="462700"/>
                </a:lnTo>
                <a:lnTo>
                  <a:pt x="121920" y="463296"/>
                </a:lnTo>
                <a:close/>
              </a:path>
            </a:pathLst>
          </a:custGeom>
          <a:solidFill>
            <a:srgbClr val="3333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3296411" y="1368551"/>
            <a:ext cx="546100" cy="388620"/>
          </a:xfrm>
          <a:custGeom>
            <a:avLst/>
            <a:gdLst/>
            <a:ahLst/>
            <a:cxnLst/>
            <a:rect l="l" t="t" r="r" b="b"/>
            <a:pathLst>
              <a:path w="546100" h="388619">
                <a:moveTo>
                  <a:pt x="80772" y="54864"/>
                </a:moveTo>
                <a:lnTo>
                  <a:pt x="59436" y="33528"/>
                </a:lnTo>
                <a:lnTo>
                  <a:pt x="411480" y="33528"/>
                </a:lnTo>
                <a:lnTo>
                  <a:pt x="445008" y="0"/>
                </a:lnTo>
                <a:lnTo>
                  <a:pt x="492252" y="48768"/>
                </a:lnTo>
                <a:lnTo>
                  <a:pt x="135636" y="48768"/>
                </a:lnTo>
                <a:lnTo>
                  <a:pt x="121920" y="49077"/>
                </a:lnTo>
                <a:lnTo>
                  <a:pt x="108204" y="50101"/>
                </a:lnTo>
                <a:lnTo>
                  <a:pt x="94488" y="51982"/>
                </a:lnTo>
                <a:lnTo>
                  <a:pt x="80772" y="54864"/>
                </a:lnTo>
                <a:close/>
              </a:path>
              <a:path w="546100" h="388619">
                <a:moveTo>
                  <a:pt x="21336" y="388620"/>
                </a:moveTo>
                <a:lnTo>
                  <a:pt x="0" y="365760"/>
                </a:lnTo>
                <a:lnTo>
                  <a:pt x="445008" y="365760"/>
                </a:lnTo>
                <a:lnTo>
                  <a:pt x="487680" y="323088"/>
                </a:lnTo>
                <a:lnTo>
                  <a:pt x="545592" y="381000"/>
                </a:lnTo>
                <a:lnTo>
                  <a:pt x="80772" y="381000"/>
                </a:lnTo>
                <a:lnTo>
                  <a:pt x="64841" y="381333"/>
                </a:lnTo>
                <a:lnTo>
                  <a:pt x="49339" y="382524"/>
                </a:lnTo>
                <a:lnTo>
                  <a:pt x="34694" y="384857"/>
                </a:lnTo>
                <a:lnTo>
                  <a:pt x="21336" y="388620"/>
                </a:lnTo>
                <a:close/>
              </a:path>
            </a:pathLst>
          </a:custGeom>
          <a:solidFill>
            <a:srgbClr val="3333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3906011" y="1280159"/>
            <a:ext cx="554990" cy="554990"/>
          </a:xfrm>
          <a:custGeom>
            <a:avLst/>
            <a:gdLst/>
            <a:ahLst/>
            <a:cxnLst/>
            <a:rect l="l" t="t" r="r" b="b"/>
            <a:pathLst>
              <a:path w="554989" h="554989">
                <a:moveTo>
                  <a:pt x="504444" y="281940"/>
                </a:moveTo>
                <a:lnTo>
                  <a:pt x="467344" y="259151"/>
                </a:lnTo>
                <a:lnTo>
                  <a:pt x="433959" y="232219"/>
                </a:lnTo>
                <a:lnTo>
                  <a:pt x="404574" y="201572"/>
                </a:lnTo>
                <a:lnTo>
                  <a:pt x="379476" y="167640"/>
                </a:lnTo>
                <a:lnTo>
                  <a:pt x="357473" y="130516"/>
                </a:lnTo>
                <a:lnTo>
                  <a:pt x="339471" y="90106"/>
                </a:lnTo>
                <a:lnTo>
                  <a:pt x="325469" y="46553"/>
                </a:lnTo>
                <a:lnTo>
                  <a:pt x="315468" y="0"/>
                </a:lnTo>
                <a:lnTo>
                  <a:pt x="361188" y="19812"/>
                </a:lnTo>
                <a:lnTo>
                  <a:pt x="341376" y="32004"/>
                </a:lnTo>
                <a:lnTo>
                  <a:pt x="357092" y="76533"/>
                </a:lnTo>
                <a:lnTo>
                  <a:pt x="376809" y="116205"/>
                </a:lnTo>
                <a:lnTo>
                  <a:pt x="400526" y="150733"/>
                </a:lnTo>
                <a:lnTo>
                  <a:pt x="428244" y="179832"/>
                </a:lnTo>
                <a:lnTo>
                  <a:pt x="458509" y="203549"/>
                </a:lnTo>
                <a:lnTo>
                  <a:pt x="521898" y="235553"/>
                </a:lnTo>
                <a:lnTo>
                  <a:pt x="554735" y="243840"/>
                </a:lnTo>
                <a:lnTo>
                  <a:pt x="554735" y="251460"/>
                </a:lnTo>
                <a:lnTo>
                  <a:pt x="537876" y="255150"/>
                </a:lnTo>
                <a:lnTo>
                  <a:pt x="523875" y="261556"/>
                </a:lnTo>
                <a:lnTo>
                  <a:pt x="512730" y="270533"/>
                </a:lnTo>
                <a:lnTo>
                  <a:pt x="504444" y="281940"/>
                </a:lnTo>
                <a:close/>
              </a:path>
              <a:path w="554989" h="554989">
                <a:moveTo>
                  <a:pt x="4572" y="301752"/>
                </a:moveTo>
                <a:lnTo>
                  <a:pt x="0" y="294132"/>
                </a:lnTo>
                <a:lnTo>
                  <a:pt x="30003" y="267866"/>
                </a:lnTo>
                <a:lnTo>
                  <a:pt x="58293" y="239458"/>
                </a:lnTo>
                <a:lnTo>
                  <a:pt x="84867" y="209049"/>
                </a:lnTo>
                <a:lnTo>
                  <a:pt x="109728" y="176784"/>
                </a:lnTo>
                <a:lnTo>
                  <a:pt x="132897" y="140779"/>
                </a:lnTo>
                <a:lnTo>
                  <a:pt x="154495" y="101346"/>
                </a:lnTo>
                <a:lnTo>
                  <a:pt x="174664" y="58483"/>
                </a:lnTo>
                <a:lnTo>
                  <a:pt x="193548" y="12192"/>
                </a:lnTo>
                <a:lnTo>
                  <a:pt x="240792" y="48768"/>
                </a:lnTo>
                <a:lnTo>
                  <a:pt x="219456" y="59436"/>
                </a:lnTo>
                <a:lnTo>
                  <a:pt x="199191" y="97155"/>
                </a:lnTo>
                <a:lnTo>
                  <a:pt x="177355" y="132588"/>
                </a:lnTo>
                <a:lnTo>
                  <a:pt x="154090" y="165735"/>
                </a:lnTo>
                <a:lnTo>
                  <a:pt x="129540" y="196596"/>
                </a:lnTo>
                <a:lnTo>
                  <a:pt x="103798" y="225456"/>
                </a:lnTo>
                <a:lnTo>
                  <a:pt x="74485" y="252603"/>
                </a:lnTo>
                <a:lnTo>
                  <a:pt x="41457" y="278034"/>
                </a:lnTo>
                <a:lnTo>
                  <a:pt x="4572" y="301752"/>
                </a:lnTo>
                <a:close/>
              </a:path>
              <a:path w="554989" h="554989">
                <a:moveTo>
                  <a:pt x="118872" y="263652"/>
                </a:moveTo>
                <a:lnTo>
                  <a:pt x="100584" y="243840"/>
                </a:lnTo>
                <a:lnTo>
                  <a:pt x="373380" y="243840"/>
                </a:lnTo>
                <a:lnTo>
                  <a:pt x="397764" y="220980"/>
                </a:lnTo>
                <a:lnTo>
                  <a:pt x="429768" y="254508"/>
                </a:lnTo>
                <a:lnTo>
                  <a:pt x="423672" y="259080"/>
                </a:lnTo>
                <a:lnTo>
                  <a:pt x="141732" y="259080"/>
                </a:lnTo>
                <a:lnTo>
                  <a:pt x="118872" y="263652"/>
                </a:lnTo>
                <a:close/>
              </a:path>
              <a:path w="554989" h="554989">
                <a:moveTo>
                  <a:pt x="30479" y="554736"/>
                </a:moveTo>
                <a:lnTo>
                  <a:pt x="25908" y="545592"/>
                </a:lnTo>
                <a:lnTo>
                  <a:pt x="75318" y="516993"/>
                </a:lnTo>
                <a:lnTo>
                  <a:pt x="116014" y="485965"/>
                </a:lnTo>
                <a:lnTo>
                  <a:pt x="147851" y="452366"/>
                </a:lnTo>
                <a:lnTo>
                  <a:pt x="170688" y="416052"/>
                </a:lnTo>
                <a:lnTo>
                  <a:pt x="187237" y="377809"/>
                </a:lnTo>
                <a:lnTo>
                  <a:pt x="200215" y="338709"/>
                </a:lnTo>
                <a:lnTo>
                  <a:pt x="209478" y="299037"/>
                </a:lnTo>
                <a:lnTo>
                  <a:pt x="214884" y="259080"/>
                </a:lnTo>
                <a:lnTo>
                  <a:pt x="252984" y="259080"/>
                </a:lnTo>
                <a:lnTo>
                  <a:pt x="244173" y="308514"/>
                </a:lnTo>
                <a:lnTo>
                  <a:pt x="231648" y="353949"/>
                </a:lnTo>
                <a:lnTo>
                  <a:pt x="215693" y="395382"/>
                </a:lnTo>
                <a:lnTo>
                  <a:pt x="196596" y="432816"/>
                </a:lnTo>
                <a:lnTo>
                  <a:pt x="169997" y="466224"/>
                </a:lnTo>
                <a:lnTo>
                  <a:pt x="133540" y="497776"/>
                </a:lnTo>
                <a:lnTo>
                  <a:pt x="87082" y="527327"/>
                </a:lnTo>
                <a:lnTo>
                  <a:pt x="30479" y="554736"/>
                </a:lnTo>
                <a:close/>
              </a:path>
              <a:path w="554989" h="554989">
                <a:moveTo>
                  <a:pt x="386919" y="497109"/>
                </a:moveTo>
                <a:lnTo>
                  <a:pt x="318992" y="497109"/>
                </a:lnTo>
                <a:lnTo>
                  <a:pt x="330708" y="496824"/>
                </a:lnTo>
                <a:lnTo>
                  <a:pt x="339280" y="494252"/>
                </a:lnTo>
                <a:lnTo>
                  <a:pt x="363593" y="445960"/>
                </a:lnTo>
                <a:lnTo>
                  <a:pt x="368617" y="403098"/>
                </a:lnTo>
                <a:lnTo>
                  <a:pt x="373356" y="340804"/>
                </a:lnTo>
                <a:lnTo>
                  <a:pt x="377952" y="259080"/>
                </a:lnTo>
                <a:lnTo>
                  <a:pt x="423672" y="259080"/>
                </a:lnTo>
                <a:lnTo>
                  <a:pt x="411480" y="268223"/>
                </a:lnTo>
                <a:lnTo>
                  <a:pt x="409090" y="338084"/>
                </a:lnTo>
                <a:lnTo>
                  <a:pt x="405530" y="395874"/>
                </a:lnTo>
                <a:lnTo>
                  <a:pt x="400726" y="441594"/>
                </a:lnTo>
                <a:lnTo>
                  <a:pt x="394606" y="475244"/>
                </a:lnTo>
                <a:lnTo>
                  <a:pt x="387096" y="496824"/>
                </a:lnTo>
                <a:lnTo>
                  <a:pt x="386919" y="497109"/>
                </a:lnTo>
                <a:close/>
              </a:path>
              <a:path w="554989" h="554989">
                <a:moveTo>
                  <a:pt x="320040" y="553212"/>
                </a:moveTo>
                <a:lnTo>
                  <a:pt x="313420" y="535209"/>
                </a:lnTo>
                <a:lnTo>
                  <a:pt x="300228" y="520065"/>
                </a:lnTo>
                <a:lnTo>
                  <a:pt x="280177" y="507777"/>
                </a:lnTo>
                <a:lnTo>
                  <a:pt x="252984" y="498348"/>
                </a:lnTo>
                <a:lnTo>
                  <a:pt x="252984" y="487679"/>
                </a:lnTo>
                <a:lnTo>
                  <a:pt x="280130" y="492537"/>
                </a:lnTo>
                <a:lnTo>
                  <a:pt x="302133" y="495681"/>
                </a:lnTo>
                <a:lnTo>
                  <a:pt x="318992" y="497109"/>
                </a:lnTo>
                <a:lnTo>
                  <a:pt x="386919" y="497109"/>
                </a:lnTo>
                <a:lnTo>
                  <a:pt x="375975" y="514850"/>
                </a:lnTo>
                <a:lnTo>
                  <a:pt x="360997" y="530161"/>
                </a:lnTo>
                <a:lnTo>
                  <a:pt x="342304" y="542901"/>
                </a:lnTo>
                <a:lnTo>
                  <a:pt x="320040" y="553212"/>
                </a:lnTo>
                <a:close/>
              </a:path>
            </a:pathLst>
          </a:custGeom>
          <a:solidFill>
            <a:srgbClr val="3333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4541520" y="1295400"/>
            <a:ext cx="515620" cy="523240"/>
          </a:xfrm>
          <a:custGeom>
            <a:avLst/>
            <a:gdLst/>
            <a:ahLst/>
            <a:cxnLst/>
            <a:rect l="l" t="t" r="r" b="b"/>
            <a:pathLst>
              <a:path w="515620" h="523239">
                <a:moveTo>
                  <a:pt x="33527" y="522731"/>
                </a:moveTo>
                <a:lnTo>
                  <a:pt x="0" y="492251"/>
                </a:lnTo>
                <a:lnTo>
                  <a:pt x="15239" y="478536"/>
                </a:lnTo>
                <a:lnTo>
                  <a:pt x="15239" y="144779"/>
                </a:lnTo>
                <a:lnTo>
                  <a:pt x="14978" y="112514"/>
                </a:lnTo>
                <a:lnTo>
                  <a:pt x="14287" y="79819"/>
                </a:lnTo>
                <a:lnTo>
                  <a:pt x="12191" y="13715"/>
                </a:lnTo>
                <a:lnTo>
                  <a:pt x="48767" y="33527"/>
                </a:lnTo>
                <a:lnTo>
                  <a:pt x="416052" y="33527"/>
                </a:lnTo>
                <a:lnTo>
                  <a:pt x="452627" y="0"/>
                </a:lnTo>
                <a:lnTo>
                  <a:pt x="495300" y="47243"/>
                </a:lnTo>
                <a:lnTo>
                  <a:pt x="330707" y="47243"/>
                </a:lnTo>
                <a:lnTo>
                  <a:pt x="330707" y="333755"/>
                </a:lnTo>
                <a:lnTo>
                  <a:pt x="332398" y="353758"/>
                </a:lnTo>
                <a:lnTo>
                  <a:pt x="337375" y="368045"/>
                </a:lnTo>
                <a:lnTo>
                  <a:pt x="345495" y="376618"/>
                </a:lnTo>
                <a:lnTo>
                  <a:pt x="356615" y="379475"/>
                </a:lnTo>
                <a:lnTo>
                  <a:pt x="422148" y="379475"/>
                </a:lnTo>
                <a:lnTo>
                  <a:pt x="448055" y="339851"/>
                </a:lnTo>
                <a:lnTo>
                  <a:pt x="452627" y="266699"/>
                </a:lnTo>
                <a:lnTo>
                  <a:pt x="464820" y="266699"/>
                </a:lnTo>
                <a:lnTo>
                  <a:pt x="467867" y="335279"/>
                </a:lnTo>
                <a:lnTo>
                  <a:pt x="498348" y="371855"/>
                </a:lnTo>
                <a:lnTo>
                  <a:pt x="486584" y="387810"/>
                </a:lnTo>
                <a:lnTo>
                  <a:pt x="471678" y="398907"/>
                </a:lnTo>
                <a:lnTo>
                  <a:pt x="453342" y="404860"/>
                </a:lnTo>
                <a:lnTo>
                  <a:pt x="431291" y="405384"/>
                </a:lnTo>
                <a:lnTo>
                  <a:pt x="342900" y="405384"/>
                </a:lnTo>
                <a:lnTo>
                  <a:pt x="322945" y="401359"/>
                </a:lnTo>
                <a:lnTo>
                  <a:pt x="308991" y="391477"/>
                </a:lnTo>
                <a:lnTo>
                  <a:pt x="301323" y="375594"/>
                </a:lnTo>
                <a:lnTo>
                  <a:pt x="300227" y="353567"/>
                </a:lnTo>
                <a:lnTo>
                  <a:pt x="300227" y="47243"/>
                </a:lnTo>
                <a:lnTo>
                  <a:pt x="199644" y="47243"/>
                </a:lnTo>
                <a:lnTo>
                  <a:pt x="198310" y="120205"/>
                </a:lnTo>
                <a:lnTo>
                  <a:pt x="193547" y="187451"/>
                </a:lnTo>
                <a:lnTo>
                  <a:pt x="184213" y="249935"/>
                </a:lnTo>
                <a:lnTo>
                  <a:pt x="164591" y="312419"/>
                </a:lnTo>
                <a:lnTo>
                  <a:pt x="130301" y="375094"/>
                </a:lnTo>
                <a:lnTo>
                  <a:pt x="106298" y="406931"/>
                </a:lnTo>
                <a:lnTo>
                  <a:pt x="77723" y="438911"/>
                </a:lnTo>
                <a:lnTo>
                  <a:pt x="70103" y="432815"/>
                </a:lnTo>
                <a:lnTo>
                  <a:pt x="92154" y="399621"/>
                </a:lnTo>
                <a:lnTo>
                  <a:pt x="110489" y="368427"/>
                </a:lnTo>
                <a:lnTo>
                  <a:pt x="137159" y="310896"/>
                </a:lnTo>
                <a:lnTo>
                  <a:pt x="152018" y="253746"/>
                </a:lnTo>
                <a:lnTo>
                  <a:pt x="160019" y="192023"/>
                </a:lnTo>
                <a:lnTo>
                  <a:pt x="164782" y="124205"/>
                </a:lnTo>
                <a:lnTo>
                  <a:pt x="166115" y="47243"/>
                </a:lnTo>
                <a:lnTo>
                  <a:pt x="48767" y="47243"/>
                </a:lnTo>
                <a:lnTo>
                  <a:pt x="48767" y="487679"/>
                </a:lnTo>
                <a:lnTo>
                  <a:pt x="428244" y="487679"/>
                </a:lnTo>
                <a:lnTo>
                  <a:pt x="464820" y="451103"/>
                </a:lnTo>
                <a:lnTo>
                  <a:pt x="515111" y="501395"/>
                </a:lnTo>
                <a:lnTo>
                  <a:pt x="50291" y="501395"/>
                </a:lnTo>
                <a:lnTo>
                  <a:pt x="33527" y="522731"/>
                </a:lnTo>
                <a:close/>
              </a:path>
            </a:pathLst>
          </a:custGeom>
          <a:solidFill>
            <a:srgbClr val="3333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5123688" y="1299971"/>
            <a:ext cx="561340" cy="525780"/>
          </a:xfrm>
          <a:custGeom>
            <a:avLst/>
            <a:gdLst/>
            <a:ahLst/>
            <a:cxnLst/>
            <a:rect l="l" t="t" r="r" b="b"/>
            <a:pathLst>
              <a:path w="561339" h="525780">
                <a:moveTo>
                  <a:pt x="332231" y="50292"/>
                </a:moveTo>
                <a:lnTo>
                  <a:pt x="310895" y="28956"/>
                </a:lnTo>
                <a:lnTo>
                  <a:pt x="478535" y="28956"/>
                </a:lnTo>
                <a:lnTo>
                  <a:pt x="495299" y="6096"/>
                </a:lnTo>
                <a:lnTo>
                  <a:pt x="530351" y="35052"/>
                </a:lnTo>
                <a:lnTo>
                  <a:pt x="521969" y="42672"/>
                </a:lnTo>
                <a:lnTo>
                  <a:pt x="388619" y="42672"/>
                </a:lnTo>
                <a:lnTo>
                  <a:pt x="373808" y="43219"/>
                </a:lnTo>
                <a:lnTo>
                  <a:pt x="359282" y="44767"/>
                </a:lnTo>
                <a:lnTo>
                  <a:pt x="345328" y="47172"/>
                </a:lnTo>
                <a:lnTo>
                  <a:pt x="332231" y="50292"/>
                </a:lnTo>
                <a:close/>
              </a:path>
              <a:path w="561339" h="525780">
                <a:moveTo>
                  <a:pt x="515551" y="201168"/>
                </a:moveTo>
                <a:lnTo>
                  <a:pt x="483107" y="201168"/>
                </a:lnTo>
                <a:lnTo>
                  <a:pt x="483107" y="42672"/>
                </a:lnTo>
                <a:lnTo>
                  <a:pt x="521969" y="42672"/>
                </a:lnTo>
                <a:lnTo>
                  <a:pt x="513587" y="50292"/>
                </a:lnTo>
                <a:lnTo>
                  <a:pt x="513849" y="108037"/>
                </a:lnTo>
                <a:lnTo>
                  <a:pt x="514540" y="157924"/>
                </a:lnTo>
                <a:lnTo>
                  <a:pt x="515551" y="201168"/>
                </a:lnTo>
                <a:close/>
              </a:path>
              <a:path w="561339" h="525780">
                <a:moveTo>
                  <a:pt x="505967" y="501396"/>
                </a:moveTo>
                <a:lnTo>
                  <a:pt x="382523" y="501396"/>
                </a:lnTo>
                <a:lnTo>
                  <a:pt x="355425" y="499657"/>
                </a:lnTo>
                <a:lnTo>
                  <a:pt x="336041" y="489775"/>
                </a:lnTo>
                <a:lnTo>
                  <a:pt x="324659" y="471606"/>
                </a:lnTo>
                <a:lnTo>
                  <a:pt x="321563" y="445008"/>
                </a:lnTo>
                <a:lnTo>
                  <a:pt x="321466" y="301532"/>
                </a:lnTo>
                <a:lnTo>
                  <a:pt x="321234" y="248265"/>
                </a:lnTo>
                <a:lnTo>
                  <a:pt x="320783" y="207215"/>
                </a:lnTo>
                <a:lnTo>
                  <a:pt x="320039" y="178308"/>
                </a:lnTo>
                <a:lnTo>
                  <a:pt x="353568" y="201168"/>
                </a:lnTo>
                <a:lnTo>
                  <a:pt x="515551" y="201168"/>
                </a:lnTo>
                <a:lnTo>
                  <a:pt x="515995" y="214884"/>
                </a:lnTo>
                <a:lnTo>
                  <a:pt x="353568" y="214884"/>
                </a:lnTo>
                <a:lnTo>
                  <a:pt x="353568" y="434340"/>
                </a:lnTo>
                <a:lnTo>
                  <a:pt x="355877" y="453199"/>
                </a:lnTo>
                <a:lnTo>
                  <a:pt x="362902" y="466344"/>
                </a:lnTo>
                <a:lnTo>
                  <a:pt x="374784" y="473773"/>
                </a:lnTo>
                <a:lnTo>
                  <a:pt x="391667" y="475488"/>
                </a:lnTo>
                <a:lnTo>
                  <a:pt x="556266" y="475488"/>
                </a:lnTo>
                <a:lnTo>
                  <a:pt x="551402" y="483608"/>
                </a:lnTo>
                <a:lnTo>
                  <a:pt x="539114" y="494347"/>
                </a:lnTo>
                <a:lnTo>
                  <a:pt x="523970" y="500229"/>
                </a:lnTo>
                <a:lnTo>
                  <a:pt x="505967" y="501396"/>
                </a:lnTo>
                <a:close/>
              </a:path>
              <a:path w="561339" h="525780">
                <a:moveTo>
                  <a:pt x="483107" y="248411"/>
                </a:moveTo>
                <a:lnTo>
                  <a:pt x="483107" y="214884"/>
                </a:lnTo>
                <a:lnTo>
                  <a:pt x="515995" y="214884"/>
                </a:lnTo>
                <a:lnTo>
                  <a:pt x="516635" y="234696"/>
                </a:lnTo>
                <a:lnTo>
                  <a:pt x="483107" y="248411"/>
                </a:lnTo>
                <a:close/>
              </a:path>
              <a:path w="561339" h="525780">
                <a:moveTo>
                  <a:pt x="556266" y="475488"/>
                </a:moveTo>
                <a:lnTo>
                  <a:pt x="487679" y="475488"/>
                </a:lnTo>
                <a:lnTo>
                  <a:pt x="495990" y="474035"/>
                </a:lnTo>
                <a:lnTo>
                  <a:pt x="502729" y="469582"/>
                </a:lnTo>
                <a:lnTo>
                  <a:pt x="515683" y="417004"/>
                </a:lnTo>
                <a:lnTo>
                  <a:pt x="518159" y="361188"/>
                </a:lnTo>
                <a:lnTo>
                  <a:pt x="530351" y="361188"/>
                </a:lnTo>
                <a:lnTo>
                  <a:pt x="531494" y="405003"/>
                </a:lnTo>
                <a:lnTo>
                  <a:pt x="538329" y="449437"/>
                </a:lnTo>
                <a:lnTo>
                  <a:pt x="560831" y="467868"/>
                </a:lnTo>
                <a:lnTo>
                  <a:pt x="556266" y="475488"/>
                </a:lnTo>
                <a:close/>
              </a:path>
              <a:path w="561339" h="525780">
                <a:moveTo>
                  <a:pt x="21335" y="50292"/>
                </a:moveTo>
                <a:lnTo>
                  <a:pt x="0" y="28956"/>
                </a:lnTo>
                <a:lnTo>
                  <a:pt x="240791" y="28956"/>
                </a:lnTo>
                <a:lnTo>
                  <a:pt x="269747" y="0"/>
                </a:lnTo>
                <a:lnTo>
                  <a:pt x="307847" y="42672"/>
                </a:lnTo>
                <a:lnTo>
                  <a:pt x="77724" y="42672"/>
                </a:lnTo>
                <a:lnTo>
                  <a:pt x="62912" y="43219"/>
                </a:lnTo>
                <a:lnTo>
                  <a:pt x="48386" y="44767"/>
                </a:lnTo>
                <a:lnTo>
                  <a:pt x="34432" y="47172"/>
                </a:lnTo>
                <a:lnTo>
                  <a:pt x="21335" y="50292"/>
                </a:lnTo>
                <a:close/>
              </a:path>
              <a:path w="561339" h="525780">
                <a:moveTo>
                  <a:pt x="138683" y="118872"/>
                </a:moveTo>
                <a:lnTo>
                  <a:pt x="109727" y="118872"/>
                </a:lnTo>
                <a:lnTo>
                  <a:pt x="109727" y="42672"/>
                </a:lnTo>
                <a:lnTo>
                  <a:pt x="138683" y="42672"/>
                </a:lnTo>
                <a:lnTo>
                  <a:pt x="138683" y="118872"/>
                </a:lnTo>
                <a:close/>
              </a:path>
              <a:path w="561339" h="525780">
                <a:moveTo>
                  <a:pt x="199643" y="118872"/>
                </a:moveTo>
                <a:lnTo>
                  <a:pt x="172211" y="118872"/>
                </a:lnTo>
                <a:lnTo>
                  <a:pt x="172211" y="42672"/>
                </a:lnTo>
                <a:lnTo>
                  <a:pt x="199643" y="42672"/>
                </a:lnTo>
                <a:lnTo>
                  <a:pt x="199643" y="118872"/>
                </a:lnTo>
                <a:close/>
              </a:path>
              <a:path w="561339" h="525780">
                <a:moveTo>
                  <a:pt x="280736" y="118872"/>
                </a:moveTo>
                <a:lnTo>
                  <a:pt x="239267" y="118872"/>
                </a:lnTo>
                <a:lnTo>
                  <a:pt x="256031" y="97536"/>
                </a:lnTo>
                <a:lnTo>
                  <a:pt x="280736" y="118872"/>
                </a:lnTo>
                <a:close/>
              </a:path>
              <a:path w="561339" h="525780">
                <a:moveTo>
                  <a:pt x="35051" y="525779"/>
                </a:moveTo>
                <a:lnTo>
                  <a:pt x="36171" y="485203"/>
                </a:lnTo>
                <a:lnTo>
                  <a:pt x="37147" y="436626"/>
                </a:lnTo>
                <a:lnTo>
                  <a:pt x="37838" y="380047"/>
                </a:lnTo>
                <a:lnTo>
                  <a:pt x="38081" y="310896"/>
                </a:lnTo>
                <a:lnTo>
                  <a:pt x="37847" y="252960"/>
                </a:lnTo>
                <a:lnTo>
                  <a:pt x="37147" y="193167"/>
                </a:lnTo>
                <a:lnTo>
                  <a:pt x="36171" y="143160"/>
                </a:lnTo>
                <a:lnTo>
                  <a:pt x="35051" y="100584"/>
                </a:lnTo>
                <a:lnTo>
                  <a:pt x="68579" y="118872"/>
                </a:lnTo>
                <a:lnTo>
                  <a:pt x="280736" y="118872"/>
                </a:lnTo>
                <a:lnTo>
                  <a:pt x="289559" y="126492"/>
                </a:lnTo>
                <a:lnTo>
                  <a:pt x="280246" y="134112"/>
                </a:lnTo>
                <a:lnTo>
                  <a:pt x="68579" y="134112"/>
                </a:lnTo>
                <a:lnTo>
                  <a:pt x="68579" y="295656"/>
                </a:lnTo>
                <a:lnTo>
                  <a:pt x="84279" y="295656"/>
                </a:lnTo>
                <a:lnTo>
                  <a:pt x="68579" y="310896"/>
                </a:lnTo>
                <a:lnTo>
                  <a:pt x="68579" y="344424"/>
                </a:lnTo>
                <a:lnTo>
                  <a:pt x="272907" y="344424"/>
                </a:lnTo>
                <a:lnTo>
                  <a:pt x="272938" y="358140"/>
                </a:lnTo>
                <a:lnTo>
                  <a:pt x="68579" y="358140"/>
                </a:lnTo>
                <a:lnTo>
                  <a:pt x="68579" y="449579"/>
                </a:lnTo>
                <a:lnTo>
                  <a:pt x="273383" y="449579"/>
                </a:lnTo>
                <a:lnTo>
                  <a:pt x="273543" y="463296"/>
                </a:lnTo>
                <a:lnTo>
                  <a:pt x="68579" y="463296"/>
                </a:lnTo>
                <a:lnTo>
                  <a:pt x="68579" y="513588"/>
                </a:lnTo>
                <a:lnTo>
                  <a:pt x="35051" y="525779"/>
                </a:lnTo>
                <a:close/>
              </a:path>
              <a:path w="561339" h="525780">
                <a:moveTo>
                  <a:pt x="84279" y="295656"/>
                </a:moveTo>
                <a:lnTo>
                  <a:pt x="68579" y="295656"/>
                </a:lnTo>
                <a:lnTo>
                  <a:pt x="86582" y="267628"/>
                </a:lnTo>
                <a:lnTo>
                  <a:pt x="99440" y="231457"/>
                </a:lnTo>
                <a:lnTo>
                  <a:pt x="107156" y="186999"/>
                </a:lnTo>
                <a:lnTo>
                  <a:pt x="109727" y="134112"/>
                </a:lnTo>
                <a:lnTo>
                  <a:pt x="138683" y="134112"/>
                </a:lnTo>
                <a:lnTo>
                  <a:pt x="134373" y="192381"/>
                </a:lnTo>
                <a:lnTo>
                  <a:pt x="121348" y="241363"/>
                </a:lnTo>
                <a:lnTo>
                  <a:pt x="99464" y="280916"/>
                </a:lnTo>
                <a:lnTo>
                  <a:pt x="84279" y="295656"/>
                </a:lnTo>
                <a:close/>
              </a:path>
              <a:path w="561339" h="525780">
                <a:moveTo>
                  <a:pt x="272907" y="344424"/>
                </a:moveTo>
                <a:lnTo>
                  <a:pt x="240791" y="344424"/>
                </a:lnTo>
                <a:lnTo>
                  <a:pt x="240791" y="291084"/>
                </a:lnTo>
                <a:lnTo>
                  <a:pt x="207263" y="291084"/>
                </a:lnTo>
                <a:lnTo>
                  <a:pt x="190642" y="288821"/>
                </a:lnTo>
                <a:lnTo>
                  <a:pt x="179450" y="282130"/>
                </a:lnTo>
                <a:lnTo>
                  <a:pt x="173402" y="271152"/>
                </a:lnTo>
                <a:lnTo>
                  <a:pt x="172211" y="256032"/>
                </a:lnTo>
                <a:lnTo>
                  <a:pt x="172211" y="134112"/>
                </a:lnTo>
                <a:lnTo>
                  <a:pt x="199643" y="134112"/>
                </a:lnTo>
                <a:lnTo>
                  <a:pt x="199643" y="243840"/>
                </a:lnTo>
                <a:lnTo>
                  <a:pt x="200763" y="252960"/>
                </a:lnTo>
                <a:lnTo>
                  <a:pt x="204025" y="259651"/>
                </a:lnTo>
                <a:lnTo>
                  <a:pt x="209288" y="263771"/>
                </a:lnTo>
                <a:lnTo>
                  <a:pt x="216407" y="265175"/>
                </a:lnTo>
                <a:lnTo>
                  <a:pt x="272820" y="265175"/>
                </a:lnTo>
                <a:lnTo>
                  <a:pt x="272907" y="344424"/>
                </a:lnTo>
                <a:close/>
              </a:path>
              <a:path w="561339" h="525780">
                <a:moveTo>
                  <a:pt x="272820" y="265175"/>
                </a:moveTo>
                <a:lnTo>
                  <a:pt x="240791" y="265175"/>
                </a:lnTo>
                <a:lnTo>
                  <a:pt x="240791" y="134112"/>
                </a:lnTo>
                <a:lnTo>
                  <a:pt x="280246" y="134112"/>
                </a:lnTo>
                <a:lnTo>
                  <a:pt x="272795" y="140208"/>
                </a:lnTo>
                <a:lnTo>
                  <a:pt x="272820" y="265175"/>
                </a:lnTo>
                <a:close/>
              </a:path>
              <a:path w="561339" h="525780">
                <a:moveTo>
                  <a:pt x="273383" y="449579"/>
                </a:moveTo>
                <a:lnTo>
                  <a:pt x="240791" y="449579"/>
                </a:lnTo>
                <a:lnTo>
                  <a:pt x="240791" y="358140"/>
                </a:lnTo>
                <a:lnTo>
                  <a:pt x="272938" y="358140"/>
                </a:lnTo>
                <a:lnTo>
                  <a:pt x="273080" y="403242"/>
                </a:lnTo>
                <a:lnTo>
                  <a:pt x="273383" y="449579"/>
                </a:lnTo>
                <a:close/>
              </a:path>
              <a:path w="561339" h="525780">
                <a:moveTo>
                  <a:pt x="240791" y="524255"/>
                </a:moveTo>
                <a:lnTo>
                  <a:pt x="240791" y="463296"/>
                </a:lnTo>
                <a:lnTo>
                  <a:pt x="273543" y="463296"/>
                </a:lnTo>
                <a:lnTo>
                  <a:pt x="273755" y="481548"/>
                </a:lnTo>
                <a:lnTo>
                  <a:pt x="274319" y="507492"/>
                </a:lnTo>
                <a:lnTo>
                  <a:pt x="240791" y="524255"/>
                </a:lnTo>
                <a:close/>
              </a:path>
            </a:pathLst>
          </a:custGeom>
          <a:solidFill>
            <a:srgbClr val="3333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1751075" y="2569464"/>
            <a:ext cx="155575" cy="155575"/>
          </a:xfrm>
          <a:custGeom>
            <a:avLst/>
            <a:gdLst/>
            <a:ahLst/>
            <a:cxnLst/>
            <a:rect l="l" t="t" r="r" b="b"/>
            <a:pathLst>
              <a:path w="155575" h="155575">
                <a:moveTo>
                  <a:pt x="155448" y="155447"/>
                </a:moveTo>
                <a:lnTo>
                  <a:pt x="0" y="155447"/>
                </a:lnTo>
                <a:lnTo>
                  <a:pt x="0" y="0"/>
                </a:lnTo>
                <a:lnTo>
                  <a:pt x="155448" y="0"/>
                </a:lnTo>
                <a:lnTo>
                  <a:pt x="155448" y="155447"/>
                </a:lnTo>
                <a:close/>
              </a:path>
            </a:pathLst>
          </a:custGeom>
          <a:solidFill>
            <a:srgbClr val="3333C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2121408" y="2378963"/>
            <a:ext cx="1303020" cy="407034"/>
          </a:xfrm>
          <a:custGeom>
            <a:avLst/>
            <a:gdLst/>
            <a:ahLst/>
            <a:cxnLst/>
            <a:rect l="l" t="t" r="r" b="b"/>
            <a:pathLst>
              <a:path w="1303020" h="407035">
                <a:moveTo>
                  <a:pt x="100888" y="77203"/>
                </a:moveTo>
                <a:lnTo>
                  <a:pt x="77914" y="43053"/>
                </a:lnTo>
                <a:lnTo>
                  <a:pt x="54864" y="25908"/>
                </a:lnTo>
                <a:lnTo>
                  <a:pt x="48768" y="27432"/>
                </a:lnTo>
                <a:lnTo>
                  <a:pt x="58166" y="45745"/>
                </a:lnTo>
                <a:lnTo>
                  <a:pt x="65722" y="61912"/>
                </a:lnTo>
                <a:lnTo>
                  <a:pt x="71259" y="76085"/>
                </a:lnTo>
                <a:lnTo>
                  <a:pt x="74676" y="88392"/>
                </a:lnTo>
                <a:lnTo>
                  <a:pt x="77724" y="100584"/>
                </a:lnTo>
                <a:lnTo>
                  <a:pt x="80772" y="106680"/>
                </a:lnTo>
                <a:lnTo>
                  <a:pt x="85344" y="106680"/>
                </a:lnTo>
                <a:lnTo>
                  <a:pt x="88392" y="103632"/>
                </a:lnTo>
                <a:lnTo>
                  <a:pt x="97536" y="97536"/>
                </a:lnTo>
                <a:lnTo>
                  <a:pt x="100584" y="91440"/>
                </a:lnTo>
                <a:lnTo>
                  <a:pt x="100584" y="83820"/>
                </a:lnTo>
                <a:lnTo>
                  <a:pt x="100888" y="77203"/>
                </a:lnTo>
                <a:close/>
              </a:path>
              <a:path w="1303020" h="407035">
                <a:moveTo>
                  <a:pt x="399288" y="312420"/>
                </a:moveTo>
                <a:lnTo>
                  <a:pt x="378333" y="274510"/>
                </a:lnTo>
                <a:lnTo>
                  <a:pt x="377952" y="246888"/>
                </a:lnTo>
                <a:lnTo>
                  <a:pt x="370332" y="246888"/>
                </a:lnTo>
                <a:lnTo>
                  <a:pt x="365658" y="294132"/>
                </a:lnTo>
                <a:lnTo>
                  <a:pt x="355092" y="316992"/>
                </a:lnTo>
                <a:lnTo>
                  <a:pt x="316992" y="316992"/>
                </a:lnTo>
                <a:lnTo>
                  <a:pt x="294132" y="185928"/>
                </a:lnTo>
                <a:lnTo>
                  <a:pt x="391668" y="185928"/>
                </a:lnTo>
                <a:lnTo>
                  <a:pt x="359664" y="152400"/>
                </a:lnTo>
                <a:lnTo>
                  <a:pt x="338328" y="175260"/>
                </a:lnTo>
                <a:lnTo>
                  <a:pt x="265176" y="175260"/>
                </a:lnTo>
                <a:lnTo>
                  <a:pt x="265176" y="103632"/>
                </a:lnTo>
                <a:lnTo>
                  <a:pt x="364236" y="103632"/>
                </a:lnTo>
                <a:lnTo>
                  <a:pt x="355523" y="94488"/>
                </a:lnTo>
                <a:lnTo>
                  <a:pt x="333756" y="71628"/>
                </a:lnTo>
                <a:lnTo>
                  <a:pt x="312420" y="94488"/>
                </a:lnTo>
                <a:lnTo>
                  <a:pt x="265176" y="94488"/>
                </a:lnTo>
                <a:lnTo>
                  <a:pt x="265176" y="35052"/>
                </a:lnTo>
                <a:lnTo>
                  <a:pt x="280416" y="21336"/>
                </a:lnTo>
                <a:lnTo>
                  <a:pt x="240792" y="3048"/>
                </a:lnTo>
                <a:lnTo>
                  <a:pt x="241668" y="19913"/>
                </a:lnTo>
                <a:lnTo>
                  <a:pt x="242125" y="40767"/>
                </a:lnTo>
                <a:lnTo>
                  <a:pt x="242239" y="59436"/>
                </a:lnTo>
                <a:lnTo>
                  <a:pt x="242316" y="94488"/>
                </a:lnTo>
                <a:lnTo>
                  <a:pt x="184404" y="94488"/>
                </a:lnTo>
                <a:lnTo>
                  <a:pt x="188709" y="85369"/>
                </a:lnTo>
                <a:lnTo>
                  <a:pt x="192595" y="76390"/>
                </a:lnTo>
                <a:lnTo>
                  <a:pt x="196189" y="67703"/>
                </a:lnTo>
                <a:lnTo>
                  <a:pt x="199644" y="59436"/>
                </a:lnTo>
                <a:lnTo>
                  <a:pt x="214884" y="51816"/>
                </a:lnTo>
                <a:lnTo>
                  <a:pt x="179832" y="30480"/>
                </a:lnTo>
                <a:lnTo>
                  <a:pt x="167640" y="83820"/>
                </a:lnTo>
                <a:lnTo>
                  <a:pt x="155067" y="120586"/>
                </a:lnTo>
                <a:lnTo>
                  <a:pt x="135636" y="158496"/>
                </a:lnTo>
                <a:lnTo>
                  <a:pt x="141732" y="161544"/>
                </a:lnTo>
                <a:lnTo>
                  <a:pt x="152844" y="148424"/>
                </a:lnTo>
                <a:lnTo>
                  <a:pt x="163258" y="134302"/>
                </a:lnTo>
                <a:lnTo>
                  <a:pt x="172796" y="119329"/>
                </a:lnTo>
                <a:lnTo>
                  <a:pt x="181356" y="103632"/>
                </a:lnTo>
                <a:lnTo>
                  <a:pt x="242316" y="103632"/>
                </a:lnTo>
                <a:lnTo>
                  <a:pt x="242316" y="175260"/>
                </a:lnTo>
                <a:lnTo>
                  <a:pt x="118872" y="175260"/>
                </a:lnTo>
                <a:lnTo>
                  <a:pt x="134112" y="190500"/>
                </a:lnTo>
                <a:lnTo>
                  <a:pt x="143840" y="188506"/>
                </a:lnTo>
                <a:lnTo>
                  <a:pt x="152590" y="187071"/>
                </a:lnTo>
                <a:lnTo>
                  <a:pt x="160464" y="186220"/>
                </a:lnTo>
                <a:lnTo>
                  <a:pt x="167640" y="185928"/>
                </a:lnTo>
                <a:lnTo>
                  <a:pt x="205740" y="185928"/>
                </a:lnTo>
                <a:lnTo>
                  <a:pt x="198882" y="234797"/>
                </a:lnTo>
                <a:lnTo>
                  <a:pt x="182880" y="276225"/>
                </a:lnTo>
                <a:lnTo>
                  <a:pt x="157734" y="310235"/>
                </a:lnTo>
                <a:lnTo>
                  <a:pt x="123444" y="336804"/>
                </a:lnTo>
                <a:lnTo>
                  <a:pt x="128016" y="342900"/>
                </a:lnTo>
                <a:lnTo>
                  <a:pt x="170535" y="318592"/>
                </a:lnTo>
                <a:lnTo>
                  <a:pt x="201930" y="284416"/>
                </a:lnTo>
                <a:lnTo>
                  <a:pt x="221881" y="240245"/>
                </a:lnTo>
                <a:lnTo>
                  <a:pt x="230124" y="185928"/>
                </a:lnTo>
                <a:lnTo>
                  <a:pt x="271272" y="185928"/>
                </a:lnTo>
                <a:lnTo>
                  <a:pt x="271335" y="304139"/>
                </a:lnTo>
                <a:lnTo>
                  <a:pt x="303276" y="335280"/>
                </a:lnTo>
                <a:lnTo>
                  <a:pt x="356616" y="335280"/>
                </a:lnTo>
                <a:lnTo>
                  <a:pt x="372059" y="334708"/>
                </a:lnTo>
                <a:lnTo>
                  <a:pt x="384238" y="330708"/>
                </a:lnTo>
                <a:lnTo>
                  <a:pt x="393255" y="323278"/>
                </a:lnTo>
                <a:lnTo>
                  <a:pt x="396748" y="316992"/>
                </a:lnTo>
                <a:lnTo>
                  <a:pt x="399288" y="312420"/>
                </a:lnTo>
                <a:close/>
              </a:path>
              <a:path w="1303020" h="407035">
                <a:moveTo>
                  <a:pt x="413004" y="361188"/>
                </a:moveTo>
                <a:lnTo>
                  <a:pt x="367042" y="366026"/>
                </a:lnTo>
                <a:lnTo>
                  <a:pt x="323088" y="368998"/>
                </a:lnTo>
                <a:lnTo>
                  <a:pt x="281406" y="369976"/>
                </a:lnTo>
                <a:lnTo>
                  <a:pt x="242316" y="368808"/>
                </a:lnTo>
                <a:lnTo>
                  <a:pt x="177736" y="363093"/>
                </a:lnTo>
                <a:lnTo>
                  <a:pt x="137160" y="350520"/>
                </a:lnTo>
                <a:lnTo>
                  <a:pt x="104178" y="327075"/>
                </a:lnTo>
                <a:lnTo>
                  <a:pt x="103073" y="326097"/>
                </a:lnTo>
                <a:lnTo>
                  <a:pt x="94488" y="316992"/>
                </a:lnTo>
                <a:lnTo>
                  <a:pt x="94488" y="179832"/>
                </a:lnTo>
                <a:lnTo>
                  <a:pt x="102108" y="173736"/>
                </a:lnTo>
                <a:lnTo>
                  <a:pt x="109728" y="167640"/>
                </a:lnTo>
                <a:lnTo>
                  <a:pt x="82296" y="146304"/>
                </a:lnTo>
                <a:lnTo>
                  <a:pt x="70104" y="163068"/>
                </a:lnTo>
                <a:lnTo>
                  <a:pt x="4572" y="163068"/>
                </a:lnTo>
                <a:lnTo>
                  <a:pt x="19812" y="179832"/>
                </a:lnTo>
                <a:lnTo>
                  <a:pt x="28613" y="176961"/>
                </a:lnTo>
                <a:lnTo>
                  <a:pt x="36576" y="175069"/>
                </a:lnTo>
                <a:lnTo>
                  <a:pt x="43383" y="174053"/>
                </a:lnTo>
                <a:lnTo>
                  <a:pt x="48768" y="173736"/>
                </a:lnTo>
                <a:lnTo>
                  <a:pt x="71628" y="173736"/>
                </a:lnTo>
                <a:lnTo>
                  <a:pt x="71628" y="312420"/>
                </a:lnTo>
                <a:lnTo>
                  <a:pt x="51854" y="322135"/>
                </a:lnTo>
                <a:lnTo>
                  <a:pt x="33528" y="332994"/>
                </a:lnTo>
                <a:lnTo>
                  <a:pt x="16332" y="344995"/>
                </a:lnTo>
                <a:lnTo>
                  <a:pt x="0" y="358152"/>
                </a:lnTo>
                <a:lnTo>
                  <a:pt x="25908" y="381000"/>
                </a:lnTo>
                <a:lnTo>
                  <a:pt x="30213" y="372719"/>
                </a:lnTo>
                <a:lnTo>
                  <a:pt x="36385" y="363855"/>
                </a:lnTo>
                <a:lnTo>
                  <a:pt x="64287" y="335597"/>
                </a:lnTo>
                <a:lnTo>
                  <a:pt x="78003" y="327075"/>
                </a:lnTo>
                <a:lnTo>
                  <a:pt x="82296" y="327660"/>
                </a:lnTo>
                <a:lnTo>
                  <a:pt x="122364" y="358927"/>
                </a:lnTo>
                <a:lnTo>
                  <a:pt x="135064" y="367855"/>
                </a:lnTo>
                <a:lnTo>
                  <a:pt x="180848" y="386143"/>
                </a:lnTo>
                <a:lnTo>
                  <a:pt x="221373" y="393014"/>
                </a:lnTo>
                <a:lnTo>
                  <a:pt x="303466" y="396824"/>
                </a:lnTo>
                <a:lnTo>
                  <a:pt x="376428" y="397764"/>
                </a:lnTo>
                <a:lnTo>
                  <a:pt x="378714" y="388962"/>
                </a:lnTo>
                <a:lnTo>
                  <a:pt x="385572" y="381000"/>
                </a:lnTo>
                <a:lnTo>
                  <a:pt x="397002" y="374192"/>
                </a:lnTo>
                <a:lnTo>
                  <a:pt x="409524" y="369976"/>
                </a:lnTo>
                <a:lnTo>
                  <a:pt x="413004" y="368808"/>
                </a:lnTo>
                <a:lnTo>
                  <a:pt x="413004" y="361188"/>
                </a:lnTo>
                <a:close/>
              </a:path>
              <a:path w="1303020" h="407035">
                <a:moveTo>
                  <a:pt x="638543" y="111252"/>
                </a:moveTo>
                <a:lnTo>
                  <a:pt x="608063" y="82296"/>
                </a:lnTo>
                <a:lnTo>
                  <a:pt x="589775" y="100584"/>
                </a:lnTo>
                <a:lnTo>
                  <a:pt x="562343" y="100584"/>
                </a:lnTo>
                <a:lnTo>
                  <a:pt x="562343" y="33528"/>
                </a:lnTo>
                <a:lnTo>
                  <a:pt x="577583" y="21336"/>
                </a:lnTo>
                <a:lnTo>
                  <a:pt x="536435" y="1524"/>
                </a:lnTo>
                <a:lnTo>
                  <a:pt x="536638" y="16764"/>
                </a:lnTo>
                <a:lnTo>
                  <a:pt x="536727" y="21336"/>
                </a:lnTo>
                <a:lnTo>
                  <a:pt x="537197" y="41910"/>
                </a:lnTo>
                <a:lnTo>
                  <a:pt x="537629" y="64008"/>
                </a:lnTo>
                <a:lnTo>
                  <a:pt x="537756" y="73228"/>
                </a:lnTo>
                <a:lnTo>
                  <a:pt x="537959" y="100584"/>
                </a:lnTo>
                <a:lnTo>
                  <a:pt x="454139" y="100584"/>
                </a:lnTo>
                <a:lnTo>
                  <a:pt x="469379" y="115824"/>
                </a:lnTo>
                <a:lnTo>
                  <a:pt x="479691" y="113830"/>
                </a:lnTo>
                <a:lnTo>
                  <a:pt x="490143" y="112395"/>
                </a:lnTo>
                <a:lnTo>
                  <a:pt x="500888" y="111544"/>
                </a:lnTo>
                <a:lnTo>
                  <a:pt x="512051" y="111252"/>
                </a:lnTo>
                <a:lnTo>
                  <a:pt x="537959" y="111252"/>
                </a:lnTo>
                <a:lnTo>
                  <a:pt x="537959" y="195072"/>
                </a:lnTo>
                <a:lnTo>
                  <a:pt x="507669" y="208267"/>
                </a:lnTo>
                <a:lnTo>
                  <a:pt x="483095" y="218313"/>
                </a:lnTo>
                <a:lnTo>
                  <a:pt x="464235" y="225513"/>
                </a:lnTo>
                <a:lnTo>
                  <a:pt x="451091" y="230124"/>
                </a:lnTo>
                <a:lnTo>
                  <a:pt x="475475" y="259080"/>
                </a:lnTo>
                <a:lnTo>
                  <a:pt x="482028" y="251079"/>
                </a:lnTo>
                <a:lnTo>
                  <a:pt x="494715" y="240792"/>
                </a:lnTo>
                <a:lnTo>
                  <a:pt x="513410" y="228219"/>
                </a:lnTo>
                <a:lnTo>
                  <a:pt x="537959" y="213360"/>
                </a:lnTo>
                <a:lnTo>
                  <a:pt x="537959" y="342900"/>
                </a:lnTo>
                <a:lnTo>
                  <a:pt x="536587" y="352640"/>
                </a:lnTo>
                <a:lnTo>
                  <a:pt x="532625" y="359092"/>
                </a:lnTo>
                <a:lnTo>
                  <a:pt x="526389" y="362407"/>
                </a:lnTo>
                <a:lnTo>
                  <a:pt x="518147" y="362712"/>
                </a:lnTo>
                <a:lnTo>
                  <a:pt x="507555" y="362191"/>
                </a:lnTo>
                <a:lnTo>
                  <a:pt x="496239" y="360807"/>
                </a:lnTo>
                <a:lnTo>
                  <a:pt x="470903" y="356616"/>
                </a:lnTo>
                <a:lnTo>
                  <a:pt x="470903" y="365760"/>
                </a:lnTo>
                <a:lnTo>
                  <a:pt x="493763" y="374319"/>
                </a:lnTo>
                <a:lnTo>
                  <a:pt x="509765" y="383857"/>
                </a:lnTo>
                <a:lnTo>
                  <a:pt x="518909" y="394271"/>
                </a:lnTo>
                <a:lnTo>
                  <a:pt x="521195" y="405384"/>
                </a:lnTo>
                <a:lnTo>
                  <a:pt x="538340" y="396265"/>
                </a:lnTo>
                <a:lnTo>
                  <a:pt x="550913" y="385000"/>
                </a:lnTo>
                <a:lnTo>
                  <a:pt x="558914" y="371741"/>
                </a:lnTo>
                <a:lnTo>
                  <a:pt x="560971" y="362712"/>
                </a:lnTo>
                <a:lnTo>
                  <a:pt x="562343" y="356616"/>
                </a:lnTo>
                <a:lnTo>
                  <a:pt x="562343" y="213360"/>
                </a:lnTo>
                <a:lnTo>
                  <a:pt x="562343" y="201168"/>
                </a:lnTo>
                <a:lnTo>
                  <a:pt x="588429" y="184404"/>
                </a:lnTo>
                <a:lnTo>
                  <a:pt x="626351" y="160020"/>
                </a:lnTo>
                <a:lnTo>
                  <a:pt x="623303" y="155448"/>
                </a:lnTo>
                <a:lnTo>
                  <a:pt x="562343" y="184404"/>
                </a:lnTo>
                <a:lnTo>
                  <a:pt x="562343" y="111252"/>
                </a:lnTo>
                <a:lnTo>
                  <a:pt x="638543" y="111252"/>
                </a:lnTo>
                <a:close/>
              </a:path>
              <a:path w="1303020" h="407035">
                <a:moveTo>
                  <a:pt x="851903" y="164592"/>
                </a:moveTo>
                <a:lnTo>
                  <a:pt x="807123" y="161378"/>
                </a:lnTo>
                <a:lnTo>
                  <a:pt x="766559" y="149542"/>
                </a:lnTo>
                <a:lnTo>
                  <a:pt x="759942" y="146304"/>
                </a:lnTo>
                <a:lnTo>
                  <a:pt x="751128" y="141998"/>
                </a:lnTo>
                <a:lnTo>
                  <a:pt x="734555" y="132588"/>
                </a:lnTo>
                <a:lnTo>
                  <a:pt x="747826" y="118872"/>
                </a:lnTo>
                <a:lnTo>
                  <a:pt x="752589" y="113944"/>
                </a:lnTo>
                <a:lnTo>
                  <a:pt x="770178" y="94297"/>
                </a:lnTo>
                <a:lnTo>
                  <a:pt x="787501" y="73228"/>
                </a:lnTo>
                <a:lnTo>
                  <a:pt x="804659" y="50292"/>
                </a:lnTo>
                <a:lnTo>
                  <a:pt x="814717" y="45720"/>
                </a:lnTo>
                <a:lnTo>
                  <a:pt x="821423" y="42672"/>
                </a:lnTo>
                <a:lnTo>
                  <a:pt x="790943" y="16764"/>
                </a:lnTo>
                <a:lnTo>
                  <a:pt x="777227" y="33223"/>
                </a:lnTo>
                <a:lnTo>
                  <a:pt x="777227" y="45720"/>
                </a:lnTo>
                <a:lnTo>
                  <a:pt x="764921" y="64008"/>
                </a:lnTo>
                <a:lnTo>
                  <a:pt x="750747" y="82296"/>
                </a:lnTo>
                <a:lnTo>
                  <a:pt x="734580" y="100584"/>
                </a:lnTo>
                <a:lnTo>
                  <a:pt x="716267" y="118872"/>
                </a:lnTo>
                <a:lnTo>
                  <a:pt x="700836" y="104876"/>
                </a:lnTo>
                <a:lnTo>
                  <a:pt x="686549" y="88011"/>
                </a:lnTo>
                <a:lnTo>
                  <a:pt x="673404" y="68300"/>
                </a:lnTo>
                <a:lnTo>
                  <a:pt x="661403" y="45720"/>
                </a:lnTo>
                <a:lnTo>
                  <a:pt x="777227" y="45720"/>
                </a:lnTo>
                <a:lnTo>
                  <a:pt x="777227" y="33223"/>
                </a:lnTo>
                <a:lnTo>
                  <a:pt x="775703" y="35052"/>
                </a:lnTo>
                <a:lnTo>
                  <a:pt x="608063" y="35052"/>
                </a:lnTo>
                <a:lnTo>
                  <a:pt x="623303" y="48768"/>
                </a:lnTo>
                <a:lnTo>
                  <a:pt x="641591" y="45720"/>
                </a:lnTo>
                <a:lnTo>
                  <a:pt x="652259" y="45720"/>
                </a:lnTo>
                <a:lnTo>
                  <a:pt x="661390" y="67437"/>
                </a:lnTo>
                <a:lnTo>
                  <a:pt x="672642" y="89154"/>
                </a:lnTo>
                <a:lnTo>
                  <a:pt x="685914" y="110871"/>
                </a:lnTo>
                <a:lnTo>
                  <a:pt x="701027" y="132588"/>
                </a:lnTo>
                <a:lnTo>
                  <a:pt x="675576" y="152590"/>
                </a:lnTo>
                <a:lnTo>
                  <a:pt x="647115" y="171450"/>
                </a:lnTo>
                <a:lnTo>
                  <a:pt x="615518" y="189166"/>
                </a:lnTo>
                <a:lnTo>
                  <a:pt x="580631" y="205740"/>
                </a:lnTo>
                <a:lnTo>
                  <a:pt x="582155" y="211836"/>
                </a:lnTo>
                <a:lnTo>
                  <a:pt x="617042" y="200101"/>
                </a:lnTo>
                <a:lnTo>
                  <a:pt x="650925" y="185356"/>
                </a:lnTo>
                <a:lnTo>
                  <a:pt x="683958" y="167474"/>
                </a:lnTo>
                <a:lnTo>
                  <a:pt x="716267" y="146304"/>
                </a:lnTo>
                <a:lnTo>
                  <a:pt x="740841" y="162306"/>
                </a:lnTo>
                <a:lnTo>
                  <a:pt x="766559" y="176022"/>
                </a:lnTo>
                <a:lnTo>
                  <a:pt x="793419" y="187452"/>
                </a:lnTo>
                <a:lnTo>
                  <a:pt x="821423" y="196596"/>
                </a:lnTo>
                <a:lnTo>
                  <a:pt x="823404" y="188074"/>
                </a:lnTo>
                <a:lnTo>
                  <a:pt x="829233" y="180975"/>
                </a:lnTo>
                <a:lnTo>
                  <a:pt x="838784" y="175602"/>
                </a:lnTo>
                <a:lnTo>
                  <a:pt x="851903" y="172212"/>
                </a:lnTo>
                <a:lnTo>
                  <a:pt x="851903" y="164592"/>
                </a:lnTo>
                <a:close/>
              </a:path>
              <a:path w="1303020" h="407035">
                <a:moveTo>
                  <a:pt x="856475" y="309372"/>
                </a:moveTo>
                <a:lnTo>
                  <a:pt x="822947" y="275844"/>
                </a:lnTo>
                <a:lnTo>
                  <a:pt x="800087" y="298704"/>
                </a:lnTo>
                <a:lnTo>
                  <a:pt x="728459" y="298704"/>
                </a:lnTo>
                <a:lnTo>
                  <a:pt x="728459" y="237744"/>
                </a:lnTo>
                <a:lnTo>
                  <a:pt x="832091" y="237744"/>
                </a:lnTo>
                <a:lnTo>
                  <a:pt x="800087" y="207264"/>
                </a:lnTo>
                <a:lnTo>
                  <a:pt x="778751" y="227076"/>
                </a:lnTo>
                <a:lnTo>
                  <a:pt x="728459" y="227076"/>
                </a:lnTo>
                <a:lnTo>
                  <a:pt x="728459" y="195072"/>
                </a:lnTo>
                <a:lnTo>
                  <a:pt x="746747" y="184404"/>
                </a:lnTo>
                <a:lnTo>
                  <a:pt x="702551" y="163068"/>
                </a:lnTo>
                <a:lnTo>
                  <a:pt x="703948" y="201168"/>
                </a:lnTo>
                <a:lnTo>
                  <a:pt x="704075" y="227076"/>
                </a:lnTo>
                <a:lnTo>
                  <a:pt x="608063" y="227076"/>
                </a:lnTo>
                <a:lnTo>
                  <a:pt x="624827" y="243840"/>
                </a:lnTo>
                <a:lnTo>
                  <a:pt x="634263" y="240969"/>
                </a:lnTo>
                <a:lnTo>
                  <a:pt x="644258" y="239077"/>
                </a:lnTo>
                <a:lnTo>
                  <a:pt x="654837" y="238061"/>
                </a:lnTo>
                <a:lnTo>
                  <a:pt x="665975" y="237744"/>
                </a:lnTo>
                <a:lnTo>
                  <a:pt x="704075" y="237744"/>
                </a:lnTo>
                <a:lnTo>
                  <a:pt x="704075" y="298704"/>
                </a:lnTo>
                <a:lnTo>
                  <a:pt x="586727" y="298704"/>
                </a:lnTo>
                <a:lnTo>
                  <a:pt x="601967" y="315468"/>
                </a:lnTo>
                <a:lnTo>
                  <a:pt x="611403" y="312597"/>
                </a:lnTo>
                <a:lnTo>
                  <a:pt x="621398" y="310705"/>
                </a:lnTo>
                <a:lnTo>
                  <a:pt x="631977" y="309689"/>
                </a:lnTo>
                <a:lnTo>
                  <a:pt x="643115" y="309372"/>
                </a:lnTo>
                <a:lnTo>
                  <a:pt x="704075" y="309372"/>
                </a:lnTo>
                <a:lnTo>
                  <a:pt x="703872" y="358863"/>
                </a:lnTo>
                <a:lnTo>
                  <a:pt x="702551" y="406908"/>
                </a:lnTo>
                <a:lnTo>
                  <a:pt x="729932" y="396265"/>
                </a:lnTo>
                <a:lnTo>
                  <a:pt x="729957" y="394271"/>
                </a:lnTo>
                <a:lnTo>
                  <a:pt x="729754" y="379666"/>
                </a:lnTo>
                <a:lnTo>
                  <a:pt x="729386" y="365760"/>
                </a:lnTo>
                <a:lnTo>
                  <a:pt x="728700" y="336232"/>
                </a:lnTo>
                <a:lnTo>
                  <a:pt x="728459" y="309372"/>
                </a:lnTo>
                <a:lnTo>
                  <a:pt x="856475" y="309372"/>
                </a:lnTo>
                <a:close/>
              </a:path>
              <a:path w="1303020" h="407035">
                <a:moveTo>
                  <a:pt x="938199" y="155257"/>
                </a:moveTo>
                <a:lnTo>
                  <a:pt x="937463" y="136525"/>
                </a:lnTo>
                <a:lnTo>
                  <a:pt x="935723" y="112776"/>
                </a:lnTo>
                <a:lnTo>
                  <a:pt x="928103" y="112776"/>
                </a:lnTo>
                <a:lnTo>
                  <a:pt x="926109" y="131927"/>
                </a:lnTo>
                <a:lnTo>
                  <a:pt x="922388" y="148209"/>
                </a:lnTo>
                <a:lnTo>
                  <a:pt x="916965" y="161645"/>
                </a:lnTo>
                <a:lnTo>
                  <a:pt x="909815" y="172212"/>
                </a:lnTo>
                <a:lnTo>
                  <a:pt x="900671" y="181356"/>
                </a:lnTo>
                <a:lnTo>
                  <a:pt x="897623" y="188976"/>
                </a:lnTo>
                <a:lnTo>
                  <a:pt x="897623" y="193548"/>
                </a:lnTo>
                <a:lnTo>
                  <a:pt x="899147" y="195072"/>
                </a:lnTo>
                <a:lnTo>
                  <a:pt x="903719" y="196596"/>
                </a:lnTo>
                <a:lnTo>
                  <a:pt x="906767" y="199644"/>
                </a:lnTo>
                <a:lnTo>
                  <a:pt x="915911" y="199644"/>
                </a:lnTo>
                <a:lnTo>
                  <a:pt x="920483" y="198120"/>
                </a:lnTo>
                <a:lnTo>
                  <a:pt x="938085" y="169151"/>
                </a:lnTo>
                <a:lnTo>
                  <a:pt x="938199" y="155257"/>
                </a:lnTo>
                <a:close/>
              </a:path>
              <a:path w="1303020" h="407035">
                <a:moveTo>
                  <a:pt x="1034834" y="126022"/>
                </a:moveTo>
                <a:lnTo>
                  <a:pt x="1005395" y="99060"/>
                </a:lnTo>
                <a:lnTo>
                  <a:pt x="984491" y="89916"/>
                </a:lnTo>
                <a:lnTo>
                  <a:pt x="984491" y="30480"/>
                </a:lnTo>
                <a:lnTo>
                  <a:pt x="999731" y="19812"/>
                </a:lnTo>
                <a:lnTo>
                  <a:pt x="958583" y="0"/>
                </a:lnTo>
                <a:lnTo>
                  <a:pt x="958824" y="19812"/>
                </a:lnTo>
                <a:lnTo>
                  <a:pt x="959256" y="35052"/>
                </a:lnTo>
                <a:lnTo>
                  <a:pt x="959878" y="55943"/>
                </a:lnTo>
                <a:lnTo>
                  <a:pt x="959993" y="64008"/>
                </a:lnTo>
                <a:lnTo>
                  <a:pt x="959878" y="337261"/>
                </a:lnTo>
                <a:lnTo>
                  <a:pt x="959345" y="359092"/>
                </a:lnTo>
                <a:lnTo>
                  <a:pt x="958824" y="382358"/>
                </a:lnTo>
                <a:lnTo>
                  <a:pt x="958583" y="406908"/>
                </a:lnTo>
                <a:lnTo>
                  <a:pt x="986015" y="394716"/>
                </a:lnTo>
                <a:lnTo>
                  <a:pt x="985139" y="377863"/>
                </a:lnTo>
                <a:lnTo>
                  <a:pt x="984719" y="362712"/>
                </a:lnTo>
                <a:lnTo>
                  <a:pt x="984656" y="359092"/>
                </a:lnTo>
                <a:lnTo>
                  <a:pt x="984516" y="345859"/>
                </a:lnTo>
                <a:lnTo>
                  <a:pt x="984491" y="99060"/>
                </a:lnTo>
                <a:lnTo>
                  <a:pt x="993063" y="108445"/>
                </a:lnTo>
                <a:lnTo>
                  <a:pt x="1000493" y="118110"/>
                </a:lnTo>
                <a:lnTo>
                  <a:pt x="1006779" y="127787"/>
                </a:lnTo>
                <a:lnTo>
                  <a:pt x="1011923" y="137160"/>
                </a:lnTo>
                <a:lnTo>
                  <a:pt x="1015352" y="145732"/>
                </a:lnTo>
                <a:lnTo>
                  <a:pt x="1018781" y="150876"/>
                </a:lnTo>
                <a:lnTo>
                  <a:pt x="1022210" y="152590"/>
                </a:lnTo>
                <a:lnTo>
                  <a:pt x="1025639" y="150876"/>
                </a:lnTo>
                <a:lnTo>
                  <a:pt x="1030211" y="147828"/>
                </a:lnTo>
                <a:lnTo>
                  <a:pt x="1033259" y="141732"/>
                </a:lnTo>
                <a:lnTo>
                  <a:pt x="1034783" y="132588"/>
                </a:lnTo>
                <a:lnTo>
                  <a:pt x="1034834" y="126022"/>
                </a:lnTo>
                <a:close/>
              </a:path>
              <a:path w="1303020" h="407035">
                <a:moveTo>
                  <a:pt x="1303007" y="373380"/>
                </a:moveTo>
                <a:lnTo>
                  <a:pt x="1267955" y="339852"/>
                </a:lnTo>
                <a:lnTo>
                  <a:pt x="1243571" y="362712"/>
                </a:lnTo>
                <a:lnTo>
                  <a:pt x="1174991" y="362712"/>
                </a:lnTo>
                <a:lnTo>
                  <a:pt x="1174991" y="242316"/>
                </a:lnTo>
                <a:lnTo>
                  <a:pt x="1275575" y="242316"/>
                </a:lnTo>
                <a:lnTo>
                  <a:pt x="1243571" y="208788"/>
                </a:lnTo>
                <a:lnTo>
                  <a:pt x="1220711" y="231648"/>
                </a:lnTo>
                <a:lnTo>
                  <a:pt x="1174991" y="231648"/>
                </a:lnTo>
                <a:lnTo>
                  <a:pt x="1174991" y="135636"/>
                </a:lnTo>
                <a:lnTo>
                  <a:pt x="1284719" y="135636"/>
                </a:lnTo>
                <a:lnTo>
                  <a:pt x="1274051" y="124968"/>
                </a:lnTo>
                <a:lnTo>
                  <a:pt x="1249667" y="100584"/>
                </a:lnTo>
                <a:lnTo>
                  <a:pt x="1225283" y="124968"/>
                </a:lnTo>
                <a:lnTo>
                  <a:pt x="1174991" y="124968"/>
                </a:lnTo>
                <a:lnTo>
                  <a:pt x="1174991" y="35052"/>
                </a:lnTo>
                <a:lnTo>
                  <a:pt x="1193279" y="22860"/>
                </a:lnTo>
                <a:lnTo>
                  <a:pt x="1149083" y="3048"/>
                </a:lnTo>
                <a:lnTo>
                  <a:pt x="1150391" y="45720"/>
                </a:lnTo>
                <a:lnTo>
                  <a:pt x="1150607" y="124968"/>
                </a:lnTo>
                <a:lnTo>
                  <a:pt x="1083551" y="124968"/>
                </a:lnTo>
                <a:lnTo>
                  <a:pt x="1100315" y="74676"/>
                </a:lnTo>
                <a:lnTo>
                  <a:pt x="1115555" y="64008"/>
                </a:lnTo>
                <a:lnTo>
                  <a:pt x="1075931" y="45720"/>
                </a:lnTo>
                <a:lnTo>
                  <a:pt x="1065479" y="105143"/>
                </a:lnTo>
                <a:lnTo>
                  <a:pt x="1051763" y="154355"/>
                </a:lnTo>
                <a:lnTo>
                  <a:pt x="1034097" y="201129"/>
                </a:lnTo>
                <a:lnTo>
                  <a:pt x="1024115" y="222504"/>
                </a:lnTo>
                <a:lnTo>
                  <a:pt x="1028687" y="225552"/>
                </a:lnTo>
                <a:lnTo>
                  <a:pt x="1043000" y="207010"/>
                </a:lnTo>
                <a:lnTo>
                  <a:pt x="1056309" y="185737"/>
                </a:lnTo>
                <a:lnTo>
                  <a:pt x="1068768" y="161912"/>
                </a:lnTo>
                <a:lnTo>
                  <a:pt x="1080503" y="135636"/>
                </a:lnTo>
                <a:lnTo>
                  <a:pt x="1150607" y="135636"/>
                </a:lnTo>
                <a:lnTo>
                  <a:pt x="1150607" y="231648"/>
                </a:lnTo>
                <a:lnTo>
                  <a:pt x="1057643" y="231648"/>
                </a:lnTo>
                <a:lnTo>
                  <a:pt x="1072883" y="246888"/>
                </a:lnTo>
                <a:lnTo>
                  <a:pt x="1082319" y="244894"/>
                </a:lnTo>
                <a:lnTo>
                  <a:pt x="1092314" y="243459"/>
                </a:lnTo>
                <a:lnTo>
                  <a:pt x="1102893" y="242608"/>
                </a:lnTo>
                <a:lnTo>
                  <a:pt x="1114031" y="242316"/>
                </a:lnTo>
                <a:lnTo>
                  <a:pt x="1150607" y="242316"/>
                </a:lnTo>
                <a:lnTo>
                  <a:pt x="1150607" y="362712"/>
                </a:lnTo>
                <a:lnTo>
                  <a:pt x="1016495" y="362712"/>
                </a:lnTo>
                <a:lnTo>
                  <a:pt x="1033259" y="379476"/>
                </a:lnTo>
                <a:lnTo>
                  <a:pt x="1042695" y="376605"/>
                </a:lnTo>
                <a:lnTo>
                  <a:pt x="1052690" y="374713"/>
                </a:lnTo>
                <a:lnTo>
                  <a:pt x="1063269" y="373697"/>
                </a:lnTo>
                <a:lnTo>
                  <a:pt x="1074407" y="373380"/>
                </a:lnTo>
                <a:lnTo>
                  <a:pt x="1303007" y="37338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3494532" y="2380488"/>
            <a:ext cx="356870" cy="402590"/>
          </a:xfrm>
          <a:custGeom>
            <a:avLst/>
            <a:gdLst/>
            <a:ahLst/>
            <a:cxnLst/>
            <a:rect l="l" t="t" r="r" b="b"/>
            <a:pathLst>
              <a:path w="356870" h="402589">
                <a:moveTo>
                  <a:pt x="54864" y="89916"/>
                </a:moveTo>
                <a:lnTo>
                  <a:pt x="44196" y="89916"/>
                </a:lnTo>
                <a:lnTo>
                  <a:pt x="51339" y="62793"/>
                </a:lnTo>
                <a:lnTo>
                  <a:pt x="56769" y="38671"/>
                </a:lnTo>
                <a:lnTo>
                  <a:pt x="60483" y="17692"/>
                </a:lnTo>
                <a:lnTo>
                  <a:pt x="62484" y="0"/>
                </a:lnTo>
                <a:lnTo>
                  <a:pt x="100584" y="21336"/>
                </a:lnTo>
                <a:lnTo>
                  <a:pt x="91725" y="29051"/>
                </a:lnTo>
                <a:lnTo>
                  <a:pt x="81153" y="43053"/>
                </a:lnTo>
                <a:lnTo>
                  <a:pt x="68865" y="63341"/>
                </a:lnTo>
                <a:lnTo>
                  <a:pt x="54864" y="89916"/>
                </a:lnTo>
                <a:close/>
              </a:path>
              <a:path w="356870" h="402589">
                <a:moveTo>
                  <a:pt x="147828" y="192024"/>
                </a:moveTo>
                <a:lnTo>
                  <a:pt x="143256" y="187452"/>
                </a:lnTo>
                <a:lnTo>
                  <a:pt x="160162" y="160615"/>
                </a:lnTo>
                <a:lnTo>
                  <a:pt x="174498" y="135064"/>
                </a:lnTo>
                <a:lnTo>
                  <a:pt x="196596" y="88392"/>
                </a:lnTo>
                <a:lnTo>
                  <a:pt x="211836" y="44958"/>
                </a:lnTo>
                <a:lnTo>
                  <a:pt x="222503" y="1524"/>
                </a:lnTo>
                <a:lnTo>
                  <a:pt x="260603" y="24384"/>
                </a:lnTo>
                <a:lnTo>
                  <a:pt x="252864" y="32146"/>
                </a:lnTo>
                <a:lnTo>
                  <a:pt x="243268" y="46482"/>
                </a:lnTo>
                <a:lnTo>
                  <a:pt x="231671" y="67675"/>
                </a:lnTo>
                <a:lnTo>
                  <a:pt x="217932" y="96012"/>
                </a:lnTo>
                <a:lnTo>
                  <a:pt x="350520" y="96012"/>
                </a:lnTo>
                <a:lnTo>
                  <a:pt x="356616" y="102108"/>
                </a:lnTo>
                <a:lnTo>
                  <a:pt x="350901" y="106680"/>
                </a:lnTo>
                <a:lnTo>
                  <a:pt x="214884" y="106680"/>
                </a:lnTo>
                <a:lnTo>
                  <a:pt x="198620" y="130730"/>
                </a:lnTo>
                <a:lnTo>
                  <a:pt x="181927" y="152781"/>
                </a:lnTo>
                <a:lnTo>
                  <a:pt x="164949" y="173116"/>
                </a:lnTo>
                <a:lnTo>
                  <a:pt x="147828" y="192024"/>
                </a:lnTo>
                <a:close/>
              </a:path>
              <a:path w="356870" h="402589">
                <a:moveTo>
                  <a:pt x="146304" y="89916"/>
                </a:moveTo>
                <a:lnTo>
                  <a:pt x="111252" y="89916"/>
                </a:lnTo>
                <a:lnTo>
                  <a:pt x="129540" y="73152"/>
                </a:lnTo>
                <a:lnTo>
                  <a:pt x="146304" y="89916"/>
                </a:lnTo>
                <a:close/>
              </a:path>
              <a:path w="356870" h="402589">
                <a:moveTo>
                  <a:pt x="0" y="397764"/>
                </a:moveTo>
                <a:lnTo>
                  <a:pt x="834" y="359664"/>
                </a:lnTo>
                <a:lnTo>
                  <a:pt x="935" y="352615"/>
                </a:lnTo>
                <a:lnTo>
                  <a:pt x="1333" y="316992"/>
                </a:lnTo>
                <a:lnTo>
                  <a:pt x="1430" y="178308"/>
                </a:lnTo>
                <a:lnTo>
                  <a:pt x="1309" y="152781"/>
                </a:lnTo>
                <a:lnTo>
                  <a:pt x="881" y="114704"/>
                </a:lnTo>
                <a:lnTo>
                  <a:pt x="0" y="74676"/>
                </a:lnTo>
                <a:lnTo>
                  <a:pt x="25908" y="89916"/>
                </a:lnTo>
                <a:lnTo>
                  <a:pt x="146304" y="89916"/>
                </a:lnTo>
                <a:lnTo>
                  <a:pt x="155448" y="99060"/>
                </a:lnTo>
                <a:lnTo>
                  <a:pt x="153162" y="100584"/>
                </a:lnTo>
                <a:lnTo>
                  <a:pt x="24384" y="100584"/>
                </a:lnTo>
                <a:lnTo>
                  <a:pt x="24384" y="211836"/>
                </a:lnTo>
                <a:lnTo>
                  <a:pt x="137464" y="211836"/>
                </a:lnTo>
                <a:lnTo>
                  <a:pt x="137526" y="222504"/>
                </a:lnTo>
                <a:lnTo>
                  <a:pt x="24384" y="222504"/>
                </a:lnTo>
                <a:lnTo>
                  <a:pt x="24384" y="344424"/>
                </a:lnTo>
                <a:lnTo>
                  <a:pt x="138504" y="344424"/>
                </a:lnTo>
                <a:lnTo>
                  <a:pt x="138567" y="355092"/>
                </a:lnTo>
                <a:lnTo>
                  <a:pt x="24384" y="355092"/>
                </a:lnTo>
                <a:lnTo>
                  <a:pt x="24384" y="384048"/>
                </a:lnTo>
                <a:lnTo>
                  <a:pt x="0" y="397764"/>
                </a:lnTo>
                <a:close/>
              </a:path>
              <a:path w="356870" h="402589">
                <a:moveTo>
                  <a:pt x="350520" y="96012"/>
                </a:moveTo>
                <a:lnTo>
                  <a:pt x="310896" y="96012"/>
                </a:lnTo>
                <a:lnTo>
                  <a:pt x="330708" y="76200"/>
                </a:lnTo>
                <a:lnTo>
                  <a:pt x="350520" y="96012"/>
                </a:lnTo>
                <a:close/>
              </a:path>
              <a:path w="356870" h="402589">
                <a:moveTo>
                  <a:pt x="137464" y="211836"/>
                </a:moveTo>
                <a:lnTo>
                  <a:pt x="114300" y="211836"/>
                </a:lnTo>
                <a:lnTo>
                  <a:pt x="114300" y="100584"/>
                </a:lnTo>
                <a:lnTo>
                  <a:pt x="153162" y="100584"/>
                </a:lnTo>
                <a:lnTo>
                  <a:pt x="137160" y="111252"/>
                </a:lnTo>
                <a:lnTo>
                  <a:pt x="137263" y="160615"/>
                </a:lnTo>
                <a:lnTo>
                  <a:pt x="137367" y="195333"/>
                </a:lnTo>
                <a:lnTo>
                  <a:pt x="137464" y="211836"/>
                </a:lnTo>
                <a:close/>
              </a:path>
              <a:path w="356870" h="402589">
                <a:moveTo>
                  <a:pt x="327778" y="359664"/>
                </a:moveTo>
                <a:lnTo>
                  <a:pt x="283464" y="359664"/>
                </a:lnTo>
                <a:lnTo>
                  <a:pt x="292631" y="357925"/>
                </a:lnTo>
                <a:lnTo>
                  <a:pt x="299656" y="352615"/>
                </a:lnTo>
                <a:lnTo>
                  <a:pt x="309252" y="305562"/>
                </a:lnTo>
                <a:lnTo>
                  <a:pt x="311086" y="259842"/>
                </a:lnTo>
                <a:lnTo>
                  <a:pt x="313205" y="193548"/>
                </a:lnTo>
                <a:lnTo>
                  <a:pt x="315467" y="106680"/>
                </a:lnTo>
                <a:lnTo>
                  <a:pt x="350901" y="106680"/>
                </a:lnTo>
                <a:lnTo>
                  <a:pt x="341376" y="114300"/>
                </a:lnTo>
                <a:lnTo>
                  <a:pt x="339547" y="188719"/>
                </a:lnTo>
                <a:lnTo>
                  <a:pt x="337718" y="249167"/>
                </a:lnTo>
                <a:lnTo>
                  <a:pt x="335889" y="295570"/>
                </a:lnTo>
                <a:lnTo>
                  <a:pt x="334060" y="327855"/>
                </a:lnTo>
                <a:lnTo>
                  <a:pt x="332232" y="345948"/>
                </a:lnTo>
                <a:lnTo>
                  <a:pt x="328497" y="357925"/>
                </a:lnTo>
                <a:lnTo>
                  <a:pt x="327778" y="359664"/>
                </a:lnTo>
                <a:close/>
              </a:path>
              <a:path w="356870" h="402589">
                <a:moveTo>
                  <a:pt x="231648" y="269748"/>
                </a:moveTo>
                <a:lnTo>
                  <a:pt x="230124" y="269748"/>
                </a:lnTo>
                <a:lnTo>
                  <a:pt x="226956" y="268295"/>
                </a:lnTo>
                <a:lnTo>
                  <a:pt x="224218" y="263842"/>
                </a:lnTo>
                <a:lnTo>
                  <a:pt x="221765" y="256246"/>
                </a:lnTo>
                <a:lnTo>
                  <a:pt x="219456" y="245364"/>
                </a:lnTo>
                <a:lnTo>
                  <a:pt x="214884" y="228242"/>
                </a:lnTo>
                <a:lnTo>
                  <a:pt x="208026" y="211264"/>
                </a:lnTo>
                <a:lnTo>
                  <a:pt x="198882" y="194571"/>
                </a:lnTo>
                <a:lnTo>
                  <a:pt x="187452" y="178308"/>
                </a:lnTo>
                <a:lnTo>
                  <a:pt x="192024" y="172212"/>
                </a:lnTo>
                <a:lnTo>
                  <a:pt x="224980" y="199644"/>
                </a:lnTo>
                <a:lnTo>
                  <a:pt x="246888" y="236220"/>
                </a:lnTo>
                <a:lnTo>
                  <a:pt x="246888" y="248412"/>
                </a:lnTo>
                <a:lnTo>
                  <a:pt x="245364" y="254508"/>
                </a:lnTo>
                <a:lnTo>
                  <a:pt x="236220" y="266700"/>
                </a:lnTo>
                <a:lnTo>
                  <a:pt x="231648" y="269748"/>
                </a:lnTo>
                <a:close/>
              </a:path>
              <a:path w="356870" h="402589">
                <a:moveTo>
                  <a:pt x="138504" y="344424"/>
                </a:moveTo>
                <a:lnTo>
                  <a:pt x="114300" y="344424"/>
                </a:lnTo>
                <a:lnTo>
                  <a:pt x="114300" y="222504"/>
                </a:lnTo>
                <a:lnTo>
                  <a:pt x="137526" y="222504"/>
                </a:lnTo>
                <a:lnTo>
                  <a:pt x="137723" y="254508"/>
                </a:lnTo>
                <a:lnTo>
                  <a:pt x="138504" y="344424"/>
                </a:lnTo>
                <a:close/>
              </a:path>
              <a:path w="356870" h="402589">
                <a:moveTo>
                  <a:pt x="278891" y="402336"/>
                </a:moveTo>
                <a:lnTo>
                  <a:pt x="271772" y="389239"/>
                </a:lnTo>
                <a:lnTo>
                  <a:pt x="259651" y="377571"/>
                </a:lnTo>
                <a:lnTo>
                  <a:pt x="242673" y="367617"/>
                </a:lnTo>
                <a:lnTo>
                  <a:pt x="220979" y="359664"/>
                </a:lnTo>
                <a:lnTo>
                  <a:pt x="220979" y="352044"/>
                </a:lnTo>
                <a:lnTo>
                  <a:pt x="241244" y="355163"/>
                </a:lnTo>
                <a:lnTo>
                  <a:pt x="258508" y="357568"/>
                </a:lnTo>
                <a:lnTo>
                  <a:pt x="272629" y="359116"/>
                </a:lnTo>
                <a:lnTo>
                  <a:pt x="283464" y="359664"/>
                </a:lnTo>
                <a:lnTo>
                  <a:pt x="327778" y="359664"/>
                </a:lnTo>
                <a:lnTo>
                  <a:pt x="324231" y="368236"/>
                </a:lnTo>
                <a:lnTo>
                  <a:pt x="289670" y="397764"/>
                </a:lnTo>
                <a:lnTo>
                  <a:pt x="278891" y="402336"/>
                </a:lnTo>
                <a:close/>
              </a:path>
              <a:path w="356870" h="402589">
                <a:moveTo>
                  <a:pt x="114300" y="391668"/>
                </a:moveTo>
                <a:lnTo>
                  <a:pt x="114300" y="355092"/>
                </a:lnTo>
                <a:lnTo>
                  <a:pt x="138567" y="355092"/>
                </a:lnTo>
                <a:lnTo>
                  <a:pt x="138684" y="377952"/>
                </a:lnTo>
                <a:lnTo>
                  <a:pt x="114300" y="39166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" name="object 15"/>
          <p:cNvSpPr/>
          <p:nvPr/>
        </p:nvSpPr>
        <p:spPr>
          <a:xfrm>
            <a:off x="3947160" y="2400299"/>
            <a:ext cx="335280" cy="381000"/>
          </a:xfrm>
          <a:custGeom>
            <a:avLst/>
            <a:gdLst/>
            <a:ahLst/>
            <a:cxnLst/>
            <a:rect l="l" t="t" r="r" b="b"/>
            <a:pathLst>
              <a:path w="335279" h="381000">
                <a:moveTo>
                  <a:pt x="332994" y="16764"/>
                </a:moveTo>
                <a:lnTo>
                  <a:pt x="297180" y="16764"/>
                </a:lnTo>
                <a:lnTo>
                  <a:pt x="307847" y="0"/>
                </a:lnTo>
                <a:lnTo>
                  <a:pt x="332994" y="16764"/>
                </a:lnTo>
                <a:close/>
              </a:path>
              <a:path w="335279" h="381000">
                <a:moveTo>
                  <a:pt x="0" y="381000"/>
                </a:moveTo>
                <a:lnTo>
                  <a:pt x="238" y="351234"/>
                </a:lnTo>
                <a:lnTo>
                  <a:pt x="762" y="309753"/>
                </a:lnTo>
                <a:lnTo>
                  <a:pt x="1183" y="266700"/>
                </a:lnTo>
                <a:lnTo>
                  <a:pt x="1308" y="249936"/>
                </a:lnTo>
                <a:lnTo>
                  <a:pt x="1413" y="160281"/>
                </a:lnTo>
                <a:lnTo>
                  <a:pt x="1289" y="126492"/>
                </a:lnTo>
                <a:lnTo>
                  <a:pt x="762" y="72009"/>
                </a:lnTo>
                <a:lnTo>
                  <a:pt x="238" y="30622"/>
                </a:lnTo>
                <a:lnTo>
                  <a:pt x="0" y="1524"/>
                </a:lnTo>
                <a:lnTo>
                  <a:pt x="25908" y="16764"/>
                </a:lnTo>
                <a:lnTo>
                  <a:pt x="332994" y="16764"/>
                </a:lnTo>
                <a:lnTo>
                  <a:pt x="335280" y="18288"/>
                </a:lnTo>
                <a:lnTo>
                  <a:pt x="326136" y="27432"/>
                </a:lnTo>
                <a:lnTo>
                  <a:pt x="25908" y="27432"/>
                </a:lnTo>
                <a:lnTo>
                  <a:pt x="25908" y="326136"/>
                </a:lnTo>
                <a:lnTo>
                  <a:pt x="322023" y="326136"/>
                </a:lnTo>
                <a:lnTo>
                  <a:pt x="322206" y="335756"/>
                </a:lnTo>
                <a:lnTo>
                  <a:pt x="322243" y="336804"/>
                </a:lnTo>
                <a:lnTo>
                  <a:pt x="25908" y="336804"/>
                </a:lnTo>
                <a:lnTo>
                  <a:pt x="25908" y="370332"/>
                </a:lnTo>
                <a:lnTo>
                  <a:pt x="0" y="381000"/>
                </a:lnTo>
                <a:close/>
              </a:path>
              <a:path w="335279" h="381000">
                <a:moveTo>
                  <a:pt x="322023" y="326136"/>
                </a:moveTo>
                <a:lnTo>
                  <a:pt x="298704" y="326136"/>
                </a:lnTo>
                <a:lnTo>
                  <a:pt x="298704" y="27432"/>
                </a:lnTo>
                <a:lnTo>
                  <a:pt x="326136" y="27432"/>
                </a:lnTo>
                <a:lnTo>
                  <a:pt x="321564" y="32004"/>
                </a:lnTo>
                <a:lnTo>
                  <a:pt x="321587" y="290036"/>
                </a:lnTo>
                <a:lnTo>
                  <a:pt x="321754" y="312039"/>
                </a:lnTo>
                <a:lnTo>
                  <a:pt x="322023" y="326136"/>
                </a:lnTo>
                <a:close/>
              </a:path>
              <a:path w="335279" h="381000">
                <a:moveTo>
                  <a:pt x="85344" y="266700"/>
                </a:moveTo>
                <a:lnTo>
                  <a:pt x="85582" y="247602"/>
                </a:lnTo>
                <a:lnTo>
                  <a:pt x="86106" y="227076"/>
                </a:lnTo>
                <a:lnTo>
                  <a:pt x="86630" y="205359"/>
                </a:lnTo>
                <a:lnTo>
                  <a:pt x="86868" y="182880"/>
                </a:lnTo>
                <a:lnTo>
                  <a:pt x="86629" y="160281"/>
                </a:lnTo>
                <a:lnTo>
                  <a:pt x="85582" y="116228"/>
                </a:lnTo>
                <a:lnTo>
                  <a:pt x="85344" y="94488"/>
                </a:lnTo>
                <a:lnTo>
                  <a:pt x="111252" y="111252"/>
                </a:lnTo>
                <a:lnTo>
                  <a:pt x="245715" y="111252"/>
                </a:lnTo>
                <a:lnTo>
                  <a:pt x="249936" y="114300"/>
                </a:lnTo>
                <a:lnTo>
                  <a:pt x="241363" y="121920"/>
                </a:lnTo>
                <a:lnTo>
                  <a:pt x="109728" y="121920"/>
                </a:lnTo>
                <a:lnTo>
                  <a:pt x="109728" y="217932"/>
                </a:lnTo>
                <a:lnTo>
                  <a:pt x="236624" y="217932"/>
                </a:lnTo>
                <a:lnTo>
                  <a:pt x="236806" y="228600"/>
                </a:lnTo>
                <a:lnTo>
                  <a:pt x="109728" y="228600"/>
                </a:lnTo>
                <a:lnTo>
                  <a:pt x="109728" y="257556"/>
                </a:lnTo>
                <a:lnTo>
                  <a:pt x="85344" y="266700"/>
                </a:lnTo>
                <a:close/>
              </a:path>
              <a:path w="335279" h="381000">
                <a:moveTo>
                  <a:pt x="245715" y="111252"/>
                </a:moveTo>
                <a:lnTo>
                  <a:pt x="210312" y="111252"/>
                </a:lnTo>
                <a:lnTo>
                  <a:pt x="222504" y="94488"/>
                </a:lnTo>
                <a:lnTo>
                  <a:pt x="245715" y="111252"/>
                </a:lnTo>
                <a:close/>
              </a:path>
              <a:path w="335279" h="381000">
                <a:moveTo>
                  <a:pt x="236624" y="217932"/>
                </a:moveTo>
                <a:lnTo>
                  <a:pt x="211836" y="217932"/>
                </a:lnTo>
                <a:lnTo>
                  <a:pt x="211836" y="121920"/>
                </a:lnTo>
                <a:lnTo>
                  <a:pt x="241363" y="121920"/>
                </a:lnTo>
                <a:lnTo>
                  <a:pt x="236220" y="126492"/>
                </a:lnTo>
                <a:lnTo>
                  <a:pt x="236340" y="190500"/>
                </a:lnTo>
                <a:lnTo>
                  <a:pt x="236411" y="205406"/>
                </a:lnTo>
                <a:lnTo>
                  <a:pt x="236624" y="217932"/>
                </a:lnTo>
                <a:close/>
              </a:path>
              <a:path w="335279" h="381000">
                <a:moveTo>
                  <a:pt x="211836" y="260604"/>
                </a:moveTo>
                <a:lnTo>
                  <a:pt x="211836" y="228600"/>
                </a:lnTo>
                <a:lnTo>
                  <a:pt x="236806" y="228600"/>
                </a:lnTo>
                <a:lnTo>
                  <a:pt x="236862" y="231933"/>
                </a:lnTo>
                <a:lnTo>
                  <a:pt x="237744" y="249936"/>
                </a:lnTo>
                <a:lnTo>
                  <a:pt x="211836" y="260604"/>
                </a:lnTo>
                <a:close/>
              </a:path>
              <a:path w="335279" h="381000">
                <a:moveTo>
                  <a:pt x="298704" y="371856"/>
                </a:moveTo>
                <a:lnTo>
                  <a:pt x="298704" y="336804"/>
                </a:lnTo>
                <a:lnTo>
                  <a:pt x="322243" y="336804"/>
                </a:lnTo>
                <a:lnTo>
                  <a:pt x="323088" y="361188"/>
                </a:lnTo>
                <a:lnTo>
                  <a:pt x="298704" y="37185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" name="object 16"/>
          <p:cNvSpPr/>
          <p:nvPr/>
        </p:nvSpPr>
        <p:spPr>
          <a:xfrm>
            <a:off x="4349496" y="2380488"/>
            <a:ext cx="408940" cy="412750"/>
          </a:xfrm>
          <a:custGeom>
            <a:avLst/>
            <a:gdLst/>
            <a:ahLst/>
            <a:cxnLst/>
            <a:rect l="l" t="t" r="r" b="b"/>
            <a:pathLst>
              <a:path w="408939" h="412750">
                <a:moveTo>
                  <a:pt x="278892" y="58420"/>
                </a:moveTo>
                <a:lnTo>
                  <a:pt x="256032" y="58420"/>
                </a:lnTo>
                <a:lnTo>
                  <a:pt x="255956" y="35560"/>
                </a:lnTo>
                <a:lnTo>
                  <a:pt x="255841" y="24130"/>
                </a:lnTo>
                <a:lnTo>
                  <a:pt x="255389" y="11430"/>
                </a:lnTo>
                <a:lnTo>
                  <a:pt x="254508" y="0"/>
                </a:lnTo>
                <a:lnTo>
                  <a:pt x="292608" y="15240"/>
                </a:lnTo>
                <a:lnTo>
                  <a:pt x="278892" y="26670"/>
                </a:lnTo>
                <a:lnTo>
                  <a:pt x="278892" y="58420"/>
                </a:lnTo>
                <a:close/>
              </a:path>
              <a:path w="408939" h="412750">
                <a:moveTo>
                  <a:pt x="88392" y="92710"/>
                </a:moveTo>
                <a:lnTo>
                  <a:pt x="82296" y="92710"/>
                </a:lnTo>
                <a:lnTo>
                  <a:pt x="79248" y="86360"/>
                </a:lnTo>
                <a:lnTo>
                  <a:pt x="74676" y="73660"/>
                </a:lnTo>
                <a:lnTo>
                  <a:pt x="69199" y="62230"/>
                </a:lnTo>
                <a:lnTo>
                  <a:pt x="61722" y="49530"/>
                </a:lnTo>
                <a:lnTo>
                  <a:pt x="51958" y="35560"/>
                </a:lnTo>
                <a:lnTo>
                  <a:pt x="39624" y="20320"/>
                </a:lnTo>
                <a:lnTo>
                  <a:pt x="44196" y="15240"/>
                </a:lnTo>
                <a:lnTo>
                  <a:pt x="81724" y="36830"/>
                </a:lnTo>
                <a:lnTo>
                  <a:pt x="99060" y="59690"/>
                </a:lnTo>
                <a:lnTo>
                  <a:pt x="100584" y="64770"/>
                </a:lnTo>
                <a:lnTo>
                  <a:pt x="100584" y="76200"/>
                </a:lnTo>
                <a:lnTo>
                  <a:pt x="99060" y="80010"/>
                </a:lnTo>
                <a:lnTo>
                  <a:pt x="94488" y="85090"/>
                </a:lnTo>
                <a:lnTo>
                  <a:pt x="88392" y="92710"/>
                </a:lnTo>
                <a:close/>
              </a:path>
              <a:path w="408939" h="412750">
                <a:moveTo>
                  <a:pt x="181356" y="73660"/>
                </a:moveTo>
                <a:lnTo>
                  <a:pt x="166116" y="58420"/>
                </a:lnTo>
                <a:lnTo>
                  <a:pt x="335280" y="58420"/>
                </a:lnTo>
                <a:lnTo>
                  <a:pt x="355092" y="40640"/>
                </a:lnTo>
                <a:lnTo>
                  <a:pt x="381000" y="69850"/>
                </a:lnTo>
                <a:lnTo>
                  <a:pt x="211359" y="69850"/>
                </a:lnTo>
                <a:lnTo>
                  <a:pt x="190785" y="72390"/>
                </a:lnTo>
                <a:lnTo>
                  <a:pt x="181356" y="73660"/>
                </a:lnTo>
                <a:close/>
              </a:path>
              <a:path w="408939" h="412750">
                <a:moveTo>
                  <a:pt x="278892" y="106680"/>
                </a:moveTo>
                <a:lnTo>
                  <a:pt x="256032" y="106680"/>
                </a:lnTo>
                <a:lnTo>
                  <a:pt x="256032" y="69850"/>
                </a:lnTo>
                <a:lnTo>
                  <a:pt x="278892" y="69850"/>
                </a:lnTo>
                <a:lnTo>
                  <a:pt x="278892" y="106680"/>
                </a:lnTo>
                <a:close/>
              </a:path>
              <a:path w="408939" h="412750">
                <a:moveTo>
                  <a:pt x="75370" y="276860"/>
                </a:moveTo>
                <a:lnTo>
                  <a:pt x="45720" y="276860"/>
                </a:lnTo>
                <a:lnTo>
                  <a:pt x="51816" y="270510"/>
                </a:lnTo>
                <a:lnTo>
                  <a:pt x="57912" y="261620"/>
                </a:lnTo>
                <a:lnTo>
                  <a:pt x="67103" y="243840"/>
                </a:lnTo>
                <a:lnTo>
                  <a:pt x="83439" y="207010"/>
                </a:lnTo>
                <a:lnTo>
                  <a:pt x="107203" y="151130"/>
                </a:lnTo>
                <a:lnTo>
                  <a:pt x="138684" y="76200"/>
                </a:lnTo>
                <a:lnTo>
                  <a:pt x="146304" y="77470"/>
                </a:lnTo>
                <a:lnTo>
                  <a:pt x="93726" y="220980"/>
                </a:lnTo>
                <a:lnTo>
                  <a:pt x="79438" y="262890"/>
                </a:lnTo>
                <a:lnTo>
                  <a:pt x="75370" y="276860"/>
                </a:lnTo>
                <a:close/>
              </a:path>
              <a:path w="408939" h="412750">
                <a:moveTo>
                  <a:pt x="144780" y="161290"/>
                </a:moveTo>
                <a:lnTo>
                  <a:pt x="134112" y="161290"/>
                </a:lnTo>
                <a:lnTo>
                  <a:pt x="126492" y="154940"/>
                </a:lnTo>
                <a:lnTo>
                  <a:pt x="123444" y="153670"/>
                </a:lnTo>
                <a:lnTo>
                  <a:pt x="123444" y="146050"/>
                </a:lnTo>
                <a:lnTo>
                  <a:pt x="128016" y="140970"/>
                </a:lnTo>
                <a:lnTo>
                  <a:pt x="134112" y="133350"/>
                </a:lnTo>
                <a:lnTo>
                  <a:pt x="142422" y="124460"/>
                </a:lnTo>
                <a:lnTo>
                  <a:pt x="149161" y="114300"/>
                </a:lnTo>
                <a:lnTo>
                  <a:pt x="154471" y="101600"/>
                </a:lnTo>
                <a:lnTo>
                  <a:pt x="158496" y="87630"/>
                </a:lnTo>
                <a:lnTo>
                  <a:pt x="166116" y="87630"/>
                </a:lnTo>
                <a:lnTo>
                  <a:pt x="166116" y="106680"/>
                </a:lnTo>
                <a:lnTo>
                  <a:pt x="393756" y="106680"/>
                </a:lnTo>
                <a:lnTo>
                  <a:pt x="402787" y="116840"/>
                </a:lnTo>
                <a:lnTo>
                  <a:pt x="166116" y="116840"/>
                </a:lnTo>
                <a:lnTo>
                  <a:pt x="165758" y="124460"/>
                </a:lnTo>
                <a:lnTo>
                  <a:pt x="164401" y="130810"/>
                </a:lnTo>
                <a:lnTo>
                  <a:pt x="161615" y="139700"/>
                </a:lnTo>
                <a:lnTo>
                  <a:pt x="156972" y="147320"/>
                </a:lnTo>
                <a:lnTo>
                  <a:pt x="150876" y="156210"/>
                </a:lnTo>
                <a:lnTo>
                  <a:pt x="144780" y="161290"/>
                </a:lnTo>
                <a:close/>
              </a:path>
              <a:path w="408939" h="412750">
                <a:moveTo>
                  <a:pt x="393756" y="106680"/>
                </a:moveTo>
                <a:lnTo>
                  <a:pt x="359664" y="106680"/>
                </a:lnTo>
                <a:lnTo>
                  <a:pt x="377952" y="88900"/>
                </a:lnTo>
                <a:lnTo>
                  <a:pt x="393756" y="106680"/>
                </a:lnTo>
                <a:close/>
              </a:path>
              <a:path w="408939" h="412750">
                <a:moveTo>
                  <a:pt x="50315" y="195580"/>
                </a:moveTo>
                <a:lnTo>
                  <a:pt x="45910" y="193040"/>
                </a:lnTo>
                <a:lnTo>
                  <a:pt x="41790" y="187960"/>
                </a:lnTo>
                <a:lnTo>
                  <a:pt x="38100" y="177800"/>
                </a:lnTo>
                <a:lnTo>
                  <a:pt x="33004" y="165100"/>
                </a:lnTo>
                <a:lnTo>
                  <a:pt x="24765" y="152400"/>
                </a:lnTo>
                <a:lnTo>
                  <a:pt x="13668" y="137160"/>
                </a:lnTo>
                <a:lnTo>
                  <a:pt x="0" y="121920"/>
                </a:lnTo>
                <a:lnTo>
                  <a:pt x="3048" y="116840"/>
                </a:lnTo>
                <a:lnTo>
                  <a:pt x="29932" y="130810"/>
                </a:lnTo>
                <a:lnTo>
                  <a:pt x="48958" y="144780"/>
                </a:lnTo>
                <a:lnTo>
                  <a:pt x="60269" y="156210"/>
                </a:lnTo>
                <a:lnTo>
                  <a:pt x="64008" y="167640"/>
                </a:lnTo>
                <a:lnTo>
                  <a:pt x="63436" y="176530"/>
                </a:lnTo>
                <a:lnTo>
                  <a:pt x="61722" y="184150"/>
                </a:lnTo>
                <a:lnTo>
                  <a:pt x="58864" y="190500"/>
                </a:lnTo>
                <a:lnTo>
                  <a:pt x="54864" y="194310"/>
                </a:lnTo>
                <a:lnTo>
                  <a:pt x="50315" y="195580"/>
                </a:lnTo>
                <a:close/>
              </a:path>
              <a:path w="408939" h="412750">
                <a:moveTo>
                  <a:pt x="181356" y="223520"/>
                </a:moveTo>
                <a:lnTo>
                  <a:pt x="163068" y="199390"/>
                </a:lnTo>
                <a:lnTo>
                  <a:pt x="173950" y="195580"/>
                </a:lnTo>
                <a:lnTo>
                  <a:pt x="186118" y="189230"/>
                </a:lnTo>
                <a:lnTo>
                  <a:pt x="214884" y="163830"/>
                </a:lnTo>
                <a:lnTo>
                  <a:pt x="248102" y="124460"/>
                </a:lnTo>
                <a:lnTo>
                  <a:pt x="252984" y="116840"/>
                </a:lnTo>
                <a:lnTo>
                  <a:pt x="257556" y="116840"/>
                </a:lnTo>
                <a:lnTo>
                  <a:pt x="284988" y="133350"/>
                </a:lnTo>
                <a:lnTo>
                  <a:pt x="274367" y="138430"/>
                </a:lnTo>
                <a:lnTo>
                  <a:pt x="256032" y="151130"/>
                </a:lnTo>
                <a:lnTo>
                  <a:pt x="195072" y="198120"/>
                </a:lnTo>
                <a:lnTo>
                  <a:pt x="323394" y="198120"/>
                </a:lnTo>
                <a:lnTo>
                  <a:pt x="313190" y="203200"/>
                </a:lnTo>
                <a:lnTo>
                  <a:pt x="278892" y="203200"/>
                </a:lnTo>
                <a:lnTo>
                  <a:pt x="243720" y="208280"/>
                </a:lnTo>
                <a:lnTo>
                  <a:pt x="215836" y="213360"/>
                </a:lnTo>
                <a:lnTo>
                  <a:pt x="195095" y="218440"/>
                </a:lnTo>
                <a:lnTo>
                  <a:pt x="181356" y="223520"/>
                </a:lnTo>
                <a:close/>
              </a:path>
              <a:path w="408939" h="412750">
                <a:moveTo>
                  <a:pt x="344424" y="165100"/>
                </a:moveTo>
                <a:lnTo>
                  <a:pt x="339852" y="161290"/>
                </a:lnTo>
                <a:lnTo>
                  <a:pt x="364236" y="116840"/>
                </a:lnTo>
                <a:lnTo>
                  <a:pt x="402787" y="116840"/>
                </a:lnTo>
                <a:lnTo>
                  <a:pt x="408432" y="123190"/>
                </a:lnTo>
                <a:lnTo>
                  <a:pt x="401312" y="123190"/>
                </a:lnTo>
                <a:lnTo>
                  <a:pt x="393763" y="125730"/>
                </a:lnTo>
                <a:lnTo>
                  <a:pt x="354163" y="154940"/>
                </a:lnTo>
                <a:lnTo>
                  <a:pt x="344424" y="165100"/>
                </a:lnTo>
                <a:close/>
              </a:path>
              <a:path w="408939" h="412750">
                <a:moveTo>
                  <a:pt x="323394" y="198120"/>
                </a:moveTo>
                <a:lnTo>
                  <a:pt x="195072" y="198120"/>
                </a:lnTo>
                <a:lnTo>
                  <a:pt x="208454" y="196850"/>
                </a:lnTo>
                <a:lnTo>
                  <a:pt x="252936" y="196850"/>
                </a:lnTo>
                <a:lnTo>
                  <a:pt x="283464" y="195580"/>
                </a:lnTo>
                <a:lnTo>
                  <a:pt x="296894" y="185420"/>
                </a:lnTo>
                <a:lnTo>
                  <a:pt x="307467" y="176530"/>
                </a:lnTo>
                <a:lnTo>
                  <a:pt x="315182" y="167640"/>
                </a:lnTo>
                <a:lnTo>
                  <a:pt x="320040" y="161290"/>
                </a:lnTo>
                <a:lnTo>
                  <a:pt x="352044" y="185420"/>
                </a:lnTo>
                <a:lnTo>
                  <a:pt x="341495" y="189230"/>
                </a:lnTo>
                <a:lnTo>
                  <a:pt x="323394" y="198120"/>
                </a:lnTo>
                <a:close/>
              </a:path>
              <a:path w="408939" h="412750">
                <a:moveTo>
                  <a:pt x="173736" y="294640"/>
                </a:moveTo>
                <a:lnTo>
                  <a:pt x="153924" y="266700"/>
                </a:lnTo>
                <a:lnTo>
                  <a:pt x="167616" y="262890"/>
                </a:lnTo>
                <a:lnTo>
                  <a:pt x="183451" y="257810"/>
                </a:lnTo>
                <a:lnTo>
                  <a:pt x="201287" y="250190"/>
                </a:lnTo>
                <a:lnTo>
                  <a:pt x="220980" y="240030"/>
                </a:lnTo>
                <a:lnTo>
                  <a:pt x="239244" y="228600"/>
                </a:lnTo>
                <a:lnTo>
                  <a:pt x="278892" y="203200"/>
                </a:lnTo>
                <a:lnTo>
                  <a:pt x="313190" y="203200"/>
                </a:lnTo>
                <a:lnTo>
                  <a:pt x="305538" y="207010"/>
                </a:lnTo>
                <a:lnTo>
                  <a:pt x="280416" y="222250"/>
                </a:lnTo>
                <a:lnTo>
                  <a:pt x="254769" y="236220"/>
                </a:lnTo>
                <a:lnTo>
                  <a:pt x="232981" y="247650"/>
                </a:lnTo>
                <a:lnTo>
                  <a:pt x="215479" y="257810"/>
                </a:lnTo>
                <a:lnTo>
                  <a:pt x="202692" y="266700"/>
                </a:lnTo>
                <a:lnTo>
                  <a:pt x="389636" y="266700"/>
                </a:lnTo>
                <a:lnTo>
                  <a:pt x="391160" y="270510"/>
                </a:lnTo>
                <a:lnTo>
                  <a:pt x="359664" y="270510"/>
                </a:lnTo>
                <a:lnTo>
                  <a:pt x="345352" y="271780"/>
                </a:lnTo>
                <a:lnTo>
                  <a:pt x="305871" y="274320"/>
                </a:lnTo>
                <a:lnTo>
                  <a:pt x="280416" y="276860"/>
                </a:lnTo>
                <a:lnTo>
                  <a:pt x="280416" y="279400"/>
                </a:lnTo>
                <a:lnTo>
                  <a:pt x="256032" y="279400"/>
                </a:lnTo>
                <a:lnTo>
                  <a:pt x="223456" y="283210"/>
                </a:lnTo>
                <a:lnTo>
                  <a:pt x="198882" y="287020"/>
                </a:lnTo>
                <a:lnTo>
                  <a:pt x="182308" y="290830"/>
                </a:lnTo>
                <a:lnTo>
                  <a:pt x="173736" y="294640"/>
                </a:lnTo>
                <a:close/>
              </a:path>
              <a:path w="408939" h="412750">
                <a:moveTo>
                  <a:pt x="389636" y="266700"/>
                </a:moveTo>
                <a:lnTo>
                  <a:pt x="202692" y="266700"/>
                </a:lnTo>
                <a:lnTo>
                  <a:pt x="253531" y="264160"/>
                </a:lnTo>
                <a:lnTo>
                  <a:pt x="330636" y="261620"/>
                </a:lnTo>
                <a:lnTo>
                  <a:pt x="356616" y="261620"/>
                </a:lnTo>
                <a:lnTo>
                  <a:pt x="350948" y="254000"/>
                </a:lnTo>
                <a:lnTo>
                  <a:pt x="343281" y="245110"/>
                </a:lnTo>
                <a:lnTo>
                  <a:pt x="333898" y="233680"/>
                </a:lnTo>
                <a:lnTo>
                  <a:pt x="323088" y="222250"/>
                </a:lnTo>
                <a:lnTo>
                  <a:pt x="364998" y="241300"/>
                </a:lnTo>
                <a:lnTo>
                  <a:pt x="388620" y="264160"/>
                </a:lnTo>
                <a:lnTo>
                  <a:pt x="389636" y="266700"/>
                </a:lnTo>
                <a:close/>
              </a:path>
              <a:path w="408939" h="412750">
                <a:moveTo>
                  <a:pt x="379476" y="300990"/>
                </a:moveTo>
                <a:lnTo>
                  <a:pt x="374904" y="300990"/>
                </a:lnTo>
                <a:lnTo>
                  <a:pt x="370332" y="293370"/>
                </a:lnTo>
                <a:lnTo>
                  <a:pt x="365760" y="281940"/>
                </a:lnTo>
                <a:lnTo>
                  <a:pt x="359664" y="270510"/>
                </a:lnTo>
                <a:lnTo>
                  <a:pt x="391160" y="270510"/>
                </a:lnTo>
                <a:lnTo>
                  <a:pt x="391668" y="271780"/>
                </a:lnTo>
                <a:lnTo>
                  <a:pt x="391668" y="283210"/>
                </a:lnTo>
                <a:lnTo>
                  <a:pt x="390144" y="287020"/>
                </a:lnTo>
                <a:lnTo>
                  <a:pt x="387096" y="292100"/>
                </a:lnTo>
                <a:lnTo>
                  <a:pt x="382524" y="298450"/>
                </a:lnTo>
                <a:lnTo>
                  <a:pt x="379476" y="300990"/>
                </a:lnTo>
                <a:close/>
              </a:path>
              <a:path w="408939" h="412750">
                <a:moveTo>
                  <a:pt x="67056" y="388620"/>
                </a:moveTo>
                <a:lnTo>
                  <a:pt x="56388" y="388620"/>
                </a:lnTo>
                <a:lnTo>
                  <a:pt x="44196" y="383540"/>
                </a:lnTo>
                <a:lnTo>
                  <a:pt x="36576" y="382270"/>
                </a:lnTo>
                <a:lnTo>
                  <a:pt x="33528" y="375920"/>
                </a:lnTo>
                <a:lnTo>
                  <a:pt x="33528" y="368300"/>
                </a:lnTo>
                <a:lnTo>
                  <a:pt x="40981" y="334010"/>
                </a:lnTo>
                <a:lnTo>
                  <a:pt x="42862" y="326390"/>
                </a:lnTo>
                <a:lnTo>
                  <a:pt x="43886" y="320040"/>
                </a:lnTo>
                <a:lnTo>
                  <a:pt x="44196" y="314960"/>
                </a:lnTo>
                <a:lnTo>
                  <a:pt x="44196" y="306070"/>
                </a:lnTo>
                <a:lnTo>
                  <a:pt x="41148" y="299720"/>
                </a:lnTo>
                <a:lnTo>
                  <a:pt x="36576" y="294640"/>
                </a:lnTo>
                <a:lnTo>
                  <a:pt x="31099" y="292100"/>
                </a:lnTo>
                <a:lnTo>
                  <a:pt x="23622" y="288290"/>
                </a:lnTo>
                <a:lnTo>
                  <a:pt x="13858" y="284480"/>
                </a:lnTo>
                <a:lnTo>
                  <a:pt x="1524" y="281940"/>
                </a:lnTo>
                <a:lnTo>
                  <a:pt x="1524" y="274320"/>
                </a:lnTo>
                <a:lnTo>
                  <a:pt x="16073" y="275590"/>
                </a:lnTo>
                <a:lnTo>
                  <a:pt x="27622" y="276860"/>
                </a:lnTo>
                <a:lnTo>
                  <a:pt x="75370" y="276860"/>
                </a:lnTo>
                <a:lnTo>
                  <a:pt x="67365" y="322580"/>
                </a:lnTo>
                <a:lnTo>
                  <a:pt x="67107" y="335280"/>
                </a:lnTo>
                <a:lnTo>
                  <a:pt x="67222" y="346710"/>
                </a:lnTo>
                <a:lnTo>
                  <a:pt x="67317" y="351790"/>
                </a:lnTo>
                <a:lnTo>
                  <a:pt x="68008" y="363220"/>
                </a:lnTo>
                <a:lnTo>
                  <a:pt x="68984" y="373380"/>
                </a:lnTo>
                <a:lnTo>
                  <a:pt x="70104" y="381000"/>
                </a:lnTo>
                <a:lnTo>
                  <a:pt x="70104" y="384810"/>
                </a:lnTo>
                <a:lnTo>
                  <a:pt x="67056" y="388620"/>
                </a:lnTo>
                <a:close/>
              </a:path>
              <a:path w="408939" h="412750">
                <a:moveTo>
                  <a:pt x="278931" y="374650"/>
                </a:moveTo>
                <a:lnTo>
                  <a:pt x="251460" y="374650"/>
                </a:lnTo>
                <a:lnTo>
                  <a:pt x="256032" y="369570"/>
                </a:lnTo>
                <a:lnTo>
                  <a:pt x="256032" y="279400"/>
                </a:lnTo>
                <a:lnTo>
                  <a:pt x="280416" y="279400"/>
                </a:lnTo>
                <a:lnTo>
                  <a:pt x="280416" y="363220"/>
                </a:lnTo>
                <a:lnTo>
                  <a:pt x="278931" y="374650"/>
                </a:lnTo>
                <a:close/>
              </a:path>
              <a:path w="408939" h="412750">
                <a:moveTo>
                  <a:pt x="382524" y="389890"/>
                </a:moveTo>
                <a:lnTo>
                  <a:pt x="376428" y="389890"/>
                </a:lnTo>
                <a:lnTo>
                  <a:pt x="371856" y="383540"/>
                </a:lnTo>
                <a:lnTo>
                  <a:pt x="365760" y="369570"/>
                </a:lnTo>
                <a:lnTo>
                  <a:pt x="356901" y="355600"/>
                </a:lnTo>
                <a:lnTo>
                  <a:pt x="344043" y="339090"/>
                </a:lnTo>
                <a:lnTo>
                  <a:pt x="327183" y="321310"/>
                </a:lnTo>
                <a:lnTo>
                  <a:pt x="306324" y="300990"/>
                </a:lnTo>
                <a:lnTo>
                  <a:pt x="310896" y="294640"/>
                </a:lnTo>
                <a:lnTo>
                  <a:pt x="366402" y="327660"/>
                </a:lnTo>
                <a:lnTo>
                  <a:pt x="391668" y="363220"/>
                </a:lnTo>
                <a:lnTo>
                  <a:pt x="391668" y="368300"/>
                </a:lnTo>
                <a:lnTo>
                  <a:pt x="390144" y="374650"/>
                </a:lnTo>
                <a:lnTo>
                  <a:pt x="382524" y="389890"/>
                </a:lnTo>
                <a:close/>
              </a:path>
              <a:path w="408939" h="412750">
                <a:moveTo>
                  <a:pt x="99060" y="406400"/>
                </a:moveTo>
                <a:lnTo>
                  <a:pt x="96012" y="401320"/>
                </a:lnTo>
                <a:lnTo>
                  <a:pt x="108561" y="389890"/>
                </a:lnTo>
                <a:lnTo>
                  <a:pt x="120967" y="377190"/>
                </a:lnTo>
                <a:lnTo>
                  <a:pt x="156495" y="337820"/>
                </a:lnTo>
                <a:lnTo>
                  <a:pt x="181356" y="300990"/>
                </a:lnTo>
                <a:lnTo>
                  <a:pt x="214884" y="325120"/>
                </a:lnTo>
                <a:lnTo>
                  <a:pt x="176093" y="346710"/>
                </a:lnTo>
                <a:lnTo>
                  <a:pt x="144065" y="373380"/>
                </a:lnTo>
                <a:lnTo>
                  <a:pt x="128397" y="386080"/>
                </a:lnTo>
                <a:lnTo>
                  <a:pt x="113299" y="397510"/>
                </a:lnTo>
                <a:lnTo>
                  <a:pt x="99060" y="406400"/>
                </a:lnTo>
                <a:close/>
              </a:path>
              <a:path w="408939" h="412750">
                <a:moveTo>
                  <a:pt x="242316" y="412750"/>
                </a:moveTo>
                <a:lnTo>
                  <a:pt x="238339" y="401320"/>
                </a:lnTo>
                <a:lnTo>
                  <a:pt x="228790" y="392430"/>
                </a:lnTo>
                <a:lnTo>
                  <a:pt x="213812" y="384810"/>
                </a:lnTo>
                <a:lnTo>
                  <a:pt x="193548" y="377190"/>
                </a:lnTo>
                <a:lnTo>
                  <a:pt x="193548" y="369570"/>
                </a:lnTo>
                <a:lnTo>
                  <a:pt x="210383" y="372110"/>
                </a:lnTo>
                <a:lnTo>
                  <a:pt x="224218" y="373380"/>
                </a:lnTo>
                <a:lnTo>
                  <a:pt x="234910" y="373380"/>
                </a:lnTo>
                <a:lnTo>
                  <a:pt x="242316" y="374650"/>
                </a:lnTo>
                <a:lnTo>
                  <a:pt x="278931" y="374650"/>
                </a:lnTo>
                <a:lnTo>
                  <a:pt x="278106" y="381000"/>
                </a:lnTo>
                <a:lnTo>
                  <a:pt x="271081" y="394970"/>
                </a:lnTo>
                <a:lnTo>
                  <a:pt x="259199" y="406400"/>
                </a:lnTo>
                <a:lnTo>
                  <a:pt x="242316" y="41275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pic>
        <p:nvPicPr>
          <p:cNvPr id="17" name="object 17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4829555" y="2642044"/>
            <a:ext cx="70104" cy="119443"/>
          </a:xfrm>
          <a:prstGeom prst="rect">
            <a:avLst/>
          </a:prstGeom>
        </p:spPr>
      </p:pic>
      <p:sp>
        <p:nvSpPr>
          <p:cNvPr id="18" name="object 18"/>
          <p:cNvSpPr/>
          <p:nvPr/>
        </p:nvSpPr>
        <p:spPr>
          <a:xfrm>
            <a:off x="5254752" y="2382012"/>
            <a:ext cx="373380" cy="407034"/>
          </a:xfrm>
          <a:custGeom>
            <a:avLst/>
            <a:gdLst/>
            <a:ahLst/>
            <a:cxnLst/>
            <a:rect l="l" t="t" r="r" b="b"/>
            <a:pathLst>
              <a:path w="373379" h="407035">
                <a:moveTo>
                  <a:pt x="4572" y="406907"/>
                </a:moveTo>
                <a:lnTo>
                  <a:pt x="0" y="402336"/>
                </a:lnTo>
                <a:lnTo>
                  <a:pt x="20859" y="385786"/>
                </a:lnTo>
                <a:lnTo>
                  <a:pt x="40005" y="368236"/>
                </a:lnTo>
                <a:lnTo>
                  <a:pt x="73152" y="330708"/>
                </a:lnTo>
                <a:lnTo>
                  <a:pt x="96964" y="282892"/>
                </a:lnTo>
                <a:lnTo>
                  <a:pt x="108204" y="222504"/>
                </a:lnTo>
                <a:lnTo>
                  <a:pt x="112395" y="158496"/>
                </a:lnTo>
                <a:lnTo>
                  <a:pt x="114221" y="103441"/>
                </a:lnTo>
                <a:lnTo>
                  <a:pt x="114184" y="86868"/>
                </a:lnTo>
                <a:lnTo>
                  <a:pt x="114038" y="71366"/>
                </a:lnTo>
                <a:lnTo>
                  <a:pt x="113347" y="45529"/>
                </a:lnTo>
                <a:lnTo>
                  <a:pt x="112371" y="21693"/>
                </a:lnTo>
                <a:lnTo>
                  <a:pt x="111252" y="0"/>
                </a:lnTo>
                <a:lnTo>
                  <a:pt x="155448" y="19812"/>
                </a:lnTo>
                <a:lnTo>
                  <a:pt x="140208" y="33528"/>
                </a:lnTo>
                <a:lnTo>
                  <a:pt x="139636" y="97559"/>
                </a:lnTo>
                <a:lnTo>
                  <a:pt x="137922" y="152590"/>
                </a:lnTo>
                <a:lnTo>
                  <a:pt x="135064" y="198762"/>
                </a:lnTo>
                <a:lnTo>
                  <a:pt x="124777" y="266795"/>
                </a:lnTo>
                <a:lnTo>
                  <a:pt x="101917" y="319373"/>
                </a:lnTo>
                <a:lnTo>
                  <a:pt x="66508" y="360187"/>
                </a:lnTo>
                <a:lnTo>
                  <a:pt x="25979" y="393239"/>
                </a:lnTo>
                <a:lnTo>
                  <a:pt x="4572" y="406907"/>
                </a:lnTo>
                <a:close/>
              </a:path>
              <a:path w="373379" h="407035">
                <a:moveTo>
                  <a:pt x="169164" y="82296"/>
                </a:moveTo>
                <a:lnTo>
                  <a:pt x="153924" y="67056"/>
                </a:lnTo>
                <a:lnTo>
                  <a:pt x="329184" y="67056"/>
                </a:lnTo>
                <a:lnTo>
                  <a:pt x="344424" y="48768"/>
                </a:lnTo>
                <a:lnTo>
                  <a:pt x="373380" y="73152"/>
                </a:lnTo>
                <a:lnTo>
                  <a:pt x="369025" y="76200"/>
                </a:lnTo>
                <a:lnTo>
                  <a:pt x="210312" y="76200"/>
                </a:lnTo>
                <a:lnTo>
                  <a:pt x="199810" y="76723"/>
                </a:lnTo>
                <a:lnTo>
                  <a:pt x="189166" y="78105"/>
                </a:lnTo>
                <a:lnTo>
                  <a:pt x="178808" y="80057"/>
                </a:lnTo>
                <a:lnTo>
                  <a:pt x="169164" y="82296"/>
                </a:lnTo>
                <a:close/>
              </a:path>
              <a:path w="373379" h="407035">
                <a:moveTo>
                  <a:pt x="28956" y="301751"/>
                </a:moveTo>
                <a:lnTo>
                  <a:pt x="29194" y="269438"/>
                </a:lnTo>
                <a:lnTo>
                  <a:pt x="30167" y="207264"/>
                </a:lnTo>
                <a:lnTo>
                  <a:pt x="30267" y="198762"/>
                </a:lnTo>
                <a:lnTo>
                  <a:pt x="30373" y="152590"/>
                </a:lnTo>
                <a:lnTo>
                  <a:pt x="30241" y="133897"/>
                </a:lnTo>
                <a:lnTo>
                  <a:pt x="29605" y="97559"/>
                </a:lnTo>
                <a:lnTo>
                  <a:pt x="29232" y="78105"/>
                </a:lnTo>
                <a:lnTo>
                  <a:pt x="28956" y="51816"/>
                </a:lnTo>
                <a:lnTo>
                  <a:pt x="67056" y="73152"/>
                </a:lnTo>
                <a:lnTo>
                  <a:pt x="54864" y="86868"/>
                </a:lnTo>
                <a:lnTo>
                  <a:pt x="54984" y="192024"/>
                </a:lnTo>
                <a:lnTo>
                  <a:pt x="55054" y="216027"/>
                </a:lnTo>
                <a:lnTo>
                  <a:pt x="55506" y="259175"/>
                </a:lnTo>
                <a:lnTo>
                  <a:pt x="56388" y="288036"/>
                </a:lnTo>
                <a:lnTo>
                  <a:pt x="28956" y="301751"/>
                </a:lnTo>
                <a:close/>
              </a:path>
              <a:path w="373379" h="407035">
                <a:moveTo>
                  <a:pt x="178308" y="207264"/>
                </a:moveTo>
                <a:lnTo>
                  <a:pt x="161544" y="192024"/>
                </a:lnTo>
                <a:lnTo>
                  <a:pt x="332232" y="192024"/>
                </a:lnTo>
                <a:lnTo>
                  <a:pt x="332232" y="76200"/>
                </a:lnTo>
                <a:lnTo>
                  <a:pt x="369025" y="76200"/>
                </a:lnTo>
                <a:lnTo>
                  <a:pt x="358140" y="83820"/>
                </a:lnTo>
                <a:lnTo>
                  <a:pt x="358140" y="202692"/>
                </a:lnTo>
                <a:lnTo>
                  <a:pt x="219456" y="202692"/>
                </a:lnTo>
                <a:lnTo>
                  <a:pt x="208311" y="202977"/>
                </a:lnTo>
                <a:lnTo>
                  <a:pt x="197739" y="203835"/>
                </a:lnTo>
                <a:lnTo>
                  <a:pt x="187737" y="205263"/>
                </a:lnTo>
                <a:lnTo>
                  <a:pt x="178308" y="207264"/>
                </a:lnTo>
                <a:close/>
              </a:path>
              <a:path w="373379" h="407035">
                <a:moveTo>
                  <a:pt x="149352" y="347472"/>
                </a:moveTo>
                <a:lnTo>
                  <a:pt x="134112" y="332232"/>
                </a:lnTo>
                <a:lnTo>
                  <a:pt x="332232" y="332232"/>
                </a:lnTo>
                <a:lnTo>
                  <a:pt x="332232" y="202692"/>
                </a:lnTo>
                <a:lnTo>
                  <a:pt x="358140" y="202692"/>
                </a:lnTo>
                <a:lnTo>
                  <a:pt x="358214" y="294513"/>
                </a:lnTo>
                <a:lnTo>
                  <a:pt x="358401" y="310896"/>
                </a:lnTo>
                <a:lnTo>
                  <a:pt x="359092" y="333756"/>
                </a:lnTo>
                <a:lnTo>
                  <a:pt x="359483" y="342900"/>
                </a:lnTo>
                <a:lnTo>
                  <a:pt x="192024" y="342900"/>
                </a:lnTo>
                <a:lnTo>
                  <a:pt x="180855" y="343185"/>
                </a:lnTo>
                <a:lnTo>
                  <a:pt x="170116" y="344043"/>
                </a:lnTo>
                <a:lnTo>
                  <a:pt x="159662" y="345471"/>
                </a:lnTo>
                <a:lnTo>
                  <a:pt x="149352" y="347472"/>
                </a:lnTo>
                <a:close/>
              </a:path>
              <a:path w="373379" h="407035">
                <a:moveTo>
                  <a:pt x="332232" y="390144"/>
                </a:moveTo>
                <a:lnTo>
                  <a:pt x="332232" y="342900"/>
                </a:lnTo>
                <a:lnTo>
                  <a:pt x="359483" y="342900"/>
                </a:lnTo>
                <a:lnTo>
                  <a:pt x="360068" y="356616"/>
                </a:lnTo>
                <a:lnTo>
                  <a:pt x="361188" y="379476"/>
                </a:lnTo>
                <a:lnTo>
                  <a:pt x="332232" y="39014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" name="object 19"/>
          <p:cNvSpPr/>
          <p:nvPr/>
        </p:nvSpPr>
        <p:spPr>
          <a:xfrm>
            <a:off x="5686044" y="2382011"/>
            <a:ext cx="394970" cy="403860"/>
          </a:xfrm>
          <a:custGeom>
            <a:avLst/>
            <a:gdLst/>
            <a:ahLst/>
            <a:cxnLst/>
            <a:rect l="l" t="t" r="r" b="b"/>
            <a:pathLst>
              <a:path w="394970" h="403860">
                <a:moveTo>
                  <a:pt x="19812" y="182880"/>
                </a:moveTo>
                <a:lnTo>
                  <a:pt x="3048" y="152400"/>
                </a:lnTo>
                <a:lnTo>
                  <a:pt x="11620" y="147256"/>
                </a:lnTo>
                <a:lnTo>
                  <a:pt x="21336" y="136398"/>
                </a:lnTo>
                <a:lnTo>
                  <a:pt x="44196" y="97536"/>
                </a:lnTo>
                <a:lnTo>
                  <a:pt x="65913" y="50292"/>
                </a:lnTo>
                <a:lnTo>
                  <a:pt x="80772" y="12192"/>
                </a:lnTo>
                <a:lnTo>
                  <a:pt x="117348" y="38100"/>
                </a:lnTo>
                <a:lnTo>
                  <a:pt x="99060" y="45720"/>
                </a:lnTo>
                <a:lnTo>
                  <a:pt x="82510" y="71413"/>
                </a:lnTo>
                <a:lnTo>
                  <a:pt x="64960" y="98107"/>
                </a:lnTo>
                <a:lnTo>
                  <a:pt x="46553" y="125658"/>
                </a:lnTo>
                <a:lnTo>
                  <a:pt x="27432" y="153924"/>
                </a:lnTo>
                <a:lnTo>
                  <a:pt x="122114" y="153924"/>
                </a:lnTo>
                <a:lnTo>
                  <a:pt x="119915" y="156972"/>
                </a:lnTo>
                <a:lnTo>
                  <a:pt x="96012" y="156972"/>
                </a:lnTo>
                <a:lnTo>
                  <a:pt x="82843" y="160401"/>
                </a:lnTo>
                <a:lnTo>
                  <a:pt x="39957" y="174093"/>
                </a:lnTo>
                <a:lnTo>
                  <a:pt x="25193" y="180332"/>
                </a:lnTo>
                <a:lnTo>
                  <a:pt x="19812" y="182880"/>
                </a:lnTo>
                <a:close/>
              </a:path>
              <a:path w="394970" h="403860">
                <a:moveTo>
                  <a:pt x="122114" y="153924"/>
                </a:moveTo>
                <a:lnTo>
                  <a:pt x="27432" y="153924"/>
                </a:lnTo>
                <a:lnTo>
                  <a:pt x="99060" y="146304"/>
                </a:lnTo>
                <a:lnTo>
                  <a:pt x="107632" y="131683"/>
                </a:lnTo>
                <a:lnTo>
                  <a:pt x="115062" y="117348"/>
                </a:lnTo>
                <a:lnTo>
                  <a:pt x="121348" y="103012"/>
                </a:lnTo>
                <a:lnTo>
                  <a:pt x="126492" y="88392"/>
                </a:lnTo>
                <a:lnTo>
                  <a:pt x="160020" y="111252"/>
                </a:lnTo>
                <a:lnTo>
                  <a:pt x="146304" y="120396"/>
                </a:lnTo>
                <a:lnTo>
                  <a:pt x="122114" y="153924"/>
                </a:lnTo>
                <a:close/>
              </a:path>
              <a:path w="394970" h="403860">
                <a:moveTo>
                  <a:pt x="32004" y="291084"/>
                </a:moveTo>
                <a:lnTo>
                  <a:pt x="12192" y="257556"/>
                </a:lnTo>
                <a:lnTo>
                  <a:pt x="19573" y="254746"/>
                </a:lnTo>
                <a:lnTo>
                  <a:pt x="27813" y="248793"/>
                </a:lnTo>
                <a:lnTo>
                  <a:pt x="56578" y="214622"/>
                </a:lnTo>
                <a:lnTo>
                  <a:pt x="81724" y="178665"/>
                </a:lnTo>
                <a:lnTo>
                  <a:pt x="96012" y="156972"/>
                </a:lnTo>
                <a:lnTo>
                  <a:pt x="119915" y="156972"/>
                </a:lnTo>
                <a:lnTo>
                  <a:pt x="116633" y="161520"/>
                </a:lnTo>
                <a:lnTo>
                  <a:pt x="89535" y="197929"/>
                </a:lnTo>
                <a:lnTo>
                  <a:pt x="65293" y="229481"/>
                </a:lnTo>
                <a:lnTo>
                  <a:pt x="44196" y="256032"/>
                </a:lnTo>
                <a:lnTo>
                  <a:pt x="105383" y="256032"/>
                </a:lnTo>
                <a:lnTo>
                  <a:pt x="63722" y="274796"/>
                </a:lnTo>
                <a:lnTo>
                  <a:pt x="40862" y="286226"/>
                </a:lnTo>
                <a:lnTo>
                  <a:pt x="32004" y="291084"/>
                </a:lnTo>
                <a:close/>
              </a:path>
              <a:path w="394970" h="403860">
                <a:moveTo>
                  <a:pt x="105383" y="256032"/>
                </a:moveTo>
                <a:lnTo>
                  <a:pt x="44196" y="256032"/>
                </a:lnTo>
                <a:lnTo>
                  <a:pt x="60483" y="252603"/>
                </a:lnTo>
                <a:lnTo>
                  <a:pt x="84201" y="246888"/>
                </a:lnTo>
                <a:lnTo>
                  <a:pt x="153924" y="228600"/>
                </a:lnTo>
                <a:lnTo>
                  <a:pt x="155448" y="234696"/>
                </a:lnTo>
                <a:lnTo>
                  <a:pt x="105383" y="256032"/>
                </a:lnTo>
                <a:close/>
              </a:path>
              <a:path w="394970" h="403860">
                <a:moveTo>
                  <a:pt x="21336" y="377952"/>
                </a:moveTo>
                <a:lnTo>
                  <a:pt x="0" y="345948"/>
                </a:lnTo>
                <a:lnTo>
                  <a:pt x="28860" y="339399"/>
                </a:lnTo>
                <a:lnTo>
                  <a:pt x="65151" y="328993"/>
                </a:lnTo>
                <a:lnTo>
                  <a:pt x="108870" y="314872"/>
                </a:lnTo>
                <a:lnTo>
                  <a:pt x="160020" y="297180"/>
                </a:lnTo>
                <a:lnTo>
                  <a:pt x="161544" y="306324"/>
                </a:lnTo>
                <a:lnTo>
                  <a:pt x="115062" y="326898"/>
                </a:lnTo>
                <a:lnTo>
                  <a:pt x="73152" y="347472"/>
                </a:lnTo>
                <a:lnTo>
                  <a:pt x="39243" y="366141"/>
                </a:lnTo>
                <a:lnTo>
                  <a:pt x="28146" y="372760"/>
                </a:lnTo>
                <a:lnTo>
                  <a:pt x="21336" y="377952"/>
                </a:lnTo>
                <a:close/>
              </a:path>
              <a:path w="394970" h="403860">
                <a:moveTo>
                  <a:pt x="284988" y="97536"/>
                </a:moveTo>
                <a:lnTo>
                  <a:pt x="260604" y="97536"/>
                </a:lnTo>
                <a:lnTo>
                  <a:pt x="260580" y="66651"/>
                </a:lnTo>
                <a:lnTo>
                  <a:pt x="260413" y="40195"/>
                </a:lnTo>
                <a:lnTo>
                  <a:pt x="259961" y="18026"/>
                </a:lnTo>
                <a:lnTo>
                  <a:pt x="259080" y="0"/>
                </a:lnTo>
                <a:lnTo>
                  <a:pt x="298704" y="18288"/>
                </a:lnTo>
                <a:lnTo>
                  <a:pt x="284988" y="32004"/>
                </a:lnTo>
                <a:lnTo>
                  <a:pt x="284988" y="97536"/>
                </a:lnTo>
                <a:close/>
              </a:path>
              <a:path w="394970" h="403860">
                <a:moveTo>
                  <a:pt x="387400" y="97536"/>
                </a:moveTo>
                <a:lnTo>
                  <a:pt x="355092" y="97536"/>
                </a:lnTo>
                <a:lnTo>
                  <a:pt x="367284" y="80772"/>
                </a:lnTo>
                <a:lnTo>
                  <a:pt x="387400" y="97536"/>
                </a:lnTo>
                <a:close/>
              </a:path>
              <a:path w="394970" h="403860">
                <a:moveTo>
                  <a:pt x="169164" y="403860"/>
                </a:moveTo>
                <a:lnTo>
                  <a:pt x="170005" y="375142"/>
                </a:lnTo>
                <a:lnTo>
                  <a:pt x="170090" y="369998"/>
                </a:lnTo>
                <a:lnTo>
                  <a:pt x="170497" y="336042"/>
                </a:lnTo>
                <a:lnTo>
                  <a:pt x="170604" y="168640"/>
                </a:lnTo>
                <a:lnTo>
                  <a:pt x="170497" y="141160"/>
                </a:lnTo>
                <a:lnTo>
                  <a:pt x="170045" y="107846"/>
                </a:lnTo>
                <a:lnTo>
                  <a:pt x="169164" y="83820"/>
                </a:lnTo>
                <a:lnTo>
                  <a:pt x="193548" y="97536"/>
                </a:lnTo>
                <a:lnTo>
                  <a:pt x="387400" y="97536"/>
                </a:lnTo>
                <a:lnTo>
                  <a:pt x="394716" y="103632"/>
                </a:lnTo>
                <a:lnTo>
                  <a:pt x="389572" y="108204"/>
                </a:lnTo>
                <a:lnTo>
                  <a:pt x="193548" y="108204"/>
                </a:lnTo>
                <a:lnTo>
                  <a:pt x="193548" y="393192"/>
                </a:lnTo>
                <a:lnTo>
                  <a:pt x="169164" y="403860"/>
                </a:lnTo>
                <a:close/>
              </a:path>
              <a:path w="394970" h="403860">
                <a:moveTo>
                  <a:pt x="207263" y="303276"/>
                </a:moveTo>
                <a:lnTo>
                  <a:pt x="202692" y="297180"/>
                </a:lnTo>
                <a:lnTo>
                  <a:pt x="220408" y="272581"/>
                </a:lnTo>
                <a:lnTo>
                  <a:pt x="234696" y="248983"/>
                </a:lnTo>
                <a:lnTo>
                  <a:pt x="252996" y="204144"/>
                </a:lnTo>
                <a:lnTo>
                  <a:pt x="259651" y="158496"/>
                </a:lnTo>
                <a:lnTo>
                  <a:pt x="260913" y="133921"/>
                </a:lnTo>
                <a:lnTo>
                  <a:pt x="260604" y="108204"/>
                </a:lnTo>
                <a:lnTo>
                  <a:pt x="284988" y="108204"/>
                </a:lnTo>
                <a:lnTo>
                  <a:pt x="284487" y="130825"/>
                </a:lnTo>
                <a:lnTo>
                  <a:pt x="283273" y="150876"/>
                </a:lnTo>
                <a:lnTo>
                  <a:pt x="281773" y="168640"/>
                </a:lnTo>
                <a:lnTo>
                  <a:pt x="280415" y="184404"/>
                </a:lnTo>
                <a:lnTo>
                  <a:pt x="292185" y="193548"/>
                </a:lnTo>
                <a:lnTo>
                  <a:pt x="278892" y="193548"/>
                </a:lnTo>
                <a:lnTo>
                  <a:pt x="268343" y="223551"/>
                </a:lnTo>
                <a:lnTo>
                  <a:pt x="252793" y="251841"/>
                </a:lnTo>
                <a:lnTo>
                  <a:pt x="232386" y="278415"/>
                </a:lnTo>
                <a:lnTo>
                  <a:pt x="207263" y="303276"/>
                </a:lnTo>
                <a:close/>
              </a:path>
              <a:path w="394970" h="403860">
                <a:moveTo>
                  <a:pt x="379863" y="365760"/>
                </a:moveTo>
                <a:lnTo>
                  <a:pt x="355092" y="365760"/>
                </a:lnTo>
                <a:lnTo>
                  <a:pt x="358140" y="359664"/>
                </a:lnTo>
                <a:lnTo>
                  <a:pt x="358140" y="108204"/>
                </a:lnTo>
                <a:lnTo>
                  <a:pt x="389572" y="108204"/>
                </a:lnTo>
                <a:lnTo>
                  <a:pt x="381000" y="115824"/>
                </a:lnTo>
                <a:lnTo>
                  <a:pt x="381000" y="350520"/>
                </a:lnTo>
                <a:lnTo>
                  <a:pt x="379863" y="365760"/>
                </a:lnTo>
                <a:close/>
              </a:path>
              <a:path w="394970" h="403860">
                <a:moveTo>
                  <a:pt x="336804" y="281940"/>
                </a:moveTo>
                <a:lnTo>
                  <a:pt x="329184" y="281940"/>
                </a:lnTo>
                <a:lnTo>
                  <a:pt x="324612" y="275844"/>
                </a:lnTo>
                <a:lnTo>
                  <a:pt x="320040" y="260604"/>
                </a:lnTo>
                <a:lnTo>
                  <a:pt x="313824" y="246054"/>
                </a:lnTo>
                <a:lnTo>
                  <a:pt x="304609" y="229933"/>
                </a:lnTo>
                <a:lnTo>
                  <a:pt x="292822" y="212383"/>
                </a:lnTo>
                <a:lnTo>
                  <a:pt x="278892" y="193548"/>
                </a:lnTo>
                <a:lnTo>
                  <a:pt x="292185" y="193548"/>
                </a:lnTo>
                <a:lnTo>
                  <a:pt x="324802" y="220027"/>
                </a:lnTo>
                <a:lnTo>
                  <a:pt x="347471" y="254508"/>
                </a:lnTo>
                <a:lnTo>
                  <a:pt x="347471" y="263652"/>
                </a:lnTo>
                <a:lnTo>
                  <a:pt x="345948" y="269748"/>
                </a:lnTo>
                <a:lnTo>
                  <a:pt x="339852" y="278892"/>
                </a:lnTo>
                <a:lnTo>
                  <a:pt x="336804" y="281940"/>
                </a:lnTo>
                <a:close/>
              </a:path>
              <a:path w="394970" h="403860">
                <a:moveTo>
                  <a:pt x="342900" y="403860"/>
                </a:moveTo>
                <a:lnTo>
                  <a:pt x="340018" y="392382"/>
                </a:lnTo>
                <a:lnTo>
                  <a:pt x="331279" y="382905"/>
                </a:lnTo>
                <a:lnTo>
                  <a:pt x="316539" y="375142"/>
                </a:lnTo>
                <a:lnTo>
                  <a:pt x="295656" y="368808"/>
                </a:lnTo>
                <a:lnTo>
                  <a:pt x="295656" y="362712"/>
                </a:lnTo>
                <a:lnTo>
                  <a:pt x="340661" y="365498"/>
                </a:lnTo>
                <a:lnTo>
                  <a:pt x="347471" y="365760"/>
                </a:lnTo>
                <a:lnTo>
                  <a:pt x="379863" y="365760"/>
                </a:lnTo>
                <a:lnTo>
                  <a:pt x="379547" y="369998"/>
                </a:lnTo>
                <a:lnTo>
                  <a:pt x="372808" y="385191"/>
                </a:lnTo>
                <a:lnTo>
                  <a:pt x="360640" y="396382"/>
                </a:lnTo>
                <a:lnTo>
                  <a:pt x="342900" y="40386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" name="object 20"/>
          <p:cNvSpPr/>
          <p:nvPr/>
        </p:nvSpPr>
        <p:spPr>
          <a:xfrm>
            <a:off x="6164579" y="2380488"/>
            <a:ext cx="356870" cy="402590"/>
          </a:xfrm>
          <a:custGeom>
            <a:avLst/>
            <a:gdLst/>
            <a:ahLst/>
            <a:cxnLst/>
            <a:rect l="l" t="t" r="r" b="b"/>
            <a:pathLst>
              <a:path w="356870" h="402589">
                <a:moveTo>
                  <a:pt x="53340" y="89916"/>
                </a:moveTo>
                <a:lnTo>
                  <a:pt x="42672" y="89916"/>
                </a:lnTo>
                <a:lnTo>
                  <a:pt x="50696" y="62793"/>
                </a:lnTo>
                <a:lnTo>
                  <a:pt x="56578" y="38671"/>
                </a:lnTo>
                <a:lnTo>
                  <a:pt x="60459" y="17692"/>
                </a:lnTo>
                <a:lnTo>
                  <a:pt x="62484" y="0"/>
                </a:lnTo>
                <a:lnTo>
                  <a:pt x="100584" y="21336"/>
                </a:lnTo>
                <a:lnTo>
                  <a:pt x="90844" y="29051"/>
                </a:lnTo>
                <a:lnTo>
                  <a:pt x="79819" y="43053"/>
                </a:lnTo>
                <a:lnTo>
                  <a:pt x="67365" y="63341"/>
                </a:lnTo>
                <a:lnTo>
                  <a:pt x="53340" y="89916"/>
                </a:lnTo>
                <a:close/>
              </a:path>
              <a:path w="356870" h="402589">
                <a:moveTo>
                  <a:pt x="147828" y="192024"/>
                </a:moveTo>
                <a:lnTo>
                  <a:pt x="141732" y="187452"/>
                </a:lnTo>
                <a:lnTo>
                  <a:pt x="158877" y="160615"/>
                </a:lnTo>
                <a:lnTo>
                  <a:pt x="173736" y="135064"/>
                </a:lnTo>
                <a:lnTo>
                  <a:pt x="196596" y="88392"/>
                </a:lnTo>
                <a:lnTo>
                  <a:pt x="211264" y="44958"/>
                </a:lnTo>
                <a:lnTo>
                  <a:pt x="222503" y="1524"/>
                </a:lnTo>
                <a:lnTo>
                  <a:pt x="260603" y="24384"/>
                </a:lnTo>
                <a:lnTo>
                  <a:pt x="252626" y="32146"/>
                </a:lnTo>
                <a:lnTo>
                  <a:pt x="242506" y="46482"/>
                </a:lnTo>
                <a:lnTo>
                  <a:pt x="230385" y="67675"/>
                </a:lnTo>
                <a:lnTo>
                  <a:pt x="216408" y="96012"/>
                </a:lnTo>
                <a:lnTo>
                  <a:pt x="350520" y="96012"/>
                </a:lnTo>
                <a:lnTo>
                  <a:pt x="356616" y="102108"/>
                </a:lnTo>
                <a:lnTo>
                  <a:pt x="350329" y="106680"/>
                </a:lnTo>
                <a:lnTo>
                  <a:pt x="213360" y="106680"/>
                </a:lnTo>
                <a:lnTo>
                  <a:pt x="197334" y="130730"/>
                </a:lnTo>
                <a:lnTo>
                  <a:pt x="181165" y="152781"/>
                </a:lnTo>
                <a:lnTo>
                  <a:pt x="164711" y="173116"/>
                </a:lnTo>
                <a:lnTo>
                  <a:pt x="147828" y="192024"/>
                </a:lnTo>
                <a:close/>
              </a:path>
              <a:path w="356870" h="402589">
                <a:moveTo>
                  <a:pt x="144780" y="89916"/>
                </a:moveTo>
                <a:lnTo>
                  <a:pt x="111252" y="89916"/>
                </a:lnTo>
                <a:lnTo>
                  <a:pt x="128016" y="73152"/>
                </a:lnTo>
                <a:lnTo>
                  <a:pt x="144780" y="89916"/>
                </a:lnTo>
                <a:close/>
              </a:path>
              <a:path w="356870" h="402589">
                <a:moveTo>
                  <a:pt x="0" y="397764"/>
                </a:moveTo>
                <a:lnTo>
                  <a:pt x="174" y="368236"/>
                </a:lnTo>
                <a:lnTo>
                  <a:pt x="301" y="352615"/>
                </a:lnTo>
                <a:lnTo>
                  <a:pt x="1285" y="276463"/>
                </a:lnTo>
                <a:lnTo>
                  <a:pt x="1325" y="269748"/>
                </a:lnTo>
                <a:lnTo>
                  <a:pt x="1430" y="178308"/>
                </a:lnTo>
                <a:lnTo>
                  <a:pt x="1309" y="152781"/>
                </a:lnTo>
                <a:lnTo>
                  <a:pt x="881" y="114704"/>
                </a:lnTo>
                <a:lnTo>
                  <a:pt x="0" y="74676"/>
                </a:lnTo>
                <a:lnTo>
                  <a:pt x="25908" y="89916"/>
                </a:lnTo>
                <a:lnTo>
                  <a:pt x="144780" y="89916"/>
                </a:lnTo>
                <a:lnTo>
                  <a:pt x="153924" y="99060"/>
                </a:lnTo>
                <a:lnTo>
                  <a:pt x="151828" y="100584"/>
                </a:lnTo>
                <a:lnTo>
                  <a:pt x="24384" y="100584"/>
                </a:lnTo>
                <a:lnTo>
                  <a:pt x="24384" y="211836"/>
                </a:lnTo>
                <a:lnTo>
                  <a:pt x="137205" y="211836"/>
                </a:lnTo>
                <a:lnTo>
                  <a:pt x="137219" y="222504"/>
                </a:lnTo>
                <a:lnTo>
                  <a:pt x="24384" y="222504"/>
                </a:lnTo>
                <a:lnTo>
                  <a:pt x="24384" y="344424"/>
                </a:lnTo>
                <a:lnTo>
                  <a:pt x="137914" y="344424"/>
                </a:lnTo>
                <a:lnTo>
                  <a:pt x="137940" y="346850"/>
                </a:lnTo>
                <a:lnTo>
                  <a:pt x="138137" y="355092"/>
                </a:lnTo>
                <a:lnTo>
                  <a:pt x="24384" y="355092"/>
                </a:lnTo>
                <a:lnTo>
                  <a:pt x="24384" y="384048"/>
                </a:lnTo>
                <a:lnTo>
                  <a:pt x="0" y="397764"/>
                </a:lnTo>
                <a:close/>
              </a:path>
              <a:path w="356870" h="402589">
                <a:moveTo>
                  <a:pt x="350520" y="96012"/>
                </a:moveTo>
                <a:lnTo>
                  <a:pt x="310896" y="96012"/>
                </a:lnTo>
                <a:lnTo>
                  <a:pt x="330708" y="76200"/>
                </a:lnTo>
                <a:lnTo>
                  <a:pt x="350520" y="96012"/>
                </a:lnTo>
                <a:close/>
              </a:path>
              <a:path w="356870" h="402589">
                <a:moveTo>
                  <a:pt x="137205" y="211836"/>
                </a:moveTo>
                <a:lnTo>
                  <a:pt x="114300" y="211836"/>
                </a:lnTo>
                <a:lnTo>
                  <a:pt x="114300" y="100584"/>
                </a:lnTo>
                <a:lnTo>
                  <a:pt x="151828" y="100584"/>
                </a:lnTo>
                <a:lnTo>
                  <a:pt x="137160" y="111252"/>
                </a:lnTo>
                <a:lnTo>
                  <a:pt x="137205" y="211836"/>
                </a:lnTo>
                <a:close/>
              </a:path>
              <a:path w="356870" h="402589">
                <a:moveTo>
                  <a:pt x="327213" y="359664"/>
                </a:moveTo>
                <a:lnTo>
                  <a:pt x="283464" y="359664"/>
                </a:lnTo>
                <a:lnTo>
                  <a:pt x="291750" y="357925"/>
                </a:lnTo>
                <a:lnTo>
                  <a:pt x="298323" y="352615"/>
                </a:lnTo>
                <a:lnTo>
                  <a:pt x="308586" y="305562"/>
                </a:lnTo>
                <a:lnTo>
                  <a:pt x="310705" y="259842"/>
                </a:lnTo>
                <a:lnTo>
                  <a:pt x="312539" y="193548"/>
                </a:lnTo>
                <a:lnTo>
                  <a:pt x="313944" y="106680"/>
                </a:lnTo>
                <a:lnTo>
                  <a:pt x="350329" y="106680"/>
                </a:lnTo>
                <a:lnTo>
                  <a:pt x="339852" y="114300"/>
                </a:lnTo>
                <a:lnTo>
                  <a:pt x="338780" y="186976"/>
                </a:lnTo>
                <a:lnTo>
                  <a:pt x="337291" y="249167"/>
                </a:lnTo>
                <a:lnTo>
                  <a:pt x="335462" y="295570"/>
                </a:lnTo>
                <a:lnTo>
                  <a:pt x="333268" y="327855"/>
                </a:lnTo>
                <a:lnTo>
                  <a:pt x="330708" y="345948"/>
                </a:lnTo>
                <a:lnTo>
                  <a:pt x="327856" y="357925"/>
                </a:lnTo>
                <a:lnTo>
                  <a:pt x="327213" y="359664"/>
                </a:lnTo>
                <a:close/>
              </a:path>
              <a:path w="356870" h="402589">
                <a:moveTo>
                  <a:pt x="231648" y="269748"/>
                </a:moveTo>
                <a:lnTo>
                  <a:pt x="228600" y="269748"/>
                </a:lnTo>
                <a:lnTo>
                  <a:pt x="225456" y="268295"/>
                </a:lnTo>
                <a:lnTo>
                  <a:pt x="222885" y="263842"/>
                </a:lnTo>
                <a:lnTo>
                  <a:pt x="220884" y="256246"/>
                </a:lnTo>
                <a:lnTo>
                  <a:pt x="219456" y="245364"/>
                </a:lnTo>
                <a:lnTo>
                  <a:pt x="214884" y="228242"/>
                </a:lnTo>
                <a:lnTo>
                  <a:pt x="208026" y="211264"/>
                </a:lnTo>
                <a:lnTo>
                  <a:pt x="198882" y="194571"/>
                </a:lnTo>
                <a:lnTo>
                  <a:pt x="187452" y="178308"/>
                </a:lnTo>
                <a:lnTo>
                  <a:pt x="190500" y="172212"/>
                </a:lnTo>
                <a:lnTo>
                  <a:pt x="224028" y="199644"/>
                </a:lnTo>
                <a:lnTo>
                  <a:pt x="246888" y="236220"/>
                </a:lnTo>
                <a:lnTo>
                  <a:pt x="246888" y="248412"/>
                </a:lnTo>
                <a:lnTo>
                  <a:pt x="243840" y="254508"/>
                </a:lnTo>
                <a:lnTo>
                  <a:pt x="234696" y="266700"/>
                </a:lnTo>
                <a:lnTo>
                  <a:pt x="231648" y="269748"/>
                </a:lnTo>
                <a:close/>
              </a:path>
              <a:path w="356870" h="402589">
                <a:moveTo>
                  <a:pt x="137914" y="344424"/>
                </a:moveTo>
                <a:lnTo>
                  <a:pt x="114300" y="344424"/>
                </a:lnTo>
                <a:lnTo>
                  <a:pt x="114300" y="222504"/>
                </a:lnTo>
                <a:lnTo>
                  <a:pt x="137219" y="222504"/>
                </a:lnTo>
                <a:lnTo>
                  <a:pt x="137337" y="269748"/>
                </a:lnTo>
                <a:lnTo>
                  <a:pt x="137498" y="305562"/>
                </a:lnTo>
                <a:lnTo>
                  <a:pt x="137914" y="344424"/>
                </a:lnTo>
                <a:close/>
              </a:path>
              <a:path w="356870" h="402589">
                <a:moveTo>
                  <a:pt x="277367" y="402336"/>
                </a:moveTo>
                <a:lnTo>
                  <a:pt x="271129" y="389239"/>
                </a:lnTo>
                <a:lnTo>
                  <a:pt x="259461" y="377571"/>
                </a:lnTo>
                <a:lnTo>
                  <a:pt x="242649" y="367617"/>
                </a:lnTo>
                <a:lnTo>
                  <a:pt x="220979" y="359664"/>
                </a:lnTo>
                <a:lnTo>
                  <a:pt x="220979" y="352044"/>
                </a:lnTo>
                <a:lnTo>
                  <a:pt x="241030" y="355163"/>
                </a:lnTo>
                <a:lnTo>
                  <a:pt x="257937" y="357568"/>
                </a:lnTo>
                <a:lnTo>
                  <a:pt x="271986" y="359116"/>
                </a:lnTo>
                <a:lnTo>
                  <a:pt x="283464" y="359664"/>
                </a:lnTo>
                <a:lnTo>
                  <a:pt x="327213" y="359664"/>
                </a:lnTo>
                <a:lnTo>
                  <a:pt x="324040" y="368236"/>
                </a:lnTo>
                <a:lnTo>
                  <a:pt x="289023" y="397764"/>
                </a:lnTo>
                <a:lnTo>
                  <a:pt x="277367" y="402336"/>
                </a:lnTo>
                <a:close/>
              </a:path>
              <a:path w="356870" h="402589">
                <a:moveTo>
                  <a:pt x="114300" y="391668"/>
                </a:moveTo>
                <a:lnTo>
                  <a:pt x="114300" y="355092"/>
                </a:lnTo>
                <a:lnTo>
                  <a:pt x="138137" y="355092"/>
                </a:lnTo>
                <a:lnTo>
                  <a:pt x="138684" y="377952"/>
                </a:lnTo>
                <a:lnTo>
                  <a:pt x="114300" y="39166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" name="object 21"/>
          <p:cNvSpPr/>
          <p:nvPr/>
        </p:nvSpPr>
        <p:spPr>
          <a:xfrm>
            <a:off x="6577584" y="2377439"/>
            <a:ext cx="2626360" cy="411480"/>
          </a:xfrm>
          <a:custGeom>
            <a:avLst/>
            <a:gdLst/>
            <a:ahLst/>
            <a:cxnLst/>
            <a:rect l="l" t="t" r="r" b="b"/>
            <a:pathLst>
              <a:path w="2626359" h="411480">
                <a:moveTo>
                  <a:pt x="397764" y="128016"/>
                </a:moveTo>
                <a:lnTo>
                  <a:pt x="368808" y="99060"/>
                </a:lnTo>
                <a:lnTo>
                  <a:pt x="350520" y="117348"/>
                </a:lnTo>
                <a:lnTo>
                  <a:pt x="344424" y="117348"/>
                </a:lnTo>
                <a:lnTo>
                  <a:pt x="344424" y="83820"/>
                </a:lnTo>
                <a:lnTo>
                  <a:pt x="354215" y="76200"/>
                </a:lnTo>
                <a:lnTo>
                  <a:pt x="358140" y="73152"/>
                </a:lnTo>
                <a:lnTo>
                  <a:pt x="333756" y="50292"/>
                </a:lnTo>
                <a:lnTo>
                  <a:pt x="321564" y="62484"/>
                </a:lnTo>
                <a:lnTo>
                  <a:pt x="321564" y="76200"/>
                </a:lnTo>
                <a:lnTo>
                  <a:pt x="321564" y="117348"/>
                </a:lnTo>
                <a:lnTo>
                  <a:pt x="321564" y="128016"/>
                </a:lnTo>
                <a:lnTo>
                  <a:pt x="321564" y="172212"/>
                </a:lnTo>
                <a:lnTo>
                  <a:pt x="256032" y="172212"/>
                </a:lnTo>
                <a:lnTo>
                  <a:pt x="256032" y="128016"/>
                </a:lnTo>
                <a:lnTo>
                  <a:pt x="321564" y="128016"/>
                </a:lnTo>
                <a:lnTo>
                  <a:pt x="321564" y="117348"/>
                </a:lnTo>
                <a:lnTo>
                  <a:pt x="256032" y="117348"/>
                </a:lnTo>
                <a:lnTo>
                  <a:pt x="256032" y="76200"/>
                </a:lnTo>
                <a:lnTo>
                  <a:pt x="321564" y="76200"/>
                </a:lnTo>
                <a:lnTo>
                  <a:pt x="321564" y="62484"/>
                </a:lnTo>
                <a:lnTo>
                  <a:pt x="318516" y="65532"/>
                </a:lnTo>
                <a:lnTo>
                  <a:pt x="256032" y="65532"/>
                </a:lnTo>
                <a:lnTo>
                  <a:pt x="256032" y="35052"/>
                </a:lnTo>
                <a:lnTo>
                  <a:pt x="271272" y="22860"/>
                </a:lnTo>
                <a:lnTo>
                  <a:pt x="231648" y="3048"/>
                </a:lnTo>
                <a:lnTo>
                  <a:pt x="232524" y="17106"/>
                </a:lnTo>
                <a:lnTo>
                  <a:pt x="232981" y="32004"/>
                </a:lnTo>
                <a:lnTo>
                  <a:pt x="233095" y="44196"/>
                </a:lnTo>
                <a:lnTo>
                  <a:pt x="233172" y="65532"/>
                </a:lnTo>
                <a:lnTo>
                  <a:pt x="150876" y="65532"/>
                </a:lnTo>
                <a:lnTo>
                  <a:pt x="166116" y="79248"/>
                </a:lnTo>
                <a:lnTo>
                  <a:pt x="179832" y="76200"/>
                </a:lnTo>
                <a:lnTo>
                  <a:pt x="233172" y="76200"/>
                </a:lnTo>
                <a:lnTo>
                  <a:pt x="233172" y="117348"/>
                </a:lnTo>
                <a:lnTo>
                  <a:pt x="123444" y="117348"/>
                </a:lnTo>
                <a:lnTo>
                  <a:pt x="137160" y="132588"/>
                </a:lnTo>
                <a:lnTo>
                  <a:pt x="150876" y="128016"/>
                </a:lnTo>
                <a:lnTo>
                  <a:pt x="233172" y="128016"/>
                </a:lnTo>
                <a:lnTo>
                  <a:pt x="233172" y="172212"/>
                </a:lnTo>
                <a:lnTo>
                  <a:pt x="147828" y="172212"/>
                </a:lnTo>
                <a:lnTo>
                  <a:pt x="161544" y="185928"/>
                </a:lnTo>
                <a:lnTo>
                  <a:pt x="178308" y="182880"/>
                </a:lnTo>
                <a:lnTo>
                  <a:pt x="233172" y="182880"/>
                </a:lnTo>
                <a:lnTo>
                  <a:pt x="233172" y="231648"/>
                </a:lnTo>
                <a:lnTo>
                  <a:pt x="147828" y="231648"/>
                </a:lnTo>
                <a:lnTo>
                  <a:pt x="161544" y="245364"/>
                </a:lnTo>
                <a:lnTo>
                  <a:pt x="178308" y="240792"/>
                </a:lnTo>
                <a:lnTo>
                  <a:pt x="233172" y="240792"/>
                </a:lnTo>
                <a:lnTo>
                  <a:pt x="233172" y="286512"/>
                </a:lnTo>
                <a:lnTo>
                  <a:pt x="121920" y="286512"/>
                </a:lnTo>
                <a:lnTo>
                  <a:pt x="135636" y="300228"/>
                </a:lnTo>
                <a:lnTo>
                  <a:pt x="150876" y="297180"/>
                </a:lnTo>
                <a:lnTo>
                  <a:pt x="233172" y="297180"/>
                </a:lnTo>
                <a:lnTo>
                  <a:pt x="233146" y="313524"/>
                </a:lnTo>
                <a:lnTo>
                  <a:pt x="232981" y="330708"/>
                </a:lnTo>
                <a:lnTo>
                  <a:pt x="232524" y="349046"/>
                </a:lnTo>
                <a:lnTo>
                  <a:pt x="231648" y="368808"/>
                </a:lnTo>
                <a:lnTo>
                  <a:pt x="257556" y="358140"/>
                </a:lnTo>
                <a:lnTo>
                  <a:pt x="256667" y="341553"/>
                </a:lnTo>
                <a:lnTo>
                  <a:pt x="256222" y="326136"/>
                </a:lnTo>
                <a:lnTo>
                  <a:pt x="256070" y="313524"/>
                </a:lnTo>
                <a:lnTo>
                  <a:pt x="256032" y="297180"/>
                </a:lnTo>
                <a:lnTo>
                  <a:pt x="387096" y="297180"/>
                </a:lnTo>
                <a:lnTo>
                  <a:pt x="356616" y="265176"/>
                </a:lnTo>
                <a:lnTo>
                  <a:pt x="335280" y="286512"/>
                </a:lnTo>
                <a:lnTo>
                  <a:pt x="256032" y="286512"/>
                </a:lnTo>
                <a:lnTo>
                  <a:pt x="256032" y="240792"/>
                </a:lnTo>
                <a:lnTo>
                  <a:pt x="350520" y="240792"/>
                </a:lnTo>
                <a:lnTo>
                  <a:pt x="321564" y="211836"/>
                </a:lnTo>
                <a:lnTo>
                  <a:pt x="303276" y="231648"/>
                </a:lnTo>
                <a:lnTo>
                  <a:pt x="256032" y="231648"/>
                </a:lnTo>
                <a:lnTo>
                  <a:pt x="256032" y="182880"/>
                </a:lnTo>
                <a:lnTo>
                  <a:pt x="321564" y="182880"/>
                </a:lnTo>
                <a:lnTo>
                  <a:pt x="321564" y="198120"/>
                </a:lnTo>
                <a:lnTo>
                  <a:pt x="345948" y="185928"/>
                </a:lnTo>
                <a:lnTo>
                  <a:pt x="344436" y="146926"/>
                </a:lnTo>
                <a:lnTo>
                  <a:pt x="344424" y="128016"/>
                </a:lnTo>
                <a:lnTo>
                  <a:pt x="397764" y="128016"/>
                </a:lnTo>
                <a:close/>
              </a:path>
              <a:path w="2626359" h="411480">
                <a:moveTo>
                  <a:pt x="403860" y="367284"/>
                </a:moveTo>
                <a:lnTo>
                  <a:pt x="358419" y="371271"/>
                </a:lnTo>
                <a:lnTo>
                  <a:pt x="318135" y="373951"/>
                </a:lnTo>
                <a:lnTo>
                  <a:pt x="282981" y="375221"/>
                </a:lnTo>
                <a:lnTo>
                  <a:pt x="252984" y="374904"/>
                </a:lnTo>
                <a:lnTo>
                  <a:pt x="201168" y="370903"/>
                </a:lnTo>
                <a:lnTo>
                  <a:pt x="158496" y="361188"/>
                </a:lnTo>
                <a:lnTo>
                  <a:pt x="120611" y="344424"/>
                </a:lnTo>
                <a:lnTo>
                  <a:pt x="109194" y="336981"/>
                </a:lnTo>
                <a:lnTo>
                  <a:pt x="96012" y="326136"/>
                </a:lnTo>
                <a:lnTo>
                  <a:pt x="102565" y="310896"/>
                </a:lnTo>
                <a:lnTo>
                  <a:pt x="105981" y="302971"/>
                </a:lnTo>
                <a:lnTo>
                  <a:pt x="115252" y="274510"/>
                </a:lnTo>
                <a:lnTo>
                  <a:pt x="123609" y="240792"/>
                </a:lnTo>
                <a:lnTo>
                  <a:pt x="131064" y="201168"/>
                </a:lnTo>
                <a:lnTo>
                  <a:pt x="138899" y="195072"/>
                </a:lnTo>
                <a:lnTo>
                  <a:pt x="144780" y="190500"/>
                </a:lnTo>
                <a:lnTo>
                  <a:pt x="137807" y="184404"/>
                </a:lnTo>
                <a:lnTo>
                  <a:pt x="120396" y="169164"/>
                </a:lnTo>
                <a:lnTo>
                  <a:pt x="108204" y="184404"/>
                </a:lnTo>
                <a:lnTo>
                  <a:pt x="56388" y="184404"/>
                </a:lnTo>
                <a:lnTo>
                  <a:pt x="118872" y="77724"/>
                </a:lnTo>
                <a:lnTo>
                  <a:pt x="130048" y="71628"/>
                </a:lnTo>
                <a:lnTo>
                  <a:pt x="135636" y="68580"/>
                </a:lnTo>
                <a:lnTo>
                  <a:pt x="111252" y="44196"/>
                </a:lnTo>
                <a:lnTo>
                  <a:pt x="96012" y="60960"/>
                </a:lnTo>
                <a:lnTo>
                  <a:pt x="6096" y="60960"/>
                </a:lnTo>
                <a:lnTo>
                  <a:pt x="19812" y="74676"/>
                </a:lnTo>
                <a:lnTo>
                  <a:pt x="35052" y="71628"/>
                </a:lnTo>
                <a:lnTo>
                  <a:pt x="96012" y="71628"/>
                </a:lnTo>
                <a:lnTo>
                  <a:pt x="36576" y="178308"/>
                </a:lnTo>
                <a:lnTo>
                  <a:pt x="18288" y="187452"/>
                </a:lnTo>
                <a:lnTo>
                  <a:pt x="39624" y="210312"/>
                </a:lnTo>
                <a:lnTo>
                  <a:pt x="54864" y="195072"/>
                </a:lnTo>
                <a:lnTo>
                  <a:pt x="108204" y="195072"/>
                </a:lnTo>
                <a:lnTo>
                  <a:pt x="102196" y="231394"/>
                </a:lnTo>
                <a:lnTo>
                  <a:pt x="95631" y="262699"/>
                </a:lnTo>
                <a:lnTo>
                  <a:pt x="88480" y="289166"/>
                </a:lnTo>
                <a:lnTo>
                  <a:pt x="80772" y="310896"/>
                </a:lnTo>
                <a:lnTo>
                  <a:pt x="68745" y="294322"/>
                </a:lnTo>
                <a:lnTo>
                  <a:pt x="57721" y="276606"/>
                </a:lnTo>
                <a:lnTo>
                  <a:pt x="47548" y="257746"/>
                </a:lnTo>
                <a:lnTo>
                  <a:pt x="38100" y="237744"/>
                </a:lnTo>
                <a:lnTo>
                  <a:pt x="32004" y="240792"/>
                </a:lnTo>
                <a:lnTo>
                  <a:pt x="39712" y="265137"/>
                </a:lnTo>
                <a:lnTo>
                  <a:pt x="49149" y="288036"/>
                </a:lnTo>
                <a:lnTo>
                  <a:pt x="60286" y="309803"/>
                </a:lnTo>
                <a:lnTo>
                  <a:pt x="73152" y="330708"/>
                </a:lnTo>
                <a:lnTo>
                  <a:pt x="57429" y="351574"/>
                </a:lnTo>
                <a:lnTo>
                  <a:pt x="40005" y="370713"/>
                </a:lnTo>
                <a:lnTo>
                  <a:pt x="20853" y="388150"/>
                </a:lnTo>
                <a:lnTo>
                  <a:pt x="0" y="403860"/>
                </a:lnTo>
                <a:lnTo>
                  <a:pt x="3048" y="408432"/>
                </a:lnTo>
                <a:lnTo>
                  <a:pt x="29616" y="392430"/>
                </a:lnTo>
                <a:lnTo>
                  <a:pt x="52197" y="376428"/>
                </a:lnTo>
                <a:lnTo>
                  <a:pt x="70764" y="360426"/>
                </a:lnTo>
                <a:lnTo>
                  <a:pt x="85344" y="344424"/>
                </a:lnTo>
                <a:lnTo>
                  <a:pt x="100787" y="357289"/>
                </a:lnTo>
                <a:lnTo>
                  <a:pt x="135699" y="377863"/>
                </a:lnTo>
                <a:lnTo>
                  <a:pt x="177419" y="391820"/>
                </a:lnTo>
                <a:lnTo>
                  <a:pt x="229374" y="399719"/>
                </a:lnTo>
                <a:lnTo>
                  <a:pt x="259080" y="400812"/>
                </a:lnTo>
                <a:lnTo>
                  <a:pt x="318897" y="400621"/>
                </a:lnTo>
                <a:lnTo>
                  <a:pt x="346087" y="400177"/>
                </a:lnTo>
                <a:lnTo>
                  <a:pt x="371856" y="399288"/>
                </a:lnTo>
                <a:lnTo>
                  <a:pt x="376428" y="391820"/>
                </a:lnTo>
                <a:lnTo>
                  <a:pt x="383286" y="385191"/>
                </a:lnTo>
                <a:lnTo>
                  <a:pt x="392430" y="379145"/>
                </a:lnTo>
                <a:lnTo>
                  <a:pt x="400215" y="375221"/>
                </a:lnTo>
                <a:lnTo>
                  <a:pt x="403860" y="373380"/>
                </a:lnTo>
                <a:lnTo>
                  <a:pt x="403860" y="367284"/>
                </a:lnTo>
                <a:close/>
              </a:path>
              <a:path w="2626359" h="411480">
                <a:moveTo>
                  <a:pt x="612635" y="277368"/>
                </a:moveTo>
                <a:lnTo>
                  <a:pt x="601967" y="234696"/>
                </a:lnTo>
                <a:lnTo>
                  <a:pt x="582536" y="197929"/>
                </a:lnTo>
                <a:lnTo>
                  <a:pt x="547103" y="141732"/>
                </a:lnTo>
                <a:lnTo>
                  <a:pt x="541007" y="146304"/>
                </a:lnTo>
                <a:lnTo>
                  <a:pt x="549821" y="168592"/>
                </a:lnTo>
                <a:lnTo>
                  <a:pt x="557771" y="189738"/>
                </a:lnTo>
                <a:lnTo>
                  <a:pt x="569963" y="228600"/>
                </a:lnTo>
                <a:lnTo>
                  <a:pt x="580466" y="279615"/>
                </a:lnTo>
                <a:lnTo>
                  <a:pt x="582155" y="294132"/>
                </a:lnTo>
                <a:lnTo>
                  <a:pt x="583869" y="305587"/>
                </a:lnTo>
                <a:lnTo>
                  <a:pt x="586727" y="312610"/>
                </a:lnTo>
                <a:lnTo>
                  <a:pt x="590727" y="315353"/>
                </a:lnTo>
                <a:lnTo>
                  <a:pt x="595871" y="313944"/>
                </a:lnTo>
                <a:lnTo>
                  <a:pt x="603491" y="309372"/>
                </a:lnTo>
                <a:lnTo>
                  <a:pt x="608063" y="303276"/>
                </a:lnTo>
                <a:lnTo>
                  <a:pt x="611111" y="288036"/>
                </a:lnTo>
                <a:lnTo>
                  <a:pt x="612635" y="281940"/>
                </a:lnTo>
                <a:lnTo>
                  <a:pt x="612635" y="277368"/>
                </a:lnTo>
                <a:close/>
              </a:path>
              <a:path w="2626359" h="411480">
                <a:moveTo>
                  <a:pt x="664451" y="50292"/>
                </a:moveTo>
                <a:lnTo>
                  <a:pt x="636828" y="21336"/>
                </a:lnTo>
                <a:lnTo>
                  <a:pt x="603491" y="3048"/>
                </a:lnTo>
                <a:lnTo>
                  <a:pt x="600443" y="9144"/>
                </a:lnTo>
                <a:lnTo>
                  <a:pt x="612114" y="24218"/>
                </a:lnTo>
                <a:lnTo>
                  <a:pt x="621779" y="39433"/>
                </a:lnTo>
                <a:lnTo>
                  <a:pt x="629170" y="54368"/>
                </a:lnTo>
                <a:lnTo>
                  <a:pt x="633971" y="68580"/>
                </a:lnTo>
                <a:lnTo>
                  <a:pt x="638543" y="82296"/>
                </a:lnTo>
                <a:lnTo>
                  <a:pt x="641591" y="88392"/>
                </a:lnTo>
                <a:lnTo>
                  <a:pt x="649211" y="88392"/>
                </a:lnTo>
                <a:lnTo>
                  <a:pt x="652259" y="85344"/>
                </a:lnTo>
                <a:lnTo>
                  <a:pt x="661403" y="70104"/>
                </a:lnTo>
                <a:lnTo>
                  <a:pt x="664451" y="62484"/>
                </a:lnTo>
                <a:lnTo>
                  <a:pt x="664451" y="50292"/>
                </a:lnTo>
                <a:close/>
              </a:path>
              <a:path w="2626359" h="411480">
                <a:moveTo>
                  <a:pt x="825995" y="105156"/>
                </a:moveTo>
                <a:lnTo>
                  <a:pt x="790943" y="68580"/>
                </a:lnTo>
                <a:lnTo>
                  <a:pt x="765035" y="96012"/>
                </a:lnTo>
                <a:lnTo>
                  <a:pt x="467855" y="96012"/>
                </a:lnTo>
                <a:lnTo>
                  <a:pt x="483095" y="111252"/>
                </a:lnTo>
                <a:lnTo>
                  <a:pt x="493407" y="109016"/>
                </a:lnTo>
                <a:lnTo>
                  <a:pt x="503859" y="107061"/>
                </a:lnTo>
                <a:lnTo>
                  <a:pt x="514604" y="105689"/>
                </a:lnTo>
                <a:lnTo>
                  <a:pt x="525767" y="105156"/>
                </a:lnTo>
                <a:lnTo>
                  <a:pt x="825995" y="105156"/>
                </a:lnTo>
                <a:close/>
              </a:path>
              <a:path w="2626359" h="411480">
                <a:moveTo>
                  <a:pt x="850379" y="367284"/>
                </a:moveTo>
                <a:lnTo>
                  <a:pt x="815327" y="329184"/>
                </a:lnTo>
                <a:lnTo>
                  <a:pt x="789419" y="356616"/>
                </a:lnTo>
                <a:lnTo>
                  <a:pt x="670547" y="356616"/>
                </a:lnTo>
                <a:lnTo>
                  <a:pt x="688835" y="312877"/>
                </a:lnTo>
                <a:lnTo>
                  <a:pt x="707123" y="266128"/>
                </a:lnTo>
                <a:lnTo>
                  <a:pt x="725411" y="216242"/>
                </a:lnTo>
                <a:lnTo>
                  <a:pt x="743699" y="163068"/>
                </a:lnTo>
                <a:lnTo>
                  <a:pt x="763511" y="150876"/>
                </a:lnTo>
                <a:lnTo>
                  <a:pt x="716267" y="124968"/>
                </a:lnTo>
                <a:lnTo>
                  <a:pt x="711860" y="161353"/>
                </a:lnTo>
                <a:lnTo>
                  <a:pt x="704011" y="202780"/>
                </a:lnTo>
                <a:lnTo>
                  <a:pt x="692569" y="249186"/>
                </a:lnTo>
                <a:lnTo>
                  <a:pt x="677405" y="300494"/>
                </a:lnTo>
                <a:lnTo>
                  <a:pt x="658355" y="356616"/>
                </a:lnTo>
                <a:lnTo>
                  <a:pt x="440423" y="356616"/>
                </a:lnTo>
                <a:lnTo>
                  <a:pt x="455663" y="371856"/>
                </a:lnTo>
                <a:lnTo>
                  <a:pt x="465099" y="369862"/>
                </a:lnTo>
                <a:lnTo>
                  <a:pt x="475094" y="368427"/>
                </a:lnTo>
                <a:lnTo>
                  <a:pt x="485673" y="367576"/>
                </a:lnTo>
                <a:lnTo>
                  <a:pt x="496811" y="367284"/>
                </a:lnTo>
                <a:lnTo>
                  <a:pt x="850379" y="367284"/>
                </a:lnTo>
                <a:close/>
              </a:path>
              <a:path w="2626359" h="411480">
                <a:moveTo>
                  <a:pt x="1254252" y="59436"/>
                </a:moveTo>
                <a:lnTo>
                  <a:pt x="1220914" y="33985"/>
                </a:lnTo>
                <a:lnTo>
                  <a:pt x="1205484" y="27432"/>
                </a:lnTo>
                <a:lnTo>
                  <a:pt x="1200912" y="30492"/>
                </a:lnTo>
                <a:lnTo>
                  <a:pt x="1212100" y="44729"/>
                </a:lnTo>
                <a:lnTo>
                  <a:pt x="1220724" y="57543"/>
                </a:lnTo>
                <a:lnTo>
                  <a:pt x="1227023" y="68592"/>
                </a:lnTo>
                <a:lnTo>
                  <a:pt x="1231392" y="77724"/>
                </a:lnTo>
                <a:lnTo>
                  <a:pt x="1232916" y="86868"/>
                </a:lnTo>
                <a:lnTo>
                  <a:pt x="1235964" y="89928"/>
                </a:lnTo>
                <a:lnTo>
                  <a:pt x="1240536" y="89928"/>
                </a:lnTo>
                <a:lnTo>
                  <a:pt x="1243584" y="86868"/>
                </a:lnTo>
                <a:lnTo>
                  <a:pt x="1248156" y="80772"/>
                </a:lnTo>
                <a:lnTo>
                  <a:pt x="1254226" y="68630"/>
                </a:lnTo>
                <a:lnTo>
                  <a:pt x="1254252" y="59436"/>
                </a:lnTo>
                <a:close/>
              </a:path>
              <a:path w="2626359" h="411480">
                <a:moveTo>
                  <a:pt x="1286256" y="349008"/>
                </a:moveTo>
                <a:lnTo>
                  <a:pt x="1284732" y="347484"/>
                </a:lnTo>
                <a:lnTo>
                  <a:pt x="1283208" y="347484"/>
                </a:lnTo>
                <a:lnTo>
                  <a:pt x="1283208" y="352056"/>
                </a:lnTo>
                <a:lnTo>
                  <a:pt x="1286256" y="349008"/>
                </a:lnTo>
                <a:close/>
              </a:path>
              <a:path w="2626359" h="411480">
                <a:moveTo>
                  <a:pt x="1287780" y="114312"/>
                </a:moveTo>
                <a:lnTo>
                  <a:pt x="1279042" y="103632"/>
                </a:lnTo>
                <a:lnTo>
                  <a:pt x="1260348" y="80772"/>
                </a:lnTo>
                <a:lnTo>
                  <a:pt x="1237488" y="103632"/>
                </a:lnTo>
                <a:lnTo>
                  <a:pt x="1182624" y="103632"/>
                </a:lnTo>
                <a:lnTo>
                  <a:pt x="1182624" y="36576"/>
                </a:lnTo>
                <a:lnTo>
                  <a:pt x="1196340" y="24384"/>
                </a:lnTo>
                <a:lnTo>
                  <a:pt x="1158240" y="6096"/>
                </a:lnTo>
                <a:lnTo>
                  <a:pt x="1159510" y="48768"/>
                </a:lnTo>
                <a:lnTo>
                  <a:pt x="1159751" y="96024"/>
                </a:lnTo>
                <a:lnTo>
                  <a:pt x="1159764" y="103632"/>
                </a:lnTo>
                <a:lnTo>
                  <a:pt x="1118616" y="103632"/>
                </a:lnTo>
                <a:lnTo>
                  <a:pt x="1094232" y="89928"/>
                </a:lnTo>
                <a:lnTo>
                  <a:pt x="1094460" y="115328"/>
                </a:lnTo>
                <a:lnTo>
                  <a:pt x="1094943" y="149428"/>
                </a:lnTo>
                <a:lnTo>
                  <a:pt x="1095514" y="201574"/>
                </a:lnTo>
                <a:lnTo>
                  <a:pt x="1095641" y="233464"/>
                </a:lnTo>
                <a:lnTo>
                  <a:pt x="1095717" y="262331"/>
                </a:lnTo>
                <a:lnTo>
                  <a:pt x="1094232" y="269760"/>
                </a:lnTo>
                <a:lnTo>
                  <a:pt x="1091184" y="275856"/>
                </a:lnTo>
                <a:lnTo>
                  <a:pt x="1086612" y="280428"/>
                </a:lnTo>
                <a:lnTo>
                  <a:pt x="1107948" y="306336"/>
                </a:lnTo>
                <a:lnTo>
                  <a:pt x="1116495" y="293471"/>
                </a:lnTo>
                <a:lnTo>
                  <a:pt x="1128331" y="277761"/>
                </a:lnTo>
                <a:lnTo>
                  <a:pt x="1138466" y="265188"/>
                </a:lnTo>
                <a:lnTo>
                  <a:pt x="1143304" y="259181"/>
                </a:lnTo>
                <a:lnTo>
                  <a:pt x="1161288" y="237756"/>
                </a:lnTo>
                <a:lnTo>
                  <a:pt x="1158240" y="234708"/>
                </a:lnTo>
                <a:lnTo>
                  <a:pt x="1118616" y="265188"/>
                </a:lnTo>
                <a:lnTo>
                  <a:pt x="1118616" y="114312"/>
                </a:lnTo>
                <a:lnTo>
                  <a:pt x="1159764" y="114312"/>
                </a:lnTo>
                <a:lnTo>
                  <a:pt x="1163167" y="160312"/>
                </a:lnTo>
                <a:lnTo>
                  <a:pt x="1168717" y="200037"/>
                </a:lnTo>
                <a:lnTo>
                  <a:pt x="1176261" y="233464"/>
                </a:lnTo>
                <a:lnTo>
                  <a:pt x="1185672" y="260616"/>
                </a:lnTo>
                <a:lnTo>
                  <a:pt x="1165047" y="286943"/>
                </a:lnTo>
                <a:lnTo>
                  <a:pt x="1141857" y="311289"/>
                </a:lnTo>
                <a:lnTo>
                  <a:pt x="1115796" y="333908"/>
                </a:lnTo>
                <a:lnTo>
                  <a:pt x="1086612" y="355104"/>
                </a:lnTo>
                <a:lnTo>
                  <a:pt x="1088136" y="359676"/>
                </a:lnTo>
                <a:lnTo>
                  <a:pt x="1119847" y="342531"/>
                </a:lnTo>
                <a:lnTo>
                  <a:pt x="1148715" y="323100"/>
                </a:lnTo>
                <a:lnTo>
                  <a:pt x="1174711" y="301383"/>
                </a:lnTo>
                <a:lnTo>
                  <a:pt x="1197864" y="277380"/>
                </a:lnTo>
                <a:lnTo>
                  <a:pt x="1213929" y="299097"/>
                </a:lnTo>
                <a:lnTo>
                  <a:pt x="1240929" y="328815"/>
                </a:lnTo>
                <a:lnTo>
                  <a:pt x="1276083" y="346887"/>
                </a:lnTo>
                <a:lnTo>
                  <a:pt x="1280160" y="347484"/>
                </a:lnTo>
                <a:lnTo>
                  <a:pt x="1283208" y="347484"/>
                </a:lnTo>
                <a:lnTo>
                  <a:pt x="1283208" y="338340"/>
                </a:lnTo>
                <a:lnTo>
                  <a:pt x="1281684" y="335292"/>
                </a:lnTo>
                <a:lnTo>
                  <a:pt x="1279436" y="329806"/>
                </a:lnTo>
                <a:lnTo>
                  <a:pt x="1277493" y="322338"/>
                </a:lnTo>
                <a:lnTo>
                  <a:pt x="1276108" y="312572"/>
                </a:lnTo>
                <a:lnTo>
                  <a:pt x="1275842" y="306336"/>
                </a:lnTo>
                <a:lnTo>
                  <a:pt x="1275626" y="301383"/>
                </a:lnTo>
                <a:lnTo>
                  <a:pt x="1275626" y="299097"/>
                </a:lnTo>
                <a:lnTo>
                  <a:pt x="1276108" y="287896"/>
                </a:lnTo>
                <a:lnTo>
                  <a:pt x="1277493" y="273570"/>
                </a:lnTo>
                <a:lnTo>
                  <a:pt x="1281684" y="237756"/>
                </a:lnTo>
                <a:lnTo>
                  <a:pt x="1274064" y="236232"/>
                </a:lnTo>
                <a:lnTo>
                  <a:pt x="1255776" y="306336"/>
                </a:lnTo>
                <a:lnTo>
                  <a:pt x="1242009" y="295732"/>
                </a:lnTo>
                <a:lnTo>
                  <a:pt x="1230249" y="284429"/>
                </a:lnTo>
                <a:lnTo>
                  <a:pt x="1224419" y="277380"/>
                </a:lnTo>
                <a:lnTo>
                  <a:pt x="1220190" y="272249"/>
                </a:lnTo>
                <a:lnTo>
                  <a:pt x="1211580" y="259092"/>
                </a:lnTo>
                <a:lnTo>
                  <a:pt x="1221308" y="242493"/>
                </a:lnTo>
                <a:lnTo>
                  <a:pt x="1224826" y="236232"/>
                </a:lnTo>
                <a:lnTo>
                  <a:pt x="1230058" y="226898"/>
                </a:lnTo>
                <a:lnTo>
                  <a:pt x="1237932" y="212153"/>
                </a:lnTo>
                <a:lnTo>
                  <a:pt x="1245108" y="198132"/>
                </a:lnTo>
                <a:lnTo>
                  <a:pt x="1251051" y="185572"/>
                </a:lnTo>
                <a:lnTo>
                  <a:pt x="1257300" y="175463"/>
                </a:lnTo>
                <a:lnTo>
                  <a:pt x="1263535" y="167906"/>
                </a:lnTo>
                <a:lnTo>
                  <a:pt x="1269492" y="163080"/>
                </a:lnTo>
                <a:lnTo>
                  <a:pt x="1237488" y="138696"/>
                </a:lnTo>
                <a:lnTo>
                  <a:pt x="1234338" y="156718"/>
                </a:lnTo>
                <a:lnTo>
                  <a:pt x="1227201" y="178892"/>
                </a:lnTo>
                <a:lnTo>
                  <a:pt x="1216050" y="205346"/>
                </a:lnTo>
                <a:lnTo>
                  <a:pt x="1200912" y="236232"/>
                </a:lnTo>
                <a:lnTo>
                  <a:pt x="1193546" y="210527"/>
                </a:lnTo>
                <a:lnTo>
                  <a:pt x="1187767" y="181559"/>
                </a:lnTo>
                <a:lnTo>
                  <a:pt x="1183970" y="149428"/>
                </a:lnTo>
                <a:lnTo>
                  <a:pt x="1182624" y="114312"/>
                </a:lnTo>
                <a:lnTo>
                  <a:pt x="1287780" y="114312"/>
                </a:lnTo>
                <a:close/>
              </a:path>
              <a:path w="2626359" h="411480">
                <a:moveTo>
                  <a:pt x="1293876" y="364248"/>
                </a:moveTo>
                <a:lnTo>
                  <a:pt x="1260729" y="367982"/>
                </a:lnTo>
                <a:lnTo>
                  <a:pt x="1225296" y="370154"/>
                </a:lnTo>
                <a:lnTo>
                  <a:pt x="1187577" y="370890"/>
                </a:lnTo>
                <a:lnTo>
                  <a:pt x="1147572" y="370344"/>
                </a:lnTo>
                <a:lnTo>
                  <a:pt x="1107198" y="368630"/>
                </a:lnTo>
                <a:lnTo>
                  <a:pt x="1070419" y="363486"/>
                </a:lnTo>
                <a:lnTo>
                  <a:pt x="1036764" y="354914"/>
                </a:lnTo>
                <a:lnTo>
                  <a:pt x="1005840" y="342912"/>
                </a:lnTo>
                <a:lnTo>
                  <a:pt x="1005840" y="330720"/>
                </a:lnTo>
                <a:lnTo>
                  <a:pt x="1005840" y="256044"/>
                </a:lnTo>
                <a:lnTo>
                  <a:pt x="1088136" y="256044"/>
                </a:lnTo>
                <a:lnTo>
                  <a:pt x="1078534" y="245376"/>
                </a:lnTo>
                <a:lnTo>
                  <a:pt x="1060704" y="225564"/>
                </a:lnTo>
                <a:lnTo>
                  <a:pt x="1040892" y="245376"/>
                </a:lnTo>
                <a:lnTo>
                  <a:pt x="1005840" y="245376"/>
                </a:lnTo>
                <a:lnTo>
                  <a:pt x="1005840" y="190512"/>
                </a:lnTo>
                <a:lnTo>
                  <a:pt x="1016508" y="181368"/>
                </a:lnTo>
                <a:lnTo>
                  <a:pt x="987552" y="170700"/>
                </a:lnTo>
                <a:lnTo>
                  <a:pt x="1089660" y="170700"/>
                </a:lnTo>
                <a:lnTo>
                  <a:pt x="1062228" y="138696"/>
                </a:lnTo>
                <a:lnTo>
                  <a:pt x="1042416" y="160032"/>
                </a:lnTo>
                <a:lnTo>
                  <a:pt x="999744" y="160032"/>
                </a:lnTo>
                <a:lnTo>
                  <a:pt x="999744" y="89928"/>
                </a:lnTo>
                <a:lnTo>
                  <a:pt x="1078992" y="89928"/>
                </a:lnTo>
                <a:lnTo>
                  <a:pt x="1051560" y="59436"/>
                </a:lnTo>
                <a:lnTo>
                  <a:pt x="1030224" y="79248"/>
                </a:lnTo>
                <a:lnTo>
                  <a:pt x="999744" y="79248"/>
                </a:lnTo>
                <a:lnTo>
                  <a:pt x="999744" y="35052"/>
                </a:lnTo>
                <a:lnTo>
                  <a:pt x="1013460" y="24384"/>
                </a:lnTo>
                <a:lnTo>
                  <a:pt x="975360" y="6096"/>
                </a:lnTo>
                <a:lnTo>
                  <a:pt x="976744" y="48768"/>
                </a:lnTo>
                <a:lnTo>
                  <a:pt x="976884" y="79248"/>
                </a:lnTo>
                <a:lnTo>
                  <a:pt x="899160" y="79248"/>
                </a:lnTo>
                <a:lnTo>
                  <a:pt x="914400" y="96024"/>
                </a:lnTo>
                <a:lnTo>
                  <a:pt x="923493" y="93141"/>
                </a:lnTo>
                <a:lnTo>
                  <a:pt x="932307" y="91262"/>
                </a:lnTo>
                <a:lnTo>
                  <a:pt x="940536" y="90233"/>
                </a:lnTo>
                <a:lnTo>
                  <a:pt x="947928" y="89928"/>
                </a:lnTo>
                <a:lnTo>
                  <a:pt x="976884" y="89928"/>
                </a:lnTo>
                <a:lnTo>
                  <a:pt x="976884" y="160032"/>
                </a:lnTo>
                <a:lnTo>
                  <a:pt x="882396" y="160032"/>
                </a:lnTo>
                <a:lnTo>
                  <a:pt x="899160" y="175272"/>
                </a:lnTo>
                <a:lnTo>
                  <a:pt x="908011" y="173266"/>
                </a:lnTo>
                <a:lnTo>
                  <a:pt x="916305" y="171843"/>
                </a:lnTo>
                <a:lnTo>
                  <a:pt x="924013" y="170980"/>
                </a:lnTo>
                <a:lnTo>
                  <a:pt x="931164" y="170700"/>
                </a:lnTo>
                <a:lnTo>
                  <a:pt x="984504" y="170700"/>
                </a:lnTo>
                <a:lnTo>
                  <a:pt x="984504" y="330720"/>
                </a:lnTo>
                <a:lnTo>
                  <a:pt x="974191" y="324167"/>
                </a:lnTo>
                <a:lnTo>
                  <a:pt x="963739" y="316052"/>
                </a:lnTo>
                <a:lnTo>
                  <a:pt x="952817" y="306336"/>
                </a:lnTo>
                <a:lnTo>
                  <a:pt x="941832" y="295668"/>
                </a:lnTo>
                <a:lnTo>
                  <a:pt x="944943" y="277761"/>
                </a:lnTo>
                <a:lnTo>
                  <a:pt x="947547" y="262331"/>
                </a:lnTo>
                <a:lnTo>
                  <a:pt x="949540" y="249580"/>
                </a:lnTo>
                <a:lnTo>
                  <a:pt x="950976" y="239280"/>
                </a:lnTo>
                <a:lnTo>
                  <a:pt x="952449" y="231800"/>
                </a:lnTo>
                <a:lnTo>
                  <a:pt x="954786" y="225183"/>
                </a:lnTo>
                <a:lnTo>
                  <a:pt x="958253" y="219125"/>
                </a:lnTo>
                <a:lnTo>
                  <a:pt x="963168" y="213372"/>
                </a:lnTo>
                <a:lnTo>
                  <a:pt x="928116" y="196608"/>
                </a:lnTo>
                <a:lnTo>
                  <a:pt x="925830" y="237375"/>
                </a:lnTo>
                <a:lnTo>
                  <a:pt x="918972" y="289572"/>
                </a:lnTo>
                <a:lnTo>
                  <a:pt x="906399" y="348056"/>
                </a:lnTo>
                <a:lnTo>
                  <a:pt x="882396" y="405396"/>
                </a:lnTo>
                <a:lnTo>
                  <a:pt x="888492" y="408444"/>
                </a:lnTo>
                <a:lnTo>
                  <a:pt x="901915" y="389915"/>
                </a:lnTo>
                <a:lnTo>
                  <a:pt x="914781" y="366534"/>
                </a:lnTo>
                <a:lnTo>
                  <a:pt x="927061" y="338569"/>
                </a:lnTo>
                <a:lnTo>
                  <a:pt x="938784" y="306336"/>
                </a:lnTo>
                <a:lnTo>
                  <a:pt x="955687" y="325767"/>
                </a:lnTo>
                <a:lnTo>
                  <a:pt x="995781" y="357771"/>
                </a:lnTo>
                <a:lnTo>
                  <a:pt x="1045857" y="380606"/>
                </a:lnTo>
                <a:lnTo>
                  <a:pt x="1105916" y="393700"/>
                </a:lnTo>
                <a:lnTo>
                  <a:pt x="1174851" y="398005"/>
                </a:lnTo>
                <a:lnTo>
                  <a:pt x="1261872" y="399300"/>
                </a:lnTo>
                <a:lnTo>
                  <a:pt x="1264729" y="390728"/>
                </a:lnTo>
                <a:lnTo>
                  <a:pt x="1271016" y="383298"/>
                </a:lnTo>
                <a:lnTo>
                  <a:pt x="1280731" y="377012"/>
                </a:lnTo>
                <a:lnTo>
                  <a:pt x="1293876" y="371868"/>
                </a:lnTo>
                <a:lnTo>
                  <a:pt x="1293876" y="370890"/>
                </a:lnTo>
                <a:lnTo>
                  <a:pt x="1293876" y="364248"/>
                </a:lnTo>
                <a:close/>
              </a:path>
              <a:path w="2626359" h="411480">
                <a:moveTo>
                  <a:pt x="1475232" y="152400"/>
                </a:moveTo>
                <a:lnTo>
                  <a:pt x="1432674" y="115328"/>
                </a:lnTo>
                <a:lnTo>
                  <a:pt x="1411224" y="103632"/>
                </a:lnTo>
                <a:lnTo>
                  <a:pt x="1406652" y="109728"/>
                </a:lnTo>
                <a:lnTo>
                  <a:pt x="1420126" y="125691"/>
                </a:lnTo>
                <a:lnTo>
                  <a:pt x="1431036" y="141351"/>
                </a:lnTo>
                <a:lnTo>
                  <a:pt x="1439646" y="156451"/>
                </a:lnTo>
                <a:lnTo>
                  <a:pt x="1446276" y="170688"/>
                </a:lnTo>
                <a:lnTo>
                  <a:pt x="1450848" y="182880"/>
                </a:lnTo>
                <a:lnTo>
                  <a:pt x="1455420" y="188976"/>
                </a:lnTo>
                <a:lnTo>
                  <a:pt x="1461516" y="188976"/>
                </a:lnTo>
                <a:lnTo>
                  <a:pt x="1464564" y="185928"/>
                </a:lnTo>
                <a:lnTo>
                  <a:pt x="1469136" y="176784"/>
                </a:lnTo>
                <a:lnTo>
                  <a:pt x="1473708" y="169164"/>
                </a:lnTo>
                <a:lnTo>
                  <a:pt x="1475232" y="163068"/>
                </a:lnTo>
                <a:lnTo>
                  <a:pt x="1475232" y="152400"/>
                </a:lnTo>
                <a:close/>
              </a:path>
              <a:path w="2626359" h="411480">
                <a:moveTo>
                  <a:pt x="1738884" y="348996"/>
                </a:moveTo>
                <a:lnTo>
                  <a:pt x="1695208" y="333832"/>
                </a:lnTo>
                <a:lnTo>
                  <a:pt x="1655775" y="312153"/>
                </a:lnTo>
                <a:lnTo>
                  <a:pt x="1620812" y="284048"/>
                </a:lnTo>
                <a:lnTo>
                  <a:pt x="1590522" y="249567"/>
                </a:lnTo>
                <a:lnTo>
                  <a:pt x="1565148" y="208788"/>
                </a:lnTo>
                <a:lnTo>
                  <a:pt x="1737360" y="208788"/>
                </a:lnTo>
                <a:lnTo>
                  <a:pt x="1700784" y="172212"/>
                </a:lnTo>
                <a:lnTo>
                  <a:pt x="1674876" y="198120"/>
                </a:lnTo>
                <a:lnTo>
                  <a:pt x="1589532" y="198120"/>
                </a:lnTo>
                <a:lnTo>
                  <a:pt x="1605788" y="184404"/>
                </a:lnTo>
                <a:lnTo>
                  <a:pt x="1622488" y="168402"/>
                </a:lnTo>
                <a:lnTo>
                  <a:pt x="1639455" y="150114"/>
                </a:lnTo>
                <a:lnTo>
                  <a:pt x="1656588" y="129540"/>
                </a:lnTo>
                <a:lnTo>
                  <a:pt x="1674876" y="124968"/>
                </a:lnTo>
                <a:lnTo>
                  <a:pt x="1638300" y="97536"/>
                </a:lnTo>
                <a:lnTo>
                  <a:pt x="1626870" y="122682"/>
                </a:lnTo>
                <a:lnTo>
                  <a:pt x="1613154" y="147828"/>
                </a:lnTo>
                <a:lnTo>
                  <a:pt x="1597152" y="172974"/>
                </a:lnTo>
                <a:lnTo>
                  <a:pt x="1578864" y="198120"/>
                </a:lnTo>
                <a:lnTo>
                  <a:pt x="1546860" y="198120"/>
                </a:lnTo>
                <a:lnTo>
                  <a:pt x="1546860" y="89916"/>
                </a:lnTo>
                <a:lnTo>
                  <a:pt x="1712976" y="89916"/>
                </a:lnTo>
                <a:lnTo>
                  <a:pt x="1677924" y="54864"/>
                </a:lnTo>
                <a:lnTo>
                  <a:pt x="1653540" y="79248"/>
                </a:lnTo>
                <a:lnTo>
                  <a:pt x="1546860" y="79248"/>
                </a:lnTo>
                <a:lnTo>
                  <a:pt x="1546860" y="32004"/>
                </a:lnTo>
                <a:lnTo>
                  <a:pt x="1565148" y="21336"/>
                </a:lnTo>
                <a:lnTo>
                  <a:pt x="1519428" y="0"/>
                </a:lnTo>
                <a:lnTo>
                  <a:pt x="1520304" y="20535"/>
                </a:lnTo>
                <a:lnTo>
                  <a:pt x="1520761" y="40767"/>
                </a:lnTo>
                <a:lnTo>
                  <a:pt x="1520875" y="54864"/>
                </a:lnTo>
                <a:lnTo>
                  <a:pt x="1520952" y="79248"/>
                </a:lnTo>
                <a:lnTo>
                  <a:pt x="1363980" y="79248"/>
                </a:lnTo>
                <a:lnTo>
                  <a:pt x="1380744" y="96012"/>
                </a:lnTo>
                <a:lnTo>
                  <a:pt x="1390167" y="93141"/>
                </a:lnTo>
                <a:lnTo>
                  <a:pt x="1400175" y="91249"/>
                </a:lnTo>
                <a:lnTo>
                  <a:pt x="1410741" y="90233"/>
                </a:lnTo>
                <a:lnTo>
                  <a:pt x="1421892" y="89916"/>
                </a:lnTo>
                <a:lnTo>
                  <a:pt x="1520952" y="89916"/>
                </a:lnTo>
                <a:lnTo>
                  <a:pt x="1520952" y="198120"/>
                </a:lnTo>
                <a:lnTo>
                  <a:pt x="1331976" y="198120"/>
                </a:lnTo>
                <a:lnTo>
                  <a:pt x="1347216" y="213360"/>
                </a:lnTo>
                <a:lnTo>
                  <a:pt x="1356639" y="211366"/>
                </a:lnTo>
                <a:lnTo>
                  <a:pt x="1366647" y="209931"/>
                </a:lnTo>
                <a:lnTo>
                  <a:pt x="1377213" y="209080"/>
                </a:lnTo>
                <a:lnTo>
                  <a:pt x="1388364" y="208788"/>
                </a:lnTo>
                <a:lnTo>
                  <a:pt x="1502664" y="208788"/>
                </a:lnTo>
                <a:lnTo>
                  <a:pt x="1476146" y="253961"/>
                </a:lnTo>
                <a:lnTo>
                  <a:pt x="1446060" y="294386"/>
                </a:lnTo>
                <a:lnTo>
                  <a:pt x="1412455" y="330047"/>
                </a:lnTo>
                <a:lnTo>
                  <a:pt x="1375422" y="360946"/>
                </a:lnTo>
                <a:lnTo>
                  <a:pt x="1335024" y="387096"/>
                </a:lnTo>
                <a:lnTo>
                  <a:pt x="1336548" y="394716"/>
                </a:lnTo>
                <a:lnTo>
                  <a:pt x="1380591" y="372770"/>
                </a:lnTo>
                <a:lnTo>
                  <a:pt x="1421206" y="345249"/>
                </a:lnTo>
                <a:lnTo>
                  <a:pt x="1458163" y="312153"/>
                </a:lnTo>
                <a:lnTo>
                  <a:pt x="1491526" y="273240"/>
                </a:lnTo>
                <a:lnTo>
                  <a:pt x="1520952" y="228600"/>
                </a:lnTo>
                <a:lnTo>
                  <a:pt x="1520825" y="312153"/>
                </a:lnTo>
                <a:lnTo>
                  <a:pt x="1520723" y="334137"/>
                </a:lnTo>
                <a:lnTo>
                  <a:pt x="1520380" y="367550"/>
                </a:lnTo>
                <a:lnTo>
                  <a:pt x="1520253" y="376428"/>
                </a:lnTo>
                <a:lnTo>
                  <a:pt x="1519428" y="411480"/>
                </a:lnTo>
                <a:lnTo>
                  <a:pt x="1548384" y="397764"/>
                </a:lnTo>
                <a:lnTo>
                  <a:pt x="1548168" y="376428"/>
                </a:lnTo>
                <a:lnTo>
                  <a:pt x="1547622" y="334137"/>
                </a:lnTo>
                <a:lnTo>
                  <a:pt x="1547126" y="282892"/>
                </a:lnTo>
                <a:lnTo>
                  <a:pt x="1546923" y="228600"/>
                </a:lnTo>
                <a:lnTo>
                  <a:pt x="1546860" y="208788"/>
                </a:lnTo>
                <a:lnTo>
                  <a:pt x="1556004" y="208788"/>
                </a:lnTo>
                <a:lnTo>
                  <a:pt x="1575739" y="252120"/>
                </a:lnTo>
                <a:lnTo>
                  <a:pt x="1600161" y="290626"/>
                </a:lnTo>
                <a:lnTo>
                  <a:pt x="1629181" y="324231"/>
                </a:lnTo>
                <a:lnTo>
                  <a:pt x="1662747" y="352856"/>
                </a:lnTo>
                <a:lnTo>
                  <a:pt x="1700784" y="376428"/>
                </a:lnTo>
                <a:lnTo>
                  <a:pt x="1705660" y="367550"/>
                </a:lnTo>
                <a:lnTo>
                  <a:pt x="1713547" y="361378"/>
                </a:lnTo>
                <a:lnTo>
                  <a:pt x="1724571" y="357784"/>
                </a:lnTo>
                <a:lnTo>
                  <a:pt x="1738884" y="356616"/>
                </a:lnTo>
                <a:lnTo>
                  <a:pt x="1738884" y="348996"/>
                </a:lnTo>
                <a:close/>
              </a:path>
              <a:path w="2626359" h="411480">
                <a:moveTo>
                  <a:pt x="2142744" y="59436"/>
                </a:moveTo>
                <a:lnTo>
                  <a:pt x="2110282" y="33985"/>
                </a:lnTo>
                <a:lnTo>
                  <a:pt x="2093976" y="27432"/>
                </a:lnTo>
                <a:lnTo>
                  <a:pt x="2090928" y="30492"/>
                </a:lnTo>
                <a:lnTo>
                  <a:pt x="2102116" y="44729"/>
                </a:lnTo>
                <a:lnTo>
                  <a:pt x="2110740" y="57543"/>
                </a:lnTo>
                <a:lnTo>
                  <a:pt x="2117039" y="68592"/>
                </a:lnTo>
                <a:lnTo>
                  <a:pt x="2121408" y="77724"/>
                </a:lnTo>
                <a:lnTo>
                  <a:pt x="2122932" y="86868"/>
                </a:lnTo>
                <a:lnTo>
                  <a:pt x="2125980" y="89928"/>
                </a:lnTo>
                <a:lnTo>
                  <a:pt x="2130552" y="89928"/>
                </a:lnTo>
                <a:lnTo>
                  <a:pt x="2133600" y="86868"/>
                </a:lnTo>
                <a:lnTo>
                  <a:pt x="2136648" y="80772"/>
                </a:lnTo>
                <a:lnTo>
                  <a:pt x="2141220" y="74676"/>
                </a:lnTo>
                <a:lnTo>
                  <a:pt x="2142731" y="68630"/>
                </a:lnTo>
                <a:lnTo>
                  <a:pt x="2142744" y="59436"/>
                </a:lnTo>
                <a:close/>
              </a:path>
              <a:path w="2626359" h="411480">
                <a:moveTo>
                  <a:pt x="2176272" y="349008"/>
                </a:moveTo>
                <a:lnTo>
                  <a:pt x="2174748" y="347484"/>
                </a:lnTo>
                <a:lnTo>
                  <a:pt x="2173224" y="347484"/>
                </a:lnTo>
                <a:lnTo>
                  <a:pt x="2173224" y="352056"/>
                </a:lnTo>
                <a:lnTo>
                  <a:pt x="2176272" y="349008"/>
                </a:lnTo>
                <a:close/>
              </a:path>
              <a:path w="2626359" h="411480">
                <a:moveTo>
                  <a:pt x="2177796" y="114312"/>
                </a:moveTo>
                <a:lnTo>
                  <a:pt x="2169058" y="103632"/>
                </a:lnTo>
                <a:lnTo>
                  <a:pt x="2150364" y="80772"/>
                </a:lnTo>
                <a:lnTo>
                  <a:pt x="2127504" y="103632"/>
                </a:lnTo>
                <a:lnTo>
                  <a:pt x="2072640" y="103632"/>
                </a:lnTo>
                <a:lnTo>
                  <a:pt x="2072640" y="36576"/>
                </a:lnTo>
                <a:lnTo>
                  <a:pt x="2086356" y="24384"/>
                </a:lnTo>
                <a:lnTo>
                  <a:pt x="2048256" y="6096"/>
                </a:lnTo>
                <a:lnTo>
                  <a:pt x="2048446" y="24384"/>
                </a:lnTo>
                <a:lnTo>
                  <a:pt x="2048535" y="30492"/>
                </a:lnTo>
                <a:lnTo>
                  <a:pt x="2049487" y="74676"/>
                </a:lnTo>
                <a:lnTo>
                  <a:pt x="2049564" y="80772"/>
                </a:lnTo>
                <a:lnTo>
                  <a:pt x="2049780" y="103632"/>
                </a:lnTo>
                <a:lnTo>
                  <a:pt x="2007108" y="103632"/>
                </a:lnTo>
                <a:lnTo>
                  <a:pt x="1982724" y="89928"/>
                </a:lnTo>
                <a:lnTo>
                  <a:pt x="1983841" y="115328"/>
                </a:lnTo>
                <a:lnTo>
                  <a:pt x="1985454" y="198132"/>
                </a:lnTo>
                <a:lnTo>
                  <a:pt x="1985695" y="245376"/>
                </a:lnTo>
                <a:lnTo>
                  <a:pt x="1985733" y="262331"/>
                </a:lnTo>
                <a:lnTo>
                  <a:pt x="1984248" y="269760"/>
                </a:lnTo>
                <a:lnTo>
                  <a:pt x="1981200" y="275856"/>
                </a:lnTo>
                <a:lnTo>
                  <a:pt x="1976628" y="280428"/>
                </a:lnTo>
                <a:lnTo>
                  <a:pt x="1997964" y="306336"/>
                </a:lnTo>
                <a:lnTo>
                  <a:pt x="2006295" y="293471"/>
                </a:lnTo>
                <a:lnTo>
                  <a:pt x="2017776" y="277761"/>
                </a:lnTo>
                <a:lnTo>
                  <a:pt x="2027859" y="265188"/>
                </a:lnTo>
                <a:lnTo>
                  <a:pt x="2032673" y="259181"/>
                </a:lnTo>
                <a:lnTo>
                  <a:pt x="2051304" y="237756"/>
                </a:lnTo>
                <a:lnTo>
                  <a:pt x="2048256" y="234708"/>
                </a:lnTo>
                <a:lnTo>
                  <a:pt x="2007108" y="265188"/>
                </a:lnTo>
                <a:lnTo>
                  <a:pt x="2007108" y="114312"/>
                </a:lnTo>
                <a:lnTo>
                  <a:pt x="2049780" y="114312"/>
                </a:lnTo>
                <a:lnTo>
                  <a:pt x="2053183" y="160312"/>
                </a:lnTo>
                <a:lnTo>
                  <a:pt x="2058733" y="200037"/>
                </a:lnTo>
                <a:lnTo>
                  <a:pt x="2066277" y="233464"/>
                </a:lnTo>
                <a:lnTo>
                  <a:pt x="2075688" y="260616"/>
                </a:lnTo>
                <a:lnTo>
                  <a:pt x="2054847" y="286943"/>
                </a:lnTo>
                <a:lnTo>
                  <a:pt x="2031301" y="311289"/>
                </a:lnTo>
                <a:lnTo>
                  <a:pt x="2005177" y="333908"/>
                </a:lnTo>
                <a:lnTo>
                  <a:pt x="1976628" y="355104"/>
                </a:lnTo>
                <a:lnTo>
                  <a:pt x="1978152" y="359676"/>
                </a:lnTo>
                <a:lnTo>
                  <a:pt x="2009863" y="342531"/>
                </a:lnTo>
                <a:lnTo>
                  <a:pt x="2038731" y="323100"/>
                </a:lnTo>
                <a:lnTo>
                  <a:pt x="2064727" y="301383"/>
                </a:lnTo>
                <a:lnTo>
                  <a:pt x="2087880" y="277380"/>
                </a:lnTo>
                <a:lnTo>
                  <a:pt x="2103310" y="299097"/>
                </a:lnTo>
                <a:lnTo>
                  <a:pt x="2130742" y="328815"/>
                </a:lnTo>
                <a:lnTo>
                  <a:pt x="2165883" y="346887"/>
                </a:lnTo>
                <a:lnTo>
                  <a:pt x="2170176" y="347484"/>
                </a:lnTo>
                <a:lnTo>
                  <a:pt x="2173224" y="347484"/>
                </a:lnTo>
                <a:lnTo>
                  <a:pt x="2173224" y="339864"/>
                </a:lnTo>
                <a:lnTo>
                  <a:pt x="2171700" y="338340"/>
                </a:lnTo>
                <a:lnTo>
                  <a:pt x="2171700" y="335292"/>
                </a:lnTo>
                <a:lnTo>
                  <a:pt x="2165705" y="295732"/>
                </a:lnTo>
                <a:lnTo>
                  <a:pt x="2165870" y="289572"/>
                </a:lnTo>
                <a:lnTo>
                  <a:pt x="2165972" y="286943"/>
                </a:lnTo>
                <a:lnTo>
                  <a:pt x="2166937" y="273570"/>
                </a:lnTo>
                <a:lnTo>
                  <a:pt x="2168817" y="256946"/>
                </a:lnTo>
                <a:lnTo>
                  <a:pt x="2171700" y="237756"/>
                </a:lnTo>
                <a:lnTo>
                  <a:pt x="2164080" y="236232"/>
                </a:lnTo>
                <a:lnTo>
                  <a:pt x="2145792" y="306336"/>
                </a:lnTo>
                <a:lnTo>
                  <a:pt x="2132025" y="295732"/>
                </a:lnTo>
                <a:lnTo>
                  <a:pt x="2120265" y="284429"/>
                </a:lnTo>
                <a:lnTo>
                  <a:pt x="2114435" y="277380"/>
                </a:lnTo>
                <a:lnTo>
                  <a:pt x="2110206" y="272249"/>
                </a:lnTo>
                <a:lnTo>
                  <a:pt x="2101596" y="259092"/>
                </a:lnTo>
                <a:lnTo>
                  <a:pt x="2110689" y="242493"/>
                </a:lnTo>
                <a:lnTo>
                  <a:pt x="2114219" y="236232"/>
                </a:lnTo>
                <a:lnTo>
                  <a:pt x="2119503" y="226898"/>
                </a:lnTo>
                <a:lnTo>
                  <a:pt x="2127732" y="212153"/>
                </a:lnTo>
                <a:lnTo>
                  <a:pt x="2135124" y="198132"/>
                </a:lnTo>
                <a:lnTo>
                  <a:pt x="2140851" y="185572"/>
                </a:lnTo>
                <a:lnTo>
                  <a:pt x="2146744" y="175463"/>
                </a:lnTo>
                <a:lnTo>
                  <a:pt x="2152904" y="167906"/>
                </a:lnTo>
                <a:lnTo>
                  <a:pt x="2159508" y="163080"/>
                </a:lnTo>
                <a:lnTo>
                  <a:pt x="2127504" y="138696"/>
                </a:lnTo>
                <a:lnTo>
                  <a:pt x="2124354" y="156718"/>
                </a:lnTo>
                <a:lnTo>
                  <a:pt x="2117217" y="178892"/>
                </a:lnTo>
                <a:lnTo>
                  <a:pt x="2106066" y="205346"/>
                </a:lnTo>
                <a:lnTo>
                  <a:pt x="2090928" y="236232"/>
                </a:lnTo>
                <a:lnTo>
                  <a:pt x="2083562" y="210527"/>
                </a:lnTo>
                <a:lnTo>
                  <a:pt x="2077783" y="181559"/>
                </a:lnTo>
                <a:lnTo>
                  <a:pt x="2073986" y="149428"/>
                </a:lnTo>
                <a:lnTo>
                  <a:pt x="2072640" y="114312"/>
                </a:lnTo>
                <a:lnTo>
                  <a:pt x="2177796" y="114312"/>
                </a:lnTo>
                <a:close/>
              </a:path>
              <a:path w="2626359" h="411480">
                <a:moveTo>
                  <a:pt x="2183892" y="364248"/>
                </a:moveTo>
                <a:lnTo>
                  <a:pt x="2150745" y="367982"/>
                </a:lnTo>
                <a:lnTo>
                  <a:pt x="2115312" y="370154"/>
                </a:lnTo>
                <a:lnTo>
                  <a:pt x="2077593" y="370890"/>
                </a:lnTo>
                <a:lnTo>
                  <a:pt x="2037588" y="370344"/>
                </a:lnTo>
                <a:lnTo>
                  <a:pt x="1997011" y="368630"/>
                </a:lnTo>
                <a:lnTo>
                  <a:pt x="1959864" y="363486"/>
                </a:lnTo>
                <a:lnTo>
                  <a:pt x="1926145" y="354914"/>
                </a:lnTo>
                <a:lnTo>
                  <a:pt x="1895856" y="342912"/>
                </a:lnTo>
                <a:lnTo>
                  <a:pt x="1895856" y="330720"/>
                </a:lnTo>
                <a:lnTo>
                  <a:pt x="1895856" y="256044"/>
                </a:lnTo>
                <a:lnTo>
                  <a:pt x="1978152" y="256044"/>
                </a:lnTo>
                <a:lnTo>
                  <a:pt x="1968550" y="245376"/>
                </a:lnTo>
                <a:lnTo>
                  <a:pt x="1950720" y="225564"/>
                </a:lnTo>
                <a:lnTo>
                  <a:pt x="1930908" y="245376"/>
                </a:lnTo>
                <a:lnTo>
                  <a:pt x="1895856" y="245376"/>
                </a:lnTo>
                <a:lnTo>
                  <a:pt x="1895856" y="190512"/>
                </a:lnTo>
                <a:lnTo>
                  <a:pt x="1906524" y="181368"/>
                </a:lnTo>
                <a:lnTo>
                  <a:pt x="1877568" y="170700"/>
                </a:lnTo>
                <a:lnTo>
                  <a:pt x="1979676" y="170700"/>
                </a:lnTo>
                <a:lnTo>
                  <a:pt x="1952244" y="138696"/>
                </a:lnTo>
                <a:lnTo>
                  <a:pt x="1932432" y="160032"/>
                </a:lnTo>
                <a:lnTo>
                  <a:pt x="1889760" y="160032"/>
                </a:lnTo>
                <a:lnTo>
                  <a:pt x="1889760" y="89928"/>
                </a:lnTo>
                <a:lnTo>
                  <a:pt x="1969008" y="89928"/>
                </a:lnTo>
                <a:lnTo>
                  <a:pt x="1941576" y="59436"/>
                </a:lnTo>
                <a:lnTo>
                  <a:pt x="1920240" y="79248"/>
                </a:lnTo>
                <a:lnTo>
                  <a:pt x="1889760" y="79248"/>
                </a:lnTo>
                <a:lnTo>
                  <a:pt x="1889760" y="35052"/>
                </a:lnTo>
                <a:lnTo>
                  <a:pt x="1903476" y="24384"/>
                </a:lnTo>
                <a:lnTo>
                  <a:pt x="1865376" y="6096"/>
                </a:lnTo>
                <a:lnTo>
                  <a:pt x="1866760" y="48768"/>
                </a:lnTo>
                <a:lnTo>
                  <a:pt x="1866900" y="79248"/>
                </a:lnTo>
                <a:lnTo>
                  <a:pt x="1789176" y="79248"/>
                </a:lnTo>
                <a:lnTo>
                  <a:pt x="1804416" y="96024"/>
                </a:lnTo>
                <a:lnTo>
                  <a:pt x="1813293" y="93141"/>
                </a:lnTo>
                <a:lnTo>
                  <a:pt x="1821751" y="91262"/>
                </a:lnTo>
                <a:lnTo>
                  <a:pt x="1829917" y="90233"/>
                </a:lnTo>
                <a:lnTo>
                  <a:pt x="1837944" y="89928"/>
                </a:lnTo>
                <a:lnTo>
                  <a:pt x="1866900" y="89928"/>
                </a:lnTo>
                <a:lnTo>
                  <a:pt x="1866900" y="160032"/>
                </a:lnTo>
                <a:lnTo>
                  <a:pt x="1772412" y="160032"/>
                </a:lnTo>
                <a:lnTo>
                  <a:pt x="1789176" y="175272"/>
                </a:lnTo>
                <a:lnTo>
                  <a:pt x="1798027" y="173266"/>
                </a:lnTo>
                <a:lnTo>
                  <a:pt x="1806321" y="171843"/>
                </a:lnTo>
                <a:lnTo>
                  <a:pt x="1814029" y="170980"/>
                </a:lnTo>
                <a:lnTo>
                  <a:pt x="1821180" y="170700"/>
                </a:lnTo>
                <a:lnTo>
                  <a:pt x="1874520" y="170700"/>
                </a:lnTo>
                <a:lnTo>
                  <a:pt x="1874520" y="330720"/>
                </a:lnTo>
                <a:lnTo>
                  <a:pt x="1864207" y="324167"/>
                </a:lnTo>
                <a:lnTo>
                  <a:pt x="1853755" y="316052"/>
                </a:lnTo>
                <a:lnTo>
                  <a:pt x="1842833" y="306336"/>
                </a:lnTo>
                <a:lnTo>
                  <a:pt x="1831848" y="295668"/>
                </a:lnTo>
                <a:lnTo>
                  <a:pt x="1834959" y="277761"/>
                </a:lnTo>
                <a:lnTo>
                  <a:pt x="1837563" y="262331"/>
                </a:lnTo>
                <a:lnTo>
                  <a:pt x="1839556" y="249580"/>
                </a:lnTo>
                <a:lnTo>
                  <a:pt x="1840992" y="239280"/>
                </a:lnTo>
                <a:lnTo>
                  <a:pt x="1842465" y="231800"/>
                </a:lnTo>
                <a:lnTo>
                  <a:pt x="1844802" y="225183"/>
                </a:lnTo>
                <a:lnTo>
                  <a:pt x="1848269" y="219125"/>
                </a:lnTo>
                <a:lnTo>
                  <a:pt x="1853184" y="213372"/>
                </a:lnTo>
                <a:lnTo>
                  <a:pt x="1818132" y="196608"/>
                </a:lnTo>
                <a:lnTo>
                  <a:pt x="1815846" y="237375"/>
                </a:lnTo>
                <a:lnTo>
                  <a:pt x="1808988" y="289572"/>
                </a:lnTo>
                <a:lnTo>
                  <a:pt x="1795272" y="348056"/>
                </a:lnTo>
                <a:lnTo>
                  <a:pt x="1772412" y="405396"/>
                </a:lnTo>
                <a:lnTo>
                  <a:pt x="1778508" y="408444"/>
                </a:lnTo>
                <a:lnTo>
                  <a:pt x="1791931" y="389915"/>
                </a:lnTo>
                <a:lnTo>
                  <a:pt x="1804797" y="366534"/>
                </a:lnTo>
                <a:lnTo>
                  <a:pt x="1817077" y="338569"/>
                </a:lnTo>
                <a:lnTo>
                  <a:pt x="1828800" y="306336"/>
                </a:lnTo>
                <a:lnTo>
                  <a:pt x="1845703" y="325767"/>
                </a:lnTo>
                <a:lnTo>
                  <a:pt x="1885797" y="357771"/>
                </a:lnTo>
                <a:lnTo>
                  <a:pt x="1935873" y="380606"/>
                </a:lnTo>
                <a:lnTo>
                  <a:pt x="1995932" y="393700"/>
                </a:lnTo>
                <a:lnTo>
                  <a:pt x="2064232" y="398005"/>
                </a:lnTo>
                <a:lnTo>
                  <a:pt x="2151888" y="399300"/>
                </a:lnTo>
                <a:lnTo>
                  <a:pt x="2154745" y="390728"/>
                </a:lnTo>
                <a:lnTo>
                  <a:pt x="2161032" y="383298"/>
                </a:lnTo>
                <a:lnTo>
                  <a:pt x="2170747" y="377012"/>
                </a:lnTo>
                <a:lnTo>
                  <a:pt x="2183892" y="371868"/>
                </a:lnTo>
                <a:lnTo>
                  <a:pt x="2183892" y="370890"/>
                </a:lnTo>
                <a:lnTo>
                  <a:pt x="2183892" y="364248"/>
                </a:lnTo>
                <a:close/>
              </a:path>
              <a:path w="2626359" h="411480">
                <a:moveTo>
                  <a:pt x="2625852" y="135636"/>
                </a:moveTo>
                <a:lnTo>
                  <a:pt x="2587752" y="97536"/>
                </a:lnTo>
                <a:lnTo>
                  <a:pt x="2560320" y="124968"/>
                </a:lnTo>
                <a:lnTo>
                  <a:pt x="2432304" y="124968"/>
                </a:lnTo>
                <a:lnTo>
                  <a:pt x="2432304" y="35052"/>
                </a:lnTo>
                <a:lnTo>
                  <a:pt x="2446020" y="21336"/>
                </a:lnTo>
                <a:lnTo>
                  <a:pt x="2403348" y="1524"/>
                </a:lnTo>
                <a:lnTo>
                  <a:pt x="2404465" y="21247"/>
                </a:lnTo>
                <a:lnTo>
                  <a:pt x="2405443" y="48387"/>
                </a:lnTo>
                <a:lnTo>
                  <a:pt x="2406129" y="82969"/>
                </a:lnTo>
                <a:lnTo>
                  <a:pt x="2406396" y="124968"/>
                </a:lnTo>
                <a:lnTo>
                  <a:pt x="2229612" y="124968"/>
                </a:lnTo>
                <a:lnTo>
                  <a:pt x="2243328" y="138684"/>
                </a:lnTo>
                <a:lnTo>
                  <a:pt x="2267712" y="135636"/>
                </a:lnTo>
                <a:lnTo>
                  <a:pt x="2406396" y="135636"/>
                </a:lnTo>
                <a:lnTo>
                  <a:pt x="2399157" y="191643"/>
                </a:lnTo>
                <a:lnTo>
                  <a:pt x="2385060" y="245364"/>
                </a:lnTo>
                <a:lnTo>
                  <a:pt x="2362390" y="294513"/>
                </a:lnTo>
                <a:lnTo>
                  <a:pt x="2327148" y="336804"/>
                </a:lnTo>
                <a:lnTo>
                  <a:pt x="2280666" y="373761"/>
                </a:lnTo>
                <a:lnTo>
                  <a:pt x="2225040" y="403860"/>
                </a:lnTo>
                <a:lnTo>
                  <a:pt x="2226564" y="409956"/>
                </a:lnTo>
                <a:lnTo>
                  <a:pt x="2266823" y="394792"/>
                </a:lnTo>
                <a:lnTo>
                  <a:pt x="2302954" y="376618"/>
                </a:lnTo>
                <a:lnTo>
                  <a:pt x="2334780" y="355307"/>
                </a:lnTo>
                <a:lnTo>
                  <a:pt x="2385288" y="301904"/>
                </a:lnTo>
                <a:lnTo>
                  <a:pt x="2404110" y="265938"/>
                </a:lnTo>
                <a:lnTo>
                  <a:pt x="2418346" y="223126"/>
                </a:lnTo>
                <a:lnTo>
                  <a:pt x="2427732" y="173736"/>
                </a:lnTo>
                <a:lnTo>
                  <a:pt x="2438298" y="206578"/>
                </a:lnTo>
                <a:lnTo>
                  <a:pt x="2468016" y="269963"/>
                </a:lnTo>
                <a:lnTo>
                  <a:pt x="2508859" y="329374"/>
                </a:lnTo>
                <a:lnTo>
                  <a:pt x="2558529" y="377380"/>
                </a:lnTo>
                <a:lnTo>
                  <a:pt x="2586228" y="396240"/>
                </a:lnTo>
                <a:lnTo>
                  <a:pt x="2593670" y="387096"/>
                </a:lnTo>
                <a:lnTo>
                  <a:pt x="2602420" y="380238"/>
                </a:lnTo>
                <a:lnTo>
                  <a:pt x="2612580" y="375666"/>
                </a:lnTo>
                <a:lnTo>
                  <a:pt x="2624328" y="373380"/>
                </a:lnTo>
                <a:lnTo>
                  <a:pt x="2624328" y="367284"/>
                </a:lnTo>
                <a:lnTo>
                  <a:pt x="2585224" y="353263"/>
                </a:lnTo>
                <a:lnTo>
                  <a:pt x="2550414" y="333946"/>
                </a:lnTo>
                <a:lnTo>
                  <a:pt x="2520162" y="309206"/>
                </a:lnTo>
                <a:lnTo>
                  <a:pt x="2494788" y="278892"/>
                </a:lnTo>
                <a:lnTo>
                  <a:pt x="2473655" y="246011"/>
                </a:lnTo>
                <a:lnTo>
                  <a:pt x="2442273" y="181381"/>
                </a:lnTo>
                <a:lnTo>
                  <a:pt x="2432304" y="149352"/>
                </a:lnTo>
                <a:lnTo>
                  <a:pt x="2432304" y="135636"/>
                </a:lnTo>
                <a:lnTo>
                  <a:pt x="2625852" y="13563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" name="object 22"/>
          <p:cNvSpPr/>
          <p:nvPr/>
        </p:nvSpPr>
        <p:spPr>
          <a:xfrm>
            <a:off x="9281159" y="2380488"/>
            <a:ext cx="356870" cy="402590"/>
          </a:xfrm>
          <a:custGeom>
            <a:avLst/>
            <a:gdLst/>
            <a:ahLst/>
            <a:cxnLst/>
            <a:rect l="l" t="t" r="r" b="b"/>
            <a:pathLst>
              <a:path w="356870" h="402589">
                <a:moveTo>
                  <a:pt x="54864" y="89916"/>
                </a:moveTo>
                <a:lnTo>
                  <a:pt x="44196" y="89916"/>
                </a:lnTo>
                <a:lnTo>
                  <a:pt x="51554" y="62793"/>
                </a:lnTo>
                <a:lnTo>
                  <a:pt x="57340" y="38671"/>
                </a:lnTo>
                <a:lnTo>
                  <a:pt x="61126" y="17692"/>
                </a:lnTo>
                <a:lnTo>
                  <a:pt x="62484" y="0"/>
                </a:lnTo>
                <a:lnTo>
                  <a:pt x="102108" y="21336"/>
                </a:lnTo>
                <a:lnTo>
                  <a:pt x="92368" y="29051"/>
                </a:lnTo>
                <a:lnTo>
                  <a:pt x="81343" y="43053"/>
                </a:lnTo>
                <a:lnTo>
                  <a:pt x="68889" y="63341"/>
                </a:lnTo>
                <a:lnTo>
                  <a:pt x="54864" y="89916"/>
                </a:lnTo>
                <a:close/>
              </a:path>
              <a:path w="356870" h="402589">
                <a:moveTo>
                  <a:pt x="147828" y="192024"/>
                </a:moveTo>
                <a:lnTo>
                  <a:pt x="143256" y="187452"/>
                </a:lnTo>
                <a:lnTo>
                  <a:pt x="160377" y="160615"/>
                </a:lnTo>
                <a:lnTo>
                  <a:pt x="175069" y="135064"/>
                </a:lnTo>
                <a:lnTo>
                  <a:pt x="196596" y="88392"/>
                </a:lnTo>
                <a:lnTo>
                  <a:pt x="212407" y="44958"/>
                </a:lnTo>
                <a:lnTo>
                  <a:pt x="222503" y="1524"/>
                </a:lnTo>
                <a:lnTo>
                  <a:pt x="262127" y="24384"/>
                </a:lnTo>
                <a:lnTo>
                  <a:pt x="253507" y="32146"/>
                </a:lnTo>
                <a:lnTo>
                  <a:pt x="243459" y="46482"/>
                </a:lnTo>
                <a:lnTo>
                  <a:pt x="231695" y="67675"/>
                </a:lnTo>
                <a:lnTo>
                  <a:pt x="217932" y="96012"/>
                </a:lnTo>
                <a:lnTo>
                  <a:pt x="350520" y="96012"/>
                </a:lnTo>
                <a:lnTo>
                  <a:pt x="356616" y="102108"/>
                </a:lnTo>
                <a:lnTo>
                  <a:pt x="350901" y="106680"/>
                </a:lnTo>
                <a:lnTo>
                  <a:pt x="214884" y="106680"/>
                </a:lnTo>
                <a:lnTo>
                  <a:pt x="198834" y="130730"/>
                </a:lnTo>
                <a:lnTo>
                  <a:pt x="182499" y="152781"/>
                </a:lnTo>
                <a:lnTo>
                  <a:pt x="165592" y="173116"/>
                </a:lnTo>
                <a:lnTo>
                  <a:pt x="147828" y="192024"/>
                </a:lnTo>
                <a:close/>
              </a:path>
              <a:path w="356870" h="402589">
                <a:moveTo>
                  <a:pt x="146304" y="89916"/>
                </a:moveTo>
                <a:lnTo>
                  <a:pt x="111252" y="89916"/>
                </a:lnTo>
                <a:lnTo>
                  <a:pt x="129540" y="73152"/>
                </a:lnTo>
                <a:lnTo>
                  <a:pt x="146304" y="89916"/>
                </a:lnTo>
                <a:close/>
              </a:path>
              <a:path w="356870" h="402589">
                <a:moveTo>
                  <a:pt x="0" y="397764"/>
                </a:moveTo>
                <a:lnTo>
                  <a:pt x="834" y="359664"/>
                </a:lnTo>
                <a:lnTo>
                  <a:pt x="935" y="352615"/>
                </a:lnTo>
                <a:lnTo>
                  <a:pt x="1333" y="316992"/>
                </a:lnTo>
                <a:lnTo>
                  <a:pt x="1430" y="178308"/>
                </a:lnTo>
                <a:lnTo>
                  <a:pt x="1309" y="152781"/>
                </a:lnTo>
                <a:lnTo>
                  <a:pt x="881" y="114704"/>
                </a:lnTo>
                <a:lnTo>
                  <a:pt x="0" y="74676"/>
                </a:lnTo>
                <a:lnTo>
                  <a:pt x="25908" y="89916"/>
                </a:lnTo>
                <a:lnTo>
                  <a:pt x="146304" y="89916"/>
                </a:lnTo>
                <a:lnTo>
                  <a:pt x="155448" y="99060"/>
                </a:lnTo>
                <a:lnTo>
                  <a:pt x="153352" y="100584"/>
                </a:lnTo>
                <a:lnTo>
                  <a:pt x="24384" y="100584"/>
                </a:lnTo>
                <a:lnTo>
                  <a:pt x="24384" y="211836"/>
                </a:lnTo>
                <a:lnTo>
                  <a:pt x="138729" y="211836"/>
                </a:lnTo>
                <a:lnTo>
                  <a:pt x="138743" y="222504"/>
                </a:lnTo>
                <a:lnTo>
                  <a:pt x="24384" y="222504"/>
                </a:lnTo>
                <a:lnTo>
                  <a:pt x="24384" y="344424"/>
                </a:lnTo>
                <a:lnTo>
                  <a:pt x="139438" y="344424"/>
                </a:lnTo>
                <a:lnTo>
                  <a:pt x="139464" y="346850"/>
                </a:lnTo>
                <a:lnTo>
                  <a:pt x="139661" y="355092"/>
                </a:lnTo>
                <a:lnTo>
                  <a:pt x="24384" y="355092"/>
                </a:lnTo>
                <a:lnTo>
                  <a:pt x="24384" y="384048"/>
                </a:lnTo>
                <a:lnTo>
                  <a:pt x="0" y="397764"/>
                </a:lnTo>
                <a:close/>
              </a:path>
              <a:path w="356870" h="402589">
                <a:moveTo>
                  <a:pt x="350520" y="96012"/>
                </a:moveTo>
                <a:lnTo>
                  <a:pt x="312420" y="96012"/>
                </a:lnTo>
                <a:lnTo>
                  <a:pt x="330708" y="76200"/>
                </a:lnTo>
                <a:lnTo>
                  <a:pt x="350520" y="96012"/>
                </a:lnTo>
                <a:close/>
              </a:path>
              <a:path w="356870" h="402589">
                <a:moveTo>
                  <a:pt x="138729" y="211836"/>
                </a:moveTo>
                <a:lnTo>
                  <a:pt x="115824" y="211836"/>
                </a:lnTo>
                <a:lnTo>
                  <a:pt x="115824" y="100584"/>
                </a:lnTo>
                <a:lnTo>
                  <a:pt x="153352" y="100584"/>
                </a:lnTo>
                <a:lnTo>
                  <a:pt x="138684" y="111252"/>
                </a:lnTo>
                <a:lnTo>
                  <a:pt x="138729" y="211836"/>
                </a:lnTo>
                <a:close/>
              </a:path>
              <a:path w="356870" h="402589">
                <a:moveTo>
                  <a:pt x="327778" y="359664"/>
                </a:moveTo>
                <a:lnTo>
                  <a:pt x="283464" y="359664"/>
                </a:lnTo>
                <a:lnTo>
                  <a:pt x="292631" y="357925"/>
                </a:lnTo>
                <a:lnTo>
                  <a:pt x="299656" y="352615"/>
                </a:lnTo>
                <a:lnTo>
                  <a:pt x="309895" y="305562"/>
                </a:lnTo>
                <a:lnTo>
                  <a:pt x="311658" y="259842"/>
                </a:lnTo>
                <a:lnTo>
                  <a:pt x="313456" y="192024"/>
                </a:lnTo>
                <a:lnTo>
                  <a:pt x="315467" y="106680"/>
                </a:lnTo>
                <a:lnTo>
                  <a:pt x="350901" y="106680"/>
                </a:lnTo>
                <a:lnTo>
                  <a:pt x="341376" y="114300"/>
                </a:lnTo>
                <a:lnTo>
                  <a:pt x="340161" y="186976"/>
                </a:lnTo>
                <a:lnTo>
                  <a:pt x="338376" y="249167"/>
                </a:lnTo>
                <a:lnTo>
                  <a:pt x="336328" y="295570"/>
                </a:lnTo>
                <a:lnTo>
                  <a:pt x="334207" y="327855"/>
                </a:lnTo>
                <a:lnTo>
                  <a:pt x="332232" y="345948"/>
                </a:lnTo>
                <a:lnTo>
                  <a:pt x="328497" y="357925"/>
                </a:lnTo>
                <a:lnTo>
                  <a:pt x="327778" y="359664"/>
                </a:lnTo>
                <a:close/>
              </a:path>
              <a:path w="356870" h="402589">
                <a:moveTo>
                  <a:pt x="233172" y="269748"/>
                </a:moveTo>
                <a:lnTo>
                  <a:pt x="230124" y="269748"/>
                </a:lnTo>
                <a:lnTo>
                  <a:pt x="226956" y="268295"/>
                </a:lnTo>
                <a:lnTo>
                  <a:pt x="224218" y="263842"/>
                </a:lnTo>
                <a:lnTo>
                  <a:pt x="221765" y="256246"/>
                </a:lnTo>
                <a:lnTo>
                  <a:pt x="219456" y="245364"/>
                </a:lnTo>
                <a:lnTo>
                  <a:pt x="214907" y="228242"/>
                </a:lnTo>
                <a:lnTo>
                  <a:pt x="208216" y="211264"/>
                </a:lnTo>
                <a:lnTo>
                  <a:pt x="199524" y="194571"/>
                </a:lnTo>
                <a:lnTo>
                  <a:pt x="188976" y="178308"/>
                </a:lnTo>
                <a:lnTo>
                  <a:pt x="192024" y="172212"/>
                </a:lnTo>
                <a:lnTo>
                  <a:pt x="224980" y="199644"/>
                </a:lnTo>
                <a:lnTo>
                  <a:pt x="246888" y="236220"/>
                </a:lnTo>
                <a:lnTo>
                  <a:pt x="246888" y="248412"/>
                </a:lnTo>
                <a:lnTo>
                  <a:pt x="245364" y="254508"/>
                </a:lnTo>
                <a:lnTo>
                  <a:pt x="236220" y="266700"/>
                </a:lnTo>
                <a:lnTo>
                  <a:pt x="233172" y="269748"/>
                </a:lnTo>
                <a:close/>
              </a:path>
              <a:path w="356870" h="402589">
                <a:moveTo>
                  <a:pt x="139438" y="344424"/>
                </a:moveTo>
                <a:lnTo>
                  <a:pt x="115824" y="344424"/>
                </a:lnTo>
                <a:lnTo>
                  <a:pt x="115824" y="222504"/>
                </a:lnTo>
                <a:lnTo>
                  <a:pt x="138743" y="222504"/>
                </a:lnTo>
                <a:lnTo>
                  <a:pt x="138861" y="269748"/>
                </a:lnTo>
                <a:lnTo>
                  <a:pt x="139022" y="305562"/>
                </a:lnTo>
                <a:lnTo>
                  <a:pt x="139438" y="344424"/>
                </a:lnTo>
                <a:close/>
              </a:path>
              <a:path w="356870" h="402589">
                <a:moveTo>
                  <a:pt x="278891" y="402336"/>
                </a:moveTo>
                <a:lnTo>
                  <a:pt x="271986" y="389239"/>
                </a:lnTo>
                <a:lnTo>
                  <a:pt x="260223" y="377571"/>
                </a:lnTo>
                <a:lnTo>
                  <a:pt x="243316" y="367617"/>
                </a:lnTo>
                <a:lnTo>
                  <a:pt x="220979" y="359664"/>
                </a:lnTo>
                <a:lnTo>
                  <a:pt x="220979" y="352044"/>
                </a:lnTo>
                <a:lnTo>
                  <a:pt x="241244" y="355163"/>
                </a:lnTo>
                <a:lnTo>
                  <a:pt x="258508" y="357568"/>
                </a:lnTo>
                <a:lnTo>
                  <a:pt x="272629" y="359116"/>
                </a:lnTo>
                <a:lnTo>
                  <a:pt x="283464" y="359664"/>
                </a:lnTo>
                <a:lnTo>
                  <a:pt x="327778" y="359664"/>
                </a:lnTo>
                <a:lnTo>
                  <a:pt x="324231" y="368236"/>
                </a:lnTo>
                <a:lnTo>
                  <a:pt x="290310" y="397764"/>
                </a:lnTo>
                <a:lnTo>
                  <a:pt x="278891" y="402336"/>
                </a:lnTo>
                <a:close/>
              </a:path>
              <a:path w="356870" h="402589">
                <a:moveTo>
                  <a:pt x="115824" y="391668"/>
                </a:moveTo>
                <a:lnTo>
                  <a:pt x="115824" y="355092"/>
                </a:lnTo>
                <a:lnTo>
                  <a:pt x="139661" y="355092"/>
                </a:lnTo>
                <a:lnTo>
                  <a:pt x="140208" y="377952"/>
                </a:lnTo>
                <a:lnTo>
                  <a:pt x="115824" y="39166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" name="object 23"/>
          <p:cNvSpPr/>
          <p:nvPr/>
        </p:nvSpPr>
        <p:spPr>
          <a:xfrm>
            <a:off x="2145791" y="2930651"/>
            <a:ext cx="375285" cy="381000"/>
          </a:xfrm>
          <a:custGeom>
            <a:avLst/>
            <a:gdLst/>
            <a:ahLst/>
            <a:cxnLst/>
            <a:rect l="l" t="t" r="r" b="b"/>
            <a:pathLst>
              <a:path w="375285" h="381000">
                <a:moveTo>
                  <a:pt x="24384" y="380999"/>
                </a:moveTo>
                <a:lnTo>
                  <a:pt x="0" y="358139"/>
                </a:lnTo>
                <a:lnTo>
                  <a:pt x="10668" y="347472"/>
                </a:lnTo>
                <a:lnTo>
                  <a:pt x="10668" y="105155"/>
                </a:lnTo>
                <a:lnTo>
                  <a:pt x="10477" y="58483"/>
                </a:lnTo>
                <a:lnTo>
                  <a:pt x="10025" y="34647"/>
                </a:lnTo>
                <a:lnTo>
                  <a:pt x="9144" y="10667"/>
                </a:lnTo>
                <a:lnTo>
                  <a:pt x="35052" y="24383"/>
                </a:lnTo>
                <a:lnTo>
                  <a:pt x="303275" y="24383"/>
                </a:lnTo>
                <a:lnTo>
                  <a:pt x="329183" y="0"/>
                </a:lnTo>
                <a:lnTo>
                  <a:pt x="359663" y="35051"/>
                </a:lnTo>
                <a:lnTo>
                  <a:pt x="240792" y="35051"/>
                </a:lnTo>
                <a:lnTo>
                  <a:pt x="240792" y="242315"/>
                </a:lnTo>
                <a:lnTo>
                  <a:pt x="241934" y="257198"/>
                </a:lnTo>
                <a:lnTo>
                  <a:pt x="245363" y="267652"/>
                </a:lnTo>
                <a:lnTo>
                  <a:pt x="251078" y="273819"/>
                </a:lnTo>
                <a:lnTo>
                  <a:pt x="259080" y="275843"/>
                </a:lnTo>
                <a:lnTo>
                  <a:pt x="306324" y="275843"/>
                </a:lnTo>
                <a:lnTo>
                  <a:pt x="326397" y="234291"/>
                </a:lnTo>
                <a:lnTo>
                  <a:pt x="327088" y="221551"/>
                </a:lnTo>
                <a:lnTo>
                  <a:pt x="329183" y="195071"/>
                </a:lnTo>
                <a:lnTo>
                  <a:pt x="338328" y="195071"/>
                </a:lnTo>
                <a:lnTo>
                  <a:pt x="338518" y="220027"/>
                </a:lnTo>
                <a:lnTo>
                  <a:pt x="338970" y="232148"/>
                </a:lnTo>
                <a:lnTo>
                  <a:pt x="353567" y="267843"/>
                </a:lnTo>
                <a:lnTo>
                  <a:pt x="362711" y="271272"/>
                </a:lnTo>
                <a:lnTo>
                  <a:pt x="354449" y="282368"/>
                </a:lnTo>
                <a:lnTo>
                  <a:pt x="343471" y="290322"/>
                </a:lnTo>
                <a:lnTo>
                  <a:pt x="329922" y="294846"/>
                </a:lnTo>
                <a:lnTo>
                  <a:pt x="313944" y="295655"/>
                </a:lnTo>
                <a:lnTo>
                  <a:pt x="248411" y="295655"/>
                </a:lnTo>
                <a:lnTo>
                  <a:pt x="234434" y="292488"/>
                </a:lnTo>
                <a:lnTo>
                  <a:pt x="224599" y="285178"/>
                </a:lnTo>
                <a:lnTo>
                  <a:pt x="219051" y="273581"/>
                </a:lnTo>
                <a:lnTo>
                  <a:pt x="217932" y="257555"/>
                </a:lnTo>
                <a:lnTo>
                  <a:pt x="217932" y="35051"/>
                </a:lnTo>
                <a:lnTo>
                  <a:pt x="144780" y="35051"/>
                </a:lnTo>
                <a:lnTo>
                  <a:pt x="143827" y="87629"/>
                </a:lnTo>
                <a:lnTo>
                  <a:pt x="141732" y="135635"/>
                </a:lnTo>
                <a:lnTo>
                  <a:pt x="133731" y="181355"/>
                </a:lnTo>
                <a:lnTo>
                  <a:pt x="118872" y="227075"/>
                </a:lnTo>
                <a:lnTo>
                  <a:pt x="94488" y="272986"/>
                </a:lnTo>
                <a:lnTo>
                  <a:pt x="56388" y="320039"/>
                </a:lnTo>
                <a:lnTo>
                  <a:pt x="50292" y="313943"/>
                </a:lnTo>
                <a:lnTo>
                  <a:pt x="66913" y="290488"/>
                </a:lnTo>
                <a:lnTo>
                  <a:pt x="80391" y="268033"/>
                </a:lnTo>
                <a:lnTo>
                  <a:pt x="99060" y="225551"/>
                </a:lnTo>
                <a:lnTo>
                  <a:pt x="110490" y="184594"/>
                </a:lnTo>
                <a:lnTo>
                  <a:pt x="117348" y="140207"/>
                </a:lnTo>
                <a:lnTo>
                  <a:pt x="119443" y="89915"/>
                </a:lnTo>
                <a:lnTo>
                  <a:pt x="120396" y="35051"/>
                </a:lnTo>
                <a:lnTo>
                  <a:pt x="35052" y="35051"/>
                </a:lnTo>
                <a:lnTo>
                  <a:pt x="35052" y="355091"/>
                </a:lnTo>
                <a:lnTo>
                  <a:pt x="310896" y="355091"/>
                </a:lnTo>
                <a:lnTo>
                  <a:pt x="338328" y="327660"/>
                </a:lnTo>
                <a:lnTo>
                  <a:pt x="374904" y="364236"/>
                </a:lnTo>
                <a:lnTo>
                  <a:pt x="36576" y="364236"/>
                </a:lnTo>
                <a:lnTo>
                  <a:pt x="24384" y="38099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" name="object 24"/>
          <p:cNvSpPr/>
          <p:nvPr/>
        </p:nvSpPr>
        <p:spPr>
          <a:xfrm>
            <a:off x="2567939" y="2933700"/>
            <a:ext cx="410209" cy="382905"/>
          </a:xfrm>
          <a:custGeom>
            <a:avLst/>
            <a:gdLst/>
            <a:ahLst/>
            <a:cxnLst/>
            <a:rect l="l" t="t" r="r" b="b"/>
            <a:pathLst>
              <a:path w="410210" h="382904">
                <a:moveTo>
                  <a:pt x="242316" y="36576"/>
                </a:moveTo>
                <a:lnTo>
                  <a:pt x="227076" y="21336"/>
                </a:lnTo>
                <a:lnTo>
                  <a:pt x="348996" y="21336"/>
                </a:lnTo>
                <a:lnTo>
                  <a:pt x="361188" y="4572"/>
                </a:lnTo>
                <a:lnTo>
                  <a:pt x="387096" y="25908"/>
                </a:lnTo>
                <a:lnTo>
                  <a:pt x="380129" y="32004"/>
                </a:lnTo>
                <a:lnTo>
                  <a:pt x="283464" y="32004"/>
                </a:lnTo>
                <a:lnTo>
                  <a:pt x="272319" y="32289"/>
                </a:lnTo>
                <a:lnTo>
                  <a:pt x="261747" y="33147"/>
                </a:lnTo>
                <a:lnTo>
                  <a:pt x="251745" y="34575"/>
                </a:lnTo>
                <a:lnTo>
                  <a:pt x="242316" y="36576"/>
                </a:lnTo>
                <a:close/>
              </a:path>
              <a:path w="410210" h="382904">
                <a:moveTo>
                  <a:pt x="375562" y="146304"/>
                </a:moveTo>
                <a:lnTo>
                  <a:pt x="352044" y="146304"/>
                </a:lnTo>
                <a:lnTo>
                  <a:pt x="352044" y="32004"/>
                </a:lnTo>
                <a:lnTo>
                  <a:pt x="380129" y="32004"/>
                </a:lnTo>
                <a:lnTo>
                  <a:pt x="374904" y="36576"/>
                </a:lnTo>
                <a:lnTo>
                  <a:pt x="374927" y="78533"/>
                </a:lnTo>
                <a:lnTo>
                  <a:pt x="375094" y="115062"/>
                </a:lnTo>
                <a:lnTo>
                  <a:pt x="375562" y="146304"/>
                </a:lnTo>
                <a:close/>
              </a:path>
              <a:path w="410210" h="382904">
                <a:moveTo>
                  <a:pt x="368808" y="365760"/>
                </a:moveTo>
                <a:lnTo>
                  <a:pt x="278892" y="365760"/>
                </a:lnTo>
                <a:lnTo>
                  <a:pt x="259127" y="364021"/>
                </a:lnTo>
                <a:lnTo>
                  <a:pt x="245364" y="356425"/>
                </a:lnTo>
                <a:lnTo>
                  <a:pt x="237315" y="342828"/>
                </a:lnTo>
                <a:lnTo>
                  <a:pt x="234696" y="323088"/>
                </a:lnTo>
                <a:lnTo>
                  <a:pt x="234672" y="253650"/>
                </a:lnTo>
                <a:lnTo>
                  <a:pt x="234505" y="198501"/>
                </a:lnTo>
                <a:lnTo>
                  <a:pt x="234053" y="157638"/>
                </a:lnTo>
                <a:lnTo>
                  <a:pt x="233172" y="131064"/>
                </a:lnTo>
                <a:lnTo>
                  <a:pt x="257556" y="146304"/>
                </a:lnTo>
                <a:lnTo>
                  <a:pt x="375562" y="146304"/>
                </a:lnTo>
                <a:lnTo>
                  <a:pt x="375940" y="156972"/>
                </a:lnTo>
                <a:lnTo>
                  <a:pt x="257556" y="156972"/>
                </a:lnTo>
                <a:lnTo>
                  <a:pt x="257556" y="316992"/>
                </a:lnTo>
                <a:lnTo>
                  <a:pt x="259270" y="330088"/>
                </a:lnTo>
                <a:lnTo>
                  <a:pt x="264414" y="339471"/>
                </a:lnTo>
                <a:lnTo>
                  <a:pt x="272986" y="344852"/>
                </a:lnTo>
                <a:lnTo>
                  <a:pt x="284988" y="345948"/>
                </a:lnTo>
                <a:lnTo>
                  <a:pt x="406714" y="345948"/>
                </a:lnTo>
                <a:lnTo>
                  <a:pt x="402240" y="352258"/>
                </a:lnTo>
                <a:lnTo>
                  <a:pt x="392811" y="359854"/>
                </a:lnTo>
                <a:lnTo>
                  <a:pt x="381666" y="364307"/>
                </a:lnTo>
                <a:lnTo>
                  <a:pt x="368808" y="365760"/>
                </a:lnTo>
                <a:close/>
              </a:path>
              <a:path w="410210" h="382904">
                <a:moveTo>
                  <a:pt x="352044" y="181356"/>
                </a:moveTo>
                <a:lnTo>
                  <a:pt x="352044" y="156972"/>
                </a:lnTo>
                <a:lnTo>
                  <a:pt x="375940" y="156972"/>
                </a:lnTo>
                <a:lnTo>
                  <a:pt x="376428" y="170688"/>
                </a:lnTo>
                <a:lnTo>
                  <a:pt x="352044" y="181356"/>
                </a:lnTo>
                <a:close/>
              </a:path>
              <a:path w="410210" h="382904">
                <a:moveTo>
                  <a:pt x="406714" y="345948"/>
                </a:moveTo>
                <a:lnTo>
                  <a:pt x="364236" y="345948"/>
                </a:lnTo>
                <a:lnTo>
                  <a:pt x="370332" y="339852"/>
                </a:lnTo>
                <a:lnTo>
                  <a:pt x="373380" y="329184"/>
                </a:lnTo>
                <a:lnTo>
                  <a:pt x="374498" y="318516"/>
                </a:lnTo>
                <a:lnTo>
                  <a:pt x="375666" y="303657"/>
                </a:lnTo>
                <a:lnTo>
                  <a:pt x="376809" y="285035"/>
                </a:lnTo>
                <a:lnTo>
                  <a:pt x="377952" y="262128"/>
                </a:lnTo>
                <a:lnTo>
                  <a:pt x="387096" y="262128"/>
                </a:lnTo>
                <a:lnTo>
                  <a:pt x="388381" y="307347"/>
                </a:lnTo>
                <a:lnTo>
                  <a:pt x="409956" y="341376"/>
                </a:lnTo>
                <a:lnTo>
                  <a:pt x="406714" y="345948"/>
                </a:lnTo>
                <a:close/>
              </a:path>
              <a:path w="410210" h="382904">
                <a:moveTo>
                  <a:pt x="16764" y="36576"/>
                </a:moveTo>
                <a:lnTo>
                  <a:pt x="0" y="21336"/>
                </a:lnTo>
                <a:lnTo>
                  <a:pt x="176784" y="21336"/>
                </a:lnTo>
                <a:lnTo>
                  <a:pt x="196596" y="0"/>
                </a:lnTo>
                <a:lnTo>
                  <a:pt x="225552" y="32004"/>
                </a:lnTo>
                <a:lnTo>
                  <a:pt x="57912" y="32004"/>
                </a:lnTo>
                <a:lnTo>
                  <a:pt x="46767" y="32289"/>
                </a:lnTo>
                <a:lnTo>
                  <a:pt x="36195" y="33147"/>
                </a:lnTo>
                <a:lnTo>
                  <a:pt x="26193" y="34575"/>
                </a:lnTo>
                <a:lnTo>
                  <a:pt x="16764" y="36576"/>
                </a:lnTo>
                <a:close/>
              </a:path>
              <a:path w="410210" h="382904">
                <a:moveTo>
                  <a:pt x="102108" y="86868"/>
                </a:moveTo>
                <a:lnTo>
                  <a:pt x="80772" y="86868"/>
                </a:lnTo>
                <a:lnTo>
                  <a:pt x="80772" y="32004"/>
                </a:lnTo>
                <a:lnTo>
                  <a:pt x="102108" y="32004"/>
                </a:lnTo>
                <a:lnTo>
                  <a:pt x="102108" y="86868"/>
                </a:lnTo>
                <a:close/>
              </a:path>
              <a:path w="410210" h="382904">
                <a:moveTo>
                  <a:pt x="146304" y="86868"/>
                </a:moveTo>
                <a:lnTo>
                  <a:pt x="124968" y="86868"/>
                </a:lnTo>
                <a:lnTo>
                  <a:pt x="124968" y="32004"/>
                </a:lnTo>
                <a:lnTo>
                  <a:pt x="146304" y="32004"/>
                </a:lnTo>
                <a:lnTo>
                  <a:pt x="146304" y="86868"/>
                </a:lnTo>
                <a:close/>
              </a:path>
              <a:path w="410210" h="382904">
                <a:moveTo>
                  <a:pt x="204684" y="86868"/>
                </a:moveTo>
                <a:lnTo>
                  <a:pt x="173736" y="86868"/>
                </a:lnTo>
                <a:lnTo>
                  <a:pt x="185928" y="71628"/>
                </a:lnTo>
                <a:lnTo>
                  <a:pt x="204684" y="86868"/>
                </a:lnTo>
                <a:close/>
              </a:path>
              <a:path w="410210" h="382904">
                <a:moveTo>
                  <a:pt x="25908" y="382524"/>
                </a:moveTo>
                <a:lnTo>
                  <a:pt x="28003" y="317754"/>
                </a:lnTo>
                <a:lnTo>
                  <a:pt x="28694" y="276653"/>
                </a:lnTo>
                <a:lnTo>
                  <a:pt x="28930" y="225552"/>
                </a:lnTo>
                <a:lnTo>
                  <a:pt x="28694" y="182665"/>
                </a:lnTo>
                <a:lnTo>
                  <a:pt x="27978" y="139827"/>
                </a:lnTo>
                <a:lnTo>
                  <a:pt x="27027" y="104322"/>
                </a:lnTo>
                <a:lnTo>
                  <a:pt x="25908" y="73152"/>
                </a:lnTo>
                <a:lnTo>
                  <a:pt x="50291" y="86868"/>
                </a:lnTo>
                <a:lnTo>
                  <a:pt x="204684" y="86868"/>
                </a:lnTo>
                <a:lnTo>
                  <a:pt x="210312" y="91440"/>
                </a:lnTo>
                <a:lnTo>
                  <a:pt x="203345" y="97536"/>
                </a:lnTo>
                <a:lnTo>
                  <a:pt x="50291" y="97536"/>
                </a:lnTo>
                <a:lnTo>
                  <a:pt x="50291" y="216407"/>
                </a:lnTo>
                <a:lnTo>
                  <a:pt x="59927" y="216407"/>
                </a:lnTo>
                <a:lnTo>
                  <a:pt x="50291" y="225552"/>
                </a:lnTo>
                <a:lnTo>
                  <a:pt x="50291" y="249936"/>
                </a:lnTo>
                <a:lnTo>
                  <a:pt x="198795" y="249936"/>
                </a:lnTo>
                <a:lnTo>
                  <a:pt x="198932" y="260604"/>
                </a:lnTo>
                <a:lnTo>
                  <a:pt x="50291" y="260604"/>
                </a:lnTo>
                <a:lnTo>
                  <a:pt x="50291" y="327660"/>
                </a:lnTo>
                <a:lnTo>
                  <a:pt x="200001" y="327660"/>
                </a:lnTo>
                <a:lnTo>
                  <a:pt x="200187" y="336804"/>
                </a:lnTo>
                <a:lnTo>
                  <a:pt x="50291" y="336804"/>
                </a:lnTo>
                <a:lnTo>
                  <a:pt x="50291" y="373380"/>
                </a:lnTo>
                <a:lnTo>
                  <a:pt x="25908" y="382524"/>
                </a:lnTo>
                <a:close/>
              </a:path>
              <a:path w="410210" h="382904">
                <a:moveTo>
                  <a:pt x="59927" y="216407"/>
                </a:moveTo>
                <a:lnTo>
                  <a:pt x="50291" y="216407"/>
                </a:lnTo>
                <a:lnTo>
                  <a:pt x="63412" y="195262"/>
                </a:lnTo>
                <a:lnTo>
                  <a:pt x="72961" y="168402"/>
                </a:lnTo>
                <a:lnTo>
                  <a:pt x="78795" y="135826"/>
                </a:lnTo>
                <a:lnTo>
                  <a:pt x="80772" y="97536"/>
                </a:lnTo>
                <a:lnTo>
                  <a:pt x="102108" y="97536"/>
                </a:lnTo>
                <a:lnTo>
                  <a:pt x="98940" y="139827"/>
                </a:lnTo>
                <a:lnTo>
                  <a:pt x="89344" y="175260"/>
                </a:lnTo>
                <a:lnTo>
                  <a:pt x="73175" y="203835"/>
                </a:lnTo>
                <a:lnTo>
                  <a:pt x="59927" y="216407"/>
                </a:lnTo>
                <a:close/>
              </a:path>
              <a:path w="410210" h="382904">
                <a:moveTo>
                  <a:pt x="198795" y="249936"/>
                </a:moveTo>
                <a:lnTo>
                  <a:pt x="176784" y="249936"/>
                </a:lnTo>
                <a:lnTo>
                  <a:pt x="176784" y="211836"/>
                </a:lnTo>
                <a:lnTo>
                  <a:pt x="152400" y="211836"/>
                </a:lnTo>
                <a:lnTo>
                  <a:pt x="139755" y="210359"/>
                </a:lnTo>
                <a:lnTo>
                  <a:pt x="131254" y="205740"/>
                </a:lnTo>
                <a:lnTo>
                  <a:pt x="126468" y="197691"/>
                </a:lnTo>
                <a:lnTo>
                  <a:pt x="124968" y="185928"/>
                </a:lnTo>
                <a:lnTo>
                  <a:pt x="124968" y="97536"/>
                </a:lnTo>
                <a:lnTo>
                  <a:pt x="146304" y="97536"/>
                </a:lnTo>
                <a:lnTo>
                  <a:pt x="146304" y="187452"/>
                </a:lnTo>
                <a:lnTo>
                  <a:pt x="150876" y="193548"/>
                </a:lnTo>
                <a:lnTo>
                  <a:pt x="198380" y="193548"/>
                </a:lnTo>
                <a:lnTo>
                  <a:pt x="198754" y="246680"/>
                </a:lnTo>
                <a:lnTo>
                  <a:pt x="198795" y="249936"/>
                </a:lnTo>
                <a:close/>
              </a:path>
              <a:path w="410210" h="382904">
                <a:moveTo>
                  <a:pt x="198380" y="193548"/>
                </a:moveTo>
                <a:lnTo>
                  <a:pt x="176784" y="193548"/>
                </a:lnTo>
                <a:lnTo>
                  <a:pt x="176784" y="97536"/>
                </a:lnTo>
                <a:lnTo>
                  <a:pt x="203345" y="97536"/>
                </a:lnTo>
                <a:lnTo>
                  <a:pt x="198120" y="102108"/>
                </a:lnTo>
                <a:lnTo>
                  <a:pt x="198327" y="185928"/>
                </a:lnTo>
                <a:lnTo>
                  <a:pt x="198380" y="193548"/>
                </a:lnTo>
                <a:close/>
              </a:path>
              <a:path w="410210" h="382904">
                <a:moveTo>
                  <a:pt x="200001" y="327660"/>
                </a:moveTo>
                <a:lnTo>
                  <a:pt x="176784" y="327660"/>
                </a:lnTo>
                <a:lnTo>
                  <a:pt x="176784" y="260604"/>
                </a:lnTo>
                <a:lnTo>
                  <a:pt x="198932" y="260604"/>
                </a:lnTo>
                <a:lnTo>
                  <a:pt x="199436" y="299947"/>
                </a:lnTo>
                <a:lnTo>
                  <a:pt x="200001" y="327660"/>
                </a:lnTo>
                <a:close/>
              </a:path>
              <a:path w="410210" h="382904">
                <a:moveTo>
                  <a:pt x="176784" y="381000"/>
                </a:moveTo>
                <a:lnTo>
                  <a:pt x="176784" y="336804"/>
                </a:lnTo>
                <a:lnTo>
                  <a:pt x="200187" y="336804"/>
                </a:lnTo>
                <a:lnTo>
                  <a:pt x="200265" y="340632"/>
                </a:lnTo>
                <a:lnTo>
                  <a:pt x="201168" y="368808"/>
                </a:lnTo>
                <a:lnTo>
                  <a:pt x="176784" y="38100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pic>
        <p:nvPicPr>
          <p:cNvPr id="25" name="object 25"/>
          <p:cNvPicPr/>
          <p:nvPr/>
        </p:nvPicPr>
        <p:blipFill>
          <a:blip r:embed="rId4" cstate="print"/>
          <a:stretch>
            <a:fillRect/>
          </a:stretch>
        </p:blipFill>
        <p:spPr>
          <a:xfrm>
            <a:off x="3057144" y="3185160"/>
            <a:ext cx="97536" cy="96012"/>
          </a:xfrm>
          <a:prstGeom prst="rect">
            <a:avLst/>
          </a:prstGeom>
        </p:spPr>
      </p:pic>
      <p:sp>
        <p:nvSpPr>
          <p:cNvPr id="26" name="object 26"/>
          <p:cNvSpPr/>
          <p:nvPr/>
        </p:nvSpPr>
        <p:spPr>
          <a:xfrm>
            <a:off x="3459480" y="2916935"/>
            <a:ext cx="838200" cy="407034"/>
          </a:xfrm>
          <a:custGeom>
            <a:avLst/>
            <a:gdLst/>
            <a:ahLst/>
            <a:cxnLst/>
            <a:rect l="l" t="t" r="r" b="b"/>
            <a:pathLst>
              <a:path w="838200" h="407035">
                <a:moveTo>
                  <a:pt x="96050" y="53467"/>
                </a:moveTo>
                <a:lnTo>
                  <a:pt x="67246" y="20764"/>
                </a:lnTo>
                <a:lnTo>
                  <a:pt x="41148" y="4572"/>
                </a:lnTo>
                <a:lnTo>
                  <a:pt x="36576" y="7620"/>
                </a:lnTo>
                <a:lnTo>
                  <a:pt x="47764" y="25298"/>
                </a:lnTo>
                <a:lnTo>
                  <a:pt x="56388" y="41529"/>
                </a:lnTo>
                <a:lnTo>
                  <a:pt x="62712" y="56057"/>
                </a:lnTo>
                <a:lnTo>
                  <a:pt x="67056" y="68580"/>
                </a:lnTo>
                <a:lnTo>
                  <a:pt x="68580" y="80772"/>
                </a:lnTo>
                <a:lnTo>
                  <a:pt x="73152" y="86868"/>
                </a:lnTo>
                <a:lnTo>
                  <a:pt x="79248" y="86868"/>
                </a:lnTo>
                <a:lnTo>
                  <a:pt x="82296" y="83820"/>
                </a:lnTo>
                <a:lnTo>
                  <a:pt x="86868" y="80772"/>
                </a:lnTo>
                <a:lnTo>
                  <a:pt x="91440" y="76200"/>
                </a:lnTo>
                <a:lnTo>
                  <a:pt x="94488" y="70104"/>
                </a:lnTo>
                <a:lnTo>
                  <a:pt x="96012" y="60960"/>
                </a:lnTo>
                <a:lnTo>
                  <a:pt x="96050" y="53467"/>
                </a:lnTo>
                <a:close/>
              </a:path>
              <a:path w="838200" h="407035">
                <a:moveTo>
                  <a:pt x="271272" y="48768"/>
                </a:moveTo>
                <a:lnTo>
                  <a:pt x="233857" y="13385"/>
                </a:lnTo>
                <a:lnTo>
                  <a:pt x="216408" y="4572"/>
                </a:lnTo>
                <a:lnTo>
                  <a:pt x="213360" y="7620"/>
                </a:lnTo>
                <a:lnTo>
                  <a:pt x="223875" y="23914"/>
                </a:lnTo>
                <a:lnTo>
                  <a:pt x="232410" y="38481"/>
                </a:lnTo>
                <a:lnTo>
                  <a:pt x="238645" y="51346"/>
                </a:lnTo>
                <a:lnTo>
                  <a:pt x="242316" y="62484"/>
                </a:lnTo>
                <a:lnTo>
                  <a:pt x="245364" y="73152"/>
                </a:lnTo>
                <a:lnTo>
                  <a:pt x="246888" y="77724"/>
                </a:lnTo>
                <a:lnTo>
                  <a:pt x="251460" y="77724"/>
                </a:lnTo>
                <a:lnTo>
                  <a:pt x="254508" y="76200"/>
                </a:lnTo>
                <a:lnTo>
                  <a:pt x="259080" y="73152"/>
                </a:lnTo>
                <a:lnTo>
                  <a:pt x="263652" y="68580"/>
                </a:lnTo>
                <a:lnTo>
                  <a:pt x="266700" y="64008"/>
                </a:lnTo>
                <a:lnTo>
                  <a:pt x="268224" y="56388"/>
                </a:lnTo>
                <a:lnTo>
                  <a:pt x="271272" y="48768"/>
                </a:lnTo>
                <a:close/>
              </a:path>
              <a:path w="838200" h="407035">
                <a:moveTo>
                  <a:pt x="397764" y="103632"/>
                </a:moveTo>
                <a:lnTo>
                  <a:pt x="365760" y="65532"/>
                </a:lnTo>
                <a:lnTo>
                  <a:pt x="339852" y="92964"/>
                </a:lnTo>
                <a:lnTo>
                  <a:pt x="129540" y="92964"/>
                </a:lnTo>
                <a:lnTo>
                  <a:pt x="144780" y="108204"/>
                </a:lnTo>
                <a:lnTo>
                  <a:pt x="153873" y="106210"/>
                </a:lnTo>
                <a:lnTo>
                  <a:pt x="162687" y="104775"/>
                </a:lnTo>
                <a:lnTo>
                  <a:pt x="170916" y="103924"/>
                </a:lnTo>
                <a:lnTo>
                  <a:pt x="178308" y="103632"/>
                </a:lnTo>
                <a:lnTo>
                  <a:pt x="294132" y="103632"/>
                </a:lnTo>
                <a:lnTo>
                  <a:pt x="288417" y="127927"/>
                </a:lnTo>
                <a:lnTo>
                  <a:pt x="280416" y="152781"/>
                </a:lnTo>
                <a:lnTo>
                  <a:pt x="270129" y="178219"/>
                </a:lnTo>
                <a:lnTo>
                  <a:pt x="257556" y="204216"/>
                </a:lnTo>
                <a:lnTo>
                  <a:pt x="240487" y="191719"/>
                </a:lnTo>
                <a:lnTo>
                  <a:pt x="219075" y="177177"/>
                </a:lnTo>
                <a:lnTo>
                  <a:pt x="193687" y="160934"/>
                </a:lnTo>
                <a:lnTo>
                  <a:pt x="164592" y="143268"/>
                </a:lnTo>
                <a:lnTo>
                  <a:pt x="160020" y="149364"/>
                </a:lnTo>
                <a:lnTo>
                  <a:pt x="181711" y="165049"/>
                </a:lnTo>
                <a:lnTo>
                  <a:pt x="203263" y="182308"/>
                </a:lnTo>
                <a:lnTo>
                  <a:pt x="224523" y="201002"/>
                </a:lnTo>
                <a:lnTo>
                  <a:pt x="245364" y="220992"/>
                </a:lnTo>
                <a:lnTo>
                  <a:pt x="225336" y="246151"/>
                </a:lnTo>
                <a:lnTo>
                  <a:pt x="199453" y="271475"/>
                </a:lnTo>
                <a:lnTo>
                  <a:pt x="167563" y="297065"/>
                </a:lnTo>
                <a:lnTo>
                  <a:pt x="129540" y="323088"/>
                </a:lnTo>
                <a:lnTo>
                  <a:pt x="132588" y="327660"/>
                </a:lnTo>
                <a:lnTo>
                  <a:pt x="168922" y="310807"/>
                </a:lnTo>
                <a:lnTo>
                  <a:pt x="202692" y="289953"/>
                </a:lnTo>
                <a:lnTo>
                  <a:pt x="234162" y="265087"/>
                </a:lnTo>
                <a:lnTo>
                  <a:pt x="263652" y="236232"/>
                </a:lnTo>
                <a:lnTo>
                  <a:pt x="271932" y="243674"/>
                </a:lnTo>
                <a:lnTo>
                  <a:pt x="280797" y="252425"/>
                </a:lnTo>
                <a:lnTo>
                  <a:pt x="290220" y="262585"/>
                </a:lnTo>
                <a:lnTo>
                  <a:pt x="300228" y="274332"/>
                </a:lnTo>
                <a:lnTo>
                  <a:pt x="310794" y="286092"/>
                </a:lnTo>
                <a:lnTo>
                  <a:pt x="319659" y="296430"/>
                </a:lnTo>
                <a:lnTo>
                  <a:pt x="326796" y="305612"/>
                </a:lnTo>
                <a:lnTo>
                  <a:pt x="332232" y="313956"/>
                </a:lnTo>
                <a:lnTo>
                  <a:pt x="338328" y="326136"/>
                </a:lnTo>
                <a:lnTo>
                  <a:pt x="342900" y="330708"/>
                </a:lnTo>
                <a:lnTo>
                  <a:pt x="345948" y="329184"/>
                </a:lnTo>
                <a:lnTo>
                  <a:pt x="350520" y="329184"/>
                </a:lnTo>
                <a:lnTo>
                  <a:pt x="353568" y="321564"/>
                </a:lnTo>
                <a:lnTo>
                  <a:pt x="356616" y="309384"/>
                </a:lnTo>
                <a:lnTo>
                  <a:pt x="357225" y="300240"/>
                </a:lnTo>
                <a:lnTo>
                  <a:pt x="354711" y="291096"/>
                </a:lnTo>
                <a:lnTo>
                  <a:pt x="316230" y="249377"/>
                </a:lnTo>
                <a:lnTo>
                  <a:pt x="300164" y="236232"/>
                </a:lnTo>
                <a:lnTo>
                  <a:pt x="298513" y="234873"/>
                </a:lnTo>
                <a:lnTo>
                  <a:pt x="277368" y="217944"/>
                </a:lnTo>
                <a:lnTo>
                  <a:pt x="284670" y="204216"/>
                </a:lnTo>
                <a:lnTo>
                  <a:pt x="291338" y="191719"/>
                </a:lnTo>
                <a:lnTo>
                  <a:pt x="303466" y="163639"/>
                </a:lnTo>
                <a:lnTo>
                  <a:pt x="313575" y="134137"/>
                </a:lnTo>
                <a:lnTo>
                  <a:pt x="321564" y="103632"/>
                </a:lnTo>
                <a:lnTo>
                  <a:pt x="397764" y="103632"/>
                </a:lnTo>
                <a:close/>
              </a:path>
              <a:path w="838200" h="407035">
                <a:moveTo>
                  <a:pt x="406908" y="352056"/>
                </a:moveTo>
                <a:lnTo>
                  <a:pt x="387781" y="354076"/>
                </a:lnTo>
                <a:lnTo>
                  <a:pt x="367093" y="355676"/>
                </a:lnTo>
                <a:lnTo>
                  <a:pt x="323748" y="358025"/>
                </a:lnTo>
                <a:lnTo>
                  <a:pt x="273558" y="357949"/>
                </a:lnTo>
                <a:lnTo>
                  <a:pt x="220980" y="356616"/>
                </a:lnTo>
                <a:lnTo>
                  <a:pt x="174307" y="350913"/>
                </a:lnTo>
                <a:lnTo>
                  <a:pt x="126441" y="330314"/>
                </a:lnTo>
                <a:lnTo>
                  <a:pt x="96012" y="304812"/>
                </a:lnTo>
                <a:lnTo>
                  <a:pt x="96012" y="166116"/>
                </a:lnTo>
                <a:lnTo>
                  <a:pt x="102781" y="160032"/>
                </a:lnTo>
                <a:lnTo>
                  <a:pt x="111252" y="152412"/>
                </a:lnTo>
                <a:lnTo>
                  <a:pt x="82296" y="129552"/>
                </a:lnTo>
                <a:lnTo>
                  <a:pt x="70104" y="149364"/>
                </a:lnTo>
                <a:lnTo>
                  <a:pt x="0" y="149364"/>
                </a:lnTo>
                <a:lnTo>
                  <a:pt x="16764" y="164604"/>
                </a:lnTo>
                <a:lnTo>
                  <a:pt x="26187" y="162598"/>
                </a:lnTo>
                <a:lnTo>
                  <a:pt x="36195" y="161175"/>
                </a:lnTo>
                <a:lnTo>
                  <a:pt x="46761" y="160312"/>
                </a:lnTo>
                <a:lnTo>
                  <a:pt x="57912" y="160032"/>
                </a:lnTo>
                <a:lnTo>
                  <a:pt x="73152" y="160032"/>
                </a:lnTo>
                <a:lnTo>
                  <a:pt x="73152" y="303288"/>
                </a:lnTo>
                <a:lnTo>
                  <a:pt x="54000" y="311810"/>
                </a:lnTo>
                <a:lnTo>
                  <a:pt x="35433" y="321195"/>
                </a:lnTo>
                <a:lnTo>
                  <a:pt x="17424" y="331139"/>
                </a:lnTo>
                <a:lnTo>
                  <a:pt x="0" y="341388"/>
                </a:lnTo>
                <a:lnTo>
                  <a:pt x="25908" y="368808"/>
                </a:lnTo>
                <a:lnTo>
                  <a:pt x="31064" y="360768"/>
                </a:lnTo>
                <a:lnTo>
                  <a:pt x="37528" y="352437"/>
                </a:lnTo>
                <a:lnTo>
                  <a:pt x="72199" y="320243"/>
                </a:lnTo>
                <a:lnTo>
                  <a:pt x="83820" y="317004"/>
                </a:lnTo>
                <a:lnTo>
                  <a:pt x="88963" y="319024"/>
                </a:lnTo>
                <a:lnTo>
                  <a:pt x="95250" y="322910"/>
                </a:lnTo>
                <a:lnTo>
                  <a:pt x="102679" y="328790"/>
                </a:lnTo>
                <a:lnTo>
                  <a:pt x="111252" y="336816"/>
                </a:lnTo>
                <a:lnTo>
                  <a:pt x="121246" y="345668"/>
                </a:lnTo>
                <a:lnTo>
                  <a:pt x="161544" y="368808"/>
                </a:lnTo>
                <a:lnTo>
                  <a:pt x="199453" y="379488"/>
                </a:lnTo>
                <a:lnTo>
                  <a:pt x="245364" y="385584"/>
                </a:lnTo>
                <a:lnTo>
                  <a:pt x="300990" y="388251"/>
                </a:lnTo>
                <a:lnTo>
                  <a:pt x="370332" y="388632"/>
                </a:lnTo>
                <a:lnTo>
                  <a:pt x="372618" y="379171"/>
                </a:lnTo>
                <a:lnTo>
                  <a:pt x="379476" y="371297"/>
                </a:lnTo>
                <a:lnTo>
                  <a:pt x="390906" y="364832"/>
                </a:lnTo>
                <a:lnTo>
                  <a:pt x="406908" y="359664"/>
                </a:lnTo>
                <a:lnTo>
                  <a:pt x="406908" y="358140"/>
                </a:lnTo>
                <a:lnTo>
                  <a:pt x="406908" y="352056"/>
                </a:lnTo>
                <a:close/>
              </a:path>
              <a:path w="838200" h="407035">
                <a:moveTo>
                  <a:pt x="629399" y="138684"/>
                </a:moveTo>
                <a:lnTo>
                  <a:pt x="600443" y="106680"/>
                </a:lnTo>
                <a:lnTo>
                  <a:pt x="579107" y="128016"/>
                </a:lnTo>
                <a:lnTo>
                  <a:pt x="557771" y="128016"/>
                </a:lnTo>
                <a:lnTo>
                  <a:pt x="557771" y="53340"/>
                </a:lnTo>
                <a:lnTo>
                  <a:pt x="557771" y="50292"/>
                </a:lnTo>
                <a:lnTo>
                  <a:pt x="574687" y="47155"/>
                </a:lnTo>
                <a:lnTo>
                  <a:pt x="591299" y="44577"/>
                </a:lnTo>
                <a:lnTo>
                  <a:pt x="607923" y="42583"/>
                </a:lnTo>
                <a:lnTo>
                  <a:pt x="624827" y="41148"/>
                </a:lnTo>
                <a:lnTo>
                  <a:pt x="598919" y="12192"/>
                </a:lnTo>
                <a:lnTo>
                  <a:pt x="555853" y="32131"/>
                </a:lnTo>
                <a:lnTo>
                  <a:pt x="515505" y="43510"/>
                </a:lnTo>
                <a:lnTo>
                  <a:pt x="477075" y="52031"/>
                </a:lnTo>
                <a:lnTo>
                  <a:pt x="458711" y="54864"/>
                </a:lnTo>
                <a:lnTo>
                  <a:pt x="458711" y="62484"/>
                </a:lnTo>
                <a:lnTo>
                  <a:pt x="536435" y="53340"/>
                </a:lnTo>
                <a:lnTo>
                  <a:pt x="536435" y="128016"/>
                </a:lnTo>
                <a:lnTo>
                  <a:pt x="446519" y="128016"/>
                </a:lnTo>
                <a:lnTo>
                  <a:pt x="463283" y="143256"/>
                </a:lnTo>
                <a:lnTo>
                  <a:pt x="472719" y="141262"/>
                </a:lnTo>
                <a:lnTo>
                  <a:pt x="482714" y="139827"/>
                </a:lnTo>
                <a:lnTo>
                  <a:pt x="493293" y="138976"/>
                </a:lnTo>
                <a:lnTo>
                  <a:pt x="504431" y="138684"/>
                </a:lnTo>
                <a:lnTo>
                  <a:pt x="536435" y="138684"/>
                </a:lnTo>
                <a:lnTo>
                  <a:pt x="522338" y="179641"/>
                </a:lnTo>
                <a:lnTo>
                  <a:pt x="501383" y="224028"/>
                </a:lnTo>
                <a:lnTo>
                  <a:pt x="475284" y="270129"/>
                </a:lnTo>
                <a:lnTo>
                  <a:pt x="443471" y="313944"/>
                </a:lnTo>
                <a:lnTo>
                  <a:pt x="446519" y="320040"/>
                </a:lnTo>
                <a:lnTo>
                  <a:pt x="472579" y="295732"/>
                </a:lnTo>
                <a:lnTo>
                  <a:pt x="496049" y="268414"/>
                </a:lnTo>
                <a:lnTo>
                  <a:pt x="517245" y="237959"/>
                </a:lnTo>
                <a:lnTo>
                  <a:pt x="536435" y="204216"/>
                </a:lnTo>
                <a:lnTo>
                  <a:pt x="536244" y="248412"/>
                </a:lnTo>
                <a:lnTo>
                  <a:pt x="535520" y="313944"/>
                </a:lnTo>
                <a:lnTo>
                  <a:pt x="534517" y="364312"/>
                </a:lnTo>
                <a:lnTo>
                  <a:pt x="533387" y="406908"/>
                </a:lnTo>
                <a:lnTo>
                  <a:pt x="560819" y="394716"/>
                </a:lnTo>
                <a:lnTo>
                  <a:pt x="559701" y="370700"/>
                </a:lnTo>
                <a:lnTo>
                  <a:pt x="558723" y="328231"/>
                </a:lnTo>
                <a:lnTo>
                  <a:pt x="558050" y="268414"/>
                </a:lnTo>
                <a:lnTo>
                  <a:pt x="557834" y="204216"/>
                </a:lnTo>
                <a:lnTo>
                  <a:pt x="557771" y="187452"/>
                </a:lnTo>
                <a:lnTo>
                  <a:pt x="589927" y="221742"/>
                </a:lnTo>
                <a:lnTo>
                  <a:pt x="605015" y="248412"/>
                </a:lnTo>
                <a:lnTo>
                  <a:pt x="609587" y="248412"/>
                </a:lnTo>
                <a:lnTo>
                  <a:pt x="612635" y="245364"/>
                </a:lnTo>
                <a:lnTo>
                  <a:pt x="615683" y="237744"/>
                </a:lnTo>
                <a:lnTo>
                  <a:pt x="617207" y="230124"/>
                </a:lnTo>
                <a:lnTo>
                  <a:pt x="618731" y="225552"/>
                </a:lnTo>
                <a:lnTo>
                  <a:pt x="618731" y="213360"/>
                </a:lnTo>
                <a:lnTo>
                  <a:pt x="615683" y="207264"/>
                </a:lnTo>
                <a:lnTo>
                  <a:pt x="577227" y="184886"/>
                </a:lnTo>
                <a:lnTo>
                  <a:pt x="557771" y="178308"/>
                </a:lnTo>
                <a:lnTo>
                  <a:pt x="557771" y="138684"/>
                </a:lnTo>
                <a:lnTo>
                  <a:pt x="629399" y="138684"/>
                </a:lnTo>
                <a:close/>
              </a:path>
              <a:path w="838200" h="407035">
                <a:moveTo>
                  <a:pt x="838187" y="112776"/>
                </a:moveTo>
                <a:lnTo>
                  <a:pt x="836231" y="111252"/>
                </a:lnTo>
                <a:lnTo>
                  <a:pt x="810755" y="91440"/>
                </a:lnTo>
                <a:lnTo>
                  <a:pt x="801611" y="106299"/>
                </a:lnTo>
                <a:lnTo>
                  <a:pt x="801611" y="120396"/>
                </a:lnTo>
                <a:lnTo>
                  <a:pt x="801611" y="230124"/>
                </a:lnTo>
                <a:lnTo>
                  <a:pt x="740651" y="230124"/>
                </a:lnTo>
                <a:lnTo>
                  <a:pt x="740651" y="120396"/>
                </a:lnTo>
                <a:lnTo>
                  <a:pt x="801611" y="120396"/>
                </a:lnTo>
                <a:lnTo>
                  <a:pt x="801611" y="106299"/>
                </a:lnTo>
                <a:lnTo>
                  <a:pt x="798563" y="111252"/>
                </a:lnTo>
                <a:lnTo>
                  <a:pt x="740651" y="111252"/>
                </a:lnTo>
                <a:lnTo>
                  <a:pt x="740651" y="30480"/>
                </a:lnTo>
                <a:lnTo>
                  <a:pt x="757415" y="18288"/>
                </a:lnTo>
                <a:lnTo>
                  <a:pt x="716267" y="0"/>
                </a:lnTo>
                <a:lnTo>
                  <a:pt x="717156" y="17170"/>
                </a:lnTo>
                <a:lnTo>
                  <a:pt x="717600" y="41338"/>
                </a:lnTo>
                <a:lnTo>
                  <a:pt x="717778" y="72656"/>
                </a:lnTo>
                <a:lnTo>
                  <a:pt x="717791" y="111252"/>
                </a:lnTo>
                <a:lnTo>
                  <a:pt x="717791" y="120396"/>
                </a:lnTo>
                <a:lnTo>
                  <a:pt x="717791" y="230124"/>
                </a:lnTo>
                <a:lnTo>
                  <a:pt x="662927" y="230124"/>
                </a:lnTo>
                <a:lnTo>
                  <a:pt x="662927" y="120396"/>
                </a:lnTo>
                <a:lnTo>
                  <a:pt x="717791" y="120396"/>
                </a:lnTo>
                <a:lnTo>
                  <a:pt x="717791" y="111252"/>
                </a:lnTo>
                <a:lnTo>
                  <a:pt x="662927" y="111252"/>
                </a:lnTo>
                <a:lnTo>
                  <a:pt x="638543" y="96012"/>
                </a:lnTo>
                <a:lnTo>
                  <a:pt x="639419" y="111252"/>
                </a:lnTo>
                <a:lnTo>
                  <a:pt x="639876" y="130492"/>
                </a:lnTo>
                <a:lnTo>
                  <a:pt x="640054" y="153238"/>
                </a:lnTo>
                <a:lnTo>
                  <a:pt x="640054" y="207251"/>
                </a:lnTo>
                <a:lnTo>
                  <a:pt x="639876" y="232219"/>
                </a:lnTo>
                <a:lnTo>
                  <a:pt x="639432" y="254635"/>
                </a:lnTo>
                <a:lnTo>
                  <a:pt x="638543" y="274320"/>
                </a:lnTo>
                <a:lnTo>
                  <a:pt x="662927" y="263652"/>
                </a:lnTo>
                <a:lnTo>
                  <a:pt x="662927" y="240792"/>
                </a:lnTo>
                <a:lnTo>
                  <a:pt x="717791" y="240792"/>
                </a:lnTo>
                <a:lnTo>
                  <a:pt x="717727" y="299135"/>
                </a:lnTo>
                <a:lnTo>
                  <a:pt x="717600" y="331660"/>
                </a:lnTo>
                <a:lnTo>
                  <a:pt x="717156" y="370459"/>
                </a:lnTo>
                <a:lnTo>
                  <a:pt x="716267" y="405384"/>
                </a:lnTo>
                <a:lnTo>
                  <a:pt x="742175" y="394716"/>
                </a:lnTo>
                <a:lnTo>
                  <a:pt x="741946" y="375818"/>
                </a:lnTo>
                <a:lnTo>
                  <a:pt x="741413" y="344043"/>
                </a:lnTo>
                <a:lnTo>
                  <a:pt x="740892" y="299135"/>
                </a:lnTo>
                <a:lnTo>
                  <a:pt x="740651" y="240792"/>
                </a:lnTo>
                <a:lnTo>
                  <a:pt x="801611" y="240792"/>
                </a:lnTo>
                <a:lnTo>
                  <a:pt x="801611" y="265176"/>
                </a:lnTo>
                <a:lnTo>
                  <a:pt x="825995" y="256032"/>
                </a:lnTo>
                <a:lnTo>
                  <a:pt x="825550" y="240792"/>
                </a:lnTo>
                <a:lnTo>
                  <a:pt x="825233" y="230124"/>
                </a:lnTo>
                <a:lnTo>
                  <a:pt x="825119" y="226364"/>
                </a:lnTo>
                <a:lnTo>
                  <a:pt x="824661" y="194691"/>
                </a:lnTo>
                <a:lnTo>
                  <a:pt x="824598" y="179832"/>
                </a:lnTo>
                <a:lnTo>
                  <a:pt x="824471" y="126492"/>
                </a:lnTo>
                <a:lnTo>
                  <a:pt x="830567" y="120396"/>
                </a:lnTo>
                <a:lnTo>
                  <a:pt x="838187" y="11277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" name="object 27"/>
          <p:cNvSpPr/>
          <p:nvPr/>
        </p:nvSpPr>
        <p:spPr>
          <a:xfrm>
            <a:off x="4357116" y="2926079"/>
            <a:ext cx="847725" cy="388620"/>
          </a:xfrm>
          <a:custGeom>
            <a:avLst/>
            <a:gdLst/>
            <a:ahLst/>
            <a:cxnLst/>
            <a:rect l="l" t="t" r="r" b="b"/>
            <a:pathLst>
              <a:path w="847725" h="388620">
                <a:moveTo>
                  <a:pt x="385851" y="182626"/>
                </a:moveTo>
                <a:lnTo>
                  <a:pt x="346367" y="142976"/>
                </a:lnTo>
                <a:lnTo>
                  <a:pt x="303987" y="122402"/>
                </a:lnTo>
                <a:lnTo>
                  <a:pt x="277368" y="111252"/>
                </a:lnTo>
                <a:lnTo>
                  <a:pt x="277368" y="33528"/>
                </a:lnTo>
                <a:lnTo>
                  <a:pt x="291084" y="21336"/>
                </a:lnTo>
                <a:lnTo>
                  <a:pt x="251460" y="0"/>
                </a:lnTo>
                <a:lnTo>
                  <a:pt x="252336" y="20320"/>
                </a:lnTo>
                <a:lnTo>
                  <a:pt x="252793" y="37909"/>
                </a:lnTo>
                <a:lnTo>
                  <a:pt x="252882" y="46863"/>
                </a:lnTo>
                <a:lnTo>
                  <a:pt x="252755" y="288036"/>
                </a:lnTo>
                <a:lnTo>
                  <a:pt x="252336" y="303784"/>
                </a:lnTo>
                <a:lnTo>
                  <a:pt x="251460" y="320040"/>
                </a:lnTo>
                <a:lnTo>
                  <a:pt x="280416" y="307848"/>
                </a:lnTo>
                <a:lnTo>
                  <a:pt x="277672" y="266700"/>
                </a:lnTo>
                <a:lnTo>
                  <a:pt x="277368" y="120396"/>
                </a:lnTo>
                <a:lnTo>
                  <a:pt x="307606" y="143878"/>
                </a:lnTo>
                <a:lnTo>
                  <a:pt x="331851" y="164211"/>
                </a:lnTo>
                <a:lnTo>
                  <a:pt x="349796" y="181698"/>
                </a:lnTo>
                <a:lnTo>
                  <a:pt x="361188" y="196596"/>
                </a:lnTo>
                <a:lnTo>
                  <a:pt x="365760" y="207264"/>
                </a:lnTo>
                <a:lnTo>
                  <a:pt x="370332" y="211836"/>
                </a:lnTo>
                <a:lnTo>
                  <a:pt x="379476" y="211836"/>
                </a:lnTo>
                <a:lnTo>
                  <a:pt x="382524" y="204216"/>
                </a:lnTo>
                <a:lnTo>
                  <a:pt x="385572" y="192024"/>
                </a:lnTo>
                <a:lnTo>
                  <a:pt x="385851" y="182626"/>
                </a:lnTo>
                <a:close/>
              </a:path>
              <a:path w="847725" h="388620">
                <a:moveTo>
                  <a:pt x="399288" y="344424"/>
                </a:moveTo>
                <a:lnTo>
                  <a:pt x="338137" y="345313"/>
                </a:lnTo>
                <a:lnTo>
                  <a:pt x="287274" y="343471"/>
                </a:lnTo>
                <a:lnTo>
                  <a:pt x="246697" y="339077"/>
                </a:lnTo>
                <a:lnTo>
                  <a:pt x="192087" y="323430"/>
                </a:lnTo>
                <a:lnTo>
                  <a:pt x="159308" y="304800"/>
                </a:lnTo>
                <a:lnTo>
                  <a:pt x="154889" y="301802"/>
                </a:lnTo>
                <a:lnTo>
                  <a:pt x="141732" y="289560"/>
                </a:lnTo>
                <a:lnTo>
                  <a:pt x="152273" y="266700"/>
                </a:lnTo>
                <a:lnTo>
                  <a:pt x="152565" y="266090"/>
                </a:lnTo>
                <a:lnTo>
                  <a:pt x="162115" y="243459"/>
                </a:lnTo>
                <a:lnTo>
                  <a:pt x="170230" y="221411"/>
                </a:lnTo>
                <a:lnTo>
                  <a:pt x="176784" y="199644"/>
                </a:lnTo>
                <a:lnTo>
                  <a:pt x="183375" y="178485"/>
                </a:lnTo>
                <a:lnTo>
                  <a:pt x="195427" y="139001"/>
                </a:lnTo>
                <a:lnTo>
                  <a:pt x="201168" y="120396"/>
                </a:lnTo>
                <a:lnTo>
                  <a:pt x="219456" y="109728"/>
                </a:lnTo>
                <a:lnTo>
                  <a:pt x="208216" y="99060"/>
                </a:lnTo>
                <a:lnTo>
                  <a:pt x="188976" y="80772"/>
                </a:lnTo>
                <a:lnTo>
                  <a:pt x="172212" y="97536"/>
                </a:lnTo>
                <a:lnTo>
                  <a:pt x="172212" y="109728"/>
                </a:lnTo>
                <a:lnTo>
                  <a:pt x="163347" y="154838"/>
                </a:lnTo>
                <a:lnTo>
                  <a:pt x="152781" y="196215"/>
                </a:lnTo>
                <a:lnTo>
                  <a:pt x="140487" y="233603"/>
                </a:lnTo>
                <a:lnTo>
                  <a:pt x="126492" y="266700"/>
                </a:lnTo>
                <a:lnTo>
                  <a:pt x="111582" y="242417"/>
                </a:lnTo>
                <a:lnTo>
                  <a:pt x="98679" y="215265"/>
                </a:lnTo>
                <a:lnTo>
                  <a:pt x="87477" y="185267"/>
                </a:lnTo>
                <a:lnTo>
                  <a:pt x="80886" y="163068"/>
                </a:lnTo>
                <a:lnTo>
                  <a:pt x="77724" y="152400"/>
                </a:lnTo>
                <a:lnTo>
                  <a:pt x="81153" y="141884"/>
                </a:lnTo>
                <a:lnTo>
                  <a:pt x="87960" y="120396"/>
                </a:lnTo>
                <a:lnTo>
                  <a:pt x="91440" y="109728"/>
                </a:lnTo>
                <a:lnTo>
                  <a:pt x="172212" y="109728"/>
                </a:lnTo>
                <a:lnTo>
                  <a:pt x="172212" y="97536"/>
                </a:lnTo>
                <a:lnTo>
                  <a:pt x="170688" y="99060"/>
                </a:lnTo>
                <a:lnTo>
                  <a:pt x="96012" y="99060"/>
                </a:lnTo>
                <a:lnTo>
                  <a:pt x="102311" y="79108"/>
                </a:lnTo>
                <a:lnTo>
                  <a:pt x="107632" y="62865"/>
                </a:lnTo>
                <a:lnTo>
                  <a:pt x="112077" y="50634"/>
                </a:lnTo>
                <a:lnTo>
                  <a:pt x="115824" y="42672"/>
                </a:lnTo>
                <a:lnTo>
                  <a:pt x="118872" y="33528"/>
                </a:lnTo>
                <a:lnTo>
                  <a:pt x="128016" y="21336"/>
                </a:lnTo>
                <a:lnTo>
                  <a:pt x="88392" y="4572"/>
                </a:lnTo>
                <a:lnTo>
                  <a:pt x="86106" y="22580"/>
                </a:lnTo>
                <a:lnTo>
                  <a:pt x="81534" y="46863"/>
                </a:lnTo>
                <a:lnTo>
                  <a:pt x="65532" y="114300"/>
                </a:lnTo>
                <a:lnTo>
                  <a:pt x="53835" y="153428"/>
                </a:lnTo>
                <a:lnTo>
                  <a:pt x="39433" y="190690"/>
                </a:lnTo>
                <a:lnTo>
                  <a:pt x="22453" y="225958"/>
                </a:lnTo>
                <a:lnTo>
                  <a:pt x="3048" y="259080"/>
                </a:lnTo>
                <a:lnTo>
                  <a:pt x="10668" y="265176"/>
                </a:lnTo>
                <a:lnTo>
                  <a:pt x="28105" y="242417"/>
                </a:lnTo>
                <a:lnTo>
                  <a:pt x="44196" y="217551"/>
                </a:lnTo>
                <a:lnTo>
                  <a:pt x="59093" y="191033"/>
                </a:lnTo>
                <a:lnTo>
                  <a:pt x="73152" y="163068"/>
                </a:lnTo>
                <a:lnTo>
                  <a:pt x="78308" y="193319"/>
                </a:lnTo>
                <a:lnTo>
                  <a:pt x="87058" y="224409"/>
                </a:lnTo>
                <a:lnTo>
                  <a:pt x="99504" y="256082"/>
                </a:lnTo>
                <a:lnTo>
                  <a:pt x="115824" y="288036"/>
                </a:lnTo>
                <a:lnTo>
                  <a:pt x="105867" y="299732"/>
                </a:lnTo>
                <a:lnTo>
                  <a:pt x="68580" y="336804"/>
                </a:lnTo>
                <a:lnTo>
                  <a:pt x="36576" y="360997"/>
                </a:lnTo>
                <a:lnTo>
                  <a:pt x="0" y="384048"/>
                </a:lnTo>
                <a:lnTo>
                  <a:pt x="3048" y="388620"/>
                </a:lnTo>
                <a:lnTo>
                  <a:pt x="46482" y="369951"/>
                </a:lnTo>
                <a:lnTo>
                  <a:pt x="80772" y="348996"/>
                </a:lnTo>
                <a:lnTo>
                  <a:pt x="118910" y="315353"/>
                </a:lnTo>
                <a:lnTo>
                  <a:pt x="128016" y="304800"/>
                </a:lnTo>
                <a:lnTo>
                  <a:pt x="146011" y="321043"/>
                </a:lnTo>
                <a:lnTo>
                  <a:pt x="187159" y="347243"/>
                </a:lnTo>
                <a:lnTo>
                  <a:pt x="238048" y="364909"/>
                </a:lnTo>
                <a:lnTo>
                  <a:pt x="316395" y="376339"/>
                </a:lnTo>
                <a:lnTo>
                  <a:pt x="367284" y="379476"/>
                </a:lnTo>
                <a:lnTo>
                  <a:pt x="370141" y="370674"/>
                </a:lnTo>
                <a:lnTo>
                  <a:pt x="376428" y="362712"/>
                </a:lnTo>
                <a:lnTo>
                  <a:pt x="386143" y="355904"/>
                </a:lnTo>
                <a:lnTo>
                  <a:pt x="399288" y="350520"/>
                </a:lnTo>
                <a:lnTo>
                  <a:pt x="399288" y="345313"/>
                </a:lnTo>
                <a:lnTo>
                  <a:pt x="399288" y="344424"/>
                </a:lnTo>
                <a:close/>
              </a:path>
              <a:path w="847725" h="388620">
                <a:moveTo>
                  <a:pt x="608063" y="268224"/>
                </a:moveTo>
                <a:lnTo>
                  <a:pt x="606539" y="262128"/>
                </a:lnTo>
                <a:lnTo>
                  <a:pt x="534911" y="286512"/>
                </a:lnTo>
                <a:lnTo>
                  <a:pt x="534911" y="176784"/>
                </a:lnTo>
                <a:lnTo>
                  <a:pt x="603491" y="176784"/>
                </a:lnTo>
                <a:lnTo>
                  <a:pt x="573011" y="144780"/>
                </a:lnTo>
                <a:lnTo>
                  <a:pt x="551675" y="166116"/>
                </a:lnTo>
                <a:lnTo>
                  <a:pt x="534911" y="166116"/>
                </a:lnTo>
                <a:lnTo>
                  <a:pt x="534911" y="59436"/>
                </a:lnTo>
                <a:lnTo>
                  <a:pt x="603491" y="59436"/>
                </a:lnTo>
                <a:lnTo>
                  <a:pt x="573011" y="28956"/>
                </a:lnTo>
                <a:lnTo>
                  <a:pt x="551675" y="48768"/>
                </a:lnTo>
                <a:lnTo>
                  <a:pt x="443471" y="48768"/>
                </a:lnTo>
                <a:lnTo>
                  <a:pt x="458711" y="65532"/>
                </a:lnTo>
                <a:lnTo>
                  <a:pt x="468147" y="62661"/>
                </a:lnTo>
                <a:lnTo>
                  <a:pt x="478142" y="60769"/>
                </a:lnTo>
                <a:lnTo>
                  <a:pt x="488721" y="59753"/>
                </a:lnTo>
                <a:lnTo>
                  <a:pt x="499859" y="59436"/>
                </a:lnTo>
                <a:lnTo>
                  <a:pt x="512051" y="59436"/>
                </a:lnTo>
                <a:lnTo>
                  <a:pt x="512051" y="166116"/>
                </a:lnTo>
                <a:lnTo>
                  <a:pt x="446519" y="166116"/>
                </a:lnTo>
                <a:lnTo>
                  <a:pt x="461759" y="181356"/>
                </a:lnTo>
                <a:lnTo>
                  <a:pt x="472071" y="179362"/>
                </a:lnTo>
                <a:lnTo>
                  <a:pt x="482523" y="177927"/>
                </a:lnTo>
                <a:lnTo>
                  <a:pt x="493268" y="177076"/>
                </a:lnTo>
                <a:lnTo>
                  <a:pt x="504431" y="176784"/>
                </a:lnTo>
                <a:lnTo>
                  <a:pt x="512051" y="176784"/>
                </a:lnTo>
                <a:lnTo>
                  <a:pt x="512051" y="292608"/>
                </a:lnTo>
                <a:lnTo>
                  <a:pt x="500646" y="296595"/>
                </a:lnTo>
                <a:lnTo>
                  <a:pt x="484809" y="301561"/>
                </a:lnTo>
                <a:lnTo>
                  <a:pt x="464693" y="307403"/>
                </a:lnTo>
                <a:lnTo>
                  <a:pt x="440423" y="313944"/>
                </a:lnTo>
                <a:lnTo>
                  <a:pt x="461759" y="344424"/>
                </a:lnTo>
                <a:lnTo>
                  <a:pt x="475475" y="330708"/>
                </a:lnTo>
                <a:lnTo>
                  <a:pt x="568172" y="286512"/>
                </a:lnTo>
                <a:lnTo>
                  <a:pt x="574916" y="283349"/>
                </a:lnTo>
                <a:lnTo>
                  <a:pt x="608063" y="268224"/>
                </a:lnTo>
                <a:close/>
              </a:path>
              <a:path w="847725" h="388620">
                <a:moveTo>
                  <a:pt x="847331" y="368808"/>
                </a:moveTo>
                <a:lnTo>
                  <a:pt x="816851" y="336804"/>
                </a:lnTo>
                <a:lnTo>
                  <a:pt x="793991" y="359664"/>
                </a:lnTo>
                <a:lnTo>
                  <a:pt x="720839" y="359664"/>
                </a:lnTo>
                <a:lnTo>
                  <a:pt x="720839" y="288036"/>
                </a:lnTo>
                <a:lnTo>
                  <a:pt x="821423" y="288036"/>
                </a:lnTo>
                <a:lnTo>
                  <a:pt x="792467" y="256032"/>
                </a:lnTo>
                <a:lnTo>
                  <a:pt x="771131" y="277368"/>
                </a:lnTo>
                <a:lnTo>
                  <a:pt x="720839" y="277368"/>
                </a:lnTo>
                <a:lnTo>
                  <a:pt x="720839" y="202692"/>
                </a:lnTo>
                <a:lnTo>
                  <a:pt x="783323" y="202692"/>
                </a:lnTo>
                <a:lnTo>
                  <a:pt x="783323" y="224028"/>
                </a:lnTo>
                <a:lnTo>
                  <a:pt x="806183" y="213360"/>
                </a:lnTo>
                <a:lnTo>
                  <a:pt x="805649" y="202692"/>
                </a:lnTo>
                <a:lnTo>
                  <a:pt x="805307" y="195935"/>
                </a:lnTo>
                <a:lnTo>
                  <a:pt x="805218" y="192024"/>
                </a:lnTo>
                <a:lnTo>
                  <a:pt x="804913" y="177927"/>
                </a:lnTo>
                <a:lnTo>
                  <a:pt x="804786" y="166116"/>
                </a:lnTo>
                <a:lnTo>
                  <a:pt x="804659" y="118872"/>
                </a:lnTo>
                <a:lnTo>
                  <a:pt x="804659" y="108204"/>
                </a:lnTo>
                <a:lnTo>
                  <a:pt x="804659" y="44196"/>
                </a:lnTo>
                <a:lnTo>
                  <a:pt x="810539" y="39624"/>
                </a:lnTo>
                <a:lnTo>
                  <a:pt x="818375" y="33528"/>
                </a:lnTo>
                <a:lnTo>
                  <a:pt x="812825" y="28956"/>
                </a:lnTo>
                <a:lnTo>
                  <a:pt x="792467" y="12192"/>
                </a:lnTo>
                <a:lnTo>
                  <a:pt x="783323" y="24765"/>
                </a:lnTo>
                <a:lnTo>
                  <a:pt x="783323" y="39624"/>
                </a:lnTo>
                <a:lnTo>
                  <a:pt x="783323" y="108204"/>
                </a:lnTo>
                <a:lnTo>
                  <a:pt x="783323" y="118872"/>
                </a:lnTo>
                <a:lnTo>
                  <a:pt x="783323" y="192024"/>
                </a:lnTo>
                <a:lnTo>
                  <a:pt x="720839" y="192024"/>
                </a:lnTo>
                <a:lnTo>
                  <a:pt x="720839" y="118872"/>
                </a:lnTo>
                <a:lnTo>
                  <a:pt x="783323" y="118872"/>
                </a:lnTo>
                <a:lnTo>
                  <a:pt x="783323" y="108204"/>
                </a:lnTo>
                <a:lnTo>
                  <a:pt x="720839" y="108204"/>
                </a:lnTo>
                <a:lnTo>
                  <a:pt x="720839" y="39624"/>
                </a:lnTo>
                <a:lnTo>
                  <a:pt x="783323" y="39624"/>
                </a:lnTo>
                <a:lnTo>
                  <a:pt x="783323" y="24765"/>
                </a:lnTo>
                <a:lnTo>
                  <a:pt x="780275" y="28956"/>
                </a:lnTo>
                <a:lnTo>
                  <a:pt x="699503" y="28956"/>
                </a:lnTo>
                <a:lnTo>
                  <a:pt x="699503" y="39624"/>
                </a:lnTo>
                <a:lnTo>
                  <a:pt x="699503" y="108204"/>
                </a:lnTo>
                <a:lnTo>
                  <a:pt x="699503" y="118872"/>
                </a:lnTo>
                <a:lnTo>
                  <a:pt x="699503" y="192024"/>
                </a:lnTo>
                <a:lnTo>
                  <a:pt x="635495" y="192024"/>
                </a:lnTo>
                <a:lnTo>
                  <a:pt x="635495" y="118872"/>
                </a:lnTo>
                <a:lnTo>
                  <a:pt x="699503" y="118872"/>
                </a:lnTo>
                <a:lnTo>
                  <a:pt x="699503" y="108204"/>
                </a:lnTo>
                <a:lnTo>
                  <a:pt x="635495" y="108204"/>
                </a:lnTo>
                <a:lnTo>
                  <a:pt x="635495" y="39624"/>
                </a:lnTo>
                <a:lnTo>
                  <a:pt x="699503" y="39624"/>
                </a:lnTo>
                <a:lnTo>
                  <a:pt x="699503" y="28956"/>
                </a:lnTo>
                <a:lnTo>
                  <a:pt x="635495" y="28956"/>
                </a:lnTo>
                <a:lnTo>
                  <a:pt x="612635" y="12192"/>
                </a:lnTo>
                <a:lnTo>
                  <a:pt x="613740" y="39624"/>
                </a:lnTo>
                <a:lnTo>
                  <a:pt x="614730" y="67437"/>
                </a:lnTo>
                <a:lnTo>
                  <a:pt x="615429" y="94068"/>
                </a:lnTo>
                <a:lnTo>
                  <a:pt x="615569" y="108204"/>
                </a:lnTo>
                <a:lnTo>
                  <a:pt x="615454" y="144780"/>
                </a:lnTo>
                <a:lnTo>
                  <a:pt x="615429" y="146951"/>
                </a:lnTo>
                <a:lnTo>
                  <a:pt x="614730" y="173926"/>
                </a:lnTo>
                <a:lnTo>
                  <a:pt x="613765" y="201193"/>
                </a:lnTo>
                <a:lnTo>
                  <a:pt x="612635" y="228600"/>
                </a:lnTo>
                <a:lnTo>
                  <a:pt x="635495" y="219456"/>
                </a:lnTo>
                <a:lnTo>
                  <a:pt x="635495" y="202692"/>
                </a:lnTo>
                <a:lnTo>
                  <a:pt x="699503" y="202692"/>
                </a:lnTo>
                <a:lnTo>
                  <a:pt x="699503" y="277368"/>
                </a:lnTo>
                <a:lnTo>
                  <a:pt x="605015" y="277368"/>
                </a:lnTo>
                <a:lnTo>
                  <a:pt x="620255" y="292608"/>
                </a:lnTo>
                <a:lnTo>
                  <a:pt x="629907" y="290614"/>
                </a:lnTo>
                <a:lnTo>
                  <a:pt x="640257" y="289179"/>
                </a:lnTo>
                <a:lnTo>
                  <a:pt x="650913" y="288328"/>
                </a:lnTo>
                <a:lnTo>
                  <a:pt x="661403" y="288036"/>
                </a:lnTo>
                <a:lnTo>
                  <a:pt x="699503" y="288036"/>
                </a:lnTo>
                <a:lnTo>
                  <a:pt x="699503" y="359664"/>
                </a:lnTo>
                <a:lnTo>
                  <a:pt x="554723" y="359664"/>
                </a:lnTo>
                <a:lnTo>
                  <a:pt x="569963" y="374904"/>
                </a:lnTo>
                <a:lnTo>
                  <a:pt x="579399" y="372668"/>
                </a:lnTo>
                <a:lnTo>
                  <a:pt x="589394" y="370713"/>
                </a:lnTo>
                <a:lnTo>
                  <a:pt x="599973" y="369341"/>
                </a:lnTo>
                <a:lnTo>
                  <a:pt x="611111" y="368808"/>
                </a:lnTo>
                <a:lnTo>
                  <a:pt x="847331" y="36880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" name="object 28"/>
          <p:cNvSpPr/>
          <p:nvPr/>
        </p:nvSpPr>
        <p:spPr>
          <a:xfrm>
            <a:off x="5271515" y="2918460"/>
            <a:ext cx="344805" cy="403860"/>
          </a:xfrm>
          <a:custGeom>
            <a:avLst/>
            <a:gdLst/>
            <a:ahLst/>
            <a:cxnLst/>
            <a:rect l="l" t="t" r="r" b="b"/>
            <a:pathLst>
              <a:path w="344804" h="403860">
                <a:moveTo>
                  <a:pt x="131063" y="67056"/>
                </a:moveTo>
                <a:lnTo>
                  <a:pt x="97536" y="67056"/>
                </a:lnTo>
                <a:lnTo>
                  <a:pt x="114300" y="50292"/>
                </a:lnTo>
                <a:lnTo>
                  <a:pt x="131063" y="67056"/>
                </a:lnTo>
                <a:close/>
              </a:path>
              <a:path w="344804" h="403860">
                <a:moveTo>
                  <a:pt x="0" y="324612"/>
                </a:moveTo>
                <a:lnTo>
                  <a:pt x="238" y="291441"/>
                </a:lnTo>
                <a:lnTo>
                  <a:pt x="1285" y="224528"/>
                </a:lnTo>
                <a:lnTo>
                  <a:pt x="1524" y="190500"/>
                </a:lnTo>
                <a:lnTo>
                  <a:pt x="1285" y="155971"/>
                </a:lnTo>
                <a:lnTo>
                  <a:pt x="231" y="85344"/>
                </a:lnTo>
                <a:lnTo>
                  <a:pt x="0" y="51816"/>
                </a:lnTo>
                <a:lnTo>
                  <a:pt x="25908" y="67056"/>
                </a:lnTo>
                <a:lnTo>
                  <a:pt x="131063" y="67056"/>
                </a:lnTo>
                <a:lnTo>
                  <a:pt x="137160" y="73152"/>
                </a:lnTo>
                <a:lnTo>
                  <a:pt x="132016" y="77724"/>
                </a:lnTo>
                <a:lnTo>
                  <a:pt x="25908" y="77724"/>
                </a:lnTo>
                <a:lnTo>
                  <a:pt x="25908" y="257556"/>
                </a:lnTo>
                <a:lnTo>
                  <a:pt x="124032" y="257556"/>
                </a:lnTo>
                <a:lnTo>
                  <a:pt x="124086" y="263009"/>
                </a:lnTo>
                <a:lnTo>
                  <a:pt x="124191" y="266700"/>
                </a:lnTo>
                <a:lnTo>
                  <a:pt x="25908" y="266700"/>
                </a:lnTo>
                <a:lnTo>
                  <a:pt x="25908" y="313944"/>
                </a:lnTo>
                <a:lnTo>
                  <a:pt x="0" y="324612"/>
                </a:lnTo>
                <a:close/>
              </a:path>
              <a:path w="344804" h="403860">
                <a:moveTo>
                  <a:pt x="124032" y="257556"/>
                </a:moveTo>
                <a:lnTo>
                  <a:pt x="99060" y="257556"/>
                </a:lnTo>
                <a:lnTo>
                  <a:pt x="99060" y="77724"/>
                </a:lnTo>
                <a:lnTo>
                  <a:pt x="132016" y="77724"/>
                </a:lnTo>
                <a:lnTo>
                  <a:pt x="123444" y="85344"/>
                </a:lnTo>
                <a:lnTo>
                  <a:pt x="123557" y="190500"/>
                </a:lnTo>
                <a:lnTo>
                  <a:pt x="123634" y="217741"/>
                </a:lnTo>
                <a:lnTo>
                  <a:pt x="124032" y="257556"/>
                </a:lnTo>
                <a:close/>
              </a:path>
              <a:path w="344804" h="403860">
                <a:moveTo>
                  <a:pt x="99060" y="306324"/>
                </a:moveTo>
                <a:lnTo>
                  <a:pt x="99060" y="266700"/>
                </a:lnTo>
                <a:lnTo>
                  <a:pt x="124191" y="266700"/>
                </a:lnTo>
                <a:lnTo>
                  <a:pt x="124968" y="294132"/>
                </a:lnTo>
                <a:lnTo>
                  <a:pt x="99060" y="306324"/>
                </a:lnTo>
                <a:close/>
              </a:path>
              <a:path w="344804" h="403860">
                <a:moveTo>
                  <a:pt x="262454" y="249936"/>
                </a:moveTo>
                <a:lnTo>
                  <a:pt x="210312" y="249936"/>
                </a:lnTo>
                <a:lnTo>
                  <a:pt x="307848" y="222504"/>
                </a:lnTo>
                <a:lnTo>
                  <a:pt x="307812" y="90273"/>
                </a:lnTo>
                <a:lnTo>
                  <a:pt x="307586" y="73294"/>
                </a:lnTo>
                <a:lnTo>
                  <a:pt x="306895" y="51054"/>
                </a:lnTo>
                <a:lnTo>
                  <a:pt x="305919" y="26527"/>
                </a:lnTo>
                <a:lnTo>
                  <a:pt x="304800" y="0"/>
                </a:lnTo>
                <a:lnTo>
                  <a:pt x="344424" y="18288"/>
                </a:lnTo>
                <a:lnTo>
                  <a:pt x="332232" y="30480"/>
                </a:lnTo>
                <a:lnTo>
                  <a:pt x="332232" y="231648"/>
                </a:lnTo>
                <a:lnTo>
                  <a:pt x="307848" y="231648"/>
                </a:lnTo>
                <a:lnTo>
                  <a:pt x="266723" y="247959"/>
                </a:lnTo>
                <a:lnTo>
                  <a:pt x="262454" y="249936"/>
                </a:lnTo>
                <a:close/>
              </a:path>
              <a:path w="344804" h="403860">
                <a:moveTo>
                  <a:pt x="199643" y="288036"/>
                </a:moveTo>
                <a:lnTo>
                  <a:pt x="178307" y="257556"/>
                </a:lnTo>
                <a:lnTo>
                  <a:pt x="181427" y="253507"/>
                </a:lnTo>
                <a:lnTo>
                  <a:pt x="183832" y="248031"/>
                </a:lnTo>
                <a:lnTo>
                  <a:pt x="185380" y="240839"/>
                </a:lnTo>
                <a:lnTo>
                  <a:pt x="185928" y="231648"/>
                </a:lnTo>
                <a:lnTo>
                  <a:pt x="185928" y="105156"/>
                </a:lnTo>
                <a:lnTo>
                  <a:pt x="185689" y="90273"/>
                </a:lnTo>
                <a:lnTo>
                  <a:pt x="184642" y="59936"/>
                </a:lnTo>
                <a:lnTo>
                  <a:pt x="184404" y="44196"/>
                </a:lnTo>
                <a:lnTo>
                  <a:pt x="224028" y="64008"/>
                </a:lnTo>
                <a:lnTo>
                  <a:pt x="210312" y="74676"/>
                </a:lnTo>
                <a:lnTo>
                  <a:pt x="210312" y="249936"/>
                </a:lnTo>
                <a:lnTo>
                  <a:pt x="262454" y="249936"/>
                </a:lnTo>
                <a:lnTo>
                  <a:pt x="234886" y="262699"/>
                </a:lnTo>
                <a:lnTo>
                  <a:pt x="212478" y="276010"/>
                </a:lnTo>
                <a:lnTo>
                  <a:pt x="199643" y="288036"/>
                </a:lnTo>
                <a:close/>
              </a:path>
              <a:path w="344804" h="403860">
                <a:moveTo>
                  <a:pt x="304800" y="403860"/>
                </a:moveTo>
                <a:lnTo>
                  <a:pt x="305919" y="355306"/>
                </a:lnTo>
                <a:lnTo>
                  <a:pt x="306895" y="310324"/>
                </a:lnTo>
                <a:lnTo>
                  <a:pt x="307586" y="269057"/>
                </a:lnTo>
                <a:lnTo>
                  <a:pt x="307848" y="231648"/>
                </a:lnTo>
                <a:lnTo>
                  <a:pt x="332232" y="231648"/>
                </a:lnTo>
                <a:lnTo>
                  <a:pt x="332255" y="338089"/>
                </a:lnTo>
                <a:lnTo>
                  <a:pt x="332422" y="358140"/>
                </a:lnTo>
                <a:lnTo>
                  <a:pt x="332874" y="375904"/>
                </a:lnTo>
                <a:lnTo>
                  <a:pt x="333756" y="391668"/>
                </a:lnTo>
                <a:lnTo>
                  <a:pt x="304800" y="40386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29" name="object 29"/>
          <p:cNvGrpSpPr/>
          <p:nvPr/>
        </p:nvGrpSpPr>
        <p:grpSpPr>
          <a:xfrm>
            <a:off x="5682996" y="2910839"/>
            <a:ext cx="843280" cy="417830"/>
            <a:chOff x="5682996" y="2910839"/>
            <a:chExt cx="843280" cy="417830"/>
          </a:xfrm>
        </p:grpSpPr>
        <p:sp>
          <p:nvSpPr>
            <p:cNvPr id="30" name="object 30"/>
            <p:cNvSpPr/>
            <p:nvPr/>
          </p:nvSpPr>
          <p:spPr>
            <a:xfrm>
              <a:off x="5682996" y="2916935"/>
              <a:ext cx="836930" cy="408940"/>
            </a:xfrm>
            <a:custGeom>
              <a:avLst/>
              <a:gdLst/>
              <a:ahLst/>
              <a:cxnLst/>
              <a:rect l="l" t="t" r="r" b="b"/>
              <a:pathLst>
                <a:path w="836929" h="408939">
                  <a:moveTo>
                    <a:pt x="121920" y="21336"/>
                  </a:moveTo>
                  <a:lnTo>
                    <a:pt x="88392" y="0"/>
                  </a:lnTo>
                  <a:lnTo>
                    <a:pt x="85191" y="14312"/>
                  </a:lnTo>
                  <a:lnTo>
                    <a:pt x="80124" y="34036"/>
                  </a:lnTo>
                  <a:lnTo>
                    <a:pt x="62484" y="92964"/>
                  </a:lnTo>
                  <a:lnTo>
                    <a:pt x="35242" y="161163"/>
                  </a:lnTo>
                  <a:lnTo>
                    <a:pt x="0" y="227076"/>
                  </a:lnTo>
                  <a:lnTo>
                    <a:pt x="4572" y="230124"/>
                  </a:lnTo>
                  <a:lnTo>
                    <a:pt x="17145" y="216128"/>
                  </a:lnTo>
                  <a:lnTo>
                    <a:pt x="29718" y="199263"/>
                  </a:lnTo>
                  <a:lnTo>
                    <a:pt x="42291" y="179552"/>
                  </a:lnTo>
                  <a:lnTo>
                    <a:pt x="54864" y="156972"/>
                  </a:lnTo>
                  <a:lnTo>
                    <a:pt x="54749" y="341185"/>
                  </a:lnTo>
                  <a:lnTo>
                    <a:pt x="54635" y="352806"/>
                  </a:lnTo>
                  <a:lnTo>
                    <a:pt x="54216" y="376364"/>
                  </a:lnTo>
                  <a:lnTo>
                    <a:pt x="53340" y="408432"/>
                  </a:lnTo>
                  <a:lnTo>
                    <a:pt x="79248" y="399288"/>
                  </a:lnTo>
                  <a:lnTo>
                    <a:pt x="79019" y="387388"/>
                  </a:lnTo>
                  <a:lnTo>
                    <a:pt x="78486" y="368236"/>
                  </a:lnTo>
                  <a:lnTo>
                    <a:pt x="77965" y="344805"/>
                  </a:lnTo>
                  <a:lnTo>
                    <a:pt x="77838" y="329755"/>
                  </a:lnTo>
                  <a:lnTo>
                    <a:pt x="77724" y="156972"/>
                  </a:lnTo>
                  <a:lnTo>
                    <a:pt x="77724" y="141732"/>
                  </a:lnTo>
                  <a:lnTo>
                    <a:pt x="89916" y="131064"/>
                  </a:lnTo>
                  <a:lnTo>
                    <a:pt x="74676" y="118872"/>
                  </a:lnTo>
                  <a:lnTo>
                    <a:pt x="82143" y="99187"/>
                  </a:lnTo>
                  <a:lnTo>
                    <a:pt x="88646" y="81686"/>
                  </a:lnTo>
                  <a:lnTo>
                    <a:pt x="94818" y="65519"/>
                  </a:lnTo>
                  <a:lnTo>
                    <a:pt x="100584" y="51816"/>
                  </a:lnTo>
                  <a:lnTo>
                    <a:pt x="106057" y="39776"/>
                  </a:lnTo>
                  <a:lnTo>
                    <a:pt x="111252" y="30861"/>
                  </a:lnTo>
                  <a:lnTo>
                    <a:pt x="116433" y="24815"/>
                  </a:lnTo>
                  <a:lnTo>
                    <a:pt x="121920" y="21336"/>
                  </a:lnTo>
                  <a:close/>
                </a:path>
                <a:path w="836929" h="408939">
                  <a:moveTo>
                    <a:pt x="262128" y="123444"/>
                  </a:moveTo>
                  <a:lnTo>
                    <a:pt x="233172" y="92964"/>
                  </a:lnTo>
                  <a:lnTo>
                    <a:pt x="213360" y="112776"/>
                  </a:lnTo>
                  <a:lnTo>
                    <a:pt x="187452" y="112776"/>
                  </a:lnTo>
                  <a:lnTo>
                    <a:pt x="187452" y="39624"/>
                  </a:lnTo>
                  <a:lnTo>
                    <a:pt x="201168" y="27432"/>
                  </a:lnTo>
                  <a:lnTo>
                    <a:pt x="164592" y="9144"/>
                  </a:lnTo>
                  <a:lnTo>
                    <a:pt x="165481" y="34607"/>
                  </a:lnTo>
                  <a:lnTo>
                    <a:pt x="165874" y="51816"/>
                  </a:lnTo>
                  <a:lnTo>
                    <a:pt x="165989" y="60655"/>
                  </a:lnTo>
                  <a:lnTo>
                    <a:pt x="166116" y="112776"/>
                  </a:lnTo>
                  <a:lnTo>
                    <a:pt x="100584" y="112776"/>
                  </a:lnTo>
                  <a:lnTo>
                    <a:pt x="115824" y="128016"/>
                  </a:lnTo>
                  <a:lnTo>
                    <a:pt x="126123" y="126022"/>
                  </a:lnTo>
                  <a:lnTo>
                    <a:pt x="136588" y="124587"/>
                  </a:lnTo>
                  <a:lnTo>
                    <a:pt x="147320" y="123736"/>
                  </a:lnTo>
                  <a:lnTo>
                    <a:pt x="158496" y="123444"/>
                  </a:lnTo>
                  <a:lnTo>
                    <a:pt x="166116" y="123444"/>
                  </a:lnTo>
                  <a:lnTo>
                    <a:pt x="166116" y="211836"/>
                  </a:lnTo>
                  <a:lnTo>
                    <a:pt x="138684" y="211836"/>
                  </a:lnTo>
                  <a:lnTo>
                    <a:pt x="115824" y="198120"/>
                  </a:lnTo>
                  <a:lnTo>
                    <a:pt x="116674" y="215455"/>
                  </a:lnTo>
                  <a:lnTo>
                    <a:pt x="117068" y="233172"/>
                  </a:lnTo>
                  <a:lnTo>
                    <a:pt x="117195" y="243420"/>
                  </a:lnTo>
                  <a:lnTo>
                    <a:pt x="117322" y="261556"/>
                  </a:lnTo>
                  <a:lnTo>
                    <a:pt x="117195" y="335280"/>
                  </a:lnTo>
                  <a:lnTo>
                    <a:pt x="117068" y="345287"/>
                  </a:lnTo>
                  <a:lnTo>
                    <a:pt x="116700" y="363080"/>
                  </a:lnTo>
                  <a:lnTo>
                    <a:pt x="115824" y="382524"/>
                  </a:lnTo>
                  <a:lnTo>
                    <a:pt x="138684" y="371856"/>
                  </a:lnTo>
                  <a:lnTo>
                    <a:pt x="138684" y="335280"/>
                  </a:lnTo>
                  <a:lnTo>
                    <a:pt x="213360" y="335280"/>
                  </a:lnTo>
                  <a:lnTo>
                    <a:pt x="213360" y="362712"/>
                  </a:lnTo>
                  <a:lnTo>
                    <a:pt x="236220" y="350520"/>
                  </a:lnTo>
                  <a:lnTo>
                    <a:pt x="234696" y="228600"/>
                  </a:lnTo>
                  <a:lnTo>
                    <a:pt x="242531" y="222504"/>
                  </a:lnTo>
                  <a:lnTo>
                    <a:pt x="248412" y="217932"/>
                  </a:lnTo>
                  <a:lnTo>
                    <a:pt x="241376" y="211836"/>
                  </a:lnTo>
                  <a:lnTo>
                    <a:pt x="225552" y="198120"/>
                  </a:lnTo>
                  <a:lnTo>
                    <a:pt x="213360" y="210312"/>
                  </a:lnTo>
                  <a:lnTo>
                    <a:pt x="213360" y="222504"/>
                  </a:lnTo>
                  <a:lnTo>
                    <a:pt x="213360" y="324612"/>
                  </a:lnTo>
                  <a:lnTo>
                    <a:pt x="138684" y="324612"/>
                  </a:lnTo>
                  <a:lnTo>
                    <a:pt x="138684" y="222504"/>
                  </a:lnTo>
                  <a:lnTo>
                    <a:pt x="213360" y="222504"/>
                  </a:lnTo>
                  <a:lnTo>
                    <a:pt x="213360" y="210312"/>
                  </a:lnTo>
                  <a:lnTo>
                    <a:pt x="211836" y="211836"/>
                  </a:lnTo>
                  <a:lnTo>
                    <a:pt x="187452" y="211836"/>
                  </a:lnTo>
                  <a:lnTo>
                    <a:pt x="187452" y="123444"/>
                  </a:lnTo>
                  <a:lnTo>
                    <a:pt x="262128" y="123444"/>
                  </a:lnTo>
                  <a:close/>
                </a:path>
                <a:path w="836929" h="408939">
                  <a:moveTo>
                    <a:pt x="405384" y="373380"/>
                  </a:moveTo>
                  <a:lnTo>
                    <a:pt x="361188" y="348996"/>
                  </a:lnTo>
                  <a:lnTo>
                    <a:pt x="334962" y="323088"/>
                  </a:lnTo>
                  <a:lnTo>
                    <a:pt x="332041" y="319646"/>
                  </a:lnTo>
                  <a:lnTo>
                    <a:pt x="324612" y="309372"/>
                  </a:lnTo>
                  <a:lnTo>
                    <a:pt x="334060" y="289369"/>
                  </a:lnTo>
                  <a:lnTo>
                    <a:pt x="335686" y="284988"/>
                  </a:lnTo>
                  <a:lnTo>
                    <a:pt x="348399" y="245935"/>
                  </a:lnTo>
                  <a:lnTo>
                    <a:pt x="358089" y="198196"/>
                  </a:lnTo>
                  <a:lnTo>
                    <a:pt x="365988" y="147281"/>
                  </a:lnTo>
                  <a:lnTo>
                    <a:pt x="368808" y="120396"/>
                  </a:lnTo>
                  <a:lnTo>
                    <a:pt x="403860" y="120396"/>
                  </a:lnTo>
                  <a:lnTo>
                    <a:pt x="394208" y="111252"/>
                  </a:lnTo>
                  <a:lnTo>
                    <a:pt x="374904" y="92964"/>
                  </a:lnTo>
                  <a:lnTo>
                    <a:pt x="358140" y="111252"/>
                  </a:lnTo>
                  <a:lnTo>
                    <a:pt x="345948" y="111252"/>
                  </a:lnTo>
                  <a:lnTo>
                    <a:pt x="345948" y="120396"/>
                  </a:lnTo>
                  <a:lnTo>
                    <a:pt x="343369" y="148996"/>
                  </a:lnTo>
                  <a:lnTo>
                    <a:pt x="336511" y="199910"/>
                  </a:lnTo>
                  <a:lnTo>
                    <a:pt x="327634" y="241922"/>
                  </a:lnTo>
                  <a:lnTo>
                    <a:pt x="312420" y="284988"/>
                  </a:lnTo>
                  <a:lnTo>
                    <a:pt x="307606" y="272084"/>
                  </a:lnTo>
                  <a:lnTo>
                    <a:pt x="292608" y="227076"/>
                  </a:lnTo>
                  <a:lnTo>
                    <a:pt x="284416" y="189738"/>
                  </a:lnTo>
                  <a:lnTo>
                    <a:pt x="277368" y="143256"/>
                  </a:lnTo>
                  <a:lnTo>
                    <a:pt x="284988" y="120396"/>
                  </a:lnTo>
                  <a:lnTo>
                    <a:pt x="345948" y="120396"/>
                  </a:lnTo>
                  <a:lnTo>
                    <a:pt x="345948" y="111252"/>
                  </a:lnTo>
                  <a:lnTo>
                    <a:pt x="286512" y="111252"/>
                  </a:lnTo>
                  <a:lnTo>
                    <a:pt x="293916" y="87249"/>
                  </a:lnTo>
                  <a:lnTo>
                    <a:pt x="304723" y="52959"/>
                  </a:lnTo>
                  <a:lnTo>
                    <a:pt x="307848" y="42672"/>
                  </a:lnTo>
                  <a:lnTo>
                    <a:pt x="310654" y="34607"/>
                  </a:lnTo>
                  <a:lnTo>
                    <a:pt x="314325" y="28384"/>
                  </a:lnTo>
                  <a:lnTo>
                    <a:pt x="318554" y="23609"/>
                  </a:lnTo>
                  <a:lnTo>
                    <a:pt x="323088" y="19812"/>
                  </a:lnTo>
                  <a:lnTo>
                    <a:pt x="289560" y="1524"/>
                  </a:lnTo>
                  <a:lnTo>
                    <a:pt x="281559" y="54864"/>
                  </a:lnTo>
                  <a:lnTo>
                    <a:pt x="271272" y="108204"/>
                  </a:lnTo>
                  <a:lnTo>
                    <a:pt x="257746" y="159448"/>
                  </a:lnTo>
                  <a:lnTo>
                    <a:pt x="240792" y="202692"/>
                  </a:lnTo>
                  <a:lnTo>
                    <a:pt x="246888" y="204216"/>
                  </a:lnTo>
                  <a:lnTo>
                    <a:pt x="252857" y="195097"/>
                  </a:lnTo>
                  <a:lnTo>
                    <a:pt x="259270" y="183832"/>
                  </a:lnTo>
                  <a:lnTo>
                    <a:pt x="265950" y="170573"/>
                  </a:lnTo>
                  <a:lnTo>
                    <a:pt x="272796" y="155448"/>
                  </a:lnTo>
                  <a:lnTo>
                    <a:pt x="274218" y="176593"/>
                  </a:lnTo>
                  <a:lnTo>
                    <a:pt x="278790" y="215455"/>
                  </a:lnTo>
                  <a:lnTo>
                    <a:pt x="290131" y="267652"/>
                  </a:lnTo>
                  <a:lnTo>
                    <a:pt x="301752" y="303276"/>
                  </a:lnTo>
                  <a:lnTo>
                    <a:pt x="290868" y="317855"/>
                  </a:lnTo>
                  <a:lnTo>
                    <a:pt x="249936" y="358140"/>
                  </a:lnTo>
                  <a:lnTo>
                    <a:pt x="219265" y="381000"/>
                  </a:lnTo>
                  <a:lnTo>
                    <a:pt x="187452" y="399288"/>
                  </a:lnTo>
                  <a:lnTo>
                    <a:pt x="190500" y="405384"/>
                  </a:lnTo>
                  <a:lnTo>
                    <a:pt x="228854" y="387388"/>
                  </a:lnTo>
                  <a:lnTo>
                    <a:pt x="265480" y="365950"/>
                  </a:lnTo>
                  <a:lnTo>
                    <a:pt x="298107" y="338518"/>
                  </a:lnTo>
                  <a:lnTo>
                    <a:pt x="312420" y="323088"/>
                  </a:lnTo>
                  <a:lnTo>
                    <a:pt x="319532" y="334238"/>
                  </a:lnTo>
                  <a:lnTo>
                    <a:pt x="351751" y="373951"/>
                  </a:lnTo>
                  <a:lnTo>
                    <a:pt x="374904" y="396240"/>
                  </a:lnTo>
                  <a:lnTo>
                    <a:pt x="380301" y="389102"/>
                  </a:lnTo>
                  <a:lnTo>
                    <a:pt x="387286" y="383667"/>
                  </a:lnTo>
                  <a:lnTo>
                    <a:pt x="395681" y="379958"/>
                  </a:lnTo>
                  <a:lnTo>
                    <a:pt x="405384" y="377952"/>
                  </a:lnTo>
                  <a:lnTo>
                    <a:pt x="405384" y="373380"/>
                  </a:lnTo>
                  <a:close/>
                </a:path>
                <a:path w="836929" h="408939">
                  <a:moveTo>
                    <a:pt x="600456" y="271272"/>
                  </a:moveTo>
                  <a:lnTo>
                    <a:pt x="598932" y="263652"/>
                  </a:lnTo>
                  <a:lnTo>
                    <a:pt x="536448" y="283464"/>
                  </a:lnTo>
                  <a:lnTo>
                    <a:pt x="536448" y="135636"/>
                  </a:lnTo>
                  <a:lnTo>
                    <a:pt x="598932" y="135636"/>
                  </a:lnTo>
                  <a:lnTo>
                    <a:pt x="569976" y="105156"/>
                  </a:lnTo>
                  <a:lnTo>
                    <a:pt x="550164" y="124968"/>
                  </a:lnTo>
                  <a:lnTo>
                    <a:pt x="536448" y="124968"/>
                  </a:lnTo>
                  <a:lnTo>
                    <a:pt x="536448" y="36576"/>
                  </a:lnTo>
                  <a:lnTo>
                    <a:pt x="550164" y="24384"/>
                  </a:lnTo>
                  <a:lnTo>
                    <a:pt x="512064" y="6096"/>
                  </a:lnTo>
                  <a:lnTo>
                    <a:pt x="512940" y="22694"/>
                  </a:lnTo>
                  <a:lnTo>
                    <a:pt x="513397" y="38290"/>
                  </a:lnTo>
                  <a:lnTo>
                    <a:pt x="513562" y="53035"/>
                  </a:lnTo>
                  <a:lnTo>
                    <a:pt x="513588" y="124968"/>
                  </a:lnTo>
                  <a:lnTo>
                    <a:pt x="448056" y="124968"/>
                  </a:lnTo>
                  <a:lnTo>
                    <a:pt x="463296" y="140208"/>
                  </a:lnTo>
                  <a:lnTo>
                    <a:pt x="472935" y="138214"/>
                  </a:lnTo>
                  <a:lnTo>
                    <a:pt x="483298" y="136779"/>
                  </a:lnTo>
                  <a:lnTo>
                    <a:pt x="493941" y="135928"/>
                  </a:lnTo>
                  <a:lnTo>
                    <a:pt x="504444" y="135636"/>
                  </a:lnTo>
                  <a:lnTo>
                    <a:pt x="513588" y="135636"/>
                  </a:lnTo>
                  <a:lnTo>
                    <a:pt x="513588" y="289560"/>
                  </a:lnTo>
                  <a:lnTo>
                    <a:pt x="493915" y="295871"/>
                  </a:lnTo>
                  <a:lnTo>
                    <a:pt x="476250" y="301180"/>
                  </a:lnTo>
                  <a:lnTo>
                    <a:pt x="448056" y="309372"/>
                  </a:lnTo>
                  <a:lnTo>
                    <a:pt x="467868" y="339852"/>
                  </a:lnTo>
                  <a:lnTo>
                    <a:pt x="480441" y="328714"/>
                  </a:lnTo>
                  <a:lnTo>
                    <a:pt x="506730" y="313563"/>
                  </a:lnTo>
                  <a:lnTo>
                    <a:pt x="546735" y="294424"/>
                  </a:lnTo>
                  <a:lnTo>
                    <a:pt x="572147" y="283464"/>
                  </a:lnTo>
                  <a:lnTo>
                    <a:pt x="600456" y="271272"/>
                  </a:lnTo>
                  <a:close/>
                </a:path>
                <a:path w="836929" h="408939">
                  <a:moveTo>
                    <a:pt x="685800" y="152400"/>
                  </a:moveTo>
                  <a:lnTo>
                    <a:pt x="653986" y="118567"/>
                  </a:lnTo>
                  <a:lnTo>
                    <a:pt x="638556" y="108204"/>
                  </a:lnTo>
                  <a:lnTo>
                    <a:pt x="635508" y="112776"/>
                  </a:lnTo>
                  <a:lnTo>
                    <a:pt x="644906" y="129311"/>
                  </a:lnTo>
                  <a:lnTo>
                    <a:pt x="652462" y="144399"/>
                  </a:lnTo>
                  <a:lnTo>
                    <a:pt x="657999" y="157784"/>
                  </a:lnTo>
                  <a:lnTo>
                    <a:pt x="661416" y="169164"/>
                  </a:lnTo>
                  <a:lnTo>
                    <a:pt x="662940" y="179832"/>
                  </a:lnTo>
                  <a:lnTo>
                    <a:pt x="664464" y="184404"/>
                  </a:lnTo>
                  <a:lnTo>
                    <a:pt x="670560" y="184404"/>
                  </a:lnTo>
                  <a:lnTo>
                    <a:pt x="675132" y="181356"/>
                  </a:lnTo>
                  <a:lnTo>
                    <a:pt x="684276" y="169164"/>
                  </a:lnTo>
                  <a:lnTo>
                    <a:pt x="685698" y="163474"/>
                  </a:lnTo>
                  <a:lnTo>
                    <a:pt x="685800" y="152400"/>
                  </a:lnTo>
                  <a:close/>
                </a:path>
                <a:path w="836929" h="408939">
                  <a:moveTo>
                    <a:pt x="693420" y="45720"/>
                  </a:moveTo>
                  <a:lnTo>
                    <a:pt x="691146" y="37134"/>
                  </a:lnTo>
                  <a:lnTo>
                    <a:pt x="682180" y="27241"/>
                  </a:lnTo>
                  <a:lnTo>
                    <a:pt x="666724" y="16002"/>
                  </a:lnTo>
                  <a:lnTo>
                    <a:pt x="644652" y="3048"/>
                  </a:lnTo>
                  <a:lnTo>
                    <a:pt x="638556" y="6096"/>
                  </a:lnTo>
                  <a:lnTo>
                    <a:pt x="649097" y="19507"/>
                  </a:lnTo>
                  <a:lnTo>
                    <a:pt x="657796" y="32194"/>
                  </a:lnTo>
                  <a:lnTo>
                    <a:pt x="664476" y="44030"/>
                  </a:lnTo>
                  <a:lnTo>
                    <a:pt x="669036" y="54864"/>
                  </a:lnTo>
                  <a:lnTo>
                    <a:pt x="672084" y="65532"/>
                  </a:lnTo>
                  <a:lnTo>
                    <a:pt x="675132" y="70104"/>
                  </a:lnTo>
                  <a:lnTo>
                    <a:pt x="681228" y="70104"/>
                  </a:lnTo>
                  <a:lnTo>
                    <a:pt x="684276" y="68580"/>
                  </a:lnTo>
                  <a:lnTo>
                    <a:pt x="687324" y="65532"/>
                  </a:lnTo>
                  <a:lnTo>
                    <a:pt x="691896" y="62484"/>
                  </a:lnTo>
                  <a:lnTo>
                    <a:pt x="693420" y="54864"/>
                  </a:lnTo>
                  <a:lnTo>
                    <a:pt x="693420" y="45720"/>
                  </a:lnTo>
                  <a:close/>
                </a:path>
                <a:path w="836929" h="408939">
                  <a:moveTo>
                    <a:pt x="798576" y="129540"/>
                  </a:moveTo>
                  <a:lnTo>
                    <a:pt x="771144" y="106680"/>
                  </a:lnTo>
                  <a:lnTo>
                    <a:pt x="764806" y="125044"/>
                  </a:lnTo>
                  <a:lnTo>
                    <a:pt x="757047" y="143827"/>
                  </a:lnTo>
                  <a:lnTo>
                    <a:pt x="747560" y="163474"/>
                  </a:lnTo>
                  <a:lnTo>
                    <a:pt x="736092" y="184404"/>
                  </a:lnTo>
                  <a:lnTo>
                    <a:pt x="742188" y="187452"/>
                  </a:lnTo>
                  <a:lnTo>
                    <a:pt x="760425" y="165760"/>
                  </a:lnTo>
                  <a:lnTo>
                    <a:pt x="776097" y="148780"/>
                  </a:lnTo>
                  <a:lnTo>
                    <a:pt x="788898" y="136664"/>
                  </a:lnTo>
                  <a:lnTo>
                    <a:pt x="798576" y="129540"/>
                  </a:lnTo>
                  <a:close/>
                </a:path>
                <a:path w="836929" h="408939">
                  <a:moveTo>
                    <a:pt x="815340" y="252984"/>
                  </a:moveTo>
                  <a:lnTo>
                    <a:pt x="811110" y="249936"/>
                  </a:lnTo>
                  <a:lnTo>
                    <a:pt x="787908" y="233172"/>
                  </a:lnTo>
                  <a:lnTo>
                    <a:pt x="780288" y="243649"/>
                  </a:lnTo>
                  <a:lnTo>
                    <a:pt x="780288" y="260604"/>
                  </a:lnTo>
                  <a:lnTo>
                    <a:pt x="780288" y="304800"/>
                  </a:lnTo>
                  <a:lnTo>
                    <a:pt x="780288" y="315468"/>
                  </a:lnTo>
                  <a:lnTo>
                    <a:pt x="780288" y="362712"/>
                  </a:lnTo>
                  <a:lnTo>
                    <a:pt x="649224" y="362712"/>
                  </a:lnTo>
                  <a:lnTo>
                    <a:pt x="649224" y="315468"/>
                  </a:lnTo>
                  <a:lnTo>
                    <a:pt x="780288" y="315468"/>
                  </a:lnTo>
                  <a:lnTo>
                    <a:pt x="780288" y="304800"/>
                  </a:lnTo>
                  <a:lnTo>
                    <a:pt x="649224" y="304800"/>
                  </a:lnTo>
                  <a:lnTo>
                    <a:pt x="649224" y="260604"/>
                  </a:lnTo>
                  <a:lnTo>
                    <a:pt x="780288" y="260604"/>
                  </a:lnTo>
                  <a:lnTo>
                    <a:pt x="780288" y="243649"/>
                  </a:lnTo>
                  <a:lnTo>
                    <a:pt x="775716" y="249936"/>
                  </a:lnTo>
                  <a:lnTo>
                    <a:pt x="649224" y="249936"/>
                  </a:lnTo>
                  <a:lnTo>
                    <a:pt x="624840" y="236220"/>
                  </a:lnTo>
                  <a:lnTo>
                    <a:pt x="625716" y="255943"/>
                  </a:lnTo>
                  <a:lnTo>
                    <a:pt x="626173" y="276225"/>
                  </a:lnTo>
                  <a:lnTo>
                    <a:pt x="626338" y="297091"/>
                  </a:lnTo>
                  <a:lnTo>
                    <a:pt x="626211" y="356235"/>
                  </a:lnTo>
                  <a:lnTo>
                    <a:pt x="626148" y="362712"/>
                  </a:lnTo>
                  <a:lnTo>
                    <a:pt x="625716" y="383667"/>
                  </a:lnTo>
                  <a:lnTo>
                    <a:pt x="624840" y="405384"/>
                  </a:lnTo>
                  <a:lnTo>
                    <a:pt x="649224" y="394716"/>
                  </a:lnTo>
                  <a:lnTo>
                    <a:pt x="649224" y="373380"/>
                  </a:lnTo>
                  <a:lnTo>
                    <a:pt x="780288" y="373380"/>
                  </a:lnTo>
                  <a:lnTo>
                    <a:pt x="780288" y="400812"/>
                  </a:lnTo>
                  <a:lnTo>
                    <a:pt x="804672" y="390144"/>
                  </a:lnTo>
                  <a:lnTo>
                    <a:pt x="803833" y="373380"/>
                  </a:lnTo>
                  <a:lnTo>
                    <a:pt x="803783" y="372478"/>
                  </a:lnTo>
                  <a:lnTo>
                    <a:pt x="803516" y="362712"/>
                  </a:lnTo>
                  <a:lnTo>
                    <a:pt x="803338" y="356235"/>
                  </a:lnTo>
                  <a:lnTo>
                    <a:pt x="803160" y="341718"/>
                  </a:lnTo>
                  <a:lnTo>
                    <a:pt x="803148" y="315468"/>
                  </a:lnTo>
                  <a:lnTo>
                    <a:pt x="803148" y="304800"/>
                  </a:lnTo>
                  <a:lnTo>
                    <a:pt x="803148" y="265176"/>
                  </a:lnTo>
                  <a:lnTo>
                    <a:pt x="807720" y="260604"/>
                  </a:lnTo>
                  <a:lnTo>
                    <a:pt x="815340" y="252984"/>
                  </a:lnTo>
                  <a:close/>
                </a:path>
                <a:path w="836929" h="408939">
                  <a:moveTo>
                    <a:pt x="836676" y="82296"/>
                  </a:moveTo>
                  <a:lnTo>
                    <a:pt x="831037" y="77724"/>
                  </a:lnTo>
                  <a:lnTo>
                    <a:pt x="812292" y="62484"/>
                  </a:lnTo>
                  <a:lnTo>
                    <a:pt x="804672" y="72009"/>
                  </a:lnTo>
                  <a:lnTo>
                    <a:pt x="804672" y="88392"/>
                  </a:lnTo>
                  <a:lnTo>
                    <a:pt x="804672" y="202692"/>
                  </a:lnTo>
                  <a:lnTo>
                    <a:pt x="723900" y="202692"/>
                  </a:lnTo>
                  <a:lnTo>
                    <a:pt x="723900" y="88392"/>
                  </a:lnTo>
                  <a:lnTo>
                    <a:pt x="804672" y="88392"/>
                  </a:lnTo>
                  <a:lnTo>
                    <a:pt x="804672" y="72009"/>
                  </a:lnTo>
                  <a:lnTo>
                    <a:pt x="800100" y="77724"/>
                  </a:lnTo>
                  <a:lnTo>
                    <a:pt x="739140" y="77724"/>
                  </a:lnTo>
                  <a:lnTo>
                    <a:pt x="759142" y="56324"/>
                  </a:lnTo>
                  <a:lnTo>
                    <a:pt x="775716" y="40195"/>
                  </a:lnTo>
                  <a:lnTo>
                    <a:pt x="788860" y="29514"/>
                  </a:lnTo>
                  <a:lnTo>
                    <a:pt x="798576" y="24384"/>
                  </a:lnTo>
                  <a:lnTo>
                    <a:pt x="769620" y="0"/>
                  </a:lnTo>
                  <a:lnTo>
                    <a:pt x="763028" y="15938"/>
                  </a:lnTo>
                  <a:lnTo>
                    <a:pt x="754380" y="34290"/>
                  </a:lnTo>
                  <a:lnTo>
                    <a:pt x="743470" y="54864"/>
                  </a:lnTo>
                  <a:lnTo>
                    <a:pt x="729996" y="77724"/>
                  </a:lnTo>
                  <a:lnTo>
                    <a:pt x="704088" y="77724"/>
                  </a:lnTo>
                  <a:lnTo>
                    <a:pt x="704088" y="88392"/>
                  </a:lnTo>
                  <a:lnTo>
                    <a:pt x="704088" y="202692"/>
                  </a:lnTo>
                  <a:lnTo>
                    <a:pt x="626364" y="202692"/>
                  </a:lnTo>
                  <a:lnTo>
                    <a:pt x="626364" y="88392"/>
                  </a:lnTo>
                  <a:lnTo>
                    <a:pt x="704088" y="88392"/>
                  </a:lnTo>
                  <a:lnTo>
                    <a:pt x="704088" y="77724"/>
                  </a:lnTo>
                  <a:lnTo>
                    <a:pt x="626364" y="77724"/>
                  </a:lnTo>
                  <a:lnTo>
                    <a:pt x="603504" y="62484"/>
                  </a:lnTo>
                  <a:lnTo>
                    <a:pt x="604621" y="80492"/>
                  </a:lnTo>
                  <a:lnTo>
                    <a:pt x="605599" y="100203"/>
                  </a:lnTo>
                  <a:lnTo>
                    <a:pt x="606285" y="121640"/>
                  </a:lnTo>
                  <a:lnTo>
                    <a:pt x="606488" y="140208"/>
                  </a:lnTo>
                  <a:lnTo>
                    <a:pt x="606399" y="157784"/>
                  </a:lnTo>
                  <a:lnTo>
                    <a:pt x="606285" y="168236"/>
                  </a:lnTo>
                  <a:lnTo>
                    <a:pt x="605599" y="190690"/>
                  </a:lnTo>
                  <a:lnTo>
                    <a:pt x="604621" y="212293"/>
                  </a:lnTo>
                  <a:lnTo>
                    <a:pt x="603504" y="233172"/>
                  </a:lnTo>
                  <a:lnTo>
                    <a:pt x="626364" y="224028"/>
                  </a:lnTo>
                  <a:lnTo>
                    <a:pt x="626364" y="213360"/>
                  </a:lnTo>
                  <a:lnTo>
                    <a:pt x="804672" y="213360"/>
                  </a:lnTo>
                  <a:lnTo>
                    <a:pt x="804672" y="230124"/>
                  </a:lnTo>
                  <a:lnTo>
                    <a:pt x="827532" y="222504"/>
                  </a:lnTo>
                  <a:lnTo>
                    <a:pt x="826795" y="213360"/>
                  </a:lnTo>
                  <a:lnTo>
                    <a:pt x="825931" y="202692"/>
                  </a:lnTo>
                  <a:lnTo>
                    <a:pt x="825436" y="196405"/>
                  </a:lnTo>
                  <a:lnTo>
                    <a:pt x="824738" y="186296"/>
                  </a:lnTo>
                  <a:lnTo>
                    <a:pt x="824572" y="181356"/>
                  </a:lnTo>
                  <a:lnTo>
                    <a:pt x="824484" y="92964"/>
                  </a:lnTo>
                  <a:lnTo>
                    <a:pt x="829703" y="88392"/>
                  </a:lnTo>
                  <a:lnTo>
                    <a:pt x="836676" y="82296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31" name="object 31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6280404" y="2910839"/>
              <a:ext cx="245364" cy="417576"/>
            </a:xfrm>
            <a:prstGeom prst="rect">
              <a:avLst/>
            </a:prstGeom>
          </p:spPr>
        </p:pic>
        <p:sp>
          <p:nvSpPr>
            <p:cNvPr id="32" name="object 32"/>
            <p:cNvSpPr/>
            <p:nvPr/>
          </p:nvSpPr>
          <p:spPr>
            <a:xfrm>
              <a:off x="6131052" y="2923032"/>
              <a:ext cx="152400" cy="334010"/>
            </a:xfrm>
            <a:custGeom>
              <a:avLst/>
              <a:gdLst/>
              <a:ahLst/>
              <a:cxnLst/>
              <a:rect l="l" t="t" r="r" b="b"/>
              <a:pathLst>
                <a:path w="152400" h="334010">
                  <a:moveTo>
                    <a:pt x="64008" y="0"/>
                  </a:moveTo>
                  <a:lnTo>
                    <a:pt x="102108" y="18288"/>
                  </a:lnTo>
                  <a:lnTo>
                    <a:pt x="88392" y="30480"/>
                  </a:lnTo>
                  <a:lnTo>
                    <a:pt x="88392" y="118872"/>
                  </a:lnTo>
                  <a:lnTo>
                    <a:pt x="102108" y="118872"/>
                  </a:lnTo>
                  <a:lnTo>
                    <a:pt x="121920" y="99060"/>
                  </a:lnTo>
                  <a:lnTo>
                    <a:pt x="150876" y="129539"/>
                  </a:lnTo>
                  <a:lnTo>
                    <a:pt x="88392" y="129539"/>
                  </a:lnTo>
                  <a:lnTo>
                    <a:pt x="88392" y="277368"/>
                  </a:lnTo>
                  <a:lnTo>
                    <a:pt x="150876" y="257556"/>
                  </a:lnTo>
                  <a:lnTo>
                    <a:pt x="152400" y="265176"/>
                  </a:lnTo>
                  <a:lnTo>
                    <a:pt x="98679" y="288321"/>
                  </a:lnTo>
                  <a:lnTo>
                    <a:pt x="58674" y="307466"/>
                  </a:lnTo>
                  <a:lnTo>
                    <a:pt x="32385" y="322611"/>
                  </a:lnTo>
                  <a:lnTo>
                    <a:pt x="19812" y="333756"/>
                  </a:lnTo>
                  <a:lnTo>
                    <a:pt x="0" y="303276"/>
                  </a:lnTo>
                  <a:lnTo>
                    <a:pt x="12811" y="299537"/>
                  </a:lnTo>
                  <a:lnTo>
                    <a:pt x="28194" y="295084"/>
                  </a:lnTo>
                  <a:lnTo>
                    <a:pt x="45862" y="289774"/>
                  </a:lnTo>
                  <a:lnTo>
                    <a:pt x="65532" y="283464"/>
                  </a:lnTo>
                  <a:lnTo>
                    <a:pt x="65532" y="129539"/>
                  </a:lnTo>
                  <a:lnTo>
                    <a:pt x="56388" y="129539"/>
                  </a:lnTo>
                  <a:lnTo>
                    <a:pt x="45886" y="129825"/>
                  </a:lnTo>
                  <a:lnTo>
                    <a:pt x="35242" y="130683"/>
                  </a:lnTo>
                  <a:lnTo>
                    <a:pt x="24884" y="132111"/>
                  </a:lnTo>
                  <a:lnTo>
                    <a:pt x="15240" y="134112"/>
                  </a:lnTo>
                  <a:lnTo>
                    <a:pt x="0" y="118872"/>
                  </a:lnTo>
                  <a:lnTo>
                    <a:pt x="65532" y="118872"/>
                  </a:lnTo>
                  <a:lnTo>
                    <a:pt x="65532" y="60960"/>
                  </a:lnTo>
                  <a:lnTo>
                    <a:pt x="65508" y="46934"/>
                  </a:lnTo>
                  <a:lnTo>
                    <a:pt x="65341" y="32194"/>
                  </a:lnTo>
                  <a:lnTo>
                    <a:pt x="64889" y="16597"/>
                  </a:lnTo>
                  <a:lnTo>
                    <a:pt x="64008" y="0"/>
                  </a:lnTo>
                  <a:close/>
                </a:path>
              </a:pathLst>
            </a:custGeom>
            <a:ln w="1219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33" name="object 33"/>
          <p:cNvGrpSpPr/>
          <p:nvPr/>
        </p:nvGrpSpPr>
        <p:grpSpPr>
          <a:xfrm>
            <a:off x="6571488" y="2907792"/>
            <a:ext cx="411480" cy="421005"/>
            <a:chOff x="6571488" y="2907792"/>
            <a:chExt cx="411480" cy="421005"/>
          </a:xfrm>
        </p:grpSpPr>
        <p:sp>
          <p:nvSpPr>
            <p:cNvPr id="34" name="object 34"/>
            <p:cNvSpPr/>
            <p:nvPr/>
          </p:nvSpPr>
          <p:spPr>
            <a:xfrm>
              <a:off x="6577584" y="2913887"/>
              <a:ext cx="399415" cy="408940"/>
            </a:xfrm>
            <a:custGeom>
              <a:avLst/>
              <a:gdLst/>
              <a:ahLst/>
              <a:cxnLst/>
              <a:rect l="l" t="t" r="r" b="b"/>
              <a:pathLst>
                <a:path w="399415" h="408939">
                  <a:moveTo>
                    <a:pt x="219456" y="71628"/>
                  </a:moveTo>
                  <a:lnTo>
                    <a:pt x="214884" y="67056"/>
                  </a:lnTo>
                  <a:lnTo>
                    <a:pt x="211835" y="53340"/>
                  </a:lnTo>
                  <a:lnTo>
                    <a:pt x="208430" y="42743"/>
                  </a:lnTo>
                  <a:lnTo>
                    <a:pt x="202882" y="31432"/>
                  </a:lnTo>
                  <a:lnTo>
                    <a:pt x="195333" y="19264"/>
                  </a:lnTo>
                  <a:lnTo>
                    <a:pt x="185928" y="6096"/>
                  </a:lnTo>
                  <a:lnTo>
                    <a:pt x="190500" y="0"/>
                  </a:lnTo>
                  <a:lnTo>
                    <a:pt x="228647" y="24645"/>
                  </a:lnTo>
                  <a:lnTo>
                    <a:pt x="239268" y="39624"/>
                  </a:lnTo>
                  <a:lnTo>
                    <a:pt x="239268" y="53340"/>
                  </a:lnTo>
                  <a:lnTo>
                    <a:pt x="237744" y="57912"/>
                  </a:lnTo>
                  <a:lnTo>
                    <a:pt x="234696" y="60960"/>
                  </a:lnTo>
                  <a:lnTo>
                    <a:pt x="231647" y="65532"/>
                  </a:lnTo>
                  <a:lnTo>
                    <a:pt x="219456" y="71628"/>
                  </a:lnTo>
                  <a:close/>
                </a:path>
                <a:path w="399415" h="408939">
                  <a:moveTo>
                    <a:pt x="388620" y="73152"/>
                  </a:moveTo>
                  <a:lnTo>
                    <a:pt x="336804" y="73152"/>
                  </a:lnTo>
                  <a:lnTo>
                    <a:pt x="362712" y="47244"/>
                  </a:lnTo>
                  <a:lnTo>
                    <a:pt x="388620" y="73152"/>
                  </a:lnTo>
                  <a:close/>
                </a:path>
                <a:path w="399415" h="408939">
                  <a:moveTo>
                    <a:pt x="4572" y="408432"/>
                  </a:moveTo>
                  <a:lnTo>
                    <a:pt x="0" y="403860"/>
                  </a:lnTo>
                  <a:lnTo>
                    <a:pt x="23145" y="358687"/>
                  </a:lnTo>
                  <a:lnTo>
                    <a:pt x="40005" y="309943"/>
                  </a:lnTo>
                  <a:lnTo>
                    <a:pt x="50577" y="257484"/>
                  </a:lnTo>
                  <a:lnTo>
                    <a:pt x="54864" y="201168"/>
                  </a:lnTo>
                  <a:lnTo>
                    <a:pt x="54816" y="149185"/>
                  </a:lnTo>
                  <a:lnTo>
                    <a:pt x="54483" y="107632"/>
                  </a:lnTo>
                  <a:lnTo>
                    <a:pt x="53578" y="76652"/>
                  </a:lnTo>
                  <a:lnTo>
                    <a:pt x="51816" y="56388"/>
                  </a:lnTo>
                  <a:lnTo>
                    <a:pt x="80772" y="73152"/>
                  </a:lnTo>
                  <a:lnTo>
                    <a:pt x="388620" y="73152"/>
                  </a:lnTo>
                  <a:lnTo>
                    <a:pt x="399288" y="83820"/>
                  </a:lnTo>
                  <a:lnTo>
                    <a:pt x="79248" y="83820"/>
                  </a:lnTo>
                  <a:lnTo>
                    <a:pt x="79509" y="149304"/>
                  </a:lnTo>
                  <a:lnTo>
                    <a:pt x="77914" y="204216"/>
                  </a:lnTo>
                  <a:lnTo>
                    <a:pt x="74318" y="248840"/>
                  </a:lnTo>
                  <a:lnTo>
                    <a:pt x="60293" y="312848"/>
                  </a:lnTo>
                  <a:lnTo>
                    <a:pt x="28289" y="375618"/>
                  </a:lnTo>
                  <a:lnTo>
                    <a:pt x="4572" y="408432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" name="object 35"/>
            <p:cNvSpPr/>
            <p:nvPr/>
          </p:nvSpPr>
          <p:spPr>
            <a:xfrm>
              <a:off x="6577584" y="2961131"/>
              <a:ext cx="399415" cy="361315"/>
            </a:xfrm>
            <a:custGeom>
              <a:avLst/>
              <a:gdLst/>
              <a:ahLst/>
              <a:cxnLst/>
              <a:rect l="l" t="t" r="r" b="b"/>
              <a:pathLst>
                <a:path w="399415" h="361314">
                  <a:moveTo>
                    <a:pt x="51816" y="9144"/>
                  </a:moveTo>
                  <a:lnTo>
                    <a:pt x="80772" y="25908"/>
                  </a:lnTo>
                  <a:lnTo>
                    <a:pt x="336804" y="25908"/>
                  </a:lnTo>
                  <a:lnTo>
                    <a:pt x="362711" y="0"/>
                  </a:lnTo>
                  <a:lnTo>
                    <a:pt x="399288" y="36576"/>
                  </a:lnTo>
                  <a:lnTo>
                    <a:pt x="79248" y="36576"/>
                  </a:lnTo>
                  <a:lnTo>
                    <a:pt x="79509" y="102060"/>
                  </a:lnTo>
                  <a:lnTo>
                    <a:pt x="77914" y="156972"/>
                  </a:lnTo>
                  <a:lnTo>
                    <a:pt x="74318" y="201596"/>
                  </a:lnTo>
                  <a:lnTo>
                    <a:pt x="60293" y="265604"/>
                  </a:lnTo>
                  <a:lnTo>
                    <a:pt x="28289" y="328374"/>
                  </a:lnTo>
                  <a:lnTo>
                    <a:pt x="4572" y="361187"/>
                  </a:lnTo>
                  <a:lnTo>
                    <a:pt x="0" y="356616"/>
                  </a:lnTo>
                  <a:lnTo>
                    <a:pt x="23145" y="311443"/>
                  </a:lnTo>
                  <a:lnTo>
                    <a:pt x="40005" y="262699"/>
                  </a:lnTo>
                  <a:lnTo>
                    <a:pt x="50577" y="210240"/>
                  </a:lnTo>
                  <a:lnTo>
                    <a:pt x="54864" y="153924"/>
                  </a:lnTo>
                  <a:lnTo>
                    <a:pt x="54816" y="101941"/>
                  </a:lnTo>
                  <a:lnTo>
                    <a:pt x="54483" y="60388"/>
                  </a:lnTo>
                  <a:lnTo>
                    <a:pt x="53578" y="29408"/>
                  </a:lnTo>
                  <a:lnTo>
                    <a:pt x="51816" y="9144"/>
                  </a:lnTo>
                  <a:close/>
                </a:path>
              </a:pathLst>
            </a:custGeom>
            <a:ln w="1219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36" name="object 36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6757416" y="2907792"/>
              <a:ext cx="65532" cy="83820"/>
            </a:xfrm>
            <a:prstGeom prst="rect">
              <a:avLst/>
            </a:prstGeom>
          </p:spPr>
        </p:pic>
      </p:grpSp>
      <p:pic>
        <p:nvPicPr>
          <p:cNvPr id="37" name="object 37"/>
          <p:cNvPicPr/>
          <p:nvPr/>
        </p:nvPicPr>
        <p:blipFill>
          <a:blip r:embed="rId7" cstate="print"/>
          <a:stretch>
            <a:fillRect/>
          </a:stretch>
        </p:blipFill>
        <p:spPr>
          <a:xfrm>
            <a:off x="7069835" y="3185160"/>
            <a:ext cx="97536" cy="96012"/>
          </a:xfrm>
          <a:prstGeom prst="rect">
            <a:avLst/>
          </a:prstGeom>
        </p:spPr>
      </p:pic>
      <p:sp>
        <p:nvSpPr>
          <p:cNvPr id="38" name="object 38"/>
          <p:cNvSpPr/>
          <p:nvPr/>
        </p:nvSpPr>
        <p:spPr>
          <a:xfrm>
            <a:off x="7505700" y="2930652"/>
            <a:ext cx="349250" cy="382905"/>
          </a:xfrm>
          <a:custGeom>
            <a:avLst/>
            <a:gdLst/>
            <a:ahLst/>
            <a:cxnLst/>
            <a:rect l="l" t="t" r="r" b="b"/>
            <a:pathLst>
              <a:path w="349250" h="382904">
                <a:moveTo>
                  <a:pt x="346768" y="18287"/>
                </a:moveTo>
                <a:lnTo>
                  <a:pt x="307848" y="18287"/>
                </a:lnTo>
                <a:lnTo>
                  <a:pt x="320040" y="0"/>
                </a:lnTo>
                <a:lnTo>
                  <a:pt x="346768" y="18287"/>
                </a:lnTo>
                <a:close/>
              </a:path>
              <a:path w="349250" h="382904">
                <a:moveTo>
                  <a:pt x="0" y="382524"/>
                </a:moveTo>
                <a:lnTo>
                  <a:pt x="795" y="347472"/>
                </a:lnTo>
                <a:lnTo>
                  <a:pt x="904" y="341185"/>
                </a:lnTo>
                <a:lnTo>
                  <a:pt x="1333" y="295846"/>
                </a:lnTo>
                <a:lnTo>
                  <a:pt x="1458" y="97535"/>
                </a:lnTo>
                <a:lnTo>
                  <a:pt x="1333" y="60197"/>
                </a:lnTo>
                <a:lnTo>
                  <a:pt x="881" y="24145"/>
                </a:lnTo>
                <a:lnTo>
                  <a:pt x="0" y="1524"/>
                </a:lnTo>
                <a:lnTo>
                  <a:pt x="25908" y="18287"/>
                </a:lnTo>
                <a:lnTo>
                  <a:pt x="346768" y="18287"/>
                </a:lnTo>
                <a:lnTo>
                  <a:pt x="348996" y="19811"/>
                </a:lnTo>
                <a:lnTo>
                  <a:pt x="338709" y="28955"/>
                </a:lnTo>
                <a:lnTo>
                  <a:pt x="25908" y="28955"/>
                </a:lnTo>
                <a:lnTo>
                  <a:pt x="25908" y="368808"/>
                </a:lnTo>
                <a:lnTo>
                  <a:pt x="0" y="382524"/>
                </a:lnTo>
                <a:close/>
              </a:path>
              <a:path w="349250" h="382904">
                <a:moveTo>
                  <a:pt x="334813" y="341376"/>
                </a:moveTo>
                <a:lnTo>
                  <a:pt x="300228" y="341376"/>
                </a:lnTo>
                <a:lnTo>
                  <a:pt x="305966" y="339732"/>
                </a:lnTo>
                <a:lnTo>
                  <a:pt x="309562" y="335089"/>
                </a:lnTo>
                <a:lnTo>
                  <a:pt x="311157" y="327874"/>
                </a:lnTo>
                <a:lnTo>
                  <a:pt x="310895" y="318515"/>
                </a:lnTo>
                <a:lnTo>
                  <a:pt x="310895" y="28955"/>
                </a:lnTo>
                <a:lnTo>
                  <a:pt x="338709" y="28955"/>
                </a:lnTo>
                <a:lnTo>
                  <a:pt x="335280" y="32003"/>
                </a:lnTo>
                <a:lnTo>
                  <a:pt x="335280" y="336803"/>
                </a:lnTo>
                <a:lnTo>
                  <a:pt x="334813" y="341376"/>
                </a:lnTo>
                <a:close/>
              </a:path>
              <a:path w="349250" h="382904">
                <a:moveTo>
                  <a:pt x="123549" y="141731"/>
                </a:moveTo>
                <a:lnTo>
                  <a:pt x="100584" y="141731"/>
                </a:lnTo>
                <a:lnTo>
                  <a:pt x="107156" y="124015"/>
                </a:lnTo>
                <a:lnTo>
                  <a:pt x="113157" y="105155"/>
                </a:lnTo>
                <a:lnTo>
                  <a:pt x="118586" y="85153"/>
                </a:lnTo>
                <a:lnTo>
                  <a:pt x="123444" y="64007"/>
                </a:lnTo>
                <a:lnTo>
                  <a:pt x="156972" y="86867"/>
                </a:lnTo>
                <a:lnTo>
                  <a:pt x="144780" y="97535"/>
                </a:lnTo>
                <a:lnTo>
                  <a:pt x="136159" y="115228"/>
                </a:lnTo>
                <a:lnTo>
                  <a:pt x="128397" y="131635"/>
                </a:lnTo>
                <a:lnTo>
                  <a:pt x="123549" y="141731"/>
                </a:lnTo>
                <a:close/>
              </a:path>
              <a:path w="349250" h="382904">
                <a:moveTo>
                  <a:pt x="250469" y="153923"/>
                </a:moveTo>
                <a:lnTo>
                  <a:pt x="227076" y="153923"/>
                </a:lnTo>
                <a:lnTo>
                  <a:pt x="235386" y="131945"/>
                </a:lnTo>
                <a:lnTo>
                  <a:pt x="242125" y="109537"/>
                </a:lnTo>
                <a:lnTo>
                  <a:pt x="247435" y="86844"/>
                </a:lnTo>
                <a:lnTo>
                  <a:pt x="251460" y="64007"/>
                </a:lnTo>
                <a:lnTo>
                  <a:pt x="284988" y="86867"/>
                </a:lnTo>
                <a:lnTo>
                  <a:pt x="280416" y="91201"/>
                </a:lnTo>
                <a:lnTo>
                  <a:pt x="275844" y="97535"/>
                </a:lnTo>
                <a:lnTo>
                  <a:pt x="271272" y="106156"/>
                </a:lnTo>
                <a:lnTo>
                  <a:pt x="266700" y="117347"/>
                </a:lnTo>
                <a:lnTo>
                  <a:pt x="260985" y="129325"/>
                </a:lnTo>
                <a:lnTo>
                  <a:pt x="255270" y="142303"/>
                </a:lnTo>
                <a:lnTo>
                  <a:pt x="250469" y="153923"/>
                </a:lnTo>
                <a:close/>
              </a:path>
              <a:path w="349250" h="382904">
                <a:moveTo>
                  <a:pt x="42672" y="284987"/>
                </a:moveTo>
                <a:lnTo>
                  <a:pt x="38100" y="281939"/>
                </a:lnTo>
                <a:lnTo>
                  <a:pt x="52649" y="255650"/>
                </a:lnTo>
                <a:lnTo>
                  <a:pt x="66484" y="227075"/>
                </a:lnTo>
                <a:lnTo>
                  <a:pt x="79462" y="196214"/>
                </a:lnTo>
                <a:lnTo>
                  <a:pt x="91440" y="163067"/>
                </a:lnTo>
                <a:lnTo>
                  <a:pt x="80819" y="143898"/>
                </a:lnTo>
                <a:lnTo>
                  <a:pt x="69342" y="125158"/>
                </a:lnTo>
                <a:lnTo>
                  <a:pt x="56721" y="106703"/>
                </a:lnTo>
                <a:lnTo>
                  <a:pt x="42672" y="88391"/>
                </a:lnTo>
                <a:lnTo>
                  <a:pt x="48768" y="85343"/>
                </a:lnTo>
                <a:lnTo>
                  <a:pt x="63079" y="99941"/>
                </a:lnTo>
                <a:lnTo>
                  <a:pt x="76390" y="114109"/>
                </a:lnTo>
                <a:lnTo>
                  <a:pt x="88844" y="127992"/>
                </a:lnTo>
                <a:lnTo>
                  <a:pt x="100584" y="141731"/>
                </a:lnTo>
                <a:lnTo>
                  <a:pt x="123549" y="141731"/>
                </a:lnTo>
                <a:lnTo>
                  <a:pt x="121205" y="146613"/>
                </a:lnTo>
                <a:lnTo>
                  <a:pt x="114300" y="160019"/>
                </a:lnTo>
                <a:lnTo>
                  <a:pt x="125730" y="175998"/>
                </a:lnTo>
                <a:lnTo>
                  <a:pt x="131402" y="184403"/>
                </a:lnTo>
                <a:lnTo>
                  <a:pt x="106680" y="184403"/>
                </a:lnTo>
                <a:lnTo>
                  <a:pt x="92392" y="211264"/>
                </a:lnTo>
                <a:lnTo>
                  <a:pt x="76962" y="236981"/>
                </a:lnTo>
                <a:lnTo>
                  <a:pt x="60388" y="261556"/>
                </a:lnTo>
                <a:lnTo>
                  <a:pt x="42672" y="284987"/>
                </a:lnTo>
                <a:close/>
              </a:path>
              <a:path w="349250" h="382904">
                <a:moveTo>
                  <a:pt x="156972" y="295655"/>
                </a:moveTo>
                <a:lnTo>
                  <a:pt x="152400" y="289559"/>
                </a:lnTo>
                <a:lnTo>
                  <a:pt x="172735" y="262675"/>
                </a:lnTo>
                <a:lnTo>
                  <a:pt x="190500" y="234505"/>
                </a:lnTo>
                <a:lnTo>
                  <a:pt x="205978" y="204906"/>
                </a:lnTo>
                <a:lnTo>
                  <a:pt x="219456" y="173735"/>
                </a:lnTo>
                <a:lnTo>
                  <a:pt x="205501" y="151447"/>
                </a:lnTo>
                <a:lnTo>
                  <a:pt x="191262" y="130301"/>
                </a:lnTo>
                <a:lnTo>
                  <a:pt x="177022" y="110299"/>
                </a:lnTo>
                <a:lnTo>
                  <a:pt x="163068" y="91439"/>
                </a:lnTo>
                <a:lnTo>
                  <a:pt x="169164" y="88391"/>
                </a:lnTo>
                <a:lnTo>
                  <a:pt x="185735" y="106156"/>
                </a:lnTo>
                <a:lnTo>
                  <a:pt x="200977" y="122872"/>
                </a:lnTo>
                <a:lnTo>
                  <a:pt x="214812" y="138755"/>
                </a:lnTo>
                <a:lnTo>
                  <a:pt x="227076" y="153923"/>
                </a:lnTo>
                <a:lnTo>
                  <a:pt x="250469" y="153923"/>
                </a:lnTo>
                <a:lnTo>
                  <a:pt x="249555" y="156138"/>
                </a:lnTo>
                <a:lnTo>
                  <a:pt x="243840" y="170687"/>
                </a:lnTo>
                <a:lnTo>
                  <a:pt x="257508" y="187832"/>
                </a:lnTo>
                <a:lnTo>
                  <a:pt x="260638" y="192023"/>
                </a:lnTo>
                <a:lnTo>
                  <a:pt x="233172" y="192023"/>
                </a:lnTo>
                <a:lnTo>
                  <a:pt x="215479" y="223218"/>
                </a:lnTo>
                <a:lnTo>
                  <a:pt x="196786" y="250697"/>
                </a:lnTo>
                <a:lnTo>
                  <a:pt x="177236" y="274748"/>
                </a:lnTo>
                <a:lnTo>
                  <a:pt x="156972" y="295655"/>
                </a:lnTo>
                <a:close/>
              </a:path>
              <a:path w="349250" h="382904">
                <a:moveTo>
                  <a:pt x="138684" y="260603"/>
                </a:moveTo>
                <a:lnTo>
                  <a:pt x="132588" y="260603"/>
                </a:lnTo>
                <a:lnTo>
                  <a:pt x="129540" y="252983"/>
                </a:lnTo>
                <a:lnTo>
                  <a:pt x="126492" y="237743"/>
                </a:lnTo>
                <a:lnTo>
                  <a:pt x="122753" y="224051"/>
                </a:lnTo>
                <a:lnTo>
                  <a:pt x="118300" y="210502"/>
                </a:lnTo>
                <a:lnTo>
                  <a:pt x="112990" y="197238"/>
                </a:lnTo>
                <a:lnTo>
                  <a:pt x="106680" y="184403"/>
                </a:lnTo>
                <a:lnTo>
                  <a:pt x="131402" y="184403"/>
                </a:lnTo>
                <a:lnTo>
                  <a:pt x="150876" y="222694"/>
                </a:lnTo>
                <a:lnTo>
                  <a:pt x="151447" y="230004"/>
                </a:lnTo>
                <a:lnTo>
                  <a:pt x="150932" y="236981"/>
                </a:lnTo>
                <a:lnTo>
                  <a:pt x="140208" y="259079"/>
                </a:lnTo>
                <a:lnTo>
                  <a:pt x="138684" y="260603"/>
                </a:lnTo>
                <a:close/>
              </a:path>
              <a:path w="349250" h="382904">
                <a:moveTo>
                  <a:pt x="275843" y="277367"/>
                </a:moveTo>
                <a:lnTo>
                  <a:pt x="274319" y="277367"/>
                </a:lnTo>
                <a:lnTo>
                  <a:pt x="270891" y="275915"/>
                </a:lnTo>
                <a:lnTo>
                  <a:pt x="267462" y="271462"/>
                </a:lnTo>
                <a:lnTo>
                  <a:pt x="264033" y="263866"/>
                </a:lnTo>
                <a:lnTo>
                  <a:pt x="260604" y="252983"/>
                </a:lnTo>
                <a:lnTo>
                  <a:pt x="255460" y="238101"/>
                </a:lnTo>
                <a:lnTo>
                  <a:pt x="249174" y="223075"/>
                </a:lnTo>
                <a:lnTo>
                  <a:pt x="241744" y="207764"/>
                </a:lnTo>
                <a:lnTo>
                  <a:pt x="233172" y="192023"/>
                </a:lnTo>
                <a:lnTo>
                  <a:pt x="260638" y="192023"/>
                </a:lnTo>
                <a:lnTo>
                  <a:pt x="281940" y="225551"/>
                </a:lnTo>
                <a:lnTo>
                  <a:pt x="288583" y="246983"/>
                </a:lnTo>
                <a:lnTo>
                  <a:pt x="288036" y="252983"/>
                </a:lnTo>
                <a:lnTo>
                  <a:pt x="288036" y="262127"/>
                </a:lnTo>
                <a:lnTo>
                  <a:pt x="284988" y="268223"/>
                </a:lnTo>
                <a:lnTo>
                  <a:pt x="281940" y="271271"/>
                </a:lnTo>
                <a:lnTo>
                  <a:pt x="278892" y="275843"/>
                </a:lnTo>
                <a:lnTo>
                  <a:pt x="275843" y="277367"/>
                </a:lnTo>
                <a:close/>
              </a:path>
              <a:path w="349250" h="382904">
                <a:moveTo>
                  <a:pt x="298704" y="382524"/>
                </a:moveTo>
                <a:lnTo>
                  <a:pt x="294941" y="371046"/>
                </a:lnTo>
                <a:lnTo>
                  <a:pt x="285750" y="361569"/>
                </a:lnTo>
                <a:lnTo>
                  <a:pt x="270843" y="353806"/>
                </a:lnTo>
                <a:lnTo>
                  <a:pt x="249936" y="347472"/>
                </a:lnTo>
                <a:lnTo>
                  <a:pt x="249936" y="339851"/>
                </a:lnTo>
                <a:lnTo>
                  <a:pt x="267652" y="340733"/>
                </a:lnTo>
                <a:lnTo>
                  <a:pt x="281940" y="341185"/>
                </a:lnTo>
                <a:lnTo>
                  <a:pt x="292798" y="341352"/>
                </a:lnTo>
                <a:lnTo>
                  <a:pt x="334813" y="341376"/>
                </a:lnTo>
                <a:lnTo>
                  <a:pt x="333851" y="350805"/>
                </a:lnTo>
                <a:lnTo>
                  <a:pt x="327279" y="363092"/>
                </a:lnTo>
                <a:lnTo>
                  <a:pt x="315563" y="373665"/>
                </a:lnTo>
                <a:lnTo>
                  <a:pt x="298704" y="38252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" name="object 39"/>
          <p:cNvSpPr/>
          <p:nvPr/>
        </p:nvSpPr>
        <p:spPr>
          <a:xfrm>
            <a:off x="7917167" y="2913887"/>
            <a:ext cx="852169" cy="402590"/>
          </a:xfrm>
          <a:custGeom>
            <a:avLst/>
            <a:gdLst/>
            <a:ahLst/>
            <a:cxnLst/>
            <a:rect l="l" t="t" r="r" b="b"/>
            <a:pathLst>
              <a:path w="852170" h="402589">
                <a:moveTo>
                  <a:pt x="150876" y="307848"/>
                </a:moveTo>
                <a:lnTo>
                  <a:pt x="149352" y="301752"/>
                </a:lnTo>
                <a:lnTo>
                  <a:pt x="118452" y="310070"/>
                </a:lnTo>
                <a:lnTo>
                  <a:pt x="91821" y="316801"/>
                </a:lnTo>
                <a:lnTo>
                  <a:pt x="50292" y="326136"/>
                </a:lnTo>
                <a:lnTo>
                  <a:pt x="9144" y="333857"/>
                </a:lnTo>
                <a:lnTo>
                  <a:pt x="0" y="335280"/>
                </a:lnTo>
                <a:lnTo>
                  <a:pt x="19812" y="367284"/>
                </a:lnTo>
                <a:lnTo>
                  <a:pt x="68580" y="338328"/>
                </a:lnTo>
                <a:lnTo>
                  <a:pt x="88303" y="330568"/>
                </a:lnTo>
                <a:lnTo>
                  <a:pt x="150876" y="307848"/>
                </a:lnTo>
                <a:close/>
              </a:path>
              <a:path w="852170" h="402589">
                <a:moveTo>
                  <a:pt x="155448" y="108204"/>
                </a:moveTo>
                <a:lnTo>
                  <a:pt x="124968" y="83820"/>
                </a:lnTo>
                <a:lnTo>
                  <a:pt x="118999" y="97497"/>
                </a:lnTo>
                <a:lnTo>
                  <a:pt x="112585" y="110871"/>
                </a:lnTo>
                <a:lnTo>
                  <a:pt x="105905" y="123685"/>
                </a:lnTo>
                <a:lnTo>
                  <a:pt x="99060" y="135636"/>
                </a:lnTo>
                <a:lnTo>
                  <a:pt x="30480" y="138684"/>
                </a:lnTo>
                <a:lnTo>
                  <a:pt x="47561" y="112737"/>
                </a:lnTo>
                <a:lnTo>
                  <a:pt x="81280" y="61747"/>
                </a:lnTo>
                <a:lnTo>
                  <a:pt x="97536" y="36576"/>
                </a:lnTo>
                <a:lnTo>
                  <a:pt x="117348" y="24384"/>
                </a:lnTo>
                <a:lnTo>
                  <a:pt x="83820" y="3048"/>
                </a:lnTo>
                <a:lnTo>
                  <a:pt x="77012" y="23037"/>
                </a:lnTo>
                <a:lnTo>
                  <a:pt x="68199" y="44005"/>
                </a:lnTo>
                <a:lnTo>
                  <a:pt x="45720" y="88392"/>
                </a:lnTo>
                <a:lnTo>
                  <a:pt x="23050" y="122682"/>
                </a:lnTo>
                <a:lnTo>
                  <a:pt x="6096" y="134112"/>
                </a:lnTo>
                <a:lnTo>
                  <a:pt x="21336" y="166116"/>
                </a:lnTo>
                <a:lnTo>
                  <a:pt x="59131" y="150355"/>
                </a:lnTo>
                <a:lnTo>
                  <a:pt x="94488" y="144780"/>
                </a:lnTo>
                <a:lnTo>
                  <a:pt x="83972" y="163385"/>
                </a:lnTo>
                <a:lnTo>
                  <a:pt x="62344" y="196011"/>
                </a:lnTo>
                <a:lnTo>
                  <a:pt x="30861" y="231267"/>
                </a:lnTo>
                <a:lnTo>
                  <a:pt x="12192" y="240792"/>
                </a:lnTo>
                <a:lnTo>
                  <a:pt x="35052" y="274320"/>
                </a:lnTo>
                <a:lnTo>
                  <a:pt x="74676" y="251460"/>
                </a:lnTo>
                <a:lnTo>
                  <a:pt x="109880" y="240792"/>
                </a:lnTo>
                <a:lnTo>
                  <a:pt x="123977" y="237109"/>
                </a:lnTo>
                <a:lnTo>
                  <a:pt x="146304" y="231648"/>
                </a:lnTo>
                <a:lnTo>
                  <a:pt x="144780" y="225552"/>
                </a:lnTo>
                <a:lnTo>
                  <a:pt x="112763" y="230085"/>
                </a:lnTo>
                <a:lnTo>
                  <a:pt x="42672" y="240792"/>
                </a:lnTo>
                <a:lnTo>
                  <a:pt x="65824" y="213360"/>
                </a:lnTo>
                <a:lnTo>
                  <a:pt x="89535" y="183642"/>
                </a:lnTo>
                <a:lnTo>
                  <a:pt x="113830" y="151638"/>
                </a:lnTo>
                <a:lnTo>
                  <a:pt x="118795" y="144780"/>
                </a:lnTo>
                <a:lnTo>
                  <a:pt x="123215" y="138684"/>
                </a:lnTo>
                <a:lnTo>
                  <a:pt x="138684" y="117348"/>
                </a:lnTo>
                <a:lnTo>
                  <a:pt x="155448" y="108204"/>
                </a:lnTo>
                <a:close/>
              </a:path>
              <a:path w="852170" h="402589">
                <a:moveTo>
                  <a:pt x="405384" y="228600"/>
                </a:moveTo>
                <a:lnTo>
                  <a:pt x="371386" y="221170"/>
                </a:lnTo>
                <a:lnTo>
                  <a:pt x="340233" y="210312"/>
                </a:lnTo>
                <a:lnTo>
                  <a:pt x="311950" y="196024"/>
                </a:lnTo>
                <a:lnTo>
                  <a:pt x="306209" y="192024"/>
                </a:lnTo>
                <a:lnTo>
                  <a:pt x="286512" y="178308"/>
                </a:lnTo>
                <a:lnTo>
                  <a:pt x="316801" y="137541"/>
                </a:lnTo>
                <a:lnTo>
                  <a:pt x="350520" y="85344"/>
                </a:lnTo>
                <a:lnTo>
                  <a:pt x="365760" y="79248"/>
                </a:lnTo>
                <a:lnTo>
                  <a:pt x="355092" y="68580"/>
                </a:lnTo>
                <a:lnTo>
                  <a:pt x="338328" y="51816"/>
                </a:lnTo>
                <a:lnTo>
                  <a:pt x="323088" y="68580"/>
                </a:lnTo>
                <a:lnTo>
                  <a:pt x="323088" y="79248"/>
                </a:lnTo>
                <a:lnTo>
                  <a:pt x="310502" y="103276"/>
                </a:lnTo>
                <a:lnTo>
                  <a:pt x="297751" y="125158"/>
                </a:lnTo>
                <a:lnTo>
                  <a:pt x="284734" y="145046"/>
                </a:lnTo>
                <a:lnTo>
                  <a:pt x="271272" y="163068"/>
                </a:lnTo>
                <a:lnTo>
                  <a:pt x="256755" y="145910"/>
                </a:lnTo>
                <a:lnTo>
                  <a:pt x="243078" y="126301"/>
                </a:lnTo>
                <a:lnTo>
                  <a:pt x="230555" y="104140"/>
                </a:lnTo>
                <a:lnTo>
                  <a:pt x="221500" y="83820"/>
                </a:lnTo>
                <a:lnTo>
                  <a:pt x="219456" y="79248"/>
                </a:lnTo>
                <a:lnTo>
                  <a:pt x="323088" y="79248"/>
                </a:lnTo>
                <a:lnTo>
                  <a:pt x="323088" y="68580"/>
                </a:lnTo>
                <a:lnTo>
                  <a:pt x="220980" y="68580"/>
                </a:lnTo>
                <a:lnTo>
                  <a:pt x="224701" y="61175"/>
                </a:lnTo>
                <a:lnTo>
                  <a:pt x="228981" y="52768"/>
                </a:lnTo>
                <a:lnTo>
                  <a:pt x="233845" y="43510"/>
                </a:lnTo>
                <a:lnTo>
                  <a:pt x="239268" y="33528"/>
                </a:lnTo>
                <a:lnTo>
                  <a:pt x="254508" y="27432"/>
                </a:lnTo>
                <a:lnTo>
                  <a:pt x="219456" y="4572"/>
                </a:lnTo>
                <a:lnTo>
                  <a:pt x="205460" y="49149"/>
                </a:lnTo>
                <a:lnTo>
                  <a:pt x="188595" y="91440"/>
                </a:lnTo>
                <a:lnTo>
                  <a:pt x="168884" y="131445"/>
                </a:lnTo>
                <a:lnTo>
                  <a:pt x="146304" y="169164"/>
                </a:lnTo>
                <a:lnTo>
                  <a:pt x="150876" y="172212"/>
                </a:lnTo>
                <a:lnTo>
                  <a:pt x="166878" y="155409"/>
                </a:lnTo>
                <a:lnTo>
                  <a:pt x="182880" y="134874"/>
                </a:lnTo>
                <a:lnTo>
                  <a:pt x="198882" y="110921"/>
                </a:lnTo>
                <a:lnTo>
                  <a:pt x="214884" y="83820"/>
                </a:lnTo>
                <a:lnTo>
                  <a:pt x="222605" y="108419"/>
                </a:lnTo>
                <a:lnTo>
                  <a:pt x="232029" y="132016"/>
                </a:lnTo>
                <a:lnTo>
                  <a:pt x="243179" y="154762"/>
                </a:lnTo>
                <a:lnTo>
                  <a:pt x="256032" y="176784"/>
                </a:lnTo>
                <a:lnTo>
                  <a:pt x="228269" y="201930"/>
                </a:lnTo>
                <a:lnTo>
                  <a:pt x="197358" y="224790"/>
                </a:lnTo>
                <a:lnTo>
                  <a:pt x="163029" y="245364"/>
                </a:lnTo>
                <a:lnTo>
                  <a:pt x="124968" y="263652"/>
                </a:lnTo>
                <a:lnTo>
                  <a:pt x="126492" y="268224"/>
                </a:lnTo>
                <a:lnTo>
                  <a:pt x="145669" y="262509"/>
                </a:lnTo>
                <a:lnTo>
                  <a:pt x="162115" y="256794"/>
                </a:lnTo>
                <a:lnTo>
                  <a:pt x="176009" y="251079"/>
                </a:lnTo>
                <a:lnTo>
                  <a:pt x="187452" y="245364"/>
                </a:lnTo>
                <a:lnTo>
                  <a:pt x="187363" y="346925"/>
                </a:lnTo>
                <a:lnTo>
                  <a:pt x="187261" y="358711"/>
                </a:lnTo>
                <a:lnTo>
                  <a:pt x="186817" y="379412"/>
                </a:lnTo>
                <a:lnTo>
                  <a:pt x="185928" y="400812"/>
                </a:lnTo>
                <a:lnTo>
                  <a:pt x="210312" y="390144"/>
                </a:lnTo>
                <a:lnTo>
                  <a:pt x="210312" y="365760"/>
                </a:lnTo>
                <a:lnTo>
                  <a:pt x="323088" y="365760"/>
                </a:lnTo>
                <a:lnTo>
                  <a:pt x="323088" y="396240"/>
                </a:lnTo>
                <a:lnTo>
                  <a:pt x="347472" y="385572"/>
                </a:lnTo>
                <a:lnTo>
                  <a:pt x="347243" y="377342"/>
                </a:lnTo>
                <a:lnTo>
                  <a:pt x="346684" y="365760"/>
                </a:lnTo>
                <a:lnTo>
                  <a:pt x="346252" y="355092"/>
                </a:lnTo>
                <a:lnTo>
                  <a:pt x="346189" y="353428"/>
                </a:lnTo>
                <a:lnTo>
                  <a:pt x="345960" y="338886"/>
                </a:lnTo>
                <a:lnTo>
                  <a:pt x="345948" y="268224"/>
                </a:lnTo>
                <a:lnTo>
                  <a:pt x="356235" y="263652"/>
                </a:lnTo>
                <a:lnTo>
                  <a:pt x="359664" y="262128"/>
                </a:lnTo>
                <a:lnTo>
                  <a:pt x="349300" y="252984"/>
                </a:lnTo>
                <a:lnTo>
                  <a:pt x="333756" y="239268"/>
                </a:lnTo>
                <a:lnTo>
                  <a:pt x="323088" y="249936"/>
                </a:lnTo>
                <a:lnTo>
                  <a:pt x="323088" y="263652"/>
                </a:lnTo>
                <a:lnTo>
                  <a:pt x="323088" y="355092"/>
                </a:lnTo>
                <a:lnTo>
                  <a:pt x="210312" y="355092"/>
                </a:lnTo>
                <a:lnTo>
                  <a:pt x="210312" y="263652"/>
                </a:lnTo>
                <a:lnTo>
                  <a:pt x="323088" y="263652"/>
                </a:lnTo>
                <a:lnTo>
                  <a:pt x="323088" y="249936"/>
                </a:lnTo>
                <a:lnTo>
                  <a:pt x="320040" y="252984"/>
                </a:lnTo>
                <a:lnTo>
                  <a:pt x="210312" y="252984"/>
                </a:lnTo>
                <a:lnTo>
                  <a:pt x="196342" y="245364"/>
                </a:lnTo>
                <a:lnTo>
                  <a:pt x="193548" y="243840"/>
                </a:lnTo>
                <a:lnTo>
                  <a:pt x="213842" y="232968"/>
                </a:lnTo>
                <a:lnTo>
                  <a:pt x="233553" y="220789"/>
                </a:lnTo>
                <a:lnTo>
                  <a:pt x="252704" y="207200"/>
                </a:lnTo>
                <a:lnTo>
                  <a:pt x="271272" y="192024"/>
                </a:lnTo>
                <a:lnTo>
                  <a:pt x="293281" y="208864"/>
                </a:lnTo>
                <a:lnTo>
                  <a:pt x="318135" y="224980"/>
                </a:lnTo>
                <a:lnTo>
                  <a:pt x="345859" y="240245"/>
                </a:lnTo>
                <a:lnTo>
                  <a:pt x="376428" y="254508"/>
                </a:lnTo>
                <a:lnTo>
                  <a:pt x="380746" y="246468"/>
                </a:lnTo>
                <a:lnTo>
                  <a:pt x="386905" y="240411"/>
                </a:lnTo>
                <a:lnTo>
                  <a:pt x="395084" y="236080"/>
                </a:lnTo>
                <a:lnTo>
                  <a:pt x="405384" y="233172"/>
                </a:lnTo>
                <a:lnTo>
                  <a:pt x="405384" y="228600"/>
                </a:lnTo>
                <a:close/>
              </a:path>
              <a:path w="852170" h="402589">
                <a:moveTo>
                  <a:pt x="507504" y="166116"/>
                </a:moveTo>
                <a:lnTo>
                  <a:pt x="503783" y="157289"/>
                </a:lnTo>
                <a:lnTo>
                  <a:pt x="492645" y="146875"/>
                </a:lnTo>
                <a:lnTo>
                  <a:pt x="474065" y="135051"/>
                </a:lnTo>
                <a:lnTo>
                  <a:pt x="448068" y="121920"/>
                </a:lnTo>
                <a:lnTo>
                  <a:pt x="445020" y="126492"/>
                </a:lnTo>
                <a:lnTo>
                  <a:pt x="458470" y="142786"/>
                </a:lnTo>
                <a:lnTo>
                  <a:pt x="469150" y="157289"/>
                </a:lnTo>
                <a:lnTo>
                  <a:pt x="477380" y="170218"/>
                </a:lnTo>
                <a:lnTo>
                  <a:pt x="483120" y="181356"/>
                </a:lnTo>
                <a:lnTo>
                  <a:pt x="486168" y="192024"/>
                </a:lnTo>
                <a:lnTo>
                  <a:pt x="490740" y="196596"/>
                </a:lnTo>
                <a:lnTo>
                  <a:pt x="495312" y="196596"/>
                </a:lnTo>
                <a:lnTo>
                  <a:pt x="498360" y="195072"/>
                </a:lnTo>
                <a:lnTo>
                  <a:pt x="501408" y="190500"/>
                </a:lnTo>
                <a:lnTo>
                  <a:pt x="505980" y="185928"/>
                </a:lnTo>
                <a:lnTo>
                  <a:pt x="507504" y="178308"/>
                </a:lnTo>
                <a:lnTo>
                  <a:pt x="507504" y="166116"/>
                </a:lnTo>
                <a:close/>
              </a:path>
              <a:path w="852170" h="402589">
                <a:moveTo>
                  <a:pt x="550176" y="70104"/>
                </a:moveTo>
                <a:lnTo>
                  <a:pt x="547128" y="65532"/>
                </a:lnTo>
                <a:lnTo>
                  <a:pt x="544080" y="57912"/>
                </a:lnTo>
                <a:lnTo>
                  <a:pt x="538949" y="52222"/>
                </a:lnTo>
                <a:lnTo>
                  <a:pt x="528269" y="44386"/>
                </a:lnTo>
                <a:lnTo>
                  <a:pt x="512140" y="34556"/>
                </a:lnTo>
                <a:lnTo>
                  <a:pt x="490740" y="22860"/>
                </a:lnTo>
                <a:lnTo>
                  <a:pt x="486168" y="28956"/>
                </a:lnTo>
                <a:lnTo>
                  <a:pt x="498716" y="43294"/>
                </a:lnTo>
                <a:lnTo>
                  <a:pt x="508838" y="56769"/>
                </a:lnTo>
                <a:lnTo>
                  <a:pt x="516382" y="69684"/>
                </a:lnTo>
                <a:lnTo>
                  <a:pt x="521220" y="82296"/>
                </a:lnTo>
                <a:lnTo>
                  <a:pt x="525792" y="92964"/>
                </a:lnTo>
                <a:lnTo>
                  <a:pt x="528840" y="97536"/>
                </a:lnTo>
                <a:lnTo>
                  <a:pt x="536460" y="97536"/>
                </a:lnTo>
                <a:lnTo>
                  <a:pt x="544080" y="89916"/>
                </a:lnTo>
                <a:lnTo>
                  <a:pt x="550176" y="77724"/>
                </a:lnTo>
                <a:lnTo>
                  <a:pt x="550176" y="70104"/>
                </a:lnTo>
                <a:close/>
              </a:path>
              <a:path w="852170" h="402589">
                <a:moveTo>
                  <a:pt x="583704" y="97536"/>
                </a:moveTo>
                <a:lnTo>
                  <a:pt x="577608" y="94488"/>
                </a:lnTo>
                <a:lnTo>
                  <a:pt x="549617" y="162788"/>
                </a:lnTo>
                <a:lnTo>
                  <a:pt x="527316" y="215836"/>
                </a:lnTo>
                <a:lnTo>
                  <a:pt x="504456" y="265176"/>
                </a:lnTo>
                <a:lnTo>
                  <a:pt x="486194" y="280416"/>
                </a:lnTo>
                <a:lnTo>
                  <a:pt x="481279" y="280403"/>
                </a:lnTo>
                <a:lnTo>
                  <a:pt x="473405" y="280225"/>
                </a:lnTo>
                <a:lnTo>
                  <a:pt x="462368" y="279781"/>
                </a:lnTo>
                <a:lnTo>
                  <a:pt x="448068" y="278892"/>
                </a:lnTo>
                <a:lnTo>
                  <a:pt x="448068" y="286512"/>
                </a:lnTo>
                <a:lnTo>
                  <a:pt x="487692" y="304800"/>
                </a:lnTo>
                <a:lnTo>
                  <a:pt x="490740" y="316992"/>
                </a:lnTo>
                <a:lnTo>
                  <a:pt x="490423" y="322999"/>
                </a:lnTo>
                <a:lnTo>
                  <a:pt x="489407" y="329565"/>
                </a:lnTo>
                <a:lnTo>
                  <a:pt x="487514" y="336715"/>
                </a:lnTo>
                <a:lnTo>
                  <a:pt x="484644" y="344424"/>
                </a:lnTo>
                <a:lnTo>
                  <a:pt x="482638" y="352145"/>
                </a:lnTo>
                <a:lnTo>
                  <a:pt x="481215" y="359283"/>
                </a:lnTo>
                <a:lnTo>
                  <a:pt x="480352" y="365861"/>
                </a:lnTo>
                <a:lnTo>
                  <a:pt x="480072" y="371856"/>
                </a:lnTo>
                <a:lnTo>
                  <a:pt x="480072" y="379476"/>
                </a:lnTo>
                <a:lnTo>
                  <a:pt x="483120" y="385572"/>
                </a:lnTo>
                <a:lnTo>
                  <a:pt x="490740" y="387096"/>
                </a:lnTo>
                <a:lnTo>
                  <a:pt x="498360" y="390144"/>
                </a:lnTo>
                <a:lnTo>
                  <a:pt x="504456" y="391668"/>
                </a:lnTo>
                <a:lnTo>
                  <a:pt x="512076" y="391668"/>
                </a:lnTo>
                <a:lnTo>
                  <a:pt x="515124" y="390144"/>
                </a:lnTo>
                <a:lnTo>
                  <a:pt x="515124" y="342900"/>
                </a:lnTo>
                <a:lnTo>
                  <a:pt x="516267" y="327660"/>
                </a:lnTo>
                <a:lnTo>
                  <a:pt x="521220" y="288036"/>
                </a:lnTo>
                <a:lnTo>
                  <a:pt x="539318" y="229933"/>
                </a:lnTo>
                <a:lnTo>
                  <a:pt x="558292" y="172961"/>
                </a:lnTo>
                <a:lnTo>
                  <a:pt x="583704" y="97536"/>
                </a:lnTo>
                <a:close/>
              </a:path>
              <a:path w="852170" h="402589">
                <a:moveTo>
                  <a:pt x="640092" y="208788"/>
                </a:moveTo>
                <a:lnTo>
                  <a:pt x="601992" y="190500"/>
                </a:lnTo>
                <a:lnTo>
                  <a:pt x="601992" y="235699"/>
                </a:lnTo>
                <a:lnTo>
                  <a:pt x="599706" y="273177"/>
                </a:lnTo>
                <a:lnTo>
                  <a:pt x="588276" y="326136"/>
                </a:lnTo>
                <a:lnTo>
                  <a:pt x="564083" y="363093"/>
                </a:lnTo>
                <a:lnTo>
                  <a:pt x="522744" y="397764"/>
                </a:lnTo>
                <a:lnTo>
                  <a:pt x="527316" y="402336"/>
                </a:lnTo>
                <a:lnTo>
                  <a:pt x="579704" y="368427"/>
                </a:lnTo>
                <a:lnTo>
                  <a:pt x="608088" y="332232"/>
                </a:lnTo>
                <a:lnTo>
                  <a:pt x="620661" y="284988"/>
                </a:lnTo>
                <a:lnTo>
                  <a:pt x="626376" y="219456"/>
                </a:lnTo>
                <a:lnTo>
                  <a:pt x="640092" y="208788"/>
                </a:lnTo>
                <a:close/>
              </a:path>
              <a:path w="852170" h="402589">
                <a:moveTo>
                  <a:pt x="710196" y="214884"/>
                </a:moveTo>
                <a:lnTo>
                  <a:pt x="669048" y="196596"/>
                </a:lnTo>
                <a:lnTo>
                  <a:pt x="669925" y="206883"/>
                </a:lnTo>
                <a:lnTo>
                  <a:pt x="670382" y="217170"/>
                </a:lnTo>
                <a:lnTo>
                  <a:pt x="670534" y="227076"/>
                </a:lnTo>
                <a:lnTo>
                  <a:pt x="670547" y="360718"/>
                </a:lnTo>
                <a:lnTo>
                  <a:pt x="670382" y="372999"/>
                </a:lnTo>
                <a:lnTo>
                  <a:pt x="669925" y="385864"/>
                </a:lnTo>
                <a:lnTo>
                  <a:pt x="669048" y="399288"/>
                </a:lnTo>
                <a:lnTo>
                  <a:pt x="694956" y="388620"/>
                </a:lnTo>
                <a:lnTo>
                  <a:pt x="694715" y="376288"/>
                </a:lnTo>
                <a:lnTo>
                  <a:pt x="693661" y="352196"/>
                </a:lnTo>
                <a:lnTo>
                  <a:pt x="693432" y="339852"/>
                </a:lnTo>
                <a:lnTo>
                  <a:pt x="693432" y="227076"/>
                </a:lnTo>
                <a:lnTo>
                  <a:pt x="710196" y="214884"/>
                </a:lnTo>
                <a:close/>
              </a:path>
              <a:path w="852170" h="402589">
                <a:moveTo>
                  <a:pt x="836688" y="70104"/>
                </a:moveTo>
                <a:lnTo>
                  <a:pt x="806208" y="36576"/>
                </a:lnTo>
                <a:lnTo>
                  <a:pt x="783348" y="59436"/>
                </a:lnTo>
                <a:lnTo>
                  <a:pt x="699528" y="59436"/>
                </a:lnTo>
                <a:lnTo>
                  <a:pt x="705624" y="53340"/>
                </a:lnTo>
                <a:lnTo>
                  <a:pt x="707136" y="45745"/>
                </a:lnTo>
                <a:lnTo>
                  <a:pt x="707148" y="36576"/>
                </a:lnTo>
                <a:lnTo>
                  <a:pt x="705624" y="30480"/>
                </a:lnTo>
                <a:lnTo>
                  <a:pt x="655332" y="0"/>
                </a:lnTo>
                <a:lnTo>
                  <a:pt x="653808" y="6096"/>
                </a:lnTo>
                <a:lnTo>
                  <a:pt x="666089" y="18935"/>
                </a:lnTo>
                <a:lnTo>
                  <a:pt x="675525" y="32194"/>
                </a:lnTo>
                <a:lnTo>
                  <a:pt x="682078" y="45720"/>
                </a:lnTo>
                <a:lnTo>
                  <a:pt x="685812" y="59436"/>
                </a:lnTo>
                <a:lnTo>
                  <a:pt x="576084" y="59436"/>
                </a:lnTo>
                <a:lnTo>
                  <a:pt x="591324" y="76200"/>
                </a:lnTo>
                <a:lnTo>
                  <a:pt x="600964" y="73329"/>
                </a:lnTo>
                <a:lnTo>
                  <a:pt x="611327" y="71437"/>
                </a:lnTo>
                <a:lnTo>
                  <a:pt x="621969" y="70421"/>
                </a:lnTo>
                <a:lnTo>
                  <a:pt x="632472" y="70104"/>
                </a:lnTo>
                <a:lnTo>
                  <a:pt x="675144" y="70104"/>
                </a:lnTo>
                <a:lnTo>
                  <a:pt x="653618" y="103441"/>
                </a:lnTo>
                <a:lnTo>
                  <a:pt x="620064" y="141973"/>
                </a:lnTo>
                <a:lnTo>
                  <a:pt x="592924" y="156959"/>
                </a:lnTo>
                <a:lnTo>
                  <a:pt x="593013" y="157289"/>
                </a:lnTo>
                <a:lnTo>
                  <a:pt x="611136" y="188976"/>
                </a:lnTo>
                <a:lnTo>
                  <a:pt x="619683" y="183794"/>
                </a:lnTo>
                <a:lnTo>
                  <a:pt x="631520" y="179451"/>
                </a:lnTo>
                <a:lnTo>
                  <a:pt x="686523" y="169926"/>
                </a:lnTo>
                <a:lnTo>
                  <a:pt x="772680" y="163068"/>
                </a:lnTo>
                <a:lnTo>
                  <a:pt x="775868" y="169697"/>
                </a:lnTo>
                <a:lnTo>
                  <a:pt x="781672" y="182359"/>
                </a:lnTo>
                <a:lnTo>
                  <a:pt x="784872" y="188976"/>
                </a:lnTo>
                <a:lnTo>
                  <a:pt x="784872" y="192024"/>
                </a:lnTo>
                <a:lnTo>
                  <a:pt x="787920" y="193548"/>
                </a:lnTo>
                <a:lnTo>
                  <a:pt x="792492" y="193548"/>
                </a:lnTo>
                <a:lnTo>
                  <a:pt x="795540" y="190500"/>
                </a:lnTo>
                <a:lnTo>
                  <a:pt x="798588" y="184404"/>
                </a:lnTo>
                <a:lnTo>
                  <a:pt x="803160" y="179832"/>
                </a:lnTo>
                <a:lnTo>
                  <a:pt x="804684" y="173736"/>
                </a:lnTo>
                <a:lnTo>
                  <a:pt x="804684" y="167640"/>
                </a:lnTo>
                <a:lnTo>
                  <a:pt x="804100" y="163068"/>
                </a:lnTo>
                <a:lnTo>
                  <a:pt x="804062" y="162788"/>
                </a:lnTo>
                <a:lnTo>
                  <a:pt x="802017" y="157353"/>
                </a:lnTo>
                <a:lnTo>
                  <a:pt x="801776" y="156972"/>
                </a:lnTo>
                <a:lnTo>
                  <a:pt x="798245" y="151358"/>
                </a:lnTo>
                <a:lnTo>
                  <a:pt x="759269" y="117144"/>
                </a:lnTo>
                <a:lnTo>
                  <a:pt x="740676" y="105156"/>
                </a:lnTo>
                <a:lnTo>
                  <a:pt x="737628" y="108204"/>
                </a:lnTo>
                <a:lnTo>
                  <a:pt x="745604" y="118808"/>
                </a:lnTo>
                <a:lnTo>
                  <a:pt x="753440" y="130111"/>
                </a:lnTo>
                <a:lnTo>
                  <a:pt x="760984" y="142290"/>
                </a:lnTo>
                <a:lnTo>
                  <a:pt x="768108" y="155448"/>
                </a:lnTo>
                <a:lnTo>
                  <a:pt x="645299" y="156959"/>
                </a:lnTo>
                <a:lnTo>
                  <a:pt x="623328" y="156972"/>
                </a:lnTo>
                <a:lnTo>
                  <a:pt x="635063" y="146761"/>
                </a:lnTo>
                <a:lnTo>
                  <a:pt x="649808" y="132397"/>
                </a:lnTo>
                <a:lnTo>
                  <a:pt x="688860" y="92964"/>
                </a:lnTo>
                <a:lnTo>
                  <a:pt x="710196" y="89916"/>
                </a:lnTo>
                <a:lnTo>
                  <a:pt x="682764" y="70104"/>
                </a:lnTo>
                <a:lnTo>
                  <a:pt x="836688" y="70104"/>
                </a:lnTo>
                <a:close/>
              </a:path>
              <a:path w="852170" h="402589">
                <a:moveTo>
                  <a:pt x="851928" y="362712"/>
                </a:moveTo>
                <a:lnTo>
                  <a:pt x="844308" y="359664"/>
                </a:lnTo>
                <a:lnTo>
                  <a:pt x="838212" y="353568"/>
                </a:lnTo>
                <a:lnTo>
                  <a:pt x="836688" y="344424"/>
                </a:lnTo>
                <a:lnTo>
                  <a:pt x="834923" y="336384"/>
                </a:lnTo>
                <a:lnTo>
                  <a:pt x="834047" y="326136"/>
                </a:lnTo>
                <a:lnTo>
                  <a:pt x="833945" y="322999"/>
                </a:lnTo>
                <a:lnTo>
                  <a:pt x="833704" y="313182"/>
                </a:lnTo>
                <a:lnTo>
                  <a:pt x="833640" y="295656"/>
                </a:lnTo>
                <a:lnTo>
                  <a:pt x="826020" y="295656"/>
                </a:lnTo>
                <a:lnTo>
                  <a:pt x="823925" y="327660"/>
                </a:lnTo>
                <a:lnTo>
                  <a:pt x="823226" y="340233"/>
                </a:lnTo>
                <a:lnTo>
                  <a:pt x="822972" y="350481"/>
                </a:lnTo>
                <a:lnTo>
                  <a:pt x="821448" y="361188"/>
                </a:lnTo>
                <a:lnTo>
                  <a:pt x="816876" y="367284"/>
                </a:lnTo>
                <a:lnTo>
                  <a:pt x="771156" y="367284"/>
                </a:lnTo>
                <a:lnTo>
                  <a:pt x="766584" y="361188"/>
                </a:lnTo>
                <a:lnTo>
                  <a:pt x="766584" y="224028"/>
                </a:lnTo>
                <a:lnTo>
                  <a:pt x="780300" y="211836"/>
                </a:lnTo>
                <a:lnTo>
                  <a:pt x="742200" y="193548"/>
                </a:lnTo>
                <a:lnTo>
                  <a:pt x="743077" y="204152"/>
                </a:lnTo>
                <a:lnTo>
                  <a:pt x="743534" y="215455"/>
                </a:lnTo>
                <a:lnTo>
                  <a:pt x="743648" y="224028"/>
                </a:lnTo>
                <a:lnTo>
                  <a:pt x="743724" y="355092"/>
                </a:lnTo>
                <a:lnTo>
                  <a:pt x="745439" y="369100"/>
                </a:lnTo>
                <a:lnTo>
                  <a:pt x="750582" y="379095"/>
                </a:lnTo>
                <a:lnTo>
                  <a:pt x="759155" y="385102"/>
                </a:lnTo>
                <a:lnTo>
                  <a:pt x="771156" y="387096"/>
                </a:lnTo>
                <a:lnTo>
                  <a:pt x="813828" y="387096"/>
                </a:lnTo>
                <a:lnTo>
                  <a:pt x="826630" y="385432"/>
                </a:lnTo>
                <a:lnTo>
                  <a:pt x="837450" y="380619"/>
                </a:lnTo>
                <a:lnTo>
                  <a:pt x="845972" y="372960"/>
                </a:lnTo>
                <a:lnTo>
                  <a:pt x="849261" y="367284"/>
                </a:lnTo>
                <a:lnTo>
                  <a:pt x="851928" y="36271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" name="object 40"/>
          <p:cNvSpPr/>
          <p:nvPr/>
        </p:nvSpPr>
        <p:spPr>
          <a:xfrm>
            <a:off x="8855964" y="2919983"/>
            <a:ext cx="325120" cy="398145"/>
          </a:xfrm>
          <a:custGeom>
            <a:avLst/>
            <a:gdLst/>
            <a:ahLst/>
            <a:cxnLst/>
            <a:rect l="l" t="t" r="r" b="b"/>
            <a:pathLst>
              <a:path w="325120" h="398145">
                <a:moveTo>
                  <a:pt x="74676" y="85344"/>
                </a:moveTo>
                <a:lnTo>
                  <a:pt x="68580" y="85344"/>
                </a:lnTo>
                <a:lnTo>
                  <a:pt x="65532" y="79248"/>
                </a:lnTo>
                <a:lnTo>
                  <a:pt x="62484" y="70104"/>
                </a:lnTo>
                <a:lnTo>
                  <a:pt x="57007" y="55768"/>
                </a:lnTo>
                <a:lnTo>
                  <a:pt x="49530" y="40005"/>
                </a:lnTo>
                <a:lnTo>
                  <a:pt x="39766" y="22526"/>
                </a:lnTo>
                <a:lnTo>
                  <a:pt x="27432" y="3048"/>
                </a:lnTo>
                <a:lnTo>
                  <a:pt x="33528" y="0"/>
                </a:lnTo>
                <a:lnTo>
                  <a:pt x="72104" y="24860"/>
                </a:lnTo>
                <a:lnTo>
                  <a:pt x="89916" y="47244"/>
                </a:lnTo>
                <a:lnTo>
                  <a:pt x="89916" y="59436"/>
                </a:lnTo>
                <a:lnTo>
                  <a:pt x="88392" y="65532"/>
                </a:lnTo>
                <a:lnTo>
                  <a:pt x="79248" y="80772"/>
                </a:lnTo>
                <a:lnTo>
                  <a:pt x="74676" y="85344"/>
                </a:lnTo>
                <a:close/>
              </a:path>
              <a:path w="325120" h="398145">
                <a:moveTo>
                  <a:pt x="146304" y="60960"/>
                </a:moveTo>
                <a:lnTo>
                  <a:pt x="131064" y="45720"/>
                </a:lnTo>
                <a:lnTo>
                  <a:pt x="281940" y="45720"/>
                </a:lnTo>
                <a:lnTo>
                  <a:pt x="295656" y="24384"/>
                </a:lnTo>
                <a:lnTo>
                  <a:pt x="324612" y="48768"/>
                </a:lnTo>
                <a:lnTo>
                  <a:pt x="317838" y="54864"/>
                </a:lnTo>
                <a:lnTo>
                  <a:pt x="187452" y="54864"/>
                </a:lnTo>
                <a:lnTo>
                  <a:pt x="176307" y="55387"/>
                </a:lnTo>
                <a:lnTo>
                  <a:pt x="165735" y="56769"/>
                </a:lnTo>
                <a:lnTo>
                  <a:pt x="155733" y="58721"/>
                </a:lnTo>
                <a:lnTo>
                  <a:pt x="146304" y="60960"/>
                </a:lnTo>
                <a:close/>
              </a:path>
              <a:path w="325120" h="398145">
                <a:moveTo>
                  <a:pt x="308494" y="353568"/>
                </a:moveTo>
                <a:lnTo>
                  <a:pt x="277368" y="353568"/>
                </a:lnTo>
                <a:lnTo>
                  <a:pt x="283464" y="348996"/>
                </a:lnTo>
                <a:lnTo>
                  <a:pt x="283464" y="54864"/>
                </a:lnTo>
                <a:lnTo>
                  <a:pt x="317838" y="54864"/>
                </a:lnTo>
                <a:lnTo>
                  <a:pt x="309372" y="62484"/>
                </a:lnTo>
                <a:lnTo>
                  <a:pt x="309372" y="344424"/>
                </a:lnTo>
                <a:lnTo>
                  <a:pt x="308494" y="353568"/>
                </a:lnTo>
                <a:close/>
              </a:path>
              <a:path w="325120" h="398145">
                <a:moveTo>
                  <a:pt x="0" y="397763"/>
                </a:moveTo>
                <a:lnTo>
                  <a:pt x="813" y="362188"/>
                </a:lnTo>
                <a:lnTo>
                  <a:pt x="925" y="355092"/>
                </a:lnTo>
                <a:lnTo>
                  <a:pt x="1333" y="316801"/>
                </a:lnTo>
                <a:lnTo>
                  <a:pt x="1451" y="161544"/>
                </a:lnTo>
                <a:lnTo>
                  <a:pt x="1328" y="132588"/>
                </a:lnTo>
                <a:lnTo>
                  <a:pt x="881" y="100107"/>
                </a:lnTo>
                <a:lnTo>
                  <a:pt x="0" y="74676"/>
                </a:lnTo>
                <a:lnTo>
                  <a:pt x="44196" y="99060"/>
                </a:lnTo>
                <a:lnTo>
                  <a:pt x="27432" y="109728"/>
                </a:lnTo>
                <a:lnTo>
                  <a:pt x="27432" y="385572"/>
                </a:lnTo>
                <a:lnTo>
                  <a:pt x="0" y="397763"/>
                </a:lnTo>
                <a:close/>
              </a:path>
              <a:path w="325120" h="398145">
                <a:moveTo>
                  <a:pt x="240088" y="150876"/>
                </a:moveTo>
                <a:lnTo>
                  <a:pt x="201168" y="150876"/>
                </a:lnTo>
                <a:lnTo>
                  <a:pt x="213360" y="132588"/>
                </a:lnTo>
                <a:lnTo>
                  <a:pt x="240088" y="150876"/>
                </a:lnTo>
                <a:close/>
              </a:path>
              <a:path w="325120" h="398145">
                <a:moveTo>
                  <a:pt x="82296" y="307848"/>
                </a:moveTo>
                <a:lnTo>
                  <a:pt x="82534" y="282392"/>
                </a:lnTo>
                <a:lnTo>
                  <a:pt x="83158" y="254198"/>
                </a:lnTo>
                <a:lnTo>
                  <a:pt x="83581" y="236053"/>
                </a:lnTo>
                <a:lnTo>
                  <a:pt x="83820" y="214884"/>
                </a:lnTo>
                <a:lnTo>
                  <a:pt x="83581" y="194333"/>
                </a:lnTo>
                <a:lnTo>
                  <a:pt x="82534" y="153804"/>
                </a:lnTo>
                <a:lnTo>
                  <a:pt x="82296" y="134112"/>
                </a:lnTo>
                <a:lnTo>
                  <a:pt x="108204" y="150876"/>
                </a:lnTo>
                <a:lnTo>
                  <a:pt x="240088" y="150876"/>
                </a:lnTo>
                <a:lnTo>
                  <a:pt x="242316" y="152400"/>
                </a:lnTo>
                <a:lnTo>
                  <a:pt x="230886" y="161544"/>
                </a:lnTo>
                <a:lnTo>
                  <a:pt x="108204" y="161544"/>
                </a:lnTo>
                <a:lnTo>
                  <a:pt x="108204" y="263652"/>
                </a:lnTo>
                <a:lnTo>
                  <a:pt x="227965" y="263652"/>
                </a:lnTo>
                <a:lnTo>
                  <a:pt x="228028" y="264604"/>
                </a:lnTo>
                <a:lnTo>
                  <a:pt x="228829" y="274319"/>
                </a:lnTo>
                <a:lnTo>
                  <a:pt x="108204" y="274319"/>
                </a:lnTo>
                <a:lnTo>
                  <a:pt x="108204" y="297180"/>
                </a:lnTo>
                <a:lnTo>
                  <a:pt x="82296" y="307848"/>
                </a:lnTo>
                <a:close/>
              </a:path>
              <a:path w="325120" h="398145">
                <a:moveTo>
                  <a:pt x="227965" y="263652"/>
                </a:moveTo>
                <a:lnTo>
                  <a:pt x="204216" y="263652"/>
                </a:lnTo>
                <a:lnTo>
                  <a:pt x="204216" y="161544"/>
                </a:lnTo>
                <a:lnTo>
                  <a:pt x="230886" y="161544"/>
                </a:lnTo>
                <a:lnTo>
                  <a:pt x="227076" y="164592"/>
                </a:lnTo>
                <a:lnTo>
                  <a:pt x="227076" y="245364"/>
                </a:lnTo>
                <a:lnTo>
                  <a:pt x="227337" y="254198"/>
                </a:lnTo>
                <a:lnTo>
                  <a:pt x="227965" y="263652"/>
                </a:lnTo>
                <a:close/>
              </a:path>
              <a:path w="325120" h="398145">
                <a:moveTo>
                  <a:pt x="204216" y="300228"/>
                </a:moveTo>
                <a:lnTo>
                  <a:pt x="204216" y="274319"/>
                </a:lnTo>
                <a:lnTo>
                  <a:pt x="228829" y="274319"/>
                </a:lnTo>
                <a:lnTo>
                  <a:pt x="230124" y="289559"/>
                </a:lnTo>
                <a:lnTo>
                  <a:pt x="204216" y="300228"/>
                </a:lnTo>
                <a:close/>
              </a:path>
              <a:path w="325120" h="398145">
                <a:moveTo>
                  <a:pt x="266700" y="397763"/>
                </a:moveTo>
                <a:lnTo>
                  <a:pt x="262985" y="383809"/>
                </a:lnTo>
                <a:lnTo>
                  <a:pt x="251841" y="371856"/>
                </a:lnTo>
                <a:lnTo>
                  <a:pt x="233267" y="362188"/>
                </a:lnTo>
                <a:lnTo>
                  <a:pt x="207264" y="355092"/>
                </a:lnTo>
                <a:lnTo>
                  <a:pt x="207264" y="347472"/>
                </a:lnTo>
                <a:lnTo>
                  <a:pt x="224647" y="349496"/>
                </a:lnTo>
                <a:lnTo>
                  <a:pt x="263652" y="353568"/>
                </a:lnTo>
                <a:lnTo>
                  <a:pt x="308494" y="353568"/>
                </a:lnTo>
                <a:lnTo>
                  <a:pt x="307419" y="364759"/>
                </a:lnTo>
                <a:lnTo>
                  <a:pt x="299466" y="380238"/>
                </a:lnTo>
                <a:lnTo>
                  <a:pt x="285797" y="391144"/>
                </a:lnTo>
                <a:lnTo>
                  <a:pt x="266700" y="39776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" name="object 41"/>
          <p:cNvSpPr/>
          <p:nvPr/>
        </p:nvSpPr>
        <p:spPr>
          <a:xfrm>
            <a:off x="9250680" y="2926079"/>
            <a:ext cx="405765" cy="393700"/>
          </a:xfrm>
          <a:custGeom>
            <a:avLst/>
            <a:gdLst/>
            <a:ahLst/>
            <a:cxnLst/>
            <a:rect l="l" t="t" r="r" b="b"/>
            <a:pathLst>
              <a:path w="405765" h="393700">
                <a:moveTo>
                  <a:pt x="216408" y="36576"/>
                </a:moveTo>
                <a:lnTo>
                  <a:pt x="201168" y="21336"/>
                </a:lnTo>
                <a:lnTo>
                  <a:pt x="353568" y="21336"/>
                </a:lnTo>
                <a:lnTo>
                  <a:pt x="373380" y="0"/>
                </a:lnTo>
                <a:lnTo>
                  <a:pt x="400812" y="32004"/>
                </a:lnTo>
                <a:lnTo>
                  <a:pt x="259080" y="32004"/>
                </a:lnTo>
                <a:lnTo>
                  <a:pt x="247911" y="32289"/>
                </a:lnTo>
                <a:lnTo>
                  <a:pt x="237172" y="33147"/>
                </a:lnTo>
                <a:lnTo>
                  <a:pt x="226718" y="34575"/>
                </a:lnTo>
                <a:lnTo>
                  <a:pt x="216408" y="36576"/>
                </a:lnTo>
                <a:close/>
              </a:path>
              <a:path w="405765" h="393700">
                <a:moveTo>
                  <a:pt x="189327" y="19812"/>
                </a:moveTo>
                <a:lnTo>
                  <a:pt x="153924" y="19812"/>
                </a:lnTo>
                <a:lnTo>
                  <a:pt x="166116" y="3048"/>
                </a:lnTo>
                <a:lnTo>
                  <a:pt x="189327" y="19812"/>
                </a:lnTo>
                <a:close/>
              </a:path>
              <a:path w="405765" h="393700">
                <a:moveTo>
                  <a:pt x="51816" y="169164"/>
                </a:moveTo>
                <a:lnTo>
                  <a:pt x="52697" y="149209"/>
                </a:lnTo>
                <a:lnTo>
                  <a:pt x="53149" y="128397"/>
                </a:lnTo>
                <a:lnTo>
                  <a:pt x="53258" y="57150"/>
                </a:lnTo>
                <a:lnTo>
                  <a:pt x="53154" y="44577"/>
                </a:lnTo>
                <a:lnTo>
                  <a:pt x="52697" y="24693"/>
                </a:lnTo>
                <a:lnTo>
                  <a:pt x="51816" y="6096"/>
                </a:lnTo>
                <a:lnTo>
                  <a:pt x="76200" y="19812"/>
                </a:lnTo>
                <a:lnTo>
                  <a:pt x="189327" y="19812"/>
                </a:lnTo>
                <a:lnTo>
                  <a:pt x="193548" y="22860"/>
                </a:lnTo>
                <a:lnTo>
                  <a:pt x="184839" y="30480"/>
                </a:lnTo>
                <a:lnTo>
                  <a:pt x="76200" y="30480"/>
                </a:lnTo>
                <a:lnTo>
                  <a:pt x="76200" y="80772"/>
                </a:lnTo>
                <a:lnTo>
                  <a:pt x="181430" y="80772"/>
                </a:lnTo>
                <a:lnTo>
                  <a:pt x="181484" y="91440"/>
                </a:lnTo>
                <a:lnTo>
                  <a:pt x="76200" y="91440"/>
                </a:lnTo>
                <a:lnTo>
                  <a:pt x="76200" y="140208"/>
                </a:lnTo>
                <a:lnTo>
                  <a:pt x="182351" y="140208"/>
                </a:lnTo>
                <a:lnTo>
                  <a:pt x="182762" y="150876"/>
                </a:lnTo>
                <a:lnTo>
                  <a:pt x="76200" y="150876"/>
                </a:lnTo>
                <a:lnTo>
                  <a:pt x="76200" y="160020"/>
                </a:lnTo>
                <a:lnTo>
                  <a:pt x="51816" y="169164"/>
                </a:lnTo>
                <a:close/>
              </a:path>
              <a:path w="405765" h="393700">
                <a:moveTo>
                  <a:pt x="181430" y="80772"/>
                </a:moveTo>
                <a:lnTo>
                  <a:pt x="158496" y="80772"/>
                </a:lnTo>
                <a:lnTo>
                  <a:pt x="158496" y="30480"/>
                </a:lnTo>
                <a:lnTo>
                  <a:pt x="184839" y="30480"/>
                </a:lnTo>
                <a:lnTo>
                  <a:pt x="181356" y="33528"/>
                </a:lnTo>
                <a:lnTo>
                  <a:pt x="181430" y="80772"/>
                </a:lnTo>
                <a:close/>
              </a:path>
              <a:path w="405765" h="393700">
                <a:moveTo>
                  <a:pt x="280416" y="82296"/>
                </a:moveTo>
                <a:lnTo>
                  <a:pt x="271272" y="82296"/>
                </a:lnTo>
                <a:lnTo>
                  <a:pt x="274415" y="69723"/>
                </a:lnTo>
                <a:lnTo>
                  <a:pt x="276987" y="57150"/>
                </a:lnTo>
                <a:lnTo>
                  <a:pt x="278987" y="44577"/>
                </a:lnTo>
                <a:lnTo>
                  <a:pt x="280416" y="32004"/>
                </a:lnTo>
                <a:lnTo>
                  <a:pt x="309372" y="32004"/>
                </a:lnTo>
                <a:lnTo>
                  <a:pt x="304847" y="39433"/>
                </a:lnTo>
                <a:lnTo>
                  <a:pt x="298323" y="50292"/>
                </a:lnTo>
                <a:lnTo>
                  <a:pt x="290083" y="64579"/>
                </a:lnTo>
                <a:lnTo>
                  <a:pt x="280416" y="82296"/>
                </a:lnTo>
                <a:close/>
              </a:path>
              <a:path w="405765" h="393700">
                <a:moveTo>
                  <a:pt x="379730" y="82296"/>
                </a:moveTo>
                <a:lnTo>
                  <a:pt x="345948" y="82296"/>
                </a:lnTo>
                <a:lnTo>
                  <a:pt x="358140" y="67056"/>
                </a:lnTo>
                <a:lnTo>
                  <a:pt x="379730" y="82296"/>
                </a:lnTo>
                <a:close/>
              </a:path>
              <a:path w="405765" h="393700">
                <a:moveTo>
                  <a:pt x="224028" y="251460"/>
                </a:moveTo>
                <a:lnTo>
                  <a:pt x="224909" y="232052"/>
                </a:lnTo>
                <a:lnTo>
                  <a:pt x="225361" y="210502"/>
                </a:lnTo>
                <a:lnTo>
                  <a:pt x="225476" y="128397"/>
                </a:lnTo>
                <a:lnTo>
                  <a:pt x="225361" y="111633"/>
                </a:lnTo>
                <a:lnTo>
                  <a:pt x="224909" y="89106"/>
                </a:lnTo>
                <a:lnTo>
                  <a:pt x="224028" y="68580"/>
                </a:lnTo>
                <a:lnTo>
                  <a:pt x="248412" y="82296"/>
                </a:lnTo>
                <a:lnTo>
                  <a:pt x="379730" y="82296"/>
                </a:lnTo>
                <a:lnTo>
                  <a:pt x="384048" y="85344"/>
                </a:lnTo>
                <a:lnTo>
                  <a:pt x="375339" y="92964"/>
                </a:lnTo>
                <a:lnTo>
                  <a:pt x="248412" y="92964"/>
                </a:lnTo>
                <a:lnTo>
                  <a:pt x="248412" y="237744"/>
                </a:lnTo>
                <a:lnTo>
                  <a:pt x="224028" y="251460"/>
                </a:lnTo>
                <a:close/>
              </a:path>
              <a:path w="405765" h="393700">
                <a:moveTo>
                  <a:pt x="182351" y="140208"/>
                </a:moveTo>
                <a:lnTo>
                  <a:pt x="158496" y="140208"/>
                </a:lnTo>
                <a:lnTo>
                  <a:pt x="158496" y="91440"/>
                </a:lnTo>
                <a:lnTo>
                  <a:pt x="181484" y="91440"/>
                </a:lnTo>
                <a:lnTo>
                  <a:pt x="181605" y="107013"/>
                </a:lnTo>
                <a:lnTo>
                  <a:pt x="181998" y="131040"/>
                </a:lnTo>
                <a:lnTo>
                  <a:pt x="182351" y="140208"/>
                </a:lnTo>
                <a:close/>
              </a:path>
              <a:path w="405765" h="393700">
                <a:moveTo>
                  <a:pt x="348996" y="245363"/>
                </a:moveTo>
                <a:lnTo>
                  <a:pt x="348996" y="92964"/>
                </a:lnTo>
                <a:lnTo>
                  <a:pt x="375339" y="92964"/>
                </a:lnTo>
                <a:lnTo>
                  <a:pt x="371856" y="96012"/>
                </a:lnTo>
                <a:lnTo>
                  <a:pt x="371899" y="189809"/>
                </a:lnTo>
                <a:lnTo>
                  <a:pt x="372038" y="199644"/>
                </a:lnTo>
                <a:lnTo>
                  <a:pt x="372498" y="215193"/>
                </a:lnTo>
                <a:lnTo>
                  <a:pt x="373380" y="233172"/>
                </a:lnTo>
                <a:lnTo>
                  <a:pt x="348996" y="245363"/>
                </a:lnTo>
                <a:close/>
              </a:path>
              <a:path w="405765" h="393700">
                <a:moveTo>
                  <a:pt x="190500" y="347472"/>
                </a:moveTo>
                <a:lnTo>
                  <a:pt x="187452" y="341376"/>
                </a:lnTo>
                <a:lnTo>
                  <a:pt x="211716" y="327398"/>
                </a:lnTo>
                <a:lnTo>
                  <a:pt x="231838" y="312991"/>
                </a:lnTo>
                <a:lnTo>
                  <a:pt x="259080" y="283463"/>
                </a:lnTo>
                <a:lnTo>
                  <a:pt x="279654" y="232671"/>
                </a:lnTo>
                <a:lnTo>
                  <a:pt x="283035" y="189809"/>
                </a:lnTo>
                <a:lnTo>
                  <a:pt x="284001" y="140208"/>
                </a:lnTo>
                <a:lnTo>
                  <a:pt x="283464" y="118872"/>
                </a:lnTo>
                <a:lnTo>
                  <a:pt x="321564" y="138684"/>
                </a:lnTo>
                <a:lnTo>
                  <a:pt x="307848" y="150876"/>
                </a:lnTo>
                <a:lnTo>
                  <a:pt x="307276" y="184594"/>
                </a:lnTo>
                <a:lnTo>
                  <a:pt x="305562" y="212598"/>
                </a:lnTo>
                <a:lnTo>
                  <a:pt x="298704" y="251460"/>
                </a:lnTo>
                <a:lnTo>
                  <a:pt x="276629" y="292179"/>
                </a:lnTo>
                <a:lnTo>
                  <a:pt x="234124" y="327850"/>
                </a:lnTo>
                <a:lnTo>
                  <a:pt x="213955" y="338018"/>
                </a:lnTo>
                <a:lnTo>
                  <a:pt x="190500" y="347472"/>
                </a:lnTo>
                <a:close/>
              </a:path>
              <a:path w="405765" h="393700">
                <a:moveTo>
                  <a:pt x="158496" y="166116"/>
                </a:moveTo>
                <a:lnTo>
                  <a:pt x="158496" y="150876"/>
                </a:lnTo>
                <a:lnTo>
                  <a:pt x="182762" y="150876"/>
                </a:lnTo>
                <a:lnTo>
                  <a:pt x="182880" y="153924"/>
                </a:lnTo>
                <a:lnTo>
                  <a:pt x="158496" y="166116"/>
                </a:lnTo>
                <a:close/>
              </a:path>
              <a:path w="405765" h="393700">
                <a:moveTo>
                  <a:pt x="28956" y="204216"/>
                </a:moveTo>
                <a:lnTo>
                  <a:pt x="13716" y="188975"/>
                </a:lnTo>
                <a:lnTo>
                  <a:pt x="166116" y="188975"/>
                </a:lnTo>
                <a:lnTo>
                  <a:pt x="187452" y="167640"/>
                </a:lnTo>
                <a:lnTo>
                  <a:pt x="214884" y="199644"/>
                </a:lnTo>
                <a:lnTo>
                  <a:pt x="71628" y="199644"/>
                </a:lnTo>
                <a:lnTo>
                  <a:pt x="60459" y="199929"/>
                </a:lnTo>
                <a:lnTo>
                  <a:pt x="49720" y="200787"/>
                </a:lnTo>
                <a:lnTo>
                  <a:pt x="39266" y="202215"/>
                </a:lnTo>
                <a:lnTo>
                  <a:pt x="28956" y="204216"/>
                </a:lnTo>
                <a:close/>
              </a:path>
              <a:path w="405765" h="393700">
                <a:moveTo>
                  <a:pt x="129540" y="330708"/>
                </a:moveTo>
                <a:lnTo>
                  <a:pt x="108204" y="330708"/>
                </a:lnTo>
                <a:lnTo>
                  <a:pt x="108204" y="199644"/>
                </a:lnTo>
                <a:lnTo>
                  <a:pt x="129540" y="199644"/>
                </a:lnTo>
                <a:lnTo>
                  <a:pt x="129540" y="259080"/>
                </a:lnTo>
                <a:lnTo>
                  <a:pt x="199242" y="259080"/>
                </a:lnTo>
                <a:lnTo>
                  <a:pt x="208788" y="269748"/>
                </a:lnTo>
                <a:lnTo>
                  <a:pt x="129540" y="269748"/>
                </a:lnTo>
                <a:lnTo>
                  <a:pt x="129540" y="330708"/>
                </a:lnTo>
                <a:close/>
              </a:path>
              <a:path w="405765" h="393700">
                <a:moveTo>
                  <a:pt x="4572" y="393192"/>
                </a:moveTo>
                <a:lnTo>
                  <a:pt x="0" y="390143"/>
                </a:lnTo>
                <a:lnTo>
                  <a:pt x="9715" y="371022"/>
                </a:lnTo>
                <a:lnTo>
                  <a:pt x="18288" y="350329"/>
                </a:lnTo>
                <a:lnTo>
                  <a:pt x="32004" y="304799"/>
                </a:lnTo>
                <a:lnTo>
                  <a:pt x="41148" y="257746"/>
                </a:lnTo>
                <a:lnTo>
                  <a:pt x="45720" y="216408"/>
                </a:lnTo>
                <a:lnTo>
                  <a:pt x="79248" y="233172"/>
                </a:lnTo>
                <a:lnTo>
                  <a:pt x="72937" y="238958"/>
                </a:lnTo>
                <a:lnTo>
                  <a:pt x="67627" y="249745"/>
                </a:lnTo>
                <a:lnTo>
                  <a:pt x="63174" y="265961"/>
                </a:lnTo>
                <a:lnTo>
                  <a:pt x="59436" y="288036"/>
                </a:lnTo>
                <a:lnTo>
                  <a:pt x="68787" y="298704"/>
                </a:lnTo>
                <a:lnTo>
                  <a:pt x="54864" y="298704"/>
                </a:lnTo>
                <a:lnTo>
                  <a:pt x="43994" y="327850"/>
                </a:lnTo>
                <a:lnTo>
                  <a:pt x="32004" y="353377"/>
                </a:lnTo>
                <a:lnTo>
                  <a:pt x="18859" y="375213"/>
                </a:lnTo>
                <a:lnTo>
                  <a:pt x="4572" y="393192"/>
                </a:lnTo>
                <a:close/>
              </a:path>
              <a:path w="405765" h="393700">
                <a:moveTo>
                  <a:pt x="199242" y="259080"/>
                </a:moveTo>
                <a:lnTo>
                  <a:pt x="163068" y="259080"/>
                </a:lnTo>
                <a:lnTo>
                  <a:pt x="182880" y="240792"/>
                </a:lnTo>
                <a:lnTo>
                  <a:pt x="199242" y="259080"/>
                </a:lnTo>
                <a:close/>
              </a:path>
              <a:path w="405765" h="393700">
                <a:moveTo>
                  <a:pt x="379476" y="335280"/>
                </a:moveTo>
                <a:lnTo>
                  <a:pt x="374904" y="335280"/>
                </a:lnTo>
                <a:lnTo>
                  <a:pt x="370332" y="329184"/>
                </a:lnTo>
                <a:lnTo>
                  <a:pt x="364236" y="316992"/>
                </a:lnTo>
                <a:lnTo>
                  <a:pt x="355377" y="304442"/>
                </a:lnTo>
                <a:lnTo>
                  <a:pt x="342519" y="289750"/>
                </a:lnTo>
                <a:lnTo>
                  <a:pt x="325659" y="273057"/>
                </a:lnTo>
                <a:lnTo>
                  <a:pt x="304800" y="254508"/>
                </a:lnTo>
                <a:lnTo>
                  <a:pt x="307848" y="249936"/>
                </a:lnTo>
                <a:lnTo>
                  <a:pt x="360426" y="275082"/>
                </a:lnTo>
                <a:lnTo>
                  <a:pt x="387096" y="303275"/>
                </a:lnTo>
                <a:lnTo>
                  <a:pt x="387096" y="318516"/>
                </a:lnTo>
                <a:lnTo>
                  <a:pt x="384048" y="324612"/>
                </a:lnTo>
                <a:lnTo>
                  <a:pt x="382524" y="330708"/>
                </a:lnTo>
                <a:lnTo>
                  <a:pt x="379476" y="335280"/>
                </a:lnTo>
                <a:close/>
              </a:path>
              <a:path w="405765" h="393700">
                <a:moveTo>
                  <a:pt x="304133" y="381547"/>
                </a:moveTo>
                <a:lnTo>
                  <a:pt x="249555" y="380809"/>
                </a:lnTo>
                <a:lnTo>
                  <a:pt x="208121" y="378642"/>
                </a:lnTo>
                <a:lnTo>
                  <a:pt x="159019" y="370022"/>
                </a:lnTo>
                <a:lnTo>
                  <a:pt x="109728" y="350519"/>
                </a:lnTo>
                <a:lnTo>
                  <a:pt x="69222" y="315801"/>
                </a:lnTo>
                <a:lnTo>
                  <a:pt x="54864" y="298704"/>
                </a:lnTo>
                <a:lnTo>
                  <a:pt x="68787" y="298704"/>
                </a:lnTo>
                <a:lnTo>
                  <a:pt x="69413" y="299418"/>
                </a:lnTo>
                <a:lnTo>
                  <a:pt x="80962" y="310515"/>
                </a:lnTo>
                <a:lnTo>
                  <a:pt x="93940" y="321040"/>
                </a:lnTo>
                <a:lnTo>
                  <a:pt x="108204" y="330708"/>
                </a:lnTo>
                <a:lnTo>
                  <a:pt x="129540" y="330708"/>
                </a:lnTo>
                <a:lnTo>
                  <a:pt x="129540" y="338328"/>
                </a:lnTo>
                <a:lnTo>
                  <a:pt x="150709" y="345233"/>
                </a:lnTo>
                <a:lnTo>
                  <a:pt x="177736" y="350139"/>
                </a:lnTo>
                <a:lnTo>
                  <a:pt x="210764" y="353329"/>
                </a:lnTo>
                <a:lnTo>
                  <a:pt x="249936" y="355092"/>
                </a:lnTo>
                <a:lnTo>
                  <a:pt x="401734" y="355092"/>
                </a:lnTo>
                <a:lnTo>
                  <a:pt x="390501" y="359783"/>
                </a:lnTo>
                <a:lnTo>
                  <a:pt x="380047" y="366712"/>
                </a:lnTo>
                <a:lnTo>
                  <a:pt x="373880" y="373927"/>
                </a:lnTo>
                <a:lnTo>
                  <a:pt x="371856" y="381000"/>
                </a:lnTo>
                <a:lnTo>
                  <a:pt x="304133" y="381547"/>
                </a:lnTo>
                <a:close/>
              </a:path>
              <a:path w="405765" h="393700">
                <a:moveTo>
                  <a:pt x="401734" y="355092"/>
                </a:moveTo>
                <a:lnTo>
                  <a:pt x="249936" y="355092"/>
                </a:lnTo>
                <a:lnTo>
                  <a:pt x="290512" y="354544"/>
                </a:lnTo>
                <a:lnTo>
                  <a:pt x="329946" y="352996"/>
                </a:lnTo>
                <a:lnTo>
                  <a:pt x="368236" y="350591"/>
                </a:lnTo>
                <a:lnTo>
                  <a:pt x="405384" y="347472"/>
                </a:lnTo>
                <a:lnTo>
                  <a:pt x="405384" y="353567"/>
                </a:lnTo>
                <a:lnTo>
                  <a:pt x="401734" y="35509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" name="object 42"/>
          <p:cNvSpPr/>
          <p:nvPr/>
        </p:nvSpPr>
        <p:spPr>
          <a:xfrm>
            <a:off x="2165604" y="3433572"/>
            <a:ext cx="337185" cy="408940"/>
          </a:xfrm>
          <a:custGeom>
            <a:avLst/>
            <a:gdLst/>
            <a:ahLst/>
            <a:cxnLst/>
            <a:rect l="l" t="t" r="r" b="b"/>
            <a:pathLst>
              <a:path w="337185" h="408939">
                <a:moveTo>
                  <a:pt x="172212" y="102108"/>
                </a:moveTo>
                <a:lnTo>
                  <a:pt x="146304" y="102108"/>
                </a:lnTo>
                <a:lnTo>
                  <a:pt x="146042" y="70723"/>
                </a:lnTo>
                <a:lnTo>
                  <a:pt x="145351" y="43053"/>
                </a:lnTo>
                <a:lnTo>
                  <a:pt x="144375" y="19383"/>
                </a:lnTo>
                <a:lnTo>
                  <a:pt x="143256" y="0"/>
                </a:lnTo>
                <a:lnTo>
                  <a:pt x="185928" y="19812"/>
                </a:lnTo>
                <a:lnTo>
                  <a:pt x="172212" y="33528"/>
                </a:lnTo>
                <a:lnTo>
                  <a:pt x="172212" y="102108"/>
                </a:lnTo>
                <a:close/>
              </a:path>
              <a:path w="337185" h="408939">
                <a:moveTo>
                  <a:pt x="334735" y="102108"/>
                </a:moveTo>
                <a:lnTo>
                  <a:pt x="292608" y="102108"/>
                </a:lnTo>
                <a:lnTo>
                  <a:pt x="307848" y="82296"/>
                </a:lnTo>
                <a:lnTo>
                  <a:pt x="334735" y="102108"/>
                </a:lnTo>
                <a:close/>
              </a:path>
              <a:path w="337185" h="408939">
                <a:moveTo>
                  <a:pt x="0" y="272795"/>
                </a:moveTo>
                <a:lnTo>
                  <a:pt x="238" y="255317"/>
                </a:lnTo>
                <a:lnTo>
                  <a:pt x="762" y="234696"/>
                </a:lnTo>
                <a:lnTo>
                  <a:pt x="1285" y="210645"/>
                </a:lnTo>
                <a:lnTo>
                  <a:pt x="1524" y="182880"/>
                </a:lnTo>
                <a:lnTo>
                  <a:pt x="1500" y="154590"/>
                </a:lnTo>
                <a:lnTo>
                  <a:pt x="1333" y="129159"/>
                </a:lnTo>
                <a:lnTo>
                  <a:pt x="881" y="106584"/>
                </a:lnTo>
                <a:lnTo>
                  <a:pt x="0" y="86868"/>
                </a:lnTo>
                <a:lnTo>
                  <a:pt x="25908" y="102108"/>
                </a:lnTo>
                <a:lnTo>
                  <a:pt x="334735" y="102108"/>
                </a:lnTo>
                <a:lnTo>
                  <a:pt x="336804" y="103632"/>
                </a:lnTo>
                <a:lnTo>
                  <a:pt x="327660" y="112776"/>
                </a:lnTo>
                <a:lnTo>
                  <a:pt x="25908" y="112776"/>
                </a:lnTo>
                <a:lnTo>
                  <a:pt x="25908" y="227076"/>
                </a:lnTo>
                <a:lnTo>
                  <a:pt x="321583" y="227076"/>
                </a:lnTo>
                <a:lnTo>
                  <a:pt x="321738" y="237744"/>
                </a:lnTo>
                <a:lnTo>
                  <a:pt x="25908" y="237744"/>
                </a:lnTo>
                <a:lnTo>
                  <a:pt x="25908" y="259080"/>
                </a:lnTo>
                <a:lnTo>
                  <a:pt x="0" y="272795"/>
                </a:lnTo>
                <a:close/>
              </a:path>
              <a:path w="337185" h="408939">
                <a:moveTo>
                  <a:pt x="172212" y="227076"/>
                </a:moveTo>
                <a:lnTo>
                  <a:pt x="146304" y="227076"/>
                </a:lnTo>
                <a:lnTo>
                  <a:pt x="146304" y="112776"/>
                </a:lnTo>
                <a:lnTo>
                  <a:pt x="172212" y="112776"/>
                </a:lnTo>
                <a:lnTo>
                  <a:pt x="172212" y="227076"/>
                </a:lnTo>
                <a:close/>
              </a:path>
              <a:path w="337185" h="408939">
                <a:moveTo>
                  <a:pt x="321583" y="227076"/>
                </a:moveTo>
                <a:lnTo>
                  <a:pt x="297180" y="227076"/>
                </a:lnTo>
                <a:lnTo>
                  <a:pt x="297180" y="112776"/>
                </a:lnTo>
                <a:lnTo>
                  <a:pt x="327660" y="112776"/>
                </a:lnTo>
                <a:lnTo>
                  <a:pt x="321564" y="118872"/>
                </a:lnTo>
                <a:lnTo>
                  <a:pt x="321583" y="227076"/>
                </a:lnTo>
                <a:close/>
              </a:path>
              <a:path w="337185" h="408939">
                <a:moveTo>
                  <a:pt x="143256" y="408432"/>
                </a:moveTo>
                <a:lnTo>
                  <a:pt x="144375" y="383047"/>
                </a:lnTo>
                <a:lnTo>
                  <a:pt x="145351" y="345948"/>
                </a:lnTo>
                <a:lnTo>
                  <a:pt x="146042" y="297418"/>
                </a:lnTo>
                <a:lnTo>
                  <a:pt x="146304" y="237744"/>
                </a:lnTo>
                <a:lnTo>
                  <a:pt x="172212" y="237744"/>
                </a:lnTo>
                <a:lnTo>
                  <a:pt x="172236" y="297418"/>
                </a:lnTo>
                <a:lnTo>
                  <a:pt x="172402" y="342900"/>
                </a:lnTo>
                <a:lnTo>
                  <a:pt x="172854" y="374904"/>
                </a:lnTo>
                <a:lnTo>
                  <a:pt x="173736" y="393192"/>
                </a:lnTo>
                <a:lnTo>
                  <a:pt x="143256" y="408432"/>
                </a:lnTo>
                <a:close/>
              </a:path>
              <a:path w="337185" h="408939">
                <a:moveTo>
                  <a:pt x="297180" y="269748"/>
                </a:moveTo>
                <a:lnTo>
                  <a:pt x="297180" y="237744"/>
                </a:lnTo>
                <a:lnTo>
                  <a:pt x="321738" y="237744"/>
                </a:lnTo>
                <a:lnTo>
                  <a:pt x="321754" y="238696"/>
                </a:lnTo>
                <a:lnTo>
                  <a:pt x="322206" y="248816"/>
                </a:lnTo>
                <a:lnTo>
                  <a:pt x="323088" y="259080"/>
                </a:lnTo>
                <a:lnTo>
                  <a:pt x="297180" y="26974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pic>
        <p:nvPicPr>
          <p:cNvPr id="43" name="object 43"/>
          <p:cNvPicPr/>
          <p:nvPr/>
        </p:nvPicPr>
        <p:blipFill>
          <a:blip r:embed="rId8" cstate="print"/>
          <a:stretch>
            <a:fillRect/>
          </a:stretch>
        </p:blipFill>
        <p:spPr>
          <a:xfrm>
            <a:off x="2604516" y="3696652"/>
            <a:ext cx="70103" cy="119443"/>
          </a:xfrm>
          <a:prstGeom prst="rect">
            <a:avLst/>
          </a:prstGeom>
        </p:spPr>
      </p:pic>
      <p:sp>
        <p:nvSpPr>
          <p:cNvPr id="44" name="object 44"/>
          <p:cNvSpPr/>
          <p:nvPr/>
        </p:nvSpPr>
        <p:spPr>
          <a:xfrm>
            <a:off x="3014472" y="3435095"/>
            <a:ext cx="390525" cy="405765"/>
          </a:xfrm>
          <a:custGeom>
            <a:avLst/>
            <a:gdLst/>
            <a:ahLst/>
            <a:cxnLst/>
            <a:rect l="l" t="t" r="r" b="b"/>
            <a:pathLst>
              <a:path w="390525" h="405764">
                <a:moveTo>
                  <a:pt x="292607" y="79248"/>
                </a:moveTo>
                <a:lnTo>
                  <a:pt x="281939" y="79248"/>
                </a:lnTo>
                <a:lnTo>
                  <a:pt x="295632" y="56364"/>
                </a:lnTo>
                <a:lnTo>
                  <a:pt x="306895" y="35623"/>
                </a:lnTo>
                <a:lnTo>
                  <a:pt x="315620" y="16787"/>
                </a:lnTo>
                <a:lnTo>
                  <a:pt x="321564" y="0"/>
                </a:lnTo>
                <a:lnTo>
                  <a:pt x="352044" y="24384"/>
                </a:lnTo>
                <a:lnTo>
                  <a:pt x="341471" y="29527"/>
                </a:lnTo>
                <a:lnTo>
                  <a:pt x="328041" y="40386"/>
                </a:lnTo>
                <a:lnTo>
                  <a:pt x="311753" y="56959"/>
                </a:lnTo>
                <a:lnTo>
                  <a:pt x="292607" y="79248"/>
                </a:lnTo>
                <a:close/>
              </a:path>
              <a:path w="390525" h="405764">
                <a:moveTo>
                  <a:pt x="234695" y="71628"/>
                </a:moveTo>
                <a:lnTo>
                  <a:pt x="228599" y="71628"/>
                </a:lnTo>
                <a:lnTo>
                  <a:pt x="224027" y="67056"/>
                </a:lnTo>
                <a:lnTo>
                  <a:pt x="220970" y="56364"/>
                </a:lnTo>
                <a:lnTo>
                  <a:pt x="216669" y="45553"/>
                </a:lnTo>
                <a:lnTo>
                  <a:pt x="210502" y="33718"/>
                </a:lnTo>
                <a:lnTo>
                  <a:pt x="202334" y="21026"/>
                </a:lnTo>
                <a:lnTo>
                  <a:pt x="192023" y="7620"/>
                </a:lnTo>
                <a:lnTo>
                  <a:pt x="196595" y="3048"/>
                </a:lnTo>
                <a:lnTo>
                  <a:pt x="218598" y="16787"/>
                </a:lnTo>
                <a:lnTo>
                  <a:pt x="234314" y="28384"/>
                </a:lnTo>
                <a:lnTo>
                  <a:pt x="243744" y="37980"/>
                </a:lnTo>
                <a:lnTo>
                  <a:pt x="246887" y="45720"/>
                </a:lnTo>
                <a:lnTo>
                  <a:pt x="245363" y="56388"/>
                </a:lnTo>
                <a:lnTo>
                  <a:pt x="243839" y="62484"/>
                </a:lnTo>
                <a:lnTo>
                  <a:pt x="240791" y="67056"/>
                </a:lnTo>
                <a:lnTo>
                  <a:pt x="236219" y="70104"/>
                </a:lnTo>
                <a:lnTo>
                  <a:pt x="234695" y="71628"/>
                </a:lnTo>
                <a:close/>
              </a:path>
              <a:path w="390525" h="405764">
                <a:moveTo>
                  <a:pt x="156971" y="233172"/>
                </a:moveTo>
                <a:lnTo>
                  <a:pt x="157834" y="213360"/>
                </a:lnTo>
                <a:lnTo>
                  <a:pt x="158305" y="191262"/>
                </a:lnTo>
                <a:lnTo>
                  <a:pt x="158395" y="112776"/>
                </a:lnTo>
                <a:lnTo>
                  <a:pt x="158305" y="101346"/>
                </a:lnTo>
                <a:lnTo>
                  <a:pt x="157853" y="81343"/>
                </a:lnTo>
                <a:lnTo>
                  <a:pt x="156971" y="62484"/>
                </a:lnTo>
                <a:lnTo>
                  <a:pt x="179831" y="79248"/>
                </a:lnTo>
                <a:lnTo>
                  <a:pt x="384918" y="79248"/>
                </a:lnTo>
                <a:lnTo>
                  <a:pt x="390144" y="83820"/>
                </a:lnTo>
                <a:lnTo>
                  <a:pt x="384918" y="88392"/>
                </a:lnTo>
                <a:lnTo>
                  <a:pt x="179831" y="88392"/>
                </a:lnTo>
                <a:lnTo>
                  <a:pt x="179831" y="204216"/>
                </a:lnTo>
                <a:lnTo>
                  <a:pt x="378417" y="204216"/>
                </a:lnTo>
                <a:lnTo>
                  <a:pt x="378594" y="208764"/>
                </a:lnTo>
                <a:lnTo>
                  <a:pt x="378889" y="213360"/>
                </a:lnTo>
                <a:lnTo>
                  <a:pt x="179831" y="213360"/>
                </a:lnTo>
                <a:lnTo>
                  <a:pt x="179831" y="224028"/>
                </a:lnTo>
                <a:lnTo>
                  <a:pt x="156971" y="233172"/>
                </a:lnTo>
                <a:close/>
              </a:path>
              <a:path w="390525" h="405764">
                <a:moveTo>
                  <a:pt x="384918" y="79248"/>
                </a:moveTo>
                <a:lnTo>
                  <a:pt x="353568" y="79248"/>
                </a:lnTo>
                <a:lnTo>
                  <a:pt x="365760" y="62484"/>
                </a:lnTo>
                <a:lnTo>
                  <a:pt x="384918" y="79248"/>
                </a:lnTo>
                <a:close/>
              </a:path>
              <a:path w="390525" h="405764">
                <a:moveTo>
                  <a:pt x="277367" y="204216"/>
                </a:moveTo>
                <a:lnTo>
                  <a:pt x="256031" y="204216"/>
                </a:lnTo>
                <a:lnTo>
                  <a:pt x="256031" y="88392"/>
                </a:lnTo>
                <a:lnTo>
                  <a:pt x="277367" y="88392"/>
                </a:lnTo>
                <a:lnTo>
                  <a:pt x="277367" y="204216"/>
                </a:lnTo>
                <a:close/>
              </a:path>
              <a:path w="390525" h="405764">
                <a:moveTo>
                  <a:pt x="378417" y="204216"/>
                </a:moveTo>
                <a:lnTo>
                  <a:pt x="356615" y="204216"/>
                </a:lnTo>
                <a:lnTo>
                  <a:pt x="356615" y="88392"/>
                </a:lnTo>
                <a:lnTo>
                  <a:pt x="384918" y="88392"/>
                </a:lnTo>
                <a:lnTo>
                  <a:pt x="377952" y="94488"/>
                </a:lnTo>
                <a:lnTo>
                  <a:pt x="378039" y="191262"/>
                </a:lnTo>
                <a:lnTo>
                  <a:pt x="378142" y="197167"/>
                </a:lnTo>
                <a:lnTo>
                  <a:pt x="378417" y="204216"/>
                </a:lnTo>
                <a:close/>
              </a:path>
              <a:path w="390525" h="405764">
                <a:moveTo>
                  <a:pt x="294131" y="187452"/>
                </a:moveTo>
                <a:lnTo>
                  <a:pt x="289559" y="184404"/>
                </a:lnTo>
                <a:lnTo>
                  <a:pt x="300370" y="164139"/>
                </a:lnTo>
                <a:lnTo>
                  <a:pt x="309752" y="144589"/>
                </a:lnTo>
                <a:lnTo>
                  <a:pt x="317420" y="125896"/>
                </a:lnTo>
                <a:lnTo>
                  <a:pt x="323088" y="108204"/>
                </a:lnTo>
                <a:lnTo>
                  <a:pt x="352044" y="131064"/>
                </a:lnTo>
                <a:lnTo>
                  <a:pt x="341709" y="137945"/>
                </a:lnTo>
                <a:lnTo>
                  <a:pt x="328803" y="149542"/>
                </a:lnTo>
                <a:lnTo>
                  <a:pt x="313039" y="165996"/>
                </a:lnTo>
                <a:lnTo>
                  <a:pt x="294131" y="187452"/>
                </a:lnTo>
                <a:close/>
              </a:path>
              <a:path w="390525" h="405764">
                <a:moveTo>
                  <a:pt x="224027" y="184404"/>
                </a:moveTo>
                <a:lnTo>
                  <a:pt x="217931" y="184404"/>
                </a:lnTo>
                <a:lnTo>
                  <a:pt x="214883" y="179831"/>
                </a:lnTo>
                <a:lnTo>
                  <a:pt x="214883" y="170688"/>
                </a:lnTo>
                <a:lnTo>
                  <a:pt x="210835" y="158638"/>
                </a:lnTo>
                <a:lnTo>
                  <a:pt x="205358" y="145161"/>
                </a:lnTo>
                <a:lnTo>
                  <a:pt x="198167" y="129968"/>
                </a:lnTo>
                <a:lnTo>
                  <a:pt x="188975" y="112776"/>
                </a:lnTo>
                <a:lnTo>
                  <a:pt x="192023" y="109728"/>
                </a:lnTo>
                <a:lnTo>
                  <a:pt x="228028" y="135445"/>
                </a:lnTo>
                <a:lnTo>
                  <a:pt x="239267" y="153924"/>
                </a:lnTo>
                <a:lnTo>
                  <a:pt x="239267" y="163067"/>
                </a:lnTo>
                <a:lnTo>
                  <a:pt x="236219" y="170688"/>
                </a:lnTo>
                <a:lnTo>
                  <a:pt x="231647" y="175260"/>
                </a:lnTo>
                <a:lnTo>
                  <a:pt x="227075" y="181355"/>
                </a:lnTo>
                <a:lnTo>
                  <a:pt x="224027" y="184404"/>
                </a:lnTo>
                <a:close/>
              </a:path>
              <a:path w="390525" h="405764">
                <a:moveTo>
                  <a:pt x="356615" y="231648"/>
                </a:moveTo>
                <a:lnTo>
                  <a:pt x="356615" y="213360"/>
                </a:lnTo>
                <a:lnTo>
                  <a:pt x="378889" y="213360"/>
                </a:lnTo>
                <a:lnTo>
                  <a:pt x="379476" y="222504"/>
                </a:lnTo>
                <a:lnTo>
                  <a:pt x="356615" y="231648"/>
                </a:lnTo>
                <a:close/>
              </a:path>
              <a:path w="390525" h="405764">
                <a:moveTo>
                  <a:pt x="361732" y="249936"/>
                </a:moveTo>
                <a:lnTo>
                  <a:pt x="329184" y="249936"/>
                </a:lnTo>
                <a:lnTo>
                  <a:pt x="341376" y="233172"/>
                </a:lnTo>
                <a:lnTo>
                  <a:pt x="361732" y="249936"/>
                </a:lnTo>
                <a:close/>
              </a:path>
              <a:path w="390525" h="405764">
                <a:moveTo>
                  <a:pt x="178307" y="405384"/>
                </a:moveTo>
                <a:lnTo>
                  <a:pt x="178546" y="384524"/>
                </a:lnTo>
                <a:lnTo>
                  <a:pt x="179593" y="341090"/>
                </a:lnTo>
                <a:lnTo>
                  <a:pt x="179703" y="330708"/>
                </a:lnTo>
                <a:lnTo>
                  <a:pt x="179815" y="316991"/>
                </a:lnTo>
                <a:lnTo>
                  <a:pt x="179593" y="297084"/>
                </a:lnTo>
                <a:lnTo>
                  <a:pt x="178546" y="255936"/>
                </a:lnTo>
                <a:lnTo>
                  <a:pt x="178307" y="236220"/>
                </a:lnTo>
                <a:lnTo>
                  <a:pt x="202691" y="249936"/>
                </a:lnTo>
                <a:lnTo>
                  <a:pt x="361732" y="249936"/>
                </a:lnTo>
                <a:lnTo>
                  <a:pt x="367284" y="254508"/>
                </a:lnTo>
                <a:lnTo>
                  <a:pt x="361187" y="260604"/>
                </a:lnTo>
                <a:lnTo>
                  <a:pt x="202691" y="260604"/>
                </a:lnTo>
                <a:lnTo>
                  <a:pt x="202691" y="306324"/>
                </a:lnTo>
                <a:lnTo>
                  <a:pt x="355091" y="306324"/>
                </a:lnTo>
                <a:lnTo>
                  <a:pt x="355091" y="316991"/>
                </a:lnTo>
                <a:lnTo>
                  <a:pt x="202691" y="316991"/>
                </a:lnTo>
                <a:lnTo>
                  <a:pt x="202691" y="364235"/>
                </a:lnTo>
                <a:lnTo>
                  <a:pt x="355479" y="364235"/>
                </a:lnTo>
                <a:lnTo>
                  <a:pt x="355736" y="373380"/>
                </a:lnTo>
                <a:lnTo>
                  <a:pt x="202691" y="373380"/>
                </a:lnTo>
                <a:lnTo>
                  <a:pt x="202691" y="394716"/>
                </a:lnTo>
                <a:lnTo>
                  <a:pt x="178307" y="405384"/>
                </a:lnTo>
                <a:close/>
              </a:path>
              <a:path w="390525" h="405764">
                <a:moveTo>
                  <a:pt x="355091" y="306324"/>
                </a:moveTo>
                <a:lnTo>
                  <a:pt x="332232" y="306324"/>
                </a:lnTo>
                <a:lnTo>
                  <a:pt x="332232" y="260604"/>
                </a:lnTo>
                <a:lnTo>
                  <a:pt x="361187" y="260604"/>
                </a:lnTo>
                <a:lnTo>
                  <a:pt x="355091" y="266700"/>
                </a:lnTo>
                <a:lnTo>
                  <a:pt x="355091" y="306324"/>
                </a:lnTo>
                <a:close/>
              </a:path>
              <a:path w="390525" h="405764">
                <a:moveTo>
                  <a:pt x="355479" y="364235"/>
                </a:moveTo>
                <a:lnTo>
                  <a:pt x="332232" y="364235"/>
                </a:lnTo>
                <a:lnTo>
                  <a:pt x="332232" y="316991"/>
                </a:lnTo>
                <a:lnTo>
                  <a:pt x="355091" y="316991"/>
                </a:lnTo>
                <a:lnTo>
                  <a:pt x="355115" y="343019"/>
                </a:lnTo>
                <a:lnTo>
                  <a:pt x="355282" y="357187"/>
                </a:lnTo>
                <a:lnTo>
                  <a:pt x="355479" y="364235"/>
                </a:lnTo>
                <a:close/>
              </a:path>
              <a:path w="390525" h="405764">
                <a:moveTo>
                  <a:pt x="332232" y="402335"/>
                </a:moveTo>
                <a:lnTo>
                  <a:pt x="332232" y="373380"/>
                </a:lnTo>
                <a:lnTo>
                  <a:pt x="355736" y="373380"/>
                </a:lnTo>
                <a:lnTo>
                  <a:pt x="356615" y="391668"/>
                </a:lnTo>
                <a:lnTo>
                  <a:pt x="332232" y="402335"/>
                </a:lnTo>
                <a:close/>
              </a:path>
              <a:path w="390525" h="405764">
                <a:moveTo>
                  <a:pt x="89915" y="124968"/>
                </a:moveTo>
                <a:lnTo>
                  <a:pt x="67055" y="124968"/>
                </a:lnTo>
                <a:lnTo>
                  <a:pt x="67055" y="68580"/>
                </a:lnTo>
                <a:lnTo>
                  <a:pt x="66817" y="54340"/>
                </a:lnTo>
                <a:lnTo>
                  <a:pt x="65770" y="23574"/>
                </a:lnTo>
                <a:lnTo>
                  <a:pt x="65531" y="7620"/>
                </a:lnTo>
                <a:lnTo>
                  <a:pt x="103631" y="24384"/>
                </a:lnTo>
                <a:lnTo>
                  <a:pt x="89915" y="36576"/>
                </a:lnTo>
                <a:lnTo>
                  <a:pt x="89915" y="124968"/>
                </a:lnTo>
                <a:close/>
              </a:path>
              <a:path w="390525" h="405764">
                <a:moveTo>
                  <a:pt x="16764" y="141732"/>
                </a:moveTo>
                <a:lnTo>
                  <a:pt x="0" y="124968"/>
                </a:lnTo>
                <a:lnTo>
                  <a:pt x="103631" y="124968"/>
                </a:lnTo>
                <a:lnTo>
                  <a:pt x="121919" y="106680"/>
                </a:lnTo>
                <a:lnTo>
                  <a:pt x="152399" y="135636"/>
                </a:lnTo>
                <a:lnTo>
                  <a:pt x="57911" y="135636"/>
                </a:lnTo>
                <a:lnTo>
                  <a:pt x="46767" y="135945"/>
                </a:lnTo>
                <a:lnTo>
                  <a:pt x="36194" y="136969"/>
                </a:lnTo>
                <a:lnTo>
                  <a:pt x="26193" y="138850"/>
                </a:lnTo>
                <a:lnTo>
                  <a:pt x="16764" y="141732"/>
                </a:lnTo>
                <a:close/>
              </a:path>
              <a:path w="390525" h="405764">
                <a:moveTo>
                  <a:pt x="21335" y="341376"/>
                </a:moveTo>
                <a:lnTo>
                  <a:pt x="0" y="309372"/>
                </a:lnTo>
                <a:lnTo>
                  <a:pt x="13477" y="306514"/>
                </a:lnTo>
                <a:lnTo>
                  <a:pt x="28955" y="302514"/>
                </a:lnTo>
                <a:lnTo>
                  <a:pt x="46720" y="297370"/>
                </a:lnTo>
                <a:lnTo>
                  <a:pt x="67055" y="291084"/>
                </a:lnTo>
                <a:lnTo>
                  <a:pt x="67055" y="135636"/>
                </a:lnTo>
                <a:lnTo>
                  <a:pt x="89915" y="135636"/>
                </a:lnTo>
                <a:lnTo>
                  <a:pt x="89915" y="283464"/>
                </a:lnTo>
                <a:lnTo>
                  <a:pt x="125655" y="283464"/>
                </a:lnTo>
                <a:lnTo>
                  <a:pt x="100202" y="294441"/>
                </a:lnTo>
                <a:lnTo>
                  <a:pt x="60197" y="313753"/>
                </a:lnTo>
                <a:lnTo>
                  <a:pt x="33908" y="329350"/>
                </a:lnTo>
                <a:lnTo>
                  <a:pt x="21335" y="341376"/>
                </a:lnTo>
                <a:close/>
              </a:path>
              <a:path w="390525" h="405764">
                <a:moveTo>
                  <a:pt x="125655" y="283464"/>
                </a:moveTo>
                <a:lnTo>
                  <a:pt x="89915" y="283464"/>
                </a:lnTo>
                <a:lnTo>
                  <a:pt x="152399" y="265176"/>
                </a:lnTo>
                <a:lnTo>
                  <a:pt x="153923" y="271272"/>
                </a:lnTo>
                <a:lnTo>
                  <a:pt x="125655" y="28346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" name="object 45"/>
          <p:cNvSpPr/>
          <p:nvPr/>
        </p:nvSpPr>
        <p:spPr>
          <a:xfrm>
            <a:off x="3457955" y="3433571"/>
            <a:ext cx="399415" cy="407034"/>
          </a:xfrm>
          <a:custGeom>
            <a:avLst/>
            <a:gdLst/>
            <a:ahLst/>
            <a:cxnLst/>
            <a:rect l="l" t="t" r="r" b="b"/>
            <a:pathLst>
              <a:path w="399414" h="407035">
                <a:moveTo>
                  <a:pt x="222123" y="69175"/>
                </a:moveTo>
                <a:lnTo>
                  <a:pt x="218694" y="66484"/>
                </a:lnTo>
                <a:lnTo>
                  <a:pt x="215265" y="60650"/>
                </a:lnTo>
                <a:lnTo>
                  <a:pt x="211835" y="51816"/>
                </a:lnTo>
                <a:lnTo>
                  <a:pt x="208430" y="42076"/>
                </a:lnTo>
                <a:lnTo>
                  <a:pt x="202882" y="31051"/>
                </a:lnTo>
                <a:lnTo>
                  <a:pt x="195333" y="18597"/>
                </a:lnTo>
                <a:lnTo>
                  <a:pt x="185928" y="4572"/>
                </a:lnTo>
                <a:lnTo>
                  <a:pt x="192024" y="0"/>
                </a:lnTo>
                <a:lnTo>
                  <a:pt x="229528" y="23788"/>
                </a:lnTo>
                <a:lnTo>
                  <a:pt x="240792" y="39624"/>
                </a:lnTo>
                <a:lnTo>
                  <a:pt x="240792" y="48768"/>
                </a:lnTo>
                <a:lnTo>
                  <a:pt x="239268" y="51816"/>
                </a:lnTo>
                <a:lnTo>
                  <a:pt x="236220" y="60960"/>
                </a:lnTo>
                <a:lnTo>
                  <a:pt x="231647" y="64008"/>
                </a:lnTo>
                <a:lnTo>
                  <a:pt x="225552" y="68580"/>
                </a:lnTo>
                <a:lnTo>
                  <a:pt x="222123" y="69175"/>
                </a:lnTo>
                <a:close/>
              </a:path>
              <a:path w="399414" h="407035">
                <a:moveTo>
                  <a:pt x="389064" y="73152"/>
                </a:moveTo>
                <a:lnTo>
                  <a:pt x="336804" y="73152"/>
                </a:lnTo>
                <a:lnTo>
                  <a:pt x="364236" y="47244"/>
                </a:lnTo>
                <a:lnTo>
                  <a:pt x="389064" y="73152"/>
                </a:lnTo>
                <a:close/>
              </a:path>
              <a:path w="399414" h="407035">
                <a:moveTo>
                  <a:pt x="6096" y="406908"/>
                </a:moveTo>
                <a:lnTo>
                  <a:pt x="0" y="403860"/>
                </a:lnTo>
                <a:lnTo>
                  <a:pt x="24003" y="358473"/>
                </a:lnTo>
                <a:lnTo>
                  <a:pt x="41148" y="309372"/>
                </a:lnTo>
                <a:lnTo>
                  <a:pt x="51435" y="256841"/>
                </a:lnTo>
                <a:lnTo>
                  <a:pt x="54723" y="203454"/>
                </a:lnTo>
                <a:lnTo>
                  <a:pt x="54816" y="148542"/>
                </a:lnTo>
                <a:lnTo>
                  <a:pt x="54483" y="107061"/>
                </a:lnTo>
                <a:lnTo>
                  <a:pt x="53578" y="76438"/>
                </a:lnTo>
                <a:lnTo>
                  <a:pt x="51816" y="56388"/>
                </a:lnTo>
                <a:lnTo>
                  <a:pt x="82296" y="73152"/>
                </a:lnTo>
                <a:lnTo>
                  <a:pt x="389064" y="73152"/>
                </a:lnTo>
                <a:lnTo>
                  <a:pt x="399288" y="83820"/>
                </a:lnTo>
                <a:lnTo>
                  <a:pt x="80772" y="83820"/>
                </a:lnTo>
                <a:lnTo>
                  <a:pt x="80176" y="148637"/>
                </a:lnTo>
                <a:lnTo>
                  <a:pt x="78295" y="203454"/>
                </a:lnTo>
                <a:lnTo>
                  <a:pt x="74985" y="247983"/>
                </a:lnTo>
                <a:lnTo>
                  <a:pt x="61602" y="311967"/>
                </a:lnTo>
                <a:lnTo>
                  <a:pt x="29170" y="374308"/>
                </a:lnTo>
                <a:lnTo>
                  <a:pt x="6096" y="40690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" name="object 46"/>
          <p:cNvSpPr/>
          <p:nvPr/>
        </p:nvSpPr>
        <p:spPr>
          <a:xfrm>
            <a:off x="3909059" y="3433572"/>
            <a:ext cx="391795" cy="408940"/>
          </a:xfrm>
          <a:custGeom>
            <a:avLst/>
            <a:gdLst/>
            <a:ahLst/>
            <a:cxnLst/>
            <a:rect l="l" t="t" r="r" b="b"/>
            <a:pathLst>
              <a:path w="391795" h="408939">
                <a:moveTo>
                  <a:pt x="96011" y="103632"/>
                </a:moveTo>
                <a:lnTo>
                  <a:pt x="71627" y="103632"/>
                </a:lnTo>
                <a:lnTo>
                  <a:pt x="71520" y="62674"/>
                </a:lnTo>
                <a:lnTo>
                  <a:pt x="71415" y="48315"/>
                </a:lnTo>
                <a:lnTo>
                  <a:pt x="70985" y="24336"/>
                </a:lnTo>
                <a:lnTo>
                  <a:pt x="70103" y="0"/>
                </a:lnTo>
                <a:lnTo>
                  <a:pt x="111251" y="21336"/>
                </a:lnTo>
                <a:lnTo>
                  <a:pt x="96011" y="33528"/>
                </a:lnTo>
                <a:lnTo>
                  <a:pt x="96011" y="103632"/>
                </a:lnTo>
                <a:close/>
              </a:path>
              <a:path w="391795" h="408939">
                <a:moveTo>
                  <a:pt x="155447" y="185928"/>
                </a:moveTo>
                <a:lnTo>
                  <a:pt x="150875" y="182880"/>
                </a:lnTo>
                <a:lnTo>
                  <a:pt x="175188" y="142303"/>
                </a:lnTo>
                <a:lnTo>
                  <a:pt x="195643" y="98298"/>
                </a:lnTo>
                <a:lnTo>
                  <a:pt x="212383" y="50863"/>
                </a:lnTo>
                <a:lnTo>
                  <a:pt x="225551" y="0"/>
                </a:lnTo>
                <a:lnTo>
                  <a:pt x="266699" y="22860"/>
                </a:lnTo>
                <a:lnTo>
                  <a:pt x="249935" y="33528"/>
                </a:lnTo>
                <a:lnTo>
                  <a:pt x="243101" y="48315"/>
                </a:lnTo>
                <a:lnTo>
                  <a:pt x="236410" y="62674"/>
                </a:lnTo>
                <a:lnTo>
                  <a:pt x="230004" y="76176"/>
                </a:lnTo>
                <a:lnTo>
                  <a:pt x="224027" y="88392"/>
                </a:lnTo>
                <a:lnTo>
                  <a:pt x="381986" y="88392"/>
                </a:lnTo>
                <a:lnTo>
                  <a:pt x="391668" y="97536"/>
                </a:lnTo>
                <a:lnTo>
                  <a:pt x="389490" y="99060"/>
                </a:lnTo>
                <a:lnTo>
                  <a:pt x="217931" y="99060"/>
                </a:lnTo>
                <a:lnTo>
                  <a:pt x="202811" y="125063"/>
                </a:lnTo>
                <a:lnTo>
                  <a:pt x="187261" y="148209"/>
                </a:lnTo>
                <a:lnTo>
                  <a:pt x="171426" y="168497"/>
                </a:lnTo>
                <a:lnTo>
                  <a:pt x="155447" y="185928"/>
                </a:lnTo>
                <a:close/>
              </a:path>
              <a:path w="391795" h="408939">
                <a:moveTo>
                  <a:pt x="381986" y="88392"/>
                </a:moveTo>
                <a:lnTo>
                  <a:pt x="348996" y="88392"/>
                </a:lnTo>
                <a:lnTo>
                  <a:pt x="364236" y="71628"/>
                </a:lnTo>
                <a:lnTo>
                  <a:pt x="381986" y="88392"/>
                </a:lnTo>
                <a:close/>
              </a:path>
              <a:path w="391795" h="408939">
                <a:moveTo>
                  <a:pt x="13715" y="118872"/>
                </a:moveTo>
                <a:lnTo>
                  <a:pt x="0" y="103632"/>
                </a:lnTo>
                <a:lnTo>
                  <a:pt x="117347" y="103632"/>
                </a:lnTo>
                <a:lnTo>
                  <a:pt x="138683" y="83820"/>
                </a:lnTo>
                <a:lnTo>
                  <a:pt x="169163" y="114300"/>
                </a:lnTo>
                <a:lnTo>
                  <a:pt x="28955" y="114300"/>
                </a:lnTo>
                <a:lnTo>
                  <a:pt x="13715" y="118872"/>
                </a:lnTo>
                <a:close/>
              </a:path>
              <a:path w="391795" h="408939">
                <a:moveTo>
                  <a:pt x="363137" y="367569"/>
                </a:moveTo>
                <a:lnTo>
                  <a:pt x="304418" y="367569"/>
                </a:lnTo>
                <a:lnTo>
                  <a:pt x="312419" y="367284"/>
                </a:lnTo>
                <a:lnTo>
                  <a:pt x="321564" y="367284"/>
                </a:lnTo>
                <a:lnTo>
                  <a:pt x="327660" y="364236"/>
                </a:lnTo>
                <a:lnTo>
                  <a:pt x="343985" y="316321"/>
                </a:lnTo>
                <a:lnTo>
                  <a:pt x="346959" y="238414"/>
                </a:lnTo>
                <a:lnTo>
                  <a:pt x="348766" y="173736"/>
                </a:lnTo>
                <a:lnTo>
                  <a:pt x="350520" y="99060"/>
                </a:lnTo>
                <a:lnTo>
                  <a:pt x="389490" y="99060"/>
                </a:lnTo>
                <a:lnTo>
                  <a:pt x="376427" y="108204"/>
                </a:lnTo>
                <a:lnTo>
                  <a:pt x="374611" y="185001"/>
                </a:lnTo>
                <a:lnTo>
                  <a:pt x="372823" y="248412"/>
                </a:lnTo>
                <a:lnTo>
                  <a:pt x="371218" y="295655"/>
                </a:lnTo>
                <a:lnTo>
                  <a:pt x="368808" y="344424"/>
                </a:lnTo>
                <a:lnTo>
                  <a:pt x="363283" y="367284"/>
                </a:lnTo>
                <a:lnTo>
                  <a:pt x="363137" y="367569"/>
                </a:lnTo>
                <a:close/>
              </a:path>
              <a:path w="391795" h="408939">
                <a:moveTo>
                  <a:pt x="7619" y="309372"/>
                </a:moveTo>
                <a:lnTo>
                  <a:pt x="1524" y="306324"/>
                </a:lnTo>
                <a:lnTo>
                  <a:pt x="23252" y="262675"/>
                </a:lnTo>
                <a:lnTo>
                  <a:pt x="42290" y="216598"/>
                </a:lnTo>
                <a:lnTo>
                  <a:pt x="58531" y="167235"/>
                </a:lnTo>
                <a:lnTo>
                  <a:pt x="71627" y="114300"/>
                </a:lnTo>
                <a:lnTo>
                  <a:pt x="96011" y="114300"/>
                </a:lnTo>
                <a:lnTo>
                  <a:pt x="96011" y="160020"/>
                </a:lnTo>
                <a:lnTo>
                  <a:pt x="115585" y="170688"/>
                </a:lnTo>
                <a:lnTo>
                  <a:pt x="96011" y="170688"/>
                </a:lnTo>
                <a:lnTo>
                  <a:pt x="96068" y="188976"/>
                </a:lnTo>
                <a:lnTo>
                  <a:pt x="71627" y="188976"/>
                </a:lnTo>
                <a:lnTo>
                  <a:pt x="59054" y="221289"/>
                </a:lnTo>
                <a:lnTo>
                  <a:pt x="44195" y="252031"/>
                </a:lnTo>
                <a:lnTo>
                  <a:pt x="27050" y="281344"/>
                </a:lnTo>
                <a:lnTo>
                  <a:pt x="7619" y="309372"/>
                </a:lnTo>
                <a:close/>
              </a:path>
              <a:path w="391795" h="408939">
                <a:moveTo>
                  <a:pt x="179831" y="312420"/>
                </a:moveTo>
                <a:lnTo>
                  <a:pt x="161543" y="280416"/>
                </a:lnTo>
                <a:lnTo>
                  <a:pt x="170949" y="275272"/>
                </a:lnTo>
                <a:lnTo>
                  <a:pt x="180784" y="264414"/>
                </a:lnTo>
                <a:lnTo>
                  <a:pt x="201167" y="225552"/>
                </a:lnTo>
                <a:lnTo>
                  <a:pt x="219455" y="179451"/>
                </a:lnTo>
                <a:lnTo>
                  <a:pt x="228599" y="144780"/>
                </a:lnTo>
                <a:lnTo>
                  <a:pt x="265175" y="167640"/>
                </a:lnTo>
                <a:lnTo>
                  <a:pt x="249935" y="173736"/>
                </a:lnTo>
                <a:lnTo>
                  <a:pt x="230457" y="209478"/>
                </a:lnTo>
                <a:lnTo>
                  <a:pt x="212978" y="239077"/>
                </a:lnTo>
                <a:lnTo>
                  <a:pt x="197215" y="262675"/>
                </a:lnTo>
                <a:lnTo>
                  <a:pt x="182879" y="280416"/>
                </a:lnTo>
                <a:lnTo>
                  <a:pt x="314227" y="280416"/>
                </a:lnTo>
                <a:lnTo>
                  <a:pt x="314793" y="283464"/>
                </a:lnTo>
                <a:lnTo>
                  <a:pt x="284987" y="283464"/>
                </a:lnTo>
                <a:lnTo>
                  <a:pt x="270986" y="285130"/>
                </a:lnTo>
                <a:lnTo>
                  <a:pt x="225551" y="294132"/>
                </a:lnTo>
                <a:lnTo>
                  <a:pt x="187832" y="306990"/>
                </a:lnTo>
                <a:lnTo>
                  <a:pt x="179831" y="312420"/>
                </a:lnTo>
                <a:close/>
              </a:path>
              <a:path w="391795" h="408939">
                <a:moveTo>
                  <a:pt x="147827" y="242316"/>
                </a:moveTo>
                <a:lnTo>
                  <a:pt x="141731" y="242316"/>
                </a:lnTo>
                <a:lnTo>
                  <a:pt x="137159" y="234696"/>
                </a:lnTo>
                <a:lnTo>
                  <a:pt x="131063" y="222504"/>
                </a:lnTo>
                <a:lnTo>
                  <a:pt x="124515" y="208192"/>
                </a:lnTo>
                <a:lnTo>
                  <a:pt x="116395" y="194881"/>
                </a:lnTo>
                <a:lnTo>
                  <a:pt x="106846" y="182427"/>
                </a:lnTo>
                <a:lnTo>
                  <a:pt x="96011" y="170688"/>
                </a:lnTo>
                <a:lnTo>
                  <a:pt x="115585" y="170688"/>
                </a:lnTo>
                <a:lnTo>
                  <a:pt x="147827" y="193548"/>
                </a:lnTo>
                <a:lnTo>
                  <a:pt x="156971" y="208788"/>
                </a:lnTo>
                <a:lnTo>
                  <a:pt x="156971" y="219456"/>
                </a:lnTo>
                <a:lnTo>
                  <a:pt x="155447" y="225552"/>
                </a:lnTo>
                <a:lnTo>
                  <a:pt x="152399" y="231648"/>
                </a:lnTo>
                <a:lnTo>
                  <a:pt x="150875" y="237744"/>
                </a:lnTo>
                <a:lnTo>
                  <a:pt x="147827" y="242316"/>
                </a:lnTo>
                <a:close/>
              </a:path>
              <a:path w="391795" h="408939">
                <a:moveTo>
                  <a:pt x="70103" y="408432"/>
                </a:moveTo>
                <a:lnTo>
                  <a:pt x="70943" y="367569"/>
                </a:lnTo>
                <a:lnTo>
                  <a:pt x="71423" y="316321"/>
                </a:lnTo>
                <a:lnTo>
                  <a:pt x="71627" y="188976"/>
                </a:lnTo>
                <a:lnTo>
                  <a:pt x="96068" y="188976"/>
                </a:lnTo>
                <a:lnTo>
                  <a:pt x="96279" y="256413"/>
                </a:lnTo>
                <a:lnTo>
                  <a:pt x="96964" y="321945"/>
                </a:lnTo>
                <a:lnTo>
                  <a:pt x="97940" y="369141"/>
                </a:lnTo>
                <a:lnTo>
                  <a:pt x="99059" y="397764"/>
                </a:lnTo>
                <a:lnTo>
                  <a:pt x="70103" y="408432"/>
                </a:lnTo>
                <a:close/>
              </a:path>
              <a:path w="391795" h="408939">
                <a:moveTo>
                  <a:pt x="314227" y="280416"/>
                </a:moveTo>
                <a:lnTo>
                  <a:pt x="182879" y="280416"/>
                </a:lnTo>
                <a:lnTo>
                  <a:pt x="281939" y="275843"/>
                </a:lnTo>
                <a:lnTo>
                  <a:pt x="277106" y="261556"/>
                </a:lnTo>
                <a:lnTo>
                  <a:pt x="271843" y="248412"/>
                </a:lnTo>
                <a:lnTo>
                  <a:pt x="266295" y="236410"/>
                </a:lnTo>
                <a:lnTo>
                  <a:pt x="260603" y="225552"/>
                </a:lnTo>
                <a:lnTo>
                  <a:pt x="265175" y="222504"/>
                </a:lnTo>
                <a:lnTo>
                  <a:pt x="284583" y="240744"/>
                </a:lnTo>
                <a:lnTo>
                  <a:pt x="299275" y="256413"/>
                </a:lnTo>
                <a:lnTo>
                  <a:pt x="309110" y="269224"/>
                </a:lnTo>
                <a:lnTo>
                  <a:pt x="313943" y="278891"/>
                </a:lnTo>
                <a:lnTo>
                  <a:pt x="314227" y="280416"/>
                </a:lnTo>
                <a:close/>
              </a:path>
              <a:path w="391795" h="408939">
                <a:moveTo>
                  <a:pt x="298703" y="313943"/>
                </a:moveTo>
                <a:lnTo>
                  <a:pt x="294131" y="313943"/>
                </a:lnTo>
                <a:lnTo>
                  <a:pt x="292607" y="312420"/>
                </a:lnTo>
                <a:lnTo>
                  <a:pt x="291083" y="307848"/>
                </a:lnTo>
                <a:lnTo>
                  <a:pt x="288035" y="303276"/>
                </a:lnTo>
                <a:lnTo>
                  <a:pt x="286511" y="295655"/>
                </a:lnTo>
                <a:lnTo>
                  <a:pt x="284987" y="283464"/>
                </a:lnTo>
                <a:lnTo>
                  <a:pt x="314793" y="283464"/>
                </a:lnTo>
                <a:lnTo>
                  <a:pt x="315372" y="286583"/>
                </a:lnTo>
                <a:lnTo>
                  <a:pt x="315086" y="293560"/>
                </a:lnTo>
                <a:lnTo>
                  <a:pt x="313086" y="299680"/>
                </a:lnTo>
                <a:lnTo>
                  <a:pt x="309371" y="304800"/>
                </a:lnTo>
                <a:lnTo>
                  <a:pt x="303275" y="310896"/>
                </a:lnTo>
                <a:lnTo>
                  <a:pt x="298703" y="313943"/>
                </a:lnTo>
                <a:close/>
              </a:path>
              <a:path w="391795" h="408939">
                <a:moveTo>
                  <a:pt x="310895" y="408432"/>
                </a:moveTo>
                <a:lnTo>
                  <a:pt x="307395" y="396430"/>
                </a:lnTo>
                <a:lnTo>
                  <a:pt x="296608" y="385572"/>
                </a:lnTo>
                <a:lnTo>
                  <a:pt x="278106" y="375856"/>
                </a:lnTo>
                <a:lnTo>
                  <a:pt x="251459" y="367284"/>
                </a:lnTo>
                <a:lnTo>
                  <a:pt x="252983" y="358140"/>
                </a:lnTo>
                <a:lnTo>
                  <a:pt x="274700" y="362997"/>
                </a:lnTo>
                <a:lnTo>
                  <a:pt x="291845" y="366141"/>
                </a:lnTo>
                <a:lnTo>
                  <a:pt x="304418" y="367569"/>
                </a:lnTo>
                <a:lnTo>
                  <a:pt x="363137" y="367569"/>
                </a:lnTo>
                <a:lnTo>
                  <a:pt x="358306" y="376999"/>
                </a:lnTo>
                <a:lnTo>
                  <a:pt x="352044" y="385572"/>
                </a:lnTo>
                <a:lnTo>
                  <a:pt x="344328" y="393001"/>
                </a:lnTo>
                <a:lnTo>
                  <a:pt x="334899" y="399288"/>
                </a:lnTo>
                <a:lnTo>
                  <a:pt x="323754" y="404431"/>
                </a:lnTo>
                <a:lnTo>
                  <a:pt x="310895" y="40843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" name="object 47"/>
          <p:cNvSpPr/>
          <p:nvPr/>
        </p:nvSpPr>
        <p:spPr>
          <a:xfrm>
            <a:off x="4351020" y="3441192"/>
            <a:ext cx="402590" cy="399415"/>
          </a:xfrm>
          <a:custGeom>
            <a:avLst/>
            <a:gdLst/>
            <a:ahLst/>
            <a:cxnLst/>
            <a:rect l="l" t="t" r="r" b="b"/>
            <a:pathLst>
              <a:path w="402589" h="399414">
                <a:moveTo>
                  <a:pt x="242316" y="92964"/>
                </a:moveTo>
                <a:lnTo>
                  <a:pt x="214884" y="92964"/>
                </a:lnTo>
                <a:lnTo>
                  <a:pt x="211713" y="65532"/>
                </a:lnTo>
                <a:lnTo>
                  <a:pt x="209169" y="41338"/>
                </a:lnTo>
                <a:lnTo>
                  <a:pt x="207168" y="19454"/>
                </a:lnTo>
                <a:lnTo>
                  <a:pt x="205740" y="0"/>
                </a:lnTo>
                <a:lnTo>
                  <a:pt x="251460" y="16764"/>
                </a:lnTo>
                <a:lnTo>
                  <a:pt x="239268" y="30480"/>
                </a:lnTo>
                <a:lnTo>
                  <a:pt x="239386" y="48006"/>
                </a:lnTo>
                <a:lnTo>
                  <a:pt x="239649" y="60007"/>
                </a:lnTo>
                <a:lnTo>
                  <a:pt x="240553" y="76128"/>
                </a:lnTo>
                <a:lnTo>
                  <a:pt x="242316" y="92964"/>
                </a:lnTo>
                <a:close/>
              </a:path>
              <a:path w="402589" h="399414">
                <a:moveTo>
                  <a:pt x="321564" y="79248"/>
                </a:moveTo>
                <a:lnTo>
                  <a:pt x="315468" y="79248"/>
                </a:lnTo>
                <a:lnTo>
                  <a:pt x="312420" y="74676"/>
                </a:lnTo>
                <a:lnTo>
                  <a:pt x="309372" y="65532"/>
                </a:lnTo>
                <a:lnTo>
                  <a:pt x="305419" y="55006"/>
                </a:lnTo>
                <a:lnTo>
                  <a:pt x="298323" y="41910"/>
                </a:lnTo>
                <a:lnTo>
                  <a:pt x="288369" y="26527"/>
                </a:lnTo>
                <a:lnTo>
                  <a:pt x="275844" y="9144"/>
                </a:lnTo>
                <a:lnTo>
                  <a:pt x="280416" y="4572"/>
                </a:lnTo>
                <a:lnTo>
                  <a:pt x="321778" y="30289"/>
                </a:lnTo>
                <a:lnTo>
                  <a:pt x="338613" y="53721"/>
                </a:lnTo>
                <a:lnTo>
                  <a:pt x="338328" y="59436"/>
                </a:lnTo>
                <a:lnTo>
                  <a:pt x="336804" y="67056"/>
                </a:lnTo>
                <a:lnTo>
                  <a:pt x="333756" y="71628"/>
                </a:lnTo>
                <a:lnTo>
                  <a:pt x="324612" y="77724"/>
                </a:lnTo>
                <a:lnTo>
                  <a:pt x="321564" y="79248"/>
                </a:lnTo>
                <a:close/>
              </a:path>
              <a:path w="402589" h="399414">
                <a:moveTo>
                  <a:pt x="386035" y="92964"/>
                </a:moveTo>
                <a:lnTo>
                  <a:pt x="338328" y="92964"/>
                </a:lnTo>
                <a:lnTo>
                  <a:pt x="362712" y="68580"/>
                </a:lnTo>
                <a:lnTo>
                  <a:pt x="386035" y="92964"/>
                </a:lnTo>
                <a:close/>
              </a:path>
              <a:path w="402589" h="399414">
                <a:moveTo>
                  <a:pt x="4572" y="399288"/>
                </a:moveTo>
                <a:lnTo>
                  <a:pt x="0" y="393192"/>
                </a:lnTo>
                <a:lnTo>
                  <a:pt x="20264" y="360616"/>
                </a:lnTo>
                <a:lnTo>
                  <a:pt x="35242" y="326898"/>
                </a:lnTo>
                <a:lnTo>
                  <a:pt x="48768" y="256032"/>
                </a:lnTo>
                <a:lnTo>
                  <a:pt x="50101" y="191071"/>
                </a:lnTo>
                <a:lnTo>
                  <a:pt x="50268" y="125301"/>
                </a:lnTo>
                <a:lnTo>
                  <a:pt x="50101" y="108204"/>
                </a:lnTo>
                <a:lnTo>
                  <a:pt x="49649" y="92249"/>
                </a:lnTo>
                <a:lnTo>
                  <a:pt x="48768" y="77724"/>
                </a:lnTo>
                <a:lnTo>
                  <a:pt x="80772" y="92964"/>
                </a:lnTo>
                <a:lnTo>
                  <a:pt x="386035" y="92964"/>
                </a:lnTo>
                <a:lnTo>
                  <a:pt x="396240" y="103632"/>
                </a:lnTo>
                <a:lnTo>
                  <a:pt x="79248" y="103632"/>
                </a:lnTo>
                <a:lnTo>
                  <a:pt x="77724" y="187452"/>
                </a:lnTo>
                <a:lnTo>
                  <a:pt x="191643" y="187452"/>
                </a:lnTo>
                <a:lnTo>
                  <a:pt x="198120" y="193548"/>
                </a:lnTo>
                <a:lnTo>
                  <a:pt x="192405" y="198120"/>
                </a:lnTo>
                <a:lnTo>
                  <a:pt x="77724" y="198120"/>
                </a:lnTo>
                <a:lnTo>
                  <a:pt x="70580" y="264699"/>
                </a:lnTo>
                <a:lnTo>
                  <a:pt x="56007" y="320421"/>
                </a:lnTo>
                <a:lnTo>
                  <a:pt x="34004" y="365283"/>
                </a:lnTo>
                <a:lnTo>
                  <a:pt x="4572" y="399288"/>
                </a:lnTo>
                <a:close/>
              </a:path>
              <a:path w="402589" h="399414">
                <a:moveTo>
                  <a:pt x="156972" y="393192"/>
                </a:moveTo>
                <a:lnTo>
                  <a:pt x="155448" y="387096"/>
                </a:lnTo>
                <a:lnTo>
                  <a:pt x="187737" y="363950"/>
                </a:lnTo>
                <a:lnTo>
                  <a:pt x="216027" y="340232"/>
                </a:lnTo>
                <a:lnTo>
                  <a:pt x="240315" y="315944"/>
                </a:lnTo>
                <a:lnTo>
                  <a:pt x="260604" y="291084"/>
                </a:lnTo>
                <a:lnTo>
                  <a:pt x="244911" y="255365"/>
                </a:lnTo>
                <a:lnTo>
                  <a:pt x="232219" y="212217"/>
                </a:lnTo>
                <a:lnTo>
                  <a:pt x="222670" y="161639"/>
                </a:lnTo>
                <a:lnTo>
                  <a:pt x="216408" y="103632"/>
                </a:lnTo>
                <a:lnTo>
                  <a:pt x="242316" y="103632"/>
                </a:lnTo>
                <a:lnTo>
                  <a:pt x="248031" y="156733"/>
                </a:lnTo>
                <a:lnTo>
                  <a:pt x="256032" y="201549"/>
                </a:lnTo>
                <a:lnTo>
                  <a:pt x="266319" y="237791"/>
                </a:lnTo>
                <a:lnTo>
                  <a:pt x="278892" y="265176"/>
                </a:lnTo>
                <a:lnTo>
                  <a:pt x="309912" y="265176"/>
                </a:lnTo>
                <a:lnTo>
                  <a:pt x="294132" y="289560"/>
                </a:lnTo>
                <a:lnTo>
                  <a:pt x="312681" y="309586"/>
                </a:lnTo>
                <a:lnTo>
                  <a:pt x="314166" y="310896"/>
                </a:lnTo>
                <a:lnTo>
                  <a:pt x="275844" y="310896"/>
                </a:lnTo>
                <a:lnTo>
                  <a:pt x="247840" y="336613"/>
                </a:lnTo>
                <a:lnTo>
                  <a:pt x="218694" y="358902"/>
                </a:lnTo>
                <a:lnTo>
                  <a:pt x="188404" y="377761"/>
                </a:lnTo>
                <a:lnTo>
                  <a:pt x="156972" y="393192"/>
                </a:lnTo>
                <a:close/>
              </a:path>
              <a:path w="402589" h="399414">
                <a:moveTo>
                  <a:pt x="309912" y="265176"/>
                </a:moveTo>
                <a:lnTo>
                  <a:pt x="278892" y="265176"/>
                </a:lnTo>
                <a:lnTo>
                  <a:pt x="285750" y="254055"/>
                </a:lnTo>
                <a:lnTo>
                  <a:pt x="292608" y="241363"/>
                </a:lnTo>
                <a:lnTo>
                  <a:pt x="313182" y="194381"/>
                </a:lnTo>
                <a:lnTo>
                  <a:pt x="326898" y="157186"/>
                </a:lnTo>
                <a:lnTo>
                  <a:pt x="333756" y="137160"/>
                </a:lnTo>
                <a:lnTo>
                  <a:pt x="370332" y="164591"/>
                </a:lnTo>
                <a:lnTo>
                  <a:pt x="355092" y="173736"/>
                </a:lnTo>
                <a:lnTo>
                  <a:pt x="340209" y="207478"/>
                </a:lnTo>
                <a:lnTo>
                  <a:pt x="325183" y="237934"/>
                </a:lnTo>
                <a:lnTo>
                  <a:pt x="309912" y="265176"/>
                </a:lnTo>
                <a:close/>
              </a:path>
              <a:path w="402589" h="399414">
                <a:moveTo>
                  <a:pt x="191643" y="187452"/>
                </a:moveTo>
                <a:lnTo>
                  <a:pt x="156972" y="187452"/>
                </a:lnTo>
                <a:lnTo>
                  <a:pt x="172212" y="169164"/>
                </a:lnTo>
                <a:lnTo>
                  <a:pt x="191643" y="187452"/>
                </a:lnTo>
                <a:close/>
              </a:path>
              <a:path w="402589" h="399414">
                <a:moveTo>
                  <a:pt x="172809" y="315467"/>
                </a:moveTo>
                <a:lnTo>
                  <a:pt x="143256" y="315467"/>
                </a:lnTo>
                <a:lnTo>
                  <a:pt x="149352" y="310896"/>
                </a:lnTo>
                <a:lnTo>
                  <a:pt x="152400" y="298703"/>
                </a:lnTo>
                <a:lnTo>
                  <a:pt x="153781" y="286416"/>
                </a:lnTo>
                <a:lnTo>
                  <a:pt x="155448" y="265557"/>
                </a:lnTo>
                <a:lnTo>
                  <a:pt x="157114" y="236124"/>
                </a:lnTo>
                <a:lnTo>
                  <a:pt x="158496" y="198120"/>
                </a:lnTo>
                <a:lnTo>
                  <a:pt x="192405" y="198120"/>
                </a:lnTo>
                <a:lnTo>
                  <a:pt x="182880" y="205740"/>
                </a:lnTo>
                <a:lnTo>
                  <a:pt x="180308" y="252650"/>
                </a:lnTo>
                <a:lnTo>
                  <a:pt x="177165" y="288417"/>
                </a:lnTo>
                <a:lnTo>
                  <a:pt x="173450" y="313324"/>
                </a:lnTo>
                <a:lnTo>
                  <a:pt x="172809" y="315467"/>
                </a:lnTo>
                <a:close/>
              </a:path>
              <a:path w="402589" h="399414">
                <a:moveTo>
                  <a:pt x="391773" y="350520"/>
                </a:moveTo>
                <a:lnTo>
                  <a:pt x="370332" y="350520"/>
                </a:lnTo>
                <a:lnTo>
                  <a:pt x="391668" y="275844"/>
                </a:lnTo>
                <a:lnTo>
                  <a:pt x="397764" y="277367"/>
                </a:lnTo>
                <a:lnTo>
                  <a:pt x="394882" y="302275"/>
                </a:lnTo>
                <a:lnTo>
                  <a:pt x="392990" y="322492"/>
                </a:lnTo>
                <a:lnTo>
                  <a:pt x="391977" y="337804"/>
                </a:lnTo>
                <a:lnTo>
                  <a:pt x="391683" y="348448"/>
                </a:lnTo>
                <a:lnTo>
                  <a:pt x="391773" y="350520"/>
                </a:lnTo>
                <a:close/>
              </a:path>
              <a:path w="402589" h="399414">
                <a:moveTo>
                  <a:pt x="135636" y="353568"/>
                </a:moveTo>
                <a:lnTo>
                  <a:pt x="131040" y="342447"/>
                </a:lnTo>
                <a:lnTo>
                  <a:pt x="121729" y="332041"/>
                </a:lnTo>
                <a:lnTo>
                  <a:pt x="107561" y="322492"/>
                </a:lnTo>
                <a:lnTo>
                  <a:pt x="88392" y="313944"/>
                </a:lnTo>
                <a:lnTo>
                  <a:pt x="88392" y="306324"/>
                </a:lnTo>
                <a:lnTo>
                  <a:pt x="104132" y="309229"/>
                </a:lnTo>
                <a:lnTo>
                  <a:pt x="117157" y="311277"/>
                </a:lnTo>
                <a:lnTo>
                  <a:pt x="135636" y="313944"/>
                </a:lnTo>
                <a:lnTo>
                  <a:pt x="143256" y="315467"/>
                </a:lnTo>
                <a:lnTo>
                  <a:pt x="172809" y="315467"/>
                </a:lnTo>
                <a:lnTo>
                  <a:pt x="169164" y="327659"/>
                </a:lnTo>
                <a:lnTo>
                  <a:pt x="163710" y="335351"/>
                </a:lnTo>
                <a:lnTo>
                  <a:pt x="156400" y="342328"/>
                </a:lnTo>
                <a:lnTo>
                  <a:pt x="147089" y="348448"/>
                </a:lnTo>
                <a:lnTo>
                  <a:pt x="135636" y="353568"/>
                </a:lnTo>
                <a:close/>
              </a:path>
              <a:path w="402589" h="399414">
                <a:moveTo>
                  <a:pt x="400812" y="388620"/>
                </a:moveTo>
                <a:lnTo>
                  <a:pt x="396240" y="388620"/>
                </a:lnTo>
                <a:lnTo>
                  <a:pt x="389120" y="387786"/>
                </a:lnTo>
                <a:lnTo>
                  <a:pt x="352044" y="376428"/>
                </a:lnTo>
                <a:lnTo>
                  <a:pt x="316230" y="353949"/>
                </a:lnTo>
                <a:lnTo>
                  <a:pt x="275844" y="310896"/>
                </a:lnTo>
                <a:lnTo>
                  <a:pt x="314166" y="310896"/>
                </a:lnTo>
                <a:lnTo>
                  <a:pt x="331660" y="326326"/>
                </a:lnTo>
                <a:lnTo>
                  <a:pt x="350924" y="339923"/>
                </a:lnTo>
                <a:lnTo>
                  <a:pt x="370332" y="350520"/>
                </a:lnTo>
                <a:lnTo>
                  <a:pt x="391773" y="350520"/>
                </a:lnTo>
                <a:lnTo>
                  <a:pt x="392239" y="357235"/>
                </a:lnTo>
                <a:lnTo>
                  <a:pt x="393954" y="365760"/>
                </a:lnTo>
                <a:lnTo>
                  <a:pt x="396811" y="374284"/>
                </a:lnTo>
                <a:lnTo>
                  <a:pt x="400812" y="382524"/>
                </a:lnTo>
                <a:lnTo>
                  <a:pt x="402336" y="387096"/>
                </a:lnTo>
                <a:lnTo>
                  <a:pt x="400812" y="3886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" name="object 48"/>
          <p:cNvSpPr/>
          <p:nvPr/>
        </p:nvSpPr>
        <p:spPr>
          <a:xfrm>
            <a:off x="4832604" y="3445764"/>
            <a:ext cx="329565" cy="396240"/>
          </a:xfrm>
          <a:custGeom>
            <a:avLst/>
            <a:gdLst/>
            <a:ahLst/>
            <a:cxnLst/>
            <a:rect l="l" t="t" r="r" b="b"/>
            <a:pathLst>
              <a:path w="329564" h="396239">
                <a:moveTo>
                  <a:pt x="134112" y="396240"/>
                </a:moveTo>
                <a:lnTo>
                  <a:pt x="131587" y="384000"/>
                </a:lnTo>
                <a:lnTo>
                  <a:pt x="119634" y="372618"/>
                </a:lnTo>
                <a:lnTo>
                  <a:pt x="98536" y="362378"/>
                </a:lnTo>
                <a:lnTo>
                  <a:pt x="68580" y="353567"/>
                </a:lnTo>
                <a:lnTo>
                  <a:pt x="70104" y="344424"/>
                </a:lnTo>
                <a:lnTo>
                  <a:pt x="89511" y="347305"/>
                </a:lnTo>
                <a:lnTo>
                  <a:pt x="106489" y="349186"/>
                </a:lnTo>
                <a:lnTo>
                  <a:pt x="120896" y="350210"/>
                </a:lnTo>
                <a:lnTo>
                  <a:pt x="132588" y="350519"/>
                </a:lnTo>
                <a:lnTo>
                  <a:pt x="142351" y="348781"/>
                </a:lnTo>
                <a:lnTo>
                  <a:pt x="148971" y="343471"/>
                </a:lnTo>
                <a:lnTo>
                  <a:pt x="152733" y="334446"/>
                </a:lnTo>
                <a:lnTo>
                  <a:pt x="153924" y="321564"/>
                </a:lnTo>
                <a:lnTo>
                  <a:pt x="153924" y="169164"/>
                </a:lnTo>
                <a:lnTo>
                  <a:pt x="153662" y="150542"/>
                </a:lnTo>
                <a:lnTo>
                  <a:pt x="152971" y="133350"/>
                </a:lnTo>
                <a:lnTo>
                  <a:pt x="151995" y="117300"/>
                </a:lnTo>
                <a:lnTo>
                  <a:pt x="150876" y="102108"/>
                </a:lnTo>
                <a:lnTo>
                  <a:pt x="175260" y="115824"/>
                </a:lnTo>
                <a:lnTo>
                  <a:pt x="277368" y="27432"/>
                </a:lnTo>
                <a:lnTo>
                  <a:pt x="57912" y="27432"/>
                </a:lnTo>
                <a:lnTo>
                  <a:pt x="46743" y="27741"/>
                </a:lnTo>
                <a:lnTo>
                  <a:pt x="36004" y="28765"/>
                </a:lnTo>
                <a:lnTo>
                  <a:pt x="25550" y="30646"/>
                </a:lnTo>
                <a:lnTo>
                  <a:pt x="15240" y="33528"/>
                </a:lnTo>
                <a:lnTo>
                  <a:pt x="0" y="16764"/>
                </a:lnTo>
                <a:lnTo>
                  <a:pt x="278892" y="16764"/>
                </a:lnTo>
                <a:lnTo>
                  <a:pt x="297180" y="0"/>
                </a:lnTo>
                <a:lnTo>
                  <a:pt x="329184" y="38100"/>
                </a:lnTo>
                <a:lnTo>
                  <a:pt x="307181" y="42410"/>
                </a:lnTo>
                <a:lnTo>
                  <a:pt x="275463" y="57721"/>
                </a:lnTo>
                <a:lnTo>
                  <a:pt x="234029" y="84177"/>
                </a:lnTo>
                <a:lnTo>
                  <a:pt x="182880" y="121920"/>
                </a:lnTo>
                <a:lnTo>
                  <a:pt x="196596" y="132588"/>
                </a:lnTo>
                <a:lnTo>
                  <a:pt x="179832" y="138684"/>
                </a:lnTo>
                <a:lnTo>
                  <a:pt x="179832" y="345948"/>
                </a:lnTo>
                <a:lnTo>
                  <a:pt x="176974" y="361949"/>
                </a:lnTo>
                <a:lnTo>
                  <a:pt x="168402" y="375665"/>
                </a:lnTo>
                <a:lnTo>
                  <a:pt x="154114" y="387096"/>
                </a:lnTo>
                <a:lnTo>
                  <a:pt x="134112" y="39624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" name="object 49"/>
          <p:cNvSpPr/>
          <p:nvPr/>
        </p:nvSpPr>
        <p:spPr>
          <a:xfrm>
            <a:off x="5239511" y="3433571"/>
            <a:ext cx="407034" cy="407034"/>
          </a:xfrm>
          <a:custGeom>
            <a:avLst/>
            <a:gdLst/>
            <a:ahLst/>
            <a:cxnLst/>
            <a:rect l="l" t="t" r="r" b="b"/>
            <a:pathLst>
              <a:path w="407035" h="407035">
                <a:moveTo>
                  <a:pt x="284988" y="68580"/>
                </a:moveTo>
                <a:lnTo>
                  <a:pt x="260604" y="68580"/>
                </a:lnTo>
                <a:lnTo>
                  <a:pt x="260515" y="44196"/>
                </a:lnTo>
                <a:lnTo>
                  <a:pt x="260408" y="33528"/>
                </a:lnTo>
                <a:lnTo>
                  <a:pt x="259961" y="16930"/>
                </a:lnTo>
                <a:lnTo>
                  <a:pt x="259080" y="0"/>
                </a:lnTo>
                <a:lnTo>
                  <a:pt x="298704" y="19812"/>
                </a:lnTo>
                <a:lnTo>
                  <a:pt x="284988" y="33528"/>
                </a:lnTo>
                <a:lnTo>
                  <a:pt x="284988" y="68580"/>
                </a:lnTo>
                <a:close/>
              </a:path>
              <a:path w="407035" h="407035">
                <a:moveTo>
                  <a:pt x="143256" y="68580"/>
                </a:moveTo>
                <a:lnTo>
                  <a:pt x="118872" y="68580"/>
                </a:lnTo>
                <a:lnTo>
                  <a:pt x="118610" y="53387"/>
                </a:lnTo>
                <a:lnTo>
                  <a:pt x="117919" y="37338"/>
                </a:lnTo>
                <a:lnTo>
                  <a:pt x="116923" y="19812"/>
                </a:lnTo>
                <a:lnTo>
                  <a:pt x="115824" y="1524"/>
                </a:lnTo>
                <a:lnTo>
                  <a:pt x="156972" y="19812"/>
                </a:lnTo>
                <a:lnTo>
                  <a:pt x="143256" y="28956"/>
                </a:lnTo>
                <a:lnTo>
                  <a:pt x="143256" y="68580"/>
                </a:lnTo>
                <a:close/>
              </a:path>
              <a:path w="407035" h="407035">
                <a:moveTo>
                  <a:pt x="38100" y="83820"/>
                </a:moveTo>
                <a:lnTo>
                  <a:pt x="22860" y="68580"/>
                </a:lnTo>
                <a:lnTo>
                  <a:pt x="326136" y="68580"/>
                </a:lnTo>
                <a:lnTo>
                  <a:pt x="350520" y="44196"/>
                </a:lnTo>
                <a:lnTo>
                  <a:pt x="385572" y="77724"/>
                </a:lnTo>
                <a:lnTo>
                  <a:pt x="80772" y="77724"/>
                </a:lnTo>
                <a:lnTo>
                  <a:pt x="69603" y="78247"/>
                </a:lnTo>
                <a:lnTo>
                  <a:pt x="58864" y="79629"/>
                </a:lnTo>
                <a:lnTo>
                  <a:pt x="48410" y="81581"/>
                </a:lnTo>
                <a:lnTo>
                  <a:pt x="38100" y="83820"/>
                </a:lnTo>
                <a:close/>
              </a:path>
              <a:path w="407035" h="407035">
                <a:moveTo>
                  <a:pt x="143256" y="274320"/>
                </a:moveTo>
                <a:lnTo>
                  <a:pt x="118872" y="274320"/>
                </a:lnTo>
                <a:lnTo>
                  <a:pt x="118872" y="77724"/>
                </a:lnTo>
                <a:lnTo>
                  <a:pt x="143256" y="77724"/>
                </a:lnTo>
                <a:lnTo>
                  <a:pt x="143256" y="134112"/>
                </a:lnTo>
                <a:lnTo>
                  <a:pt x="284988" y="134112"/>
                </a:lnTo>
                <a:lnTo>
                  <a:pt x="284988" y="144780"/>
                </a:lnTo>
                <a:lnTo>
                  <a:pt x="143256" y="144780"/>
                </a:lnTo>
                <a:lnTo>
                  <a:pt x="143256" y="201168"/>
                </a:lnTo>
                <a:lnTo>
                  <a:pt x="284988" y="201168"/>
                </a:lnTo>
                <a:lnTo>
                  <a:pt x="284988" y="211836"/>
                </a:lnTo>
                <a:lnTo>
                  <a:pt x="143256" y="211836"/>
                </a:lnTo>
                <a:lnTo>
                  <a:pt x="143256" y="274320"/>
                </a:lnTo>
                <a:close/>
              </a:path>
              <a:path w="407035" h="407035">
                <a:moveTo>
                  <a:pt x="284988" y="134112"/>
                </a:moveTo>
                <a:lnTo>
                  <a:pt x="260604" y="134112"/>
                </a:lnTo>
                <a:lnTo>
                  <a:pt x="260604" y="77724"/>
                </a:lnTo>
                <a:lnTo>
                  <a:pt x="284988" y="77724"/>
                </a:lnTo>
                <a:lnTo>
                  <a:pt x="284988" y="134112"/>
                </a:lnTo>
                <a:close/>
              </a:path>
              <a:path w="407035" h="407035">
                <a:moveTo>
                  <a:pt x="284988" y="201168"/>
                </a:moveTo>
                <a:lnTo>
                  <a:pt x="260604" y="201168"/>
                </a:lnTo>
                <a:lnTo>
                  <a:pt x="260604" y="144780"/>
                </a:lnTo>
                <a:lnTo>
                  <a:pt x="284988" y="144780"/>
                </a:lnTo>
                <a:lnTo>
                  <a:pt x="284988" y="201168"/>
                </a:lnTo>
                <a:close/>
              </a:path>
              <a:path w="407035" h="407035">
                <a:moveTo>
                  <a:pt x="284988" y="274320"/>
                </a:moveTo>
                <a:lnTo>
                  <a:pt x="260604" y="274320"/>
                </a:lnTo>
                <a:lnTo>
                  <a:pt x="260604" y="211836"/>
                </a:lnTo>
                <a:lnTo>
                  <a:pt x="284988" y="211836"/>
                </a:lnTo>
                <a:lnTo>
                  <a:pt x="284988" y="274320"/>
                </a:lnTo>
                <a:close/>
              </a:path>
              <a:path w="407035" h="407035">
                <a:moveTo>
                  <a:pt x="15240" y="291084"/>
                </a:moveTo>
                <a:lnTo>
                  <a:pt x="0" y="274320"/>
                </a:lnTo>
                <a:lnTo>
                  <a:pt x="336804" y="274320"/>
                </a:lnTo>
                <a:lnTo>
                  <a:pt x="367284" y="245363"/>
                </a:lnTo>
                <a:lnTo>
                  <a:pt x="406908" y="284987"/>
                </a:lnTo>
                <a:lnTo>
                  <a:pt x="57912" y="284987"/>
                </a:lnTo>
                <a:lnTo>
                  <a:pt x="46743" y="285297"/>
                </a:lnTo>
                <a:lnTo>
                  <a:pt x="36004" y="286321"/>
                </a:lnTo>
                <a:lnTo>
                  <a:pt x="25550" y="288202"/>
                </a:lnTo>
                <a:lnTo>
                  <a:pt x="15240" y="291084"/>
                </a:lnTo>
                <a:close/>
              </a:path>
              <a:path w="407035" h="407035">
                <a:moveTo>
                  <a:pt x="13716" y="406908"/>
                </a:moveTo>
                <a:lnTo>
                  <a:pt x="10668" y="400812"/>
                </a:lnTo>
                <a:lnTo>
                  <a:pt x="28360" y="390786"/>
                </a:lnTo>
                <a:lnTo>
                  <a:pt x="47053" y="378904"/>
                </a:lnTo>
                <a:lnTo>
                  <a:pt x="86868" y="348996"/>
                </a:lnTo>
                <a:lnTo>
                  <a:pt x="121348" y="318325"/>
                </a:lnTo>
                <a:lnTo>
                  <a:pt x="143256" y="291084"/>
                </a:lnTo>
                <a:lnTo>
                  <a:pt x="176784" y="320040"/>
                </a:lnTo>
                <a:lnTo>
                  <a:pt x="167949" y="322945"/>
                </a:lnTo>
                <a:lnTo>
                  <a:pt x="155257" y="329565"/>
                </a:lnTo>
                <a:lnTo>
                  <a:pt x="138850" y="340185"/>
                </a:lnTo>
                <a:lnTo>
                  <a:pt x="118872" y="355092"/>
                </a:lnTo>
                <a:lnTo>
                  <a:pt x="94297" y="370474"/>
                </a:lnTo>
                <a:lnTo>
                  <a:pt x="68580" y="384429"/>
                </a:lnTo>
                <a:lnTo>
                  <a:pt x="41719" y="396668"/>
                </a:lnTo>
                <a:lnTo>
                  <a:pt x="13716" y="406908"/>
                </a:lnTo>
                <a:close/>
              </a:path>
              <a:path w="407035" h="407035">
                <a:moveTo>
                  <a:pt x="358140" y="406908"/>
                </a:moveTo>
                <a:lnTo>
                  <a:pt x="352044" y="406908"/>
                </a:lnTo>
                <a:lnTo>
                  <a:pt x="336804" y="391667"/>
                </a:lnTo>
                <a:lnTo>
                  <a:pt x="323969" y="375904"/>
                </a:lnTo>
                <a:lnTo>
                  <a:pt x="303847" y="355854"/>
                </a:lnTo>
                <a:lnTo>
                  <a:pt x="276582" y="331231"/>
                </a:lnTo>
                <a:lnTo>
                  <a:pt x="242316" y="301752"/>
                </a:lnTo>
                <a:lnTo>
                  <a:pt x="246888" y="297180"/>
                </a:lnTo>
                <a:lnTo>
                  <a:pt x="291465" y="318897"/>
                </a:lnTo>
                <a:lnTo>
                  <a:pt x="346329" y="348615"/>
                </a:lnTo>
                <a:lnTo>
                  <a:pt x="367284" y="382524"/>
                </a:lnTo>
                <a:lnTo>
                  <a:pt x="367284" y="387096"/>
                </a:lnTo>
                <a:lnTo>
                  <a:pt x="365760" y="391667"/>
                </a:lnTo>
                <a:lnTo>
                  <a:pt x="362712" y="397764"/>
                </a:lnTo>
                <a:lnTo>
                  <a:pt x="361188" y="403860"/>
                </a:lnTo>
                <a:lnTo>
                  <a:pt x="358140" y="40690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" name="object 50"/>
          <p:cNvSpPr/>
          <p:nvPr/>
        </p:nvSpPr>
        <p:spPr>
          <a:xfrm>
            <a:off x="5724143" y="3433572"/>
            <a:ext cx="337185" cy="408940"/>
          </a:xfrm>
          <a:custGeom>
            <a:avLst/>
            <a:gdLst/>
            <a:ahLst/>
            <a:cxnLst/>
            <a:rect l="l" t="t" r="r" b="b"/>
            <a:pathLst>
              <a:path w="337185" h="408939">
                <a:moveTo>
                  <a:pt x="172212" y="102108"/>
                </a:moveTo>
                <a:lnTo>
                  <a:pt x="146304" y="102108"/>
                </a:lnTo>
                <a:lnTo>
                  <a:pt x="146280" y="70723"/>
                </a:lnTo>
                <a:lnTo>
                  <a:pt x="146113" y="43053"/>
                </a:lnTo>
                <a:lnTo>
                  <a:pt x="145661" y="19383"/>
                </a:lnTo>
                <a:lnTo>
                  <a:pt x="144780" y="0"/>
                </a:lnTo>
                <a:lnTo>
                  <a:pt x="185928" y="19812"/>
                </a:lnTo>
                <a:lnTo>
                  <a:pt x="172212" y="33528"/>
                </a:lnTo>
                <a:lnTo>
                  <a:pt x="172212" y="102108"/>
                </a:lnTo>
                <a:close/>
              </a:path>
              <a:path w="337185" h="408939">
                <a:moveTo>
                  <a:pt x="334735" y="102108"/>
                </a:moveTo>
                <a:lnTo>
                  <a:pt x="294132" y="102108"/>
                </a:lnTo>
                <a:lnTo>
                  <a:pt x="307848" y="82296"/>
                </a:lnTo>
                <a:lnTo>
                  <a:pt x="334735" y="102108"/>
                </a:lnTo>
                <a:close/>
              </a:path>
              <a:path w="337185" h="408939">
                <a:moveTo>
                  <a:pt x="0" y="272795"/>
                </a:moveTo>
                <a:lnTo>
                  <a:pt x="881" y="255317"/>
                </a:lnTo>
                <a:lnTo>
                  <a:pt x="1266" y="237744"/>
                </a:lnTo>
                <a:lnTo>
                  <a:pt x="1373" y="228861"/>
                </a:lnTo>
                <a:lnTo>
                  <a:pt x="1500" y="154590"/>
                </a:lnTo>
                <a:lnTo>
                  <a:pt x="1333" y="129159"/>
                </a:lnTo>
                <a:lnTo>
                  <a:pt x="881" y="106584"/>
                </a:lnTo>
                <a:lnTo>
                  <a:pt x="0" y="86868"/>
                </a:lnTo>
                <a:lnTo>
                  <a:pt x="25908" y="102108"/>
                </a:lnTo>
                <a:lnTo>
                  <a:pt x="334735" y="102108"/>
                </a:lnTo>
                <a:lnTo>
                  <a:pt x="336804" y="103632"/>
                </a:lnTo>
                <a:lnTo>
                  <a:pt x="327660" y="112776"/>
                </a:lnTo>
                <a:lnTo>
                  <a:pt x="25908" y="112776"/>
                </a:lnTo>
                <a:lnTo>
                  <a:pt x="25908" y="227076"/>
                </a:lnTo>
                <a:lnTo>
                  <a:pt x="321756" y="227076"/>
                </a:lnTo>
                <a:lnTo>
                  <a:pt x="321802" y="228861"/>
                </a:lnTo>
                <a:lnTo>
                  <a:pt x="322268" y="237744"/>
                </a:lnTo>
                <a:lnTo>
                  <a:pt x="25908" y="237744"/>
                </a:lnTo>
                <a:lnTo>
                  <a:pt x="25908" y="259080"/>
                </a:lnTo>
                <a:lnTo>
                  <a:pt x="0" y="272795"/>
                </a:lnTo>
                <a:close/>
              </a:path>
              <a:path w="337185" h="408939">
                <a:moveTo>
                  <a:pt x="172212" y="227076"/>
                </a:moveTo>
                <a:lnTo>
                  <a:pt x="146304" y="227076"/>
                </a:lnTo>
                <a:lnTo>
                  <a:pt x="146304" y="112776"/>
                </a:lnTo>
                <a:lnTo>
                  <a:pt x="172212" y="112776"/>
                </a:lnTo>
                <a:lnTo>
                  <a:pt x="172212" y="227076"/>
                </a:lnTo>
                <a:close/>
              </a:path>
              <a:path w="337185" h="408939">
                <a:moveTo>
                  <a:pt x="321756" y="227076"/>
                </a:moveTo>
                <a:lnTo>
                  <a:pt x="297180" y="227076"/>
                </a:lnTo>
                <a:lnTo>
                  <a:pt x="297180" y="112776"/>
                </a:lnTo>
                <a:lnTo>
                  <a:pt x="327660" y="112776"/>
                </a:lnTo>
                <a:lnTo>
                  <a:pt x="321564" y="118872"/>
                </a:lnTo>
                <a:lnTo>
                  <a:pt x="321564" y="219456"/>
                </a:lnTo>
                <a:lnTo>
                  <a:pt x="321756" y="227076"/>
                </a:lnTo>
                <a:close/>
              </a:path>
              <a:path w="337185" h="408939">
                <a:moveTo>
                  <a:pt x="144780" y="408432"/>
                </a:moveTo>
                <a:lnTo>
                  <a:pt x="145661" y="383047"/>
                </a:lnTo>
                <a:lnTo>
                  <a:pt x="146113" y="345948"/>
                </a:lnTo>
                <a:lnTo>
                  <a:pt x="146280" y="297418"/>
                </a:lnTo>
                <a:lnTo>
                  <a:pt x="146304" y="237744"/>
                </a:lnTo>
                <a:lnTo>
                  <a:pt x="172212" y="237744"/>
                </a:lnTo>
                <a:lnTo>
                  <a:pt x="172236" y="297418"/>
                </a:lnTo>
                <a:lnTo>
                  <a:pt x="172402" y="342900"/>
                </a:lnTo>
                <a:lnTo>
                  <a:pt x="172854" y="374904"/>
                </a:lnTo>
                <a:lnTo>
                  <a:pt x="173736" y="393192"/>
                </a:lnTo>
                <a:lnTo>
                  <a:pt x="144780" y="408432"/>
                </a:lnTo>
                <a:close/>
              </a:path>
              <a:path w="337185" h="408939">
                <a:moveTo>
                  <a:pt x="297180" y="269748"/>
                </a:moveTo>
                <a:lnTo>
                  <a:pt x="297180" y="237744"/>
                </a:lnTo>
                <a:lnTo>
                  <a:pt x="322268" y="237744"/>
                </a:lnTo>
                <a:lnTo>
                  <a:pt x="322849" y="248816"/>
                </a:lnTo>
                <a:lnTo>
                  <a:pt x="323088" y="259080"/>
                </a:lnTo>
                <a:lnTo>
                  <a:pt x="297180" y="26974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" name="object 51"/>
          <p:cNvSpPr/>
          <p:nvPr/>
        </p:nvSpPr>
        <p:spPr>
          <a:xfrm>
            <a:off x="6164579" y="3435096"/>
            <a:ext cx="356870" cy="402590"/>
          </a:xfrm>
          <a:custGeom>
            <a:avLst/>
            <a:gdLst/>
            <a:ahLst/>
            <a:cxnLst/>
            <a:rect l="l" t="t" r="r" b="b"/>
            <a:pathLst>
              <a:path w="356870" h="402589">
                <a:moveTo>
                  <a:pt x="53340" y="89916"/>
                </a:moveTo>
                <a:lnTo>
                  <a:pt x="42672" y="89916"/>
                </a:lnTo>
                <a:lnTo>
                  <a:pt x="50696" y="62793"/>
                </a:lnTo>
                <a:lnTo>
                  <a:pt x="56578" y="38671"/>
                </a:lnTo>
                <a:lnTo>
                  <a:pt x="60459" y="17692"/>
                </a:lnTo>
                <a:lnTo>
                  <a:pt x="62484" y="0"/>
                </a:lnTo>
                <a:lnTo>
                  <a:pt x="100584" y="21336"/>
                </a:lnTo>
                <a:lnTo>
                  <a:pt x="90844" y="29051"/>
                </a:lnTo>
                <a:lnTo>
                  <a:pt x="79819" y="43053"/>
                </a:lnTo>
                <a:lnTo>
                  <a:pt x="67365" y="63341"/>
                </a:lnTo>
                <a:lnTo>
                  <a:pt x="53340" y="89916"/>
                </a:lnTo>
                <a:close/>
              </a:path>
              <a:path w="356870" h="402589">
                <a:moveTo>
                  <a:pt x="147828" y="192024"/>
                </a:moveTo>
                <a:lnTo>
                  <a:pt x="141732" y="187452"/>
                </a:lnTo>
                <a:lnTo>
                  <a:pt x="158877" y="160615"/>
                </a:lnTo>
                <a:lnTo>
                  <a:pt x="173736" y="135064"/>
                </a:lnTo>
                <a:lnTo>
                  <a:pt x="196596" y="88392"/>
                </a:lnTo>
                <a:lnTo>
                  <a:pt x="211264" y="44958"/>
                </a:lnTo>
                <a:lnTo>
                  <a:pt x="222503" y="1524"/>
                </a:lnTo>
                <a:lnTo>
                  <a:pt x="260603" y="24384"/>
                </a:lnTo>
                <a:lnTo>
                  <a:pt x="252626" y="32361"/>
                </a:lnTo>
                <a:lnTo>
                  <a:pt x="242506" y="47053"/>
                </a:lnTo>
                <a:lnTo>
                  <a:pt x="230385" y="68318"/>
                </a:lnTo>
                <a:lnTo>
                  <a:pt x="216408" y="96012"/>
                </a:lnTo>
                <a:lnTo>
                  <a:pt x="350161" y="96012"/>
                </a:lnTo>
                <a:lnTo>
                  <a:pt x="356616" y="102108"/>
                </a:lnTo>
                <a:lnTo>
                  <a:pt x="350329" y="106680"/>
                </a:lnTo>
                <a:lnTo>
                  <a:pt x="213360" y="106680"/>
                </a:lnTo>
                <a:lnTo>
                  <a:pt x="197334" y="130730"/>
                </a:lnTo>
                <a:lnTo>
                  <a:pt x="181165" y="152781"/>
                </a:lnTo>
                <a:lnTo>
                  <a:pt x="164711" y="173116"/>
                </a:lnTo>
                <a:lnTo>
                  <a:pt x="147828" y="192024"/>
                </a:lnTo>
                <a:close/>
              </a:path>
              <a:path w="356870" h="402589">
                <a:moveTo>
                  <a:pt x="144780" y="89916"/>
                </a:moveTo>
                <a:lnTo>
                  <a:pt x="111252" y="89916"/>
                </a:lnTo>
                <a:lnTo>
                  <a:pt x="128016" y="73152"/>
                </a:lnTo>
                <a:lnTo>
                  <a:pt x="144780" y="89916"/>
                </a:lnTo>
                <a:close/>
              </a:path>
              <a:path w="356870" h="402589">
                <a:moveTo>
                  <a:pt x="0" y="397764"/>
                </a:moveTo>
                <a:lnTo>
                  <a:pt x="174" y="368236"/>
                </a:lnTo>
                <a:lnTo>
                  <a:pt x="301" y="352615"/>
                </a:lnTo>
                <a:lnTo>
                  <a:pt x="1285" y="276463"/>
                </a:lnTo>
                <a:lnTo>
                  <a:pt x="1325" y="269748"/>
                </a:lnTo>
                <a:lnTo>
                  <a:pt x="1430" y="178308"/>
                </a:lnTo>
                <a:lnTo>
                  <a:pt x="1309" y="152781"/>
                </a:lnTo>
                <a:lnTo>
                  <a:pt x="881" y="114704"/>
                </a:lnTo>
                <a:lnTo>
                  <a:pt x="0" y="74676"/>
                </a:lnTo>
                <a:lnTo>
                  <a:pt x="25908" y="89916"/>
                </a:lnTo>
                <a:lnTo>
                  <a:pt x="144780" y="89916"/>
                </a:lnTo>
                <a:lnTo>
                  <a:pt x="153924" y="99060"/>
                </a:lnTo>
                <a:lnTo>
                  <a:pt x="151828" y="100584"/>
                </a:lnTo>
                <a:lnTo>
                  <a:pt x="24384" y="100584"/>
                </a:lnTo>
                <a:lnTo>
                  <a:pt x="24384" y="211836"/>
                </a:lnTo>
                <a:lnTo>
                  <a:pt x="137205" y="211836"/>
                </a:lnTo>
                <a:lnTo>
                  <a:pt x="137219" y="222504"/>
                </a:lnTo>
                <a:lnTo>
                  <a:pt x="24384" y="222504"/>
                </a:lnTo>
                <a:lnTo>
                  <a:pt x="24384" y="344424"/>
                </a:lnTo>
                <a:lnTo>
                  <a:pt x="137914" y="344424"/>
                </a:lnTo>
                <a:lnTo>
                  <a:pt x="137940" y="346850"/>
                </a:lnTo>
                <a:lnTo>
                  <a:pt x="138137" y="355092"/>
                </a:lnTo>
                <a:lnTo>
                  <a:pt x="24384" y="355092"/>
                </a:lnTo>
                <a:lnTo>
                  <a:pt x="24384" y="384048"/>
                </a:lnTo>
                <a:lnTo>
                  <a:pt x="0" y="397764"/>
                </a:lnTo>
                <a:close/>
              </a:path>
              <a:path w="356870" h="402589">
                <a:moveTo>
                  <a:pt x="350161" y="96012"/>
                </a:moveTo>
                <a:lnTo>
                  <a:pt x="310896" y="96012"/>
                </a:lnTo>
                <a:lnTo>
                  <a:pt x="329184" y="76200"/>
                </a:lnTo>
                <a:lnTo>
                  <a:pt x="350161" y="96012"/>
                </a:lnTo>
                <a:close/>
              </a:path>
              <a:path w="356870" h="402589">
                <a:moveTo>
                  <a:pt x="137205" y="211836"/>
                </a:moveTo>
                <a:lnTo>
                  <a:pt x="114300" y="211836"/>
                </a:lnTo>
                <a:lnTo>
                  <a:pt x="114300" y="100584"/>
                </a:lnTo>
                <a:lnTo>
                  <a:pt x="151828" y="100584"/>
                </a:lnTo>
                <a:lnTo>
                  <a:pt x="137160" y="111252"/>
                </a:lnTo>
                <a:lnTo>
                  <a:pt x="137205" y="211836"/>
                </a:lnTo>
                <a:close/>
              </a:path>
              <a:path w="356870" h="402589">
                <a:moveTo>
                  <a:pt x="326582" y="359664"/>
                </a:moveTo>
                <a:lnTo>
                  <a:pt x="283464" y="359664"/>
                </a:lnTo>
                <a:lnTo>
                  <a:pt x="291750" y="357925"/>
                </a:lnTo>
                <a:lnTo>
                  <a:pt x="298323" y="352615"/>
                </a:lnTo>
                <a:lnTo>
                  <a:pt x="308586" y="305562"/>
                </a:lnTo>
                <a:lnTo>
                  <a:pt x="310705" y="259842"/>
                </a:lnTo>
                <a:lnTo>
                  <a:pt x="312539" y="193548"/>
                </a:lnTo>
                <a:lnTo>
                  <a:pt x="313944" y="106680"/>
                </a:lnTo>
                <a:lnTo>
                  <a:pt x="350329" y="106680"/>
                </a:lnTo>
                <a:lnTo>
                  <a:pt x="339852" y="114300"/>
                </a:lnTo>
                <a:lnTo>
                  <a:pt x="338780" y="186976"/>
                </a:lnTo>
                <a:lnTo>
                  <a:pt x="337291" y="249167"/>
                </a:lnTo>
                <a:lnTo>
                  <a:pt x="335462" y="295570"/>
                </a:lnTo>
                <a:lnTo>
                  <a:pt x="333268" y="327855"/>
                </a:lnTo>
                <a:lnTo>
                  <a:pt x="330708" y="345948"/>
                </a:lnTo>
                <a:lnTo>
                  <a:pt x="327214" y="357925"/>
                </a:lnTo>
                <a:lnTo>
                  <a:pt x="326582" y="359664"/>
                </a:lnTo>
                <a:close/>
              </a:path>
              <a:path w="356870" h="402589">
                <a:moveTo>
                  <a:pt x="231648" y="269748"/>
                </a:moveTo>
                <a:lnTo>
                  <a:pt x="228600" y="269748"/>
                </a:lnTo>
                <a:lnTo>
                  <a:pt x="225432" y="268295"/>
                </a:lnTo>
                <a:lnTo>
                  <a:pt x="222694" y="263842"/>
                </a:lnTo>
                <a:lnTo>
                  <a:pt x="220241" y="256246"/>
                </a:lnTo>
                <a:lnTo>
                  <a:pt x="217932" y="245364"/>
                </a:lnTo>
                <a:lnTo>
                  <a:pt x="213598" y="228242"/>
                </a:lnTo>
                <a:lnTo>
                  <a:pt x="207264" y="211264"/>
                </a:lnTo>
                <a:lnTo>
                  <a:pt x="198643" y="194571"/>
                </a:lnTo>
                <a:lnTo>
                  <a:pt x="187452" y="178308"/>
                </a:lnTo>
                <a:lnTo>
                  <a:pt x="190500" y="172212"/>
                </a:lnTo>
                <a:lnTo>
                  <a:pt x="223456" y="199644"/>
                </a:lnTo>
                <a:lnTo>
                  <a:pt x="246888" y="236220"/>
                </a:lnTo>
                <a:lnTo>
                  <a:pt x="246888" y="248412"/>
                </a:lnTo>
                <a:lnTo>
                  <a:pt x="243840" y="254508"/>
                </a:lnTo>
                <a:lnTo>
                  <a:pt x="234696" y="266700"/>
                </a:lnTo>
                <a:lnTo>
                  <a:pt x="231648" y="269748"/>
                </a:lnTo>
                <a:close/>
              </a:path>
              <a:path w="356870" h="402589">
                <a:moveTo>
                  <a:pt x="137914" y="344424"/>
                </a:moveTo>
                <a:lnTo>
                  <a:pt x="114300" y="344424"/>
                </a:lnTo>
                <a:lnTo>
                  <a:pt x="114300" y="222504"/>
                </a:lnTo>
                <a:lnTo>
                  <a:pt x="137219" y="222504"/>
                </a:lnTo>
                <a:lnTo>
                  <a:pt x="137337" y="269748"/>
                </a:lnTo>
                <a:lnTo>
                  <a:pt x="137498" y="305562"/>
                </a:lnTo>
                <a:lnTo>
                  <a:pt x="137914" y="344424"/>
                </a:lnTo>
                <a:close/>
              </a:path>
              <a:path w="356870" h="402589">
                <a:moveTo>
                  <a:pt x="277367" y="402336"/>
                </a:moveTo>
                <a:lnTo>
                  <a:pt x="270486" y="389239"/>
                </a:lnTo>
                <a:lnTo>
                  <a:pt x="258889" y="377571"/>
                </a:lnTo>
                <a:lnTo>
                  <a:pt x="242435" y="367617"/>
                </a:lnTo>
                <a:lnTo>
                  <a:pt x="220979" y="359664"/>
                </a:lnTo>
                <a:lnTo>
                  <a:pt x="220979" y="352044"/>
                </a:lnTo>
                <a:lnTo>
                  <a:pt x="241030" y="355163"/>
                </a:lnTo>
                <a:lnTo>
                  <a:pt x="257937" y="357568"/>
                </a:lnTo>
                <a:lnTo>
                  <a:pt x="271986" y="359116"/>
                </a:lnTo>
                <a:lnTo>
                  <a:pt x="283464" y="359664"/>
                </a:lnTo>
                <a:lnTo>
                  <a:pt x="326582" y="359664"/>
                </a:lnTo>
                <a:lnTo>
                  <a:pt x="323469" y="368236"/>
                </a:lnTo>
                <a:lnTo>
                  <a:pt x="289023" y="397764"/>
                </a:lnTo>
                <a:lnTo>
                  <a:pt x="277367" y="402336"/>
                </a:lnTo>
                <a:close/>
              </a:path>
              <a:path w="356870" h="402589">
                <a:moveTo>
                  <a:pt x="114300" y="391668"/>
                </a:moveTo>
                <a:lnTo>
                  <a:pt x="114300" y="355092"/>
                </a:lnTo>
                <a:lnTo>
                  <a:pt x="138137" y="355092"/>
                </a:lnTo>
                <a:lnTo>
                  <a:pt x="138684" y="377952"/>
                </a:lnTo>
                <a:lnTo>
                  <a:pt x="114300" y="39166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" name="object 52"/>
          <p:cNvSpPr/>
          <p:nvPr/>
        </p:nvSpPr>
        <p:spPr>
          <a:xfrm>
            <a:off x="6577583" y="3432047"/>
            <a:ext cx="396240" cy="410209"/>
          </a:xfrm>
          <a:custGeom>
            <a:avLst/>
            <a:gdLst/>
            <a:ahLst/>
            <a:cxnLst/>
            <a:rect l="l" t="t" r="r" b="b"/>
            <a:pathLst>
              <a:path w="396240" h="410210">
                <a:moveTo>
                  <a:pt x="96012" y="108204"/>
                </a:moveTo>
                <a:lnTo>
                  <a:pt x="71628" y="108204"/>
                </a:lnTo>
                <a:lnTo>
                  <a:pt x="71553" y="71628"/>
                </a:lnTo>
                <a:lnTo>
                  <a:pt x="71427" y="51816"/>
                </a:lnTo>
                <a:lnTo>
                  <a:pt x="70972" y="25312"/>
                </a:lnTo>
                <a:lnTo>
                  <a:pt x="70104" y="0"/>
                </a:lnTo>
                <a:lnTo>
                  <a:pt x="109728" y="18288"/>
                </a:lnTo>
                <a:lnTo>
                  <a:pt x="96012" y="30480"/>
                </a:lnTo>
                <a:lnTo>
                  <a:pt x="96012" y="108204"/>
                </a:lnTo>
                <a:close/>
              </a:path>
              <a:path w="396240" h="410210">
                <a:moveTo>
                  <a:pt x="266700" y="71628"/>
                </a:moveTo>
                <a:lnTo>
                  <a:pt x="260604" y="71628"/>
                </a:lnTo>
                <a:lnTo>
                  <a:pt x="257556" y="65532"/>
                </a:lnTo>
                <a:lnTo>
                  <a:pt x="256032" y="53340"/>
                </a:lnTo>
                <a:lnTo>
                  <a:pt x="251769" y="41648"/>
                </a:lnTo>
                <a:lnTo>
                  <a:pt x="245935" y="29527"/>
                </a:lnTo>
                <a:lnTo>
                  <a:pt x="238672" y="17121"/>
                </a:lnTo>
                <a:lnTo>
                  <a:pt x="230124" y="4572"/>
                </a:lnTo>
                <a:lnTo>
                  <a:pt x="234696" y="1524"/>
                </a:lnTo>
                <a:lnTo>
                  <a:pt x="271557" y="25312"/>
                </a:lnTo>
                <a:lnTo>
                  <a:pt x="280416" y="39624"/>
                </a:lnTo>
                <a:lnTo>
                  <a:pt x="280416" y="51816"/>
                </a:lnTo>
                <a:lnTo>
                  <a:pt x="274320" y="64008"/>
                </a:lnTo>
                <a:lnTo>
                  <a:pt x="266700" y="71628"/>
                </a:lnTo>
                <a:close/>
              </a:path>
              <a:path w="396240" h="410210">
                <a:moveTo>
                  <a:pt x="167640" y="89916"/>
                </a:moveTo>
                <a:lnTo>
                  <a:pt x="152400" y="76200"/>
                </a:lnTo>
                <a:lnTo>
                  <a:pt x="344424" y="76200"/>
                </a:lnTo>
                <a:lnTo>
                  <a:pt x="365760" y="54864"/>
                </a:lnTo>
                <a:lnTo>
                  <a:pt x="396240" y="86868"/>
                </a:lnTo>
                <a:lnTo>
                  <a:pt x="182880" y="86868"/>
                </a:lnTo>
                <a:lnTo>
                  <a:pt x="167640" y="89916"/>
                </a:lnTo>
                <a:close/>
              </a:path>
              <a:path w="396240" h="410210">
                <a:moveTo>
                  <a:pt x="182880" y="219455"/>
                </a:moveTo>
                <a:lnTo>
                  <a:pt x="167640" y="185928"/>
                </a:lnTo>
                <a:lnTo>
                  <a:pt x="176164" y="183046"/>
                </a:lnTo>
                <a:lnTo>
                  <a:pt x="185547" y="176593"/>
                </a:lnTo>
                <a:lnTo>
                  <a:pt x="215455" y="137017"/>
                </a:lnTo>
                <a:lnTo>
                  <a:pt x="237744" y="86868"/>
                </a:lnTo>
                <a:lnTo>
                  <a:pt x="245364" y="86868"/>
                </a:lnTo>
                <a:lnTo>
                  <a:pt x="274320" y="108204"/>
                </a:lnTo>
                <a:lnTo>
                  <a:pt x="259080" y="112776"/>
                </a:lnTo>
                <a:lnTo>
                  <a:pt x="243911" y="133016"/>
                </a:lnTo>
                <a:lnTo>
                  <a:pt x="228028" y="152400"/>
                </a:lnTo>
                <a:lnTo>
                  <a:pt x="211238" y="170688"/>
                </a:lnTo>
                <a:lnTo>
                  <a:pt x="193548" y="187452"/>
                </a:lnTo>
                <a:lnTo>
                  <a:pt x="306245" y="187452"/>
                </a:lnTo>
                <a:lnTo>
                  <a:pt x="299363" y="196596"/>
                </a:lnTo>
                <a:lnTo>
                  <a:pt x="271272" y="196596"/>
                </a:lnTo>
                <a:lnTo>
                  <a:pt x="237529" y="200596"/>
                </a:lnTo>
                <a:lnTo>
                  <a:pt x="211645" y="205740"/>
                </a:lnTo>
                <a:lnTo>
                  <a:pt x="193476" y="212026"/>
                </a:lnTo>
                <a:lnTo>
                  <a:pt x="182880" y="219455"/>
                </a:lnTo>
                <a:close/>
              </a:path>
              <a:path w="396240" h="410210">
                <a:moveTo>
                  <a:pt x="15240" y="121920"/>
                </a:moveTo>
                <a:lnTo>
                  <a:pt x="1524" y="108204"/>
                </a:lnTo>
                <a:lnTo>
                  <a:pt x="118872" y="108204"/>
                </a:lnTo>
                <a:lnTo>
                  <a:pt x="137160" y="88392"/>
                </a:lnTo>
                <a:lnTo>
                  <a:pt x="167640" y="117348"/>
                </a:lnTo>
                <a:lnTo>
                  <a:pt x="32004" y="117348"/>
                </a:lnTo>
                <a:lnTo>
                  <a:pt x="15240" y="121920"/>
                </a:lnTo>
                <a:close/>
              </a:path>
              <a:path w="396240" h="410210">
                <a:moveTo>
                  <a:pt x="3048" y="310896"/>
                </a:moveTo>
                <a:lnTo>
                  <a:pt x="0" y="306324"/>
                </a:lnTo>
                <a:lnTo>
                  <a:pt x="22312" y="264580"/>
                </a:lnTo>
                <a:lnTo>
                  <a:pt x="41338" y="219265"/>
                </a:lnTo>
                <a:lnTo>
                  <a:pt x="57221" y="170235"/>
                </a:lnTo>
                <a:lnTo>
                  <a:pt x="70104" y="117348"/>
                </a:lnTo>
                <a:lnTo>
                  <a:pt x="96012" y="117348"/>
                </a:lnTo>
                <a:lnTo>
                  <a:pt x="96012" y="161544"/>
                </a:lnTo>
                <a:lnTo>
                  <a:pt x="112585" y="168116"/>
                </a:lnTo>
                <a:lnTo>
                  <a:pt x="118218" y="170688"/>
                </a:lnTo>
                <a:lnTo>
                  <a:pt x="96012" y="170688"/>
                </a:lnTo>
                <a:lnTo>
                  <a:pt x="96012" y="198120"/>
                </a:lnTo>
                <a:lnTo>
                  <a:pt x="71628" y="198120"/>
                </a:lnTo>
                <a:lnTo>
                  <a:pt x="57054" y="230100"/>
                </a:lnTo>
                <a:lnTo>
                  <a:pt x="40767" y="259651"/>
                </a:lnTo>
                <a:lnTo>
                  <a:pt x="22764" y="286631"/>
                </a:lnTo>
                <a:lnTo>
                  <a:pt x="3048" y="310896"/>
                </a:lnTo>
                <a:close/>
              </a:path>
              <a:path w="396240" h="410210">
                <a:moveTo>
                  <a:pt x="306245" y="187452"/>
                </a:moveTo>
                <a:lnTo>
                  <a:pt x="275844" y="187452"/>
                </a:lnTo>
                <a:lnTo>
                  <a:pt x="282178" y="179474"/>
                </a:lnTo>
                <a:lnTo>
                  <a:pt x="287655" y="171640"/>
                </a:lnTo>
                <a:lnTo>
                  <a:pt x="297180" y="156972"/>
                </a:lnTo>
                <a:lnTo>
                  <a:pt x="300847" y="148923"/>
                </a:lnTo>
                <a:lnTo>
                  <a:pt x="304800" y="140589"/>
                </a:lnTo>
                <a:lnTo>
                  <a:pt x="308752" y="131683"/>
                </a:lnTo>
                <a:lnTo>
                  <a:pt x="312420" y="121920"/>
                </a:lnTo>
                <a:lnTo>
                  <a:pt x="345948" y="149352"/>
                </a:lnTo>
                <a:lnTo>
                  <a:pt x="329184" y="156972"/>
                </a:lnTo>
                <a:lnTo>
                  <a:pt x="306245" y="187452"/>
                </a:lnTo>
                <a:close/>
              </a:path>
              <a:path w="396240" h="410210">
                <a:moveTo>
                  <a:pt x="143256" y="231648"/>
                </a:moveTo>
                <a:lnTo>
                  <a:pt x="139565" y="230266"/>
                </a:lnTo>
                <a:lnTo>
                  <a:pt x="135445" y="226314"/>
                </a:lnTo>
                <a:lnTo>
                  <a:pt x="131040" y="220075"/>
                </a:lnTo>
                <a:lnTo>
                  <a:pt x="126492" y="211836"/>
                </a:lnTo>
                <a:lnTo>
                  <a:pt x="119372" y="199834"/>
                </a:lnTo>
                <a:lnTo>
                  <a:pt x="111823" y="188976"/>
                </a:lnTo>
                <a:lnTo>
                  <a:pt x="103989" y="179260"/>
                </a:lnTo>
                <a:lnTo>
                  <a:pt x="96012" y="170688"/>
                </a:lnTo>
                <a:lnTo>
                  <a:pt x="118218" y="170688"/>
                </a:lnTo>
                <a:lnTo>
                  <a:pt x="150876" y="198120"/>
                </a:lnTo>
                <a:lnTo>
                  <a:pt x="150876" y="216408"/>
                </a:lnTo>
                <a:lnTo>
                  <a:pt x="147828" y="222503"/>
                </a:lnTo>
                <a:lnTo>
                  <a:pt x="146304" y="228600"/>
                </a:lnTo>
                <a:lnTo>
                  <a:pt x="143256" y="231648"/>
                </a:lnTo>
                <a:close/>
              </a:path>
              <a:path w="396240" h="410210">
                <a:moveTo>
                  <a:pt x="138684" y="330708"/>
                </a:moveTo>
                <a:lnTo>
                  <a:pt x="137160" y="323088"/>
                </a:lnTo>
                <a:lnTo>
                  <a:pt x="172902" y="298180"/>
                </a:lnTo>
                <a:lnTo>
                  <a:pt x="207073" y="268986"/>
                </a:lnTo>
                <a:lnTo>
                  <a:pt x="239815" y="235219"/>
                </a:lnTo>
                <a:lnTo>
                  <a:pt x="271272" y="196596"/>
                </a:lnTo>
                <a:lnTo>
                  <a:pt x="299363" y="196596"/>
                </a:lnTo>
                <a:lnTo>
                  <a:pt x="295326" y="201960"/>
                </a:lnTo>
                <a:lnTo>
                  <a:pt x="259494" y="241828"/>
                </a:lnTo>
                <a:lnTo>
                  <a:pt x="221540" y="276575"/>
                </a:lnTo>
                <a:lnTo>
                  <a:pt x="181319" y="306202"/>
                </a:lnTo>
                <a:lnTo>
                  <a:pt x="138684" y="330708"/>
                </a:lnTo>
                <a:close/>
              </a:path>
              <a:path w="396240" h="410210">
                <a:moveTo>
                  <a:pt x="70104" y="409956"/>
                </a:moveTo>
                <a:lnTo>
                  <a:pt x="70342" y="358211"/>
                </a:lnTo>
                <a:lnTo>
                  <a:pt x="71389" y="252436"/>
                </a:lnTo>
                <a:lnTo>
                  <a:pt x="71628" y="198120"/>
                </a:lnTo>
                <a:lnTo>
                  <a:pt x="96012" y="198120"/>
                </a:lnTo>
                <a:lnTo>
                  <a:pt x="96118" y="335280"/>
                </a:lnTo>
                <a:lnTo>
                  <a:pt x="96243" y="346710"/>
                </a:lnTo>
                <a:lnTo>
                  <a:pt x="96575" y="363855"/>
                </a:lnTo>
                <a:lnTo>
                  <a:pt x="96700" y="369379"/>
                </a:lnTo>
                <a:lnTo>
                  <a:pt x="97536" y="396240"/>
                </a:lnTo>
                <a:lnTo>
                  <a:pt x="70104" y="409956"/>
                </a:lnTo>
                <a:close/>
              </a:path>
              <a:path w="396240" h="410210">
                <a:moveTo>
                  <a:pt x="123444" y="406908"/>
                </a:moveTo>
                <a:lnTo>
                  <a:pt x="121920" y="399288"/>
                </a:lnTo>
                <a:lnTo>
                  <a:pt x="168663" y="376674"/>
                </a:lnTo>
                <a:lnTo>
                  <a:pt x="211384" y="349955"/>
                </a:lnTo>
                <a:lnTo>
                  <a:pt x="250126" y="319087"/>
                </a:lnTo>
                <a:lnTo>
                  <a:pt x="284931" y="284028"/>
                </a:lnTo>
                <a:lnTo>
                  <a:pt x="315841" y="244736"/>
                </a:lnTo>
                <a:lnTo>
                  <a:pt x="342900" y="201167"/>
                </a:lnTo>
                <a:lnTo>
                  <a:pt x="374904" y="227076"/>
                </a:lnTo>
                <a:lnTo>
                  <a:pt x="359664" y="233172"/>
                </a:lnTo>
                <a:lnTo>
                  <a:pt x="344177" y="252436"/>
                </a:lnTo>
                <a:lnTo>
                  <a:pt x="328041" y="270891"/>
                </a:lnTo>
                <a:lnTo>
                  <a:pt x="311229" y="288893"/>
                </a:lnTo>
                <a:lnTo>
                  <a:pt x="294132" y="306324"/>
                </a:lnTo>
                <a:lnTo>
                  <a:pt x="304519" y="312420"/>
                </a:lnTo>
                <a:lnTo>
                  <a:pt x="286512" y="312420"/>
                </a:lnTo>
                <a:lnTo>
                  <a:pt x="249031" y="343257"/>
                </a:lnTo>
                <a:lnTo>
                  <a:pt x="209550" y="369379"/>
                </a:lnTo>
                <a:lnTo>
                  <a:pt x="167782" y="390644"/>
                </a:lnTo>
                <a:lnTo>
                  <a:pt x="123444" y="406908"/>
                </a:lnTo>
                <a:close/>
              </a:path>
              <a:path w="396240" h="410210">
                <a:moveTo>
                  <a:pt x="368808" y="402335"/>
                </a:moveTo>
                <a:lnTo>
                  <a:pt x="367284" y="402335"/>
                </a:lnTo>
                <a:lnTo>
                  <a:pt x="363569" y="401145"/>
                </a:lnTo>
                <a:lnTo>
                  <a:pt x="359283" y="397382"/>
                </a:lnTo>
                <a:lnTo>
                  <a:pt x="354425" y="390763"/>
                </a:lnTo>
                <a:lnTo>
                  <a:pt x="348996" y="381000"/>
                </a:lnTo>
                <a:lnTo>
                  <a:pt x="339018" y="363855"/>
                </a:lnTo>
                <a:lnTo>
                  <a:pt x="325183" y="346710"/>
                </a:lnTo>
                <a:lnTo>
                  <a:pt x="307633" y="329565"/>
                </a:lnTo>
                <a:lnTo>
                  <a:pt x="286512" y="312420"/>
                </a:lnTo>
                <a:lnTo>
                  <a:pt x="304519" y="312420"/>
                </a:lnTo>
                <a:lnTo>
                  <a:pt x="342138" y="335280"/>
                </a:lnTo>
                <a:lnTo>
                  <a:pt x="372403" y="361711"/>
                </a:lnTo>
                <a:lnTo>
                  <a:pt x="379476" y="381000"/>
                </a:lnTo>
                <a:lnTo>
                  <a:pt x="379476" y="384048"/>
                </a:lnTo>
                <a:lnTo>
                  <a:pt x="377952" y="388620"/>
                </a:lnTo>
                <a:lnTo>
                  <a:pt x="371856" y="400811"/>
                </a:lnTo>
                <a:lnTo>
                  <a:pt x="368808" y="40233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" name="object 53"/>
          <p:cNvSpPr/>
          <p:nvPr/>
        </p:nvSpPr>
        <p:spPr>
          <a:xfrm>
            <a:off x="7033259" y="3459480"/>
            <a:ext cx="380365" cy="347980"/>
          </a:xfrm>
          <a:custGeom>
            <a:avLst/>
            <a:gdLst/>
            <a:ahLst/>
            <a:cxnLst/>
            <a:rect l="l" t="t" r="r" b="b"/>
            <a:pathLst>
              <a:path w="380365" h="347979">
                <a:moveTo>
                  <a:pt x="217931" y="108204"/>
                </a:moveTo>
                <a:lnTo>
                  <a:pt x="214883" y="108204"/>
                </a:lnTo>
                <a:lnTo>
                  <a:pt x="211216" y="106751"/>
                </a:lnTo>
                <a:lnTo>
                  <a:pt x="207263" y="102298"/>
                </a:lnTo>
                <a:lnTo>
                  <a:pt x="203311" y="94702"/>
                </a:lnTo>
                <a:lnTo>
                  <a:pt x="199643" y="83820"/>
                </a:lnTo>
                <a:lnTo>
                  <a:pt x="193119" y="66960"/>
                </a:lnTo>
                <a:lnTo>
                  <a:pt x="182879" y="48387"/>
                </a:lnTo>
                <a:lnTo>
                  <a:pt x="169211" y="28098"/>
                </a:lnTo>
                <a:lnTo>
                  <a:pt x="152399" y="6096"/>
                </a:lnTo>
                <a:lnTo>
                  <a:pt x="158495" y="0"/>
                </a:lnTo>
                <a:lnTo>
                  <a:pt x="194119" y="23050"/>
                </a:lnTo>
                <a:lnTo>
                  <a:pt x="227409" y="50934"/>
                </a:lnTo>
                <a:lnTo>
                  <a:pt x="235315" y="68603"/>
                </a:lnTo>
                <a:lnTo>
                  <a:pt x="234695" y="77724"/>
                </a:lnTo>
                <a:lnTo>
                  <a:pt x="220979" y="106680"/>
                </a:lnTo>
                <a:lnTo>
                  <a:pt x="217931" y="108204"/>
                </a:lnTo>
                <a:close/>
              </a:path>
              <a:path w="380365" h="347979">
                <a:moveTo>
                  <a:pt x="274319" y="347472"/>
                </a:moveTo>
                <a:lnTo>
                  <a:pt x="146303" y="347472"/>
                </a:lnTo>
                <a:lnTo>
                  <a:pt x="128587" y="344090"/>
                </a:lnTo>
                <a:lnTo>
                  <a:pt x="116585" y="334137"/>
                </a:lnTo>
                <a:lnTo>
                  <a:pt x="110299" y="317896"/>
                </a:lnTo>
                <a:lnTo>
                  <a:pt x="109727" y="295656"/>
                </a:lnTo>
                <a:lnTo>
                  <a:pt x="109725" y="153733"/>
                </a:lnTo>
                <a:lnTo>
                  <a:pt x="109489" y="131897"/>
                </a:lnTo>
                <a:lnTo>
                  <a:pt x="108451" y="92773"/>
                </a:lnTo>
                <a:lnTo>
                  <a:pt x="108203" y="74676"/>
                </a:lnTo>
                <a:lnTo>
                  <a:pt x="150875" y="97536"/>
                </a:lnTo>
                <a:lnTo>
                  <a:pt x="135635" y="111252"/>
                </a:lnTo>
                <a:lnTo>
                  <a:pt x="135749" y="291083"/>
                </a:lnTo>
                <a:lnTo>
                  <a:pt x="136231" y="304038"/>
                </a:lnTo>
                <a:lnTo>
                  <a:pt x="140398" y="315468"/>
                </a:lnTo>
                <a:lnTo>
                  <a:pt x="148280" y="322326"/>
                </a:lnTo>
                <a:lnTo>
                  <a:pt x="160019" y="324612"/>
                </a:lnTo>
                <a:lnTo>
                  <a:pt x="321455" y="324612"/>
                </a:lnTo>
                <a:lnTo>
                  <a:pt x="316325" y="332041"/>
                </a:lnTo>
                <a:lnTo>
                  <a:pt x="305181" y="340614"/>
                </a:lnTo>
                <a:lnTo>
                  <a:pt x="291179" y="345757"/>
                </a:lnTo>
                <a:lnTo>
                  <a:pt x="274319" y="347472"/>
                </a:lnTo>
                <a:close/>
              </a:path>
              <a:path w="380365" h="347979">
                <a:moveTo>
                  <a:pt x="359664" y="257556"/>
                </a:moveTo>
                <a:lnTo>
                  <a:pt x="358139" y="257556"/>
                </a:lnTo>
                <a:lnTo>
                  <a:pt x="353877" y="256103"/>
                </a:lnTo>
                <a:lnTo>
                  <a:pt x="350329" y="251650"/>
                </a:lnTo>
                <a:lnTo>
                  <a:pt x="347638" y="244054"/>
                </a:lnTo>
                <a:lnTo>
                  <a:pt x="345948" y="233172"/>
                </a:lnTo>
                <a:lnTo>
                  <a:pt x="341423" y="215145"/>
                </a:lnTo>
                <a:lnTo>
                  <a:pt x="332613" y="192976"/>
                </a:lnTo>
                <a:lnTo>
                  <a:pt x="319801" y="166520"/>
                </a:lnTo>
                <a:lnTo>
                  <a:pt x="303275" y="135636"/>
                </a:lnTo>
                <a:lnTo>
                  <a:pt x="309371" y="132588"/>
                </a:lnTo>
                <a:lnTo>
                  <a:pt x="350901" y="171450"/>
                </a:lnTo>
                <a:lnTo>
                  <a:pt x="376475" y="205501"/>
                </a:lnTo>
                <a:lnTo>
                  <a:pt x="379999" y="222742"/>
                </a:lnTo>
                <a:lnTo>
                  <a:pt x="379476" y="231648"/>
                </a:lnTo>
                <a:lnTo>
                  <a:pt x="376427" y="242316"/>
                </a:lnTo>
                <a:lnTo>
                  <a:pt x="373379" y="249936"/>
                </a:lnTo>
                <a:lnTo>
                  <a:pt x="364236" y="256031"/>
                </a:lnTo>
                <a:lnTo>
                  <a:pt x="359664" y="257556"/>
                </a:lnTo>
                <a:close/>
              </a:path>
              <a:path w="380365" h="347979">
                <a:moveTo>
                  <a:pt x="321455" y="324612"/>
                </a:moveTo>
                <a:lnTo>
                  <a:pt x="259079" y="324612"/>
                </a:lnTo>
                <a:lnTo>
                  <a:pt x="267366" y="322659"/>
                </a:lnTo>
                <a:lnTo>
                  <a:pt x="273938" y="316992"/>
                </a:lnTo>
                <a:lnTo>
                  <a:pt x="285559" y="263652"/>
                </a:lnTo>
                <a:lnTo>
                  <a:pt x="288035" y="222504"/>
                </a:lnTo>
                <a:lnTo>
                  <a:pt x="297179" y="222504"/>
                </a:lnTo>
                <a:lnTo>
                  <a:pt x="298322" y="263652"/>
                </a:lnTo>
                <a:lnTo>
                  <a:pt x="304895" y="301394"/>
                </a:lnTo>
                <a:lnTo>
                  <a:pt x="324612" y="320039"/>
                </a:lnTo>
                <a:lnTo>
                  <a:pt x="321455" y="324612"/>
                </a:lnTo>
                <a:close/>
              </a:path>
              <a:path w="380365" h="347979">
                <a:moveTo>
                  <a:pt x="27431" y="262128"/>
                </a:moveTo>
                <a:lnTo>
                  <a:pt x="12191" y="262128"/>
                </a:lnTo>
                <a:lnTo>
                  <a:pt x="3047" y="259080"/>
                </a:lnTo>
                <a:lnTo>
                  <a:pt x="0" y="256031"/>
                </a:lnTo>
                <a:lnTo>
                  <a:pt x="0" y="252983"/>
                </a:lnTo>
                <a:lnTo>
                  <a:pt x="881" y="247840"/>
                </a:lnTo>
                <a:lnTo>
                  <a:pt x="3619" y="241554"/>
                </a:lnTo>
                <a:lnTo>
                  <a:pt x="8358" y="234124"/>
                </a:lnTo>
                <a:lnTo>
                  <a:pt x="15239" y="225552"/>
                </a:lnTo>
                <a:lnTo>
                  <a:pt x="26098" y="210669"/>
                </a:lnTo>
                <a:lnTo>
                  <a:pt x="35813" y="191071"/>
                </a:lnTo>
                <a:lnTo>
                  <a:pt x="44386" y="166616"/>
                </a:lnTo>
                <a:lnTo>
                  <a:pt x="51815" y="137160"/>
                </a:lnTo>
                <a:lnTo>
                  <a:pt x="60959" y="137160"/>
                </a:lnTo>
                <a:lnTo>
                  <a:pt x="60007" y="185737"/>
                </a:lnTo>
                <a:lnTo>
                  <a:pt x="55316" y="231147"/>
                </a:lnTo>
                <a:lnTo>
                  <a:pt x="35051" y="259080"/>
                </a:lnTo>
                <a:lnTo>
                  <a:pt x="27431" y="26212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" name="object 54"/>
          <p:cNvSpPr/>
          <p:nvPr/>
        </p:nvSpPr>
        <p:spPr>
          <a:xfrm>
            <a:off x="7464552" y="3442715"/>
            <a:ext cx="402590" cy="394970"/>
          </a:xfrm>
          <a:custGeom>
            <a:avLst/>
            <a:gdLst/>
            <a:ahLst/>
            <a:cxnLst/>
            <a:rect l="l" t="t" r="r" b="b"/>
            <a:pathLst>
              <a:path w="402590" h="394970">
                <a:moveTo>
                  <a:pt x="32004" y="41148"/>
                </a:moveTo>
                <a:lnTo>
                  <a:pt x="16764" y="25908"/>
                </a:lnTo>
                <a:lnTo>
                  <a:pt x="329184" y="25908"/>
                </a:lnTo>
                <a:lnTo>
                  <a:pt x="358140" y="0"/>
                </a:lnTo>
                <a:lnTo>
                  <a:pt x="391668" y="36576"/>
                </a:lnTo>
                <a:lnTo>
                  <a:pt x="68580" y="36576"/>
                </a:lnTo>
                <a:lnTo>
                  <a:pt x="60293" y="36861"/>
                </a:lnTo>
                <a:lnTo>
                  <a:pt x="51435" y="37719"/>
                </a:lnTo>
                <a:lnTo>
                  <a:pt x="42005" y="39147"/>
                </a:lnTo>
                <a:lnTo>
                  <a:pt x="32004" y="41148"/>
                </a:lnTo>
                <a:close/>
              </a:path>
              <a:path w="402590" h="394970">
                <a:moveTo>
                  <a:pt x="166116" y="88392"/>
                </a:moveTo>
                <a:lnTo>
                  <a:pt x="143256" y="88392"/>
                </a:lnTo>
                <a:lnTo>
                  <a:pt x="143256" y="36576"/>
                </a:lnTo>
                <a:lnTo>
                  <a:pt x="166116" y="36576"/>
                </a:lnTo>
                <a:lnTo>
                  <a:pt x="166116" y="88392"/>
                </a:lnTo>
                <a:close/>
              </a:path>
              <a:path w="402590" h="394970">
                <a:moveTo>
                  <a:pt x="259080" y="88392"/>
                </a:moveTo>
                <a:lnTo>
                  <a:pt x="236220" y="88392"/>
                </a:lnTo>
                <a:lnTo>
                  <a:pt x="236220" y="36576"/>
                </a:lnTo>
                <a:lnTo>
                  <a:pt x="259080" y="36576"/>
                </a:lnTo>
                <a:lnTo>
                  <a:pt x="259080" y="88392"/>
                </a:lnTo>
                <a:close/>
              </a:path>
              <a:path w="402590" h="394970">
                <a:moveTo>
                  <a:pt x="354547" y="88392"/>
                </a:moveTo>
                <a:lnTo>
                  <a:pt x="315468" y="88392"/>
                </a:lnTo>
                <a:lnTo>
                  <a:pt x="327660" y="68580"/>
                </a:lnTo>
                <a:lnTo>
                  <a:pt x="354547" y="88392"/>
                </a:lnTo>
                <a:close/>
              </a:path>
              <a:path w="402590" h="394970">
                <a:moveTo>
                  <a:pt x="59436" y="198119"/>
                </a:moveTo>
                <a:lnTo>
                  <a:pt x="59674" y="181260"/>
                </a:lnTo>
                <a:lnTo>
                  <a:pt x="60726" y="148971"/>
                </a:lnTo>
                <a:lnTo>
                  <a:pt x="60960" y="134112"/>
                </a:lnTo>
                <a:lnTo>
                  <a:pt x="60721" y="119253"/>
                </a:lnTo>
                <a:lnTo>
                  <a:pt x="59687" y="89916"/>
                </a:lnTo>
                <a:lnTo>
                  <a:pt x="59436" y="74676"/>
                </a:lnTo>
                <a:lnTo>
                  <a:pt x="86868" y="88392"/>
                </a:lnTo>
                <a:lnTo>
                  <a:pt x="354547" y="88392"/>
                </a:lnTo>
                <a:lnTo>
                  <a:pt x="356616" y="89916"/>
                </a:lnTo>
                <a:lnTo>
                  <a:pt x="345186" y="99060"/>
                </a:lnTo>
                <a:lnTo>
                  <a:pt x="82296" y="99060"/>
                </a:lnTo>
                <a:lnTo>
                  <a:pt x="82296" y="163068"/>
                </a:lnTo>
                <a:lnTo>
                  <a:pt x="343118" y="163068"/>
                </a:lnTo>
                <a:lnTo>
                  <a:pt x="343304" y="166401"/>
                </a:lnTo>
                <a:lnTo>
                  <a:pt x="343916" y="173736"/>
                </a:lnTo>
                <a:lnTo>
                  <a:pt x="82296" y="173736"/>
                </a:lnTo>
                <a:lnTo>
                  <a:pt x="82296" y="187452"/>
                </a:lnTo>
                <a:lnTo>
                  <a:pt x="59436" y="198119"/>
                </a:lnTo>
                <a:close/>
              </a:path>
              <a:path w="402590" h="394970">
                <a:moveTo>
                  <a:pt x="166116" y="163068"/>
                </a:moveTo>
                <a:lnTo>
                  <a:pt x="143256" y="163068"/>
                </a:lnTo>
                <a:lnTo>
                  <a:pt x="143256" y="99060"/>
                </a:lnTo>
                <a:lnTo>
                  <a:pt x="166116" y="99060"/>
                </a:lnTo>
                <a:lnTo>
                  <a:pt x="166116" y="163068"/>
                </a:lnTo>
                <a:close/>
              </a:path>
              <a:path w="402590" h="394970">
                <a:moveTo>
                  <a:pt x="259080" y="163068"/>
                </a:moveTo>
                <a:lnTo>
                  <a:pt x="236220" y="163068"/>
                </a:lnTo>
                <a:lnTo>
                  <a:pt x="236220" y="99060"/>
                </a:lnTo>
                <a:lnTo>
                  <a:pt x="259080" y="99060"/>
                </a:lnTo>
                <a:lnTo>
                  <a:pt x="259080" y="163068"/>
                </a:lnTo>
                <a:close/>
              </a:path>
              <a:path w="402590" h="394970">
                <a:moveTo>
                  <a:pt x="343118" y="163068"/>
                </a:moveTo>
                <a:lnTo>
                  <a:pt x="320040" y="163068"/>
                </a:lnTo>
                <a:lnTo>
                  <a:pt x="320040" y="99060"/>
                </a:lnTo>
                <a:lnTo>
                  <a:pt x="345186" y="99060"/>
                </a:lnTo>
                <a:lnTo>
                  <a:pt x="341376" y="102108"/>
                </a:lnTo>
                <a:lnTo>
                  <a:pt x="341637" y="127539"/>
                </a:lnTo>
                <a:lnTo>
                  <a:pt x="342344" y="149256"/>
                </a:lnTo>
                <a:lnTo>
                  <a:pt x="343118" y="163068"/>
                </a:lnTo>
                <a:close/>
              </a:path>
              <a:path w="402590" h="394970">
                <a:moveTo>
                  <a:pt x="320040" y="192024"/>
                </a:moveTo>
                <a:lnTo>
                  <a:pt x="320040" y="173736"/>
                </a:lnTo>
                <a:lnTo>
                  <a:pt x="343916" y="173736"/>
                </a:lnTo>
                <a:lnTo>
                  <a:pt x="344424" y="179832"/>
                </a:lnTo>
                <a:lnTo>
                  <a:pt x="320040" y="192024"/>
                </a:lnTo>
                <a:close/>
              </a:path>
              <a:path w="402590" h="394970">
                <a:moveTo>
                  <a:pt x="160020" y="233171"/>
                </a:moveTo>
                <a:lnTo>
                  <a:pt x="134112" y="233171"/>
                </a:lnTo>
                <a:lnTo>
                  <a:pt x="140660" y="218574"/>
                </a:lnTo>
                <a:lnTo>
                  <a:pt x="146562" y="204216"/>
                </a:lnTo>
                <a:lnTo>
                  <a:pt x="151471" y="190523"/>
                </a:lnTo>
                <a:lnTo>
                  <a:pt x="155448" y="176784"/>
                </a:lnTo>
                <a:lnTo>
                  <a:pt x="192024" y="198119"/>
                </a:lnTo>
                <a:lnTo>
                  <a:pt x="178308" y="204216"/>
                </a:lnTo>
                <a:lnTo>
                  <a:pt x="173736" y="211097"/>
                </a:lnTo>
                <a:lnTo>
                  <a:pt x="169164" y="218122"/>
                </a:lnTo>
                <a:lnTo>
                  <a:pt x="164592" y="225432"/>
                </a:lnTo>
                <a:lnTo>
                  <a:pt x="160020" y="233171"/>
                </a:lnTo>
                <a:close/>
              </a:path>
              <a:path w="402590" h="394970">
                <a:moveTo>
                  <a:pt x="15240" y="248412"/>
                </a:moveTo>
                <a:lnTo>
                  <a:pt x="0" y="233171"/>
                </a:lnTo>
                <a:lnTo>
                  <a:pt x="336804" y="233171"/>
                </a:lnTo>
                <a:lnTo>
                  <a:pt x="365760" y="205740"/>
                </a:lnTo>
                <a:lnTo>
                  <a:pt x="402336" y="242316"/>
                </a:lnTo>
                <a:lnTo>
                  <a:pt x="48768" y="242316"/>
                </a:lnTo>
                <a:lnTo>
                  <a:pt x="41386" y="242839"/>
                </a:lnTo>
                <a:lnTo>
                  <a:pt x="33147" y="244221"/>
                </a:lnTo>
                <a:lnTo>
                  <a:pt x="24336" y="246173"/>
                </a:lnTo>
                <a:lnTo>
                  <a:pt x="15240" y="248412"/>
                </a:lnTo>
                <a:close/>
              </a:path>
              <a:path w="402590" h="394970">
                <a:moveTo>
                  <a:pt x="6096" y="394715"/>
                </a:moveTo>
                <a:lnTo>
                  <a:pt x="4572" y="387096"/>
                </a:lnTo>
                <a:lnTo>
                  <a:pt x="70508" y="374499"/>
                </a:lnTo>
                <a:lnTo>
                  <a:pt x="126301" y="359473"/>
                </a:lnTo>
                <a:lnTo>
                  <a:pt x="171521" y="341876"/>
                </a:lnTo>
                <a:lnTo>
                  <a:pt x="205740" y="321564"/>
                </a:lnTo>
                <a:lnTo>
                  <a:pt x="175426" y="315015"/>
                </a:lnTo>
                <a:lnTo>
                  <a:pt x="146113" y="309181"/>
                </a:lnTo>
                <a:lnTo>
                  <a:pt x="117657" y="304204"/>
                </a:lnTo>
                <a:lnTo>
                  <a:pt x="89916" y="300228"/>
                </a:lnTo>
                <a:lnTo>
                  <a:pt x="96726" y="291393"/>
                </a:lnTo>
                <a:lnTo>
                  <a:pt x="105537" y="278701"/>
                </a:lnTo>
                <a:lnTo>
                  <a:pt x="116062" y="262294"/>
                </a:lnTo>
                <a:lnTo>
                  <a:pt x="128016" y="242316"/>
                </a:lnTo>
                <a:lnTo>
                  <a:pt x="155448" y="242316"/>
                </a:lnTo>
                <a:lnTo>
                  <a:pt x="148923" y="252317"/>
                </a:lnTo>
                <a:lnTo>
                  <a:pt x="131873" y="277463"/>
                </a:lnTo>
                <a:lnTo>
                  <a:pt x="121920" y="292607"/>
                </a:lnTo>
                <a:lnTo>
                  <a:pt x="141898" y="296060"/>
                </a:lnTo>
                <a:lnTo>
                  <a:pt x="220980" y="307848"/>
                </a:lnTo>
                <a:lnTo>
                  <a:pt x="251729" y="307848"/>
                </a:lnTo>
                <a:lnTo>
                  <a:pt x="246888" y="313944"/>
                </a:lnTo>
                <a:lnTo>
                  <a:pt x="277701" y="321659"/>
                </a:lnTo>
                <a:lnTo>
                  <a:pt x="303657" y="328803"/>
                </a:lnTo>
                <a:lnTo>
                  <a:pt x="304863" y="329184"/>
                </a:lnTo>
                <a:lnTo>
                  <a:pt x="233172" y="329184"/>
                </a:lnTo>
                <a:lnTo>
                  <a:pt x="216288" y="340066"/>
                </a:lnTo>
                <a:lnTo>
                  <a:pt x="176807" y="358973"/>
                </a:lnTo>
                <a:lnTo>
                  <a:pt x="126753" y="374999"/>
                </a:lnTo>
                <a:lnTo>
                  <a:pt x="52982" y="388715"/>
                </a:lnTo>
                <a:lnTo>
                  <a:pt x="6096" y="394715"/>
                </a:lnTo>
                <a:close/>
              </a:path>
              <a:path w="402590" h="394970">
                <a:moveTo>
                  <a:pt x="251729" y="307848"/>
                </a:moveTo>
                <a:lnTo>
                  <a:pt x="220980" y="307848"/>
                </a:lnTo>
                <a:lnTo>
                  <a:pt x="232362" y="294393"/>
                </a:lnTo>
                <a:lnTo>
                  <a:pt x="243459" y="279082"/>
                </a:lnTo>
                <a:lnTo>
                  <a:pt x="253984" y="261770"/>
                </a:lnTo>
                <a:lnTo>
                  <a:pt x="263652" y="242316"/>
                </a:lnTo>
                <a:lnTo>
                  <a:pt x="292608" y="242316"/>
                </a:lnTo>
                <a:lnTo>
                  <a:pt x="282892" y="261437"/>
                </a:lnTo>
                <a:lnTo>
                  <a:pt x="272034" y="279844"/>
                </a:lnTo>
                <a:lnTo>
                  <a:pt x="260032" y="297394"/>
                </a:lnTo>
                <a:lnTo>
                  <a:pt x="251729" y="307848"/>
                </a:lnTo>
                <a:close/>
              </a:path>
              <a:path w="402590" h="394970">
                <a:moveTo>
                  <a:pt x="364236" y="388620"/>
                </a:moveTo>
                <a:lnTo>
                  <a:pt x="356616" y="388620"/>
                </a:lnTo>
                <a:lnTo>
                  <a:pt x="350520" y="385572"/>
                </a:lnTo>
                <a:lnTo>
                  <a:pt x="341376" y="377952"/>
                </a:lnTo>
                <a:lnTo>
                  <a:pt x="325112" y="367331"/>
                </a:lnTo>
                <a:lnTo>
                  <a:pt x="301561" y="355854"/>
                </a:lnTo>
                <a:lnTo>
                  <a:pt x="270867" y="343233"/>
                </a:lnTo>
                <a:lnTo>
                  <a:pt x="233172" y="329184"/>
                </a:lnTo>
                <a:lnTo>
                  <a:pt x="304863" y="329184"/>
                </a:lnTo>
                <a:lnTo>
                  <a:pt x="350758" y="348281"/>
                </a:lnTo>
                <a:lnTo>
                  <a:pt x="365760" y="371856"/>
                </a:lnTo>
                <a:lnTo>
                  <a:pt x="365760" y="382524"/>
                </a:lnTo>
                <a:lnTo>
                  <a:pt x="364236" y="3886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" name="object 55"/>
          <p:cNvSpPr/>
          <p:nvPr/>
        </p:nvSpPr>
        <p:spPr>
          <a:xfrm>
            <a:off x="7912607" y="3433572"/>
            <a:ext cx="401320" cy="410209"/>
          </a:xfrm>
          <a:custGeom>
            <a:avLst/>
            <a:gdLst/>
            <a:ahLst/>
            <a:cxnLst/>
            <a:rect l="l" t="t" r="r" b="b"/>
            <a:pathLst>
              <a:path w="401320" h="410210">
                <a:moveTo>
                  <a:pt x="211836" y="47243"/>
                </a:moveTo>
                <a:lnTo>
                  <a:pt x="187452" y="47243"/>
                </a:lnTo>
                <a:lnTo>
                  <a:pt x="187330" y="25907"/>
                </a:lnTo>
                <a:lnTo>
                  <a:pt x="187261" y="20764"/>
                </a:lnTo>
                <a:lnTo>
                  <a:pt x="186809" y="9739"/>
                </a:lnTo>
                <a:lnTo>
                  <a:pt x="185928" y="0"/>
                </a:lnTo>
                <a:lnTo>
                  <a:pt x="227076" y="15239"/>
                </a:lnTo>
                <a:lnTo>
                  <a:pt x="211836" y="25907"/>
                </a:lnTo>
                <a:lnTo>
                  <a:pt x="211836" y="47243"/>
                </a:lnTo>
                <a:close/>
              </a:path>
              <a:path w="401320" h="410210">
                <a:moveTo>
                  <a:pt x="51816" y="62483"/>
                </a:moveTo>
                <a:lnTo>
                  <a:pt x="36576" y="47243"/>
                </a:lnTo>
                <a:lnTo>
                  <a:pt x="315467" y="47243"/>
                </a:lnTo>
                <a:lnTo>
                  <a:pt x="338328" y="25907"/>
                </a:lnTo>
                <a:lnTo>
                  <a:pt x="370332" y="57912"/>
                </a:lnTo>
                <a:lnTo>
                  <a:pt x="94488" y="57912"/>
                </a:lnTo>
                <a:lnTo>
                  <a:pt x="83319" y="58197"/>
                </a:lnTo>
                <a:lnTo>
                  <a:pt x="72580" y="59055"/>
                </a:lnTo>
                <a:lnTo>
                  <a:pt x="62126" y="60483"/>
                </a:lnTo>
                <a:lnTo>
                  <a:pt x="51816" y="62483"/>
                </a:lnTo>
                <a:close/>
              </a:path>
              <a:path w="401320" h="410210">
                <a:moveTo>
                  <a:pt x="211836" y="96012"/>
                </a:moveTo>
                <a:lnTo>
                  <a:pt x="187452" y="96012"/>
                </a:lnTo>
                <a:lnTo>
                  <a:pt x="187452" y="57912"/>
                </a:lnTo>
                <a:lnTo>
                  <a:pt x="211836" y="57912"/>
                </a:lnTo>
                <a:lnTo>
                  <a:pt x="211836" y="96012"/>
                </a:lnTo>
                <a:close/>
              </a:path>
              <a:path w="401320" h="410210">
                <a:moveTo>
                  <a:pt x="83820" y="111251"/>
                </a:moveTo>
                <a:lnTo>
                  <a:pt x="67056" y="96012"/>
                </a:lnTo>
                <a:lnTo>
                  <a:pt x="284988" y="96012"/>
                </a:lnTo>
                <a:lnTo>
                  <a:pt x="309372" y="76200"/>
                </a:lnTo>
                <a:lnTo>
                  <a:pt x="336804" y="106679"/>
                </a:lnTo>
                <a:lnTo>
                  <a:pt x="124968" y="106679"/>
                </a:lnTo>
                <a:lnTo>
                  <a:pt x="113823" y="106965"/>
                </a:lnTo>
                <a:lnTo>
                  <a:pt x="103251" y="107822"/>
                </a:lnTo>
                <a:lnTo>
                  <a:pt x="93249" y="109251"/>
                </a:lnTo>
                <a:lnTo>
                  <a:pt x="83820" y="111251"/>
                </a:lnTo>
                <a:close/>
              </a:path>
              <a:path w="401320" h="410210">
                <a:moveTo>
                  <a:pt x="211836" y="144779"/>
                </a:moveTo>
                <a:lnTo>
                  <a:pt x="187452" y="144779"/>
                </a:lnTo>
                <a:lnTo>
                  <a:pt x="187452" y="106679"/>
                </a:lnTo>
                <a:lnTo>
                  <a:pt x="211836" y="106679"/>
                </a:lnTo>
                <a:lnTo>
                  <a:pt x="211836" y="144779"/>
                </a:lnTo>
                <a:close/>
              </a:path>
              <a:path w="401320" h="410210">
                <a:moveTo>
                  <a:pt x="15240" y="160019"/>
                </a:moveTo>
                <a:lnTo>
                  <a:pt x="0" y="144779"/>
                </a:lnTo>
                <a:lnTo>
                  <a:pt x="345948" y="144779"/>
                </a:lnTo>
                <a:lnTo>
                  <a:pt x="371856" y="123443"/>
                </a:lnTo>
                <a:lnTo>
                  <a:pt x="400812" y="155447"/>
                </a:lnTo>
                <a:lnTo>
                  <a:pt x="57912" y="155447"/>
                </a:lnTo>
                <a:lnTo>
                  <a:pt x="46743" y="155733"/>
                </a:lnTo>
                <a:lnTo>
                  <a:pt x="36004" y="156590"/>
                </a:lnTo>
                <a:lnTo>
                  <a:pt x="25550" y="158019"/>
                </a:lnTo>
                <a:lnTo>
                  <a:pt x="15240" y="160019"/>
                </a:lnTo>
                <a:close/>
              </a:path>
              <a:path w="401320" h="410210">
                <a:moveTo>
                  <a:pt x="88392" y="234695"/>
                </a:moveTo>
                <a:lnTo>
                  <a:pt x="71628" y="202691"/>
                </a:lnTo>
                <a:lnTo>
                  <a:pt x="81057" y="200739"/>
                </a:lnTo>
                <a:lnTo>
                  <a:pt x="91059" y="197357"/>
                </a:lnTo>
                <a:lnTo>
                  <a:pt x="133159" y="172592"/>
                </a:lnTo>
                <a:lnTo>
                  <a:pt x="152400" y="155447"/>
                </a:lnTo>
                <a:lnTo>
                  <a:pt x="166116" y="155447"/>
                </a:lnTo>
                <a:lnTo>
                  <a:pt x="187452" y="167639"/>
                </a:lnTo>
                <a:lnTo>
                  <a:pt x="179998" y="169378"/>
                </a:lnTo>
                <a:lnTo>
                  <a:pt x="171259" y="172402"/>
                </a:lnTo>
                <a:lnTo>
                  <a:pt x="161091" y="176855"/>
                </a:lnTo>
                <a:lnTo>
                  <a:pt x="149352" y="182879"/>
                </a:lnTo>
                <a:lnTo>
                  <a:pt x="123444" y="194500"/>
                </a:lnTo>
                <a:lnTo>
                  <a:pt x="110347" y="200667"/>
                </a:lnTo>
                <a:lnTo>
                  <a:pt x="97536" y="207263"/>
                </a:lnTo>
                <a:lnTo>
                  <a:pt x="246472" y="207263"/>
                </a:lnTo>
                <a:lnTo>
                  <a:pt x="241152" y="210311"/>
                </a:lnTo>
                <a:lnTo>
                  <a:pt x="210312" y="210311"/>
                </a:lnTo>
                <a:lnTo>
                  <a:pt x="171640" y="214312"/>
                </a:lnTo>
                <a:lnTo>
                  <a:pt x="154376" y="216527"/>
                </a:lnTo>
                <a:lnTo>
                  <a:pt x="138684" y="219455"/>
                </a:lnTo>
                <a:lnTo>
                  <a:pt x="123753" y="222051"/>
                </a:lnTo>
                <a:lnTo>
                  <a:pt x="110680" y="225361"/>
                </a:lnTo>
                <a:lnTo>
                  <a:pt x="99036" y="229528"/>
                </a:lnTo>
                <a:lnTo>
                  <a:pt x="88392" y="234695"/>
                </a:lnTo>
                <a:close/>
              </a:path>
              <a:path w="401320" h="410210">
                <a:moveTo>
                  <a:pt x="246472" y="207263"/>
                </a:moveTo>
                <a:lnTo>
                  <a:pt x="97536" y="207263"/>
                </a:lnTo>
                <a:lnTo>
                  <a:pt x="219456" y="201167"/>
                </a:lnTo>
                <a:lnTo>
                  <a:pt x="228552" y="193143"/>
                </a:lnTo>
                <a:lnTo>
                  <a:pt x="237363" y="184975"/>
                </a:lnTo>
                <a:lnTo>
                  <a:pt x="245602" y="176522"/>
                </a:lnTo>
                <a:lnTo>
                  <a:pt x="252984" y="167639"/>
                </a:lnTo>
                <a:lnTo>
                  <a:pt x="283464" y="190499"/>
                </a:lnTo>
                <a:lnTo>
                  <a:pt x="274320" y="193667"/>
                </a:lnTo>
                <a:lnTo>
                  <a:pt x="262890" y="198691"/>
                </a:lnTo>
                <a:lnTo>
                  <a:pt x="249174" y="205716"/>
                </a:lnTo>
                <a:lnTo>
                  <a:pt x="246472" y="207263"/>
                </a:lnTo>
                <a:close/>
              </a:path>
              <a:path w="401320" h="410210">
                <a:moveTo>
                  <a:pt x="76200" y="310895"/>
                </a:moveTo>
                <a:lnTo>
                  <a:pt x="59436" y="278891"/>
                </a:lnTo>
                <a:lnTo>
                  <a:pt x="69699" y="276034"/>
                </a:lnTo>
                <a:lnTo>
                  <a:pt x="82105" y="272033"/>
                </a:lnTo>
                <a:lnTo>
                  <a:pt x="131873" y="252317"/>
                </a:lnTo>
                <a:lnTo>
                  <a:pt x="180927" y="227171"/>
                </a:lnTo>
                <a:lnTo>
                  <a:pt x="210312" y="210311"/>
                </a:lnTo>
                <a:lnTo>
                  <a:pt x="241152" y="210311"/>
                </a:lnTo>
                <a:lnTo>
                  <a:pt x="233172" y="214883"/>
                </a:lnTo>
                <a:lnTo>
                  <a:pt x="212288" y="227409"/>
                </a:lnTo>
                <a:lnTo>
                  <a:pt x="186118" y="241934"/>
                </a:lnTo>
                <a:lnTo>
                  <a:pt x="154519" y="258175"/>
                </a:lnTo>
                <a:lnTo>
                  <a:pt x="117348" y="275843"/>
                </a:lnTo>
                <a:lnTo>
                  <a:pt x="272796" y="275843"/>
                </a:lnTo>
                <a:lnTo>
                  <a:pt x="211836" y="283463"/>
                </a:lnTo>
                <a:lnTo>
                  <a:pt x="211836" y="284987"/>
                </a:lnTo>
                <a:lnTo>
                  <a:pt x="187452" y="284987"/>
                </a:lnTo>
                <a:lnTo>
                  <a:pt x="137541" y="292988"/>
                </a:lnTo>
                <a:lnTo>
                  <a:pt x="99345" y="301251"/>
                </a:lnTo>
                <a:lnTo>
                  <a:pt x="83343" y="307490"/>
                </a:lnTo>
                <a:lnTo>
                  <a:pt x="76200" y="310895"/>
                </a:lnTo>
                <a:close/>
              </a:path>
              <a:path w="401320" h="410210">
                <a:moveTo>
                  <a:pt x="272796" y="275843"/>
                </a:moveTo>
                <a:lnTo>
                  <a:pt x="117348" y="275843"/>
                </a:lnTo>
                <a:lnTo>
                  <a:pt x="289560" y="263651"/>
                </a:lnTo>
                <a:lnTo>
                  <a:pt x="282130" y="254507"/>
                </a:lnTo>
                <a:lnTo>
                  <a:pt x="273558" y="245363"/>
                </a:lnTo>
                <a:lnTo>
                  <a:pt x="263842" y="236219"/>
                </a:lnTo>
                <a:lnTo>
                  <a:pt x="252984" y="227075"/>
                </a:lnTo>
                <a:lnTo>
                  <a:pt x="257556" y="222503"/>
                </a:lnTo>
                <a:lnTo>
                  <a:pt x="291655" y="240410"/>
                </a:lnTo>
                <a:lnTo>
                  <a:pt x="324326" y="262889"/>
                </a:lnTo>
                <a:lnTo>
                  <a:pt x="331724" y="272795"/>
                </a:lnTo>
                <a:lnTo>
                  <a:pt x="297179" y="272795"/>
                </a:lnTo>
                <a:lnTo>
                  <a:pt x="272796" y="275843"/>
                </a:lnTo>
                <a:close/>
              </a:path>
              <a:path w="401320" h="410210">
                <a:moveTo>
                  <a:pt x="324612" y="307847"/>
                </a:moveTo>
                <a:lnTo>
                  <a:pt x="320040" y="307847"/>
                </a:lnTo>
                <a:lnTo>
                  <a:pt x="316991" y="304799"/>
                </a:lnTo>
                <a:lnTo>
                  <a:pt x="313943" y="298703"/>
                </a:lnTo>
                <a:lnTo>
                  <a:pt x="310253" y="291869"/>
                </a:lnTo>
                <a:lnTo>
                  <a:pt x="306133" y="285178"/>
                </a:lnTo>
                <a:lnTo>
                  <a:pt x="301728" y="278772"/>
                </a:lnTo>
                <a:lnTo>
                  <a:pt x="297179" y="272795"/>
                </a:lnTo>
                <a:lnTo>
                  <a:pt x="331724" y="272795"/>
                </a:lnTo>
                <a:lnTo>
                  <a:pt x="333470" y="276605"/>
                </a:lnTo>
                <a:lnTo>
                  <a:pt x="333756" y="283463"/>
                </a:lnTo>
                <a:lnTo>
                  <a:pt x="333660" y="292988"/>
                </a:lnTo>
                <a:lnTo>
                  <a:pt x="332232" y="298703"/>
                </a:lnTo>
                <a:lnTo>
                  <a:pt x="329184" y="301751"/>
                </a:lnTo>
                <a:lnTo>
                  <a:pt x="326136" y="306323"/>
                </a:lnTo>
                <a:lnTo>
                  <a:pt x="324612" y="307847"/>
                </a:lnTo>
                <a:close/>
              </a:path>
              <a:path w="401320" h="410210">
                <a:moveTo>
                  <a:pt x="211659" y="370332"/>
                </a:moveTo>
                <a:lnTo>
                  <a:pt x="184404" y="370332"/>
                </a:lnTo>
                <a:lnTo>
                  <a:pt x="187452" y="365760"/>
                </a:lnTo>
                <a:lnTo>
                  <a:pt x="187452" y="284987"/>
                </a:lnTo>
                <a:lnTo>
                  <a:pt x="211836" y="284987"/>
                </a:lnTo>
                <a:lnTo>
                  <a:pt x="211769" y="369379"/>
                </a:lnTo>
                <a:lnTo>
                  <a:pt x="211659" y="370332"/>
                </a:lnTo>
                <a:close/>
              </a:path>
              <a:path w="401320" h="410210">
                <a:moveTo>
                  <a:pt x="12192" y="400812"/>
                </a:moveTo>
                <a:lnTo>
                  <a:pt x="9144" y="396240"/>
                </a:lnTo>
                <a:lnTo>
                  <a:pt x="27074" y="385667"/>
                </a:lnTo>
                <a:lnTo>
                  <a:pt x="44005" y="374523"/>
                </a:lnTo>
                <a:lnTo>
                  <a:pt x="59507" y="362807"/>
                </a:lnTo>
                <a:lnTo>
                  <a:pt x="73152" y="350520"/>
                </a:lnTo>
                <a:lnTo>
                  <a:pt x="86272" y="339090"/>
                </a:lnTo>
                <a:lnTo>
                  <a:pt x="98107" y="327660"/>
                </a:lnTo>
                <a:lnTo>
                  <a:pt x="108513" y="316229"/>
                </a:lnTo>
                <a:lnTo>
                  <a:pt x="117348" y="304799"/>
                </a:lnTo>
                <a:lnTo>
                  <a:pt x="147828" y="332232"/>
                </a:lnTo>
                <a:lnTo>
                  <a:pt x="137255" y="334827"/>
                </a:lnTo>
                <a:lnTo>
                  <a:pt x="123825" y="340423"/>
                </a:lnTo>
                <a:lnTo>
                  <a:pt x="107537" y="349162"/>
                </a:lnTo>
                <a:lnTo>
                  <a:pt x="68127" y="374022"/>
                </a:lnTo>
                <a:lnTo>
                  <a:pt x="48577" y="385000"/>
                </a:lnTo>
                <a:lnTo>
                  <a:pt x="29884" y="393977"/>
                </a:lnTo>
                <a:lnTo>
                  <a:pt x="12192" y="400812"/>
                </a:lnTo>
                <a:close/>
              </a:path>
              <a:path w="401320" h="410210">
                <a:moveTo>
                  <a:pt x="358140" y="399288"/>
                </a:moveTo>
                <a:lnTo>
                  <a:pt x="356616" y="399288"/>
                </a:lnTo>
                <a:lnTo>
                  <a:pt x="351782" y="398383"/>
                </a:lnTo>
                <a:lnTo>
                  <a:pt x="346519" y="395478"/>
                </a:lnTo>
                <a:lnTo>
                  <a:pt x="340971" y="390286"/>
                </a:lnTo>
                <a:lnTo>
                  <a:pt x="335280" y="382524"/>
                </a:lnTo>
                <a:lnTo>
                  <a:pt x="322111" y="368808"/>
                </a:lnTo>
                <a:lnTo>
                  <a:pt x="303085" y="352806"/>
                </a:lnTo>
                <a:lnTo>
                  <a:pt x="278058" y="334518"/>
                </a:lnTo>
                <a:lnTo>
                  <a:pt x="246888" y="313943"/>
                </a:lnTo>
                <a:lnTo>
                  <a:pt x="249936" y="309371"/>
                </a:lnTo>
                <a:lnTo>
                  <a:pt x="305752" y="331089"/>
                </a:lnTo>
                <a:lnTo>
                  <a:pt x="350091" y="351924"/>
                </a:lnTo>
                <a:lnTo>
                  <a:pt x="365760" y="379476"/>
                </a:lnTo>
                <a:lnTo>
                  <a:pt x="365760" y="387096"/>
                </a:lnTo>
                <a:lnTo>
                  <a:pt x="362712" y="391668"/>
                </a:lnTo>
                <a:lnTo>
                  <a:pt x="359664" y="397764"/>
                </a:lnTo>
                <a:lnTo>
                  <a:pt x="358140" y="399288"/>
                </a:lnTo>
                <a:close/>
              </a:path>
              <a:path w="401320" h="410210">
                <a:moveTo>
                  <a:pt x="172212" y="409956"/>
                </a:moveTo>
                <a:lnTo>
                  <a:pt x="167925" y="398240"/>
                </a:lnTo>
                <a:lnTo>
                  <a:pt x="157353" y="388239"/>
                </a:lnTo>
                <a:lnTo>
                  <a:pt x="140493" y="379952"/>
                </a:lnTo>
                <a:lnTo>
                  <a:pt x="117348" y="373380"/>
                </a:lnTo>
                <a:lnTo>
                  <a:pt x="117348" y="367284"/>
                </a:lnTo>
                <a:lnTo>
                  <a:pt x="168783" y="370070"/>
                </a:lnTo>
                <a:lnTo>
                  <a:pt x="176784" y="370332"/>
                </a:lnTo>
                <a:lnTo>
                  <a:pt x="211659" y="370332"/>
                </a:lnTo>
                <a:lnTo>
                  <a:pt x="210145" y="383381"/>
                </a:lnTo>
                <a:lnTo>
                  <a:pt x="202882" y="395097"/>
                </a:lnTo>
                <a:lnTo>
                  <a:pt x="190190" y="403955"/>
                </a:lnTo>
                <a:lnTo>
                  <a:pt x="172212" y="40995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pic>
        <p:nvPicPr>
          <p:cNvPr id="56" name="object 56"/>
          <p:cNvPicPr/>
          <p:nvPr/>
        </p:nvPicPr>
        <p:blipFill>
          <a:blip r:embed="rId9" cstate="print"/>
          <a:stretch>
            <a:fillRect/>
          </a:stretch>
        </p:blipFill>
        <p:spPr>
          <a:xfrm>
            <a:off x="8396980" y="3704844"/>
            <a:ext cx="96271" cy="96012"/>
          </a:xfrm>
          <a:prstGeom prst="rect">
            <a:avLst/>
          </a:prstGeom>
        </p:spPr>
      </p:pic>
    </p:spTree>
  </p:cSld>
  <p:clrMapOvr>
    <a:masterClrMapping/>
  </p:clrMapOvr>
</p:sld>
</file>

<file path=ppt/slides/slide6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object 2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9560111" y="7229856"/>
            <a:ext cx="193488" cy="146304"/>
          </a:xfrm>
          <a:prstGeom prst="rect">
            <a:avLst/>
          </a:prstGeom>
        </p:spPr>
      </p:pic>
      <p:sp>
        <p:nvSpPr>
          <p:cNvPr id="3" name="object 3"/>
          <p:cNvSpPr/>
          <p:nvPr/>
        </p:nvSpPr>
        <p:spPr>
          <a:xfrm>
            <a:off x="1760219" y="1328927"/>
            <a:ext cx="218440" cy="447040"/>
          </a:xfrm>
          <a:custGeom>
            <a:avLst/>
            <a:gdLst/>
            <a:ahLst/>
            <a:cxnLst/>
            <a:rect l="l" t="t" r="r" b="b"/>
            <a:pathLst>
              <a:path w="218439" h="447039">
                <a:moveTo>
                  <a:pt x="217931" y="446532"/>
                </a:moveTo>
                <a:lnTo>
                  <a:pt x="0" y="446532"/>
                </a:lnTo>
                <a:lnTo>
                  <a:pt x="0" y="400812"/>
                </a:lnTo>
                <a:lnTo>
                  <a:pt x="80771" y="400812"/>
                </a:lnTo>
                <a:lnTo>
                  <a:pt x="80771" y="102108"/>
                </a:lnTo>
                <a:lnTo>
                  <a:pt x="0" y="102108"/>
                </a:lnTo>
                <a:lnTo>
                  <a:pt x="0" y="62484"/>
                </a:lnTo>
                <a:lnTo>
                  <a:pt x="21407" y="61626"/>
                </a:lnTo>
                <a:lnTo>
                  <a:pt x="39814" y="59055"/>
                </a:lnTo>
                <a:lnTo>
                  <a:pt x="77081" y="41362"/>
                </a:lnTo>
                <a:lnTo>
                  <a:pt x="91439" y="0"/>
                </a:lnTo>
                <a:lnTo>
                  <a:pt x="138683" y="0"/>
                </a:lnTo>
                <a:lnTo>
                  <a:pt x="138683" y="400812"/>
                </a:lnTo>
                <a:lnTo>
                  <a:pt x="217931" y="400812"/>
                </a:lnTo>
                <a:lnTo>
                  <a:pt x="217931" y="446532"/>
                </a:lnTo>
                <a:close/>
              </a:path>
            </a:pathLst>
          </a:custGeom>
          <a:solidFill>
            <a:srgbClr val="3333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" name="object 4"/>
          <p:cNvSpPr/>
          <p:nvPr/>
        </p:nvSpPr>
        <p:spPr>
          <a:xfrm>
            <a:off x="2084832" y="1690116"/>
            <a:ext cx="71755" cy="85725"/>
          </a:xfrm>
          <a:custGeom>
            <a:avLst/>
            <a:gdLst/>
            <a:ahLst/>
            <a:cxnLst/>
            <a:rect l="l" t="t" r="r" b="b"/>
            <a:pathLst>
              <a:path w="71755" h="85725">
                <a:moveTo>
                  <a:pt x="71627" y="85343"/>
                </a:moveTo>
                <a:lnTo>
                  <a:pt x="0" y="85343"/>
                </a:lnTo>
                <a:lnTo>
                  <a:pt x="0" y="0"/>
                </a:lnTo>
                <a:lnTo>
                  <a:pt x="71627" y="0"/>
                </a:lnTo>
                <a:lnTo>
                  <a:pt x="71627" y="85343"/>
                </a:lnTo>
                <a:close/>
              </a:path>
            </a:pathLst>
          </a:custGeom>
          <a:solidFill>
            <a:srgbClr val="3333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" name="object 5"/>
          <p:cNvSpPr/>
          <p:nvPr/>
        </p:nvSpPr>
        <p:spPr>
          <a:xfrm>
            <a:off x="2244852" y="1321307"/>
            <a:ext cx="276225" cy="454659"/>
          </a:xfrm>
          <a:custGeom>
            <a:avLst/>
            <a:gdLst/>
            <a:ahLst/>
            <a:cxnLst/>
            <a:rect l="l" t="t" r="r" b="b"/>
            <a:pathLst>
              <a:path w="276225" h="454660">
                <a:moveTo>
                  <a:pt x="275843" y="454151"/>
                </a:moveTo>
                <a:lnTo>
                  <a:pt x="0" y="454151"/>
                </a:lnTo>
                <a:lnTo>
                  <a:pt x="0" y="391667"/>
                </a:lnTo>
                <a:lnTo>
                  <a:pt x="29336" y="364426"/>
                </a:lnTo>
                <a:lnTo>
                  <a:pt x="43291" y="351162"/>
                </a:lnTo>
                <a:lnTo>
                  <a:pt x="56387" y="338327"/>
                </a:lnTo>
                <a:lnTo>
                  <a:pt x="69842" y="325493"/>
                </a:lnTo>
                <a:lnTo>
                  <a:pt x="82867" y="312229"/>
                </a:lnTo>
                <a:lnTo>
                  <a:pt x="131349" y="258079"/>
                </a:lnTo>
                <a:lnTo>
                  <a:pt x="165639" y="213407"/>
                </a:lnTo>
                <a:lnTo>
                  <a:pt x="185666" y="177903"/>
                </a:lnTo>
                <a:lnTo>
                  <a:pt x="196595" y="124967"/>
                </a:lnTo>
                <a:lnTo>
                  <a:pt x="196072" y="116109"/>
                </a:lnTo>
                <a:lnTo>
                  <a:pt x="178927" y="74961"/>
                </a:lnTo>
                <a:lnTo>
                  <a:pt x="142470" y="54387"/>
                </a:lnTo>
                <a:lnTo>
                  <a:pt x="120395" y="51815"/>
                </a:lnTo>
                <a:lnTo>
                  <a:pt x="112371" y="52077"/>
                </a:lnTo>
                <a:lnTo>
                  <a:pt x="71627" y="59626"/>
                </a:lnTo>
                <a:lnTo>
                  <a:pt x="24383" y="82295"/>
                </a:lnTo>
                <a:lnTo>
                  <a:pt x="18287" y="86867"/>
                </a:lnTo>
                <a:lnTo>
                  <a:pt x="13715" y="89915"/>
                </a:lnTo>
                <a:lnTo>
                  <a:pt x="10667" y="89915"/>
                </a:lnTo>
                <a:lnTo>
                  <a:pt x="10667" y="25908"/>
                </a:lnTo>
                <a:lnTo>
                  <a:pt x="60960" y="9143"/>
                </a:lnTo>
                <a:lnTo>
                  <a:pt x="109823" y="571"/>
                </a:lnTo>
                <a:lnTo>
                  <a:pt x="124967" y="0"/>
                </a:lnTo>
                <a:lnTo>
                  <a:pt x="154138" y="2024"/>
                </a:lnTo>
                <a:lnTo>
                  <a:pt x="202763" y="18645"/>
                </a:lnTo>
                <a:lnTo>
                  <a:pt x="237624" y="51196"/>
                </a:lnTo>
                <a:lnTo>
                  <a:pt x="255293" y="95678"/>
                </a:lnTo>
                <a:lnTo>
                  <a:pt x="257555" y="121919"/>
                </a:lnTo>
                <a:lnTo>
                  <a:pt x="257032" y="135112"/>
                </a:lnTo>
                <a:lnTo>
                  <a:pt x="247769" y="181832"/>
                </a:lnTo>
                <a:lnTo>
                  <a:pt x="228695" y="221218"/>
                </a:lnTo>
                <a:lnTo>
                  <a:pt x="191071" y="268986"/>
                </a:lnTo>
                <a:lnTo>
                  <a:pt x="159472" y="303156"/>
                </a:lnTo>
                <a:lnTo>
                  <a:pt x="128087" y="334541"/>
                </a:lnTo>
                <a:lnTo>
                  <a:pt x="111251" y="350519"/>
                </a:lnTo>
                <a:lnTo>
                  <a:pt x="94964" y="366569"/>
                </a:lnTo>
                <a:lnTo>
                  <a:pt x="67532" y="392953"/>
                </a:lnTo>
                <a:lnTo>
                  <a:pt x="56387" y="403859"/>
                </a:lnTo>
                <a:lnTo>
                  <a:pt x="275843" y="403859"/>
                </a:lnTo>
                <a:lnTo>
                  <a:pt x="275843" y="454151"/>
                </a:lnTo>
                <a:close/>
              </a:path>
            </a:pathLst>
          </a:custGeom>
          <a:solidFill>
            <a:srgbClr val="3333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" name="object 6"/>
          <p:cNvSpPr/>
          <p:nvPr/>
        </p:nvSpPr>
        <p:spPr>
          <a:xfrm>
            <a:off x="2604516" y="1690116"/>
            <a:ext cx="71755" cy="85725"/>
          </a:xfrm>
          <a:custGeom>
            <a:avLst/>
            <a:gdLst/>
            <a:ahLst/>
            <a:cxnLst/>
            <a:rect l="l" t="t" r="r" b="b"/>
            <a:pathLst>
              <a:path w="71755" h="85725">
                <a:moveTo>
                  <a:pt x="71627" y="85343"/>
                </a:moveTo>
                <a:lnTo>
                  <a:pt x="0" y="85343"/>
                </a:lnTo>
                <a:lnTo>
                  <a:pt x="0" y="0"/>
                </a:lnTo>
                <a:lnTo>
                  <a:pt x="71627" y="0"/>
                </a:lnTo>
                <a:lnTo>
                  <a:pt x="71627" y="85343"/>
                </a:lnTo>
                <a:close/>
              </a:path>
            </a:pathLst>
          </a:custGeom>
          <a:solidFill>
            <a:srgbClr val="3333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" name="object 7"/>
          <p:cNvSpPr/>
          <p:nvPr/>
        </p:nvSpPr>
        <p:spPr>
          <a:xfrm>
            <a:off x="2744724" y="1330451"/>
            <a:ext cx="307975" cy="445134"/>
          </a:xfrm>
          <a:custGeom>
            <a:avLst/>
            <a:gdLst/>
            <a:ahLst/>
            <a:cxnLst/>
            <a:rect l="l" t="t" r="r" b="b"/>
            <a:pathLst>
              <a:path w="307975" h="445135">
                <a:moveTo>
                  <a:pt x="307848" y="292607"/>
                </a:moveTo>
                <a:lnTo>
                  <a:pt x="0" y="292607"/>
                </a:lnTo>
                <a:lnTo>
                  <a:pt x="0" y="228599"/>
                </a:lnTo>
                <a:lnTo>
                  <a:pt x="199644" y="0"/>
                </a:lnTo>
                <a:lnTo>
                  <a:pt x="254508" y="0"/>
                </a:lnTo>
                <a:lnTo>
                  <a:pt x="254508" y="70103"/>
                </a:lnTo>
                <a:lnTo>
                  <a:pt x="196596" y="70103"/>
                </a:lnTo>
                <a:lnTo>
                  <a:pt x="47243" y="243839"/>
                </a:lnTo>
                <a:lnTo>
                  <a:pt x="307848" y="243839"/>
                </a:lnTo>
                <a:lnTo>
                  <a:pt x="307848" y="292607"/>
                </a:lnTo>
                <a:close/>
              </a:path>
              <a:path w="307975" h="445135">
                <a:moveTo>
                  <a:pt x="254508" y="243839"/>
                </a:moveTo>
                <a:lnTo>
                  <a:pt x="196596" y="243839"/>
                </a:lnTo>
                <a:lnTo>
                  <a:pt x="196596" y="70103"/>
                </a:lnTo>
                <a:lnTo>
                  <a:pt x="254508" y="70103"/>
                </a:lnTo>
                <a:lnTo>
                  <a:pt x="254508" y="243839"/>
                </a:lnTo>
                <a:close/>
              </a:path>
              <a:path w="307975" h="445135">
                <a:moveTo>
                  <a:pt x="254508" y="445008"/>
                </a:moveTo>
                <a:lnTo>
                  <a:pt x="196596" y="445008"/>
                </a:lnTo>
                <a:lnTo>
                  <a:pt x="196596" y="292607"/>
                </a:lnTo>
                <a:lnTo>
                  <a:pt x="254508" y="292607"/>
                </a:lnTo>
                <a:lnTo>
                  <a:pt x="254508" y="445008"/>
                </a:lnTo>
                <a:close/>
              </a:path>
            </a:pathLst>
          </a:custGeom>
          <a:solidFill>
            <a:srgbClr val="3333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3287267" y="1278636"/>
            <a:ext cx="554990" cy="547370"/>
          </a:xfrm>
          <a:custGeom>
            <a:avLst/>
            <a:gdLst/>
            <a:ahLst/>
            <a:cxnLst/>
            <a:rect l="l" t="t" r="r" b="b"/>
            <a:pathLst>
              <a:path w="554989" h="547369">
                <a:moveTo>
                  <a:pt x="394716" y="138683"/>
                </a:moveTo>
                <a:lnTo>
                  <a:pt x="361188" y="138683"/>
                </a:lnTo>
                <a:lnTo>
                  <a:pt x="360926" y="92154"/>
                </a:lnTo>
                <a:lnTo>
                  <a:pt x="360235" y="53339"/>
                </a:lnTo>
                <a:lnTo>
                  <a:pt x="359259" y="22526"/>
                </a:lnTo>
                <a:lnTo>
                  <a:pt x="358140" y="0"/>
                </a:lnTo>
                <a:lnTo>
                  <a:pt x="411480" y="25907"/>
                </a:lnTo>
                <a:lnTo>
                  <a:pt x="394716" y="42672"/>
                </a:lnTo>
                <a:lnTo>
                  <a:pt x="394716" y="138683"/>
                </a:lnTo>
                <a:close/>
              </a:path>
              <a:path w="554989" h="547369">
                <a:moveTo>
                  <a:pt x="173939" y="102107"/>
                </a:moveTo>
                <a:lnTo>
                  <a:pt x="138684" y="102107"/>
                </a:lnTo>
                <a:lnTo>
                  <a:pt x="158400" y="72151"/>
                </a:lnTo>
                <a:lnTo>
                  <a:pt x="174116" y="46481"/>
                </a:lnTo>
                <a:lnTo>
                  <a:pt x="185832" y="25384"/>
                </a:lnTo>
                <a:lnTo>
                  <a:pt x="193547" y="9143"/>
                </a:lnTo>
                <a:lnTo>
                  <a:pt x="236220" y="38100"/>
                </a:lnTo>
                <a:lnTo>
                  <a:pt x="201167" y="70104"/>
                </a:lnTo>
                <a:lnTo>
                  <a:pt x="178307" y="96583"/>
                </a:lnTo>
                <a:lnTo>
                  <a:pt x="173939" y="102107"/>
                </a:lnTo>
                <a:close/>
              </a:path>
              <a:path w="554989" h="547369">
                <a:moveTo>
                  <a:pt x="10667" y="228599"/>
                </a:moveTo>
                <a:lnTo>
                  <a:pt x="6096" y="222503"/>
                </a:lnTo>
                <a:lnTo>
                  <a:pt x="37218" y="198215"/>
                </a:lnTo>
                <a:lnTo>
                  <a:pt x="66484" y="173354"/>
                </a:lnTo>
                <a:lnTo>
                  <a:pt x="93749" y="147923"/>
                </a:lnTo>
                <a:lnTo>
                  <a:pt x="118872" y="121919"/>
                </a:lnTo>
                <a:lnTo>
                  <a:pt x="97988" y="98536"/>
                </a:lnTo>
                <a:lnTo>
                  <a:pt x="76390" y="76580"/>
                </a:lnTo>
                <a:lnTo>
                  <a:pt x="53935" y="56340"/>
                </a:lnTo>
                <a:lnTo>
                  <a:pt x="30479" y="38100"/>
                </a:lnTo>
                <a:lnTo>
                  <a:pt x="35052" y="30480"/>
                </a:lnTo>
                <a:lnTo>
                  <a:pt x="64746" y="47672"/>
                </a:lnTo>
                <a:lnTo>
                  <a:pt x="92011" y="65150"/>
                </a:lnTo>
                <a:lnTo>
                  <a:pt x="116705" y="83200"/>
                </a:lnTo>
                <a:lnTo>
                  <a:pt x="138684" y="102107"/>
                </a:lnTo>
                <a:lnTo>
                  <a:pt x="173939" y="102107"/>
                </a:lnTo>
                <a:lnTo>
                  <a:pt x="166877" y="111037"/>
                </a:lnTo>
                <a:lnTo>
                  <a:pt x="155447" y="126491"/>
                </a:lnTo>
                <a:lnTo>
                  <a:pt x="162135" y="144780"/>
                </a:lnTo>
                <a:lnTo>
                  <a:pt x="131063" y="144780"/>
                </a:lnTo>
                <a:lnTo>
                  <a:pt x="103893" y="169021"/>
                </a:lnTo>
                <a:lnTo>
                  <a:pt x="74866" y="191261"/>
                </a:lnTo>
                <a:lnTo>
                  <a:pt x="43838" y="211216"/>
                </a:lnTo>
                <a:lnTo>
                  <a:pt x="10667" y="228599"/>
                </a:lnTo>
                <a:close/>
              </a:path>
              <a:path w="554989" h="547369">
                <a:moveTo>
                  <a:pt x="243839" y="374904"/>
                </a:moveTo>
                <a:lnTo>
                  <a:pt x="244721" y="342661"/>
                </a:lnTo>
                <a:lnTo>
                  <a:pt x="245173" y="310134"/>
                </a:lnTo>
                <a:lnTo>
                  <a:pt x="245240" y="192571"/>
                </a:lnTo>
                <a:lnTo>
                  <a:pt x="245126" y="175831"/>
                </a:lnTo>
                <a:lnTo>
                  <a:pt x="244759" y="149352"/>
                </a:lnTo>
                <a:lnTo>
                  <a:pt x="244672" y="144780"/>
                </a:lnTo>
                <a:lnTo>
                  <a:pt x="243839" y="114300"/>
                </a:lnTo>
                <a:lnTo>
                  <a:pt x="278891" y="138683"/>
                </a:lnTo>
                <a:lnTo>
                  <a:pt x="519220" y="138683"/>
                </a:lnTo>
                <a:lnTo>
                  <a:pt x="530352" y="149352"/>
                </a:lnTo>
                <a:lnTo>
                  <a:pt x="526084" y="152400"/>
                </a:lnTo>
                <a:lnTo>
                  <a:pt x="278891" y="152400"/>
                </a:lnTo>
                <a:lnTo>
                  <a:pt x="278891" y="315467"/>
                </a:lnTo>
                <a:lnTo>
                  <a:pt x="509614" y="315467"/>
                </a:lnTo>
                <a:lnTo>
                  <a:pt x="509658" y="319325"/>
                </a:lnTo>
                <a:lnTo>
                  <a:pt x="509985" y="329184"/>
                </a:lnTo>
                <a:lnTo>
                  <a:pt x="278891" y="329184"/>
                </a:lnTo>
                <a:lnTo>
                  <a:pt x="278891" y="356616"/>
                </a:lnTo>
                <a:lnTo>
                  <a:pt x="243839" y="374904"/>
                </a:lnTo>
                <a:close/>
              </a:path>
              <a:path w="554989" h="547369">
                <a:moveTo>
                  <a:pt x="519220" y="138683"/>
                </a:moveTo>
                <a:lnTo>
                  <a:pt x="470916" y="138683"/>
                </a:lnTo>
                <a:lnTo>
                  <a:pt x="493776" y="114300"/>
                </a:lnTo>
                <a:lnTo>
                  <a:pt x="519220" y="138683"/>
                </a:lnTo>
                <a:close/>
              </a:path>
              <a:path w="554989" h="547369">
                <a:moveTo>
                  <a:pt x="1524" y="422148"/>
                </a:moveTo>
                <a:lnTo>
                  <a:pt x="0" y="413004"/>
                </a:lnTo>
                <a:lnTo>
                  <a:pt x="34539" y="377732"/>
                </a:lnTo>
                <a:lnTo>
                  <a:pt x="66738" y="339681"/>
                </a:lnTo>
                <a:lnTo>
                  <a:pt x="96450" y="298996"/>
                </a:lnTo>
                <a:lnTo>
                  <a:pt x="123529" y="255824"/>
                </a:lnTo>
                <a:lnTo>
                  <a:pt x="147827" y="210311"/>
                </a:lnTo>
                <a:lnTo>
                  <a:pt x="144137" y="192571"/>
                </a:lnTo>
                <a:lnTo>
                  <a:pt x="140017" y="175831"/>
                </a:lnTo>
                <a:lnTo>
                  <a:pt x="135612" y="159948"/>
                </a:lnTo>
                <a:lnTo>
                  <a:pt x="131063" y="144780"/>
                </a:lnTo>
                <a:lnTo>
                  <a:pt x="162135" y="144780"/>
                </a:lnTo>
                <a:lnTo>
                  <a:pt x="172592" y="173378"/>
                </a:lnTo>
                <a:lnTo>
                  <a:pt x="185165" y="222694"/>
                </a:lnTo>
                <a:lnTo>
                  <a:pt x="190306" y="256031"/>
                </a:lnTo>
                <a:lnTo>
                  <a:pt x="160020" y="256031"/>
                </a:lnTo>
                <a:lnTo>
                  <a:pt x="134611" y="295546"/>
                </a:lnTo>
                <a:lnTo>
                  <a:pt x="105985" y="331841"/>
                </a:lnTo>
                <a:lnTo>
                  <a:pt x="74212" y="364991"/>
                </a:lnTo>
                <a:lnTo>
                  <a:pt x="39367" y="395069"/>
                </a:lnTo>
                <a:lnTo>
                  <a:pt x="1524" y="422148"/>
                </a:lnTo>
                <a:close/>
              </a:path>
              <a:path w="554989" h="547369">
                <a:moveTo>
                  <a:pt x="394716" y="315467"/>
                </a:moveTo>
                <a:lnTo>
                  <a:pt x="361188" y="315467"/>
                </a:lnTo>
                <a:lnTo>
                  <a:pt x="361188" y="152400"/>
                </a:lnTo>
                <a:lnTo>
                  <a:pt x="394716" y="152400"/>
                </a:lnTo>
                <a:lnTo>
                  <a:pt x="394716" y="315467"/>
                </a:lnTo>
                <a:close/>
              </a:path>
              <a:path w="554989" h="547369">
                <a:moveTo>
                  <a:pt x="509614" y="315467"/>
                </a:moveTo>
                <a:lnTo>
                  <a:pt x="475488" y="315467"/>
                </a:lnTo>
                <a:lnTo>
                  <a:pt x="475488" y="152400"/>
                </a:lnTo>
                <a:lnTo>
                  <a:pt x="526084" y="152400"/>
                </a:lnTo>
                <a:lnTo>
                  <a:pt x="509016" y="164591"/>
                </a:lnTo>
                <a:lnTo>
                  <a:pt x="509127" y="256031"/>
                </a:lnTo>
                <a:lnTo>
                  <a:pt x="509206" y="280415"/>
                </a:lnTo>
                <a:lnTo>
                  <a:pt x="509614" y="315467"/>
                </a:lnTo>
                <a:close/>
              </a:path>
              <a:path w="554989" h="547369">
                <a:moveTo>
                  <a:pt x="173863" y="496824"/>
                </a:moveTo>
                <a:lnTo>
                  <a:pt x="106679" y="496824"/>
                </a:lnTo>
                <a:lnTo>
                  <a:pt x="113537" y="496514"/>
                </a:lnTo>
                <a:lnTo>
                  <a:pt x="120395" y="495490"/>
                </a:lnTo>
                <a:lnTo>
                  <a:pt x="151471" y="456866"/>
                </a:lnTo>
                <a:lnTo>
                  <a:pt x="159162" y="404336"/>
                </a:lnTo>
                <a:lnTo>
                  <a:pt x="161105" y="365760"/>
                </a:lnTo>
                <a:lnTo>
                  <a:pt x="161326" y="310134"/>
                </a:lnTo>
                <a:lnTo>
                  <a:pt x="160020" y="256031"/>
                </a:lnTo>
                <a:lnTo>
                  <a:pt x="190306" y="256031"/>
                </a:lnTo>
                <a:lnTo>
                  <a:pt x="193167" y="274581"/>
                </a:lnTo>
                <a:lnTo>
                  <a:pt x="196596" y="329184"/>
                </a:lnTo>
                <a:lnTo>
                  <a:pt x="196357" y="380880"/>
                </a:lnTo>
                <a:lnTo>
                  <a:pt x="193547" y="423862"/>
                </a:lnTo>
                <a:lnTo>
                  <a:pt x="188452" y="457985"/>
                </a:lnTo>
                <a:lnTo>
                  <a:pt x="181329" y="483155"/>
                </a:lnTo>
                <a:lnTo>
                  <a:pt x="173863" y="496824"/>
                </a:lnTo>
                <a:close/>
              </a:path>
              <a:path w="554989" h="547369">
                <a:moveTo>
                  <a:pt x="233172" y="534924"/>
                </a:moveTo>
                <a:lnTo>
                  <a:pt x="211835" y="484632"/>
                </a:lnTo>
                <a:lnTo>
                  <a:pt x="242673" y="483155"/>
                </a:lnTo>
                <a:lnTo>
                  <a:pt x="277939" y="480822"/>
                </a:lnTo>
                <a:lnTo>
                  <a:pt x="317492" y="477345"/>
                </a:lnTo>
                <a:lnTo>
                  <a:pt x="361188" y="472440"/>
                </a:lnTo>
                <a:lnTo>
                  <a:pt x="361188" y="329184"/>
                </a:lnTo>
                <a:lnTo>
                  <a:pt x="394716" y="329184"/>
                </a:lnTo>
                <a:lnTo>
                  <a:pt x="394716" y="467868"/>
                </a:lnTo>
                <a:lnTo>
                  <a:pt x="497191" y="467868"/>
                </a:lnTo>
                <a:lnTo>
                  <a:pt x="455604" y="476607"/>
                </a:lnTo>
                <a:lnTo>
                  <a:pt x="367276" y="496514"/>
                </a:lnTo>
                <a:lnTo>
                  <a:pt x="327660" y="505968"/>
                </a:lnTo>
                <a:lnTo>
                  <a:pt x="292750" y="513921"/>
                </a:lnTo>
                <a:lnTo>
                  <a:pt x="265556" y="521589"/>
                </a:lnTo>
                <a:lnTo>
                  <a:pt x="245792" y="528685"/>
                </a:lnTo>
                <a:lnTo>
                  <a:pt x="233172" y="534924"/>
                </a:lnTo>
                <a:close/>
              </a:path>
              <a:path w="554989" h="547369">
                <a:moveTo>
                  <a:pt x="475488" y="365760"/>
                </a:moveTo>
                <a:lnTo>
                  <a:pt x="475488" y="329184"/>
                </a:lnTo>
                <a:lnTo>
                  <a:pt x="509985" y="329184"/>
                </a:lnTo>
                <a:lnTo>
                  <a:pt x="510540" y="345948"/>
                </a:lnTo>
                <a:lnTo>
                  <a:pt x="475488" y="365760"/>
                </a:lnTo>
                <a:close/>
              </a:path>
              <a:path w="554989" h="547369">
                <a:moveTo>
                  <a:pt x="497191" y="467868"/>
                </a:moveTo>
                <a:lnTo>
                  <a:pt x="394716" y="467868"/>
                </a:lnTo>
                <a:lnTo>
                  <a:pt x="499872" y="454152"/>
                </a:lnTo>
                <a:lnTo>
                  <a:pt x="492085" y="440697"/>
                </a:lnTo>
                <a:lnTo>
                  <a:pt x="482155" y="425386"/>
                </a:lnTo>
                <a:lnTo>
                  <a:pt x="469653" y="408074"/>
                </a:lnTo>
                <a:lnTo>
                  <a:pt x="454152" y="388620"/>
                </a:lnTo>
                <a:lnTo>
                  <a:pt x="460248" y="382524"/>
                </a:lnTo>
                <a:lnTo>
                  <a:pt x="495681" y="410813"/>
                </a:lnTo>
                <a:lnTo>
                  <a:pt x="539115" y="451961"/>
                </a:lnTo>
                <a:lnTo>
                  <a:pt x="547605" y="466344"/>
                </a:lnTo>
                <a:lnTo>
                  <a:pt x="504444" y="466344"/>
                </a:lnTo>
                <a:lnTo>
                  <a:pt x="497191" y="467868"/>
                </a:lnTo>
                <a:close/>
              </a:path>
              <a:path w="554989" h="547369">
                <a:moveTo>
                  <a:pt x="536448" y="530352"/>
                </a:moveTo>
                <a:lnTo>
                  <a:pt x="530352" y="530352"/>
                </a:lnTo>
                <a:lnTo>
                  <a:pt x="525780" y="527304"/>
                </a:lnTo>
                <a:lnTo>
                  <a:pt x="519017" y="507063"/>
                </a:lnTo>
                <a:lnTo>
                  <a:pt x="514731" y="494538"/>
                </a:lnTo>
                <a:lnTo>
                  <a:pt x="509855" y="480822"/>
                </a:lnTo>
                <a:lnTo>
                  <a:pt x="504444" y="466344"/>
                </a:lnTo>
                <a:lnTo>
                  <a:pt x="547605" y="466344"/>
                </a:lnTo>
                <a:lnTo>
                  <a:pt x="550235" y="474535"/>
                </a:lnTo>
                <a:lnTo>
                  <a:pt x="552650" y="483155"/>
                </a:lnTo>
                <a:lnTo>
                  <a:pt x="554188" y="490537"/>
                </a:lnTo>
                <a:lnTo>
                  <a:pt x="554735" y="496824"/>
                </a:lnTo>
                <a:lnTo>
                  <a:pt x="554164" y="503634"/>
                </a:lnTo>
                <a:lnTo>
                  <a:pt x="552450" y="510159"/>
                </a:lnTo>
                <a:lnTo>
                  <a:pt x="549592" y="516112"/>
                </a:lnTo>
                <a:lnTo>
                  <a:pt x="545592" y="521208"/>
                </a:lnTo>
                <a:lnTo>
                  <a:pt x="541020" y="527304"/>
                </a:lnTo>
                <a:lnTo>
                  <a:pt x="536448" y="530352"/>
                </a:lnTo>
                <a:close/>
              </a:path>
              <a:path w="554989" h="547369">
                <a:moveTo>
                  <a:pt x="114299" y="547116"/>
                </a:moveTo>
                <a:lnTo>
                  <a:pt x="107180" y="532876"/>
                </a:lnTo>
                <a:lnTo>
                  <a:pt x="95059" y="520065"/>
                </a:lnTo>
                <a:lnTo>
                  <a:pt x="78081" y="508968"/>
                </a:lnTo>
                <a:lnTo>
                  <a:pt x="56387" y="499872"/>
                </a:lnTo>
                <a:lnTo>
                  <a:pt x="56387" y="489204"/>
                </a:lnTo>
                <a:lnTo>
                  <a:pt x="71532" y="492966"/>
                </a:lnTo>
                <a:lnTo>
                  <a:pt x="84962" y="495300"/>
                </a:lnTo>
                <a:lnTo>
                  <a:pt x="96678" y="496490"/>
                </a:lnTo>
                <a:lnTo>
                  <a:pt x="106679" y="496824"/>
                </a:lnTo>
                <a:lnTo>
                  <a:pt x="173863" y="496824"/>
                </a:lnTo>
                <a:lnTo>
                  <a:pt x="171092" y="501896"/>
                </a:lnTo>
                <a:lnTo>
                  <a:pt x="156400" y="519112"/>
                </a:lnTo>
                <a:lnTo>
                  <a:pt x="137421" y="534328"/>
                </a:lnTo>
                <a:lnTo>
                  <a:pt x="114299" y="547116"/>
                </a:lnTo>
                <a:close/>
              </a:path>
            </a:pathLst>
          </a:custGeom>
          <a:solidFill>
            <a:srgbClr val="3333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3898391" y="1275588"/>
            <a:ext cx="565785" cy="508000"/>
          </a:xfrm>
          <a:custGeom>
            <a:avLst/>
            <a:gdLst/>
            <a:ahLst/>
            <a:cxnLst/>
            <a:rect l="l" t="t" r="r" b="b"/>
            <a:pathLst>
              <a:path w="565785" h="508000">
                <a:moveTo>
                  <a:pt x="288036" y="117348"/>
                </a:moveTo>
                <a:lnTo>
                  <a:pt x="284988" y="117348"/>
                </a:lnTo>
                <a:lnTo>
                  <a:pt x="280439" y="115657"/>
                </a:lnTo>
                <a:lnTo>
                  <a:pt x="276034" y="110680"/>
                </a:lnTo>
                <a:lnTo>
                  <a:pt x="271914" y="102560"/>
                </a:lnTo>
                <a:lnTo>
                  <a:pt x="268224" y="91440"/>
                </a:lnTo>
                <a:lnTo>
                  <a:pt x="260842" y="70842"/>
                </a:lnTo>
                <a:lnTo>
                  <a:pt x="250317" y="50101"/>
                </a:lnTo>
                <a:lnTo>
                  <a:pt x="236934" y="29075"/>
                </a:lnTo>
                <a:lnTo>
                  <a:pt x="220980" y="7620"/>
                </a:lnTo>
                <a:lnTo>
                  <a:pt x="225552" y="0"/>
                </a:lnTo>
                <a:lnTo>
                  <a:pt x="271462" y="25527"/>
                </a:lnTo>
                <a:lnTo>
                  <a:pt x="301656" y="51958"/>
                </a:lnTo>
                <a:lnTo>
                  <a:pt x="309372" y="74676"/>
                </a:lnTo>
                <a:lnTo>
                  <a:pt x="308776" y="80676"/>
                </a:lnTo>
                <a:lnTo>
                  <a:pt x="306895" y="87249"/>
                </a:lnTo>
                <a:lnTo>
                  <a:pt x="303585" y="94392"/>
                </a:lnTo>
                <a:lnTo>
                  <a:pt x="298704" y="102108"/>
                </a:lnTo>
                <a:lnTo>
                  <a:pt x="292608" y="112776"/>
                </a:lnTo>
                <a:lnTo>
                  <a:pt x="288036" y="117348"/>
                </a:lnTo>
                <a:close/>
              </a:path>
              <a:path w="565785" h="508000">
                <a:moveTo>
                  <a:pt x="59435" y="147828"/>
                </a:moveTo>
                <a:lnTo>
                  <a:pt x="38100" y="126492"/>
                </a:lnTo>
                <a:lnTo>
                  <a:pt x="448056" y="126492"/>
                </a:lnTo>
                <a:lnTo>
                  <a:pt x="483108" y="91440"/>
                </a:lnTo>
                <a:lnTo>
                  <a:pt x="531876" y="141732"/>
                </a:lnTo>
                <a:lnTo>
                  <a:pt x="117348" y="141732"/>
                </a:lnTo>
                <a:lnTo>
                  <a:pt x="102512" y="142041"/>
                </a:lnTo>
                <a:lnTo>
                  <a:pt x="87820" y="143065"/>
                </a:lnTo>
                <a:lnTo>
                  <a:pt x="73413" y="144946"/>
                </a:lnTo>
                <a:lnTo>
                  <a:pt x="59435" y="147828"/>
                </a:lnTo>
                <a:close/>
              </a:path>
              <a:path w="565785" h="508000">
                <a:moveTo>
                  <a:pt x="318516" y="486156"/>
                </a:moveTo>
                <a:lnTo>
                  <a:pt x="301752" y="486156"/>
                </a:lnTo>
                <a:lnTo>
                  <a:pt x="323073" y="421393"/>
                </a:lnTo>
                <a:lnTo>
                  <a:pt x="341263" y="361244"/>
                </a:lnTo>
                <a:lnTo>
                  <a:pt x="356235" y="305752"/>
                </a:lnTo>
                <a:lnTo>
                  <a:pt x="367904" y="254959"/>
                </a:lnTo>
                <a:lnTo>
                  <a:pt x="376188" y="208907"/>
                </a:lnTo>
                <a:lnTo>
                  <a:pt x="381000" y="167640"/>
                </a:lnTo>
                <a:lnTo>
                  <a:pt x="445008" y="202692"/>
                </a:lnTo>
                <a:lnTo>
                  <a:pt x="419100" y="219456"/>
                </a:lnTo>
                <a:lnTo>
                  <a:pt x="402336" y="268739"/>
                </a:lnTo>
                <a:lnTo>
                  <a:pt x="385572" y="316032"/>
                </a:lnTo>
                <a:lnTo>
                  <a:pt x="368808" y="361378"/>
                </a:lnTo>
                <a:lnTo>
                  <a:pt x="352044" y="404819"/>
                </a:lnTo>
                <a:lnTo>
                  <a:pt x="335280" y="446397"/>
                </a:lnTo>
                <a:lnTo>
                  <a:pt x="318516" y="486156"/>
                </a:lnTo>
                <a:close/>
              </a:path>
              <a:path w="565785" h="508000">
                <a:moveTo>
                  <a:pt x="207740" y="429934"/>
                </a:moveTo>
                <a:lnTo>
                  <a:pt x="202311" y="425767"/>
                </a:lnTo>
                <a:lnTo>
                  <a:pt x="198596" y="415599"/>
                </a:lnTo>
                <a:lnTo>
                  <a:pt x="196596" y="399287"/>
                </a:lnTo>
                <a:lnTo>
                  <a:pt x="193738" y="379880"/>
                </a:lnTo>
                <a:lnTo>
                  <a:pt x="184594" y="334779"/>
                </a:lnTo>
                <a:lnTo>
                  <a:pt x="170830" y="283392"/>
                </a:lnTo>
                <a:lnTo>
                  <a:pt x="151304" y="226861"/>
                </a:lnTo>
                <a:lnTo>
                  <a:pt x="138684" y="196595"/>
                </a:lnTo>
                <a:lnTo>
                  <a:pt x="149352" y="192024"/>
                </a:lnTo>
                <a:lnTo>
                  <a:pt x="176212" y="233433"/>
                </a:lnTo>
                <a:lnTo>
                  <a:pt x="197358" y="268414"/>
                </a:lnTo>
                <a:lnTo>
                  <a:pt x="222504" y="318515"/>
                </a:lnTo>
                <a:lnTo>
                  <a:pt x="236648" y="365664"/>
                </a:lnTo>
                <a:lnTo>
                  <a:pt x="237744" y="377952"/>
                </a:lnTo>
                <a:lnTo>
                  <a:pt x="237458" y="383071"/>
                </a:lnTo>
                <a:lnTo>
                  <a:pt x="222027" y="423148"/>
                </a:lnTo>
                <a:lnTo>
                  <a:pt x="214884" y="428244"/>
                </a:lnTo>
                <a:lnTo>
                  <a:pt x="207740" y="429934"/>
                </a:lnTo>
                <a:close/>
              </a:path>
              <a:path w="565785" h="508000">
                <a:moveTo>
                  <a:pt x="21335" y="507492"/>
                </a:moveTo>
                <a:lnTo>
                  <a:pt x="0" y="486156"/>
                </a:lnTo>
                <a:lnTo>
                  <a:pt x="481584" y="486156"/>
                </a:lnTo>
                <a:lnTo>
                  <a:pt x="516636" y="448056"/>
                </a:lnTo>
                <a:lnTo>
                  <a:pt x="565404" y="499872"/>
                </a:lnTo>
                <a:lnTo>
                  <a:pt x="79248" y="499872"/>
                </a:lnTo>
                <a:lnTo>
                  <a:pt x="63769" y="500419"/>
                </a:lnTo>
                <a:lnTo>
                  <a:pt x="49149" y="501967"/>
                </a:lnTo>
                <a:lnTo>
                  <a:pt x="35099" y="504372"/>
                </a:lnTo>
                <a:lnTo>
                  <a:pt x="21335" y="507492"/>
                </a:lnTo>
                <a:close/>
              </a:path>
            </a:pathLst>
          </a:custGeom>
          <a:solidFill>
            <a:srgbClr val="3333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4511039" y="1271015"/>
            <a:ext cx="563880" cy="567055"/>
          </a:xfrm>
          <a:custGeom>
            <a:avLst/>
            <a:gdLst/>
            <a:ahLst/>
            <a:cxnLst/>
            <a:rect l="l" t="t" r="r" b="b"/>
            <a:pathLst>
              <a:path w="563879" h="567055">
                <a:moveTo>
                  <a:pt x="4572" y="240792"/>
                </a:moveTo>
                <a:lnTo>
                  <a:pt x="0" y="234696"/>
                </a:lnTo>
                <a:lnTo>
                  <a:pt x="25717" y="210693"/>
                </a:lnTo>
                <a:lnTo>
                  <a:pt x="50292" y="184404"/>
                </a:lnTo>
                <a:lnTo>
                  <a:pt x="96012" y="124968"/>
                </a:lnTo>
                <a:lnTo>
                  <a:pt x="133731" y="62484"/>
                </a:lnTo>
                <a:lnTo>
                  <a:pt x="160020" y="0"/>
                </a:lnTo>
                <a:lnTo>
                  <a:pt x="207264" y="33528"/>
                </a:lnTo>
                <a:lnTo>
                  <a:pt x="185928" y="41148"/>
                </a:lnTo>
                <a:lnTo>
                  <a:pt x="150876" y="97536"/>
                </a:lnTo>
                <a:lnTo>
                  <a:pt x="507019" y="97536"/>
                </a:lnTo>
                <a:lnTo>
                  <a:pt x="521208" y="112776"/>
                </a:lnTo>
                <a:lnTo>
                  <a:pt x="146304" y="112776"/>
                </a:lnTo>
                <a:lnTo>
                  <a:pt x="146304" y="146304"/>
                </a:lnTo>
                <a:lnTo>
                  <a:pt x="114300" y="146304"/>
                </a:lnTo>
                <a:lnTo>
                  <a:pt x="90297" y="171997"/>
                </a:lnTo>
                <a:lnTo>
                  <a:pt x="64008" y="196405"/>
                </a:lnTo>
                <a:lnTo>
                  <a:pt x="35433" y="219384"/>
                </a:lnTo>
                <a:lnTo>
                  <a:pt x="4572" y="240792"/>
                </a:lnTo>
                <a:close/>
              </a:path>
              <a:path w="563879" h="567055">
                <a:moveTo>
                  <a:pt x="312420" y="92964"/>
                </a:moveTo>
                <a:lnTo>
                  <a:pt x="310896" y="92964"/>
                </a:lnTo>
                <a:lnTo>
                  <a:pt x="306347" y="91559"/>
                </a:lnTo>
                <a:lnTo>
                  <a:pt x="301942" y="87439"/>
                </a:lnTo>
                <a:lnTo>
                  <a:pt x="297822" y="80748"/>
                </a:lnTo>
                <a:lnTo>
                  <a:pt x="294132" y="71628"/>
                </a:lnTo>
                <a:lnTo>
                  <a:pt x="287321" y="56149"/>
                </a:lnTo>
                <a:lnTo>
                  <a:pt x="278511" y="41528"/>
                </a:lnTo>
                <a:lnTo>
                  <a:pt x="267985" y="27479"/>
                </a:lnTo>
                <a:lnTo>
                  <a:pt x="256032" y="13716"/>
                </a:lnTo>
                <a:lnTo>
                  <a:pt x="260604" y="7620"/>
                </a:lnTo>
                <a:lnTo>
                  <a:pt x="297561" y="22669"/>
                </a:lnTo>
                <a:lnTo>
                  <a:pt x="327469" y="49149"/>
                </a:lnTo>
                <a:lnTo>
                  <a:pt x="330708" y="59436"/>
                </a:lnTo>
                <a:lnTo>
                  <a:pt x="330708" y="65532"/>
                </a:lnTo>
                <a:lnTo>
                  <a:pt x="327660" y="73152"/>
                </a:lnTo>
                <a:lnTo>
                  <a:pt x="315468" y="88391"/>
                </a:lnTo>
                <a:lnTo>
                  <a:pt x="312420" y="92964"/>
                </a:lnTo>
                <a:close/>
              </a:path>
              <a:path w="563879" h="567055">
                <a:moveTo>
                  <a:pt x="507019" y="97536"/>
                </a:moveTo>
                <a:lnTo>
                  <a:pt x="452628" y="97536"/>
                </a:lnTo>
                <a:lnTo>
                  <a:pt x="480060" y="68579"/>
                </a:lnTo>
                <a:lnTo>
                  <a:pt x="507019" y="97536"/>
                </a:lnTo>
                <a:close/>
              </a:path>
              <a:path w="563879" h="567055">
                <a:moveTo>
                  <a:pt x="313944" y="169164"/>
                </a:moveTo>
                <a:lnTo>
                  <a:pt x="281940" y="169164"/>
                </a:lnTo>
                <a:lnTo>
                  <a:pt x="281940" y="112776"/>
                </a:lnTo>
                <a:lnTo>
                  <a:pt x="313944" y="112776"/>
                </a:lnTo>
                <a:lnTo>
                  <a:pt x="313944" y="169164"/>
                </a:lnTo>
                <a:close/>
              </a:path>
              <a:path w="563879" h="567055">
                <a:moveTo>
                  <a:pt x="476616" y="169164"/>
                </a:moveTo>
                <a:lnTo>
                  <a:pt x="425196" y="169164"/>
                </a:lnTo>
                <a:lnTo>
                  <a:pt x="452628" y="143256"/>
                </a:lnTo>
                <a:lnTo>
                  <a:pt x="476616" y="169164"/>
                </a:lnTo>
                <a:close/>
              </a:path>
              <a:path w="563879" h="567055">
                <a:moveTo>
                  <a:pt x="112776" y="361188"/>
                </a:moveTo>
                <a:lnTo>
                  <a:pt x="113657" y="311753"/>
                </a:lnTo>
                <a:lnTo>
                  <a:pt x="114109" y="259461"/>
                </a:lnTo>
                <a:lnTo>
                  <a:pt x="114179" y="236220"/>
                </a:lnTo>
                <a:lnTo>
                  <a:pt x="114300" y="146304"/>
                </a:lnTo>
                <a:lnTo>
                  <a:pt x="146304" y="146304"/>
                </a:lnTo>
                <a:lnTo>
                  <a:pt x="146304" y="169164"/>
                </a:lnTo>
                <a:lnTo>
                  <a:pt x="476616" y="169164"/>
                </a:lnTo>
                <a:lnTo>
                  <a:pt x="490728" y="184404"/>
                </a:lnTo>
                <a:lnTo>
                  <a:pt x="146304" y="184404"/>
                </a:lnTo>
                <a:lnTo>
                  <a:pt x="146304" y="236220"/>
                </a:lnTo>
                <a:lnTo>
                  <a:pt x="471480" y="236220"/>
                </a:lnTo>
                <a:lnTo>
                  <a:pt x="486156" y="251460"/>
                </a:lnTo>
                <a:lnTo>
                  <a:pt x="146304" y="251460"/>
                </a:lnTo>
                <a:lnTo>
                  <a:pt x="146304" y="306324"/>
                </a:lnTo>
                <a:lnTo>
                  <a:pt x="503409" y="306324"/>
                </a:lnTo>
                <a:lnTo>
                  <a:pt x="516636" y="320040"/>
                </a:lnTo>
                <a:lnTo>
                  <a:pt x="146304" y="320040"/>
                </a:lnTo>
                <a:lnTo>
                  <a:pt x="146304" y="348996"/>
                </a:lnTo>
                <a:lnTo>
                  <a:pt x="112776" y="361188"/>
                </a:lnTo>
                <a:close/>
              </a:path>
              <a:path w="563879" h="567055">
                <a:moveTo>
                  <a:pt x="313944" y="236220"/>
                </a:moveTo>
                <a:lnTo>
                  <a:pt x="281940" y="236220"/>
                </a:lnTo>
                <a:lnTo>
                  <a:pt x="281940" y="184404"/>
                </a:lnTo>
                <a:lnTo>
                  <a:pt x="313944" y="184404"/>
                </a:lnTo>
                <a:lnTo>
                  <a:pt x="313944" y="236220"/>
                </a:lnTo>
                <a:close/>
              </a:path>
              <a:path w="563879" h="567055">
                <a:moveTo>
                  <a:pt x="471480" y="236220"/>
                </a:moveTo>
                <a:lnTo>
                  <a:pt x="420624" y="236220"/>
                </a:lnTo>
                <a:lnTo>
                  <a:pt x="446532" y="210312"/>
                </a:lnTo>
                <a:lnTo>
                  <a:pt x="471480" y="236220"/>
                </a:lnTo>
                <a:close/>
              </a:path>
              <a:path w="563879" h="567055">
                <a:moveTo>
                  <a:pt x="313944" y="306324"/>
                </a:moveTo>
                <a:lnTo>
                  <a:pt x="281940" y="306324"/>
                </a:lnTo>
                <a:lnTo>
                  <a:pt x="281940" y="251460"/>
                </a:lnTo>
                <a:lnTo>
                  <a:pt x="313944" y="251460"/>
                </a:lnTo>
                <a:lnTo>
                  <a:pt x="313944" y="306324"/>
                </a:lnTo>
                <a:close/>
              </a:path>
              <a:path w="563879" h="567055">
                <a:moveTo>
                  <a:pt x="503409" y="306324"/>
                </a:moveTo>
                <a:lnTo>
                  <a:pt x="446532" y="306324"/>
                </a:lnTo>
                <a:lnTo>
                  <a:pt x="475488" y="277368"/>
                </a:lnTo>
                <a:lnTo>
                  <a:pt x="503409" y="306324"/>
                </a:lnTo>
                <a:close/>
              </a:path>
              <a:path w="563879" h="567055">
                <a:moveTo>
                  <a:pt x="301752" y="379476"/>
                </a:moveTo>
                <a:lnTo>
                  <a:pt x="269748" y="379476"/>
                </a:lnTo>
                <a:lnTo>
                  <a:pt x="269671" y="358140"/>
                </a:lnTo>
                <a:lnTo>
                  <a:pt x="269557" y="347853"/>
                </a:lnTo>
                <a:lnTo>
                  <a:pt x="269105" y="334470"/>
                </a:lnTo>
                <a:lnTo>
                  <a:pt x="268224" y="323088"/>
                </a:lnTo>
                <a:lnTo>
                  <a:pt x="320040" y="341376"/>
                </a:lnTo>
                <a:lnTo>
                  <a:pt x="301752" y="358140"/>
                </a:lnTo>
                <a:lnTo>
                  <a:pt x="301752" y="379476"/>
                </a:lnTo>
                <a:close/>
              </a:path>
              <a:path w="563879" h="567055">
                <a:moveTo>
                  <a:pt x="24384" y="402336"/>
                </a:moveTo>
                <a:lnTo>
                  <a:pt x="1524" y="379476"/>
                </a:lnTo>
                <a:lnTo>
                  <a:pt x="492252" y="379476"/>
                </a:lnTo>
                <a:lnTo>
                  <a:pt x="521208" y="352044"/>
                </a:lnTo>
                <a:lnTo>
                  <a:pt x="562356" y="394716"/>
                </a:lnTo>
                <a:lnTo>
                  <a:pt x="80772" y="394716"/>
                </a:lnTo>
                <a:lnTo>
                  <a:pt x="65960" y="395049"/>
                </a:lnTo>
                <a:lnTo>
                  <a:pt x="51435" y="396240"/>
                </a:lnTo>
                <a:lnTo>
                  <a:pt x="37480" y="398573"/>
                </a:lnTo>
                <a:lnTo>
                  <a:pt x="24384" y="402336"/>
                </a:lnTo>
                <a:close/>
              </a:path>
              <a:path w="563879" h="567055">
                <a:moveTo>
                  <a:pt x="4572" y="559308"/>
                </a:moveTo>
                <a:lnTo>
                  <a:pt x="1524" y="550164"/>
                </a:lnTo>
                <a:lnTo>
                  <a:pt x="43243" y="530447"/>
                </a:lnTo>
                <a:lnTo>
                  <a:pt x="81534" y="510159"/>
                </a:lnTo>
                <a:lnTo>
                  <a:pt x="116395" y="489299"/>
                </a:lnTo>
                <a:lnTo>
                  <a:pt x="175260" y="446151"/>
                </a:lnTo>
                <a:lnTo>
                  <a:pt x="216408" y="409575"/>
                </a:lnTo>
                <a:lnTo>
                  <a:pt x="230124" y="394716"/>
                </a:lnTo>
                <a:lnTo>
                  <a:pt x="301752" y="394716"/>
                </a:lnTo>
                <a:lnTo>
                  <a:pt x="301752" y="396240"/>
                </a:lnTo>
                <a:lnTo>
                  <a:pt x="269748" y="396240"/>
                </a:lnTo>
                <a:lnTo>
                  <a:pt x="243768" y="423433"/>
                </a:lnTo>
                <a:lnTo>
                  <a:pt x="187237" y="470392"/>
                </a:lnTo>
                <a:lnTo>
                  <a:pt x="123515" y="508944"/>
                </a:lnTo>
                <a:lnTo>
                  <a:pt x="87058" y="526732"/>
                </a:lnTo>
                <a:lnTo>
                  <a:pt x="47458" y="543663"/>
                </a:lnTo>
                <a:lnTo>
                  <a:pt x="4572" y="559308"/>
                </a:lnTo>
                <a:close/>
              </a:path>
              <a:path w="563879" h="567055">
                <a:moveTo>
                  <a:pt x="521208" y="550164"/>
                </a:moveTo>
                <a:lnTo>
                  <a:pt x="461962" y="527494"/>
                </a:lnTo>
                <a:lnTo>
                  <a:pt x="408432" y="496824"/>
                </a:lnTo>
                <a:lnTo>
                  <a:pt x="360235" y="453771"/>
                </a:lnTo>
                <a:lnTo>
                  <a:pt x="315468" y="394716"/>
                </a:lnTo>
                <a:lnTo>
                  <a:pt x="327660" y="394716"/>
                </a:lnTo>
                <a:lnTo>
                  <a:pt x="351115" y="419552"/>
                </a:lnTo>
                <a:lnTo>
                  <a:pt x="375856" y="441388"/>
                </a:lnTo>
                <a:lnTo>
                  <a:pt x="429768" y="475488"/>
                </a:lnTo>
                <a:lnTo>
                  <a:pt x="492823" y="499491"/>
                </a:lnTo>
                <a:lnTo>
                  <a:pt x="563880" y="512064"/>
                </a:lnTo>
                <a:lnTo>
                  <a:pt x="563880" y="519684"/>
                </a:lnTo>
                <a:lnTo>
                  <a:pt x="548211" y="524017"/>
                </a:lnTo>
                <a:lnTo>
                  <a:pt x="535686" y="530352"/>
                </a:lnTo>
                <a:lnTo>
                  <a:pt x="526589" y="538972"/>
                </a:lnTo>
                <a:lnTo>
                  <a:pt x="521208" y="550164"/>
                </a:lnTo>
                <a:close/>
              </a:path>
              <a:path w="563879" h="567055">
                <a:moveTo>
                  <a:pt x="268224" y="566928"/>
                </a:moveTo>
                <a:lnTo>
                  <a:pt x="269098" y="527494"/>
                </a:lnTo>
                <a:lnTo>
                  <a:pt x="269501" y="490728"/>
                </a:lnTo>
                <a:lnTo>
                  <a:pt x="269625" y="467868"/>
                </a:lnTo>
                <a:lnTo>
                  <a:pt x="269748" y="396240"/>
                </a:lnTo>
                <a:lnTo>
                  <a:pt x="301752" y="396240"/>
                </a:lnTo>
                <a:lnTo>
                  <a:pt x="301877" y="475488"/>
                </a:lnTo>
                <a:lnTo>
                  <a:pt x="302000" y="496824"/>
                </a:lnTo>
                <a:lnTo>
                  <a:pt x="302394" y="525446"/>
                </a:lnTo>
                <a:lnTo>
                  <a:pt x="303276" y="547116"/>
                </a:lnTo>
                <a:lnTo>
                  <a:pt x="268224" y="566928"/>
                </a:lnTo>
                <a:close/>
              </a:path>
            </a:pathLst>
          </a:custGeom>
          <a:solidFill>
            <a:srgbClr val="3333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1751075" y="2552700"/>
            <a:ext cx="155575" cy="155575"/>
          </a:xfrm>
          <a:custGeom>
            <a:avLst/>
            <a:gdLst/>
            <a:ahLst/>
            <a:cxnLst/>
            <a:rect l="l" t="t" r="r" b="b"/>
            <a:pathLst>
              <a:path w="155575" h="155575">
                <a:moveTo>
                  <a:pt x="155448" y="155448"/>
                </a:moveTo>
                <a:lnTo>
                  <a:pt x="0" y="155448"/>
                </a:lnTo>
                <a:lnTo>
                  <a:pt x="0" y="0"/>
                </a:lnTo>
                <a:lnTo>
                  <a:pt x="155448" y="0"/>
                </a:lnTo>
                <a:lnTo>
                  <a:pt x="155448" y="155448"/>
                </a:lnTo>
                <a:close/>
              </a:path>
            </a:pathLst>
          </a:custGeom>
          <a:solidFill>
            <a:srgbClr val="3333C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2125980" y="2360675"/>
            <a:ext cx="841375" cy="410209"/>
          </a:xfrm>
          <a:custGeom>
            <a:avLst/>
            <a:gdLst/>
            <a:ahLst/>
            <a:cxnLst/>
            <a:rect l="l" t="t" r="r" b="b"/>
            <a:pathLst>
              <a:path w="841375" h="410210">
                <a:moveTo>
                  <a:pt x="156959" y="330708"/>
                </a:moveTo>
                <a:lnTo>
                  <a:pt x="155435" y="321564"/>
                </a:lnTo>
                <a:lnTo>
                  <a:pt x="55803" y="346329"/>
                </a:lnTo>
                <a:lnTo>
                  <a:pt x="25349" y="352856"/>
                </a:lnTo>
                <a:lnTo>
                  <a:pt x="7607" y="355092"/>
                </a:lnTo>
                <a:lnTo>
                  <a:pt x="25895" y="388620"/>
                </a:lnTo>
                <a:lnTo>
                  <a:pt x="38455" y="379793"/>
                </a:lnTo>
                <a:lnTo>
                  <a:pt x="64566" y="367093"/>
                </a:lnTo>
                <a:lnTo>
                  <a:pt x="104127" y="350697"/>
                </a:lnTo>
                <a:lnTo>
                  <a:pt x="156959" y="330708"/>
                </a:lnTo>
                <a:close/>
              </a:path>
              <a:path w="841375" h="410210">
                <a:moveTo>
                  <a:pt x="166103" y="114300"/>
                </a:moveTo>
                <a:lnTo>
                  <a:pt x="135623" y="91440"/>
                </a:lnTo>
                <a:lnTo>
                  <a:pt x="127609" y="109207"/>
                </a:lnTo>
                <a:lnTo>
                  <a:pt x="119430" y="126111"/>
                </a:lnTo>
                <a:lnTo>
                  <a:pt x="111086" y="142265"/>
                </a:lnTo>
                <a:lnTo>
                  <a:pt x="102095" y="158496"/>
                </a:lnTo>
                <a:lnTo>
                  <a:pt x="24371" y="161544"/>
                </a:lnTo>
                <a:lnTo>
                  <a:pt x="41732" y="135305"/>
                </a:lnTo>
                <a:lnTo>
                  <a:pt x="59232" y="107061"/>
                </a:lnTo>
                <a:lnTo>
                  <a:pt x="76454" y="77114"/>
                </a:lnTo>
                <a:lnTo>
                  <a:pt x="92951" y="45720"/>
                </a:lnTo>
                <a:lnTo>
                  <a:pt x="108191" y="35052"/>
                </a:lnTo>
                <a:lnTo>
                  <a:pt x="74676" y="12192"/>
                </a:lnTo>
                <a:lnTo>
                  <a:pt x="68122" y="36436"/>
                </a:lnTo>
                <a:lnTo>
                  <a:pt x="59994" y="60960"/>
                </a:lnTo>
                <a:lnTo>
                  <a:pt x="39624" y="109728"/>
                </a:lnTo>
                <a:lnTo>
                  <a:pt x="16941" y="147447"/>
                </a:lnTo>
                <a:lnTo>
                  <a:pt x="0" y="160020"/>
                </a:lnTo>
                <a:lnTo>
                  <a:pt x="15227" y="190500"/>
                </a:lnTo>
                <a:lnTo>
                  <a:pt x="27825" y="183959"/>
                </a:lnTo>
                <a:lnTo>
                  <a:pt x="45135" y="178117"/>
                </a:lnTo>
                <a:lnTo>
                  <a:pt x="67310" y="173151"/>
                </a:lnTo>
                <a:lnTo>
                  <a:pt x="94488" y="169164"/>
                </a:lnTo>
                <a:lnTo>
                  <a:pt x="77927" y="192201"/>
                </a:lnTo>
                <a:lnTo>
                  <a:pt x="47548" y="233680"/>
                </a:lnTo>
                <a:lnTo>
                  <a:pt x="18161" y="262305"/>
                </a:lnTo>
                <a:lnTo>
                  <a:pt x="12179" y="263652"/>
                </a:lnTo>
                <a:lnTo>
                  <a:pt x="28943" y="298704"/>
                </a:lnTo>
                <a:lnTo>
                  <a:pt x="66662" y="281559"/>
                </a:lnTo>
                <a:lnTo>
                  <a:pt x="119049" y="265747"/>
                </a:lnTo>
                <a:lnTo>
                  <a:pt x="150863" y="259080"/>
                </a:lnTo>
                <a:lnTo>
                  <a:pt x="150863" y="251460"/>
                </a:lnTo>
                <a:lnTo>
                  <a:pt x="39624" y="263652"/>
                </a:lnTo>
                <a:lnTo>
                  <a:pt x="70497" y="228244"/>
                </a:lnTo>
                <a:lnTo>
                  <a:pt x="99237" y="192976"/>
                </a:lnTo>
                <a:lnTo>
                  <a:pt x="117449" y="169164"/>
                </a:lnTo>
                <a:lnTo>
                  <a:pt x="123278" y="161544"/>
                </a:lnTo>
                <a:lnTo>
                  <a:pt x="125984" y="158000"/>
                </a:lnTo>
                <a:lnTo>
                  <a:pt x="150863" y="123444"/>
                </a:lnTo>
                <a:lnTo>
                  <a:pt x="166103" y="114300"/>
                </a:lnTo>
                <a:close/>
              </a:path>
              <a:path w="841375" h="410210">
                <a:moveTo>
                  <a:pt x="335280" y="188976"/>
                </a:moveTo>
                <a:lnTo>
                  <a:pt x="307848" y="158496"/>
                </a:lnTo>
                <a:lnTo>
                  <a:pt x="289560" y="178308"/>
                </a:lnTo>
                <a:lnTo>
                  <a:pt x="181343" y="178308"/>
                </a:lnTo>
                <a:lnTo>
                  <a:pt x="198107" y="195072"/>
                </a:lnTo>
                <a:lnTo>
                  <a:pt x="206971" y="192201"/>
                </a:lnTo>
                <a:lnTo>
                  <a:pt x="215252" y="190309"/>
                </a:lnTo>
                <a:lnTo>
                  <a:pt x="222973" y="189293"/>
                </a:lnTo>
                <a:lnTo>
                  <a:pt x="230111" y="188976"/>
                </a:lnTo>
                <a:lnTo>
                  <a:pt x="335280" y="188976"/>
                </a:lnTo>
                <a:close/>
              </a:path>
              <a:path w="841375" h="410210">
                <a:moveTo>
                  <a:pt x="353568" y="257556"/>
                </a:moveTo>
                <a:lnTo>
                  <a:pt x="345935" y="249936"/>
                </a:lnTo>
                <a:lnTo>
                  <a:pt x="329184" y="233172"/>
                </a:lnTo>
                <a:lnTo>
                  <a:pt x="315468" y="246888"/>
                </a:lnTo>
                <a:lnTo>
                  <a:pt x="315468" y="260604"/>
                </a:lnTo>
                <a:lnTo>
                  <a:pt x="315468" y="359664"/>
                </a:lnTo>
                <a:lnTo>
                  <a:pt x="195059" y="359664"/>
                </a:lnTo>
                <a:lnTo>
                  <a:pt x="195059" y="260604"/>
                </a:lnTo>
                <a:lnTo>
                  <a:pt x="315468" y="260604"/>
                </a:lnTo>
                <a:lnTo>
                  <a:pt x="315468" y="246888"/>
                </a:lnTo>
                <a:lnTo>
                  <a:pt x="312420" y="249936"/>
                </a:lnTo>
                <a:lnTo>
                  <a:pt x="195059" y="249936"/>
                </a:lnTo>
                <a:lnTo>
                  <a:pt x="172199" y="236220"/>
                </a:lnTo>
                <a:lnTo>
                  <a:pt x="172389" y="252730"/>
                </a:lnTo>
                <a:lnTo>
                  <a:pt x="172491" y="259080"/>
                </a:lnTo>
                <a:lnTo>
                  <a:pt x="173494" y="300520"/>
                </a:lnTo>
                <a:lnTo>
                  <a:pt x="173710" y="321564"/>
                </a:lnTo>
                <a:lnTo>
                  <a:pt x="173596" y="335813"/>
                </a:lnTo>
                <a:lnTo>
                  <a:pt x="173469" y="346329"/>
                </a:lnTo>
                <a:lnTo>
                  <a:pt x="172453" y="388620"/>
                </a:lnTo>
                <a:lnTo>
                  <a:pt x="172199" y="409956"/>
                </a:lnTo>
                <a:lnTo>
                  <a:pt x="195059" y="399288"/>
                </a:lnTo>
                <a:lnTo>
                  <a:pt x="195059" y="370332"/>
                </a:lnTo>
                <a:lnTo>
                  <a:pt x="315468" y="370332"/>
                </a:lnTo>
                <a:lnTo>
                  <a:pt x="315468" y="406908"/>
                </a:lnTo>
                <a:lnTo>
                  <a:pt x="339852" y="394716"/>
                </a:lnTo>
                <a:lnTo>
                  <a:pt x="338963" y="382955"/>
                </a:lnTo>
                <a:lnTo>
                  <a:pt x="338518" y="372618"/>
                </a:lnTo>
                <a:lnTo>
                  <a:pt x="338467" y="370332"/>
                </a:lnTo>
                <a:lnTo>
                  <a:pt x="338416" y="367093"/>
                </a:lnTo>
                <a:lnTo>
                  <a:pt x="338340" y="359664"/>
                </a:lnTo>
                <a:lnTo>
                  <a:pt x="338328" y="268224"/>
                </a:lnTo>
                <a:lnTo>
                  <a:pt x="349211" y="260604"/>
                </a:lnTo>
                <a:lnTo>
                  <a:pt x="353568" y="257556"/>
                </a:lnTo>
                <a:close/>
              </a:path>
              <a:path w="841375" h="410210">
                <a:moveTo>
                  <a:pt x="408432" y="170688"/>
                </a:moveTo>
                <a:lnTo>
                  <a:pt x="408419" y="164592"/>
                </a:lnTo>
                <a:lnTo>
                  <a:pt x="383298" y="154622"/>
                </a:lnTo>
                <a:lnTo>
                  <a:pt x="360616" y="143065"/>
                </a:lnTo>
                <a:lnTo>
                  <a:pt x="323088" y="115824"/>
                </a:lnTo>
                <a:lnTo>
                  <a:pt x="289941" y="78676"/>
                </a:lnTo>
                <a:lnTo>
                  <a:pt x="265137" y="39624"/>
                </a:lnTo>
                <a:lnTo>
                  <a:pt x="259067" y="28956"/>
                </a:lnTo>
                <a:lnTo>
                  <a:pt x="274320" y="18288"/>
                </a:lnTo>
                <a:lnTo>
                  <a:pt x="236207" y="0"/>
                </a:lnTo>
                <a:lnTo>
                  <a:pt x="227330" y="32918"/>
                </a:lnTo>
                <a:lnTo>
                  <a:pt x="216585" y="63246"/>
                </a:lnTo>
                <a:lnTo>
                  <a:pt x="188963" y="117348"/>
                </a:lnTo>
                <a:lnTo>
                  <a:pt x="157911" y="164592"/>
                </a:lnTo>
                <a:lnTo>
                  <a:pt x="123431" y="202692"/>
                </a:lnTo>
                <a:lnTo>
                  <a:pt x="126479" y="208788"/>
                </a:lnTo>
                <a:lnTo>
                  <a:pt x="165150" y="174688"/>
                </a:lnTo>
                <a:lnTo>
                  <a:pt x="198107" y="137160"/>
                </a:lnTo>
                <a:lnTo>
                  <a:pt x="227825" y="92392"/>
                </a:lnTo>
                <a:lnTo>
                  <a:pt x="252971" y="39624"/>
                </a:lnTo>
                <a:lnTo>
                  <a:pt x="263601" y="61912"/>
                </a:lnTo>
                <a:lnTo>
                  <a:pt x="287693" y="103060"/>
                </a:lnTo>
                <a:lnTo>
                  <a:pt x="316585" y="139661"/>
                </a:lnTo>
                <a:lnTo>
                  <a:pt x="352539" y="172288"/>
                </a:lnTo>
                <a:lnTo>
                  <a:pt x="373380" y="187452"/>
                </a:lnTo>
                <a:lnTo>
                  <a:pt x="379069" y="179692"/>
                </a:lnTo>
                <a:lnTo>
                  <a:pt x="386905" y="174498"/>
                </a:lnTo>
                <a:lnTo>
                  <a:pt x="396735" y="171602"/>
                </a:lnTo>
                <a:lnTo>
                  <a:pt x="408432" y="170688"/>
                </a:lnTo>
                <a:close/>
              </a:path>
              <a:path w="841375" h="410210">
                <a:moveTo>
                  <a:pt x="669023" y="44196"/>
                </a:moveTo>
                <a:lnTo>
                  <a:pt x="633310" y="13144"/>
                </a:lnTo>
                <a:lnTo>
                  <a:pt x="618731" y="4572"/>
                </a:lnTo>
                <a:lnTo>
                  <a:pt x="614159" y="9144"/>
                </a:lnTo>
                <a:lnTo>
                  <a:pt x="624471" y="23456"/>
                </a:lnTo>
                <a:lnTo>
                  <a:pt x="632637" y="36766"/>
                </a:lnTo>
                <a:lnTo>
                  <a:pt x="638810" y="49225"/>
                </a:lnTo>
                <a:lnTo>
                  <a:pt x="643115" y="60960"/>
                </a:lnTo>
                <a:lnTo>
                  <a:pt x="643115" y="71628"/>
                </a:lnTo>
                <a:lnTo>
                  <a:pt x="646163" y="76200"/>
                </a:lnTo>
                <a:lnTo>
                  <a:pt x="652259" y="76200"/>
                </a:lnTo>
                <a:lnTo>
                  <a:pt x="661403" y="67056"/>
                </a:lnTo>
                <a:lnTo>
                  <a:pt x="665975" y="60960"/>
                </a:lnTo>
                <a:lnTo>
                  <a:pt x="669023" y="56388"/>
                </a:lnTo>
                <a:lnTo>
                  <a:pt x="669023" y="44196"/>
                </a:lnTo>
                <a:close/>
              </a:path>
              <a:path w="841375" h="410210">
                <a:moveTo>
                  <a:pt x="833615" y="97536"/>
                </a:moveTo>
                <a:lnTo>
                  <a:pt x="828586" y="91440"/>
                </a:lnTo>
                <a:lnTo>
                  <a:pt x="819772" y="80772"/>
                </a:lnTo>
                <a:lnTo>
                  <a:pt x="804659" y="62484"/>
                </a:lnTo>
                <a:lnTo>
                  <a:pt x="784847" y="80772"/>
                </a:lnTo>
                <a:lnTo>
                  <a:pt x="512051" y="80772"/>
                </a:lnTo>
                <a:lnTo>
                  <a:pt x="512051" y="59436"/>
                </a:lnTo>
                <a:lnTo>
                  <a:pt x="504431" y="59436"/>
                </a:lnTo>
                <a:lnTo>
                  <a:pt x="500418" y="77444"/>
                </a:lnTo>
                <a:lnTo>
                  <a:pt x="495096" y="92583"/>
                </a:lnTo>
                <a:lnTo>
                  <a:pt x="488365" y="104876"/>
                </a:lnTo>
                <a:lnTo>
                  <a:pt x="480047" y="114300"/>
                </a:lnTo>
                <a:lnTo>
                  <a:pt x="470903" y="123444"/>
                </a:lnTo>
                <a:lnTo>
                  <a:pt x="466331" y="129540"/>
                </a:lnTo>
                <a:lnTo>
                  <a:pt x="466331" y="135636"/>
                </a:lnTo>
                <a:lnTo>
                  <a:pt x="469379" y="137160"/>
                </a:lnTo>
                <a:lnTo>
                  <a:pt x="472427" y="140208"/>
                </a:lnTo>
                <a:lnTo>
                  <a:pt x="476999" y="143256"/>
                </a:lnTo>
                <a:lnTo>
                  <a:pt x="481571" y="144780"/>
                </a:lnTo>
                <a:lnTo>
                  <a:pt x="489191" y="144780"/>
                </a:lnTo>
                <a:lnTo>
                  <a:pt x="495287" y="141732"/>
                </a:lnTo>
                <a:lnTo>
                  <a:pt x="502907" y="138684"/>
                </a:lnTo>
                <a:lnTo>
                  <a:pt x="507771" y="133235"/>
                </a:lnTo>
                <a:lnTo>
                  <a:pt x="510908" y="123634"/>
                </a:lnTo>
                <a:lnTo>
                  <a:pt x="512343" y="109753"/>
                </a:lnTo>
                <a:lnTo>
                  <a:pt x="512051" y="91440"/>
                </a:lnTo>
                <a:lnTo>
                  <a:pt x="787895" y="91440"/>
                </a:lnTo>
                <a:lnTo>
                  <a:pt x="766559" y="135636"/>
                </a:lnTo>
                <a:lnTo>
                  <a:pt x="771131" y="138684"/>
                </a:lnTo>
                <a:lnTo>
                  <a:pt x="789470" y="120688"/>
                </a:lnTo>
                <a:lnTo>
                  <a:pt x="805802" y="107823"/>
                </a:lnTo>
                <a:lnTo>
                  <a:pt x="820432" y="100114"/>
                </a:lnTo>
                <a:lnTo>
                  <a:pt x="833615" y="97536"/>
                </a:lnTo>
                <a:close/>
              </a:path>
              <a:path w="841375" h="410210">
                <a:moveTo>
                  <a:pt x="841235" y="365760"/>
                </a:moveTo>
                <a:lnTo>
                  <a:pt x="800277" y="367855"/>
                </a:lnTo>
                <a:lnTo>
                  <a:pt x="778446" y="368554"/>
                </a:lnTo>
                <a:lnTo>
                  <a:pt x="731888" y="369125"/>
                </a:lnTo>
                <a:lnTo>
                  <a:pt x="707885" y="367855"/>
                </a:lnTo>
                <a:lnTo>
                  <a:pt x="683882" y="365175"/>
                </a:lnTo>
                <a:lnTo>
                  <a:pt x="659879" y="361188"/>
                </a:lnTo>
                <a:lnTo>
                  <a:pt x="659879" y="355092"/>
                </a:lnTo>
                <a:lnTo>
                  <a:pt x="659879" y="271272"/>
                </a:lnTo>
                <a:lnTo>
                  <a:pt x="793991" y="271272"/>
                </a:lnTo>
                <a:lnTo>
                  <a:pt x="783323" y="260604"/>
                </a:lnTo>
                <a:lnTo>
                  <a:pt x="760463" y="237744"/>
                </a:lnTo>
                <a:lnTo>
                  <a:pt x="737603" y="260604"/>
                </a:lnTo>
                <a:lnTo>
                  <a:pt x="659879" y="260604"/>
                </a:lnTo>
                <a:lnTo>
                  <a:pt x="659879" y="175260"/>
                </a:lnTo>
                <a:lnTo>
                  <a:pt x="810755" y="175260"/>
                </a:lnTo>
                <a:lnTo>
                  <a:pt x="775703" y="140208"/>
                </a:lnTo>
                <a:lnTo>
                  <a:pt x="751319" y="164592"/>
                </a:lnTo>
                <a:lnTo>
                  <a:pt x="480047" y="164592"/>
                </a:lnTo>
                <a:lnTo>
                  <a:pt x="496811" y="181356"/>
                </a:lnTo>
                <a:lnTo>
                  <a:pt x="506247" y="178485"/>
                </a:lnTo>
                <a:lnTo>
                  <a:pt x="516242" y="176593"/>
                </a:lnTo>
                <a:lnTo>
                  <a:pt x="526821" y="175577"/>
                </a:lnTo>
                <a:lnTo>
                  <a:pt x="537959" y="175260"/>
                </a:lnTo>
                <a:lnTo>
                  <a:pt x="635495" y="175260"/>
                </a:lnTo>
                <a:lnTo>
                  <a:pt x="635495" y="355092"/>
                </a:lnTo>
                <a:lnTo>
                  <a:pt x="624954" y="350837"/>
                </a:lnTo>
                <a:lnTo>
                  <a:pt x="591299" y="329184"/>
                </a:lnTo>
                <a:lnTo>
                  <a:pt x="561086" y="296608"/>
                </a:lnTo>
                <a:lnTo>
                  <a:pt x="559320" y="294132"/>
                </a:lnTo>
                <a:lnTo>
                  <a:pt x="551675" y="283464"/>
                </a:lnTo>
                <a:lnTo>
                  <a:pt x="562343" y="243840"/>
                </a:lnTo>
                <a:lnTo>
                  <a:pt x="576059" y="231648"/>
                </a:lnTo>
                <a:lnTo>
                  <a:pt x="534911" y="210312"/>
                </a:lnTo>
                <a:lnTo>
                  <a:pt x="529564" y="259613"/>
                </a:lnTo>
                <a:lnTo>
                  <a:pt x="517956" y="308038"/>
                </a:lnTo>
                <a:lnTo>
                  <a:pt x="493763" y="357378"/>
                </a:lnTo>
                <a:lnTo>
                  <a:pt x="468617" y="389382"/>
                </a:lnTo>
                <a:lnTo>
                  <a:pt x="452615" y="405384"/>
                </a:lnTo>
                <a:lnTo>
                  <a:pt x="455663" y="409956"/>
                </a:lnTo>
                <a:lnTo>
                  <a:pt x="489762" y="384238"/>
                </a:lnTo>
                <a:lnTo>
                  <a:pt x="523341" y="345363"/>
                </a:lnTo>
                <a:lnTo>
                  <a:pt x="548627" y="294132"/>
                </a:lnTo>
                <a:lnTo>
                  <a:pt x="560324" y="311810"/>
                </a:lnTo>
                <a:lnTo>
                  <a:pt x="584847" y="342569"/>
                </a:lnTo>
                <a:lnTo>
                  <a:pt x="629208" y="375856"/>
                </a:lnTo>
                <a:lnTo>
                  <a:pt x="669023" y="388620"/>
                </a:lnTo>
                <a:lnTo>
                  <a:pt x="725411" y="396240"/>
                </a:lnTo>
                <a:lnTo>
                  <a:pt x="804659" y="399288"/>
                </a:lnTo>
                <a:lnTo>
                  <a:pt x="809523" y="389001"/>
                </a:lnTo>
                <a:lnTo>
                  <a:pt x="817232" y="381000"/>
                </a:lnTo>
                <a:lnTo>
                  <a:pt x="827811" y="375285"/>
                </a:lnTo>
                <a:lnTo>
                  <a:pt x="841235" y="371856"/>
                </a:lnTo>
                <a:lnTo>
                  <a:pt x="841235" y="369125"/>
                </a:lnTo>
                <a:lnTo>
                  <a:pt x="841235" y="36576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3057144" y="2366772"/>
            <a:ext cx="346075" cy="402590"/>
          </a:xfrm>
          <a:custGeom>
            <a:avLst/>
            <a:gdLst/>
            <a:ahLst/>
            <a:cxnLst/>
            <a:rect l="l" t="t" r="r" b="b"/>
            <a:pathLst>
              <a:path w="346075" h="402589">
                <a:moveTo>
                  <a:pt x="340461" y="18288"/>
                </a:moveTo>
                <a:lnTo>
                  <a:pt x="306324" y="18288"/>
                </a:lnTo>
                <a:lnTo>
                  <a:pt x="318516" y="0"/>
                </a:lnTo>
                <a:lnTo>
                  <a:pt x="340461" y="18288"/>
                </a:lnTo>
                <a:close/>
              </a:path>
              <a:path w="346075" h="402589">
                <a:moveTo>
                  <a:pt x="0" y="402336"/>
                </a:moveTo>
                <a:lnTo>
                  <a:pt x="238" y="384929"/>
                </a:lnTo>
                <a:lnTo>
                  <a:pt x="1285" y="348972"/>
                </a:lnTo>
                <a:lnTo>
                  <a:pt x="1365" y="342900"/>
                </a:lnTo>
                <a:lnTo>
                  <a:pt x="1451" y="48768"/>
                </a:lnTo>
                <a:lnTo>
                  <a:pt x="1333" y="37528"/>
                </a:lnTo>
                <a:lnTo>
                  <a:pt x="881" y="20788"/>
                </a:lnTo>
                <a:lnTo>
                  <a:pt x="0" y="3048"/>
                </a:lnTo>
                <a:lnTo>
                  <a:pt x="25908" y="18288"/>
                </a:lnTo>
                <a:lnTo>
                  <a:pt x="340461" y="18288"/>
                </a:lnTo>
                <a:lnTo>
                  <a:pt x="345948" y="22860"/>
                </a:lnTo>
                <a:lnTo>
                  <a:pt x="338981" y="28956"/>
                </a:lnTo>
                <a:lnTo>
                  <a:pt x="25908" y="28956"/>
                </a:lnTo>
                <a:lnTo>
                  <a:pt x="25908" y="242316"/>
                </a:lnTo>
                <a:lnTo>
                  <a:pt x="52360" y="242316"/>
                </a:lnTo>
                <a:lnTo>
                  <a:pt x="25908" y="251459"/>
                </a:lnTo>
                <a:lnTo>
                  <a:pt x="25908" y="353567"/>
                </a:lnTo>
                <a:lnTo>
                  <a:pt x="333926" y="353567"/>
                </a:lnTo>
                <a:lnTo>
                  <a:pt x="333946" y="355473"/>
                </a:lnTo>
                <a:lnTo>
                  <a:pt x="334207" y="364236"/>
                </a:lnTo>
                <a:lnTo>
                  <a:pt x="25908" y="364236"/>
                </a:lnTo>
                <a:lnTo>
                  <a:pt x="25908" y="391667"/>
                </a:lnTo>
                <a:lnTo>
                  <a:pt x="0" y="402336"/>
                </a:lnTo>
                <a:close/>
              </a:path>
              <a:path w="346075" h="402589">
                <a:moveTo>
                  <a:pt x="53340" y="166116"/>
                </a:moveTo>
                <a:lnTo>
                  <a:pt x="48768" y="163068"/>
                </a:lnTo>
                <a:lnTo>
                  <a:pt x="61936" y="144518"/>
                </a:lnTo>
                <a:lnTo>
                  <a:pt x="74104" y="125539"/>
                </a:lnTo>
                <a:lnTo>
                  <a:pt x="96012" y="86868"/>
                </a:lnTo>
                <a:lnTo>
                  <a:pt x="115085" y="39504"/>
                </a:lnTo>
                <a:lnTo>
                  <a:pt x="117348" y="28956"/>
                </a:lnTo>
                <a:lnTo>
                  <a:pt x="121920" y="28956"/>
                </a:lnTo>
                <a:lnTo>
                  <a:pt x="150876" y="44196"/>
                </a:lnTo>
                <a:lnTo>
                  <a:pt x="140208" y="48768"/>
                </a:lnTo>
                <a:lnTo>
                  <a:pt x="135683" y="56221"/>
                </a:lnTo>
                <a:lnTo>
                  <a:pt x="127777" y="68270"/>
                </a:lnTo>
                <a:lnTo>
                  <a:pt x="124968" y="73152"/>
                </a:lnTo>
                <a:lnTo>
                  <a:pt x="245745" y="73152"/>
                </a:lnTo>
                <a:lnTo>
                  <a:pt x="256032" y="82296"/>
                </a:lnTo>
                <a:lnTo>
                  <a:pt x="253492" y="83820"/>
                </a:lnTo>
                <a:lnTo>
                  <a:pt x="120396" y="83820"/>
                </a:lnTo>
                <a:lnTo>
                  <a:pt x="125476" y="92964"/>
                </a:lnTo>
                <a:lnTo>
                  <a:pt x="112776" y="92964"/>
                </a:lnTo>
                <a:lnTo>
                  <a:pt x="98774" y="113823"/>
                </a:lnTo>
                <a:lnTo>
                  <a:pt x="84201" y="132969"/>
                </a:lnTo>
                <a:lnTo>
                  <a:pt x="69056" y="150399"/>
                </a:lnTo>
                <a:lnTo>
                  <a:pt x="53340" y="166116"/>
                </a:lnTo>
                <a:close/>
              </a:path>
              <a:path w="346075" h="402589">
                <a:moveTo>
                  <a:pt x="333926" y="353567"/>
                </a:moveTo>
                <a:lnTo>
                  <a:pt x="309372" y="353567"/>
                </a:lnTo>
                <a:lnTo>
                  <a:pt x="309372" y="28956"/>
                </a:lnTo>
                <a:lnTo>
                  <a:pt x="338981" y="28956"/>
                </a:lnTo>
                <a:lnTo>
                  <a:pt x="333756" y="33528"/>
                </a:lnTo>
                <a:lnTo>
                  <a:pt x="333877" y="348972"/>
                </a:lnTo>
                <a:lnTo>
                  <a:pt x="333926" y="353567"/>
                </a:lnTo>
                <a:close/>
              </a:path>
              <a:path w="346075" h="402589">
                <a:moveTo>
                  <a:pt x="245745" y="73152"/>
                </a:moveTo>
                <a:lnTo>
                  <a:pt x="216408" y="73152"/>
                </a:lnTo>
                <a:lnTo>
                  <a:pt x="228600" y="57912"/>
                </a:lnTo>
                <a:lnTo>
                  <a:pt x="245745" y="73152"/>
                </a:lnTo>
                <a:close/>
              </a:path>
              <a:path w="346075" h="402589">
                <a:moveTo>
                  <a:pt x="193574" y="152400"/>
                </a:moveTo>
                <a:lnTo>
                  <a:pt x="166116" y="152400"/>
                </a:lnTo>
                <a:lnTo>
                  <a:pt x="178665" y="137826"/>
                </a:lnTo>
                <a:lnTo>
                  <a:pt x="191071" y="121539"/>
                </a:lnTo>
                <a:lnTo>
                  <a:pt x="203192" y="103536"/>
                </a:lnTo>
                <a:lnTo>
                  <a:pt x="214884" y="83820"/>
                </a:lnTo>
                <a:lnTo>
                  <a:pt x="253492" y="83820"/>
                </a:lnTo>
                <a:lnTo>
                  <a:pt x="240792" y="91440"/>
                </a:lnTo>
                <a:lnTo>
                  <a:pt x="226552" y="111704"/>
                </a:lnTo>
                <a:lnTo>
                  <a:pt x="211455" y="131254"/>
                </a:lnTo>
                <a:lnTo>
                  <a:pt x="195786" y="149947"/>
                </a:lnTo>
                <a:lnTo>
                  <a:pt x="193574" y="152400"/>
                </a:lnTo>
                <a:close/>
              </a:path>
              <a:path w="346075" h="402589">
                <a:moveTo>
                  <a:pt x="52360" y="242316"/>
                </a:moveTo>
                <a:lnTo>
                  <a:pt x="25908" y="242316"/>
                </a:lnTo>
                <a:lnTo>
                  <a:pt x="64531" y="224599"/>
                </a:lnTo>
                <a:lnTo>
                  <a:pt x="98298" y="205740"/>
                </a:lnTo>
                <a:lnTo>
                  <a:pt x="127492" y="185737"/>
                </a:lnTo>
                <a:lnTo>
                  <a:pt x="152400" y="164592"/>
                </a:lnTo>
                <a:lnTo>
                  <a:pt x="141493" y="148042"/>
                </a:lnTo>
                <a:lnTo>
                  <a:pt x="131445" y="130492"/>
                </a:lnTo>
                <a:lnTo>
                  <a:pt x="121967" y="112085"/>
                </a:lnTo>
                <a:lnTo>
                  <a:pt x="112776" y="92964"/>
                </a:lnTo>
                <a:lnTo>
                  <a:pt x="125476" y="92964"/>
                </a:lnTo>
                <a:lnTo>
                  <a:pt x="131826" y="104394"/>
                </a:lnTo>
                <a:lnTo>
                  <a:pt x="143256" y="122682"/>
                </a:lnTo>
                <a:lnTo>
                  <a:pt x="154686" y="138684"/>
                </a:lnTo>
                <a:lnTo>
                  <a:pt x="166116" y="152400"/>
                </a:lnTo>
                <a:lnTo>
                  <a:pt x="193574" y="152400"/>
                </a:lnTo>
                <a:lnTo>
                  <a:pt x="179832" y="167640"/>
                </a:lnTo>
                <a:lnTo>
                  <a:pt x="199352" y="179832"/>
                </a:lnTo>
                <a:lnTo>
                  <a:pt x="164592" y="179832"/>
                </a:lnTo>
                <a:lnTo>
                  <a:pt x="133492" y="202382"/>
                </a:lnTo>
                <a:lnTo>
                  <a:pt x="99822" y="221932"/>
                </a:lnTo>
                <a:lnTo>
                  <a:pt x="63865" y="238339"/>
                </a:lnTo>
                <a:lnTo>
                  <a:pt x="52360" y="242316"/>
                </a:lnTo>
                <a:close/>
              </a:path>
              <a:path w="346075" h="402589">
                <a:moveTo>
                  <a:pt x="271272" y="242316"/>
                </a:moveTo>
                <a:lnTo>
                  <a:pt x="241530" y="229981"/>
                </a:lnTo>
                <a:lnTo>
                  <a:pt x="213931" y="215646"/>
                </a:lnTo>
                <a:lnTo>
                  <a:pt x="188333" y="199024"/>
                </a:lnTo>
                <a:lnTo>
                  <a:pt x="164592" y="179832"/>
                </a:lnTo>
                <a:lnTo>
                  <a:pt x="199352" y="179832"/>
                </a:lnTo>
                <a:lnTo>
                  <a:pt x="208121" y="185308"/>
                </a:lnTo>
                <a:lnTo>
                  <a:pt x="238125" y="199262"/>
                </a:lnTo>
                <a:lnTo>
                  <a:pt x="269843" y="209216"/>
                </a:lnTo>
                <a:lnTo>
                  <a:pt x="303276" y="214884"/>
                </a:lnTo>
                <a:lnTo>
                  <a:pt x="303276" y="220980"/>
                </a:lnTo>
                <a:lnTo>
                  <a:pt x="291846" y="223242"/>
                </a:lnTo>
                <a:lnTo>
                  <a:pt x="282702" y="227647"/>
                </a:lnTo>
                <a:lnTo>
                  <a:pt x="275844" y="234053"/>
                </a:lnTo>
                <a:lnTo>
                  <a:pt x="271272" y="242316"/>
                </a:lnTo>
                <a:close/>
              </a:path>
              <a:path w="346075" h="402589">
                <a:moveTo>
                  <a:pt x="201168" y="274320"/>
                </a:moveTo>
                <a:lnTo>
                  <a:pt x="195072" y="274320"/>
                </a:lnTo>
                <a:lnTo>
                  <a:pt x="190500" y="271271"/>
                </a:lnTo>
                <a:lnTo>
                  <a:pt x="185928" y="265176"/>
                </a:lnTo>
                <a:lnTo>
                  <a:pt x="175593" y="255722"/>
                </a:lnTo>
                <a:lnTo>
                  <a:pt x="162687" y="245554"/>
                </a:lnTo>
                <a:lnTo>
                  <a:pt x="146923" y="234529"/>
                </a:lnTo>
                <a:lnTo>
                  <a:pt x="128016" y="222504"/>
                </a:lnTo>
                <a:lnTo>
                  <a:pt x="129540" y="217932"/>
                </a:lnTo>
                <a:lnTo>
                  <a:pt x="179260" y="229719"/>
                </a:lnTo>
                <a:lnTo>
                  <a:pt x="204216" y="268223"/>
                </a:lnTo>
                <a:lnTo>
                  <a:pt x="201168" y="274320"/>
                </a:lnTo>
                <a:close/>
              </a:path>
              <a:path w="346075" h="402589">
                <a:moveTo>
                  <a:pt x="228600" y="342900"/>
                </a:moveTo>
                <a:lnTo>
                  <a:pt x="219456" y="342900"/>
                </a:lnTo>
                <a:lnTo>
                  <a:pt x="213360" y="339852"/>
                </a:lnTo>
                <a:lnTo>
                  <a:pt x="204216" y="332232"/>
                </a:lnTo>
                <a:lnTo>
                  <a:pt x="187975" y="321683"/>
                </a:lnTo>
                <a:lnTo>
                  <a:pt x="164592" y="310705"/>
                </a:lnTo>
                <a:lnTo>
                  <a:pt x="134350" y="299442"/>
                </a:lnTo>
                <a:lnTo>
                  <a:pt x="97536" y="288035"/>
                </a:lnTo>
                <a:lnTo>
                  <a:pt x="97536" y="280416"/>
                </a:lnTo>
                <a:lnTo>
                  <a:pt x="163830" y="289369"/>
                </a:lnTo>
                <a:lnTo>
                  <a:pt x="202692" y="297180"/>
                </a:lnTo>
                <a:lnTo>
                  <a:pt x="230124" y="336804"/>
                </a:lnTo>
                <a:lnTo>
                  <a:pt x="228600" y="342900"/>
                </a:lnTo>
                <a:close/>
              </a:path>
              <a:path w="346075" h="402589">
                <a:moveTo>
                  <a:pt x="309372" y="399288"/>
                </a:moveTo>
                <a:lnTo>
                  <a:pt x="309372" y="364236"/>
                </a:lnTo>
                <a:lnTo>
                  <a:pt x="334207" y="364236"/>
                </a:lnTo>
                <a:lnTo>
                  <a:pt x="334398" y="370665"/>
                </a:lnTo>
                <a:lnTo>
                  <a:pt x="335280" y="385572"/>
                </a:lnTo>
                <a:lnTo>
                  <a:pt x="309372" y="39928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3454908" y="2397252"/>
            <a:ext cx="262255" cy="337185"/>
          </a:xfrm>
          <a:custGeom>
            <a:avLst/>
            <a:gdLst/>
            <a:ahLst/>
            <a:cxnLst/>
            <a:rect l="l" t="t" r="r" b="b"/>
            <a:pathLst>
              <a:path w="262254" h="337185">
                <a:moveTo>
                  <a:pt x="153924" y="336804"/>
                </a:moveTo>
                <a:lnTo>
                  <a:pt x="106346" y="331017"/>
                </a:lnTo>
                <a:lnTo>
                  <a:pt x="65341" y="312420"/>
                </a:lnTo>
                <a:lnTo>
                  <a:pt x="32980" y="283011"/>
                </a:lnTo>
                <a:lnTo>
                  <a:pt x="12192" y="240792"/>
                </a:lnTo>
                <a:lnTo>
                  <a:pt x="833" y="187642"/>
                </a:lnTo>
                <a:lnTo>
                  <a:pt x="0" y="167640"/>
                </a:lnTo>
                <a:lnTo>
                  <a:pt x="833" y="148756"/>
                </a:lnTo>
                <a:lnTo>
                  <a:pt x="12192" y="97536"/>
                </a:lnTo>
                <a:lnTo>
                  <a:pt x="32980" y="56173"/>
                </a:lnTo>
                <a:lnTo>
                  <a:pt x="64770" y="25908"/>
                </a:lnTo>
                <a:lnTo>
                  <a:pt x="106584" y="7072"/>
                </a:lnTo>
                <a:lnTo>
                  <a:pt x="155448" y="0"/>
                </a:lnTo>
                <a:lnTo>
                  <a:pt x="163425" y="261"/>
                </a:lnTo>
                <a:lnTo>
                  <a:pt x="208002" y="7119"/>
                </a:lnTo>
                <a:lnTo>
                  <a:pt x="232671" y="16002"/>
                </a:lnTo>
                <a:lnTo>
                  <a:pt x="239268" y="18288"/>
                </a:lnTo>
                <a:lnTo>
                  <a:pt x="260604" y="28956"/>
                </a:lnTo>
                <a:lnTo>
                  <a:pt x="260604" y="80772"/>
                </a:lnTo>
                <a:lnTo>
                  <a:pt x="257556" y="80772"/>
                </a:lnTo>
                <a:lnTo>
                  <a:pt x="251460" y="76200"/>
                </a:lnTo>
                <a:lnTo>
                  <a:pt x="246888" y="71628"/>
                </a:lnTo>
                <a:lnTo>
                  <a:pt x="240792" y="67056"/>
                </a:lnTo>
                <a:lnTo>
                  <a:pt x="202311" y="47434"/>
                </a:lnTo>
                <a:lnTo>
                  <a:pt x="159353" y="38385"/>
                </a:lnTo>
                <a:lnTo>
                  <a:pt x="149352" y="38100"/>
                </a:lnTo>
                <a:lnTo>
                  <a:pt x="127396" y="40147"/>
                </a:lnTo>
                <a:lnTo>
                  <a:pt x="89773" y="57388"/>
                </a:lnTo>
                <a:lnTo>
                  <a:pt x="61793" y="91963"/>
                </a:lnTo>
                <a:lnTo>
                  <a:pt x="47458" y="138731"/>
                </a:lnTo>
                <a:lnTo>
                  <a:pt x="45720" y="166116"/>
                </a:lnTo>
                <a:lnTo>
                  <a:pt x="46053" y="182451"/>
                </a:lnTo>
                <a:lnTo>
                  <a:pt x="53340" y="224028"/>
                </a:lnTo>
                <a:lnTo>
                  <a:pt x="74676" y="265176"/>
                </a:lnTo>
                <a:lnTo>
                  <a:pt x="108204" y="291084"/>
                </a:lnTo>
                <a:lnTo>
                  <a:pt x="152400" y="298704"/>
                </a:lnTo>
                <a:lnTo>
                  <a:pt x="170688" y="298513"/>
                </a:lnTo>
                <a:lnTo>
                  <a:pt x="213193" y="291822"/>
                </a:lnTo>
                <a:lnTo>
                  <a:pt x="219456" y="205740"/>
                </a:lnTo>
                <a:lnTo>
                  <a:pt x="144780" y="205740"/>
                </a:lnTo>
                <a:lnTo>
                  <a:pt x="144780" y="167640"/>
                </a:lnTo>
                <a:lnTo>
                  <a:pt x="262128" y="167640"/>
                </a:lnTo>
                <a:lnTo>
                  <a:pt x="262128" y="309372"/>
                </a:lnTo>
                <a:lnTo>
                  <a:pt x="256032" y="310896"/>
                </a:lnTo>
                <a:lnTo>
                  <a:pt x="240792" y="318516"/>
                </a:lnTo>
                <a:lnTo>
                  <a:pt x="220860" y="325374"/>
                </a:lnTo>
                <a:lnTo>
                  <a:pt x="214884" y="327660"/>
                </a:lnTo>
                <a:lnTo>
                  <a:pt x="206930" y="329684"/>
                </a:lnTo>
                <a:lnTo>
                  <a:pt x="185928" y="333756"/>
                </a:lnTo>
                <a:lnTo>
                  <a:pt x="178784" y="334875"/>
                </a:lnTo>
                <a:lnTo>
                  <a:pt x="171069" y="335851"/>
                </a:lnTo>
                <a:lnTo>
                  <a:pt x="162782" y="336542"/>
                </a:lnTo>
                <a:lnTo>
                  <a:pt x="153924" y="33680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" name="object 15"/>
          <p:cNvSpPr/>
          <p:nvPr/>
        </p:nvSpPr>
        <p:spPr>
          <a:xfrm>
            <a:off x="3779519" y="2522220"/>
            <a:ext cx="241300" cy="35560"/>
          </a:xfrm>
          <a:custGeom>
            <a:avLst/>
            <a:gdLst/>
            <a:ahLst/>
            <a:cxnLst/>
            <a:rect l="l" t="t" r="r" b="b"/>
            <a:pathLst>
              <a:path w="241300" h="35560">
                <a:moveTo>
                  <a:pt x="240792" y="35052"/>
                </a:moveTo>
                <a:lnTo>
                  <a:pt x="0" y="35052"/>
                </a:lnTo>
                <a:lnTo>
                  <a:pt x="0" y="0"/>
                </a:lnTo>
                <a:lnTo>
                  <a:pt x="240792" y="0"/>
                </a:lnTo>
                <a:lnTo>
                  <a:pt x="240792" y="3505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" name="object 16"/>
          <p:cNvSpPr/>
          <p:nvPr/>
        </p:nvSpPr>
        <p:spPr>
          <a:xfrm>
            <a:off x="3779519" y="2613660"/>
            <a:ext cx="241300" cy="35560"/>
          </a:xfrm>
          <a:custGeom>
            <a:avLst/>
            <a:gdLst/>
            <a:ahLst/>
            <a:cxnLst/>
            <a:rect l="l" t="t" r="r" b="b"/>
            <a:pathLst>
              <a:path w="241300" h="35560">
                <a:moveTo>
                  <a:pt x="240792" y="35052"/>
                </a:moveTo>
                <a:lnTo>
                  <a:pt x="0" y="35052"/>
                </a:lnTo>
                <a:lnTo>
                  <a:pt x="0" y="0"/>
                </a:lnTo>
                <a:lnTo>
                  <a:pt x="240792" y="0"/>
                </a:lnTo>
                <a:lnTo>
                  <a:pt x="240792" y="3505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" name="object 17"/>
          <p:cNvSpPr/>
          <p:nvPr/>
        </p:nvSpPr>
        <p:spPr>
          <a:xfrm>
            <a:off x="4087368" y="2389631"/>
            <a:ext cx="459105" cy="426720"/>
          </a:xfrm>
          <a:custGeom>
            <a:avLst/>
            <a:gdLst/>
            <a:ahLst/>
            <a:cxnLst/>
            <a:rect l="l" t="t" r="r" b="b"/>
            <a:pathLst>
              <a:path w="459104" h="426719">
                <a:moveTo>
                  <a:pt x="131064" y="0"/>
                </a:moveTo>
                <a:lnTo>
                  <a:pt x="80772" y="0"/>
                </a:lnTo>
                <a:lnTo>
                  <a:pt x="62484" y="22288"/>
                </a:lnTo>
                <a:lnTo>
                  <a:pt x="32766" y="70294"/>
                </a:lnTo>
                <a:lnTo>
                  <a:pt x="11569" y="122288"/>
                </a:lnTo>
                <a:lnTo>
                  <a:pt x="1181" y="181102"/>
                </a:lnTo>
                <a:lnTo>
                  <a:pt x="0" y="213360"/>
                </a:lnTo>
                <a:lnTo>
                  <a:pt x="1397" y="246507"/>
                </a:lnTo>
                <a:lnTo>
                  <a:pt x="12204" y="305943"/>
                </a:lnTo>
                <a:lnTo>
                  <a:pt x="32766" y="357073"/>
                </a:lnTo>
                <a:lnTo>
                  <a:pt x="62484" y="404456"/>
                </a:lnTo>
                <a:lnTo>
                  <a:pt x="80772" y="426720"/>
                </a:lnTo>
                <a:lnTo>
                  <a:pt x="131064" y="426720"/>
                </a:lnTo>
                <a:lnTo>
                  <a:pt x="131064" y="425196"/>
                </a:lnTo>
                <a:lnTo>
                  <a:pt x="122174" y="416915"/>
                </a:lnTo>
                <a:lnTo>
                  <a:pt x="113728" y="408051"/>
                </a:lnTo>
                <a:lnTo>
                  <a:pt x="88912" y="377151"/>
                </a:lnTo>
                <a:lnTo>
                  <a:pt x="67056" y="339852"/>
                </a:lnTo>
                <a:lnTo>
                  <a:pt x="50330" y="296786"/>
                </a:lnTo>
                <a:lnTo>
                  <a:pt x="40195" y="248793"/>
                </a:lnTo>
                <a:lnTo>
                  <a:pt x="38100" y="213360"/>
                </a:lnTo>
                <a:lnTo>
                  <a:pt x="38646" y="195605"/>
                </a:lnTo>
                <a:lnTo>
                  <a:pt x="45720" y="146304"/>
                </a:lnTo>
                <a:lnTo>
                  <a:pt x="60718" y="100660"/>
                </a:lnTo>
                <a:lnTo>
                  <a:pt x="81724" y="60769"/>
                </a:lnTo>
                <a:lnTo>
                  <a:pt x="105549" y="28105"/>
                </a:lnTo>
                <a:lnTo>
                  <a:pt x="131064" y="1524"/>
                </a:lnTo>
                <a:lnTo>
                  <a:pt x="131064" y="0"/>
                </a:lnTo>
                <a:close/>
              </a:path>
              <a:path w="459104" h="426719">
                <a:moveTo>
                  <a:pt x="414528" y="13716"/>
                </a:moveTo>
                <a:lnTo>
                  <a:pt x="370332" y="13716"/>
                </a:lnTo>
                <a:lnTo>
                  <a:pt x="280416" y="283464"/>
                </a:lnTo>
                <a:lnTo>
                  <a:pt x="190500" y="13716"/>
                </a:lnTo>
                <a:lnTo>
                  <a:pt x="144780" y="13716"/>
                </a:lnTo>
                <a:lnTo>
                  <a:pt x="256032" y="338328"/>
                </a:lnTo>
                <a:lnTo>
                  <a:pt x="303276" y="338328"/>
                </a:lnTo>
                <a:lnTo>
                  <a:pt x="414528" y="13716"/>
                </a:lnTo>
                <a:close/>
              </a:path>
              <a:path w="459104" h="426719">
                <a:moveTo>
                  <a:pt x="458711" y="275844"/>
                </a:moveTo>
                <a:lnTo>
                  <a:pt x="405371" y="275844"/>
                </a:lnTo>
                <a:lnTo>
                  <a:pt x="367271" y="417576"/>
                </a:lnTo>
                <a:lnTo>
                  <a:pt x="397764" y="417576"/>
                </a:lnTo>
                <a:lnTo>
                  <a:pt x="458711" y="27584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" name="object 18"/>
          <p:cNvSpPr/>
          <p:nvPr/>
        </p:nvSpPr>
        <p:spPr>
          <a:xfrm>
            <a:off x="4605515" y="2389631"/>
            <a:ext cx="497205" cy="426720"/>
          </a:xfrm>
          <a:custGeom>
            <a:avLst/>
            <a:gdLst/>
            <a:ahLst/>
            <a:cxnLst/>
            <a:rect l="l" t="t" r="r" b="b"/>
            <a:pathLst>
              <a:path w="497204" h="426719">
                <a:moveTo>
                  <a:pt x="202692" y="13208"/>
                </a:moveTo>
                <a:lnTo>
                  <a:pt x="0" y="13208"/>
                </a:lnTo>
                <a:lnTo>
                  <a:pt x="0" y="51308"/>
                </a:lnTo>
                <a:lnTo>
                  <a:pt x="0" y="141478"/>
                </a:lnTo>
                <a:lnTo>
                  <a:pt x="0" y="179578"/>
                </a:lnTo>
                <a:lnTo>
                  <a:pt x="0" y="300228"/>
                </a:lnTo>
                <a:lnTo>
                  <a:pt x="0" y="338328"/>
                </a:lnTo>
                <a:lnTo>
                  <a:pt x="202692" y="338328"/>
                </a:lnTo>
                <a:lnTo>
                  <a:pt x="202692" y="300228"/>
                </a:lnTo>
                <a:lnTo>
                  <a:pt x="42672" y="300228"/>
                </a:lnTo>
                <a:lnTo>
                  <a:pt x="42672" y="179578"/>
                </a:lnTo>
                <a:lnTo>
                  <a:pt x="192024" y="179578"/>
                </a:lnTo>
                <a:lnTo>
                  <a:pt x="192024" y="141478"/>
                </a:lnTo>
                <a:lnTo>
                  <a:pt x="42672" y="141478"/>
                </a:lnTo>
                <a:lnTo>
                  <a:pt x="42672" y="51308"/>
                </a:lnTo>
                <a:lnTo>
                  <a:pt x="202692" y="51308"/>
                </a:lnTo>
                <a:lnTo>
                  <a:pt x="202692" y="13208"/>
                </a:lnTo>
                <a:close/>
              </a:path>
              <a:path w="497204" h="426719">
                <a:moveTo>
                  <a:pt x="364248" y="213360"/>
                </a:moveTo>
                <a:lnTo>
                  <a:pt x="358724" y="149923"/>
                </a:lnTo>
                <a:lnTo>
                  <a:pt x="342912" y="94488"/>
                </a:lnTo>
                <a:lnTo>
                  <a:pt x="316623" y="45529"/>
                </a:lnTo>
                <a:lnTo>
                  <a:pt x="283476" y="0"/>
                </a:lnTo>
                <a:lnTo>
                  <a:pt x="233184" y="0"/>
                </a:lnTo>
                <a:lnTo>
                  <a:pt x="233184" y="1524"/>
                </a:lnTo>
                <a:lnTo>
                  <a:pt x="241414" y="9817"/>
                </a:lnTo>
                <a:lnTo>
                  <a:pt x="249948" y="18669"/>
                </a:lnTo>
                <a:lnTo>
                  <a:pt x="274688" y="48945"/>
                </a:lnTo>
                <a:lnTo>
                  <a:pt x="297192" y="86868"/>
                </a:lnTo>
                <a:lnTo>
                  <a:pt x="313690" y="130594"/>
                </a:lnTo>
                <a:lnTo>
                  <a:pt x="324053" y="178689"/>
                </a:lnTo>
                <a:lnTo>
                  <a:pt x="326148" y="213360"/>
                </a:lnTo>
                <a:lnTo>
                  <a:pt x="325589" y="231343"/>
                </a:lnTo>
                <a:lnTo>
                  <a:pt x="318528" y="280416"/>
                </a:lnTo>
                <a:lnTo>
                  <a:pt x="302882" y="325856"/>
                </a:lnTo>
                <a:lnTo>
                  <a:pt x="283095" y="365379"/>
                </a:lnTo>
                <a:lnTo>
                  <a:pt x="258470" y="398627"/>
                </a:lnTo>
                <a:lnTo>
                  <a:pt x="233184" y="425196"/>
                </a:lnTo>
                <a:lnTo>
                  <a:pt x="233184" y="426720"/>
                </a:lnTo>
                <a:lnTo>
                  <a:pt x="283476" y="426720"/>
                </a:lnTo>
                <a:lnTo>
                  <a:pt x="300901" y="404456"/>
                </a:lnTo>
                <a:lnTo>
                  <a:pt x="330619" y="357073"/>
                </a:lnTo>
                <a:lnTo>
                  <a:pt x="352031" y="305092"/>
                </a:lnTo>
                <a:lnTo>
                  <a:pt x="362839" y="245656"/>
                </a:lnTo>
                <a:lnTo>
                  <a:pt x="364248" y="213360"/>
                </a:lnTo>
                <a:close/>
              </a:path>
              <a:path w="497204" h="426719">
                <a:moveTo>
                  <a:pt x="496824" y="275844"/>
                </a:moveTo>
                <a:lnTo>
                  <a:pt x="441960" y="275844"/>
                </a:lnTo>
                <a:lnTo>
                  <a:pt x="403860" y="417576"/>
                </a:lnTo>
                <a:lnTo>
                  <a:pt x="435876" y="417576"/>
                </a:lnTo>
                <a:lnTo>
                  <a:pt x="496824" y="27584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" name="object 19"/>
          <p:cNvSpPr/>
          <p:nvPr/>
        </p:nvSpPr>
        <p:spPr>
          <a:xfrm>
            <a:off x="5148059" y="2365260"/>
            <a:ext cx="836930" cy="402590"/>
          </a:xfrm>
          <a:custGeom>
            <a:avLst/>
            <a:gdLst/>
            <a:ahLst/>
            <a:cxnLst/>
            <a:rect l="l" t="t" r="r" b="b"/>
            <a:pathLst>
              <a:path w="836929" h="402589">
                <a:moveTo>
                  <a:pt x="359664" y="82296"/>
                </a:moveTo>
                <a:lnTo>
                  <a:pt x="338328" y="50279"/>
                </a:lnTo>
                <a:lnTo>
                  <a:pt x="304469" y="31216"/>
                </a:lnTo>
                <a:lnTo>
                  <a:pt x="289560" y="24371"/>
                </a:lnTo>
                <a:lnTo>
                  <a:pt x="286512" y="30467"/>
                </a:lnTo>
                <a:lnTo>
                  <a:pt x="301332" y="47637"/>
                </a:lnTo>
                <a:lnTo>
                  <a:pt x="313563" y="62661"/>
                </a:lnTo>
                <a:lnTo>
                  <a:pt x="322948" y="75692"/>
                </a:lnTo>
                <a:lnTo>
                  <a:pt x="329184" y="86855"/>
                </a:lnTo>
                <a:lnTo>
                  <a:pt x="333756" y="95999"/>
                </a:lnTo>
                <a:lnTo>
                  <a:pt x="338328" y="100584"/>
                </a:lnTo>
                <a:lnTo>
                  <a:pt x="345948" y="100584"/>
                </a:lnTo>
                <a:lnTo>
                  <a:pt x="348996" y="99047"/>
                </a:lnTo>
                <a:lnTo>
                  <a:pt x="353568" y="92951"/>
                </a:lnTo>
                <a:lnTo>
                  <a:pt x="358140" y="88379"/>
                </a:lnTo>
                <a:lnTo>
                  <a:pt x="359664" y="82296"/>
                </a:lnTo>
                <a:close/>
              </a:path>
              <a:path w="836929" h="402589">
                <a:moveTo>
                  <a:pt x="406908" y="394716"/>
                </a:moveTo>
                <a:lnTo>
                  <a:pt x="403860" y="391668"/>
                </a:lnTo>
                <a:lnTo>
                  <a:pt x="397027" y="378282"/>
                </a:lnTo>
                <a:lnTo>
                  <a:pt x="394487" y="365760"/>
                </a:lnTo>
                <a:lnTo>
                  <a:pt x="392620" y="356616"/>
                </a:lnTo>
                <a:lnTo>
                  <a:pt x="390791" y="326936"/>
                </a:lnTo>
                <a:lnTo>
                  <a:pt x="391668" y="289560"/>
                </a:lnTo>
                <a:lnTo>
                  <a:pt x="385572" y="289560"/>
                </a:lnTo>
                <a:lnTo>
                  <a:pt x="370332" y="365760"/>
                </a:lnTo>
                <a:lnTo>
                  <a:pt x="342900" y="354063"/>
                </a:lnTo>
                <a:lnTo>
                  <a:pt x="317754" y="337375"/>
                </a:lnTo>
                <a:lnTo>
                  <a:pt x="294894" y="315823"/>
                </a:lnTo>
                <a:lnTo>
                  <a:pt x="286258" y="304800"/>
                </a:lnTo>
                <a:lnTo>
                  <a:pt x="274320" y="289560"/>
                </a:lnTo>
                <a:lnTo>
                  <a:pt x="292379" y="266700"/>
                </a:lnTo>
                <a:lnTo>
                  <a:pt x="295732" y="262458"/>
                </a:lnTo>
                <a:lnTo>
                  <a:pt x="314134" y="238506"/>
                </a:lnTo>
                <a:lnTo>
                  <a:pt x="329399" y="217970"/>
                </a:lnTo>
                <a:lnTo>
                  <a:pt x="341376" y="201168"/>
                </a:lnTo>
                <a:lnTo>
                  <a:pt x="361188" y="193535"/>
                </a:lnTo>
                <a:lnTo>
                  <a:pt x="330708" y="164592"/>
                </a:lnTo>
                <a:lnTo>
                  <a:pt x="317906" y="189966"/>
                </a:lnTo>
                <a:lnTo>
                  <a:pt x="302514" y="215646"/>
                </a:lnTo>
                <a:lnTo>
                  <a:pt x="284848" y="241312"/>
                </a:lnTo>
                <a:lnTo>
                  <a:pt x="265176" y="266700"/>
                </a:lnTo>
                <a:lnTo>
                  <a:pt x="259753" y="246354"/>
                </a:lnTo>
                <a:lnTo>
                  <a:pt x="254889" y="219456"/>
                </a:lnTo>
                <a:lnTo>
                  <a:pt x="250609" y="185686"/>
                </a:lnTo>
                <a:lnTo>
                  <a:pt x="246888" y="144780"/>
                </a:lnTo>
                <a:lnTo>
                  <a:pt x="394716" y="144780"/>
                </a:lnTo>
                <a:lnTo>
                  <a:pt x="361188" y="109715"/>
                </a:lnTo>
                <a:lnTo>
                  <a:pt x="336804" y="134099"/>
                </a:lnTo>
                <a:lnTo>
                  <a:pt x="245364" y="134099"/>
                </a:lnTo>
                <a:lnTo>
                  <a:pt x="245135" y="104673"/>
                </a:lnTo>
                <a:lnTo>
                  <a:pt x="244094" y="55041"/>
                </a:lnTo>
                <a:lnTo>
                  <a:pt x="243840" y="33528"/>
                </a:lnTo>
                <a:lnTo>
                  <a:pt x="262128" y="21323"/>
                </a:lnTo>
                <a:lnTo>
                  <a:pt x="216408" y="0"/>
                </a:lnTo>
                <a:lnTo>
                  <a:pt x="217512" y="21323"/>
                </a:lnTo>
                <a:lnTo>
                  <a:pt x="218694" y="52184"/>
                </a:lnTo>
                <a:lnTo>
                  <a:pt x="219760" y="86855"/>
                </a:lnTo>
                <a:lnTo>
                  <a:pt x="220980" y="134099"/>
                </a:lnTo>
                <a:lnTo>
                  <a:pt x="129540" y="134099"/>
                </a:lnTo>
                <a:lnTo>
                  <a:pt x="129540" y="54851"/>
                </a:lnTo>
                <a:lnTo>
                  <a:pt x="129540" y="50279"/>
                </a:lnTo>
                <a:lnTo>
                  <a:pt x="148170" y="47142"/>
                </a:lnTo>
                <a:lnTo>
                  <a:pt x="165354" y="44577"/>
                </a:lnTo>
                <a:lnTo>
                  <a:pt x="181406" y="42570"/>
                </a:lnTo>
                <a:lnTo>
                  <a:pt x="196596" y="41148"/>
                </a:lnTo>
                <a:lnTo>
                  <a:pt x="170688" y="9131"/>
                </a:lnTo>
                <a:lnTo>
                  <a:pt x="125907" y="32715"/>
                </a:lnTo>
                <a:lnTo>
                  <a:pt x="79590" y="45910"/>
                </a:lnTo>
                <a:lnTo>
                  <a:pt x="37198" y="55041"/>
                </a:lnTo>
                <a:lnTo>
                  <a:pt x="18288" y="57899"/>
                </a:lnTo>
                <a:lnTo>
                  <a:pt x="18288" y="64008"/>
                </a:lnTo>
                <a:lnTo>
                  <a:pt x="105156" y="54851"/>
                </a:lnTo>
                <a:lnTo>
                  <a:pt x="105156" y="134099"/>
                </a:lnTo>
                <a:lnTo>
                  <a:pt x="0" y="134099"/>
                </a:lnTo>
                <a:lnTo>
                  <a:pt x="16764" y="149352"/>
                </a:lnTo>
                <a:lnTo>
                  <a:pt x="26200" y="147345"/>
                </a:lnTo>
                <a:lnTo>
                  <a:pt x="36195" y="145923"/>
                </a:lnTo>
                <a:lnTo>
                  <a:pt x="46774" y="145059"/>
                </a:lnTo>
                <a:lnTo>
                  <a:pt x="57912" y="144780"/>
                </a:lnTo>
                <a:lnTo>
                  <a:pt x="105156" y="144780"/>
                </a:lnTo>
                <a:lnTo>
                  <a:pt x="105156" y="231648"/>
                </a:lnTo>
                <a:lnTo>
                  <a:pt x="69443" y="242785"/>
                </a:lnTo>
                <a:lnTo>
                  <a:pt x="40005" y="251079"/>
                </a:lnTo>
                <a:lnTo>
                  <a:pt x="16865" y="256501"/>
                </a:lnTo>
                <a:lnTo>
                  <a:pt x="0" y="259080"/>
                </a:lnTo>
                <a:lnTo>
                  <a:pt x="21336" y="294132"/>
                </a:lnTo>
                <a:lnTo>
                  <a:pt x="29083" y="287032"/>
                </a:lnTo>
                <a:lnTo>
                  <a:pt x="45529" y="277368"/>
                </a:lnTo>
                <a:lnTo>
                  <a:pt x="70853" y="265404"/>
                </a:lnTo>
                <a:lnTo>
                  <a:pt x="105156" y="251460"/>
                </a:lnTo>
                <a:lnTo>
                  <a:pt x="105156" y="342900"/>
                </a:lnTo>
                <a:lnTo>
                  <a:pt x="104635" y="351777"/>
                </a:lnTo>
                <a:lnTo>
                  <a:pt x="100965" y="357949"/>
                </a:lnTo>
                <a:lnTo>
                  <a:pt x="94449" y="361543"/>
                </a:lnTo>
                <a:lnTo>
                  <a:pt x="85344" y="362712"/>
                </a:lnTo>
                <a:lnTo>
                  <a:pt x="73939" y="361543"/>
                </a:lnTo>
                <a:lnTo>
                  <a:pt x="62674" y="360235"/>
                </a:lnTo>
                <a:lnTo>
                  <a:pt x="51701" y="358635"/>
                </a:lnTo>
                <a:lnTo>
                  <a:pt x="41148" y="356616"/>
                </a:lnTo>
                <a:lnTo>
                  <a:pt x="41148" y="364236"/>
                </a:lnTo>
                <a:lnTo>
                  <a:pt x="61150" y="372541"/>
                </a:lnTo>
                <a:lnTo>
                  <a:pt x="75438" y="381571"/>
                </a:lnTo>
                <a:lnTo>
                  <a:pt x="84010" y="391452"/>
                </a:lnTo>
                <a:lnTo>
                  <a:pt x="86868" y="402336"/>
                </a:lnTo>
                <a:lnTo>
                  <a:pt x="105752" y="395185"/>
                </a:lnTo>
                <a:lnTo>
                  <a:pt x="119062" y="385191"/>
                </a:lnTo>
                <a:lnTo>
                  <a:pt x="126949" y="372325"/>
                </a:lnTo>
                <a:lnTo>
                  <a:pt x="128536" y="362712"/>
                </a:lnTo>
                <a:lnTo>
                  <a:pt x="129540" y="356616"/>
                </a:lnTo>
                <a:lnTo>
                  <a:pt x="129540" y="251460"/>
                </a:lnTo>
                <a:lnTo>
                  <a:pt x="129540" y="240792"/>
                </a:lnTo>
                <a:lnTo>
                  <a:pt x="168402" y="224028"/>
                </a:lnTo>
                <a:lnTo>
                  <a:pt x="207264" y="207264"/>
                </a:lnTo>
                <a:lnTo>
                  <a:pt x="204216" y="202692"/>
                </a:lnTo>
                <a:lnTo>
                  <a:pt x="129540" y="224028"/>
                </a:lnTo>
                <a:lnTo>
                  <a:pt x="129540" y="144780"/>
                </a:lnTo>
                <a:lnTo>
                  <a:pt x="222504" y="144780"/>
                </a:lnTo>
                <a:lnTo>
                  <a:pt x="227152" y="191325"/>
                </a:lnTo>
                <a:lnTo>
                  <a:pt x="232219" y="230314"/>
                </a:lnTo>
                <a:lnTo>
                  <a:pt x="238150" y="261569"/>
                </a:lnTo>
                <a:lnTo>
                  <a:pt x="245364" y="284988"/>
                </a:lnTo>
                <a:lnTo>
                  <a:pt x="224790" y="303555"/>
                </a:lnTo>
                <a:lnTo>
                  <a:pt x="199644" y="322707"/>
                </a:lnTo>
                <a:lnTo>
                  <a:pt x="169926" y="342417"/>
                </a:lnTo>
                <a:lnTo>
                  <a:pt x="135636" y="362712"/>
                </a:lnTo>
                <a:lnTo>
                  <a:pt x="138684" y="368808"/>
                </a:lnTo>
                <a:lnTo>
                  <a:pt x="172669" y="354520"/>
                </a:lnTo>
                <a:lnTo>
                  <a:pt x="203644" y="339090"/>
                </a:lnTo>
                <a:lnTo>
                  <a:pt x="231482" y="322516"/>
                </a:lnTo>
                <a:lnTo>
                  <a:pt x="256032" y="304800"/>
                </a:lnTo>
                <a:lnTo>
                  <a:pt x="279730" y="334772"/>
                </a:lnTo>
                <a:lnTo>
                  <a:pt x="324827" y="375297"/>
                </a:lnTo>
                <a:lnTo>
                  <a:pt x="366547" y="392442"/>
                </a:lnTo>
                <a:lnTo>
                  <a:pt x="402336" y="400812"/>
                </a:lnTo>
                <a:lnTo>
                  <a:pt x="406908" y="400812"/>
                </a:lnTo>
                <a:lnTo>
                  <a:pt x="406908" y="394716"/>
                </a:lnTo>
                <a:close/>
              </a:path>
              <a:path w="836929" h="402589">
                <a:moveTo>
                  <a:pt x="576084" y="28943"/>
                </a:moveTo>
                <a:lnTo>
                  <a:pt x="537984" y="1511"/>
                </a:lnTo>
                <a:lnTo>
                  <a:pt x="525640" y="40665"/>
                </a:lnTo>
                <a:lnTo>
                  <a:pt x="513600" y="75806"/>
                </a:lnTo>
                <a:lnTo>
                  <a:pt x="489216" y="134099"/>
                </a:lnTo>
                <a:lnTo>
                  <a:pt x="466166" y="180962"/>
                </a:lnTo>
                <a:lnTo>
                  <a:pt x="441972" y="220967"/>
                </a:lnTo>
                <a:lnTo>
                  <a:pt x="445020" y="227063"/>
                </a:lnTo>
                <a:lnTo>
                  <a:pt x="461924" y="207632"/>
                </a:lnTo>
                <a:lnTo>
                  <a:pt x="478548" y="185915"/>
                </a:lnTo>
                <a:lnTo>
                  <a:pt x="495160" y="161912"/>
                </a:lnTo>
                <a:lnTo>
                  <a:pt x="512076" y="135623"/>
                </a:lnTo>
                <a:lnTo>
                  <a:pt x="512076" y="321551"/>
                </a:lnTo>
                <a:lnTo>
                  <a:pt x="511835" y="337794"/>
                </a:lnTo>
                <a:lnTo>
                  <a:pt x="511314" y="356222"/>
                </a:lnTo>
                <a:lnTo>
                  <a:pt x="510781" y="377710"/>
                </a:lnTo>
                <a:lnTo>
                  <a:pt x="510552" y="400799"/>
                </a:lnTo>
                <a:lnTo>
                  <a:pt x="537984" y="387083"/>
                </a:lnTo>
                <a:lnTo>
                  <a:pt x="537095" y="372516"/>
                </a:lnTo>
                <a:lnTo>
                  <a:pt x="536651" y="356603"/>
                </a:lnTo>
                <a:lnTo>
                  <a:pt x="536473" y="338226"/>
                </a:lnTo>
                <a:lnTo>
                  <a:pt x="536460" y="137147"/>
                </a:lnTo>
                <a:lnTo>
                  <a:pt x="538746" y="135623"/>
                </a:lnTo>
                <a:lnTo>
                  <a:pt x="550176" y="128003"/>
                </a:lnTo>
                <a:lnTo>
                  <a:pt x="522744" y="111239"/>
                </a:lnTo>
                <a:lnTo>
                  <a:pt x="529310" y="97002"/>
                </a:lnTo>
                <a:lnTo>
                  <a:pt x="537603" y="79616"/>
                </a:lnTo>
                <a:lnTo>
                  <a:pt x="547598" y="59385"/>
                </a:lnTo>
                <a:lnTo>
                  <a:pt x="559320" y="36563"/>
                </a:lnTo>
                <a:lnTo>
                  <a:pt x="576084" y="28943"/>
                </a:lnTo>
                <a:close/>
              </a:path>
              <a:path w="836929" h="402589">
                <a:moveTo>
                  <a:pt x="630948" y="100571"/>
                </a:moveTo>
                <a:lnTo>
                  <a:pt x="591324" y="80759"/>
                </a:lnTo>
                <a:lnTo>
                  <a:pt x="592201" y="96431"/>
                </a:lnTo>
                <a:lnTo>
                  <a:pt x="592658" y="111239"/>
                </a:lnTo>
                <a:lnTo>
                  <a:pt x="592823" y="124917"/>
                </a:lnTo>
                <a:lnTo>
                  <a:pt x="592823" y="338632"/>
                </a:lnTo>
                <a:lnTo>
                  <a:pt x="592658" y="355650"/>
                </a:lnTo>
                <a:lnTo>
                  <a:pt x="592201" y="375831"/>
                </a:lnTo>
                <a:lnTo>
                  <a:pt x="591324" y="399275"/>
                </a:lnTo>
                <a:lnTo>
                  <a:pt x="618756" y="384035"/>
                </a:lnTo>
                <a:lnTo>
                  <a:pt x="618515" y="368604"/>
                </a:lnTo>
                <a:lnTo>
                  <a:pt x="618109" y="355650"/>
                </a:lnTo>
                <a:lnTo>
                  <a:pt x="617461" y="334314"/>
                </a:lnTo>
                <a:lnTo>
                  <a:pt x="617347" y="324599"/>
                </a:lnTo>
                <a:lnTo>
                  <a:pt x="617232" y="115811"/>
                </a:lnTo>
                <a:lnTo>
                  <a:pt x="630948" y="100571"/>
                </a:lnTo>
                <a:close/>
              </a:path>
              <a:path w="836929" h="402589">
                <a:moveTo>
                  <a:pt x="676706" y="62839"/>
                </a:moveTo>
                <a:lnTo>
                  <a:pt x="648855" y="30657"/>
                </a:lnTo>
                <a:lnTo>
                  <a:pt x="624852" y="13703"/>
                </a:lnTo>
                <a:lnTo>
                  <a:pt x="618756" y="18275"/>
                </a:lnTo>
                <a:lnTo>
                  <a:pt x="629297" y="33947"/>
                </a:lnTo>
                <a:lnTo>
                  <a:pt x="637997" y="48755"/>
                </a:lnTo>
                <a:lnTo>
                  <a:pt x="644677" y="62433"/>
                </a:lnTo>
                <a:lnTo>
                  <a:pt x="649236" y="74663"/>
                </a:lnTo>
                <a:lnTo>
                  <a:pt x="650760" y="88379"/>
                </a:lnTo>
                <a:lnTo>
                  <a:pt x="655332" y="94475"/>
                </a:lnTo>
                <a:lnTo>
                  <a:pt x="659904" y="94475"/>
                </a:lnTo>
                <a:lnTo>
                  <a:pt x="672096" y="82283"/>
                </a:lnTo>
                <a:lnTo>
                  <a:pt x="673620" y="76187"/>
                </a:lnTo>
                <a:lnTo>
                  <a:pt x="676668" y="68567"/>
                </a:lnTo>
                <a:lnTo>
                  <a:pt x="676706" y="62839"/>
                </a:lnTo>
                <a:close/>
              </a:path>
              <a:path w="836929" h="402589">
                <a:moveTo>
                  <a:pt x="836688" y="63995"/>
                </a:moveTo>
                <a:lnTo>
                  <a:pt x="809256" y="42659"/>
                </a:lnTo>
                <a:lnTo>
                  <a:pt x="794016" y="59423"/>
                </a:lnTo>
                <a:lnTo>
                  <a:pt x="707148" y="59423"/>
                </a:lnTo>
                <a:lnTo>
                  <a:pt x="722388" y="74663"/>
                </a:lnTo>
                <a:lnTo>
                  <a:pt x="731812" y="72669"/>
                </a:lnTo>
                <a:lnTo>
                  <a:pt x="741819" y="71234"/>
                </a:lnTo>
                <a:lnTo>
                  <a:pt x="752386" y="70383"/>
                </a:lnTo>
                <a:lnTo>
                  <a:pt x="763536" y="70091"/>
                </a:lnTo>
                <a:lnTo>
                  <a:pt x="797064" y="70091"/>
                </a:lnTo>
                <a:lnTo>
                  <a:pt x="797064" y="338315"/>
                </a:lnTo>
                <a:lnTo>
                  <a:pt x="795959" y="348322"/>
                </a:lnTo>
                <a:lnTo>
                  <a:pt x="792873" y="355460"/>
                </a:lnTo>
                <a:lnTo>
                  <a:pt x="788060" y="359752"/>
                </a:lnTo>
                <a:lnTo>
                  <a:pt x="781824" y="361175"/>
                </a:lnTo>
                <a:lnTo>
                  <a:pt x="772109" y="360654"/>
                </a:lnTo>
                <a:lnTo>
                  <a:pt x="722388" y="355079"/>
                </a:lnTo>
                <a:lnTo>
                  <a:pt x="722388" y="362699"/>
                </a:lnTo>
                <a:lnTo>
                  <a:pt x="748385" y="370370"/>
                </a:lnTo>
                <a:lnTo>
                  <a:pt x="766965" y="379463"/>
                </a:lnTo>
                <a:lnTo>
                  <a:pt x="778103" y="389712"/>
                </a:lnTo>
                <a:lnTo>
                  <a:pt x="781824" y="400799"/>
                </a:lnTo>
                <a:lnTo>
                  <a:pt x="799795" y="392544"/>
                </a:lnTo>
                <a:lnTo>
                  <a:pt x="812495" y="381558"/>
                </a:lnTo>
                <a:lnTo>
                  <a:pt x="819746" y="368020"/>
                </a:lnTo>
                <a:lnTo>
                  <a:pt x="820470" y="361175"/>
                </a:lnTo>
                <a:lnTo>
                  <a:pt x="821448" y="352031"/>
                </a:lnTo>
                <a:lnTo>
                  <a:pt x="821448" y="76187"/>
                </a:lnTo>
                <a:lnTo>
                  <a:pt x="829068" y="70091"/>
                </a:lnTo>
                <a:lnTo>
                  <a:pt x="836688" y="6399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" name="object 20"/>
          <p:cNvSpPr/>
          <p:nvPr/>
        </p:nvSpPr>
        <p:spPr>
          <a:xfrm>
            <a:off x="6039611" y="2362200"/>
            <a:ext cx="403860" cy="408940"/>
          </a:xfrm>
          <a:custGeom>
            <a:avLst/>
            <a:gdLst/>
            <a:ahLst/>
            <a:cxnLst/>
            <a:rect l="l" t="t" r="r" b="b"/>
            <a:pathLst>
              <a:path w="403860" h="408939">
                <a:moveTo>
                  <a:pt x="281940" y="109728"/>
                </a:moveTo>
                <a:lnTo>
                  <a:pt x="271272" y="109728"/>
                </a:lnTo>
                <a:lnTo>
                  <a:pt x="284814" y="76200"/>
                </a:lnTo>
                <a:lnTo>
                  <a:pt x="295275" y="47434"/>
                </a:lnTo>
                <a:lnTo>
                  <a:pt x="302990" y="22074"/>
                </a:lnTo>
                <a:lnTo>
                  <a:pt x="307848" y="0"/>
                </a:lnTo>
                <a:lnTo>
                  <a:pt x="348996" y="24384"/>
                </a:lnTo>
                <a:lnTo>
                  <a:pt x="330708" y="32004"/>
                </a:lnTo>
                <a:lnTo>
                  <a:pt x="318158" y="52292"/>
                </a:lnTo>
                <a:lnTo>
                  <a:pt x="281940" y="109728"/>
                </a:lnTo>
                <a:close/>
              </a:path>
              <a:path w="403860" h="408939">
                <a:moveTo>
                  <a:pt x="222504" y="96012"/>
                </a:moveTo>
                <a:lnTo>
                  <a:pt x="216408" y="96012"/>
                </a:lnTo>
                <a:lnTo>
                  <a:pt x="213360" y="88392"/>
                </a:lnTo>
                <a:lnTo>
                  <a:pt x="210312" y="74676"/>
                </a:lnTo>
                <a:lnTo>
                  <a:pt x="206001" y="60412"/>
                </a:lnTo>
                <a:lnTo>
                  <a:pt x="199834" y="45148"/>
                </a:lnTo>
                <a:lnTo>
                  <a:pt x="191623" y="28956"/>
                </a:lnTo>
                <a:lnTo>
                  <a:pt x="181356" y="12192"/>
                </a:lnTo>
                <a:lnTo>
                  <a:pt x="187452" y="9144"/>
                </a:lnTo>
                <a:lnTo>
                  <a:pt x="222504" y="38100"/>
                </a:lnTo>
                <a:lnTo>
                  <a:pt x="239268" y="64008"/>
                </a:lnTo>
                <a:lnTo>
                  <a:pt x="239191" y="72009"/>
                </a:lnTo>
                <a:lnTo>
                  <a:pt x="237744" y="79248"/>
                </a:lnTo>
                <a:lnTo>
                  <a:pt x="231648" y="85344"/>
                </a:lnTo>
                <a:lnTo>
                  <a:pt x="225552" y="92964"/>
                </a:lnTo>
                <a:lnTo>
                  <a:pt x="222504" y="96012"/>
                </a:lnTo>
                <a:close/>
              </a:path>
              <a:path w="403860" h="408939">
                <a:moveTo>
                  <a:pt x="106680" y="99060"/>
                </a:moveTo>
                <a:lnTo>
                  <a:pt x="102108" y="99060"/>
                </a:lnTo>
                <a:lnTo>
                  <a:pt x="97536" y="92964"/>
                </a:lnTo>
                <a:lnTo>
                  <a:pt x="91440" y="82296"/>
                </a:lnTo>
                <a:lnTo>
                  <a:pt x="84272" y="70532"/>
                </a:lnTo>
                <a:lnTo>
                  <a:pt x="74104" y="57912"/>
                </a:lnTo>
                <a:lnTo>
                  <a:pt x="60793" y="44148"/>
                </a:lnTo>
                <a:lnTo>
                  <a:pt x="44196" y="28956"/>
                </a:lnTo>
                <a:lnTo>
                  <a:pt x="47244" y="22860"/>
                </a:lnTo>
                <a:lnTo>
                  <a:pt x="94178" y="44291"/>
                </a:lnTo>
                <a:lnTo>
                  <a:pt x="117348" y="68508"/>
                </a:lnTo>
                <a:lnTo>
                  <a:pt x="117303" y="76509"/>
                </a:lnTo>
                <a:lnTo>
                  <a:pt x="115824" y="86868"/>
                </a:lnTo>
                <a:lnTo>
                  <a:pt x="114300" y="92964"/>
                </a:lnTo>
                <a:lnTo>
                  <a:pt x="111252" y="96012"/>
                </a:lnTo>
                <a:lnTo>
                  <a:pt x="108204" y="97536"/>
                </a:lnTo>
                <a:lnTo>
                  <a:pt x="106680" y="99060"/>
                </a:lnTo>
                <a:close/>
              </a:path>
              <a:path w="403860" h="408939">
                <a:moveTo>
                  <a:pt x="360330" y="109728"/>
                </a:moveTo>
                <a:lnTo>
                  <a:pt x="323088" y="109728"/>
                </a:lnTo>
                <a:lnTo>
                  <a:pt x="336804" y="89916"/>
                </a:lnTo>
                <a:lnTo>
                  <a:pt x="360330" y="109728"/>
                </a:lnTo>
                <a:close/>
              </a:path>
              <a:path w="403860" h="408939">
                <a:moveTo>
                  <a:pt x="169164" y="246888"/>
                </a:moveTo>
                <a:lnTo>
                  <a:pt x="170045" y="232600"/>
                </a:lnTo>
                <a:lnTo>
                  <a:pt x="170497" y="214884"/>
                </a:lnTo>
                <a:lnTo>
                  <a:pt x="170589" y="135636"/>
                </a:lnTo>
                <a:lnTo>
                  <a:pt x="170502" y="124968"/>
                </a:lnTo>
                <a:lnTo>
                  <a:pt x="170045" y="107656"/>
                </a:lnTo>
                <a:lnTo>
                  <a:pt x="169164" y="94488"/>
                </a:lnTo>
                <a:lnTo>
                  <a:pt x="195072" y="109728"/>
                </a:lnTo>
                <a:lnTo>
                  <a:pt x="360330" y="109728"/>
                </a:lnTo>
                <a:lnTo>
                  <a:pt x="365760" y="114300"/>
                </a:lnTo>
                <a:lnTo>
                  <a:pt x="357051" y="120396"/>
                </a:lnTo>
                <a:lnTo>
                  <a:pt x="195072" y="120396"/>
                </a:lnTo>
                <a:lnTo>
                  <a:pt x="195072" y="213360"/>
                </a:lnTo>
                <a:lnTo>
                  <a:pt x="351059" y="213360"/>
                </a:lnTo>
                <a:lnTo>
                  <a:pt x="351162" y="218622"/>
                </a:lnTo>
                <a:lnTo>
                  <a:pt x="351490" y="224028"/>
                </a:lnTo>
                <a:lnTo>
                  <a:pt x="195072" y="224028"/>
                </a:lnTo>
                <a:lnTo>
                  <a:pt x="195072" y="237744"/>
                </a:lnTo>
                <a:lnTo>
                  <a:pt x="169164" y="246888"/>
                </a:lnTo>
                <a:close/>
              </a:path>
              <a:path w="403860" h="408939">
                <a:moveTo>
                  <a:pt x="351059" y="213360"/>
                </a:moveTo>
                <a:lnTo>
                  <a:pt x="326136" y="213360"/>
                </a:lnTo>
                <a:lnTo>
                  <a:pt x="326136" y="120396"/>
                </a:lnTo>
                <a:lnTo>
                  <a:pt x="357051" y="120396"/>
                </a:lnTo>
                <a:lnTo>
                  <a:pt x="350520" y="124968"/>
                </a:lnTo>
                <a:lnTo>
                  <a:pt x="350593" y="173736"/>
                </a:lnTo>
                <a:lnTo>
                  <a:pt x="350710" y="195643"/>
                </a:lnTo>
                <a:lnTo>
                  <a:pt x="351059" y="213360"/>
                </a:lnTo>
                <a:close/>
              </a:path>
              <a:path w="403860" h="408939">
                <a:moveTo>
                  <a:pt x="16764" y="172212"/>
                </a:moveTo>
                <a:lnTo>
                  <a:pt x="0" y="156972"/>
                </a:lnTo>
                <a:lnTo>
                  <a:pt x="68580" y="156972"/>
                </a:lnTo>
                <a:lnTo>
                  <a:pt x="82296" y="135636"/>
                </a:lnTo>
                <a:lnTo>
                  <a:pt x="109728" y="160020"/>
                </a:lnTo>
                <a:lnTo>
                  <a:pt x="101261" y="167640"/>
                </a:lnTo>
                <a:lnTo>
                  <a:pt x="48768" y="167640"/>
                </a:lnTo>
                <a:lnTo>
                  <a:pt x="41624" y="167925"/>
                </a:lnTo>
                <a:lnTo>
                  <a:pt x="33908" y="168783"/>
                </a:lnTo>
                <a:lnTo>
                  <a:pt x="25622" y="170211"/>
                </a:lnTo>
                <a:lnTo>
                  <a:pt x="16764" y="172212"/>
                </a:lnTo>
                <a:close/>
              </a:path>
              <a:path w="403860" h="408939">
                <a:moveTo>
                  <a:pt x="83820" y="381000"/>
                </a:moveTo>
                <a:lnTo>
                  <a:pt x="60960" y="358140"/>
                </a:lnTo>
                <a:lnTo>
                  <a:pt x="65817" y="351901"/>
                </a:lnTo>
                <a:lnTo>
                  <a:pt x="68961" y="344805"/>
                </a:lnTo>
                <a:lnTo>
                  <a:pt x="70389" y="337137"/>
                </a:lnTo>
                <a:lnTo>
                  <a:pt x="70213" y="332232"/>
                </a:lnTo>
                <a:lnTo>
                  <a:pt x="70104" y="167640"/>
                </a:lnTo>
                <a:lnTo>
                  <a:pt x="101261" y="167640"/>
                </a:lnTo>
                <a:lnTo>
                  <a:pt x="94488" y="173736"/>
                </a:lnTo>
                <a:lnTo>
                  <a:pt x="94488" y="332232"/>
                </a:lnTo>
                <a:lnTo>
                  <a:pt x="119547" y="332232"/>
                </a:lnTo>
                <a:lnTo>
                  <a:pt x="115824" y="336804"/>
                </a:lnTo>
                <a:lnTo>
                  <a:pt x="106322" y="349067"/>
                </a:lnTo>
                <a:lnTo>
                  <a:pt x="98058" y="360687"/>
                </a:lnTo>
                <a:lnTo>
                  <a:pt x="90749" y="371308"/>
                </a:lnTo>
                <a:lnTo>
                  <a:pt x="83820" y="381000"/>
                </a:lnTo>
                <a:close/>
              </a:path>
              <a:path w="403860" h="408939">
                <a:moveTo>
                  <a:pt x="91440" y="408432"/>
                </a:moveTo>
                <a:lnTo>
                  <a:pt x="86868" y="403860"/>
                </a:lnTo>
                <a:lnTo>
                  <a:pt x="116871" y="389548"/>
                </a:lnTo>
                <a:lnTo>
                  <a:pt x="142875" y="373951"/>
                </a:lnTo>
                <a:lnTo>
                  <a:pt x="182880" y="338328"/>
                </a:lnTo>
                <a:lnTo>
                  <a:pt x="208407" y="290322"/>
                </a:lnTo>
                <a:lnTo>
                  <a:pt x="217932" y="224028"/>
                </a:lnTo>
                <a:lnTo>
                  <a:pt x="242316" y="224028"/>
                </a:lnTo>
                <a:lnTo>
                  <a:pt x="231267" y="293941"/>
                </a:lnTo>
                <a:lnTo>
                  <a:pt x="204216" y="344424"/>
                </a:lnTo>
                <a:lnTo>
                  <a:pt x="159829" y="379857"/>
                </a:lnTo>
                <a:lnTo>
                  <a:pt x="128563" y="395001"/>
                </a:lnTo>
                <a:lnTo>
                  <a:pt x="91440" y="408432"/>
                </a:lnTo>
                <a:close/>
              </a:path>
              <a:path w="403860" h="408939">
                <a:moveTo>
                  <a:pt x="364236" y="391668"/>
                </a:moveTo>
                <a:lnTo>
                  <a:pt x="310896" y="391668"/>
                </a:lnTo>
                <a:lnTo>
                  <a:pt x="293131" y="390501"/>
                </a:lnTo>
                <a:lnTo>
                  <a:pt x="280797" y="384619"/>
                </a:lnTo>
                <a:lnTo>
                  <a:pt x="273605" y="373880"/>
                </a:lnTo>
                <a:lnTo>
                  <a:pt x="271395" y="358973"/>
                </a:lnTo>
                <a:lnTo>
                  <a:pt x="271272" y="224028"/>
                </a:lnTo>
                <a:lnTo>
                  <a:pt x="294132" y="224028"/>
                </a:lnTo>
                <a:lnTo>
                  <a:pt x="294142" y="349067"/>
                </a:lnTo>
                <a:lnTo>
                  <a:pt x="295560" y="358973"/>
                </a:lnTo>
                <a:lnTo>
                  <a:pt x="299847" y="365950"/>
                </a:lnTo>
                <a:lnTo>
                  <a:pt x="306990" y="369784"/>
                </a:lnTo>
                <a:lnTo>
                  <a:pt x="316992" y="370332"/>
                </a:lnTo>
                <a:lnTo>
                  <a:pt x="401050" y="370332"/>
                </a:lnTo>
                <a:lnTo>
                  <a:pt x="397025" y="376880"/>
                </a:lnTo>
                <a:lnTo>
                  <a:pt x="388048" y="385000"/>
                </a:lnTo>
                <a:lnTo>
                  <a:pt x="377070" y="389977"/>
                </a:lnTo>
                <a:lnTo>
                  <a:pt x="364236" y="391668"/>
                </a:lnTo>
                <a:close/>
              </a:path>
              <a:path w="403860" h="408939">
                <a:moveTo>
                  <a:pt x="326136" y="245364"/>
                </a:moveTo>
                <a:lnTo>
                  <a:pt x="326136" y="224028"/>
                </a:lnTo>
                <a:lnTo>
                  <a:pt x="351490" y="224028"/>
                </a:lnTo>
                <a:lnTo>
                  <a:pt x="352044" y="233172"/>
                </a:lnTo>
                <a:lnTo>
                  <a:pt x="326136" y="245364"/>
                </a:lnTo>
                <a:close/>
              </a:path>
              <a:path w="403860" h="408939">
                <a:moveTo>
                  <a:pt x="119547" y="332232"/>
                </a:moveTo>
                <a:lnTo>
                  <a:pt x="94488" y="332232"/>
                </a:lnTo>
                <a:lnTo>
                  <a:pt x="163068" y="268224"/>
                </a:lnTo>
                <a:lnTo>
                  <a:pt x="167640" y="272796"/>
                </a:lnTo>
                <a:lnTo>
                  <a:pt x="152257" y="292227"/>
                </a:lnTo>
                <a:lnTo>
                  <a:pt x="138303" y="309372"/>
                </a:lnTo>
                <a:lnTo>
                  <a:pt x="126063" y="324231"/>
                </a:lnTo>
                <a:lnTo>
                  <a:pt x="119547" y="332232"/>
                </a:lnTo>
                <a:close/>
              </a:path>
              <a:path w="403860" h="408939">
                <a:moveTo>
                  <a:pt x="401050" y="370332"/>
                </a:moveTo>
                <a:lnTo>
                  <a:pt x="350520" y="370332"/>
                </a:lnTo>
                <a:lnTo>
                  <a:pt x="358759" y="369212"/>
                </a:lnTo>
                <a:lnTo>
                  <a:pt x="364998" y="365950"/>
                </a:lnTo>
                <a:lnTo>
                  <a:pt x="373761" y="313277"/>
                </a:lnTo>
                <a:lnTo>
                  <a:pt x="374904" y="294132"/>
                </a:lnTo>
                <a:lnTo>
                  <a:pt x="381000" y="294132"/>
                </a:lnTo>
                <a:lnTo>
                  <a:pt x="385572" y="339852"/>
                </a:lnTo>
                <a:lnTo>
                  <a:pt x="403860" y="365760"/>
                </a:lnTo>
                <a:lnTo>
                  <a:pt x="401050" y="37033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" name="object 21"/>
          <p:cNvSpPr/>
          <p:nvPr/>
        </p:nvSpPr>
        <p:spPr>
          <a:xfrm>
            <a:off x="6490715" y="2362200"/>
            <a:ext cx="391795" cy="407034"/>
          </a:xfrm>
          <a:custGeom>
            <a:avLst/>
            <a:gdLst/>
            <a:ahLst/>
            <a:cxnLst/>
            <a:rect l="l" t="t" r="r" b="b"/>
            <a:pathLst>
              <a:path w="391795" h="407035">
                <a:moveTo>
                  <a:pt x="275843" y="94488"/>
                </a:moveTo>
                <a:lnTo>
                  <a:pt x="252983" y="94488"/>
                </a:lnTo>
                <a:lnTo>
                  <a:pt x="252955" y="60579"/>
                </a:lnTo>
                <a:lnTo>
                  <a:pt x="252793" y="34671"/>
                </a:lnTo>
                <a:lnTo>
                  <a:pt x="252341" y="14335"/>
                </a:lnTo>
                <a:lnTo>
                  <a:pt x="251459" y="0"/>
                </a:lnTo>
                <a:lnTo>
                  <a:pt x="294131" y="22860"/>
                </a:lnTo>
                <a:lnTo>
                  <a:pt x="275843" y="35052"/>
                </a:lnTo>
                <a:lnTo>
                  <a:pt x="275843" y="94488"/>
                </a:lnTo>
                <a:close/>
              </a:path>
              <a:path w="391795" h="407035">
                <a:moveTo>
                  <a:pt x="15240" y="192024"/>
                </a:moveTo>
                <a:lnTo>
                  <a:pt x="0" y="160020"/>
                </a:lnTo>
                <a:lnTo>
                  <a:pt x="8572" y="156876"/>
                </a:lnTo>
                <a:lnTo>
                  <a:pt x="18287" y="147447"/>
                </a:lnTo>
                <a:lnTo>
                  <a:pt x="41147" y="109728"/>
                </a:lnTo>
                <a:lnTo>
                  <a:pt x="61721" y="60579"/>
                </a:lnTo>
                <a:lnTo>
                  <a:pt x="77723" y="9144"/>
                </a:lnTo>
                <a:lnTo>
                  <a:pt x="114299" y="27432"/>
                </a:lnTo>
                <a:lnTo>
                  <a:pt x="99059" y="36576"/>
                </a:lnTo>
                <a:lnTo>
                  <a:pt x="80795" y="70008"/>
                </a:lnTo>
                <a:lnTo>
                  <a:pt x="62674" y="101727"/>
                </a:lnTo>
                <a:lnTo>
                  <a:pt x="44838" y="131730"/>
                </a:lnTo>
                <a:lnTo>
                  <a:pt x="27431" y="160020"/>
                </a:lnTo>
                <a:lnTo>
                  <a:pt x="121530" y="160020"/>
                </a:lnTo>
                <a:lnTo>
                  <a:pt x="120848" y="160901"/>
                </a:lnTo>
                <a:lnTo>
                  <a:pt x="114185" y="169164"/>
                </a:lnTo>
                <a:lnTo>
                  <a:pt x="91440" y="169164"/>
                </a:lnTo>
                <a:lnTo>
                  <a:pt x="81176" y="170568"/>
                </a:lnTo>
                <a:lnTo>
                  <a:pt x="42671" y="179379"/>
                </a:lnTo>
                <a:lnTo>
                  <a:pt x="24383" y="186856"/>
                </a:lnTo>
                <a:lnTo>
                  <a:pt x="15240" y="192024"/>
                </a:lnTo>
                <a:close/>
              </a:path>
              <a:path w="391795" h="407035">
                <a:moveTo>
                  <a:pt x="167639" y="109728"/>
                </a:moveTo>
                <a:lnTo>
                  <a:pt x="152399" y="94488"/>
                </a:lnTo>
                <a:lnTo>
                  <a:pt x="339852" y="94488"/>
                </a:lnTo>
                <a:lnTo>
                  <a:pt x="361188" y="73152"/>
                </a:lnTo>
                <a:lnTo>
                  <a:pt x="391668" y="103632"/>
                </a:lnTo>
                <a:lnTo>
                  <a:pt x="210311" y="103632"/>
                </a:lnTo>
                <a:lnTo>
                  <a:pt x="199143" y="104155"/>
                </a:lnTo>
                <a:lnTo>
                  <a:pt x="188404" y="105537"/>
                </a:lnTo>
                <a:lnTo>
                  <a:pt x="177950" y="107489"/>
                </a:lnTo>
                <a:lnTo>
                  <a:pt x="167639" y="109728"/>
                </a:lnTo>
                <a:close/>
              </a:path>
              <a:path w="391795" h="407035">
                <a:moveTo>
                  <a:pt x="121530" y="160020"/>
                </a:moveTo>
                <a:lnTo>
                  <a:pt x="27431" y="160020"/>
                </a:lnTo>
                <a:lnTo>
                  <a:pt x="97535" y="158496"/>
                </a:lnTo>
                <a:lnTo>
                  <a:pt x="107251" y="141898"/>
                </a:lnTo>
                <a:lnTo>
                  <a:pt x="115823" y="126301"/>
                </a:lnTo>
                <a:lnTo>
                  <a:pt x="123253" y="111561"/>
                </a:lnTo>
                <a:lnTo>
                  <a:pt x="129539" y="97536"/>
                </a:lnTo>
                <a:lnTo>
                  <a:pt x="161543" y="120396"/>
                </a:lnTo>
                <a:lnTo>
                  <a:pt x="146303" y="128016"/>
                </a:lnTo>
                <a:lnTo>
                  <a:pt x="121530" y="160020"/>
                </a:lnTo>
                <a:close/>
              </a:path>
              <a:path w="391795" h="407035">
                <a:moveTo>
                  <a:pt x="275843" y="182880"/>
                </a:moveTo>
                <a:lnTo>
                  <a:pt x="252983" y="182880"/>
                </a:lnTo>
                <a:lnTo>
                  <a:pt x="252983" y="103632"/>
                </a:lnTo>
                <a:lnTo>
                  <a:pt x="275843" y="103632"/>
                </a:lnTo>
                <a:lnTo>
                  <a:pt x="275843" y="182880"/>
                </a:lnTo>
                <a:close/>
              </a:path>
              <a:path w="391795" h="407035">
                <a:moveTo>
                  <a:pt x="184403" y="198120"/>
                </a:moveTo>
                <a:lnTo>
                  <a:pt x="167639" y="182880"/>
                </a:lnTo>
                <a:lnTo>
                  <a:pt x="323088" y="182880"/>
                </a:lnTo>
                <a:lnTo>
                  <a:pt x="344424" y="161544"/>
                </a:lnTo>
                <a:lnTo>
                  <a:pt x="373380" y="193548"/>
                </a:lnTo>
                <a:lnTo>
                  <a:pt x="225551" y="193548"/>
                </a:lnTo>
                <a:lnTo>
                  <a:pt x="214407" y="193833"/>
                </a:lnTo>
                <a:lnTo>
                  <a:pt x="203834" y="194691"/>
                </a:lnTo>
                <a:lnTo>
                  <a:pt x="193833" y="196119"/>
                </a:lnTo>
                <a:lnTo>
                  <a:pt x="184403" y="198120"/>
                </a:lnTo>
                <a:close/>
              </a:path>
              <a:path w="391795" h="407035">
                <a:moveTo>
                  <a:pt x="27431" y="292607"/>
                </a:moveTo>
                <a:lnTo>
                  <a:pt x="7619" y="260604"/>
                </a:lnTo>
                <a:lnTo>
                  <a:pt x="15120" y="257770"/>
                </a:lnTo>
                <a:lnTo>
                  <a:pt x="21907" y="253936"/>
                </a:lnTo>
                <a:lnTo>
                  <a:pt x="54673" y="218503"/>
                </a:lnTo>
                <a:lnTo>
                  <a:pt x="91440" y="169164"/>
                </a:lnTo>
                <a:lnTo>
                  <a:pt x="114185" y="169164"/>
                </a:lnTo>
                <a:lnTo>
                  <a:pt x="94678" y="193357"/>
                </a:lnTo>
                <a:lnTo>
                  <a:pt x="67651" y="225528"/>
                </a:lnTo>
                <a:lnTo>
                  <a:pt x="39623" y="257556"/>
                </a:lnTo>
                <a:lnTo>
                  <a:pt x="113722" y="257556"/>
                </a:lnTo>
                <a:lnTo>
                  <a:pt x="92964" y="263652"/>
                </a:lnTo>
                <a:lnTo>
                  <a:pt x="72437" y="270533"/>
                </a:lnTo>
                <a:lnTo>
                  <a:pt x="54482" y="277558"/>
                </a:lnTo>
                <a:lnTo>
                  <a:pt x="39385" y="284868"/>
                </a:lnTo>
                <a:lnTo>
                  <a:pt x="27431" y="292607"/>
                </a:lnTo>
                <a:close/>
              </a:path>
              <a:path w="391795" h="407035">
                <a:moveTo>
                  <a:pt x="182879" y="406908"/>
                </a:moveTo>
                <a:lnTo>
                  <a:pt x="183118" y="386881"/>
                </a:lnTo>
                <a:lnTo>
                  <a:pt x="184120" y="344805"/>
                </a:lnTo>
                <a:lnTo>
                  <a:pt x="184194" y="339875"/>
                </a:lnTo>
                <a:lnTo>
                  <a:pt x="184314" y="309371"/>
                </a:lnTo>
                <a:lnTo>
                  <a:pt x="184165" y="294227"/>
                </a:lnTo>
                <a:lnTo>
                  <a:pt x="183154" y="252222"/>
                </a:lnTo>
                <a:lnTo>
                  <a:pt x="182879" y="231648"/>
                </a:lnTo>
                <a:lnTo>
                  <a:pt x="210311" y="246888"/>
                </a:lnTo>
                <a:lnTo>
                  <a:pt x="359664" y="246888"/>
                </a:lnTo>
                <a:lnTo>
                  <a:pt x="368808" y="256031"/>
                </a:lnTo>
                <a:lnTo>
                  <a:pt x="366413" y="257556"/>
                </a:lnTo>
                <a:lnTo>
                  <a:pt x="207263" y="257556"/>
                </a:lnTo>
                <a:lnTo>
                  <a:pt x="207263" y="356616"/>
                </a:lnTo>
                <a:lnTo>
                  <a:pt x="352388" y="356616"/>
                </a:lnTo>
                <a:lnTo>
                  <a:pt x="352874" y="367284"/>
                </a:lnTo>
                <a:lnTo>
                  <a:pt x="207263" y="367284"/>
                </a:lnTo>
                <a:lnTo>
                  <a:pt x="207263" y="394716"/>
                </a:lnTo>
                <a:lnTo>
                  <a:pt x="182879" y="406908"/>
                </a:lnTo>
                <a:close/>
              </a:path>
              <a:path w="391795" h="407035">
                <a:moveTo>
                  <a:pt x="359664" y="246888"/>
                </a:moveTo>
                <a:lnTo>
                  <a:pt x="327660" y="246888"/>
                </a:lnTo>
                <a:lnTo>
                  <a:pt x="344424" y="231648"/>
                </a:lnTo>
                <a:lnTo>
                  <a:pt x="359664" y="246888"/>
                </a:lnTo>
                <a:close/>
              </a:path>
              <a:path w="391795" h="407035">
                <a:moveTo>
                  <a:pt x="113722" y="257556"/>
                </a:moveTo>
                <a:lnTo>
                  <a:pt x="39623" y="257556"/>
                </a:lnTo>
                <a:lnTo>
                  <a:pt x="160019" y="237744"/>
                </a:lnTo>
                <a:lnTo>
                  <a:pt x="160019" y="245364"/>
                </a:lnTo>
                <a:lnTo>
                  <a:pt x="148042" y="248221"/>
                </a:lnTo>
                <a:lnTo>
                  <a:pt x="132778" y="252222"/>
                </a:lnTo>
                <a:lnTo>
                  <a:pt x="113722" y="257556"/>
                </a:lnTo>
                <a:close/>
              </a:path>
              <a:path w="391795" h="407035">
                <a:moveTo>
                  <a:pt x="352388" y="356616"/>
                </a:moveTo>
                <a:lnTo>
                  <a:pt x="330708" y="356616"/>
                </a:lnTo>
                <a:lnTo>
                  <a:pt x="330708" y="257556"/>
                </a:lnTo>
                <a:lnTo>
                  <a:pt x="366413" y="257556"/>
                </a:lnTo>
                <a:lnTo>
                  <a:pt x="352044" y="266700"/>
                </a:lnTo>
                <a:lnTo>
                  <a:pt x="352160" y="344805"/>
                </a:lnTo>
                <a:lnTo>
                  <a:pt x="352305" y="354806"/>
                </a:lnTo>
                <a:lnTo>
                  <a:pt x="352388" y="356616"/>
                </a:lnTo>
                <a:close/>
              </a:path>
              <a:path w="391795" h="407035">
                <a:moveTo>
                  <a:pt x="16764" y="382524"/>
                </a:moveTo>
                <a:lnTo>
                  <a:pt x="0" y="348996"/>
                </a:lnTo>
                <a:lnTo>
                  <a:pt x="12263" y="347329"/>
                </a:lnTo>
                <a:lnTo>
                  <a:pt x="26098" y="344805"/>
                </a:lnTo>
                <a:lnTo>
                  <a:pt x="57911" y="338328"/>
                </a:lnTo>
                <a:lnTo>
                  <a:pt x="77342" y="333803"/>
                </a:lnTo>
                <a:lnTo>
                  <a:pt x="101345" y="327279"/>
                </a:lnTo>
                <a:lnTo>
                  <a:pt x="163067" y="309371"/>
                </a:lnTo>
                <a:lnTo>
                  <a:pt x="164591" y="316992"/>
                </a:lnTo>
                <a:lnTo>
                  <a:pt x="107418" y="339875"/>
                </a:lnTo>
                <a:lnTo>
                  <a:pt x="63817" y="358330"/>
                </a:lnTo>
                <a:lnTo>
                  <a:pt x="33647" y="372498"/>
                </a:lnTo>
                <a:lnTo>
                  <a:pt x="16764" y="382524"/>
                </a:lnTo>
                <a:close/>
              </a:path>
              <a:path w="391795" h="407035">
                <a:moveTo>
                  <a:pt x="330708" y="402336"/>
                </a:moveTo>
                <a:lnTo>
                  <a:pt x="330708" y="367284"/>
                </a:lnTo>
                <a:lnTo>
                  <a:pt x="352874" y="367284"/>
                </a:lnTo>
                <a:lnTo>
                  <a:pt x="352996" y="369951"/>
                </a:lnTo>
                <a:lnTo>
                  <a:pt x="354006" y="382524"/>
                </a:lnTo>
                <a:lnTo>
                  <a:pt x="355092" y="391668"/>
                </a:lnTo>
                <a:lnTo>
                  <a:pt x="330708" y="40233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" name="object 22"/>
          <p:cNvSpPr/>
          <p:nvPr/>
        </p:nvSpPr>
        <p:spPr>
          <a:xfrm>
            <a:off x="6947916" y="2363723"/>
            <a:ext cx="364490" cy="398145"/>
          </a:xfrm>
          <a:custGeom>
            <a:avLst/>
            <a:gdLst/>
            <a:ahLst/>
            <a:cxnLst/>
            <a:rect l="l" t="t" r="r" b="b"/>
            <a:pathLst>
              <a:path w="364490" h="398144">
                <a:moveTo>
                  <a:pt x="188976" y="150875"/>
                </a:moveTo>
                <a:lnTo>
                  <a:pt x="164592" y="150875"/>
                </a:lnTo>
                <a:lnTo>
                  <a:pt x="164508" y="82295"/>
                </a:lnTo>
                <a:lnTo>
                  <a:pt x="164401" y="54863"/>
                </a:lnTo>
                <a:lnTo>
                  <a:pt x="163949" y="22288"/>
                </a:lnTo>
                <a:lnTo>
                  <a:pt x="163068" y="0"/>
                </a:lnTo>
                <a:lnTo>
                  <a:pt x="202692" y="15239"/>
                </a:lnTo>
                <a:lnTo>
                  <a:pt x="188976" y="30479"/>
                </a:lnTo>
                <a:lnTo>
                  <a:pt x="188976" y="71627"/>
                </a:lnTo>
                <a:lnTo>
                  <a:pt x="346432" y="71627"/>
                </a:lnTo>
                <a:lnTo>
                  <a:pt x="356616" y="82295"/>
                </a:lnTo>
                <a:lnTo>
                  <a:pt x="188976" y="82295"/>
                </a:lnTo>
                <a:lnTo>
                  <a:pt x="188976" y="150875"/>
                </a:lnTo>
                <a:close/>
              </a:path>
              <a:path w="364490" h="398144">
                <a:moveTo>
                  <a:pt x="346432" y="71627"/>
                </a:moveTo>
                <a:lnTo>
                  <a:pt x="301752" y="71627"/>
                </a:lnTo>
                <a:lnTo>
                  <a:pt x="324612" y="48767"/>
                </a:lnTo>
                <a:lnTo>
                  <a:pt x="346432" y="71627"/>
                </a:lnTo>
                <a:close/>
              </a:path>
              <a:path w="364490" h="398144">
                <a:moveTo>
                  <a:pt x="312420" y="150875"/>
                </a:moveTo>
                <a:lnTo>
                  <a:pt x="277368" y="150875"/>
                </a:lnTo>
                <a:lnTo>
                  <a:pt x="295656" y="134111"/>
                </a:lnTo>
                <a:lnTo>
                  <a:pt x="312420" y="150875"/>
                </a:lnTo>
                <a:close/>
              </a:path>
              <a:path w="364490" h="398144">
                <a:moveTo>
                  <a:pt x="62484" y="298703"/>
                </a:moveTo>
                <a:lnTo>
                  <a:pt x="62722" y="280130"/>
                </a:lnTo>
                <a:lnTo>
                  <a:pt x="63773" y="240982"/>
                </a:lnTo>
                <a:lnTo>
                  <a:pt x="64008" y="220979"/>
                </a:lnTo>
                <a:lnTo>
                  <a:pt x="63984" y="200382"/>
                </a:lnTo>
                <a:lnTo>
                  <a:pt x="63817" y="179641"/>
                </a:lnTo>
                <a:lnTo>
                  <a:pt x="63365" y="158615"/>
                </a:lnTo>
                <a:lnTo>
                  <a:pt x="62484" y="137159"/>
                </a:lnTo>
                <a:lnTo>
                  <a:pt x="89916" y="150875"/>
                </a:lnTo>
                <a:lnTo>
                  <a:pt x="312420" y="150875"/>
                </a:lnTo>
                <a:lnTo>
                  <a:pt x="321564" y="160019"/>
                </a:lnTo>
                <a:lnTo>
                  <a:pt x="319659" y="161543"/>
                </a:lnTo>
                <a:lnTo>
                  <a:pt x="89916" y="161543"/>
                </a:lnTo>
                <a:lnTo>
                  <a:pt x="89916" y="257555"/>
                </a:lnTo>
                <a:lnTo>
                  <a:pt x="306821" y="257555"/>
                </a:lnTo>
                <a:lnTo>
                  <a:pt x="306966" y="265437"/>
                </a:lnTo>
                <a:lnTo>
                  <a:pt x="307103" y="268223"/>
                </a:lnTo>
                <a:lnTo>
                  <a:pt x="89916" y="268223"/>
                </a:lnTo>
                <a:lnTo>
                  <a:pt x="89916" y="289559"/>
                </a:lnTo>
                <a:lnTo>
                  <a:pt x="62484" y="298703"/>
                </a:lnTo>
                <a:close/>
              </a:path>
              <a:path w="364490" h="398144">
                <a:moveTo>
                  <a:pt x="306821" y="257555"/>
                </a:moveTo>
                <a:lnTo>
                  <a:pt x="281940" y="257555"/>
                </a:lnTo>
                <a:lnTo>
                  <a:pt x="281940" y="161543"/>
                </a:lnTo>
                <a:lnTo>
                  <a:pt x="319659" y="161543"/>
                </a:lnTo>
                <a:lnTo>
                  <a:pt x="306323" y="172211"/>
                </a:lnTo>
                <a:lnTo>
                  <a:pt x="306407" y="220979"/>
                </a:lnTo>
                <a:lnTo>
                  <a:pt x="306519" y="241268"/>
                </a:lnTo>
                <a:lnTo>
                  <a:pt x="306821" y="257555"/>
                </a:lnTo>
                <a:close/>
              </a:path>
              <a:path w="364490" h="398144">
                <a:moveTo>
                  <a:pt x="281940" y="294131"/>
                </a:moveTo>
                <a:lnTo>
                  <a:pt x="281940" y="268223"/>
                </a:lnTo>
                <a:lnTo>
                  <a:pt x="307103" y="268223"/>
                </a:lnTo>
                <a:lnTo>
                  <a:pt x="307847" y="283463"/>
                </a:lnTo>
                <a:lnTo>
                  <a:pt x="281940" y="294131"/>
                </a:lnTo>
                <a:close/>
              </a:path>
              <a:path w="364490" h="398144">
                <a:moveTo>
                  <a:pt x="24384" y="397763"/>
                </a:moveTo>
                <a:lnTo>
                  <a:pt x="10668" y="397763"/>
                </a:lnTo>
                <a:lnTo>
                  <a:pt x="1524" y="391668"/>
                </a:lnTo>
                <a:lnTo>
                  <a:pt x="0" y="388620"/>
                </a:lnTo>
                <a:lnTo>
                  <a:pt x="0" y="381000"/>
                </a:lnTo>
                <a:lnTo>
                  <a:pt x="3048" y="376427"/>
                </a:lnTo>
                <a:lnTo>
                  <a:pt x="7620" y="371856"/>
                </a:lnTo>
                <a:lnTo>
                  <a:pt x="15073" y="366164"/>
                </a:lnTo>
                <a:lnTo>
                  <a:pt x="21526" y="360616"/>
                </a:lnTo>
                <a:lnTo>
                  <a:pt x="46791" y="322445"/>
                </a:lnTo>
                <a:lnTo>
                  <a:pt x="53340" y="307847"/>
                </a:lnTo>
                <a:lnTo>
                  <a:pt x="60960" y="307847"/>
                </a:lnTo>
                <a:lnTo>
                  <a:pt x="49530" y="361759"/>
                </a:lnTo>
                <a:lnTo>
                  <a:pt x="30480" y="394716"/>
                </a:lnTo>
                <a:lnTo>
                  <a:pt x="24384" y="397763"/>
                </a:lnTo>
                <a:close/>
              </a:path>
              <a:path w="364490" h="398144">
                <a:moveTo>
                  <a:pt x="146304" y="394716"/>
                </a:moveTo>
                <a:lnTo>
                  <a:pt x="141732" y="394716"/>
                </a:lnTo>
                <a:lnTo>
                  <a:pt x="138684" y="388620"/>
                </a:lnTo>
                <a:lnTo>
                  <a:pt x="137160" y="377951"/>
                </a:lnTo>
                <a:lnTo>
                  <a:pt x="134016" y="363926"/>
                </a:lnTo>
                <a:lnTo>
                  <a:pt x="129159" y="349186"/>
                </a:lnTo>
                <a:lnTo>
                  <a:pt x="122586" y="333589"/>
                </a:lnTo>
                <a:lnTo>
                  <a:pt x="114300" y="316991"/>
                </a:lnTo>
                <a:lnTo>
                  <a:pt x="117348" y="310895"/>
                </a:lnTo>
                <a:lnTo>
                  <a:pt x="154209" y="343900"/>
                </a:lnTo>
                <a:lnTo>
                  <a:pt x="163068" y="374904"/>
                </a:lnTo>
                <a:lnTo>
                  <a:pt x="160020" y="382524"/>
                </a:lnTo>
                <a:lnTo>
                  <a:pt x="155448" y="387096"/>
                </a:lnTo>
                <a:lnTo>
                  <a:pt x="149352" y="391668"/>
                </a:lnTo>
                <a:lnTo>
                  <a:pt x="146304" y="394716"/>
                </a:lnTo>
                <a:close/>
              </a:path>
              <a:path w="364490" h="398144">
                <a:moveTo>
                  <a:pt x="242316" y="393192"/>
                </a:moveTo>
                <a:lnTo>
                  <a:pt x="236220" y="393192"/>
                </a:lnTo>
                <a:lnTo>
                  <a:pt x="233172" y="385572"/>
                </a:lnTo>
                <a:lnTo>
                  <a:pt x="230124" y="371856"/>
                </a:lnTo>
                <a:lnTo>
                  <a:pt x="226956" y="357258"/>
                </a:lnTo>
                <a:lnTo>
                  <a:pt x="221932" y="343090"/>
                </a:lnTo>
                <a:lnTo>
                  <a:pt x="214907" y="329207"/>
                </a:lnTo>
                <a:lnTo>
                  <a:pt x="205740" y="315467"/>
                </a:lnTo>
                <a:lnTo>
                  <a:pt x="210312" y="309371"/>
                </a:lnTo>
                <a:lnTo>
                  <a:pt x="245459" y="340018"/>
                </a:lnTo>
                <a:lnTo>
                  <a:pt x="259080" y="364236"/>
                </a:lnTo>
                <a:lnTo>
                  <a:pt x="259080" y="373380"/>
                </a:lnTo>
                <a:lnTo>
                  <a:pt x="256032" y="377951"/>
                </a:lnTo>
                <a:lnTo>
                  <a:pt x="251459" y="384048"/>
                </a:lnTo>
                <a:lnTo>
                  <a:pt x="242316" y="393192"/>
                </a:lnTo>
                <a:close/>
              </a:path>
              <a:path w="364490" h="398144">
                <a:moveTo>
                  <a:pt x="350520" y="397763"/>
                </a:moveTo>
                <a:lnTo>
                  <a:pt x="344424" y="397763"/>
                </a:lnTo>
                <a:lnTo>
                  <a:pt x="339852" y="391668"/>
                </a:lnTo>
                <a:lnTo>
                  <a:pt x="336804" y="377951"/>
                </a:lnTo>
                <a:lnTo>
                  <a:pt x="331089" y="362521"/>
                </a:lnTo>
                <a:lnTo>
                  <a:pt x="323088" y="345947"/>
                </a:lnTo>
                <a:lnTo>
                  <a:pt x="312801" y="328231"/>
                </a:lnTo>
                <a:lnTo>
                  <a:pt x="300228" y="309371"/>
                </a:lnTo>
                <a:lnTo>
                  <a:pt x="303276" y="304799"/>
                </a:lnTo>
                <a:lnTo>
                  <a:pt x="343995" y="337161"/>
                </a:lnTo>
                <a:lnTo>
                  <a:pt x="364236" y="371856"/>
                </a:lnTo>
                <a:lnTo>
                  <a:pt x="364236" y="377951"/>
                </a:lnTo>
                <a:lnTo>
                  <a:pt x="362712" y="384048"/>
                </a:lnTo>
                <a:lnTo>
                  <a:pt x="353568" y="396239"/>
                </a:lnTo>
                <a:lnTo>
                  <a:pt x="350520" y="39776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" name="object 23"/>
          <p:cNvSpPr/>
          <p:nvPr/>
        </p:nvSpPr>
        <p:spPr>
          <a:xfrm>
            <a:off x="7370051" y="2360675"/>
            <a:ext cx="853440" cy="412115"/>
          </a:xfrm>
          <a:custGeom>
            <a:avLst/>
            <a:gdLst/>
            <a:ahLst/>
            <a:cxnLst/>
            <a:rect l="l" t="t" r="r" b="b"/>
            <a:pathLst>
              <a:path w="853440" h="412114">
                <a:moveTo>
                  <a:pt x="239268" y="38100"/>
                </a:moveTo>
                <a:lnTo>
                  <a:pt x="204431" y="10934"/>
                </a:lnTo>
                <a:lnTo>
                  <a:pt x="188976" y="4584"/>
                </a:lnTo>
                <a:lnTo>
                  <a:pt x="185928" y="10668"/>
                </a:lnTo>
                <a:lnTo>
                  <a:pt x="194500" y="20104"/>
                </a:lnTo>
                <a:lnTo>
                  <a:pt x="201930" y="30099"/>
                </a:lnTo>
                <a:lnTo>
                  <a:pt x="208216" y="40678"/>
                </a:lnTo>
                <a:lnTo>
                  <a:pt x="213360" y="51816"/>
                </a:lnTo>
                <a:lnTo>
                  <a:pt x="216408" y="62484"/>
                </a:lnTo>
                <a:lnTo>
                  <a:pt x="220980" y="67056"/>
                </a:lnTo>
                <a:lnTo>
                  <a:pt x="227076" y="67056"/>
                </a:lnTo>
                <a:lnTo>
                  <a:pt x="230124" y="64008"/>
                </a:lnTo>
                <a:lnTo>
                  <a:pt x="233172" y="59436"/>
                </a:lnTo>
                <a:lnTo>
                  <a:pt x="237744" y="53340"/>
                </a:lnTo>
                <a:lnTo>
                  <a:pt x="239268" y="47244"/>
                </a:lnTo>
                <a:lnTo>
                  <a:pt x="239268" y="38100"/>
                </a:lnTo>
                <a:close/>
              </a:path>
              <a:path w="853440" h="412114">
                <a:moveTo>
                  <a:pt x="379476" y="80772"/>
                </a:moveTo>
                <a:lnTo>
                  <a:pt x="370332" y="71628"/>
                </a:lnTo>
                <a:lnTo>
                  <a:pt x="348996" y="50292"/>
                </a:lnTo>
                <a:lnTo>
                  <a:pt x="327660" y="71628"/>
                </a:lnTo>
                <a:lnTo>
                  <a:pt x="204216" y="71628"/>
                </a:lnTo>
                <a:lnTo>
                  <a:pt x="204216" y="80772"/>
                </a:lnTo>
                <a:lnTo>
                  <a:pt x="204216" y="123444"/>
                </a:lnTo>
                <a:lnTo>
                  <a:pt x="204216" y="134112"/>
                </a:lnTo>
                <a:lnTo>
                  <a:pt x="204216" y="172212"/>
                </a:lnTo>
                <a:lnTo>
                  <a:pt x="204216" y="182880"/>
                </a:lnTo>
                <a:lnTo>
                  <a:pt x="204216" y="222504"/>
                </a:lnTo>
                <a:lnTo>
                  <a:pt x="105156" y="222504"/>
                </a:lnTo>
                <a:lnTo>
                  <a:pt x="105156" y="182880"/>
                </a:lnTo>
                <a:lnTo>
                  <a:pt x="204216" y="182880"/>
                </a:lnTo>
                <a:lnTo>
                  <a:pt x="204216" y="172212"/>
                </a:lnTo>
                <a:lnTo>
                  <a:pt x="105156" y="172212"/>
                </a:lnTo>
                <a:lnTo>
                  <a:pt x="105156" y="134112"/>
                </a:lnTo>
                <a:lnTo>
                  <a:pt x="204216" y="134112"/>
                </a:lnTo>
                <a:lnTo>
                  <a:pt x="204216" y="123444"/>
                </a:lnTo>
                <a:lnTo>
                  <a:pt x="105156" y="123444"/>
                </a:lnTo>
                <a:lnTo>
                  <a:pt x="105156" y="105156"/>
                </a:lnTo>
                <a:lnTo>
                  <a:pt x="105156" y="80772"/>
                </a:lnTo>
                <a:lnTo>
                  <a:pt x="204216" y="80772"/>
                </a:lnTo>
                <a:lnTo>
                  <a:pt x="204216" y="71628"/>
                </a:lnTo>
                <a:lnTo>
                  <a:pt x="109728" y="71628"/>
                </a:lnTo>
                <a:lnTo>
                  <a:pt x="135636" y="28956"/>
                </a:lnTo>
                <a:lnTo>
                  <a:pt x="150876" y="24396"/>
                </a:lnTo>
                <a:lnTo>
                  <a:pt x="115824" y="0"/>
                </a:lnTo>
                <a:lnTo>
                  <a:pt x="106946" y="22860"/>
                </a:lnTo>
                <a:lnTo>
                  <a:pt x="96202" y="45720"/>
                </a:lnTo>
                <a:lnTo>
                  <a:pt x="68580" y="91440"/>
                </a:lnTo>
                <a:lnTo>
                  <a:pt x="36004" y="133921"/>
                </a:lnTo>
                <a:lnTo>
                  <a:pt x="0" y="170688"/>
                </a:lnTo>
                <a:lnTo>
                  <a:pt x="3048" y="175260"/>
                </a:lnTo>
                <a:lnTo>
                  <a:pt x="25958" y="158953"/>
                </a:lnTo>
                <a:lnTo>
                  <a:pt x="46863" y="141922"/>
                </a:lnTo>
                <a:lnTo>
                  <a:pt x="66065" y="124040"/>
                </a:lnTo>
                <a:lnTo>
                  <a:pt x="83820" y="105156"/>
                </a:lnTo>
                <a:lnTo>
                  <a:pt x="83604" y="141922"/>
                </a:lnTo>
                <a:lnTo>
                  <a:pt x="83489" y="152958"/>
                </a:lnTo>
                <a:lnTo>
                  <a:pt x="82867" y="188785"/>
                </a:lnTo>
                <a:lnTo>
                  <a:pt x="81902" y="226682"/>
                </a:lnTo>
                <a:lnTo>
                  <a:pt x="80772" y="262128"/>
                </a:lnTo>
                <a:lnTo>
                  <a:pt x="105156" y="252984"/>
                </a:lnTo>
                <a:lnTo>
                  <a:pt x="105156" y="233172"/>
                </a:lnTo>
                <a:lnTo>
                  <a:pt x="374904" y="233172"/>
                </a:lnTo>
                <a:lnTo>
                  <a:pt x="365252" y="222504"/>
                </a:lnTo>
                <a:lnTo>
                  <a:pt x="345948" y="201168"/>
                </a:lnTo>
                <a:lnTo>
                  <a:pt x="324612" y="222504"/>
                </a:lnTo>
                <a:lnTo>
                  <a:pt x="227076" y="222504"/>
                </a:lnTo>
                <a:lnTo>
                  <a:pt x="227076" y="182880"/>
                </a:lnTo>
                <a:lnTo>
                  <a:pt x="352044" y="182880"/>
                </a:lnTo>
                <a:lnTo>
                  <a:pt x="342442" y="172212"/>
                </a:lnTo>
                <a:lnTo>
                  <a:pt x="324612" y="152400"/>
                </a:lnTo>
                <a:lnTo>
                  <a:pt x="306324" y="172212"/>
                </a:lnTo>
                <a:lnTo>
                  <a:pt x="227076" y="172212"/>
                </a:lnTo>
                <a:lnTo>
                  <a:pt x="227076" y="134112"/>
                </a:lnTo>
                <a:lnTo>
                  <a:pt x="356616" y="134112"/>
                </a:lnTo>
                <a:lnTo>
                  <a:pt x="346481" y="123444"/>
                </a:lnTo>
                <a:lnTo>
                  <a:pt x="327660" y="103632"/>
                </a:lnTo>
                <a:lnTo>
                  <a:pt x="309372" y="123444"/>
                </a:lnTo>
                <a:lnTo>
                  <a:pt x="227076" y="123444"/>
                </a:lnTo>
                <a:lnTo>
                  <a:pt x="227076" y="80772"/>
                </a:lnTo>
                <a:lnTo>
                  <a:pt x="379476" y="80772"/>
                </a:lnTo>
                <a:close/>
              </a:path>
              <a:path w="853440" h="412114">
                <a:moveTo>
                  <a:pt x="409956" y="371868"/>
                </a:moveTo>
                <a:lnTo>
                  <a:pt x="357759" y="362902"/>
                </a:lnTo>
                <a:lnTo>
                  <a:pt x="312420" y="345960"/>
                </a:lnTo>
                <a:lnTo>
                  <a:pt x="273367" y="320814"/>
                </a:lnTo>
                <a:lnTo>
                  <a:pt x="237744" y="286512"/>
                </a:lnTo>
                <a:lnTo>
                  <a:pt x="408432" y="286512"/>
                </a:lnTo>
                <a:lnTo>
                  <a:pt x="379476" y="256032"/>
                </a:lnTo>
                <a:lnTo>
                  <a:pt x="358140" y="275844"/>
                </a:lnTo>
                <a:lnTo>
                  <a:pt x="219456" y="275844"/>
                </a:lnTo>
                <a:lnTo>
                  <a:pt x="219456" y="260604"/>
                </a:lnTo>
                <a:lnTo>
                  <a:pt x="233172" y="248412"/>
                </a:lnTo>
                <a:lnTo>
                  <a:pt x="195072" y="234696"/>
                </a:lnTo>
                <a:lnTo>
                  <a:pt x="195313" y="243268"/>
                </a:lnTo>
                <a:lnTo>
                  <a:pt x="195834" y="252984"/>
                </a:lnTo>
                <a:lnTo>
                  <a:pt x="196367" y="263842"/>
                </a:lnTo>
                <a:lnTo>
                  <a:pt x="196596" y="275844"/>
                </a:lnTo>
                <a:lnTo>
                  <a:pt x="1524" y="275844"/>
                </a:lnTo>
                <a:lnTo>
                  <a:pt x="16764" y="292620"/>
                </a:lnTo>
                <a:lnTo>
                  <a:pt x="27076" y="289737"/>
                </a:lnTo>
                <a:lnTo>
                  <a:pt x="37528" y="287845"/>
                </a:lnTo>
                <a:lnTo>
                  <a:pt x="48272" y="286829"/>
                </a:lnTo>
                <a:lnTo>
                  <a:pt x="59436" y="286512"/>
                </a:lnTo>
                <a:lnTo>
                  <a:pt x="166116" y="286512"/>
                </a:lnTo>
                <a:lnTo>
                  <a:pt x="127977" y="324446"/>
                </a:lnTo>
                <a:lnTo>
                  <a:pt x="84467" y="355574"/>
                </a:lnTo>
                <a:lnTo>
                  <a:pt x="31267" y="385292"/>
                </a:lnTo>
                <a:lnTo>
                  <a:pt x="1524" y="399288"/>
                </a:lnTo>
                <a:lnTo>
                  <a:pt x="3048" y="406920"/>
                </a:lnTo>
                <a:lnTo>
                  <a:pt x="62674" y="382917"/>
                </a:lnTo>
                <a:lnTo>
                  <a:pt x="114300" y="356628"/>
                </a:lnTo>
                <a:lnTo>
                  <a:pt x="157734" y="325767"/>
                </a:lnTo>
                <a:lnTo>
                  <a:pt x="196596" y="288036"/>
                </a:lnTo>
                <a:lnTo>
                  <a:pt x="196367" y="321475"/>
                </a:lnTo>
                <a:lnTo>
                  <a:pt x="195313" y="383197"/>
                </a:lnTo>
                <a:lnTo>
                  <a:pt x="195072" y="411492"/>
                </a:lnTo>
                <a:lnTo>
                  <a:pt x="220980" y="397764"/>
                </a:lnTo>
                <a:lnTo>
                  <a:pt x="220103" y="381457"/>
                </a:lnTo>
                <a:lnTo>
                  <a:pt x="219646" y="357568"/>
                </a:lnTo>
                <a:lnTo>
                  <a:pt x="219570" y="342049"/>
                </a:lnTo>
                <a:lnTo>
                  <a:pt x="219468" y="288036"/>
                </a:lnTo>
                <a:lnTo>
                  <a:pt x="219456" y="286512"/>
                </a:lnTo>
                <a:lnTo>
                  <a:pt x="228600" y="286512"/>
                </a:lnTo>
                <a:lnTo>
                  <a:pt x="244894" y="309333"/>
                </a:lnTo>
                <a:lnTo>
                  <a:pt x="261747" y="329565"/>
                </a:lnTo>
                <a:lnTo>
                  <a:pt x="297180" y="361188"/>
                </a:lnTo>
                <a:lnTo>
                  <a:pt x="336042" y="383108"/>
                </a:lnTo>
                <a:lnTo>
                  <a:pt x="379476" y="399288"/>
                </a:lnTo>
                <a:lnTo>
                  <a:pt x="383171" y="391858"/>
                </a:lnTo>
                <a:lnTo>
                  <a:pt x="389572" y="385572"/>
                </a:lnTo>
                <a:lnTo>
                  <a:pt x="398551" y="380428"/>
                </a:lnTo>
                <a:lnTo>
                  <a:pt x="409956" y="376440"/>
                </a:lnTo>
                <a:lnTo>
                  <a:pt x="409956" y="371868"/>
                </a:lnTo>
                <a:close/>
              </a:path>
              <a:path w="853440" h="412114">
                <a:moveTo>
                  <a:pt x="763524" y="188976"/>
                </a:moveTo>
                <a:lnTo>
                  <a:pt x="729996" y="156972"/>
                </a:lnTo>
                <a:lnTo>
                  <a:pt x="707136" y="178308"/>
                </a:lnTo>
                <a:lnTo>
                  <a:pt x="533400" y="178308"/>
                </a:lnTo>
                <a:lnTo>
                  <a:pt x="548640" y="195072"/>
                </a:lnTo>
                <a:lnTo>
                  <a:pt x="558673" y="192201"/>
                </a:lnTo>
                <a:lnTo>
                  <a:pt x="568261" y="190309"/>
                </a:lnTo>
                <a:lnTo>
                  <a:pt x="577583" y="189293"/>
                </a:lnTo>
                <a:lnTo>
                  <a:pt x="586740" y="188976"/>
                </a:lnTo>
                <a:lnTo>
                  <a:pt x="763524" y="188976"/>
                </a:lnTo>
                <a:close/>
              </a:path>
              <a:path w="853440" h="412114">
                <a:moveTo>
                  <a:pt x="769620" y="259080"/>
                </a:moveTo>
                <a:lnTo>
                  <a:pt x="762000" y="251460"/>
                </a:lnTo>
                <a:lnTo>
                  <a:pt x="745236" y="234696"/>
                </a:lnTo>
                <a:lnTo>
                  <a:pt x="731520" y="248412"/>
                </a:lnTo>
                <a:lnTo>
                  <a:pt x="731520" y="262128"/>
                </a:lnTo>
                <a:lnTo>
                  <a:pt x="731520" y="359664"/>
                </a:lnTo>
                <a:lnTo>
                  <a:pt x="563880" y="359664"/>
                </a:lnTo>
                <a:lnTo>
                  <a:pt x="563880" y="262128"/>
                </a:lnTo>
                <a:lnTo>
                  <a:pt x="731520" y="262128"/>
                </a:lnTo>
                <a:lnTo>
                  <a:pt x="731520" y="248412"/>
                </a:lnTo>
                <a:lnTo>
                  <a:pt x="728472" y="251460"/>
                </a:lnTo>
                <a:lnTo>
                  <a:pt x="563880" y="251460"/>
                </a:lnTo>
                <a:lnTo>
                  <a:pt x="537972" y="237744"/>
                </a:lnTo>
                <a:lnTo>
                  <a:pt x="538861" y="258318"/>
                </a:lnTo>
                <a:lnTo>
                  <a:pt x="539305" y="278892"/>
                </a:lnTo>
                <a:lnTo>
                  <a:pt x="539483" y="299466"/>
                </a:lnTo>
                <a:lnTo>
                  <a:pt x="539483" y="340004"/>
                </a:lnTo>
                <a:lnTo>
                  <a:pt x="539305" y="360807"/>
                </a:lnTo>
                <a:lnTo>
                  <a:pt x="538861" y="382193"/>
                </a:lnTo>
                <a:lnTo>
                  <a:pt x="537972" y="403860"/>
                </a:lnTo>
                <a:lnTo>
                  <a:pt x="563880" y="393192"/>
                </a:lnTo>
                <a:lnTo>
                  <a:pt x="563880" y="370332"/>
                </a:lnTo>
                <a:lnTo>
                  <a:pt x="731520" y="370332"/>
                </a:lnTo>
                <a:lnTo>
                  <a:pt x="731520" y="399288"/>
                </a:lnTo>
                <a:lnTo>
                  <a:pt x="757428" y="388620"/>
                </a:lnTo>
                <a:lnTo>
                  <a:pt x="756704" y="370332"/>
                </a:lnTo>
                <a:lnTo>
                  <a:pt x="756551" y="366649"/>
                </a:lnTo>
                <a:lnTo>
                  <a:pt x="756437" y="359664"/>
                </a:lnTo>
                <a:lnTo>
                  <a:pt x="756107" y="340004"/>
                </a:lnTo>
                <a:lnTo>
                  <a:pt x="755992" y="320040"/>
                </a:lnTo>
                <a:lnTo>
                  <a:pt x="755904" y="271272"/>
                </a:lnTo>
                <a:lnTo>
                  <a:pt x="766191" y="262128"/>
                </a:lnTo>
                <a:lnTo>
                  <a:pt x="769620" y="259080"/>
                </a:lnTo>
                <a:close/>
              </a:path>
              <a:path w="853440" h="412114">
                <a:moveTo>
                  <a:pt x="853440" y="170688"/>
                </a:moveTo>
                <a:lnTo>
                  <a:pt x="815467" y="159473"/>
                </a:lnTo>
                <a:lnTo>
                  <a:pt x="752081" y="130187"/>
                </a:lnTo>
                <a:lnTo>
                  <a:pt x="705548" y="92087"/>
                </a:lnTo>
                <a:lnTo>
                  <a:pt x="671880" y="54889"/>
                </a:lnTo>
                <a:lnTo>
                  <a:pt x="659892" y="36576"/>
                </a:lnTo>
                <a:lnTo>
                  <a:pt x="676656" y="27432"/>
                </a:lnTo>
                <a:lnTo>
                  <a:pt x="640080" y="3048"/>
                </a:lnTo>
                <a:lnTo>
                  <a:pt x="624078" y="37934"/>
                </a:lnTo>
                <a:lnTo>
                  <a:pt x="585216" y="97993"/>
                </a:lnTo>
                <a:lnTo>
                  <a:pt x="537197" y="145732"/>
                </a:lnTo>
                <a:lnTo>
                  <a:pt x="479425" y="186880"/>
                </a:lnTo>
                <a:lnTo>
                  <a:pt x="446532" y="205740"/>
                </a:lnTo>
                <a:lnTo>
                  <a:pt x="448056" y="211836"/>
                </a:lnTo>
                <a:lnTo>
                  <a:pt x="506920" y="185547"/>
                </a:lnTo>
                <a:lnTo>
                  <a:pt x="557784" y="152400"/>
                </a:lnTo>
                <a:lnTo>
                  <a:pt x="605790" y="107632"/>
                </a:lnTo>
                <a:lnTo>
                  <a:pt x="653796" y="45720"/>
                </a:lnTo>
                <a:lnTo>
                  <a:pt x="661212" y="60325"/>
                </a:lnTo>
                <a:lnTo>
                  <a:pt x="685736" y="95237"/>
                </a:lnTo>
                <a:lnTo>
                  <a:pt x="724077" y="136639"/>
                </a:lnTo>
                <a:lnTo>
                  <a:pt x="780796" y="178841"/>
                </a:lnTo>
                <a:lnTo>
                  <a:pt x="816864" y="199644"/>
                </a:lnTo>
                <a:lnTo>
                  <a:pt x="823226" y="191122"/>
                </a:lnTo>
                <a:lnTo>
                  <a:pt x="831151" y="184023"/>
                </a:lnTo>
                <a:lnTo>
                  <a:pt x="841082" y="178650"/>
                </a:lnTo>
                <a:lnTo>
                  <a:pt x="853440" y="175260"/>
                </a:lnTo>
                <a:lnTo>
                  <a:pt x="853440" y="17068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24" name="object 24"/>
          <p:cNvGrpSpPr/>
          <p:nvPr/>
        </p:nvGrpSpPr>
        <p:grpSpPr>
          <a:xfrm>
            <a:off x="2170176" y="3006851"/>
            <a:ext cx="1294130" cy="399415"/>
            <a:chOff x="2170176" y="3006851"/>
            <a:chExt cx="1294130" cy="399415"/>
          </a:xfrm>
        </p:grpSpPr>
        <p:sp>
          <p:nvSpPr>
            <p:cNvPr id="25" name="object 25"/>
            <p:cNvSpPr/>
            <p:nvPr/>
          </p:nvSpPr>
          <p:spPr>
            <a:xfrm>
              <a:off x="2170176" y="3011424"/>
              <a:ext cx="399415" cy="394970"/>
            </a:xfrm>
            <a:custGeom>
              <a:avLst/>
              <a:gdLst/>
              <a:ahLst/>
              <a:cxnLst/>
              <a:rect l="l" t="t" r="r" b="b"/>
              <a:pathLst>
                <a:path w="399414" h="394970">
                  <a:moveTo>
                    <a:pt x="309981" y="18288"/>
                  </a:moveTo>
                  <a:lnTo>
                    <a:pt x="271272" y="18288"/>
                  </a:lnTo>
                  <a:lnTo>
                    <a:pt x="288036" y="0"/>
                  </a:lnTo>
                  <a:lnTo>
                    <a:pt x="309981" y="18288"/>
                  </a:lnTo>
                  <a:close/>
                </a:path>
                <a:path w="399414" h="394970">
                  <a:moveTo>
                    <a:pt x="97536" y="178308"/>
                  </a:moveTo>
                  <a:lnTo>
                    <a:pt x="98417" y="156591"/>
                  </a:lnTo>
                  <a:lnTo>
                    <a:pt x="98869" y="134874"/>
                  </a:lnTo>
                  <a:lnTo>
                    <a:pt x="99020" y="115252"/>
                  </a:lnTo>
                  <a:lnTo>
                    <a:pt x="99036" y="70318"/>
                  </a:lnTo>
                  <a:lnTo>
                    <a:pt x="98869" y="48196"/>
                  </a:lnTo>
                  <a:lnTo>
                    <a:pt x="98417" y="25217"/>
                  </a:lnTo>
                  <a:lnTo>
                    <a:pt x="97536" y="1524"/>
                  </a:lnTo>
                  <a:lnTo>
                    <a:pt x="124968" y="18288"/>
                  </a:lnTo>
                  <a:lnTo>
                    <a:pt x="309981" y="18288"/>
                  </a:lnTo>
                  <a:lnTo>
                    <a:pt x="315468" y="22860"/>
                  </a:lnTo>
                  <a:lnTo>
                    <a:pt x="307848" y="28956"/>
                  </a:lnTo>
                  <a:lnTo>
                    <a:pt x="123444" y="28956"/>
                  </a:lnTo>
                  <a:lnTo>
                    <a:pt x="123444" y="79248"/>
                  </a:lnTo>
                  <a:lnTo>
                    <a:pt x="300251" y="79248"/>
                  </a:lnTo>
                  <a:lnTo>
                    <a:pt x="300292" y="88392"/>
                  </a:lnTo>
                  <a:lnTo>
                    <a:pt x="123444" y="88392"/>
                  </a:lnTo>
                  <a:lnTo>
                    <a:pt x="123444" y="141732"/>
                  </a:lnTo>
                  <a:lnTo>
                    <a:pt x="300866" y="141732"/>
                  </a:lnTo>
                  <a:lnTo>
                    <a:pt x="301379" y="152400"/>
                  </a:lnTo>
                  <a:lnTo>
                    <a:pt x="123444" y="152400"/>
                  </a:lnTo>
                  <a:lnTo>
                    <a:pt x="123444" y="167640"/>
                  </a:lnTo>
                  <a:lnTo>
                    <a:pt x="97536" y="178308"/>
                  </a:lnTo>
                  <a:close/>
                </a:path>
                <a:path w="399414" h="394970">
                  <a:moveTo>
                    <a:pt x="300251" y="79248"/>
                  </a:moveTo>
                  <a:lnTo>
                    <a:pt x="275844" y="79248"/>
                  </a:lnTo>
                  <a:lnTo>
                    <a:pt x="275844" y="28956"/>
                  </a:lnTo>
                  <a:lnTo>
                    <a:pt x="307848" y="28956"/>
                  </a:lnTo>
                  <a:lnTo>
                    <a:pt x="300227" y="35052"/>
                  </a:lnTo>
                  <a:lnTo>
                    <a:pt x="300251" y="79248"/>
                  </a:lnTo>
                  <a:close/>
                </a:path>
                <a:path w="399414" h="394970">
                  <a:moveTo>
                    <a:pt x="300866" y="141732"/>
                  </a:moveTo>
                  <a:lnTo>
                    <a:pt x="275844" y="141732"/>
                  </a:lnTo>
                  <a:lnTo>
                    <a:pt x="275844" y="88392"/>
                  </a:lnTo>
                  <a:lnTo>
                    <a:pt x="300292" y="88392"/>
                  </a:lnTo>
                  <a:lnTo>
                    <a:pt x="300418" y="115252"/>
                  </a:lnTo>
                  <a:lnTo>
                    <a:pt x="300866" y="141732"/>
                  </a:lnTo>
                  <a:close/>
                </a:path>
                <a:path w="399414" h="394970">
                  <a:moveTo>
                    <a:pt x="275844" y="173736"/>
                  </a:moveTo>
                  <a:lnTo>
                    <a:pt x="275844" y="152400"/>
                  </a:lnTo>
                  <a:lnTo>
                    <a:pt x="301379" y="152400"/>
                  </a:lnTo>
                  <a:lnTo>
                    <a:pt x="301751" y="160020"/>
                  </a:lnTo>
                  <a:lnTo>
                    <a:pt x="275844" y="173736"/>
                  </a:lnTo>
                  <a:close/>
                </a:path>
                <a:path w="399414" h="394970">
                  <a:moveTo>
                    <a:pt x="21336" y="213360"/>
                  </a:moveTo>
                  <a:lnTo>
                    <a:pt x="6096" y="196596"/>
                  </a:lnTo>
                  <a:lnTo>
                    <a:pt x="327660" y="196596"/>
                  </a:lnTo>
                  <a:lnTo>
                    <a:pt x="353568" y="170688"/>
                  </a:lnTo>
                  <a:lnTo>
                    <a:pt x="390144" y="207264"/>
                  </a:lnTo>
                  <a:lnTo>
                    <a:pt x="62484" y="207264"/>
                  </a:lnTo>
                  <a:lnTo>
                    <a:pt x="51982" y="207573"/>
                  </a:lnTo>
                  <a:lnTo>
                    <a:pt x="41338" y="208597"/>
                  </a:lnTo>
                  <a:lnTo>
                    <a:pt x="30980" y="210478"/>
                  </a:lnTo>
                  <a:lnTo>
                    <a:pt x="21336" y="213360"/>
                  </a:lnTo>
                  <a:close/>
                </a:path>
                <a:path w="399414" h="394970">
                  <a:moveTo>
                    <a:pt x="214884" y="341376"/>
                  </a:moveTo>
                  <a:lnTo>
                    <a:pt x="190500" y="341376"/>
                  </a:lnTo>
                  <a:lnTo>
                    <a:pt x="190500" y="207264"/>
                  </a:lnTo>
                  <a:lnTo>
                    <a:pt x="214884" y="207264"/>
                  </a:lnTo>
                  <a:lnTo>
                    <a:pt x="214884" y="266699"/>
                  </a:lnTo>
                  <a:lnTo>
                    <a:pt x="350519" y="266699"/>
                  </a:lnTo>
                  <a:lnTo>
                    <a:pt x="361188" y="277368"/>
                  </a:lnTo>
                  <a:lnTo>
                    <a:pt x="214884" y="277368"/>
                  </a:lnTo>
                  <a:lnTo>
                    <a:pt x="214884" y="341376"/>
                  </a:lnTo>
                  <a:close/>
                </a:path>
                <a:path w="399414" h="394970">
                  <a:moveTo>
                    <a:pt x="4572" y="394716"/>
                  </a:moveTo>
                  <a:lnTo>
                    <a:pt x="0" y="390144"/>
                  </a:lnTo>
                  <a:lnTo>
                    <a:pt x="35147" y="357854"/>
                  </a:lnTo>
                  <a:lnTo>
                    <a:pt x="62865" y="318135"/>
                  </a:lnTo>
                  <a:lnTo>
                    <a:pt x="83153" y="270986"/>
                  </a:lnTo>
                  <a:lnTo>
                    <a:pt x="96012" y="216408"/>
                  </a:lnTo>
                  <a:lnTo>
                    <a:pt x="134112" y="239268"/>
                  </a:lnTo>
                  <a:lnTo>
                    <a:pt x="110085" y="273367"/>
                  </a:lnTo>
                  <a:lnTo>
                    <a:pt x="106680" y="281940"/>
                  </a:lnTo>
                  <a:lnTo>
                    <a:pt x="115236" y="291084"/>
                  </a:lnTo>
                  <a:lnTo>
                    <a:pt x="100584" y="291084"/>
                  </a:lnTo>
                  <a:lnTo>
                    <a:pt x="82581" y="325064"/>
                  </a:lnTo>
                  <a:lnTo>
                    <a:pt x="60579" y="353758"/>
                  </a:lnTo>
                  <a:lnTo>
                    <a:pt x="34575" y="377023"/>
                  </a:lnTo>
                  <a:lnTo>
                    <a:pt x="4572" y="394716"/>
                  </a:lnTo>
                  <a:close/>
                </a:path>
                <a:path w="399414" h="394970">
                  <a:moveTo>
                    <a:pt x="350519" y="266699"/>
                  </a:moveTo>
                  <a:lnTo>
                    <a:pt x="304800" y="266699"/>
                  </a:lnTo>
                  <a:lnTo>
                    <a:pt x="327660" y="243840"/>
                  </a:lnTo>
                  <a:lnTo>
                    <a:pt x="350519" y="266699"/>
                  </a:lnTo>
                  <a:close/>
                </a:path>
                <a:path w="399414" h="394970">
                  <a:moveTo>
                    <a:pt x="364236" y="390144"/>
                  </a:moveTo>
                  <a:lnTo>
                    <a:pt x="316539" y="387524"/>
                  </a:lnTo>
                  <a:lnTo>
                    <a:pt x="276415" y="384048"/>
                  </a:lnTo>
                  <a:lnTo>
                    <a:pt x="219456" y="373380"/>
                  </a:lnTo>
                  <a:lnTo>
                    <a:pt x="180403" y="358330"/>
                  </a:lnTo>
                  <a:lnTo>
                    <a:pt x="136159" y="329017"/>
                  </a:lnTo>
                  <a:lnTo>
                    <a:pt x="100584" y="291084"/>
                  </a:lnTo>
                  <a:lnTo>
                    <a:pt x="115236" y="291084"/>
                  </a:lnTo>
                  <a:lnTo>
                    <a:pt x="122991" y="299370"/>
                  </a:lnTo>
                  <a:lnTo>
                    <a:pt x="142303" y="315087"/>
                  </a:lnTo>
                  <a:lnTo>
                    <a:pt x="164758" y="329088"/>
                  </a:lnTo>
                  <a:lnTo>
                    <a:pt x="190500" y="341376"/>
                  </a:lnTo>
                  <a:lnTo>
                    <a:pt x="214884" y="341376"/>
                  </a:lnTo>
                  <a:lnTo>
                    <a:pt x="214884" y="348996"/>
                  </a:lnTo>
                  <a:lnTo>
                    <a:pt x="231695" y="352139"/>
                  </a:lnTo>
                  <a:lnTo>
                    <a:pt x="252222" y="354711"/>
                  </a:lnTo>
                  <a:lnTo>
                    <a:pt x="276177" y="356711"/>
                  </a:lnTo>
                  <a:lnTo>
                    <a:pt x="303275" y="358140"/>
                  </a:lnTo>
                  <a:lnTo>
                    <a:pt x="399288" y="358140"/>
                  </a:lnTo>
                  <a:lnTo>
                    <a:pt x="399288" y="362712"/>
                  </a:lnTo>
                  <a:lnTo>
                    <a:pt x="385024" y="366998"/>
                  </a:lnTo>
                  <a:lnTo>
                    <a:pt x="374332" y="372999"/>
                  </a:lnTo>
                  <a:lnTo>
                    <a:pt x="367355" y="380714"/>
                  </a:lnTo>
                  <a:lnTo>
                    <a:pt x="364236" y="390144"/>
                  </a:lnTo>
                  <a:close/>
                </a:path>
                <a:path w="399414" h="394970">
                  <a:moveTo>
                    <a:pt x="399288" y="358140"/>
                  </a:moveTo>
                  <a:lnTo>
                    <a:pt x="303275" y="358140"/>
                  </a:lnTo>
                  <a:lnTo>
                    <a:pt x="331565" y="357854"/>
                  </a:lnTo>
                  <a:lnTo>
                    <a:pt x="356997" y="356997"/>
                  </a:lnTo>
                  <a:lnTo>
                    <a:pt x="379571" y="355568"/>
                  </a:lnTo>
                  <a:lnTo>
                    <a:pt x="399288" y="353568"/>
                  </a:lnTo>
                  <a:lnTo>
                    <a:pt x="399288" y="35814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" name="object 26"/>
            <p:cNvSpPr/>
            <p:nvPr/>
          </p:nvSpPr>
          <p:spPr>
            <a:xfrm>
              <a:off x="2609075" y="3006851"/>
              <a:ext cx="855344" cy="399415"/>
            </a:xfrm>
            <a:custGeom>
              <a:avLst/>
              <a:gdLst/>
              <a:ahLst/>
              <a:cxnLst/>
              <a:rect l="l" t="t" r="r" b="b"/>
              <a:pathLst>
                <a:path w="855345" h="399414">
                  <a:moveTo>
                    <a:pt x="172212" y="28956"/>
                  </a:moveTo>
                  <a:lnTo>
                    <a:pt x="140208" y="9144"/>
                  </a:lnTo>
                  <a:lnTo>
                    <a:pt x="135089" y="21132"/>
                  </a:lnTo>
                  <a:lnTo>
                    <a:pt x="126720" y="36347"/>
                  </a:lnTo>
                  <a:lnTo>
                    <a:pt x="115138" y="54800"/>
                  </a:lnTo>
                  <a:lnTo>
                    <a:pt x="100584" y="76200"/>
                  </a:lnTo>
                  <a:lnTo>
                    <a:pt x="84848" y="62534"/>
                  </a:lnTo>
                  <a:lnTo>
                    <a:pt x="67246" y="49149"/>
                  </a:lnTo>
                  <a:lnTo>
                    <a:pt x="47726" y="36385"/>
                  </a:lnTo>
                  <a:lnTo>
                    <a:pt x="25908" y="24384"/>
                  </a:lnTo>
                  <a:lnTo>
                    <a:pt x="21336" y="28956"/>
                  </a:lnTo>
                  <a:lnTo>
                    <a:pt x="39077" y="42989"/>
                  </a:lnTo>
                  <a:lnTo>
                    <a:pt x="55816" y="57721"/>
                  </a:lnTo>
                  <a:lnTo>
                    <a:pt x="71704" y="73329"/>
                  </a:lnTo>
                  <a:lnTo>
                    <a:pt x="86880" y="89916"/>
                  </a:lnTo>
                  <a:lnTo>
                    <a:pt x="68224" y="109067"/>
                  </a:lnTo>
                  <a:lnTo>
                    <a:pt x="48577" y="127635"/>
                  </a:lnTo>
                  <a:lnTo>
                    <a:pt x="27508" y="145643"/>
                  </a:lnTo>
                  <a:lnTo>
                    <a:pt x="4572" y="163068"/>
                  </a:lnTo>
                  <a:lnTo>
                    <a:pt x="7620" y="169164"/>
                  </a:lnTo>
                  <a:lnTo>
                    <a:pt x="31915" y="156006"/>
                  </a:lnTo>
                  <a:lnTo>
                    <a:pt x="54483" y="141541"/>
                  </a:lnTo>
                  <a:lnTo>
                    <a:pt x="75349" y="125666"/>
                  </a:lnTo>
                  <a:lnTo>
                    <a:pt x="94488" y="108204"/>
                  </a:lnTo>
                  <a:lnTo>
                    <a:pt x="97904" y="118783"/>
                  </a:lnTo>
                  <a:lnTo>
                    <a:pt x="101155" y="129921"/>
                  </a:lnTo>
                  <a:lnTo>
                    <a:pt x="104114" y="141541"/>
                  </a:lnTo>
                  <a:lnTo>
                    <a:pt x="106692" y="153924"/>
                  </a:lnTo>
                  <a:lnTo>
                    <a:pt x="84658" y="195668"/>
                  </a:lnTo>
                  <a:lnTo>
                    <a:pt x="59626" y="234124"/>
                  </a:lnTo>
                  <a:lnTo>
                    <a:pt x="31457" y="269443"/>
                  </a:lnTo>
                  <a:lnTo>
                    <a:pt x="0" y="301752"/>
                  </a:lnTo>
                  <a:lnTo>
                    <a:pt x="1524" y="309372"/>
                  </a:lnTo>
                  <a:lnTo>
                    <a:pt x="35242" y="283895"/>
                  </a:lnTo>
                  <a:lnTo>
                    <a:pt x="65544" y="255270"/>
                  </a:lnTo>
                  <a:lnTo>
                    <a:pt x="92392" y="223227"/>
                  </a:lnTo>
                  <a:lnTo>
                    <a:pt x="115824" y="187452"/>
                  </a:lnTo>
                  <a:lnTo>
                    <a:pt x="117170" y="227647"/>
                  </a:lnTo>
                  <a:lnTo>
                    <a:pt x="117043" y="269443"/>
                  </a:lnTo>
                  <a:lnTo>
                    <a:pt x="112776" y="318516"/>
                  </a:lnTo>
                  <a:lnTo>
                    <a:pt x="102069" y="355384"/>
                  </a:lnTo>
                  <a:lnTo>
                    <a:pt x="85344" y="362712"/>
                  </a:lnTo>
                  <a:lnTo>
                    <a:pt x="77724" y="362712"/>
                  </a:lnTo>
                  <a:lnTo>
                    <a:pt x="70294" y="362432"/>
                  </a:lnTo>
                  <a:lnTo>
                    <a:pt x="61722" y="361569"/>
                  </a:lnTo>
                  <a:lnTo>
                    <a:pt x="52006" y="360146"/>
                  </a:lnTo>
                  <a:lnTo>
                    <a:pt x="41148" y="358140"/>
                  </a:lnTo>
                  <a:lnTo>
                    <a:pt x="41148" y="365760"/>
                  </a:lnTo>
                  <a:lnTo>
                    <a:pt x="56578" y="372287"/>
                  </a:lnTo>
                  <a:lnTo>
                    <a:pt x="68580" y="380238"/>
                  </a:lnTo>
                  <a:lnTo>
                    <a:pt x="77152" y="389343"/>
                  </a:lnTo>
                  <a:lnTo>
                    <a:pt x="82296" y="399288"/>
                  </a:lnTo>
                  <a:lnTo>
                    <a:pt x="99136" y="390220"/>
                  </a:lnTo>
                  <a:lnTo>
                    <a:pt x="125996" y="362712"/>
                  </a:lnTo>
                  <a:lnTo>
                    <a:pt x="140589" y="310324"/>
                  </a:lnTo>
                  <a:lnTo>
                    <a:pt x="143256" y="240792"/>
                  </a:lnTo>
                  <a:lnTo>
                    <a:pt x="140639" y="201409"/>
                  </a:lnTo>
                  <a:lnTo>
                    <a:pt x="138518" y="187452"/>
                  </a:lnTo>
                  <a:lnTo>
                    <a:pt x="134874" y="163449"/>
                  </a:lnTo>
                  <a:lnTo>
                    <a:pt x="125691" y="127215"/>
                  </a:lnTo>
                  <a:lnTo>
                    <a:pt x="118529" y="108204"/>
                  </a:lnTo>
                  <a:lnTo>
                    <a:pt x="112776" y="92964"/>
                  </a:lnTo>
                  <a:lnTo>
                    <a:pt x="121018" y="82702"/>
                  </a:lnTo>
                  <a:lnTo>
                    <a:pt x="146304" y="53340"/>
                  </a:lnTo>
                  <a:lnTo>
                    <a:pt x="167093" y="32981"/>
                  </a:lnTo>
                  <a:lnTo>
                    <a:pt x="172212" y="28956"/>
                  </a:lnTo>
                  <a:close/>
                </a:path>
                <a:path w="855345" h="399414">
                  <a:moveTo>
                    <a:pt x="402348" y="358140"/>
                  </a:moveTo>
                  <a:lnTo>
                    <a:pt x="400824" y="348996"/>
                  </a:lnTo>
                  <a:lnTo>
                    <a:pt x="398284" y="341376"/>
                  </a:lnTo>
                  <a:lnTo>
                    <a:pt x="397776" y="339852"/>
                  </a:lnTo>
                  <a:lnTo>
                    <a:pt x="392074" y="330136"/>
                  </a:lnTo>
                  <a:lnTo>
                    <a:pt x="379679" y="316992"/>
                  </a:lnTo>
                  <a:lnTo>
                    <a:pt x="360692" y="300418"/>
                  </a:lnTo>
                  <a:lnTo>
                    <a:pt x="335292" y="280416"/>
                  </a:lnTo>
                  <a:lnTo>
                    <a:pt x="329196" y="284988"/>
                  </a:lnTo>
                  <a:lnTo>
                    <a:pt x="340639" y="299021"/>
                  </a:lnTo>
                  <a:lnTo>
                    <a:pt x="349961" y="311467"/>
                  </a:lnTo>
                  <a:lnTo>
                    <a:pt x="357263" y="322503"/>
                  </a:lnTo>
                  <a:lnTo>
                    <a:pt x="362724" y="332232"/>
                  </a:lnTo>
                  <a:lnTo>
                    <a:pt x="286524" y="342900"/>
                  </a:lnTo>
                  <a:lnTo>
                    <a:pt x="286524" y="240792"/>
                  </a:lnTo>
                  <a:lnTo>
                    <a:pt x="345960" y="240792"/>
                  </a:lnTo>
                  <a:lnTo>
                    <a:pt x="345960" y="268224"/>
                  </a:lnTo>
                  <a:lnTo>
                    <a:pt x="371868" y="252984"/>
                  </a:lnTo>
                  <a:lnTo>
                    <a:pt x="371284" y="240792"/>
                  </a:lnTo>
                  <a:lnTo>
                    <a:pt x="370979" y="234442"/>
                  </a:lnTo>
                  <a:lnTo>
                    <a:pt x="370941" y="231648"/>
                  </a:lnTo>
                  <a:lnTo>
                    <a:pt x="370535" y="206311"/>
                  </a:lnTo>
                  <a:lnTo>
                    <a:pt x="370446" y="187452"/>
                  </a:lnTo>
                  <a:lnTo>
                    <a:pt x="370344" y="121920"/>
                  </a:lnTo>
                  <a:lnTo>
                    <a:pt x="383400" y="112776"/>
                  </a:lnTo>
                  <a:lnTo>
                    <a:pt x="385584" y="111252"/>
                  </a:lnTo>
                  <a:lnTo>
                    <a:pt x="376428" y="102108"/>
                  </a:lnTo>
                  <a:lnTo>
                    <a:pt x="359676" y="85344"/>
                  </a:lnTo>
                  <a:lnTo>
                    <a:pt x="345960" y="97917"/>
                  </a:lnTo>
                  <a:lnTo>
                    <a:pt x="345960" y="112776"/>
                  </a:lnTo>
                  <a:lnTo>
                    <a:pt x="345960" y="231648"/>
                  </a:lnTo>
                  <a:lnTo>
                    <a:pt x="286524" y="231648"/>
                  </a:lnTo>
                  <a:lnTo>
                    <a:pt x="286524" y="112776"/>
                  </a:lnTo>
                  <a:lnTo>
                    <a:pt x="345960" y="112776"/>
                  </a:lnTo>
                  <a:lnTo>
                    <a:pt x="345960" y="97917"/>
                  </a:lnTo>
                  <a:lnTo>
                    <a:pt x="341388" y="102108"/>
                  </a:lnTo>
                  <a:lnTo>
                    <a:pt x="286524" y="102108"/>
                  </a:lnTo>
                  <a:lnTo>
                    <a:pt x="286524" y="33528"/>
                  </a:lnTo>
                  <a:lnTo>
                    <a:pt x="298716" y="21336"/>
                  </a:lnTo>
                  <a:lnTo>
                    <a:pt x="260604" y="1524"/>
                  </a:lnTo>
                  <a:lnTo>
                    <a:pt x="261493" y="18097"/>
                  </a:lnTo>
                  <a:lnTo>
                    <a:pt x="261899" y="38290"/>
                  </a:lnTo>
                  <a:lnTo>
                    <a:pt x="262026" y="53340"/>
                  </a:lnTo>
                  <a:lnTo>
                    <a:pt x="262128" y="102108"/>
                  </a:lnTo>
                  <a:lnTo>
                    <a:pt x="262128" y="112776"/>
                  </a:lnTo>
                  <a:lnTo>
                    <a:pt x="262128" y="231648"/>
                  </a:lnTo>
                  <a:lnTo>
                    <a:pt x="202692" y="231648"/>
                  </a:lnTo>
                  <a:lnTo>
                    <a:pt x="202692" y="112776"/>
                  </a:lnTo>
                  <a:lnTo>
                    <a:pt x="262128" y="112776"/>
                  </a:lnTo>
                  <a:lnTo>
                    <a:pt x="262128" y="102108"/>
                  </a:lnTo>
                  <a:lnTo>
                    <a:pt x="202692" y="102108"/>
                  </a:lnTo>
                  <a:lnTo>
                    <a:pt x="176784" y="85344"/>
                  </a:lnTo>
                  <a:lnTo>
                    <a:pt x="177660" y="108204"/>
                  </a:lnTo>
                  <a:lnTo>
                    <a:pt x="178117" y="132016"/>
                  </a:lnTo>
                  <a:lnTo>
                    <a:pt x="178219" y="145643"/>
                  </a:lnTo>
                  <a:lnTo>
                    <a:pt x="178117" y="227647"/>
                  </a:lnTo>
                  <a:lnTo>
                    <a:pt x="177673" y="251206"/>
                  </a:lnTo>
                  <a:lnTo>
                    <a:pt x="176784" y="274320"/>
                  </a:lnTo>
                  <a:lnTo>
                    <a:pt x="202692" y="260604"/>
                  </a:lnTo>
                  <a:lnTo>
                    <a:pt x="202692" y="240792"/>
                  </a:lnTo>
                  <a:lnTo>
                    <a:pt x="262128" y="240792"/>
                  </a:lnTo>
                  <a:lnTo>
                    <a:pt x="262128" y="345948"/>
                  </a:lnTo>
                  <a:lnTo>
                    <a:pt x="201739" y="351663"/>
                  </a:lnTo>
                  <a:lnTo>
                    <a:pt x="176199" y="353669"/>
                  </a:lnTo>
                  <a:lnTo>
                    <a:pt x="153924" y="355092"/>
                  </a:lnTo>
                  <a:lnTo>
                    <a:pt x="169164" y="391668"/>
                  </a:lnTo>
                  <a:lnTo>
                    <a:pt x="212890" y="375386"/>
                  </a:lnTo>
                  <a:lnTo>
                    <a:pt x="330974" y="348449"/>
                  </a:lnTo>
                  <a:lnTo>
                    <a:pt x="365772" y="341376"/>
                  </a:lnTo>
                  <a:lnTo>
                    <a:pt x="370078" y="351624"/>
                  </a:lnTo>
                  <a:lnTo>
                    <a:pt x="373964" y="361569"/>
                  </a:lnTo>
                  <a:lnTo>
                    <a:pt x="377558" y="370954"/>
                  </a:lnTo>
                  <a:lnTo>
                    <a:pt x="381012" y="379476"/>
                  </a:lnTo>
                  <a:lnTo>
                    <a:pt x="382536" y="385572"/>
                  </a:lnTo>
                  <a:lnTo>
                    <a:pt x="385584" y="387096"/>
                  </a:lnTo>
                  <a:lnTo>
                    <a:pt x="390156" y="387096"/>
                  </a:lnTo>
                  <a:lnTo>
                    <a:pt x="393204" y="385572"/>
                  </a:lnTo>
                  <a:lnTo>
                    <a:pt x="396252" y="381000"/>
                  </a:lnTo>
                  <a:lnTo>
                    <a:pt x="400824" y="376428"/>
                  </a:lnTo>
                  <a:lnTo>
                    <a:pt x="402348" y="370332"/>
                  </a:lnTo>
                  <a:lnTo>
                    <a:pt x="402348" y="358140"/>
                  </a:lnTo>
                  <a:close/>
                </a:path>
                <a:path w="855345" h="399414">
                  <a:moveTo>
                    <a:pt x="617232" y="274320"/>
                  </a:moveTo>
                  <a:lnTo>
                    <a:pt x="606564" y="231648"/>
                  </a:lnTo>
                  <a:lnTo>
                    <a:pt x="587895" y="194881"/>
                  </a:lnTo>
                  <a:lnTo>
                    <a:pt x="553224" y="138684"/>
                  </a:lnTo>
                  <a:lnTo>
                    <a:pt x="545604" y="141732"/>
                  </a:lnTo>
                  <a:lnTo>
                    <a:pt x="554405" y="164045"/>
                  </a:lnTo>
                  <a:lnTo>
                    <a:pt x="562368" y="185356"/>
                  </a:lnTo>
                  <a:lnTo>
                    <a:pt x="574560" y="225552"/>
                  </a:lnTo>
                  <a:lnTo>
                    <a:pt x="585050" y="275272"/>
                  </a:lnTo>
                  <a:lnTo>
                    <a:pt x="586752" y="289560"/>
                  </a:lnTo>
                  <a:lnTo>
                    <a:pt x="588467" y="301904"/>
                  </a:lnTo>
                  <a:lnTo>
                    <a:pt x="591324" y="309372"/>
                  </a:lnTo>
                  <a:lnTo>
                    <a:pt x="595325" y="312280"/>
                  </a:lnTo>
                  <a:lnTo>
                    <a:pt x="600468" y="310896"/>
                  </a:lnTo>
                  <a:lnTo>
                    <a:pt x="608088" y="306324"/>
                  </a:lnTo>
                  <a:lnTo>
                    <a:pt x="612660" y="300228"/>
                  </a:lnTo>
                  <a:lnTo>
                    <a:pt x="615708" y="284988"/>
                  </a:lnTo>
                  <a:lnTo>
                    <a:pt x="617232" y="278892"/>
                  </a:lnTo>
                  <a:lnTo>
                    <a:pt x="617232" y="274320"/>
                  </a:lnTo>
                  <a:close/>
                </a:path>
                <a:path w="855345" h="399414">
                  <a:moveTo>
                    <a:pt x="669048" y="47244"/>
                  </a:moveTo>
                  <a:lnTo>
                    <a:pt x="641997" y="18288"/>
                  </a:lnTo>
                  <a:lnTo>
                    <a:pt x="608088" y="0"/>
                  </a:lnTo>
                  <a:lnTo>
                    <a:pt x="605040" y="4572"/>
                  </a:lnTo>
                  <a:lnTo>
                    <a:pt x="616724" y="20320"/>
                  </a:lnTo>
                  <a:lnTo>
                    <a:pt x="626567" y="35623"/>
                  </a:lnTo>
                  <a:lnTo>
                    <a:pt x="634390" y="50660"/>
                  </a:lnTo>
                  <a:lnTo>
                    <a:pt x="640092" y="65532"/>
                  </a:lnTo>
                  <a:lnTo>
                    <a:pt x="643140" y="79248"/>
                  </a:lnTo>
                  <a:lnTo>
                    <a:pt x="647712" y="85344"/>
                  </a:lnTo>
                  <a:lnTo>
                    <a:pt x="653808" y="85344"/>
                  </a:lnTo>
                  <a:lnTo>
                    <a:pt x="656856" y="80772"/>
                  </a:lnTo>
                  <a:lnTo>
                    <a:pt x="661428" y="73152"/>
                  </a:lnTo>
                  <a:lnTo>
                    <a:pt x="667524" y="65532"/>
                  </a:lnTo>
                  <a:lnTo>
                    <a:pt x="669048" y="59436"/>
                  </a:lnTo>
                  <a:lnTo>
                    <a:pt x="669048" y="47244"/>
                  </a:lnTo>
                  <a:close/>
                </a:path>
                <a:path w="855345" h="399414">
                  <a:moveTo>
                    <a:pt x="830592" y="102108"/>
                  </a:moveTo>
                  <a:lnTo>
                    <a:pt x="795540" y="65532"/>
                  </a:lnTo>
                  <a:lnTo>
                    <a:pt x="769632" y="91440"/>
                  </a:lnTo>
                  <a:lnTo>
                    <a:pt x="472452" y="91440"/>
                  </a:lnTo>
                  <a:lnTo>
                    <a:pt x="487692" y="108204"/>
                  </a:lnTo>
                  <a:lnTo>
                    <a:pt x="497992" y="105333"/>
                  </a:lnTo>
                  <a:lnTo>
                    <a:pt x="508457" y="103441"/>
                  </a:lnTo>
                  <a:lnTo>
                    <a:pt x="519188" y="102425"/>
                  </a:lnTo>
                  <a:lnTo>
                    <a:pt x="530364" y="102108"/>
                  </a:lnTo>
                  <a:lnTo>
                    <a:pt x="830592" y="102108"/>
                  </a:lnTo>
                  <a:close/>
                </a:path>
                <a:path w="855345" h="399414">
                  <a:moveTo>
                    <a:pt x="854976" y="362712"/>
                  </a:moveTo>
                  <a:lnTo>
                    <a:pt x="819924" y="324612"/>
                  </a:lnTo>
                  <a:lnTo>
                    <a:pt x="794016" y="353568"/>
                  </a:lnTo>
                  <a:lnTo>
                    <a:pt x="676668" y="353568"/>
                  </a:lnTo>
                  <a:lnTo>
                    <a:pt x="694956" y="309829"/>
                  </a:lnTo>
                  <a:lnTo>
                    <a:pt x="713244" y="263080"/>
                  </a:lnTo>
                  <a:lnTo>
                    <a:pt x="731532" y="213194"/>
                  </a:lnTo>
                  <a:lnTo>
                    <a:pt x="749820" y="160020"/>
                  </a:lnTo>
                  <a:lnTo>
                    <a:pt x="768108" y="147828"/>
                  </a:lnTo>
                  <a:lnTo>
                    <a:pt x="720864" y="121920"/>
                  </a:lnTo>
                  <a:lnTo>
                    <a:pt x="716457" y="158305"/>
                  </a:lnTo>
                  <a:lnTo>
                    <a:pt x="708685" y="199732"/>
                  </a:lnTo>
                  <a:lnTo>
                    <a:pt x="697484" y="246138"/>
                  </a:lnTo>
                  <a:lnTo>
                    <a:pt x="682764" y="297446"/>
                  </a:lnTo>
                  <a:lnTo>
                    <a:pt x="664476" y="353568"/>
                  </a:lnTo>
                  <a:lnTo>
                    <a:pt x="445020" y="353568"/>
                  </a:lnTo>
                  <a:lnTo>
                    <a:pt x="460260" y="368808"/>
                  </a:lnTo>
                  <a:lnTo>
                    <a:pt x="470547" y="366572"/>
                  </a:lnTo>
                  <a:lnTo>
                    <a:pt x="480834" y="364617"/>
                  </a:lnTo>
                  <a:lnTo>
                    <a:pt x="491121" y="363245"/>
                  </a:lnTo>
                  <a:lnTo>
                    <a:pt x="501408" y="362712"/>
                  </a:lnTo>
                  <a:lnTo>
                    <a:pt x="854976" y="362712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27" name="object 27"/>
          <p:cNvSpPr/>
          <p:nvPr/>
        </p:nvSpPr>
        <p:spPr>
          <a:xfrm>
            <a:off x="3535679" y="3006851"/>
            <a:ext cx="356870" cy="401320"/>
          </a:xfrm>
          <a:custGeom>
            <a:avLst/>
            <a:gdLst/>
            <a:ahLst/>
            <a:cxnLst/>
            <a:rect l="l" t="t" r="r" b="b"/>
            <a:pathLst>
              <a:path w="356870" h="401320">
                <a:moveTo>
                  <a:pt x="53340" y="89916"/>
                </a:moveTo>
                <a:lnTo>
                  <a:pt x="42672" y="89916"/>
                </a:lnTo>
                <a:lnTo>
                  <a:pt x="50696" y="62150"/>
                </a:lnTo>
                <a:lnTo>
                  <a:pt x="56578" y="38100"/>
                </a:lnTo>
                <a:lnTo>
                  <a:pt x="60459" y="17478"/>
                </a:lnTo>
                <a:lnTo>
                  <a:pt x="62484" y="0"/>
                </a:lnTo>
                <a:lnTo>
                  <a:pt x="100584" y="21336"/>
                </a:lnTo>
                <a:lnTo>
                  <a:pt x="90844" y="28408"/>
                </a:lnTo>
                <a:lnTo>
                  <a:pt x="79819" y="42481"/>
                </a:lnTo>
                <a:lnTo>
                  <a:pt x="67365" y="63126"/>
                </a:lnTo>
                <a:lnTo>
                  <a:pt x="53340" y="89916"/>
                </a:lnTo>
                <a:close/>
              </a:path>
              <a:path w="356870" h="401320">
                <a:moveTo>
                  <a:pt x="147828" y="190500"/>
                </a:moveTo>
                <a:lnTo>
                  <a:pt x="141732" y="187452"/>
                </a:lnTo>
                <a:lnTo>
                  <a:pt x="158877" y="160615"/>
                </a:lnTo>
                <a:lnTo>
                  <a:pt x="173736" y="135064"/>
                </a:lnTo>
                <a:lnTo>
                  <a:pt x="196596" y="88392"/>
                </a:lnTo>
                <a:lnTo>
                  <a:pt x="211264" y="44958"/>
                </a:lnTo>
                <a:lnTo>
                  <a:pt x="222503" y="1524"/>
                </a:lnTo>
                <a:lnTo>
                  <a:pt x="260603" y="24384"/>
                </a:lnTo>
                <a:lnTo>
                  <a:pt x="252626" y="32146"/>
                </a:lnTo>
                <a:lnTo>
                  <a:pt x="242506" y="46482"/>
                </a:lnTo>
                <a:lnTo>
                  <a:pt x="230385" y="67675"/>
                </a:lnTo>
                <a:lnTo>
                  <a:pt x="216408" y="96012"/>
                </a:lnTo>
                <a:lnTo>
                  <a:pt x="350520" y="96012"/>
                </a:lnTo>
                <a:lnTo>
                  <a:pt x="356616" y="102108"/>
                </a:lnTo>
                <a:lnTo>
                  <a:pt x="352425" y="105156"/>
                </a:lnTo>
                <a:lnTo>
                  <a:pt x="213360" y="105156"/>
                </a:lnTo>
                <a:lnTo>
                  <a:pt x="197334" y="130063"/>
                </a:lnTo>
                <a:lnTo>
                  <a:pt x="181165" y="152400"/>
                </a:lnTo>
                <a:lnTo>
                  <a:pt x="164711" y="172450"/>
                </a:lnTo>
                <a:lnTo>
                  <a:pt x="147828" y="190500"/>
                </a:lnTo>
                <a:close/>
              </a:path>
              <a:path w="356870" h="401320">
                <a:moveTo>
                  <a:pt x="144780" y="89916"/>
                </a:moveTo>
                <a:lnTo>
                  <a:pt x="111252" y="89916"/>
                </a:lnTo>
                <a:lnTo>
                  <a:pt x="128016" y="73152"/>
                </a:lnTo>
                <a:lnTo>
                  <a:pt x="144780" y="89916"/>
                </a:lnTo>
                <a:close/>
              </a:path>
              <a:path w="356870" h="401320">
                <a:moveTo>
                  <a:pt x="0" y="397764"/>
                </a:moveTo>
                <a:lnTo>
                  <a:pt x="176" y="367474"/>
                </a:lnTo>
                <a:lnTo>
                  <a:pt x="293" y="352615"/>
                </a:lnTo>
                <a:lnTo>
                  <a:pt x="1285" y="276248"/>
                </a:lnTo>
                <a:lnTo>
                  <a:pt x="1363" y="263271"/>
                </a:lnTo>
                <a:lnTo>
                  <a:pt x="1479" y="228600"/>
                </a:lnTo>
                <a:lnTo>
                  <a:pt x="1285" y="195333"/>
                </a:lnTo>
                <a:lnTo>
                  <a:pt x="238" y="114704"/>
                </a:lnTo>
                <a:lnTo>
                  <a:pt x="0" y="74676"/>
                </a:lnTo>
                <a:lnTo>
                  <a:pt x="25908" y="89916"/>
                </a:lnTo>
                <a:lnTo>
                  <a:pt x="144780" y="89916"/>
                </a:lnTo>
                <a:lnTo>
                  <a:pt x="153924" y="99060"/>
                </a:lnTo>
                <a:lnTo>
                  <a:pt x="151828" y="100584"/>
                </a:lnTo>
                <a:lnTo>
                  <a:pt x="24384" y="100584"/>
                </a:lnTo>
                <a:lnTo>
                  <a:pt x="24384" y="211836"/>
                </a:lnTo>
                <a:lnTo>
                  <a:pt x="137205" y="211836"/>
                </a:lnTo>
                <a:lnTo>
                  <a:pt x="137219" y="222504"/>
                </a:lnTo>
                <a:lnTo>
                  <a:pt x="24384" y="222504"/>
                </a:lnTo>
                <a:lnTo>
                  <a:pt x="24384" y="344424"/>
                </a:lnTo>
                <a:lnTo>
                  <a:pt x="137914" y="344424"/>
                </a:lnTo>
                <a:lnTo>
                  <a:pt x="138028" y="350520"/>
                </a:lnTo>
                <a:lnTo>
                  <a:pt x="138137" y="355092"/>
                </a:lnTo>
                <a:lnTo>
                  <a:pt x="24384" y="355092"/>
                </a:lnTo>
                <a:lnTo>
                  <a:pt x="24384" y="384048"/>
                </a:lnTo>
                <a:lnTo>
                  <a:pt x="0" y="397764"/>
                </a:lnTo>
                <a:close/>
              </a:path>
              <a:path w="356870" h="401320">
                <a:moveTo>
                  <a:pt x="350520" y="96012"/>
                </a:moveTo>
                <a:lnTo>
                  <a:pt x="310896" y="96012"/>
                </a:lnTo>
                <a:lnTo>
                  <a:pt x="330708" y="76200"/>
                </a:lnTo>
                <a:lnTo>
                  <a:pt x="350520" y="96012"/>
                </a:lnTo>
                <a:close/>
              </a:path>
              <a:path w="356870" h="401320">
                <a:moveTo>
                  <a:pt x="137205" y="211836"/>
                </a:moveTo>
                <a:lnTo>
                  <a:pt x="114300" y="211836"/>
                </a:lnTo>
                <a:lnTo>
                  <a:pt x="114300" y="100584"/>
                </a:lnTo>
                <a:lnTo>
                  <a:pt x="151828" y="100584"/>
                </a:lnTo>
                <a:lnTo>
                  <a:pt x="137160" y="111252"/>
                </a:lnTo>
                <a:lnTo>
                  <a:pt x="137205" y="211836"/>
                </a:lnTo>
                <a:close/>
              </a:path>
              <a:path w="356870" h="401320">
                <a:moveTo>
                  <a:pt x="326280" y="359664"/>
                </a:moveTo>
                <a:lnTo>
                  <a:pt x="283464" y="359664"/>
                </a:lnTo>
                <a:lnTo>
                  <a:pt x="291750" y="357925"/>
                </a:lnTo>
                <a:lnTo>
                  <a:pt x="298323" y="352615"/>
                </a:lnTo>
                <a:lnTo>
                  <a:pt x="308586" y="305538"/>
                </a:lnTo>
                <a:lnTo>
                  <a:pt x="310705" y="259651"/>
                </a:lnTo>
                <a:lnTo>
                  <a:pt x="312510" y="193929"/>
                </a:lnTo>
                <a:lnTo>
                  <a:pt x="313944" y="105156"/>
                </a:lnTo>
                <a:lnTo>
                  <a:pt x="352425" y="105156"/>
                </a:lnTo>
                <a:lnTo>
                  <a:pt x="339852" y="114300"/>
                </a:lnTo>
                <a:lnTo>
                  <a:pt x="338780" y="186976"/>
                </a:lnTo>
                <a:lnTo>
                  <a:pt x="337291" y="249070"/>
                </a:lnTo>
                <a:lnTo>
                  <a:pt x="335462" y="295241"/>
                </a:lnTo>
                <a:lnTo>
                  <a:pt x="333268" y="327074"/>
                </a:lnTo>
                <a:lnTo>
                  <a:pt x="330708" y="344424"/>
                </a:lnTo>
                <a:lnTo>
                  <a:pt x="327231" y="357020"/>
                </a:lnTo>
                <a:lnTo>
                  <a:pt x="326280" y="359664"/>
                </a:lnTo>
                <a:close/>
              </a:path>
              <a:path w="356870" h="401320">
                <a:moveTo>
                  <a:pt x="231648" y="269748"/>
                </a:moveTo>
                <a:lnTo>
                  <a:pt x="228600" y="269748"/>
                </a:lnTo>
                <a:lnTo>
                  <a:pt x="225432" y="268081"/>
                </a:lnTo>
                <a:lnTo>
                  <a:pt x="222694" y="263271"/>
                </a:lnTo>
                <a:lnTo>
                  <a:pt x="220241" y="255603"/>
                </a:lnTo>
                <a:lnTo>
                  <a:pt x="217932" y="245364"/>
                </a:lnTo>
                <a:lnTo>
                  <a:pt x="213598" y="228219"/>
                </a:lnTo>
                <a:lnTo>
                  <a:pt x="207264" y="211074"/>
                </a:lnTo>
                <a:lnTo>
                  <a:pt x="198643" y="193929"/>
                </a:lnTo>
                <a:lnTo>
                  <a:pt x="187452" y="176784"/>
                </a:lnTo>
                <a:lnTo>
                  <a:pt x="190500" y="172212"/>
                </a:lnTo>
                <a:lnTo>
                  <a:pt x="223456" y="199644"/>
                </a:lnTo>
                <a:lnTo>
                  <a:pt x="243840" y="228600"/>
                </a:lnTo>
                <a:lnTo>
                  <a:pt x="246888" y="234696"/>
                </a:lnTo>
                <a:lnTo>
                  <a:pt x="246888" y="248412"/>
                </a:lnTo>
                <a:lnTo>
                  <a:pt x="243840" y="254508"/>
                </a:lnTo>
                <a:lnTo>
                  <a:pt x="234696" y="266700"/>
                </a:lnTo>
                <a:lnTo>
                  <a:pt x="231648" y="269748"/>
                </a:lnTo>
                <a:close/>
              </a:path>
              <a:path w="356870" h="401320">
                <a:moveTo>
                  <a:pt x="137914" y="344424"/>
                </a:moveTo>
                <a:lnTo>
                  <a:pt x="114300" y="344424"/>
                </a:lnTo>
                <a:lnTo>
                  <a:pt x="114300" y="222504"/>
                </a:lnTo>
                <a:lnTo>
                  <a:pt x="137219" y="222504"/>
                </a:lnTo>
                <a:lnTo>
                  <a:pt x="137337" y="269748"/>
                </a:lnTo>
                <a:lnTo>
                  <a:pt x="137498" y="305538"/>
                </a:lnTo>
                <a:lnTo>
                  <a:pt x="137914" y="344424"/>
                </a:lnTo>
                <a:close/>
              </a:path>
              <a:path w="356870" h="401320">
                <a:moveTo>
                  <a:pt x="277367" y="400812"/>
                </a:moveTo>
                <a:lnTo>
                  <a:pt x="270486" y="387953"/>
                </a:lnTo>
                <a:lnTo>
                  <a:pt x="258889" y="376809"/>
                </a:lnTo>
                <a:lnTo>
                  <a:pt x="242435" y="367379"/>
                </a:lnTo>
                <a:lnTo>
                  <a:pt x="220979" y="359664"/>
                </a:lnTo>
                <a:lnTo>
                  <a:pt x="220979" y="350520"/>
                </a:lnTo>
                <a:lnTo>
                  <a:pt x="241030" y="354520"/>
                </a:lnTo>
                <a:lnTo>
                  <a:pt x="257937" y="357378"/>
                </a:lnTo>
                <a:lnTo>
                  <a:pt x="271986" y="359092"/>
                </a:lnTo>
                <a:lnTo>
                  <a:pt x="283464" y="359664"/>
                </a:lnTo>
                <a:lnTo>
                  <a:pt x="326280" y="359664"/>
                </a:lnTo>
                <a:lnTo>
                  <a:pt x="323469" y="367474"/>
                </a:lnTo>
                <a:lnTo>
                  <a:pt x="289083" y="397097"/>
                </a:lnTo>
                <a:lnTo>
                  <a:pt x="277367" y="400812"/>
                </a:lnTo>
                <a:close/>
              </a:path>
              <a:path w="356870" h="401320">
                <a:moveTo>
                  <a:pt x="114300" y="391668"/>
                </a:moveTo>
                <a:lnTo>
                  <a:pt x="114300" y="355092"/>
                </a:lnTo>
                <a:lnTo>
                  <a:pt x="138137" y="355092"/>
                </a:lnTo>
                <a:lnTo>
                  <a:pt x="138684" y="377952"/>
                </a:lnTo>
                <a:lnTo>
                  <a:pt x="114300" y="39166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pic>
        <p:nvPicPr>
          <p:cNvPr id="28" name="object 28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3980688" y="3268408"/>
            <a:ext cx="68580" cy="117919"/>
          </a:xfrm>
          <a:prstGeom prst="rect">
            <a:avLst/>
          </a:prstGeom>
        </p:spPr>
      </p:pic>
      <p:sp>
        <p:nvSpPr>
          <p:cNvPr id="29" name="object 29"/>
          <p:cNvSpPr/>
          <p:nvPr/>
        </p:nvSpPr>
        <p:spPr>
          <a:xfrm>
            <a:off x="4396739" y="3008375"/>
            <a:ext cx="387350" cy="405765"/>
          </a:xfrm>
          <a:custGeom>
            <a:avLst/>
            <a:gdLst/>
            <a:ahLst/>
            <a:cxnLst/>
            <a:rect l="l" t="t" r="r" b="b"/>
            <a:pathLst>
              <a:path w="387350" h="405764">
                <a:moveTo>
                  <a:pt x="381544" y="91440"/>
                </a:moveTo>
                <a:lnTo>
                  <a:pt x="347472" y="91440"/>
                </a:lnTo>
                <a:lnTo>
                  <a:pt x="361188" y="74676"/>
                </a:lnTo>
                <a:lnTo>
                  <a:pt x="381544" y="91440"/>
                </a:lnTo>
                <a:close/>
              </a:path>
              <a:path w="387350" h="405764">
                <a:moveTo>
                  <a:pt x="227076" y="382524"/>
                </a:moveTo>
                <a:lnTo>
                  <a:pt x="227957" y="358497"/>
                </a:lnTo>
                <a:lnTo>
                  <a:pt x="228409" y="338899"/>
                </a:lnTo>
                <a:lnTo>
                  <a:pt x="228482" y="332232"/>
                </a:lnTo>
                <a:lnTo>
                  <a:pt x="228576" y="127230"/>
                </a:lnTo>
                <a:lnTo>
                  <a:pt x="228409" y="111061"/>
                </a:lnTo>
                <a:lnTo>
                  <a:pt x="227957" y="94607"/>
                </a:lnTo>
                <a:lnTo>
                  <a:pt x="227076" y="77723"/>
                </a:lnTo>
                <a:lnTo>
                  <a:pt x="251460" y="91440"/>
                </a:lnTo>
                <a:lnTo>
                  <a:pt x="381544" y="91440"/>
                </a:lnTo>
                <a:lnTo>
                  <a:pt x="387096" y="96011"/>
                </a:lnTo>
                <a:lnTo>
                  <a:pt x="380238" y="102108"/>
                </a:lnTo>
                <a:lnTo>
                  <a:pt x="251460" y="102108"/>
                </a:lnTo>
                <a:lnTo>
                  <a:pt x="251460" y="321564"/>
                </a:lnTo>
                <a:lnTo>
                  <a:pt x="373510" y="321564"/>
                </a:lnTo>
                <a:lnTo>
                  <a:pt x="373570" y="326707"/>
                </a:lnTo>
                <a:lnTo>
                  <a:pt x="373725" y="332232"/>
                </a:lnTo>
                <a:lnTo>
                  <a:pt x="251460" y="332232"/>
                </a:lnTo>
                <a:lnTo>
                  <a:pt x="251460" y="370332"/>
                </a:lnTo>
                <a:lnTo>
                  <a:pt x="227076" y="382524"/>
                </a:lnTo>
                <a:close/>
              </a:path>
              <a:path w="387350" h="405764">
                <a:moveTo>
                  <a:pt x="373510" y="321564"/>
                </a:moveTo>
                <a:lnTo>
                  <a:pt x="350520" y="321564"/>
                </a:lnTo>
                <a:lnTo>
                  <a:pt x="350520" y="102108"/>
                </a:lnTo>
                <a:lnTo>
                  <a:pt x="380238" y="102108"/>
                </a:lnTo>
                <a:lnTo>
                  <a:pt x="373380" y="108204"/>
                </a:lnTo>
                <a:lnTo>
                  <a:pt x="373403" y="312539"/>
                </a:lnTo>
                <a:lnTo>
                  <a:pt x="373510" y="321564"/>
                </a:lnTo>
                <a:close/>
              </a:path>
              <a:path w="387350" h="405764">
                <a:moveTo>
                  <a:pt x="350520" y="371856"/>
                </a:moveTo>
                <a:lnTo>
                  <a:pt x="350520" y="332232"/>
                </a:lnTo>
                <a:lnTo>
                  <a:pt x="373725" y="332232"/>
                </a:lnTo>
                <a:lnTo>
                  <a:pt x="374022" y="342876"/>
                </a:lnTo>
                <a:lnTo>
                  <a:pt x="374904" y="361188"/>
                </a:lnTo>
                <a:lnTo>
                  <a:pt x="350520" y="371856"/>
                </a:lnTo>
                <a:close/>
              </a:path>
              <a:path w="387350" h="405764">
                <a:moveTo>
                  <a:pt x="96012" y="108204"/>
                </a:moveTo>
                <a:lnTo>
                  <a:pt x="73152" y="108204"/>
                </a:lnTo>
                <a:lnTo>
                  <a:pt x="78319" y="76509"/>
                </a:lnTo>
                <a:lnTo>
                  <a:pt x="82486" y="47815"/>
                </a:lnTo>
                <a:lnTo>
                  <a:pt x="85796" y="22264"/>
                </a:lnTo>
                <a:lnTo>
                  <a:pt x="88392" y="0"/>
                </a:lnTo>
                <a:lnTo>
                  <a:pt x="129540" y="19811"/>
                </a:lnTo>
                <a:lnTo>
                  <a:pt x="114300" y="28956"/>
                </a:lnTo>
                <a:lnTo>
                  <a:pt x="106299" y="63436"/>
                </a:lnTo>
                <a:lnTo>
                  <a:pt x="101441" y="84462"/>
                </a:lnTo>
                <a:lnTo>
                  <a:pt x="96012" y="108204"/>
                </a:lnTo>
                <a:close/>
              </a:path>
              <a:path w="387350" h="405764">
                <a:moveTo>
                  <a:pt x="16764" y="123444"/>
                </a:moveTo>
                <a:lnTo>
                  <a:pt x="1524" y="108204"/>
                </a:lnTo>
                <a:lnTo>
                  <a:pt x="163068" y="108204"/>
                </a:lnTo>
                <a:lnTo>
                  <a:pt x="173736" y="88392"/>
                </a:lnTo>
                <a:lnTo>
                  <a:pt x="202692" y="109728"/>
                </a:lnTo>
                <a:lnTo>
                  <a:pt x="192405" y="118871"/>
                </a:lnTo>
                <a:lnTo>
                  <a:pt x="57912" y="118871"/>
                </a:lnTo>
                <a:lnTo>
                  <a:pt x="47410" y="119157"/>
                </a:lnTo>
                <a:lnTo>
                  <a:pt x="36766" y="120015"/>
                </a:lnTo>
                <a:lnTo>
                  <a:pt x="26408" y="121443"/>
                </a:lnTo>
                <a:lnTo>
                  <a:pt x="16764" y="123444"/>
                </a:lnTo>
                <a:close/>
              </a:path>
              <a:path w="387350" h="405764">
                <a:moveTo>
                  <a:pt x="3048" y="405384"/>
                </a:moveTo>
                <a:lnTo>
                  <a:pt x="0" y="399288"/>
                </a:lnTo>
                <a:lnTo>
                  <a:pt x="39171" y="380452"/>
                </a:lnTo>
                <a:lnTo>
                  <a:pt x="72199" y="358330"/>
                </a:lnTo>
                <a:lnTo>
                  <a:pt x="99226" y="333065"/>
                </a:lnTo>
                <a:lnTo>
                  <a:pt x="120396" y="304800"/>
                </a:lnTo>
                <a:lnTo>
                  <a:pt x="96154" y="294251"/>
                </a:lnTo>
                <a:lnTo>
                  <a:pt x="73914" y="285559"/>
                </a:lnTo>
                <a:lnTo>
                  <a:pt x="53959" y="278868"/>
                </a:lnTo>
                <a:lnTo>
                  <a:pt x="36576" y="274320"/>
                </a:lnTo>
                <a:lnTo>
                  <a:pt x="43743" y="244887"/>
                </a:lnTo>
                <a:lnTo>
                  <a:pt x="51625" y="209169"/>
                </a:lnTo>
                <a:lnTo>
                  <a:pt x="60364" y="167163"/>
                </a:lnTo>
                <a:lnTo>
                  <a:pt x="70104" y="118871"/>
                </a:lnTo>
                <a:lnTo>
                  <a:pt x="94488" y="118871"/>
                </a:lnTo>
                <a:lnTo>
                  <a:pt x="87963" y="148018"/>
                </a:lnTo>
                <a:lnTo>
                  <a:pt x="80010" y="182880"/>
                </a:lnTo>
                <a:lnTo>
                  <a:pt x="70913" y="223456"/>
                </a:lnTo>
                <a:lnTo>
                  <a:pt x="60960" y="269748"/>
                </a:lnTo>
                <a:lnTo>
                  <a:pt x="71223" y="271962"/>
                </a:lnTo>
                <a:lnTo>
                  <a:pt x="85915" y="276034"/>
                </a:lnTo>
                <a:lnTo>
                  <a:pt x="128016" y="288036"/>
                </a:lnTo>
                <a:lnTo>
                  <a:pt x="153374" y="288036"/>
                </a:lnTo>
                <a:lnTo>
                  <a:pt x="150876" y="295656"/>
                </a:lnTo>
                <a:lnTo>
                  <a:pt x="169425" y="304276"/>
                </a:lnTo>
                <a:lnTo>
                  <a:pt x="183832" y="312039"/>
                </a:lnTo>
                <a:lnTo>
                  <a:pt x="188658" y="315468"/>
                </a:lnTo>
                <a:lnTo>
                  <a:pt x="140208" y="315468"/>
                </a:lnTo>
                <a:lnTo>
                  <a:pt x="112776" y="345162"/>
                </a:lnTo>
                <a:lnTo>
                  <a:pt x="80772" y="370141"/>
                </a:lnTo>
                <a:lnTo>
                  <a:pt x="44196" y="390263"/>
                </a:lnTo>
                <a:lnTo>
                  <a:pt x="3048" y="405384"/>
                </a:lnTo>
                <a:close/>
              </a:path>
              <a:path w="387350" h="405764">
                <a:moveTo>
                  <a:pt x="153374" y="288036"/>
                </a:moveTo>
                <a:lnTo>
                  <a:pt x="128016" y="288036"/>
                </a:lnTo>
                <a:lnTo>
                  <a:pt x="138017" y="258389"/>
                </a:lnTo>
                <a:lnTo>
                  <a:pt x="147447" y="220027"/>
                </a:lnTo>
                <a:lnTo>
                  <a:pt x="156305" y="173378"/>
                </a:lnTo>
                <a:lnTo>
                  <a:pt x="164592" y="118871"/>
                </a:lnTo>
                <a:lnTo>
                  <a:pt x="192405" y="118871"/>
                </a:lnTo>
                <a:lnTo>
                  <a:pt x="188976" y="121920"/>
                </a:lnTo>
                <a:lnTo>
                  <a:pt x="179808" y="178212"/>
                </a:lnTo>
                <a:lnTo>
                  <a:pt x="170497" y="225933"/>
                </a:lnTo>
                <a:lnTo>
                  <a:pt x="160901" y="265080"/>
                </a:lnTo>
                <a:lnTo>
                  <a:pt x="153374" y="288036"/>
                </a:lnTo>
                <a:close/>
              </a:path>
              <a:path w="387350" h="405764">
                <a:moveTo>
                  <a:pt x="199644" y="361188"/>
                </a:moveTo>
                <a:lnTo>
                  <a:pt x="193548" y="361188"/>
                </a:lnTo>
                <a:lnTo>
                  <a:pt x="190500" y="359664"/>
                </a:lnTo>
                <a:lnTo>
                  <a:pt x="185928" y="353568"/>
                </a:lnTo>
                <a:lnTo>
                  <a:pt x="177927" y="344400"/>
                </a:lnTo>
                <a:lnTo>
                  <a:pt x="167640" y="335089"/>
                </a:lnTo>
                <a:lnTo>
                  <a:pt x="155067" y="325493"/>
                </a:lnTo>
                <a:lnTo>
                  <a:pt x="140208" y="315468"/>
                </a:lnTo>
                <a:lnTo>
                  <a:pt x="188658" y="315468"/>
                </a:lnTo>
                <a:lnTo>
                  <a:pt x="204750" y="344400"/>
                </a:lnTo>
                <a:lnTo>
                  <a:pt x="204749" y="345162"/>
                </a:lnTo>
                <a:lnTo>
                  <a:pt x="204216" y="350520"/>
                </a:lnTo>
                <a:lnTo>
                  <a:pt x="202692" y="358140"/>
                </a:lnTo>
                <a:lnTo>
                  <a:pt x="199644" y="36118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" name="object 30"/>
          <p:cNvSpPr/>
          <p:nvPr/>
        </p:nvSpPr>
        <p:spPr>
          <a:xfrm>
            <a:off x="4843272" y="3005327"/>
            <a:ext cx="1100455" cy="408940"/>
          </a:xfrm>
          <a:custGeom>
            <a:avLst/>
            <a:gdLst/>
            <a:ahLst/>
            <a:cxnLst/>
            <a:rect l="l" t="t" r="r" b="b"/>
            <a:pathLst>
              <a:path w="1100454" h="408939">
                <a:moveTo>
                  <a:pt x="393192" y="358140"/>
                </a:moveTo>
                <a:lnTo>
                  <a:pt x="341731" y="341287"/>
                </a:lnTo>
                <a:lnTo>
                  <a:pt x="294703" y="315849"/>
                </a:lnTo>
                <a:lnTo>
                  <a:pt x="251955" y="281851"/>
                </a:lnTo>
                <a:lnTo>
                  <a:pt x="220256" y="246888"/>
                </a:lnTo>
                <a:lnTo>
                  <a:pt x="213360" y="239268"/>
                </a:lnTo>
                <a:lnTo>
                  <a:pt x="391668" y="239268"/>
                </a:lnTo>
                <a:lnTo>
                  <a:pt x="355092" y="202692"/>
                </a:lnTo>
                <a:lnTo>
                  <a:pt x="329184" y="228600"/>
                </a:lnTo>
                <a:lnTo>
                  <a:pt x="210312" y="228600"/>
                </a:lnTo>
                <a:lnTo>
                  <a:pt x="210312" y="178308"/>
                </a:lnTo>
                <a:lnTo>
                  <a:pt x="301752" y="178308"/>
                </a:lnTo>
                <a:lnTo>
                  <a:pt x="301752" y="202692"/>
                </a:lnTo>
                <a:lnTo>
                  <a:pt x="329184" y="190500"/>
                </a:lnTo>
                <a:lnTo>
                  <a:pt x="328409" y="178308"/>
                </a:lnTo>
                <a:lnTo>
                  <a:pt x="328053" y="172783"/>
                </a:lnTo>
                <a:lnTo>
                  <a:pt x="327888" y="167640"/>
                </a:lnTo>
                <a:lnTo>
                  <a:pt x="327088" y="142494"/>
                </a:lnTo>
                <a:lnTo>
                  <a:pt x="326478" y="105156"/>
                </a:lnTo>
                <a:lnTo>
                  <a:pt x="326364" y="94488"/>
                </a:lnTo>
                <a:lnTo>
                  <a:pt x="326136" y="44196"/>
                </a:lnTo>
                <a:lnTo>
                  <a:pt x="340106" y="36576"/>
                </a:lnTo>
                <a:lnTo>
                  <a:pt x="342900" y="35052"/>
                </a:lnTo>
                <a:lnTo>
                  <a:pt x="333184" y="25908"/>
                </a:lnTo>
                <a:lnTo>
                  <a:pt x="316992" y="10668"/>
                </a:lnTo>
                <a:lnTo>
                  <a:pt x="301752" y="24523"/>
                </a:lnTo>
                <a:lnTo>
                  <a:pt x="301752" y="36576"/>
                </a:lnTo>
                <a:lnTo>
                  <a:pt x="301752" y="94488"/>
                </a:lnTo>
                <a:lnTo>
                  <a:pt x="301752" y="105156"/>
                </a:lnTo>
                <a:lnTo>
                  <a:pt x="301752" y="167640"/>
                </a:lnTo>
                <a:lnTo>
                  <a:pt x="210312" y="167640"/>
                </a:lnTo>
                <a:lnTo>
                  <a:pt x="210312" y="105156"/>
                </a:lnTo>
                <a:lnTo>
                  <a:pt x="301752" y="105156"/>
                </a:lnTo>
                <a:lnTo>
                  <a:pt x="301752" y="94488"/>
                </a:lnTo>
                <a:lnTo>
                  <a:pt x="210312" y="94488"/>
                </a:lnTo>
                <a:lnTo>
                  <a:pt x="210312" y="36576"/>
                </a:lnTo>
                <a:lnTo>
                  <a:pt x="301752" y="36576"/>
                </a:lnTo>
                <a:lnTo>
                  <a:pt x="301752" y="24523"/>
                </a:lnTo>
                <a:lnTo>
                  <a:pt x="300228" y="25908"/>
                </a:lnTo>
                <a:lnTo>
                  <a:pt x="184404" y="25908"/>
                </a:lnTo>
                <a:lnTo>
                  <a:pt x="184404" y="36576"/>
                </a:lnTo>
                <a:lnTo>
                  <a:pt x="184404" y="94488"/>
                </a:lnTo>
                <a:lnTo>
                  <a:pt x="184404" y="105156"/>
                </a:lnTo>
                <a:lnTo>
                  <a:pt x="184404" y="167640"/>
                </a:lnTo>
                <a:lnTo>
                  <a:pt x="94488" y="167640"/>
                </a:lnTo>
                <a:lnTo>
                  <a:pt x="94488" y="105156"/>
                </a:lnTo>
                <a:lnTo>
                  <a:pt x="184404" y="105156"/>
                </a:lnTo>
                <a:lnTo>
                  <a:pt x="184404" y="94488"/>
                </a:lnTo>
                <a:lnTo>
                  <a:pt x="94488" y="94488"/>
                </a:lnTo>
                <a:lnTo>
                  <a:pt x="94488" y="36576"/>
                </a:lnTo>
                <a:lnTo>
                  <a:pt x="184404" y="36576"/>
                </a:lnTo>
                <a:lnTo>
                  <a:pt x="184404" y="25908"/>
                </a:lnTo>
                <a:lnTo>
                  <a:pt x="94488" y="25908"/>
                </a:lnTo>
                <a:lnTo>
                  <a:pt x="67056" y="12192"/>
                </a:lnTo>
                <a:lnTo>
                  <a:pt x="68160" y="35052"/>
                </a:lnTo>
                <a:lnTo>
                  <a:pt x="69151" y="58864"/>
                </a:lnTo>
                <a:lnTo>
                  <a:pt x="69837" y="82702"/>
                </a:lnTo>
                <a:lnTo>
                  <a:pt x="70104" y="106680"/>
                </a:lnTo>
                <a:lnTo>
                  <a:pt x="69837" y="131572"/>
                </a:lnTo>
                <a:lnTo>
                  <a:pt x="69151" y="156019"/>
                </a:lnTo>
                <a:lnTo>
                  <a:pt x="68249" y="178308"/>
                </a:lnTo>
                <a:lnTo>
                  <a:pt x="67056" y="204216"/>
                </a:lnTo>
                <a:lnTo>
                  <a:pt x="94488" y="195072"/>
                </a:lnTo>
                <a:lnTo>
                  <a:pt x="94488" y="178308"/>
                </a:lnTo>
                <a:lnTo>
                  <a:pt x="184404" y="178308"/>
                </a:lnTo>
                <a:lnTo>
                  <a:pt x="184404" y="228600"/>
                </a:lnTo>
                <a:lnTo>
                  <a:pt x="6096" y="228600"/>
                </a:lnTo>
                <a:lnTo>
                  <a:pt x="22860" y="245364"/>
                </a:lnTo>
                <a:lnTo>
                  <a:pt x="32283" y="242493"/>
                </a:lnTo>
                <a:lnTo>
                  <a:pt x="42291" y="240601"/>
                </a:lnTo>
                <a:lnTo>
                  <a:pt x="52857" y="239585"/>
                </a:lnTo>
                <a:lnTo>
                  <a:pt x="64008" y="239268"/>
                </a:lnTo>
                <a:lnTo>
                  <a:pt x="161544" y="239268"/>
                </a:lnTo>
                <a:lnTo>
                  <a:pt x="129222" y="280974"/>
                </a:lnTo>
                <a:lnTo>
                  <a:pt x="91630" y="319087"/>
                </a:lnTo>
                <a:lnTo>
                  <a:pt x="48590" y="353504"/>
                </a:lnTo>
                <a:lnTo>
                  <a:pt x="0" y="384048"/>
                </a:lnTo>
                <a:lnTo>
                  <a:pt x="1524" y="391668"/>
                </a:lnTo>
                <a:lnTo>
                  <a:pt x="46875" y="369912"/>
                </a:lnTo>
                <a:lnTo>
                  <a:pt x="87833" y="344855"/>
                </a:lnTo>
                <a:lnTo>
                  <a:pt x="124409" y="316509"/>
                </a:lnTo>
                <a:lnTo>
                  <a:pt x="156603" y="284873"/>
                </a:lnTo>
                <a:lnTo>
                  <a:pt x="184404" y="249936"/>
                </a:lnTo>
                <a:lnTo>
                  <a:pt x="184162" y="293992"/>
                </a:lnTo>
                <a:lnTo>
                  <a:pt x="183197" y="366509"/>
                </a:lnTo>
                <a:lnTo>
                  <a:pt x="183083" y="377317"/>
                </a:lnTo>
                <a:lnTo>
                  <a:pt x="182880" y="408432"/>
                </a:lnTo>
                <a:lnTo>
                  <a:pt x="211836" y="394716"/>
                </a:lnTo>
                <a:lnTo>
                  <a:pt x="211035" y="377317"/>
                </a:lnTo>
                <a:lnTo>
                  <a:pt x="210908" y="372960"/>
                </a:lnTo>
                <a:lnTo>
                  <a:pt x="210502" y="344855"/>
                </a:lnTo>
                <a:lnTo>
                  <a:pt x="210413" y="322516"/>
                </a:lnTo>
                <a:lnTo>
                  <a:pt x="210312" y="249936"/>
                </a:lnTo>
                <a:lnTo>
                  <a:pt x="210312" y="246888"/>
                </a:lnTo>
                <a:lnTo>
                  <a:pt x="233756" y="286346"/>
                </a:lnTo>
                <a:lnTo>
                  <a:pt x="265366" y="322516"/>
                </a:lnTo>
                <a:lnTo>
                  <a:pt x="305244" y="355549"/>
                </a:lnTo>
                <a:lnTo>
                  <a:pt x="353568" y="385572"/>
                </a:lnTo>
                <a:lnTo>
                  <a:pt x="358470" y="377317"/>
                </a:lnTo>
                <a:lnTo>
                  <a:pt x="366522" y="370903"/>
                </a:lnTo>
                <a:lnTo>
                  <a:pt x="377990" y="366509"/>
                </a:lnTo>
                <a:lnTo>
                  <a:pt x="393192" y="364236"/>
                </a:lnTo>
                <a:lnTo>
                  <a:pt x="393192" y="358140"/>
                </a:lnTo>
                <a:close/>
              </a:path>
              <a:path w="1100454" h="408939">
                <a:moveTo>
                  <a:pt x="829056" y="88392"/>
                </a:moveTo>
                <a:lnTo>
                  <a:pt x="792480" y="51816"/>
                </a:lnTo>
                <a:lnTo>
                  <a:pt x="766572" y="77724"/>
                </a:lnTo>
                <a:lnTo>
                  <a:pt x="614172" y="77724"/>
                </a:lnTo>
                <a:lnTo>
                  <a:pt x="621334" y="62852"/>
                </a:lnTo>
                <a:lnTo>
                  <a:pt x="626935" y="50101"/>
                </a:lnTo>
                <a:lnTo>
                  <a:pt x="631101" y="39370"/>
                </a:lnTo>
                <a:lnTo>
                  <a:pt x="633984" y="30480"/>
                </a:lnTo>
                <a:lnTo>
                  <a:pt x="652272" y="19812"/>
                </a:lnTo>
                <a:lnTo>
                  <a:pt x="612648" y="0"/>
                </a:lnTo>
                <a:lnTo>
                  <a:pt x="608622" y="16217"/>
                </a:lnTo>
                <a:lnTo>
                  <a:pt x="603313" y="34861"/>
                </a:lnTo>
                <a:lnTo>
                  <a:pt x="596569" y="55511"/>
                </a:lnTo>
                <a:lnTo>
                  <a:pt x="588264" y="77724"/>
                </a:lnTo>
                <a:lnTo>
                  <a:pt x="449580" y="77724"/>
                </a:lnTo>
                <a:lnTo>
                  <a:pt x="466344" y="92964"/>
                </a:lnTo>
                <a:lnTo>
                  <a:pt x="475767" y="90970"/>
                </a:lnTo>
                <a:lnTo>
                  <a:pt x="485775" y="89535"/>
                </a:lnTo>
                <a:lnTo>
                  <a:pt x="496341" y="88684"/>
                </a:lnTo>
                <a:lnTo>
                  <a:pt x="507492" y="88392"/>
                </a:lnTo>
                <a:lnTo>
                  <a:pt x="583692" y="88392"/>
                </a:lnTo>
                <a:lnTo>
                  <a:pt x="569950" y="114452"/>
                </a:lnTo>
                <a:lnTo>
                  <a:pt x="556069" y="137922"/>
                </a:lnTo>
                <a:lnTo>
                  <a:pt x="541896" y="159118"/>
                </a:lnTo>
                <a:lnTo>
                  <a:pt x="527304" y="178308"/>
                </a:lnTo>
                <a:lnTo>
                  <a:pt x="509016" y="172212"/>
                </a:lnTo>
                <a:lnTo>
                  <a:pt x="509892" y="181622"/>
                </a:lnTo>
                <a:lnTo>
                  <a:pt x="510349" y="189166"/>
                </a:lnTo>
                <a:lnTo>
                  <a:pt x="510514" y="194716"/>
                </a:lnTo>
                <a:lnTo>
                  <a:pt x="510540" y="198120"/>
                </a:lnTo>
                <a:lnTo>
                  <a:pt x="497166" y="214693"/>
                </a:lnTo>
                <a:lnTo>
                  <a:pt x="479869" y="232791"/>
                </a:lnTo>
                <a:lnTo>
                  <a:pt x="458889" y="252564"/>
                </a:lnTo>
                <a:lnTo>
                  <a:pt x="434340" y="274320"/>
                </a:lnTo>
                <a:lnTo>
                  <a:pt x="437388" y="278892"/>
                </a:lnTo>
                <a:lnTo>
                  <a:pt x="455714" y="267728"/>
                </a:lnTo>
                <a:lnTo>
                  <a:pt x="474345" y="254698"/>
                </a:lnTo>
                <a:lnTo>
                  <a:pt x="493534" y="239674"/>
                </a:lnTo>
                <a:lnTo>
                  <a:pt x="513588" y="222504"/>
                </a:lnTo>
                <a:lnTo>
                  <a:pt x="513588" y="355092"/>
                </a:lnTo>
                <a:lnTo>
                  <a:pt x="513321" y="366166"/>
                </a:lnTo>
                <a:lnTo>
                  <a:pt x="512635" y="378523"/>
                </a:lnTo>
                <a:lnTo>
                  <a:pt x="511657" y="391668"/>
                </a:lnTo>
                <a:lnTo>
                  <a:pt x="510540" y="405384"/>
                </a:lnTo>
                <a:lnTo>
                  <a:pt x="537972" y="391668"/>
                </a:lnTo>
                <a:lnTo>
                  <a:pt x="537972" y="222504"/>
                </a:lnTo>
                <a:lnTo>
                  <a:pt x="537972" y="198120"/>
                </a:lnTo>
                <a:lnTo>
                  <a:pt x="554062" y="178308"/>
                </a:lnTo>
                <a:lnTo>
                  <a:pt x="555371" y="176695"/>
                </a:lnTo>
                <a:lnTo>
                  <a:pt x="573214" y="151257"/>
                </a:lnTo>
                <a:lnTo>
                  <a:pt x="591324" y="121831"/>
                </a:lnTo>
                <a:lnTo>
                  <a:pt x="609600" y="88392"/>
                </a:lnTo>
                <a:lnTo>
                  <a:pt x="829056" y="88392"/>
                </a:lnTo>
                <a:close/>
              </a:path>
              <a:path w="1100454" h="408939">
                <a:moveTo>
                  <a:pt x="839724" y="362712"/>
                </a:moveTo>
                <a:lnTo>
                  <a:pt x="804672" y="327660"/>
                </a:lnTo>
                <a:lnTo>
                  <a:pt x="780288" y="352044"/>
                </a:lnTo>
                <a:lnTo>
                  <a:pt x="693420" y="352044"/>
                </a:lnTo>
                <a:lnTo>
                  <a:pt x="693420" y="213360"/>
                </a:lnTo>
                <a:lnTo>
                  <a:pt x="815340" y="213360"/>
                </a:lnTo>
                <a:lnTo>
                  <a:pt x="781812" y="179832"/>
                </a:lnTo>
                <a:lnTo>
                  <a:pt x="760476" y="202692"/>
                </a:lnTo>
                <a:lnTo>
                  <a:pt x="693420" y="202692"/>
                </a:lnTo>
                <a:lnTo>
                  <a:pt x="693420" y="131064"/>
                </a:lnTo>
                <a:lnTo>
                  <a:pt x="707136" y="118872"/>
                </a:lnTo>
                <a:lnTo>
                  <a:pt x="667512" y="102108"/>
                </a:lnTo>
                <a:lnTo>
                  <a:pt x="668388" y="116738"/>
                </a:lnTo>
                <a:lnTo>
                  <a:pt x="668845" y="128778"/>
                </a:lnTo>
                <a:lnTo>
                  <a:pt x="668997" y="137922"/>
                </a:lnTo>
                <a:lnTo>
                  <a:pt x="669036" y="202692"/>
                </a:lnTo>
                <a:lnTo>
                  <a:pt x="568452" y="202692"/>
                </a:lnTo>
                <a:lnTo>
                  <a:pt x="583692" y="219456"/>
                </a:lnTo>
                <a:lnTo>
                  <a:pt x="593991" y="216585"/>
                </a:lnTo>
                <a:lnTo>
                  <a:pt x="604456" y="214693"/>
                </a:lnTo>
                <a:lnTo>
                  <a:pt x="615188" y="213677"/>
                </a:lnTo>
                <a:lnTo>
                  <a:pt x="626364" y="213360"/>
                </a:lnTo>
                <a:lnTo>
                  <a:pt x="669036" y="213360"/>
                </a:lnTo>
                <a:lnTo>
                  <a:pt x="669036" y="352044"/>
                </a:lnTo>
                <a:lnTo>
                  <a:pt x="545592" y="352044"/>
                </a:lnTo>
                <a:lnTo>
                  <a:pt x="560832" y="368808"/>
                </a:lnTo>
                <a:lnTo>
                  <a:pt x="571131" y="365937"/>
                </a:lnTo>
                <a:lnTo>
                  <a:pt x="581596" y="364045"/>
                </a:lnTo>
                <a:lnTo>
                  <a:pt x="592328" y="363029"/>
                </a:lnTo>
                <a:lnTo>
                  <a:pt x="603504" y="362712"/>
                </a:lnTo>
                <a:lnTo>
                  <a:pt x="839724" y="362712"/>
                </a:lnTo>
                <a:close/>
              </a:path>
              <a:path w="1100454" h="408939">
                <a:moveTo>
                  <a:pt x="1100328" y="272796"/>
                </a:moveTo>
                <a:lnTo>
                  <a:pt x="1091323" y="233362"/>
                </a:lnTo>
                <a:lnTo>
                  <a:pt x="1064704" y="203644"/>
                </a:lnTo>
                <a:lnTo>
                  <a:pt x="1029144" y="189103"/>
                </a:lnTo>
                <a:lnTo>
                  <a:pt x="993051" y="180594"/>
                </a:lnTo>
                <a:lnTo>
                  <a:pt x="951166" y="166878"/>
                </a:lnTo>
                <a:lnTo>
                  <a:pt x="927417" y="133159"/>
                </a:lnTo>
                <a:lnTo>
                  <a:pt x="926592" y="123444"/>
                </a:lnTo>
                <a:lnTo>
                  <a:pt x="927735" y="112585"/>
                </a:lnTo>
                <a:lnTo>
                  <a:pt x="955497" y="80873"/>
                </a:lnTo>
                <a:lnTo>
                  <a:pt x="993648" y="73152"/>
                </a:lnTo>
                <a:lnTo>
                  <a:pt x="1007097" y="73723"/>
                </a:lnTo>
                <a:lnTo>
                  <a:pt x="1045464" y="82296"/>
                </a:lnTo>
                <a:lnTo>
                  <a:pt x="1085088" y="108204"/>
                </a:lnTo>
                <a:lnTo>
                  <a:pt x="1088136" y="108204"/>
                </a:lnTo>
                <a:lnTo>
                  <a:pt x="1088136" y="56388"/>
                </a:lnTo>
                <a:lnTo>
                  <a:pt x="1077556" y="51231"/>
                </a:lnTo>
                <a:lnTo>
                  <a:pt x="1066419" y="47053"/>
                </a:lnTo>
                <a:lnTo>
                  <a:pt x="1054696" y="43751"/>
                </a:lnTo>
                <a:lnTo>
                  <a:pt x="1042416" y="41148"/>
                </a:lnTo>
                <a:lnTo>
                  <a:pt x="1030452" y="38277"/>
                </a:lnTo>
                <a:lnTo>
                  <a:pt x="1017651" y="36385"/>
                </a:lnTo>
                <a:lnTo>
                  <a:pt x="1004265" y="35369"/>
                </a:lnTo>
                <a:lnTo>
                  <a:pt x="990600" y="35052"/>
                </a:lnTo>
                <a:lnTo>
                  <a:pt x="968590" y="36766"/>
                </a:lnTo>
                <a:lnTo>
                  <a:pt x="929728" y="50482"/>
                </a:lnTo>
                <a:lnTo>
                  <a:pt x="899744" y="76161"/>
                </a:lnTo>
                <a:lnTo>
                  <a:pt x="882396" y="128016"/>
                </a:lnTo>
                <a:lnTo>
                  <a:pt x="882700" y="137121"/>
                </a:lnTo>
                <a:lnTo>
                  <a:pt x="894397" y="174879"/>
                </a:lnTo>
                <a:lnTo>
                  <a:pt x="903732" y="185928"/>
                </a:lnTo>
                <a:lnTo>
                  <a:pt x="908583" y="191363"/>
                </a:lnTo>
                <a:lnTo>
                  <a:pt x="957072" y="214884"/>
                </a:lnTo>
                <a:lnTo>
                  <a:pt x="994410" y="223913"/>
                </a:lnTo>
                <a:lnTo>
                  <a:pt x="1001268" y="225742"/>
                </a:lnTo>
                <a:lnTo>
                  <a:pt x="1014984" y="230124"/>
                </a:lnTo>
                <a:lnTo>
                  <a:pt x="1024674" y="232981"/>
                </a:lnTo>
                <a:lnTo>
                  <a:pt x="1033081" y="236982"/>
                </a:lnTo>
                <a:lnTo>
                  <a:pt x="1055319" y="270065"/>
                </a:lnTo>
                <a:lnTo>
                  <a:pt x="1056132" y="278892"/>
                </a:lnTo>
                <a:lnTo>
                  <a:pt x="1054989" y="290880"/>
                </a:lnTo>
                <a:lnTo>
                  <a:pt x="1027557" y="325399"/>
                </a:lnTo>
                <a:lnTo>
                  <a:pt x="982980" y="333756"/>
                </a:lnTo>
                <a:lnTo>
                  <a:pt x="970381" y="332955"/>
                </a:lnTo>
                <a:lnTo>
                  <a:pt x="931164" y="323088"/>
                </a:lnTo>
                <a:lnTo>
                  <a:pt x="893864" y="300799"/>
                </a:lnTo>
                <a:lnTo>
                  <a:pt x="882396" y="291084"/>
                </a:lnTo>
                <a:lnTo>
                  <a:pt x="879348" y="291084"/>
                </a:lnTo>
                <a:lnTo>
                  <a:pt x="879348" y="345948"/>
                </a:lnTo>
                <a:lnTo>
                  <a:pt x="902398" y="354901"/>
                </a:lnTo>
                <a:lnTo>
                  <a:pt x="939736" y="366483"/>
                </a:lnTo>
                <a:lnTo>
                  <a:pt x="986028" y="370332"/>
                </a:lnTo>
                <a:lnTo>
                  <a:pt x="1000290" y="370001"/>
                </a:lnTo>
                <a:lnTo>
                  <a:pt x="1044790" y="358736"/>
                </a:lnTo>
                <a:lnTo>
                  <a:pt x="1077912" y="334238"/>
                </a:lnTo>
                <a:lnTo>
                  <a:pt x="1095819" y="300228"/>
                </a:lnTo>
                <a:lnTo>
                  <a:pt x="1099769" y="281940"/>
                </a:lnTo>
                <a:lnTo>
                  <a:pt x="1100328" y="27279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" name="object 31"/>
          <p:cNvSpPr/>
          <p:nvPr/>
        </p:nvSpPr>
        <p:spPr>
          <a:xfrm>
            <a:off x="6013703" y="3005327"/>
            <a:ext cx="337185" cy="408940"/>
          </a:xfrm>
          <a:custGeom>
            <a:avLst/>
            <a:gdLst/>
            <a:ahLst/>
            <a:cxnLst/>
            <a:rect l="l" t="t" r="r" b="b"/>
            <a:pathLst>
              <a:path w="337185" h="408939">
                <a:moveTo>
                  <a:pt x="172212" y="102108"/>
                </a:moveTo>
                <a:lnTo>
                  <a:pt x="146304" y="102108"/>
                </a:lnTo>
                <a:lnTo>
                  <a:pt x="146065" y="70080"/>
                </a:lnTo>
                <a:lnTo>
                  <a:pt x="145542" y="42481"/>
                </a:lnTo>
                <a:lnTo>
                  <a:pt x="145007" y="18288"/>
                </a:lnTo>
                <a:lnTo>
                  <a:pt x="144780" y="0"/>
                </a:lnTo>
                <a:lnTo>
                  <a:pt x="185928" y="18288"/>
                </a:lnTo>
                <a:lnTo>
                  <a:pt x="172212" y="32004"/>
                </a:lnTo>
                <a:lnTo>
                  <a:pt x="172212" y="102108"/>
                </a:lnTo>
                <a:close/>
              </a:path>
              <a:path w="337185" h="408939">
                <a:moveTo>
                  <a:pt x="334873" y="102108"/>
                </a:moveTo>
                <a:lnTo>
                  <a:pt x="294132" y="102108"/>
                </a:lnTo>
                <a:lnTo>
                  <a:pt x="307848" y="80772"/>
                </a:lnTo>
                <a:lnTo>
                  <a:pt x="334873" y="102108"/>
                </a:lnTo>
                <a:close/>
              </a:path>
              <a:path w="337185" h="408939">
                <a:moveTo>
                  <a:pt x="0" y="272795"/>
                </a:moveTo>
                <a:lnTo>
                  <a:pt x="881" y="255103"/>
                </a:lnTo>
                <a:lnTo>
                  <a:pt x="1255" y="237744"/>
                </a:lnTo>
                <a:lnTo>
                  <a:pt x="1382" y="227076"/>
                </a:lnTo>
                <a:lnTo>
                  <a:pt x="1500" y="154590"/>
                </a:lnTo>
                <a:lnTo>
                  <a:pt x="1333" y="129159"/>
                </a:lnTo>
                <a:lnTo>
                  <a:pt x="881" y="106584"/>
                </a:lnTo>
                <a:lnTo>
                  <a:pt x="0" y="86868"/>
                </a:lnTo>
                <a:lnTo>
                  <a:pt x="25908" y="102108"/>
                </a:lnTo>
                <a:lnTo>
                  <a:pt x="334873" y="102108"/>
                </a:lnTo>
                <a:lnTo>
                  <a:pt x="336804" y="103632"/>
                </a:lnTo>
                <a:lnTo>
                  <a:pt x="326644" y="112776"/>
                </a:lnTo>
                <a:lnTo>
                  <a:pt x="25908" y="112776"/>
                </a:lnTo>
                <a:lnTo>
                  <a:pt x="25908" y="227076"/>
                </a:lnTo>
                <a:lnTo>
                  <a:pt x="321583" y="227076"/>
                </a:lnTo>
                <a:lnTo>
                  <a:pt x="321738" y="237744"/>
                </a:lnTo>
                <a:lnTo>
                  <a:pt x="25908" y="237744"/>
                </a:lnTo>
                <a:lnTo>
                  <a:pt x="25908" y="259080"/>
                </a:lnTo>
                <a:lnTo>
                  <a:pt x="0" y="272795"/>
                </a:lnTo>
                <a:close/>
              </a:path>
              <a:path w="337185" h="408939">
                <a:moveTo>
                  <a:pt x="172212" y="227076"/>
                </a:moveTo>
                <a:lnTo>
                  <a:pt x="146304" y="227076"/>
                </a:lnTo>
                <a:lnTo>
                  <a:pt x="146304" y="112776"/>
                </a:lnTo>
                <a:lnTo>
                  <a:pt x="172212" y="112776"/>
                </a:lnTo>
                <a:lnTo>
                  <a:pt x="172212" y="227076"/>
                </a:lnTo>
                <a:close/>
              </a:path>
              <a:path w="337185" h="408939">
                <a:moveTo>
                  <a:pt x="321583" y="227076"/>
                </a:moveTo>
                <a:lnTo>
                  <a:pt x="297180" y="227076"/>
                </a:lnTo>
                <a:lnTo>
                  <a:pt x="297180" y="112776"/>
                </a:lnTo>
                <a:lnTo>
                  <a:pt x="326644" y="112776"/>
                </a:lnTo>
                <a:lnTo>
                  <a:pt x="321564" y="117348"/>
                </a:lnTo>
                <a:lnTo>
                  <a:pt x="321583" y="227076"/>
                </a:lnTo>
                <a:close/>
              </a:path>
              <a:path w="337185" h="408939">
                <a:moveTo>
                  <a:pt x="144780" y="408432"/>
                </a:moveTo>
                <a:lnTo>
                  <a:pt x="145018" y="382404"/>
                </a:lnTo>
                <a:lnTo>
                  <a:pt x="145568" y="342900"/>
                </a:lnTo>
                <a:lnTo>
                  <a:pt x="146065" y="297203"/>
                </a:lnTo>
                <a:lnTo>
                  <a:pt x="146304" y="237744"/>
                </a:lnTo>
                <a:lnTo>
                  <a:pt x="172212" y="237744"/>
                </a:lnTo>
                <a:lnTo>
                  <a:pt x="172235" y="297203"/>
                </a:lnTo>
                <a:lnTo>
                  <a:pt x="172402" y="342900"/>
                </a:lnTo>
                <a:lnTo>
                  <a:pt x="172854" y="374904"/>
                </a:lnTo>
                <a:lnTo>
                  <a:pt x="173736" y="393192"/>
                </a:lnTo>
                <a:lnTo>
                  <a:pt x="144780" y="408432"/>
                </a:lnTo>
                <a:close/>
              </a:path>
              <a:path w="337185" h="408939">
                <a:moveTo>
                  <a:pt x="297180" y="269748"/>
                </a:moveTo>
                <a:lnTo>
                  <a:pt x="297180" y="237744"/>
                </a:lnTo>
                <a:lnTo>
                  <a:pt x="321738" y="237744"/>
                </a:lnTo>
                <a:lnTo>
                  <a:pt x="321754" y="238696"/>
                </a:lnTo>
                <a:lnTo>
                  <a:pt x="322206" y="248816"/>
                </a:lnTo>
                <a:lnTo>
                  <a:pt x="323088" y="259080"/>
                </a:lnTo>
                <a:lnTo>
                  <a:pt x="297180" y="26974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" name="object 32"/>
          <p:cNvSpPr/>
          <p:nvPr/>
        </p:nvSpPr>
        <p:spPr>
          <a:xfrm>
            <a:off x="6423660" y="3003803"/>
            <a:ext cx="2178050" cy="411480"/>
          </a:xfrm>
          <a:custGeom>
            <a:avLst/>
            <a:gdLst/>
            <a:ahLst/>
            <a:cxnLst/>
            <a:rect l="l" t="t" r="r" b="b"/>
            <a:pathLst>
              <a:path w="2178050" h="411479">
                <a:moveTo>
                  <a:pt x="64008" y="155448"/>
                </a:moveTo>
                <a:lnTo>
                  <a:pt x="59410" y="146646"/>
                </a:lnTo>
                <a:lnTo>
                  <a:pt x="47802" y="136398"/>
                </a:lnTo>
                <a:lnTo>
                  <a:pt x="29070" y="125018"/>
                </a:lnTo>
                <a:lnTo>
                  <a:pt x="3035" y="112776"/>
                </a:lnTo>
                <a:lnTo>
                  <a:pt x="0" y="117348"/>
                </a:lnTo>
                <a:lnTo>
                  <a:pt x="12560" y="132778"/>
                </a:lnTo>
                <a:lnTo>
                  <a:pt x="22847" y="147066"/>
                </a:lnTo>
                <a:lnTo>
                  <a:pt x="30848" y="160210"/>
                </a:lnTo>
                <a:lnTo>
                  <a:pt x="36576" y="172212"/>
                </a:lnTo>
                <a:lnTo>
                  <a:pt x="41148" y="182880"/>
                </a:lnTo>
                <a:lnTo>
                  <a:pt x="45720" y="188976"/>
                </a:lnTo>
                <a:lnTo>
                  <a:pt x="50279" y="188976"/>
                </a:lnTo>
                <a:lnTo>
                  <a:pt x="57899" y="181356"/>
                </a:lnTo>
                <a:lnTo>
                  <a:pt x="60782" y="176453"/>
                </a:lnTo>
                <a:lnTo>
                  <a:pt x="62661" y="170688"/>
                </a:lnTo>
                <a:lnTo>
                  <a:pt x="63690" y="163791"/>
                </a:lnTo>
                <a:lnTo>
                  <a:pt x="64008" y="155448"/>
                </a:lnTo>
                <a:close/>
              </a:path>
              <a:path w="2178050" h="411479">
                <a:moveTo>
                  <a:pt x="105156" y="60960"/>
                </a:moveTo>
                <a:lnTo>
                  <a:pt x="70142" y="28867"/>
                </a:lnTo>
                <a:lnTo>
                  <a:pt x="48755" y="18288"/>
                </a:lnTo>
                <a:lnTo>
                  <a:pt x="45720" y="24384"/>
                </a:lnTo>
                <a:lnTo>
                  <a:pt x="57404" y="39814"/>
                </a:lnTo>
                <a:lnTo>
                  <a:pt x="67233" y="54102"/>
                </a:lnTo>
                <a:lnTo>
                  <a:pt x="75069" y="67246"/>
                </a:lnTo>
                <a:lnTo>
                  <a:pt x="80759" y="79248"/>
                </a:lnTo>
                <a:lnTo>
                  <a:pt x="82296" y="88392"/>
                </a:lnTo>
                <a:lnTo>
                  <a:pt x="85344" y="92964"/>
                </a:lnTo>
                <a:lnTo>
                  <a:pt x="91427" y="92964"/>
                </a:lnTo>
                <a:lnTo>
                  <a:pt x="94475" y="89916"/>
                </a:lnTo>
                <a:lnTo>
                  <a:pt x="99047" y="82296"/>
                </a:lnTo>
                <a:lnTo>
                  <a:pt x="105156" y="70104"/>
                </a:lnTo>
                <a:lnTo>
                  <a:pt x="105156" y="60960"/>
                </a:lnTo>
                <a:close/>
              </a:path>
              <a:path w="2178050" h="411479">
                <a:moveTo>
                  <a:pt x="143256" y="80772"/>
                </a:moveTo>
                <a:lnTo>
                  <a:pt x="135623" y="79248"/>
                </a:lnTo>
                <a:lnTo>
                  <a:pt x="107911" y="155028"/>
                </a:lnTo>
                <a:lnTo>
                  <a:pt x="86474" y="211074"/>
                </a:lnTo>
                <a:lnTo>
                  <a:pt x="71335" y="247700"/>
                </a:lnTo>
                <a:lnTo>
                  <a:pt x="62471" y="265176"/>
                </a:lnTo>
                <a:lnTo>
                  <a:pt x="56375" y="274320"/>
                </a:lnTo>
                <a:lnTo>
                  <a:pt x="50304" y="280390"/>
                </a:lnTo>
                <a:lnTo>
                  <a:pt x="40589" y="280377"/>
                </a:lnTo>
                <a:lnTo>
                  <a:pt x="32181" y="280035"/>
                </a:lnTo>
                <a:lnTo>
                  <a:pt x="20637" y="279133"/>
                </a:lnTo>
                <a:lnTo>
                  <a:pt x="6083" y="277368"/>
                </a:lnTo>
                <a:lnTo>
                  <a:pt x="6172" y="285013"/>
                </a:lnTo>
                <a:lnTo>
                  <a:pt x="44196" y="304800"/>
                </a:lnTo>
                <a:lnTo>
                  <a:pt x="47244" y="310896"/>
                </a:lnTo>
                <a:lnTo>
                  <a:pt x="47244" y="315468"/>
                </a:lnTo>
                <a:lnTo>
                  <a:pt x="39624" y="350520"/>
                </a:lnTo>
                <a:lnTo>
                  <a:pt x="38100" y="358140"/>
                </a:lnTo>
                <a:lnTo>
                  <a:pt x="38100" y="376428"/>
                </a:lnTo>
                <a:lnTo>
                  <a:pt x="42672" y="382524"/>
                </a:lnTo>
                <a:lnTo>
                  <a:pt x="50279" y="387096"/>
                </a:lnTo>
                <a:lnTo>
                  <a:pt x="59423" y="390144"/>
                </a:lnTo>
                <a:lnTo>
                  <a:pt x="64008" y="393192"/>
                </a:lnTo>
                <a:lnTo>
                  <a:pt x="71615" y="393192"/>
                </a:lnTo>
                <a:lnTo>
                  <a:pt x="73139" y="390144"/>
                </a:lnTo>
                <a:lnTo>
                  <a:pt x="73164" y="377571"/>
                </a:lnTo>
                <a:lnTo>
                  <a:pt x="73291" y="369951"/>
                </a:lnTo>
                <a:lnTo>
                  <a:pt x="73418" y="365048"/>
                </a:lnTo>
                <a:lnTo>
                  <a:pt x="73787" y="354711"/>
                </a:lnTo>
                <a:lnTo>
                  <a:pt x="74663" y="339852"/>
                </a:lnTo>
                <a:lnTo>
                  <a:pt x="74930" y="325589"/>
                </a:lnTo>
                <a:lnTo>
                  <a:pt x="80314" y="280416"/>
                </a:lnTo>
                <a:lnTo>
                  <a:pt x="95046" y="229362"/>
                </a:lnTo>
                <a:lnTo>
                  <a:pt x="115227" y="165925"/>
                </a:lnTo>
                <a:lnTo>
                  <a:pt x="143256" y="80772"/>
                </a:lnTo>
                <a:close/>
              </a:path>
              <a:path w="2178050" h="411479">
                <a:moveTo>
                  <a:pt x="393192" y="150876"/>
                </a:moveTo>
                <a:lnTo>
                  <a:pt x="391668" y="146304"/>
                </a:lnTo>
                <a:lnTo>
                  <a:pt x="387096" y="143256"/>
                </a:lnTo>
                <a:lnTo>
                  <a:pt x="385064" y="141732"/>
                </a:lnTo>
                <a:lnTo>
                  <a:pt x="381000" y="138684"/>
                </a:lnTo>
                <a:lnTo>
                  <a:pt x="377952" y="137160"/>
                </a:lnTo>
                <a:lnTo>
                  <a:pt x="368808" y="137160"/>
                </a:lnTo>
                <a:lnTo>
                  <a:pt x="364236" y="138684"/>
                </a:lnTo>
                <a:lnTo>
                  <a:pt x="358140" y="141732"/>
                </a:lnTo>
                <a:lnTo>
                  <a:pt x="316979" y="141732"/>
                </a:lnTo>
                <a:lnTo>
                  <a:pt x="310883" y="137160"/>
                </a:lnTo>
                <a:lnTo>
                  <a:pt x="309359" y="128016"/>
                </a:lnTo>
                <a:lnTo>
                  <a:pt x="309359" y="51816"/>
                </a:lnTo>
                <a:lnTo>
                  <a:pt x="317207" y="45720"/>
                </a:lnTo>
                <a:lnTo>
                  <a:pt x="323075" y="41148"/>
                </a:lnTo>
                <a:lnTo>
                  <a:pt x="317855" y="36576"/>
                </a:lnTo>
                <a:lnTo>
                  <a:pt x="298691" y="19812"/>
                </a:lnTo>
                <a:lnTo>
                  <a:pt x="284975" y="36576"/>
                </a:lnTo>
                <a:lnTo>
                  <a:pt x="208775" y="36576"/>
                </a:lnTo>
                <a:lnTo>
                  <a:pt x="182867" y="19812"/>
                </a:lnTo>
                <a:lnTo>
                  <a:pt x="183730" y="32410"/>
                </a:lnTo>
                <a:lnTo>
                  <a:pt x="183896" y="41148"/>
                </a:lnTo>
                <a:lnTo>
                  <a:pt x="182867" y="85344"/>
                </a:lnTo>
                <a:lnTo>
                  <a:pt x="176961" y="124396"/>
                </a:lnTo>
                <a:lnTo>
                  <a:pt x="153085" y="168592"/>
                </a:lnTo>
                <a:lnTo>
                  <a:pt x="114287" y="201168"/>
                </a:lnTo>
                <a:lnTo>
                  <a:pt x="118859" y="205740"/>
                </a:lnTo>
                <a:lnTo>
                  <a:pt x="159588" y="181952"/>
                </a:lnTo>
                <a:lnTo>
                  <a:pt x="188772" y="150114"/>
                </a:lnTo>
                <a:lnTo>
                  <a:pt x="205143" y="108305"/>
                </a:lnTo>
                <a:lnTo>
                  <a:pt x="209054" y="70104"/>
                </a:lnTo>
                <a:lnTo>
                  <a:pt x="208978" y="60960"/>
                </a:lnTo>
                <a:lnTo>
                  <a:pt x="208775" y="45720"/>
                </a:lnTo>
                <a:lnTo>
                  <a:pt x="286499" y="45720"/>
                </a:lnTo>
                <a:lnTo>
                  <a:pt x="286499" y="131064"/>
                </a:lnTo>
                <a:lnTo>
                  <a:pt x="288836" y="145923"/>
                </a:lnTo>
                <a:lnTo>
                  <a:pt x="296024" y="156210"/>
                </a:lnTo>
                <a:lnTo>
                  <a:pt x="308368" y="161925"/>
                </a:lnTo>
                <a:lnTo>
                  <a:pt x="326123" y="163068"/>
                </a:lnTo>
                <a:lnTo>
                  <a:pt x="355257" y="163410"/>
                </a:lnTo>
                <a:lnTo>
                  <a:pt x="376237" y="162306"/>
                </a:lnTo>
                <a:lnTo>
                  <a:pt x="388924" y="160070"/>
                </a:lnTo>
                <a:lnTo>
                  <a:pt x="393192" y="156972"/>
                </a:lnTo>
                <a:lnTo>
                  <a:pt x="393192" y="150876"/>
                </a:lnTo>
                <a:close/>
              </a:path>
              <a:path w="2178050" h="411479">
                <a:moveTo>
                  <a:pt x="400812" y="374904"/>
                </a:moveTo>
                <a:lnTo>
                  <a:pt x="358902" y="369951"/>
                </a:lnTo>
                <a:lnTo>
                  <a:pt x="321551" y="358140"/>
                </a:lnTo>
                <a:lnTo>
                  <a:pt x="284416" y="336804"/>
                </a:lnTo>
                <a:lnTo>
                  <a:pt x="277837" y="332219"/>
                </a:lnTo>
                <a:lnTo>
                  <a:pt x="266687" y="323088"/>
                </a:lnTo>
                <a:lnTo>
                  <a:pt x="277799" y="307848"/>
                </a:lnTo>
                <a:lnTo>
                  <a:pt x="283552" y="299948"/>
                </a:lnTo>
                <a:lnTo>
                  <a:pt x="299834" y="273939"/>
                </a:lnTo>
                <a:lnTo>
                  <a:pt x="315556" y="245084"/>
                </a:lnTo>
                <a:lnTo>
                  <a:pt x="330695" y="213360"/>
                </a:lnTo>
                <a:lnTo>
                  <a:pt x="347459" y="205740"/>
                </a:lnTo>
                <a:lnTo>
                  <a:pt x="346024" y="204216"/>
                </a:lnTo>
                <a:lnTo>
                  <a:pt x="320027" y="176784"/>
                </a:lnTo>
                <a:lnTo>
                  <a:pt x="306311" y="190500"/>
                </a:lnTo>
                <a:lnTo>
                  <a:pt x="306311" y="204216"/>
                </a:lnTo>
                <a:lnTo>
                  <a:pt x="294271" y="233057"/>
                </a:lnTo>
                <a:lnTo>
                  <a:pt x="280784" y="260032"/>
                </a:lnTo>
                <a:lnTo>
                  <a:pt x="265607" y="284988"/>
                </a:lnTo>
                <a:lnTo>
                  <a:pt x="248399" y="307848"/>
                </a:lnTo>
                <a:lnTo>
                  <a:pt x="232968" y="287807"/>
                </a:lnTo>
                <a:lnTo>
                  <a:pt x="218681" y="264033"/>
                </a:lnTo>
                <a:lnTo>
                  <a:pt x="205536" y="236270"/>
                </a:lnTo>
                <a:lnTo>
                  <a:pt x="193535" y="204216"/>
                </a:lnTo>
                <a:lnTo>
                  <a:pt x="306311" y="204216"/>
                </a:lnTo>
                <a:lnTo>
                  <a:pt x="306311" y="190500"/>
                </a:lnTo>
                <a:lnTo>
                  <a:pt x="303263" y="193548"/>
                </a:lnTo>
                <a:lnTo>
                  <a:pt x="150863" y="193548"/>
                </a:lnTo>
                <a:lnTo>
                  <a:pt x="167627" y="210312"/>
                </a:lnTo>
                <a:lnTo>
                  <a:pt x="184391" y="204216"/>
                </a:lnTo>
                <a:lnTo>
                  <a:pt x="194398" y="237985"/>
                </a:lnTo>
                <a:lnTo>
                  <a:pt x="206108" y="268605"/>
                </a:lnTo>
                <a:lnTo>
                  <a:pt x="219544" y="296379"/>
                </a:lnTo>
                <a:lnTo>
                  <a:pt x="234683" y="321564"/>
                </a:lnTo>
                <a:lnTo>
                  <a:pt x="217309" y="336689"/>
                </a:lnTo>
                <a:lnTo>
                  <a:pt x="181330" y="361861"/>
                </a:lnTo>
                <a:lnTo>
                  <a:pt x="144195" y="380720"/>
                </a:lnTo>
                <a:lnTo>
                  <a:pt x="103047" y="396722"/>
                </a:lnTo>
                <a:lnTo>
                  <a:pt x="80759" y="403860"/>
                </a:lnTo>
                <a:lnTo>
                  <a:pt x="82296" y="409956"/>
                </a:lnTo>
                <a:lnTo>
                  <a:pt x="128765" y="400621"/>
                </a:lnTo>
                <a:lnTo>
                  <a:pt x="170675" y="385572"/>
                </a:lnTo>
                <a:lnTo>
                  <a:pt x="211061" y="364617"/>
                </a:lnTo>
                <a:lnTo>
                  <a:pt x="251447" y="336804"/>
                </a:lnTo>
                <a:lnTo>
                  <a:pt x="279920" y="361861"/>
                </a:lnTo>
                <a:lnTo>
                  <a:pt x="308216" y="382143"/>
                </a:lnTo>
                <a:lnTo>
                  <a:pt x="335889" y="397243"/>
                </a:lnTo>
                <a:lnTo>
                  <a:pt x="362712" y="406908"/>
                </a:lnTo>
                <a:lnTo>
                  <a:pt x="366725" y="397751"/>
                </a:lnTo>
                <a:lnTo>
                  <a:pt x="374332" y="390715"/>
                </a:lnTo>
                <a:lnTo>
                  <a:pt x="385635" y="385699"/>
                </a:lnTo>
                <a:lnTo>
                  <a:pt x="400812" y="382524"/>
                </a:lnTo>
                <a:lnTo>
                  <a:pt x="400812" y="374904"/>
                </a:lnTo>
                <a:close/>
              </a:path>
              <a:path w="2178050" h="411479">
                <a:moveTo>
                  <a:pt x="844296" y="82296"/>
                </a:moveTo>
                <a:lnTo>
                  <a:pt x="803148" y="42672"/>
                </a:lnTo>
                <a:lnTo>
                  <a:pt x="774192" y="73152"/>
                </a:lnTo>
                <a:lnTo>
                  <a:pt x="626364" y="73152"/>
                </a:lnTo>
                <a:lnTo>
                  <a:pt x="630974" y="64579"/>
                </a:lnTo>
                <a:lnTo>
                  <a:pt x="641362" y="44005"/>
                </a:lnTo>
                <a:lnTo>
                  <a:pt x="647700" y="32004"/>
                </a:lnTo>
                <a:lnTo>
                  <a:pt x="664464" y="25908"/>
                </a:lnTo>
                <a:lnTo>
                  <a:pt x="621792" y="1524"/>
                </a:lnTo>
                <a:lnTo>
                  <a:pt x="617766" y="16370"/>
                </a:lnTo>
                <a:lnTo>
                  <a:pt x="612457" y="33337"/>
                </a:lnTo>
                <a:lnTo>
                  <a:pt x="605713" y="52324"/>
                </a:lnTo>
                <a:lnTo>
                  <a:pt x="597408" y="73152"/>
                </a:lnTo>
                <a:lnTo>
                  <a:pt x="440436" y="73152"/>
                </a:lnTo>
                <a:lnTo>
                  <a:pt x="455676" y="88392"/>
                </a:lnTo>
                <a:lnTo>
                  <a:pt x="465975" y="85521"/>
                </a:lnTo>
                <a:lnTo>
                  <a:pt x="476440" y="83629"/>
                </a:lnTo>
                <a:lnTo>
                  <a:pt x="487172" y="82613"/>
                </a:lnTo>
                <a:lnTo>
                  <a:pt x="498348" y="82296"/>
                </a:lnTo>
                <a:lnTo>
                  <a:pt x="592836" y="82296"/>
                </a:lnTo>
                <a:lnTo>
                  <a:pt x="559689" y="139827"/>
                </a:lnTo>
                <a:lnTo>
                  <a:pt x="524256" y="185928"/>
                </a:lnTo>
                <a:lnTo>
                  <a:pt x="485775" y="226123"/>
                </a:lnTo>
                <a:lnTo>
                  <a:pt x="440436" y="265176"/>
                </a:lnTo>
                <a:lnTo>
                  <a:pt x="445008" y="271272"/>
                </a:lnTo>
                <a:lnTo>
                  <a:pt x="473240" y="252133"/>
                </a:lnTo>
                <a:lnTo>
                  <a:pt x="500634" y="231267"/>
                </a:lnTo>
                <a:lnTo>
                  <a:pt x="526872" y="208699"/>
                </a:lnTo>
                <a:lnTo>
                  <a:pt x="551688" y="184404"/>
                </a:lnTo>
                <a:lnTo>
                  <a:pt x="551599" y="295656"/>
                </a:lnTo>
                <a:lnTo>
                  <a:pt x="551497" y="338899"/>
                </a:lnTo>
                <a:lnTo>
                  <a:pt x="551040" y="384797"/>
                </a:lnTo>
                <a:lnTo>
                  <a:pt x="550164" y="409956"/>
                </a:lnTo>
                <a:lnTo>
                  <a:pt x="576072" y="394716"/>
                </a:lnTo>
                <a:lnTo>
                  <a:pt x="576072" y="295656"/>
                </a:lnTo>
                <a:lnTo>
                  <a:pt x="736092" y="295656"/>
                </a:lnTo>
                <a:lnTo>
                  <a:pt x="736092" y="365760"/>
                </a:lnTo>
                <a:lnTo>
                  <a:pt x="729996" y="371856"/>
                </a:lnTo>
                <a:lnTo>
                  <a:pt x="689127" y="368642"/>
                </a:lnTo>
                <a:lnTo>
                  <a:pt x="675132" y="365760"/>
                </a:lnTo>
                <a:lnTo>
                  <a:pt x="675132" y="374904"/>
                </a:lnTo>
                <a:lnTo>
                  <a:pt x="696010" y="382320"/>
                </a:lnTo>
                <a:lnTo>
                  <a:pt x="710755" y="390715"/>
                </a:lnTo>
                <a:lnTo>
                  <a:pt x="719493" y="399986"/>
                </a:lnTo>
                <a:lnTo>
                  <a:pt x="722376" y="409956"/>
                </a:lnTo>
                <a:lnTo>
                  <a:pt x="739254" y="402247"/>
                </a:lnTo>
                <a:lnTo>
                  <a:pt x="751141" y="392811"/>
                </a:lnTo>
                <a:lnTo>
                  <a:pt x="758164" y="381673"/>
                </a:lnTo>
                <a:lnTo>
                  <a:pt x="759917" y="371856"/>
                </a:lnTo>
                <a:lnTo>
                  <a:pt x="760476" y="368808"/>
                </a:lnTo>
                <a:lnTo>
                  <a:pt x="760476" y="163068"/>
                </a:lnTo>
                <a:lnTo>
                  <a:pt x="770001" y="155448"/>
                </a:lnTo>
                <a:lnTo>
                  <a:pt x="775716" y="150876"/>
                </a:lnTo>
                <a:lnTo>
                  <a:pt x="767994" y="144780"/>
                </a:lnTo>
                <a:lnTo>
                  <a:pt x="746760" y="128016"/>
                </a:lnTo>
                <a:lnTo>
                  <a:pt x="736092" y="141058"/>
                </a:lnTo>
                <a:lnTo>
                  <a:pt x="736092" y="155448"/>
                </a:lnTo>
                <a:lnTo>
                  <a:pt x="736092" y="216408"/>
                </a:lnTo>
                <a:lnTo>
                  <a:pt x="736092" y="227076"/>
                </a:lnTo>
                <a:lnTo>
                  <a:pt x="736092" y="284988"/>
                </a:lnTo>
                <a:lnTo>
                  <a:pt x="576072" y="284988"/>
                </a:lnTo>
                <a:lnTo>
                  <a:pt x="576072" y="227076"/>
                </a:lnTo>
                <a:lnTo>
                  <a:pt x="736092" y="227076"/>
                </a:lnTo>
                <a:lnTo>
                  <a:pt x="736092" y="216408"/>
                </a:lnTo>
                <a:lnTo>
                  <a:pt x="576072" y="216408"/>
                </a:lnTo>
                <a:lnTo>
                  <a:pt x="576072" y="184404"/>
                </a:lnTo>
                <a:lnTo>
                  <a:pt x="576072" y="155448"/>
                </a:lnTo>
                <a:lnTo>
                  <a:pt x="736092" y="155448"/>
                </a:lnTo>
                <a:lnTo>
                  <a:pt x="736092" y="141058"/>
                </a:lnTo>
                <a:lnTo>
                  <a:pt x="733044" y="144780"/>
                </a:lnTo>
                <a:lnTo>
                  <a:pt x="582168" y="144780"/>
                </a:lnTo>
                <a:lnTo>
                  <a:pt x="593090" y="130733"/>
                </a:lnTo>
                <a:lnTo>
                  <a:pt x="603313" y="115824"/>
                </a:lnTo>
                <a:lnTo>
                  <a:pt x="613232" y="99783"/>
                </a:lnTo>
                <a:lnTo>
                  <a:pt x="623316" y="82296"/>
                </a:lnTo>
                <a:lnTo>
                  <a:pt x="844296" y="82296"/>
                </a:lnTo>
                <a:close/>
              </a:path>
              <a:path w="2178050" h="411479">
                <a:moveTo>
                  <a:pt x="1290828" y="51816"/>
                </a:moveTo>
                <a:lnTo>
                  <a:pt x="1254252" y="15240"/>
                </a:lnTo>
                <a:lnTo>
                  <a:pt x="1228344" y="41148"/>
                </a:lnTo>
                <a:lnTo>
                  <a:pt x="1121664" y="41148"/>
                </a:lnTo>
                <a:lnTo>
                  <a:pt x="1121664" y="51816"/>
                </a:lnTo>
                <a:lnTo>
                  <a:pt x="1121664" y="132588"/>
                </a:lnTo>
                <a:lnTo>
                  <a:pt x="1045464" y="132588"/>
                </a:lnTo>
                <a:lnTo>
                  <a:pt x="1045464" y="51816"/>
                </a:lnTo>
                <a:lnTo>
                  <a:pt x="1121664" y="51816"/>
                </a:lnTo>
                <a:lnTo>
                  <a:pt x="1121664" y="41148"/>
                </a:lnTo>
                <a:lnTo>
                  <a:pt x="885444" y="41148"/>
                </a:lnTo>
                <a:lnTo>
                  <a:pt x="900684" y="56388"/>
                </a:lnTo>
                <a:lnTo>
                  <a:pt x="910983" y="54394"/>
                </a:lnTo>
                <a:lnTo>
                  <a:pt x="921448" y="52959"/>
                </a:lnTo>
                <a:lnTo>
                  <a:pt x="932180" y="52108"/>
                </a:lnTo>
                <a:lnTo>
                  <a:pt x="943356" y="51816"/>
                </a:lnTo>
                <a:lnTo>
                  <a:pt x="1021080" y="51816"/>
                </a:lnTo>
                <a:lnTo>
                  <a:pt x="1021080" y="132588"/>
                </a:lnTo>
                <a:lnTo>
                  <a:pt x="949452" y="132588"/>
                </a:lnTo>
                <a:lnTo>
                  <a:pt x="923544" y="118872"/>
                </a:lnTo>
                <a:lnTo>
                  <a:pt x="924394" y="138684"/>
                </a:lnTo>
                <a:lnTo>
                  <a:pt x="924483" y="143256"/>
                </a:lnTo>
                <a:lnTo>
                  <a:pt x="924877" y="168783"/>
                </a:lnTo>
                <a:lnTo>
                  <a:pt x="924991" y="197002"/>
                </a:lnTo>
                <a:lnTo>
                  <a:pt x="924877" y="343471"/>
                </a:lnTo>
                <a:lnTo>
                  <a:pt x="924420" y="379653"/>
                </a:lnTo>
                <a:lnTo>
                  <a:pt x="923544" y="409956"/>
                </a:lnTo>
                <a:lnTo>
                  <a:pt x="949452" y="396240"/>
                </a:lnTo>
                <a:lnTo>
                  <a:pt x="949452" y="143256"/>
                </a:lnTo>
                <a:lnTo>
                  <a:pt x="1021080" y="143256"/>
                </a:lnTo>
                <a:lnTo>
                  <a:pt x="1016190" y="193535"/>
                </a:lnTo>
                <a:lnTo>
                  <a:pt x="1003744" y="239077"/>
                </a:lnTo>
                <a:lnTo>
                  <a:pt x="983564" y="279781"/>
                </a:lnTo>
                <a:lnTo>
                  <a:pt x="955548" y="315468"/>
                </a:lnTo>
                <a:lnTo>
                  <a:pt x="958596" y="321564"/>
                </a:lnTo>
                <a:lnTo>
                  <a:pt x="985761" y="297014"/>
                </a:lnTo>
                <a:lnTo>
                  <a:pt x="1007935" y="269176"/>
                </a:lnTo>
                <a:lnTo>
                  <a:pt x="1025245" y="238201"/>
                </a:lnTo>
                <a:lnTo>
                  <a:pt x="1037844" y="204216"/>
                </a:lnTo>
                <a:lnTo>
                  <a:pt x="1045273" y="214553"/>
                </a:lnTo>
                <a:lnTo>
                  <a:pt x="1051560" y="225171"/>
                </a:lnTo>
                <a:lnTo>
                  <a:pt x="1056703" y="236372"/>
                </a:lnTo>
                <a:lnTo>
                  <a:pt x="1060704" y="248412"/>
                </a:lnTo>
                <a:lnTo>
                  <a:pt x="1065276" y="259080"/>
                </a:lnTo>
                <a:lnTo>
                  <a:pt x="1068324" y="265176"/>
                </a:lnTo>
                <a:lnTo>
                  <a:pt x="1074420" y="265176"/>
                </a:lnTo>
                <a:lnTo>
                  <a:pt x="1077468" y="262128"/>
                </a:lnTo>
                <a:lnTo>
                  <a:pt x="1080516" y="257556"/>
                </a:lnTo>
                <a:lnTo>
                  <a:pt x="1085088" y="252984"/>
                </a:lnTo>
                <a:lnTo>
                  <a:pt x="1058265" y="207695"/>
                </a:lnTo>
                <a:lnTo>
                  <a:pt x="1052817" y="204216"/>
                </a:lnTo>
                <a:lnTo>
                  <a:pt x="1040892" y="196596"/>
                </a:lnTo>
                <a:lnTo>
                  <a:pt x="1042035" y="182270"/>
                </a:lnTo>
                <a:lnTo>
                  <a:pt x="1043178" y="168783"/>
                </a:lnTo>
                <a:lnTo>
                  <a:pt x="1045464" y="143256"/>
                </a:lnTo>
                <a:lnTo>
                  <a:pt x="1121664" y="143256"/>
                </a:lnTo>
                <a:lnTo>
                  <a:pt x="1118514" y="197002"/>
                </a:lnTo>
                <a:lnTo>
                  <a:pt x="1104519" y="246316"/>
                </a:lnTo>
                <a:lnTo>
                  <a:pt x="1079652" y="291350"/>
                </a:lnTo>
                <a:lnTo>
                  <a:pt x="1043940" y="332232"/>
                </a:lnTo>
                <a:lnTo>
                  <a:pt x="1046988" y="336804"/>
                </a:lnTo>
                <a:lnTo>
                  <a:pt x="1078420" y="311594"/>
                </a:lnTo>
                <a:lnTo>
                  <a:pt x="1104138" y="283654"/>
                </a:lnTo>
                <a:lnTo>
                  <a:pt x="1124140" y="252590"/>
                </a:lnTo>
                <a:lnTo>
                  <a:pt x="1138428" y="217932"/>
                </a:lnTo>
                <a:lnTo>
                  <a:pt x="1153261" y="232778"/>
                </a:lnTo>
                <a:lnTo>
                  <a:pt x="1165669" y="247459"/>
                </a:lnTo>
                <a:lnTo>
                  <a:pt x="1175499" y="261874"/>
                </a:lnTo>
                <a:lnTo>
                  <a:pt x="1182624" y="275844"/>
                </a:lnTo>
                <a:lnTo>
                  <a:pt x="1187196" y="288036"/>
                </a:lnTo>
                <a:lnTo>
                  <a:pt x="1191768" y="295656"/>
                </a:lnTo>
                <a:lnTo>
                  <a:pt x="1196340" y="295656"/>
                </a:lnTo>
                <a:lnTo>
                  <a:pt x="1197864" y="291084"/>
                </a:lnTo>
                <a:lnTo>
                  <a:pt x="1202436" y="284988"/>
                </a:lnTo>
                <a:lnTo>
                  <a:pt x="1205484" y="278892"/>
                </a:lnTo>
                <a:lnTo>
                  <a:pt x="1207008" y="272796"/>
                </a:lnTo>
                <a:lnTo>
                  <a:pt x="1206931" y="261874"/>
                </a:lnTo>
                <a:lnTo>
                  <a:pt x="1165999" y="223799"/>
                </a:lnTo>
                <a:lnTo>
                  <a:pt x="1139952" y="210312"/>
                </a:lnTo>
                <a:lnTo>
                  <a:pt x="1142187" y="195986"/>
                </a:lnTo>
                <a:lnTo>
                  <a:pt x="1144143" y="180213"/>
                </a:lnTo>
                <a:lnTo>
                  <a:pt x="1145514" y="162737"/>
                </a:lnTo>
                <a:lnTo>
                  <a:pt x="1146048" y="143256"/>
                </a:lnTo>
                <a:lnTo>
                  <a:pt x="1222248" y="143256"/>
                </a:lnTo>
                <a:lnTo>
                  <a:pt x="1222248" y="339852"/>
                </a:lnTo>
                <a:lnTo>
                  <a:pt x="1221359" y="350761"/>
                </a:lnTo>
                <a:lnTo>
                  <a:pt x="1218628" y="358521"/>
                </a:lnTo>
                <a:lnTo>
                  <a:pt x="1213878" y="363435"/>
                </a:lnTo>
                <a:lnTo>
                  <a:pt x="1207008" y="365760"/>
                </a:lnTo>
                <a:lnTo>
                  <a:pt x="1197546" y="365455"/>
                </a:lnTo>
                <a:lnTo>
                  <a:pt x="1185100" y="364426"/>
                </a:lnTo>
                <a:lnTo>
                  <a:pt x="1169492" y="362546"/>
                </a:lnTo>
                <a:lnTo>
                  <a:pt x="1150620" y="359664"/>
                </a:lnTo>
                <a:lnTo>
                  <a:pt x="1150620" y="368808"/>
                </a:lnTo>
                <a:lnTo>
                  <a:pt x="1174877" y="376262"/>
                </a:lnTo>
                <a:lnTo>
                  <a:pt x="1192720" y="385000"/>
                </a:lnTo>
                <a:lnTo>
                  <a:pt x="1203972" y="395173"/>
                </a:lnTo>
                <a:lnTo>
                  <a:pt x="1208532" y="406908"/>
                </a:lnTo>
                <a:lnTo>
                  <a:pt x="1225410" y="397789"/>
                </a:lnTo>
                <a:lnTo>
                  <a:pt x="1237297" y="386524"/>
                </a:lnTo>
                <a:lnTo>
                  <a:pt x="1244320" y="373265"/>
                </a:lnTo>
                <a:lnTo>
                  <a:pt x="1245463" y="365760"/>
                </a:lnTo>
                <a:lnTo>
                  <a:pt x="1246568" y="358521"/>
                </a:lnTo>
                <a:lnTo>
                  <a:pt x="1246632" y="149352"/>
                </a:lnTo>
                <a:lnTo>
                  <a:pt x="1256207" y="143256"/>
                </a:lnTo>
                <a:lnTo>
                  <a:pt x="1263396" y="138684"/>
                </a:lnTo>
                <a:lnTo>
                  <a:pt x="1255268" y="132588"/>
                </a:lnTo>
                <a:lnTo>
                  <a:pt x="1232916" y="115824"/>
                </a:lnTo>
                <a:lnTo>
                  <a:pt x="1219200" y="132588"/>
                </a:lnTo>
                <a:lnTo>
                  <a:pt x="1146048" y="132588"/>
                </a:lnTo>
                <a:lnTo>
                  <a:pt x="1146048" y="51816"/>
                </a:lnTo>
                <a:lnTo>
                  <a:pt x="1290828" y="51816"/>
                </a:lnTo>
                <a:close/>
              </a:path>
              <a:path w="2178050" h="411479">
                <a:moveTo>
                  <a:pt x="1559052" y="147828"/>
                </a:moveTo>
                <a:lnTo>
                  <a:pt x="1517904" y="124968"/>
                </a:lnTo>
                <a:lnTo>
                  <a:pt x="1518132" y="145859"/>
                </a:lnTo>
                <a:lnTo>
                  <a:pt x="1519186" y="183057"/>
                </a:lnTo>
                <a:lnTo>
                  <a:pt x="1519301" y="191262"/>
                </a:lnTo>
                <a:lnTo>
                  <a:pt x="1519186" y="330479"/>
                </a:lnTo>
                <a:lnTo>
                  <a:pt x="1518666" y="352425"/>
                </a:lnTo>
                <a:lnTo>
                  <a:pt x="1518132" y="379526"/>
                </a:lnTo>
                <a:lnTo>
                  <a:pt x="1517904" y="411480"/>
                </a:lnTo>
                <a:lnTo>
                  <a:pt x="1546860" y="394716"/>
                </a:lnTo>
                <a:lnTo>
                  <a:pt x="1545971" y="377888"/>
                </a:lnTo>
                <a:lnTo>
                  <a:pt x="1545526" y="361759"/>
                </a:lnTo>
                <a:lnTo>
                  <a:pt x="1545412" y="352425"/>
                </a:lnTo>
                <a:lnTo>
                  <a:pt x="1545336" y="156972"/>
                </a:lnTo>
                <a:lnTo>
                  <a:pt x="1559052" y="147828"/>
                </a:lnTo>
                <a:close/>
              </a:path>
              <a:path w="2178050" h="411479">
                <a:moveTo>
                  <a:pt x="1735836" y="179832"/>
                </a:moveTo>
                <a:lnTo>
                  <a:pt x="1688211" y="165925"/>
                </a:lnTo>
                <a:lnTo>
                  <a:pt x="1638300" y="137160"/>
                </a:lnTo>
                <a:lnTo>
                  <a:pt x="1587627" y="92964"/>
                </a:lnTo>
                <a:lnTo>
                  <a:pt x="1546923" y="41148"/>
                </a:lnTo>
                <a:lnTo>
                  <a:pt x="1539240" y="30480"/>
                </a:lnTo>
                <a:lnTo>
                  <a:pt x="1556004" y="19812"/>
                </a:lnTo>
                <a:lnTo>
                  <a:pt x="1519428" y="0"/>
                </a:lnTo>
                <a:lnTo>
                  <a:pt x="1508302" y="27127"/>
                </a:lnTo>
                <a:lnTo>
                  <a:pt x="1493329" y="55816"/>
                </a:lnTo>
                <a:lnTo>
                  <a:pt x="1452372" y="117348"/>
                </a:lnTo>
                <a:lnTo>
                  <a:pt x="1425765" y="147637"/>
                </a:lnTo>
                <a:lnTo>
                  <a:pt x="1396174" y="174498"/>
                </a:lnTo>
                <a:lnTo>
                  <a:pt x="1363421" y="197929"/>
                </a:lnTo>
                <a:lnTo>
                  <a:pt x="1327404" y="217932"/>
                </a:lnTo>
                <a:lnTo>
                  <a:pt x="1328928" y="225552"/>
                </a:lnTo>
                <a:lnTo>
                  <a:pt x="1364665" y="208978"/>
                </a:lnTo>
                <a:lnTo>
                  <a:pt x="1424724" y="172402"/>
                </a:lnTo>
                <a:lnTo>
                  <a:pt x="1471866" y="129882"/>
                </a:lnTo>
                <a:lnTo>
                  <a:pt x="1514678" y="73964"/>
                </a:lnTo>
                <a:lnTo>
                  <a:pt x="1534668" y="41148"/>
                </a:lnTo>
                <a:lnTo>
                  <a:pt x="1552956" y="71678"/>
                </a:lnTo>
                <a:lnTo>
                  <a:pt x="1589532" y="123024"/>
                </a:lnTo>
                <a:lnTo>
                  <a:pt x="1626984" y="162102"/>
                </a:lnTo>
                <a:lnTo>
                  <a:pt x="1671040" y="195770"/>
                </a:lnTo>
                <a:lnTo>
                  <a:pt x="1696212" y="210312"/>
                </a:lnTo>
                <a:lnTo>
                  <a:pt x="1703044" y="201168"/>
                </a:lnTo>
                <a:lnTo>
                  <a:pt x="1712023" y="194310"/>
                </a:lnTo>
                <a:lnTo>
                  <a:pt x="1722996" y="189738"/>
                </a:lnTo>
                <a:lnTo>
                  <a:pt x="1735836" y="187452"/>
                </a:lnTo>
                <a:lnTo>
                  <a:pt x="1735836" y="179832"/>
                </a:lnTo>
                <a:close/>
              </a:path>
              <a:path w="2178050" h="411479">
                <a:moveTo>
                  <a:pt x="2129015" y="169164"/>
                </a:moveTo>
                <a:lnTo>
                  <a:pt x="2103107" y="144780"/>
                </a:lnTo>
                <a:lnTo>
                  <a:pt x="2084819" y="164592"/>
                </a:lnTo>
                <a:lnTo>
                  <a:pt x="1808975" y="164592"/>
                </a:lnTo>
                <a:lnTo>
                  <a:pt x="1825739" y="179832"/>
                </a:lnTo>
                <a:lnTo>
                  <a:pt x="1835175" y="177838"/>
                </a:lnTo>
                <a:lnTo>
                  <a:pt x="1845170" y="176403"/>
                </a:lnTo>
                <a:lnTo>
                  <a:pt x="1855749" y="175552"/>
                </a:lnTo>
                <a:lnTo>
                  <a:pt x="1866887" y="175260"/>
                </a:lnTo>
                <a:lnTo>
                  <a:pt x="1943087" y="175260"/>
                </a:lnTo>
                <a:lnTo>
                  <a:pt x="1943061" y="352285"/>
                </a:lnTo>
                <a:lnTo>
                  <a:pt x="1942896" y="370713"/>
                </a:lnTo>
                <a:lnTo>
                  <a:pt x="1942452" y="389915"/>
                </a:lnTo>
                <a:lnTo>
                  <a:pt x="1941563" y="409968"/>
                </a:lnTo>
                <a:lnTo>
                  <a:pt x="1968995" y="394716"/>
                </a:lnTo>
                <a:lnTo>
                  <a:pt x="1968766" y="380961"/>
                </a:lnTo>
                <a:lnTo>
                  <a:pt x="1967712" y="352285"/>
                </a:lnTo>
                <a:lnTo>
                  <a:pt x="1967534" y="340423"/>
                </a:lnTo>
                <a:lnTo>
                  <a:pt x="1967471" y="175260"/>
                </a:lnTo>
                <a:lnTo>
                  <a:pt x="2089391" y="175260"/>
                </a:lnTo>
                <a:lnTo>
                  <a:pt x="2089327" y="304876"/>
                </a:lnTo>
                <a:lnTo>
                  <a:pt x="2011667" y="301752"/>
                </a:lnTo>
                <a:lnTo>
                  <a:pt x="2011667" y="310896"/>
                </a:lnTo>
                <a:lnTo>
                  <a:pt x="2036508" y="316877"/>
                </a:lnTo>
                <a:lnTo>
                  <a:pt x="2056053" y="325564"/>
                </a:lnTo>
                <a:lnTo>
                  <a:pt x="2070150" y="336804"/>
                </a:lnTo>
                <a:lnTo>
                  <a:pt x="2078723" y="350520"/>
                </a:lnTo>
                <a:lnTo>
                  <a:pt x="2089277" y="345694"/>
                </a:lnTo>
                <a:lnTo>
                  <a:pt x="2114918" y="310896"/>
                </a:lnTo>
                <a:lnTo>
                  <a:pt x="2115299" y="181356"/>
                </a:lnTo>
                <a:lnTo>
                  <a:pt x="2122157" y="175260"/>
                </a:lnTo>
                <a:lnTo>
                  <a:pt x="2129015" y="169164"/>
                </a:lnTo>
                <a:close/>
              </a:path>
              <a:path w="2178050" h="411479">
                <a:moveTo>
                  <a:pt x="2177783" y="88392"/>
                </a:moveTo>
                <a:lnTo>
                  <a:pt x="2141207" y="50292"/>
                </a:lnTo>
                <a:lnTo>
                  <a:pt x="2110727" y="77724"/>
                </a:lnTo>
                <a:lnTo>
                  <a:pt x="2055863" y="77724"/>
                </a:lnTo>
                <a:lnTo>
                  <a:pt x="2055863" y="39624"/>
                </a:lnTo>
                <a:lnTo>
                  <a:pt x="2072627" y="28956"/>
                </a:lnTo>
                <a:lnTo>
                  <a:pt x="2029955" y="7620"/>
                </a:lnTo>
                <a:lnTo>
                  <a:pt x="2030844" y="23939"/>
                </a:lnTo>
                <a:lnTo>
                  <a:pt x="2031263" y="39624"/>
                </a:lnTo>
                <a:lnTo>
                  <a:pt x="2031377" y="50292"/>
                </a:lnTo>
                <a:lnTo>
                  <a:pt x="2031479" y="77724"/>
                </a:lnTo>
                <a:lnTo>
                  <a:pt x="1932419" y="77724"/>
                </a:lnTo>
                <a:lnTo>
                  <a:pt x="1932419" y="41148"/>
                </a:lnTo>
                <a:lnTo>
                  <a:pt x="1946135" y="28956"/>
                </a:lnTo>
                <a:lnTo>
                  <a:pt x="1906511" y="9144"/>
                </a:lnTo>
                <a:lnTo>
                  <a:pt x="1907374" y="23939"/>
                </a:lnTo>
                <a:lnTo>
                  <a:pt x="1907819" y="39624"/>
                </a:lnTo>
                <a:lnTo>
                  <a:pt x="1907946" y="50292"/>
                </a:lnTo>
                <a:lnTo>
                  <a:pt x="1908035" y="77724"/>
                </a:lnTo>
                <a:lnTo>
                  <a:pt x="1772399" y="77724"/>
                </a:lnTo>
                <a:lnTo>
                  <a:pt x="1789163" y="92964"/>
                </a:lnTo>
                <a:lnTo>
                  <a:pt x="1798599" y="90970"/>
                </a:lnTo>
                <a:lnTo>
                  <a:pt x="1808594" y="89535"/>
                </a:lnTo>
                <a:lnTo>
                  <a:pt x="1819173" y="88684"/>
                </a:lnTo>
                <a:lnTo>
                  <a:pt x="1830311" y="88392"/>
                </a:lnTo>
                <a:lnTo>
                  <a:pt x="1908035" y="88392"/>
                </a:lnTo>
                <a:lnTo>
                  <a:pt x="1907933" y="110871"/>
                </a:lnTo>
                <a:lnTo>
                  <a:pt x="1907844" y="118300"/>
                </a:lnTo>
                <a:lnTo>
                  <a:pt x="1907400" y="133616"/>
                </a:lnTo>
                <a:lnTo>
                  <a:pt x="1906511" y="149352"/>
                </a:lnTo>
                <a:lnTo>
                  <a:pt x="1932419" y="135636"/>
                </a:lnTo>
                <a:lnTo>
                  <a:pt x="1932419" y="88392"/>
                </a:lnTo>
                <a:lnTo>
                  <a:pt x="2031479" y="88392"/>
                </a:lnTo>
                <a:lnTo>
                  <a:pt x="2031479" y="143268"/>
                </a:lnTo>
                <a:lnTo>
                  <a:pt x="2058911" y="131064"/>
                </a:lnTo>
                <a:lnTo>
                  <a:pt x="2057793" y="121399"/>
                </a:lnTo>
                <a:lnTo>
                  <a:pt x="2056815" y="110871"/>
                </a:lnTo>
                <a:lnTo>
                  <a:pt x="2056130" y="99783"/>
                </a:lnTo>
                <a:lnTo>
                  <a:pt x="2055863" y="88392"/>
                </a:lnTo>
                <a:lnTo>
                  <a:pt x="2177783" y="8839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" name="object 33"/>
          <p:cNvSpPr/>
          <p:nvPr/>
        </p:nvSpPr>
        <p:spPr>
          <a:xfrm>
            <a:off x="8663940" y="3006852"/>
            <a:ext cx="365760" cy="398145"/>
          </a:xfrm>
          <a:custGeom>
            <a:avLst/>
            <a:gdLst/>
            <a:ahLst/>
            <a:cxnLst/>
            <a:rect l="l" t="t" r="r" b="b"/>
            <a:pathLst>
              <a:path w="365759" h="398145">
                <a:moveTo>
                  <a:pt x="190500" y="150875"/>
                </a:moveTo>
                <a:lnTo>
                  <a:pt x="166116" y="150875"/>
                </a:lnTo>
                <a:lnTo>
                  <a:pt x="165877" y="97726"/>
                </a:lnTo>
                <a:lnTo>
                  <a:pt x="165354" y="54863"/>
                </a:lnTo>
                <a:lnTo>
                  <a:pt x="164830" y="22288"/>
                </a:lnTo>
                <a:lnTo>
                  <a:pt x="164592" y="0"/>
                </a:lnTo>
                <a:lnTo>
                  <a:pt x="204216" y="15239"/>
                </a:lnTo>
                <a:lnTo>
                  <a:pt x="190500" y="28955"/>
                </a:lnTo>
                <a:lnTo>
                  <a:pt x="190500" y="71627"/>
                </a:lnTo>
                <a:lnTo>
                  <a:pt x="347907" y="71627"/>
                </a:lnTo>
                <a:lnTo>
                  <a:pt x="356616" y="80771"/>
                </a:lnTo>
                <a:lnTo>
                  <a:pt x="190500" y="80771"/>
                </a:lnTo>
                <a:lnTo>
                  <a:pt x="190500" y="150875"/>
                </a:lnTo>
                <a:close/>
              </a:path>
              <a:path w="365759" h="398145">
                <a:moveTo>
                  <a:pt x="347907" y="71627"/>
                </a:moveTo>
                <a:lnTo>
                  <a:pt x="303276" y="71627"/>
                </a:lnTo>
                <a:lnTo>
                  <a:pt x="326136" y="48767"/>
                </a:lnTo>
                <a:lnTo>
                  <a:pt x="347907" y="71627"/>
                </a:lnTo>
                <a:close/>
              </a:path>
              <a:path w="365759" h="398145">
                <a:moveTo>
                  <a:pt x="312420" y="150875"/>
                </a:moveTo>
                <a:lnTo>
                  <a:pt x="278892" y="150875"/>
                </a:lnTo>
                <a:lnTo>
                  <a:pt x="295656" y="134111"/>
                </a:lnTo>
                <a:lnTo>
                  <a:pt x="312420" y="150875"/>
                </a:lnTo>
                <a:close/>
              </a:path>
              <a:path w="365759" h="398145">
                <a:moveTo>
                  <a:pt x="62484" y="298703"/>
                </a:moveTo>
                <a:lnTo>
                  <a:pt x="63603" y="280130"/>
                </a:lnTo>
                <a:lnTo>
                  <a:pt x="64579" y="260984"/>
                </a:lnTo>
                <a:lnTo>
                  <a:pt x="65273" y="240982"/>
                </a:lnTo>
                <a:lnTo>
                  <a:pt x="65532" y="220979"/>
                </a:lnTo>
                <a:lnTo>
                  <a:pt x="65270" y="200167"/>
                </a:lnTo>
                <a:lnTo>
                  <a:pt x="64579" y="179069"/>
                </a:lnTo>
                <a:lnTo>
                  <a:pt x="63603" y="157972"/>
                </a:lnTo>
                <a:lnTo>
                  <a:pt x="62484" y="137159"/>
                </a:lnTo>
                <a:lnTo>
                  <a:pt x="91440" y="150875"/>
                </a:lnTo>
                <a:lnTo>
                  <a:pt x="312420" y="150875"/>
                </a:lnTo>
                <a:lnTo>
                  <a:pt x="321564" y="160019"/>
                </a:lnTo>
                <a:lnTo>
                  <a:pt x="319659" y="161543"/>
                </a:lnTo>
                <a:lnTo>
                  <a:pt x="91440" y="161543"/>
                </a:lnTo>
                <a:lnTo>
                  <a:pt x="91440" y="257555"/>
                </a:lnTo>
                <a:lnTo>
                  <a:pt x="307441" y="257555"/>
                </a:lnTo>
                <a:lnTo>
                  <a:pt x="307609" y="265437"/>
                </a:lnTo>
                <a:lnTo>
                  <a:pt x="307646" y="268223"/>
                </a:lnTo>
                <a:lnTo>
                  <a:pt x="91440" y="268223"/>
                </a:lnTo>
                <a:lnTo>
                  <a:pt x="91440" y="288035"/>
                </a:lnTo>
                <a:lnTo>
                  <a:pt x="62484" y="298703"/>
                </a:lnTo>
                <a:close/>
              </a:path>
              <a:path w="365759" h="398145">
                <a:moveTo>
                  <a:pt x="307441" y="257555"/>
                </a:moveTo>
                <a:lnTo>
                  <a:pt x="281940" y="257555"/>
                </a:lnTo>
                <a:lnTo>
                  <a:pt x="281940" y="161543"/>
                </a:lnTo>
                <a:lnTo>
                  <a:pt x="319659" y="161543"/>
                </a:lnTo>
                <a:lnTo>
                  <a:pt x="306323" y="172211"/>
                </a:lnTo>
                <a:lnTo>
                  <a:pt x="306562" y="209954"/>
                </a:lnTo>
                <a:lnTo>
                  <a:pt x="307092" y="241268"/>
                </a:lnTo>
                <a:lnTo>
                  <a:pt x="307441" y="257555"/>
                </a:lnTo>
                <a:close/>
              </a:path>
              <a:path w="365759" h="398145">
                <a:moveTo>
                  <a:pt x="281940" y="294131"/>
                </a:moveTo>
                <a:lnTo>
                  <a:pt x="281940" y="268223"/>
                </a:lnTo>
                <a:lnTo>
                  <a:pt x="307646" y="268223"/>
                </a:lnTo>
                <a:lnTo>
                  <a:pt x="307847" y="283463"/>
                </a:lnTo>
                <a:lnTo>
                  <a:pt x="281940" y="294131"/>
                </a:lnTo>
                <a:close/>
              </a:path>
              <a:path w="365759" h="398145">
                <a:moveTo>
                  <a:pt x="25908" y="397763"/>
                </a:moveTo>
                <a:lnTo>
                  <a:pt x="16764" y="397763"/>
                </a:lnTo>
                <a:lnTo>
                  <a:pt x="12192" y="396239"/>
                </a:lnTo>
                <a:lnTo>
                  <a:pt x="7620" y="393192"/>
                </a:lnTo>
                <a:lnTo>
                  <a:pt x="3048" y="391668"/>
                </a:lnTo>
                <a:lnTo>
                  <a:pt x="0" y="387096"/>
                </a:lnTo>
                <a:lnTo>
                  <a:pt x="0" y="381000"/>
                </a:lnTo>
                <a:lnTo>
                  <a:pt x="3048" y="376427"/>
                </a:lnTo>
                <a:lnTo>
                  <a:pt x="9144" y="371856"/>
                </a:lnTo>
                <a:lnTo>
                  <a:pt x="16573" y="366141"/>
                </a:lnTo>
                <a:lnTo>
                  <a:pt x="22860" y="360426"/>
                </a:lnTo>
                <a:lnTo>
                  <a:pt x="28003" y="354711"/>
                </a:lnTo>
                <a:lnTo>
                  <a:pt x="32004" y="348996"/>
                </a:lnTo>
                <a:lnTo>
                  <a:pt x="36861" y="342995"/>
                </a:lnTo>
                <a:lnTo>
                  <a:pt x="42291" y="334137"/>
                </a:lnTo>
                <a:lnTo>
                  <a:pt x="48291" y="322421"/>
                </a:lnTo>
                <a:lnTo>
                  <a:pt x="54864" y="307847"/>
                </a:lnTo>
                <a:lnTo>
                  <a:pt x="60960" y="307847"/>
                </a:lnTo>
                <a:lnTo>
                  <a:pt x="50863" y="361759"/>
                </a:lnTo>
                <a:lnTo>
                  <a:pt x="32004" y="394716"/>
                </a:lnTo>
                <a:lnTo>
                  <a:pt x="25908" y="397763"/>
                </a:lnTo>
                <a:close/>
              </a:path>
              <a:path w="365759" h="398145">
                <a:moveTo>
                  <a:pt x="147828" y="394716"/>
                </a:moveTo>
                <a:lnTo>
                  <a:pt x="141732" y="394716"/>
                </a:lnTo>
                <a:lnTo>
                  <a:pt x="138684" y="388620"/>
                </a:lnTo>
                <a:lnTo>
                  <a:pt x="138684" y="377951"/>
                </a:lnTo>
                <a:lnTo>
                  <a:pt x="135540" y="363926"/>
                </a:lnTo>
                <a:lnTo>
                  <a:pt x="130683" y="349186"/>
                </a:lnTo>
                <a:lnTo>
                  <a:pt x="124110" y="333589"/>
                </a:lnTo>
                <a:lnTo>
                  <a:pt x="115824" y="316991"/>
                </a:lnTo>
                <a:lnTo>
                  <a:pt x="118872" y="310895"/>
                </a:lnTo>
                <a:lnTo>
                  <a:pt x="155733" y="343685"/>
                </a:lnTo>
                <a:lnTo>
                  <a:pt x="164592" y="362712"/>
                </a:lnTo>
                <a:lnTo>
                  <a:pt x="164592" y="374904"/>
                </a:lnTo>
                <a:lnTo>
                  <a:pt x="161544" y="381000"/>
                </a:lnTo>
                <a:lnTo>
                  <a:pt x="147828" y="394716"/>
                </a:lnTo>
                <a:close/>
              </a:path>
              <a:path w="365759" h="398145">
                <a:moveTo>
                  <a:pt x="243840" y="393192"/>
                </a:moveTo>
                <a:lnTo>
                  <a:pt x="237744" y="393192"/>
                </a:lnTo>
                <a:lnTo>
                  <a:pt x="234696" y="385572"/>
                </a:lnTo>
                <a:lnTo>
                  <a:pt x="231648" y="371856"/>
                </a:lnTo>
                <a:lnTo>
                  <a:pt x="228480" y="357235"/>
                </a:lnTo>
                <a:lnTo>
                  <a:pt x="223456" y="342900"/>
                </a:lnTo>
                <a:lnTo>
                  <a:pt x="216431" y="328564"/>
                </a:lnTo>
                <a:lnTo>
                  <a:pt x="207264" y="313943"/>
                </a:lnTo>
                <a:lnTo>
                  <a:pt x="210312" y="309371"/>
                </a:lnTo>
                <a:lnTo>
                  <a:pt x="246316" y="340018"/>
                </a:lnTo>
                <a:lnTo>
                  <a:pt x="259080" y="362712"/>
                </a:lnTo>
                <a:lnTo>
                  <a:pt x="259080" y="371856"/>
                </a:lnTo>
                <a:lnTo>
                  <a:pt x="257556" y="377951"/>
                </a:lnTo>
                <a:lnTo>
                  <a:pt x="251459" y="384048"/>
                </a:lnTo>
                <a:lnTo>
                  <a:pt x="246888" y="390144"/>
                </a:lnTo>
                <a:lnTo>
                  <a:pt x="243840" y="393192"/>
                </a:lnTo>
                <a:close/>
              </a:path>
              <a:path w="365759" h="398145">
                <a:moveTo>
                  <a:pt x="352044" y="397763"/>
                </a:moveTo>
                <a:lnTo>
                  <a:pt x="345948" y="397763"/>
                </a:lnTo>
                <a:lnTo>
                  <a:pt x="341376" y="391668"/>
                </a:lnTo>
                <a:lnTo>
                  <a:pt x="338328" y="377951"/>
                </a:lnTo>
                <a:lnTo>
                  <a:pt x="332613" y="362521"/>
                </a:lnTo>
                <a:lnTo>
                  <a:pt x="324612" y="345947"/>
                </a:lnTo>
                <a:lnTo>
                  <a:pt x="314325" y="328231"/>
                </a:lnTo>
                <a:lnTo>
                  <a:pt x="301752" y="309371"/>
                </a:lnTo>
                <a:lnTo>
                  <a:pt x="304800" y="304799"/>
                </a:lnTo>
                <a:lnTo>
                  <a:pt x="344662" y="336518"/>
                </a:lnTo>
                <a:lnTo>
                  <a:pt x="365760" y="371856"/>
                </a:lnTo>
                <a:lnTo>
                  <a:pt x="365760" y="377951"/>
                </a:lnTo>
                <a:lnTo>
                  <a:pt x="364236" y="384048"/>
                </a:lnTo>
                <a:lnTo>
                  <a:pt x="353568" y="394716"/>
                </a:lnTo>
                <a:lnTo>
                  <a:pt x="352044" y="39776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" name="object 34"/>
          <p:cNvSpPr/>
          <p:nvPr/>
        </p:nvSpPr>
        <p:spPr>
          <a:xfrm>
            <a:off x="9098280" y="3008376"/>
            <a:ext cx="382905" cy="402590"/>
          </a:xfrm>
          <a:custGeom>
            <a:avLst/>
            <a:gdLst/>
            <a:ahLst/>
            <a:cxnLst/>
            <a:rect l="l" t="t" r="r" b="b"/>
            <a:pathLst>
              <a:path w="382904" h="402589">
                <a:moveTo>
                  <a:pt x="105156" y="213359"/>
                </a:moveTo>
                <a:lnTo>
                  <a:pt x="77724" y="193547"/>
                </a:lnTo>
                <a:lnTo>
                  <a:pt x="91440" y="181355"/>
                </a:lnTo>
                <a:lnTo>
                  <a:pt x="97019" y="94488"/>
                </a:lnTo>
                <a:lnTo>
                  <a:pt x="98512" y="68413"/>
                </a:lnTo>
                <a:lnTo>
                  <a:pt x="99060" y="51815"/>
                </a:lnTo>
                <a:lnTo>
                  <a:pt x="99941" y="40076"/>
                </a:lnTo>
                <a:lnTo>
                  <a:pt x="100393" y="27622"/>
                </a:lnTo>
                <a:lnTo>
                  <a:pt x="100491" y="19812"/>
                </a:lnTo>
                <a:lnTo>
                  <a:pt x="100584" y="0"/>
                </a:lnTo>
                <a:lnTo>
                  <a:pt x="140208" y="19812"/>
                </a:lnTo>
                <a:lnTo>
                  <a:pt x="126492" y="28955"/>
                </a:lnTo>
                <a:lnTo>
                  <a:pt x="123444" y="94488"/>
                </a:lnTo>
                <a:lnTo>
                  <a:pt x="372944" y="94488"/>
                </a:lnTo>
                <a:lnTo>
                  <a:pt x="382524" y="103631"/>
                </a:lnTo>
                <a:lnTo>
                  <a:pt x="123444" y="103631"/>
                </a:lnTo>
                <a:lnTo>
                  <a:pt x="117348" y="185927"/>
                </a:lnTo>
                <a:lnTo>
                  <a:pt x="365252" y="185927"/>
                </a:lnTo>
                <a:lnTo>
                  <a:pt x="367284" y="187451"/>
                </a:lnTo>
                <a:lnTo>
                  <a:pt x="357124" y="196595"/>
                </a:lnTo>
                <a:lnTo>
                  <a:pt x="118872" y="196595"/>
                </a:lnTo>
                <a:lnTo>
                  <a:pt x="105156" y="213359"/>
                </a:lnTo>
                <a:close/>
              </a:path>
              <a:path w="382904" h="402589">
                <a:moveTo>
                  <a:pt x="372944" y="94488"/>
                </a:moveTo>
                <a:lnTo>
                  <a:pt x="326136" y="94488"/>
                </a:lnTo>
                <a:lnTo>
                  <a:pt x="348996" y="71627"/>
                </a:lnTo>
                <a:lnTo>
                  <a:pt x="372944" y="94488"/>
                </a:lnTo>
                <a:close/>
              </a:path>
              <a:path w="382904" h="402589">
                <a:moveTo>
                  <a:pt x="365252" y="185927"/>
                </a:moveTo>
                <a:lnTo>
                  <a:pt x="323087" y="185927"/>
                </a:lnTo>
                <a:lnTo>
                  <a:pt x="336804" y="164591"/>
                </a:lnTo>
                <a:lnTo>
                  <a:pt x="365252" y="185927"/>
                </a:lnTo>
                <a:close/>
              </a:path>
              <a:path w="382904" h="402589">
                <a:moveTo>
                  <a:pt x="328557" y="361188"/>
                </a:moveTo>
                <a:lnTo>
                  <a:pt x="278892" y="361188"/>
                </a:lnTo>
                <a:lnTo>
                  <a:pt x="291465" y="358044"/>
                </a:lnTo>
                <a:lnTo>
                  <a:pt x="301752" y="348615"/>
                </a:lnTo>
                <a:lnTo>
                  <a:pt x="315467" y="310895"/>
                </a:lnTo>
                <a:lnTo>
                  <a:pt x="322516" y="256031"/>
                </a:lnTo>
                <a:lnTo>
                  <a:pt x="326136" y="196595"/>
                </a:lnTo>
                <a:lnTo>
                  <a:pt x="357124" y="196595"/>
                </a:lnTo>
                <a:lnTo>
                  <a:pt x="352044" y="201167"/>
                </a:lnTo>
                <a:lnTo>
                  <a:pt x="350377" y="232290"/>
                </a:lnTo>
                <a:lnTo>
                  <a:pt x="347853" y="261556"/>
                </a:lnTo>
                <a:lnTo>
                  <a:pt x="344757" y="288821"/>
                </a:lnTo>
                <a:lnTo>
                  <a:pt x="341376" y="313943"/>
                </a:lnTo>
                <a:lnTo>
                  <a:pt x="337351" y="335946"/>
                </a:lnTo>
                <a:lnTo>
                  <a:pt x="332041" y="353949"/>
                </a:lnTo>
                <a:lnTo>
                  <a:pt x="328557" y="361188"/>
                </a:lnTo>
                <a:close/>
              </a:path>
              <a:path w="382904" h="402589">
                <a:moveTo>
                  <a:pt x="15240" y="291083"/>
                </a:moveTo>
                <a:lnTo>
                  <a:pt x="0" y="274319"/>
                </a:lnTo>
                <a:lnTo>
                  <a:pt x="234695" y="274319"/>
                </a:lnTo>
                <a:lnTo>
                  <a:pt x="256031" y="251459"/>
                </a:lnTo>
                <a:lnTo>
                  <a:pt x="289560" y="284987"/>
                </a:lnTo>
                <a:lnTo>
                  <a:pt x="54864" y="284987"/>
                </a:lnTo>
                <a:lnTo>
                  <a:pt x="44600" y="285297"/>
                </a:lnTo>
                <a:lnTo>
                  <a:pt x="34480" y="286321"/>
                </a:lnTo>
                <a:lnTo>
                  <a:pt x="24645" y="288202"/>
                </a:lnTo>
                <a:lnTo>
                  <a:pt x="15240" y="291083"/>
                </a:lnTo>
                <a:close/>
              </a:path>
              <a:path w="382904" h="402589">
                <a:moveTo>
                  <a:pt x="268224" y="402336"/>
                </a:moveTo>
                <a:lnTo>
                  <a:pt x="265628" y="391191"/>
                </a:lnTo>
                <a:lnTo>
                  <a:pt x="255460" y="380619"/>
                </a:lnTo>
                <a:lnTo>
                  <a:pt x="237577" y="370617"/>
                </a:lnTo>
                <a:lnTo>
                  <a:pt x="211836" y="361188"/>
                </a:lnTo>
                <a:lnTo>
                  <a:pt x="213360" y="353568"/>
                </a:lnTo>
                <a:lnTo>
                  <a:pt x="231957" y="356687"/>
                </a:lnTo>
                <a:lnTo>
                  <a:pt x="248983" y="359092"/>
                </a:lnTo>
                <a:lnTo>
                  <a:pt x="264580" y="360640"/>
                </a:lnTo>
                <a:lnTo>
                  <a:pt x="278892" y="361188"/>
                </a:lnTo>
                <a:lnTo>
                  <a:pt x="328557" y="361188"/>
                </a:lnTo>
                <a:lnTo>
                  <a:pt x="325302" y="367950"/>
                </a:lnTo>
                <a:lnTo>
                  <a:pt x="316991" y="377952"/>
                </a:lnTo>
                <a:lnTo>
                  <a:pt x="307014" y="385619"/>
                </a:lnTo>
                <a:lnTo>
                  <a:pt x="295465" y="392430"/>
                </a:lnTo>
                <a:lnTo>
                  <a:pt x="282487" y="398097"/>
                </a:lnTo>
                <a:lnTo>
                  <a:pt x="268224" y="40233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" name="object 35"/>
          <p:cNvSpPr/>
          <p:nvPr/>
        </p:nvSpPr>
        <p:spPr>
          <a:xfrm>
            <a:off x="9578340" y="3019044"/>
            <a:ext cx="342900" cy="391795"/>
          </a:xfrm>
          <a:custGeom>
            <a:avLst/>
            <a:gdLst/>
            <a:ahLst/>
            <a:cxnLst/>
            <a:rect l="l" t="t" r="r" b="b"/>
            <a:pathLst>
              <a:path w="342900" h="391795">
                <a:moveTo>
                  <a:pt x="0" y="391668"/>
                </a:moveTo>
                <a:lnTo>
                  <a:pt x="2095" y="339471"/>
                </a:lnTo>
                <a:lnTo>
                  <a:pt x="2786" y="317515"/>
                </a:lnTo>
                <a:lnTo>
                  <a:pt x="3048" y="298704"/>
                </a:lnTo>
                <a:lnTo>
                  <a:pt x="3048" y="79248"/>
                </a:lnTo>
                <a:lnTo>
                  <a:pt x="2809" y="60436"/>
                </a:lnTo>
                <a:lnTo>
                  <a:pt x="1823" y="22860"/>
                </a:lnTo>
                <a:lnTo>
                  <a:pt x="1718" y="16764"/>
                </a:lnTo>
                <a:lnTo>
                  <a:pt x="1524" y="0"/>
                </a:lnTo>
                <a:lnTo>
                  <a:pt x="27432" y="16764"/>
                </a:lnTo>
                <a:lnTo>
                  <a:pt x="335584" y="16764"/>
                </a:lnTo>
                <a:lnTo>
                  <a:pt x="342900" y="22860"/>
                </a:lnTo>
                <a:lnTo>
                  <a:pt x="337021" y="27432"/>
                </a:lnTo>
                <a:lnTo>
                  <a:pt x="27432" y="27432"/>
                </a:lnTo>
                <a:lnTo>
                  <a:pt x="27432" y="381000"/>
                </a:lnTo>
                <a:lnTo>
                  <a:pt x="0" y="391668"/>
                </a:lnTo>
                <a:close/>
              </a:path>
              <a:path w="342900" h="391795">
                <a:moveTo>
                  <a:pt x="335584" y="16764"/>
                </a:moveTo>
                <a:lnTo>
                  <a:pt x="303276" y="16764"/>
                </a:lnTo>
                <a:lnTo>
                  <a:pt x="315468" y="0"/>
                </a:lnTo>
                <a:lnTo>
                  <a:pt x="335584" y="16764"/>
                </a:lnTo>
                <a:close/>
              </a:path>
              <a:path w="342900" h="391795">
                <a:moveTo>
                  <a:pt x="327817" y="348996"/>
                </a:moveTo>
                <a:lnTo>
                  <a:pt x="284988" y="348996"/>
                </a:lnTo>
                <a:lnTo>
                  <a:pt x="293870" y="347519"/>
                </a:lnTo>
                <a:lnTo>
                  <a:pt x="300037" y="342900"/>
                </a:lnTo>
                <a:lnTo>
                  <a:pt x="303633" y="334851"/>
                </a:lnTo>
                <a:lnTo>
                  <a:pt x="304800" y="323088"/>
                </a:lnTo>
                <a:lnTo>
                  <a:pt x="304800" y="27432"/>
                </a:lnTo>
                <a:lnTo>
                  <a:pt x="337021" y="27432"/>
                </a:lnTo>
                <a:lnTo>
                  <a:pt x="329184" y="33528"/>
                </a:lnTo>
                <a:lnTo>
                  <a:pt x="329085" y="334851"/>
                </a:lnTo>
                <a:lnTo>
                  <a:pt x="327817" y="348996"/>
                </a:lnTo>
                <a:close/>
              </a:path>
              <a:path w="342900" h="391795">
                <a:moveTo>
                  <a:pt x="68580" y="108204"/>
                </a:moveTo>
                <a:lnTo>
                  <a:pt x="53340" y="91440"/>
                </a:lnTo>
                <a:lnTo>
                  <a:pt x="222504" y="91440"/>
                </a:lnTo>
                <a:lnTo>
                  <a:pt x="243840" y="68580"/>
                </a:lnTo>
                <a:lnTo>
                  <a:pt x="277368" y="102108"/>
                </a:lnTo>
                <a:lnTo>
                  <a:pt x="103632" y="102108"/>
                </a:lnTo>
                <a:lnTo>
                  <a:pt x="94511" y="102417"/>
                </a:lnTo>
                <a:lnTo>
                  <a:pt x="85534" y="103441"/>
                </a:lnTo>
                <a:lnTo>
                  <a:pt x="76842" y="105322"/>
                </a:lnTo>
                <a:lnTo>
                  <a:pt x="68580" y="108204"/>
                </a:lnTo>
                <a:close/>
              </a:path>
              <a:path w="342900" h="391795">
                <a:moveTo>
                  <a:pt x="249282" y="160020"/>
                </a:moveTo>
                <a:lnTo>
                  <a:pt x="214883" y="160020"/>
                </a:lnTo>
                <a:lnTo>
                  <a:pt x="227076" y="141732"/>
                </a:lnTo>
                <a:lnTo>
                  <a:pt x="249282" y="160020"/>
                </a:lnTo>
                <a:close/>
              </a:path>
              <a:path w="342900" h="391795">
                <a:moveTo>
                  <a:pt x="86868" y="298704"/>
                </a:moveTo>
                <a:lnTo>
                  <a:pt x="87106" y="283011"/>
                </a:lnTo>
                <a:lnTo>
                  <a:pt x="88153" y="247054"/>
                </a:lnTo>
                <a:lnTo>
                  <a:pt x="88392" y="227076"/>
                </a:lnTo>
                <a:lnTo>
                  <a:pt x="88153" y="205668"/>
                </a:lnTo>
                <a:lnTo>
                  <a:pt x="87106" y="165139"/>
                </a:lnTo>
                <a:lnTo>
                  <a:pt x="86868" y="146304"/>
                </a:lnTo>
                <a:lnTo>
                  <a:pt x="111252" y="160020"/>
                </a:lnTo>
                <a:lnTo>
                  <a:pt x="249282" y="160020"/>
                </a:lnTo>
                <a:lnTo>
                  <a:pt x="252983" y="163068"/>
                </a:lnTo>
                <a:lnTo>
                  <a:pt x="244411" y="170688"/>
                </a:lnTo>
                <a:lnTo>
                  <a:pt x="111252" y="170688"/>
                </a:lnTo>
                <a:lnTo>
                  <a:pt x="111252" y="252983"/>
                </a:lnTo>
                <a:lnTo>
                  <a:pt x="239325" y="252983"/>
                </a:lnTo>
                <a:lnTo>
                  <a:pt x="239458" y="262128"/>
                </a:lnTo>
                <a:lnTo>
                  <a:pt x="239518" y="263652"/>
                </a:lnTo>
                <a:lnTo>
                  <a:pt x="111252" y="263652"/>
                </a:lnTo>
                <a:lnTo>
                  <a:pt x="111252" y="289559"/>
                </a:lnTo>
                <a:lnTo>
                  <a:pt x="86868" y="298704"/>
                </a:lnTo>
                <a:close/>
              </a:path>
              <a:path w="342900" h="391795">
                <a:moveTo>
                  <a:pt x="239325" y="252983"/>
                </a:moveTo>
                <a:lnTo>
                  <a:pt x="216408" y="252983"/>
                </a:lnTo>
                <a:lnTo>
                  <a:pt x="216408" y="170688"/>
                </a:lnTo>
                <a:lnTo>
                  <a:pt x="244411" y="170688"/>
                </a:lnTo>
                <a:lnTo>
                  <a:pt x="239268" y="175260"/>
                </a:lnTo>
                <a:lnTo>
                  <a:pt x="239325" y="252983"/>
                </a:lnTo>
                <a:close/>
              </a:path>
              <a:path w="342900" h="391795">
                <a:moveTo>
                  <a:pt x="216408" y="294132"/>
                </a:moveTo>
                <a:lnTo>
                  <a:pt x="216408" y="263652"/>
                </a:lnTo>
                <a:lnTo>
                  <a:pt x="239518" y="263652"/>
                </a:lnTo>
                <a:lnTo>
                  <a:pt x="239910" y="273558"/>
                </a:lnTo>
                <a:lnTo>
                  <a:pt x="240792" y="284988"/>
                </a:lnTo>
                <a:lnTo>
                  <a:pt x="216408" y="294132"/>
                </a:lnTo>
                <a:close/>
              </a:path>
              <a:path w="342900" h="391795">
                <a:moveTo>
                  <a:pt x="288035" y="391668"/>
                </a:moveTo>
                <a:lnTo>
                  <a:pt x="284321" y="380523"/>
                </a:lnTo>
                <a:lnTo>
                  <a:pt x="273176" y="369951"/>
                </a:lnTo>
                <a:lnTo>
                  <a:pt x="254603" y="359949"/>
                </a:lnTo>
                <a:lnTo>
                  <a:pt x="228600" y="350520"/>
                </a:lnTo>
                <a:lnTo>
                  <a:pt x="228600" y="342900"/>
                </a:lnTo>
                <a:lnTo>
                  <a:pt x="245768" y="344924"/>
                </a:lnTo>
                <a:lnTo>
                  <a:pt x="284988" y="348996"/>
                </a:lnTo>
                <a:lnTo>
                  <a:pt x="327817" y="348996"/>
                </a:lnTo>
                <a:lnTo>
                  <a:pt x="327469" y="352877"/>
                </a:lnTo>
                <a:lnTo>
                  <a:pt x="320040" y="368998"/>
                </a:lnTo>
                <a:lnTo>
                  <a:pt x="306895" y="381976"/>
                </a:lnTo>
                <a:lnTo>
                  <a:pt x="288035" y="39166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" name="object 36"/>
          <p:cNvSpPr/>
          <p:nvPr/>
        </p:nvSpPr>
        <p:spPr>
          <a:xfrm>
            <a:off x="2130551" y="3694176"/>
            <a:ext cx="396240" cy="43180"/>
          </a:xfrm>
          <a:custGeom>
            <a:avLst/>
            <a:gdLst/>
            <a:ahLst/>
            <a:cxnLst/>
            <a:rect l="l" t="t" r="r" b="b"/>
            <a:pathLst>
              <a:path w="396239" h="43179">
                <a:moveTo>
                  <a:pt x="15240" y="42672"/>
                </a:moveTo>
                <a:lnTo>
                  <a:pt x="0" y="27432"/>
                </a:lnTo>
                <a:lnTo>
                  <a:pt x="323087" y="27432"/>
                </a:lnTo>
                <a:lnTo>
                  <a:pt x="358139" y="0"/>
                </a:lnTo>
                <a:lnTo>
                  <a:pt x="396239" y="38100"/>
                </a:lnTo>
                <a:lnTo>
                  <a:pt x="62484" y="38100"/>
                </a:lnTo>
                <a:lnTo>
                  <a:pt x="49315" y="38385"/>
                </a:lnTo>
                <a:lnTo>
                  <a:pt x="37147" y="39243"/>
                </a:lnTo>
                <a:lnTo>
                  <a:pt x="25836" y="40671"/>
                </a:lnTo>
                <a:lnTo>
                  <a:pt x="15240" y="4267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" name="object 37"/>
          <p:cNvSpPr/>
          <p:nvPr/>
        </p:nvSpPr>
        <p:spPr>
          <a:xfrm>
            <a:off x="2572499" y="3537203"/>
            <a:ext cx="1277620" cy="413384"/>
          </a:xfrm>
          <a:custGeom>
            <a:avLst/>
            <a:gdLst/>
            <a:ahLst/>
            <a:cxnLst/>
            <a:rect l="l" t="t" r="r" b="b"/>
            <a:pathLst>
              <a:path w="1277620" h="413385">
                <a:moveTo>
                  <a:pt x="156972" y="306324"/>
                </a:moveTo>
                <a:lnTo>
                  <a:pt x="124968" y="277368"/>
                </a:lnTo>
                <a:lnTo>
                  <a:pt x="106667" y="307327"/>
                </a:lnTo>
                <a:lnTo>
                  <a:pt x="81343" y="337566"/>
                </a:lnTo>
                <a:lnTo>
                  <a:pt x="48895" y="367817"/>
                </a:lnTo>
                <a:lnTo>
                  <a:pt x="9144" y="397764"/>
                </a:lnTo>
                <a:lnTo>
                  <a:pt x="15240" y="403860"/>
                </a:lnTo>
                <a:lnTo>
                  <a:pt x="66865" y="373189"/>
                </a:lnTo>
                <a:lnTo>
                  <a:pt x="108204" y="341376"/>
                </a:lnTo>
                <a:lnTo>
                  <a:pt x="124828" y="326263"/>
                </a:lnTo>
                <a:lnTo>
                  <a:pt x="138303" y="315277"/>
                </a:lnTo>
                <a:lnTo>
                  <a:pt x="148932" y="308597"/>
                </a:lnTo>
                <a:lnTo>
                  <a:pt x="156972" y="306324"/>
                </a:lnTo>
                <a:close/>
              </a:path>
              <a:path w="1277620" h="413385">
                <a:moveTo>
                  <a:pt x="350520" y="266700"/>
                </a:moveTo>
                <a:lnTo>
                  <a:pt x="316992" y="233172"/>
                </a:lnTo>
                <a:lnTo>
                  <a:pt x="294132" y="256032"/>
                </a:lnTo>
                <a:lnTo>
                  <a:pt x="219456" y="256032"/>
                </a:lnTo>
                <a:lnTo>
                  <a:pt x="219532" y="222465"/>
                </a:lnTo>
                <a:lnTo>
                  <a:pt x="237744" y="210312"/>
                </a:lnTo>
                <a:lnTo>
                  <a:pt x="192024" y="187452"/>
                </a:lnTo>
                <a:lnTo>
                  <a:pt x="192887" y="205740"/>
                </a:lnTo>
                <a:lnTo>
                  <a:pt x="193319" y="222465"/>
                </a:lnTo>
                <a:lnTo>
                  <a:pt x="193446" y="231648"/>
                </a:lnTo>
                <a:lnTo>
                  <a:pt x="193548" y="256032"/>
                </a:lnTo>
                <a:lnTo>
                  <a:pt x="54864" y="256032"/>
                </a:lnTo>
                <a:lnTo>
                  <a:pt x="70104" y="271272"/>
                </a:lnTo>
                <a:lnTo>
                  <a:pt x="80416" y="269278"/>
                </a:lnTo>
                <a:lnTo>
                  <a:pt x="90868" y="267843"/>
                </a:lnTo>
                <a:lnTo>
                  <a:pt x="101612" y="266992"/>
                </a:lnTo>
                <a:lnTo>
                  <a:pt x="112776" y="266700"/>
                </a:lnTo>
                <a:lnTo>
                  <a:pt x="193548" y="266700"/>
                </a:lnTo>
                <a:lnTo>
                  <a:pt x="193548" y="364236"/>
                </a:lnTo>
                <a:lnTo>
                  <a:pt x="190500" y="370332"/>
                </a:lnTo>
                <a:lnTo>
                  <a:pt x="182880" y="371856"/>
                </a:lnTo>
                <a:lnTo>
                  <a:pt x="175793" y="372198"/>
                </a:lnTo>
                <a:lnTo>
                  <a:pt x="163830" y="371094"/>
                </a:lnTo>
                <a:lnTo>
                  <a:pt x="147307" y="368858"/>
                </a:lnTo>
                <a:lnTo>
                  <a:pt x="126492" y="365760"/>
                </a:lnTo>
                <a:lnTo>
                  <a:pt x="126492" y="373380"/>
                </a:lnTo>
                <a:lnTo>
                  <a:pt x="149618" y="381076"/>
                </a:lnTo>
                <a:lnTo>
                  <a:pt x="166306" y="390334"/>
                </a:lnTo>
                <a:lnTo>
                  <a:pt x="176428" y="401027"/>
                </a:lnTo>
                <a:lnTo>
                  <a:pt x="179832" y="413004"/>
                </a:lnTo>
                <a:lnTo>
                  <a:pt x="197599" y="405269"/>
                </a:lnTo>
                <a:lnTo>
                  <a:pt x="209931" y="395668"/>
                </a:lnTo>
                <a:lnTo>
                  <a:pt x="217131" y="384073"/>
                </a:lnTo>
                <a:lnTo>
                  <a:pt x="219151" y="372198"/>
                </a:lnTo>
                <a:lnTo>
                  <a:pt x="219456" y="370332"/>
                </a:lnTo>
                <a:lnTo>
                  <a:pt x="219456" y="266700"/>
                </a:lnTo>
                <a:lnTo>
                  <a:pt x="350520" y="266700"/>
                </a:lnTo>
                <a:close/>
              </a:path>
              <a:path w="1277620" h="413385">
                <a:moveTo>
                  <a:pt x="362712" y="376428"/>
                </a:moveTo>
                <a:lnTo>
                  <a:pt x="337616" y="335191"/>
                </a:lnTo>
                <a:lnTo>
                  <a:pt x="288569" y="307759"/>
                </a:lnTo>
                <a:lnTo>
                  <a:pt x="251460" y="288036"/>
                </a:lnTo>
                <a:lnTo>
                  <a:pt x="248412" y="294132"/>
                </a:lnTo>
                <a:lnTo>
                  <a:pt x="277609" y="319049"/>
                </a:lnTo>
                <a:lnTo>
                  <a:pt x="301371" y="341376"/>
                </a:lnTo>
                <a:lnTo>
                  <a:pt x="320001" y="361429"/>
                </a:lnTo>
                <a:lnTo>
                  <a:pt x="333756" y="379476"/>
                </a:lnTo>
                <a:lnTo>
                  <a:pt x="340042" y="389242"/>
                </a:lnTo>
                <a:lnTo>
                  <a:pt x="345186" y="395859"/>
                </a:lnTo>
                <a:lnTo>
                  <a:pt x="349186" y="399630"/>
                </a:lnTo>
                <a:lnTo>
                  <a:pt x="352044" y="400812"/>
                </a:lnTo>
                <a:lnTo>
                  <a:pt x="355092" y="400812"/>
                </a:lnTo>
                <a:lnTo>
                  <a:pt x="356616" y="397764"/>
                </a:lnTo>
                <a:lnTo>
                  <a:pt x="359664" y="390144"/>
                </a:lnTo>
                <a:lnTo>
                  <a:pt x="361188" y="382524"/>
                </a:lnTo>
                <a:lnTo>
                  <a:pt x="362712" y="376428"/>
                </a:lnTo>
                <a:close/>
              </a:path>
              <a:path w="1277620" h="413385">
                <a:moveTo>
                  <a:pt x="403860" y="198120"/>
                </a:moveTo>
                <a:lnTo>
                  <a:pt x="352425" y="197294"/>
                </a:lnTo>
                <a:lnTo>
                  <a:pt x="305562" y="190309"/>
                </a:lnTo>
                <a:lnTo>
                  <a:pt x="263271" y="177342"/>
                </a:lnTo>
                <a:lnTo>
                  <a:pt x="253022" y="172212"/>
                </a:lnTo>
                <a:lnTo>
                  <a:pt x="225552" y="158496"/>
                </a:lnTo>
                <a:lnTo>
                  <a:pt x="269748" y="116205"/>
                </a:lnTo>
                <a:lnTo>
                  <a:pt x="304800" y="67056"/>
                </a:lnTo>
                <a:lnTo>
                  <a:pt x="326136" y="57912"/>
                </a:lnTo>
                <a:lnTo>
                  <a:pt x="313867" y="47244"/>
                </a:lnTo>
                <a:lnTo>
                  <a:pt x="291084" y="27432"/>
                </a:lnTo>
                <a:lnTo>
                  <a:pt x="274320" y="47244"/>
                </a:lnTo>
                <a:lnTo>
                  <a:pt x="274320" y="57912"/>
                </a:lnTo>
                <a:lnTo>
                  <a:pt x="260604" y="81330"/>
                </a:lnTo>
                <a:lnTo>
                  <a:pt x="244602" y="103441"/>
                </a:lnTo>
                <a:lnTo>
                  <a:pt x="226314" y="124142"/>
                </a:lnTo>
                <a:lnTo>
                  <a:pt x="205740" y="143256"/>
                </a:lnTo>
                <a:lnTo>
                  <a:pt x="187502" y="126974"/>
                </a:lnTo>
                <a:lnTo>
                  <a:pt x="169545" y="107823"/>
                </a:lnTo>
                <a:lnTo>
                  <a:pt x="152171" y="85826"/>
                </a:lnTo>
                <a:lnTo>
                  <a:pt x="139700" y="67056"/>
                </a:lnTo>
                <a:lnTo>
                  <a:pt x="135636" y="60960"/>
                </a:lnTo>
                <a:lnTo>
                  <a:pt x="138684" y="57912"/>
                </a:lnTo>
                <a:lnTo>
                  <a:pt x="274320" y="57912"/>
                </a:lnTo>
                <a:lnTo>
                  <a:pt x="274320" y="47244"/>
                </a:lnTo>
                <a:lnTo>
                  <a:pt x="143256" y="47244"/>
                </a:lnTo>
                <a:lnTo>
                  <a:pt x="150114" y="37871"/>
                </a:lnTo>
                <a:lnTo>
                  <a:pt x="156972" y="30480"/>
                </a:lnTo>
                <a:lnTo>
                  <a:pt x="163830" y="25387"/>
                </a:lnTo>
                <a:lnTo>
                  <a:pt x="170688" y="22860"/>
                </a:lnTo>
                <a:lnTo>
                  <a:pt x="132588" y="0"/>
                </a:lnTo>
                <a:lnTo>
                  <a:pt x="108800" y="55511"/>
                </a:lnTo>
                <a:lnTo>
                  <a:pt x="78778" y="103251"/>
                </a:lnTo>
                <a:lnTo>
                  <a:pt x="42202" y="144399"/>
                </a:lnTo>
                <a:lnTo>
                  <a:pt x="21336" y="161544"/>
                </a:lnTo>
                <a:lnTo>
                  <a:pt x="27432" y="166116"/>
                </a:lnTo>
                <a:lnTo>
                  <a:pt x="57111" y="143789"/>
                </a:lnTo>
                <a:lnTo>
                  <a:pt x="84201" y="120015"/>
                </a:lnTo>
                <a:lnTo>
                  <a:pt x="108445" y="94538"/>
                </a:lnTo>
                <a:lnTo>
                  <a:pt x="129540" y="67056"/>
                </a:lnTo>
                <a:lnTo>
                  <a:pt x="143332" y="92227"/>
                </a:lnTo>
                <a:lnTo>
                  <a:pt x="157543" y="115252"/>
                </a:lnTo>
                <a:lnTo>
                  <a:pt x="172618" y="136283"/>
                </a:lnTo>
                <a:lnTo>
                  <a:pt x="188976" y="155448"/>
                </a:lnTo>
                <a:lnTo>
                  <a:pt x="150672" y="178003"/>
                </a:lnTo>
                <a:lnTo>
                  <a:pt x="106489" y="197548"/>
                </a:lnTo>
                <a:lnTo>
                  <a:pt x="56324" y="213956"/>
                </a:lnTo>
                <a:lnTo>
                  <a:pt x="0" y="227076"/>
                </a:lnTo>
                <a:lnTo>
                  <a:pt x="3048" y="234696"/>
                </a:lnTo>
                <a:lnTo>
                  <a:pt x="64490" y="223862"/>
                </a:lnTo>
                <a:lnTo>
                  <a:pt x="118491" y="209740"/>
                </a:lnTo>
                <a:lnTo>
                  <a:pt x="165074" y="192481"/>
                </a:lnTo>
                <a:lnTo>
                  <a:pt x="204216" y="172212"/>
                </a:lnTo>
                <a:lnTo>
                  <a:pt x="235889" y="193078"/>
                </a:lnTo>
                <a:lnTo>
                  <a:pt x="273558" y="209931"/>
                </a:lnTo>
                <a:lnTo>
                  <a:pt x="316953" y="222796"/>
                </a:lnTo>
                <a:lnTo>
                  <a:pt x="365760" y="231648"/>
                </a:lnTo>
                <a:lnTo>
                  <a:pt x="369785" y="222465"/>
                </a:lnTo>
                <a:lnTo>
                  <a:pt x="377380" y="215265"/>
                </a:lnTo>
                <a:lnTo>
                  <a:pt x="388696" y="209791"/>
                </a:lnTo>
                <a:lnTo>
                  <a:pt x="403860" y="205740"/>
                </a:lnTo>
                <a:lnTo>
                  <a:pt x="403860" y="198120"/>
                </a:lnTo>
                <a:close/>
              </a:path>
              <a:path w="1277620" h="413385">
                <a:moveTo>
                  <a:pt x="553212" y="71628"/>
                </a:moveTo>
                <a:lnTo>
                  <a:pt x="522541" y="33718"/>
                </a:lnTo>
                <a:lnTo>
                  <a:pt x="495300" y="16764"/>
                </a:lnTo>
                <a:lnTo>
                  <a:pt x="490728" y="22860"/>
                </a:lnTo>
                <a:lnTo>
                  <a:pt x="502183" y="35674"/>
                </a:lnTo>
                <a:lnTo>
                  <a:pt x="511492" y="48768"/>
                </a:lnTo>
                <a:lnTo>
                  <a:pt x="518807" y="61874"/>
                </a:lnTo>
                <a:lnTo>
                  <a:pt x="524256" y="74676"/>
                </a:lnTo>
                <a:lnTo>
                  <a:pt x="527304" y="88392"/>
                </a:lnTo>
                <a:lnTo>
                  <a:pt x="531876" y="96012"/>
                </a:lnTo>
                <a:lnTo>
                  <a:pt x="539496" y="96012"/>
                </a:lnTo>
                <a:lnTo>
                  <a:pt x="542544" y="92964"/>
                </a:lnTo>
                <a:lnTo>
                  <a:pt x="547116" y="89916"/>
                </a:lnTo>
                <a:lnTo>
                  <a:pt x="551688" y="85344"/>
                </a:lnTo>
                <a:lnTo>
                  <a:pt x="553212" y="79248"/>
                </a:lnTo>
                <a:lnTo>
                  <a:pt x="553212" y="71628"/>
                </a:lnTo>
                <a:close/>
              </a:path>
              <a:path w="1277620" h="413385">
                <a:moveTo>
                  <a:pt x="821436" y="114300"/>
                </a:moveTo>
                <a:lnTo>
                  <a:pt x="797052" y="89916"/>
                </a:lnTo>
                <a:lnTo>
                  <a:pt x="780288" y="108204"/>
                </a:lnTo>
                <a:lnTo>
                  <a:pt x="697992" y="108204"/>
                </a:lnTo>
                <a:lnTo>
                  <a:pt x="700036" y="65900"/>
                </a:lnTo>
                <a:lnTo>
                  <a:pt x="700786" y="47625"/>
                </a:lnTo>
                <a:lnTo>
                  <a:pt x="701040" y="33528"/>
                </a:lnTo>
                <a:lnTo>
                  <a:pt x="714756" y="21336"/>
                </a:lnTo>
                <a:lnTo>
                  <a:pt x="673608" y="3048"/>
                </a:lnTo>
                <a:lnTo>
                  <a:pt x="674382" y="21336"/>
                </a:lnTo>
                <a:lnTo>
                  <a:pt x="674497" y="25603"/>
                </a:lnTo>
                <a:lnTo>
                  <a:pt x="674674" y="40982"/>
                </a:lnTo>
                <a:lnTo>
                  <a:pt x="674573" y="65900"/>
                </a:lnTo>
                <a:lnTo>
                  <a:pt x="674471" y="75920"/>
                </a:lnTo>
                <a:lnTo>
                  <a:pt x="673608" y="108204"/>
                </a:lnTo>
                <a:lnTo>
                  <a:pt x="569976" y="108204"/>
                </a:lnTo>
                <a:lnTo>
                  <a:pt x="585216" y="123444"/>
                </a:lnTo>
                <a:lnTo>
                  <a:pt x="594652" y="121450"/>
                </a:lnTo>
                <a:lnTo>
                  <a:pt x="604647" y="120015"/>
                </a:lnTo>
                <a:lnTo>
                  <a:pt x="615226" y="119164"/>
                </a:lnTo>
                <a:lnTo>
                  <a:pt x="626364" y="118872"/>
                </a:lnTo>
                <a:lnTo>
                  <a:pt x="673608" y="118872"/>
                </a:lnTo>
                <a:lnTo>
                  <a:pt x="665721" y="169697"/>
                </a:lnTo>
                <a:lnTo>
                  <a:pt x="651103" y="215976"/>
                </a:lnTo>
                <a:lnTo>
                  <a:pt x="629615" y="257568"/>
                </a:lnTo>
                <a:lnTo>
                  <a:pt x="601091" y="294347"/>
                </a:lnTo>
                <a:lnTo>
                  <a:pt x="565404" y="326136"/>
                </a:lnTo>
                <a:lnTo>
                  <a:pt x="569976" y="332232"/>
                </a:lnTo>
                <a:lnTo>
                  <a:pt x="612406" y="301713"/>
                </a:lnTo>
                <a:lnTo>
                  <a:pt x="646430" y="265036"/>
                </a:lnTo>
                <a:lnTo>
                  <a:pt x="672033" y="222288"/>
                </a:lnTo>
                <a:lnTo>
                  <a:pt x="689216" y="173545"/>
                </a:lnTo>
                <a:lnTo>
                  <a:pt x="697992" y="118872"/>
                </a:lnTo>
                <a:lnTo>
                  <a:pt x="783336" y="118872"/>
                </a:lnTo>
                <a:lnTo>
                  <a:pt x="777671" y="179743"/>
                </a:lnTo>
                <a:lnTo>
                  <a:pt x="772287" y="227457"/>
                </a:lnTo>
                <a:lnTo>
                  <a:pt x="763524" y="283464"/>
                </a:lnTo>
                <a:lnTo>
                  <a:pt x="745236" y="316992"/>
                </a:lnTo>
                <a:lnTo>
                  <a:pt x="737196" y="316407"/>
                </a:lnTo>
                <a:lnTo>
                  <a:pt x="724281" y="314515"/>
                </a:lnTo>
                <a:lnTo>
                  <a:pt x="706234" y="311213"/>
                </a:lnTo>
                <a:lnTo>
                  <a:pt x="682752" y="306324"/>
                </a:lnTo>
                <a:lnTo>
                  <a:pt x="681228" y="312420"/>
                </a:lnTo>
                <a:lnTo>
                  <a:pt x="699833" y="320141"/>
                </a:lnTo>
                <a:lnTo>
                  <a:pt x="714565" y="329565"/>
                </a:lnTo>
                <a:lnTo>
                  <a:pt x="725601" y="340715"/>
                </a:lnTo>
                <a:lnTo>
                  <a:pt x="733044" y="353568"/>
                </a:lnTo>
                <a:lnTo>
                  <a:pt x="745007" y="348932"/>
                </a:lnTo>
                <a:lnTo>
                  <a:pt x="777455" y="321259"/>
                </a:lnTo>
                <a:lnTo>
                  <a:pt x="779272" y="316992"/>
                </a:lnTo>
                <a:lnTo>
                  <a:pt x="782764" y="308800"/>
                </a:lnTo>
                <a:lnTo>
                  <a:pt x="794677" y="250367"/>
                </a:lnTo>
                <a:lnTo>
                  <a:pt x="803821" y="176174"/>
                </a:lnTo>
                <a:lnTo>
                  <a:pt x="809244" y="126492"/>
                </a:lnTo>
                <a:lnTo>
                  <a:pt x="816864" y="118872"/>
                </a:lnTo>
                <a:lnTo>
                  <a:pt x="821436" y="114300"/>
                </a:lnTo>
                <a:close/>
              </a:path>
              <a:path w="1277620" h="413385">
                <a:moveTo>
                  <a:pt x="853440" y="361188"/>
                </a:moveTo>
                <a:lnTo>
                  <a:pt x="830795" y="363194"/>
                </a:lnTo>
                <a:lnTo>
                  <a:pt x="808291" y="364617"/>
                </a:lnTo>
                <a:lnTo>
                  <a:pt x="785507" y="365480"/>
                </a:lnTo>
                <a:lnTo>
                  <a:pt x="762000" y="365760"/>
                </a:lnTo>
                <a:lnTo>
                  <a:pt x="745426" y="366204"/>
                </a:lnTo>
                <a:lnTo>
                  <a:pt x="687641" y="365340"/>
                </a:lnTo>
                <a:lnTo>
                  <a:pt x="635469" y="362000"/>
                </a:lnTo>
                <a:lnTo>
                  <a:pt x="593267" y="351815"/>
                </a:lnTo>
                <a:lnTo>
                  <a:pt x="553402" y="326898"/>
                </a:lnTo>
                <a:lnTo>
                  <a:pt x="543801" y="318516"/>
                </a:lnTo>
                <a:lnTo>
                  <a:pt x="543521" y="318287"/>
                </a:lnTo>
                <a:lnTo>
                  <a:pt x="534924" y="309372"/>
                </a:lnTo>
                <a:lnTo>
                  <a:pt x="534924" y="170688"/>
                </a:lnTo>
                <a:lnTo>
                  <a:pt x="545401" y="163068"/>
                </a:lnTo>
                <a:lnTo>
                  <a:pt x="551688" y="158496"/>
                </a:lnTo>
                <a:lnTo>
                  <a:pt x="527304" y="134112"/>
                </a:lnTo>
                <a:lnTo>
                  <a:pt x="509016" y="152400"/>
                </a:lnTo>
                <a:lnTo>
                  <a:pt x="438912" y="152400"/>
                </a:lnTo>
                <a:lnTo>
                  <a:pt x="454152" y="169164"/>
                </a:lnTo>
                <a:lnTo>
                  <a:pt x="464464" y="166293"/>
                </a:lnTo>
                <a:lnTo>
                  <a:pt x="474916" y="164401"/>
                </a:lnTo>
                <a:lnTo>
                  <a:pt x="485660" y="163385"/>
                </a:lnTo>
                <a:lnTo>
                  <a:pt x="496824" y="163068"/>
                </a:lnTo>
                <a:lnTo>
                  <a:pt x="512064" y="163068"/>
                </a:lnTo>
                <a:lnTo>
                  <a:pt x="512064" y="309372"/>
                </a:lnTo>
                <a:lnTo>
                  <a:pt x="491477" y="321589"/>
                </a:lnTo>
                <a:lnTo>
                  <a:pt x="473011" y="332803"/>
                </a:lnTo>
                <a:lnTo>
                  <a:pt x="456565" y="342595"/>
                </a:lnTo>
                <a:lnTo>
                  <a:pt x="441960" y="350520"/>
                </a:lnTo>
                <a:lnTo>
                  <a:pt x="466344" y="373380"/>
                </a:lnTo>
                <a:lnTo>
                  <a:pt x="496824" y="336804"/>
                </a:lnTo>
                <a:lnTo>
                  <a:pt x="522732" y="318516"/>
                </a:lnTo>
                <a:lnTo>
                  <a:pt x="526999" y="319951"/>
                </a:lnTo>
                <a:lnTo>
                  <a:pt x="532828" y="324231"/>
                </a:lnTo>
                <a:lnTo>
                  <a:pt x="540092" y="331381"/>
                </a:lnTo>
                <a:lnTo>
                  <a:pt x="548640" y="341376"/>
                </a:lnTo>
                <a:lnTo>
                  <a:pt x="558888" y="351358"/>
                </a:lnTo>
                <a:lnTo>
                  <a:pt x="600456" y="376428"/>
                </a:lnTo>
                <a:lnTo>
                  <a:pt x="638365" y="386905"/>
                </a:lnTo>
                <a:lnTo>
                  <a:pt x="684276" y="391668"/>
                </a:lnTo>
                <a:lnTo>
                  <a:pt x="743902" y="393763"/>
                </a:lnTo>
                <a:lnTo>
                  <a:pt x="818388" y="394716"/>
                </a:lnTo>
                <a:lnTo>
                  <a:pt x="820445" y="386384"/>
                </a:lnTo>
                <a:lnTo>
                  <a:pt x="826770" y="379476"/>
                </a:lnTo>
                <a:lnTo>
                  <a:pt x="837679" y="373722"/>
                </a:lnTo>
                <a:lnTo>
                  <a:pt x="853440" y="368808"/>
                </a:lnTo>
                <a:lnTo>
                  <a:pt x="853440" y="366382"/>
                </a:lnTo>
                <a:lnTo>
                  <a:pt x="853440" y="361188"/>
                </a:lnTo>
                <a:close/>
              </a:path>
              <a:path w="1277620" h="413385">
                <a:moveTo>
                  <a:pt x="1091196" y="132588"/>
                </a:moveTo>
                <a:lnTo>
                  <a:pt x="1060716" y="99060"/>
                </a:lnTo>
                <a:lnTo>
                  <a:pt x="1040904" y="121920"/>
                </a:lnTo>
                <a:lnTo>
                  <a:pt x="1005852" y="121920"/>
                </a:lnTo>
                <a:lnTo>
                  <a:pt x="1005852" y="38100"/>
                </a:lnTo>
                <a:lnTo>
                  <a:pt x="1021092" y="24384"/>
                </a:lnTo>
                <a:lnTo>
                  <a:pt x="981468" y="7620"/>
                </a:lnTo>
                <a:lnTo>
                  <a:pt x="982345" y="31051"/>
                </a:lnTo>
                <a:lnTo>
                  <a:pt x="982802" y="57912"/>
                </a:lnTo>
                <a:lnTo>
                  <a:pt x="982967" y="88201"/>
                </a:lnTo>
                <a:lnTo>
                  <a:pt x="982992" y="121920"/>
                </a:lnTo>
                <a:lnTo>
                  <a:pt x="896124" y="121920"/>
                </a:lnTo>
                <a:lnTo>
                  <a:pt x="911364" y="137160"/>
                </a:lnTo>
                <a:lnTo>
                  <a:pt x="921664" y="135166"/>
                </a:lnTo>
                <a:lnTo>
                  <a:pt x="932129" y="133731"/>
                </a:lnTo>
                <a:lnTo>
                  <a:pt x="942860" y="132880"/>
                </a:lnTo>
                <a:lnTo>
                  <a:pt x="954036" y="132588"/>
                </a:lnTo>
                <a:lnTo>
                  <a:pt x="979944" y="132588"/>
                </a:lnTo>
                <a:lnTo>
                  <a:pt x="968248" y="173736"/>
                </a:lnTo>
                <a:lnTo>
                  <a:pt x="953046" y="215328"/>
                </a:lnTo>
                <a:lnTo>
                  <a:pt x="934288" y="256692"/>
                </a:lnTo>
                <a:lnTo>
                  <a:pt x="911809" y="297776"/>
                </a:lnTo>
                <a:lnTo>
                  <a:pt x="885456" y="338328"/>
                </a:lnTo>
                <a:lnTo>
                  <a:pt x="891552" y="342900"/>
                </a:lnTo>
                <a:lnTo>
                  <a:pt x="918692" y="311137"/>
                </a:lnTo>
                <a:lnTo>
                  <a:pt x="942987" y="277368"/>
                </a:lnTo>
                <a:lnTo>
                  <a:pt x="964412" y="241325"/>
                </a:lnTo>
                <a:lnTo>
                  <a:pt x="982992" y="202692"/>
                </a:lnTo>
                <a:lnTo>
                  <a:pt x="982878" y="277368"/>
                </a:lnTo>
                <a:lnTo>
                  <a:pt x="982802" y="303276"/>
                </a:lnTo>
                <a:lnTo>
                  <a:pt x="982345" y="355282"/>
                </a:lnTo>
                <a:lnTo>
                  <a:pt x="981468" y="408432"/>
                </a:lnTo>
                <a:lnTo>
                  <a:pt x="1007376" y="396240"/>
                </a:lnTo>
                <a:lnTo>
                  <a:pt x="1006487" y="366547"/>
                </a:lnTo>
                <a:lnTo>
                  <a:pt x="1006043" y="320992"/>
                </a:lnTo>
                <a:lnTo>
                  <a:pt x="1005979" y="297776"/>
                </a:lnTo>
                <a:lnTo>
                  <a:pt x="1005852" y="202692"/>
                </a:lnTo>
                <a:lnTo>
                  <a:pt x="1005852" y="182880"/>
                </a:lnTo>
                <a:lnTo>
                  <a:pt x="1036497" y="214820"/>
                </a:lnTo>
                <a:lnTo>
                  <a:pt x="1053096" y="245364"/>
                </a:lnTo>
                <a:lnTo>
                  <a:pt x="1059192" y="245364"/>
                </a:lnTo>
                <a:lnTo>
                  <a:pt x="1060716" y="242316"/>
                </a:lnTo>
                <a:lnTo>
                  <a:pt x="1062240" y="234696"/>
                </a:lnTo>
                <a:lnTo>
                  <a:pt x="1065288" y="227076"/>
                </a:lnTo>
                <a:lnTo>
                  <a:pt x="1066812" y="222504"/>
                </a:lnTo>
                <a:lnTo>
                  <a:pt x="1066812" y="217932"/>
                </a:lnTo>
                <a:lnTo>
                  <a:pt x="1035189" y="184404"/>
                </a:lnTo>
                <a:lnTo>
                  <a:pt x="1031252" y="182880"/>
                </a:lnTo>
                <a:lnTo>
                  <a:pt x="1021803" y="179222"/>
                </a:lnTo>
                <a:lnTo>
                  <a:pt x="1005852" y="173736"/>
                </a:lnTo>
                <a:lnTo>
                  <a:pt x="1005852" y="132588"/>
                </a:lnTo>
                <a:lnTo>
                  <a:pt x="1091196" y="132588"/>
                </a:lnTo>
                <a:close/>
              </a:path>
              <a:path w="1277620" h="413385">
                <a:moveTo>
                  <a:pt x="1277124" y="60960"/>
                </a:moveTo>
                <a:lnTo>
                  <a:pt x="1271409" y="56388"/>
                </a:lnTo>
                <a:lnTo>
                  <a:pt x="1246644" y="36576"/>
                </a:lnTo>
                <a:lnTo>
                  <a:pt x="1237500" y="49784"/>
                </a:lnTo>
                <a:lnTo>
                  <a:pt x="1237500" y="355092"/>
                </a:lnTo>
                <a:lnTo>
                  <a:pt x="1126248" y="355092"/>
                </a:lnTo>
                <a:lnTo>
                  <a:pt x="1126248" y="257556"/>
                </a:lnTo>
                <a:lnTo>
                  <a:pt x="1237500" y="257556"/>
                </a:lnTo>
                <a:lnTo>
                  <a:pt x="1237500" y="246888"/>
                </a:lnTo>
                <a:lnTo>
                  <a:pt x="1126248" y="246888"/>
                </a:lnTo>
                <a:lnTo>
                  <a:pt x="1126248" y="163068"/>
                </a:lnTo>
                <a:lnTo>
                  <a:pt x="1237500" y="163068"/>
                </a:lnTo>
                <a:lnTo>
                  <a:pt x="1237500" y="152400"/>
                </a:lnTo>
                <a:lnTo>
                  <a:pt x="1126248" y="152400"/>
                </a:lnTo>
                <a:lnTo>
                  <a:pt x="1126248" y="65532"/>
                </a:lnTo>
                <a:lnTo>
                  <a:pt x="1237500" y="65532"/>
                </a:lnTo>
                <a:lnTo>
                  <a:pt x="1237500" y="49784"/>
                </a:lnTo>
                <a:lnTo>
                  <a:pt x="1232928" y="56388"/>
                </a:lnTo>
                <a:lnTo>
                  <a:pt x="1126248" y="56388"/>
                </a:lnTo>
                <a:lnTo>
                  <a:pt x="1098816" y="38100"/>
                </a:lnTo>
                <a:lnTo>
                  <a:pt x="1099934" y="64731"/>
                </a:lnTo>
                <a:lnTo>
                  <a:pt x="1100912" y="103632"/>
                </a:lnTo>
                <a:lnTo>
                  <a:pt x="1101559" y="152400"/>
                </a:lnTo>
                <a:lnTo>
                  <a:pt x="1101623" y="163068"/>
                </a:lnTo>
                <a:lnTo>
                  <a:pt x="1101864" y="219456"/>
                </a:lnTo>
                <a:lnTo>
                  <a:pt x="1101598" y="283464"/>
                </a:lnTo>
                <a:lnTo>
                  <a:pt x="1100912" y="336042"/>
                </a:lnTo>
                <a:lnTo>
                  <a:pt x="1099934" y="377190"/>
                </a:lnTo>
                <a:lnTo>
                  <a:pt x="1098816" y="406908"/>
                </a:lnTo>
                <a:lnTo>
                  <a:pt x="1126248" y="396240"/>
                </a:lnTo>
                <a:lnTo>
                  <a:pt x="1126248" y="365760"/>
                </a:lnTo>
                <a:lnTo>
                  <a:pt x="1237500" y="365760"/>
                </a:lnTo>
                <a:lnTo>
                  <a:pt x="1237500" y="400812"/>
                </a:lnTo>
                <a:lnTo>
                  <a:pt x="1263408" y="388620"/>
                </a:lnTo>
                <a:lnTo>
                  <a:pt x="1262646" y="369062"/>
                </a:lnTo>
                <a:lnTo>
                  <a:pt x="1262570" y="365760"/>
                </a:lnTo>
                <a:lnTo>
                  <a:pt x="1262341" y="355092"/>
                </a:lnTo>
                <a:lnTo>
                  <a:pt x="1261935" y="336296"/>
                </a:lnTo>
                <a:lnTo>
                  <a:pt x="1261313" y="290322"/>
                </a:lnTo>
                <a:lnTo>
                  <a:pt x="1261033" y="257556"/>
                </a:lnTo>
                <a:lnTo>
                  <a:pt x="1260944" y="246888"/>
                </a:lnTo>
                <a:lnTo>
                  <a:pt x="1260805" y="231140"/>
                </a:lnTo>
                <a:lnTo>
                  <a:pt x="1260500" y="163068"/>
                </a:lnTo>
                <a:lnTo>
                  <a:pt x="1260462" y="152400"/>
                </a:lnTo>
                <a:lnTo>
                  <a:pt x="1260360" y="73152"/>
                </a:lnTo>
                <a:lnTo>
                  <a:pt x="1270838" y="65532"/>
                </a:lnTo>
                <a:lnTo>
                  <a:pt x="1277124" y="6096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" name="object 38"/>
          <p:cNvSpPr/>
          <p:nvPr/>
        </p:nvSpPr>
        <p:spPr>
          <a:xfrm>
            <a:off x="3912108" y="3540252"/>
            <a:ext cx="399415" cy="407034"/>
          </a:xfrm>
          <a:custGeom>
            <a:avLst/>
            <a:gdLst/>
            <a:ahLst/>
            <a:cxnLst/>
            <a:rect l="l" t="t" r="r" b="b"/>
            <a:pathLst>
              <a:path w="399414" h="407035">
                <a:moveTo>
                  <a:pt x="202692" y="73152"/>
                </a:moveTo>
                <a:lnTo>
                  <a:pt x="196596" y="73152"/>
                </a:lnTo>
                <a:lnTo>
                  <a:pt x="192024" y="68580"/>
                </a:lnTo>
                <a:lnTo>
                  <a:pt x="188976" y="57912"/>
                </a:lnTo>
                <a:lnTo>
                  <a:pt x="183522" y="46172"/>
                </a:lnTo>
                <a:lnTo>
                  <a:pt x="176212" y="33718"/>
                </a:lnTo>
                <a:lnTo>
                  <a:pt x="166901" y="20407"/>
                </a:lnTo>
                <a:lnTo>
                  <a:pt x="155448" y="6096"/>
                </a:lnTo>
                <a:lnTo>
                  <a:pt x="161544" y="0"/>
                </a:lnTo>
                <a:lnTo>
                  <a:pt x="185785" y="13120"/>
                </a:lnTo>
                <a:lnTo>
                  <a:pt x="203454" y="24955"/>
                </a:lnTo>
                <a:lnTo>
                  <a:pt x="214264" y="35361"/>
                </a:lnTo>
                <a:lnTo>
                  <a:pt x="217932" y="44196"/>
                </a:lnTo>
                <a:lnTo>
                  <a:pt x="217932" y="54864"/>
                </a:lnTo>
                <a:lnTo>
                  <a:pt x="216408" y="62484"/>
                </a:lnTo>
                <a:lnTo>
                  <a:pt x="210312" y="67056"/>
                </a:lnTo>
                <a:lnTo>
                  <a:pt x="205740" y="71628"/>
                </a:lnTo>
                <a:lnTo>
                  <a:pt x="202692" y="73152"/>
                </a:lnTo>
                <a:close/>
              </a:path>
              <a:path w="399414" h="407035">
                <a:moveTo>
                  <a:pt x="15240" y="92964"/>
                </a:moveTo>
                <a:lnTo>
                  <a:pt x="0" y="76200"/>
                </a:lnTo>
                <a:lnTo>
                  <a:pt x="326136" y="76200"/>
                </a:lnTo>
                <a:lnTo>
                  <a:pt x="353568" y="48768"/>
                </a:lnTo>
                <a:lnTo>
                  <a:pt x="393192" y="86868"/>
                </a:lnTo>
                <a:lnTo>
                  <a:pt x="54864" y="86868"/>
                </a:lnTo>
                <a:lnTo>
                  <a:pt x="44600" y="87177"/>
                </a:lnTo>
                <a:lnTo>
                  <a:pt x="34480" y="88201"/>
                </a:lnTo>
                <a:lnTo>
                  <a:pt x="24645" y="90082"/>
                </a:lnTo>
                <a:lnTo>
                  <a:pt x="15240" y="92964"/>
                </a:lnTo>
                <a:close/>
              </a:path>
              <a:path w="399414" h="407035">
                <a:moveTo>
                  <a:pt x="6096" y="220979"/>
                </a:moveTo>
                <a:lnTo>
                  <a:pt x="4572" y="216408"/>
                </a:lnTo>
                <a:lnTo>
                  <a:pt x="25693" y="201263"/>
                </a:lnTo>
                <a:lnTo>
                  <a:pt x="45529" y="185547"/>
                </a:lnTo>
                <a:lnTo>
                  <a:pt x="80772" y="152400"/>
                </a:lnTo>
                <a:lnTo>
                  <a:pt x="108394" y="120967"/>
                </a:lnTo>
                <a:lnTo>
                  <a:pt x="123444" y="97536"/>
                </a:lnTo>
                <a:lnTo>
                  <a:pt x="153924" y="124968"/>
                </a:lnTo>
                <a:lnTo>
                  <a:pt x="137160" y="131064"/>
                </a:lnTo>
                <a:lnTo>
                  <a:pt x="99964" y="162472"/>
                </a:lnTo>
                <a:lnTo>
                  <a:pt x="65913" y="188023"/>
                </a:lnTo>
                <a:lnTo>
                  <a:pt x="34718" y="207573"/>
                </a:lnTo>
                <a:lnTo>
                  <a:pt x="6096" y="220979"/>
                </a:lnTo>
                <a:close/>
              </a:path>
              <a:path w="399414" h="407035">
                <a:moveTo>
                  <a:pt x="347472" y="208788"/>
                </a:moveTo>
                <a:lnTo>
                  <a:pt x="341376" y="208788"/>
                </a:lnTo>
                <a:lnTo>
                  <a:pt x="338328" y="205739"/>
                </a:lnTo>
                <a:lnTo>
                  <a:pt x="333756" y="196596"/>
                </a:lnTo>
                <a:lnTo>
                  <a:pt x="326374" y="186332"/>
                </a:lnTo>
                <a:lnTo>
                  <a:pt x="300228" y="156972"/>
                </a:lnTo>
                <a:lnTo>
                  <a:pt x="258437" y="123110"/>
                </a:lnTo>
                <a:lnTo>
                  <a:pt x="239268" y="109728"/>
                </a:lnTo>
                <a:lnTo>
                  <a:pt x="242316" y="103632"/>
                </a:lnTo>
                <a:lnTo>
                  <a:pt x="295084" y="128587"/>
                </a:lnTo>
                <a:lnTo>
                  <a:pt x="330708" y="147828"/>
                </a:lnTo>
                <a:lnTo>
                  <a:pt x="358140" y="182879"/>
                </a:lnTo>
                <a:lnTo>
                  <a:pt x="358038" y="186332"/>
                </a:lnTo>
                <a:lnTo>
                  <a:pt x="356616" y="192024"/>
                </a:lnTo>
                <a:lnTo>
                  <a:pt x="353568" y="198120"/>
                </a:lnTo>
                <a:lnTo>
                  <a:pt x="350520" y="205739"/>
                </a:lnTo>
                <a:lnTo>
                  <a:pt x="347472" y="208788"/>
                </a:lnTo>
                <a:close/>
              </a:path>
              <a:path w="399414" h="407035">
                <a:moveTo>
                  <a:pt x="217377" y="289560"/>
                </a:moveTo>
                <a:lnTo>
                  <a:pt x="192024" y="289560"/>
                </a:lnTo>
                <a:lnTo>
                  <a:pt x="209430" y="263532"/>
                </a:lnTo>
                <a:lnTo>
                  <a:pt x="224980" y="233362"/>
                </a:lnTo>
                <a:lnTo>
                  <a:pt x="238529" y="198905"/>
                </a:lnTo>
                <a:lnTo>
                  <a:pt x="249936" y="160020"/>
                </a:lnTo>
                <a:lnTo>
                  <a:pt x="289560" y="184403"/>
                </a:lnTo>
                <a:lnTo>
                  <a:pt x="272796" y="193548"/>
                </a:lnTo>
                <a:lnTo>
                  <a:pt x="255865" y="228719"/>
                </a:lnTo>
                <a:lnTo>
                  <a:pt x="239077" y="258889"/>
                </a:lnTo>
                <a:lnTo>
                  <a:pt x="222003" y="284202"/>
                </a:lnTo>
                <a:lnTo>
                  <a:pt x="217377" y="289560"/>
                </a:lnTo>
                <a:close/>
              </a:path>
              <a:path w="399414" h="407035">
                <a:moveTo>
                  <a:pt x="3048" y="406908"/>
                </a:moveTo>
                <a:lnTo>
                  <a:pt x="1524" y="400812"/>
                </a:lnTo>
                <a:lnTo>
                  <a:pt x="52935" y="381952"/>
                </a:lnTo>
                <a:lnTo>
                  <a:pt x="99631" y="359664"/>
                </a:lnTo>
                <a:lnTo>
                  <a:pt x="141470" y="333946"/>
                </a:lnTo>
                <a:lnTo>
                  <a:pt x="178308" y="304800"/>
                </a:lnTo>
                <a:lnTo>
                  <a:pt x="160829" y="276534"/>
                </a:lnTo>
                <a:lnTo>
                  <a:pt x="144780" y="244411"/>
                </a:lnTo>
                <a:lnTo>
                  <a:pt x="129873" y="208573"/>
                </a:lnTo>
                <a:lnTo>
                  <a:pt x="115824" y="169164"/>
                </a:lnTo>
                <a:lnTo>
                  <a:pt x="123444" y="167639"/>
                </a:lnTo>
                <a:lnTo>
                  <a:pt x="139088" y="202763"/>
                </a:lnTo>
                <a:lnTo>
                  <a:pt x="156019" y="234886"/>
                </a:lnTo>
                <a:lnTo>
                  <a:pt x="173807" y="263866"/>
                </a:lnTo>
                <a:lnTo>
                  <a:pt x="192024" y="289560"/>
                </a:lnTo>
                <a:lnTo>
                  <a:pt x="217377" y="289560"/>
                </a:lnTo>
                <a:lnTo>
                  <a:pt x="204216" y="304800"/>
                </a:lnTo>
                <a:lnTo>
                  <a:pt x="225180" y="320040"/>
                </a:lnTo>
                <a:lnTo>
                  <a:pt x="192024" y="320040"/>
                </a:lnTo>
                <a:lnTo>
                  <a:pt x="152852" y="348615"/>
                </a:lnTo>
                <a:lnTo>
                  <a:pt x="108394" y="372618"/>
                </a:lnTo>
                <a:lnTo>
                  <a:pt x="58507" y="392049"/>
                </a:lnTo>
                <a:lnTo>
                  <a:pt x="3048" y="406908"/>
                </a:lnTo>
                <a:close/>
              </a:path>
              <a:path w="399414" h="407035">
                <a:moveTo>
                  <a:pt x="368808" y="402335"/>
                </a:moveTo>
                <a:lnTo>
                  <a:pt x="313967" y="390334"/>
                </a:lnTo>
                <a:lnTo>
                  <a:pt x="266128" y="372618"/>
                </a:lnTo>
                <a:lnTo>
                  <a:pt x="225432" y="349186"/>
                </a:lnTo>
                <a:lnTo>
                  <a:pt x="192024" y="320040"/>
                </a:lnTo>
                <a:lnTo>
                  <a:pt x="225180" y="320040"/>
                </a:lnTo>
                <a:lnTo>
                  <a:pt x="244768" y="334279"/>
                </a:lnTo>
                <a:lnTo>
                  <a:pt x="290893" y="354330"/>
                </a:lnTo>
                <a:lnTo>
                  <a:pt x="342447" y="365236"/>
                </a:lnTo>
                <a:lnTo>
                  <a:pt x="399288" y="367283"/>
                </a:lnTo>
                <a:lnTo>
                  <a:pt x="399288" y="371856"/>
                </a:lnTo>
                <a:lnTo>
                  <a:pt x="387024" y="378761"/>
                </a:lnTo>
                <a:lnTo>
                  <a:pt x="377761" y="385953"/>
                </a:lnTo>
                <a:lnTo>
                  <a:pt x="371641" y="393715"/>
                </a:lnTo>
                <a:lnTo>
                  <a:pt x="368808" y="40233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pic>
        <p:nvPicPr>
          <p:cNvPr id="39" name="object 39"/>
          <p:cNvPicPr/>
          <p:nvPr/>
        </p:nvPicPr>
        <p:blipFill>
          <a:blip r:embed="rId4" cstate="print"/>
          <a:stretch>
            <a:fillRect/>
          </a:stretch>
        </p:blipFill>
        <p:spPr>
          <a:xfrm>
            <a:off x="4392167" y="3811523"/>
            <a:ext cx="96012" cy="96012"/>
          </a:xfrm>
          <a:prstGeom prst="rect">
            <a:avLst/>
          </a:prstGeom>
        </p:spPr>
      </p:pic>
      <p:sp>
        <p:nvSpPr>
          <p:cNvPr id="40" name="object 40"/>
          <p:cNvSpPr/>
          <p:nvPr/>
        </p:nvSpPr>
        <p:spPr>
          <a:xfrm>
            <a:off x="1744980" y="4824983"/>
            <a:ext cx="1300480" cy="411480"/>
          </a:xfrm>
          <a:custGeom>
            <a:avLst/>
            <a:gdLst/>
            <a:ahLst/>
            <a:cxnLst/>
            <a:rect l="l" t="t" r="r" b="b"/>
            <a:pathLst>
              <a:path w="1300480" h="411479">
                <a:moveTo>
                  <a:pt x="172212" y="32004"/>
                </a:moveTo>
                <a:lnTo>
                  <a:pt x="141732" y="12192"/>
                </a:lnTo>
                <a:lnTo>
                  <a:pt x="136588" y="23964"/>
                </a:lnTo>
                <a:lnTo>
                  <a:pt x="128016" y="38862"/>
                </a:lnTo>
                <a:lnTo>
                  <a:pt x="116014" y="57200"/>
                </a:lnTo>
                <a:lnTo>
                  <a:pt x="100584" y="79248"/>
                </a:lnTo>
                <a:lnTo>
                  <a:pt x="85483" y="65582"/>
                </a:lnTo>
                <a:lnTo>
                  <a:pt x="67818" y="52197"/>
                </a:lnTo>
                <a:lnTo>
                  <a:pt x="47853" y="39395"/>
                </a:lnTo>
                <a:lnTo>
                  <a:pt x="25908" y="27432"/>
                </a:lnTo>
                <a:lnTo>
                  <a:pt x="22860" y="32004"/>
                </a:lnTo>
                <a:lnTo>
                  <a:pt x="39712" y="46037"/>
                </a:lnTo>
                <a:lnTo>
                  <a:pt x="56007" y="60769"/>
                </a:lnTo>
                <a:lnTo>
                  <a:pt x="71716" y="76377"/>
                </a:lnTo>
                <a:lnTo>
                  <a:pt x="86868" y="92964"/>
                </a:lnTo>
                <a:lnTo>
                  <a:pt x="68884" y="112115"/>
                </a:lnTo>
                <a:lnTo>
                  <a:pt x="49339" y="130683"/>
                </a:lnTo>
                <a:lnTo>
                  <a:pt x="28359" y="148691"/>
                </a:lnTo>
                <a:lnTo>
                  <a:pt x="6096" y="166116"/>
                </a:lnTo>
                <a:lnTo>
                  <a:pt x="9144" y="170688"/>
                </a:lnTo>
                <a:lnTo>
                  <a:pt x="32575" y="158191"/>
                </a:lnTo>
                <a:lnTo>
                  <a:pt x="54864" y="143827"/>
                </a:lnTo>
                <a:lnTo>
                  <a:pt x="76009" y="128041"/>
                </a:lnTo>
                <a:lnTo>
                  <a:pt x="96012" y="111252"/>
                </a:lnTo>
                <a:lnTo>
                  <a:pt x="99415" y="121831"/>
                </a:lnTo>
                <a:lnTo>
                  <a:pt x="102679" y="132969"/>
                </a:lnTo>
                <a:lnTo>
                  <a:pt x="105651" y="144691"/>
                </a:lnTo>
                <a:lnTo>
                  <a:pt x="108204" y="156972"/>
                </a:lnTo>
                <a:lnTo>
                  <a:pt x="85928" y="198716"/>
                </a:lnTo>
                <a:lnTo>
                  <a:pt x="60388" y="237172"/>
                </a:lnTo>
                <a:lnTo>
                  <a:pt x="31686" y="272491"/>
                </a:lnTo>
                <a:lnTo>
                  <a:pt x="0" y="304800"/>
                </a:lnTo>
                <a:lnTo>
                  <a:pt x="1524" y="312420"/>
                </a:lnTo>
                <a:lnTo>
                  <a:pt x="36118" y="286943"/>
                </a:lnTo>
                <a:lnTo>
                  <a:pt x="66865" y="258318"/>
                </a:lnTo>
                <a:lnTo>
                  <a:pt x="93891" y="226275"/>
                </a:lnTo>
                <a:lnTo>
                  <a:pt x="117348" y="190500"/>
                </a:lnTo>
                <a:lnTo>
                  <a:pt x="118135" y="233172"/>
                </a:lnTo>
                <a:lnTo>
                  <a:pt x="118021" y="272491"/>
                </a:lnTo>
                <a:lnTo>
                  <a:pt x="114300" y="321564"/>
                </a:lnTo>
                <a:lnTo>
                  <a:pt x="99060" y="361188"/>
                </a:lnTo>
                <a:lnTo>
                  <a:pt x="85344" y="365760"/>
                </a:lnTo>
                <a:lnTo>
                  <a:pt x="79248" y="365760"/>
                </a:lnTo>
                <a:lnTo>
                  <a:pt x="71818" y="365480"/>
                </a:lnTo>
                <a:lnTo>
                  <a:pt x="63246" y="364617"/>
                </a:lnTo>
                <a:lnTo>
                  <a:pt x="53530" y="363194"/>
                </a:lnTo>
                <a:lnTo>
                  <a:pt x="42672" y="361188"/>
                </a:lnTo>
                <a:lnTo>
                  <a:pt x="42672" y="367284"/>
                </a:lnTo>
                <a:lnTo>
                  <a:pt x="58102" y="374484"/>
                </a:lnTo>
                <a:lnTo>
                  <a:pt x="70104" y="382524"/>
                </a:lnTo>
                <a:lnTo>
                  <a:pt x="78676" y="391718"/>
                </a:lnTo>
                <a:lnTo>
                  <a:pt x="83820" y="402336"/>
                </a:lnTo>
                <a:lnTo>
                  <a:pt x="100647" y="392607"/>
                </a:lnTo>
                <a:lnTo>
                  <a:pt x="114490" y="381571"/>
                </a:lnTo>
                <a:lnTo>
                  <a:pt x="125171" y="369125"/>
                </a:lnTo>
                <a:lnTo>
                  <a:pt x="126949" y="365760"/>
                </a:lnTo>
                <a:lnTo>
                  <a:pt x="132588" y="355092"/>
                </a:lnTo>
                <a:lnTo>
                  <a:pt x="137680" y="337070"/>
                </a:lnTo>
                <a:lnTo>
                  <a:pt x="141351" y="312610"/>
                </a:lnTo>
                <a:lnTo>
                  <a:pt x="143268" y="281940"/>
                </a:lnTo>
                <a:lnTo>
                  <a:pt x="143256" y="243840"/>
                </a:lnTo>
                <a:lnTo>
                  <a:pt x="141274" y="204457"/>
                </a:lnTo>
                <a:lnTo>
                  <a:pt x="139128" y="190500"/>
                </a:lnTo>
                <a:lnTo>
                  <a:pt x="135445" y="166497"/>
                </a:lnTo>
                <a:lnTo>
                  <a:pt x="125895" y="130263"/>
                </a:lnTo>
                <a:lnTo>
                  <a:pt x="118605" y="111252"/>
                </a:lnTo>
                <a:lnTo>
                  <a:pt x="112776" y="96012"/>
                </a:lnTo>
                <a:lnTo>
                  <a:pt x="121894" y="85115"/>
                </a:lnTo>
                <a:lnTo>
                  <a:pt x="127127" y="79248"/>
                </a:lnTo>
                <a:lnTo>
                  <a:pt x="130873" y="75057"/>
                </a:lnTo>
                <a:lnTo>
                  <a:pt x="139560" y="65582"/>
                </a:lnTo>
                <a:lnTo>
                  <a:pt x="147828" y="56388"/>
                </a:lnTo>
                <a:lnTo>
                  <a:pt x="155270" y="47866"/>
                </a:lnTo>
                <a:lnTo>
                  <a:pt x="161734" y="40767"/>
                </a:lnTo>
                <a:lnTo>
                  <a:pt x="167322" y="35394"/>
                </a:lnTo>
                <a:lnTo>
                  <a:pt x="172212" y="32004"/>
                </a:lnTo>
                <a:close/>
              </a:path>
              <a:path w="1300480" h="411479">
                <a:moveTo>
                  <a:pt x="403860" y="359664"/>
                </a:moveTo>
                <a:lnTo>
                  <a:pt x="380238" y="319849"/>
                </a:lnTo>
                <a:lnTo>
                  <a:pt x="335280" y="281940"/>
                </a:lnTo>
                <a:lnTo>
                  <a:pt x="330708" y="288036"/>
                </a:lnTo>
                <a:lnTo>
                  <a:pt x="342150" y="302069"/>
                </a:lnTo>
                <a:lnTo>
                  <a:pt x="351472" y="314515"/>
                </a:lnTo>
                <a:lnTo>
                  <a:pt x="358775" y="325551"/>
                </a:lnTo>
                <a:lnTo>
                  <a:pt x="364236" y="335280"/>
                </a:lnTo>
                <a:lnTo>
                  <a:pt x="288036" y="344424"/>
                </a:lnTo>
                <a:lnTo>
                  <a:pt x="288036" y="243840"/>
                </a:lnTo>
                <a:lnTo>
                  <a:pt x="345948" y="243840"/>
                </a:lnTo>
                <a:lnTo>
                  <a:pt x="345948" y="269748"/>
                </a:lnTo>
                <a:lnTo>
                  <a:pt x="371856" y="256032"/>
                </a:lnTo>
                <a:lnTo>
                  <a:pt x="371703" y="243840"/>
                </a:lnTo>
                <a:lnTo>
                  <a:pt x="371614" y="237172"/>
                </a:lnTo>
                <a:lnTo>
                  <a:pt x="371551" y="233172"/>
                </a:lnTo>
                <a:lnTo>
                  <a:pt x="371094" y="208216"/>
                </a:lnTo>
                <a:lnTo>
                  <a:pt x="370560" y="170954"/>
                </a:lnTo>
                <a:lnTo>
                  <a:pt x="370332" y="124968"/>
                </a:lnTo>
                <a:lnTo>
                  <a:pt x="384695" y="115824"/>
                </a:lnTo>
                <a:lnTo>
                  <a:pt x="387096" y="114300"/>
                </a:lnTo>
                <a:lnTo>
                  <a:pt x="377405" y="105156"/>
                </a:lnTo>
                <a:lnTo>
                  <a:pt x="359664" y="88392"/>
                </a:lnTo>
                <a:lnTo>
                  <a:pt x="345948" y="102108"/>
                </a:lnTo>
                <a:lnTo>
                  <a:pt x="345948" y="115824"/>
                </a:lnTo>
                <a:lnTo>
                  <a:pt x="345948" y="233172"/>
                </a:lnTo>
                <a:lnTo>
                  <a:pt x="288036" y="233172"/>
                </a:lnTo>
                <a:lnTo>
                  <a:pt x="288036" y="115824"/>
                </a:lnTo>
                <a:lnTo>
                  <a:pt x="345948" y="115824"/>
                </a:lnTo>
                <a:lnTo>
                  <a:pt x="345948" y="102108"/>
                </a:lnTo>
                <a:lnTo>
                  <a:pt x="342900" y="105156"/>
                </a:lnTo>
                <a:lnTo>
                  <a:pt x="288036" y="105156"/>
                </a:lnTo>
                <a:lnTo>
                  <a:pt x="288036" y="35052"/>
                </a:lnTo>
                <a:lnTo>
                  <a:pt x="298704" y="24384"/>
                </a:lnTo>
                <a:lnTo>
                  <a:pt x="260604" y="4572"/>
                </a:lnTo>
                <a:lnTo>
                  <a:pt x="261721" y="21145"/>
                </a:lnTo>
                <a:lnTo>
                  <a:pt x="262699" y="43434"/>
                </a:lnTo>
                <a:lnTo>
                  <a:pt x="263385" y="71437"/>
                </a:lnTo>
                <a:lnTo>
                  <a:pt x="263652" y="105156"/>
                </a:lnTo>
                <a:lnTo>
                  <a:pt x="263652" y="115824"/>
                </a:lnTo>
                <a:lnTo>
                  <a:pt x="263652" y="233172"/>
                </a:lnTo>
                <a:lnTo>
                  <a:pt x="204216" y="233172"/>
                </a:lnTo>
                <a:lnTo>
                  <a:pt x="204216" y="115824"/>
                </a:lnTo>
                <a:lnTo>
                  <a:pt x="263652" y="115824"/>
                </a:lnTo>
                <a:lnTo>
                  <a:pt x="263652" y="105156"/>
                </a:lnTo>
                <a:lnTo>
                  <a:pt x="204216" y="105156"/>
                </a:lnTo>
                <a:lnTo>
                  <a:pt x="178308" y="88392"/>
                </a:lnTo>
                <a:lnTo>
                  <a:pt x="178549" y="112115"/>
                </a:lnTo>
                <a:lnTo>
                  <a:pt x="179539" y="156972"/>
                </a:lnTo>
                <a:lnTo>
                  <a:pt x="179705" y="170954"/>
                </a:lnTo>
                <a:lnTo>
                  <a:pt x="179590" y="206654"/>
                </a:lnTo>
                <a:lnTo>
                  <a:pt x="178536" y="253606"/>
                </a:lnTo>
                <a:lnTo>
                  <a:pt x="178308" y="277368"/>
                </a:lnTo>
                <a:lnTo>
                  <a:pt x="204216" y="263652"/>
                </a:lnTo>
                <a:lnTo>
                  <a:pt x="204216" y="243840"/>
                </a:lnTo>
                <a:lnTo>
                  <a:pt x="263652" y="243840"/>
                </a:lnTo>
                <a:lnTo>
                  <a:pt x="263652" y="348996"/>
                </a:lnTo>
                <a:lnTo>
                  <a:pt x="231952" y="352120"/>
                </a:lnTo>
                <a:lnTo>
                  <a:pt x="203263" y="354520"/>
                </a:lnTo>
                <a:lnTo>
                  <a:pt x="177711" y="356069"/>
                </a:lnTo>
                <a:lnTo>
                  <a:pt x="155448" y="356616"/>
                </a:lnTo>
                <a:lnTo>
                  <a:pt x="170688" y="393192"/>
                </a:lnTo>
                <a:lnTo>
                  <a:pt x="213550" y="378409"/>
                </a:lnTo>
                <a:lnTo>
                  <a:pt x="267843" y="364985"/>
                </a:lnTo>
                <a:lnTo>
                  <a:pt x="360299" y="344424"/>
                </a:lnTo>
                <a:lnTo>
                  <a:pt x="367284" y="342900"/>
                </a:lnTo>
                <a:lnTo>
                  <a:pt x="371563" y="353999"/>
                </a:lnTo>
                <a:lnTo>
                  <a:pt x="375285" y="364236"/>
                </a:lnTo>
                <a:lnTo>
                  <a:pt x="378421" y="373341"/>
                </a:lnTo>
                <a:lnTo>
                  <a:pt x="381000" y="381000"/>
                </a:lnTo>
                <a:lnTo>
                  <a:pt x="385572" y="390144"/>
                </a:lnTo>
                <a:lnTo>
                  <a:pt x="390144" y="390144"/>
                </a:lnTo>
                <a:lnTo>
                  <a:pt x="393192" y="388620"/>
                </a:lnTo>
                <a:lnTo>
                  <a:pt x="402336" y="379476"/>
                </a:lnTo>
                <a:lnTo>
                  <a:pt x="403860" y="373380"/>
                </a:lnTo>
                <a:lnTo>
                  <a:pt x="403860" y="359664"/>
                </a:lnTo>
                <a:close/>
              </a:path>
              <a:path w="1300480" h="411479">
                <a:moveTo>
                  <a:pt x="617207" y="277368"/>
                </a:moveTo>
                <a:lnTo>
                  <a:pt x="606539" y="233172"/>
                </a:lnTo>
                <a:lnTo>
                  <a:pt x="588441" y="197739"/>
                </a:lnTo>
                <a:lnTo>
                  <a:pt x="553199" y="141732"/>
                </a:lnTo>
                <a:lnTo>
                  <a:pt x="545579" y="144780"/>
                </a:lnTo>
                <a:lnTo>
                  <a:pt x="555040" y="167093"/>
                </a:lnTo>
                <a:lnTo>
                  <a:pt x="562914" y="188404"/>
                </a:lnTo>
                <a:lnTo>
                  <a:pt x="574535" y="228600"/>
                </a:lnTo>
                <a:lnTo>
                  <a:pt x="585685" y="278320"/>
                </a:lnTo>
                <a:lnTo>
                  <a:pt x="589737" y="304304"/>
                </a:lnTo>
                <a:lnTo>
                  <a:pt x="592061" y="311848"/>
                </a:lnTo>
                <a:lnTo>
                  <a:pt x="595541" y="315112"/>
                </a:lnTo>
                <a:lnTo>
                  <a:pt x="600443" y="313944"/>
                </a:lnTo>
                <a:lnTo>
                  <a:pt x="608063" y="309372"/>
                </a:lnTo>
                <a:lnTo>
                  <a:pt x="612635" y="303276"/>
                </a:lnTo>
                <a:lnTo>
                  <a:pt x="614159" y="295656"/>
                </a:lnTo>
                <a:lnTo>
                  <a:pt x="617207" y="288036"/>
                </a:lnTo>
                <a:lnTo>
                  <a:pt x="617207" y="277368"/>
                </a:lnTo>
                <a:close/>
              </a:path>
              <a:path w="1300480" h="411479">
                <a:moveTo>
                  <a:pt x="669023" y="50292"/>
                </a:moveTo>
                <a:lnTo>
                  <a:pt x="642543" y="21336"/>
                </a:lnTo>
                <a:lnTo>
                  <a:pt x="608063" y="3048"/>
                </a:lnTo>
                <a:lnTo>
                  <a:pt x="605015" y="7620"/>
                </a:lnTo>
                <a:lnTo>
                  <a:pt x="617359" y="23368"/>
                </a:lnTo>
                <a:lnTo>
                  <a:pt x="627113" y="38671"/>
                </a:lnTo>
                <a:lnTo>
                  <a:pt x="634593" y="53708"/>
                </a:lnTo>
                <a:lnTo>
                  <a:pt x="640067" y="68580"/>
                </a:lnTo>
                <a:lnTo>
                  <a:pt x="643115" y="82296"/>
                </a:lnTo>
                <a:lnTo>
                  <a:pt x="647687" y="88392"/>
                </a:lnTo>
                <a:lnTo>
                  <a:pt x="655307" y="88392"/>
                </a:lnTo>
                <a:lnTo>
                  <a:pt x="658355" y="83820"/>
                </a:lnTo>
                <a:lnTo>
                  <a:pt x="667499" y="68580"/>
                </a:lnTo>
                <a:lnTo>
                  <a:pt x="669023" y="62484"/>
                </a:lnTo>
                <a:lnTo>
                  <a:pt x="669023" y="50292"/>
                </a:lnTo>
                <a:close/>
              </a:path>
              <a:path w="1300480" h="411479">
                <a:moveTo>
                  <a:pt x="830567" y="105156"/>
                </a:moveTo>
                <a:lnTo>
                  <a:pt x="797039" y="68580"/>
                </a:lnTo>
                <a:lnTo>
                  <a:pt x="771131" y="94488"/>
                </a:lnTo>
                <a:lnTo>
                  <a:pt x="473951" y="94488"/>
                </a:lnTo>
                <a:lnTo>
                  <a:pt x="489191" y="111252"/>
                </a:lnTo>
                <a:lnTo>
                  <a:pt x="498627" y="108381"/>
                </a:lnTo>
                <a:lnTo>
                  <a:pt x="508622" y="106489"/>
                </a:lnTo>
                <a:lnTo>
                  <a:pt x="519201" y="105473"/>
                </a:lnTo>
                <a:lnTo>
                  <a:pt x="530339" y="105156"/>
                </a:lnTo>
                <a:lnTo>
                  <a:pt x="830567" y="105156"/>
                </a:lnTo>
                <a:close/>
              </a:path>
              <a:path w="1300480" h="411479">
                <a:moveTo>
                  <a:pt x="854951" y="365760"/>
                </a:moveTo>
                <a:lnTo>
                  <a:pt x="821423" y="327660"/>
                </a:lnTo>
                <a:lnTo>
                  <a:pt x="793991" y="355092"/>
                </a:lnTo>
                <a:lnTo>
                  <a:pt x="676643" y="355092"/>
                </a:lnTo>
                <a:lnTo>
                  <a:pt x="694931" y="312229"/>
                </a:lnTo>
                <a:lnTo>
                  <a:pt x="713219" y="265938"/>
                </a:lnTo>
                <a:lnTo>
                  <a:pt x="731507" y="216217"/>
                </a:lnTo>
                <a:lnTo>
                  <a:pt x="749795" y="163068"/>
                </a:lnTo>
                <a:lnTo>
                  <a:pt x="768083" y="150876"/>
                </a:lnTo>
                <a:lnTo>
                  <a:pt x="722363" y="124968"/>
                </a:lnTo>
                <a:lnTo>
                  <a:pt x="717804" y="161201"/>
                </a:lnTo>
                <a:lnTo>
                  <a:pt x="709663" y="202247"/>
                </a:lnTo>
                <a:lnTo>
                  <a:pt x="698004" y="248196"/>
                </a:lnTo>
                <a:lnTo>
                  <a:pt x="682917" y="299123"/>
                </a:lnTo>
                <a:lnTo>
                  <a:pt x="664451" y="355092"/>
                </a:lnTo>
                <a:lnTo>
                  <a:pt x="444995" y="355092"/>
                </a:lnTo>
                <a:lnTo>
                  <a:pt x="461759" y="371856"/>
                </a:lnTo>
                <a:lnTo>
                  <a:pt x="471195" y="368985"/>
                </a:lnTo>
                <a:lnTo>
                  <a:pt x="481190" y="367093"/>
                </a:lnTo>
                <a:lnTo>
                  <a:pt x="491769" y="366077"/>
                </a:lnTo>
                <a:lnTo>
                  <a:pt x="502907" y="365760"/>
                </a:lnTo>
                <a:lnTo>
                  <a:pt x="854951" y="365760"/>
                </a:lnTo>
                <a:close/>
              </a:path>
              <a:path w="1300480" h="411479">
                <a:moveTo>
                  <a:pt x="1130795" y="38100"/>
                </a:moveTo>
                <a:lnTo>
                  <a:pt x="1095082" y="10274"/>
                </a:lnTo>
                <a:lnTo>
                  <a:pt x="1080503" y="4572"/>
                </a:lnTo>
                <a:lnTo>
                  <a:pt x="1075931" y="9144"/>
                </a:lnTo>
                <a:lnTo>
                  <a:pt x="1085367" y="19456"/>
                </a:lnTo>
                <a:lnTo>
                  <a:pt x="1093076" y="29908"/>
                </a:lnTo>
                <a:lnTo>
                  <a:pt x="1099083" y="40652"/>
                </a:lnTo>
                <a:lnTo>
                  <a:pt x="1103363" y="51816"/>
                </a:lnTo>
                <a:lnTo>
                  <a:pt x="1107935" y="62484"/>
                </a:lnTo>
                <a:lnTo>
                  <a:pt x="1110983" y="67056"/>
                </a:lnTo>
                <a:lnTo>
                  <a:pt x="1117079" y="67056"/>
                </a:lnTo>
                <a:lnTo>
                  <a:pt x="1120127" y="64008"/>
                </a:lnTo>
                <a:lnTo>
                  <a:pt x="1124699" y="57912"/>
                </a:lnTo>
                <a:lnTo>
                  <a:pt x="1127747" y="51816"/>
                </a:lnTo>
                <a:lnTo>
                  <a:pt x="1130795" y="47244"/>
                </a:lnTo>
                <a:lnTo>
                  <a:pt x="1130795" y="38100"/>
                </a:lnTo>
                <a:close/>
              </a:path>
              <a:path w="1300480" h="411479">
                <a:moveTo>
                  <a:pt x="1269479" y="80772"/>
                </a:moveTo>
                <a:lnTo>
                  <a:pt x="1258811" y="70104"/>
                </a:lnTo>
                <a:lnTo>
                  <a:pt x="1238999" y="50292"/>
                </a:lnTo>
                <a:lnTo>
                  <a:pt x="1219187" y="70104"/>
                </a:lnTo>
                <a:lnTo>
                  <a:pt x="1095743" y="70104"/>
                </a:lnTo>
                <a:lnTo>
                  <a:pt x="1095743" y="80772"/>
                </a:lnTo>
                <a:lnTo>
                  <a:pt x="1095743" y="123444"/>
                </a:lnTo>
                <a:lnTo>
                  <a:pt x="1095743" y="132588"/>
                </a:lnTo>
                <a:lnTo>
                  <a:pt x="1095743" y="170688"/>
                </a:lnTo>
                <a:lnTo>
                  <a:pt x="1095743" y="181356"/>
                </a:lnTo>
                <a:lnTo>
                  <a:pt x="1095743" y="222504"/>
                </a:lnTo>
                <a:lnTo>
                  <a:pt x="996683" y="222504"/>
                </a:lnTo>
                <a:lnTo>
                  <a:pt x="996683" y="181356"/>
                </a:lnTo>
                <a:lnTo>
                  <a:pt x="1095743" y="181356"/>
                </a:lnTo>
                <a:lnTo>
                  <a:pt x="1095743" y="170688"/>
                </a:lnTo>
                <a:lnTo>
                  <a:pt x="996683" y="170688"/>
                </a:lnTo>
                <a:lnTo>
                  <a:pt x="996683" y="132588"/>
                </a:lnTo>
                <a:lnTo>
                  <a:pt x="1095743" y="132588"/>
                </a:lnTo>
                <a:lnTo>
                  <a:pt x="1095743" y="123444"/>
                </a:lnTo>
                <a:lnTo>
                  <a:pt x="996683" y="123444"/>
                </a:lnTo>
                <a:lnTo>
                  <a:pt x="996683" y="105156"/>
                </a:lnTo>
                <a:lnTo>
                  <a:pt x="996683" y="80772"/>
                </a:lnTo>
                <a:lnTo>
                  <a:pt x="1095743" y="80772"/>
                </a:lnTo>
                <a:lnTo>
                  <a:pt x="1095743" y="70104"/>
                </a:lnTo>
                <a:lnTo>
                  <a:pt x="999731" y="70104"/>
                </a:lnTo>
                <a:lnTo>
                  <a:pt x="1025639" y="28956"/>
                </a:lnTo>
                <a:lnTo>
                  <a:pt x="1040879" y="24384"/>
                </a:lnTo>
                <a:lnTo>
                  <a:pt x="1007351" y="0"/>
                </a:lnTo>
                <a:lnTo>
                  <a:pt x="998474" y="21983"/>
                </a:lnTo>
                <a:lnTo>
                  <a:pt x="987729" y="44386"/>
                </a:lnTo>
                <a:lnTo>
                  <a:pt x="960107" y="89916"/>
                </a:lnTo>
                <a:lnTo>
                  <a:pt x="926769" y="133540"/>
                </a:lnTo>
                <a:lnTo>
                  <a:pt x="890003" y="169164"/>
                </a:lnTo>
                <a:lnTo>
                  <a:pt x="893051" y="175260"/>
                </a:lnTo>
                <a:lnTo>
                  <a:pt x="916178" y="158953"/>
                </a:lnTo>
                <a:lnTo>
                  <a:pt x="937437" y="141922"/>
                </a:lnTo>
                <a:lnTo>
                  <a:pt x="956703" y="124040"/>
                </a:lnTo>
                <a:lnTo>
                  <a:pt x="973823" y="105156"/>
                </a:lnTo>
                <a:lnTo>
                  <a:pt x="973709" y="170688"/>
                </a:lnTo>
                <a:lnTo>
                  <a:pt x="973632" y="187642"/>
                </a:lnTo>
                <a:lnTo>
                  <a:pt x="973188" y="225818"/>
                </a:lnTo>
                <a:lnTo>
                  <a:pt x="972299" y="262128"/>
                </a:lnTo>
                <a:lnTo>
                  <a:pt x="996683" y="252984"/>
                </a:lnTo>
                <a:lnTo>
                  <a:pt x="996683" y="231648"/>
                </a:lnTo>
                <a:lnTo>
                  <a:pt x="1266431" y="231648"/>
                </a:lnTo>
                <a:lnTo>
                  <a:pt x="1257287" y="222504"/>
                </a:lnTo>
                <a:lnTo>
                  <a:pt x="1235951" y="201168"/>
                </a:lnTo>
                <a:lnTo>
                  <a:pt x="1214615" y="222504"/>
                </a:lnTo>
                <a:lnTo>
                  <a:pt x="1118603" y="222504"/>
                </a:lnTo>
                <a:lnTo>
                  <a:pt x="1118603" y="181356"/>
                </a:lnTo>
                <a:lnTo>
                  <a:pt x="1243571" y="181356"/>
                </a:lnTo>
                <a:lnTo>
                  <a:pt x="1232903" y="170688"/>
                </a:lnTo>
                <a:lnTo>
                  <a:pt x="1214615" y="152400"/>
                </a:lnTo>
                <a:lnTo>
                  <a:pt x="1196327" y="170688"/>
                </a:lnTo>
                <a:lnTo>
                  <a:pt x="1118603" y="170688"/>
                </a:lnTo>
                <a:lnTo>
                  <a:pt x="1118603" y="132588"/>
                </a:lnTo>
                <a:lnTo>
                  <a:pt x="1246619" y="132588"/>
                </a:lnTo>
                <a:lnTo>
                  <a:pt x="1237957" y="123444"/>
                </a:lnTo>
                <a:lnTo>
                  <a:pt x="1219187" y="103632"/>
                </a:lnTo>
                <a:lnTo>
                  <a:pt x="1199375" y="123444"/>
                </a:lnTo>
                <a:lnTo>
                  <a:pt x="1118603" y="123444"/>
                </a:lnTo>
                <a:lnTo>
                  <a:pt x="1118603" y="80772"/>
                </a:lnTo>
                <a:lnTo>
                  <a:pt x="1269479" y="80772"/>
                </a:lnTo>
                <a:close/>
              </a:path>
              <a:path w="1300480" h="411479">
                <a:moveTo>
                  <a:pt x="1299959" y="371856"/>
                </a:moveTo>
                <a:lnTo>
                  <a:pt x="1248333" y="362140"/>
                </a:lnTo>
                <a:lnTo>
                  <a:pt x="1202423" y="344424"/>
                </a:lnTo>
                <a:lnTo>
                  <a:pt x="1163370" y="319468"/>
                </a:lnTo>
                <a:lnTo>
                  <a:pt x="1127747" y="286512"/>
                </a:lnTo>
                <a:lnTo>
                  <a:pt x="1298435" y="286512"/>
                </a:lnTo>
                <a:lnTo>
                  <a:pt x="1269479" y="254508"/>
                </a:lnTo>
                <a:lnTo>
                  <a:pt x="1248143" y="275844"/>
                </a:lnTo>
                <a:lnTo>
                  <a:pt x="1109459" y="275844"/>
                </a:lnTo>
                <a:lnTo>
                  <a:pt x="1109459" y="260604"/>
                </a:lnTo>
                <a:lnTo>
                  <a:pt x="1123175" y="248412"/>
                </a:lnTo>
                <a:lnTo>
                  <a:pt x="1085075" y="233172"/>
                </a:lnTo>
                <a:lnTo>
                  <a:pt x="1085964" y="241769"/>
                </a:lnTo>
                <a:lnTo>
                  <a:pt x="1086408" y="251650"/>
                </a:lnTo>
                <a:lnTo>
                  <a:pt x="1086586" y="262966"/>
                </a:lnTo>
                <a:lnTo>
                  <a:pt x="1086599" y="275844"/>
                </a:lnTo>
                <a:lnTo>
                  <a:pt x="891527" y="275844"/>
                </a:lnTo>
                <a:lnTo>
                  <a:pt x="908291" y="291084"/>
                </a:lnTo>
                <a:lnTo>
                  <a:pt x="917727" y="289090"/>
                </a:lnTo>
                <a:lnTo>
                  <a:pt x="927722" y="287655"/>
                </a:lnTo>
                <a:lnTo>
                  <a:pt x="938301" y="286804"/>
                </a:lnTo>
                <a:lnTo>
                  <a:pt x="949439" y="286512"/>
                </a:lnTo>
                <a:lnTo>
                  <a:pt x="1057643" y="286512"/>
                </a:lnTo>
                <a:lnTo>
                  <a:pt x="1018209" y="323164"/>
                </a:lnTo>
                <a:lnTo>
                  <a:pt x="975334" y="354926"/>
                </a:lnTo>
                <a:lnTo>
                  <a:pt x="922134" y="385267"/>
                </a:lnTo>
                <a:lnTo>
                  <a:pt x="891527" y="399288"/>
                </a:lnTo>
                <a:lnTo>
                  <a:pt x="893051" y="405384"/>
                </a:lnTo>
                <a:lnTo>
                  <a:pt x="953820" y="381381"/>
                </a:lnTo>
                <a:lnTo>
                  <a:pt x="1004303" y="355092"/>
                </a:lnTo>
                <a:lnTo>
                  <a:pt x="1047737" y="324421"/>
                </a:lnTo>
                <a:lnTo>
                  <a:pt x="1086599" y="288036"/>
                </a:lnTo>
                <a:lnTo>
                  <a:pt x="1086485" y="338328"/>
                </a:lnTo>
                <a:lnTo>
                  <a:pt x="1086383" y="355092"/>
                </a:lnTo>
                <a:lnTo>
                  <a:pt x="1085964" y="382981"/>
                </a:lnTo>
                <a:lnTo>
                  <a:pt x="1085075" y="411480"/>
                </a:lnTo>
                <a:lnTo>
                  <a:pt x="1110983" y="397764"/>
                </a:lnTo>
                <a:lnTo>
                  <a:pt x="1110107" y="381457"/>
                </a:lnTo>
                <a:lnTo>
                  <a:pt x="1109700" y="359664"/>
                </a:lnTo>
                <a:lnTo>
                  <a:pt x="1109599" y="345668"/>
                </a:lnTo>
                <a:lnTo>
                  <a:pt x="1109472" y="288036"/>
                </a:lnTo>
                <a:lnTo>
                  <a:pt x="1109459" y="286512"/>
                </a:lnTo>
                <a:lnTo>
                  <a:pt x="1120127" y="286512"/>
                </a:lnTo>
                <a:lnTo>
                  <a:pt x="1135545" y="309092"/>
                </a:lnTo>
                <a:lnTo>
                  <a:pt x="1151940" y="328803"/>
                </a:lnTo>
                <a:lnTo>
                  <a:pt x="1187183" y="359664"/>
                </a:lnTo>
                <a:lnTo>
                  <a:pt x="1226045" y="382333"/>
                </a:lnTo>
                <a:lnTo>
                  <a:pt x="1269479" y="399288"/>
                </a:lnTo>
                <a:lnTo>
                  <a:pt x="1273175" y="391007"/>
                </a:lnTo>
                <a:lnTo>
                  <a:pt x="1279575" y="384429"/>
                </a:lnTo>
                <a:lnTo>
                  <a:pt x="1288554" y="379577"/>
                </a:lnTo>
                <a:lnTo>
                  <a:pt x="1299959" y="376428"/>
                </a:lnTo>
                <a:lnTo>
                  <a:pt x="1299959" y="371856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" name="object 41"/>
          <p:cNvSpPr/>
          <p:nvPr/>
        </p:nvSpPr>
        <p:spPr>
          <a:xfrm>
            <a:off x="3130296" y="4831079"/>
            <a:ext cx="325120" cy="398145"/>
          </a:xfrm>
          <a:custGeom>
            <a:avLst/>
            <a:gdLst/>
            <a:ahLst/>
            <a:cxnLst/>
            <a:rect l="l" t="t" r="r" b="b"/>
            <a:pathLst>
              <a:path w="325120" h="398145">
                <a:moveTo>
                  <a:pt x="76200" y="85344"/>
                </a:moveTo>
                <a:lnTo>
                  <a:pt x="68580" y="85344"/>
                </a:lnTo>
                <a:lnTo>
                  <a:pt x="65532" y="80772"/>
                </a:lnTo>
                <a:lnTo>
                  <a:pt x="62484" y="70104"/>
                </a:lnTo>
                <a:lnTo>
                  <a:pt x="57007" y="55768"/>
                </a:lnTo>
                <a:lnTo>
                  <a:pt x="49530" y="40005"/>
                </a:lnTo>
                <a:lnTo>
                  <a:pt x="39766" y="22526"/>
                </a:lnTo>
                <a:lnTo>
                  <a:pt x="27432" y="3048"/>
                </a:lnTo>
                <a:lnTo>
                  <a:pt x="33528" y="0"/>
                </a:lnTo>
                <a:lnTo>
                  <a:pt x="72104" y="24860"/>
                </a:lnTo>
                <a:lnTo>
                  <a:pt x="91440" y="48768"/>
                </a:lnTo>
                <a:lnTo>
                  <a:pt x="91440" y="59436"/>
                </a:lnTo>
                <a:lnTo>
                  <a:pt x="88392" y="67056"/>
                </a:lnTo>
                <a:lnTo>
                  <a:pt x="83820" y="74676"/>
                </a:lnTo>
                <a:lnTo>
                  <a:pt x="79248" y="80772"/>
                </a:lnTo>
                <a:lnTo>
                  <a:pt x="76200" y="85344"/>
                </a:lnTo>
                <a:close/>
              </a:path>
              <a:path w="325120" h="398145">
                <a:moveTo>
                  <a:pt x="146304" y="60960"/>
                </a:moveTo>
                <a:lnTo>
                  <a:pt x="131064" y="45720"/>
                </a:lnTo>
                <a:lnTo>
                  <a:pt x="281940" y="45720"/>
                </a:lnTo>
                <a:lnTo>
                  <a:pt x="295656" y="24384"/>
                </a:lnTo>
                <a:lnTo>
                  <a:pt x="324612" y="48768"/>
                </a:lnTo>
                <a:lnTo>
                  <a:pt x="316145" y="56388"/>
                </a:lnTo>
                <a:lnTo>
                  <a:pt x="187452" y="56388"/>
                </a:lnTo>
                <a:lnTo>
                  <a:pt x="176950" y="56673"/>
                </a:lnTo>
                <a:lnTo>
                  <a:pt x="166306" y="57531"/>
                </a:lnTo>
                <a:lnTo>
                  <a:pt x="155948" y="58959"/>
                </a:lnTo>
                <a:lnTo>
                  <a:pt x="146304" y="60960"/>
                </a:lnTo>
                <a:close/>
              </a:path>
              <a:path w="325120" h="398145">
                <a:moveTo>
                  <a:pt x="308590" y="353568"/>
                </a:moveTo>
                <a:lnTo>
                  <a:pt x="277368" y="353568"/>
                </a:lnTo>
                <a:lnTo>
                  <a:pt x="283464" y="348996"/>
                </a:lnTo>
                <a:lnTo>
                  <a:pt x="283464" y="56388"/>
                </a:lnTo>
                <a:lnTo>
                  <a:pt x="316145" y="56388"/>
                </a:lnTo>
                <a:lnTo>
                  <a:pt x="309372" y="62484"/>
                </a:lnTo>
                <a:lnTo>
                  <a:pt x="309372" y="344424"/>
                </a:lnTo>
                <a:lnTo>
                  <a:pt x="308590" y="353568"/>
                </a:lnTo>
                <a:close/>
              </a:path>
              <a:path w="325120" h="398145">
                <a:moveTo>
                  <a:pt x="0" y="397763"/>
                </a:moveTo>
                <a:lnTo>
                  <a:pt x="813" y="362188"/>
                </a:lnTo>
                <a:lnTo>
                  <a:pt x="925" y="355092"/>
                </a:lnTo>
                <a:lnTo>
                  <a:pt x="1333" y="316801"/>
                </a:lnTo>
                <a:lnTo>
                  <a:pt x="1451" y="161544"/>
                </a:lnTo>
                <a:lnTo>
                  <a:pt x="1328" y="132588"/>
                </a:lnTo>
                <a:lnTo>
                  <a:pt x="881" y="100107"/>
                </a:lnTo>
                <a:lnTo>
                  <a:pt x="0" y="74676"/>
                </a:lnTo>
                <a:lnTo>
                  <a:pt x="44196" y="99060"/>
                </a:lnTo>
                <a:lnTo>
                  <a:pt x="27432" y="109728"/>
                </a:lnTo>
                <a:lnTo>
                  <a:pt x="27432" y="385572"/>
                </a:lnTo>
                <a:lnTo>
                  <a:pt x="0" y="397763"/>
                </a:lnTo>
                <a:close/>
              </a:path>
              <a:path w="325120" h="398145">
                <a:moveTo>
                  <a:pt x="240088" y="150876"/>
                </a:moveTo>
                <a:lnTo>
                  <a:pt x="201168" y="150876"/>
                </a:lnTo>
                <a:lnTo>
                  <a:pt x="213360" y="132588"/>
                </a:lnTo>
                <a:lnTo>
                  <a:pt x="240088" y="150876"/>
                </a:lnTo>
                <a:close/>
              </a:path>
              <a:path w="325120" h="398145">
                <a:moveTo>
                  <a:pt x="82296" y="307848"/>
                </a:moveTo>
                <a:lnTo>
                  <a:pt x="83177" y="282392"/>
                </a:lnTo>
                <a:lnTo>
                  <a:pt x="83629" y="258508"/>
                </a:lnTo>
                <a:lnTo>
                  <a:pt x="83727" y="245364"/>
                </a:lnTo>
                <a:lnTo>
                  <a:pt x="83796" y="194333"/>
                </a:lnTo>
                <a:lnTo>
                  <a:pt x="83614" y="173259"/>
                </a:lnTo>
                <a:lnTo>
                  <a:pt x="83177" y="153804"/>
                </a:lnTo>
                <a:lnTo>
                  <a:pt x="82296" y="134112"/>
                </a:lnTo>
                <a:lnTo>
                  <a:pt x="108204" y="150876"/>
                </a:lnTo>
                <a:lnTo>
                  <a:pt x="240088" y="150876"/>
                </a:lnTo>
                <a:lnTo>
                  <a:pt x="242316" y="152400"/>
                </a:lnTo>
                <a:lnTo>
                  <a:pt x="232029" y="161544"/>
                </a:lnTo>
                <a:lnTo>
                  <a:pt x="108204" y="161544"/>
                </a:lnTo>
                <a:lnTo>
                  <a:pt x="108204" y="263652"/>
                </a:lnTo>
                <a:lnTo>
                  <a:pt x="228772" y="263652"/>
                </a:lnTo>
                <a:lnTo>
                  <a:pt x="228790" y="264795"/>
                </a:lnTo>
                <a:lnTo>
                  <a:pt x="229141" y="274319"/>
                </a:lnTo>
                <a:lnTo>
                  <a:pt x="108204" y="274319"/>
                </a:lnTo>
                <a:lnTo>
                  <a:pt x="108204" y="297180"/>
                </a:lnTo>
                <a:lnTo>
                  <a:pt x="82296" y="307848"/>
                </a:lnTo>
                <a:close/>
              </a:path>
              <a:path w="325120" h="398145">
                <a:moveTo>
                  <a:pt x="228772" y="263652"/>
                </a:moveTo>
                <a:lnTo>
                  <a:pt x="204216" y="263652"/>
                </a:lnTo>
                <a:lnTo>
                  <a:pt x="204216" y="161544"/>
                </a:lnTo>
                <a:lnTo>
                  <a:pt x="232029" y="161544"/>
                </a:lnTo>
                <a:lnTo>
                  <a:pt x="228600" y="164592"/>
                </a:lnTo>
                <a:lnTo>
                  <a:pt x="228691" y="258508"/>
                </a:lnTo>
                <a:lnTo>
                  <a:pt x="228772" y="263652"/>
                </a:lnTo>
                <a:close/>
              </a:path>
              <a:path w="325120" h="398145">
                <a:moveTo>
                  <a:pt x="204216" y="300228"/>
                </a:moveTo>
                <a:lnTo>
                  <a:pt x="204216" y="274319"/>
                </a:lnTo>
                <a:lnTo>
                  <a:pt x="229141" y="274319"/>
                </a:lnTo>
                <a:lnTo>
                  <a:pt x="229242" y="277082"/>
                </a:lnTo>
                <a:lnTo>
                  <a:pt x="230124" y="291083"/>
                </a:lnTo>
                <a:lnTo>
                  <a:pt x="204216" y="300228"/>
                </a:lnTo>
                <a:close/>
              </a:path>
              <a:path w="325120" h="398145">
                <a:moveTo>
                  <a:pt x="266700" y="397763"/>
                </a:moveTo>
                <a:lnTo>
                  <a:pt x="262985" y="383809"/>
                </a:lnTo>
                <a:lnTo>
                  <a:pt x="251841" y="371856"/>
                </a:lnTo>
                <a:lnTo>
                  <a:pt x="233267" y="362188"/>
                </a:lnTo>
                <a:lnTo>
                  <a:pt x="207264" y="355092"/>
                </a:lnTo>
                <a:lnTo>
                  <a:pt x="207264" y="347472"/>
                </a:lnTo>
                <a:lnTo>
                  <a:pt x="265176" y="353568"/>
                </a:lnTo>
                <a:lnTo>
                  <a:pt x="308590" y="353568"/>
                </a:lnTo>
                <a:lnTo>
                  <a:pt x="307633" y="364759"/>
                </a:lnTo>
                <a:lnTo>
                  <a:pt x="300037" y="380238"/>
                </a:lnTo>
                <a:lnTo>
                  <a:pt x="286440" y="391144"/>
                </a:lnTo>
                <a:lnTo>
                  <a:pt x="266700" y="397763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" name="object 42"/>
          <p:cNvSpPr/>
          <p:nvPr/>
        </p:nvSpPr>
        <p:spPr>
          <a:xfrm>
            <a:off x="3528059" y="4838700"/>
            <a:ext cx="405765" cy="391795"/>
          </a:xfrm>
          <a:custGeom>
            <a:avLst/>
            <a:gdLst/>
            <a:ahLst/>
            <a:cxnLst/>
            <a:rect l="l" t="t" r="r" b="b"/>
            <a:pathLst>
              <a:path w="405764" h="391795">
                <a:moveTo>
                  <a:pt x="217932" y="36576"/>
                </a:moveTo>
                <a:lnTo>
                  <a:pt x="201168" y="19812"/>
                </a:lnTo>
                <a:lnTo>
                  <a:pt x="353568" y="19812"/>
                </a:lnTo>
                <a:lnTo>
                  <a:pt x="373380" y="0"/>
                </a:lnTo>
                <a:lnTo>
                  <a:pt x="402336" y="30480"/>
                </a:lnTo>
                <a:lnTo>
                  <a:pt x="259080" y="30480"/>
                </a:lnTo>
                <a:lnTo>
                  <a:pt x="247935" y="30789"/>
                </a:lnTo>
                <a:lnTo>
                  <a:pt x="237363" y="31813"/>
                </a:lnTo>
                <a:lnTo>
                  <a:pt x="227361" y="33694"/>
                </a:lnTo>
                <a:lnTo>
                  <a:pt x="217932" y="36576"/>
                </a:lnTo>
                <a:close/>
              </a:path>
              <a:path w="405764" h="391795">
                <a:moveTo>
                  <a:pt x="189562" y="18288"/>
                </a:moveTo>
                <a:lnTo>
                  <a:pt x="155448" y="18288"/>
                </a:lnTo>
                <a:lnTo>
                  <a:pt x="167640" y="1524"/>
                </a:lnTo>
                <a:lnTo>
                  <a:pt x="189562" y="18288"/>
                </a:lnTo>
                <a:close/>
              </a:path>
              <a:path w="405764" h="391795">
                <a:moveTo>
                  <a:pt x="51816" y="167640"/>
                </a:moveTo>
                <a:lnTo>
                  <a:pt x="52697" y="147923"/>
                </a:lnTo>
                <a:lnTo>
                  <a:pt x="53149" y="127635"/>
                </a:lnTo>
                <a:lnTo>
                  <a:pt x="53249" y="55626"/>
                </a:lnTo>
                <a:lnTo>
                  <a:pt x="53149" y="43243"/>
                </a:lnTo>
                <a:lnTo>
                  <a:pt x="52697" y="23407"/>
                </a:lnTo>
                <a:lnTo>
                  <a:pt x="51816" y="4572"/>
                </a:lnTo>
                <a:lnTo>
                  <a:pt x="76200" y="18288"/>
                </a:lnTo>
                <a:lnTo>
                  <a:pt x="189562" y="18288"/>
                </a:lnTo>
                <a:lnTo>
                  <a:pt x="193548" y="21336"/>
                </a:lnTo>
                <a:lnTo>
                  <a:pt x="184839" y="28956"/>
                </a:lnTo>
                <a:lnTo>
                  <a:pt x="76200" y="28956"/>
                </a:lnTo>
                <a:lnTo>
                  <a:pt x="76200" y="79248"/>
                </a:lnTo>
                <a:lnTo>
                  <a:pt x="181430" y="79248"/>
                </a:lnTo>
                <a:lnTo>
                  <a:pt x="181484" y="89916"/>
                </a:lnTo>
                <a:lnTo>
                  <a:pt x="76200" y="89916"/>
                </a:lnTo>
                <a:lnTo>
                  <a:pt x="76200" y="138684"/>
                </a:lnTo>
                <a:lnTo>
                  <a:pt x="182351" y="138684"/>
                </a:lnTo>
                <a:lnTo>
                  <a:pt x="182762" y="149352"/>
                </a:lnTo>
                <a:lnTo>
                  <a:pt x="76200" y="149352"/>
                </a:lnTo>
                <a:lnTo>
                  <a:pt x="76200" y="160020"/>
                </a:lnTo>
                <a:lnTo>
                  <a:pt x="51816" y="167640"/>
                </a:lnTo>
                <a:close/>
              </a:path>
              <a:path w="405764" h="391795">
                <a:moveTo>
                  <a:pt x="181430" y="79248"/>
                </a:moveTo>
                <a:lnTo>
                  <a:pt x="158496" y="79248"/>
                </a:lnTo>
                <a:lnTo>
                  <a:pt x="158496" y="28956"/>
                </a:lnTo>
                <a:lnTo>
                  <a:pt x="184839" y="28956"/>
                </a:lnTo>
                <a:lnTo>
                  <a:pt x="181356" y="32004"/>
                </a:lnTo>
                <a:lnTo>
                  <a:pt x="181430" y="79248"/>
                </a:lnTo>
                <a:close/>
              </a:path>
              <a:path w="405764" h="391795">
                <a:moveTo>
                  <a:pt x="280416" y="80772"/>
                </a:moveTo>
                <a:lnTo>
                  <a:pt x="271272" y="80772"/>
                </a:lnTo>
                <a:lnTo>
                  <a:pt x="274415" y="68199"/>
                </a:lnTo>
                <a:lnTo>
                  <a:pt x="276987" y="55626"/>
                </a:lnTo>
                <a:lnTo>
                  <a:pt x="278987" y="43053"/>
                </a:lnTo>
                <a:lnTo>
                  <a:pt x="280416" y="30480"/>
                </a:lnTo>
                <a:lnTo>
                  <a:pt x="309372" y="30480"/>
                </a:lnTo>
                <a:lnTo>
                  <a:pt x="305061" y="37909"/>
                </a:lnTo>
                <a:lnTo>
                  <a:pt x="298894" y="48768"/>
                </a:lnTo>
                <a:lnTo>
                  <a:pt x="290726" y="63055"/>
                </a:lnTo>
                <a:lnTo>
                  <a:pt x="280416" y="80772"/>
                </a:lnTo>
                <a:close/>
              </a:path>
              <a:path w="405764" h="391795">
                <a:moveTo>
                  <a:pt x="378069" y="80772"/>
                </a:moveTo>
                <a:lnTo>
                  <a:pt x="345948" y="80772"/>
                </a:lnTo>
                <a:lnTo>
                  <a:pt x="358140" y="65532"/>
                </a:lnTo>
                <a:lnTo>
                  <a:pt x="378069" y="80772"/>
                </a:lnTo>
                <a:close/>
              </a:path>
              <a:path w="405764" h="391795">
                <a:moveTo>
                  <a:pt x="224028" y="249936"/>
                </a:moveTo>
                <a:lnTo>
                  <a:pt x="224909" y="230528"/>
                </a:lnTo>
                <a:lnTo>
                  <a:pt x="225317" y="211074"/>
                </a:lnTo>
                <a:lnTo>
                  <a:pt x="225406" y="202692"/>
                </a:lnTo>
                <a:lnTo>
                  <a:pt x="225532" y="138684"/>
                </a:lnTo>
                <a:lnTo>
                  <a:pt x="225408" y="117348"/>
                </a:lnTo>
                <a:lnTo>
                  <a:pt x="225282" y="106775"/>
                </a:lnTo>
                <a:lnTo>
                  <a:pt x="224909" y="88225"/>
                </a:lnTo>
                <a:lnTo>
                  <a:pt x="224028" y="67056"/>
                </a:lnTo>
                <a:lnTo>
                  <a:pt x="248412" y="80772"/>
                </a:lnTo>
                <a:lnTo>
                  <a:pt x="378069" y="80772"/>
                </a:lnTo>
                <a:lnTo>
                  <a:pt x="384048" y="85344"/>
                </a:lnTo>
                <a:lnTo>
                  <a:pt x="375920" y="91440"/>
                </a:lnTo>
                <a:lnTo>
                  <a:pt x="248412" y="91440"/>
                </a:lnTo>
                <a:lnTo>
                  <a:pt x="248412" y="236220"/>
                </a:lnTo>
                <a:lnTo>
                  <a:pt x="224028" y="249936"/>
                </a:lnTo>
                <a:close/>
              </a:path>
              <a:path w="405764" h="391795">
                <a:moveTo>
                  <a:pt x="182351" y="138684"/>
                </a:moveTo>
                <a:lnTo>
                  <a:pt x="158496" y="138684"/>
                </a:lnTo>
                <a:lnTo>
                  <a:pt x="158496" y="89916"/>
                </a:lnTo>
                <a:lnTo>
                  <a:pt x="181484" y="89916"/>
                </a:lnTo>
                <a:lnTo>
                  <a:pt x="181546" y="101917"/>
                </a:lnTo>
                <a:lnTo>
                  <a:pt x="181998" y="129516"/>
                </a:lnTo>
                <a:lnTo>
                  <a:pt x="182351" y="138684"/>
                </a:lnTo>
                <a:close/>
              </a:path>
              <a:path w="405764" h="391795">
                <a:moveTo>
                  <a:pt x="348996" y="243839"/>
                </a:moveTo>
                <a:lnTo>
                  <a:pt x="348996" y="91440"/>
                </a:lnTo>
                <a:lnTo>
                  <a:pt x="375920" y="91440"/>
                </a:lnTo>
                <a:lnTo>
                  <a:pt x="371856" y="94488"/>
                </a:lnTo>
                <a:lnTo>
                  <a:pt x="371856" y="178308"/>
                </a:lnTo>
                <a:lnTo>
                  <a:pt x="372094" y="186856"/>
                </a:lnTo>
                <a:lnTo>
                  <a:pt x="372592" y="198120"/>
                </a:lnTo>
                <a:lnTo>
                  <a:pt x="373051" y="211074"/>
                </a:lnTo>
                <a:lnTo>
                  <a:pt x="373157" y="214884"/>
                </a:lnTo>
                <a:lnTo>
                  <a:pt x="373380" y="231648"/>
                </a:lnTo>
                <a:lnTo>
                  <a:pt x="348996" y="243839"/>
                </a:lnTo>
                <a:close/>
              </a:path>
              <a:path w="405764" h="391795">
                <a:moveTo>
                  <a:pt x="192024" y="345948"/>
                </a:moveTo>
                <a:lnTo>
                  <a:pt x="187452" y="339852"/>
                </a:lnTo>
                <a:lnTo>
                  <a:pt x="211740" y="326112"/>
                </a:lnTo>
                <a:lnTo>
                  <a:pt x="232029" y="312229"/>
                </a:lnTo>
                <a:lnTo>
                  <a:pt x="260604" y="283463"/>
                </a:lnTo>
                <a:lnTo>
                  <a:pt x="279677" y="231171"/>
                </a:lnTo>
                <a:lnTo>
                  <a:pt x="283678" y="188928"/>
                </a:lnTo>
                <a:lnTo>
                  <a:pt x="284367" y="167640"/>
                </a:lnTo>
                <a:lnTo>
                  <a:pt x="284297" y="142160"/>
                </a:lnTo>
                <a:lnTo>
                  <a:pt x="283464" y="117348"/>
                </a:lnTo>
                <a:lnTo>
                  <a:pt x="321564" y="137160"/>
                </a:lnTo>
                <a:lnTo>
                  <a:pt x="307848" y="149352"/>
                </a:lnTo>
                <a:lnTo>
                  <a:pt x="307276" y="183070"/>
                </a:lnTo>
                <a:lnTo>
                  <a:pt x="305562" y="211074"/>
                </a:lnTo>
                <a:lnTo>
                  <a:pt x="298704" y="249936"/>
                </a:lnTo>
                <a:lnTo>
                  <a:pt x="276629" y="291298"/>
                </a:lnTo>
                <a:lnTo>
                  <a:pt x="234315" y="326326"/>
                </a:lnTo>
                <a:lnTo>
                  <a:pt x="214598" y="336494"/>
                </a:lnTo>
                <a:lnTo>
                  <a:pt x="192024" y="345948"/>
                </a:lnTo>
                <a:close/>
              </a:path>
              <a:path w="405764" h="391795">
                <a:moveTo>
                  <a:pt x="158496" y="164592"/>
                </a:moveTo>
                <a:lnTo>
                  <a:pt x="158496" y="149352"/>
                </a:lnTo>
                <a:lnTo>
                  <a:pt x="182762" y="149352"/>
                </a:lnTo>
                <a:lnTo>
                  <a:pt x="182880" y="152400"/>
                </a:lnTo>
                <a:lnTo>
                  <a:pt x="158496" y="164592"/>
                </a:lnTo>
                <a:close/>
              </a:path>
              <a:path w="405764" h="391795">
                <a:moveTo>
                  <a:pt x="30480" y="202692"/>
                </a:moveTo>
                <a:lnTo>
                  <a:pt x="13716" y="187451"/>
                </a:lnTo>
                <a:lnTo>
                  <a:pt x="167640" y="187451"/>
                </a:lnTo>
                <a:lnTo>
                  <a:pt x="187452" y="166116"/>
                </a:lnTo>
                <a:lnTo>
                  <a:pt x="216408" y="198120"/>
                </a:lnTo>
                <a:lnTo>
                  <a:pt x="71628" y="198120"/>
                </a:lnTo>
                <a:lnTo>
                  <a:pt x="60483" y="198405"/>
                </a:lnTo>
                <a:lnTo>
                  <a:pt x="49911" y="199263"/>
                </a:lnTo>
                <a:lnTo>
                  <a:pt x="39909" y="200691"/>
                </a:lnTo>
                <a:lnTo>
                  <a:pt x="30480" y="202692"/>
                </a:lnTo>
                <a:close/>
              </a:path>
              <a:path w="405764" h="391795">
                <a:moveTo>
                  <a:pt x="131064" y="329184"/>
                </a:moveTo>
                <a:lnTo>
                  <a:pt x="108204" y="329184"/>
                </a:lnTo>
                <a:lnTo>
                  <a:pt x="108204" y="198120"/>
                </a:lnTo>
                <a:lnTo>
                  <a:pt x="131064" y="198120"/>
                </a:lnTo>
                <a:lnTo>
                  <a:pt x="131064" y="259080"/>
                </a:lnTo>
                <a:lnTo>
                  <a:pt x="200606" y="259080"/>
                </a:lnTo>
                <a:lnTo>
                  <a:pt x="208788" y="268224"/>
                </a:lnTo>
                <a:lnTo>
                  <a:pt x="131064" y="268224"/>
                </a:lnTo>
                <a:lnTo>
                  <a:pt x="131064" y="329184"/>
                </a:lnTo>
                <a:close/>
              </a:path>
              <a:path w="405764" h="391795">
                <a:moveTo>
                  <a:pt x="6096" y="391668"/>
                </a:moveTo>
                <a:lnTo>
                  <a:pt x="0" y="388619"/>
                </a:lnTo>
                <a:lnTo>
                  <a:pt x="9715" y="369498"/>
                </a:lnTo>
                <a:lnTo>
                  <a:pt x="18288" y="348805"/>
                </a:lnTo>
                <a:lnTo>
                  <a:pt x="32004" y="303275"/>
                </a:lnTo>
                <a:lnTo>
                  <a:pt x="41148" y="256222"/>
                </a:lnTo>
                <a:lnTo>
                  <a:pt x="45720" y="214884"/>
                </a:lnTo>
                <a:lnTo>
                  <a:pt x="80772" y="231648"/>
                </a:lnTo>
                <a:lnTo>
                  <a:pt x="74223" y="237648"/>
                </a:lnTo>
                <a:lnTo>
                  <a:pt x="68389" y="248793"/>
                </a:lnTo>
                <a:lnTo>
                  <a:pt x="63412" y="265080"/>
                </a:lnTo>
                <a:lnTo>
                  <a:pt x="59436" y="286512"/>
                </a:lnTo>
                <a:lnTo>
                  <a:pt x="68787" y="297180"/>
                </a:lnTo>
                <a:lnTo>
                  <a:pt x="56388" y="297180"/>
                </a:lnTo>
                <a:lnTo>
                  <a:pt x="44875" y="326326"/>
                </a:lnTo>
                <a:lnTo>
                  <a:pt x="32956" y="351853"/>
                </a:lnTo>
                <a:lnTo>
                  <a:pt x="20169" y="373689"/>
                </a:lnTo>
                <a:lnTo>
                  <a:pt x="6096" y="391668"/>
                </a:lnTo>
                <a:close/>
              </a:path>
              <a:path w="405764" h="391795">
                <a:moveTo>
                  <a:pt x="200606" y="259080"/>
                </a:moveTo>
                <a:lnTo>
                  <a:pt x="163068" y="259080"/>
                </a:lnTo>
                <a:lnTo>
                  <a:pt x="182880" y="239268"/>
                </a:lnTo>
                <a:lnTo>
                  <a:pt x="200606" y="259080"/>
                </a:lnTo>
                <a:close/>
              </a:path>
              <a:path w="405764" h="391795">
                <a:moveTo>
                  <a:pt x="379476" y="333756"/>
                </a:moveTo>
                <a:lnTo>
                  <a:pt x="374904" y="333756"/>
                </a:lnTo>
                <a:lnTo>
                  <a:pt x="370332" y="327660"/>
                </a:lnTo>
                <a:lnTo>
                  <a:pt x="365760" y="315468"/>
                </a:lnTo>
                <a:lnTo>
                  <a:pt x="356663" y="302918"/>
                </a:lnTo>
                <a:lnTo>
                  <a:pt x="343281" y="288226"/>
                </a:lnTo>
                <a:lnTo>
                  <a:pt x="325897" y="271533"/>
                </a:lnTo>
                <a:lnTo>
                  <a:pt x="304800" y="252984"/>
                </a:lnTo>
                <a:lnTo>
                  <a:pt x="307848" y="248412"/>
                </a:lnTo>
                <a:lnTo>
                  <a:pt x="360426" y="274129"/>
                </a:lnTo>
                <a:lnTo>
                  <a:pt x="387096" y="301751"/>
                </a:lnTo>
                <a:lnTo>
                  <a:pt x="387096" y="316992"/>
                </a:lnTo>
                <a:lnTo>
                  <a:pt x="384048" y="323088"/>
                </a:lnTo>
                <a:lnTo>
                  <a:pt x="382524" y="329184"/>
                </a:lnTo>
                <a:lnTo>
                  <a:pt x="379476" y="333756"/>
                </a:lnTo>
                <a:close/>
              </a:path>
              <a:path w="405764" h="391795">
                <a:moveTo>
                  <a:pt x="304990" y="380023"/>
                </a:moveTo>
                <a:lnTo>
                  <a:pt x="250698" y="379285"/>
                </a:lnTo>
                <a:lnTo>
                  <a:pt x="208978" y="377118"/>
                </a:lnTo>
                <a:lnTo>
                  <a:pt x="159019" y="368498"/>
                </a:lnTo>
                <a:lnTo>
                  <a:pt x="109728" y="348995"/>
                </a:lnTo>
                <a:lnTo>
                  <a:pt x="70080" y="314277"/>
                </a:lnTo>
                <a:lnTo>
                  <a:pt x="56388" y="297180"/>
                </a:lnTo>
                <a:lnTo>
                  <a:pt x="68787" y="297180"/>
                </a:lnTo>
                <a:lnTo>
                  <a:pt x="69413" y="297894"/>
                </a:lnTo>
                <a:lnTo>
                  <a:pt x="80962" y="308991"/>
                </a:lnTo>
                <a:lnTo>
                  <a:pt x="93940" y="319516"/>
                </a:lnTo>
                <a:lnTo>
                  <a:pt x="108204" y="329184"/>
                </a:lnTo>
                <a:lnTo>
                  <a:pt x="131064" y="329184"/>
                </a:lnTo>
                <a:lnTo>
                  <a:pt x="131064" y="336804"/>
                </a:lnTo>
                <a:lnTo>
                  <a:pt x="151352" y="343709"/>
                </a:lnTo>
                <a:lnTo>
                  <a:pt x="177927" y="348615"/>
                </a:lnTo>
                <a:lnTo>
                  <a:pt x="210788" y="351805"/>
                </a:lnTo>
                <a:lnTo>
                  <a:pt x="249936" y="353568"/>
                </a:lnTo>
                <a:lnTo>
                  <a:pt x="401734" y="353568"/>
                </a:lnTo>
                <a:lnTo>
                  <a:pt x="390501" y="358259"/>
                </a:lnTo>
                <a:lnTo>
                  <a:pt x="380047" y="365188"/>
                </a:lnTo>
                <a:lnTo>
                  <a:pt x="373880" y="372403"/>
                </a:lnTo>
                <a:lnTo>
                  <a:pt x="371856" y="379476"/>
                </a:lnTo>
                <a:lnTo>
                  <a:pt x="304990" y="380023"/>
                </a:lnTo>
                <a:close/>
              </a:path>
              <a:path w="405764" h="391795">
                <a:moveTo>
                  <a:pt x="401734" y="353568"/>
                </a:moveTo>
                <a:lnTo>
                  <a:pt x="249936" y="353568"/>
                </a:lnTo>
                <a:lnTo>
                  <a:pt x="291369" y="353020"/>
                </a:lnTo>
                <a:lnTo>
                  <a:pt x="331089" y="351472"/>
                </a:lnTo>
                <a:lnTo>
                  <a:pt x="369093" y="349067"/>
                </a:lnTo>
                <a:lnTo>
                  <a:pt x="405384" y="345948"/>
                </a:lnTo>
                <a:lnTo>
                  <a:pt x="405384" y="352043"/>
                </a:lnTo>
                <a:lnTo>
                  <a:pt x="401734" y="353568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pic>
        <p:nvPicPr>
          <p:cNvPr id="43" name="object 43"/>
          <p:cNvPicPr/>
          <p:nvPr/>
        </p:nvPicPr>
        <p:blipFill>
          <a:blip r:embed="rId5" cstate="print"/>
          <a:stretch>
            <a:fillRect/>
          </a:stretch>
        </p:blipFill>
        <p:spPr>
          <a:xfrm>
            <a:off x="4012691" y="5032247"/>
            <a:ext cx="64008" cy="166116"/>
          </a:xfrm>
          <a:prstGeom prst="rect">
            <a:avLst/>
          </a:prstGeom>
        </p:spPr>
      </p:pic>
      <p:sp>
        <p:nvSpPr>
          <p:cNvPr id="44" name="object 44"/>
          <p:cNvSpPr/>
          <p:nvPr/>
        </p:nvSpPr>
        <p:spPr>
          <a:xfrm>
            <a:off x="4421123" y="4824984"/>
            <a:ext cx="408940" cy="410209"/>
          </a:xfrm>
          <a:custGeom>
            <a:avLst/>
            <a:gdLst/>
            <a:ahLst/>
            <a:cxnLst/>
            <a:rect l="l" t="t" r="r" b="b"/>
            <a:pathLst>
              <a:path w="408939" h="410210">
                <a:moveTo>
                  <a:pt x="126491" y="207264"/>
                </a:moveTo>
                <a:lnTo>
                  <a:pt x="123443" y="202692"/>
                </a:lnTo>
                <a:lnTo>
                  <a:pt x="141208" y="184427"/>
                </a:lnTo>
                <a:lnTo>
                  <a:pt x="158114" y="164020"/>
                </a:lnTo>
                <a:lnTo>
                  <a:pt x="190499" y="117348"/>
                </a:lnTo>
                <a:lnTo>
                  <a:pt x="216788" y="62674"/>
                </a:lnTo>
                <a:lnTo>
                  <a:pt x="236219" y="0"/>
                </a:lnTo>
                <a:lnTo>
                  <a:pt x="274319" y="18288"/>
                </a:lnTo>
                <a:lnTo>
                  <a:pt x="259079" y="28956"/>
                </a:lnTo>
                <a:lnTo>
                  <a:pt x="265298" y="39624"/>
                </a:lnTo>
                <a:lnTo>
                  <a:pt x="252983" y="39624"/>
                </a:lnTo>
                <a:lnTo>
                  <a:pt x="227837" y="92392"/>
                </a:lnTo>
                <a:lnTo>
                  <a:pt x="198119" y="137160"/>
                </a:lnTo>
                <a:lnTo>
                  <a:pt x="165163" y="174498"/>
                </a:lnTo>
                <a:lnTo>
                  <a:pt x="146470" y="191595"/>
                </a:lnTo>
                <a:lnTo>
                  <a:pt x="126491" y="207264"/>
                </a:lnTo>
                <a:close/>
              </a:path>
              <a:path w="408939" h="410210">
                <a:moveTo>
                  <a:pt x="15239" y="190500"/>
                </a:moveTo>
                <a:lnTo>
                  <a:pt x="0" y="158496"/>
                </a:lnTo>
                <a:lnTo>
                  <a:pt x="8334" y="155590"/>
                </a:lnTo>
                <a:lnTo>
                  <a:pt x="17525" y="146685"/>
                </a:lnTo>
                <a:lnTo>
                  <a:pt x="39624" y="109728"/>
                </a:lnTo>
                <a:lnTo>
                  <a:pt x="60578" y="60388"/>
                </a:lnTo>
                <a:lnTo>
                  <a:pt x="74676" y="12192"/>
                </a:lnTo>
                <a:lnTo>
                  <a:pt x="109727" y="33528"/>
                </a:lnTo>
                <a:lnTo>
                  <a:pt x="92963" y="44196"/>
                </a:lnTo>
                <a:lnTo>
                  <a:pt x="76676" y="76247"/>
                </a:lnTo>
                <a:lnTo>
                  <a:pt x="59816" y="106299"/>
                </a:lnTo>
                <a:lnTo>
                  <a:pt x="42386" y="134635"/>
                </a:lnTo>
                <a:lnTo>
                  <a:pt x="24383" y="161544"/>
                </a:lnTo>
                <a:lnTo>
                  <a:pt x="123279" y="161544"/>
                </a:lnTo>
                <a:lnTo>
                  <a:pt x="118619" y="167640"/>
                </a:lnTo>
                <a:lnTo>
                  <a:pt x="94488" y="167640"/>
                </a:lnTo>
                <a:lnTo>
                  <a:pt x="67960" y="172497"/>
                </a:lnTo>
                <a:lnTo>
                  <a:pt x="45719" y="177927"/>
                </a:lnTo>
                <a:lnTo>
                  <a:pt x="28051" y="183927"/>
                </a:lnTo>
                <a:lnTo>
                  <a:pt x="15239" y="190500"/>
                </a:lnTo>
                <a:close/>
              </a:path>
              <a:path w="408939" h="410210">
                <a:moveTo>
                  <a:pt x="373380" y="187452"/>
                </a:moveTo>
                <a:lnTo>
                  <a:pt x="333518" y="155590"/>
                </a:lnTo>
                <a:lnTo>
                  <a:pt x="301751" y="120396"/>
                </a:lnTo>
                <a:lnTo>
                  <a:pt x="275081" y="82296"/>
                </a:lnTo>
                <a:lnTo>
                  <a:pt x="252983" y="39624"/>
                </a:lnTo>
                <a:lnTo>
                  <a:pt x="265298" y="39624"/>
                </a:lnTo>
                <a:lnTo>
                  <a:pt x="274224" y="54935"/>
                </a:lnTo>
                <a:lnTo>
                  <a:pt x="289940" y="77914"/>
                </a:lnTo>
                <a:lnTo>
                  <a:pt x="323088" y="114300"/>
                </a:lnTo>
                <a:lnTo>
                  <a:pt x="360616" y="142303"/>
                </a:lnTo>
                <a:lnTo>
                  <a:pt x="408432" y="164592"/>
                </a:lnTo>
                <a:lnTo>
                  <a:pt x="408432" y="169164"/>
                </a:lnTo>
                <a:lnTo>
                  <a:pt x="396740" y="170307"/>
                </a:lnTo>
                <a:lnTo>
                  <a:pt x="386905" y="173736"/>
                </a:lnTo>
                <a:lnTo>
                  <a:pt x="379071" y="179451"/>
                </a:lnTo>
                <a:lnTo>
                  <a:pt x="373380" y="187452"/>
                </a:lnTo>
                <a:close/>
              </a:path>
              <a:path w="408939" h="410210">
                <a:moveTo>
                  <a:pt x="123279" y="161544"/>
                </a:moveTo>
                <a:lnTo>
                  <a:pt x="24383" y="161544"/>
                </a:lnTo>
                <a:lnTo>
                  <a:pt x="102107" y="156972"/>
                </a:lnTo>
                <a:lnTo>
                  <a:pt x="111204" y="141589"/>
                </a:lnTo>
                <a:lnTo>
                  <a:pt x="120014" y="125349"/>
                </a:lnTo>
                <a:lnTo>
                  <a:pt x="128254" y="108537"/>
                </a:lnTo>
                <a:lnTo>
                  <a:pt x="135635" y="91440"/>
                </a:lnTo>
                <a:lnTo>
                  <a:pt x="166115" y="114300"/>
                </a:lnTo>
                <a:lnTo>
                  <a:pt x="150875" y="123444"/>
                </a:lnTo>
                <a:lnTo>
                  <a:pt x="125991" y="157995"/>
                </a:lnTo>
                <a:lnTo>
                  <a:pt x="123279" y="161544"/>
                </a:lnTo>
                <a:close/>
              </a:path>
              <a:path w="408939" h="410210">
                <a:moveTo>
                  <a:pt x="198119" y="193548"/>
                </a:moveTo>
                <a:lnTo>
                  <a:pt x="181355" y="178307"/>
                </a:lnTo>
                <a:lnTo>
                  <a:pt x="289559" y="178307"/>
                </a:lnTo>
                <a:lnTo>
                  <a:pt x="307847" y="156972"/>
                </a:lnTo>
                <a:lnTo>
                  <a:pt x="335280" y="188976"/>
                </a:lnTo>
                <a:lnTo>
                  <a:pt x="230123" y="188976"/>
                </a:lnTo>
                <a:lnTo>
                  <a:pt x="222980" y="189261"/>
                </a:lnTo>
                <a:lnTo>
                  <a:pt x="215264" y="190119"/>
                </a:lnTo>
                <a:lnTo>
                  <a:pt x="206978" y="191547"/>
                </a:lnTo>
                <a:lnTo>
                  <a:pt x="198119" y="193548"/>
                </a:lnTo>
                <a:close/>
              </a:path>
              <a:path w="408939" h="410210">
                <a:moveTo>
                  <a:pt x="28955" y="298704"/>
                </a:moveTo>
                <a:lnTo>
                  <a:pt x="12191" y="263652"/>
                </a:lnTo>
                <a:lnTo>
                  <a:pt x="18168" y="261627"/>
                </a:lnTo>
                <a:lnTo>
                  <a:pt x="24574" y="257746"/>
                </a:lnTo>
                <a:lnTo>
                  <a:pt x="31265" y="251864"/>
                </a:lnTo>
                <a:lnTo>
                  <a:pt x="38100" y="243840"/>
                </a:lnTo>
                <a:lnTo>
                  <a:pt x="47553" y="233005"/>
                </a:lnTo>
                <a:lnTo>
                  <a:pt x="60007" y="216598"/>
                </a:lnTo>
                <a:lnTo>
                  <a:pt x="75604" y="194762"/>
                </a:lnTo>
                <a:lnTo>
                  <a:pt x="94488" y="167640"/>
                </a:lnTo>
                <a:lnTo>
                  <a:pt x="118619" y="167640"/>
                </a:lnTo>
                <a:lnTo>
                  <a:pt x="99250" y="192976"/>
                </a:lnTo>
                <a:lnTo>
                  <a:pt x="70508" y="228242"/>
                </a:lnTo>
                <a:lnTo>
                  <a:pt x="39624" y="263652"/>
                </a:lnTo>
                <a:lnTo>
                  <a:pt x="124046" y="263652"/>
                </a:lnTo>
                <a:lnTo>
                  <a:pt x="83819" y="274319"/>
                </a:lnTo>
                <a:lnTo>
                  <a:pt x="39242" y="292107"/>
                </a:lnTo>
                <a:lnTo>
                  <a:pt x="28955" y="298704"/>
                </a:lnTo>
                <a:close/>
              </a:path>
              <a:path w="408939" h="410210">
                <a:moveTo>
                  <a:pt x="347472" y="249936"/>
                </a:moveTo>
                <a:lnTo>
                  <a:pt x="312419" y="249936"/>
                </a:lnTo>
                <a:lnTo>
                  <a:pt x="329184" y="231648"/>
                </a:lnTo>
                <a:lnTo>
                  <a:pt x="347472" y="249936"/>
                </a:lnTo>
                <a:close/>
              </a:path>
              <a:path w="408939" h="410210">
                <a:moveTo>
                  <a:pt x="172211" y="409956"/>
                </a:moveTo>
                <a:lnTo>
                  <a:pt x="172450" y="388239"/>
                </a:lnTo>
                <a:lnTo>
                  <a:pt x="173479" y="345567"/>
                </a:lnTo>
                <a:lnTo>
                  <a:pt x="173599" y="335565"/>
                </a:lnTo>
                <a:lnTo>
                  <a:pt x="173719" y="321564"/>
                </a:lnTo>
                <a:lnTo>
                  <a:pt x="173497" y="300513"/>
                </a:lnTo>
                <a:lnTo>
                  <a:pt x="172466" y="257746"/>
                </a:lnTo>
                <a:lnTo>
                  <a:pt x="172211" y="236219"/>
                </a:lnTo>
                <a:lnTo>
                  <a:pt x="196595" y="249936"/>
                </a:lnTo>
                <a:lnTo>
                  <a:pt x="347472" y="249936"/>
                </a:lnTo>
                <a:lnTo>
                  <a:pt x="353568" y="256031"/>
                </a:lnTo>
                <a:lnTo>
                  <a:pt x="347036" y="260604"/>
                </a:lnTo>
                <a:lnTo>
                  <a:pt x="196595" y="260604"/>
                </a:lnTo>
                <a:lnTo>
                  <a:pt x="196595" y="359664"/>
                </a:lnTo>
                <a:lnTo>
                  <a:pt x="338344" y="359664"/>
                </a:lnTo>
                <a:lnTo>
                  <a:pt x="338468" y="368808"/>
                </a:lnTo>
                <a:lnTo>
                  <a:pt x="196595" y="368808"/>
                </a:lnTo>
                <a:lnTo>
                  <a:pt x="196595" y="399288"/>
                </a:lnTo>
                <a:lnTo>
                  <a:pt x="172211" y="409956"/>
                </a:lnTo>
                <a:close/>
              </a:path>
              <a:path w="408939" h="410210">
                <a:moveTo>
                  <a:pt x="124046" y="263652"/>
                </a:moveTo>
                <a:lnTo>
                  <a:pt x="39624" y="263652"/>
                </a:lnTo>
                <a:lnTo>
                  <a:pt x="150875" y="251460"/>
                </a:lnTo>
                <a:lnTo>
                  <a:pt x="150875" y="257556"/>
                </a:lnTo>
                <a:lnTo>
                  <a:pt x="124046" y="263652"/>
                </a:lnTo>
                <a:close/>
              </a:path>
              <a:path w="408939" h="410210">
                <a:moveTo>
                  <a:pt x="338344" y="359664"/>
                </a:moveTo>
                <a:lnTo>
                  <a:pt x="315467" y="359664"/>
                </a:lnTo>
                <a:lnTo>
                  <a:pt x="315467" y="260604"/>
                </a:lnTo>
                <a:lnTo>
                  <a:pt x="347036" y="260604"/>
                </a:lnTo>
                <a:lnTo>
                  <a:pt x="338328" y="266700"/>
                </a:lnTo>
                <a:lnTo>
                  <a:pt x="338344" y="359664"/>
                </a:lnTo>
                <a:close/>
              </a:path>
              <a:path w="408939" h="410210">
                <a:moveTo>
                  <a:pt x="25907" y="388620"/>
                </a:moveTo>
                <a:lnTo>
                  <a:pt x="7619" y="353568"/>
                </a:lnTo>
                <a:lnTo>
                  <a:pt x="25574" y="351567"/>
                </a:lnTo>
                <a:lnTo>
                  <a:pt x="56387" y="345567"/>
                </a:lnTo>
                <a:lnTo>
                  <a:pt x="99774" y="335565"/>
                </a:lnTo>
                <a:lnTo>
                  <a:pt x="155447" y="321564"/>
                </a:lnTo>
                <a:lnTo>
                  <a:pt x="158495" y="329184"/>
                </a:lnTo>
                <a:lnTo>
                  <a:pt x="104774" y="349186"/>
                </a:lnTo>
                <a:lnTo>
                  <a:pt x="64769" y="365760"/>
                </a:lnTo>
                <a:lnTo>
                  <a:pt x="38480" y="378904"/>
                </a:lnTo>
                <a:lnTo>
                  <a:pt x="25907" y="388620"/>
                </a:lnTo>
                <a:close/>
              </a:path>
              <a:path w="408939" h="410210">
                <a:moveTo>
                  <a:pt x="315467" y="405384"/>
                </a:moveTo>
                <a:lnTo>
                  <a:pt x="315467" y="368808"/>
                </a:lnTo>
                <a:lnTo>
                  <a:pt x="338468" y="368808"/>
                </a:lnTo>
                <a:lnTo>
                  <a:pt x="338518" y="371665"/>
                </a:lnTo>
                <a:lnTo>
                  <a:pt x="338970" y="382071"/>
                </a:lnTo>
                <a:lnTo>
                  <a:pt x="339852" y="393192"/>
                </a:lnTo>
                <a:lnTo>
                  <a:pt x="315467" y="40538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" name="object 45"/>
          <p:cNvSpPr/>
          <p:nvPr/>
        </p:nvSpPr>
        <p:spPr>
          <a:xfrm>
            <a:off x="4876800" y="4829555"/>
            <a:ext cx="822960" cy="441959"/>
          </a:xfrm>
          <a:custGeom>
            <a:avLst/>
            <a:gdLst/>
            <a:ahLst/>
            <a:cxnLst/>
            <a:rect l="l" t="t" r="r" b="b"/>
            <a:pathLst>
              <a:path w="822960" h="441960">
                <a:moveTo>
                  <a:pt x="216408" y="39624"/>
                </a:moveTo>
                <a:lnTo>
                  <a:pt x="180682" y="8369"/>
                </a:lnTo>
                <a:lnTo>
                  <a:pt x="166116" y="0"/>
                </a:lnTo>
                <a:lnTo>
                  <a:pt x="161544" y="3048"/>
                </a:lnTo>
                <a:lnTo>
                  <a:pt x="171843" y="17576"/>
                </a:lnTo>
                <a:lnTo>
                  <a:pt x="180022" y="31242"/>
                </a:lnTo>
                <a:lnTo>
                  <a:pt x="186182" y="43776"/>
                </a:lnTo>
                <a:lnTo>
                  <a:pt x="190500" y="54864"/>
                </a:lnTo>
                <a:lnTo>
                  <a:pt x="192024" y="65532"/>
                </a:lnTo>
                <a:lnTo>
                  <a:pt x="193548" y="71628"/>
                </a:lnTo>
                <a:lnTo>
                  <a:pt x="199644" y="71628"/>
                </a:lnTo>
                <a:lnTo>
                  <a:pt x="208788" y="62484"/>
                </a:lnTo>
                <a:lnTo>
                  <a:pt x="213360" y="56388"/>
                </a:lnTo>
                <a:lnTo>
                  <a:pt x="216408" y="50292"/>
                </a:lnTo>
                <a:lnTo>
                  <a:pt x="216408" y="39624"/>
                </a:lnTo>
                <a:close/>
              </a:path>
              <a:path w="822960" h="441960">
                <a:moveTo>
                  <a:pt x="381000" y="91440"/>
                </a:moveTo>
                <a:lnTo>
                  <a:pt x="377050" y="86868"/>
                </a:lnTo>
                <a:lnTo>
                  <a:pt x="367830" y="76200"/>
                </a:lnTo>
                <a:lnTo>
                  <a:pt x="352044" y="57912"/>
                </a:lnTo>
                <a:lnTo>
                  <a:pt x="332232" y="76200"/>
                </a:lnTo>
                <a:lnTo>
                  <a:pt x="59436" y="76200"/>
                </a:lnTo>
                <a:lnTo>
                  <a:pt x="59436" y="53340"/>
                </a:lnTo>
                <a:lnTo>
                  <a:pt x="53340" y="53340"/>
                </a:lnTo>
                <a:lnTo>
                  <a:pt x="36614" y="100279"/>
                </a:lnTo>
                <a:lnTo>
                  <a:pt x="19812" y="117348"/>
                </a:lnTo>
                <a:lnTo>
                  <a:pt x="15240" y="123444"/>
                </a:lnTo>
                <a:lnTo>
                  <a:pt x="15240" y="129540"/>
                </a:lnTo>
                <a:lnTo>
                  <a:pt x="16764" y="131064"/>
                </a:lnTo>
                <a:lnTo>
                  <a:pt x="21336" y="134112"/>
                </a:lnTo>
                <a:lnTo>
                  <a:pt x="24384" y="137160"/>
                </a:lnTo>
                <a:lnTo>
                  <a:pt x="28956" y="138684"/>
                </a:lnTo>
                <a:lnTo>
                  <a:pt x="36576" y="138684"/>
                </a:lnTo>
                <a:lnTo>
                  <a:pt x="59715" y="104305"/>
                </a:lnTo>
                <a:lnTo>
                  <a:pt x="59436" y="86868"/>
                </a:lnTo>
                <a:lnTo>
                  <a:pt x="336804" y="86868"/>
                </a:lnTo>
                <a:lnTo>
                  <a:pt x="313944" y="129540"/>
                </a:lnTo>
                <a:lnTo>
                  <a:pt x="318516" y="134112"/>
                </a:lnTo>
                <a:lnTo>
                  <a:pt x="337058" y="115874"/>
                </a:lnTo>
                <a:lnTo>
                  <a:pt x="353758" y="102489"/>
                </a:lnTo>
                <a:lnTo>
                  <a:pt x="368439" y="94259"/>
                </a:lnTo>
                <a:lnTo>
                  <a:pt x="381000" y="91440"/>
                </a:lnTo>
                <a:close/>
              </a:path>
              <a:path w="822960" h="441960">
                <a:moveTo>
                  <a:pt x="388620" y="359664"/>
                </a:moveTo>
                <a:lnTo>
                  <a:pt x="368630" y="361670"/>
                </a:lnTo>
                <a:lnTo>
                  <a:pt x="347662" y="363093"/>
                </a:lnTo>
                <a:lnTo>
                  <a:pt x="325818" y="363956"/>
                </a:lnTo>
                <a:lnTo>
                  <a:pt x="303276" y="364236"/>
                </a:lnTo>
                <a:lnTo>
                  <a:pt x="279273" y="363905"/>
                </a:lnTo>
                <a:lnTo>
                  <a:pt x="255270" y="362712"/>
                </a:lnTo>
                <a:lnTo>
                  <a:pt x="231267" y="360387"/>
                </a:lnTo>
                <a:lnTo>
                  <a:pt x="207264" y="356616"/>
                </a:lnTo>
                <a:lnTo>
                  <a:pt x="207264" y="348996"/>
                </a:lnTo>
                <a:lnTo>
                  <a:pt x="207264" y="265176"/>
                </a:lnTo>
                <a:lnTo>
                  <a:pt x="341376" y="265176"/>
                </a:lnTo>
                <a:lnTo>
                  <a:pt x="331787" y="256032"/>
                </a:lnTo>
                <a:lnTo>
                  <a:pt x="307848" y="233172"/>
                </a:lnTo>
                <a:lnTo>
                  <a:pt x="284988" y="256032"/>
                </a:lnTo>
                <a:lnTo>
                  <a:pt x="207264" y="256032"/>
                </a:lnTo>
                <a:lnTo>
                  <a:pt x="207264" y="170688"/>
                </a:lnTo>
                <a:lnTo>
                  <a:pt x="358140" y="170688"/>
                </a:lnTo>
                <a:lnTo>
                  <a:pt x="324612" y="135636"/>
                </a:lnTo>
                <a:lnTo>
                  <a:pt x="300228" y="160020"/>
                </a:lnTo>
                <a:lnTo>
                  <a:pt x="28956" y="160020"/>
                </a:lnTo>
                <a:lnTo>
                  <a:pt x="44196" y="175260"/>
                </a:lnTo>
                <a:lnTo>
                  <a:pt x="53619" y="173266"/>
                </a:lnTo>
                <a:lnTo>
                  <a:pt x="63627" y="171831"/>
                </a:lnTo>
                <a:lnTo>
                  <a:pt x="74193" y="170980"/>
                </a:lnTo>
                <a:lnTo>
                  <a:pt x="85344" y="170688"/>
                </a:lnTo>
                <a:lnTo>
                  <a:pt x="182880" y="170688"/>
                </a:lnTo>
                <a:lnTo>
                  <a:pt x="182880" y="348996"/>
                </a:lnTo>
                <a:lnTo>
                  <a:pt x="172351" y="344982"/>
                </a:lnTo>
                <a:lnTo>
                  <a:pt x="129057" y="314883"/>
                </a:lnTo>
                <a:lnTo>
                  <a:pt x="99060" y="277368"/>
                </a:lnTo>
                <a:lnTo>
                  <a:pt x="101358" y="268820"/>
                </a:lnTo>
                <a:lnTo>
                  <a:pt x="103822" y="259270"/>
                </a:lnTo>
                <a:lnTo>
                  <a:pt x="106553" y="248869"/>
                </a:lnTo>
                <a:lnTo>
                  <a:pt x="109728" y="237744"/>
                </a:lnTo>
                <a:lnTo>
                  <a:pt x="123444" y="225552"/>
                </a:lnTo>
                <a:lnTo>
                  <a:pt x="82296" y="205740"/>
                </a:lnTo>
                <a:lnTo>
                  <a:pt x="77571" y="253746"/>
                </a:lnTo>
                <a:lnTo>
                  <a:pt x="65341" y="302514"/>
                </a:lnTo>
                <a:lnTo>
                  <a:pt x="41148" y="352145"/>
                </a:lnTo>
                <a:lnTo>
                  <a:pt x="16002" y="384149"/>
                </a:lnTo>
                <a:lnTo>
                  <a:pt x="0" y="399288"/>
                </a:lnTo>
                <a:lnTo>
                  <a:pt x="4572" y="405384"/>
                </a:lnTo>
                <a:lnTo>
                  <a:pt x="37338" y="378904"/>
                </a:lnTo>
                <a:lnTo>
                  <a:pt x="70713" y="340118"/>
                </a:lnTo>
                <a:lnTo>
                  <a:pt x="96012" y="288036"/>
                </a:lnTo>
                <a:lnTo>
                  <a:pt x="107721" y="306374"/>
                </a:lnTo>
                <a:lnTo>
                  <a:pt x="132867" y="337337"/>
                </a:lnTo>
                <a:lnTo>
                  <a:pt x="176784" y="369951"/>
                </a:lnTo>
                <a:lnTo>
                  <a:pt x="216408" y="382524"/>
                </a:lnTo>
                <a:lnTo>
                  <a:pt x="272796" y="390906"/>
                </a:lnTo>
                <a:lnTo>
                  <a:pt x="352044" y="394716"/>
                </a:lnTo>
                <a:lnTo>
                  <a:pt x="356895" y="384429"/>
                </a:lnTo>
                <a:lnTo>
                  <a:pt x="364617" y="376428"/>
                </a:lnTo>
                <a:lnTo>
                  <a:pt x="375183" y="370713"/>
                </a:lnTo>
                <a:lnTo>
                  <a:pt x="388620" y="367284"/>
                </a:lnTo>
                <a:lnTo>
                  <a:pt x="388620" y="364236"/>
                </a:lnTo>
                <a:lnTo>
                  <a:pt x="388620" y="359664"/>
                </a:lnTo>
                <a:close/>
              </a:path>
              <a:path w="822960" h="441960">
                <a:moveTo>
                  <a:pt x="693407" y="198120"/>
                </a:moveTo>
                <a:lnTo>
                  <a:pt x="576059" y="198120"/>
                </a:lnTo>
                <a:lnTo>
                  <a:pt x="576059" y="236220"/>
                </a:lnTo>
                <a:lnTo>
                  <a:pt x="650735" y="236220"/>
                </a:lnTo>
                <a:lnTo>
                  <a:pt x="650735" y="320040"/>
                </a:lnTo>
                <a:lnTo>
                  <a:pt x="612000" y="328790"/>
                </a:lnTo>
                <a:lnTo>
                  <a:pt x="585203" y="330708"/>
                </a:lnTo>
                <a:lnTo>
                  <a:pt x="572947" y="330136"/>
                </a:lnTo>
                <a:lnTo>
                  <a:pt x="531279" y="316661"/>
                </a:lnTo>
                <a:lnTo>
                  <a:pt x="500049" y="287083"/>
                </a:lnTo>
                <a:lnTo>
                  <a:pt x="481507" y="242277"/>
                </a:lnTo>
                <a:lnTo>
                  <a:pt x="476999" y="198120"/>
                </a:lnTo>
                <a:lnTo>
                  <a:pt x="478955" y="170103"/>
                </a:lnTo>
                <a:lnTo>
                  <a:pt x="493725" y="123761"/>
                </a:lnTo>
                <a:lnTo>
                  <a:pt x="521728" y="89154"/>
                </a:lnTo>
                <a:lnTo>
                  <a:pt x="559536" y="70866"/>
                </a:lnTo>
                <a:lnTo>
                  <a:pt x="582155" y="68580"/>
                </a:lnTo>
                <a:lnTo>
                  <a:pt x="591299" y="68872"/>
                </a:lnTo>
                <a:lnTo>
                  <a:pt x="634352" y="78486"/>
                </a:lnTo>
                <a:lnTo>
                  <a:pt x="661593" y="91821"/>
                </a:lnTo>
                <a:lnTo>
                  <a:pt x="672071" y="97536"/>
                </a:lnTo>
                <a:lnTo>
                  <a:pt x="684263" y="106680"/>
                </a:lnTo>
                <a:lnTo>
                  <a:pt x="688835" y="111252"/>
                </a:lnTo>
                <a:lnTo>
                  <a:pt x="691883" y="111252"/>
                </a:lnTo>
                <a:lnTo>
                  <a:pt x="691883" y="59436"/>
                </a:lnTo>
                <a:lnTo>
                  <a:pt x="687311" y="56388"/>
                </a:lnTo>
                <a:lnTo>
                  <a:pt x="679691" y="53340"/>
                </a:lnTo>
                <a:lnTo>
                  <a:pt x="670547" y="50292"/>
                </a:lnTo>
                <a:lnTo>
                  <a:pt x="663956" y="47155"/>
                </a:lnTo>
                <a:lnTo>
                  <a:pt x="657783" y="44577"/>
                </a:lnTo>
                <a:lnTo>
                  <a:pt x="651903" y="42583"/>
                </a:lnTo>
                <a:lnTo>
                  <a:pt x="646163" y="41148"/>
                </a:lnTo>
                <a:lnTo>
                  <a:pt x="639305" y="39128"/>
                </a:lnTo>
                <a:lnTo>
                  <a:pt x="594728" y="32270"/>
                </a:lnTo>
                <a:lnTo>
                  <a:pt x="586727" y="32004"/>
                </a:lnTo>
                <a:lnTo>
                  <a:pt x="569899" y="32842"/>
                </a:lnTo>
                <a:lnTo>
                  <a:pt x="524243" y="44196"/>
                </a:lnTo>
                <a:lnTo>
                  <a:pt x="485457" y="66484"/>
                </a:lnTo>
                <a:lnTo>
                  <a:pt x="457187" y="100584"/>
                </a:lnTo>
                <a:lnTo>
                  <a:pt x="438594" y="145211"/>
                </a:lnTo>
                <a:lnTo>
                  <a:pt x="432803" y="199644"/>
                </a:lnTo>
                <a:lnTo>
                  <a:pt x="433400" y="219646"/>
                </a:lnTo>
                <a:lnTo>
                  <a:pt x="443471" y="272796"/>
                </a:lnTo>
                <a:lnTo>
                  <a:pt x="465759" y="314375"/>
                </a:lnTo>
                <a:lnTo>
                  <a:pt x="497001" y="344233"/>
                </a:lnTo>
                <a:lnTo>
                  <a:pt x="538518" y="361505"/>
                </a:lnTo>
                <a:lnTo>
                  <a:pt x="586727" y="367284"/>
                </a:lnTo>
                <a:lnTo>
                  <a:pt x="603681" y="367093"/>
                </a:lnTo>
                <a:lnTo>
                  <a:pt x="646163" y="358140"/>
                </a:lnTo>
                <a:lnTo>
                  <a:pt x="652145" y="356717"/>
                </a:lnTo>
                <a:lnTo>
                  <a:pt x="658545" y="354711"/>
                </a:lnTo>
                <a:lnTo>
                  <a:pt x="665238" y="352145"/>
                </a:lnTo>
                <a:lnTo>
                  <a:pt x="672071" y="348996"/>
                </a:lnTo>
                <a:lnTo>
                  <a:pt x="681215" y="345948"/>
                </a:lnTo>
                <a:lnTo>
                  <a:pt x="688835" y="342900"/>
                </a:lnTo>
                <a:lnTo>
                  <a:pt x="693407" y="339852"/>
                </a:lnTo>
                <a:lnTo>
                  <a:pt x="693407" y="198120"/>
                </a:lnTo>
                <a:close/>
              </a:path>
              <a:path w="822960" h="441960">
                <a:moveTo>
                  <a:pt x="822960" y="300228"/>
                </a:moveTo>
                <a:lnTo>
                  <a:pt x="769607" y="300228"/>
                </a:lnTo>
                <a:lnTo>
                  <a:pt x="731507" y="441960"/>
                </a:lnTo>
                <a:lnTo>
                  <a:pt x="763511" y="441960"/>
                </a:lnTo>
                <a:lnTo>
                  <a:pt x="822960" y="30022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" name="object 46"/>
          <p:cNvSpPr/>
          <p:nvPr/>
        </p:nvSpPr>
        <p:spPr>
          <a:xfrm>
            <a:off x="5884164" y="4829556"/>
            <a:ext cx="401320" cy="405765"/>
          </a:xfrm>
          <a:custGeom>
            <a:avLst/>
            <a:gdLst/>
            <a:ahLst/>
            <a:cxnLst/>
            <a:rect l="l" t="t" r="r" b="b"/>
            <a:pathLst>
              <a:path w="401320" h="405764">
                <a:moveTo>
                  <a:pt x="115824" y="102108"/>
                </a:moveTo>
                <a:lnTo>
                  <a:pt x="91440" y="102108"/>
                </a:lnTo>
                <a:lnTo>
                  <a:pt x="91201" y="73509"/>
                </a:lnTo>
                <a:lnTo>
                  <a:pt x="90140" y="21336"/>
                </a:lnTo>
                <a:lnTo>
                  <a:pt x="89916" y="0"/>
                </a:lnTo>
                <a:lnTo>
                  <a:pt x="131064" y="21336"/>
                </a:lnTo>
                <a:lnTo>
                  <a:pt x="115824" y="33528"/>
                </a:lnTo>
                <a:lnTo>
                  <a:pt x="115824" y="102108"/>
                </a:lnTo>
                <a:close/>
              </a:path>
              <a:path w="401320" h="405764">
                <a:moveTo>
                  <a:pt x="172212" y="150876"/>
                </a:moveTo>
                <a:lnTo>
                  <a:pt x="155448" y="135636"/>
                </a:lnTo>
                <a:lnTo>
                  <a:pt x="228600" y="129540"/>
                </a:lnTo>
                <a:lnTo>
                  <a:pt x="228353" y="88392"/>
                </a:lnTo>
                <a:lnTo>
                  <a:pt x="227331" y="25908"/>
                </a:lnTo>
                <a:lnTo>
                  <a:pt x="227076" y="1524"/>
                </a:lnTo>
                <a:lnTo>
                  <a:pt x="269748" y="21336"/>
                </a:lnTo>
                <a:lnTo>
                  <a:pt x="254508" y="33528"/>
                </a:lnTo>
                <a:lnTo>
                  <a:pt x="253617" y="57150"/>
                </a:lnTo>
                <a:lnTo>
                  <a:pt x="253192" y="79248"/>
                </a:lnTo>
                <a:lnTo>
                  <a:pt x="253074" y="94488"/>
                </a:lnTo>
                <a:lnTo>
                  <a:pt x="252984" y="128016"/>
                </a:lnTo>
                <a:lnTo>
                  <a:pt x="393192" y="128016"/>
                </a:lnTo>
                <a:lnTo>
                  <a:pt x="252984" y="138684"/>
                </a:lnTo>
                <a:lnTo>
                  <a:pt x="253022" y="140208"/>
                </a:lnTo>
                <a:lnTo>
                  <a:pt x="228600" y="140208"/>
                </a:lnTo>
                <a:lnTo>
                  <a:pt x="185928" y="144780"/>
                </a:lnTo>
                <a:lnTo>
                  <a:pt x="172212" y="150876"/>
                </a:lnTo>
                <a:close/>
              </a:path>
              <a:path w="401320" h="405764">
                <a:moveTo>
                  <a:pt x="348996" y="94488"/>
                </a:moveTo>
                <a:lnTo>
                  <a:pt x="341376" y="94488"/>
                </a:lnTo>
                <a:lnTo>
                  <a:pt x="336804" y="89916"/>
                </a:lnTo>
                <a:lnTo>
                  <a:pt x="332232" y="79248"/>
                </a:lnTo>
                <a:lnTo>
                  <a:pt x="325135" y="68627"/>
                </a:lnTo>
                <a:lnTo>
                  <a:pt x="315468" y="57150"/>
                </a:lnTo>
                <a:lnTo>
                  <a:pt x="303514" y="44529"/>
                </a:lnTo>
                <a:lnTo>
                  <a:pt x="289560" y="30480"/>
                </a:lnTo>
                <a:lnTo>
                  <a:pt x="292608" y="25908"/>
                </a:lnTo>
                <a:lnTo>
                  <a:pt x="339756" y="45410"/>
                </a:lnTo>
                <a:lnTo>
                  <a:pt x="359664" y="62484"/>
                </a:lnTo>
                <a:lnTo>
                  <a:pt x="359664" y="79248"/>
                </a:lnTo>
                <a:lnTo>
                  <a:pt x="356616" y="85344"/>
                </a:lnTo>
                <a:lnTo>
                  <a:pt x="353568" y="88392"/>
                </a:lnTo>
                <a:lnTo>
                  <a:pt x="352044" y="91440"/>
                </a:lnTo>
                <a:lnTo>
                  <a:pt x="348996" y="94488"/>
                </a:lnTo>
                <a:close/>
              </a:path>
              <a:path w="401320" h="405764">
                <a:moveTo>
                  <a:pt x="21336" y="118872"/>
                </a:moveTo>
                <a:lnTo>
                  <a:pt x="6096" y="102108"/>
                </a:lnTo>
                <a:lnTo>
                  <a:pt x="137160" y="102108"/>
                </a:lnTo>
                <a:lnTo>
                  <a:pt x="156972" y="83820"/>
                </a:lnTo>
                <a:lnTo>
                  <a:pt x="185928" y="112776"/>
                </a:lnTo>
                <a:lnTo>
                  <a:pt x="62484" y="112776"/>
                </a:lnTo>
                <a:lnTo>
                  <a:pt x="51982" y="113085"/>
                </a:lnTo>
                <a:lnTo>
                  <a:pt x="41338" y="114109"/>
                </a:lnTo>
                <a:lnTo>
                  <a:pt x="30980" y="115990"/>
                </a:lnTo>
                <a:lnTo>
                  <a:pt x="21336" y="118872"/>
                </a:lnTo>
                <a:close/>
              </a:path>
              <a:path w="401320" h="405764">
                <a:moveTo>
                  <a:pt x="393192" y="128016"/>
                </a:moveTo>
                <a:lnTo>
                  <a:pt x="252984" y="128016"/>
                </a:lnTo>
                <a:lnTo>
                  <a:pt x="335280" y="121920"/>
                </a:lnTo>
                <a:lnTo>
                  <a:pt x="358140" y="99060"/>
                </a:lnTo>
                <a:lnTo>
                  <a:pt x="393192" y="128016"/>
                </a:lnTo>
                <a:close/>
              </a:path>
              <a:path w="401320" h="405764">
                <a:moveTo>
                  <a:pt x="22860" y="262128"/>
                </a:moveTo>
                <a:lnTo>
                  <a:pt x="0" y="228600"/>
                </a:lnTo>
                <a:lnTo>
                  <a:pt x="14287" y="226004"/>
                </a:lnTo>
                <a:lnTo>
                  <a:pt x="34290" y="220408"/>
                </a:lnTo>
                <a:lnTo>
                  <a:pt x="60007" y="211669"/>
                </a:lnTo>
                <a:lnTo>
                  <a:pt x="91440" y="199644"/>
                </a:lnTo>
                <a:lnTo>
                  <a:pt x="91440" y="112776"/>
                </a:lnTo>
                <a:lnTo>
                  <a:pt x="115824" y="112776"/>
                </a:lnTo>
                <a:lnTo>
                  <a:pt x="115824" y="193548"/>
                </a:lnTo>
                <a:lnTo>
                  <a:pt x="147165" y="193548"/>
                </a:lnTo>
                <a:lnTo>
                  <a:pt x="115824" y="210312"/>
                </a:lnTo>
                <a:lnTo>
                  <a:pt x="115824" y="220980"/>
                </a:lnTo>
                <a:lnTo>
                  <a:pt x="91440" y="220980"/>
                </a:lnTo>
                <a:lnTo>
                  <a:pt x="64008" y="233838"/>
                </a:lnTo>
                <a:lnTo>
                  <a:pt x="43434" y="244983"/>
                </a:lnTo>
                <a:lnTo>
                  <a:pt x="29718" y="254412"/>
                </a:lnTo>
                <a:lnTo>
                  <a:pt x="22860" y="262128"/>
                </a:lnTo>
                <a:close/>
              </a:path>
              <a:path w="401320" h="405764">
                <a:moveTo>
                  <a:pt x="144780" y="361188"/>
                </a:moveTo>
                <a:lnTo>
                  <a:pt x="141732" y="356616"/>
                </a:lnTo>
                <a:lnTo>
                  <a:pt x="169735" y="339732"/>
                </a:lnTo>
                <a:lnTo>
                  <a:pt x="196596" y="320992"/>
                </a:lnTo>
                <a:lnTo>
                  <a:pt x="222313" y="300251"/>
                </a:lnTo>
                <a:lnTo>
                  <a:pt x="246888" y="277368"/>
                </a:lnTo>
                <a:lnTo>
                  <a:pt x="239744" y="252507"/>
                </a:lnTo>
                <a:lnTo>
                  <a:pt x="234315" y="221361"/>
                </a:lnTo>
                <a:lnTo>
                  <a:pt x="230600" y="183927"/>
                </a:lnTo>
                <a:lnTo>
                  <a:pt x="228600" y="140208"/>
                </a:lnTo>
                <a:lnTo>
                  <a:pt x="253022" y="140208"/>
                </a:lnTo>
                <a:lnTo>
                  <a:pt x="253841" y="172926"/>
                </a:lnTo>
                <a:lnTo>
                  <a:pt x="256413" y="204597"/>
                </a:lnTo>
                <a:lnTo>
                  <a:pt x="260699" y="233410"/>
                </a:lnTo>
                <a:lnTo>
                  <a:pt x="266700" y="259080"/>
                </a:lnTo>
                <a:lnTo>
                  <a:pt x="302010" y="259080"/>
                </a:lnTo>
                <a:lnTo>
                  <a:pt x="297275" y="263723"/>
                </a:lnTo>
                <a:lnTo>
                  <a:pt x="275844" y="283464"/>
                </a:lnTo>
                <a:lnTo>
                  <a:pt x="286592" y="298704"/>
                </a:lnTo>
                <a:lnTo>
                  <a:pt x="256032" y="298704"/>
                </a:lnTo>
                <a:lnTo>
                  <a:pt x="227718" y="318111"/>
                </a:lnTo>
                <a:lnTo>
                  <a:pt x="199834" y="335089"/>
                </a:lnTo>
                <a:lnTo>
                  <a:pt x="172235" y="349496"/>
                </a:lnTo>
                <a:lnTo>
                  <a:pt x="144780" y="361188"/>
                </a:lnTo>
                <a:close/>
              </a:path>
              <a:path w="401320" h="405764">
                <a:moveTo>
                  <a:pt x="302010" y="259080"/>
                </a:moveTo>
                <a:lnTo>
                  <a:pt x="266700" y="259080"/>
                </a:lnTo>
                <a:lnTo>
                  <a:pt x="291250" y="233600"/>
                </a:lnTo>
                <a:lnTo>
                  <a:pt x="312229" y="209550"/>
                </a:lnTo>
                <a:lnTo>
                  <a:pt x="329493" y="186642"/>
                </a:lnTo>
                <a:lnTo>
                  <a:pt x="342900" y="164592"/>
                </a:lnTo>
                <a:lnTo>
                  <a:pt x="374904" y="198120"/>
                </a:lnTo>
                <a:lnTo>
                  <a:pt x="358140" y="199644"/>
                </a:lnTo>
                <a:lnTo>
                  <a:pt x="338423" y="221956"/>
                </a:lnTo>
                <a:lnTo>
                  <a:pt x="318135" y="243268"/>
                </a:lnTo>
                <a:lnTo>
                  <a:pt x="302010" y="259080"/>
                </a:lnTo>
                <a:close/>
              </a:path>
              <a:path w="401320" h="405764">
                <a:moveTo>
                  <a:pt x="147165" y="193548"/>
                </a:moveTo>
                <a:lnTo>
                  <a:pt x="115824" y="193548"/>
                </a:lnTo>
                <a:lnTo>
                  <a:pt x="178308" y="169164"/>
                </a:lnTo>
                <a:lnTo>
                  <a:pt x="181356" y="175260"/>
                </a:lnTo>
                <a:lnTo>
                  <a:pt x="147165" y="193548"/>
                </a:lnTo>
                <a:close/>
              </a:path>
              <a:path w="401320" h="405764">
                <a:moveTo>
                  <a:pt x="115120" y="362712"/>
                </a:moveTo>
                <a:lnTo>
                  <a:pt x="86868" y="362712"/>
                </a:lnTo>
                <a:lnTo>
                  <a:pt x="91440" y="356616"/>
                </a:lnTo>
                <a:lnTo>
                  <a:pt x="91440" y="220980"/>
                </a:lnTo>
                <a:lnTo>
                  <a:pt x="115824" y="220980"/>
                </a:lnTo>
                <a:lnTo>
                  <a:pt x="115824" y="359664"/>
                </a:lnTo>
                <a:lnTo>
                  <a:pt x="115120" y="362712"/>
                </a:lnTo>
                <a:close/>
              </a:path>
              <a:path w="401320" h="405764">
                <a:moveTo>
                  <a:pt x="388296" y="361188"/>
                </a:moveTo>
                <a:lnTo>
                  <a:pt x="362712" y="361188"/>
                </a:lnTo>
                <a:lnTo>
                  <a:pt x="379476" y="283464"/>
                </a:lnTo>
                <a:lnTo>
                  <a:pt x="387096" y="283464"/>
                </a:lnTo>
                <a:lnTo>
                  <a:pt x="386238" y="296608"/>
                </a:lnTo>
                <a:lnTo>
                  <a:pt x="385953" y="310896"/>
                </a:lnTo>
                <a:lnTo>
                  <a:pt x="386238" y="326326"/>
                </a:lnTo>
                <a:lnTo>
                  <a:pt x="387881" y="358616"/>
                </a:lnTo>
                <a:lnTo>
                  <a:pt x="388296" y="361188"/>
                </a:lnTo>
                <a:close/>
              </a:path>
              <a:path w="401320" h="405764">
                <a:moveTo>
                  <a:pt x="394716" y="399288"/>
                </a:moveTo>
                <a:lnTo>
                  <a:pt x="384048" y="399288"/>
                </a:lnTo>
                <a:lnTo>
                  <a:pt x="374380" y="397835"/>
                </a:lnTo>
                <a:lnTo>
                  <a:pt x="327660" y="374904"/>
                </a:lnTo>
                <a:lnTo>
                  <a:pt x="290131" y="344233"/>
                </a:lnTo>
                <a:lnTo>
                  <a:pt x="256032" y="298704"/>
                </a:lnTo>
                <a:lnTo>
                  <a:pt x="286592" y="298704"/>
                </a:lnTo>
                <a:lnTo>
                  <a:pt x="294989" y="310610"/>
                </a:lnTo>
                <a:lnTo>
                  <a:pt x="315849" y="332613"/>
                </a:lnTo>
                <a:lnTo>
                  <a:pt x="338472" y="349496"/>
                </a:lnTo>
                <a:lnTo>
                  <a:pt x="362712" y="361188"/>
                </a:lnTo>
                <a:lnTo>
                  <a:pt x="388296" y="361188"/>
                </a:lnTo>
                <a:lnTo>
                  <a:pt x="389953" y="371475"/>
                </a:lnTo>
                <a:lnTo>
                  <a:pt x="392882" y="381476"/>
                </a:lnTo>
                <a:lnTo>
                  <a:pt x="396240" y="388620"/>
                </a:lnTo>
                <a:lnTo>
                  <a:pt x="400812" y="393192"/>
                </a:lnTo>
                <a:lnTo>
                  <a:pt x="400812" y="397764"/>
                </a:lnTo>
                <a:lnTo>
                  <a:pt x="394716" y="399288"/>
                </a:lnTo>
                <a:close/>
              </a:path>
              <a:path w="401320" h="405764">
                <a:moveTo>
                  <a:pt x="74676" y="405384"/>
                </a:moveTo>
                <a:lnTo>
                  <a:pt x="71532" y="394239"/>
                </a:lnTo>
                <a:lnTo>
                  <a:pt x="62103" y="383667"/>
                </a:lnTo>
                <a:lnTo>
                  <a:pt x="46386" y="373665"/>
                </a:lnTo>
                <a:lnTo>
                  <a:pt x="24384" y="364236"/>
                </a:lnTo>
                <a:lnTo>
                  <a:pt x="24384" y="356616"/>
                </a:lnTo>
                <a:lnTo>
                  <a:pt x="43005" y="359497"/>
                </a:lnTo>
                <a:lnTo>
                  <a:pt x="57912" y="361378"/>
                </a:lnTo>
                <a:lnTo>
                  <a:pt x="69389" y="362402"/>
                </a:lnTo>
                <a:lnTo>
                  <a:pt x="77724" y="362712"/>
                </a:lnTo>
                <a:lnTo>
                  <a:pt x="115120" y="362712"/>
                </a:lnTo>
                <a:lnTo>
                  <a:pt x="112395" y="374523"/>
                </a:lnTo>
                <a:lnTo>
                  <a:pt x="104394" y="387096"/>
                </a:lnTo>
                <a:lnTo>
                  <a:pt x="91821" y="397383"/>
                </a:lnTo>
                <a:lnTo>
                  <a:pt x="74676" y="40538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" name="object 47"/>
          <p:cNvSpPr/>
          <p:nvPr/>
        </p:nvSpPr>
        <p:spPr>
          <a:xfrm>
            <a:off x="6336792" y="4824983"/>
            <a:ext cx="1290955" cy="412115"/>
          </a:xfrm>
          <a:custGeom>
            <a:avLst/>
            <a:gdLst/>
            <a:ahLst/>
            <a:cxnLst/>
            <a:rect l="l" t="t" r="r" b="b"/>
            <a:pathLst>
              <a:path w="1290954" h="412114">
                <a:moveTo>
                  <a:pt x="396240" y="192024"/>
                </a:moveTo>
                <a:lnTo>
                  <a:pt x="358140" y="153924"/>
                </a:lnTo>
                <a:lnTo>
                  <a:pt x="323088" y="181356"/>
                </a:lnTo>
                <a:lnTo>
                  <a:pt x="0" y="181356"/>
                </a:lnTo>
                <a:lnTo>
                  <a:pt x="15240" y="198120"/>
                </a:lnTo>
                <a:lnTo>
                  <a:pt x="25831" y="195249"/>
                </a:lnTo>
                <a:lnTo>
                  <a:pt x="37147" y="193357"/>
                </a:lnTo>
                <a:lnTo>
                  <a:pt x="49314" y="192341"/>
                </a:lnTo>
                <a:lnTo>
                  <a:pt x="62484" y="192024"/>
                </a:lnTo>
                <a:lnTo>
                  <a:pt x="396240" y="192024"/>
                </a:lnTo>
                <a:close/>
              </a:path>
              <a:path w="1290954" h="412114">
                <a:moveTo>
                  <a:pt x="672084" y="146304"/>
                </a:moveTo>
                <a:lnTo>
                  <a:pt x="630936" y="124968"/>
                </a:lnTo>
                <a:lnTo>
                  <a:pt x="631177" y="146304"/>
                </a:lnTo>
                <a:lnTo>
                  <a:pt x="632218" y="183057"/>
                </a:lnTo>
                <a:lnTo>
                  <a:pt x="632333" y="191262"/>
                </a:lnTo>
                <a:lnTo>
                  <a:pt x="632218" y="330263"/>
                </a:lnTo>
                <a:lnTo>
                  <a:pt x="631698" y="351866"/>
                </a:lnTo>
                <a:lnTo>
                  <a:pt x="631164" y="378891"/>
                </a:lnTo>
                <a:lnTo>
                  <a:pt x="630936" y="411492"/>
                </a:lnTo>
                <a:lnTo>
                  <a:pt x="659892" y="393204"/>
                </a:lnTo>
                <a:lnTo>
                  <a:pt x="659003" y="377215"/>
                </a:lnTo>
                <a:lnTo>
                  <a:pt x="658558" y="361391"/>
                </a:lnTo>
                <a:lnTo>
                  <a:pt x="658444" y="351866"/>
                </a:lnTo>
                <a:lnTo>
                  <a:pt x="658368" y="156984"/>
                </a:lnTo>
                <a:lnTo>
                  <a:pt x="672084" y="146304"/>
                </a:lnTo>
                <a:close/>
              </a:path>
              <a:path w="1290954" h="412114">
                <a:moveTo>
                  <a:pt x="848868" y="179832"/>
                </a:moveTo>
                <a:lnTo>
                  <a:pt x="801243" y="165938"/>
                </a:lnTo>
                <a:lnTo>
                  <a:pt x="751332" y="137172"/>
                </a:lnTo>
                <a:lnTo>
                  <a:pt x="700659" y="92964"/>
                </a:lnTo>
                <a:lnTo>
                  <a:pt x="659955" y="41148"/>
                </a:lnTo>
                <a:lnTo>
                  <a:pt x="652272" y="30480"/>
                </a:lnTo>
                <a:lnTo>
                  <a:pt x="669036" y="19824"/>
                </a:lnTo>
                <a:lnTo>
                  <a:pt x="632460" y="0"/>
                </a:lnTo>
                <a:lnTo>
                  <a:pt x="621334" y="27127"/>
                </a:lnTo>
                <a:lnTo>
                  <a:pt x="606361" y="55816"/>
                </a:lnTo>
                <a:lnTo>
                  <a:pt x="565404" y="117360"/>
                </a:lnTo>
                <a:lnTo>
                  <a:pt x="538797" y="147650"/>
                </a:lnTo>
                <a:lnTo>
                  <a:pt x="509206" y="174510"/>
                </a:lnTo>
                <a:lnTo>
                  <a:pt x="476453" y="197942"/>
                </a:lnTo>
                <a:lnTo>
                  <a:pt x="440436" y="217944"/>
                </a:lnTo>
                <a:lnTo>
                  <a:pt x="441960" y="225564"/>
                </a:lnTo>
                <a:lnTo>
                  <a:pt x="477697" y="208991"/>
                </a:lnTo>
                <a:lnTo>
                  <a:pt x="537756" y="172402"/>
                </a:lnTo>
                <a:lnTo>
                  <a:pt x="584898" y="129882"/>
                </a:lnTo>
                <a:lnTo>
                  <a:pt x="627710" y="73964"/>
                </a:lnTo>
                <a:lnTo>
                  <a:pt x="647700" y="41148"/>
                </a:lnTo>
                <a:lnTo>
                  <a:pt x="665988" y="71678"/>
                </a:lnTo>
                <a:lnTo>
                  <a:pt x="702564" y="123024"/>
                </a:lnTo>
                <a:lnTo>
                  <a:pt x="740016" y="161886"/>
                </a:lnTo>
                <a:lnTo>
                  <a:pt x="784072" y="195122"/>
                </a:lnTo>
                <a:lnTo>
                  <a:pt x="809244" y="210312"/>
                </a:lnTo>
                <a:lnTo>
                  <a:pt x="816076" y="200317"/>
                </a:lnTo>
                <a:lnTo>
                  <a:pt x="825055" y="193179"/>
                </a:lnTo>
                <a:lnTo>
                  <a:pt x="836028" y="188887"/>
                </a:lnTo>
                <a:lnTo>
                  <a:pt x="848868" y="187452"/>
                </a:lnTo>
                <a:lnTo>
                  <a:pt x="848868" y="179832"/>
                </a:lnTo>
                <a:close/>
              </a:path>
              <a:path w="1290954" h="412114">
                <a:moveTo>
                  <a:pt x="1226820" y="24384"/>
                </a:moveTo>
                <a:lnTo>
                  <a:pt x="1222463" y="21336"/>
                </a:lnTo>
                <a:lnTo>
                  <a:pt x="1196340" y="3048"/>
                </a:lnTo>
                <a:lnTo>
                  <a:pt x="1188720" y="14478"/>
                </a:lnTo>
                <a:lnTo>
                  <a:pt x="1188720" y="32004"/>
                </a:lnTo>
                <a:lnTo>
                  <a:pt x="1188720" y="70104"/>
                </a:lnTo>
                <a:lnTo>
                  <a:pt x="1188720" y="80772"/>
                </a:lnTo>
                <a:lnTo>
                  <a:pt x="1188720" y="118872"/>
                </a:lnTo>
                <a:lnTo>
                  <a:pt x="999744" y="118872"/>
                </a:lnTo>
                <a:lnTo>
                  <a:pt x="999744" y="80772"/>
                </a:lnTo>
                <a:lnTo>
                  <a:pt x="1188720" y="80772"/>
                </a:lnTo>
                <a:lnTo>
                  <a:pt x="1188720" y="70104"/>
                </a:lnTo>
                <a:lnTo>
                  <a:pt x="999744" y="70104"/>
                </a:lnTo>
                <a:lnTo>
                  <a:pt x="999744" y="32004"/>
                </a:lnTo>
                <a:lnTo>
                  <a:pt x="1188720" y="32004"/>
                </a:lnTo>
                <a:lnTo>
                  <a:pt x="1188720" y="14478"/>
                </a:lnTo>
                <a:lnTo>
                  <a:pt x="1184148" y="21336"/>
                </a:lnTo>
                <a:lnTo>
                  <a:pt x="999744" y="21336"/>
                </a:lnTo>
                <a:lnTo>
                  <a:pt x="973836" y="7620"/>
                </a:lnTo>
                <a:lnTo>
                  <a:pt x="974915" y="24384"/>
                </a:lnTo>
                <a:lnTo>
                  <a:pt x="975931" y="42481"/>
                </a:lnTo>
                <a:lnTo>
                  <a:pt x="976617" y="60985"/>
                </a:lnTo>
                <a:lnTo>
                  <a:pt x="976884" y="80772"/>
                </a:lnTo>
                <a:lnTo>
                  <a:pt x="976617" y="99682"/>
                </a:lnTo>
                <a:lnTo>
                  <a:pt x="975931" y="117729"/>
                </a:lnTo>
                <a:lnTo>
                  <a:pt x="974953" y="135216"/>
                </a:lnTo>
                <a:lnTo>
                  <a:pt x="973836" y="152400"/>
                </a:lnTo>
                <a:lnTo>
                  <a:pt x="999744" y="143256"/>
                </a:lnTo>
                <a:lnTo>
                  <a:pt x="999744" y="129540"/>
                </a:lnTo>
                <a:lnTo>
                  <a:pt x="1188720" y="129540"/>
                </a:lnTo>
                <a:lnTo>
                  <a:pt x="1188720" y="150876"/>
                </a:lnTo>
                <a:lnTo>
                  <a:pt x="1214628" y="138684"/>
                </a:lnTo>
                <a:lnTo>
                  <a:pt x="1213154" y="80772"/>
                </a:lnTo>
                <a:lnTo>
                  <a:pt x="1213104" y="35052"/>
                </a:lnTo>
                <a:lnTo>
                  <a:pt x="1217015" y="32004"/>
                </a:lnTo>
                <a:lnTo>
                  <a:pt x="1226820" y="24384"/>
                </a:lnTo>
                <a:close/>
              </a:path>
              <a:path w="1290954" h="412114">
                <a:moveTo>
                  <a:pt x="1289304" y="176784"/>
                </a:moveTo>
                <a:lnTo>
                  <a:pt x="1251204" y="138684"/>
                </a:lnTo>
                <a:lnTo>
                  <a:pt x="1222248" y="166116"/>
                </a:lnTo>
                <a:lnTo>
                  <a:pt x="1057656" y="166116"/>
                </a:lnTo>
                <a:lnTo>
                  <a:pt x="1057656" y="315468"/>
                </a:lnTo>
                <a:lnTo>
                  <a:pt x="976884" y="329184"/>
                </a:lnTo>
                <a:lnTo>
                  <a:pt x="976884" y="274320"/>
                </a:lnTo>
                <a:lnTo>
                  <a:pt x="1057656" y="274320"/>
                </a:lnTo>
                <a:lnTo>
                  <a:pt x="1057656" y="263652"/>
                </a:lnTo>
                <a:lnTo>
                  <a:pt x="976884" y="263652"/>
                </a:lnTo>
                <a:lnTo>
                  <a:pt x="976884" y="224028"/>
                </a:lnTo>
                <a:lnTo>
                  <a:pt x="1057656" y="224028"/>
                </a:lnTo>
                <a:lnTo>
                  <a:pt x="1057656" y="213360"/>
                </a:lnTo>
                <a:lnTo>
                  <a:pt x="976884" y="213360"/>
                </a:lnTo>
                <a:lnTo>
                  <a:pt x="976884" y="176784"/>
                </a:lnTo>
                <a:lnTo>
                  <a:pt x="1057656" y="176784"/>
                </a:lnTo>
                <a:lnTo>
                  <a:pt x="1057656" y="166116"/>
                </a:lnTo>
                <a:lnTo>
                  <a:pt x="891540" y="166116"/>
                </a:lnTo>
                <a:lnTo>
                  <a:pt x="905256" y="179832"/>
                </a:lnTo>
                <a:lnTo>
                  <a:pt x="928116" y="176784"/>
                </a:lnTo>
                <a:lnTo>
                  <a:pt x="952500" y="176784"/>
                </a:lnTo>
                <a:lnTo>
                  <a:pt x="952500" y="335280"/>
                </a:lnTo>
                <a:lnTo>
                  <a:pt x="907491" y="341503"/>
                </a:lnTo>
                <a:lnTo>
                  <a:pt x="894588" y="342900"/>
                </a:lnTo>
                <a:lnTo>
                  <a:pt x="915924" y="376428"/>
                </a:lnTo>
                <a:lnTo>
                  <a:pt x="955421" y="356616"/>
                </a:lnTo>
                <a:lnTo>
                  <a:pt x="1057656" y="329184"/>
                </a:lnTo>
                <a:lnTo>
                  <a:pt x="1057656" y="411480"/>
                </a:lnTo>
                <a:lnTo>
                  <a:pt x="1080516" y="397764"/>
                </a:lnTo>
                <a:lnTo>
                  <a:pt x="1080516" y="323088"/>
                </a:lnTo>
                <a:lnTo>
                  <a:pt x="1118196" y="310896"/>
                </a:lnTo>
                <a:lnTo>
                  <a:pt x="1132332" y="306324"/>
                </a:lnTo>
                <a:lnTo>
                  <a:pt x="1130808" y="300228"/>
                </a:lnTo>
                <a:lnTo>
                  <a:pt x="1080516" y="310896"/>
                </a:lnTo>
                <a:lnTo>
                  <a:pt x="1080516" y="274320"/>
                </a:lnTo>
                <a:lnTo>
                  <a:pt x="1080516" y="263652"/>
                </a:lnTo>
                <a:lnTo>
                  <a:pt x="1080516" y="224028"/>
                </a:lnTo>
                <a:lnTo>
                  <a:pt x="1080516" y="213360"/>
                </a:lnTo>
                <a:lnTo>
                  <a:pt x="1080516" y="176784"/>
                </a:lnTo>
                <a:lnTo>
                  <a:pt x="1289304" y="176784"/>
                </a:lnTo>
                <a:close/>
              </a:path>
              <a:path w="1290954" h="412114">
                <a:moveTo>
                  <a:pt x="1290828" y="371856"/>
                </a:moveTo>
                <a:lnTo>
                  <a:pt x="1251394" y="363931"/>
                </a:lnTo>
                <a:lnTo>
                  <a:pt x="1217968" y="344881"/>
                </a:lnTo>
                <a:lnTo>
                  <a:pt x="1191768" y="323088"/>
                </a:lnTo>
                <a:lnTo>
                  <a:pt x="1203020" y="306324"/>
                </a:lnTo>
                <a:lnTo>
                  <a:pt x="1206334" y="301396"/>
                </a:lnTo>
                <a:lnTo>
                  <a:pt x="1220343" y="277558"/>
                </a:lnTo>
                <a:lnTo>
                  <a:pt x="1233766" y="251726"/>
                </a:lnTo>
                <a:lnTo>
                  <a:pt x="1246632" y="224028"/>
                </a:lnTo>
                <a:lnTo>
                  <a:pt x="1257808" y="217932"/>
                </a:lnTo>
                <a:lnTo>
                  <a:pt x="1263396" y="214884"/>
                </a:lnTo>
                <a:lnTo>
                  <a:pt x="1234440" y="190500"/>
                </a:lnTo>
                <a:lnTo>
                  <a:pt x="1222248" y="205409"/>
                </a:lnTo>
                <a:lnTo>
                  <a:pt x="1222248" y="217932"/>
                </a:lnTo>
                <a:lnTo>
                  <a:pt x="1218285" y="229362"/>
                </a:lnTo>
                <a:lnTo>
                  <a:pt x="1196695" y="274828"/>
                </a:lnTo>
                <a:lnTo>
                  <a:pt x="1178052" y="306324"/>
                </a:lnTo>
                <a:lnTo>
                  <a:pt x="1171206" y="298640"/>
                </a:lnTo>
                <a:lnTo>
                  <a:pt x="1164526" y="289369"/>
                </a:lnTo>
                <a:lnTo>
                  <a:pt x="1158113" y="278688"/>
                </a:lnTo>
                <a:lnTo>
                  <a:pt x="1152144" y="266700"/>
                </a:lnTo>
                <a:lnTo>
                  <a:pt x="1145832" y="254368"/>
                </a:lnTo>
                <a:lnTo>
                  <a:pt x="1140523" y="242316"/>
                </a:lnTo>
                <a:lnTo>
                  <a:pt x="1136065" y="230276"/>
                </a:lnTo>
                <a:lnTo>
                  <a:pt x="1132332" y="217932"/>
                </a:lnTo>
                <a:lnTo>
                  <a:pt x="1222248" y="217932"/>
                </a:lnTo>
                <a:lnTo>
                  <a:pt x="1222248" y="205409"/>
                </a:lnTo>
                <a:lnTo>
                  <a:pt x="1220724" y="207264"/>
                </a:lnTo>
                <a:lnTo>
                  <a:pt x="1088136" y="207264"/>
                </a:lnTo>
                <a:lnTo>
                  <a:pt x="1101852" y="222504"/>
                </a:lnTo>
                <a:lnTo>
                  <a:pt x="1123188" y="217932"/>
                </a:lnTo>
                <a:lnTo>
                  <a:pt x="1131570" y="247840"/>
                </a:lnTo>
                <a:lnTo>
                  <a:pt x="1135608" y="261442"/>
                </a:lnTo>
                <a:lnTo>
                  <a:pt x="1151191" y="299466"/>
                </a:lnTo>
                <a:lnTo>
                  <a:pt x="1165860" y="324612"/>
                </a:lnTo>
                <a:lnTo>
                  <a:pt x="1147648" y="344805"/>
                </a:lnTo>
                <a:lnTo>
                  <a:pt x="1127188" y="364426"/>
                </a:lnTo>
                <a:lnTo>
                  <a:pt x="1104773" y="383120"/>
                </a:lnTo>
                <a:lnTo>
                  <a:pt x="1080516" y="400812"/>
                </a:lnTo>
                <a:lnTo>
                  <a:pt x="1085088" y="405384"/>
                </a:lnTo>
                <a:lnTo>
                  <a:pt x="1112469" y="389128"/>
                </a:lnTo>
                <a:lnTo>
                  <a:pt x="1137285" y="372427"/>
                </a:lnTo>
                <a:lnTo>
                  <a:pt x="1159230" y="355460"/>
                </a:lnTo>
                <a:lnTo>
                  <a:pt x="1178052" y="338328"/>
                </a:lnTo>
                <a:lnTo>
                  <a:pt x="1188313" y="349186"/>
                </a:lnTo>
                <a:lnTo>
                  <a:pt x="1227048" y="382358"/>
                </a:lnTo>
                <a:lnTo>
                  <a:pt x="1255776" y="399288"/>
                </a:lnTo>
                <a:lnTo>
                  <a:pt x="1260602" y="391248"/>
                </a:lnTo>
                <a:lnTo>
                  <a:pt x="1268158" y="385191"/>
                </a:lnTo>
                <a:lnTo>
                  <a:pt x="1278267" y="380860"/>
                </a:lnTo>
                <a:lnTo>
                  <a:pt x="1290828" y="377952"/>
                </a:lnTo>
                <a:lnTo>
                  <a:pt x="1290828" y="37185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" name="object 48"/>
          <p:cNvSpPr/>
          <p:nvPr/>
        </p:nvSpPr>
        <p:spPr>
          <a:xfrm>
            <a:off x="7673340" y="4826508"/>
            <a:ext cx="401320" cy="408940"/>
          </a:xfrm>
          <a:custGeom>
            <a:avLst/>
            <a:gdLst/>
            <a:ahLst/>
            <a:cxnLst/>
            <a:rect l="l" t="t" r="r" b="b"/>
            <a:pathLst>
              <a:path w="401320" h="408939">
                <a:moveTo>
                  <a:pt x="1524" y="408431"/>
                </a:moveTo>
                <a:lnTo>
                  <a:pt x="0" y="400812"/>
                </a:lnTo>
                <a:lnTo>
                  <a:pt x="28813" y="387143"/>
                </a:lnTo>
                <a:lnTo>
                  <a:pt x="55625" y="371475"/>
                </a:lnTo>
                <a:lnTo>
                  <a:pt x="102107" y="335279"/>
                </a:lnTo>
                <a:lnTo>
                  <a:pt x="137350" y="291655"/>
                </a:lnTo>
                <a:lnTo>
                  <a:pt x="160019" y="242315"/>
                </a:lnTo>
                <a:lnTo>
                  <a:pt x="173354" y="189737"/>
                </a:lnTo>
                <a:lnTo>
                  <a:pt x="179831" y="132587"/>
                </a:lnTo>
                <a:lnTo>
                  <a:pt x="42671" y="132587"/>
                </a:lnTo>
                <a:lnTo>
                  <a:pt x="18288" y="137159"/>
                </a:lnTo>
                <a:lnTo>
                  <a:pt x="4571" y="123443"/>
                </a:lnTo>
                <a:lnTo>
                  <a:pt x="179831" y="123443"/>
                </a:lnTo>
                <a:lnTo>
                  <a:pt x="179641" y="45719"/>
                </a:lnTo>
                <a:lnTo>
                  <a:pt x="179189" y="18859"/>
                </a:lnTo>
                <a:lnTo>
                  <a:pt x="178307" y="0"/>
                </a:lnTo>
                <a:lnTo>
                  <a:pt x="219455" y="18287"/>
                </a:lnTo>
                <a:lnTo>
                  <a:pt x="205739" y="32003"/>
                </a:lnTo>
                <a:lnTo>
                  <a:pt x="205739" y="123443"/>
                </a:lnTo>
                <a:lnTo>
                  <a:pt x="335279" y="123443"/>
                </a:lnTo>
                <a:lnTo>
                  <a:pt x="362712" y="94487"/>
                </a:lnTo>
                <a:lnTo>
                  <a:pt x="400812" y="132587"/>
                </a:lnTo>
                <a:lnTo>
                  <a:pt x="205739" y="132587"/>
                </a:lnTo>
                <a:lnTo>
                  <a:pt x="205739" y="147827"/>
                </a:lnTo>
                <a:lnTo>
                  <a:pt x="230885" y="212026"/>
                </a:lnTo>
                <a:lnTo>
                  <a:pt x="269747" y="277367"/>
                </a:lnTo>
                <a:lnTo>
                  <a:pt x="294917" y="306800"/>
                </a:lnTo>
                <a:lnTo>
                  <a:pt x="324802" y="331088"/>
                </a:lnTo>
                <a:lnTo>
                  <a:pt x="359544" y="350234"/>
                </a:lnTo>
                <a:lnTo>
                  <a:pt x="399288" y="364236"/>
                </a:lnTo>
                <a:lnTo>
                  <a:pt x="399288" y="371855"/>
                </a:lnTo>
                <a:lnTo>
                  <a:pt x="386691" y="373284"/>
                </a:lnTo>
                <a:lnTo>
                  <a:pt x="376237" y="377570"/>
                </a:lnTo>
                <a:lnTo>
                  <a:pt x="367784" y="384714"/>
                </a:lnTo>
                <a:lnTo>
                  <a:pt x="361188" y="394715"/>
                </a:lnTo>
                <a:lnTo>
                  <a:pt x="333494" y="374999"/>
                </a:lnTo>
                <a:lnTo>
                  <a:pt x="283821" y="326993"/>
                </a:lnTo>
                <a:lnTo>
                  <a:pt x="242982" y="267795"/>
                </a:lnTo>
                <a:lnTo>
                  <a:pt x="213264" y="204835"/>
                </a:lnTo>
                <a:lnTo>
                  <a:pt x="202691" y="172211"/>
                </a:lnTo>
                <a:lnTo>
                  <a:pt x="192666" y="221384"/>
                </a:lnTo>
                <a:lnTo>
                  <a:pt x="178498" y="263842"/>
                </a:lnTo>
                <a:lnTo>
                  <a:pt x="160043" y="299727"/>
                </a:lnTo>
                <a:lnTo>
                  <a:pt x="109751" y="352925"/>
                </a:lnTo>
                <a:lnTo>
                  <a:pt x="77914" y="373951"/>
                </a:lnTo>
                <a:lnTo>
                  <a:pt x="41790" y="392406"/>
                </a:lnTo>
                <a:lnTo>
                  <a:pt x="1524" y="40843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" name="object 49"/>
          <p:cNvSpPr/>
          <p:nvPr/>
        </p:nvSpPr>
        <p:spPr>
          <a:xfrm>
            <a:off x="8151876" y="4828032"/>
            <a:ext cx="356870" cy="401320"/>
          </a:xfrm>
          <a:custGeom>
            <a:avLst/>
            <a:gdLst/>
            <a:ahLst/>
            <a:cxnLst/>
            <a:rect l="l" t="t" r="r" b="b"/>
            <a:pathLst>
              <a:path w="356870" h="401320">
                <a:moveTo>
                  <a:pt x="53340" y="89916"/>
                </a:moveTo>
                <a:lnTo>
                  <a:pt x="44196" y="89916"/>
                </a:lnTo>
                <a:lnTo>
                  <a:pt x="51339" y="62150"/>
                </a:lnTo>
                <a:lnTo>
                  <a:pt x="56769" y="38100"/>
                </a:lnTo>
                <a:lnTo>
                  <a:pt x="60483" y="17478"/>
                </a:lnTo>
                <a:lnTo>
                  <a:pt x="62484" y="0"/>
                </a:lnTo>
                <a:lnTo>
                  <a:pt x="100584" y="21336"/>
                </a:lnTo>
                <a:lnTo>
                  <a:pt x="91487" y="28194"/>
                </a:lnTo>
                <a:lnTo>
                  <a:pt x="80391" y="41910"/>
                </a:lnTo>
                <a:lnTo>
                  <a:pt x="67579" y="62484"/>
                </a:lnTo>
                <a:lnTo>
                  <a:pt x="53340" y="89916"/>
                </a:lnTo>
                <a:close/>
              </a:path>
              <a:path w="356870" h="401320">
                <a:moveTo>
                  <a:pt x="147828" y="190500"/>
                </a:moveTo>
                <a:lnTo>
                  <a:pt x="143256" y="187452"/>
                </a:lnTo>
                <a:lnTo>
                  <a:pt x="160162" y="160615"/>
                </a:lnTo>
                <a:lnTo>
                  <a:pt x="174498" y="135064"/>
                </a:lnTo>
                <a:lnTo>
                  <a:pt x="196596" y="88392"/>
                </a:lnTo>
                <a:lnTo>
                  <a:pt x="211836" y="44958"/>
                </a:lnTo>
                <a:lnTo>
                  <a:pt x="222503" y="1524"/>
                </a:lnTo>
                <a:lnTo>
                  <a:pt x="260603" y="24384"/>
                </a:lnTo>
                <a:lnTo>
                  <a:pt x="252864" y="32146"/>
                </a:lnTo>
                <a:lnTo>
                  <a:pt x="243268" y="46482"/>
                </a:lnTo>
                <a:lnTo>
                  <a:pt x="231671" y="67675"/>
                </a:lnTo>
                <a:lnTo>
                  <a:pt x="217932" y="96012"/>
                </a:lnTo>
                <a:lnTo>
                  <a:pt x="350520" y="96012"/>
                </a:lnTo>
                <a:lnTo>
                  <a:pt x="356616" y="102108"/>
                </a:lnTo>
                <a:lnTo>
                  <a:pt x="352806" y="105156"/>
                </a:lnTo>
                <a:lnTo>
                  <a:pt x="213360" y="105156"/>
                </a:lnTo>
                <a:lnTo>
                  <a:pt x="197977" y="129420"/>
                </a:lnTo>
                <a:lnTo>
                  <a:pt x="181737" y="151828"/>
                </a:lnTo>
                <a:lnTo>
                  <a:pt x="164925" y="172235"/>
                </a:lnTo>
                <a:lnTo>
                  <a:pt x="147828" y="190500"/>
                </a:lnTo>
                <a:close/>
              </a:path>
              <a:path w="356870" h="401320">
                <a:moveTo>
                  <a:pt x="145766" y="89916"/>
                </a:moveTo>
                <a:lnTo>
                  <a:pt x="111252" y="89916"/>
                </a:lnTo>
                <a:lnTo>
                  <a:pt x="128016" y="73152"/>
                </a:lnTo>
                <a:lnTo>
                  <a:pt x="145766" y="89916"/>
                </a:lnTo>
                <a:close/>
              </a:path>
              <a:path w="356870" h="401320">
                <a:moveTo>
                  <a:pt x="0" y="397764"/>
                </a:moveTo>
                <a:lnTo>
                  <a:pt x="820" y="359664"/>
                </a:lnTo>
                <a:lnTo>
                  <a:pt x="917" y="353568"/>
                </a:lnTo>
                <a:lnTo>
                  <a:pt x="1333" y="316230"/>
                </a:lnTo>
                <a:lnTo>
                  <a:pt x="1425" y="176784"/>
                </a:lnTo>
                <a:lnTo>
                  <a:pt x="1301" y="151828"/>
                </a:lnTo>
                <a:lnTo>
                  <a:pt x="881" y="114681"/>
                </a:lnTo>
                <a:lnTo>
                  <a:pt x="0" y="74676"/>
                </a:lnTo>
                <a:lnTo>
                  <a:pt x="25908" y="89916"/>
                </a:lnTo>
                <a:lnTo>
                  <a:pt x="145766" y="89916"/>
                </a:lnTo>
                <a:lnTo>
                  <a:pt x="155448" y="99060"/>
                </a:lnTo>
                <a:lnTo>
                  <a:pt x="153162" y="100584"/>
                </a:lnTo>
                <a:lnTo>
                  <a:pt x="24384" y="100584"/>
                </a:lnTo>
                <a:lnTo>
                  <a:pt x="24384" y="211836"/>
                </a:lnTo>
                <a:lnTo>
                  <a:pt x="137464" y="211836"/>
                </a:lnTo>
                <a:lnTo>
                  <a:pt x="137527" y="222504"/>
                </a:lnTo>
                <a:lnTo>
                  <a:pt x="24384" y="222504"/>
                </a:lnTo>
                <a:lnTo>
                  <a:pt x="24384" y="344424"/>
                </a:lnTo>
                <a:lnTo>
                  <a:pt x="138510" y="344424"/>
                </a:lnTo>
                <a:lnTo>
                  <a:pt x="138564" y="353568"/>
                </a:lnTo>
                <a:lnTo>
                  <a:pt x="24384" y="353568"/>
                </a:lnTo>
                <a:lnTo>
                  <a:pt x="24384" y="384048"/>
                </a:lnTo>
                <a:lnTo>
                  <a:pt x="0" y="397764"/>
                </a:lnTo>
                <a:close/>
              </a:path>
              <a:path w="356870" h="401320">
                <a:moveTo>
                  <a:pt x="350520" y="96012"/>
                </a:moveTo>
                <a:lnTo>
                  <a:pt x="310896" y="96012"/>
                </a:lnTo>
                <a:lnTo>
                  <a:pt x="330708" y="76200"/>
                </a:lnTo>
                <a:lnTo>
                  <a:pt x="350520" y="96012"/>
                </a:lnTo>
                <a:close/>
              </a:path>
              <a:path w="356870" h="401320">
                <a:moveTo>
                  <a:pt x="137464" y="211836"/>
                </a:moveTo>
                <a:lnTo>
                  <a:pt x="114300" y="211836"/>
                </a:lnTo>
                <a:lnTo>
                  <a:pt x="114300" y="100584"/>
                </a:lnTo>
                <a:lnTo>
                  <a:pt x="153162" y="100584"/>
                </a:lnTo>
                <a:lnTo>
                  <a:pt x="137160" y="111252"/>
                </a:lnTo>
                <a:lnTo>
                  <a:pt x="137263" y="160615"/>
                </a:lnTo>
                <a:lnTo>
                  <a:pt x="137386" y="198501"/>
                </a:lnTo>
                <a:lnTo>
                  <a:pt x="137464" y="211836"/>
                </a:lnTo>
                <a:close/>
              </a:path>
              <a:path w="356870" h="401320">
                <a:moveTo>
                  <a:pt x="326904" y="359664"/>
                </a:moveTo>
                <a:lnTo>
                  <a:pt x="283464" y="359664"/>
                </a:lnTo>
                <a:lnTo>
                  <a:pt x="291750" y="357687"/>
                </a:lnTo>
                <a:lnTo>
                  <a:pt x="298323" y="351853"/>
                </a:lnTo>
                <a:lnTo>
                  <a:pt x="308586" y="304895"/>
                </a:lnTo>
                <a:lnTo>
                  <a:pt x="310705" y="259461"/>
                </a:lnTo>
                <a:lnTo>
                  <a:pt x="312539" y="192881"/>
                </a:lnTo>
                <a:lnTo>
                  <a:pt x="313944" y="105156"/>
                </a:lnTo>
                <a:lnTo>
                  <a:pt x="352806" y="105156"/>
                </a:lnTo>
                <a:lnTo>
                  <a:pt x="341376" y="114300"/>
                </a:lnTo>
                <a:lnTo>
                  <a:pt x="339593" y="186213"/>
                </a:lnTo>
                <a:lnTo>
                  <a:pt x="337620" y="248631"/>
                </a:lnTo>
                <a:lnTo>
                  <a:pt x="335560" y="294583"/>
                </a:lnTo>
                <a:lnTo>
                  <a:pt x="333280" y="326489"/>
                </a:lnTo>
                <a:lnTo>
                  <a:pt x="330708" y="344424"/>
                </a:lnTo>
                <a:lnTo>
                  <a:pt x="327874" y="357020"/>
                </a:lnTo>
                <a:lnTo>
                  <a:pt x="326904" y="359664"/>
                </a:lnTo>
                <a:close/>
              </a:path>
              <a:path w="356870" h="401320">
                <a:moveTo>
                  <a:pt x="231648" y="269748"/>
                </a:moveTo>
                <a:lnTo>
                  <a:pt x="230124" y="269748"/>
                </a:lnTo>
                <a:lnTo>
                  <a:pt x="226742" y="268081"/>
                </a:lnTo>
                <a:lnTo>
                  <a:pt x="223647" y="263271"/>
                </a:lnTo>
                <a:lnTo>
                  <a:pt x="221122" y="255603"/>
                </a:lnTo>
                <a:lnTo>
                  <a:pt x="219456" y="245364"/>
                </a:lnTo>
                <a:lnTo>
                  <a:pt x="214884" y="227576"/>
                </a:lnTo>
                <a:lnTo>
                  <a:pt x="208026" y="210502"/>
                </a:lnTo>
                <a:lnTo>
                  <a:pt x="198882" y="193714"/>
                </a:lnTo>
                <a:lnTo>
                  <a:pt x="187452" y="176784"/>
                </a:lnTo>
                <a:lnTo>
                  <a:pt x="192024" y="172212"/>
                </a:lnTo>
                <a:lnTo>
                  <a:pt x="224218" y="198501"/>
                </a:lnTo>
                <a:lnTo>
                  <a:pt x="246888" y="234696"/>
                </a:lnTo>
                <a:lnTo>
                  <a:pt x="246888" y="246888"/>
                </a:lnTo>
                <a:lnTo>
                  <a:pt x="245364" y="254508"/>
                </a:lnTo>
                <a:lnTo>
                  <a:pt x="239267" y="260603"/>
                </a:lnTo>
                <a:lnTo>
                  <a:pt x="234696" y="266700"/>
                </a:lnTo>
                <a:lnTo>
                  <a:pt x="231648" y="269748"/>
                </a:lnTo>
                <a:close/>
              </a:path>
              <a:path w="356870" h="401320">
                <a:moveTo>
                  <a:pt x="138510" y="344424"/>
                </a:moveTo>
                <a:lnTo>
                  <a:pt x="114300" y="344424"/>
                </a:lnTo>
                <a:lnTo>
                  <a:pt x="114300" y="222504"/>
                </a:lnTo>
                <a:lnTo>
                  <a:pt x="137527" y="222504"/>
                </a:lnTo>
                <a:lnTo>
                  <a:pt x="137723" y="254508"/>
                </a:lnTo>
                <a:lnTo>
                  <a:pt x="138510" y="344424"/>
                </a:lnTo>
                <a:close/>
              </a:path>
              <a:path w="356870" h="401320">
                <a:moveTo>
                  <a:pt x="278891" y="400812"/>
                </a:moveTo>
                <a:lnTo>
                  <a:pt x="271772" y="387953"/>
                </a:lnTo>
                <a:lnTo>
                  <a:pt x="259651" y="376809"/>
                </a:lnTo>
                <a:lnTo>
                  <a:pt x="242673" y="367379"/>
                </a:lnTo>
                <a:lnTo>
                  <a:pt x="220979" y="359664"/>
                </a:lnTo>
                <a:lnTo>
                  <a:pt x="220979" y="350520"/>
                </a:lnTo>
                <a:lnTo>
                  <a:pt x="241244" y="354520"/>
                </a:lnTo>
                <a:lnTo>
                  <a:pt x="258508" y="357378"/>
                </a:lnTo>
                <a:lnTo>
                  <a:pt x="272629" y="359092"/>
                </a:lnTo>
                <a:lnTo>
                  <a:pt x="283464" y="359664"/>
                </a:lnTo>
                <a:lnTo>
                  <a:pt x="326904" y="359664"/>
                </a:lnTo>
                <a:lnTo>
                  <a:pt x="324040" y="367474"/>
                </a:lnTo>
                <a:lnTo>
                  <a:pt x="289726" y="396240"/>
                </a:lnTo>
                <a:lnTo>
                  <a:pt x="278891" y="400812"/>
                </a:lnTo>
                <a:close/>
              </a:path>
              <a:path w="356870" h="401320">
                <a:moveTo>
                  <a:pt x="114300" y="390144"/>
                </a:moveTo>
                <a:lnTo>
                  <a:pt x="114300" y="353568"/>
                </a:lnTo>
                <a:lnTo>
                  <a:pt x="138564" y="353568"/>
                </a:lnTo>
                <a:lnTo>
                  <a:pt x="138684" y="376428"/>
                </a:lnTo>
                <a:lnTo>
                  <a:pt x="114300" y="39014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" name="object 50"/>
          <p:cNvSpPr/>
          <p:nvPr/>
        </p:nvSpPr>
        <p:spPr>
          <a:xfrm>
            <a:off x="8560296" y="4824983"/>
            <a:ext cx="1300480" cy="411480"/>
          </a:xfrm>
          <a:custGeom>
            <a:avLst/>
            <a:gdLst/>
            <a:ahLst/>
            <a:cxnLst/>
            <a:rect l="l" t="t" r="r" b="b"/>
            <a:pathLst>
              <a:path w="1300479" h="411479">
                <a:moveTo>
                  <a:pt x="172212" y="32004"/>
                </a:moveTo>
                <a:lnTo>
                  <a:pt x="140208" y="12192"/>
                </a:lnTo>
                <a:lnTo>
                  <a:pt x="135305" y="23964"/>
                </a:lnTo>
                <a:lnTo>
                  <a:pt x="127254" y="38862"/>
                </a:lnTo>
                <a:lnTo>
                  <a:pt x="115785" y="57200"/>
                </a:lnTo>
                <a:lnTo>
                  <a:pt x="100584" y="79248"/>
                </a:lnTo>
                <a:lnTo>
                  <a:pt x="84848" y="65582"/>
                </a:lnTo>
                <a:lnTo>
                  <a:pt x="67246" y="52197"/>
                </a:lnTo>
                <a:lnTo>
                  <a:pt x="47650" y="39395"/>
                </a:lnTo>
                <a:lnTo>
                  <a:pt x="25908" y="27432"/>
                </a:lnTo>
                <a:lnTo>
                  <a:pt x="22860" y="32004"/>
                </a:lnTo>
                <a:lnTo>
                  <a:pt x="39725" y="46037"/>
                </a:lnTo>
                <a:lnTo>
                  <a:pt x="56007" y="60769"/>
                </a:lnTo>
                <a:lnTo>
                  <a:pt x="71729" y="76377"/>
                </a:lnTo>
                <a:lnTo>
                  <a:pt x="86868" y="92964"/>
                </a:lnTo>
                <a:lnTo>
                  <a:pt x="68872" y="112115"/>
                </a:lnTo>
                <a:lnTo>
                  <a:pt x="49149" y="130683"/>
                </a:lnTo>
                <a:lnTo>
                  <a:pt x="27724" y="148691"/>
                </a:lnTo>
                <a:lnTo>
                  <a:pt x="4572" y="166116"/>
                </a:lnTo>
                <a:lnTo>
                  <a:pt x="9144" y="170688"/>
                </a:lnTo>
                <a:lnTo>
                  <a:pt x="32575" y="158191"/>
                </a:lnTo>
                <a:lnTo>
                  <a:pt x="54864" y="143827"/>
                </a:lnTo>
                <a:lnTo>
                  <a:pt x="76009" y="128041"/>
                </a:lnTo>
                <a:lnTo>
                  <a:pt x="96012" y="111252"/>
                </a:lnTo>
                <a:lnTo>
                  <a:pt x="99212" y="121831"/>
                </a:lnTo>
                <a:lnTo>
                  <a:pt x="102108" y="132969"/>
                </a:lnTo>
                <a:lnTo>
                  <a:pt x="105016" y="144691"/>
                </a:lnTo>
                <a:lnTo>
                  <a:pt x="108204" y="156972"/>
                </a:lnTo>
                <a:lnTo>
                  <a:pt x="85940" y="198716"/>
                </a:lnTo>
                <a:lnTo>
                  <a:pt x="60388" y="237172"/>
                </a:lnTo>
                <a:lnTo>
                  <a:pt x="31699" y="272491"/>
                </a:lnTo>
                <a:lnTo>
                  <a:pt x="0" y="304800"/>
                </a:lnTo>
                <a:lnTo>
                  <a:pt x="1524" y="312420"/>
                </a:lnTo>
                <a:lnTo>
                  <a:pt x="35458" y="286943"/>
                </a:lnTo>
                <a:lnTo>
                  <a:pt x="66103" y="258318"/>
                </a:lnTo>
                <a:lnTo>
                  <a:pt x="93040" y="226275"/>
                </a:lnTo>
                <a:lnTo>
                  <a:pt x="115824" y="190500"/>
                </a:lnTo>
                <a:lnTo>
                  <a:pt x="117284" y="233172"/>
                </a:lnTo>
                <a:lnTo>
                  <a:pt x="117271" y="272491"/>
                </a:lnTo>
                <a:lnTo>
                  <a:pt x="114300" y="321564"/>
                </a:lnTo>
                <a:lnTo>
                  <a:pt x="99060" y="361188"/>
                </a:lnTo>
                <a:lnTo>
                  <a:pt x="85344" y="365760"/>
                </a:lnTo>
                <a:lnTo>
                  <a:pt x="77724" y="365760"/>
                </a:lnTo>
                <a:lnTo>
                  <a:pt x="70294" y="365480"/>
                </a:lnTo>
                <a:lnTo>
                  <a:pt x="61722" y="364617"/>
                </a:lnTo>
                <a:lnTo>
                  <a:pt x="52006" y="363194"/>
                </a:lnTo>
                <a:lnTo>
                  <a:pt x="41148" y="361188"/>
                </a:lnTo>
                <a:lnTo>
                  <a:pt x="41148" y="367284"/>
                </a:lnTo>
                <a:lnTo>
                  <a:pt x="57467" y="374484"/>
                </a:lnTo>
                <a:lnTo>
                  <a:pt x="69913" y="382524"/>
                </a:lnTo>
                <a:lnTo>
                  <a:pt x="78663" y="391718"/>
                </a:lnTo>
                <a:lnTo>
                  <a:pt x="83820" y="402336"/>
                </a:lnTo>
                <a:lnTo>
                  <a:pt x="100444" y="392607"/>
                </a:lnTo>
                <a:lnTo>
                  <a:pt x="113919" y="381571"/>
                </a:lnTo>
                <a:lnTo>
                  <a:pt x="124548" y="369125"/>
                </a:lnTo>
                <a:lnTo>
                  <a:pt x="126466" y="365760"/>
                </a:lnTo>
                <a:lnTo>
                  <a:pt x="132588" y="355092"/>
                </a:lnTo>
                <a:lnTo>
                  <a:pt x="137693" y="337070"/>
                </a:lnTo>
                <a:lnTo>
                  <a:pt x="141351" y="312610"/>
                </a:lnTo>
                <a:lnTo>
                  <a:pt x="143281" y="281940"/>
                </a:lnTo>
                <a:lnTo>
                  <a:pt x="143256" y="243840"/>
                </a:lnTo>
                <a:lnTo>
                  <a:pt x="141287" y="204457"/>
                </a:lnTo>
                <a:lnTo>
                  <a:pt x="135445" y="166497"/>
                </a:lnTo>
                <a:lnTo>
                  <a:pt x="118618" y="111252"/>
                </a:lnTo>
                <a:lnTo>
                  <a:pt x="112776" y="96012"/>
                </a:lnTo>
                <a:lnTo>
                  <a:pt x="121666" y="85115"/>
                </a:lnTo>
                <a:lnTo>
                  <a:pt x="126593" y="79248"/>
                </a:lnTo>
                <a:lnTo>
                  <a:pt x="130111" y="75057"/>
                </a:lnTo>
                <a:lnTo>
                  <a:pt x="138290" y="65582"/>
                </a:lnTo>
                <a:lnTo>
                  <a:pt x="146304" y="56388"/>
                </a:lnTo>
                <a:lnTo>
                  <a:pt x="161544" y="40767"/>
                </a:lnTo>
                <a:lnTo>
                  <a:pt x="167309" y="35394"/>
                </a:lnTo>
                <a:lnTo>
                  <a:pt x="172212" y="32004"/>
                </a:lnTo>
                <a:close/>
              </a:path>
              <a:path w="1300479" h="411479">
                <a:moveTo>
                  <a:pt x="403860" y="359664"/>
                </a:moveTo>
                <a:lnTo>
                  <a:pt x="379666" y="319849"/>
                </a:lnTo>
                <a:lnTo>
                  <a:pt x="335280" y="281940"/>
                </a:lnTo>
                <a:lnTo>
                  <a:pt x="330708" y="288036"/>
                </a:lnTo>
                <a:lnTo>
                  <a:pt x="341503" y="302069"/>
                </a:lnTo>
                <a:lnTo>
                  <a:pt x="350710" y="314515"/>
                </a:lnTo>
                <a:lnTo>
                  <a:pt x="357936" y="325551"/>
                </a:lnTo>
                <a:lnTo>
                  <a:pt x="362712" y="335280"/>
                </a:lnTo>
                <a:lnTo>
                  <a:pt x="286512" y="344424"/>
                </a:lnTo>
                <a:lnTo>
                  <a:pt x="286512" y="243840"/>
                </a:lnTo>
                <a:lnTo>
                  <a:pt x="345948" y="243840"/>
                </a:lnTo>
                <a:lnTo>
                  <a:pt x="345948" y="269748"/>
                </a:lnTo>
                <a:lnTo>
                  <a:pt x="371856" y="256032"/>
                </a:lnTo>
                <a:lnTo>
                  <a:pt x="371309" y="243840"/>
                </a:lnTo>
                <a:lnTo>
                  <a:pt x="371005" y="237172"/>
                </a:lnTo>
                <a:lnTo>
                  <a:pt x="370928" y="233172"/>
                </a:lnTo>
                <a:lnTo>
                  <a:pt x="370522" y="208216"/>
                </a:lnTo>
                <a:lnTo>
                  <a:pt x="370446" y="190500"/>
                </a:lnTo>
                <a:lnTo>
                  <a:pt x="370332" y="124968"/>
                </a:lnTo>
                <a:lnTo>
                  <a:pt x="383400" y="115824"/>
                </a:lnTo>
                <a:lnTo>
                  <a:pt x="385572" y="114300"/>
                </a:lnTo>
                <a:lnTo>
                  <a:pt x="376428" y="105156"/>
                </a:lnTo>
                <a:lnTo>
                  <a:pt x="359664" y="88392"/>
                </a:lnTo>
                <a:lnTo>
                  <a:pt x="345948" y="102108"/>
                </a:lnTo>
                <a:lnTo>
                  <a:pt x="345948" y="115824"/>
                </a:lnTo>
                <a:lnTo>
                  <a:pt x="345948" y="233172"/>
                </a:lnTo>
                <a:lnTo>
                  <a:pt x="286512" y="233172"/>
                </a:lnTo>
                <a:lnTo>
                  <a:pt x="286512" y="115824"/>
                </a:lnTo>
                <a:lnTo>
                  <a:pt x="345948" y="115824"/>
                </a:lnTo>
                <a:lnTo>
                  <a:pt x="345948" y="102108"/>
                </a:lnTo>
                <a:lnTo>
                  <a:pt x="342900" y="105156"/>
                </a:lnTo>
                <a:lnTo>
                  <a:pt x="286512" y="105156"/>
                </a:lnTo>
                <a:lnTo>
                  <a:pt x="286512" y="35052"/>
                </a:lnTo>
                <a:lnTo>
                  <a:pt x="298704" y="24384"/>
                </a:lnTo>
                <a:lnTo>
                  <a:pt x="260604" y="4572"/>
                </a:lnTo>
                <a:lnTo>
                  <a:pt x="261493" y="21145"/>
                </a:lnTo>
                <a:lnTo>
                  <a:pt x="261886" y="40767"/>
                </a:lnTo>
                <a:lnTo>
                  <a:pt x="262001" y="52197"/>
                </a:lnTo>
                <a:lnTo>
                  <a:pt x="262128" y="88392"/>
                </a:lnTo>
                <a:lnTo>
                  <a:pt x="262128" y="105156"/>
                </a:lnTo>
                <a:lnTo>
                  <a:pt x="262128" y="115824"/>
                </a:lnTo>
                <a:lnTo>
                  <a:pt x="262128" y="233172"/>
                </a:lnTo>
                <a:lnTo>
                  <a:pt x="202692" y="233172"/>
                </a:lnTo>
                <a:lnTo>
                  <a:pt x="202692" y="115824"/>
                </a:lnTo>
                <a:lnTo>
                  <a:pt x="262128" y="115824"/>
                </a:lnTo>
                <a:lnTo>
                  <a:pt x="262128" y="105156"/>
                </a:lnTo>
                <a:lnTo>
                  <a:pt x="202692" y="105156"/>
                </a:lnTo>
                <a:lnTo>
                  <a:pt x="176784" y="88392"/>
                </a:lnTo>
                <a:lnTo>
                  <a:pt x="177901" y="111252"/>
                </a:lnTo>
                <a:lnTo>
                  <a:pt x="178879" y="135064"/>
                </a:lnTo>
                <a:lnTo>
                  <a:pt x="179578" y="158902"/>
                </a:lnTo>
                <a:lnTo>
                  <a:pt x="179832" y="182880"/>
                </a:lnTo>
                <a:lnTo>
                  <a:pt x="179578" y="206654"/>
                </a:lnTo>
                <a:lnTo>
                  <a:pt x="178879" y="230124"/>
                </a:lnTo>
                <a:lnTo>
                  <a:pt x="177914" y="253606"/>
                </a:lnTo>
                <a:lnTo>
                  <a:pt x="176784" y="277368"/>
                </a:lnTo>
                <a:lnTo>
                  <a:pt x="202692" y="263652"/>
                </a:lnTo>
                <a:lnTo>
                  <a:pt x="202692" y="243840"/>
                </a:lnTo>
                <a:lnTo>
                  <a:pt x="262128" y="243840"/>
                </a:lnTo>
                <a:lnTo>
                  <a:pt x="262128" y="348996"/>
                </a:lnTo>
                <a:lnTo>
                  <a:pt x="230682" y="352120"/>
                </a:lnTo>
                <a:lnTo>
                  <a:pt x="202501" y="354520"/>
                </a:lnTo>
                <a:lnTo>
                  <a:pt x="177482" y="356069"/>
                </a:lnTo>
                <a:lnTo>
                  <a:pt x="155448" y="356616"/>
                </a:lnTo>
                <a:lnTo>
                  <a:pt x="170688" y="393192"/>
                </a:lnTo>
                <a:lnTo>
                  <a:pt x="212915" y="378409"/>
                </a:lnTo>
                <a:lnTo>
                  <a:pt x="267208" y="364985"/>
                </a:lnTo>
                <a:lnTo>
                  <a:pt x="360311" y="344424"/>
                </a:lnTo>
                <a:lnTo>
                  <a:pt x="367284" y="342900"/>
                </a:lnTo>
                <a:lnTo>
                  <a:pt x="371576" y="353999"/>
                </a:lnTo>
                <a:lnTo>
                  <a:pt x="375285" y="364236"/>
                </a:lnTo>
                <a:lnTo>
                  <a:pt x="378434" y="373341"/>
                </a:lnTo>
                <a:lnTo>
                  <a:pt x="381000" y="381000"/>
                </a:lnTo>
                <a:lnTo>
                  <a:pt x="382524" y="387096"/>
                </a:lnTo>
                <a:lnTo>
                  <a:pt x="385572" y="390144"/>
                </a:lnTo>
                <a:lnTo>
                  <a:pt x="390144" y="390144"/>
                </a:lnTo>
                <a:lnTo>
                  <a:pt x="393192" y="388620"/>
                </a:lnTo>
                <a:lnTo>
                  <a:pt x="397764" y="384048"/>
                </a:lnTo>
                <a:lnTo>
                  <a:pt x="400812" y="379476"/>
                </a:lnTo>
                <a:lnTo>
                  <a:pt x="403860" y="373380"/>
                </a:lnTo>
                <a:lnTo>
                  <a:pt x="403860" y="359664"/>
                </a:lnTo>
                <a:close/>
              </a:path>
              <a:path w="1300479" h="411479">
                <a:moveTo>
                  <a:pt x="617220" y="277368"/>
                </a:moveTo>
                <a:lnTo>
                  <a:pt x="606552" y="233172"/>
                </a:lnTo>
                <a:lnTo>
                  <a:pt x="588454" y="197739"/>
                </a:lnTo>
                <a:lnTo>
                  <a:pt x="553212" y="141732"/>
                </a:lnTo>
                <a:lnTo>
                  <a:pt x="545592" y="144780"/>
                </a:lnTo>
                <a:lnTo>
                  <a:pt x="555053" y="167093"/>
                </a:lnTo>
                <a:lnTo>
                  <a:pt x="562927" y="188404"/>
                </a:lnTo>
                <a:lnTo>
                  <a:pt x="574548" y="228600"/>
                </a:lnTo>
                <a:lnTo>
                  <a:pt x="585698" y="278320"/>
                </a:lnTo>
                <a:lnTo>
                  <a:pt x="589102" y="304304"/>
                </a:lnTo>
                <a:lnTo>
                  <a:pt x="591502" y="311848"/>
                </a:lnTo>
                <a:lnTo>
                  <a:pt x="595337" y="315112"/>
                </a:lnTo>
                <a:lnTo>
                  <a:pt x="600456" y="313944"/>
                </a:lnTo>
                <a:lnTo>
                  <a:pt x="608076" y="309372"/>
                </a:lnTo>
                <a:lnTo>
                  <a:pt x="612648" y="303276"/>
                </a:lnTo>
                <a:lnTo>
                  <a:pt x="615696" y="288036"/>
                </a:lnTo>
                <a:lnTo>
                  <a:pt x="617220" y="281940"/>
                </a:lnTo>
                <a:lnTo>
                  <a:pt x="617220" y="277368"/>
                </a:lnTo>
                <a:close/>
              </a:path>
              <a:path w="1300479" h="411479">
                <a:moveTo>
                  <a:pt x="669036" y="50292"/>
                </a:moveTo>
                <a:lnTo>
                  <a:pt x="641985" y="21336"/>
                </a:lnTo>
                <a:lnTo>
                  <a:pt x="608076" y="3048"/>
                </a:lnTo>
                <a:lnTo>
                  <a:pt x="605028" y="7620"/>
                </a:lnTo>
                <a:lnTo>
                  <a:pt x="616724" y="23368"/>
                </a:lnTo>
                <a:lnTo>
                  <a:pt x="626554" y="38671"/>
                </a:lnTo>
                <a:lnTo>
                  <a:pt x="634390" y="53708"/>
                </a:lnTo>
                <a:lnTo>
                  <a:pt x="640080" y="68580"/>
                </a:lnTo>
                <a:lnTo>
                  <a:pt x="643128" y="82296"/>
                </a:lnTo>
                <a:lnTo>
                  <a:pt x="647700" y="88392"/>
                </a:lnTo>
                <a:lnTo>
                  <a:pt x="653796" y="88392"/>
                </a:lnTo>
                <a:lnTo>
                  <a:pt x="658368" y="83820"/>
                </a:lnTo>
                <a:lnTo>
                  <a:pt x="667512" y="68580"/>
                </a:lnTo>
                <a:lnTo>
                  <a:pt x="669036" y="62484"/>
                </a:lnTo>
                <a:lnTo>
                  <a:pt x="669036" y="50292"/>
                </a:lnTo>
                <a:close/>
              </a:path>
              <a:path w="1300479" h="411479">
                <a:moveTo>
                  <a:pt x="830580" y="105156"/>
                </a:moveTo>
                <a:lnTo>
                  <a:pt x="795528" y="68580"/>
                </a:lnTo>
                <a:lnTo>
                  <a:pt x="769620" y="94488"/>
                </a:lnTo>
                <a:lnTo>
                  <a:pt x="472440" y="94488"/>
                </a:lnTo>
                <a:lnTo>
                  <a:pt x="489204" y="111252"/>
                </a:lnTo>
                <a:lnTo>
                  <a:pt x="498640" y="108381"/>
                </a:lnTo>
                <a:lnTo>
                  <a:pt x="508635" y="106489"/>
                </a:lnTo>
                <a:lnTo>
                  <a:pt x="519214" y="105473"/>
                </a:lnTo>
                <a:lnTo>
                  <a:pt x="530352" y="105156"/>
                </a:lnTo>
                <a:lnTo>
                  <a:pt x="830580" y="105156"/>
                </a:lnTo>
                <a:close/>
              </a:path>
              <a:path w="1300479" h="411479">
                <a:moveTo>
                  <a:pt x="854964" y="365760"/>
                </a:moveTo>
                <a:lnTo>
                  <a:pt x="819912" y="327660"/>
                </a:lnTo>
                <a:lnTo>
                  <a:pt x="794004" y="355092"/>
                </a:lnTo>
                <a:lnTo>
                  <a:pt x="676656" y="355092"/>
                </a:lnTo>
                <a:lnTo>
                  <a:pt x="694944" y="312229"/>
                </a:lnTo>
                <a:lnTo>
                  <a:pt x="713232" y="265938"/>
                </a:lnTo>
                <a:lnTo>
                  <a:pt x="731520" y="216217"/>
                </a:lnTo>
                <a:lnTo>
                  <a:pt x="749808" y="163068"/>
                </a:lnTo>
                <a:lnTo>
                  <a:pt x="768096" y="150876"/>
                </a:lnTo>
                <a:lnTo>
                  <a:pt x="720852" y="124968"/>
                </a:lnTo>
                <a:lnTo>
                  <a:pt x="716457" y="161201"/>
                </a:lnTo>
                <a:lnTo>
                  <a:pt x="708685" y="202247"/>
                </a:lnTo>
                <a:lnTo>
                  <a:pt x="697484" y="248196"/>
                </a:lnTo>
                <a:lnTo>
                  <a:pt x="682764" y="299123"/>
                </a:lnTo>
                <a:lnTo>
                  <a:pt x="664464" y="355092"/>
                </a:lnTo>
                <a:lnTo>
                  <a:pt x="445008" y="355092"/>
                </a:lnTo>
                <a:lnTo>
                  <a:pt x="460248" y="371856"/>
                </a:lnTo>
                <a:lnTo>
                  <a:pt x="470560" y="368985"/>
                </a:lnTo>
                <a:lnTo>
                  <a:pt x="481012" y="367093"/>
                </a:lnTo>
                <a:lnTo>
                  <a:pt x="491756" y="366077"/>
                </a:lnTo>
                <a:lnTo>
                  <a:pt x="502920" y="365760"/>
                </a:lnTo>
                <a:lnTo>
                  <a:pt x="854964" y="365760"/>
                </a:lnTo>
                <a:close/>
              </a:path>
              <a:path w="1300479" h="411479">
                <a:moveTo>
                  <a:pt x="1129284" y="38100"/>
                </a:moveTo>
                <a:lnTo>
                  <a:pt x="1094447" y="10274"/>
                </a:lnTo>
                <a:lnTo>
                  <a:pt x="1078992" y="4572"/>
                </a:lnTo>
                <a:lnTo>
                  <a:pt x="1075944" y="9144"/>
                </a:lnTo>
                <a:lnTo>
                  <a:pt x="1084516" y="19456"/>
                </a:lnTo>
                <a:lnTo>
                  <a:pt x="1091946" y="29908"/>
                </a:lnTo>
                <a:lnTo>
                  <a:pt x="1098232" y="40652"/>
                </a:lnTo>
                <a:lnTo>
                  <a:pt x="1103376" y="51816"/>
                </a:lnTo>
                <a:lnTo>
                  <a:pt x="1106424" y="62484"/>
                </a:lnTo>
                <a:lnTo>
                  <a:pt x="1110996" y="67056"/>
                </a:lnTo>
                <a:lnTo>
                  <a:pt x="1117092" y="67056"/>
                </a:lnTo>
                <a:lnTo>
                  <a:pt x="1120140" y="64008"/>
                </a:lnTo>
                <a:lnTo>
                  <a:pt x="1123188" y="57912"/>
                </a:lnTo>
                <a:lnTo>
                  <a:pt x="1127760" y="51816"/>
                </a:lnTo>
                <a:lnTo>
                  <a:pt x="1129284" y="47244"/>
                </a:lnTo>
                <a:lnTo>
                  <a:pt x="1129284" y="38100"/>
                </a:lnTo>
                <a:close/>
              </a:path>
              <a:path w="1300479" h="411479">
                <a:moveTo>
                  <a:pt x="1269492" y="80772"/>
                </a:moveTo>
                <a:lnTo>
                  <a:pt x="1258824" y="70104"/>
                </a:lnTo>
                <a:lnTo>
                  <a:pt x="1239012" y="50292"/>
                </a:lnTo>
                <a:lnTo>
                  <a:pt x="1217676" y="70104"/>
                </a:lnTo>
                <a:lnTo>
                  <a:pt x="1095756" y="70104"/>
                </a:lnTo>
                <a:lnTo>
                  <a:pt x="1095756" y="80772"/>
                </a:lnTo>
                <a:lnTo>
                  <a:pt x="1095756" y="123444"/>
                </a:lnTo>
                <a:lnTo>
                  <a:pt x="1095756" y="132588"/>
                </a:lnTo>
                <a:lnTo>
                  <a:pt x="1095756" y="170688"/>
                </a:lnTo>
                <a:lnTo>
                  <a:pt x="1095756" y="181356"/>
                </a:lnTo>
                <a:lnTo>
                  <a:pt x="1095756" y="222504"/>
                </a:lnTo>
                <a:lnTo>
                  <a:pt x="996696" y="222504"/>
                </a:lnTo>
                <a:lnTo>
                  <a:pt x="996696" y="181356"/>
                </a:lnTo>
                <a:lnTo>
                  <a:pt x="1095756" y="181356"/>
                </a:lnTo>
                <a:lnTo>
                  <a:pt x="1095756" y="170688"/>
                </a:lnTo>
                <a:lnTo>
                  <a:pt x="996696" y="170688"/>
                </a:lnTo>
                <a:lnTo>
                  <a:pt x="996696" y="132588"/>
                </a:lnTo>
                <a:lnTo>
                  <a:pt x="1095756" y="132588"/>
                </a:lnTo>
                <a:lnTo>
                  <a:pt x="1095756" y="123444"/>
                </a:lnTo>
                <a:lnTo>
                  <a:pt x="996696" y="123444"/>
                </a:lnTo>
                <a:lnTo>
                  <a:pt x="996696" y="105156"/>
                </a:lnTo>
                <a:lnTo>
                  <a:pt x="996696" y="80772"/>
                </a:lnTo>
                <a:lnTo>
                  <a:pt x="1095756" y="80772"/>
                </a:lnTo>
                <a:lnTo>
                  <a:pt x="1095756" y="70104"/>
                </a:lnTo>
                <a:lnTo>
                  <a:pt x="999744" y="70104"/>
                </a:lnTo>
                <a:lnTo>
                  <a:pt x="1025652" y="28956"/>
                </a:lnTo>
                <a:lnTo>
                  <a:pt x="1040892" y="24384"/>
                </a:lnTo>
                <a:lnTo>
                  <a:pt x="1005840" y="0"/>
                </a:lnTo>
                <a:lnTo>
                  <a:pt x="997635" y="21983"/>
                </a:lnTo>
                <a:lnTo>
                  <a:pt x="986980" y="44386"/>
                </a:lnTo>
                <a:lnTo>
                  <a:pt x="960120" y="89916"/>
                </a:lnTo>
                <a:lnTo>
                  <a:pt x="926782" y="133540"/>
                </a:lnTo>
                <a:lnTo>
                  <a:pt x="890016" y="169164"/>
                </a:lnTo>
                <a:lnTo>
                  <a:pt x="893064" y="175260"/>
                </a:lnTo>
                <a:lnTo>
                  <a:pt x="915974" y="158953"/>
                </a:lnTo>
                <a:lnTo>
                  <a:pt x="936879" y="141922"/>
                </a:lnTo>
                <a:lnTo>
                  <a:pt x="956081" y="124040"/>
                </a:lnTo>
                <a:lnTo>
                  <a:pt x="973836" y="105156"/>
                </a:lnTo>
                <a:lnTo>
                  <a:pt x="973632" y="141922"/>
                </a:lnTo>
                <a:lnTo>
                  <a:pt x="973543" y="152400"/>
                </a:lnTo>
                <a:lnTo>
                  <a:pt x="972604" y="222504"/>
                </a:lnTo>
                <a:lnTo>
                  <a:pt x="972502" y="233172"/>
                </a:lnTo>
                <a:lnTo>
                  <a:pt x="972312" y="262128"/>
                </a:lnTo>
                <a:lnTo>
                  <a:pt x="996696" y="252984"/>
                </a:lnTo>
                <a:lnTo>
                  <a:pt x="996696" y="231648"/>
                </a:lnTo>
                <a:lnTo>
                  <a:pt x="1264920" y="231648"/>
                </a:lnTo>
                <a:lnTo>
                  <a:pt x="1256233" y="222504"/>
                </a:lnTo>
                <a:lnTo>
                  <a:pt x="1235964" y="201168"/>
                </a:lnTo>
                <a:lnTo>
                  <a:pt x="1214628" y="222504"/>
                </a:lnTo>
                <a:lnTo>
                  <a:pt x="1117092" y="222504"/>
                </a:lnTo>
                <a:lnTo>
                  <a:pt x="1117092" y="181356"/>
                </a:lnTo>
                <a:lnTo>
                  <a:pt x="1242060" y="181356"/>
                </a:lnTo>
                <a:lnTo>
                  <a:pt x="1231963" y="170688"/>
                </a:lnTo>
                <a:lnTo>
                  <a:pt x="1214628" y="152400"/>
                </a:lnTo>
                <a:lnTo>
                  <a:pt x="1196340" y="170688"/>
                </a:lnTo>
                <a:lnTo>
                  <a:pt x="1117092" y="170688"/>
                </a:lnTo>
                <a:lnTo>
                  <a:pt x="1117092" y="132588"/>
                </a:lnTo>
                <a:lnTo>
                  <a:pt x="1246632" y="132588"/>
                </a:lnTo>
                <a:lnTo>
                  <a:pt x="1237488" y="123444"/>
                </a:lnTo>
                <a:lnTo>
                  <a:pt x="1217676" y="103632"/>
                </a:lnTo>
                <a:lnTo>
                  <a:pt x="1199388" y="123444"/>
                </a:lnTo>
                <a:lnTo>
                  <a:pt x="1117092" y="123444"/>
                </a:lnTo>
                <a:lnTo>
                  <a:pt x="1117092" y="80772"/>
                </a:lnTo>
                <a:lnTo>
                  <a:pt x="1269492" y="80772"/>
                </a:lnTo>
                <a:close/>
              </a:path>
              <a:path w="1300479" h="411479">
                <a:moveTo>
                  <a:pt x="1299972" y="371856"/>
                </a:moveTo>
                <a:lnTo>
                  <a:pt x="1247775" y="362140"/>
                </a:lnTo>
                <a:lnTo>
                  <a:pt x="1202436" y="344424"/>
                </a:lnTo>
                <a:lnTo>
                  <a:pt x="1163383" y="319468"/>
                </a:lnTo>
                <a:lnTo>
                  <a:pt x="1127760" y="286512"/>
                </a:lnTo>
                <a:lnTo>
                  <a:pt x="1298448" y="286512"/>
                </a:lnTo>
                <a:lnTo>
                  <a:pt x="1269492" y="254508"/>
                </a:lnTo>
                <a:lnTo>
                  <a:pt x="1248156" y="275844"/>
                </a:lnTo>
                <a:lnTo>
                  <a:pt x="1109472" y="275844"/>
                </a:lnTo>
                <a:lnTo>
                  <a:pt x="1109472" y="260604"/>
                </a:lnTo>
                <a:lnTo>
                  <a:pt x="1123188" y="248412"/>
                </a:lnTo>
                <a:lnTo>
                  <a:pt x="1085088" y="233172"/>
                </a:lnTo>
                <a:lnTo>
                  <a:pt x="1085329" y="241769"/>
                </a:lnTo>
                <a:lnTo>
                  <a:pt x="1085850" y="251650"/>
                </a:lnTo>
                <a:lnTo>
                  <a:pt x="1086383" y="262966"/>
                </a:lnTo>
                <a:lnTo>
                  <a:pt x="1086612" y="275844"/>
                </a:lnTo>
                <a:lnTo>
                  <a:pt x="891540" y="275844"/>
                </a:lnTo>
                <a:lnTo>
                  <a:pt x="906780" y="291084"/>
                </a:lnTo>
                <a:lnTo>
                  <a:pt x="917092" y="289090"/>
                </a:lnTo>
                <a:lnTo>
                  <a:pt x="927544" y="287655"/>
                </a:lnTo>
                <a:lnTo>
                  <a:pt x="938288" y="286804"/>
                </a:lnTo>
                <a:lnTo>
                  <a:pt x="949452" y="286512"/>
                </a:lnTo>
                <a:lnTo>
                  <a:pt x="1056132" y="286512"/>
                </a:lnTo>
                <a:lnTo>
                  <a:pt x="1018209" y="323164"/>
                </a:lnTo>
                <a:lnTo>
                  <a:pt x="975131" y="354926"/>
                </a:lnTo>
                <a:lnTo>
                  <a:pt x="921499" y="385267"/>
                </a:lnTo>
                <a:lnTo>
                  <a:pt x="891540" y="399288"/>
                </a:lnTo>
                <a:lnTo>
                  <a:pt x="893064" y="405384"/>
                </a:lnTo>
                <a:lnTo>
                  <a:pt x="953262" y="381381"/>
                </a:lnTo>
                <a:lnTo>
                  <a:pt x="1004316" y="355092"/>
                </a:lnTo>
                <a:lnTo>
                  <a:pt x="1047750" y="324421"/>
                </a:lnTo>
                <a:lnTo>
                  <a:pt x="1086612" y="288036"/>
                </a:lnTo>
                <a:lnTo>
                  <a:pt x="1086383" y="320827"/>
                </a:lnTo>
                <a:lnTo>
                  <a:pt x="1085316" y="384429"/>
                </a:lnTo>
                <a:lnTo>
                  <a:pt x="1085088" y="411480"/>
                </a:lnTo>
                <a:lnTo>
                  <a:pt x="1110996" y="397764"/>
                </a:lnTo>
                <a:lnTo>
                  <a:pt x="1110119" y="381457"/>
                </a:lnTo>
                <a:lnTo>
                  <a:pt x="1109713" y="359664"/>
                </a:lnTo>
                <a:lnTo>
                  <a:pt x="1109611" y="345668"/>
                </a:lnTo>
                <a:lnTo>
                  <a:pt x="1109484" y="288036"/>
                </a:lnTo>
                <a:lnTo>
                  <a:pt x="1109472" y="286512"/>
                </a:lnTo>
                <a:lnTo>
                  <a:pt x="1118616" y="286512"/>
                </a:lnTo>
                <a:lnTo>
                  <a:pt x="1134910" y="309092"/>
                </a:lnTo>
                <a:lnTo>
                  <a:pt x="1151763" y="328803"/>
                </a:lnTo>
                <a:lnTo>
                  <a:pt x="1187196" y="359664"/>
                </a:lnTo>
                <a:lnTo>
                  <a:pt x="1226058" y="382333"/>
                </a:lnTo>
                <a:lnTo>
                  <a:pt x="1269492" y="399288"/>
                </a:lnTo>
                <a:lnTo>
                  <a:pt x="1273187" y="391007"/>
                </a:lnTo>
                <a:lnTo>
                  <a:pt x="1279588" y="384429"/>
                </a:lnTo>
                <a:lnTo>
                  <a:pt x="1288567" y="379577"/>
                </a:lnTo>
                <a:lnTo>
                  <a:pt x="1299972" y="376428"/>
                </a:lnTo>
                <a:lnTo>
                  <a:pt x="1299972" y="37185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pic>
        <p:nvPicPr>
          <p:cNvPr id="51" name="object 51"/>
          <p:cNvPicPr/>
          <p:nvPr/>
        </p:nvPicPr>
        <p:blipFill>
          <a:blip r:embed="rId6" cstate="print"/>
          <a:stretch>
            <a:fillRect/>
          </a:stretch>
        </p:blipFill>
        <p:spPr>
          <a:xfrm>
            <a:off x="9942576" y="5097779"/>
            <a:ext cx="96012" cy="94488"/>
          </a:xfrm>
          <a:prstGeom prst="rect">
            <a:avLst/>
          </a:prstGeom>
        </p:spPr>
      </p:pic>
      <p:pic>
        <p:nvPicPr>
          <p:cNvPr id="52" name="object 52"/>
          <p:cNvPicPr/>
          <p:nvPr/>
        </p:nvPicPr>
        <p:blipFill>
          <a:blip r:embed="rId7" cstate="print"/>
          <a:stretch>
            <a:fillRect/>
          </a:stretch>
        </p:blipFill>
        <p:spPr>
          <a:xfrm>
            <a:off x="9151620" y="2366772"/>
            <a:ext cx="214884" cy="242316"/>
          </a:xfrm>
          <a:prstGeom prst="rect">
            <a:avLst/>
          </a:prstGeom>
        </p:spPr>
      </p:pic>
      <p:pic>
        <p:nvPicPr>
          <p:cNvPr id="53" name="object 53"/>
          <p:cNvPicPr/>
          <p:nvPr/>
        </p:nvPicPr>
        <p:blipFill>
          <a:blip r:embed="rId8" cstate="print"/>
          <a:stretch>
            <a:fillRect/>
          </a:stretch>
        </p:blipFill>
        <p:spPr>
          <a:xfrm>
            <a:off x="8503919" y="2362200"/>
            <a:ext cx="192024" cy="246888"/>
          </a:xfrm>
          <a:prstGeom prst="rect">
            <a:avLst/>
          </a:prstGeom>
        </p:spPr>
      </p:pic>
      <p:pic>
        <p:nvPicPr>
          <p:cNvPr id="54" name="object 54"/>
          <p:cNvPicPr/>
          <p:nvPr/>
        </p:nvPicPr>
        <p:blipFill>
          <a:blip r:embed="rId9" cstate="print"/>
          <a:stretch>
            <a:fillRect/>
          </a:stretch>
        </p:blipFill>
        <p:spPr>
          <a:xfrm>
            <a:off x="8802623" y="2442972"/>
            <a:ext cx="236219" cy="211836"/>
          </a:xfrm>
          <a:prstGeom prst="rect">
            <a:avLst/>
          </a:prstGeom>
        </p:spPr>
      </p:pic>
    </p:spTree>
  </p:cSld>
  <p:clrMapOvr>
    <a:masterClrMapping/>
  </p:clrMapOvr>
</p:sld>
</file>

<file path=ppt/slides/slide6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object 2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9560111" y="7229856"/>
            <a:ext cx="199584" cy="146304"/>
          </a:xfrm>
          <a:prstGeom prst="rect">
            <a:avLst/>
          </a:prstGeom>
        </p:spPr>
      </p:pic>
      <p:sp>
        <p:nvSpPr>
          <p:cNvPr id="3" name="object 3"/>
          <p:cNvSpPr/>
          <p:nvPr/>
        </p:nvSpPr>
        <p:spPr>
          <a:xfrm>
            <a:off x="1760219" y="1328927"/>
            <a:ext cx="218440" cy="447040"/>
          </a:xfrm>
          <a:custGeom>
            <a:avLst/>
            <a:gdLst/>
            <a:ahLst/>
            <a:cxnLst/>
            <a:rect l="l" t="t" r="r" b="b"/>
            <a:pathLst>
              <a:path w="218439" h="447039">
                <a:moveTo>
                  <a:pt x="217931" y="446532"/>
                </a:moveTo>
                <a:lnTo>
                  <a:pt x="0" y="446532"/>
                </a:lnTo>
                <a:lnTo>
                  <a:pt x="0" y="400812"/>
                </a:lnTo>
                <a:lnTo>
                  <a:pt x="80771" y="400812"/>
                </a:lnTo>
                <a:lnTo>
                  <a:pt x="80771" y="102108"/>
                </a:lnTo>
                <a:lnTo>
                  <a:pt x="0" y="102108"/>
                </a:lnTo>
                <a:lnTo>
                  <a:pt x="0" y="62484"/>
                </a:lnTo>
                <a:lnTo>
                  <a:pt x="21407" y="61626"/>
                </a:lnTo>
                <a:lnTo>
                  <a:pt x="39814" y="59055"/>
                </a:lnTo>
                <a:lnTo>
                  <a:pt x="77081" y="41362"/>
                </a:lnTo>
                <a:lnTo>
                  <a:pt x="91439" y="0"/>
                </a:lnTo>
                <a:lnTo>
                  <a:pt x="138683" y="0"/>
                </a:lnTo>
                <a:lnTo>
                  <a:pt x="138683" y="400812"/>
                </a:lnTo>
                <a:lnTo>
                  <a:pt x="217931" y="400812"/>
                </a:lnTo>
                <a:lnTo>
                  <a:pt x="217931" y="446532"/>
                </a:lnTo>
                <a:close/>
              </a:path>
            </a:pathLst>
          </a:custGeom>
          <a:solidFill>
            <a:srgbClr val="3333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" name="object 4"/>
          <p:cNvSpPr/>
          <p:nvPr/>
        </p:nvSpPr>
        <p:spPr>
          <a:xfrm>
            <a:off x="2084832" y="1690116"/>
            <a:ext cx="71755" cy="85725"/>
          </a:xfrm>
          <a:custGeom>
            <a:avLst/>
            <a:gdLst/>
            <a:ahLst/>
            <a:cxnLst/>
            <a:rect l="l" t="t" r="r" b="b"/>
            <a:pathLst>
              <a:path w="71755" h="85725">
                <a:moveTo>
                  <a:pt x="71627" y="85343"/>
                </a:moveTo>
                <a:lnTo>
                  <a:pt x="0" y="85343"/>
                </a:lnTo>
                <a:lnTo>
                  <a:pt x="0" y="0"/>
                </a:lnTo>
                <a:lnTo>
                  <a:pt x="71627" y="0"/>
                </a:lnTo>
                <a:lnTo>
                  <a:pt x="71627" y="85343"/>
                </a:lnTo>
                <a:close/>
              </a:path>
            </a:pathLst>
          </a:custGeom>
          <a:solidFill>
            <a:srgbClr val="3333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" name="object 5"/>
          <p:cNvSpPr/>
          <p:nvPr/>
        </p:nvSpPr>
        <p:spPr>
          <a:xfrm>
            <a:off x="2244852" y="1321307"/>
            <a:ext cx="276225" cy="454659"/>
          </a:xfrm>
          <a:custGeom>
            <a:avLst/>
            <a:gdLst/>
            <a:ahLst/>
            <a:cxnLst/>
            <a:rect l="l" t="t" r="r" b="b"/>
            <a:pathLst>
              <a:path w="276225" h="454660">
                <a:moveTo>
                  <a:pt x="275843" y="454151"/>
                </a:moveTo>
                <a:lnTo>
                  <a:pt x="0" y="454151"/>
                </a:lnTo>
                <a:lnTo>
                  <a:pt x="0" y="391667"/>
                </a:lnTo>
                <a:lnTo>
                  <a:pt x="29336" y="364426"/>
                </a:lnTo>
                <a:lnTo>
                  <a:pt x="43291" y="351162"/>
                </a:lnTo>
                <a:lnTo>
                  <a:pt x="56387" y="338327"/>
                </a:lnTo>
                <a:lnTo>
                  <a:pt x="69842" y="325493"/>
                </a:lnTo>
                <a:lnTo>
                  <a:pt x="82867" y="312229"/>
                </a:lnTo>
                <a:lnTo>
                  <a:pt x="131349" y="258079"/>
                </a:lnTo>
                <a:lnTo>
                  <a:pt x="165639" y="213407"/>
                </a:lnTo>
                <a:lnTo>
                  <a:pt x="185666" y="177903"/>
                </a:lnTo>
                <a:lnTo>
                  <a:pt x="196595" y="124967"/>
                </a:lnTo>
                <a:lnTo>
                  <a:pt x="196072" y="116109"/>
                </a:lnTo>
                <a:lnTo>
                  <a:pt x="178927" y="74961"/>
                </a:lnTo>
                <a:lnTo>
                  <a:pt x="142470" y="54387"/>
                </a:lnTo>
                <a:lnTo>
                  <a:pt x="120395" y="51815"/>
                </a:lnTo>
                <a:lnTo>
                  <a:pt x="112371" y="52077"/>
                </a:lnTo>
                <a:lnTo>
                  <a:pt x="71627" y="59626"/>
                </a:lnTo>
                <a:lnTo>
                  <a:pt x="24383" y="82295"/>
                </a:lnTo>
                <a:lnTo>
                  <a:pt x="18287" y="86867"/>
                </a:lnTo>
                <a:lnTo>
                  <a:pt x="13715" y="89915"/>
                </a:lnTo>
                <a:lnTo>
                  <a:pt x="10667" y="89915"/>
                </a:lnTo>
                <a:lnTo>
                  <a:pt x="10667" y="25908"/>
                </a:lnTo>
                <a:lnTo>
                  <a:pt x="60960" y="9143"/>
                </a:lnTo>
                <a:lnTo>
                  <a:pt x="109823" y="571"/>
                </a:lnTo>
                <a:lnTo>
                  <a:pt x="124967" y="0"/>
                </a:lnTo>
                <a:lnTo>
                  <a:pt x="154138" y="2024"/>
                </a:lnTo>
                <a:lnTo>
                  <a:pt x="202763" y="18645"/>
                </a:lnTo>
                <a:lnTo>
                  <a:pt x="237624" y="51196"/>
                </a:lnTo>
                <a:lnTo>
                  <a:pt x="255293" y="95678"/>
                </a:lnTo>
                <a:lnTo>
                  <a:pt x="257555" y="121919"/>
                </a:lnTo>
                <a:lnTo>
                  <a:pt x="257032" y="135112"/>
                </a:lnTo>
                <a:lnTo>
                  <a:pt x="247769" y="181832"/>
                </a:lnTo>
                <a:lnTo>
                  <a:pt x="228695" y="221218"/>
                </a:lnTo>
                <a:lnTo>
                  <a:pt x="191071" y="268986"/>
                </a:lnTo>
                <a:lnTo>
                  <a:pt x="159472" y="303156"/>
                </a:lnTo>
                <a:lnTo>
                  <a:pt x="128087" y="334541"/>
                </a:lnTo>
                <a:lnTo>
                  <a:pt x="111251" y="350519"/>
                </a:lnTo>
                <a:lnTo>
                  <a:pt x="94964" y="366569"/>
                </a:lnTo>
                <a:lnTo>
                  <a:pt x="67532" y="392953"/>
                </a:lnTo>
                <a:lnTo>
                  <a:pt x="56387" y="403859"/>
                </a:lnTo>
                <a:lnTo>
                  <a:pt x="275843" y="403859"/>
                </a:lnTo>
                <a:lnTo>
                  <a:pt x="275843" y="454151"/>
                </a:lnTo>
                <a:close/>
              </a:path>
            </a:pathLst>
          </a:custGeom>
          <a:solidFill>
            <a:srgbClr val="3333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" name="object 6"/>
          <p:cNvSpPr/>
          <p:nvPr/>
        </p:nvSpPr>
        <p:spPr>
          <a:xfrm>
            <a:off x="2604516" y="1690116"/>
            <a:ext cx="71755" cy="85725"/>
          </a:xfrm>
          <a:custGeom>
            <a:avLst/>
            <a:gdLst/>
            <a:ahLst/>
            <a:cxnLst/>
            <a:rect l="l" t="t" r="r" b="b"/>
            <a:pathLst>
              <a:path w="71755" h="85725">
                <a:moveTo>
                  <a:pt x="71627" y="85343"/>
                </a:moveTo>
                <a:lnTo>
                  <a:pt x="0" y="85343"/>
                </a:lnTo>
                <a:lnTo>
                  <a:pt x="0" y="0"/>
                </a:lnTo>
                <a:lnTo>
                  <a:pt x="71627" y="0"/>
                </a:lnTo>
                <a:lnTo>
                  <a:pt x="71627" y="85343"/>
                </a:lnTo>
                <a:close/>
              </a:path>
            </a:pathLst>
          </a:custGeom>
          <a:solidFill>
            <a:srgbClr val="3333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" name="object 7"/>
          <p:cNvSpPr/>
          <p:nvPr/>
        </p:nvSpPr>
        <p:spPr>
          <a:xfrm>
            <a:off x="2744724" y="1330451"/>
            <a:ext cx="307975" cy="445134"/>
          </a:xfrm>
          <a:custGeom>
            <a:avLst/>
            <a:gdLst/>
            <a:ahLst/>
            <a:cxnLst/>
            <a:rect l="l" t="t" r="r" b="b"/>
            <a:pathLst>
              <a:path w="307975" h="445135">
                <a:moveTo>
                  <a:pt x="307848" y="292607"/>
                </a:moveTo>
                <a:lnTo>
                  <a:pt x="0" y="292607"/>
                </a:lnTo>
                <a:lnTo>
                  <a:pt x="0" y="228599"/>
                </a:lnTo>
                <a:lnTo>
                  <a:pt x="199644" y="0"/>
                </a:lnTo>
                <a:lnTo>
                  <a:pt x="254508" y="0"/>
                </a:lnTo>
                <a:lnTo>
                  <a:pt x="254508" y="70103"/>
                </a:lnTo>
                <a:lnTo>
                  <a:pt x="196596" y="70103"/>
                </a:lnTo>
                <a:lnTo>
                  <a:pt x="47243" y="243839"/>
                </a:lnTo>
                <a:lnTo>
                  <a:pt x="307848" y="243839"/>
                </a:lnTo>
                <a:lnTo>
                  <a:pt x="307848" y="292607"/>
                </a:lnTo>
                <a:close/>
              </a:path>
              <a:path w="307975" h="445135">
                <a:moveTo>
                  <a:pt x="254508" y="243839"/>
                </a:moveTo>
                <a:lnTo>
                  <a:pt x="196596" y="243839"/>
                </a:lnTo>
                <a:lnTo>
                  <a:pt x="196596" y="70103"/>
                </a:lnTo>
                <a:lnTo>
                  <a:pt x="254508" y="70103"/>
                </a:lnTo>
                <a:lnTo>
                  <a:pt x="254508" y="243839"/>
                </a:lnTo>
                <a:close/>
              </a:path>
              <a:path w="307975" h="445135">
                <a:moveTo>
                  <a:pt x="254508" y="445008"/>
                </a:moveTo>
                <a:lnTo>
                  <a:pt x="196596" y="445008"/>
                </a:lnTo>
                <a:lnTo>
                  <a:pt x="196596" y="292607"/>
                </a:lnTo>
                <a:lnTo>
                  <a:pt x="254508" y="292607"/>
                </a:lnTo>
                <a:lnTo>
                  <a:pt x="254508" y="445008"/>
                </a:lnTo>
                <a:close/>
              </a:path>
            </a:pathLst>
          </a:custGeom>
          <a:solidFill>
            <a:srgbClr val="3333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3287267" y="1278636"/>
            <a:ext cx="554990" cy="547370"/>
          </a:xfrm>
          <a:custGeom>
            <a:avLst/>
            <a:gdLst/>
            <a:ahLst/>
            <a:cxnLst/>
            <a:rect l="l" t="t" r="r" b="b"/>
            <a:pathLst>
              <a:path w="554989" h="547369">
                <a:moveTo>
                  <a:pt x="394716" y="138683"/>
                </a:moveTo>
                <a:lnTo>
                  <a:pt x="361188" y="138683"/>
                </a:lnTo>
                <a:lnTo>
                  <a:pt x="360926" y="92154"/>
                </a:lnTo>
                <a:lnTo>
                  <a:pt x="360235" y="53339"/>
                </a:lnTo>
                <a:lnTo>
                  <a:pt x="359259" y="22526"/>
                </a:lnTo>
                <a:lnTo>
                  <a:pt x="358140" y="0"/>
                </a:lnTo>
                <a:lnTo>
                  <a:pt x="411480" y="25907"/>
                </a:lnTo>
                <a:lnTo>
                  <a:pt x="394716" y="42672"/>
                </a:lnTo>
                <a:lnTo>
                  <a:pt x="394716" y="138683"/>
                </a:lnTo>
                <a:close/>
              </a:path>
              <a:path w="554989" h="547369">
                <a:moveTo>
                  <a:pt x="173939" y="102107"/>
                </a:moveTo>
                <a:lnTo>
                  <a:pt x="138684" y="102107"/>
                </a:lnTo>
                <a:lnTo>
                  <a:pt x="158400" y="72151"/>
                </a:lnTo>
                <a:lnTo>
                  <a:pt x="174116" y="46481"/>
                </a:lnTo>
                <a:lnTo>
                  <a:pt x="185832" y="25384"/>
                </a:lnTo>
                <a:lnTo>
                  <a:pt x="193547" y="9143"/>
                </a:lnTo>
                <a:lnTo>
                  <a:pt x="236220" y="38100"/>
                </a:lnTo>
                <a:lnTo>
                  <a:pt x="201167" y="70104"/>
                </a:lnTo>
                <a:lnTo>
                  <a:pt x="178307" y="96583"/>
                </a:lnTo>
                <a:lnTo>
                  <a:pt x="173939" y="102107"/>
                </a:lnTo>
                <a:close/>
              </a:path>
              <a:path w="554989" h="547369">
                <a:moveTo>
                  <a:pt x="10667" y="228599"/>
                </a:moveTo>
                <a:lnTo>
                  <a:pt x="6096" y="222503"/>
                </a:lnTo>
                <a:lnTo>
                  <a:pt x="37218" y="198215"/>
                </a:lnTo>
                <a:lnTo>
                  <a:pt x="66484" y="173354"/>
                </a:lnTo>
                <a:lnTo>
                  <a:pt x="93749" y="147923"/>
                </a:lnTo>
                <a:lnTo>
                  <a:pt x="118872" y="121919"/>
                </a:lnTo>
                <a:lnTo>
                  <a:pt x="97988" y="98536"/>
                </a:lnTo>
                <a:lnTo>
                  <a:pt x="76390" y="76580"/>
                </a:lnTo>
                <a:lnTo>
                  <a:pt x="53935" y="56340"/>
                </a:lnTo>
                <a:lnTo>
                  <a:pt x="30479" y="38100"/>
                </a:lnTo>
                <a:lnTo>
                  <a:pt x="35052" y="30480"/>
                </a:lnTo>
                <a:lnTo>
                  <a:pt x="64746" y="47672"/>
                </a:lnTo>
                <a:lnTo>
                  <a:pt x="92011" y="65150"/>
                </a:lnTo>
                <a:lnTo>
                  <a:pt x="116705" y="83200"/>
                </a:lnTo>
                <a:lnTo>
                  <a:pt x="138684" y="102107"/>
                </a:lnTo>
                <a:lnTo>
                  <a:pt x="173939" y="102107"/>
                </a:lnTo>
                <a:lnTo>
                  <a:pt x="166877" y="111037"/>
                </a:lnTo>
                <a:lnTo>
                  <a:pt x="155447" y="126491"/>
                </a:lnTo>
                <a:lnTo>
                  <a:pt x="162135" y="144780"/>
                </a:lnTo>
                <a:lnTo>
                  <a:pt x="131063" y="144780"/>
                </a:lnTo>
                <a:lnTo>
                  <a:pt x="103893" y="169021"/>
                </a:lnTo>
                <a:lnTo>
                  <a:pt x="74866" y="191261"/>
                </a:lnTo>
                <a:lnTo>
                  <a:pt x="43838" y="211216"/>
                </a:lnTo>
                <a:lnTo>
                  <a:pt x="10667" y="228599"/>
                </a:lnTo>
                <a:close/>
              </a:path>
              <a:path w="554989" h="547369">
                <a:moveTo>
                  <a:pt x="243839" y="374904"/>
                </a:moveTo>
                <a:lnTo>
                  <a:pt x="244721" y="342661"/>
                </a:lnTo>
                <a:lnTo>
                  <a:pt x="245173" y="310134"/>
                </a:lnTo>
                <a:lnTo>
                  <a:pt x="245240" y="192571"/>
                </a:lnTo>
                <a:lnTo>
                  <a:pt x="245126" y="175831"/>
                </a:lnTo>
                <a:lnTo>
                  <a:pt x="244759" y="149352"/>
                </a:lnTo>
                <a:lnTo>
                  <a:pt x="244672" y="144780"/>
                </a:lnTo>
                <a:lnTo>
                  <a:pt x="243839" y="114300"/>
                </a:lnTo>
                <a:lnTo>
                  <a:pt x="278891" y="138683"/>
                </a:lnTo>
                <a:lnTo>
                  <a:pt x="519220" y="138683"/>
                </a:lnTo>
                <a:lnTo>
                  <a:pt x="530352" y="149352"/>
                </a:lnTo>
                <a:lnTo>
                  <a:pt x="526084" y="152400"/>
                </a:lnTo>
                <a:lnTo>
                  <a:pt x="278891" y="152400"/>
                </a:lnTo>
                <a:lnTo>
                  <a:pt x="278891" y="315467"/>
                </a:lnTo>
                <a:lnTo>
                  <a:pt x="509614" y="315467"/>
                </a:lnTo>
                <a:lnTo>
                  <a:pt x="509658" y="319325"/>
                </a:lnTo>
                <a:lnTo>
                  <a:pt x="509985" y="329184"/>
                </a:lnTo>
                <a:lnTo>
                  <a:pt x="278891" y="329184"/>
                </a:lnTo>
                <a:lnTo>
                  <a:pt x="278891" y="356616"/>
                </a:lnTo>
                <a:lnTo>
                  <a:pt x="243839" y="374904"/>
                </a:lnTo>
                <a:close/>
              </a:path>
              <a:path w="554989" h="547369">
                <a:moveTo>
                  <a:pt x="519220" y="138683"/>
                </a:moveTo>
                <a:lnTo>
                  <a:pt x="470916" y="138683"/>
                </a:lnTo>
                <a:lnTo>
                  <a:pt x="493776" y="114300"/>
                </a:lnTo>
                <a:lnTo>
                  <a:pt x="519220" y="138683"/>
                </a:lnTo>
                <a:close/>
              </a:path>
              <a:path w="554989" h="547369">
                <a:moveTo>
                  <a:pt x="1524" y="422148"/>
                </a:moveTo>
                <a:lnTo>
                  <a:pt x="0" y="413004"/>
                </a:lnTo>
                <a:lnTo>
                  <a:pt x="34539" y="377732"/>
                </a:lnTo>
                <a:lnTo>
                  <a:pt x="66738" y="339681"/>
                </a:lnTo>
                <a:lnTo>
                  <a:pt x="96450" y="298996"/>
                </a:lnTo>
                <a:lnTo>
                  <a:pt x="123529" y="255824"/>
                </a:lnTo>
                <a:lnTo>
                  <a:pt x="147827" y="210311"/>
                </a:lnTo>
                <a:lnTo>
                  <a:pt x="144137" y="192571"/>
                </a:lnTo>
                <a:lnTo>
                  <a:pt x="140017" y="175831"/>
                </a:lnTo>
                <a:lnTo>
                  <a:pt x="135612" y="159948"/>
                </a:lnTo>
                <a:lnTo>
                  <a:pt x="131063" y="144780"/>
                </a:lnTo>
                <a:lnTo>
                  <a:pt x="162135" y="144780"/>
                </a:lnTo>
                <a:lnTo>
                  <a:pt x="172592" y="173378"/>
                </a:lnTo>
                <a:lnTo>
                  <a:pt x="185165" y="222694"/>
                </a:lnTo>
                <a:lnTo>
                  <a:pt x="190306" y="256031"/>
                </a:lnTo>
                <a:lnTo>
                  <a:pt x="160020" y="256031"/>
                </a:lnTo>
                <a:lnTo>
                  <a:pt x="134611" y="295546"/>
                </a:lnTo>
                <a:lnTo>
                  <a:pt x="105985" y="331841"/>
                </a:lnTo>
                <a:lnTo>
                  <a:pt x="74212" y="364991"/>
                </a:lnTo>
                <a:lnTo>
                  <a:pt x="39367" y="395069"/>
                </a:lnTo>
                <a:lnTo>
                  <a:pt x="1524" y="422148"/>
                </a:lnTo>
                <a:close/>
              </a:path>
              <a:path w="554989" h="547369">
                <a:moveTo>
                  <a:pt x="394716" y="315467"/>
                </a:moveTo>
                <a:lnTo>
                  <a:pt x="361188" y="315467"/>
                </a:lnTo>
                <a:lnTo>
                  <a:pt x="361188" y="152400"/>
                </a:lnTo>
                <a:lnTo>
                  <a:pt x="394716" y="152400"/>
                </a:lnTo>
                <a:lnTo>
                  <a:pt x="394716" y="315467"/>
                </a:lnTo>
                <a:close/>
              </a:path>
              <a:path w="554989" h="547369">
                <a:moveTo>
                  <a:pt x="509614" y="315467"/>
                </a:moveTo>
                <a:lnTo>
                  <a:pt x="475488" y="315467"/>
                </a:lnTo>
                <a:lnTo>
                  <a:pt x="475488" y="152400"/>
                </a:lnTo>
                <a:lnTo>
                  <a:pt x="526084" y="152400"/>
                </a:lnTo>
                <a:lnTo>
                  <a:pt x="509016" y="164591"/>
                </a:lnTo>
                <a:lnTo>
                  <a:pt x="509127" y="256031"/>
                </a:lnTo>
                <a:lnTo>
                  <a:pt x="509206" y="280415"/>
                </a:lnTo>
                <a:lnTo>
                  <a:pt x="509614" y="315467"/>
                </a:lnTo>
                <a:close/>
              </a:path>
              <a:path w="554989" h="547369">
                <a:moveTo>
                  <a:pt x="173863" y="496824"/>
                </a:moveTo>
                <a:lnTo>
                  <a:pt x="106679" y="496824"/>
                </a:lnTo>
                <a:lnTo>
                  <a:pt x="113537" y="496514"/>
                </a:lnTo>
                <a:lnTo>
                  <a:pt x="120395" y="495490"/>
                </a:lnTo>
                <a:lnTo>
                  <a:pt x="151471" y="456866"/>
                </a:lnTo>
                <a:lnTo>
                  <a:pt x="159162" y="404336"/>
                </a:lnTo>
                <a:lnTo>
                  <a:pt x="161105" y="365760"/>
                </a:lnTo>
                <a:lnTo>
                  <a:pt x="161326" y="310134"/>
                </a:lnTo>
                <a:lnTo>
                  <a:pt x="160020" y="256031"/>
                </a:lnTo>
                <a:lnTo>
                  <a:pt x="190306" y="256031"/>
                </a:lnTo>
                <a:lnTo>
                  <a:pt x="193167" y="274581"/>
                </a:lnTo>
                <a:lnTo>
                  <a:pt x="196596" y="329184"/>
                </a:lnTo>
                <a:lnTo>
                  <a:pt x="196357" y="380880"/>
                </a:lnTo>
                <a:lnTo>
                  <a:pt x="193547" y="423862"/>
                </a:lnTo>
                <a:lnTo>
                  <a:pt x="188452" y="457985"/>
                </a:lnTo>
                <a:lnTo>
                  <a:pt x="181329" y="483155"/>
                </a:lnTo>
                <a:lnTo>
                  <a:pt x="173863" y="496824"/>
                </a:lnTo>
                <a:close/>
              </a:path>
              <a:path w="554989" h="547369">
                <a:moveTo>
                  <a:pt x="233172" y="534924"/>
                </a:moveTo>
                <a:lnTo>
                  <a:pt x="211835" y="484632"/>
                </a:lnTo>
                <a:lnTo>
                  <a:pt x="242673" y="483155"/>
                </a:lnTo>
                <a:lnTo>
                  <a:pt x="277939" y="480822"/>
                </a:lnTo>
                <a:lnTo>
                  <a:pt x="317492" y="477345"/>
                </a:lnTo>
                <a:lnTo>
                  <a:pt x="361188" y="472440"/>
                </a:lnTo>
                <a:lnTo>
                  <a:pt x="361188" y="329184"/>
                </a:lnTo>
                <a:lnTo>
                  <a:pt x="394716" y="329184"/>
                </a:lnTo>
                <a:lnTo>
                  <a:pt x="394716" y="467868"/>
                </a:lnTo>
                <a:lnTo>
                  <a:pt x="497191" y="467868"/>
                </a:lnTo>
                <a:lnTo>
                  <a:pt x="455604" y="476607"/>
                </a:lnTo>
                <a:lnTo>
                  <a:pt x="367276" y="496514"/>
                </a:lnTo>
                <a:lnTo>
                  <a:pt x="327660" y="505968"/>
                </a:lnTo>
                <a:lnTo>
                  <a:pt x="292750" y="513921"/>
                </a:lnTo>
                <a:lnTo>
                  <a:pt x="265556" y="521589"/>
                </a:lnTo>
                <a:lnTo>
                  <a:pt x="245792" y="528685"/>
                </a:lnTo>
                <a:lnTo>
                  <a:pt x="233172" y="534924"/>
                </a:lnTo>
                <a:close/>
              </a:path>
              <a:path w="554989" h="547369">
                <a:moveTo>
                  <a:pt x="475488" y="365760"/>
                </a:moveTo>
                <a:lnTo>
                  <a:pt x="475488" y="329184"/>
                </a:lnTo>
                <a:lnTo>
                  <a:pt x="509985" y="329184"/>
                </a:lnTo>
                <a:lnTo>
                  <a:pt x="510540" y="345948"/>
                </a:lnTo>
                <a:lnTo>
                  <a:pt x="475488" y="365760"/>
                </a:lnTo>
                <a:close/>
              </a:path>
              <a:path w="554989" h="547369">
                <a:moveTo>
                  <a:pt x="497191" y="467868"/>
                </a:moveTo>
                <a:lnTo>
                  <a:pt x="394716" y="467868"/>
                </a:lnTo>
                <a:lnTo>
                  <a:pt x="499872" y="454152"/>
                </a:lnTo>
                <a:lnTo>
                  <a:pt x="492085" y="440697"/>
                </a:lnTo>
                <a:lnTo>
                  <a:pt x="482155" y="425386"/>
                </a:lnTo>
                <a:lnTo>
                  <a:pt x="469653" y="408074"/>
                </a:lnTo>
                <a:lnTo>
                  <a:pt x="454152" y="388620"/>
                </a:lnTo>
                <a:lnTo>
                  <a:pt x="460248" y="382524"/>
                </a:lnTo>
                <a:lnTo>
                  <a:pt x="495681" y="410813"/>
                </a:lnTo>
                <a:lnTo>
                  <a:pt x="539115" y="451961"/>
                </a:lnTo>
                <a:lnTo>
                  <a:pt x="547605" y="466344"/>
                </a:lnTo>
                <a:lnTo>
                  <a:pt x="504444" y="466344"/>
                </a:lnTo>
                <a:lnTo>
                  <a:pt x="497191" y="467868"/>
                </a:lnTo>
                <a:close/>
              </a:path>
              <a:path w="554989" h="547369">
                <a:moveTo>
                  <a:pt x="536448" y="530352"/>
                </a:moveTo>
                <a:lnTo>
                  <a:pt x="530352" y="530352"/>
                </a:lnTo>
                <a:lnTo>
                  <a:pt x="525780" y="527304"/>
                </a:lnTo>
                <a:lnTo>
                  <a:pt x="519017" y="507063"/>
                </a:lnTo>
                <a:lnTo>
                  <a:pt x="514731" y="494538"/>
                </a:lnTo>
                <a:lnTo>
                  <a:pt x="509855" y="480822"/>
                </a:lnTo>
                <a:lnTo>
                  <a:pt x="504444" y="466344"/>
                </a:lnTo>
                <a:lnTo>
                  <a:pt x="547605" y="466344"/>
                </a:lnTo>
                <a:lnTo>
                  <a:pt x="550235" y="474535"/>
                </a:lnTo>
                <a:lnTo>
                  <a:pt x="552650" y="483155"/>
                </a:lnTo>
                <a:lnTo>
                  <a:pt x="554188" y="490537"/>
                </a:lnTo>
                <a:lnTo>
                  <a:pt x="554735" y="496824"/>
                </a:lnTo>
                <a:lnTo>
                  <a:pt x="554164" y="503634"/>
                </a:lnTo>
                <a:lnTo>
                  <a:pt x="552450" y="510159"/>
                </a:lnTo>
                <a:lnTo>
                  <a:pt x="549592" y="516112"/>
                </a:lnTo>
                <a:lnTo>
                  <a:pt x="545592" y="521208"/>
                </a:lnTo>
                <a:lnTo>
                  <a:pt x="541020" y="527304"/>
                </a:lnTo>
                <a:lnTo>
                  <a:pt x="536448" y="530352"/>
                </a:lnTo>
                <a:close/>
              </a:path>
              <a:path w="554989" h="547369">
                <a:moveTo>
                  <a:pt x="114299" y="547116"/>
                </a:moveTo>
                <a:lnTo>
                  <a:pt x="107180" y="532876"/>
                </a:lnTo>
                <a:lnTo>
                  <a:pt x="95059" y="520065"/>
                </a:lnTo>
                <a:lnTo>
                  <a:pt x="78081" y="508968"/>
                </a:lnTo>
                <a:lnTo>
                  <a:pt x="56387" y="499872"/>
                </a:lnTo>
                <a:lnTo>
                  <a:pt x="56387" y="489204"/>
                </a:lnTo>
                <a:lnTo>
                  <a:pt x="71532" y="492966"/>
                </a:lnTo>
                <a:lnTo>
                  <a:pt x="84962" y="495300"/>
                </a:lnTo>
                <a:lnTo>
                  <a:pt x="96678" y="496490"/>
                </a:lnTo>
                <a:lnTo>
                  <a:pt x="106679" y="496824"/>
                </a:lnTo>
                <a:lnTo>
                  <a:pt x="173863" y="496824"/>
                </a:lnTo>
                <a:lnTo>
                  <a:pt x="171092" y="501896"/>
                </a:lnTo>
                <a:lnTo>
                  <a:pt x="156400" y="519112"/>
                </a:lnTo>
                <a:lnTo>
                  <a:pt x="137421" y="534328"/>
                </a:lnTo>
                <a:lnTo>
                  <a:pt x="114299" y="547116"/>
                </a:lnTo>
                <a:close/>
              </a:path>
            </a:pathLst>
          </a:custGeom>
          <a:solidFill>
            <a:srgbClr val="3333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3898391" y="1275588"/>
            <a:ext cx="565785" cy="508000"/>
          </a:xfrm>
          <a:custGeom>
            <a:avLst/>
            <a:gdLst/>
            <a:ahLst/>
            <a:cxnLst/>
            <a:rect l="l" t="t" r="r" b="b"/>
            <a:pathLst>
              <a:path w="565785" h="508000">
                <a:moveTo>
                  <a:pt x="288036" y="117348"/>
                </a:moveTo>
                <a:lnTo>
                  <a:pt x="284988" y="117348"/>
                </a:lnTo>
                <a:lnTo>
                  <a:pt x="280439" y="115657"/>
                </a:lnTo>
                <a:lnTo>
                  <a:pt x="276034" y="110680"/>
                </a:lnTo>
                <a:lnTo>
                  <a:pt x="271914" y="102560"/>
                </a:lnTo>
                <a:lnTo>
                  <a:pt x="268224" y="91440"/>
                </a:lnTo>
                <a:lnTo>
                  <a:pt x="260842" y="70842"/>
                </a:lnTo>
                <a:lnTo>
                  <a:pt x="250317" y="50101"/>
                </a:lnTo>
                <a:lnTo>
                  <a:pt x="236934" y="29075"/>
                </a:lnTo>
                <a:lnTo>
                  <a:pt x="220980" y="7620"/>
                </a:lnTo>
                <a:lnTo>
                  <a:pt x="225552" y="0"/>
                </a:lnTo>
                <a:lnTo>
                  <a:pt x="271462" y="25527"/>
                </a:lnTo>
                <a:lnTo>
                  <a:pt x="301656" y="51958"/>
                </a:lnTo>
                <a:lnTo>
                  <a:pt x="309372" y="74676"/>
                </a:lnTo>
                <a:lnTo>
                  <a:pt x="308776" y="80676"/>
                </a:lnTo>
                <a:lnTo>
                  <a:pt x="306895" y="87249"/>
                </a:lnTo>
                <a:lnTo>
                  <a:pt x="303585" y="94392"/>
                </a:lnTo>
                <a:lnTo>
                  <a:pt x="298704" y="102108"/>
                </a:lnTo>
                <a:lnTo>
                  <a:pt x="292608" y="112776"/>
                </a:lnTo>
                <a:lnTo>
                  <a:pt x="288036" y="117348"/>
                </a:lnTo>
                <a:close/>
              </a:path>
              <a:path w="565785" h="508000">
                <a:moveTo>
                  <a:pt x="59435" y="147828"/>
                </a:moveTo>
                <a:lnTo>
                  <a:pt x="38100" y="126492"/>
                </a:lnTo>
                <a:lnTo>
                  <a:pt x="448056" y="126492"/>
                </a:lnTo>
                <a:lnTo>
                  <a:pt x="483108" y="91440"/>
                </a:lnTo>
                <a:lnTo>
                  <a:pt x="531876" y="141732"/>
                </a:lnTo>
                <a:lnTo>
                  <a:pt x="117348" y="141732"/>
                </a:lnTo>
                <a:lnTo>
                  <a:pt x="102512" y="142041"/>
                </a:lnTo>
                <a:lnTo>
                  <a:pt x="87820" y="143065"/>
                </a:lnTo>
                <a:lnTo>
                  <a:pt x="73413" y="144946"/>
                </a:lnTo>
                <a:lnTo>
                  <a:pt x="59435" y="147828"/>
                </a:lnTo>
                <a:close/>
              </a:path>
              <a:path w="565785" h="508000">
                <a:moveTo>
                  <a:pt x="318516" y="486156"/>
                </a:moveTo>
                <a:lnTo>
                  <a:pt x="301752" y="486156"/>
                </a:lnTo>
                <a:lnTo>
                  <a:pt x="323073" y="421393"/>
                </a:lnTo>
                <a:lnTo>
                  <a:pt x="341263" y="361244"/>
                </a:lnTo>
                <a:lnTo>
                  <a:pt x="356235" y="305752"/>
                </a:lnTo>
                <a:lnTo>
                  <a:pt x="367904" y="254959"/>
                </a:lnTo>
                <a:lnTo>
                  <a:pt x="376188" y="208907"/>
                </a:lnTo>
                <a:lnTo>
                  <a:pt x="381000" y="167640"/>
                </a:lnTo>
                <a:lnTo>
                  <a:pt x="445008" y="202692"/>
                </a:lnTo>
                <a:lnTo>
                  <a:pt x="419100" y="219456"/>
                </a:lnTo>
                <a:lnTo>
                  <a:pt x="402336" y="268739"/>
                </a:lnTo>
                <a:lnTo>
                  <a:pt x="385572" y="316032"/>
                </a:lnTo>
                <a:lnTo>
                  <a:pt x="368808" y="361378"/>
                </a:lnTo>
                <a:lnTo>
                  <a:pt x="352044" y="404819"/>
                </a:lnTo>
                <a:lnTo>
                  <a:pt x="335280" y="446397"/>
                </a:lnTo>
                <a:lnTo>
                  <a:pt x="318516" y="486156"/>
                </a:lnTo>
                <a:close/>
              </a:path>
              <a:path w="565785" h="508000">
                <a:moveTo>
                  <a:pt x="207740" y="429934"/>
                </a:moveTo>
                <a:lnTo>
                  <a:pt x="202311" y="425767"/>
                </a:lnTo>
                <a:lnTo>
                  <a:pt x="198596" y="415599"/>
                </a:lnTo>
                <a:lnTo>
                  <a:pt x="196596" y="399287"/>
                </a:lnTo>
                <a:lnTo>
                  <a:pt x="193738" y="379880"/>
                </a:lnTo>
                <a:lnTo>
                  <a:pt x="184594" y="334779"/>
                </a:lnTo>
                <a:lnTo>
                  <a:pt x="170830" y="283392"/>
                </a:lnTo>
                <a:lnTo>
                  <a:pt x="151304" y="226861"/>
                </a:lnTo>
                <a:lnTo>
                  <a:pt x="138684" y="196595"/>
                </a:lnTo>
                <a:lnTo>
                  <a:pt x="149352" y="192024"/>
                </a:lnTo>
                <a:lnTo>
                  <a:pt x="176212" y="233433"/>
                </a:lnTo>
                <a:lnTo>
                  <a:pt x="197358" y="268414"/>
                </a:lnTo>
                <a:lnTo>
                  <a:pt x="222504" y="318515"/>
                </a:lnTo>
                <a:lnTo>
                  <a:pt x="236648" y="365664"/>
                </a:lnTo>
                <a:lnTo>
                  <a:pt x="237744" y="377952"/>
                </a:lnTo>
                <a:lnTo>
                  <a:pt x="237458" y="383071"/>
                </a:lnTo>
                <a:lnTo>
                  <a:pt x="222027" y="423148"/>
                </a:lnTo>
                <a:lnTo>
                  <a:pt x="214884" y="428244"/>
                </a:lnTo>
                <a:lnTo>
                  <a:pt x="207740" y="429934"/>
                </a:lnTo>
                <a:close/>
              </a:path>
              <a:path w="565785" h="508000">
                <a:moveTo>
                  <a:pt x="21335" y="507492"/>
                </a:moveTo>
                <a:lnTo>
                  <a:pt x="0" y="486156"/>
                </a:lnTo>
                <a:lnTo>
                  <a:pt x="481584" y="486156"/>
                </a:lnTo>
                <a:lnTo>
                  <a:pt x="516636" y="448056"/>
                </a:lnTo>
                <a:lnTo>
                  <a:pt x="565404" y="499872"/>
                </a:lnTo>
                <a:lnTo>
                  <a:pt x="79248" y="499872"/>
                </a:lnTo>
                <a:lnTo>
                  <a:pt x="63769" y="500419"/>
                </a:lnTo>
                <a:lnTo>
                  <a:pt x="49149" y="501967"/>
                </a:lnTo>
                <a:lnTo>
                  <a:pt x="35099" y="504372"/>
                </a:lnTo>
                <a:lnTo>
                  <a:pt x="21335" y="507492"/>
                </a:lnTo>
                <a:close/>
              </a:path>
            </a:pathLst>
          </a:custGeom>
          <a:solidFill>
            <a:srgbClr val="3333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4511039" y="1271015"/>
            <a:ext cx="563880" cy="567055"/>
          </a:xfrm>
          <a:custGeom>
            <a:avLst/>
            <a:gdLst/>
            <a:ahLst/>
            <a:cxnLst/>
            <a:rect l="l" t="t" r="r" b="b"/>
            <a:pathLst>
              <a:path w="563879" h="567055">
                <a:moveTo>
                  <a:pt x="4572" y="240792"/>
                </a:moveTo>
                <a:lnTo>
                  <a:pt x="0" y="234696"/>
                </a:lnTo>
                <a:lnTo>
                  <a:pt x="25717" y="210693"/>
                </a:lnTo>
                <a:lnTo>
                  <a:pt x="50292" y="184404"/>
                </a:lnTo>
                <a:lnTo>
                  <a:pt x="96012" y="124968"/>
                </a:lnTo>
                <a:lnTo>
                  <a:pt x="133731" y="62484"/>
                </a:lnTo>
                <a:lnTo>
                  <a:pt x="160020" y="0"/>
                </a:lnTo>
                <a:lnTo>
                  <a:pt x="207264" y="33528"/>
                </a:lnTo>
                <a:lnTo>
                  <a:pt x="185928" y="41148"/>
                </a:lnTo>
                <a:lnTo>
                  <a:pt x="150876" y="97536"/>
                </a:lnTo>
                <a:lnTo>
                  <a:pt x="507019" y="97536"/>
                </a:lnTo>
                <a:lnTo>
                  <a:pt x="521208" y="112776"/>
                </a:lnTo>
                <a:lnTo>
                  <a:pt x="146304" y="112776"/>
                </a:lnTo>
                <a:lnTo>
                  <a:pt x="146304" y="146304"/>
                </a:lnTo>
                <a:lnTo>
                  <a:pt x="114300" y="146304"/>
                </a:lnTo>
                <a:lnTo>
                  <a:pt x="90297" y="171997"/>
                </a:lnTo>
                <a:lnTo>
                  <a:pt x="64008" y="196405"/>
                </a:lnTo>
                <a:lnTo>
                  <a:pt x="35433" y="219384"/>
                </a:lnTo>
                <a:lnTo>
                  <a:pt x="4572" y="240792"/>
                </a:lnTo>
                <a:close/>
              </a:path>
              <a:path w="563879" h="567055">
                <a:moveTo>
                  <a:pt x="312420" y="92964"/>
                </a:moveTo>
                <a:lnTo>
                  <a:pt x="310896" y="92964"/>
                </a:lnTo>
                <a:lnTo>
                  <a:pt x="306347" y="91559"/>
                </a:lnTo>
                <a:lnTo>
                  <a:pt x="301942" y="87439"/>
                </a:lnTo>
                <a:lnTo>
                  <a:pt x="297822" y="80748"/>
                </a:lnTo>
                <a:lnTo>
                  <a:pt x="294132" y="71628"/>
                </a:lnTo>
                <a:lnTo>
                  <a:pt x="287321" y="56149"/>
                </a:lnTo>
                <a:lnTo>
                  <a:pt x="278511" y="41528"/>
                </a:lnTo>
                <a:lnTo>
                  <a:pt x="267985" y="27479"/>
                </a:lnTo>
                <a:lnTo>
                  <a:pt x="256032" y="13716"/>
                </a:lnTo>
                <a:lnTo>
                  <a:pt x="260604" y="7620"/>
                </a:lnTo>
                <a:lnTo>
                  <a:pt x="297561" y="22669"/>
                </a:lnTo>
                <a:lnTo>
                  <a:pt x="327469" y="49149"/>
                </a:lnTo>
                <a:lnTo>
                  <a:pt x="330708" y="59436"/>
                </a:lnTo>
                <a:lnTo>
                  <a:pt x="330708" y="65532"/>
                </a:lnTo>
                <a:lnTo>
                  <a:pt x="327660" y="73152"/>
                </a:lnTo>
                <a:lnTo>
                  <a:pt x="315468" y="88391"/>
                </a:lnTo>
                <a:lnTo>
                  <a:pt x="312420" y="92964"/>
                </a:lnTo>
                <a:close/>
              </a:path>
              <a:path w="563879" h="567055">
                <a:moveTo>
                  <a:pt x="507019" y="97536"/>
                </a:moveTo>
                <a:lnTo>
                  <a:pt x="452628" y="97536"/>
                </a:lnTo>
                <a:lnTo>
                  <a:pt x="480060" y="68579"/>
                </a:lnTo>
                <a:lnTo>
                  <a:pt x="507019" y="97536"/>
                </a:lnTo>
                <a:close/>
              </a:path>
              <a:path w="563879" h="567055">
                <a:moveTo>
                  <a:pt x="313944" y="169164"/>
                </a:moveTo>
                <a:lnTo>
                  <a:pt x="281940" y="169164"/>
                </a:lnTo>
                <a:lnTo>
                  <a:pt x="281940" y="112776"/>
                </a:lnTo>
                <a:lnTo>
                  <a:pt x="313944" y="112776"/>
                </a:lnTo>
                <a:lnTo>
                  <a:pt x="313944" y="169164"/>
                </a:lnTo>
                <a:close/>
              </a:path>
              <a:path w="563879" h="567055">
                <a:moveTo>
                  <a:pt x="476616" y="169164"/>
                </a:moveTo>
                <a:lnTo>
                  <a:pt x="425196" y="169164"/>
                </a:lnTo>
                <a:lnTo>
                  <a:pt x="452628" y="143256"/>
                </a:lnTo>
                <a:lnTo>
                  <a:pt x="476616" y="169164"/>
                </a:lnTo>
                <a:close/>
              </a:path>
              <a:path w="563879" h="567055">
                <a:moveTo>
                  <a:pt x="112776" y="361188"/>
                </a:moveTo>
                <a:lnTo>
                  <a:pt x="113657" y="311753"/>
                </a:lnTo>
                <a:lnTo>
                  <a:pt x="114109" y="259461"/>
                </a:lnTo>
                <a:lnTo>
                  <a:pt x="114179" y="236220"/>
                </a:lnTo>
                <a:lnTo>
                  <a:pt x="114300" y="146304"/>
                </a:lnTo>
                <a:lnTo>
                  <a:pt x="146304" y="146304"/>
                </a:lnTo>
                <a:lnTo>
                  <a:pt x="146304" y="169164"/>
                </a:lnTo>
                <a:lnTo>
                  <a:pt x="476616" y="169164"/>
                </a:lnTo>
                <a:lnTo>
                  <a:pt x="490728" y="184404"/>
                </a:lnTo>
                <a:lnTo>
                  <a:pt x="146304" y="184404"/>
                </a:lnTo>
                <a:lnTo>
                  <a:pt x="146304" y="236220"/>
                </a:lnTo>
                <a:lnTo>
                  <a:pt x="471480" y="236220"/>
                </a:lnTo>
                <a:lnTo>
                  <a:pt x="486156" y="251460"/>
                </a:lnTo>
                <a:lnTo>
                  <a:pt x="146304" y="251460"/>
                </a:lnTo>
                <a:lnTo>
                  <a:pt x="146304" y="306324"/>
                </a:lnTo>
                <a:lnTo>
                  <a:pt x="503409" y="306324"/>
                </a:lnTo>
                <a:lnTo>
                  <a:pt x="516636" y="320040"/>
                </a:lnTo>
                <a:lnTo>
                  <a:pt x="146304" y="320040"/>
                </a:lnTo>
                <a:lnTo>
                  <a:pt x="146304" y="348996"/>
                </a:lnTo>
                <a:lnTo>
                  <a:pt x="112776" y="361188"/>
                </a:lnTo>
                <a:close/>
              </a:path>
              <a:path w="563879" h="567055">
                <a:moveTo>
                  <a:pt x="313944" y="236220"/>
                </a:moveTo>
                <a:lnTo>
                  <a:pt x="281940" y="236220"/>
                </a:lnTo>
                <a:lnTo>
                  <a:pt x="281940" y="184404"/>
                </a:lnTo>
                <a:lnTo>
                  <a:pt x="313944" y="184404"/>
                </a:lnTo>
                <a:lnTo>
                  <a:pt x="313944" y="236220"/>
                </a:lnTo>
                <a:close/>
              </a:path>
              <a:path w="563879" h="567055">
                <a:moveTo>
                  <a:pt x="471480" y="236220"/>
                </a:moveTo>
                <a:lnTo>
                  <a:pt x="420624" y="236220"/>
                </a:lnTo>
                <a:lnTo>
                  <a:pt x="446532" y="210312"/>
                </a:lnTo>
                <a:lnTo>
                  <a:pt x="471480" y="236220"/>
                </a:lnTo>
                <a:close/>
              </a:path>
              <a:path w="563879" h="567055">
                <a:moveTo>
                  <a:pt x="313944" y="306324"/>
                </a:moveTo>
                <a:lnTo>
                  <a:pt x="281940" y="306324"/>
                </a:lnTo>
                <a:lnTo>
                  <a:pt x="281940" y="251460"/>
                </a:lnTo>
                <a:lnTo>
                  <a:pt x="313944" y="251460"/>
                </a:lnTo>
                <a:lnTo>
                  <a:pt x="313944" y="306324"/>
                </a:lnTo>
                <a:close/>
              </a:path>
              <a:path w="563879" h="567055">
                <a:moveTo>
                  <a:pt x="503409" y="306324"/>
                </a:moveTo>
                <a:lnTo>
                  <a:pt x="446532" y="306324"/>
                </a:lnTo>
                <a:lnTo>
                  <a:pt x="475488" y="277368"/>
                </a:lnTo>
                <a:lnTo>
                  <a:pt x="503409" y="306324"/>
                </a:lnTo>
                <a:close/>
              </a:path>
              <a:path w="563879" h="567055">
                <a:moveTo>
                  <a:pt x="301752" y="379476"/>
                </a:moveTo>
                <a:lnTo>
                  <a:pt x="269748" y="379476"/>
                </a:lnTo>
                <a:lnTo>
                  <a:pt x="269671" y="358140"/>
                </a:lnTo>
                <a:lnTo>
                  <a:pt x="269557" y="347853"/>
                </a:lnTo>
                <a:lnTo>
                  <a:pt x="269105" y="334470"/>
                </a:lnTo>
                <a:lnTo>
                  <a:pt x="268224" y="323088"/>
                </a:lnTo>
                <a:lnTo>
                  <a:pt x="320040" y="341376"/>
                </a:lnTo>
                <a:lnTo>
                  <a:pt x="301752" y="358140"/>
                </a:lnTo>
                <a:lnTo>
                  <a:pt x="301752" y="379476"/>
                </a:lnTo>
                <a:close/>
              </a:path>
              <a:path w="563879" h="567055">
                <a:moveTo>
                  <a:pt x="24384" y="402336"/>
                </a:moveTo>
                <a:lnTo>
                  <a:pt x="1524" y="379476"/>
                </a:lnTo>
                <a:lnTo>
                  <a:pt x="492252" y="379476"/>
                </a:lnTo>
                <a:lnTo>
                  <a:pt x="521208" y="352044"/>
                </a:lnTo>
                <a:lnTo>
                  <a:pt x="562356" y="394716"/>
                </a:lnTo>
                <a:lnTo>
                  <a:pt x="80772" y="394716"/>
                </a:lnTo>
                <a:lnTo>
                  <a:pt x="65960" y="395049"/>
                </a:lnTo>
                <a:lnTo>
                  <a:pt x="51435" y="396240"/>
                </a:lnTo>
                <a:lnTo>
                  <a:pt x="37480" y="398573"/>
                </a:lnTo>
                <a:lnTo>
                  <a:pt x="24384" y="402336"/>
                </a:lnTo>
                <a:close/>
              </a:path>
              <a:path w="563879" h="567055">
                <a:moveTo>
                  <a:pt x="4572" y="559308"/>
                </a:moveTo>
                <a:lnTo>
                  <a:pt x="1524" y="550164"/>
                </a:lnTo>
                <a:lnTo>
                  <a:pt x="43243" y="530447"/>
                </a:lnTo>
                <a:lnTo>
                  <a:pt x="81534" y="510159"/>
                </a:lnTo>
                <a:lnTo>
                  <a:pt x="116395" y="489299"/>
                </a:lnTo>
                <a:lnTo>
                  <a:pt x="175260" y="446151"/>
                </a:lnTo>
                <a:lnTo>
                  <a:pt x="216408" y="409575"/>
                </a:lnTo>
                <a:lnTo>
                  <a:pt x="230124" y="394716"/>
                </a:lnTo>
                <a:lnTo>
                  <a:pt x="301752" y="394716"/>
                </a:lnTo>
                <a:lnTo>
                  <a:pt x="301752" y="396240"/>
                </a:lnTo>
                <a:lnTo>
                  <a:pt x="269748" y="396240"/>
                </a:lnTo>
                <a:lnTo>
                  <a:pt x="243768" y="423433"/>
                </a:lnTo>
                <a:lnTo>
                  <a:pt x="187237" y="470392"/>
                </a:lnTo>
                <a:lnTo>
                  <a:pt x="123515" y="508944"/>
                </a:lnTo>
                <a:lnTo>
                  <a:pt x="87058" y="526732"/>
                </a:lnTo>
                <a:lnTo>
                  <a:pt x="47458" y="543663"/>
                </a:lnTo>
                <a:lnTo>
                  <a:pt x="4572" y="559308"/>
                </a:lnTo>
                <a:close/>
              </a:path>
              <a:path w="563879" h="567055">
                <a:moveTo>
                  <a:pt x="521208" y="550164"/>
                </a:moveTo>
                <a:lnTo>
                  <a:pt x="461962" y="527494"/>
                </a:lnTo>
                <a:lnTo>
                  <a:pt x="408432" y="496824"/>
                </a:lnTo>
                <a:lnTo>
                  <a:pt x="360235" y="453771"/>
                </a:lnTo>
                <a:lnTo>
                  <a:pt x="315468" y="394716"/>
                </a:lnTo>
                <a:lnTo>
                  <a:pt x="327660" y="394716"/>
                </a:lnTo>
                <a:lnTo>
                  <a:pt x="351115" y="419552"/>
                </a:lnTo>
                <a:lnTo>
                  <a:pt x="375856" y="441388"/>
                </a:lnTo>
                <a:lnTo>
                  <a:pt x="429768" y="475488"/>
                </a:lnTo>
                <a:lnTo>
                  <a:pt x="492823" y="499491"/>
                </a:lnTo>
                <a:lnTo>
                  <a:pt x="563880" y="512064"/>
                </a:lnTo>
                <a:lnTo>
                  <a:pt x="563880" y="519684"/>
                </a:lnTo>
                <a:lnTo>
                  <a:pt x="548211" y="524017"/>
                </a:lnTo>
                <a:lnTo>
                  <a:pt x="535686" y="530352"/>
                </a:lnTo>
                <a:lnTo>
                  <a:pt x="526589" y="538972"/>
                </a:lnTo>
                <a:lnTo>
                  <a:pt x="521208" y="550164"/>
                </a:lnTo>
                <a:close/>
              </a:path>
              <a:path w="563879" h="567055">
                <a:moveTo>
                  <a:pt x="268224" y="566928"/>
                </a:moveTo>
                <a:lnTo>
                  <a:pt x="269098" y="527494"/>
                </a:lnTo>
                <a:lnTo>
                  <a:pt x="269501" y="490728"/>
                </a:lnTo>
                <a:lnTo>
                  <a:pt x="269625" y="467868"/>
                </a:lnTo>
                <a:lnTo>
                  <a:pt x="269748" y="396240"/>
                </a:lnTo>
                <a:lnTo>
                  <a:pt x="301752" y="396240"/>
                </a:lnTo>
                <a:lnTo>
                  <a:pt x="301877" y="475488"/>
                </a:lnTo>
                <a:lnTo>
                  <a:pt x="302000" y="496824"/>
                </a:lnTo>
                <a:lnTo>
                  <a:pt x="302394" y="525446"/>
                </a:lnTo>
                <a:lnTo>
                  <a:pt x="303276" y="547116"/>
                </a:lnTo>
                <a:lnTo>
                  <a:pt x="268224" y="566928"/>
                </a:lnTo>
                <a:close/>
              </a:path>
            </a:pathLst>
          </a:custGeom>
          <a:solidFill>
            <a:srgbClr val="3333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1751075" y="2552700"/>
            <a:ext cx="155575" cy="155575"/>
          </a:xfrm>
          <a:custGeom>
            <a:avLst/>
            <a:gdLst/>
            <a:ahLst/>
            <a:cxnLst/>
            <a:rect l="l" t="t" r="r" b="b"/>
            <a:pathLst>
              <a:path w="155575" h="155575">
                <a:moveTo>
                  <a:pt x="155448" y="155448"/>
                </a:moveTo>
                <a:lnTo>
                  <a:pt x="0" y="155448"/>
                </a:lnTo>
                <a:lnTo>
                  <a:pt x="0" y="0"/>
                </a:lnTo>
                <a:lnTo>
                  <a:pt x="155448" y="0"/>
                </a:lnTo>
                <a:lnTo>
                  <a:pt x="155448" y="155448"/>
                </a:lnTo>
                <a:close/>
              </a:path>
            </a:pathLst>
          </a:custGeom>
          <a:solidFill>
            <a:srgbClr val="3333C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2122932" y="2365248"/>
            <a:ext cx="391795" cy="403860"/>
          </a:xfrm>
          <a:custGeom>
            <a:avLst/>
            <a:gdLst/>
            <a:ahLst/>
            <a:cxnLst/>
            <a:rect l="l" t="t" r="r" b="b"/>
            <a:pathLst>
              <a:path w="391794" h="403860">
                <a:moveTo>
                  <a:pt x="6095" y="219456"/>
                </a:moveTo>
                <a:lnTo>
                  <a:pt x="0" y="216408"/>
                </a:lnTo>
                <a:lnTo>
                  <a:pt x="18264" y="184975"/>
                </a:lnTo>
                <a:lnTo>
                  <a:pt x="34099" y="154686"/>
                </a:lnTo>
                <a:lnTo>
                  <a:pt x="57912" y="97536"/>
                </a:lnTo>
                <a:lnTo>
                  <a:pt x="73913" y="46482"/>
                </a:lnTo>
                <a:lnTo>
                  <a:pt x="85343" y="0"/>
                </a:lnTo>
                <a:lnTo>
                  <a:pt x="123443" y="21336"/>
                </a:lnTo>
                <a:lnTo>
                  <a:pt x="109727" y="30480"/>
                </a:lnTo>
                <a:lnTo>
                  <a:pt x="97154" y="60769"/>
                </a:lnTo>
                <a:lnTo>
                  <a:pt x="86867" y="85344"/>
                </a:lnTo>
                <a:lnTo>
                  <a:pt x="78866" y="104203"/>
                </a:lnTo>
                <a:lnTo>
                  <a:pt x="73151" y="117348"/>
                </a:lnTo>
                <a:lnTo>
                  <a:pt x="97535" y="128016"/>
                </a:lnTo>
                <a:lnTo>
                  <a:pt x="83819" y="140208"/>
                </a:lnTo>
                <a:lnTo>
                  <a:pt x="83819" y="143256"/>
                </a:lnTo>
                <a:lnTo>
                  <a:pt x="60959" y="143256"/>
                </a:lnTo>
                <a:lnTo>
                  <a:pt x="44672" y="167806"/>
                </a:lnTo>
                <a:lnTo>
                  <a:pt x="30098" y="188785"/>
                </a:lnTo>
                <a:lnTo>
                  <a:pt x="17240" y="206049"/>
                </a:lnTo>
                <a:lnTo>
                  <a:pt x="6095" y="219456"/>
                </a:lnTo>
                <a:close/>
              </a:path>
              <a:path w="391794" h="403860">
                <a:moveTo>
                  <a:pt x="126491" y="70104"/>
                </a:moveTo>
                <a:lnTo>
                  <a:pt x="109727" y="56388"/>
                </a:lnTo>
                <a:lnTo>
                  <a:pt x="233171" y="56388"/>
                </a:lnTo>
                <a:lnTo>
                  <a:pt x="252983" y="36576"/>
                </a:lnTo>
                <a:lnTo>
                  <a:pt x="281939" y="67056"/>
                </a:lnTo>
                <a:lnTo>
                  <a:pt x="144779" y="67056"/>
                </a:lnTo>
                <a:lnTo>
                  <a:pt x="126491" y="70104"/>
                </a:lnTo>
                <a:close/>
              </a:path>
              <a:path w="391794" h="403860">
                <a:moveTo>
                  <a:pt x="105155" y="254508"/>
                </a:moveTo>
                <a:lnTo>
                  <a:pt x="99059" y="248412"/>
                </a:lnTo>
                <a:lnTo>
                  <a:pt x="113323" y="227838"/>
                </a:lnTo>
                <a:lnTo>
                  <a:pt x="126301" y="204978"/>
                </a:lnTo>
                <a:lnTo>
                  <a:pt x="147827" y="152400"/>
                </a:lnTo>
                <a:lnTo>
                  <a:pt x="162496" y="102870"/>
                </a:lnTo>
                <a:lnTo>
                  <a:pt x="169163" y="67056"/>
                </a:lnTo>
                <a:lnTo>
                  <a:pt x="196595" y="67056"/>
                </a:lnTo>
                <a:lnTo>
                  <a:pt x="193476" y="78438"/>
                </a:lnTo>
                <a:lnTo>
                  <a:pt x="188785" y="94107"/>
                </a:lnTo>
                <a:lnTo>
                  <a:pt x="182665" y="113776"/>
                </a:lnTo>
                <a:lnTo>
                  <a:pt x="175259" y="137160"/>
                </a:lnTo>
                <a:lnTo>
                  <a:pt x="263550" y="137160"/>
                </a:lnTo>
                <a:lnTo>
                  <a:pt x="271271" y="143256"/>
                </a:lnTo>
                <a:lnTo>
                  <a:pt x="264087" y="147828"/>
                </a:lnTo>
                <a:lnTo>
                  <a:pt x="170687" y="147828"/>
                </a:lnTo>
                <a:lnTo>
                  <a:pt x="165877" y="159877"/>
                </a:lnTo>
                <a:lnTo>
                  <a:pt x="160781" y="171069"/>
                </a:lnTo>
                <a:lnTo>
                  <a:pt x="155686" y="181689"/>
                </a:lnTo>
                <a:lnTo>
                  <a:pt x="150875" y="192024"/>
                </a:lnTo>
                <a:lnTo>
                  <a:pt x="159907" y="198120"/>
                </a:lnTo>
                <a:lnTo>
                  <a:pt x="146303" y="198120"/>
                </a:lnTo>
                <a:lnTo>
                  <a:pt x="137731" y="212074"/>
                </a:lnTo>
                <a:lnTo>
                  <a:pt x="128015" y="226314"/>
                </a:lnTo>
                <a:lnTo>
                  <a:pt x="117157" y="240553"/>
                </a:lnTo>
                <a:lnTo>
                  <a:pt x="105155" y="254508"/>
                </a:lnTo>
                <a:close/>
              </a:path>
              <a:path w="391794" h="403860">
                <a:moveTo>
                  <a:pt x="263550" y="137160"/>
                </a:moveTo>
                <a:lnTo>
                  <a:pt x="228599" y="137160"/>
                </a:lnTo>
                <a:lnTo>
                  <a:pt x="242315" y="120396"/>
                </a:lnTo>
                <a:lnTo>
                  <a:pt x="263550" y="137160"/>
                </a:lnTo>
                <a:close/>
              </a:path>
              <a:path w="391794" h="403860">
                <a:moveTo>
                  <a:pt x="59435" y="403860"/>
                </a:moveTo>
                <a:lnTo>
                  <a:pt x="60317" y="377285"/>
                </a:lnTo>
                <a:lnTo>
                  <a:pt x="60769" y="354711"/>
                </a:lnTo>
                <a:lnTo>
                  <a:pt x="60861" y="344424"/>
                </a:lnTo>
                <a:lnTo>
                  <a:pt x="60959" y="143256"/>
                </a:lnTo>
                <a:lnTo>
                  <a:pt x="83819" y="143256"/>
                </a:lnTo>
                <a:lnTo>
                  <a:pt x="83878" y="329850"/>
                </a:lnTo>
                <a:lnTo>
                  <a:pt x="84058" y="341304"/>
                </a:lnTo>
                <a:lnTo>
                  <a:pt x="85105" y="373927"/>
                </a:lnTo>
                <a:lnTo>
                  <a:pt x="85343" y="391668"/>
                </a:lnTo>
                <a:lnTo>
                  <a:pt x="59435" y="403860"/>
                </a:lnTo>
                <a:close/>
              </a:path>
              <a:path w="391794" h="403860">
                <a:moveTo>
                  <a:pt x="96012" y="390144"/>
                </a:moveTo>
                <a:lnTo>
                  <a:pt x="92964" y="384048"/>
                </a:lnTo>
                <a:lnTo>
                  <a:pt x="112633" y="369784"/>
                </a:lnTo>
                <a:lnTo>
                  <a:pt x="130301" y="354520"/>
                </a:lnTo>
                <a:lnTo>
                  <a:pt x="158495" y="321564"/>
                </a:lnTo>
                <a:lnTo>
                  <a:pt x="181355" y="287274"/>
                </a:lnTo>
                <a:lnTo>
                  <a:pt x="199643" y="248412"/>
                </a:lnTo>
                <a:lnTo>
                  <a:pt x="215455" y="203835"/>
                </a:lnTo>
                <a:lnTo>
                  <a:pt x="230123" y="147828"/>
                </a:lnTo>
                <a:lnTo>
                  <a:pt x="264087" y="147828"/>
                </a:lnTo>
                <a:lnTo>
                  <a:pt x="254507" y="153924"/>
                </a:lnTo>
                <a:lnTo>
                  <a:pt x="245078" y="191404"/>
                </a:lnTo>
                <a:lnTo>
                  <a:pt x="235076" y="224028"/>
                </a:lnTo>
                <a:lnTo>
                  <a:pt x="213359" y="275844"/>
                </a:lnTo>
                <a:lnTo>
                  <a:pt x="188404" y="313563"/>
                </a:lnTo>
                <a:lnTo>
                  <a:pt x="160019" y="344424"/>
                </a:lnTo>
                <a:lnTo>
                  <a:pt x="129158" y="369570"/>
                </a:lnTo>
                <a:lnTo>
                  <a:pt x="112871" y="380428"/>
                </a:lnTo>
                <a:lnTo>
                  <a:pt x="96012" y="390144"/>
                </a:lnTo>
                <a:close/>
              </a:path>
              <a:path w="391794" h="403860">
                <a:moveTo>
                  <a:pt x="176783" y="259080"/>
                </a:moveTo>
                <a:lnTo>
                  <a:pt x="172211" y="259080"/>
                </a:lnTo>
                <a:lnTo>
                  <a:pt x="170687" y="254508"/>
                </a:lnTo>
                <a:lnTo>
                  <a:pt x="167639" y="242316"/>
                </a:lnTo>
                <a:lnTo>
                  <a:pt x="164520" y="230909"/>
                </a:lnTo>
                <a:lnTo>
                  <a:pt x="159829" y="219646"/>
                </a:lnTo>
                <a:lnTo>
                  <a:pt x="153709" y="208668"/>
                </a:lnTo>
                <a:lnTo>
                  <a:pt x="146303" y="198120"/>
                </a:lnTo>
                <a:lnTo>
                  <a:pt x="159907" y="198120"/>
                </a:lnTo>
                <a:lnTo>
                  <a:pt x="187451" y="227076"/>
                </a:lnTo>
                <a:lnTo>
                  <a:pt x="190499" y="231648"/>
                </a:lnTo>
                <a:lnTo>
                  <a:pt x="190499" y="240792"/>
                </a:lnTo>
                <a:lnTo>
                  <a:pt x="187451" y="246888"/>
                </a:lnTo>
                <a:lnTo>
                  <a:pt x="184403" y="251460"/>
                </a:lnTo>
                <a:lnTo>
                  <a:pt x="179831" y="257556"/>
                </a:lnTo>
                <a:lnTo>
                  <a:pt x="176783" y="259080"/>
                </a:lnTo>
                <a:close/>
              </a:path>
              <a:path w="391794" h="403860">
                <a:moveTo>
                  <a:pt x="377555" y="367855"/>
                </a:moveTo>
                <a:lnTo>
                  <a:pt x="337589" y="367855"/>
                </a:lnTo>
                <a:lnTo>
                  <a:pt x="344424" y="367284"/>
                </a:lnTo>
                <a:lnTo>
                  <a:pt x="352044" y="364236"/>
                </a:lnTo>
                <a:lnTo>
                  <a:pt x="355092" y="358140"/>
                </a:lnTo>
                <a:lnTo>
                  <a:pt x="355068" y="70818"/>
                </a:lnTo>
                <a:lnTo>
                  <a:pt x="354901" y="52197"/>
                </a:lnTo>
                <a:lnTo>
                  <a:pt x="354449" y="30718"/>
                </a:lnTo>
                <a:lnTo>
                  <a:pt x="353568" y="6096"/>
                </a:lnTo>
                <a:lnTo>
                  <a:pt x="391668" y="24384"/>
                </a:lnTo>
                <a:lnTo>
                  <a:pt x="377952" y="35052"/>
                </a:lnTo>
                <a:lnTo>
                  <a:pt x="377952" y="364236"/>
                </a:lnTo>
                <a:lnTo>
                  <a:pt x="377555" y="367855"/>
                </a:lnTo>
                <a:close/>
              </a:path>
              <a:path w="391794" h="403860">
                <a:moveTo>
                  <a:pt x="288035" y="306324"/>
                </a:moveTo>
                <a:lnTo>
                  <a:pt x="288274" y="280058"/>
                </a:lnTo>
                <a:lnTo>
                  <a:pt x="288797" y="258508"/>
                </a:lnTo>
                <a:lnTo>
                  <a:pt x="289321" y="241815"/>
                </a:lnTo>
                <a:lnTo>
                  <a:pt x="289482" y="233910"/>
                </a:lnTo>
                <a:lnTo>
                  <a:pt x="289559" y="132588"/>
                </a:lnTo>
                <a:lnTo>
                  <a:pt x="289321" y="118038"/>
                </a:lnTo>
                <a:lnTo>
                  <a:pt x="288797" y="104203"/>
                </a:lnTo>
                <a:lnTo>
                  <a:pt x="288274" y="91225"/>
                </a:lnTo>
                <a:lnTo>
                  <a:pt x="288035" y="79248"/>
                </a:lnTo>
                <a:lnTo>
                  <a:pt x="326136" y="96012"/>
                </a:lnTo>
                <a:lnTo>
                  <a:pt x="312419" y="109728"/>
                </a:lnTo>
                <a:lnTo>
                  <a:pt x="312527" y="241815"/>
                </a:lnTo>
                <a:lnTo>
                  <a:pt x="312610" y="249745"/>
                </a:lnTo>
                <a:lnTo>
                  <a:pt x="313062" y="269867"/>
                </a:lnTo>
                <a:lnTo>
                  <a:pt x="313943" y="294132"/>
                </a:lnTo>
                <a:lnTo>
                  <a:pt x="288035" y="306324"/>
                </a:lnTo>
                <a:close/>
              </a:path>
              <a:path w="391794" h="403860">
                <a:moveTo>
                  <a:pt x="342900" y="403860"/>
                </a:moveTo>
                <a:lnTo>
                  <a:pt x="338851" y="393263"/>
                </a:lnTo>
                <a:lnTo>
                  <a:pt x="328803" y="384238"/>
                </a:lnTo>
                <a:lnTo>
                  <a:pt x="312467" y="376642"/>
                </a:lnTo>
                <a:lnTo>
                  <a:pt x="289559" y="370332"/>
                </a:lnTo>
                <a:lnTo>
                  <a:pt x="291083" y="362712"/>
                </a:lnTo>
                <a:lnTo>
                  <a:pt x="310776" y="365569"/>
                </a:lnTo>
                <a:lnTo>
                  <a:pt x="326326" y="367284"/>
                </a:lnTo>
                <a:lnTo>
                  <a:pt x="337589" y="367855"/>
                </a:lnTo>
                <a:lnTo>
                  <a:pt x="377555" y="367855"/>
                </a:lnTo>
                <a:lnTo>
                  <a:pt x="376547" y="377070"/>
                </a:lnTo>
                <a:lnTo>
                  <a:pt x="370141" y="388048"/>
                </a:lnTo>
                <a:lnTo>
                  <a:pt x="358878" y="397025"/>
                </a:lnTo>
                <a:lnTo>
                  <a:pt x="342900" y="40386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pic>
        <p:nvPicPr>
          <p:cNvPr id="13" name="object 13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2607564" y="2569464"/>
            <a:ext cx="64008" cy="164592"/>
          </a:xfrm>
          <a:prstGeom prst="rect">
            <a:avLst/>
          </a:prstGeom>
        </p:spPr>
      </p:pic>
      <p:sp>
        <p:nvSpPr>
          <p:cNvPr id="14" name="object 14"/>
          <p:cNvSpPr/>
          <p:nvPr/>
        </p:nvSpPr>
        <p:spPr>
          <a:xfrm>
            <a:off x="3022079" y="2365247"/>
            <a:ext cx="836930" cy="405765"/>
          </a:xfrm>
          <a:custGeom>
            <a:avLst/>
            <a:gdLst/>
            <a:ahLst/>
            <a:cxnLst/>
            <a:rect l="l" t="t" r="r" b="b"/>
            <a:pathLst>
              <a:path w="836929" h="405764">
                <a:moveTo>
                  <a:pt x="155448" y="313944"/>
                </a:moveTo>
                <a:lnTo>
                  <a:pt x="118300" y="272186"/>
                </a:lnTo>
                <a:lnTo>
                  <a:pt x="96012" y="257556"/>
                </a:lnTo>
                <a:lnTo>
                  <a:pt x="89916" y="260604"/>
                </a:lnTo>
                <a:lnTo>
                  <a:pt x="102235" y="279450"/>
                </a:lnTo>
                <a:lnTo>
                  <a:pt x="111823" y="296989"/>
                </a:lnTo>
                <a:lnTo>
                  <a:pt x="118859" y="313118"/>
                </a:lnTo>
                <a:lnTo>
                  <a:pt x="123444" y="327660"/>
                </a:lnTo>
                <a:lnTo>
                  <a:pt x="126492" y="339852"/>
                </a:lnTo>
                <a:lnTo>
                  <a:pt x="131064" y="345948"/>
                </a:lnTo>
                <a:lnTo>
                  <a:pt x="138684" y="345948"/>
                </a:lnTo>
                <a:lnTo>
                  <a:pt x="141732" y="342900"/>
                </a:lnTo>
                <a:lnTo>
                  <a:pt x="146304" y="336804"/>
                </a:lnTo>
                <a:lnTo>
                  <a:pt x="152400" y="330708"/>
                </a:lnTo>
                <a:lnTo>
                  <a:pt x="155448" y="323088"/>
                </a:lnTo>
                <a:lnTo>
                  <a:pt x="155448" y="313944"/>
                </a:lnTo>
                <a:close/>
              </a:path>
              <a:path w="836929" h="405764">
                <a:moveTo>
                  <a:pt x="335292" y="28956"/>
                </a:moveTo>
                <a:lnTo>
                  <a:pt x="306324" y="6096"/>
                </a:lnTo>
                <a:lnTo>
                  <a:pt x="292608" y="24384"/>
                </a:lnTo>
                <a:lnTo>
                  <a:pt x="48768" y="24384"/>
                </a:lnTo>
                <a:lnTo>
                  <a:pt x="64008" y="41148"/>
                </a:lnTo>
                <a:lnTo>
                  <a:pt x="74320" y="38277"/>
                </a:lnTo>
                <a:lnTo>
                  <a:pt x="84772" y="36385"/>
                </a:lnTo>
                <a:lnTo>
                  <a:pt x="95516" y="35369"/>
                </a:lnTo>
                <a:lnTo>
                  <a:pt x="106680" y="35052"/>
                </a:lnTo>
                <a:lnTo>
                  <a:pt x="295668" y="35052"/>
                </a:lnTo>
                <a:lnTo>
                  <a:pt x="295668" y="88392"/>
                </a:lnTo>
                <a:lnTo>
                  <a:pt x="71628" y="88392"/>
                </a:lnTo>
                <a:lnTo>
                  <a:pt x="86868" y="105156"/>
                </a:lnTo>
                <a:lnTo>
                  <a:pt x="96520" y="102285"/>
                </a:lnTo>
                <a:lnTo>
                  <a:pt x="106870" y="100393"/>
                </a:lnTo>
                <a:lnTo>
                  <a:pt x="117525" y="99377"/>
                </a:lnTo>
                <a:lnTo>
                  <a:pt x="128016" y="99060"/>
                </a:lnTo>
                <a:lnTo>
                  <a:pt x="295668" y="99060"/>
                </a:lnTo>
                <a:lnTo>
                  <a:pt x="295668" y="156972"/>
                </a:lnTo>
                <a:lnTo>
                  <a:pt x="50292" y="156972"/>
                </a:lnTo>
                <a:lnTo>
                  <a:pt x="65532" y="172212"/>
                </a:lnTo>
                <a:lnTo>
                  <a:pt x="75844" y="170218"/>
                </a:lnTo>
                <a:lnTo>
                  <a:pt x="86296" y="168783"/>
                </a:lnTo>
                <a:lnTo>
                  <a:pt x="97040" y="167932"/>
                </a:lnTo>
                <a:lnTo>
                  <a:pt x="108204" y="167640"/>
                </a:lnTo>
                <a:lnTo>
                  <a:pt x="295668" y="167640"/>
                </a:lnTo>
                <a:lnTo>
                  <a:pt x="295668" y="192024"/>
                </a:lnTo>
                <a:lnTo>
                  <a:pt x="321564" y="181356"/>
                </a:lnTo>
                <a:lnTo>
                  <a:pt x="320992" y="167640"/>
                </a:lnTo>
                <a:lnTo>
                  <a:pt x="320687" y="160528"/>
                </a:lnTo>
                <a:lnTo>
                  <a:pt x="320230" y="130111"/>
                </a:lnTo>
                <a:lnTo>
                  <a:pt x="320103" y="99060"/>
                </a:lnTo>
                <a:lnTo>
                  <a:pt x="320040" y="41148"/>
                </a:lnTo>
                <a:lnTo>
                  <a:pt x="327660" y="35052"/>
                </a:lnTo>
                <a:lnTo>
                  <a:pt x="335292" y="28956"/>
                </a:lnTo>
                <a:close/>
              </a:path>
              <a:path w="836929" h="405764">
                <a:moveTo>
                  <a:pt x="393192" y="245364"/>
                </a:moveTo>
                <a:lnTo>
                  <a:pt x="355092" y="207264"/>
                </a:lnTo>
                <a:lnTo>
                  <a:pt x="327672" y="234696"/>
                </a:lnTo>
                <a:lnTo>
                  <a:pt x="280428" y="234696"/>
                </a:lnTo>
                <a:lnTo>
                  <a:pt x="280428" y="207264"/>
                </a:lnTo>
                <a:lnTo>
                  <a:pt x="295668" y="195072"/>
                </a:lnTo>
                <a:lnTo>
                  <a:pt x="251460" y="176784"/>
                </a:lnTo>
                <a:lnTo>
                  <a:pt x="253555" y="210883"/>
                </a:lnTo>
                <a:lnTo>
                  <a:pt x="254254" y="224155"/>
                </a:lnTo>
                <a:lnTo>
                  <a:pt x="254508" y="234696"/>
                </a:lnTo>
                <a:lnTo>
                  <a:pt x="0" y="234696"/>
                </a:lnTo>
                <a:lnTo>
                  <a:pt x="15240" y="251460"/>
                </a:lnTo>
                <a:lnTo>
                  <a:pt x="25552" y="248589"/>
                </a:lnTo>
                <a:lnTo>
                  <a:pt x="36004" y="246697"/>
                </a:lnTo>
                <a:lnTo>
                  <a:pt x="46748" y="245681"/>
                </a:lnTo>
                <a:lnTo>
                  <a:pt x="57912" y="245364"/>
                </a:lnTo>
                <a:lnTo>
                  <a:pt x="254508" y="245364"/>
                </a:lnTo>
                <a:lnTo>
                  <a:pt x="254508" y="353568"/>
                </a:lnTo>
                <a:lnTo>
                  <a:pt x="249936" y="359664"/>
                </a:lnTo>
                <a:lnTo>
                  <a:pt x="239280" y="359664"/>
                </a:lnTo>
                <a:lnTo>
                  <a:pt x="230111" y="359384"/>
                </a:lnTo>
                <a:lnTo>
                  <a:pt x="216217" y="358521"/>
                </a:lnTo>
                <a:lnTo>
                  <a:pt x="173736" y="355092"/>
                </a:lnTo>
                <a:lnTo>
                  <a:pt x="173736" y="362712"/>
                </a:lnTo>
                <a:lnTo>
                  <a:pt x="199771" y="371284"/>
                </a:lnTo>
                <a:lnTo>
                  <a:pt x="218503" y="381000"/>
                </a:lnTo>
                <a:lnTo>
                  <a:pt x="230111" y="391858"/>
                </a:lnTo>
                <a:lnTo>
                  <a:pt x="234696" y="403860"/>
                </a:lnTo>
                <a:lnTo>
                  <a:pt x="254698" y="394703"/>
                </a:lnTo>
                <a:lnTo>
                  <a:pt x="268998" y="383095"/>
                </a:lnTo>
                <a:lnTo>
                  <a:pt x="277571" y="368935"/>
                </a:lnTo>
                <a:lnTo>
                  <a:pt x="279133" y="359664"/>
                </a:lnTo>
                <a:lnTo>
                  <a:pt x="280428" y="352044"/>
                </a:lnTo>
                <a:lnTo>
                  <a:pt x="280428" y="245364"/>
                </a:lnTo>
                <a:lnTo>
                  <a:pt x="393192" y="245364"/>
                </a:lnTo>
                <a:close/>
              </a:path>
              <a:path w="836929" h="405764">
                <a:moveTo>
                  <a:pt x="621792" y="112776"/>
                </a:moveTo>
                <a:lnTo>
                  <a:pt x="592836" y="83820"/>
                </a:lnTo>
                <a:lnTo>
                  <a:pt x="573024" y="103632"/>
                </a:lnTo>
                <a:lnTo>
                  <a:pt x="551688" y="103632"/>
                </a:lnTo>
                <a:lnTo>
                  <a:pt x="551688" y="33528"/>
                </a:lnTo>
                <a:lnTo>
                  <a:pt x="566928" y="21336"/>
                </a:lnTo>
                <a:lnTo>
                  <a:pt x="524256" y="0"/>
                </a:lnTo>
                <a:lnTo>
                  <a:pt x="525386" y="22847"/>
                </a:lnTo>
                <a:lnTo>
                  <a:pt x="526351" y="47815"/>
                </a:lnTo>
                <a:lnTo>
                  <a:pt x="527050" y="74803"/>
                </a:lnTo>
                <a:lnTo>
                  <a:pt x="527304" y="103632"/>
                </a:lnTo>
                <a:lnTo>
                  <a:pt x="441960" y="103632"/>
                </a:lnTo>
                <a:lnTo>
                  <a:pt x="457200" y="118872"/>
                </a:lnTo>
                <a:lnTo>
                  <a:pt x="466636" y="116636"/>
                </a:lnTo>
                <a:lnTo>
                  <a:pt x="476631" y="114681"/>
                </a:lnTo>
                <a:lnTo>
                  <a:pt x="487210" y="113309"/>
                </a:lnTo>
                <a:lnTo>
                  <a:pt x="498348" y="112776"/>
                </a:lnTo>
                <a:lnTo>
                  <a:pt x="527304" y="112776"/>
                </a:lnTo>
                <a:lnTo>
                  <a:pt x="527304" y="201168"/>
                </a:lnTo>
                <a:lnTo>
                  <a:pt x="495871" y="212344"/>
                </a:lnTo>
                <a:lnTo>
                  <a:pt x="470154" y="220789"/>
                </a:lnTo>
                <a:lnTo>
                  <a:pt x="450151" y="226682"/>
                </a:lnTo>
                <a:lnTo>
                  <a:pt x="435864" y="230124"/>
                </a:lnTo>
                <a:lnTo>
                  <a:pt x="458724" y="263652"/>
                </a:lnTo>
                <a:lnTo>
                  <a:pt x="465582" y="255066"/>
                </a:lnTo>
                <a:lnTo>
                  <a:pt x="479298" y="245173"/>
                </a:lnTo>
                <a:lnTo>
                  <a:pt x="499872" y="233870"/>
                </a:lnTo>
                <a:lnTo>
                  <a:pt x="527304" y="220980"/>
                </a:lnTo>
                <a:lnTo>
                  <a:pt x="527304" y="358140"/>
                </a:lnTo>
                <a:lnTo>
                  <a:pt x="522732" y="364236"/>
                </a:lnTo>
                <a:lnTo>
                  <a:pt x="513588" y="364236"/>
                </a:lnTo>
                <a:lnTo>
                  <a:pt x="505256" y="363689"/>
                </a:lnTo>
                <a:lnTo>
                  <a:pt x="493776" y="362140"/>
                </a:lnTo>
                <a:lnTo>
                  <a:pt x="460248" y="356616"/>
                </a:lnTo>
                <a:lnTo>
                  <a:pt x="460248" y="365760"/>
                </a:lnTo>
                <a:lnTo>
                  <a:pt x="482257" y="374954"/>
                </a:lnTo>
                <a:lnTo>
                  <a:pt x="497967" y="384429"/>
                </a:lnTo>
                <a:lnTo>
                  <a:pt x="507403" y="394487"/>
                </a:lnTo>
                <a:lnTo>
                  <a:pt x="510540" y="405384"/>
                </a:lnTo>
                <a:lnTo>
                  <a:pt x="527685" y="397408"/>
                </a:lnTo>
                <a:lnTo>
                  <a:pt x="540258" y="387286"/>
                </a:lnTo>
                <a:lnTo>
                  <a:pt x="548259" y="375170"/>
                </a:lnTo>
                <a:lnTo>
                  <a:pt x="550951" y="364236"/>
                </a:lnTo>
                <a:lnTo>
                  <a:pt x="551688" y="361188"/>
                </a:lnTo>
                <a:lnTo>
                  <a:pt x="551688" y="220980"/>
                </a:lnTo>
                <a:lnTo>
                  <a:pt x="551688" y="210312"/>
                </a:lnTo>
                <a:lnTo>
                  <a:pt x="584454" y="193548"/>
                </a:lnTo>
                <a:lnTo>
                  <a:pt x="617220" y="176784"/>
                </a:lnTo>
                <a:lnTo>
                  <a:pt x="614172" y="169164"/>
                </a:lnTo>
                <a:lnTo>
                  <a:pt x="551688" y="193548"/>
                </a:lnTo>
                <a:lnTo>
                  <a:pt x="551688" y="112776"/>
                </a:lnTo>
                <a:lnTo>
                  <a:pt x="621792" y="112776"/>
                </a:lnTo>
                <a:close/>
              </a:path>
              <a:path w="836929" h="405764">
                <a:moveTo>
                  <a:pt x="795528" y="64008"/>
                </a:moveTo>
                <a:lnTo>
                  <a:pt x="763905" y="40386"/>
                </a:lnTo>
                <a:lnTo>
                  <a:pt x="728472" y="25908"/>
                </a:lnTo>
                <a:lnTo>
                  <a:pt x="725424" y="32004"/>
                </a:lnTo>
                <a:lnTo>
                  <a:pt x="739381" y="45415"/>
                </a:lnTo>
                <a:lnTo>
                  <a:pt x="751332" y="58102"/>
                </a:lnTo>
                <a:lnTo>
                  <a:pt x="761009" y="69938"/>
                </a:lnTo>
                <a:lnTo>
                  <a:pt x="768096" y="80772"/>
                </a:lnTo>
                <a:lnTo>
                  <a:pt x="772668" y="89916"/>
                </a:lnTo>
                <a:lnTo>
                  <a:pt x="777240" y="94488"/>
                </a:lnTo>
                <a:lnTo>
                  <a:pt x="784860" y="94488"/>
                </a:lnTo>
                <a:lnTo>
                  <a:pt x="787908" y="92964"/>
                </a:lnTo>
                <a:lnTo>
                  <a:pt x="789432" y="88392"/>
                </a:lnTo>
                <a:lnTo>
                  <a:pt x="792480" y="85344"/>
                </a:lnTo>
                <a:lnTo>
                  <a:pt x="794004" y="79248"/>
                </a:lnTo>
                <a:lnTo>
                  <a:pt x="795528" y="71628"/>
                </a:lnTo>
                <a:lnTo>
                  <a:pt x="795528" y="64008"/>
                </a:lnTo>
                <a:close/>
              </a:path>
              <a:path w="836929" h="405764">
                <a:moveTo>
                  <a:pt x="836676" y="399288"/>
                </a:moveTo>
                <a:lnTo>
                  <a:pt x="836561" y="394487"/>
                </a:lnTo>
                <a:lnTo>
                  <a:pt x="835152" y="391668"/>
                </a:lnTo>
                <a:lnTo>
                  <a:pt x="832104" y="390144"/>
                </a:lnTo>
                <a:lnTo>
                  <a:pt x="828751" y="383006"/>
                </a:lnTo>
                <a:lnTo>
                  <a:pt x="825817" y="372999"/>
                </a:lnTo>
                <a:lnTo>
                  <a:pt x="824166" y="362712"/>
                </a:lnTo>
                <a:lnTo>
                  <a:pt x="823747" y="360146"/>
                </a:lnTo>
                <a:lnTo>
                  <a:pt x="822109" y="327837"/>
                </a:lnTo>
                <a:lnTo>
                  <a:pt x="821817" y="312229"/>
                </a:lnTo>
                <a:lnTo>
                  <a:pt x="822109" y="297497"/>
                </a:lnTo>
                <a:lnTo>
                  <a:pt x="822960" y="283464"/>
                </a:lnTo>
                <a:lnTo>
                  <a:pt x="815340" y="283464"/>
                </a:lnTo>
                <a:lnTo>
                  <a:pt x="798576" y="362712"/>
                </a:lnTo>
                <a:lnTo>
                  <a:pt x="774293" y="350126"/>
                </a:lnTo>
                <a:lnTo>
                  <a:pt x="751713" y="332803"/>
                </a:lnTo>
                <a:lnTo>
                  <a:pt x="730859" y="310642"/>
                </a:lnTo>
                <a:lnTo>
                  <a:pt x="723531" y="300228"/>
                </a:lnTo>
                <a:lnTo>
                  <a:pt x="711708" y="283464"/>
                </a:lnTo>
                <a:lnTo>
                  <a:pt x="733145" y="264401"/>
                </a:lnTo>
                <a:lnTo>
                  <a:pt x="738581" y="259080"/>
                </a:lnTo>
                <a:lnTo>
                  <a:pt x="753999" y="244030"/>
                </a:lnTo>
                <a:lnTo>
                  <a:pt x="774230" y="222885"/>
                </a:lnTo>
                <a:lnTo>
                  <a:pt x="794004" y="201168"/>
                </a:lnTo>
                <a:lnTo>
                  <a:pt x="810768" y="198120"/>
                </a:lnTo>
                <a:lnTo>
                  <a:pt x="778764" y="166116"/>
                </a:lnTo>
                <a:lnTo>
                  <a:pt x="765365" y="187286"/>
                </a:lnTo>
                <a:lnTo>
                  <a:pt x="748093" y="209740"/>
                </a:lnTo>
                <a:lnTo>
                  <a:pt x="727125" y="233629"/>
                </a:lnTo>
                <a:lnTo>
                  <a:pt x="702564" y="259080"/>
                </a:lnTo>
                <a:lnTo>
                  <a:pt x="696569" y="233629"/>
                </a:lnTo>
                <a:lnTo>
                  <a:pt x="692277" y="205359"/>
                </a:lnTo>
                <a:lnTo>
                  <a:pt x="689711" y="174218"/>
                </a:lnTo>
                <a:lnTo>
                  <a:pt x="688898" y="141732"/>
                </a:lnTo>
                <a:lnTo>
                  <a:pt x="688848" y="140208"/>
                </a:lnTo>
                <a:lnTo>
                  <a:pt x="829056" y="129540"/>
                </a:lnTo>
                <a:lnTo>
                  <a:pt x="794004" y="99060"/>
                </a:lnTo>
                <a:lnTo>
                  <a:pt x="771144" y="121920"/>
                </a:lnTo>
                <a:lnTo>
                  <a:pt x="688848" y="129540"/>
                </a:lnTo>
                <a:lnTo>
                  <a:pt x="689038" y="80772"/>
                </a:lnTo>
                <a:lnTo>
                  <a:pt x="690372" y="33528"/>
                </a:lnTo>
                <a:lnTo>
                  <a:pt x="705612" y="21336"/>
                </a:lnTo>
                <a:lnTo>
                  <a:pt x="662940" y="1524"/>
                </a:lnTo>
                <a:lnTo>
                  <a:pt x="663181" y="25908"/>
                </a:lnTo>
                <a:lnTo>
                  <a:pt x="664159" y="85344"/>
                </a:lnTo>
                <a:lnTo>
                  <a:pt x="664286" y="99060"/>
                </a:lnTo>
                <a:lnTo>
                  <a:pt x="664464" y="131064"/>
                </a:lnTo>
                <a:lnTo>
                  <a:pt x="591312" y="135636"/>
                </a:lnTo>
                <a:lnTo>
                  <a:pt x="608076" y="152400"/>
                </a:lnTo>
                <a:lnTo>
                  <a:pt x="621792" y="144780"/>
                </a:lnTo>
                <a:lnTo>
                  <a:pt x="664464" y="141732"/>
                </a:lnTo>
                <a:lnTo>
                  <a:pt x="665822" y="185458"/>
                </a:lnTo>
                <a:lnTo>
                  <a:pt x="669607" y="222821"/>
                </a:lnTo>
                <a:lnTo>
                  <a:pt x="675398" y="254038"/>
                </a:lnTo>
                <a:lnTo>
                  <a:pt x="682752" y="278892"/>
                </a:lnTo>
                <a:lnTo>
                  <a:pt x="658177" y="301117"/>
                </a:lnTo>
                <a:lnTo>
                  <a:pt x="632460" y="321754"/>
                </a:lnTo>
                <a:lnTo>
                  <a:pt x="605599" y="340410"/>
                </a:lnTo>
                <a:lnTo>
                  <a:pt x="577596" y="356616"/>
                </a:lnTo>
                <a:lnTo>
                  <a:pt x="580644" y="362712"/>
                </a:lnTo>
                <a:lnTo>
                  <a:pt x="608101" y="351028"/>
                </a:lnTo>
                <a:lnTo>
                  <a:pt x="635698" y="336613"/>
                </a:lnTo>
                <a:lnTo>
                  <a:pt x="663587" y="319646"/>
                </a:lnTo>
                <a:lnTo>
                  <a:pt x="691896" y="300228"/>
                </a:lnTo>
                <a:lnTo>
                  <a:pt x="708456" y="323926"/>
                </a:lnTo>
                <a:lnTo>
                  <a:pt x="744385" y="362140"/>
                </a:lnTo>
                <a:lnTo>
                  <a:pt x="781773" y="386676"/>
                </a:lnTo>
                <a:lnTo>
                  <a:pt x="819912" y="400812"/>
                </a:lnTo>
                <a:lnTo>
                  <a:pt x="830580" y="400812"/>
                </a:lnTo>
                <a:lnTo>
                  <a:pt x="836676" y="39928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" name="object 15"/>
          <p:cNvSpPr/>
          <p:nvPr/>
        </p:nvSpPr>
        <p:spPr>
          <a:xfrm>
            <a:off x="3909060" y="2362199"/>
            <a:ext cx="845819" cy="410209"/>
          </a:xfrm>
          <a:custGeom>
            <a:avLst/>
            <a:gdLst/>
            <a:ahLst/>
            <a:cxnLst/>
            <a:rect l="l" t="t" r="r" b="b"/>
            <a:pathLst>
              <a:path w="845820" h="410210">
                <a:moveTo>
                  <a:pt x="335280" y="22860"/>
                </a:moveTo>
                <a:lnTo>
                  <a:pt x="333095" y="21336"/>
                </a:lnTo>
                <a:lnTo>
                  <a:pt x="304800" y="1524"/>
                </a:lnTo>
                <a:lnTo>
                  <a:pt x="297180" y="13906"/>
                </a:lnTo>
                <a:lnTo>
                  <a:pt x="297180" y="32004"/>
                </a:lnTo>
                <a:lnTo>
                  <a:pt x="297180" y="70104"/>
                </a:lnTo>
                <a:lnTo>
                  <a:pt x="297180" y="79248"/>
                </a:lnTo>
                <a:lnTo>
                  <a:pt x="297180" y="118872"/>
                </a:lnTo>
                <a:lnTo>
                  <a:pt x="108204" y="118872"/>
                </a:lnTo>
                <a:lnTo>
                  <a:pt x="108204" y="79248"/>
                </a:lnTo>
                <a:lnTo>
                  <a:pt x="297180" y="79248"/>
                </a:lnTo>
                <a:lnTo>
                  <a:pt x="297180" y="70104"/>
                </a:lnTo>
                <a:lnTo>
                  <a:pt x="108204" y="70104"/>
                </a:lnTo>
                <a:lnTo>
                  <a:pt x="108204" y="32004"/>
                </a:lnTo>
                <a:lnTo>
                  <a:pt x="297180" y="32004"/>
                </a:lnTo>
                <a:lnTo>
                  <a:pt x="297180" y="13906"/>
                </a:lnTo>
                <a:lnTo>
                  <a:pt x="292608" y="21336"/>
                </a:lnTo>
                <a:lnTo>
                  <a:pt x="108204" y="21336"/>
                </a:lnTo>
                <a:lnTo>
                  <a:pt x="82296" y="7620"/>
                </a:lnTo>
                <a:lnTo>
                  <a:pt x="83172" y="24180"/>
                </a:lnTo>
                <a:lnTo>
                  <a:pt x="83629" y="41719"/>
                </a:lnTo>
                <a:lnTo>
                  <a:pt x="83794" y="60134"/>
                </a:lnTo>
                <a:lnTo>
                  <a:pt x="83743" y="103251"/>
                </a:lnTo>
                <a:lnTo>
                  <a:pt x="83629" y="116776"/>
                </a:lnTo>
                <a:lnTo>
                  <a:pt x="83172" y="134327"/>
                </a:lnTo>
                <a:lnTo>
                  <a:pt x="82296" y="150876"/>
                </a:lnTo>
                <a:lnTo>
                  <a:pt x="108204" y="143256"/>
                </a:lnTo>
                <a:lnTo>
                  <a:pt x="108204" y="128016"/>
                </a:lnTo>
                <a:lnTo>
                  <a:pt x="297180" y="128016"/>
                </a:lnTo>
                <a:lnTo>
                  <a:pt x="297180" y="149352"/>
                </a:lnTo>
                <a:lnTo>
                  <a:pt x="323088" y="137160"/>
                </a:lnTo>
                <a:lnTo>
                  <a:pt x="322440" y="128016"/>
                </a:lnTo>
                <a:lnTo>
                  <a:pt x="322199" y="124637"/>
                </a:lnTo>
                <a:lnTo>
                  <a:pt x="322084" y="118872"/>
                </a:lnTo>
                <a:lnTo>
                  <a:pt x="321754" y="103251"/>
                </a:lnTo>
                <a:lnTo>
                  <a:pt x="321614" y="79248"/>
                </a:lnTo>
                <a:lnTo>
                  <a:pt x="321576" y="70104"/>
                </a:lnTo>
                <a:lnTo>
                  <a:pt x="321564" y="35052"/>
                </a:lnTo>
                <a:lnTo>
                  <a:pt x="324993" y="32004"/>
                </a:lnTo>
                <a:lnTo>
                  <a:pt x="335280" y="22860"/>
                </a:lnTo>
                <a:close/>
              </a:path>
              <a:path w="845820" h="410210">
                <a:moveTo>
                  <a:pt x="397764" y="175260"/>
                </a:moveTo>
                <a:lnTo>
                  <a:pt x="359664" y="137160"/>
                </a:lnTo>
                <a:lnTo>
                  <a:pt x="332232" y="164592"/>
                </a:lnTo>
                <a:lnTo>
                  <a:pt x="166116" y="164592"/>
                </a:lnTo>
                <a:lnTo>
                  <a:pt x="166116" y="315468"/>
                </a:lnTo>
                <a:lnTo>
                  <a:pt x="83820" y="329184"/>
                </a:lnTo>
                <a:lnTo>
                  <a:pt x="83820" y="272796"/>
                </a:lnTo>
                <a:lnTo>
                  <a:pt x="166116" y="272796"/>
                </a:lnTo>
                <a:lnTo>
                  <a:pt x="166116" y="262128"/>
                </a:lnTo>
                <a:lnTo>
                  <a:pt x="83820" y="262128"/>
                </a:lnTo>
                <a:lnTo>
                  <a:pt x="83820" y="222504"/>
                </a:lnTo>
                <a:lnTo>
                  <a:pt x="166116" y="222504"/>
                </a:lnTo>
                <a:lnTo>
                  <a:pt x="166116" y="211836"/>
                </a:lnTo>
                <a:lnTo>
                  <a:pt x="83820" y="211836"/>
                </a:lnTo>
                <a:lnTo>
                  <a:pt x="83820" y="175260"/>
                </a:lnTo>
                <a:lnTo>
                  <a:pt x="166116" y="175260"/>
                </a:lnTo>
                <a:lnTo>
                  <a:pt x="166116" y="164592"/>
                </a:lnTo>
                <a:lnTo>
                  <a:pt x="0" y="164592"/>
                </a:lnTo>
                <a:lnTo>
                  <a:pt x="13716" y="179832"/>
                </a:lnTo>
                <a:lnTo>
                  <a:pt x="36576" y="175260"/>
                </a:lnTo>
                <a:lnTo>
                  <a:pt x="59436" y="175260"/>
                </a:lnTo>
                <a:lnTo>
                  <a:pt x="59436" y="333756"/>
                </a:lnTo>
                <a:lnTo>
                  <a:pt x="28956" y="338328"/>
                </a:lnTo>
                <a:lnTo>
                  <a:pt x="15278" y="340614"/>
                </a:lnTo>
                <a:lnTo>
                  <a:pt x="3048" y="342900"/>
                </a:lnTo>
                <a:lnTo>
                  <a:pt x="24384" y="374904"/>
                </a:lnTo>
                <a:lnTo>
                  <a:pt x="26682" y="371475"/>
                </a:lnTo>
                <a:lnTo>
                  <a:pt x="31432" y="368046"/>
                </a:lnTo>
                <a:lnTo>
                  <a:pt x="38735" y="364617"/>
                </a:lnTo>
                <a:lnTo>
                  <a:pt x="48768" y="361188"/>
                </a:lnTo>
                <a:lnTo>
                  <a:pt x="63881" y="355765"/>
                </a:lnTo>
                <a:lnTo>
                  <a:pt x="88582" y="348615"/>
                </a:lnTo>
                <a:lnTo>
                  <a:pt x="122694" y="339763"/>
                </a:lnTo>
                <a:lnTo>
                  <a:pt x="166116" y="329184"/>
                </a:lnTo>
                <a:lnTo>
                  <a:pt x="166116" y="409956"/>
                </a:lnTo>
                <a:lnTo>
                  <a:pt x="188976" y="396240"/>
                </a:lnTo>
                <a:lnTo>
                  <a:pt x="188976" y="321564"/>
                </a:lnTo>
                <a:lnTo>
                  <a:pt x="230428" y="309372"/>
                </a:lnTo>
                <a:lnTo>
                  <a:pt x="240792" y="306324"/>
                </a:lnTo>
                <a:lnTo>
                  <a:pt x="239268" y="298704"/>
                </a:lnTo>
                <a:lnTo>
                  <a:pt x="188976" y="309372"/>
                </a:lnTo>
                <a:lnTo>
                  <a:pt x="188976" y="272796"/>
                </a:lnTo>
                <a:lnTo>
                  <a:pt x="188976" y="262128"/>
                </a:lnTo>
                <a:lnTo>
                  <a:pt x="188976" y="222504"/>
                </a:lnTo>
                <a:lnTo>
                  <a:pt x="188976" y="211836"/>
                </a:lnTo>
                <a:lnTo>
                  <a:pt x="188976" y="175260"/>
                </a:lnTo>
                <a:lnTo>
                  <a:pt x="397764" y="175260"/>
                </a:lnTo>
                <a:close/>
              </a:path>
              <a:path w="845820" h="410210">
                <a:moveTo>
                  <a:pt x="399288" y="370332"/>
                </a:moveTo>
                <a:lnTo>
                  <a:pt x="359854" y="363054"/>
                </a:lnTo>
                <a:lnTo>
                  <a:pt x="326326" y="344424"/>
                </a:lnTo>
                <a:lnTo>
                  <a:pt x="300228" y="321564"/>
                </a:lnTo>
                <a:lnTo>
                  <a:pt x="310883" y="306324"/>
                </a:lnTo>
                <a:lnTo>
                  <a:pt x="314794" y="300736"/>
                </a:lnTo>
                <a:lnTo>
                  <a:pt x="328803" y="277177"/>
                </a:lnTo>
                <a:lnTo>
                  <a:pt x="342226" y="251066"/>
                </a:lnTo>
                <a:lnTo>
                  <a:pt x="355092" y="222504"/>
                </a:lnTo>
                <a:lnTo>
                  <a:pt x="363474" y="217932"/>
                </a:lnTo>
                <a:lnTo>
                  <a:pt x="371856" y="213360"/>
                </a:lnTo>
                <a:lnTo>
                  <a:pt x="344424" y="188976"/>
                </a:lnTo>
                <a:lnTo>
                  <a:pt x="332232" y="203606"/>
                </a:lnTo>
                <a:lnTo>
                  <a:pt x="332232" y="217932"/>
                </a:lnTo>
                <a:lnTo>
                  <a:pt x="327393" y="229133"/>
                </a:lnTo>
                <a:lnTo>
                  <a:pt x="322135" y="240030"/>
                </a:lnTo>
                <a:lnTo>
                  <a:pt x="310896" y="262128"/>
                </a:lnTo>
                <a:lnTo>
                  <a:pt x="305155" y="273545"/>
                </a:lnTo>
                <a:lnTo>
                  <a:pt x="299275" y="284797"/>
                </a:lnTo>
                <a:lnTo>
                  <a:pt x="293103" y="295783"/>
                </a:lnTo>
                <a:lnTo>
                  <a:pt x="286512" y="306324"/>
                </a:lnTo>
                <a:lnTo>
                  <a:pt x="279666" y="297776"/>
                </a:lnTo>
                <a:lnTo>
                  <a:pt x="254292" y="254152"/>
                </a:lnTo>
                <a:lnTo>
                  <a:pt x="240792" y="217932"/>
                </a:lnTo>
                <a:lnTo>
                  <a:pt x="332232" y="217932"/>
                </a:lnTo>
                <a:lnTo>
                  <a:pt x="332232" y="203606"/>
                </a:lnTo>
                <a:lnTo>
                  <a:pt x="329184" y="207264"/>
                </a:lnTo>
                <a:lnTo>
                  <a:pt x="196596" y="207264"/>
                </a:lnTo>
                <a:lnTo>
                  <a:pt x="210312" y="220980"/>
                </a:lnTo>
                <a:lnTo>
                  <a:pt x="231648" y="217932"/>
                </a:lnTo>
                <a:lnTo>
                  <a:pt x="235978" y="232752"/>
                </a:lnTo>
                <a:lnTo>
                  <a:pt x="240030" y="247269"/>
                </a:lnTo>
                <a:lnTo>
                  <a:pt x="244068" y="261226"/>
                </a:lnTo>
                <a:lnTo>
                  <a:pt x="260223" y="299275"/>
                </a:lnTo>
                <a:lnTo>
                  <a:pt x="274320" y="323088"/>
                </a:lnTo>
                <a:lnTo>
                  <a:pt x="256044" y="344004"/>
                </a:lnTo>
                <a:lnTo>
                  <a:pt x="235648" y="363474"/>
                </a:lnTo>
                <a:lnTo>
                  <a:pt x="213233" y="381812"/>
                </a:lnTo>
                <a:lnTo>
                  <a:pt x="188976" y="399288"/>
                </a:lnTo>
                <a:lnTo>
                  <a:pt x="193548" y="405384"/>
                </a:lnTo>
                <a:lnTo>
                  <a:pt x="220929" y="388454"/>
                </a:lnTo>
                <a:lnTo>
                  <a:pt x="245745" y="371665"/>
                </a:lnTo>
                <a:lnTo>
                  <a:pt x="267690" y="354596"/>
                </a:lnTo>
                <a:lnTo>
                  <a:pt x="286512" y="336804"/>
                </a:lnTo>
                <a:lnTo>
                  <a:pt x="296773" y="347903"/>
                </a:lnTo>
                <a:lnTo>
                  <a:pt x="326136" y="374904"/>
                </a:lnTo>
                <a:lnTo>
                  <a:pt x="364236" y="397764"/>
                </a:lnTo>
                <a:lnTo>
                  <a:pt x="369062" y="390385"/>
                </a:lnTo>
                <a:lnTo>
                  <a:pt x="376618" y="384429"/>
                </a:lnTo>
                <a:lnTo>
                  <a:pt x="386727" y="380199"/>
                </a:lnTo>
                <a:lnTo>
                  <a:pt x="399288" y="377952"/>
                </a:lnTo>
                <a:lnTo>
                  <a:pt x="399288" y="370332"/>
                </a:lnTo>
                <a:close/>
              </a:path>
              <a:path w="845820" h="410210">
                <a:moveTo>
                  <a:pt x="845820" y="134112"/>
                </a:moveTo>
                <a:lnTo>
                  <a:pt x="807720" y="96012"/>
                </a:lnTo>
                <a:lnTo>
                  <a:pt x="780288" y="123444"/>
                </a:lnTo>
                <a:lnTo>
                  <a:pt x="650748" y="123444"/>
                </a:lnTo>
                <a:lnTo>
                  <a:pt x="650748" y="33528"/>
                </a:lnTo>
                <a:lnTo>
                  <a:pt x="664464" y="19812"/>
                </a:lnTo>
                <a:lnTo>
                  <a:pt x="623316" y="0"/>
                </a:lnTo>
                <a:lnTo>
                  <a:pt x="624192" y="19723"/>
                </a:lnTo>
                <a:lnTo>
                  <a:pt x="624649" y="46863"/>
                </a:lnTo>
                <a:lnTo>
                  <a:pt x="624840" y="123444"/>
                </a:lnTo>
                <a:lnTo>
                  <a:pt x="449580" y="123444"/>
                </a:lnTo>
                <a:lnTo>
                  <a:pt x="463296" y="137160"/>
                </a:lnTo>
                <a:lnTo>
                  <a:pt x="487680" y="134112"/>
                </a:lnTo>
                <a:lnTo>
                  <a:pt x="624840" y="134112"/>
                </a:lnTo>
                <a:lnTo>
                  <a:pt x="618363" y="190119"/>
                </a:lnTo>
                <a:lnTo>
                  <a:pt x="605028" y="243840"/>
                </a:lnTo>
                <a:lnTo>
                  <a:pt x="582358" y="292989"/>
                </a:lnTo>
                <a:lnTo>
                  <a:pt x="547116" y="335280"/>
                </a:lnTo>
                <a:lnTo>
                  <a:pt x="500430" y="372237"/>
                </a:lnTo>
                <a:lnTo>
                  <a:pt x="443471" y="402336"/>
                </a:lnTo>
                <a:lnTo>
                  <a:pt x="446532" y="408432"/>
                </a:lnTo>
                <a:lnTo>
                  <a:pt x="486791" y="393268"/>
                </a:lnTo>
                <a:lnTo>
                  <a:pt x="522922" y="375094"/>
                </a:lnTo>
                <a:lnTo>
                  <a:pt x="554748" y="353783"/>
                </a:lnTo>
                <a:lnTo>
                  <a:pt x="605040" y="300380"/>
                </a:lnTo>
                <a:lnTo>
                  <a:pt x="623506" y="264414"/>
                </a:lnTo>
                <a:lnTo>
                  <a:pt x="637667" y="221602"/>
                </a:lnTo>
                <a:lnTo>
                  <a:pt x="647700" y="172212"/>
                </a:lnTo>
                <a:lnTo>
                  <a:pt x="658266" y="205054"/>
                </a:lnTo>
                <a:lnTo>
                  <a:pt x="687984" y="268439"/>
                </a:lnTo>
                <a:lnTo>
                  <a:pt x="728827" y="327850"/>
                </a:lnTo>
                <a:lnTo>
                  <a:pt x="778497" y="375856"/>
                </a:lnTo>
                <a:lnTo>
                  <a:pt x="806196" y="394716"/>
                </a:lnTo>
                <a:lnTo>
                  <a:pt x="813003" y="385572"/>
                </a:lnTo>
                <a:lnTo>
                  <a:pt x="821817" y="378714"/>
                </a:lnTo>
                <a:lnTo>
                  <a:pt x="832332" y="374142"/>
                </a:lnTo>
                <a:lnTo>
                  <a:pt x="844296" y="371856"/>
                </a:lnTo>
                <a:lnTo>
                  <a:pt x="844296" y="365760"/>
                </a:lnTo>
                <a:lnTo>
                  <a:pt x="804545" y="351739"/>
                </a:lnTo>
                <a:lnTo>
                  <a:pt x="769810" y="332422"/>
                </a:lnTo>
                <a:lnTo>
                  <a:pt x="739914" y="307682"/>
                </a:lnTo>
                <a:lnTo>
                  <a:pt x="714756" y="277368"/>
                </a:lnTo>
                <a:lnTo>
                  <a:pt x="693610" y="244487"/>
                </a:lnTo>
                <a:lnTo>
                  <a:pt x="661606" y="179857"/>
                </a:lnTo>
                <a:lnTo>
                  <a:pt x="650748" y="147828"/>
                </a:lnTo>
                <a:lnTo>
                  <a:pt x="650748" y="134112"/>
                </a:lnTo>
                <a:lnTo>
                  <a:pt x="845820" y="13411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" name="object 16"/>
          <p:cNvSpPr/>
          <p:nvPr/>
        </p:nvSpPr>
        <p:spPr>
          <a:xfrm>
            <a:off x="4829555" y="2363723"/>
            <a:ext cx="356870" cy="402590"/>
          </a:xfrm>
          <a:custGeom>
            <a:avLst/>
            <a:gdLst/>
            <a:ahLst/>
            <a:cxnLst/>
            <a:rect l="l" t="t" r="r" b="b"/>
            <a:pathLst>
              <a:path w="356870" h="402589">
                <a:moveTo>
                  <a:pt x="53340" y="89916"/>
                </a:moveTo>
                <a:lnTo>
                  <a:pt x="42672" y="89916"/>
                </a:lnTo>
                <a:lnTo>
                  <a:pt x="50696" y="62793"/>
                </a:lnTo>
                <a:lnTo>
                  <a:pt x="56578" y="38671"/>
                </a:lnTo>
                <a:lnTo>
                  <a:pt x="60459" y="17692"/>
                </a:lnTo>
                <a:lnTo>
                  <a:pt x="62484" y="0"/>
                </a:lnTo>
                <a:lnTo>
                  <a:pt x="100584" y="21336"/>
                </a:lnTo>
                <a:lnTo>
                  <a:pt x="91487" y="29051"/>
                </a:lnTo>
                <a:lnTo>
                  <a:pt x="80391" y="43053"/>
                </a:lnTo>
                <a:lnTo>
                  <a:pt x="67579" y="63341"/>
                </a:lnTo>
                <a:lnTo>
                  <a:pt x="53340" y="89916"/>
                </a:lnTo>
                <a:close/>
              </a:path>
              <a:path w="356870" h="402589">
                <a:moveTo>
                  <a:pt x="147828" y="192024"/>
                </a:moveTo>
                <a:lnTo>
                  <a:pt x="143256" y="187452"/>
                </a:lnTo>
                <a:lnTo>
                  <a:pt x="160162" y="160615"/>
                </a:lnTo>
                <a:lnTo>
                  <a:pt x="174498" y="135064"/>
                </a:lnTo>
                <a:lnTo>
                  <a:pt x="196596" y="88392"/>
                </a:lnTo>
                <a:lnTo>
                  <a:pt x="211264" y="44958"/>
                </a:lnTo>
                <a:lnTo>
                  <a:pt x="222503" y="1524"/>
                </a:lnTo>
                <a:lnTo>
                  <a:pt x="260603" y="24384"/>
                </a:lnTo>
                <a:lnTo>
                  <a:pt x="252864" y="32361"/>
                </a:lnTo>
                <a:lnTo>
                  <a:pt x="243268" y="47053"/>
                </a:lnTo>
                <a:lnTo>
                  <a:pt x="231671" y="68318"/>
                </a:lnTo>
                <a:lnTo>
                  <a:pt x="217932" y="96012"/>
                </a:lnTo>
                <a:lnTo>
                  <a:pt x="350520" y="96012"/>
                </a:lnTo>
                <a:lnTo>
                  <a:pt x="356616" y="102108"/>
                </a:lnTo>
                <a:lnTo>
                  <a:pt x="350901" y="106680"/>
                </a:lnTo>
                <a:lnTo>
                  <a:pt x="213360" y="106680"/>
                </a:lnTo>
                <a:lnTo>
                  <a:pt x="197977" y="130730"/>
                </a:lnTo>
                <a:lnTo>
                  <a:pt x="181737" y="152781"/>
                </a:lnTo>
                <a:lnTo>
                  <a:pt x="164925" y="173116"/>
                </a:lnTo>
                <a:lnTo>
                  <a:pt x="147828" y="192024"/>
                </a:lnTo>
                <a:close/>
              </a:path>
              <a:path w="356870" h="402589">
                <a:moveTo>
                  <a:pt x="145766" y="89916"/>
                </a:moveTo>
                <a:lnTo>
                  <a:pt x="111252" y="89916"/>
                </a:lnTo>
                <a:lnTo>
                  <a:pt x="128016" y="73152"/>
                </a:lnTo>
                <a:lnTo>
                  <a:pt x="145766" y="89916"/>
                </a:lnTo>
                <a:close/>
              </a:path>
              <a:path w="356870" h="402589">
                <a:moveTo>
                  <a:pt x="0" y="397764"/>
                </a:moveTo>
                <a:lnTo>
                  <a:pt x="834" y="359664"/>
                </a:lnTo>
                <a:lnTo>
                  <a:pt x="935" y="352615"/>
                </a:lnTo>
                <a:lnTo>
                  <a:pt x="1333" y="316992"/>
                </a:lnTo>
                <a:lnTo>
                  <a:pt x="1430" y="178308"/>
                </a:lnTo>
                <a:lnTo>
                  <a:pt x="1309" y="152781"/>
                </a:lnTo>
                <a:lnTo>
                  <a:pt x="881" y="114704"/>
                </a:lnTo>
                <a:lnTo>
                  <a:pt x="0" y="74676"/>
                </a:lnTo>
                <a:lnTo>
                  <a:pt x="25908" y="89916"/>
                </a:lnTo>
                <a:lnTo>
                  <a:pt x="145766" y="89916"/>
                </a:lnTo>
                <a:lnTo>
                  <a:pt x="155448" y="99060"/>
                </a:lnTo>
                <a:lnTo>
                  <a:pt x="153162" y="100584"/>
                </a:lnTo>
                <a:lnTo>
                  <a:pt x="24384" y="100584"/>
                </a:lnTo>
                <a:lnTo>
                  <a:pt x="24384" y="211836"/>
                </a:lnTo>
                <a:lnTo>
                  <a:pt x="137205" y="211836"/>
                </a:lnTo>
                <a:lnTo>
                  <a:pt x="137219" y="222504"/>
                </a:lnTo>
                <a:lnTo>
                  <a:pt x="24384" y="222504"/>
                </a:lnTo>
                <a:lnTo>
                  <a:pt x="24384" y="344424"/>
                </a:lnTo>
                <a:lnTo>
                  <a:pt x="137914" y="344424"/>
                </a:lnTo>
                <a:lnTo>
                  <a:pt x="137940" y="346850"/>
                </a:lnTo>
                <a:lnTo>
                  <a:pt x="138137" y="355092"/>
                </a:lnTo>
                <a:lnTo>
                  <a:pt x="24384" y="355092"/>
                </a:lnTo>
                <a:lnTo>
                  <a:pt x="24384" y="384048"/>
                </a:lnTo>
                <a:lnTo>
                  <a:pt x="0" y="397764"/>
                </a:lnTo>
                <a:close/>
              </a:path>
              <a:path w="356870" h="402589">
                <a:moveTo>
                  <a:pt x="350520" y="96012"/>
                </a:moveTo>
                <a:lnTo>
                  <a:pt x="310896" y="96012"/>
                </a:lnTo>
                <a:lnTo>
                  <a:pt x="330708" y="76200"/>
                </a:lnTo>
                <a:lnTo>
                  <a:pt x="350520" y="96012"/>
                </a:lnTo>
                <a:close/>
              </a:path>
              <a:path w="356870" h="402589">
                <a:moveTo>
                  <a:pt x="137205" y="211836"/>
                </a:moveTo>
                <a:lnTo>
                  <a:pt x="114300" y="211836"/>
                </a:lnTo>
                <a:lnTo>
                  <a:pt x="114300" y="100584"/>
                </a:lnTo>
                <a:lnTo>
                  <a:pt x="153162" y="100584"/>
                </a:lnTo>
                <a:lnTo>
                  <a:pt x="137160" y="111252"/>
                </a:lnTo>
                <a:lnTo>
                  <a:pt x="137205" y="211836"/>
                </a:lnTo>
                <a:close/>
              </a:path>
              <a:path w="356870" h="402589">
                <a:moveTo>
                  <a:pt x="327213" y="359664"/>
                </a:moveTo>
                <a:lnTo>
                  <a:pt x="283464" y="359664"/>
                </a:lnTo>
                <a:lnTo>
                  <a:pt x="291750" y="357925"/>
                </a:lnTo>
                <a:lnTo>
                  <a:pt x="298323" y="352615"/>
                </a:lnTo>
                <a:lnTo>
                  <a:pt x="308610" y="305562"/>
                </a:lnTo>
                <a:lnTo>
                  <a:pt x="310896" y="259842"/>
                </a:lnTo>
                <a:lnTo>
                  <a:pt x="313222" y="192024"/>
                </a:lnTo>
                <a:lnTo>
                  <a:pt x="315467" y="106680"/>
                </a:lnTo>
                <a:lnTo>
                  <a:pt x="350901" y="106680"/>
                </a:lnTo>
                <a:lnTo>
                  <a:pt x="341376" y="114300"/>
                </a:lnTo>
                <a:lnTo>
                  <a:pt x="339535" y="188719"/>
                </a:lnTo>
                <a:lnTo>
                  <a:pt x="337620" y="249167"/>
                </a:lnTo>
                <a:lnTo>
                  <a:pt x="335560" y="295570"/>
                </a:lnTo>
                <a:lnTo>
                  <a:pt x="333280" y="327855"/>
                </a:lnTo>
                <a:lnTo>
                  <a:pt x="330708" y="345948"/>
                </a:lnTo>
                <a:lnTo>
                  <a:pt x="327856" y="357925"/>
                </a:lnTo>
                <a:lnTo>
                  <a:pt x="327213" y="359664"/>
                </a:lnTo>
                <a:close/>
              </a:path>
              <a:path w="356870" h="402589">
                <a:moveTo>
                  <a:pt x="231648" y="269748"/>
                </a:moveTo>
                <a:lnTo>
                  <a:pt x="230124" y="269748"/>
                </a:lnTo>
                <a:lnTo>
                  <a:pt x="226742" y="268295"/>
                </a:lnTo>
                <a:lnTo>
                  <a:pt x="223647" y="263842"/>
                </a:lnTo>
                <a:lnTo>
                  <a:pt x="221122" y="256246"/>
                </a:lnTo>
                <a:lnTo>
                  <a:pt x="219456" y="245364"/>
                </a:lnTo>
                <a:lnTo>
                  <a:pt x="214884" y="228242"/>
                </a:lnTo>
                <a:lnTo>
                  <a:pt x="208026" y="211264"/>
                </a:lnTo>
                <a:lnTo>
                  <a:pt x="198882" y="194571"/>
                </a:lnTo>
                <a:lnTo>
                  <a:pt x="187452" y="178308"/>
                </a:lnTo>
                <a:lnTo>
                  <a:pt x="190500" y="172212"/>
                </a:lnTo>
                <a:lnTo>
                  <a:pt x="224028" y="199644"/>
                </a:lnTo>
                <a:lnTo>
                  <a:pt x="246888" y="236220"/>
                </a:lnTo>
                <a:lnTo>
                  <a:pt x="246888" y="248412"/>
                </a:lnTo>
                <a:lnTo>
                  <a:pt x="245364" y="254508"/>
                </a:lnTo>
                <a:lnTo>
                  <a:pt x="239267" y="260603"/>
                </a:lnTo>
                <a:lnTo>
                  <a:pt x="234696" y="266700"/>
                </a:lnTo>
                <a:lnTo>
                  <a:pt x="231648" y="269748"/>
                </a:lnTo>
                <a:close/>
              </a:path>
              <a:path w="356870" h="402589">
                <a:moveTo>
                  <a:pt x="137914" y="344424"/>
                </a:moveTo>
                <a:lnTo>
                  <a:pt x="114300" y="344424"/>
                </a:lnTo>
                <a:lnTo>
                  <a:pt x="114300" y="222504"/>
                </a:lnTo>
                <a:lnTo>
                  <a:pt x="137219" y="222504"/>
                </a:lnTo>
                <a:lnTo>
                  <a:pt x="137337" y="269748"/>
                </a:lnTo>
                <a:lnTo>
                  <a:pt x="137498" y="305562"/>
                </a:lnTo>
                <a:lnTo>
                  <a:pt x="137914" y="344424"/>
                </a:lnTo>
                <a:close/>
              </a:path>
              <a:path w="356870" h="402589">
                <a:moveTo>
                  <a:pt x="278891" y="402336"/>
                </a:moveTo>
                <a:lnTo>
                  <a:pt x="271772" y="389453"/>
                </a:lnTo>
                <a:lnTo>
                  <a:pt x="259651" y="378142"/>
                </a:lnTo>
                <a:lnTo>
                  <a:pt x="242613" y="368236"/>
                </a:lnTo>
                <a:lnTo>
                  <a:pt x="220979" y="359664"/>
                </a:lnTo>
                <a:lnTo>
                  <a:pt x="220979" y="352044"/>
                </a:lnTo>
                <a:lnTo>
                  <a:pt x="241244" y="355163"/>
                </a:lnTo>
                <a:lnTo>
                  <a:pt x="258508" y="357568"/>
                </a:lnTo>
                <a:lnTo>
                  <a:pt x="272629" y="359116"/>
                </a:lnTo>
                <a:lnTo>
                  <a:pt x="283464" y="359664"/>
                </a:lnTo>
                <a:lnTo>
                  <a:pt x="327213" y="359664"/>
                </a:lnTo>
                <a:lnTo>
                  <a:pt x="324027" y="368260"/>
                </a:lnTo>
                <a:lnTo>
                  <a:pt x="289670" y="397764"/>
                </a:lnTo>
                <a:lnTo>
                  <a:pt x="278891" y="402336"/>
                </a:lnTo>
                <a:close/>
              </a:path>
              <a:path w="356870" h="402589">
                <a:moveTo>
                  <a:pt x="114300" y="391668"/>
                </a:moveTo>
                <a:lnTo>
                  <a:pt x="114300" y="355092"/>
                </a:lnTo>
                <a:lnTo>
                  <a:pt x="138137" y="355092"/>
                </a:lnTo>
                <a:lnTo>
                  <a:pt x="138684" y="377952"/>
                </a:lnTo>
                <a:lnTo>
                  <a:pt x="114300" y="39166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" name="object 17"/>
          <p:cNvSpPr/>
          <p:nvPr/>
        </p:nvSpPr>
        <p:spPr>
          <a:xfrm>
            <a:off x="5237975" y="2360675"/>
            <a:ext cx="1300480" cy="412115"/>
          </a:xfrm>
          <a:custGeom>
            <a:avLst/>
            <a:gdLst/>
            <a:ahLst/>
            <a:cxnLst/>
            <a:rect l="l" t="t" r="r" b="b"/>
            <a:pathLst>
              <a:path w="1300479" h="412114">
                <a:moveTo>
                  <a:pt x="172212" y="33528"/>
                </a:moveTo>
                <a:lnTo>
                  <a:pt x="140208" y="12192"/>
                </a:lnTo>
                <a:lnTo>
                  <a:pt x="135305" y="24180"/>
                </a:lnTo>
                <a:lnTo>
                  <a:pt x="127254" y="39433"/>
                </a:lnTo>
                <a:lnTo>
                  <a:pt x="115785" y="57848"/>
                </a:lnTo>
                <a:lnTo>
                  <a:pt x="100584" y="79248"/>
                </a:lnTo>
                <a:lnTo>
                  <a:pt x="84874" y="65824"/>
                </a:lnTo>
                <a:lnTo>
                  <a:pt x="67246" y="52768"/>
                </a:lnTo>
                <a:lnTo>
                  <a:pt x="47650" y="40030"/>
                </a:lnTo>
                <a:lnTo>
                  <a:pt x="25908" y="27432"/>
                </a:lnTo>
                <a:lnTo>
                  <a:pt x="22860" y="33528"/>
                </a:lnTo>
                <a:lnTo>
                  <a:pt x="39725" y="46672"/>
                </a:lnTo>
                <a:lnTo>
                  <a:pt x="56007" y="60960"/>
                </a:lnTo>
                <a:lnTo>
                  <a:pt x="71729" y="76390"/>
                </a:lnTo>
                <a:lnTo>
                  <a:pt x="86880" y="92964"/>
                </a:lnTo>
                <a:lnTo>
                  <a:pt x="68872" y="112115"/>
                </a:lnTo>
                <a:lnTo>
                  <a:pt x="49149" y="130683"/>
                </a:lnTo>
                <a:lnTo>
                  <a:pt x="27724" y="148691"/>
                </a:lnTo>
                <a:lnTo>
                  <a:pt x="4572" y="166116"/>
                </a:lnTo>
                <a:lnTo>
                  <a:pt x="9144" y="172212"/>
                </a:lnTo>
                <a:lnTo>
                  <a:pt x="32575" y="159054"/>
                </a:lnTo>
                <a:lnTo>
                  <a:pt x="54864" y="144589"/>
                </a:lnTo>
                <a:lnTo>
                  <a:pt x="76009" y="128714"/>
                </a:lnTo>
                <a:lnTo>
                  <a:pt x="96012" y="111252"/>
                </a:lnTo>
                <a:lnTo>
                  <a:pt x="99212" y="121856"/>
                </a:lnTo>
                <a:lnTo>
                  <a:pt x="102108" y="133159"/>
                </a:lnTo>
                <a:lnTo>
                  <a:pt x="105016" y="145338"/>
                </a:lnTo>
                <a:lnTo>
                  <a:pt x="108216" y="158496"/>
                </a:lnTo>
                <a:lnTo>
                  <a:pt x="85305" y="199390"/>
                </a:lnTo>
                <a:lnTo>
                  <a:pt x="59817" y="237553"/>
                </a:lnTo>
                <a:lnTo>
                  <a:pt x="31483" y="273164"/>
                </a:lnTo>
                <a:lnTo>
                  <a:pt x="0" y="306324"/>
                </a:lnTo>
                <a:lnTo>
                  <a:pt x="1524" y="312420"/>
                </a:lnTo>
                <a:lnTo>
                  <a:pt x="35242" y="287591"/>
                </a:lnTo>
                <a:lnTo>
                  <a:pt x="65544" y="258889"/>
                </a:lnTo>
                <a:lnTo>
                  <a:pt x="92392" y="226491"/>
                </a:lnTo>
                <a:lnTo>
                  <a:pt x="115824" y="190500"/>
                </a:lnTo>
                <a:lnTo>
                  <a:pt x="117195" y="230695"/>
                </a:lnTo>
                <a:lnTo>
                  <a:pt x="117322" y="245364"/>
                </a:lnTo>
                <a:lnTo>
                  <a:pt x="117246" y="273164"/>
                </a:lnTo>
                <a:lnTo>
                  <a:pt x="116255" y="299593"/>
                </a:lnTo>
                <a:lnTo>
                  <a:pt x="110832" y="337858"/>
                </a:lnTo>
                <a:lnTo>
                  <a:pt x="85344" y="367284"/>
                </a:lnTo>
                <a:lnTo>
                  <a:pt x="77724" y="367284"/>
                </a:lnTo>
                <a:lnTo>
                  <a:pt x="70294" y="366979"/>
                </a:lnTo>
                <a:lnTo>
                  <a:pt x="61722" y="365950"/>
                </a:lnTo>
                <a:lnTo>
                  <a:pt x="52006" y="364070"/>
                </a:lnTo>
                <a:lnTo>
                  <a:pt x="41148" y="361188"/>
                </a:lnTo>
                <a:lnTo>
                  <a:pt x="41148" y="368808"/>
                </a:lnTo>
                <a:lnTo>
                  <a:pt x="57467" y="375361"/>
                </a:lnTo>
                <a:lnTo>
                  <a:pt x="69913" y="383476"/>
                </a:lnTo>
                <a:lnTo>
                  <a:pt x="78663" y="393026"/>
                </a:lnTo>
                <a:lnTo>
                  <a:pt x="83820" y="403860"/>
                </a:lnTo>
                <a:lnTo>
                  <a:pt x="100444" y="394131"/>
                </a:lnTo>
                <a:lnTo>
                  <a:pt x="113919" y="383095"/>
                </a:lnTo>
                <a:lnTo>
                  <a:pt x="124548" y="370649"/>
                </a:lnTo>
                <a:lnTo>
                  <a:pt x="126466" y="367284"/>
                </a:lnTo>
                <a:lnTo>
                  <a:pt x="132588" y="356616"/>
                </a:lnTo>
                <a:lnTo>
                  <a:pt x="137477" y="338378"/>
                </a:lnTo>
                <a:lnTo>
                  <a:pt x="140779" y="313563"/>
                </a:lnTo>
                <a:lnTo>
                  <a:pt x="142671" y="282473"/>
                </a:lnTo>
                <a:lnTo>
                  <a:pt x="143256" y="245364"/>
                </a:lnTo>
                <a:lnTo>
                  <a:pt x="141287" y="205346"/>
                </a:lnTo>
                <a:lnTo>
                  <a:pt x="135445" y="167449"/>
                </a:lnTo>
                <a:lnTo>
                  <a:pt x="118071" y="111252"/>
                </a:lnTo>
                <a:lnTo>
                  <a:pt x="112776" y="97536"/>
                </a:lnTo>
                <a:lnTo>
                  <a:pt x="127381" y="79248"/>
                </a:lnTo>
                <a:lnTo>
                  <a:pt x="154647" y="48107"/>
                </a:lnTo>
                <a:lnTo>
                  <a:pt x="167309" y="36677"/>
                </a:lnTo>
                <a:lnTo>
                  <a:pt x="172212" y="33528"/>
                </a:lnTo>
                <a:close/>
              </a:path>
              <a:path w="1300479" h="412114">
                <a:moveTo>
                  <a:pt x="403872" y="361188"/>
                </a:moveTo>
                <a:lnTo>
                  <a:pt x="402348" y="353568"/>
                </a:lnTo>
                <a:lnTo>
                  <a:pt x="398424" y="344424"/>
                </a:lnTo>
                <a:lnTo>
                  <a:pt x="397776" y="342900"/>
                </a:lnTo>
                <a:lnTo>
                  <a:pt x="392074" y="334048"/>
                </a:lnTo>
                <a:lnTo>
                  <a:pt x="379679" y="321183"/>
                </a:lnTo>
                <a:lnTo>
                  <a:pt x="360692" y="304330"/>
                </a:lnTo>
                <a:lnTo>
                  <a:pt x="335292" y="283464"/>
                </a:lnTo>
                <a:lnTo>
                  <a:pt x="330720" y="288036"/>
                </a:lnTo>
                <a:lnTo>
                  <a:pt x="341503" y="302285"/>
                </a:lnTo>
                <a:lnTo>
                  <a:pt x="350723" y="315087"/>
                </a:lnTo>
                <a:lnTo>
                  <a:pt x="357936" y="326186"/>
                </a:lnTo>
                <a:lnTo>
                  <a:pt x="362724" y="335280"/>
                </a:lnTo>
                <a:lnTo>
                  <a:pt x="286524" y="345948"/>
                </a:lnTo>
                <a:lnTo>
                  <a:pt x="286524" y="245364"/>
                </a:lnTo>
                <a:lnTo>
                  <a:pt x="345960" y="245364"/>
                </a:lnTo>
                <a:lnTo>
                  <a:pt x="345960" y="271272"/>
                </a:lnTo>
                <a:lnTo>
                  <a:pt x="371868" y="257556"/>
                </a:lnTo>
                <a:lnTo>
                  <a:pt x="371309" y="245364"/>
                </a:lnTo>
                <a:lnTo>
                  <a:pt x="370979" y="238125"/>
                </a:lnTo>
                <a:lnTo>
                  <a:pt x="370928" y="234696"/>
                </a:lnTo>
                <a:lnTo>
                  <a:pt x="370535" y="209550"/>
                </a:lnTo>
                <a:lnTo>
                  <a:pt x="370446" y="190500"/>
                </a:lnTo>
                <a:lnTo>
                  <a:pt x="370344" y="124968"/>
                </a:lnTo>
                <a:lnTo>
                  <a:pt x="383400" y="115824"/>
                </a:lnTo>
                <a:lnTo>
                  <a:pt x="385584" y="114300"/>
                </a:lnTo>
                <a:lnTo>
                  <a:pt x="376428" y="105156"/>
                </a:lnTo>
                <a:lnTo>
                  <a:pt x="359676" y="88392"/>
                </a:lnTo>
                <a:lnTo>
                  <a:pt x="345960" y="102108"/>
                </a:lnTo>
                <a:lnTo>
                  <a:pt x="345960" y="115824"/>
                </a:lnTo>
                <a:lnTo>
                  <a:pt x="345960" y="234696"/>
                </a:lnTo>
                <a:lnTo>
                  <a:pt x="286524" y="234696"/>
                </a:lnTo>
                <a:lnTo>
                  <a:pt x="286524" y="115824"/>
                </a:lnTo>
                <a:lnTo>
                  <a:pt x="345960" y="115824"/>
                </a:lnTo>
                <a:lnTo>
                  <a:pt x="345960" y="102108"/>
                </a:lnTo>
                <a:lnTo>
                  <a:pt x="342912" y="105156"/>
                </a:lnTo>
                <a:lnTo>
                  <a:pt x="286524" y="105156"/>
                </a:lnTo>
                <a:lnTo>
                  <a:pt x="286524" y="36576"/>
                </a:lnTo>
                <a:lnTo>
                  <a:pt x="298716" y="24384"/>
                </a:lnTo>
                <a:lnTo>
                  <a:pt x="260604" y="4572"/>
                </a:lnTo>
                <a:lnTo>
                  <a:pt x="261962" y="48107"/>
                </a:lnTo>
                <a:lnTo>
                  <a:pt x="262128" y="105156"/>
                </a:lnTo>
                <a:lnTo>
                  <a:pt x="262128" y="115824"/>
                </a:lnTo>
                <a:lnTo>
                  <a:pt x="262128" y="234696"/>
                </a:lnTo>
                <a:lnTo>
                  <a:pt x="202692" y="234696"/>
                </a:lnTo>
                <a:lnTo>
                  <a:pt x="202692" y="115824"/>
                </a:lnTo>
                <a:lnTo>
                  <a:pt x="262128" y="115824"/>
                </a:lnTo>
                <a:lnTo>
                  <a:pt x="262128" y="105156"/>
                </a:lnTo>
                <a:lnTo>
                  <a:pt x="202692" y="105156"/>
                </a:lnTo>
                <a:lnTo>
                  <a:pt x="176784" y="88392"/>
                </a:lnTo>
                <a:lnTo>
                  <a:pt x="177634" y="111252"/>
                </a:lnTo>
                <a:lnTo>
                  <a:pt x="177736" y="115824"/>
                </a:lnTo>
                <a:lnTo>
                  <a:pt x="178117" y="135636"/>
                </a:lnTo>
                <a:lnTo>
                  <a:pt x="178219" y="148691"/>
                </a:lnTo>
                <a:lnTo>
                  <a:pt x="178117" y="230695"/>
                </a:lnTo>
                <a:lnTo>
                  <a:pt x="177673" y="254254"/>
                </a:lnTo>
                <a:lnTo>
                  <a:pt x="176784" y="277368"/>
                </a:lnTo>
                <a:lnTo>
                  <a:pt x="202692" y="263652"/>
                </a:lnTo>
                <a:lnTo>
                  <a:pt x="202692" y="245364"/>
                </a:lnTo>
                <a:lnTo>
                  <a:pt x="262128" y="245364"/>
                </a:lnTo>
                <a:lnTo>
                  <a:pt x="262128" y="348996"/>
                </a:lnTo>
                <a:lnTo>
                  <a:pt x="202311" y="354711"/>
                </a:lnTo>
                <a:lnTo>
                  <a:pt x="176834" y="356717"/>
                </a:lnTo>
                <a:lnTo>
                  <a:pt x="153924" y="358140"/>
                </a:lnTo>
                <a:lnTo>
                  <a:pt x="170688" y="394716"/>
                </a:lnTo>
                <a:lnTo>
                  <a:pt x="212915" y="379082"/>
                </a:lnTo>
                <a:lnTo>
                  <a:pt x="267208" y="366509"/>
                </a:lnTo>
                <a:lnTo>
                  <a:pt x="331838" y="352171"/>
                </a:lnTo>
                <a:lnTo>
                  <a:pt x="367296" y="344424"/>
                </a:lnTo>
                <a:lnTo>
                  <a:pt x="371576" y="355307"/>
                </a:lnTo>
                <a:lnTo>
                  <a:pt x="375297" y="365188"/>
                </a:lnTo>
                <a:lnTo>
                  <a:pt x="378434" y="374218"/>
                </a:lnTo>
                <a:lnTo>
                  <a:pt x="381012" y="382524"/>
                </a:lnTo>
                <a:lnTo>
                  <a:pt x="382536" y="388620"/>
                </a:lnTo>
                <a:lnTo>
                  <a:pt x="385584" y="391668"/>
                </a:lnTo>
                <a:lnTo>
                  <a:pt x="390156" y="391668"/>
                </a:lnTo>
                <a:lnTo>
                  <a:pt x="397776" y="384048"/>
                </a:lnTo>
                <a:lnTo>
                  <a:pt x="400824" y="379476"/>
                </a:lnTo>
                <a:lnTo>
                  <a:pt x="403872" y="373380"/>
                </a:lnTo>
                <a:lnTo>
                  <a:pt x="403872" y="361188"/>
                </a:lnTo>
                <a:close/>
              </a:path>
              <a:path w="1300479" h="412114">
                <a:moveTo>
                  <a:pt x="617232" y="277368"/>
                </a:moveTo>
                <a:lnTo>
                  <a:pt x="606564" y="234696"/>
                </a:lnTo>
                <a:lnTo>
                  <a:pt x="587895" y="197929"/>
                </a:lnTo>
                <a:lnTo>
                  <a:pt x="553224" y="141732"/>
                </a:lnTo>
                <a:lnTo>
                  <a:pt x="545604" y="146304"/>
                </a:lnTo>
                <a:lnTo>
                  <a:pt x="554405" y="168592"/>
                </a:lnTo>
                <a:lnTo>
                  <a:pt x="562368" y="189738"/>
                </a:lnTo>
                <a:lnTo>
                  <a:pt x="574560" y="228600"/>
                </a:lnTo>
                <a:lnTo>
                  <a:pt x="585050" y="279615"/>
                </a:lnTo>
                <a:lnTo>
                  <a:pt x="586752" y="294132"/>
                </a:lnTo>
                <a:lnTo>
                  <a:pt x="588467" y="305587"/>
                </a:lnTo>
                <a:lnTo>
                  <a:pt x="591324" y="312610"/>
                </a:lnTo>
                <a:lnTo>
                  <a:pt x="595325" y="315353"/>
                </a:lnTo>
                <a:lnTo>
                  <a:pt x="600468" y="313944"/>
                </a:lnTo>
                <a:lnTo>
                  <a:pt x="608088" y="309372"/>
                </a:lnTo>
                <a:lnTo>
                  <a:pt x="612660" y="303276"/>
                </a:lnTo>
                <a:lnTo>
                  <a:pt x="615708" y="288036"/>
                </a:lnTo>
                <a:lnTo>
                  <a:pt x="617232" y="281940"/>
                </a:lnTo>
                <a:lnTo>
                  <a:pt x="617232" y="277368"/>
                </a:lnTo>
                <a:close/>
              </a:path>
              <a:path w="1300479" h="412114">
                <a:moveTo>
                  <a:pt x="669048" y="50292"/>
                </a:moveTo>
                <a:lnTo>
                  <a:pt x="641997" y="21336"/>
                </a:lnTo>
                <a:lnTo>
                  <a:pt x="608088" y="3048"/>
                </a:lnTo>
                <a:lnTo>
                  <a:pt x="605040" y="9144"/>
                </a:lnTo>
                <a:lnTo>
                  <a:pt x="616724" y="24218"/>
                </a:lnTo>
                <a:lnTo>
                  <a:pt x="626567" y="39433"/>
                </a:lnTo>
                <a:lnTo>
                  <a:pt x="634390" y="54368"/>
                </a:lnTo>
                <a:lnTo>
                  <a:pt x="640092" y="68580"/>
                </a:lnTo>
                <a:lnTo>
                  <a:pt x="643140" y="82296"/>
                </a:lnTo>
                <a:lnTo>
                  <a:pt x="647712" y="88392"/>
                </a:lnTo>
                <a:lnTo>
                  <a:pt x="653808" y="88392"/>
                </a:lnTo>
                <a:lnTo>
                  <a:pt x="658380" y="85344"/>
                </a:lnTo>
                <a:lnTo>
                  <a:pt x="667524" y="70104"/>
                </a:lnTo>
                <a:lnTo>
                  <a:pt x="669048" y="62484"/>
                </a:lnTo>
                <a:lnTo>
                  <a:pt x="669048" y="50292"/>
                </a:lnTo>
                <a:close/>
              </a:path>
              <a:path w="1300479" h="412114">
                <a:moveTo>
                  <a:pt x="830592" y="105156"/>
                </a:moveTo>
                <a:lnTo>
                  <a:pt x="795540" y="68580"/>
                </a:lnTo>
                <a:lnTo>
                  <a:pt x="769632" y="96012"/>
                </a:lnTo>
                <a:lnTo>
                  <a:pt x="472452" y="96012"/>
                </a:lnTo>
                <a:lnTo>
                  <a:pt x="487692" y="111252"/>
                </a:lnTo>
                <a:lnTo>
                  <a:pt x="497992" y="109016"/>
                </a:lnTo>
                <a:lnTo>
                  <a:pt x="508457" y="107061"/>
                </a:lnTo>
                <a:lnTo>
                  <a:pt x="519188" y="105689"/>
                </a:lnTo>
                <a:lnTo>
                  <a:pt x="530364" y="105156"/>
                </a:lnTo>
                <a:lnTo>
                  <a:pt x="830592" y="105156"/>
                </a:lnTo>
                <a:close/>
              </a:path>
              <a:path w="1300479" h="412114">
                <a:moveTo>
                  <a:pt x="854976" y="367284"/>
                </a:moveTo>
                <a:lnTo>
                  <a:pt x="819924" y="329184"/>
                </a:lnTo>
                <a:lnTo>
                  <a:pt x="794016" y="356616"/>
                </a:lnTo>
                <a:lnTo>
                  <a:pt x="676668" y="356616"/>
                </a:lnTo>
                <a:lnTo>
                  <a:pt x="694956" y="312877"/>
                </a:lnTo>
                <a:lnTo>
                  <a:pt x="713244" y="266128"/>
                </a:lnTo>
                <a:lnTo>
                  <a:pt x="731532" y="216242"/>
                </a:lnTo>
                <a:lnTo>
                  <a:pt x="749820" y="163068"/>
                </a:lnTo>
                <a:lnTo>
                  <a:pt x="768108" y="150876"/>
                </a:lnTo>
                <a:lnTo>
                  <a:pt x="720864" y="124968"/>
                </a:lnTo>
                <a:lnTo>
                  <a:pt x="716457" y="161353"/>
                </a:lnTo>
                <a:lnTo>
                  <a:pt x="708685" y="202780"/>
                </a:lnTo>
                <a:lnTo>
                  <a:pt x="697484" y="249186"/>
                </a:lnTo>
                <a:lnTo>
                  <a:pt x="682764" y="300494"/>
                </a:lnTo>
                <a:lnTo>
                  <a:pt x="664476" y="356616"/>
                </a:lnTo>
                <a:lnTo>
                  <a:pt x="445020" y="356616"/>
                </a:lnTo>
                <a:lnTo>
                  <a:pt x="460260" y="371856"/>
                </a:lnTo>
                <a:lnTo>
                  <a:pt x="470560" y="369862"/>
                </a:lnTo>
                <a:lnTo>
                  <a:pt x="481025" y="368427"/>
                </a:lnTo>
                <a:lnTo>
                  <a:pt x="491756" y="367576"/>
                </a:lnTo>
                <a:lnTo>
                  <a:pt x="502932" y="367284"/>
                </a:lnTo>
                <a:lnTo>
                  <a:pt x="854976" y="367284"/>
                </a:lnTo>
                <a:close/>
              </a:path>
              <a:path w="1300479" h="412114">
                <a:moveTo>
                  <a:pt x="1129296" y="38100"/>
                </a:moveTo>
                <a:lnTo>
                  <a:pt x="1094447" y="10934"/>
                </a:lnTo>
                <a:lnTo>
                  <a:pt x="1079004" y="4584"/>
                </a:lnTo>
                <a:lnTo>
                  <a:pt x="1075956" y="10668"/>
                </a:lnTo>
                <a:lnTo>
                  <a:pt x="1084529" y="20104"/>
                </a:lnTo>
                <a:lnTo>
                  <a:pt x="1091958" y="30099"/>
                </a:lnTo>
                <a:lnTo>
                  <a:pt x="1098245" y="40678"/>
                </a:lnTo>
                <a:lnTo>
                  <a:pt x="1103388" y="51816"/>
                </a:lnTo>
                <a:lnTo>
                  <a:pt x="1106436" y="62484"/>
                </a:lnTo>
                <a:lnTo>
                  <a:pt x="1111008" y="67056"/>
                </a:lnTo>
                <a:lnTo>
                  <a:pt x="1117104" y="67056"/>
                </a:lnTo>
                <a:lnTo>
                  <a:pt x="1120152" y="64008"/>
                </a:lnTo>
                <a:lnTo>
                  <a:pt x="1123200" y="59436"/>
                </a:lnTo>
                <a:lnTo>
                  <a:pt x="1127772" y="53340"/>
                </a:lnTo>
                <a:lnTo>
                  <a:pt x="1129296" y="47244"/>
                </a:lnTo>
                <a:lnTo>
                  <a:pt x="1129296" y="38100"/>
                </a:lnTo>
                <a:close/>
              </a:path>
              <a:path w="1300479" h="412114">
                <a:moveTo>
                  <a:pt x="1269504" y="80772"/>
                </a:moveTo>
                <a:lnTo>
                  <a:pt x="1260360" y="71628"/>
                </a:lnTo>
                <a:lnTo>
                  <a:pt x="1239024" y="50292"/>
                </a:lnTo>
                <a:lnTo>
                  <a:pt x="1217688" y="71628"/>
                </a:lnTo>
                <a:lnTo>
                  <a:pt x="1094244" y="71628"/>
                </a:lnTo>
                <a:lnTo>
                  <a:pt x="1094244" y="80772"/>
                </a:lnTo>
                <a:lnTo>
                  <a:pt x="1094244" y="123444"/>
                </a:lnTo>
                <a:lnTo>
                  <a:pt x="1094244" y="134112"/>
                </a:lnTo>
                <a:lnTo>
                  <a:pt x="1094244" y="172212"/>
                </a:lnTo>
                <a:lnTo>
                  <a:pt x="1094244" y="182880"/>
                </a:lnTo>
                <a:lnTo>
                  <a:pt x="1094244" y="222504"/>
                </a:lnTo>
                <a:lnTo>
                  <a:pt x="995184" y="222504"/>
                </a:lnTo>
                <a:lnTo>
                  <a:pt x="995184" y="182880"/>
                </a:lnTo>
                <a:lnTo>
                  <a:pt x="1094244" y="182880"/>
                </a:lnTo>
                <a:lnTo>
                  <a:pt x="1094244" y="172212"/>
                </a:lnTo>
                <a:lnTo>
                  <a:pt x="995184" y="172212"/>
                </a:lnTo>
                <a:lnTo>
                  <a:pt x="995184" y="134112"/>
                </a:lnTo>
                <a:lnTo>
                  <a:pt x="1094244" y="134112"/>
                </a:lnTo>
                <a:lnTo>
                  <a:pt x="1094244" y="123444"/>
                </a:lnTo>
                <a:lnTo>
                  <a:pt x="995184" y="123444"/>
                </a:lnTo>
                <a:lnTo>
                  <a:pt x="995184" y="105156"/>
                </a:lnTo>
                <a:lnTo>
                  <a:pt x="995184" y="80772"/>
                </a:lnTo>
                <a:lnTo>
                  <a:pt x="1094244" y="80772"/>
                </a:lnTo>
                <a:lnTo>
                  <a:pt x="1094244" y="71628"/>
                </a:lnTo>
                <a:lnTo>
                  <a:pt x="999756" y="71628"/>
                </a:lnTo>
                <a:lnTo>
                  <a:pt x="1025664" y="28956"/>
                </a:lnTo>
                <a:lnTo>
                  <a:pt x="1040904" y="24396"/>
                </a:lnTo>
                <a:lnTo>
                  <a:pt x="1005852" y="0"/>
                </a:lnTo>
                <a:lnTo>
                  <a:pt x="996962" y="22860"/>
                </a:lnTo>
                <a:lnTo>
                  <a:pt x="986231" y="45720"/>
                </a:lnTo>
                <a:lnTo>
                  <a:pt x="958608" y="91440"/>
                </a:lnTo>
                <a:lnTo>
                  <a:pt x="926033" y="133921"/>
                </a:lnTo>
                <a:lnTo>
                  <a:pt x="890028" y="170688"/>
                </a:lnTo>
                <a:lnTo>
                  <a:pt x="893076" y="175260"/>
                </a:lnTo>
                <a:lnTo>
                  <a:pt x="915974" y="158953"/>
                </a:lnTo>
                <a:lnTo>
                  <a:pt x="936891" y="141922"/>
                </a:lnTo>
                <a:lnTo>
                  <a:pt x="956081" y="124040"/>
                </a:lnTo>
                <a:lnTo>
                  <a:pt x="973848" y="105156"/>
                </a:lnTo>
                <a:lnTo>
                  <a:pt x="973620" y="141922"/>
                </a:lnTo>
                <a:lnTo>
                  <a:pt x="973505" y="152958"/>
                </a:lnTo>
                <a:lnTo>
                  <a:pt x="972896" y="188785"/>
                </a:lnTo>
                <a:lnTo>
                  <a:pt x="971918" y="226682"/>
                </a:lnTo>
                <a:lnTo>
                  <a:pt x="970800" y="262128"/>
                </a:lnTo>
                <a:lnTo>
                  <a:pt x="995184" y="252984"/>
                </a:lnTo>
                <a:lnTo>
                  <a:pt x="995184" y="233172"/>
                </a:lnTo>
                <a:lnTo>
                  <a:pt x="1264932" y="233172"/>
                </a:lnTo>
                <a:lnTo>
                  <a:pt x="1255280" y="222504"/>
                </a:lnTo>
                <a:lnTo>
                  <a:pt x="1235976" y="201168"/>
                </a:lnTo>
                <a:lnTo>
                  <a:pt x="1214640" y="222504"/>
                </a:lnTo>
                <a:lnTo>
                  <a:pt x="1117104" y="222504"/>
                </a:lnTo>
                <a:lnTo>
                  <a:pt x="1117104" y="182880"/>
                </a:lnTo>
                <a:lnTo>
                  <a:pt x="1242072" y="182880"/>
                </a:lnTo>
                <a:lnTo>
                  <a:pt x="1232471" y="172212"/>
                </a:lnTo>
                <a:lnTo>
                  <a:pt x="1214640" y="152400"/>
                </a:lnTo>
                <a:lnTo>
                  <a:pt x="1196352" y="172212"/>
                </a:lnTo>
                <a:lnTo>
                  <a:pt x="1117104" y="172212"/>
                </a:lnTo>
                <a:lnTo>
                  <a:pt x="1117104" y="134112"/>
                </a:lnTo>
                <a:lnTo>
                  <a:pt x="1246644" y="134112"/>
                </a:lnTo>
                <a:lnTo>
                  <a:pt x="1236510" y="123444"/>
                </a:lnTo>
                <a:lnTo>
                  <a:pt x="1217688" y="103632"/>
                </a:lnTo>
                <a:lnTo>
                  <a:pt x="1199400" y="123444"/>
                </a:lnTo>
                <a:lnTo>
                  <a:pt x="1117104" y="123444"/>
                </a:lnTo>
                <a:lnTo>
                  <a:pt x="1117104" y="80772"/>
                </a:lnTo>
                <a:lnTo>
                  <a:pt x="1269504" y="80772"/>
                </a:lnTo>
                <a:close/>
              </a:path>
              <a:path w="1300479" h="412114">
                <a:moveTo>
                  <a:pt x="1299984" y="371868"/>
                </a:moveTo>
                <a:lnTo>
                  <a:pt x="1247787" y="362902"/>
                </a:lnTo>
                <a:lnTo>
                  <a:pt x="1202448" y="345960"/>
                </a:lnTo>
                <a:lnTo>
                  <a:pt x="1163396" y="320814"/>
                </a:lnTo>
                <a:lnTo>
                  <a:pt x="1127772" y="286512"/>
                </a:lnTo>
                <a:lnTo>
                  <a:pt x="1298460" y="286512"/>
                </a:lnTo>
                <a:lnTo>
                  <a:pt x="1269504" y="256032"/>
                </a:lnTo>
                <a:lnTo>
                  <a:pt x="1248168" y="275844"/>
                </a:lnTo>
                <a:lnTo>
                  <a:pt x="1109484" y="275844"/>
                </a:lnTo>
                <a:lnTo>
                  <a:pt x="1109484" y="260604"/>
                </a:lnTo>
                <a:lnTo>
                  <a:pt x="1123200" y="248412"/>
                </a:lnTo>
                <a:lnTo>
                  <a:pt x="1085100" y="234696"/>
                </a:lnTo>
                <a:lnTo>
                  <a:pt x="1085329" y="243268"/>
                </a:lnTo>
                <a:lnTo>
                  <a:pt x="1085862" y="252984"/>
                </a:lnTo>
                <a:lnTo>
                  <a:pt x="1086383" y="263842"/>
                </a:lnTo>
                <a:lnTo>
                  <a:pt x="1086624" y="275844"/>
                </a:lnTo>
                <a:lnTo>
                  <a:pt x="891552" y="275844"/>
                </a:lnTo>
                <a:lnTo>
                  <a:pt x="906792" y="292620"/>
                </a:lnTo>
                <a:lnTo>
                  <a:pt x="917092" y="289737"/>
                </a:lnTo>
                <a:lnTo>
                  <a:pt x="927557" y="287845"/>
                </a:lnTo>
                <a:lnTo>
                  <a:pt x="938288" y="286829"/>
                </a:lnTo>
                <a:lnTo>
                  <a:pt x="949464" y="286512"/>
                </a:lnTo>
                <a:lnTo>
                  <a:pt x="1056144" y="286512"/>
                </a:lnTo>
                <a:lnTo>
                  <a:pt x="1018209" y="324446"/>
                </a:lnTo>
                <a:lnTo>
                  <a:pt x="975131" y="355574"/>
                </a:lnTo>
                <a:lnTo>
                  <a:pt x="921499" y="385292"/>
                </a:lnTo>
                <a:lnTo>
                  <a:pt x="891552" y="399288"/>
                </a:lnTo>
                <a:lnTo>
                  <a:pt x="893076" y="406920"/>
                </a:lnTo>
                <a:lnTo>
                  <a:pt x="952703" y="382917"/>
                </a:lnTo>
                <a:lnTo>
                  <a:pt x="1004328" y="356628"/>
                </a:lnTo>
                <a:lnTo>
                  <a:pt x="1047762" y="325767"/>
                </a:lnTo>
                <a:lnTo>
                  <a:pt x="1086624" y="288036"/>
                </a:lnTo>
                <a:lnTo>
                  <a:pt x="1086383" y="321475"/>
                </a:lnTo>
                <a:lnTo>
                  <a:pt x="1085329" y="383197"/>
                </a:lnTo>
                <a:lnTo>
                  <a:pt x="1085100" y="411492"/>
                </a:lnTo>
                <a:lnTo>
                  <a:pt x="1111008" y="397764"/>
                </a:lnTo>
                <a:lnTo>
                  <a:pt x="1110119" y="381457"/>
                </a:lnTo>
                <a:lnTo>
                  <a:pt x="1109675" y="357568"/>
                </a:lnTo>
                <a:lnTo>
                  <a:pt x="1109586" y="342049"/>
                </a:lnTo>
                <a:lnTo>
                  <a:pt x="1109484" y="288036"/>
                </a:lnTo>
                <a:lnTo>
                  <a:pt x="1109484" y="286512"/>
                </a:lnTo>
                <a:lnTo>
                  <a:pt x="1118628" y="286512"/>
                </a:lnTo>
                <a:lnTo>
                  <a:pt x="1134910" y="309333"/>
                </a:lnTo>
                <a:lnTo>
                  <a:pt x="1151775" y="329565"/>
                </a:lnTo>
                <a:lnTo>
                  <a:pt x="1187208" y="361188"/>
                </a:lnTo>
                <a:lnTo>
                  <a:pt x="1226070" y="383108"/>
                </a:lnTo>
                <a:lnTo>
                  <a:pt x="1269504" y="399288"/>
                </a:lnTo>
                <a:lnTo>
                  <a:pt x="1273187" y="391858"/>
                </a:lnTo>
                <a:lnTo>
                  <a:pt x="1279601" y="385572"/>
                </a:lnTo>
                <a:lnTo>
                  <a:pt x="1288567" y="380428"/>
                </a:lnTo>
                <a:lnTo>
                  <a:pt x="1299984" y="376440"/>
                </a:lnTo>
                <a:lnTo>
                  <a:pt x="1299984" y="37186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8" name="object 18"/>
          <p:cNvGrpSpPr/>
          <p:nvPr/>
        </p:nvGrpSpPr>
        <p:grpSpPr>
          <a:xfrm>
            <a:off x="4132326" y="5319522"/>
            <a:ext cx="318770" cy="325120"/>
            <a:chOff x="4132326" y="5319522"/>
            <a:chExt cx="318770" cy="325120"/>
          </a:xfrm>
        </p:grpSpPr>
        <p:sp>
          <p:nvSpPr>
            <p:cNvPr id="19" name="object 19"/>
            <p:cNvSpPr/>
            <p:nvPr/>
          </p:nvSpPr>
          <p:spPr>
            <a:xfrm>
              <a:off x="4137660" y="5324856"/>
              <a:ext cx="307975" cy="314325"/>
            </a:xfrm>
            <a:custGeom>
              <a:avLst/>
              <a:gdLst/>
              <a:ahLst/>
              <a:cxnLst/>
              <a:rect l="l" t="t" r="r" b="b"/>
              <a:pathLst>
                <a:path w="307975" h="314325">
                  <a:moveTo>
                    <a:pt x="153924" y="313944"/>
                  </a:moveTo>
                  <a:lnTo>
                    <a:pt x="105143" y="305958"/>
                  </a:lnTo>
                  <a:lnTo>
                    <a:pt x="62874" y="283707"/>
                  </a:lnTo>
                  <a:lnTo>
                    <a:pt x="29602" y="249753"/>
                  </a:lnTo>
                  <a:lnTo>
                    <a:pt x="7815" y="206654"/>
                  </a:lnTo>
                  <a:lnTo>
                    <a:pt x="0" y="156972"/>
                  </a:lnTo>
                  <a:lnTo>
                    <a:pt x="7815" y="107289"/>
                  </a:lnTo>
                  <a:lnTo>
                    <a:pt x="29602" y="64190"/>
                  </a:lnTo>
                  <a:lnTo>
                    <a:pt x="62874" y="30236"/>
                  </a:lnTo>
                  <a:lnTo>
                    <a:pt x="105143" y="7985"/>
                  </a:lnTo>
                  <a:lnTo>
                    <a:pt x="153924" y="0"/>
                  </a:lnTo>
                  <a:lnTo>
                    <a:pt x="202704" y="7985"/>
                  </a:lnTo>
                  <a:lnTo>
                    <a:pt x="244973" y="30236"/>
                  </a:lnTo>
                  <a:lnTo>
                    <a:pt x="278245" y="64190"/>
                  </a:lnTo>
                  <a:lnTo>
                    <a:pt x="300032" y="107289"/>
                  </a:lnTo>
                  <a:lnTo>
                    <a:pt x="307848" y="156972"/>
                  </a:lnTo>
                  <a:lnTo>
                    <a:pt x="300032" y="206654"/>
                  </a:lnTo>
                  <a:lnTo>
                    <a:pt x="278245" y="249753"/>
                  </a:lnTo>
                  <a:lnTo>
                    <a:pt x="244973" y="283707"/>
                  </a:lnTo>
                  <a:lnTo>
                    <a:pt x="202704" y="305958"/>
                  </a:lnTo>
                  <a:lnTo>
                    <a:pt x="153924" y="313944"/>
                  </a:lnTo>
                  <a:close/>
                </a:path>
              </a:pathLst>
            </a:custGeom>
            <a:solidFill>
              <a:srgbClr val="BFBFB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" name="object 20"/>
            <p:cNvSpPr/>
            <p:nvPr/>
          </p:nvSpPr>
          <p:spPr>
            <a:xfrm>
              <a:off x="4137660" y="5324856"/>
              <a:ext cx="307975" cy="314325"/>
            </a:xfrm>
            <a:custGeom>
              <a:avLst/>
              <a:gdLst/>
              <a:ahLst/>
              <a:cxnLst/>
              <a:rect l="l" t="t" r="r" b="b"/>
              <a:pathLst>
                <a:path w="307975" h="314325">
                  <a:moveTo>
                    <a:pt x="0" y="156972"/>
                  </a:moveTo>
                  <a:lnTo>
                    <a:pt x="7815" y="107289"/>
                  </a:lnTo>
                  <a:lnTo>
                    <a:pt x="29602" y="64190"/>
                  </a:lnTo>
                  <a:lnTo>
                    <a:pt x="62874" y="30236"/>
                  </a:lnTo>
                  <a:lnTo>
                    <a:pt x="105143" y="7985"/>
                  </a:lnTo>
                  <a:lnTo>
                    <a:pt x="153924" y="0"/>
                  </a:lnTo>
                  <a:lnTo>
                    <a:pt x="202704" y="7985"/>
                  </a:lnTo>
                  <a:lnTo>
                    <a:pt x="244973" y="30236"/>
                  </a:lnTo>
                  <a:lnTo>
                    <a:pt x="278245" y="64190"/>
                  </a:lnTo>
                  <a:lnTo>
                    <a:pt x="300032" y="107289"/>
                  </a:lnTo>
                  <a:lnTo>
                    <a:pt x="307848" y="156972"/>
                  </a:lnTo>
                  <a:lnTo>
                    <a:pt x="300032" y="206654"/>
                  </a:lnTo>
                  <a:lnTo>
                    <a:pt x="278245" y="249753"/>
                  </a:lnTo>
                  <a:lnTo>
                    <a:pt x="244973" y="283707"/>
                  </a:lnTo>
                  <a:lnTo>
                    <a:pt x="202704" y="305958"/>
                  </a:lnTo>
                  <a:lnTo>
                    <a:pt x="153924" y="313944"/>
                  </a:lnTo>
                  <a:lnTo>
                    <a:pt x="105143" y="305958"/>
                  </a:lnTo>
                  <a:lnTo>
                    <a:pt x="62874" y="283707"/>
                  </a:lnTo>
                  <a:lnTo>
                    <a:pt x="29602" y="249753"/>
                  </a:lnTo>
                  <a:lnTo>
                    <a:pt x="7815" y="206654"/>
                  </a:lnTo>
                  <a:lnTo>
                    <a:pt x="0" y="156972"/>
                  </a:lnTo>
                </a:path>
              </a:pathLst>
            </a:custGeom>
            <a:ln w="10668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1" name="object 21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4247387" y="5413247"/>
              <a:ext cx="80772" cy="132588"/>
            </a:xfrm>
            <a:prstGeom prst="rect">
              <a:avLst/>
            </a:prstGeom>
          </p:spPr>
        </p:pic>
      </p:grpSp>
      <p:grpSp>
        <p:nvGrpSpPr>
          <p:cNvPr id="22" name="object 22"/>
          <p:cNvGrpSpPr/>
          <p:nvPr/>
        </p:nvGrpSpPr>
        <p:grpSpPr>
          <a:xfrm>
            <a:off x="6400037" y="3108197"/>
            <a:ext cx="321945" cy="325120"/>
            <a:chOff x="6400037" y="3108197"/>
            <a:chExt cx="321945" cy="325120"/>
          </a:xfrm>
        </p:grpSpPr>
        <p:sp>
          <p:nvSpPr>
            <p:cNvPr id="23" name="object 23"/>
            <p:cNvSpPr/>
            <p:nvPr/>
          </p:nvSpPr>
          <p:spPr>
            <a:xfrm>
              <a:off x="6405371" y="3113531"/>
              <a:ext cx="311150" cy="314325"/>
            </a:xfrm>
            <a:custGeom>
              <a:avLst/>
              <a:gdLst/>
              <a:ahLst/>
              <a:cxnLst/>
              <a:rect l="l" t="t" r="r" b="b"/>
              <a:pathLst>
                <a:path w="311150" h="314325">
                  <a:moveTo>
                    <a:pt x="155448" y="313944"/>
                  </a:moveTo>
                  <a:lnTo>
                    <a:pt x="106509" y="305958"/>
                  </a:lnTo>
                  <a:lnTo>
                    <a:pt x="63861" y="283707"/>
                  </a:lnTo>
                  <a:lnTo>
                    <a:pt x="30138" y="249753"/>
                  </a:lnTo>
                  <a:lnTo>
                    <a:pt x="7973" y="206654"/>
                  </a:lnTo>
                  <a:lnTo>
                    <a:pt x="0" y="156972"/>
                  </a:lnTo>
                  <a:lnTo>
                    <a:pt x="7973" y="107289"/>
                  </a:lnTo>
                  <a:lnTo>
                    <a:pt x="30138" y="64190"/>
                  </a:lnTo>
                  <a:lnTo>
                    <a:pt x="63861" y="30236"/>
                  </a:lnTo>
                  <a:lnTo>
                    <a:pt x="106509" y="7985"/>
                  </a:lnTo>
                  <a:lnTo>
                    <a:pt x="155448" y="0"/>
                  </a:lnTo>
                  <a:lnTo>
                    <a:pt x="204971" y="7985"/>
                  </a:lnTo>
                  <a:lnTo>
                    <a:pt x="247692" y="30236"/>
                  </a:lnTo>
                  <a:lnTo>
                    <a:pt x="281196" y="64190"/>
                  </a:lnTo>
                  <a:lnTo>
                    <a:pt x="303068" y="107289"/>
                  </a:lnTo>
                  <a:lnTo>
                    <a:pt x="310895" y="156972"/>
                  </a:lnTo>
                  <a:lnTo>
                    <a:pt x="303068" y="206654"/>
                  </a:lnTo>
                  <a:lnTo>
                    <a:pt x="281196" y="249753"/>
                  </a:lnTo>
                  <a:lnTo>
                    <a:pt x="247692" y="283707"/>
                  </a:lnTo>
                  <a:lnTo>
                    <a:pt x="204971" y="305958"/>
                  </a:lnTo>
                  <a:lnTo>
                    <a:pt x="155448" y="313944"/>
                  </a:lnTo>
                  <a:close/>
                </a:path>
              </a:pathLst>
            </a:custGeom>
            <a:solidFill>
              <a:srgbClr val="BFBFB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" name="object 24"/>
            <p:cNvSpPr/>
            <p:nvPr/>
          </p:nvSpPr>
          <p:spPr>
            <a:xfrm>
              <a:off x="6405371" y="3113531"/>
              <a:ext cx="311150" cy="314325"/>
            </a:xfrm>
            <a:custGeom>
              <a:avLst/>
              <a:gdLst/>
              <a:ahLst/>
              <a:cxnLst/>
              <a:rect l="l" t="t" r="r" b="b"/>
              <a:pathLst>
                <a:path w="311150" h="314325">
                  <a:moveTo>
                    <a:pt x="0" y="156972"/>
                  </a:moveTo>
                  <a:lnTo>
                    <a:pt x="7973" y="107289"/>
                  </a:lnTo>
                  <a:lnTo>
                    <a:pt x="30138" y="64190"/>
                  </a:lnTo>
                  <a:lnTo>
                    <a:pt x="63861" y="30236"/>
                  </a:lnTo>
                  <a:lnTo>
                    <a:pt x="106509" y="7985"/>
                  </a:lnTo>
                  <a:lnTo>
                    <a:pt x="155448" y="0"/>
                  </a:lnTo>
                  <a:lnTo>
                    <a:pt x="204971" y="7985"/>
                  </a:lnTo>
                  <a:lnTo>
                    <a:pt x="247692" y="30236"/>
                  </a:lnTo>
                  <a:lnTo>
                    <a:pt x="281196" y="64190"/>
                  </a:lnTo>
                  <a:lnTo>
                    <a:pt x="303068" y="107289"/>
                  </a:lnTo>
                  <a:lnTo>
                    <a:pt x="310895" y="156972"/>
                  </a:lnTo>
                  <a:lnTo>
                    <a:pt x="303068" y="206654"/>
                  </a:lnTo>
                  <a:lnTo>
                    <a:pt x="281196" y="249753"/>
                  </a:lnTo>
                  <a:lnTo>
                    <a:pt x="247692" y="283707"/>
                  </a:lnTo>
                  <a:lnTo>
                    <a:pt x="204971" y="305958"/>
                  </a:lnTo>
                  <a:lnTo>
                    <a:pt x="155448" y="313944"/>
                  </a:lnTo>
                  <a:lnTo>
                    <a:pt x="106509" y="305958"/>
                  </a:lnTo>
                  <a:lnTo>
                    <a:pt x="63861" y="283707"/>
                  </a:lnTo>
                  <a:lnTo>
                    <a:pt x="30138" y="249753"/>
                  </a:lnTo>
                  <a:lnTo>
                    <a:pt x="7973" y="206654"/>
                  </a:lnTo>
                  <a:lnTo>
                    <a:pt x="0" y="156972"/>
                  </a:lnTo>
                </a:path>
              </a:pathLst>
            </a:custGeom>
            <a:ln w="10668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5" name="object 25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6524243" y="3201924"/>
              <a:ext cx="76200" cy="124967"/>
            </a:xfrm>
            <a:prstGeom prst="rect">
              <a:avLst/>
            </a:prstGeom>
          </p:spPr>
        </p:pic>
      </p:grpSp>
      <p:grpSp>
        <p:nvGrpSpPr>
          <p:cNvPr id="26" name="object 26"/>
          <p:cNvGrpSpPr/>
          <p:nvPr/>
        </p:nvGrpSpPr>
        <p:grpSpPr>
          <a:xfrm>
            <a:off x="7253478" y="4158234"/>
            <a:ext cx="321945" cy="325120"/>
            <a:chOff x="7253478" y="4158234"/>
            <a:chExt cx="321945" cy="325120"/>
          </a:xfrm>
        </p:grpSpPr>
        <p:sp>
          <p:nvSpPr>
            <p:cNvPr id="27" name="object 27"/>
            <p:cNvSpPr/>
            <p:nvPr/>
          </p:nvSpPr>
          <p:spPr>
            <a:xfrm>
              <a:off x="7258812" y="4163568"/>
              <a:ext cx="311150" cy="314325"/>
            </a:xfrm>
            <a:custGeom>
              <a:avLst/>
              <a:gdLst/>
              <a:ahLst/>
              <a:cxnLst/>
              <a:rect l="l" t="t" r="r" b="b"/>
              <a:pathLst>
                <a:path w="311150" h="314325">
                  <a:moveTo>
                    <a:pt x="155448" y="313944"/>
                  </a:moveTo>
                  <a:lnTo>
                    <a:pt x="106509" y="305958"/>
                  </a:lnTo>
                  <a:lnTo>
                    <a:pt x="63861" y="283707"/>
                  </a:lnTo>
                  <a:lnTo>
                    <a:pt x="30138" y="249753"/>
                  </a:lnTo>
                  <a:lnTo>
                    <a:pt x="7973" y="206654"/>
                  </a:lnTo>
                  <a:lnTo>
                    <a:pt x="0" y="156972"/>
                  </a:lnTo>
                  <a:lnTo>
                    <a:pt x="7973" y="107289"/>
                  </a:lnTo>
                  <a:lnTo>
                    <a:pt x="30138" y="64190"/>
                  </a:lnTo>
                  <a:lnTo>
                    <a:pt x="63861" y="30236"/>
                  </a:lnTo>
                  <a:lnTo>
                    <a:pt x="106509" y="7985"/>
                  </a:lnTo>
                  <a:lnTo>
                    <a:pt x="155448" y="0"/>
                  </a:lnTo>
                  <a:lnTo>
                    <a:pt x="204386" y="7985"/>
                  </a:lnTo>
                  <a:lnTo>
                    <a:pt x="247034" y="30236"/>
                  </a:lnTo>
                  <a:lnTo>
                    <a:pt x="280757" y="64190"/>
                  </a:lnTo>
                  <a:lnTo>
                    <a:pt x="302922" y="107289"/>
                  </a:lnTo>
                  <a:lnTo>
                    <a:pt x="310895" y="156972"/>
                  </a:lnTo>
                  <a:lnTo>
                    <a:pt x="302922" y="206654"/>
                  </a:lnTo>
                  <a:lnTo>
                    <a:pt x="280757" y="249753"/>
                  </a:lnTo>
                  <a:lnTo>
                    <a:pt x="247034" y="283707"/>
                  </a:lnTo>
                  <a:lnTo>
                    <a:pt x="204386" y="305958"/>
                  </a:lnTo>
                  <a:lnTo>
                    <a:pt x="155448" y="313944"/>
                  </a:lnTo>
                  <a:close/>
                </a:path>
              </a:pathLst>
            </a:custGeom>
            <a:solidFill>
              <a:srgbClr val="BFBFB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" name="object 28"/>
            <p:cNvSpPr/>
            <p:nvPr/>
          </p:nvSpPr>
          <p:spPr>
            <a:xfrm>
              <a:off x="7258812" y="4163568"/>
              <a:ext cx="311150" cy="314325"/>
            </a:xfrm>
            <a:custGeom>
              <a:avLst/>
              <a:gdLst/>
              <a:ahLst/>
              <a:cxnLst/>
              <a:rect l="l" t="t" r="r" b="b"/>
              <a:pathLst>
                <a:path w="311150" h="314325">
                  <a:moveTo>
                    <a:pt x="0" y="156972"/>
                  </a:moveTo>
                  <a:lnTo>
                    <a:pt x="7973" y="107289"/>
                  </a:lnTo>
                  <a:lnTo>
                    <a:pt x="30138" y="64190"/>
                  </a:lnTo>
                  <a:lnTo>
                    <a:pt x="63861" y="30236"/>
                  </a:lnTo>
                  <a:lnTo>
                    <a:pt x="106509" y="7985"/>
                  </a:lnTo>
                  <a:lnTo>
                    <a:pt x="155448" y="0"/>
                  </a:lnTo>
                  <a:lnTo>
                    <a:pt x="204386" y="7985"/>
                  </a:lnTo>
                  <a:lnTo>
                    <a:pt x="247034" y="30236"/>
                  </a:lnTo>
                  <a:lnTo>
                    <a:pt x="280757" y="64190"/>
                  </a:lnTo>
                  <a:lnTo>
                    <a:pt x="302922" y="107289"/>
                  </a:lnTo>
                  <a:lnTo>
                    <a:pt x="310895" y="156972"/>
                  </a:lnTo>
                  <a:lnTo>
                    <a:pt x="302922" y="206654"/>
                  </a:lnTo>
                  <a:lnTo>
                    <a:pt x="280757" y="249753"/>
                  </a:lnTo>
                  <a:lnTo>
                    <a:pt x="247034" y="283707"/>
                  </a:lnTo>
                  <a:lnTo>
                    <a:pt x="204386" y="305958"/>
                  </a:lnTo>
                  <a:lnTo>
                    <a:pt x="155448" y="313944"/>
                  </a:lnTo>
                  <a:lnTo>
                    <a:pt x="106509" y="305958"/>
                  </a:lnTo>
                  <a:lnTo>
                    <a:pt x="63861" y="283707"/>
                  </a:lnTo>
                  <a:lnTo>
                    <a:pt x="30138" y="249753"/>
                  </a:lnTo>
                  <a:lnTo>
                    <a:pt x="7973" y="206654"/>
                  </a:lnTo>
                  <a:lnTo>
                    <a:pt x="0" y="156972"/>
                  </a:lnTo>
                </a:path>
              </a:pathLst>
            </a:custGeom>
            <a:ln w="10668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9" name="object 29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7373112" y="4250436"/>
              <a:ext cx="83820" cy="131064"/>
            </a:xfrm>
            <a:prstGeom prst="rect">
              <a:avLst/>
            </a:prstGeom>
          </p:spPr>
        </p:pic>
      </p:grpSp>
      <p:grpSp>
        <p:nvGrpSpPr>
          <p:cNvPr id="30" name="object 30"/>
          <p:cNvGrpSpPr/>
          <p:nvPr/>
        </p:nvGrpSpPr>
        <p:grpSpPr>
          <a:xfrm>
            <a:off x="3714750" y="3137153"/>
            <a:ext cx="318770" cy="326390"/>
            <a:chOff x="3714750" y="3137153"/>
            <a:chExt cx="318770" cy="326390"/>
          </a:xfrm>
        </p:grpSpPr>
        <p:sp>
          <p:nvSpPr>
            <p:cNvPr id="31" name="object 31"/>
            <p:cNvSpPr/>
            <p:nvPr/>
          </p:nvSpPr>
          <p:spPr>
            <a:xfrm>
              <a:off x="3720083" y="3142487"/>
              <a:ext cx="307975" cy="315595"/>
            </a:xfrm>
            <a:custGeom>
              <a:avLst/>
              <a:gdLst/>
              <a:ahLst/>
              <a:cxnLst/>
              <a:rect l="l" t="t" r="r" b="b"/>
              <a:pathLst>
                <a:path w="307975" h="315595">
                  <a:moveTo>
                    <a:pt x="153924" y="315467"/>
                  </a:moveTo>
                  <a:lnTo>
                    <a:pt x="105143" y="307323"/>
                  </a:lnTo>
                  <a:lnTo>
                    <a:pt x="62874" y="284695"/>
                  </a:lnTo>
                  <a:lnTo>
                    <a:pt x="29602" y="250289"/>
                  </a:lnTo>
                  <a:lnTo>
                    <a:pt x="7815" y="206812"/>
                  </a:lnTo>
                  <a:lnTo>
                    <a:pt x="0" y="156972"/>
                  </a:lnTo>
                  <a:lnTo>
                    <a:pt x="7815" y="107289"/>
                  </a:lnTo>
                  <a:lnTo>
                    <a:pt x="29602" y="64190"/>
                  </a:lnTo>
                  <a:lnTo>
                    <a:pt x="62874" y="30236"/>
                  </a:lnTo>
                  <a:lnTo>
                    <a:pt x="105143" y="7985"/>
                  </a:lnTo>
                  <a:lnTo>
                    <a:pt x="153924" y="0"/>
                  </a:lnTo>
                  <a:lnTo>
                    <a:pt x="202118" y="7985"/>
                  </a:lnTo>
                  <a:lnTo>
                    <a:pt x="244315" y="30236"/>
                  </a:lnTo>
                  <a:lnTo>
                    <a:pt x="277806" y="64190"/>
                  </a:lnTo>
                  <a:lnTo>
                    <a:pt x="299886" y="107289"/>
                  </a:lnTo>
                  <a:lnTo>
                    <a:pt x="307848" y="156972"/>
                  </a:lnTo>
                  <a:lnTo>
                    <a:pt x="299886" y="206812"/>
                  </a:lnTo>
                  <a:lnTo>
                    <a:pt x="277806" y="250289"/>
                  </a:lnTo>
                  <a:lnTo>
                    <a:pt x="244315" y="284695"/>
                  </a:lnTo>
                  <a:lnTo>
                    <a:pt x="202118" y="307323"/>
                  </a:lnTo>
                  <a:lnTo>
                    <a:pt x="153924" y="315467"/>
                  </a:lnTo>
                  <a:close/>
                </a:path>
              </a:pathLst>
            </a:custGeom>
            <a:solidFill>
              <a:srgbClr val="BFBFB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" name="object 32"/>
            <p:cNvSpPr/>
            <p:nvPr/>
          </p:nvSpPr>
          <p:spPr>
            <a:xfrm>
              <a:off x="3720083" y="3142487"/>
              <a:ext cx="307975" cy="315595"/>
            </a:xfrm>
            <a:custGeom>
              <a:avLst/>
              <a:gdLst/>
              <a:ahLst/>
              <a:cxnLst/>
              <a:rect l="l" t="t" r="r" b="b"/>
              <a:pathLst>
                <a:path w="307975" h="315595">
                  <a:moveTo>
                    <a:pt x="0" y="156972"/>
                  </a:moveTo>
                  <a:lnTo>
                    <a:pt x="7815" y="107289"/>
                  </a:lnTo>
                  <a:lnTo>
                    <a:pt x="29602" y="64190"/>
                  </a:lnTo>
                  <a:lnTo>
                    <a:pt x="62874" y="30236"/>
                  </a:lnTo>
                  <a:lnTo>
                    <a:pt x="105143" y="7985"/>
                  </a:lnTo>
                  <a:lnTo>
                    <a:pt x="153924" y="0"/>
                  </a:lnTo>
                  <a:lnTo>
                    <a:pt x="202118" y="7985"/>
                  </a:lnTo>
                  <a:lnTo>
                    <a:pt x="244315" y="30236"/>
                  </a:lnTo>
                  <a:lnTo>
                    <a:pt x="277806" y="64190"/>
                  </a:lnTo>
                  <a:lnTo>
                    <a:pt x="299886" y="107289"/>
                  </a:lnTo>
                  <a:lnTo>
                    <a:pt x="307848" y="156972"/>
                  </a:lnTo>
                  <a:lnTo>
                    <a:pt x="299886" y="206812"/>
                  </a:lnTo>
                  <a:lnTo>
                    <a:pt x="277806" y="250289"/>
                  </a:lnTo>
                  <a:lnTo>
                    <a:pt x="244315" y="284695"/>
                  </a:lnTo>
                  <a:lnTo>
                    <a:pt x="202118" y="307323"/>
                  </a:lnTo>
                  <a:lnTo>
                    <a:pt x="153924" y="315467"/>
                  </a:lnTo>
                  <a:lnTo>
                    <a:pt x="105143" y="307323"/>
                  </a:lnTo>
                  <a:lnTo>
                    <a:pt x="62874" y="284695"/>
                  </a:lnTo>
                  <a:lnTo>
                    <a:pt x="29602" y="250289"/>
                  </a:lnTo>
                  <a:lnTo>
                    <a:pt x="7815" y="206812"/>
                  </a:lnTo>
                  <a:lnTo>
                    <a:pt x="0" y="156972"/>
                  </a:lnTo>
                </a:path>
              </a:pathLst>
            </a:custGeom>
            <a:ln w="10668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" name="object 33"/>
            <p:cNvSpPr/>
            <p:nvPr/>
          </p:nvSpPr>
          <p:spPr>
            <a:xfrm>
              <a:off x="3846576" y="3229356"/>
              <a:ext cx="52069" cy="128270"/>
            </a:xfrm>
            <a:custGeom>
              <a:avLst/>
              <a:gdLst/>
              <a:ahLst/>
              <a:cxnLst/>
              <a:rect l="l" t="t" r="r" b="b"/>
              <a:pathLst>
                <a:path w="52070" h="128270">
                  <a:moveTo>
                    <a:pt x="47244" y="128015"/>
                  </a:moveTo>
                  <a:lnTo>
                    <a:pt x="44196" y="128015"/>
                  </a:lnTo>
                  <a:lnTo>
                    <a:pt x="7620" y="128015"/>
                  </a:lnTo>
                  <a:lnTo>
                    <a:pt x="6096" y="126491"/>
                  </a:lnTo>
                  <a:lnTo>
                    <a:pt x="4572" y="126491"/>
                  </a:lnTo>
                  <a:lnTo>
                    <a:pt x="1524" y="124967"/>
                  </a:lnTo>
                  <a:lnTo>
                    <a:pt x="0" y="123443"/>
                  </a:lnTo>
                  <a:lnTo>
                    <a:pt x="0" y="114299"/>
                  </a:lnTo>
                  <a:lnTo>
                    <a:pt x="4572" y="112775"/>
                  </a:lnTo>
                  <a:lnTo>
                    <a:pt x="19812" y="112775"/>
                  </a:lnTo>
                  <a:lnTo>
                    <a:pt x="19812" y="100583"/>
                  </a:lnTo>
                  <a:lnTo>
                    <a:pt x="18288" y="96011"/>
                  </a:lnTo>
                  <a:lnTo>
                    <a:pt x="18288" y="89915"/>
                  </a:lnTo>
                  <a:lnTo>
                    <a:pt x="18526" y="83629"/>
                  </a:lnTo>
                  <a:lnTo>
                    <a:pt x="19573" y="67627"/>
                  </a:lnTo>
                  <a:lnTo>
                    <a:pt x="19812" y="57911"/>
                  </a:lnTo>
                  <a:lnTo>
                    <a:pt x="21907" y="39623"/>
                  </a:lnTo>
                  <a:lnTo>
                    <a:pt x="22598" y="32194"/>
                  </a:lnTo>
                  <a:lnTo>
                    <a:pt x="22860" y="25907"/>
                  </a:lnTo>
                  <a:lnTo>
                    <a:pt x="15240" y="32003"/>
                  </a:lnTo>
                  <a:lnTo>
                    <a:pt x="10668" y="35051"/>
                  </a:lnTo>
                  <a:lnTo>
                    <a:pt x="6096" y="35051"/>
                  </a:lnTo>
                  <a:lnTo>
                    <a:pt x="0" y="28955"/>
                  </a:lnTo>
                  <a:lnTo>
                    <a:pt x="0" y="24383"/>
                  </a:lnTo>
                  <a:lnTo>
                    <a:pt x="7620" y="16763"/>
                  </a:lnTo>
                  <a:lnTo>
                    <a:pt x="10668" y="15239"/>
                  </a:lnTo>
                  <a:lnTo>
                    <a:pt x="13716" y="12191"/>
                  </a:lnTo>
                  <a:lnTo>
                    <a:pt x="19812" y="7619"/>
                  </a:lnTo>
                  <a:lnTo>
                    <a:pt x="24384" y="3047"/>
                  </a:lnTo>
                  <a:lnTo>
                    <a:pt x="28956" y="0"/>
                  </a:lnTo>
                  <a:lnTo>
                    <a:pt x="36576" y="0"/>
                  </a:lnTo>
                  <a:lnTo>
                    <a:pt x="38100" y="1523"/>
                  </a:lnTo>
                  <a:lnTo>
                    <a:pt x="38076" y="38671"/>
                  </a:lnTo>
                  <a:lnTo>
                    <a:pt x="37909" y="44957"/>
                  </a:lnTo>
                  <a:lnTo>
                    <a:pt x="37457" y="52387"/>
                  </a:lnTo>
                  <a:lnTo>
                    <a:pt x="35694" y="70413"/>
                  </a:lnTo>
                  <a:lnTo>
                    <a:pt x="35242" y="78295"/>
                  </a:lnTo>
                  <a:lnTo>
                    <a:pt x="35052" y="109727"/>
                  </a:lnTo>
                  <a:lnTo>
                    <a:pt x="36576" y="111251"/>
                  </a:lnTo>
                  <a:lnTo>
                    <a:pt x="47244" y="111251"/>
                  </a:lnTo>
                  <a:lnTo>
                    <a:pt x="51816" y="115823"/>
                  </a:lnTo>
                  <a:lnTo>
                    <a:pt x="51816" y="123443"/>
                  </a:lnTo>
                  <a:lnTo>
                    <a:pt x="47244" y="128015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34" name="object 34"/>
          <p:cNvSpPr/>
          <p:nvPr/>
        </p:nvSpPr>
        <p:spPr>
          <a:xfrm>
            <a:off x="6021323" y="4477511"/>
            <a:ext cx="525780" cy="848994"/>
          </a:xfrm>
          <a:custGeom>
            <a:avLst/>
            <a:gdLst/>
            <a:ahLst/>
            <a:cxnLst/>
            <a:rect l="l" t="t" r="r" b="b"/>
            <a:pathLst>
              <a:path w="525779" h="848995">
                <a:moveTo>
                  <a:pt x="0" y="0"/>
                </a:moveTo>
                <a:lnTo>
                  <a:pt x="525780" y="848868"/>
                </a:lnTo>
              </a:path>
            </a:pathLst>
          </a:custGeom>
          <a:ln w="10668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" name="object 35"/>
          <p:cNvSpPr/>
          <p:nvPr/>
        </p:nvSpPr>
        <p:spPr>
          <a:xfrm>
            <a:off x="4037076" y="3267455"/>
            <a:ext cx="2380615" cy="29209"/>
          </a:xfrm>
          <a:custGeom>
            <a:avLst/>
            <a:gdLst/>
            <a:ahLst/>
            <a:cxnLst/>
            <a:rect l="l" t="t" r="r" b="b"/>
            <a:pathLst>
              <a:path w="2380615" h="29210">
                <a:moveTo>
                  <a:pt x="0" y="28955"/>
                </a:moveTo>
                <a:lnTo>
                  <a:pt x="2380488" y="0"/>
                </a:lnTo>
              </a:path>
            </a:pathLst>
          </a:custGeom>
          <a:ln w="10668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36" name="object 36"/>
          <p:cNvGrpSpPr/>
          <p:nvPr/>
        </p:nvGrpSpPr>
        <p:grpSpPr>
          <a:xfrm>
            <a:off x="6497573" y="5275325"/>
            <a:ext cx="318770" cy="321945"/>
            <a:chOff x="6497573" y="5275325"/>
            <a:chExt cx="318770" cy="321945"/>
          </a:xfrm>
        </p:grpSpPr>
        <p:sp>
          <p:nvSpPr>
            <p:cNvPr id="37" name="object 37"/>
            <p:cNvSpPr/>
            <p:nvPr/>
          </p:nvSpPr>
          <p:spPr>
            <a:xfrm>
              <a:off x="6502907" y="5280659"/>
              <a:ext cx="307975" cy="311150"/>
            </a:xfrm>
            <a:custGeom>
              <a:avLst/>
              <a:gdLst/>
              <a:ahLst/>
              <a:cxnLst/>
              <a:rect l="l" t="t" r="r" b="b"/>
              <a:pathLst>
                <a:path w="307975" h="311150">
                  <a:moveTo>
                    <a:pt x="153924" y="310896"/>
                  </a:moveTo>
                  <a:lnTo>
                    <a:pt x="105143" y="302922"/>
                  </a:lnTo>
                  <a:lnTo>
                    <a:pt x="62874" y="280757"/>
                  </a:lnTo>
                  <a:lnTo>
                    <a:pt x="29602" y="247034"/>
                  </a:lnTo>
                  <a:lnTo>
                    <a:pt x="7815" y="204386"/>
                  </a:lnTo>
                  <a:lnTo>
                    <a:pt x="0" y="155448"/>
                  </a:lnTo>
                  <a:lnTo>
                    <a:pt x="7815" y="106509"/>
                  </a:lnTo>
                  <a:lnTo>
                    <a:pt x="29602" y="63861"/>
                  </a:lnTo>
                  <a:lnTo>
                    <a:pt x="62874" y="30138"/>
                  </a:lnTo>
                  <a:lnTo>
                    <a:pt x="105143" y="7973"/>
                  </a:lnTo>
                  <a:lnTo>
                    <a:pt x="153924" y="0"/>
                  </a:lnTo>
                  <a:lnTo>
                    <a:pt x="202704" y="7973"/>
                  </a:lnTo>
                  <a:lnTo>
                    <a:pt x="244973" y="30138"/>
                  </a:lnTo>
                  <a:lnTo>
                    <a:pt x="278245" y="63861"/>
                  </a:lnTo>
                  <a:lnTo>
                    <a:pt x="300032" y="106509"/>
                  </a:lnTo>
                  <a:lnTo>
                    <a:pt x="307848" y="155448"/>
                  </a:lnTo>
                  <a:lnTo>
                    <a:pt x="300032" y="204386"/>
                  </a:lnTo>
                  <a:lnTo>
                    <a:pt x="278245" y="247034"/>
                  </a:lnTo>
                  <a:lnTo>
                    <a:pt x="244973" y="280757"/>
                  </a:lnTo>
                  <a:lnTo>
                    <a:pt x="202704" y="302922"/>
                  </a:lnTo>
                  <a:lnTo>
                    <a:pt x="153924" y="310896"/>
                  </a:lnTo>
                  <a:close/>
                </a:path>
              </a:pathLst>
            </a:custGeom>
            <a:solidFill>
              <a:srgbClr val="BFBFB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" name="object 38"/>
            <p:cNvSpPr/>
            <p:nvPr/>
          </p:nvSpPr>
          <p:spPr>
            <a:xfrm>
              <a:off x="6502907" y="5280659"/>
              <a:ext cx="307975" cy="311150"/>
            </a:xfrm>
            <a:custGeom>
              <a:avLst/>
              <a:gdLst/>
              <a:ahLst/>
              <a:cxnLst/>
              <a:rect l="l" t="t" r="r" b="b"/>
              <a:pathLst>
                <a:path w="307975" h="311150">
                  <a:moveTo>
                    <a:pt x="0" y="155448"/>
                  </a:moveTo>
                  <a:lnTo>
                    <a:pt x="7815" y="106509"/>
                  </a:lnTo>
                  <a:lnTo>
                    <a:pt x="29602" y="63861"/>
                  </a:lnTo>
                  <a:lnTo>
                    <a:pt x="62874" y="30138"/>
                  </a:lnTo>
                  <a:lnTo>
                    <a:pt x="105143" y="7973"/>
                  </a:lnTo>
                  <a:lnTo>
                    <a:pt x="153924" y="0"/>
                  </a:lnTo>
                  <a:lnTo>
                    <a:pt x="202704" y="7973"/>
                  </a:lnTo>
                  <a:lnTo>
                    <a:pt x="244973" y="30138"/>
                  </a:lnTo>
                  <a:lnTo>
                    <a:pt x="278245" y="63861"/>
                  </a:lnTo>
                  <a:lnTo>
                    <a:pt x="300032" y="106509"/>
                  </a:lnTo>
                  <a:lnTo>
                    <a:pt x="307848" y="155448"/>
                  </a:lnTo>
                  <a:lnTo>
                    <a:pt x="300032" y="204386"/>
                  </a:lnTo>
                  <a:lnTo>
                    <a:pt x="278245" y="247034"/>
                  </a:lnTo>
                  <a:lnTo>
                    <a:pt x="244973" y="280757"/>
                  </a:lnTo>
                  <a:lnTo>
                    <a:pt x="202704" y="302922"/>
                  </a:lnTo>
                  <a:lnTo>
                    <a:pt x="153924" y="310896"/>
                  </a:lnTo>
                  <a:lnTo>
                    <a:pt x="105143" y="302922"/>
                  </a:lnTo>
                  <a:lnTo>
                    <a:pt x="62874" y="280757"/>
                  </a:lnTo>
                  <a:lnTo>
                    <a:pt x="29602" y="247034"/>
                  </a:lnTo>
                  <a:lnTo>
                    <a:pt x="7815" y="204386"/>
                  </a:lnTo>
                  <a:lnTo>
                    <a:pt x="0" y="155448"/>
                  </a:lnTo>
                </a:path>
              </a:pathLst>
            </a:custGeom>
            <a:ln w="10668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39" name="object 39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6611111" y="5370575"/>
              <a:ext cx="92964" cy="128015"/>
            </a:xfrm>
            <a:prstGeom prst="rect">
              <a:avLst/>
            </a:prstGeom>
          </p:spPr>
        </p:pic>
      </p:grpSp>
      <p:grpSp>
        <p:nvGrpSpPr>
          <p:cNvPr id="40" name="object 40"/>
          <p:cNvGrpSpPr/>
          <p:nvPr/>
        </p:nvGrpSpPr>
        <p:grpSpPr>
          <a:xfrm>
            <a:off x="3252977" y="3408426"/>
            <a:ext cx="513715" cy="1396365"/>
            <a:chOff x="3252977" y="3408426"/>
            <a:chExt cx="513715" cy="1396365"/>
          </a:xfrm>
        </p:grpSpPr>
        <p:sp>
          <p:nvSpPr>
            <p:cNvPr id="41" name="object 41"/>
            <p:cNvSpPr/>
            <p:nvPr/>
          </p:nvSpPr>
          <p:spPr>
            <a:xfrm>
              <a:off x="3412235" y="3413760"/>
              <a:ext cx="349250" cy="1069975"/>
            </a:xfrm>
            <a:custGeom>
              <a:avLst/>
              <a:gdLst/>
              <a:ahLst/>
              <a:cxnLst/>
              <a:rect l="l" t="t" r="r" b="b"/>
              <a:pathLst>
                <a:path w="349250" h="1069975">
                  <a:moveTo>
                    <a:pt x="348996" y="0"/>
                  </a:moveTo>
                  <a:lnTo>
                    <a:pt x="0" y="1069848"/>
                  </a:lnTo>
                </a:path>
              </a:pathLst>
            </a:custGeom>
            <a:ln w="10668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" name="object 42"/>
            <p:cNvSpPr/>
            <p:nvPr/>
          </p:nvSpPr>
          <p:spPr>
            <a:xfrm>
              <a:off x="3258311" y="4480560"/>
              <a:ext cx="311150" cy="318770"/>
            </a:xfrm>
            <a:custGeom>
              <a:avLst/>
              <a:gdLst/>
              <a:ahLst/>
              <a:cxnLst/>
              <a:rect l="l" t="t" r="r" b="b"/>
              <a:pathLst>
                <a:path w="311150" h="318770">
                  <a:moveTo>
                    <a:pt x="155448" y="318515"/>
                  </a:moveTo>
                  <a:lnTo>
                    <a:pt x="105924" y="310371"/>
                  </a:lnTo>
                  <a:lnTo>
                    <a:pt x="63203" y="287743"/>
                  </a:lnTo>
                  <a:lnTo>
                    <a:pt x="29699" y="253337"/>
                  </a:lnTo>
                  <a:lnTo>
                    <a:pt x="7827" y="209860"/>
                  </a:lnTo>
                  <a:lnTo>
                    <a:pt x="0" y="160019"/>
                  </a:lnTo>
                  <a:lnTo>
                    <a:pt x="7827" y="109435"/>
                  </a:lnTo>
                  <a:lnTo>
                    <a:pt x="29699" y="65507"/>
                  </a:lnTo>
                  <a:lnTo>
                    <a:pt x="63203" y="30870"/>
                  </a:lnTo>
                  <a:lnTo>
                    <a:pt x="105924" y="8156"/>
                  </a:lnTo>
                  <a:lnTo>
                    <a:pt x="155448" y="0"/>
                  </a:lnTo>
                  <a:lnTo>
                    <a:pt x="204386" y="8156"/>
                  </a:lnTo>
                  <a:lnTo>
                    <a:pt x="247034" y="30870"/>
                  </a:lnTo>
                  <a:lnTo>
                    <a:pt x="280757" y="65507"/>
                  </a:lnTo>
                  <a:lnTo>
                    <a:pt x="302922" y="109435"/>
                  </a:lnTo>
                  <a:lnTo>
                    <a:pt x="310895" y="160019"/>
                  </a:lnTo>
                  <a:lnTo>
                    <a:pt x="302922" y="209860"/>
                  </a:lnTo>
                  <a:lnTo>
                    <a:pt x="280757" y="253337"/>
                  </a:lnTo>
                  <a:lnTo>
                    <a:pt x="247034" y="287743"/>
                  </a:lnTo>
                  <a:lnTo>
                    <a:pt x="204386" y="310371"/>
                  </a:lnTo>
                  <a:lnTo>
                    <a:pt x="155448" y="318515"/>
                  </a:lnTo>
                  <a:close/>
                </a:path>
              </a:pathLst>
            </a:custGeom>
            <a:solidFill>
              <a:srgbClr val="BFBFB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" name="object 43"/>
            <p:cNvSpPr/>
            <p:nvPr/>
          </p:nvSpPr>
          <p:spPr>
            <a:xfrm>
              <a:off x="3258311" y="4480560"/>
              <a:ext cx="311150" cy="318770"/>
            </a:xfrm>
            <a:custGeom>
              <a:avLst/>
              <a:gdLst/>
              <a:ahLst/>
              <a:cxnLst/>
              <a:rect l="l" t="t" r="r" b="b"/>
              <a:pathLst>
                <a:path w="311150" h="318770">
                  <a:moveTo>
                    <a:pt x="0" y="160019"/>
                  </a:moveTo>
                  <a:lnTo>
                    <a:pt x="7827" y="109435"/>
                  </a:lnTo>
                  <a:lnTo>
                    <a:pt x="29699" y="65507"/>
                  </a:lnTo>
                  <a:lnTo>
                    <a:pt x="63203" y="30870"/>
                  </a:lnTo>
                  <a:lnTo>
                    <a:pt x="105924" y="8156"/>
                  </a:lnTo>
                  <a:lnTo>
                    <a:pt x="155448" y="0"/>
                  </a:lnTo>
                  <a:lnTo>
                    <a:pt x="204386" y="8156"/>
                  </a:lnTo>
                  <a:lnTo>
                    <a:pt x="247034" y="30870"/>
                  </a:lnTo>
                  <a:lnTo>
                    <a:pt x="280757" y="65507"/>
                  </a:lnTo>
                  <a:lnTo>
                    <a:pt x="302922" y="109435"/>
                  </a:lnTo>
                  <a:lnTo>
                    <a:pt x="310895" y="160019"/>
                  </a:lnTo>
                  <a:lnTo>
                    <a:pt x="302922" y="209860"/>
                  </a:lnTo>
                  <a:lnTo>
                    <a:pt x="280757" y="253337"/>
                  </a:lnTo>
                  <a:lnTo>
                    <a:pt x="247034" y="287743"/>
                  </a:lnTo>
                  <a:lnTo>
                    <a:pt x="204386" y="310371"/>
                  </a:lnTo>
                  <a:lnTo>
                    <a:pt x="155448" y="318515"/>
                  </a:lnTo>
                  <a:lnTo>
                    <a:pt x="105924" y="310371"/>
                  </a:lnTo>
                  <a:lnTo>
                    <a:pt x="63203" y="287743"/>
                  </a:lnTo>
                  <a:lnTo>
                    <a:pt x="29699" y="253337"/>
                  </a:lnTo>
                  <a:lnTo>
                    <a:pt x="7827" y="209860"/>
                  </a:lnTo>
                  <a:lnTo>
                    <a:pt x="0" y="160019"/>
                  </a:lnTo>
                </a:path>
              </a:pathLst>
            </a:custGeom>
            <a:ln w="10668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44" name="object 44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3372611" y="4572000"/>
              <a:ext cx="76200" cy="129540"/>
            </a:xfrm>
            <a:prstGeom prst="rect">
              <a:avLst/>
            </a:prstGeom>
          </p:spPr>
        </p:pic>
      </p:grpSp>
      <p:grpSp>
        <p:nvGrpSpPr>
          <p:cNvPr id="45" name="object 45"/>
          <p:cNvGrpSpPr/>
          <p:nvPr/>
        </p:nvGrpSpPr>
        <p:grpSpPr>
          <a:xfrm>
            <a:off x="5859017" y="4158234"/>
            <a:ext cx="321945" cy="325120"/>
            <a:chOff x="5859017" y="4158234"/>
            <a:chExt cx="321945" cy="325120"/>
          </a:xfrm>
        </p:grpSpPr>
        <p:sp>
          <p:nvSpPr>
            <p:cNvPr id="46" name="object 46"/>
            <p:cNvSpPr/>
            <p:nvPr/>
          </p:nvSpPr>
          <p:spPr>
            <a:xfrm>
              <a:off x="5864351" y="4163568"/>
              <a:ext cx="311150" cy="314325"/>
            </a:xfrm>
            <a:custGeom>
              <a:avLst/>
              <a:gdLst/>
              <a:ahLst/>
              <a:cxnLst/>
              <a:rect l="l" t="t" r="r" b="b"/>
              <a:pathLst>
                <a:path w="311150" h="314325">
                  <a:moveTo>
                    <a:pt x="155448" y="313944"/>
                  </a:moveTo>
                  <a:lnTo>
                    <a:pt x="105924" y="305958"/>
                  </a:lnTo>
                  <a:lnTo>
                    <a:pt x="63203" y="283707"/>
                  </a:lnTo>
                  <a:lnTo>
                    <a:pt x="29699" y="249753"/>
                  </a:lnTo>
                  <a:lnTo>
                    <a:pt x="7827" y="206654"/>
                  </a:lnTo>
                  <a:lnTo>
                    <a:pt x="0" y="156972"/>
                  </a:lnTo>
                  <a:lnTo>
                    <a:pt x="7827" y="107289"/>
                  </a:lnTo>
                  <a:lnTo>
                    <a:pt x="29699" y="64190"/>
                  </a:lnTo>
                  <a:lnTo>
                    <a:pt x="63203" y="30236"/>
                  </a:lnTo>
                  <a:lnTo>
                    <a:pt x="105924" y="7985"/>
                  </a:lnTo>
                  <a:lnTo>
                    <a:pt x="155448" y="0"/>
                  </a:lnTo>
                  <a:lnTo>
                    <a:pt x="204386" y="7985"/>
                  </a:lnTo>
                  <a:lnTo>
                    <a:pt x="247034" y="30236"/>
                  </a:lnTo>
                  <a:lnTo>
                    <a:pt x="280757" y="64190"/>
                  </a:lnTo>
                  <a:lnTo>
                    <a:pt x="302922" y="107289"/>
                  </a:lnTo>
                  <a:lnTo>
                    <a:pt x="310895" y="156972"/>
                  </a:lnTo>
                  <a:lnTo>
                    <a:pt x="302922" y="206654"/>
                  </a:lnTo>
                  <a:lnTo>
                    <a:pt x="280757" y="249753"/>
                  </a:lnTo>
                  <a:lnTo>
                    <a:pt x="247034" y="283707"/>
                  </a:lnTo>
                  <a:lnTo>
                    <a:pt x="204386" y="305958"/>
                  </a:lnTo>
                  <a:lnTo>
                    <a:pt x="155448" y="313944"/>
                  </a:lnTo>
                  <a:close/>
                </a:path>
              </a:pathLst>
            </a:custGeom>
            <a:solidFill>
              <a:srgbClr val="BFBFB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" name="object 47"/>
            <p:cNvSpPr/>
            <p:nvPr/>
          </p:nvSpPr>
          <p:spPr>
            <a:xfrm>
              <a:off x="5864351" y="4163568"/>
              <a:ext cx="311150" cy="314325"/>
            </a:xfrm>
            <a:custGeom>
              <a:avLst/>
              <a:gdLst/>
              <a:ahLst/>
              <a:cxnLst/>
              <a:rect l="l" t="t" r="r" b="b"/>
              <a:pathLst>
                <a:path w="311150" h="314325">
                  <a:moveTo>
                    <a:pt x="0" y="156972"/>
                  </a:moveTo>
                  <a:lnTo>
                    <a:pt x="7827" y="107289"/>
                  </a:lnTo>
                  <a:lnTo>
                    <a:pt x="29699" y="64190"/>
                  </a:lnTo>
                  <a:lnTo>
                    <a:pt x="63203" y="30236"/>
                  </a:lnTo>
                  <a:lnTo>
                    <a:pt x="105924" y="7985"/>
                  </a:lnTo>
                  <a:lnTo>
                    <a:pt x="155448" y="0"/>
                  </a:lnTo>
                  <a:lnTo>
                    <a:pt x="204386" y="7985"/>
                  </a:lnTo>
                  <a:lnTo>
                    <a:pt x="247034" y="30236"/>
                  </a:lnTo>
                  <a:lnTo>
                    <a:pt x="280757" y="64190"/>
                  </a:lnTo>
                  <a:lnTo>
                    <a:pt x="302922" y="107289"/>
                  </a:lnTo>
                  <a:lnTo>
                    <a:pt x="310895" y="156972"/>
                  </a:lnTo>
                  <a:lnTo>
                    <a:pt x="302922" y="206654"/>
                  </a:lnTo>
                  <a:lnTo>
                    <a:pt x="280757" y="249753"/>
                  </a:lnTo>
                  <a:lnTo>
                    <a:pt x="247034" y="283707"/>
                  </a:lnTo>
                  <a:lnTo>
                    <a:pt x="204386" y="305958"/>
                  </a:lnTo>
                  <a:lnTo>
                    <a:pt x="155448" y="313944"/>
                  </a:lnTo>
                  <a:lnTo>
                    <a:pt x="105924" y="305958"/>
                  </a:lnTo>
                  <a:lnTo>
                    <a:pt x="63203" y="283707"/>
                  </a:lnTo>
                  <a:lnTo>
                    <a:pt x="29699" y="249753"/>
                  </a:lnTo>
                  <a:lnTo>
                    <a:pt x="7827" y="206654"/>
                  </a:lnTo>
                  <a:lnTo>
                    <a:pt x="0" y="156972"/>
                  </a:lnTo>
                </a:path>
              </a:pathLst>
            </a:custGeom>
            <a:ln w="10668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48" name="object 48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5972556" y="4248912"/>
              <a:ext cx="92964" cy="129540"/>
            </a:xfrm>
            <a:prstGeom prst="rect">
              <a:avLst/>
            </a:prstGeom>
          </p:spPr>
        </p:pic>
      </p:grpSp>
      <p:sp>
        <p:nvSpPr>
          <p:cNvPr id="49" name="object 49"/>
          <p:cNvSpPr/>
          <p:nvPr/>
        </p:nvSpPr>
        <p:spPr>
          <a:xfrm>
            <a:off x="3521964" y="4751832"/>
            <a:ext cx="658495" cy="620395"/>
          </a:xfrm>
          <a:custGeom>
            <a:avLst/>
            <a:gdLst/>
            <a:ahLst/>
            <a:cxnLst/>
            <a:rect l="l" t="t" r="r" b="b"/>
            <a:pathLst>
              <a:path w="658495" h="620395">
                <a:moveTo>
                  <a:pt x="0" y="0"/>
                </a:moveTo>
                <a:lnTo>
                  <a:pt x="658367" y="620267"/>
                </a:lnTo>
              </a:path>
            </a:pathLst>
          </a:custGeom>
          <a:ln w="10668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" name="object 50"/>
          <p:cNvSpPr/>
          <p:nvPr/>
        </p:nvSpPr>
        <p:spPr>
          <a:xfrm>
            <a:off x="6021323" y="3427476"/>
            <a:ext cx="541020" cy="733425"/>
          </a:xfrm>
          <a:custGeom>
            <a:avLst/>
            <a:gdLst/>
            <a:ahLst/>
            <a:cxnLst/>
            <a:rect l="l" t="t" r="r" b="b"/>
            <a:pathLst>
              <a:path w="541020" h="733425">
                <a:moveTo>
                  <a:pt x="0" y="733043"/>
                </a:moveTo>
                <a:lnTo>
                  <a:pt x="541020" y="0"/>
                </a:lnTo>
              </a:path>
            </a:pathLst>
          </a:custGeom>
          <a:ln w="10668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" name="object 51"/>
          <p:cNvSpPr/>
          <p:nvPr/>
        </p:nvSpPr>
        <p:spPr>
          <a:xfrm>
            <a:off x="6763511" y="4477511"/>
            <a:ext cx="649605" cy="848994"/>
          </a:xfrm>
          <a:custGeom>
            <a:avLst/>
            <a:gdLst/>
            <a:ahLst/>
            <a:cxnLst/>
            <a:rect l="l" t="t" r="r" b="b"/>
            <a:pathLst>
              <a:path w="649604" h="848995">
                <a:moveTo>
                  <a:pt x="649223" y="0"/>
                </a:moveTo>
                <a:lnTo>
                  <a:pt x="0" y="848868"/>
                </a:lnTo>
              </a:path>
            </a:pathLst>
          </a:custGeom>
          <a:ln w="10668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" name="object 52"/>
          <p:cNvSpPr/>
          <p:nvPr/>
        </p:nvSpPr>
        <p:spPr>
          <a:xfrm>
            <a:off x="4445508" y="5437632"/>
            <a:ext cx="2057400" cy="45720"/>
          </a:xfrm>
          <a:custGeom>
            <a:avLst/>
            <a:gdLst/>
            <a:ahLst/>
            <a:cxnLst/>
            <a:rect l="l" t="t" r="r" b="b"/>
            <a:pathLst>
              <a:path w="2057400" h="45720">
                <a:moveTo>
                  <a:pt x="0" y="45719"/>
                </a:moveTo>
                <a:lnTo>
                  <a:pt x="2057399" y="0"/>
                </a:lnTo>
              </a:path>
            </a:pathLst>
          </a:custGeom>
          <a:ln w="10668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" name="object 53"/>
          <p:cNvSpPr/>
          <p:nvPr/>
        </p:nvSpPr>
        <p:spPr>
          <a:xfrm>
            <a:off x="3569208" y="3380232"/>
            <a:ext cx="2883535" cy="1260475"/>
          </a:xfrm>
          <a:custGeom>
            <a:avLst/>
            <a:gdLst/>
            <a:ahLst/>
            <a:cxnLst/>
            <a:rect l="l" t="t" r="r" b="b"/>
            <a:pathLst>
              <a:path w="2883535" h="1260475">
                <a:moveTo>
                  <a:pt x="0" y="1260348"/>
                </a:moveTo>
                <a:lnTo>
                  <a:pt x="2883408" y="0"/>
                </a:lnTo>
              </a:path>
            </a:pathLst>
          </a:custGeom>
          <a:ln w="10668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" name="object 54"/>
          <p:cNvSpPr/>
          <p:nvPr/>
        </p:nvSpPr>
        <p:spPr>
          <a:xfrm>
            <a:off x="6670547" y="3380232"/>
            <a:ext cx="744220" cy="780415"/>
          </a:xfrm>
          <a:custGeom>
            <a:avLst/>
            <a:gdLst/>
            <a:ahLst/>
            <a:cxnLst/>
            <a:rect l="l" t="t" r="r" b="b"/>
            <a:pathLst>
              <a:path w="744220" h="780414">
                <a:moveTo>
                  <a:pt x="0" y="0"/>
                </a:moveTo>
                <a:lnTo>
                  <a:pt x="743712" y="780287"/>
                </a:lnTo>
              </a:path>
            </a:pathLst>
          </a:custGeom>
          <a:ln w="10668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55" name="object 55"/>
          <p:cNvGrpSpPr/>
          <p:nvPr/>
        </p:nvGrpSpPr>
        <p:grpSpPr>
          <a:xfrm>
            <a:off x="4129277" y="5319522"/>
            <a:ext cx="318770" cy="325120"/>
            <a:chOff x="4129277" y="5319522"/>
            <a:chExt cx="318770" cy="325120"/>
          </a:xfrm>
        </p:grpSpPr>
        <p:sp>
          <p:nvSpPr>
            <p:cNvPr id="56" name="object 56"/>
            <p:cNvSpPr/>
            <p:nvPr/>
          </p:nvSpPr>
          <p:spPr>
            <a:xfrm>
              <a:off x="4134611" y="5324856"/>
              <a:ext cx="307975" cy="314325"/>
            </a:xfrm>
            <a:custGeom>
              <a:avLst/>
              <a:gdLst/>
              <a:ahLst/>
              <a:cxnLst/>
              <a:rect l="l" t="t" r="r" b="b"/>
              <a:pathLst>
                <a:path w="307975" h="314325">
                  <a:moveTo>
                    <a:pt x="153924" y="313944"/>
                  </a:moveTo>
                  <a:lnTo>
                    <a:pt x="105143" y="305958"/>
                  </a:lnTo>
                  <a:lnTo>
                    <a:pt x="62874" y="283707"/>
                  </a:lnTo>
                  <a:lnTo>
                    <a:pt x="29602" y="249753"/>
                  </a:lnTo>
                  <a:lnTo>
                    <a:pt x="7815" y="206654"/>
                  </a:lnTo>
                  <a:lnTo>
                    <a:pt x="0" y="156972"/>
                  </a:lnTo>
                  <a:lnTo>
                    <a:pt x="7815" y="107289"/>
                  </a:lnTo>
                  <a:lnTo>
                    <a:pt x="29602" y="64190"/>
                  </a:lnTo>
                  <a:lnTo>
                    <a:pt x="62874" y="30236"/>
                  </a:lnTo>
                  <a:lnTo>
                    <a:pt x="105143" y="7985"/>
                  </a:lnTo>
                  <a:lnTo>
                    <a:pt x="153924" y="0"/>
                  </a:lnTo>
                  <a:lnTo>
                    <a:pt x="202704" y="7985"/>
                  </a:lnTo>
                  <a:lnTo>
                    <a:pt x="244973" y="30236"/>
                  </a:lnTo>
                  <a:lnTo>
                    <a:pt x="278245" y="64190"/>
                  </a:lnTo>
                  <a:lnTo>
                    <a:pt x="300032" y="107289"/>
                  </a:lnTo>
                  <a:lnTo>
                    <a:pt x="307848" y="156972"/>
                  </a:lnTo>
                  <a:lnTo>
                    <a:pt x="300032" y="206654"/>
                  </a:lnTo>
                  <a:lnTo>
                    <a:pt x="278245" y="249753"/>
                  </a:lnTo>
                  <a:lnTo>
                    <a:pt x="244973" y="283707"/>
                  </a:lnTo>
                  <a:lnTo>
                    <a:pt x="202704" y="305958"/>
                  </a:lnTo>
                  <a:lnTo>
                    <a:pt x="153924" y="313944"/>
                  </a:lnTo>
                  <a:close/>
                </a:path>
              </a:pathLst>
            </a:custGeom>
            <a:solidFill>
              <a:srgbClr val="BFBFB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7" name="object 57"/>
            <p:cNvSpPr/>
            <p:nvPr/>
          </p:nvSpPr>
          <p:spPr>
            <a:xfrm>
              <a:off x="4134611" y="5324856"/>
              <a:ext cx="307975" cy="314325"/>
            </a:xfrm>
            <a:custGeom>
              <a:avLst/>
              <a:gdLst/>
              <a:ahLst/>
              <a:cxnLst/>
              <a:rect l="l" t="t" r="r" b="b"/>
              <a:pathLst>
                <a:path w="307975" h="314325">
                  <a:moveTo>
                    <a:pt x="0" y="156972"/>
                  </a:moveTo>
                  <a:lnTo>
                    <a:pt x="7815" y="107289"/>
                  </a:lnTo>
                  <a:lnTo>
                    <a:pt x="29602" y="64190"/>
                  </a:lnTo>
                  <a:lnTo>
                    <a:pt x="62874" y="30236"/>
                  </a:lnTo>
                  <a:lnTo>
                    <a:pt x="105143" y="7985"/>
                  </a:lnTo>
                  <a:lnTo>
                    <a:pt x="153924" y="0"/>
                  </a:lnTo>
                  <a:lnTo>
                    <a:pt x="202704" y="7985"/>
                  </a:lnTo>
                  <a:lnTo>
                    <a:pt x="244973" y="30236"/>
                  </a:lnTo>
                  <a:lnTo>
                    <a:pt x="278245" y="64190"/>
                  </a:lnTo>
                  <a:lnTo>
                    <a:pt x="300032" y="107289"/>
                  </a:lnTo>
                  <a:lnTo>
                    <a:pt x="307848" y="156972"/>
                  </a:lnTo>
                  <a:lnTo>
                    <a:pt x="300032" y="206654"/>
                  </a:lnTo>
                  <a:lnTo>
                    <a:pt x="278245" y="249753"/>
                  </a:lnTo>
                  <a:lnTo>
                    <a:pt x="244973" y="283707"/>
                  </a:lnTo>
                  <a:lnTo>
                    <a:pt x="202704" y="305958"/>
                  </a:lnTo>
                  <a:lnTo>
                    <a:pt x="153924" y="313944"/>
                  </a:lnTo>
                  <a:lnTo>
                    <a:pt x="105143" y="305958"/>
                  </a:lnTo>
                  <a:lnTo>
                    <a:pt x="62874" y="283707"/>
                  </a:lnTo>
                  <a:lnTo>
                    <a:pt x="29602" y="249753"/>
                  </a:lnTo>
                  <a:lnTo>
                    <a:pt x="7815" y="206654"/>
                  </a:lnTo>
                  <a:lnTo>
                    <a:pt x="0" y="156972"/>
                  </a:lnTo>
                </a:path>
              </a:pathLst>
            </a:custGeom>
            <a:ln w="10668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58" name="object 58"/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4245864" y="5411724"/>
              <a:ext cx="82296" cy="132588"/>
            </a:xfrm>
            <a:prstGeom prst="rect">
              <a:avLst/>
            </a:prstGeom>
          </p:spPr>
        </p:pic>
      </p:grpSp>
      <p:grpSp>
        <p:nvGrpSpPr>
          <p:cNvPr id="59" name="object 59"/>
          <p:cNvGrpSpPr/>
          <p:nvPr/>
        </p:nvGrpSpPr>
        <p:grpSpPr>
          <a:xfrm>
            <a:off x="7250430" y="4155185"/>
            <a:ext cx="321945" cy="325120"/>
            <a:chOff x="7250430" y="4155185"/>
            <a:chExt cx="321945" cy="325120"/>
          </a:xfrm>
        </p:grpSpPr>
        <p:sp>
          <p:nvSpPr>
            <p:cNvPr id="60" name="object 60"/>
            <p:cNvSpPr/>
            <p:nvPr/>
          </p:nvSpPr>
          <p:spPr>
            <a:xfrm>
              <a:off x="7255764" y="4160519"/>
              <a:ext cx="311150" cy="314325"/>
            </a:xfrm>
            <a:custGeom>
              <a:avLst/>
              <a:gdLst/>
              <a:ahLst/>
              <a:cxnLst/>
              <a:rect l="l" t="t" r="r" b="b"/>
              <a:pathLst>
                <a:path w="311150" h="314325">
                  <a:moveTo>
                    <a:pt x="155448" y="313944"/>
                  </a:moveTo>
                  <a:lnTo>
                    <a:pt x="105924" y="305958"/>
                  </a:lnTo>
                  <a:lnTo>
                    <a:pt x="63203" y="283707"/>
                  </a:lnTo>
                  <a:lnTo>
                    <a:pt x="29699" y="249753"/>
                  </a:lnTo>
                  <a:lnTo>
                    <a:pt x="7827" y="206654"/>
                  </a:lnTo>
                  <a:lnTo>
                    <a:pt x="0" y="156972"/>
                  </a:lnTo>
                  <a:lnTo>
                    <a:pt x="7827" y="107289"/>
                  </a:lnTo>
                  <a:lnTo>
                    <a:pt x="29699" y="64190"/>
                  </a:lnTo>
                  <a:lnTo>
                    <a:pt x="63203" y="30236"/>
                  </a:lnTo>
                  <a:lnTo>
                    <a:pt x="105924" y="7985"/>
                  </a:lnTo>
                  <a:lnTo>
                    <a:pt x="155448" y="0"/>
                  </a:lnTo>
                  <a:lnTo>
                    <a:pt x="204386" y="7985"/>
                  </a:lnTo>
                  <a:lnTo>
                    <a:pt x="247034" y="30236"/>
                  </a:lnTo>
                  <a:lnTo>
                    <a:pt x="280757" y="64190"/>
                  </a:lnTo>
                  <a:lnTo>
                    <a:pt x="302922" y="107289"/>
                  </a:lnTo>
                  <a:lnTo>
                    <a:pt x="310895" y="156972"/>
                  </a:lnTo>
                  <a:lnTo>
                    <a:pt x="302922" y="206654"/>
                  </a:lnTo>
                  <a:lnTo>
                    <a:pt x="280757" y="249753"/>
                  </a:lnTo>
                  <a:lnTo>
                    <a:pt x="247034" y="283707"/>
                  </a:lnTo>
                  <a:lnTo>
                    <a:pt x="204386" y="305958"/>
                  </a:lnTo>
                  <a:lnTo>
                    <a:pt x="155448" y="313944"/>
                  </a:lnTo>
                  <a:close/>
                </a:path>
              </a:pathLst>
            </a:custGeom>
            <a:solidFill>
              <a:srgbClr val="BFBFB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1" name="object 61"/>
            <p:cNvSpPr/>
            <p:nvPr/>
          </p:nvSpPr>
          <p:spPr>
            <a:xfrm>
              <a:off x="7255764" y="4160519"/>
              <a:ext cx="311150" cy="314325"/>
            </a:xfrm>
            <a:custGeom>
              <a:avLst/>
              <a:gdLst/>
              <a:ahLst/>
              <a:cxnLst/>
              <a:rect l="l" t="t" r="r" b="b"/>
              <a:pathLst>
                <a:path w="311150" h="314325">
                  <a:moveTo>
                    <a:pt x="0" y="156972"/>
                  </a:moveTo>
                  <a:lnTo>
                    <a:pt x="7827" y="107289"/>
                  </a:lnTo>
                  <a:lnTo>
                    <a:pt x="29699" y="64190"/>
                  </a:lnTo>
                  <a:lnTo>
                    <a:pt x="63203" y="30236"/>
                  </a:lnTo>
                  <a:lnTo>
                    <a:pt x="105924" y="7985"/>
                  </a:lnTo>
                  <a:lnTo>
                    <a:pt x="155448" y="0"/>
                  </a:lnTo>
                  <a:lnTo>
                    <a:pt x="204386" y="7985"/>
                  </a:lnTo>
                  <a:lnTo>
                    <a:pt x="247034" y="30236"/>
                  </a:lnTo>
                  <a:lnTo>
                    <a:pt x="280757" y="64190"/>
                  </a:lnTo>
                  <a:lnTo>
                    <a:pt x="302922" y="107289"/>
                  </a:lnTo>
                  <a:lnTo>
                    <a:pt x="310895" y="156972"/>
                  </a:lnTo>
                  <a:lnTo>
                    <a:pt x="302922" y="206654"/>
                  </a:lnTo>
                  <a:lnTo>
                    <a:pt x="280757" y="249753"/>
                  </a:lnTo>
                  <a:lnTo>
                    <a:pt x="247034" y="283707"/>
                  </a:lnTo>
                  <a:lnTo>
                    <a:pt x="204386" y="305958"/>
                  </a:lnTo>
                  <a:lnTo>
                    <a:pt x="155448" y="313944"/>
                  </a:lnTo>
                  <a:lnTo>
                    <a:pt x="105924" y="305958"/>
                  </a:lnTo>
                  <a:lnTo>
                    <a:pt x="63203" y="283707"/>
                  </a:lnTo>
                  <a:lnTo>
                    <a:pt x="29699" y="249753"/>
                  </a:lnTo>
                  <a:lnTo>
                    <a:pt x="7827" y="206654"/>
                  </a:lnTo>
                  <a:lnTo>
                    <a:pt x="0" y="156972"/>
                  </a:lnTo>
                </a:path>
              </a:pathLst>
            </a:custGeom>
            <a:ln w="10668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62" name="object 62"/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7371587" y="4247387"/>
              <a:ext cx="83820" cy="131063"/>
            </a:xfrm>
            <a:prstGeom prst="rect">
              <a:avLst/>
            </a:prstGeom>
          </p:spPr>
        </p:pic>
      </p:grpSp>
      <p:grpSp>
        <p:nvGrpSpPr>
          <p:cNvPr id="63" name="object 63"/>
          <p:cNvGrpSpPr/>
          <p:nvPr/>
        </p:nvGrpSpPr>
        <p:grpSpPr>
          <a:xfrm>
            <a:off x="3710177" y="3134105"/>
            <a:ext cx="323215" cy="329565"/>
            <a:chOff x="3710177" y="3134105"/>
            <a:chExt cx="323215" cy="329565"/>
          </a:xfrm>
        </p:grpSpPr>
        <p:sp>
          <p:nvSpPr>
            <p:cNvPr id="64" name="object 64"/>
            <p:cNvSpPr/>
            <p:nvPr/>
          </p:nvSpPr>
          <p:spPr>
            <a:xfrm>
              <a:off x="3715511" y="3139439"/>
              <a:ext cx="312420" cy="318770"/>
            </a:xfrm>
            <a:custGeom>
              <a:avLst/>
              <a:gdLst/>
              <a:ahLst/>
              <a:cxnLst/>
              <a:rect l="l" t="t" r="r" b="b"/>
              <a:pathLst>
                <a:path w="312420" h="318770">
                  <a:moveTo>
                    <a:pt x="155448" y="318515"/>
                  </a:moveTo>
                  <a:lnTo>
                    <a:pt x="106509" y="310359"/>
                  </a:lnTo>
                  <a:lnTo>
                    <a:pt x="63861" y="287645"/>
                  </a:lnTo>
                  <a:lnTo>
                    <a:pt x="30138" y="253008"/>
                  </a:lnTo>
                  <a:lnTo>
                    <a:pt x="7973" y="209080"/>
                  </a:lnTo>
                  <a:lnTo>
                    <a:pt x="0" y="158495"/>
                  </a:lnTo>
                  <a:lnTo>
                    <a:pt x="7973" y="108655"/>
                  </a:lnTo>
                  <a:lnTo>
                    <a:pt x="30138" y="65178"/>
                  </a:lnTo>
                  <a:lnTo>
                    <a:pt x="63861" y="30772"/>
                  </a:lnTo>
                  <a:lnTo>
                    <a:pt x="106509" y="8144"/>
                  </a:lnTo>
                  <a:lnTo>
                    <a:pt x="155448" y="0"/>
                  </a:lnTo>
                  <a:lnTo>
                    <a:pt x="205130" y="8144"/>
                  </a:lnTo>
                  <a:lnTo>
                    <a:pt x="248229" y="30772"/>
                  </a:lnTo>
                  <a:lnTo>
                    <a:pt x="282183" y="65178"/>
                  </a:lnTo>
                  <a:lnTo>
                    <a:pt x="304434" y="108655"/>
                  </a:lnTo>
                  <a:lnTo>
                    <a:pt x="312419" y="158495"/>
                  </a:lnTo>
                  <a:lnTo>
                    <a:pt x="304434" y="209080"/>
                  </a:lnTo>
                  <a:lnTo>
                    <a:pt x="282183" y="253008"/>
                  </a:lnTo>
                  <a:lnTo>
                    <a:pt x="248229" y="287645"/>
                  </a:lnTo>
                  <a:lnTo>
                    <a:pt x="205130" y="310359"/>
                  </a:lnTo>
                  <a:lnTo>
                    <a:pt x="155448" y="318515"/>
                  </a:lnTo>
                  <a:close/>
                </a:path>
              </a:pathLst>
            </a:custGeom>
            <a:solidFill>
              <a:srgbClr val="BFBFB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5" name="object 65"/>
            <p:cNvSpPr/>
            <p:nvPr/>
          </p:nvSpPr>
          <p:spPr>
            <a:xfrm>
              <a:off x="3715511" y="3139439"/>
              <a:ext cx="312420" cy="318770"/>
            </a:xfrm>
            <a:custGeom>
              <a:avLst/>
              <a:gdLst/>
              <a:ahLst/>
              <a:cxnLst/>
              <a:rect l="l" t="t" r="r" b="b"/>
              <a:pathLst>
                <a:path w="312420" h="318770">
                  <a:moveTo>
                    <a:pt x="0" y="158495"/>
                  </a:moveTo>
                  <a:lnTo>
                    <a:pt x="7973" y="108655"/>
                  </a:lnTo>
                  <a:lnTo>
                    <a:pt x="30138" y="65178"/>
                  </a:lnTo>
                  <a:lnTo>
                    <a:pt x="63861" y="30772"/>
                  </a:lnTo>
                  <a:lnTo>
                    <a:pt x="106509" y="8144"/>
                  </a:lnTo>
                  <a:lnTo>
                    <a:pt x="155448" y="0"/>
                  </a:lnTo>
                  <a:lnTo>
                    <a:pt x="205130" y="8144"/>
                  </a:lnTo>
                  <a:lnTo>
                    <a:pt x="248229" y="30772"/>
                  </a:lnTo>
                  <a:lnTo>
                    <a:pt x="282183" y="65178"/>
                  </a:lnTo>
                  <a:lnTo>
                    <a:pt x="304434" y="108655"/>
                  </a:lnTo>
                  <a:lnTo>
                    <a:pt x="312419" y="158495"/>
                  </a:lnTo>
                  <a:lnTo>
                    <a:pt x="304434" y="209080"/>
                  </a:lnTo>
                  <a:lnTo>
                    <a:pt x="282183" y="253008"/>
                  </a:lnTo>
                  <a:lnTo>
                    <a:pt x="248229" y="287645"/>
                  </a:lnTo>
                  <a:lnTo>
                    <a:pt x="205130" y="310359"/>
                  </a:lnTo>
                  <a:lnTo>
                    <a:pt x="155448" y="318515"/>
                  </a:lnTo>
                  <a:lnTo>
                    <a:pt x="106509" y="310359"/>
                  </a:lnTo>
                  <a:lnTo>
                    <a:pt x="63861" y="287645"/>
                  </a:lnTo>
                  <a:lnTo>
                    <a:pt x="30138" y="253008"/>
                  </a:lnTo>
                  <a:lnTo>
                    <a:pt x="7973" y="209080"/>
                  </a:lnTo>
                  <a:lnTo>
                    <a:pt x="0" y="158495"/>
                  </a:lnTo>
                </a:path>
              </a:pathLst>
            </a:custGeom>
            <a:ln w="10668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6" name="object 66"/>
            <p:cNvSpPr/>
            <p:nvPr/>
          </p:nvSpPr>
          <p:spPr>
            <a:xfrm>
              <a:off x="3845051" y="3227832"/>
              <a:ext cx="53340" cy="128270"/>
            </a:xfrm>
            <a:custGeom>
              <a:avLst/>
              <a:gdLst/>
              <a:ahLst/>
              <a:cxnLst/>
              <a:rect l="l" t="t" r="r" b="b"/>
              <a:pathLst>
                <a:path w="53339" h="128270">
                  <a:moveTo>
                    <a:pt x="47244" y="128015"/>
                  </a:moveTo>
                  <a:lnTo>
                    <a:pt x="44196" y="128015"/>
                  </a:lnTo>
                  <a:lnTo>
                    <a:pt x="9144" y="128015"/>
                  </a:lnTo>
                  <a:lnTo>
                    <a:pt x="6096" y="126491"/>
                  </a:lnTo>
                  <a:lnTo>
                    <a:pt x="4572" y="126491"/>
                  </a:lnTo>
                  <a:lnTo>
                    <a:pt x="1524" y="124967"/>
                  </a:lnTo>
                  <a:lnTo>
                    <a:pt x="0" y="123443"/>
                  </a:lnTo>
                  <a:lnTo>
                    <a:pt x="0" y="114299"/>
                  </a:lnTo>
                  <a:lnTo>
                    <a:pt x="4572" y="112775"/>
                  </a:lnTo>
                  <a:lnTo>
                    <a:pt x="19812" y="112775"/>
                  </a:lnTo>
                  <a:lnTo>
                    <a:pt x="19812" y="100583"/>
                  </a:lnTo>
                  <a:lnTo>
                    <a:pt x="18288" y="96011"/>
                  </a:lnTo>
                  <a:lnTo>
                    <a:pt x="18288" y="89915"/>
                  </a:lnTo>
                  <a:lnTo>
                    <a:pt x="18549" y="83629"/>
                  </a:lnTo>
                  <a:lnTo>
                    <a:pt x="21336" y="57911"/>
                  </a:lnTo>
                  <a:lnTo>
                    <a:pt x="21574" y="48196"/>
                  </a:lnTo>
                  <a:lnTo>
                    <a:pt x="22621" y="32194"/>
                  </a:lnTo>
                  <a:lnTo>
                    <a:pt x="22860" y="25907"/>
                  </a:lnTo>
                  <a:lnTo>
                    <a:pt x="15240" y="32003"/>
                  </a:lnTo>
                  <a:lnTo>
                    <a:pt x="10668" y="35051"/>
                  </a:lnTo>
                  <a:lnTo>
                    <a:pt x="6096" y="35051"/>
                  </a:lnTo>
                  <a:lnTo>
                    <a:pt x="0" y="28955"/>
                  </a:lnTo>
                  <a:lnTo>
                    <a:pt x="0" y="24383"/>
                  </a:lnTo>
                  <a:lnTo>
                    <a:pt x="7620" y="16763"/>
                  </a:lnTo>
                  <a:lnTo>
                    <a:pt x="10668" y="15239"/>
                  </a:lnTo>
                  <a:lnTo>
                    <a:pt x="13716" y="12191"/>
                  </a:lnTo>
                  <a:lnTo>
                    <a:pt x="19812" y="7619"/>
                  </a:lnTo>
                  <a:lnTo>
                    <a:pt x="24384" y="3047"/>
                  </a:lnTo>
                  <a:lnTo>
                    <a:pt x="28956" y="0"/>
                  </a:lnTo>
                  <a:lnTo>
                    <a:pt x="36576" y="0"/>
                  </a:lnTo>
                  <a:lnTo>
                    <a:pt x="39624" y="1523"/>
                  </a:lnTo>
                  <a:lnTo>
                    <a:pt x="39624" y="9143"/>
                  </a:lnTo>
                  <a:lnTo>
                    <a:pt x="38100" y="12191"/>
                  </a:lnTo>
                  <a:lnTo>
                    <a:pt x="38076" y="38671"/>
                  </a:lnTo>
                  <a:lnTo>
                    <a:pt x="37909" y="44957"/>
                  </a:lnTo>
                  <a:lnTo>
                    <a:pt x="37457" y="52387"/>
                  </a:lnTo>
                  <a:lnTo>
                    <a:pt x="35694" y="69556"/>
                  </a:lnTo>
                  <a:lnTo>
                    <a:pt x="35242" y="77152"/>
                  </a:lnTo>
                  <a:lnTo>
                    <a:pt x="35052" y="105155"/>
                  </a:lnTo>
                  <a:lnTo>
                    <a:pt x="36576" y="108203"/>
                  </a:lnTo>
                  <a:lnTo>
                    <a:pt x="36576" y="111251"/>
                  </a:lnTo>
                  <a:lnTo>
                    <a:pt x="47244" y="111251"/>
                  </a:lnTo>
                  <a:lnTo>
                    <a:pt x="53340" y="117347"/>
                  </a:lnTo>
                  <a:lnTo>
                    <a:pt x="53340" y="121919"/>
                  </a:lnTo>
                  <a:lnTo>
                    <a:pt x="47244" y="128015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67" name="object 67"/>
          <p:cNvGrpSpPr/>
          <p:nvPr/>
        </p:nvGrpSpPr>
        <p:grpSpPr>
          <a:xfrm>
            <a:off x="5859017" y="4155185"/>
            <a:ext cx="318770" cy="325120"/>
            <a:chOff x="5859017" y="4155185"/>
            <a:chExt cx="318770" cy="325120"/>
          </a:xfrm>
        </p:grpSpPr>
        <p:sp>
          <p:nvSpPr>
            <p:cNvPr id="68" name="object 68"/>
            <p:cNvSpPr/>
            <p:nvPr/>
          </p:nvSpPr>
          <p:spPr>
            <a:xfrm>
              <a:off x="5864351" y="4160519"/>
              <a:ext cx="307975" cy="314325"/>
            </a:xfrm>
            <a:custGeom>
              <a:avLst/>
              <a:gdLst/>
              <a:ahLst/>
              <a:cxnLst/>
              <a:rect l="l" t="t" r="r" b="b"/>
              <a:pathLst>
                <a:path w="307975" h="314325">
                  <a:moveTo>
                    <a:pt x="153924" y="313944"/>
                  </a:moveTo>
                  <a:lnTo>
                    <a:pt x="105143" y="305958"/>
                  </a:lnTo>
                  <a:lnTo>
                    <a:pt x="62874" y="283707"/>
                  </a:lnTo>
                  <a:lnTo>
                    <a:pt x="29602" y="249753"/>
                  </a:lnTo>
                  <a:lnTo>
                    <a:pt x="7815" y="206654"/>
                  </a:lnTo>
                  <a:lnTo>
                    <a:pt x="0" y="156972"/>
                  </a:lnTo>
                  <a:lnTo>
                    <a:pt x="7815" y="107289"/>
                  </a:lnTo>
                  <a:lnTo>
                    <a:pt x="29602" y="64190"/>
                  </a:lnTo>
                  <a:lnTo>
                    <a:pt x="62874" y="30236"/>
                  </a:lnTo>
                  <a:lnTo>
                    <a:pt x="105143" y="7985"/>
                  </a:lnTo>
                  <a:lnTo>
                    <a:pt x="153924" y="0"/>
                  </a:lnTo>
                  <a:lnTo>
                    <a:pt x="202118" y="7985"/>
                  </a:lnTo>
                  <a:lnTo>
                    <a:pt x="244315" y="30236"/>
                  </a:lnTo>
                  <a:lnTo>
                    <a:pt x="277806" y="64190"/>
                  </a:lnTo>
                  <a:lnTo>
                    <a:pt x="299886" y="107289"/>
                  </a:lnTo>
                  <a:lnTo>
                    <a:pt x="307848" y="156972"/>
                  </a:lnTo>
                  <a:lnTo>
                    <a:pt x="299886" y="206654"/>
                  </a:lnTo>
                  <a:lnTo>
                    <a:pt x="277806" y="249753"/>
                  </a:lnTo>
                  <a:lnTo>
                    <a:pt x="244315" y="283707"/>
                  </a:lnTo>
                  <a:lnTo>
                    <a:pt x="202118" y="305958"/>
                  </a:lnTo>
                  <a:lnTo>
                    <a:pt x="153924" y="313944"/>
                  </a:lnTo>
                  <a:close/>
                </a:path>
              </a:pathLst>
            </a:custGeom>
            <a:solidFill>
              <a:srgbClr val="BFBFB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9" name="object 69"/>
            <p:cNvSpPr/>
            <p:nvPr/>
          </p:nvSpPr>
          <p:spPr>
            <a:xfrm>
              <a:off x="5864351" y="4160519"/>
              <a:ext cx="307975" cy="314325"/>
            </a:xfrm>
            <a:custGeom>
              <a:avLst/>
              <a:gdLst/>
              <a:ahLst/>
              <a:cxnLst/>
              <a:rect l="l" t="t" r="r" b="b"/>
              <a:pathLst>
                <a:path w="307975" h="314325">
                  <a:moveTo>
                    <a:pt x="0" y="156972"/>
                  </a:moveTo>
                  <a:lnTo>
                    <a:pt x="7815" y="107289"/>
                  </a:lnTo>
                  <a:lnTo>
                    <a:pt x="29602" y="64190"/>
                  </a:lnTo>
                  <a:lnTo>
                    <a:pt x="62874" y="30236"/>
                  </a:lnTo>
                  <a:lnTo>
                    <a:pt x="105143" y="7985"/>
                  </a:lnTo>
                  <a:lnTo>
                    <a:pt x="153924" y="0"/>
                  </a:lnTo>
                  <a:lnTo>
                    <a:pt x="202118" y="7985"/>
                  </a:lnTo>
                  <a:lnTo>
                    <a:pt x="244315" y="30236"/>
                  </a:lnTo>
                  <a:lnTo>
                    <a:pt x="277806" y="64190"/>
                  </a:lnTo>
                  <a:lnTo>
                    <a:pt x="299886" y="107289"/>
                  </a:lnTo>
                  <a:lnTo>
                    <a:pt x="307848" y="156972"/>
                  </a:lnTo>
                  <a:lnTo>
                    <a:pt x="299886" y="206654"/>
                  </a:lnTo>
                  <a:lnTo>
                    <a:pt x="277806" y="249753"/>
                  </a:lnTo>
                  <a:lnTo>
                    <a:pt x="244315" y="283707"/>
                  </a:lnTo>
                  <a:lnTo>
                    <a:pt x="202118" y="305958"/>
                  </a:lnTo>
                  <a:lnTo>
                    <a:pt x="153924" y="313944"/>
                  </a:lnTo>
                  <a:lnTo>
                    <a:pt x="105143" y="305958"/>
                  </a:lnTo>
                  <a:lnTo>
                    <a:pt x="62874" y="283707"/>
                  </a:lnTo>
                  <a:lnTo>
                    <a:pt x="29602" y="249753"/>
                  </a:lnTo>
                  <a:lnTo>
                    <a:pt x="7815" y="206654"/>
                  </a:lnTo>
                  <a:lnTo>
                    <a:pt x="0" y="156972"/>
                  </a:lnTo>
                </a:path>
              </a:pathLst>
            </a:custGeom>
            <a:ln w="10668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70" name="object 70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5971031" y="4245863"/>
              <a:ext cx="92964" cy="129540"/>
            </a:xfrm>
            <a:prstGeom prst="rect">
              <a:avLst/>
            </a:prstGeom>
          </p:spPr>
        </p:pic>
      </p:grpSp>
      <p:sp>
        <p:nvSpPr>
          <p:cNvPr id="71" name="object 71"/>
          <p:cNvSpPr/>
          <p:nvPr/>
        </p:nvSpPr>
        <p:spPr>
          <a:xfrm>
            <a:off x="2519172" y="6217920"/>
            <a:ext cx="105410" cy="309880"/>
          </a:xfrm>
          <a:custGeom>
            <a:avLst/>
            <a:gdLst/>
            <a:ahLst/>
            <a:cxnLst/>
            <a:rect l="l" t="t" r="r" b="b"/>
            <a:pathLst>
              <a:path w="105410" h="309879">
                <a:moveTo>
                  <a:pt x="89916" y="309372"/>
                </a:moveTo>
                <a:lnTo>
                  <a:pt x="83820" y="309372"/>
                </a:lnTo>
                <a:lnTo>
                  <a:pt x="77223" y="308824"/>
                </a:lnTo>
                <a:lnTo>
                  <a:pt x="42933" y="287607"/>
                </a:lnTo>
                <a:lnTo>
                  <a:pt x="33528" y="266700"/>
                </a:lnTo>
                <a:lnTo>
                  <a:pt x="33528" y="182880"/>
                </a:lnTo>
                <a:lnTo>
                  <a:pt x="32004" y="178308"/>
                </a:lnTo>
                <a:lnTo>
                  <a:pt x="28956" y="175260"/>
                </a:lnTo>
                <a:lnTo>
                  <a:pt x="24384" y="173736"/>
                </a:lnTo>
                <a:lnTo>
                  <a:pt x="18288" y="172212"/>
                </a:lnTo>
                <a:lnTo>
                  <a:pt x="13716" y="172212"/>
                </a:lnTo>
                <a:lnTo>
                  <a:pt x="4572" y="166116"/>
                </a:lnTo>
                <a:lnTo>
                  <a:pt x="1524" y="163068"/>
                </a:lnTo>
                <a:lnTo>
                  <a:pt x="0" y="158496"/>
                </a:lnTo>
                <a:lnTo>
                  <a:pt x="0" y="147828"/>
                </a:lnTo>
                <a:lnTo>
                  <a:pt x="1524" y="143256"/>
                </a:lnTo>
                <a:lnTo>
                  <a:pt x="4572" y="138684"/>
                </a:lnTo>
                <a:lnTo>
                  <a:pt x="9144" y="135636"/>
                </a:lnTo>
                <a:lnTo>
                  <a:pt x="18288" y="132588"/>
                </a:lnTo>
                <a:lnTo>
                  <a:pt x="24384" y="132588"/>
                </a:lnTo>
                <a:lnTo>
                  <a:pt x="28956" y="131064"/>
                </a:lnTo>
                <a:lnTo>
                  <a:pt x="30480" y="129539"/>
                </a:lnTo>
                <a:lnTo>
                  <a:pt x="33528" y="123443"/>
                </a:lnTo>
                <a:lnTo>
                  <a:pt x="33528" y="51816"/>
                </a:lnTo>
                <a:lnTo>
                  <a:pt x="34409" y="41814"/>
                </a:lnTo>
                <a:lnTo>
                  <a:pt x="56173" y="9001"/>
                </a:lnTo>
                <a:lnTo>
                  <a:pt x="83820" y="0"/>
                </a:lnTo>
                <a:lnTo>
                  <a:pt x="89916" y="0"/>
                </a:lnTo>
                <a:lnTo>
                  <a:pt x="94488" y="1524"/>
                </a:lnTo>
                <a:lnTo>
                  <a:pt x="102108" y="9144"/>
                </a:lnTo>
                <a:lnTo>
                  <a:pt x="105156" y="15239"/>
                </a:lnTo>
                <a:lnTo>
                  <a:pt x="105156" y="25908"/>
                </a:lnTo>
                <a:lnTo>
                  <a:pt x="102108" y="30479"/>
                </a:lnTo>
                <a:lnTo>
                  <a:pt x="96012" y="36575"/>
                </a:lnTo>
                <a:lnTo>
                  <a:pt x="91440" y="39624"/>
                </a:lnTo>
                <a:lnTo>
                  <a:pt x="80772" y="39624"/>
                </a:lnTo>
                <a:lnTo>
                  <a:pt x="77724" y="41148"/>
                </a:lnTo>
                <a:lnTo>
                  <a:pt x="73152" y="45720"/>
                </a:lnTo>
                <a:lnTo>
                  <a:pt x="71628" y="50291"/>
                </a:lnTo>
                <a:lnTo>
                  <a:pt x="71628" y="132588"/>
                </a:lnTo>
                <a:lnTo>
                  <a:pt x="70104" y="137160"/>
                </a:lnTo>
                <a:lnTo>
                  <a:pt x="68580" y="143256"/>
                </a:lnTo>
                <a:lnTo>
                  <a:pt x="65532" y="147828"/>
                </a:lnTo>
                <a:lnTo>
                  <a:pt x="60960" y="152400"/>
                </a:lnTo>
                <a:lnTo>
                  <a:pt x="65532" y="158496"/>
                </a:lnTo>
                <a:lnTo>
                  <a:pt x="68580" y="163068"/>
                </a:lnTo>
                <a:lnTo>
                  <a:pt x="70104" y="167640"/>
                </a:lnTo>
                <a:lnTo>
                  <a:pt x="71628" y="173736"/>
                </a:lnTo>
                <a:lnTo>
                  <a:pt x="71628" y="259079"/>
                </a:lnTo>
                <a:lnTo>
                  <a:pt x="73152" y="263652"/>
                </a:lnTo>
                <a:lnTo>
                  <a:pt x="77724" y="268224"/>
                </a:lnTo>
                <a:lnTo>
                  <a:pt x="80772" y="269748"/>
                </a:lnTo>
                <a:lnTo>
                  <a:pt x="91440" y="269748"/>
                </a:lnTo>
                <a:lnTo>
                  <a:pt x="96012" y="271272"/>
                </a:lnTo>
                <a:lnTo>
                  <a:pt x="99060" y="275844"/>
                </a:lnTo>
                <a:lnTo>
                  <a:pt x="102108" y="278892"/>
                </a:lnTo>
                <a:lnTo>
                  <a:pt x="105156" y="283464"/>
                </a:lnTo>
                <a:lnTo>
                  <a:pt x="105156" y="294132"/>
                </a:lnTo>
                <a:lnTo>
                  <a:pt x="102108" y="300228"/>
                </a:lnTo>
                <a:lnTo>
                  <a:pt x="94488" y="307848"/>
                </a:lnTo>
                <a:lnTo>
                  <a:pt x="89916" y="309372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" name="object 72"/>
          <p:cNvSpPr/>
          <p:nvPr/>
        </p:nvSpPr>
        <p:spPr>
          <a:xfrm>
            <a:off x="2720340" y="6211823"/>
            <a:ext cx="170815" cy="254635"/>
          </a:xfrm>
          <a:custGeom>
            <a:avLst/>
            <a:gdLst/>
            <a:ahLst/>
            <a:cxnLst/>
            <a:rect l="l" t="t" r="r" b="b"/>
            <a:pathLst>
              <a:path w="170814" h="254635">
                <a:moveTo>
                  <a:pt x="153924" y="254507"/>
                </a:moveTo>
                <a:lnTo>
                  <a:pt x="16764" y="254507"/>
                </a:lnTo>
                <a:lnTo>
                  <a:pt x="10668" y="252983"/>
                </a:lnTo>
                <a:lnTo>
                  <a:pt x="3048" y="245364"/>
                </a:lnTo>
                <a:lnTo>
                  <a:pt x="0" y="240792"/>
                </a:lnTo>
                <a:lnTo>
                  <a:pt x="0" y="228600"/>
                </a:lnTo>
                <a:lnTo>
                  <a:pt x="3048" y="224028"/>
                </a:lnTo>
                <a:lnTo>
                  <a:pt x="10668" y="216407"/>
                </a:lnTo>
                <a:lnTo>
                  <a:pt x="16764" y="214883"/>
                </a:lnTo>
                <a:lnTo>
                  <a:pt x="65532" y="214883"/>
                </a:lnTo>
                <a:lnTo>
                  <a:pt x="65532" y="51816"/>
                </a:lnTo>
                <a:lnTo>
                  <a:pt x="30480" y="60960"/>
                </a:lnTo>
                <a:lnTo>
                  <a:pt x="25908" y="62484"/>
                </a:lnTo>
                <a:lnTo>
                  <a:pt x="13716" y="62484"/>
                </a:lnTo>
                <a:lnTo>
                  <a:pt x="9144" y="60960"/>
                </a:lnTo>
                <a:lnTo>
                  <a:pt x="6096" y="56387"/>
                </a:lnTo>
                <a:lnTo>
                  <a:pt x="1524" y="53339"/>
                </a:lnTo>
                <a:lnTo>
                  <a:pt x="0" y="48768"/>
                </a:lnTo>
                <a:lnTo>
                  <a:pt x="0" y="36576"/>
                </a:lnTo>
                <a:lnTo>
                  <a:pt x="105156" y="0"/>
                </a:lnTo>
                <a:lnTo>
                  <a:pt x="105156" y="214883"/>
                </a:lnTo>
                <a:lnTo>
                  <a:pt x="153924" y="214883"/>
                </a:lnTo>
                <a:lnTo>
                  <a:pt x="161544" y="216407"/>
                </a:lnTo>
                <a:lnTo>
                  <a:pt x="164592" y="220980"/>
                </a:lnTo>
                <a:lnTo>
                  <a:pt x="169164" y="224028"/>
                </a:lnTo>
                <a:lnTo>
                  <a:pt x="170688" y="228600"/>
                </a:lnTo>
                <a:lnTo>
                  <a:pt x="170688" y="240792"/>
                </a:lnTo>
                <a:lnTo>
                  <a:pt x="169164" y="245364"/>
                </a:lnTo>
                <a:lnTo>
                  <a:pt x="164592" y="248411"/>
                </a:lnTo>
                <a:lnTo>
                  <a:pt x="161544" y="252983"/>
                </a:lnTo>
                <a:lnTo>
                  <a:pt x="153924" y="254507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pic>
        <p:nvPicPr>
          <p:cNvPr id="73" name="object 73"/>
          <p:cNvPicPr/>
          <p:nvPr/>
        </p:nvPicPr>
        <p:blipFill>
          <a:blip r:embed="rId13" cstate="print"/>
          <a:stretch>
            <a:fillRect/>
          </a:stretch>
        </p:blipFill>
        <p:spPr>
          <a:xfrm>
            <a:off x="2964941" y="6369557"/>
            <a:ext cx="71627" cy="115824"/>
          </a:xfrm>
          <a:prstGeom prst="rect">
            <a:avLst/>
          </a:prstGeom>
        </p:spPr>
      </p:pic>
      <p:pic>
        <p:nvPicPr>
          <p:cNvPr id="74" name="object 74"/>
          <p:cNvPicPr/>
          <p:nvPr/>
        </p:nvPicPr>
        <p:blipFill>
          <a:blip r:embed="rId14" cstate="print"/>
          <a:stretch>
            <a:fillRect/>
          </a:stretch>
        </p:blipFill>
        <p:spPr>
          <a:xfrm>
            <a:off x="3346703" y="6217920"/>
            <a:ext cx="170688" cy="248412"/>
          </a:xfrm>
          <a:prstGeom prst="rect">
            <a:avLst/>
          </a:prstGeom>
        </p:spPr>
      </p:pic>
      <p:pic>
        <p:nvPicPr>
          <p:cNvPr id="75" name="object 75"/>
          <p:cNvPicPr/>
          <p:nvPr/>
        </p:nvPicPr>
        <p:blipFill>
          <a:blip r:embed="rId15" cstate="print"/>
          <a:stretch>
            <a:fillRect/>
          </a:stretch>
        </p:blipFill>
        <p:spPr>
          <a:xfrm>
            <a:off x="3594353" y="6369557"/>
            <a:ext cx="71628" cy="115824"/>
          </a:xfrm>
          <a:prstGeom prst="rect">
            <a:avLst/>
          </a:prstGeom>
        </p:spPr>
      </p:pic>
      <p:pic>
        <p:nvPicPr>
          <p:cNvPr id="76" name="object 76"/>
          <p:cNvPicPr/>
          <p:nvPr/>
        </p:nvPicPr>
        <p:blipFill>
          <a:blip r:embed="rId16" cstate="print"/>
          <a:stretch>
            <a:fillRect/>
          </a:stretch>
        </p:blipFill>
        <p:spPr>
          <a:xfrm>
            <a:off x="3971544" y="6217920"/>
            <a:ext cx="182880" cy="252984"/>
          </a:xfrm>
          <a:prstGeom prst="rect">
            <a:avLst/>
          </a:prstGeom>
        </p:spPr>
      </p:pic>
      <p:pic>
        <p:nvPicPr>
          <p:cNvPr id="77" name="object 77"/>
          <p:cNvPicPr/>
          <p:nvPr/>
        </p:nvPicPr>
        <p:blipFill>
          <a:blip r:embed="rId17" cstate="print"/>
          <a:stretch>
            <a:fillRect/>
          </a:stretch>
        </p:blipFill>
        <p:spPr>
          <a:xfrm>
            <a:off x="4222241" y="6369557"/>
            <a:ext cx="73152" cy="115824"/>
          </a:xfrm>
          <a:prstGeom prst="rect">
            <a:avLst/>
          </a:prstGeom>
        </p:spPr>
      </p:pic>
      <p:sp>
        <p:nvSpPr>
          <p:cNvPr id="78" name="object 78"/>
          <p:cNvSpPr/>
          <p:nvPr/>
        </p:nvSpPr>
        <p:spPr>
          <a:xfrm>
            <a:off x="4616195" y="6211823"/>
            <a:ext cx="172720" cy="259079"/>
          </a:xfrm>
          <a:custGeom>
            <a:avLst/>
            <a:gdLst/>
            <a:ahLst/>
            <a:cxnLst/>
            <a:rect l="l" t="t" r="r" b="b"/>
            <a:pathLst>
              <a:path w="172720" h="259079">
                <a:moveTo>
                  <a:pt x="91440" y="259080"/>
                </a:moveTo>
                <a:lnTo>
                  <a:pt x="52006" y="251364"/>
                </a:lnTo>
                <a:lnTo>
                  <a:pt x="16716" y="215145"/>
                </a:lnTo>
                <a:lnTo>
                  <a:pt x="3048" y="169354"/>
                </a:lnTo>
                <a:lnTo>
                  <a:pt x="0" y="134112"/>
                </a:lnTo>
                <a:lnTo>
                  <a:pt x="1404" y="113252"/>
                </a:lnTo>
                <a:lnTo>
                  <a:pt x="12215" y="76676"/>
                </a:lnTo>
                <a:lnTo>
                  <a:pt x="42672" y="36004"/>
                </a:lnTo>
                <a:lnTo>
                  <a:pt x="81676" y="9644"/>
                </a:lnTo>
                <a:lnTo>
                  <a:pt x="124968" y="0"/>
                </a:lnTo>
                <a:lnTo>
                  <a:pt x="136707" y="571"/>
                </a:lnTo>
                <a:lnTo>
                  <a:pt x="170688" y="19812"/>
                </a:lnTo>
                <a:lnTo>
                  <a:pt x="170688" y="32004"/>
                </a:lnTo>
                <a:lnTo>
                  <a:pt x="169164" y="36576"/>
                </a:lnTo>
                <a:lnTo>
                  <a:pt x="167640" y="38100"/>
                </a:lnTo>
                <a:lnTo>
                  <a:pt x="128016" y="38100"/>
                </a:lnTo>
                <a:lnTo>
                  <a:pt x="118848" y="38909"/>
                </a:lnTo>
                <a:lnTo>
                  <a:pt x="79938" y="55078"/>
                </a:lnTo>
                <a:lnTo>
                  <a:pt x="50339" y="89963"/>
                </a:lnTo>
                <a:lnTo>
                  <a:pt x="39624" y="120396"/>
                </a:lnTo>
                <a:lnTo>
                  <a:pt x="146150" y="120396"/>
                </a:lnTo>
                <a:lnTo>
                  <a:pt x="147828" y="121920"/>
                </a:lnTo>
                <a:lnTo>
                  <a:pt x="158067" y="135088"/>
                </a:lnTo>
                <a:lnTo>
                  <a:pt x="159166" y="137160"/>
                </a:lnTo>
                <a:lnTo>
                  <a:pt x="92964" y="137160"/>
                </a:lnTo>
                <a:lnTo>
                  <a:pt x="87225" y="137755"/>
                </a:lnTo>
                <a:lnTo>
                  <a:pt x="56007" y="161734"/>
                </a:lnTo>
                <a:lnTo>
                  <a:pt x="45720" y="181356"/>
                </a:lnTo>
                <a:lnTo>
                  <a:pt x="49196" y="191904"/>
                </a:lnTo>
                <a:lnTo>
                  <a:pt x="82629" y="220408"/>
                </a:lnTo>
                <a:lnTo>
                  <a:pt x="91440" y="220980"/>
                </a:lnTo>
                <a:lnTo>
                  <a:pt x="162714" y="220980"/>
                </a:lnTo>
                <a:lnTo>
                  <a:pt x="159333" y="227266"/>
                </a:lnTo>
                <a:lnTo>
                  <a:pt x="149352" y="239268"/>
                </a:lnTo>
                <a:lnTo>
                  <a:pt x="137945" y="248150"/>
                </a:lnTo>
                <a:lnTo>
                  <a:pt x="124396" y="254317"/>
                </a:lnTo>
                <a:lnTo>
                  <a:pt x="108846" y="257913"/>
                </a:lnTo>
                <a:lnTo>
                  <a:pt x="91440" y="259080"/>
                </a:lnTo>
                <a:close/>
              </a:path>
              <a:path w="172720" h="259079">
                <a:moveTo>
                  <a:pt x="156972" y="45720"/>
                </a:moveTo>
                <a:lnTo>
                  <a:pt x="147828" y="45720"/>
                </a:lnTo>
                <a:lnTo>
                  <a:pt x="135636" y="39624"/>
                </a:lnTo>
                <a:lnTo>
                  <a:pt x="131064" y="38100"/>
                </a:lnTo>
                <a:lnTo>
                  <a:pt x="167640" y="38100"/>
                </a:lnTo>
                <a:lnTo>
                  <a:pt x="161544" y="44196"/>
                </a:lnTo>
                <a:lnTo>
                  <a:pt x="156972" y="45720"/>
                </a:lnTo>
                <a:close/>
              </a:path>
              <a:path w="172720" h="259079">
                <a:moveTo>
                  <a:pt x="146150" y="120396"/>
                </a:moveTo>
                <a:lnTo>
                  <a:pt x="39624" y="120396"/>
                </a:lnTo>
                <a:lnTo>
                  <a:pt x="46482" y="114966"/>
                </a:lnTo>
                <a:lnTo>
                  <a:pt x="87630" y="97821"/>
                </a:lnTo>
                <a:lnTo>
                  <a:pt x="94488" y="97536"/>
                </a:lnTo>
                <a:lnTo>
                  <a:pt x="109037" y="98988"/>
                </a:lnTo>
                <a:lnTo>
                  <a:pt x="122872" y="103441"/>
                </a:lnTo>
                <a:lnTo>
                  <a:pt x="135850" y="111037"/>
                </a:lnTo>
                <a:lnTo>
                  <a:pt x="146150" y="120396"/>
                </a:lnTo>
                <a:close/>
              </a:path>
              <a:path w="172720" h="259079">
                <a:moveTo>
                  <a:pt x="162714" y="220980"/>
                </a:moveTo>
                <a:lnTo>
                  <a:pt x="91440" y="220980"/>
                </a:lnTo>
                <a:lnTo>
                  <a:pt x="100917" y="220384"/>
                </a:lnTo>
                <a:lnTo>
                  <a:pt x="108966" y="218503"/>
                </a:lnTo>
                <a:lnTo>
                  <a:pt x="132588" y="182880"/>
                </a:lnTo>
                <a:lnTo>
                  <a:pt x="131754" y="173140"/>
                </a:lnTo>
                <a:lnTo>
                  <a:pt x="107823" y="140398"/>
                </a:lnTo>
                <a:lnTo>
                  <a:pt x="92964" y="137160"/>
                </a:lnTo>
                <a:lnTo>
                  <a:pt x="159166" y="137160"/>
                </a:lnTo>
                <a:lnTo>
                  <a:pt x="165735" y="149542"/>
                </a:lnTo>
                <a:lnTo>
                  <a:pt x="170545" y="165425"/>
                </a:lnTo>
                <a:lnTo>
                  <a:pt x="172212" y="182880"/>
                </a:lnTo>
                <a:lnTo>
                  <a:pt x="170783" y="199191"/>
                </a:lnTo>
                <a:lnTo>
                  <a:pt x="166497" y="213931"/>
                </a:lnTo>
                <a:lnTo>
                  <a:pt x="162714" y="22098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9" name="object 79"/>
          <p:cNvSpPr/>
          <p:nvPr/>
        </p:nvSpPr>
        <p:spPr>
          <a:xfrm>
            <a:off x="4873752" y="6217920"/>
            <a:ext cx="104139" cy="309880"/>
          </a:xfrm>
          <a:custGeom>
            <a:avLst/>
            <a:gdLst/>
            <a:ahLst/>
            <a:cxnLst/>
            <a:rect l="l" t="t" r="r" b="b"/>
            <a:pathLst>
              <a:path w="104139" h="309879">
                <a:moveTo>
                  <a:pt x="21336" y="309372"/>
                </a:moveTo>
                <a:lnTo>
                  <a:pt x="15240" y="309372"/>
                </a:lnTo>
                <a:lnTo>
                  <a:pt x="10668" y="307848"/>
                </a:lnTo>
                <a:lnTo>
                  <a:pt x="3048" y="300228"/>
                </a:lnTo>
                <a:lnTo>
                  <a:pt x="0" y="295656"/>
                </a:lnTo>
                <a:lnTo>
                  <a:pt x="0" y="283464"/>
                </a:lnTo>
                <a:lnTo>
                  <a:pt x="1524" y="278892"/>
                </a:lnTo>
                <a:lnTo>
                  <a:pt x="6096" y="275844"/>
                </a:lnTo>
                <a:lnTo>
                  <a:pt x="9144" y="272796"/>
                </a:lnTo>
                <a:lnTo>
                  <a:pt x="13716" y="269748"/>
                </a:lnTo>
                <a:lnTo>
                  <a:pt x="24384" y="269748"/>
                </a:lnTo>
                <a:lnTo>
                  <a:pt x="27432" y="268224"/>
                </a:lnTo>
                <a:lnTo>
                  <a:pt x="32004" y="263652"/>
                </a:lnTo>
                <a:lnTo>
                  <a:pt x="32004" y="181356"/>
                </a:lnTo>
                <a:lnTo>
                  <a:pt x="33528" y="173736"/>
                </a:lnTo>
                <a:lnTo>
                  <a:pt x="35052" y="167640"/>
                </a:lnTo>
                <a:lnTo>
                  <a:pt x="36576" y="163068"/>
                </a:lnTo>
                <a:lnTo>
                  <a:pt x="39624" y="158496"/>
                </a:lnTo>
                <a:lnTo>
                  <a:pt x="44196" y="152400"/>
                </a:lnTo>
                <a:lnTo>
                  <a:pt x="39624" y="147828"/>
                </a:lnTo>
                <a:lnTo>
                  <a:pt x="36576" y="143256"/>
                </a:lnTo>
                <a:lnTo>
                  <a:pt x="35052" y="137160"/>
                </a:lnTo>
                <a:lnTo>
                  <a:pt x="33528" y="132588"/>
                </a:lnTo>
                <a:lnTo>
                  <a:pt x="32004" y="126492"/>
                </a:lnTo>
                <a:lnTo>
                  <a:pt x="32004" y="45720"/>
                </a:lnTo>
                <a:lnTo>
                  <a:pt x="27432" y="41148"/>
                </a:lnTo>
                <a:lnTo>
                  <a:pt x="24384" y="41148"/>
                </a:lnTo>
                <a:lnTo>
                  <a:pt x="18288" y="39624"/>
                </a:lnTo>
                <a:lnTo>
                  <a:pt x="13716" y="39624"/>
                </a:lnTo>
                <a:lnTo>
                  <a:pt x="9144" y="36575"/>
                </a:lnTo>
                <a:lnTo>
                  <a:pt x="6096" y="33528"/>
                </a:lnTo>
                <a:lnTo>
                  <a:pt x="1524" y="30479"/>
                </a:lnTo>
                <a:lnTo>
                  <a:pt x="0" y="25908"/>
                </a:lnTo>
                <a:lnTo>
                  <a:pt x="0" y="15239"/>
                </a:lnTo>
                <a:lnTo>
                  <a:pt x="3048" y="9144"/>
                </a:lnTo>
                <a:lnTo>
                  <a:pt x="10668" y="1524"/>
                </a:lnTo>
                <a:lnTo>
                  <a:pt x="15240" y="0"/>
                </a:lnTo>
                <a:lnTo>
                  <a:pt x="21336" y="0"/>
                </a:lnTo>
                <a:lnTo>
                  <a:pt x="56959" y="16001"/>
                </a:lnTo>
                <a:lnTo>
                  <a:pt x="71628" y="42671"/>
                </a:lnTo>
                <a:lnTo>
                  <a:pt x="71628" y="123443"/>
                </a:lnTo>
                <a:lnTo>
                  <a:pt x="74676" y="129539"/>
                </a:lnTo>
                <a:lnTo>
                  <a:pt x="76200" y="131064"/>
                </a:lnTo>
                <a:lnTo>
                  <a:pt x="80772" y="132588"/>
                </a:lnTo>
                <a:lnTo>
                  <a:pt x="86868" y="132588"/>
                </a:lnTo>
                <a:lnTo>
                  <a:pt x="96012" y="135636"/>
                </a:lnTo>
                <a:lnTo>
                  <a:pt x="99060" y="138684"/>
                </a:lnTo>
                <a:lnTo>
                  <a:pt x="102108" y="143256"/>
                </a:lnTo>
                <a:lnTo>
                  <a:pt x="103632" y="147828"/>
                </a:lnTo>
                <a:lnTo>
                  <a:pt x="103632" y="158496"/>
                </a:lnTo>
                <a:lnTo>
                  <a:pt x="102108" y="163068"/>
                </a:lnTo>
                <a:lnTo>
                  <a:pt x="96012" y="169164"/>
                </a:lnTo>
                <a:lnTo>
                  <a:pt x="91440" y="172212"/>
                </a:lnTo>
                <a:lnTo>
                  <a:pt x="85344" y="172212"/>
                </a:lnTo>
                <a:lnTo>
                  <a:pt x="76200" y="175260"/>
                </a:lnTo>
                <a:lnTo>
                  <a:pt x="73152" y="178308"/>
                </a:lnTo>
                <a:lnTo>
                  <a:pt x="71628" y="182880"/>
                </a:lnTo>
                <a:lnTo>
                  <a:pt x="71628" y="257556"/>
                </a:lnTo>
                <a:lnTo>
                  <a:pt x="70746" y="267557"/>
                </a:lnTo>
                <a:lnTo>
                  <a:pt x="48982" y="300370"/>
                </a:lnTo>
                <a:lnTo>
                  <a:pt x="31313" y="308276"/>
                </a:lnTo>
                <a:lnTo>
                  <a:pt x="21336" y="309372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/>
          <a:lstStyle/>
          <a:p>
            <a:endParaRPr/>
          </a:p>
        </p:txBody>
      </p:sp>
    </p:spTree>
  </p:cSld>
  <p:clrMapOvr>
    <a:masterClrMapping/>
  </p:clrMapOvr>
</p:sld>
</file>

<file path=ppt/slides/slide6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object 2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9560111" y="7229856"/>
            <a:ext cx="193488" cy="146304"/>
          </a:xfrm>
          <a:prstGeom prst="rect">
            <a:avLst/>
          </a:prstGeom>
        </p:spPr>
      </p:pic>
      <p:sp>
        <p:nvSpPr>
          <p:cNvPr id="3" name="object 3"/>
          <p:cNvSpPr/>
          <p:nvPr/>
        </p:nvSpPr>
        <p:spPr>
          <a:xfrm>
            <a:off x="1760219" y="1328927"/>
            <a:ext cx="218440" cy="447040"/>
          </a:xfrm>
          <a:custGeom>
            <a:avLst/>
            <a:gdLst/>
            <a:ahLst/>
            <a:cxnLst/>
            <a:rect l="l" t="t" r="r" b="b"/>
            <a:pathLst>
              <a:path w="218439" h="447039">
                <a:moveTo>
                  <a:pt x="217931" y="446532"/>
                </a:moveTo>
                <a:lnTo>
                  <a:pt x="0" y="446532"/>
                </a:lnTo>
                <a:lnTo>
                  <a:pt x="0" y="400812"/>
                </a:lnTo>
                <a:lnTo>
                  <a:pt x="80771" y="400812"/>
                </a:lnTo>
                <a:lnTo>
                  <a:pt x="80771" y="102108"/>
                </a:lnTo>
                <a:lnTo>
                  <a:pt x="0" y="102108"/>
                </a:lnTo>
                <a:lnTo>
                  <a:pt x="0" y="62484"/>
                </a:lnTo>
                <a:lnTo>
                  <a:pt x="21407" y="61626"/>
                </a:lnTo>
                <a:lnTo>
                  <a:pt x="39814" y="59055"/>
                </a:lnTo>
                <a:lnTo>
                  <a:pt x="77081" y="41362"/>
                </a:lnTo>
                <a:lnTo>
                  <a:pt x="91439" y="0"/>
                </a:lnTo>
                <a:lnTo>
                  <a:pt x="138683" y="0"/>
                </a:lnTo>
                <a:lnTo>
                  <a:pt x="138683" y="400812"/>
                </a:lnTo>
                <a:lnTo>
                  <a:pt x="217931" y="400812"/>
                </a:lnTo>
                <a:lnTo>
                  <a:pt x="217931" y="446532"/>
                </a:lnTo>
                <a:close/>
              </a:path>
            </a:pathLst>
          </a:custGeom>
          <a:solidFill>
            <a:srgbClr val="3333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" name="object 4"/>
          <p:cNvSpPr/>
          <p:nvPr/>
        </p:nvSpPr>
        <p:spPr>
          <a:xfrm>
            <a:off x="2084832" y="1690116"/>
            <a:ext cx="71755" cy="85725"/>
          </a:xfrm>
          <a:custGeom>
            <a:avLst/>
            <a:gdLst/>
            <a:ahLst/>
            <a:cxnLst/>
            <a:rect l="l" t="t" r="r" b="b"/>
            <a:pathLst>
              <a:path w="71755" h="85725">
                <a:moveTo>
                  <a:pt x="71627" y="85343"/>
                </a:moveTo>
                <a:lnTo>
                  <a:pt x="0" y="85343"/>
                </a:lnTo>
                <a:lnTo>
                  <a:pt x="0" y="0"/>
                </a:lnTo>
                <a:lnTo>
                  <a:pt x="71627" y="0"/>
                </a:lnTo>
                <a:lnTo>
                  <a:pt x="71627" y="85343"/>
                </a:lnTo>
                <a:close/>
              </a:path>
            </a:pathLst>
          </a:custGeom>
          <a:solidFill>
            <a:srgbClr val="3333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" name="object 5"/>
          <p:cNvSpPr/>
          <p:nvPr/>
        </p:nvSpPr>
        <p:spPr>
          <a:xfrm>
            <a:off x="2244852" y="1321307"/>
            <a:ext cx="276225" cy="454659"/>
          </a:xfrm>
          <a:custGeom>
            <a:avLst/>
            <a:gdLst/>
            <a:ahLst/>
            <a:cxnLst/>
            <a:rect l="l" t="t" r="r" b="b"/>
            <a:pathLst>
              <a:path w="276225" h="454660">
                <a:moveTo>
                  <a:pt x="275843" y="454151"/>
                </a:moveTo>
                <a:lnTo>
                  <a:pt x="0" y="454151"/>
                </a:lnTo>
                <a:lnTo>
                  <a:pt x="0" y="391667"/>
                </a:lnTo>
                <a:lnTo>
                  <a:pt x="29336" y="364426"/>
                </a:lnTo>
                <a:lnTo>
                  <a:pt x="43291" y="351162"/>
                </a:lnTo>
                <a:lnTo>
                  <a:pt x="56387" y="338327"/>
                </a:lnTo>
                <a:lnTo>
                  <a:pt x="69842" y="325493"/>
                </a:lnTo>
                <a:lnTo>
                  <a:pt x="82867" y="312229"/>
                </a:lnTo>
                <a:lnTo>
                  <a:pt x="131349" y="258079"/>
                </a:lnTo>
                <a:lnTo>
                  <a:pt x="165639" y="213407"/>
                </a:lnTo>
                <a:lnTo>
                  <a:pt x="185666" y="177903"/>
                </a:lnTo>
                <a:lnTo>
                  <a:pt x="196595" y="124967"/>
                </a:lnTo>
                <a:lnTo>
                  <a:pt x="196072" y="116109"/>
                </a:lnTo>
                <a:lnTo>
                  <a:pt x="178927" y="74961"/>
                </a:lnTo>
                <a:lnTo>
                  <a:pt x="142470" y="54387"/>
                </a:lnTo>
                <a:lnTo>
                  <a:pt x="120395" y="51815"/>
                </a:lnTo>
                <a:lnTo>
                  <a:pt x="112371" y="52077"/>
                </a:lnTo>
                <a:lnTo>
                  <a:pt x="71627" y="59626"/>
                </a:lnTo>
                <a:lnTo>
                  <a:pt x="24383" y="82295"/>
                </a:lnTo>
                <a:lnTo>
                  <a:pt x="18287" y="86867"/>
                </a:lnTo>
                <a:lnTo>
                  <a:pt x="13715" y="89915"/>
                </a:lnTo>
                <a:lnTo>
                  <a:pt x="10667" y="89915"/>
                </a:lnTo>
                <a:lnTo>
                  <a:pt x="10667" y="25908"/>
                </a:lnTo>
                <a:lnTo>
                  <a:pt x="60960" y="9143"/>
                </a:lnTo>
                <a:lnTo>
                  <a:pt x="109823" y="571"/>
                </a:lnTo>
                <a:lnTo>
                  <a:pt x="124967" y="0"/>
                </a:lnTo>
                <a:lnTo>
                  <a:pt x="154138" y="2024"/>
                </a:lnTo>
                <a:lnTo>
                  <a:pt x="202763" y="18645"/>
                </a:lnTo>
                <a:lnTo>
                  <a:pt x="237624" y="51196"/>
                </a:lnTo>
                <a:lnTo>
                  <a:pt x="255293" y="95678"/>
                </a:lnTo>
                <a:lnTo>
                  <a:pt x="257555" y="121919"/>
                </a:lnTo>
                <a:lnTo>
                  <a:pt x="257032" y="135112"/>
                </a:lnTo>
                <a:lnTo>
                  <a:pt x="247769" y="181832"/>
                </a:lnTo>
                <a:lnTo>
                  <a:pt x="228695" y="221218"/>
                </a:lnTo>
                <a:lnTo>
                  <a:pt x="191071" y="268986"/>
                </a:lnTo>
                <a:lnTo>
                  <a:pt x="159472" y="303156"/>
                </a:lnTo>
                <a:lnTo>
                  <a:pt x="128087" y="334541"/>
                </a:lnTo>
                <a:lnTo>
                  <a:pt x="111251" y="350519"/>
                </a:lnTo>
                <a:lnTo>
                  <a:pt x="94964" y="366569"/>
                </a:lnTo>
                <a:lnTo>
                  <a:pt x="67532" y="392953"/>
                </a:lnTo>
                <a:lnTo>
                  <a:pt x="56387" y="403859"/>
                </a:lnTo>
                <a:lnTo>
                  <a:pt x="275843" y="403859"/>
                </a:lnTo>
                <a:lnTo>
                  <a:pt x="275843" y="454151"/>
                </a:lnTo>
                <a:close/>
              </a:path>
            </a:pathLst>
          </a:custGeom>
          <a:solidFill>
            <a:srgbClr val="3333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" name="object 6"/>
          <p:cNvSpPr/>
          <p:nvPr/>
        </p:nvSpPr>
        <p:spPr>
          <a:xfrm>
            <a:off x="2604516" y="1690116"/>
            <a:ext cx="71755" cy="85725"/>
          </a:xfrm>
          <a:custGeom>
            <a:avLst/>
            <a:gdLst/>
            <a:ahLst/>
            <a:cxnLst/>
            <a:rect l="l" t="t" r="r" b="b"/>
            <a:pathLst>
              <a:path w="71755" h="85725">
                <a:moveTo>
                  <a:pt x="71627" y="85343"/>
                </a:moveTo>
                <a:lnTo>
                  <a:pt x="0" y="85343"/>
                </a:lnTo>
                <a:lnTo>
                  <a:pt x="0" y="0"/>
                </a:lnTo>
                <a:lnTo>
                  <a:pt x="71627" y="0"/>
                </a:lnTo>
                <a:lnTo>
                  <a:pt x="71627" y="85343"/>
                </a:lnTo>
                <a:close/>
              </a:path>
            </a:pathLst>
          </a:custGeom>
          <a:solidFill>
            <a:srgbClr val="3333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" name="object 7"/>
          <p:cNvSpPr/>
          <p:nvPr/>
        </p:nvSpPr>
        <p:spPr>
          <a:xfrm>
            <a:off x="2744724" y="1330451"/>
            <a:ext cx="307975" cy="445134"/>
          </a:xfrm>
          <a:custGeom>
            <a:avLst/>
            <a:gdLst/>
            <a:ahLst/>
            <a:cxnLst/>
            <a:rect l="l" t="t" r="r" b="b"/>
            <a:pathLst>
              <a:path w="307975" h="445135">
                <a:moveTo>
                  <a:pt x="307848" y="292607"/>
                </a:moveTo>
                <a:lnTo>
                  <a:pt x="0" y="292607"/>
                </a:lnTo>
                <a:lnTo>
                  <a:pt x="0" y="228599"/>
                </a:lnTo>
                <a:lnTo>
                  <a:pt x="199644" y="0"/>
                </a:lnTo>
                <a:lnTo>
                  <a:pt x="254508" y="0"/>
                </a:lnTo>
                <a:lnTo>
                  <a:pt x="254508" y="70103"/>
                </a:lnTo>
                <a:lnTo>
                  <a:pt x="196596" y="70103"/>
                </a:lnTo>
                <a:lnTo>
                  <a:pt x="47243" y="243839"/>
                </a:lnTo>
                <a:lnTo>
                  <a:pt x="307848" y="243839"/>
                </a:lnTo>
                <a:lnTo>
                  <a:pt x="307848" y="292607"/>
                </a:lnTo>
                <a:close/>
              </a:path>
              <a:path w="307975" h="445135">
                <a:moveTo>
                  <a:pt x="254508" y="243839"/>
                </a:moveTo>
                <a:lnTo>
                  <a:pt x="196596" y="243839"/>
                </a:lnTo>
                <a:lnTo>
                  <a:pt x="196596" y="70103"/>
                </a:lnTo>
                <a:lnTo>
                  <a:pt x="254508" y="70103"/>
                </a:lnTo>
                <a:lnTo>
                  <a:pt x="254508" y="243839"/>
                </a:lnTo>
                <a:close/>
              </a:path>
              <a:path w="307975" h="445135">
                <a:moveTo>
                  <a:pt x="254508" y="445008"/>
                </a:moveTo>
                <a:lnTo>
                  <a:pt x="196596" y="445008"/>
                </a:lnTo>
                <a:lnTo>
                  <a:pt x="196596" y="292607"/>
                </a:lnTo>
                <a:lnTo>
                  <a:pt x="254508" y="292607"/>
                </a:lnTo>
                <a:lnTo>
                  <a:pt x="254508" y="445008"/>
                </a:lnTo>
                <a:close/>
              </a:path>
            </a:pathLst>
          </a:custGeom>
          <a:solidFill>
            <a:srgbClr val="3333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3287267" y="1278636"/>
            <a:ext cx="554990" cy="547370"/>
          </a:xfrm>
          <a:custGeom>
            <a:avLst/>
            <a:gdLst/>
            <a:ahLst/>
            <a:cxnLst/>
            <a:rect l="l" t="t" r="r" b="b"/>
            <a:pathLst>
              <a:path w="554989" h="547369">
                <a:moveTo>
                  <a:pt x="394716" y="138683"/>
                </a:moveTo>
                <a:lnTo>
                  <a:pt x="361188" y="138683"/>
                </a:lnTo>
                <a:lnTo>
                  <a:pt x="360926" y="92154"/>
                </a:lnTo>
                <a:lnTo>
                  <a:pt x="360235" y="53339"/>
                </a:lnTo>
                <a:lnTo>
                  <a:pt x="359259" y="22526"/>
                </a:lnTo>
                <a:lnTo>
                  <a:pt x="358140" y="0"/>
                </a:lnTo>
                <a:lnTo>
                  <a:pt x="411480" y="25907"/>
                </a:lnTo>
                <a:lnTo>
                  <a:pt x="394716" y="42672"/>
                </a:lnTo>
                <a:lnTo>
                  <a:pt x="394716" y="138683"/>
                </a:lnTo>
                <a:close/>
              </a:path>
              <a:path w="554989" h="547369">
                <a:moveTo>
                  <a:pt x="173939" y="102107"/>
                </a:moveTo>
                <a:lnTo>
                  <a:pt x="138684" y="102107"/>
                </a:lnTo>
                <a:lnTo>
                  <a:pt x="158400" y="72151"/>
                </a:lnTo>
                <a:lnTo>
                  <a:pt x="174116" y="46481"/>
                </a:lnTo>
                <a:lnTo>
                  <a:pt x="185832" y="25384"/>
                </a:lnTo>
                <a:lnTo>
                  <a:pt x="193547" y="9143"/>
                </a:lnTo>
                <a:lnTo>
                  <a:pt x="236220" y="38100"/>
                </a:lnTo>
                <a:lnTo>
                  <a:pt x="201167" y="70104"/>
                </a:lnTo>
                <a:lnTo>
                  <a:pt x="178307" y="96583"/>
                </a:lnTo>
                <a:lnTo>
                  <a:pt x="173939" y="102107"/>
                </a:lnTo>
                <a:close/>
              </a:path>
              <a:path w="554989" h="547369">
                <a:moveTo>
                  <a:pt x="10667" y="228599"/>
                </a:moveTo>
                <a:lnTo>
                  <a:pt x="6096" y="222503"/>
                </a:lnTo>
                <a:lnTo>
                  <a:pt x="37218" y="198215"/>
                </a:lnTo>
                <a:lnTo>
                  <a:pt x="66484" y="173354"/>
                </a:lnTo>
                <a:lnTo>
                  <a:pt x="93749" y="147923"/>
                </a:lnTo>
                <a:lnTo>
                  <a:pt x="118872" y="121919"/>
                </a:lnTo>
                <a:lnTo>
                  <a:pt x="97988" y="98536"/>
                </a:lnTo>
                <a:lnTo>
                  <a:pt x="76390" y="76580"/>
                </a:lnTo>
                <a:lnTo>
                  <a:pt x="53935" y="56340"/>
                </a:lnTo>
                <a:lnTo>
                  <a:pt x="30479" y="38100"/>
                </a:lnTo>
                <a:lnTo>
                  <a:pt x="35052" y="30480"/>
                </a:lnTo>
                <a:lnTo>
                  <a:pt x="64746" y="47672"/>
                </a:lnTo>
                <a:lnTo>
                  <a:pt x="92011" y="65150"/>
                </a:lnTo>
                <a:lnTo>
                  <a:pt x="116705" y="83200"/>
                </a:lnTo>
                <a:lnTo>
                  <a:pt x="138684" y="102107"/>
                </a:lnTo>
                <a:lnTo>
                  <a:pt x="173939" y="102107"/>
                </a:lnTo>
                <a:lnTo>
                  <a:pt x="166877" y="111037"/>
                </a:lnTo>
                <a:lnTo>
                  <a:pt x="155447" y="126491"/>
                </a:lnTo>
                <a:lnTo>
                  <a:pt x="162135" y="144780"/>
                </a:lnTo>
                <a:lnTo>
                  <a:pt x="131063" y="144780"/>
                </a:lnTo>
                <a:lnTo>
                  <a:pt x="103893" y="169021"/>
                </a:lnTo>
                <a:lnTo>
                  <a:pt x="74866" y="191261"/>
                </a:lnTo>
                <a:lnTo>
                  <a:pt x="43838" y="211216"/>
                </a:lnTo>
                <a:lnTo>
                  <a:pt x="10667" y="228599"/>
                </a:lnTo>
                <a:close/>
              </a:path>
              <a:path w="554989" h="547369">
                <a:moveTo>
                  <a:pt x="243839" y="374904"/>
                </a:moveTo>
                <a:lnTo>
                  <a:pt x="244721" y="342661"/>
                </a:lnTo>
                <a:lnTo>
                  <a:pt x="245173" y="310134"/>
                </a:lnTo>
                <a:lnTo>
                  <a:pt x="245240" y="192571"/>
                </a:lnTo>
                <a:lnTo>
                  <a:pt x="245126" y="175831"/>
                </a:lnTo>
                <a:lnTo>
                  <a:pt x="244759" y="149352"/>
                </a:lnTo>
                <a:lnTo>
                  <a:pt x="244672" y="144780"/>
                </a:lnTo>
                <a:lnTo>
                  <a:pt x="243839" y="114300"/>
                </a:lnTo>
                <a:lnTo>
                  <a:pt x="278891" y="138683"/>
                </a:lnTo>
                <a:lnTo>
                  <a:pt x="519220" y="138683"/>
                </a:lnTo>
                <a:lnTo>
                  <a:pt x="530352" y="149352"/>
                </a:lnTo>
                <a:lnTo>
                  <a:pt x="526084" y="152400"/>
                </a:lnTo>
                <a:lnTo>
                  <a:pt x="278891" y="152400"/>
                </a:lnTo>
                <a:lnTo>
                  <a:pt x="278891" y="315467"/>
                </a:lnTo>
                <a:lnTo>
                  <a:pt x="509614" y="315467"/>
                </a:lnTo>
                <a:lnTo>
                  <a:pt x="509658" y="319325"/>
                </a:lnTo>
                <a:lnTo>
                  <a:pt x="509985" y="329184"/>
                </a:lnTo>
                <a:lnTo>
                  <a:pt x="278891" y="329184"/>
                </a:lnTo>
                <a:lnTo>
                  <a:pt x="278891" y="356616"/>
                </a:lnTo>
                <a:lnTo>
                  <a:pt x="243839" y="374904"/>
                </a:lnTo>
                <a:close/>
              </a:path>
              <a:path w="554989" h="547369">
                <a:moveTo>
                  <a:pt x="519220" y="138683"/>
                </a:moveTo>
                <a:lnTo>
                  <a:pt x="470916" y="138683"/>
                </a:lnTo>
                <a:lnTo>
                  <a:pt x="493776" y="114300"/>
                </a:lnTo>
                <a:lnTo>
                  <a:pt x="519220" y="138683"/>
                </a:lnTo>
                <a:close/>
              </a:path>
              <a:path w="554989" h="547369">
                <a:moveTo>
                  <a:pt x="1524" y="422148"/>
                </a:moveTo>
                <a:lnTo>
                  <a:pt x="0" y="413004"/>
                </a:lnTo>
                <a:lnTo>
                  <a:pt x="34539" y="377732"/>
                </a:lnTo>
                <a:lnTo>
                  <a:pt x="66738" y="339681"/>
                </a:lnTo>
                <a:lnTo>
                  <a:pt x="96450" y="298996"/>
                </a:lnTo>
                <a:lnTo>
                  <a:pt x="123529" y="255824"/>
                </a:lnTo>
                <a:lnTo>
                  <a:pt x="147827" y="210311"/>
                </a:lnTo>
                <a:lnTo>
                  <a:pt x="144137" y="192571"/>
                </a:lnTo>
                <a:lnTo>
                  <a:pt x="140017" y="175831"/>
                </a:lnTo>
                <a:lnTo>
                  <a:pt x="135612" y="159948"/>
                </a:lnTo>
                <a:lnTo>
                  <a:pt x="131063" y="144780"/>
                </a:lnTo>
                <a:lnTo>
                  <a:pt x="162135" y="144780"/>
                </a:lnTo>
                <a:lnTo>
                  <a:pt x="172592" y="173378"/>
                </a:lnTo>
                <a:lnTo>
                  <a:pt x="185165" y="222694"/>
                </a:lnTo>
                <a:lnTo>
                  <a:pt x="190306" y="256031"/>
                </a:lnTo>
                <a:lnTo>
                  <a:pt x="160020" y="256031"/>
                </a:lnTo>
                <a:lnTo>
                  <a:pt x="134611" y="295546"/>
                </a:lnTo>
                <a:lnTo>
                  <a:pt x="105985" y="331841"/>
                </a:lnTo>
                <a:lnTo>
                  <a:pt x="74212" y="364991"/>
                </a:lnTo>
                <a:lnTo>
                  <a:pt x="39367" y="395069"/>
                </a:lnTo>
                <a:lnTo>
                  <a:pt x="1524" y="422148"/>
                </a:lnTo>
                <a:close/>
              </a:path>
              <a:path w="554989" h="547369">
                <a:moveTo>
                  <a:pt x="394716" y="315467"/>
                </a:moveTo>
                <a:lnTo>
                  <a:pt x="361188" y="315467"/>
                </a:lnTo>
                <a:lnTo>
                  <a:pt x="361188" y="152400"/>
                </a:lnTo>
                <a:lnTo>
                  <a:pt x="394716" y="152400"/>
                </a:lnTo>
                <a:lnTo>
                  <a:pt x="394716" y="315467"/>
                </a:lnTo>
                <a:close/>
              </a:path>
              <a:path w="554989" h="547369">
                <a:moveTo>
                  <a:pt x="509614" y="315467"/>
                </a:moveTo>
                <a:lnTo>
                  <a:pt x="475488" y="315467"/>
                </a:lnTo>
                <a:lnTo>
                  <a:pt x="475488" y="152400"/>
                </a:lnTo>
                <a:lnTo>
                  <a:pt x="526084" y="152400"/>
                </a:lnTo>
                <a:lnTo>
                  <a:pt x="509016" y="164591"/>
                </a:lnTo>
                <a:lnTo>
                  <a:pt x="509127" y="256031"/>
                </a:lnTo>
                <a:lnTo>
                  <a:pt x="509206" y="280415"/>
                </a:lnTo>
                <a:lnTo>
                  <a:pt x="509614" y="315467"/>
                </a:lnTo>
                <a:close/>
              </a:path>
              <a:path w="554989" h="547369">
                <a:moveTo>
                  <a:pt x="173863" y="496824"/>
                </a:moveTo>
                <a:lnTo>
                  <a:pt x="106679" y="496824"/>
                </a:lnTo>
                <a:lnTo>
                  <a:pt x="113537" y="496514"/>
                </a:lnTo>
                <a:lnTo>
                  <a:pt x="120395" y="495490"/>
                </a:lnTo>
                <a:lnTo>
                  <a:pt x="151471" y="456866"/>
                </a:lnTo>
                <a:lnTo>
                  <a:pt x="159162" y="404336"/>
                </a:lnTo>
                <a:lnTo>
                  <a:pt x="161105" y="365760"/>
                </a:lnTo>
                <a:lnTo>
                  <a:pt x="161326" y="310134"/>
                </a:lnTo>
                <a:lnTo>
                  <a:pt x="160020" y="256031"/>
                </a:lnTo>
                <a:lnTo>
                  <a:pt x="190306" y="256031"/>
                </a:lnTo>
                <a:lnTo>
                  <a:pt x="193167" y="274581"/>
                </a:lnTo>
                <a:lnTo>
                  <a:pt x="196596" y="329184"/>
                </a:lnTo>
                <a:lnTo>
                  <a:pt x="196357" y="380880"/>
                </a:lnTo>
                <a:lnTo>
                  <a:pt x="193547" y="423862"/>
                </a:lnTo>
                <a:lnTo>
                  <a:pt x="188452" y="457985"/>
                </a:lnTo>
                <a:lnTo>
                  <a:pt x="181329" y="483155"/>
                </a:lnTo>
                <a:lnTo>
                  <a:pt x="173863" y="496824"/>
                </a:lnTo>
                <a:close/>
              </a:path>
              <a:path w="554989" h="547369">
                <a:moveTo>
                  <a:pt x="233172" y="534924"/>
                </a:moveTo>
                <a:lnTo>
                  <a:pt x="211835" y="484632"/>
                </a:lnTo>
                <a:lnTo>
                  <a:pt x="242673" y="483155"/>
                </a:lnTo>
                <a:lnTo>
                  <a:pt x="277939" y="480822"/>
                </a:lnTo>
                <a:lnTo>
                  <a:pt x="317492" y="477345"/>
                </a:lnTo>
                <a:lnTo>
                  <a:pt x="361188" y="472440"/>
                </a:lnTo>
                <a:lnTo>
                  <a:pt x="361188" y="329184"/>
                </a:lnTo>
                <a:lnTo>
                  <a:pt x="394716" y="329184"/>
                </a:lnTo>
                <a:lnTo>
                  <a:pt x="394716" y="467868"/>
                </a:lnTo>
                <a:lnTo>
                  <a:pt x="497191" y="467868"/>
                </a:lnTo>
                <a:lnTo>
                  <a:pt x="455604" y="476607"/>
                </a:lnTo>
                <a:lnTo>
                  <a:pt x="367276" y="496514"/>
                </a:lnTo>
                <a:lnTo>
                  <a:pt x="327660" y="505968"/>
                </a:lnTo>
                <a:lnTo>
                  <a:pt x="292750" y="513921"/>
                </a:lnTo>
                <a:lnTo>
                  <a:pt x="265556" y="521589"/>
                </a:lnTo>
                <a:lnTo>
                  <a:pt x="245792" y="528685"/>
                </a:lnTo>
                <a:lnTo>
                  <a:pt x="233172" y="534924"/>
                </a:lnTo>
                <a:close/>
              </a:path>
              <a:path w="554989" h="547369">
                <a:moveTo>
                  <a:pt x="475488" y="365760"/>
                </a:moveTo>
                <a:lnTo>
                  <a:pt x="475488" y="329184"/>
                </a:lnTo>
                <a:lnTo>
                  <a:pt x="509985" y="329184"/>
                </a:lnTo>
                <a:lnTo>
                  <a:pt x="510540" y="345948"/>
                </a:lnTo>
                <a:lnTo>
                  <a:pt x="475488" y="365760"/>
                </a:lnTo>
                <a:close/>
              </a:path>
              <a:path w="554989" h="547369">
                <a:moveTo>
                  <a:pt x="497191" y="467868"/>
                </a:moveTo>
                <a:lnTo>
                  <a:pt x="394716" y="467868"/>
                </a:lnTo>
                <a:lnTo>
                  <a:pt x="499872" y="454152"/>
                </a:lnTo>
                <a:lnTo>
                  <a:pt x="492085" y="440697"/>
                </a:lnTo>
                <a:lnTo>
                  <a:pt x="482155" y="425386"/>
                </a:lnTo>
                <a:lnTo>
                  <a:pt x="469653" y="408074"/>
                </a:lnTo>
                <a:lnTo>
                  <a:pt x="454152" y="388620"/>
                </a:lnTo>
                <a:lnTo>
                  <a:pt x="460248" y="382524"/>
                </a:lnTo>
                <a:lnTo>
                  <a:pt x="495681" y="410813"/>
                </a:lnTo>
                <a:lnTo>
                  <a:pt x="539115" y="451961"/>
                </a:lnTo>
                <a:lnTo>
                  <a:pt x="547605" y="466344"/>
                </a:lnTo>
                <a:lnTo>
                  <a:pt x="504444" y="466344"/>
                </a:lnTo>
                <a:lnTo>
                  <a:pt x="497191" y="467868"/>
                </a:lnTo>
                <a:close/>
              </a:path>
              <a:path w="554989" h="547369">
                <a:moveTo>
                  <a:pt x="536448" y="530352"/>
                </a:moveTo>
                <a:lnTo>
                  <a:pt x="530352" y="530352"/>
                </a:lnTo>
                <a:lnTo>
                  <a:pt x="525780" y="527304"/>
                </a:lnTo>
                <a:lnTo>
                  <a:pt x="519017" y="507063"/>
                </a:lnTo>
                <a:lnTo>
                  <a:pt x="514731" y="494538"/>
                </a:lnTo>
                <a:lnTo>
                  <a:pt x="509855" y="480822"/>
                </a:lnTo>
                <a:lnTo>
                  <a:pt x="504444" y="466344"/>
                </a:lnTo>
                <a:lnTo>
                  <a:pt x="547605" y="466344"/>
                </a:lnTo>
                <a:lnTo>
                  <a:pt x="550235" y="474535"/>
                </a:lnTo>
                <a:lnTo>
                  <a:pt x="552650" y="483155"/>
                </a:lnTo>
                <a:lnTo>
                  <a:pt x="554188" y="490537"/>
                </a:lnTo>
                <a:lnTo>
                  <a:pt x="554735" y="496824"/>
                </a:lnTo>
                <a:lnTo>
                  <a:pt x="554164" y="503634"/>
                </a:lnTo>
                <a:lnTo>
                  <a:pt x="552450" y="510159"/>
                </a:lnTo>
                <a:lnTo>
                  <a:pt x="549592" y="516112"/>
                </a:lnTo>
                <a:lnTo>
                  <a:pt x="545592" y="521208"/>
                </a:lnTo>
                <a:lnTo>
                  <a:pt x="541020" y="527304"/>
                </a:lnTo>
                <a:lnTo>
                  <a:pt x="536448" y="530352"/>
                </a:lnTo>
                <a:close/>
              </a:path>
              <a:path w="554989" h="547369">
                <a:moveTo>
                  <a:pt x="114299" y="547116"/>
                </a:moveTo>
                <a:lnTo>
                  <a:pt x="107180" y="532876"/>
                </a:lnTo>
                <a:lnTo>
                  <a:pt x="95059" y="520065"/>
                </a:lnTo>
                <a:lnTo>
                  <a:pt x="78081" y="508968"/>
                </a:lnTo>
                <a:lnTo>
                  <a:pt x="56387" y="499872"/>
                </a:lnTo>
                <a:lnTo>
                  <a:pt x="56387" y="489204"/>
                </a:lnTo>
                <a:lnTo>
                  <a:pt x="71532" y="492966"/>
                </a:lnTo>
                <a:lnTo>
                  <a:pt x="84962" y="495300"/>
                </a:lnTo>
                <a:lnTo>
                  <a:pt x="96678" y="496490"/>
                </a:lnTo>
                <a:lnTo>
                  <a:pt x="106679" y="496824"/>
                </a:lnTo>
                <a:lnTo>
                  <a:pt x="173863" y="496824"/>
                </a:lnTo>
                <a:lnTo>
                  <a:pt x="171092" y="501896"/>
                </a:lnTo>
                <a:lnTo>
                  <a:pt x="156400" y="519112"/>
                </a:lnTo>
                <a:lnTo>
                  <a:pt x="137421" y="534328"/>
                </a:lnTo>
                <a:lnTo>
                  <a:pt x="114299" y="547116"/>
                </a:lnTo>
                <a:close/>
              </a:path>
            </a:pathLst>
          </a:custGeom>
          <a:solidFill>
            <a:srgbClr val="3333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3898391" y="1275588"/>
            <a:ext cx="565785" cy="508000"/>
          </a:xfrm>
          <a:custGeom>
            <a:avLst/>
            <a:gdLst/>
            <a:ahLst/>
            <a:cxnLst/>
            <a:rect l="l" t="t" r="r" b="b"/>
            <a:pathLst>
              <a:path w="565785" h="508000">
                <a:moveTo>
                  <a:pt x="288036" y="117348"/>
                </a:moveTo>
                <a:lnTo>
                  <a:pt x="284988" y="117348"/>
                </a:lnTo>
                <a:lnTo>
                  <a:pt x="280439" y="115657"/>
                </a:lnTo>
                <a:lnTo>
                  <a:pt x="276034" y="110680"/>
                </a:lnTo>
                <a:lnTo>
                  <a:pt x="271914" y="102560"/>
                </a:lnTo>
                <a:lnTo>
                  <a:pt x="268224" y="91440"/>
                </a:lnTo>
                <a:lnTo>
                  <a:pt x="260842" y="70842"/>
                </a:lnTo>
                <a:lnTo>
                  <a:pt x="250317" y="50101"/>
                </a:lnTo>
                <a:lnTo>
                  <a:pt x="236934" y="29075"/>
                </a:lnTo>
                <a:lnTo>
                  <a:pt x="220980" y="7620"/>
                </a:lnTo>
                <a:lnTo>
                  <a:pt x="225552" y="0"/>
                </a:lnTo>
                <a:lnTo>
                  <a:pt x="271462" y="25527"/>
                </a:lnTo>
                <a:lnTo>
                  <a:pt x="301656" y="51958"/>
                </a:lnTo>
                <a:lnTo>
                  <a:pt x="309372" y="74676"/>
                </a:lnTo>
                <a:lnTo>
                  <a:pt x="308776" y="80676"/>
                </a:lnTo>
                <a:lnTo>
                  <a:pt x="306895" y="87249"/>
                </a:lnTo>
                <a:lnTo>
                  <a:pt x="303585" y="94392"/>
                </a:lnTo>
                <a:lnTo>
                  <a:pt x="298704" y="102108"/>
                </a:lnTo>
                <a:lnTo>
                  <a:pt x="292608" y="112776"/>
                </a:lnTo>
                <a:lnTo>
                  <a:pt x="288036" y="117348"/>
                </a:lnTo>
                <a:close/>
              </a:path>
              <a:path w="565785" h="508000">
                <a:moveTo>
                  <a:pt x="59435" y="147828"/>
                </a:moveTo>
                <a:lnTo>
                  <a:pt x="38100" y="126492"/>
                </a:lnTo>
                <a:lnTo>
                  <a:pt x="448056" y="126492"/>
                </a:lnTo>
                <a:lnTo>
                  <a:pt x="483108" y="91440"/>
                </a:lnTo>
                <a:lnTo>
                  <a:pt x="531876" y="141732"/>
                </a:lnTo>
                <a:lnTo>
                  <a:pt x="117348" y="141732"/>
                </a:lnTo>
                <a:lnTo>
                  <a:pt x="102512" y="142041"/>
                </a:lnTo>
                <a:lnTo>
                  <a:pt x="87820" y="143065"/>
                </a:lnTo>
                <a:lnTo>
                  <a:pt x="73413" y="144946"/>
                </a:lnTo>
                <a:lnTo>
                  <a:pt x="59435" y="147828"/>
                </a:lnTo>
                <a:close/>
              </a:path>
              <a:path w="565785" h="508000">
                <a:moveTo>
                  <a:pt x="318516" y="486156"/>
                </a:moveTo>
                <a:lnTo>
                  <a:pt x="301752" y="486156"/>
                </a:lnTo>
                <a:lnTo>
                  <a:pt x="323073" y="421393"/>
                </a:lnTo>
                <a:lnTo>
                  <a:pt x="341263" y="361244"/>
                </a:lnTo>
                <a:lnTo>
                  <a:pt x="356235" y="305752"/>
                </a:lnTo>
                <a:lnTo>
                  <a:pt x="367904" y="254959"/>
                </a:lnTo>
                <a:lnTo>
                  <a:pt x="376188" y="208907"/>
                </a:lnTo>
                <a:lnTo>
                  <a:pt x="381000" y="167640"/>
                </a:lnTo>
                <a:lnTo>
                  <a:pt x="445008" y="202692"/>
                </a:lnTo>
                <a:lnTo>
                  <a:pt x="419100" y="219456"/>
                </a:lnTo>
                <a:lnTo>
                  <a:pt x="402336" y="268739"/>
                </a:lnTo>
                <a:lnTo>
                  <a:pt x="385572" y="316032"/>
                </a:lnTo>
                <a:lnTo>
                  <a:pt x="368808" y="361378"/>
                </a:lnTo>
                <a:lnTo>
                  <a:pt x="352044" y="404819"/>
                </a:lnTo>
                <a:lnTo>
                  <a:pt x="335280" y="446397"/>
                </a:lnTo>
                <a:lnTo>
                  <a:pt x="318516" y="486156"/>
                </a:lnTo>
                <a:close/>
              </a:path>
              <a:path w="565785" h="508000">
                <a:moveTo>
                  <a:pt x="207740" y="429934"/>
                </a:moveTo>
                <a:lnTo>
                  <a:pt x="202311" y="425767"/>
                </a:lnTo>
                <a:lnTo>
                  <a:pt x="198596" y="415599"/>
                </a:lnTo>
                <a:lnTo>
                  <a:pt x="196596" y="399287"/>
                </a:lnTo>
                <a:lnTo>
                  <a:pt x="193738" y="379880"/>
                </a:lnTo>
                <a:lnTo>
                  <a:pt x="184594" y="334779"/>
                </a:lnTo>
                <a:lnTo>
                  <a:pt x="170830" y="283392"/>
                </a:lnTo>
                <a:lnTo>
                  <a:pt x="151304" y="226861"/>
                </a:lnTo>
                <a:lnTo>
                  <a:pt x="138684" y="196595"/>
                </a:lnTo>
                <a:lnTo>
                  <a:pt x="149352" y="192024"/>
                </a:lnTo>
                <a:lnTo>
                  <a:pt x="176212" y="233433"/>
                </a:lnTo>
                <a:lnTo>
                  <a:pt x="197358" y="268414"/>
                </a:lnTo>
                <a:lnTo>
                  <a:pt x="222504" y="318515"/>
                </a:lnTo>
                <a:lnTo>
                  <a:pt x="236648" y="365664"/>
                </a:lnTo>
                <a:lnTo>
                  <a:pt x="237744" y="377952"/>
                </a:lnTo>
                <a:lnTo>
                  <a:pt x="237458" y="383071"/>
                </a:lnTo>
                <a:lnTo>
                  <a:pt x="222027" y="423148"/>
                </a:lnTo>
                <a:lnTo>
                  <a:pt x="214884" y="428244"/>
                </a:lnTo>
                <a:lnTo>
                  <a:pt x="207740" y="429934"/>
                </a:lnTo>
                <a:close/>
              </a:path>
              <a:path w="565785" h="508000">
                <a:moveTo>
                  <a:pt x="21335" y="507492"/>
                </a:moveTo>
                <a:lnTo>
                  <a:pt x="0" y="486156"/>
                </a:lnTo>
                <a:lnTo>
                  <a:pt x="481584" y="486156"/>
                </a:lnTo>
                <a:lnTo>
                  <a:pt x="516636" y="448056"/>
                </a:lnTo>
                <a:lnTo>
                  <a:pt x="565404" y="499872"/>
                </a:lnTo>
                <a:lnTo>
                  <a:pt x="79248" y="499872"/>
                </a:lnTo>
                <a:lnTo>
                  <a:pt x="63769" y="500419"/>
                </a:lnTo>
                <a:lnTo>
                  <a:pt x="49149" y="501967"/>
                </a:lnTo>
                <a:lnTo>
                  <a:pt x="35099" y="504372"/>
                </a:lnTo>
                <a:lnTo>
                  <a:pt x="21335" y="507492"/>
                </a:lnTo>
                <a:close/>
              </a:path>
            </a:pathLst>
          </a:custGeom>
          <a:solidFill>
            <a:srgbClr val="3333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4511039" y="1271015"/>
            <a:ext cx="563880" cy="567055"/>
          </a:xfrm>
          <a:custGeom>
            <a:avLst/>
            <a:gdLst/>
            <a:ahLst/>
            <a:cxnLst/>
            <a:rect l="l" t="t" r="r" b="b"/>
            <a:pathLst>
              <a:path w="563879" h="567055">
                <a:moveTo>
                  <a:pt x="4572" y="240792"/>
                </a:moveTo>
                <a:lnTo>
                  <a:pt x="0" y="234696"/>
                </a:lnTo>
                <a:lnTo>
                  <a:pt x="25717" y="210693"/>
                </a:lnTo>
                <a:lnTo>
                  <a:pt x="50292" y="184404"/>
                </a:lnTo>
                <a:lnTo>
                  <a:pt x="96012" y="124968"/>
                </a:lnTo>
                <a:lnTo>
                  <a:pt x="133731" y="62484"/>
                </a:lnTo>
                <a:lnTo>
                  <a:pt x="160020" y="0"/>
                </a:lnTo>
                <a:lnTo>
                  <a:pt x="207264" y="33528"/>
                </a:lnTo>
                <a:lnTo>
                  <a:pt x="185928" y="41148"/>
                </a:lnTo>
                <a:lnTo>
                  <a:pt x="150876" y="97536"/>
                </a:lnTo>
                <a:lnTo>
                  <a:pt x="507019" y="97536"/>
                </a:lnTo>
                <a:lnTo>
                  <a:pt x="521208" y="112776"/>
                </a:lnTo>
                <a:lnTo>
                  <a:pt x="146304" y="112776"/>
                </a:lnTo>
                <a:lnTo>
                  <a:pt x="146304" y="146304"/>
                </a:lnTo>
                <a:lnTo>
                  <a:pt x="114300" y="146304"/>
                </a:lnTo>
                <a:lnTo>
                  <a:pt x="90297" y="171997"/>
                </a:lnTo>
                <a:lnTo>
                  <a:pt x="64008" y="196405"/>
                </a:lnTo>
                <a:lnTo>
                  <a:pt x="35433" y="219384"/>
                </a:lnTo>
                <a:lnTo>
                  <a:pt x="4572" y="240792"/>
                </a:lnTo>
                <a:close/>
              </a:path>
              <a:path w="563879" h="567055">
                <a:moveTo>
                  <a:pt x="312420" y="92964"/>
                </a:moveTo>
                <a:lnTo>
                  <a:pt x="310896" y="92964"/>
                </a:lnTo>
                <a:lnTo>
                  <a:pt x="306347" y="91559"/>
                </a:lnTo>
                <a:lnTo>
                  <a:pt x="301942" y="87439"/>
                </a:lnTo>
                <a:lnTo>
                  <a:pt x="297822" y="80748"/>
                </a:lnTo>
                <a:lnTo>
                  <a:pt x="294132" y="71628"/>
                </a:lnTo>
                <a:lnTo>
                  <a:pt x="287321" y="56149"/>
                </a:lnTo>
                <a:lnTo>
                  <a:pt x="278511" y="41528"/>
                </a:lnTo>
                <a:lnTo>
                  <a:pt x="267985" y="27479"/>
                </a:lnTo>
                <a:lnTo>
                  <a:pt x="256032" y="13716"/>
                </a:lnTo>
                <a:lnTo>
                  <a:pt x="260604" y="7620"/>
                </a:lnTo>
                <a:lnTo>
                  <a:pt x="297561" y="22669"/>
                </a:lnTo>
                <a:lnTo>
                  <a:pt x="327469" y="49149"/>
                </a:lnTo>
                <a:lnTo>
                  <a:pt x="330708" y="59436"/>
                </a:lnTo>
                <a:lnTo>
                  <a:pt x="330708" y="65532"/>
                </a:lnTo>
                <a:lnTo>
                  <a:pt x="327660" y="73152"/>
                </a:lnTo>
                <a:lnTo>
                  <a:pt x="315468" y="88391"/>
                </a:lnTo>
                <a:lnTo>
                  <a:pt x="312420" y="92964"/>
                </a:lnTo>
                <a:close/>
              </a:path>
              <a:path w="563879" h="567055">
                <a:moveTo>
                  <a:pt x="507019" y="97536"/>
                </a:moveTo>
                <a:lnTo>
                  <a:pt x="452628" y="97536"/>
                </a:lnTo>
                <a:lnTo>
                  <a:pt x="480060" y="68579"/>
                </a:lnTo>
                <a:lnTo>
                  <a:pt x="507019" y="97536"/>
                </a:lnTo>
                <a:close/>
              </a:path>
              <a:path w="563879" h="567055">
                <a:moveTo>
                  <a:pt x="313944" y="169164"/>
                </a:moveTo>
                <a:lnTo>
                  <a:pt x="281940" y="169164"/>
                </a:lnTo>
                <a:lnTo>
                  <a:pt x="281940" y="112776"/>
                </a:lnTo>
                <a:lnTo>
                  <a:pt x="313944" y="112776"/>
                </a:lnTo>
                <a:lnTo>
                  <a:pt x="313944" y="169164"/>
                </a:lnTo>
                <a:close/>
              </a:path>
              <a:path w="563879" h="567055">
                <a:moveTo>
                  <a:pt x="476616" y="169164"/>
                </a:moveTo>
                <a:lnTo>
                  <a:pt x="425196" y="169164"/>
                </a:lnTo>
                <a:lnTo>
                  <a:pt x="452628" y="143256"/>
                </a:lnTo>
                <a:lnTo>
                  <a:pt x="476616" y="169164"/>
                </a:lnTo>
                <a:close/>
              </a:path>
              <a:path w="563879" h="567055">
                <a:moveTo>
                  <a:pt x="112776" y="361188"/>
                </a:moveTo>
                <a:lnTo>
                  <a:pt x="113657" y="311753"/>
                </a:lnTo>
                <a:lnTo>
                  <a:pt x="114109" y="259461"/>
                </a:lnTo>
                <a:lnTo>
                  <a:pt x="114179" y="236220"/>
                </a:lnTo>
                <a:lnTo>
                  <a:pt x="114300" y="146304"/>
                </a:lnTo>
                <a:lnTo>
                  <a:pt x="146304" y="146304"/>
                </a:lnTo>
                <a:lnTo>
                  <a:pt x="146304" y="169164"/>
                </a:lnTo>
                <a:lnTo>
                  <a:pt x="476616" y="169164"/>
                </a:lnTo>
                <a:lnTo>
                  <a:pt x="490728" y="184404"/>
                </a:lnTo>
                <a:lnTo>
                  <a:pt x="146304" y="184404"/>
                </a:lnTo>
                <a:lnTo>
                  <a:pt x="146304" y="236220"/>
                </a:lnTo>
                <a:lnTo>
                  <a:pt x="471480" y="236220"/>
                </a:lnTo>
                <a:lnTo>
                  <a:pt x="486156" y="251460"/>
                </a:lnTo>
                <a:lnTo>
                  <a:pt x="146304" y="251460"/>
                </a:lnTo>
                <a:lnTo>
                  <a:pt x="146304" y="306324"/>
                </a:lnTo>
                <a:lnTo>
                  <a:pt x="503409" y="306324"/>
                </a:lnTo>
                <a:lnTo>
                  <a:pt x="516636" y="320040"/>
                </a:lnTo>
                <a:lnTo>
                  <a:pt x="146304" y="320040"/>
                </a:lnTo>
                <a:lnTo>
                  <a:pt x="146304" y="348996"/>
                </a:lnTo>
                <a:lnTo>
                  <a:pt x="112776" y="361188"/>
                </a:lnTo>
                <a:close/>
              </a:path>
              <a:path w="563879" h="567055">
                <a:moveTo>
                  <a:pt x="313944" y="236220"/>
                </a:moveTo>
                <a:lnTo>
                  <a:pt x="281940" y="236220"/>
                </a:lnTo>
                <a:lnTo>
                  <a:pt x="281940" y="184404"/>
                </a:lnTo>
                <a:lnTo>
                  <a:pt x="313944" y="184404"/>
                </a:lnTo>
                <a:lnTo>
                  <a:pt x="313944" y="236220"/>
                </a:lnTo>
                <a:close/>
              </a:path>
              <a:path w="563879" h="567055">
                <a:moveTo>
                  <a:pt x="471480" y="236220"/>
                </a:moveTo>
                <a:lnTo>
                  <a:pt x="420624" y="236220"/>
                </a:lnTo>
                <a:lnTo>
                  <a:pt x="446532" y="210312"/>
                </a:lnTo>
                <a:lnTo>
                  <a:pt x="471480" y="236220"/>
                </a:lnTo>
                <a:close/>
              </a:path>
              <a:path w="563879" h="567055">
                <a:moveTo>
                  <a:pt x="313944" y="306324"/>
                </a:moveTo>
                <a:lnTo>
                  <a:pt x="281940" y="306324"/>
                </a:lnTo>
                <a:lnTo>
                  <a:pt x="281940" y="251460"/>
                </a:lnTo>
                <a:lnTo>
                  <a:pt x="313944" y="251460"/>
                </a:lnTo>
                <a:lnTo>
                  <a:pt x="313944" y="306324"/>
                </a:lnTo>
                <a:close/>
              </a:path>
              <a:path w="563879" h="567055">
                <a:moveTo>
                  <a:pt x="503409" y="306324"/>
                </a:moveTo>
                <a:lnTo>
                  <a:pt x="446532" y="306324"/>
                </a:lnTo>
                <a:lnTo>
                  <a:pt x="475488" y="277368"/>
                </a:lnTo>
                <a:lnTo>
                  <a:pt x="503409" y="306324"/>
                </a:lnTo>
                <a:close/>
              </a:path>
              <a:path w="563879" h="567055">
                <a:moveTo>
                  <a:pt x="301752" y="379476"/>
                </a:moveTo>
                <a:lnTo>
                  <a:pt x="269748" y="379476"/>
                </a:lnTo>
                <a:lnTo>
                  <a:pt x="269671" y="358140"/>
                </a:lnTo>
                <a:lnTo>
                  <a:pt x="269557" y="347853"/>
                </a:lnTo>
                <a:lnTo>
                  <a:pt x="269105" y="334470"/>
                </a:lnTo>
                <a:lnTo>
                  <a:pt x="268224" y="323088"/>
                </a:lnTo>
                <a:lnTo>
                  <a:pt x="320040" y="341376"/>
                </a:lnTo>
                <a:lnTo>
                  <a:pt x="301752" y="358140"/>
                </a:lnTo>
                <a:lnTo>
                  <a:pt x="301752" y="379476"/>
                </a:lnTo>
                <a:close/>
              </a:path>
              <a:path w="563879" h="567055">
                <a:moveTo>
                  <a:pt x="24384" y="402336"/>
                </a:moveTo>
                <a:lnTo>
                  <a:pt x="1524" y="379476"/>
                </a:lnTo>
                <a:lnTo>
                  <a:pt x="492252" y="379476"/>
                </a:lnTo>
                <a:lnTo>
                  <a:pt x="521208" y="352044"/>
                </a:lnTo>
                <a:lnTo>
                  <a:pt x="562356" y="394716"/>
                </a:lnTo>
                <a:lnTo>
                  <a:pt x="80772" y="394716"/>
                </a:lnTo>
                <a:lnTo>
                  <a:pt x="65960" y="395049"/>
                </a:lnTo>
                <a:lnTo>
                  <a:pt x="51435" y="396240"/>
                </a:lnTo>
                <a:lnTo>
                  <a:pt x="37480" y="398573"/>
                </a:lnTo>
                <a:lnTo>
                  <a:pt x="24384" y="402336"/>
                </a:lnTo>
                <a:close/>
              </a:path>
              <a:path w="563879" h="567055">
                <a:moveTo>
                  <a:pt x="4572" y="559308"/>
                </a:moveTo>
                <a:lnTo>
                  <a:pt x="1524" y="550164"/>
                </a:lnTo>
                <a:lnTo>
                  <a:pt x="43243" y="530447"/>
                </a:lnTo>
                <a:lnTo>
                  <a:pt x="81534" y="510159"/>
                </a:lnTo>
                <a:lnTo>
                  <a:pt x="116395" y="489299"/>
                </a:lnTo>
                <a:lnTo>
                  <a:pt x="175260" y="446151"/>
                </a:lnTo>
                <a:lnTo>
                  <a:pt x="216408" y="409575"/>
                </a:lnTo>
                <a:lnTo>
                  <a:pt x="230124" y="394716"/>
                </a:lnTo>
                <a:lnTo>
                  <a:pt x="301752" y="394716"/>
                </a:lnTo>
                <a:lnTo>
                  <a:pt x="301752" y="396240"/>
                </a:lnTo>
                <a:lnTo>
                  <a:pt x="269748" y="396240"/>
                </a:lnTo>
                <a:lnTo>
                  <a:pt x="243768" y="423433"/>
                </a:lnTo>
                <a:lnTo>
                  <a:pt x="187237" y="470392"/>
                </a:lnTo>
                <a:lnTo>
                  <a:pt x="123515" y="508944"/>
                </a:lnTo>
                <a:lnTo>
                  <a:pt x="87058" y="526732"/>
                </a:lnTo>
                <a:lnTo>
                  <a:pt x="47458" y="543663"/>
                </a:lnTo>
                <a:lnTo>
                  <a:pt x="4572" y="559308"/>
                </a:lnTo>
                <a:close/>
              </a:path>
              <a:path w="563879" h="567055">
                <a:moveTo>
                  <a:pt x="521208" y="550164"/>
                </a:moveTo>
                <a:lnTo>
                  <a:pt x="461962" y="527494"/>
                </a:lnTo>
                <a:lnTo>
                  <a:pt x="408432" y="496824"/>
                </a:lnTo>
                <a:lnTo>
                  <a:pt x="360235" y="453771"/>
                </a:lnTo>
                <a:lnTo>
                  <a:pt x="315468" y="394716"/>
                </a:lnTo>
                <a:lnTo>
                  <a:pt x="327660" y="394716"/>
                </a:lnTo>
                <a:lnTo>
                  <a:pt x="351115" y="419552"/>
                </a:lnTo>
                <a:lnTo>
                  <a:pt x="375856" y="441388"/>
                </a:lnTo>
                <a:lnTo>
                  <a:pt x="429768" y="475488"/>
                </a:lnTo>
                <a:lnTo>
                  <a:pt x="492823" y="499491"/>
                </a:lnTo>
                <a:lnTo>
                  <a:pt x="563880" y="512064"/>
                </a:lnTo>
                <a:lnTo>
                  <a:pt x="563880" y="519684"/>
                </a:lnTo>
                <a:lnTo>
                  <a:pt x="548211" y="524017"/>
                </a:lnTo>
                <a:lnTo>
                  <a:pt x="535686" y="530352"/>
                </a:lnTo>
                <a:lnTo>
                  <a:pt x="526589" y="538972"/>
                </a:lnTo>
                <a:lnTo>
                  <a:pt x="521208" y="550164"/>
                </a:lnTo>
                <a:close/>
              </a:path>
              <a:path w="563879" h="567055">
                <a:moveTo>
                  <a:pt x="268224" y="566928"/>
                </a:moveTo>
                <a:lnTo>
                  <a:pt x="269098" y="527494"/>
                </a:lnTo>
                <a:lnTo>
                  <a:pt x="269501" y="490728"/>
                </a:lnTo>
                <a:lnTo>
                  <a:pt x="269625" y="467868"/>
                </a:lnTo>
                <a:lnTo>
                  <a:pt x="269748" y="396240"/>
                </a:lnTo>
                <a:lnTo>
                  <a:pt x="301752" y="396240"/>
                </a:lnTo>
                <a:lnTo>
                  <a:pt x="301877" y="475488"/>
                </a:lnTo>
                <a:lnTo>
                  <a:pt x="302000" y="496824"/>
                </a:lnTo>
                <a:lnTo>
                  <a:pt x="302394" y="525446"/>
                </a:lnTo>
                <a:lnTo>
                  <a:pt x="303276" y="547116"/>
                </a:lnTo>
                <a:lnTo>
                  <a:pt x="268224" y="566928"/>
                </a:lnTo>
                <a:close/>
              </a:path>
            </a:pathLst>
          </a:custGeom>
          <a:solidFill>
            <a:srgbClr val="3333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1751075" y="2552700"/>
            <a:ext cx="155575" cy="155575"/>
          </a:xfrm>
          <a:custGeom>
            <a:avLst/>
            <a:gdLst/>
            <a:ahLst/>
            <a:cxnLst/>
            <a:rect l="l" t="t" r="r" b="b"/>
            <a:pathLst>
              <a:path w="155575" h="155575">
                <a:moveTo>
                  <a:pt x="155448" y="155448"/>
                </a:moveTo>
                <a:lnTo>
                  <a:pt x="0" y="155448"/>
                </a:lnTo>
                <a:lnTo>
                  <a:pt x="0" y="0"/>
                </a:lnTo>
                <a:lnTo>
                  <a:pt x="155448" y="0"/>
                </a:lnTo>
                <a:lnTo>
                  <a:pt x="155448" y="155448"/>
                </a:lnTo>
                <a:close/>
              </a:path>
            </a:pathLst>
          </a:custGeom>
          <a:solidFill>
            <a:srgbClr val="3333C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2122919" y="2360675"/>
            <a:ext cx="1301750" cy="412115"/>
          </a:xfrm>
          <a:custGeom>
            <a:avLst/>
            <a:gdLst/>
            <a:ahLst/>
            <a:cxnLst/>
            <a:rect l="l" t="t" r="r" b="b"/>
            <a:pathLst>
              <a:path w="1301750" h="412114">
                <a:moveTo>
                  <a:pt x="172212" y="33528"/>
                </a:moveTo>
                <a:lnTo>
                  <a:pt x="141732" y="12192"/>
                </a:lnTo>
                <a:lnTo>
                  <a:pt x="136613" y="24180"/>
                </a:lnTo>
                <a:lnTo>
                  <a:pt x="128206" y="39433"/>
                </a:lnTo>
                <a:lnTo>
                  <a:pt x="116662" y="57848"/>
                </a:lnTo>
                <a:lnTo>
                  <a:pt x="102108" y="79248"/>
                </a:lnTo>
                <a:lnTo>
                  <a:pt x="86182" y="65824"/>
                </a:lnTo>
                <a:lnTo>
                  <a:pt x="68199" y="52768"/>
                </a:lnTo>
                <a:lnTo>
                  <a:pt x="48539" y="40030"/>
                </a:lnTo>
                <a:lnTo>
                  <a:pt x="27432" y="27432"/>
                </a:lnTo>
                <a:lnTo>
                  <a:pt x="22860" y="33528"/>
                </a:lnTo>
                <a:lnTo>
                  <a:pt x="39941" y="46672"/>
                </a:lnTo>
                <a:lnTo>
                  <a:pt x="56578" y="60960"/>
                </a:lnTo>
                <a:lnTo>
                  <a:pt x="72377" y="76390"/>
                </a:lnTo>
                <a:lnTo>
                  <a:pt x="86868" y="92964"/>
                </a:lnTo>
                <a:lnTo>
                  <a:pt x="68897" y="112115"/>
                </a:lnTo>
                <a:lnTo>
                  <a:pt x="49339" y="130683"/>
                </a:lnTo>
                <a:lnTo>
                  <a:pt x="28371" y="148691"/>
                </a:lnTo>
                <a:lnTo>
                  <a:pt x="6096" y="166116"/>
                </a:lnTo>
                <a:lnTo>
                  <a:pt x="9144" y="172212"/>
                </a:lnTo>
                <a:lnTo>
                  <a:pt x="32575" y="159054"/>
                </a:lnTo>
                <a:lnTo>
                  <a:pt x="54864" y="144589"/>
                </a:lnTo>
                <a:lnTo>
                  <a:pt x="76009" y="128714"/>
                </a:lnTo>
                <a:lnTo>
                  <a:pt x="96012" y="111252"/>
                </a:lnTo>
                <a:lnTo>
                  <a:pt x="99428" y="121856"/>
                </a:lnTo>
                <a:lnTo>
                  <a:pt x="102679" y="133159"/>
                </a:lnTo>
                <a:lnTo>
                  <a:pt x="105664" y="145338"/>
                </a:lnTo>
                <a:lnTo>
                  <a:pt x="108204" y="158496"/>
                </a:lnTo>
                <a:lnTo>
                  <a:pt x="85940" y="199390"/>
                </a:lnTo>
                <a:lnTo>
                  <a:pt x="60388" y="237553"/>
                </a:lnTo>
                <a:lnTo>
                  <a:pt x="31699" y="273164"/>
                </a:lnTo>
                <a:lnTo>
                  <a:pt x="0" y="306324"/>
                </a:lnTo>
                <a:lnTo>
                  <a:pt x="3048" y="312420"/>
                </a:lnTo>
                <a:lnTo>
                  <a:pt x="36766" y="287591"/>
                </a:lnTo>
                <a:lnTo>
                  <a:pt x="67056" y="258889"/>
                </a:lnTo>
                <a:lnTo>
                  <a:pt x="93916" y="226491"/>
                </a:lnTo>
                <a:lnTo>
                  <a:pt x="117348" y="190500"/>
                </a:lnTo>
                <a:lnTo>
                  <a:pt x="118110" y="230695"/>
                </a:lnTo>
                <a:lnTo>
                  <a:pt x="117995" y="273164"/>
                </a:lnTo>
                <a:lnTo>
                  <a:pt x="114300" y="321564"/>
                </a:lnTo>
                <a:lnTo>
                  <a:pt x="103378" y="358432"/>
                </a:lnTo>
                <a:lnTo>
                  <a:pt x="85344" y="367284"/>
                </a:lnTo>
                <a:lnTo>
                  <a:pt x="79248" y="367284"/>
                </a:lnTo>
                <a:lnTo>
                  <a:pt x="71818" y="366979"/>
                </a:lnTo>
                <a:lnTo>
                  <a:pt x="63246" y="365950"/>
                </a:lnTo>
                <a:lnTo>
                  <a:pt x="53530" y="364070"/>
                </a:lnTo>
                <a:lnTo>
                  <a:pt x="42672" y="361188"/>
                </a:lnTo>
                <a:lnTo>
                  <a:pt x="42672" y="368808"/>
                </a:lnTo>
                <a:lnTo>
                  <a:pt x="58102" y="375361"/>
                </a:lnTo>
                <a:lnTo>
                  <a:pt x="70104" y="383476"/>
                </a:lnTo>
                <a:lnTo>
                  <a:pt x="78676" y="393026"/>
                </a:lnTo>
                <a:lnTo>
                  <a:pt x="83820" y="403860"/>
                </a:lnTo>
                <a:lnTo>
                  <a:pt x="100660" y="394131"/>
                </a:lnTo>
                <a:lnTo>
                  <a:pt x="132588" y="356616"/>
                </a:lnTo>
                <a:lnTo>
                  <a:pt x="141541" y="313563"/>
                </a:lnTo>
                <a:lnTo>
                  <a:pt x="144780" y="245364"/>
                </a:lnTo>
                <a:lnTo>
                  <a:pt x="141947" y="205346"/>
                </a:lnTo>
                <a:lnTo>
                  <a:pt x="135826" y="167449"/>
                </a:lnTo>
                <a:lnTo>
                  <a:pt x="119253" y="111252"/>
                </a:lnTo>
                <a:lnTo>
                  <a:pt x="114300" y="97536"/>
                </a:lnTo>
                <a:lnTo>
                  <a:pt x="122542" y="86398"/>
                </a:lnTo>
                <a:lnTo>
                  <a:pt x="128308" y="79248"/>
                </a:lnTo>
                <a:lnTo>
                  <a:pt x="131064" y="75819"/>
                </a:lnTo>
                <a:lnTo>
                  <a:pt x="139598" y="65824"/>
                </a:lnTo>
                <a:lnTo>
                  <a:pt x="147828" y="56388"/>
                </a:lnTo>
                <a:lnTo>
                  <a:pt x="155498" y="48107"/>
                </a:lnTo>
                <a:lnTo>
                  <a:pt x="162306" y="41529"/>
                </a:lnTo>
                <a:lnTo>
                  <a:pt x="167982" y="36677"/>
                </a:lnTo>
                <a:lnTo>
                  <a:pt x="172212" y="33528"/>
                </a:lnTo>
                <a:close/>
              </a:path>
              <a:path w="1301750" h="412114">
                <a:moveTo>
                  <a:pt x="403860" y="361188"/>
                </a:moveTo>
                <a:lnTo>
                  <a:pt x="380619" y="321183"/>
                </a:lnTo>
                <a:lnTo>
                  <a:pt x="336804" y="283464"/>
                </a:lnTo>
                <a:lnTo>
                  <a:pt x="330708" y="288036"/>
                </a:lnTo>
                <a:lnTo>
                  <a:pt x="342163" y="302285"/>
                </a:lnTo>
                <a:lnTo>
                  <a:pt x="351472" y="315087"/>
                </a:lnTo>
                <a:lnTo>
                  <a:pt x="358787" y="326186"/>
                </a:lnTo>
                <a:lnTo>
                  <a:pt x="364236" y="335280"/>
                </a:lnTo>
                <a:lnTo>
                  <a:pt x="288036" y="345948"/>
                </a:lnTo>
                <a:lnTo>
                  <a:pt x="288036" y="245364"/>
                </a:lnTo>
                <a:lnTo>
                  <a:pt x="345948" y="245364"/>
                </a:lnTo>
                <a:lnTo>
                  <a:pt x="345948" y="271272"/>
                </a:lnTo>
                <a:lnTo>
                  <a:pt x="373380" y="257556"/>
                </a:lnTo>
                <a:lnTo>
                  <a:pt x="372681" y="245364"/>
                </a:lnTo>
                <a:lnTo>
                  <a:pt x="372262" y="238125"/>
                </a:lnTo>
                <a:lnTo>
                  <a:pt x="372148" y="234696"/>
                </a:lnTo>
                <a:lnTo>
                  <a:pt x="371284" y="209550"/>
                </a:lnTo>
                <a:lnTo>
                  <a:pt x="370611" y="172212"/>
                </a:lnTo>
                <a:lnTo>
                  <a:pt x="370332" y="124968"/>
                </a:lnTo>
                <a:lnTo>
                  <a:pt x="384708" y="115824"/>
                </a:lnTo>
                <a:lnTo>
                  <a:pt x="387096" y="114300"/>
                </a:lnTo>
                <a:lnTo>
                  <a:pt x="377952" y="105156"/>
                </a:lnTo>
                <a:lnTo>
                  <a:pt x="361188" y="88392"/>
                </a:lnTo>
                <a:lnTo>
                  <a:pt x="345948" y="102362"/>
                </a:lnTo>
                <a:lnTo>
                  <a:pt x="345948" y="115824"/>
                </a:lnTo>
                <a:lnTo>
                  <a:pt x="345948" y="234696"/>
                </a:lnTo>
                <a:lnTo>
                  <a:pt x="288036" y="234696"/>
                </a:lnTo>
                <a:lnTo>
                  <a:pt x="288036" y="115824"/>
                </a:lnTo>
                <a:lnTo>
                  <a:pt x="345948" y="115824"/>
                </a:lnTo>
                <a:lnTo>
                  <a:pt x="345948" y="102362"/>
                </a:lnTo>
                <a:lnTo>
                  <a:pt x="342900" y="105156"/>
                </a:lnTo>
                <a:lnTo>
                  <a:pt x="288036" y="105156"/>
                </a:lnTo>
                <a:lnTo>
                  <a:pt x="288036" y="36576"/>
                </a:lnTo>
                <a:lnTo>
                  <a:pt x="300228" y="24384"/>
                </a:lnTo>
                <a:lnTo>
                  <a:pt x="262128" y="4572"/>
                </a:lnTo>
                <a:lnTo>
                  <a:pt x="262369" y="21361"/>
                </a:lnTo>
                <a:lnTo>
                  <a:pt x="262839" y="41529"/>
                </a:lnTo>
                <a:lnTo>
                  <a:pt x="263423" y="72085"/>
                </a:lnTo>
                <a:lnTo>
                  <a:pt x="263652" y="105156"/>
                </a:lnTo>
                <a:lnTo>
                  <a:pt x="263652" y="115824"/>
                </a:lnTo>
                <a:lnTo>
                  <a:pt x="263652" y="234696"/>
                </a:lnTo>
                <a:lnTo>
                  <a:pt x="204216" y="234696"/>
                </a:lnTo>
                <a:lnTo>
                  <a:pt x="204216" y="115824"/>
                </a:lnTo>
                <a:lnTo>
                  <a:pt x="263652" y="115824"/>
                </a:lnTo>
                <a:lnTo>
                  <a:pt x="263652" y="105156"/>
                </a:lnTo>
                <a:lnTo>
                  <a:pt x="204216" y="105156"/>
                </a:lnTo>
                <a:lnTo>
                  <a:pt x="178308" y="88392"/>
                </a:lnTo>
                <a:lnTo>
                  <a:pt x="179158" y="111252"/>
                </a:lnTo>
                <a:lnTo>
                  <a:pt x="179260" y="115824"/>
                </a:lnTo>
                <a:lnTo>
                  <a:pt x="179641" y="135636"/>
                </a:lnTo>
                <a:lnTo>
                  <a:pt x="179743" y="148691"/>
                </a:lnTo>
                <a:lnTo>
                  <a:pt x="179641" y="230695"/>
                </a:lnTo>
                <a:lnTo>
                  <a:pt x="179197" y="254254"/>
                </a:lnTo>
                <a:lnTo>
                  <a:pt x="178308" y="277368"/>
                </a:lnTo>
                <a:lnTo>
                  <a:pt x="204216" y="263652"/>
                </a:lnTo>
                <a:lnTo>
                  <a:pt x="204216" y="245364"/>
                </a:lnTo>
                <a:lnTo>
                  <a:pt x="263652" y="245364"/>
                </a:lnTo>
                <a:lnTo>
                  <a:pt x="263652" y="348996"/>
                </a:lnTo>
                <a:lnTo>
                  <a:pt x="203263" y="354711"/>
                </a:lnTo>
                <a:lnTo>
                  <a:pt x="177723" y="356717"/>
                </a:lnTo>
                <a:lnTo>
                  <a:pt x="155448" y="358140"/>
                </a:lnTo>
                <a:lnTo>
                  <a:pt x="170688" y="394716"/>
                </a:lnTo>
                <a:lnTo>
                  <a:pt x="179908" y="389890"/>
                </a:lnTo>
                <a:lnTo>
                  <a:pt x="194119" y="384619"/>
                </a:lnTo>
                <a:lnTo>
                  <a:pt x="213766" y="379082"/>
                </a:lnTo>
                <a:lnTo>
                  <a:pt x="239268" y="373380"/>
                </a:lnTo>
                <a:lnTo>
                  <a:pt x="267843" y="366509"/>
                </a:lnTo>
                <a:lnTo>
                  <a:pt x="331851" y="352171"/>
                </a:lnTo>
                <a:lnTo>
                  <a:pt x="360311" y="345948"/>
                </a:lnTo>
                <a:lnTo>
                  <a:pt x="367284" y="344424"/>
                </a:lnTo>
                <a:lnTo>
                  <a:pt x="371576" y="355307"/>
                </a:lnTo>
                <a:lnTo>
                  <a:pt x="375285" y="365188"/>
                </a:lnTo>
                <a:lnTo>
                  <a:pt x="378434" y="374218"/>
                </a:lnTo>
                <a:lnTo>
                  <a:pt x="381000" y="382524"/>
                </a:lnTo>
                <a:lnTo>
                  <a:pt x="385572" y="391668"/>
                </a:lnTo>
                <a:lnTo>
                  <a:pt x="390144" y="391668"/>
                </a:lnTo>
                <a:lnTo>
                  <a:pt x="394716" y="388620"/>
                </a:lnTo>
                <a:lnTo>
                  <a:pt x="397764" y="384048"/>
                </a:lnTo>
                <a:lnTo>
                  <a:pt x="402336" y="379476"/>
                </a:lnTo>
                <a:lnTo>
                  <a:pt x="403860" y="373380"/>
                </a:lnTo>
                <a:lnTo>
                  <a:pt x="403860" y="361188"/>
                </a:lnTo>
                <a:close/>
              </a:path>
              <a:path w="1301750" h="412114">
                <a:moveTo>
                  <a:pt x="617232" y="277368"/>
                </a:moveTo>
                <a:lnTo>
                  <a:pt x="606564" y="234696"/>
                </a:lnTo>
                <a:lnTo>
                  <a:pt x="588467" y="197929"/>
                </a:lnTo>
                <a:lnTo>
                  <a:pt x="553224" y="141732"/>
                </a:lnTo>
                <a:lnTo>
                  <a:pt x="547128" y="146304"/>
                </a:lnTo>
                <a:lnTo>
                  <a:pt x="555701" y="168592"/>
                </a:lnTo>
                <a:lnTo>
                  <a:pt x="563130" y="189738"/>
                </a:lnTo>
                <a:lnTo>
                  <a:pt x="569417" y="209740"/>
                </a:lnTo>
                <a:lnTo>
                  <a:pt x="574560" y="228600"/>
                </a:lnTo>
                <a:lnTo>
                  <a:pt x="579488" y="246557"/>
                </a:lnTo>
                <a:lnTo>
                  <a:pt x="583133" y="263652"/>
                </a:lnTo>
                <a:lnTo>
                  <a:pt x="585914" y="279615"/>
                </a:lnTo>
                <a:lnTo>
                  <a:pt x="588276" y="294132"/>
                </a:lnTo>
                <a:lnTo>
                  <a:pt x="589965" y="305587"/>
                </a:lnTo>
                <a:lnTo>
                  <a:pt x="592658" y="312610"/>
                </a:lnTo>
                <a:lnTo>
                  <a:pt x="596201" y="315353"/>
                </a:lnTo>
                <a:lnTo>
                  <a:pt x="600468" y="313944"/>
                </a:lnTo>
                <a:lnTo>
                  <a:pt x="608088" y="309372"/>
                </a:lnTo>
                <a:lnTo>
                  <a:pt x="612660" y="303276"/>
                </a:lnTo>
                <a:lnTo>
                  <a:pt x="615708" y="295656"/>
                </a:lnTo>
                <a:lnTo>
                  <a:pt x="617232" y="288036"/>
                </a:lnTo>
                <a:lnTo>
                  <a:pt x="617232" y="277368"/>
                </a:lnTo>
                <a:close/>
              </a:path>
              <a:path w="1301750" h="412114">
                <a:moveTo>
                  <a:pt x="670572" y="50292"/>
                </a:moveTo>
                <a:lnTo>
                  <a:pt x="642759" y="21336"/>
                </a:lnTo>
                <a:lnTo>
                  <a:pt x="609612" y="3048"/>
                </a:lnTo>
                <a:lnTo>
                  <a:pt x="605040" y="9144"/>
                </a:lnTo>
                <a:lnTo>
                  <a:pt x="617372" y="24218"/>
                </a:lnTo>
                <a:lnTo>
                  <a:pt x="627138" y="39433"/>
                </a:lnTo>
                <a:lnTo>
                  <a:pt x="634606" y="54368"/>
                </a:lnTo>
                <a:lnTo>
                  <a:pt x="640092" y="68580"/>
                </a:lnTo>
                <a:lnTo>
                  <a:pt x="643140" y="82296"/>
                </a:lnTo>
                <a:lnTo>
                  <a:pt x="647712" y="88392"/>
                </a:lnTo>
                <a:lnTo>
                  <a:pt x="655332" y="88392"/>
                </a:lnTo>
                <a:lnTo>
                  <a:pt x="658380" y="85344"/>
                </a:lnTo>
                <a:lnTo>
                  <a:pt x="667524" y="70104"/>
                </a:lnTo>
                <a:lnTo>
                  <a:pt x="670572" y="62484"/>
                </a:lnTo>
                <a:lnTo>
                  <a:pt x="670572" y="50292"/>
                </a:lnTo>
                <a:close/>
              </a:path>
              <a:path w="1301750" h="412114">
                <a:moveTo>
                  <a:pt x="832116" y="105156"/>
                </a:moveTo>
                <a:lnTo>
                  <a:pt x="797064" y="68580"/>
                </a:lnTo>
                <a:lnTo>
                  <a:pt x="771156" y="96012"/>
                </a:lnTo>
                <a:lnTo>
                  <a:pt x="473976" y="96012"/>
                </a:lnTo>
                <a:lnTo>
                  <a:pt x="489216" y="111252"/>
                </a:lnTo>
                <a:lnTo>
                  <a:pt x="498640" y="109016"/>
                </a:lnTo>
                <a:lnTo>
                  <a:pt x="508647" y="107061"/>
                </a:lnTo>
                <a:lnTo>
                  <a:pt x="519214" y="105689"/>
                </a:lnTo>
                <a:lnTo>
                  <a:pt x="530364" y="105156"/>
                </a:lnTo>
                <a:lnTo>
                  <a:pt x="832116" y="105156"/>
                </a:lnTo>
                <a:close/>
              </a:path>
              <a:path w="1301750" h="412114">
                <a:moveTo>
                  <a:pt x="856500" y="367284"/>
                </a:moveTo>
                <a:lnTo>
                  <a:pt x="821448" y="329184"/>
                </a:lnTo>
                <a:lnTo>
                  <a:pt x="795540" y="356616"/>
                </a:lnTo>
                <a:lnTo>
                  <a:pt x="676668" y="356616"/>
                </a:lnTo>
                <a:lnTo>
                  <a:pt x="694956" y="312877"/>
                </a:lnTo>
                <a:lnTo>
                  <a:pt x="713244" y="266128"/>
                </a:lnTo>
                <a:lnTo>
                  <a:pt x="731532" y="216242"/>
                </a:lnTo>
                <a:lnTo>
                  <a:pt x="749820" y="163068"/>
                </a:lnTo>
                <a:lnTo>
                  <a:pt x="769632" y="150876"/>
                </a:lnTo>
                <a:lnTo>
                  <a:pt x="722388" y="124968"/>
                </a:lnTo>
                <a:lnTo>
                  <a:pt x="717816" y="161353"/>
                </a:lnTo>
                <a:lnTo>
                  <a:pt x="709676" y="202780"/>
                </a:lnTo>
                <a:lnTo>
                  <a:pt x="698017" y="249186"/>
                </a:lnTo>
                <a:lnTo>
                  <a:pt x="682929" y="300494"/>
                </a:lnTo>
                <a:lnTo>
                  <a:pt x="664476" y="356616"/>
                </a:lnTo>
                <a:lnTo>
                  <a:pt x="445020" y="356616"/>
                </a:lnTo>
                <a:lnTo>
                  <a:pt x="461784" y="371856"/>
                </a:lnTo>
                <a:lnTo>
                  <a:pt x="471208" y="369862"/>
                </a:lnTo>
                <a:lnTo>
                  <a:pt x="481215" y="368427"/>
                </a:lnTo>
                <a:lnTo>
                  <a:pt x="491782" y="367576"/>
                </a:lnTo>
                <a:lnTo>
                  <a:pt x="502932" y="367284"/>
                </a:lnTo>
                <a:lnTo>
                  <a:pt x="856500" y="367284"/>
                </a:lnTo>
                <a:close/>
              </a:path>
              <a:path w="1301750" h="412114">
                <a:moveTo>
                  <a:pt x="1130808" y="38100"/>
                </a:moveTo>
                <a:lnTo>
                  <a:pt x="1095095" y="10934"/>
                </a:lnTo>
                <a:lnTo>
                  <a:pt x="1080516" y="4584"/>
                </a:lnTo>
                <a:lnTo>
                  <a:pt x="1075944" y="10668"/>
                </a:lnTo>
                <a:lnTo>
                  <a:pt x="1085405" y="20104"/>
                </a:lnTo>
                <a:lnTo>
                  <a:pt x="1093279" y="30099"/>
                </a:lnTo>
                <a:lnTo>
                  <a:pt x="1099743" y="40678"/>
                </a:lnTo>
                <a:lnTo>
                  <a:pt x="1104900" y="51816"/>
                </a:lnTo>
                <a:lnTo>
                  <a:pt x="1107948" y="62484"/>
                </a:lnTo>
                <a:lnTo>
                  <a:pt x="1112520" y="67056"/>
                </a:lnTo>
                <a:lnTo>
                  <a:pt x="1117092" y="67056"/>
                </a:lnTo>
                <a:lnTo>
                  <a:pt x="1124712" y="59436"/>
                </a:lnTo>
                <a:lnTo>
                  <a:pt x="1130808" y="47244"/>
                </a:lnTo>
                <a:lnTo>
                  <a:pt x="1130808" y="38100"/>
                </a:lnTo>
                <a:close/>
              </a:path>
              <a:path w="1301750" h="412114">
                <a:moveTo>
                  <a:pt x="1269492" y="80772"/>
                </a:moveTo>
                <a:lnTo>
                  <a:pt x="1260805" y="71628"/>
                </a:lnTo>
                <a:lnTo>
                  <a:pt x="1240536" y="50292"/>
                </a:lnTo>
                <a:lnTo>
                  <a:pt x="1219200" y="71628"/>
                </a:lnTo>
                <a:lnTo>
                  <a:pt x="1095756" y="71628"/>
                </a:lnTo>
                <a:lnTo>
                  <a:pt x="1095756" y="80772"/>
                </a:lnTo>
                <a:lnTo>
                  <a:pt x="1095756" y="123444"/>
                </a:lnTo>
                <a:lnTo>
                  <a:pt x="1095756" y="134112"/>
                </a:lnTo>
                <a:lnTo>
                  <a:pt x="1095756" y="172212"/>
                </a:lnTo>
                <a:lnTo>
                  <a:pt x="1095756" y="182880"/>
                </a:lnTo>
                <a:lnTo>
                  <a:pt x="1095756" y="222504"/>
                </a:lnTo>
                <a:lnTo>
                  <a:pt x="996696" y="222504"/>
                </a:lnTo>
                <a:lnTo>
                  <a:pt x="996696" y="182880"/>
                </a:lnTo>
                <a:lnTo>
                  <a:pt x="1095756" y="182880"/>
                </a:lnTo>
                <a:lnTo>
                  <a:pt x="1095756" y="172212"/>
                </a:lnTo>
                <a:lnTo>
                  <a:pt x="996696" y="172212"/>
                </a:lnTo>
                <a:lnTo>
                  <a:pt x="996696" y="134112"/>
                </a:lnTo>
                <a:lnTo>
                  <a:pt x="1095756" y="134112"/>
                </a:lnTo>
                <a:lnTo>
                  <a:pt x="1095756" y="123444"/>
                </a:lnTo>
                <a:lnTo>
                  <a:pt x="996696" y="123444"/>
                </a:lnTo>
                <a:lnTo>
                  <a:pt x="996696" y="105156"/>
                </a:lnTo>
                <a:lnTo>
                  <a:pt x="996696" y="80772"/>
                </a:lnTo>
                <a:lnTo>
                  <a:pt x="1095756" y="80772"/>
                </a:lnTo>
                <a:lnTo>
                  <a:pt x="1095756" y="71628"/>
                </a:lnTo>
                <a:lnTo>
                  <a:pt x="999744" y="71628"/>
                </a:lnTo>
                <a:lnTo>
                  <a:pt x="1025652" y="28956"/>
                </a:lnTo>
                <a:lnTo>
                  <a:pt x="1042416" y="24396"/>
                </a:lnTo>
                <a:lnTo>
                  <a:pt x="1007364" y="0"/>
                </a:lnTo>
                <a:lnTo>
                  <a:pt x="998486" y="22860"/>
                </a:lnTo>
                <a:lnTo>
                  <a:pt x="987742" y="45720"/>
                </a:lnTo>
                <a:lnTo>
                  <a:pt x="960120" y="91440"/>
                </a:lnTo>
                <a:lnTo>
                  <a:pt x="926782" y="133921"/>
                </a:lnTo>
                <a:lnTo>
                  <a:pt x="890016" y="170688"/>
                </a:lnTo>
                <a:lnTo>
                  <a:pt x="894588" y="175260"/>
                </a:lnTo>
                <a:lnTo>
                  <a:pt x="916838" y="158953"/>
                </a:lnTo>
                <a:lnTo>
                  <a:pt x="937641" y="141922"/>
                </a:lnTo>
                <a:lnTo>
                  <a:pt x="956741" y="124040"/>
                </a:lnTo>
                <a:lnTo>
                  <a:pt x="973836" y="105156"/>
                </a:lnTo>
                <a:lnTo>
                  <a:pt x="973721" y="172212"/>
                </a:lnTo>
                <a:lnTo>
                  <a:pt x="973645" y="188785"/>
                </a:lnTo>
                <a:lnTo>
                  <a:pt x="973201" y="226682"/>
                </a:lnTo>
                <a:lnTo>
                  <a:pt x="972312" y="262128"/>
                </a:lnTo>
                <a:lnTo>
                  <a:pt x="996696" y="252984"/>
                </a:lnTo>
                <a:lnTo>
                  <a:pt x="996696" y="233172"/>
                </a:lnTo>
                <a:lnTo>
                  <a:pt x="1266444" y="233172"/>
                </a:lnTo>
                <a:lnTo>
                  <a:pt x="1256284" y="222504"/>
                </a:lnTo>
                <a:lnTo>
                  <a:pt x="1235964" y="201168"/>
                </a:lnTo>
                <a:lnTo>
                  <a:pt x="1216152" y="222504"/>
                </a:lnTo>
                <a:lnTo>
                  <a:pt x="1118616" y="222504"/>
                </a:lnTo>
                <a:lnTo>
                  <a:pt x="1118616" y="182880"/>
                </a:lnTo>
                <a:lnTo>
                  <a:pt x="1243584" y="182880"/>
                </a:lnTo>
                <a:lnTo>
                  <a:pt x="1233982" y="172212"/>
                </a:lnTo>
                <a:lnTo>
                  <a:pt x="1216152" y="152400"/>
                </a:lnTo>
                <a:lnTo>
                  <a:pt x="1196340" y="172212"/>
                </a:lnTo>
                <a:lnTo>
                  <a:pt x="1118616" y="172212"/>
                </a:lnTo>
                <a:lnTo>
                  <a:pt x="1118616" y="134112"/>
                </a:lnTo>
                <a:lnTo>
                  <a:pt x="1246632" y="134112"/>
                </a:lnTo>
                <a:lnTo>
                  <a:pt x="1237030" y="123444"/>
                </a:lnTo>
                <a:lnTo>
                  <a:pt x="1219200" y="103632"/>
                </a:lnTo>
                <a:lnTo>
                  <a:pt x="1199388" y="123444"/>
                </a:lnTo>
                <a:lnTo>
                  <a:pt x="1118616" y="123444"/>
                </a:lnTo>
                <a:lnTo>
                  <a:pt x="1118616" y="80772"/>
                </a:lnTo>
                <a:lnTo>
                  <a:pt x="1269492" y="80772"/>
                </a:lnTo>
                <a:close/>
              </a:path>
              <a:path w="1301750" h="412114">
                <a:moveTo>
                  <a:pt x="1301496" y="371868"/>
                </a:moveTo>
                <a:lnTo>
                  <a:pt x="1248727" y="362902"/>
                </a:lnTo>
                <a:lnTo>
                  <a:pt x="1203960" y="345960"/>
                </a:lnTo>
                <a:lnTo>
                  <a:pt x="1163764" y="320814"/>
                </a:lnTo>
                <a:lnTo>
                  <a:pt x="1129284" y="286512"/>
                </a:lnTo>
                <a:lnTo>
                  <a:pt x="1298448" y="286512"/>
                </a:lnTo>
                <a:lnTo>
                  <a:pt x="1269492" y="256032"/>
                </a:lnTo>
                <a:lnTo>
                  <a:pt x="1248156" y="275844"/>
                </a:lnTo>
                <a:lnTo>
                  <a:pt x="1109472" y="275844"/>
                </a:lnTo>
                <a:lnTo>
                  <a:pt x="1109472" y="260604"/>
                </a:lnTo>
                <a:lnTo>
                  <a:pt x="1123188" y="248412"/>
                </a:lnTo>
                <a:lnTo>
                  <a:pt x="1085088" y="234696"/>
                </a:lnTo>
                <a:lnTo>
                  <a:pt x="1085977" y="243268"/>
                </a:lnTo>
                <a:lnTo>
                  <a:pt x="1086421" y="252984"/>
                </a:lnTo>
                <a:lnTo>
                  <a:pt x="1086548" y="260604"/>
                </a:lnTo>
                <a:lnTo>
                  <a:pt x="1086612" y="275844"/>
                </a:lnTo>
                <a:lnTo>
                  <a:pt x="891540" y="275844"/>
                </a:lnTo>
                <a:lnTo>
                  <a:pt x="908304" y="292620"/>
                </a:lnTo>
                <a:lnTo>
                  <a:pt x="917740" y="289737"/>
                </a:lnTo>
                <a:lnTo>
                  <a:pt x="927735" y="287845"/>
                </a:lnTo>
                <a:lnTo>
                  <a:pt x="938314" y="286829"/>
                </a:lnTo>
                <a:lnTo>
                  <a:pt x="949452" y="286512"/>
                </a:lnTo>
                <a:lnTo>
                  <a:pt x="1057656" y="286512"/>
                </a:lnTo>
                <a:lnTo>
                  <a:pt x="1018222" y="324446"/>
                </a:lnTo>
                <a:lnTo>
                  <a:pt x="975347" y="355574"/>
                </a:lnTo>
                <a:lnTo>
                  <a:pt x="922147" y="385292"/>
                </a:lnTo>
                <a:lnTo>
                  <a:pt x="891540" y="399288"/>
                </a:lnTo>
                <a:lnTo>
                  <a:pt x="894588" y="406920"/>
                </a:lnTo>
                <a:lnTo>
                  <a:pt x="954024" y="382917"/>
                </a:lnTo>
                <a:lnTo>
                  <a:pt x="1004316" y="356628"/>
                </a:lnTo>
                <a:lnTo>
                  <a:pt x="1047750" y="325767"/>
                </a:lnTo>
                <a:lnTo>
                  <a:pt x="1086612" y="288036"/>
                </a:lnTo>
                <a:lnTo>
                  <a:pt x="1086497" y="339864"/>
                </a:lnTo>
                <a:lnTo>
                  <a:pt x="1086370" y="356628"/>
                </a:lnTo>
                <a:lnTo>
                  <a:pt x="1085977" y="383197"/>
                </a:lnTo>
                <a:lnTo>
                  <a:pt x="1085088" y="411492"/>
                </a:lnTo>
                <a:lnTo>
                  <a:pt x="1110996" y="397764"/>
                </a:lnTo>
                <a:lnTo>
                  <a:pt x="1110119" y="381457"/>
                </a:lnTo>
                <a:lnTo>
                  <a:pt x="1109662" y="357568"/>
                </a:lnTo>
                <a:lnTo>
                  <a:pt x="1109586" y="342049"/>
                </a:lnTo>
                <a:lnTo>
                  <a:pt x="1109484" y="288036"/>
                </a:lnTo>
                <a:lnTo>
                  <a:pt x="1109472" y="286512"/>
                </a:lnTo>
                <a:lnTo>
                  <a:pt x="1120140" y="286512"/>
                </a:lnTo>
                <a:lnTo>
                  <a:pt x="1136192" y="309333"/>
                </a:lnTo>
                <a:lnTo>
                  <a:pt x="1152525" y="329565"/>
                </a:lnTo>
                <a:lnTo>
                  <a:pt x="1187196" y="361188"/>
                </a:lnTo>
                <a:lnTo>
                  <a:pt x="1226058" y="383108"/>
                </a:lnTo>
                <a:lnTo>
                  <a:pt x="1269492" y="399288"/>
                </a:lnTo>
                <a:lnTo>
                  <a:pt x="1273213" y="391858"/>
                </a:lnTo>
                <a:lnTo>
                  <a:pt x="1279779" y="385572"/>
                </a:lnTo>
                <a:lnTo>
                  <a:pt x="1289215" y="380428"/>
                </a:lnTo>
                <a:lnTo>
                  <a:pt x="1301496" y="376440"/>
                </a:lnTo>
                <a:lnTo>
                  <a:pt x="1301496" y="37186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3508247" y="2366772"/>
            <a:ext cx="326390" cy="399415"/>
          </a:xfrm>
          <a:custGeom>
            <a:avLst/>
            <a:gdLst/>
            <a:ahLst/>
            <a:cxnLst/>
            <a:rect l="l" t="t" r="r" b="b"/>
            <a:pathLst>
              <a:path w="326389" h="399414">
                <a:moveTo>
                  <a:pt x="76200" y="85344"/>
                </a:moveTo>
                <a:lnTo>
                  <a:pt x="68580" y="85344"/>
                </a:lnTo>
                <a:lnTo>
                  <a:pt x="65532" y="80772"/>
                </a:lnTo>
                <a:lnTo>
                  <a:pt x="62484" y="70104"/>
                </a:lnTo>
                <a:lnTo>
                  <a:pt x="57651" y="56388"/>
                </a:lnTo>
                <a:lnTo>
                  <a:pt x="50292" y="40767"/>
                </a:lnTo>
                <a:lnTo>
                  <a:pt x="40624" y="23383"/>
                </a:lnTo>
                <a:lnTo>
                  <a:pt x="28956" y="4572"/>
                </a:lnTo>
                <a:lnTo>
                  <a:pt x="33528" y="0"/>
                </a:lnTo>
                <a:lnTo>
                  <a:pt x="72104" y="26360"/>
                </a:lnTo>
                <a:lnTo>
                  <a:pt x="91440" y="48768"/>
                </a:lnTo>
                <a:lnTo>
                  <a:pt x="91440" y="60960"/>
                </a:lnTo>
                <a:lnTo>
                  <a:pt x="88392" y="67056"/>
                </a:lnTo>
                <a:lnTo>
                  <a:pt x="79248" y="82296"/>
                </a:lnTo>
                <a:lnTo>
                  <a:pt x="76200" y="85344"/>
                </a:lnTo>
                <a:close/>
              </a:path>
              <a:path w="326389" h="399414">
                <a:moveTo>
                  <a:pt x="146304" y="60960"/>
                </a:moveTo>
                <a:lnTo>
                  <a:pt x="131064" y="45720"/>
                </a:lnTo>
                <a:lnTo>
                  <a:pt x="281940" y="45720"/>
                </a:lnTo>
                <a:lnTo>
                  <a:pt x="295656" y="24384"/>
                </a:lnTo>
                <a:lnTo>
                  <a:pt x="326136" y="48768"/>
                </a:lnTo>
                <a:lnTo>
                  <a:pt x="316822" y="56388"/>
                </a:lnTo>
                <a:lnTo>
                  <a:pt x="188976" y="56388"/>
                </a:lnTo>
                <a:lnTo>
                  <a:pt x="177807" y="56673"/>
                </a:lnTo>
                <a:lnTo>
                  <a:pt x="167068" y="57531"/>
                </a:lnTo>
                <a:lnTo>
                  <a:pt x="156614" y="58959"/>
                </a:lnTo>
                <a:lnTo>
                  <a:pt x="146304" y="60960"/>
                </a:lnTo>
                <a:close/>
              </a:path>
              <a:path w="326389" h="399414">
                <a:moveTo>
                  <a:pt x="308470" y="355092"/>
                </a:moveTo>
                <a:lnTo>
                  <a:pt x="277368" y="355092"/>
                </a:lnTo>
                <a:lnTo>
                  <a:pt x="283464" y="350520"/>
                </a:lnTo>
                <a:lnTo>
                  <a:pt x="283464" y="56388"/>
                </a:lnTo>
                <a:lnTo>
                  <a:pt x="316822" y="56388"/>
                </a:lnTo>
                <a:lnTo>
                  <a:pt x="309372" y="62484"/>
                </a:lnTo>
                <a:lnTo>
                  <a:pt x="309372" y="344424"/>
                </a:lnTo>
                <a:lnTo>
                  <a:pt x="308470" y="355092"/>
                </a:lnTo>
                <a:close/>
              </a:path>
              <a:path w="326389" h="399414">
                <a:moveTo>
                  <a:pt x="0" y="399288"/>
                </a:moveTo>
                <a:lnTo>
                  <a:pt x="814" y="362854"/>
                </a:lnTo>
                <a:lnTo>
                  <a:pt x="931" y="355092"/>
                </a:lnTo>
                <a:lnTo>
                  <a:pt x="1333" y="316992"/>
                </a:lnTo>
                <a:lnTo>
                  <a:pt x="1421" y="154662"/>
                </a:lnTo>
                <a:lnTo>
                  <a:pt x="1320" y="132588"/>
                </a:lnTo>
                <a:lnTo>
                  <a:pt x="881" y="100750"/>
                </a:lnTo>
                <a:lnTo>
                  <a:pt x="0" y="74676"/>
                </a:lnTo>
                <a:lnTo>
                  <a:pt x="44196" y="99060"/>
                </a:lnTo>
                <a:lnTo>
                  <a:pt x="28956" y="109728"/>
                </a:lnTo>
                <a:lnTo>
                  <a:pt x="28956" y="387096"/>
                </a:lnTo>
                <a:lnTo>
                  <a:pt x="0" y="399288"/>
                </a:lnTo>
                <a:close/>
              </a:path>
              <a:path w="326389" h="399414">
                <a:moveTo>
                  <a:pt x="240356" y="152400"/>
                </a:moveTo>
                <a:lnTo>
                  <a:pt x="202692" y="152400"/>
                </a:lnTo>
                <a:lnTo>
                  <a:pt x="214883" y="132588"/>
                </a:lnTo>
                <a:lnTo>
                  <a:pt x="240356" y="152400"/>
                </a:lnTo>
                <a:close/>
              </a:path>
              <a:path w="326389" h="399414">
                <a:moveTo>
                  <a:pt x="82296" y="307848"/>
                </a:moveTo>
                <a:lnTo>
                  <a:pt x="83177" y="283035"/>
                </a:lnTo>
                <a:lnTo>
                  <a:pt x="83629" y="259080"/>
                </a:lnTo>
                <a:lnTo>
                  <a:pt x="83729" y="245364"/>
                </a:lnTo>
                <a:lnTo>
                  <a:pt x="83796" y="195191"/>
                </a:lnTo>
                <a:lnTo>
                  <a:pt x="83629" y="175069"/>
                </a:lnTo>
                <a:lnTo>
                  <a:pt x="83177" y="154662"/>
                </a:lnTo>
                <a:lnTo>
                  <a:pt x="82296" y="134112"/>
                </a:lnTo>
                <a:lnTo>
                  <a:pt x="108204" y="152400"/>
                </a:lnTo>
                <a:lnTo>
                  <a:pt x="240356" y="152400"/>
                </a:lnTo>
                <a:lnTo>
                  <a:pt x="242316" y="153924"/>
                </a:lnTo>
                <a:lnTo>
                  <a:pt x="232029" y="163068"/>
                </a:lnTo>
                <a:lnTo>
                  <a:pt x="108204" y="163068"/>
                </a:lnTo>
                <a:lnTo>
                  <a:pt x="108204" y="265176"/>
                </a:lnTo>
                <a:lnTo>
                  <a:pt x="228778" y="265176"/>
                </a:lnTo>
                <a:lnTo>
                  <a:pt x="228790" y="265938"/>
                </a:lnTo>
                <a:lnTo>
                  <a:pt x="229163" y="275844"/>
                </a:lnTo>
                <a:lnTo>
                  <a:pt x="108204" y="275844"/>
                </a:lnTo>
                <a:lnTo>
                  <a:pt x="108204" y="298704"/>
                </a:lnTo>
                <a:lnTo>
                  <a:pt x="82296" y="307848"/>
                </a:lnTo>
                <a:close/>
              </a:path>
              <a:path w="326389" h="399414">
                <a:moveTo>
                  <a:pt x="228778" y="265176"/>
                </a:moveTo>
                <a:lnTo>
                  <a:pt x="204216" y="265176"/>
                </a:lnTo>
                <a:lnTo>
                  <a:pt x="204216" y="163068"/>
                </a:lnTo>
                <a:lnTo>
                  <a:pt x="232029" y="163068"/>
                </a:lnTo>
                <a:lnTo>
                  <a:pt x="228600" y="166116"/>
                </a:lnTo>
                <a:lnTo>
                  <a:pt x="228685" y="259080"/>
                </a:lnTo>
                <a:lnTo>
                  <a:pt x="228778" y="265176"/>
                </a:lnTo>
                <a:close/>
              </a:path>
              <a:path w="326389" h="399414">
                <a:moveTo>
                  <a:pt x="204216" y="301752"/>
                </a:moveTo>
                <a:lnTo>
                  <a:pt x="204216" y="275844"/>
                </a:lnTo>
                <a:lnTo>
                  <a:pt x="229163" y="275844"/>
                </a:lnTo>
                <a:lnTo>
                  <a:pt x="229242" y="277939"/>
                </a:lnTo>
                <a:lnTo>
                  <a:pt x="230124" y="291083"/>
                </a:lnTo>
                <a:lnTo>
                  <a:pt x="204216" y="301752"/>
                </a:lnTo>
                <a:close/>
              </a:path>
              <a:path w="326389" h="399414">
                <a:moveTo>
                  <a:pt x="266700" y="399288"/>
                </a:moveTo>
                <a:lnTo>
                  <a:pt x="262985" y="384667"/>
                </a:lnTo>
                <a:lnTo>
                  <a:pt x="251841" y="372618"/>
                </a:lnTo>
                <a:lnTo>
                  <a:pt x="233267" y="362854"/>
                </a:lnTo>
                <a:lnTo>
                  <a:pt x="207264" y="355092"/>
                </a:lnTo>
                <a:lnTo>
                  <a:pt x="207264" y="348996"/>
                </a:lnTo>
                <a:lnTo>
                  <a:pt x="253984" y="352425"/>
                </a:lnTo>
                <a:lnTo>
                  <a:pt x="277368" y="355092"/>
                </a:lnTo>
                <a:lnTo>
                  <a:pt x="308470" y="355092"/>
                </a:lnTo>
                <a:lnTo>
                  <a:pt x="307633" y="364998"/>
                </a:lnTo>
                <a:lnTo>
                  <a:pt x="300037" y="381000"/>
                </a:lnTo>
                <a:lnTo>
                  <a:pt x="286440" y="392430"/>
                </a:lnTo>
                <a:lnTo>
                  <a:pt x="266700" y="39928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3902964" y="2362199"/>
            <a:ext cx="1295400" cy="407034"/>
          </a:xfrm>
          <a:custGeom>
            <a:avLst/>
            <a:gdLst/>
            <a:ahLst/>
            <a:cxnLst/>
            <a:rect l="l" t="t" r="r" b="b"/>
            <a:pathLst>
              <a:path w="1295400" h="407035">
                <a:moveTo>
                  <a:pt x="193548" y="35052"/>
                </a:moveTo>
                <a:lnTo>
                  <a:pt x="189839" y="32004"/>
                </a:lnTo>
                <a:lnTo>
                  <a:pt x="167640" y="13716"/>
                </a:lnTo>
                <a:lnTo>
                  <a:pt x="158496" y="27432"/>
                </a:lnTo>
                <a:lnTo>
                  <a:pt x="158496" y="41148"/>
                </a:lnTo>
                <a:lnTo>
                  <a:pt x="158496" y="91440"/>
                </a:lnTo>
                <a:lnTo>
                  <a:pt x="158496" y="102108"/>
                </a:lnTo>
                <a:lnTo>
                  <a:pt x="158496" y="150876"/>
                </a:lnTo>
                <a:lnTo>
                  <a:pt x="76200" y="150876"/>
                </a:lnTo>
                <a:lnTo>
                  <a:pt x="76200" y="102108"/>
                </a:lnTo>
                <a:lnTo>
                  <a:pt x="158496" y="102108"/>
                </a:lnTo>
                <a:lnTo>
                  <a:pt x="158496" y="91440"/>
                </a:lnTo>
                <a:lnTo>
                  <a:pt x="76200" y="91440"/>
                </a:lnTo>
                <a:lnTo>
                  <a:pt x="76200" y="41148"/>
                </a:lnTo>
                <a:lnTo>
                  <a:pt x="158496" y="41148"/>
                </a:lnTo>
                <a:lnTo>
                  <a:pt x="158496" y="27432"/>
                </a:lnTo>
                <a:lnTo>
                  <a:pt x="155448" y="32004"/>
                </a:lnTo>
                <a:lnTo>
                  <a:pt x="76200" y="32004"/>
                </a:lnTo>
                <a:lnTo>
                  <a:pt x="51816" y="16764"/>
                </a:lnTo>
                <a:lnTo>
                  <a:pt x="52933" y="35610"/>
                </a:lnTo>
                <a:lnTo>
                  <a:pt x="53911" y="55435"/>
                </a:lnTo>
                <a:lnTo>
                  <a:pt x="54584" y="75920"/>
                </a:lnTo>
                <a:lnTo>
                  <a:pt x="54787" y="91440"/>
                </a:lnTo>
                <a:lnTo>
                  <a:pt x="54724" y="108204"/>
                </a:lnTo>
                <a:lnTo>
                  <a:pt x="54597" y="118999"/>
                </a:lnTo>
                <a:lnTo>
                  <a:pt x="53911" y="140017"/>
                </a:lnTo>
                <a:lnTo>
                  <a:pt x="52933" y="160769"/>
                </a:lnTo>
                <a:lnTo>
                  <a:pt x="51816" y="181356"/>
                </a:lnTo>
                <a:lnTo>
                  <a:pt x="76200" y="172212"/>
                </a:lnTo>
                <a:lnTo>
                  <a:pt x="76200" y="161544"/>
                </a:lnTo>
                <a:lnTo>
                  <a:pt x="158496" y="161544"/>
                </a:lnTo>
                <a:lnTo>
                  <a:pt x="158496" y="176784"/>
                </a:lnTo>
                <a:lnTo>
                  <a:pt x="182880" y="164592"/>
                </a:lnTo>
                <a:lnTo>
                  <a:pt x="181546" y="115443"/>
                </a:lnTo>
                <a:lnTo>
                  <a:pt x="181356" y="45720"/>
                </a:lnTo>
                <a:lnTo>
                  <a:pt x="186575" y="41148"/>
                </a:lnTo>
                <a:lnTo>
                  <a:pt x="193548" y="35052"/>
                </a:lnTo>
                <a:close/>
              </a:path>
              <a:path w="1295400" h="407035">
                <a:moveTo>
                  <a:pt x="321564" y="149352"/>
                </a:moveTo>
                <a:lnTo>
                  <a:pt x="283464" y="131064"/>
                </a:lnTo>
                <a:lnTo>
                  <a:pt x="284314" y="155663"/>
                </a:lnTo>
                <a:lnTo>
                  <a:pt x="284530" y="173736"/>
                </a:lnTo>
                <a:lnTo>
                  <a:pt x="283464" y="224028"/>
                </a:lnTo>
                <a:lnTo>
                  <a:pt x="275463" y="262699"/>
                </a:lnTo>
                <a:lnTo>
                  <a:pt x="248310" y="310502"/>
                </a:lnTo>
                <a:lnTo>
                  <a:pt x="211734" y="339598"/>
                </a:lnTo>
                <a:lnTo>
                  <a:pt x="187452" y="353568"/>
                </a:lnTo>
                <a:lnTo>
                  <a:pt x="192024" y="358140"/>
                </a:lnTo>
                <a:lnTo>
                  <a:pt x="234315" y="338709"/>
                </a:lnTo>
                <a:lnTo>
                  <a:pt x="276834" y="304165"/>
                </a:lnTo>
                <a:lnTo>
                  <a:pt x="298704" y="263652"/>
                </a:lnTo>
                <a:lnTo>
                  <a:pt x="305562" y="223456"/>
                </a:lnTo>
                <a:lnTo>
                  <a:pt x="307848" y="161544"/>
                </a:lnTo>
                <a:lnTo>
                  <a:pt x="321564" y="149352"/>
                </a:lnTo>
                <a:close/>
              </a:path>
              <a:path w="1295400" h="407035">
                <a:moveTo>
                  <a:pt x="388620" y="315468"/>
                </a:moveTo>
                <a:lnTo>
                  <a:pt x="360616" y="287083"/>
                </a:lnTo>
                <a:lnTo>
                  <a:pt x="307848" y="260604"/>
                </a:lnTo>
                <a:lnTo>
                  <a:pt x="304800" y="266700"/>
                </a:lnTo>
                <a:lnTo>
                  <a:pt x="325894" y="284403"/>
                </a:lnTo>
                <a:lnTo>
                  <a:pt x="343281" y="300799"/>
                </a:lnTo>
                <a:lnTo>
                  <a:pt x="356654" y="315785"/>
                </a:lnTo>
                <a:lnTo>
                  <a:pt x="365760" y="329184"/>
                </a:lnTo>
                <a:lnTo>
                  <a:pt x="371703" y="339598"/>
                </a:lnTo>
                <a:lnTo>
                  <a:pt x="374904" y="345948"/>
                </a:lnTo>
                <a:lnTo>
                  <a:pt x="379476" y="345948"/>
                </a:lnTo>
                <a:lnTo>
                  <a:pt x="382524" y="342900"/>
                </a:lnTo>
                <a:lnTo>
                  <a:pt x="384048" y="336804"/>
                </a:lnTo>
                <a:lnTo>
                  <a:pt x="387096" y="330708"/>
                </a:lnTo>
                <a:lnTo>
                  <a:pt x="388620" y="324612"/>
                </a:lnTo>
                <a:lnTo>
                  <a:pt x="388620" y="315468"/>
                </a:lnTo>
                <a:close/>
              </a:path>
              <a:path w="1295400" h="407035">
                <a:moveTo>
                  <a:pt x="402336" y="44196"/>
                </a:moveTo>
                <a:lnTo>
                  <a:pt x="373380" y="12192"/>
                </a:lnTo>
                <a:lnTo>
                  <a:pt x="353568" y="33528"/>
                </a:lnTo>
                <a:lnTo>
                  <a:pt x="202692" y="33528"/>
                </a:lnTo>
                <a:lnTo>
                  <a:pt x="217932" y="48768"/>
                </a:lnTo>
                <a:lnTo>
                  <a:pt x="227355" y="46774"/>
                </a:lnTo>
                <a:lnTo>
                  <a:pt x="237363" y="45339"/>
                </a:lnTo>
                <a:lnTo>
                  <a:pt x="247929" y="44488"/>
                </a:lnTo>
                <a:lnTo>
                  <a:pt x="259080" y="44196"/>
                </a:lnTo>
                <a:lnTo>
                  <a:pt x="280416" y="44196"/>
                </a:lnTo>
                <a:lnTo>
                  <a:pt x="278980" y="55918"/>
                </a:lnTo>
                <a:lnTo>
                  <a:pt x="276987" y="68199"/>
                </a:lnTo>
                <a:lnTo>
                  <a:pt x="274408" y="81064"/>
                </a:lnTo>
                <a:lnTo>
                  <a:pt x="271272" y="94488"/>
                </a:lnTo>
                <a:lnTo>
                  <a:pt x="248412" y="94488"/>
                </a:lnTo>
                <a:lnTo>
                  <a:pt x="224028" y="79248"/>
                </a:lnTo>
                <a:lnTo>
                  <a:pt x="224904" y="100444"/>
                </a:lnTo>
                <a:lnTo>
                  <a:pt x="225361" y="123063"/>
                </a:lnTo>
                <a:lnTo>
                  <a:pt x="225475" y="140017"/>
                </a:lnTo>
                <a:lnTo>
                  <a:pt x="225361" y="221932"/>
                </a:lnTo>
                <a:lnTo>
                  <a:pt x="224904" y="242963"/>
                </a:lnTo>
                <a:lnTo>
                  <a:pt x="224028" y="262128"/>
                </a:lnTo>
                <a:lnTo>
                  <a:pt x="248412" y="248412"/>
                </a:lnTo>
                <a:lnTo>
                  <a:pt x="248412" y="103632"/>
                </a:lnTo>
                <a:lnTo>
                  <a:pt x="350520" y="103632"/>
                </a:lnTo>
                <a:lnTo>
                  <a:pt x="350520" y="257556"/>
                </a:lnTo>
                <a:lnTo>
                  <a:pt x="373380" y="245364"/>
                </a:lnTo>
                <a:lnTo>
                  <a:pt x="373138" y="227076"/>
                </a:lnTo>
                <a:lnTo>
                  <a:pt x="372643" y="212890"/>
                </a:lnTo>
                <a:lnTo>
                  <a:pt x="372071" y="199644"/>
                </a:lnTo>
                <a:lnTo>
                  <a:pt x="371944" y="195287"/>
                </a:lnTo>
                <a:lnTo>
                  <a:pt x="371856" y="108204"/>
                </a:lnTo>
                <a:lnTo>
                  <a:pt x="377075" y="103632"/>
                </a:lnTo>
                <a:lnTo>
                  <a:pt x="384048" y="97536"/>
                </a:lnTo>
                <a:lnTo>
                  <a:pt x="380060" y="94488"/>
                </a:lnTo>
                <a:lnTo>
                  <a:pt x="358140" y="77724"/>
                </a:lnTo>
                <a:lnTo>
                  <a:pt x="345948" y="94488"/>
                </a:lnTo>
                <a:lnTo>
                  <a:pt x="280416" y="94488"/>
                </a:lnTo>
                <a:lnTo>
                  <a:pt x="290601" y="76136"/>
                </a:lnTo>
                <a:lnTo>
                  <a:pt x="298894" y="61341"/>
                </a:lnTo>
                <a:lnTo>
                  <a:pt x="305054" y="50774"/>
                </a:lnTo>
                <a:lnTo>
                  <a:pt x="309372" y="44196"/>
                </a:lnTo>
                <a:lnTo>
                  <a:pt x="402336" y="44196"/>
                </a:lnTo>
                <a:close/>
              </a:path>
              <a:path w="1295400" h="407035">
                <a:moveTo>
                  <a:pt x="405384" y="358140"/>
                </a:moveTo>
                <a:lnTo>
                  <a:pt x="369087" y="362127"/>
                </a:lnTo>
                <a:lnTo>
                  <a:pt x="331089" y="364807"/>
                </a:lnTo>
                <a:lnTo>
                  <a:pt x="297929" y="365874"/>
                </a:lnTo>
                <a:lnTo>
                  <a:pt x="249936" y="365772"/>
                </a:lnTo>
                <a:lnTo>
                  <a:pt x="210781" y="364642"/>
                </a:lnTo>
                <a:lnTo>
                  <a:pt x="177927" y="361378"/>
                </a:lnTo>
                <a:lnTo>
                  <a:pt x="151345" y="356120"/>
                </a:lnTo>
                <a:lnTo>
                  <a:pt x="131064" y="348996"/>
                </a:lnTo>
                <a:lnTo>
                  <a:pt x="131064" y="342900"/>
                </a:lnTo>
                <a:lnTo>
                  <a:pt x="131064" y="281940"/>
                </a:lnTo>
                <a:lnTo>
                  <a:pt x="208788" y="281940"/>
                </a:lnTo>
                <a:lnTo>
                  <a:pt x="199720" y="271272"/>
                </a:lnTo>
                <a:lnTo>
                  <a:pt x="182880" y="251460"/>
                </a:lnTo>
                <a:lnTo>
                  <a:pt x="163068" y="271272"/>
                </a:lnTo>
                <a:lnTo>
                  <a:pt x="131064" y="271272"/>
                </a:lnTo>
                <a:lnTo>
                  <a:pt x="131064" y="210312"/>
                </a:lnTo>
                <a:lnTo>
                  <a:pt x="216408" y="210312"/>
                </a:lnTo>
                <a:lnTo>
                  <a:pt x="187452" y="179832"/>
                </a:lnTo>
                <a:lnTo>
                  <a:pt x="167640" y="199644"/>
                </a:lnTo>
                <a:lnTo>
                  <a:pt x="13716" y="199644"/>
                </a:lnTo>
                <a:lnTo>
                  <a:pt x="30480" y="214884"/>
                </a:lnTo>
                <a:lnTo>
                  <a:pt x="39903" y="212890"/>
                </a:lnTo>
                <a:lnTo>
                  <a:pt x="49911" y="211455"/>
                </a:lnTo>
                <a:lnTo>
                  <a:pt x="60477" y="210604"/>
                </a:lnTo>
                <a:lnTo>
                  <a:pt x="71628" y="210312"/>
                </a:lnTo>
                <a:lnTo>
                  <a:pt x="108204" y="210312"/>
                </a:lnTo>
                <a:lnTo>
                  <a:pt x="108204" y="342900"/>
                </a:lnTo>
                <a:lnTo>
                  <a:pt x="93929" y="332574"/>
                </a:lnTo>
                <a:lnTo>
                  <a:pt x="80962" y="321945"/>
                </a:lnTo>
                <a:lnTo>
                  <a:pt x="69405" y="310756"/>
                </a:lnTo>
                <a:lnTo>
                  <a:pt x="68262" y="309372"/>
                </a:lnTo>
                <a:lnTo>
                  <a:pt x="59436" y="298704"/>
                </a:lnTo>
                <a:lnTo>
                  <a:pt x="63398" y="277355"/>
                </a:lnTo>
                <a:lnTo>
                  <a:pt x="68389" y="261175"/>
                </a:lnTo>
                <a:lnTo>
                  <a:pt x="74218" y="250494"/>
                </a:lnTo>
                <a:lnTo>
                  <a:pt x="80772" y="245364"/>
                </a:lnTo>
                <a:lnTo>
                  <a:pt x="45720" y="227076"/>
                </a:lnTo>
                <a:lnTo>
                  <a:pt x="41148" y="268414"/>
                </a:lnTo>
                <a:lnTo>
                  <a:pt x="32004" y="315468"/>
                </a:lnTo>
                <a:lnTo>
                  <a:pt x="18288" y="362331"/>
                </a:lnTo>
                <a:lnTo>
                  <a:pt x="0" y="402336"/>
                </a:lnTo>
                <a:lnTo>
                  <a:pt x="6096" y="405396"/>
                </a:lnTo>
                <a:lnTo>
                  <a:pt x="20383" y="386740"/>
                </a:lnTo>
                <a:lnTo>
                  <a:pt x="33528" y="364807"/>
                </a:lnTo>
                <a:lnTo>
                  <a:pt x="45529" y="339166"/>
                </a:lnTo>
                <a:lnTo>
                  <a:pt x="56388" y="309372"/>
                </a:lnTo>
                <a:lnTo>
                  <a:pt x="70078" y="327355"/>
                </a:lnTo>
                <a:lnTo>
                  <a:pt x="109728" y="362712"/>
                </a:lnTo>
                <a:lnTo>
                  <a:pt x="159016" y="381368"/>
                </a:lnTo>
                <a:lnTo>
                  <a:pt x="208978" y="389559"/>
                </a:lnTo>
                <a:lnTo>
                  <a:pt x="250698" y="392239"/>
                </a:lnTo>
                <a:lnTo>
                  <a:pt x="304990" y="393509"/>
                </a:lnTo>
                <a:lnTo>
                  <a:pt x="371856" y="393192"/>
                </a:lnTo>
                <a:lnTo>
                  <a:pt x="374091" y="385483"/>
                </a:lnTo>
                <a:lnTo>
                  <a:pt x="380619" y="378333"/>
                </a:lnTo>
                <a:lnTo>
                  <a:pt x="391134" y="371767"/>
                </a:lnTo>
                <a:lnTo>
                  <a:pt x="404647" y="366077"/>
                </a:lnTo>
                <a:lnTo>
                  <a:pt x="405384" y="365772"/>
                </a:lnTo>
                <a:lnTo>
                  <a:pt x="405384" y="358140"/>
                </a:lnTo>
                <a:close/>
              </a:path>
              <a:path w="1295400" h="407035">
                <a:moveTo>
                  <a:pt x="620255" y="44208"/>
                </a:moveTo>
                <a:lnTo>
                  <a:pt x="597395" y="12204"/>
                </a:lnTo>
                <a:lnTo>
                  <a:pt x="583095" y="20789"/>
                </a:lnTo>
                <a:lnTo>
                  <a:pt x="567486" y="28397"/>
                </a:lnTo>
                <a:lnTo>
                  <a:pt x="511556" y="47459"/>
                </a:lnTo>
                <a:lnTo>
                  <a:pt x="472071" y="57226"/>
                </a:lnTo>
                <a:lnTo>
                  <a:pt x="452615" y="60972"/>
                </a:lnTo>
                <a:lnTo>
                  <a:pt x="452615" y="67068"/>
                </a:lnTo>
                <a:lnTo>
                  <a:pt x="472046" y="65659"/>
                </a:lnTo>
                <a:lnTo>
                  <a:pt x="491477" y="63830"/>
                </a:lnTo>
                <a:lnTo>
                  <a:pt x="530339" y="59448"/>
                </a:lnTo>
                <a:lnTo>
                  <a:pt x="530339" y="135648"/>
                </a:lnTo>
                <a:lnTo>
                  <a:pt x="446519" y="135648"/>
                </a:lnTo>
                <a:lnTo>
                  <a:pt x="461759" y="150888"/>
                </a:lnTo>
                <a:lnTo>
                  <a:pt x="472071" y="148882"/>
                </a:lnTo>
                <a:lnTo>
                  <a:pt x="482523" y="147459"/>
                </a:lnTo>
                <a:lnTo>
                  <a:pt x="493268" y="146596"/>
                </a:lnTo>
                <a:lnTo>
                  <a:pt x="504431" y="146316"/>
                </a:lnTo>
                <a:lnTo>
                  <a:pt x="527291" y="146316"/>
                </a:lnTo>
                <a:lnTo>
                  <a:pt x="512051" y="190703"/>
                </a:lnTo>
                <a:lnTo>
                  <a:pt x="492239" y="236232"/>
                </a:lnTo>
                <a:lnTo>
                  <a:pt x="468426" y="280809"/>
                </a:lnTo>
                <a:lnTo>
                  <a:pt x="443471" y="318528"/>
                </a:lnTo>
                <a:lnTo>
                  <a:pt x="446519" y="323100"/>
                </a:lnTo>
                <a:lnTo>
                  <a:pt x="470763" y="298754"/>
                </a:lnTo>
                <a:lnTo>
                  <a:pt x="493001" y="271284"/>
                </a:lnTo>
                <a:lnTo>
                  <a:pt x="512965" y="240372"/>
                </a:lnTo>
                <a:lnTo>
                  <a:pt x="530339" y="205752"/>
                </a:lnTo>
                <a:lnTo>
                  <a:pt x="530225" y="303860"/>
                </a:lnTo>
                <a:lnTo>
                  <a:pt x="530110" y="333768"/>
                </a:lnTo>
                <a:lnTo>
                  <a:pt x="529729" y="370103"/>
                </a:lnTo>
                <a:lnTo>
                  <a:pt x="529653" y="375107"/>
                </a:lnTo>
                <a:lnTo>
                  <a:pt x="528815" y="405396"/>
                </a:lnTo>
                <a:lnTo>
                  <a:pt x="554723" y="394728"/>
                </a:lnTo>
                <a:lnTo>
                  <a:pt x="553453" y="323100"/>
                </a:lnTo>
                <a:lnTo>
                  <a:pt x="553212" y="205752"/>
                </a:lnTo>
                <a:lnTo>
                  <a:pt x="553199" y="185940"/>
                </a:lnTo>
                <a:lnTo>
                  <a:pt x="564921" y="197027"/>
                </a:lnTo>
                <a:lnTo>
                  <a:pt x="574916" y="209562"/>
                </a:lnTo>
                <a:lnTo>
                  <a:pt x="583209" y="223227"/>
                </a:lnTo>
                <a:lnTo>
                  <a:pt x="589775" y="237756"/>
                </a:lnTo>
                <a:lnTo>
                  <a:pt x="594347" y="251472"/>
                </a:lnTo>
                <a:lnTo>
                  <a:pt x="597395" y="259092"/>
                </a:lnTo>
                <a:lnTo>
                  <a:pt x="603491" y="259092"/>
                </a:lnTo>
                <a:lnTo>
                  <a:pt x="606539" y="256044"/>
                </a:lnTo>
                <a:lnTo>
                  <a:pt x="609587" y="249948"/>
                </a:lnTo>
                <a:lnTo>
                  <a:pt x="614159" y="243852"/>
                </a:lnTo>
                <a:lnTo>
                  <a:pt x="615683" y="237756"/>
                </a:lnTo>
                <a:lnTo>
                  <a:pt x="615683" y="234708"/>
                </a:lnTo>
                <a:lnTo>
                  <a:pt x="590067" y="200152"/>
                </a:lnTo>
                <a:lnTo>
                  <a:pt x="569036" y="185940"/>
                </a:lnTo>
                <a:lnTo>
                  <a:pt x="567207" y="184772"/>
                </a:lnTo>
                <a:lnTo>
                  <a:pt x="553199" y="176796"/>
                </a:lnTo>
                <a:lnTo>
                  <a:pt x="553199" y="146316"/>
                </a:lnTo>
                <a:lnTo>
                  <a:pt x="618731" y="146316"/>
                </a:lnTo>
                <a:lnTo>
                  <a:pt x="589775" y="114312"/>
                </a:lnTo>
                <a:lnTo>
                  <a:pt x="568439" y="135648"/>
                </a:lnTo>
                <a:lnTo>
                  <a:pt x="553199" y="135648"/>
                </a:lnTo>
                <a:lnTo>
                  <a:pt x="553199" y="59448"/>
                </a:lnTo>
                <a:lnTo>
                  <a:pt x="553199" y="56400"/>
                </a:lnTo>
                <a:lnTo>
                  <a:pt x="575475" y="50634"/>
                </a:lnTo>
                <a:lnTo>
                  <a:pt x="594156" y="46875"/>
                </a:lnTo>
                <a:lnTo>
                  <a:pt x="609142" y="44818"/>
                </a:lnTo>
                <a:lnTo>
                  <a:pt x="620255" y="44208"/>
                </a:lnTo>
                <a:close/>
              </a:path>
              <a:path w="1295400" h="407035">
                <a:moveTo>
                  <a:pt x="697979" y="208800"/>
                </a:moveTo>
                <a:lnTo>
                  <a:pt x="662927" y="187464"/>
                </a:lnTo>
                <a:lnTo>
                  <a:pt x="658914" y="202323"/>
                </a:lnTo>
                <a:lnTo>
                  <a:pt x="653592" y="219468"/>
                </a:lnTo>
                <a:lnTo>
                  <a:pt x="638543" y="260616"/>
                </a:lnTo>
                <a:lnTo>
                  <a:pt x="615683" y="303860"/>
                </a:lnTo>
                <a:lnTo>
                  <a:pt x="588251" y="345960"/>
                </a:lnTo>
                <a:lnTo>
                  <a:pt x="591299" y="352056"/>
                </a:lnTo>
                <a:lnTo>
                  <a:pt x="616737" y="326834"/>
                </a:lnTo>
                <a:lnTo>
                  <a:pt x="640448" y="296621"/>
                </a:lnTo>
                <a:lnTo>
                  <a:pt x="662457" y="260972"/>
                </a:lnTo>
                <a:lnTo>
                  <a:pt x="682739" y="219468"/>
                </a:lnTo>
                <a:lnTo>
                  <a:pt x="697979" y="208800"/>
                </a:lnTo>
                <a:close/>
              </a:path>
              <a:path w="1295400" h="407035">
                <a:moveTo>
                  <a:pt x="751319" y="143268"/>
                </a:moveTo>
                <a:lnTo>
                  <a:pt x="713219" y="123456"/>
                </a:lnTo>
                <a:lnTo>
                  <a:pt x="713879" y="143268"/>
                </a:lnTo>
                <a:lnTo>
                  <a:pt x="714006" y="148882"/>
                </a:lnTo>
                <a:lnTo>
                  <a:pt x="714375" y="176796"/>
                </a:lnTo>
                <a:lnTo>
                  <a:pt x="714502" y="196608"/>
                </a:lnTo>
                <a:lnTo>
                  <a:pt x="714629" y="220916"/>
                </a:lnTo>
                <a:lnTo>
                  <a:pt x="714743" y="359676"/>
                </a:lnTo>
                <a:lnTo>
                  <a:pt x="713219" y="362724"/>
                </a:lnTo>
                <a:lnTo>
                  <a:pt x="710171" y="365772"/>
                </a:lnTo>
                <a:lnTo>
                  <a:pt x="704748" y="366293"/>
                </a:lnTo>
                <a:lnTo>
                  <a:pt x="693026" y="365391"/>
                </a:lnTo>
                <a:lnTo>
                  <a:pt x="675030" y="362762"/>
                </a:lnTo>
                <a:lnTo>
                  <a:pt x="650735" y="358152"/>
                </a:lnTo>
                <a:lnTo>
                  <a:pt x="649211" y="365772"/>
                </a:lnTo>
                <a:lnTo>
                  <a:pt x="688200" y="387388"/>
                </a:lnTo>
                <a:lnTo>
                  <a:pt x="702551" y="405396"/>
                </a:lnTo>
                <a:lnTo>
                  <a:pt x="711987" y="399935"/>
                </a:lnTo>
                <a:lnTo>
                  <a:pt x="737057" y="368642"/>
                </a:lnTo>
                <a:lnTo>
                  <a:pt x="737603" y="155460"/>
                </a:lnTo>
                <a:lnTo>
                  <a:pt x="751319" y="143268"/>
                </a:lnTo>
                <a:close/>
              </a:path>
              <a:path w="1295400" h="407035">
                <a:moveTo>
                  <a:pt x="841235" y="309549"/>
                </a:moveTo>
                <a:lnTo>
                  <a:pt x="817219" y="263474"/>
                </a:lnTo>
                <a:lnTo>
                  <a:pt x="782307" y="222326"/>
                </a:lnTo>
                <a:lnTo>
                  <a:pt x="757415" y="196608"/>
                </a:lnTo>
                <a:lnTo>
                  <a:pt x="754367" y="201180"/>
                </a:lnTo>
                <a:lnTo>
                  <a:pt x="766991" y="220916"/>
                </a:lnTo>
                <a:lnTo>
                  <a:pt x="777506" y="238899"/>
                </a:lnTo>
                <a:lnTo>
                  <a:pt x="786523" y="255828"/>
                </a:lnTo>
                <a:lnTo>
                  <a:pt x="793991" y="271284"/>
                </a:lnTo>
                <a:lnTo>
                  <a:pt x="801192" y="285584"/>
                </a:lnTo>
                <a:lnTo>
                  <a:pt x="806894" y="298754"/>
                </a:lnTo>
                <a:lnTo>
                  <a:pt x="811568" y="311353"/>
                </a:lnTo>
                <a:lnTo>
                  <a:pt x="815327" y="323100"/>
                </a:lnTo>
                <a:lnTo>
                  <a:pt x="818375" y="333768"/>
                </a:lnTo>
                <a:lnTo>
                  <a:pt x="821423" y="339864"/>
                </a:lnTo>
                <a:lnTo>
                  <a:pt x="827519" y="339864"/>
                </a:lnTo>
                <a:lnTo>
                  <a:pt x="829043" y="336816"/>
                </a:lnTo>
                <a:lnTo>
                  <a:pt x="838187" y="330720"/>
                </a:lnTo>
                <a:lnTo>
                  <a:pt x="841235" y="324624"/>
                </a:lnTo>
                <a:lnTo>
                  <a:pt x="841235" y="309549"/>
                </a:lnTo>
                <a:close/>
              </a:path>
              <a:path w="1295400" h="407035">
                <a:moveTo>
                  <a:pt x="850379" y="103644"/>
                </a:moveTo>
                <a:lnTo>
                  <a:pt x="847623" y="100596"/>
                </a:lnTo>
                <a:lnTo>
                  <a:pt x="837971" y="89928"/>
                </a:lnTo>
                <a:lnTo>
                  <a:pt x="821423" y="71640"/>
                </a:lnTo>
                <a:lnTo>
                  <a:pt x="801611" y="89928"/>
                </a:lnTo>
                <a:lnTo>
                  <a:pt x="678167" y="89928"/>
                </a:lnTo>
                <a:lnTo>
                  <a:pt x="691007" y="62496"/>
                </a:lnTo>
                <a:lnTo>
                  <a:pt x="701979" y="41922"/>
                </a:lnTo>
                <a:lnTo>
                  <a:pt x="710958" y="28206"/>
                </a:lnTo>
                <a:lnTo>
                  <a:pt x="717791" y="21348"/>
                </a:lnTo>
                <a:lnTo>
                  <a:pt x="681215" y="12"/>
                </a:lnTo>
                <a:lnTo>
                  <a:pt x="670547" y="38684"/>
                </a:lnTo>
                <a:lnTo>
                  <a:pt x="655307" y="85356"/>
                </a:lnTo>
                <a:lnTo>
                  <a:pt x="634923" y="136029"/>
                </a:lnTo>
                <a:lnTo>
                  <a:pt x="606539" y="184416"/>
                </a:lnTo>
                <a:lnTo>
                  <a:pt x="609587" y="188988"/>
                </a:lnTo>
                <a:lnTo>
                  <a:pt x="626478" y="172173"/>
                </a:lnTo>
                <a:lnTo>
                  <a:pt x="642924" y="151650"/>
                </a:lnTo>
                <a:lnTo>
                  <a:pt x="659104" y="127685"/>
                </a:lnTo>
                <a:lnTo>
                  <a:pt x="675119" y="100596"/>
                </a:lnTo>
                <a:lnTo>
                  <a:pt x="803135" y="100596"/>
                </a:lnTo>
                <a:lnTo>
                  <a:pt x="778751" y="156984"/>
                </a:lnTo>
                <a:lnTo>
                  <a:pt x="784847" y="160032"/>
                </a:lnTo>
                <a:lnTo>
                  <a:pt x="795693" y="146316"/>
                </a:lnTo>
                <a:lnTo>
                  <a:pt x="805421" y="134696"/>
                </a:lnTo>
                <a:lnTo>
                  <a:pt x="836472" y="107073"/>
                </a:lnTo>
                <a:lnTo>
                  <a:pt x="843508" y="104495"/>
                </a:lnTo>
                <a:lnTo>
                  <a:pt x="850379" y="103644"/>
                </a:lnTo>
                <a:close/>
              </a:path>
              <a:path w="1295400" h="407035">
                <a:moveTo>
                  <a:pt x="1025639" y="89916"/>
                </a:moveTo>
                <a:lnTo>
                  <a:pt x="986396" y="43040"/>
                </a:lnTo>
                <a:lnTo>
                  <a:pt x="960107" y="25908"/>
                </a:lnTo>
                <a:lnTo>
                  <a:pt x="954011" y="32004"/>
                </a:lnTo>
                <a:lnTo>
                  <a:pt x="969492" y="49720"/>
                </a:lnTo>
                <a:lnTo>
                  <a:pt x="981824" y="66294"/>
                </a:lnTo>
                <a:lnTo>
                  <a:pt x="991311" y="81724"/>
                </a:lnTo>
                <a:lnTo>
                  <a:pt x="998207" y="96012"/>
                </a:lnTo>
                <a:lnTo>
                  <a:pt x="1001255" y="106680"/>
                </a:lnTo>
                <a:lnTo>
                  <a:pt x="1005827" y="112776"/>
                </a:lnTo>
                <a:lnTo>
                  <a:pt x="1011923" y="112776"/>
                </a:lnTo>
                <a:lnTo>
                  <a:pt x="1016495" y="109728"/>
                </a:lnTo>
                <a:lnTo>
                  <a:pt x="1021067" y="103632"/>
                </a:lnTo>
                <a:lnTo>
                  <a:pt x="1025639" y="99060"/>
                </a:lnTo>
                <a:lnTo>
                  <a:pt x="1025639" y="89916"/>
                </a:lnTo>
                <a:close/>
              </a:path>
              <a:path w="1295400" h="407035">
                <a:moveTo>
                  <a:pt x="1202423" y="263652"/>
                </a:moveTo>
                <a:lnTo>
                  <a:pt x="1167752" y="228981"/>
                </a:lnTo>
                <a:lnTo>
                  <a:pt x="1106411" y="198120"/>
                </a:lnTo>
                <a:lnTo>
                  <a:pt x="1101839" y="205740"/>
                </a:lnTo>
                <a:lnTo>
                  <a:pt x="1127848" y="226606"/>
                </a:lnTo>
                <a:lnTo>
                  <a:pt x="1148702" y="245745"/>
                </a:lnTo>
                <a:lnTo>
                  <a:pt x="1164424" y="263182"/>
                </a:lnTo>
                <a:lnTo>
                  <a:pt x="1174991" y="278892"/>
                </a:lnTo>
                <a:lnTo>
                  <a:pt x="1181074" y="286893"/>
                </a:lnTo>
                <a:lnTo>
                  <a:pt x="1185849" y="292608"/>
                </a:lnTo>
                <a:lnTo>
                  <a:pt x="1189786" y="296037"/>
                </a:lnTo>
                <a:lnTo>
                  <a:pt x="1193279" y="297180"/>
                </a:lnTo>
                <a:lnTo>
                  <a:pt x="1194803" y="297180"/>
                </a:lnTo>
                <a:lnTo>
                  <a:pt x="1197851" y="294132"/>
                </a:lnTo>
                <a:lnTo>
                  <a:pt x="1199375" y="288036"/>
                </a:lnTo>
                <a:lnTo>
                  <a:pt x="1202423" y="283464"/>
                </a:lnTo>
                <a:lnTo>
                  <a:pt x="1202423" y="263652"/>
                </a:lnTo>
                <a:close/>
              </a:path>
              <a:path w="1295400" h="407035">
                <a:moveTo>
                  <a:pt x="1295400" y="137160"/>
                </a:moveTo>
                <a:lnTo>
                  <a:pt x="1263383" y="112776"/>
                </a:lnTo>
                <a:lnTo>
                  <a:pt x="1249667" y="135636"/>
                </a:lnTo>
                <a:lnTo>
                  <a:pt x="1101839" y="135636"/>
                </a:lnTo>
                <a:lnTo>
                  <a:pt x="1105255" y="110490"/>
                </a:lnTo>
                <a:lnTo>
                  <a:pt x="1108506" y="85344"/>
                </a:lnTo>
                <a:lnTo>
                  <a:pt x="1111491" y="60198"/>
                </a:lnTo>
                <a:lnTo>
                  <a:pt x="1114031" y="35052"/>
                </a:lnTo>
                <a:lnTo>
                  <a:pt x="1132319" y="22860"/>
                </a:lnTo>
                <a:lnTo>
                  <a:pt x="1085075" y="0"/>
                </a:lnTo>
                <a:lnTo>
                  <a:pt x="1084491" y="36626"/>
                </a:lnTo>
                <a:lnTo>
                  <a:pt x="1082598" y="71247"/>
                </a:lnTo>
                <a:lnTo>
                  <a:pt x="1079296" y="104165"/>
                </a:lnTo>
                <a:lnTo>
                  <a:pt x="1074407" y="135636"/>
                </a:lnTo>
                <a:lnTo>
                  <a:pt x="912863" y="135636"/>
                </a:lnTo>
                <a:lnTo>
                  <a:pt x="928103" y="150876"/>
                </a:lnTo>
                <a:lnTo>
                  <a:pt x="938390" y="148882"/>
                </a:lnTo>
                <a:lnTo>
                  <a:pt x="948677" y="147447"/>
                </a:lnTo>
                <a:lnTo>
                  <a:pt x="958964" y="146596"/>
                </a:lnTo>
                <a:lnTo>
                  <a:pt x="969251" y="146304"/>
                </a:lnTo>
                <a:lnTo>
                  <a:pt x="1072883" y="146304"/>
                </a:lnTo>
                <a:lnTo>
                  <a:pt x="1062888" y="186550"/>
                </a:lnTo>
                <a:lnTo>
                  <a:pt x="1048880" y="224790"/>
                </a:lnTo>
                <a:lnTo>
                  <a:pt x="1030884" y="260756"/>
                </a:lnTo>
                <a:lnTo>
                  <a:pt x="1008875" y="294132"/>
                </a:lnTo>
                <a:lnTo>
                  <a:pt x="983094" y="325615"/>
                </a:lnTo>
                <a:lnTo>
                  <a:pt x="955725" y="353949"/>
                </a:lnTo>
                <a:lnTo>
                  <a:pt x="926376" y="379437"/>
                </a:lnTo>
                <a:lnTo>
                  <a:pt x="894575" y="402336"/>
                </a:lnTo>
                <a:lnTo>
                  <a:pt x="899147" y="406908"/>
                </a:lnTo>
                <a:lnTo>
                  <a:pt x="959154" y="371856"/>
                </a:lnTo>
                <a:lnTo>
                  <a:pt x="988949" y="347332"/>
                </a:lnTo>
                <a:lnTo>
                  <a:pt x="1018019" y="318516"/>
                </a:lnTo>
                <a:lnTo>
                  <a:pt x="1045451" y="283895"/>
                </a:lnTo>
                <a:lnTo>
                  <a:pt x="1068311" y="243840"/>
                </a:lnTo>
                <a:lnTo>
                  <a:pt x="1086586" y="198120"/>
                </a:lnTo>
                <a:lnTo>
                  <a:pt x="1100315" y="146304"/>
                </a:lnTo>
                <a:lnTo>
                  <a:pt x="1254239" y="146304"/>
                </a:lnTo>
                <a:lnTo>
                  <a:pt x="1246581" y="227444"/>
                </a:lnTo>
                <a:lnTo>
                  <a:pt x="1239761" y="287845"/>
                </a:lnTo>
                <a:lnTo>
                  <a:pt x="1234097" y="327406"/>
                </a:lnTo>
                <a:lnTo>
                  <a:pt x="1210360" y="363093"/>
                </a:lnTo>
                <a:lnTo>
                  <a:pt x="1189189" y="364553"/>
                </a:lnTo>
                <a:lnTo>
                  <a:pt x="1172324" y="363283"/>
                </a:lnTo>
                <a:lnTo>
                  <a:pt x="1150327" y="360603"/>
                </a:lnTo>
                <a:lnTo>
                  <a:pt x="1123175" y="356616"/>
                </a:lnTo>
                <a:lnTo>
                  <a:pt x="1123175" y="365760"/>
                </a:lnTo>
                <a:lnTo>
                  <a:pt x="1150658" y="372618"/>
                </a:lnTo>
                <a:lnTo>
                  <a:pt x="1171562" y="381762"/>
                </a:lnTo>
                <a:lnTo>
                  <a:pt x="1186192" y="393192"/>
                </a:lnTo>
                <a:lnTo>
                  <a:pt x="1194803" y="406908"/>
                </a:lnTo>
                <a:lnTo>
                  <a:pt x="1207046" y="402907"/>
                </a:lnTo>
                <a:lnTo>
                  <a:pt x="1245793" y="375196"/>
                </a:lnTo>
                <a:lnTo>
                  <a:pt x="1261859" y="338328"/>
                </a:lnTo>
                <a:lnTo>
                  <a:pt x="1268717" y="276606"/>
                </a:lnTo>
                <a:lnTo>
                  <a:pt x="1273860" y="221742"/>
                </a:lnTo>
                <a:lnTo>
                  <a:pt x="1280147" y="150876"/>
                </a:lnTo>
                <a:lnTo>
                  <a:pt x="1285227" y="146304"/>
                </a:lnTo>
                <a:lnTo>
                  <a:pt x="1295400" y="13716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" name="object 15"/>
          <p:cNvSpPr/>
          <p:nvPr/>
        </p:nvSpPr>
        <p:spPr>
          <a:xfrm>
            <a:off x="5254752" y="2403347"/>
            <a:ext cx="231775" cy="325120"/>
          </a:xfrm>
          <a:custGeom>
            <a:avLst/>
            <a:gdLst/>
            <a:ahLst/>
            <a:cxnLst/>
            <a:rect l="l" t="t" r="r" b="b"/>
            <a:pathLst>
              <a:path w="231775" h="325119">
                <a:moveTo>
                  <a:pt x="231648" y="324612"/>
                </a:moveTo>
                <a:lnTo>
                  <a:pt x="182880" y="324612"/>
                </a:lnTo>
                <a:lnTo>
                  <a:pt x="39624" y="44196"/>
                </a:lnTo>
                <a:lnTo>
                  <a:pt x="39624" y="324612"/>
                </a:lnTo>
                <a:lnTo>
                  <a:pt x="0" y="324612"/>
                </a:lnTo>
                <a:lnTo>
                  <a:pt x="0" y="0"/>
                </a:lnTo>
                <a:lnTo>
                  <a:pt x="60960" y="0"/>
                </a:lnTo>
                <a:lnTo>
                  <a:pt x="190500" y="256032"/>
                </a:lnTo>
                <a:lnTo>
                  <a:pt x="190500" y="0"/>
                </a:lnTo>
                <a:lnTo>
                  <a:pt x="231648" y="0"/>
                </a:lnTo>
                <a:lnTo>
                  <a:pt x="231648" y="32461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" name="object 16"/>
          <p:cNvSpPr/>
          <p:nvPr/>
        </p:nvSpPr>
        <p:spPr>
          <a:xfrm>
            <a:off x="5551932" y="2362199"/>
            <a:ext cx="1969135" cy="410209"/>
          </a:xfrm>
          <a:custGeom>
            <a:avLst/>
            <a:gdLst/>
            <a:ahLst/>
            <a:cxnLst/>
            <a:rect l="l" t="t" r="r" b="b"/>
            <a:pathLst>
              <a:path w="1969134" h="410210">
                <a:moveTo>
                  <a:pt x="204216" y="138684"/>
                </a:moveTo>
                <a:lnTo>
                  <a:pt x="193548" y="92964"/>
                </a:lnTo>
                <a:lnTo>
                  <a:pt x="183553" y="77724"/>
                </a:lnTo>
                <a:lnTo>
                  <a:pt x="182118" y="75819"/>
                </a:lnTo>
                <a:lnTo>
                  <a:pt x="174688" y="68110"/>
                </a:lnTo>
                <a:lnTo>
                  <a:pt x="166116" y="60960"/>
                </a:lnTo>
                <a:lnTo>
                  <a:pt x="160020" y="57632"/>
                </a:lnTo>
                <a:lnTo>
                  <a:pt x="160020" y="140208"/>
                </a:lnTo>
                <a:lnTo>
                  <a:pt x="159727" y="147929"/>
                </a:lnTo>
                <a:lnTo>
                  <a:pt x="141732" y="188976"/>
                </a:lnTo>
                <a:lnTo>
                  <a:pt x="105727" y="205346"/>
                </a:lnTo>
                <a:lnTo>
                  <a:pt x="73152" y="207264"/>
                </a:lnTo>
                <a:lnTo>
                  <a:pt x="42672" y="207264"/>
                </a:lnTo>
                <a:lnTo>
                  <a:pt x="42672" y="77724"/>
                </a:lnTo>
                <a:lnTo>
                  <a:pt x="79248" y="77724"/>
                </a:lnTo>
                <a:lnTo>
                  <a:pt x="121920" y="83820"/>
                </a:lnTo>
                <a:lnTo>
                  <a:pt x="135636" y="91440"/>
                </a:lnTo>
                <a:lnTo>
                  <a:pt x="141706" y="95186"/>
                </a:lnTo>
                <a:lnTo>
                  <a:pt x="159702" y="132257"/>
                </a:lnTo>
                <a:lnTo>
                  <a:pt x="160020" y="140208"/>
                </a:lnTo>
                <a:lnTo>
                  <a:pt x="160020" y="57632"/>
                </a:lnTo>
                <a:lnTo>
                  <a:pt x="120205" y="43726"/>
                </a:lnTo>
                <a:lnTo>
                  <a:pt x="80772" y="41148"/>
                </a:lnTo>
                <a:lnTo>
                  <a:pt x="0" y="41148"/>
                </a:lnTo>
                <a:lnTo>
                  <a:pt x="0" y="365760"/>
                </a:lnTo>
                <a:lnTo>
                  <a:pt x="42672" y="365760"/>
                </a:lnTo>
                <a:lnTo>
                  <a:pt x="42672" y="243840"/>
                </a:lnTo>
                <a:lnTo>
                  <a:pt x="79248" y="243840"/>
                </a:lnTo>
                <a:lnTo>
                  <a:pt x="124891" y="239991"/>
                </a:lnTo>
                <a:lnTo>
                  <a:pt x="167589" y="219290"/>
                </a:lnTo>
                <a:lnTo>
                  <a:pt x="180390" y="207264"/>
                </a:lnTo>
                <a:lnTo>
                  <a:pt x="182448" y="204673"/>
                </a:lnTo>
                <a:lnTo>
                  <a:pt x="200355" y="168910"/>
                </a:lnTo>
                <a:lnTo>
                  <a:pt x="203873" y="148958"/>
                </a:lnTo>
                <a:lnTo>
                  <a:pt x="204216" y="138684"/>
                </a:lnTo>
                <a:close/>
              </a:path>
              <a:path w="1969134" h="410210">
                <a:moveTo>
                  <a:pt x="545579" y="155460"/>
                </a:moveTo>
                <a:lnTo>
                  <a:pt x="515099" y="123456"/>
                </a:lnTo>
                <a:lnTo>
                  <a:pt x="493763" y="144792"/>
                </a:lnTo>
                <a:lnTo>
                  <a:pt x="298691" y="144792"/>
                </a:lnTo>
                <a:lnTo>
                  <a:pt x="313931" y="160032"/>
                </a:lnTo>
                <a:lnTo>
                  <a:pt x="322503" y="158026"/>
                </a:lnTo>
                <a:lnTo>
                  <a:pt x="332219" y="156603"/>
                </a:lnTo>
                <a:lnTo>
                  <a:pt x="343077" y="155740"/>
                </a:lnTo>
                <a:lnTo>
                  <a:pt x="355079" y="155460"/>
                </a:lnTo>
                <a:lnTo>
                  <a:pt x="545579" y="155460"/>
                </a:lnTo>
                <a:close/>
              </a:path>
              <a:path w="1969134" h="410210">
                <a:moveTo>
                  <a:pt x="623303" y="88404"/>
                </a:moveTo>
                <a:lnTo>
                  <a:pt x="621703" y="86880"/>
                </a:lnTo>
                <a:lnTo>
                  <a:pt x="610476" y="76212"/>
                </a:lnTo>
                <a:lnTo>
                  <a:pt x="592823" y="59448"/>
                </a:lnTo>
                <a:lnTo>
                  <a:pt x="579107" y="76212"/>
                </a:lnTo>
                <a:lnTo>
                  <a:pt x="440423" y="76212"/>
                </a:lnTo>
                <a:lnTo>
                  <a:pt x="443471" y="73164"/>
                </a:lnTo>
                <a:lnTo>
                  <a:pt x="448043" y="65544"/>
                </a:lnTo>
                <a:lnTo>
                  <a:pt x="452615" y="59448"/>
                </a:lnTo>
                <a:lnTo>
                  <a:pt x="455663" y="53352"/>
                </a:lnTo>
                <a:lnTo>
                  <a:pt x="455663" y="41160"/>
                </a:lnTo>
                <a:lnTo>
                  <a:pt x="418858" y="9867"/>
                </a:lnTo>
                <a:lnTo>
                  <a:pt x="405371" y="3060"/>
                </a:lnTo>
                <a:lnTo>
                  <a:pt x="400799" y="7632"/>
                </a:lnTo>
                <a:lnTo>
                  <a:pt x="410476" y="21082"/>
                </a:lnTo>
                <a:lnTo>
                  <a:pt x="418706" y="34112"/>
                </a:lnTo>
                <a:lnTo>
                  <a:pt x="425234" y="46850"/>
                </a:lnTo>
                <a:lnTo>
                  <a:pt x="429755" y="59448"/>
                </a:lnTo>
                <a:lnTo>
                  <a:pt x="431279" y="70116"/>
                </a:lnTo>
                <a:lnTo>
                  <a:pt x="434327" y="76212"/>
                </a:lnTo>
                <a:lnTo>
                  <a:pt x="294119" y="76212"/>
                </a:lnTo>
                <a:lnTo>
                  <a:pt x="291071" y="56400"/>
                </a:lnTo>
                <a:lnTo>
                  <a:pt x="283451" y="56400"/>
                </a:lnTo>
                <a:lnTo>
                  <a:pt x="272783" y="94500"/>
                </a:lnTo>
                <a:lnTo>
                  <a:pt x="256019" y="121932"/>
                </a:lnTo>
                <a:lnTo>
                  <a:pt x="254495" y="124980"/>
                </a:lnTo>
                <a:lnTo>
                  <a:pt x="254495" y="131076"/>
                </a:lnTo>
                <a:lnTo>
                  <a:pt x="259067" y="132600"/>
                </a:lnTo>
                <a:lnTo>
                  <a:pt x="266687" y="134124"/>
                </a:lnTo>
                <a:lnTo>
                  <a:pt x="275831" y="135648"/>
                </a:lnTo>
                <a:lnTo>
                  <a:pt x="281927" y="132600"/>
                </a:lnTo>
                <a:lnTo>
                  <a:pt x="294119" y="120408"/>
                </a:lnTo>
                <a:lnTo>
                  <a:pt x="297167" y="112788"/>
                </a:lnTo>
                <a:lnTo>
                  <a:pt x="297167" y="102120"/>
                </a:lnTo>
                <a:lnTo>
                  <a:pt x="295643" y="96024"/>
                </a:lnTo>
                <a:lnTo>
                  <a:pt x="294119" y="86880"/>
                </a:lnTo>
                <a:lnTo>
                  <a:pt x="582155" y="86880"/>
                </a:lnTo>
                <a:lnTo>
                  <a:pt x="565391" y="128028"/>
                </a:lnTo>
                <a:lnTo>
                  <a:pt x="569963" y="132600"/>
                </a:lnTo>
                <a:lnTo>
                  <a:pt x="583666" y="114541"/>
                </a:lnTo>
                <a:lnTo>
                  <a:pt x="597204" y="101358"/>
                </a:lnTo>
                <a:lnTo>
                  <a:pt x="610476" y="92735"/>
                </a:lnTo>
                <a:lnTo>
                  <a:pt x="623303" y="88404"/>
                </a:lnTo>
                <a:close/>
              </a:path>
              <a:path w="1969134" h="410210">
                <a:moveTo>
                  <a:pt x="633971" y="367296"/>
                </a:moveTo>
                <a:lnTo>
                  <a:pt x="611492" y="325094"/>
                </a:lnTo>
                <a:lnTo>
                  <a:pt x="608063" y="286524"/>
                </a:lnTo>
                <a:lnTo>
                  <a:pt x="601967" y="286524"/>
                </a:lnTo>
                <a:lnTo>
                  <a:pt x="599490" y="329768"/>
                </a:lnTo>
                <a:lnTo>
                  <a:pt x="582803" y="368579"/>
                </a:lnTo>
                <a:lnTo>
                  <a:pt x="574535" y="370344"/>
                </a:lnTo>
                <a:lnTo>
                  <a:pt x="510527" y="370344"/>
                </a:lnTo>
                <a:lnTo>
                  <a:pt x="496557" y="368642"/>
                </a:lnTo>
                <a:lnTo>
                  <a:pt x="486714" y="363677"/>
                </a:lnTo>
                <a:lnTo>
                  <a:pt x="481177" y="355549"/>
                </a:lnTo>
                <a:lnTo>
                  <a:pt x="480047" y="344436"/>
                </a:lnTo>
                <a:lnTo>
                  <a:pt x="480047" y="227088"/>
                </a:lnTo>
                <a:lnTo>
                  <a:pt x="611111" y="227088"/>
                </a:lnTo>
                <a:lnTo>
                  <a:pt x="574535" y="192036"/>
                </a:lnTo>
                <a:lnTo>
                  <a:pt x="548627" y="217944"/>
                </a:lnTo>
                <a:lnTo>
                  <a:pt x="252971" y="217944"/>
                </a:lnTo>
                <a:lnTo>
                  <a:pt x="266687" y="231660"/>
                </a:lnTo>
                <a:lnTo>
                  <a:pt x="291071" y="227088"/>
                </a:lnTo>
                <a:lnTo>
                  <a:pt x="365747" y="227088"/>
                </a:lnTo>
                <a:lnTo>
                  <a:pt x="356603" y="290334"/>
                </a:lnTo>
                <a:lnTo>
                  <a:pt x="338315" y="335292"/>
                </a:lnTo>
                <a:lnTo>
                  <a:pt x="300596" y="370725"/>
                </a:lnTo>
                <a:lnTo>
                  <a:pt x="233159" y="403872"/>
                </a:lnTo>
                <a:lnTo>
                  <a:pt x="234683" y="409968"/>
                </a:lnTo>
                <a:lnTo>
                  <a:pt x="295262" y="389204"/>
                </a:lnTo>
                <a:lnTo>
                  <a:pt x="335267" y="367296"/>
                </a:lnTo>
                <a:lnTo>
                  <a:pt x="369557" y="327431"/>
                </a:lnTo>
                <a:lnTo>
                  <a:pt x="385940" y="272999"/>
                </a:lnTo>
                <a:lnTo>
                  <a:pt x="393179" y="227088"/>
                </a:lnTo>
                <a:lnTo>
                  <a:pt x="455663" y="227088"/>
                </a:lnTo>
                <a:lnTo>
                  <a:pt x="455663" y="353580"/>
                </a:lnTo>
                <a:lnTo>
                  <a:pt x="458546" y="370459"/>
                </a:lnTo>
                <a:lnTo>
                  <a:pt x="467283" y="382346"/>
                </a:lnTo>
                <a:lnTo>
                  <a:pt x="482028" y="389369"/>
                </a:lnTo>
                <a:lnTo>
                  <a:pt x="502907" y="391680"/>
                </a:lnTo>
                <a:lnTo>
                  <a:pt x="582155" y="391680"/>
                </a:lnTo>
                <a:lnTo>
                  <a:pt x="599897" y="390867"/>
                </a:lnTo>
                <a:lnTo>
                  <a:pt x="614349" y="386346"/>
                </a:lnTo>
                <a:lnTo>
                  <a:pt x="625665" y="378383"/>
                </a:lnTo>
                <a:lnTo>
                  <a:pt x="631698" y="370344"/>
                </a:lnTo>
                <a:lnTo>
                  <a:pt x="633971" y="367296"/>
                </a:lnTo>
                <a:close/>
              </a:path>
              <a:path w="1969134" h="410210">
                <a:moveTo>
                  <a:pt x="1082027" y="167640"/>
                </a:moveTo>
                <a:lnTo>
                  <a:pt x="1044879" y="159054"/>
                </a:lnTo>
                <a:lnTo>
                  <a:pt x="980871" y="131000"/>
                </a:lnTo>
                <a:lnTo>
                  <a:pt x="930579" y="89827"/>
                </a:lnTo>
                <a:lnTo>
                  <a:pt x="894003" y="48679"/>
                </a:lnTo>
                <a:lnTo>
                  <a:pt x="885939" y="36576"/>
                </a:lnTo>
                <a:lnTo>
                  <a:pt x="880859" y="28956"/>
                </a:lnTo>
                <a:lnTo>
                  <a:pt x="894575" y="21336"/>
                </a:lnTo>
                <a:lnTo>
                  <a:pt x="857999" y="0"/>
                </a:lnTo>
                <a:lnTo>
                  <a:pt x="844054" y="30581"/>
                </a:lnTo>
                <a:lnTo>
                  <a:pt x="827519" y="60579"/>
                </a:lnTo>
                <a:lnTo>
                  <a:pt x="787895" y="118872"/>
                </a:lnTo>
                <a:lnTo>
                  <a:pt x="736460" y="170116"/>
                </a:lnTo>
                <a:lnTo>
                  <a:pt x="673595" y="213360"/>
                </a:lnTo>
                <a:lnTo>
                  <a:pt x="676643" y="219456"/>
                </a:lnTo>
                <a:lnTo>
                  <a:pt x="698055" y="209740"/>
                </a:lnTo>
                <a:lnTo>
                  <a:pt x="718743" y="198882"/>
                </a:lnTo>
                <a:lnTo>
                  <a:pt x="738581" y="186880"/>
                </a:lnTo>
                <a:lnTo>
                  <a:pt x="757415" y="173736"/>
                </a:lnTo>
                <a:lnTo>
                  <a:pt x="769607" y="185928"/>
                </a:lnTo>
                <a:lnTo>
                  <a:pt x="779043" y="183934"/>
                </a:lnTo>
                <a:lnTo>
                  <a:pt x="789038" y="182499"/>
                </a:lnTo>
                <a:lnTo>
                  <a:pt x="799617" y="181648"/>
                </a:lnTo>
                <a:lnTo>
                  <a:pt x="810755" y="181356"/>
                </a:lnTo>
                <a:lnTo>
                  <a:pt x="865619" y="181356"/>
                </a:lnTo>
                <a:lnTo>
                  <a:pt x="865619" y="266700"/>
                </a:lnTo>
                <a:lnTo>
                  <a:pt x="743699" y="266700"/>
                </a:lnTo>
                <a:lnTo>
                  <a:pt x="758939" y="281940"/>
                </a:lnTo>
                <a:lnTo>
                  <a:pt x="769251" y="279704"/>
                </a:lnTo>
                <a:lnTo>
                  <a:pt x="779703" y="277749"/>
                </a:lnTo>
                <a:lnTo>
                  <a:pt x="790448" y="276377"/>
                </a:lnTo>
                <a:lnTo>
                  <a:pt x="801611" y="275844"/>
                </a:lnTo>
                <a:lnTo>
                  <a:pt x="865619" y="275844"/>
                </a:lnTo>
                <a:lnTo>
                  <a:pt x="865619" y="374904"/>
                </a:lnTo>
                <a:lnTo>
                  <a:pt x="691883" y="374904"/>
                </a:lnTo>
                <a:lnTo>
                  <a:pt x="707123" y="391668"/>
                </a:lnTo>
                <a:lnTo>
                  <a:pt x="717435" y="388797"/>
                </a:lnTo>
                <a:lnTo>
                  <a:pt x="727887" y="386905"/>
                </a:lnTo>
                <a:lnTo>
                  <a:pt x="738632" y="385889"/>
                </a:lnTo>
                <a:lnTo>
                  <a:pt x="749795" y="385572"/>
                </a:lnTo>
                <a:lnTo>
                  <a:pt x="1071359" y="385572"/>
                </a:lnTo>
                <a:lnTo>
                  <a:pt x="1034783" y="348996"/>
                </a:lnTo>
                <a:lnTo>
                  <a:pt x="1010399" y="374904"/>
                </a:lnTo>
                <a:lnTo>
                  <a:pt x="890003" y="374904"/>
                </a:lnTo>
                <a:lnTo>
                  <a:pt x="890003" y="275844"/>
                </a:lnTo>
                <a:lnTo>
                  <a:pt x="1014971" y="275844"/>
                </a:lnTo>
                <a:lnTo>
                  <a:pt x="984491" y="245364"/>
                </a:lnTo>
                <a:lnTo>
                  <a:pt x="963155" y="266700"/>
                </a:lnTo>
                <a:lnTo>
                  <a:pt x="890003" y="266700"/>
                </a:lnTo>
                <a:lnTo>
                  <a:pt x="890003" y="181356"/>
                </a:lnTo>
                <a:lnTo>
                  <a:pt x="999731" y="181356"/>
                </a:lnTo>
                <a:lnTo>
                  <a:pt x="992111" y="173736"/>
                </a:lnTo>
                <a:lnTo>
                  <a:pt x="989063" y="170688"/>
                </a:lnTo>
                <a:lnTo>
                  <a:pt x="970775" y="152400"/>
                </a:lnTo>
                <a:lnTo>
                  <a:pt x="950963" y="170688"/>
                </a:lnTo>
                <a:lnTo>
                  <a:pt x="763511" y="170688"/>
                </a:lnTo>
                <a:lnTo>
                  <a:pt x="792683" y="144386"/>
                </a:lnTo>
                <a:lnTo>
                  <a:pt x="820851" y="113347"/>
                </a:lnTo>
                <a:lnTo>
                  <a:pt x="848169" y="77470"/>
                </a:lnTo>
                <a:lnTo>
                  <a:pt x="874763" y="36576"/>
                </a:lnTo>
                <a:lnTo>
                  <a:pt x="894486" y="69684"/>
                </a:lnTo>
                <a:lnTo>
                  <a:pt x="942492" y="127876"/>
                </a:lnTo>
                <a:lnTo>
                  <a:pt x="990206" y="167259"/>
                </a:lnTo>
                <a:lnTo>
                  <a:pt x="1029068" y="190119"/>
                </a:lnTo>
                <a:lnTo>
                  <a:pt x="1048499" y="198120"/>
                </a:lnTo>
                <a:lnTo>
                  <a:pt x="1053096" y="189598"/>
                </a:lnTo>
                <a:lnTo>
                  <a:pt x="1060119" y="182499"/>
                </a:lnTo>
                <a:lnTo>
                  <a:pt x="1069721" y="177126"/>
                </a:lnTo>
                <a:lnTo>
                  <a:pt x="1082027" y="173736"/>
                </a:lnTo>
                <a:lnTo>
                  <a:pt x="1082027" y="167640"/>
                </a:lnTo>
                <a:close/>
              </a:path>
              <a:path w="1969134" h="410210">
                <a:moveTo>
                  <a:pt x="1217676" y="62484"/>
                </a:moveTo>
                <a:lnTo>
                  <a:pt x="1187958" y="23241"/>
                </a:lnTo>
                <a:lnTo>
                  <a:pt x="1161288" y="7620"/>
                </a:lnTo>
                <a:lnTo>
                  <a:pt x="1158240" y="10668"/>
                </a:lnTo>
                <a:lnTo>
                  <a:pt x="1168755" y="28130"/>
                </a:lnTo>
                <a:lnTo>
                  <a:pt x="1177290" y="44005"/>
                </a:lnTo>
                <a:lnTo>
                  <a:pt x="1183525" y="58470"/>
                </a:lnTo>
                <a:lnTo>
                  <a:pt x="1187196" y="71628"/>
                </a:lnTo>
                <a:lnTo>
                  <a:pt x="1190244" y="82296"/>
                </a:lnTo>
                <a:lnTo>
                  <a:pt x="1193292" y="88392"/>
                </a:lnTo>
                <a:lnTo>
                  <a:pt x="1200912" y="88392"/>
                </a:lnTo>
                <a:lnTo>
                  <a:pt x="1203960" y="86868"/>
                </a:lnTo>
                <a:lnTo>
                  <a:pt x="1213104" y="77724"/>
                </a:lnTo>
                <a:lnTo>
                  <a:pt x="1216152" y="71628"/>
                </a:lnTo>
                <a:lnTo>
                  <a:pt x="1217676" y="62484"/>
                </a:lnTo>
                <a:close/>
              </a:path>
              <a:path w="1969134" h="410210">
                <a:moveTo>
                  <a:pt x="1391412" y="50292"/>
                </a:moveTo>
                <a:lnTo>
                  <a:pt x="1353997" y="16217"/>
                </a:lnTo>
                <a:lnTo>
                  <a:pt x="1336548" y="7620"/>
                </a:lnTo>
                <a:lnTo>
                  <a:pt x="1333500" y="10668"/>
                </a:lnTo>
                <a:lnTo>
                  <a:pt x="1344663" y="26085"/>
                </a:lnTo>
                <a:lnTo>
                  <a:pt x="1353121" y="40195"/>
                </a:lnTo>
                <a:lnTo>
                  <a:pt x="1359001" y="52895"/>
                </a:lnTo>
                <a:lnTo>
                  <a:pt x="1362456" y="64008"/>
                </a:lnTo>
                <a:lnTo>
                  <a:pt x="1365504" y="74676"/>
                </a:lnTo>
                <a:lnTo>
                  <a:pt x="1368552" y="79248"/>
                </a:lnTo>
                <a:lnTo>
                  <a:pt x="1373124" y="79248"/>
                </a:lnTo>
                <a:lnTo>
                  <a:pt x="1376172" y="77724"/>
                </a:lnTo>
                <a:lnTo>
                  <a:pt x="1379220" y="74676"/>
                </a:lnTo>
                <a:lnTo>
                  <a:pt x="1383792" y="71628"/>
                </a:lnTo>
                <a:lnTo>
                  <a:pt x="1386840" y="65532"/>
                </a:lnTo>
                <a:lnTo>
                  <a:pt x="1389888" y="57912"/>
                </a:lnTo>
                <a:lnTo>
                  <a:pt x="1391412" y="50292"/>
                </a:lnTo>
                <a:close/>
              </a:path>
              <a:path w="1969134" h="410210">
                <a:moveTo>
                  <a:pt x="1517904" y="106680"/>
                </a:moveTo>
                <a:lnTo>
                  <a:pt x="1485900" y="67056"/>
                </a:lnTo>
                <a:lnTo>
                  <a:pt x="1459992" y="96012"/>
                </a:lnTo>
                <a:lnTo>
                  <a:pt x="1249680" y="96012"/>
                </a:lnTo>
                <a:lnTo>
                  <a:pt x="1266444" y="111252"/>
                </a:lnTo>
                <a:lnTo>
                  <a:pt x="1275295" y="109258"/>
                </a:lnTo>
                <a:lnTo>
                  <a:pt x="1283589" y="107823"/>
                </a:lnTo>
                <a:lnTo>
                  <a:pt x="1291297" y="106972"/>
                </a:lnTo>
                <a:lnTo>
                  <a:pt x="1298448" y="106680"/>
                </a:lnTo>
                <a:lnTo>
                  <a:pt x="1415796" y="106680"/>
                </a:lnTo>
                <a:lnTo>
                  <a:pt x="1410081" y="130975"/>
                </a:lnTo>
                <a:lnTo>
                  <a:pt x="1402080" y="155829"/>
                </a:lnTo>
                <a:lnTo>
                  <a:pt x="1391793" y="181267"/>
                </a:lnTo>
                <a:lnTo>
                  <a:pt x="1379220" y="207264"/>
                </a:lnTo>
                <a:lnTo>
                  <a:pt x="1361262" y="194119"/>
                </a:lnTo>
                <a:lnTo>
                  <a:pt x="1339405" y="179641"/>
                </a:lnTo>
                <a:lnTo>
                  <a:pt x="1313853" y="163766"/>
                </a:lnTo>
                <a:lnTo>
                  <a:pt x="1284732" y="146304"/>
                </a:lnTo>
                <a:lnTo>
                  <a:pt x="1281684" y="150876"/>
                </a:lnTo>
                <a:lnTo>
                  <a:pt x="1303159" y="167436"/>
                </a:lnTo>
                <a:lnTo>
                  <a:pt x="1324356" y="184975"/>
                </a:lnTo>
                <a:lnTo>
                  <a:pt x="1345539" y="203390"/>
                </a:lnTo>
                <a:lnTo>
                  <a:pt x="1367028" y="222504"/>
                </a:lnTo>
                <a:lnTo>
                  <a:pt x="1346111" y="247891"/>
                </a:lnTo>
                <a:lnTo>
                  <a:pt x="1319784" y="273558"/>
                </a:lnTo>
                <a:lnTo>
                  <a:pt x="1287729" y="299237"/>
                </a:lnTo>
                <a:lnTo>
                  <a:pt x="1249680" y="324612"/>
                </a:lnTo>
                <a:lnTo>
                  <a:pt x="1254252" y="330708"/>
                </a:lnTo>
                <a:lnTo>
                  <a:pt x="1289913" y="313829"/>
                </a:lnTo>
                <a:lnTo>
                  <a:pt x="1323594" y="292798"/>
                </a:lnTo>
                <a:lnTo>
                  <a:pt x="1354975" y="267487"/>
                </a:lnTo>
                <a:lnTo>
                  <a:pt x="1383792" y="237744"/>
                </a:lnTo>
                <a:lnTo>
                  <a:pt x="1392097" y="245414"/>
                </a:lnTo>
                <a:lnTo>
                  <a:pt x="1401127" y="254508"/>
                </a:lnTo>
                <a:lnTo>
                  <a:pt x="1411008" y="264756"/>
                </a:lnTo>
                <a:lnTo>
                  <a:pt x="1421892" y="275844"/>
                </a:lnTo>
                <a:lnTo>
                  <a:pt x="1447609" y="308419"/>
                </a:lnTo>
                <a:lnTo>
                  <a:pt x="1459992" y="327660"/>
                </a:lnTo>
                <a:lnTo>
                  <a:pt x="1464564" y="333756"/>
                </a:lnTo>
                <a:lnTo>
                  <a:pt x="1470660" y="330708"/>
                </a:lnTo>
                <a:lnTo>
                  <a:pt x="1473708" y="324612"/>
                </a:lnTo>
                <a:lnTo>
                  <a:pt x="1476756" y="312420"/>
                </a:lnTo>
                <a:lnTo>
                  <a:pt x="1477581" y="303263"/>
                </a:lnTo>
                <a:lnTo>
                  <a:pt x="1475422" y="293941"/>
                </a:lnTo>
                <a:lnTo>
                  <a:pt x="1450657" y="264058"/>
                </a:lnTo>
                <a:lnTo>
                  <a:pt x="1419263" y="237744"/>
                </a:lnTo>
                <a:lnTo>
                  <a:pt x="1397508" y="220980"/>
                </a:lnTo>
                <a:lnTo>
                  <a:pt x="1404645" y="207264"/>
                </a:lnTo>
                <a:lnTo>
                  <a:pt x="1411503" y="194119"/>
                </a:lnTo>
                <a:lnTo>
                  <a:pt x="1423797" y="166116"/>
                </a:lnTo>
                <a:lnTo>
                  <a:pt x="1434363" y="136969"/>
                </a:lnTo>
                <a:lnTo>
                  <a:pt x="1443228" y="106680"/>
                </a:lnTo>
                <a:lnTo>
                  <a:pt x="1517904" y="106680"/>
                </a:lnTo>
                <a:close/>
              </a:path>
              <a:path w="1969134" h="410210">
                <a:moveTo>
                  <a:pt x="1528572" y="355092"/>
                </a:moveTo>
                <a:lnTo>
                  <a:pt x="1487614" y="357949"/>
                </a:lnTo>
                <a:lnTo>
                  <a:pt x="1465770" y="359168"/>
                </a:lnTo>
                <a:lnTo>
                  <a:pt x="1443228" y="359664"/>
                </a:lnTo>
                <a:lnTo>
                  <a:pt x="1418932" y="360527"/>
                </a:lnTo>
                <a:lnTo>
                  <a:pt x="1394079" y="360807"/>
                </a:lnTo>
                <a:lnTo>
                  <a:pt x="1368640" y="360527"/>
                </a:lnTo>
                <a:lnTo>
                  <a:pt x="1342644" y="359664"/>
                </a:lnTo>
                <a:lnTo>
                  <a:pt x="1294638" y="353949"/>
                </a:lnTo>
                <a:lnTo>
                  <a:pt x="1247241" y="333362"/>
                </a:lnTo>
                <a:lnTo>
                  <a:pt x="1217676" y="307848"/>
                </a:lnTo>
                <a:lnTo>
                  <a:pt x="1217676" y="169164"/>
                </a:lnTo>
                <a:lnTo>
                  <a:pt x="1226134" y="161544"/>
                </a:lnTo>
                <a:lnTo>
                  <a:pt x="1232916" y="155448"/>
                </a:lnTo>
                <a:lnTo>
                  <a:pt x="1202436" y="132588"/>
                </a:lnTo>
                <a:lnTo>
                  <a:pt x="1190244" y="150876"/>
                </a:lnTo>
                <a:lnTo>
                  <a:pt x="1121664" y="150876"/>
                </a:lnTo>
                <a:lnTo>
                  <a:pt x="1136904" y="167640"/>
                </a:lnTo>
                <a:lnTo>
                  <a:pt x="1146543" y="164769"/>
                </a:lnTo>
                <a:lnTo>
                  <a:pt x="1156906" y="162877"/>
                </a:lnTo>
                <a:lnTo>
                  <a:pt x="1167549" y="161861"/>
                </a:lnTo>
                <a:lnTo>
                  <a:pt x="1178052" y="161544"/>
                </a:lnTo>
                <a:lnTo>
                  <a:pt x="1194816" y="161544"/>
                </a:lnTo>
                <a:lnTo>
                  <a:pt x="1194816" y="306324"/>
                </a:lnTo>
                <a:lnTo>
                  <a:pt x="1174813" y="314642"/>
                </a:lnTo>
                <a:lnTo>
                  <a:pt x="1155954" y="323659"/>
                </a:lnTo>
                <a:lnTo>
                  <a:pt x="1138237" y="333552"/>
                </a:lnTo>
                <a:lnTo>
                  <a:pt x="1121664" y="344424"/>
                </a:lnTo>
                <a:lnTo>
                  <a:pt x="1147572" y="370332"/>
                </a:lnTo>
                <a:lnTo>
                  <a:pt x="1151851" y="363169"/>
                </a:lnTo>
                <a:lnTo>
                  <a:pt x="1157859" y="355282"/>
                </a:lnTo>
                <a:lnTo>
                  <a:pt x="1184694" y="327952"/>
                </a:lnTo>
                <a:lnTo>
                  <a:pt x="1205484" y="318516"/>
                </a:lnTo>
                <a:lnTo>
                  <a:pt x="1209763" y="321424"/>
                </a:lnTo>
                <a:lnTo>
                  <a:pt x="1215771" y="325755"/>
                </a:lnTo>
                <a:lnTo>
                  <a:pt x="1223479" y="331812"/>
                </a:lnTo>
                <a:lnTo>
                  <a:pt x="1232916" y="339852"/>
                </a:lnTo>
                <a:lnTo>
                  <a:pt x="1242263" y="348716"/>
                </a:lnTo>
                <a:lnTo>
                  <a:pt x="1254061" y="356997"/>
                </a:lnTo>
                <a:lnTo>
                  <a:pt x="1300353" y="377240"/>
                </a:lnTo>
                <a:lnTo>
                  <a:pt x="1341501" y="385152"/>
                </a:lnTo>
                <a:lnTo>
                  <a:pt x="1392123" y="389102"/>
                </a:lnTo>
                <a:lnTo>
                  <a:pt x="1455077" y="391388"/>
                </a:lnTo>
                <a:lnTo>
                  <a:pt x="1491996" y="391668"/>
                </a:lnTo>
                <a:lnTo>
                  <a:pt x="1494282" y="381977"/>
                </a:lnTo>
                <a:lnTo>
                  <a:pt x="1501140" y="373570"/>
                </a:lnTo>
                <a:lnTo>
                  <a:pt x="1512570" y="366598"/>
                </a:lnTo>
                <a:lnTo>
                  <a:pt x="1528572" y="361188"/>
                </a:lnTo>
                <a:lnTo>
                  <a:pt x="1528572" y="360807"/>
                </a:lnTo>
                <a:lnTo>
                  <a:pt x="1528572" y="355092"/>
                </a:lnTo>
                <a:close/>
              </a:path>
              <a:path w="1969134" h="410210">
                <a:moveTo>
                  <a:pt x="1969008" y="192024"/>
                </a:moveTo>
                <a:lnTo>
                  <a:pt x="1929384" y="152400"/>
                </a:lnTo>
                <a:lnTo>
                  <a:pt x="1895856" y="181356"/>
                </a:lnTo>
                <a:lnTo>
                  <a:pt x="1571244" y="181356"/>
                </a:lnTo>
                <a:lnTo>
                  <a:pt x="1588008" y="196596"/>
                </a:lnTo>
                <a:lnTo>
                  <a:pt x="1597723" y="194602"/>
                </a:lnTo>
                <a:lnTo>
                  <a:pt x="1608582" y="193167"/>
                </a:lnTo>
                <a:lnTo>
                  <a:pt x="1620583" y="192316"/>
                </a:lnTo>
                <a:lnTo>
                  <a:pt x="1633728" y="192024"/>
                </a:lnTo>
                <a:lnTo>
                  <a:pt x="1969008" y="19202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" name="object 17"/>
          <p:cNvSpPr/>
          <p:nvPr/>
        </p:nvSpPr>
        <p:spPr>
          <a:xfrm>
            <a:off x="7566660" y="2362199"/>
            <a:ext cx="847725" cy="410209"/>
          </a:xfrm>
          <a:custGeom>
            <a:avLst/>
            <a:gdLst/>
            <a:ahLst/>
            <a:cxnLst/>
            <a:rect l="l" t="t" r="r" b="b"/>
            <a:pathLst>
              <a:path w="847725" h="410210">
                <a:moveTo>
                  <a:pt x="400812" y="134112"/>
                </a:moveTo>
                <a:lnTo>
                  <a:pt x="362712" y="96012"/>
                </a:lnTo>
                <a:lnTo>
                  <a:pt x="335280" y="123444"/>
                </a:lnTo>
                <a:lnTo>
                  <a:pt x="205740" y="123444"/>
                </a:lnTo>
                <a:lnTo>
                  <a:pt x="205740" y="33528"/>
                </a:lnTo>
                <a:lnTo>
                  <a:pt x="219456" y="19812"/>
                </a:lnTo>
                <a:lnTo>
                  <a:pt x="178308" y="0"/>
                </a:lnTo>
                <a:lnTo>
                  <a:pt x="179184" y="19723"/>
                </a:lnTo>
                <a:lnTo>
                  <a:pt x="179641" y="46863"/>
                </a:lnTo>
                <a:lnTo>
                  <a:pt x="179832" y="123444"/>
                </a:lnTo>
                <a:lnTo>
                  <a:pt x="4572" y="123444"/>
                </a:lnTo>
                <a:lnTo>
                  <a:pt x="18288" y="137160"/>
                </a:lnTo>
                <a:lnTo>
                  <a:pt x="42672" y="134112"/>
                </a:lnTo>
                <a:lnTo>
                  <a:pt x="179832" y="134112"/>
                </a:lnTo>
                <a:lnTo>
                  <a:pt x="173355" y="190119"/>
                </a:lnTo>
                <a:lnTo>
                  <a:pt x="160020" y="243840"/>
                </a:lnTo>
                <a:lnTo>
                  <a:pt x="137350" y="292989"/>
                </a:lnTo>
                <a:lnTo>
                  <a:pt x="102108" y="335280"/>
                </a:lnTo>
                <a:lnTo>
                  <a:pt x="55626" y="372237"/>
                </a:lnTo>
                <a:lnTo>
                  <a:pt x="0" y="402336"/>
                </a:lnTo>
                <a:lnTo>
                  <a:pt x="1524" y="408432"/>
                </a:lnTo>
                <a:lnTo>
                  <a:pt x="41783" y="393268"/>
                </a:lnTo>
                <a:lnTo>
                  <a:pt x="77914" y="375094"/>
                </a:lnTo>
                <a:lnTo>
                  <a:pt x="109740" y="353783"/>
                </a:lnTo>
                <a:lnTo>
                  <a:pt x="160032" y="300380"/>
                </a:lnTo>
                <a:lnTo>
                  <a:pt x="178498" y="264414"/>
                </a:lnTo>
                <a:lnTo>
                  <a:pt x="192659" y="221602"/>
                </a:lnTo>
                <a:lnTo>
                  <a:pt x="202692" y="172212"/>
                </a:lnTo>
                <a:lnTo>
                  <a:pt x="213258" y="205054"/>
                </a:lnTo>
                <a:lnTo>
                  <a:pt x="242976" y="268439"/>
                </a:lnTo>
                <a:lnTo>
                  <a:pt x="283819" y="327850"/>
                </a:lnTo>
                <a:lnTo>
                  <a:pt x="333489" y="375856"/>
                </a:lnTo>
                <a:lnTo>
                  <a:pt x="361188" y="394716"/>
                </a:lnTo>
                <a:lnTo>
                  <a:pt x="367995" y="385572"/>
                </a:lnTo>
                <a:lnTo>
                  <a:pt x="376809" y="378714"/>
                </a:lnTo>
                <a:lnTo>
                  <a:pt x="387324" y="374142"/>
                </a:lnTo>
                <a:lnTo>
                  <a:pt x="399288" y="371856"/>
                </a:lnTo>
                <a:lnTo>
                  <a:pt x="399288" y="365760"/>
                </a:lnTo>
                <a:lnTo>
                  <a:pt x="359537" y="351739"/>
                </a:lnTo>
                <a:lnTo>
                  <a:pt x="324802" y="332422"/>
                </a:lnTo>
                <a:lnTo>
                  <a:pt x="294906" y="307682"/>
                </a:lnTo>
                <a:lnTo>
                  <a:pt x="269748" y="277368"/>
                </a:lnTo>
                <a:lnTo>
                  <a:pt x="248602" y="244487"/>
                </a:lnTo>
                <a:lnTo>
                  <a:pt x="216598" y="179857"/>
                </a:lnTo>
                <a:lnTo>
                  <a:pt x="205740" y="147828"/>
                </a:lnTo>
                <a:lnTo>
                  <a:pt x="205740" y="134112"/>
                </a:lnTo>
                <a:lnTo>
                  <a:pt x="400812" y="134112"/>
                </a:lnTo>
                <a:close/>
              </a:path>
              <a:path w="847725" h="410210">
                <a:moveTo>
                  <a:pt x="589775" y="67056"/>
                </a:moveTo>
                <a:lnTo>
                  <a:pt x="553580" y="31623"/>
                </a:lnTo>
                <a:lnTo>
                  <a:pt x="521195" y="16764"/>
                </a:lnTo>
                <a:lnTo>
                  <a:pt x="518147" y="22860"/>
                </a:lnTo>
                <a:lnTo>
                  <a:pt x="532993" y="37414"/>
                </a:lnTo>
                <a:lnTo>
                  <a:pt x="545388" y="51244"/>
                </a:lnTo>
                <a:lnTo>
                  <a:pt x="555231" y="64223"/>
                </a:lnTo>
                <a:lnTo>
                  <a:pt x="562343" y="76200"/>
                </a:lnTo>
                <a:lnTo>
                  <a:pt x="566915" y="88392"/>
                </a:lnTo>
                <a:lnTo>
                  <a:pt x="571487" y="94488"/>
                </a:lnTo>
                <a:lnTo>
                  <a:pt x="577583" y="94488"/>
                </a:lnTo>
                <a:lnTo>
                  <a:pt x="580631" y="91440"/>
                </a:lnTo>
                <a:lnTo>
                  <a:pt x="583679" y="85344"/>
                </a:lnTo>
                <a:lnTo>
                  <a:pt x="586727" y="80772"/>
                </a:lnTo>
                <a:lnTo>
                  <a:pt x="589775" y="74676"/>
                </a:lnTo>
                <a:lnTo>
                  <a:pt x="589775" y="67056"/>
                </a:lnTo>
                <a:close/>
              </a:path>
              <a:path w="847725" h="410210">
                <a:moveTo>
                  <a:pt x="844283" y="114300"/>
                </a:moveTo>
                <a:lnTo>
                  <a:pt x="813803" y="82296"/>
                </a:lnTo>
                <a:lnTo>
                  <a:pt x="789419" y="103632"/>
                </a:lnTo>
                <a:lnTo>
                  <a:pt x="704075" y="103632"/>
                </a:lnTo>
                <a:lnTo>
                  <a:pt x="742937" y="68008"/>
                </a:lnTo>
                <a:lnTo>
                  <a:pt x="786371" y="41148"/>
                </a:lnTo>
                <a:lnTo>
                  <a:pt x="752843" y="12192"/>
                </a:lnTo>
                <a:lnTo>
                  <a:pt x="741413" y="32486"/>
                </a:lnTo>
                <a:lnTo>
                  <a:pt x="727697" y="54483"/>
                </a:lnTo>
                <a:lnTo>
                  <a:pt x="711695" y="78206"/>
                </a:lnTo>
                <a:lnTo>
                  <a:pt x="693407" y="103632"/>
                </a:lnTo>
                <a:lnTo>
                  <a:pt x="659879" y="103632"/>
                </a:lnTo>
                <a:lnTo>
                  <a:pt x="659879" y="33528"/>
                </a:lnTo>
                <a:lnTo>
                  <a:pt x="679691" y="19812"/>
                </a:lnTo>
                <a:lnTo>
                  <a:pt x="633971" y="1524"/>
                </a:lnTo>
                <a:lnTo>
                  <a:pt x="634860" y="9245"/>
                </a:lnTo>
                <a:lnTo>
                  <a:pt x="635304" y="16383"/>
                </a:lnTo>
                <a:lnTo>
                  <a:pt x="635393" y="19812"/>
                </a:lnTo>
                <a:lnTo>
                  <a:pt x="635495" y="103632"/>
                </a:lnTo>
                <a:lnTo>
                  <a:pt x="451091" y="103632"/>
                </a:lnTo>
                <a:lnTo>
                  <a:pt x="466331" y="120396"/>
                </a:lnTo>
                <a:lnTo>
                  <a:pt x="476643" y="117525"/>
                </a:lnTo>
                <a:lnTo>
                  <a:pt x="487095" y="115633"/>
                </a:lnTo>
                <a:lnTo>
                  <a:pt x="497840" y="114617"/>
                </a:lnTo>
                <a:lnTo>
                  <a:pt x="509003" y="114300"/>
                </a:lnTo>
                <a:lnTo>
                  <a:pt x="608063" y="114300"/>
                </a:lnTo>
                <a:lnTo>
                  <a:pt x="580631" y="146494"/>
                </a:lnTo>
                <a:lnTo>
                  <a:pt x="548627" y="175260"/>
                </a:lnTo>
                <a:lnTo>
                  <a:pt x="505193" y="203454"/>
                </a:lnTo>
                <a:lnTo>
                  <a:pt x="448043" y="231648"/>
                </a:lnTo>
                <a:lnTo>
                  <a:pt x="449567" y="236220"/>
                </a:lnTo>
                <a:lnTo>
                  <a:pt x="514718" y="213360"/>
                </a:lnTo>
                <a:lnTo>
                  <a:pt x="563867" y="185928"/>
                </a:lnTo>
                <a:lnTo>
                  <a:pt x="602538" y="153733"/>
                </a:lnTo>
                <a:lnTo>
                  <a:pt x="635495" y="115824"/>
                </a:lnTo>
                <a:lnTo>
                  <a:pt x="635393" y="161239"/>
                </a:lnTo>
                <a:lnTo>
                  <a:pt x="635279" y="175641"/>
                </a:lnTo>
                <a:lnTo>
                  <a:pt x="634860" y="194487"/>
                </a:lnTo>
                <a:lnTo>
                  <a:pt x="633971" y="208788"/>
                </a:lnTo>
                <a:lnTo>
                  <a:pt x="661403" y="198120"/>
                </a:lnTo>
                <a:lnTo>
                  <a:pt x="661162" y="189217"/>
                </a:lnTo>
                <a:lnTo>
                  <a:pt x="660641" y="175641"/>
                </a:lnTo>
                <a:lnTo>
                  <a:pt x="660120" y="156552"/>
                </a:lnTo>
                <a:lnTo>
                  <a:pt x="659879" y="132588"/>
                </a:lnTo>
                <a:lnTo>
                  <a:pt x="702703" y="151409"/>
                </a:lnTo>
                <a:lnTo>
                  <a:pt x="737222" y="168783"/>
                </a:lnTo>
                <a:lnTo>
                  <a:pt x="763181" y="184454"/>
                </a:lnTo>
                <a:lnTo>
                  <a:pt x="780275" y="198120"/>
                </a:lnTo>
                <a:lnTo>
                  <a:pt x="788847" y="207251"/>
                </a:lnTo>
                <a:lnTo>
                  <a:pt x="796277" y="213931"/>
                </a:lnTo>
                <a:lnTo>
                  <a:pt x="802563" y="218059"/>
                </a:lnTo>
                <a:lnTo>
                  <a:pt x="807707" y="219456"/>
                </a:lnTo>
                <a:lnTo>
                  <a:pt x="809231" y="219456"/>
                </a:lnTo>
                <a:lnTo>
                  <a:pt x="810755" y="217932"/>
                </a:lnTo>
                <a:lnTo>
                  <a:pt x="812279" y="213360"/>
                </a:lnTo>
                <a:lnTo>
                  <a:pt x="813803" y="210312"/>
                </a:lnTo>
                <a:lnTo>
                  <a:pt x="815327" y="205740"/>
                </a:lnTo>
                <a:lnTo>
                  <a:pt x="815327" y="198120"/>
                </a:lnTo>
                <a:lnTo>
                  <a:pt x="813803" y="193548"/>
                </a:lnTo>
                <a:lnTo>
                  <a:pt x="813803" y="187452"/>
                </a:lnTo>
                <a:lnTo>
                  <a:pt x="774966" y="159905"/>
                </a:lnTo>
                <a:lnTo>
                  <a:pt x="709295" y="138709"/>
                </a:lnTo>
                <a:lnTo>
                  <a:pt x="659879" y="124968"/>
                </a:lnTo>
                <a:lnTo>
                  <a:pt x="659879" y="115824"/>
                </a:lnTo>
                <a:lnTo>
                  <a:pt x="659879" y="114300"/>
                </a:lnTo>
                <a:lnTo>
                  <a:pt x="844283" y="114300"/>
                </a:lnTo>
                <a:close/>
              </a:path>
              <a:path w="847725" h="410210">
                <a:moveTo>
                  <a:pt x="847331" y="371856"/>
                </a:moveTo>
                <a:lnTo>
                  <a:pt x="787514" y="360426"/>
                </a:lnTo>
                <a:lnTo>
                  <a:pt x="739127" y="339852"/>
                </a:lnTo>
                <a:lnTo>
                  <a:pt x="698550" y="308991"/>
                </a:lnTo>
                <a:lnTo>
                  <a:pt x="665975" y="271272"/>
                </a:lnTo>
                <a:lnTo>
                  <a:pt x="845807" y="271272"/>
                </a:lnTo>
                <a:lnTo>
                  <a:pt x="815327" y="236220"/>
                </a:lnTo>
                <a:lnTo>
                  <a:pt x="790943" y="260604"/>
                </a:lnTo>
                <a:lnTo>
                  <a:pt x="641591" y="260604"/>
                </a:lnTo>
                <a:lnTo>
                  <a:pt x="643115" y="254508"/>
                </a:lnTo>
                <a:lnTo>
                  <a:pt x="646163" y="248412"/>
                </a:lnTo>
                <a:lnTo>
                  <a:pt x="647687" y="242316"/>
                </a:lnTo>
                <a:lnTo>
                  <a:pt x="662927" y="231648"/>
                </a:lnTo>
                <a:lnTo>
                  <a:pt x="620255" y="210312"/>
                </a:lnTo>
                <a:lnTo>
                  <a:pt x="616851" y="248412"/>
                </a:lnTo>
                <a:lnTo>
                  <a:pt x="615683" y="260604"/>
                </a:lnTo>
                <a:lnTo>
                  <a:pt x="438899" y="260604"/>
                </a:lnTo>
                <a:lnTo>
                  <a:pt x="455663" y="275844"/>
                </a:lnTo>
                <a:lnTo>
                  <a:pt x="465099" y="273850"/>
                </a:lnTo>
                <a:lnTo>
                  <a:pt x="475094" y="272415"/>
                </a:lnTo>
                <a:lnTo>
                  <a:pt x="485673" y="271564"/>
                </a:lnTo>
                <a:lnTo>
                  <a:pt x="496811" y="271272"/>
                </a:lnTo>
                <a:lnTo>
                  <a:pt x="612635" y="271272"/>
                </a:lnTo>
                <a:lnTo>
                  <a:pt x="587489" y="324231"/>
                </a:lnTo>
                <a:lnTo>
                  <a:pt x="548627" y="361188"/>
                </a:lnTo>
                <a:lnTo>
                  <a:pt x="499097" y="386143"/>
                </a:lnTo>
                <a:lnTo>
                  <a:pt x="440423" y="405384"/>
                </a:lnTo>
                <a:lnTo>
                  <a:pt x="443471" y="409956"/>
                </a:lnTo>
                <a:lnTo>
                  <a:pt x="483222" y="402221"/>
                </a:lnTo>
                <a:lnTo>
                  <a:pt x="547852" y="381025"/>
                </a:lnTo>
                <a:lnTo>
                  <a:pt x="594182" y="351002"/>
                </a:lnTo>
                <a:lnTo>
                  <a:pt x="626808" y="302996"/>
                </a:lnTo>
                <a:lnTo>
                  <a:pt x="638543" y="271272"/>
                </a:lnTo>
                <a:lnTo>
                  <a:pt x="656831" y="271272"/>
                </a:lnTo>
                <a:lnTo>
                  <a:pt x="677214" y="305371"/>
                </a:lnTo>
                <a:lnTo>
                  <a:pt x="710171" y="342900"/>
                </a:lnTo>
                <a:lnTo>
                  <a:pt x="753605" y="377380"/>
                </a:lnTo>
                <a:lnTo>
                  <a:pt x="806183" y="403860"/>
                </a:lnTo>
                <a:lnTo>
                  <a:pt x="812190" y="393623"/>
                </a:lnTo>
                <a:lnTo>
                  <a:pt x="821042" y="385953"/>
                </a:lnTo>
                <a:lnTo>
                  <a:pt x="832764" y="381152"/>
                </a:lnTo>
                <a:lnTo>
                  <a:pt x="847331" y="379476"/>
                </a:lnTo>
                <a:lnTo>
                  <a:pt x="847331" y="37185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" name="object 18"/>
          <p:cNvSpPr/>
          <p:nvPr/>
        </p:nvSpPr>
        <p:spPr>
          <a:xfrm>
            <a:off x="8500871" y="2366772"/>
            <a:ext cx="326390" cy="399415"/>
          </a:xfrm>
          <a:custGeom>
            <a:avLst/>
            <a:gdLst/>
            <a:ahLst/>
            <a:cxnLst/>
            <a:rect l="l" t="t" r="r" b="b"/>
            <a:pathLst>
              <a:path w="326390" h="399414">
                <a:moveTo>
                  <a:pt x="76200" y="85344"/>
                </a:moveTo>
                <a:lnTo>
                  <a:pt x="68580" y="85344"/>
                </a:lnTo>
                <a:lnTo>
                  <a:pt x="65532" y="80772"/>
                </a:lnTo>
                <a:lnTo>
                  <a:pt x="64008" y="70104"/>
                </a:lnTo>
                <a:lnTo>
                  <a:pt x="58293" y="56388"/>
                </a:lnTo>
                <a:lnTo>
                  <a:pt x="50482" y="40767"/>
                </a:lnTo>
                <a:lnTo>
                  <a:pt x="40647" y="23383"/>
                </a:lnTo>
                <a:lnTo>
                  <a:pt x="28956" y="4572"/>
                </a:lnTo>
                <a:lnTo>
                  <a:pt x="33528" y="0"/>
                </a:lnTo>
                <a:lnTo>
                  <a:pt x="72104" y="26360"/>
                </a:lnTo>
                <a:lnTo>
                  <a:pt x="91440" y="48768"/>
                </a:lnTo>
                <a:lnTo>
                  <a:pt x="91440" y="60960"/>
                </a:lnTo>
                <a:lnTo>
                  <a:pt x="88392" y="67056"/>
                </a:lnTo>
                <a:lnTo>
                  <a:pt x="79248" y="82296"/>
                </a:lnTo>
                <a:lnTo>
                  <a:pt x="76200" y="85344"/>
                </a:lnTo>
                <a:close/>
              </a:path>
              <a:path w="326390" h="399414">
                <a:moveTo>
                  <a:pt x="146304" y="60960"/>
                </a:moveTo>
                <a:lnTo>
                  <a:pt x="131064" y="45720"/>
                </a:lnTo>
                <a:lnTo>
                  <a:pt x="281940" y="45720"/>
                </a:lnTo>
                <a:lnTo>
                  <a:pt x="295656" y="24384"/>
                </a:lnTo>
                <a:lnTo>
                  <a:pt x="326136" y="48768"/>
                </a:lnTo>
                <a:lnTo>
                  <a:pt x="317669" y="56388"/>
                </a:lnTo>
                <a:lnTo>
                  <a:pt x="188976" y="56388"/>
                </a:lnTo>
                <a:lnTo>
                  <a:pt x="177807" y="56673"/>
                </a:lnTo>
                <a:lnTo>
                  <a:pt x="167068" y="57531"/>
                </a:lnTo>
                <a:lnTo>
                  <a:pt x="156614" y="58959"/>
                </a:lnTo>
                <a:lnTo>
                  <a:pt x="146304" y="60960"/>
                </a:lnTo>
                <a:close/>
              </a:path>
              <a:path w="326390" h="399414">
                <a:moveTo>
                  <a:pt x="309731" y="353568"/>
                </a:moveTo>
                <a:lnTo>
                  <a:pt x="265176" y="353568"/>
                </a:lnTo>
                <a:lnTo>
                  <a:pt x="273415" y="353568"/>
                </a:lnTo>
                <a:lnTo>
                  <a:pt x="279654" y="351282"/>
                </a:lnTo>
                <a:lnTo>
                  <a:pt x="283606" y="346710"/>
                </a:lnTo>
                <a:lnTo>
                  <a:pt x="284988" y="339852"/>
                </a:lnTo>
                <a:lnTo>
                  <a:pt x="284988" y="56388"/>
                </a:lnTo>
                <a:lnTo>
                  <a:pt x="317669" y="56388"/>
                </a:lnTo>
                <a:lnTo>
                  <a:pt x="310895" y="62484"/>
                </a:lnTo>
                <a:lnTo>
                  <a:pt x="310895" y="344424"/>
                </a:lnTo>
                <a:lnTo>
                  <a:pt x="309731" y="353568"/>
                </a:lnTo>
                <a:close/>
              </a:path>
              <a:path w="326390" h="399414">
                <a:moveTo>
                  <a:pt x="0" y="399288"/>
                </a:moveTo>
                <a:lnTo>
                  <a:pt x="1119" y="359854"/>
                </a:lnTo>
                <a:lnTo>
                  <a:pt x="2095" y="316992"/>
                </a:lnTo>
                <a:lnTo>
                  <a:pt x="2709" y="275844"/>
                </a:lnTo>
                <a:lnTo>
                  <a:pt x="3014" y="214884"/>
                </a:lnTo>
                <a:lnTo>
                  <a:pt x="2786" y="173474"/>
                </a:lnTo>
                <a:lnTo>
                  <a:pt x="2067" y="132588"/>
                </a:lnTo>
                <a:lnTo>
                  <a:pt x="1119" y="100750"/>
                </a:lnTo>
                <a:lnTo>
                  <a:pt x="0" y="74676"/>
                </a:lnTo>
                <a:lnTo>
                  <a:pt x="44196" y="99060"/>
                </a:lnTo>
                <a:lnTo>
                  <a:pt x="28956" y="109728"/>
                </a:lnTo>
                <a:lnTo>
                  <a:pt x="28956" y="387096"/>
                </a:lnTo>
                <a:lnTo>
                  <a:pt x="0" y="399288"/>
                </a:lnTo>
                <a:close/>
              </a:path>
              <a:path w="326390" h="399414">
                <a:moveTo>
                  <a:pt x="240356" y="152400"/>
                </a:moveTo>
                <a:lnTo>
                  <a:pt x="202692" y="152400"/>
                </a:lnTo>
                <a:lnTo>
                  <a:pt x="214883" y="132588"/>
                </a:lnTo>
                <a:lnTo>
                  <a:pt x="240356" y="152400"/>
                </a:lnTo>
                <a:close/>
              </a:path>
              <a:path w="326390" h="399414">
                <a:moveTo>
                  <a:pt x="82296" y="307848"/>
                </a:moveTo>
                <a:lnTo>
                  <a:pt x="83177" y="283035"/>
                </a:lnTo>
                <a:lnTo>
                  <a:pt x="83629" y="259080"/>
                </a:lnTo>
                <a:lnTo>
                  <a:pt x="83729" y="245364"/>
                </a:lnTo>
                <a:lnTo>
                  <a:pt x="83796" y="195191"/>
                </a:lnTo>
                <a:lnTo>
                  <a:pt x="83629" y="175069"/>
                </a:lnTo>
                <a:lnTo>
                  <a:pt x="83177" y="154662"/>
                </a:lnTo>
                <a:lnTo>
                  <a:pt x="82296" y="134112"/>
                </a:lnTo>
                <a:lnTo>
                  <a:pt x="108204" y="152400"/>
                </a:lnTo>
                <a:lnTo>
                  <a:pt x="240356" y="152400"/>
                </a:lnTo>
                <a:lnTo>
                  <a:pt x="242316" y="153924"/>
                </a:lnTo>
                <a:lnTo>
                  <a:pt x="232029" y="163068"/>
                </a:lnTo>
                <a:lnTo>
                  <a:pt x="108204" y="163068"/>
                </a:lnTo>
                <a:lnTo>
                  <a:pt x="108204" y="265176"/>
                </a:lnTo>
                <a:lnTo>
                  <a:pt x="228778" y="265176"/>
                </a:lnTo>
                <a:lnTo>
                  <a:pt x="228790" y="265938"/>
                </a:lnTo>
                <a:lnTo>
                  <a:pt x="229163" y="275844"/>
                </a:lnTo>
                <a:lnTo>
                  <a:pt x="108204" y="275844"/>
                </a:lnTo>
                <a:lnTo>
                  <a:pt x="108204" y="298704"/>
                </a:lnTo>
                <a:lnTo>
                  <a:pt x="82296" y="307848"/>
                </a:lnTo>
                <a:close/>
              </a:path>
              <a:path w="326390" h="399414">
                <a:moveTo>
                  <a:pt x="228778" y="265176"/>
                </a:moveTo>
                <a:lnTo>
                  <a:pt x="204216" y="265176"/>
                </a:lnTo>
                <a:lnTo>
                  <a:pt x="204216" y="163068"/>
                </a:lnTo>
                <a:lnTo>
                  <a:pt x="232029" y="163068"/>
                </a:lnTo>
                <a:lnTo>
                  <a:pt x="228600" y="166116"/>
                </a:lnTo>
                <a:lnTo>
                  <a:pt x="228685" y="259080"/>
                </a:lnTo>
                <a:lnTo>
                  <a:pt x="228778" y="265176"/>
                </a:lnTo>
                <a:close/>
              </a:path>
              <a:path w="326390" h="399414">
                <a:moveTo>
                  <a:pt x="204216" y="301752"/>
                </a:moveTo>
                <a:lnTo>
                  <a:pt x="204216" y="275844"/>
                </a:lnTo>
                <a:lnTo>
                  <a:pt x="229163" y="275844"/>
                </a:lnTo>
                <a:lnTo>
                  <a:pt x="229242" y="277939"/>
                </a:lnTo>
                <a:lnTo>
                  <a:pt x="230124" y="291083"/>
                </a:lnTo>
                <a:lnTo>
                  <a:pt x="204216" y="301752"/>
                </a:lnTo>
                <a:close/>
              </a:path>
              <a:path w="326390" h="399414">
                <a:moveTo>
                  <a:pt x="266700" y="399288"/>
                </a:moveTo>
                <a:lnTo>
                  <a:pt x="262985" y="384667"/>
                </a:lnTo>
                <a:lnTo>
                  <a:pt x="251841" y="372618"/>
                </a:lnTo>
                <a:lnTo>
                  <a:pt x="233267" y="362854"/>
                </a:lnTo>
                <a:lnTo>
                  <a:pt x="207264" y="355092"/>
                </a:lnTo>
                <a:lnTo>
                  <a:pt x="207264" y="348996"/>
                </a:lnTo>
                <a:lnTo>
                  <a:pt x="241363" y="351282"/>
                </a:lnTo>
                <a:lnTo>
                  <a:pt x="254627" y="352425"/>
                </a:lnTo>
                <a:lnTo>
                  <a:pt x="265176" y="353568"/>
                </a:lnTo>
                <a:lnTo>
                  <a:pt x="309731" y="353568"/>
                </a:lnTo>
                <a:lnTo>
                  <a:pt x="308276" y="364998"/>
                </a:lnTo>
                <a:lnTo>
                  <a:pt x="300228" y="381000"/>
                </a:lnTo>
                <a:lnTo>
                  <a:pt x="286464" y="392430"/>
                </a:lnTo>
                <a:lnTo>
                  <a:pt x="266700" y="39928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" name="object 19"/>
          <p:cNvSpPr/>
          <p:nvPr/>
        </p:nvSpPr>
        <p:spPr>
          <a:xfrm>
            <a:off x="8898635" y="2374392"/>
            <a:ext cx="405765" cy="393700"/>
          </a:xfrm>
          <a:custGeom>
            <a:avLst/>
            <a:gdLst/>
            <a:ahLst/>
            <a:cxnLst/>
            <a:rect l="l" t="t" r="r" b="b"/>
            <a:pathLst>
              <a:path w="405765" h="393700">
                <a:moveTo>
                  <a:pt x="216408" y="36576"/>
                </a:moveTo>
                <a:lnTo>
                  <a:pt x="201168" y="21336"/>
                </a:lnTo>
                <a:lnTo>
                  <a:pt x="352044" y="21336"/>
                </a:lnTo>
                <a:lnTo>
                  <a:pt x="373380" y="0"/>
                </a:lnTo>
                <a:lnTo>
                  <a:pt x="400812" y="32004"/>
                </a:lnTo>
                <a:lnTo>
                  <a:pt x="259080" y="32004"/>
                </a:lnTo>
                <a:lnTo>
                  <a:pt x="247911" y="32289"/>
                </a:lnTo>
                <a:lnTo>
                  <a:pt x="237172" y="33147"/>
                </a:lnTo>
                <a:lnTo>
                  <a:pt x="226718" y="34575"/>
                </a:lnTo>
                <a:lnTo>
                  <a:pt x="216408" y="36576"/>
                </a:lnTo>
                <a:close/>
              </a:path>
              <a:path w="405765" h="393700">
                <a:moveTo>
                  <a:pt x="188322" y="19812"/>
                </a:moveTo>
                <a:lnTo>
                  <a:pt x="153924" y="19812"/>
                </a:lnTo>
                <a:lnTo>
                  <a:pt x="166116" y="1524"/>
                </a:lnTo>
                <a:lnTo>
                  <a:pt x="188322" y="19812"/>
                </a:lnTo>
                <a:close/>
              </a:path>
              <a:path w="405765" h="393700">
                <a:moveTo>
                  <a:pt x="51816" y="169164"/>
                </a:moveTo>
                <a:lnTo>
                  <a:pt x="52697" y="148566"/>
                </a:lnTo>
                <a:lnTo>
                  <a:pt x="53149" y="127825"/>
                </a:lnTo>
                <a:lnTo>
                  <a:pt x="53252" y="56007"/>
                </a:lnTo>
                <a:lnTo>
                  <a:pt x="53153" y="43719"/>
                </a:lnTo>
                <a:lnTo>
                  <a:pt x="52697" y="23407"/>
                </a:lnTo>
                <a:lnTo>
                  <a:pt x="51816" y="4572"/>
                </a:lnTo>
                <a:lnTo>
                  <a:pt x="76200" y="19812"/>
                </a:lnTo>
                <a:lnTo>
                  <a:pt x="188322" y="19812"/>
                </a:lnTo>
                <a:lnTo>
                  <a:pt x="192024" y="22860"/>
                </a:lnTo>
                <a:lnTo>
                  <a:pt x="185057" y="28956"/>
                </a:lnTo>
                <a:lnTo>
                  <a:pt x="76200" y="28956"/>
                </a:lnTo>
                <a:lnTo>
                  <a:pt x="76200" y="79248"/>
                </a:lnTo>
                <a:lnTo>
                  <a:pt x="180271" y="79248"/>
                </a:lnTo>
                <a:lnTo>
                  <a:pt x="180499" y="89916"/>
                </a:lnTo>
                <a:lnTo>
                  <a:pt x="76200" y="89916"/>
                </a:lnTo>
                <a:lnTo>
                  <a:pt x="76200" y="138684"/>
                </a:lnTo>
                <a:lnTo>
                  <a:pt x="182182" y="138684"/>
                </a:lnTo>
                <a:lnTo>
                  <a:pt x="182724" y="149352"/>
                </a:lnTo>
                <a:lnTo>
                  <a:pt x="76200" y="149352"/>
                </a:lnTo>
                <a:lnTo>
                  <a:pt x="76200" y="160020"/>
                </a:lnTo>
                <a:lnTo>
                  <a:pt x="51816" y="169164"/>
                </a:lnTo>
                <a:close/>
              </a:path>
              <a:path w="405765" h="393700">
                <a:moveTo>
                  <a:pt x="180271" y="79248"/>
                </a:moveTo>
                <a:lnTo>
                  <a:pt x="158496" y="79248"/>
                </a:lnTo>
                <a:lnTo>
                  <a:pt x="158496" y="28956"/>
                </a:lnTo>
                <a:lnTo>
                  <a:pt x="185057" y="28956"/>
                </a:lnTo>
                <a:lnTo>
                  <a:pt x="179832" y="33528"/>
                </a:lnTo>
                <a:lnTo>
                  <a:pt x="180093" y="70961"/>
                </a:lnTo>
                <a:lnTo>
                  <a:pt x="180271" y="79248"/>
                </a:lnTo>
                <a:close/>
              </a:path>
              <a:path w="405765" h="393700">
                <a:moveTo>
                  <a:pt x="278892" y="82296"/>
                </a:moveTo>
                <a:lnTo>
                  <a:pt x="271272" y="82296"/>
                </a:lnTo>
                <a:lnTo>
                  <a:pt x="274391" y="68865"/>
                </a:lnTo>
                <a:lnTo>
                  <a:pt x="276796" y="56007"/>
                </a:lnTo>
                <a:lnTo>
                  <a:pt x="278344" y="43719"/>
                </a:lnTo>
                <a:lnTo>
                  <a:pt x="278892" y="32004"/>
                </a:lnTo>
                <a:lnTo>
                  <a:pt x="309372" y="32004"/>
                </a:lnTo>
                <a:lnTo>
                  <a:pt x="304823" y="38576"/>
                </a:lnTo>
                <a:lnTo>
                  <a:pt x="298132" y="49149"/>
                </a:lnTo>
                <a:lnTo>
                  <a:pt x="289319" y="63936"/>
                </a:lnTo>
                <a:lnTo>
                  <a:pt x="278892" y="82296"/>
                </a:lnTo>
                <a:close/>
              </a:path>
              <a:path w="405765" h="393700">
                <a:moveTo>
                  <a:pt x="380062" y="82296"/>
                </a:moveTo>
                <a:lnTo>
                  <a:pt x="345948" y="82296"/>
                </a:lnTo>
                <a:lnTo>
                  <a:pt x="358140" y="65532"/>
                </a:lnTo>
                <a:lnTo>
                  <a:pt x="380062" y="82296"/>
                </a:lnTo>
                <a:close/>
              </a:path>
              <a:path w="405765" h="393700">
                <a:moveTo>
                  <a:pt x="224028" y="249936"/>
                </a:moveTo>
                <a:lnTo>
                  <a:pt x="224909" y="230766"/>
                </a:lnTo>
                <a:lnTo>
                  <a:pt x="225361" y="209740"/>
                </a:lnTo>
                <a:lnTo>
                  <a:pt x="225477" y="127825"/>
                </a:lnTo>
                <a:lnTo>
                  <a:pt x="225361" y="110871"/>
                </a:lnTo>
                <a:lnTo>
                  <a:pt x="224909" y="88249"/>
                </a:lnTo>
                <a:lnTo>
                  <a:pt x="224028" y="67056"/>
                </a:lnTo>
                <a:lnTo>
                  <a:pt x="248412" y="82296"/>
                </a:lnTo>
                <a:lnTo>
                  <a:pt x="380062" y="82296"/>
                </a:lnTo>
                <a:lnTo>
                  <a:pt x="384048" y="85344"/>
                </a:lnTo>
                <a:lnTo>
                  <a:pt x="377081" y="91440"/>
                </a:lnTo>
                <a:lnTo>
                  <a:pt x="248412" y="91440"/>
                </a:lnTo>
                <a:lnTo>
                  <a:pt x="248412" y="236220"/>
                </a:lnTo>
                <a:lnTo>
                  <a:pt x="224028" y="249936"/>
                </a:lnTo>
                <a:close/>
              </a:path>
              <a:path w="405765" h="393700">
                <a:moveTo>
                  <a:pt x="182182" y="138684"/>
                </a:moveTo>
                <a:lnTo>
                  <a:pt x="158496" y="138684"/>
                </a:lnTo>
                <a:lnTo>
                  <a:pt x="158496" y="89916"/>
                </a:lnTo>
                <a:lnTo>
                  <a:pt x="180499" y="89916"/>
                </a:lnTo>
                <a:lnTo>
                  <a:pt x="180784" y="103251"/>
                </a:lnTo>
                <a:lnTo>
                  <a:pt x="181760" y="130397"/>
                </a:lnTo>
                <a:lnTo>
                  <a:pt x="182182" y="138684"/>
                </a:lnTo>
                <a:close/>
              </a:path>
              <a:path w="405765" h="393700">
                <a:moveTo>
                  <a:pt x="348996" y="245363"/>
                </a:moveTo>
                <a:lnTo>
                  <a:pt x="348996" y="91440"/>
                </a:lnTo>
                <a:lnTo>
                  <a:pt x="377081" y="91440"/>
                </a:lnTo>
                <a:lnTo>
                  <a:pt x="371856" y="96012"/>
                </a:lnTo>
                <a:lnTo>
                  <a:pt x="371903" y="189809"/>
                </a:lnTo>
                <a:lnTo>
                  <a:pt x="372028" y="198405"/>
                </a:lnTo>
                <a:lnTo>
                  <a:pt x="372514" y="214884"/>
                </a:lnTo>
                <a:lnTo>
                  <a:pt x="373380" y="233172"/>
                </a:lnTo>
                <a:lnTo>
                  <a:pt x="348996" y="245363"/>
                </a:lnTo>
                <a:close/>
              </a:path>
              <a:path w="405765" h="393700">
                <a:moveTo>
                  <a:pt x="190500" y="345948"/>
                </a:moveTo>
                <a:lnTo>
                  <a:pt x="187452" y="341376"/>
                </a:lnTo>
                <a:lnTo>
                  <a:pt x="211716" y="327398"/>
                </a:lnTo>
                <a:lnTo>
                  <a:pt x="231838" y="312991"/>
                </a:lnTo>
                <a:lnTo>
                  <a:pt x="259080" y="283463"/>
                </a:lnTo>
                <a:lnTo>
                  <a:pt x="279654" y="231814"/>
                </a:lnTo>
                <a:lnTo>
                  <a:pt x="283035" y="189809"/>
                </a:lnTo>
                <a:lnTo>
                  <a:pt x="283962" y="138684"/>
                </a:lnTo>
                <a:lnTo>
                  <a:pt x="283464" y="118872"/>
                </a:lnTo>
                <a:lnTo>
                  <a:pt x="321564" y="137160"/>
                </a:lnTo>
                <a:lnTo>
                  <a:pt x="307848" y="149352"/>
                </a:lnTo>
                <a:lnTo>
                  <a:pt x="307276" y="183094"/>
                </a:lnTo>
                <a:lnTo>
                  <a:pt x="305562" y="211264"/>
                </a:lnTo>
                <a:lnTo>
                  <a:pt x="298704" y="251460"/>
                </a:lnTo>
                <a:lnTo>
                  <a:pt x="276629" y="291965"/>
                </a:lnTo>
                <a:lnTo>
                  <a:pt x="234124" y="326517"/>
                </a:lnTo>
                <a:lnTo>
                  <a:pt x="213955" y="336518"/>
                </a:lnTo>
                <a:lnTo>
                  <a:pt x="190500" y="345948"/>
                </a:lnTo>
                <a:close/>
              </a:path>
              <a:path w="405765" h="393700">
                <a:moveTo>
                  <a:pt x="158496" y="164592"/>
                </a:moveTo>
                <a:lnTo>
                  <a:pt x="158496" y="149352"/>
                </a:lnTo>
                <a:lnTo>
                  <a:pt x="182724" y="149352"/>
                </a:lnTo>
                <a:lnTo>
                  <a:pt x="182880" y="152400"/>
                </a:lnTo>
                <a:lnTo>
                  <a:pt x="158496" y="164592"/>
                </a:lnTo>
                <a:close/>
              </a:path>
              <a:path w="405765" h="393700">
                <a:moveTo>
                  <a:pt x="28956" y="202692"/>
                </a:moveTo>
                <a:lnTo>
                  <a:pt x="13716" y="187451"/>
                </a:lnTo>
                <a:lnTo>
                  <a:pt x="166116" y="187451"/>
                </a:lnTo>
                <a:lnTo>
                  <a:pt x="187452" y="167640"/>
                </a:lnTo>
                <a:lnTo>
                  <a:pt x="214884" y="198120"/>
                </a:lnTo>
                <a:lnTo>
                  <a:pt x="71628" y="198120"/>
                </a:lnTo>
                <a:lnTo>
                  <a:pt x="60459" y="198405"/>
                </a:lnTo>
                <a:lnTo>
                  <a:pt x="49720" y="199263"/>
                </a:lnTo>
                <a:lnTo>
                  <a:pt x="39266" y="200691"/>
                </a:lnTo>
                <a:lnTo>
                  <a:pt x="28956" y="202692"/>
                </a:lnTo>
                <a:close/>
              </a:path>
              <a:path w="405765" h="393700">
                <a:moveTo>
                  <a:pt x="129540" y="330708"/>
                </a:moveTo>
                <a:lnTo>
                  <a:pt x="106680" y="330708"/>
                </a:lnTo>
                <a:lnTo>
                  <a:pt x="106680" y="198120"/>
                </a:lnTo>
                <a:lnTo>
                  <a:pt x="129540" y="198120"/>
                </a:lnTo>
                <a:lnTo>
                  <a:pt x="129540" y="259080"/>
                </a:lnTo>
                <a:lnTo>
                  <a:pt x="199720" y="259080"/>
                </a:lnTo>
                <a:lnTo>
                  <a:pt x="208788" y="269748"/>
                </a:lnTo>
                <a:lnTo>
                  <a:pt x="129540" y="269748"/>
                </a:lnTo>
                <a:lnTo>
                  <a:pt x="129540" y="330708"/>
                </a:lnTo>
                <a:close/>
              </a:path>
              <a:path w="405765" h="393700">
                <a:moveTo>
                  <a:pt x="4572" y="393192"/>
                </a:moveTo>
                <a:lnTo>
                  <a:pt x="0" y="390143"/>
                </a:lnTo>
                <a:lnTo>
                  <a:pt x="9715" y="370998"/>
                </a:lnTo>
                <a:lnTo>
                  <a:pt x="18288" y="350139"/>
                </a:lnTo>
                <a:lnTo>
                  <a:pt x="32004" y="303275"/>
                </a:lnTo>
                <a:lnTo>
                  <a:pt x="40957" y="256222"/>
                </a:lnTo>
                <a:lnTo>
                  <a:pt x="44196" y="214884"/>
                </a:lnTo>
                <a:lnTo>
                  <a:pt x="79248" y="233172"/>
                </a:lnTo>
                <a:lnTo>
                  <a:pt x="72937" y="238291"/>
                </a:lnTo>
                <a:lnTo>
                  <a:pt x="67627" y="248983"/>
                </a:lnTo>
                <a:lnTo>
                  <a:pt x="63166" y="265152"/>
                </a:lnTo>
                <a:lnTo>
                  <a:pt x="59436" y="286512"/>
                </a:lnTo>
                <a:lnTo>
                  <a:pt x="68058" y="297180"/>
                </a:lnTo>
                <a:lnTo>
                  <a:pt x="54864" y="297180"/>
                </a:lnTo>
                <a:lnTo>
                  <a:pt x="44005" y="326969"/>
                </a:lnTo>
                <a:lnTo>
                  <a:pt x="32003" y="352615"/>
                </a:lnTo>
                <a:lnTo>
                  <a:pt x="18859" y="374546"/>
                </a:lnTo>
                <a:lnTo>
                  <a:pt x="4572" y="393192"/>
                </a:lnTo>
                <a:close/>
              </a:path>
              <a:path w="405765" h="393700">
                <a:moveTo>
                  <a:pt x="199720" y="259080"/>
                </a:moveTo>
                <a:lnTo>
                  <a:pt x="163068" y="259080"/>
                </a:lnTo>
                <a:lnTo>
                  <a:pt x="182880" y="239268"/>
                </a:lnTo>
                <a:lnTo>
                  <a:pt x="199720" y="259080"/>
                </a:lnTo>
                <a:close/>
              </a:path>
              <a:path w="405765" h="393700">
                <a:moveTo>
                  <a:pt x="379476" y="333756"/>
                </a:moveTo>
                <a:lnTo>
                  <a:pt x="374904" y="333756"/>
                </a:lnTo>
                <a:lnTo>
                  <a:pt x="370332" y="327660"/>
                </a:lnTo>
                <a:lnTo>
                  <a:pt x="364236" y="316992"/>
                </a:lnTo>
                <a:lnTo>
                  <a:pt x="355353" y="303585"/>
                </a:lnTo>
                <a:lnTo>
                  <a:pt x="342328" y="288607"/>
                </a:lnTo>
                <a:lnTo>
                  <a:pt x="325016" y="272200"/>
                </a:lnTo>
                <a:lnTo>
                  <a:pt x="303276" y="254508"/>
                </a:lnTo>
                <a:lnTo>
                  <a:pt x="307848" y="248412"/>
                </a:lnTo>
                <a:lnTo>
                  <a:pt x="359854" y="274891"/>
                </a:lnTo>
                <a:lnTo>
                  <a:pt x="387096" y="303275"/>
                </a:lnTo>
                <a:lnTo>
                  <a:pt x="387096" y="312420"/>
                </a:lnTo>
                <a:lnTo>
                  <a:pt x="384048" y="324612"/>
                </a:lnTo>
                <a:lnTo>
                  <a:pt x="379476" y="333756"/>
                </a:lnTo>
                <a:close/>
              </a:path>
              <a:path w="405765" h="393700">
                <a:moveTo>
                  <a:pt x="304133" y="381309"/>
                </a:moveTo>
                <a:lnTo>
                  <a:pt x="249555" y="380047"/>
                </a:lnTo>
                <a:lnTo>
                  <a:pt x="208121" y="377356"/>
                </a:lnTo>
                <a:lnTo>
                  <a:pt x="158376" y="369165"/>
                </a:lnTo>
                <a:lnTo>
                  <a:pt x="109728" y="350519"/>
                </a:lnTo>
                <a:lnTo>
                  <a:pt x="68580" y="315158"/>
                </a:lnTo>
                <a:lnTo>
                  <a:pt x="54864" y="297180"/>
                </a:lnTo>
                <a:lnTo>
                  <a:pt x="68058" y="297180"/>
                </a:lnTo>
                <a:lnTo>
                  <a:pt x="69175" y="298561"/>
                </a:lnTo>
                <a:lnTo>
                  <a:pt x="80200" y="309753"/>
                </a:lnTo>
                <a:lnTo>
                  <a:pt x="92654" y="320373"/>
                </a:lnTo>
                <a:lnTo>
                  <a:pt x="106680" y="330708"/>
                </a:lnTo>
                <a:lnTo>
                  <a:pt x="129540" y="330708"/>
                </a:lnTo>
                <a:lnTo>
                  <a:pt x="129540" y="336804"/>
                </a:lnTo>
                <a:lnTo>
                  <a:pt x="176974" y="349186"/>
                </a:lnTo>
                <a:lnTo>
                  <a:pt x="248412" y="353568"/>
                </a:lnTo>
                <a:lnTo>
                  <a:pt x="404616" y="353877"/>
                </a:lnTo>
                <a:lnTo>
                  <a:pt x="390501" y="359568"/>
                </a:lnTo>
                <a:lnTo>
                  <a:pt x="380047" y="366141"/>
                </a:lnTo>
                <a:lnTo>
                  <a:pt x="373880" y="373284"/>
                </a:lnTo>
                <a:lnTo>
                  <a:pt x="371856" y="381000"/>
                </a:lnTo>
                <a:lnTo>
                  <a:pt x="304133" y="381309"/>
                </a:lnTo>
                <a:close/>
              </a:path>
              <a:path w="405765" h="393700">
                <a:moveTo>
                  <a:pt x="404616" y="353877"/>
                </a:moveTo>
                <a:lnTo>
                  <a:pt x="289869" y="353877"/>
                </a:lnTo>
                <a:lnTo>
                  <a:pt x="329755" y="352615"/>
                </a:lnTo>
                <a:lnTo>
                  <a:pt x="368212" y="349924"/>
                </a:lnTo>
                <a:lnTo>
                  <a:pt x="405384" y="345948"/>
                </a:lnTo>
                <a:lnTo>
                  <a:pt x="405384" y="353568"/>
                </a:lnTo>
                <a:lnTo>
                  <a:pt x="404616" y="35387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" name="object 20"/>
          <p:cNvSpPr/>
          <p:nvPr/>
        </p:nvSpPr>
        <p:spPr>
          <a:xfrm>
            <a:off x="9384791" y="2362200"/>
            <a:ext cx="338455" cy="408940"/>
          </a:xfrm>
          <a:custGeom>
            <a:avLst/>
            <a:gdLst/>
            <a:ahLst/>
            <a:cxnLst/>
            <a:rect l="l" t="t" r="r" b="b"/>
            <a:pathLst>
              <a:path w="338454" h="408939">
                <a:moveTo>
                  <a:pt x="172212" y="102108"/>
                </a:moveTo>
                <a:lnTo>
                  <a:pt x="146304" y="102108"/>
                </a:lnTo>
                <a:lnTo>
                  <a:pt x="146280" y="70723"/>
                </a:lnTo>
                <a:lnTo>
                  <a:pt x="146113" y="43053"/>
                </a:lnTo>
                <a:lnTo>
                  <a:pt x="145661" y="19383"/>
                </a:lnTo>
                <a:lnTo>
                  <a:pt x="144780" y="0"/>
                </a:lnTo>
                <a:lnTo>
                  <a:pt x="185928" y="19812"/>
                </a:lnTo>
                <a:lnTo>
                  <a:pt x="172212" y="33528"/>
                </a:lnTo>
                <a:lnTo>
                  <a:pt x="172212" y="102108"/>
                </a:lnTo>
                <a:close/>
              </a:path>
              <a:path w="338454" h="408939">
                <a:moveTo>
                  <a:pt x="336150" y="102108"/>
                </a:moveTo>
                <a:lnTo>
                  <a:pt x="294132" y="102108"/>
                </a:lnTo>
                <a:lnTo>
                  <a:pt x="307848" y="82296"/>
                </a:lnTo>
                <a:lnTo>
                  <a:pt x="336150" y="102108"/>
                </a:lnTo>
                <a:close/>
              </a:path>
              <a:path w="338454" h="408939">
                <a:moveTo>
                  <a:pt x="0" y="272795"/>
                </a:moveTo>
                <a:lnTo>
                  <a:pt x="881" y="255317"/>
                </a:lnTo>
                <a:lnTo>
                  <a:pt x="1266" y="237744"/>
                </a:lnTo>
                <a:lnTo>
                  <a:pt x="1373" y="228861"/>
                </a:lnTo>
                <a:lnTo>
                  <a:pt x="1500" y="154590"/>
                </a:lnTo>
                <a:lnTo>
                  <a:pt x="1333" y="129159"/>
                </a:lnTo>
                <a:lnTo>
                  <a:pt x="881" y="106584"/>
                </a:lnTo>
                <a:lnTo>
                  <a:pt x="0" y="86868"/>
                </a:lnTo>
                <a:lnTo>
                  <a:pt x="25908" y="102108"/>
                </a:lnTo>
                <a:lnTo>
                  <a:pt x="336150" y="102108"/>
                </a:lnTo>
                <a:lnTo>
                  <a:pt x="338328" y="103632"/>
                </a:lnTo>
                <a:lnTo>
                  <a:pt x="328269" y="112776"/>
                </a:lnTo>
                <a:lnTo>
                  <a:pt x="25908" y="112776"/>
                </a:lnTo>
                <a:lnTo>
                  <a:pt x="25908" y="227076"/>
                </a:lnTo>
                <a:lnTo>
                  <a:pt x="321776" y="227076"/>
                </a:lnTo>
                <a:lnTo>
                  <a:pt x="321825" y="228861"/>
                </a:lnTo>
                <a:lnTo>
                  <a:pt x="322449" y="237744"/>
                </a:lnTo>
                <a:lnTo>
                  <a:pt x="25908" y="237744"/>
                </a:lnTo>
                <a:lnTo>
                  <a:pt x="25908" y="259080"/>
                </a:lnTo>
                <a:lnTo>
                  <a:pt x="0" y="272795"/>
                </a:lnTo>
                <a:close/>
              </a:path>
              <a:path w="338454" h="408939">
                <a:moveTo>
                  <a:pt x="172212" y="227076"/>
                </a:moveTo>
                <a:lnTo>
                  <a:pt x="146304" y="227076"/>
                </a:lnTo>
                <a:lnTo>
                  <a:pt x="146304" y="112776"/>
                </a:lnTo>
                <a:lnTo>
                  <a:pt x="172212" y="112776"/>
                </a:lnTo>
                <a:lnTo>
                  <a:pt x="172212" y="227076"/>
                </a:lnTo>
                <a:close/>
              </a:path>
              <a:path w="338454" h="408939">
                <a:moveTo>
                  <a:pt x="321776" y="227076"/>
                </a:moveTo>
                <a:lnTo>
                  <a:pt x="297180" y="227076"/>
                </a:lnTo>
                <a:lnTo>
                  <a:pt x="297180" y="112776"/>
                </a:lnTo>
                <a:lnTo>
                  <a:pt x="328269" y="112776"/>
                </a:lnTo>
                <a:lnTo>
                  <a:pt x="321564" y="118872"/>
                </a:lnTo>
                <a:lnTo>
                  <a:pt x="321564" y="219456"/>
                </a:lnTo>
                <a:lnTo>
                  <a:pt x="321776" y="227076"/>
                </a:lnTo>
                <a:close/>
              </a:path>
              <a:path w="338454" h="408939">
                <a:moveTo>
                  <a:pt x="144780" y="408432"/>
                </a:moveTo>
                <a:lnTo>
                  <a:pt x="145661" y="383047"/>
                </a:lnTo>
                <a:lnTo>
                  <a:pt x="146113" y="345948"/>
                </a:lnTo>
                <a:lnTo>
                  <a:pt x="146280" y="297418"/>
                </a:lnTo>
                <a:lnTo>
                  <a:pt x="146304" y="237744"/>
                </a:lnTo>
                <a:lnTo>
                  <a:pt x="172212" y="237744"/>
                </a:lnTo>
                <a:lnTo>
                  <a:pt x="172452" y="297418"/>
                </a:lnTo>
                <a:lnTo>
                  <a:pt x="172974" y="342900"/>
                </a:lnTo>
                <a:lnTo>
                  <a:pt x="173497" y="374904"/>
                </a:lnTo>
                <a:lnTo>
                  <a:pt x="173736" y="393192"/>
                </a:lnTo>
                <a:lnTo>
                  <a:pt x="144780" y="408432"/>
                </a:lnTo>
                <a:close/>
              </a:path>
              <a:path w="338454" h="408939">
                <a:moveTo>
                  <a:pt x="297180" y="269748"/>
                </a:moveTo>
                <a:lnTo>
                  <a:pt x="297180" y="237744"/>
                </a:lnTo>
                <a:lnTo>
                  <a:pt x="322449" y="237744"/>
                </a:lnTo>
                <a:lnTo>
                  <a:pt x="322516" y="238696"/>
                </a:lnTo>
                <a:lnTo>
                  <a:pt x="323492" y="248816"/>
                </a:lnTo>
                <a:lnTo>
                  <a:pt x="324612" y="259080"/>
                </a:lnTo>
                <a:lnTo>
                  <a:pt x="297180" y="26974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" name="object 21"/>
          <p:cNvSpPr/>
          <p:nvPr/>
        </p:nvSpPr>
        <p:spPr>
          <a:xfrm>
            <a:off x="2159507" y="2900172"/>
            <a:ext cx="356870" cy="401320"/>
          </a:xfrm>
          <a:custGeom>
            <a:avLst/>
            <a:gdLst/>
            <a:ahLst/>
            <a:cxnLst/>
            <a:rect l="l" t="t" r="r" b="b"/>
            <a:pathLst>
              <a:path w="356869" h="401320">
                <a:moveTo>
                  <a:pt x="54864" y="89916"/>
                </a:moveTo>
                <a:lnTo>
                  <a:pt x="44196" y="89916"/>
                </a:lnTo>
                <a:lnTo>
                  <a:pt x="51554" y="61936"/>
                </a:lnTo>
                <a:lnTo>
                  <a:pt x="57340" y="37528"/>
                </a:lnTo>
                <a:lnTo>
                  <a:pt x="61126" y="16835"/>
                </a:lnTo>
                <a:lnTo>
                  <a:pt x="62484" y="0"/>
                </a:lnTo>
                <a:lnTo>
                  <a:pt x="102108" y="19812"/>
                </a:lnTo>
                <a:lnTo>
                  <a:pt x="92368" y="27551"/>
                </a:lnTo>
                <a:lnTo>
                  <a:pt x="81343" y="41719"/>
                </a:lnTo>
                <a:lnTo>
                  <a:pt x="68889" y="62460"/>
                </a:lnTo>
                <a:lnTo>
                  <a:pt x="54864" y="89916"/>
                </a:lnTo>
                <a:close/>
              </a:path>
              <a:path w="356869" h="401320">
                <a:moveTo>
                  <a:pt x="147828" y="190500"/>
                </a:moveTo>
                <a:lnTo>
                  <a:pt x="143256" y="187452"/>
                </a:lnTo>
                <a:lnTo>
                  <a:pt x="160377" y="160615"/>
                </a:lnTo>
                <a:lnTo>
                  <a:pt x="175069" y="135064"/>
                </a:lnTo>
                <a:lnTo>
                  <a:pt x="196596" y="88392"/>
                </a:lnTo>
                <a:lnTo>
                  <a:pt x="212407" y="44958"/>
                </a:lnTo>
                <a:lnTo>
                  <a:pt x="222503" y="1524"/>
                </a:lnTo>
                <a:lnTo>
                  <a:pt x="262127" y="24384"/>
                </a:lnTo>
                <a:lnTo>
                  <a:pt x="253507" y="31480"/>
                </a:lnTo>
                <a:lnTo>
                  <a:pt x="243459" y="45720"/>
                </a:lnTo>
                <a:lnTo>
                  <a:pt x="231695" y="66817"/>
                </a:lnTo>
                <a:lnTo>
                  <a:pt x="217932" y="94488"/>
                </a:lnTo>
                <a:lnTo>
                  <a:pt x="348996" y="94488"/>
                </a:lnTo>
                <a:lnTo>
                  <a:pt x="356616" y="102108"/>
                </a:lnTo>
                <a:lnTo>
                  <a:pt x="352806" y="105156"/>
                </a:lnTo>
                <a:lnTo>
                  <a:pt x="214884" y="105156"/>
                </a:lnTo>
                <a:lnTo>
                  <a:pt x="198834" y="129420"/>
                </a:lnTo>
                <a:lnTo>
                  <a:pt x="182499" y="151828"/>
                </a:lnTo>
                <a:lnTo>
                  <a:pt x="165592" y="172235"/>
                </a:lnTo>
                <a:lnTo>
                  <a:pt x="147828" y="190500"/>
                </a:lnTo>
                <a:close/>
              </a:path>
              <a:path w="356869" h="401320">
                <a:moveTo>
                  <a:pt x="146304" y="89916"/>
                </a:moveTo>
                <a:lnTo>
                  <a:pt x="111252" y="89916"/>
                </a:lnTo>
                <a:lnTo>
                  <a:pt x="129540" y="73152"/>
                </a:lnTo>
                <a:lnTo>
                  <a:pt x="146304" y="89916"/>
                </a:lnTo>
                <a:close/>
              </a:path>
              <a:path w="356869" h="401320">
                <a:moveTo>
                  <a:pt x="0" y="397764"/>
                </a:moveTo>
                <a:lnTo>
                  <a:pt x="820" y="359664"/>
                </a:lnTo>
                <a:lnTo>
                  <a:pt x="917" y="353568"/>
                </a:lnTo>
                <a:lnTo>
                  <a:pt x="1333" y="316230"/>
                </a:lnTo>
                <a:lnTo>
                  <a:pt x="1425" y="176784"/>
                </a:lnTo>
                <a:lnTo>
                  <a:pt x="1301" y="151828"/>
                </a:lnTo>
                <a:lnTo>
                  <a:pt x="881" y="114681"/>
                </a:lnTo>
                <a:lnTo>
                  <a:pt x="0" y="74676"/>
                </a:lnTo>
                <a:lnTo>
                  <a:pt x="25908" y="89916"/>
                </a:lnTo>
                <a:lnTo>
                  <a:pt x="146304" y="89916"/>
                </a:lnTo>
                <a:lnTo>
                  <a:pt x="155448" y="99060"/>
                </a:lnTo>
                <a:lnTo>
                  <a:pt x="153352" y="100584"/>
                </a:lnTo>
                <a:lnTo>
                  <a:pt x="24384" y="100584"/>
                </a:lnTo>
                <a:lnTo>
                  <a:pt x="24384" y="211836"/>
                </a:lnTo>
                <a:lnTo>
                  <a:pt x="138729" y="211836"/>
                </a:lnTo>
                <a:lnTo>
                  <a:pt x="138743" y="222504"/>
                </a:lnTo>
                <a:lnTo>
                  <a:pt x="24384" y="222504"/>
                </a:lnTo>
                <a:lnTo>
                  <a:pt x="24384" y="344424"/>
                </a:lnTo>
                <a:lnTo>
                  <a:pt x="139446" y="344424"/>
                </a:lnTo>
                <a:lnTo>
                  <a:pt x="139647" y="353568"/>
                </a:lnTo>
                <a:lnTo>
                  <a:pt x="24384" y="353568"/>
                </a:lnTo>
                <a:lnTo>
                  <a:pt x="24384" y="384048"/>
                </a:lnTo>
                <a:lnTo>
                  <a:pt x="0" y="397764"/>
                </a:lnTo>
                <a:close/>
              </a:path>
              <a:path w="356869" h="401320">
                <a:moveTo>
                  <a:pt x="348996" y="94488"/>
                </a:moveTo>
                <a:lnTo>
                  <a:pt x="312420" y="94488"/>
                </a:lnTo>
                <a:lnTo>
                  <a:pt x="330708" y="76200"/>
                </a:lnTo>
                <a:lnTo>
                  <a:pt x="348996" y="94488"/>
                </a:lnTo>
                <a:close/>
              </a:path>
              <a:path w="356869" h="401320">
                <a:moveTo>
                  <a:pt x="138729" y="211836"/>
                </a:moveTo>
                <a:lnTo>
                  <a:pt x="115824" y="211836"/>
                </a:lnTo>
                <a:lnTo>
                  <a:pt x="115824" y="100584"/>
                </a:lnTo>
                <a:lnTo>
                  <a:pt x="153352" y="100584"/>
                </a:lnTo>
                <a:lnTo>
                  <a:pt x="138684" y="111252"/>
                </a:lnTo>
                <a:lnTo>
                  <a:pt x="138729" y="211836"/>
                </a:lnTo>
                <a:close/>
              </a:path>
              <a:path w="356869" h="401320">
                <a:moveTo>
                  <a:pt x="327433" y="359664"/>
                </a:moveTo>
                <a:lnTo>
                  <a:pt x="283464" y="359664"/>
                </a:lnTo>
                <a:lnTo>
                  <a:pt x="292631" y="357687"/>
                </a:lnTo>
                <a:lnTo>
                  <a:pt x="299656" y="351853"/>
                </a:lnTo>
                <a:lnTo>
                  <a:pt x="309895" y="304680"/>
                </a:lnTo>
                <a:lnTo>
                  <a:pt x="311658" y="258889"/>
                </a:lnTo>
                <a:lnTo>
                  <a:pt x="313561" y="186213"/>
                </a:lnTo>
                <a:lnTo>
                  <a:pt x="315467" y="105156"/>
                </a:lnTo>
                <a:lnTo>
                  <a:pt x="352806" y="105156"/>
                </a:lnTo>
                <a:lnTo>
                  <a:pt x="341376" y="114300"/>
                </a:lnTo>
                <a:lnTo>
                  <a:pt x="340171" y="186213"/>
                </a:lnTo>
                <a:lnTo>
                  <a:pt x="340075" y="190500"/>
                </a:lnTo>
                <a:lnTo>
                  <a:pt x="338376" y="248631"/>
                </a:lnTo>
                <a:lnTo>
                  <a:pt x="336328" y="294583"/>
                </a:lnTo>
                <a:lnTo>
                  <a:pt x="332232" y="344424"/>
                </a:lnTo>
                <a:lnTo>
                  <a:pt x="328517" y="357020"/>
                </a:lnTo>
                <a:lnTo>
                  <a:pt x="327433" y="359664"/>
                </a:lnTo>
                <a:close/>
              </a:path>
              <a:path w="356869" h="401320">
                <a:moveTo>
                  <a:pt x="233172" y="269748"/>
                </a:moveTo>
                <a:lnTo>
                  <a:pt x="230124" y="269748"/>
                </a:lnTo>
                <a:lnTo>
                  <a:pt x="226956" y="268081"/>
                </a:lnTo>
                <a:lnTo>
                  <a:pt x="224218" y="263271"/>
                </a:lnTo>
                <a:lnTo>
                  <a:pt x="221765" y="255603"/>
                </a:lnTo>
                <a:lnTo>
                  <a:pt x="219456" y="245364"/>
                </a:lnTo>
                <a:lnTo>
                  <a:pt x="214907" y="227576"/>
                </a:lnTo>
                <a:lnTo>
                  <a:pt x="208216" y="210502"/>
                </a:lnTo>
                <a:lnTo>
                  <a:pt x="199524" y="193714"/>
                </a:lnTo>
                <a:lnTo>
                  <a:pt x="188976" y="176784"/>
                </a:lnTo>
                <a:lnTo>
                  <a:pt x="192024" y="172212"/>
                </a:lnTo>
                <a:lnTo>
                  <a:pt x="224980" y="198501"/>
                </a:lnTo>
                <a:lnTo>
                  <a:pt x="246888" y="234696"/>
                </a:lnTo>
                <a:lnTo>
                  <a:pt x="246888" y="246888"/>
                </a:lnTo>
                <a:lnTo>
                  <a:pt x="245364" y="254508"/>
                </a:lnTo>
                <a:lnTo>
                  <a:pt x="236220" y="266700"/>
                </a:lnTo>
                <a:lnTo>
                  <a:pt x="233172" y="269748"/>
                </a:lnTo>
                <a:close/>
              </a:path>
              <a:path w="356869" h="401320">
                <a:moveTo>
                  <a:pt x="139446" y="344424"/>
                </a:moveTo>
                <a:lnTo>
                  <a:pt x="115824" y="344424"/>
                </a:lnTo>
                <a:lnTo>
                  <a:pt x="115824" y="222504"/>
                </a:lnTo>
                <a:lnTo>
                  <a:pt x="138743" y="222504"/>
                </a:lnTo>
                <a:lnTo>
                  <a:pt x="138861" y="269748"/>
                </a:lnTo>
                <a:lnTo>
                  <a:pt x="139016" y="304680"/>
                </a:lnTo>
                <a:lnTo>
                  <a:pt x="139446" y="344424"/>
                </a:lnTo>
                <a:close/>
              </a:path>
              <a:path w="356869" h="401320">
                <a:moveTo>
                  <a:pt x="278891" y="400812"/>
                </a:moveTo>
                <a:lnTo>
                  <a:pt x="271986" y="387953"/>
                </a:lnTo>
                <a:lnTo>
                  <a:pt x="260223" y="376809"/>
                </a:lnTo>
                <a:lnTo>
                  <a:pt x="243316" y="367379"/>
                </a:lnTo>
                <a:lnTo>
                  <a:pt x="220979" y="359664"/>
                </a:lnTo>
                <a:lnTo>
                  <a:pt x="220979" y="350520"/>
                </a:lnTo>
                <a:lnTo>
                  <a:pt x="241244" y="354520"/>
                </a:lnTo>
                <a:lnTo>
                  <a:pt x="258508" y="357378"/>
                </a:lnTo>
                <a:lnTo>
                  <a:pt x="272629" y="359092"/>
                </a:lnTo>
                <a:lnTo>
                  <a:pt x="283464" y="359664"/>
                </a:lnTo>
                <a:lnTo>
                  <a:pt x="327433" y="359664"/>
                </a:lnTo>
                <a:lnTo>
                  <a:pt x="324231" y="367474"/>
                </a:lnTo>
                <a:lnTo>
                  <a:pt x="290369" y="396240"/>
                </a:lnTo>
                <a:lnTo>
                  <a:pt x="278891" y="400812"/>
                </a:lnTo>
                <a:close/>
              </a:path>
              <a:path w="356869" h="401320">
                <a:moveTo>
                  <a:pt x="115824" y="390144"/>
                </a:moveTo>
                <a:lnTo>
                  <a:pt x="115824" y="353568"/>
                </a:lnTo>
                <a:lnTo>
                  <a:pt x="139647" y="353568"/>
                </a:lnTo>
                <a:lnTo>
                  <a:pt x="140208" y="376428"/>
                </a:lnTo>
                <a:lnTo>
                  <a:pt x="115824" y="39014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" name="object 22"/>
          <p:cNvSpPr/>
          <p:nvPr/>
        </p:nvSpPr>
        <p:spPr>
          <a:xfrm>
            <a:off x="2575547" y="2895599"/>
            <a:ext cx="846455" cy="413384"/>
          </a:xfrm>
          <a:custGeom>
            <a:avLst/>
            <a:gdLst/>
            <a:ahLst/>
            <a:cxnLst/>
            <a:rect l="l" t="t" r="r" b="b"/>
            <a:pathLst>
              <a:path w="846454" h="413385">
                <a:moveTo>
                  <a:pt x="396240" y="193560"/>
                </a:moveTo>
                <a:lnTo>
                  <a:pt x="358140" y="155460"/>
                </a:lnTo>
                <a:lnTo>
                  <a:pt x="323088" y="182892"/>
                </a:lnTo>
                <a:lnTo>
                  <a:pt x="0" y="182892"/>
                </a:lnTo>
                <a:lnTo>
                  <a:pt x="15240" y="198132"/>
                </a:lnTo>
                <a:lnTo>
                  <a:pt x="25844" y="196126"/>
                </a:lnTo>
                <a:lnTo>
                  <a:pt x="37147" y="194703"/>
                </a:lnTo>
                <a:lnTo>
                  <a:pt x="49326" y="193840"/>
                </a:lnTo>
                <a:lnTo>
                  <a:pt x="62484" y="193560"/>
                </a:lnTo>
                <a:lnTo>
                  <a:pt x="396240" y="193560"/>
                </a:lnTo>
                <a:close/>
              </a:path>
              <a:path w="846454" h="413385">
                <a:moveTo>
                  <a:pt x="669048" y="147828"/>
                </a:moveTo>
                <a:lnTo>
                  <a:pt x="627900" y="126492"/>
                </a:lnTo>
                <a:lnTo>
                  <a:pt x="628142" y="147828"/>
                </a:lnTo>
                <a:lnTo>
                  <a:pt x="629183" y="184581"/>
                </a:lnTo>
                <a:lnTo>
                  <a:pt x="629297" y="192786"/>
                </a:lnTo>
                <a:lnTo>
                  <a:pt x="629183" y="331787"/>
                </a:lnTo>
                <a:lnTo>
                  <a:pt x="628662" y="353377"/>
                </a:lnTo>
                <a:lnTo>
                  <a:pt x="628129" y="380415"/>
                </a:lnTo>
                <a:lnTo>
                  <a:pt x="627900" y="413004"/>
                </a:lnTo>
                <a:lnTo>
                  <a:pt x="656856" y="394716"/>
                </a:lnTo>
                <a:lnTo>
                  <a:pt x="655967" y="378739"/>
                </a:lnTo>
                <a:lnTo>
                  <a:pt x="655523" y="362902"/>
                </a:lnTo>
                <a:lnTo>
                  <a:pt x="655408" y="353377"/>
                </a:lnTo>
                <a:lnTo>
                  <a:pt x="655332" y="158496"/>
                </a:lnTo>
                <a:lnTo>
                  <a:pt x="669048" y="147828"/>
                </a:lnTo>
                <a:close/>
              </a:path>
              <a:path w="846454" h="413385">
                <a:moveTo>
                  <a:pt x="845832" y="181356"/>
                </a:moveTo>
                <a:lnTo>
                  <a:pt x="798207" y="167449"/>
                </a:lnTo>
                <a:lnTo>
                  <a:pt x="748296" y="138684"/>
                </a:lnTo>
                <a:lnTo>
                  <a:pt x="697623" y="93916"/>
                </a:lnTo>
                <a:lnTo>
                  <a:pt x="656971" y="42672"/>
                </a:lnTo>
                <a:lnTo>
                  <a:pt x="649236" y="32004"/>
                </a:lnTo>
                <a:lnTo>
                  <a:pt x="666000" y="21336"/>
                </a:lnTo>
                <a:lnTo>
                  <a:pt x="629424" y="0"/>
                </a:lnTo>
                <a:lnTo>
                  <a:pt x="618515" y="28003"/>
                </a:lnTo>
                <a:lnTo>
                  <a:pt x="603897" y="57150"/>
                </a:lnTo>
                <a:lnTo>
                  <a:pt x="562368" y="118872"/>
                </a:lnTo>
                <a:lnTo>
                  <a:pt x="535762" y="149161"/>
                </a:lnTo>
                <a:lnTo>
                  <a:pt x="506171" y="176022"/>
                </a:lnTo>
                <a:lnTo>
                  <a:pt x="473417" y="199453"/>
                </a:lnTo>
                <a:lnTo>
                  <a:pt x="437400" y="219456"/>
                </a:lnTo>
                <a:lnTo>
                  <a:pt x="438924" y="227076"/>
                </a:lnTo>
                <a:lnTo>
                  <a:pt x="474662" y="210502"/>
                </a:lnTo>
                <a:lnTo>
                  <a:pt x="534720" y="173926"/>
                </a:lnTo>
                <a:lnTo>
                  <a:pt x="581863" y="131406"/>
                </a:lnTo>
                <a:lnTo>
                  <a:pt x="624674" y="75488"/>
                </a:lnTo>
                <a:lnTo>
                  <a:pt x="644664" y="42672"/>
                </a:lnTo>
                <a:lnTo>
                  <a:pt x="662952" y="72986"/>
                </a:lnTo>
                <a:lnTo>
                  <a:pt x="699528" y="123901"/>
                </a:lnTo>
                <a:lnTo>
                  <a:pt x="736981" y="163385"/>
                </a:lnTo>
                <a:lnTo>
                  <a:pt x="781037" y="196011"/>
                </a:lnTo>
                <a:lnTo>
                  <a:pt x="806208" y="210312"/>
                </a:lnTo>
                <a:lnTo>
                  <a:pt x="813676" y="201193"/>
                </a:lnTo>
                <a:lnTo>
                  <a:pt x="822591" y="194500"/>
                </a:lnTo>
                <a:lnTo>
                  <a:pt x="833208" y="190385"/>
                </a:lnTo>
                <a:lnTo>
                  <a:pt x="845832" y="188976"/>
                </a:lnTo>
                <a:lnTo>
                  <a:pt x="845832" y="18135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" name="object 23"/>
          <p:cNvSpPr/>
          <p:nvPr/>
        </p:nvSpPr>
        <p:spPr>
          <a:xfrm>
            <a:off x="1751075" y="4373880"/>
            <a:ext cx="155575" cy="155575"/>
          </a:xfrm>
          <a:custGeom>
            <a:avLst/>
            <a:gdLst/>
            <a:ahLst/>
            <a:cxnLst/>
            <a:rect l="l" t="t" r="r" b="b"/>
            <a:pathLst>
              <a:path w="155575" h="155575">
                <a:moveTo>
                  <a:pt x="155448" y="155447"/>
                </a:moveTo>
                <a:lnTo>
                  <a:pt x="0" y="155447"/>
                </a:lnTo>
                <a:lnTo>
                  <a:pt x="0" y="0"/>
                </a:lnTo>
                <a:lnTo>
                  <a:pt x="155448" y="0"/>
                </a:lnTo>
                <a:lnTo>
                  <a:pt x="155448" y="155447"/>
                </a:lnTo>
                <a:close/>
              </a:path>
            </a:pathLst>
          </a:custGeom>
          <a:solidFill>
            <a:srgbClr val="3333C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" name="object 24"/>
          <p:cNvSpPr/>
          <p:nvPr/>
        </p:nvSpPr>
        <p:spPr>
          <a:xfrm>
            <a:off x="2122932" y="4181855"/>
            <a:ext cx="3522345" cy="412115"/>
          </a:xfrm>
          <a:custGeom>
            <a:avLst/>
            <a:gdLst/>
            <a:ahLst/>
            <a:cxnLst/>
            <a:rect l="l" t="t" r="r" b="b"/>
            <a:pathLst>
              <a:path w="3522345" h="412114">
                <a:moveTo>
                  <a:pt x="172212" y="118884"/>
                </a:moveTo>
                <a:lnTo>
                  <a:pt x="143256" y="89916"/>
                </a:lnTo>
                <a:lnTo>
                  <a:pt x="123444" y="109740"/>
                </a:lnTo>
                <a:lnTo>
                  <a:pt x="97536" y="109740"/>
                </a:lnTo>
                <a:lnTo>
                  <a:pt x="97536" y="30480"/>
                </a:lnTo>
                <a:lnTo>
                  <a:pt x="112776" y="18288"/>
                </a:lnTo>
                <a:lnTo>
                  <a:pt x="71628" y="1524"/>
                </a:lnTo>
                <a:lnTo>
                  <a:pt x="72504" y="31292"/>
                </a:lnTo>
                <a:lnTo>
                  <a:pt x="72961" y="59055"/>
                </a:lnTo>
                <a:lnTo>
                  <a:pt x="73037" y="72707"/>
                </a:lnTo>
                <a:lnTo>
                  <a:pt x="73152" y="109740"/>
                </a:lnTo>
                <a:lnTo>
                  <a:pt x="0" y="109740"/>
                </a:lnTo>
                <a:lnTo>
                  <a:pt x="13716" y="123456"/>
                </a:lnTo>
                <a:lnTo>
                  <a:pt x="30480" y="118884"/>
                </a:lnTo>
                <a:lnTo>
                  <a:pt x="71628" y="118884"/>
                </a:lnTo>
                <a:lnTo>
                  <a:pt x="59385" y="172224"/>
                </a:lnTo>
                <a:lnTo>
                  <a:pt x="43243" y="220599"/>
                </a:lnTo>
                <a:lnTo>
                  <a:pt x="23406" y="263753"/>
                </a:lnTo>
                <a:lnTo>
                  <a:pt x="0" y="301764"/>
                </a:lnTo>
                <a:lnTo>
                  <a:pt x="4572" y="307860"/>
                </a:lnTo>
                <a:lnTo>
                  <a:pt x="24244" y="284797"/>
                </a:lnTo>
                <a:lnTo>
                  <a:pt x="42291" y="259092"/>
                </a:lnTo>
                <a:lnTo>
                  <a:pt x="58572" y="231127"/>
                </a:lnTo>
                <a:lnTo>
                  <a:pt x="73152" y="201180"/>
                </a:lnTo>
                <a:lnTo>
                  <a:pt x="73025" y="284797"/>
                </a:lnTo>
                <a:lnTo>
                  <a:pt x="72923" y="311861"/>
                </a:lnTo>
                <a:lnTo>
                  <a:pt x="72504" y="359765"/>
                </a:lnTo>
                <a:lnTo>
                  <a:pt x="71628" y="411492"/>
                </a:lnTo>
                <a:lnTo>
                  <a:pt x="99060" y="400824"/>
                </a:lnTo>
                <a:lnTo>
                  <a:pt x="98818" y="372249"/>
                </a:lnTo>
                <a:lnTo>
                  <a:pt x="98310" y="348996"/>
                </a:lnTo>
                <a:lnTo>
                  <a:pt x="97764" y="328815"/>
                </a:lnTo>
                <a:lnTo>
                  <a:pt x="97650" y="321564"/>
                </a:lnTo>
                <a:lnTo>
                  <a:pt x="97536" y="201180"/>
                </a:lnTo>
                <a:lnTo>
                  <a:pt x="97536" y="170700"/>
                </a:lnTo>
                <a:lnTo>
                  <a:pt x="122605" y="204127"/>
                </a:lnTo>
                <a:lnTo>
                  <a:pt x="134112" y="228612"/>
                </a:lnTo>
                <a:lnTo>
                  <a:pt x="137160" y="234696"/>
                </a:lnTo>
                <a:lnTo>
                  <a:pt x="143256" y="234696"/>
                </a:lnTo>
                <a:lnTo>
                  <a:pt x="144780" y="230136"/>
                </a:lnTo>
                <a:lnTo>
                  <a:pt x="147828" y="224040"/>
                </a:lnTo>
                <a:lnTo>
                  <a:pt x="152400" y="216408"/>
                </a:lnTo>
                <a:lnTo>
                  <a:pt x="153924" y="211848"/>
                </a:lnTo>
                <a:lnTo>
                  <a:pt x="153924" y="208800"/>
                </a:lnTo>
                <a:lnTo>
                  <a:pt x="131610" y="177812"/>
                </a:lnTo>
                <a:lnTo>
                  <a:pt x="119888" y="170700"/>
                </a:lnTo>
                <a:lnTo>
                  <a:pt x="110413" y="165760"/>
                </a:lnTo>
                <a:lnTo>
                  <a:pt x="97536" y="160020"/>
                </a:lnTo>
                <a:lnTo>
                  <a:pt x="97536" y="118884"/>
                </a:lnTo>
                <a:lnTo>
                  <a:pt x="172212" y="118884"/>
                </a:lnTo>
                <a:close/>
              </a:path>
              <a:path w="3522345" h="412114">
                <a:moveTo>
                  <a:pt x="214884" y="315468"/>
                </a:moveTo>
                <a:lnTo>
                  <a:pt x="198691" y="274332"/>
                </a:lnTo>
                <a:lnTo>
                  <a:pt x="172212" y="233184"/>
                </a:lnTo>
                <a:lnTo>
                  <a:pt x="167640" y="234696"/>
                </a:lnTo>
                <a:lnTo>
                  <a:pt x="175895" y="263563"/>
                </a:lnTo>
                <a:lnTo>
                  <a:pt x="182308" y="288429"/>
                </a:lnTo>
                <a:lnTo>
                  <a:pt x="186702" y="309283"/>
                </a:lnTo>
                <a:lnTo>
                  <a:pt x="188976" y="326148"/>
                </a:lnTo>
                <a:lnTo>
                  <a:pt x="188976" y="341388"/>
                </a:lnTo>
                <a:lnTo>
                  <a:pt x="192024" y="348996"/>
                </a:lnTo>
                <a:lnTo>
                  <a:pt x="198120" y="348996"/>
                </a:lnTo>
                <a:lnTo>
                  <a:pt x="201168" y="345960"/>
                </a:lnTo>
                <a:lnTo>
                  <a:pt x="207264" y="341388"/>
                </a:lnTo>
                <a:lnTo>
                  <a:pt x="211836" y="336816"/>
                </a:lnTo>
                <a:lnTo>
                  <a:pt x="214884" y="330720"/>
                </a:lnTo>
                <a:lnTo>
                  <a:pt x="214884" y="315468"/>
                </a:lnTo>
                <a:close/>
              </a:path>
              <a:path w="3522345" h="412114">
                <a:moveTo>
                  <a:pt x="280314" y="292519"/>
                </a:moveTo>
                <a:lnTo>
                  <a:pt x="265176" y="248996"/>
                </a:lnTo>
                <a:lnTo>
                  <a:pt x="233172" y="201180"/>
                </a:lnTo>
                <a:lnTo>
                  <a:pt x="228600" y="202704"/>
                </a:lnTo>
                <a:lnTo>
                  <a:pt x="238620" y="232702"/>
                </a:lnTo>
                <a:lnTo>
                  <a:pt x="245935" y="258711"/>
                </a:lnTo>
                <a:lnTo>
                  <a:pt x="250672" y="280708"/>
                </a:lnTo>
                <a:lnTo>
                  <a:pt x="252984" y="298716"/>
                </a:lnTo>
                <a:lnTo>
                  <a:pt x="254508" y="313944"/>
                </a:lnTo>
                <a:lnTo>
                  <a:pt x="256032" y="321564"/>
                </a:lnTo>
                <a:lnTo>
                  <a:pt x="263652" y="321564"/>
                </a:lnTo>
                <a:lnTo>
                  <a:pt x="268224" y="318516"/>
                </a:lnTo>
                <a:lnTo>
                  <a:pt x="274320" y="313944"/>
                </a:lnTo>
                <a:lnTo>
                  <a:pt x="278028" y="308521"/>
                </a:lnTo>
                <a:lnTo>
                  <a:pt x="280035" y="301383"/>
                </a:lnTo>
                <a:lnTo>
                  <a:pt x="280314" y="292519"/>
                </a:lnTo>
                <a:close/>
              </a:path>
              <a:path w="3522345" h="412114">
                <a:moveTo>
                  <a:pt x="345948" y="182892"/>
                </a:moveTo>
                <a:lnTo>
                  <a:pt x="318516" y="153936"/>
                </a:lnTo>
                <a:lnTo>
                  <a:pt x="301752" y="172224"/>
                </a:lnTo>
                <a:lnTo>
                  <a:pt x="172212" y="172224"/>
                </a:lnTo>
                <a:lnTo>
                  <a:pt x="188976" y="187464"/>
                </a:lnTo>
                <a:lnTo>
                  <a:pt x="196443" y="185458"/>
                </a:lnTo>
                <a:lnTo>
                  <a:pt x="205359" y="184035"/>
                </a:lnTo>
                <a:lnTo>
                  <a:pt x="215976" y="183172"/>
                </a:lnTo>
                <a:lnTo>
                  <a:pt x="228600" y="182892"/>
                </a:lnTo>
                <a:lnTo>
                  <a:pt x="345948" y="182892"/>
                </a:lnTo>
                <a:close/>
              </a:path>
              <a:path w="3522345" h="412114">
                <a:moveTo>
                  <a:pt x="405384" y="385584"/>
                </a:moveTo>
                <a:lnTo>
                  <a:pt x="371856" y="352044"/>
                </a:lnTo>
                <a:lnTo>
                  <a:pt x="350520" y="374916"/>
                </a:lnTo>
                <a:lnTo>
                  <a:pt x="295656" y="374916"/>
                </a:lnTo>
                <a:lnTo>
                  <a:pt x="310222" y="346024"/>
                </a:lnTo>
                <a:lnTo>
                  <a:pt x="324231" y="311861"/>
                </a:lnTo>
                <a:lnTo>
                  <a:pt x="337654" y="272249"/>
                </a:lnTo>
                <a:lnTo>
                  <a:pt x="350520" y="227088"/>
                </a:lnTo>
                <a:lnTo>
                  <a:pt x="365760" y="217932"/>
                </a:lnTo>
                <a:lnTo>
                  <a:pt x="327660" y="198120"/>
                </a:lnTo>
                <a:lnTo>
                  <a:pt x="320776" y="240969"/>
                </a:lnTo>
                <a:lnTo>
                  <a:pt x="311467" y="284759"/>
                </a:lnTo>
                <a:lnTo>
                  <a:pt x="299580" y="329501"/>
                </a:lnTo>
                <a:lnTo>
                  <a:pt x="284988" y="374916"/>
                </a:lnTo>
                <a:lnTo>
                  <a:pt x="124968" y="374916"/>
                </a:lnTo>
                <a:lnTo>
                  <a:pt x="141732" y="390144"/>
                </a:lnTo>
                <a:lnTo>
                  <a:pt x="151155" y="388150"/>
                </a:lnTo>
                <a:lnTo>
                  <a:pt x="161163" y="386727"/>
                </a:lnTo>
                <a:lnTo>
                  <a:pt x="171729" y="385864"/>
                </a:lnTo>
                <a:lnTo>
                  <a:pt x="182880" y="385584"/>
                </a:lnTo>
                <a:lnTo>
                  <a:pt x="405384" y="385584"/>
                </a:lnTo>
                <a:close/>
              </a:path>
              <a:path w="3522345" h="412114">
                <a:moveTo>
                  <a:pt x="408432" y="140220"/>
                </a:moveTo>
                <a:lnTo>
                  <a:pt x="364426" y="128193"/>
                </a:lnTo>
                <a:lnTo>
                  <a:pt x="326136" y="105727"/>
                </a:lnTo>
                <a:lnTo>
                  <a:pt x="293560" y="72707"/>
                </a:lnTo>
                <a:lnTo>
                  <a:pt x="270433" y="35052"/>
                </a:lnTo>
                <a:lnTo>
                  <a:pt x="266700" y="28956"/>
                </a:lnTo>
                <a:lnTo>
                  <a:pt x="280416" y="19812"/>
                </a:lnTo>
                <a:lnTo>
                  <a:pt x="242316" y="0"/>
                </a:lnTo>
                <a:lnTo>
                  <a:pt x="227139" y="51181"/>
                </a:lnTo>
                <a:lnTo>
                  <a:pt x="204406" y="97345"/>
                </a:lnTo>
                <a:lnTo>
                  <a:pt x="173939" y="138671"/>
                </a:lnTo>
                <a:lnTo>
                  <a:pt x="135636" y="175272"/>
                </a:lnTo>
                <a:lnTo>
                  <a:pt x="141732" y="179832"/>
                </a:lnTo>
                <a:lnTo>
                  <a:pt x="180873" y="151853"/>
                </a:lnTo>
                <a:lnTo>
                  <a:pt x="213741" y="118300"/>
                </a:lnTo>
                <a:lnTo>
                  <a:pt x="240296" y="79349"/>
                </a:lnTo>
                <a:lnTo>
                  <a:pt x="260604" y="35052"/>
                </a:lnTo>
                <a:lnTo>
                  <a:pt x="279730" y="79324"/>
                </a:lnTo>
                <a:lnTo>
                  <a:pt x="305181" y="116217"/>
                </a:lnTo>
                <a:lnTo>
                  <a:pt x="336892" y="145643"/>
                </a:lnTo>
                <a:lnTo>
                  <a:pt x="374904" y="167652"/>
                </a:lnTo>
                <a:lnTo>
                  <a:pt x="379488" y="159410"/>
                </a:lnTo>
                <a:lnTo>
                  <a:pt x="386524" y="153174"/>
                </a:lnTo>
                <a:lnTo>
                  <a:pt x="396113" y="149212"/>
                </a:lnTo>
                <a:lnTo>
                  <a:pt x="408432" y="147840"/>
                </a:lnTo>
                <a:lnTo>
                  <a:pt x="408432" y="140220"/>
                </a:lnTo>
                <a:close/>
              </a:path>
              <a:path w="3522345" h="412114">
                <a:moveTo>
                  <a:pt x="780275" y="192024"/>
                </a:moveTo>
                <a:lnTo>
                  <a:pt x="773950" y="187452"/>
                </a:lnTo>
                <a:lnTo>
                  <a:pt x="752843" y="172212"/>
                </a:lnTo>
                <a:lnTo>
                  <a:pt x="740651" y="185762"/>
                </a:lnTo>
                <a:lnTo>
                  <a:pt x="740651" y="198120"/>
                </a:lnTo>
                <a:lnTo>
                  <a:pt x="740651" y="257556"/>
                </a:lnTo>
                <a:lnTo>
                  <a:pt x="740651" y="266700"/>
                </a:lnTo>
                <a:lnTo>
                  <a:pt x="740651" y="323088"/>
                </a:lnTo>
                <a:lnTo>
                  <a:pt x="566915" y="323088"/>
                </a:lnTo>
                <a:lnTo>
                  <a:pt x="566915" y="266700"/>
                </a:lnTo>
                <a:lnTo>
                  <a:pt x="740651" y="266700"/>
                </a:lnTo>
                <a:lnTo>
                  <a:pt x="740651" y="257556"/>
                </a:lnTo>
                <a:lnTo>
                  <a:pt x="566915" y="257556"/>
                </a:lnTo>
                <a:lnTo>
                  <a:pt x="566915" y="198120"/>
                </a:lnTo>
                <a:lnTo>
                  <a:pt x="740651" y="198120"/>
                </a:lnTo>
                <a:lnTo>
                  <a:pt x="740651" y="185762"/>
                </a:lnTo>
                <a:lnTo>
                  <a:pt x="739127" y="187452"/>
                </a:lnTo>
                <a:lnTo>
                  <a:pt x="569963" y="187452"/>
                </a:lnTo>
                <a:lnTo>
                  <a:pt x="541007" y="175260"/>
                </a:lnTo>
                <a:lnTo>
                  <a:pt x="541896" y="199263"/>
                </a:lnTo>
                <a:lnTo>
                  <a:pt x="542340" y="223266"/>
                </a:lnTo>
                <a:lnTo>
                  <a:pt x="542518" y="247269"/>
                </a:lnTo>
                <a:lnTo>
                  <a:pt x="542505" y="296037"/>
                </a:lnTo>
                <a:lnTo>
                  <a:pt x="542340" y="319087"/>
                </a:lnTo>
                <a:lnTo>
                  <a:pt x="541896" y="342646"/>
                </a:lnTo>
                <a:lnTo>
                  <a:pt x="541007" y="365760"/>
                </a:lnTo>
                <a:lnTo>
                  <a:pt x="566915" y="353568"/>
                </a:lnTo>
                <a:lnTo>
                  <a:pt x="566915" y="333756"/>
                </a:lnTo>
                <a:lnTo>
                  <a:pt x="740651" y="333756"/>
                </a:lnTo>
                <a:lnTo>
                  <a:pt x="740651" y="356616"/>
                </a:lnTo>
                <a:lnTo>
                  <a:pt x="766559" y="344424"/>
                </a:lnTo>
                <a:lnTo>
                  <a:pt x="765225" y="296037"/>
                </a:lnTo>
                <a:lnTo>
                  <a:pt x="765111" y="266700"/>
                </a:lnTo>
                <a:lnTo>
                  <a:pt x="765073" y="257556"/>
                </a:lnTo>
                <a:lnTo>
                  <a:pt x="765035" y="204216"/>
                </a:lnTo>
                <a:lnTo>
                  <a:pt x="772655" y="198120"/>
                </a:lnTo>
                <a:lnTo>
                  <a:pt x="780275" y="192024"/>
                </a:lnTo>
                <a:close/>
              </a:path>
              <a:path w="3522345" h="412114">
                <a:moveTo>
                  <a:pt x="838187" y="388620"/>
                </a:moveTo>
                <a:lnTo>
                  <a:pt x="801611" y="352044"/>
                </a:lnTo>
                <a:lnTo>
                  <a:pt x="775703" y="377952"/>
                </a:lnTo>
                <a:lnTo>
                  <a:pt x="466331" y="377952"/>
                </a:lnTo>
                <a:lnTo>
                  <a:pt x="481571" y="394716"/>
                </a:lnTo>
                <a:lnTo>
                  <a:pt x="490410" y="391845"/>
                </a:lnTo>
                <a:lnTo>
                  <a:pt x="500811" y="389953"/>
                </a:lnTo>
                <a:lnTo>
                  <a:pt x="512648" y="388937"/>
                </a:lnTo>
                <a:lnTo>
                  <a:pt x="525767" y="388620"/>
                </a:lnTo>
                <a:lnTo>
                  <a:pt x="838187" y="388620"/>
                </a:lnTo>
                <a:close/>
              </a:path>
              <a:path w="3522345" h="412114">
                <a:moveTo>
                  <a:pt x="850379" y="173736"/>
                </a:moveTo>
                <a:lnTo>
                  <a:pt x="800430" y="160578"/>
                </a:lnTo>
                <a:lnTo>
                  <a:pt x="755891" y="139255"/>
                </a:lnTo>
                <a:lnTo>
                  <a:pt x="717080" y="109664"/>
                </a:lnTo>
                <a:lnTo>
                  <a:pt x="684263" y="71628"/>
                </a:lnTo>
                <a:lnTo>
                  <a:pt x="842759" y="71628"/>
                </a:lnTo>
                <a:lnTo>
                  <a:pt x="809231" y="36576"/>
                </a:lnTo>
                <a:lnTo>
                  <a:pt x="784847" y="60960"/>
                </a:lnTo>
                <a:lnTo>
                  <a:pt x="664451" y="60960"/>
                </a:lnTo>
                <a:lnTo>
                  <a:pt x="664451" y="32004"/>
                </a:lnTo>
                <a:lnTo>
                  <a:pt x="679691" y="19812"/>
                </a:lnTo>
                <a:lnTo>
                  <a:pt x="638543" y="1524"/>
                </a:lnTo>
                <a:lnTo>
                  <a:pt x="639432" y="15532"/>
                </a:lnTo>
                <a:lnTo>
                  <a:pt x="639876" y="30099"/>
                </a:lnTo>
                <a:lnTo>
                  <a:pt x="639953" y="36576"/>
                </a:lnTo>
                <a:lnTo>
                  <a:pt x="640067" y="60960"/>
                </a:lnTo>
                <a:lnTo>
                  <a:pt x="464807" y="60960"/>
                </a:lnTo>
                <a:lnTo>
                  <a:pt x="480047" y="76200"/>
                </a:lnTo>
                <a:lnTo>
                  <a:pt x="490334" y="74206"/>
                </a:lnTo>
                <a:lnTo>
                  <a:pt x="500621" y="72771"/>
                </a:lnTo>
                <a:lnTo>
                  <a:pt x="510908" y="71920"/>
                </a:lnTo>
                <a:lnTo>
                  <a:pt x="521195" y="71628"/>
                </a:lnTo>
                <a:lnTo>
                  <a:pt x="620255" y="71628"/>
                </a:lnTo>
                <a:lnTo>
                  <a:pt x="586536" y="112801"/>
                </a:lnTo>
                <a:lnTo>
                  <a:pt x="547103" y="149542"/>
                </a:lnTo>
                <a:lnTo>
                  <a:pt x="501954" y="182003"/>
                </a:lnTo>
                <a:lnTo>
                  <a:pt x="451091" y="210312"/>
                </a:lnTo>
                <a:lnTo>
                  <a:pt x="454139" y="214884"/>
                </a:lnTo>
                <a:lnTo>
                  <a:pt x="499529" y="195872"/>
                </a:lnTo>
                <a:lnTo>
                  <a:pt x="540664" y="173558"/>
                </a:lnTo>
                <a:lnTo>
                  <a:pt x="577697" y="147955"/>
                </a:lnTo>
                <a:lnTo>
                  <a:pt x="610793" y="119062"/>
                </a:lnTo>
                <a:lnTo>
                  <a:pt x="640067" y="86868"/>
                </a:lnTo>
                <a:lnTo>
                  <a:pt x="639991" y="119062"/>
                </a:lnTo>
                <a:lnTo>
                  <a:pt x="639876" y="134874"/>
                </a:lnTo>
                <a:lnTo>
                  <a:pt x="639432" y="157162"/>
                </a:lnTo>
                <a:lnTo>
                  <a:pt x="638543" y="178308"/>
                </a:lnTo>
                <a:lnTo>
                  <a:pt x="665975" y="166116"/>
                </a:lnTo>
                <a:lnTo>
                  <a:pt x="664578" y="119062"/>
                </a:lnTo>
                <a:lnTo>
                  <a:pt x="664451" y="71628"/>
                </a:lnTo>
                <a:lnTo>
                  <a:pt x="675119" y="71628"/>
                </a:lnTo>
                <a:lnTo>
                  <a:pt x="698766" y="111353"/>
                </a:lnTo>
                <a:lnTo>
                  <a:pt x="730554" y="145923"/>
                </a:lnTo>
                <a:lnTo>
                  <a:pt x="770064" y="175361"/>
                </a:lnTo>
                <a:lnTo>
                  <a:pt x="816851" y="199644"/>
                </a:lnTo>
                <a:lnTo>
                  <a:pt x="820597" y="191604"/>
                </a:lnTo>
                <a:lnTo>
                  <a:pt x="827328" y="185547"/>
                </a:lnTo>
                <a:lnTo>
                  <a:pt x="837222" y="181216"/>
                </a:lnTo>
                <a:lnTo>
                  <a:pt x="850379" y="178308"/>
                </a:lnTo>
                <a:lnTo>
                  <a:pt x="850379" y="173736"/>
                </a:lnTo>
                <a:close/>
              </a:path>
              <a:path w="3522345" h="412114">
                <a:moveTo>
                  <a:pt x="1295400" y="252984"/>
                </a:moveTo>
                <a:lnTo>
                  <a:pt x="1258824" y="217944"/>
                </a:lnTo>
                <a:lnTo>
                  <a:pt x="1234440" y="242328"/>
                </a:lnTo>
                <a:lnTo>
                  <a:pt x="1106424" y="242328"/>
                </a:lnTo>
                <a:lnTo>
                  <a:pt x="1106424" y="198132"/>
                </a:lnTo>
                <a:lnTo>
                  <a:pt x="1158240" y="198132"/>
                </a:lnTo>
                <a:lnTo>
                  <a:pt x="1158240" y="213372"/>
                </a:lnTo>
                <a:lnTo>
                  <a:pt x="1184148" y="202704"/>
                </a:lnTo>
                <a:lnTo>
                  <a:pt x="1183906" y="198132"/>
                </a:lnTo>
                <a:lnTo>
                  <a:pt x="1183373" y="187464"/>
                </a:lnTo>
                <a:lnTo>
                  <a:pt x="1183259" y="185293"/>
                </a:lnTo>
                <a:lnTo>
                  <a:pt x="1182814" y="158305"/>
                </a:lnTo>
                <a:lnTo>
                  <a:pt x="1182700" y="135636"/>
                </a:lnTo>
                <a:lnTo>
                  <a:pt x="1182649" y="124968"/>
                </a:lnTo>
                <a:lnTo>
                  <a:pt x="1182624" y="76200"/>
                </a:lnTo>
                <a:lnTo>
                  <a:pt x="1286256" y="76200"/>
                </a:lnTo>
                <a:lnTo>
                  <a:pt x="1251204" y="41148"/>
                </a:lnTo>
                <a:lnTo>
                  <a:pt x="1226820" y="65532"/>
                </a:lnTo>
                <a:lnTo>
                  <a:pt x="1182624" y="65532"/>
                </a:lnTo>
                <a:lnTo>
                  <a:pt x="1182624" y="30480"/>
                </a:lnTo>
                <a:lnTo>
                  <a:pt x="1196340" y="18288"/>
                </a:lnTo>
                <a:lnTo>
                  <a:pt x="1156716" y="3048"/>
                </a:lnTo>
                <a:lnTo>
                  <a:pt x="1157566" y="18288"/>
                </a:lnTo>
                <a:lnTo>
                  <a:pt x="1158049" y="34290"/>
                </a:lnTo>
                <a:lnTo>
                  <a:pt x="1158113" y="41148"/>
                </a:lnTo>
                <a:lnTo>
                  <a:pt x="1158240" y="65532"/>
                </a:lnTo>
                <a:lnTo>
                  <a:pt x="1158240" y="76200"/>
                </a:lnTo>
                <a:lnTo>
                  <a:pt x="1158240" y="124968"/>
                </a:lnTo>
                <a:lnTo>
                  <a:pt x="1158240" y="135636"/>
                </a:lnTo>
                <a:lnTo>
                  <a:pt x="1158240" y="187464"/>
                </a:lnTo>
                <a:lnTo>
                  <a:pt x="1031748" y="187464"/>
                </a:lnTo>
                <a:lnTo>
                  <a:pt x="1031748" y="135636"/>
                </a:lnTo>
                <a:lnTo>
                  <a:pt x="1158240" y="135636"/>
                </a:lnTo>
                <a:lnTo>
                  <a:pt x="1158240" y="124968"/>
                </a:lnTo>
                <a:lnTo>
                  <a:pt x="1031748" y="124968"/>
                </a:lnTo>
                <a:lnTo>
                  <a:pt x="1031748" y="76200"/>
                </a:lnTo>
                <a:lnTo>
                  <a:pt x="1158240" y="76200"/>
                </a:lnTo>
                <a:lnTo>
                  <a:pt x="1158240" y="65532"/>
                </a:lnTo>
                <a:lnTo>
                  <a:pt x="1031748" y="65532"/>
                </a:lnTo>
                <a:lnTo>
                  <a:pt x="1031748" y="32004"/>
                </a:lnTo>
                <a:lnTo>
                  <a:pt x="1045464" y="19812"/>
                </a:lnTo>
                <a:lnTo>
                  <a:pt x="1005840" y="4572"/>
                </a:lnTo>
                <a:lnTo>
                  <a:pt x="1006081" y="19812"/>
                </a:lnTo>
                <a:lnTo>
                  <a:pt x="1007122" y="49771"/>
                </a:lnTo>
                <a:lnTo>
                  <a:pt x="1007364" y="65532"/>
                </a:lnTo>
                <a:lnTo>
                  <a:pt x="906780" y="65532"/>
                </a:lnTo>
                <a:lnTo>
                  <a:pt x="922020" y="80772"/>
                </a:lnTo>
                <a:lnTo>
                  <a:pt x="931443" y="78778"/>
                </a:lnTo>
                <a:lnTo>
                  <a:pt x="941451" y="77343"/>
                </a:lnTo>
                <a:lnTo>
                  <a:pt x="952017" y="76492"/>
                </a:lnTo>
                <a:lnTo>
                  <a:pt x="963168" y="76200"/>
                </a:lnTo>
                <a:lnTo>
                  <a:pt x="1007364" y="76200"/>
                </a:lnTo>
                <a:lnTo>
                  <a:pt x="1007122" y="115049"/>
                </a:lnTo>
                <a:lnTo>
                  <a:pt x="1006602" y="151447"/>
                </a:lnTo>
                <a:lnTo>
                  <a:pt x="1006068" y="185293"/>
                </a:lnTo>
                <a:lnTo>
                  <a:pt x="1005840" y="216420"/>
                </a:lnTo>
                <a:lnTo>
                  <a:pt x="1031748" y="207276"/>
                </a:lnTo>
                <a:lnTo>
                  <a:pt x="1031748" y="198132"/>
                </a:lnTo>
                <a:lnTo>
                  <a:pt x="1082040" y="198132"/>
                </a:lnTo>
                <a:lnTo>
                  <a:pt x="1082040" y="242328"/>
                </a:lnTo>
                <a:lnTo>
                  <a:pt x="894588" y="242328"/>
                </a:lnTo>
                <a:lnTo>
                  <a:pt x="909828" y="259092"/>
                </a:lnTo>
                <a:lnTo>
                  <a:pt x="919251" y="256209"/>
                </a:lnTo>
                <a:lnTo>
                  <a:pt x="929259" y="254317"/>
                </a:lnTo>
                <a:lnTo>
                  <a:pt x="939825" y="253301"/>
                </a:lnTo>
                <a:lnTo>
                  <a:pt x="950976" y="252984"/>
                </a:lnTo>
                <a:lnTo>
                  <a:pt x="1051560" y="252984"/>
                </a:lnTo>
                <a:lnTo>
                  <a:pt x="1023531" y="294424"/>
                </a:lnTo>
                <a:lnTo>
                  <a:pt x="987361" y="331851"/>
                </a:lnTo>
                <a:lnTo>
                  <a:pt x="942898" y="365290"/>
                </a:lnTo>
                <a:lnTo>
                  <a:pt x="890016" y="394716"/>
                </a:lnTo>
                <a:lnTo>
                  <a:pt x="891540" y="400824"/>
                </a:lnTo>
                <a:lnTo>
                  <a:pt x="938707" y="382549"/>
                </a:lnTo>
                <a:lnTo>
                  <a:pt x="981417" y="358952"/>
                </a:lnTo>
                <a:lnTo>
                  <a:pt x="1019581" y="330149"/>
                </a:lnTo>
                <a:lnTo>
                  <a:pt x="1053147" y="296303"/>
                </a:lnTo>
                <a:lnTo>
                  <a:pt x="1082040" y="257568"/>
                </a:lnTo>
                <a:lnTo>
                  <a:pt x="1081836" y="293281"/>
                </a:lnTo>
                <a:lnTo>
                  <a:pt x="1081760" y="304139"/>
                </a:lnTo>
                <a:lnTo>
                  <a:pt x="1080897" y="367004"/>
                </a:lnTo>
                <a:lnTo>
                  <a:pt x="1080706" y="382549"/>
                </a:lnTo>
                <a:lnTo>
                  <a:pt x="1080516" y="409968"/>
                </a:lnTo>
                <a:lnTo>
                  <a:pt x="1107948" y="399288"/>
                </a:lnTo>
                <a:lnTo>
                  <a:pt x="1107059" y="377367"/>
                </a:lnTo>
                <a:lnTo>
                  <a:pt x="1106639" y="348145"/>
                </a:lnTo>
                <a:lnTo>
                  <a:pt x="1106551" y="330149"/>
                </a:lnTo>
                <a:lnTo>
                  <a:pt x="1106424" y="257568"/>
                </a:lnTo>
                <a:lnTo>
                  <a:pt x="1106424" y="252984"/>
                </a:lnTo>
                <a:lnTo>
                  <a:pt x="1110996" y="252984"/>
                </a:lnTo>
                <a:lnTo>
                  <a:pt x="1134732" y="296138"/>
                </a:lnTo>
                <a:lnTo>
                  <a:pt x="1167193" y="334137"/>
                </a:lnTo>
                <a:lnTo>
                  <a:pt x="1208506" y="367004"/>
                </a:lnTo>
                <a:lnTo>
                  <a:pt x="1258824" y="394716"/>
                </a:lnTo>
                <a:lnTo>
                  <a:pt x="1263675" y="384479"/>
                </a:lnTo>
                <a:lnTo>
                  <a:pt x="1271397" y="376809"/>
                </a:lnTo>
                <a:lnTo>
                  <a:pt x="1281963" y="372008"/>
                </a:lnTo>
                <a:lnTo>
                  <a:pt x="1295400" y="370332"/>
                </a:lnTo>
                <a:lnTo>
                  <a:pt x="1295400" y="362724"/>
                </a:lnTo>
                <a:lnTo>
                  <a:pt x="1238224" y="348145"/>
                </a:lnTo>
                <a:lnTo>
                  <a:pt x="1190053" y="324993"/>
                </a:lnTo>
                <a:lnTo>
                  <a:pt x="1150734" y="293281"/>
                </a:lnTo>
                <a:lnTo>
                  <a:pt x="1120140" y="252984"/>
                </a:lnTo>
                <a:lnTo>
                  <a:pt x="1295400" y="252984"/>
                </a:lnTo>
                <a:close/>
              </a:path>
              <a:path w="3522345" h="412114">
                <a:moveTo>
                  <a:pt x="1566672" y="147828"/>
                </a:moveTo>
                <a:lnTo>
                  <a:pt x="1524000" y="124968"/>
                </a:lnTo>
                <a:lnTo>
                  <a:pt x="1525117" y="145859"/>
                </a:lnTo>
                <a:lnTo>
                  <a:pt x="1526095" y="165163"/>
                </a:lnTo>
                <a:lnTo>
                  <a:pt x="1526781" y="183057"/>
                </a:lnTo>
                <a:lnTo>
                  <a:pt x="1526984" y="195770"/>
                </a:lnTo>
                <a:lnTo>
                  <a:pt x="1527048" y="313944"/>
                </a:lnTo>
                <a:lnTo>
                  <a:pt x="1526781" y="330479"/>
                </a:lnTo>
                <a:lnTo>
                  <a:pt x="1526095" y="352425"/>
                </a:lnTo>
                <a:lnTo>
                  <a:pt x="1525168" y="378104"/>
                </a:lnTo>
                <a:lnTo>
                  <a:pt x="1524000" y="411480"/>
                </a:lnTo>
                <a:lnTo>
                  <a:pt x="1554480" y="394716"/>
                </a:lnTo>
                <a:lnTo>
                  <a:pt x="1553591" y="378104"/>
                </a:lnTo>
                <a:lnTo>
                  <a:pt x="1553146" y="362331"/>
                </a:lnTo>
                <a:lnTo>
                  <a:pt x="1553032" y="352425"/>
                </a:lnTo>
                <a:lnTo>
                  <a:pt x="1552956" y="158496"/>
                </a:lnTo>
                <a:lnTo>
                  <a:pt x="1566672" y="147828"/>
                </a:lnTo>
                <a:close/>
              </a:path>
              <a:path w="3522345" h="412114">
                <a:moveTo>
                  <a:pt x="1743456" y="179832"/>
                </a:moveTo>
                <a:lnTo>
                  <a:pt x="1695831" y="165925"/>
                </a:lnTo>
                <a:lnTo>
                  <a:pt x="1645920" y="137160"/>
                </a:lnTo>
                <a:lnTo>
                  <a:pt x="1595247" y="92964"/>
                </a:lnTo>
                <a:lnTo>
                  <a:pt x="1554543" y="41148"/>
                </a:lnTo>
                <a:lnTo>
                  <a:pt x="1546860" y="30480"/>
                </a:lnTo>
                <a:lnTo>
                  <a:pt x="1563624" y="19812"/>
                </a:lnTo>
                <a:lnTo>
                  <a:pt x="1527048" y="0"/>
                </a:lnTo>
                <a:lnTo>
                  <a:pt x="1515922" y="27127"/>
                </a:lnTo>
                <a:lnTo>
                  <a:pt x="1500949" y="55816"/>
                </a:lnTo>
                <a:lnTo>
                  <a:pt x="1459992" y="117348"/>
                </a:lnTo>
                <a:lnTo>
                  <a:pt x="1433385" y="148501"/>
                </a:lnTo>
                <a:lnTo>
                  <a:pt x="1403794" y="175641"/>
                </a:lnTo>
                <a:lnTo>
                  <a:pt x="1371041" y="198793"/>
                </a:lnTo>
                <a:lnTo>
                  <a:pt x="1335024" y="217932"/>
                </a:lnTo>
                <a:lnTo>
                  <a:pt x="1336548" y="225552"/>
                </a:lnTo>
                <a:lnTo>
                  <a:pt x="1372285" y="208978"/>
                </a:lnTo>
                <a:lnTo>
                  <a:pt x="1432344" y="172402"/>
                </a:lnTo>
                <a:lnTo>
                  <a:pt x="1479270" y="130098"/>
                </a:lnTo>
                <a:lnTo>
                  <a:pt x="1521663" y="74612"/>
                </a:lnTo>
                <a:lnTo>
                  <a:pt x="1542288" y="41148"/>
                </a:lnTo>
                <a:lnTo>
                  <a:pt x="1560576" y="71678"/>
                </a:lnTo>
                <a:lnTo>
                  <a:pt x="1597152" y="123024"/>
                </a:lnTo>
                <a:lnTo>
                  <a:pt x="1634604" y="162102"/>
                </a:lnTo>
                <a:lnTo>
                  <a:pt x="1678660" y="195770"/>
                </a:lnTo>
                <a:lnTo>
                  <a:pt x="1703832" y="210312"/>
                </a:lnTo>
                <a:lnTo>
                  <a:pt x="1710664" y="201168"/>
                </a:lnTo>
                <a:lnTo>
                  <a:pt x="1719643" y="194310"/>
                </a:lnTo>
                <a:lnTo>
                  <a:pt x="1730616" y="189738"/>
                </a:lnTo>
                <a:lnTo>
                  <a:pt x="1743456" y="187452"/>
                </a:lnTo>
                <a:lnTo>
                  <a:pt x="1743456" y="179832"/>
                </a:lnTo>
                <a:close/>
              </a:path>
              <a:path w="3522345" h="412114">
                <a:moveTo>
                  <a:pt x="2019287" y="38100"/>
                </a:moveTo>
                <a:lnTo>
                  <a:pt x="1984451" y="10274"/>
                </a:lnTo>
                <a:lnTo>
                  <a:pt x="1968995" y="4572"/>
                </a:lnTo>
                <a:lnTo>
                  <a:pt x="1965947" y="10668"/>
                </a:lnTo>
                <a:lnTo>
                  <a:pt x="1975383" y="20104"/>
                </a:lnTo>
                <a:lnTo>
                  <a:pt x="1983092" y="30099"/>
                </a:lnTo>
                <a:lnTo>
                  <a:pt x="1989099" y="40678"/>
                </a:lnTo>
                <a:lnTo>
                  <a:pt x="1993379" y="51816"/>
                </a:lnTo>
                <a:lnTo>
                  <a:pt x="1997951" y="62484"/>
                </a:lnTo>
                <a:lnTo>
                  <a:pt x="2000999" y="67056"/>
                </a:lnTo>
                <a:lnTo>
                  <a:pt x="2007095" y="67056"/>
                </a:lnTo>
                <a:lnTo>
                  <a:pt x="2010143" y="64008"/>
                </a:lnTo>
                <a:lnTo>
                  <a:pt x="2013191" y="59436"/>
                </a:lnTo>
                <a:lnTo>
                  <a:pt x="2017763" y="53340"/>
                </a:lnTo>
                <a:lnTo>
                  <a:pt x="2019287" y="47244"/>
                </a:lnTo>
                <a:lnTo>
                  <a:pt x="2019287" y="38100"/>
                </a:lnTo>
                <a:close/>
              </a:path>
              <a:path w="3522345" h="412114">
                <a:moveTo>
                  <a:pt x="2159495" y="80772"/>
                </a:moveTo>
                <a:lnTo>
                  <a:pt x="2150351" y="71628"/>
                </a:lnTo>
                <a:lnTo>
                  <a:pt x="2129015" y="50292"/>
                </a:lnTo>
                <a:lnTo>
                  <a:pt x="2109203" y="71628"/>
                </a:lnTo>
                <a:lnTo>
                  <a:pt x="1985759" y="71628"/>
                </a:lnTo>
                <a:lnTo>
                  <a:pt x="1985759" y="80772"/>
                </a:lnTo>
                <a:lnTo>
                  <a:pt x="1985759" y="123444"/>
                </a:lnTo>
                <a:lnTo>
                  <a:pt x="1985759" y="134112"/>
                </a:lnTo>
                <a:lnTo>
                  <a:pt x="1985759" y="172212"/>
                </a:lnTo>
                <a:lnTo>
                  <a:pt x="1985759" y="182880"/>
                </a:lnTo>
                <a:lnTo>
                  <a:pt x="1985759" y="222504"/>
                </a:lnTo>
                <a:lnTo>
                  <a:pt x="1886699" y="222504"/>
                </a:lnTo>
                <a:lnTo>
                  <a:pt x="1886699" y="182880"/>
                </a:lnTo>
                <a:lnTo>
                  <a:pt x="1985759" y="182880"/>
                </a:lnTo>
                <a:lnTo>
                  <a:pt x="1985759" y="172212"/>
                </a:lnTo>
                <a:lnTo>
                  <a:pt x="1886699" y="172212"/>
                </a:lnTo>
                <a:lnTo>
                  <a:pt x="1886699" y="134112"/>
                </a:lnTo>
                <a:lnTo>
                  <a:pt x="1985759" y="134112"/>
                </a:lnTo>
                <a:lnTo>
                  <a:pt x="1985759" y="123444"/>
                </a:lnTo>
                <a:lnTo>
                  <a:pt x="1886699" y="123444"/>
                </a:lnTo>
                <a:lnTo>
                  <a:pt x="1886699" y="105156"/>
                </a:lnTo>
                <a:lnTo>
                  <a:pt x="1886699" y="80772"/>
                </a:lnTo>
                <a:lnTo>
                  <a:pt x="1985759" y="80772"/>
                </a:lnTo>
                <a:lnTo>
                  <a:pt x="1985759" y="71628"/>
                </a:lnTo>
                <a:lnTo>
                  <a:pt x="1889747" y="71628"/>
                </a:lnTo>
                <a:lnTo>
                  <a:pt x="1915655" y="28956"/>
                </a:lnTo>
                <a:lnTo>
                  <a:pt x="1930895" y="24384"/>
                </a:lnTo>
                <a:lnTo>
                  <a:pt x="1897367" y="0"/>
                </a:lnTo>
                <a:lnTo>
                  <a:pt x="1888274" y="22860"/>
                </a:lnTo>
                <a:lnTo>
                  <a:pt x="1877174" y="45720"/>
                </a:lnTo>
                <a:lnTo>
                  <a:pt x="1850123" y="91440"/>
                </a:lnTo>
                <a:lnTo>
                  <a:pt x="1816785" y="133921"/>
                </a:lnTo>
                <a:lnTo>
                  <a:pt x="1780019" y="170688"/>
                </a:lnTo>
                <a:lnTo>
                  <a:pt x="1783067" y="175260"/>
                </a:lnTo>
                <a:lnTo>
                  <a:pt x="1805978" y="158953"/>
                </a:lnTo>
                <a:lnTo>
                  <a:pt x="1826882" y="141922"/>
                </a:lnTo>
                <a:lnTo>
                  <a:pt x="1846084" y="124040"/>
                </a:lnTo>
                <a:lnTo>
                  <a:pt x="1863839" y="105156"/>
                </a:lnTo>
                <a:lnTo>
                  <a:pt x="1863636" y="141922"/>
                </a:lnTo>
                <a:lnTo>
                  <a:pt x="1863534" y="152958"/>
                </a:lnTo>
                <a:lnTo>
                  <a:pt x="1862620" y="222504"/>
                </a:lnTo>
                <a:lnTo>
                  <a:pt x="1862505" y="234696"/>
                </a:lnTo>
                <a:lnTo>
                  <a:pt x="1862315" y="262128"/>
                </a:lnTo>
                <a:lnTo>
                  <a:pt x="1886699" y="252984"/>
                </a:lnTo>
                <a:lnTo>
                  <a:pt x="1886699" y="233172"/>
                </a:lnTo>
                <a:lnTo>
                  <a:pt x="2154923" y="233172"/>
                </a:lnTo>
                <a:lnTo>
                  <a:pt x="2145271" y="222504"/>
                </a:lnTo>
                <a:lnTo>
                  <a:pt x="2125967" y="201168"/>
                </a:lnTo>
                <a:lnTo>
                  <a:pt x="2104631" y="222504"/>
                </a:lnTo>
                <a:lnTo>
                  <a:pt x="2008619" y="222504"/>
                </a:lnTo>
                <a:lnTo>
                  <a:pt x="2008619" y="182880"/>
                </a:lnTo>
                <a:lnTo>
                  <a:pt x="2133587" y="182880"/>
                </a:lnTo>
                <a:lnTo>
                  <a:pt x="2123452" y="172212"/>
                </a:lnTo>
                <a:lnTo>
                  <a:pt x="2104631" y="152400"/>
                </a:lnTo>
                <a:lnTo>
                  <a:pt x="2086343" y="172212"/>
                </a:lnTo>
                <a:lnTo>
                  <a:pt x="2008619" y="172212"/>
                </a:lnTo>
                <a:lnTo>
                  <a:pt x="2008619" y="134112"/>
                </a:lnTo>
                <a:lnTo>
                  <a:pt x="2136635" y="134112"/>
                </a:lnTo>
                <a:lnTo>
                  <a:pt x="2127034" y="123444"/>
                </a:lnTo>
                <a:lnTo>
                  <a:pt x="2109203" y="103632"/>
                </a:lnTo>
                <a:lnTo>
                  <a:pt x="2089391" y="123444"/>
                </a:lnTo>
                <a:lnTo>
                  <a:pt x="2008619" y="123444"/>
                </a:lnTo>
                <a:lnTo>
                  <a:pt x="2008619" y="80772"/>
                </a:lnTo>
                <a:lnTo>
                  <a:pt x="2159495" y="80772"/>
                </a:lnTo>
                <a:close/>
              </a:path>
              <a:path w="3522345" h="412114">
                <a:moveTo>
                  <a:pt x="2189975" y="371856"/>
                </a:moveTo>
                <a:lnTo>
                  <a:pt x="2138349" y="362902"/>
                </a:lnTo>
                <a:lnTo>
                  <a:pt x="2092439" y="345948"/>
                </a:lnTo>
                <a:lnTo>
                  <a:pt x="2053386" y="320802"/>
                </a:lnTo>
                <a:lnTo>
                  <a:pt x="2017763" y="286512"/>
                </a:lnTo>
                <a:lnTo>
                  <a:pt x="2188451" y="286512"/>
                </a:lnTo>
                <a:lnTo>
                  <a:pt x="2159495" y="254508"/>
                </a:lnTo>
                <a:lnTo>
                  <a:pt x="2138159" y="275844"/>
                </a:lnTo>
                <a:lnTo>
                  <a:pt x="1999475" y="275844"/>
                </a:lnTo>
                <a:lnTo>
                  <a:pt x="1999475" y="260604"/>
                </a:lnTo>
                <a:lnTo>
                  <a:pt x="2013191" y="248412"/>
                </a:lnTo>
                <a:lnTo>
                  <a:pt x="1975091" y="234696"/>
                </a:lnTo>
                <a:lnTo>
                  <a:pt x="1975980" y="243268"/>
                </a:lnTo>
                <a:lnTo>
                  <a:pt x="1976424" y="252984"/>
                </a:lnTo>
                <a:lnTo>
                  <a:pt x="1976551" y="260604"/>
                </a:lnTo>
                <a:lnTo>
                  <a:pt x="1976615" y="275844"/>
                </a:lnTo>
                <a:lnTo>
                  <a:pt x="1781543" y="275844"/>
                </a:lnTo>
                <a:lnTo>
                  <a:pt x="1798307" y="291084"/>
                </a:lnTo>
                <a:lnTo>
                  <a:pt x="1807743" y="289090"/>
                </a:lnTo>
                <a:lnTo>
                  <a:pt x="1817738" y="287655"/>
                </a:lnTo>
                <a:lnTo>
                  <a:pt x="1828317" y="286804"/>
                </a:lnTo>
                <a:lnTo>
                  <a:pt x="1839455" y="286512"/>
                </a:lnTo>
                <a:lnTo>
                  <a:pt x="1947659" y="286512"/>
                </a:lnTo>
                <a:lnTo>
                  <a:pt x="1908225" y="324446"/>
                </a:lnTo>
                <a:lnTo>
                  <a:pt x="1865350" y="355574"/>
                </a:lnTo>
                <a:lnTo>
                  <a:pt x="1812150" y="385292"/>
                </a:lnTo>
                <a:lnTo>
                  <a:pt x="1781543" y="399288"/>
                </a:lnTo>
                <a:lnTo>
                  <a:pt x="1783067" y="406908"/>
                </a:lnTo>
                <a:lnTo>
                  <a:pt x="1843836" y="382905"/>
                </a:lnTo>
                <a:lnTo>
                  <a:pt x="1894319" y="356616"/>
                </a:lnTo>
                <a:lnTo>
                  <a:pt x="1937753" y="325183"/>
                </a:lnTo>
                <a:lnTo>
                  <a:pt x="1976615" y="288036"/>
                </a:lnTo>
                <a:lnTo>
                  <a:pt x="1976501" y="339852"/>
                </a:lnTo>
                <a:lnTo>
                  <a:pt x="1976374" y="356616"/>
                </a:lnTo>
                <a:lnTo>
                  <a:pt x="1975980" y="383197"/>
                </a:lnTo>
                <a:lnTo>
                  <a:pt x="1975091" y="411480"/>
                </a:lnTo>
                <a:lnTo>
                  <a:pt x="2000999" y="397764"/>
                </a:lnTo>
                <a:lnTo>
                  <a:pt x="2000123" y="381457"/>
                </a:lnTo>
                <a:lnTo>
                  <a:pt x="1999716" y="359664"/>
                </a:lnTo>
                <a:lnTo>
                  <a:pt x="1999615" y="345668"/>
                </a:lnTo>
                <a:lnTo>
                  <a:pt x="1999488" y="288036"/>
                </a:lnTo>
                <a:lnTo>
                  <a:pt x="1999475" y="286512"/>
                </a:lnTo>
                <a:lnTo>
                  <a:pt x="2010143" y="286512"/>
                </a:lnTo>
                <a:lnTo>
                  <a:pt x="2025561" y="309092"/>
                </a:lnTo>
                <a:lnTo>
                  <a:pt x="2041956" y="328803"/>
                </a:lnTo>
                <a:lnTo>
                  <a:pt x="2077199" y="359664"/>
                </a:lnTo>
                <a:lnTo>
                  <a:pt x="2116061" y="382333"/>
                </a:lnTo>
                <a:lnTo>
                  <a:pt x="2159495" y="399288"/>
                </a:lnTo>
                <a:lnTo>
                  <a:pt x="2163191" y="391223"/>
                </a:lnTo>
                <a:lnTo>
                  <a:pt x="2169591" y="385000"/>
                </a:lnTo>
                <a:lnTo>
                  <a:pt x="2178570" y="380225"/>
                </a:lnTo>
                <a:lnTo>
                  <a:pt x="2189975" y="376428"/>
                </a:lnTo>
                <a:lnTo>
                  <a:pt x="2189975" y="371856"/>
                </a:lnTo>
                <a:close/>
              </a:path>
              <a:path w="3522345" h="412114">
                <a:moveTo>
                  <a:pt x="2543543" y="188988"/>
                </a:moveTo>
                <a:lnTo>
                  <a:pt x="2510015" y="155460"/>
                </a:lnTo>
                <a:lnTo>
                  <a:pt x="2487155" y="178320"/>
                </a:lnTo>
                <a:lnTo>
                  <a:pt x="2313419" y="178320"/>
                </a:lnTo>
                <a:lnTo>
                  <a:pt x="2328659" y="195084"/>
                </a:lnTo>
                <a:lnTo>
                  <a:pt x="2338717" y="192201"/>
                </a:lnTo>
                <a:lnTo>
                  <a:pt x="2348471" y="190322"/>
                </a:lnTo>
                <a:lnTo>
                  <a:pt x="2358237" y="189293"/>
                </a:lnTo>
                <a:lnTo>
                  <a:pt x="2368283" y="188988"/>
                </a:lnTo>
                <a:lnTo>
                  <a:pt x="2543543" y="188988"/>
                </a:lnTo>
                <a:close/>
              </a:path>
              <a:path w="3522345" h="412114">
                <a:moveTo>
                  <a:pt x="2549639" y="259092"/>
                </a:moveTo>
                <a:lnTo>
                  <a:pt x="2542019" y="251472"/>
                </a:lnTo>
                <a:lnTo>
                  <a:pt x="2525255" y="234708"/>
                </a:lnTo>
                <a:lnTo>
                  <a:pt x="2511539" y="248424"/>
                </a:lnTo>
                <a:lnTo>
                  <a:pt x="2511539" y="262140"/>
                </a:lnTo>
                <a:lnTo>
                  <a:pt x="2511539" y="359676"/>
                </a:lnTo>
                <a:lnTo>
                  <a:pt x="2345423" y="359676"/>
                </a:lnTo>
                <a:lnTo>
                  <a:pt x="2345423" y="262140"/>
                </a:lnTo>
                <a:lnTo>
                  <a:pt x="2511539" y="262140"/>
                </a:lnTo>
                <a:lnTo>
                  <a:pt x="2511539" y="248424"/>
                </a:lnTo>
                <a:lnTo>
                  <a:pt x="2508491" y="251472"/>
                </a:lnTo>
                <a:lnTo>
                  <a:pt x="2345423" y="251472"/>
                </a:lnTo>
                <a:lnTo>
                  <a:pt x="2319515" y="237756"/>
                </a:lnTo>
                <a:lnTo>
                  <a:pt x="2319782" y="259092"/>
                </a:lnTo>
                <a:lnTo>
                  <a:pt x="2320810" y="299478"/>
                </a:lnTo>
                <a:lnTo>
                  <a:pt x="2321039" y="320052"/>
                </a:lnTo>
                <a:lnTo>
                  <a:pt x="2320810" y="339674"/>
                </a:lnTo>
                <a:lnTo>
                  <a:pt x="2319756" y="380911"/>
                </a:lnTo>
                <a:lnTo>
                  <a:pt x="2319515" y="402348"/>
                </a:lnTo>
                <a:lnTo>
                  <a:pt x="2345423" y="393204"/>
                </a:lnTo>
                <a:lnTo>
                  <a:pt x="2345423" y="370344"/>
                </a:lnTo>
                <a:lnTo>
                  <a:pt x="2511539" y="370344"/>
                </a:lnTo>
                <a:lnTo>
                  <a:pt x="2511539" y="399300"/>
                </a:lnTo>
                <a:lnTo>
                  <a:pt x="2537447" y="388632"/>
                </a:lnTo>
                <a:lnTo>
                  <a:pt x="2537256" y="370344"/>
                </a:lnTo>
                <a:lnTo>
                  <a:pt x="2537218" y="366649"/>
                </a:lnTo>
                <a:lnTo>
                  <a:pt x="2537079" y="359676"/>
                </a:lnTo>
                <a:lnTo>
                  <a:pt x="2536698" y="339763"/>
                </a:lnTo>
                <a:lnTo>
                  <a:pt x="2536164" y="307835"/>
                </a:lnTo>
                <a:lnTo>
                  <a:pt x="2535923" y="271284"/>
                </a:lnTo>
                <a:lnTo>
                  <a:pt x="2546210" y="262140"/>
                </a:lnTo>
                <a:lnTo>
                  <a:pt x="2549639" y="259092"/>
                </a:lnTo>
                <a:close/>
              </a:path>
              <a:path w="3522345" h="412114">
                <a:moveTo>
                  <a:pt x="2633459" y="170700"/>
                </a:moveTo>
                <a:lnTo>
                  <a:pt x="2595486" y="159270"/>
                </a:lnTo>
                <a:lnTo>
                  <a:pt x="2532100" y="129552"/>
                </a:lnTo>
                <a:lnTo>
                  <a:pt x="2485783" y="92087"/>
                </a:lnTo>
                <a:lnTo>
                  <a:pt x="2452535" y="54889"/>
                </a:lnTo>
                <a:lnTo>
                  <a:pt x="2445169" y="44208"/>
                </a:lnTo>
                <a:lnTo>
                  <a:pt x="2439911" y="36588"/>
                </a:lnTo>
                <a:lnTo>
                  <a:pt x="2456675" y="27444"/>
                </a:lnTo>
                <a:lnTo>
                  <a:pt x="2420099" y="3060"/>
                </a:lnTo>
                <a:lnTo>
                  <a:pt x="2404097" y="37934"/>
                </a:lnTo>
                <a:lnTo>
                  <a:pt x="2385809" y="69545"/>
                </a:lnTo>
                <a:lnTo>
                  <a:pt x="2342375" y="123456"/>
                </a:lnTo>
                <a:lnTo>
                  <a:pt x="2289606" y="166700"/>
                </a:lnTo>
                <a:lnTo>
                  <a:pt x="2226551" y="204228"/>
                </a:lnTo>
                <a:lnTo>
                  <a:pt x="2228075" y="211848"/>
                </a:lnTo>
                <a:lnTo>
                  <a:pt x="2287701" y="185559"/>
                </a:lnTo>
                <a:lnTo>
                  <a:pt x="2339327" y="152412"/>
                </a:lnTo>
                <a:lnTo>
                  <a:pt x="2386571" y="107454"/>
                </a:lnTo>
                <a:lnTo>
                  <a:pt x="2433815" y="44208"/>
                </a:lnTo>
                <a:lnTo>
                  <a:pt x="2441232" y="59677"/>
                </a:lnTo>
                <a:lnTo>
                  <a:pt x="2465755" y="95211"/>
                </a:lnTo>
                <a:lnTo>
                  <a:pt x="2504300" y="136639"/>
                </a:lnTo>
                <a:lnTo>
                  <a:pt x="2561450" y="178841"/>
                </a:lnTo>
                <a:lnTo>
                  <a:pt x="2596883" y="199656"/>
                </a:lnTo>
                <a:lnTo>
                  <a:pt x="2603462" y="191122"/>
                </a:lnTo>
                <a:lnTo>
                  <a:pt x="2611742" y="184035"/>
                </a:lnTo>
                <a:lnTo>
                  <a:pt x="2621750" y="178650"/>
                </a:lnTo>
                <a:lnTo>
                  <a:pt x="2633459" y="175272"/>
                </a:lnTo>
                <a:lnTo>
                  <a:pt x="2633459" y="170700"/>
                </a:lnTo>
                <a:close/>
              </a:path>
              <a:path w="3522345" h="412114">
                <a:moveTo>
                  <a:pt x="2991612" y="30480"/>
                </a:moveTo>
                <a:lnTo>
                  <a:pt x="2985732" y="25908"/>
                </a:lnTo>
                <a:lnTo>
                  <a:pt x="2964180" y="9144"/>
                </a:lnTo>
                <a:lnTo>
                  <a:pt x="2951988" y="21336"/>
                </a:lnTo>
                <a:lnTo>
                  <a:pt x="2951988" y="36576"/>
                </a:lnTo>
                <a:lnTo>
                  <a:pt x="2951988" y="86868"/>
                </a:lnTo>
                <a:lnTo>
                  <a:pt x="2951988" y="97536"/>
                </a:lnTo>
                <a:lnTo>
                  <a:pt x="2951988" y="149352"/>
                </a:lnTo>
                <a:lnTo>
                  <a:pt x="2801112" y="149352"/>
                </a:lnTo>
                <a:lnTo>
                  <a:pt x="2801112" y="97536"/>
                </a:lnTo>
                <a:lnTo>
                  <a:pt x="2951988" y="97536"/>
                </a:lnTo>
                <a:lnTo>
                  <a:pt x="2951988" y="86868"/>
                </a:lnTo>
                <a:lnTo>
                  <a:pt x="2801112" y="86868"/>
                </a:lnTo>
                <a:lnTo>
                  <a:pt x="2801112" y="36576"/>
                </a:lnTo>
                <a:lnTo>
                  <a:pt x="2951988" y="36576"/>
                </a:lnTo>
                <a:lnTo>
                  <a:pt x="2951988" y="21336"/>
                </a:lnTo>
                <a:lnTo>
                  <a:pt x="2947416" y="25908"/>
                </a:lnTo>
                <a:lnTo>
                  <a:pt x="2802636" y="25908"/>
                </a:lnTo>
                <a:lnTo>
                  <a:pt x="2773680" y="10668"/>
                </a:lnTo>
                <a:lnTo>
                  <a:pt x="2774797" y="33489"/>
                </a:lnTo>
                <a:lnTo>
                  <a:pt x="2775775" y="56007"/>
                </a:lnTo>
                <a:lnTo>
                  <a:pt x="2776461" y="77965"/>
                </a:lnTo>
                <a:lnTo>
                  <a:pt x="2776728" y="99060"/>
                </a:lnTo>
                <a:lnTo>
                  <a:pt x="2776461" y="120777"/>
                </a:lnTo>
                <a:lnTo>
                  <a:pt x="2775775" y="142494"/>
                </a:lnTo>
                <a:lnTo>
                  <a:pt x="2774797" y="164211"/>
                </a:lnTo>
                <a:lnTo>
                  <a:pt x="2773680" y="185928"/>
                </a:lnTo>
                <a:lnTo>
                  <a:pt x="2801112" y="175260"/>
                </a:lnTo>
                <a:lnTo>
                  <a:pt x="2801112" y="160020"/>
                </a:lnTo>
                <a:lnTo>
                  <a:pt x="2951988" y="160020"/>
                </a:lnTo>
                <a:lnTo>
                  <a:pt x="2951988" y="182880"/>
                </a:lnTo>
                <a:lnTo>
                  <a:pt x="2977896" y="167640"/>
                </a:lnTo>
                <a:lnTo>
                  <a:pt x="2976562" y="122872"/>
                </a:lnTo>
                <a:lnTo>
                  <a:pt x="2976372" y="42672"/>
                </a:lnTo>
                <a:lnTo>
                  <a:pt x="2983992" y="36576"/>
                </a:lnTo>
                <a:lnTo>
                  <a:pt x="2991612" y="30480"/>
                </a:lnTo>
                <a:close/>
              </a:path>
              <a:path w="3522345" h="412114">
                <a:moveTo>
                  <a:pt x="3075432" y="361188"/>
                </a:moveTo>
                <a:lnTo>
                  <a:pt x="3055734" y="363194"/>
                </a:lnTo>
                <a:lnTo>
                  <a:pt x="3033331" y="364617"/>
                </a:lnTo>
                <a:lnTo>
                  <a:pt x="3008350" y="365480"/>
                </a:lnTo>
                <a:lnTo>
                  <a:pt x="2980944" y="365760"/>
                </a:lnTo>
                <a:lnTo>
                  <a:pt x="2952953" y="364337"/>
                </a:lnTo>
                <a:lnTo>
                  <a:pt x="2928556" y="362331"/>
                </a:lnTo>
                <a:lnTo>
                  <a:pt x="2907855" y="359765"/>
                </a:lnTo>
                <a:lnTo>
                  <a:pt x="2891028" y="356616"/>
                </a:lnTo>
                <a:lnTo>
                  <a:pt x="2891028" y="348996"/>
                </a:lnTo>
                <a:lnTo>
                  <a:pt x="2891028" y="284988"/>
                </a:lnTo>
                <a:lnTo>
                  <a:pt x="3037332" y="284988"/>
                </a:lnTo>
                <a:lnTo>
                  <a:pt x="3026664" y="274320"/>
                </a:lnTo>
                <a:lnTo>
                  <a:pt x="3003804" y="251460"/>
                </a:lnTo>
                <a:lnTo>
                  <a:pt x="2980944" y="274320"/>
                </a:lnTo>
                <a:lnTo>
                  <a:pt x="2891028" y="274320"/>
                </a:lnTo>
                <a:lnTo>
                  <a:pt x="2891028" y="214884"/>
                </a:lnTo>
                <a:lnTo>
                  <a:pt x="3066288" y="214884"/>
                </a:lnTo>
                <a:lnTo>
                  <a:pt x="3029712" y="178308"/>
                </a:lnTo>
                <a:lnTo>
                  <a:pt x="3003804" y="204216"/>
                </a:lnTo>
                <a:lnTo>
                  <a:pt x="2682240" y="204216"/>
                </a:lnTo>
                <a:lnTo>
                  <a:pt x="2697480" y="220980"/>
                </a:lnTo>
                <a:lnTo>
                  <a:pt x="2707779" y="218109"/>
                </a:lnTo>
                <a:lnTo>
                  <a:pt x="2718244" y="216217"/>
                </a:lnTo>
                <a:lnTo>
                  <a:pt x="2728976" y="215201"/>
                </a:lnTo>
                <a:lnTo>
                  <a:pt x="2740152" y="214884"/>
                </a:lnTo>
                <a:lnTo>
                  <a:pt x="2866644" y="214884"/>
                </a:lnTo>
                <a:lnTo>
                  <a:pt x="2866644" y="348996"/>
                </a:lnTo>
                <a:lnTo>
                  <a:pt x="2840901" y="336715"/>
                </a:lnTo>
                <a:lnTo>
                  <a:pt x="2799130" y="306997"/>
                </a:lnTo>
                <a:lnTo>
                  <a:pt x="2792463" y="267271"/>
                </a:lnTo>
                <a:lnTo>
                  <a:pt x="2810256" y="246888"/>
                </a:lnTo>
                <a:lnTo>
                  <a:pt x="2772156" y="224028"/>
                </a:lnTo>
                <a:lnTo>
                  <a:pt x="2759316" y="278612"/>
                </a:lnTo>
                <a:lnTo>
                  <a:pt x="2739199" y="325755"/>
                </a:lnTo>
                <a:lnTo>
                  <a:pt x="2711932" y="365480"/>
                </a:lnTo>
                <a:lnTo>
                  <a:pt x="2677668" y="397764"/>
                </a:lnTo>
                <a:lnTo>
                  <a:pt x="2680716" y="402336"/>
                </a:lnTo>
                <a:lnTo>
                  <a:pt x="2710738" y="384644"/>
                </a:lnTo>
                <a:lnTo>
                  <a:pt x="2736913" y="361378"/>
                </a:lnTo>
                <a:lnTo>
                  <a:pt x="2759367" y="332689"/>
                </a:lnTo>
                <a:lnTo>
                  <a:pt x="2778252" y="298704"/>
                </a:lnTo>
                <a:lnTo>
                  <a:pt x="2788843" y="312115"/>
                </a:lnTo>
                <a:lnTo>
                  <a:pt x="2825496" y="347472"/>
                </a:lnTo>
                <a:lnTo>
                  <a:pt x="2875000" y="373837"/>
                </a:lnTo>
                <a:lnTo>
                  <a:pt x="2920149" y="387057"/>
                </a:lnTo>
                <a:lnTo>
                  <a:pt x="2992678" y="395147"/>
                </a:lnTo>
                <a:lnTo>
                  <a:pt x="3040380" y="397764"/>
                </a:lnTo>
                <a:lnTo>
                  <a:pt x="3043491" y="388340"/>
                </a:lnTo>
                <a:lnTo>
                  <a:pt x="3050476" y="380619"/>
                </a:lnTo>
                <a:lnTo>
                  <a:pt x="3061157" y="374624"/>
                </a:lnTo>
                <a:lnTo>
                  <a:pt x="3075432" y="370332"/>
                </a:lnTo>
                <a:lnTo>
                  <a:pt x="3075432" y="365760"/>
                </a:lnTo>
                <a:lnTo>
                  <a:pt x="3075432" y="361188"/>
                </a:lnTo>
                <a:close/>
              </a:path>
              <a:path w="3522345" h="412114">
                <a:moveTo>
                  <a:pt x="3521964" y="135636"/>
                </a:moveTo>
                <a:lnTo>
                  <a:pt x="3483864" y="97536"/>
                </a:lnTo>
                <a:lnTo>
                  <a:pt x="3454908" y="124968"/>
                </a:lnTo>
                <a:lnTo>
                  <a:pt x="3326892" y="124968"/>
                </a:lnTo>
                <a:lnTo>
                  <a:pt x="3326892" y="35052"/>
                </a:lnTo>
                <a:lnTo>
                  <a:pt x="3340608" y="19812"/>
                </a:lnTo>
                <a:lnTo>
                  <a:pt x="3299460" y="1524"/>
                </a:lnTo>
                <a:lnTo>
                  <a:pt x="3300336" y="21247"/>
                </a:lnTo>
                <a:lnTo>
                  <a:pt x="3300793" y="48387"/>
                </a:lnTo>
                <a:lnTo>
                  <a:pt x="3300984" y="124968"/>
                </a:lnTo>
                <a:lnTo>
                  <a:pt x="3125724" y="124968"/>
                </a:lnTo>
                <a:lnTo>
                  <a:pt x="3139440" y="138684"/>
                </a:lnTo>
                <a:lnTo>
                  <a:pt x="3163824" y="135636"/>
                </a:lnTo>
                <a:lnTo>
                  <a:pt x="3300984" y="135636"/>
                </a:lnTo>
                <a:lnTo>
                  <a:pt x="3293935" y="191643"/>
                </a:lnTo>
                <a:lnTo>
                  <a:pt x="3281172" y="245364"/>
                </a:lnTo>
                <a:lnTo>
                  <a:pt x="3258502" y="293941"/>
                </a:lnTo>
                <a:lnTo>
                  <a:pt x="3223260" y="336804"/>
                </a:lnTo>
                <a:lnTo>
                  <a:pt x="3176016" y="373570"/>
                </a:lnTo>
                <a:lnTo>
                  <a:pt x="3119628" y="402336"/>
                </a:lnTo>
                <a:lnTo>
                  <a:pt x="3121152" y="409956"/>
                </a:lnTo>
                <a:lnTo>
                  <a:pt x="3162058" y="394576"/>
                </a:lnTo>
                <a:lnTo>
                  <a:pt x="3198114" y="376047"/>
                </a:lnTo>
                <a:lnTo>
                  <a:pt x="3256788" y="330708"/>
                </a:lnTo>
                <a:lnTo>
                  <a:pt x="3299460" y="265938"/>
                </a:lnTo>
                <a:lnTo>
                  <a:pt x="3313785" y="223126"/>
                </a:lnTo>
                <a:lnTo>
                  <a:pt x="3323844" y="173736"/>
                </a:lnTo>
                <a:lnTo>
                  <a:pt x="3333559" y="206578"/>
                </a:lnTo>
                <a:lnTo>
                  <a:pt x="3363277" y="269963"/>
                </a:lnTo>
                <a:lnTo>
                  <a:pt x="3404755" y="329374"/>
                </a:lnTo>
                <a:lnTo>
                  <a:pt x="3453993" y="377380"/>
                </a:lnTo>
                <a:lnTo>
                  <a:pt x="3482340" y="396240"/>
                </a:lnTo>
                <a:lnTo>
                  <a:pt x="3488931" y="387096"/>
                </a:lnTo>
                <a:lnTo>
                  <a:pt x="3497389" y="380238"/>
                </a:lnTo>
                <a:lnTo>
                  <a:pt x="3507841" y="375666"/>
                </a:lnTo>
                <a:lnTo>
                  <a:pt x="3520440" y="373380"/>
                </a:lnTo>
                <a:lnTo>
                  <a:pt x="3520440" y="365760"/>
                </a:lnTo>
                <a:lnTo>
                  <a:pt x="3480689" y="352412"/>
                </a:lnTo>
                <a:lnTo>
                  <a:pt x="3445954" y="333184"/>
                </a:lnTo>
                <a:lnTo>
                  <a:pt x="3416058" y="308546"/>
                </a:lnTo>
                <a:lnTo>
                  <a:pt x="3390900" y="278892"/>
                </a:lnTo>
                <a:lnTo>
                  <a:pt x="3369106" y="246011"/>
                </a:lnTo>
                <a:lnTo>
                  <a:pt x="3337534" y="181381"/>
                </a:lnTo>
                <a:lnTo>
                  <a:pt x="3326892" y="149352"/>
                </a:lnTo>
                <a:lnTo>
                  <a:pt x="3326892" y="135636"/>
                </a:lnTo>
                <a:lnTo>
                  <a:pt x="3521964" y="13563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" name="object 25"/>
          <p:cNvSpPr/>
          <p:nvPr/>
        </p:nvSpPr>
        <p:spPr>
          <a:xfrm>
            <a:off x="5719571" y="4184904"/>
            <a:ext cx="356870" cy="402590"/>
          </a:xfrm>
          <a:custGeom>
            <a:avLst/>
            <a:gdLst/>
            <a:ahLst/>
            <a:cxnLst/>
            <a:rect l="l" t="t" r="r" b="b"/>
            <a:pathLst>
              <a:path w="356870" h="402589">
                <a:moveTo>
                  <a:pt x="53340" y="89916"/>
                </a:moveTo>
                <a:lnTo>
                  <a:pt x="42672" y="89916"/>
                </a:lnTo>
                <a:lnTo>
                  <a:pt x="50696" y="62793"/>
                </a:lnTo>
                <a:lnTo>
                  <a:pt x="56578" y="38671"/>
                </a:lnTo>
                <a:lnTo>
                  <a:pt x="60459" y="17692"/>
                </a:lnTo>
                <a:lnTo>
                  <a:pt x="62484" y="0"/>
                </a:lnTo>
                <a:lnTo>
                  <a:pt x="100584" y="21336"/>
                </a:lnTo>
                <a:lnTo>
                  <a:pt x="90844" y="29051"/>
                </a:lnTo>
                <a:lnTo>
                  <a:pt x="79819" y="43053"/>
                </a:lnTo>
                <a:lnTo>
                  <a:pt x="67365" y="63341"/>
                </a:lnTo>
                <a:lnTo>
                  <a:pt x="53340" y="89916"/>
                </a:lnTo>
                <a:close/>
              </a:path>
              <a:path w="356870" h="402589">
                <a:moveTo>
                  <a:pt x="147828" y="192024"/>
                </a:moveTo>
                <a:lnTo>
                  <a:pt x="141732" y="187452"/>
                </a:lnTo>
                <a:lnTo>
                  <a:pt x="158877" y="160615"/>
                </a:lnTo>
                <a:lnTo>
                  <a:pt x="173736" y="135064"/>
                </a:lnTo>
                <a:lnTo>
                  <a:pt x="196596" y="88392"/>
                </a:lnTo>
                <a:lnTo>
                  <a:pt x="211264" y="44958"/>
                </a:lnTo>
                <a:lnTo>
                  <a:pt x="222503" y="1524"/>
                </a:lnTo>
                <a:lnTo>
                  <a:pt x="260603" y="24384"/>
                </a:lnTo>
                <a:lnTo>
                  <a:pt x="252626" y="32146"/>
                </a:lnTo>
                <a:lnTo>
                  <a:pt x="242506" y="46482"/>
                </a:lnTo>
                <a:lnTo>
                  <a:pt x="230385" y="67675"/>
                </a:lnTo>
                <a:lnTo>
                  <a:pt x="216408" y="96012"/>
                </a:lnTo>
                <a:lnTo>
                  <a:pt x="350161" y="96012"/>
                </a:lnTo>
                <a:lnTo>
                  <a:pt x="356616" y="102108"/>
                </a:lnTo>
                <a:lnTo>
                  <a:pt x="350329" y="106680"/>
                </a:lnTo>
                <a:lnTo>
                  <a:pt x="213360" y="106680"/>
                </a:lnTo>
                <a:lnTo>
                  <a:pt x="197334" y="130730"/>
                </a:lnTo>
                <a:lnTo>
                  <a:pt x="181165" y="152781"/>
                </a:lnTo>
                <a:lnTo>
                  <a:pt x="164711" y="173116"/>
                </a:lnTo>
                <a:lnTo>
                  <a:pt x="147828" y="192024"/>
                </a:lnTo>
                <a:close/>
              </a:path>
              <a:path w="356870" h="402589">
                <a:moveTo>
                  <a:pt x="144780" y="89916"/>
                </a:moveTo>
                <a:lnTo>
                  <a:pt x="111252" y="89916"/>
                </a:lnTo>
                <a:lnTo>
                  <a:pt x="128016" y="73152"/>
                </a:lnTo>
                <a:lnTo>
                  <a:pt x="144780" y="89916"/>
                </a:lnTo>
                <a:close/>
              </a:path>
              <a:path w="356870" h="402589">
                <a:moveTo>
                  <a:pt x="0" y="397764"/>
                </a:moveTo>
                <a:lnTo>
                  <a:pt x="834" y="359664"/>
                </a:lnTo>
                <a:lnTo>
                  <a:pt x="914" y="354520"/>
                </a:lnTo>
                <a:lnTo>
                  <a:pt x="1333" y="316992"/>
                </a:lnTo>
                <a:lnTo>
                  <a:pt x="1423" y="176784"/>
                </a:lnTo>
                <a:lnTo>
                  <a:pt x="1309" y="152781"/>
                </a:lnTo>
                <a:lnTo>
                  <a:pt x="881" y="114704"/>
                </a:lnTo>
                <a:lnTo>
                  <a:pt x="0" y="74676"/>
                </a:lnTo>
                <a:lnTo>
                  <a:pt x="25908" y="89916"/>
                </a:lnTo>
                <a:lnTo>
                  <a:pt x="144780" y="89916"/>
                </a:lnTo>
                <a:lnTo>
                  <a:pt x="153924" y="99060"/>
                </a:lnTo>
                <a:lnTo>
                  <a:pt x="151828" y="100584"/>
                </a:lnTo>
                <a:lnTo>
                  <a:pt x="24384" y="100584"/>
                </a:lnTo>
                <a:lnTo>
                  <a:pt x="24384" y="211836"/>
                </a:lnTo>
                <a:lnTo>
                  <a:pt x="137205" y="211836"/>
                </a:lnTo>
                <a:lnTo>
                  <a:pt x="137219" y="222504"/>
                </a:lnTo>
                <a:lnTo>
                  <a:pt x="24384" y="222504"/>
                </a:lnTo>
                <a:lnTo>
                  <a:pt x="24384" y="344424"/>
                </a:lnTo>
                <a:lnTo>
                  <a:pt x="137914" y="344424"/>
                </a:lnTo>
                <a:lnTo>
                  <a:pt x="138028" y="350520"/>
                </a:lnTo>
                <a:lnTo>
                  <a:pt x="138137" y="355092"/>
                </a:lnTo>
                <a:lnTo>
                  <a:pt x="24384" y="355092"/>
                </a:lnTo>
                <a:lnTo>
                  <a:pt x="24384" y="384048"/>
                </a:lnTo>
                <a:lnTo>
                  <a:pt x="0" y="397764"/>
                </a:lnTo>
                <a:close/>
              </a:path>
              <a:path w="356870" h="402589">
                <a:moveTo>
                  <a:pt x="350161" y="96012"/>
                </a:moveTo>
                <a:lnTo>
                  <a:pt x="310896" y="96012"/>
                </a:lnTo>
                <a:lnTo>
                  <a:pt x="329184" y="76200"/>
                </a:lnTo>
                <a:lnTo>
                  <a:pt x="350161" y="96012"/>
                </a:lnTo>
                <a:close/>
              </a:path>
              <a:path w="356870" h="402589">
                <a:moveTo>
                  <a:pt x="137205" y="211836"/>
                </a:moveTo>
                <a:lnTo>
                  <a:pt x="114300" y="211836"/>
                </a:lnTo>
                <a:lnTo>
                  <a:pt x="114300" y="100584"/>
                </a:lnTo>
                <a:lnTo>
                  <a:pt x="151828" y="100584"/>
                </a:lnTo>
                <a:lnTo>
                  <a:pt x="137160" y="111252"/>
                </a:lnTo>
                <a:lnTo>
                  <a:pt x="137205" y="211836"/>
                </a:lnTo>
                <a:close/>
              </a:path>
              <a:path w="356870" h="402589">
                <a:moveTo>
                  <a:pt x="326280" y="359664"/>
                </a:moveTo>
                <a:lnTo>
                  <a:pt x="283464" y="359664"/>
                </a:lnTo>
                <a:lnTo>
                  <a:pt x="291750" y="357925"/>
                </a:lnTo>
                <a:lnTo>
                  <a:pt x="298323" y="352615"/>
                </a:lnTo>
                <a:lnTo>
                  <a:pt x="308586" y="305562"/>
                </a:lnTo>
                <a:lnTo>
                  <a:pt x="310705" y="259842"/>
                </a:lnTo>
                <a:lnTo>
                  <a:pt x="312528" y="193929"/>
                </a:lnTo>
                <a:lnTo>
                  <a:pt x="313944" y="106680"/>
                </a:lnTo>
                <a:lnTo>
                  <a:pt x="350329" y="106680"/>
                </a:lnTo>
                <a:lnTo>
                  <a:pt x="339852" y="114300"/>
                </a:lnTo>
                <a:lnTo>
                  <a:pt x="338780" y="186976"/>
                </a:lnTo>
                <a:lnTo>
                  <a:pt x="337291" y="249070"/>
                </a:lnTo>
                <a:lnTo>
                  <a:pt x="335462" y="295241"/>
                </a:lnTo>
                <a:lnTo>
                  <a:pt x="333268" y="327074"/>
                </a:lnTo>
                <a:lnTo>
                  <a:pt x="330708" y="344424"/>
                </a:lnTo>
                <a:lnTo>
                  <a:pt x="327231" y="357020"/>
                </a:lnTo>
                <a:lnTo>
                  <a:pt x="326280" y="359664"/>
                </a:lnTo>
                <a:close/>
              </a:path>
              <a:path w="356870" h="402589">
                <a:moveTo>
                  <a:pt x="231648" y="269748"/>
                </a:moveTo>
                <a:lnTo>
                  <a:pt x="228600" y="269748"/>
                </a:lnTo>
                <a:lnTo>
                  <a:pt x="225432" y="268295"/>
                </a:lnTo>
                <a:lnTo>
                  <a:pt x="222694" y="263842"/>
                </a:lnTo>
                <a:lnTo>
                  <a:pt x="220241" y="256246"/>
                </a:lnTo>
                <a:lnTo>
                  <a:pt x="217932" y="245364"/>
                </a:lnTo>
                <a:lnTo>
                  <a:pt x="213598" y="228219"/>
                </a:lnTo>
                <a:lnTo>
                  <a:pt x="207264" y="211074"/>
                </a:lnTo>
                <a:lnTo>
                  <a:pt x="198643" y="193929"/>
                </a:lnTo>
                <a:lnTo>
                  <a:pt x="187452" y="176784"/>
                </a:lnTo>
                <a:lnTo>
                  <a:pt x="190500" y="172212"/>
                </a:lnTo>
                <a:lnTo>
                  <a:pt x="223456" y="199644"/>
                </a:lnTo>
                <a:lnTo>
                  <a:pt x="243840" y="228600"/>
                </a:lnTo>
                <a:lnTo>
                  <a:pt x="246888" y="234696"/>
                </a:lnTo>
                <a:lnTo>
                  <a:pt x="246888" y="248412"/>
                </a:lnTo>
                <a:lnTo>
                  <a:pt x="243840" y="254508"/>
                </a:lnTo>
                <a:lnTo>
                  <a:pt x="234696" y="266700"/>
                </a:lnTo>
                <a:lnTo>
                  <a:pt x="231648" y="269748"/>
                </a:lnTo>
                <a:close/>
              </a:path>
              <a:path w="356870" h="402589">
                <a:moveTo>
                  <a:pt x="137914" y="344424"/>
                </a:moveTo>
                <a:lnTo>
                  <a:pt x="114300" y="344424"/>
                </a:lnTo>
                <a:lnTo>
                  <a:pt x="114300" y="222504"/>
                </a:lnTo>
                <a:lnTo>
                  <a:pt x="137219" y="222504"/>
                </a:lnTo>
                <a:lnTo>
                  <a:pt x="137337" y="269748"/>
                </a:lnTo>
                <a:lnTo>
                  <a:pt x="137498" y="305562"/>
                </a:lnTo>
                <a:lnTo>
                  <a:pt x="137914" y="344424"/>
                </a:lnTo>
                <a:close/>
              </a:path>
              <a:path w="356870" h="402589">
                <a:moveTo>
                  <a:pt x="277367" y="402336"/>
                </a:moveTo>
                <a:lnTo>
                  <a:pt x="270486" y="388596"/>
                </a:lnTo>
                <a:lnTo>
                  <a:pt x="258889" y="376999"/>
                </a:lnTo>
                <a:lnTo>
                  <a:pt x="242435" y="367403"/>
                </a:lnTo>
                <a:lnTo>
                  <a:pt x="220979" y="359664"/>
                </a:lnTo>
                <a:lnTo>
                  <a:pt x="220979" y="350520"/>
                </a:lnTo>
                <a:lnTo>
                  <a:pt x="241030" y="354520"/>
                </a:lnTo>
                <a:lnTo>
                  <a:pt x="257937" y="357378"/>
                </a:lnTo>
                <a:lnTo>
                  <a:pt x="271986" y="359092"/>
                </a:lnTo>
                <a:lnTo>
                  <a:pt x="283464" y="359664"/>
                </a:lnTo>
                <a:lnTo>
                  <a:pt x="326280" y="359664"/>
                </a:lnTo>
                <a:lnTo>
                  <a:pt x="323469" y="367474"/>
                </a:lnTo>
                <a:lnTo>
                  <a:pt x="289023" y="397764"/>
                </a:lnTo>
                <a:lnTo>
                  <a:pt x="277367" y="402336"/>
                </a:lnTo>
                <a:close/>
              </a:path>
              <a:path w="356870" h="402589">
                <a:moveTo>
                  <a:pt x="114300" y="391668"/>
                </a:moveTo>
                <a:lnTo>
                  <a:pt x="114300" y="355092"/>
                </a:lnTo>
                <a:lnTo>
                  <a:pt x="138137" y="355092"/>
                </a:lnTo>
                <a:lnTo>
                  <a:pt x="138684" y="377952"/>
                </a:lnTo>
                <a:lnTo>
                  <a:pt x="114300" y="39166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26" name="object 26"/>
          <p:cNvGrpSpPr/>
          <p:nvPr/>
        </p:nvGrpSpPr>
        <p:grpSpPr>
          <a:xfrm>
            <a:off x="6128003" y="4178807"/>
            <a:ext cx="2533015" cy="459105"/>
            <a:chOff x="6128003" y="4178807"/>
            <a:chExt cx="2533015" cy="459105"/>
          </a:xfrm>
        </p:grpSpPr>
        <p:sp>
          <p:nvSpPr>
            <p:cNvPr id="27" name="object 27"/>
            <p:cNvSpPr/>
            <p:nvPr/>
          </p:nvSpPr>
          <p:spPr>
            <a:xfrm>
              <a:off x="6128004" y="4184903"/>
              <a:ext cx="855344" cy="399415"/>
            </a:xfrm>
            <a:custGeom>
              <a:avLst/>
              <a:gdLst/>
              <a:ahLst/>
              <a:cxnLst/>
              <a:rect l="l" t="t" r="r" b="b"/>
              <a:pathLst>
                <a:path w="855345" h="399414">
                  <a:moveTo>
                    <a:pt x="172212" y="28956"/>
                  </a:moveTo>
                  <a:lnTo>
                    <a:pt x="140208" y="9144"/>
                  </a:lnTo>
                  <a:lnTo>
                    <a:pt x="135077" y="21132"/>
                  </a:lnTo>
                  <a:lnTo>
                    <a:pt x="126682" y="36385"/>
                  </a:lnTo>
                  <a:lnTo>
                    <a:pt x="115125" y="54800"/>
                  </a:lnTo>
                  <a:lnTo>
                    <a:pt x="100584" y="76200"/>
                  </a:lnTo>
                  <a:lnTo>
                    <a:pt x="84861" y="62776"/>
                  </a:lnTo>
                  <a:lnTo>
                    <a:pt x="67246" y="49720"/>
                  </a:lnTo>
                  <a:lnTo>
                    <a:pt x="47637" y="36982"/>
                  </a:lnTo>
                  <a:lnTo>
                    <a:pt x="25908" y="24384"/>
                  </a:lnTo>
                  <a:lnTo>
                    <a:pt x="22860" y="28956"/>
                  </a:lnTo>
                  <a:lnTo>
                    <a:pt x="39712" y="42989"/>
                  </a:lnTo>
                  <a:lnTo>
                    <a:pt x="56007" y="57721"/>
                  </a:lnTo>
                  <a:lnTo>
                    <a:pt x="71716" y="73329"/>
                  </a:lnTo>
                  <a:lnTo>
                    <a:pt x="86868" y="89916"/>
                  </a:lnTo>
                  <a:lnTo>
                    <a:pt x="68859" y="109067"/>
                  </a:lnTo>
                  <a:lnTo>
                    <a:pt x="49149" y="127635"/>
                  </a:lnTo>
                  <a:lnTo>
                    <a:pt x="27711" y="145643"/>
                  </a:lnTo>
                  <a:lnTo>
                    <a:pt x="4572" y="163068"/>
                  </a:lnTo>
                  <a:lnTo>
                    <a:pt x="7620" y="169164"/>
                  </a:lnTo>
                  <a:lnTo>
                    <a:pt x="31927" y="156006"/>
                  </a:lnTo>
                  <a:lnTo>
                    <a:pt x="54673" y="141541"/>
                  </a:lnTo>
                  <a:lnTo>
                    <a:pt x="75984" y="125666"/>
                  </a:lnTo>
                  <a:lnTo>
                    <a:pt x="96012" y="108204"/>
                  </a:lnTo>
                  <a:lnTo>
                    <a:pt x="99174" y="118808"/>
                  </a:lnTo>
                  <a:lnTo>
                    <a:pt x="101917" y="130111"/>
                  </a:lnTo>
                  <a:lnTo>
                    <a:pt x="104368" y="142290"/>
                  </a:lnTo>
                  <a:lnTo>
                    <a:pt x="106680" y="155448"/>
                  </a:lnTo>
                  <a:lnTo>
                    <a:pt x="84645" y="196342"/>
                  </a:lnTo>
                  <a:lnTo>
                    <a:pt x="59626" y="234505"/>
                  </a:lnTo>
                  <a:lnTo>
                    <a:pt x="31445" y="270116"/>
                  </a:lnTo>
                  <a:lnTo>
                    <a:pt x="0" y="303276"/>
                  </a:lnTo>
                  <a:lnTo>
                    <a:pt x="1524" y="309372"/>
                  </a:lnTo>
                  <a:lnTo>
                    <a:pt x="35242" y="284543"/>
                  </a:lnTo>
                  <a:lnTo>
                    <a:pt x="65532" y="255841"/>
                  </a:lnTo>
                  <a:lnTo>
                    <a:pt x="92392" y="223443"/>
                  </a:lnTo>
                  <a:lnTo>
                    <a:pt x="115824" y="187452"/>
                  </a:lnTo>
                  <a:lnTo>
                    <a:pt x="117157" y="227647"/>
                  </a:lnTo>
                  <a:lnTo>
                    <a:pt x="117106" y="268224"/>
                  </a:lnTo>
                  <a:lnTo>
                    <a:pt x="112776" y="318516"/>
                  </a:lnTo>
                  <a:lnTo>
                    <a:pt x="102057" y="355384"/>
                  </a:lnTo>
                  <a:lnTo>
                    <a:pt x="91440" y="362712"/>
                  </a:lnTo>
                  <a:lnTo>
                    <a:pt x="77724" y="362712"/>
                  </a:lnTo>
                  <a:lnTo>
                    <a:pt x="70294" y="362432"/>
                  </a:lnTo>
                  <a:lnTo>
                    <a:pt x="61722" y="361569"/>
                  </a:lnTo>
                  <a:lnTo>
                    <a:pt x="52006" y="360146"/>
                  </a:lnTo>
                  <a:lnTo>
                    <a:pt x="41148" y="358140"/>
                  </a:lnTo>
                  <a:lnTo>
                    <a:pt x="41148" y="365760"/>
                  </a:lnTo>
                  <a:lnTo>
                    <a:pt x="56807" y="372287"/>
                  </a:lnTo>
                  <a:lnTo>
                    <a:pt x="69342" y="380238"/>
                  </a:lnTo>
                  <a:lnTo>
                    <a:pt x="78435" y="389343"/>
                  </a:lnTo>
                  <a:lnTo>
                    <a:pt x="83820" y="399288"/>
                  </a:lnTo>
                  <a:lnTo>
                    <a:pt x="99771" y="390220"/>
                  </a:lnTo>
                  <a:lnTo>
                    <a:pt x="131064" y="353568"/>
                  </a:lnTo>
                  <a:lnTo>
                    <a:pt x="140589" y="310515"/>
                  </a:lnTo>
                  <a:lnTo>
                    <a:pt x="143256" y="242316"/>
                  </a:lnTo>
                  <a:lnTo>
                    <a:pt x="140627" y="202298"/>
                  </a:lnTo>
                  <a:lnTo>
                    <a:pt x="138379" y="187452"/>
                  </a:lnTo>
                  <a:lnTo>
                    <a:pt x="134874" y="164401"/>
                  </a:lnTo>
                  <a:lnTo>
                    <a:pt x="125679" y="128524"/>
                  </a:lnTo>
                  <a:lnTo>
                    <a:pt x="117970" y="108204"/>
                  </a:lnTo>
                  <a:lnTo>
                    <a:pt x="112776" y="94488"/>
                  </a:lnTo>
                  <a:lnTo>
                    <a:pt x="138277" y="62776"/>
                  </a:lnTo>
                  <a:lnTo>
                    <a:pt x="167081" y="32981"/>
                  </a:lnTo>
                  <a:lnTo>
                    <a:pt x="172212" y="28956"/>
                  </a:lnTo>
                  <a:close/>
                </a:path>
                <a:path w="855345" h="399414">
                  <a:moveTo>
                    <a:pt x="402336" y="358140"/>
                  </a:moveTo>
                  <a:lnTo>
                    <a:pt x="400812" y="348996"/>
                  </a:lnTo>
                  <a:lnTo>
                    <a:pt x="398272" y="341376"/>
                  </a:lnTo>
                  <a:lnTo>
                    <a:pt x="397764" y="339852"/>
                  </a:lnTo>
                  <a:lnTo>
                    <a:pt x="392061" y="330784"/>
                  </a:lnTo>
                  <a:lnTo>
                    <a:pt x="379666" y="317563"/>
                  </a:lnTo>
                  <a:lnTo>
                    <a:pt x="360680" y="300634"/>
                  </a:lnTo>
                  <a:lnTo>
                    <a:pt x="335280" y="280416"/>
                  </a:lnTo>
                  <a:lnTo>
                    <a:pt x="329184" y="284988"/>
                  </a:lnTo>
                  <a:lnTo>
                    <a:pt x="340626" y="299021"/>
                  </a:lnTo>
                  <a:lnTo>
                    <a:pt x="349948" y="311467"/>
                  </a:lnTo>
                  <a:lnTo>
                    <a:pt x="357251" y="322503"/>
                  </a:lnTo>
                  <a:lnTo>
                    <a:pt x="362712" y="332232"/>
                  </a:lnTo>
                  <a:lnTo>
                    <a:pt x="286512" y="342900"/>
                  </a:lnTo>
                  <a:lnTo>
                    <a:pt x="286512" y="242316"/>
                  </a:lnTo>
                  <a:lnTo>
                    <a:pt x="345948" y="242316"/>
                  </a:lnTo>
                  <a:lnTo>
                    <a:pt x="345948" y="268224"/>
                  </a:lnTo>
                  <a:lnTo>
                    <a:pt x="371856" y="254508"/>
                  </a:lnTo>
                  <a:lnTo>
                    <a:pt x="371297" y="242316"/>
                  </a:lnTo>
                  <a:lnTo>
                    <a:pt x="370967" y="235077"/>
                  </a:lnTo>
                  <a:lnTo>
                    <a:pt x="370916" y="231648"/>
                  </a:lnTo>
                  <a:lnTo>
                    <a:pt x="370522" y="206502"/>
                  </a:lnTo>
                  <a:lnTo>
                    <a:pt x="370433" y="187452"/>
                  </a:lnTo>
                  <a:lnTo>
                    <a:pt x="370332" y="121920"/>
                  </a:lnTo>
                  <a:lnTo>
                    <a:pt x="383387" y="112776"/>
                  </a:lnTo>
                  <a:lnTo>
                    <a:pt x="385572" y="111252"/>
                  </a:lnTo>
                  <a:lnTo>
                    <a:pt x="376428" y="102108"/>
                  </a:lnTo>
                  <a:lnTo>
                    <a:pt x="359664" y="85344"/>
                  </a:lnTo>
                  <a:lnTo>
                    <a:pt x="345948" y="97917"/>
                  </a:lnTo>
                  <a:lnTo>
                    <a:pt x="345948" y="112776"/>
                  </a:lnTo>
                  <a:lnTo>
                    <a:pt x="345948" y="231648"/>
                  </a:lnTo>
                  <a:lnTo>
                    <a:pt x="286512" y="231648"/>
                  </a:lnTo>
                  <a:lnTo>
                    <a:pt x="286512" y="112776"/>
                  </a:lnTo>
                  <a:lnTo>
                    <a:pt x="345948" y="112776"/>
                  </a:lnTo>
                  <a:lnTo>
                    <a:pt x="345948" y="97917"/>
                  </a:lnTo>
                  <a:lnTo>
                    <a:pt x="341376" y="102108"/>
                  </a:lnTo>
                  <a:lnTo>
                    <a:pt x="286512" y="102108"/>
                  </a:lnTo>
                  <a:lnTo>
                    <a:pt x="286512" y="33528"/>
                  </a:lnTo>
                  <a:lnTo>
                    <a:pt x="298704" y="21336"/>
                  </a:lnTo>
                  <a:lnTo>
                    <a:pt x="260604" y="1524"/>
                  </a:lnTo>
                  <a:lnTo>
                    <a:pt x="261480" y="18097"/>
                  </a:lnTo>
                  <a:lnTo>
                    <a:pt x="261886" y="38290"/>
                  </a:lnTo>
                  <a:lnTo>
                    <a:pt x="262013" y="53340"/>
                  </a:lnTo>
                  <a:lnTo>
                    <a:pt x="262128" y="102108"/>
                  </a:lnTo>
                  <a:lnTo>
                    <a:pt x="262128" y="112776"/>
                  </a:lnTo>
                  <a:lnTo>
                    <a:pt x="262128" y="231648"/>
                  </a:lnTo>
                  <a:lnTo>
                    <a:pt x="202692" y="231648"/>
                  </a:lnTo>
                  <a:lnTo>
                    <a:pt x="202692" y="112776"/>
                  </a:lnTo>
                  <a:lnTo>
                    <a:pt x="262128" y="112776"/>
                  </a:lnTo>
                  <a:lnTo>
                    <a:pt x="262128" y="102108"/>
                  </a:lnTo>
                  <a:lnTo>
                    <a:pt x="202692" y="102108"/>
                  </a:lnTo>
                  <a:lnTo>
                    <a:pt x="176784" y="85344"/>
                  </a:lnTo>
                  <a:lnTo>
                    <a:pt x="177647" y="108204"/>
                  </a:lnTo>
                  <a:lnTo>
                    <a:pt x="178117" y="132016"/>
                  </a:lnTo>
                  <a:lnTo>
                    <a:pt x="178206" y="145643"/>
                  </a:lnTo>
                  <a:lnTo>
                    <a:pt x="178117" y="227647"/>
                  </a:lnTo>
                  <a:lnTo>
                    <a:pt x="177660" y="251206"/>
                  </a:lnTo>
                  <a:lnTo>
                    <a:pt x="176784" y="274320"/>
                  </a:lnTo>
                  <a:lnTo>
                    <a:pt x="202692" y="260604"/>
                  </a:lnTo>
                  <a:lnTo>
                    <a:pt x="202692" y="242316"/>
                  </a:lnTo>
                  <a:lnTo>
                    <a:pt x="262128" y="242316"/>
                  </a:lnTo>
                  <a:lnTo>
                    <a:pt x="262128" y="345948"/>
                  </a:lnTo>
                  <a:lnTo>
                    <a:pt x="202311" y="351663"/>
                  </a:lnTo>
                  <a:lnTo>
                    <a:pt x="176822" y="353669"/>
                  </a:lnTo>
                  <a:lnTo>
                    <a:pt x="153924" y="355092"/>
                  </a:lnTo>
                  <a:lnTo>
                    <a:pt x="170688" y="391668"/>
                  </a:lnTo>
                  <a:lnTo>
                    <a:pt x="212902" y="375386"/>
                  </a:lnTo>
                  <a:lnTo>
                    <a:pt x="330327" y="348449"/>
                  </a:lnTo>
                  <a:lnTo>
                    <a:pt x="365760" y="341376"/>
                  </a:lnTo>
                  <a:lnTo>
                    <a:pt x="373951" y="362140"/>
                  </a:lnTo>
                  <a:lnTo>
                    <a:pt x="377545" y="371170"/>
                  </a:lnTo>
                  <a:lnTo>
                    <a:pt x="381000" y="379476"/>
                  </a:lnTo>
                  <a:lnTo>
                    <a:pt x="382524" y="385572"/>
                  </a:lnTo>
                  <a:lnTo>
                    <a:pt x="385572" y="387096"/>
                  </a:lnTo>
                  <a:lnTo>
                    <a:pt x="390144" y="387096"/>
                  </a:lnTo>
                  <a:lnTo>
                    <a:pt x="393192" y="385572"/>
                  </a:lnTo>
                  <a:lnTo>
                    <a:pt x="396240" y="381000"/>
                  </a:lnTo>
                  <a:lnTo>
                    <a:pt x="400812" y="376428"/>
                  </a:lnTo>
                  <a:lnTo>
                    <a:pt x="402336" y="370332"/>
                  </a:lnTo>
                  <a:lnTo>
                    <a:pt x="402336" y="358140"/>
                  </a:lnTo>
                  <a:close/>
                </a:path>
                <a:path w="855345" h="399414">
                  <a:moveTo>
                    <a:pt x="617220" y="274320"/>
                  </a:moveTo>
                  <a:lnTo>
                    <a:pt x="606552" y="231648"/>
                  </a:lnTo>
                  <a:lnTo>
                    <a:pt x="587121" y="194881"/>
                  </a:lnTo>
                  <a:lnTo>
                    <a:pt x="551688" y="138684"/>
                  </a:lnTo>
                  <a:lnTo>
                    <a:pt x="545592" y="143256"/>
                  </a:lnTo>
                  <a:lnTo>
                    <a:pt x="554393" y="164693"/>
                  </a:lnTo>
                  <a:lnTo>
                    <a:pt x="562356" y="185547"/>
                  </a:lnTo>
                  <a:lnTo>
                    <a:pt x="574548" y="225552"/>
                  </a:lnTo>
                  <a:lnTo>
                    <a:pt x="585038" y="275920"/>
                  </a:lnTo>
                  <a:lnTo>
                    <a:pt x="586740" y="291084"/>
                  </a:lnTo>
                  <a:lnTo>
                    <a:pt x="588454" y="302539"/>
                  </a:lnTo>
                  <a:lnTo>
                    <a:pt x="591312" y="309562"/>
                  </a:lnTo>
                  <a:lnTo>
                    <a:pt x="595312" y="312305"/>
                  </a:lnTo>
                  <a:lnTo>
                    <a:pt x="600456" y="310896"/>
                  </a:lnTo>
                  <a:lnTo>
                    <a:pt x="608076" y="306324"/>
                  </a:lnTo>
                  <a:lnTo>
                    <a:pt x="612648" y="300228"/>
                  </a:lnTo>
                  <a:lnTo>
                    <a:pt x="615696" y="284988"/>
                  </a:lnTo>
                  <a:lnTo>
                    <a:pt x="617220" y="278892"/>
                  </a:lnTo>
                  <a:lnTo>
                    <a:pt x="617220" y="274320"/>
                  </a:lnTo>
                  <a:close/>
                </a:path>
                <a:path w="855345" h="399414">
                  <a:moveTo>
                    <a:pt x="669036" y="47244"/>
                  </a:moveTo>
                  <a:lnTo>
                    <a:pt x="641413" y="18288"/>
                  </a:lnTo>
                  <a:lnTo>
                    <a:pt x="608076" y="0"/>
                  </a:lnTo>
                  <a:lnTo>
                    <a:pt x="605028" y="6096"/>
                  </a:lnTo>
                  <a:lnTo>
                    <a:pt x="616686" y="21170"/>
                  </a:lnTo>
                  <a:lnTo>
                    <a:pt x="626364" y="36385"/>
                  </a:lnTo>
                  <a:lnTo>
                    <a:pt x="633742" y="51320"/>
                  </a:lnTo>
                  <a:lnTo>
                    <a:pt x="638556" y="65532"/>
                  </a:lnTo>
                  <a:lnTo>
                    <a:pt x="643128" y="79248"/>
                  </a:lnTo>
                  <a:lnTo>
                    <a:pt x="646176" y="85344"/>
                  </a:lnTo>
                  <a:lnTo>
                    <a:pt x="653796" y="85344"/>
                  </a:lnTo>
                  <a:lnTo>
                    <a:pt x="656844" y="80772"/>
                  </a:lnTo>
                  <a:lnTo>
                    <a:pt x="661416" y="74676"/>
                  </a:lnTo>
                  <a:lnTo>
                    <a:pt x="665988" y="67056"/>
                  </a:lnTo>
                  <a:lnTo>
                    <a:pt x="669036" y="59436"/>
                  </a:lnTo>
                  <a:lnTo>
                    <a:pt x="669036" y="47244"/>
                  </a:lnTo>
                  <a:close/>
                </a:path>
                <a:path w="855345" h="399414">
                  <a:moveTo>
                    <a:pt x="830580" y="102108"/>
                  </a:moveTo>
                  <a:lnTo>
                    <a:pt x="795528" y="65532"/>
                  </a:lnTo>
                  <a:lnTo>
                    <a:pt x="769620" y="92964"/>
                  </a:lnTo>
                  <a:lnTo>
                    <a:pt x="472440" y="92964"/>
                  </a:lnTo>
                  <a:lnTo>
                    <a:pt x="487680" y="108204"/>
                  </a:lnTo>
                  <a:lnTo>
                    <a:pt x="497979" y="105968"/>
                  </a:lnTo>
                  <a:lnTo>
                    <a:pt x="508444" y="104013"/>
                  </a:lnTo>
                  <a:lnTo>
                    <a:pt x="519176" y="102641"/>
                  </a:lnTo>
                  <a:lnTo>
                    <a:pt x="530352" y="102108"/>
                  </a:lnTo>
                  <a:lnTo>
                    <a:pt x="830580" y="102108"/>
                  </a:lnTo>
                  <a:close/>
                </a:path>
                <a:path w="855345" h="399414">
                  <a:moveTo>
                    <a:pt x="854964" y="362712"/>
                  </a:moveTo>
                  <a:lnTo>
                    <a:pt x="819912" y="324612"/>
                  </a:lnTo>
                  <a:lnTo>
                    <a:pt x="794004" y="353568"/>
                  </a:lnTo>
                  <a:lnTo>
                    <a:pt x="675132" y="353568"/>
                  </a:lnTo>
                  <a:lnTo>
                    <a:pt x="693420" y="309829"/>
                  </a:lnTo>
                  <a:lnTo>
                    <a:pt x="711708" y="263080"/>
                  </a:lnTo>
                  <a:lnTo>
                    <a:pt x="729996" y="213194"/>
                  </a:lnTo>
                  <a:lnTo>
                    <a:pt x="748284" y="160020"/>
                  </a:lnTo>
                  <a:lnTo>
                    <a:pt x="768096" y="147828"/>
                  </a:lnTo>
                  <a:lnTo>
                    <a:pt x="720852" y="121920"/>
                  </a:lnTo>
                  <a:lnTo>
                    <a:pt x="716280" y="158305"/>
                  </a:lnTo>
                  <a:lnTo>
                    <a:pt x="708139" y="199732"/>
                  </a:lnTo>
                  <a:lnTo>
                    <a:pt x="696480" y="246138"/>
                  </a:lnTo>
                  <a:lnTo>
                    <a:pt x="681393" y="297446"/>
                  </a:lnTo>
                  <a:lnTo>
                    <a:pt x="662940" y="353568"/>
                  </a:lnTo>
                  <a:lnTo>
                    <a:pt x="445008" y="353568"/>
                  </a:lnTo>
                  <a:lnTo>
                    <a:pt x="460248" y="368808"/>
                  </a:lnTo>
                  <a:lnTo>
                    <a:pt x="469887" y="366572"/>
                  </a:lnTo>
                  <a:lnTo>
                    <a:pt x="480250" y="364617"/>
                  </a:lnTo>
                  <a:lnTo>
                    <a:pt x="490893" y="363245"/>
                  </a:lnTo>
                  <a:lnTo>
                    <a:pt x="501396" y="362712"/>
                  </a:lnTo>
                  <a:lnTo>
                    <a:pt x="854964" y="362712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8" name="object 28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7018020" y="4178807"/>
              <a:ext cx="1642872" cy="458724"/>
            </a:xfrm>
            <a:prstGeom prst="rect">
              <a:avLst/>
            </a:prstGeom>
          </p:spPr>
        </p:pic>
      </p:grpSp>
      <p:sp>
        <p:nvSpPr>
          <p:cNvPr id="29" name="object 29"/>
          <p:cNvSpPr/>
          <p:nvPr/>
        </p:nvSpPr>
        <p:spPr>
          <a:xfrm>
            <a:off x="8741616" y="4392167"/>
            <a:ext cx="61594" cy="195580"/>
          </a:xfrm>
          <a:custGeom>
            <a:avLst/>
            <a:gdLst/>
            <a:ahLst/>
            <a:cxnLst/>
            <a:rect l="l" t="t" r="r" b="b"/>
            <a:pathLst>
              <a:path w="61595" h="195579">
                <a:moveTo>
                  <a:pt x="16811" y="195072"/>
                </a:moveTo>
                <a:lnTo>
                  <a:pt x="7667" y="195072"/>
                </a:lnTo>
                <a:lnTo>
                  <a:pt x="7667" y="193548"/>
                </a:lnTo>
                <a:lnTo>
                  <a:pt x="9191" y="192024"/>
                </a:lnTo>
                <a:lnTo>
                  <a:pt x="12239" y="190500"/>
                </a:lnTo>
                <a:lnTo>
                  <a:pt x="18335" y="185928"/>
                </a:lnTo>
                <a:lnTo>
                  <a:pt x="36623" y="152400"/>
                </a:lnTo>
                <a:lnTo>
                  <a:pt x="22907" y="152400"/>
                </a:lnTo>
                <a:lnTo>
                  <a:pt x="16811" y="149352"/>
                </a:lnTo>
                <a:lnTo>
                  <a:pt x="12239" y="147828"/>
                </a:lnTo>
                <a:lnTo>
                  <a:pt x="7667" y="144780"/>
                </a:lnTo>
                <a:lnTo>
                  <a:pt x="6143" y="140208"/>
                </a:lnTo>
                <a:lnTo>
                  <a:pt x="3095" y="135636"/>
                </a:lnTo>
                <a:lnTo>
                  <a:pt x="3095" y="120396"/>
                </a:lnTo>
                <a:lnTo>
                  <a:pt x="4619" y="115824"/>
                </a:lnTo>
                <a:lnTo>
                  <a:pt x="10715" y="109728"/>
                </a:lnTo>
                <a:lnTo>
                  <a:pt x="15287" y="106680"/>
                </a:lnTo>
                <a:lnTo>
                  <a:pt x="18335" y="105156"/>
                </a:lnTo>
                <a:lnTo>
                  <a:pt x="22907" y="103632"/>
                </a:lnTo>
                <a:lnTo>
                  <a:pt x="25955" y="102108"/>
                </a:lnTo>
                <a:lnTo>
                  <a:pt x="32051" y="102108"/>
                </a:lnTo>
                <a:lnTo>
                  <a:pt x="45767" y="106680"/>
                </a:lnTo>
                <a:lnTo>
                  <a:pt x="50339" y="111252"/>
                </a:lnTo>
                <a:lnTo>
                  <a:pt x="54911" y="117348"/>
                </a:lnTo>
                <a:lnTo>
                  <a:pt x="57959" y="123444"/>
                </a:lnTo>
                <a:lnTo>
                  <a:pt x="59483" y="129540"/>
                </a:lnTo>
                <a:lnTo>
                  <a:pt x="59483" y="141732"/>
                </a:lnTo>
                <a:lnTo>
                  <a:pt x="44196" y="177998"/>
                </a:lnTo>
                <a:lnTo>
                  <a:pt x="22907" y="193548"/>
                </a:lnTo>
                <a:lnTo>
                  <a:pt x="16811" y="195072"/>
                </a:lnTo>
                <a:close/>
              </a:path>
              <a:path w="61595" h="195579">
                <a:moveTo>
                  <a:pt x="35099" y="59436"/>
                </a:moveTo>
                <a:lnTo>
                  <a:pt x="25955" y="59436"/>
                </a:lnTo>
                <a:lnTo>
                  <a:pt x="18335" y="56388"/>
                </a:lnTo>
                <a:lnTo>
                  <a:pt x="10715" y="51816"/>
                </a:lnTo>
                <a:lnTo>
                  <a:pt x="5619" y="47815"/>
                </a:lnTo>
                <a:lnTo>
                  <a:pt x="1952" y="42672"/>
                </a:lnTo>
                <a:lnTo>
                  <a:pt x="0" y="36385"/>
                </a:lnTo>
                <a:lnTo>
                  <a:pt x="47" y="16764"/>
                </a:lnTo>
                <a:lnTo>
                  <a:pt x="4619" y="9144"/>
                </a:lnTo>
                <a:lnTo>
                  <a:pt x="10715" y="6096"/>
                </a:lnTo>
                <a:lnTo>
                  <a:pt x="18335" y="1524"/>
                </a:lnTo>
                <a:lnTo>
                  <a:pt x="24431" y="0"/>
                </a:lnTo>
                <a:lnTo>
                  <a:pt x="35099" y="0"/>
                </a:lnTo>
                <a:lnTo>
                  <a:pt x="41195" y="1524"/>
                </a:lnTo>
                <a:lnTo>
                  <a:pt x="48815" y="3048"/>
                </a:lnTo>
                <a:lnTo>
                  <a:pt x="53721" y="6191"/>
                </a:lnTo>
                <a:lnTo>
                  <a:pt x="57197" y="11049"/>
                </a:lnTo>
                <a:lnTo>
                  <a:pt x="59531" y="17621"/>
                </a:lnTo>
                <a:lnTo>
                  <a:pt x="61007" y="25908"/>
                </a:lnTo>
                <a:lnTo>
                  <a:pt x="60388" y="35337"/>
                </a:lnTo>
                <a:lnTo>
                  <a:pt x="58340" y="43053"/>
                </a:lnTo>
                <a:lnTo>
                  <a:pt x="54578" y="49053"/>
                </a:lnTo>
                <a:lnTo>
                  <a:pt x="48815" y="53340"/>
                </a:lnTo>
                <a:lnTo>
                  <a:pt x="41195" y="56388"/>
                </a:lnTo>
                <a:lnTo>
                  <a:pt x="35099" y="5943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" name="object 30"/>
          <p:cNvSpPr/>
          <p:nvPr/>
        </p:nvSpPr>
        <p:spPr>
          <a:xfrm>
            <a:off x="9153144" y="4181855"/>
            <a:ext cx="402590" cy="411480"/>
          </a:xfrm>
          <a:custGeom>
            <a:avLst/>
            <a:gdLst/>
            <a:ahLst/>
            <a:cxnLst/>
            <a:rect l="l" t="t" r="r" b="b"/>
            <a:pathLst>
              <a:path w="402590" h="411479">
                <a:moveTo>
                  <a:pt x="205740" y="54864"/>
                </a:moveTo>
                <a:lnTo>
                  <a:pt x="181356" y="54864"/>
                </a:lnTo>
                <a:lnTo>
                  <a:pt x="182237" y="42648"/>
                </a:lnTo>
                <a:lnTo>
                  <a:pt x="182644" y="30480"/>
                </a:lnTo>
                <a:lnTo>
                  <a:pt x="182744" y="24384"/>
                </a:lnTo>
                <a:lnTo>
                  <a:pt x="182833" y="16764"/>
                </a:lnTo>
                <a:lnTo>
                  <a:pt x="182880" y="0"/>
                </a:lnTo>
                <a:lnTo>
                  <a:pt x="224028" y="16764"/>
                </a:lnTo>
                <a:lnTo>
                  <a:pt x="211836" y="24384"/>
                </a:lnTo>
                <a:lnTo>
                  <a:pt x="205740" y="54864"/>
                </a:lnTo>
                <a:close/>
              </a:path>
              <a:path w="402590" h="411479">
                <a:moveTo>
                  <a:pt x="41148" y="71628"/>
                </a:moveTo>
                <a:lnTo>
                  <a:pt x="25908" y="54864"/>
                </a:lnTo>
                <a:lnTo>
                  <a:pt x="324612" y="54864"/>
                </a:lnTo>
                <a:lnTo>
                  <a:pt x="347472" y="30480"/>
                </a:lnTo>
                <a:lnTo>
                  <a:pt x="377952" y="65532"/>
                </a:lnTo>
                <a:lnTo>
                  <a:pt x="82296" y="65532"/>
                </a:lnTo>
                <a:lnTo>
                  <a:pt x="71794" y="65841"/>
                </a:lnTo>
                <a:lnTo>
                  <a:pt x="61150" y="66865"/>
                </a:lnTo>
                <a:lnTo>
                  <a:pt x="50792" y="68746"/>
                </a:lnTo>
                <a:lnTo>
                  <a:pt x="41148" y="71628"/>
                </a:lnTo>
                <a:close/>
              </a:path>
              <a:path w="402590" h="411479">
                <a:moveTo>
                  <a:pt x="199644" y="115824"/>
                </a:moveTo>
                <a:lnTo>
                  <a:pt x="176784" y="115824"/>
                </a:lnTo>
                <a:lnTo>
                  <a:pt x="179832" y="65532"/>
                </a:lnTo>
                <a:lnTo>
                  <a:pt x="204216" y="65532"/>
                </a:lnTo>
                <a:lnTo>
                  <a:pt x="199644" y="115824"/>
                </a:lnTo>
                <a:close/>
              </a:path>
              <a:path w="402590" h="411479">
                <a:moveTo>
                  <a:pt x="311833" y="115824"/>
                </a:moveTo>
                <a:lnTo>
                  <a:pt x="274320" y="115824"/>
                </a:lnTo>
                <a:lnTo>
                  <a:pt x="286512" y="97536"/>
                </a:lnTo>
                <a:lnTo>
                  <a:pt x="311833" y="115824"/>
                </a:lnTo>
                <a:close/>
              </a:path>
              <a:path w="402590" h="411479">
                <a:moveTo>
                  <a:pt x="118872" y="306323"/>
                </a:moveTo>
                <a:lnTo>
                  <a:pt x="94488" y="306323"/>
                </a:lnTo>
                <a:lnTo>
                  <a:pt x="94403" y="211836"/>
                </a:lnTo>
                <a:lnTo>
                  <a:pt x="94299" y="175260"/>
                </a:lnTo>
                <a:lnTo>
                  <a:pt x="93826" y="131064"/>
                </a:lnTo>
                <a:lnTo>
                  <a:pt x="92964" y="103632"/>
                </a:lnTo>
                <a:lnTo>
                  <a:pt x="118872" y="115824"/>
                </a:lnTo>
                <a:lnTo>
                  <a:pt x="311833" y="115824"/>
                </a:lnTo>
                <a:lnTo>
                  <a:pt x="313944" y="117348"/>
                </a:lnTo>
                <a:lnTo>
                  <a:pt x="304800" y="126492"/>
                </a:lnTo>
                <a:lnTo>
                  <a:pt x="118872" y="126492"/>
                </a:lnTo>
                <a:lnTo>
                  <a:pt x="118872" y="164592"/>
                </a:lnTo>
                <a:lnTo>
                  <a:pt x="300228" y="164592"/>
                </a:lnTo>
                <a:lnTo>
                  <a:pt x="300228" y="175260"/>
                </a:lnTo>
                <a:lnTo>
                  <a:pt x="118872" y="175260"/>
                </a:lnTo>
                <a:lnTo>
                  <a:pt x="118872" y="211836"/>
                </a:lnTo>
                <a:lnTo>
                  <a:pt x="300228" y="211836"/>
                </a:lnTo>
                <a:lnTo>
                  <a:pt x="300228" y="222504"/>
                </a:lnTo>
                <a:lnTo>
                  <a:pt x="118872" y="222504"/>
                </a:lnTo>
                <a:lnTo>
                  <a:pt x="118872" y="259080"/>
                </a:lnTo>
                <a:lnTo>
                  <a:pt x="300228" y="259080"/>
                </a:lnTo>
                <a:lnTo>
                  <a:pt x="300228" y="269748"/>
                </a:lnTo>
                <a:lnTo>
                  <a:pt x="118872" y="269748"/>
                </a:lnTo>
                <a:lnTo>
                  <a:pt x="118872" y="306323"/>
                </a:lnTo>
                <a:close/>
              </a:path>
              <a:path w="402590" h="411479">
                <a:moveTo>
                  <a:pt x="300228" y="164592"/>
                </a:moveTo>
                <a:lnTo>
                  <a:pt x="275844" y="164592"/>
                </a:lnTo>
                <a:lnTo>
                  <a:pt x="275844" y="126492"/>
                </a:lnTo>
                <a:lnTo>
                  <a:pt x="304800" y="126492"/>
                </a:lnTo>
                <a:lnTo>
                  <a:pt x="300228" y="131064"/>
                </a:lnTo>
                <a:lnTo>
                  <a:pt x="300228" y="164592"/>
                </a:lnTo>
                <a:close/>
              </a:path>
              <a:path w="402590" h="411479">
                <a:moveTo>
                  <a:pt x="300228" y="211836"/>
                </a:moveTo>
                <a:lnTo>
                  <a:pt x="275844" y="211836"/>
                </a:lnTo>
                <a:lnTo>
                  <a:pt x="275844" y="175260"/>
                </a:lnTo>
                <a:lnTo>
                  <a:pt x="300228" y="175260"/>
                </a:lnTo>
                <a:lnTo>
                  <a:pt x="300228" y="211836"/>
                </a:lnTo>
                <a:close/>
              </a:path>
              <a:path w="402590" h="411479">
                <a:moveTo>
                  <a:pt x="300228" y="259080"/>
                </a:moveTo>
                <a:lnTo>
                  <a:pt x="275844" y="259080"/>
                </a:lnTo>
                <a:lnTo>
                  <a:pt x="275844" y="222504"/>
                </a:lnTo>
                <a:lnTo>
                  <a:pt x="300228" y="222504"/>
                </a:lnTo>
                <a:lnTo>
                  <a:pt x="300228" y="259080"/>
                </a:lnTo>
                <a:close/>
              </a:path>
              <a:path w="402590" h="411479">
                <a:moveTo>
                  <a:pt x="300228" y="306323"/>
                </a:moveTo>
                <a:lnTo>
                  <a:pt x="275844" y="306323"/>
                </a:lnTo>
                <a:lnTo>
                  <a:pt x="275844" y="269748"/>
                </a:lnTo>
                <a:lnTo>
                  <a:pt x="300228" y="269748"/>
                </a:lnTo>
                <a:lnTo>
                  <a:pt x="300228" y="306323"/>
                </a:lnTo>
                <a:close/>
              </a:path>
              <a:path w="402590" h="411479">
                <a:moveTo>
                  <a:pt x="15240" y="321564"/>
                </a:moveTo>
                <a:lnTo>
                  <a:pt x="0" y="306323"/>
                </a:lnTo>
                <a:lnTo>
                  <a:pt x="345948" y="306323"/>
                </a:lnTo>
                <a:lnTo>
                  <a:pt x="371856" y="281940"/>
                </a:lnTo>
                <a:lnTo>
                  <a:pt x="402336" y="315468"/>
                </a:lnTo>
                <a:lnTo>
                  <a:pt x="56388" y="315468"/>
                </a:lnTo>
                <a:lnTo>
                  <a:pt x="45243" y="315777"/>
                </a:lnTo>
                <a:lnTo>
                  <a:pt x="34671" y="316801"/>
                </a:lnTo>
                <a:lnTo>
                  <a:pt x="24669" y="318682"/>
                </a:lnTo>
                <a:lnTo>
                  <a:pt x="15240" y="321564"/>
                </a:lnTo>
                <a:close/>
              </a:path>
              <a:path w="402590" h="411479">
                <a:moveTo>
                  <a:pt x="32004" y="411480"/>
                </a:moveTo>
                <a:lnTo>
                  <a:pt x="30480" y="406908"/>
                </a:lnTo>
                <a:lnTo>
                  <a:pt x="68484" y="382547"/>
                </a:lnTo>
                <a:lnTo>
                  <a:pt x="100203" y="359473"/>
                </a:lnTo>
                <a:lnTo>
                  <a:pt x="125634" y="337256"/>
                </a:lnTo>
                <a:lnTo>
                  <a:pt x="144780" y="315468"/>
                </a:lnTo>
                <a:lnTo>
                  <a:pt x="173736" y="341376"/>
                </a:lnTo>
                <a:lnTo>
                  <a:pt x="155448" y="345948"/>
                </a:lnTo>
                <a:lnTo>
                  <a:pt x="120300" y="368831"/>
                </a:lnTo>
                <a:lnTo>
                  <a:pt x="88011" y="387286"/>
                </a:lnTo>
                <a:lnTo>
                  <a:pt x="58578" y="401454"/>
                </a:lnTo>
                <a:lnTo>
                  <a:pt x="32004" y="411480"/>
                </a:lnTo>
                <a:close/>
              </a:path>
              <a:path w="402590" h="411479">
                <a:moveTo>
                  <a:pt x="347472" y="411480"/>
                </a:moveTo>
                <a:lnTo>
                  <a:pt x="342900" y="411480"/>
                </a:lnTo>
                <a:lnTo>
                  <a:pt x="338328" y="406908"/>
                </a:lnTo>
                <a:lnTo>
                  <a:pt x="330708" y="397764"/>
                </a:lnTo>
                <a:lnTo>
                  <a:pt x="319611" y="385452"/>
                </a:lnTo>
                <a:lnTo>
                  <a:pt x="300228" y="368998"/>
                </a:lnTo>
                <a:lnTo>
                  <a:pt x="272843" y="348257"/>
                </a:lnTo>
                <a:lnTo>
                  <a:pt x="237744" y="323088"/>
                </a:lnTo>
                <a:lnTo>
                  <a:pt x="240792" y="316992"/>
                </a:lnTo>
                <a:lnTo>
                  <a:pt x="321564" y="352044"/>
                </a:lnTo>
                <a:lnTo>
                  <a:pt x="355092" y="381000"/>
                </a:lnTo>
                <a:lnTo>
                  <a:pt x="355092" y="397764"/>
                </a:lnTo>
                <a:lnTo>
                  <a:pt x="352044" y="402336"/>
                </a:lnTo>
                <a:lnTo>
                  <a:pt x="350520" y="408432"/>
                </a:lnTo>
                <a:lnTo>
                  <a:pt x="347472" y="41148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" name="object 31"/>
          <p:cNvSpPr/>
          <p:nvPr/>
        </p:nvSpPr>
        <p:spPr>
          <a:xfrm>
            <a:off x="9601200" y="4198620"/>
            <a:ext cx="393700" cy="364490"/>
          </a:xfrm>
          <a:custGeom>
            <a:avLst/>
            <a:gdLst/>
            <a:ahLst/>
            <a:cxnLst/>
            <a:rect l="l" t="t" r="r" b="b"/>
            <a:pathLst>
              <a:path w="393700" h="364489">
                <a:moveTo>
                  <a:pt x="15240" y="364235"/>
                </a:moveTo>
                <a:lnTo>
                  <a:pt x="0" y="347471"/>
                </a:lnTo>
                <a:lnTo>
                  <a:pt x="85344" y="347471"/>
                </a:lnTo>
                <a:lnTo>
                  <a:pt x="85344" y="160019"/>
                </a:lnTo>
                <a:lnTo>
                  <a:pt x="85153" y="144017"/>
                </a:lnTo>
                <a:lnTo>
                  <a:pt x="84701" y="132587"/>
                </a:lnTo>
                <a:lnTo>
                  <a:pt x="83820" y="118871"/>
                </a:lnTo>
                <a:lnTo>
                  <a:pt x="126492" y="138683"/>
                </a:lnTo>
                <a:lnTo>
                  <a:pt x="109728" y="150875"/>
                </a:lnTo>
                <a:lnTo>
                  <a:pt x="109728" y="347471"/>
                </a:lnTo>
                <a:lnTo>
                  <a:pt x="196596" y="347471"/>
                </a:lnTo>
                <a:lnTo>
                  <a:pt x="196596" y="36575"/>
                </a:lnTo>
                <a:lnTo>
                  <a:pt x="89916" y="36575"/>
                </a:lnTo>
                <a:lnTo>
                  <a:pt x="79414" y="36885"/>
                </a:lnTo>
                <a:lnTo>
                  <a:pt x="68770" y="37909"/>
                </a:lnTo>
                <a:lnTo>
                  <a:pt x="58412" y="39790"/>
                </a:lnTo>
                <a:lnTo>
                  <a:pt x="48768" y="42671"/>
                </a:lnTo>
                <a:lnTo>
                  <a:pt x="33528" y="25907"/>
                </a:lnTo>
                <a:lnTo>
                  <a:pt x="326136" y="25907"/>
                </a:lnTo>
                <a:lnTo>
                  <a:pt x="353568" y="0"/>
                </a:lnTo>
                <a:lnTo>
                  <a:pt x="388620" y="36575"/>
                </a:lnTo>
                <a:lnTo>
                  <a:pt x="220980" y="36575"/>
                </a:lnTo>
                <a:lnTo>
                  <a:pt x="220980" y="173735"/>
                </a:lnTo>
                <a:lnTo>
                  <a:pt x="306324" y="173735"/>
                </a:lnTo>
                <a:lnTo>
                  <a:pt x="330708" y="149351"/>
                </a:lnTo>
                <a:lnTo>
                  <a:pt x="365760" y="184403"/>
                </a:lnTo>
                <a:lnTo>
                  <a:pt x="220980" y="184403"/>
                </a:lnTo>
                <a:lnTo>
                  <a:pt x="220980" y="347471"/>
                </a:lnTo>
                <a:lnTo>
                  <a:pt x="326136" y="347471"/>
                </a:lnTo>
                <a:lnTo>
                  <a:pt x="355092" y="320039"/>
                </a:lnTo>
                <a:lnTo>
                  <a:pt x="393192" y="358139"/>
                </a:lnTo>
                <a:lnTo>
                  <a:pt x="57912" y="358139"/>
                </a:lnTo>
                <a:lnTo>
                  <a:pt x="46743" y="358449"/>
                </a:lnTo>
                <a:lnTo>
                  <a:pt x="36004" y="359473"/>
                </a:lnTo>
                <a:lnTo>
                  <a:pt x="25550" y="361354"/>
                </a:lnTo>
                <a:lnTo>
                  <a:pt x="15240" y="36423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" name="object 32"/>
          <p:cNvSpPr/>
          <p:nvPr/>
        </p:nvSpPr>
        <p:spPr>
          <a:xfrm>
            <a:off x="2122932" y="4721352"/>
            <a:ext cx="401320" cy="405765"/>
          </a:xfrm>
          <a:custGeom>
            <a:avLst/>
            <a:gdLst/>
            <a:ahLst/>
            <a:cxnLst/>
            <a:rect l="l" t="t" r="r" b="b"/>
            <a:pathLst>
              <a:path w="401319" h="405764">
                <a:moveTo>
                  <a:pt x="115824" y="103632"/>
                </a:moveTo>
                <a:lnTo>
                  <a:pt x="91440" y="103632"/>
                </a:lnTo>
                <a:lnTo>
                  <a:pt x="91201" y="74795"/>
                </a:lnTo>
                <a:lnTo>
                  <a:pt x="90138" y="21336"/>
                </a:lnTo>
                <a:lnTo>
                  <a:pt x="89916" y="0"/>
                </a:lnTo>
                <a:lnTo>
                  <a:pt x="131064" y="21336"/>
                </a:lnTo>
                <a:lnTo>
                  <a:pt x="115824" y="33528"/>
                </a:lnTo>
                <a:lnTo>
                  <a:pt x="115824" y="103632"/>
                </a:lnTo>
                <a:close/>
              </a:path>
              <a:path w="401319" h="405764">
                <a:moveTo>
                  <a:pt x="172212" y="152400"/>
                </a:moveTo>
                <a:lnTo>
                  <a:pt x="155448" y="135636"/>
                </a:lnTo>
                <a:lnTo>
                  <a:pt x="228600" y="131064"/>
                </a:lnTo>
                <a:lnTo>
                  <a:pt x="228530" y="80772"/>
                </a:lnTo>
                <a:lnTo>
                  <a:pt x="228415" y="56673"/>
                </a:lnTo>
                <a:lnTo>
                  <a:pt x="227958" y="25908"/>
                </a:lnTo>
                <a:lnTo>
                  <a:pt x="227076" y="1524"/>
                </a:lnTo>
                <a:lnTo>
                  <a:pt x="269748" y="21336"/>
                </a:lnTo>
                <a:lnTo>
                  <a:pt x="253599" y="58102"/>
                </a:lnTo>
                <a:lnTo>
                  <a:pt x="253046" y="99060"/>
                </a:lnTo>
                <a:lnTo>
                  <a:pt x="252984" y="129540"/>
                </a:lnTo>
                <a:lnTo>
                  <a:pt x="393192" y="129540"/>
                </a:lnTo>
                <a:lnTo>
                  <a:pt x="252984" y="140208"/>
                </a:lnTo>
                <a:lnTo>
                  <a:pt x="253022" y="141732"/>
                </a:lnTo>
                <a:lnTo>
                  <a:pt x="228600" y="141732"/>
                </a:lnTo>
                <a:lnTo>
                  <a:pt x="185928" y="144780"/>
                </a:lnTo>
                <a:lnTo>
                  <a:pt x="172212" y="152400"/>
                </a:lnTo>
                <a:close/>
              </a:path>
              <a:path w="401319" h="405764">
                <a:moveTo>
                  <a:pt x="348996" y="94488"/>
                </a:moveTo>
                <a:lnTo>
                  <a:pt x="341376" y="94488"/>
                </a:lnTo>
                <a:lnTo>
                  <a:pt x="336804" y="89916"/>
                </a:lnTo>
                <a:lnTo>
                  <a:pt x="332232" y="80772"/>
                </a:lnTo>
                <a:lnTo>
                  <a:pt x="325350" y="69937"/>
                </a:lnTo>
                <a:lnTo>
                  <a:pt x="316039" y="58102"/>
                </a:lnTo>
                <a:lnTo>
                  <a:pt x="304157" y="45410"/>
                </a:lnTo>
                <a:lnTo>
                  <a:pt x="289560" y="32004"/>
                </a:lnTo>
                <a:lnTo>
                  <a:pt x="292608" y="25908"/>
                </a:lnTo>
                <a:lnTo>
                  <a:pt x="328231" y="40386"/>
                </a:lnTo>
                <a:lnTo>
                  <a:pt x="359664" y="64008"/>
                </a:lnTo>
                <a:lnTo>
                  <a:pt x="359664" y="79248"/>
                </a:lnTo>
                <a:lnTo>
                  <a:pt x="358140" y="85344"/>
                </a:lnTo>
                <a:lnTo>
                  <a:pt x="355092" y="88392"/>
                </a:lnTo>
                <a:lnTo>
                  <a:pt x="352044" y="92964"/>
                </a:lnTo>
                <a:lnTo>
                  <a:pt x="348996" y="94488"/>
                </a:lnTo>
                <a:close/>
              </a:path>
              <a:path w="401319" h="405764">
                <a:moveTo>
                  <a:pt x="21336" y="118872"/>
                </a:moveTo>
                <a:lnTo>
                  <a:pt x="6096" y="103632"/>
                </a:lnTo>
                <a:lnTo>
                  <a:pt x="138684" y="103632"/>
                </a:lnTo>
                <a:lnTo>
                  <a:pt x="156972" y="83820"/>
                </a:lnTo>
                <a:lnTo>
                  <a:pt x="185928" y="112776"/>
                </a:lnTo>
                <a:lnTo>
                  <a:pt x="62484" y="112776"/>
                </a:lnTo>
                <a:lnTo>
                  <a:pt x="51982" y="113299"/>
                </a:lnTo>
                <a:lnTo>
                  <a:pt x="41338" y="114681"/>
                </a:lnTo>
                <a:lnTo>
                  <a:pt x="30980" y="116633"/>
                </a:lnTo>
                <a:lnTo>
                  <a:pt x="21336" y="118872"/>
                </a:lnTo>
                <a:close/>
              </a:path>
              <a:path w="401319" h="405764">
                <a:moveTo>
                  <a:pt x="393192" y="129540"/>
                </a:moveTo>
                <a:lnTo>
                  <a:pt x="252984" y="129540"/>
                </a:lnTo>
                <a:lnTo>
                  <a:pt x="336804" y="121920"/>
                </a:lnTo>
                <a:lnTo>
                  <a:pt x="358140" y="99060"/>
                </a:lnTo>
                <a:lnTo>
                  <a:pt x="393192" y="129540"/>
                </a:lnTo>
                <a:close/>
              </a:path>
              <a:path w="401319" h="405764">
                <a:moveTo>
                  <a:pt x="22860" y="263652"/>
                </a:moveTo>
                <a:lnTo>
                  <a:pt x="0" y="230124"/>
                </a:lnTo>
                <a:lnTo>
                  <a:pt x="14287" y="226671"/>
                </a:lnTo>
                <a:lnTo>
                  <a:pt x="34290" y="220789"/>
                </a:lnTo>
                <a:lnTo>
                  <a:pt x="60007" y="212336"/>
                </a:lnTo>
                <a:lnTo>
                  <a:pt x="91440" y="201168"/>
                </a:lnTo>
                <a:lnTo>
                  <a:pt x="91440" y="112776"/>
                </a:lnTo>
                <a:lnTo>
                  <a:pt x="115824" y="112776"/>
                </a:lnTo>
                <a:lnTo>
                  <a:pt x="115824" y="193548"/>
                </a:lnTo>
                <a:lnTo>
                  <a:pt x="148590" y="193548"/>
                </a:lnTo>
                <a:lnTo>
                  <a:pt x="115824" y="210312"/>
                </a:lnTo>
                <a:lnTo>
                  <a:pt x="115824" y="220980"/>
                </a:lnTo>
                <a:lnTo>
                  <a:pt x="91440" y="220980"/>
                </a:lnTo>
                <a:lnTo>
                  <a:pt x="64008" y="233862"/>
                </a:lnTo>
                <a:lnTo>
                  <a:pt x="43434" y="245173"/>
                </a:lnTo>
                <a:lnTo>
                  <a:pt x="29718" y="255055"/>
                </a:lnTo>
                <a:lnTo>
                  <a:pt x="22860" y="263652"/>
                </a:lnTo>
                <a:close/>
              </a:path>
              <a:path w="401319" h="405764">
                <a:moveTo>
                  <a:pt x="144780" y="362712"/>
                </a:moveTo>
                <a:lnTo>
                  <a:pt x="141732" y="356616"/>
                </a:lnTo>
                <a:lnTo>
                  <a:pt x="169735" y="340399"/>
                </a:lnTo>
                <a:lnTo>
                  <a:pt x="196596" y="321754"/>
                </a:lnTo>
                <a:lnTo>
                  <a:pt x="222313" y="301109"/>
                </a:lnTo>
                <a:lnTo>
                  <a:pt x="246888" y="278892"/>
                </a:lnTo>
                <a:lnTo>
                  <a:pt x="239744" y="254031"/>
                </a:lnTo>
                <a:lnTo>
                  <a:pt x="234307" y="222813"/>
                </a:lnTo>
                <a:lnTo>
                  <a:pt x="230600" y="185451"/>
                </a:lnTo>
                <a:lnTo>
                  <a:pt x="228600" y="141732"/>
                </a:lnTo>
                <a:lnTo>
                  <a:pt x="253022" y="141732"/>
                </a:lnTo>
                <a:lnTo>
                  <a:pt x="253841" y="174212"/>
                </a:lnTo>
                <a:lnTo>
                  <a:pt x="256413" y="205359"/>
                </a:lnTo>
                <a:lnTo>
                  <a:pt x="260695" y="233624"/>
                </a:lnTo>
                <a:lnTo>
                  <a:pt x="266700" y="259080"/>
                </a:lnTo>
                <a:lnTo>
                  <a:pt x="302715" y="259080"/>
                </a:lnTo>
                <a:lnTo>
                  <a:pt x="297275" y="264390"/>
                </a:lnTo>
                <a:lnTo>
                  <a:pt x="275844" y="283464"/>
                </a:lnTo>
                <a:lnTo>
                  <a:pt x="287656" y="300228"/>
                </a:lnTo>
                <a:lnTo>
                  <a:pt x="256032" y="300228"/>
                </a:lnTo>
                <a:lnTo>
                  <a:pt x="227718" y="319635"/>
                </a:lnTo>
                <a:lnTo>
                  <a:pt x="199834" y="336613"/>
                </a:lnTo>
                <a:lnTo>
                  <a:pt x="172235" y="351020"/>
                </a:lnTo>
                <a:lnTo>
                  <a:pt x="144780" y="362712"/>
                </a:lnTo>
                <a:close/>
              </a:path>
              <a:path w="401319" h="405764">
                <a:moveTo>
                  <a:pt x="302715" y="259080"/>
                </a:moveTo>
                <a:lnTo>
                  <a:pt x="266700" y="259080"/>
                </a:lnTo>
                <a:lnTo>
                  <a:pt x="291893" y="233624"/>
                </a:lnTo>
                <a:lnTo>
                  <a:pt x="312801" y="209740"/>
                </a:lnTo>
                <a:lnTo>
                  <a:pt x="329707" y="187285"/>
                </a:lnTo>
                <a:lnTo>
                  <a:pt x="342900" y="166116"/>
                </a:lnTo>
                <a:lnTo>
                  <a:pt x="374904" y="198120"/>
                </a:lnTo>
                <a:lnTo>
                  <a:pt x="358140" y="201168"/>
                </a:lnTo>
                <a:lnTo>
                  <a:pt x="338354" y="222885"/>
                </a:lnTo>
                <a:lnTo>
                  <a:pt x="318135" y="244030"/>
                </a:lnTo>
                <a:lnTo>
                  <a:pt x="302715" y="259080"/>
                </a:lnTo>
                <a:close/>
              </a:path>
              <a:path w="401319" h="405764">
                <a:moveTo>
                  <a:pt x="148590" y="193548"/>
                </a:moveTo>
                <a:lnTo>
                  <a:pt x="115824" y="193548"/>
                </a:lnTo>
                <a:lnTo>
                  <a:pt x="178308" y="169164"/>
                </a:lnTo>
                <a:lnTo>
                  <a:pt x="181356" y="176784"/>
                </a:lnTo>
                <a:lnTo>
                  <a:pt x="148590" y="193548"/>
                </a:lnTo>
                <a:close/>
              </a:path>
              <a:path w="401319" h="405764">
                <a:moveTo>
                  <a:pt x="115076" y="364236"/>
                </a:moveTo>
                <a:lnTo>
                  <a:pt x="86868" y="364236"/>
                </a:lnTo>
                <a:lnTo>
                  <a:pt x="91440" y="358140"/>
                </a:lnTo>
                <a:lnTo>
                  <a:pt x="91440" y="220980"/>
                </a:lnTo>
                <a:lnTo>
                  <a:pt x="115824" y="220980"/>
                </a:lnTo>
                <a:lnTo>
                  <a:pt x="115824" y="361188"/>
                </a:lnTo>
                <a:lnTo>
                  <a:pt x="115076" y="364236"/>
                </a:lnTo>
                <a:close/>
              </a:path>
              <a:path w="401319" h="405764">
                <a:moveTo>
                  <a:pt x="388353" y="362712"/>
                </a:moveTo>
                <a:lnTo>
                  <a:pt x="362712" y="362712"/>
                </a:lnTo>
                <a:lnTo>
                  <a:pt x="379476" y="283464"/>
                </a:lnTo>
                <a:lnTo>
                  <a:pt x="387096" y="283464"/>
                </a:lnTo>
                <a:lnTo>
                  <a:pt x="386238" y="297489"/>
                </a:lnTo>
                <a:lnTo>
                  <a:pt x="385953" y="312229"/>
                </a:lnTo>
                <a:lnTo>
                  <a:pt x="386238" y="327826"/>
                </a:lnTo>
                <a:lnTo>
                  <a:pt x="387905" y="360140"/>
                </a:lnTo>
                <a:lnTo>
                  <a:pt x="388353" y="362712"/>
                </a:lnTo>
                <a:close/>
              </a:path>
              <a:path w="401319" h="405764">
                <a:moveTo>
                  <a:pt x="394716" y="400812"/>
                </a:moveTo>
                <a:lnTo>
                  <a:pt x="384048" y="400812"/>
                </a:lnTo>
                <a:lnTo>
                  <a:pt x="374618" y="399145"/>
                </a:lnTo>
                <a:lnTo>
                  <a:pt x="329184" y="376428"/>
                </a:lnTo>
                <a:lnTo>
                  <a:pt x="290893" y="344614"/>
                </a:lnTo>
                <a:lnTo>
                  <a:pt x="256032" y="300228"/>
                </a:lnTo>
                <a:lnTo>
                  <a:pt x="287656" y="300228"/>
                </a:lnTo>
                <a:lnTo>
                  <a:pt x="294989" y="310634"/>
                </a:lnTo>
                <a:lnTo>
                  <a:pt x="315849" y="332803"/>
                </a:lnTo>
                <a:lnTo>
                  <a:pt x="338423" y="350115"/>
                </a:lnTo>
                <a:lnTo>
                  <a:pt x="362712" y="362712"/>
                </a:lnTo>
                <a:lnTo>
                  <a:pt x="388353" y="362712"/>
                </a:lnTo>
                <a:lnTo>
                  <a:pt x="390144" y="372999"/>
                </a:lnTo>
                <a:lnTo>
                  <a:pt x="393525" y="383000"/>
                </a:lnTo>
                <a:lnTo>
                  <a:pt x="397764" y="390144"/>
                </a:lnTo>
                <a:lnTo>
                  <a:pt x="399288" y="391668"/>
                </a:lnTo>
                <a:lnTo>
                  <a:pt x="400692" y="394477"/>
                </a:lnTo>
                <a:lnTo>
                  <a:pt x="400812" y="399288"/>
                </a:lnTo>
                <a:lnTo>
                  <a:pt x="394716" y="400812"/>
                </a:lnTo>
                <a:close/>
              </a:path>
              <a:path w="401319" h="405764">
                <a:moveTo>
                  <a:pt x="74676" y="405384"/>
                </a:moveTo>
                <a:lnTo>
                  <a:pt x="71532" y="394477"/>
                </a:lnTo>
                <a:lnTo>
                  <a:pt x="62103" y="384429"/>
                </a:lnTo>
                <a:lnTo>
                  <a:pt x="46386" y="374951"/>
                </a:lnTo>
                <a:lnTo>
                  <a:pt x="24384" y="365760"/>
                </a:lnTo>
                <a:lnTo>
                  <a:pt x="24384" y="356616"/>
                </a:lnTo>
                <a:lnTo>
                  <a:pt x="57912" y="362140"/>
                </a:lnTo>
                <a:lnTo>
                  <a:pt x="69389" y="363688"/>
                </a:lnTo>
                <a:lnTo>
                  <a:pt x="77724" y="364236"/>
                </a:lnTo>
                <a:lnTo>
                  <a:pt x="115076" y="364236"/>
                </a:lnTo>
                <a:lnTo>
                  <a:pt x="112395" y="375165"/>
                </a:lnTo>
                <a:lnTo>
                  <a:pt x="104394" y="387286"/>
                </a:lnTo>
                <a:lnTo>
                  <a:pt x="91821" y="397406"/>
                </a:lnTo>
                <a:lnTo>
                  <a:pt x="74676" y="40538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" name="object 33"/>
          <p:cNvSpPr/>
          <p:nvPr/>
        </p:nvSpPr>
        <p:spPr>
          <a:xfrm>
            <a:off x="2580131" y="4722876"/>
            <a:ext cx="386080" cy="403860"/>
          </a:xfrm>
          <a:custGeom>
            <a:avLst/>
            <a:gdLst/>
            <a:ahLst/>
            <a:cxnLst/>
            <a:rect l="l" t="t" r="r" b="b"/>
            <a:pathLst>
              <a:path w="386080" h="403860">
                <a:moveTo>
                  <a:pt x="22860" y="48768"/>
                </a:moveTo>
                <a:lnTo>
                  <a:pt x="7620" y="33528"/>
                </a:lnTo>
                <a:lnTo>
                  <a:pt x="182880" y="33528"/>
                </a:lnTo>
                <a:lnTo>
                  <a:pt x="205740" y="10668"/>
                </a:lnTo>
                <a:lnTo>
                  <a:pt x="239268" y="44196"/>
                </a:lnTo>
                <a:lnTo>
                  <a:pt x="65532" y="44196"/>
                </a:lnTo>
                <a:lnTo>
                  <a:pt x="54363" y="44481"/>
                </a:lnTo>
                <a:lnTo>
                  <a:pt x="43624" y="45339"/>
                </a:lnTo>
                <a:lnTo>
                  <a:pt x="33170" y="46767"/>
                </a:lnTo>
                <a:lnTo>
                  <a:pt x="22860" y="48768"/>
                </a:lnTo>
                <a:close/>
              </a:path>
              <a:path w="386080" h="403860">
                <a:moveTo>
                  <a:pt x="33528" y="178308"/>
                </a:moveTo>
                <a:lnTo>
                  <a:pt x="18288" y="146304"/>
                </a:lnTo>
                <a:lnTo>
                  <a:pt x="30003" y="144041"/>
                </a:lnTo>
                <a:lnTo>
                  <a:pt x="42291" y="137350"/>
                </a:lnTo>
                <a:lnTo>
                  <a:pt x="80581" y="94988"/>
                </a:lnTo>
                <a:lnTo>
                  <a:pt x="101155" y="61317"/>
                </a:lnTo>
                <a:lnTo>
                  <a:pt x="109728" y="44196"/>
                </a:lnTo>
                <a:lnTo>
                  <a:pt x="117348" y="44196"/>
                </a:lnTo>
                <a:lnTo>
                  <a:pt x="147828" y="62484"/>
                </a:lnTo>
                <a:lnTo>
                  <a:pt x="137517" y="67056"/>
                </a:lnTo>
                <a:lnTo>
                  <a:pt x="127063" y="73914"/>
                </a:lnTo>
                <a:lnTo>
                  <a:pt x="116324" y="83058"/>
                </a:lnTo>
                <a:lnTo>
                  <a:pt x="105156" y="94488"/>
                </a:lnTo>
                <a:lnTo>
                  <a:pt x="92297" y="107299"/>
                </a:lnTo>
                <a:lnTo>
                  <a:pt x="78867" y="120396"/>
                </a:lnTo>
                <a:lnTo>
                  <a:pt x="64865" y="133492"/>
                </a:lnTo>
                <a:lnTo>
                  <a:pt x="50292" y="146304"/>
                </a:lnTo>
                <a:lnTo>
                  <a:pt x="226886" y="146304"/>
                </a:lnTo>
                <a:lnTo>
                  <a:pt x="230060" y="152400"/>
                </a:lnTo>
                <a:lnTo>
                  <a:pt x="193548" y="152400"/>
                </a:lnTo>
                <a:lnTo>
                  <a:pt x="174378" y="153781"/>
                </a:lnTo>
                <a:lnTo>
                  <a:pt x="137183" y="157114"/>
                </a:lnTo>
                <a:lnTo>
                  <a:pt x="118872" y="158496"/>
                </a:lnTo>
                <a:lnTo>
                  <a:pt x="108204" y="158496"/>
                </a:lnTo>
                <a:lnTo>
                  <a:pt x="80248" y="163091"/>
                </a:lnTo>
                <a:lnTo>
                  <a:pt x="58293" y="167830"/>
                </a:lnTo>
                <a:lnTo>
                  <a:pt x="42624" y="172854"/>
                </a:lnTo>
                <a:lnTo>
                  <a:pt x="33528" y="178308"/>
                </a:lnTo>
                <a:close/>
              </a:path>
              <a:path w="386080" h="403860">
                <a:moveTo>
                  <a:pt x="226886" y="146304"/>
                </a:moveTo>
                <a:lnTo>
                  <a:pt x="50292" y="146304"/>
                </a:lnTo>
                <a:lnTo>
                  <a:pt x="190500" y="143256"/>
                </a:lnTo>
                <a:lnTo>
                  <a:pt x="181927" y="130683"/>
                </a:lnTo>
                <a:lnTo>
                  <a:pt x="172212" y="118110"/>
                </a:lnTo>
                <a:lnTo>
                  <a:pt x="161353" y="105537"/>
                </a:lnTo>
                <a:lnTo>
                  <a:pt x="149352" y="92964"/>
                </a:lnTo>
                <a:lnTo>
                  <a:pt x="155448" y="86868"/>
                </a:lnTo>
                <a:lnTo>
                  <a:pt x="187713" y="110656"/>
                </a:lnTo>
                <a:lnTo>
                  <a:pt x="211264" y="129730"/>
                </a:lnTo>
                <a:lnTo>
                  <a:pt x="225956" y="144518"/>
                </a:lnTo>
                <a:lnTo>
                  <a:pt x="226886" y="146304"/>
                </a:lnTo>
                <a:close/>
              </a:path>
              <a:path w="386080" h="403860">
                <a:moveTo>
                  <a:pt x="216408" y="190500"/>
                </a:moveTo>
                <a:lnTo>
                  <a:pt x="211836" y="190500"/>
                </a:lnTo>
                <a:lnTo>
                  <a:pt x="210312" y="187452"/>
                </a:lnTo>
                <a:lnTo>
                  <a:pt x="208788" y="182880"/>
                </a:lnTo>
                <a:lnTo>
                  <a:pt x="206116" y="176450"/>
                </a:lnTo>
                <a:lnTo>
                  <a:pt x="202882" y="169354"/>
                </a:lnTo>
                <a:lnTo>
                  <a:pt x="198715" y="161234"/>
                </a:lnTo>
                <a:lnTo>
                  <a:pt x="193548" y="152400"/>
                </a:lnTo>
                <a:lnTo>
                  <a:pt x="230060" y="152400"/>
                </a:lnTo>
                <a:lnTo>
                  <a:pt x="231648" y="155448"/>
                </a:lnTo>
                <a:lnTo>
                  <a:pt x="233076" y="163782"/>
                </a:lnTo>
                <a:lnTo>
                  <a:pt x="232791" y="170688"/>
                </a:lnTo>
                <a:lnTo>
                  <a:pt x="230790" y="176450"/>
                </a:lnTo>
                <a:lnTo>
                  <a:pt x="227076" y="181356"/>
                </a:lnTo>
                <a:lnTo>
                  <a:pt x="220980" y="187452"/>
                </a:lnTo>
                <a:lnTo>
                  <a:pt x="216408" y="190500"/>
                </a:lnTo>
                <a:close/>
              </a:path>
              <a:path w="386080" h="403860">
                <a:moveTo>
                  <a:pt x="132588" y="240792"/>
                </a:moveTo>
                <a:lnTo>
                  <a:pt x="108204" y="240792"/>
                </a:lnTo>
                <a:lnTo>
                  <a:pt x="108204" y="158496"/>
                </a:lnTo>
                <a:lnTo>
                  <a:pt x="118872" y="158496"/>
                </a:lnTo>
                <a:lnTo>
                  <a:pt x="146304" y="172212"/>
                </a:lnTo>
                <a:lnTo>
                  <a:pt x="132588" y="184404"/>
                </a:lnTo>
                <a:lnTo>
                  <a:pt x="132588" y="240792"/>
                </a:lnTo>
                <a:close/>
              </a:path>
              <a:path w="386080" h="403860">
                <a:moveTo>
                  <a:pt x="21336" y="254508"/>
                </a:moveTo>
                <a:lnTo>
                  <a:pt x="7620" y="240792"/>
                </a:lnTo>
                <a:lnTo>
                  <a:pt x="179832" y="240792"/>
                </a:lnTo>
                <a:lnTo>
                  <a:pt x="201168" y="219456"/>
                </a:lnTo>
                <a:lnTo>
                  <a:pt x="231648" y="251460"/>
                </a:lnTo>
                <a:lnTo>
                  <a:pt x="42672" y="251460"/>
                </a:lnTo>
                <a:lnTo>
                  <a:pt x="21336" y="254508"/>
                </a:lnTo>
                <a:close/>
              </a:path>
              <a:path w="386080" h="403860">
                <a:moveTo>
                  <a:pt x="19812" y="390144"/>
                </a:moveTo>
                <a:lnTo>
                  <a:pt x="0" y="355092"/>
                </a:lnTo>
                <a:lnTo>
                  <a:pt x="17978" y="353139"/>
                </a:lnTo>
                <a:lnTo>
                  <a:pt x="108204" y="339852"/>
                </a:lnTo>
                <a:lnTo>
                  <a:pt x="108204" y="251460"/>
                </a:lnTo>
                <a:lnTo>
                  <a:pt x="132588" y="251460"/>
                </a:lnTo>
                <a:lnTo>
                  <a:pt x="132588" y="335280"/>
                </a:lnTo>
                <a:lnTo>
                  <a:pt x="192253" y="335280"/>
                </a:lnTo>
                <a:lnTo>
                  <a:pt x="145399" y="347495"/>
                </a:lnTo>
                <a:lnTo>
                  <a:pt x="80772" y="365950"/>
                </a:lnTo>
                <a:lnTo>
                  <a:pt x="39004" y="380118"/>
                </a:lnTo>
                <a:lnTo>
                  <a:pt x="19812" y="390144"/>
                </a:lnTo>
                <a:close/>
              </a:path>
              <a:path w="386080" h="403860">
                <a:moveTo>
                  <a:pt x="192253" y="335280"/>
                </a:moveTo>
                <a:lnTo>
                  <a:pt x="132588" y="335280"/>
                </a:lnTo>
                <a:lnTo>
                  <a:pt x="231648" y="315468"/>
                </a:lnTo>
                <a:lnTo>
                  <a:pt x="233172" y="324612"/>
                </a:lnTo>
                <a:lnTo>
                  <a:pt x="192253" y="335280"/>
                </a:lnTo>
                <a:close/>
              </a:path>
              <a:path w="386080" h="403860">
                <a:moveTo>
                  <a:pt x="369433" y="361188"/>
                </a:moveTo>
                <a:lnTo>
                  <a:pt x="332232" y="361188"/>
                </a:lnTo>
                <a:lnTo>
                  <a:pt x="338328" y="359664"/>
                </a:lnTo>
                <a:lnTo>
                  <a:pt x="342900" y="358140"/>
                </a:lnTo>
                <a:lnTo>
                  <a:pt x="345781" y="355592"/>
                </a:lnTo>
                <a:lnTo>
                  <a:pt x="347662" y="350329"/>
                </a:lnTo>
                <a:lnTo>
                  <a:pt x="348686" y="342495"/>
                </a:lnTo>
                <a:lnTo>
                  <a:pt x="348996" y="332232"/>
                </a:lnTo>
                <a:lnTo>
                  <a:pt x="348935" y="56388"/>
                </a:lnTo>
                <a:lnTo>
                  <a:pt x="348734" y="46291"/>
                </a:lnTo>
                <a:lnTo>
                  <a:pt x="348043" y="32004"/>
                </a:lnTo>
                <a:lnTo>
                  <a:pt x="347067" y="16573"/>
                </a:lnTo>
                <a:lnTo>
                  <a:pt x="345948" y="0"/>
                </a:lnTo>
                <a:lnTo>
                  <a:pt x="385572" y="18288"/>
                </a:lnTo>
                <a:lnTo>
                  <a:pt x="370332" y="30480"/>
                </a:lnTo>
                <a:lnTo>
                  <a:pt x="370233" y="350329"/>
                </a:lnTo>
                <a:lnTo>
                  <a:pt x="369433" y="361188"/>
                </a:lnTo>
                <a:close/>
              </a:path>
              <a:path w="386080" h="403860">
                <a:moveTo>
                  <a:pt x="263652" y="307848"/>
                </a:moveTo>
                <a:lnTo>
                  <a:pt x="263890" y="278391"/>
                </a:lnTo>
                <a:lnTo>
                  <a:pt x="264414" y="247078"/>
                </a:lnTo>
                <a:lnTo>
                  <a:pt x="264937" y="213764"/>
                </a:lnTo>
                <a:lnTo>
                  <a:pt x="265176" y="178308"/>
                </a:lnTo>
                <a:lnTo>
                  <a:pt x="264937" y="144041"/>
                </a:lnTo>
                <a:lnTo>
                  <a:pt x="264414" y="112204"/>
                </a:lnTo>
                <a:lnTo>
                  <a:pt x="263890" y="82938"/>
                </a:lnTo>
                <a:lnTo>
                  <a:pt x="263652" y="56388"/>
                </a:lnTo>
                <a:lnTo>
                  <a:pt x="303276" y="77724"/>
                </a:lnTo>
                <a:lnTo>
                  <a:pt x="288035" y="89916"/>
                </a:lnTo>
                <a:lnTo>
                  <a:pt x="288059" y="260556"/>
                </a:lnTo>
                <a:lnTo>
                  <a:pt x="288226" y="271653"/>
                </a:lnTo>
                <a:lnTo>
                  <a:pt x="288678" y="284464"/>
                </a:lnTo>
                <a:lnTo>
                  <a:pt x="289560" y="298704"/>
                </a:lnTo>
                <a:lnTo>
                  <a:pt x="263652" y="307848"/>
                </a:lnTo>
                <a:close/>
              </a:path>
              <a:path w="386080" h="403860">
                <a:moveTo>
                  <a:pt x="332232" y="403860"/>
                </a:moveTo>
                <a:lnTo>
                  <a:pt x="327707" y="391906"/>
                </a:lnTo>
                <a:lnTo>
                  <a:pt x="316611" y="381381"/>
                </a:lnTo>
                <a:lnTo>
                  <a:pt x="299227" y="372570"/>
                </a:lnTo>
                <a:lnTo>
                  <a:pt x="275844" y="365760"/>
                </a:lnTo>
                <a:lnTo>
                  <a:pt x="275844" y="356616"/>
                </a:lnTo>
                <a:lnTo>
                  <a:pt x="288393" y="358616"/>
                </a:lnTo>
                <a:lnTo>
                  <a:pt x="300799" y="360045"/>
                </a:lnTo>
                <a:lnTo>
                  <a:pt x="312920" y="360902"/>
                </a:lnTo>
                <a:lnTo>
                  <a:pt x="324612" y="361188"/>
                </a:lnTo>
                <a:lnTo>
                  <a:pt x="369433" y="361188"/>
                </a:lnTo>
                <a:lnTo>
                  <a:pt x="368879" y="368712"/>
                </a:lnTo>
                <a:lnTo>
                  <a:pt x="362140" y="384429"/>
                </a:lnTo>
                <a:lnTo>
                  <a:pt x="349972" y="396144"/>
                </a:lnTo>
                <a:lnTo>
                  <a:pt x="332232" y="40386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" name="object 34"/>
          <p:cNvSpPr/>
          <p:nvPr/>
        </p:nvSpPr>
        <p:spPr>
          <a:xfrm>
            <a:off x="3020555" y="4716792"/>
            <a:ext cx="1289685" cy="411480"/>
          </a:xfrm>
          <a:custGeom>
            <a:avLst/>
            <a:gdLst/>
            <a:ahLst/>
            <a:cxnLst/>
            <a:rect l="l" t="t" r="r" b="b"/>
            <a:pathLst>
              <a:path w="1289685" h="411479">
                <a:moveTo>
                  <a:pt x="396240" y="193548"/>
                </a:moveTo>
                <a:lnTo>
                  <a:pt x="358140" y="153924"/>
                </a:lnTo>
                <a:lnTo>
                  <a:pt x="323088" y="182880"/>
                </a:lnTo>
                <a:lnTo>
                  <a:pt x="0" y="182880"/>
                </a:lnTo>
                <a:lnTo>
                  <a:pt x="15240" y="198120"/>
                </a:lnTo>
                <a:lnTo>
                  <a:pt x="25844" y="196113"/>
                </a:lnTo>
                <a:lnTo>
                  <a:pt x="37147" y="194691"/>
                </a:lnTo>
                <a:lnTo>
                  <a:pt x="49326" y="193827"/>
                </a:lnTo>
                <a:lnTo>
                  <a:pt x="62484" y="193548"/>
                </a:lnTo>
                <a:lnTo>
                  <a:pt x="396240" y="193548"/>
                </a:lnTo>
                <a:close/>
              </a:path>
              <a:path w="1289685" h="411479">
                <a:moveTo>
                  <a:pt x="669048" y="147828"/>
                </a:moveTo>
                <a:lnTo>
                  <a:pt x="627900" y="124968"/>
                </a:lnTo>
                <a:lnTo>
                  <a:pt x="628129" y="145846"/>
                </a:lnTo>
                <a:lnTo>
                  <a:pt x="629183" y="183045"/>
                </a:lnTo>
                <a:lnTo>
                  <a:pt x="629361" y="195783"/>
                </a:lnTo>
                <a:lnTo>
                  <a:pt x="629424" y="313944"/>
                </a:lnTo>
                <a:lnTo>
                  <a:pt x="629183" y="331101"/>
                </a:lnTo>
                <a:lnTo>
                  <a:pt x="628662" y="352996"/>
                </a:lnTo>
                <a:lnTo>
                  <a:pt x="628129" y="379730"/>
                </a:lnTo>
                <a:lnTo>
                  <a:pt x="627900" y="411480"/>
                </a:lnTo>
                <a:lnTo>
                  <a:pt x="656856" y="394716"/>
                </a:lnTo>
                <a:lnTo>
                  <a:pt x="655967" y="378091"/>
                </a:lnTo>
                <a:lnTo>
                  <a:pt x="655523" y="362331"/>
                </a:lnTo>
                <a:lnTo>
                  <a:pt x="655408" y="352996"/>
                </a:lnTo>
                <a:lnTo>
                  <a:pt x="655332" y="158496"/>
                </a:lnTo>
                <a:lnTo>
                  <a:pt x="669048" y="147828"/>
                </a:lnTo>
                <a:close/>
              </a:path>
              <a:path w="1289685" h="411479">
                <a:moveTo>
                  <a:pt x="845832" y="181356"/>
                </a:moveTo>
                <a:lnTo>
                  <a:pt x="798207" y="166306"/>
                </a:lnTo>
                <a:lnTo>
                  <a:pt x="748296" y="138684"/>
                </a:lnTo>
                <a:lnTo>
                  <a:pt x="697623" y="93726"/>
                </a:lnTo>
                <a:lnTo>
                  <a:pt x="656767" y="41148"/>
                </a:lnTo>
                <a:lnTo>
                  <a:pt x="649236" y="30480"/>
                </a:lnTo>
                <a:lnTo>
                  <a:pt x="666000" y="21336"/>
                </a:lnTo>
                <a:lnTo>
                  <a:pt x="629424" y="0"/>
                </a:lnTo>
                <a:lnTo>
                  <a:pt x="603326" y="55816"/>
                </a:lnTo>
                <a:lnTo>
                  <a:pt x="562368" y="117348"/>
                </a:lnTo>
                <a:lnTo>
                  <a:pt x="535762" y="148513"/>
                </a:lnTo>
                <a:lnTo>
                  <a:pt x="506171" y="175831"/>
                </a:lnTo>
                <a:lnTo>
                  <a:pt x="473417" y="199428"/>
                </a:lnTo>
                <a:lnTo>
                  <a:pt x="437400" y="219456"/>
                </a:lnTo>
                <a:lnTo>
                  <a:pt x="438924" y="225552"/>
                </a:lnTo>
                <a:lnTo>
                  <a:pt x="474662" y="209829"/>
                </a:lnTo>
                <a:lnTo>
                  <a:pt x="534720" y="173253"/>
                </a:lnTo>
                <a:lnTo>
                  <a:pt x="581863" y="130086"/>
                </a:lnTo>
                <a:lnTo>
                  <a:pt x="624674" y="74599"/>
                </a:lnTo>
                <a:lnTo>
                  <a:pt x="644664" y="41148"/>
                </a:lnTo>
                <a:lnTo>
                  <a:pt x="662952" y="71691"/>
                </a:lnTo>
                <a:lnTo>
                  <a:pt x="699528" y="123647"/>
                </a:lnTo>
                <a:lnTo>
                  <a:pt x="736981" y="162725"/>
                </a:lnTo>
                <a:lnTo>
                  <a:pt x="781037" y="195783"/>
                </a:lnTo>
                <a:lnTo>
                  <a:pt x="806208" y="210312"/>
                </a:lnTo>
                <a:lnTo>
                  <a:pt x="813041" y="201168"/>
                </a:lnTo>
                <a:lnTo>
                  <a:pt x="822020" y="194310"/>
                </a:lnTo>
                <a:lnTo>
                  <a:pt x="832993" y="189738"/>
                </a:lnTo>
                <a:lnTo>
                  <a:pt x="845832" y="187452"/>
                </a:lnTo>
                <a:lnTo>
                  <a:pt x="845832" y="181356"/>
                </a:lnTo>
                <a:close/>
              </a:path>
              <a:path w="1289685" h="411479">
                <a:moveTo>
                  <a:pt x="1289316" y="135623"/>
                </a:moveTo>
                <a:lnTo>
                  <a:pt x="1251216" y="97523"/>
                </a:lnTo>
                <a:lnTo>
                  <a:pt x="1223772" y="124955"/>
                </a:lnTo>
                <a:lnTo>
                  <a:pt x="1094232" y="124955"/>
                </a:lnTo>
                <a:lnTo>
                  <a:pt x="1094232" y="35039"/>
                </a:lnTo>
                <a:lnTo>
                  <a:pt x="1107948" y="21323"/>
                </a:lnTo>
                <a:lnTo>
                  <a:pt x="1066800" y="1511"/>
                </a:lnTo>
                <a:lnTo>
                  <a:pt x="1067689" y="21234"/>
                </a:lnTo>
                <a:lnTo>
                  <a:pt x="1068133" y="48374"/>
                </a:lnTo>
                <a:lnTo>
                  <a:pt x="1068324" y="124955"/>
                </a:lnTo>
                <a:lnTo>
                  <a:pt x="893064" y="124955"/>
                </a:lnTo>
                <a:lnTo>
                  <a:pt x="906792" y="138671"/>
                </a:lnTo>
                <a:lnTo>
                  <a:pt x="931164" y="135623"/>
                </a:lnTo>
                <a:lnTo>
                  <a:pt x="1068324" y="135623"/>
                </a:lnTo>
                <a:lnTo>
                  <a:pt x="1061847" y="191630"/>
                </a:lnTo>
                <a:lnTo>
                  <a:pt x="1048512" y="245351"/>
                </a:lnTo>
                <a:lnTo>
                  <a:pt x="1025842" y="294500"/>
                </a:lnTo>
                <a:lnTo>
                  <a:pt x="990600" y="336791"/>
                </a:lnTo>
                <a:lnTo>
                  <a:pt x="944118" y="373748"/>
                </a:lnTo>
                <a:lnTo>
                  <a:pt x="888504" y="403847"/>
                </a:lnTo>
                <a:lnTo>
                  <a:pt x="890028" y="409943"/>
                </a:lnTo>
                <a:lnTo>
                  <a:pt x="930287" y="394779"/>
                </a:lnTo>
                <a:lnTo>
                  <a:pt x="966406" y="376605"/>
                </a:lnTo>
                <a:lnTo>
                  <a:pt x="998245" y="355295"/>
                </a:lnTo>
                <a:lnTo>
                  <a:pt x="1048537" y="301891"/>
                </a:lnTo>
                <a:lnTo>
                  <a:pt x="1066990" y="265925"/>
                </a:lnTo>
                <a:lnTo>
                  <a:pt x="1081163" y="223113"/>
                </a:lnTo>
                <a:lnTo>
                  <a:pt x="1091184" y="173723"/>
                </a:lnTo>
                <a:lnTo>
                  <a:pt x="1101763" y="206565"/>
                </a:lnTo>
                <a:lnTo>
                  <a:pt x="1131481" y="269951"/>
                </a:lnTo>
                <a:lnTo>
                  <a:pt x="1172324" y="329361"/>
                </a:lnTo>
                <a:lnTo>
                  <a:pt x="1221994" y="377367"/>
                </a:lnTo>
                <a:lnTo>
                  <a:pt x="1249692" y="396227"/>
                </a:lnTo>
                <a:lnTo>
                  <a:pt x="1256499" y="387083"/>
                </a:lnTo>
                <a:lnTo>
                  <a:pt x="1265301" y="380225"/>
                </a:lnTo>
                <a:lnTo>
                  <a:pt x="1275829" y="375653"/>
                </a:lnTo>
                <a:lnTo>
                  <a:pt x="1287792" y="373367"/>
                </a:lnTo>
                <a:lnTo>
                  <a:pt x="1287792" y="367271"/>
                </a:lnTo>
                <a:lnTo>
                  <a:pt x="1248689" y="353250"/>
                </a:lnTo>
                <a:lnTo>
                  <a:pt x="1213866" y="333933"/>
                </a:lnTo>
                <a:lnTo>
                  <a:pt x="1183627" y="309194"/>
                </a:lnTo>
                <a:lnTo>
                  <a:pt x="1158240" y="278879"/>
                </a:lnTo>
                <a:lnTo>
                  <a:pt x="1137094" y="245999"/>
                </a:lnTo>
                <a:lnTo>
                  <a:pt x="1105090" y="181368"/>
                </a:lnTo>
                <a:lnTo>
                  <a:pt x="1094232" y="149339"/>
                </a:lnTo>
                <a:lnTo>
                  <a:pt x="1094232" y="135623"/>
                </a:lnTo>
                <a:lnTo>
                  <a:pt x="1289316" y="13562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" name="object 35"/>
          <p:cNvSpPr/>
          <p:nvPr/>
        </p:nvSpPr>
        <p:spPr>
          <a:xfrm>
            <a:off x="4384547" y="4719827"/>
            <a:ext cx="356870" cy="402590"/>
          </a:xfrm>
          <a:custGeom>
            <a:avLst/>
            <a:gdLst/>
            <a:ahLst/>
            <a:cxnLst/>
            <a:rect l="l" t="t" r="r" b="b"/>
            <a:pathLst>
              <a:path w="356870" h="402589">
                <a:moveTo>
                  <a:pt x="53340" y="89916"/>
                </a:moveTo>
                <a:lnTo>
                  <a:pt x="44196" y="89916"/>
                </a:lnTo>
                <a:lnTo>
                  <a:pt x="51339" y="62793"/>
                </a:lnTo>
                <a:lnTo>
                  <a:pt x="56769" y="38671"/>
                </a:lnTo>
                <a:lnTo>
                  <a:pt x="60483" y="17692"/>
                </a:lnTo>
                <a:lnTo>
                  <a:pt x="62484" y="0"/>
                </a:lnTo>
                <a:lnTo>
                  <a:pt x="100584" y="21336"/>
                </a:lnTo>
                <a:lnTo>
                  <a:pt x="91487" y="29051"/>
                </a:lnTo>
                <a:lnTo>
                  <a:pt x="80391" y="43053"/>
                </a:lnTo>
                <a:lnTo>
                  <a:pt x="67579" y="63341"/>
                </a:lnTo>
                <a:lnTo>
                  <a:pt x="53340" y="89916"/>
                </a:lnTo>
                <a:close/>
              </a:path>
              <a:path w="356870" h="402589">
                <a:moveTo>
                  <a:pt x="147828" y="192024"/>
                </a:moveTo>
                <a:lnTo>
                  <a:pt x="143256" y="187452"/>
                </a:lnTo>
                <a:lnTo>
                  <a:pt x="160162" y="160615"/>
                </a:lnTo>
                <a:lnTo>
                  <a:pt x="174498" y="135064"/>
                </a:lnTo>
                <a:lnTo>
                  <a:pt x="196596" y="88392"/>
                </a:lnTo>
                <a:lnTo>
                  <a:pt x="211836" y="44958"/>
                </a:lnTo>
                <a:lnTo>
                  <a:pt x="222503" y="1524"/>
                </a:lnTo>
                <a:lnTo>
                  <a:pt x="260603" y="24384"/>
                </a:lnTo>
                <a:lnTo>
                  <a:pt x="252864" y="32146"/>
                </a:lnTo>
                <a:lnTo>
                  <a:pt x="243268" y="46482"/>
                </a:lnTo>
                <a:lnTo>
                  <a:pt x="231671" y="67675"/>
                </a:lnTo>
                <a:lnTo>
                  <a:pt x="217932" y="96012"/>
                </a:lnTo>
                <a:lnTo>
                  <a:pt x="350520" y="96012"/>
                </a:lnTo>
                <a:lnTo>
                  <a:pt x="356616" y="102108"/>
                </a:lnTo>
                <a:lnTo>
                  <a:pt x="350901" y="106680"/>
                </a:lnTo>
                <a:lnTo>
                  <a:pt x="213360" y="106680"/>
                </a:lnTo>
                <a:lnTo>
                  <a:pt x="197977" y="130730"/>
                </a:lnTo>
                <a:lnTo>
                  <a:pt x="181737" y="152781"/>
                </a:lnTo>
                <a:lnTo>
                  <a:pt x="164925" y="173116"/>
                </a:lnTo>
                <a:lnTo>
                  <a:pt x="147828" y="192024"/>
                </a:lnTo>
                <a:close/>
              </a:path>
              <a:path w="356870" h="402589">
                <a:moveTo>
                  <a:pt x="145766" y="89916"/>
                </a:moveTo>
                <a:lnTo>
                  <a:pt x="111252" y="89916"/>
                </a:lnTo>
                <a:lnTo>
                  <a:pt x="128016" y="73152"/>
                </a:lnTo>
                <a:lnTo>
                  <a:pt x="145766" y="89916"/>
                </a:lnTo>
                <a:close/>
              </a:path>
              <a:path w="356870" h="402589">
                <a:moveTo>
                  <a:pt x="0" y="397764"/>
                </a:moveTo>
                <a:lnTo>
                  <a:pt x="834" y="359664"/>
                </a:lnTo>
                <a:lnTo>
                  <a:pt x="935" y="352615"/>
                </a:lnTo>
                <a:lnTo>
                  <a:pt x="1333" y="316992"/>
                </a:lnTo>
                <a:lnTo>
                  <a:pt x="1430" y="178308"/>
                </a:lnTo>
                <a:lnTo>
                  <a:pt x="1309" y="152781"/>
                </a:lnTo>
                <a:lnTo>
                  <a:pt x="881" y="114704"/>
                </a:lnTo>
                <a:lnTo>
                  <a:pt x="0" y="74676"/>
                </a:lnTo>
                <a:lnTo>
                  <a:pt x="25908" y="89916"/>
                </a:lnTo>
                <a:lnTo>
                  <a:pt x="145766" y="89916"/>
                </a:lnTo>
                <a:lnTo>
                  <a:pt x="155448" y="99060"/>
                </a:lnTo>
                <a:lnTo>
                  <a:pt x="153162" y="100584"/>
                </a:lnTo>
                <a:lnTo>
                  <a:pt x="24384" y="100584"/>
                </a:lnTo>
                <a:lnTo>
                  <a:pt x="24384" y="211836"/>
                </a:lnTo>
                <a:lnTo>
                  <a:pt x="137464" y="211836"/>
                </a:lnTo>
                <a:lnTo>
                  <a:pt x="137526" y="222504"/>
                </a:lnTo>
                <a:lnTo>
                  <a:pt x="24384" y="222504"/>
                </a:lnTo>
                <a:lnTo>
                  <a:pt x="24384" y="344424"/>
                </a:lnTo>
                <a:lnTo>
                  <a:pt x="138504" y="344424"/>
                </a:lnTo>
                <a:lnTo>
                  <a:pt x="138567" y="355092"/>
                </a:lnTo>
                <a:lnTo>
                  <a:pt x="24384" y="355092"/>
                </a:lnTo>
                <a:lnTo>
                  <a:pt x="24384" y="384048"/>
                </a:lnTo>
                <a:lnTo>
                  <a:pt x="0" y="397764"/>
                </a:lnTo>
                <a:close/>
              </a:path>
              <a:path w="356870" h="402589">
                <a:moveTo>
                  <a:pt x="350520" y="96012"/>
                </a:moveTo>
                <a:lnTo>
                  <a:pt x="310896" y="96012"/>
                </a:lnTo>
                <a:lnTo>
                  <a:pt x="330708" y="76200"/>
                </a:lnTo>
                <a:lnTo>
                  <a:pt x="350520" y="96012"/>
                </a:lnTo>
                <a:close/>
              </a:path>
              <a:path w="356870" h="402589">
                <a:moveTo>
                  <a:pt x="137464" y="211836"/>
                </a:moveTo>
                <a:lnTo>
                  <a:pt x="114300" y="211836"/>
                </a:lnTo>
                <a:lnTo>
                  <a:pt x="114300" y="100584"/>
                </a:lnTo>
                <a:lnTo>
                  <a:pt x="153162" y="100584"/>
                </a:lnTo>
                <a:lnTo>
                  <a:pt x="137160" y="111252"/>
                </a:lnTo>
                <a:lnTo>
                  <a:pt x="137263" y="160615"/>
                </a:lnTo>
                <a:lnTo>
                  <a:pt x="137367" y="195333"/>
                </a:lnTo>
                <a:lnTo>
                  <a:pt x="137464" y="211836"/>
                </a:lnTo>
                <a:close/>
              </a:path>
              <a:path w="356870" h="402589">
                <a:moveTo>
                  <a:pt x="327213" y="359664"/>
                </a:moveTo>
                <a:lnTo>
                  <a:pt x="283464" y="359664"/>
                </a:lnTo>
                <a:lnTo>
                  <a:pt x="291965" y="357925"/>
                </a:lnTo>
                <a:lnTo>
                  <a:pt x="298894" y="352615"/>
                </a:lnTo>
                <a:lnTo>
                  <a:pt x="308610" y="305562"/>
                </a:lnTo>
                <a:lnTo>
                  <a:pt x="310896" y="259842"/>
                </a:lnTo>
                <a:lnTo>
                  <a:pt x="313222" y="192024"/>
                </a:lnTo>
                <a:lnTo>
                  <a:pt x="315467" y="106680"/>
                </a:lnTo>
                <a:lnTo>
                  <a:pt x="350901" y="106680"/>
                </a:lnTo>
                <a:lnTo>
                  <a:pt x="341376" y="114300"/>
                </a:lnTo>
                <a:lnTo>
                  <a:pt x="339535" y="188719"/>
                </a:lnTo>
                <a:lnTo>
                  <a:pt x="337620" y="249167"/>
                </a:lnTo>
                <a:lnTo>
                  <a:pt x="335560" y="295570"/>
                </a:lnTo>
                <a:lnTo>
                  <a:pt x="333280" y="327855"/>
                </a:lnTo>
                <a:lnTo>
                  <a:pt x="330708" y="345948"/>
                </a:lnTo>
                <a:lnTo>
                  <a:pt x="327856" y="357925"/>
                </a:lnTo>
                <a:lnTo>
                  <a:pt x="327213" y="359664"/>
                </a:lnTo>
                <a:close/>
              </a:path>
              <a:path w="356870" h="402589">
                <a:moveTo>
                  <a:pt x="231648" y="269748"/>
                </a:moveTo>
                <a:lnTo>
                  <a:pt x="230124" y="269748"/>
                </a:lnTo>
                <a:lnTo>
                  <a:pt x="226742" y="268295"/>
                </a:lnTo>
                <a:lnTo>
                  <a:pt x="223647" y="263842"/>
                </a:lnTo>
                <a:lnTo>
                  <a:pt x="221122" y="256246"/>
                </a:lnTo>
                <a:lnTo>
                  <a:pt x="219456" y="245364"/>
                </a:lnTo>
                <a:lnTo>
                  <a:pt x="214884" y="228242"/>
                </a:lnTo>
                <a:lnTo>
                  <a:pt x="208026" y="211264"/>
                </a:lnTo>
                <a:lnTo>
                  <a:pt x="198882" y="194571"/>
                </a:lnTo>
                <a:lnTo>
                  <a:pt x="187452" y="178308"/>
                </a:lnTo>
                <a:lnTo>
                  <a:pt x="192024" y="172212"/>
                </a:lnTo>
                <a:lnTo>
                  <a:pt x="224409" y="199644"/>
                </a:lnTo>
                <a:lnTo>
                  <a:pt x="246888" y="236220"/>
                </a:lnTo>
                <a:lnTo>
                  <a:pt x="246888" y="248412"/>
                </a:lnTo>
                <a:lnTo>
                  <a:pt x="245364" y="254508"/>
                </a:lnTo>
                <a:lnTo>
                  <a:pt x="236220" y="266700"/>
                </a:lnTo>
                <a:lnTo>
                  <a:pt x="231648" y="269748"/>
                </a:lnTo>
                <a:close/>
              </a:path>
              <a:path w="356870" h="402589">
                <a:moveTo>
                  <a:pt x="138504" y="344424"/>
                </a:moveTo>
                <a:lnTo>
                  <a:pt x="114300" y="344424"/>
                </a:lnTo>
                <a:lnTo>
                  <a:pt x="114300" y="222504"/>
                </a:lnTo>
                <a:lnTo>
                  <a:pt x="137526" y="222504"/>
                </a:lnTo>
                <a:lnTo>
                  <a:pt x="137723" y="254508"/>
                </a:lnTo>
                <a:lnTo>
                  <a:pt x="138504" y="344424"/>
                </a:lnTo>
                <a:close/>
              </a:path>
              <a:path w="356870" h="402589">
                <a:moveTo>
                  <a:pt x="278891" y="402336"/>
                </a:moveTo>
                <a:lnTo>
                  <a:pt x="271772" y="389239"/>
                </a:lnTo>
                <a:lnTo>
                  <a:pt x="259651" y="377571"/>
                </a:lnTo>
                <a:lnTo>
                  <a:pt x="242673" y="367617"/>
                </a:lnTo>
                <a:lnTo>
                  <a:pt x="220979" y="359664"/>
                </a:lnTo>
                <a:lnTo>
                  <a:pt x="220979" y="352044"/>
                </a:lnTo>
                <a:lnTo>
                  <a:pt x="241244" y="355163"/>
                </a:lnTo>
                <a:lnTo>
                  <a:pt x="258508" y="357568"/>
                </a:lnTo>
                <a:lnTo>
                  <a:pt x="272629" y="359116"/>
                </a:lnTo>
                <a:lnTo>
                  <a:pt x="283464" y="359664"/>
                </a:lnTo>
                <a:lnTo>
                  <a:pt x="327213" y="359664"/>
                </a:lnTo>
                <a:lnTo>
                  <a:pt x="324040" y="368236"/>
                </a:lnTo>
                <a:lnTo>
                  <a:pt x="289670" y="397764"/>
                </a:lnTo>
                <a:lnTo>
                  <a:pt x="278891" y="402336"/>
                </a:lnTo>
                <a:close/>
              </a:path>
              <a:path w="356870" h="402589">
                <a:moveTo>
                  <a:pt x="114300" y="391668"/>
                </a:moveTo>
                <a:lnTo>
                  <a:pt x="114300" y="355092"/>
                </a:lnTo>
                <a:lnTo>
                  <a:pt x="138567" y="355092"/>
                </a:lnTo>
                <a:lnTo>
                  <a:pt x="138684" y="377952"/>
                </a:lnTo>
                <a:lnTo>
                  <a:pt x="114300" y="39166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36" name="object 36"/>
          <p:cNvGrpSpPr/>
          <p:nvPr/>
        </p:nvGrpSpPr>
        <p:grpSpPr>
          <a:xfrm>
            <a:off x="4792980" y="4713732"/>
            <a:ext cx="2533015" cy="459105"/>
            <a:chOff x="4792980" y="4713732"/>
            <a:chExt cx="2533015" cy="459105"/>
          </a:xfrm>
        </p:grpSpPr>
        <p:sp>
          <p:nvSpPr>
            <p:cNvPr id="37" name="object 37"/>
            <p:cNvSpPr/>
            <p:nvPr/>
          </p:nvSpPr>
          <p:spPr>
            <a:xfrm>
              <a:off x="4792980" y="4716792"/>
              <a:ext cx="1914525" cy="455930"/>
            </a:xfrm>
            <a:custGeom>
              <a:avLst/>
              <a:gdLst/>
              <a:ahLst/>
              <a:cxnLst/>
              <a:rect l="l" t="t" r="r" b="b"/>
              <a:pathLst>
                <a:path w="1914525" h="455929">
                  <a:moveTo>
                    <a:pt x="172212" y="33528"/>
                  </a:moveTo>
                  <a:lnTo>
                    <a:pt x="140208" y="12192"/>
                  </a:lnTo>
                  <a:lnTo>
                    <a:pt x="135293" y="24168"/>
                  </a:lnTo>
                  <a:lnTo>
                    <a:pt x="127254" y="39433"/>
                  </a:lnTo>
                  <a:lnTo>
                    <a:pt x="115773" y="57835"/>
                  </a:lnTo>
                  <a:lnTo>
                    <a:pt x="100584" y="79248"/>
                  </a:lnTo>
                  <a:lnTo>
                    <a:pt x="84861" y="65811"/>
                  </a:lnTo>
                  <a:lnTo>
                    <a:pt x="67246" y="52768"/>
                  </a:lnTo>
                  <a:lnTo>
                    <a:pt x="47637" y="40017"/>
                  </a:lnTo>
                  <a:lnTo>
                    <a:pt x="25908" y="27432"/>
                  </a:lnTo>
                  <a:lnTo>
                    <a:pt x="22860" y="33528"/>
                  </a:lnTo>
                  <a:lnTo>
                    <a:pt x="39712" y="46672"/>
                  </a:lnTo>
                  <a:lnTo>
                    <a:pt x="56007" y="60960"/>
                  </a:lnTo>
                  <a:lnTo>
                    <a:pt x="71716" y="76390"/>
                  </a:lnTo>
                  <a:lnTo>
                    <a:pt x="86868" y="92964"/>
                  </a:lnTo>
                  <a:lnTo>
                    <a:pt x="68859" y="112102"/>
                  </a:lnTo>
                  <a:lnTo>
                    <a:pt x="49149" y="130683"/>
                  </a:lnTo>
                  <a:lnTo>
                    <a:pt x="27711" y="148678"/>
                  </a:lnTo>
                  <a:lnTo>
                    <a:pt x="4572" y="166116"/>
                  </a:lnTo>
                  <a:lnTo>
                    <a:pt x="9144" y="172212"/>
                  </a:lnTo>
                  <a:lnTo>
                    <a:pt x="32575" y="159042"/>
                  </a:lnTo>
                  <a:lnTo>
                    <a:pt x="54864" y="144589"/>
                  </a:lnTo>
                  <a:lnTo>
                    <a:pt x="76009" y="128701"/>
                  </a:lnTo>
                  <a:lnTo>
                    <a:pt x="96012" y="111252"/>
                  </a:lnTo>
                  <a:lnTo>
                    <a:pt x="99199" y="121843"/>
                  </a:lnTo>
                  <a:lnTo>
                    <a:pt x="102108" y="133159"/>
                  </a:lnTo>
                  <a:lnTo>
                    <a:pt x="105003" y="145326"/>
                  </a:lnTo>
                  <a:lnTo>
                    <a:pt x="108204" y="158496"/>
                  </a:lnTo>
                  <a:lnTo>
                    <a:pt x="85293" y="199377"/>
                  </a:lnTo>
                  <a:lnTo>
                    <a:pt x="59817" y="237553"/>
                  </a:lnTo>
                  <a:lnTo>
                    <a:pt x="31470" y="273151"/>
                  </a:lnTo>
                  <a:lnTo>
                    <a:pt x="0" y="306324"/>
                  </a:lnTo>
                  <a:lnTo>
                    <a:pt x="1524" y="312420"/>
                  </a:lnTo>
                  <a:lnTo>
                    <a:pt x="35242" y="287578"/>
                  </a:lnTo>
                  <a:lnTo>
                    <a:pt x="65532" y="258889"/>
                  </a:lnTo>
                  <a:lnTo>
                    <a:pt x="92392" y="226479"/>
                  </a:lnTo>
                  <a:lnTo>
                    <a:pt x="115824" y="190500"/>
                  </a:lnTo>
                  <a:lnTo>
                    <a:pt x="117182" y="230695"/>
                  </a:lnTo>
                  <a:lnTo>
                    <a:pt x="117309" y="245364"/>
                  </a:lnTo>
                  <a:lnTo>
                    <a:pt x="117233" y="273151"/>
                  </a:lnTo>
                  <a:lnTo>
                    <a:pt x="116243" y="299580"/>
                  </a:lnTo>
                  <a:lnTo>
                    <a:pt x="110820" y="337845"/>
                  </a:lnTo>
                  <a:lnTo>
                    <a:pt x="85344" y="367284"/>
                  </a:lnTo>
                  <a:lnTo>
                    <a:pt x="77724" y="367284"/>
                  </a:lnTo>
                  <a:lnTo>
                    <a:pt x="70294" y="366966"/>
                  </a:lnTo>
                  <a:lnTo>
                    <a:pt x="61722" y="365950"/>
                  </a:lnTo>
                  <a:lnTo>
                    <a:pt x="52006" y="364058"/>
                  </a:lnTo>
                  <a:lnTo>
                    <a:pt x="41148" y="361188"/>
                  </a:lnTo>
                  <a:lnTo>
                    <a:pt x="41148" y="368808"/>
                  </a:lnTo>
                  <a:lnTo>
                    <a:pt x="57454" y="375348"/>
                  </a:lnTo>
                  <a:lnTo>
                    <a:pt x="69913" y="383476"/>
                  </a:lnTo>
                  <a:lnTo>
                    <a:pt x="78651" y="393014"/>
                  </a:lnTo>
                  <a:lnTo>
                    <a:pt x="83820" y="403860"/>
                  </a:lnTo>
                  <a:lnTo>
                    <a:pt x="100431" y="394119"/>
                  </a:lnTo>
                  <a:lnTo>
                    <a:pt x="113919" y="383095"/>
                  </a:lnTo>
                  <a:lnTo>
                    <a:pt x="124536" y="370636"/>
                  </a:lnTo>
                  <a:lnTo>
                    <a:pt x="126453" y="367284"/>
                  </a:lnTo>
                  <a:lnTo>
                    <a:pt x="132588" y="356616"/>
                  </a:lnTo>
                  <a:lnTo>
                    <a:pt x="137680" y="338366"/>
                  </a:lnTo>
                  <a:lnTo>
                    <a:pt x="141351" y="313563"/>
                  </a:lnTo>
                  <a:lnTo>
                    <a:pt x="143230" y="283464"/>
                  </a:lnTo>
                  <a:lnTo>
                    <a:pt x="143256" y="245364"/>
                  </a:lnTo>
                  <a:lnTo>
                    <a:pt x="141274" y="205333"/>
                  </a:lnTo>
                  <a:lnTo>
                    <a:pt x="138988" y="190500"/>
                  </a:lnTo>
                  <a:lnTo>
                    <a:pt x="135445" y="167449"/>
                  </a:lnTo>
                  <a:lnTo>
                    <a:pt x="125895" y="131559"/>
                  </a:lnTo>
                  <a:lnTo>
                    <a:pt x="118059" y="111252"/>
                  </a:lnTo>
                  <a:lnTo>
                    <a:pt x="112776" y="97536"/>
                  </a:lnTo>
                  <a:lnTo>
                    <a:pt x="138277" y="65811"/>
                  </a:lnTo>
                  <a:lnTo>
                    <a:pt x="167297" y="36664"/>
                  </a:lnTo>
                  <a:lnTo>
                    <a:pt x="172212" y="33528"/>
                  </a:lnTo>
                  <a:close/>
                </a:path>
                <a:path w="1914525" h="455929">
                  <a:moveTo>
                    <a:pt x="403860" y="361188"/>
                  </a:moveTo>
                  <a:lnTo>
                    <a:pt x="402336" y="353568"/>
                  </a:lnTo>
                  <a:lnTo>
                    <a:pt x="398411" y="344424"/>
                  </a:lnTo>
                  <a:lnTo>
                    <a:pt x="397764" y="342900"/>
                  </a:lnTo>
                  <a:lnTo>
                    <a:pt x="392061" y="334035"/>
                  </a:lnTo>
                  <a:lnTo>
                    <a:pt x="379666" y="321183"/>
                  </a:lnTo>
                  <a:lnTo>
                    <a:pt x="360680" y="304317"/>
                  </a:lnTo>
                  <a:lnTo>
                    <a:pt x="335280" y="283464"/>
                  </a:lnTo>
                  <a:lnTo>
                    <a:pt x="330708" y="288036"/>
                  </a:lnTo>
                  <a:lnTo>
                    <a:pt x="342150" y="302272"/>
                  </a:lnTo>
                  <a:lnTo>
                    <a:pt x="351472" y="315087"/>
                  </a:lnTo>
                  <a:lnTo>
                    <a:pt x="358775" y="326174"/>
                  </a:lnTo>
                  <a:lnTo>
                    <a:pt x="364236" y="335280"/>
                  </a:lnTo>
                  <a:lnTo>
                    <a:pt x="286512" y="345948"/>
                  </a:lnTo>
                  <a:lnTo>
                    <a:pt x="286512" y="245364"/>
                  </a:lnTo>
                  <a:lnTo>
                    <a:pt x="345948" y="245364"/>
                  </a:lnTo>
                  <a:lnTo>
                    <a:pt x="345948" y="271272"/>
                  </a:lnTo>
                  <a:lnTo>
                    <a:pt x="371856" y="257556"/>
                  </a:lnTo>
                  <a:lnTo>
                    <a:pt x="371297" y="245364"/>
                  </a:lnTo>
                  <a:lnTo>
                    <a:pt x="370967" y="238125"/>
                  </a:lnTo>
                  <a:lnTo>
                    <a:pt x="370916" y="234696"/>
                  </a:lnTo>
                  <a:lnTo>
                    <a:pt x="370522" y="209550"/>
                  </a:lnTo>
                  <a:lnTo>
                    <a:pt x="370433" y="190500"/>
                  </a:lnTo>
                  <a:lnTo>
                    <a:pt x="370332" y="124968"/>
                  </a:lnTo>
                  <a:lnTo>
                    <a:pt x="383387" y="115824"/>
                  </a:lnTo>
                  <a:lnTo>
                    <a:pt x="385572" y="114300"/>
                  </a:lnTo>
                  <a:lnTo>
                    <a:pt x="376428" y="105156"/>
                  </a:lnTo>
                  <a:lnTo>
                    <a:pt x="359664" y="88392"/>
                  </a:lnTo>
                  <a:lnTo>
                    <a:pt x="345948" y="102108"/>
                  </a:lnTo>
                  <a:lnTo>
                    <a:pt x="345948" y="115824"/>
                  </a:lnTo>
                  <a:lnTo>
                    <a:pt x="345948" y="234696"/>
                  </a:lnTo>
                  <a:lnTo>
                    <a:pt x="286512" y="234696"/>
                  </a:lnTo>
                  <a:lnTo>
                    <a:pt x="286512" y="115824"/>
                  </a:lnTo>
                  <a:lnTo>
                    <a:pt x="345948" y="115824"/>
                  </a:lnTo>
                  <a:lnTo>
                    <a:pt x="345948" y="102108"/>
                  </a:lnTo>
                  <a:lnTo>
                    <a:pt x="342900" y="105156"/>
                  </a:lnTo>
                  <a:lnTo>
                    <a:pt x="286512" y="105156"/>
                  </a:lnTo>
                  <a:lnTo>
                    <a:pt x="286512" y="36576"/>
                  </a:lnTo>
                  <a:lnTo>
                    <a:pt x="298704" y="24384"/>
                  </a:lnTo>
                  <a:lnTo>
                    <a:pt x="260604" y="4572"/>
                  </a:lnTo>
                  <a:lnTo>
                    <a:pt x="261962" y="48094"/>
                  </a:lnTo>
                  <a:lnTo>
                    <a:pt x="262128" y="105156"/>
                  </a:lnTo>
                  <a:lnTo>
                    <a:pt x="262128" y="115824"/>
                  </a:lnTo>
                  <a:lnTo>
                    <a:pt x="262128" y="234696"/>
                  </a:lnTo>
                  <a:lnTo>
                    <a:pt x="204216" y="234696"/>
                  </a:lnTo>
                  <a:lnTo>
                    <a:pt x="204216" y="115824"/>
                  </a:lnTo>
                  <a:lnTo>
                    <a:pt x="262128" y="115824"/>
                  </a:lnTo>
                  <a:lnTo>
                    <a:pt x="262128" y="105156"/>
                  </a:lnTo>
                  <a:lnTo>
                    <a:pt x="204216" y="105156"/>
                  </a:lnTo>
                  <a:lnTo>
                    <a:pt x="176784" y="88392"/>
                  </a:lnTo>
                  <a:lnTo>
                    <a:pt x="177850" y="111252"/>
                  </a:lnTo>
                  <a:lnTo>
                    <a:pt x="178879" y="135636"/>
                  </a:lnTo>
                  <a:lnTo>
                    <a:pt x="179539" y="158496"/>
                  </a:lnTo>
                  <a:lnTo>
                    <a:pt x="179705" y="172212"/>
                  </a:lnTo>
                  <a:lnTo>
                    <a:pt x="179641" y="199377"/>
                  </a:lnTo>
                  <a:lnTo>
                    <a:pt x="179565" y="206857"/>
                  </a:lnTo>
                  <a:lnTo>
                    <a:pt x="178879" y="230695"/>
                  </a:lnTo>
                  <a:lnTo>
                    <a:pt x="177901" y="254241"/>
                  </a:lnTo>
                  <a:lnTo>
                    <a:pt x="176784" y="277368"/>
                  </a:lnTo>
                  <a:lnTo>
                    <a:pt x="204216" y="263652"/>
                  </a:lnTo>
                  <a:lnTo>
                    <a:pt x="204216" y="245364"/>
                  </a:lnTo>
                  <a:lnTo>
                    <a:pt x="262128" y="245364"/>
                  </a:lnTo>
                  <a:lnTo>
                    <a:pt x="262128" y="348996"/>
                  </a:lnTo>
                  <a:lnTo>
                    <a:pt x="202501" y="354711"/>
                  </a:lnTo>
                  <a:lnTo>
                    <a:pt x="177469" y="356704"/>
                  </a:lnTo>
                  <a:lnTo>
                    <a:pt x="155448" y="358140"/>
                  </a:lnTo>
                  <a:lnTo>
                    <a:pt x="170688" y="394716"/>
                  </a:lnTo>
                  <a:lnTo>
                    <a:pt x="212902" y="379069"/>
                  </a:lnTo>
                  <a:lnTo>
                    <a:pt x="267195" y="366496"/>
                  </a:lnTo>
                  <a:lnTo>
                    <a:pt x="331825" y="352158"/>
                  </a:lnTo>
                  <a:lnTo>
                    <a:pt x="360299" y="345948"/>
                  </a:lnTo>
                  <a:lnTo>
                    <a:pt x="367284" y="344424"/>
                  </a:lnTo>
                  <a:lnTo>
                    <a:pt x="381000" y="382524"/>
                  </a:lnTo>
                  <a:lnTo>
                    <a:pt x="382524" y="388620"/>
                  </a:lnTo>
                  <a:lnTo>
                    <a:pt x="385572" y="391668"/>
                  </a:lnTo>
                  <a:lnTo>
                    <a:pt x="390144" y="391668"/>
                  </a:lnTo>
                  <a:lnTo>
                    <a:pt x="397764" y="384048"/>
                  </a:lnTo>
                  <a:lnTo>
                    <a:pt x="400812" y="379476"/>
                  </a:lnTo>
                  <a:lnTo>
                    <a:pt x="403860" y="373380"/>
                  </a:lnTo>
                  <a:lnTo>
                    <a:pt x="403860" y="361188"/>
                  </a:lnTo>
                  <a:close/>
                </a:path>
                <a:path w="1914525" h="455929">
                  <a:moveTo>
                    <a:pt x="617207" y="277355"/>
                  </a:moveTo>
                  <a:lnTo>
                    <a:pt x="606539" y="234683"/>
                  </a:lnTo>
                  <a:lnTo>
                    <a:pt x="587870" y="197916"/>
                  </a:lnTo>
                  <a:lnTo>
                    <a:pt x="553199" y="141719"/>
                  </a:lnTo>
                  <a:lnTo>
                    <a:pt x="545579" y="146291"/>
                  </a:lnTo>
                  <a:lnTo>
                    <a:pt x="555040" y="168579"/>
                  </a:lnTo>
                  <a:lnTo>
                    <a:pt x="562914" y="189725"/>
                  </a:lnTo>
                  <a:lnTo>
                    <a:pt x="574535" y="228587"/>
                  </a:lnTo>
                  <a:lnTo>
                    <a:pt x="585685" y="279603"/>
                  </a:lnTo>
                  <a:lnTo>
                    <a:pt x="589089" y="305574"/>
                  </a:lnTo>
                  <a:lnTo>
                    <a:pt x="591489" y="312597"/>
                  </a:lnTo>
                  <a:lnTo>
                    <a:pt x="595325" y="315341"/>
                  </a:lnTo>
                  <a:lnTo>
                    <a:pt x="600443" y="313931"/>
                  </a:lnTo>
                  <a:lnTo>
                    <a:pt x="608063" y="309359"/>
                  </a:lnTo>
                  <a:lnTo>
                    <a:pt x="612635" y="303263"/>
                  </a:lnTo>
                  <a:lnTo>
                    <a:pt x="615683" y="288023"/>
                  </a:lnTo>
                  <a:lnTo>
                    <a:pt x="617207" y="281927"/>
                  </a:lnTo>
                  <a:lnTo>
                    <a:pt x="617207" y="277355"/>
                  </a:lnTo>
                  <a:close/>
                </a:path>
                <a:path w="1914525" h="455929">
                  <a:moveTo>
                    <a:pt x="669023" y="50279"/>
                  </a:moveTo>
                  <a:lnTo>
                    <a:pt x="641972" y="21323"/>
                  </a:lnTo>
                  <a:lnTo>
                    <a:pt x="608063" y="3035"/>
                  </a:lnTo>
                  <a:lnTo>
                    <a:pt x="605015" y="9131"/>
                  </a:lnTo>
                  <a:lnTo>
                    <a:pt x="616712" y="24206"/>
                  </a:lnTo>
                  <a:lnTo>
                    <a:pt x="626541" y="39420"/>
                  </a:lnTo>
                  <a:lnTo>
                    <a:pt x="634377" y="54356"/>
                  </a:lnTo>
                  <a:lnTo>
                    <a:pt x="640067" y="68567"/>
                  </a:lnTo>
                  <a:lnTo>
                    <a:pt x="643115" y="82283"/>
                  </a:lnTo>
                  <a:lnTo>
                    <a:pt x="647687" y="88379"/>
                  </a:lnTo>
                  <a:lnTo>
                    <a:pt x="653783" y="88379"/>
                  </a:lnTo>
                  <a:lnTo>
                    <a:pt x="658355" y="85331"/>
                  </a:lnTo>
                  <a:lnTo>
                    <a:pt x="667499" y="70091"/>
                  </a:lnTo>
                  <a:lnTo>
                    <a:pt x="669023" y="62471"/>
                  </a:lnTo>
                  <a:lnTo>
                    <a:pt x="669023" y="50279"/>
                  </a:lnTo>
                  <a:close/>
                </a:path>
                <a:path w="1914525" h="455929">
                  <a:moveTo>
                    <a:pt x="830567" y="105143"/>
                  </a:moveTo>
                  <a:lnTo>
                    <a:pt x="795515" y="68567"/>
                  </a:lnTo>
                  <a:lnTo>
                    <a:pt x="769607" y="95999"/>
                  </a:lnTo>
                  <a:lnTo>
                    <a:pt x="472427" y="95999"/>
                  </a:lnTo>
                  <a:lnTo>
                    <a:pt x="487667" y="111239"/>
                  </a:lnTo>
                  <a:lnTo>
                    <a:pt x="497979" y="109004"/>
                  </a:lnTo>
                  <a:lnTo>
                    <a:pt x="508431" y="107048"/>
                  </a:lnTo>
                  <a:lnTo>
                    <a:pt x="519176" y="105676"/>
                  </a:lnTo>
                  <a:lnTo>
                    <a:pt x="530339" y="105143"/>
                  </a:lnTo>
                  <a:lnTo>
                    <a:pt x="830567" y="105143"/>
                  </a:lnTo>
                  <a:close/>
                </a:path>
                <a:path w="1914525" h="455929">
                  <a:moveTo>
                    <a:pt x="854951" y="367271"/>
                  </a:moveTo>
                  <a:lnTo>
                    <a:pt x="819899" y="329171"/>
                  </a:lnTo>
                  <a:lnTo>
                    <a:pt x="793991" y="356603"/>
                  </a:lnTo>
                  <a:lnTo>
                    <a:pt x="676643" y="356603"/>
                  </a:lnTo>
                  <a:lnTo>
                    <a:pt x="694931" y="312864"/>
                  </a:lnTo>
                  <a:lnTo>
                    <a:pt x="713219" y="266115"/>
                  </a:lnTo>
                  <a:lnTo>
                    <a:pt x="731507" y="216230"/>
                  </a:lnTo>
                  <a:lnTo>
                    <a:pt x="749795" y="163055"/>
                  </a:lnTo>
                  <a:lnTo>
                    <a:pt x="768083" y="150863"/>
                  </a:lnTo>
                  <a:lnTo>
                    <a:pt x="720839" y="124955"/>
                  </a:lnTo>
                  <a:lnTo>
                    <a:pt x="716445" y="161340"/>
                  </a:lnTo>
                  <a:lnTo>
                    <a:pt x="708672" y="202768"/>
                  </a:lnTo>
                  <a:lnTo>
                    <a:pt x="697471" y="249174"/>
                  </a:lnTo>
                  <a:lnTo>
                    <a:pt x="682752" y="300482"/>
                  </a:lnTo>
                  <a:lnTo>
                    <a:pt x="664451" y="356603"/>
                  </a:lnTo>
                  <a:lnTo>
                    <a:pt x="444995" y="356603"/>
                  </a:lnTo>
                  <a:lnTo>
                    <a:pt x="460235" y="371843"/>
                  </a:lnTo>
                  <a:lnTo>
                    <a:pt x="470547" y="369849"/>
                  </a:lnTo>
                  <a:lnTo>
                    <a:pt x="480999" y="368414"/>
                  </a:lnTo>
                  <a:lnTo>
                    <a:pt x="491744" y="367563"/>
                  </a:lnTo>
                  <a:lnTo>
                    <a:pt x="502907" y="367271"/>
                  </a:lnTo>
                  <a:lnTo>
                    <a:pt x="854951" y="367271"/>
                  </a:lnTo>
                  <a:close/>
                </a:path>
                <a:path w="1914525" h="455929">
                  <a:moveTo>
                    <a:pt x="1129271" y="38100"/>
                  </a:moveTo>
                  <a:lnTo>
                    <a:pt x="1094435" y="10922"/>
                  </a:lnTo>
                  <a:lnTo>
                    <a:pt x="1078979" y="4572"/>
                  </a:lnTo>
                  <a:lnTo>
                    <a:pt x="1075931" y="10668"/>
                  </a:lnTo>
                  <a:lnTo>
                    <a:pt x="1084503" y="20091"/>
                  </a:lnTo>
                  <a:lnTo>
                    <a:pt x="1091933" y="30099"/>
                  </a:lnTo>
                  <a:lnTo>
                    <a:pt x="1098219" y="40665"/>
                  </a:lnTo>
                  <a:lnTo>
                    <a:pt x="1103363" y="51816"/>
                  </a:lnTo>
                  <a:lnTo>
                    <a:pt x="1107935" y="62484"/>
                  </a:lnTo>
                  <a:lnTo>
                    <a:pt x="1110983" y="67056"/>
                  </a:lnTo>
                  <a:lnTo>
                    <a:pt x="1117079" y="67056"/>
                  </a:lnTo>
                  <a:lnTo>
                    <a:pt x="1120127" y="64008"/>
                  </a:lnTo>
                  <a:lnTo>
                    <a:pt x="1123175" y="59436"/>
                  </a:lnTo>
                  <a:lnTo>
                    <a:pt x="1127747" y="53340"/>
                  </a:lnTo>
                  <a:lnTo>
                    <a:pt x="1129271" y="47244"/>
                  </a:lnTo>
                  <a:lnTo>
                    <a:pt x="1129271" y="38100"/>
                  </a:lnTo>
                  <a:close/>
                </a:path>
                <a:path w="1914525" h="455929">
                  <a:moveTo>
                    <a:pt x="1269479" y="80772"/>
                  </a:moveTo>
                  <a:lnTo>
                    <a:pt x="1260335" y="71628"/>
                  </a:lnTo>
                  <a:lnTo>
                    <a:pt x="1238999" y="50292"/>
                  </a:lnTo>
                  <a:lnTo>
                    <a:pt x="1219187" y="71628"/>
                  </a:lnTo>
                  <a:lnTo>
                    <a:pt x="1095743" y="71628"/>
                  </a:lnTo>
                  <a:lnTo>
                    <a:pt x="1095743" y="80772"/>
                  </a:lnTo>
                  <a:lnTo>
                    <a:pt x="1095743" y="123444"/>
                  </a:lnTo>
                  <a:lnTo>
                    <a:pt x="1095743" y="134112"/>
                  </a:lnTo>
                  <a:lnTo>
                    <a:pt x="1095743" y="172212"/>
                  </a:lnTo>
                  <a:lnTo>
                    <a:pt x="1095743" y="182880"/>
                  </a:lnTo>
                  <a:lnTo>
                    <a:pt x="1095743" y="222504"/>
                  </a:lnTo>
                  <a:lnTo>
                    <a:pt x="995159" y="222504"/>
                  </a:lnTo>
                  <a:lnTo>
                    <a:pt x="995159" y="182880"/>
                  </a:lnTo>
                  <a:lnTo>
                    <a:pt x="1095743" y="182880"/>
                  </a:lnTo>
                  <a:lnTo>
                    <a:pt x="1095743" y="172212"/>
                  </a:lnTo>
                  <a:lnTo>
                    <a:pt x="995159" y="172212"/>
                  </a:lnTo>
                  <a:lnTo>
                    <a:pt x="995159" y="134112"/>
                  </a:lnTo>
                  <a:lnTo>
                    <a:pt x="1095743" y="134112"/>
                  </a:lnTo>
                  <a:lnTo>
                    <a:pt x="1095743" y="123444"/>
                  </a:lnTo>
                  <a:lnTo>
                    <a:pt x="995159" y="123444"/>
                  </a:lnTo>
                  <a:lnTo>
                    <a:pt x="995159" y="105156"/>
                  </a:lnTo>
                  <a:lnTo>
                    <a:pt x="995159" y="80772"/>
                  </a:lnTo>
                  <a:lnTo>
                    <a:pt x="1095743" y="80772"/>
                  </a:lnTo>
                  <a:lnTo>
                    <a:pt x="1095743" y="71628"/>
                  </a:lnTo>
                  <a:lnTo>
                    <a:pt x="999731" y="71628"/>
                  </a:lnTo>
                  <a:lnTo>
                    <a:pt x="1025639" y="28956"/>
                  </a:lnTo>
                  <a:lnTo>
                    <a:pt x="1040879" y="24384"/>
                  </a:lnTo>
                  <a:lnTo>
                    <a:pt x="1005827" y="0"/>
                  </a:lnTo>
                  <a:lnTo>
                    <a:pt x="996975" y="22860"/>
                  </a:lnTo>
                  <a:lnTo>
                    <a:pt x="986396" y="45720"/>
                  </a:lnTo>
                  <a:lnTo>
                    <a:pt x="960107" y="91440"/>
                  </a:lnTo>
                  <a:lnTo>
                    <a:pt x="926769" y="133921"/>
                  </a:lnTo>
                  <a:lnTo>
                    <a:pt x="890003" y="170688"/>
                  </a:lnTo>
                  <a:lnTo>
                    <a:pt x="893051" y="175260"/>
                  </a:lnTo>
                  <a:lnTo>
                    <a:pt x="915962" y="158940"/>
                  </a:lnTo>
                  <a:lnTo>
                    <a:pt x="936866" y="141922"/>
                  </a:lnTo>
                  <a:lnTo>
                    <a:pt x="956068" y="124028"/>
                  </a:lnTo>
                  <a:lnTo>
                    <a:pt x="973823" y="105156"/>
                  </a:lnTo>
                  <a:lnTo>
                    <a:pt x="973632" y="141922"/>
                  </a:lnTo>
                  <a:lnTo>
                    <a:pt x="973531" y="152946"/>
                  </a:lnTo>
                  <a:lnTo>
                    <a:pt x="972604" y="222504"/>
                  </a:lnTo>
                  <a:lnTo>
                    <a:pt x="972489" y="234696"/>
                  </a:lnTo>
                  <a:lnTo>
                    <a:pt x="972299" y="262128"/>
                  </a:lnTo>
                  <a:lnTo>
                    <a:pt x="995159" y="252984"/>
                  </a:lnTo>
                  <a:lnTo>
                    <a:pt x="995159" y="233172"/>
                  </a:lnTo>
                  <a:lnTo>
                    <a:pt x="1264907" y="233172"/>
                  </a:lnTo>
                  <a:lnTo>
                    <a:pt x="1255255" y="222504"/>
                  </a:lnTo>
                  <a:lnTo>
                    <a:pt x="1235951" y="201168"/>
                  </a:lnTo>
                  <a:lnTo>
                    <a:pt x="1214615" y="222504"/>
                  </a:lnTo>
                  <a:lnTo>
                    <a:pt x="1117079" y="222504"/>
                  </a:lnTo>
                  <a:lnTo>
                    <a:pt x="1117079" y="182880"/>
                  </a:lnTo>
                  <a:lnTo>
                    <a:pt x="1243571" y="182880"/>
                  </a:lnTo>
                  <a:lnTo>
                    <a:pt x="1233436" y="172212"/>
                  </a:lnTo>
                  <a:lnTo>
                    <a:pt x="1214615" y="152400"/>
                  </a:lnTo>
                  <a:lnTo>
                    <a:pt x="1196327" y="172212"/>
                  </a:lnTo>
                  <a:lnTo>
                    <a:pt x="1117079" y="172212"/>
                  </a:lnTo>
                  <a:lnTo>
                    <a:pt x="1117079" y="134112"/>
                  </a:lnTo>
                  <a:lnTo>
                    <a:pt x="1246619" y="134112"/>
                  </a:lnTo>
                  <a:lnTo>
                    <a:pt x="1237018" y="123444"/>
                  </a:lnTo>
                  <a:lnTo>
                    <a:pt x="1219187" y="103632"/>
                  </a:lnTo>
                  <a:lnTo>
                    <a:pt x="1199375" y="123444"/>
                  </a:lnTo>
                  <a:lnTo>
                    <a:pt x="1117079" y="123444"/>
                  </a:lnTo>
                  <a:lnTo>
                    <a:pt x="1117079" y="80772"/>
                  </a:lnTo>
                  <a:lnTo>
                    <a:pt x="1269479" y="80772"/>
                  </a:lnTo>
                  <a:close/>
                </a:path>
                <a:path w="1914525" h="455929">
                  <a:moveTo>
                    <a:pt x="1299959" y="371856"/>
                  </a:moveTo>
                  <a:lnTo>
                    <a:pt x="1248333" y="362902"/>
                  </a:lnTo>
                  <a:lnTo>
                    <a:pt x="1202423" y="345948"/>
                  </a:lnTo>
                  <a:lnTo>
                    <a:pt x="1163370" y="320802"/>
                  </a:lnTo>
                  <a:lnTo>
                    <a:pt x="1127747" y="286512"/>
                  </a:lnTo>
                  <a:lnTo>
                    <a:pt x="1298435" y="286512"/>
                  </a:lnTo>
                  <a:lnTo>
                    <a:pt x="1269479" y="256032"/>
                  </a:lnTo>
                  <a:lnTo>
                    <a:pt x="1248143" y="275844"/>
                  </a:lnTo>
                  <a:lnTo>
                    <a:pt x="1109459" y="275844"/>
                  </a:lnTo>
                  <a:lnTo>
                    <a:pt x="1109459" y="260604"/>
                  </a:lnTo>
                  <a:lnTo>
                    <a:pt x="1123175" y="248412"/>
                  </a:lnTo>
                  <a:lnTo>
                    <a:pt x="1085075" y="234696"/>
                  </a:lnTo>
                  <a:lnTo>
                    <a:pt x="1085316" y="243268"/>
                  </a:lnTo>
                  <a:lnTo>
                    <a:pt x="1085837" y="252984"/>
                  </a:lnTo>
                  <a:lnTo>
                    <a:pt x="1086370" y="263842"/>
                  </a:lnTo>
                  <a:lnTo>
                    <a:pt x="1086599" y="275844"/>
                  </a:lnTo>
                  <a:lnTo>
                    <a:pt x="891527" y="275844"/>
                  </a:lnTo>
                  <a:lnTo>
                    <a:pt x="906767" y="292608"/>
                  </a:lnTo>
                  <a:lnTo>
                    <a:pt x="917079" y="289725"/>
                  </a:lnTo>
                  <a:lnTo>
                    <a:pt x="927531" y="287845"/>
                  </a:lnTo>
                  <a:lnTo>
                    <a:pt x="938276" y="286816"/>
                  </a:lnTo>
                  <a:lnTo>
                    <a:pt x="949439" y="286512"/>
                  </a:lnTo>
                  <a:lnTo>
                    <a:pt x="1056119" y="286512"/>
                  </a:lnTo>
                  <a:lnTo>
                    <a:pt x="1018197" y="324434"/>
                  </a:lnTo>
                  <a:lnTo>
                    <a:pt x="975118" y="355561"/>
                  </a:lnTo>
                  <a:lnTo>
                    <a:pt x="921486" y="385279"/>
                  </a:lnTo>
                  <a:lnTo>
                    <a:pt x="891527" y="399288"/>
                  </a:lnTo>
                  <a:lnTo>
                    <a:pt x="893051" y="406908"/>
                  </a:lnTo>
                  <a:lnTo>
                    <a:pt x="952677" y="382905"/>
                  </a:lnTo>
                  <a:lnTo>
                    <a:pt x="1004303" y="356616"/>
                  </a:lnTo>
                  <a:lnTo>
                    <a:pt x="1047737" y="325755"/>
                  </a:lnTo>
                  <a:lnTo>
                    <a:pt x="1086599" y="288036"/>
                  </a:lnTo>
                  <a:lnTo>
                    <a:pt x="1086370" y="321462"/>
                  </a:lnTo>
                  <a:lnTo>
                    <a:pt x="1085316" y="383184"/>
                  </a:lnTo>
                  <a:lnTo>
                    <a:pt x="1085075" y="411480"/>
                  </a:lnTo>
                  <a:lnTo>
                    <a:pt x="1110983" y="397764"/>
                  </a:lnTo>
                  <a:lnTo>
                    <a:pt x="1110107" y="381444"/>
                  </a:lnTo>
                  <a:lnTo>
                    <a:pt x="1109649" y="357568"/>
                  </a:lnTo>
                  <a:lnTo>
                    <a:pt x="1109573" y="342036"/>
                  </a:lnTo>
                  <a:lnTo>
                    <a:pt x="1109472" y="288036"/>
                  </a:lnTo>
                  <a:lnTo>
                    <a:pt x="1109459" y="286512"/>
                  </a:lnTo>
                  <a:lnTo>
                    <a:pt x="1120127" y="286512"/>
                  </a:lnTo>
                  <a:lnTo>
                    <a:pt x="1135545" y="309321"/>
                  </a:lnTo>
                  <a:lnTo>
                    <a:pt x="1151940" y="329565"/>
                  </a:lnTo>
                  <a:lnTo>
                    <a:pt x="1187183" y="361188"/>
                  </a:lnTo>
                  <a:lnTo>
                    <a:pt x="1226045" y="383095"/>
                  </a:lnTo>
                  <a:lnTo>
                    <a:pt x="1269479" y="399288"/>
                  </a:lnTo>
                  <a:lnTo>
                    <a:pt x="1273175" y="391858"/>
                  </a:lnTo>
                  <a:lnTo>
                    <a:pt x="1279575" y="385572"/>
                  </a:lnTo>
                  <a:lnTo>
                    <a:pt x="1288554" y="380428"/>
                  </a:lnTo>
                  <a:lnTo>
                    <a:pt x="1299959" y="376428"/>
                  </a:lnTo>
                  <a:lnTo>
                    <a:pt x="1299959" y="371856"/>
                  </a:lnTo>
                  <a:close/>
                </a:path>
                <a:path w="1914525" h="455929">
                  <a:moveTo>
                    <a:pt x="1472184" y="28943"/>
                  </a:moveTo>
                  <a:lnTo>
                    <a:pt x="1423416" y="28943"/>
                  </a:lnTo>
                  <a:lnTo>
                    <a:pt x="1405128" y="51231"/>
                  </a:lnTo>
                  <a:lnTo>
                    <a:pt x="1375410" y="99237"/>
                  </a:lnTo>
                  <a:lnTo>
                    <a:pt x="1354213" y="151231"/>
                  </a:lnTo>
                  <a:lnTo>
                    <a:pt x="1343825" y="210045"/>
                  </a:lnTo>
                  <a:lnTo>
                    <a:pt x="1342644" y="242303"/>
                  </a:lnTo>
                  <a:lnTo>
                    <a:pt x="1343825" y="275450"/>
                  </a:lnTo>
                  <a:lnTo>
                    <a:pt x="1354213" y="334886"/>
                  </a:lnTo>
                  <a:lnTo>
                    <a:pt x="1375410" y="386016"/>
                  </a:lnTo>
                  <a:lnTo>
                    <a:pt x="1405128" y="433400"/>
                  </a:lnTo>
                  <a:lnTo>
                    <a:pt x="1423416" y="455663"/>
                  </a:lnTo>
                  <a:lnTo>
                    <a:pt x="1472184" y="455663"/>
                  </a:lnTo>
                  <a:lnTo>
                    <a:pt x="1472184" y="454139"/>
                  </a:lnTo>
                  <a:lnTo>
                    <a:pt x="1464183" y="445858"/>
                  </a:lnTo>
                  <a:lnTo>
                    <a:pt x="1456182" y="436994"/>
                  </a:lnTo>
                  <a:lnTo>
                    <a:pt x="1431556" y="406095"/>
                  </a:lnTo>
                  <a:lnTo>
                    <a:pt x="1409700" y="368795"/>
                  </a:lnTo>
                  <a:lnTo>
                    <a:pt x="1392339" y="325729"/>
                  </a:lnTo>
                  <a:lnTo>
                    <a:pt x="1382268" y="277736"/>
                  </a:lnTo>
                  <a:lnTo>
                    <a:pt x="1380744" y="242303"/>
                  </a:lnTo>
                  <a:lnTo>
                    <a:pt x="1381290" y="224548"/>
                  </a:lnTo>
                  <a:lnTo>
                    <a:pt x="1388364" y="175247"/>
                  </a:lnTo>
                  <a:lnTo>
                    <a:pt x="1403362" y="129603"/>
                  </a:lnTo>
                  <a:lnTo>
                    <a:pt x="1423606" y="89712"/>
                  </a:lnTo>
                  <a:lnTo>
                    <a:pt x="1446885" y="57048"/>
                  </a:lnTo>
                  <a:lnTo>
                    <a:pt x="1472184" y="30467"/>
                  </a:lnTo>
                  <a:lnTo>
                    <a:pt x="1472184" y="28943"/>
                  </a:lnTo>
                  <a:close/>
                </a:path>
                <a:path w="1914525" h="455929">
                  <a:moveTo>
                    <a:pt x="1639824" y="202679"/>
                  </a:moveTo>
                  <a:lnTo>
                    <a:pt x="1616964" y="171157"/>
                  </a:lnTo>
                  <a:lnTo>
                    <a:pt x="1562100" y="146291"/>
                  </a:lnTo>
                  <a:lnTo>
                    <a:pt x="1559052" y="150863"/>
                  </a:lnTo>
                  <a:lnTo>
                    <a:pt x="1576997" y="168579"/>
                  </a:lnTo>
                  <a:lnTo>
                    <a:pt x="1591818" y="185153"/>
                  </a:lnTo>
                  <a:lnTo>
                    <a:pt x="1603197" y="200583"/>
                  </a:lnTo>
                  <a:lnTo>
                    <a:pt x="1610868" y="214871"/>
                  </a:lnTo>
                  <a:lnTo>
                    <a:pt x="1615440" y="228587"/>
                  </a:lnTo>
                  <a:lnTo>
                    <a:pt x="1620012" y="234683"/>
                  </a:lnTo>
                  <a:lnTo>
                    <a:pt x="1626108" y="234683"/>
                  </a:lnTo>
                  <a:lnTo>
                    <a:pt x="1629156" y="230111"/>
                  </a:lnTo>
                  <a:lnTo>
                    <a:pt x="1638300" y="214871"/>
                  </a:lnTo>
                  <a:lnTo>
                    <a:pt x="1639747" y="207632"/>
                  </a:lnTo>
                  <a:lnTo>
                    <a:pt x="1639824" y="202679"/>
                  </a:lnTo>
                  <a:close/>
                </a:path>
                <a:path w="1914525" h="455929">
                  <a:moveTo>
                    <a:pt x="1834896" y="63995"/>
                  </a:moveTo>
                  <a:lnTo>
                    <a:pt x="1808695" y="35407"/>
                  </a:lnTo>
                  <a:lnTo>
                    <a:pt x="1763268" y="16751"/>
                  </a:lnTo>
                  <a:lnTo>
                    <a:pt x="1760220" y="22847"/>
                  </a:lnTo>
                  <a:lnTo>
                    <a:pt x="1777072" y="38277"/>
                  </a:lnTo>
                  <a:lnTo>
                    <a:pt x="1791081" y="52565"/>
                  </a:lnTo>
                  <a:lnTo>
                    <a:pt x="1802218" y="65709"/>
                  </a:lnTo>
                  <a:lnTo>
                    <a:pt x="1810512" y="77711"/>
                  </a:lnTo>
                  <a:lnTo>
                    <a:pt x="1815084" y="86855"/>
                  </a:lnTo>
                  <a:lnTo>
                    <a:pt x="1819656" y="91427"/>
                  </a:lnTo>
                  <a:lnTo>
                    <a:pt x="1825752" y="91427"/>
                  </a:lnTo>
                  <a:lnTo>
                    <a:pt x="1828800" y="88379"/>
                  </a:lnTo>
                  <a:lnTo>
                    <a:pt x="1830324" y="79235"/>
                  </a:lnTo>
                  <a:lnTo>
                    <a:pt x="1833372" y="71615"/>
                  </a:lnTo>
                  <a:lnTo>
                    <a:pt x="1834896" y="67043"/>
                  </a:lnTo>
                  <a:lnTo>
                    <a:pt x="1834896" y="63995"/>
                  </a:lnTo>
                  <a:close/>
                </a:path>
                <a:path w="1914525" h="455929">
                  <a:moveTo>
                    <a:pt x="1914144" y="341363"/>
                  </a:moveTo>
                  <a:lnTo>
                    <a:pt x="1873542" y="327075"/>
                  </a:lnTo>
                  <a:lnTo>
                    <a:pt x="1836229" y="304787"/>
                  </a:lnTo>
                  <a:lnTo>
                    <a:pt x="1802053" y="274497"/>
                  </a:lnTo>
                  <a:lnTo>
                    <a:pt x="1770888" y="236207"/>
                  </a:lnTo>
                  <a:lnTo>
                    <a:pt x="1786001" y="227063"/>
                  </a:lnTo>
                  <a:lnTo>
                    <a:pt x="1821675" y="205562"/>
                  </a:lnTo>
                  <a:lnTo>
                    <a:pt x="1833372" y="198107"/>
                  </a:lnTo>
                  <a:lnTo>
                    <a:pt x="1843633" y="192735"/>
                  </a:lnTo>
                  <a:lnTo>
                    <a:pt x="1853755" y="188201"/>
                  </a:lnTo>
                  <a:lnTo>
                    <a:pt x="1863585" y="184823"/>
                  </a:lnTo>
                  <a:lnTo>
                    <a:pt x="1872996" y="182867"/>
                  </a:lnTo>
                  <a:lnTo>
                    <a:pt x="1844040" y="149339"/>
                  </a:lnTo>
                  <a:lnTo>
                    <a:pt x="1829765" y="168770"/>
                  </a:lnTo>
                  <a:lnTo>
                    <a:pt x="1812226" y="188201"/>
                  </a:lnTo>
                  <a:lnTo>
                    <a:pt x="1791525" y="207632"/>
                  </a:lnTo>
                  <a:lnTo>
                    <a:pt x="1767840" y="227063"/>
                  </a:lnTo>
                  <a:lnTo>
                    <a:pt x="1755521" y="205371"/>
                  </a:lnTo>
                  <a:lnTo>
                    <a:pt x="1743646" y="179247"/>
                  </a:lnTo>
                  <a:lnTo>
                    <a:pt x="1732038" y="148844"/>
                  </a:lnTo>
                  <a:lnTo>
                    <a:pt x="1727657" y="135623"/>
                  </a:lnTo>
                  <a:lnTo>
                    <a:pt x="1720596" y="114287"/>
                  </a:lnTo>
                  <a:lnTo>
                    <a:pt x="1898904" y="114287"/>
                  </a:lnTo>
                  <a:lnTo>
                    <a:pt x="1865376" y="77711"/>
                  </a:lnTo>
                  <a:lnTo>
                    <a:pt x="1840992" y="103619"/>
                  </a:lnTo>
                  <a:lnTo>
                    <a:pt x="1719072" y="103619"/>
                  </a:lnTo>
                  <a:lnTo>
                    <a:pt x="1719072" y="39611"/>
                  </a:lnTo>
                  <a:lnTo>
                    <a:pt x="1732788" y="25895"/>
                  </a:lnTo>
                  <a:lnTo>
                    <a:pt x="1691640" y="3035"/>
                  </a:lnTo>
                  <a:lnTo>
                    <a:pt x="1691830" y="16751"/>
                  </a:lnTo>
                  <a:lnTo>
                    <a:pt x="1691944" y="22847"/>
                  </a:lnTo>
                  <a:lnTo>
                    <a:pt x="1692338" y="39611"/>
                  </a:lnTo>
                  <a:lnTo>
                    <a:pt x="1692935" y="71615"/>
                  </a:lnTo>
                  <a:lnTo>
                    <a:pt x="1693164" y="103619"/>
                  </a:lnTo>
                  <a:lnTo>
                    <a:pt x="1520952" y="103619"/>
                  </a:lnTo>
                  <a:lnTo>
                    <a:pt x="1536192" y="120383"/>
                  </a:lnTo>
                  <a:lnTo>
                    <a:pt x="1545831" y="117513"/>
                  </a:lnTo>
                  <a:lnTo>
                    <a:pt x="1556194" y="115620"/>
                  </a:lnTo>
                  <a:lnTo>
                    <a:pt x="1566837" y="114604"/>
                  </a:lnTo>
                  <a:lnTo>
                    <a:pt x="1577340" y="114287"/>
                  </a:lnTo>
                  <a:lnTo>
                    <a:pt x="1693164" y="114287"/>
                  </a:lnTo>
                  <a:lnTo>
                    <a:pt x="1693164" y="237731"/>
                  </a:lnTo>
                  <a:lnTo>
                    <a:pt x="1658302" y="256044"/>
                  </a:lnTo>
                  <a:lnTo>
                    <a:pt x="1574292" y="298691"/>
                  </a:lnTo>
                  <a:lnTo>
                    <a:pt x="1535430" y="316788"/>
                  </a:lnTo>
                  <a:lnTo>
                    <a:pt x="1510284" y="324599"/>
                  </a:lnTo>
                  <a:lnTo>
                    <a:pt x="1537716" y="359651"/>
                  </a:lnTo>
                  <a:lnTo>
                    <a:pt x="1567497" y="330504"/>
                  </a:lnTo>
                  <a:lnTo>
                    <a:pt x="1632204" y="287451"/>
                  </a:lnTo>
                  <a:lnTo>
                    <a:pt x="1693164" y="248399"/>
                  </a:lnTo>
                  <a:lnTo>
                    <a:pt x="1693164" y="348983"/>
                  </a:lnTo>
                  <a:lnTo>
                    <a:pt x="1691640" y="359651"/>
                  </a:lnTo>
                  <a:lnTo>
                    <a:pt x="1685544" y="365747"/>
                  </a:lnTo>
                  <a:lnTo>
                    <a:pt x="1676400" y="365747"/>
                  </a:lnTo>
                  <a:lnTo>
                    <a:pt x="1667205" y="365467"/>
                  </a:lnTo>
                  <a:lnTo>
                    <a:pt x="1655445" y="364604"/>
                  </a:lnTo>
                  <a:lnTo>
                    <a:pt x="1640814" y="363181"/>
                  </a:lnTo>
                  <a:lnTo>
                    <a:pt x="1623060" y="361175"/>
                  </a:lnTo>
                  <a:lnTo>
                    <a:pt x="1623060" y="368795"/>
                  </a:lnTo>
                  <a:lnTo>
                    <a:pt x="1645297" y="377139"/>
                  </a:lnTo>
                  <a:lnTo>
                    <a:pt x="1661541" y="386321"/>
                  </a:lnTo>
                  <a:lnTo>
                    <a:pt x="1671485" y="396659"/>
                  </a:lnTo>
                  <a:lnTo>
                    <a:pt x="1674876" y="408419"/>
                  </a:lnTo>
                  <a:lnTo>
                    <a:pt x="1694853" y="400735"/>
                  </a:lnTo>
                  <a:lnTo>
                    <a:pt x="1708975" y="389178"/>
                  </a:lnTo>
                  <a:lnTo>
                    <a:pt x="1717090" y="373926"/>
                  </a:lnTo>
                  <a:lnTo>
                    <a:pt x="1717941" y="365747"/>
                  </a:lnTo>
                  <a:lnTo>
                    <a:pt x="1719008" y="355650"/>
                  </a:lnTo>
                  <a:lnTo>
                    <a:pt x="1719072" y="248399"/>
                  </a:lnTo>
                  <a:lnTo>
                    <a:pt x="1719072" y="135623"/>
                  </a:lnTo>
                  <a:lnTo>
                    <a:pt x="1731632" y="189115"/>
                  </a:lnTo>
                  <a:lnTo>
                    <a:pt x="1749488" y="236829"/>
                  </a:lnTo>
                  <a:lnTo>
                    <a:pt x="1772602" y="278879"/>
                  </a:lnTo>
                  <a:lnTo>
                    <a:pt x="1800910" y="315353"/>
                  </a:lnTo>
                  <a:lnTo>
                    <a:pt x="1834388" y="346303"/>
                  </a:lnTo>
                  <a:lnTo>
                    <a:pt x="1872996" y="371843"/>
                  </a:lnTo>
                  <a:lnTo>
                    <a:pt x="1879854" y="362686"/>
                  </a:lnTo>
                  <a:lnTo>
                    <a:pt x="1888998" y="355650"/>
                  </a:lnTo>
                  <a:lnTo>
                    <a:pt x="1900428" y="350634"/>
                  </a:lnTo>
                  <a:lnTo>
                    <a:pt x="1914144" y="347459"/>
                  </a:lnTo>
                  <a:lnTo>
                    <a:pt x="1914144" y="341363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38" name="object 38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6547104" y="4727448"/>
              <a:ext cx="86868" cy="86867"/>
            </a:xfrm>
            <a:prstGeom prst="rect">
              <a:avLst/>
            </a:prstGeom>
          </p:spPr>
        </p:pic>
        <p:sp>
          <p:nvSpPr>
            <p:cNvPr id="39" name="object 39"/>
            <p:cNvSpPr/>
            <p:nvPr/>
          </p:nvSpPr>
          <p:spPr>
            <a:xfrm>
              <a:off x="6303263" y="4719828"/>
              <a:ext cx="403860" cy="405765"/>
            </a:xfrm>
            <a:custGeom>
              <a:avLst/>
              <a:gdLst/>
              <a:ahLst/>
              <a:cxnLst/>
              <a:rect l="l" t="t" r="r" b="b"/>
              <a:pathLst>
                <a:path w="403859" h="405764">
                  <a:moveTo>
                    <a:pt x="181356" y="0"/>
                  </a:moveTo>
                  <a:lnTo>
                    <a:pt x="222504" y="22859"/>
                  </a:lnTo>
                  <a:lnTo>
                    <a:pt x="208788" y="36576"/>
                  </a:lnTo>
                  <a:lnTo>
                    <a:pt x="208788" y="100584"/>
                  </a:lnTo>
                  <a:lnTo>
                    <a:pt x="330708" y="100584"/>
                  </a:lnTo>
                  <a:lnTo>
                    <a:pt x="355092" y="74676"/>
                  </a:lnTo>
                  <a:lnTo>
                    <a:pt x="388620" y="111252"/>
                  </a:lnTo>
                  <a:lnTo>
                    <a:pt x="210312" y="111252"/>
                  </a:lnTo>
                  <a:lnTo>
                    <a:pt x="221765" y="145803"/>
                  </a:lnTo>
                  <a:lnTo>
                    <a:pt x="233362" y="176212"/>
                  </a:lnTo>
                  <a:lnTo>
                    <a:pt x="245244" y="202334"/>
                  </a:lnTo>
                  <a:lnTo>
                    <a:pt x="257556" y="224028"/>
                  </a:lnTo>
                  <a:lnTo>
                    <a:pt x="281249" y="204596"/>
                  </a:lnTo>
                  <a:lnTo>
                    <a:pt x="301942" y="185165"/>
                  </a:lnTo>
                  <a:lnTo>
                    <a:pt x="319492" y="165734"/>
                  </a:lnTo>
                  <a:lnTo>
                    <a:pt x="333756" y="146304"/>
                  </a:lnTo>
                  <a:lnTo>
                    <a:pt x="362712" y="179831"/>
                  </a:lnTo>
                  <a:lnTo>
                    <a:pt x="323088" y="195072"/>
                  </a:lnTo>
                  <a:lnTo>
                    <a:pt x="311396" y="202525"/>
                  </a:lnTo>
                  <a:lnTo>
                    <a:pt x="296989" y="211264"/>
                  </a:lnTo>
                  <a:lnTo>
                    <a:pt x="280011" y="221432"/>
                  </a:lnTo>
                  <a:lnTo>
                    <a:pt x="260604" y="233172"/>
                  </a:lnTo>
                  <a:lnTo>
                    <a:pt x="291774" y="271462"/>
                  </a:lnTo>
                  <a:lnTo>
                    <a:pt x="325945" y="301752"/>
                  </a:lnTo>
                  <a:lnTo>
                    <a:pt x="363259" y="324040"/>
                  </a:lnTo>
                  <a:lnTo>
                    <a:pt x="403860" y="338328"/>
                  </a:lnTo>
                  <a:lnTo>
                    <a:pt x="403860" y="344423"/>
                  </a:lnTo>
                  <a:lnTo>
                    <a:pt x="390144" y="347591"/>
                  </a:lnTo>
                  <a:lnTo>
                    <a:pt x="378714" y="352615"/>
                  </a:lnTo>
                  <a:lnTo>
                    <a:pt x="369570" y="359640"/>
                  </a:lnTo>
                  <a:lnTo>
                    <a:pt x="362712" y="368808"/>
                  </a:lnTo>
                  <a:lnTo>
                    <a:pt x="324111" y="343266"/>
                  </a:lnTo>
                  <a:lnTo>
                    <a:pt x="290632" y="312307"/>
                  </a:lnTo>
                  <a:lnTo>
                    <a:pt x="262318" y="275843"/>
                  </a:lnTo>
                  <a:lnTo>
                    <a:pt x="239211" y="233792"/>
                  </a:lnTo>
                  <a:lnTo>
                    <a:pt x="221353" y="186069"/>
                  </a:lnTo>
                  <a:lnTo>
                    <a:pt x="208788" y="132588"/>
                  </a:lnTo>
                  <a:lnTo>
                    <a:pt x="208788" y="352043"/>
                  </a:lnTo>
                  <a:lnTo>
                    <a:pt x="206811" y="370879"/>
                  </a:lnTo>
                  <a:lnTo>
                    <a:pt x="198691" y="386143"/>
                  </a:lnTo>
                  <a:lnTo>
                    <a:pt x="184570" y="397692"/>
                  </a:lnTo>
                  <a:lnTo>
                    <a:pt x="164592" y="405384"/>
                  </a:lnTo>
                  <a:lnTo>
                    <a:pt x="161210" y="393620"/>
                  </a:lnTo>
                  <a:lnTo>
                    <a:pt x="151257" y="383286"/>
                  </a:lnTo>
                  <a:lnTo>
                    <a:pt x="135016" y="374094"/>
                  </a:lnTo>
                  <a:lnTo>
                    <a:pt x="112776" y="365760"/>
                  </a:lnTo>
                  <a:lnTo>
                    <a:pt x="112776" y="358139"/>
                  </a:lnTo>
                  <a:lnTo>
                    <a:pt x="130540" y="360140"/>
                  </a:lnTo>
                  <a:lnTo>
                    <a:pt x="145161" y="361569"/>
                  </a:lnTo>
                  <a:lnTo>
                    <a:pt x="156924" y="362426"/>
                  </a:lnTo>
                  <a:lnTo>
                    <a:pt x="166116" y="362712"/>
                  </a:lnTo>
                  <a:lnTo>
                    <a:pt x="175260" y="362712"/>
                  </a:lnTo>
                  <a:lnTo>
                    <a:pt x="181356" y="356615"/>
                  </a:lnTo>
                  <a:lnTo>
                    <a:pt x="182880" y="345948"/>
                  </a:lnTo>
                  <a:lnTo>
                    <a:pt x="182880" y="245364"/>
                  </a:lnTo>
                  <a:lnTo>
                    <a:pt x="150542" y="265961"/>
                  </a:lnTo>
                  <a:lnTo>
                    <a:pt x="96726" y="300870"/>
                  </a:lnTo>
                  <a:lnTo>
                    <a:pt x="57221" y="327469"/>
                  </a:lnTo>
                  <a:lnTo>
                    <a:pt x="27432" y="356615"/>
                  </a:lnTo>
                  <a:lnTo>
                    <a:pt x="0" y="321563"/>
                  </a:lnTo>
                  <a:lnTo>
                    <a:pt x="42862" y="305919"/>
                  </a:lnTo>
                  <a:lnTo>
                    <a:pt x="88582" y="283344"/>
                  </a:lnTo>
                  <a:lnTo>
                    <a:pt x="148018" y="253007"/>
                  </a:lnTo>
                  <a:lnTo>
                    <a:pt x="182880" y="234695"/>
                  </a:lnTo>
                  <a:lnTo>
                    <a:pt x="182880" y="111252"/>
                  </a:lnTo>
                  <a:lnTo>
                    <a:pt x="67056" y="111252"/>
                  </a:lnTo>
                  <a:lnTo>
                    <a:pt x="56554" y="111561"/>
                  </a:lnTo>
                  <a:lnTo>
                    <a:pt x="45910" y="112585"/>
                  </a:lnTo>
                  <a:lnTo>
                    <a:pt x="35552" y="114466"/>
                  </a:lnTo>
                  <a:lnTo>
                    <a:pt x="25908" y="117348"/>
                  </a:lnTo>
                  <a:lnTo>
                    <a:pt x="10668" y="100584"/>
                  </a:lnTo>
                  <a:lnTo>
                    <a:pt x="182880" y="100584"/>
                  </a:lnTo>
                  <a:lnTo>
                    <a:pt x="182641" y="66865"/>
                  </a:lnTo>
                  <a:lnTo>
                    <a:pt x="182118" y="38862"/>
                  </a:lnTo>
                  <a:lnTo>
                    <a:pt x="181594" y="16573"/>
                  </a:lnTo>
                  <a:lnTo>
                    <a:pt x="181356" y="0"/>
                  </a:lnTo>
                  <a:close/>
                </a:path>
              </a:pathLst>
            </a:custGeom>
            <a:ln w="1219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40" name="object 40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6345936" y="4856988"/>
              <a:ext cx="92964" cy="100583"/>
            </a:xfrm>
            <a:prstGeom prst="rect">
              <a:avLst/>
            </a:prstGeom>
          </p:spPr>
        </p:pic>
        <p:sp>
          <p:nvSpPr>
            <p:cNvPr id="41" name="object 41"/>
            <p:cNvSpPr/>
            <p:nvPr/>
          </p:nvSpPr>
          <p:spPr>
            <a:xfrm>
              <a:off x="6746747" y="4721352"/>
              <a:ext cx="413384" cy="405765"/>
            </a:xfrm>
            <a:custGeom>
              <a:avLst/>
              <a:gdLst/>
              <a:ahLst/>
              <a:cxnLst/>
              <a:rect l="l" t="t" r="r" b="b"/>
              <a:pathLst>
                <a:path w="413384" h="405764">
                  <a:moveTo>
                    <a:pt x="7619" y="169164"/>
                  </a:moveTo>
                  <a:lnTo>
                    <a:pt x="4571" y="164592"/>
                  </a:lnTo>
                  <a:lnTo>
                    <a:pt x="22629" y="139969"/>
                  </a:lnTo>
                  <a:lnTo>
                    <a:pt x="37909" y="116586"/>
                  </a:lnTo>
                  <a:lnTo>
                    <a:pt x="60960" y="73152"/>
                  </a:lnTo>
                  <a:lnTo>
                    <a:pt x="76771" y="33147"/>
                  </a:lnTo>
                  <a:lnTo>
                    <a:pt x="86868" y="0"/>
                  </a:lnTo>
                  <a:lnTo>
                    <a:pt x="120395" y="22860"/>
                  </a:lnTo>
                  <a:lnTo>
                    <a:pt x="92082" y="55768"/>
                  </a:lnTo>
                  <a:lnTo>
                    <a:pt x="88392" y="64008"/>
                  </a:lnTo>
                  <a:lnTo>
                    <a:pt x="166115" y="64008"/>
                  </a:lnTo>
                  <a:lnTo>
                    <a:pt x="176783" y="74676"/>
                  </a:lnTo>
                  <a:lnTo>
                    <a:pt x="83819" y="74676"/>
                  </a:lnTo>
                  <a:lnTo>
                    <a:pt x="77819" y="85248"/>
                  </a:lnTo>
                  <a:lnTo>
                    <a:pt x="71247" y="96393"/>
                  </a:lnTo>
                  <a:lnTo>
                    <a:pt x="64103" y="108108"/>
                  </a:lnTo>
                  <a:lnTo>
                    <a:pt x="56388" y="120396"/>
                  </a:lnTo>
                  <a:lnTo>
                    <a:pt x="65532" y="128016"/>
                  </a:lnTo>
                  <a:lnTo>
                    <a:pt x="192023" y="128016"/>
                  </a:lnTo>
                  <a:lnTo>
                    <a:pt x="198119" y="134112"/>
                  </a:lnTo>
                  <a:lnTo>
                    <a:pt x="196160" y="135636"/>
                  </a:lnTo>
                  <a:lnTo>
                    <a:pt x="41148" y="135636"/>
                  </a:lnTo>
                  <a:lnTo>
                    <a:pt x="33123" y="144518"/>
                  </a:lnTo>
                  <a:lnTo>
                    <a:pt x="24955" y="152971"/>
                  </a:lnTo>
                  <a:lnTo>
                    <a:pt x="16502" y="161139"/>
                  </a:lnTo>
                  <a:lnTo>
                    <a:pt x="7619" y="169164"/>
                  </a:lnTo>
                  <a:close/>
                </a:path>
                <a:path w="413384" h="405764">
                  <a:moveTo>
                    <a:pt x="222504" y="45720"/>
                  </a:moveTo>
                  <a:lnTo>
                    <a:pt x="205740" y="30480"/>
                  </a:lnTo>
                  <a:lnTo>
                    <a:pt x="356616" y="30480"/>
                  </a:lnTo>
                  <a:lnTo>
                    <a:pt x="370332" y="13716"/>
                  </a:lnTo>
                  <a:lnTo>
                    <a:pt x="394716" y="35052"/>
                  </a:lnTo>
                  <a:lnTo>
                    <a:pt x="386007" y="41148"/>
                  </a:lnTo>
                  <a:lnTo>
                    <a:pt x="237744" y="41148"/>
                  </a:lnTo>
                  <a:lnTo>
                    <a:pt x="222504" y="45720"/>
                  </a:lnTo>
                  <a:close/>
                </a:path>
                <a:path w="413384" h="405764">
                  <a:moveTo>
                    <a:pt x="198119" y="160020"/>
                  </a:moveTo>
                  <a:lnTo>
                    <a:pt x="192024" y="155448"/>
                  </a:lnTo>
                  <a:lnTo>
                    <a:pt x="210026" y="142565"/>
                  </a:lnTo>
                  <a:lnTo>
                    <a:pt x="225171" y="128968"/>
                  </a:lnTo>
                  <a:lnTo>
                    <a:pt x="253126" y="83367"/>
                  </a:lnTo>
                  <a:lnTo>
                    <a:pt x="262128" y="41148"/>
                  </a:lnTo>
                  <a:lnTo>
                    <a:pt x="288036" y="41148"/>
                  </a:lnTo>
                  <a:lnTo>
                    <a:pt x="275605" y="91297"/>
                  </a:lnTo>
                  <a:lnTo>
                    <a:pt x="240411" y="135064"/>
                  </a:lnTo>
                  <a:lnTo>
                    <a:pt x="221219" y="148066"/>
                  </a:lnTo>
                  <a:lnTo>
                    <a:pt x="198119" y="160020"/>
                  </a:lnTo>
                  <a:close/>
                </a:path>
                <a:path w="413384" h="405764">
                  <a:moveTo>
                    <a:pt x="372536" y="121920"/>
                  </a:moveTo>
                  <a:lnTo>
                    <a:pt x="344424" y="121920"/>
                  </a:lnTo>
                  <a:lnTo>
                    <a:pt x="350520" y="118872"/>
                  </a:lnTo>
                  <a:lnTo>
                    <a:pt x="352044" y="109728"/>
                  </a:lnTo>
                  <a:lnTo>
                    <a:pt x="354068" y="101155"/>
                  </a:lnTo>
                  <a:lnTo>
                    <a:pt x="355663" y="86868"/>
                  </a:lnTo>
                  <a:lnTo>
                    <a:pt x="356973" y="66865"/>
                  </a:lnTo>
                  <a:lnTo>
                    <a:pt x="358140" y="41148"/>
                  </a:lnTo>
                  <a:lnTo>
                    <a:pt x="386007" y="41148"/>
                  </a:lnTo>
                  <a:lnTo>
                    <a:pt x="379476" y="45720"/>
                  </a:lnTo>
                  <a:lnTo>
                    <a:pt x="379258" y="64008"/>
                  </a:lnTo>
                  <a:lnTo>
                    <a:pt x="379188" y="68389"/>
                  </a:lnTo>
                  <a:lnTo>
                    <a:pt x="378541" y="85248"/>
                  </a:lnTo>
                  <a:lnTo>
                    <a:pt x="377547" y="99726"/>
                  </a:lnTo>
                  <a:lnTo>
                    <a:pt x="376428" y="109728"/>
                  </a:lnTo>
                  <a:lnTo>
                    <a:pt x="374118" y="117419"/>
                  </a:lnTo>
                  <a:lnTo>
                    <a:pt x="372536" y="121920"/>
                  </a:lnTo>
                  <a:close/>
                </a:path>
                <a:path w="413384" h="405764">
                  <a:moveTo>
                    <a:pt x="166115" y="64008"/>
                  </a:moveTo>
                  <a:lnTo>
                    <a:pt x="135636" y="64008"/>
                  </a:lnTo>
                  <a:lnTo>
                    <a:pt x="150876" y="48768"/>
                  </a:lnTo>
                  <a:lnTo>
                    <a:pt x="166115" y="64008"/>
                  </a:lnTo>
                  <a:close/>
                </a:path>
                <a:path w="413384" h="405764">
                  <a:moveTo>
                    <a:pt x="120395" y="128016"/>
                  </a:moveTo>
                  <a:lnTo>
                    <a:pt x="112776" y="128016"/>
                  </a:lnTo>
                  <a:lnTo>
                    <a:pt x="137159" y="74676"/>
                  </a:lnTo>
                  <a:lnTo>
                    <a:pt x="176783" y="74676"/>
                  </a:lnTo>
                  <a:lnTo>
                    <a:pt x="169354" y="78343"/>
                  </a:lnTo>
                  <a:lnTo>
                    <a:pt x="163068" y="82296"/>
                  </a:lnTo>
                  <a:lnTo>
                    <a:pt x="157924" y="86248"/>
                  </a:lnTo>
                  <a:lnTo>
                    <a:pt x="153924" y="89916"/>
                  </a:lnTo>
                  <a:lnTo>
                    <a:pt x="148470" y="95011"/>
                  </a:lnTo>
                  <a:lnTo>
                    <a:pt x="141160" y="103251"/>
                  </a:lnTo>
                  <a:lnTo>
                    <a:pt x="120395" y="128016"/>
                  </a:lnTo>
                  <a:close/>
                </a:path>
                <a:path w="413384" h="405764">
                  <a:moveTo>
                    <a:pt x="192023" y="128016"/>
                  </a:moveTo>
                  <a:lnTo>
                    <a:pt x="160019" y="128016"/>
                  </a:lnTo>
                  <a:lnTo>
                    <a:pt x="175259" y="111252"/>
                  </a:lnTo>
                  <a:lnTo>
                    <a:pt x="192023" y="128016"/>
                  </a:lnTo>
                  <a:close/>
                </a:path>
                <a:path w="413384" h="405764">
                  <a:moveTo>
                    <a:pt x="336804" y="152400"/>
                  </a:moveTo>
                  <a:lnTo>
                    <a:pt x="335089" y="144422"/>
                  </a:lnTo>
                  <a:lnTo>
                    <a:pt x="327660" y="136588"/>
                  </a:lnTo>
                  <a:lnTo>
                    <a:pt x="314515" y="129039"/>
                  </a:lnTo>
                  <a:lnTo>
                    <a:pt x="295656" y="121920"/>
                  </a:lnTo>
                  <a:lnTo>
                    <a:pt x="297180" y="115824"/>
                  </a:lnTo>
                  <a:lnTo>
                    <a:pt x="309133" y="117848"/>
                  </a:lnTo>
                  <a:lnTo>
                    <a:pt x="328469" y="120753"/>
                  </a:lnTo>
                  <a:lnTo>
                    <a:pt x="335280" y="121920"/>
                  </a:lnTo>
                  <a:lnTo>
                    <a:pt x="372536" y="121920"/>
                  </a:lnTo>
                  <a:lnTo>
                    <a:pt x="371665" y="124396"/>
                  </a:lnTo>
                  <a:lnTo>
                    <a:pt x="347114" y="148066"/>
                  </a:lnTo>
                  <a:lnTo>
                    <a:pt x="336804" y="152400"/>
                  </a:lnTo>
                  <a:close/>
                </a:path>
                <a:path w="413384" h="405764">
                  <a:moveTo>
                    <a:pt x="3048" y="405383"/>
                  </a:moveTo>
                  <a:lnTo>
                    <a:pt x="0" y="400812"/>
                  </a:lnTo>
                  <a:lnTo>
                    <a:pt x="10572" y="383690"/>
                  </a:lnTo>
                  <a:lnTo>
                    <a:pt x="19430" y="366712"/>
                  </a:lnTo>
                  <a:lnTo>
                    <a:pt x="35123" y="318611"/>
                  </a:lnTo>
                  <a:lnTo>
                    <a:pt x="40505" y="267438"/>
                  </a:lnTo>
                  <a:lnTo>
                    <a:pt x="41060" y="210312"/>
                  </a:lnTo>
                  <a:lnTo>
                    <a:pt x="41148" y="135636"/>
                  </a:lnTo>
                  <a:lnTo>
                    <a:pt x="196160" y="135636"/>
                  </a:lnTo>
                  <a:lnTo>
                    <a:pt x="194201" y="137160"/>
                  </a:lnTo>
                  <a:lnTo>
                    <a:pt x="62484" y="137160"/>
                  </a:lnTo>
                  <a:lnTo>
                    <a:pt x="62484" y="193548"/>
                  </a:lnTo>
                  <a:lnTo>
                    <a:pt x="184404" y="193548"/>
                  </a:lnTo>
                  <a:lnTo>
                    <a:pt x="184404" y="204215"/>
                  </a:lnTo>
                  <a:lnTo>
                    <a:pt x="62484" y="204215"/>
                  </a:lnTo>
                  <a:lnTo>
                    <a:pt x="62484" y="260603"/>
                  </a:lnTo>
                  <a:lnTo>
                    <a:pt x="184404" y="260603"/>
                  </a:lnTo>
                  <a:lnTo>
                    <a:pt x="184404" y="271272"/>
                  </a:lnTo>
                  <a:lnTo>
                    <a:pt x="62484" y="271272"/>
                  </a:lnTo>
                  <a:lnTo>
                    <a:pt x="57054" y="309800"/>
                  </a:lnTo>
                  <a:lnTo>
                    <a:pt x="45339" y="345186"/>
                  </a:lnTo>
                  <a:lnTo>
                    <a:pt x="27336" y="377142"/>
                  </a:lnTo>
                  <a:lnTo>
                    <a:pt x="3048" y="405383"/>
                  </a:lnTo>
                  <a:close/>
                </a:path>
                <a:path w="413384" h="405764">
                  <a:moveTo>
                    <a:pt x="123444" y="193548"/>
                  </a:moveTo>
                  <a:lnTo>
                    <a:pt x="102107" y="193548"/>
                  </a:lnTo>
                  <a:lnTo>
                    <a:pt x="102107" y="137160"/>
                  </a:lnTo>
                  <a:lnTo>
                    <a:pt x="123444" y="137160"/>
                  </a:lnTo>
                  <a:lnTo>
                    <a:pt x="123444" y="193548"/>
                  </a:lnTo>
                  <a:close/>
                </a:path>
                <a:path w="413384" h="405764">
                  <a:moveTo>
                    <a:pt x="184404" y="193548"/>
                  </a:moveTo>
                  <a:lnTo>
                    <a:pt x="163068" y="193548"/>
                  </a:lnTo>
                  <a:lnTo>
                    <a:pt x="163068" y="137160"/>
                  </a:lnTo>
                  <a:lnTo>
                    <a:pt x="194201" y="137160"/>
                  </a:lnTo>
                  <a:lnTo>
                    <a:pt x="184404" y="144780"/>
                  </a:lnTo>
                  <a:lnTo>
                    <a:pt x="184404" y="193548"/>
                  </a:lnTo>
                  <a:close/>
                </a:path>
                <a:path w="413384" h="405764">
                  <a:moveTo>
                    <a:pt x="313944" y="210312"/>
                  </a:moveTo>
                  <a:lnTo>
                    <a:pt x="291084" y="210312"/>
                  </a:lnTo>
                  <a:lnTo>
                    <a:pt x="290956" y="177927"/>
                  </a:lnTo>
                  <a:lnTo>
                    <a:pt x="290845" y="169164"/>
                  </a:lnTo>
                  <a:lnTo>
                    <a:pt x="290459" y="155448"/>
                  </a:lnTo>
                  <a:lnTo>
                    <a:pt x="290278" y="152400"/>
                  </a:lnTo>
                  <a:lnTo>
                    <a:pt x="289560" y="141732"/>
                  </a:lnTo>
                  <a:lnTo>
                    <a:pt x="327660" y="160020"/>
                  </a:lnTo>
                  <a:lnTo>
                    <a:pt x="313944" y="170688"/>
                  </a:lnTo>
                  <a:lnTo>
                    <a:pt x="313944" y="210312"/>
                  </a:lnTo>
                  <a:close/>
                </a:path>
                <a:path w="413384" h="405764">
                  <a:moveTo>
                    <a:pt x="199644" y="272796"/>
                  </a:moveTo>
                  <a:lnTo>
                    <a:pt x="196595" y="269748"/>
                  </a:lnTo>
                  <a:lnTo>
                    <a:pt x="204549" y="256365"/>
                  </a:lnTo>
                  <a:lnTo>
                    <a:pt x="212217" y="241554"/>
                  </a:lnTo>
                  <a:lnTo>
                    <a:pt x="219313" y="225599"/>
                  </a:lnTo>
                  <a:lnTo>
                    <a:pt x="225552" y="208788"/>
                  </a:lnTo>
                  <a:lnTo>
                    <a:pt x="231814" y="192500"/>
                  </a:lnTo>
                  <a:lnTo>
                    <a:pt x="236791" y="177927"/>
                  </a:lnTo>
                  <a:lnTo>
                    <a:pt x="240339" y="165068"/>
                  </a:lnTo>
                  <a:lnTo>
                    <a:pt x="242316" y="153924"/>
                  </a:lnTo>
                  <a:lnTo>
                    <a:pt x="275844" y="173736"/>
                  </a:lnTo>
                  <a:lnTo>
                    <a:pt x="260604" y="182880"/>
                  </a:lnTo>
                  <a:lnTo>
                    <a:pt x="248412" y="210312"/>
                  </a:lnTo>
                  <a:lnTo>
                    <a:pt x="381561" y="210312"/>
                  </a:lnTo>
                  <a:lnTo>
                    <a:pt x="391668" y="220980"/>
                  </a:lnTo>
                  <a:lnTo>
                    <a:pt x="243840" y="220980"/>
                  </a:lnTo>
                  <a:lnTo>
                    <a:pt x="232433" y="237220"/>
                  </a:lnTo>
                  <a:lnTo>
                    <a:pt x="221170" y="251460"/>
                  </a:lnTo>
                  <a:lnTo>
                    <a:pt x="210192" y="263413"/>
                  </a:lnTo>
                  <a:lnTo>
                    <a:pt x="199644" y="272796"/>
                  </a:lnTo>
                  <a:close/>
                </a:path>
                <a:path w="413384" h="405764">
                  <a:moveTo>
                    <a:pt x="381561" y="210312"/>
                  </a:moveTo>
                  <a:lnTo>
                    <a:pt x="345948" y="210312"/>
                  </a:lnTo>
                  <a:lnTo>
                    <a:pt x="364236" y="192024"/>
                  </a:lnTo>
                  <a:lnTo>
                    <a:pt x="381561" y="210312"/>
                  </a:lnTo>
                  <a:close/>
                </a:path>
                <a:path w="413384" h="405764">
                  <a:moveTo>
                    <a:pt x="123444" y="260603"/>
                  </a:moveTo>
                  <a:lnTo>
                    <a:pt x="102107" y="260603"/>
                  </a:lnTo>
                  <a:lnTo>
                    <a:pt x="102107" y="204215"/>
                  </a:lnTo>
                  <a:lnTo>
                    <a:pt x="123444" y="204215"/>
                  </a:lnTo>
                  <a:lnTo>
                    <a:pt x="123444" y="260603"/>
                  </a:lnTo>
                  <a:close/>
                </a:path>
                <a:path w="413384" h="405764">
                  <a:moveTo>
                    <a:pt x="184404" y="260603"/>
                  </a:moveTo>
                  <a:lnTo>
                    <a:pt x="163068" y="260603"/>
                  </a:lnTo>
                  <a:lnTo>
                    <a:pt x="163068" y="204215"/>
                  </a:lnTo>
                  <a:lnTo>
                    <a:pt x="184404" y="204215"/>
                  </a:lnTo>
                  <a:lnTo>
                    <a:pt x="184404" y="260603"/>
                  </a:lnTo>
                  <a:close/>
                </a:path>
                <a:path w="413384" h="405764">
                  <a:moveTo>
                    <a:pt x="313944" y="283463"/>
                  </a:moveTo>
                  <a:lnTo>
                    <a:pt x="291084" y="283463"/>
                  </a:lnTo>
                  <a:lnTo>
                    <a:pt x="291084" y="220980"/>
                  </a:lnTo>
                  <a:lnTo>
                    <a:pt x="313944" y="220980"/>
                  </a:lnTo>
                  <a:lnTo>
                    <a:pt x="313944" y="283463"/>
                  </a:lnTo>
                  <a:close/>
                </a:path>
                <a:path w="413384" h="405764">
                  <a:moveTo>
                    <a:pt x="204216" y="300227"/>
                  </a:moveTo>
                  <a:lnTo>
                    <a:pt x="188976" y="283463"/>
                  </a:lnTo>
                  <a:lnTo>
                    <a:pt x="362712" y="283463"/>
                  </a:lnTo>
                  <a:lnTo>
                    <a:pt x="384048" y="263651"/>
                  </a:lnTo>
                  <a:lnTo>
                    <a:pt x="413004" y="294132"/>
                  </a:lnTo>
                  <a:lnTo>
                    <a:pt x="246888" y="294132"/>
                  </a:lnTo>
                  <a:lnTo>
                    <a:pt x="235719" y="294441"/>
                  </a:lnTo>
                  <a:lnTo>
                    <a:pt x="224980" y="295465"/>
                  </a:lnTo>
                  <a:lnTo>
                    <a:pt x="214526" y="297346"/>
                  </a:lnTo>
                  <a:lnTo>
                    <a:pt x="204216" y="300227"/>
                  </a:lnTo>
                  <a:close/>
                </a:path>
                <a:path w="413384" h="405764">
                  <a:moveTo>
                    <a:pt x="100583" y="379476"/>
                  </a:moveTo>
                  <a:lnTo>
                    <a:pt x="100822" y="359783"/>
                  </a:lnTo>
                  <a:lnTo>
                    <a:pt x="101345" y="335089"/>
                  </a:lnTo>
                  <a:lnTo>
                    <a:pt x="101794" y="309800"/>
                  </a:lnTo>
                  <a:lnTo>
                    <a:pt x="101901" y="301037"/>
                  </a:lnTo>
                  <a:lnTo>
                    <a:pt x="102107" y="271272"/>
                  </a:lnTo>
                  <a:lnTo>
                    <a:pt x="123444" y="271272"/>
                  </a:lnTo>
                  <a:lnTo>
                    <a:pt x="123525" y="309800"/>
                  </a:lnTo>
                  <a:lnTo>
                    <a:pt x="123644" y="326969"/>
                  </a:lnTo>
                  <a:lnTo>
                    <a:pt x="124086" y="347995"/>
                  </a:lnTo>
                  <a:lnTo>
                    <a:pt x="124968" y="365759"/>
                  </a:lnTo>
                  <a:lnTo>
                    <a:pt x="100583" y="379476"/>
                  </a:lnTo>
                  <a:close/>
                </a:path>
                <a:path w="413384" h="405764">
                  <a:moveTo>
                    <a:pt x="184404" y="376428"/>
                  </a:moveTo>
                  <a:lnTo>
                    <a:pt x="160019" y="376428"/>
                  </a:lnTo>
                  <a:lnTo>
                    <a:pt x="163068" y="373380"/>
                  </a:lnTo>
                  <a:lnTo>
                    <a:pt x="163068" y="271272"/>
                  </a:lnTo>
                  <a:lnTo>
                    <a:pt x="184404" y="271272"/>
                  </a:lnTo>
                  <a:lnTo>
                    <a:pt x="184404" y="376428"/>
                  </a:lnTo>
                  <a:close/>
                </a:path>
                <a:path w="413384" h="405764">
                  <a:moveTo>
                    <a:pt x="289560" y="405383"/>
                  </a:moveTo>
                  <a:lnTo>
                    <a:pt x="290412" y="385452"/>
                  </a:lnTo>
                  <a:lnTo>
                    <a:pt x="290887" y="359783"/>
                  </a:lnTo>
                  <a:lnTo>
                    <a:pt x="290972" y="345186"/>
                  </a:lnTo>
                  <a:lnTo>
                    <a:pt x="291084" y="294132"/>
                  </a:lnTo>
                  <a:lnTo>
                    <a:pt x="313944" y="294132"/>
                  </a:lnTo>
                  <a:lnTo>
                    <a:pt x="314016" y="335089"/>
                  </a:lnTo>
                  <a:lnTo>
                    <a:pt x="314134" y="354520"/>
                  </a:lnTo>
                  <a:lnTo>
                    <a:pt x="314613" y="377142"/>
                  </a:lnTo>
                  <a:lnTo>
                    <a:pt x="315468" y="393192"/>
                  </a:lnTo>
                  <a:lnTo>
                    <a:pt x="289560" y="405383"/>
                  </a:lnTo>
                  <a:close/>
                </a:path>
                <a:path w="413384" h="405764">
                  <a:moveTo>
                    <a:pt x="156971" y="405383"/>
                  </a:moveTo>
                  <a:lnTo>
                    <a:pt x="155233" y="398549"/>
                  </a:lnTo>
                  <a:lnTo>
                    <a:pt x="149923" y="391858"/>
                  </a:lnTo>
                  <a:lnTo>
                    <a:pt x="140898" y="385452"/>
                  </a:lnTo>
                  <a:lnTo>
                    <a:pt x="128016" y="379476"/>
                  </a:lnTo>
                  <a:lnTo>
                    <a:pt x="128016" y="371856"/>
                  </a:lnTo>
                  <a:lnTo>
                    <a:pt x="137445" y="373856"/>
                  </a:lnTo>
                  <a:lnTo>
                    <a:pt x="145161" y="375285"/>
                  </a:lnTo>
                  <a:lnTo>
                    <a:pt x="151161" y="376142"/>
                  </a:lnTo>
                  <a:lnTo>
                    <a:pt x="155448" y="376428"/>
                  </a:lnTo>
                  <a:lnTo>
                    <a:pt x="184404" y="376428"/>
                  </a:lnTo>
                  <a:lnTo>
                    <a:pt x="184404" y="382524"/>
                  </a:lnTo>
                  <a:lnTo>
                    <a:pt x="175259" y="396240"/>
                  </a:lnTo>
                  <a:lnTo>
                    <a:pt x="167640" y="400812"/>
                  </a:lnTo>
                  <a:lnTo>
                    <a:pt x="156971" y="405383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42" name="object 42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6932675" y="4728972"/>
              <a:ext cx="214884" cy="158495"/>
            </a:xfrm>
            <a:prstGeom prst="rect">
              <a:avLst/>
            </a:prstGeom>
          </p:spPr>
        </p:pic>
        <p:sp>
          <p:nvSpPr>
            <p:cNvPr id="43" name="object 43"/>
            <p:cNvSpPr/>
            <p:nvPr/>
          </p:nvSpPr>
          <p:spPr>
            <a:xfrm>
              <a:off x="6935723" y="4863084"/>
              <a:ext cx="224154" cy="264160"/>
            </a:xfrm>
            <a:custGeom>
              <a:avLst/>
              <a:gdLst/>
              <a:ahLst/>
              <a:cxnLst/>
              <a:rect l="l" t="t" r="r" b="b"/>
              <a:pathLst>
                <a:path w="224154" h="264160">
                  <a:moveTo>
                    <a:pt x="100583" y="263651"/>
                  </a:moveTo>
                  <a:lnTo>
                    <a:pt x="101465" y="243054"/>
                  </a:lnTo>
                  <a:lnTo>
                    <a:pt x="101917" y="217741"/>
                  </a:lnTo>
                  <a:lnTo>
                    <a:pt x="102084" y="187571"/>
                  </a:lnTo>
                  <a:lnTo>
                    <a:pt x="102107" y="152399"/>
                  </a:lnTo>
                  <a:lnTo>
                    <a:pt x="57911" y="152399"/>
                  </a:lnTo>
                  <a:lnTo>
                    <a:pt x="46743" y="152709"/>
                  </a:lnTo>
                  <a:lnTo>
                    <a:pt x="36004" y="153733"/>
                  </a:lnTo>
                  <a:lnTo>
                    <a:pt x="25550" y="155614"/>
                  </a:lnTo>
                  <a:lnTo>
                    <a:pt x="15239" y="158495"/>
                  </a:lnTo>
                  <a:lnTo>
                    <a:pt x="0" y="141731"/>
                  </a:lnTo>
                  <a:lnTo>
                    <a:pt x="102107" y="141731"/>
                  </a:lnTo>
                  <a:lnTo>
                    <a:pt x="102107" y="79247"/>
                  </a:lnTo>
                  <a:lnTo>
                    <a:pt x="54863" y="79247"/>
                  </a:lnTo>
                  <a:lnTo>
                    <a:pt x="43457" y="95488"/>
                  </a:lnTo>
                  <a:lnTo>
                    <a:pt x="32194" y="109728"/>
                  </a:lnTo>
                  <a:lnTo>
                    <a:pt x="21216" y="121681"/>
                  </a:lnTo>
                  <a:lnTo>
                    <a:pt x="10667" y="131063"/>
                  </a:lnTo>
                  <a:lnTo>
                    <a:pt x="7619" y="128015"/>
                  </a:lnTo>
                  <a:lnTo>
                    <a:pt x="15573" y="114633"/>
                  </a:lnTo>
                  <a:lnTo>
                    <a:pt x="23240" y="99822"/>
                  </a:lnTo>
                  <a:lnTo>
                    <a:pt x="30337" y="83867"/>
                  </a:lnTo>
                  <a:lnTo>
                    <a:pt x="36575" y="67056"/>
                  </a:lnTo>
                  <a:lnTo>
                    <a:pt x="42838" y="50768"/>
                  </a:lnTo>
                  <a:lnTo>
                    <a:pt x="47815" y="36195"/>
                  </a:lnTo>
                  <a:lnTo>
                    <a:pt x="51363" y="23336"/>
                  </a:lnTo>
                  <a:lnTo>
                    <a:pt x="53339" y="12191"/>
                  </a:lnTo>
                  <a:lnTo>
                    <a:pt x="86867" y="32003"/>
                  </a:lnTo>
                  <a:lnTo>
                    <a:pt x="71627" y="41147"/>
                  </a:lnTo>
                  <a:lnTo>
                    <a:pt x="59435" y="68579"/>
                  </a:lnTo>
                  <a:lnTo>
                    <a:pt x="102107" y="68579"/>
                  </a:lnTo>
                  <a:lnTo>
                    <a:pt x="102084" y="47791"/>
                  </a:lnTo>
                  <a:lnTo>
                    <a:pt x="101917" y="29146"/>
                  </a:lnTo>
                  <a:lnTo>
                    <a:pt x="101465" y="13073"/>
                  </a:lnTo>
                  <a:lnTo>
                    <a:pt x="100583" y="0"/>
                  </a:lnTo>
                  <a:lnTo>
                    <a:pt x="138683" y="18287"/>
                  </a:lnTo>
                  <a:lnTo>
                    <a:pt x="124967" y="28956"/>
                  </a:lnTo>
                  <a:lnTo>
                    <a:pt x="124967" y="68579"/>
                  </a:lnTo>
                  <a:lnTo>
                    <a:pt x="156971" y="68579"/>
                  </a:lnTo>
                  <a:lnTo>
                    <a:pt x="175259" y="50291"/>
                  </a:lnTo>
                  <a:lnTo>
                    <a:pt x="202691" y="79247"/>
                  </a:lnTo>
                  <a:lnTo>
                    <a:pt x="124967" y="79247"/>
                  </a:lnTo>
                  <a:lnTo>
                    <a:pt x="124967" y="141731"/>
                  </a:lnTo>
                  <a:lnTo>
                    <a:pt x="173735" y="141731"/>
                  </a:lnTo>
                  <a:lnTo>
                    <a:pt x="195071" y="121919"/>
                  </a:lnTo>
                  <a:lnTo>
                    <a:pt x="224027" y="152399"/>
                  </a:lnTo>
                  <a:lnTo>
                    <a:pt x="124967" y="152399"/>
                  </a:lnTo>
                  <a:lnTo>
                    <a:pt x="124991" y="185237"/>
                  </a:lnTo>
                  <a:lnTo>
                    <a:pt x="125158" y="212788"/>
                  </a:lnTo>
                  <a:lnTo>
                    <a:pt x="125610" y="234910"/>
                  </a:lnTo>
                  <a:lnTo>
                    <a:pt x="126491" y="251459"/>
                  </a:lnTo>
                  <a:lnTo>
                    <a:pt x="100583" y="263651"/>
                  </a:lnTo>
                  <a:close/>
                </a:path>
              </a:pathLst>
            </a:custGeom>
            <a:ln w="1219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" name="object 44"/>
            <p:cNvSpPr/>
            <p:nvPr/>
          </p:nvSpPr>
          <p:spPr>
            <a:xfrm>
              <a:off x="6746748" y="4721352"/>
              <a:ext cx="198120" cy="405765"/>
            </a:xfrm>
            <a:custGeom>
              <a:avLst/>
              <a:gdLst/>
              <a:ahLst/>
              <a:cxnLst/>
              <a:rect l="l" t="t" r="r" b="b"/>
              <a:pathLst>
                <a:path w="198120" h="405764">
                  <a:moveTo>
                    <a:pt x="86868" y="0"/>
                  </a:moveTo>
                  <a:lnTo>
                    <a:pt x="120396" y="22859"/>
                  </a:lnTo>
                  <a:lnTo>
                    <a:pt x="105156" y="30480"/>
                  </a:lnTo>
                  <a:lnTo>
                    <a:pt x="100607" y="38719"/>
                  </a:lnTo>
                  <a:lnTo>
                    <a:pt x="96202" y="47244"/>
                  </a:lnTo>
                  <a:lnTo>
                    <a:pt x="92082" y="55768"/>
                  </a:lnTo>
                  <a:lnTo>
                    <a:pt x="88392" y="64008"/>
                  </a:lnTo>
                  <a:lnTo>
                    <a:pt x="135636" y="64008"/>
                  </a:lnTo>
                  <a:lnTo>
                    <a:pt x="150876" y="48768"/>
                  </a:lnTo>
                  <a:lnTo>
                    <a:pt x="176784" y="74676"/>
                  </a:lnTo>
                  <a:lnTo>
                    <a:pt x="141160" y="103250"/>
                  </a:lnTo>
                  <a:lnTo>
                    <a:pt x="120396" y="128016"/>
                  </a:lnTo>
                  <a:lnTo>
                    <a:pt x="160020" y="128016"/>
                  </a:lnTo>
                  <a:lnTo>
                    <a:pt x="175260" y="111252"/>
                  </a:lnTo>
                  <a:lnTo>
                    <a:pt x="198120" y="134112"/>
                  </a:lnTo>
                  <a:lnTo>
                    <a:pt x="184404" y="144779"/>
                  </a:lnTo>
                  <a:lnTo>
                    <a:pt x="184404" y="376428"/>
                  </a:lnTo>
                  <a:lnTo>
                    <a:pt x="184404" y="382523"/>
                  </a:lnTo>
                  <a:lnTo>
                    <a:pt x="181356" y="387095"/>
                  </a:lnTo>
                  <a:lnTo>
                    <a:pt x="178308" y="391667"/>
                  </a:lnTo>
                  <a:lnTo>
                    <a:pt x="175260" y="396239"/>
                  </a:lnTo>
                  <a:lnTo>
                    <a:pt x="167640" y="400812"/>
                  </a:lnTo>
                  <a:lnTo>
                    <a:pt x="156972" y="405384"/>
                  </a:lnTo>
                  <a:lnTo>
                    <a:pt x="155233" y="398549"/>
                  </a:lnTo>
                  <a:lnTo>
                    <a:pt x="149923" y="391858"/>
                  </a:lnTo>
                  <a:lnTo>
                    <a:pt x="140898" y="385452"/>
                  </a:lnTo>
                  <a:lnTo>
                    <a:pt x="128016" y="379476"/>
                  </a:lnTo>
                  <a:lnTo>
                    <a:pt x="128016" y="371856"/>
                  </a:lnTo>
                  <a:lnTo>
                    <a:pt x="137445" y="373856"/>
                  </a:lnTo>
                  <a:lnTo>
                    <a:pt x="145161" y="375285"/>
                  </a:lnTo>
                  <a:lnTo>
                    <a:pt x="151161" y="376142"/>
                  </a:lnTo>
                  <a:lnTo>
                    <a:pt x="155448" y="376428"/>
                  </a:lnTo>
                  <a:lnTo>
                    <a:pt x="160020" y="376428"/>
                  </a:lnTo>
                  <a:lnTo>
                    <a:pt x="163068" y="373380"/>
                  </a:lnTo>
                  <a:lnTo>
                    <a:pt x="163068" y="367284"/>
                  </a:lnTo>
                  <a:lnTo>
                    <a:pt x="163068" y="271272"/>
                  </a:lnTo>
                  <a:lnTo>
                    <a:pt x="123444" y="271272"/>
                  </a:lnTo>
                  <a:lnTo>
                    <a:pt x="123467" y="301037"/>
                  </a:lnTo>
                  <a:lnTo>
                    <a:pt x="123634" y="326516"/>
                  </a:lnTo>
                  <a:lnTo>
                    <a:pt x="124086" y="347995"/>
                  </a:lnTo>
                  <a:lnTo>
                    <a:pt x="124968" y="365760"/>
                  </a:lnTo>
                  <a:lnTo>
                    <a:pt x="100584" y="379476"/>
                  </a:lnTo>
                  <a:lnTo>
                    <a:pt x="100822" y="359783"/>
                  </a:lnTo>
                  <a:lnTo>
                    <a:pt x="101346" y="335089"/>
                  </a:lnTo>
                  <a:lnTo>
                    <a:pt x="101869" y="305538"/>
                  </a:lnTo>
                  <a:lnTo>
                    <a:pt x="102108" y="271272"/>
                  </a:lnTo>
                  <a:lnTo>
                    <a:pt x="62484" y="271272"/>
                  </a:lnTo>
                  <a:lnTo>
                    <a:pt x="57054" y="309800"/>
                  </a:lnTo>
                  <a:lnTo>
                    <a:pt x="45339" y="345186"/>
                  </a:lnTo>
                  <a:lnTo>
                    <a:pt x="27336" y="377142"/>
                  </a:lnTo>
                  <a:lnTo>
                    <a:pt x="3048" y="405384"/>
                  </a:lnTo>
                  <a:lnTo>
                    <a:pt x="0" y="400812"/>
                  </a:lnTo>
                  <a:lnTo>
                    <a:pt x="10572" y="383690"/>
                  </a:lnTo>
                  <a:lnTo>
                    <a:pt x="19431" y="366712"/>
                  </a:lnTo>
                  <a:lnTo>
                    <a:pt x="35123" y="318611"/>
                  </a:lnTo>
                  <a:lnTo>
                    <a:pt x="39624" y="283464"/>
                  </a:lnTo>
                  <a:lnTo>
                    <a:pt x="40505" y="267438"/>
                  </a:lnTo>
                  <a:lnTo>
                    <a:pt x="40957" y="237553"/>
                  </a:lnTo>
                  <a:lnTo>
                    <a:pt x="41124" y="193667"/>
                  </a:lnTo>
                  <a:lnTo>
                    <a:pt x="41148" y="135636"/>
                  </a:lnTo>
                  <a:lnTo>
                    <a:pt x="33123" y="144518"/>
                  </a:lnTo>
                  <a:lnTo>
                    <a:pt x="24955" y="152971"/>
                  </a:lnTo>
                  <a:lnTo>
                    <a:pt x="16502" y="161139"/>
                  </a:lnTo>
                  <a:lnTo>
                    <a:pt x="7620" y="169164"/>
                  </a:lnTo>
                  <a:lnTo>
                    <a:pt x="4572" y="164592"/>
                  </a:lnTo>
                  <a:lnTo>
                    <a:pt x="22598" y="140017"/>
                  </a:lnTo>
                  <a:lnTo>
                    <a:pt x="37909" y="116586"/>
                  </a:lnTo>
                  <a:lnTo>
                    <a:pt x="60960" y="73152"/>
                  </a:lnTo>
                  <a:lnTo>
                    <a:pt x="76771" y="33147"/>
                  </a:lnTo>
                  <a:lnTo>
                    <a:pt x="82605" y="15716"/>
                  </a:lnTo>
                  <a:lnTo>
                    <a:pt x="86868" y="0"/>
                  </a:lnTo>
                  <a:close/>
                </a:path>
              </a:pathLst>
            </a:custGeom>
            <a:ln w="1219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45" name="object 45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6797039" y="4789932"/>
              <a:ext cx="118872" cy="198119"/>
            </a:xfrm>
            <a:prstGeom prst="rect">
              <a:avLst/>
            </a:prstGeom>
          </p:spPr>
        </p:pic>
        <p:sp>
          <p:nvSpPr>
            <p:cNvPr id="46" name="object 46"/>
            <p:cNvSpPr/>
            <p:nvPr/>
          </p:nvSpPr>
          <p:spPr>
            <a:xfrm>
              <a:off x="7194804" y="4745736"/>
              <a:ext cx="131445" cy="426720"/>
            </a:xfrm>
            <a:custGeom>
              <a:avLst/>
              <a:gdLst/>
              <a:ahLst/>
              <a:cxnLst/>
              <a:rect l="l" t="t" r="r" b="b"/>
              <a:pathLst>
                <a:path w="131445" h="426720">
                  <a:moveTo>
                    <a:pt x="50292" y="426720"/>
                  </a:moveTo>
                  <a:lnTo>
                    <a:pt x="0" y="426720"/>
                  </a:lnTo>
                  <a:lnTo>
                    <a:pt x="0" y="425196"/>
                  </a:lnTo>
                  <a:lnTo>
                    <a:pt x="8882" y="416909"/>
                  </a:lnTo>
                  <a:lnTo>
                    <a:pt x="17335" y="408051"/>
                  </a:lnTo>
                  <a:lnTo>
                    <a:pt x="42148" y="377142"/>
                  </a:lnTo>
                  <a:lnTo>
                    <a:pt x="64008" y="339852"/>
                  </a:lnTo>
                  <a:lnTo>
                    <a:pt x="80724" y="296132"/>
                  </a:lnTo>
                  <a:lnTo>
                    <a:pt x="90868" y="248602"/>
                  </a:lnTo>
                  <a:lnTo>
                    <a:pt x="92964" y="213360"/>
                  </a:lnTo>
                  <a:lnTo>
                    <a:pt x="92416" y="195595"/>
                  </a:lnTo>
                  <a:lnTo>
                    <a:pt x="85344" y="146304"/>
                  </a:lnTo>
                  <a:lnTo>
                    <a:pt x="70342" y="100869"/>
                  </a:lnTo>
                  <a:lnTo>
                    <a:pt x="49339" y="60769"/>
                  </a:lnTo>
                  <a:lnTo>
                    <a:pt x="25503" y="28098"/>
                  </a:lnTo>
                  <a:lnTo>
                    <a:pt x="0" y="1524"/>
                  </a:lnTo>
                  <a:lnTo>
                    <a:pt x="0" y="0"/>
                  </a:lnTo>
                  <a:lnTo>
                    <a:pt x="50292" y="0"/>
                  </a:lnTo>
                  <a:lnTo>
                    <a:pt x="67722" y="22264"/>
                  </a:lnTo>
                  <a:lnTo>
                    <a:pt x="97440" y="69651"/>
                  </a:lnTo>
                  <a:lnTo>
                    <a:pt x="118848" y="121419"/>
                  </a:lnTo>
                  <a:lnTo>
                    <a:pt x="129659" y="180427"/>
                  </a:lnTo>
                  <a:lnTo>
                    <a:pt x="131064" y="213360"/>
                  </a:lnTo>
                  <a:lnTo>
                    <a:pt x="129659" y="245649"/>
                  </a:lnTo>
                  <a:lnTo>
                    <a:pt x="118848" y="305085"/>
                  </a:lnTo>
                  <a:lnTo>
                    <a:pt x="98298" y="357068"/>
                  </a:lnTo>
                  <a:lnTo>
                    <a:pt x="68580" y="404455"/>
                  </a:lnTo>
                  <a:lnTo>
                    <a:pt x="50292" y="42672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47" name="object 47"/>
          <p:cNvSpPr/>
          <p:nvPr/>
        </p:nvSpPr>
        <p:spPr>
          <a:xfrm>
            <a:off x="7406592" y="4927092"/>
            <a:ext cx="61594" cy="196850"/>
          </a:xfrm>
          <a:custGeom>
            <a:avLst/>
            <a:gdLst/>
            <a:ahLst/>
            <a:cxnLst/>
            <a:rect l="l" t="t" r="r" b="b"/>
            <a:pathLst>
              <a:path w="61595" h="196850">
                <a:moveTo>
                  <a:pt x="7667" y="196596"/>
                </a:moveTo>
                <a:lnTo>
                  <a:pt x="7667" y="193548"/>
                </a:lnTo>
                <a:lnTo>
                  <a:pt x="9191" y="192024"/>
                </a:lnTo>
                <a:lnTo>
                  <a:pt x="12239" y="190500"/>
                </a:lnTo>
                <a:lnTo>
                  <a:pt x="18335" y="185928"/>
                </a:lnTo>
                <a:lnTo>
                  <a:pt x="36623" y="152400"/>
                </a:lnTo>
                <a:lnTo>
                  <a:pt x="22907" y="152400"/>
                </a:lnTo>
                <a:lnTo>
                  <a:pt x="16811" y="150876"/>
                </a:lnTo>
                <a:lnTo>
                  <a:pt x="12239" y="149352"/>
                </a:lnTo>
                <a:lnTo>
                  <a:pt x="7667" y="144780"/>
                </a:lnTo>
                <a:lnTo>
                  <a:pt x="6143" y="140208"/>
                </a:lnTo>
                <a:lnTo>
                  <a:pt x="3095" y="135636"/>
                </a:lnTo>
                <a:lnTo>
                  <a:pt x="3095" y="120396"/>
                </a:lnTo>
                <a:lnTo>
                  <a:pt x="6143" y="115824"/>
                </a:lnTo>
                <a:lnTo>
                  <a:pt x="7667" y="112776"/>
                </a:lnTo>
                <a:lnTo>
                  <a:pt x="10715" y="109728"/>
                </a:lnTo>
                <a:lnTo>
                  <a:pt x="15287" y="106680"/>
                </a:lnTo>
                <a:lnTo>
                  <a:pt x="18335" y="105156"/>
                </a:lnTo>
                <a:lnTo>
                  <a:pt x="22907" y="103632"/>
                </a:lnTo>
                <a:lnTo>
                  <a:pt x="25955" y="102108"/>
                </a:lnTo>
                <a:lnTo>
                  <a:pt x="32051" y="102108"/>
                </a:lnTo>
                <a:lnTo>
                  <a:pt x="41195" y="105156"/>
                </a:lnTo>
                <a:lnTo>
                  <a:pt x="47291" y="106680"/>
                </a:lnTo>
                <a:lnTo>
                  <a:pt x="50339" y="111252"/>
                </a:lnTo>
                <a:lnTo>
                  <a:pt x="54911" y="117348"/>
                </a:lnTo>
                <a:lnTo>
                  <a:pt x="57959" y="123444"/>
                </a:lnTo>
                <a:lnTo>
                  <a:pt x="59483" y="129540"/>
                </a:lnTo>
                <a:lnTo>
                  <a:pt x="59483" y="141732"/>
                </a:lnTo>
                <a:lnTo>
                  <a:pt x="44196" y="177998"/>
                </a:lnTo>
                <a:lnTo>
                  <a:pt x="16811" y="195072"/>
                </a:lnTo>
                <a:lnTo>
                  <a:pt x="10715" y="195072"/>
                </a:lnTo>
                <a:lnTo>
                  <a:pt x="7667" y="196596"/>
                </a:lnTo>
                <a:close/>
              </a:path>
              <a:path w="61595" h="196850">
                <a:moveTo>
                  <a:pt x="35099" y="59436"/>
                </a:moveTo>
                <a:lnTo>
                  <a:pt x="25955" y="59436"/>
                </a:lnTo>
                <a:lnTo>
                  <a:pt x="18335" y="56388"/>
                </a:lnTo>
                <a:lnTo>
                  <a:pt x="10715" y="51816"/>
                </a:lnTo>
                <a:lnTo>
                  <a:pt x="5619" y="47815"/>
                </a:lnTo>
                <a:lnTo>
                  <a:pt x="1952" y="42672"/>
                </a:lnTo>
                <a:lnTo>
                  <a:pt x="0" y="36385"/>
                </a:lnTo>
                <a:lnTo>
                  <a:pt x="61" y="18264"/>
                </a:lnTo>
                <a:lnTo>
                  <a:pt x="4619" y="10668"/>
                </a:lnTo>
                <a:lnTo>
                  <a:pt x="10715" y="6096"/>
                </a:lnTo>
                <a:lnTo>
                  <a:pt x="18335" y="1524"/>
                </a:lnTo>
                <a:lnTo>
                  <a:pt x="24431" y="0"/>
                </a:lnTo>
                <a:lnTo>
                  <a:pt x="35099" y="0"/>
                </a:lnTo>
                <a:lnTo>
                  <a:pt x="41195" y="1524"/>
                </a:lnTo>
                <a:lnTo>
                  <a:pt x="48815" y="3048"/>
                </a:lnTo>
                <a:lnTo>
                  <a:pt x="53721" y="6215"/>
                </a:lnTo>
                <a:lnTo>
                  <a:pt x="57197" y="11239"/>
                </a:lnTo>
                <a:lnTo>
                  <a:pt x="59535" y="18288"/>
                </a:lnTo>
                <a:lnTo>
                  <a:pt x="61007" y="27432"/>
                </a:lnTo>
                <a:lnTo>
                  <a:pt x="60388" y="35980"/>
                </a:lnTo>
                <a:lnTo>
                  <a:pt x="58340" y="43243"/>
                </a:lnTo>
                <a:lnTo>
                  <a:pt x="54578" y="49077"/>
                </a:lnTo>
                <a:lnTo>
                  <a:pt x="48815" y="53340"/>
                </a:lnTo>
                <a:lnTo>
                  <a:pt x="41195" y="56388"/>
                </a:lnTo>
                <a:lnTo>
                  <a:pt x="35099" y="5943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" name="object 48"/>
          <p:cNvSpPr/>
          <p:nvPr/>
        </p:nvSpPr>
        <p:spPr>
          <a:xfrm>
            <a:off x="7810487" y="4716779"/>
            <a:ext cx="848994" cy="410209"/>
          </a:xfrm>
          <a:custGeom>
            <a:avLst/>
            <a:gdLst/>
            <a:ahLst/>
            <a:cxnLst/>
            <a:rect l="l" t="t" r="r" b="b"/>
            <a:pathLst>
              <a:path w="848995" h="410210">
                <a:moveTo>
                  <a:pt x="178308" y="86868"/>
                </a:moveTo>
                <a:lnTo>
                  <a:pt x="149352" y="62484"/>
                </a:lnTo>
                <a:lnTo>
                  <a:pt x="137160" y="79248"/>
                </a:lnTo>
                <a:lnTo>
                  <a:pt x="18288" y="79248"/>
                </a:lnTo>
                <a:lnTo>
                  <a:pt x="35052" y="96012"/>
                </a:lnTo>
                <a:lnTo>
                  <a:pt x="44488" y="93141"/>
                </a:lnTo>
                <a:lnTo>
                  <a:pt x="54483" y="91249"/>
                </a:lnTo>
                <a:lnTo>
                  <a:pt x="65062" y="90233"/>
                </a:lnTo>
                <a:lnTo>
                  <a:pt x="76200" y="89916"/>
                </a:lnTo>
                <a:lnTo>
                  <a:pt x="138684" y="89916"/>
                </a:lnTo>
                <a:lnTo>
                  <a:pt x="130429" y="127622"/>
                </a:lnTo>
                <a:lnTo>
                  <a:pt x="121729" y="160591"/>
                </a:lnTo>
                <a:lnTo>
                  <a:pt x="112763" y="188722"/>
                </a:lnTo>
                <a:lnTo>
                  <a:pt x="103632" y="211836"/>
                </a:lnTo>
                <a:lnTo>
                  <a:pt x="91351" y="197243"/>
                </a:lnTo>
                <a:lnTo>
                  <a:pt x="75057" y="178498"/>
                </a:lnTo>
                <a:lnTo>
                  <a:pt x="30480" y="128016"/>
                </a:lnTo>
                <a:lnTo>
                  <a:pt x="25908" y="134112"/>
                </a:lnTo>
                <a:lnTo>
                  <a:pt x="48221" y="163283"/>
                </a:lnTo>
                <a:lnTo>
                  <a:pt x="67246" y="189166"/>
                </a:lnTo>
                <a:lnTo>
                  <a:pt x="83083" y="211836"/>
                </a:lnTo>
                <a:lnTo>
                  <a:pt x="96012" y="231648"/>
                </a:lnTo>
                <a:lnTo>
                  <a:pt x="76301" y="268516"/>
                </a:lnTo>
                <a:lnTo>
                  <a:pt x="53721" y="303657"/>
                </a:lnTo>
                <a:lnTo>
                  <a:pt x="28295" y="337096"/>
                </a:lnTo>
                <a:lnTo>
                  <a:pt x="0" y="368808"/>
                </a:lnTo>
                <a:lnTo>
                  <a:pt x="3048" y="373380"/>
                </a:lnTo>
                <a:lnTo>
                  <a:pt x="31940" y="348767"/>
                </a:lnTo>
                <a:lnTo>
                  <a:pt x="59245" y="320421"/>
                </a:lnTo>
                <a:lnTo>
                  <a:pt x="85140" y="288086"/>
                </a:lnTo>
                <a:lnTo>
                  <a:pt x="109728" y="251460"/>
                </a:lnTo>
                <a:lnTo>
                  <a:pt x="118541" y="267512"/>
                </a:lnTo>
                <a:lnTo>
                  <a:pt x="126492" y="283845"/>
                </a:lnTo>
                <a:lnTo>
                  <a:pt x="133311" y="300761"/>
                </a:lnTo>
                <a:lnTo>
                  <a:pt x="138684" y="318516"/>
                </a:lnTo>
                <a:lnTo>
                  <a:pt x="141236" y="328764"/>
                </a:lnTo>
                <a:lnTo>
                  <a:pt x="144208" y="336423"/>
                </a:lnTo>
                <a:lnTo>
                  <a:pt x="147472" y="341236"/>
                </a:lnTo>
                <a:lnTo>
                  <a:pt x="150876" y="342900"/>
                </a:lnTo>
                <a:lnTo>
                  <a:pt x="152400" y="342900"/>
                </a:lnTo>
                <a:lnTo>
                  <a:pt x="153924" y="339852"/>
                </a:lnTo>
                <a:lnTo>
                  <a:pt x="158496" y="332232"/>
                </a:lnTo>
                <a:lnTo>
                  <a:pt x="161544" y="326136"/>
                </a:lnTo>
                <a:lnTo>
                  <a:pt x="162979" y="320421"/>
                </a:lnTo>
                <a:lnTo>
                  <a:pt x="163068" y="312420"/>
                </a:lnTo>
                <a:lnTo>
                  <a:pt x="162483" y="306997"/>
                </a:lnTo>
                <a:lnTo>
                  <a:pt x="146761" y="269608"/>
                </a:lnTo>
                <a:lnTo>
                  <a:pt x="120396" y="233172"/>
                </a:lnTo>
                <a:lnTo>
                  <a:pt x="127952" y="211836"/>
                </a:lnTo>
                <a:lnTo>
                  <a:pt x="130924" y="203415"/>
                </a:lnTo>
                <a:lnTo>
                  <a:pt x="141732" y="171069"/>
                </a:lnTo>
                <a:lnTo>
                  <a:pt x="152552" y="135877"/>
                </a:lnTo>
                <a:lnTo>
                  <a:pt x="163068" y="97536"/>
                </a:lnTo>
                <a:lnTo>
                  <a:pt x="173964" y="89916"/>
                </a:lnTo>
                <a:lnTo>
                  <a:pt x="178308" y="86868"/>
                </a:lnTo>
                <a:close/>
              </a:path>
              <a:path w="848995" h="410210">
                <a:moveTo>
                  <a:pt x="321564" y="50292"/>
                </a:moveTo>
                <a:lnTo>
                  <a:pt x="291490" y="16916"/>
                </a:lnTo>
                <a:lnTo>
                  <a:pt x="274320" y="4572"/>
                </a:lnTo>
                <a:lnTo>
                  <a:pt x="271272" y="10668"/>
                </a:lnTo>
                <a:lnTo>
                  <a:pt x="279806" y="24371"/>
                </a:lnTo>
                <a:lnTo>
                  <a:pt x="286893" y="37909"/>
                </a:lnTo>
                <a:lnTo>
                  <a:pt x="292277" y="51181"/>
                </a:lnTo>
                <a:lnTo>
                  <a:pt x="295656" y="64008"/>
                </a:lnTo>
                <a:lnTo>
                  <a:pt x="297180" y="76200"/>
                </a:lnTo>
                <a:lnTo>
                  <a:pt x="300228" y="83820"/>
                </a:lnTo>
                <a:lnTo>
                  <a:pt x="304800" y="83820"/>
                </a:lnTo>
                <a:lnTo>
                  <a:pt x="313944" y="74676"/>
                </a:lnTo>
                <a:lnTo>
                  <a:pt x="318516" y="68580"/>
                </a:lnTo>
                <a:lnTo>
                  <a:pt x="321564" y="60960"/>
                </a:lnTo>
                <a:lnTo>
                  <a:pt x="321564" y="50292"/>
                </a:lnTo>
                <a:close/>
              </a:path>
              <a:path w="848995" h="410210">
                <a:moveTo>
                  <a:pt x="409956" y="371856"/>
                </a:moveTo>
                <a:lnTo>
                  <a:pt x="400748" y="361188"/>
                </a:lnTo>
                <a:lnTo>
                  <a:pt x="381000" y="338328"/>
                </a:lnTo>
                <a:lnTo>
                  <a:pt x="356616" y="361188"/>
                </a:lnTo>
                <a:lnTo>
                  <a:pt x="307848" y="361188"/>
                </a:lnTo>
                <a:lnTo>
                  <a:pt x="307848" y="277368"/>
                </a:lnTo>
                <a:lnTo>
                  <a:pt x="394716" y="277368"/>
                </a:lnTo>
                <a:lnTo>
                  <a:pt x="385572" y="268224"/>
                </a:lnTo>
                <a:lnTo>
                  <a:pt x="362712" y="245364"/>
                </a:lnTo>
                <a:lnTo>
                  <a:pt x="341376" y="268224"/>
                </a:lnTo>
                <a:lnTo>
                  <a:pt x="307848" y="268224"/>
                </a:lnTo>
                <a:lnTo>
                  <a:pt x="307848" y="190500"/>
                </a:lnTo>
                <a:lnTo>
                  <a:pt x="393192" y="190500"/>
                </a:lnTo>
                <a:lnTo>
                  <a:pt x="384048" y="181356"/>
                </a:lnTo>
                <a:lnTo>
                  <a:pt x="361188" y="158496"/>
                </a:lnTo>
                <a:lnTo>
                  <a:pt x="341376" y="181356"/>
                </a:lnTo>
                <a:lnTo>
                  <a:pt x="307848" y="181356"/>
                </a:lnTo>
                <a:lnTo>
                  <a:pt x="307848" y="103632"/>
                </a:lnTo>
                <a:lnTo>
                  <a:pt x="397764" y="103632"/>
                </a:lnTo>
                <a:lnTo>
                  <a:pt x="388112" y="92964"/>
                </a:lnTo>
                <a:lnTo>
                  <a:pt x="368808" y="71628"/>
                </a:lnTo>
                <a:lnTo>
                  <a:pt x="344424" y="92964"/>
                </a:lnTo>
                <a:lnTo>
                  <a:pt x="284988" y="92964"/>
                </a:lnTo>
                <a:lnTo>
                  <a:pt x="284988" y="361188"/>
                </a:lnTo>
                <a:lnTo>
                  <a:pt x="225552" y="361188"/>
                </a:lnTo>
                <a:lnTo>
                  <a:pt x="225552" y="277368"/>
                </a:lnTo>
                <a:lnTo>
                  <a:pt x="284988" y="277368"/>
                </a:lnTo>
                <a:lnTo>
                  <a:pt x="284988" y="268224"/>
                </a:lnTo>
                <a:lnTo>
                  <a:pt x="225552" y="268224"/>
                </a:lnTo>
                <a:lnTo>
                  <a:pt x="225552" y="190500"/>
                </a:lnTo>
                <a:lnTo>
                  <a:pt x="284988" y="190500"/>
                </a:lnTo>
                <a:lnTo>
                  <a:pt x="284988" y="181356"/>
                </a:lnTo>
                <a:lnTo>
                  <a:pt x="225552" y="181356"/>
                </a:lnTo>
                <a:lnTo>
                  <a:pt x="225552" y="150876"/>
                </a:lnTo>
                <a:lnTo>
                  <a:pt x="225552" y="103632"/>
                </a:lnTo>
                <a:lnTo>
                  <a:pt x="284988" y="103632"/>
                </a:lnTo>
                <a:lnTo>
                  <a:pt x="284988" y="92964"/>
                </a:lnTo>
                <a:lnTo>
                  <a:pt x="227076" y="92964"/>
                </a:lnTo>
                <a:lnTo>
                  <a:pt x="233654" y="76682"/>
                </a:lnTo>
                <a:lnTo>
                  <a:pt x="239649" y="62103"/>
                </a:lnTo>
                <a:lnTo>
                  <a:pt x="245084" y="49250"/>
                </a:lnTo>
                <a:lnTo>
                  <a:pt x="249936" y="38100"/>
                </a:lnTo>
                <a:lnTo>
                  <a:pt x="263652" y="28956"/>
                </a:lnTo>
                <a:lnTo>
                  <a:pt x="225552" y="6096"/>
                </a:lnTo>
                <a:lnTo>
                  <a:pt x="213931" y="57912"/>
                </a:lnTo>
                <a:lnTo>
                  <a:pt x="196596" y="114300"/>
                </a:lnTo>
                <a:lnTo>
                  <a:pt x="175069" y="168783"/>
                </a:lnTo>
                <a:lnTo>
                  <a:pt x="147828" y="216408"/>
                </a:lnTo>
                <a:lnTo>
                  <a:pt x="152400" y="220980"/>
                </a:lnTo>
                <a:lnTo>
                  <a:pt x="164122" y="207251"/>
                </a:lnTo>
                <a:lnTo>
                  <a:pt x="176403" y="191071"/>
                </a:lnTo>
                <a:lnTo>
                  <a:pt x="189268" y="172339"/>
                </a:lnTo>
                <a:lnTo>
                  <a:pt x="202692" y="150876"/>
                </a:lnTo>
                <a:lnTo>
                  <a:pt x="202577" y="348767"/>
                </a:lnTo>
                <a:lnTo>
                  <a:pt x="202450" y="361188"/>
                </a:lnTo>
                <a:lnTo>
                  <a:pt x="202057" y="382701"/>
                </a:lnTo>
                <a:lnTo>
                  <a:pt x="201168" y="408432"/>
                </a:lnTo>
                <a:lnTo>
                  <a:pt x="225552" y="397764"/>
                </a:lnTo>
                <a:lnTo>
                  <a:pt x="225552" y="371856"/>
                </a:lnTo>
                <a:lnTo>
                  <a:pt x="409956" y="371856"/>
                </a:lnTo>
                <a:close/>
              </a:path>
              <a:path w="848995" h="410210">
                <a:moveTo>
                  <a:pt x="839724" y="146304"/>
                </a:moveTo>
                <a:lnTo>
                  <a:pt x="806196" y="112776"/>
                </a:lnTo>
                <a:lnTo>
                  <a:pt x="783336" y="135636"/>
                </a:lnTo>
                <a:lnTo>
                  <a:pt x="751332" y="135636"/>
                </a:lnTo>
                <a:lnTo>
                  <a:pt x="751332" y="108204"/>
                </a:lnTo>
                <a:lnTo>
                  <a:pt x="766572" y="97536"/>
                </a:lnTo>
                <a:lnTo>
                  <a:pt x="726948" y="79248"/>
                </a:lnTo>
                <a:lnTo>
                  <a:pt x="727189" y="92989"/>
                </a:lnTo>
                <a:lnTo>
                  <a:pt x="728218" y="120446"/>
                </a:lnTo>
                <a:lnTo>
                  <a:pt x="728472" y="135636"/>
                </a:lnTo>
                <a:lnTo>
                  <a:pt x="728472" y="146304"/>
                </a:lnTo>
                <a:lnTo>
                  <a:pt x="728472" y="196596"/>
                </a:lnTo>
                <a:lnTo>
                  <a:pt x="630936" y="196596"/>
                </a:lnTo>
                <a:lnTo>
                  <a:pt x="630936" y="146304"/>
                </a:lnTo>
                <a:lnTo>
                  <a:pt x="728472" y="146304"/>
                </a:lnTo>
                <a:lnTo>
                  <a:pt x="728472" y="135636"/>
                </a:lnTo>
                <a:lnTo>
                  <a:pt x="630936" y="135636"/>
                </a:lnTo>
                <a:lnTo>
                  <a:pt x="630936" y="105156"/>
                </a:lnTo>
                <a:lnTo>
                  <a:pt x="644652" y="97536"/>
                </a:lnTo>
                <a:lnTo>
                  <a:pt x="606552" y="77724"/>
                </a:lnTo>
                <a:lnTo>
                  <a:pt x="607428" y="92989"/>
                </a:lnTo>
                <a:lnTo>
                  <a:pt x="607898" y="108204"/>
                </a:lnTo>
                <a:lnTo>
                  <a:pt x="608063" y="121881"/>
                </a:lnTo>
                <a:lnTo>
                  <a:pt x="608076" y="135636"/>
                </a:lnTo>
                <a:lnTo>
                  <a:pt x="528828" y="135636"/>
                </a:lnTo>
                <a:lnTo>
                  <a:pt x="542544" y="149352"/>
                </a:lnTo>
                <a:lnTo>
                  <a:pt x="562356" y="146304"/>
                </a:lnTo>
                <a:lnTo>
                  <a:pt x="608076" y="146304"/>
                </a:lnTo>
                <a:lnTo>
                  <a:pt x="607974" y="179057"/>
                </a:lnTo>
                <a:lnTo>
                  <a:pt x="607885" y="188785"/>
                </a:lnTo>
                <a:lnTo>
                  <a:pt x="607441" y="207822"/>
                </a:lnTo>
                <a:lnTo>
                  <a:pt x="606552" y="225552"/>
                </a:lnTo>
                <a:lnTo>
                  <a:pt x="630936" y="214884"/>
                </a:lnTo>
                <a:lnTo>
                  <a:pt x="630936" y="207264"/>
                </a:lnTo>
                <a:lnTo>
                  <a:pt x="728472" y="207264"/>
                </a:lnTo>
                <a:lnTo>
                  <a:pt x="728472" y="222504"/>
                </a:lnTo>
                <a:lnTo>
                  <a:pt x="752856" y="211836"/>
                </a:lnTo>
                <a:lnTo>
                  <a:pt x="752462" y="207264"/>
                </a:lnTo>
                <a:lnTo>
                  <a:pt x="751979" y="201815"/>
                </a:lnTo>
                <a:lnTo>
                  <a:pt x="751814" y="196596"/>
                </a:lnTo>
                <a:lnTo>
                  <a:pt x="751560" y="188785"/>
                </a:lnTo>
                <a:lnTo>
                  <a:pt x="751446" y="179057"/>
                </a:lnTo>
                <a:lnTo>
                  <a:pt x="751332" y="146304"/>
                </a:lnTo>
                <a:lnTo>
                  <a:pt x="839724" y="146304"/>
                </a:lnTo>
                <a:close/>
              </a:path>
              <a:path w="848995" h="410210">
                <a:moveTo>
                  <a:pt x="845820" y="71628"/>
                </a:moveTo>
                <a:lnTo>
                  <a:pt x="835621" y="60960"/>
                </a:lnTo>
                <a:lnTo>
                  <a:pt x="812292" y="36576"/>
                </a:lnTo>
                <a:lnTo>
                  <a:pt x="787908" y="60960"/>
                </a:lnTo>
                <a:lnTo>
                  <a:pt x="673608" y="60960"/>
                </a:lnTo>
                <a:lnTo>
                  <a:pt x="680491" y="54610"/>
                </a:lnTo>
                <a:lnTo>
                  <a:pt x="685228" y="48958"/>
                </a:lnTo>
                <a:lnTo>
                  <a:pt x="687971" y="43611"/>
                </a:lnTo>
                <a:lnTo>
                  <a:pt x="688848" y="38100"/>
                </a:lnTo>
                <a:lnTo>
                  <a:pt x="688848" y="36576"/>
                </a:lnTo>
                <a:lnTo>
                  <a:pt x="685800" y="33528"/>
                </a:lnTo>
                <a:lnTo>
                  <a:pt x="682752" y="27432"/>
                </a:lnTo>
                <a:lnTo>
                  <a:pt x="677303" y="21437"/>
                </a:lnTo>
                <a:lnTo>
                  <a:pt x="667702" y="14859"/>
                </a:lnTo>
                <a:lnTo>
                  <a:pt x="653821" y="7721"/>
                </a:lnTo>
                <a:lnTo>
                  <a:pt x="635508" y="0"/>
                </a:lnTo>
                <a:lnTo>
                  <a:pt x="630936" y="3048"/>
                </a:lnTo>
                <a:lnTo>
                  <a:pt x="639470" y="13893"/>
                </a:lnTo>
                <a:lnTo>
                  <a:pt x="646557" y="23431"/>
                </a:lnTo>
                <a:lnTo>
                  <a:pt x="651941" y="31559"/>
                </a:lnTo>
                <a:lnTo>
                  <a:pt x="655320" y="38100"/>
                </a:lnTo>
                <a:lnTo>
                  <a:pt x="659892" y="45720"/>
                </a:lnTo>
                <a:lnTo>
                  <a:pt x="662940" y="53340"/>
                </a:lnTo>
                <a:lnTo>
                  <a:pt x="664464" y="60960"/>
                </a:lnTo>
                <a:lnTo>
                  <a:pt x="525780" y="60960"/>
                </a:lnTo>
                <a:lnTo>
                  <a:pt x="496824" y="42672"/>
                </a:lnTo>
                <a:lnTo>
                  <a:pt x="498589" y="61849"/>
                </a:lnTo>
                <a:lnTo>
                  <a:pt x="499491" y="85153"/>
                </a:lnTo>
                <a:lnTo>
                  <a:pt x="499770" y="107823"/>
                </a:lnTo>
                <a:lnTo>
                  <a:pt x="499681" y="149352"/>
                </a:lnTo>
                <a:lnTo>
                  <a:pt x="496252" y="213169"/>
                </a:lnTo>
                <a:lnTo>
                  <a:pt x="489204" y="280416"/>
                </a:lnTo>
                <a:lnTo>
                  <a:pt x="473392" y="344805"/>
                </a:lnTo>
                <a:lnTo>
                  <a:pt x="445008" y="406908"/>
                </a:lnTo>
                <a:lnTo>
                  <a:pt x="449580" y="409956"/>
                </a:lnTo>
                <a:lnTo>
                  <a:pt x="473964" y="373570"/>
                </a:lnTo>
                <a:lnTo>
                  <a:pt x="493776" y="333756"/>
                </a:lnTo>
                <a:lnTo>
                  <a:pt x="508254" y="288036"/>
                </a:lnTo>
                <a:lnTo>
                  <a:pt x="518160" y="233172"/>
                </a:lnTo>
                <a:lnTo>
                  <a:pt x="524065" y="163830"/>
                </a:lnTo>
                <a:lnTo>
                  <a:pt x="524789" y="121881"/>
                </a:lnTo>
                <a:lnTo>
                  <a:pt x="524725" y="112776"/>
                </a:lnTo>
                <a:lnTo>
                  <a:pt x="524256" y="71628"/>
                </a:lnTo>
                <a:lnTo>
                  <a:pt x="845820" y="71628"/>
                </a:lnTo>
                <a:close/>
              </a:path>
              <a:path w="848995" h="410210">
                <a:moveTo>
                  <a:pt x="848868" y="374904"/>
                </a:moveTo>
                <a:lnTo>
                  <a:pt x="804557" y="371525"/>
                </a:lnTo>
                <a:lnTo>
                  <a:pt x="765238" y="363855"/>
                </a:lnTo>
                <a:lnTo>
                  <a:pt x="730783" y="352196"/>
                </a:lnTo>
                <a:lnTo>
                  <a:pt x="727570" y="350520"/>
                </a:lnTo>
                <a:lnTo>
                  <a:pt x="701040" y="336804"/>
                </a:lnTo>
                <a:lnTo>
                  <a:pt x="715594" y="323430"/>
                </a:lnTo>
                <a:lnTo>
                  <a:pt x="715911" y="323088"/>
                </a:lnTo>
                <a:lnTo>
                  <a:pt x="731710" y="306324"/>
                </a:lnTo>
                <a:lnTo>
                  <a:pt x="749261" y="285800"/>
                </a:lnTo>
                <a:lnTo>
                  <a:pt x="768096" y="262128"/>
                </a:lnTo>
                <a:lnTo>
                  <a:pt x="784860" y="252984"/>
                </a:lnTo>
                <a:lnTo>
                  <a:pt x="758952" y="227076"/>
                </a:lnTo>
                <a:lnTo>
                  <a:pt x="743712" y="243840"/>
                </a:lnTo>
                <a:lnTo>
                  <a:pt x="742188" y="243840"/>
                </a:lnTo>
                <a:lnTo>
                  <a:pt x="742188" y="252984"/>
                </a:lnTo>
                <a:lnTo>
                  <a:pt x="729043" y="271233"/>
                </a:lnTo>
                <a:lnTo>
                  <a:pt x="714756" y="289179"/>
                </a:lnTo>
                <a:lnTo>
                  <a:pt x="699325" y="306565"/>
                </a:lnTo>
                <a:lnTo>
                  <a:pt x="682752" y="323088"/>
                </a:lnTo>
                <a:lnTo>
                  <a:pt x="666521" y="309359"/>
                </a:lnTo>
                <a:lnTo>
                  <a:pt x="649986" y="293179"/>
                </a:lnTo>
                <a:lnTo>
                  <a:pt x="633463" y="274447"/>
                </a:lnTo>
                <a:lnTo>
                  <a:pt x="617220" y="252984"/>
                </a:lnTo>
                <a:lnTo>
                  <a:pt x="742188" y="252984"/>
                </a:lnTo>
                <a:lnTo>
                  <a:pt x="742188" y="243840"/>
                </a:lnTo>
                <a:lnTo>
                  <a:pt x="560832" y="243840"/>
                </a:lnTo>
                <a:lnTo>
                  <a:pt x="574548" y="257556"/>
                </a:lnTo>
                <a:lnTo>
                  <a:pt x="591312" y="252984"/>
                </a:lnTo>
                <a:lnTo>
                  <a:pt x="608076" y="252984"/>
                </a:lnTo>
                <a:lnTo>
                  <a:pt x="622325" y="276987"/>
                </a:lnTo>
                <a:lnTo>
                  <a:pt x="637413" y="298704"/>
                </a:lnTo>
                <a:lnTo>
                  <a:pt x="653084" y="318135"/>
                </a:lnTo>
                <a:lnTo>
                  <a:pt x="669036" y="335280"/>
                </a:lnTo>
                <a:lnTo>
                  <a:pt x="630415" y="358432"/>
                </a:lnTo>
                <a:lnTo>
                  <a:pt x="589788" y="377571"/>
                </a:lnTo>
                <a:lnTo>
                  <a:pt x="546887" y="392722"/>
                </a:lnTo>
                <a:lnTo>
                  <a:pt x="501396" y="403860"/>
                </a:lnTo>
                <a:lnTo>
                  <a:pt x="504444" y="409956"/>
                </a:lnTo>
                <a:lnTo>
                  <a:pt x="551840" y="401955"/>
                </a:lnTo>
                <a:lnTo>
                  <a:pt x="597789" y="389382"/>
                </a:lnTo>
                <a:lnTo>
                  <a:pt x="642035" y="372237"/>
                </a:lnTo>
                <a:lnTo>
                  <a:pt x="684276" y="350520"/>
                </a:lnTo>
                <a:lnTo>
                  <a:pt x="711187" y="368528"/>
                </a:lnTo>
                <a:lnTo>
                  <a:pt x="741807" y="383667"/>
                </a:lnTo>
                <a:lnTo>
                  <a:pt x="776439" y="395960"/>
                </a:lnTo>
                <a:lnTo>
                  <a:pt x="815340" y="405384"/>
                </a:lnTo>
                <a:lnTo>
                  <a:pt x="819086" y="397103"/>
                </a:lnTo>
                <a:lnTo>
                  <a:pt x="825817" y="390525"/>
                </a:lnTo>
                <a:lnTo>
                  <a:pt x="835710" y="385673"/>
                </a:lnTo>
                <a:lnTo>
                  <a:pt x="848868" y="382524"/>
                </a:lnTo>
                <a:lnTo>
                  <a:pt x="848868" y="37490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" name="object 49"/>
          <p:cNvSpPr/>
          <p:nvPr/>
        </p:nvSpPr>
        <p:spPr>
          <a:xfrm>
            <a:off x="8705075" y="4718303"/>
            <a:ext cx="1295400" cy="410209"/>
          </a:xfrm>
          <a:custGeom>
            <a:avLst/>
            <a:gdLst/>
            <a:ahLst/>
            <a:cxnLst/>
            <a:rect l="l" t="t" r="r" b="b"/>
            <a:pathLst>
              <a:path w="1295400" h="410210">
                <a:moveTo>
                  <a:pt x="405384" y="373380"/>
                </a:moveTo>
                <a:lnTo>
                  <a:pt x="367284" y="335280"/>
                </a:lnTo>
                <a:lnTo>
                  <a:pt x="339852" y="364236"/>
                </a:lnTo>
                <a:lnTo>
                  <a:pt x="196596" y="364236"/>
                </a:lnTo>
                <a:lnTo>
                  <a:pt x="196596" y="167640"/>
                </a:lnTo>
                <a:lnTo>
                  <a:pt x="362712" y="167640"/>
                </a:lnTo>
                <a:lnTo>
                  <a:pt x="326136" y="131064"/>
                </a:lnTo>
                <a:lnTo>
                  <a:pt x="298704" y="156972"/>
                </a:lnTo>
                <a:lnTo>
                  <a:pt x="196596" y="156972"/>
                </a:lnTo>
                <a:lnTo>
                  <a:pt x="196596" y="39624"/>
                </a:lnTo>
                <a:lnTo>
                  <a:pt x="216408" y="25908"/>
                </a:lnTo>
                <a:lnTo>
                  <a:pt x="169164" y="4572"/>
                </a:lnTo>
                <a:lnTo>
                  <a:pt x="170053" y="22339"/>
                </a:lnTo>
                <a:lnTo>
                  <a:pt x="170497" y="39243"/>
                </a:lnTo>
                <a:lnTo>
                  <a:pt x="170675" y="55587"/>
                </a:lnTo>
                <a:lnTo>
                  <a:pt x="170688" y="364236"/>
                </a:lnTo>
                <a:lnTo>
                  <a:pt x="0" y="364236"/>
                </a:lnTo>
                <a:lnTo>
                  <a:pt x="15240" y="379476"/>
                </a:lnTo>
                <a:lnTo>
                  <a:pt x="25552" y="376605"/>
                </a:lnTo>
                <a:lnTo>
                  <a:pt x="36004" y="374713"/>
                </a:lnTo>
                <a:lnTo>
                  <a:pt x="46748" y="373697"/>
                </a:lnTo>
                <a:lnTo>
                  <a:pt x="57912" y="373380"/>
                </a:lnTo>
                <a:lnTo>
                  <a:pt x="405384" y="373380"/>
                </a:lnTo>
                <a:close/>
              </a:path>
              <a:path w="1295400" h="410210">
                <a:moveTo>
                  <a:pt x="850404" y="161544"/>
                </a:moveTo>
                <a:lnTo>
                  <a:pt x="818400" y="126492"/>
                </a:lnTo>
                <a:lnTo>
                  <a:pt x="790968" y="150876"/>
                </a:lnTo>
                <a:lnTo>
                  <a:pt x="606564" y="150876"/>
                </a:lnTo>
                <a:lnTo>
                  <a:pt x="611390" y="142049"/>
                </a:lnTo>
                <a:lnTo>
                  <a:pt x="616661" y="131635"/>
                </a:lnTo>
                <a:lnTo>
                  <a:pt x="622198" y="119811"/>
                </a:lnTo>
                <a:lnTo>
                  <a:pt x="627900" y="106680"/>
                </a:lnTo>
                <a:lnTo>
                  <a:pt x="792492" y="106680"/>
                </a:lnTo>
                <a:lnTo>
                  <a:pt x="765060" y="73152"/>
                </a:lnTo>
                <a:lnTo>
                  <a:pt x="739152" y="96012"/>
                </a:lnTo>
                <a:lnTo>
                  <a:pt x="630948" y="96012"/>
                </a:lnTo>
                <a:lnTo>
                  <a:pt x="635254" y="84569"/>
                </a:lnTo>
                <a:lnTo>
                  <a:pt x="639064" y="73152"/>
                </a:lnTo>
                <a:lnTo>
                  <a:pt x="642734" y="61087"/>
                </a:lnTo>
                <a:lnTo>
                  <a:pt x="645756" y="50292"/>
                </a:lnTo>
                <a:lnTo>
                  <a:pt x="646188" y="48768"/>
                </a:lnTo>
                <a:lnTo>
                  <a:pt x="732980" y="38277"/>
                </a:lnTo>
                <a:lnTo>
                  <a:pt x="749820" y="36576"/>
                </a:lnTo>
                <a:lnTo>
                  <a:pt x="762939" y="34582"/>
                </a:lnTo>
                <a:lnTo>
                  <a:pt x="774776" y="33147"/>
                </a:lnTo>
                <a:lnTo>
                  <a:pt x="785177" y="32296"/>
                </a:lnTo>
                <a:lnTo>
                  <a:pt x="794016" y="32004"/>
                </a:lnTo>
                <a:lnTo>
                  <a:pt x="769632" y="1524"/>
                </a:lnTo>
                <a:lnTo>
                  <a:pt x="708113" y="20599"/>
                </a:lnTo>
                <a:lnTo>
                  <a:pt x="629780" y="33985"/>
                </a:lnTo>
                <a:lnTo>
                  <a:pt x="582752" y="39814"/>
                </a:lnTo>
                <a:lnTo>
                  <a:pt x="530860" y="44792"/>
                </a:lnTo>
                <a:lnTo>
                  <a:pt x="473976" y="48768"/>
                </a:lnTo>
                <a:lnTo>
                  <a:pt x="473976" y="57912"/>
                </a:lnTo>
                <a:lnTo>
                  <a:pt x="590346" y="52349"/>
                </a:lnTo>
                <a:lnTo>
                  <a:pt x="617232" y="50292"/>
                </a:lnTo>
                <a:lnTo>
                  <a:pt x="614654" y="62585"/>
                </a:lnTo>
                <a:lnTo>
                  <a:pt x="611517" y="74295"/>
                </a:lnTo>
                <a:lnTo>
                  <a:pt x="607796" y="85445"/>
                </a:lnTo>
                <a:lnTo>
                  <a:pt x="603516" y="96012"/>
                </a:lnTo>
                <a:lnTo>
                  <a:pt x="484644" y="96012"/>
                </a:lnTo>
                <a:lnTo>
                  <a:pt x="501408" y="111252"/>
                </a:lnTo>
                <a:lnTo>
                  <a:pt x="510832" y="109258"/>
                </a:lnTo>
                <a:lnTo>
                  <a:pt x="520839" y="107823"/>
                </a:lnTo>
                <a:lnTo>
                  <a:pt x="531406" y="106972"/>
                </a:lnTo>
                <a:lnTo>
                  <a:pt x="542556" y="106680"/>
                </a:lnTo>
                <a:lnTo>
                  <a:pt x="600468" y="106680"/>
                </a:lnTo>
                <a:lnTo>
                  <a:pt x="595007" y="119811"/>
                </a:lnTo>
                <a:lnTo>
                  <a:pt x="589991" y="131635"/>
                </a:lnTo>
                <a:lnTo>
                  <a:pt x="585241" y="142049"/>
                </a:lnTo>
                <a:lnTo>
                  <a:pt x="580656" y="150876"/>
                </a:lnTo>
                <a:lnTo>
                  <a:pt x="441972" y="150876"/>
                </a:lnTo>
                <a:lnTo>
                  <a:pt x="457212" y="167640"/>
                </a:lnTo>
                <a:lnTo>
                  <a:pt x="466852" y="164769"/>
                </a:lnTo>
                <a:lnTo>
                  <a:pt x="477215" y="162877"/>
                </a:lnTo>
                <a:lnTo>
                  <a:pt x="487857" y="161861"/>
                </a:lnTo>
                <a:lnTo>
                  <a:pt x="498360" y="161544"/>
                </a:lnTo>
                <a:lnTo>
                  <a:pt x="576084" y="161544"/>
                </a:lnTo>
                <a:lnTo>
                  <a:pt x="550646" y="203835"/>
                </a:lnTo>
                <a:lnTo>
                  <a:pt x="520077" y="243840"/>
                </a:lnTo>
                <a:lnTo>
                  <a:pt x="484352" y="281559"/>
                </a:lnTo>
                <a:lnTo>
                  <a:pt x="443496" y="316992"/>
                </a:lnTo>
                <a:lnTo>
                  <a:pt x="446544" y="321564"/>
                </a:lnTo>
                <a:lnTo>
                  <a:pt x="478282" y="300990"/>
                </a:lnTo>
                <a:lnTo>
                  <a:pt x="507314" y="278130"/>
                </a:lnTo>
                <a:lnTo>
                  <a:pt x="533768" y="252984"/>
                </a:lnTo>
                <a:lnTo>
                  <a:pt x="557796" y="225552"/>
                </a:lnTo>
                <a:lnTo>
                  <a:pt x="557682" y="321564"/>
                </a:lnTo>
                <a:lnTo>
                  <a:pt x="557606" y="349186"/>
                </a:lnTo>
                <a:lnTo>
                  <a:pt x="557149" y="387362"/>
                </a:lnTo>
                <a:lnTo>
                  <a:pt x="556272" y="409956"/>
                </a:lnTo>
                <a:lnTo>
                  <a:pt x="582180" y="402336"/>
                </a:lnTo>
                <a:lnTo>
                  <a:pt x="582180" y="385572"/>
                </a:lnTo>
                <a:lnTo>
                  <a:pt x="739152" y="385572"/>
                </a:lnTo>
                <a:lnTo>
                  <a:pt x="739152" y="408432"/>
                </a:lnTo>
                <a:lnTo>
                  <a:pt x="765060" y="396240"/>
                </a:lnTo>
                <a:lnTo>
                  <a:pt x="764679" y="385572"/>
                </a:lnTo>
                <a:lnTo>
                  <a:pt x="764311" y="374904"/>
                </a:lnTo>
                <a:lnTo>
                  <a:pt x="764171" y="371055"/>
                </a:lnTo>
                <a:lnTo>
                  <a:pt x="763727" y="334137"/>
                </a:lnTo>
                <a:lnTo>
                  <a:pt x="763714" y="332232"/>
                </a:lnTo>
                <a:lnTo>
                  <a:pt x="763676" y="321564"/>
                </a:lnTo>
                <a:lnTo>
                  <a:pt x="763549" y="274320"/>
                </a:lnTo>
                <a:lnTo>
                  <a:pt x="763549" y="263652"/>
                </a:lnTo>
                <a:lnTo>
                  <a:pt x="763536" y="224028"/>
                </a:lnTo>
                <a:lnTo>
                  <a:pt x="768108" y="219456"/>
                </a:lnTo>
                <a:lnTo>
                  <a:pt x="775728" y="211836"/>
                </a:lnTo>
                <a:lnTo>
                  <a:pt x="771740" y="208788"/>
                </a:lnTo>
                <a:lnTo>
                  <a:pt x="749820" y="192024"/>
                </a:lnTo>
                <a:lnTo>
                  <a:pt x="739152" y="206692"/>
                </a:lnTo>
                <a:lnTo>
                  <a:pt x="739152" y="219456"/>
                </a:lnTo>
                <a:lnTo>
                  <a:pt x="739152" y="263652"/>
                </a:lnTo>
                <a:lnTo>
                  <a:pt x="739152" y="274320"/>
                </a:lnTo>
                <a:lnTo>
                  <a:pt x="739152" y="321564"/>
                </a:lnTo>
                <a:lnTo>
                  <a:pt x="739152" y="332232"/>
                </a:lnTo>
                <a:lnTo>
                  <a:pt x="739152" y="374904"/>
                </a:lnTo>
                <a:lnTo>
                  <a:pt x="582180" y="374904"/>
                </a:lnTo>
                <a:lnTo>
                  <a:pt x="582180" y="332232"/>
                </a:lnTo>
                <a:lnTo>
                  <a:pt x="739152" y="332232"/>
                </a:lnTo>
                <a:lnTo>
                  <a:pt x="739152" y="321564"/>
                </a:lnTo>
                <a:lnTo>
                  <a:pt x="582180" y="321564"/>
                </a:lnTo>
                <a:lnTo>
                  <a:pt x="582180" y="274320"/>
                </a:lnTo>
                <a:lnTo>
                  <a:pt x="739152" y="274320"/>
                </a:lnTo>
                <a:lnTo>
                  <a:pt x="739152" y="263652"/>
                </a:lnTo>
                <a:lnTo>
                  <a:pt x="582180" y="263652"/>
                </a:lnTo>
                <a:lnTo>
                  <a:pt x="582180" y="225552"/>
                </a:lnTo>
                <a:lnTo>
                  <a:pt x="582180" y="219456"/>
                </a:lnTo>
                <a:lnTo>
                  <a:pt x="739152" y="219456"/>
                </a:lnTo>
                <a:lnTo>
                  <a:pt x="739152" y="206692"/>
                </a:lnTo>
                <a:lnTo>
                  <a:pt x="737628" y="208788"/>
                </a:lnTo>
                <a:lnTo>
                  <a:pt x="574560" y="208788"/>
                </a:lnTo>
                <a:lnTo>
                  <a:pt x="581418" y="198196"/>
                </a:lnTo>
                <a:lnTo>
                  <a:pt x="588276" y="186880"/>
                </a:lnTo>
                <a:lnTo>
                  <a:pt x="595134" y="174713"/>
                </a:lnTo>
                <a:lnTo>
                  <a:pt x="601992" y="161544"/>
                </a:lnTo>
                <a:lnTo>
                  <a:pt x="850404" y="161544"/>
                </a:lnTo>
                <a:close/>
              </a:path>
              <a:path w="1295400" h="410210">
                <a:moveTo>
                  <a:pt x="1293876" y="303276"/>
                </a:moveTo>
                <a:lnTo>
                  <a:pt x="1272946" y="266496"/>
                </a:lnTo>
                <a:lnTo>
                  <a:pt x="1271016" y="225552"/>
                </a:lnTo>
                <a:lnTo>
                  <a:pt x="1261872" y="225552"/>
                </a:lnTo>
                <a:lnTo>
                  <a:pt x="1260348" y="274320"/>
                </a:lnTo>
                <a:lnTo>
                  <a:pt x="1242060" y="307848"/>
                </a:lnTo>
                <a:lnTo>
                  <a:pt x="1168908" y="307848"/>
                </a:lnTo>
                <a:lnTo>
                  <a:pt x="1157198" y="306755"/>
                </a:lnTo>
                <a:lnTo>
                  <a:pt x="1149477" y="301371"/>
                </a:lnTo>
                <a:lnTo>
                  <a:pt x="1145768" y="291998"/>
                </a:lnTo>
                <a:lnTo>
                  <a:pt x="1146048" y="278892"/>
                </a:lnTo>
                <a:lnTo>
                  <a:pt x="1146048" y="170688"/>
                </a:lnTo>
                <a:lnTo>
                  <a:pt x="1232916" y="170688"/>
                </a:lnTo>
                <a:lnTo>
                  <a:pt x="1232916" y="193548"/>
                </a:lnTo>
                <a:lnTo>
                  <a:pt x="1257300" y="182880"/>
                </a:lnTo>
                <a:lnTo>
                  <a:pt x="1256639" y="170688"/>
                </a:lnTo>
                <a:lnTo>
                  <a:pt x="1256423" y="166839"/>
                </a:lnTo>
                <a:lnTo>
                  <a:pt x="1256296" y="160020"/>
                </a:lnTo>
                <a:lnTo>
                  <a:pt x="1256030" y="146304"/>
                </a:lnTo>
                <a:lnTo>
                  <a:pt x="1255941" y="138684"/>
                </a:lnTo>
                <a:lnTo>
                  <a:pt x="1255801" y="113017"/>
                </a:lnTo>
                <a:lnTo>
                  <a:pt x="1255776" y="74676"/>
                </a:lnTo>
                <a:lnTo>
                  <a:pt x="1257300" y="73152"/>
                </a:lnTo>
                <a:lnTo>
                  <a:pt x="1267968" y="62484"/>
                </a:lnTo>
                <a:lnTo>
                  <a:pt x="1239012" y="45720"/>
                </a:lnTo>
                <a:lnTo>
                  <a:pt x="1229868" y="62484"/>
                </a:lnTo>
                <a:lnTo>
                  <a:pt x="1112520" y="62484"/>
                </a:lnTo>
                <a:lnTo>
                  <a:pt x="1127760" y="77724"/>
                </a:lnTo>
                <a:lnTo>
                  <a:pt x="1138072" y="75730"/>
                </a:lnTo>
                <a:lnTo>
                  <a:pt x="1148524" y="74295"/>
                </a:lnTo>
                <a:lnTo>
                  <a:pt x="1159268" y="73444"/>
                </a:lnTo>
                <a:lnTo>
                  <a:pt x="1170432" y="73152"/>
                </a:lnTo>
                <a:lnTo>
                  <a:pt x="1232916" y="73152"/>
                </a:lnTo>
                <a:lnTo>
                  <a:pt x="1232916" y="160020"/>
                </a:lnTo>
                <a:lnTo>
                  <a:pt x="1146048" y="160020"/>
                </a:lnTo>
                <a:lnTo>
                  <a:pt x="1121664" y="146304"/>
                </a:lnTo>
                <a:lnTo>
                  <a:pt x="1123188" y="181356"/>
                </a:lnTo>
                <a:lnTo>
                  <a:pt x="1123200" y="286562"/>
                </a:lnTo>
                <a:lnTo>
                  <a:pt x="1144193" y="325310"/>
                </a:lnTo>
                <a:lnTo>
                  <a:pt x="1161288" y="327660"/>
                </a:lnTo>
                <a:lnTo>
                  <a:pt x="1246632" y="327660"/>
                </a:lnTo>
                <a:lnTo>
                  <a:pt x="1261732" y="326212"/>
                </a:lnTo>
                <a:lnTo>
                  <a:pt x="1274826" y="321754"/>
                </a:lnTo>
                <a:lnTo>
                  <a:pt x="1285646" y="314159"/>
                </a:lnTo>
                <a:lnTo>
                  <a:pt x="1290421" y="307848"/>
                </a:lnTo>
                <a:lnTo>
                  <a:pt x="1293876" y="303276"/>
                </a:lnTo>
                <a:close/>
              </a:path>
              <a:path w="1295400" h="410210">
                <a:moveTo>
                  <a:pt x="1295400" y="368808"/>
                </a:moveTo>
                <a:lnTo>
                  <a:pt x="1262545" y="371665"/>
                </a:lnTo>
                <a:lnTo>
                  <a:pt x="1227963" y="373380"/>
                </a:lnTo>
                <a:lnTo>
                  <a:pt x="1191679" y="373951"/>
                </a:lnTo>
                <a:lnTo>
                  <a:pt x="1153668" y="373380"/>
                </a:lnTo>
                <a:lnTo>
                  <a:pt x="1116545" y="371081"/>
                </a:lnTo>
                <a:lnTo>
                  <a:pt x="1082992" y="366331"/>
                </a:lnTo>
                <a:lnTo>
                  <a:pt x="1053160" y="359029"/>
                </a:lnTo>
                <a:lnTo>
                  <a:pt x="1027176" y="348996"/>
                </a:lnTo>
                <a:lnTo>
                  <a:pt x="1027176" y="341376"/>
                </a:lnTo>
                <a:lnTo>
                  <a:pt x="1027176" y="263652"/>
                </a:lnTo>
                <a:lnTo>
                  <a:pt x="1107948" y="263652"/>
                </a:lnTo>
                <a:lnTo>
                  <a:pt x="1099261" y="254508"/>
                </a:lnTo>
                <a:lnTo>
                  <a:pt x="1078992" y="233172"/>
                </a:lnTo>
                <a:lnTo>
                  <a:pt x="1057656" y="254508"/>
                </a:lnTo>
                <a:lnTo>
                  <a:pt x="1027176" y="254508"/>
                </a:lnTo>
                <a:lnTo>
                  <a:pt x="1027176" y="196596"/>
                </a:lnTo>
                <a:lnTo>
                  <a:pt x="1040892" y="184404"/>
                </a:lnTo>
                <a:lnTo>
                  <a:pt x="1016508" y="170688"/>
                </a:lnTo>
                <a:lnTo>
                  <a:pt x="1114044" y="170688"/>
                </a:lnTo>
                <a:lnTo>
                  <a:pt x="1085088" y="138684"/>
                </a:lnTo>
                <a:lnTo>
                  <a:pt x="1063752" y="160020"/>
                </a:lnTo>
                <a:lnTo>
                  <a:pt x="1024128" y="160020"/>
                </a:lnTo>
                <a:lnTo>
                  <a:pt x="1024128" y="88392"/>
                </a:lnTo>
                <a:lnTo>
                  <a:pt x="1100328" y="88392"/>
                </a:lnTo>
                <a:lnTo>
                  <a:pt x="1074420" y="57912"/>
                </a:lnTo>
                <a:lnTo>
                  <a:pt x="1051560" y="77724"/>
                </a:lnTo>
                <a:lnTo>
                  <a:pt x="1024128" y="77724"/>
                </a:lnTo>
                <a:lnTo>
                  <a:pt x="1024128" y="32004"/>
                </a:lnTo>
                <a:lnTo>
                  <a:pt x="1037844" y="16764"/>
                </a:lnTo>
                <a:lnTo>
                  <a:pt x="999744" y="0"/>
                </a:lnTo>
                <a:lnTo>
                  <a:pt x="1000633" y="16002"/>
                </a:lnTo>
                <a:lnTo>
                  <a:pt x="1001077" y="34290"/>
                </a:lnTo>
                <a:lnTo>
                  <a:pt x="1001179" y="45720"/>
                </a:lnTo>
                <a:lnTo>
                  <a:pt x="1001268" y="77724"/>
                </a:lnTo>
                <a:lnTo>
                  <a:pt x="915924" y="77724"/>
                </a:lnTo>
                <a:lnTo>
                  <a:pt x="931164" y="94488"/>
                </a:lnTo>
                <a:lnTo>
                  <a:pt x="940904" y="91617"/>
                </a:lnTo>
                <a:lnTo>
                  <a:pt x="949642" y="89725"/>
                </a:lnTo>
                <a:lnTo>
                  <a:pt x="957529" y="88709"/>
                </a:lnTo>
                <a:lnTo>
                  <a:pt x="964692" y="88392"/>
                </a:lnTo>
                <a:lnTo>
                  <a:pt x="1001268" y="88392"/>
                </a:lnTo>
                <a:lnTo>
                  <a:pt x="1001268" y="160020"/>
                </a:lnTo>
                <a:lnTo>
                  <a:pt x="894588" y="160020"/>
                </a:lnTo>
                <a:lnTo>
                  <a:pt x="911352" y="175260"/>
                </a:lnTo>
                <a:lnTo>
                  <a:pt x="920216" y="173266"/>
                </a:lnTo>
                <a:lnTo>
                  <a:pt x="928497" y="171831"/>
                </a:lnTo>
                <a:lnTo>
                  <a:pt x="936218" y="170980"/>
                </a:lnTo>
                <a:lnTo>
                  <a:pt x="943356" y="170688"/>
                </a:lnTo>
                <a:lnTo>
                  <a:pt x="1004316" y="170688"/>
                </a:lnTo>
                <a:lnTo>
                  <a:pt x="1004316" y="341376"/>
                </a:lnTo>
                <a:lnTo>
                  <a:pt x="991489" y="333146"/>
                </a:lnTo>
                <a:lnTo>
                  <a:pt x="960653" y="304800"/>
                </a:lnTo>
                <a:lnTo>
                  <a:pt x="955548" y="263080"/>
                </a:lnTo>
                <a:lnTo>
                  <a:pt x="973836" y="224028"/>
                </a:lnTo>
                <a:lnTo>
                  <a:pt x="935736" y="205740"/>
                </a:lnTo>
                <a:lnTo>
                  <a:pt x="931240" y="259753"/>
                </a:lnTo>
                <a:lnTo>
                  <a:pt x="922362" y="318592"/>
                </a:lnTo>
                <a:lnTo>
                  <a:pt x="902830" y="377405"/>
                </a:lnTo>
                <a:lnTo>
                  <a:pt x="888492" y="405384"/>
                </a:lnTo>
                <a:lnTo>
                  <a:pt x="893064" y="408432"/>
                </a:lnTo>
                <a:lnTo>
                  <a:pt x="909358" y="387527"/>
                </a:lnTo>
                <a:lnTo>
                  <a:pt x="923925" y="363474"/>
                </a:lnTo>
                <a:lnTo>
                  <a:pt x="936790" y="336003"/>
                </a:lnTo>
                <a:lnTo>
                  <a:pt x="947928" y="304800"/>
                </a:lnTo>
                <a:lnTo>
                  <a:pt x="964222" y="327088"/>
                </a:lnTo>
                <a:lnTo>
                  <a:pt x="1005370" y="361378"/>
                </a:lnTo>
                <a:lnTo>
                  <a:pt x="1056474" y="382790"/>
                </a:lnTo>
                <a:lnTo>
                  <a:pt x="1114666" y="395884"/>
                </a:lnTo>
                <a:lnTo>
                  <a:pt x="1178077" y="401942"/>
                </a:lnTo>
                <a:lnTo>
                  <a:pt x="1235849" y="403796"/>
                </a:lnTo>
                <a:lnTo>
                  <a:pt x="1261872" y="403860"/>
                </a:lnTo>
                <a:lnTo>
                  <a:pt x="1264754" y="393560"/>
                </a:lnTo>
                <a:lnTo>
                  <a:pt x="1271206" y="385381"/>
                </a:lnTo>
                <a:lnTo>
                  <a:pt x="1281379" y="379222"/>
                </a:lnTo>
                <a:lnTo>
                  <a:pt x="1295400" y="374904"/>
                </a:lnTo>
                <a:lnTo>
                  <a:pt x="1295400" y="373951"/>
                </a:lnTo>
                <a:lnTo>
                  <a:pt x="1295400" y="36880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" name="object 50"/>
          <p:cNvSpPr/>
          <p:nvPr/>
        </p:nvSpPr>
        <p:spPr>
          <a:xfrm>
            <a:off x="2125980" y="5251703"/>
            <a:ext cx="1737360" cy="413384"/>
          </a:xfrm>
          <a:custGeom>
            <a:avLst/>
            <a:gdLst/>
            <a:ahLst/>
            <a:cxnLst/>
            <a:rect l="l" t="t" r="r" b="b"/>
            <a:pathLst>
              <a:path w="1737360" h="413385">
                <a:moveTo>
                  <a:pt x="143256" y="152400"/>
                </a:moveTo>
                <a:lnTo>
                  <a:pt x="100698" y="116001"/>
                </a:lnTo>
                <a:lnTo>
                  <a:pt x="79248" y="105156"/>
                </a:lnTo>
                <a:lnTo>
                  <a:pt x="74676" y="109728"/>
                </a:lnTo>
                <a:lnTo>
                  <a:pt x="88150" y="126326"/>
                </a:lnTo>
                <a:lnTo>
                  <a:pt x="99060" y="141922"/>
                </a:lnTo>
                <a:lnTo>
                  <a:pt x="107670" y="156667"/>
                </a:lnTo>
                <a:lnTo>
                  <a:pt x="114300" y="170688"/>
                </a:lnTo>
                <a:lnTo>
                  <a:pt x="118872" y="184404"/>
                </a:lnTo>
                <a:lnTo>
                  <a:pt x="123444" y="190500"/>
                </a:lnTo>
                <a:lnTo>
                  <a:pt x="128016" y="190500"/>
                </a:lnTo>
                <a:lnTo>
                  <a:pt x="132588" y="185928"/>
                </a:lnTo>
                <a:lnTo>
                  <a:pt x="137160" y="178308"/>
                </a:lnTo>
                <a:lnTo>
                  <a:pt x="141732" y="169164"/>
                </a:lnTo>
                <a:lnTo>
                  <a:pt x="143256" y="163068"/>
                </a:lnTo>
                <a:lnTo>
                  <a:pt x="143256" y="152400"/>
                </a:lnTo>
                <a:close/>
              </a:path>
              <a:path w="1737360" h="413385">
                <a:moveTo>
                  <a:pt x="406908" y="350520"/>
                </a:moveTo>
                <a:lnTo>
                  <a:pt x="362635" y="335343"/>
                </a:lnTo>
                <a:lnTo>
                  <a:pt x="323049" y="313588"/>
                </a:lnTo>
                <a:lnTo>
                  <a:pt x="288061" y="285242"/>
                </a:lnTo>
                <a:lnTo>
                  <a:pt x="257619" y="250304"/>
                </a:lnTo>
                <a:lnTo>
                  <a:pt x="231648" y="208788"/>
                </a:lnTo>
                <a:lnTo>
                  <a:pt x="403860" y="208788"/>
                </a:lnTo>
                <a:lnTo>
                  <a:pt x="367284" y="172212"/>
                </a:lnTo>
                <a:lnTo>
                  <a:pt x="341376" y="198120"/>
                </a:lnTo>
                <a:lnTo>
                  <a:pt x="256032" y="198120"/>
                </a:lnTo>
                <a:lnTo>
                  <a:pt x="273177" y="184429"/>
                </a:lnTo>
                <a:lnTo>
                  <a:pt x="290322" y="168592"/>
                </a:lnTo>
                <a:lnTo>
                  <a:pt x="307467" y="150761"/>
                </a:lnTo>
                <a:lnTo>
                  <a:pt x="324612" y="131064"/>
                </a:lnTo>
                <a:lnTo>
                  <a:pt x="341376" y="126492"/>
                </a:lnTo>
                <a:lnTo>
                  <a:pt x="304800" y="97536"/>
                </a:lnTo>
                <a:lnTo>
                  <a:pt x="294246" y="122682"/>
                </a:lnTo>
                <a:lnTo>
                  <a:pt x="280987" y="147828"/>
                </a:lnTo>
                <a:lnTo>
                  <a:pt x="265150" y="172974"/>
                </a:lnTo>
                <a:lnTo>
                  <a:pt x="246888" y="198120"/>
                </a:lnTo>
                <a:lnTo>
                  <a:pt x="214884" y="198120"/>
                </a:lnTo>
                <a:lnTo>
                  <a:pt x="214884" y="91440"/>
                </a:lnTo>
                <a:lnTo>
                  <a:pt x="379476" y="91440"/>
                </a:lnTo>
                <a:lnTo>
                  <a:pt x="345948" y="56388"/>
                </a:lnTo>
                <a:lnTo>
                  <a:pt x="321564" y="80772"/>
                </a:lnTo>
                <a:lnTo>
                  <a:pt x="214884" y="80772"/>
                </a:lnTo>
                <a:lnTo>
                  <a:pt x="214884" y="33528"/>
                </a:lnTo>
                <a:lnTo>
                  <a:pt x="231648" y="21336"/>
                </a:lnTo>
                <a:lnTo>
                  <a:pt x="187452" y="0"/>
                </a:lnTo>
                <a:lnTo>
                  <a:pt x="188328" y="21196"/>
                </a:lnTo>
                <a:lnTo>
                  <a:pt x="188785" y="41529"/>
                </a:lnTo>
                <a:lnTo>
                  <a:pt x="188899" y="56388"/>
                </a:lnTo>
                <a:lnTo>
                  <a:pt x="188976" y="80772"/>
                </a:lnTo>
                <a:lnTo>
                  <a:pt x="32004" y="80772"/>
                </a:lnTo>
                <a:lnTo>
                  <a:pt x="47244" y="96012"/>
                </a:lnTo>
                <a:lnTo>
                  <a:pt x="57543" y="94018"/>
                </a:lnTo>
                <a:lnTo>
                  <a:pt x="68008" y="92583"/>
                </a:lnTo>
                <a:lnTo>
                  <a:pt x="78740" y="91732"/>
                </a:lnTo>
                <a:lnTo>
                  <a:pt x="89916" y="91440"/>
                </a:lnTo>
                <a:lnTo>
                  <a:pt x="188976" y="91440"/>
                </a:lnTo>
                <a:lnTo>
                  <a:pt x="188976" y="198120"/>
                </a:lnTo>
                <a:lnTo>
                  <a:pt x="0" y="198120"/>
                </a:lnTo>
                <a:lnTo>
                  <a:pt x="15240" y="214884"/>
                </a:lnTo>
                <a:lnTo>
                  <a:pt x="24663" y="212013"/>
                </a:lnTo>
                <a:lnTo>
                  <a:pt x="34671" y="210121"/>
                </a:lnTo>
                <a:lnTo>
                  <a:pt x="45237" y="209105"/>
                </a:lnTo>
                <a:lnTo>
                  <a:pt x="56388" y="208788"/>
                </a:lnTo>
                <a:lnTo>
                  <a:pt x="169164" y="208788"/>
                </a:lnTo>
                <a:lnTo>
                  <a:pt x="143395" y="253974"/>
                </a:lnTo>
                <a:lnTo>
                  <a:pt x="113753" y="294474"/>
                </a:lnTo>
                <a:lnTo>
                  <a:pt x="80391" y="330377"/>
                </a:lnTo>
                <a:lnTo>
                  <a:pt x="43434" y="361734"/>
                </a:lnTo>
                <a:lnTo>
                  <a:pt x="3048" y="388620"/>
                </a:lnTo>
                <a:lnTo>
                  <a:pt x="4572" y="394716"/>
                </a:lnTo>
                <a:lnTo>
                  <a:pt x="48615" y="373507"/>
                </a:lnTo>
                <a:lnTo>
                  <a:pt x="89230" y="346443"/>
                </a:lnTo>
                <a:lnTo>
                  <a:pt x="126187" y="313588"/>
                </a:lnTo>
                <a:lnTo>
                  <a:pt x="159550" y="274751"/>
                </a:lnTo>
                <a:lnTo>
                  <a:pt x="188976" y="230124"/>
                </a:lnTo>
                <a:lnTo>
                  <a:pt x="188747" y="279704"/>
                </a:lnTo>
                <a:lnTo>
                  <a:pt x="188658" y="290728"/>
                </a:lnTo>
                <a:lnTo>
                  <a:pt x="187667" y="377952"/>
                </a:lnTo>
                <a:lnTo>
                  <a:pt x="187452" y="413004"/>
                </a:lnTo>
                <a:lnTo>
                  <a:pt x="216408" y="399288"/>
                </a:lnTo>
                <a:lnTo>
                  <a:pt x="215531" y="375005"/>
                </a:lnTo>
                <a:lnTo>
                  <a:pt x="215074" y="335343"/>
                </a:lnTo>
                <a:lnTo>
                  <a:pt x="214998" y="313588"/>
                </a:lnTo>
                <a:lnTo>
                  <a:pt x="214884" y="230124"/>
                </a:lnTo>
                <a:lnTo>
                  <a:pt x="214884" y="208788"/>
                </a:lnTo>
                <a:lnTo>
                  <a:pt x="224028" y="208788"/>
                </a:lnTo>
                <a:lnTo>
                  <a:pt x="243598" y="252133"/>
                </a:lnTo>
                <a:lnTo>
                  <a:pt x="267639" y="290728"/>
                </a:lnTo>
                <a:lnTo>
                  <a:pt x="296227" y="324561"/>
                </a:lnTo>
                <a:lnTo>
                  <a:pt x="329412" y="353631"/>
                </a:lnTo>
                <a:lnTo>
                  <a:pt x="367284" y="377952"/>
                </a:lnTo>
                <a:lnTo>
                  <a:pt x="373037" y="368833"/>
                </a:lnTo>
                <a:lnTo>
                  <a:pt x="381381" y="362140"/>
                </a:lnTo>
                <a:lnTo>
                  <a:pt x="392569" y="358025"/>
                </a:lnTo>
                <a:lnTo>
                  <a:pt x="406908" y="356616"/>
                </a:lnTo>
                <a:lnTo>
                  <a:pt x="406908" y="350520"/>
                </a:lnTo>
                <a:close/>
              </a:path>
              <a:path w="1737360" h="413385">
                <a:moveTo>
                  <a:pt x="839711" y="71640"/>
                </a:moveTo>
                <a:lnTo>
                  <a:pt x="803135" y="35064"/>
                </a:lnTo>
                <a:lnTo>
                  <a:pt x="775703" y="60972"/>
                </a:lnTo>
                <a:lnTo>
                  <a:pt x="630923" y="60972"/>
                </a:lnTo>
                <a:lnTo>
                  <a:pt x="653580" y="26555"/>
                </a:lnTo>
                <a:lnTo>
                  <a:pt x="659879" y="22872"/>
                </a:lnTo>
                <a:lnTo>
                  <a:pt x="618731" y="1536"/>
                </a:lnTo>
                <a:lnTo>
                  <a:pt x="615873" y="15532"/>
                </a:lnTo>
                <a:lnTo>
                  <a:pt x="611873" y="30111"/>
                </a:lnTo>
                <a:lnTo>
                  <a:pt x="606729" y="45250"/>
                </a:lnTo>
                <a:lnTo>
                  <a:pt x="600443" y="60972"/>
                </a:lnTo>
                <a:lnTo>
                  <a:pt x="455663" y="60972"/>
                </a:lnTo>
                <a:lnTo>
                  <a:pt x="470903" y="74688"/>
                </a:lnTo>
                <a:lnTo>
                  <a:pt x="496811" y="71640"/>
                </a:lnTo>
                <a:lnTo>
                  <a:pt x="597395" y="71640"/>
                </a:lnTo>
                <a:lnTo>
                  <a:pt x="586854" y="94780"/>
                </a:lnTo>
                <a:lnTo>
                  <a:pt x="575868" y="116217"/>
                </a:lnTo>
                <a:lnTo>
                  <a:pt x="564616" y="135928"/>
                </a:lnTo>
                <a:lnTo>
                  <a:pt x="553199" y="153936"/>
                </a:lnTo>
                <a:lnTo>
                  <a:pt x="536435" y="144792"/>
                </a:lnTo>
                <a:lnTo>
                  <a:pt x="537324" y="151930"/>
                </a:lnTo>
                <a:lnTo>
                  <a:pt x="537768" y="159651"/>
                </a:lnTo>
                <a:lnTo>
                  <a:pt x="537870" y="164604"/>
                </a:lnTo>
                <a:lnTo>
                  <a:pt x="537959" y="176796"/>
                </a:lnTo>
                <a:lnTo>
                  <a:pt x="516293" y="205917"/>
                </a:lnTo>
                <a:lnTo>
                  <a:pt x="492620" y="233756"/>
                </a:lnTo>
                <a:lnTo>
                  <a:pt x="467245" y="260159"/>
                </a:lnTo>
                <a:lnTo>
                  <a:pt x="440423" y="285000"/>
                </a:lnTo>
                <a:lnTo>
                  <a:pt x="446519" y="291096"/>
                </a:lnTo>
                <a:lnTo>
                  <a:pt x="473887" y="270725"/>
                </a:lnTo>
                <a:lnTo>
                  <a:pt x="498525" y="250520"/>
                </a:lnTo>
                <a:lnTo>
                  <a:pt x="520039" y="230009"/>
                </a:lnTo>
                <a:lnTo>
                  <a:pt x="537959" y="208800"/>
                </a:lnTo>
                <a:lnTo>
                  <a:pt x="537908" y="291096"/>
                </a:lnTo>
                <a:lnTo>
                  <a:pt x="537768" y="338340"/>
                </a:lnTo>
                <a:lnTo>
                  <a:pt x="537387" y="376440"/>
                </a:lnTo>
                <a:lnTo>
                  <a:pt x="537286" y="383844"/>
                </a:lnTo>
                <a:lnTo>
                  <a:pt x="536435" y="413016"/>
                </a:lnTo>
                <a:lnTo>
                  <a:pt x="563867" y="394728"/>
                </a:lnTo>
                <a:lnTo>
                  <a:pt x="562533" y="318528"/>
                </a:lnTo>
                <a:lnTo>
                  <a:pt x="562356" y="208800"/>
                </a:lnTo>
                <a:lnTo>
                  <a:pt x="562343" y="178320"/>
                </a:lnTo>
                <a:lnTo>
                  <a:pt x="578764" y="153936"/>
                </a:lnTo>
                <a:lnTo>
                  <a:pt x="580059" y="152006"/>
                </a:lnTo>
                <a:lnTo>
                  <a:pt x="596633" y="125552"/>
                </a:lnTo>
                <a:lnTo>
                  <a:pt x="612063" y="98806"/>
                </a:lnTo>
                <a:lnTo>
                  <a:pt x="626351" y="71640"/>
                </a:lnTo>
                <a:lnTo>
                  <a:pt x="839711" y="71640"/>
                </a:lnTo>
                <a:close/>
              </a:path>
              <a:path w="1737360" h="413385">
                <a:moveTo>
                  <a:pt x="851903" y="265188"/>
                </a:moveTo>
                <a:lnTo>
                  <a:pt x="818375" y="231660"/>
                </a:lnTo>
                <a:lnTo>
                  <a:pt x="795515" y="254520"/>
                </a:lnTo>
                <a:lnTo>
                  <a:pt x="722363" y="254520"/>
                </a:lnTo>
                <a:lnTo>
                  <a:pt x="722363" y="216420"/>
                </a:lnTo>
                <a:lnTo>
                  <a:pt x="736079" y="205752"/>
                </a:lnTo>
                <a:lnTo>
                  <a:pt x="722363" y="196608"/>
                </a:lnTo>
                <a:lnTo>
                  <a:pt x="728891" y="192036"/>
                </a:lnTo>
                <a:lnTo>
                  <a:pt x="745032" y="180606"/>
                </a:lnTo>
                <a:lnTo>
                  <a:pt x="756018" y="172605"/>
                </a:lnTo>
                <a:lnTo>
                  <a:pt x="766559" y="164604"/>
                </a:lnTo>
                <a:lnTo>
                  <a:pt x="777989" y="158318"/>
                </a:lnTo>
                <a:lnTo>
                  <a:pt x="789419" y="153174"/>
                </a:lnTo>
                <a:lnTo>
                  <a:pt x="800849" y="149174"/>
                </a:lnTo>
                <a:lnTo>
                  <a:pt x="812279" y="146316"/>
                </a:lnTo>
                <a:lnTo>
                  <a:pt x="808151" y="141744"/>
                </a:lnTo>
                <a:lnTo>
                  <a:pt x="783323" y="114312"/>
                </a:lnTo>
                <a:lnTo>
                  <a:pt x="766559" y="131076"/>
                </a:lnTo>
                <a:lnTo>
                  <a:pt x="600443" y="131076"/>
                </a:lnTo>
                <a:lnTo>
                  <a:pt x="614159" y="144792"/>
                </a:lnTo>
                <a:lnTo>
                  <a:pt x="638543" y="141744"/>
                </a:lnTo>
                <a:lnTo>
                  <a:pt x="763511" y="141744"/>
                </a:lnTo>
                <a:lnTo>
                  <a:pt x="714743" y="192036"/>
                </a:lnTo>
                <a:lnTo>
                  <a:pt x="696455" y="181368"/>
                </a:lnTo>
                <a:lnTo>
                  <a:pt x="697344" y="196227"/>
                </a:lnTo>
                <a:lnTo>
                  <a:pt x="697788" y="213372"/>
                </a:lnTo>
                <a:lnTo>
                  <a:pt x="697941" y="230009"/>
                </a:lnTo>
                <a:lnTo>
                  <a:pt x="697979" y="254520"/>
                </a:lnTo>
                <a:lnTo>
                  <a:pt x="582155" y="254520"/>
                </a:lnTo>
                <a:lnTo>
                  <a:pt x="595871" y="268236"/>
                </a:lnTo>
                <a:lnTo>
                  <a:pt x="621779" y="265188"/>
                </a:lnTo>
                <a:lnTo>
                  <a:pt x="697979" y="265188"/>
                </a:lnTo>
                <a:lnTo>
                  <a:pt x="697979" y="364248"/>
                </a:lnTo>
                <a:lnTo>
                  <a:pt x="693420" y="370319"/>
                </a:lnTo>
                <a:lnTo>
                  <a:pt x="677532" y="370293"/>
                </a:lnTo>
                <a:lnTo>
                  <a:pt x="666546" y="369963"/>
                </a:lnTo>
                <a:lnTo>
                  <a:pt x="653008" y="369049"/>
                </a:lnTo>
                <a:lnTo>
                  <a:pt x="637019" y="367296"/>
                </a:lnTo>
                <a:lnTo>
                  <a:pt x="637019" y="376440"/>
                </a:lnTo>
                <a:lnTo>
                  <a:pt x="657936" y="383844"/>
                </a:lnTo>
                <a:lnTo>
                  <a:pt x="672833" y="392252"/>
                </a:lnTo>
                <a:lnTo>
                  <a:pt x="682028" y="401510"/>
                </a:lnTo>
                <a:lnTo>
                  <a:pt x="685787" y="411492"/>
                </a:lnTo>
                <a:lnTo>
                  <a:pt x="701789" y="402920"/>
                </a:lnTo>
                <a:lnTo>
                  <a:pt x="713219" y="393204"/>
                </a:lnTo>
                <a:lnTo>
                  <a:pt x="720077" y="382346"/>
                </a:lnTo>
                <a:lnTo>
                  <a:pt x="722363" y="370344"/>
                </a:lnTo>
                <a:lnTo>
                  <a:pt x="722363" y="265188"/>
                </a:lnTo>
                <a:lnTo>
                  <a:pt x="851903" y="265188"/>
                </a:lnTo>
                <a:close/>
              </a:path>
              <a:path w="1737360" h="413385">
                <a:moveTo>
                  <a:pt x="1280160" y="91440"/>
                </a:moveTo>
                <a:lnTo>
                  <a:pt x="1243584" y="54864"/>
                </a:lnTo>
                <a:lnTo>
                  <a:pt x="1217676" y="80772"/>
                </a:lnTo>
                <a:lnTo>
                  <a:pt x="1065276" y="80772"/>
                </a:lnTo>
                <a:lnTo>
                  <a:pt x="1072438" y="65900"/>
                </a:lnTo>
                <a:lnTo>
                  <a:pt x="1078039" y="53149"/>
                </a:lnTo>
                <a:lnTo>
                  <a:pt x="1082205" y="42418"/>
                </a:lnTo>
                <a:lnTo>
                  <a:pt x="1085088" y="33528"/>
                </a:lnTo>
                <a:lnTo>
                  <a:pt x="1103376" y="22860"/>
                </a:lnTo>
                <a:lnTo>
                  <a:pt x="1063752" y="1524"/>
                </a:lnTo>
                <a:lnTo>
                  <a:pt x="1059726" y="18415"/>
                </a:lnTo>
                <a:lnTo>
                  <a:pt x="1054417" y="37147"/>
                </a:lnTo>
                <a:lnTo>
                  <a:pt x="1047673" y="57899"/>
                </a:lnTo>
                <a:lnTo>
                  <a:pt x="1039368" y="80772"/>
                </a:lnTo>
                <a:lnTo>
                  <a:pt x="900684" y="80772"/>
                </a:lnTo>
                <a:lnTo>
                  <a:pt x="917448" y="96012"/>
                </a:lnTo>
                <a:lnTo>
                  <a:pt x="926871" y="94018"/>
                </a:lnTo>
                <a:lnTo>
                  <a:pt x="936879" y="92583"/>
                </a:lnTo>
                <a:lnTo>
                  <a:pt x="947445" y="91732"/>
                </a:lnTo>
                <a:lnTo>
                  <a:pt x="958596" y="91440"/>
                </a:lnTo>
                <a:lnTo>
                  <a:pt x="1034796" y="91440"/>
                </a:lnTo>
                <a:lnTo>
                  <a:pt x="1021054" y="116852"/>
                </a:lnTo>
                <a:lnTo>
                  <a:pt x="1007173" y="140398"/>
                </a:lnTo>
                <a:lnTo>
                  <a:pt x="993000" y="161950"/>
                </a:lnTo>
                <a:lnTo>
                  <a:pt x="978408" y="181356"/>
                </a:lnTo>
                <a:lnTo>
                  <a:pt x="960120" y="173736"/>
                </a:lnTo>
                <a:lnTo>
                  <a:pt x="960996" y="183819"/>
                </a:lnTo>
                <a:lnTo>
                  <a:pt x="961453" y="191452"/>
                </a:lnTo>
                <a:lnTo>
                  <a:pt x="961618" y="197104"/>
                </a:lnTo>
                <a:lnTo>
                  <a:pt x="961644" y="201168"/>
                </a:lnTo>
                <a:lnTo>
                  <a:pt x="948232" y="217157"/>
                </a:lnTo>
                <a:lnTo>
                  <a:pt x="930973" y="235267"/>
                </a:lnTo>
                <a:lnTo>
                  <a:pt x="909993" y="255397"/>
                </a:lnTo>
                <a:lnTo>
                  <a:pt x="885444" y="277368"/>
                </a:lnTo>
                <a:lnTo>
                  <a:pt x="888492" y="281940"/>
                </a:lnTo>
                <a:lnTo>
                  <a:pt x="906792" y="270776"/>
                </a:lnTo>
                <a:lnTo>
                  <a:pt x="925258" y="257746"/>
                </a:lnTo>
                <a:lnTo>
                  <a:pt x="943991" y="242722"/>
                </a:lnTo>
                <a:lnTo>
                  <a:pt x="963168" y="225552"/>
                </a:lnTo>
                <a:lnTo>
                  <a:pt x="963104" y="370332"/>
                </a:lnTo>
                <a:lnTo>
                  <a:pt x="962977" y="380619"/>
                </a:lnTo>
                <a:lnTo>
                  <a:pt x="962533" y="393192"/>
                </a:lnTo>
                <a:lnTo>
                  <a:pt x="961644" y="406908"/>
                </a:lnTo>
                <a:lnTo>
                  <a:pt x="987552" y="393192"/>
                </a:lnTo>
                <a:lnTo>
                  <a:pt x="987552" y="225552"/>
                </a:lnTo>
                <a:lnTo>
                  <a:pt x="987552" y="201168"/>
                </a:lnTo>
                <a:lnTo>
                  <a:pt x="1004455" y="181356"/>
                </a:lnTo>
                <a:lnTo>
                  <a:pt x="1005840" y="179743"/>
                </a:lnTo>
                <a:lnTo>
                  <a:pt x="1024128" y="154305"/>
                </a:lnTo>
                <a:lnTo>
                  <a:pt x="1042416" y="124879"/>
                </a:lnTo>
                <a:lnTo>
                  <a:pt x="1060704" y="91440"/>
                </a:lnTo>
                <a:lnTo>
                  <a:pt x="1280160" y="91440"/>
                </a:lnTo>
                <a:close/>
              </a:path>
              <a:path w="1737360" h="413385">
                <a:moveTo>
                  <a:pt x="1290828" y="365760"/>
                </a:moveTo>
                <a:lnTo>
                  <a:pt x="1255776" y="330708"/>
                </a:lnTo>
                <a:lnTo>
                  <a:pt x="1231392" y="355092"/>
                </a:lnTo>
                <a:lnTo>
                  <a:pt x="1144524" y="355092"/>
                </a:lnTo>
                <a:lnTo>
                  <a:pt x="1144524" y="216408"/>
                </a:lnTo>
                <a:lnTo>
                  <a:pt x="1266444" y="216408"/>
                </a:lnTo>
                <a:lnTo>
                  <a:pt x="1232916" y="182880"/>
                </a:lnTo>
                <a:lnTo>
                  <a:pt x="1211580" y="205740"/>
                </a:lnTo>
                <a:lnTo>
                  <a:pt x="1144524" y="205740"/>
                </a:lnTo>
                <a:lnTo>
                  <a:pt x="1144524" y="134112"/>
                </a:lnTo>
                <a:lnTo>
                  <a:pt x="1158240" y="121920"/>
                </a:lnTo>
                <a:lnTo>
                  <a:pt x="1118616" y="105156"/>
                </a:lnTo>
                <a:lnTo>
                  <a:pt x="1119492" y="119761"/>
                </a:lnTo>
                <a:lnTo>
                  <a:pt x="1119949" y="131635"/>
                </a:lnTo>
                <a:lnTo>
                  <a:pt x="1120114" y="140957"/>
                </a:lnTo>
                <a:lnTo>
                  <a:pt x="1120140" y="205740"/>
                </a:lnTo>
                <a:lnTo>
                  <a:pt x="1019556" y="205740"/>
                </a:lnTo>
                <a:lnTo>
                  <a:pt x="1034796" y="220980"/>
                </a:lnTo>
                <a:lnTo>
                  <a:pt x="1045095" y="218986"/>
                </a:lnTo>
                <a:lnTo>
                  <a:pt x="1055560" y="217551"/>
                </a:lnTo>
                <a:lnTo>
                  <a:pt x="1066292" y="216700"/>
                </a:lnTo>
                <a:lnTo>
                  <a:pt x="1077468" y="216408"/>
                </a:lnTo>
                <a:lnTo>
                  <a:pt x="1120140" y="216408"/>
                </a:lnTo>
                <a:lnTo>
                  <a:pt x="1120140" y="355092"/>
                </a:lnTo>
                <a:lnTo>
                  <a:pt x="996696" y="355092"/>
                </a:lnTo>
                <a:lnTo>
                  <a:pt x="1011936" y="370332"/>
                </a:lnTo>
                <a:lnTo>
                  <a:pt x="1022235" y="368338"/>
                </a:lnTo>
                <a:lnTo>
                  <a:pt x="1032700" y="366903"/>
                </a:lnTo>
                <a:lnTo>
                  <a:pt x="1043432" y="366052"/>
                </a:lnTo>
                <a:lnTo>
                  <a:pt x="1054608" y="365760"/>
                </a:lnTo>
                <a:lnTo>
                  <a:pt x="1290828" y="365760"/>
                </a:lnTo>
                <a:close/>
              </a:path>
              <a:path w="1737360" h="413385">
                <a:moveTo>
                  <a:pt x="1461516" y="28956"/>
                </a:moveTo>
                <a:lnTo>
                  <a:pt x="1426464" y="4572"/>
                </a:lnTo>
                <a:lnTo>
                  <a:pt x="1421904" y="19126"/>
                </a:lnTo>
                <a:lnTo>
                  <a:pt x="1415224" y="35242"/>
                </a:lnTo>
                <a:lnTo>
                  <a:pt x="1395984" y="71628"/>
                </a:lnTo>
                <a:lnTo>
                  <a:pt x="1371219" y="109347"/>
                </a:lnTo>
                <a:lnTo>
                  <a:pt x="1344168" y="140208"/>
                </a:lnTo>
                <a:lnTo>
                  <a:pt x="1347216" y="144780"/>
                </a:lnTo>
                <a:lnTo>
                  <a:pt x="1371231" y="124206"/>
                </a:lnTo>
                <a:lnTo>
                  <a:pt x="1395412" y="99060"/>
                </a:lnTo>
                <a:lnTo>
                  <a:pt x="1419860" y="69342"/>
                </a:lnTo>
                <a:lnTo>
                  <a:pt x="1444752" y="35052"/>
                </a:lnTo>
                <a:lnTo>
                  <a:pt x="1461516" y="28956"/>
                </a:lnTo>
                <a:close/>
              </a:path>
              <a:path w="1737360" h="413385">
                <a:moveTo>
                  <a:pt x="1478280" y="120396"/>
                </a:moveTo>
                <a:lnTo>
                  <a:pt x="1444752" y="97536"/>
                </a:lnTo>
                <a:lnTo>
                  <a:pt x="1439011" y="112382"/>
                </a:lnTo>
                <a:lnTo>
                  <a:pt x="1433131" y="127063"/>
                </a:lnTo>
                <a:lnTo>
                  <a:pt x="1413217" y="169164"/>
                </a:lnTo>
                <a:lnTo>
                  <a:pt x="1388364" y="210312"/>
                </a:lnTo>
                <a:lnTo>
                  <a:pt x="1351927" y="257898"/>
                </a:lnTo>
                <a:lnTo>
                  <a:pt x="1335024" y="277368"/>
                </a:lnTo>
                <a:lnTo>
                  <a:pt x="1339596" y="281940"/>
                </a:lnTo>
                <a:lnTo>
                  <a:pt x="1360170" y="263042"/>
                </a:lnTo>
                <a:lnTo>
                  <a:pt x="1378458" y="244983"/>
                </a:lnTo>
                <a:lnTo>
                  <a:pt x="1394460" y="227507"/>
                </a:lnTo>
                <a:lnTo>
                  <a:pt x="1408176" y="210312"/>
                </a:lnTo>
                <a:lnTo>
                  <a:pt x="1408150" y="347408"/>
                </a:lnTo>
                <a:lnTo>
                  <a:pt x="1407985" y="367855"/>
                </a:lnTo>
                <a:lnTo>
                  <a:pt x="1407528" y="389178"/>
                </a:lnTo>
                <a:lnTo>
                  <a:pt x="1406652" y="411480"/>
                </a:lnTo>
                <a:lnTo>
                  <a:pt x="1431036" y="399288"/>
                </a:lnTo>
                <a:lnTo>
                  <a:pt x="1431036" y="210312"/>
                </a:lnTo>
                <a:lnTo>
                  <a:pt x="1431036" y="181356"/>
                </a:lnTo>
                <a:lnTo>
                  <a:pt x="1437957" y="170268"/>
                </a:lnTo>
                <a:lnTo>
                  <a:pt x="1445323" y="157734"/>
                </a:lnTo>
                <a:lnTo>
                  <a:pt x="1453527" y="144068"/>
                </a:lnTo>
                <a:lnTo>
                  <a:pt x="1463040" y="129540"/>
                </a:lnTo>
                <a:lnTo>
                  <a:pt x="1478280" y="120396"/>
                </a:lnTo>
                <a:close/>
              </a:path>
              <a:path w="1737360" h="413385">
                <a:moveTo>
                  <a:pt x="1737360" y="368808"/>
                </a:moveTo>
                <a:lnTo>
                  <a:pt x="1699653" y="355142"/>
                </a:lnTo>
                <a:lnTo>
                  <a:pt x="1666684" y="337185"/>
                </a:lnTo>
                <a:lnTo>
                  <a:pt x="1638554" y="315239"/>
                </a:lnTo>
                <a:lnTo>
                  <a:pt x="1615440" y="289560"/>
                </a:lnTo>
                <a:lnTo>
                  <a:pt x="1629575" y="281940"/>
                </a:lnTo>
                <a:lnTo>
                  <a:pt x="1636598" y="278155"/>
                </a:lnTo>
                <a:lnTo>
                  <a:pt x="1694688" y="245364"/>
                </a:lnTo>
                <a:lnTo>
                  <a:pt x="1711452" y="243840"/>
                </a:lnTo>
                <a:lnTo>
                  <a:pt x="1685544" y="214884"/>
                </a:lnTo>
                <a:lnTo>
                  <a:pt x="1674964" y="227723"/>
                </a:lnTo>
                <a:lnTo>
                  <a:pt x="1659255" y="243268"/>
                </a:lnTo>
                <a:lnTo>
                  <a:pt x="1638388" y="261391"/>
                </a:lnTo>
                <a:lnTo>
                  <a:pt x="1612392" y="281940"/>
                </a:lnTo>
                <a:lnTo>
                  <a:pt x="1603527" y="265734"/>
                </a:lnTo>
                <a:lnTo>
                  <a:pt x="1595247" y="247078"/>
                </a:lnTo>
                <a:lnTo>
                  <a:pt x="1587525" y="226441"/>
                </a:lnTo>
                <a:lnTo>
                  <a:pt x="1580388" y="204216"/>
                </a:lnTo>
                <a:lnTo>
                  <a:pt x="1659636" y="204216"/>
                </a:lnTo>
                <a:lnTo>
                  <a:pt x="1659636" y="219456"/>
                </a:lnTo>
                <a:lnTo>
                  <a:pt x="1684020" y="205740"/>
                </a:lnTo>
                <a:lnTo>
                  <a:pt x="1682496" y="128016"/>
                </a:lnTo>
                <a:lnTo>
                  <a:pt x="1682496" y="117348"/>
                </a:lnTo>
                <a:lnTo>
                  <a:pt x="1682496" y="56388"/>
                </a:lnTo>
                <a:lnTo>
                  <a:pt x="1690331" y="50292"/>
                </a:lnTo>
                <a:lnTo>
                  <a:pt x="1696212" y="45720"/>
                </a:lnTo>
                <a:lnTo>
                  <a:pt x="1691030" y="41148"/>
                </a:lnTo>
                <a:lnTo>
                  <a:pt x="1670304" y="22860"/>
                </a:lnTo>
                <a:lnTo>
                  <a:pt x="1659636" y="35661"/>
                </a:lnTo>
                <a:lnTo>
                  <a:pt x="1659636" y="50292"/>
                </a:lnTo>
                <a:lnTo>
                  <a:pt x="1659636" y="117348"/>
                </a:lnTo>
                <a:lnTo>
                  <a:pt x="1659636" y="128016"/>
                </a:lnTo>
                <a:lnTo>
                  <a:pt x="1659636" y="193548"/>
                </a:lnTo>
                <a:lnTo>
                  <a:pt x="1534668" y="193548"/>
                </a:lnTo>
                <a:lnTo>
                  <a:pt x="1534668" y="128016"/>
                </a:lnTo>
                <a:lnTo>
                  <a:pt x="1659636" y="128016"/>
                </a:lnTo>
                <a:lnTo>
                  <a:pt x="1659636" y="117348"/>
                </a:lnTo>
                <a:lnTo>
                  <a:pt x="1534668" y="117348"/>
                </a:lnTo>
                <a:lnTo>
                  <a:pt x="1534668" y="50292"/>
                </a:lnTo>
                <a:lnTo>
                  <a:pt x="1659636" y="50292"/>
                </a:lnTo>
                <a:lnTo>
                  <a:pt x="1659636" y="35661"/>
                </a:lnTo>
                <a:lnTo>
                  <a:pt x="1655064" y="41148"/>
                </a:lnTo>
                <a:lnTo>
                  <a:pt x="1537716" y="41148"/>
                </a:lnTo>
                <a:lnTo>
                  <a:pt x="1510284" y="22860"/>
                </a:lnTo>
                <a:lnTo>
                  <a:pt x="1510512" y="38277"/>
                </a:lnTo>
                <a:lnTo>
                  <a:pt x="1511020" y="56388"/>
                </a:lnTo>
                <a:lnTo>
                  <a:pt x="1511566" y="78803"/>
                </a:lnTo>
                <a:lnTo>
                  <a:pt x="1511808" y="103632"/>
                </a:lnTo>
                <a:lnTo>
                  <a:pt x="1511808" y="362712"/>
                </a:lnTo>
                <a:lnTo>
                  <a:pt x="1508760" y="370332"/>
                </a:lnTo>
                <a:lnTo>
                  <a:pt x="1504188" y="374904"/>
                </a:lnTo>
                <a:lnTo>
                  <a:pt x="1522476" y="402336"/>
                </a:lnTo>
                <a:lnTo>
                  <a:pt x="1561338" y="369379"/>
                </a:lnTo>
                <a:lnTo>
                  <a:pt x="1609344" y="339852"/>
                </a:lnTo>
                <a:lnTo>
                  <a:pt x="1607820" y="332232"/>
                </a:lnTo>
                <a:lnTo>
                  <a:pt x="1534668" y="361188"/>
                </a:lnTo>
                <a:lnTo>
                  <a:pt x="1534668" y="204216"/>
                </a:lnTo>
                <a:lnTo>
                  <a:pt x="1571244" y="204216"/>
                </a:lnTo>
                <a:lnTo>
                  <a:pt x="1582216" y="253415"/>
                </a:lnTo>
                <a:lnTo>
                  <a:pt x="1600593" y="296760"/>
                </a:lnTo>
                <a:lnTo>
                  <a:pt x="1626425" y="334251"/>
                </a:lnTo>
                <a:lnTo>
                  <a:pt x="1659801" y="365887"/>
                </a:lnTo>
                <a:lnTo>
                  <a:pt x="1700784" y="391668"/>
                </a:lnTo>
                <a:lnTo>
                  <a:pt x="1707349" y="383692"/>
                </a:lnTo>
                <a:lnTo>
                  <a:pt x="1715643" y="378142"/>
                </a:lnTo>
                <a:lnTo>
                  <a:pt x="1725637" y="375170"/>
                </a:lnTo>
                <a:lnTo>
                  <a:pt x="1737360" y="374904"/>
                </a:lnTo>
                <a:lnTo>
                  <a:pt x="1737360" y="36880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" name="object 51"/>
          <p:cNvSpPr/>
          <p:nvPr/>
        </p:nvSpPr>
        <p:spPr>
          <a:xfrm>
            <a:off x="3909059" y="5253228"/>
            <a:ext cx="401320" cy="410209"/>
          </a:xfrm>
          <a:custGeom>
            <a:avLst/>
            <a:gdLst/>
            <a:ahLst/>
            <a:cxnLst/>
            <a:rect l="l" t="t" r="r" b="b"/>
            <a:pathLst>
              <a:path w="401320" h="410210">
                <a:moveTo>
                  <a:pt x="1523" y="409956"/>
                </a:moveTo>
                <a:lnTo>
                  <a:pt x="0" y="402336"/>
                </a:lnTo>
                <a:lnTo>
                  <a:pt x="28813" y="388667"/>
                </a:lnTo>
                <a:lnTo>
                  <a:pt x="55625" y="372999"/>
                </a:lnTo>
                <a:lnTo>
                  <a:pt x="102107" y="336804"/>
                </a:lnTo>
                <a:lnTo>
                  <a:pt x="137350" y="293179"/>
                </a:lnTo>
                <a:lnTo>
                  <a:pt x="160019" y="243840"/>
                </a:lnTo>
                <a:lnTo>
                  <a:pt x="173354" y="190119"/>
                </a:lnTo>
                <a:lnTo>
                  <a:pt x="179831" y="134112"/>
                </a:lnTo>
                <a:lnTo>
                  <a:pt x="42671" y="134112"/>
                </a:lnTo>
                <a:lnTo>
                  <a:pt x="18287" y="138684"/>
                </a:lnTo>
                <a:lnTo>
                  <a:pt x="4571" y="124968"/>
                </a:lnTo>
                <a:lnTo>
                  <a:pt x="179831" y="124968"/>
                </a:lnTo>
                <a:lnTo>
                  <a:pt x="179641" y="47053"/>
                </a:lnTo>
                <a:lnTo>
                  <a:pt x="179189" y="19740"/>
                </a:lnTo>
                <a:lnTo>
                  <a:pt x="178307" y="0"/>
                </a:lnTo>
                <a:lnTo>
                  <a:pt x="219455" y="19812"/>
                </a:lnTo>
                <a:lnTo>
                  <a:pt x="205739" y="33528"/>
                </a:lnTo>
                <a:lnTo>
                  <a:pt x="205739" y="124968"/>
                </a:lnTo>
                <a:lnTo>
                  <a:pt x="335279" y="124968"/>
                </a:lnTo>
                <a:lnTo>
                  <a:pt x="362712" y="96012"/>
                </a:lnTo>
                <a:lnTo>
                  <a:pt x="400812" y="134112"/>
                </a:lnTo>
                <a:lnTo>
                  <a:pt x="205739" y="134112"/>
                </a:lnTo>
                <a:lnTo>
                  <a:pt x="205739" y="147828"/>
                </a:lnTo>
                <a:lnTo>
                  <a:pt x="230885" y="213360"/>
                </a:lnTo>
                <a:lnTo>
                  <a:pt x="269747" y="278892"/>
                </a:lnTo>
                <a:lnTo>
                  <a:pt x="295132" y="308324"/>
                </a:lnTo>
                <a:lnTo>
                  <a:pt x="325373" y="332612"/>
                </a:lnTo>
                <a:lnTo>
                  <a:pt x="360187" y="351758"/>
                </a:lnTo>
                <a:lnTo>
                  <a:pt x="399288" y="365760"/>
                </a:lnTo>
                <a:lnTo>
                  <a:pt x="399288" y="373380"/>
                </a:lnTo>
                <a:lnTo>
                  <a:pt x="387334" y="374808"/>
                </a:lnTo>
                <a:lnTo>
                  <a:pt x="376808" y="379094"/>
                </a:lnTo>
                <a:lnTo>
                  <a:pt x="367998" y="386238"/>
                </a:lnTo>
                <a:lnTo>
                  <a:pt x="361188" y="396240"/>
                </a:lnTo>
                <a:lnTo>
                  <a:pt x="333494" y="376523"/>
                </a:lnTo>
                <a:lnTo>
                  <a:pt x="283821" y="328517"/>
                </a:lnTo>
                <a:lnTo>
                  <a:pt x="242982" y="269081"/>
                </a:lnTo>
                <a:lnTo>
                  <a:pt x="213264" y="205073"/>
                </a:lnTo>
                <a:lnTo>
                  <a:pt x="202691" y="172212"/>
                </a:lnTo>
                <a:lnTo>
                  <a:pt x="192666" y="222265"/>
                </a:lnTo>
                <a:lnTo>
                  <a:pt x="178498" y="265176"/>
                </a:lnTo>
                <a:lnTo>
                  <a:pt x="160043" y="301228"/>
                </a:lnTo>
                <a:lnTo>
                  <a:pt x="109751" y="354449"/>
                </a:lnTo>
                <a:lnTo>
                  <a:pt x="77914" y="375475"/>
                </a:lnTo>
                <a:lnTo>
                  <a:pt x="41790" y="393930"/>
                </a:lnTo>
                <a:lnTo>
                  <a:pt x="1523" y="40995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" name="object 52"/>
          <p:cNvSpPr/>
          <p:nvPr/>
        </p:nvSpPr>
        <p:spPr>
          <a:xfrm>
            <a:off x="4384547" y="5256276"/>
            <a:ext cx="356870" cy="401320"/>
          </a:xfrm>
          <a:custGeom>
            <a:avLst/>
            <a:gdLst/>
            <a:ahLst/>
            <a:cxnLst/>
            <a:rect l="l" t="t" r="r" b="b"/>
            <a:pathLst>
              <a:path w="356870" h="401320">
                <a:moveTo>
                  <a:pt x="53340" y="89916"/>
                </a:moveTo>
                <a:lnTo>
                  <a:pt x="44196" y="89916"/>
                </a:lnTo>
                <a:lnTo>
                  <a:pt x="51339" y="61936"/>
                </a:lnTo>
                <a:lnTo>
                  <a:pt x="56769" y="37528"/>
                </a:lnTo>
                <a:lnTo>
                  <a:pt x="60483" y="16835"/>
                </a:lnTo>
                <a:lnTo>
                  <a:pt x="62484" y="0"/>
                </a:lnTo>
                <a:lnTo>
                  <a:pt x="100584" y="19812"/>
                </a:lnTo>
                <a:lnTo>
                  <a:pt x="91487" y="27551"/>
                </a:lnTo>
                <a:lnTo>
                  <a:pt x="80391" y="41719"/>
                </a:lnTo>
                <a:lnTo>
                  <a:pt x="67579" y="62460"/>
                </a:lnTo>
                <a:lnTo>
                  <a:pt x="53340" y="89916"/>
                </a:lnTo>
                <a:close/>
              </a:path>
              <a:path w="356870" h="401320">
                <a:moveTo>
                  <a:pt x="147828" y="190500"/>
                </a:moveTo>
                <a:lnTo>
                  <a:pt x="143256" y="187452"/>
                </a:lnTo>
                <a:lnTo>
                  <a:pt x="160162" y="160615"/>
                </a:lnTo>
                <a:lnTo>
                  <a:pt x="174498" y="135064"/>
                </a:lnTo>
                <a:lnTo>
                  <a:pt x="196596" y="88392"/>
                </a:lnTo>
                <a:lnTo>
                  <a:pt x="211836" y="44958"/>
                </a:lnTo>
                <a:lnTo>
                  <a:pt x="222503" y="1524"/>
                </a:lnTo>
                <a:lnTo>
                  <a:pt x="260603" y="24384"/>
                </a:lnTo>
                <a:lnTo>
                  <a:pt x="252864" y="31480"/>
                </a:lnTo>
                <a:lnTo>
                  <a:pt x="243268" y="45720"/>
                </a:lnTo>
                <a:lnTo>
                  <a:pt x="231671" y="66817"/>
                </a:lnTo>
                <a:lnTo>
                  <a:pt x="217932" y="94488"/>
                </a:lnTo>
                <a:lnTo>
                  <a:pt x="348996" y="94488"/>
                </a:lnTo>
                <a:lnTo>
                  <a:pt x="356616" y="102108"/>
                </a:lnTo>
                <a:lnTo>
                  <a:pt x="352806" y="105156"/>
                </a:lnTo>
                <a:lnTo>
                  <a:pt x="213360" y="105156"/>
                </a:lnTo>
                <a:lnTo>
                  <a:pt x="197977" y="129420"/>
                </a:lnTo>
                <a:lnTo>
                  <a:pt x="181737" y="151828"/>
                </a:lnTo>
                <a:lnTo>
                  <a:pt x="164925" y="172235"/>
                </a:lnTo>
                <a:lnTo>
                  <a:pt x="147828" y="190500"/>
                </a:lnTo>
                <a:close/>
              </a:path>
              <a:path w="356870" h="401320">
                <a:moveTo>
                  <a:pt x="145766" y="89916"/>
                </a:moveTo>
                <a:lnTo>
                  <a:pt x="111252" y="89916"/>
                </a:lnTo>
                <a:lnTo>
                  <a:pt x="128016" y="73152"/>
                </a:lnTo>
                <a:lnTo>
                  <a:pt x="145766" y="89916"/>
                </a:lnTo>
                <a:close/>
              </a:path>
              <a:path w="356870" h="401320">
                <a:moveTo>
                  <a:pt x="0" y="397764"/>
                </a:moveTo>
                <a:lnTo>
                  <a:pt x="820" y="359664"/>
                </a:lnTo>
                <a:lnTo>
                  <a:pt x="917" y="353568"/>
                </a:lnTo>
                <a:lnTo>
                  <a:pt x="1333" y="316230"/>
                </a:lnTo>
                <a:lnTo>
                  <a:pt x="1425" y="176784"/>
                </a:lnTo>
                <a:lnTo>
                  <a:pt x="1301" y="151828"/>
                </a:lnTo>
                <a:lnTo>
                  <a:pt x="881" y="114681"/>
                </a:lnTo>
                <a:lnTo>
                  <a:pt x="0" y="74676"/>
                </a:lnTo>
                <a:lnTo>
                  <a:pt x="25908" y="89916"/>
                </a:lnTo>
                <a:lnTo>
                  <a:pt x="145766" y="89916"/>
                </a:lnTo>
                <a:lnTo>
                  <a:pt x="155448" y="99060"/>
                </a:lnTo>
                <a:lnTo>
                  <a:pt x="153162" y="100584"/>
                </a:lnTo>
                <a:lnTo>
                  <a:pt x="24384" y="100584"/>
                </a:lnTo>
                <a:lnTo>
                  <a:pt x="24384" y="211836"/>
                </a:lnTo>
                <a:lnTo>
                  <a:pt x="137464" y="211836"/>
                </a:lnTo>
                <a:lnTo>
                  <a:pt x="137527" y="222504"/>
                </a:lnTo>
                <a:lnTo>
                  <a:pt x="24384" y="222504"/>
                </a:lnTo>
                <a:lnTo>
                  <a:pt x="24384" y="344424"/>
                </a:lnTo>
                <a:lnTo>
                  <a:pt x="138510" y="344424"/>
                </a:lnTo>
                <a:lnTo>
                  <a:pt x="138564" y="353568"/>
                </a:lnTo>
                <a:lnTo>
                  <a:pt x="24384" y="353568"/>
                </a:lnTo>
                <a:lnTo>
                  <a:pt x="24384" y="384048"/>
                </a:lnTo>
                <a:lnTo>
                  <a:pt x="0" y="397764"/>
                </a:lnTo>
                <a:close/>
              </a:path>
              <a:path w="356870" h="401320">
                <a:moveTo>
                  <a:pt x="348996" y="94488"/>
                </a:moveTo>
                <a:lnTo>
                  <a:pt x="310896" y="94488"/>
                </a:lnTo>
                <a:lnTo>
                  <a:pt x="330708" y="76200"/>
                </a:lnTo>
                <a:lnTo>
                  <a:pt x="348996" y="94488"/>
                </a:lnTo>
                <a:close/>
              </a:path>
              <a:path w="356870" h="401320">
                <a:moveTo>
                  <a:pt x="137464" y="211836"/>
                </a:moveTo>
                <a:lnTo>
                  <a:pt x="114300" y="211836"/>
                </a:lnTo>
                <a:lnTo>
                  <a:pt x="114300" y="100584"/>
                </a:lnTo>
                <a:lnTo>
                  <a:pt x="153162" y="100584"/>
                </a:lnTo>
                <a:lnTo>
                  <a:pt x="137160" y="111252"/>
                </a:lnTo>
                <a:lnTo>
                  <a:pt x="137263" y="160615"/>
                </a:lnTo>
                <a:lnTo>
                  <a:pt x="137386" y="198501"/>
                </a:lnTo>
                <a:lnTo>
                  <a:pt x="137464" y="211836"/>
                </a:lnTo>
                <a:close/>
              </a:path>
              <a:path w="356870" h="401320">
                <a:moveTo>
                  <a:pt x="326904" y="359664"/>
                </a:moveTo>
                <a:lnTo>
                  <a:pt x="283464" y="359664"/>
                </a:lnTo>
                <a:lnTo>
                  <a:pt x="291965" y="357687"/>
                </a:lnTo>
                <a:lnTo>
                  <a:pt x="298894" y="351853"/>
                </a:lnTo>
                <a:lnTo>
                  <a:pt x="308610" y="304680"/>
                </a:lnTo>
                <a:lnTo>
                  <a:pt x="310896" y="258889"/>
                </a:lnTo>
                <a:lnTo>
                  <a:pt x="313131" y="193714"/>
                </a:lnTo>
                <a:lnTo>
                  <a:pt x="315467" y="105156"/>
                </a:lnTo>
                <a:lnTo>
                  <a:pt x="352806" y="105156"/>
                </a:lnTo>
                <a:lnTo>
                  <a:pt x="341376" y="114300"/>
                </a:lnTo>
                <a:lnTo>
                  <a:pt x="339593" y="186213"/>
                </a:lnTo>
                <a:lnTo>
                  <a:pt x="337620" y="248631"/>
                </a:lnTo>
                <a:lnTo>
                  <a:pt x="335560" y="294583"/>
                </a:lnTo>
                <a:lnTo>
                  <a:pt x="333280" y="326489"/>
                </a:lnTo>
                <a:lnTo>
                  <a:pt x="330708" y="344424"/>
                </a:lnTo>
                <a:lnTo>
                  <a:pt x="327874" y="357020"/>
                </a:lnTo>
                <a:lnTo>
                  <a:pt x="326904" y="359664"/>
                </a:lnTo>
                <a:close/>
              </a:path>
              <a:path w="356870" h="401320">
                <a:moveTo>
                  <a:pt x="231648" y="269748"/>
                </a:moveTo>
                <a:lnTo>
                  <a:pt x="230124" y="269748"/>
                </a:lnTo>
                <a:lnTo>
                  <a:pt x="226742" y="268081"/>
                </a:lnTo>
                <a:lnTo>
                  <a:pt x="223647" y="263271"/>
                </a:lnTo>
                <a:lnTo>
                  <a:pt x="221122" y="255603"/>
                </a:lnTo>
                <a:lnTo>
                  <a:pt x="219456" y="245364"/>
                </a:lnTo>
                <a:lnTo>
                  <a:pt x="214884" y="227576"/>
                </a:lnTo>
                <a:lnTo>
                  <a:pt x="208026" y="210502"/>
                </a:lnTo>
                <a:lnTo>
                  <a:pt x="198882" y="193714"/>
                </a:lnTo>
                <a:lnTo>
                  <a:pt x="187452" y="176784"/>
                </a:lnTo>
                <a:lnTo>
                  <a:pt x="192024" y="172212"/>
                </a:lnTo>
                <a:lnTo>
                  <a:pt x="224409" y="198501"/>
                </a:lnTo>
                <a:lnTo>
                  <a:pt x="246888" y="234696"/>
                </a:lnTo>
                <a:lnTo>
                  <a:pt x="246888" y="246888"/>
                </a:lnTo>
                <a:lnTo>
                  <a:pt x="245364" y="254508"/>
                </a:lnTo>
                <a:lnTo>
                  <a:pt x="236220" y="266700"/>
                </a:lnTo>
                <a:lnTo>
                  <a:pt x="231648" y="269748"/>
                </a:lnTo>
                <a:close/>
              </a:path>
              <a:path w="356870" h="401320">
                <a:moveTo>
                  <a:pt x="138510" y="344424"/>
                </a:moveTo>
                <a:lnTo>
                  <a:pt x="114300" y="344424"/>
                </a:lnTo>
                <a:lnTo>
                  <a:pt x="114300" y="222504"/>
                </a:lnTo>
                <a:lnTo>
                  <a:pt x="137527" y="222504"/>
                </a:lnTo>
                <a:lnTo>
                  <a:pt x="137723" y="254508"/>
                </a:lnTo>
                <a:lnTo>
                  <a:pt x="138510" y="344424"/>
                </a:lnTo>
                <a:close/>
              </a:path>
              <a:path w="356870" h="401320">
                <a:moveTo>
                  <a:pt x="278891" y="400812"/>
                </a:moveTo>
                <a:lnTo>
                  <a:pt x="271772" y="387953"/>
                </a:lnTo>
                <a:lnTo>
                  <a:pt x="259651" y="376809"/>
                </a:lnTo>
                <a:lnTo>
                  <a:pt x="242673" y="367379"/>
                </a:lnTo>
                <a:lnTo>
                  <a:pt x="220979" y="359664"/>
                </a:lnTo>
                <a:lnTo>
                  <a:pt x="220979" y="350520"/>
                </a:lnTo>
                <a:lnTo>
                  <a:pt x="241244" y="354520"/>
                </a:lnTo>
                <a:lnTo>
                  <a:pt x="258508" y="357378"/>
                </a:lnTo>
                <a:lnTo>
                  <a:pt x="272629" y="359092"/>
                </a:lnTo>
                <a:lnTo>
                  <a:pt x="283464" y="359664"/>
                </a:lnTo>
                <a:lnTo>
                  <a:pt x="326904" y="359664"/>
                </a:lnTo>
                <a:lnTo>
                  <a:pt x="324040" y="367474"/>
                </a:lnTo>
                <a:lnTo>
                  <a:pt x="289726" y="396240"/>
                </a:lnTo>
                <a:lnTo>
                  <a:pt x="278891" y="400812"/>
                </a:lnTo>
                <a:close/>
              </a:path>
              <a:path w="356870" h="401320">
                <a:moveTo>
                  <a:pt x="114300" y="390144"/>
                </a:moveTo>
                <a:lnTo>
                  <a:pt x="114300" y="353568"/>
                </a:lnTo>
                <a:lnTo>
                  <a:pt x="138564" y="353568"/>
                </a:lnTo>
                <a:lnTo>
                  <a:pt x="138684" y="376428"/>
                </a:lnTo>
                <a:lnTo>
                  <a:pt x="114300" y="39014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" name="object 53"/>
          <p:cNvSpPr/>
          <p:nvPr/>
        </p:nvSpPr>
        <p:spPr>
          <a:xfrm>
            <a:off x="4797552" y="5253228"/>
            <a:ext cx="399415" cy="393700"/>
          </a:xfrm>
          <a:custGeom>
            <a:avLst/>
            <a:gdLst/>
            <a:ahLst/>
            <a:cxnLst/>
            <a:rect l="l" t="t" r="r" b="b"/>
            <a:pathLst>
              <a:path w="399414" h="393700">
                <a:moveTo>
                  <a:pt x="249935" y="82296"/>
                </a:moveTo>
                <a:lnTo>
                  <a:pt x="239268" y="82296"/>
                </a:lnTo>
                <a:lnTo>
                  <a:pt x="252674" y="54864"/>
                </a:lnTo>
                <a:lnTo>
                  <a:pt x="263080" y="32004"/>
                </a:lnTo>
                <a:lnTo>
                  <a:pt x="270343" y="13716"/>
                </a:lnTo>
                <a:lnTo>
                  <a:pt x="274320" y="0"/>
                </a:lnTo>
                <a:lnTo>
                  <a:pt x="312420" y="22860"/>
                </a:lnTo>
                <a:lnTo>
                  <a:pt x="301585" y="27432"/>
                </a:lnTo>
                <a:lnTo>
                  <a:pt x="287464" y="38862"/>
                </a:lnTo>
                <a:lnTo>
                  <a:pt x="270200" y="57150"/>
                </a:lnTo>
                <a:lnTo>
                  <a:pt x="249935" y="82296"/>
                </a:lnTo>
                <a:close/>
              </a:path>
              <a:path w="399414" h="393700">
                <a:moveTo>
                  <a:pt x="141732" y="76200"/>
                </a:moveTo>
                <a:lnTo>
                  <a:pt x="135636" y="76200"/>
                </a:lnTo>
                <a:lnTo>
                  <a:pt x="132588" y="71628"/>
                </a:lnTo>
                <a:lnTo>
                  <a:pt x="129540" y="60960"/>
                </a:lnTo>
                <a:lnTo>
                  <a:pt x="122920" y="50101"/>
                </a:lnTo>
                <a:lnTo>
                  <a:pt x="114300" y="38100"/>
                </a:lnTo>
                <a:lnTo>
                  <a:pt x="103393" y="24955"/>
                </a:lnTo>
                <a:lnTo>
                  <a:pt x="89916" y="10668"/>
                </a:lnTo>
                <a:lnTo>
                  <a:pt x="92964" y="6096"/>
                </a:lnTo>
                <a:lnTo>
                  <a:pt x="128587" y="21526"/>
                </a:lnTo>
                <a:lnTo>
                  <a:pt x="149352" y="41148"/>
                </a:lnTo>
                <a:lnTo>
                  <a:pt x="152400" y="45720"/>
                </a:lnTo>
                <a:lnTo>
                  <a:pt x="152400" y="56388"/>
                </a:lnTo>
                <a:lnTo>
                  <a:pt x="150876" y="62484"/>
                </a:lnTo>
                <a:lnTo>
                  <a:pt x="147828" y="67056"/>
                </a:lnTo>
                <a:lnTo>
                  <a:pt x="144780" y="73152"/>
                </a:lnTo>
                <a:lnTo>
                  <a:pt x="141732" y="76200"/>
                </a:lnTo>
                <a:close/>
              </a:path>
              <a:path w="399414" h="393700">
                <a:moveTo>
                  <a:pt x="41148" y="96012"/>
                </a:moveTo>
                <a:lnTo>
                  <a:pt x="27432" y="82296"/>
                </a:lnTo>
                <a:lnTo>
                  <a:pt x="329184" y="82296"/>
                </a:lnTo>
                <a:lnTo>
                  <a:pt x="355092" y="56388"/>
                </a:lnTo>
                <a:lnTo>
                  <a:pt x="391668" y="92964"/>
                </a:lnTo>
                <a:lnTo>
                  <a:pt x="65532" y="92964"/>
                </a:lnTo>
                <a:lnTo>
                  <a:pt x="41148" y="96012"/>
                </a:lnTo>
                <a:close/>
              </a:path>
              <a:path w="399414" h="393700">
                <a:moveTo>
                  <a:pt x="188976" y="144780"/>
                </a:moveTo>
                <a:lnTo>
                  <a:pt x="164592" y="144780"/>
                </a:lnTo>
                <a:lnTo>
                  <a:pt x="167759" y="131325"/>
                </a:lnTo>
                <a:lnTo>
                  <a:pt x="170497" y="118300"/>
                </a:lnTo>
                <a:lnTo>
                  <a:pt x="172950" y="105560"/>
                </a:lnTo>
                <a:lnTo>
                  <a:pt x="175260" y="92964"/>
                </a:lnTo>
                <a:lnTo>
                  <a:pt x="201168" y="92964"/>
                </a:lnTo>
                <a:lnTo>
                  <a:pt x="197762" y="108346"/>
                </a:lnTo>
                <a:lnTo>
                  <a:pt x="194500" y="122301"/>
                </a:lnTo>
                <a:lnTo>
                  <a:pt x="191523" y="134540"/>
                </a:lnTo>
                <a:lnTo>
                  <a:pt x="188976" y="144780"/>
                </a:lnTo>
                <a:close/>
              </a:path>
              <a:path w="399414" h="393700">
                <a:moveTo>
                  <a:pt x="64008" y="158496"/>
                </a:moveTo>
                <a:lnTo>
                  <a:pt x="48768" y="144780"/>
                </a:lnTo>
                <a:lnTo>
                  <a:pt x="301752" y="144780"/>
                </a:lnTo>
                <a:lnTo>
                  <a:pt x="324612" y="121920"/>
                </a:lnTo>
                <a:lnTo>
                  <a:pt x="356616" y="155448"/>
                </a:lnTo>
                <a:lnTo>
                  <a:pt x="85344" y="155448"/>
                </a:lnTo>
                <a:lnTo>
                  <a:pt x="64008" y="158496"/>
                </a:lnTo>
                <a:close/>
              </a:path>
              <a:path w="399414" h="393700">
                <a:moveTo>
                  <a:pt x="167640" y="207263"/>
                </a:moveTo>
                <a:lnTo>
                  <a:pt x="143256" y="207263"/>
                </a:lnTo>
                <a:lnTo>
                  <a:pt x="148709" y="194452"/>
                </a:lnTo>
                <a:lnTo>
                  <a:pt x="153733" y="181355"/>
                </a:lnTo>
                <a:lnTo>
                  <a:pt x="158549" y="168044"/>
                </a:lnTo>
                <a:lnTo>
                  <a:pt x="163068" y="155448"/>
                </a:lnTo>
                <a:lnTo>
                  <a:pt x="187452" y="155448"/>
                </a:lnTo>
                <a:lnTo>
                  <a:pt x="183499" y="168044"/>
                </a:lnTo>
                <a:lnTo>
                  <a:pt x="178689" y="180784"/>
                </a:lnTo>
                <a:lnTo>
                  <a:pt x="173307" y="193809"/>
                </a:lnTo>
                <a:lnTo>
                  <a:pt x="167640" y="207263"/>
                </a:lnTo>
                <a:close/>
              </a:path>
              <a:path w="399414" h="393700">
                <a:moveTo>
                  <a:pt x="19812" y="220980"/>
                </a:moveTo>
                <a:lnTo>
                  <a:pt x="6096" y="207263"/>
                </a:lnTo>
                <a:lnTo>
                  <a:pt x="330708" y="207263"/>
                </a:lnTo>
                <a:lnTo>
                  <a:pt x="359664" y="179832"/>
                </a:lnTo>
                <a:lnTo>
                  <a:pt x="397764" y="217932"/>
                </a:lnTo>
                <a:lnTo>
                  <a:pt x="44196" y="217932"/>
                </a:lnTo>
                <a:lnTo>
                  <a:pt x="19812" y="220980"/>
                </a:lnTo>
                <a:close/>
              </a:path>
              <a:path w="399414" h="393700">
                <a:moveTo>
                  <a:pt x="3048" y="379476"/>
                </a:moveTo>
                <a:lnTo>
                  <a:pt x="0" y="373380"/>
                </a:lnTo>
                <a:lnTo>
                  <a:pt x="43767" y="339661"/>
                </a:lnTo>
                <a:lnTo>
                  <a:pt x="81534" y="302514"/>
                </a:lnTo>
                <a:lnTo>
                  <a:pt x="113585" y="261937"/>
                </a:lnTo>
                <a:lnTo>
                  <a:pt x="140208" y="217932"/>
                </a:lnTo>
                <a:lnTo>
                  <a:pt x="164592" y="217932"/>
                </a:lnTo>
                <a:lnTo>
                  <a:pt x="140622" y="256678"/>
                </a:lnTo>
                <a:lnTo>
                  <a:pt x="112556" y="292351"/>
                </a:lnTo>
                <a:lnTo>
                  <a:pt x="80320" y="324807"/>
                </a:lnTo>
                <a:lnTo>
                  <a:pt x="43842" y="353897"/>
                </a:lnTo>
                <a:lnTo>
                  <a:pt x="3048" y="379476"/>
                </a:lnTo>
                <a:close/>
              </a:path>
              <a:path w="399414" h="393700">
                <a:moveTo>
                  <a:pt x="141732" y="291084"/>
                </a:moveTo>
                <a:lnTo>
                  <a:pt x="128016" y="277368"/>
                </a:lnTo>
                <a:lnTo>
                  <a:pt x="301752" y="277368"/>
                </a:lnTo>
                <a:lnTo>
                  <a:pt x="323088" y="256032"/>
                </a:lnTo>
                <a:lnTo>
                  <a:pt x="353568" y="288036"/>
                </a:lnTo>
                <a:lnTo>
                  <a:pt x="160020" y="288036"/>
                </a:lnTo>
                <a:lnTo>
                  <a:pt x="141732" y="291084"/>
                </a:lnTo>
                <a:close/>
              </a:path>
              <a:path w="399414" h="393700">
                <a:moveTo>
                  <a:pt x="245364" y="377952"/>
                </a:moveTo>
                <a:lnTo>
                  <a:pt x="220980" y="377952"/>
                </a:lnTo>
                <a:lnTo>
                  <a:pt x="220980" y="288036"/>
                </a:lnTo>
                <a:lnTo>
                  <a:pt x="245364" y="288036"/>
                </a:lnTo>
                <a:lnTo>
                  <a:pt x="245364" y="377952"/>
                </a:lnTo>
                <a:close/>
              </a:path>
              <a:path w="399414" h="393700">
                <a:moveTo>
                  <a:pt x="79248" y="393192"/>
                </a:moveTo>
                <a:lnTo>
                  <a:pt x="64008" y="377952"/>
                </a:lnTo>
                <a:lnTo>
                  <a:pt x="339852" y="377952"/>
                </a:lnTo>
                <a:lnTo>
                  <a:pt x="364236" y="353568"/>
                </a:lnTo>
                <a:lnTo>
                  <a:pt x="399288" y="388620"/>
                </a:lnTo>
                <a:lnTo>
                  <a:pt x="120396" y="388620"/>
                </a:lnTo>
                <a:lnTo>
                  <a:pt x="109251" y="388905"/>
                </a:lnTo>
                <a:lnTo>
                  <a:pt x="98679" y="389763"/>
                </a:lnTo>
                <a:lnTo>
                  <a:pt x="88677" y="391191"/>
                </a:lnTo>
                <a:lnTo>
                  <a:pt x="79248" y="39319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" name="object 54"/>
          <p:cNvSpPr/>
          <p:nvPr/>
        </p:nvSpPr>
        <p:spPr>
          <a:xfrm>
            <a:off x="5242560" y="5260847"/>
            <a:ext cx="387350" cy="402590"/>
          </a:xfrm>
          <a:custGeom>
            <a:avLst/>
            <a:gdLst/>
            <a:ahLst/>
            <a:cxnLst/>
            <a:rect l="l" t="t" r="r" b="b"/>
            <a:pathLst>
              <a:path w="387350" h="402589">
                <a:moveTo>
                  <a:pt x="212140" y="25908"/>
                </a:moveTo>
                <a:lnTo>
                  <a:pt x="178308" y="25908"/>
                </a:lnTo>
                <a:lnTo>
                  <a:pt x="192024" y="9144"/>
                </a:lnTo>
                <a:lnTo>
                  <a:pt x="212140" y="25908"/>
                </a:lnTo>
                <a:close/>
              </a:path>
              <a:path w="387350" h="402589">
                <a:moveTo>
                  <a:pt x="47244" y="158496"/>
                </a:moveTo>
                <a:lnTo>
                  <a:pt x="48125" y="140231"/>
                </a:lnTo>
                <a:lnTo>
                  <a:pt x="48577" y="122110"/>
                </a:lnTo>
                <a:lnTo>
                  <a:pt x="48652" y="114133"/>
                </a:lnTo>
                <a:lnTo>
                  <a:pt x="48744" y="68556"/>
                </a:lnTo>
                <a:lnTo>
                  <a:pt x="48577" y="50101"/>
                </a:lnTo>
                <a:lnTo>
                  <a:pt x="48125" y="31361"/>
                </a:lnTo>
                <a:lnTo>
                  <a:pt x="47244" y="12192"/>
                </a:lnTo>
                <a:lnTo>
                  <a:pt x="77724" y="25908"/>
                </a:lnTo>
                <a:lnTo>
                  <a:pt x="212140" y="25908"/>
                </a:lnTo>
                <a:lnTo>
                  <a:pt x="219456" y="32004"/>
                </a:lnTo>
                <a:lnTo>
                  <a:pt x="213741" y="36576"/>
                </a:lnTo>
                <a:lnTo>
                  <a:pt x="73152" y="36576"/>
                </a:lnTo>
                <a:lnTo>
                  <a:pt x="73152" y="121920"/>
                </a:lnTo>
                <a:lnTo>
                  <a:pt x="204357" y="121920"/>
                </a:lnTo>
                <a:lnTo>
                  <a:pt x="204406" y="125158"/>
                </a:lnTo>
                <a:lnTo>
                  <a:pt x="204737" y="132588"/>
                </a:lnTo>
                <a:lnTo>
                  <a:pt x="73152" y="132588"/>
                </a:lnTo>
                <a:lnTo>
                  <a:pt x="73152" y="149352"/>
                </a:lnTo>
                <a:lnTo>
                  <a:pt x="47244" y="158496"/>
                </a:lnTo>
                <a:close/>
              </a:path>
              <a:path w="387350" h="402589">
                <a:moveTo>
                  <a:pt x="204357" y="121920"/>
                </a:moveTo>
                <a:lnTo>
                  <a:pt x="181356" y="121920"/>
                </a:lnTo>
                <a:lnTo>
                  <a:pt x="181356" y="36576"/>
                </a:lnTo>
                <a:lnTo>
                  <a:pt x="213741" y="36576"/>
                </a:lnTo>
                <a:lnTo>
                  <a:pt x="204216" y="44196"/>
                </a:lnTo>
                <a:lnTo>
                  <a:pt x="204239" y="114133"/>
                </a:lnTo>
                <a:lnTo>
                  <a:pt x="204357" y="121920"/>
                </a:lnTo>
                <a:close/>
              </a:path>
              <a:path w="387350" h="402589">
                <a:moveTo>
                  <a:pt x="181356" y="152400"/>
                </a:moveTo>
                <a:lnTo>
                  <a:pt x="181356" y="132588"/>
                </a:lnTo>
                <a:lnTo>
                  <a:pt x="204737" y="132588"/>
                </a:lnTo>
                <a:lnTo>
                  <a:pt x="204858" y="135326"/>
                </a:lnTo>
                <a:lnTo>
                  <a:pt x="205740" y="144780"/>
                </a:lnTo>
                <a:lnTo>
                  <a:pt x="181356" y="152400"/>
                </a:lnTo>
                <a:close/>
              </a:path>
              <a:path w="387350" h="402589">
                <a:moveTo>
                  <a:pt x="126492" y="213359"/>
                </a:moveTo>
                <a:lnTo>
                  <a:pt x="102108" y="213359"/>
                </a:lnTo>
                <a:lnTo>
                  <a:pt x="102108" y="138684"/>
                </a:lnTo>
                <a:lnTo>
                  <a:pt x="141732" y="156972"/>
                </a:lnTo>
                <a:lnTo>
                  <a:pt x="129540" y="167640"/>
                </a:lnTo>
                <a:lnTo>
                  <a:pt x="128420" y="178427"/>
                </a:lnTo>
                <a:lnTo>
                  <a:pt x="127444" y="189928"/>
                </a:lnTo>
                <a:lnTo>
                  <a:pt x="126753" y="201715"/>
                </a:lnTo>
                <a:lnTo>
                  <a:pt x="126492" y="213359"/>
                </a:lnTo>
                <a:close/>
              </a:path>
              <a:path w="387350" h="402589">
                <a:moveTo>
                  <a:pt x="21336" y="228600"/>
                </a:moveTo>
                <a:lnTo>
                  <a:pt x="7620" y="213359"/>
                </a:lnTo>
                <a:lnTo>
                  <a:pt x="195072" y="213359"/>
                </a:lnTo>
                <a:lnTo>
                  <a:pt x="210312" y="196595"/>
                </a:lnTo>
                <a:lnTo>
                  <a:pt x="237744" y="219456"/>
                </a:lnTo>
                <a:lnTo>
                  <a:pt x="231457" y="224028"/>
                </a:lnTo>
                <a:lnTo>
                  <a:pt x="41148" y="224028"/>
                </a:lnTo>
                <a:lnTo>
                  <a:pt x="21336" y="228600"/>
                </a:lnTo>
                <a:close/>
              </a:path>
              <a:path w="387350" h="402589">
                <a:moveTo>
                  <a:pt x="4572" y="396239"/>
                </a:moveTo>
                <a:lnTo>
                  <a:pt x="0" y="391668"/>
                </a:lnTo>
                <a:lnTo>
                  <a:pt x="23431" y="373975"/>
                </a:lnTo>
                <a:lnTo>
                  <a:pt x="43434" y="355282"/>
                </a:lnTo>
                <a:lnTo>
                  <a:pt x="73152" y="315468"/>
                </a:lnTo>
                <a:lnTo>
                  <a:pt x="91630" y="271462"/>
                </a:lnTo>
                <a:lnTo>
                  <a:pt x="102108" y="224028"/>
                </a:lnTo>
                <a:lnTo>
                  <a:pt x="126492" y="224028"/>
                </a:lnTo>
                <a:lnTo>
                  <a:pt x="114109" y="278892"/>
                </a:lnTo>
                <a:lnTo>
                  <a:pt x="91440" y="324612"/>
                </a:lnTo>
                <a:lnTo>
                  <a:pt x="56007" y="363283"/>
                </a:lnTo>
                <a:lnTo>
                  <a:pt x="32289" y="380547"/>
                </a:lnTo>
                <a:lnTo>
                  <a:pt x="4572" y="396239"/>
                </a:lnTo>
                <a:close/>
              </a:path>
              <a:path w="387350" h="402589">
                <a:moveTo>
                  <a:pt x="203971" y="359663"/>
                </a:moveTo>
                <a:lnTo>
                  <a:pt x="169164" y="359663"/>
                </a:lnTo>
                <a:lnTo>
                  <a:pt x="175260" y="356615"/>
                </a:lnTo>
                <a:lnTo>
                  <a:pt x="179832" y="352044"/>
                </a:lnTo>
                <a:lnTo>
                  <a:pt x="183522" y="340614"/>
                </a:lnTo>
                <a:lnTo>
                  <a:pt x="187642" y="315468"/>
                </a:lnTo>
                <a:lnTo>
                  <a:pt x="192047" y="276606"/>
                </a:lnTo>
                <a:lnTo>
                  <a:pt x="196596" y="224028"/>
                </a:lnTo>
                <a:lnTo>
                  <a:pt x="231457" y="224028"/>
                </a:lnTo>
                <a:lnTo>
                  <a:pt x="220980" y="231648"/>
                </a:lnTo>
                <a:lnTo>
                  <a:pt x="217027" y="283916"/>
                </a:lnTo>
                <a:lnTo>
                  <a:pt x="212217" y="324040"/>
                </a:lnTo>
                <a:lnTo>
                  <a:pt x="206835" y="351877"/>
                </a:lnTo>
                <a:lnTo>
                  <a:pt x="203971" y="359663"/>
                </a:lnTo>
                <a:close/>
              </a:path>
              <a:path w="387350" h="402589">
                <a:moveTo>
                  <a:pt x="164592" y="396239"/>
                </a:moveTo>
                <a:lnTo>
                  <a:pt x="159400" y="385381"/>
                </a:lnTo>
                <a:lnTo>
                  <a:pt x="150495" y="375666"/>
                </a:lnTo>
                <a:lnTo>
                  <a:pt x="137588" y="367093"/>
                </a:lnTo>
                <a:lnTo>
                  <a:pt x="120396" y="359663"/>
                </a:lnTo>
                <a:lnTo>
                  <a:pt x="121920" y="353568"/>
                </a:lnTo>
                <a:lnTo>
                  <a:pt x="137374" y="356449"/>
                </a:lnTo>
                <a:lnTo>
                  <a:pt x="149542" y="358330"/>
                </a:lnTo>
                <a:lnTo>
                  <a:pt x="158567" y="359354"/>
                </a:lnTo>
                <a:lnTo>
                  <a:pt x="164592" y="359663"/>
                </a:lnTo>
                <a:lnTo>
                  <a:pt x="203971" y="359663"/>
                </a:lnTo>
                <a:lnTo>
                  <a:pt x="201168" y="367284"/>
                </a:lnTo>
                <a:lnTo>
                  <a:pt x="194595" y="376737"/>
                </a:lnTo>
                <a:lnTo>
                  <a:pt x="186309" y="384619"/>
                </a:lnTo>
                <a:lnTo>
                  <a:pt x="176307" y="391072"/>
                </a:lnTo>
                <a:lnTo>
                  <a:pt x="164592" y="396239"/>
                </a:lnTo>
                <a:close/>
              </a:path>
              <a:path w="387350" h="402589">
                <a:moveTo>
                  <a:pt x="372307" y="359663"/>
                </a:moveTo>
                <a:lnTo>
                  <a:pt x="342900" y="359663"/>
                </a:lnTo>
                <a:lnTo>
                  <a:pt x="347472" y="355092"/>
                </a:lnTo>
                <a:lnTo>
                  <a:pt x="348996" y="352044"/>
                </a:lnTo>
                <a:lnTo>
                  <a:pt x="348996" y="53340"/>
                </a:lnTo>
                <a:lnTo>
                  <a:pt x="348734" y="43934"/>
                </a:lnTo>
                <a:lnTo>
                  <a:pt x="348043" y="31813"/>
                </a:lnTo>
                <a:lnTo>
                  <a:pt x="345948" y="0"/>
                </a:lnTo>
                <a:lnTo>
                  <a:pt x="387096" y="16764"/>
                </a:lnTo>
                <a:lnTo>
                  <a:pt x="373380" y="32004"/>
                </a:lnTo>
                <a:lnTo>
                  <a:pt x="373380" y="345948"/>
                </a:lnTo>
                <a:lnTo>
                  <a:pt x="372307" y="359663"/>
                </a:lnTo>
                <a:close/>
              </a:path>
              <a:path w="387350" h="402589">
                <a:moveTo>
                  <a:pt x="259080" y="307848"/>
                </a:moveTo>
                <a:lnTo>
                  <a:pt x="260199" y="276701"/>
                </a:lnTo>
                <a:lnTo>
                  <a:pt x="261175" y="244983"/>
                </a:lnTo>
                <a:lnTo>
                  <a:pt x="261866" y="212693"/>
                </a:lnTo>
                <a:lnTo>
                  <a:pt x="262128" y="179832"/>
                </a:lnTo>
                <a:lnTo>
                  <a:pt x="261866" y="147804"/>
                </a:lnTo>
                <a:lnTo>
                  <a:pt x="261175" y="117919"/>
                </a:lnTo>
                <a:lnTo>
                  <a:pt x="260199" y="90035"/>
                </a:lnTo>
                <a:lnTo>
                  <a:pt x="259080" y="64008"/>
                </a:lnTo>
                <a:lnTo>
                  <a:pt x="298704" y="82296"/>
                </a:lnTo>
                <a:lnTo>
                  <a:pt x="286512" y="94488"/>
                </a:lnTo>
                <a:lnTo>
                  <a:pt x="286535" y="253174"/>
                </a:lnTo>
                <a:lnTo>
                  <a:pt x="286702" y="265176"/>
                </a:lnTo>
                <a:lnTo>
                  <a:pt x="287154" y="278320"/>
                </a:lnTo>
                <a:lnTo>
                  <a:pt x="288035" y="292607"/>
                </a:lnTo>
                <a:lnTo>
                  <a:pt x="259080" y="307848"/>
                </a:lnTo>
                <a:close/>
              </a:path>
              <a:path w="387350" h="402589">
                <a:moveTo>
                  <a:pt x="333756" y="402336"/>
                </a:moveTo>
                <a:lnTo>
                  <a:pt x="325159" y="389524"/>
                </a:lnTo>
                <a:lnTo>
                  <a:pt x="312991" y="378714"/>
                </a:lnTo>
                <a:lnTo>
                  <a:pt x="297108" y="370189"/>
                </a:lnTo>
                <a:lnTo>
                  <a:pt x="277368" y="364236"/>
                </a:lnTo>
                <a:lnTo>
                  <a:pt x="277368" y="355092"/>
                </a:lnTo>
                <a:lnTo>
                  <a:pt x="294513" y="357092"/>
                </a:lnTo>
                <a:lnTo>
                  <a:pt x="309372" y="358520"/>
                </a:lnTo>
                <a:lnTo>
                  <a:pt x="321945" y="359378"/>
                </a:lnTo>
                <a:lnTo>
                  <a:pt x="332232" y="359663"/>
                </a:lnTo>
                <a:lnTo>
                  <a:pt x="372307" y="359663"/>
                </a:lnTo>
                <a:lnTo>
                  <a:pt x="371903" y="364831"/>
                </a:lnTo>
                <a:lnTo>
                  <a:pt x="364998" y="380428"/>
                </a:lnTo>
                <a:lnTo>
                  <a:pt x="352377" y="392882"/>
                </a:lnTo>
                <a:lnTo>
                  <a:pt x="333756" y="40233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pic>
        <p:nvPicPr>
          <p:cNvPr id="55" name="object 55"/>
          <p:cNvPicPr/>
          <p:nvPr/>
        </p:nvPicPr>
        <p:blipFill>
          <a:blip r:embed="rId8" cstate="print"/>
          <a:stretch>
            <a:fillRect/>
          </a:stretch>
        </p:blipFill>
        <p:spPr>
          <a:xfrm>
            <a:off x="5727191" y="5526024"/>
            <a:ext cx="96012" cy="94488"/>
          </a:xfrm>
          <a:prstGeom prst="rect">
            <a:avLst/>
          </a:prstGeom>
        </p:spPr>
      </p:pic>
    </p:spTree>
  </p:cSld>
  <p:clrMapOvr>
    <a:masterClrMapping/>
  </p:clrMapOvr>
</p:sld>
</file>

<file path=ppt/slides/slide6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object 2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9560111" y="7229856"/>
            <a:ext cx="198060" cy="146304"/>
          </a:xfrm>
          <a:prstGeom prst="rect">
            <a:avLst/>
          </a:prstGeom>
        </p:spPr>
      </p:pic>
      <p:sp>
        <p:nvSpPr>
          <p:cNvPr id="3" name="object 3"/>
          <p:cNvSpPr/>
          <p:nvPr/>
        </p:nvSpPr>
        <p:spPr>
          <a:xfrm>
            <a:off x="1760219" y="1328927"/>
            <a:ext cx="218440" cy="447040"/>
          </a:xfrm>
          <a:custGeom>
            <a:avLst/>
            <a:gdLst/>
            <a:ahLst/>
            <a:cxnLst/>
            <a:rect l="l" t="t" r="r" b="b"/>
            <a:pathLst>
              <a:path w="218439" h="447039">
                <a:moveTo>
                  <a:pt x="217931" y="446532"/>
                </a:moveTo>
                <a:lnTo>
                  <a:pt x="0" y="446532"/>
                </a:lnTo>
                <a:lnTo>
                  <a:pt x="0" y="400812"/>
                </a:lnTo>
                <a:lnTo>
                  <a:pt x="80771" y="400812"/>
                </a:lnTo>
                <a:lnTo>
                  <a:pt x="80771" y="102108"/>
                </a:lnTo>
                <a:lnTo>
                  <a:pt x="0" y="102108"/>
                </a:lnTo>
                <a:lnTo>
                  <a:pt x="0" y="62484"/>
                </a:lnTo>
                <a:lnTo>
                  <a:pt x="21407" y="61626"/>
                </a:lnTo>
                <a:lnTo>
                  <a:pt x="39814" y="59055"/>
                </a:lnTo>
                <a:lnTo>
                  <a:pt x="77081" y="41362"/>
                </a:lnTo>
                <a:lnTo>
                  <a:pt x="91439" y="0"/>
                </a:lnTo>
                <a:lnTo>
                  <a:pt x="138683" y="0"/>
                </a:lnTo>
                <a:lnTo>
                  <a:pt x="138683" y="400812"/>
                </a:lnTo>
                <a:lnTo>
                  <a:pt x="217931" y="400812"/>
                </a:lnTo>
                <a:lnTo>
                  <a:pt x="217931" y="446532"/>
                </a:lnTo>
                <a:close/>
              </a:path>
            </a:pathLst>
          </a:custGeom>
          <a:solidFill>
            <a:srgbClr val="3333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" name="object 4"/>
          <p:cNvSpPr/>
          <p:nvPr/>
        </p:nvSpPr>
        <p:spPr>
          <a:xfrm>
            <a:off x="2084832" y="1690116"/>
            <a:ext cx="71755" cy="85725"/>
          </a:xfrm>
          <a:custGeom>
            <a:avLst/>
            <a:gdLst/>
            <a:ahLst/>
            <a:cxnLst/>
            <a:rect l="l" t="t" r="r" b="b"/>
            <a:pathLst>
              <a:path w="71755" h="85725">
                <a:moveTo>
                  <a:pt x="71627" y="85343"/>
                </a:moveTo>
                <a:lnTo>
                  <a:pt x="0" y="85343"/>
                </a:lnTo>
                <a:lnTo>
                  <a:pt x="0" y="0"/>
                </a:lnTo>
                <a:lnTo>
                  <a:pt x="71627" y="0"/>
                </a:lnTo>
                <a:lnTo>
                  <a:pt x="71627" y="85343"/>
                </a:lnTo>
                <a:close/>
              </a:path>
            </a:pathLst>
          </a:custGeom>
          <a:solidFill>
            <a:srgbClr val="3333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" name="object 5"/>
          <p:cNvSpPr/>
          <p:nvPr/>
        </p:nvSpPr>
        <p:spPr>
          <a:xfrm>
            <a:off x="2244852" y="1321307"/>
            <a:ext cx="276225" cy="454659"/>
          </a:xfrm>
          <a:custGeom>
            <a:avLst/>
            <a:gdLst/>
            <a:ahLst/>
            <a:cxnLst/>
            <a:rect l="l" t="t" r="r" b="b"/>
            <a:pathLst>
              <a:path w="276225" h="454660">
                <a:moveTo>
                  <a:pt x="275843" y="454151"/>
                </a:moveTo>
                <a:lnTo>
                  <a:pt x="0" y="454151"/>
                </a:lnTo>
                <a:lnTo>
                  <a:pt x="0" y="391667"/>
                </a:lnTo>
                <a:lnTo>
                  <a:pt x="29336" y="364426"/>
                </a:lnTo>
                <a:lnTo>
                  <a:pt x="43291" y="351162"/>
                </a:lnTo>
                <a:lnTo>
                  <a:pt x="56387" y="338327"/>
                </a:lnTo>
                <a:lnTo>
                  <a:pt x="69842" y="325493"/>
                </a:lnTo>
                <a:lnTo>
                  <a:pt x="82867" y="312229"/>
                </a:lnTo>
                <a:lnTo>
                  <a:pt x="131349" y="258079"/>
                </a:lnTo>
                <a:lnTo>
                  <a:pt x="165639" y="213407"/>
                </a:lnTo>
                <a:lnTo>
                  <a:pt x="185666" y="177903"/>
                </a:lnTo>
                <a:lnTo>
                  <a:pt x="196595" y="124967"/>
                </a:lnTo>
                <a:lnTo>
                  <a:pt x="196072" y="116109"/>
                </a:lnTo>
                <a:lnTo>
                  <a:pt x="178927" y="74961"/>
                </a:lnTo>
                <a:lnTo>
                  <a:pt x="142470" y="54387"/>
                </a:lnTo>
                <a:lnTo>
                  <a:pt x="120395" y="51815"/>
                </a:lnTo>
                <a:lnTo>
                  <a:pt x="112371" y="52077"/>
                </a:lnTo>
                <a:lnTo>
                  <a:pt x="71627" y="59626"/>
                </a:lnTo>
                <a:lnTo>
                  <a:pt x="24383" y="82295"/>
                </a:lnTo>
                <a:lnTo>
                  <a:pt x="18287" y="86867"/>
                </a:lnTo>
                <a:lnTo>
                  <a:pt x="13715" y="89915"/>
                </a:lnTo>
                <a:lnTo>
                  <a:pt x="10667" y="89915"/>
                </a:lnTo>
                <a:lnTo>
                  <a:pt x="10667" y="25908"/>
                </a:lnTo>
                <a:lnTo>
                  <a:pt x="60960" y="9143"/>
                </a:lnTo>
                <a:lnTo>
                  <a:pt x="109823" y="571"/>
                </a:lnTo>
                <a:lnTo>
                  <a:pt x="124967" y="0"/>
                </a:lnTo>
                <a:lnTo>
                  <a:pt x="154138" y="2024"/>
                </a:lnTo>
                <a:lnTo>
                  <a:pt x="202763" y="18645"/>
                </a:lnTo>
                <a:lnTo>
                  <a:pt x="237624" y="51196"/>
                </a:lnTo>
                <a:lnTo>
                  <a:pt x="255293" y="95678"/>
                </a:lnTo>
                <a:lnTo>
                  <a:pt x="257555" y="121919"/>
                </a:lnTo>
                <a:lnTo>
                  <a:pt x="257032" y="135112"/>
                </a:lnTo>
                <a:lnTo>
                  <a:pt x="247769" y="181832"/>
                </a:lnTo>
                <a:lnTo>
                  <a:pt x="228695" y="221218"/>
                </a:lnTo>
                <a:lnTo>
                  <a:pt x="191071" y="268986"/>
                </a:lnTo>
                <a:lnTo>
                  <a:pt x="159472" y="303156"/>
                </a:lnTo>
                <a:lnTo>
                  <a:pt x="128087" y="334541"/>
                </a:lnTo>
                <a:lnTo>
                  <a:pt x="111251" y="350519"/>
                </a:lnTo>
                <a:lnTo>
                  <a:pt x="94964" y="366569"/>
                </a:lnTo>
                <a:lnTo>
                  <a:pt x="67532" y="392953"/>
                </a:lnTo>
                <a:lnTo>
                  <a:pt x="56387" y="403859"/>
                </a:lnTo>
                <a:lnTo>
                  <a:pt x="275843" y="403859"/>
                </a:lnTo>
                <a:lnTo>
                  <a:pt x="275843" y="454151"/>
                </a:lnTo>
                <a:close/>
              </a:path>
            </a:pathLst>
          </a:custGeom>
          <a:solidFill>
            <a:srgbClr val="3333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" name="object 6"/>
          <p:cNvSpPr/>
          <p:nvPr/>
        </p:nvSpPr>
        <p:spPr>
          <a:xfrm>
            <a:off x="2604516" y="1690116"/>
            <a:ext cx="71755" cy="85725"/>
          </a:xfrm>
          <a:custGeom>
            <a:avLst/>
            <a:gdLst/>
            <a:ahLst/>
            <a:cxnLst/>
            <a:rect l="l" t="t" r="r" b="b"/>
            <a:pathLst>
              <a:path w="71755" h="85725">
                <a:moveTo>
                  <a:pt x="71627" y="85343"/>
                </a:moveTo>
                <a:lnTo>
                  <a:pt x="0" y="85343"/>
                </a:lnTo>
                <a:lnTo>
                  <a:pt x="0" y="0"/>
                </a:lnTo>
                <a:lnTo>
                  <a:pt x="71627" y="0"/>
                </a:lnTo>
                <a:lnTo>
                  <a:pt x="71627" y="85343"/>
                </a:lnTo>
                <a:close/>
              </a:path>
            </a:pathLst>
          </a:custGeom>
          <a:solidFill>
            <a:srgbClr val="3333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" name="object 7"/>
          <p:cNvSpPr/>
          <p:nvPr/>
        </p:nvSpPr>
        <p:spPr>
          <a:xfrm>
            <a:off x="2770632" y="1330452"/>
            <a:ext cx="265430" cy="454659"/>
          </a:xfrm>
          <a:custGeom>
            <a:avLst/>
            <a:gdLst/>
            <a:ahLst/>
            <a:cxnLst/>
            <a:rect l="l" t="t" r="r" b="b"/>
            <a:pathLst>
              <a:path w="265430" h="454660">
                <a:moveTo>
                  <a:pt x="115823" y="454151"/>
                </a:moveTo>
                <a:lnTo>
                  <a:pt x="68460" y="450937"/>
                </a:lnTo>
                <a:lnTo>
                  <a:pt x="24383" y="440054"/>
                </a:lnTo>
                <a:lnTo>
                  <a:pt x="0" y="429767"/>
                </a:lnTo>
                <a:lnTo>
                  <a:pt x="0" y="365759"/>
                </a:lnTo>
                <a:lnTo>
                  <a:pt x="3047" y="365759"/>
                </a:lnTo>
                <a:lnTo>
                  <a:pt x="7619" y="368807"/>
                </a:lnTo>
                <a:lnTo>
                  <a:pt x="22859" y="377951"/>
                </a:lnTo>
                <a:lnTo>
                  <a:pt x="29741" y="380499"/>
                </a:lnTo>
                <a:lnTo>
                  <a:pt x="51815" y="390143"/>
                </a:lnTo>
                <a:lnTo>
                  <a:pt x="68960" y="394715"/>
                </a:lnTo>
                <a:lnTo>
                  <a:pt x="83819" y="399288"/>
                </a:lnTo>
                <a:lnTo>
                  <a:pt x="100012" y="401383"/>
                </a:lnTo>
                <a:lnTo>
                  <a:pt x="108465" y="402074"/>
                </a:lnTo>
                <a:lnTo>
                  <a:pt x="117347" y="402335"/>
                </a:lnTo>
                <a:lnTo>
                  <a:pt x="126253" y="402026"/>
                </a:lnTo>
                <a:lnTo>
                  <a:pt x="168020" y="387857"/>
                </a:lnTo>
                <a:lnTo>
                  <a:pt x="194643" y="353258"/>
                </a:lnTo>
                <a:lnTo>
                  <a:pt x="203906" y="314634"/>
                </a:lnTo>
                <a:lnTo>
                  <a:pt x="204215" y="303275"/>
                </a:lnTo>
                <a:lnTo>
                  <a:pt x="203692" y="292155"/>
                </a:lnTo>
                <a:lnTo>
                  <a:pt x="189928" y="250316"/>
                </a:lnTo>
                <a:lnTo>
                  <a:pt x="178307" y="239267"/>
                </a:lnTo>
                <a:lnTo>
                  <a:pt x="172045" y="233862"/>
                </a:lnTo>
                <a:lnTo>
                  <a:pt x="127635" y="219074"/>
                </a:lnTo>
                <a:lnTo>
                  <a:pt x="105156" y="217931"/>
                </a:lnTo>
                <a:lnTo>
                  <a:pt x="93464" y="218217"/>
                </a:lnTo>
                <a:lnTo>
                  <a:pt x="81343" y="219074"/>
                </a:lnTo>
                <a:lnTo>
                  <a:pt x="68937" y="220503"/>
                </a:lnTo>
                <a:lnTo>
                  <a:pt x="56387" y="222503"/>
                </a:lnTo>
                <a:lnTo>
                  <a:pt x="45291" y="223885"/>
                </a:lnTo>
                <a:lnTo>
                  <a:pt x="35052" y="225551"/>
                </a:lnTo>
                <a:lnTo>
                  <a:pt x="18287" y="228599"/>
                </a:lnTo>
                <a:lnTo>
                  <a:pt x="18287" y="0"/>
                </a:lnTo>
                <a:lnTo>
                  <a:pt x="262127" y="0"/>
                </a:lnTo>
                <a:lnTo>
                  <a:pt x="262127" y="51815"/>
                </a:lnTo>
                <a:lnTo>
                  <a:pt x="74675" y="51815"/>
                </a:lnTo>
                <a:lnTo>
                  <a:pt x="74675" y="170687"/>
                </a:lnTo>
                <a:lnTo>
                  <a:pt x="82295" y="169163"/>
                </a:lnTo>
                <a:lnTo>
                  <a:pt x="103632" y="169163"/>
                </a:lnTo>
                <a:lnTo>
                  <a:pt x="109727" y="167639"/>
                </a:lnTo>
                <a:lnTo>
                  <a:pt x="115823" y="167639"/>
                </a:lnTo>
                <a:lnTo>
                  <a:pt x="132159" y="168163"/>
                </a:lnTo>
                <a:lnTo>
                  <a:pt x="173735" y="173735"/>
                </a:lnTo>
                <a:lnTo>
                  <a:pt x="219455" y="196595"/>
                </a:lnTo>
                <a:lnTo>
                  <a:pt x="246459" y="225742"/>
                </a:lnTo>
                <a:lnTo>
                  <a:pt x="261937" y="266509"/>
                </a:lnTo>
                <a:lnTo>
                  <a:pt x="265175" y="303275"/>
                </a:lnTo>
                <a:lnTo>
                  <a:pt x="264366" y="318992"/>
                </a:lnTo>
                <a:lnTo>
                  <a:pt x="254507" y="362711"/>
                </a:lnTo>
                <a:lnTo>
                  <a:pt x="234148" y="400645"/>
                </a:lnTo>
                <a:lnTo>
                  <a:pt x="204787" y="428624"/>
                </a:lnTo>
                <a:lnTo>
                  <a:pt x="164044" y="448365"/>
                </a:lnTo>
                <a:lnTo>
                  <a:pt x="132659" y="453556"/>
                </a:lnTo>
                <a:lnTo>
                  <a:pt x="115823" y="454151"/>
                </a:lnTo>
                <a:close/>
              </a:path>
            </a:pathLst>
          </a:custGeom>
          <a:solidFill>
            <a:srgbClr val="3333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3293364" y="1271016"/>
            <a:ext cx="550545" cy="563880"/>
          </a:xfrm>
          <a:custGeom>
            <a:avLst/>
            <a:gdLst/>
            <a:ahLst/>
            <a:cxnLst/>
            <a:rect l="l" t="t" r="r" b="b"/>
            <a:pathLst>
              <a:path w="550545" h="563880">
                <a:moveTo>
                  <a:pt x="281940" y="88392"/>
                </a:moveTo>
                <a:lnTo>
                  <a:pt x="271272" y="88392"/>
                </a:lnTo>
                <a:lnTo>
                  <a:pt x="268462" y="77009"/>
                </a:lnTo>
                <a:lnTo>
                  <a:pt x="264795" y="65913"/>
                </a:lnTo>
                <a:lnTo>
                  <a:pt x="244411" y="27813"/>
                </a:lnTo>
                <a:lnTo>
                  <a:pt x="227076" y="7620"/>
                </a:lnTo>
                <a:lnTo>
                  <a:pt x="231647" y="0"/>
                </a:lnTo>
                <a:lnTo>
                  <a:pt x="276796" y="20574"/>
                </a:lnTo>
                <a:lnTo>
                  <a:pt x="301752" y="51816"/>
                </a:lnTo>
                <a:lnTo>
                  <a:pt x="301677" y="55387"/>
                </a:lnTo>
                <a:lnTo>
                  <a:pt x="300585" y="63103"/>
                </a:lnTo>
                <a:lnTo>
                  <a:pt x="296989" y="71628"/>
                </a:lnTo>
                <a:lnTo>
                  <a:pt x="290822" y="80152"/>
                </a:lnTo>
                <a:lnTo>
                  <a:pt x="281940" y="88392"/>
                </a:lnTo>
                <a:close/>
              </a:path>
              <a:path w="550545" h="563880">
                <a:moveTo>
                  <a:pt x="91440" y="109728"/>
                </a:moveTo>
                <a:lnTo>
                  <a:pt x="70104" y="88392"/>
                </a:lnTo>
                <a:lnTo>
                  <a:pt x="422148" y="88392"/>
                </a:lnTo>
                <a:lnTo>
                  <a:pt x="449580" y="59436"/>
                </a:lnTo>
                <a:lnTo>
                  <a:pt x="490728" y="102108"/>
                </a:lnTo>
                <a:lnTo>
                  <a:pt x="149352" y="102108"/>
                </a:lnTo>
                <a:lnTo>
                  <a:pt x="133659" y="102655"/>
                </a:lnTo>
                <a:lnTo>
                  <a:pt x="118681" y="104203"/>
                </a:lnTo>
                <a:lnTo>
                  <a:pt x="104560" y="106608"/>
                </a:lnTo>
                <a:lnTo>
                  <a:pt x="91440" y="109728"/>
                </a:lnTo>
                <a:close/>
              </a:path>
              <a:path w="550545" h="563880">
                <a:moveTo>
                  <a:pt x="335280" y="201168"/>
                </a:moveTo>
                <a:lnTo>
                  <a:pt x="318516" y="201168"/>
                </a:lnTo>
                <a:lnTo>
                  <a:pt x="333113" y="175188"/>
                </a:lnTo>
                <a:lnTo>
                  <a:pt x="344995" y="149923"/>
                </a:lnTo>
                <a:lnTo>
                  <a:pt x="354306" y="125515"/>
                </a:lnTo>
                <a:lnTo>
                  <a:pt x="361188" y="102108"/>
                </a:lnTo>
                <a:lnTo>
                  <a:pt x="406908" y="134112"/>
                </a:lnTo>
                <a:lnTo>
                  <a:pt x="385572" y="143256"/>
                </a:lnTo>
                <a:lnTo>
                  <a:pt x="346138" y="188261"/>
                </a:lnTo>
                <a:lnTo>
                  <a:pt x="335280" y="201168"/>
                </a:lnTo>
                <a:close/>
              </a:path>
              <a:path w="550545" h="563880">
                <a:moveTo>
                  <a:pt x="217932" y="201168"/>
                </a:moveTo>
                <a:lnTo>
                  <a:pt x="205740" y="201168"/>
                </a:lnTo>
                <a:lnTo>
                  <a:pt x="202049" y="187166"/>
                </a:lnTo>
                <a:lnTo>
                  <a:pt x="197929" y="174879"/>
                </a:lnTo>
                <a:lnTo>
                  <a:pt x="177736" y="137541"/>
                </a:lnTo>
                <a:lnTo>
                  <a:pt x="163068" y="117348"/>
                </a:lnTo>
                <a:lnTo>
                  <a:pt x="167640" y="109728"/>
                </a:lnTo>
                <a:lnTo>
                  <a:pt x="203073" y="129540"/>
                </a:lnTo>
                <a:lnTo>
                  <a:pt x="231457" y="157543"/>
                </a:lnTo>
                <a:lnTo>
                  <a:pt x="234696" y="169164"/>
                </a:lnTo>
                <a:lnTo>
                  <a:pt x="233576" y="176950"/>
                </a:lnTo>
                <a:lnTo>
                  <a:pt x="230314" y="184594"/>
                </a:lnTo>
                <a:lnTo>
                  <a:pt x="225051" y="192524"/>
                </a:lnTo>
                <a:lnTo>
                  <a:pt x="217932" y="201168"/>
                </a:lnTo>
                <a:close/>
              </a:path>
              <a:path w="550545" h="563880">
                <a:moveTo>
                  <a:pt x="21336" y="222504"/>
                </a:moveTo>
                <a:lnTo>
                  <a:pt x="0" y="201168"/>
                </a:lnTo>
                <a:lnTo>
                  <a:pt x="470916" y="201168"/>
                </a:lnTo>
                <a:lnTo>
                  <a:pt x="499872" y="172212"/>
                </a:lnTo>
                <a:lnTo>
                  <a:pt x="541020" y="214884"/>
                </a:lnTo>
                <a:lnTo>
                  <a:pt x="79248" y="214884"/>
                </a:lnTo>
                <a:lnTo>
                  <a:pt x="63769" y="215431"/>
                </a:lnTo>
                <a:lnTo>
                  <a:pt x="49149" y="216979"/>
                </a:lnTo>
                <a:lnTo>
                  <a:pt x="35099" y="219384"/>
                </a:lnTo>
                <a:lnTo>
                  <a:pt x="21336" y="222504"/>
                </a:lnTo>
                <a:close/>
              </a:path>
              <a:path w="550545" h="563880">
                <a:moveTo>
                  <a:pt x="429768" y="265175"/>
                </a:moveTo>
                <a:lnTo>
                  <a:pt x="381000" y="265175"/>
                </a:lnTo>
                <a:lnTo>
                  <a:pt x="405384" y="240792"/>
                </a:lnTo>
                <a:lnTo>
                  <a:pt x="429768" y="265175"/>
                </a:lnTo>
                <a:close/>
              </a:path>
              <a:path w="550545" h="563880">
                <a:moveTo>
                  <a:pt x="117348" y="416052"/>
                </a:moveTo>
                <a:lnTo>
                  <a:pt x="118467" y="390906"/>
                </a:lnTo>
                <a:lnTo>
                  <a:pt x="119443" y="368046"/>
                </a:lnTo>
                <a:lnTo>
                  <a:pt x="120134" y="347472"/>
                </a:lnTo>
                <a:lnTo>
                  <a:pt x="120396" y="329184"/>
                </a:lnTo>
                <a:lnTo>
                  <a:pt x="120134" y="311181"/>
                </a:lnTo>
                <a:lnTo>
                  <a:pt x="119443" y="291465"/>
                </a:lnTo>
                <a:lnTo>
                  <a:pt x="118467" y="270033"/>
                </a:lnTo>
                <a:lnTo>
                  <a:pt x="117348" y="246887"/>
                </a:lnTo>
                <a:lnTo>
                  <a:pt x="153924" y="265175"/>
                </a:lnTo>
                <a:lnTo>
                  <a:pt x="429768" y="265175"/>
                </a:lnTo>
                <a:lnTo>
                  <a:pt x="438912" y="274320"/>
                </a:lnTo>
                <a:lnTo>
                  <a:pt x="429768" y="280416"/>
                </a:lnTo>
                <a:lnTo>
                  <a:pt x="150876" y="280416"/>
                </a:lnTo>
                <a:lnTo>
                  <a:pt x="150876" y="368808"/>
                </a:lnTo>
                <a:lnTo>
                  <a:pt x="417883" y="368808"/>
                </a:lnTo>
                <a:lnTo>
                  <a:pt x="417980" y="371427"/>
                </a:lnTo>
                <a:lnTo>
                  <a:pt x="418481" y="382524"/>
                </a:lnTo>
                <a:lnTo>
                  <a:pt x="150876" y="382524"/>
                </a:lnTo>
                <a:lnTo>
                  <a:pt x="150876" y="403860"/>
                </a:lnTo>
                <a:lnTo>
                  <a:pt x="117348" y="416052"/>
                </a:lnTo>
                <a:close/>
              </a:path>
              <a:path w="550545" h="563880">
                <a:moveTo>
                  <a:pt x="417883" y="368808"/>
                </a:moveTo>
                <a:lnTo>
                  <a:pt x="385572" y="368808"/>
                </a:lnTo>
                <a:lnTo>
                  <a:pt x="385572" y="280416"/>
                </a:lnTo>
                <a:lnTo>
                  <a:pt x="429768" y="280416"/>
                </a:lnTo>
                <a:lnTo>
                  <a:pt x="416052" y="289560"/>
                </a:lnTo>
                <a:lnTo>
                  <a:pt x="416313" y="317801"/>
                </a:lnTo>
                <a:lnTo>
                  <a:pt x="417004" y="345186"/>
                </a:lnTo>
                <a:lnTo>
                  <a:pt x="417883" y="368808"/>
                </a:lnTo>
                <a:close/>
              </a:path>
              <a:path w="550545" h="563880">
                <a:moveTo>
                  <a:pt x="0" y="563879"/>
                </a:moveTo>
                <a:lnTo>
                  <a:pt x="0" y="554736"/>
                </a:lnTo>
                <a:lnTo>
                  <a:pt x="30662" y="547592"/>
                </a:lnTo>
                <a:lnTo>
                  <a:pt x="58293" y="540067"/>
                </a:lnTo>
                <a:lnTo>
                  <a:pt x="105156" y="524255"/>
                </a:lnTo>
                <a:lnTo>
                  <a:pt x="140398" y="504444"/>
                </a:lnTo>
                <a:lnTo>
                  <a:pt x="178855" y="463534"/>
                </a:lnTo>
                <a:lnTo>
                  <a:pt x="194429" y="414480"/>
                </a:lnTo>
                <a:lnTo>
                  <a:pt x="199644" y="382524"/>
                </a:lnTo>
                <a:lnTo>
                  <a:pt x="234696" y="382524"/>
                </a:lnTo>
                <a:lnTo>
                  <a:pt x="228695" y="420290"/>
                </a:lnTo>
                <a:lnTo>
                  <a:pt x="208121" y="476392"/>
                </a:lnTo>
                <a:lnTo>
                  <a:pt x="175831" y="509301"/>
                </a:lnTo>
                <a:lnTo>
                  <a:pt x="136969" y="532161"/>
                </a:lnTo>
                <a:lnTo>
                  <a:pt x="91403" y="547616"/>
                </a:lnTo>
                <a:lnTo>
                  <a:pt x="33742" y="559022"/>
                </a:lnTo>
                <a:lnTo>
                  <a:pt x="0" y="563879"/>
                </a:lnTo>
                <a:close/>
              </a:path>
              <a:path w="550545" h="563880">
                <a:moveTo>
                  <a:pt x="487680" y="542544"/>
                </a:moveTo>
                <a:lnTo>
                  <a:pt x="359664" y="542544"/>
                </a:lnTo>
                <a:lnTo>
                  <a:pt x="334541" y="539376"/>
                </a:lnTo>
                <a:lnTo>
                  <a:pt x="316420" y="529780"/>
                </a:lnTo>
                <a:lnTo>
                  <a:pt x="305442" y="513611"/>
                </a:lnTo>
                <a:lnTo>
                  <a:pt x="301752" y="490728"/>
                </a:lnTo>
                <a:lnTo>
                  <a:pt x="301752" y="382524"/>
                </a:lnTo>
                <a:lnTo>
                  <a:pt x="332232" y="382524"/>
                </a:lnTo>
                <a:lnTo>
                  <a:pt x="332232" y="487679"/>
                </a:lnTo>
                <a:lnTo>
                  <a:pt x="334518" y="500562"/>
                </a:lnTo>
                <a:lnTo>
                  <a:pt x="341376" y="509587"/>
                </a:lnTo>
                <a:lnTo>
                  <a:pt x="352806" y="514897"/>
                </a:lnTo>
                <a:lnTo>
                  <a:pt x="368808" y="516636"/>
                </a:lnTo>
                <a:lnTo>
                  <a:pt x="543749" y="516636"/>
                </a:lnTo>
                <a:lnTo>
                  <a:pt x="542163" y="518898"/>
                </a:lnTo>
                <a:lnTo>
                  <a:pt x="510397" y="539972"/>
                </a:lnTo>
                <a:lnTo>
                  <a:pt x="495442" y="542258"/>
                </a:lnTo>
                <a:lnTo>
                  <a:pt x="487680" y="542544"/>
                </a:lnTo>
                <a:close/>
              </a:path>
              <a:path w="550545" h="563880">
                <a:moveTo>
                  <a:pt x="385572" y="408431"/>
                </a:moveTo>
                <a:lnTo>
                  <a:pt x="385572" y="382524"/>
                </a:lnTo>
                <a:lnTo>
                  <a:pt x="418481" y="382524"/>
                </a:lnTo>
                <a:lnTo>
                  <a:pt x="419100" y="396240"/>
                </a:lnTo>
                <a:lnTo>
                  <a:pt x="385572" y="408431"/>
                </a:lnTo>
                <a:close/>
              </a:path>
              <a:path w="550545" h="563880">
                <a:moveTo>
                  <a:pt x="543749" y="516636"/>
                </a:moveTo>
                <a:lnTo>
                  <a:pt x="477012" y="516636"/>
                </a:lnTo>
                <a:lnTo>
                  <a:pt x="486394" y="511516"/>
                </a:lnTo>
                <a:lnTo>
                  <a:pt x="493776" y="503110"/>
                </a:lnTo>
                <a:lnTo>
                  <a:pt x="503420" y="460200"/>
                </a:lnTo>
                <a:lnTo>
                  <a:pt x="507491" y="402336"/>
                </a:lnTo>
                <a:lnTo>
                  <a:pt x="516636" y="402336"/>
                </a:lnTo>
                <a:lnTo>
                  <a:pt x="519207" y="447341"/>
                </a:lnTo>
                <a:lnTo>
                  <a:pt x="531685" y="489966"/>
                </a:lnTo>
                <a:lnTo>
                  <a:pt x="550164" y="507492"/>
                </a:lnTo>
                <a:lnTo>
                  <a:pt x="543749" y="516636"/>
                </a:lnTo>
                <a:close/>
              </a:path>
            </a:pathLst>
          </a:custGeom>
          <a:solidFill>
            <a:srgbClr val="3333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3910583" y="1271016"/>
            <a:ext cx="550545" cy="567055"/>
          </a:xfrm>
          <a:custGeom>
            <a:avLst/>
            <a:gdLst/>
            <a:ahLst/>
            <a:cxnLst/>
            <a:rect l="l" t="t" r="r" b="b"/>
            <a:pathLst>
              <a:path w="550545" h="567055">
                <a:moveTo>
                  <a:pt x="16764" y="224028"/>
                </a:moveTo>
                <a:lnTo>
                  <a:pt x="12192" y="217932"/>
                </a:lnTo>
                <a:lnTo>
                  <a:pt x="40219" y="195072"/>
                </a:lnTo>
                <a:lnTo>
                  <a:pt x="67246" y="169926"/>
                </a:lnTo>
                <a:lnTo>
                  <a:pt x="118872" y="112776"/>
                </a:lnTo>
                <a:lnTo>
                  <a:pt x="141446" y="81867"/>
                </a:lnTo>
                <a:lnTo>
                  <a:pt x="178022" y="25765"/>
                </a:lnTo>
                <a:lnTo>
                  <a:pt x="192024" y="0"/>
                </a:lnTo>
                <a:lnTo>
                  <a:pt x="239268" y="30480"/>
                </a:lnTo>
                <a:lnTo>
                  <a:pt x="228695" y="35575"/>
                </a:lnTo>
                <a:lnTo>
                  <a:pt x="217551" y="43815"/>
                </a:lnTo>
                <a:lnTo>
                  <a:pt x="205835" y="54911"/>
                </a:lnTo>
                <a:lnTo>
                  <a:pt x="193548" y="68580"/>
                </a:lnTo>
                <a:lnTo>
                  <a:pt x="373966" y="68580"/>
                </a:lnTo>
                <a:lnTo>
                  <a:pt x="387096" y="80772"/>
                </a:lnTo>
                <a:lnTo>
                  <a:pt x="377991" y="83820"/>
                </a:lnTo>
                <a:lnTo>
                  <a:pt x="184404" y="83820"/>
                </a:lnTo>
                <a:lnTo>
                  <a:pt x="143208" y="125229"/>
                </a:lnTo>
                <a:lnTo>
                  <a:pt x="101727" y="162496"/>
                </a:lnTo>
                <a:lnTo>
                  <a:pt x="59674" y="195476"/>
                </a:lnTo>
                <a:lnTo>
                  <a:pt x="16764" y="224028"/>
                </a:lnTo>
                <a:close/>
              </a:path>
              <a:path w="550545" h="567055">
                <a:moveTo>
                  <a:pt x="373966" y="68580"/>
                </a:moveTo>
                <a:lnTo>
                  <a:pt x="323088" y="68580"/>
                </a:lnTo>
                <a:lnTo>
                  <a:pt x="344424" y="41148"/>
                </a:lnTo>
                <a:lnTo>
                  <a:pt x="373966" y="68580"/>
                </a:lnTo>
                <a:close/>
              </a:path>
              <a:path w="550545" h="567055">
                <a:moveTo>
                  <a:pt x="277368" y="172212"/>
                </a:moveTo>
                <a:lnTo>
                  <a:pt x="263652" y="172212"/>
                </a:lnTo>
                <a:lnTo>
                  <a:pt x="320040" y="83820"/>
                </a:lnTo>
                <a:lnTo>
                  <a:pt x="377991" y="83820"/>
                </a:lnTo>
                <a:lnTo>
                  <a:pt x="375999" y="84486"/>
                </a:lnTo>
                <a:lnTo>
                  <a:pt x="363474" y="91059"/>
                </a:lnTo>
                <a:lnTo>
                  <a:pt x="349805" y="100488"/>
                </a:lnTo>
                <a:lnTo>
                  <a:pt x="319801" y="125920"/>
                </a:lnTo>
                <a:lnTo>
                  <a:pt x="305181" y="140208"/>
                </a:lnTo>
                <a:lnTo>
                  <a:pt x="291131" y="155638"/>
                </a:lnTo>
                <a:lnTo>
                  <a:pt x="277368" y="172212"/>
                </a:lnTo>
                <a:close/>
              </a:path>
              <a:path w="550545" h="567055">
                <a:moveTo>
                  <a:pt x="117348" y="193548"/>
                </a:moveTo>
                <a:lnTo>
                  <a:pt x="96012" y="172212"/>
                </a:lnTo>
                <a:lnTo>
                  <a:pt x="411480" y="172212"/>
                </a:lnTo>
                <a:lnTo>
                  <a:pt x="432816" y="146304"/>
                </a:lnTo>
                <a:lnTo>
                  <a:pt x="470916" y="176784"/>
                </a:lnTo>
                <a:lnTo>
                  <a:pt x="458446" y="185928"/>
                </a:lnTo>
                <a:lnTo>
                  <a:pt x="175260" y="185928"/>
                </a:lnTo>
                <a:lnTo>
                  <a:pt x="159781" y="186475"/>
                </a:lnTo>
                <a:lnTo>
                  <a:pt x="145161" y="188023"/>
                </a:lnTo>
                <a:lnTo>
                  <a:pt x="131111" y="190428"/>
                </a:lnTo>
                <a:lnTo>
                  <a:pt x="117348" y="193548"/>
                </a:lnTo>
                <a:close/>
              </a:path>
              <a:path w="550545" h="567055">
                <a:moveTo>
                  <a:pt x="284988" y="274320"/>
                </a:moveTo>
                <a:lnTo>
                  <a:pt x="251460" y="274320"/>
                </a:lnTo>
                <a:lnTo>
                  <a:pt x="251460" y="185928"/>
                </a:lnTo>
                <a:lnTo>
                  <a:pt x="284988" y="185928"/>
                </a:lnTo>
                <a:lnTo>
                  <a:pt x="284988" y="274320"/>
                </a:lnTo>
                <a:close/>
              </a:path>
              <a:path w="550545" h="567055">
                <a:moveTo>
                  <a:pt x="448056" y="274320"/>
                </a:moveTo>
                <a:lnTo>
                  <a:pt x="416052" y="274320"/>
                </a:lnTo>
                <a:lnTo>
                  <a:pt x="416052" y="185928"/>
                </a:lnTo>
                <a:lnTo>
                  <a:pt x="458446" y="185928"/>
                </a:lnTo>
                <a:lnTo>
                  <a:pt x="448056" y="193548"/>
                </a:lnTo>
                <a:lnTo>
                  <a:pt x="448056" y="274320"/>
                </a:lnTo>
                <a:close/>
              </a:path>
              <a:path w="550545" h="567055">
                <a:moveTo>
                  <a:pt x="21335" y="297180"/>
                </a:moveTo>
                <a:lnTo>
                  <a:pt x="0" y="274320"/>
                </a:lnTo>
                <a:lnTo>
                  <a:pt x="469392" y="274320"/>
                </a:lnTo>
                <a:lnTo>
                  <a:pt x="502920" y="240792"/>
                </a:lnTo>
                <a:lnTo>
                  <a:pt x="550164" y="289560"/>
                </a:lnTo>
                <a:lnTo>
                  <a:pt x="79247" y="289560"/>
                </a:lnTo>
                <a:lnTo>
                  <a:pt x="63769" y="289893"/>
                </a:lnTo>
                <a:lnTo>
                  <a:pt x="49148" y="291084"/>
                </a:lnTo>
                <a:lnTo>
                  <a:pt x="35099" y="293417"/>
                </a:lnTo>
                <a:lnTo>
                  <a:pt x="21335" y="297180"/>
                </a:lnTo>
                <a:close/>
              </a:path>
              <a:path w="550545" h="567055">
                <a:moveTo>
                  <a:pt x="284988" y="377952"/>
                </a:moveTo>
                <a:lnTo>
                  <a:pt x="251460" y="377952"/>
                </a:lnTo>
                <a:lnTo>
                  <a:pt x="251460" y="289560"/>
                </a:lnTo>
                <a:lnTo>
                  <a:pt x="284988" y="289560"/>
                </a:lnTo>
                <a:lnTo>
                  <a:pt x="284988" y="377952"/>
                </a:lnTo>
                <a:close/>
              </a:path>
              <a:path w="550545" h="567055">
                <a:moveTo>
                  <a:pt x="83820" y="399288"/>
                </a:moveTo>
                <a:lnTo>
                  <a:pt x="62483" y="377952"/>
                </a:lnTo>
                <a:lnTo>
                  <a:pt x="416052" y="377952"/>
                </a:lnTo>
                <a:lnTo>
                  <a:pt x="416052" y="289560"/>
                </a:lnTo>
                <a:lnTo>
                  <a:pt x="448056" y="289560"/>
                </a:lnTo>
                <a:lnTo>
                  <a:pt x="448079" y="326683"/>
                </a:lnTo>
                <a:lnTo>
                  <a:pt x="448246" y="357949"/>
                </a:lnTo>
                <a:lnTo>
                  <a:pt x="448698" y="383214"/>
                </a:lnTo>
                <a:lnTo>
                  <a:pt x="449088" y="391668"/>
                </a:lnTo>
                <a:lnTo>
                  <a:pt x="141732" y="391668"/>
                </a:lnTo>
                <a:lnTo>
                  <a:pt x="126253" y="392215"/>
                </a:lnTo>
                <a:lnTo>
                  <a:pt x="111633" y="393763"/>
                </a:lnTo>
                <a:lnTo>
                  <a:pt x="97583" y="396168"/>
                </a:lnTo>
                <a:lnTo>
                  <a:pt x="83820" y="399288"/>
                </a:lnTo>
                <a:close/>
              </a:path>
              <a:path w="550545" h="567055">
                <a:moveTo>
                  <a:pt x="284060" y="509016"/>
                </a:moveTo>
                <a:lnTo>
                  <a:pt x="225552" y="509016"/>
                </a:lnTo>
                <a:lnTo>
                  <a:pt x="236672" y="506991"/>
                </a:lnTo>
                <a:lnTo>
                  <a:pt x="244792" y="500824"/>
                </a:lnTo>
                <a:lnTo>
                  <a:pt x="249769" y="490370"/>
                </a:lnTo>
                <a:lnTo>
                  <a:pt x="251460" y="475488"/>
                </a:lnTo>
                <a:lnTo>
                  <a:pt x="251460" y="391668"/>
                </a:lnTo>
                <a:lnTo>
                  <a:pt x="284988" y="391668"/>
                </a:lnTo>
                <a:lnTo>
                  <a:pt x="284988" y="504444"/>
                </a:lnTo>
                <a:lnTo>
                  <a:pt x="284060" y="509016"/>
                </a:lnTo>
                <a:close/>
              </a:path>
              <a:path w="550545" h="567055">
                <a:moveTo>
                  <a:pt x="416052" y="419100"/>
                </a:moveTo>
                <a:lnTo>
                  <a:pt x="416052" y="391668"/>
                </a:lnTo>
                <a:lnTo>
                  <a:pt x="449088" y="391668"/>
                </a:lnTo>
                <a:lnTo>
                  <a:pt x="449580" y="402336"/>
                </a:lnTo>
                <a:lnTo>
                  <a:pt x="416052" y="419100"/>
                </a:lnTo>
                <a:close/>
              </a:path>
              <a:path w="550545" h="567055">
                <a:moveTo>
                  <a:pt x="230124" y="566928"/>
                </a:moveTo>
                <a:lnTo>
                  <a:pt x="224742" y="550640"/>
                </a:lnTo>
                <a:lnTo>
                  <a:pt x="208788" y="536067"/>
                </a:lnTo>
                <a:lnTo>
                  <a:pt x="182546" y="523208"/>
                </a:lnTo>
                <a:lnTo>
                  <a:pt x="146304" y="512064"/>
                </a:lnTo>
                <a:lnTo>
                  <a:pt x="146304" y="499872"/>
                </a:lnTo>
                <a:lnTo>
                  <a:pt x="170902" y="503872"/>
                </a:lnTo>
                <a:lnTo>
                  <a:pt x="192214" y="506730"/>
                </a:lnTo>
                <a:lnTo>
                  <a:pt x="210383" y="508444"/>
                </a:lnTo>
                <a:lnTo>
                  <a:pt x="225552" y="509016"/>
                </a:lnTo>
                <a:lnTo>
                  <a:pt x="284060" y="509016"/>
                </a:lnTo>
                <a:lnTo>
                  <a:pt x="280701" y="525565"/>
                </a:lnTo>
                <a:lnTo>
                  <a:pt x="270129" y="543115"/>
                </a:lnTo>
                <a:lnTo>
                  <a:pt x="253269" y="556950"/>
                </a:lnTo>
                <a:lnTo>
                  <a:pt x="230124" y="566928"/>
                </a:lnTo>
                <a:close/>
              </a:path>
            </a:pathLst>
          </a:custGeom>
          <a:solidFill>
            <a:srgbClr val="3333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4561332" y="1275587"/>
            <a:ext cx="490855" cy="553720"/>
          </a:xfrm>
          <a:custGeom>
            <a:avLst/>
            <a:gdLst/>
            <a:ahLst/>
            <a:cxnLst/>
            <a:rect l="l" t="t" r="r" b="b"/>
            <a:pathLst>
              <a:path w="490854" h="553719">
                <a:moveTo>
                  <a:pt x="74676" y="124968"/>
                </a:moveTo>
                <a:lnTo>
                  <a:pt x="59436" y="124968"/>
                </a:lnTo>
                <a:lnTo>
                  <a:pt x="69699" y="86367"/>
                </a:lnTo>
                <a:lnTo>
                  <a:pt x="77533" y="52768"/>
                </a:lnTo>
                <a:lnTo>
                  <a:pt x="82796" y="24026"/>
                </a:lnTo>
                <a:lnTo>
                  <a:pt x="85344" y="0"/>
                </a:lnTo>
                <a:lnTo>
                  <a:pt x="138684" y="28956"/>
                </a:lnTo>
                <a:lnTo>
                  <a:pt x="125253" y="39243"/>
                </a:lnTo>
                <a:lnTo>
                  <a:pt x="110109" y="58674"/>
                </a:lnTo>
                <a:lnTo>
                  <a:pt x="93249" y="87249"/>
                </a:lnTo>
                <a:lnTo>
                  <a:pt x="74676" y="124968"/>
                </a:lnTo>
                <a:close/>
              </a:path>
              <a:path w="490854" h="553719">
                <a:moveTo>
                  <a:pt x="202692" y="263652"/>
                </a:moveTo>
                <a:lnTo>
                  <a:pt x="196596" y="259080"/>
                </a:lnTo>
                <a:lnTo>
                  <a:pt x="220027" y="221361"/>
                </a:lnTo>
                <a:lnTo>
                  <a:pt x="240030" y="185928"/>
                </a:lnTo>
                <a:lnTo>
                  <a:pt x="269747" y="121920"/>
                </a:lnTo>
                <a:lnTo>
                  <a:pt x="290893" y="62484"/>
                </a:lnTo>
                <a:lnTo>
                  <a:pt x="306323" y="3048"/>
                </a:lnTo>
                <a:lnTo>
                  <a:pt x="358140" y="33528"/>
                </a:lnTo>
                <a:lnTo>
                  <a:pt x="347567" y="44053"/>
                </a:lnTo>
                <a:lnTo>
                  <a:pt x="334137" y="64008"/>
                </a:lnTo>
                <a:lnTo>
                  <a:pt x="317849" y="93106"/>
                </a:lnTo>
                <a:lnTo>
                  <a:pt x="298704" y="131064"/>
                </a:lnTo>
                <a:lnTo>
                  <a:pt x="480060" y="131064"/>
                </a:lnTo>
                <a:lnTo>
                  <a:pt x="490728" y="141732"/>
                </a:lnTo>
                <a:lnTo>
                  <a:pt x="484909" y="146304"/>
                </a:lnTo>
                <a:lnTo>
                  <a:pt x="294132" y="146304"/>
                </a:lnTo>
                <a:lnTo>
                  <a:pt x="272129" y="179427"/>
                </a:lnTo>
                <a:lnTo>
                  <a:pt x="249555" y="210121"/>
                </a:lnTo>
                <a:lnTo>
                  <a:pt x="226409" y="238244"/>
                </a:lnTo>
                <a:lnTo>
                  <a:pt x="202692" y="263652"/>
                </a:lnTo>
                <a:close/>
              </a:path>
              <a:path w="490854" h="553719">
                <a:moveTo>
                  <a:pt x="202228" y="124968"/>
                </a:moveTo>
                <a:lnTo>
                  <a:pt x="152400" y="124968"/>
                </a:lnTo>
                <a:lnTo>
                  <a:pt x="176784" y="100584"/>
                </a:lnTo>
                <a:lnTo>
                  <a:pt x="202228" y="124968"/>
                </a:lnTo>
                <a:close/>
              </a:path>
              <a:path w="490854" h="553719">
                <a:moveTo>
                  <a:pt x="0" y="548640"/>
                </a:moveTo>
                <a:lnTo>
                  <a:pt x="826" y="495300"/>
                </a:lnTo>
                <a:lnTo>
                  <a:pt x="913" y="487680"/>
                </a:lnTo>
                <a:lnTo>
                  <a:pt x="1333" y="435483"/>
                </a:lnTo>
                <a:lnTo>
                  <a:pt x="1427" y="244736"/>
                </a:lnTo>
                <a:lnTo>
                  <a:pt x="1305" y="210121"/>
                </a:lnTo>
                <a:lnTo>
                  <a:pt x="881" y="158519"/>
                </a:lnTo>
                <a:lnTo>
                  <a:pt x="0" y="103632"/>
                </a:lnTo>
                <a:lnTo>
                  <a:pt x="35052" y="124968"/>
                </a:lnTo>
                <a:lnTo>
                  <a:pt x="202228" y="124968"/>
                </a:lnTo>
                <a:lnTo>
                  <a:pt x="213359" y="135636"/>
                </a:lnTo>
                <a:lnTo>
                  <a:pt x="208926" y="138684"/>
                </a:lnTo>
                <a:lnTo>
                  <a:pt x="33528" y="138684"/>
                </a:lnTo>
                <a:lnTo>
                  <a:pt x="33528" y="292608"/>
                </a:lnTo>
                <a:lnTo>
                  <a:pt x="189009" y="292608"/>
                </a:lnTo>
                <a:lnTo>
                  <a:pt x="189024" y="306324"/>
                </a:lnTo>
                <a:lnTo>
                  <a:pt x="33528" y="306324"/>
                </a:lnTo>
                <a:lnTo>
                  <a:pt x="33528" y="473964"/>
                </a:lnTo>
                <a:lnTo>
                  <a:pt x="189748" y="473964"/>
                </a:lnTo>
                <a:lnTo>
                  <a:pt x="189899" y="487680"/>
                </a:lnTo>
                <a:lnTo>
                  <a:pt x="33528" y="487680"/>
                </a:lnTo>
                <a:lnTo>
                  <a:pt x="33528" y="528828"/>
                </a:lnTo>
                <a:lnTo>
                  <a:pt x="0" y="548640"/>
                </a:lnTo>
                <a:close/>
              </a:path>
              <a:path w="490854" h="553719">
                <a:moveTo>
                  <a:pt x="480060" y="131064"/>
                </a:moveTo>
                <a:lnTo>
                  <a:pt x="428244" y="131064"/>
                </a:lnTo>
                <a:lnTo>
                  <a:pt x="454152" y="105156"/>
                </a:lnTo>
                <a:lnTo>
                  <a:pt x="480060" y="131064"/>
                </a:lnTo>
                <a:close/>
              </a:path>
              <a:path w="490854" h="553719">
                <a:moveTo>
                  <a:pt x="189009" y="292608"/>
                </a:moveTo>
                <a:lnTo>
                  <a:pt x="156972" y="292608"/>
                </a:lnTo>
                <a:lnTo>
                  <a:pt x="156972" y="138684"/>
                </a:lnTo>
                <a:lnTo>
                  <a:pt x="208926" y="138684"/>
                </a:lnTo>
                <a:lnTo>
                  <a:pt x="188976" y="152400"/>
                </a:lnTo>
                <a:lnTo>
                  <a:pt x="189009" y="292608"/>
                </a:lnTo>
                <a:close/>
              </a:path>
              <a:path w="490854" h="553719">
                <a:moveTo>
                  <a:pt x="449614" y="495300"/>
                </a:moveTo>
                <a:lnTo>
                  <a:pt x="390144" y="495300"/>
                </a:lnTo>
                <a:lnTo>
                  <a:pt x="401574" y="492728"/>
                </a:lnTo>
                <a:lnTo>
                  <a:pt x="410718" y="485013"/>
                </a:lnTo>
                <a:lnTo>
                  <a:pt x="423784" y="434735"/>
                </a:lnTo>
                <a:lnTo>
                  <a:pt x="427481" y="357378"/>
                </a:lnTo>
                <a:lnTo>
                  <a:pt x="429352" y="300227"/>
                </a:lnTo>
                <a:lnTo>
                  <a:pt x="431188" y="228728"/>
                </a:lnTo>
                <a:lnTo>
                  <a:pt x="432815" y="146304"/>
                </a:lnTo>
                <a:lnTo>
                  <a:pt x="484909" y="146304"/>
                </a:lnTo>
                <a:lnTo>
                  <a:pt x="469391" y="158496"/>
                </a:lnTo>
                <a:lnTo>
                  <a:pt x="467211" y="244736"/>
                </a:lnTo>
                <a:lnTo>
                  <a:pt x="465151" y="317754"/>
                </a:lnTo>
                <a:lnTo>
                  <a:pt x="463105" y="376999"/>
                </a:lnTo>
                <a:lnTo>
                  <a:pt x="460925" y="423107"/>
                </a:lnTo>
                <a:lnTo>
                  <a:pt x="455676" y="475488"/>
                </a:lnTo>
                <a:lnTo>
                  <a:pt x="450794" y="492347"/>
                </a:lnTo>
                <a:lnTo>
                  <a:pt x="449614" y="495300"/>
                </a:lnTo>
                <a:close/>
              </a:path>
              <a:path w="490854" h="553719">
                <a:moveTo>
                  <a:pt x="318516" y="370332"/>
                </a:moveTo>
                <a:lnTo>
                  <a:pt x="315468" y="370332"/>
                </a:lnTo>
                <a:lnTo>
                  <a:pt x="311181" y="368307"/>
                </a:lnTo>
                <a:lnTo>
                  <a:pt x="307467" y="362140"/>
                </a:lnTo>
                <a:lnTo>
                  <a:pt x="304323" y="351686"/>
                </a:lnTo>
                <a:lnTo>
                  <a:pt x="301752" y="336804"/>
                </a:lnTo>
                <a:lnTo>
                  <a:pt x="295489" y="313062"/>
                </a:lnTo>
                <a:lnTo>
                  <a:pt x="285940" y="289750"/>
                </a:lnTo>
                <a:lnTo>
                  <a:pt x="273248" y="266723"/>
                </a:lnTo>
                <a:lnTo>
                  <a:pt x="257556" y="243840"/>
                </a:lnTo>
                <a:lnTo>
                  <a:pt x="263652" y="236220"/>
                </a:lnTo>
                <a:lnTo>
                  <a:pt x="308419" y="273939"/>
                </a:lnTo>
                <a:lnTo>
                  <a:pt x="334065" y="309705"/>
                </a:lnTo>
                <a:lnTo>
                  <a:pt x="339852" y="330708"/>
                </a:lnTo>
                <a:lnTo>
                  <a:pt x="339256" y="338447"/>
                </a:lnTo>
                <a:lnTo>
                  <a:pt x="337375" y="345757"/>
                </a:lnTo>
                <a:lnTo>
                  <a:pt x="334065" y="352782"/>
                </a:lnTo>
                <a:lnTo>
                  <a:pt x="329184" y="359664"/>
                </a:lnTo>
                <a:lnTo>
                  <a:pt x="323088" y="367284"/>
                </a:lnTo>
                <a:lnTo>
                  <a:pt x="318516" y="370332"/>
                </a:lnTo>
                <a:close/>
              </a:path>
              <a:path w="490854" h="553719">
                <a:moveTo>
                  <a:pt x="189748" y="473964"/>
                </a:moveTo>
                <a:lnTo>
                  <a:pt x="156972" y="473964"/>
                </a:lnTo>
                <a:lnTo>
                  <a:pt x="156972" y="306324"/>
                </a:lnTo>
                <a:lnTo>
                  <a:pt x="189024" y="306324"/>
                </a:lnTo>
                <a:lnTo>
                  <a:pt x="189136" y="370332"/>
                </a:lnTo>
                <a:lnTo>
                  <a:pt x="189260" y="409836"/>
                </a:lnTo>
                <a:lnTo>
                  <a:pt x="189548" y="455922"/>
                </a:lnTo>
                <a:lnTo>
                  <a:pt x="189748" y="473964"/>
                </a:lnTo>
                <a:close/>
              </a:path>
              <a:path w="490854" h="553719">
                <a:moveTo>
                  <a:pt x="382524" y="553212"/>
                </a:moveTo>
                <a:lnTo>
                  <a:pt x="373356" y="534947"/>
                </a:lnTo>
                <a:lnTo>
                  <a:pt x="357187" y="519112"/>
                </a:lnTo>
                <a:lnTo>
                  <a:pt x="333875" y="505848"/>
                </a:lnTo>
                <a:lnTo>
                  <a:pt x="303276" y="495300"/>
                </a:lnTo>
                <a:lnTo>
                  <a:pt x="303276" y="483108"/>
                </a:lnTo>
                <a:lnTo>
                  <a:pt x="330993" y="488227"/>
                </a:lnTo>
                <a:lnTo>
                  <a:pt x="354711" y="492061"/>
                </a:lnTo>
                <a:lnTo>
                  <a:pt x="374427" y="494466"/>
                </a:lnTo>
                <a:lnTo>
                  <a:pt x="390144" y="495300"/>
                </a:lnTo>
                <a:lnTo>
                  <a:pt x="449614" y="495300"/>
                </a:lnTo>
                <a:lnTo>
                  <a:pt x="445198" y="506349"/>
                </a:lnTo>
                <a:lnTo>
                  <a:pt x="411480" y="540067"/>
                </a:lnTo>
                <a:lnTo>
                  <a:pt x="398287" y="546568"/>
                </a:lnTo>
                <a:lnTo>
                  <a:pt x="382524" y="553212"/>
                </a:lnTo>
                <a:close/>
              </a:path>
              <a:path w="490854" h="553719">
                <a:moveTo>
                  <a:pt x="156972" y="537971"/>
                </a:moveTo>
                <a:lnTo>
                  <a:pt x="156972" y="487680"/>
                </a:lnTo>
                <a:lnTo>
                  <a:pt x="189899" y="487680"/>
                </a:lnTo>
                <a:lnTo>
                  <a:pt x="190021" y="495300"/>
                </a:lnTo>
                <a:lnTo>
                  <a:pt x="190500" y="519684"/>
                </a:lnTo>
                <a:lnTo>
                  <a:pt x="156972" y="537971"/>
                </a:lnTo>
                <a:close/>
              </a:path>
            </a:pathLst>
          </a:custGeom>
          <a:solidFill>
            <a:srgbClr val="3333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5125211" y="1283208"/>
            <a:ext cx="558165" cy="554990"/>
          </a:xfrm>
          <a:custGeom>
            <a:avLst/>
            <a:gdLst/>
            <a:ahLst/>
            <a:cxnLst/>
            <a:rect l="l" t="t" r="r" b="b"/>
            <a:pathLst>
              <a:path w="558164" h="554989">
                <a:moveTo>
                  <a:pt x="7620" y="307847"/>
                </a:moveTo>
                <a:lnTo>
                  <a:pt x="0" y="301751"/>
                </a:lnTo>
                <a:lnTo>
                  <a:pt x="29146" y="251221"/>
                </a:lnTo>
                <a:lnTo>
                  <a:pt x="54864" y="202691"/>
                </a:lnTo>
                <a:lnTo>
                  <a:pt x="77152" y="156448"/>
                </a:lnTo>
                <a:lnTo>
                  <a:pt x="96012" y="112775"/>
                </a:lnTo>
                <a:lnTo>
                  <a:pt x="111180" y="73080"/>
                </a:lnTo>
                <a:lnTo>
                  <a:pt x="130087" y="16549"/>
                </a:lnTo>
                <a:lnTo>
                  <a:pt x="134112" y="0"/>
                </a:lnTo>
                <a:lnTo>
                  <a:pt x="187452" y="35052"/>
                </a:lnTo>
                <a:lnTo>
                  <a:pt x="155733" y="63341"/>
                </a:lnTo>
                <a:lnTo>
                  <a:pt x="136874" y="101369"/>
                </a:lnTo>
                <a:lnTo>
                  <a:pt x="126873" y="122110"/>
                </a:lnTo>
                <a:lnTo>
                  <a:pt x="116238" y="143255"/>
                </a:lnTo>
                <a:lnTo>
                  <a:pt x="105156" y="164591"/>
                </a:lnTo>
                <a:lnTo>
                  <a:pt x="137160" y="184403"/>
                </a:lnTo>
                <a:lnTo>
                  <a:pt x="120396" y="195071"/>
                </a:lnTo>
                <a:lnTo>
                  <a:pt x="120396" y="198119"/>
                </a:lnTo>
                <a:lnTo>
                  <a:pt x="88392" y="198119"/>
                </a:lnTo>
                <a:lnTo>
                  <a:pt x="70413" y="225551"/>
                </a:lnTo>
                <a:lnTo>
                  <a:pt x="50863" y="252983"/>
                </a:lnTo>
                <a:lnTo>
                  <a:pt x="29884" y="280415"/>
                </a:lnTo>
                <a:lnTo>
                  <a:pt x="7620" y="307847"/>
                </a:lnTo>
                <a:close/>
              </a:path>
              <a:path w="558164" h="554989">
                <a:moveTo>
                  <a:pt x="193548" y="71627"/>
                </a:moveTo>
                <a:lnTo>
                  <a:pt x="172212" y="50291"/>
                </a:lnTo>
                <a:lnTo>
                  <a:pt x="481584" y="50291"/>
                </a:lnTo>
                <a:lnTo>
                  <a:pt x="510540" y="18288"/>
                </a:lnTo>
                <a:lnTo>
                  <a:pt x="553212" y="64007"/>
                </a:lnTo>
                <a:lnTo>
                  <a:pt x="254508" y="64007"/>
                </a:lnTo>
                <a:lnTo>
                  <a:pt x="237910" y="64555"/>
                </a:lnTo>
                <a:lnTo>
                  <a:pt x="222313" y="66103"/>
                </a:lnTo>
                <a:lnTo>
                  <a:pt x="207573" y="68508"/>
                </a:lnTo>
                <a:lnTo>
                  <a:pt x="193548" y="71627"/>
                </a:lnTo>
                <a:close/>
              </a:path>
              <a:path w="558164" h="554989">
                <a:moveTo>
                  <a:pt x="368808" y="128015"/>
                </a:moveTo>
                <a:lnTo>
                  <a:pt x="336804" y="128015"/>
                </a:lnTo>
                <a:lnTo>
                  <a:pt x="336804" y="64007"/>
                </a:lnTo>
                <a:lnTo>
                  <a:pt x="368808" y="64007"/>
                </a:lnTo>
                <a:lnTo>
                  <a:pt x="368808" y="128015"/>
                </a:lnTo>
                <a:close/>
              </a:path>
              <a:path w="558164" h="554989">
                <a:moveTo>
                  <a:pt x="512064" y="128015"/>
                </a:moveTo>
                <a:lnTo>
                  <a:pt x="466344" y="128015"/>
                </a:lnTo>
                <a:lnTo>
                  <a:pt x="487680" y="106679"/>
                </a:lnTo>
                <a:lnTo>
                  <a:pt x="512064" y="128015"/>
                </a:lnTo>
                <a:close/>
              </a:path>
              <a:path w="558164" h="554989">
                <a:moveTo>
                  <a:pt x="205740" y="356616"/>
                </a:moveTo>
                <a:lnTo>
                  <a:pt x="207835" y="304228"/>
                </a:lnTo>
                <a:lnTo>
                  <a:pt x="208657" y="252983"/>
                </a:lnTo>
                <a:lnTo>
                  <a:pt x="208682" y="219575"/>
                </a:lnTo>
                <a:lnTo>
                  <a:pt x="208565" y="202691"/>
                </a:lnTo>
                <a:lnTo>
                  <a:pt x="208485" y="195071"/>
                </a:lnTo>
                <a:lnTo>
                  <a:pt x="207835" y="164020"/>
                </a:lnTo>
                <a:lnTo>
                  <a:pt x="206859" y="135897"/>
                </a:lnTo>
                <a:lnTo>
                  <a:pt x="205740" y="112775"/>
                </a:lnTo>
                <a:lnTo>
                  <a:pt x="242316" y="128015"/>
                </a:lnTo>
                <a:lnTo>
                  <a:pt x="512064" y="128015"/>
                </a:lnTo>
                <a:lnTo>
                  <a:pt x="524256" y="138683"/>
                </a:lnTo>
                <a:lnTo>
                  <a:pt x="516128" y="143255"/>
                </a:lnTo>
                <a:lnTo>
                  <a:pt x="239268" y="143255"/>
                </a:lnTo>
                <a:lnTo>
                  <a:pt x="239268" y="219455"/>
                </a:lnTo>
                <a:lnTo>
                  <a:pt x="500133" y="219455"/>
                </a:lnTo>
                <a:lnTo>
                  <a:pt x="500330" y="234695"/>
                </a:lnTo>
                <a:lnTo>
                  <a:pt x="239268" y="234695"/>
                </a:lnTo>
                <a:lnTo>
                  <a:pt x="239268" y="312419"/>
                </a:lnTo>
                <a:lnTo>
                  <a:pt x="501835" y="312419"/>
                </a:lnTo>
                <a:lnTo>
                  <a:pt x="502513" y="327660"/>
                </a:lnTo>
                <a:lnTo>
                  <a:pt x="239268" y="327660"/>
                </a:lnTo>
                <a:lnTo>
                  <a:pt x="239268" y="345948"/>
                </a:lnTo>
                <a:lnTo>
                  <a:pt x="205740" y="356616"/>
                </a:lnTo>
                <a:close/>
              </a:path>
              <a:path w="558164" h="554989">
                <a:moveTo>
                  <a:pt x="368808" y="219455"/>
                </a:moveTo>
                <a:lnTo>
                  <a:pt x="336804" y="219455"/>
                </a:lnTo>
                <a:lnTo>
                  <a:pt x="336804" y="143255"/>
                </a:lnTo>
                <a:lnTo>
                  <a:pt x="368808" y="143255"/>
                </a:lnTo>
                <a:lnTo>
                  <a:pt x="368808" y="219455"/>
                </a:lnTo>
                <a:close/>
              </a:path>
              <a:path w="558164" h="554989">
                <a:moveTo>
                  <a:pt x="500133" y="219455"/>
                </a:moveTo>
                <a:lnTo>
                  <a:pt x="469392" y="219455"/>
                </a:lnTo>
                <a:lnTo>
                  <a:pt x="469392" y="143255"/>
                </a:lnTo>
                <a:lnTo>
                  <a:pt x="516128" y="143255"/>
                </a:lnTo>
                <a:lnTo>
                  <a:pt x="499872" y="152399"/>
                </a:lnTo>
                <a:lnTo>
                  <a:pt x="500133" y="219455"/>
                </a:lnTo>
                <a:close/>
              </a:path>
              <a:path w="558164" h="554989">
                <a:moveTo>
                  <a:pt x="86868" y="554735"/>
                </a:moveTo>
                <a:lnTo>
                  <a:pt x="88201" y="490156"/>
                </a:lnTo>
                <a:lnTo>
                  <a:pt x="88392" y="198119"/>
                </a:lnTo>
                <a:lnTo>
                  <a:pt x="120396" y="198119"/>
                </a:lnTo>
                <a:lnTo>
                  <a:pt x="120514" y="486537"/>
                </a:lnTo>
                <a:lnTo>
                  <a:pt x="120626" y="497347"/>
                </a:lnTo>
                <a:lnTo>
                  <a:pt x="121038" y="516516"/>
                </a:lnTo>
                <a:lnTo>
                  <a:pt x="121920" y="537972"/>
                </a:lnTo>
                <a:lnTo>
                  <a:pt x="86868" y="554735"/>
                </a:lnTo>
                <a:close/>
              </a:path>
              <a:path w="558164" h="554989">
                <a:moveTo>
                  <a:pt x="368808" y="312419"/>
                </a:moveTo>
                <a:lnTo>
                  <a:pt x="336804" y="312419"/>
                </a:lnTo>
                <a:lnTo>
                  <a:pt x="336804" y="234695"/>
                </a:lnTo>
                <a:lnTo>
                  <a:pt x="368808" y="234695"/>
                </a:lnTo>
                <a:lnTo>
                  <a:pt x="368808" y="312419"/>
                </a:lnTo>
                <a:close/>
              </a:path>
              <a:path w="558164" h="554989">
                <a:moveTo>
                  <a:pt x="501835" y="312419"/>
                </a:moveTo>
                <a:lnTo>
                  <a:pt x="469392" y="312419"/>
                </a:lnTo>
                <a:lnTo>
                  <a:pt x="469392" y="234695"/>
                </a:lnTo>
                <a:lnTo>
                  <a:pt x="500330" y="234695"/>
                </a:lnTo>
                <a:lnTo>
                  <a:pt x="500824" y="272605"/>
                </a:lnTo>
                <a:lnTo>
                  <a:pt x="501800" y="311634"/>
                </a:lnTo>
                <a:lnTo>
                  <a:pt x="501835" y="312419"/>
                </a:lnTo>
                <a:close/>
              </a:path>
              <a:path w="558164" h="554989">
                <a:moveTo>
                  <a:pt x="344445" y="441960"/>
                </a:moveTo>
                <a:lnTo>
                  <a:pt x="310896" y="441960"/>
                </a:lnTo>
                <a:lnTo>
                  <a:pt x="321802" y="416814"/>
                </a:lnTo>
                <a:lnTo>
                  <a:pt x="329565" y="389382"/>
                </a:lnTo>
                <a:lnTo>
                  <a:pt x="334470" y="359664"/>
                </a:lnTo>
                <a:lnTo>
                  <a:pt x="336804" y="327660"/>
                </a:lnTo>
                <a:lnTo>
                  <a:pt x="368808" y="327660"/>
                </a:lnTo>
                <a:lnTo>
                  <a:pt x="365950" y="364212"/>
                </a:lnTo>
                <a:lnTo>
                  <a:pt x="359664" y="398335"/>
                </a:lnTo>
                <a:lnTo>
                  <a:pt x="349948" y="429887"/>
                </a:lnTo>
                <a:lnTo>
                  <a:pt x="344445" y="441960"/>
                </a:lnTo>
                <a:close/>
              </a:path>
              <a:path w="558164" h="554989">
                <a:moveTo>
                  <a:pt x="469392" y="352044"/>
                </a:moveTo>
                <a:lnTo>
                  <a:pt x="469392" y="327660"/>
                </a:lnTo>
                <a:lnTo>
                  <a:pt x="502513" y="327660"/>
                </a:lnTo>
                <a:lnTo>
                  <a:pt x="502920" y="336804"/>
                </a:lnTo>
                <a:lnTo>
                  <a:pt x="469392" y="352044"/>
                </a:lnTo>
                <a:close/>
              </a:path>
              <a:path w="558164" h="554989">
                <a:moveTo>
                  <a:pt x="134112" y="554735"/>
                </a:moveTo>
                <a:lnTo>
                  <a:pt x="134112" y="545591"/>
                </a:lnTo>
                <a:lnTo>
                  <a:pt x="164687" y="538376"/>
                </a:lnTo>
                <a:lnTo>
                  <a:pt x="192405" y="530161"/>
                </a:lnTo>
                <a:lnTo>
                  <a:pt x="239268" y="509015"/>
                </a:lnTo>
                <a:lnTo>
                  <a:pt x="274701" y="485394"/>
                </a:lnTo>
                <a:lnTo>
                  <a:pt x="298704" y="461772"/>
                </a:lnTo>
                <a:lnTo>
                  <a:pt x="284130" y="445484"/>
                </a:lnTo>
                <a:lnTo>
                  <a:pt x="267843" y="424052"/>
                </a:lnTo>
                <a:lnTo>
                  <a:pt x="249840" y="397478"/>
                </a:lnTo>
                <a:lnTo>
                  <a:pt x="230124" y="365760"/>
                </a:lnTo>
                <a:lnTo>
                  <a:pt x="237744" y="358140"/>
                </a:lnTo>
                <a:lnTo>
                  <a:pt x="256889" y="384952"/>
                </a:lnTo>
                <a:lnTo>
                  <a:pt x="275463" y="408050"/>
                </a:lnTo>
                <a:lnTo>
                  <a:pt x="293465" y="427148"/>
                </a:lnTo>
                <a:lnTo>
                  <a:pt x="310896" y="441960"/>
                </a:lnTo>
                <a:lnTo>
                  <a:pt x="344445" y="441960"/>
                </a:lnTo>
                <a:lnTo>
                  <a:pt x="336804" y="458724"/>
                </a:lnTo>
                <a:lnTo>
                  <a:pt x="363616" y="474202"/>
                </a:lnTo>
                <a:lnTo>
                  <a:pt x="376757" y="480060"/>
                </a:lnTo>
                <a:lnTo>
                  <a:pt x="320040" y="480060"/>
                </a:lnTo>
                <a:lnTo>
                  <a:pt x="287083" y="507301"/>
                </a:lnTo>
                <a:lnTo>
                  <a:pt x="243840" y="528827"/>
                </a:lnTo>
                <a:lnTo>
                  <a:pt x="192405" y="545782"/>
                </a:lnTo>
                <a:lnTo>
                  <a:pt x="164115" y="551330"/>
                </a:lnTo>
                <a:lnTo>
                  <a:pt x="134112" y="554735"/>
                </a:lnTo>
                <a:close/>
              </a:path>
              <a:path w="558164" h="554989">
                <a:moveTo>
                  <a:pt x="519684" y="551687"/>
                </a:moveTo>
                <a:lnTo>
                  <a:pt x="467106" y="543687"/>
                </a:lnTo>
                <a:lnTo>
                  <a:pt x="414528" y="528827"/>
                </a:lnTo>
                <a:lnTo>
                  <a:pt x="364426" y="508444"/>
                </a:lnTo>
                <a:lnTo>
                  <a:pt x="320040" y="480060"/>
                </a:lnTo>
                <a:lnTo>
                  <a:pt x="376757" y="480060"/>
                </a:lnTo>
                <a:lnTo>
                  <a:pt x="391287" y="486537"/>
                </a:lnTo>
                <a:lnTo>
                  <a:pt x="419528" y="496014"/>
                </a:lnTo>
                <a:lnTo>
                  <a:pt x="448056" y="502920"/>
                </a:lnTo>
                <a:lnTo>
                  <a:pt x="477202" y="507515"/>
                </a:lnTo>
                <a:lnTo>
                  <a:pt x="505206" y="509968"/>
                </a:lnTo>
                <a:lnTo>
                  <a:pt x="532066" y="510420"/>
                </a:lnTo>
                <a:lnTo>
                  <a:pt x="557784" y="510420"/>
                </a:lnTo>
                <a:lnTo>
                  <a:pt x="557784" y="518160"/>
                </a:lnTo>
                <a:lnTo>
                  <a:pt x="544329" y="523613"/>
                </a:lnTo>
                <a:lnTo>
                  <a:pt x="533590" y="530923"/>
                </a:lnTo>
                <a:lnTo>
                  <a:pt x="525422" y="540234"/>
                </a:lnTo>
                <a:lnTo>
                  <a:pt x="519684" y="551687"/>
                </a:lnTo>
                <a:close/>
              </a:path>
              <a:path w="558164" h="554989">
                <a:moveTo>
                  <a:pt x="557784" y="510420"/>
                </a:moveTo>
                <a:lnTo>
                  <a:pt x="532066" y="510420"/>
                </a:lnTo>
                <a:lnTo>
                  <a:pt x="557784" y="509015"/>
                </a:lnTo>
                <a:lnTo>
                  <a:pt x="557784" y="510420"/>
                </a:lnTo>
                <a:close/>
              </a:path>
            </a:pathLst>
          </a:custGeom>
          <a:solidFill>
            <a:srgbClr val="3333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5737859" y="1272540"/>
            <a:ext cx="541020" cy="558165"/>
          </a:xfrm>
          <a:custGeom>
            <a:avLst/>
            <a:gdLst/>
            <a:ahLst/>
            <a:cxnLst/>
            <a:rect l="l" t="t" r="r" b="b"/>
            <a:pathLst>
              <a:path w="541020" h="558164">
                <a:moveTo>
                  <a:pt x="30480" y="79247"/>
                </a:moveTo>
                <a:lnTo>
                  <a:pt x="30480" y="70104"/>
                </a:lnTo>
                <a:lnTo>
                  <a:pt x="74247" y="63865"/>
                </a:lnTo>
                <a:lnTo>
                  <a:pt x="114300" y="56769"/>
                </a:lnTo>
                <a:lnTo>
                  <a:pt x="184404" y="41147"/>
                </a:lnTo>
                <a:lnTo>
                  <a:pt x="236791" y="23241"/>
                </a:lnTo>
                <a:lnTo>
                  <a:pt x="269748" y="3047"/>
                </a:lnTo>
                <a:lnTo>
                  <a:pt x="312420" y="48768"/>
                </a:lnTo>
                <a:lnTo>
                  <a:pt x="295894" y="49625"/>
                </a:lnTo>
                <a:lnTo>
                  <a:pt x="271653" y="52197"/>
                </a:lnTo>
                <a:lnTo>
                  <a:pt x="239982" y="56483"/>
                </a:lnTo>
                <a:lnTo>
                  <a:pt x="201168" y="62484"/>
                </a:lnTo>
                <a:lnTo>
                  <a:pt x="201168" y="67056"/>
                </a:lnTo>
                <a:lnTo>
                  <a:pt x="167640" y="67056"/>
                </a:lnTo>
                <a:lnTo>
                  <a:pt x="133564" y="71104"/>
                </a:lnTo>
                <a:lnTo>
                  <a:pt x="99631" y="74295"/>
                </a:lnTo>
                <a:lnTo>
                  <a:pt x="30480" y="79247"/>
                </a:lnTo>
                <a:close/>
              </a:path>
              <a:path w="541020" h="558164">
                <a:moveTo>
                  <a:pt x="201168" y="184404"/>
                </a:moveTo>
                <a:lnTo>
                  <a:pt x="167640" y="184404"/>
                </a:lnTo>
                <a:lnTo>
                  <a:pt x="167640" y="67056"/>
                </a:lnTo>
                <a:lnTo>
                  <a:pt x="201168" y="67056"/>
                </a:lnTo>
                <a:lnTo>
                  <a:pt x="201168" y="184404"/>
                </a:lnTo>
                <a:close/>
              </a:path>
              <a:path w="541020" h="558164">
                <a:moveTo>
                  <a:pt x="21336" y="205740"/>
                </a:moveTo>
                <a:lnTo>
                  <a:pt x="0" y="184404"/>
                </a:lnTo>
                <a:lnTo>
                  <a:pt x="265176" y="184404"/>
                </a:lnTo>
                <a:lnTo>
                  <a:pt x="295656" y="153923"/>
                </a:lnTo>
                <a:lnTo>
                  <a:pt x="341376" y="199644"/>
                </a:lnTo>
                <a:lnTo>
                  <a:pt x="79248" y="199644"/>
                </a:lnTo>
                <a:lnTo>
                  <a:pt x="63769" y="199953"/>
                </a:lnTo>
                <a:lnTo>
                  <a:pt x="49149" y="200977"/>
                </a:lnTo>
                <a:lnTo>
                  <a:pt x="35099" y="202858"/>
                </a:lnTo>
                <a:lnTo>
                  <a:pt x="21336" y="205740"/>
                </a:lnTo>
                <a:close/>
              </a:path>
              <a:path w="541020" h="558164">
                <a:moveTo>
                  <a:pt x="7620" y="455676"/>
                </a:moveTo>
                <a:lnTo>
                  <a:pt x="0" y="448056"/>
                </a:lnTo>
                <a:lnTo>
                  <a:pt x="38862" y="406160"/>
                </a:lnTo>
                <a:lnTo>
                  <a:pt x="73152" y="364348"/>
                </a:lnTo>
                <a:lnTo>
                  <a:pt x="102870" y="322707"/>
                </a:lnTo>
                <a:lnTo>
                  <a:pt x="128016" y="281319"/>
                </a:lnTo>
                <a:lnTo>
                  <a:pt x="148590" y="240269"/>
                </a:lnTo>
                <a:lnTo>
                  <a:pt x="164592" y="199644"/>
                </a:lnTo>
                <a:lnTo>
                  <a:pt x="201168" y="199644"/>
                </a:lnTo>
                <a:lnTo>
                  <a:pt x="201168" y="256032"/>
                </a:lnTo>
                <a:lnTo>
                  <a:pt x="230333" y="268224"/>
                </a:lnTo>
                <a:lnTo>
                  <a:pt x="201168" y="268224"/>
                </a:lnTo>
                <a:lnTo>
                  <a:pt x="201168" y="280416"/>
                </a:lnTo>
                <a:lnTo>
                  <a:pt x="167640" y="280416"/>
                </a:lnTo>
                <a:lnTo>
                  <a:pt x="138562" y="321759"/>
                </a:lnTo>
                <a:lnTo>
                  <a:pt x="108021" y="359883"/>
                </a:lnTo>
                <a:lnTo>
                  <a:pt x="76017" y="394862"/>
                </a:lnTo>
                <a:lnTo>
                  <a:pt x="42550" y="426768"/>
                </a:lnTo>
                <a:lnTo>
                  <a:pt x="7620" y="455676"/>
                </a:lnTo>
                <a:close/>
              </a:path>
              <a:path w="541020" h="558164">
                <a:moveTo>
                  <a:pt x="300228" y="368808"/>
                </a:moveTo>
                <a:lnTo>
                  <a:pt x="298704" y="368808"/>
                </a:lnTo>
                <a:lnTo>
                  <a:pt x="294727" y="367379"/>
                </a:lnTo>
                <a:lnTo>
                  <a:pt x="289750" y="363093"/>
                </a:lnTo>
                <a:lnTo>
                  <a:pt x="283916" y="355949"/>
                </a:lnTo>
                <a:lnTo>
                  <a:pt x="277368" y="345948"/>
                </a:lnTo>
                <a:lnTo>
                  <a:pt x="264818" y="328231"/>
                </a:lnTo>
                <a:lnTo>
                  <a:pt x="247840" y="309372"/>
                </a:lnTo>
                <a:lnTo>
                  <a:pt x="226575" y="289369"/>
                </a:lnTo>
                <a:lnTo>
                  <a:pt x="201168" y="268224"/>
                </a:lnTo>
                <a:lnTo>
                  <a:pt x="230333" y="268224"/>
                </a:lnTo>
                <a:lnTo>
                  <a:pt x="279082" y="290512"/>
                </a:lnTo>
                <a:lnTo>
                  <a:pt x="309848" y="320111"/>
                </a:lnTo>
                <a:lnTo>
                  <a:pt x="312420" y="338328"/>
                </a:lnTo>
                <a:lnTo>
                  <a:pt x="312420" y="345948"/>
                </a:lnTo>
                <a:lnTo>
                  <a:pt x="310896" y="353568"/>
                </a:lnTo>
                <a:lnTo>
                  <a:pt x="307848" y="359664"/>
                </a:lnTo>
                <a:lnTo>
                  <a:pt x="303276" y="365760"/>
                </a:lnTo>
                <a:lnTo>
                  <a:pt x="300228" y="368808"/>
                </a:lnTo>
                <a:close/>
              </a:path>
              <a:path w="541020" h="558164">
                <a:moveTo>
                  <a:pt x="164592" y="557784"/>
                </a:moveTo>
                <a:lnTo>
                  <a:pt x="165711" y="516659"/>
                </a:lnTo>
                <a:lnTo>
                  <a:pt x="166687" y="482536"/>
                </a:lnTo>
                <a:lnTo>
                  <a:pt x="167375" y="455676"/>
                </a:lnTo>
                <a:lnTo>
                  <a:pt x="167640" y="435864"/>
                </a:lnTo>
                <a:lnTo>
                  <a:pt x="167640" y="280416"/>
                </a:lnTo>
                <a:lnTo>
                  <a:pt x="201168" y="280416"/>
                </a:lnTo>
                <a:lnTo>
                  <a:pt x="201191" y="484870"/>
                </a:lnTo>
                <a:lnTo>
                  <a:pt x="201358" y="505968"/>
                </a:lnTo>
                <a:lnTo>
                  <a:pt x="201810" y="524779"/>
                </a:lnTo>
                <a:lnTo>
                  <a:pt x="202692" y="541020"/>
                </a:lnTo>
                <a:lnTo>
                  <a:pt x="164592" y="557784"/>
                </a:lnTo>
                <a:close/>
              </a:path>
              <a:path w="541020" h="558164">
                <a:moveTo>
                  <a:pt x="520561" y="495300"/>
                </a:moveTo>
                <a:lnTo>
                  <a:pt x="463296" y="495300"/>
                </a:lnTo>
                <a:lnTo>
                  <a:pt x="474178" y="493275"/>
                </a:lnTo>
                <a:lnTo>
                  <a:pt x="481774" y="487108"/>
                </a:lnTo>
                <a:lnTo>
                  <a:pt x="486227" y="476654"/>
                </a:lnTo>
                <a:lnTo>
                  <a:pt x="487680" y="461772"/>
                </a:lnTo>
                <a:lnTo>
                  <a:pt x="487656" y="74795"/>
                </a:lnTo>
                <a:lnTo>
                  <a:pt x="487489" y="50101"/>
                </a:lnTo>
                <a:lnTo>
                  <a:pt x="487011" y="24384"/>
                </a:lnTo>
                <a:lnTo>
                  <a:pt x="486156" y="0"/>
                </a:lnTo>
                <a:lnTo>
                  <a:pt x="541020" y="24384"/>
                </a:lnTo>
                <a:lnTo>
                  <a:pt x="521208" y="41147"/>
                </a:lnTo>
                <a:lnTo>
                  <a:pt x="521140" y="487108"/>
                </a:lnTo>
                <a:lnTo>
                  <a:pt x="520561" y="495300"/>
                </a:lnTo>
                <a:close/>
              </a:path>
              <a:path w="541020" h="558164">
                <a:moveTo>
                  <a:pt x="362712" y="417576"/>
                </a:moveTo>
                <a:lnTo>
                  <a:pt x="363831" y="373546"/>
                </a:lnTo>
                <a:lnTo>
                  <a:pt x="364807" y="328231"/>
                </a:lnTo>
                <a:lnTo>
                  <a:pt x="365498" y="281487"/>
                </a:lnTo>
                <a:lnTo>
                  <a:pt x="365760" y="233171"/>
                </a:lnTo>
                <a:lnTo>
                  <a:pt x="365712" y="186618"/>
                </a:lnTo>
                <a:lnTo>
                  <a:pt x="365379" y="145351"/>
                </a:lnTo>
                <a:lnTo>
                  <a:pt x="364474" y="109513"/>
                </a:lnTo>
                <a:lnTo>
                  <a:pt x="362712" y="79247"/>
                </a:lnTo>
                <a:lnTo>
                  <a:pt x="416052" y="108204"/>
                </a:lnTo>
                <a:lnTo>
                  <a:pt x="396240" y="124968"/>
                </a:lnTo>
                <a:lnTo>
                  <a:pt x="396306" y="328231"/>
                </a:lnTo>
                <a:lnTo>
                  <a:pt x="396501" y="343376"/>
                </a:lnTo>
                <a:lnTo>
                  <a:pt x="397192" y="363093"/>
                </a:lnTo>
                <a:lnTo>
                  <a:pt x="398168" y="382238"/>
                </a:lnTo>
                <a:lnTo>
                  <a:pt x="399288" y="400812"/>
                </a:lnTo>
                <a:lnTo>
                  <a:pt x="362712" y="417576"/>
                </a:lnTo>
                <a:close/>
              </a:path>
              <a:path w="541020" h="558164">
                <a:moveTo>
                  <a:pt x="466344" y="557784"/>
                </a:moveTo>
                <a:lnTo>
                  <a:pt x="460605" y="537781"/>
                </a:lnTo>
                <a:lnTo>
                  <a:pt x="443293" y="521208"/>
                </a:lnTo>
                <a:lnTo>
                  <a:pt x="414266" y="508063"/>
                </a:lnTo>
                <a:lnTo>
                  <a:pt x="373380" y="498348"/>
                </a:lnTo>
                <a:lnTo>
                  <a:pt x="373380" y="489204"/>
                </a:lnTo>
                <a:lnTo>
                  <a:pt x="448175" y="494133"/>
                </a:lnTo>
                <a:lnTo>
                  <a:pt x="463296" y="495300"/>
                </a:lnTo>
                <a:lnTo>
                  <a:pt x="520561" y="495300"/>
                </a:lnTo>
                <a:lnTo>
                  <a:pt x="519493" y="510420"/>
                </a:lnTo>
                <a:lnTo>
                  <a:pt x="509778" y="530542"/>
                </a:lnTo>
                <a:lnTo>
                  <a:pt x="492061" y="546377"/>
                </a:lnTo>
                <a:lnTo>
                  <a:pt x="466344" y="557784"/>
                </a:lnTo>
                <a:close/>
              </a:path>
            </a:pathLst>
          </a:custGeom>
          <a:solidFill>
            <a:srgbClr val="3333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6347459" y="1271016"/>
            <a:ext cx="554990" cy="554990"/>
          </a:xfrm>
          <a:custGeom>
            <a:avLst/>
            <a:gdLst/>
            <a:ahLst/>
            <a:cxnLst/>
            <a:rect l="l" t="t" r="r" b="b"/>
            <a:pathLst>
              <a:path w="554990" h="554989">
                <a:moveTo>
                  <a:pt x="323088" y="88392"/>
                </a:moveTo>
                <a:lnTo>
                  <a:pt x="298704" y="88392"/>
                </a:lnTo>
                <a:lnTo>
                  <a:pt x="296441" y="69556"/>
                </a:lnTo>
                <a:lnTo>
                  <a:pt x="289750" y="49720"/>
                </a:lnTo>
                <a:lnTo>
                  <a:pt x="278772" y="29027"/>
                </a:lnTo>
                <a:lnTo>
                  <a:pt x="263652" y="7620"/>
                </a:lnTo>
                <a:lnTo>
                  <a:pt x="268224" y="0"/>
                </a:lnTo>
                <a:lnTo>
                  <a:pt x="312610" y="22669"/>
                </a:lnTo>
                <a:lnTo>
                  <a:pt x="336804" y="53340"/>
                </a:lnTo>
                <a:lnTo>
                  <a:pt x="336804" y="57912"/>
                </a:lnTo>
                <a:lnTo>
                  <a:pt x="335946" y="65031"/>
                </a:lnTo>
                <a:lnTo>
                  <a:pt x="333375" y="72580"/>
                </a:lnTo>
                <a:lnTo>
                  <a:pt x="329088" y="80414"/>
                </a:lnTo>
                <a:lnTo>
                  <a:pt x="323088" y="88392"/>
                </a:lnTo>
                <a:close/>
              </a:path>
              <a:path w="554990" h="554989">
                <a:moveTo>
                  <a:pt x="541020" y="88392"/>
                </a:moveTo>
                <a:lnTo>
                  <a:pt x="463296" y="88392"/>
                </a:lnTo>
                <a:lnTo>
                  <a:pt x="502920" y="50292"/>
                </a:lnTo>
                <a:lnTo>
                  <a:pt x="541020" y="88392"/>
                </a:lnTo>
                <a:close/>
              </a:path>
              <a:path w="554990" h="554989">
                <a:moveTo>
                  <a:pt x="7620" y="554736"/>
                </a:moveTo>
                <a:lnTo>
                  <a:pt x="0" y="547116"/>
                </a:lnTo>
                <a:lnTo>
                  <a:pt x="22002" y="515373"/>
                </a:lnTo>
                <a:lnTo>
                  <a:pt x="40005" y="481774"/>
                </a:lnTo>
                <a:lnTo>
                  <a:pt x="54006" y="446174"/>
                </a:lnTo>
                <a:lnTo>
                  <a:pt x="64008" y="408432"/>
                </a:lnTo>
                <a:lnTo>
                  <a:pt x="71770" y="368427"/>
                </a:lnTo>
                <a:lnTo>
                  <a:pt x="76962" y="323850"/>
                </a:lnTo>
                <a:lnTo>
                  <a:pt x="79867" y="274701"/>
                </a:lnTo>
                <a:lnTo>
                  <a:pt x="80702" y="225100"/>
                </a:lnTo>
                <a:lnTo>
                  <a:pt x="80695" y="155448"/>
                </a:lnTo>
                <a:lnTo>
                  <a:pt x="80581" y="125920"/>
                </a:lnTo>
                <a:lnTo>
                  <a:pt x="80129" y="90892"/>
                </a:lnTo>
                <a:lnTo>
                  <a:pt x="79248" y="64008"/>
                </a:lnTo>
                <a:lnTo>
                  <a:pt x="124968" y="88392"/>
                </a:lnTo>
                <a:lnTo>
                  <a:pt x="541020" y="88392"/>
                </a:lnTo>
                <a:lnTo>
                  <a:pt x="554735" y="102108"/>
                </a:lnTo>
                <a:lnTo>
                  <a:pt x="117348" y="102108"/>
                </a:lnTo>
                <a:lnTo>
                  <a:pt x="117144" y="169235"/>
                </a:lnTo>
                <a:lnTo>
                  <a:pt x="116518" y="225100"/>
                </a:lnTo>
                <a:lnTo>
                  <a:pt x="115372" y="271966"/>
                </a:lnTo>
                <a:lnTo>
                  <a:pt x="111252" y="336804"/>
                </a:lnTo>
                <a:lnTo>
                  <a:pt x="100584" y="393573"/>
                </a:lnTo>
                <a:lnTo>
                  <a:pt x="80772" y="448056"/>
                </a:lnTo>
                <a:lnTo>
                  <a:pt x="51054" y="501967"/>
                </a:lnTo>
                <a:lnTo>
                  <a:pt x="31051" y="528423"/>
                </a:lnTo>
                <a:lnTo>
                  <a:pt x="7620" y="554736"/>
                </a:lnTo>
                <a:close/>
              </a:path>
              <a:path w="554990" h="554989">
                <a:moveTo>
                  <a:pt x="327660" y="341376"/>
                </a:moveTo>
                <a:lnTo>
                  <a:pt x="294131" y="341376"/>
                </a:lnTo>
                <a:lnTo>
                  <a:pt x="294116" y="190500"/>
                </a:lnTo>
                <a:lnTo>
                  <a:pt x="293990" y="168505"/>
                </a:lnTo>
                <a:lnTo>
                  <a:pt x="293751" y="152590"/>
                </a:lnTo>
                <a:lnTo>
                  <a:pt x="292846" y="131897"/>
                </a:lnTo>
                <a:lnTo>
                  <a:pt x="291084" y="112776"/>
                </a:lnTo>
                <a:lnTo>
                  <a:pt x="348996" y="138684"/>
                </a:lnTo>
                <a:lnTo>
                  <a:pt x="327660" y="155448"/>
                </a:lnTo>
                <a:lnTo>
                  <a:pt x="327660" y="222503"/>
                </a:lnTo>
                <a:lnTo>
                  <a:pt x="512064" y="222503"/>
                </a:lnTo>
                <a:lnTo>
                  <a:pt x="525780" y="236220"/>
                </a:lnTo>
                <a:lnTo>
                  <a:pt x="327660" y="236220"/>
                </a:lnTo>
                <a:lnTo>
                  <a:pt x="327660" y="341376"/>
                </a:lnTo>
                <a:close/>
              </a:path>
              <a:path w="554990" h="554989">
                <a:moveTo>
                  <a:pt x="512064" y="222503"/>
                </a:moveTo>
                <a:lnTo>
                  <a:pt x="449580" y="222503"/>
                </a:lnTo>
                <a:lnTo>
                  <a:pt x="480060" y="190500"/>
                </a:lnTo>
                <a:lnTo>
                  <a:pt x="512064" y="222503"/>
                </a:lnTo>
                <a:close/>
              </a:path>
              <a:path w="554990" h="554989">
                <a:moveTo>
                  <a:pt x="491351" y="341376"/>
                </a:moveTo>
                <a:lnTo>
                  <a:pt x="445008" y="341376"/>
                </a:lnTo>
                <a:lnTo>
                  <a:pt x="463296" y="318515"/>
                </a:lnTo>
                <a:lnTo>
                  <a:pt x="491351" y="341376"/>
                </a:lnTo>
                <a:close/>
              </a:path>
              <a:path w="554990" h="554989">
                <a:moveTo>
                  <a:pt x="169164" y="554736"/>
                </a:moveTo>
                <a:lnTo>
                  <a:pt x="171259" y="493204"/>
                </a:lnTo>
                <a:lnTo>
                  <a:pt x="172108" y="448056"/>
                </a:lnTo>
                <a:lnTo>
                  <a:pt x="172116" y="427624"/>
                </a:lnTo>
                <a:lnTo>
                  <a:pt x="171950" y="410479"/>
                </a:lnTo>
                <a:lnTo>
                  <a:pt x="171259" y="382143"/>
                </a:lnTo>
                <a:lnTo>
                  <a:pt x="170281" y="352044"/>
                </a:lnTo>
                <a:lnTo>
                  <a:pt x="169164" y="320040"/>
                </a:lnTo>
                <a:lnTo>
                  <a:pt x="210312" y="341376"/>
                </a:lnTo>
                <a:lnTo>
                  <a:pt x="491351" y="341376"/>
                </a:lnTo>
                <a:lnTo>
                  <a:pt x="504444" y="352044"/>
                </a:lnTo>
                <a:lnTo>
                  <a:pt x="499456" y="356616"/>
                </a:lnTo>
                <a:lnTo>
                  <a:pt x="205740" y="356616"/>
                </a:lnTo>
                <a:lnTo>
                  <a:pt x="205740" y="487680"/>
                </a:lnTo>
                <a:lnTo>
                  <a:pt x="486540" y="487680"/>
                </a:lnTo>
                <a:lnTo>
                  <a:pt x="486751" y="502920"/>
                </a:lnTo>
                <a:lnTo>
                  <a:pt x="205740" y="502920"/>
                </a:lnTo>
                <a:lnTo>
                  <a:pt x="205740" y="541020"/>
                </a:lnTo>
                <a:lnTo>
                  <a:pt x="169164" y="554736"/>
                </a:lnTo>
                <a:close/>
              </a:path>
              <a:path w="554990" h="554989">
                <a:moveTo>
                  <a:pt x="486540" y="487680"/>
                </a:moveTo>
                <a:lnTo>
                  <a:pt x="449580" y="487680"/>
                </a:lnTo>
                <a:lnTo>
                  <a:pt x="449580" y="356616"/>
                </a:lnTo>
                <a:lnTo>
                  <a:pt x="499456" y="356616"/>
                </a:lnTo>
                <a:lnTo>
                  <a:pt x="486156" y="368808"/>
                </a:lnTo>
                <a:lnTo>
                  <a:pt x="486253" y="448056"/>
                </a:lnTo>
                <a:lnTo>
                  <a:pt x="486369" y="475226"/>
                </a:lnTo>
                <a:lnTo>
                  <a:pt x="486540" y="487680"/>
                </a:lnTo>
                <a:close/>
              </a:path>
              <a:path w="554990" h="554989">
                <a:moveTo>
                  <a:pt x="449580" y="541020"/>
                </a:moveTo>
                <a:lnTo>
                  <a:pt x="449580" y="502920"/>
                </a:lnTo>
                <a:lnTo>
                  <a:pt x="486751" y="502920"/>
                </a:lnTo>
                <a:lnTo>
                  <a:pt x="486798" y="506396"/>
                </a:lnTo>
                <a:lnTo>
                  <a:pt x="487680" y="525780"/>
                </a:lnTo>
                <a:lnTo>
                  <a:pt x="449580" y="541020"/>
                </a:lnTo>
                <a:close/>
              </a:path>
            </a:pathLst>
          </a:custGeom>
          <a:solidFill>
            <a:srgbClr val="3333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6957059" y="1278636"/>
            <a:ext cx="567055" cy="542925"/>
          </a:xfrm>
          <a:custGeom>
            <a:avLst/>
            <a:gdLst/>
            <a:ahLst/>
            <a:cxnLst/>
            <a:rect l="l" t="t" r="r" b="b"/>
            <a:pathLst>
              <a:path w="567054" h="542925">
                <a:moveTo>
                  <a:pt x="364236" y="123444"/>
                </a:moveTo>
                <a:lnTo>
                  <a:pt x="332232" y="123444"/>
                </a:lnTo>
                <a:lnTo>
                  <a:pt x="332158" y="74676"/>
                </a:lnTo>
                <a:lnTo>
                  <a:pt x="332033" y="50363"/>
                </a:lnTo>
                <a:lnTo>
                  <a:pt x="331589" y="22502"/>
                </a:lnTo>
                <a:lnTo>
                  <a:pt x="330708" y="0"/>
                </a:lnTo>
                <a:lnTo>
                  <a:pt x="385572" y="22860"/>
                </a:lnTo>
                <a:lnTo>
                  <a:pt x="364236" y="42672"/>
                </a:lnTo>
                <a:lnTo>
                  <a:pt x="364236" y="123444"/>
                </a:lnTo>
                <a:close/>
              </a:path>
              <a:path w="567054" h="542925">
                <a:moveTo>
                  <a:pt x="115824" y="140208"/>
                </a:moveTo>
                <a:lnTo>
                  <a:pt x="109728" y="140208"/>
                </a:lnTo>
                <a:lnTo>
                  <a:pt x="106680" y="132588"/>
                </a:lnTo>
                <a:lnTo>
                  <a:pt x="103632" y="117348"/>
                </a:lnTo>
                <a:lnTo>
                  <a:pt x="98131" y="100179"/>
                </a:lnTo>
                <a:lnTo>
                  <a:pt x="90487" y="80581"/>
                </a:lnTo>
                <a:lnTo>
                  <a:pt x="80271" y="58412"/>
                </a:lnTo>
                <a:lnTo>
                  <a:pt x="67056" y="33528"/>
                </a:lnTo>
                <a:lnTo>
                  <a:pt x="74676" y="30480"/>
                </a:lnTo>
                <a:lnTo>
                  <a:pt x="106299" y="54292"/>
                </a:lnTo>
                <a:lnTo>
                  <a:pt x="133111" y="83581"/>
                </a:lnTo>
                <a:lnTo>
                  <a:pt x="138922" y="100822"/>
                </a:lnTo>
                <a:lnTo>
                  <a:pt x="138684" y="109728"/>
                </a:lnTo>
                <a:lnTo>
                  <a:pt x="136993" y="117157"/>
                </a:lnTo>
                <a:lnTo>
                  <a:pt x="134302" y="123444"/>
                </a:lnTo>
                <a:lnTo>
                  <a:pt x="130754" y="128587"/>
                </a:lnTo>
                <a:lnTo>
                  <a:pt x="126492" y="132588"/>
                </a:lnTo>
                <a:lnTo>
                  <a:pt x="120396" y="138684"/>
                </a:lnTo>
                <a:lnTo>
                  <a:pt x="115824" y="140208"/>
                </a:lnTo>
                <a:close/>
              </a:path>
              <a:path w="567054" h="542925">
                <a:moveTo>
                  <a:pt x="193548" y="216407"/>
                </a:moveTo>
                <a:lnTo>
                  <a:pt x="185928" y="211836"/>
                </a:lnTo>
                <a:lnTo>
                  <a:pt x="200787" y="185808"/>
                </a:lnTo>
                <a:lnTo>
                  <a:pt x="213360" y="160210"/>
                </a:lnTo>
                <a:lnTo>
                  <a:pt x="231648" y="109728"/>
                </a:lnTo>
                <a:lnTo>
                  <a:pt x="241554" y="66484"/>
                </a:lnTo>
                <a:lnTo>
                  <a:pt x="246888" y="38100"/>
                </a:lnTo>
                <a:lnTo>
                  <a:pt x="294132" y="67056"/>
                </a:lnTo>
                <a:lnTo>
                  <a:pt x="275844" y="76200"/>
                </a:lnTo>
                <a:lnTo>
                  <a:pt x="270343" y="87868"/>
                </a:lnTo>
                <a:lnTo>
                  <a:pt x="264985" y="99822"/>
                </a:lnTo>
                <a:lnTo>
                  <a:pt x="259341" y="111775"/>
                </a:lnTo>
                <a:lnTo>
                  <a:pt x="252984" y="123444"/>
                </a:lnTo>
                <a:lnTo>
                  <a:pt x="486156" y="123444"/>
                </a:lnTo>
                <a:lnTo>
                  <a:pt x="499872" y="138684"/>
                </a:lnTo>
                <a:lnTo>
                  <a:pt x="248412" y="138684"/>
                </a:lnTo>
                <a:lnTo>
                  <a:pt x="237267" y="159186"/>
                </a:lnTo>
                <a:lnTo>
                  <a:pt x="224409" y="179260"/>
                </a:lnTo>
                <a:lnTo>
                  <a:pt x="209835" y="198477"/>
                </a:lnTo>
                <a:lnTo>
                  <a:pt x="193548" y="216407"/>
                </a:lnTo>
                <a:close/>
              </a:path>
              <a:path w="567054" h="542925">
                <a:moveTo>
                  <a:pt x="486156" y="123444"/>
                </a:moveTo>
                <a:lnTo>
                  <a:pt x="428244" y="123444"/>
                </a:lnTo>
                <a:lnTo>
                  <a:pt x="458724" y="92964"/>
                </a:lnTo>
                <a:lnTo>
                  <a:pt x="486156" y="123444"/>
                </a:lnTo>
                <a:close/>
              </a:path>
              <a:path w="567054" h="542925">
                <a:moveTo>
                  <a:pt x="364236" y="236219"/>
                </a:moveTo>
                <a:lnTo>
                  <a:pt x="332232" y="236219"/>
                </a:lnTo>
                <a:lnTo>
                  <a:pt x="332232" y="138684"/>
                </a:lnTo>
                <a:lnTo>
                  <a:pt x="364236" y="138684"/>
                </a:lnTo>
                <a:lnTo>
                  <a:pt x="364236" y="236219"/>
                </a:lnTo>
                <a:close/>
              </a:path>
              <a:path w="567054" h="542925">
                <a:moveTo>
                  <a:pt x="25907" y="240792"/>
                </a:moveTo>
                <a:lnTo>
                  <a:pt x="4571" y="219456"/>
                </a:lnTo>
                <a:lnTo>
                  <a:pt x="96012" y="219456"/>
                </a:lnTo>
                <a:lnTo>
                  <a:pt x="112776" y="195072"/>
                </a:lnTo>
                <a:lnTo>
                  <a:pt x="150876" y="224028"/>
                </a:lnTo>
                <a:lnTo>
                  <a:pt x="139238" y="233172"/>
                </a:lnTo>
                <a:lnTo>
                  <a:pt x="67056" y="233172"/>
                </a:lnTo>
                <a:lnTo>
                  <a:pt x="59340" y="233719"/>
                </a:lnTo>
                <a:lnTo>
                  <a:pt x="49910" y="235267"/>
                </a:lnTo>
                <a:lnTo>
                  <a:pt x="38766" y="237672"/>
                </a:lnTo>
                <a:lnTo>
                  <a:pt x="25907" y="240792"/>
                </a:lnTo>
                <a:close/>
              </a:path>
              <a:path w="567054" h="542925">
                <a:moveTo>
                  <a:pt x="184404" y="257556"/>
                </a:moveTo>
                <a:lnTo>
                  <a:pt x="163068" y="236219"/>
                </a:lnTo>
                <a:lnTo>
                  <a:pt x="464820" y="236219"/>
                </a:lnTo>
                <a:lnTo>
                  <a:pt x="495300" y="205740"/>
                </a:lnTo>
                <a:lnTo>
                  <a:pt x="537972" y="249936"/>
                </a:lnTo>
                <a:lnTo>
                  <a:pt x="230124" y="249936"/>
                </a:lnTo>
                <a:lnTo>
                  <a:pt x="219765" y="250483"/>
                </a:lnTo>
                <a:lnTo>
                  <a:pt x="208978" y="252031"/>
                </a:lnTo>
                <a:lnTo>
                  <a:pt x="197334" y="254436"/>
                </a:lnTo>
                <a:lnTo>
                  <a:pt x="184404" y="257556"/>
                </a:lnTo>
                <a:close/>
              </a:path>
              <a:path w="567054" h="542925">
                <a:moveTo>
                  <a:pt x="36576" y="518160"/>
                </a:moveTo>
                <a:lnTo>
                  <a:pt x="0" y="487680"/>
                </a:lnTo>
                <a:lnTo>
                  <a:pt x="22312" y="469344"/>
                </a:lnTo>
                <a:lnTo>
                  <a:pt x="45910" y="453009"/>
                </a:lnTo>
                <a:lnTo>
                  <a:pt x="70937" y="438388"/>
                </a:lnTo>
                <a:lnTo>
                  <a:pt x="97536" y="425196"/>
                </a:lnTo>
                <a:lnTo>
                  <a:pt x="97536" y="233172"/>
                </a:lnTo>
                <a:lnTo>
                  <a:pt x="139238" y="233172"/>
                </a:lnTo>
                <a:lnTo>
                  <a:pt x="129540" y="240792"/>
                </a:lnTo>
                <a:lnTo>
                  <a:pt x="129603" y="429841"/>
                </a:lnTo>
                <a:lnTo>
                  <a:pt x="140970" y="442960"/>
                </a:lnTo>
                <a:lnTo>
                  <a:pt x="142929" y="444722"/>
                </a:lnTo>
                <a:lnTo>
                  <a:pt x="107465" y="444722"/>
                </a:lnTo>
                <a:lnTo>
                  <a:pt x="74676" y="467868"/>
                </a:lnTo>
                <a:lnTo>
                  <a:pt x="42314" y="507301"/>
                </a:lnTo>
                <a:lnTo>
                  <a:pt x="36576" y="518160"/>
                </a:lnTo>
                <a:close/>
              </a:path>
              <a:path w="567054" h="542925">
                <a:moveTo>
                  <a:pt x="175260" y="466344"/>
                </a:moveTo>
                <a:lnTo>
                  <a:pt x="170688" y="458724"/>
                </a:lnTo>
                <a:lnTo>
                  <a:pt x="208739" y="429841"/>
                </a:lnTo>
                <a:lnTo>
                  <a:pt x="238816" y="394447"/>
                </a:lnTo>
                <a:lnTo>
                  <a:pt x="260994" y="352617"/>
                </a:lnTo>
                <a:lnTo>
                  <a:pt x="275344" y="304422"/>
                </a:lnTo>
                <a:lnTo>
                  <a:pt x="281940" y="249936"/>
                </a:lnTo>
                <a:lnTo>
                  <a:pt x="315468" y="249936"/>
                </a:lnTo>
                <a:lnTo>
                  <a:pt x="309633" y="301632"/>
                </a:lnTo>
                <a:lnTo>
                  <a:pt x="296728" y="347020"/>
                </a:lnTo>
                <a:lnTo>
                  <a:pt x="276796" y="386143"/>
                </a:lnTo>
                <a:lnTo>
                  <a:pt x="249879" y="419043"/>
                </a:lnTo>
                <a:lnTo>
                  <a:pt x="216019" y="445762"/>
                </a:lnTo>
                <a:lnTo>
                  <a:pt x="175260" y="466344"/>
                </a:lnTo>
                <a:close/>
              </a:path>
              <a:path w="567054" h="542925">
                <a:moveTo>
                  <a:pt x="490728" y="455676"/>
                </a:moveTo>
                <a:lnTo>
                  <a:pt x="416052" y="455676"/>
                </a:lnTo>
                <a:lnTo>
                  <a:pt x="396311" y="451985"/>
                </a:lnTo>
                <a:lnTo>
                  <a:pt x="382714" y="443293"/>
                </a:lnTo>
                <a:lnTo>
                  <a:pt x="375131" y="429768"/>
                </a:lnTo>
                <a:lnTo>
                  <a:pt x="373380" y="411480"/>
                </a:lnTo>
                <a:lnTo>
                  <a:pt x="373380" y="249936"/>
                </a:lnTo>
                <a:lnTo>
                  <a:pt x="403860" y="249936"/>
                </a:lnTo>
                <a:lnTo>
                  <a:pt x="403881" y="399549"/>
                </a:lnTo>
                <a:lnTo>
                  <a:pt x="405003" y="413265"/>
                </a:lnTo>
                <a:lnTo>
                  <a:pt x="410718" y="423100"/>
                </a:lnTo>
                <a:lnTo>
                  <a:pt x="421005" y="428648"/>
                </a:lnTo>
                <a:lnTo>
                  <a:pt x="435864" y="429768"/>
                </a:lnTo>
                <a:lnTo>
                  <a:pt x="545983" y="429768"/>
                </a:lnTo>
                <a:lnTo>
                  <a:pt x="540019" y="440031"/>
                </a:lnTo>
                <a:lnTo>
                  <a:pt x="527685" y="450151"/>
                </a:lnTo>
                <a:lnTo>
                  <a:pt x="511349" y="455414"/>
                </a:lnTo>
                <a:lnTo>
                  <a:pt x="490728" y="455676"/>
                </a:lnTo>
                <a:close/>
              </a:path>
              <a:path w="567054" h="542925">
                <a:moveTo>
                  <a:pt x="545983" y="429768"/>
                </a:moveTo>
                <a:lnTo>
                  <a:pt x="473964" y="429768"/>
                </a:lnTo>
                <a:lnTo>
                  <a:pt x="483369" y="429482"/>
                </a:lnTo>
                <a:lnTo>
                  <a:pt x="490918" y="426339"/>
                </a:lnTo>
                <a:lnTo>
                  <a:pt x="504444" y="382333"/>
                </a:lnTo>
                <a:lnTo>
                  <a:pt x="509016" y="333756"/>
                </a:lnTo>
                <a:lnTo>
                  <a:pt x="519684" y="333756"/>
                </a:lnTo>
                <a:lnTo>
                  <a:pt x="521612" y="386691"/>
                </a:lnTo>
                <a:lnTo>
                  <a:pt x="538591" y="421790"/>
                </a:lnTo>
                <a:lnTo>
                  <a:pt x="548640" y="425196"/>
                </a:lnTo>
                <a:lnTo>
                  <a:pt x="545983" y="429768"/>
                </a:lnTo>
                <a:close/>
              </a:path>
              <a:path w="567054" h="542925">
                <a:moveTo>
                  <a:pt x="516636" y="542544"/>
                </a:moveTo>
                <a:lnTo>
                  <a:pt x="336804" y="537972"/>
                </a:lnTo>
                <a:lnTo>
                  <a:pt x="274320" y="532257"/>
                </a:lnTo>
                <a:lnTo>
                  <a:pt x="225552" y="519684"/>
                </a:lnTo>
                <a:lnTo>
                  <a:pt x="185737" y="501015"/>
                </a:lnTo>
                <a:lnTo>
                  <a:pt x="153924" y="475487"/>
                </a:lnTo>
                <a:lnTo>
                  <a:pt x="140231" y="464081"/>
                </a:lnTo>
                <a:lnTo>
                  <a:pt x="128968" y="455104"/>
                </a:lnTo>
                <a:lnTo>
                  <a:pt x="120276" y="448698"/>
                </a:lnTo>
                <a:lnTo>
                  <a:pt x="114300" y="445008"/>
                </a:lnTo>
                <a:lnTo>
                  <a:pt x="107465" y="444722"/>
                </a:lnTo>
                <a:lnTo>
                  <a:pt x="142929" y="444722"/>
                </a:lnTo>
                <a:lnTo>
                  <a:pt x="188976" y="478536"/>
                </a:lnTo>
                <a:lnTo>
                  <a:pt x="244030" y="494728"/>
                </a:lnTo>
                <a:lnTo>
                  <a:pt x="283916" y="499752"/>
                </a:lnTo>
                <a:lnTo>
                  <a:pt x="332232" y="502920"/>
                </a:lnTo>
                <a:lnTo>
                  <a:pt x="375367" y="503858"/>
                </a:lnTo>
                <a:lnTo>
                  <a:pt x="560444" y="503858"/>
                </a:lnTo>
                <a:lnTo>
                  <a:pt x="544925" y="509754"/>
                </a:lnTo>
                <a:lnTo>
                  <a:pt x="529209" y="519112"/>
                </a:lnTo>
                <a:lnTo>
                  <a:pt x="519779" y="529899"/>
                </a:lnTo>
                <a:lnTo>
                  <a:pt x="516636" y="542544"/>
                </a:lnTo>
                <a:close/>
              </a:path>
              <a:path w="567054" h="542925">
                <a:moveTo>
                  <a:pt x="560444" y="503858"/>
                </a:moveTo>
                <a:lnTo>
                  <a:pt x="375367" y="503858"/>
                </a:lnTo>
                <a:lnTo>
                  <a:pt x="420550" y="503115"/>
                </a:lnTo>
                <a:lnTo>
                  <a:pt x="467636" y="500835"/>
                </a:lnTo>
                <a:lnTo>
                  <a:pt x="516477" y="497165"/>
                </a:lnTo>
                <a:lnTo>
                  <a:pt x="566927" y="492252"/>
                </a:lnTo>
                <a:lnTo>
                  <a:pt x="566927" y="501396"/>
                </a:lnTo>
                <a:lnTo>
                  <a:pt x="560444" y="503858"/>
                </a:lnTo>
                <a:close/>
              </a:path>
            </a:pathLst>
          </a:custGeom>
          <a:solidFill>
            <a:srgbClr val="3333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" name="object 15"/>
          <p:cNvSpPr/>
          <p:nvPr/>
        </p:nvSpPr>
        <p:spPr>
          <a:xfrm>
            <a:off x="7574280" y="1278636"/>
            <a:ext cx="558165" cy="528955"/>
          </a:xfrm>
          <a:custGeom>
            <a:avLst/>
            <a:gdLst/>
            <a:ahLst/>
            <a:cxnLst/>
            <a:rect l="l" t="t" r="r" b="b"/>
            <a:pathLst>
              <a:path w="558165" h="528955">
                <a:moveTo>
                  <a:pt x="126491" y="188976"/>
                </a:moveTo>
                <a:lnTo>
                  <a:pt x="91439" y="188976"/>
                </a:lnTo>
                <a:lnTo>
                  <a:pt x="91439" y="76200"/>
                </a:lnTo>
                <a:lnTo>
                  <a:pt x="91178" y="57650"/>
                </a:lnTo>
                <a:lnTo>
                  <a:pt x="90487" y="38671"/>
                </a:lnTo>
                <a:lnTo>
                  <a:pt x="89511" y="19407"/>
                </a:lnTo>
                <a:lnTo>
                  <a:pt x="88391" y="0"/>
                </a:lnTo>
                <a:lnTo>
                  <a:pt x="147827" y="25908"/>
                </a:lnTo>
                <a:lnTo>
                  <a:pt x="126491" y="42672"/>
                </a:lnTo>
                <a:lnTo>
                  <a:pt x="126491" y="188976"/>
                </a:lnTo>
                <a:close/>
              </a:path>
              <a:path w="558165" h="528955">
                <a:moveTo>
                  <a:pt x="394715" y="505968"/>
                </a:moveTo>
                <a:lnTo>
                  <a:pt x="361187" y="505968"/>
                </a:lnTo>
                <a:lnTo>
                  <a:pt x="361187" y="97536"/>
                </a:lnTo>
                <a:lnTo>
                  <a:pt x="360926" y="78676"/>
                </a:lnTo>
                <a:lnTo>
                  <a:pt x="360235" y="56388"/>
                </a:lnTo>
                <a:lnTo>
                  <a:pt x="358139" y="1524"/>
                </a:lnTo>
                <a:lnTo>
                  <a:pt x="416051" y="27432"/>
                </a:lnTo>
                <a:lnTo>
                  <a:pt x="394715" y="47244"/>
                </a:lnTo>
                <a:lnTo>
                  <a:pt x="394715" y="228600"/>
                </a:lnTo>
                <a:lnTo>
                  <a:pt x="532383" y="228600"/>
                </a:lnTo>
                <a:lnTo>
                  <a:pt x="547115" y="243840"/>
                </a:lnTo>
                <a:lnTo>
                  <a:pt x="394715" y="243840"/>
                </a:lnTo>
                <a:lnTo>
                  <a:pt x="394715" y="505968"/>
                </a:lnTo>
                <a:close/>
              </a:path>
              <a:path w="558165" h="528955">
                <a:moveTo>
                  <a:pt x="284987" y="505968"/>
                </a:moveTo>
                <a:lnTo>
                  <a:pt x="251459" y="505968"/>
                </a:lnTo>
                <a:lnTo>
                  <a:pt x="251379" y="210312"/>
                </a:lnTo>
                <a:lnTo>
                  <a:pt x="251198" y="199977"/>
                </a:lnTo>
                <a:lnTo>
                  <a:pt x="250507" y="184785"/>
                </a:lnTo>
                <a:lnTo>
                  <a:pt x="249531" y="169021"/>
                </a:lnTo>
                <a:lnTo>
                  <a:pt x="248411" y="152400"/>
                </a:lnTo>
                <a:lnTo>
                  <a:pt x="306323" y="182880"/>
                </a:lnTo>
                <a:lnTo>
                  <a:pt x="284987" y="199644"/>
                </a:lnTo>
                <a:lnTo>
                  <a:pt x="284987" y="505968"/>
                </a:lnTo>
                <a:close/>
              </a:path>
              <a:path w="558165" h="528955">
                <a:moveTo>
                  <a:pt x="21335" y="210312"/>
                </a:moveTo>
                <a:lnTo>
                  <a:pt x="0" y="188976"/>
                </a:lnTo>
                <a:lnTo>
                  <a:pt x="163067" y="188976"/>
                </a:lnTo>
                <a:lnTo>
                  <a:pt x="188975" y="161544"/>
                </a:lnTo>
                <a:lnTo>
                  <a:pt x="230123" y="202692"/>
                </a:lnTo>
                <a:lnTo>
                  <a:pt x="79247" y="202692"/>
                </a:lnTo>
                <a:lnTo>
                  <a:pt x="63769" y="203239"/>
                </a:lnTo>
                <a:lnTo>
                  <a:pt x="49148" y="204787"/>
                </a:lnTo>
                <a:lnTo>
                  <a:pt x="35099" y="207192"/>
                </a:lnTo>
                <a:lnTo>
                  <a:pt x="21335" y="210312"/>
                </a:lnTo>
                <a:close/>
              </a:path>
              <a:path w="558165" h="528955">
                <a:moveTo>
                  <a:pt x="532383" y="228600"/>
                </a:moveTo>
                <a:lnTo>
                  <a:pt x="470915" y="228600"/>
                </a:lnTo>
                <a:lnTo>
                  <a:pt x="502919" y="198120"/>
                </a:lnTo>
                <a:lnTo>
                  <a:pt x="532383" y="228600"/>
                </a:lnTo>
                <a:close/>
              </a:path>
              <a:path w="558165" h="528955">
                <a:moveTo>
                  <a:pt x="28955" y="495299"/>
                </a:moveTo>
                <a:lnTo>
                  <a:pt x="0" y="446532"/>
                </a:lnTo>
                <a:lnTo>
                  <a:pt x="24574" y="441650"/>
                </a:lnTo>
                <a:lnTo>
                  <a:pt x="48005" y="436054"/>
                </a:lnTo>
                <a:lnTo>
                  <a:pt x="70294" y="429601"/>
                </a:lnTo>
                <a:lnTo>
                  <a:pt x="91439" y="422148"/>
                </a:lnTo>
                <a:lnTo>
                  <a:pt x="91439" y="202692"/>
                </a:lnTo>
                <a:lnTo>
                  <a:pt x="126491" y="202692"/>
                </a:lnTo>
                <a:lnTo>
                  <a:pt x="126491" y="411480"/>
                </a:lnTo>
                <a:lnTo>
                  <a:pt x="171650" y="411480"/>
                </a:lnTo>
                <a:lnTo>
                  <a:pt x="144899" y="423933"/>
                </a:lnTo>
                <a:lnTo>
                  <a:pt x="85915" y="454342"/>
                </a:lnTo>
                <a:lnTo>
                  <a:pt x="47220" y="478178"/>
                </a:lnTo>
                <a:lnTo>
                  <a:pt x="28955" y="495299"/>
                </a:lnTo>
                <a:close/>
              </a:path>
              <a:path w="558165" h="528955">
                <a:moveTo>
                  <a:pt x="171650" y="411480"/>
                </a:moveTo>
                <a:lnTo>
                  <a:pt x="126491" y="411480"/>
                </a:lnTo>
                <a:lnTo>
                  <a:pt x="222503" y="377952"/>
                </a:lnTo>
                <a:lnTo>
                  <a:pt x="224027" y="387096"/>
                </a:lnTo>
                <a:lnTo>
                  <a:pt x="171650" y="411480"/>
                </a:lnTo>
                <a:close/>
              </a:path>
              <a:path w="558165" h="528955">
                <a:moveTo>
                  <a:pt x="167639" y="528828"/>
                </a:moveTo>
                <a:lnTo>
                  <a:pt x="146303" y="505968"/>
                </a:lnTo>
                <a:lnTo>
                  <a:pt x="470915" y="505968"/>
                </a:lnTo>
                <a:lnTo>
                  <a:pt x="507491" y="470916"/>
                </a:lnTo>
                <a:lnTo>
                  <a:pt x="557783" y="521208"/>
                </a:lnTo>
                <a:lnTo>
                  <a:pt x="224027" y="521208"/>
                </a:lnTo>
                <a:lnTo>
                  <a:pt x="209216" y="521541"/>
                </a:lnTo>
                <a:lnTo>
                  <a:pt x="194690" y="522732"/>
                </a:lnTo>
                <a:lnTo>
                  <a:pt x="180736" y="525065"/>
                </a:lnTo>
                <a:lnTo>
                  <a:pt x="167639" y="528828"/>
                </a:lnTo>
                <a:close/>
              </a:path>
            </a:pathLst>
          </a:custGeom>
          <a:solidFill>
            <a:srgbClr val="3333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" name="object 16"/>
          <p:cNvSpPr/>
          <p:nvPr/>
        </p:nvSpPr>
        <p:spPr>
          <a:xfrm>
            <a:off x="8253983" y="1280160"/>
            <a:ext cx="447040" cy="548640"/>
          </a:xfrm>
          <a:custGeom>
            <a:avLst/>
            <a:gdLst/>
            <a:ahLst/>
            <a:cxnLst/>
            <a:rect l="l" t="t" r="r" b="b"/>
            <a:pathLst>
              <a:path w="447040" h="548639">
                <a:moveTo>
                  <a:pt x="103632" y="117348"/>
                </a:moveTo>
                <a:lnTo>
                  <a:pt x="92964" y="117348"/>
                </a:lnTo>
                <a:lnTo>
                  <a:pt x="88392" y="109728"/>
                </a:lnTo>
                <a:lnTo>
                  <a:pt x="85344" y="96012"/>
                </a:lnTo>
                <a:lnTo>
                  <a:pt x="77962" y="76581"/>
                </a:lnTo>
                <a:lnTo>
                  <a:pt x="67437" y="54864"/>
                </a:lnTo>
                <a:lnTo>
                  <a:pt x="54054" y="30861"/>
                </a:lnTo>
                <a:lnTo>
                  <a:pt x="38100" y="4572"/>
                </a:lnTo>
                <a:lnTo>
                  <a:pt x="44196" y="0"/>
                </a:lnTo>
                <a:lnTo>
                  <a:pt x="84201" y="24384"/>
                </a:lnTo>
                <a:lnTo>
                  <a:pt x="115085" y="53030"/>
                </a:lnTo>
                <a:lnTo>
                  <a:pt x="123444" y="74676"/>
                </a:lnTo>
                <a:lnTo>
                  <a:pt x="122866" y="80700"/>
                </a:lnTo>
                <a:lnTo>
                  <a:pt x="121158" y="87249"/>
                </a:lnTo>
                <a:lnTo>
                  <a:pt x="118300" y="94392"/>
                </a:lnTo>
                <a:lnTo>
                  <a:pt x="114300" y="102108"/>
                </a:lnTo>
                <a:lnTo>
                  <a:pt x="108204" y="112776"/>
                </a:lnTo>
                <a:lnTo>
                  <a:pt x="103632" y="117348"/>
                </a:lnTo>
                <a:close/>
              </a:path>
              <a:path w="447040" h="548639">
                <a:moveTo>
                  <a:pt x="199643" y="83820"/>
                </a:moveTo>
                <a:lnTo>
                  <a:pt x="178307" y="62484"/>
                </a:lnTo>
                <a:lnTo>
                  <a:pt x="387096" y="62484"/>
                </a:lnTo>
                <a:lnTo>
                  <a:pt x="405384" y="33528"/>
                </a:lnTo>
                <a:lnTo>
                  <a:pt x="446532" y="67056"/>
                </a:lnTo>
                <a:lnTo>
                  <a:pt x="436684" y="76200"/>
                </a:lnTo>
                <a:lnTo>
                  <a:pt x="257556" y="76200"/>
                </a:lnTo>
                <a:lnTo>
                  <a:pt x="242720" y="76747"/>
                </a:lnTo>
                <a:lnTo>
                  <a:pt x="228028" y="78295"/>
                </a:lnTo>
                <a:lnTo>
                  <a:pt x="213621" y="80700"/>
                </a:lnTo>
                <a:lnTo>
                  <a:pt x="199643" y="83820"/>
                </a:lnTo>
                <a:close/>
              </a:path>
              <a:path w="447040" h="548639">
                <a:moveTo>
                  <a:pt x="423940" y="486156"/>
                </a:moveTo>
                <a:lnTo>
                  <a:pt x="362712" y="486156"/>
                </a:lnTo>
                <a:lnTo>
                  <a:pt x="374475" y="485846"/>
                </a:lnTo>
                <a:lnTo>
                  <a:pt x="382524" y="482536"/>
                </a:lnTo>
                <a:lnTo>
                  <a:pt x="387143" y="476083"/>
                </a:lnTo>
                <a:lnTo>
                  <a:pt x="388620" y="466344"/>
                </a:lnTo>
                <a:lnTo>
                  <a:pt x="388620" y="76200"/>
                </a:lnTo>
                <a:lnTo>
                  <a:pt x="436684" y="76200"/>
                </a:lnTo>
                <a:lnTo>
                  <a:pt x="425196" y="86868"/>
                </a:lnTo>
                <a:lnTo>
                  <a:pt x="425196" y="473964"/>
                </a:lnTo>
                <a:lnTo>
                  <a:pt x="423940" y="486156"/>
                </a:lnTo>
                <a:close/>
              </a:path>
              <a:path w="447040" h="548639">
                <a:moveTo>
                  <a:pt x="0" y="548640"/>
                </a:moveTo>
                <a:lnTo>
                  <a:pt x="192" y="501705"/>
                </a:lnTo>
                <a:lnTo>
                  <a:pt x="536" y="459955"/>
                </a:lnTo>
                <a:lnTo>
                  <a:pt x="955" y="414528"/>
                </a:lnTo>
                <a:lnTo>
                  <a:pt x="1320" y="365379"/>
                </a:lnTo>
                <a:lnTo>
                  <a:pt x="1418" y="212074"/>
                </a:lnTo>
                <a:lnTo>
                  <a:pt x="1310" y="181356"/>
                </a:lnTo>
                <a:lnTo>
                  <a:pt x="881" y="138493"/>
                </a:lnTo>
                <a:lnTo>
                  <a:pt x="0" y="103632"/>
                </a:lnTo>
                <a:lnTo>
                  <a:pt x="59436" y="137160"/>
                </a:lnTo>
                <a:lnTo>
                  <a:pt x="38100" y="150876"/>
                </a:lnTo>
                <a:lnTo>
                  <a:pt x="38100" y="531876"/>
                </a:lnTo>
                <a:lnTo>
                  <a:pt x="0" y="548640"/>
                </a:lnTo>
                <a:close/>
              </a:path>
              <a:path w="447040" h="548639">
                <a:moveTo>
                  <a:pt x="330226" y="208788"/>
                </a:moveTo>
                <a:lnTo>
                  <a:pt x="277368" y="208788"/>
                </a:lnTo>
                <a:lnTo>
                  <a:pt x="294131" y="181356"/>
                </a:lnTo>
                <a:lnTo>
                  <a:pt x="330226" y="208788"/>
                </a:lnTo>
                <a:close/>
              </a:path>
              <a:path w="447040" h="548639">
                <a:moveTo>
                  <a:pt x="111252" y="423671"/>
                </a:moveTo>
                <a:lnTo>
                  <a:pt x="112371" y="389096"/>
                </a:lnTo>
                <a:lnTo>
                  <a:pt x="113347" y="356235"/>
                </a:lnTo>
                <a:lnTo>
                  <a:pt x="114038" y="325088"/>
                </a:lnTo>
                <a:lnTo>
                  <a:pt x="114300" y="295656"/>
                </a:lnTo>
                <a:lnTo>
                  <a:pt x="114038" y="267985"/>
                </a:lnTo>
                <a:lnTo>
                  <a:pt x="113314" y="239077"/>
                </a:lnTo>
                <a:lnTo>
                  <a:pt x="112238" y="208788"/>
                </a:lnTo>
                <a:lnTo>
                  <a:pt x="111252" y="184404"/>
                </a:lnTo>
                <a:lnTo>
                  <a:pt x="147828" y="208788"/>
                </a:lnTo>
                <a:lnTo>
                  <a:pt x="330226" y="208788"/>
                </a:lnTo>
                <a:lnTo>
                  <a:pt x="332232" y="210312"/>
                </a:lnTo>
                <a:lnTo>
                  <a:pt x="317823" y="222504"/>
                </a:lnTo>
                <a:lnTo>
                  <a:pt x="147828" y="222504"/>
                </a:lnTo>
                <a:lnTo>
                  <a:pt x="147828" y="364236"/>
                </a:lnTo>
                <a:lnTo>
                  <a:pt x="313318" y="364236"/>
                </a:lnTo>
                <a:lnTo>
                  <a:pt x="313372" y="365379"/>
                </a:lnTo>
                <a:lnTo>
                  <a:pt x="314128" y="377952"/>
                </a:lnTo>
                <a:lnTo>
                  <a:pt x="147828" y="377952"/>
                </a:lnTo>
                <a:lnTo>
                  <a:pt x="147828" y="409956"/>
                </a:lnTo>
                <a:lnTo>
                  <a:pt x="111252" y="423671"/>
                </a:lnTo>
                <a:close/>
              </a:path>
              <a:path w="447040" h="548639">
                <a:moveTo>
                  <a:pt x="313318" y="364236"/>
                </a:moveTo>
                <a:lnTo>
                  <a:pt x="278892" y="364236"/>
                </a:lnTo>
                <a:lnTo>
                  <a:pt x="278892" y="222504"/>
                </a:lnTo>
                <a:lnTo>
                  <a:pt x="317823" y="222504"/>
                </a:lnTo>
                <a:lnTo>
                  <a:pt x="312419" y="227076"/>
                </a:lnTo>
                <a:lnTo>
                  <a:pt x="312419" y="338328"/>
                </a:lnTo>
                <a:lnTo>
                  <a:pt x="312681" y="350853"/>
                </a:lnTo>
                <a:lnTo>
                  <a:pt x="313318" y="364236"/>
                </a:lnTo>
                <a:close/>
              </a:path>
              <a:path w="447040" h="548639">
                <a:moveTo>
                  <a:pt x="278892" y="414528"/>
                </a:moveTo>
                <a:lnTo>
                  <a:pt x="278892" y="377952"/>
                </a:lnTo>
                <a:lnTo>
                  <a:pt x="314128" y="377952"/>
                </a:lnTo>
                <a:lnTo>
                  <a:pt x="315467" y="399288"/>
                </a:lnTo>
                <a:lnTo>
                  <a:pt x="278892" y="414528"/>
                </a:lnTo>
                <a:close/>
              </a:path>
              <a:path w="447040" h="548639">
                <a:moveTo>
                  <a:pt x="365760" y="548640"/>
                </a:moveTo>
                <a:lnTo>
                  <a:pt x="360616" y="528613"/>
                </a:lnTo>
                <a:lnTo>
                  <a:pt x="345186" y="511873"/>
                </a:lnTo>
                <a:lnTo>
                  <a:pt x="319468" y="498276"/>
                </a:lnTo>
                <a:lnTo>
                  <a:pt x="283464" y="487680"/>
                </a:lnTo>
                <a:lnTo>
                  <a:pt x="283464" y="478536"/>
                </a:lnTo>
                <a:lnTo>
                  <a:pt x="362712" y="486156"/>
                </a:lnTo>
                <a:lnTo>
                  <a:pt x="423940" y="486156"/>
                </a:lnTo>
                <a:lnTo>
                  <a:pt x="422338" y="501705"/>
                </a:lnTo>
                <a:lnTo>
                  <a:pt x="411480" y="523303"/>
                </a:lnTo>
                <a:lnTo>
                  <a:pt x="392620" y="538900"/>
                </a:lnTo>
                <a:lnTo>
                  <a:pt x="365760" y="548640"/>
                </a:lnTo>
                <a:close/>
              </a:path>
            </a:pathLst>
          </a:custGeom>
          <a:solidFill>
            <a:srgbClr val="3333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" name="object 17"/>
          <p:cNvSpPr/>
          <p:nvPr/>
        </p:nvSpPr>
        <p:spPr>
          <a:xfrm>
            <a:off x="8796528" y="1289303"/>
            <a:ext cx="556260" cy="541020"/>
          </a:xfrm>
          <a:custGeom>
            <a:avLst/>
            <a:gdLst/>
            <a:ahLst/>
            <a:cxnLst/>
            <a:rect l="l" t="t" r="r" b="b"/>
            <a:pathLst>
              <a:path w="556259" h="541019">
                <a:moveTo>
                  <a:pt x="298704" y="50292"/>
                </a:moveTo>
                <a:lnTo>
                  <a:pt x="277368" y="28956"/>
                </a:lnTo>
                <a:lnTo>
                  <a:pt x="484632" y="28956"/>
                </a:lnTo>
                <a:lnTo>
                  <a:pt x="513588" y="0"/>
                </a:lnTo>
                <a:lnTo>
                  <a:pt x="551688" y="44196"/>
                </a:lnTo>
                <a:lnTo>
                  <a:pt x="356616" y="44196"/>
                </a:lnTo>
                <a:lnTo>
                  <a:pt x="340923" y="44505"/>
                </a:lnTo>
                <a:lnTo>
                  <a:pt x="325945" y="45529"/>
                </a:lnTo>
                <a:lnTo>
                  <a:pt x="311824" y="47410"/>
                </a:lnTo>
                <a:lnTo>
                  <a:pt x="298704" y="50292"/>
                </a:lnTo>
                <a:close/>
              </a:path>
              <a:path w="556259" h="541019">
                <a:moveTo>
                  <a:pt x="259400" y="27432"/>
                </a:moveTo>
                <a:lnTo>
                  <a:pt x="211836" y="27432"/>
                </a:lnTo>
                <a:lnTo>
                  <a:pt x="228600" y="3048"/>
                </a:lnTo>
                <a:lnTo>
                  <a:pt x="259400" y="27432"/>
                </a:lnTo>
                <a:close/>
              </a:path>
              <a:path w="556259" h="541019">
                <a:moveTo>
                  <a:pt x="71628" y="233172"/>
                </a:moveTo>
                <a:lnTo>
                  <a:pt x="72509" y="205430"/>
                </a:lnTo>
                <a:lnTo>
                  <a:pt x="72961" y="176974"/>
                </a:lnTo>
                <a:lnTo>
                  <a:pt x="73066" y="77914"/>
                </a:lnTo>
                <a:lnTo>
                  <a:pt x="72964" y="60698"/>
                </a:lnTo>
                <a:lnTo>
                  <a:pt x="72509" y="33337"/>
                </a:lnTo>
                <a:lnTo>
                  <a:pt x="71628" y="7620"/>
                </a:lnTo>
                <a:lnTo>
                  <a:pt x="105156" y="27432"/>
                </a:lnTo>
                <a:lnTo>
                  <a:pt x="259400" y="27432"/>
                </a:lnTo>
                <a:lnTo>
                  <a:pt x="265175" y="32004"/>
                </a:lnTo>
                <a:lnTo>
                  <a:pt x="254000" y="41148"/>
                </a:lnTo>
                <a:lnTo>
                  <a:pt x="105156" y="41148"/>
                </a:lnTo>
                <a:lnTo>
                  <a:pt x="105156" y="111252"/>
                </a:lnTo>
                <a:lnTo>
                  <a:pt x="248564" y="111252"/>
                </a:lnTo>
                <a:lnTo>
                  <a:pt x="248666" y="124968"/>
                </a:lnTo>
                <a:lnTo>
                  <a:pt x="105156" y="124968"/>
                </a:lnTo>
                <a:lnTo>
                  <a:pt x="105156" y="192024"/>
                </a:lnTo>
                <a:lnTo>
                  <a:pt x="250360" y="192024"/>
                </a:lnTo>
                <a:lnTo>
                  <a:pt x="251121" y="205740"/>
                </a:lnTo>
                <a:lnTo>
                  <a:pt x="105156" y="205740"/>
                </a:lnTo>
                <a:lnTo>
                  <a:pt x="105156" y="220979"/>
                </a:lnTo>
                <a:lnTo>
                  <a:pt x="71628" y="233172"/>
                </a:lnTo>
                <a:close/>
              </a:path>
              <a:path w="556259" h="541019">
                <a:moveTo>
                  <a:pt x="248564" y="111252"/>
                </a:moveTo>
                <a:lnTo>
                  <a:pt x="217932" y="111252"/>
                </a:lnTo>
                <a:lnTo>
                  <a:pt x="217932" y="41148"/>
                </a:lnTo>
                <a:lnTo>
                  <a:pt x="254000" y="41148"/>
                </a:lnTo>
                <a:lnTo>
                  <a:pt x="248412" y="45720"/>
                </a:lnTo>
                <a:lnTo>
                  <a:pt x="248459" y="97178"/>
                </a:lnTo>
                <a:lnTo>
                  <a:pt x="248564" y="111252"/>
                </a:lnTo>
                <a:close/>
              </a:path>
              <a:path w="556259" h="541019">
                <a:moveTo>
                  <a:pt x="384048" y="112776"/>
                </a:moveTo>
                <a:lnTo>
                  <a:pt x="373380" y="112776"/>
                </a:lnTo>
                <a:lnTo>
                  <a:pt x="377404" y="95416"/>
                </a:lnTo>
                <a:lnTo>
                  <a:pt x="380428" y="77914"/>
                </a:lnTo>
                <a:lnTo>
                  <a:pt x="382595" y="60698"/>
                </a:lnTo>
                <a:lnTo>
                  <a:pt x="384048" y="44196"/>
                </a:lnTo>
                <a:lnTo>
                  <a:pt x="425195" y="44196"/>
                </a:lnTo>
                <a:lnTo>
                  <a:pt x="419195" y="53625"/>
                </a:lnTo>
                <a:lnTo>
                  <a:pt x="410337" y="68199"/>
                </a:lnTo>
                <a:lnTo>
                  <a:pt x="398621" y="87915"/>
                </a:lnTo>
                <a:lnTo>
                  <a:pt x="384048" y="112776"/>
                </a:lnTo>
                <a:close/>
              </a:path>
              <a:path w="556259" h="541019">
                <a:moveTo>
                  <a:pt x="522373" y="112776"/>
                </a:moveTo>
                <a:lnTo>
                  <a:pt x="475488" y="112776"/>
                </a:lnTo>
                <a:lnTo>
                  <a:pt x="492252" y="91440"/>
                </a:lnTo>
                <a:lnTo>
                  <a:pt x="522373" y="112776"/>
                </a:lnTo>
                <a:close/>
              </a:path>
              <a:path w="556259" h="541019">
                <a:moveTo>
                  <a:pt x="307848" y="345948"/>
                </a:moveTo>
                <a:lnTo>
                  <a:pt x="309943" y="289941"/>
                </a:lnTo>
                <a:lnTo>
                  <a:pt x="310714" y="246888"/>
                </a:lnTo>
                <a:lnTo>
                  <a:pt x="310817" y="211836"/>
                </a:lnTo>
                <a:lnTo>
                  <a:pt x="310634" y="187071"/>
                </a:lnTo>
                <a:lnTo>
                  <a:pt x="309943" y="153924"/>
                </a:lnTo>
                <a:lnTo>
                  <a:pt x="308967" y="123063"/>
                </a:lnTo>
                <a:lnTo>
                  <a:pt x="307848" y="94488"/>
                </a:lnTo>
                <a:lnTo>
                  <a:pt x="341376" y="112776"/>
                </a:lnTo>
                <a:lnTo>
                  <a:pt x="522373" y="112776"/>
                </a:lnTo>
                <a:lnTo>
                  <a:pt x="528828" y="117348"/>
                </a:lnTo>
                <a:lnTo>
                  <a:pt x="517093" y="128016"/>
                </a:lnTo>
                <a:lnTo>
                  <a:pt x="341376" y="128016"/>
                </a:lnTo>
                <a:lnTo>
                  <a:pt x="341376" y="326136"/>
                </a:lnTo>
                <a:lnTo>
                  <a:pt x="307848" y="345948"/>
                </a:lnTo>
                <a:close/>
              </a:path>
              <a:path w="556259" h="541019">
                <a:moveTo>
                  <a:pt x="250360" y="192024"/>
                </a:moveTo>
                <a:lnTo>
                  <a:pt x="217932" y="192024"/>
                </a:lnTo>
                <a:lnTo>
                  <a:pt x="217932" y="124968"/>
                </a:lnTo>
                <a:lnTo>
                  <a:pt x="248666" y="124968"/>
                </a:lnTo>
                <a:lnTo>
                  <a:pt x="248793" y="141922"/>
                </a:lnTo>
                <a:lnTo>
                  <a:pt x="249697" y="180093"/>
                </a:lnTo>
                <a:lnTo>
                  <a:pt x="250360" y="192024"/>
                </a:lnTo>
                <a:close/>
              </a:path>
              <a:path w="556259" h="541019">
                <a:moveTo>
                  <a:pt x="480060" y="338328"/>
                </a:moveTo>
                <a:lnTo>
                  <a:pt x="480060" y="128016"/>
                </a:lnTo>
                <a:lnTo>
                  <a:pt x="517093" y="128016"/>
                </a:lnTo>
                <a:lnTo>
                  <a:pt x="512064" y="132588"/>
                </a:lnTo>
                <a:lnTo>
                  <a:pt x="512119" y="261651"/>
                </a:lnTo>
                <a:lnTo>
                  <a:pt x="512236" y="273343"/>
                </a:lnTo>
                <a:lnTo>
                  <a:pt x="512706" y="296179"/>
                </a:lnTo>
                <a:lnTo>
                  <a:pt x="513588" y="321564"/>
                </a:lnTo>
                <a:lnTo>
                  <a:pt x="480060" y="338328"/>
                </a:lnTo>
                <a:close/>
              </a:path>
              <a:path w="556259" h="541019">
                <a:moveTo>
                  <a:pt x="262128" y="477011"/>
                </a:moveTo>
                <a:lnTo>
                  <a:pt x="257556" y="469392"/>
                </a:lnTo>
                <a:lnTo>
                  <a:pt x="291036" y="449937"/>
                </a:lnTo>
                <a:lnTo>
                  <a:pt x="318516" y="430339"/>
                </a:lnTo>
                <a:lnTo>
                  <a:pt x="356616" y="390144"/>
                </a:lnTo>
                <a:lnTo>
                  <a:pt x="378333" y="345757"/>
                </a:lnTo>
                <a:lnTo>
                  <a:pt x="388595" y="291274"/>
                </a:lnTo>
                <a:lnTo>
                  <a:pt x="390455" y="233172"/>
                </a:lnTo>
                <a:lnTo>
                  <a:pt x="390662" y="192024"/>
                </a:lnTo>
                <a:lnTo>
                  <a:pt x="390144" y="163068"/>
                </a:lnTo>
                <a:lnTo>
                  <a:pt x="441960" y="188976"/>
                </a:lnTo>
                <a:lnTo>
                  <a:pt x="423672" y="205740"/>
                </a:lnTo>
                <a:lnTo>
                  <a:pt x="422838" y="252293"/>
                </a:lnTo>
                <a:lnTo>
                  <a:pt x="420433" y="291274"/>
                </a:lnTo>
                <a:lnTo>
                  <a:pt x="411480" y="345948"/>
                </a:lnTo>
                <a:lnTo>
                  <a:pt x="393001" y="384238"/>
                </a:lnTo>
                <a:lnTo>
                  <a:pt x="364236" y="419100"/>
                </a:lnTo>
                <a:lnTo>
                  <a:pt x="321754" y="450342"/>
                </a:lnTo>
                <a:lnTo>
                  <a:pt x="294155" y="464105"/>
                </a:lnTo>
                <a:lnTo>
                  <a:pt x="262128" y="477011"/>
                </a:lnTo>
                <a:close/>
              </a:path>
              <a:path w="556259" h="541019">
                <a:moveTo>
                  <a:pt x="217932" y="228600"/>
                </a:moveTo>
                <a:lnTo>
                  <a:pt x="217932" y="205740"/>
                </a:lnTo>
                <a:lnTo>
                  <a:pt x="251121" y="205740"/>
                </a:lnTo>
                <a:lnTo>
                  <a:pt x="251460" y="211836"/>
                </a:lnTo>
                <a:lnTo>
                  <a:pt x="217932" y="228600"/>
                </a:lnTo>
                <a:close/>
              </a:path>
              <a:path w="556259" h="541019">
                <a:moveTo>
                  <a:pt x="39624" y="280416"/>
                </a:moveTo>
                <a:lnTo>
                  <a:pt x="18288" y="259079"/>
                </a:lnTo>
                <a:lnTo>
                  <a:pt x="228600" y="259079"/>
                </a:lnTo>
                <a:lnTo>
                  <a:pt x="257556" y="230124"/>
                </a:lnTo>
                <a:lnTo>
                  <a:pt x="295656" y="272796"/>
                </a:lnTo>
                <a:lnTo>
                  <a:pt x="97536" y="272796"/>
                </a:lnTo>
                <a:lnTo>
                  <a:pt x="82057" y="273343"/>
                </a:lnTo>
                <a:lnTo>
                  <a:pt x="67437" y="274891"/>
                </a:lnTo>
                <a:lnTo>
                  <a:pt x="53387" y="277296"/>
                </a:lnTo>
                <a:lnTo>
                  <a:pt x="39624" y="280416"/>
                </a:lnTo>
                <a:close/>
              </a:path>
              <a:path w="556259" h="541019">
                <a:moveTo>
                  <a:pt x="178308" y="455676"/>
                </a:moveTo>
                <a:lnTo>
                  <a:pt x="147828" y="455676"/>
                </a:lnTo>
                <a:lnTo>
                  <a:pt x="147828" y="272796"/>
                </a:lnTo>
                <a:lnTo>
                  <a:pt x="178308" y="272796"/>
                </a:lnTo>
                <a:lnTo>
                  <a:pt x="178308" y="356616"/>
                </a:lnTo>
                <a:lnTo>
                  <a:pt x="273529" y="356616"/>
                </a:lnTo>
                <a:lnTo>
                  <a:pt x="286512" y="371856"/>
                </a:lnTo>
                <a:lnTo>
                  <a:pt x="178308" y="371856"/>
                </a:lnTo>
                <a:lnTo>
                  <a:pt x="178308" y="455676"/>
                </a:lnTo>
                <a:close/>
              </a:path>
              <a:path w="556259" h="541019">
                <a:moveTo>
                  <a:pt x="6096" y="541020"/>
                </a:moveTo>
                <a:lnTo>
                  <a:pt x="0" y="536448"/>
                </a:lnTo>
                <a:lnTo>
                  <a:pt x="13120" y="510159"/>
                </a:lnTo>
                <a:lnTo>
                  <a:pt x="24955" y="481584"/>
                </a:lnTo>
                <a:lnTo>
                  <a:pt x="44196" y="417576"/>
                </a:lnTo>
                <a:lnTo>
                  <a:pt x="55435" y="353949"/>
                </a:lnTo>
                <a:lnTo>
                  <a:pt x="60960" y="297179"/>
                </a:lnTo>
                <a:lnTo>
                  <a:pt x="109728" y="321564"/>
                </a:lnTo>
                <a:lnTo>
                  <a:pt x="100917" y="328707"/>
                </a:lnTo>
                <a:lnTo>
                  <a:pt x="92964" y="343281"/>
                </a:lnTo>
                <a:lnTo>
                  <a:pt x="86153" y="365283"/>
                </a:lnTo>
                <a:lnTo>
                  <a:pt x="80772" y="394716"/>
                </a:lnTo>
                <a:lnTo>
                  <a:pt x="93934" y="409956"/>
                </a:lnTo>
                <a:lnTo>
                  <a:pt x="76200" y="409956"/>
                </a:lnTo>
                <a:lnTo>
                  <a:pt x="60677" y="450723"/>
                </a:lnTo>
                <a:lnTo>
                  <a:pt x="44005" y="485775"/>
                </a:lnTo>
                <a:lnTo>
                  <a:pt x="25836" y="515826"/>
                </a:lnTo>
                <a:lnTo>
                  <a:pt x="6096" y="541020"/>
                </a:lnTo>
                <a:close/>
              </a:path>
              <a:path w="556259" h="541019">
                <a:moveTo>
                  <a:pt x="273529" y="356616"/>
                </a:moveTo>
                <a:lnTo>
                  <a:pt x="224028" y="356616"/>
                </a:lnTo>
                <a:lnTo>
                  <a:pt x="251460" y="330708"/>
                </a:lnTo>
                <a:lnTo>
                  <a:pt x="273529" y="356616"/>
                </a:lnTo>
                <a:close/>
              </a:path>
              <a:path w="556259" h="541019">
                <a:moveTo>
                  <a:pt x="522732" y="460248"/>
                </a:moveTo>
                <a:lnTo>
                  <a:pt x="518160" y="460248"/>
                </a:lnTo>
                <a:lnTo>
                  <a:pt x="515540" y="458795"/>
                </a:lnTo>
                <a:lnTo>
                  <a:pt x="512064" y="454342"/>
                </a:lnTo>
                <a:lnTo>
                  <a:pt x="507444" y="446746"/>
                </a:lnTo>
                <a:lnTo>
                  <a:pt x="501395" y="435864"/>
                </a:lnTo>
                <a:lnTo>
                  <a:pt x="489370" y="418457"/>
                </a:lnTo>
                <a:lnTo>
                  <a:pt x="471487" y="398335"/>
                </a:lnTo>
                <a:lnTo>
                  <a:pt x="447603" y="375642"/>
                </a:lnTo>
                <a:lnTo>
                  <a:pt x="417576" y="350520"/>
                </a:lnTo>
                <a:lnTo>
                  <a:pt x="423672" y="342900"/>
                </a:lnTo>
                <a:lnTo>
                  <a:pt x="464462" y="362664"/>
                </a:lnTo>
                <a:lnTo>
                  <a:pt x="515183" y="391334"/>
                </a:lnTo>
                <a:lnTo>
                  <a:pt x="533400" y="417576"/>
                </a:lnTo>
                <a:lnTo>
                  <a:pt x="533285" y="430339"/>
                </a:lnTo>
                <a:lnTo>
                  <a:pt x="531876" y="437387"/>
                </a:lnTo>
                <a:lnTo>
                  <a:pt x="525780" y="455676"/>
                </a:lnTo>
                <a:lnTo>
                  <a:pt x="522732" y="460248"/>
                </a:lnTo>
                <a:close/>
              </a:path>
              <a:path w="556259" h="541019">
                <a:moveTo>
                  <a:pt x="436351" y="524621"/>
                </a:moveTo>
                <a:lnTo>
                  <a:pt x="371977" y="523890"/>
                </a:lnTo>
                <a:lnTo>
                  <a:pt x="318942" y="522061"/>
                </a:lnTo>
                <a:lnTo>
                  <a:pt x="277246" y="519135"/>
                </a:lnTo>
                <a:lnTo>
                  <a:pt x="217741" y="508825"/>
                </a:lnTo>
                <a:lnTo>
                  <a:pt x="169735" y="492823"/>
                </a:lnTo>
                <a:lnTo>
                  <a:pt x="132564" y="470820"/>
                </a:lnTo>
                <a:lnTo>
                  <a:pt x="95369" y="434244"/>
                </a:lnTo>
                <a:lnTo>
                  <a:pt x="76200" y="409956"/>
                </a:lnTo>
                <a:lnTo>
                  <a:pt x="93934" y="409956"/>
                </a:lnTo>
                <a:lnTo>
                  <a:pt x="95107" y="411313"/>
                </a:lnTo>
                <a:lnTo>
                  <a:pt x="110871" y="426910"/>
                </a:lnTo>
                <a:lnTo>
                  <a:pt x="128349" y="441650"/>
                </a:lnTo>
                <a:lnTo>
                  <a:pt x="147828" y="455676"/>
                </a:lnTo>
                <a:lnTo>
                  <a:pt x="178308" y="455676"/>
                </a:lnTo>
                <a:lnTo>
                  <a:pt x="178308" y="464820"/>
                </a:lnTo>
                <a:lnTo>
                  <a:pt x="206597" y="473964"/>
                </a:lnTo>
                <a:lnTo>
                  <a:pt x="243459" y="480822"/>
                </a:lnTo>
                <a:lnTo>
                  <a:pt x="288893" y="485394"/>
                </a:lnTo>
                <a:lnTo>
                  <a:pt x="342900" y="487680"/>
                </a:lnTo>
                <a:lnTo>
                  <a:pt x="552841" y="487680"/>
                </a:lnTo>
                <a:lnTo>
                  <a:pt x="537138" y="494680"/>
                </a:lnTo>
                <a:lnTo>
                  <a:pt x="523303" y="504063"/>
                </a:lnTo>
                <a:lnTo>
                  <a:pt x="514897" y="514016"/>
                </a:lnTo>
                <a:lnTo>
                  <a:pt x="512064" y="524256"/>
                </a:lnTo>
                <a:lnTo>
                  <a:pt x="436351" y="524621"/>
                </a:lnTo>
                <a:close/>
              </a:path>
              <a:path w="556259" h="541019">
                <a:moveTo>
                  <a:pt x="552841" y="487680"/>
                </a:moveTo>
                <a:lnTo>
                  <a:pt x="342900" y="487680"/>
                </a:lnTo>
                <a:lnTo>
                  <a:pt x="399811" y="487084"/>
                </a:lnTo>
                <a:lnTo>
                  <a:pt x="454152" y="485203"/>
                </a:lnTo>
                <a:lnTo>
                  <a:pt x="506206" y="481893"/>
                </a:lnTo>
                <a:lnTo>
                  <a:pt x="556260" y="477011"/>
                </a:lnTo>
                <a:lnTo>
                  <a:pt x="556260" y="486156"/>
                </a:lnTo>
                <a:lnTo>
                  <a:pt x="552841" y="487680"/>
                </a:lnTo>
                <a:close/>
              </a:path>
            </a:pathLst>
          </a:custGeom>
          <a:solidFill>
            <a:srgbClr val="3333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" name="object 18"/>
          <p:cNvSpPr/>
          <p:nvPr/>
        </p:nvSpPr>
        <p:spPr>
          <a:xfrm>
            <a:off x="1748027" y="2520696"/>
            <a:ext cx="135890" cy="135890"/>
          </a:xfrm>
          <a:custGeom>
            <a:avLst/>
            <a:gdLst/>
            <a:ahLst/>
            <a:cxnLst/>
            <a:rect l="l" t="t" r="r" b="b"/>
            <a:pathLst>
              <a:path w="135889" h="135889">
                <a:moveTo>
                  <a:pt x="135635" y="135635"/>
                </a:moveTo>
                <a:lnTo>
                  <a:pt x="0" y="135635"/>
                </a:lnTo>
                <a:lnTo>
                  <a:pt x="0" y="0"/>
                </a:lnTo>
                <a:lnTo>
                  <a:pt x="135635" y="0"/>
                </a:lnTo>
                <a:lnTo>
                  <a:pt x="135635" y="135635"/>
                </a:lnTo>
                <a:close/>
              </a:path>
            </a:pathLst>
          </a:custGeom>
          <a:solidFill>
            <a:srgbClr val="3333C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" name="object 19"/>
          <p:cNvSpPr/>
          <p:nvPr/>
        </p:nvSpPr>
        <p:spPr>
          <a:xfrm>
            <a:off x="2165604" y="2357627"/>
            <a:ext cx="287020" cy="350520"/>
          </a:xfrm>
          <a:custGeom>
            <a:avLst/>
            <a:gdLst/>
            <a:ahLst/>
            <a:cxnLst/>
            <a:rect l="l" t="t" r="r" b="b"/>
            <a:pathLst>
              <a:path w="287019" h="350519">
                <a:moveTo>
                  <a:pt x="67056" y="74676"/>
                </a:moveTo>
                <a:lnTo>
                  <a:pt x="60960" y="74676"/>
                </a:lnTo>
                <a:lnTo>
                  <a:pt x="57912" y="70104"/>
                </a:lnTo>
                <a:lnTo>
                  <a:pt x="54864" y="60960"/>
                </a:lnTo>
                <a:lnTo>
                  <a:pt x="50315" y="48696"/>
                </a:lnTo>
                <a:lnTo>
                  <a:pt x="43624" y="34861"/>
                </a:lnTo>
                <a:lnTo>
                  <a:pt x="34932" y="19597"/>
                </a:lnTo>
                <a:lnTo>
                  <a:pt x="24384" y="3048"/>
                </a:lnTo>
                <a:lnTo>
                  <a:pt x="28956" y="0"/>
                </a:lnTo>
                <a:lnTo>
                  <a:pt x="63460" y="21431"/>
                </a:lnTo>
                <a:lnTo>
                  <a:pt x="79248" y="41148"/>
                </a:lnTo>
                <a:lnTo>
                  <a:pt x="79248" y="51816"/>
                </a:lnTo>
                <a:lnTo>
                  <a:pt x="77724" y="57912"/>
                </a:lnTo>
                <a:lnTo>
                  <a:pt x="73152" y="64008"/>
                </a:lnTo>
                <a:lnTo>
                  <a:pt x="70104" y="71628"/>
                </a:lnTo>
                <a:lnTo>
                  <a:pt x="67056" y="74676"/>
                </a:lnTo>
                <a:close/>
              </a:path>
              <a:path w="287019" h="350519">
                <a:moveTo>
                  <a:pt x="128016" y="53340"/>
                </a:moveTo>
                <a:lnTo>
                  <a:pt x="114300" y="39624"/>
                </a:lnTo>
                <a:lnTo>
                  <a:pt x="248412" y="39624"/>
                </a:lnTo>
                <a:lnTo>
                  <a:pt x="260604" y="21336"/>
                </a:lnTo>
                <a:lnTo>
                  <a:pt x="286512" y="42672"/>
                </a:lnTo>
                <a:lnTo>
                  <a:pt x="279654" y="48768"/>
                </a:lnTo>
                <a:lnTo>
                  <a:pt x="166116" y="48768"/>
                </a:lnTo>
                <a:lnTo>
                  <a:pt x="156090" y="49053"/>
                </a:lnTo>
                <a:lnTo>
                  <a:pt x="146494" y="49911"/>
                </a:lnTo>
                <a:lnTo>
                  <a:pt x="137183" y="51339"/>
                </a:lnTo>
                <a:lnTo>
                  <a:pt x="128016" y="53340"/>
                </a:lnTo>
                <a:close/>
              </a:path>
              <a:path w="287019" h="350519">
                <a:moveTo>
                  <a:pt x="271644" y="310896"/>
                </a:moveTo>
                <a:lnTo>
                  <a:pt x="243840" y="310896"/>
                </a:lnTo>
                <a:lnTo>
                  <a:pt x="249936" y="307848"/>
                </a:lnTo>
                <a:lnTo>
                  <a:pt x="249936" y="48768"/>
                </a:lnTo>
                <a:lnTo>
                  <a:pt x="279654" y="48768"/>
                </a:lnTo>
                <a:lnTo>
                  <a:pt x="272795" y="54864"/>
                </a:lnTo>
                <a:lnTo>
                  <a:pt x="272795" y="301751"/>
                </a:lnTo>
                <a:lnTo>
                  <a:pt x="271644" y="310896"/>
                </a:lnTo>
                <a:close/>
              </a:path>
              <a:path w="287019" h="350519">
                <a:moveTo>
                  <a:pt x="0" y="350520"/>
                </a:moveTo>
                <a:lnTo>
                  <a:pt x="818" y="318373"/>
                </a:lnTo>
                <a:lnTo>
                  <a:pt x="941" y="310896"/>
                </a:lnTo>
                <a:lnTo>
                  <a:pt x="1333" y="278320"/>
                </a:lnTo>
                <a:lnTo>
                  <a:pt x="1417" y="134754"/>
                </a:lnTo>
                <a:lnTo>
                  <a:pt x="1315" y="115824"/>
                </a:lnTo>
                <a:lnTo>
                  <a:pt x="881" y="88106"/>
                </a:lnTo>
                <a:lnTo>
                  <a:pt x="0" y="65532"/>
                </a:lnTo>
                <a:lnTo>
                  <a:pt x="38100" y="86868"/>
                </a:lnTo>
                <a:lnTo>
                  <a:pt x="24384" y="96012"/>
                </a:lnTo>
                <a:lnTo>
                  <a:pt x="24384" y="339852"/>
                </a:lnTo>
                <a:lnTo>
                  <a:pt x="0" y="350520"/>
                </a:lnTo>
                <a:close/>
              </a:path>
              <a:path w="287019" h="350519">
                <a:moveTo>
                  <a:pt x="211328" y="132588"/>
                </a:moveTo>
                <a:lnTo>
                  <a:pt x="178307" y="132588"/>
                </a:lnTo>
                <a:lnTo>
                  <a:pt x="188976" y="115824"/>
                </a:lnTo>
                <a:lnTo>
                  <a:pt x="211328" y="132588"/>
                </a:lnTo>
                <a:close/>
              </a:path>
              <a:path w="287019" h="350519">
                <a:moveTo>
                  <a:pt x="71628" y="269748"/>
                </a:moveTo>
                <a:lnTo>
                  <a:pt x="72509" y="247483"/>
                </a:lnTo>
                <a:lnTo>
                  <a:pt x="72961" y="226504"/>
                </a:lnTo>
                <a:lnTo>
                  <a:pt x="73060" y="214884"/>
                </a:lnTo>
                <a:lnTo>
                  <a:pt x="73128" y="170711"/>
                </a:lnTo>
                <a:lnTo>
                  <a:pt x="72949" y="152114"/>
                </a:lnTo>
                <a:lnTo>
                  <a:pt x="72509" y="134754"/>
                </a:lnTo>
                <a:lnTo>
                  <a:pt x="71628" y="117348"/>
                </a:lnTo>
                <a:lnTo>
                  <a:pt x="94488" y="132588"/>
                </a:lnTo>
                <a:lnTo>
                  <a:pt x="211328" y="132588"/>
                </a:lnTo>
                <a:lnTo>
                  <a:pt x="213360" y="134112"/>
                </a:lnTo>
                <a:lnTo>
                  <a:pt x="204651" y="141732"/>
                </a:lnTo>
                <a:lnTo>
                  <a:pt x="94488" y="141732"/>
                </a:lnTo>
                <a:lnTo>
                  <a:pt x="94488" y="231648"/>
                </a:lnTo>
                <a:lnTo>
                  <a:pt x="201335" y="231648"/>
                </a:lnTo>
                <a:lnTo>
                  <a:pt x="201358" y="232981"/>
                </a:lnTo>
                <a:lnTo>
                  <a:pt x="201698" y="240792"/>
                </a:lnTo>
                <a:lnTo>
                  <a:pt x="94488" y="240792"/>
                </a:lnTo>
                <a:lnTo>
                  <a:pt x="94488" y="260604"/>
                </a:lnTo>
                <a:lnTo>
                  <a:pt x="71628" y="269748"/>
                </a:lnTo>
                <a:close/>
              </a:path>
              <a:path w="287019" h="350519">
                <a:moveTo>
                  <a:pt x="201335" y="231648"/>
                </a:moveTo>
                <a:lnTo>
                  <a:pt x="179831" y="231648"/>
                </a:lnTo>
                <a:lnTo>
                  <a:pt x="179831" y="141732"/>
                </a:lnTo>
                <a:lnTo>
                  <a:pt x="204651" y="141732"/>
                </a:lnTo>
                <a:lnTo>
                  <a:pt x="201168" y="144780"/>
                </a:lnTo>
                <a:lnTo>
                  <a:pt x="201245" y="226504"/>
                </a:lnTo>
                <a:lnTo>
                  <a:pt x="201335" y="231648"/>
                </a:lnTo>
                <a:close/>
              </a:path>
              <a:path w="287019" h="350519">
                <a:moveTo>
                  <a:pt x="179831" y="263651"/>
                </a:moveTo>
                <a:lnTo>
                  <a:pt x="179831" y="240792"/>
                </a:lnTo>
                <a:lnTo>
                  <a:pt x="201698" y="240792"/>
                </a:lnTo>
                <a:lnTo>
                  <a:pt x="201810" y="243387"/>
                </a:lnTo>
                <a:lnTo>
                  <a:pt x="202692" y="254508"/>
                </a:lnTo>
                <a:lnTo>
                  <a:pt x="179831" y="263651"/>
                </a:lnTo>
                <a:close/>
              </a:path>
              <a:path w="287019" h="350519">
                <a:moveTo>
                  <a:pt x="234695" y="350520"/>
                </a:moveTo>
                <a:lnTo>
                  <a:pt x="231314" y="337708"/>
                </a:lnTo>
                <a:lnTo>
                  <a:pt x="221360" y="326898"/>
                </a:lnTo>
                <a:lnTo>
                  <a:pt x="205120" y="318373"/>
                </a:lnTo>
                <a:lnTo>
                  <a:pt x="182880" y="312420"/>
                </a:lnTo>
                <a:lnTo>
                  <a:pt x="182880" y="304800"/>
                </a:lnTo>
                <a:lnTo>
                  <a:pt x="198024" y="306824"/>
                </a:lnTo>
                <a:lnTo>
                  <a:pt x="233172" y="310896"/>
                </a:lnTo>
                <a:lnTo>
                  <a:pt x="271644" y="310896"/>
                </a:lnTo>
                <a:lnTo>
                  <a:pt x="270486" y="320087"/>
                </a:lnTo>
                <a:lnTo>
                  <a:pt x="263461" y="334137"/>
                </a:lnTo>
                <a:lnTo>
                  <a:pt x="251579" y="344185"/>
                </a:lnTo>
                <a:lnTo>
                  <a:pt x="234695" y="3505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" name="object 20"/>
          <p:cNvSpPr/>
          <p:nvPr/>
        </p:nvSpPr>
        <p:spPr>
          <a:xfrm>
            <a:off x="2513076" y="2363724"/>
            <a:ext cx="356870" cy="346075"/>
          </a:xfrm>
          <a:custGeom>
            <a:avLst/>
            <a:gdLst/>
            <a:ahLst/>
            <a:cxnLst/>
            <a:rect l="l" t="t" r="r" b="b"/>
            <a:pathLst>
              <a:path w="356869" h="346075">
                <a:moveTo>
                  <a:pt x="190500" y="32004"/>
                </a:moveTo>
                <a:lnTo>
                  <a:pt x="176784" y="18288"/>
                </a:lnTo>
                <a:lnTo>
                  <a:pt x="310896" y="18288"/>
                </a:lnTo>
                <a:lnTo>
                  <a:pt x="329184" y="0"/>
                </a:lnTo>
                <a:lnTo>
                  <a:pt x="353568" y="27432"/>
                </a:lnTo>
                <a:lnTo>
                  <a:pt x="227075" y="27432"/>
                </a:lnTo>
                <a:lnTo>
                  <a:pt x="217932" y="27717"/>
                </a:lnTo>
                <a:lnTo>
                  <a:pt x="208788" y="28575"/>
                </a:lnTo>
                <a:lnTo>
                  <a:pt x="199644" y="30003"/>
                </a:lnTo>
                <a:lnTo>
                  <a:pt x="190500" y="32004"/>
                </a:lnTo>
                <a:close/>
              </a:path>
              <a:path w="356869" h="346075">
                <a:moveTo>
                  <a:pt x="165354" y="16764"/>
                </a:moveTo>
                <a:lnTo>
                  <a:pt x="135636" y="16764"/>
                </a:lnTo>
                <a:lnTo>
                  <a:pt x="146304" y="1524"/>
                </a:lnTo>
                <a:lnTo>
                  <a:pt x="165354" y="16764"/>
                </a:lnTo>
                <a:close/>
              </a:path>
              <a:path w="356869" h="346075">
                <a:moveTo>
                  <a:pt x="45720" y="147828"/>
                </a:moveTo>
                <a:lnTo>
                  <a:pt x="46601" y="130397"/>
                </a:lnTo>
                <a:lnTo>
                  <a:pt x="47053" y="112395"/>
                </a:lnTo>
                <a:lnTo>
                  <a:pt x="47156" y="48958"/>
                </a:lnTo>
                <a:lnTo>
                  <a:pt x="47054" y="37980"/>
                </a:lnTo>
                <a:lnTo>
                  <a:pt x="46601" y="20883"/>
                </a:lnTo>
                <a:lnTo>
                  <a:pt x="45720" y="4572"/>
                </a:lnTo>
                <a:lnTo>
                  <a:pt x="67056" y="16764"/>
                </a:lnTo>
                <a:lnTo>
                  <a:pt x="165354" y="16764"/>
                </a:lnTo>
                <a:lnTo>
                  <a:pt x="169164" y="19812"/>
                </a:lnTo>
                <a:lnTo>
                  <a:pt x="162052" y="25908"/>
                </a:lnTo>
                <a:lnTo>
                  <a:pt x="67056" y="25908"/>
                </a:lnTo>
                <a:lnTo>
                  <a:pt x="67056" y="70104"/>
                </a:lnTo>
                <a:lnTo>
                  <a:pt x="158880" y="70104"/>
                </a:lnTo>
                <a:lnTo>
                  <a:pt x="159048" y="79248"/>
                </a:lnTo>
                <a:lnTo>
                  <a:pt x="67056" y="79248"/>
                </a:lnTo>
                <a:lnTo>
                  <a:pt x="67056" y="121920"/>
                </a:lnTo>
                <a:lnTo>
                  <a:pt x="159870" y="121920"/>
                </a:lnTo>
                <a:lnTo>
                  <a:pt x="159982" y="131064"/>
                </a:lnTo>
                <a:lnTo>
                  <a:pt x="67056" y="131064"/>
                </a:lnTo>
                <a:lnTo>
                  <a:pt x="67056" y="140208"/>
                </a:lnTo>
                <a:lnTo>
                  <a:pt x="45720" y="147828"/>
                </a:lnTo>
                <a:close/>
              </a:path>
              <a:path w="356869" h="346075">
                <a:moveTo>
                  <a:pt x="158880" y="70104"/>
                </a:moveTo>
                <a:lnTo>
                  <a:pt x="138684" y="70104"/>
                </a:lnTo>
                <a:lnTo>
                  <a:pt x="138684" y="25908"/>
                </a:lnTo>
                <a:lnTo>
                  <a:pt x="162052" y="25908"/>
                </a:lnTo>
                <a:lnTo>
                  <a:pt x="158496" y="28956"/>
                </a:lnTo>
                <a:lnTo>
                  <a:pt x="158734" y="62103"/>
                </a:lnTo>
                <a:lnTo>
                  <a:pt x="158880" y="70104"/>
                </a:lnTo>
                <a:close/>
              </a:path>
              <a:path w="356869" h="346075">
                <a:moveTo>
                  <a:pt x="245363" y="71628"/>
                </a:moveTo>
                <a:lnTo>
                  <a:pt x="237744" y="71628"/>
                </a:lnTo>
                <a:lnTo>
                  <a:pt x="240863" y="60221"/>
                </a:lnTo>
                <a:lnTo>
                  <a:pt x="243268" y="48958"/>
                </a:lnTo>
                <a:lnTo>
                  <a:pt x="244820" y="37909"/>
                </a:lnTo>
                <a:lnTo>
                  <a:pt x="245363" y="27432"/>
                </a:lnTo>
                <a:lnTo>
                  <a:pt x="272796" y="27432"/>
                </a:lnTo>
                <a:lnTo>
                  <a:pt x="268509" y="33480"/>
                </a:lnTo>
                <a:lnTo>
                  <a:pt x="262509" y="42672"/>
                </a:lnTo>
                <a:lnTo>
                  <a:pt x="254793" y="55292"/>
                </a:lnTo>
                <a:lnTo>
                  <a:pt x="245363" y="71628"/>
                </a:lnTo>
                <a:close/>
              </a:path>
              <a:path w="356869" h="346075">
                <a:moveTo>
                  <a:pt x="334171" y="71628"/>
                </a:moveTo>
                <a:lnTo>
                  <a:pt x="304799" y="71628"/>
                </a:lnTo>
                <a:lnTo>
                  <a:pt x="315468" y="57912"/>
                </a:lnTo>
                <a:lnTo>
                  <a:pt x="334171" y="71628"/>
                </a:lnTo>
                <a:close/>
              </a:path>
              <a:path w="356869" h="346075">
                <a:moveTo>
                  <a:pt x="196596" y="219456"/>
                </a:moveTo>
                <a:lnTo>
                  <a:pt x="197477" y="202596"/>
                </a:lnTo>
                <a:lnTo>
                  <a:pt x="197883" y="185927"/>
                </a:lnTo>
                <a:lnTo>
                  <a:pt x="197976" y="178308"/>
                </a:lnTo>
                <a:lnTo>
                  <a:pt x="198102" y="125063"/>
                </a:lnTo>
                <a:lnTo>
                  <a:pt x="197979" y="103632"/>
                </a:lnTo>
                <a:lnTo>
                  <a:pt x="197853" y="93821"/>
                </a:lnTo>
                <a:lnTo>
                  <a:pt x="197477" y="77438"/>
                </a:lnTo>
                <a:lnTo>
                  <a:pt x="196596" y="59436"/>
                </a:lnTo>
                <a:lnTo>
                  <a:pt x="217932" y="71628"/>
                </a:lnTo>
                <a:lnTo>
                  <a:pt x="334171" y="71628"/>
                </a:lnTo>
                <a:lnTo>
                  <a:pt x="338328" y="74676"/>
                </a:lnTo>
                <a:lnTo>
                  <a:pt x="331216" y="80772"/>
                </a:lnTo>
                <a:lnTo>
                  <a:pt x="217932" y="80772"/>
                </a:lnTo>
                <a:lnTo>
                  <a:pt x="217932" y="207264"/>
                </a:lnTo>
                <a:lnTo>
                  <a:pt x="196596" y="219456"/>
                </a:lnTo>
                <a:close/>
              </a:path>
              <a:path w="356869" h="346075">
                <a:moveTo>
                  <a:pt x="159870" y="121920"/>
                </a:moveTo>
                <a:lnTo>
                  <a:pt x="138684" y="121920"/>
                </a:lnTo>
                <a:lnTo>
                  <a:pt x="138684" y="79248"/>
                </a:lnTo>
                <a:lnTo>
                  <a:pt x="159048" y="79248"/>
                </a:lnTo>
                <a:lnTo>
                  <a:pt x="159399" y="97155"/>
                </a:lnTo>
                <a:lnTo>
                  <a:pt x="159731" y="112395"/>
                </a:lnTo>
                <a:lnTo>
                  <a:pt x="159870" y="121920"/>
                </a:lnTo>
                <a:close/>
              </a:path>
              <a:path w="356869" h="346075">
                <a:moveTo>
                  <a:pt x="307848" y="214884"/>
                </a:moveTo>
                <a:lnTo>
                  <a:pt x="307848" y="80772"/>
                </a:lnTo>
                <a:lnTo>
                  <a:pt x="331216" y="80772"/>
                </a:lnTo>
                <a:lnTo>
                  <a:pt x="327660" y="83820"/>
                </a:lnTo>
                <a:lnTo>
                  <a:pt x="327713" y="166211"/>
                </a:lnTo>
                <a:lnTo>
                  <a:pt x="327836" y="174021"/>
                </a:lnTo>
                <a:lnTo>
                  <a:pt x="328224" y="185927"/>
                </a:lnTo>
                <a:lnTo>
                  <a:pt x="328342" y="188976"/>
                </a:lnTo>
                <a:lnTo>
                  <a:pt x="329184" y="204215"/>
                </a:lnTo>
                <a:lnTo>
                  <a:pt x="307848" y="214884"/>
                </a:lnTo>
                <a:close/>
              </a:path>
              <a:path w="356869" h="346075">
                <a:moveTo>
                  <a:pt x="167640" y="304800"/>
                </a:moveTo>
                <a:lnTo>
                  <a:pt x="164592" y="298703"/>
                </a:lnTo>
                <a:lnTo>
                  <a:pt x="185737" y="286988"/>
                </a:lnTo>
                <a:lnTo>
                  <a:pt x="203454" y="274701"/>
                </a:lnTo>
                <a:lnTo>
                  <a:pt x="236624" y="235005"/>
                </a:lnTo>
                <a:lnTo>
                  <a:pt x="248412" y="185927"/>
                </a:lnTo>
                <a:lnTo>
                  <a:pt x="249497" y="141732"/>
                </a:lnTo>
                <a:lnTo>
                  <a:pt x="249269" y="125063"/>
                </a:lnTo>
                <a:lnTo>
                  <a:pt x="248412" y="103632"/>
                </a:lnTo>
                <a:lnTo>
                  <a:pt x="283463" y="120396"/>
                </a:lnTo>
                <a:lnTo>
                  <a:pt x="271272" y="131064"/>
                </a:lnTo>
                <a:lnTo>
                  <a:pt x="270724" y="160758"/>
                </a:lnTo>
                <a:lnTo>
                  <a:pt x="269153" y="185927"/>
                </a:lnTo>
                <a:lnTo>
                  <a:pt x="258460" y="233267"/>
                </a:lnTo>
                <a:lnTo>
                  <a:pt x="233172" y="266700"/>
                </a:lnTo>
                <a:lnTo>
                  <a:pt x="187952" y="296489"/>
                </a:lnTo>
                <a:lnTo>
                  <a:pt x="167640" y="304800"/>
                </a:lnTo>
                <a:close/>
              </a:path>
              <a:path w="356869" h="346075">
                <a:moveTo>
                  <a:pt x="138684" y="144780"/>
                </a:moveTo>
                <a:lnTo>
                  <a:pt x="138684" y="131064"/>
                </a:lnTo>
                <a:lnTo>
                  <a:pt x="159982" y="131064"/>
                </a:lnTo>
                <a:lnTo>
                  <a:pt x="160020" y="134112"/>
                </a:lnTo>
                <a:lnTo>
                  <a:pt x="138684" y="144780"/>
                </a:lnTo>
                <a:close/>
              </a:path>
              <a:path w="356869" h="346075">
                <a:moveTo>
                  <a:pt x="25908" y="178308"/>
                </a:moveTo>
                <a:lnTo>
                  <a:pt x="12192" y="164592"/>
                </a:lnTo>
                <a:lnTo>
                  <a:pt x="146304" y="164592"/>
                </a:lnTo>
                <a:lnTo>
                  <a:pt x="164592" y="146304"/>
                </a:lnTo>
                <a:lnTo>
                  <a:pt x="188976" y="173736"/>
                </a:lnTo>
                <a:lnTo>
                  <a:pt x="62484" y="173736"/>
                </a:lnTo>
                <a:lnTo>
                  <a:pt x="52482" y="174021"/>
                </a:lnTo>
                <a:lnTo>
                  <a:pt x="43053" y="174879"/>
                </a:lnTo>
                <a:lnTo>
                  <a:pt x="34194" y="176307"/>
                </a:lnTo>
                <a:lnTo>
                  <a:pt x="25908" y="178308"/>
                </a:lnTo>
                <a:close/>
              </a:path>
              <a:path w="356869" h="346075">
                <a:moveTo>
                  <a:pt x="114300" y="289560"/>
                </a:moveTo>
                <a:lnTo>
                  <a:pt x="94488" y="289560"/>
                </a:lnTo>
                <a:lnTo>
                  <a:pt x="94488" y="173736"/>
                </a:lnTo>
                <a:lnTo>
                  <a:pt x="114300" y="173736"/>
                </a:lnTo>
                <a:lnTo>
                  <a:pt x="114300" y="227076"/>
                </a:lnTo>
                <a:lnTo>
                  <a:pt x="174811" y="227076"/>
                </a:lnTo>
                <a:lnTo>
                  <a:pt x="182880" y="236220"/>
                </a:lnTo>
                <a:lnTo>
                  <a:pt x="114300" y="236220"/>
                </a:lnTo>
                <a:lnTo>
                  <a:pt x="114300" y="289560"/>
                </a:lnTo>
                <a:close/>
              </a:path>
              <a:path w="356869" h="346075">
                <a:moveTo>
                  <a:pt x="4572" y="345947"/>
                </a:moveTo>
                <a:lnTo>
                  <a:pt x="0" y="342900"/>
                </a:lnTo>
                <a:lnTo>
                  <a:pt x="8572" y="326064"/>
                </a:lnTo>
                <a:lnTo>
                  <a:pt x="16002" y="307657"/>
                </a:lnTo>
                <a:lnTo>
                  <a:pt x="27542" y="266223"/>
                </a:lnTo>
                <a:lnTo>
                  <a:pt x="35814" y="225552"/>
                </a:lnTo>
                <a:lnTo>
                  <a:pt x="39624" y="188976"/>
                </a:lnTo>
                <a:lnTo>
                  <a:pt x="70104" y="204215"/>
                </a:lnTo>
                <a:lnTo>
                  <a:pt x="64674" y="209026"/>
                </a:lnTo>
                <a:lnTo>
                  <a:pt x="59817" y="218694"/>
                </a:lnTo>
                <a:lnTo>
                  <a:pt x="55530" y="232933"/>
                </a:lnTo>
                <a:lnTo>
                  <a:pt x="51816" y="251460"/>
                </a:lnTo>
                <a:lnTo>
                  <a:pt x="59219" y="260603"/>
                </a:lnTo>
                <a:lnTo>
                  <a:pt x="48768" y="260603"/>
                </a:lnTo>
                <a:lnTo>
                  <a:pt x="39076" y="286583"/>
                </a:lnTo>
                <a:lnTo>
                  <a:pt x="28384" y="309562"/>
                </a:lnTo>
                <a:lnTo>
                  <a:pt x="16835" y="329398"/>
                </a:lnTo>
                <a:lnTo>
                  <a:pt x="4572" y="345947"/>
                </a:lnTo>
                <a:close/>
              </a:path>
              <a:path w="356869" h="346075">
                <a:moveTo>
                  <a:pt x="174811" y="227076"/>
                </a:moveTo>
                <a:lnTo>
                  <a:pt x="143256" y="227076"/>
                </a:lnTo>
                <a:lnTo>
                  <a:pt x="160020" y="210312"/>
                </a:lnTo>
                <a:lnTo>
                  <a:pt x="174811" y="227076"/>
                </a:lnTo>
                <a:close/>
              </a:path>
              <a:path w="356869" h="346075">
                <a:moveTo>
                  <a:pt x="333756" y="292608"/>
                </a:moveTo>
                <a:lnTo>
                  <a:pt x="329184" y="292608"/>
                </a:lnTo>
                <a:lnTo>
                  <a:pt x="326136" y="288036"/>
                </a:lnTo>
                <a:lnTo>
                  <a:pt x="321564" y="277368"/>
                </a:lnTo>
                <a:lnTo>
                  <a:pt x="313229" y="266223"/>
                </a:lnTo>
                <a:lnTo>
                  <a:pt x="301752" y="253365"/>
                </a:lnTo>
                <a:lnTo>
                  <a:pt x="286845" y="238791"/>
                </a:lnTo>
                <a:lnTo>
                  <a:pt x="268224" y="222503"/>
                </a:lnTo>
                <a:lnTo>
                  <a:pt x="271272" y="217932"/>
                </a:lnTo>
                <a:lnTo>
                  <a:pt x="316992" y="240792"/>
                </a:lnTo>
                <a:lnTo>
                  <a:pt x="341376" y="274320"/>
                </a:lnTo>
                <a:lnTo>
                  <a:pt x="339852" y="278891"/>
                </a:lnTo>
                <a:lnTo>
                  <a:pt x="338328" y="284988"/>
                </a:lnTo>
                <a:lnTo>
                  <a:pt x="335280" y="291084"/>
                </a:lnTo>
                <a:lnTo>
                  <a:pt x="333756" y="292608"/>
                </a:lnTo>
                <a:close/>
              </a:path>
              <a:path w="356869" h="346075">
                <a:moveTo>
                  <a:pt x="327660" y="335280"/>
                </a:moveTo>
                <a:lnTo>
                  <a:pt x="268224" y="334970"/>
                </a:lnTo>
                <a:lnTo>
                  <a:pt x="220218" y="333946"/>
                </a:lnTo>
                <a:lnTo>
                  <a:pt x="158496" y="329184"/>
                </a:lnTo>
                <a:lnTo>
                  <a:pt x="108561" y="314182"/>
                </a:lnTo>
                <a:lnTo>
                  <a:pt x="72961" y="289369"/>
                </a:lnTo>
                <a:lnTo>
                  <a:pt x="48768" y="260603"/>
                </a:lnTo>
                <a:lnTo>
                  <a:pt x="59219" y="260603"/>
                </a:lnTo>
                <a:lnTo>
                  <a:pt x="60626" y="262342"/>
                </a:lnTo>
                <a:lnTo>
                  <a:pt x="70866" y="272224"/>
                </a:lnTo>
                <a:lnTo>
                  <a:pt x="82248" y="281249"/>
                </a:lnTo>
                <a:lnTo>
                  <a:pt x="94488" y="289560"/>
                </a:lnTo>
                <a:lnTo>
                  <a:pt x="114300" y="289560"/>
                </a:lnTo>
                <a:lnTo>
                  <a:pt x="114300" y="295656"/>
                </a:lnTo>
                <a:lnTo>
                  <a:pt x="132016" y="302537"/>
                </a:lnTo>
                <a:lnTo>
                  <a:pt x="155448" y="307276"/>
                </a:lnTo>
                <a:lnTo>
                  <a:pt x="184594" y="310014"/>
                </a:lnTo>
                <a:lnTo>
                  <a:pt x="219456" y="310896"/>
                </a:lnTo>
                <a:lnTo>
                  <a:pt x="356616" y="310896"/>
                </a:lnTo>
                <a:lnTo>
                  <a:pt x="343733" y="315991"/>
                </a:lnTo>
                <a:lnTo>
                  <a:pt x="334708" y="321945"/>
                </a:lnTo>
                <a:lnTo>
                  <a:pt x="329398" y="328469"/>
                </a:lnTo>
                <a:lnTo>
                  <a:pt x="327660" y="335280"/>
                </a:lnTo>
                <a:close/>
              </a:path>
              <a:path w="356869" h="346075">
                <a:moveTo>
                  <a:pt x="356616" y="310896"/>
                </a:moveTo>
                <a:lnTo>
                  <a:pt x="219456" y="310896"/>
                </a:lnTo>
                <a:lnTo>
                  <a:pt x="255460" y="310586"/>
                </a:lnTo>
                <a:lnTo>
                  <a:pt x="290322" y="309562"/>
                </a:lnTo>
                <a:lnTo>
                  <a:pt x="324040" y="307681"/>
                </a:lnTo>
                <a:lnTo>
                  <a:pt x="356616" y="304800"/>
                </a:lnTo>
                <a:lnTo>
                  <a:pt x="356616" y="31089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" name="object 21"/>
          <p:cNvSpPr/>
          <p:nvPr/>
        </p:nvSpPr>
        <p:spPr>
          <a:xfrm>
            <a:off x="2936748" y="2354580"/>
            <a:ext cx="314325" cy="353695"/>
          </a:xfrm>
          <a:custGeom>
            <a:avLst/>
            <a:gdLst/>
            <a:ahLst/>
            <a:cxnLst/>
            <a:rect l="l" t="t" r="r" b="b"/>
            <a:pathLst>
              <a:path w="314325" h="353694">
                <a:moveTo>
                  <a:pt x="47244" y="79248"/>
                </a:moveTo>
                <a:lnTo>
                  <a:pt x="38100" y="79248"/>
                </a:lnTo>
                <a:lnTo>
                  <a:pt x="44362" y="54649"/>
                </a:lnTo>
                <a:lnTo>
                  <a:pt x="49339" y="33337"/>
                </a:lnTo>
                <a:lnTo>
                  <a:pt x="52887" y="15168"/>
                </a:lnTo>
                <a:lnTo>
                  <a:pt x="54864" y="0"/>
                </a:lnTo>
                <a:lnTo>
                  <a:pt x="88392" y="18288"/>
                </a:lnTo>
                <a:lnTo>
                  <a:pt x="79819" y="24598"/>
                </a:lnTo>
                <a:lnTo>
                  <a:pt x="70104" y="36766"/>
                </a:lnTo>
                <a:lnTo>
                  <a:pt x="59245" y="54935"/>
                </a:lnTo>
                <a:lnTo>
                  <a:pt x="47244" y="79248"/>
                </a:lnTo>
                <a:close/>
              </a:path>
              <a:path w="314325" h="353694">
                <a:moveTo>
                  <a:pt x="129540" y="167640"/>
                </a:moveTo>
                <a:lnTo>
                  <a:pt x="124968" y="164592"/>
                </a:lnTo>
                <a:lnTo>
                  <a:pt x="139850" y="141160"/>
                </a:lnTo>
                <a:lnTo>
                  <a:pt x="152590" y="118872"/>
                </a:lnTo>
                <a:lnTo>
                  <a:pt x="172212" y="77724"/>
                </a:lnTo>
                <a:lnTo>
                  <a:pt x="185928" y="39052"/>
                </a:lnTo>
                <a:lnTo>
                  <a:pt x="195072" y="1524"/>
                </a:lnTo>
                <a:lnTo>
                  <a:pt x="228600" y="21336"/>
                </a:lnTo>
                <a:lnTo>
                  <a:pt x="222003" y="27884"/>
                </a:lnTo>
                <a:lnTo>
                  <a:pt x="213550" y="40576"/>
                </a:lnTo>
                <a:lnTo>
                  <a:pt x="203096" y="59269"/>
                </a:lnTo>
                <a:lnTo>
                  <a:pt x="190500" y="83820"/>
                </a:lnTo>
                <a:lnTo>
                  <a:pt x="307441" y="83820"/>
                </a:lnTo>
                <a:lnTo>
                  <a:pt x="313943" y="89916"/>
                </a:lnTo>
                <a:lnTo>
                  <a:pt x="310025" y="92964"/>
                </a:lnTo>
                <a:lnTo>
                  <a:pt x="187452" y="92964"/>
                </a:lnTo>
                <a:lnTo>
                  <a:pt x="173474" y="114061"/>
                </a:lnTo>
                <a:lnTo>
                  <a:pt x="159067" y="133731"/>
                </a:lnTo>
                <a:lnTo>
                  <a:pt x="144375" y="151685"/>
                </a:lnTo>
                <a:lnTo>
                  <a:pt x="129540" y="167640"/>
                </a:lnTo>
                <a:close/>
              </a:path>
              <a:path w="314325" h="353694">
                <a:moveTo>
                  <a:pt x="128016" y="79248"/>
                </a:moveTo>
                <a:lnTo>
                  <a:pt x="97536" y="79248"/>
                </a:lnTo>
                <a:lnTo>
                  <a:pt x="112776" y="64008"/>
                </a:lnTo>
                <a:lnTo>
                  <a:pt x="128016" y="79248"/>
                </a:lnTo>
                <a:close/>
              </a:path>
              <a:path w="314325" h="353694">
                <a:moveTo>
                  <a:pt x="0" y="350520"/>
                </a:moveTo>
                <a:lnTo>
                  <a:pt x="176" y="323564"/>
                </a:lnTo>
                <a:lnTo>
                  <a:pt x="297" y="310134"/>
                </a:lnTo>
                <a:lnTo>
                  <a:pt x="1285" y="242720"/>
                </a:lnTo>
                <a:lnTo>
                  <a:pt x="1370" y="230124"/>
                </a:lnTo>
                <a:lnTo>
                  <a:pt x="1475" y="200025"/>
                </a:lnTo>
                <a:lnTo>
                  <a:pt x="1285" y="171831"/>
                </a:lnTo>
                <a:lnTo>
                  <a:pt x="238" y="100965"/>
                </a:lnTo>
                <a:lnTo>
                  <a:pt x="0" y="65532"/>
                </a:lnTo>
                <a:lnTo>
                  <a:pt x="22860" y="79248"/>
                </a:lnTo>
                <a:lnTo>
                  <a:pt x="128016" y="79248"/>
                </a:lnTo>
                <a:lnTo>
                  <a:pt x="135636" y="86868"/>
                </a:lnTo>
                <a:lnTo>
                  <a:pt x="133458" y="88392"/>
                </a:lnTo>
                <a:lnTo>
                  <a:pt x="21336" y="88392"/>
                </a:lnTo>
                <a:lnTo>
                  <a:pt x="21336" y="185928"/>
                </a:lnTo>
                <a:lnTo>
                  <a:pt x="120441" y="185928"/>
                </a:lnTo>
                <a:lnTo>
                  <a:pt x="120455" y="195072"/>
                </a:lnTo>
                <a:lnTo>
                  <a:pt x="21336" y="195072"/>
                </a:lnTo>
                <a:lnTo>
                  <a:pt x="21336" y="301752"/>
                </a:lnTo>
                <a:lnTo>
                  <a:pt x="121141" y="301752"/>
                </a:lnTo>
                <a:lnTo>
                  <a:pt x="121263" y="307848"/>
                </a:lnTo>
                <a:lnTo>
                  <a:pt x="121386" y="312420"/>
                </a:lnTo>
                <a:lnTo>
                  <a:pt x="21336" y="312420"/>
                </a:lnTo>
                <a:lnTo>
                  <a:pt x="21336" y="338328"/>
                </a:lnTo>
                <a:lnTo>
                  <a:pt x="0" y="350520"/>
                </a:lnTo>
                <a:close/>
              </a:path>
              <a:path w="314325" h="353694">
                <a:moveTo>
                  <a:pt x="307441" y="83820"/>
                </a:moveTo>
                <a:lnTo>
                  <a:pt x="272796" y="83820"/>
                </a:lnTo>
                <a:lnTo>
                  <a:pt x="289560" y="67056"/>
                </a:lnTo>
                <a:lnTo>
                  <a:pt x="307441" y="83820"/>
                </a:lnTo>
                <a:close/>
              </a:path>
              <a:path w="314325" h="353694">
                <a:moveTo>
                  <a:pt x="120441" y="185928"/>
                </a:moveTo>
                <a:lnTo>
                  <a:pt x="100584" y="185928"/>
                </a:lnTo>
                <a:lnTo>
                  <a:pt x="100584" y="88392"/>
                </a:lnTo>
                <a:lnTo>
                  <a:pt x="133458" y="88392"/>
                </a:lnTo>
                <a:lnTo>
                  <a:pt x="120396" y="97536"/>
                </a:lnTo>
                <a:lnTo>
                  <a:pt x="120441" y="185928"/>
                </a:lnTo>
                <a:close/>
              </a:path>
              <a:path w="314325" h="353694">
                <a:moveTo>
                  <a:pt x="287138" y="316992"/>
                </a:moveTo>
                <a:lnTo>
                  <a:pt x="248412" y="316992"/>
                </a:lnTo>
                <a:lnTo>
                  <a:pt x="256460" y="315277"/>
                </a:lnTo>
                <a:lnTo>
                  <a:pt x="262509" y="310134"/>
                </a:lnTo>
                <a:lnTo>
                  <a:pt x="271772" y="267843"/>
                </a:lnTo>
                <a:lnTo>
                  <a:pt x="273337" y="228600"/>
                </a:lnTo>
                <a:lnTo>
                  <a:pt x="274660" y="170307"/>
                </a:lnTo>
                <a:lnTo>
                  <a:pt x="275843" y="92964"/>
                </a:lnTo>
                <a:lnTo>
                  <a:pt x="310025" y="92964"/>
                </a:lnTo>
                <a:lnTo>
                  <a:pt x="300228" y="100584"/>
                </a:lnTo>
                <a:lnTo>
                  <a:pt x="297942" y="180260"/>
                </a:lnTo>
                <a:lnTo>
                  <a:pt x="295656" y="240792"/>
                </a:lnTo>
                <a:lnTo>
                  <a:pt x="293370" y="281892"/>
                </a:lnTo>
                <a:lnTo>
                  <a:pt x="291084" y="303275"/>
                </a:lnTo>
                <a:lnTo>
                  <a:pt x="288274" y="314086"/>
                </a:lnTo>
                <a:lnTo>
                  <a:pt x="287138" y="316992"/>
                </a:lnTo>
                <a:close/>
              </a:path>
              <a:path w="314325" h="353694">
                <a:moveTo>
                  <a:pt x="204216" y="236220"/>
                </a:moveTo>
                <a:lnTo>
                  <a:pt x="198119" y="236220"/>
                </a:lnTo>
                <a:lnTo>
                  <a:pt x="195072" y="230124"/>
                </a:lnTo>
                <a:lnTo>
                  <a:pt x="192024" y="214884"/>
                </a:lnTo>
                <a:lnTo>
                  <a:pt x="188595" y="200025"/>
                </a:lnTo>
                <a:lnTo>
                  <a:pt x="182880" y="185166"/>
                </a:lnTo>
                <a:lnTo>
                  <a:pt x="174879" y="170307"/>
                </a:lnTo>
                <a:lnTo>
                  <a:pt x="164592" y="155448"/>
                </a:lnTo>
                <a:lnTo>
                  <a:pt x="167640" y="150876"/>
                </a:lnTo>
                <a:lnTo>
                  <a:pt x="184165" y="163734"/>
                </a:lnTo>
                <a:lnTo>
                  <a:pt x="196977" y="174879"/>
                </a:lnTo>
                <a:lnTo>
                  <a:pt x="205787" y="184308"/>
                </a:lnTo>
                <a:lnTo>
                  <a:pt x="210312" y="192024"/>
                </a:lnTo>
                <a:lnTo>
                  <a:pt x="214884" y="199644"/>
                </a:lnTo>
                <a:lnTo>
                  <a:pt x="216408" y="207264"/>
                </a:lnTo>
                <a:lnTo>
                  <a:pt x="216408" y="217932"/>
                </a:lnTo>
                <a:lnTo>
                  <a:pt x="214884" y="224028"/>
                </a:lnTo>
                <a:lnTo>
                  <a:pt x="210312" y="228600"/>
                </a:lnTo>
                <a:lnTo>
                  <a:pt x="207264" y="234696"/>
                </a:lnTo>
                <a:lnTo>
                  <a:pt x="204216" y="236220"/>
                </a:lnTo>
                <a:close/>
              </a:path>
              <a:path w="314325" h="353694">
                <a:moveTo>
                  <a:pt x="121141" y="301752"/>
                </a:moveTo>
                <a:lnTo>
                  <a:pt x="100584" y="301752"/>
                </a:lnTo>
                <a:lnTo>
                  <a:pt x="100584" y="195072"/>
                </a:lnTo>
                <a:lnTo>
                  <a:pt x="120455" y="195072"/>
                </a:lnTo>
                <a:lnTo>
                  <a:pt x="120603" y="242720"/>
                </a:lnTo>
                <a:lnTo>
                  <a:pt x="120730" y="267843"/>
                </a:lnTo>
                <a:lnTo>
                  <a:pt x="121141" y="301752"/>
                </a:lnTo>
                <a:close/>
              </a:path>
              <a:path w="314325" h="353694">
                <a:moveTo>
                  <a:pt x="243840" y="353568"/>
                </a:moveTo>
                <a:lnTo>
                  <a:pt x="238125" y="341852"/>
                </a:lnTo>
                <a:lnTo>
                  <a:pt x="227838" y="331851"/>
                </a:lnTo>
                <a:lnTo>
                  <a:pt x="212979" y="323564"/>
                </a:lnTo>
                <a:lnTo>
                  <a:pt x="193548" y="316992"/>
                </a:lnTo>
                <a:lnTo>
                  <a:pt x="193548" y="307848"/>
                </a:lnTo>
                <a:lnTo>
                  <a:pt x="211550" y="311848"/>
                </a:lnTo>
                <a:lnTo>
                  <a:pt x="226694" y="314706"/>
                </a:lnTo>
                <a:lnTo>
                  <a:pt x="238982" y="316420"/>
                </a:lnTo>
                <a:lnTo>
                  <a:pt x="248412" y="316992"/>
                </a:lnTo>
                <a:lnTo>
                  <a:pt x="287138" y="316992"/>
                </a:lnTo>
                <a:lnTo>
                  <a:pt x="284607" y="323469"/>
                </a:lnTo>
                <a:lnTo>
                  <a:pt x="254412" y="349234"/>
                </a:lnTo>
                <a:lnTo>
                  <a:pt x="243840" y="353568"/>
                </a:lnTo>
                <a:close/>
              </a:path>
              <a:path w="314325" h="353694">
                <a:moveTo>
                  <a:pt x="100584" y="344424"/>
                </a:moveTo>
                <a:lnTo>
                  <a:pt x="100584" y="312420"/>
                </a:lnTo>
                <a:lnTo>
                  <a:pt x="121386" y="312420"/>
                </a:lnTo>
                <a:lnTo>
                  <a:pt x="121920" y="332232"/>
                </a:lnTo>
                <a:lnTo>
                  <a:pt x="100584" y="34442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" name="object 22"/>
          <p:cNvSpPr/>
          <p:nvPr/>
        </p:nvSpPr>
        <p:spPr>
          <a:xfrm>
            <a:off x="3296411" y="2354580"/>
            <a:ext cx="358140" cy="358140"/>
          </a:xfrm>
          <a:custGeom>
            <a:avLst/>
            <a:gdLst/>
            <a:ahLst/>
            <a:cxnLst/>
            <a:rect l="l" t="t" r="r" b="b"/>
            <a:pathLst>
              <a:path w="358139" h="358139">
                <a:moveTo>
                  <a:pt x="83820" y="83820"/>
                </a:moveTo>
                <a:lnTo>
                  <a:pt x="64008" y="83820"/>
                </a:lnTo>
                <a:lnTo>
                  <a:pt x="63769" y="58078"/>
                </a:lnTo>
                <a:lnTo>
                  <a:pt x="63230" y="35052"/>
                </a:lnTo>
                <a:lnTo>
                  <a:pt x="62734" y="16764"/>
                </a:lnTo>
                <a:lnTo>
                  <a:pt x="62484" y="0"/>
                </a:lnTo>
                <a:lnTo>
                  <a:pt x="97536" y="16764"/>
                </a:lnTo>
                <a:lnTo>
                  <a:pt x="83820" y="27432"/>
                </a:lnTo>
                <a:lnTo>
                  <a:pt x="83820" y="83820"/>
                </a:lnTo>
                <a:close/>
              </a:path>
              <a:path w="358139" h="358139">
                <a:moveTo>
                  <a:pt x="310341" y="25908"/>
                </a:moveTo>
                <a:lnTo>
                  <a:pt x="278892" y="25908"/>
                </a:lnTo>
                <a:lnTo>
                  <a:pt x="289560" y="10668"/>
                </a:lnTo>
                <a:lnTo>
                  <a:pt x="310341" y="25908"/>
                </a:lnTo>
                <a:close/>
              </a:path>
              <a:path w="358139" h="358139">
                <a:moveTo>
                  <a:pt x="163068" y="164592"/>
                </a:moveTo>
                <a:lnTo>
                  <a:pt x="163949" y="148851"/>
                </a:lnTo>
                <a:lnTo>
                  <a:pt x="164367" y="132588"/>
                </a:lnTo>
                <a:lnTo>
                  <a:pt x="164482" y="58078"/>
                </a:lnTo>
                <a:lnTo>
                  <a:pt x="164401" y="48196"/>
                </a:lnTo>
                <a:lnTo>
                  <a:pt x="163949" y="29265"/>
                </a:lnTo>
                <a:lnTo>
                  <a:pt x="163068" y="12192"/>
                </a:lnTo>
                <a:lnTo>
                  <a:pt x="184404" y="25908"/>
                </a:lnTo>
                <a:lnTo>
                  <a:pt x="310341" y="25908"/>
                </a:lnTo>
                <a:lnTo>
                  <a:pt x="312420" y="27432"/>
                </a:lnTo>
                <a:lnTo>
                  <a:pt x="303530" y="35052"/>
                </a:lnTo>
                <a:lnTo>
                  <a:pt x="184404" y="35052"/>
                </a:lnTo>
                <a:lnTo>
                  <a:pt x="184404" y="77724"/>
                </a:lnTo>
                <a:lnTo>
                  <a:pt x="302003" y="77724"/>
                </a:lnTo>
                <a:lnTo>
                  <a:pt x="302154" y="86868"/>
                </a:lnTo>
                <a:lnTo>
                  <a:pt x="184404" y="86868"/>
                </a:lnTo>
                <a:lnTo>
                  <a:pt x="184404" y="132588"/>
                </a:lnTo>
                <a:lnTo>
                  <a:pt x="303041" y="132588"/>
                </a:lnTo>
                <a:lnTo>
                  <a:pt x="303182" y="141732"/>
                </a:lnTo>
                <a:lnTo>
                  <a:pt x="184404" y="141732"/>
                </a:lnTo>
                <a:lnTo>
                  <a:pt x="184404" y="155448"/>
                </a:lnTo>
                <a:lnTo>
                  <a:pt x="163068" y="164592"/>
                </a:lnTo>
                <a:close/>
              </a:path>
              <a:path w="358139" h="358139">
                <a:moveTo>
                  <a:pt x="302003" y="77724"/>
                </a:moveTo>
                <a:lnTo>
                  <a:pt x="281940" y="77724"/>
                </a:lnTo>
                <a:lnTo>
                  <a:pt x="281940" y="35052"/>
                </a:lnTo>
                <a:lnTo>
                  <a:pt x="303530" y="35052"/>
                </a:lnTo>
                <a:lnTo>
                  <a:pt x="301752" y="36576"/>
                </a:lnTo>
                <a:lnTo>
                  <a:pt x="302003" y="77724"/>
                </a:lnTo>
                <a:close/>
              </a:path>
              <a:path w="358139" h="358139">
                <a:moveTo>
                  <a:pt x="16764" y="96012"/>
                </a:moveTo>
                <a:lnTo>
                  <a:pt x="3048" y="83820"/>
                </a:lnTo>
                <a:lnTo>
                  <a:pt x="102108" y="83820"/>
                </a:lnTo>
                <a:lnTo>
                  <a:pt x="118872" y="67056"/>
                </a:lnTo>
                <a:lnTo>
                  <a:pt x="144780" y="92964"/>
                </a:lnTo>
                <a:lnTo>
                  <a:pt x="35052" y="92964"/>
                </a:lnTo>
                <a:lnTo>
                  <a:pt x="16764" y="96012"/>
                </a:lnTo>
                <a:close/>
              </a:path>
              <a:path w="358139" h="358139">
                <a:moveTo>
                  <a:pt x="303041" y="132588"/>
                </a:moveTo>
                <a:lnTo>
                  <a:pt x="281940" y="132588"/>
                </a:lnTo>
                <a:lnTo>
                  <a:pt x="281940" y="86868"/>
                </a:lnTo>
                <a:lnTo>
                  <a:pt x="302154" y="86868"/>
                </a:lnTo>
                <a:lnTo>
                  <a:pt x="302514" y="108775"/>
                </a:lnTo>
                <a:lnTo>
                  <a:pt x="303041" y="132588"/>
                </a:lnTo>
                <a:close/>
              </a:path>
              <a:path w="358139" h="358139">
                <a:moveTo>
                  <a:pt x="19812" y="227076"/>
                </a:moveTo>
                <a:lnTo>
                  <a:pt x="0" y="199644"/>
                </a:lnTo>
                <a:lnTo>
                  <a:pt x="10858" y="196476"/>
                </a:lnTo>
                <a:lnTo>
                  <a:pt x="25146" y="191452"/>
                </a:lnTo>
                <a:lnTo>
                  <a:pt x="42862" y="184427"/>
                </a:lnTo>
                <a:lnTo>
                  <a:pt x="64008" y="175260"/>
                </a:lnTo>
                <a:lnTo>
                  <a:pt x="64008" y="92964"/>
                </a:lnTo>
                <a:lnTo>
                  <a:pt x="83820" y="92964"/>
                </a:lnTo>
                <a:lnTo>
                  <a:pt x="83820" y="166116"/>
                </a:lnTo>
                <a:lnTo>
                  <a:pt x="107673" y="166116"/>
                </a:lnTo>
                <a:lnTo>
                  <a:pt x="83820" y="181356"/>
                </a:lnTo>
                <a:lnTo>
                  <a:pt x="83820" y="192024"/>
                </a:lnTo>
                <a:lnTo>
                  <a:pt x="64008" y="192024"/>
                </a:lnTo>
                <a:lnTo>
                  <a:pt x="35718" y="210669"/>
                </a:lnTo>
                <a:lnTo>
                  <a:pt x="27432" y="216408"/>
                </a:lnTo>
                <a:lnTo>
                  <a:pt x="19812" y="227076"/>
                </a:lnTo>
                <a:close/>
              </a:path>
              <a:path w="358139" h="358139">
                <a:moveTo>
                  <a:pt x="107673" y="166116"/>
                </a:moveTo>
                <a:lnTo>
                  <a:pt x="83820" y="166116"/>
                </a:lnTo>
                <a:lnTo>
                  <a:pt x="135636" y="141732"/>
                </a:lnTo>
                <a:lnTo>
                  <a:pt x="138684" y="146304"/>
                </a:lnTo>
                <a:lnTo>
                  <a:pt x="107673" y="166116"/>
                </a:lnTo>
                <a:close/>
              </a:path>
              <a:path w="358139" h="358139">
                <a:moveTo>
                  <a:pt x="281940" y="158496"/>
                </a:moveTo>
                <a:lnTo>
                  <a:pt x="281940" y="141732"/>
                </a:lnTo>
                <a:lnTo>
                  <a:pt x="303182" y="141732"/>
                </a:lnTo>
                <a:lnTo>
                  <a:pt x="303276" y="147828"/>
                </a:lnTo>
                <a:lnTo>
                  <a:pt x="281940" y="158496"/>
                </a:lnTo>
                <a:close/>
              </a:path>
              <a:path w="358139" h="358139">
                <a:moveTo>
                  <a:pt x="123444" y="195072"/>
                </a:moveTo>
                <a:lnTo>
                  <a:pt x="109728" y="181356"/>
                </a:lnTo>
                <a:lnTo>
                  <a:pt x="309372" y="181356"/>
                </a:lnTo>
                <a:lnTo>
                  <a:pt x="329184" y="161544"/>
                </a:lnTo>
                <a:lnTo>
                  <a:pt x="358140" y="190500"/>
                </a:lnTo>
                <a:lnTo>
                  <a:pt x="160020" y="190500"/>
                </a:lnTo>
                <a:lnTo>
                  <a:pt x="150018" y="190785"/>
                </a:lnTo>
                <a:lnTo>
                  <a:pt x="140589" y="191643"/>
                </a:lnTo>
                <a:lnTo>
                  <a:pt x="131730" y="193071"/>
                </a:lnTo>
                <a:lnTo>
                  <a:pt x="123444" y="195072"/>
                </a:lnTo>
                <a:close/>
              </a:path>
              <a:path w="358139" h="358139">
                <a:moveTo>
                  <a:pt x="245364" y="310896"/>
                </a:moveTo>
                <a:lnTo>
                  <a:pt x="225552" y="310896"/>
                </a:lnTo>
                <a:lnTo>
                  <a:pt x="225552" y="190500"/>
                </a:lnTo>
                <a:lnTo>
                  <a:pt x="245364" y="190500"/>
                </a:lnTo>
                <a:lnTo>
                  <a:pt x="245364" y="243840"/>
                </a:lnTo>
                <a:lnTo>
                  <a:pt x="332232" y="243840"/>
                </a:lnTo>
                <a:lnTo>
                  <a:pt x="341376" y="252984"/>
                </a:lnTo>
                <a:lnTo>
                  <a:pt x="245364" y="252984"/>
                </a:lnTo>
                <a:lnTo>
                  <a:pt x="245364" y="310896"/>
                </a:lnTo>
                <a:close/>
              </a:path>
              <a:path w="358139" h="358139">
                <a:moveTo>
                  <a:pt x="82865" y="318516"/>
                </a:moveTo>
                <a:lnTo>
                  <a:pt x="59436" y="318516"/>
                </a:lnTo>
                <a:lnTo>
                  <a:pt x="64008" y="313944"/>
                </a:lnTo>
                <a:lnTo>
                  <a:pt x="64008" y="192024"/>
                </a:lnTo>
                <a:lnTo>
                  <a:pt x="83820" y="192024"/>
                </a:lnTo>
                <a:lnTo>
                  <a:pt x="83820" y="312420"/>
                </a:lnTo>
                <a:lnTo>
                  <a:pt x="82865" y="318516"/>
                </a:lnTo>
                <a:close/>
              </a:path>
              <a:path w="358139" h="358139">
                <a:moveTo>
                  <a:pt x="86868" y="358140"/>
                </a:moveTo>
                <a:lnTo>
                  <a:pt x="83820" y="353568"/>
                </a:lnTo>
                <a:lnTo>
                  <a:pt x="95226" y="340161"/>
                </a:lnTo>
                <a:lnTo>
                  <a:pt x="106585" y="325040"/>
                </a:lnTo>
                <a:lnTo>
                  <a:pt x="128016" y="291084"/>
                </a:lnTo>
                <a:lnTo>
                  <a:pt x="142875" y="250317"/>
                </a:lnTo>
                <a:lnTo>
                  <a:pt x="150876" y="202692"/>
                </a:lnTo>
                <a:lnTo>
                  <a:pt x="182880" y="222504"/>
                </a:lnTo>
                <a:lnTo>
                  <a:pt x="170688" y="228600"/>
                </a:lnTo>
                <a:lnTo>
                  <a:pt x="168425" y="237196"/>
                </a:lnTo>
                <a:lnTo>
                  <a:pt x="166306" y="244792"/>
                </a:lnTo>
                <a:lnTo>
                  <a:pt x="164472" y="251531"/>
                </a:lnTo>
                <a:lnTo>
                  <a:pt x="163068" y="257556"/>
                </a:lnTo>
                <a:lnTo>
                  <a:pt x="169416" y="265175"/>
                </a:lnTo>
                <a:lnTo>
                  <a:pt x="160020" y="265175"/>
                </a:lnTo>
                <a:lnTo>
                  <a:pt x="145803" y="292346"/>
                </a:lnTo>
                <a:lnTo>
                  <a:pt x="128587" y="316801"/>
                </a:lnTo>
                <a:lnTo>
                  <a:pt x="108799" y="338685"/>
                </a:lnTo>
                <a:lnTo>
                  <a:pt x="86868" y="358140"/>
                </a:lnTo>
                <a:close/>
              </a:path>
              <a:path w="358139" h="358139">
                <a:moveTo>
                  <a:pt x="332232" y="243840"/>
                </a:moveTo>
                <a:lnTo>
                  <a:pt x="298704" y="243840"/>
                </a:lnTo>
                <a:lnTo>
                  <a:pt x="315468" y="227076"/>
                </a:lnTo>
                <a:lnTo>
                  <a:pt x="332232" y="243840"/>
                </a:lnTo>
                <a:close/>
              </a:path>
              <a:path w="358139" h="358139">
                <a:moveTo>
                  <a:pt x="330708" y="348996"/>
                </a:moveTo>
                <a:lnTo>
                  <a:pt x="261175" y="342328"/>
                </a:lnTo>
                <a:lnTo>
                  <a:pt x="217932" y="327660"/>
                </a:lnTo>
                <a:lnTo>
                  <a:pt x="187202" y="301490"/>
                </a:lnTo>
                <a:lnTo>
                  <a:pt x="160020" y="265175"/>
                </a:lnTo>
                <a:lnTo>
                  <a:pt x="169416" y="265175"/>
                </a:lnTo>
                <a:lnTo>
                  <a:pt x="177331" y="274677"/>
                </a:lnTo>
                <a:lnTo>
                  <a:pt x="192595" y="289369"/>
                </a:lnTo>
                <a:lnTo>
                  <a:pt x="208716" y="301490"/>
                </a:lnTo>
                <a:lnTo>
                  <a:pt x="225552" y="310896"/>
                </a:lnTo>
                <a:lnTo>
                  <a:pt x="245364" y="310896"/>
                </a:lnTo>
                <a:lnTo>
                  <a:pt x="245364" y="316992"/>
                </a:lnTo>
                <a:lnTo>
                  <a:pt x="259318" y="319230"/>
                </a:lnTo>
                <a:lnTo>
                  <a:pt x="273558" y="321183"/>
                </a:lnTo>
                <a:lnTo>
                  <a:pt x="287797" y="322564"/>
                </a:lnTo>
                <a:lnTo>
                  <a:pt x="301752" y="323088"/>
                </a:lnTo>
                <a:lnTo>
                  <a:pt x="358140" y="323088"/>
                </a:lnTo>
                <a:lnTo>
                  <a:pt x="358140" y="324612"/>
                </a:lnTo>
                <a:lnTo>
                  <a:pt x="346138" y="329493"/>
                </a:lnTo>
                <a:lnTo>
                  <a:pt x="337566" y="335089"/>
                </a:lnTo>
                <a:lnTo>
                  <a:pt x="332422" y="341542"/>
                </a:lnTo>
                <a:lnTo>
                  <a:pt x="330708" y="348996"/>
                </a:lnTo>
                <a:close/>
              </a:path>
              <a:path w="358139" h="358139">
                <a:moveTo>
                  <a:pt x="53340" y="352044"/>
                </a:moveTo>
                <a:lnTo>
                  <a:pt x="50744" y="344066"/>
                </a:lnTo>
                <a:lnTo>
                  <a:pt x="42862" y="336232"/>
                </a:lnTo>
                <a:lnTo>
                  <a:pt x="29551" y="328683"/>
                </a:lnTo>
                <a:lnTo>
                  <a:pt x="10668" y="321564"/>
                </a:lnTo>
                <a:lnTo>
                  <a:pt x="10668" y="315468"/>
                </a:lnTo>
                <a:lnTo>
                  <a:pt x="33337" y="317563"/>
                </a:lnTo>
                <a:lnTo>
                  <a:pt x="42600" y="318254"/>
                </a:lnTo>
                <a:lnTo>
                  <a:pt x="50292" y="318516"/>
                </a:lnTo>
                <a:lnTo>
                  <a:pt x="82865" y="318516"/>
                </a:lnTo>
                <a:lnTo>
                  <a:pt x="81843" y="325040"/>
                </a:lnTo>
                <a:lnTo>
                  <a:pt x="76009" y="335661"/>
                </a:lnTo>
                <a:lnTo>
                  <a:pt x="66460" y="344566"/>
                </a:lnTo>
                <a:lnTo>
                  <a:pt x="53340" y="352044"/>
                </a:lnTo>
                <a:close/>
              </a:path>
              <a:path w="358139" h="358139">
                <a:moveTo>
                  <a:pt x="358140" y="323088"/>
                </a:moveTo>
                <a:lnTo>
                  <a:pt x="301752" y="323088"/>
                </a:lnTo>
                <a:lnTo>
                  <a:pt x="314634" y="322802"/>
                </a:lnTo>
                <a:lnTo>
                  <a:pt x="328231" y="321945"/>
                </a:lnTo>
                <a:lnTo>
                  <a:pt x="342685" y="320516"/>
                </a:lnTo>
                <a:lnTo>
                  <a:pt x="358140" y="318516"/>
                </a:lnTo>
                <a:lnTo>
                  <a:pt x="358140" y="32308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" name="object 23"/>
          <p:cNvSpPr/>
          <p:nvPr/>
        </p:nvSpPr>
        <p:spPr>
          <a:xfrm>
            <a:off x="3720084" y="2360676"/>
            <a:ext cx="295910" cy="346075"/>
          </a:xfrm>
          <a:custGeom>
            <a:avLst/>
            <a:gdLst/>
            <a:ahLst/>
            <a:cxnLst/>
            <a:rect l="l" t="t" r="r" b="b"/>
            <a:pathLst>
              <a:path w="295910" h="346075">
                <a:moveTo>
                  <a:pt x="262128" y="345947"/>
                </a:moveTo>
                <a:lnTo>
                  <a:pt x="262128" y="321563"/>
                </a:lnTo>
                <a:lnTo>
                  <a:pt x="32004" y="321563"/>
                </a:lnTo>
                <a:lnTo>
                  <a:pt x="21336" y="332231"/>
                </a:lnTo>
                <a:lnTo>
                  <a:pt x="0" y="315467"/>
                </a:lnTo>
                <a:lnTo>
                  <a:pt x="10667" y="304799"/>
                </a:lnTo>
                <a:lnTo>
                  <a:pt x="10644" y="232124"/>
                </a:lnTo>
                <a:lnTo>
                  <a:pt x="10477" y="219836"/>
                </a:lnTo>
                <a:lnTo>
                  <a:pt x="10025" y="206978"/>
                </a:lnTo>
                <a:lnTo>
                  <a:pt x="9143" y="193547"/>
                </a:lnTo>
                <a:lnTo>
                  <a:pt x="44196" y="211835"/>
                </a:lnTo>
                <a:lnTo>
                  <a:pt x="32004" y="222503"/>
                </a:lnTo>
                <a:lnTo>
                  <a:pt x="32004" y="312420"/>
                </a:lnTo>
                <a:lnTo>
                  <a:pt x="135636" y="312420"/>
                </a:lnTo>
                <a:lnTo>
                  <a:pt x="135636" y="163067"/>
                </a:lnTo>
                <a:lnTo>
                  <a:pt x="45719" y="163067"/>
                </a:lnTo>
                <a:lnTo>
                  <a:pt x="33528" y="173735"/>
                </a:lnTo>
                <a:lnTo>
                  <a:pt x="12192" y="156971"/>
                </a:lnTo>
                <a:lnTo>
                  <a:pt x="22860" y="147827"/>
                </a:lnTo>
                <a:lnTo>
                  <a:pt x="22836" y="75938"/>
                </a:lnTo>
                <a:lnTo>
                  <a:pt x="22669" y="66103"/>
                </a:lnTo>
                <a:lnTo>
                  <a:pt x="22217" y="55983"/>
                </a:lnTo>
                <a:lnTo>
                  <a:pt x="21336" y="45719"/>
                </a:lnTo>
                <a:lnTo>
                  <a:pt x="59436" y="64007"/>
                </a:lnTo>
                <a:lnTo>
                  <a:pt x="44196" y="73151"/>
                </a:lnTo>
                <a:lnTo>
                  <a:pt x="44196" y="153923"/>
                </a:lnTo>
                <a:lnTo>
                  <a:pt x="135636" y="153923"/>
                </a:lnTo>
                <a:lnTo>
                  <a:pt x="135636" y="53339"/>
                </a:lnTo>
                <a:lnTo>
                  <a:pt x="135397" y="39647"/>
                </a:lnTo>
                <a:lnTo>
                  <a:pt x="134350" y="12834"/>
                </a:lnTo>
                <a:lnTo>
                  <a:pt x="134112" y="0"/>
                </a:lnTo>
                <a:lnTo>
                  <a:pt x="169164" y="16763"/>
                </a:lnTo>
                <a:lnTo>
                  <a:pt x="156972" y="30479"/>
                </a:lnTo>
                <a:lnTo>
                  <a:pt x="156972" y="153923"/>
                </a:lnTo>
                <a:lnTo>
                  <a:pt x="246888" y="153923"/>
                </a:lnTo>
                <a:lnTo>
                  <a:pt x="246864" y="75890"/>
                </a:lnTo>
                <a:lnTo>
                  <a:pt x="246697" y="65722"/>
                </a:lnTo>
                <a:lnTo>
                  <a:pt x="246245" y="54697"/>
                </a:lnTo>
                <a:lnTo>
                  <a:pt x="245364" y="42671"/>
                </a:lnTo>
                <a:lnTo>
                  <a:pt x="280416" y="59435"/>
                </a:lnTo>
                <a:lnTo>
                  <a:pt x="268224" y="70103"/>
                </a:lnTo>
                <a:lnTo>
                  <a:pt x="268224" y="129539"/>
                </a:lnTo>
                <a:lnTo>
                  <a:pt x="268485" y="138136"/>
                </a:lnTo>
                <a:lnTo>
                  <a:pt x="271272" y="172211"/>
                </a:lnTo>
                <a:lnTo>
                  <a:pt x="246888" y="181355"/>
                </a:lnTo>
                <a:lnTo>
                  <a:pt x="246888" y="163067"/>
                </a:lnTo>
                <a:lnTo>
                  <a:pt x="156972" y="163067"/>
                </a:lnTo>
                <a:lnTo>
                  <a:pt x="156972" y="312420"/>
                </a:lnTo>
                <a:lnTo>
                  <a:pt x="262128" y="312420"/>
                </a:lnTo>
                <a:lnTo>
                  <a:pt x="262104" y="233243"/>
                </a:lnTo>
                <a:lnTo>
                  <a:pt x="261937" y="221932"/>
                </a:lnTo>
                <a:lnTo>
                  <a:pt x="261485" y="209764"/>
                </a:lnTo>
                <a:lnTo>
                  <a:pt x="260604" y="196595"/>
                </a:lnTo>
                <a:lnTo>
                  <a:pt x="295656" y="216407"/>
                </a:lnTo>
                <a:lnTo>
                  <a:pt x="283464" y="225551"/>
                </a:lnTo>
                <a:lnTo>
                  <a:pt x="283487" y="295894"/>
                </a:lnTo>
                <a:lnTo>
                  <a:pt x="283654" y="310133"/>
                </a:lnTo>
                <a:lnTo>
                  <a:pt x="284106" y="324373"/>
                </a:lnTo>
                <a:lnTo>
                  <a:pt x="284988" y="338327"/>
                </a:lnTo>
                <a:lnTo>
                  <a:pt x="262128" y="34594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" name="object 24"/>
          <p:cNvSpPr/>
          <p:nvPr/>
        </p:nvSpPr>
        <p:spPr>
          <a:xfrm>
            <a:off x="1748027" y="3084576"/>
            <a:ext cx="135890" cy="135890"/>
          </a:xfrm>
          <a:custGeom>
            <a:avLst/>
            <a:gdLst/>
            <a:ahLst/>
            <a:cxnLst/>
            <a:rect l="l" t="t" r="r" b="b"/>
            <a:pathLst>
              <a:path w="135889" h="135889">
                <a:moveTo>
                  <a:pt x="135635" y="135635"/>
                </a:moveTo>
                <a:lnTo>
                  <a:pt x="0" y="135635"/>
                </a:lnTo>
                <a:lnTo>
                  <a:pt x="0" y="0"/>
                </a:lnTo>
                <a:lnTo>
                  <a:pt x="135635" y="0"/>
                </a:lnTo>
                <a:lnTo>
                  <a:pt x="135635" y="135635"/>
                </a:lnTo>
                <a:close/>
              </a:path>
            </a:pathLst>
          </a:custGeom>
          <a:solidFill>
            <a:srgbClr val="3333C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" name="object 25"/>
          <p:cNvSpPr/>
          <p:nvPr/>
        </p:nvSpPr>
        <p:spPr>
          <a:xfrm>
            <a:off x="2125967" y="2913887"/>
            <a:ext cx="1138555" cy="363220"/>
          </a:xfrm>
          <a:custGeom>
            <a:avLst/>
            <a:gdLst/>
            <a:ahLst/>
            <a:cxnLst/>
            <a:rect l="l" t="t" r="r" b="b"/>
            <a:pathLst>
              <a:path w="1138554" h="363220">
                <a:moveTo>
                  <a:pt x="313944" y="65532"/>
                </a:moveTo>
                <a:lnTo>
                  <a:pt x="288036" y="38100"/>
                </a:lnTo>
                <a:lnTo>
                  <a:pt x="269748" y="56388"/>
                </a:lnTo>
                <a:lnTo>
                  <a:pt x="181356" y="56388"/>
                </a:lnTo>
                <a:lnTo>
                  <a:pt x="188976" y="48768"/>
                </a:lnTo>
                <a:lnTo>
                  <a:pt x="193548" y="41148"/>
                </a:lnTo>
                <a:lnTo>
                  <a:pt x="193548" y="32004"/>
                </a:lnTo>
                <a:lnTo>
                  <a:pt x="164122" y="6794"/>
                </a:lnTo>
                <a:lnTo>
                  <a:pt x="147828" y="0"/>
                </a:lnTo>
                <a:lnTo>
                  <a:pt x="144780" y="4572"/>
                </a:lnTo>
                <a:lnTo>
                  <a:pt x="151066" y="11176"/>
                </a:lnTo>
                <a:lnTo>
                  <a:pt x="156210" y="17335"/>
                </a:lnTo>
                <a:lnTo>
                  <a:pt x="160210" y="23228"/>
                </a:lnTo>
                <a:lnTo>
                  <a:pt x="163068" y="28956"/>
                </a:lnTo>
                <a:lnTo>
                  <a:pt x="166217" y="34963"/>
                </a:lnTo>
                <a:lnTo>
                  <a:pt x="168783" y="41529"/>
                </a:lnTo>
                <a:lnTo>
                  <a:pt x="170789" y="48679"/>
                </a:lnTo>
                <a:lnTo>
                  <a:pt x="172212" y="56388"/>
                </a:lnTo>
                <a:lnTo>
                  <a:pt x="44196" y="56388"/>
                </a:lnTo>
                <a:lnTo>
                  <a:pt x="57912" y="70104"/>
                </a:lnTo>
                <a:lnTo>
                  <a:pt x="67056" y="68110"/>
                </a:lnTo>
                <a:lnTo>
                  <a:pt x="76200" y="66675"/>
                </a:lnTo>
                <a:lnTo>
                  <a:pt x="85344" y="65824"/>
                </a:lnTo>
                <a:lnTo>
                  <a:pt x="94488" y="65532"/>
                </a:lnTo>
                <a:lnTo>
                  <a:pt x="231648" y="65532"/>
                </a:lnTo>
                <a:lnTo>
                  <a:pt x="313944" y="65532"/>
                </a:lnTo>
                <a:close/>
              </a:path>
              <a:path w="1138554" h="363220">
                <a:moveTo>
                  <a:pt x="345948" y="137160"/>
                </a:moveTo>
                <a:lnTo>
                  <a:pt x="320040" y="109728"/>
                </a:lnTo>
                <a:lnTo>
                  <a:pt x="301752" y="128016"/>
                </a:lnTo>
                <a:lnTo>
                  <a:pt x="214884" y="128016"/>
                </a:lnTo>
                <a:lnTo>
                  <a:pt x="222034" y="119735"/>
                </a:lnTo>
                <a:lnTo>
                  <a:pt x="229743" y="110871"/>
                </a:lnTo>
                <a:lnTo>
                  <a:pt x="246888" y="91440"/>
                </a:lnTo>
                <a:lnTo>
                  <a:pt x="260604" y="85344"/>
                </a:lnTo>
                <a:lnTo>
                  <a:pt x="231648" y="65532"/>
                </a:lnTo>
                <a:lnTo>
                  <a:pt x="226504" y="80441"/>
                </a:lnTo>
                <a:lnTo>
                  <a:pt x="220218" y="95631"/>
                </a:lnTo>
                <a:lnTo>
                  <a:pt x="212788" y="111404"/>
                </a:lnTo>
                <a:lnTo>
                  <a:pt x="204216" y="128016"/>
                </a:lnTo>
                <a:lnTo>
                  <a:pt x="138684" y="128016"/>
                </a:lnTo>
                <a:lnTo>
                  <a:pt x="146304" y="120396"/>
                </a:lnTo>
                <a:lnTo>
                  <a:pt x="149352" y="114300"/>
                </a:lnTo>
                <a:lnTo>
                  <a:pt x="149352" y="103632"/>
                </a:lnTo>
                <a:lnTo>
                  <a:pt x="147828" y="97536"/>
                </a:lnTo>
                <a:lnTo>
                  <a:pt x="106680" y="70104"/>
                </a:lnTo>
                <a:lnTo>
                  <a:pt x="103632" y="74676"/>
                </a:lnTo>
                <a:lnTo>
                  <a:pt x="109042" y="81280"/>
                </a:lnTo>
                <a:lnTo>
                  <a:pt x="113728" y="87439"/>
                </a:lnTo>
                <a:lnTo>
                  <a:pt x="117563" y="93332"/>
                </a:lnTo>
                <a:lnTo>
                  <a:pt x="120396" y="99060"/>
                </a:lnTo>
                <a:lnTo>
                  <a:pt x="123571" y="105092"/>
                </a:lnTo>
                <a:lnTo>
                  <a:pt x="126301" y="111823"/>
                </a:lnTo>
                <a:lnTo>
                  <a:pt x="128765" y="119430"/>
                </a:lnTo>
                <a:lnTo>
                  <a:pt x="131064" y="128016"/>
                </a:lnTo>
                <a:lnTo>
                  <a:pt x="0" y="128016"/>
                </a:lnTo>
                <a:lnTo>
                  <a:pt x="13716" y="141732"/>
                </a:lnTo>
                <a:lnTo>
                  <a:pt x="22009" y="139738"/>
                </a:lnTo>
                <a:lnTo>
                  <a:pt x="30861" y="138303"/>
                </a:lnTo>
                <a:lnTo>
                  <a:pt x="40297" y="137452"/>
                </a:lnTo>
                <a:lnTo>
                  <a:pt x="50292" y="137160"/>
                </a:lnTo>
                <a:lnTo>
                  <a:pt x="345948" y="137160"/>
                </a:lnTo>
                <a:close/>
              </a:path>
              <a:path w="1138554" h="363220">
                <a:moveTo>
                  <a:pt x="352044" y="324612"/>
                </a:moveTo>
                <a:lnTo>
                  <a:pt x="332638" y="285394"/>
                </a:lnTo>
                <a:lnTo>
                  <a:pt x="330708" y="256032"/>
                </a:lnTo>
                <a:lnTo>
                  <a:pt x="324612" y="256032"/>
                </a:lnTo>
                <a:lnTo>
                  <a:pt x="320052" y="304711"/>
                </a:lnTo>
                <a:lnTo>
                  <a:pt x="304800" y="330708"/>
                </a:lnTo>
                <a:lnTo>
                  <a:pt x="236220" y="330708"/>
                </a:lnTo>
                <a:lnTo>
                  <a:pt x="213360" y="243840"/>
                </a:lnTo>
                <a:lnTo>
                  <a:pt x="246888" y="243840"/>
                </a:lnTo>
                <a:lnTo>
                  <a:pt x="246888" y="260604"/>
                </a:lnTo>
                <a:lnTo>
                  <a:pt x="268224" y="252984"/>
                </a:lnTo>
                <a:lnTo>
                  <a:pt x="267741" y="243840"/>
                </a:lnTo>
                <a:lnTo>
                  <a:pt x="267347" y="236702"/>
                </a:lnTo>
                <a:lnTo>
                  <a:pt x="267296" y="234696"/>
                </a:lnTo>
                <a:lnTo>
                  <a:pt x="266890" y="219837"/>
                </a:lnTo>
                <a:lnTo>
                  <a:pt x="266801" y="210312"/>
                </a:lnTo>
                <a:lnTo>
                  <a:pt x="266700" y="184404"/>
                </a:lnTo>
                <a:lnTo>
                  <a:pt x="275844" y="178308"/>
                </a:lnTo>
                <a:lnTo>
                  <a:pt x="280416" y="175260"/>
                </a:lnTo>
                <a:lnTo>
                  <a:pt x="274320" y="169164"/>
                </a:lnTo>
                <a:lnTo>
                  <a:pt x="259080" y="153924"/>
                </a:lnTo>
                <a:lnTo>
                  <a:pt x="246888" y="166116"/>
                </a:lnTo>
                <a:lnTo>
                  <a:pt x="246888" y="178308"/>
                </a:lnTo>
                <a:lnTo>
                  <a:pt x="246888" y="234696"/>
                </a:lnTo>
                <a:lnTo>
                  <a:pt x="96012" y="234696"/>
                </a:lnTo>
                <a:lnTo>
                  <a:pt x="96012" y="178308"/>
                </a:lnTo>
                <a:lnTo>
                  <a:pt x="246888" y="178308"/>
                </a:lnTo>
                <a:lnTo>
                  <a:pt x="246888" y="166116"/>
                </a:lnTo>
                <a:lnTo>
                  <a:pt x="243840" y="169164"/>
                </a:lnTo>
                <a:lnTo>
                  <a:pt x="97536" y="169164"/>
                </a:lnTo>
                <a:lnTo>
                  <a:pt x="74676" y="156972"/>
                </a:lnTo>
                <a:lnTo>
                  <a:pt x="75565" y="172173"/>
                </a:lnTo>
                <a:lnTo>
                  <a:pt x="76009" y="185928"/>
                </a:lnTo>
                <a:lnTo>
                  <a:pt x="76187" y="198551"/>
                </a:lnTo>
                <a:lnTo>
                  <a:pt x="76187" y="222313"/>
                </a:lnTo>
                <a:lnTo>
                  <a:pt x="76022" y="234696"/>
                </a:lnTo>
                <a:lnTo>
                  <a:pt x="75565" y="249745"/>
                </a:lnTo>
                <a:lnTo>
                  <a:pt x="74676" y="265176"/>
                </a:lnTo>
                <a:lnTo>
                  <a:pt x="96012" y="257556"/>
                </a:lnTo>
                <a:lnTo>
                  <a:pt x="96012" y="243840"/>
                </a:lnTo>
                <a:lnTo>
                  <a:pt x="126492" y="243840"/>
                </a:lnTo>
                <a:lnTo>
                  <a:pt x="119443" y="281940"/>
                </a:lnTo>
                <a:lnTo>
                  <a:pt x="98996" y="314921"/>
                </a:lnTo>
                <a:lnTo>
                  <a:pt x="53365" y="340093"/>
                </a:lnTo>
                <a:lnTo>
                  <a:pt x="0" y="355092"/>
                </a:lnTo>
                <a:lnTo>
                  <a:pt x="0" y="361188"/>
                </a:lnTo>
                <a:lnTo>
                  <a:pt x="40576" y="354139"/>
                </a:lnTo>
                <a:lnTo>
                  <a:pt x="87439" y="340575"/>
                </a:lnTo>
                <a:lnTo>
                  <a:pt x="123444" y="316992"/>
                </a:lnTo>
                <a:lnTo>
                  <a:pt x="145948" y="268135"/>
                </a:lnTo>
                <a:lnTo>
                  <a:pt x="149352" y="243840"/>
                </a:lnTo>
                <a:lnTo>
                  <a:pt x="193548" y="243840"/>
                </a:lnTo>
                <a:lnTo>
                  <a:pt x="193598" y="314210"/>
                </a:lnTo>
                <a:lnTo>
                  <a:pt x="230124" y="347472"/>
                </a:lnTo>
                <a:lnTo>
                  <a:pt x="318516" y="347472"/>
                </a:lnTo>
                <a:lnTo>
                  <a:pt x="347395" y="330708"/>
                </a:lnTo>
                <a:lnTo>
                  <a:pt x="352044" y="324612"/>
                </a:lnTo>
                <a:close/>
              </a:path>
              <a:path w="1138554" h="363220">
                <a:moveTo>
                  <a:pt x="746760" y="184404"/>
                </a:moveTo>
                <a:lnTo>
                  <a:pt x="716280" y="153924"/>
                </a:lnTo>
                <a:lnTo>
                  <a:pt x="694944" y="175260"/>
                </a:lnTo>
                <a:lnTo>
                  <a:pt x="681228" y="175260"/>
                </a:lnTo>
                <a:lnTo>
                  <a:pt x="681228" y="123444"/>
                </a:lnTo>
                <a:lnTo>
                  <a:pt x="687768" y="118872"/>
                </a:lnTo>
                <a:lnTo>
                  <a:pt x="696468" y="112776"/>
                </a:lnTo>
                <a:lnTo>
                  <a:pt x="672084" y="92964"/>
                </a:lnTo>
                <a:lnTo>
                  <a:pt x="661416" y="106006"/>
                </a:lnTo>
                <a:lnTo>
                  <a:pt x="661416" y="118872"/>
                </a:lnTo>
                <a:lnTo>
                  <a:pt x="661416" y="175260"/>
                </a:lnTo>
                <a:lnTo>
                  <a:pt x="661416" y="184404"/>
                </a:lnTo>
                <a:lnTo>
                  <a:pt x="661416" y="240792"/>
                </a:lnTo>
                <a:lnTo>
                  <a:pt x="576072" y="240792"/>
                </a:lnTo>
                <a:lnTo>
                  <a:pt x="576072" y="184404"/>
                </a:lnTo>
                <a:lnTo>
                  <a:pt x="661416" y="184404"/>
                </a:lnTo>
                <a:lnTo>
                  <a:pt x="661416" y="175260"/>
                </a:lnTo>
                <a:lnTo>
                  <a:pt x="576072" y="175260"/>
                </a:lnTo>
                <a:lnTo>
                  <a:pt x="576072" y="118872"/>
                </a:lnTo>
                <a:lnTo>
                  <a:pt x="661416" y="118872"/>
                </a:lnTo>
                <a:lnTo>
                  <a:pt x="661416" y="106006"/>
                </a:lnTo>
                <a:lnTo>
                  <a:pt x="658368" y="109728"/>
                </a:lnTo>
                <a:lnTo>
                  <a:pt x="571500" y="109728"/>
                </a:lnTo>
                <a:lnTo>
                  <a:pt x="598843" y="80251"/>
                </a:lnTo>
                <a:lnTo>
                  <a:pt x="635088" y="54063"/>
                </a:lnTo>
                <a:lnTo>
                  <a:pt x="643128" y="51816"/>
                </a:lnTo>
                <a:lnTo>
                  <a:pt x="634619" y="44196"/>
                </a:lnTo>
                <a:lnTo>
                  <a:pt x="614172" y="25908"/>
                </a:lnTo>
                <a:lnTo>
                  <a:pt x="600456" y="44196"/>
                </a:lnTo>
                <a:lnTo>
                  <a:pt x="518160" y="44196"/>
                </a:lnTo>
                <a:lnTo>
                  <a:pt x="525907" y="35039"/>
                </a:lnTo>
                <a:lnTo>
                  <a:pt x="533209" y="28003"/>
                </a:lnTo>
                <a:lnTo>
                  <a:pt x="540245" y="22987"/>
                </a:lnTo>
                <a:lnTo>
                  <a:pt x="547116" y="19812"/>
                </a:lnTo>
                <a:lnTo>
                  <a:pt x="516636" y="0"/>
                </a:lnTo>
                <a:lnTo>
                  <a:pt x="497205" y="34099"/>
                </a:lnTo>
                <a:lnTo>
                  <a:pt x="470916" y="71628"/>
                </a:lnTo>
                <a:lnTo>
                  <a:pt x="437769" y="108013"/>
                </a:lnTo>
                <a:lnTo>
                  <a:pt x="402336" y="138684"/>
                </a:lnTo>
                <a:lnTo>
                  <a:pt x="405384" y="143256"/>
                </a:lnTo>
                <a:lnTo>
                  <a:pt x="432562" y="124929"/>
                </a:lnTo>
                <a:lnTo>
                  <a:pt x="459295" y="104013"/>
                </a:lnTo>
                <a:lnTo>
                  <a:pt x="485762" y="80251"/>
                </a:lnTo>
                <a:lnTo>
                  <a:pt x="512064" y="53340"/>
                </a:lnTo>
                <a:lnTo>
                  <a:pt x="598932" y="53340"/>
                </a:lnTo>
                <a:lnTo>
                  <a:pt x="562356" y="109728"/>
                </a:lnTo>
                <a:lnTo>
                  <a:pt x="455676" y="109728"/>
                </a:lnTo>
                <a:lnTo>
                  <a:pt x="469392" y="123444"/>
                </a:lnTo>
                <a:lnTo>
                  <a:pt x="477685" y="121450"/>
                </a:lnTo>
                <a:lnTo>
                  <a:pt x="486537" y="120015"/>
                </a:lnTo>
                <a:lnTo>
                  <a:pt x="495973" y="119164"/>
                </a:lnTo>
                <a:lnTo>
                  <a:pt x="505968" y="118872"/>
                </a:lnTo>
                <a:lnTo>
                  <a:pt x="554736" y="118872"/>
                </a:lnTo>
                <a:lnTo>
                  <a:pt x="554736" y="175260"/>
                </a:lnTo>
                <a:lnTo>
                  <a:pt x="394716" y="175260"/>
                </a:lnTo>
                <a:lnTo>
                  <a:pt x="408432" y="188976"/>
                </a:lnTo>
                <a:lnTo>
                  <a:pt x="416725" y="186982"/>
                </a:lnTo>
                <a:lnTo>
                  <a:pt x="425577" y="185547"/>
                </a:lnTo>
                <a:lnTo>
                  <a:pt x="435013" y="184696"/>
                </a:lnTo>
                <a:lnTo>
                  <a:pt x="445008" y="184404"/>
                </a:lnTo>
                <a:lnTo>
                  <a:pt x="554736" y="184404"/>
                </a:lnTo>
                <a:lnTo>
                  <a:pt x="554736" y="240792"/>
                </a:lnTo>
                <a:lnTo>
                  <a:pt x="434340" y="240792"/>
                </a:lnTo>
                <a:lnTo>
                  <a:pt x="448056" y="254508"/>
                </a:lnTo>
                <a:lnTo>
                  <a:pt x="456349" y="252514"/>
                </a:lnTo>
                <a:lnTo>
                  <a:pt x="465201" y="251079"/>
                </a:lnTo>
                <a:lnTo>
                  <a:pt x="474637" y="250228"/>
                </a:lnTo>
                <a:lnTo>
                  <a:pt x="484632" y="249936"/>
                </a:lnTo>
                <a:lnTo>
                  <a:pt x="554736" y="249936"/>
                </a:lnTo>
                <a:lnTo>
                  <a:pt x="554736" y="304800"/>
                </a:lnTo>
                <a:lnTo>
                  <a:pt x="553834" y="313931"/>
                </a:lnTo>
                <a:lnTo>
                  <a:pt x="550926" y="320611"/>
                </a:lnTo>
                <a:lnTo>
                  <a:pt x="545744" y="324739"/>
                </a:lnTo>
                <a:lnTo>
                  <a:pt x="537972" y="326136"/>
                </a:lnTo>
                <a:lnTo>
                  <a:pt x="528828" y="325615"/>
                </a:lnTo>
                <a:lnTo>
                  <a:pt x="517398" y="324231"/>
                </a:lnTo>
                <a:lnTo>
                  <a:pt x="487680" y="320040"/>
                </a:lnTo>
                <a:lnTo>
                  <a:pt x="487680" y="327660"/>
                </a:lnTo>
                <a:lnTo>
                  <a:pt x="511454" y="334860"/>
                </a:lnTo>
                <a:lnTo>
                  <a:pt x="528066" y="342900"/>
                </a:lnTo>
                <a:lnTo>
                  <a:pt x="537832" y="352094"/>
                </a:lnTo>
                <a:lnTo>
                  <a:pt x="541020" y="362712"/>
                </a:lnTo>
                <a:lnTo>
                  <a:pt x="556145" y="355879"/>
                </a:lnTo>
                <a:lnTo>
                  <a:pt x="567118" y="346900"/>
                </a:lnTo>
                <a:lnTo>
                  <a:pt x="573811" y="335927"/>
                </a:lnTo>
                <a:lnTo>
                  <a:pt x="575538" y="326136"/>
                </a:lnTo>
                <a:lnTo>
                  <a:pt x="576072" y="323088"/>
                </a:lnTo>
                <a:lnTo>
                  <a:pt x="576072" y="249936"/>
                </a:lnTo>
                <a:lnTo>
                  <a:pt x="661416" y="249936"/>
                </a:lnTo>
                <a:lnTo>
                  <a:pt x="661416" y="266700"/>
                </a:lnTo>
                <a:lnTo>
                  <a:pt x="682752" y="256032"/>
                </a:lnTo>
                <a:lnTo>
                  <a:pt x="682282" y="249936"/>
                </a:lnTo>
                <a:lnTo>
                  <a:pt x="681875" y="244627"/>
                </a:lnTo>
                <a:lnTo>
                  <a:pt x="681418" y="228790"/>
                </a:lnTo>
                <a:lnTo>
                  <a:pt x="681253" y="208673"/>
                </a:lnTo>
                <a:lnTo>
                  <a:pt x="681228" y="184404"/>
                </a:lnTo>
                <a:lnTo>
                  <a:pt x="746760" y="184404"/>
                </a:lnTo>
                <a:close/>
              </a:path>
              <a:path w="1138554" h="363220">
                <a:moveTo>
                  <a:pt x="973836" y="62484"/>
                </a:moveTo>
                <a:lnTo>
                  <a:pt x="965238" y="53340"/>
                </a:lnTo>
                <a:lnTo>
                  <a:pt x="949452" y="36576"/>
                </a:lnTo>
                <a:lnTo>
                  <a:pt x="932688" y="53340"/>
                </a:lnTo>
                <a:lnTo>
                  <a:pt x="865632" y="53340"/>
                </a:lnTo>
                <a:lnTo>
                  <a:pt x="894588" y="22860"/>
                </a:lnTo>
                <a:lnTo>
                  <a:pt x="867156" y="3048"/>
                </a:lnTo>
                <a:lnTo>
                  <a:pt x="847661" y="44627"/>
                </a:lnTo>
                <a:lnTo>
                  <a:pt x="817626" y="88773"/>
                </a:lnTo>
                <a:lnTo>
                  <a:pt x="792480" y="115824"/>
                </a:lnTo>
                <a:lnTo>
                  <a:pt x="795528" y="120396"/>
                </a:lnTo>
                <a:lnTo>
                  <a:pt x="806386" y="112661"/>
                </a:lnTo>
                <a:lnTo>
                  <a:pt x="816102" y="105346"/>
                </a:lnTo>
                <a:lnTo>
                  <a:pt x="824674" y="98323"/>
                </a:lnTo>
                <a:lnTo>
                  <a:pt x="832104" y="91440"/>
                </a:lnTo>
                <a:lnTo>
                  <a:pt x="839851" y="84569"/>
                </a:lnTo>
                <a:lnTo>
                  <a:pt x="847153" y="77533"/>
                </a:lnTo>
                <a:lnTo>
                  <a:pt x="854113" y="70294"/>
                </a:lnTo>
                <a:lnTo>
                  <a:pt x="861060" y="62484"/>
                </a:lnTo>
                <a:lnTo>
                  <a:pt x="880872" y="62484"/>
                </a:lnTo>
                <a:lnTo>
                  <a:pt x="899287" y="98564"/>
                </a:lnTo>
                <a:lnTo>
                  <a:pt x="900684" y="105156"/>
                </a:lnTo>
                <a:lnTo>
                  <a:pt x="902208" y="111252"/>
                </a:lnTo>
                <a:lnTo>
                  <a:pt x="903732" y="114300"/>
                </a:lnTo>
                <a:lnTo>
                  <a:pt x="908304" y="114300"/>
                </a:lnTo>
                <a:lnTo>
                  <a:pt x="917448" y="109728"/>
                </a:lnTo>
                <a:lnTo>
                  <a:pt x="918972" y="105156"/>
                </a:lnTo>
                <a:lnTo>
                  <a:pt x="920496" y="99060"/>
                </a:lnTo>
                <a:lnTo>
                  <a:pt x="920496" y="92964"/>
                </a:lnTo>
                <a:lnTo>
                  <a:pt x="890016" y="62484"/>
                </a:lnTo>
                <a:lnTo>
                  <a:pt x="973836" y="62484"/>
                </a:lnTo>
                <a:close/>
              </a:path>
              <a:path w="1138554" h="363220">
                <a:moveTo>
                  <a:pt x="1126236" y="62484"/>
                </a:moveTo>
                <a:lnTo>
                  <a:pt x="1117092" y="53340"/>
                </a:lnTo>
                <a:lnTo>
                  <a:pt x="1098804" y="35052"/>
                </a:lnTo>
                <a:lnTo>
                  <a:pt x="1080516" y="53340"/>
                </a:lnTo>
                <a:lnTo>
                  <a:pt x="1004316" y="53340"/>
                </a:lnTo>
                <a:lnTo>
                  <a:pt x="1008913" y="48247"/>
                </a:lnTo>
                <a:lnTo>
                  <a:pt x="1013650" y="42291"/>
                </a:lnTo>
                <a:lnTo>
                  <a:pt x="1018679" y="35775"/>
                </a:lnTo>
                <a:lnTo>
                  <a:pt x="1024128" y="28956"/>
                </a:lnTo>
                <a:lnTo>
                  <a:pt x="1033272" y="24384"/>
                </a:lnTo>
                <a:lnTo>
                  <a:pt x="1005840" y="4572"/>
                </a:lnTo>
                <a:lnTo>
                  <a:pt x="989076" y="45720"/>
                </a:lnTo>
                <a:lnTo>
                  <a:pt x="965936" y="82156"/>
                </a:lnTo>
                <a:lnTo>
                  <a:pt x="957072" y="92964"/>
                </a:lnTo>
                <a:lnTo>
                  <a:pt x="960120" y="97536"/>
                </a:lnTo>
                <a:lnTo>
                  <a:pt x="972108" y="88417"/>
                </a:lnTo>
                <a:lnTo>
                  <a:pt x="982789" y="79438"/>
                </a:lnTo>
                <a:lnTo>
                  <a:pt x="992060" y="70751"/>
                </a:lnTo>
                <a:lnTo>
                  <a:pt x="999744" y="62484"/>
                </a:lnTo>
                <a:lnTo>
                  <a:pt x="1019556" y="62484"/>
                </a:lnTo>
                <a:lnTo>
                  <a:pt x="1039368" y="99060"/>
                </a:lnTo>
                <a:lnTo>
                  <a:pt x="1042416" y="114300"/>
                </a:lnTo>
                <a:lnTo>
                  <a:pt x="1045464" y="117348"/>
                </a:lnTo>
                <a:lnTo>
                  <a:pt x="1054608" y="111252"/>
                </a:lnTo>
                <a:lnTo>
                  <a:pt x="1057656" y="106680"/>
                </a:lnTo>
                <a:lnTo>
                  <a:pt x="1059180" y="99060"/>
                </a:lnTo>
                <a:lnTo>
                  <a:pt x="1062228" y="92964"/>
                </a:lnTo>
                <a:lnTo>
                  <a:pt x="1027176" y="62484"/>
                </a:lnTo>
                <a:lnTo>
                  <a:pt x="1126236" y="62484"/>
                </a:lnTo>
                <a:close/>
              </a:path>
              <a:path w="1138554" h="363220">
                <a:moveTo>
                  <a:pt x="1138428" y="318516"/>
                </a:moveTo>
                <a:lnTo>
                  <a:pt x="1095565" y="311023"/>
                </a:lnTo>
                <a:lnTo>
                  <a:pt x="1058608" y="296227"/>
                </a:lnTo>
                <a:lnTo>
                  <a:pt x="1016254" y="268376"/>
                </a:lnTo>
                <a:lnTo>
                  <a:pt x="987158" y="239890"/>
                </a:lnTo>
                <a:lnTo>
                  <a:pt x="982726" y="234696"/>
                </a:lnTo>
                <a:lnTo>
                  <a:pt x="972312" y="222504"/>
                </a:lnTo>
                <a:lnTo>
                  <a:pt x="972312" y="185928"/>
                </a:lnTo>
                <a:lnTo>
                  <a:pt x="1056132" y="185928"/>
                </a:lnTo>
                <a:lnTo>
                  <a:pt x="1056132" y="236220"/>
                </a:lnTo>
                <a:lnTo>
                  <a:pt x="1054608" y="240792"/>
                </a:lnTo>
                <a:lnTo>
                  <a:pt x="1042416" y="240792"/>
                </a:lnTo>
                <a:lnTo>
                  <a:pt x="1039368" y="239268"/>
                </a:lnTo>
                <a:lnTo>
                  <a:pt x="1035710" y="239229"/>
                </a:lnTo>
                <a:lnTo>
                  <a:pt x="1029462" y="238887"/>
                </a:lnTo>
                <a:lnTo>
                  <a:pt x="1020940" y="237985"/>
                </a:lnTo>
                <a:lnTo>
                  <a:pt x="1010412" y="236220"/>
                </a:lnTo>
                <a:lnTo>
                  <a:pt x="1010412" y="242316"/>
                </a:lnTo>
                <a:lnTo>
                  <a:pt x="1024750" y="247459"/>
                </a:lnTo>
                <a:lnTo>
                  <a:pt x="1035939" y="253746"/>
                </a:lnTo>
                <a:lnTo>
                  <a:pt x="1044282" y="261175"/>
                </a:lnTo>
                <a:lnTo>
                  <a:pt x="1050036" y="269748"/>
                </a:lnTo>
                <a:lnTo>
                  <a:pt x="1062228" y="265176"/>
                </a:lnTo>
                <a:lnTo>
                  <a:pt x="1068324" y="260604"/>
                </a:lnTo>
                <a:lnTo>
                  <a:pt x="1074420" y="251460"/>
                </a:lnTo>
                <a:lnTo>
                  <a:pt x="1075944" y="243840"/>
                </a:lnTo>
                <a:lnTo>
                  <a:pt x="1075944" y="240792"/>
                </a:lnTo>
                <a:lnTo>
                  <a:pt x="1075944" y="190500"/>
                </a:lnTo>
                <a:lnTo>
                  <a:pt x="1082040" y="185928"/>
                </a:lnTo>
                <a:lnTo>
                  <a:pt x="1088136" y="181356"/>
                </a:lnTo>
                <a:lnTo>
                  <a:pt x="1083564" y="176784"/>
                </a:lnTo>
                <a:lnTo>
                  <a:pt x="1068324" y="161544"/>
                </a:lnTo>
                <a:lnTo>
                  <a:pt x="1053084" y="176784"/>
                </a:lnTo>
                <a:lnTo>
                  <a:pt x="972312" y="176784"/>
                </a:lnTo>
                <a:lnTo>
                  <a:pt x="972312" y="143256"/>
                </a:lnTo>
                <a:lnTo>
                  <a:pt x="1132332" y="143256"/>
                </a:lnTo>
                <a:lnTo>
                  <a:pt x="1100328" y="111252"/>
                </a:lnTo>
                <a:lnTo>
                  <a:pt x="1075944" y="134112"/>
                </a:lnTo>
                <a:lnTo>
                  <a:pt x="972312" y="134112"/>
                </a:lnTo>
                <a:lnTo>
                  <a:pt x="972312" y="123444"/>
                </a:lnTo>
                <a:lnTo>
                  <a:pt x="982980" y="112776"/>
                </a:lnTo>
                <a:lnTo>
                  <a:pt x="950976" y="99060"/>
                </a:lnTo>
                <a:lnTo>
                  <a:pt x="951865" y="106476"/>
                </a:lnTo>
                <a:lnTo>
                  <a:pt x="952309" y="114871"/>
                </a:lnTo>
                <a:lnTo>
                  <a:pt x="952411" y="120396"/>
                </a:lnTo>
                <a:lnTo>
                  <a:pt x="952500" y="134112"/>
                </a:lnTo>
                <a:lnTo>
                  <a:pt x="792480" y="134112"/>
                </a:lnTo>
                <a:lnTo>
                  <a:pt x="806196" y="147828"/>
                </a:lnTo>
                <a:lnTo>
                  <a:pt x="814489" y="145834"/>
                </a:lnTo>
                <a:lnTo>
                  <a:pt x="823341" y="144399"/>
                </a:lnTo>
                <a:lnTo>
                  <a:pt x="832777" y="143548"/>
                </a:lnTo>
                <a:lnTo>
                  <a:pt x="842772" y="143256"/>
                </a:lnTo>
                <a:lnTo>
                  <a:pt x="952500" y="143256"/>
                </a:lnTo>
                <a:lnTo>
                  <a:pt x="952500" y="176784"/>
                </a:lnTo>
                <a:lnTo>
                  <a:pt x="867156" y="176784"/>
                </a:lnTo>
                <a:lnTo>
                  <a:pt x="845820" y="166116"/>
                </a:lnTo>
                <a:lnTo>
                  <a:pt x="846709" y="178739"/>
                </a:lnTo>
                <a:lnTo>
                  <a:pt x="847153" y="191643"/>
                </a:lnTo>
                <a:lnTo>
                  <a:pt x="847331" y="205130"/>
                </a:lnTo>
                <a:lnTo>
                  <a:pt x="847293" y="222504"/>
                </a:lnTo>
                <a:lnTo>
                  <a:pt x="847115" y="233159"/>
                </a:lnTo>
                <a:lnTo>
                  <a:pt x="846061" y="259969"/>
                </a:lnTo>
                <a:lnTo>
                  <a:pt x="845820" y="272796"/>
                </a:lnTo>
                <a:lnTo>
                  <a:pt x="867156" y="263652"/>
                </a:lnTo>
                <a:lnTo>
                  <a:pt x="867156" y="185928"/>
                </a:lnTo>
                <a:lnTo>
                  <a:pt x="952500" y="185928"/>
                </a:lnTo>
                <a:lnTo>
                  <a:pt x="952500" y="213360"/>
                </a:lnTo>
                <a:lnTo>
                  <a:pt x="935913" y="234251"/>
                </a:lnTo>
                <a:lnTo>
                  <a:pt x="898715" y="271449"/>
                </a:lnTo>
                <a:lnTo>
                  <a:pt x="855535" y="304406"/>
                </a:lnTo>
                <a:lnTo>
                  <a:pt x="807529" y="333692"/>
                </a:lnTo>
                <a:lnTo>
                  <a:pt x="781812" y="347472"/>
                </a:lnTo>
                <a:lnTo>
                  <a:pt x="783336" y="353568"/>
                </a:lnTo>
                <a:lnTo>
                  <a:pt x="829056" y="332994"/>
                </a:lnTo>
                <a:lnTo>
                  <a:pt x="874776" y="307848"/>
                </a:lnTo>
                <a:lnTo>
                  <a:pt x="917067" y="278130"/>
                </a:lnTo>
                <a:lnTo>
                  <a:pt x="952500" y="243840"/>
                </a:lnTo>
                <a:lnTo>
                  <a:pt x="952385" y="318516"/>
                </a:lnTo>
                <a:lnTo>
                  <a:pt x="952271" y="326212"/>
                </a:lnTo>
                <a:lnTo>
                  <a:pt x="951865" y="341172"/>
                </a:lnTo>
                <a:lnTo>
                  <a:pt x="950976" y="361188"/>
                </a:lnTo>
                <a:lnTo>
                  <a:pt x="973836" y="350520"/>
                </a:lnTo>
                <a:lnTo>
                  <a:pt x="972959" y="341642"/>
                </a:lnTo>
                <a:lnTo>
                  <a:pt x="972502" y="333184"/>
                </a:lnTo>
                <a:lnTo>
                  <a:pt x="972400" y="328142"/>
                </a:lnTo>
                <a:lnTo>
                  <a:pt x="972312" y="243840"/>
                </a:lnTo>
                <a:lnTo>
                  <a:pt x="972312" y="234696"/>
                </a:lnTo>
                <a:lnTo>
                  <a:pt x="984504" y="251460"/>
                </a:lnTo>
                <a:lnTo>
                  <a:pt x="996315" y="265938"/>
                </a:lnTo>
                <a:lnTo>
                  <a:pt x="1028344" y="297776"/>
                </a:lnTo>
                <a:lnTo>
                  <a:pt x="1060704" y="321564"/>
                </a:lnTo>
                <a:lnTo>
                  <a:pt x="1095641" y="339572"/>
                </a:lnTo>
                <a:lnTo>
                  <a:pt x="1107948" y="344424"/>
                </a:lnTo>
                <a:lnTo>
                  <a:pt x="1111427" y="337019"/>
                </a:lnTo>
                <a:lnTo>
                  <a:pt x="1117473" y="330898"/>
                </a:lnTo>
                <a:lnTo>
                  <a:pt x="1126388" y="326212"/>
                </a:lnTo>
                <a:lnTo>
                  <a:pt x="1138428" y="323088"/>
                </a:lnTo>
                <a:lnTo>
                  <a:pt x="1138428" y="31851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" name="object 26"/>
          <p:cNvSpPr/>
          <p:nvPr/>
        </p:nvSpPr>
        <p:spPr>
          <a:xfrm>
            <a:off x="3313176" y="2916936"/>
            <a:ext cx="341630" cy="356870"/>
          </a:xfrm>
          <a:custGeom>
            <a:avLst/>
            <a:gdLst/>
            <a:ahLst/>
            <a:cxnLst/>
            <a:rect l="l" t="t" r="r" b="b"/>
            <a:pathLst>
              <a:path w="341629" h="356870">
                <a:moveTo>
                  <a:pt x="135636" y="135636"/>
                </a:moveTo>
                <a:lnTo>
                  <a:pt x="131064" y="132588"/>
                </a:lnTo>
                <a:lnTo>
                  <a:pt x="139079" y="119324"/>
                </a:lnTo>
                <a:lnTo>
                  <a:pt x="146875" y="104775"/>
                </a:lnTo>
                <a:lnTo>
                  <a:pt x="154424" y="88439"/>
                </a:lnTo>
                <a:lnTo>
                  <a:pt x="161544" y="70104"/>
                </a:lnTo>
                <a:lnTo>
                  <a:pt x="168973" y="51220"/>
                </a:lnTo>
                <a:lnTo>
                  <a:pt x="175260" y="33337"/>
                </a:lnTo>
                <a:lnTo>
                  <a:pt x="180403" y="16311"/>
                </a:lnTo>
                <a:lnTo>
                  <a:pt x="184404" y="0"/>
                </a:lnTo>
                <a:lnTo>
                  <a:pt x="216407" y="16764"/>
                </a:lnTo>
                <a:lnTo>
                  <a:pt x="202692" y="24384"/>
                </a:lnTo>
                <a:lnTo>
                  <a:pt x="188976" y="53340"/>
                </a:lnTo>
                <a:lnTo>
                  <a:pt x="296570" y="53340"/>
                </a:lnTo>
                <a:lnTo>
                  <a:pt x="306324" y="62484"/>
                </a:lnTo>
                <a:lnTo>
                  <a:pt x="188976" y="62484"/>
                </a:lnTo>
                <a:lnTo>
                  <a:pt x="190324" y="65532"/>
                </a:lnTo>
                <a:lnTo>
                  <a:pt x="184404" y="65532"/>
                </a:lnTo>
                <a:lnTo>
                  <a:pt x="173783" y="84415"/>
                </a:lnTo>
                <a:lnTo>
                  <a:pt x="162306" y="102298"/>
                </a:lnTo>
                <a:lnTo>
                  <a:pt x="149623" y="119395"/>
                </a:lnTo>
                <a:lnTo>
                  <a:pt x="135636" y="135636"/>
                </a:lnTo>
                <a:close/>
              </a:path>
              <a:path w="341629" h="356870">
                <a:moveTo>
                  <a:pt x="296570" y="53340"/>
                </a:moveTo>
                <a:lnTo>
                  <a:pt x="269748" y="53340"/>
                </a:lnTo>
                <a:lnTo>
                  <a:pt x="281940" y="39624"/>
                </a:lnTo>
                <a:lnTo>
                  <a:pt x="296570" y="53340"/>
                </a:lnTo>
                <a:close/>
              </a:path>
              <a:path w="341629" h="356870">
                <a:moveTo>
                  <a:pt x="0" y="309372"/>
                </a:moveTo>
                <a:lnTo>
                  <a:pt x="238" y="279868"/>
                </a:lnTo>
                <a:lnTo>
                  <a:pt x="1225" y="217932"/>
                </a:lnTo>
                <a:lnTo>
                  <a:pt x="1299" y="211836"/>
                </a:lnTo>
                <a:lnTo>
                  <a:pt x="1424" y="161186"/>
                </a:lnTo>
                <a:lnTo>
                  <a:pt x="1309" y="143256"/>
                </a:lnTo>
                <a:lnTo>
                  <a:pt x="762" y="105727"/>
                </a:lnTo>
                <a:lnTo>
                  <a:pt x="238" y="74985"/>
                </a:lnTo>
                <a:lnTo>
                  <a:pt x="0" y="47244"/>
                </a:lnTo>
                <a:lnTo>
                  <a:pt x="19812" y="60960"/>
                </a:lnTo>
                <a:lnTo>
                  <a:pt x="124206" y="60960"/>
                </a:lnTo>
                <a:lnTo>
                  <a:pt x="129540" y="65532"/>
                </a:lnTo>
                <a:lnTo>
                  <a:pt x="124314" y="70104"/>
                </a:lnTo>
                <a:lnTo>
                  <a:pt x="19812" y="70104"/>
                </a:lnTo>
                <a:lnTo>
                  <a:pt x="19812" y="160020"/>
                </a:lnTo>
                <a:lnTo>
                  <a:pt x="117348" y="160020"/>
                </a:lnTo>
                <a:lnTo>
                  <a:pt x="117348" y="169164"/>
                </a:lnTo>
                <a:lnTo>
                  <a:pt x="19812" y="169164"/>
                </a:lnTo>
                <a:lnTo>
                  <a:pt x="19812" y="263652"/>
                </a:lnTo>
                <a:lnTo>
                  <a:pt x="117733" y="263652"/>
                </a:lnTo>
                <a:lnTo>
                  <a:pt x="117979" y="272796"/>
                </a:lnTo>
                <a:lnTo>
                  <a:pt x="19812" y="272796"/>
                </a:lnTo>
                <a:lnTo>
                  <a:pt x="19812" y="300228"/>
                </a:lnTo>
                <a:lnTo>
                  <a:pt x="0" y="309372"/>
                </a:lnTo>
                <a:close/>
              </a:path>
              <a:path w="341629" h="356870">
                <a:moveTo>
                  <a:pt x="124206" y="60960"/>
                </a:moveTo>
                <a:lnTo>
                  <a:pt x="97536" y="60960"/>
                </a:lnTo>
                <a:lnTo>
                  <a:pt x="108204" y="47244"/>
                </a:lnTo>
                <a:lnTo>
                  <a:pt x="124206" y="60960"/>
                </a:lnTo>
                <a:close/>
              </a:path>
              <a:path w="341629" h="356870">
                <a:moveTo>
                  <a:pt x="250581" y="129540"/>
                </a:moveTo>
                <a:lnTo>
                  <a:pt x="228600" y="129540"/>
                </a:lnTo>
                <a:lnTo>
                  <a:pt x="239744" y="114133"/>
                </a:lnTo>
                <a:lnTo>
                  <a:pt x="250317" y="97726"/>
                </a:lnTo>
                <a:lnTo>
                  <a:pt x="260318" y="80462"/>
                </a:lnTo>
                <a:lnTo>
                  <a:pt x="269748" y="62484"/>
                </a:lnTo>
                <a:lnTo>
                  <a:pt x="306324" y="62484"/>
                </a:lnTo>
                <a:lnTo>
                  <a:pt x="291084" y="70104"/>
                </a:lnTo>
                <a:lnTo>
                  <a:pt x="275701" y="94392"/>
                </a:lnTo>
                <a:lnTo>
                  <a:pt x="261747" y="114681"/>
                </a:lnTo>
                <a:lnTo>
                  <a:pt x="250581" y="129540"/>
                </a:lnTo>
                <a:close/>
              </a:path>
              <a:path w="341629" h="356870">
                <a:moveTo>
                  <a:pt x="120396" y="230123"/>
                </a:moveTo>
                <a:lnTo>
                  <a:pt x="118872" y="225552"/>
                </a:lnTo>
                <a:lnTo>
                  <a:pt x="147423" y="207549"/>
                </a:lnTo>
                <a:lnTo>
                  <a:pt x="173545" y="187833"/>
                </a:lnTo>
                <a:lnTo>
                  <a:pt x="197096" y="166401"/>
                </a:lnTo>
                <a:lnTo>
                  <a:pt x="217931" y="143256"/>
                </a:lnTo>
                <a:lnTo>
                  <a:pt x="206478" y="123825"/>
                </a:lnTo>
                <a:lnTo>
                  <a:pt x="197167" y="104394"/>
                </a:lnTo>
                <a:lnTo>
                  <a:pt x="189857" y="84963"/>
                </a:lnTo>
                <a:lnTo>
                  <a:pt x="184404" y="65532"/>
                </a:lnTo>
                <a:lnTo>
                  <a:pt x="190324" y="65532"/>
                </a:lnTo>
                <a:lnTo>
                  <a:pt x="197310" y="81319"/>
                </a:lnTo>
                <a:lnTo>
                  <a:pt x="206502" y="98869"/>
                </a:lnTo>
                <a:lnTo>
                  <a:pt x="216836" y="114990"/>
                </a:lnTo>
                <a:lnTo>
                  <a:pt x="228600" y="129540"/>
                </a:lnTo>
                <a:lnTo>
                  <a:pt x="250581" y="129540"/>
                </a:lnTo>
                <a:lnTo>
                  <a:pt x="249507" y="130968"/>
                </a:lnTo>
                <a:lnTo>
                  <a:pt x="239268" y="143256"/>
                </a:lnTo>
                <a:lnTo>
                  <a:pt x="255898" y="156972"/>
                </a:lnTo>
                <a:lnTo>
                  <a:pt x="228600" y="156972"/>
                </a:lnTo>
                <a:lnTo>
                  <a:pt x="211455" y="174117"/>
                </a:lnTo>
                <a:lnTo>
                  <a:pt x="194310" y="188976"/>
                </a:lnTo>
                <a:lnTo>
                  <a:pt x="177165" y="201549"/>
                </a:lnTo>
                <a:lnTo>
                  <a:pt x="160020" y="211836"/>
                </a:lnTo>
                <a:lnTo>
                  <a:pt x="163406" y="214884"/>
                </a:lnTo>
                <a:lnTo>
                  <a:pt x="155448" y="214884"/>
                </a:lnTo>
                <a:lnTo>
                  <a:pt x="120396" y="230123"/>
                </a:lnTo>
                <a:close/>
              </a:path>
              <a:path w="341629" h="356870">
                <a:moveTo>
                  <a:pt x="68580" y="160020"/>
                </a:moveTo>
                <a:lnTo>
                  <a:pt x="50292" y="160020"/>
                </a:lnTo>
                <a:lnTo>
                  <a:pt x="50292" y="70104"/>
                </a:lnTo>
                <a:lnTo>
                  <a:pt x="68580" y="70104"/>
                </a:lnTo>
                <a:lnTo>
                  <a:pt x="68580" y="160020"/>
                </a:lnTo>
                <a:close/>
              </a:path>
              <a:path w="341629" h="356870">
                <a:moveTo>
                  <a:pt x="117348" y="160020"/>
                </a:moveTo>
                <a:lnTo>
                  <a:pt x="99060" y="160020"/>
                </a:lnTo>
                <a:lnTo>
                  <a:pt x="99060" y="70104"/>
                </a:lnTo>
                <a:lnTo>
                  <a:pt x="124314" y="70104"/>
                </a:lnTo>
                <a:lnTo>
                  <a:pt x="117348" y="76200"/>
                </a:lnTo>
                <a:lnTo>
                  <a:pt x="117348" y="160020"/>
                </a:lnTo>
                <a:close/>
              </a:path>
              <a:path w="341629" h="356870">
                <a:moveTo>
                  <a:pt x="315468" y="217932"/>
                </a:moveTo>
                <a:lnTo>
                  <a:pt x="290322" y="205620"/>
                </a:lnTo>
                <a:lnTo>
                  <a:pt x="267462" y="191452"/>
                </a:lnTo>
                <a:lnTo>
                  <a:pt x="246888" y="175283"/>
                </a:lnTo>
                <a:lnTo>
                  <a:pt x="228600" y="156972"/>
                </a:lnTo>
                <a:lnTo>
                  <a:pt x="255898" y="156972"/>
                </a:lnTo>
                <a:lnTo>
                  <a:pt x="261008" y="161186"/>
                </a:lnTo>
                <a:lnTo>
                  <a:pt x="285178" y="175831"/>
                </a:lnTo>
                <a:lnTo>
                  <a:pt x="311919" y="186761"/>
                </a:lnTo>
                <a:lnTo>
                  <a:pt x="341375" y="193548"/>
                </a:lnTo>
                <a:lnTo>
                  <a:pt x="341375" y="198120"/>
                </a:lnTo>
                <a:lnTo>
                  <a:pt x="331327" y="201001"/>
                </a:lnTo>
                <a:lnTo>
                  <a:pt x="323850" y="205168"/>
                </a:lnTo>
                <a:lnTo>
                  <a:pt x="318658" y="210764"/>
                </a:lnTo>
                <a:lnTo>
                  <a:pt x="315468" y="217932"/>
                </a:lnTo>
                <a:close/>
              </a:path>
              <a:path w="341629" h="356870">
                <a:moveTo>
                  <a:pt x="68580" y="263652"/>
                </a:moveTo>
                <a:lnTo>
                  <a:pt x="50292" y="263652"/>
                </a:lnTo>
                <a:lnTo>
                  <a:pt x="50292" y="169164"/>
                </a:lnTo>
                <a:lnTo>
                  <a:pt x="68580" y="169164"/>
                </a:lnTo>
                <a:lnTo>
                  <a:pt x="68580" y="263652"/>
                </a:lnTo>
                <a:close/>
              </a:path>
              <a:path w="341629" h="356870">
                <a:moveTo>
                  <a:pt x="117733" y="263652"/>
                </a:moveTo>
                <a:lnTo>
                  <a:pt x="99060" y="263652"/>
                </a:lnTo>
                <a:lnTo>
                  <a:pt x="99060" y="169164"/>
                </a:lnTo>
                <a:lnTo>
                  <a:pt x="117348" y="169164"/>
                </a:lnTo>
                <a:lnTo>
                  <a:pt x="117464" y="248221"/>
                </a:lnTo>
                <a:lnTo>
                  <a:pt x="117538" y="256413"/>
                </a:lnTo>
                <a:lnTo>
                  <a:pt x="117733" y="263652"/>
                </a:lnTo>
                <a:close/>
              </a:path>
              <a:path w="341629" h="356870">
                <a:moveTo>
                  <a:pt x="299085" y="225552"/>
                </a:moveTo>
                <a:lnTo>
                  <a:pt x="271272" y="225552"/>
                </a:lnTo>
                <a:lnTo>
                  <a:pt x="281940" y="211836"/>
                </a:lnTo>
                <a:lnTo>
                  <a:pt x="299085" y="225552"/>
                </a:lnTo>
                <a:close/>
              </a:path>
              <a:path w="341629" h="356870">
                <a:moveTo>
                  <a:pt x="153924" y="356616"/>
                </a:moveTo>
                <a:lnTo>
                  <a:pt x="154805" y="334041"/>
                </a:lnTo>
                <a:lnTo>
                  <a:pt x="155257" y="302895"/>
                </a:lnTo>
                <a:lnTo>
                  <a:pt x="155354" y="279868"/>
                </a:lnTo>
                <a:lnTo>
                  <a:pt x="155448" y="214884"/>
                </a:lnTo>
                <a:lnTo>
                  <a:pt x="163406" y="214884"/>
                </a:lnTo>
                <a:lnTo>
                  <a:pt x="175260" y="225552"/>
                </a:lnTo>
                <a:lnTo>
                  <a:pt x="299085" y="225552"/>
                </a:lnTo>
                <a:lnTo>
                  <a:pt x="304800" y="230123"/>
                </a:lnTo>
                <a:lnTo>
                  <a:pt x="299465" y="234696"/>
                </a:lnTo>
                <a:lnTo>
                  <a:pt x="175260" y="234696"/>
                </a:lnTo>
                <a:lnTo>
                  <a:pt x="175260" y="320040"/>
                </a:lnTo>
                <a:lnTo>
                  <a:pt x="295289" y="320040"/>
                </a:lnTo>
                <a:lnTo>
                  <a:pt x="295417" y="325850"/>
                </a:lnTo>
                <a:lnTo>
                  <a:pt x="295460" y="329184"/>
                </a:lnTo>
                <a:lnTo>
                  <a:pt x="175260" y="329184"/>
                </a:lnTo>
                <a:lnTo>
                  <a:pt x="175260" y="348996"/>
                </a:lnTo>
                <a:lnTo>
                  <a:pt x="153924" y="356616"/>
                </a:lnTo>
                <a:close/>
              </a:path>
              <a:path w="341629" h="356870">
                <a:moveTo>
                  <a:pt x="295289" y="320040"/>
                </a:moveTo>
                <a:lnTo>
                  <a:pt x="274319" y="320040"/>
                </a:lnTo>
                <a:lnTo>
                  <a:pt x="274319" y="234696"/>
                </a:lnTo>
                <a:lnTo>
                  <a:pt x="299465" y="234696"/>
                </a:lnTo>
                <a:lnTo>
                  <a:pt x="294131" y="239268"/>
                </a:lnTo>
                <a:lnTo>
                  <a:pt x="294370" y="273272"/>
                </a:lnTo>
                <a:lnTo>
                  <a:pt x="294910" y="302895"/>
                </a:lnTo>
                <a:lnTo>
                  <a:pt x="295289" y="320040"/>
                </a:lnTo>
                <a:close/>
              </a:path>
              <a:path w="341629" h="356870">
                <a:moveTo>
                  <a:pt x="99060" y="295656"/>
                </a:moveTo>
                <a:lnTo>
                  <a:pt x="99060" y="272796"/>
                </a:lnTo>
                <a:lnTo>
                  <a:pt x="117979" y="272796"/>
                </a:lnTo>
                <a:lnTo>
                  <a:pt x="117993" y="273272"/>
                </a:lnTo>
                <a:lnTo>
                  <a:pt x="118872" y="288035"/>
                </a:lnTo>
                <a:lnTo>
                  <a:pt x="99060" y="295656"/>
                </a:lnTo>
                <a:close/>
              </a:path>
              <a:path w="341629" h="356870">
                <a:moveTo>
                  <a:pt x="274319" y="352044"/>
                </a:moveTo>
                <a:lnTo>
                  <a:pt x="274319" y="329184"/>
                </a:lnTo>
                <a:lnTo>
                  <a:pt x="295460" y="329184"/>
                </a:lnTo>
                <a:lnTo>
                  <a:pt x="295655" y="344424"/>
                </a:lnTo>
                <a:lnTo>
                  <a:pt x="274319" y="35204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" name="object 27"/>
          <p:cNvSpPr/>
          <p:nvPr/>
        </p:nvSpPr>
        <p:spPr>
          <a:xfrm>
            <a:off x="3720083" y="3096767"/>
            <a:ext cx="58419" cy="146685"/>
          </a:xfrm>
          <a:custGeom>
            <a:avLst/>
            <a:gdLst/>
            <a:ahLst/>
            <a:cxnLst/>
            <a:rect l="l" t="t" r="r" b="b"/>
            <a:pathLst>
              <a:path w="58420" h="146685">
                <a:moveTo>
                  <a:pt x="30480" y="146304"/>
                </a:moveTo>
                <a:lnTo>
                  <a:pt x="24384" y="146304"/>
                </a:lnTo>
                <a:lnTo>
                  <a:pt x="19812" y="143256"/>
                </a:lnTo>
                <a:lnTo>
                  <a:pt x="12192" y="140208"/>
                </a:lnTo>
                <a:lnTo>
                  <a:pt x="6096" y="135636"/>
                </a:lnTo>
                <a:lnTo>
                  <a:pt x="1524" y="128016"/>
                </a:lnTo>
                <a:lnTo>
                  <a:pt x="1524" y="108204"/>
                </a:lnTo>
                <a:lnTo>
                  <a:pt x="3048" y="100584"/>
                </a:lnTo>
                <a:lnTo>
                  <a:pt x="10668" y="97536"/>
                </a:lnTo>
                <a:lnTo>
                  <a:pt x="22860" y="91440"/>
                </a:lnTo>
                <a:lnTo>
                  <a:pt x="33528" y="91440"/>
                </a:lnTo>
                <a:lnTo>
                  <a:pt x="45720" y="97536"/>
                </a:lnTo>
                <a:lnTo>
                  <a:pt x="51816" y="102108"/>
                </a:lnTo>
                <a:lnTo>
                  <a:pt x="54864" y="109728"/>
                </a:lnTo>
                <a:lnTo>
                  <a:pt x="54864" y="128016"/>
                </a:lnTo>
                <a:lnTo>
                  <a:pt x="50292" y="135636"/>
                </a:lnTo>
                <a:lnTo>
                  <a:pt x="42672" y="140208"/>
                </a:lnTo>
                <a:lnTo>
                  <a:pt x="30480" y="146304"/>
                </a:lnTo>
                <a:close/>
              </a:path>
              <a:path w="58420" h="146685">
                <a:moveTo>
                  <a:pt x="30480" y="53340"/>
                </a:moveTo>
                <a:lnTo>
                  <a:pt x="22860" y="53340"/>
                </a:lnTo>
                <a:lnTo>
                  <a:pt x="16764" y="51816"/>
                </a:lnTo>
                <a:lnTo>
                  <a:pt x="4572" y="42672"/>
                </a:lnTo>
                <a:lnTo>
                  <a:pt x="0" y="35052"/>
                </a:lnTo>
                <a:lnTo>
                  <a:pt x="1524" y="25908"/>
                </a:lnTo>
                <a:lnTo>
                  <a:pt x="1524" y="15240"/>
                </a:lnTo>
                <a:lnTo>
                  <a:pt x="6096" y="9144"/>
                </a:lnTo>
                <a:lnTo>
                  <a:pt x="12192" y="6096"/>
                </a:lnTo>
                <a:lnTo>
                  <a:pt x="19812" y="1524"/>
                </a:lnTo>
                <a:lnTo>
                  <a:pt x="25908" y="0"/>
                </a:lnTo>
                <a:lnTo>
                  <a:pt x="33528" y="0"/>
                </a:lnTo>
                <a:lnTo>
                  <a:pt x="39624" y="1524"/>
                </a:lnTo>
                <a:lnTo>
                  <a:pt x="45720" y="6096"/>
                </a:lnTo>
                <a:lnTo>
                  <a:pt x="53340" y="9144"/>
                </a:lnTo>
                <a:lnTo>
                  <a:pt x="57912" y="16764"/>
                </a:lnTo>
                <a:lnTo>
                  <a:pt x="57912" y="38100"/>
                </a:lnTo>
                <a:lnTo>
                  <a:pt x="53340" y="44196"/>
                </a:lnTo>
                <a:lnTo>
                  <a:pt x="44196" y="48768"/>
                </a:lnTo>
                <a:lnTo>
                  <a:pt x="36576" y="51816"/>
                </a:lnTo>
                <a:lnTo>
                  <a:pt x="30480" y="5334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" name="object 28"/>
          <p:cNvSpPr/>
          <p:nvPr/>
        </p:nvSpPr>
        <p:spPr>
          <a:xfrm>
            <a:off x="2109216" y="3477767"/>
            <a:ext cx="744220" cy="360045"/>
          </a:xfrm>
          <a:custGeom>
            <a:avLst/>
            <a:gdLst/>
            <a:ahLst/>
            <a:cxnLst/>
            <a:rect l="l" t="t" r="r" b="b"/>
            <a:pathLst>
              <a:path w="744219" h="360045">
                <a:moveTo>
                  <a:pt x="356616" y="44196"/>
                </a:moveTo>
                <a:lnTo>
                  <a:pt x="324612" y="12192"/>
                </a:lnTo>
                <a:lnTo>
                  <a:pt x="301752" y="35052"/>
                </a:lnTo>
                <a:lnTo>
                  <a:pt x="208788" y="35052"/>
                </a:lnTo>
                <a:lnTo>
                  <a:pt x="208788" y="44196"/>
                </a:lnTo>
                <a:lnTo>
                  <a:pt x="208788" y="115824"/>
                </a:lnTo>
                <a:lnTo>
                  <a:pt x="141732" y="115824"/>
                </a:lnTo>
                <a:lnTo>
                  <a:pt x="141732" y="44196"/>
                </a:lnTo>
                <a:lnTo>
                  <a:pt x="208788" y="44196"/>
                </a:lnTo>
                <a:lnTo>
                  <a:pt x="208788" y="35052"/>
                </a:lnTo>
                <a:lnTo>
                  <a:pt x="0" y="35052"/>
                </a:lnTo>
                <a:lnTo>
                  <a:pt x="13716" y="48768"/>
                </a:lnTo>
                <a:lnTo>
                  <a:pt x="22860" y="46774"/>
                </a:lnTo>
                <a:lnTo>
                  <a:pt x="32004" y="45339"/>
                </a:lnTo>
                <a:lnTo>
                  <a:pt x="41148" y="44488"/>
                </a:lnTo>
                <a:lnTo>
                  <a:pt x="50292" y="44196"/>
                </a:lnTo>
                <a:lnTo>
                  <a:pt x="118872" y="44196"/>
                </a:lnTo>
                <a:lnTo>
                  <a:pt x="118872" y="115824"/>
                </a:lnTo>
                <a:lnTo>
                  <a:pt x="56388" y="115824"/>
                </a:lnTo>
                <a:lnTo>
                  <a:pt x="33528" y="103632"/>
                </a:lnTo>
                <a:lnTo>
                  <a:pt x="34353" y="120396"/>
                </a:lnTo>
                <a:lnTo>
                  <a:pt x="34467" y="124968"/>
                </a:lnTo>
                <a:lnTo>
                  <a:pt x="34861" y="147256"/>
                </a:lnTo>
                <a:lnTo>
                  <a:pt x="34975" y="172123"/>
                </a:lnTo>
                <a:lnTo>
                  <a:pt x="34861" y="301180"/>
                </a:lnTo>
                <a:lnTo>
                  <a:pt x="34404" y="333070"/>
                </a:lnTo>
                <a:lnTo>
                  <a:pt x="33528" y="359664"/>
                </a:lnTo>
                <a:lnTo>
                  <a:pt x="56388" y="347472"/>
                </a:lnTo>
                <a:lnTo>
                  <a:pt x="56388" y="124968"/>
                </a:lnTo>
                <a:lnTo>
                  <a:pt x="118872" y="124968"/>
                </a:lnTo>
                <a:lnTo>
                  <a:pt x="115176" y="168694"/>
                </a:lnTo>
                <a:lnTo>
                  <a:pt x="104203" y="208407"/>
                </a:lnTo>
                <a:lnTo>
                  <a:pt x="86080" y="244132"/>
                </a:lnTo>
                <a:lnTo>
                  <a:pt x="60960" y="275844"/>
                </a:lnTo>
                <a:lnTo>
                  <a:pt x="64008" y="280416"/>
                </a:lnTo>
                <a:lnTo>
                  <a:pt x="88049" y="259537"/>
                </a:lnTo>
                <a:lnTo>
                  <a:pt x="107823" y="235648"/>
                </a:lnTo>
                <a:lnTo>
                  <a:pt x="123583" y="208622"/>
                </a:lnTo>
                <a:lnTo>
                  <a:pt x="135636" y="178308"/>
                </a:lnTo>
                <a:lnTo>
                  <a:pt x="141935" y="187477"/>
                </a:lnTo>
                <a:lnTo>
                  <a:pt x="147256" y="196786"/>
                </a:lnTo>
                <a:lnTo>
                  <a:pt x="151701" y="206387"/>
                </a:lnTo>
                <a:lnTo>
                  <a:pt x="155448" y="216408"/>
                </a:lnTo>
                <a:lnTo>
                  <a:pt x="158496" y="227076"/>
                </a:lnTo>
                <a:lnTo>
                  <a:pt x="161544" y="231648"/>
                </a:lnTo>
                <a:lnTo>
                  <a:pt x="166116" y="231648"/>
                </a:lnTo>
                <a:lnTo>
                  <a:pt x="169164" y="230124"/>
                </a:lnTo>
                <a:lnTo>
                  <a:pt x="175260" y="220980"/>
                </a:lnTo>
                <a:lnTo>
                  <a:pt x="176784" y="213360"/>
                </a:lnTo>
                <a:lnTo>
                  <a:pt x="175260" y="205740"/>
                </a:lnTo>
                <a:lnTo>
                  <a:pt x="148031" y="178308"/>
                </a:lnTo>
                <a:lnTo>
                  <a:pt x="137160" y="170688"/>
                </a:lnTo>
                <a:lnTo>
                  <a:pt x="139446" y="147256"/>
                </a:lnTo>
                <a:lnTo>
                  <a:pt x="140589" y="135763"/>
                </a:lnTo>
                <a:lnTo>
                  <a:pt x="141732" y="124968"/>
                </a:lnTo>
                <a:lnTo>
                  <a:pt x="208788" y="124968"/>
                </a:lnTo>
                <a:lnTo>
                  <a:pt x="205359" y="172123"/>
                </a:lnTo>
                <a:lnTo>
                  <a:pt x="192786" y="215265"/>
                </a:lnTo>
                <a:lnTo>
                  <a:pt x="171069" y="254419"/>
                </a:lnTo>
                <a:lnTo>
                  <a:pt x="140208" y="289560"/>
                </a:lnTo>
                <a:lnTo>
                  <a:pt x="143256" y="294132"/>
                </a:lnTo>
                <a:lnTo>
                  <a:pt x="170421" y="272376"/>
                </a:lnTo>
                <a:lnTo>
                  <a:pt x="192595" y="248031"/>
                </a:lnTo>
                <a:lnTo>
                  <a:pt x="209905" y="220840"/>
                </a:lnTo>
                <a:lnTo>
                  <a:pt x="222504" y="190500"/>
                </a:lnTo>
                <a:lnTo>
                  <a:pt x="235331" y="203936"/>
                </a:lnTo>
                <a:lnTo>
                  <a:pt x="246316" y="216789"/>
                </a:lnTo>
                <a:lnTo>
                  <a:pt x="255282" y="229082"/>
                </a:lnTo>
                <a:lnTo>
                  <a:pt x="262128" y="240792"/>
                </a:lnTo>
                <a:lnTo>
                  <a:pt x="265176" y="252984"/>
                </a:lnTo>
                <a:lnTo>
                  <a:pt x="269748" y="257556"/>
                </a:lnTo>
                <a:lnTo>
                  <a:pt x="272796" y="257556"/>
                </a:lnTo>
                <a:lnTo>
                  <a:pt x="275844" y="256032"/>
                </a:lnTo>
                <a:lnTo>
                  <a:pt x="281940" y="243840"/>
                </a:lnTo>
                <a:lnTo>
                  <a:pt x="283464" y="239268"/>
                </a:lnTo>
                <a:lnTo>
                  <a:pt x="283464" y="230124"/>
                </a:lnTo>
                <a:lnTo>
                  <a:pt x="246519" y="195224"/>
                </a:lnTo>
                <a:lnTo>
                  <a:pt x="224028" y="182880"/>
                </a:lnTo>
                <a:lnTo>
                  <a:pt x="226034" y="170688"/>
                </a:lnTo>
                <a:lnTo>
                  <a:pt x="227647" y="156781"/>
                </a:lnTo>
                <a:lnTo>
                  <a:pt x="228955" y="141528"/>
                </a:lnTo>
                <a:lnTo>
                  <a:pt x="230124" y="124968"/>
                </a:lnTo>
                <a:lnTo>
                  <a:pt x="297180" y="124968"/>
                </a:lnTo>
                <a:lnTo>
                  <a:pt x="297180" y="297180"/>
                </a:lnTo>
                <a:lnTo>
                  <a:pt x="296316" y="307187"/>
                </a:lnTo>
                <a:lnTo>
                  <a:pt x="293751" y="314325"/>
                </a:lnTo>
                <a:lnTo>
                  <a:pt x="289458" y="318617"/>
                </a:lnTo>
                <a:lnTo>
                  <a:pt x="283464" y="320040"/>
                </a:lnTo>
                <a:lnTo>
                  <a:pt x="275170" y="319760"/>
                </a:lnTo>
                <a:lnTo>
                  <a:pt x="264033" y="318897"/>
                </a:lnTo>
                <a:lnTo>
                  <a:pt x="250024" y="317474"/>
                </a:lnTo>
                <a:lnTo>
                  <a:pt x="233172" y="315468"/>
                </a:lnTo>
                <a:lnTo>
                  <a:pt x="233172" y="323088"/>
                </a:lnTo>
                <a:lnTo>
                  <a:pt x="254546" y="329399"/>
                </a:lnTo>
                <a:lnTo>
                  <a:pt x="270510" y="336994"/>
                </a:lnTo>
                <a:lnTo>
                  <a:pt x="280746" y="346024"/>
                </a:lnTo>
                <a:lnTo>
                  <a:pt x="284988" y="356616"/>
                </a:lnTo>
                <a:lnTo>
                  <a:pt x="299859" y="348665"/>
                </a:lnTo>
                <a:lnTo>
                  <a:pt x="310324" y="338709"/>
                </a:lnTo>
                <a:lnTo>
                  <a:pt x="316484" y="327050"/>
                </a:lnTo>
                <a:lnTo>
                  <a:pt x="317563" y="320040"/>
                </a:lnTo>
                <a:lnTo>
                  <a:pt x="318452" y="314325"/>
                </a:lnTo>
                <a:lnTo>
                  <a:pt x="318516" y="129540"/>
                </a:lnTo>
                <a:lnTo>
                  <a:pt x="325374" y="124968"/>
                </a:lnTo>
                <a:lnTo>
                  <a:pt x="332232" y="120396"/>
                </a:lnTo>
                <a:lnTo>
                  <a:pt x="326250" y="115824"/>
                </a:lnTo>
                <a:lnTo>
                  <a:pt x="306324" y="100584"/>
                </a:lnTo>
                <a:lnTo>
                  <a:pt x="294132" y="115824"/>
                </a:lnTo>
                <a:lnTo>
                  <a:pt x="230124" y="115824"/>
                </a:lnTo>
                <a:lnTo>
                  <a:pt x="230124" y="44196"/>
                </a:lnTo>
                <a:lnTo>
                  <a:pt x="356616" y="44196"/>
                </a:lnTo>
                <a:close/>
              </a:path>
              <a:path w="744219" h="360045">
                <a:moveTo>
                  <a:pt x="588264" y="27432"/>
                </a:moveTo>
                <a:lnTo>
                  <a:pt x="554278" y="4559"/>
                </a:lnTo>
                <a:lnTo>
                  <a:pt x="537959" y="0"/>
                </a:lnTo>
                <a:lnTo>
                  <a:pt x="534911" y="3048"/>
                </a:lnTo>
                <a:lnTo>
                  <a:pt x="546341" y="13322"/>
                </a:lnTo>
                <a:lnTo>
                  <a:pt x="555485" y="23431"/>
                </a:lnTo>
                <a:lnTo>
                  <a:pt x="562356" y="33274"/>
                </a:lnTo>
                <a:lnTo>
                  <a:pt x="566928" y="42672"/>
                </a:lnTo>
                <a:lnTo>
                  <a:pt x="569976" y="50292"/>
                </a:lnTo>
                <a:lnTo>
                  <a:pt x="571500" y="54864"/>
                </a:lnTo>
                <a:lnTo>
                  <a:pt x="577596" y="54864"/>
                </a:lnTo>
                <a:lnTo>
                  <a:pt x="580644" y="51816"/>
                </a:lnTo>
                <a:lnTo>
                  <a:pt x="583692" y="45720"/>
                </a:lnTo>
                <a:lnTo>
                  <a:pt x="586740" y="41148"/>
                </a:lnTo>
                <a:lnTo>
                  <a:pt x="588264" y="36576"/>
                </a:lnTo>
                <a:lnTo>
                  <a:pt x="588264" y="27432"/>
                </a:lnTo>
                <a:close/>
              </a:path>
              <a:path w="744219" h="360045">
                <a:moveTo>
                  <a:pt x="742188" y="67056"/>
                </a:moveTo>
                <a:lnTo>
                  <a:pt x="740664" y="65532"/>
                </a:lnTo>
                <a:lnTo>
                  <a:pt x="731520" y="56388"/>
                </a:lnTo>
                <a:lnTo>
                  <a:pt x="714756" y="39624"/>
                </a:lnTo>
                <a:lnTo>
                  <a:pt x="699516" y="56388"/>
                </a:lnTo>
                <a:lnTo>
                  <a:pt x="448043" y="56388"/>
                </a:lnTo>
                <a:lnTo>
                  <a:pt x="448043" y="38100"/>
                </a:lnTo>
                <a:lnTo>
                  <a:pt x="440423" y="38100"/>
                </a:lnTo>
                <a:lnTo>
                  <a:pt x="427786" y="75184"/>
                </a:lnTo>
                <a:lnTo>
                  <a:pt x="412991" y="88392"/>
                </a:lnTo>
                <a:lnTo>
                  <a:pt x="409943" y="92964"/>
                </a:lnTo>
                <a:lnTo>
                  <a:pt x="409943" y="97536"/>
                </a:lnTo>
                <a:lnTo>
                  <a:pt x="411467" y="99060"/>
                </a:lnTo>
                <a:lnTo>
                  <a:pt x="420611" y="103632"/>
                </a:lnTo>
                <a:lnTo>
                  <a:pt x="428231" y="103632"/>
                </a:lnTo>
                <a:lnTo>
                  <a:pt x="448360" y="76962"/>
                </a:lnTo>
                <a:lnTo>
                  <a:pt x="448043" y="65532"/>
                </a:lnTo>
                <a:lnTo>
                  <a:pt x="702564" y="65532"/>
                </a:lnTo>
                <a:lnTo>
                  <a:pt x="685800" y="99060"/>
                </a:lnTo>
                <a:lnTo>
                  <a:pt x="690372" y="102108"/>
                </a:lnTo>
                <a:lnTo>
                  <a:pt x="704672" y="86995"/>
                </a:lnTo>
                <a:lnTo>
                  <a:pt x="717994" y="76009"/>
                </a:lnTo>
                <a:lnTo>
                  <a:pt x="730440" y="69329"/>
                </a:lnTo>
                <a:lnTo>
                  <a:pt x="742188" y="67056"/>
                </a:lnTo>
                <a:close/>
              </a:path>
              <a:path w="744219" h="360045">
                <a:moveTo>
                  <a:pt x="743712" y="294132"/>
                </a:moveTo>
                <a:lnTo>
                  <a:pt x="703326" y="282511"/>
                </a:lnTo>
                <a:lnTo>
                  <a:pt x="672084" y="260604"/>
                </a:lnTo>
                <a:lnTo>
                  <a:pt x="648081" y="227457"/>
                </a:lnTo>
                <a:lnTo>
                  <a:pt x="632421" y="187452"/>
                </a:lnTo>
                <a:lnTo>
                  <a:pt x="630936" y="182880"/>
                </a:lnTo>
                <a:lnTo>
                  <a:pt x="642366" y="178079"/>
                </a:lnTo>
                <a:lnTo>
                  <a:pt x="665226" y="167881"/>
                </a:lnTo>
                <a:lnTo>
                  <a:pt x="676656" y="163068"/>
                </a:lnTo>
                <a:lnTo>
                  <a:pt x="693420" y="161544"/>
                </a:lnTo>
                <a:lnTo>
                  <a:pt x="669036" y="135636"/>
                </a:lnTo>
                <a:lnTo>
                  <a:pt x="663295" y="142455"/>
                </a:lnTo>
                <a:lnTo>
                  <a:pt x="657415" y="148971"/>
                </a:lnTo>
                <a:lnTo>
                  <a:pt x="625221" y="173926"/>
                </a:lnTo>
                <a:lnTo>
                  <a:pt x="594360" y="193548"/>
                </a:lnTo>
                <a:lnTo>
                  <a:pt x="589470" y="186436"/>
                </a:lnTo>
                <a:lnTo>
                  <a:pt x="586841" y="182880"/>
                </a:lnTo>
                <a:lnTo>
                  <a:pt x="583882" y="178879"/>
                </a:lnTo>
                <a:lnTo>
                  <a:pt x="577418" y="171056"/>
                </a:lnTo>
                <a:lnTo>
                  <a:pt x="569976" y="163068"/>
                </a:lnTo>
                <a:lnTo>
                  <a:pt x="563156" y="155638"/>
                </a:lnTo>
                <a:lnTo>
                  <a:pt x="556628" y="149352"/>
                </a:lnTo>
                <a:lnTo>
                  <a:pt x="553110" y="146304"/>
                </a:lnTo>
                <a:lnTo>
                  <a:pt x="550684" y="144208"/>
                </a:lnTo>
                <a:lnTo>
                  <a:pt x="545579" y="140208"/>
                </a:lnTo>
                <a:lnTo>
                  <a:pt x="552399" y="133642"/>
                </a:lnTo>
                <a:lnTo>
                  <a:pt x="564870" y="122212"/>
                </a:lnTo>
                <a:lnTo>
                  <a:pt x="569976" y="117348"/>
                </a:lnTo>
                <a:lnTo>
                  <a:pt x="682752" y="117348"/>
                </a:lnTo>
                <a:lnTo>
                  <a:pt x="656844" y="89916"/>
                </a:lnTo>
                <a:lnTo>
                  <a:pt x="638556" y="108204"/>
                </a:lnTo>
                <a:lnTo>
                  <a:pt x="452615" y="108204"/>
                </a:lnTo>
                <a:lnTo>
                  <a:pt x="464807" y="120396"/>
                </a:lnTo>
                <a:lnTo>
                  <a:pt x="476999" y="117348"/>
                </a:lnTo>
                <a:lnTo>
                  <a:pt x="541007" y="117348"/>
                </a:lnTo>
                <a:lnTo>
                  <a:pt x="505866" y="151638"/>
                </a:lnTo>
                <a:lnTo>
                  <a:pt x="473316" y="173570"/>
                </a:lnTo>
                <a:lnTo>
                  <a:pt x="430504" y="194576"/>
                </a:lnTo>
                <a:lnTo>
                  <a:pt x="405371" y="204216"/>
                </a:lnTo>
                <a:lnTo>
                  <a:pt x="406895" y="210312"/>
                </a:lnTo>
                <a:lnTo>
                  <a:pt x="429145" y="203415"/>
                </a:lnTo>
                <a:lnTo>
                  <a:pt x="449884" y="196240"/>
                </a:lnTo>
                <a:lnTo>
                  <a:pt x="469049" y="188455"/>
                </a:lnTo>
                <a:lnTo>
                  <a:pt x="486143" y="179832"/>
                </a:lnTo>
                <a:lnTo>
                  <a:pt x="502412" y="171818"/>
                </a:lnTo>
                <a:lnTo>
                  <a:pt x="516813" y="163639"/>
                </a:lnTo>
                <a:lnTo>
                  <a:pt x="529221" y="155194"/>
                </a:lnTo>
                <a:lnTo>
                  <a:pt x="539483" y="146304"/>
                </a:lnTo>
                <a:lnTo>
                  <a:pt x="544055" y="151142"/>
                </a:lnTo>
                <a:lnTo>
                  <a:pt x="548627" y="156400"/>
                </a:lnTo>
                <a:lnTo>
                  <a:pt x="553199" y="161950"/>
                </a:lnTo>
                <a:lnTo>
                  <a:pt x="557784" y="167640"/>
                </a:lnTo>
                <a:lnTo>
                  <a:pt x="546963" y="181152"/>
                </a:lnTo>
                <a:lnTo>
                  <a:pt x="516204" y="208153"/>
                </a:lnTo>
                <a:lnTo>
                  <a:pt x="475056" y="235648"/>
                </a:lnTo>
                <a:lnTo>
                  <a:pt x="430377" y="258508"/>
                </a:lnTo>
                <a:lnTo>
                  <a:pt x="406895" y="268224"/>
                </a:lnTo>
                <a:lnTo>
                  <a:pt x="408419" y="274320"/>
                </a:lnTo>
                <a:lnTo>
                  <a:pt x="471093" y="251079"/>
                </a:lnTo>
                <a:lnTo>
                  <a:pt x="516623" y="225552"/>
                </a:lnTo>
                <a:lnTo>
                  <a:pt x="548817" y="202501"/>
                </a:lnTo>
                <a:lnTo>
                  <a:pt x="568452" y="182880"/>
                </a:lnTo>
                <a:lnTo>
                  <a:pt x="572706" y="189763"/>
                </a:lnTo>
                <a:lnTo>
                  <a:pt x="576262" y="196786"/>
                </a:lnTo>
                <a:lnTo>
                  <a:pt x="578942" y="204101"/>
                </a:lnTo>
                <a:lnTo>
                  <a:pt x="580644" y="211836"/>
                </a:lnTo>
                <a:lnTo>
                  <a:pt x="562686" y="232702"/>
                </a:lnTo>
                <a:lnTo>
                  <a:pt x="522770" y="269278"/>
                </a:lnTo>
                <a:lnTo>
                  <a:pt x="477405" y="299300"/>
                </a:lnTo>
                <a:lnTo>
                  <a:pt x="423164" y="325069"/>
                </a:lnTo>
                <a:lnTo>
                  <a:pt x="393179" y="336804"/>
                </a:lnTo>
                <a:lnTo>
                  <a:pt x="394703" y="342900"/>
                </a:lnTo>
                <a:lnTo>
                  <a:pt x="462330" y="319659"/>
                </a:lnTo>
                <a:lnTo>
                  <a:pt x="519671" y="289560"/>
                </a:lnTo>
                <a:lnTo>
                  <a:pt x="561784" y="259842"/>
                </a:lnTo>
                <a:lnTo>
                  <a:pt x="586740" y="234696"/>
                </a:lnTo>
                <a:lnTo>
                  <a:pt x="588733" y="251841"/>
                </a:lnTo>
                <a:lnTo>
                  <a:pt x="589978" y="265938"/>
                </a:lnTo>
                <a:lnTo>
                  <a:pt x="590257" y="274320"/>
                </a:lnTo>
                <a:lnTo>
                  <a:pt x="590232" y="280377"/>
                </a:lnTo>
                <a:lnTo>
                  <a:pt x="580644" y="323088"/>
                </a:lnTo>
                <a:lnTo>
                  <a:pt x="574548" y="326136"/>
                </a:lnTo>
                <a:lnTo>
                  <a:pt x="565404" y="326136"/>
                </a:lnTo>
                <a:lnTo>
                  <a:pt x="557974" y="325831"/>
                </a:lnTo>
                <a:lnTo>
                  <a:pt x="547103" y="324802"/>
                </a:lnTo>
                <a:lnTo>
                  <a:pt x="532815" y="322922"/>
                </a:lnTo>
                <a:lnTo>
                  <a:pt x="515099" y="320040"/>
                </a:lnTo>
                <a:lnTo>
                  <a:pt x="515099" y="326136"/>
                </a:lnTo>
                <a:lnTo>
                  <a:pt x="534276" y="333311"/>
                </a:lnTo>
                <a:lnTo>
                  <a:pt x="548436" y="341185"/>
                </a:lnTo>
                <a:lnTo>
                  <a:pt x="557758" y="349935"/>
                </a:lnTo>
                <a:lnTo>
                  <a:pt x="562356" y="359664"/>
                </a:lnTo>
                <a:lnTo>
                  <a:pt x="576922" y="353644"/>
                </a:lnTo>
                <a:lnTo>
                  <a:pt x="588645" y="346900"/>
                </a:lnTo>
                <a:lnTo>
                  <a:pt x="597496" y="339305"/>
                </a:lnTo>
                <a:lnTo>
                  <a:pt x="603504" y="330708"/>
                </a:lnTo>
                <a:lnTo>
                  <a:pt x="605485" y="326136"/>
                </a:lnTo>
                <a:lnTo>
                  <a:pt x="607733" y="320979"/>
                </a:lnTo>
                <a:lnTo>
                  <a:pt x="611124" y="309943"/>
                </a:lnTo>
                <a:lnTo>
                  <a:pt x="613359" y="297497"/>
                </a:lnTo>
                <a:lnTo>
                  <a:pt x="614083" y="284988"/>
                </a:lnTo>
                <a:lnTo>
                  <a:pt x="614045" y="280377"/>
                </a:lnTo>
                <a:lnTo>
                  <a:pt x="608076" y="236220"/>
                </a:lnTo>
                <a:lnTo>
                  <a:pt x="607682" y="234696"/>
                </a:lnTo>
                <a:lnTo>
                  <a:pt x="605853" y="227457"/>
                </a:lnTo>
                <a:lnTo>
                  <a:pt x="603313" y="217932"/>
                </a:lnTo>
                <a:lnTo>
                  <a:pt x="600570" y="208788"/>
                </a:lnTo>
                <a:lnTo>
                  <a:pt x="597408" y="199644"/>
                </a:lnTo>
                <a:lnTo>
                  <a:pt x="604240" y="196240"/>
                </a:lnTo>
                <a:lnTo>
                  <a:pt x="609752" y="193548"/>
                </a:lnTo>
                <a:lnTo>
                  <a:pt x="610933" y="192976"/>
                </a:lnTo>
                <a:lnTo>
                  <a:pt x="617334" y="190004"/>
                </a:lnTo>
                <a:lnTo>
                  <a:pt x="623316" y="187452"/>
                </a:lnTo>
                <a:lnTo>
                  <a:pt x="628713" y="210312"/>
                </a:lnTo>
                <a:lnTo>
                  <a:pt x="635698" y="230886"/>
                </a:lnTo>
                <a:lnTo>
                  <a:pt x="653796" y="265176"/>
                </a:lnTo>
                <a:lnTo>
                  <a:pt x="694080" y="306755"/>
                </a:lnTo>
                <a:lnTo>
                  <a:pt x="713232" y="318516"/>
                </a:lnTo>
                <a:lnTo>
                  <a:pt x="718413" y="310502"/>
                </a:lnTo>
                <a:lnTo>
                  <a:pt x="725043" y="304609"/>
                </a:lnTo>
                <a:lnTo>
                  <a:pt x="733374" y="300736"/>
                </a:lnTo>
                <a:lnTo>
                  <a:pt x="743712" y="298704"/>
                </a:lnTo>
                <a:lnTo>
                  <a:pt x="743712" y="29413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" name="object 29"/>
          <p:cNvSpPr/>
          <p:nvPr/>
        </p:nvSpPr>
        <p:spPr>
          <a:xfrm>
            <a:off x="2907791" y="3479291"/>
            <a:ext cx="334010" cy="355600"/>
          </a:xfrm>
          <a:custGeom>
            <a:avLst/>
            <a:gdLst/>
            <a:ahLst/>
            <a:cxnLst/>
            <a:rect l="l" t="t" r="r" b="b"/>
            <a:pathLst>
              <a:path w="334010" h="355600">
                <a:moveTo>
                  <a:pt x="328422" y="70104"/>
                </a:moveTo>
                <a:lnTo>
                  <a:pt x="301752" y="70104"/>
                </a:lnTo>
                <a:lnTo>
                  <a:pt x="312420" y="56388"/>
                </a:lnTo>
                <a:lnTo>
                  <a:pt x="328422" y="70104"/>
                </a:lnTo>
                <a:close/>
              </a:path>
              <a:path w="334010" h="355600">
                <a:moveTo>
                  <a:pt x="230124" y="341376"/>
                </a:moveTo>
                <a:lnTo>
                  <a:pt x="231005" y="312777"/>
                </a:lnTo>
                <a:lnTo>
                  <a:pt x="231444" y="280416"/>
                </a:lnTo>
                <a:lnTo>
                  <a:pt x="231561" y="255654"/>
                </a:lnTo>
                <a:lnTo>
                  <a:pt x="231612" y="152241"/>
                </a:lnTo>
                <a:lnTo>
                  <a:pt x="231457" y="117157"/>
                </a:lnTo>
                <a:lnTo>
                  <a:pt x="231005" y="84748"/>
                </a:lnTo>
                <a:lnTo>
                  <a:pt x="230124" y="57912"/>
                </a:lnTo>
                <a:lnTo>
                  <a:pt x="251460" y="70104"/>
                </a:lnTo>
                <a:lnTo>
                  <a:pt x="328422" y="70104"/>
                </a:lnTo>
                <a:lnTo>
                  <a:pt x="333756" y="74676"/>
                </a:lnTo>
                <a:lnTo>
                  <a:pt x="328422" y="79248"/>
                </a:lnTo>
                <a:lnTo>
                  <a:pt x="251460" y="79248"/>
                </a:lnTo>
                <a:lnTo>
                  <a:pt x="251460" y="280416"/>
                </a:lnTo>
                <a:lnTo>
                  <a:pt x="323733" y="280416"/>
                </a:lnTo>
                <a:lnTo>
                  <a:pt x="323850" y="289560"/>
                </a:lnTo>
                <a:lnTo>
                  <a:pt x="251460" y="289560"/>
                </a:lnTo>
                <a:lnTo>
                  <a:pt x="251460" y="332232"/>
                </a:lnTo>
                <a:lnTo>
                  <a:pt x="230124" y="341376"/>
                </a:lnTo>
                <a:close/>
              </a:path>
              <a:path w="334010" h="355600">
                <a:moveTo>
                  <a:pt x="323733" y="280416"/>
                </a:moveTo>
                <a:lnTo>
                  <a:pt x="303276" y="280416"/>
                </a:lnTo>
                <a:lnTo>
                  <a:pt x="303276" y="79248"/>
                </a:lnTo>
                <a:lnTo>
                  <a:pt x="328422" y="79248"/>
                </a:lnTo>
                <a:lnTo>
                  <a:pt x="323088" y="83820"/>
                </a:lnTo>
                <a:lnTo>
                  <a:pt x="323185" y="209470"/>
                </a:lnTo>
                <a:lnTo>
                  <a:pt x="323417" y="255654"/>
                </a:lnTo>
                <a:lnTo>
                  <a:pt x="323733" y="280416"/>
                </a:lnTo>
                <a:close/>
              </a:path>
              <a:path w="334010" h="355600">
                <a:moveTo>
                  <a:pt x="303276" y="327660"/>
                </a:moveTo>
                <a:lnTo>
                  <a:pt x="303276" y="289560"/>
                </a:lnTo>
                <a:lnTo>
                  <a:pt x="323850" y="289560"/>
                </a:lnTo>
                <a:lnTo>
                  <a:pt x="323868" y="290937"/>
                </a:lnTo>
                <a:lnTo>
                  <a:pt x="324612" y="315467"/>
                </a:lnTo>
                <a:lnTo>
                  <a:pt x="303276" y="327660"/>
                </a:lnTo>
                <a:close/>
              </a:path>
              <a:path w="334010" h="355600">
                <a:moveTo>
                  <a:pt x="149352" y="89916"/>
                </a:moveTo>
                <a:lnTo>
                  <a:pt x="129540" y="89916"/>
                </a:lnTo>
                <a:lnTo>
                  <a:pt x="129528" y="79248"/>
                </a:lnTo>
                <a:lnTo>
                  <a:pt x="129404" y="53340"/>
                </a:lnTo>
                <a:lnTo>
                  <a:pt x="129349" y="46101"/>
                </a:lnTo>
                <a:lnTo>
                  <a:pt x="128897" y="23479"/>
                </a:lnTo>
                <a:lnTo>
                  <a:pt x="128016" y="0"/>
                </a:lnTo>
                <a:lnTo>
                  <a:pt x="163068" y="15240"/>
                </a:lnTo>
                <a:lnTo>
                  <a:pt x="149352" y="27432"/>
                </a:lnTo>
                <a:lnTo>
                  <a:pt x="149352" y="89916"/>
                </a:lnTo>
                <a:close/>
              </a:path>
              <a:path w="334010" h="355600">
                <a:moveTo>
                  <a:pt x="0" y="289560"/>
                </a:moveTo>
                <a:lnTo>
                  <a:pt x="881" y="264699"/>
                </a:lnTo>
                <a:lnTo>
                  <a:pt x="1333" y="235839"/>
                </a:lnTo>
                <a:lnTo>
                  <a:pt x="1384" y="225742"/>
                </a:lnTo>
                <a:lnTo>
                  <a:pt x="1500" y="129206"/>
                </a:lnTo>
                <a:lnTo>
                  <a:pt x="1362" y="103632"/>
                </a:lnTo>
                <a:lnTo>
                  <a:pt x="1265" y="94488"/>
                </a:lnTo>
                <a:lnTo>
                  <a:pt x="881" y="73104"/>
                </a:lnTo>
                <a:lnTo>
                  <a:pt x="0" y="53340"/>
                </a:lnTo>
                <a:lnTo>
                  <a:pt x="22860" y="65532"/>
                </a:lnTo>
                <a:lnTo>
                  <a:pt x="87145" y="65532"/>
                </a:lnTo>
                <a:lnTo>
                  <a:pt x="92964" y="70104"/>
                </a:lnTo>
                <a:lnTo>
                  <a:pt x="87630" y="74676"/>
                </a:lnTo>
                <a:lnTo>
                  <a:pt x="21336" y="74676"/>
                </a:lnTo>
                <a:lnTo>
                  <a:pt x="21336" y="225552"/>
                </a:lnTo>
                <a:lnTo>
                  <a:pt x="82893" y="225552"/>
                </a:lnTo>
                <a:lnTo>
                  <a:pt x="82938" y="229266"/>
                </a:lnTo>
                <a:lnTo>
                  <a:pt x="83140" y="234696"/>
                </a:lnTo>
                <a:lnTo>
                  <a:pt x="21336" y="234696"/>
                </a:lnTo>
                <a:lnTo>
                  <a:pt x="21336" y="278891"/>
                </a:lnTo>
                <a:lnTo>
                  <a:pt x="0" y="289560"/>
                </a:lnTo>
                <a:close/>
              </a:path>
              <a:path w="334010" h="355600">
                <a:moveTo>
                  <a:pt x="87145" y="65532"/>
                </a:moveTo>
                <a:lnTo>
                  <a:pt x="60960" y="65532"/>
                </a:lnTo>
                <a:lnTo>
                  <a:pt x="71628" y="53340"/>
                </a:lnTo>
                <a:lnTo>
                  <a:pt x="87145" y="65532"/>
                </a:lnTo>
                <a:close/>
              </a:path>
              <a:path w="334010" h="355600">
                <a:moveTo>
                  <a:pt x="82893" y="225552"/>
                </a:moveTo>
                <a:lnTo>
                  <a:pt x="62484" y="225552"/>
                </a:lnTo>
                <a:lnTo>
                  <a:pt x="62484" y="74676"/>
                </a:lnTo>
                <a:lnTo>
                  <a:pt x="87630" y="74676"/>
                </a:lnTo>
                <a:lnTo>
                  <a:pt x="82296" y="79248"/>
                </a:lnTo>
                <a:lnTo>
                  <a:pt x="82420" y="172473"/>
                </a:lnTo>
                <a:lnTo>
                  <a:pt x="82486" y="192405"/>
                </a:lnTo>
                <a:lnTo>
                  <a:pt x="82893" y="225552"/>
                </a:lnTo>
                <a:close/>
              </a:path>
              <a:path w="334010" h="355600">
                <a:moveTo>
                  <a:pt x="103632" y="103632"/>
                </a:moveTo>
                <a:lnTo>
                  <a:pt x="89916" y="89916"/>
                </a:lnTo>
                <a:lnTo>
                  <a:pt x="188976" y="89916"/>
                </a:lnTo>
                <a:lnTo>
                  <a:pt x="198120" y="76200"/>
                </a:lnTo>
                <a:lnTo>
                  <a:pt x="220980" y="94488"/>
                </a:lnTo>
                <a:lnTo>
                  <a:pt x="215646" y="99060"/>
                </a:lnTo>
                <a:lnTo>
                  <a:pt x="129540" y="99060"/>
                </a:lnTo>
                <a:lnTo>
                  <a:pt x="122705" y="99345"/>
                </a:lnTo>
                <a:lnTo>
                  <a:pt x="116014" y="100203"/>
                </a:lnTo>
                <a:lnTo>
                  <a:pt x="109608" y="101631"/>
                </a:lnTo>
                <a:lnTo>
                  <a:pt x="103632" y="103632"/>
                </a:lnTo>
                <a:close/>
              </a:path>
              <a:path w="334010" h="355600">
                <a:moveTo>
                  <a:pt x="45720" y="355092"/>
                </a:moveTo>
                <a:lnTo>
                  <a:pt x="41148" y="350520"/>
                </a:lnTo>
                <a:lnTo>
                  <a:pt x="63198" y="325350"/>
                </a:lnTo>
                <a:lnTo>
                  <a:pt x="81534" y="300037"/>
                </a:lnTo>
                <a:lnTo>
                  <a:pt x="108204" y="248412"/>
                </a:lnTo>
                <a:lnTo>
                  <a:pt x="122872" y="185737"/>
                </a:lnTo>
                <a:lnTo>
                  <a:pt x="127277" y="145327"/>
                </a:lnTo>
                <a:lnTo>
                  <a:pt x="129540" y="99060"/>
                </a:lnTo>
                <a:lnTo>
                  <a:pt x="149352" y="99060"/>
                </a:lnTo>
                <a:lnTo>
                  <a:pt x="147042" y="144518"/>
                </a:lnTo>
                <a:lnTo>
                  <a:pt x="142303" y="184975"/>
                </a:lnTo>
                <a:lnTo>
                  <a:pt x="124968" y="251460"/>
                </a:lnTo>
                <a:lnTo>
                  <a:pt x="94488" y="304990"/>
                </a:lnTo>
                <a:lnTo>
                  <a:pt x="72247" y="330541"/>
                </a:lnTo>
                <a:lnTo>
                  <a:pt x="45720" y="355092"/>
                </a:lnTo>
                <a:close/>
              </a:path>
              <a:path w="334010" h="355600">
                <a:moveTo>
                  <a:pt x="191761" y="304800"/>
                </a:moveTo>
                <a:lnTo>
                  <a:pt x="160020" y="304800"/>
                </a:lnTo>
                <a:lnTo>
                  <a:pt x="164592" y="303276"/>
                </a:lnTo>
                <a:lnTo>
                  <a:pt x="167640" y="301752"/>
                </a:lnTo>
                <a:lnTo>
                  <a:pt x="182999" y="246507"/>
                </a:lnTo>
                <a:lnTo>
                  <a:pt x="188190" y="161925"/>
                </a:lnTo>
                <a:lnTo>
                  <a:pt x="190500" y="99060"/>
                </a:lnTo>
                <a:lnTo>
                  <a:pt x="215646" y="99060"/>
                </a:lnTo>
                <a:lnTo>
                  <a:pt x="210312" y="103632"/>
                </a:lnTo>
                <a:lnTo>
                  <a:pt x="207764" y="172473"/>
                </a:lnTo>
                <a:lnTo>
                  <a:pt x="204787" y="225742"/>
                </a:lnTo>
                <a:lnTo>
                  <a:pt x="201525" y="263294"/>
                </a:lnTo>
                <a:lnTo>
                  <a:pt x="198120" y="284988"/>
                </a:lnTo>
                <a:lnTo>
                  <a:pt x="194429" y="297799"/>
                </a:lnTo>
                <a:lnTo>
                  <a:pt x="191761" y="304800"/>
                </a:lnTo>
                <a:close/>
              </a:path>
              <a:path w="334010" h="355600">
                <a:moveTo>
                  <a:pt x="62484" y="263652"/>
                </a:moveTo>
                <a:lnTo>
                  <a:pt x="62484" y="234696"/>
                </a:lnTo>
                <a:lnTo>
                  <a:pt x="83140" y="234696"/>
                </a:lnTo>
                <a:lnTo>
                  <a:pt x="83820" y="252984"/>
                </a:lnTo>
                <a:lnTo>
                  <a:pt x="62484" y="263652"/>
                </a:lnTo>
                <a:close/>
              </a:path>
              <a:path w="334010" h="355600">
                <a:moveTo>
                  <a:pt x="153924" y="339852"/>
                </a:moveTo>
                <a:lnTo>
                  <a:pt x="151638" y="329255"/>
                </a:lnTo>
                <a:lnTo>
                  <a:pt x="144780" y="320230"/>
                </a:lnTo>
                <a:lnTo>
                  <a:pt x="133350" y="312634"/>
                </a:lnTo>
                <a:lnTo>
                  <a:pt x="117348" y="306324"/>
                </a:lnTo>
                <a:lnTo>
                  <a:pt x="118872" y="300228"/>
                </a:lnTo>
                <a:lnTo>
                  <a:pt x="128849" y="302228"/>
                </a:lnTo>
                <a:lnTo>
                  <a:pt x="138112" y="303657"/>
                </a:lnTo>
                <a:lnTo>
                  <a:pt x="146518" y="304514"/>
                </a:lnTo>
                <a:lnTo>
                  <a:pt x="153924" y="304800"/>
                </a:lnTo>
                <a:lnTo>
                  <a:pt x="191761" y="304800"/>
                </a:lnTo>
                <a:lnTo>
                  <a:pt x="190309" y="308610"/>
                </a:lnTo>
                <a:lnTo>
                  <a:pt x="162496" y="335518"/>
                </a:lnTo>
                <a:lnTo>
                  <a:pt x="153924" y="33985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" name="object 30"/>
          <p:cNvSpPr/>
          <p:nvPr/>
        </p:nvSpPr>
        <p:spPr>
          <a:xfrm>
            <a:off x="3300984" y="3480815"/>
            <a:ext cx="340360" cy="350520"/>
          </a:xfrm>
          <a:custGeom>
            <a:avLst/>
            <a:gdLst/>
            <a:ahLst/>
            <a:cxnLst/>
            <a:rect l="l" t="t" r="r" b="b"/>
            <a:pathLst>
              <a:path w="340360" h="350520">
                <a:moveTo>
                  <a:pt x="114300" y="91439"/>
                </a:moveTo>
                <a:lnTo>
                  <a:pt x="102108" y="79247"/>
                </a:lnTo>
                <a:lnTo>
                  <a:pt x="169164" y="79247"/>
                </a:lnTo>
                <a:lnTo>
                  <a:pt x="169140" y="40290"/>
                </a:lnTo>
                <a:lnTo>
                  <a:pt x="168973" y="28574"/>
                </a:lnTo>
                <a:lnTo>
                  <a:pt x="168521" y="15144"/>
                </a:lnTo>
                <a:lnTo>
                  <a:pt x="167640" y="0"/>
                </a:lnTo>
                <a:lnTo>
                  <a:pt x="201168" y="16763"/>
                </a:lnTo>
                <a:lnTo>
                  <a:pt x="188976" y="30480"/>
                </a:lnTo>
                <a:lnTo>
                  <a:pt x="188976" y="88391"/>
                </a:lnTo>
                <a:lnTo>
                  <a:pt x="128016" y="88391"/>
                </a:lnTo>
                <a:lnTo>
                  <a:pt x="114300" y="91439"/>
                </a:lnTo>
                <a:close/>
              </a:path>
              <a:path w="340360" h="350520">
                <a:moveTo>
                  <a:pt x="0" y="269747"/>
                </a:moveTo>
                <a:lnTo>
                  <a:pt x="196" y="249935"/>
                </a:lnTo>
                <a:lnTo>
                  <a:pt x="276" y="243839"/>
                </a:lnTo>
                <a:lnTo>
                  <a:pt x="1255" y="192524"/>
                </a:lnTo>
                <a:lnTo>
                  <a:pt x="1453" y="169163"/>
                </a:lnTo>
                <a:lnTo>
                  <a:pt x="1500" y="156971"/>
                </a:lnTo>
                <a:lnTo>
                  <a:pt x="1285" y="129135"/>
                </a:lnTo>
                <a:lnTo>
                  <a:pt x="238" y="73652"/>
                </a:lnTo>
                <a:lnTo>
                  <a:pt x="0" y="48767"/>
                </a:lnTo>
                <a:lnTo>
                  <a:pt x="21336" y="62483"/>
                </a:lnTo>
                <a:lnTo>
                  <a:pt x="97536" y="62483"/>
                </a:lnTo>
                <a:lnTo>
                  <a:pt x="103632" y="68579"/>
                </a:lnTo>
                <a:lnTo>
                  <a:pt x="99568" y="71627"/>
                </a:lnTo>
                <a:lnTo>
                  <a:pt x="21336" y="71627"/>
                </a:lnTo>
                <a:lnTo>
                  <a:pt x="21336" y="211835"/>
                </a:lnTo>
                <a:lnTo>
                  <a:pt x="91819" y="211835"/>
                </a:lnTo>
                <a:lnTo>
                  <a:pt x="92103" y="220979"/>
                </a:lnTo>
                <a:lnTo>
                  <a:pt x="21336" y="220979"/>
                </a:lnTo>
                <a:lnTo>
                  <a:pt x="21336" y="260603"/>
                </a:lnTo>
                <a:lnTo>
                  <a:pt x="0" y="269747"/>
                </a:lnTo>
                <a:close/>
              </a:path>
              <a:path w="340360" h="350520">
                <a:moveTo>
                  <a:pt x="97536" y="62483"/>
                </a:moveTo>
                <a:lnTo>
                  <a:pt x="70104" y="62483"/>
                </a:lnTo>
                <a:lnTo>
                  <a:pt x="83820" y="48767"/>
                </a:lnTo>
                <a:lnTo>
                  <a:pt x="97536" y="62483"/>
                </a:lnTo>
                <a:close/>
              </a:path>
              <a:path w="340360" h="350520">
                <a:moveTo>
                  <a:pt x="91819" y="211835"/>
                </a:moveTo>
                <a:lnTo>
                  <a:pt x="71628" y="211835"/>
                </a:lnTo>
                <a:lnTo>
                  <a:pt x="71628" y="71627"/>
                </a:lnTo>
                <a:lnTo>
                  <a:pt x="99568" y="71627"/>
                </a:lnTo>
                <a:lnTo>
                  <a:pt x="91440" y="77724"/>
                </a:lnTo>
                <a:lnTo>
                  <a:pt x="91463" y="192524"/>
                </a:lnTo>
                <a:lnTo>
                  <a:pt x="91630" y="205549"/>
                </a:lnTo>
                <a:lnTo>
                  <a:pt x="91819" y="211835"/>
                </a:lnTo>
                <a:close/>
              </a:path>
              <a:path w="340360" h="350520">
                <a:moveTo>
                  <a:pt x="121920" y="169163"/>
                </a:moveTo>
                <a:lnTo>
                  <a:pt x="109728" y="156971"/>
                </a:lnTo>
                <a:lnTo>
                  <a:pt x="169164" y="156971"/>
                </a:lnTo>
                <a:lnTo>
                  <a:pt x="169164" y="88391"/>
                </a:lnTo>
                <a:lnTo>
                  <a:pt x="188976" y="88391"/>
                </a:lnTo>
                <a:lnTo>
                  <a:pt x="188976" y="166115"/>
                </a:lnTo>
                <a:lnTo>
                  <a:pt x="135636" y="166115"/>
                </a:lnTo>
                <a:lnTo>
                  <a:pt x="121920" y="169163"/>
                </a:lnTo>
                <a:close/>
              </a:path>
              <a:path w="340360" h="350520">
                <a:moveTo>
                  <a:pt x="109728" y="246887"/>
                </a:moveTo>
                <a:lnTo>
                  <a:pt x="97536" y="234695"/>
                </a:lnTo>
                <a:lnTo>
                  <a:pt x="169164" y="234695"/>
                </a:lnTo>
                <a:lnTo>
                  <a:pt x="169164" y="166115"/>
                </a:lnTo>
                <a:lnTo>
                  <a:pt x="188976" y="166115"/>
                </a:lnTo>
                <a:lnTo>
                  <a:pt x="188976" y="243839"/>
                </a:lnTo>
                <a:lnTo>
                  <a:pt x="123444" y="243839"/>
                </a:lnTo>
                <a:lnTo>
                  <a:pt x="109728" y="246887"/>
                </a:lnTo>
                <a:close/>
              </a:path>
              <a:path w="340360" h="350520">
                <a:moveTo>
                  <a:pt x="71628" y="249935"/>
                </a:moveTo>
                <a:lnTo>
                  <a:pt x="71628" y="220979"/>
                </a:lnTo>
                <a:lnTo>
                  <a:pt x="92103" y="220979"/>
                </a:lnTo>
                <a:lnTo>
                  <a:pt x="92964" y="237743"/>
                </a:lnTo>
                <a:lnTo>
                  <a:pt x="71628" y="249935"/>
                </a:lnTo>
                <a:close/>
              </a:path>
              <a:path w="340360" h="350520">
                <a:moveTo>
                  <a:pt x="167640" y="350520"/>
                </a:moveTo>
                <a:lnTo>
                  <a:pt x="168521" y="330517"/>
                </a:lnTo>
                <a:lnTo>
                  <a:pt x="168973" y="311657"/>
                </a:lnTo>
                <a:lnTo>
                  <a:pt x="169099" y="298275"/>
                </a:lnTo>
                <a:lnTo>
                  <a:pt x="169164" y="243839"/>
                </a:lnTo>
                <a:lnTo>
                  <a:pt x="188976" y="243839"/>
                </a:lnTo>
                <a:lnTo>
                  <a:pt x="188999" y="298275"/>
                </a:lnTo>
                <a:lnTo>
                  <a:pt x="189166" y="313181"/>
                </a:lnTo>
                <a:lnTo>
                  <a:pt x="189618" y="326945"/>
                </a:lnTo>
                <a:lnTo>
                  <a:pt x="190500" y="339852"/>
                </a:lnTo>
                <a:lnTo>
                  <a:pt x="167640" y="350520"/>
                </a:lnTo>
                <a:close/>
              </a:path>
              <a:path w="340360" h="350520">
                <a:moveTo>
                  <a:pt x="233172" y="350520"/>
                </a:moveTo>
                <a:lnTo>
                  <a:pt x="234053" y="326255"/>
                </a:lnTo>
                <a:lnTo>
                  <a:pt x="234505" y="303847"/>
                </a:lnTo>
                <a:lnTo>
                  <a:pt x="234628" y="62483"/>
                </a:lnTo>
                <a:lnTo>
                  <a:pt x="234505" y="46291"/>
                </a:lnTo>
                <a:lnTo>
                  <a:pt x="234053" y="24122"/>
                </a:lnTo>
                <a:lnTo>
                  <a:pt x="233172" y="1524"/>
                </a:lnTo>
                <a:lnTo>
                  <a:pt x="266700" y="19811"/>
                </a:lnTo>
                <a:lnTo>
                  <a:pt x="254508" y="30480"/>
                </a:lnTo>
                <a:lnTo>
                  <a:pt x="254508" y="79247"/>
                </a:lnTo>
                <a:lnTo>
                  <a:pt x="328197" y="79247"/>
                </a:lnTo>
                <a:lnTo>
                  <a:pt x="336804" y="88391"/>
                </a:lnTo>
                <a:lnTo>
                  <a:pt x="254508" y="88391"/>
                </a:lnTo>
                <a:lnTo>
                  <a:pt x="254508" y="156971"/>
                </a:lnTo>
                <a:lnTo>
                  <a:pt x="322135" y="156971"/>
                </a:lnTo>
                <a:lnTo>
                  <a:pt x="330708" y="166115"/>
                </a:lnTo>
                <a:lnTo>
                  <a:pt x="254508" y="166115"/>
                </a:lnTo>
                <a:lnTo>
                  <a:pt x="254508" y="234695"/>
                </a:lnTo>
                <a:lnTo>
                  <a:pt x="331245" y="234695"/>
                </a:lnTo>
                <a:lnTo>
                  <a:pt x="339852" y="243839"/>
                </a:lnTo>
                <a:lnTo>
                  <a:pt x="254508" y="243839"/>
                </a:lnTo>
                <a:lnTo>
                  <a:pt x="254627" y="303847"/>
                </a:lnTo>
                <a:lnTo>
                  <a:pt x="254746" y="308967"/>
                </a:lnTo>
                <a:lnTo>
                  <a:pt x="255793" y="328922"/>
                </a:lnTo>
                <a:lnTo>
                  <a:pt x="256032" y="338328"/>
                </a:lnTo>
                <a:lnTo>
                  <a:pt x="233172" y="350520"/>
                </a:lnTo>
                <a:close/>
              </a:path>
              <a:path w="340360" h="350520">
                <a:moveTo>
                  <a:pt x="328197" y="79247"/>
                </a:moveTo>
                <a:lnTo>
                  <a:pt x="295656" y="79247"/>
                </a:lnTo>
                <a:lnTo>
                  <a:pt x="312420" y="62483"/>
                </a:lnTo>
                <a:lnTo>
                  <a:pt x="328197" y="79247"/>
                </a:lnTo>
                <a:close/>
              </a:path>
              <a:path w="340360" h="350520">
                <a:moveTo>
                  <a:pt x="322135" y="156971"/>
                </a:moveTo>
                <a:lnTo>
                  <a:pt x="292608" y="156971"/>
                </a:lnTo>
                <a:lnTo>
                  <a:pt x="307848" y="141731"/>
                </a:lnTo>
                <a:lnTo>
                  <a:pt x="322135" y="156971"/>
                </a:lnTo>
                <a:close/>
              </a:path>
              <a:path w="340360" h="350520">
                <a:moveTo>
                  <a:pt x="331245" y="234695"/>
                </a:moveTo>
                <a:lnTo>
                  <a:pt x="298704" y="234695"/>
                </a:lnTo>
                <a:lnTo>
                  <a:pt x="315468" y="217931"/>
                </a:lnTo>
                <a:lnTo>
                  <a:pt x="331245" y="23469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" name="object 31"/>
          <p:cNvSpPr/>
          <p:nvPr/>
        </p:nvSpPr>
        <p:spPr>
          <a:xfrm>
            <a:off x="3686555" y="3482340"/>
            <a:ext cx="340360" cy="350520"/>
          </a:xfrm>
          <a:custGeom>
            <a:avLst/>
            <a:gdLst/>
            <a:ahLst/>
            <a:cxnLst/>
            <a:rect l="l" t="t" r="r" b="b"/>
            <a:pathLst>
              <a:path w="340360" h="350520">
                <a:moveTo>
                  <a:pt x="304799" y="196596"/>
                </a:moveTo>
                <a:lnTo>
                  <a:pt x="264604" y="160020"/>
                </a:lnTo>
                <a:lnTo>
                  <a:pt x="230123" y="114300"/>
                </a:lnTo>
                <a:lnTo>
                  <a:pt x="204978" y="61722"/>
                </a:lnTo>
                <a:lnTo>
                  <a:pt x="188976" y="0"/>
                </a:lnTo>
                <a:lnTo>
                  <a:pt x="219456" y="10667"/>
                </a:lnTo>
                <a:lnTo>
                  <a:pt x="205740" y="19812"/>
                </a:lnTo>
                <a:lnTo>
                  <a:pt x="213788" y="43553"/>
                </a:lnTo>
                <a:lnTo>
                  <a:pt x="237886" y="89892"/>
                </a:lnTo>
                <a:lnTo>
                  <a:pt x="272557" y="133016"/>
                </a:lnTo>
                <a:lnTo>
                  <a:pt x="314944" y="163782"/>
                </a:lnTo>
                <a:lnTo>
                  <a:pt x="339852" y="173736"/>
                </a:lnTo>
                <a:lnTo>
                  <a:pt x="339852" y="178308"/>
                </a:lnTo>
                <a:lnTo>
                  <a:pt x="329017" y="179451"/>
                </a:lnTo>
                <a:lnTo>
                  <a:pt x="319468" y="182880"/>
                </a:lnTo>
                <a:lnTo>
                  <a:pt x="311348" y="188595"/>
                </a:lnTo>
                <a:lnTo>
                  <a:pt x="304799" y="196596"/>
                </a:lnTo>
                <a:close/>
              </a:path>
              <a:path w="340360" h="350520">
                <a:moveTo>
                  <a:pt x="4572" y="202692"/>
                </a:moveTo>
                <a:lnTo>
                  <a:pt x="0" y="198120"/>
                </a:lnTo>
                <a:lnTo>
                  <a:pt x="25955" y="171854"/>
                </a:lnTo>
                <a:lnTo>
                  <a:pt x="48768" y="145732"/>
                </a:lnTo>
                <a:lnTo>
                  <a:pt x="83820" y="94488"/>
                </a:lnTo>
                <a:lnTo>
                  <a:pt x="106870" y="47434"/>
                </a:lnTo>
                <a:lnTo>
                  <a:pt x="117348" y="10667"/>
                </a:lnTo>
                <a:lnTo>
                  <a:pt x="152400" y="33528"/>
                </a:lnTo>
                <a:lnTo>
                  <a:pt x="135636" y="42672"/>
                </a:lnTo>
                <a:lnTo>
                  <a:pt x="108513" y="92964"/>
                </a:lnTo>
                <a:lnTo>
                  <a:pt x="77533" y="136398"/>
                </a:lnTo>
                <a:lnTo>
                  <a:pt x="42838" y="172974"/>
                </a:lnTo>
                <a:lnTo>
                  <a:pt x="4572" y="202692"/>
                </a:lnTo>
                <a:close/>
              </a:path>
              <a:path w="340360" h="350520">
                <a:moveTo>
                  <a:pt x="54864" y="338328"/>
                </a:moveTo>
                <a:lnTo>
                  <a:pt x="38100" y="306324"/>
                </a:lnTo>
                <a:lnTo>
                  <a:pt x="44362" y="304919"/>
                </a:lnTo>
                <a:lnTo>
                  <a:pt x="51625" y="300799"/>
                </a:lnTo>
                <a:lnTo>
                  <a:pt x="90106" y="258889"/>
                </a:lnTo>
                <a:lnTo>
                  <a:pt x="117348" y="217932"/>
                </a:lnTo>
                <a:lnTo>
                  <a:pt x="131945" y="195405"/>
                </a:lnTo>
                <a:lnTo>
                  <a:pt x="143827" y="173736"/>
                </a:lnTo>
                <a:lnTo>
                  <a:pt x="153138" y="153209"/>
                </a:lnTo>
                <a:lnTo>
                  <a:pt x="160020" y="134112"/>
                </a:lnTo>
                <a:lnTo>
                  <a:pt x="193548" y="160020"/>
                </a:lnTo>
                <a:lnTo>
                  <a:pt x="176784" y="167640"/>
                </a:lnTo>
                <a:lnTo>
                  <a:pt x="148518" y="208811"/>
                </a:lnTo>
                <a:lnTo>
                  <a:pt x="120967" y="245554"/>
                </a:lnTo>
                <a:lnTo>
                  <a:pt x="94273" y="278010"/>
                </a:lnTo>
                <a:lnTo>
                  <a:pt x="68580" y="306324"/>
                </a:lnTo>
                <a:lnTo>
                  <a:pt x="281228" y="306324"/>
                </a:lnTo>
                <a:lnTo>
                  <a:pt x="283273" y="310896"/>
                </a:lnTo>
                <a:lnTo>
                  <a:pt x="251460" y="310896"/>
                </a:lnTo>
                <a:lnTo>
                  <a:pt x="186070" y="315420"/>
                </a:lnTo>
                <a:lnTo>
                  <a:pt x="136398" y="319659"/>
                </a:lnTo>
                <a:lnTo>
                  <a:pt x="85344" y="326136"/>
                </a:lnTo>
                <a:lnTo>
                  <a:pt x="60269" y="334279"/>
                </a:lnTo>
                <a:lnTo>
                  <a:pt x="54864" y="338328"/>
                </a:lnTo>
                <a:close/>
              </a:path>
              <a:path w="340360" h="350520">
                <a:moveTo>
                  <a:pt x="281228" y="306324"/>
                </a:moveTo>
                <a:lnTo>
                  <a:pt x="68580" y="306324"/>
                </a:lnTo>
                <a:lnTo>
                  <a:pt x="248411" y="303276"/>
                </a:lnTo>
                <a:lnTo>
                  <a:pt x="239291" y="286940"/>
                </a:lnTo>
                <a:lnTo>
                  <a:pt x="228028" y="269748"/>
                </a:lnTo>
                <a:lnTo>
                  <a:pt x="214764" y="251412"/>
                </a:lnTo>
                <a:lnTo>
                  <a:pt x="199644" y="231648"/>
                </a:lnTo>
                <a:lnTo>
                  <a:pt x="204216" y="227076"/>
                </a:lnTo>
                <a:lnTo>
                  <a:pt x="250126" y="266700"/>
                </a:lnTo>
                <a:lnTo>
                  <a:pt x="279439" y="302323"/>
                </a:lnTo>
                <a:lnTo>
                  <a:pt x="281228" y="306324"/>
                </a:lnTo>
                <a:close/>
              </a:path>
              <a:path w="340360" h="350520">
                <a:moveTo>
                  <a:pt x="271272" y="350520"/>
                </a:moveTo>
                <a:lnTo>
                  <a:pt x="268223" y="350520"/>
                </a:lnTo>
                <a:lnTo>
                  <a:pt x="265175" y="345948"/>
                </a:lnTo>
                <a:lnTo>
                  <a:pt x="262128" y="339852"/>
                </a:lnTo>
                <a:lnTo>
                  <a:pt x="258846" y="330708"/>
                </a:lnTo>
                <a:lnTo>
                  <a:pt x="256222" y="323088"/>
                </a:lnTo>
                <a:lnTo>
                  <a:pt x="253769" y="316277"/>
                </a:lnTo>
                <a:lnTo>
                  <a:pt x="251460" y="310896"/>
                </a:lnTo>
                <a:lnTo>
                  <a:pt x="283273" y="310896"/>
                </a:lnTo>
                <a:lnTo>
                  <a:pt x="285678" y="318325"/>
                </a:lnTo>
                <a:lnTo>
                  <a:pt x="286511" y="324612"/>
                </a:lnTo>
                <a:lnTo>
                  <a:pt x="286400" y="331041"/>
                </a:lnTo>
                <a:lnTo>
                  <a:pt x="284987" y="335280"/>
                </a:lnTo>
                <a:lnTo>
                  <a:pt x="275844" y="347472"/>
                </a:lnTo>
                <a:lnTo>
                  <a:pt x="271272" y="3505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" name="object 32"/>
          <p:cNvSpPr/>
          <p:nvPr/>
        </p:nvSpPr>
        <p:spPr>
          <a:xfrm>
            <a:off x="4079747" y="3493008"/>
            <a:ext cx="307975" cy="341630"/>
          </a:xfrm>
          <a:custGeom>
            <a:avLst/>
            <a:gdLst/>
            <a:ahLst/>
            <a:cxnLst/>
            <a:rect l="l" t="t" r="r" b="b"/>
            <a:pathLst>
              <a:path w="307975" h="341629">
                <a:moveTo>
                  <a:pt x="42672" y="28956"/>
                </a:moveTo>
                <a:lnTo>
                  <a:pt x="28956" y="15240"/>
                </a:lnTo>
                <a:lnTo>
                  <a:pt x="271272" y="15240"/>
                </a:lnTo>
                <a:lnTo>
                  <a:pt x="281939" y="0"/>
                </a:lnTo>
                <a:lnTo>
                  <a:pt x="307848" y="19812"/>
                </a:lnTo>
                <a:lnTo>
                  <a:pt x="301752" y="24384"/>
                </a:lnTo>
                <a:lnTo>
                  <a:pt x="79248" y="24384"/>
                </a:lnTo>
                <a:lnTo>
                  <a:pt x="70104" y="24669"/>
                </a:lnTo>
                <a:lnTo>
                  <a:pt x="60960" y="25527"/>
                </a:lnTo>
                <a:lnTo>
                  <a:pt x="51816" y="26955"/>
                </a:lnTo>
                <a:lnTo>
                  <a:pt x="42672" y="28956"/>
                </a:lnTo>
                <a:close/>
              </a:path>
              <a:path w="307975" h="341629">
                <a:moveTo>
                  <a:pt x="294719" y="304800"/>
                </a:moveTo>
                <a:lnTo>
                  <a:pt x="269748" y="304800"/>
                </a:lnTo>
                <a:lnTo>
                  <a:pt x="274320" y="298704"/>
                </a:lnTo>
                <a:lnTo>
                  <a:pt x="274320" y="24384"/>
                </a:lnTo>
                <a:lnTo>
                  <a:pt x="301752" y="24384"/>
                </a:lnTo>
                <a:lnTo>
                  <a:pt x="295656" y="28956"/>
                </a:lnTo>
                <a:lnTo>
                  <a:pt x="295656" y="294132"/>
                </a:lnTo>
                <a:lnTo>
                  <a:pt x="294719" y="304800"/>
                </a:lnTo>
                <a:close/>
              </a:path>
              <a:path w="307975" h="341629">
                <a:moveTo>
                  <a:pt x="13716" y="102108"/>
                </a:moveTo>
                <a:lnTo>
                  <a:pt x="0" y="88392"/>
                </a:lnTo>
                <a:lnTo>
                  <a:pt x="198120" y="88392"/>
                </a:lnTo>
                <a:lnTo>
                  <a:pt x="217932" y="68580"/>
                </a:lnTo>
                <a:lnTo>
                  <a:pt x="246887" y="97536"/>
                </a:lnTo>
                <a:lnTo>
                  <a:pt x="48768" y="97536"/>
                </a:lnTo>
                <a:lnTo>
                  <a:pt x="38790" y="97821"/>
                </a:lnTo>
                <a:lnTo>
                  <a:pt x="29527" y="98679"/>
                </a:lnTo>
                <a:lnTo>
                  <a:pt x="21121" y="100107"/>
                </a:lnTo>
                <a:lnTo>
                  <a:pt x="13716" y="102108"/>
                </a:lnTo>
                <a:close/>
              </a:path>
              <a:path w="307975" h="341629">
                <a:moveTo>
                  <a:pt x="201285" y="143256"/>
                </a:moveTo>
                <a:lnTo>
                  <a:pt x="170688" y="143256"/>
                </a:lnTo>
                <a:lnTo>
                  <a:pt x="181356" y="128016"/>
                </a:lnTo>
                <a:lnTo>
                  <a:pt x="201285" y="143256"/>
                </a:lnTo>
                <a:close/>
              </a:path>
              <a:path w="307975" h="341629">
                <a:moveTo>
                  <a:pt x="47244" y="274320"/>
                </a:moveTo>
                <a:lnTo>
                  <a:pt x="48125" y="263175"/>
                </a:lnTo>
                <a:lnTo>
                  <a:pt x="48577" y="248031"/>
                </a:lnTo>
                <a:lnTo>
                  <a:pt x="48655" y="239077"/>
                </a:lnTo>
                <a:lnTo>
                  <a:pt x="48744" y="182903"/>
                </a:lnTo>
                <a:lnTo>
                  <a:pt x="48577" y="162496"/>
                </a:lnTo>
                <a:lnTo>
                  <a:pt x="48125" y="144660"/>
                </a:lnTo>
                <a:lnTo>
                  <a:pt x="47244" y="129540"/>
                </a:lnTo>
                <a:lnTo>
                  <a:pt x="70104" y="143256"/>
                </a:lnTo>
                <a:lnTo>
                  <a:pt x="201285" y="143256"/>
                </a:lnTo>
                <a:lnTo>
                  <a:pt x="207263" y="147828"/>
                </a:lnTo>
                <a:lnTo>
                  <a:pt x="201168" y="152400"/>
                </a:lnTo>
                <a:lnTo>
                  <a:pt x="70104" y="152400"/>
                </a:lnTo>
                <a:lnTo>
                  <a:pt x="70104" y="228600"/>
                </a:lnTo>
                <a:lnTo>
                  <a:pt x="195091" y="228600"/>
                </a:lnTo>
                <a:lnTo>
                  <a:pt x="195095" y="230100"/>
                </a:lnTo>
                <a:lnTo>
                  <a:pt x="195237" y="237744"/>
                </a:lnTo>
                <a:lnTo>
                  <a:pt x="70104" y="237744"/>
                </a:lnTo>
                <a:lnTo>
                  <a:pt x="70104" y="263652"/>
                </a:lnTo>
                <a:lnTo>
                  <a:pt x="47244" y="274320"/>
                </a:lnTo>
                <a:close/>
              </a:path>
              <a:path w="307975" h="341629">
                <a:moveTo>
                  <a:pt x="195091" y="228600"/>
                </a:moveTo>
                <a:lnTo>
                  <a:pt x="173736" y="228600"/>
                </a:lnTo>
                <a:lnTo>
                  <a:pt x="173736" y="152400"/>
                </a:lnTo>
                <a:lnTo>
                  <a:pt x="201168" y="152400"/>
                </a:lnTo>
                <a:lnTo>
                  <a:pt x="195072" y="156972"/>
                </a:lnTo>
                <a:lnTo>
                  <a:pt x="195091" y="228600"/>
                </a:lnTo>
                <a:close/>
              </a:path>
              <a:path w="307975" h="341629">
                <a:moveTo>
                  <a:pt x="173736" y="265176"/>
                </a:moveTo>
                <a:lnTo>
                  <a:pt x="173736" y="237744"/>
                </a:lnTo>
                <a:lnTo>
                  <a:pt x="195237" y="237744"/>
                </a:lnTo>
                <a:lnTo>
                  <a:pt x="195262" y="239077"/>
                </a:lnTo>
                <a:lnTo>
                  <a:pt x="195714" y="247769"/>
                </a:lnTo>
                <a:lnTo>
                  <a:pt x="196596" y="256032"/>
                </a:lnTo>
                <a:lnTo>
                  <a:pt x="173736" y="265176"/>
                </a:lnTo>
                <a:close/>
              </a:path>
              <a:path w="307975" h="341629">
                <a:moveTo>
                  <a:pt x="262128" y="341376"/>
                </a:moveTo>
                <a:lnTo>
                  <a:pt x="258722" y="332279"/>
                </a:lnTo>
                <a:lnTo>
                  <a:pt x="248602" y="323469"/>
                </a:lnTo>
                <a:lnTo>
                  <a:pt x="231909" y="315229"/>
                </a:lnTo>
                <a:lnTo>
                  <a:pt x="208787" y="307847"/>
                </a:lnTo>
                <a:lnTo>
                  <a:pt x="208787" y="300228"/>
                </a:lnTo>
                <a:lnTo>
                  <a:pt x="225647" y="302228"/>
                </a:lnTo>
                <a:lnTo>
                  <a:pt x="239649" y="303657"/>
                </a:lnTo>
                <a:lnTo>
                  <a:pt x="250793" y="304514"/>
                </a:lnTo>
                <a:lnTo>
                  <a:pt x="259080" y="304800"/>
                </a:lnTo>
                <a:lnTo>
                  <a:pt x="294719" y="304800"/>
                </a:lnTo>
                <a:lnTo>
                  <a:pt x="294274" y="309872"/>
                </a:lnTo>
                <a:lnTo>
                  <a:pt x="288036" y="322897"/>
                </a:lnTo>
                <a:lnTo>
                  <a:pt x="277225" y="333351"/>
                </a:lnTo>
                <a:lnTo>
                  <a:pt x="262128" y="34137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" name="object 33"/>
          <p:cNvSpPr/>
          <p:nvPr/>
        </p:nvSpPr>
        <p:spPr>
          <a:xfrm>
            <a:off x="4489703" y="3659123"/>
            <a:ext cx="56515" cy="146685"/>
          </a:xfrm>
          <a:custGeom>
            <a:avLst/>
            <a:gdLst/>
            <a:ahLst/>
            <a:cxnLst/>
            <a:rect l="l" t="t" r="r" b="b"/>
            <a:pathLst>
              <a:path w="56514" h="146685">
                <a:moveTo>
                  <a:pt x="30480" y="146304"/>
                </a:moveTo>
                <a:lnTo>
                  <a:pt x="24384" y="146304"/>
                </a:lnTo>
                <a:lnTo>
                  <a:pt x="19812" y="143256"/>
                </a:lnTo>
                <a:lnTo>
                  <a:pt x="12192" y="140208"/>
                </a:lnTo>
                <a:lnTo>
                  <a:pt x="6096" y="135636"/>
                </a:lnTo>
                <a:lnTo>
                  <a:pt x="1524" y="128016"/>
                </a:lnTo>
                <a:lnTo>
                  <a:pt x="1524" y="117348"/>
                </a:lnTo>
                <a:lnTo>
                  <a:pt x="0" y="108204"/>
                </a:lnTo>
                <a:lnTo>
                  <a:pt x="3048" y="100584"/>
                </a:lnTo>
                <a:lnTo>
                  <a:pt x="10668" y="97536"/>
                </a:lnTo>
                <a:lnTo>
                  <a:pt x="22860" y="91440"/>
                </a:lnTo>
                <a:lnTo>
                  <a:pt x="33528" y="91440"/>
                </a:lnTo>
                <a:lnTo>
                  <a:pt x="45720" y="97536"/>
                </a:lnTo>
                <a:lnTo>
                  <a:pt x="51816" y="102108"/>
                </a:lnTo>
                <a:lnTo>
                  <a:pt x="54864" y="109728"/>
                </a:lnTo>
                <a:lnTo>
                  <a:pt x="54864" y="118872"/>
                </a:lnTo>
                <a:lnTo>
                  <a:pt x="53340" y="128016"/>
                </a:lnTo>
                <a:lnTo>
                  <a:pt x="50292" y="135636"/>
                </a:lnTo>
                <a:lnTo>
                  <a:pt x="42672" y="140208"/>
                </a:lnTo>
                <a:lnTo>
                  <a:pt x="30480" y="146304"/>
                </a:lnTo>
                <a:close/>
              </a:path>
              <a:path w="56514" h="146685">
                <a:moveTo>
                  <a:pt x="30480" y="53340"/>
                </a:moveTo>
                <a:lnTo>
                  <a:pt x="22860" y="53340"/>
                </a:lnTo>
                <a:lnTo>
                  <a:pt x="16764" y="51816"/>
                </a:lnTo>
                <a:lnTo>
                  <a:pt x="10668" y="47244"/>
                </a:lnTo>
                <a:lnTo>
                  <a:pt x="3048" y="42672"/>
                </a:lnTo>
                <a:lnTo>
                  <a:pt x="0" y="35052"/>
                </a:lnTo>
                <a:lnTo>
                  <a:pt x="1524" y="25908"/>
                </a:lnTo>
                <a:lnTo>
                  <a:pt x="1524" y="15240"/>
                </a:lnTo>
                <a:lnTo>
                  <a:pt x="6096" y="9144"/>
                </a:lnTo>
                <a:lnTo>
                  <a:pt x="12192" y="6096"/>
                </a:lnTo>
                <a:lnTo>
                  <a:pt x="19812" y="1524"/>
                </a:lnTo>
                <a:lnTo>
                  <a:pt x="25908" y="0"/>
                </a:lnTo>
                <a:lnTo>
                  <a:pt x="33528" y="0"/>
                </a:lnTo>
                <a:lnTo>
                  <a:pt x="39624" y="1524"/>
                </a:lnTo>
                <a:lnTo>
                  <a:pt x="45720" y="6096"/>
                </a:lnTo>
                <a:lnTo>
                  <a:pt x="53340" y="9144"/>
                </a:lnTo>
                <a:lnTo>
                  <a:pt x="56388" y="16764"/>
                </a:lnTo>
                <a:lnTo>
                  <a:pt x="56388" y="38100"/>
                </a:lnTo>
                <a:lnTo>
                  <a:pt x="53340" y="44196"/>
                </a:lnTo>
                <a:lnTo>
                  <a:pt x="44196" y="48768"/>
                </a:lnTo>
                <a:lnTo>
                  <a:pt x="36576" y="51816"/>
                </a:lnTo>
                <a:lnTo>
                  <a:pt x="30480" y="5334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34" name="object 34"/>
          <p:cNvGrpSpPr/>
          <p:nvPr/>
        </p:nvGrpSpPr>
        <p:grpSpPr>
          <a:xfrm>
            <a:off x="4835652" y="3514344"/>
            <a:ext cx="731520" cy="289560"/>
            <a:chOff x="4835652" y="3514344"/>
            <a:chExt cx="731520" cy="289560"/>
          </a:xfrm>
        </p:grpSpPr>
        <p:sp>
          <p:nvSpPr>
            <p:cNvPr id="35" name="object 35"/>
            <p:cNvSpPr/>
            <p:nvPr/>
          </p:nvSpPr>
          <p:spPr>
            <a:xfrm>
              <a:off x="4835652" y="3514344"/>
              <a:ext cx="134620" cy="288290"/>
            </a:xfrm>
            <a:custGeom>
              <a:avLst/>
              <a:gdLst/>
              <a:ahLst/>
              <a:cxnLst/>
              <a:rect l="l" t="t" r="r" b="b"/>
              <a:pathLst>
                <a:path w="134620" h="288289">
                  <a:moveTo>
                    <a:pt x="50292" y="288036"/>
                  </a:moveTo>
                  <a:lnTo>
                    <a:pt x="35052" y="288036"/>
                  </a:lnTo>
                  <a:lnTo>
                    <a:pt x="25908" y="286512"/>
                  </a:lnTo>
                  <a:lnTo>
                    <a:pt x="18216" y="285607"/>
                  </a:lnTo>
                  <a:lnTo>
                    <a:pt x="5119" y="284368"/>
                  </a:lnTo>
                  <a:lnTo>
                    <a:pt x="0" y="283464"/>
                  </a:lnTo>
                  <a:lnTo>
                    <a:pt x="0" y="246888"/>
                  </a:lnTo>
                  <a:lnTo>
                    <a:pt x="1524" y="246888"/>
                  </a:lnTo>
                  <a:lnTo>
                    <a:pt x="6096" y="248412"/>
                  </a:lnTo>
                  <a:lnTo>
                    <a:pt x="13716" y="249936"/>
                  </a:lnTo>
                  <a:lnTo>
                    <a:pt x="21336" y="252984"/>
                  </a:lnTo>
                  <a:lnTo>
                    <a:pt x="36576" y="256032"/>
                  </a:lnTo>
                  <a:lnTo>
                    <a:pt x="44196" y="256032"/>
                  </a:lnTo>
                  <a:lnTo>
                    <a:pt x="85344" y="245364"/>
                  </a:lnTo>
                  <a:lnTo>
                    <a:pt x="94488" y="220980"/>
                  </a:lnTo>
                  <a:lnTo>
                    <a:pt x="96012" y="214884"/>
                  </a:lnTo>
                  <a:lnTo>
                    <a:pt x="96012" y="30480"/>
                  </a:lnTo>
                  <a:lnTo>
                    <a:pt x="35052" y="30480"/>
                  </a:lnTo>
                  <a:lnTo>
                    <a:pt x="35052" y="0"/>
                  </a:lnTo>
                  <a:lnTo>
                    <a:pt x="134112" y="0"/>
                  </a:lnTo>
                  <a:lnTo>
                    <a:pt x="134112" y="210312"/>
                  </a:lnTo>
                  <a:lnTo>
                    <a:pt x="121253" y="256817"/>
                  </a:lnTo>
                  <a:lnTo>
                    <a:pt x="84201" y="283273"/>
                  </a:lnTo>
                  <a:lnTo>
                    <a:pt x="67960" y="286869"/>
                  </a:lnTo>
                  <a:lnTo>
                    <a:pt x="50292" y="288036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36" name="object 36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5007864" y="3579875"/>
              <a:ext cx="169164" cy="224028"/>
            </a:xfrm>
            <a:prstGeom prst="rect">
              <a:avLst/>
            </a:prstGeom>
          </p:spPr>
        </p:pic>
        <p:pic>
          <p:nvPicPr>
            <p:cNvPr id="37" name="object 37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5199888" y="3579875"/>
              <a:ext cx="367283" cy="224028"/>
            </a:xfrm>
            <a:prstGeom prst="rect">
              <a:avLst/>
            </a:prstGeom>
          </p:spPr>
        </p:pic>
      </p:grpSp>
      <p:grpSp>
        <p:nvGrpSpPr>
          <p:cNvPr id="38" name="object 38"/>
          <p:cNvGrpSpPr/>
          <p:nvPr/>
        </p:nvGrpSpPr>
        <p:grpSpPr>
          <a:xfrm>
            <a:off x="5618988" y="3500627"/>
            <a:ext cx="455930" cy="303530"/>
            <a:chOff x="5618988" y="3500627"/>
            <a:chExt cx="455930" cy="303530"/>
          </a:xfrm>
        </p:grpSpPr>
        <p:sp>
          <p:nvSpPr>
            <p:cNvPr id="39" name="object 39"/>
            <p:cNvSpPr/>
            <p:nvPr/>
          </p:nvSpPr>
          <p:spPr>
            <a:xfrm>
              <a:off x="5618975" y="3500627"/>
              <a:ext cx="248920" cy="299085"/>
            </a:xfrm>
            <a:custGeom>
              <a:avLst/>
              <a:gdLst/>
              <a:ahLst/>
              <a:cxnLst/>
              <a:rect l="l" t="t" r="r" b="b"/>
              <a:pathLst>
                <a:path w="248920" h="299085">
                  <a:moveTo>
                    <a:pt x="179832" y="99072"/>
                  </a:moveTo>
                  <a:lnTo>
                    <a:pt x="170688" y="59448"/>
                  </a:lnTo>
                  <a:lnTo>
                    <a:pt x="144780" y="30492"/>
                  </a:lnTo>
                  <a:lnTo>
                    <a:pt x="140208" y="27673"/>
                  </a:lnTo>
                  <a:lnTo>
                    <a:pt x="140208" y="109740"/>
                  </a:lnTo>
                  <a:lnTo>
                    <a:pt x="138684" y="117360"/>
                  </a:lnTo>
                  <a:lnTo>
                    <a:pt x="135636" y="123456"/>
                  </a:lnTo>
                  <a:lnTo>
                    <a:pt x="132588" y="131076"/>
                  </a:lnTo>
                  <a:lnTo>
                    <a:pt x="129540" y="137172"/>
                  </a:lnTo>
                  <a:lnTo>
                    <a:pt x="92925" y="157454"/>
                  </a:lnTo>
                  <a:lnTo>
                    <a:pt x="62484" y="160032"/>
                  </a:lnTo>
                  <a:lnTo>
                    <a:pt x="36576" y="160032"/>
                  </a:lnTo>
                  <a:lnTo>
                    <a:pt x="36576" y="45732"/>
                  </a:lnTo>
                  <a:lnTo>
                    <a:pt x="68580" y="45732"/>
                  </a:lnTo>
                  <a:lnTo>
                    <a:pt x="106680" y="50304"/>
                  </a:lnTo>
                  <a:lnTo>
                    <a:pt x="134112" y="74688"/>
                  </a:lnTo>
                  <a:lnTo>
                    <a:pt x="136994" y="80441"/>
                  </a:lnTo>
                  <a:lnTo>
                    <a:pt x="138874" y="86499"/>
                  </a:lnTo>
                  <a:lnTo>
                    <a:pt x="139903" y="93116"/>
                  </a:lnTo>
                  <a:lnTo>
                    <a:pt x="140157" y="99072"/>
                  </a:lnTo>
                  <a:lnTo>
                    <a:pt x="140208" y="109740"/>
                  </a:lnTo>
                  <a:lnTo>
                    <a:pt x="140208" y="27673"/>
                  </a:lnTo>
                  <a:lnTo>
                    <a:pt x="137883" y="26225"/>
                  </a:lnTo>
                  <a:lnTo>
                    <a:pt x="130683" y="22682"/>
                  </a:lnTo>
                  <a:lnTo>
                    <a:pt x="122923" y="19989"/>
                  </a:lnTo>
                  <a:lnTo>
                    <a:pt x="114300" y="18300"/>
                  </a:lnTo>
                  <a:lnTo>
                    <a:pt x="104851" y="16294"/>
                  </a:lnTo>
                  <a:lnTo>
                    <a:pt x="94678" y="14871"/>
                  </a:lnTo>
                  <a:lnTo>
                    <a:pt x="83654" y="14008"/>
                  </a:lnTo>
                  <a:lnTo>
                    <a:pt x="71628" y="13728"/>
                  </a:lnTo>
                  <a:lnTo>
                    <a:pt x="0" y="13728"/>
                  </a:lnTo>
                  <a:lnTo>
                    <a:pt x="0" y="298716"/>
                  </a:lnTo>
                  <a:lnTo>
                    <a:pt x="36576" y="298716"/>
                  </a:lnTo>
                  <a:lnTo>
                    <a:pt x="36576" y="192036"/>
                  </a:lnTo>
                  <a:lnTo>
                    <a:pt x="70104" y="192036"/>
                  </a:lnTo>
                  <a:lnTo>
                    <a:pt x="109537" y="187528"/>
                  </a:lnTo>
                  <a:lnTo>
                    <a:pt x="146545" y="169621"/>
                  </a:lnTo>
                  <a:lnTo>
                    <a:pt x="172212" y="134124"/>
                  </a:lnTo>
                  <a:lnTo>
                    <a:pt x="179285" y="108191"/>
                  </a:lnTo>
                  <a:lnTo>
                    <a:pt x="179832" y="99072"/>
                  </a:lnTo>
                  <a:close/>
                </a:path>
                <a:path w="248920" h="299085">
                  <a:moveTo>
                    <a:pt x="248424" y="0"/>
                  </a:moveTo>
                  <a:lnTo>
                    <a:pt x="211836" y="0"/>
                  </a:lnTo>
                  <a:lnTo>
                    <a:pt x="211836" y="298704"/>
                  </a:lnTo>
                  <a:lnTo>
                    <a:pt x="248424" y="298704"/>
                  </a:lnTo>
                  <a:lnTo>
                    <a:pt x="248424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40" name="object 40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5903975" y="3579875"/>
              <a:ext cx="170688" cy="224028"/>
            </a:xfrm>
            <a:prstGeom prst="rect">
              <a:avLst/>
            </a:prstGeom>
          </p:spPr>
        </p:pic>
      </p:grpSp>
      <p:grpSp>
        <p:nvGrpSpPr>
          <p:cNvPr id="41" name="object 41"/>
          <p:cNvGrpSpPr/>
          <p:nvPr/>
        </p:nvGrpSpPr>
        <p:grpSpPr>
          <a:xfrm>
            <a:off x="6124955" y="3523488"/>
            <a:ext cx="623570" cy="346075"/>
            <a:chOff x="6124955" y="3523488"/>
            <a:chExt cx="623570" cy="346075"/>
          </a:xfrm>
        </p:grpSpPr>
        <p:pic>
          <p:nvPicPr>
            <p:cNvPr id="42" name="object 42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6124955" y="3579875"/>
              <a:ext cx="167639" cy="219456"/>
            </a:xfrm>
            <a:prstGeom prst="rect">
              <a:avLst/>
            </a:prstGeom>
          </p:spPr>
        </p:pic>
        <p:pic>
          <p:nvPicPr>
            <p:cNvPr id="43" name="object 43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6326124" y="3579875"/>
              <a:ext cx="185928" cy="224028"/>
            </a:xfrm>
            <a:prstGeom prst="rect">
              <a:avLst/>
            </a:prstGeom>
          </p:spPr>
        </p:pic>
        <p:sp>
          <p:nvSpPr>
            <p:cNvPr id="44" name="object 44"/>
            <p:cNvSpPr/>
            <p:nvPr/>
          </p:nvSpPr>
          <p:spPr>
            <a:xfrm>
              <a:off x="6527279" y="3523500"/>
              <a:ext cx="220979" cy="346075"/>
            </a:xfrm>
            <a:custGeom>
              <a:avLst/>
              <a:gdLst/>
              <a:ahLst/>
              <a:cxnLst/>
              <a:rect l="l" t="t" r="r" b="b"/>
              <a:pathLst>
                <a:path w="220979" h="346075">
                  <a:moveTo>
                    <a:pt x="124968" y="60960"/>
                  </a:moveTo>
                  <a:lnTo>
                    <a:pt x="59436" y="60960"/>
                  </a:lnTo>
                  <a:lnTo>
                    <a:pt x="59436" y="0"/>
                  </a:lnTo>
                  <a:lnTo>
                    <a:pt x="24384" y="0"/>
                  </a:lnTo>
                  <a:lnTo>
                    <a:pt x="24384" y="60960"/>
                  </a:lnTo>
                  <a:lnTo>
                    <a:pt x="0" y="60960"/>
                  </a:lnTo>
                  <a:lnTo>
                    <a:pt x="0" y="91440"/>
                  </a:lnTo>
                  <a:lnTo>
                    <a:pt x="24384" y="91440"/>
                  </a:lnTo>
                  <a:lnTo>
                    <a:pt x="24384" y="210312"/>
                  </a:lnTo>
                  <a:lnTo>
                    <a:pt x="25273" y="226542"/>
                  </a:lnTo>
                  <a:lnTo>
                    <a:pt x="39624" y="262128"/>
                  </a:lnTo>
                  <a:lnTo>
                    <a:pt x="85344" y="278892"/>
                  </a:lnTo>
                  <a:lnTo>
                    <a:pt x="97536" y="278892"/>
                  </a:lnTo>
                  <a:lnTo>
                    <a:pt x="112776" y="275844"/>
                  </a:lnTo>
                  <a:lnTo>
                    <a:pt x="118872" y="275844"/>
                  </a:lnTo>
                  <a:lnTo>
                    <a:pt x="124968" y="272796"/>
                  </a:lnTo>
                  <a:lnTo>
                    <a:pt x="124968" y="240792"/>
                  </a:lnTo>
                  <a:lnTo>
                    <a:pt x="123444" y="240792"/>
                  </a:lnTo>
                  <a:lnTo>
                    <a:pt x="117348" y="243840"/>
                  </a:lnTo>
                  <a:lnTo>
                    <a:pt x="111252" y="245364"/>
                  </a:lnTo>
                  <a:lnTo>
                    <a:pt x="106680" y="246888"/>
                  </a:lnTo>
                  <a:lnTo>
                    <a:pt x="100584" y="248412"/>
                  </a:lnTo>
                  <a:lnTo>
                    <a:pt x="86868" y="248412"/>
                  </a:lnTo>
                  <a:lnTo>
                    <a:pt x="79248" y="246888"/>
                  </a:lnTo>
                  <a:lnTo>
                    <a:pt x="74676" y="243840"/>
                  </a:lnTo>
                  <a:lnTo>
                    <a:pt x="70104" y="242316"/>
                  </a:lnTo>
                  <a:lnTo>
                    <a:pt x="67056" y="239268"/>
                  </a:lnTo>
                  <a:lnTo>
                    <a:pt x="64008" y="234696"/>
                  </a:lnTo>
                  <a:lnTo>
                    <a:pt x="62484" y="228600"/>
                  </a:lnTo>
                  <a:lnTo>
                    <a:pt x="60960" y="224028"/>
                  </a:lnTo>
                  <a:lnTo>
                    <a:pt x="59436" y="217932"/>
                  </a:lnTo>
                  <a:lnTo>
                    <a:pt x="59436" y="91440"/>
                  </a:lnTo>
                  <a:lnTo>
                    <a:pt x="124968" y="91440"/>
                  </a:lnTo>
                  <a:lnTo>
                    <a:pt x="124968" y="60960"/>
                  </a:lnTo>
                  <a:close/>
                </a:path>
                <a:path w="220979" h="346075">
                  <a:moveTo>
                    <a:pt x="220980" y="220967"/>
                  </a:moveTo>
                  <a:lnTo>
                    <a:pt x="173748" y="220967"/>
                  </a:lnTo>
                  <a:lnTo>
                    <a:pt x="140220" y="345935"/>
                  </a:lnTo>
                  <a:lnTo>
                    <a:pt x="167652" y="345935"/>
                  </a:lnTo>
                  <a:lnTo>
                    <a:pt x="220980" y="22096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pic>
        <p:nvPicPr>
          <p:cNvPr id="45" name="object 45"/>
          <p:cNvPicPr/>
          <p:nvPr/>
        </p:nvPicPr>
        <p:blipFill>
          <a:blip r:embed="rId8" cstate="print"/>
          <a:stretch>
            <a:fillRect/>
          </a:stretch>
        </p:blipFill>
        <p:spPr>
          <a:xfrm>
            <a:off x="6899147" y="3508247"/>
            <a:ext cx="1729740" cy="371856"/>
          </a:xfrm>
          <a:prstGeom prst="rect">
            <a:avLst/>
          </a:prstGeom>
        </p:spPr>
      </p:pic>
      <p:sp>
        <p:nvSpPr>
          <p:cNvPr id="46" name="object 46"/>
          <p:cNvSpPr/>
          <p:nvPr/>
        </p:nvSpPr>
        <p:spPr>
          <a:xfrm>
            <a:off x="8677643" y="3476244"/>
            <a:ext cx="1136015" cy="363220"/>
          </a:xfrm>
          <a:custGeom>
            <a:avLst/>
            <a:gdLst/>
            <a:ahLst/>
            <a:cxnLst/>
            <a:rect l="l" t="t" r="r" b="b"/>
            <a:pathLst>
              <a:path w="1136015" h="363220">
                <a:moveTo>
                  <a:pt x="313944" y="65532"/>
                </a:moveTo>
                <a:lnTo>
                  <a:pt x="288036" y="38100"/>
                </a:lnTo>
                <a:lnTo>
                  <a:pt x="269748" y="56388"/>
                </a:lnTo>
                <a:lnTo>
                  <a:pt x="179832" y="56388"/>
                </a:lnTo>
                <a:lnTo>
                  <a:pt x="188976" y="48768"/>
                </a:lnTo>
                <a:lnTo>
                  <a:pt x="193548" y="42672"/>
                </a:lnTo>
                <a:lnTo>
                  <a:pt x="193548" y="33528"/>
                </a:lnTo>
                <a:lnTo>
                  <a:pt x="164122" y="7429"/>
                </a:lnTo>
                <a:lnTo>
                  <a:pt x="147828" y="0"/>
                </a:lnTo>
                <a:lnTo>
                  <a:pt x="144780" y="4572"/>
                </a:lnTo>
                <a:lnTo>
                  <a:pt x="151066" y="11176"/>
                </a:lnTo>
                <a:lnTo>
                  <a:pt x="156210" y="17335"/>
                </a:lnTo>
                <a:lnTo>
                  <a:pt x="160210" y="23228"/>
                </a:lnTo>
                <a:lnTo>
                  <a:pt x="163068" y="28956"/>
                </a:lnTo>
                <a:lnTo>
                  <a:pt x="166217" y="34963"/>
                </a:lnTo>
                <a:lnTo>
                  <a:pt x="168783" y="41529"/>
                </a:lnTo>
                <a:lnTo>
                  <a:pt x="170789" y="48679"/>
                </a:lnTo>
                <a:lnTo>
                  <a:pt x="172212" y="56388"/>
                </a:lnTo>
                <a:lnTo>
                  <a:pt x="44196" y="56388"/>
                </a:lnTo>
                <a:lnTo>
                  <a:pt x="57912" y="70104"/>
                </a:lnTo>
                <a:lnTo>
                  <a:pt x="67056" y="68110"/>
                </a:lnTo>
                <a:lnTo>
                  <a:pt x="76200" y="66675"/>
                </a:lnTo>
                <a:lnTo>
                  <a:pt x="85344" y="65824"/>
                </a:lnTo>
                <a:lnTo>
                  <a:pt x="94488" y="65532"/>
                </a:lnTo>
                <a:lnTo>
                  <a:pt x="231648" y="65532"/>
                </a:lnTo>
                <a:lnTo>
                  <a:pt x="313944" y="65532"/>
                </a:lnTo>
                <a:close/>
              </a:path>
              <a:path w="1136015" h="363220">
                <a:moveTo>
                  <a:pt x="345948" y="137160"/>
                </a:moveTo>
                <a:lnTo>
                  <a:pt x="320040" y="109728"/>
                </a:lnTo>
                <a:lnTo>
                  <a:pt x="301752" y="128016"/>
                </a:lnTo>
                <a:lnTo>
                  <a:pt x="214884" y="128016"/>
                </a:lnTo>
                <a:lnTo>
                  <a:pt x="222034" y="119735"/>
                </a:lnTo>
                <a:lnTo>
                  <a:pt x="229743" y="110871"/>
                </a:lnTo>
                <a:lnTo>
                  <a:pt x="246888" y="91440"/>
                </a:lnTo>
                <a:lnTo>
                  <a:pt x="260604" y="85344"/>
                </a:lnTo>
                <a:lnTo>
                  <a:pt x="231648" y="65532"/>
                </a:lnTo>
                <a:lnTo>
                  <a:pt x="226504" y="80441"/>
                </a:lnTo>
                <a:lnTo>
                  <a:pt x="220218" y="95631"/>
                </a:lnTo>
                <a:lnTo>
                  <a:pt x="212788" y="111404"/>
                </a:lnTo>
                <a:lnTo>
                  <a:pt x="204216" y="128016"/>
                </a:lnTo>
                <a:lnTo>
                  <a:pt x="138684" y="128016"/>
                </a:lnTo>
                <a:lnTo>
                  <a:pt x="146304" y="120396"/>
                </a:lnTo>
                <a:lnTo>
                  <a:pt x="149352" y="114300"/>
                </a:lnTo>
                <a:lnTo>
                  <a:pt x="149352" y="103632"/>
                </a:lnTo>
                <a:lnTo>
                  <a:pt x="147828" y="97536"/>
                </a:lnTo>
                <a:lnTo>
                  <a:pt x="141732" y="92964"/>
                </a:lnTo>
                <a:lnTo>
                  <a:pt x="136906" y="88112"/>
                </a:lnTo>
                <a:lnTo>
                  <a:pt x="129349" y="82677"/>
                </a:lnTo>
                <a:lnTo>
                  <a:pt x="119240" y="76682"/>
                </a:lnTo>
                <a:lnTo>
                  <a:pt x="106680" y="70104"/>
                </a:lnTo>
                <a:lnTo>
                  <a:pt x="103632" y="74676"/>
                </a:lnTo>
                <a:lnTo>
                  <a:pt x="109042" y="81280"/>
                </a:lnTo>
                <a:lnTo>
                  <a:pt x="113728" y="87439"/>
                </a:lnTo>
                <a:lnTo>
                  <a:pt x="117563" y="93332"/>
                </a:lnTo>
                <a:lnTo>
                  <a:pt x="120396" y="99060"/>
                </a:lnTo>
                <a:lnTo>
                  <a:pt x="123571" y="105092"/>
                </a:lnTo>
                <a:lnTo>
                  <a:pt x="126301" y="111823"/>
                </a:lnTo>
                <a:lnTo>
                  <a:pt x="128765" y="119430"/>
                </a:lnTo>
                <a:lnTo>
                  <a:pt x="131064" y="128016"/>
                </a:lnTo>
                <a:lnTo>
                  <a:pt x="0" y="128016"/>
                </a:lnTo>
                <a:lnTo>
                  <a:pt x="13716" y="141732"/>
                </a:lnTo>
                <a:lnTo>
                  <a:pt x="22860" y="139738"/>
                </a:lnTo>
                <a:lnTo>
                  <a:pt x="32004" y="138303"/>
                </a:lnTo>
                <a:lnTo>
                  <a:pt x="41148" y="137452"/>
                </a:lnTo>
                <a:lnTo>
                  <a:pt x="50292" y="137160"/>
                </a:lnTo>
                <a:lnTo>
                  <a:pt x="345948" y="137160"/>
                </a:lnTo>
                <a:close/>
              </a:path>
              <a:path w="1136015" h="363220">
                <a:moveTo>
                  <a:pt x="352044" y="324612"/>
                </a:moveTo>
                <a:lnTo>
                  <a:pt x="332003" y="285394"/>
                </a:lnTo>
                <a:lnTo>
                  <a:pt x="330708" y="256032"/>
                </a:lnTo>
                <a:lnTo>
                  <a:pt x="324612" y="256032"/>
                </a:lnTo>
                <a:lnTo>
                  <a:pt x="320052" y="304711"/>
                </a:lnTo>
                <a:lnTo>
                  <a:pt x="304800" y="330708"/>
                </a:lnTo>
                <a:lnTo>
                  <a:pt x="236220" y="330708"/>
                </a:lnTo>
                <a:lnTo>
                  <a:pt x="213360" y="243840"/>
                </a:lnTo>
                <a:lnTo>
                  <a:pt x="246888" y="243840"/>
                </a:lnTo>
                <a:lnTo>
                  <a:pt x="246888" y="260604"/>
                </a:lnTo>
                <a:lnTo>
                  <a:pt x="268224" y="252984"/>
                </a:lnTo>
                <a:lnTo>
                  <a:pt x="267741" y="243840"/>
                </a:lnTo>
                <a:lnTo>
                  <a:pt x="267347" y="236702"/>
                </a:lnTo>
                <a:lnTo>
                  <a:pt x="267296" y="234696"/>
                </a:lnTo>
                <a:lnTo>
                  <a:pt x="266890" y="219837"/>
                </a:lnTo>
                <a:lnTo>
                  <a:pt x="266801" y="210312"/>
                </a:lnTo>
                <a:lnTo>
                  <a:pt x="266700" y="184404"/>
                </a:lnTo>
                <a:lnTo>
                  <a:pt x="275844" y="178308"/>
                </a:lnTo>
                <a:lnTo>
                  <a:pt x="280416" y="175260"/>
                </a:lnTo>
                <a:lnTo>
                  <a:pt x="274320" y="169164"/>
                </a:lnTo>
                <a:lnTo>
                  <a:pt x="259080" y="153924"/>
                </a:lnTo>
                <a:lnTo>
                  <a:pt x="246888" y="166116"/>
                </a:lnTo>
                <a:lnTo>
                  <a:pt x="246888" y="178308"/>
                </a:lnTo>
                <a:lnTo>
                  <a:pt x="246888" y="234696"/>
                </a:lnTo>
                <a:lnTo>
                  <a:pt x="96012" y="234696"/>
                </a:lnTo>
                <a:lnTo>
                  <a:pt x="96012" y="178308"/>
                </a:lnTo>
                <a:lnTo>
                  <a:pt x="246888" y="178308"/>
                </a:lnTo>
                <a:lnTo>
                  <a:pt x="246888" y="166116"/>
                </a:lnTo>
                <a:lnTo>
                  <a:pt x="243840" y="169164"/>
                </a:lnTo>
                <a:lnTo>
                  <a:pt x="97536" y="169164"/>
                </a:lnTo>
                <a:lnTo>
                  <a:pt x="74676" y="156972"/>
                </a:lnTo>
                <a:lnTo>
                  <a:pt x="75565" y="172173"/>
                </a:lnTo>
                <a:lnTo>
                  <a:pt x="76009" y="185928"/>
                </a:lnTo>
                <a:lnTo>
                  <a:pt x="76187" y="198551"/>
                </a:lnTo>
                <a:lnTo>
                  <a:pt x="76187" y="222313"/>
                </a:lnTo>
                <a:lnTo>
                  <a:pt x="76022" y="234696"/>
                </a:lnTo>
                <a:lnTo>
                  <a:pt x="75565" y="249745"/>
                </a:lnTo>
                <a:lnTo>
                  <a:pt x="74676" y="265176"/>
                </a:lnTo>
                <a:lnTo>
                  <a:pt x="96012" y="257556"/>
                </a:lnTo>
                <a:lnTo>
                  <a:pt x="96012" y="243840"/>
                </a:lnTo>
                <a:lnTo>
                  <a:pt x="126492" y="243840"/>
                </a:lnTo>
                <a:lnTo>
                  <a:pt x="119443" y="281940"/>
                </a:lnTo>
                <a:lnTo>
                  <a:pt x="98996" y="314921"/>
                </a:lnTo>
                <a:lnTo>
                  <a:pt x="53365" y="340093"/>
                </a:lnTo>
                <a:lnTo>
                  <a:pt x="0" y="355092"/>
                </a:lnTo>
                <a:lnTo>
                  <a:pt x="0" y="361188"/>
                </a:lnTo>
                <a:lnTo>
                  <a:pt x="41148" y="354139"/>
                </a:lnTo>
                <a:lnTo>
                  <a:pt x="87439" y="340575"/>
                </a:lnTo>
                <a:lnTo>
                  <a:pt x="123444" y="316992"/>
                </a:lnTo>
                <a:lnTo>
                  <a:pt x="145948" y="268135"/>
                </a:lnTo>
                <a:lnTo>
                  <a:pt x="149352" y="243840"/>
                </a:lnTo>
                <a:lnTo>
                  <a:pt x="193548" y="243840"/>
                </a:lnTo>
                <a:lnTo>
                  <a:pt x="193598" y="314210"/>
                </a:lnTo>
                <a:lnTo>
                  <a:pt x="230124" y="347472"/>
                </a:lnTo>
                <a:lnTo>
                  <a:pt x="318516" y="347472"/>
                </a:lnTo>
                <a:lnTo>
                  <a:pt x="347395" y="330708"/>
                </a:lnTo>
                <a:lnTo>
                  <a:pt x="352044" y="324612"/>
                </a:lnTo>
                <a:close/>
              </a:path>
              <a:path w="1136015" h="363220">
                <a:moveTo>
                  <a:pt x="746772" y="184416"/>
                </a:moveTo>
                <a:lnTo>
                  <a:pt x="716292" y="153936"/>
                </a:lnTo>
                <a:lnTo>
                  <a:pt x="694956" y="175272"/>
                </a:lnTo>
                <a:lnTo>
                  <a:pt x="681240" y="175272"/>
                </a:lnTo>
                <a:lnTo>
                  <a:pt x="681240" y="123456"/>
                </a:lnTo>
                <a:lnTo>
                  <a:pt x="687768" y="118884"/>
                </a:lnTo>
                <a:lnTo>
                  <a:pt x="696480" y="112788"/>
                </a:lnTo>
                <a:lnTo>
                  <a:pt x="672096" y="92976"/>
                </a:lnTo>
                <a:lnTo>
                  <a:pt x="661428" y="106019"/>
                </a:lnTo>
                <a:lnTo>
                  <a:pt x="661428" y="118884"/>
                </a:lnTo>
                <a:lnTo>
                  <a:pt x="661428" y="175272"/>
                </a:lnTo>
                <a:lnTo>
                  <a:pt x="661428" y="184416"/>
                </a:lnTo>
                <a:lnTo>
                  <a:pt x="661428" y="240804"/>
                </a:lnTo>
                <a:lnTo>
                  <a:pt x="577608" y="240804"/>
                </a:lnTo>
                <a:lnTo>
                  <a:pt x="577608" y="184416"/>
                </a:lnTo>
                <a:lnTo>
                  <a:pt x="661428" y="184416"/>
                </a:lnTo>
                <a:lnTo>
                  <a:pt x="661428" y="175272"/>
                </a:lnTo>
                <a:lnTo>
                  <a:pt x="577608" y="175272"/>
                </a:lnTo>
                <a:lnTo>
                  <a:pt x="577608" y="118884"/>
                </a:lnTo>
                <a:lnTo>
                  <a:pt x="661428" y="118884"/>
                </a:lnTo>
                <a:lnTo>
                  <a:pt x="661428" y="106019"/>
                </a:lnTo>
                <a:lnTo>
                  <a:pt x="658380" y="109740"/>
                </a:lnTo>
                <a:lnTo>
                  <a:pt x="573036" y="109740"/>
                </a:lnTo>
                <a:lnTo>
                  <a:pt x="599503" y="80251"/>
                </a:lnTo>
                <a:lnTo>
                  <a:pt x="635749" y="54063"/>
                </a:lnTo>
                <a:lnTo>
                  <a:pt x="638111" y="53352"/>
                </a:lnTo>
                <a:lnTo>
                  <a:pt x="643140" y="51828"/>
                </a:lnTo>
                <a:lnTo>
                  <a:pt x="635063" y="44208"/>
                </a:lnTo>
                <a:lnTo>
                  <a:pt x="615708" y="25920"/>
                </a:lnTo>
                <a:lnTo>
                  <a:pt x="601992" y="44208"/>
                </a:lnTo>
                <a:lnTo>
                  <a:pt x="518172" y="44208"/>
                </a:lnTo>
                <a:lnTo>
                  <a:pt x="525907" y="35039"/>
                </a:lnTo>
                <a:lnTo>
                  <a:pt x="533222" y="28016"/>
                </a:lnTo>
                <a:lnTo>
                  <a:pt x="540245" y="22987"/>
                </a:lnTo>
                <a:lnTo>
                  <a:pt x="547128" y="19824"/>
                </a:lnTo>
                <a:lnTo>
                  <a:pt x="516648" y="12"/>
                </a:lnTo>
                <a:lnTo>
                  <a:pt x="497789" y="34112"/>
                </a:lnTo>
                <a:lnTo>
                  <a:pt x="470928" y="71640"/>
                </a:lnTo>
                <a:lnTo>
                  <a:pt x="437781" y="108026"/>
                </a:lnTo>
                <a:lnTo>
                  <a:pt x="402348" y="138696"/>
                </a:lnTo>
                <a:lnTo>
                  <a:pt x="405396" y="143268"/>
                </a:lnTo>
                <a:lnTo>
                  <a:pt x="432777" y="124929"/>
                </a:lnTo>
                <a:lnTo>
                  <a:pt x="459879" y="104025"/>
                </a:lnTo>
                <a:lnTo>
                  <a:pt x="486397" y="80251"/>
                </a:lnTo>
                <a:lnTo>
                  <a:pt x="512076" y="53352"/>
                </a:lnTo>
                <a:lnTo>
                  <a:pt x="600468" y="53352"/>
                </a:lnTo>
                <a:lnTo>
                  <a:pt x="562368" y="109740"/>
                </a:lnTo>
                <a:lnTo>
                  <a:pt x="455688" y="109740"/>
                </a:lnTo>
                <a:lnTo>
                  <a:pt x="469404" y="123456"/>
                </a:lnTo>
                <a:lnTo>
                  <a:pt x="478548" y="121450"/>
                </a:lnTo>
                <a:lnTo>
                  <a:pt x="487692" y="120027"/>
                </a:lnTo>
                <a:lnTo>
                  <a:pt x="496836" y="119164"/>
                </a:lnTo>
                <a:lnTo>
                  <a:pt x="505980" y="118884"/>
                </a:lnTo>
                <a:lnTo>
                  <a:pt x="554748" y="118884"/>
                </a:lnTo>
                <a:lnTo>
                  <a:pt x="554748" y="175272"/>
                </a:lnTo>
                <a:lnTo>
                  <a:pt x="394728" y="175272"/>
                </a:lnTo>
                <a:lnTo>
                  <a:pt x="408444" y="188988"/>
                </a:lnTo>
                <a:lnTo>
                  <a:pt x="417588" y="186982"/>
                </a:lnTo>
                <a:lnTo>
                  <a:pt x="426732" y="185559"/>
                </a:lnTo>
                <a:lnTo>
                  <a:pt x="435876" y="184696"/>
                </a:lnTo>
                <a:lnTo>
                  <a:pt x="445020" y="184416"/>
                </a:lnTo>
                <a:lnTo>
                  <a:pt x="554748" y="184416"/>
                </a:lnTo>
                <a:lnTo>
                  <a:pt x="554748" y="240804"/>
                </a:lnTo>
                <a:lnTo>
                  <a:pt x="434352" y="240804"/>
                </a:lnTo>
                <a:lnTo>
                  <a:pt x="448068" y="254520"/>
                </a:lnTo>
                <a:lnTo>
                  <a:pt x="457212" y="252514"/>
                </a:lnTo>
                <a:lnTo>
                  <a:pt x="466356" y="251091"/>
                </a:lnTo>
                <a:lnTo>
                  <a:pt x="475500" y="250228"/>
                </a:lnTo>
                <a:lnTo>
                  <a:pt x="484644" y="249948"/>
                </a:lnTo>
                <a:lnTo>
                  <a:pt x="554748" y="249948"/>
                </a:lnTo>
                <a:lnTo>
                  <a:pt x="554748" y="304812"/>
                </a:lnTo>
                <a:lnTo>
                  <a:pt x="553834" y="313931"/>
                </a:lnTo>
                <a:lnTo>
                  <a:pt x="550938" y="320624"/>
                </a:lnTo>
                <a:lnTo>
                  <a:pt x="545744" y="324739"/>
                </a:lnTo>
                <a:lnTo>
                  <a:pt x="537984" y="326148"/>
                </a:lnTo>
                <a:lnTo>
                  <a:pt x="528840" y="325615"/>
                </a:lnTo>
                <a:lnTo>
                  <a:pt x="517410" y="324243"/>
                </a:lnTo>
                <a:lnTo>
                  <a:pt x="487692" y="320052"/>
                </a:lnTo>
                <a:lnTo>
                  <a:pt x="487692" y="327672"/>
                </a:lnTo>
                <a:lnTo>
                  <a:pt x="511454" y="334860"/>
                </a:lnTo>
                <a:lnTo>
                  <a:pt x="528078" y="342912"/>
                </a:lnTo>
                <a:lnTo>
                  <a:pt x="537832" y="352094"/>
                </a:lnTo>
                <a:lnTo>
                  <a:pt x="541032" y="362724"/>
                </a:lnTo>
                <a:lnTo>
                  <a:pt x="556171" y="355879"/>
                </a:lnTo>
                <a:lnTo>
                  <a:pt x="567321" y="346913"/>
                </a:lnTo>
                <a:lnTo>
                  <a:pt x="574459" y="335927"/>
                </a:lnTo>
                <a:lnTo>
                  <a:pt x="576859" y="326148"/>
                </a:lnTo>
                <a:lnTo>
                  <a:pt x="577608" y="323100"/>
                </a:lnTo>
                <a:lnTo>
                  <a:pt x="577608" y="249948"/>
                </a:lnTo>
                <a:lnTo>
                  <a:pt x="661428" y="249948"/>
                </a:lnTo>
                <a:lnTo>
                  <a:pt x="661428" y="266712"/>
                </a:lnTo>
                <a:lnTo>
                  <a:pt x="682764" y="256044"/>
                </a:lnTo>
                <a:lnTo>
                  <a:pt x="681253" y="208673"/>
                </a:lnTo>
                <a:lnTo>
                  <a:pt x="681240" y="184416"/>
                </a:lnTo>
                <a:lnTo>
                  <a:pt x="746772" y="184416"/>
                </a:lnTo>
                <a:close/>
              </a:path>
              <a:path w="1136015" h="363220">
                <a:moveTo>
                  <a:pt x="1135392" y="222504"/>
                </a:moveTo>
                <a:lnTo>
                  <a:pt x="1103388" y="192024"/>
                </a:lnTo>
                <a:lnTo>
                  <a:pt x="1082052" y="213360"/>
                </a:lnTo>
                <a:lnTo>
                  <a:pt x="969276" y="213360"/>
                </a:lnTo>
                <a:lnTo>
                  <a:pt x="969276" y="173736"/>
                </a:lnTo>
                <a:lnTo>
                  <a:pt x="1014996" y="173736"/>
                </a:lnTo>
                <a:lnTo>
                  <a:pt x="1014996" y="187452"/>
                </a:lnTo>
                <a:lnTo>
                  <a:pt x="1037856" y="178308"/>
                </a:lnTo>
                <a:lnTo>
                  <a:pt x="1037590" y="173736"/>
                </a:lnTo>
                <a:lnTo>
                  <a:pt x="1037069" y="164592"/>
                </a:lnTo>
                <a:lnTo>
                  <a:pt x="1036967" y="162864"/>
                </a:lnTo>
                <a:lnTo>
                  <a:pt x="1036523" y="139255"/>
                </a:lnTo>
                <a:lnTo>
                  <a:pt x="1036408" y="118872"/>
                </a:lnTo>
                <a:lnTo>
                  <a:pt x="1036358" y="109728"/>
                </a:lnTo>
                <a:lnTo>
                  <a:pt x="1036332" y="67056"/>
                </a:lnTo>
                <a:lnTo>
                  <a:pt x="1127772" y="67056"/>
                </a:lnTo>
                <a:lnTo>
                  <a:pt x="1097292" y="36576"/>
                </a:lnTo>
                <a:lnTo>
                  <a:pt x="1075956" y="57912"/>
                </a:lnTo>
                <a:lnTo>
                  <a:pt x="1036332" y="57912"/>
                </a:lnTo>
                <a:lnTo>
                  <a:pt x="1036332" y="27432"/>
                </a:lnTo>
                <a:lnTo>
                  <a:pt x="1048524" y="16764"/>
                </a:lnTo>
                <a:lnTo>
                  <a:pt x="1013472" y="3048"/>
                </a:lnTo>
                <a:lnTo>
                  <a:pt x="1013701" y="16764"/>
                </a:lnTo>
                <a:lnTo>
                  <a:pt x="1014755" y="44196"/>
                </a:lnTo>
                <a:lnTo>
                  <a:pt x="1014996" y="57912"/>
                </a:lnTo>
                <a:lnTo>
                  <a:pt x="1014996" y="67056"/>
                </a:lnTo>
                <a:lnTo>
                  <a:pt x="1014996" y="109728"/>
                </a:lnTo>
                <a:lnTo>
                  <a:pt x="1014996" y="118872"/>
                </a:lnTo>
                <a:lnTo>
                  <a:pt x="1014996" y="164592"/>
                </a:lnTo>
                <a:lnTo>
                  <a:pt x="902220" y="164592"/>
                </a:lnTo>
                <a:lnTo>
                  <a:pt x="902220" y="118872"/>
                </a:lnTo>
                <a:lnTo>
                  <a:pt x="1014996" y="118872"/>
                </a:lnTo>
                <a:lnTo>
                  <a:pt x="1014996" y="109728"/>
                </a:lnTo>
                <a:lnTo>
                  <a:pt x="902220" y="109728"/>
                </a:lnTo>
                <a:lnTo>
                  <a:pt x="902220" y="67056"/>
                </a:lnTo>
                <a:lnTo>
                  <a:pt x="1014996" y="67056"/>
                </a:lnTo>
                <a:lnTo>
                  <a:pt x="1014996" y="57912"/>
                </a:lnTo>
                <a:lnTo>
                  <a:pt x="902220" y="57912"/>
                </a:lnTo>
                <a:lnTo>
                  <a:pt x="902220" y="28956"/>
                </a:lnTo>
                <a:lnTo>
                  <a:pt x="914412" y="18288"/>
                </a:lnTo>
                <a:lnTo>
                  <a:pt x="879360" y="4572"/>
                </a:lnTo>
                <a:lnTo>
                  <a:pt x="880884" y="57912"/>
                </a:lnTo>
                <a:lnTo>
                  <a:pt x="792492" y="57912"/>
                </a:lnTo>
                <a:lnTo>
                  <a:pt x="806208" y="71628"/>
                </a:lnTo>
                <a:lnTo>
                  <a:pt x="815352" y="69634"/>
                </a:lnTo>
                <a:lnTo>
                  <a:pt x="824496" y="68199"/>
                </a:lnTo>
                <a:lnTo>
                  <a:pt x="833640" y="67348"/>
                </a:lnTo>
                <a:lnTo>
                  <a:pt x="842784" y="67056"/>
                </a:lnTo>
                <a:lnTo>
                  <a:pt x="880884" y="67056"/>
                </a:lnTo>
                <a:lnTo>
                  <a:pt x="880757" y="118872"/>
                </a:lnTo>
                <a:lnTo>
                  <a:pt x="880694" y="133350"/>
                </a:lnTo>
                <a:lnTo>
                  <a:pt x="880237" y="162864"/>
                </a:lnTo>
                <a:lnTo>
                  <a:pt x="879360" y="190500"/>
                </a:lnTo>
                <a:lnTo>
                  <a:pt x="902220" y="181356"/>
                </a:lnTo>
                <a:lnTo>
                  <a:pt x="902220" y="173736"/>
                </a:lnTo>
                <a:lnTo>
                  <a:pt x="947940" y="173736"/>
                </a:lnTo>
                <a:lnTo>
                  <a:pt x="947940" y="213360"/>
                </a:lnTo>
                <a:lnTo>
                  <a:pt x="781824" y="213360"/>
                </a:lnTo>
                <a:lnTo>
                  <a:pt x="795540" y="227076"/>
                </a:lnTo>
                <a:lnTo>
                  <a:pt x="804684" y="225082"/>
                </a:lnTo>
                <a:lnTo>
                  <a:pt x="813828" y="223647"/>
                </a:lnTo>
                <a:lnTo>
                  <a:pt x="822972" y="222796"/>
                </a:lnTo>
                <a:lnTo>
                  <a:pt x="832116" y="222504"/>
                </a:lnTo>
                <a:lnTo>
                  <a:pt x="920508" y="222504"/>
                </a:lnTo>
                <a:lnTo>
                  <a:pt x="896213" y="259397"/>
                </a:lnTo>
                <a:lnTo>
                  <a:pt x="864501" y="292417"/>
                </a:lnTo>
                <a:lnTo>
                  <a:pt x="825347" y="321741"/>
                </a:lnTo>
                <a:lnTo>
                  <a:pt x="778776" y="347472"/>
                </a:lnTo>
                <a:lnTo>
                  <a:pt x="780300" y="353568"/>
                </a:lnTo>
                <a:lnTo>
                  <a:pt x="831773" y="331851"/>
                </a:lnTo>
                <a:lnTo>
                  <a:pt x="876693" y="303276"/>
                </a:lnTo>
                <a:lnTo>
                  <a:pt x="915314" y="267843"/>
                </a:lnTo>
                <a:lnTo>
                  <a:pt x="947940" y="225552"/>
                </a:lnTo>
                <a:lnTo>
                  <a:pt x="947737" y="257898"/>
                </a:lnTo>
                <a:lnTo>
                  <a:pt x="947648" y="267843"/>
                </a:lnTo>
                <a:lnTo>
                  <a:pt x="947381" y="286131"/>
                </a:lnTo>
                <a:lnTo>
                  <a:pt x="946645" y="332282"/>
                </a:lnTo>
                <a:lnTo>
                  <a:pt x="946416" y="361188"/>
                </a:lnTo>
                <a:lnTo>
                  <a:pt x="970800" y="352044"/>
                </a:lnTo>
                <a:lnTo>
                  <a:pt x="969924" y="332282"/>
                </a:lnTo>
                <a:lnTo>
                  <a:pt x="969467" y="303847"/>
                </a:lnTo>
                <a:lnTo>
                  <a:pt x="969378" y="286131"/>
                </a:lnTo>
                <a:lnTo>
                  <a:pt x="969276" y="225552"/>
                </a:lnTo>
                <a:lnTo>
                  <a:pt x="969276" y="222504"/>
                </a:lnTo>
                <a:lnTo>
                  <a:pt x="973848" y="222504"/>
                </a:lnTo>
                <a:lnTo>
                  <a:pt x="994079" y="260248"/>
                </a:lnTo>
                <a:lnTo>
                  <a:pt x="1022616" y="293560"/>
                </a:lnTo>
                <a:lnTo>
                  <a:pt x="1059141" y="322592"/>
                </a:lnTo>
                <a:lnTo>
                  <a:pt x="1103388" y="347472"/>
                </a:lnTo>
                <a:lnTo>
                  <a:pt x="1107960" y="338353"/>
                </a:lnTo>
                <a:lnTo>
                  <a:pt x="1114818" y="331660"/>
                </a:lnTo>
                <a:lnTo>
                  <a:pt x="1123962" y="327545"/>
                </a:lnTo>
                <a:lnTo>
                  <a:pt x="1135392" y="326136"/>
                </a:lnTo>
                <a:lnTo>
                  <a:pt x="1135392" y="320040"/>
                </a:lnTo>
                <a:lnTo>
                  <a:pt x="1084757" y="306946"/>
                </a:lnTo>
                <a:lnTo>
                  <a:pt x="1042428" y="286131"/>
                </a:lnTo>
                <a:lnTo>
                  <a:pt x="1008087" y="257898"/>
                </a:lnTo>
                <a:lnTo>
                  <a:pt x="981468" y="222504"/>
                </a:lnTo>
                <a:lnTo>
                  <a:pt x="1135392" y="22250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" name="object 47"/>
          <p:cNvSpPr/>
          <p:nvPr/>
        </p:nvSpPr>
        <p:spPr>
          <a:xfrm>
            <a:off x="2121408" y="3954779"/>
            <a:ext cx="753110" cy="363220"/>
          </a:xfrm>
          <a:custGeom>
            <a:avLst/>
            <a:gdLst/>
            <a:ahLst/>
            <a:cxnLst/>
            <a:rect l="l" t="t" r="r" b="b"/>
            <a:pathLst>
              <a:path w="753110" h="363220">
                <a:moveTo>
                  <a:pt x="204216" y="129540"/>
                </a:moveTo>
                <a:lnTo>
                  <a:pt x="166116" y="109728"/>
                </a:lnTo>
                <a:lnTo>
                  <a:pt x="166903" y="126492"/>
                </a:lnTo>
                <a:lnTo>
                  <a:pt x="167017" y="129540"/>
                </a:lnTo>
                <a:lnTo>
                  <a:pt x="167449" y="145732"/>
                </a:lnTo>
                <a:lnTo>
                  <a:pt x="167538" y="154114"/>
                </a:lnTo>
                <a:lnTo>
                  <a:pt x="167449" y="310134"/>
                </a:lnTo>
                <a:lnTo>
                  <a:pt x="166992" y="334137"/>
                </a:lnTo>
                <a:lnTo>
                  <a:pt x="166116" y="362712"/>
                </a:lnTo>
                <a:lnTo>
                  <a:pt x="193548" y="347472"/>
                </a:lnTo>
                <a:lnTo>
                  <a:pt x="192659" y="332879"/>
                </a:lnTo>
                <a:lnTo>
                  <a:pt x="192214" y="318706"/>
                </a:lnTo>
                <a:lnTo>
                  <a:pt x="192100" y="310134"/>
                </a:lnTo>
                <a:lnTo>
                  <a:pt x="192024" y="138684"/>
                </a:lnTo>
                <a:lnTo>
                  <a:pt x="204216" y="129540"/>
                </a:lnTo>
                <a:close/>
              </a:path>
              <a:path w="753110" h="363220">
                <a:moveTo>
                  <a:pt x="359664" y="158496"/>
                </a:moveTo>
                <a:lnTo>
                  <a:pt x="317373" y="145732"/>
                </a:lnTo>
                <a:lnTo>
                  <a:pt x="272796" y="120396"/>
                </a:lnTo>
                <a:lnTo>
                  <a:pt x="228981" y="81915"/>
                </a:lnTo>
                <a:lnTo>
                  <a:pt x="193929" y="36576"/>
                </a:lnTo>
                <a:lnTo>
                  <a:pt x="187452" y="27432"/>
                </a:lnTo>
                <a:lnTo>
                  <a:pt x="201168" y="18288"/>
                </a:lnTo>
                <a:lnTo>
                  <a:pt x="167640" y="0"/>
                </a:lnTo>
                <a:lnTo>
                  <a:pt x="158800" y="23698"/>
                </a:lnTo>
                <a:lnTo>
                  <a:pt x="146113" y="48958"/>
                </a:lnTo>
                <a:lnTo>
                  <a:pt x="109728" y="103632"/>
                </a:lnTo>
                <a:lnTo>
                  <a:pt x="60579" y="154114"/>
                </a:lnTo>
                <a:lnTo>
                  <a:pt x="0" y="192024"/>
                </a:lnTo>
                <a:lnTo>
                  <a:pt x="1524" y="198120"/>
                </a:lnTo>
                <a:lnTo>
                  <a:pt x="60960" y="168402"/>
                </a:lnTo>
                <a:lnTo>
                  <a:pt x="106680" y="134112"/>
                </a:lnTo>
                <a:lnTo>
                  <a:pt x="145732" y="91059"/>
                </a:lnTo>
                <a:lnTo>
                  <a:pt x="181356" y="36576"/>
                </a:lnTo>
                <a:lnTo>
                  <a:pt x="198234" y="62852"/>
                </a:lnTo>
                <a:lnTo>
                  <a:pt x="230860" y="107950"/>
                </a:lnTo>
                <a:lnTo>
                  <a:pt x="263740" y="142836"/>
                </a:lnTo>
                <a:lnTo>
                  <a:pt x="302602" y="171500"/>
                </a:lnTo>
                <a:lnTo>
                  <a:pt x="324612" y="184404"/>
                </a:lnTo>
                <a:lnTo>
                  <a:pt x="330936" y="176390"/>
                </a:lnTo>
                <a:lnTo>
                  <a:pt x="338709" y="170497"/>
                </a:lnTo>
                <a:lnTo>
                  <a:pt x="348183" y="166624"/>
                </a:lnTo>
                <a:lnTo>
                  <a:pt x="359664" y="164592"/>
                </a:lnTo>
                <a:lnTo>
                  <a:pt x="359664" y="158496"/>
                </a:lnTo>
                <a:close/>
              </a:path>
              <a:path w="753110" h="363220">
                <a:moveTo>
                  <a:pt x="533387" y="262140"/>
                </a:moveTo>
                <a:lnTo>
                  <a:pt x="531863" y="254520"/>
                </a:lnTo>
                <a:lnTo>
                  <a:pt x="470903" y="275856"/>
                </a:lnTo>
                <a:lnTo>
                  <a:pt x="470903" y="144792"/>
                </a:lnTo>
                <a:lnTo>
                  <a:pt x="528815" y="144792"/>
                </a:lnTo>
                <a:lnTo>
                  <a:pt x="502907" y="118884"/>
                </a:lnTo>
                <a:lnTo>
                  <a:pt x="486143" y="135648"/>
                </a:lnTo>
                <a:lnTo>
                  <a:pt x="470903" y="135648"/>
                </a:lnTo>
                <a:lnTo>
                  <a:pt x="470903" y="41160"/>
                </a:lnTo>
                <a:lnTo>
                  <a:pt x="483095" y="30492"/>
                </a:lnTo>
                <a:lnTo>
                  <a:pt x="448043" y="13728"/>
                </a:lnTo>
                <a:lnTo>
                  <a:pt x="448932" y="28028"/>
                </a:lnTo>
                <a:lnTo>
                  <a:pt x="449376" y="41160"/>
                </a:lnTo>
                <a:lnTo>
                  <a:pt x="449529" y="51828"/>
                </a:lnTo>
                <a:lnTo>
                  <a:pt x="449567" y="135648"/>
                </a:lnTo>
                <a:lnTo>
                  <a:pt x="393179" y="135648"/>
                </a:lnTo>
                <a:lnTo>
                  <a:pt x="406895" y="149364"/>
                </a:lnTo>
                <a:lnTo>
                  <a:pt x="415188" y="147358"/>
                </a:lnTo>
                <a:lnTo>
                  <a:pt x="424040" y="145935"/>
                </a:lnTo>
                <a:lnTo>
                  <a:pt x="433476" y="145072"/>
                </a:lnTo>
                <a:lnTo>
                  <a:pt x="443471" y="144792"/>
                </a:lnTo>
                <a:lnTo>
                  <a:pt x="449567" y="144792"/>
                </a:lnTo>
                <a:lnTo>
                  <a:pt x="449567" y="281952"/>
                </a:lnTo>
                <a:lnTo>
                  <a:pt x="431304" y="288239"/>
                </a:lnTo>
                <a:lnTo>
                  <a:pt x="415467" y="293382"/>
                </a:lnTo>
                <a:lnTo>
                  <a:pt x="402209" y="297383"/>
                </a:lnTo>
                <a:lnTo>
                  <a:pt x="391655" y="300240"/>
                </a:lnTo>
                <a:lnTo>
                  <a:pt x="409943" y="327672"/>
                </a:lnTo>
                <a:lnTo>
                  <a:pt x="422808" y="316788"/>
                </a:lnTo>
                <a:lnTo>
                  <a:pt x="447662" y="302336"/>
                </a:lnTo>
                <a:lnTo>
                  <a:pt x="484530" y="284162"/>
                </a:lnTo>
                <a:lnTo>
                  <a:pt x="502970" y="275856"/>
                </a:lnTo>
                <a:lnTo>
                  <a:pt x="533387" y="262140"/>
                </a:lnTo>
                <a:close/>
              </a:path>
              <a:path w="753110" h="363220">
                <a:moveTo>
                  <a:pt x="752843" y="315480"/>
                </a:moveTo>
                <a:lnTo>
                  <a:pt x="732650" y="275856"/>
                </a:lnTo>
                <a:lnTo>
                  <a:pt x="731507" y="248424"/>
                </a:lnTo>
                <a:lnTo>
                  <a:pt x="723887" y="248424"/>
                </a:lnTo>
                <a:lnTo>
                  <a:pt x="721969" y="287858"/>
                </a:lnTo>
                <a:lnTo>
                  <a:pt x="702551" y="323100"/>
                </a:lnTo>
                <a:lnTo>
                  <a:pt x="585203" y="323100"/>
                </a:lnTo>
                <a:lnTo>
                  <a:pt x="576973" y="321957"/>
                </a:lnTo>
                <a:lnTo>
                  <a:pt x="570725" y="318528"/>
                </a:lnTo>
                <a:lnTo>
                  <a:pt x="566775" y="312813"/>
                </a:lnTo>
                <a:lnTo>
                  <a:pt x="565391" y="304812"/>
                </a:lnTo>
                <a:lnTo>
                  <a:pt x="565391" y="163080"/>
                </a:lnTo>
                <a:lnTo>
                  <a:pt x="565391" y="156984"/>
                </a:lnTo>
                <a:lnTo>
                  <a:pt x="589013" y="147840"/>
                </a:lnTo>
                <a:lnTo>
                  <a:pt x="612635" y="138696"/>
                </a:lnTo>
                <a:lnTo>
                  <a:pt x="612609" y="182892"/>
                </a:lnTo>
                <a:lnTo>
                  <a:pt x="612470" y="216801"/>
                </a:lnTo>
                <a:lnTo>
                  <a:pt x="612343" y="228612"/>
                </a:lnTo>
                <a:lnTo>
                  <a:pt x="611962" y="255917"/>
                </a:lnTo>
                <a:lnTo>
                  <a:pt x="611111" y="283476"/>
                </a:lnTo>
                <a:lnTo>
                  <a:pt x="633971" y="272808"/>
                </a:lnTo>
                <a:lnTo>
                  <a:pt x="633742" y="248615"/>
                </a:lnTo>
                <a:lnTo>
                  <a:pt x="633285" y="220802"/>
                </a:lnTo>
                <a:lnTo>
                  <a:pt x="632688" y="177647"/>
                </a:lnTo>
                <a:lnTo>
                  <a:pt x="632498" y="138696"/>
                </a:lnTo>
                <a:lnTo>
                  <a:pt x="632447" y="131076"/>
                </a:lnTo>
                <a:lnTo>
                  <a:pt x="656615" y="121932"/>
                </a:lnTo>
                <a:lnTo>
                  <a:pt x="688835" y="109740"/>
                </a:lnTo>
                <a:lnTo>
                  <a:pt x="688835" y="227088"/>
                </a:lnTo>
                <a:lnTo>
                  <a:pt x="687311" y="231660"/>
                </a:lnTo>
                <a:lnTo>
                  <a:pt x="684263" y="231660"/>
                </a:lnTo>
                <a:lnTo>
                  <a:pt x="679958" y="232244"/>
                </a:lnTo>
                <a:lnTo>
                  <a:pt x="671499" y="231851"/>
                </a:lnTo>
                <a:lnTo>
                  <a:pt x="658761" y="230581"/>
                </a:lnTo>
                <a:lnTo>
                  <a:pt x="641591" y="228612"/>
                </a:lnTo>
                <a:lnTo>
                  <a:pt x="641591" y="234708"/>
                </a:lnTo>
                <a:lnTo>
                  <a:pt x="658507" y="241579"/>
                </a:lnTo>
                <a:lnTo>
                  <a:pt x="670547" y="248615"/>
                </a:lnTo>
                <a:lnTo>
                  <a:pt x="678027" y="255917"/>
                </a:lnTo>
                <a:lnTo>
                  <a:pt x="681215" y="263664"/>
                </a:lnTo>
                <a:lnTo>
                  <a:pt x="690359" y="260616"/>
                </a:lnTo>
                <a:lnTo>
                  <a:pt x="701027" y="249948"/>
                </a:lnTo>
                <a:lnTo>
                  <a:pt x="705599" y="243852"/>
                </a:lnTo>
                <a:lnTo>
                  <a:pt x="708647" y="237756"/>
                </a:lnTo>
                <a:lnTo>
                  <a:pt x="708647" y="232244"/>
                </a:lnTo>
                <a:lnTo>
                  <a:pt x="708647" y="115836"/>
                </a:lnTo>
                <a:lnTo>
                  <a:pt x="714743" y="109740"/>
                </a:lnTo>
                <a:lnTo>
                  <a:pt x="720839" y="103644"/>
                </a:lnTo>
                <a:lnTo>
                  <a:pt x="696455" y="85356"/>
                </a:lnTo>
                <a:lnTo>
                  <a:pt x="684263" y="100596"/>
                </a:lnTo>
                <a:lnTo>
                  <a:pt x="632447" y="121932"/>
                </a:lnTo>
                <a:lnTo>
                  <a:pt x="632447" y="32016"/>
                </a:lnTo>
                <a:lnTo>
                  <a:pt x="647687" y="19824"/>
                </a:lnTo>
                <a:lnTo>
                  <a:pt x="611111" y="4584"/>
                </a:lnTo>
                <a:lnTo>
                  <a:pt x="612635" y="129552"/>
                </a:lnTo>
                <a:lnTo>
                  <a:pt x="565391" y="147840"/>
                </a:lnTo>
                <a:lnTo>
                  <a:pt x="565391" y="77736"/>
                </a:lnTo>
                <a:lnTo>
                  <a:pt x="576059" y="68592"/>
                </a:lnTo>
                <a:lnTo>
                  <a:pt x="544055" y="51828"/>
                </a:lnTo>
                <a:lnTo>
                  <a:pt x="544944" y="64985"/>
                </a:lnTo>
                <a:lnTo>
                  <a:pt x="545388" y="77165"/>
                </a:lnTo>
                <a:lnTo>
                  <a:pt x="545515" y="85356"/>
                </a:lnTo>
                <a:lnTo>
                  <a:pt x="545579" y="153936"/>
                </a:lnTo>
                <a:lnTo>
                  <a:pt x="487667" y="175272"/>
                </a:lnTo>
                <a:lnTo>
                  <a:pt x="502907" y="182892"/>
                </a:lnTo>
                <a:lnTo>
                  <a:pt x="512051" y="175272"/>
                </a:lnTo>
                <a:lnTo>
                  <a:pt x="545579" y="163080"/>
                </a:lnTo>
                <a:lnTo>
                  <a:pt x="545579" y="306336"/>
                </a:lnTo>
                <a:lnTo>
                  <a:pt x="547585" y="322097"/>
                </a:lnTo>
                <a:lnTo>
                  <a:pt x="553580" y="333006"/>
                </a:lnTo>
                <a:lnTo>
                  <a:pt x="563587" y="339331"/>
                </a:lnTo>
                <a:lnTo>
                  <a:pt x="577583" y="341388"/>
                </a:lnTo>
                <a:lnTo>
                  <a:pt x="717791" y="341388"/>
                </a:lnTo>
                <a:lnTo>
                  <a:pt x="728421" y="339902"/>
                </a:lnTo>
                <a:lnTo>
                  <a:pt x="737603" y="335292"/>
                </a:lnTo>
                <a:lnTo>
                  <a:pt x="745655" y="327240"/>
                </a:lnTo>
                <a:lnTo>
                  <a:pt x="748195" y="323100"/>
                </a:lnTo>
                <a:lnTo>
                  <a:pt x="752843" y="31548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" name="object 48"/>
          <p:cNvSpPr/>
          <p:nvPr/>
        </p:nvSpPr>
        <p:spPr>
          <a:xfrm>
            <a:off x="2933700" y="3966972"/>
            <a:ext cx="314325" cy="340360"/>
          </a:xfrm>
          <a:custGeom>
            <a:avLst/>
            <a:gdLst/>
            <a:ahLst/>
            <a:cxnLst/>
            <a:rect l="l" t="t" r="r" b="b"/>
            <a:pathLst>
              <a:path w="314325" h="340360">
                <a:moveTo>
                  <a:pt x="300228" y="21336"/>
                </a:moveTo>
                <a:lnTo>
                  <a:pt x="257555" y="21336"/>
                </a:lnTo>
                <a:lnTo>
                  <a:pt x="278891" y="0"/>
                </a:lnTo>
                <a:lnTo>
                  <a:pt x="300228" y="21336"/>
                </a:lnTo>
                <a:close/>
              </a:path>
              <a:path w="314325" h="340360">
                <a:moveTo>
                  <a:pt x="22860" y="339852"/>
                </a:moveTo>
                <a:lnTo>
                  <a:pt x="0" y="320040"/>
                </a:lnTo>
                <a:lnTo>
                  <a:pt x="9144" y="310895"/>
                </a:lnTo>
                <a:lnTo>
                  <a:pt x="9058" y="56388"/>
                </a:lnTo>
                <a:lnTo>
                  <a:pt x="8905" y="50911"/>
                </a:lnTo>
                <a:lnTo>
                  <a:pt x="8382" y="39243"/>
                </a:lnTo>
                <a:lnTo>
                  <a:pt x="7858" y="24717"/>
                </a:lnTo>
                <a:lnTo>
                  <a:pt x="7620" y="7620"/>
                </a:lnTo>
                <a:lnTo>
                  <a:pt x="30480" y="21336"/>
                </a:lnTo>
                <a:lnTo>
                  <a:pt x="300228" y="21336"/>
                </a:lnTo>
                <a:lnTo>
                  <a:pt x="309372" y="30480"/>
                </a:lnTo>
                <a:lnTo>
                  <a:pt x="30480" y="30480"/>
                </a:lnTo>
                <a:lnTo>
                  <a:pt x="30480" y="315468"/>
                </a:lnTo>
                <a:lnTo>
                  <a:pt x="305257" y="315468"/>
                </a:lnTo>
                <a:lnTo>
                  <a:pt x="313943" y="324612"/>
                </a:lnTo>
                <a:lnTo>
                  <a:pt x="32004" y="324612"/>
                </a:lnTo>
                <a:lnTo>
                  <a:pt x="22860" y="339852"/>
                </a:lnTo>
                <a:close/>
              </a:path>
              <a:path w="314325" h="340360">
                <a:moveTo>
                  <a:pt x="197923" y="152400"/>
                </a:moveTo>
                <a:lnTo>
                  <a:pt x="170688" y="152400"/>
                </a:lnTo>
                <a:lnTo>
                  <a:pt x="180451" y="138707"/>
                </a:lnTo>
                <a:lnTo>
                  <a:pt x="189357" y="125158"/>
                </a:lnTo>
                <a:lnTo>
                  <a:pt x="212288" y="87034"/>
                </a:lnTo>
                <a:lnTo>
                  <a:pt x="227076" y="56388"/>
                </a:lnTo>
                <a:lnTo>
                  <a:pt x="262128" y="80772"/>
                </a:lnTo>
                <a:lnTo>
                  <a:pt x="228600" y="109728"/>
                </a:lnTo>
                <a:lnTo>
                  <a:pt x="219170" y="123467"/>
                </a:lnTo>
                <a:lnTo>
                  <a:pt x="209169" y="137350"/>
                </a:lnTo>
                <a:lnTo>
                  <a:pt x="197923" y="152400"/>
                </a:lnTo>
                <a:close/>
              </a:path>
              <a:path w="314325" h="340360">
                <a:moveTo>
                  <a:pt x="60960" y="281940"/>
                </a:moveTo>
                <a:lnTo>
                  <a:pt x="57912" y="277368"/>
                </a:lnTo>
                <a:lnTo>
                  <a:pt x="71366" y="265914"/>
                </a:lnTo>
                <a:lnTo>
                  <a:pt x="84391" y="254317"/>
                </a:lnTo>
                <a:lnTo>
                  <a:pt x="122062" y="216955"/>
                </a:lnTo>
                <a:lnTo>
                  <a:pt x="146161" y="186618"/>
                </a:lnTo>
                <a:lnTo>
                  <a:pt x="158496" y="169164"/>
                </a:lnTo>
                <a:lnTo>
                  <a:pt x="137898" y="145470"/>
                </a:lnTo>
                <a:lnTo>
                  <a:pt x="117157" y="122491"/>
                </a:lnTo>
                <a:lnTo>
                  <a:pt x="96131" y="100369"/>
                </a:lnTo>
                <a:lnTo>
                  <a:pt x="74676" y="79248"/>
                </a:lnTo>
                <a:lnTo>
                  <a:pt x="79248" y="74676"/>
                </a:lnTo>
                <a:lnTo>
                  <a:pt x="100393" y="90678"/>
                </a:lnTo>
                <a:lnTo>
                  <a:pt x="122682" y="108966"/>
                </a:lnTo>
                <a:lnTo>
                  <a:pt x="146113" y="129540"/>
                </a:lnTo>
                <a:lnTo>
                  <a:pt x="170688" y="152400"/>
                </a:lnTo>
                <a:lnTo>
                  <a:pt x="197923" y="152400"/>
                </a:lnTo>
                <a:lnTo>
                  <a:pt x="187452" y="166116"/>
                </a:lnTo>
                <a:lnTo>
                  <a:pt x="206161" y="184404"/>
                </a:lnTo>
                <a:lnTo>
                  <a:pt x="173736" y="184404"/>
                </a:lnTo>
                <a:lnTo>
                  <a:pt x="142684" y="216979"/>
                </a:lnTo>
                <a:lnTo>
                  <a:pt x="112776" y="243840"/>
                </a:lnTo>
                <a:lnTo>
                  <a:pt x="72699" y="274486"/>
                </a:lnTo>
                <a:lnTo>
                  <a:pt x="60960" y="281940"/>
                </a:lnTo>
                <a:close/>
              </a:path>
              <a:path w="314325" h="340360">
                <a:moveTo>
                  <a:pt x="243840" y="277368"/>
                </a:moveTo>
                <a:lnTo>
                  <a:pt x="239267" y="277368"/>
                </a:lnTo>
                <a:lnTo>
                  <a:pt x="236220" y="272795"/>
                </a:lnTo>
                <a:lnTo>
                  <a:pt x="230124" y="262128"/>
                </a:lnTo>
                <a:lnTo>
                  <a:pt x="224170" y="251888"/>
                </a:lnTo>
                <a:lnTo>
                  <a:pt x="198596" y="214836"/>
                </a:lnTo>
                <a:lnTo>
                  <a:pt x="182594" y="195310"/>
                </a:lnTo>
                <a:lnTo>
                  <a:pt x="173736" y="184404"/>
                </a:lnTo>
                <a:lnTo>
                  <a:pt x="206161" y="184404"/>
                </a:lnTo>
                <a:lnTo>
                  <a:pt x="211740" y="189857"/>
                </a:lnTo>
                <a:lnTo>
                  <a:pt x="241458" y="222480"/>
                </a:lnTo>
                <a:lnTo>
                  <a:pt x="251460" y="248412"/>
                </a:lnTo>
                <a:lnTo>
                  <a:pt x="251460" y="263652"/>
                </a:lnTo>
                <a:lnTo>
                  <a:pt x="248412" y="269748"/>
                </a:lnTo>
                <a:lnTo>
                  <a:pt x="245364" y="274319"/>
                </a:lnTo>
                <a:lnTo>
                  <a:pt x="243840" y="277368"/>
                </a:lnTo>
                <a:close/>
              </a:path>
              <a:path w="314325" h="340360">
                <a:moveTo>
                  <a:pt x="305257" y="315468"/>
                </a:moveTo>
                <a:lnTo>
                  <a:pt x="263652" y="315468"/>
                </a:lnTo>
                <a:lnTo>
                  <a:pt x="284988" y="294132"/>
                </a:lnTo>
                <a:lnTo>
                  <a:pt x="305257" y="31546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" name="object 49"/>
          <p:cNvSpPr/>
          <p:nvPr/>
        </p:nvSpPr>
        <p:spPr>
          <a:xfrm>
            <a:off x="3328415" y="3957827"/>
            <a:ext cx="312420" cy="353695"/>
          </a:xfrm>
          <a:custGeom>
            <a:avLst/>
            <a:gdLst/>
            <a:ahLst/>
            <a:cxnLst/>
            <a:rect l="l" t="t" r="r" b="b"/>
            <a:pathLst>
              <a:path w="312420" h="353695">
                <a:moveTo>
                  <a:pt x="47244" y="79248"/>
                </a:moveTo>
                <a:lnTo>
                  <a:pt x="38100" y="79248"/>
                </a:lnTo>
                <a:lnTo>
                  <a:pt x="44362" y="54649"/>
                </a:lnTo>
                <a:lnTo>
                  <a:pt x="49339" y="33337"/>
                </a:lnTo>
                <a:lnTo>
                  <a:pt x="52887" y="15168"/>
                </a:lnTo>
                <a:lnTo>
                  <a:pt x="54864" y="0"/>
                </a:lnTo>
                <a:lnTo>
                  <a:pt x="88392" y="18288"/>
                </a:lnTo>
                <a:lnTo>
                  <a:pt x="79819" y="24598"/>
                </a:lnTo>
                <a:lnTo>
                  <a:pt x="70104" y="36766"/>
                </a:lnTo>
                <a:lnTo>
                  <a:pt x="59245" y="54935"/>
                </a:lnTo>
                <a:lnTo>
                  <a:pt x="47244" y="79248"/>
                </a:lnTo>
                <a:close/>
              </a:path>
              <a:path w="312420" h="353695">
                <a:moveTo>
                  <a:pt x="129540" y="167640"/>
                </a:moveTo>
                <a:lnTo>
                  <a:pt x="124968" y="164592"/>
                </a:lnTo>
                <a:lnTo>
                  <a:pt x="139850" y="141160"/>
                </a:lnTo>
                <a:lnTo>
                  <a:pt x="152590" y="118872"/>
                </a:lnTo>
                <a:lnTo>
                  <a:pt x="172212" y="77724"/>
                </a:lnTo>
                <a:lnTo>
                  <a:pt x="185928" y="39052"/>
                </a:lnTo>
                <a:lnTo>
                  <a:pt x="195072" y="1524"/>
                </a:lnTo>
                <a:lnTo>
                  <a:pt x="228600" y="21336"/>
                </a:lnTo>
                <a:lnTo>
                  <a:pt x="221789" y="27884"/>
                </a:lnTo>
                <a:lnTo>
                  <a:pt x="212979" y="40576"/>
                </a:lnTo>
                <a:lnTo>
                  <a:pt x="202453" y="59269"/>
                </a:lnTo>
                <a:lnTo>
                  <a:pt x="190500" y="83820"/>
                </a:lnTo>
                <a:lnTo>
                  <a:pt x="306324" y="83820"/>
                </a:lnTo>
                <a:lnTo>
                  <a:pt x="312419" y="89916"/>
                </a:lnTo>
                <a:lnTo>
                  <a:pt x="308501" y="92964"/>
                </a:lnTo>
                <a:lnTo>
                  <a:pt x="187452" y="92964"/>
                </a:lnTo>
                <a:lnTo>
                  <a:pt x="173474" y="114061"/>
                </a:lnTo>
                <a:lnTo>
                  <a:pt x="159067" y="133731"/>
                </a:lnTo>
                <a:lnTo>
                  <a:pt x="144375" y="151685"/>
                </a:lnTo>
                <a:lnTo>
                  <a:pt x="129540" y="167640"/>
                </a:lnTo>
                <a:close/>
              </a:path>
              <a:path w="312420" h="353695">
                <a:moveTo>
                  <a:pt x="128016" y="79248"/>
                </a:moveTo>
                <a:lnTo>
                  <a:pt x="97536" y="79248"/>
                </a:lnTo>
                <a:lnTo>
                  <a:pt x="112776" y="64008"/>
                </a:lnTo>
                <a:lnTo>
                  <a:pt x="128016" y="79248"/>
                </a:lnTo>
                <a:close/>
              </a:path>
              <a:path w="312420" h="353695">
                <a:moveTo>
                  <a:pt x="0" y="350520"/>
                </a:moveTo>
                <a:lnTo>
                  <a:pt x="182" y="322707"/>
                </a:lnTo>
                <a:lnTo>
                  <a:pt x="308" y="309372"/>
                </a:lnTo>
                <a:lnTo>
                  <a:pt x="1285" y="242720"/>
                </a:lnTo>
                <a:lnTo>
                  <a:pt x="1370" y="230124"/>
                </a:lnTo>
                <a:lnTo>
                  <a:pt x="1475" y="200025"/>
                </a:lnTo>
                <a:lnTo>
                  <a:pt x="1285" y="171831"/>
                </a:lnTo>
                <a:lnTo>
                  <a:pt x="238" y="100965"/>
                </a:lnTo>
                <a:lnTo>
                  <a:pt x="0" y="65532"/>
                </a:lnTo>
                <a:lnTo>
                  <a:pt x="22860" y="79248"/>
                </a:lnTo>
                <a:lnTo>
                  <a:pt x="128016" y="79248"/>
                </a:lnTo>
                <a:lnTo>
                  <a:pt x="135636" y="86868"/>
                </a:lnTo>
                <a:lnTo>
                  <a:pt x="133458" y="88392"/>
                </a:lnTo>
                <a:lnTo>
                  <a:pt x="21336" y="88392"/>
                </a:lnTo>
                <a:lnTo>
                  <a:pt x="21336" y="185928"/>
                </a:lnTo>
                <a:lnTo>
                  <a:pt x="120441" y="185928"/>
                </a:lnTo>
                <a:lnTo>
                  <a:pt x="120455" y="195072"/>
                </a:lnTo>
                <a:lnTo>
                  <a:pt x="21336" y="195072"/>
                </a:lnTo>
                <a:lnTo>
                  <a:pt x="21336" y="301752"/>
                </a:lnTo>
                <a:lnTo>
                  <a:pt x="121150" y="301752"/>
                </a:lnTo>
                <a:lnTo>
                  <a:pt x="121176" y="303824"/>
                </a:lnTo>
                <a:lnTo>
                  <a:pt x="121371" y="310896"/>
                </a:lnTo>
                <a:lnTo>
                  <a:pt x="21336" y="310896"/>
                </a:lnTo>
                <a:lnTo>
                  <a:pt x="21336" y="336804"/>
                </a:lnTo>
                <a:lnTo>
                  <a:pt x="0" y="350520"/>
                </a:lnTo>
                <a:close/>
              </a:path>
              <a:path w="312420" h="353695">
                <a:moveTo>
                  <a:pt x="306324" y="83820"/>
                </a:moveTo>
                <a:lnTo>
                  <a:pt x="272796" y="83820"/>
                </a:lnTo>
                <a:lnTo>
                  <a:pt x="289560" y="67056"/>
                </a:lnTo>
                <a:lnTo>
                  <a:pt x="306324" y="83820"/>
                </a:lnTo>
                <a:close/>
              </a:path>
              <a:path w="312420" h="353695">
                <a:moveTo>
                  <a:pt x="120441" y="185928"/>
                </a:moveTo>
                <a:lnTo>
                  <a:pt x="100584" y="185928"/>
                </a:lnTo>
                <a:lnTo>
                  <a:pt x="100584" y="88392"/>
                </a:lnTo>
                <a:lnTo>
                  <a:pt x="133458" y="88392"/>
                </a:lnTo>
                <a:lnTo>
                  <a:pt x="120396" y="97536"/>
                </a:lnTo>
                <a:lnTo>
                  <a:pt x="120441" y="185928"/>
                </a:lnTo>
                <a:close/>
              </a:path>
              <a:path w="312420" h="353695">
                <a:moveTo>
                  <a:pt x="286973" y="315468"/>
                </a:moveTo>
                <a:lnTo>
                  <a:pt x="248412" y="315468"/>
                </a:lnTo>
                <a:lnTo>
                  <a:pt x="256460" y="313991"/>
                </a:lnTo>
                <a:lnTo>
                  <a:pt x="262509" y="309372"/>
                </a:lnTo>
                <a:lnTo>
                  <a:pt x="271129" y="267843"/>
                </a:lnTo>
                <a:lnTo>
                  <a:pt x="272796" y="227838"/>
                </a:lnTo>
                <a:lnTo>
                  <a:pt x="274441" y="170307"/>
                </a:lnTo>
                <a:lnTo>
                  <a:pt x="275843" y="92964"/>
                </a:lnTo>
                <a:lnTo>
                  <a:pt x="308501" y="92964"/>
                </a:lnTo>
                <a:lnTo>
                  <a:pt x="298704" y="100584"/>
                </a:lnTo>
                <a:lnTo>
                  <a:pt x="297299" y="180046"/>
                </a:lnTo>
                <a:lnTo>
                  <a:pt x="295465" y="240220"/>
                </a:lnTo>
                <a:lnTo>
                  <a:pt x="293346" y="281249"/>
                </a:lnTo>
                <a:lnTo>
                  <a:pt x="291084" y="303275"/>
                </a:lnTo>
                <a:lnTo>
                  <a:pt x="287573" y="313991"/>
                </a:lnTo>
                <a:lnTo>
                  <a:pt x="286973" y="315468"/>
                </a:lnTo>
                <a:close/>
              </a:path>
              <a:path w="312420" h="353695">
                <a:moveTo>
                  <a:pt x="202692" y="236220"/>
                </a:moveTo>
                <a:lnTo>
                  <a:pt x="196596" y="236220"/>
                </a:lnTo>
                <a:lnTo>
                  <a:pt x="193548" y="230124"/>
                </a:lnTo>
                <a:lnTo>
                  <a:pt x="192024" y="214884"/>
                </a:lnTo>
                <a:lnTo>
                  <a:pt x="187737" y="200025"/>
                </a:lnTo>
                <a:lnTo>
                  <a:pt x="181737" y="185166"/>
                </a:lnTo>
                <a:lnTo>
                  <a:pt x="174021" y="170307"/>
                </a:lnTo>
                <a:lnTo>
                  <a:pt x="164592" y="155448"/>
                </a:lnTo>
                <a:lnTo>
                  <a:pt x="167640" y="150876"/>
                </a:lnTo>
                <a:lnTo>
                  <a:pt x="205144" y="184308"/>
                </a:lnTo>
                <a:lnTo>
                  <a:pt x="216408" y="205740"/>
                </a:lnTo>
                <a:lnTo>
                  <a:pt x="216408" y="217932"/>
                </a:lnTo>
                <a:lnTo>
                  <a:pt x="214884" y="224028"/>
                </a:lnTo>
                <a:lnTo>
                  <a:pt x="210312" y="228600"/>
                </a:lnTo>
                <a:lnTo>
                  <a:pt x="205740" y="234696"/>
                </a:lnTo>
                <a:lnTo>
                  <a:pt x="202692" y="236220"/>
                </a:lnTo>
                <a:close/>
              </a:path>
              <a:path w="312420" h="353695">
                <a:moveTo>
                  <a:pt x="121150" y="301752"/>
                </a:moveTo>
                <a:lnTo>
                  <a:pt x="100584" y="301752"/>
                </a:lnTo>
                <a:lnTo>
                  <a:pt x="100584" y="195072"/>
                </a:lnTo>
                <a:lnTo>
                  <a:pt x="120455" y="195072"/>
                </a:lnTo>
                <a:lnTo>
                  <a:pt x="120604" y="242720"/>
                </a:lnTo>
                <a:lnTo>
                  <a:pt x="120734" y="267843"/>
                </a:lnTo>
                <a:lnTo>
                  <a:pt x="121150" y="301752"/>
                </a:lnTo>
                <a:close/>
              </a:path>
              <a:path w="312420" h="353695">
                <a:moveTo>
                  <a:pt x="243840" y="353568"/>
                </a:moveTo>
                <a:lnTo>
                  <a:pt x="238125" y="341828"/>
                </a:lnTo>
                <a:lnTo>
                  <a:pt x="227838" y="331660"/>
                </a:lnTo>
                <a:lnTo>
                  <a:pt x="212979" y="322921"/>
                </a:lnTo>
                <a:lnTo>
                  <a:pt x="193548" y="315468"/>
                </a:lnTo>
                <a:lnTo>
                  <a:pt x="193548" y="307848"/>
                </a:lnTo>
                <a:lnTo>
                  <a:pt x="211550" y="311610"/>
                </a:lnTo>
                <a:lnTo>
                  <a:pt x="226694" y="313944"/>
                </a:lnTo>
                <a:lnTo>
                  <a:pt x="238982" y="315134"/>
                </a:lnTo>
                <a:lnTo>
                  <a:pt x="248412" y="315468"/>
                </a:lnTo>
                <a:lnTo>
                  <a:pt x="286973" y="315468"/>
                </a:lnTo>
                <a:lnTo>
                  <a:pt x="284035" y="322707"/>
                </a:lnTo>
                <a:lnTo>
                  <a:pt x="254198" y="349210"/>
                </a:lnTo>
                <a:lnTo>
                  <a:pt x="243840" y="353568"/>
                </a:lnTo>
                <a:close/>
              </a:path>
              <a:path w="312420" h="353695">
                <a:moveTo>
                  <a:pt x="100584" y="344424"/>
                </a:moveTo>
                <a:lnTo>
                  <a:pt x="100584" y="310896"/>
                </a:lnTo>
                <a:lnTo>
                  <a:pt x="121371" y="310896"/>
                </a:lnTo>
                <a:lnTo>
                  <a:pt x="121920" y="330708"/>
                </a:lnTo>
                <a:lnTo>
                  <a:pt x="100584" y="34442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" name="object 50"/>
          <p:cNvSpPr/>
          <p:nvPr/>
        </p:nvSpPr>
        <p:spPr>
          <a:xfrm>
            <a:off x="3697211" y="3957827"/>
            <a:ext cx="1525905" cy="360045"/>
          </a:xfrm>
          <a:custGeom>
            <a:avLst/>
            <a:gdLst/>
            <a:ahLst/>
            <a:cxnLst/>
            <a:rect l="l" t="t" r="r" b="b"/>
            <a:pathLst>
              <a:path w="1525904" h="360045">
                <a:moveTo>
                  <a:pt x="185928" y="36576"/>
                </a:moveTo>
                <a:lnTo>
                  <a:pt x="152361" y="6819"/>
                </a:lnTo>
                <a:lnTo>
                  <a:pt x="138684" y="0"/>
                </a:lnTo>
                <a:lnTo>
                  <a:pt x="135636" y="4572"/>
                </a:lnTo>
                <a:lnTo>
                  <a:pt x="144170" y="16598"/>
                </a:lnTo>
                <a:lnTo>
                  <a:pt x="151257" y="27622"/>
                </a:lnTo>
                <a:lnTo>
                  <a:pt x="156641" y="37795"/>
                </a:lnTo>
                <a:lnTo>
                  <a:pt x="160020" y="47244"/>
                </a:lnTo>
                <a:lnTo>
                  <a:pt x="163068" y="59436"/>
                </a:lnTo>
                <a:lnTo>
                  <a:pt x="166116" y="64008"/>
                </a:lnTo>
                <a:lnTo>
                  <a:pt x="175260" y="60960"/>
                </a:lnTo>
                <a:lnTo>
                  <a:pt x="179832" y="57912"/>
                </a:lnTo>
                <a:lnTo>
                  <a:pt x="181356" y="51816"/>
                </a:lnTo>
                <a:lnTo>
                  <a:pt x="184404" y="47244"/>
                </a:lnTo>
                <a:lnTo>
                  <a:pt x="185928" y="42672"/>
                </a:lnTo>
                <a:lnTo>
                  <a:pt x="185928" y="36576"/>
                </a:lnTo>
                <a:close/>
              </a:path>
              <a:path w="1525904" h="360045">
                <a:moveTo>
                  <a:pt x="342900" y="76200"/>
                </a:moveTo>
                <a:lnTo>
                  <a:pt x="309372" y="42672"/>
                </a:lnTo>
                <a:lnTo>
                  <a:pt x="284988" y="67056"/>
                </a:lnTo>
                <a:lnTo>
                  <a:pt x="0" y="67056"/>
                </a:lnTo>
                <a:lnTo>
                  <a:pt x="13716" y="80772"/>
                </a:lnTo>
                <a:lnTo>
                  <a:pt x="22860" y="78778"/>
                </a:lnTo>
                <a:lnTo>
                  <a:pt x="32004" y="77343"/>
                </a:lnTo>
                <a:lnTo>
                  <a:pt x="41148" y="76492"/>
                </a:lnTo>
                <a:lnTo>
                  <a:pt x="50292" y="76200"/>
                </a:lnTo>
                <a:lnTo>
                  <a:pt x="158496" y="76200"/>
                </a:lnTo>
                <a:lnTo>
                  <a:pt x="158496" y="129540"/>
                </a:lnTo>
                <a:lnTo>
                  <a:pt x="73152" y="129540"/>
                </a:lnTo>
                <a:lnTo>
                  <a:pt x="50292" y="115824"/>
                </a:lnTo>
                <a:lnTo>
                  <a:pt x="51181" y="134404"/>
                </a:lnTo>
                <a:lnTo>
                  <a:pt x="51625" y="155829"/>
                </a:lnTo>
                <a:lnTo>
                  <a:pt x="51803" y="180124"/>
                </a:lnTo>
                <a:lnTo>
                  <a:pt x="51803" y="234962"/>
                </a:lnTo>
                <a:lnTo>
                  <a:pt x="51625" y="263080"/>
                </a:lnTo>
                <a:lnTo>
                  <a:pt x="51155" y="292163"/>
                </a:lnTo>
                <a:lnTo>
                  <a:pt x="50292" y="320040"/>
                </a:lnTo>
                <a:lnTo>
                  <a:pt x="73152" y="309372"/>
                </a:lnTo>
                <a:lnTo>
                  <a:pt x="73152" y="138684"/>
                </a:lnTo>
                <a:lnTo>
                  <a:pt x="158496" y="138684"/>
                </a:lnTo>
                <a:lnTo>
                  <a:pt x="158381" y="292608"/>
                </a:lnTo>
                <a:lnTo>
                  <a:pt x="158267" y="301802"/>
                </a:lnTo>
                <a:lnTo>
                  <a:pt x="157213" y="339623"/>
                </a:lnTo>
                <a:lnTo>
                  <a:pt x="156972" y="359664"/>
                </a:lnTo>
                <a:lnTo>
                  <a:pt x="181356" y="348996"/>
                </a:lnTo>
                <a:lnTo>
                  <a:pt x="180479" y="334403"/>
                </a:lnTo>
                <a:lnTo>
                  <a:pt x="180022" y="320230"/>
                </a:lnTo>
                <a:lnTo>
                  <a:pt x="179920" y="311658"/>
                </a:lnTo>
                <a:lnTo>
                  <a:pt x="179832" y="138684"/>
                </a:lnTo>
                <a:lnTo>
                  <a:pt x="268224" y="138684"/>
                </a:lnTo>
                <a:lnTo>
                  <a:pt x="268224" y="263652"/>
                </a:lnTo>
                <a:lnTo>
                  <a:pt x="267995" y="271653"/>
                </a:lnTo>
                <a:lnTo>
                  <a:pt x="223837" y="280657"/>
                </a:lnTo>
                <a:lnTo>
                  <a:pt x="211836" y="278892"/>
                </a:lnTo>
                <a:lnTo>
                  <a:pt x="211836" y="284988"/>
                </a:lnTo>
                <a:lnTo>
                  <a:pt x="230720" y="292163"/>
                </a:lnTo>
                <a:lnTo>
                  <a:pt x="244030" y="300037"/>
                </a:lnTo>
                <a:lnTo>
                  <a:pt x="251917" y="308787"/>
                </a:lnTo>
                <a:lnTo>
                  <a:pt x="254508" y="318516"/>
                </a:lnTo>
                <a:lnTo>
                  <a:pt x="269633" y="311658"/>
                </a:lnTo>
                <a:lnTo>
                  <a:pt x="280606" y="302514"/>
                </a:lnTo>
                <a:lnTo>
                  <a:pt x="287299" y="291084"/>
                </a:lnTo>
                <a:lnTo>
                  <a:pt x="288810" y="281940"/>
                </a:lnTo>
                <a:lnTo>
                  <a:pt x="289560" y="277368"/>
                </a:lnTo>
                <a:lnTo>
                  <a:pt x="289560" y="143256"/>
                </a:lnTo>
                <a:lnTo>
                  <a:pt x="295440" y="138684"/>
                </a:lnTo>
                <a:lnTo>
                  <a:pt x="303276" y="132588"/>
                </a:lnTo>
                <a:lnTo>
                  <a:pt x="298704" y="129540"/>
                </a:lnTo>
                <a:lnTo>
                  <a:pt x="275844" y="114300"/>
                </a:lnTo>
                <a:lnTo>
                  <a:pt x="265176" y="129540"/>
                </a:lnTo>
                <a:lnTo>
                  <a:pt x="179832" y="129540"/>
                </a:lnTo>
                <a:lnTo>
                  <a:pt x="179832" y="76200"/>
                </a:lnTo>
                <a:lnTo>
                  <a:pt x="342900" y="76200"/>
                </a:lnTo>
                <a:close/>
              </a:path>
              <a:path w="1525904" h="360045">
                <a:moveTo>
                  <a:pt x="533400" y="120408"/>
                </a:moveTo>
                <a:lnTo>
                  <a:pt x="507492" y="94500"/>
                </a:lnTo>
                <a:lnTo>
                  <a:pt x="490728" y="111264"/>
                </a:lnTo>
                <a:lnTo>
                  <a:pt x="467868" y="111264"/>
                </a:lnTo>
                <a:lnTo>
                  <a:pt x="467868" y="35064"/>
                </a:lnTo>
                <a:lnTo>
                  <a:pt x="481584" y="21348"/>
                </a:lnTo>
                <a:lnTo>
                  <a:pt x="443484" y="3060"/>
                </a:lnTo>
                <a:lnTo>
                  <a:pt x="444373" y="18529"/>
                </a:lnTo>
                <a:lnTo>
                  <a:pt x="444817" y="33159"/>
                </a:lnTo>
                <a:lnTo>
                  <a:pt x="444919" y="41160"/>
                </a:lnTo>
                <a:lnTo>
                  <a:pt x="445008" y="111264"/>
                </a:lnTo>
                <a:lnTo>
                  <a:pt x="382524" y="111264"/>
                </a:lnTo>
                <a:lnTo>
                  <a:pt x="396240" y="124980"/>
                </a:lnTo>
                <a:lnTo>
                  <a:pt x="405384" y="122974"/>
                </a:lnTo>
                <a:lnTo>
                  <a:pt x="414528" y="121551"/>
                </a:lnTo>
                <a:lnTo>
                  <a:pt x="423672" y="120688"/>
                </a:lnTo>
                <a:lnTo>
                  <a:pt x="432816" y="120408"/>
                </a:lnTo>
                <a:lnTo>
                  <a:pt x="445008" y="120408"/>
                </a:lnTo>
                <a:lnTo>
                  <a:pt x="445008" y="251472"/>
                </a:lnTo>
                <a:lnTo>
                  <a:pt x="425564" y="259778"/>
                </a:lnTo>
                <a:lnTo>
                  <a:pt x="408241" y="266522"/>
                </a:lnTo>
                <a:lnTo>
                  <a:pt x="392938" y="271830"/>
                </a:lnTo>
                <a:lnTo>
                  <a:pt x="379476" y="275856"/>
                </a:lnTo>
                <a:lnTo>
                  <a:pt x="399288" y="303288"/>
                </a:lnTo>
                <a:lnTo>
                  <a:pt x="416394" y="290398"/>
                </a:lnTo>
                <a:lnTo>
                  <a:pt x="444627" y="272237"/>
                </a:lnTo>
                <a:lnTo>
                  <a:pt x="483730" y="248627"/>
                </a:lnTo>
                <a:lnTo>
                  <a:pt x="494474" y="242328"/>
                </a:lnTo>
                <a:lnTo>
                  <a:pt x="533400" y="219468"/>
                </a:lnTo>
                <a:lnTo>
                  <a:pt x="531876" y="213372"/>
                </a:lnTo>
                <a:lnTo>
                  <a:pt x="467868" y="242328"/>
                </a:lnTo>
                <a:lnTo>
                  <a:pt x="467868" y="120408"/>
                </a:lnTo>
                <a:lnTo>
                  <a:pt x="533400" y="120408"/>
                </a:lnTo>
                <a:close/>
              </a:path>
              <a:path w="1525904" h="360045">
                <a:moveTo>
                  <a:pt x="733044" y="156984"/>
                </a:moveTo>
                <a:lnTo>
                  <a:pt x="725424" y="149364"/>
                </a:lnTo>
                <a:lnTo>
                  <a:pt x="710184" y="134124"/>
                </a:lnTo>
                <a:lnTo>
                  <a:pt x="694944" y="149364"/>
                </a:lnTo>
                <a:lnTo>
                  <a:pt x="551688" y="149364"/>
                </a:lnTo>
                <a:lnTo>
                  <a:pt x="580529" y="124523"/>
                </a:lnTo>
                <a:lnTo>
                  <a:pt x="609790" y="98120"/>
                </a:lnTo>
                <a:lnTo>
                  <a:pt x="639343" y="70281"/>
                </a:lnTo>
                <a:lnTo>
                  <a:pt x="669036" y="41160"/>
                </a:lnTo>
                <a:lnTo>
                  <a:pt x="678180" y="36588"/>
                </a:lnTo>
                <a:lnTo>
                  <a:pt x="684276" y="33540"/>
                </a:lnTo>
                <a:lnTo>
                  <a:pt x="659892" y="12204"/>
                </a:lnTo>
                <a:lnTo>
                  <a:pt x="644652" y="27444"/>
                </a:lnTo>
                <a:lnTo>
                  <a:pt x="518160" y="27444"/>
                </a:lnTo>
                <a:lnTo>
                  <a:pt x="530352" y="39636"/>
                </a:lnTo>
                <a:lnTo>
                  <a:pt x="548640" y="36588"/>
                </a:lnTo>
                <a:lnTo>
                  <a:pt x="644652" y="36588"/>
                </a:lnTo>
                <a:lnTo>
                  <a:pt x="591883" y="88976"/>
                </a:lnTo>
                <a:lnTo>
                  <a:pt x="563435" y="114808"/>
                </a:lnTo>
                <a:lnTo>
                  <a:pt x="533400" y="140220"/>
                </a:lnTo>
                <a:lnTo>
                  <a:pt x="516636" y="146316"/>
                </a:lnTo>
                <a:lnTo>
                  <a:pt x="533400" y="167652"/>
                </a:lnTo>
                <a:lnTo>
                  <a:pt x="548640" y="158508"/>
                </a:lnTo>
                <a:lnTo>
                  <a:pt x="583692" y="158508"/>
                </a:lnTo>
                <a:lnTo>
                  <a:pt x="568833" y="199656"/>
                </a:lnTo>
                <a:lnTo>
                  <a:pt x="547116" y="236232"/>
                </a:lnTo>
                <a:lnTo>
                  <a:pt x="517398" y="268617"/>
                </a:lnTo>
                <a:lnTo>
                  <a:pt x="483108" y="294144"/>
                </a:lnTo>
                <a:lnTo>
                  <a:pt x="486156" y="300240"/>
                </a:lnTo>
                <a:lnTo>
                  <a:pt x="537400" y="268617"/>
                </a:lnTo>
                <a:lnTo>
                  <a:pt x="571500" y="234708"/>
                </a:lnTo>
                <a:lnTo>
                  <a:pt x="592074" y="197180"/>
                </a:lnTo>
                <a:lnTo>
                  <a:pt x="608076" y="158508"/>
                </a:lnTo>
                <a:lnTo>
                  <a:pt x="641604" y="158508"/>
                </a:lnTo>
                <a:lnTo>
                  <a:pt x="621220" y="222707"/>
                </a:lnTo>
                <a:lnTo>
                  <a:pt x="588264" y="274332"/>
                </a:lnTo>
                <a:lnTo>
                  <a:pt x="543687" y="315671"/>
                </a:lnTo>
                <a:lnTo>
                  <a:pt x="487680" y="349008"/>
                </a:lnTo>
                <a:lnTo>
                  <a:pt x="489204" y="355104"/>
                </a:lnTo>
                <a:lnTo>
                  <a:pt x="550735" y="327291"/>
                </a:lnTo>
                <a:lnTo>
                  <a:pt x="601980" y="288048"/>
                </a:lnTo>
                <a:lnTo>
                  <a:pt x="640842" y="233565"/>
                </a:lnTo>
                <a:lnTo>
                  <a:pt x="665988" y="158508"/>
                </a:lnTo>
                <a:lnTo>
                  <a:pt x="697992" y="158508"/>
                </a:lnTo>
                <a:lnTo>
                  <a:pt x="694804" y="204508"/>
                </a:lnTo>
                <a:lnTo>
                  <a:pt x="689000" y="270802"/>
                </a:lnTo>
                <a:lnTo>
                  <a:pt x="675513" y="314909"/>
                </a:lnTo>
                <a:lnTo>
                  <a:pt x="658368" y="321576"/>
                </a:lnTo>
                <a:lnTo>
                  <a:pt x="647776" y="320141"/>
                </a:lnTo>
                <a:lnTo>
                  <a:pt x="636460" y="318147"/>
                </a:lnTo>
                <a:lnTo>
                  <a:pt x="624293" y="315569"/>
                </a:lnTo>
                <a:lnTo>
                  <a:pt x="611124" y="312432"/>
                </a:lnTo>
                <a:lnTo>
                  <a:pt x="609600" y="318528"/>
                </a:lnTo>
                <a:lnTo>
                  <a:pt x="628154" y="326212"/>
                </a:lnTo>
                <a:lnTo>
                  <a:pt x="642556" y="335483"/>
                </a:lnTo>
                <a:lnTo>
                  <a:pt x="652678" y="346163"/>
                </a:lnTo>
                <a:lnTo>
                  <a:pt x="658368" y="358152"/>
                </a:lnTo>
                <a:lnTo>
                  <a:pt x="665226" y="355307"/>
                </a:lnTo>
                <a:lnTo>
                  <a:pt x="698754" y="325386"/>
                </a:lnTo>
                <a:lnTo>
                  <a:pt x="710336" y="281419"/>
                </a:lnTo>
                <a:lnTo>
                  <a:pt x="716140" y="214083"/>
                </a:lnTo>
                <a:lnTo>
                  <a:pt x="719328" y="166128"/>
                </a:lnTo>
                <a:lnTo>
                  <a:pt x="730758" y="158508"/>
                </a:lnTo>
                <a:lnTo>
                  <a:pt x="733044" y="156984"/>
                </a:lnTo>
                <a:close/>
              </a:path>
              <a:path w="1525904" h="360045">
                <a:moveTo>
                  <a:pt x="903732" y="30480"/>
                </a:moveTo>
                <a:lnTo>
                  <a:pt x="870204" y="10668"/>
                </a:lnTo>
                <a:lnTo>
                  <a:pt x="862761" y="34937"/>
                </a:lnTo>
                <a:lnTo>
                  <a:pt x="854011" y="59626"/>
                </a:lnTo>
                <a:lnTo>
                  <a:pt x="832104" y="109740"/>
                </a:lnTo>
                <a:lnTo>
                  <a:pt x="804672" y="156794"/>
                </a:lnTo>
                <a:lnTo>
                  <a:pt x="772668" y="198132"/>
                </a:lnTo>
                <a:lnTo>
                  <a:pt x="775716" y="204228"/>
                </a:lnTo>
                <a:lnTo>
                  <a:pt x="791438" y="189026"/>
                </a:lnTo>
                <a:lnTo>
                  <a:pt x="806577" y="172986"/>
                </a:lnTo>
                <a:lnTo>
                  <a:pt x="821156" y="155790"/>
                </a:lnTo>
                <a:lnTo>
                  <a:pt x="835152" y="137172"/>
                </a:lnTo>
                <a:lnTo>
                  <a:pt x="835037" y="319100"/>
                </a:lnTo>
                <a:lnTo>
                  <a:pt x="834923" y="327215"/>
                </a:lnTo>
                <a:lnTo>
                  <a:pt x="834517" y="341960"/>
                </a:lnTo>
                <a:lnTo>
                  <a:pt x="833628" y="359676"/>
                </a:lnTo>
                <a:lnTo>
                  <a:pt x="858012" y="350532"/>
                </a:lnTo>
                <a:lnTo>
                  <a:pt x="857135" y="337337"/>
                </a:lnTo>
                <a:lnTo>
                  <a:pt x="856678" y="322719"/>
                </a:lnTo>
                <a:lnTo>
                  <a:pt x="856615" y="315480"/>
                </a:lnTo>
                <a:lnTo>
                  <a:pt x="856488" y="140220"/>
                </a:lnTo>
                <a:lnTo>
                  <a:pt x="859980" y="137172"/>
                </a:lnTo>
                <a:lnTo>
                  <a:pt x="868680" y="129552"/>
                </a:lnTo>
                <a:lnTo>
                  <a:pt x="847344" y="118884"/>
                </a:lnTo>
                <a:lnTo>
                  <a:pt x="855941" y="102616"/>
                </a:lnTo>
                <a:lnTo>
                  <a:pt x="865225" y="84797"/>
                </a:lnTo>
                <a:lnTo>
                  <a:pt x="877138" y="62090"/>
                </a:lnTo>
                <a:lnTo>
                  <a:pt x="890016" y="38100"/>
                </a:lnTo>
                <a:lnTo>
                  <a:pt x="903732" y="30480"/>
                </a:lnTo>
                <a:close/>
              </a:path>
              <a:path w="1525904" h="360045">
                <a:moveTo>
                  <a:pt x="986028" y="42672"/>
                </a:moveTo>
                <a:lnTo>
                  <a:pt x="954024" y="22860"/>
                </a:lnTo>
                <a:lnTo>
                  <a:pt x="949477" y="41986"/>
                </a:lnTo>
                <a:lnTo>
                  <a:pt x="942784" y="62674"/>
                </a:lnTo>
                <a:lnTo>
                  <a:pt x="923544" y="108216"/>
                </a:lnTo>
                <a:lnTo>
                  <a:pt x="896874" y="153936"/>
                </a:lnTo>
                <a:lnTo>
                  <a:pt x="865632" y="190512"/>
                </a:lnTo>
                <a:lnTo>
                  <a:pt x="870204" y="195084"/>
                </a:lnTo>
                <a:lnTo>
                  <a:pt x="899350" y="168605"/>
                </a:lnTo>
                <a:lnTo>
                  <a:pt x="925068" y="138696"/>
                </a:lnTo>
                <a:lnTo>
                  <a:pt x="948690" y="100203"/>
                </a:lnTo>
                <a:lnTo>
                  <a:pt x="972312" y="50304"/>
                </a:lnTo>
                <a:lnTo>
                  <a:pt x="986028" y="42672"/>
                </a:lnTo>
                <a:close/>
              </a:path>
              <a:path w="1525904" h="360045">
                <a:moveTo>
                  <a:pt x="1075944" y="178320"/>
                </a:moveTo>
                <a:lnTo>
                  <a:pt x="1056132" y="158508"/>
                </a:lnTo>
                <a:lnTo>
                  <a:pt x="1042416" y="172224"/>
                </a:lnTo>
                <a:lnTo>
                  <a:pt x="912876" y="172224"/>
                </a:lnTo>
                <a:lnTo>
                  <a:pt x="925068" y="184416"/>
                </a:lnTo>
                <a:lnTo>
                  <a:pt x="943356" y="181368"/>
                </a:lnTo>
                <a:lnTo>
                  <a:pt x="952500" y="181368"/>
                </a:lnTo>
                <a:lnTo>
                  <a:pt x="948004" y="230009"/>
                </a:lnTo>
                <a:lnTo>
                  <a:pt x="934783" y="277571"/>
                </a:lnTo>
                <a:lnTo>
                  <a:pt x="908646" y="317995"/>
                </a:lnTo>
                <a:lnTo>
                  <a:pt x="861060" y="353580"/>
                </a:lnTo>
                <a:lnTo>
                  <a:pt x="862584" y="359676"/>
                </a:lnTo>
                <a:lnTo>
                  <a:pt x="903732" y="336816"/>
                </a:lnTo>
                <a:lnTo>
                  <a:pt x="941501" y="302183"/>
                </a:lnTo>
                <a:lnTo>
                  <a:pt x="961644" y="260616"/>
                </a:lnTo>
                <a:lnTo>
                  <a:pt x="972794" y="204457"/>
                </a:lnTo>
                <a:lnTo>
                  <a:pt x="975360" y="181368"/>
                </a:lnTo>
                <a:lnTo>
                  <a:pt x="1043940" y="181368"/>
                </a:lnTo>
                <a:lnTo>
                  <a:pt x="1041679" y="233946"/>
                </a:lnTo>
                <a:lnTo>
                  <a:pt x="1039558" y="272808"/>
                </a:lnTo>
                <a:lnTo>
                  <a:pt x="1033272" y="315480"/>
                </a:lnTo>
                <a:lnTo>
                  <a:pt x="1030224" y="318528"/>
                </a:lnTo>
                <a:lnTo>
                  <a:pt x="1024128" y="318528"/>
                </a:lnTo>
                <a:lnTo>
                  <a:pt x="1017536" y="319100"/>
                </a:lnTo>
                <a:lnTo>
                  <a:pt x="1006792" y="318528"/>
                </a:lnTo>
                <a:lnTo>
                  <a:pt x="991768" y="316814"/>
                </a:lnTo>
                <a:lnTo>
                  <a:pt x="972312" y="313956"/>
                </a:lnTo>
                <a:lnTo>
                  <a:pt x="972312" y="320052"/>
                </a:lnTo>
                <a:lnTo>
                  <a:pt x="991514" y="327215"/>
                </a:lnTo>
                <a:lnTo>
                  <a:pt x="1005840" y="335102"/>
                </a:lnTo>
                <a:lnTo>
                  <a:pt x="1015606" y="343839"/>
                </a:lnTo>
                <a:lnTo>
                  <a:pt x="1021080" y="353580"/>
                </a:lnTo>
                <a:lnTo>
                  <a:pt x="1035354" y="345909"/>
                </a:lnTo>
                <a:lnTo>
                  <a:pt x="1046035" y="336816"/>
                </a:lnTo>
                <a:lnTo>
                  <a:pt x="1053020" y="326567"/>
                </a:lnTo>
                <a:lnTo>
                  <a:pt x="1055116" y="319100"/>
                </a:lnTo>
                <a:lnTo>
                  <a:pt x="1056132" y="315480"/>
                </a:lnTo>
                <a:lnTo>
                  <a:pt x="1058189" y="298907"/>
                </a:lnTo>
                <a:lnTo>
                  <a:pt x="1059942" y="272046"/>
                </a:lnTo>
                <a:lnTo>
                  <a:pt x="1061707" y="234899"/>
                </a:lnTo>
                <a:lnTo>
                  <a:pt x="1063752" y="187464"/>
                </a:lnTo>
                <a:lnTo>
                  <a:pt x="1071880" y="181368"/>
                </a:lnTo>
                <a:lnTo>
                  <a:pt x="1075944" y="178320"/>
                </a:lnTo>
                <a:close/>
              </a:path>
              <a:path w="1525904" h="360045">
                <a:moveTo>
                  <a:pt x="1132332" y="156984"/>
                </a:moveTo>
                <a:lnTo>
                  <a:pt x="1091184" y="135648"/>
                </a:lnTo>
                <a:lnTo>
                  <a:pt x="1060754" y="105854"/>
                </a:lnTo>
                <a:lnTo>
                  <a:pt x="1036320" y="61353"/>
                </a:lnTo>
                <a:lnTo>
                  <a:pt x="1025652" y="22860"/>
                </a:lnTo>
                <a:lnTo>
                  <a:pt x="1037844" y="13728"/>
                </a:lnTo>
                <a:lnTo>
                  <a:pt x="1011936" y="3048"/>
                </a:lnTo>
                <a:lnTo>
                  <a:pt x="1021080" y="54495"/>
                </a:lnTo>
                <a:lnTo>
                  <a:pt x="1039368" y="103632"/>
                </a:lnTo>
                <a:lnTo>
                  <a:pt x="1065847" y="146126"/>
                </a:lnTo>
                <a:lnTo>
                  <a:pt x="1100328" y="178320"/>
                </a:lnTo>
                <a:lnTo>
                  <a:pt x="1104049" y="172910"/>
                </a:lnTo>
                <a:lnTo>
                  <a:pt x="1110615" y="168224"/>
                </a:lnTo>
                <a:lnTo>
                  <a:pt x="1120051" y="164388"/>
                </a:lnTo>
                <a:lnTo>
                  <a:pt x="1132332" y="161556"/>
                </a:lnTo>
                <a:lnTo>
                  <a:pt x="1132332" y="156984"/>
                </a:lnTo>
                <a:close/>
              </a:path>
              <a:path w="1525904" h="360045">
                <a:moveTo>
                  <a:pt x="1339608" y="202692"/>
                </a:moveTo>
                <a:lnTo>
                  <a:pt x="1297190" y="174866"/>
                </a:lnTo>
                <a:lnTo>
                  <a:pt x="1283220" y="169164"/>
                </a:lnTo>
                <a:lnTo>
                  <a:pt x="1287919" y="163068"/>
                </a:lnTo>
                <a:lnTo>
                  <a:pt x="1290955" y="159143"/>
                </a:lnTo>
                <a:lnTo>
                  <a:pt x="1298270" y="149542"/>
                </a:lnTo>
                <a:lnTo>
                  <a:pt x="1312176" y="131064"/>
                </a:lnTo>
                <a:lnTo>
                  <a:pt x="1321320" y="126492"/>
                </a:lnTo>
                <a:lnTo>
                  <a:pt x="1324368" y="124968"/>
                </a:lnTo>
                <a:lnTo>
                  <a:pt x="1316748" y="117348"/>
                </a:lnTo>
                <a:lnTo>
                  <a:pt x="1304556" y="105156"/>
                </a:lnTo>
                <a:lnTo>
                  <a:pt x="1292364" y="117348"/>
                </a:lnTo>
                <a:lnTo>
                  <a:pt x="1290840" y="117348"/>
                </a:lnTo>
                <a:lnTo>
                  <a:pt x="1290840" y="126492"/>
                </a:lnTo>
                <a:lnTo>
                  <a:pt x="1285125" y="136499"/>
                </a:lnTo>
                <a:lnTo>
                  <a:pt x="1279410" y="145923"/>
                </a:lnTo>
                <a:lnTo>
                  <a:pt x="1273746" y="154686"/>
                </a:lnTo>
                <a:lnTo>
                  <a:pt x="1267980" y="163068"/>
                </a:lnTo>
                <a:lnTo>
                  <a:pt x="1239215" y="153162"/>
                </a:lnTo>
                <a:lnTo>
                  <a:pt x="1236853" y="152400"/>
                </a:lnTo>
                <a:lnTo>
                  <a:pt x="1228750" y="149783"/>
                </a:lnTo>
                <a:lnTo>
                  <a:pt x="1220736" y="147828"/>
                </a:lnTo>
                <a:lnTo>
                  <a:pt x="1224394" y="142354"/>
                </a:lnTo>
                <a:lnTo>
                  <a:pt x="1232306" y="131978"/>
                </a:lnTo>
                <a:lnTo>
                  <a:pt x="1235976" y="126492"/>
                </a:lnTo>
                <a:lnTo>
                  <a:pt x="1290840" y="126492"/>
                </a:lnTo>
                <a:lnTo>
                  <a:pt x="1290840" y="117348"/>
                </a:lnTo>
                <a:lnTo>
                  <a:pt x="1240548" y="117348"/>
                </a:lnTo>
                <a:lnTo>
                  <a:pt x="1251216" y="99060"/>
                </a:lnTo>
                <a:lnTo>
                  <a:pt x="1260360" y="92964"/>
                </a:lnTo>
                <a:lnTo>
                  <a:pt x="1232928" y="77724"/>
                </a:lnTo>
                <a:lnTo>
                  <a:pt x="1230922" y="86829"/>
                </a:lnTo>
                <a:lnTo>
                  <a:pt x="1227213" y="97917"/>
                </a:lnTo>
                <a:lnTo>
                  <a:pt x="1206969" y="139827"/>
                </a:lnTo>
                <a:lnTo>
                  <a:pt x="1176540" y="184404"/>
                </a:lnTo>
                <a:lnTo>
                  <a:pt x="1179588" y="188976"/>
                </a:lnTo>
                <a:lnTo>
                  <a:pt x="1187246" y="182410"/>
                </a:lnTo>
                <a:lnTo>
                  <a:pt x="1196352" y="174117"/>
                </a:lnTo>
                <a:lnTo>
                  <a:pt x="1206588" y="164122"/>
                </a:lnTo>
                <a:lnTo>
                  <a:pt x="1217688" y="152400"/>
                </a:lnTo>
                <a:lnTo>
                  <a:pt x="1240739" y="162877"/>
                </a:lnTo>
                <a:lnTo>
                  <a:pt x="1250899" y="167627"/>
                </a:lnTo>
                <a:lnTo>
                  <a:pt x="1260360" y="172212"/>
                </a:lnTo>
                <a:lnTo>
                  <a:pt x="1237856" y="197700"/>
                </a:lnTo>
                <a:lnTo>
                  <a:pt x="1214069" y="219456"/>
                </a:lnTo>
                <a:lnTo>
                  <a:pt x="1189482" y="237744"/>
                </a:lnTo>
                <a:lnTo>
                  <a:pt x="1164348" y="252984"/>
                </a:lnTo>
                <a:lnTo>
                  <a:pt x="1167396" y="257556"/>
                </a:lnTo>
                <a:lnTo>
                  <a:pt x="1181658" y="250939"/>
                </a:lnTo>
                <a:lnTo>
                  <a:pt x="1194638" y="244602"/>
                </a:lnTo>
                <a:lnTo>
                  <a:pt x="1206182" y="238277"/>
                </a:lnTo>
                <a:lnTo>
                  <a:pt x="1216164" y="231648"/>
                </a:lnTo>
                <a:lnTo>
                  <a:pt x="1215923" y="271640"/>
                </a:lnTo>
                <a:lnTo>
                  <a:pt x="1215402" y="304609"/>
                </a:lnTo>
                <a:lnTo>
                  <a:pt x="1214869" y="330949"/>
                </a:lnTo>
                <a:lnTo>
                  <a:pt x="1214640" y="348996"/>
                </a:lnTo>
                <a:lnTo>
                  <a:pt x="1234452" y="335280"/>
                </a:lnTo>
                <a:lnTo>
                  <a:pt x="1234452" y="320040"/>
                </a:lnTo>
                <a:lnTo>
                  <a:pt x="1295412" y="320040"/>
                </a:lnTo>
                <a:lnTo>
                  <a:pt x="1295412" y="335280"/>
                </a:lnTo>
                <a:lnTo>
                  <a:pt x="1315224" y="323088"/>
                </a:lnTo>
                <a:lnTo>
                  <a:pt x="1315021" y="320040"/>
                </a:lnTo>
                <a:lnTo>
                  <a:pt x="1314424" y="310896"/>
                </a:lnTo>
                <a:lnTo>
                  <a:pt x="1314335" y="309372"/>
                </a:lnTo>
                <a:lnTo>
                  <a:pt x="1313929" y="293751"/>
                </a:lnTo>
                <a:lnTo>
                  <a:pt x="1313815" y="282663"/>
                </a:lnTo>
                <a:lnTo>
                  <a:pt x="1313700" y="245364"/>
                </a:lnTo>
                <a:lnTo>
                  <a:pt x="1320101" y="240792"/>
                </a:lnTo>
                <a:lnTo>
                  <a:pt x="1324368" y="237744"/>
                </a:lnTo>
                <a:lnTo>
                  <a:pt x="1306080" y="219456"/>
                </a:lnTo>
                <a:lnTo>
                  <a:pt x="1295412" y="230124"/>
                </a:lnTo>
                <a:lnTo>
                  <a:pt x="1295412" y="240792"/>
                </a:lnTo>
                <a:lnTo>
                  <a:pt x="1295412" y="310896"/>
                </a:lnTo>
                <a:lnTo>
                  <a:pt x="1234452" y="310896"/>
                </a:lnTo>
                <a:lnTo>
                  <a:pt x="1234452" y="240792"/>
                </a:lnTo>
                <a:lnTo>
                  <a:pt x="1295412" y="240792"/>
                </a:lnTo>
                <a:lnTo>
                  <a:pt x="1295412" y="230124"/>
                </a:lnTo>
                <a:lnTo>
                  <a:pt x="1293888" y="231648"/>
                </a:lnTo>
                <a:lnTo>
                  <a:pt x="1234452" y="231648"/>
                </a:lnTo>
                <a:lnTo>
                  <a:pt x="1226832" y="225552"/>
                </a:lnTo>
                <a:lnTo>
                  <a:pt x="1241069" y="213512"/>
                </a:lnTo>
                <a:lnTo>
                  <a:pt x="1253883" y="202311"/>
                </a:lnTo>
                <a:lnTo>
                  <a:pt x="1264970" y="191693"/>
                </a:lnTo>
                <a:lnTo>
                  <a:pt x="1274076" y="181356"/>
                </a:lnTo>
                <a:lnTo>
                  <a:pt x="1290929" y="192214"/>
                </a:lnTo>
                <a:lnTo>
                  <a:pt x="1304937" y="201930"/>
                </a:lnTo>
                <a:lnTo>
                  <a:pt x="1316075" y="210502"/>
                </a:lnTo>
                <a:lnTo>
                  <a:pt x="1324368" y="217932"/>
                </a:lnTo>
                <a:lnTo>
                  <a:pt x="1328940" y="222504"/>
                </a:lnTo>
                <a:lnTo>
                  <a:pt x="1331988" y="224028"/>
                </a:lnTo>
                <a:lnTo>
                  <a:pt x="1336560" y="224028"/>
                </a:lnTo>
                <a:lnTo>
                  <a:pt x="1338084" y="219456"/>
                </a:lnTo>
                <a:lnTo>
                  <a:pt x="1338084" y="211836"/>
                </a:lnTo>
                <a:lnTo>
                  <a:pt x="1339608" y="202692"/>
                </a:lnTo>
                <a:close/>
              </a:path>
              <a:path w="1525904" h="360045">
                <a:moveTo>
                  <a:pt x="1356372" y="68580"/>
                </a:moveTo>
                <a:lnTo>
                  <a:pt x="1354848" y="67056"/>
                </a:lnTo>
                <a:lnTo>
                  <a:pt x="1345704" y="57912"/>
                </a:lnTo>
                <a:lnTo>
                  <a:pt x="1331988" y="44196"/>
                </a:lnTo>
                <a:lnTo>
                  <a:pt x="1319796" y="57912"/>
                </a:lnTo>
                <a:lnTo>
                  <a:pt x="1272552" y="57912"/>
                </a:lnTo>
                <a:lnTo>
                  <a:pt x="1280172" y="51816"/>
                </a:lnTo>
                <a:lnTo>
                  <a:pt x="1284744" y="45720"/>
                </a:lnTo>
                <a:lnTo>
                  <a:pt x="1284744" y="38100"/>
                </a:lnTo>
                <a:lnTo>
                  <a:pt x="1280172" y="28956"/>
                </a:lnTo>
                <a:lnTo>
                  <a:pt x="1275549" y="23812"/>
                </a:lnTo>
                <a:lnTo>
                  <a:pt x="1268361" y="17526"/>
                </a:lnTo>
                <a:lnTo>
                  <a:pt x="1258303" y="10096"/>
                </a:lnTo>
                <a:lnTo>
                  <a:pt x="1245120" y="1524"/>
                </a:lnTo>
                <a:lnTo>
                  <a:pt x="1240548" y="4572"/>
                </a:lnTo>
                <a:lnTo>
                  <a:pt x="1246809" y="13385"/>
                </a:lnTo>
                <a:lnTo>
                  <a:pt x="1251788" y="21336"/>
                </a:lnTo>
                <a:lnTo>
                  <a:pt x="1255331" y="28155"/>
                </a:lnTo>
                <a:lnTo>
                  <a:pt x="1257312" y="33528"/>
                </a:lnTo>
                <a:lnTo>
                  <a:pt x="1260360" y="39624"/>
                </a:lnTo>
                <a:lnTo>
                  <a:pt x="1261884" y="47244"/>
                </a:lnTo>
                <a:lnTo>
                  <a:pt x="1263408" y="57912"/>
                </a:lnTo>
                <a:lnTo>
                  <a:pt x="1207020" y="57912"/>
                </a:lnTo>
                <a:lnTo>
                  <a:pt x="1207020" y="42672"/>
                </a:lnTo>
                <a:lnTo>
                  <a:pt x="1200924" y="42672"/>
                </a:lnTo>
                <a:lnTo>
                  <a:pt x="1182636" y="79248"/>
                </a:lnTo>
                <a:lnTo>
                  <a:pt x="1175016" y="85344"/>
                </a:lnTo>
                <a:lnTo>
                  <a:pt x="1171968" y="89916"/>
                </a:lnTo>
                <a:lnTo>
                  <a:pt x="1175016" y="94488"/>
                </a:lnTo>
                <a:lnTo>
                  <a:pt x="1176540" y="99060"/>
                </a:lnTo>
                <a:lnTo>
                  <a:pt x="1179588" y="100584"/>
                </a:lnTo>
                <a:lnTo>
                  <a:pt x="1190256" y="100584"/>
                </a:lnTo>
                <a:lnTo>
                  <a:pt x="1194828" y="97536"/>
                </a:lnTo>
                <a:lnTo>
                  <a:pt x="1207020" y="67056"/>
                </a:lnTo>
                <a:lnTo>
                  <a:pt x="1321320" y="67056"/>
                </a:lnTo>
                <a:lnTo>
                  <a:pt x="1307604" y="97536"/>
                </a:lnTo>
                <a:lnTo>
                  <a:pt x="1312176" y="99060"/>
                </a:lnTo>
                <a:lnTo>
                  <a:pt x="1321600" y="88773"/>
                </a:lnTo>
                <a:lnTo>
                  <a:pt x="1329321" y="80772"/>
                </a:lnTo>
                <a:lnTo>
                  <a:pt x="1335316" y="75057"/>
                </a:lnTo>
                <a:lnTo>
                  <a:pt x="1339608" y="71628"/>
                </a:lnTo>
                <a:lnTo>
                  <a:pt x="1345704" y="70104"/>
                </a:lnTo>
                <a:lnTo>
                  <a:pt x="1350276" y="68580"/>
                </a:lnTo>
                <a:lnTo>
                  <a:pt x="1356372" y="68580"/>
                </a:lnTo>
                <a:close/>
              </a:path>
              <a:path w="1525904" h="360045">
                <a:moveTo>
                  <a:pt x="1452384" y="146304"/>
                </a:moveTo>
                <a:lnTo>
                  <a:pt x="1417332" y="126492"/>
                </a:lnTo>
                <a:lnTo>
                  <a:pt x="1418069" y="149783"/>
                </a:lnTo>
                <a:lnTo>
                  <a:pt x="1418196" y="159143"/>
                </a:lnTo>
                <a:lnTo>
                  <a:pt x="1417535" y="201510"/>
                </a:lnTo>
                <a:lnTo>
                  <a:pt x="1412608" y="245745"/>
                </a:lnTo>
                <a:lnTo>
                  <a:pt x="1399946" y="282321"/>
                </a:lnTo>
                <a:lnTo>
                  <a:pt x="1361135" y="324802"/>
                </a:lnTo>
                <a:lnTo>
                  <a:pt x="1315224" y="353568"/>
                </a:lnTo>
                <a:lnTo>
                  <a:pt x="1316748" y="359664"/>
                </a:lnTo>
                <a:lnTo>
                  <a:pt x="1357896" y="340995"/>
                </a:lnTo>
                <a:lnTo>
                  <a:pt x="1389900" y="320040"/>
                </a:lnTo>
                <a:lnTo>
                  <a:pt x="1421396" y="279323"/>
                </a:lnTo>
                <a:lnTo>
                  <a:pt x="1432877" y="242697"/>
                </a:lnTo>
                <a:lnTo>
                  <a:pt x="1438046" y="190500"/>
                </a:lnTo>
                <a:lnTo>
                  <a:pt x="1438668" y="156972"/>
                </a:lnTo>
                <a:lnTo>
                  <a:pt x="1452384" y="146304"/>
                </a:lnTo>
                <a:close/>
              </a:path>
              <a:path w="1525904" h="360045">
                <a:moveTo>
                  <a:pt x="1519440" y="333756"/>
                </a:moveTo>
                <a:lnTo>
                  <a:pt x="1497787" y="301637"/>
                </a:lnTo>
                <a:lnTo>
                  <a:pt x="1462874" y="280441"/>
                </a:lnTo>
                <a:lnTo>
                  <a:pt x="1437144" y="266700"/>
                </a:lnTo>
                <a:lnTo>
                  <a:pt x="1434096" y="271272"/>
                </a:lnTo>
                <a:lnTo>
                  <a:pt x="1448955" y="282663"/>
                </a:lnTo>
                <a:lnTo>
                  <a:pt x="1461528" y="293751"/>
                </a:lnTo>
                <a:lnTo>
                  <a:pt x="1486382" y="323075"/>
                </a:lnTo>
                <a:lnTo>
                  <a:pt x="1502676" y="348996"/>
                </a:lnTo>
                <a:lnTo>
                  <a:pt x="1505724" y="353568"/>
                </a:lnTo>
                <a:lnTo>
                  <a:pt x="1507248" y="356616"/>
                </a:lnTo>
                <a:lnTo>
                  <a:pt x="1511820" y="356616"/>
                </a:lnTo>
                <a:lnTo>
                  <a:pt x="1516392" y="347472"/>
                </a:lnTo>
                <a:lnTo>
                  <a:pt x="1517916" y="341376"/>
                </a:lnTo>
                <a:lnTo>
                  <a:pt x="1519440" y="336804"/>
                </a:lnTo>
                <a:lnTo>
                  <a:pt x="1519440" y="333756"/>
                </a:lnTo>
                <a:close/>
              </a:path>
              <a:path w="1525904" h="360045">
                <a:moveTo>
                  <a:pt x="1525536" y="32004"/>
                </a:moveTo>
                <a:lnTo>
                  <a:pt x="1501152" y="6096"/>
                </a:lnTo>
                <a:lnTo>
                  <a:pt x="1479816" y="22860"/>
                </a:lnTo>
                <a:lnTo>
                  <a:pt x="1328940" y="22860"/>
                </a:lnTo>
                <a:lnTo>
                  <a:pt x="1342656" y="36576"/>
                </a:lnTo>
                <a:lnTo>
                  <a:pt x="1351800" y="34582"/>
                </a:lnTo>
                <a:lnTo>
                  <a:pt x="1360944" y="33147"/>
                </a:lnTo>
                <a:lnTo>
                  <a:pt x="1370088" y="32296"/>
                </a:lnTo>
                <a:lnTo>
                  <a:pt x="1379232" y="32004"/>
                </a:lnTo>
                <a:lnTo>
                  <a:pt x="1411236" y="32004"/>
                </a:lnTo>
                <a:lnTo>
                  <a:pt x="1410677" y="41719"/>
                </a:lnTo>
                <a:lnTo>
                  <a:pt x="1409141" y="54864"/>
                </a:lnTo>
                <a:lnTo>
                  <a:pt x="1406728" y="71437"/>
                </a:lnTo>
                <a:lnTo>
                  <a:pt x="1403616" y="91440"/>
                </a:lnTo>
                <a:lnTo>
                  <a:pt x="1377708" y="91440"/>
                </a:lnTo>
                <a:lnTo>
                  <a:pt x="1354848" y="79248"/>
                </a:lnTo>
                <a:lnTo>
                  <a:pt x="1355648" y="100584"/>
                </a:lnTo>
                <a:lnTo>
                  <a:pt x="1355775" y="105156"/>
                </a:lnTo>
                <a:lnTo>
                  <a:pt x="1356144" y="124968"/>
                </a:lnTo>
                <a:lnTo>
                  <a:pt x="1356271" y="140233"/>
                </a:lnTo>
                <a:lnTo>
                  <a:pt x="1356182" y="227457"/>
                </a:lnTo>
                <a:lnTo>
                  <a:pt x="1355725" y="249466"/>
                </a:lnTo>
                <a:lnTo>
                  <a:pt x="1354848" y="269748"/>
                </a:lnTo>
                <a:lnTo>
                  <a:pt x="1376184" y="256032"/>
                </a:lnTo>
                <a:lnTo>
                  <a:pt x="1376184" y="100584"/>
                </a:lnTo>
                <a:lnTo>
                  <a:pt x="1481340" y="100584"/>
                </a:lnTo>
                <a:lnTo>
                  <a:pt x="1481340" y="263652"/>
                </a:lnTo>
                <a:lnTo>
                  <a:pt x="1502676" y="251460"/>
                </a:lnTo>
                <a:lnTo>
                  <a:pt x="1501787" y="237744"/>
                </a:lnTo>
                <a:lnTo>
                  <a:pt x="1501381" y="225552"/>
                </a:lnTo>
                <a:lnTo>
                  <a:pt x="1501267" y="218694"/>
                </a:lnTo>
                <a:lnTo>
                  <a:pt x="1501152" y="105156"/>
                </a:lnTo>
                <a:lnTo>
                  <a:pt x="1507248" y="100584"/>
                </a:lnTo>
                <a:lnTo>
                  <a:pt x="1513344" y="96012"/>
                </a:lnTo>
                <a:lnTo>
                  <a:pt x="1508772" y="91440"/>
                </a:lnTo>
                <a:lnTo>
                  <a:pt x="1493532" y="76200"/>
                </a:lnTo>
                <a:lnTo>
                  <a:pt x="1478292" y="91440"/>
                </a:lnTo>
                <a:lnTo>
                  <a:pt x="1412760" y="91440"/>
                </a:lnTo>
                <a:lnTo>
                  <a:pt x="1420139" y="71628"/>
                </a:lnTo>
                <a:lnTo>
                  <a:pt x="1426667" y="54864"/>
                </a:lnTo>
                <a:lnTo>
                  <a:pt x="1432255" y="41719"/>
                </a:lnTo>
                <a:lnTo>
                  <a:pt x="1437144" y="32004"/>
                </a:lnTo>
                <a:lnTo>
                  <a:pt x="1525536" y="3200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" name="object 51"/>
          <p:cNvSpPr/>
          <p:nvPr/>
        </p:nvSpPr>
        <p:spPr>
          <a:xfrm>
            <a:off x="5285232" y="4186428"/>
            <a:ext cx="60960" cy="105410"/>
          </a:xfrm>
          <a:custGeom>
            <a:avLst/>
            <a:gdLst/>
            <a:ahLst/>
            <a:cxnLst/>
            <a:rect l="l" t="t" r="r" b="b"/>
            <a:pathLst>
              <a:path w="60960" h="105410">
                <a:moveTo>
                  <a:pt x="3048" y="105156"/>
                </a:moveTo>
                <a:lnTo>
                  <a:pt x="0" y="105156"/>
                </a:lnTo>
                <a:lnTo>
                  <a:pt x="0" y="103632"/>
                </a:lnTo>
                <a:lnTo>
                  <a:pt x="4572" y="99060"/>
                </a:lnTo>
                <a:lnTo>
                  <a:pt x="10668" y="94488"/>
                </a:lnTo>
                <a:lnTo>
                  <a:pt x="15240" y="88392"/>
                </a:lnTo>
                <a:lnTo>
                  <a:pt x="25646" y="75366"/>
                </a:lnTo>
                <a:lnTo>
                  <a:pt x="29527" y="68389"/>
                </a:lnTo>
                <a:lnTo>
                  <a:pt x="33123" y="59983"/>
                </a:lnTo>
                <a:lnTo>
                  <a:pt x="36576" y="50292"/>
                </a:lnTo>
                <a:lnTo>
                  <a:pt x="27432" y="50292"/>
                </a:lnTo>
                <a:lnTo>
                  <a:pt x="19812" y="48768"/>
                </a:lnTo>
                <a:lnTo>
                  <a:pt x="16764" y="45720"/>
                </a:lnTo>
                <a:lnTo>
                  <a:pt x="12192" y="42672"/>
                </a:lnTo>
                <a:lnTo>
                  <a:pt x="9144" y="39624"/>
                </a:lnTo>
                <a:lnTo>
                  <a:pt x="7620" y="33528"/>
                </a:lnTo>
                <a:lnTo>
                  <a:pt x="6096" y="28956"/>
                </a:lnTo>
                <a:lnTo>
                  <a:pt x="6096" y="24384"/>
                </a:lnTo>
                <a:lnTo>
                  <a:pt x="7620" y="19812"/>
                </a:lnTo>
                <a:lnTo>
                  <a:pt x="7620" y="15240"/>
                </a:lnTo>
                <a:lnTo>
                  <a:pt x="12192" y="10668"/>
                </a:lnTo>
                <a:lnTo>
                  <a:pt x="24384" y="1524"/>
                </a:lnTo>
                <a:lnTo>
                  <a:pt x="32004" y="0"/>
                </a:lnTo>
                <a:lnTo>
                  <a:pt x="41148" y="1524"/>
                </a:lnTo>
                <a:lnTo>
                  <a:pt x="60960" y="24384"/>
                </a:lnTo>
                <a:lnTo>
                  <a:pt x="60960" y="35052"/>
                </a:lnTo>
                <a:lnTo>
                  <a:pt x="42457" y="76485"/>
                </a:lnTo>
                <a:lnTo>
                  <a:pt x="9144" y="103632"/>
                </a:lnTo>
                <a:lnTo>
                  <a:pt x="3048" y="10515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" name="object 52"/>
          <p:cNvSpPr/>
          <p:nvPr/>
        </p:nvSpPr>
        <p:spPr>
          <a:xfrm>
            <a:off x="5650992" y="3956303"/>
            <a:ext cx="352425" cy="358140"/>
          </a:xfrm>
          <a:custGeom>
            <a:avLst/>
            <a:gdLst/>
            <a:ahLst/>
            <a:cxnLst/>
            <a:rect l="l" t="t" r="r" b="b"/>
            <a:pathLst>
              <a:path w="352425" h="358139">
                <a:moveTo>
                  <a:pt x="179832" y="64008"/>
                </a:moveTo>
                <a:lnTo>
                  <a:pt x="173736" y="64008"/>
                </a:lnTo>
                <a:lnTo>
                  <a:pt x="170688" y="59436"/>
                </a:lnTo>
                <a:lnTo>
                  <a:pt x="167640" y="50292"/>
                </a:lnTo>
                <a:lnTo>
                  <a:pt x="162472" y="39719"/>
                </a:lnTo>
                <a:lnTo>
                  <a:pt x="156019" y="28575"/>
                </a:lnTo>
                <a:lnTo>
                  <a:pt x="148137" y="16859"/>
                </a:lnTo>
                <a:lnTo>
                  <a:pt x="138684" y="4572"/>
                </a:lnTo>
                <a:lnTo>
                  <a:pt x="143256" y="0"/>
                </a:lnTo>
                <a:lnTo>
                  <a:pt x="179641" y="21336"/>
                </a:lnTo>
                <a:lnTo>
                  <a:pt x="193548" y="47244"/>
                </a:lnTo>
                <a:lnTo>
                  <a:pt x="190500" y="53340"/>
                </a:lnTo>
                <a:lnTo>
                  <a:pt x="185928" y="57912"/>
                </a:lnTo>
                <a:lnTo>
                  <a:pt x="181356" y="60960"/>
                </a:lnTo>
                <a:lnTo>
                  <a:pt x="179832" y="64008"/>
                </a:lnTo>
                <a:close/>
              </a:path>
              <a:path w="352425" h="358139">
                <a:moveTo>
                  <a:pt x="13716" y="80772"/>
                </a:moveTo>
                <a:lnTo>
                  <a:pt x="0" y="67056"/>
                </a:lnTo>
                <a:lnTo>
                  <a:pt x="288036" y="67056"/>
                </a:lnTo>
                <a:lnTo>
                  <a:pt x="312420" y="42672"/>
                </a:lnTo>
                <a:lnTo>
                  <a:pt x="345948" y="76200"/>
                </a:lnTo>
                <a:lnTo>
                  <a:pt x="48768" y="76200"/>
                </a:lnTo>
                <a:lnTo>
                  <a:pt x="39862" y="76485"/>
                </a:lnTo>
                <a:lnTo>
                  <a:pt x="31242" y="77343"/>
                </a:lnTo>
                <a:lnTo>
                  <a:pt x="22621" y="78771"/>
                </a:lnTo>
                <a:lnTo>
                  <a:pt x="13716" y="80772"/>
                </a:lnTo>
                <a:close/>
              </a:path>
              <a:path w="352425" h="358139">
                <a:moveTo>
                  <a:pt x="6096" y="193548"/>
                </a:moveTo>
                <a:lnTo>
                  <a:pt x="4572" y="188976"/>
                </a:lnTo>
                <a:lnTo>
                  <a:pt x="23431" y="175879"/>
                </a:lnTo>
                <a:lnTo>
                  <a:pt x="41148" y="161925"/>
                </a:lnTo>
                <a:lnTo>
                  <a:pt x="73152" y="132588"/>
                </a:lnTo>
                <a:lnTo>
                  <a:pt x="104013" y="94440"/>
                </a:lnTo>
                <a:lnTo>
                  <a:pt x="109728" y="85344"/>
                </a:lnTo>
                <a:lnTo>
                  <a:pt x="137160" y="109728"/>
                </a:lnTo>
                <a:lnTo>
                  <a:pt x="121920" y="114300"/>
                </a:lnTo>
                <a:lnTo>
                  <a:pt x="89034" y="142327"/>
                </a:lnTo>
                <a:lnTo>
                  <a:pt x="58864" y="164782"/>
                </a:lnTo>
                <a:lnTo>
                  <a:pt x="31265" y="181808"/>
                </a:lnTo>
                <a:lnTo>
                  <a:pt x="6096" y="193548"/>
                </a:lnTo>
                <a:close/>
              </a:path>
              <a:path w="352425" h="358139">
                <a:moveTo>
                  <a:pt x="307848" y="182879"/>
                </a:moveTo>
                <a:lnTo>
                  <a:pt x="301752" y="182879"/>
                </a:lnTo>
                <a:lnTo>
                  <a:pt x="298703" y="179832"/>
                </a:lnTo>
                <a:lnTo>
                  <a:pt x="294132" y="172212"/>
                </a:lnTo>
                <a:lnTo>
                  <a:pt x="287874" y="163067"/>
                </a:lnTo>
                <a:lnTo>
                  <a:pt x="254912" y="128587"/>
                </a:lnTo>
                <a:lnTo>
                  <a:pt x="211836" y="96012"/>
                </a:lnTo>
                <a:lnTo>
                  <a:pt x="214884" y="89916"/>
                </a:lnTo>
                <a:lnTo>
                  <a:pt x="260604" y="111442"/>
                </a:lnTo>
                <a:lnTo>
                  <a:pt x="302609" y="137302"/>
                </a:lnTo>
                <a:lnTo>
                  <a:pt x="315467" y="160020"/>
                </a:lnTo>
                <a:lnTo>
                  <a:pt x="315460" y="163091"/>
                </a:lnTo>
                <a:lnTo>
                  <a:pt x="313944" y="167640"/>
                </a:lnTo>
                <a:lnTo>
                  <a:pt x="312420" y="173736"/>
                </a:lnTo>
                <a:lnTo>
                  <a:pt x="307848" y="182879"/>
                </a:lnTo>
                <a:close/>
              </a:path>
              <a:path w="352425" h="358139">
                <a:moveTo>
                  <a:pt x="192662" y="252984"/>
                </a:moveTo>
                <a:lnTo>
                  <a:pt x="170688" y="252984"/>
                </a:lnTo>
                <a:lnTo>
                  <a:pt x="185832" y="230433"/>
                </a:lnTo>
                <a:lnTo>
                  <a:pt x="199263" y="204025"/>
                </a:lnTo>
                <a:lnTo>
                  <a:pt x="210978" y="173902"/>
                </a:lnTo>
                <a:lnTo>
                  <a:pt x="220980" y="140208"/>
                </a:lnTo>
                <a:lnTo>
                  <a:pt x="256032" y="161544"/>
                </a:lnTo>
                <a:lnTo>
                  <a:pt x="240792" y="169164"/>
                </a:lnTo>
                <a:lnTo>
                  <a:pt x="225933" y="200048"/>
                </a:lnTo>
                <a:lnTo>
                  <a:pt x="211074" y="226504"/>
                </a:lnTo>
                <a:lnTo>
                  <a:pt x="196215" y="248673"/>
                </a:lnTo>
                <a:lnTo>
                  <a:pt x="192662" y="252984"/>
                </a:lnTo>
                <a:close/>
              </a:path>
              <a:path w="352425" h="358139">
                <a:moveTo>
                  <a:pt x="3048" y="358140"/>
                </a:moveTo>
                <a:lnTo>
                  <a:pt x="1524" y="352044"/>
                </a:lnTo>
                <a:lnTo>
                  <a:pt x="47267" y="335494"/>
                </a:lnTo>
                <a:lnTo>
                  <a:pt x="88582" y="315658"/>
                </a:lnTo>
                <a:lnTo>
                  <a:pt x="125610" y="292679"/>
                </a:lnTo>
                <a:lnTo>
                  <a:pt x="158496" y="266700"/>
                </a:lnTo>
                <a:lnTo>
                  <a:pt x="143065" y="242125"/>
                </a:lnTo>
                <a:lnTo>
                  <a:pt x="128778" y="214122"/>
                </a:lnTo>
                <a:lnTo>
                  <a:pt x="115633" y="182689"/>
                </a:lnTo>
                <a:lnTo>
                  <a:pt x="103632" y="147828"/>
                </a:lnTo>
                <a:lnTo>
                  <a:pt x="109728" y="146304"/>
                </a:lnTo>
                <a:lnTo>
                  <a:pt x="123753" y="177760"/>
                </a:lnTo>
                <a:lnTo>
                  <a:pt x="138493" y="205930"/>
                </a:lnTo>
                <a:lnTo>
                  <a:pt x="154090" y="230957"/>
                </a:lnTo>
                <a:lnTo>
                  <a:pt x="170688" y="252984"/>
                </a:lnTo>
                <a:lnTo>
                  <a:pt x="192662" y="252984"/>
                </a:lnTo>
                <a:lnTo>
                  <a:pt x="181356" y="266700"/>
                </a:lnTo>
                <a:lnTo>
                  <a:pt x="200266" y="280415"/>
                </a:lnTo>
                <a:lnTo>
                  <a:pt x="170688" y="280415"/>
                </a:lnTo>
                <a:lnTo>
                  <a:pt x="136136" y="305847"/>
                </a:lnTo>
                <a:lnTo>
                  <a:pt x="96583" y="327279"/>
                </a:lnTo>
                <a:lnTo>
                  <a:pt x="52173" y="344709"/>
                </a:lnTo>
                <a:lnTo>
                  <a:pt x="3048" y="358140"/>
                </a:lnTo>
                <a:close/>
              </a:path>
              <a:path w="352425" h="358139">
                <a:moveTo>
                  <a:pt x="324612" y="353568"/>
                </a:moveTo>
                <a:lnTo>
                  <a:pt x="276558" y="342995"/>
                </a:lnTo>
                <a:lnTo>
                  <a:pt x="235077" y="327279"/>
                </a:lnTo>
                <a:lnTo>
                  <a:pt x="199882" y="306419"/>
                </a:lnTo>
                <a:lnTo>
                  <a:pt x="170688" y="280415"/>
                </a:lnTo>
                <a:lnTo>
                  <a:pt x="200266" y="280415"/>
                </a:lnTo>
                <a:lnTo>
                  <a:pt x="216812" y="292417"/>
                </a:lnTo>
                <a:lnTo>
                  <a:pt x="256984" y="310134"/>
                </a:lnTo>
                <a:lnTo>
                  <a:pt x="302013" y="319849"/>
                </a:lnTo>
                <a:lnTo>
                  <a:pt x="352044" y="321564"/>
                </a:lnTo>
                <a:lnTo>
                  <a:pt x="352044" y="326135"/>
                </a:lnTo>
                <a:lnTo>
                  <a:pt x="341757" y="332136"/>
                </a:lnTo>
                <a:lnTo>
                  <a:pt x="333756" y="338709"/>
                </a:lnTo>
                <a:lnTo>
                  <a:pt x="328041" y="345852"/>
                </a:lnTo>
                <a:lnTo>
                  <a:pt x="324612" y="35356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" name="object 53"/>
          <p:cNvSpPr/>
          <p:nvPr/>
        </p:nvSpPr>
        <p:spPr>
          <a:xfrm>
            <a:off x="6051804" y="3956304"/>
            <a:ext cx="327660" cy="361315"/>
          </a:xfrm>
          <a:custGeom>
            <a:avLst/>
            <a:gdLst/>
            <a:ahLst/>
            <a:cxnLst/>
            <a:rect l="l" t="t" r="r" b="b"/>
            <a:pathLst>
              <a:path w="327660" h="361314">
                <a:moveTo>
                  <a:pt x="233172" y="53340"/>
                </a:moveTo>
                <a:lnTo>
                  <a:pt x="213360" y="53340"/>
                </a:lnTo>
                <a:lnTo>
                  <a:pt x="213121" y="39647"/>
                </a:lnTo>
                <a:lnTo>
                  <a:pt x="212074" y="12834"/>
                </a:lnTo>
                <a:lnTo>
                  <a:pt x="211836" y="0"/>
                </a:lnTo>
                <a:lnTo>
                  <a:pt x="246888" y="15240"/>
                </a:lnTo>
                <a:lnTo>
                  <a:pt x="234696" y="24384"/>
                </a:lnTo>
                <a:lnTo>
                  <a:pt x="233814" y="31265"/>
                </a:lnTo>
                <a:lnTo>
                  <a:pt x="233362" y="38290"/>
                </a:lnTo>
                <a:lnTo>
                  <a:pt x="233195" y="45600"/>
                </a:lnTo>
                <a:lnTo>
                  <a:pt x="233172" y="53340"/>
                </a:lnTo>
                <a:close/>
              </a:path>
              <a:path w="327660" h="361314">
                <a:moveTo>
                  <a:pt x="32004" y="64008"/>
                </a:moveTo>
                <a:lnTo>
                  <a:pt x="19812" y="51816"/>
                </a:lnTo>
                <a:lnTo>
                  <a:pt x="85344" y="51816"/>
                </a:lnTo>
                <a:lnTo>
                  <a:pt x="85276" y="31265"/>
                </a:lnTo>
                <a:lnTo>
                  <a:pt x="85153" y="20955"/>
                </a:lnTo>
                <a:lnTo>
                  <a:pt x="84701" y="9810"/>
                </a:lnTo>
                <a:lnTo>
                  <a:pt x="83820" y="1524"/>
                </a:lnTo>
                <a:lnTo>
                  <a:pt x="118872" y="15240"/>
                </a:lnTo>
                <a:lnTo>
                  <a:pt x="106680" y="24384"/>
                </a:lnTo>
                <a:lnTo>
                  <a:pt x="106441" y="31265"/>
                </a:lnTo>
                <a:lnTo>
                  <a:pt x="105394" y="45600"/>
                </a:lnTo>
                <a:lnTo>
                  <a:pt x="105156" y="53340"/>
                </a:lnTo>
                <a:lnTo>
                  <a:pt x="155448" y="53340"/>
                </a:lnTo>
                <a:lnTo>
                  <a:pt x="163068" y="60960"/>
                </a:lnTo>
                <a:lnTo>
                  <a:pt x="54864" y="60960"/>
                </a:lnTo>
                <a:lnTo>
                  <a:pt x="32004" y="64008"/>
                </a:lnTo>
                <a:close/>
              </a:path>
              <a:path w="327660" h="361314">
                <a:moveTo>
                  <a:pt x="155448" y="53340"/>
                </a:moveTo>
                <a:lnTo>
                  <a:pt x="121920" y="53340"/>
                </a:lnTo>
                <a:lnTo>
                  <a:pt x="138684" y="36576"/>
                </a:lnTo>
                <a:lnTo>
                  <a:pt x="155448" y="53340"/>
                </a:lnTo>
                <a:close/>
              </a:path>
              <a:path w="327660" h="361314">
                <a:moveTo>
                  <a:pt x="179832" y="65532"/>
                </a:moveTo>
                <a:lnTo>
                  <a:pt x="167640" y="53340"/>
                </a:lnTo>
                <a:lnTo>
                  <a:pt x="259079" y="53340"/>
                </a:lnTo>
                <a:lnTo>
                  <a:pt x="275843" y="36576"/>
                </a:lnTo>
                <a:lnTo>
                  <a:pt x="301752" y="62484"/>
                </a:lnTo>
                <a:lnTo>
                  <a:pt x="193548" y="62484"/>
                </a:lnTo>
                <a:lnTo>
                  <a:pt x="179832" y="65532"/>
                </a:lnTo>
                <a:close/>
              </a:path>
              <a:path w="327660" h="361314">
                <a:moveTo>
                  <a:pt x="100584" y="102108"/>
                </a:moveTo>
                <a:lnTo>
                  <a:pt x="80772" y="102108"/>
                </a:lnTo>
                <a:lnTo>
                  <a:pt x="82772" y="90963"/>
                </a:lnTo>
                <a:lnTo>
                  <a:pt x="84201" y="80391"/>
                </a:lnTo>
                <a:lnTo>
                  <a:pt x="85058" y="70389"/>
                </a:lnTo>
                <a:lnTo>
                  <a:pt x="85344" y="60960"/>
                </a:lnTo>
                <a:lnTo>
                  <a:pt x="163068" y="60960"/>
                </a:lnTo>
                <a:lnTo>
                  <a:pt x="164592" y="62484"/>
                </a:lnTo>
                <a:lnTo>
                  <a:pt x="105156" y="62484"/>
                </a:lnTo>
                <a:lnTo>
                  <a:pt x="104870" y="68246"/>
                </a:lnTo>
                <a:lnTo>
                  <a:pt x="104013" y="76581"/>
                </a:lnTo>
                <a:lnTo>
                  <a:pt x="102584" y="87772"/>
                </a:lnTo>
                <a:lnTo>
                  <a:pt x="100584" y="102108"/>
                </a:lnTo>
                <a:close/>
              </a:path>
              <a:path w="327660" h="361314">
                <a:moveTo>
                  <a:pt x="230124" y="102108"/>
                </a:moveTo>
                <a:lnTo>
                  <a:pt x="210312" y="102108"/>
                </a:lnTo>
                <a:lnTo>
                  <a:pt x="211431" y="92702"/>
                </a:lnTo>
                <a:lnTo>
                  <a:pt x="212407" y="82867"/>
                </a:lnTo>
                <a:lnTo>
                  <a:pt x="213098" y="72747"/>
                </a:lnTo>
                <a:lnTo>
                  <a:pt x="213360" y="62484"/>
                </a:lnTo>
                <a:lnTo>
                  <a:pt x="233172" y="62484"/>
                </a:lnTo>
                <a:lnTo>
                  <a:pt x="232267" y="71675"/>
                </a:lnTo>
                <a:lnTo>
                  <a:pt x="231028" y="91201"/>
                </a:lnTo>
                <a:lnTo>
                  <a:pt x="230124" y="102108"/>
                </a:lnTo>
                <a:close/>
              </a:path>
              <a:path w="327660" h="361314">
                <a:moveTo>
                  <a:pt x="172212" y="114300"/>
                </a:moveTo>
                <a:lnTo>
                  <a:pt x="160020" y="102108"/>
                </a:lnTo>
                <a:lnTo>
                  <a:pt x="275843" y="102108"/>
                </a:lnTo>
                <a:lnTo>
                  <a:pt x="292608" y="85344"/>
                </a:lnTo>
                <a:lnTo>
                  <a:pt x="318516" y="111252"/>
                </a:lnTo>
                <a:lnTo>
                  <a:pt x="187452" y="111252"/>
                </a:lnTo>
                <a:lnTo>
                  <a:pt x="172212" y="114300"/>
                </a:lnTo>
                <a:close/>
              </a:path>
              <a:path w="327660" h="361314">
                <a:moveTo>
                  <a:pt x="21336" y="114300"/>
                </a:moveTo>
                <a:lnTo>
                  <a:pt x="9144" y="102108"/>
                </a:lnTo>
                <a:lnTo>
                  <a:pt x="123444" y="102108"/>
                </a:lnTo>
                <a:lnTo>
                  <a:pt x="138684" y="86868"/>
                </a:lnTo>
                <a:lnTo>
                  <a:pt x="163068" y="111252"/>
                </a:lnTo>
                <a:lnTo>
                  <a:pt x="44196" y="111252"/>
                </a:lnTo>
                <a:lnTo>
                  <a:pt x="21336" y="114300"/>
                </a:lnTo>
                <a:close/>
              </a:path>
              <a:path w="327660" h="361314">
                <a:moveTo>
                  <a:pt x="3048" y="211836"/>
                </a:moveTo>
                <a:lnTo>
                  <a:pt x="0" y="207264"/>
                </a:lnTo>
                <a:lnTo>
                  <a:pt x="13168" y="199834"/>
                </a:lnTo>
                <a:lnTo>
                  <a:pt x="25336" y="191262"/>
                </a:lnTo>
                <a:lnTo>
                  <a:pt x="57816" y="157543"/>
                </a:lnTo>
                <a:lnTo>
                  <a:pt x="79248" y="111252"/>
                </a:lnTo>
                <a:lnTo>
                  <a:pt x="99060" y="111252"/>
                </a:lnTo>
                <a:lnTo>
                  <a:pt x="99060" y="115824"/>
                </a:lnTo>
                <a:lnTo>
                  <a:pt x="97536" y="118872"/>
                </a:lnTo>
                <a:lnTo>
                  <a:pt x="96012" y="123444"/>
                </a:lnTo>
                <a:lnTo>
                  <a:pt x="110609" y="129111"/>
                </a:lnTo>
                <a:lnTo>
                  <a:pt x="111555" y="129540"/>
                </a:lnTo>
                <a:lnTo>
                  <a:pt x="94488" y="129540"/>
                </a:lnTo>
                <a:lnTo>
                  <a:pt x="86796" y="144708"/>
                </a:lnTo>
                <a:lnTo>
                  <a:pt x="54864" y="181356"/>
                </a:lnTo>
                <a:lnTo>
                  <a:pt x="16502" y="205787"/>
                </a:lnTo>
                <a:lnTo>
                  <a:pt x="3048" y="211836"/>
                </a:lnTo>
                <a:close/>
              </a:path>
              <a:path w="327660" h="361314">
                <a:moveTo>
                  <a:pt x="134112" y="199644"/>
                </a:moveTo>
                <a:lnTo>
                  <a:pt x="131064" y="195072"/>
                </a:lnTo>
                <a:lnTo>
                  <a:pt x="144470" y="186785"/>
                </a:lnTo>
                <a:lnTo>
                  <a:pt x="157162" y="177927"/>
                </a:lnTo>
                <a:lnTo>
                  <a:pt x="189285" y="147042"/>
                </a:lnTo>
                <a:lnTo>
                  <a:pt x="208788" y="111252"/>
                </a:lnTo>
                <a:lnTo>
                  <a:pt x="228600" y="111252"/>
                </a:lnTo>
                <a:lnTo>
                  <a:pt x="205025" y="154328"/>
                </a:lnTo>
                <a:lnTo>
                  <a:pt x="167259" y="184594"/>
                </a:lnTo>
                <a:lnTo>
                  <a:pt x="151542" y="192476"/>
                </a:lnTo>
                <a:lnTo>
                  <a:pt x="134112" y="199644"/>
                </a:lnTo>
                <a:close/>
              </a:path>
              <a:path w="327660" h="361314">
                <a:moveTo>
                  <a:pt x="297179" y="199644"/>
                </a:moveTo>
                <a:lnTo>
                  <a:pt x="266961" y="173926"/>
                </a:lnTo>
                <a:lnTo>
                  <a:pt x="242887" y="138874"/>
                </a:lnTo>
                <a:lnTo>
                  <a:pt x="231648" y="111252"/>
                </a:lnTo>
                <a:lnTo>
                  <a:pt x="239268" y="111252"/>
                </a:lnTo>
                <a:lnTo>
                  <a:pt x="245825" y="123563"/>
                </a:lnTo>
                <a:lnTo>
                  <a:pt x="253746" y="135064"/>
                </a:lnTo>
                <a:lnTo>
                  <a:pt x="284797" y="163758"/>
                </a:lnTo>
                <a:lnTo>
                  <a:pt x="327660" y="179832"/>
                </a:lnTo>
                <a:lnTo>
                  <a:pt x="327660" y="184404"/>
                </a:lnTo>
                <a:lnTo>
                  <a:pt x="316253" y="186356"/>
                </a:lnTo>
                <a:lnTo>
                  <a:pt x="307276" y="189738"/>
                </a:lnTo>
                <a:lnTo>
                  <a:pt x="300870" y="194262"/>
                </a:lnTo>
                <a:lnTo>
                  <a:pt x="297179" y="199644"/>
                </a:lnTo>
                <a:close/>
              </a:path>
              <a:path w="327660" h="361314">
                <a:moveTo>
                  <a:pt x="140208" y="178308"/>
                </a:moveTo>
                <a:lnTo>
                  <a:pt x="135636" y="178308"/>
                </a:lnTo>
                <a:lnTo>
                  <a:pt x="132588" y="175260"/>
                </a:lnTo>
                <a:lnTo>
                  <a:pt x="129540" y="167640"/>
                </a:lnTo>
                <a:lnTo>
                  <a:pt x="122991" y="158472"/>
                </a:lnTo>
                <a:lnTo>
                  <a:pt x="114871" y="149161"/>
                </a:lnTo>
                <a:lnTo>
                  <a:pt x="105322" y="139565"/>
                </a:lnTo>
                <a:lnTo>
                  <a:pt x="94488" y="129540"/>
                </a:lnTo>
                <a:lnTo>
                  <a:pt x="111555" y="129540"/>
                </a:lnTo>
                <a:lnTo>
                  <a:pt x="149352" y="153924"/>
                </a:lnTo>
                <a:lnTo>
                  <a:pt x="149352" y="161544"/>
                </a:lnTo>
                <a:lnTo>
                  <a:pt x="147828" y="166116"/>
                </a:lnTo>
                <a:lnTo>
                  <a:pt x="141732" y="175260"/>
                </a:lnTo>
                <a:lnTo>
                  <a:pt x="140208" y="178308"/>
                </a:lnTo>
                <a:close/>
              </a:path>
              <a:path w="327660" h="361314">
                <a:moveTo>
                  <a:pt x="272092" y="202692"/>
                </a:moveTo>
                <a:lnTo>
                  <a:pt x="237744" y="202692"/>
                </a:lnTo>
                <a:lnTo>
                  <a:pt x="251460" y="185928"/>
                </a:lnTo>
                <a:lnTo>
                  <a:pt x="272092" y="202692"/>
                </a:lnTo>
                <a:close/>
              </a:path>
              <a:path w="327660" h="361314">
                <a:moveTo>
                  <a:pt x="59436" y="361188"/>
                </a:moveTo>
                <a:lnTo>
                  <a:pt x="60317" y="336303"/>
                </a:lnTo>
                <a:lnTo>
                  <a:pt x="60769" y="314134"/>
                </a:lnTo>
                <a:lnTo>
                  <a:pt x="60869" y="302323"/>
                </a:lnTo>
                <a:lnTo>
                  <a:pt x="60936" y="260770"/>
                </a:lnTo>
                <a:lnTo>
                  <a:pt x="60769" y="240601"/>
                </a:lnTo>
                <a:lnTo>
                  <a:pt x="60307" y="216408"/>
                </a:lnTo>
                <a:lnTo>
                  <a:pt x="59436" y="188976"/>
                </a:lnTo>
                <a:lnTo>
                  <a:pt x="83820" y="202692"/>
                </a:lnTo>
                <a:lnTo>
                  <a:pt x="272092" y="202692"/>
                </a:lnTo>
                <a:lnTo>
                  <a:pt x="275843" y="205740"/>
                </a:lnTo>
                <a:lnTo>
                  <a:pt x="268006" y="211836"/>
                </a:lnTo>
                <a:lnTo>
                  <a:pt x="82296" y="211836"/>
                </a:lnTo>
                <a:lnTo>
                  <a:pt x="82296" y="262128"/>
                </a:lnTo>
                <a:lnTo>
                  <a:pt x="262150" y="262128"/>
                </a:lnTo>
                <a:lnTo>
                  <a:pt x="262180" y="271271"/>
                </a:lnTo>
                <a:lnTo>
                  <a:pt x="82296" y="271271"/>
                </a:lnTo>
                <a:lnTo>
                  <a:pt x="82296" y="324612"/>
                </a:lnTo>
                <a:lnTo>
                  <a:pt x="262691" y="324612"/>
                </a:lnTo>
                <a:lnTo>
                  <a:pt x="262770" y="329350"/>
                </a:lnTo>
                <a:lnTo>
                  <a:pt x="263004" y="333756"/>
                </a:lnTo>
                <a:lnTo>
                  <a:pt x="82296" y="333756"/>
                </a:lnTo>
                <a:lnTo>
                  <a:pt x="82296" y="348996"/>
                </a:lnTo>
                <a:lnTo>
                  <a:pt x="59436" y="361188"/>
                </a:lnTo>
                <a:close/>
              </a:path>
              <a:path w="327660" h="361314">
                <a:moveTo>
                  <a:pt x="262150" y="262128"/>
                </a:moveTo>
                <a:lnTo>
                  <a:pt x="240792" y="262128"/>
                </a:lnTo>
                <a:lnTo>
                  <a:pt x="240792" y="211836"/>
                </a:lnTo>
                <a:lnTo>
                  <a:pt x="268006" y="211836"/>
                </a:lnTo>
                <a:lnTo>
                  <a:pt x="262128" y="216408"/>
                </a:lnTo>
                <a:lnTo>
                  <a:pt x="262150" y="262128"/>
                </a:lnTo>
                <a:close/>
              </a:path>
              <a:path w="327660" h="361314">
                <a:moveTo>
                  <a:pt x="262691" y="324612"/>
                </a:moveTo>
                <a:lnTo>
                  <a:pt x="240792" y="324612"/>
                </a:lnTo>
                <a:lnTo>
                  <a:pt x="240792" y="271271"/>
                </a:lnTo>
                <a:lnTo>
                  <a:pt x="262180" y="271271"/>
                </a:lnTo>
                <a:lnTo>
                  <a:pt x="262318" y="302323"/>
                </a:lnTo>
                <a:lnTo>
                  <a:pt x="262691" y="324612"/>
                </a:lnTo>
                <a:close/>
              </a:path>
              <a:path w="327660" h="361314">
                <a:moveTo>
                  <a:pt x="240792" y="358140"/>
                </a:moveTo>
                <a:lnTo>
                  <a:pt x="240792" y="333756"/>
                </a:lnTo>
                <a:lnTo>
                  <a:pt x="263004" y="333756"/>
                </a:lnTo>
                <a:lnTo>
                  <a:pt x="263652" y="345948"/>
                </a:lnTo>
                <a:lnTo>
                  <a:pt x="240792" y="35814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" name="object 54"/>
          <p:cNvSpPr/>
          <p:nvPr/>
        </p:nvSpPr>
        <p:spPr>
          <a:xfrm>
            <a:off x="6425183" y="3970020"/>
            <a:ext cx="358140" cy="344805"/>
          </a:xfrm>
          <a:custGeom>
            <a:avLst/>
            <a:gdLst/>
            <a:ahLst/>
            <a:cxnLst/>
            <a:rect l="l" t="t" r="r" b="b"/>
            <a:pathLst>
              <a:path w="358140" h="344804">
                <a:moveTo>
                  <a:pt x="35052" y="36576"/>
                </a:moveTo>
                <a:lnTo>
                  <a:pt x="21336" y="22860"/>
                </a:lnTo>
                <a:lnTo>
                  <a:pt x="281940" y="22860"/>
                </a:lnTo>
                <a:lnTo>
                  <a:pt x="304800" y="0"/>
                </a:lnTo>
                <a:lnTo>
                  <a:pt x="338328" y="32004"/>
                </a:lnTo>
                <a:lnTo>
                  <a:pt x="71628" y="32004"/>
                </a:lnTo>
                <a:lnTo>
                  <a:pt x="61626" y="32289"/>
                </a:lnTo>
                <a:lnTo>
                  <a:pt x="52197" y="33147"/>
                </a:lnTo>
                <a:lnTo>
                  <a:pt x="43338" y="34575"/>
                </a:lnTo>
                <a:lnTo>
                  <a:pt x="35052" y="36576"/>
                </a:lnTo>
                <a:close/>
              </a:path>
              <a:path w="358140" h="344804">
                <a:moveTo>
                  <a:pt x="132588" y="146304"/>
                </a:moveTo>
                <a:lnTo>
                  <a:pt x="109728" y="146304"/>
                </a:lnTo>
                <a:lnTo>
                  <a:pt x="109728" y="32004"/>
                </a:lnTo>
                <a:lnTo>
                  <a:pt x="132588" y="32004"/>
                </a:lnTo>
                <a:lnTo>
                  <a:pt x="132588" y="146304"/>
                </a:lnTo>
                <a:close/>
              </a:path>
              <a:path w="358140" h="344804">
                <a:moveTo>
                  <a:pt x="249936" y="146304"/>
                </a:moveTo>
                <a:lnTo>
                  <a:pt x="227076" y="146304"/>
                </a:lnTo>
                <a:lnTo>
                  <a:pt x="227076" y="32004"/>
                </a:lnTo>
                <a:lnTo>
                  <a:pt x="249936" y="32004"/>
                </a:lnTo>
                <a:lnTo>
                  <a:pt x="249936" y="146304"/>
                </a:lnTo>
                <a:close/>
              </a:path>
              <a:path w="358140" h="344804">
                <a:moveTo>
                  <a:pt x="13716" y="160020"/>
                </a:moveTo>
                <a:lnTo>
                  <a:pt x="0" y="146304"/>
                </a:lnTo>
                <a:lnTo>
                  <a:pt x="298704" y="146304"/>
                </a:lnTo>
                <a:lnTo>
                  <a:pt x="324612" y="121920"/>
                </a:lnTo>
                <a:lnTo>
                  <a:pt x="358140" y="155448"/>
                </a:lnTo>
                <a:lnTo>
                  <a:pt x="50292" y="155448"/>
                </a:lnTo>
                <a:lnTo>
                  <a:pt x="40290" y="155733"/>
                </a:lnTo>
                <a:lnTo>
                  <a:pt x="30861" y="156591"/>
                </a:lnTo>
                <a:lnTo>
                  <a:pt x="22002" y="158019"/>
                </a:lnTo>
                <a:lnTo>
                  <a:pt x="13716" y="160020"/>
                </a:lnTo>
                <a:close/>
              </a:path>
              <a:path w="358140" h="344804">
                <a:moveTo>
                  <a:pt x="10668" y="344424"/>
                </a:moveTo>
                <a:lnTo>
                  <a:pt x="6096" y="339852"/>
                </a:lnTo>
                <a:lnTo>
                  <a:pt x="29575" y="322397"/>
                </a:lnTo>
                <a:lnTo>
                  <a:pt x="49911" y="304228"/>
                </a:lnTo>
                <a:lnTo>
                  <a:pt x="82296" y="265176"/>
                </a:lnTo>
                <a:lnTo>
                  <a:pt x="101727" y="217170"/>
                </a:lnTo>
                <a:lnTo>
                  <a:pt x="109728" y="155448"/>
                </a:lnTo>
                <a:lnTo>
                  <a:pt x="132588" y="155448"/>
                </a:lnTo>
                <a:lnTo>
                  <a:pt x="124396" y="216027"/>
                </a:lnTo>
                <a:lnTo>
                  <a:pt x="103632" y="265176"/>
                </a:lnTo>
                <a:lnTo>
                  <a:pt x="66294" y="306514"/>
                </a:lnTo>
                <a:lnTo>
                  <a:pt x="40624" y="325826"/>
                </a:lnTo>
                <a:lnTo>
                  <a:pt x="10668" y="344424"/>
                </a:lnTo>
                <a:close/>
              </a:path>
              <a:path w="358140" h="344804">
                <a:moveTo>
                  <a:pt x="225552" y="341376"/>
                </a:moveTo>
                <a:lnTo>
                  <a:pt x="226433" y="318492"/>
                </a:lnTo>
                <a:lnTo>
                  <a:pt x="226885" y="297751"/>
                </a:lnTo>
                <a:lnTo>
                  <a:pt x="226963" y="288940"/>
                </a:lnTo>
                <a:lnTo>
                  <a:pt x="227076" y="155448"/>
                </a:lnTo>
                <a:lnTo>
                  <a:pt x="249936" y="155448"/>
                </a:lnTo>
                <a:lnTo>
                  <a:pt x="250012" y="279011"/>
                </a:lnTo>
                <a:lnTo>
                  <a:pt x="250174" y="288940"/>
                </a:lnTo>
                <a:lnTo>
                  <a:pt x="251221" y="317611"/>
                </a:lnTo>
                <a:lnTo>
                  <a:pt x="251460" y="332232"/>
                </a:lnTo>
                <a:lnTo>
                  <a:pt x="225552" y="34137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" name="object 55"/>
          <p:cNvSpPr/>
          <p:nvPr/>
        </p:nvSpPr>
        <p:spPr>
          <a:xfrm>
            <a:off x="6832092" y="3957827"/>
            <a:ext cx="332740" cy="355600"/>
          </a:xfrm>
          <a:custGeom>
            <a:avLst/>
            <a:gdLst/>
            <a:ahLst/>
            <a:cxnLst/>
            <a:rect l="l" t="t" r="r" b="b"/>
            <a:pathLst>
              <a:path w="332740" h="355600">
                <a:moveTo>
                  <a:pt x="326898" y="70104"/>
                </a:moveTo>
                <a:lnTo>
                  <a:pt x="300228" y="70104"/>
                </a:lnTo>
                <a:lnTo>
                  <a:pt x="310896" y="56388"/>
                </a:lnTo>
                <a:lnTo>
                  <a:pt x="326898" y="70104"/>
                </a:lnTo>
                <a:close/>
              </a:path>
              <a:path w="332740" h="355600">
                <a:moveTo>
                  <a:pt x="230124" y="341376"/>
                </a:moveTo>
                <a:lnTo>
                  <a:pt x="231005" y="312562"/>
                </a:lnTo>
                <a:lnTo>
                  <a:pt x="231437" y="280416"/>
                </a:lnTo>
                <a:lnTo>
                  <a:pt x="231560" y="255324"/>
                </a:lnTo>
                <a:lnTo>
                  <a:pt x="231612" y="152229"/>
                </a:lnTo>
                <a:lnTo>
                  <a:pt x="231457" y="117157"/>
                </a:lnTo>
                <a:lnTo>
                  <a:pt x="231005" y="84748"/>
                </a:lnTo>
                <a:lnTo>
                  <a:pt x="230124" y="57912"/>
                </a:lnTo>
                <a:lnTo>
                  <a:pt x="251460" y="70104"/>
                </a:lnTo>
                <a:lnTo>
                  <a:pt x="326898" y="70104"/>
                </a:lnTo>
                <a:lnTo>
                  <a:pt x="332232" y="74676"/>
                </a:lnTo>
                <a:lnTo>
                  <a:pt x="326898" y="79248"/>
                </a:lnTo>
                <a:lnTo>
                  <a:pt x="251460" y="79248"/>
                </a:lnTo>
                <a:lnTo>
                  <a:pt x="251460" y="280416"/>
                </a:lnTo>
                <a:lnTo>
                  <a:pt x="322823" y="280416"/>
                </a:lnTo>
                <a:lnTo>
                  <a:pt x="322923" y="289560"/>
                </a:lnTo>
                <a:lnTo>
                  <a:pt x="251460" y="289560"/>
                </a:lnTo>
                <a:lnTo>
                  <a:pt x="251460" y="330708"/>
                </a:lnTo>
                <a:lnTo>
                  <a:pt x="230124" y="341376"/>
                </a:lnTo>
                <a:close/>
              </a:path>
              <a:path w="332740" h="355600">
                <a:moveTo>
                  <a:pt x="322823" y="280416"/>
                </a:moveTo>
                <a:lnTo>
                  <a:pt x="301752" y="280416"/>
                </a:lnTo>
                <a:lnTo>
                  <a:pt x="301752" y="79248"/>
                </a:lnTo>
                <a:lnTo>
                  <a:pt x="326898" y="79248"/>
                </a:lnTo>
                <a:lnTo>
                  <a:pt x="321564" y="83820"/>
                </a:lnTo>
                <a:lnTo>
                  <a:pt x="321740" y="154995"/>
                </a:lnTo>
                <a:lnTo>
                  <a:pt x="322100" y="209373"/>
                </a:lnTo>
                <a:lnTo>
                  <a:pt x="322551" y="255324"/>
                </a:lnTo>
                <a:lnTo>
                  <a:pt x="322823" y="280416"/>
                </a:lnTo>
                <a:close/>
              </a:path>
              <a:path w="332740" h="355600">
                <a:moveTo>
                  <a:pt x="301752" y="326136"/>
                </a:moveTo>
                <a:lnTo>
                  <a:pt x="301752" y="289560"/>
                </a:lnTo>
                <a:lnTo>
                  <a:pt x="322923" y="289560"/>
                </a:lnTo>
                <a:lnTo>
                  <a:pt x="323088" y="313943"/>
                </a:lnTo>
                <a:lnTo>
                  <a:pt x="301752" y="326136"/>
                </a:lnTo>
                <a:close/>
              </a:path>
              <a:path w="332740" h="355600">
                <a:moveTo>
                  <a:pt x="149352" y="89916"/>
                </a:moveTo>
                <a:lnTo>
                  <a:pt x="129540" y="89916"/>
                </a:lnTo>
                <a:lnTo>
                  <a:pt x="129528" y="79248"/>
                </a:lnTo>
                <a:lnTo>
                  <a:pt x="129407" y="53340"/>
                </a:lnTo>
                <a:lnTo>
                  <a:pt x="129349" y="45529"/>
                </a:lnTo>
                <a:lnTo>
                  <a:pt x="128897" y="22836"/>
                </a:lnTo>
                <a:lnTo>
                  <a:pt x="128016" y="0"/>
                </a:lnTo>
                <a:lnTo>
                  <a:pt x="163068" y="15240"/>
                </a:lnTo>
                <a:lnTo>
                  <a:pt x="149352" y="27432"/>
                </a:lnTo>
                <a:lnTo>
                  <a:pt x="149352" y="89916"/>
                </a:lnTo>
                <a:close/>
              </a:path>
              <a:path w="332740" h="355600">
                <a:moveTo>
                  <a:pt x="0" y="289560"/>
                </a:moveTo>
                <a:lnTo>
                  <a:pt x="204" y="268224"/>
                </a:lnTo>
                <a:lnTo>
                  <a:pt x="275" y="262651"/>
                </a:lnTo>
                <a:lnTo>
                  <a:pt x="1012" y="220146"/>
                </a:lnTo>
                <a:lnTo>
                  <a:pt x="1285" y="202977"/>
                </a:lnTo>
                <a:lnTo>
                  <a:pt x="1397" y="185737"/>
                </a:lnTo>
                <a:lnTo>
                  <a:pt x="1497" y="161925"/>
                </a:lnTo>
                <a:lnTo>
                  <a:pt x="1285" y="128992"/>
                </a:lnTo>
                <a:lnTo>
                  <a:pt x="694" y="94488"/>
                </a:lnTo>
                <a:lnTo>
                  <a:pt x="238" y="72461"/>
                </a:lnTo>
                <a:lnTo>
                  <a:pt x="0" y="53340"/>
                </a:lnTo>
                <a:lnTo>
                  <a:pt x="22860" y="65532"/>
                </a:lnTo>
                <a:lnTo>
                  <a:pt x="87145" y="65532"/>
                </a:lnTo>
                <a:lnTo>
                  <a:pt x="92964" y="70104"/>
                </a:lnTo>
                <a:lnTo>
                  <a:pt x="87630" y="74676"/>
                </a:lnTo>
                <a:lnTo>
                  <a:pt x="21336" y="74676"/>
                </a:lnTo>
                <a:lnTo>
                  <a:pt x="21336" y="225552"/>
                </a:lnTo>
                <a:lnTo>
                  <a:pt x="82893" y="225552"/>
                </a:lnTo>
                <a:lnTo>
                  <a:pt x="82938" y="229266"/>
                </a:lnTo>
                <a:lnTo>
                  <a:pt x="83140" y="234696"/>
                </a:lnTo>
                <a:lnTo>
                  <a:pt x="21336" y="234696"/>
                </a:lnTo>
                <a:lnTo>
                  <a:pt x="21336" y="278891"/>
                </a:lnTo>
                <a:lnTo>
                  <a:pt x="0" y="289560"/>
                </a:lnTo>
                <a:close/>
              </a:path>
              <a:path w="332740" h="355600">
                <a:moveTo>
                  <a:pt x="87145" y="65532"/>
                </a:moveTo>
                <a:lnTo>
                  <a:pt x="60960" y="65532"/>
                </a:lnTo>
                <a:lnTo>
                  <a:pt x="71628" y="53340"/>
                </a:lnTo>
                <a:lnTo>
                  <a:pt x="87145" y="65532"/>
                </a:lnTo>
                <a:close/>
              </a:path>
              <a:path w="332740" h="355600">
                <a:moveTo>
                  <a:pt x="82893" y="225552"/>
                </a:moveTo>
                <a:lnTo>
                  <a:pt x="62484" y="225552"/>
                </a:lnTo>
                <a:lnTo>
                  <a:pt x="62484" y="74676"/>
                </a:lnTo>
                <a:lnTo>
                  <a:pt x="87630" y="74676"/>
                </a:lnTo>
                <a:lnTo>
                  <a:pt x="82296" y="79248"/>
                </a:lnTo>
                <a:lnTo>
                  <a:pt x="82419" y="172259"/>
                </a:lnTo>
                <a:lnTo>
                  <a:pt x="82486" y="192405"/>
                </a:lnTo>
                <a:lnTo>
                  <a:pt x="82893" y="225552"/>
                </a:lnTo>
                <a:close/>
              </a:path>
              <a:path w="332740" h="355600">
                <a:moveTo>
                  <a:pt x="103632" y="103632"/>
                </a:moveTo>
                <a:lnTo>
                  <a:pt x="89916" y="89916"/>
                </a:lnTo>
                <a:lnTo>
                  <a:pt x="188976" y="89916"/>
                </a:lnTo>
                <a:lnTo>
                  <a:pt x="198120" y="76200"/>
                </a:lnTo>
                <a:lnTo>
                  <a:pt x="220980" y="94488"/>
                </a:lnTo>
                <a:lnTo>
                  <a:pt x="215646" y="99060"/>
                </a:lnTo>
                <a:lnTo>
                  <a:pt x="129540" y="99060"/>
                </a:lnTo>
                <a:lnTo>
                  <a:pt x="122705" y="99345"/>
                </a:lnTo>
                <a:lnTo>
                  <a:pt x="116014" y="100203"/>
                </a:lnTo>
                <a:lnTo>
                  <a:pt x="109608" y="101631"/>
                </a:lnTo>
                <a:lnTo>
                  <a:pt x="103632" y="103632"/>
                </a:lnTo>
                <a:close/>
              </a:path>
              <a:path w="332740" h="355600">
                <a:moveTo>
                  <a:pt x="45720" y="355092"/>
                </a:moveTo>
                <a:lnTo>
                  <a:pt x="41148" y="350520"/>
                </a:lnTo>
                <a:lnTo>
                  <a:pt x="62531" y="325350"/>
                </a:lnTo>
                <a:lnTo>
                  <a:pt x="80772" y="300037"/>
                </a:lnTo>
                <a:lnTo>
                  <a:pt x="106680" y="248412"/>
                </a:lnTo>
                <a:lnTo>
                  <a:pt x="122110" y="185737"/>
                </a:lnTo>
                <a:lnTo>
                  <a:pt x="126611" y="145327"/>
                </a:lnTo>
                <a:lnTo>
                  <a:pt x="129540" y="99060"/>
                </a:lnTo>
                <a:lnTo>
                  <a:pt x="149352" y="99060"/>
                </a:lnTo>
                <a:lnTo>
                  <a:pt x="146827" y="144518"/>
                </a:lnTo>
                <a:lnTo>
                  <a:pt x="141732" y="184975"/>
                </a:lnTo>
                <a:lnTo>
                  <a:pt x="124968" y="251460"/>
                </a:lnTo>
                <a:lnTo>
                  <a:pt x="94488" y="304990"/>
                </a:lnTo>
                <a:lnTo>
                  <a:pt x="72247" y="330541"/>
                </a:lnTo>
                <a:lnTo>
                  <a:pt x="45720" y="355092"/>
                </a:lnTo>
                <a:close/>
              </a:path>
              <a:path w="332740" h="355600">
                <a:moveTo>
                  <a:pt x="192140" y="303276"/>
                </a:moveTo>
                <a:lnTo>
                  <a:pt x="163068" y="303276"/>
                </a:lnTo>
                <a:lnTo>
                  <a:pt x="167640" y="301752"/>
                </a:lnTo>
                <a:lnTo>
                  <a:pt x="170830" y="298870"/>
                </a:lnTo>
                <a:lnTo>
                  <a:pt x="182999" y="246507"/>
                </a:lnTo>
                <a:lnTo>
                  <a:pt x="188190" y="161925"/>
                </a:lnTo>
                <a:lnTo>
                  <a:pt x="190500" y="99060"/>
                </a:lnTo>
                <a:lnTo>
                  <a:pt x="215646" y="99060"/>
                </a:lnTo>
                <a:lnTo>
                  <a:pt x="210312" y="103632"/>
                </a:lnTo>
                <a:lnTo>
                  <a:pt x="207121" y="172259"/>
                </a:lnTo>
                <a:lnTo>
                  <a:pt x="204186" y="225552"/>
                </a:lnTo>
                <a:lnTo>
                  <a:pt x="201310" y="262651"/>
                </a:lnTo>
                <a:lnTo>
                  <a:pt x="198120" y="284988"/>
                </a:lnTo>
                <a:lnTo>
                  <a:pt x="194429" y="297561"/>
                </a:lnTo>
                <a:lnTo>
                  <a:pt x="192140" y="303276"/>
                </a:lnTo>
                <a:close/>
              </a:path>
              <a:path w="332740" h="355600">
                <a:moveTo>
                  <a:pt x="62484" y="263652"/>
                </a:moveTo>
                <a:lnTo>
                  <a:pt x="62484" y="234696"/>
                </a:lnTo>
                <a:lnTo>
                  <a:pt x="83140" y="234696"/>
                </a:lnTo>
                <a:lnTo>
                  <a:pt x="83820" y="252984"/>
                </a:lnTo>
                <a:lnTo>
                  <a:pt x="62484" y="263652"/>
                </a:lnTo>
                <a:close/>
              </a:path>
              <a:path w="332740" h="355600">
                <a:moveTo>
                  <a:pt x="153924" y="338328"/>
                </a:moveTo>
                <a:lnTo>
                  <a:pt x="151638" y="328588"/>
                </a:lnTo>
                <a:lnTo>
                  <a:pt x="144780" y="319849"/>
                </a:lnTo>
                <a:lnTo>
                  <a:pt x="133350" y="311967"/>
                </a:lnTo>
                <a:lnTo>
                  <a:pt x="117348" y="304800"/>
                </a:lnTo>
                <a:lnTo>
                  <a:pt x="118872" y="298704"/>
                </a:lnTo>
                <a:lnTo>
                  <a:pt x="128849" y="300704"/>
                </a:lnTo>
                <a:lnTo>
                  <a:pt x="138112" y="302133"/>
                </a:lnTo>
                <a:lnTo>
                  <a:pt x="146518" y="302990"/>
                </a:lnTo>
                <a:lnTo>
                  <a:pt x="153924" y="303276"/>
                </a:lnTo>
                <a:lnTo>
                  <a:pt x="192140" y="303276"/>
                </a:lnTo>
                <a:lnTo>
                  <a:pt x="190309" y="307848"/>
                </a:lnTo>
                <a:lnTo>
                  <a:pt x="162496" y="334637"/>
                </a:lnTo>
                <a:lnTo>
                  <a:pt x="153924" y="33832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" name="object 56"/>
          <p:cNvSpPr/>
          <p:nvPr/>
        </p:nvSpPr>
        <p:spPr>
          <a:xfrm>
            <a:off x="7223747" y="3959351"/>
            <a:ext cx="730250" cy="355600"/>
          </a:xfrm>
          <a:custGeom>
            <a:avLst/>
            <a:gdLst/>
            <a:ahLst/>
            <a:cxnLst/>
            <a:rect l="l" t="t" r="r" b="b"/>
            <a:pathLst>
              <a:path w="730250" h="355600">
                <a:moveTo>
                  <a:pt x="105156" y="68592"/>
                </a:moveTo>
                <a:lnTo>
                  <a:pt x="99060" y="62496"/>
                </a:lnTo>
                <a:lnTo>
                  <a:pt x="85344" y="48780"/>
                </a:lnTo>
                <a:lnTo>
                  <a:pt x="73152" y="60972"/>
                </a:lnTo>
                <a:lnTo>
                  <a:pt x="73152" y="71628"/>
                </a:lnTo>
                <a:lnTo>
                  <a:pt x="73152" y="211848"/>
                </a:lnTo>
                <a:lnTo>
                  <a:pt x="21336" y="211848"/>
                </a:lnTo>
                <a:lnTo>
                  <a:pt x="21336" y="71628"/>
                </a:lnTo>
                <a:lnTo>
                  <a:pt x="73152" y="71628"/>
                </a:lnTo>
                <a:lnTo>
                  <a:pt x="73152" y="60972"/>
                </a:lnTo>
                <a:lnTo>
                  <a:pt x="71628" y="62496"/>
                </a:lnTo>
                <a:lnTo>
                  <a:pt x="21336" y="62496"/>
                </a:lnTo>
                <a:lnTo>
                  <a:pt x="0" y="48780"/>
                </a:lnTo>
                <a:lnTo>
                  <a:pt x="889" y="73012"/>
                </a:lnTo>
                <a:lnTo>
                  <a:pt x="1333" y="99834"/>
                </a:lnTo>
                <a:lnTo>
                  <a:pt x="1511" y="128930"/>
                </a:lnTo>
                <a:lnTo>
                  <a:pt x="1384" y="211848"/>
                </a:lnTo>
                <a:lnTo>
                  <a:pt x="1308" y="220992"/>
                </a:lnTo>
                <a:lnTo>
                  <a:pt x="914" y="243852"/>
                </a:lnTo>
                <a:lnTo>
                  <a:pt x="850" y="246900"/>
                </a:lnTo>
                <a:lnTo>
                  <a:pt x="0" y="269760"/>
                </a:lnTo>
                <a:lnTo>
                  <a:pt x="21336" y="260616"/>
                </a:lnTo>
                <a:lnTo>
                  <a:pt x="21336" y="220992"/>
                </a:lnTo>
                <a:lnTo>
                  <a:pt x="73152" y="220992"/>
                </a:lnTo>
                <a:lnTo>
                  <a:pt x="73152" y="249948"/>
                </a:lnTo>
                <a:lnTo>
                  <a:pt x="94488" y="237756"/>
                </a:lnTo>
                <a:lnTo>
                  <a:pt x="92989" y="192532"/>
                </a:lnTo>
                <a:lnTo>
                  <a:pt x="92964" y="77736"/>
                </a:lnTo>
                <a:lnTo>
                  <a:pt x="101092" y="71628"/>
                </a:lnTo>
                <a:lnTo>
                  <a:pt x="105156" y="68592"/>
                </a:lnTo>
                <a:close/>
              </a:path>
              <a:path w="730250" h="355600">
                <a:moveTo>
                  <a:pt x="202692" y="16764"/>
                </a:moveTo>
                <a:lnTo>
                  <a:pt x="169164" y="12"/>
                </a:lnTo>
                <a:lnTo>
                  <a:pt x="169405" y="15151"/>
                </a:lnTo>
                <a:lnTo>
                  <a:pt x="169926" y="28587"/>
                </a:lnTo>
                <a:lnTo>
                  <a:pt x="170459" y="40297"/>
                </a:lnTo>
                <a:lnTo>
                  <a:pt x="170662" y="48780"/>
                </a:lnTo>
                <a:lnTo>
                  <a:pt x="170688" y="79260"/>
                </a:lnTo>
                <a:lnTo>
                  <a:pt x="103632" y="79260"/>
                </a:lnTo>
                <a:lnTo>
                  <a:pt x="115824" y="91440"/>
                </a:lnTo>
                <a:lnTo>
                  <a:pt x="129540" y="88404"/>
                </a:lnTo>
                <a:lnTo>
                  <a:pt x="170688" y="88404"/>
                </a:lnTo>
                <a:lnTo>
                  <a:pt x="170688" y="156984"/>
                </a:lnTo>
                <a:lnTo>
                  <a:pt x="111252" y="156984"/>
                </a:lnTo>
                <a:lnTo>
                  <a:pt x="123444" y="169176"/>
                </a:lnTo>
                <a:lnTo>
                  <a:pt x="137160" y="166128"/>
                </a:lnTo>
                <a:lnTo>
                  <a:pt x="170688" y="166128"/>
                </a:lnTo>
                <a:lnTo>
                  <a:pt x="170688" y="234708"/>
                </a:lnTo>
                <a:lnTo>
                  <a:pt x="99060" y="234708"/>
                </a:lnTo>
                <a:lnTo>
                  <a:pt x="111252" y="246900"/>
                </a:lnTo>
                <a:lnTo>
                  <a:pt x="124968" y="243852"/>
                </a:lnTo>
                <a:lnTo>
                  <a:pt x="170688" y="243852"/>
                </a:lnTo>
                <a:lnTo>
                  <a:pt x="170624" y="281952"/>
                </a:lnTo>
                <a:lnTo>
                  <a:pt x="170459" y="293738"/>
                </a:lnTo>
                <a:lnTo>
                  <a:pt x="169926" y="311099"/>
                </a:lnTo>
                <a:lnTo>
                  <a:pt x="169405" y="329882"/>
                </a:lnTo>
                <a:lnTo>
                  <a:pt x="169164" y="350532"/>
                </a:lnTo>
                <a:lnTo>
                  <a:pt x="192024" y="339864"/>
                </a:lnTo>
                <a:lnTo>
                  <a:pt x="191147" y="326732"/>
                </a:lnTo>
                <a:lnTo>
                  <a:pt x="190690" y="312623"/>
                </a:lnTo>
                <a:lnTo>
                  <a:pt x="190525" y="297637"/>
                </a:lnTo>
                <a:lnTo>
                  <a:pt x="190500" y="243852"/>
                </a:lnTo>
                <a:lnTo>
                  <a:pt x="190500" y="166128"/>
                </a:lnTo>
                <a:lnTo>
                  <a:pt x="190500" y="88404"/>
                </a:lnTo>
                <a:lnTo>
                  <a:pt x="190500" y="30492"/>
                </a:lnTo>
                <a:lnTo>
                  <a:pt x="202692" y="16764"/>
                </a:lnTo>
                <a:close/>
              </a:path>
              <a:path w="730250" h="355600">
                <a:moveTo>
                  <a:pt x="341376" y="243852"/>
                </a:moveTo>
                <a:lnTo>
                  <a:pt x="332778" y="234708"/>
                </a:lnTo>
                <a:lnTo>
                  <a:pt x="316992" y="217944"/>
                </a:lnTo>
                <a:lnTo>
                  <a:pt x="300228" y="234708"/>
                </a:lnTo>
                <a:lnTo>
                  <a:pt x="256032" y="234708"/>
                </a:lnTo>
                <a:lnTo>
                  <a:pt x="256032" y="166128"/>
                </a:lnTo>
                <a:lnTo>
                  <a:pt x="332232" y="166128"/>
                </a:lnTo>
                <a:lnTo>
                  <a:pt x="323659" y="156984"/>
                </a:lnTo>
                <a:lnTo>
                  <a:pt x="309372" y="141744"/>
                </a:lnTo>
                <a:lnTo>
                  <a:pt x="294132" y="156984"/>
                </a:lnTo>
                <a:lnTo>
                  <a:pt x="256032" y="156984"/>
                </a:lnTo>
                <a:lnTo>
                  <a:pt x="256032" y="88404"/>
                </a:lnTo>
                <a:lnTo>
                  <a:pt x="338328" y="88404"/>
                </a:lnTo>
                <a:lnTo>
                  <a:pt x="329730" y="79260"/>
                </a:lnTo>
                <a:lnTo>
                  <a:pt x="313944" y="62496"/>
                </a:lnTo>
                <a:lnTo>
                  <a:pt x="297180" y="79260"/>
                </a:lnTo>
                <a:lnTo>
                  <a:pt x="256032" y="79260"/>
                </a:lnTo>
                <a:lnTo>
                  <a:pt x="256032" y="30492"/>
                </a:lnTo>
                <a:lnTo>
                  <a:pt x="268224" y="19812"/>
                </a:lnTo>
                <a:lnTo>
                  <a:pt x="234696" y="1536"/>
                </a:lnTo>
                <a:lnTo>
                  <a:pt x="235585" y="24130"/>
                </a:lnTo>
                <a:lnTo>
                  <a:pt x="236029" y="46304"/>
                </a:lnTo>
                <a:lnTo>
                  <a:pt x="236156" y="62496"/>
                </a:lnTo>
                <a:lnTo>
                  <a:pt x="236029" y="303288"/>
                </a:lnTo>
                <a:lnTo>
                  <a:pt x="235585" y="325615"/>
                </a:lnTo>
                <a:lnTo>
                  <a:pt x="234696" y="350532"/>
                </a:lnTo>
                <a:lnTo>
                  <a:pt x="257556" y="336816"/>
                </a:lnTo>
                <a:lnTo>
                  <a:pt x="256679" y="327621"/>
                </a:lnTo>
                <a:lnTo>
                  <a:pt x="256222" y="318147"/>
                </a:lnTo>
                <a:lnTo>
                  <a:pt x="256057" y="308089"/>
                </a:lnTo>
                <a:lnTo>
                  <a:pt x="256032" y="243852"/>
                </a:lnTo>
                <a:lnTo>
                  <a:pt x="341376" y="243852"/>
                </a:lnTo>
                <a:close/>
              </a:path>
              <a:path w="730250" h="355600">
                <a:moveTo>
                  <a:pt x="516648" y="242316"/>
                </a:moveTo>
                <a:lnTo>
                  <a:pt x="512076" y="237744"/>
                </a:lnTo>
                <a:lnTo>
                  <a:pt x="448068" y="291084"/>
                </a:lnTo>
                <a:lnTo>
                  <a:pt x="448068" y="153924"/>
                </a:lnTo>
                <a:lnTo>
                  <a:pt x="458736" y="141732"/>
                </a:lnTo>
                <a:lnTo>
                  <a:pt x="426732" y="124968"/>
                </a:lnTo>
                <a:lnTo>
                  <a:pt x="427609" y="138099"/>
                </a:lnTo>
                <a:lnTo>
                  <a:pt x="427990" y="149999"/>
                </a:lnTo>
                <a:lnTo>
                  <a:pt x="428078" y="153924"/>
                </a:lnTo>
                <a:lnTo>
                  <a:pt x="428205" y="164782"/>
                </a:lnTo>
                <a:lnTo>
                  <a:pt x="428256" y="298704"/>
                </a:lnTo>
                <a:lnTo>
                  <a:pt x="425208" y="306324"/>
                </a:lnTo>
                <a:lnTo>
                  <a:pt x="419112" y="309372"/>
                </a:lnTo>
                <a:lnTo>
                  <a:pt x="440448" y="332232"/>
                </a:lnTo>
                <a:lnTo>
                  <a:pt x="447852" y="319900"/>
                </a:lnTo>
                <a:lnTo>
                  <a:pt x="463118" y="300990"/>
                </a:lnTo>
                <a:lnTo>
                  <a:pt x="471944" y="291084"/>
                </a:lnTo>
                <a:lnTo>
                  <a:pt x="486092" y="275234"/>
                </a:lnTo>
                <a:lnTo>
                  <a:pt x="516648" y="242316"/>
                </a:lnTo>
                <a:close/>
              </a:path>
              <a:path w="730250" h="355600">
                <a:moveTo>
                  <a:pt x="522744" y="79248"/>
                </a:moveTo>
                <a:lnTo>
                  <a:pt x="515124" y="71628"/>
                </a:lnTo>
                <a:lnTo>
                  <a:pt x="498360" y="54864"/>
                </a:lnTo>
                <a:lnTo>
                  <a:pt x="484644" y="71628"/>
                </a:lnTo>
                <a:lnTo>
                  <a:pt x="429780" y="71628"/>
                </a:lnTo>
                <a:lnTo>
                  <a:pt x="434352" y="60223"/>
                </a:lnTo>
                <a:lnTo>
                  <a:pt x="438924" y="48958"/>
                </a:lnTo>
                <a:lnTo>
                  <a:pt x="443496" y="37985"/>
                </a:lnTo>
                <a:lnTo>
                  <a:pt x="448068" y="27432"/>
                </a:lnTo>
                <a:lnTo>
                  <a:pt x="461784" y="18288"/>
                </a:lnTo>
                <a:lnTo>
                  <a:pt x="428256" y="0"/>
                </a:lnTo>
                <a:lnTo>
                  <a:pt x="417144" y="45720"/>
                </a:lnTo>
                <a:lnTo>
                  <a:pt x="400532" y="96685"/>
                </a:lnTo>
                <a:lnTo>
                  <a:pt x="379958" y="144691"/>
                </a:lnTo>
                <a:lnTo>
                  <a:pt x="368820" y="166116"/>
                </a:lnTo>
                <a:lnTo>
                  <a:pt x="373392" y="169164"/>
                </a:lnTo>
                <a:lnTo>
                  <a:pt x="387718" y="149999"/>
                </a:lnTo>
                <a:lnTo>
                  <a:pt x="401205" y="128968"/>
                </a:lnTo>
                <a:lnTo>
                  <a:pt x="414108" y="105943"/>
                </a:lnTo>
                <a:lnTo>
                  <a:pt x="426732" y="80772"/>
                </a:lnTo>
                <a:lnTo>
                  <a:pt x="486168" y="80772"/>
                </a:lnTo>
                <a:lnTo>
                  <a:pt x="460260" y="135636"/>
                </a:lnTo>
                <a:lnTo>
                  <a:pt x="464832" y="137160"/>
                </a:lnTo>
                <a:lnTo>
                  <a:pt x="478256" y="119735"/>
                </a:lnTo>
                <a:lnTo>
                  <a:pt x="488835" y="106299"/>
                </a:lnTo>
                <a:lnTo>
                  <a:pt x="518172" y="80772"/>
                </a:lnTo>
                <a:lnTo>
                  <a:pt x="522744" y="79248"/>
                </a:lnTo>
                <a:close/>
              </a:path>
              <a:path w="730250" h="355600">
                <a:moveTo>
                  <a:pt x="704100" y="234696"/>
                </a:moveTo>
                <a:lnTo>
                  <a:pt x="699528" y="230124"/>
                </a:lnTo>
                <a:lnTo>
                  <a:pt x="684288" y="214884"/>
                </a:lnTo>
                <a:lnTo>
                  <a:pt x="672096" y="227076"/>
                </a:lnTo>
                <a:lnTo>
                  <a:pt x="672096" y="239268"/>
                </a:lnTo>
                <a:lnTo>
                  <a:pt x="672096" y="307848"/>
                </a:lnTo>
                <a:lnTo>
                  <a:pt x="565416" y="307848"/>
                </a:lnTo>
                <a:lnTo>
                  <a:pt x="565416" y="239268"/>
                </a:lnTo>
                <a:lnTo>
                  <a:pt x="672096" y="239268"/>
                </a:lnTo>
                <a:lnTo>
                  <a:pt x="672096" y="227076"/>
                </a:lnTo>
                <a:lnTo>
                  <a:pt x="669048" y="230124"/>
                </a:lnTo>
                <a:lnTo>
                  <a:pt x="565416" y="230124"/>
                </a:lnTo>
                <a:lnTo>
                  <a:pt x="565416" y="192024"/>
                </a:lnTo>
                <a:lnTo>
                  <a:pt x="658380" y="192024"/>
                </a:lnTo>
                <a:lnTo>
                  <a:pt x="658380" y="207264"/>
                </a:lnTo>
                <a:lnTo>
                  <a:pt x="679716" y="196596"/>
                </a:lnTo>
                <a:lnTo>
                  <a:pt x="678243" y="153924"/>
                </a:lnTo>
                <a:lnTo>
                  <a:pt x="678192" y="129540"/>
                </a:lnTo>
                <a:lnTo>
                  <a:pt x="684288" y="124968"/>
                </a:lnTo>
                <a:lnTo>
                  <a:pt x="690384" y="120396"/>
                </a:lnTo>
                <a:lnTo>
                  <a:pt x="685812" y="115824"/>
                </a:lnTo>
                <a:lnTo>
                  <a:pt x="670572" y="100584"/>
                </a:lnTo>
                <a:lnTo>
                  <a:pt x="658380" y="112776"/>
                </a:lnTo>
                <a:lnTo>
                  <a:pt x="658380" y="124968"/>
                </a:lnTo>
                <a:lnTo>
                  <a:pt x="658380" y="182880"/>
                </a:lnTo>
                <a:lnTo>
                  <a:pt x="565416" y="182880"/>
                </a:lnTo>
                <a:lnTo>
                  <a:pt x="565416" y="124968"/>
                </a:lnTo>
                <a:lnTo>
                  <a:pt x="658380" y="124968"/>
                </a:lnTo>
                <a:lnTo>
                  <a:pt x="658380" y="112776"/>
                </a:lnTo>
                <a:lnTo>
                  <a:pt x="655332" y="115824"/>
                </a:lnTo>
                <a:lnTo>
                  <a:pt x="566940" y="115824"/>
                </a:lnTo>
                <a:lnTo>
                  <a:pt x="544080" y="102108"/>
                </a:lnTo>
                <a:lnTo>
                  <a:pt x="544957" y="132664"/>
                </a:lnTo>
                <a:lnTo>
                  <a:pt x="545414" y="164782"/>
                </a:lnTo>
                <a:lnTo>
                  <a:pt x="545503" y="184619"/>
                </a:lnTo>
                <a:lnTo>
                  <a:pt x="545376" y="301561"/>
                </a:lnTo>
                <a:lnTo>
                  <a:pt x="544957" y="328764"/>
                </a:lnTo>
                <a:lnTo>
                  <a:pt x="544080" y="355092"/>
                </a:lnTo>
                <a:lnTo>
                  <a:pt x="565416" y="342900"/>
                </a:lnTo>
                <a:lnTo>
                  <a:pt x="565416" y="316992"/>
                </a:lnTo>
                <a:lnTo>
                  <a:pt x="672096" y="316992"/>
                </a:lnTo>
                <a:lnTo>
                  <a:pt x="672096" y="345948"/>
                </a:lnTo>
                <a:lnTo>
                  <a:pt x="693432" y="333756"/>
                </a:lnTo>
                <a:lnTo>
                  <a:pt x="692023" y="291084"/>
                </a:lnTo>
                <a:lnTo>
                  <a:pt x="691908" y="245364"/>
                </a:lnTo>
                <a:lnTo>
                  <a:pt x="698868" y="239268"/>
                </a:lnTo>
                <a:lnTo>
                  <a:pt x="704100" y="234696"/>
                </a:lnTo>
                <a:close/>
              </a:path>
              <a:path w="730250" h="355600">
                <a:moveTo>
                  <a:pt x="730008" y="68580"/>
                </a:moveTo>
                <a:lnTo>
                  <a:pt x="720293" y="59436"/>
                </a:lnTo>
                <a:lnTo>
                  <a:pt x="704100" y="44196"/>
                </a:lnTo>
                <a:lnTo>
                  <a:pt x="691908" y="59436"/>
                </a:lnTo>
                <a:lnTo>
                  <a:pt x="623328" y="59436"/>
                </a:lnTo>
                <a:lnTo>
                  <a:pt x="630948" y="50292"/>
                </a:lnTo>
                <a:lnTo>
                  <a:pt x="633996" y="44196"/>
                </a:lnTo>
                <a:lnTo>
                  <a:pt x="633996" y="36576"/>
                </a:lnTo>
                <a:lnTo>
                  <a:pt x="632472" y="32004"/>
                </a:lnTo>
                <a:lnTo>
                  <a:pt x="588276" y="3048"/>
                </a:lnTo>
                <a:lnTo>
                  <a:pt x="585228" y="6096"/>
                </a:lnTo>
                <a:lnTo>
                  <a:pt x="592632" y="13843"/>
                </a:lnTo>
                <a:lnTo>
                  <a:pt x="598754" y="21145"/>
                </a:lnTo>
                <a:lnTo>
                  <a:pt x="603440" y="28181"/>
                </a:lnTo>
                <a:lnTo>
                  <a:pt x="606564" y="35052"/>
                </a:lnTo>
                <a:lnTo>
                  <a:pt x="612660" y="50292"/>
                </a:lnTo>
                <a:lnTo>
                  <a:pt x="612660" y="59436"/>
                </a:lnTo>
                <a:lnTo>
                  <a:pt x="548652" y="59436"/>
                </a:lnTo>
                <a:lnTo>
                  <a:pt x="548652" y="45720"/>
                </a:lnTo>
                <a:lnTo>
                  <a:pt x="542556" y="45720"/>
                </a:lnTo>
                <a:lnTo>
                  <a:pt x="524268" y="85344"/>
                </a:lnTo>
                <a:lnTo>
                  <a:pt x="516648" y="91440"/>
                </a:lnTo>
                <a:lnTo>
                  <a:pt x="513600" y="96012"/>
                </a:lnTo>
                <a:lnTo>
                  <a:pt x="513600" y="100584"/>
                </a:lnTo>
                <a:lnTo>
                  <a:pt x="515124" y="102108"/>
                </a:lnTo>
                <a:lnTo>
                  <a:pt x="524268" y="106680"/>
                </a:lnTo>
                <a:lnTo>
                  <a:pt x="531888" y="106680"/>
                </a:lnTo>
                <a:lnTo>
                  <a:pt x="536460" y="105156"/>
                </a:lnTo>
                <a:lnTo>
                  <a:pt x="539508" y="102108"/>
                </a:lnTo>
                <a:lnTo>
                  <a:pt x="544080" y="99060"/>
                </a:lnTo>
                <a:lnTo>
                  <a:pt x="547128" y="92964"/>
                </a:lnTo>
                <a:lnTo>
                  <a:pt x="547128" y="85344"/>
                </a:lnTo>
                <a:lnTo>
                  <a:pt x="548614" y="77876"/>
                </a:lnTo>
                <a:lnTo>
                  <a:pt x="548652" y="68580"/>
                </a:lnTo>
                <a:lnTo>
                  <a:pt x="694956" y="68580"/>
                </a:lnTo>
                <a:lnTo>
                  <a:pt x="682764" y="102108"/>
                </a:lnTo>
                <a:lnTo>
                  <a:pt x="687336" y="105156"/>
                </a:lnTo>
                <a:lnTo>
                  <a:pt x="713244" y="76200"/>
                </a:lnTo>
                <a:lnTo>
                  <a:pt x="723912" y="70104"/>
                </a:lnTo>
                <a:lnTo>
                  <a:pt x="730008" y="6858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pic>
        <p:nvPicPr>
          <p:cNvPr id="57" name="object 57"/>
          <p:cNvPicPr/>
          <p:nvPr/>
        </p:nvPicPr>
        <p:blipFill>
          <a:blip r:embed="rId9" cstate="print"/>
          <a:stretch>
            <a:fillRect/>
          </a:stretch>
        </p:blipFill>
        <p:spPr>
          <a:xfrm>
            <a:off x="8026575" y="4194047"/>
            <a:ext cx="84153" cy="83820"/>
          </a:xfrm>
          <a:prstGeom prst="rect">
            <a:avLst/>
          </a:prstGeom>
        </p:spPr>
      </p:pic>
      <p:sp>
        <p:nvSpPr>
          <p:cNvPr id="58" name="object 58"/>
          <p:cNvSpPr/>
          <p:nvPr/>
        </p:nvSpPr>
        <p:spPr>
          <a:xfrm>
            <a:off x="8378952" y="3954779"/>
            <a:ext cx="1519555" cy="364490"/>
          </a:xfrm>
          <a:custGeom>
            <a:avLst/>
            <a:gdLst/>
            <a:ahLst/>
            <a:cxnLst/>
            <a:rect l="l" t="t" r="r" b="b"/>
            <a:pathLst>
              <a:path w="1519554" h="364489">
                <a:moveTo>
                  <a:pt x="109728" y="24384"/>
                </a:moveTo>
                <a:lnTo>
                  <a:pt x="79248" y="6096"/>
                </a:lnTo>
                <a:lnTo>
                  <a:pt x="75222" y="22656"/>
                </a:lnTo>
                <a:lnTo>
                  <a:pt x="69913" y="42481"/>
                </a:lnTo>
                <a:lnTo>
                  <a:pt x="54864" y="91440"/>
                </a:lnTo>
                <a:lnTo>
                  <a:pt x="30861" y="146304"/>
                </a:lnTo>
                <a:lnTo>
                  <a:pt x="0" y="201168"/>
                </a:lnTo>
                <a:lnTo>
                  <a:pt x="3048" y="205740"/>
                </a:lnTo>
                <a:lnTo>
                  <a:pt x="16497" y="190296"/>
                </a:lnTo>
                <a:lnTo>
                  <a:pt x="29527" y="173545"/>
                </a:lnTo>
                <a:lnTo>
                  <a:pt x="42265" y="155384"/>
                </a:lnTo>
                <a:lnTo>
                  <a:pt x="54864" y="135636"/>
                </a:lnTo>
                <a:lnTo>
                  <a:pt x="54775" y="290347"/>
                </a:lnTo>
                <a:lnTo>
                  <a:pt x="54673" y="303657"/>
                </a:lnTo>
                <a:lnTo>
                  <a:pt x="54216" y="330809"/>
                </a:lnTo>
                <a:lnTo>
                  <a:pt x="53340" y="364236"/>
                </a:lnTo>
                <a:lnTo>
                  <a:pt x="76200" y="353568"/>
                </a:lnTo>
                <a:lnTo>
                  <a:pt x="75311" y="332117"/>
                </a:lnTo>
                <a:lnTo>
                  <a:pt x="74866" y="311086"/>
                </a:lnTo>
                <a:lnTo>
                  <a:pt x="74688" y="290347"/>
                </a:lnTo>
                <a:lnTo>
                  <a:pt x="74676" y="135636"/>
                </a:lnTo>
                <a:lnTo>
                  <a:pt x="74676" y="123444"/>
                </a:lnTo>
                <a:lnTo>
                  <a:pt x="85344" y="114300"/>
                </a:lnTo>
                <a:lnTo>
                  <a:pt x="68580" y="106680"/>
                </a:lnTo>
                <a:lnTo>
                  <a:pt x="77152" y="83248"/>
                </a:lnTo>
                <a:lnTo>
                  <a:pt x="84582" y="63246"/>
                </a:lnTo>
                <a:lnTo>
                  <a:pt x="90868" y="46672"/>
                </a:lnTo>
                <a:lnTo>
                  <a:pt x="96012" y="33528"/>
                </a:lnTo>
                <a:lnTo>
                  <a:pt x="109728" y="24384"/>
                </a:lnTo>
                <a:close/>
              </a:path>
              <a:path w="1519554" h="364489">
                <a:moveTo>
                  <a:pt x="231648" y="35052"/>
                </a:moveTo>
                <a:lnTo>
                  <a:pt x="225933" y="30480"/>
                </a:lnTo>
                <a:lnTo>
                  <a:pt x="208788" y="16764"/>
                </a:lnTo>
                <a:lnTo>
                  <a:pt x="196596" y="28956"/>
                </a:lnTo>
                <a:lnTo>
                  <a:pt x="196596" y="39624"/>
                </a:lnTo>
                <a:lnTo>
                  <a:pt x="196596" y="111252"/>
                </a:lnTo>
                <a:lnTo>
                  <a:pt x="137160" y="111252"/>
                </a:lnTo>
                <a:lnTo>
                  <a:pt x="137160" y="39624"/>
                </a:lnTo>
                <a:lnTo>
                  <a:pt x="196596" y="39624"/>
                </a:lnTo>
                <a:lnTo>
                  <a:pt x="196596" y="28956"/>
                </a:lnTo>
                <a:lnTo>
                  <a:pt x="195072" y="30480"/>
                </a:lnTo>
                <a:lnTo>
                  <a:pt x="137160" y="30480"/>
                </a:lnTo>
                <a:lnTo>
                  <a:pt x="115824" y="16764"/>
                </a:lnTo>
                <a:lnTo>
                  <a:pt x="116700" y="44196"/>
                </a:lnTo>
                <a:lnTo>
                  <a:pt x="117157" y="67056"/>
                </a:lnTo>
                <a:lnTo>
                  <a:pt x="117322" y="85344"/>
                </a:lnTo>
                <a:lnTo>
                  <a:pt x="117259" y="286512"/>
                </a:lnTo>
                <a:lnTo>
                  <a:pt x="117157" y="300228"/>
                </a:lnTo>
                <a:lnTo>
                  <a:pt x="116713" y="326517"/>
                </a:lnTo>
                <a:lnTo>
                  <a:pt x="115824" y="361188"/>
                </a:lnTo>
                <a:lnTo>
                  <a:pt x="137160" y="350520"/>
                </a:lnTo>
                <a:lnTo>
                  <a:pt x="137160" y="256032"/>
                </a:lnTo>
                <a:lnTo>
                  <a:pt x="217932" y="256032"/>
                </a:lnTo>
                <a:lnTo>
                  <a:pt x="208178" y="246888"/>
                </a:lnTo>
                <a:lnTo>
                  <a:pt x="193548" y="233172"/>
                </a:lnTo>
                <a:lnTo>
                  <a:pt x="179832" y="246888"/>
                </a:lnTo>
                <a:lnTo>
                  <a:pt x="137160" y="246888"/>
                </a:lnTo>
                <a:lnTo>
                  <a:pt x="137160" y="185928"/>
                </a:lnTo>
                <a:lnTo>
                  <a:pt x="208788" y="185928"/>
                </a:lnTo>
                <a:lnTo>
                  <a:pt x="199644" y="176784"/>
                </a:lnTo>
                <a:lnTo>
                  <a:pt x="185928" y="163068"/>
                </a:lnTo>
                <a:lnTo>
                  <a:pt x="172212" y="176784"/>
                </a:lnTo>
                <a:lnTo>
                  <a:pt x="137160" y="176784"/>
                </a:lnTo>
                <a:lnTo>
                  <a:pt x="137160" y="120396"/>
                </a:lnTo>
                <a:lnTo>
                  <a:pt x="196596" y="120396"/>
                </a:lnTo>
                <a:lnTo>
                  <a:pt x="196596" y="135636"/>
                </a:lnTo>
                <a:lnTo>
                  <a:pt x="219456" y="124968"/>
                </a:lnTo>
                <a:lnTo>
                  <a:pt x="217932" y="44196"/>
                </a:lnTo>
                <a:lnTo>
                  <a:pt x="224790" y="39624"/>
                </a:lnTo>
                <a:lnTo>
                  <a:pt x="231648" y="35052"/>
                </a:lnTo>
                <a:close/>
              </a:path>
              <a:path w="1519554" h="364489">
                <a:moveTo>
                  <a:pt x="344424" y="36576"/>
                </a:moveTo>
                <a:lnTo>
                  <a:pt x="323088" y="16764"/>
                </a:lnTo>
                <a:lnTo>
                  <a:pt x="309372" y="30480"/>
                </a:lnTo>
                <a:lnTo>
                  <a:pt x="237744" y="30480"/>
                </a:lnTo>
                <a:lnTo>
                  <a:pt x="251460" y="44196"/>
                </a:lnTo>
                <a:lnTo>
                  <a:pt x="275844" y="39624"/>
                </a:lnTo>
                <a:lnTo>
                  <a:pt x="310896" y="39624"/>
                </a:lnTo>
                <a:lnTo>
                  <a:pt x="310896" y="111252"/>
                </a:lnTo>
                <a:lnTo>
                  <a:pt x="234696" y="111252"/>
                </a:lnTo>
                <a:lnTo>
                  <a:pt x="246888" y="123444"/>
                </a:lnTo>
                <a:lnTo>
                  <a:pt x="269748" y="120396"/>
                </a:lnTo>
                <a:lnTo>
                  <a:pt x="310896" y="120396"/>
                </a:lnTo>
                <a:lnTo>
                  <a:pt x="310896" y="137160"/>
                </a:lnTo>
                <a:lnTo>
                  <a:pt x="332232" y="128016"/>
                </a:lnTo>
                <a:lnTo>
                  <a:pt x="330708" y="45720"/>
                </a:lnTo>
                <a:lnTo>
                  <a:pt x="339852" y="39624"/>
                </a:lnTo>
                <a:lnTo>
                  <a:pt x="344424" y="36576"/>
                </a:lnTo>
                <a:close/>
              </a:path>
              <a:path w="1519554" h="364489">
                <a:moveTo>
                  <a:pt x="361188" y="335280"/>
                </a:moveTo>
                <a:lnTo>
                  <a:pt x="317754" y="317182"/>
                </a:lnTo>
                <a:lnTo>
                  <a:pt x="283464" y="286512"/>
                </a:lnTo>
                <a:lnTo>
                  <a:pt x="292277" y="271272"/>
                </a:lnTo>
                <a:lnTo>
                  <a:pt x="294894" y="266776"/>
                </a:lnTo>
                <a:lnTo>
                  <a:pt x="306324" y="244030"/>
                </a:lnTo>
                <a:lnTo>
                  <a:pt x="317754" y="218147"/>
                </a:lnTo>
                <a:lnTo>
                  <a:pt x="329184" y="188976"/>
                </a:lnTo>
                <a:lnTo>
                  <a:pt x="338328" y="182880"/>
                </a:lnTo>
                <a:lnTo>
                  <a:pt x="342900" y="179832"/>
                </a:lnTo>
                <a:lnTo>
                  <a:pt x="321564" y="160020"/>
                </a:lnTo>
                <a:lnTo>
                  <a:pt x="309372" y="172212"/>
                </a:lnTo>
                <a:lnTo>
                  <a:pt x="309372" y="182880"/>
                </a:lnTo>
                <a:lnTo>
                  <a:pt x="301942" y="205701"/>
                </a:lnTo>
                <a:lnTo>
                  <a:pt x="293370" y="228219"/>
                </a:lnTo>
                <a:lnTo>
                  <a:pt x="283654" y="250177"/>
                </a:lnTo>
                <a:lnTo>
                  <a:pt x="272796" y="271272"/>
                </a:lnTo>
                <a:lnTo>
                  <a:pt x="262166" y="253822"/>
                </a:lnTo>
                <a:lnTo>
                  <a:pt x="252984" y="233362"/>
                </a:lnTo>
                <a:lnTo>
                  <a:pt x="244932" y="209765"/>
                </a:lnTo>
                <a:lnTo>
                  <a:pt x="237744" y="182880"/>
                </a:lnTo>
                <a:lnTo>
                  <a:pt x="309372" y="182880"/>
                </a:lnTo>
                <a:lnTo>
                  <a:pt x="309372" y="172212"/>
                </a:lnTo>
                <a:lnTo>
                  <a:pt x="307848" y="173736"/>
                </a:lnTo>
                <a:lnTo>
                  <a:pt x="211836" y="173736"/>
                </a:lnTo>
                <a:lnTo>
                  <a:pt x="224028" y="185928"/>
                </a:lnTo>
                <a:lnTo>
                  <a:pt x="230124" y="182880"/>
                </a:lnTo>
                <a:lnTo>
                  <a:pt x="235546" y="211721"/>
                </a:lnTo>
                <a:lnTo>
                  <a:pt x="242697" y="238696"/>
                </a:lnTo>
                <a:lnTo>
                  <a:pt x="251548" y="263677"/>
                </a:lnTo>
                <a:lnTo>
                  <a:pt x="262128" y="286512"/>
                </a:lnTo>
                <a:lnTo>
                  <a:pt x="240118" y="307949"/>
                </a:lnTo>
                <a:lnTo>
                  <a:pt x="215265" y="326517"/>
                </a:lnTo>
                <a:lnTo>
                  <a:pt x="187540" y="342239"/>
                </a:lnTo>
                <a:lnTo>
                  <a:pt x="156972" y="355092"/>
                </a:lnTo>
                <a:lnTo>
                  <a:pt x="160020" y="361188"/>
                </a:lnTo>
                <a:lnTo>
                  <a:pt x="193713" y="349745"/>
                </a:lnTo>
                <a:lnTo>
                  <a:pt x="223837" y="335851"/>
                </a:lnTo>
                <a:lnTo>
                  <a:pt x="250240" y="319405"/>
                </a:lnTo>
                <a:lnTo>
                  <a:pt x="272796" y="300228"/>
                </a:lnTo>
                <a:lnTo>
                  <a:pt x="285953" y="317398"/>
                </a:lnTo>
                <a:lnTo>
                  <a:pt x="300418" y="332422"/>
                </a:lnTo>
                <a:lnTo>
                  <a:pt x="316293" y="345452"/>
                </a:lnTo>
                <a:lnTo>
                  <a:pt x="333756" y="356616"/>
                </a:lnTo>
                <a:lnTo>
                  <a:pt x="338035" y="350354"/>
                </a:lnTo>
                <a:lnTo>
                  <a:pt x="344043" y="345376"/>
                </a:lnTo>
                <a:lnTo>
                  <a:pt x="351751" y="341833"/>
                </a:lnTo>
                <a:lnTo>
                  <a:pt x="361188" y="339852"/>
                </a:lnTo>
                <a:lnTo>
                  <a:pt x="361188" y="335280"/>
                </a:lnTo>
                <a:close/>
              </a:path>
              <a:path w="1519554" h="364489">
                <a:moveTo>
                  <a:pt x="484632" y="50304"/>
                </a:moveTo>
                <a:lnTo>
                  <a:pt x="481584" y="42684"/>
                </a:lnTo>
                <a:lnTo>
                  <a:pt x="473964" y="36588"/>
                </a:lnTo>
                <a:lnTo>
                  <a:pt x="468287" y="30607"/>
                </a:lnTo>
                <a:lnTo>
                  <a:pt x="460629" y="24206"/>
                </a:lnTo>
                <a:lnTo>
                  <a:pt x="451243" y="17513"/>
                </a:lnTo>
                <a:lnTo>
                  <a:pt x="440436" y="10680"/>
                </a:lnTo>
                <a:lnTo>
                  <a:pt x="435864" y="13728"/>
                </a:lnTo>
                <a:lnTo>
                  <a:pt x="444144" y="27152"/>
                </a:lnTo>
                <a:lnTo>
                  <a:pt x="450723" y="40017"/>
                </a:lnTo>
                <a:lnTo>
                  <a:pt x="455574" y="52298"/>
                </a:lnTo>
                <a:lnTo>
                  <a:pt x="458724" y="64020"/>
                </a:lnTo>
                <a:lnTo>
                  <a:pt x="460248" y="73164"/>
                </a:lnTo>
                <a:lnTo>
                  <a:pt x="463296" y="79260"/>
                </a:lnTo>
                <a:lnTo>
                  <a:pt x="469392" y="79260"/>
                </a:lnTo>
                <a:lnTo>
                  <a:pt x="470916" y="76212"/>
                </a:lnTo>
                <a:lnTo>
                  <a:pt x="475488" y="73164"/>
                </a:lnTo>
                <a:lnTo>
                  <a:pt x="480060" y="68592"/>
                </a:lnTo>
                <a:lnTo>
                  <a:pt x="483108" y="64020"/>
                </a:lnTo>
                <a:lnTo>
                  <a:pt x="483108" y="56400"/>
                </a:lnTo>
                <a:lnTo>
                  <a:pt x="484632" y="50304"/>
                </a:lnTo>
                <a:close/>
              </a:path>
              <a:path w="1519554" h="364489">
                <a:moveTo>
                  <a:pt x="541020" y="234708"/>
                </a:moveTo>
                <a:lnTo>
                  <a:pt x="536448" y="230136"/>
                </a:lnTo>
                <a:lnTo>
                  <a:pt x="478536" y="281952"/>
                </a:lnTo>
                <a:lnTo>
                  <a:pt x="478536" y="147840"/>
                </a:lnTo>
                <a:lnTo>
                  <a:pt x="487235" y="141744"/>
                </a:lnTo>
                <a:lnTo>
                  <a:pt x="493776" y="137172"/>
                </a:lnTo>
                <a:lnTo>
                  <a:pt x="466344" y="117360"/>
                </a:lnTo>
                <a:lnTo>
                  <a:pt x="455676" y="132600"/>
                </a:lnTo>
                <a:lnTo>
                  <a:pt x="394716" y="132600"/>
                </a:lnTo>
                <a:lnTo>
                  <a:pt x="408432" y="146316"/>
                </a:lnTo>
                <a:lnTo>
                  <a:pt x="416166" y="144310"/>
                </a:lnTo>
                <a:lnTo>
                  <a:pt x="423481" y="142887"/>
                </a:lnTo>
                <a:lnTo>
                  <a:pt x="430504" y="142024"/>
                </a:lnTo>
                <a:lnTo>
                  <a:pt x="437388" y="141744"/>
                </a:lnTo>
                <a:lnTo>
                  <a:pt x="457200" y="141744"/>
                </a:lnTo>
                <a:lnTo>
                  <a:pt x="457200" y="281952"/>
                </a:lnTo>
                <a:lnTo>
                  <a:pt x="458724" y="291096"/>
                </a:lnTo>
                <a:lnTo>
                  <a:pt x="455676" y="297192"/>
                </a:lnTo>
                <a:lnTo>
                  <a:pt x="449580" y="303288"/>
                </a:lnTo>
                <a:lnTo>
                  <a:pt x="472440" y="324624"/>
                </a:lnTo>
                <a:lnTo>
                  <a:pt x="499872" y="283476"/>
                </a:lnTo>
                <a:lnTo>
                  <a:pt x="529018" y="248107"/>
                </a:lnTo>
                <a:lnTo>
                  <a:pt x="541020" y="234708"/>
                </a:lnTo>
                <a:close/>
              </a:path>
              <a:path w="1519554" h="364489">
                <a:moveTo>
                  <a:pt x="742188" y="128028"/>
                </a:moveTo>
                <a:lnTo>
                  <a:pt x="740664" y="123456"/>
                </a:lnTo>
                <a:lnTo>
                  <a:pt x="737616" y="117360"/>
                </a:lnTo>
                <a:lnTo>
                  <a:pt x="734568" y="112788"/>
                </a:lnTo>
                <a:lnTo>
                  <a:pt x="728472" y="111264"/>
                </a:lnTo>
                <a:lnTo>
                  <a:pt x="719328" y="112788"/>
                </a:lnTo>
                <a:lnTo>
                  <a:pt x="711301" y="114782"/>
                </a:lnTo>
                <a:lnTo>
                  <a:pt x="703135" y="116217"/>
                </a:lnTo>
                <a:lnTo>
                  <a:pt x="694677" y="117068"/>
                </a:lnTo>
                <a:lnTo>
                  <a:pt x="685800" y="117360"/>
                </a:lnTo>
                <a:lnTo>
                  <a:pt x="675132" y="117360"/>
                </a:lnTo>
                <a:lnTo>
                  <a:pt x="669036" y="112788"/>
                </a:lnTo>
                <a:lnTo>
                  <a:pt x="669036" y="39636"/>
                </a:lnTo>
                <a:lnTo>
                  <a:pt x="675132" y="35064"/>
                </a:lnTo>
                <a:lnTo>
                  <a:pt x="681228" y="30492"/>
                </a:lnTo>
                <a:lnTo>
                  <a:pt x="675246" y="25920"/>
                </a:lnTo>
                <a:lnTo>
                  <a:pt x="655320" y="10680"/>
                </a:lnTo>
                <a:lnTo>
                  <a:pt x="644652" y="25920"/>
                </a:lnTo>
                <a:lnTo>
                  <a:pt x="579120" y="25920"/>
                </a:lnTo>
                <a:lnTo>
                  <a:pt x="554736" y="13728"/>
                </a:lnTo>
                <a:lnTo>
                  <a:pt x="555612" y="24028"/>
                </a:lnTo>
                <a:lnTo>
                  <a:pt x="556069" y="34493"/>
                </a:lnTo>
                <a:lnTo>
                  <a:pt x="556145" y="39636"/>
                </a:lnTo>
                <a:lnTo>
                  <a:pt x="556107" y="59270"/>
                </a:lnTo>
                <a:lnTo>
                  <a:pt x="548640" y="105168"/>
                </a:lnTo>
                <a:lnTo>
                  <a:pt x="512419" y="153593"/>
                </a:lnTo>
                <a:lnTo>
                  <a:pt x="490728" y="172224"/>
                </a:lnTo>
                <a:lnTo>
                  <a:pt x="493776" y="176796"/>
                </a:lnTo>
                <a:lnTo>
                  <a:pt x="537972" y="148221"/>
                </a:lnTo>
                <a:lnTo>
                  <a:pt x="563880" y="117360"/>
                </a:lnTo>
                <a:lnTo>
                  <a:pt x="576643" y="81356"/>
                </a:lnTo>
                <a:lnTo>
                  <a:pt x="579120" y="35064"/>
                </a:lnTo>
                <a:lnTo>
                  <a:pt x="646176" y="35064"/>
                </a:lnTo>
                <a:lnTo>
                  <a:pt x="646176" y="111264"/>
                </a:lnTo>
                <a:lnTo>
                  <a:pt x="647649" y="122135"/>
                </a:lnTo>
                <a:lnTo>
                  <a:pt x="652272" y="129743"/>
                </a:lnTo>
                <a:lnTo>
                  <a:pt x="660311" y="134188"/>
                </a:lnTo>
                <a:lnTo>
                  <a:pt x="672084" y="135648"/>
                </a:lnTo>
                <a:lnTo>
                  <a:pt x="696468" y="135648"/>
                </a:lnTo>
                <a:lnTo>
                  <a:pt x="713397" y="135623"/>
                </a:lnTo>
                <a:lnTo>
                  <a:pt x="725614" y="135458"/>
                </a:lnTo>
                <a:lnTo>
                  <a:pt x="733539" y="135001"/>
                </a:lnTo>
                <a:lnTo>
                  <a:pt x="737616" y="134124"/>
                </a:lnTo>
                <a:lnTo>
                  <a:pt x="740664" y="134124"/>
                </a:lnTo>
                <a:lnTo>
                  <a:pt x="742188" y="132600"/>
                </a:lnTo>
                <a:lnTo>
                  <a:pt x="742188" y="128028"/>
                </a:lnTo>
                <a:close/>
              </a:path>
              <a:path w="1519554" h="364489">
                <a:moveTo>
                  <a:pt x="746760" y="323100"/>
                </a:moveTo>
                <a:lnTo>
                  <a:pt x="684657" y="310527"/>
                </a:lnTo>
                <a:lnTo>
                  <a:pt x="633984" y="281952"/>
                </a:lnTo>
                <a:lnTo>
                  <a:pt x="644791" y="266712"/>
                </a:lnTo>
                <a:lnTo>
                  <a:pt x="649414" y="260210"/>
                </a:lnTo>
                <a:lnTo>
                  <a:pt x="663702" y="236042"/>
                </a:lnTo>
                <a:lnTo>
                  <a:pt x="676846" y="209296"/>
                </a:lnTo>
                <a:lnTo>
                  <a:pt x="688848" y="179844"/>
                </a:lnTo>
                <a:lnTo>
                  <a:pt x="705612" y="172224"/>
                </a:lnTo>
                <a:lnTo>
                  <a:pt x="676656" y="147840"/>
                </a:lnTo>
                <a:lnTo>
                  <a:pt x="665988" y="161175"/>
                </a:lnTo>
                <a:lnTo>
                  <a:pt x="665988" y="172224"/>
                </a:lnTo>
                <a:lnTo>
                  <a:pt x="656247" y="200266"/>
                </a:lnTo>
                <a:lnTo>
                  <a:pt x="645223" y="225183"/>
                </a:lnTo>
                <a:lnTo>
                  <a:pt x="632764" y="247230"/>
                </a:lnTo>
                <a:lnTo>
                  <a:pt x="618744" y="266712"/>
                </a:lnTo>
                <a:lnTo>
                  <a:pt x="605332" y="250444"/>
                </a:lnTo>
                <a:lnTo>
                  <a:pt x="592645" y="229184"/>
                </a:lnTo>
                <a:lnTo>
                  <a:pt x="580809" y="203060"/>
                </a:lnTo>
                <a:lnTo>
                  <a:pt x="569976" y="172224"/>
                </a:lnTo>
                <a:lnTo>
                  <a:pt x="665988" y="172224"/>
                </a:lnTo>
                <a:lnTo>
                  <a:pt x="665988" y="161175"/>
                </a:lnTo>
                <a:lnTo>
                  <a:pt x="664464" y="163080"/>
                </a:lnTo>
                <a:lnTo>
                  <a:pt x="528828" y="163080"/>
                </a:lnTo>
                <a:lnTo>
                  <a:pt x="541020" y="175272"/>
                </a:lnTo>
                <a:lnTo>
                  <a:pt x="554736" y="172224"/>
                </a:lnTo>
                <a:lnTo>
                  <a:pt x="562356" y="172224"/>
                </a:lnTo>
                <a:lnTo>
                  <a:pt x="569226" y="201320"/>
                </a:lnTo>
                <a:lnTo>
                  <a:pt x="578548" y="228993"/>
                </a:lnTo>
                <a:lnTo>
                  <a:pt x="590423" y="254939"/>
                </a:lnTo>
                <a:lnTo>
                  <a:pt x="605028" y="278904"/>
                </a:lnTo>
                <a:lnTo>
                  <a:pt x="581875" y="300875"/>
                </a:lnTo>
                <a:lnTo>
                  <a:pt x="551307" y="321005"/>
                </a:lnTo>
                <a:lnTo>
                  <a:pt x="513295" y="339115"/>
                </a:lnTo>
                <a:lnTo>
                  <a:pt x="467868" y="355104"/>
                </a:lnTo>
                <a:lnTo>
                  <a:pt x="469392" y="359676"/>
                </a:lnTo>
                <a:lnTo>
                  <a:pt x="511390" y="350507"/>
                </a:lnTo>
                <a:lnTo>
                  <a:pt x="550545" y="336626"/>
                </a:lnTo>
                <a:lnTo>
                  <a:pt x="586828" y="317881"/>
                </a:lnTo>
                <a:lnTo>
                  <a:pt x="620268" y="294144"/>
                </a:lnTo>
                <a:lnTo>
                  <a:pt x="641451" y="312191"/>
                </a:lnTo>
                <a:lnTo>
                  <a:pt x="664083" y="327672"/>
                </a:lnTo>
                <a:lnTo>
                  <a:pt x="688416" y="340855"/>
                </a:lnTo>
                <a:lnTo>
                  <a:pt x="714756" y="352056"/>
                </a:lnTo>
                <a:lnTo>
                  <a:pt x="716749" y="344601"/>
                </a:lnTo>
                <a:lnTo>
                  <a:pt x="722757" y="338150"/>
                </a:lnTo>
                <a:lnTo>
                  <a:pt x="732751" y="332549"/>
                </a:lnTo>
                <a:lnTo>
                  <a:pt x="746747" y="327672"/>
                </a:lnTo>
                <a:lnTo>
                  <a:pt x="746760" y="323100"/>
                </a:lnTo>
                <a:close/>
              </a:path>
              <a:path w="1519554" h="364489">
                <a:moveTo>
                  <a:pt x="903719" y="18288"/>
                </a:moveTo>
                <a:lnTo>
                  <a:pt x="868667" y="0"/>
                </a:lnTo>
                <a:lnTo>
                  <a:pt x="864120" y="19723"/>
                </a:lnTo>
                <a:lnTo>
                  <a:pt x="857427" y="42291"/>
                </a:lnTo>
                <a:lnTo>
                  <a:pt x="838187" y="96012"/>
                </a:lnTo>
                <a:lnTo>
                  <a:pt x="812088" y="155257"/>
                </a:lnTo>
                <a:lnTo>
                  <a:pt x="780275" y="213360"/>
                </a:lnTo>
                <a:lnTo>
                  <a:pt x="784847" y="216408"/>
                </a:lnTo>
                <a:lnTo>
                  <a:pt x="797382" y="201295"/>
                </a:lnTo>
                <a:lnTo>
                  <a:pt x="811898" y="181165"/>
                </a:lnTo>
                <a:lnTo>
                  <a:pt x="828141" y="156197"/>
                </a:lnTo>
                <a:lnTo>
                  <a:pt x="845807" y="126492"/>
                </a:lnTo>
                <a:lnTo>
                  <a:pt x="845718" y="295084"/>
                </a:lnTo>
                <a:lnTo>
                  <a:pt x="845578" y="303288"/>
                </a:lnTo>
                <a:lnTo>
                  <a:pt x="845134" y="317195"/>
                </a:lnTo>
                <a:lnTo>
                  <a:pt x="844524" y="338861"/>
                </a:lnTo>
                <a:lnTo>
                  <a:pt x="844283" y="361200"/>
                </a:lnTo>
                <a:lnTo>
                  <a:pt x="867143" y="350520"/>
                </a:lnTo>
                <a:lnTo>
                  <a:pt x="867143" y="132588"/>
                </a:lnTo>
                <a:lnTo>
                  <a:pt x="875271" y="126492"/>
                </a:lnTo>
                <a:lnTo>
                  <a:pt x="879335" y="123444"/>
                </a:lnTo>
                <a:lnTo>
                  <a:pt x="853427" y="109728"/>
                </a:lnTo>
                <a:lnTo>
                  <a:pt x="860272" y="94018"/>
                </a:lnTo>
                <a:lnTo>
                  <a:pt x="866952" y="78867"/>
                </a:lnTo>
                <a:lnTo>
                  <a:pt x="873366" y="64300"/>
                </a:lnTo>
                <a:lnTo>
                  <a:pt x="879335" y="50292"/>
                </a:lnTo>
                <a:lnTo>
                  <a:pt x="885291" y="38011"/>
                </a:lnTo>
                <a:lnTo>
                  <a:pt x="891527" y="28575"/>
                </a:lnTo>
                <a:lnTo>
                  <a:pt x="897775" y="22009"/>
                </a:lnTo>
                <a:lnTo>
                  <a:pt x="903719" y="18288"/>
                </a:lnTo>
                <a:close/>
              </a:path>
              <a:path w="1519554" h="364489">
                <a:moveTo>
                  <a:pt x="1141463" y="323100"/>
                </a:moveTo>
                <a:lnTo>
                  <a:pt x="1118984" y="283476"/>
                </a:lnTo>
                <a:lnTo>
                  <a:pt x="1118603" y="259092"/>
                </a:lnTo>
                <a:lnTo>
                  <a:pt x="1110983" y="259092"/>
                </a:lnTo>
                <a:lnTo>
                  <a:pt x="1107935" y="304812"/>
                </a:lnTo>
                <a:lnTo>
                  <a:pt x="1095743" y="329184"/>
                </a:lnTo>
                <a:lnTo>
                  <a:pt x="949439" y="329184"/>
                </a:lnTo>
                <a:lnTo>
                  <a:pt x="943343" y="323100"/>
                </a:lnTo>
                <a:lnTo>
                  <a:pt x="943343" y="150876"/>
                </a:lnTo>
                <a:lnTo>
                  <a:pt x="943343" y="146304"/>
                </a:lnTo>
                <a:lnTo>
                  <a:pt x="977887" y="137160"/>
                </a:lnTo>
                <a:lnTo>
                  <a:pt x="995159" y="132588"/>
                </a:lnTo>
                <a:lnTo>
                  <a:pt x="995159" y="289560"/>
                </a:lnTo>
                <a:lnTo>
                  <a:pt x="1014971" y="277380"/>
                </a:lnTo>
                <a:lnTo>
                  <a:pt x="1014971" y="132588"/>
                </a:lnTo>
                <a:lnTo>
                  <a:pt x="1014971" y="126492"/>
                </a:lnTo>
                <a:lnTo>
                  <a:pt x="1052461" y="117348"/>
                </a:lnTo>
                <a:lnTo>
                  <a:pt x="1077455" y="111252"/>
                </a:lnTo>
                <a:lnTo>
                  <a:pt x="1077226" y="141732"/>
                </a:lnTo>
                <a:lnTo>
                  <a:pt x="1077175" y="146304"/>
                </a:lnTo>
                <a:lnTo>
                  <a:pt x="1076502" y="171831"/>
                </a:lnTo>
                <a:lnTo>
                  <a:pt x="1075537" y="190982"/>
                </a:lnTo>
                <a:lnTo>
                  <a:pt x="1074407" y="202692"/>
                </a:lnTo>
                <a:lnTo>
                  <a:pt x="1074407" y="214884"/>
                </a:lnTo>
                <a:lnTo>
                  <a:pt x="1071359" y="220992"/>
                </a:lnTo>
                <a:lnTo>
                  <a:pt x="1068311" y="220992"/>
                </a:lnTo>
                <a:lnTo>
                  <a:pt x="1065263" y="222516"/>
                </a:lnTo>
                <a:lnTo>
                  <a:pt x="1039355" y="222516"/>
                </a:lnTo>
                <a:lnTo>
                  <a:pt x="1030211" y="220992"/>
                </a:lnTo>
                <a:lnTo>
                  <a:pt x="1030211" y="227088"/>
                </a:lnTo>
                <a:lnTo>
                  <a:pt x="1046175" y="232206"/>
                </a:lnTo>
                <a:lnTo>
                  <a:pt x="1057262" y="238328"/>
                </a:lnTo>
                <a:lnTo>
                  <a:pt x="1063218" y="245300"/>
                </a:lnTo>
                <a:lnTo>
                  <a:pt x="1063739" y="252996"/>
                </a:lnTo>
                <a:lnTo>
                  <a:pt x="1073200" y="249897"/>
                </a:lnTo>
                <a:lnTo>
                  <a:pt x="1097457" y="195262"/>
                </a:lnTo>
                <a:lnTo>
                  <a:pt x="1098791" y="112776"/>
                </a:lnTo>
                <a:lnTo>
                  <a:pt x="1100315" y="111252"/>
                </a:lnTo>
                <a:lnTo>
                  <a:pt x="1109459" y="102108"/>
                </a:lnTo>
                <a:lnTo>
                  <a:pt x="1082027" y="85344"/>
                </a:lnTo>
                <a:lnTo>
                  <a:pt x="1072883" y="102108"/>
                </a:lnTo>
                <a:lnTo>
                  <a:pt x="1014971" y="117348"/>
                </a:lnTo>
                <a:lnTo>
                  <a:pt x="1014971" y="28956"/>
                </a:lnTo>
                <a:lnTo>
                  <a:pt x="1028687" y="18288"/>
                </a:lnTo>
                <a:lnTo>
                  <a:pt x="993635" y="3048"/>
                </a:lnTo>
                <a:lnTo>
                  <a:pt x="994524" y="29578"/>
                </a:lnTo>
                <a:lnTo>
                  <a:pt x="994968" y="58674"/>
                </a:lnTo>
                <a:lnTo>
                  <a:pt x="995083" y="78867"/>
                </a:lnTo>
                <a:lnTo>
                  <a:pt x="995159" y="123444"/>
                </a:lnTo>
                <a:lnTo>
                  <a:pt x="943343" y="137160"/>
                </a:lnTo>
                <a:lnTo>
                  <a:pt x="943343" y="100584"/>
                </a:lnTo>
                <a:lnTo>
                  <a:pt x="958583" y="89916"/>
                </a:lnTo>
                <a:lnTo>
                  <a:pt x="922007" y="74676"/>
                </a:lnTo>
                <a:lnTo>
                  <a:pt x="922896" y="91592"/>
                </a:lnTo>
                <a:lnTo>
                  <a:pt x="923340" y="108204"/>
                </a:lnTo>
                <a:lnTo>
                  <a:pt x="923442" y="117348"/>
                </a:lnTo>
                <a:lnTo>
                  <a:pt x="923531" y="141732"/>
                </a:lnTo>
                <a:lnTo>
                  <a:pt x="877811" y="152400"/>
                </a:lnTo>
                <a:lnTo>
                  <a:pt x="893051" y="163068"/>
                </a:lnTo>
                <a:lnTo>
                  <a:pt x="902195" y="156972"/>
                </a:lnTo>
                <a:lnTo>
                  <a:pt x="923531" y="150876"/>
                </a:lnTo>
                <a:lnTo>
                  <a:pt x="923556" y="317195"/>
                </a:lnTo>
                <a:lnTo>
                  <a:pt x="924966" y="330758"/>
                </a:lnTo>
                <a:lnTo>
                  <a:pt x="931532" y="340245"/>
                </a:lnTo>
                <a:lnTo>
                  <a:pt x="943254" y="345719"/>
                </a:lnTo>
                <a:lnTo>
                  <a:pt x="960107" y="347472"/>
                </a:lnTo>
                <a:lnTo>
                  <a:pt x="1091171" y="347472"/>
                </a:lnTo>
                <a:lnTo>
                  <a:pt x="1108887" y="345808"/>
                </a:lnTo>
                <a:lnTo>
                  <a:pt x="1123175" y="340995"/>
                </a:lnTo>
                <a:lnTo>
                  <a:pt x="1134033" y="333336"/>
                </a:lnTo>
                <a:lnTo>
                  <a:pt x="1137043" y="329184"/>
                </a:lnTo>
                <a:lnTo>
                  <a:pt x="1141463" y="323100"/>
                </a:lnTo>
                <a:close/>
              </a:path>
              <a:path w="1519554" h="364489">
                <a:moveTo>
                  <a:pt x="1289304" y="28956"/>
                </a:moveTo>
                <a:lnTo>
                  <a:pt x="1255776" y="6096"/>
                </a:lnTo>
                <a:lnTo>
                  <a:pt x="1245247" y="40055"/>
                </a:lnTo>
                <a:lnTo>
                  <a:pt x="1234440" y="70866"/>
                </a:lnTo>
                <a:lnTo>
                  <a:pt x="1213104" y="121920"/>
                </a:lnTo>
                <a:lnTo>
                  <a:pt x="1192530" y="162877"/>
                </a:lnTo>
                <a:lnTo>
                  <a:pt x="1171956" y="198120"/>
                </a:lnTo>
                <a:lnTo>
                  <a:pt x="1175004" y="202692"/>
                </a:lnTo>
                <a:lnTo>
                  <a:pt x="1188974" y="185813"/>
                </a:lnTo>
                <a:lnTo>
                  <a:pt x="1203388" y="167068"/>
                </a:lnTo>
                <a:lnTo>
                  <a:pt x="1218069" y="146329"/>
                </a:lnTo>
                <a:lnTo>
                  <a:pt x="1232916" y="123444"/>
                </a:lnTo>
                <a:lnTo>
                  <a:pt x="1232890" y="301117"/>
                </a:lnTo>
                <a:lnTo>
                  <a:pt x="1232725" y="316801"/>
                </a:lnTo>
                <a:lnTo>
                  <a:pt x="1232268" y="336029"/>
                </a:lnTo>
                <a:lnTo>
                  <a:pt x="1231392" y="356616"/>
                </a:lnTo>
                <a:lnTo>
                  <a:pt x="1255776" y="344424"/>
                </a:lnTo>
                <a:lnTo>
                  <a:pt x="1254887" y="331266"/>
                </a:lnTo>
                <a:lnTo>
                  <a:pt x="1254442" y="316801"/>
                </a:lnTo>
                <a:lnTo>
                  <a:pt x="1254277" y="301117"/>
                </a:lnTo>
                <a:lnTo>
                  <a:pt x="1254252" y="124968"/>
                </a:lnTo>
                <a:lnTo>
                  <a:pt x="1256284" y="123444"/>
                </a:lnTo>
                <a:lnTo>
                  <a:pt x="1266444" y="115824"/>
                </a:lnTo>
                <a:lnTo>
                  <a:pt x="1242060" y="102108"/>
                </a:lnTo>
                <a:lnTo>
                  <a:pt x="1248346" y="89306"/>
                </a:lnTo>
                <a:lnTo>
                  <a:pt x="1264348" y="56248"/>
                </a:lnTo>
                <a:lnTo>
                  <a:pt x="1274064" y="36576"/>
                </a:lnTo>
                <a:lnTo>
                  <a:pt x="1289304" y="28956"/>
                </a:lnTo>
                <a:close/>
              </a:path>
              <a:path w="1519554" h="364489">
                <a:moveTo>
                  <a:pt x="1338072" y="92964"/>
                </a:moveTo>
                <a:lnTo>
                  <a:pt x="1303020" y="74676"/>
                </a:lnTo>
                <a:lnTo>
                  <a:pt x="1303896" y="88963"/>
                </a:lnTo>
                <a:lnTo>
                  <a:pt x="1304353" y="102108"/>
                </a:lnTo>
                <a:lnTo>
                  <a:pt x="1304518" y="114109"/>
                </a:lnTo>
                <a:lnTo>
                  <a:pt x="1304391" y="312610"/>
                </a:lnTo>
                <a:lnTo>
                  <a:pt x="1304353" y="316420"/>
                </a:lnTo>
                <a:lnTo>
                  <a:pt x="1303896" y="334543"/>
                </a:lnTo>
                <a:lnTo>
                  <a:pt x="1303020" y="355092"/>
                </a:lnTo>
                <a:lnTo>
                  <a:pt x="1327404" y="341376"/>
                </a:lnTo>
                <a:lnTo>
                  <a:pt x="1326515" y="327355"/>
                </a:lnTo>
                <a:lnTo>
                  <a:pt x="1326070" y="312610"/>
                </a:lnTo>
                <a:lnTo>
                  <a:pt x="1325943" y="300875"/>
                </a:lnTo>
                <a:lnTo>
                  <a:pt x="1325880" y="105156"/>
                </a:lnTo>
                <a:lnTo>
                  <a:pt x="1338072" y="92964"/>
                </a:lnTo>
                <a:close/>
              </a:path>
              <a:path w="1519554" h="364489">
                <a:moveTo>
                  <a:pt x="1379220" y="57912"/>
                </a:moveTo>
                <a:lnTo>
                  <a:pt x="1343685" y="23609"/>
                </a:lnTo>
                <a:lnTo>
                  <a:pt x="1331976" y="16764"/>
                </a:lnTo>
                <a:lnTo>
                  <a:pt x="1327404" y="19812"/>
                </a:lnTo>
                <a:lnTo>
                  <a:pt x="1336802" y="33248"/>
                </a:lnTo>
                <a:lnTo>
                  <a:pt x="1344358" y="46101"/>
                </a:lnTo>
                <a:lnTo>
                  <a:pt x="1349895" y="58394"/>
                </a:lnTo>
                <a:lnTo>
                  <a:pt x="1353312" y="70104"/>
                </a:lnTo>
                <a:lnTo>
                  <a:pt x="1356360" y="80772"/>
                </a:lnTo>
                <a:lnTo>
                  <a:pt x="1359408" y="86868"/>
                </a:lnTo>
                <a:lnTo>
                  <a:pt x="1363980" y="86868"/>
                </a:lnTo>
                <a:lnTo>
                  <a:pt x="1365504" y="83820"/>
                </a:lnTo>
                <a:lnTo>
                  <a:pt x="1370076" y="80772"/>
                </a:lnTo>
                <a:lnTo>
                  <a:pt x="1376172" y="71628"/>
                </a:lnTo>
                <a:lnTo>
                  <a:pt x="1377696" y="64008"/>
                </a:lnTo>
                <a:lnTo>
                  <a:pt x="1379220" y="57912"/>
                </a:lnTo>
                <a:close/>
              </a:path>
              <a:path w="1519554" h="364489">
                <a:moveTo>
                  <a:pt x="1519428" y="60960"/>
                </a:moveTo>
                <a:lnTo>
                  <a:pt x="1495044" y="41148"/>
                </a:lnTo>
                <a:lnTo>
                  <a:pt x="1481328" y="56388"/>
                </a:lnTo>
                <a:lnTo>
                  <a:pt x="1403604" y="56388"/>
                </a:lnTo>
                <a:lnTo>
                  <a:pt x="1417320" y="70104"/>
                </a:lnTo>
                <a:lnTo>
                  <a:pt x="1426464" y="68110"/>
                </a:lnTo>
                <a:lnTo>
                  <a:pt x="1435608" y="66675"/>
                </a:lnTo>
                <a:lnTo>
                  <a:pt x="1444752" y="65824"/>
                </a:lnTo>
                <a:lnTo>
                  <a:pt x="1453896" y="65532"/>
                </a:lnTo>
                <a:lnTo>
                  <a:pt x="1484376" y="65532"/>
                </a:lnTo>
                <a:lnTo>
                  <a:pt x="1484376" y="313944"/>
                </a:lnTo>
                <a:lnTo>
                  <a:pt x="1479804" y="320040"/>
                </a:lnTo>
                <a:lnTo>
                  <a:pt x="1470660" y="320040"/>
                </a:lnTo>
                <a:lnTo>
                  <a:pt x="1461465" y="319760"/>
                </a:lnTo>
                <a:lnTo>
                  <a:pt x="1449705" y="318897"/>
                </a:lnTo>
                <a:lnTo>
                  <a:pt x="1435074" y="317474"/>
                </a:lnTo>
                <a:lnTo>
                  <a:pt x="1417320" y="315468"/>
                </a:lnTo>
                <a:lnTo>
                  <a:pt x="1417320" y="321564"/>
                </a:lnTo>
                <a:lnTo>
                  <a:pt x="1440434" y="328980"/>
                </a:lnTo>
                <a:lnTo>
                  <a:pt x="1457134" y="337375"/>
                </a:lnTo>
                <a:lnTo>
                  <a:pt x="1467243" y="346646"/>
                </a:lnTo>
                <a:lnTo>
                  <a:pt x="1470660" y="356616"/>
                </a:lnTo>
                <a:lnTo>
                  <a:pt x="1486420" y="348856"/>
                </a:lnTo>
                <a:lnTo>
                  <a:pt x="1497330" y="339090"/>
                </a:lnTo>
                <a:lnTo>
                  <a:pt x="1503654" y="327050"/>
                </a:lnTo>
                <a:lnTo>
                  <a:pt x="1504632" y="320040"/>
                </a:lnTo>
                <a:lnTo>
                  <a:pt x="1505712" y="312420"/>
                </a:lnTo>
                <a:lnTo>
                  <a:pt x="1505712" y="71628"/>
                </a:lnTo>
                <a:lnTo>
                  <a:pt x="1513547" y="65532"/>
                </a:lnTo>
                <a:lnTo>
                  <a:pt x="1519428" y="6096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" name="object 59"/>
          <p:cNvSpPr/>
          <p:nvPr/>
        </p:nvSpPr>
        <p:spPr>
          <a:xfrm>
            <a:off x="2127503" y="4427220"/>
            <a:ext cx="338455" cy="326390"/>
          </a:xfrm>
          <a:custGeom>
            <a:avLst/>
            <a:gdLst/>
            <a:ahLst/>
            <a:cxnLst/>
            <a:rect l="l" t="t" r="r" b="b"/>
            <a:pathLst>
              <a:path w="338455" h="326389">
                <a:moveTo>
                  <a:pt x="187452" y="88391"/>
                </a:moveTo>
                <a:lnTo>
                  <a:pt x="182880" y="88391"/>
                </a:lnTo>
                <a:lnTo>
                  <a:pt x="179427" y="87844"/>
                </a:lnTo>
                <a:lnTo>
                  <a:pt x="175831" y="84010"/>
                </a:lnTo>
                <a:lnTo>
                  <a:pt x="171950" y="77033"/>
                </a:lnTo>
                <a:lnTo>
                  <a:pt x="167640" y="67055"/>
                </a:lnTo>
                <a:lnTo>
                  <a:pt x="161591" y="54482"/>
                </a:lnTo>
                <a:lnTo>
                  <a:pt x="152400" y="39623"/>
                </a:lnTo>
                <a:lnTo>
                  <a:pt x="139779" y="22478"/>
                </a:lnTo>
                <a:lnTo>
                  <a:pt x="123444" y="3047"/>
                </a:lnTo>
                <a:lnTo>
                  <a:pt x="128016" y="0"/>
                </a:lnTo>
                <a:lnTo>
                  <a:pt x="166687" y="27431"/>
                </a:lnTo>
                <a:lnTo>
                  <a:pt x="193548" y="54863"/>
                </a:lnTo>
                <a:lnTo>
                  <a:pt x="196596" y="62483"/>
                </a:lnTo>
                <a:lnTo>
                  <a:pt x="196596" y="74676"/>
                </a:lnTo>
                <a:lnTo>
                  <a:pt x="193548" y="79247"/>
                </a:lnTo>
                <a:lnTo>
                  <a:pt x="190500" y="85343"/>
                </a:lnTo>
                <a:lnTo>
                  <a:pt x="187452" y="88391"/>
                </a:lnTo>
                <a:close/>
              </a:path>
              <a:path w="338455" h="326389">
                <a:moveTo>
                  <a:pt x="145259" y="260603"/>
                </a:moveTo>
                <a:lnTo>
                  <a:pt x="120396" y="260603"/>
                </a:lnTo>
                <a:lnTo>
                  <a:pt x="134373" y="246887"/>
                </a:lnTo>
                <a:lnTo>
                  <a:pt x="148780" y="230885"/>
                </a:lnTo>
                <a:lnTo>
                  <a:pt x="178308" y="192023"/>
                </a:lnTo>
                <a:lnTo>
                  <a:pt x="205930" y="146303"/>
                </a:lnTo>
                <a:lnTo>
                  <a:pt x="230124" y="96012"/>
                </a:lnTo>
                <a:lnTo>
                  <a:pt x="248602" y="49148"/>
                </a:lnTo>
                <a:lnTo>
                  <a:pt x="259079" y="13715"/>
                </a:lnTo>
                <a:lnTo>
                  <a:pt x="292608" y="33527"/>
                </a:lnTo>
                <a:lnTo>
                  <a:pt x="278891" y="41147"/>
                </a:lnTo>
                <a:lnTo>
                  <a:pt x="264342" y="76057"/>
                </a:lnTo>
                <a:lnTo>
                  <a:pt x="248221" y="110108"/>
                </a:lnTo>
                <a:lnTo>
                  <a:pt x="211836" y="176783"/>
                </a:lnTo>
                <a:lnTo>
                  <a:pt x="169545" y="236029"/>
                </a:lnTo>
                <a:lnTo>
                  <a:pt x="145827" y="260151"/>
                </a:lnTo>
                <a:lnTo>
                  <a:pt x="145259" y="260603"/>
                </a:lnTo>
                <a:close/>
              </a:path>
              <a:path w="338455" h="326389">
                <a:moveTo>
                  <a:pt x="1524" y="326136"/>
                </a:moveTo>
                <a:lnTo>
                  <a:pt x="0" y="320040"/>
                </a:lnTo>
                <a:lnTo>
                  <a:pt x="31980" y="308609"/>
                </a:lnTo>
                <a:lnTo>
                  <a:pt x="59245" y="297179"/>
                </a:lnTo>
                <a:lnTo>
                  <a:pt x="81653" y="285749"/>
                </a:lnTo>
                <a:lnTo>
                  <a:pt x="99060" y="274319"/>
                </a:lnTo>
                <a:lnTo>
                  <a:pt x="99009" y="110108"/>
                </a:lnTo>
                <a:lnTo>
                  <a:pt x="98869" y="93725"/>
                </a:lnTo>
                <a:lnTo>
                  <a:pt x="98457" y="77033"/>
                </a:lnTo>
                <a:lnTo>
                  <a:pt x="98381" y="74676"/>
                </a:lnTo>
                <a:lnTo>
                  <a:pt x="97536" y="57912"/>
                </a:lnTo>
                <a:lnTo>
                  <a:pt x="134112" y="74676"/>
                </a:lnTo>
                <a:lnTo>
                  <a:pt x="120396" y="85343"/>
                </a:lnTo>
                <a:lnTo>
                  <a:pt x="120396" y="260603"/>
                </a:lnTo>
                <a:lnTo>
                  <a:pt x="145259" y="260603"/>
                </a:lnTo>
                <a:lnTo>
                  <a:pt x="120396" y="280415"/>
                </a:lnTo>
                <a:lnTo>
                  <a:pt x="120396" y="288035"/>
                </a:lnTo>
                <a:lnTo>
                  <a:pt x="126492" y="291083"/>
                </a:lnTo>
                <a:lnTo>
                  <a:pt x="100584" y="291083"/>
                </a:lnTo>
                <a:lnTo>
                  <a:pt x="78890" y="301704"/>
                </a:lnTo>
                <a:lnTo>
                  <a:pt x="55054" y="310895"/>
                </a:lnTo>
                <a:lnTo>
                  <a:pt x="29217" y="318944"/>
                </a:lnTo>
                <a:lnTo>
                  <a:pt x="1524" y="326136"/>
                </a:lnTo>
                <a:close/>
              </a:path>
              <a:path w="338455" h="326389">
                <a:moveTo>
                  <a:pt x="28956" y="227075"/>
                </a:moveTo>
                <a:lnTo>
                  <a:pt x="19812" y="227075"/>
                </a:lnTo>
                <a:lnTo>
                  <a:pt x="16764" y="225551"/>
                </a:lnTo>
                <a:lnTo>
                  <a:pt x="10668" y="219455"/>
                </a:lnTo>
                <a:lnTo>
                  <a:pt x="10668" y="216407"/>
                </a:lnTo>
                <a:lnTo>
                  <a:pt x="11501" y="212407"/>
                </a:lnTo>
                <a:lnTo>
                  <a:pt x="13906" y="207263"/>
                </a:lnTo>
                <a:lnTo>
                  <a:pt x="17740" y="200977"/>
                </a:lnTo>
                <a:lnTo>
                  <a:pt x="22860" y="193547"/>
                </a:lnTo>
                <a:lnTo>
                  <a:pt x="30289" y="180927"/>
                </a:lnTo>
                <a:lnTo>
                  <a:pt x="36576" y="163448"/>
                </a:lnTo>
                <a:lnTo>
                  <a:pt x="41719" y="140827"/>
                </a:lnTo>
                <a:lnTo>
                  <a:pt x="45720" y="112776"/>
                </a:lnTo>
                <a:lnTo>
                  <a:pt x="51816" y="112776"/>
                </a:lnTo>
                <a:lnTo>
                  <a:pt x="52673" y="139088"/>
                </a:lnTo>
                <a:lnTo>
                  <a:pt x="52904" y="156781"/>
                </a:lnTo>
                <a:lnTo>
                  <a:pt x="52816" y="169735"/>
                </a:lnTo>
                <a:lnTo>
                  <a:pt x="47434" y="210502"/>
                </a:lnTo>
                <a:lnTo>
                  <a:pt x="33528" y="225551"/>
                </a:lnTo>
                <a:lnTo>
                  <a:pt x="28956" y="227075"/>
                </a:lnTo>
                <a:close/>
              </a:path>
              <a:path w="338455" h="326389">
                <a:moveTo>
                  <a:pt x="320968" y="225813"/>
                </a:moveTo>
                <a:lnTo>
                  <a:pt x="317182" y="221932"/>
                </a:lnTo>
                <a:lnTo>
                  <a:pt x="313682" y="213764"/>
                </a:lnTo>
                <a:lnTo>
                  <a:pt x="310896" y="201167"/>
                </a:lnTo>
                <a:lnTo>
                  <a:pt x="306062" y="186023"/>
                </a:lnTo>
                <a:lnTo>
                  <a:pt x="298513" y="168020"/>
                </a:lnTo>
                <a:lnTo>
                  <a:pt x="288393" y="147161"/>
                </a:lnTo>
                <a:lnTo>
                  <a:pt x="275843" y="123443"/>
                </a:lnTo>
                <a:lnTo>
                  <a:pt x="280416" y="120395"/>
                </a:lnTo>
                <a:lnTo>
                  <a:pt x="313563" y="156781"/>
                </a:lnTo>
                <a:lnTo>
                  <a:pt x="338328" y="195071"/>
                </a:lnTo>
                <a:lnTo>
                  <a:pt x="338328" y="204215"/>
                </a:lnTo>
                <a:lnTo>
                  <a:pt x="333756" y="217931"/>
                </a:lnTo>
                <a:lnTo>
                  <a:pt x="330708" y="222503"/>
                </a:lnTo>
                <a:lnTo>
                  <a:pt x="324612" y="225551"/>
                </a:lnTo>
                <a:lnTo>
                  <a:pt x="320968" y="225813"/>
                </a:lnTo>
                <a:close/>
              </a:path>
              <a:path w="338455" h="326389">
                <a:moveTo>
                  <a:pt x="290971" y="292607"/>
                </a:moveTo>
                <a:lnTo>
                  <a:pt x="243840" y="292607"/>
                </a:lnTo>
                <a:lnTo>
                  <a:pt x="249936" y="291083"/>
                </a:lnTo>
                <a:lnTo>
                  <a:pt x="254508" y="286511"/>
                </a:lnTo>
                <a:lnTo>
                  <a:pt x="257675" y="279368"/>
                </a:lnTo>
                <a:lnTo>
                  <a:pt x="260413" y="264794"/>
                </a:lnTo>
                <a:lnTo>
                  <a:pt x="262866" y="242792"/>
                </a:lnTo>
                <a:lnTo>
                  <a:pt x="265176" y="213359"/>
                </a:lnTo>
                <a:lnTo>
                  <a:pt x="272796" y="213359"/>
                </a:lnTo>
                <a:lnTo>
                  <a:pt x="275367" y="262008"/>
                </a:lnTo>
                <a:lnTo>
                  <a:pt x="294132" y="288035"/>
                </a:lnTo>
                <a:lnTo>
                  <a:pt x="290971" y="292607"/>
                </a:lnTo>
                <a:close/>
              </a:path>
              <a:path w="338455" h="326389">
                <a:moveTo>
                  <a:pt x="261342" y="312467"/>
                </a:moveTo>
                <a:lnTo>
                  <a:pt x="245364" y="312419"/>
                </a:lnTo>
                <a:lnTo>
                  <a:pt x="132588" y="312419"/>
                </a:lnTo>
                <a:lnTo>
                  <a:pt x="118586" y="311872"/>
                </a:lnTo>
                <a:lnTo>
                  <a:pt x="108585" y="308038"/>
                </a:lnTo>
                <a:lnTo>
                  <a:pt x="102584" y="301061"/>
                </a:lnTo>
                <a:lnTo>
                  <a:pt x="100584" y="291083"/>
                </a:lnTo>
                <a:lnTo>
                  <a:pt x="237744" y="291083"/>
                </a:lnTo>
                <a:lnTo>
                  <a:pt x="243840" y="292607"/>
                </a:lnTo>
                <a:lnTo>
                  <a:pt x="290971" y="292607"/>
                </a:lnTo>
                <a:lnTo>
                  <a:pt x="285869" y="299989"/>
                </a:lnTo>
                <a:lnTo>
                  <a:pt x="274891" y="308228"/>
                </a:lnTo>
                <a:lnTo>
                  <a:pt x="261342" y="31246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" name="object 60"/>
          <p:cNvSpPr/>
          <p:nvPr/>
        </p:nvSpPr>
        <p:spPr>
          <a:xfrm>
            <a:off x="2519172" y="4415027"/>
            <a:ext cx="1527175" cy="358775"/>
          </a:xfrm>
          <a:custGeom>
            <a:avLst/>
            <a:gdLst/>
            <a:ahLst/>
            <a:cxnLst/>
            <a:rect l="l" t="t" r="r" b="b"/>
            <a:pathLst>
              <a:path w="1527175" h="358775">
                <a:moveTo>
                  <a:pt x="126492" y="35052"/>
                </a:moveTo>
                <a:lnTo>
                  <a:pt x="100584" y="12192"/>
                </a:lnTo>
                <a:lnTo>
                  <a:pt x="94005" y="24155"/>
                </a:lnTo>
                <a:lnTo>
                  <a:pt x="85725" y="36957"/>
                </a:lnTo>
                <a:lnTo>
                  <a:pt x="50571" y="77749"/>
                </a:lnTo>
                <a:lnTo>
                  <a:pt x="18567" y="105803"/>
                </a:lnTo>
                <a:lnTo>
                  <a:pt x="0" y="120396"/>
                </a:lnTo>
                <a:lnTo>
                  <a:pt x="3048" y="124968"/>
                </a:lnTo>
                <a:lnTo>
                  <a:pt x="52006" y="94297"/>
                </a:lnTo>
                <a:lnTo>
                  <a:pt x="88392" y="62484"/>
                </a:lnTo>
                <a:lnTo>
                  <a:pt x="101841" y="48768"/>
                </a:lnTo>
                <a:lnTo>
                  <a:pt x="112585" y="39624"/>
                </a:lnTo>
                <a:lnTo>
                  <a:pt x="120751" y="35052"/>
                </a:lnTo>
                <a:lnTo>
                  <a:pt x="126492" y="35052"/>
                </a:lnTo>
                <a:close/>
              </a:path>
              <a:path w="1527175" h="358775">
                <a:moveTo>
                  <a:pt x="138684" y="123444"/>
                </a:moveTo>
                <a:lnTo>
                  <a:pt x="112776" y="99060"/>
                </a:lnTo>
                <a:lnTo>
                  <a:pt x="106146" y="110185"/>
                </a:lnTo>
                <a:lnTo>
                  <a:pt x="97536" y="122872"/>
                </a:lnTo>
                <a:lnTo>
                  <a:pt x="73152" y="152400"/>
                </a:lnTo>
                <a:lnTo>
                  <a:pt x="40767" y="183451"/>
                </a:lnTo>
                <a:lnTo>
                  <a:pt x="1524" y="213360"/>
                </a:lnTo>
                <a:lnTo>
                  <a:pt x="4572" y="217932"/>
                </a:lnTo>
                <a:lnTo>
                  <a:pt x="51435" y="191643"/>
                </a:lnTo>
                <a:lnTo>
                  <a:pt x="91440" y="158496"/>
                </a:lnTo>
                <a:lnTo>
                  <a:pt x="107391" y="143383"/>
                </a:lnTo>
                <a:lnTo>
                  <a:pt x="120777" y="132397"/>
                </a:lnTo>
                <a:lnTo>
                  <a:pt x="131292" y="125717"/>
                </a:lnTo>
                <a:lnTo>
                  <a:pt x="138684" y="123444"/>
                </a:lnTo>
                <a:close/>
              </a:path>
              <a:path w="1527175" h="358775">
                <a:moveTo>
                  <a:pt x="152400" y="234696"/>
                </a:moveTo>
                <a:lnTo>
                  <a:pt x="126492" y="208788"/>
                </a:lnTo>
                <a:lnTo>
                  <a:pt x="119367" y="220586"/>
                </a:lnTo>
                <a:lnTo>
                  <a:pt x="109537" y="233362"/>
                </a:lnTo>
                <a:lnTo>
                  <a:pt x="82296" y="263652"/>
                </a:lnTo>
                <a:lnTo>
                  <a:pt x="44577" y="295275"/>
                </a:lnTo>
                <a:lnTo>
                  <a:pt x="0" y="324612"/>
                </a:lnTo>
                <a:lnTo>
                  <a:pt x="3048" y="329184"/>
                </a:lnTo>
                <a:lnTo>
                  <a:pt x="54673" y="304038"/>
                </a:lnTo>
                <a:lnTo>
                  <a:pt x="100584" y="269748"/>
                </a:lnTo>
                <a:lnTo>
                  <a:pt x="119392" y="253987"/>
                </a:lnTo>
                <a:lnTo>
                  <a:pt x="134493" y="243078"/>
                </a:lnTo>
                <a:lnTo>
                  <a:pt x="145580" y="236753"/>
                </a:lnTo>
                <a:lnTo>
                  <a:pt x="152400" y="234696"/>
                </a:lnTo>
                <a:close/>
              </a:path>
              <a:path w="1527175" h="358775">
                <a:moveTo>
                  <a:pt x="265176" y="143256"/>
                </a:moveTo>
                <a:lnTo>
                  <a:pt x="228600" y="126492"/>
                </a:lnTo>
                <a:lnTo>
                  <a:pt x="230060" y="151688"/>
                </a:lnTo>
                <a:lnTo>
                  <a:pt x="230149" y="158496"/>
                </a:lnTo>
                <a:lnTo>
                  <a:pt x="229666" y="200863"/>
                </a:lnTo>
                <a:lnTo>
                  <a:pt x="225425" y="244868"/>
                </a:lnTo>
                <a:lnTo>
                  <a:pt x="204216" y="295656"/>
                </a:lnTo>
                <a:lnTo>
                  <a:pt x="170116" y="324040"/>
                </a:lnTo>
                <a:lnTo>
                  <a:pt x="109728" y="353568"/>
                </a:lnTo>
                <a:lnTo>
                  <a:pt x="112776" y="358140"/>
                </a:lnTo>
                <a:lnTo>
                  <a:pt x="164401" y="340995"/>
                </a:lnTo>
                <a:lnTo>
                  <a:pt x="201168" y="321564"/>
                </a:lnTo>
                <a:lnTo>
                  <a:pt x="233946" y="285559"/>
                </a:lnTo>
                <a:lnTo>
                  <a:pt x="248983" y="228028"/>
                </a:lnTo>
                <a:lnTo>
                  <a:pt x="251460" y="153924"/>
                </a:lnTo>
                <a:lnTo>
                  <a:pt x="265176" y="143256"/>
                </a:lnTo>
                <a:close/>
              </a:path>
              <a:path w="1527175" h="358775">
                <a:moveTo>
                  <a:pt x="342900" y="330708"/>
                </a:moveTo>
                <a:lnTo>
                  <a:pt x="319417" y="300062"/>
                </a:lnTo>
                <a:lnTo>
                  <a:pt x="281597" y="277825"/>
                </a:lnTo>
                <a:lnTo>
                  <a:pt x="252984" y="262128"/>
                </a:lnTo>
                <a:lnTo>
                  <a:pt x="249936" y="266700"/>
                </a:lnTo>
                <a:lnTo>
                  <a:pt x="265023" y="279831"/>
                </a:lnTo>
                <a:lnTo>
                  <a:pt x="278130" y="291655"/>
                </a:lnTo>
                <a:lnTo>
                  <a:pt x="310896" y="327088"/>
                </a:lnTo>
                <a:lnTo>
                  <a:pt x="327660" y="350520"/>
                </a:lnTo>
                <a:lnTo>
                  <a:pt x="332232" y="353568"/>
                </a:lnTo>
                <a:lnTo>
                  <a:pt x="336804" y="353568"/>
                </a:lnTo>
                <a:lnTo>
                  <a:pt x="338328" y="352044"/>
                </a:lnTo>
                <a:lnTo>
                  <a:pt x="341376" y="339852"/>
                </a:lnTo>
                <a:lnTo>
                  <a:pt x="342811" y="335546"/>
                </a:lnTo>
                <a:lnTo>
                  <a:pt x="342900" y="330708"/>
                </a:lnTo>
                <a:close/>
              </a:path>
              <a:path w="1527175" h="358775">
                <a:moveTo>
                  <a:pt x="350520" y="32004"/>
                </a:moveTo>
                <a:lnTo>
                  <a:pt x="324612" y="3048"/>
                </a:lnTo>
                <a:lnTo>
                  <a:pt x="301752" y="22860"/>
                </a:lnTo>
                <a:lnTo>
                  <a:pt x="135636" y="22860"/>
                </a:lnTo>
                <a:lnTo>
                  <a:pt x="149352" y="36576"/>
                </a:lnTo>
                <a:lnTo>
                  <a:pt x="158203" y="34582"/>
                </a:lnTo>
                <a:lnTo>
                  <a:pt x="166497" y="33147"/>
                </a:lnTo>
                <a:lnTo>
                  <a:pt x="174205" y="32296"/>
                </a:lnTo>
                <a:lnTo>
                  <a:pt x="181356" y="32004"/>
                </a:lnTo>
                <a:lnTo>
                  <a:pt x="222504" y="32004"/>
                </a:lnTo>
                <a:lnTo>
                  <a:pt x="222161" y="41719"/>
                </a:lnTo>
                <a:lnTo>
                  <a:pt x="220980" y="54864"/>
                </a:lnTo>
                <a:lnTo>
                  <a:pt x="218643" y="71437"/>
                </a:lnTo>
                <a:lnTo>
                  <a:pt x="214884" y="91440"/>
                </a:lnTo>
                <a:lnTo>
                  <a:pt x="181356" y="91440"/>
                </a:lnTo>
                <a:lnTo>
                  <a:pt x="160020" y="79248"/>
                </a:lnTo>
                <a:lnTo>
                  <a:pt x="160820" y="100584"/>
                </a:lnTo>
                <a:lnTo>
                  <a:pt x="160947" y="105156"/>
                </a:lnTo>
                <a:lnTo>
                  <a:pt x="161353" y="126492"/>
                </a:lnTo>
                <a:lnTo>
                  <a:pt x="161455" y="143383"/>
                </a:lnTo>
                <a:lnTo>
                  <a:pt x="161340" y="228028"/>
                </a:lnTo>
                <a:lnTo>
                  <a:pt x="160934" y="247586"/>
                </a:lnTo>
                <a:lnTo>
                  <a:pt x="160807" y="251460"/>
                </a:lnTo>
                <a:lnTo>
                  <a:pt x="160020" y="269748"/>
                </a:lnTo>
                <a:lnTo>
                  <a:pt x="181356" y="256032"/>
                </a:lnTo>
                <a:lnTo>
                  <a:pt x="181356" y="100584"/>
                </a:lnTo>
                <a:lnTo>
                  <a:pt x="303276" y="100584"/>
                </a:lnTo>
                <a:lnTo>
                  <a:pt x="303276" y="263652"/>
                </a:lnTo>
                <a:lnTo>
                  <a:pt x="326136" y="251460"/>
                </a:lnTo>
                <a:lnTo>
                  <a:pt x="325247" y="237769"/>
                </a:lnTo>
                <a:lnTo>
                  <a:pt x="324802" y="224218"/>
                </a:lnTo>
                <a:lnTo>
                  <a:pt x="324713" y="217932"/>
                </a:lnTo>
                <a:lnTo>
                  <a:pt x="324612" y="105156"/>
                </a:lnTo>
                <a:lnTo>
                  <a:pt x="329831" y="100584"/>
                </a:lnTo>
                <a:lnTo>
                  <a:pt x="336804" y="94488"/>
                </a:lnTo>
                <a:lnTo>
                  <a:pt x="332740" y="91440"/>
                </a:lnTo>
                <a:lnTo>
                  <a:pt x="312420" y="76200"/>
                </a:lnTo>
                <a:lnTo>
                  <a:pt x="301752" y="91440"/>
                </a:lnTo>
                <a:lnTo>
                  <a:pt x="224028" y="91440"/>
                </a:lnTo>
                <a:lnTo>
                  <a:pt x="232600" y="70586"/>
                </a:lnTo>
                <a:lnTo>
                  <a:pt x="240030" y="53721"/>
                </a:lnTo>
                <a:lnTo>
                  <a:pt x="246316" y="40868"/>
                </a:lnTo>
                <a:lnTo>
                  <a:pt x="251460" y="32004"/>
                </a:lnTo>
                <a:lnTo>
                  <a:pt x="350520" y="32004"/>
                </a:lnTo>
                <a:close/>
              </a:path>
              <a:path w="1527175" h="358775">
                <a:moveTo>
                  <a:pt x="467868" y="53340"/>
                </a:moveTo>
                <a:lnTo>
                  <a:pt x="463296" y="45720"/>
                </a:lnTo>
                <a:lnTo>
                  <a:pt x="455676" y="39624"/>
                </a:lnTo>
                <a:lnTo>
                  <a:pt x="449122" y="33896"/>
                </a:lnTo>
                <a:lnTo>
                  <a:pt x="441007" y="28003"/>
                </a:lnTo>
                <a:lnTo>
                  <a:pt x="431457" y="21844"/>
                </a:lnTo>
                <a:lnTo>
                  <a:pt x="420624" y="15240"/>
                </a:lnTo>
                <a:lnTo>
                  <a:pt x="417576" y="18288"/>
                </a:lnTo>
                <a:lnTo>
                  <a:pt x="426123" y="31699"/>
                </a:lnTo>
                <a:lnTo>
                  <a:pt x="433387" y="44386"/>
                </a:lnTo>
                <a:lnTo>
                  <a:pt x="439216" y="56222"/>
                </a:lnTo>
                <a:lnTo>
                  <a:pt x="443484" y="67056"/>
                </a:lnTo>
                <a:lnTo>
                  <a:pt x="446532" y="76200"/>
                </a:lnTo>
                <a:lnTo>
                  <a:pt x="449580" y="80772"/>
                </a:lnTo>
                <a:lnTo>
                  <a:pt x="454152" y="80772"/>
                </a:lnTo>
                <a:lnTo>
                  <a:pt x="457200" y="79248"/>
                </a:lnTo>
                <a:lnTo>
                  <a:pt x="460248" y="74676"/>
                </a:lnTo>
                <a:lnTo>
                  <a:pt x="464820" y="71628"/>
                </a:lnTo>
                <a:lnTo>
                  <a:pt x="466344" y="67056"/>
                </a:lnTo>
                <a:lnTo>
                  <a:pt x="466344" y="59436"/>
                </a:lnTo>
                <a:lnTo>
                  <a:pt x="467868" y="53340"/>
                </a:lnTo>
                <a:close/>
              </a:path>
              <a:path w="1527175" h="358775">
                <a:moveTo>
                  <a:pt x="743712" y="318516"/>
                </a:moveTo>
                <a:lnTo>
                  <a:pt x="703440" y="321373"/>
                </a:lnTo>
                <a:lnTo>
                  <a:pt x="665035" y="323088"/>
                </a:lnTo>
                <a:lnTo>
                  <a:pt x="628624" y="323659"/>
                </a:lnTo>
                <a:lnTo>
                  <a:pt x="594360" y="323088"/>
                </a:lnTo>
                <a:lnTo>
                  <a:pt x="538353" y="317373"/>
                </a:lnTo>
                <a:lnTo>
                  <a:pt x="490296" y="297688"/>
                </a:lnTo>
                <a:lnTo>
                  <a:pt x="470433" y="281940"/>
                </a:lnTo>
                <a:lnTo>
                  <a:pt x="463296" y="274320"/>
                </a:lnTo>
                <a:lnTo>
                  <a:pt x="463296" y="150876"/>
                </a:lnTo>
                <a:lnTo>
                  <a:pt x="471131" y="144780"/>
                </a:lnTo>
                <a:lnTo>
                  <a:pt x="477012" y="140208"/>
                </a:lnTo>
                <a:lnTo>
                  <a:pt x="452628" y="120396"/>
                </a:lnTo>
                <a:lnTo>
                  <a:pt x="441960" y="135636"/>
                </a:lnTo>
                <a:lnTo>
                  <a:pt x="384048" y="135636"/>
                </a:lnTo>
                <a:lnTo>
                  <a:pt x="397764" y="149352"/>
                </a:lnTo>
                <a:lnTo>
                  <a:pt x="406044" y="147358"/>
                </a:lnTo>
                <a:lnTo>
                  <a:pt x="414909" y="145923"/>
                </a:lnTo>
                <a:lnTo>
                  <a:pt x="424332" y="145072"/>
                </a:lnTo>
                <a:lnTo>
                  <a:pt x="434340" y="144780"/>
                </a:lnTo>
                <a:lnTo>
                  <a:pt x="443484" y="144780"/>
                </a:lnTo>
                <a:lnTo>
                  <a:pt x="443484" y="272796"/>
                </a:lnTo>
                <a:lnTo>
                  <a:pt x="425196" y="281063"/>
                </a:lnTo>
                <a:lnTo>
                  <a:pt x="409194" y="289750"/>
                </a:lnTo>
                <a:lnTo>
                  <a:pt x="395503" y="298704"/>
                </a:lnTo>
                <a:lnTo>
                  <a:pt x="384048" y="307848"/>
                </a:lnTo>
                <a:lnTo>
                  <a:pt x="405384" y="329184"/>
                </a:lnTo>
                <a:lnTo>
                  <a:pt x="409384" y="322072"/>
                </a:lnTo>
                <a:lnTo>
                  <a:pt x="414528" y="314515"/>
                </a:lnTo>
                <a:lnTo>
                  <a:pt x="442150" y="285750"/>
                </a:lnTo>
                <a:lnTo>
                  <a:pt x="452628" y="281940"/>
                </a:lnTo>
                <a:lnTo>
                  <a:pt x="456641" y="283972"/>
                </a:lnTo>
                <a:lnTo>
                  <a:pt x="461962" y="287845"/>
                </a:lnTo>
                <a:lnTo>
                  <a:pt x="468693" y="293738"/>
                </a:lnTo>
                <a:lnTo>
                  <a:pt x="477012" y="301752"/>
                </a:lnTo>
                <a:lnTo>
                  <a:pt x="485597" y="310565"/>
                </a:lnTo>
                <a:lnTo>
                  <a:pt x="495490" y="318516"/>
                </a:lnTo>
                <a:lnTo>
                  <a:pt x="534555" y="335851"/>
                </a:lnTo>
                <a:lnTo>
                  <a:pt x="619760" y="346189"/>
                </a:lnTo>
                <a:lnTo>
                  <a:pt x="711708" y="347472"/>
                </a:lnTo>
                <a:lnTo>
                  <a:pt x="714565" y="340042"/>
                </a:lnTo>
                <a:lnTo>
                  <a:pt x="720852" y="333756"/>
                </a:lnTo>
                <a:lnTo>
                  <a:pt x="730567" y="328612"/>
                </a:lnTo>
                <a:lnTo>
                  <a:pt x="743712" y="324612"/>
                </a:lnTo>
                <a:lnTo>
                  <a:pt x="743712" y="323659"/>
                </a:lnTo>
                <a:lnTo>
                  <a:pt x="743712" y="318516"/>
                </a:lnTo>
                <a:close/>
              </a:path>
              <a:path w="1527175" h="358775">
                <a:moveTo>
                  <a:pt x="743712" y="237744"/>
                </a:moveTo>
                <a:lnTo>
                  <a:pt x="719328" y="210312"/>
                </a:lnTo>
                <a:lnTo>
                  <a:pt x="701040" y="228600"/>
                </a:lnTo>
                <a:lnTo>
                  <a:pt x="659892" y="228600"/>
                </a:lnTo>
                <a:lnTo>
                  <a:pt x="659892" y="219456"/>
                </a:lnTo>
                <a:lnTo>
                  <a:pt x="669036" y="213360"/>
                </a:lnTo>
                <a:lnTo>
                  <a:pt x="649224" y="204216"/>
                </a:lnTo>
                <a:lnTo>
                  <a:pt x="676656" y="204216"/>
                </a:lnTo>
                <a:lnTo>
                  <a:pt x="676656" y="216408"/>
                </a:lnTo>
                <a:lnTo>
                  <a:pt x="696468" y="207264"/>
                </a:lnTo>
                <a:lnTo>
                  <a:pt x="696391" y="204216"/>
                </a:lnTo>
                <a:lnTo>
                  <a:pt x="696226" y="196672"/>
                </a:lnTo>
                <a:lnTo>
                  <a:pt x="696125" y="195072"/>
                </a:lnTo>
                <a:lnTo>
                  <a:pt x="695706" y="187642"/>
                </a:lnTo>
                <a:lnTo>
                  <a:pt x="695172" y="180047"/>
                </a:lnTo>
                <a:lnTo>
                  <a:pt x="694994" y="175260"/>
                </a:lnTo>
                <a:lnTo>
                  <a:pt x="694944" y="166116"/>
                </a:lnTo>
                <a:lnTo>
                  <a:pt x="694944" y="132588"/>
                </a:lnTo>
                <a:lnTo>
                  <a:pt x="694944" y="103632"/>
                </a:lnTo>
                <a:lnTo>
                  <a:pt x="698500" y="100584"/>
                </a:lnTo>
                <a:lnTo>
                  <a:pt x="705612" y="94488"/>
                </a:lnTo>
                <a:lnTo>
                  <a:pt x="702005" y="91440"/>
                </a:lnTo>
                <a:lnTo>
                  <a:pt x="685800" y="77724"/>
                </a:lnTo>
                <a:lnTo>
                  <a:pt x="676656" y="89484"/>
                </a:lnTo>
                <a:lnTo>
                  <a:pt x="676656" y="100584"/>
                </a:lnTo>
                <a:lnTo>
                  <a:pt x="676656" y="131064"/>
                </a:lnTo>
                <a:lnTo>
                  <a:pt x="676656" y="144780"/>
                </a:lnTo>
                <a:lnTo>
                  <a:pt x="676656" y="166116"/>
                </a:lnTo>
                <a:lnTo>
                  <a:pt x="676656" y="175260"/>
                </a:lnTo>
                <a:lnTo>
                  <a:pt x="676656" y="195072"/>
                </a:lnTo>
                <a:lnTo>
                  <a:pt x="541020" y="195072"/>
                </a:lnTo>
                <a:lnTo>
                  <a:pt x="541020" y="175260"/>
                </a:lnTo>
                <a:lnTo>
                  <a:pt x="676656" y="175260"/>
                </a:lnTo>
                <a:lnTo>
                  <a:pt x="676656" y="166116"/>
                </a:lnTo>
                <a:lnTo>
                  <a:pt x="541020" y="166116"/>
                </a:lnTo>
                <a:lnTo>
                  <a:pt x="541020" y="158496"/>
                </a:lnTo>
                <a:lnTo>
                  <a:pt x="552996" y="153924"/>
                </a:lnTo>
                <a:lnTo>
                  <a:pt x="564159" y="149669"/>
                </a:lnTo>
                <a:lnTo>
                  <a:pt x="581025" y="136969"/>
                </a:lnTo>
                <a:lnTo>
                  <a:pt x="591591" y="120573"/>
                </a:lnTo>
                <a:lnTo>
                  <a:pt x="595884" y="100584"/>
                </a:lnTo>
                <a:lnTo>
                  <a:pt x="620268" y="100584"/>
                </a:lnTo>
                <a:lnTo>
                  <a:pt x="620268" y="121920"/>
                </a:lnTo>
                <a:lnTo>
                  <a:pt x="620814" y="132778"/>
                </a:lnTo>
                <a:lnTo>
                  <a:pt x="624649" y="140208"/>
                </a:lnTo>
                <a:lnTo>
                  <a:pt x="631621" y="144208"/>
                </a:lnTo>
                <a:lnTo>
                  <a:pt x="641604" y="144780"/>
                </a:lnTo>
                <a:lnTo>
                  <a:pt x="676656" y="144780"/>
                </a:lnTo>
                <a:lnTo>
                  <a:pt x="676656" y="131064"/>
                </a:lnTo>
                <a:lnTo>
                  <a:pt x="653796" y="131064"/>
                </a:lnTo>
                <a:lnTo>
                  <a:pt x="643128" y="132588"/>
                </a:lnTo>
                <a:lnTo>
                  <a:pt x="638556" y="126492"/>
                </a:lnTo>
                <a:lnTo>
                  <a:pt x="638556" y="100584"/>
                </a:lnTo>
                <a:lnTo>
                  <a:pt x="676656" y="100584"/>
                </a:lnTo>
                <a:lnTo>
                  <a:pt x="676656" y="89484"/>
                </a:lnTo>
                <a:lnTo>
                  <a:pt x="675132" y="91440"/>
                </a:lnTo>
                <a:lnTo>
                  <a:pt x="638556" y="91440"/>
                </a:lnTo>
                <a:lnTo>
                  <a:pt x="638556" y="64008"/>
                </a:lnTo>
                <a:lnTo>
                  <a:pt x="733044" y="64008"/>
                </a:lnTo>
                <a:lnTo>
                  <a:pt x="707136" y="35052"/>
                </a:lnTo>
                <a:lnTo>
                  <a:pt x="687324" y="54864"/>
                </a:lnTo>
                <a:lnTo>
                  <a:pt x="637032" y="54864"/>
                </a:lnTo>
                <a:lnTo>
                  <a:pt x="642721" y="48272"/>
                </a:lnTo>
                <a:lnTo>
                  <a:pt x="653529" y="36220"/>
                </a:lnTo>
                <a:lnTo>
                  <a:pt x="658368" y="30480"/>
                </a:lnTo>
                <a:lnTo>
                  <a:pt x="665988" y="22860"/>
                </a:lnTo>
                <a:lnTo>
                  <a:pt x="672084" y="18288"/>
                </a:lnTo>
                <a:lnTo>
                  <a:pt x="678180" y="16764"/>
                </a:lnTo>
                <a:lnTo>
                  <a:pt x="650748" y="0"/>
                </a:lnTo>
                <a:lnTo>
                  <a:pt x="648474" y="10287"/>
                </a:lnTo>
                <a:lnTo>
                  <a:pt x="644080" y="22860"/>
                </a:lnTo>
                <a:lnTo>
                  <a:pt x="637667" y="37719"/>
                </a:lnTo>
                <a:lnTo>
                  <a:pt x="629412" y="54864"/>
                </a:lnTo>
                <a:lnTo>
                  <a:pt x="620268" y="54864"/>
                </a:lnTo>
                <a:lnTo>
                  <a:pt x="620268" y="64008"/>
                </a:lnTo>
                <a:lnTo>
                  <a:pt x="620268" y="91440"/>
                </a:lnTo>
                <a:lnTo>
                  <a:pt x="595884" y="91440"/>
                </a:lnTo>
                <a:lnTo>
                  <a:pt x="595884" y="64008"/>
                </a:lnTo>
                <a:lnTo>
                  <a:pt x="620268" y="64008"/>
                </a:lnTo>
                <a:lnTo>
                  <a:pt x="620268" y="54864"/>
                </a:lnTo>
                <a:lnTo>
                  <a:pt x="582168" y="54864"/>
                </a:lnTo>
                <a:lnTo>
                  <a:pt x="589788" y="47244"/>
                </a:lnTo>
                <a:lnTo>
                  <a:pt x="592836" y="41148"/>
                </a:lnTo>
                <a:lnTo>
                  <a:pt x="592836" y="33528"/>
                </a:lnTo>
                <a:lnTo>
                  <a:pt x="591312" y="28956"/>
                </a:lnTo>
                <a:lnTo>
                  <a:pt x="550164" y="1524"/>
                </a:lnTo>
                <a:lnTo>
                  <a:pt x="547116" y="4572"/>
                </a:lnTo>
                <a:lnTo>
                  <a:pt x="551662" y="9677"/>
                </a:lnTo>
                <a:lnTo>
                  <a:pt x="556069" y="15621"/>
                </a:lnTo>
                <a:lnTo>
                  <a:pt x="571500" y="54864"/>
                </a:lnTo>
                <a:lnTo>
                  <a:pt x="489204" y="54864"/>
                </a:lnTo>
                <a:lnTo>
                  <a:pt x="502920" y="68580"/>
                </a:lnTo>
                <a:lnTo>
                  <a:pt x="510895" y="66586"/>
                </a:lnTo>
                <a:lnTo>
                  <a:pt x="518731" y="65151"/>
                </a:lnTo>
                <a:lnTo>
                  <a:pt x="526275" y="64300"/>
                </a:lnTo>
                <a:lnTo>
                  <a:pt x="533400" y="64008"/>
                </a:lnTo>
                <a:lnTo>
                  <a:pt x="577596" y="64008"/>
                </a:lnTo>
                <a:lnTo>
                  <a:pt x="577596" y="91440"/>
                </a:lnTo>
                <a:lnTo>
                  <a:pt x="577596" y="100584"/>
                </a:lnTo>
                <a:lnTo>
                  <a:pt x="574446" y="117716"/>
                </a:lnTo>
                <a:lnTo>
                  <a:pt x="567309" y="132397"/>
                </a:lnTo>
                <a:lnTo>
                  <a:pt x="556158" y="144526"/>
                </a:lnTo>
                <a:lnTo>
                  <a:pt x="541020" y="153924"/>
                </a:lnTo>
                <a:lnTo>
                  <a:pt x="541020" y="100584"/>
                </a:lnTo>
                <a:lnTo>
                  <a:pt x="577596" y="100584"/>
                </a:lnTo>
                <a:lnTo>
                  <a:pt x="577596" y="91440"/>
                </a:lnTo>
                <a:lnTo>
                  <a:pt x="541020" y="91440"/>
                </a:lnTo>
                <a:lnTo>
                  <a:pt x="521208" y="80772"/>
                </a:lnTo>
                <a:lnTo>
                  <a:pt x="522084" y="95631"/>
                </a:lnTo>
                <a:lnTo>
                  <a:pt x="522541" y="112776"/>
                </a:lnTo>
                <a:lnTo>
                  <a:pt x="522655" y="126492"/>
                </a:lnTo>
                <a:lnTo>
                  <a:pt x="522541" y="192405"/>
                </a:lnTo>
                <a:lnTo>
                  <a:pt x="522084" y="207505"/>
                </a:lnTo>
                <a:lnTo>
                  <a:pt x="521208" y="219456"/>
                </a:lnTo>
                <a:lnTo>
                  <a:pt x="541020" y="213360"/>
                </a:lnTo>
                <a:lnTo>
                  <a:pt x="541020" y="204216"/>
                </a:lnTo>
                <a:lnTo>
                  <a:pt x="641604" y="204216"/>
                </a:lnTo>
                <a:lnTo>
                  <a:pt x="641604" y="228600"/>
                </a:lnTo>
                <a:lnTo>
                  <a:pt x="477012" y="228600"/>
                </a:lnTo>
                <a:lnTo>
                  <a:pt x="490728" y="242316"/>
                </a:lnTo>
                <a:lnTo>
                  <a:pt x="498678" y="240322"/>
                </a:lnTo>
                <a:lnTo>
                  <a:pt x="506349" y="238887"/>
                </a:lnTo>
                <a:lnTo>
                  <a:pt x="513435" y="238036"/>
                </a:lnTo>
                <a:lnTo>
                  <a:pt x="519684" y="237744"/>
                </a:lnTo>
                <a:lnTo>
                  <a:pt x="534924" y="237744"/>
                </a:lnTo>
                <a:lnTo>
                  <a:pt x="548640" y="275844"/>
                </a:lnTo>
                <a:lnTo>
                  <a:pt x="550164" y="286512"/>
                </a:lnTo>
                <a:lnTo>
                  <a:pt x="551688" y="291084"/>
                </a:lnTo>
                <a:lnTo>
                  <a:pt x="556260" y="291084"/>
                </a:lnTo>
                <a:lnTo>
                  <a:pt x="559308" y="289560"/>
                </a:lnTo>
                <a:lnTo>
                  <a:pt x="565404" y="284988"/>
                </a:lnTo>
                <a:lnTo>
                  <a:pt x="569976" y="281940"/>
                </a:lnTo>
                <a:lnTo>
                  <a:pt x="571500" y="275844"/>
                </a:lnTo>
                <a:lnTo>
                  <a:pt x="569976" y="266700"/>
                </a:lnTo>
                <a:lnTo>
                  <a:pt x="567397" y="260680"/>
                </a:lnTo>
                <a:lnTo>
                  <a:pt x="561975" y="253936"/>
                </a:lnTo>
                <a:lnTo>
                  <a:pt x="553681" y="246341"/>
                </a:lnTo>
                <a:lnTo>
                  <a:pt x="542544" y="237744"/>
                </a:lnTo>
                <a:lnTo>
                  <a:pt x="641604" y="237744"/>
                </a:lnTo>
                <a:lnTo>
                  <a:pt x="641604" y="283464"/>
                </a:lnTo>
                <a:lnTo>
                  <a:pt x="638556" y="288036"/>
                </a:lnTo>
                <a:lnTo>
                  <a:pt x="625830" y="288023"/>
                </a:lnTo>
                <a:lnTo>
                  <a:pt x="617220" y="287845"/>
                </a:lnTo>
                <a:lnTo>
                  <a:pt x="606310" y="287401"/>
                </a:lnTo>
                <a:lnTo>
                  <a:pt x="592836" y="286512"/>
                </a:lnTo>
                <a:lnTo>
                  <a:pt x="592836" y="292608"/>
                </a:lnTo>
                <a:lnTo>
                  <a:pt x="609955" y="296024"/>
                </a:lnTo>
                <a:lnTo>
                  <a:pt x="622363" y="301561"/>
                </a:lnTo>
                <a:lnTo>
                  <a:pt x="629907" y="309118"/>
                </a:lnTo>
                <a:lnTo>
                  <a:pt x="632460" y="318516"/>
                </a:lnTo>
                <a:lnTo>
                  <a:pt x="644461" y="313944"/>
                </a:lnTo>
                <a:lnTo>
                  <a:pt x="653034" y="307086"/>
                </a:lnTo>
                <a:lnTo>
                  <a:pt x="658177" y="297942"/>
                </a:lnTo>
                <a:lnTo>
                  <a:pt x="659663" y="288036"/>
                </a:lnTo>
                <a:lnTo>
                  <a:pt x="659892" y="286512"/>
                </a:lnTo>
                <a:lnTo>
                  <a:pt x="659892" y="237744"/>
                </a:lnTo>
                <a:lnTo>
                  <a:pt x="743712" y="237744"/>
                </a:lnTo>
                <a:close/>
              </a:path>
              <a:path w="1527175" h="358775">
                <a:moveTo>
                  <a:pt x="947915" y="234708"/>
                </a:moveTo>
                <a:lnTo>
                  <a:pt x="924420" y="195389"/>
                </a:lnTo>
                <a:lnTo>
                  <a:pt x="895045" y="169176"/>
                </a:lnTo>
                <a:lnTo>
                  <a:pt x="883907" y="160032"/>
                </a:lnTo>
                <a:lnTo>
                  <a:pt x="886460" y="140906"/>
                </a:lnTo>
                <a:lnTo>
                  <a:pt x="889431" y="113347"/>
                </a:lnTo>
                <a:lnTo>
                  <a:pt x="892695" y="77520"/>
                </a:lnTo>
                <a:lnTo>
                  <a:pt x="896099" y="33528"/>
                </a:lnTo>
                <a:lnTo>
                  <a:pt x="909815" y="22860"/>
                </a:lnTo>
                <a:lnTo>
                  <a:pt x="871715" y="6096"/>
                </a:lnTo>
                <a:lnTo>
                  <a:pt x="870915" y="51587"/>
                </a:lnTo>
                <a:lnTo>
                  <a:pt x="868667" y="92202"/>
                </a:lnTo>
                <a:lnTo>
                  <a:pt x="861047" y="160032"/>
                </a:lnTo>
                <a:lnTo>
                  <a:pt x="848283" y="212610"/>
                </a:lnTo>
                <a:lnTo>
                  <a:pt x="832091" y="256044"/>
                </a:lnTo>
                <a:lnTo>
                  <a:pt x="810183" y="296430"/>
                </a:lnTo>
                <a:lnTo>
                  <a:pt x="780275" y="336816"/>
                </a:lnTo>
                <a:lnTo>
                  <a:pt x="784847" y="341388"/>
                </a:lnTo>
                <a:lnTo>
                  <a:pt x="812850" y="312813"/>
                </a:lnTo>
                <a:lnTo>
                  <a:pt x="839711" y="277380"/>
                </a:lnTo>
                <a:lnTo>
                  <a:pt x="862761" y="231851"/>
                </a:lnTo>
                <a:lnTo>
                  <a:pt x="882383" y="169176"/>
                </a:lnTo>
                <a:lnTo>
                  <a:pt x="895197" y="188010"/>
                </a:lnTo>
                <a:lnTo>
                  <a:pt x="906005" y="205562"/>
                </a:lnTo>
                <a:lnTo>
                  <a:pt x="914539" y="221678"/>
                </a:lnTo>
                <a:lnTo>
                  <a:pt x="920483" y="236232"/>
                </a:lnTo>
                <a:lnTo>
                  <a:pt x="923912" y="246227"/>
                </a:lnTo>
                <a:lnTo>
                  <a:pt x="927341" y="253377"/>
                </a:lnTo>
                <a:lnTo>
                  <a:pt x="930770" y="257657"/>
                </a:lnTo>
                <a:lnTo>
                  <a:pt x="934199" y="259092"/>
                </a:lnTo>
                <a:lnTo>
                  <a:pt x="937247" y="257568"/>
                </a:lnTo>
                <a:lnTo>
                  <a:pt x="941819" y="254520"/>
                </a:lnTo>
                <a:lnTo>
                  <a:pt x="944867" y="249936"/>
                </a:lnTo>
                <a:lnTo>
                  <a:pt x="947915" y="243852"/>
                </a:lnTo>
                <a:lnTo>
                  <a:pt x="947915" y="234708"/>
                </a:lnTo>
                <a:close/>
              </a:path>
              <a:path w="1527175" h="358775">
                <a:moveTo>
                  <a:pt x="1136891" y="323100"/>
                </a:moveTo>
                <a:lnTo>
                  <a:pt x="1100505" y="297954"/>
                </a:lnTo>
                <a:lnTo>
                  <a:pt x="1069835" y="254520"/>
                </a:lnTo>
                <a:lnTo>
                  <a:pt x="1044689" y="201561"/>
                </a:lnTo>
                <a:lnTo>
                  <a:pt x="1028687" y="146316"/>
                </a:lnTo>
                <a:lnTo>
                  <a:pt x="1021448" y="90678"/>
                </a:lnTo>
                <a:lnTo>
                  <a:pt x="1020546" y="62725"/>
                </a:lnTo>
                <a:lnTo>
                  <a:pt x="1021067" y="35052"/>
                </a:lnTo>
                <a:lnTo>
                  <a:pt x="1034783" y="22860"/>
                </a:lnTo>
                <a:lnTo>
                  <a:pt x="995159" y="4572"/>
                </a:lnTo>
                <a:lnTo>
                  <a:pt x="995756" y="32562"/>
                </a:lnTo>
                <a:lnTo>
                  <a:pt x="995349" y="59245"/>
                </a:lnTo>
                <a:lnTo>
                  <a:pt x="994092" y="84518"/>
                </a:lnTo>
                <a:lnTo>
                  <a:pt x="992111" y="108204"/>
                </a:lnTo>
                <a:lnTo>
                  <a:pt x="990447" y="130238"/>
                </a:lnTo>
                <a:lnTo>
                  <a:pt x="984834" y="169722"/>
                </a:lnTo>
                <a:lnTo>
                  <a:pt x="971918" y="220599"/>
                </a:lnTo>
                <a:lnTo>
                  <a:pt x="952449" y="266915"/>
                </a:lnTo>
                <a:lnTo>
                  <a:pt x="922007" y="307848"/>
                </a:lnTo>
                <a:lnTo>
                  <a:pt x="882370" y="343852"/>
                </a:lnTo>
                <a:lnTo>
                  <a:pt x="868667" y="353568"/>
                </a:lnTo>
                <a:lnTo>
                  <a:pt x="873239" y="358152"/>
                </a:lnTo>
                <a:lnTo>
                  <a:pt x="921245" y="326428"/>
                </a:lnTo>
                <a:lnTo>
                  <a:pt x="953300" y="297332"/>
                </a:lnTo>
                <a:lnTo>
                  <a:pt x="979690" y="259702"/>
                </a:lnTo>
                <a:lnTo>
                  <a:pt x="999756" y="211747"/>
                </a:lnTo>
                <a:lnTo>
                  <a:pt x="1011809" y="147739"/>
                </a:lnTo>
                <a:lnTo>
                  <a:pt x="1014971" y="109728"/>
                </a:lnTo>
                <a:lnTo>
                  <a:pt x="1018451" y="139166"/>
                </a:lnTo>
                <a:lnTo>
                  <a:pt x="1026553" y="189458"/>
                </a:lnTo>
                <a:lnTo>
                  <a:pt x="1037983" y="229463"/>
                </a:lnTo>
                <a:lnTo>
                  <a:pt x="1052741" y="266039"/>
                </a:lnTo>
                <a:lnTo>
                  <a:pt x="1079931" y="315658"/>
                </a:lnTo>
                <a:lnTo>
                  <a:pt x="1104887" y="344424"/>
                </a:lnTo>
                <a:lnTo>
                  <a:pt x="1108608" y="339267"/>
                </a:lnTo>
                <a:lnTo>
                  <a:pt x="1115174" y="335102"/>
                </a:lnTo>
                <a:lnTo>
                  <a:pt x="1124610" y="331787"/>
                </a:lnTo>
                <a:lnTo>
                  <a:pt x="1136891" y="329196"/>
                </a:lnTo>
                <a:lnTo>
                  <a:pt x="1136891" y="323100"/>
                </a:lnTo>
                <a:close/>
              </a:path>
              <a:path w="1527175" h="358775">
                <a:moveTo>
                  <a:pt x="1327404" y="35052"/>
                </a:moveTo>
                <a:lnTo>
                  <a:pt x="1296924" y="12192"/>
                </a:lnTo>
                <a:lnTo>
                  <a:pt x="1284274" y="41033"/>
                </a:lnTo>
                <a:lnTo>
                  <a:pt x="1271206" y="68008"/>
                </a:lnTo>
                <a:lnTo>
                  <a:pt x="1242060" y="115824"/>
                </a:lnTo>
                <a:lnTo>
                  <a:pt x="1209865" y="156781"/>
                </a:lnTo>
                <a:lnTo>
                  <a:pt x="1171956" y="192024"/>
                </a:lnTo>
                <a:lnTo>
                  <a:pt x="1175004" y="196596"/>
                </a:lnTo>
                <a:lnTo>
                  <a:pt x="1219962" y="165354"/>
                </a:lnTo>
                <a:lnTo>
                  <a:pt x="1255776" y="129540"/>
                </a:lnTo>
                <a:lnTo>
                  <a:pt x="1285875" y="88392"/>
                </a:lnTo>
                <a:lnTo>
                  <a:pt x="1313688" y="42672"/>
                </a:lnTo>
                <a:lnTo>
                  <a:pt x="1327404" y="35052"/>
                </a:lnTo>
                <a:close/>
              </a:path>
              <a:path w="1527175" h="358775">
                <a:moveTo>
                  <a:pt x="1447800" y="166116"/>
                </a:moveTo>
                <a:lnTo>
                  <a:pt x="1426464" y="144780"/>
                </a:lnTo>
                <a:lnTo>
                  <a:pt x="1411224" y="160020"/>
                </a:lnTo>
                <a:lnTo>
                  <a:pt x="1235964" y="160020"/>
                </a:lnTo>
                <a:lnTo>
                  <a:pt x="1248156" y="172212"/>
                </a:lnTo>
                <a:lnTo>
                  <a:pt x="1261872" y="169164"/>
                </a:lnTo>
                <a:lnTo>
                  <a:pt x="1310640" y="169164"/>
                </a:lnTo>
                <a:lnTo>
                  <a:pt x="1300734" y="220599"/>
                </a:lnTo>
                <a:lnTo>
                  <a:pt x="1281684" y="269748"/>
                </a:lnTo>
                <a:lnTo>
                  <a:pt x="1246632" y="314325"/>
                </a:lnTo>
                <a:lnTo>
                  <a:pt x="1188720" y="352044"/>
                </a:lnTo>
                <a:lnTo>
                  <a:pt x="1191768" y="358140"/>
                </a:lnTo>
                <a:lnTo>
                  <a:pt x="1227505" y="341071"/>
                </a:lnTo>
                <a:lnTo>
                  <a:pt x="1280706" y="301777"/>
                </a:lnTo>
                <a:lnTo>
                  <a:pt x="1311021" y="256400"/>
                </a:lnTo>
                <a:lnTo>
                  <a:pt x="1329309" y="200914"/>
                </a:lnTo>
                <a:lnTo>
                  <a:pt x="1335024" y="169164"/>
                </a:lnTo>
                <a:lnTo>
                  <a:pt x="1414272" y="169164"/>
                </a:lnTo>
                <a:lnTo>
                  <a:pt x="1410855" y="222059"/>
                </a:lnTo>
                <a:lnTo>
                  <a:pt x="1407604" y="261937"/>
                </a:lnTo>
                <a:lnTo>
                  <a:pt x="1402080" y="303276"/>
                </a:lnTo>
                <a:lnTo>
                  <a:pt x="1383792" y="321564"/>
                </a:lnTo>
                <a:lnTo>
                  <a:pt x="1376375" y="321259"/>
                </a:lnTo>
                <a:lnTo>
                  <a:pt x="1365694" y="320230"/>
                </a:lnTo>
                <a:lnTo>
                  <a:pt x="1351851" y="318350"/>
                </a:lnTo>
                <a:lnTo>
                  <a:pt x="1335024" y="315468"/>
                </a:lnTo>
                <a:lnTo>
                  <a:pt x="1335024" y="321564"/>
                </a:lnTo>
                <a:lnTo>
                  <a:pt x="1351546" y="328117"/>
                </a:lnTo>
                <a:lnTo>
                  <a:pt x="1364361" y="336232"/>
                </a:lnTo>
                <a:lnTo>
                  <a:pt x="1373162" y="345782"/>
                </a:lnTo>
                <a:lnTo>
                  <a:pt x="1377696" y="356616"/>
                </a:lnTo>
                <a:lnTo>
                  <a:pt x="1391424" y="350926"/>
                </a:lnTo>
                <a:lnTo>
                  <a:pt x="1420368" y="321564"/>
                </a:lnTo>
                <a:lnTo>
                  <a:pt x="1430274" y="272415"/>
                </a:lnTo>
                <a:lnTo>
                  <a:pt x="1433639" y="229933"/>
                </a:lnTo>
                <a:lnTo>
                  <a:pt x="1435608" y="175260"/>
                </a:lnTo>
                <a:lnTo>
                  <a:pt x="1443736" y="169164"/>
                </a:lnTo>
                <a:lnTo>
                  <a:pt x="1447800" y="166116"/>
                </a:lnTo>
                <a:close/>
              </a:path>
              <a:path w="1527175" h="358775">
                <a:moveTo>
                  <a:pt x="1527048" y="160020"/>
                </a:moveTo>
                <a:lnTo>
                  <a:pt x="1485519" y="146304"/>
                </a:lnTo>
                <a:lnTo>
                  <a:pt x="1446276" y="118872"/>
                </a:lnTo>
                <a:lnTo>
                  <a:pt x="1413129" y="77914"/>
                </a:lnTo>
                <a:lnTo>
                  <a:pt x="1391412" y="24384"/>
                </a:lnTo>
                <a:lnTo>
                  <a:pt x="1403604" y="16764"/>
                </a:lnTo>
                <a:lnTo>
                  <a:pt x="1374648" y="4572"/>
                </a:lnTo>
                <a:lnTo>
                  <a:pt x="1389316" y="61341"/>
                </a:lnTo>
                <a:lnTo>
                  <a:pt x="1414272" y="111252"/>
                </a:lnTo>
                <a:lnTo>
                  <a:pt x="1449514" y="152400"/>
                </a:lnTo>
                <a:lnTo>
                  <a:pt x="1495044" y="184404"/>
                </a:lnTo>
                <a:lnTo>
                  <a:pt x="1500466" y="177025"/>
                </a:lnTo>
                <a:lnTo>
                  <a:pt x="1507617" y="171069"/>
                </a:lnTo>
                <a:lnTo>
                  <a:pt x="1516468" y="166839"/>
                </a:lnTo>
                <a:lnTo>
                  <a:pt x="1527048" y="164592"/>
                </a:lnTo>
                <a:lnTo>
                  <a:pt x="1527048" y="1600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" name="object 61"/>
          <p:cNvSpPr/>
          <p:nvPr/>
        </p:nvSpPr>
        <p:spPr>
          <a:xfrm>
            <a:off x="4107179" y="4425696"/>
            <a:ext cx="314325" cy="338455"/>
          </a:xfrm>
          <a:custGeom>
            <a:avLst/>
            <a:gdLst/>
            <a:ahLst/>
            <a:cxnLst/>
            <a:rect l="l" t="t" r="r" b="b"/>
            <a:pathLst>
              <a:path w="314325" h="338454">
                <a:moveTo>
                  <a:pt x="300685" y="21336"/>
                </a:moveTo>
                <a:lnTo>
                  <a:pt x="259079" y="21336"/>
                </a:lnTo>
                <a:lnTo>
                  <a:pt x="280416" y="0"/>
                </a:lnTo>
                <a:lnTo>
                  <a:pt x="300685" y="21336"/>
                </a:lnTo>
                <a:close/>
              </a:path>
              <a:path w="314325" h="338454">
                <a:moveTo>
                  <a:pt x="22860" y="338328"/>
                </a:moveTo>
                <a:lnTo>
                  <a:pt x="0" y="320040"/>
                </a:lnTo>
                <a:lnTo>
                  <a:pt x="9144" y="310895"/>
                </a:lnTo>
                <a:lnTo>
                  <a:pt x="9120" y="50911"/>
                </a:lnTo>
                <a:lnTo>
                  <a:pt x="8953" y="39243"/>
                </a:lnTo>
                <a:lnTo>
                  <a:pt x="8501" y="24717"/>
                </a:lnTo>
                <a:lnTo>
                  <a:pt x="7620" y="7620"/>
                </a:lnTo>
                <a:lnTo>
                  <a:pt x="30480" y="21336"/>
                </a:lnTo>
                <a:lnTo>
                  <a:pt x="300685" y="21336"/>
                </a:lnTo>
                <a:lnTo>
                  <a:pt x="309372" y="30480"/>
                </a:lnTo>
                <a:lnTo>
                  <a:pt x="30480" y="30480"/>
                </a:lnTo>
                <a:lnTo>
                  <a:pt x="30480" y="315468"/>
                </a:lnTo>
                <a:lnTo>
                  <a:pt x="305714" y="315468"/>
                </a:lnTo>
                <a:lnTo>
                  <a:pt x="313943" y="324612"/>
                </a:lnTo>
                <a:lnTo>
                  <a:pt x="32004" y="324612"/>
                </a:lnTo>
                <a:lnTo>
                  <a:pt x="22860" y="338328"/>
                </a:lnTo>
                <a:close/>
              </a:path>
              <a:path w="314325" h="338454">
                <a:moveTo>
                  <a:pt x="198642" y="152400"/>
                </a:moveTo>
                <a:lnTo>
                  <a:pt x="170688" y="152400"/>
                </a:lnTo>
                <a:lnTo>
                  <a:pt x="180665" y="138707"/>
                </a:lnTo>
                <a:lnTo>
                  <a:pt x="189928" y="125158"/>
                </a:lnTo>
                <a:lnTo>
                  <a:pt x="218313" y="76009"/>
                </a:lnTo>
                <a:lnTo>
                  <a:pt x="228600" y="56388"/>
                </a:lnTo>
                <a:lnTo>
                  <a:pt x="263652" y="80772"/>
                </a:lnTo>
                <a:lnTo>
                  <a:pt x="230124" y="109728"/>
                </a:lnTo>
                <a:lnTo>
                  <a:pt x="199263" y="151518"/>
                </a:lnTo>
                <a:lnTo>
                  <a:pt x="198642" y="152400"/>
                </a:lnTo>
                <a:close/>
              </a:path>
              <a:path w="314325" h="338454">
                <a:moveTo>
                  <a:pt x="60960" y="281940"/>
                </a:moveTo>
                <a:lnTo>
                  <a:pt x="57912" y="277368"/>
                </a:lnTo>
                <a:lnTo>
                  <a:pt x="71580" y="265914"/>
                </a:lnTo>
                <a:lnTo>
                  <a:pt x="84963" y="254317"/>
                </a:lnTo>
                <a:lnTo>
                  <a:pt x="122277" y="216741"/>
                </a:lnTo>
                <a:lnTo>
                  <a:pt x="146804" y="185975"/>
                </a:lnTo>
                <a:lnTo>
                  <a:pt x="158496" y="169164"/>
                </a:lnTo>
                <a:lnTo>
                  <a:pt x="137898" y="145470"/>
                </a:lnTo>
                <a:lnTo>
                  <a:pt x="117157" y="122491"/>
                </a:lnTo>
                <a:lnTo>
                  <a:pt x="96131" y="100369"/>
                </a:lnTo>
                <a:lnTo>
                  <a:pt x="74676" y="79248"/>
                </a:lnTo>
                <a:lnTo>
                  <a:pt x="79248" y="74676"/>
                </a:lnTo>
                <a:lnTo>
                  <a:pt x="100393" y="90678"/>
                </a:lnTo>
                <a:lnTo>
                  <a:pt x="122682" y="108966"/>
                </a:lnTo>
                <a:lnTo>
                  <a:pt x="146113" y="129540"/>
                </a:lnTo>
                <a:lnTo>
                  <a:pt x="170688" y="152400"/>
                </a:lnTo>
                <a:lnTo>
                  <a:pt x="198642" y="152400"/>
                </a:lnTo>
                <a:lnTo>
                  <a:pt x="188976" y="166116"/>
                </a:lnTo>
                <a:lnTo>
                  <a:pt x="207685" y="184404"/>
                </a:lnTo>
                <a:lnTo>
                  <a:pt x="175260" y="184404"/>
                </a:lnTo>
                <a:lnTo>
                  <a:pt x="142875" y="216408"/>
                </a:lnTo>
                <a:lnTo>
                  <a:pt x="112776" y="243840"/>
                </a:lnTo>
                <a:lnTo>
                  <a:pt x="72913" y="274486"/>
                </a:lnTo>
                <a:lnTo>
                  <a:pt x="60960" y="281940"/>
                </a:lnTo>
                <a:close/>
              </a:path>
              <a:path w="314325" h="338454">
                <a:moveTo>
                  <a:pt x="243840" y="277368"/>
                </a:moveTo>
                <a:lnTo>
                  <a:pt x="240791" y="277368"/>
                </a:lnTo>
                <a:lnTo>
                  <a:pt x="236220" y="272795"/>
                </a:lnTo>
                <a:lnTo>
                  <a:pt x="231648" y="262128"/>
                </a:lnTo>
                <a:lnTo>
                  <a:pt x="225028" y="251888"/>
                </a:lnTo>
                <a:lnTo>
                  <a:pt x="218694" y="241935"/>
                </a:lnTo>
                <a:lnTo>
                  <a:pt x="212359" y="232552"/>
                </a:lnTo>
                <a:lnTo>
                  <a:pt x="205740" y="224028"/>
                </a:lnTo>
                <a:lnTo>
                  <a:pt x="191643" y="204787"/>
                </a:lnTo>
                <a:lnTo>
                  <a:pt x="183880" y="194667"/>
                </a:lnTo>
                <a:lnTo>
                  <a:pt x="175260" y="184404"/>
                </a:lnTo>
                <a:lnTo>
                  <a:pt x="207685" y="184404"/>
                </a:lnTo>
                <a:lnTo>
                  <a:pt x="242982" y="222480"/>
                </a:lnTo>
                <a:lnTo>
                  <a:pt x="252984" y="248412"/>
                </a:lnTo>
                <a:lnTo>
                  <a:pt x="252984" y="259080"/>
                </a:lnTo>
                <a:lnTo>
                  <a:pt x="251460" y="263652"/>
                </a:lnTo>
                <a:lnTo>
                  <a:pt x="248412" y="269748"/>
                </a:lnTo>
                <a:lnTo>
                  <a:pt x="246888" y="274319"/>
                </a:lnTo>
                <a:lnTo>
                  <a:pt x="243840" y="277368"/>
                </a:lnTo>
                <a:close/>
              </a:path>
              <a:path w="314325" h="338454">
                <a:moveTo>
                  <a:pt x="305714" y="315468"/>
                </a:moveTo>
                <a:lnTo>
                  <a:pt x="265176" y="315468"/>
                </a:lnTo>
                <a:lnTo>
                  <a:pt x="286512" y="294132"/>
                </a:lnTo>
                <a:lnTo>
                  <a:pt x="305714" y="31546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" name="object 62"/>
          <p:cNvSpPr/>
          <p:nvPr/>
        </p:nvSpPr>
        <p:spPr>
          <a:xfrm>
            <a:off x="4471415" y="4418076"/>
            <a:ext cx="358140" cy="352425"/>
          </a:xfrm>
          <a:custGeom>
            <a:avLst/>
            <a:gdLst/>
            <a:ahLst/>
            <a:cxnLst/>
            <a:rect l="l" t="t" r="r" b="b"/>
            <a:pathLst>
              <a:path w="358139" h="352425">
                <a:moveTo>
                  <a:pt x="92964" y="91440"/>
                </a:moveTo>
                <a:lnTo>
                  <a:pt x="73152" y="91440"/>
                </a:lnTo>
                <a:lnTo>
                  <a:pt x="73025" y="50292"/>
                </a:lnTo>
                <a:lnTo>
                  <a:pt x="72929" y="39624"/>
                </a:lnTo>
                <a:lnTo>
                  <a:pt x="72548" y="21336"/>
                </a:lnTo>
                <a:lnTo>
                  <a:pt x="72457" y="18288"/>
                </a:lnTo>
                <a:lnTo>
                  <a:pt x="71628" y="0"/>
                </a:lnTo>
                <a:lnTo>
                  <a:pt x="105156" y="15240"/>
                </a:lnTo>
                <a:lnTo>
                  <a:pt x="92964" y="25908"/>
                </a:lnTo>
                <a:lnTo>
                  <a:pt x="92964" y="91440"/>
                </a:lnTo>
                <a:close/>
              </a:path>
              <a:path w="358139" h="352425">
                <a:moveTo>
                  <a:pt x="334409" y="33528"/>
                </a:moveTo>
                <a:lnTo>
                  <a:pt x="303276" y="33528"/>
                </a:lnTo>
                <a:lnTo>
                  <a:pt x="316992" y="18288"/>
                </a:lnTo>
                <a:lnTo>
                  <a:pt x="334409" y="33528"/>
                </a:lnTo>
                <a:close/>
              </a:path>
              <a:path w="358139" h="352425">
                <a:moveTo>
                  <a:pt x="175260" y="227076"/>
                </a:moveTo>
                <a:lnTo>
                  <a:pt x="176095" y="204858"/>
                </a:lnTo>
                <a:lnTo>
                  <a:pt x="176586" y="179450"/>
                </a:lnTo>
                <a:lnTo>
                  <a:pt x="176710" y="91440"/>
                </a:lnTo>
                <a:lnTo>
                  <a:pt x="176605" y="74676"/>
                </a:lnTo>
                <a:lnTo>
                  <a:pt x="176460" y="65151"/>
                </a:lnTo>
                <a:lnTo>
                  <a:pt x="176141" y="46767"/>
                </a:lnTo>
                <a:lnTo>
                  <a:pt x="175260" y="21336"/>
                </a:lnTo>
                <a:lnTo>
                  <a:pt x="198120" y="33528"/>
                </a:lnTo>
                <a:lnTo>
                  <a:pt x="334409" y="33528"/>
                </a:lnTo>
                <a:lnTo>
                  <a:pt x="341376" y="39624"/>
                </a:lnTo>
                <a:lnTo>
                  <a:pt x="337021" y="42672"/>
                </a:lnTo>
                <a:lnTo>
                  <a:pt x="196596" y="42672"/>
                </a:lnTo>
                <a:lnTo>
                  <a:pt x="196596" y="214883"/>
                </a:lnTo>
                <a:lnTo>
                  <a:pt x="175260" y="227076"/>
                </a:lnTo>
                <a:close/>
              </a:path>
              <a:path w="358139" h="352425">
                <a:moveTo>
                  <a:pt x="306323" y="219456"/>
                </a:moveTo>
                <a:lnTo>
                  <a:pt x="306323" y="42672"/>
                </a:lnTo>
                <a:lnTo>
                  <a:pt x="337021" y="42672"/>
                </a:lnTo>
                <a:lnTo>
                  <a:pt x="326136" y="50292"/>
                </a:lnTo>
                <a:lnTo>
                  <a:pt x="326236" y="126992"/>
                </a:lnTo>
                <a:lnTo>
                  <a:pt x="326362" y="153733"/>
                </a:lnTo>
                <a:lnTo>
                  <a:pt x="326786" y="184856"/>
                </a:lnTo>
                <a:lnTo>
                  <a:pt x="327660" y="207264"/>
                </a:lnTo>
                <a:lnTo>
                  <a:pt x="306323" y="219456"/>
                </a:lnTo>
                <a:close/>
              </a:path>
              <a:path w="358139" h="352425">
                <a:moveTo>
                  <a:pt x="108204" y="352044"/>
                </a:moveTo>
                <a:lnTo>
                  <a:pt x="106680" y="345948"/>
                </a:lnTo>
                <a:lnTo>
                  <a:pt x="123515" y="338756"/>
                </a:lnTo>
                <a:lnTo>
                  <a:pt x="139636" y="330708"/>
                </a:lnTo>
                <a:lnTo>
                  <a:pt x="182927" y="300013"/>
                </a:lnTo>
                <a:lnTo>
                  <a:pt x="213360" y="259080"/>
                </a:lnTo>
                <a:lnTo>
                  <a:pt x="228790" y="206144"/>
                </a:lnTo>
                <a:lnTo>
                  <a:pt x="233624" y="160972"/>
                </a:lnTo>
                <a:lnTo>
                  <a:pt x="235257" y="106322"/>
                </a:lnTo>
                <a:lnTo>
                  <a:pt x="235180" y="97536"/>
                </a:lnTo>
                <a:lnTo>
                  <a:pt x="234696" y="70104"/>
                </a:lnTo>
                <a:lnTo>
                  <a:pt x="268223" y="86868"/>
                </a:lnTo>
                <a:lnTo>
                  <a:pt x="257556" y="97536"/>
                </a:lnTo>
                <a:lnTo>
                  <a:pt x="257008" y="126992"/>
                </a:lnTo>
                <a:lnTo>
                  <a:pt x="255460" y="153733"/>
                </a:lnTo>
                <a:lnTo>
                  <a:pt x="249935" y="199643"/>
                </a:lnTo>
                <a:lnTo>
                  <a:pt x="236005" y="253436"/>
                </a:lnTo>
                <a:lnTo>
                  <a:pt x="209168" y="295656"/>
                </a:lnTo>
                <a:lnTo>
                  <a:pt x="167139" y="328255"/>
                </a:lnTo>
                <a:lnTo>
                  <a:pt x="129944" y="344876"/>
                </a:lnTo>
                <a:lnTo>
                  <a:pt x="108204" y="352044"/>
                </a:lnTo>
                <a:close/>
              </a:path>
              <a:path w="358139" h="352425">
                <a:moveTo>
                  <a:pt x="24384" y="105156"/>
                </a:moveTo>
                <a:lnTo>
                  <a:pt x="10668" y="91440"/>
                </a:lnTo>
                <a:lnTo>
                  <a:pt x="118872" y="91440"/>
                </a:lnTo>
                <a:lnTo>
                  <a:pt x="135636" y="74676"/>
                </a:lnTo>
                <a:lnTo>
                  <a:pt x="160020" y="100584"/>
                </a:lnTo>
                <a:lnTo>
                  <a:pt x="60960" y="100584"/>
                </a:lnTo>
                <a:lnTo>
                  <a:pt x="50958" y="100869"/>
                </a:lnTo>
                <a:lnTo>
                  <a:pt x="41529" y="101727"/>
                </a:lnTo>
                <a:lnTo>
                  <a:pt x="32670" y="103155"/>
                </a:lnTo>
                <a:lnTo>
                  <a:pt x="24384" y="105156"/>
                </a:lnTo>
                <a:close/>
              </a:path>
              <a:path w="358139" h="352425">
                <a:moveTo>
                  <a:pt x="92964" y="169164"/>
                </a:moveTo>
                <a:lnTo>
                  <a:pt x="73152" y="169164"/>
                </a:lnTo>
                <a:lnTo>
                  <a:pt x="73152" y="100584"/>
                </a:lnTo>
                <a:lnTo>
                  <a:pt x="92964" y="100584"/>
                </a:lnTo>
                <a:lnTo>
                  <a:pt x="92964" y="169164"/>
                </a:lnTo>
                <a:close/>
              </a:path>
              <a:path w="358139" h="352425">
                <a:moveTo>
                  <a:pt x="15240" y="182880"/>
                </a:moveTo>
                <a:lnTo>
                  <a:pt x="1524" y="169164"/>
                </a:lnTo>
                <a:lnTo>
                  <a:pt x="123444" y="169164"/>
                </a:lnTo>
                <a:lnTo>
                  <a:pt x="140208" y="152400"/>
                </a:lnTo>
                <a:lnTo>
                  <a:pt x="164592" y="178307"/>
                </a:lnTo>
                <a:lnTo>
                  <a:pt x="51816" y="178307"/>
                </a:lnTo>
                <a:lnTo>
                  <a:pt x="41814" y="178593"/>
                </a:lnTo>
                <a:lnTo>
                  <a:pt x="32385" y="179450"/>
                </a:lnTo>
                <a:lnTo>
                  <a:pt x="23526" y="180879"/>
                </a:lnTo>
                <a:lnTo>
                  <a:pt x="15240" y="182880"/>
                </a:lnTo>
                <a:close/>
              </a:path>
              <a:path w="358139" h="352425">
                <a:moveTo>
                  <a:pt x="327660" y="336804"/>
                </a:moveTo>
                <a:lnTo>
                  <a:pt x="281940" y="336804"/>
                </a:lnTo>
                <a:lnTo>
                  <a:pt x="270819" y="335065"/>
                </a:lnTo>
                <a:lnTo>
                  <a:pt x="262699" y="329755"/>
                </a:lnTo>
                <a:lnTo>
                  <a:pt x="257722" y="320730"/>
                </a:lnTo>
                <a:lnTo>
                  <a:pt x="256032" y="307848"/>
                </a:lnTo>
                <a:lnTo>
                  <a:pt x="256021" y="219456"/>
                </a:lnTo>
                <a:lnTo>
                  <a:pt x="255902" y="199643"/>
                </a:lnTo>
                <a:lnTo>
                  <a:pt x="255810" y="192976"/>
                </a:lnTo>
                <a:lnTo>
                  <a:pt x="255419" y="180879"/>
                </a:lnTo>
                <a:lnTo>
                  <a:pt x="255354" y="179450"/>
                </a:lnTo>
                <a:lnTo>
                  <a:pt x="254508" y="167640"/>
                </a:lnTo>
                <a:lnTo>
                  <a:pt x="288035" y="187452"/>
                </a:lnTo>
                <a:lnTo>
                  <a:pt x="275844" y="196595"/>
                </a:lnTo>
                <a:lnTo>
                  <a:pt x="275844" y="313943"/>
                </a:lnTo>
                <a:lnTo>
                  <a:pt x="281940" y="318515"/>
                </a:lnTo>
                <a:lnTo>
                  <a:pt x="356955" y="318515"/>
                </a:lnTo>
                <a:lnTo>
                  <a:pt x="351234" y="325874"/>
                </a:lnTo>
                <a:lnTo>
                  <a:pt x="344043" y="332041"/>
                </a:lnTo>
                <a:lnTo>
                  <a:pt x="336280" y="335637"/>
                </a:lnTo>
                <a:lnTo>
                  <a:pt x="327660" y="336804"/>
                </a:lnTo>
                <a:close/>
              </a:path>
              <a:path w="358139" h="352425">
                <a:moveTo>
                  <a:pt x="4572" y="352044"/>
                </a:moveTo>
                <a:lnTo>
                  <a:pt x="0" y="347472"/>
                </a:lnTo>
                <a:lnTo>
                  <a:pt x="18002" y="330017"/>
                </a:lnTo>
                <a:lnTo>
                  <a:pt x="33147" y="311848"/>
                </a:lnTo>
                <a:lnTo>
                  <a:pt x="54864" y="272795"/>
                </a:lnTo>
                <a:lnTo>
                  <a:pt x="67437" y="229552"/>
                </a:lnTo>
                <a:lnTo>
                  <a:pt x="73152" y="178307"/>
                </a:lnTo>
                <a:lnTo>
                  <a:pt x="92964" y="178307"/>
                </a:lnTo>
                <a:lnTo>
                  <a:pt x="92702" y="184856"/>
                </a:lnTo>
                <a:lnTo>
                  <a:pt x="92011" y="192976"/>
                </a:lnTo>
                <a:lnTo>
                  <a:pt x="89916" y="213360"/>
                </a:lnTo>
                <a:lnTo>
                  <a:pt x="99945" y="219456"/>
                </a:lnTo>
                <a:lnTo>
                  <a:pt x="88392" y="219456"/>
                </a:lnTo>
                <a:lnTo>
                  <a:pt x="86106" y="237458"/>
                </a:lnTo>
                <a:lnTo>
                  <a:pt x="81534" y="254889"/>
                </a:lnTo>
                <a:lnTo>
                  <a:pt x="54078" y="304038"/>
                </a:lnTo>
                <a:lnTo>
                  <a:pt x="23741" y="336042"/>
                </a:lnTo>
                <a:lnTo>
                  <a:pt x="4572" y="352044"/>
                </a:lnTo>
                <a:close/>
              </a:path>
              <a:path w="358139" h="352425">
                <a:moveTo>
                  <a:pt x="146304" y="292607"/>
                </a:moveTo>
                <a:lnTo>
                  <a:pt x="140208" y="292607"/>
                </a:lnTo>
                <a:lnTo>
                  <a:pt x="131021" y="274248"/>
                </a:lnTo>
                <a:lnTo>
                  <a:pt x="123967" y="262318"/>
                </a:lnTo>
                <a:lnTo>
                  <a:pt x="114300" y="249174"/>
                </a:lnTo>
                <a:lnTo>
                  <a:pt x="102346" y="234886"/>
                </a:lnTo>
                <a:lnTo>
                  <a:pt x="88392" y="219456"/>
                </a:lnTo>
                <a:lnTo>
                  <a:pt x="99945" y="219456"/>
                </a:lnTo>
                <a:lnTo>
                  <a:pt x="140922" y="247007"/>
                </a:lnTo>
                <a:lnTo>
                  <a:pt x="152400" y="266700"/>
                </a:lnTo>
                <a:lnTo>
                  <a:pt x="152400" y="283464"/>
                </a:lnTo>
                <a:lnTo>
                  <a:pt x="149352" y="286512"/>
                </a:lnTo>
                <a:lnTo>
                  <a:pt x="147828" y="291083"/>
                </a:lnTo>
                <a:lnTo>
                  <a:pt x="146304" y="292607"/>
                </a:lnTo>
                <a:close/>
              </a:path>
              <a:path w="358139" h="352425">
                <a:moveTo>
                  <a:pt x="356955" y="318515"/>
                </a:moveTo>
                <a:lnTo>
                  <a:pt x="313944" y="318515"/>
                </a:lnTo>
                <a:lnTo>
                  <a:pt x="319968" y="317087"/>
                </a:lnTo>
                <a:lnTo>
                  <a:pt x="324421" y="312801"/>
                </a:lnTo>
                <a:lnTo>
                  <a:pt x="331246" y="272795"/>
                </a:lnTo>
                <a:lnTo>
                  <a:pt x="332232" y="251460"/>
                </a:lnTo>
                <a:lnTo>
                  <a:pt x="339852" y="251460"/>
                </a:lnTo>
                <a:lnTo>
                  <a:pt x="341376" y="291083"/>
                </a:lnTo>
                <a:lnTo>
                  <a:pt x="358140" y="316991"/>
                </a:lnTo>
                <a:lnTo>
                  <a:pt x="356955" y="31851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" name="object 63"/>
          <p:cNvSpPr/>
          <p:nvPr/>
        </p:nvSpPr>
        <p:spPr>
          <a:xfrm>
            <a:off x="4875276" y="4415027"/>
            <a:ext cx="332740" cy="361315"/>
          </a:xfrm>
          <a:custGeom>
            <a:avLst/>
            <a:gdLst/>
            <a:ahLst/>
            <a:cxnLst/>
            <a:rect l="l" t="t" r="r" b="b"/>
            <a:pathLst>
              <a:path w="332739" h="361314">
                <a:moveTo>
                  <a:pt x="169164" y="45720"/>
                </a:moveTo>
                <a:lnTo>
                  <a:pt x="155448" y="45720"/>
                </a:lnTo>
                <a:lnTo>
                  <a:pt x="154328" y="34551"/>
                </a:lnTo>
                <a:lnTo>
                  <a:pt x="151066" y="23812"/>
                </a:lnTo>
                <a:lnTo>
                  <a:pt x="145803" y="13358"/>
                </a:lnTo>
                <a:lnTo>
                  <a:pt x="138684" y="3048"/>
                </a:lnTo>
                <a:lnTo>
                  <a:pt x="141732" y="0"/>
                </a:lnTo>
                <a:lnTo>
                  <a:pt x="176784" y="21336"/>
                </a:lnTo>
                <a:lnTo>
                  <a:pt x="178308" y="25908"/>
                </a:lnTo>
                <a:lnTo>
                  <a:pt x="178308" y="32004"/>
                </a:lnTo>
                <a:lnTo>
                  <a:pt x="175260" y="38100"/>
                </a:lnTo>
                <a:lnTo>
                  <a:pt x="169164" y="45720"/>
                </a:lnTo>
                <a:close/>
              </a:path>
              <a:path w="332739" h="361314">
                <a:moveTo>
                  <a:pt x="53340" y="59436"/>
                </a:moveTo>
                <a:lnTo>
                  <a:pt x="39624" y="45720"/>
                </a:lnTo>
                <a:lnTo>
                  <a:pt x="245364" y="45720"/>
                </a:lnTo>
                <a:lnTo>
                  <a:pt x="265176" y="24384"/>
                </a:lnTo>
                <a:lnTo>
                  <a:pt x="292608" y="54864"/>
                </a:lnTo>
                <a:lnTo>
                  <a:pt x="89916" y="54864"/>
                </a:lnTo>
                <a:lnTo>
                  <a:pt x="79914" y="55149"/>
                </a:lnTo>
                <a:lnTo>
                  <a:pt x="70485" y="56007"/>
                </a:lnTo>
                <a:lnTo>
                  <a:pt x="61626" y="57435"/>
                </a:lnTo>
                <a:lnTo>
                  <a:pt x="53340" y="59436"/>
                </a:lnTo>
                <a:close/>
              </a:path>
              <a:path w="332739" h="361314">
                <a:moveTo>
                  <a:pt x="123444" y="112776"/>
                </a:moveTo>
                <a:lnTo>
                  <a:pt x="118872" y="112776"/>
                </a:lnTo>
                <a:lnTo>
                  <a:pt x="115824" y="108204"/>
                </a:lnTo>
                <a:lnTo>
                  <a:pt x="114300" y="99060"/>
                </a:lnTo>
                <a:lnTo>
                  <a:pt x="111442" y="88773"/>
                </a:lnTo>
                <a:lnTo>
                  <a:pt x="107442" y="78486"/>
                </a:lnTo>
                <a:lnTo>
                  <a:pt x="102298" y="68199"/>
                </a:lnTo>
                <a:lnTo>
                  <a:pt x="96012" y="57912"/>
                </a:lnTo>
                <a:lnTo>
                  <a:pt x="99060" y="54864"/>
                </a:lnTo>
                <a:lnTo>
                  <a:pt x="131064" y="76200"/>
                </a:lnTo>
                <a:lnTo>
                  <a:pt x="137160" y="85344"/>
                </a:lnTo>
                <a:lnTo>
                  <a:pt x="137094" y="94749"/>
                </a:lnTo>
                <a:lnTo>
                  <a:pt x="135636" y="100584"/>
                </a:lnTo>
                <a:lnTo>
                  <a:pt x="123444" y="112776"/>
                </a:lnTo>
                <a:close/>
              </a:path>
              <a:path w="332739" h="361314">
                <a:moveTo>
                  <a:pt x="195072" y="112776"/>
                </a:moveTo>
                <a:lnTo>
                  <a:pt x="187452" y="112776"/>
                </a:lnTo>
                <a:lnTo>
                  <a:pt x="194881" y="98155"/>
                </a:lnTo>
                <a:lnTo>
                  <a:pt x="201168" y="83820"/>
                </a:lnTo>
                <a:lnTo>
                  <a:pt x="206311" y="69484"/>
                </a:lnTo>
                <a:lnTo>
                  <a:pt x="210312" y="54864"/>
                </a:lnTo>
                <a:lnTo>
                  <a:pt x="216408" y="54864"/>
                </a:lnTo>
                <a:lnTo>
                  <a:pt x="239268" y="70104"/>
                </a:lnTo>
                <a:lnTo>
                  <a:pt x="231505" y="73556"/>
                </a:lnTo>
                <a:lnTo>
                  <a:pt x="221742" y="81724"/>
                </a:lnTo>
                <a:lnTo>
                  <a:pt x="209692" y="94749"/>
                </a:lnTo>
                <a:lnTo>
                  <a:pt x="195072" y="112776"/>
                </a:lnTo>
                <a:close/>
              </a:path>
              <a:path w="332739" h="361314">
                <a:moveTo>
                  <a:pt x="15240" y="126492"/>
                </a:moveTo>
                <a:lnTo>
                  <a:pt x="1524" y="112776"/>
                </a:lnTo>
                <a:lnTo>
                  <a:pt x="280416" y="112776"/>
                </a:lnTo>
                <a:lnTo>
                  <a:pt x="303276" y="91440"/>
                </a:lnTo>
                <a:lnTo>
                  <a:pt x="330708" y="121920"/>
                </a:lnTo>
                <a:lnTo>
                  <a:pt x="51816" y="121920"/>
                </a:lnTo>
                <a:lnTo>
                  <a:pt x="41814" y="122205"/>
                </a:lnTo>
                <a:lnTo>
                  <a:pt x="32385" y="123063"/>
                </a:lnTo>
                <a:lnTo>
                  <a:pt x="23526" y="124491"/>
                </a:lnTo>
                <a:lnTo>
                  <a:pt x="15240" y="126492"/>
                </a:lnTo>
                <a:close/>
              </a:path>
              <a:path w="332739" h="361314">
                <a:moveTo>
                  <a:pt x="276312" y="150876"/>
                </a:moveTo>
                <a:lnTo>
                  <a:pt x="245364" y="150876"/>
                </a:lnTo>
                <a:lnTo>
                  <a:pt x="257556" y="135636"/>
                </a:lnTo>
                <a:lnTo>
                  <a:pt x="276312" y="150876"/>
                </a:lnTo>
                <a:close/>
              </a:path>
              <a:path w="332739" h="361314">
                <a:moveTo>
                  <a:pt x="60960" y="262128"/>
                </a:moveTo>
                <a:lnTo>
                  <a:pt x="61127" y="254508"/>
                </a:lnTo>
                <a:lnTo>
                  <a:pt x="61249" y="249936"/>
                </a:lnTo>
                <a:lnTo>
                  <a:pt x="61722" y="237363"/>
                </a:lnTo>
                <a:lnTo>
                  <a:pt x="62245" y="220551"/>
                </a:lnTo>
                <a:lnTo>
                  <a:pt x="62446" y="204216"/>
                </a:lnTo>
                <a:lnTo>
                  <a:pt x="62460" y="181737"/>
                </a:lnTo>
                <a:lnTo>
                  <a:pt x="62293" y="164592"/>
                </a:lnTo>
                <a:lnTo>
                  <a:pt x="61841" y="149733"/>
                </a:lnTo>
                <a:lnTo>
                  <a:pt x="60960" y="137160"/>
                </a:lnTo>
                <a:lnTo>
                  <a:pt x="83820" y="150876"/>
                </a:lnTo>
                <a:lnTo>
                  <a:pt x="276312" y="150876"/>
                </a:lnTo>
                <a:lnTo>
                  <a:pt x="281940" y="155448"/>
                </a:lnTo>
                <a:lnTo>
                  <a:pt x="275844" y="160020"/>
                </a:lnTo>
                <a:lnTo>
                  <a:pt x="83820" y="160020"/>
                </a:lnTo>
                <a:lnTo>
                  <a:pt x="83820" y="195072"/>
                </a:lnTo>
                <a:lnTo>
                  <a:pt x="270088" y="195072"/>
                </a:lnTo>
                <a:lnTo>
                  <a:pt x="270297" y="204216"/>
                </a:lnTo>
                <a:lnTo>
                  <a:pt x="83820" y="204216"/>
                </a:lnTo>
                <a:lnTo>
                  <a:pt x="83820" y="236220"/>
                </a:lnTo>
                <a:lnTo>
                  <a:pt x="271074" y="236220"/>
                </a:lnTo>
                <a:lnTo>
                  <a:pt x="271206" y="245364"/>
                </a:lnTo>
                <a:lnTo>
                  <a:pt x="83820" y="245364"/>
                </a:lnTo>
                <a:lnTo>
                  <a:pt x="83820" y="254508"/>
                </a:lnTo>
                <a:lnTo>
                  <a:pt x="60960" y="262128"/>
                </a:lnTo>
                <a:close/>
              </a:path>
              <a:path w="332739" h="361314">
                <a:moveTo>
                  <a:pt x="270088" y="195072"/>
                </a:moveTo>
                <a:lnTo>
                  <a:pt x="248412" y="195072"/>
                </a:lnTo>
                <a:lnTo>
                  <a:pt x="248412" y="160020"/>
                </a:lnTo>
                <a:lnTo>
                  <a:pt x="275844" y="160020"/>
                </a:lnTo>
                <a:lnTo>
                  <a:pt x="269748" y="164592"/>
                </a:lnTo>
                <a:lnTo>
                  <a:pt x="269986" y="190571"/>
                </a:lnTo>
                <a:lnTo>
                  <a:pt x="270088" y="195072"/>
                </a:lnTo>
                <a:close/>
              </a:path>
              <a:path w="332739" h="361314">
                <a:moveTo>
                  <a:pt x="271074" y="236220"/>
                </a:moveTo>
                <a:lnTo>
                  <a:pt x="248412" y="236220"/>
                </a:lnTo>
                <a:lnTo>
                  <a:pt x="248412" y="204216"/>
                </a:lnTo>
                <a:lnTo>
                  <a:pt x="270297" y="204216"/>
                </a:lnTo>
                <a:lnTo>
                  <a:pt x="270510" y="213550"/>
                </a:lnTo>
                <a:lnTo>
                  <a:pt x="271033" y="233386"/>
                </a:lnTo>
                <a:lnTo>
                  <a:pt x="271074" y="236220"/>
                </a:lnTo>
                <a:close/>
              </a:path>
              <a:path w="332739" h="361314">
                <a:moveTo>
                  <a:pt x="176784" y="286512"/>
                </a:moveTo>
                <a:lnTo>
                  <a:pt x="155448" y="286512"/>
                </a:lnTo>
                <a:lnTo>
                  <a:pt x="155448" y="245364"/>
                </a:lnTo>
                <a:lnTo>
                  <a:pt x="176784" y="245364"/>
                </a:lnTo>
                <a:lnTo>
                  <a:pt x="176784" y="286512"/>
                </a:lnTo>
                <a:close/>
              </a:path>
              <a:path w="332739" h="361314">
                <a:moveTo>
                  <a:pt x="248412" y="259080"/>
                </a:moveTo>
                <a:lnTo>
                  <a:pt x="248412" y="245364"/>
                </a:lnTo>
                <a:lnTo>
                  <a:pt x="271206" y="245364"/>
                </a:lnTo>
                <a:lnTo>
                  <a:pt x="271272" y="249936"/>
                </a:lnTo>
                <a:lnTo>
                  <a:pt x="248412" y="259080"/>
                </a:lnTo>
                <a:close/>
              </a:path>
              <a:path w="332739" h="361314">
                <a:moveTo>
                  <a:pt x="13716" y="300228"/>
                </a:moveTo>
                <a:lnTo>
                  <a:pt x="0" y="286512"/>
                </a:lnTo>
                <a:lnTo>
                  <a:pt x="281940" y="286512"/>
                </a:lnTo>
                <a:lnTo>
                  <a:pt x="304800" y="266700"/>
                </a:lnTo>
                <a:lnTo>
                  <a:pt x="332232" y="295656"/>
                </a:lnTo>
                <a:lnTo>
                  <a:pt x="50292" y="295656"/>
                </a:lnTo>
                <a:lnTo>
                  <a:pt x="40290" y="295941"/>
                </a:lnTo>
                <a:lnTo>
                  <a:pt x="30860" y="296799"/>
                </a:lnTo>
                <a:lnTo>
                  <a:pt x="22002" y="298227"/>
                </a:lnTo>
                <a:lnTo>
                  <a:pt x="13716" y="300228"/>
                </a:lnTo>
                <a:close/>
              </a:path>
              <a:path w="332739" h="361314">
                <a:moveTo>
                  <a:pt x="153924" y="361188"/>
                </a:moveTo>
                <a:lnTo>
                  <a:pt x="154805" y="338304"/>
                </a:lnTo>
                <a:lnTo>
                  <a:pt x="155257" y="319849"/>
                </a:lnTo>
                <a:lnTo>
                  <a:pt x="155424" y="305681"/>
                </a:lnTo>
                <a:lnTo>
                  <a:pt x="155448" y="295656"/>
                </a:lnTo>
                <a:lnTo>
                  <a:pt x="176784" y="295656"/>
                </a:lnTo>
                <a:lnTo>
                  <a:pt x="176850" y="319849"/>
                </a:lnTo>
                <a:lnTo>
                  <a:pt x="176974" y="332041"/>
                </a:lnTo>
                <a:lnTo>
                  <a:pt x="177426" y="344733"/>
                </a:lnTo>
                <a:lnTo>
                  <a:pt x="178308" y="353568"/>
                </a:lnTo>
                <a:lnTo>
                  <a:pt x="153924" y="36118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" name="object 64"/>
          <p:cNvSpPr/>
          <p:nvPr/>
        </p:nvSpPr>
        <p:spPr>
          <a:xfrm>
            <a:off x="5259323" y="4437888"/>
            <a:ext cx="114300" cy="376555"/>
          </a:xfrm>
          <a:custGeom>
            <a:avLst/>
            <a:gdLst/>
            <a:ahLst/>
            <a:cxnLst/>
            <a:rect l="l" t="t" r="r" b="b"/>
            <a:pathLst>
              <a:path w="114300" h="376554">
                <a:moveTo>
                  <a:pt x="114300" y="376427"/>
                </a:moveTo>
                <a:lnTo>
                  <a:pt x="70104" y="376427"/>
                </a:lnTo>
                <a:lnTo>
                  <a:pt x="54721" y="356473"/>
                </a:lnTo>
                <a:lnTo>
                  <a:pt x="28527" y="314277"/>
                </a:lnTo>
                <a:lnTo>
                  <a:pt x="10287" y="269771"/>
                </a:lnTo>
                <a:lnTo>
                  <a:pt x="1143" y="217812"/>
                </a:lnTo>
                <a:lnTo>
                  <a:pt x="0" y="188975"/>
                </a:lnTo>
                <a:lnTo>
                  <a:pt x="1142" y="160139"/>
                </a:lnTo>
                <a:lnTo>
                  <a:pt x="10286" y="108180"/>
                </a:lnTo>
                <a:lnTo>
                  <a:pt x="28527" y="63007"/>
                </a:lnTo>
                <a:lnTo>
                  <a:pt x="54721" y="20621"/>
                </a:lnTo>
                <a:lnTo>
                  <a:pt x="70104" y="0"/>
                </a:lnTo>
                <a:lnTo>
                  <a:pt x="114300" y="0"/>
                </a:lnTo>
                <a:lnTo>
                  <a:pt x="114300" y="1523"/>
                </a:lnTo>
                <a:lnTo>
                  <a:pt x="106560" y="9548"/>
                </a:lnTo>
                <a:lnTo>
                  <a:pt x="99250" y="17716"/>
                </a:lnTo>
                <a:lnTo>
                  <a:pt x="71818" y="54673"/>
                </a:lnTo>
                <a:lnTo>
                  <a:pt x="53982" y="89439"/>
                </a:lnTo>
                <a:lnTo>
                  <a:pt x="39624" y="128015"/>
                </a:lnTo>
                <a:lnTo>
                  <a:pt x="33837" y="173235"/>
                </a:lnTo>
                <a:lnTo>
                  <a:pt x="33527" y="188975"/>
                </a:lnTo>
                <a:lnTo>
                  <a:pt x="33837" y="204692"/>
                </a:lnTo>
                <a:lnTo>
                  <a:pt x="39624" y="248411"/>
                </a:lnTo>
                <a:lnTo>
                  <a:pt x="53125" y="287631"/>
                </a:lnTo>
                <a:lnTo>
                  <a:pt x="71247" y="322135"/>
                </a:lnTo>
                <a:lnTo>
                  <a:pt x="99822" y="360044"/>
                </a:lnTo>
                <a:lnTo>
                  <a:pt x="114300" y="374903"/>
                </a:lnTo>
                <a:lnTo>
                  <a:pt x="114300" y="37642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" name="object 65"/>
          <p:cNvSpPr/>
          <p:nvPr/>
        </p:nvSpPr>
        <p:spPr>
          <a:xfrm>
            <a:off x="5431535" y="4450079"/>
            <a:ext cx="139065" cy="285115"/>
          </a:xfrm>
          <a:custGeom>
            <a:avLst/>
            <a:gdLst/>
            <a:ahLst/>
            <a:cxnLst/>
            <a:rect l="l" t="t" r="r" b="b"/>
            <a:pathLst>
              <a:path w="139064" h="285114">
                <a:moveTo>
                  <a:pt x="138684" y="284988"/>
                </a:moveTo>
                <a:lnTo>
                  <a:pt x="0" y="284988"/>
                </a:lnTo>
                <a:lnTo>
                  <a:pt x="0" y="256031"/>
                </a:lnTo>
                <a:lnTo>
                  <a:pt x="51816" y="256031"/>
                </a:lnTo>
                <a:lnTo>
                  <a:pt x="51816" y="65531"/>
                </a:lnTo>
                <a:lnTo>
                  <a:pt x="0" y="65531"/>
                </a:lnTo>
                <a:lnTo>
                  <a:pt x="0" y="39623"/>
                </a:lnTo>
                <a:lnTo>
                  <a:pt x="13763" y="39076"/>
                </a:lnTo>
                <a:lnTo>
                  <a:pt x="25527" y="37528"/>
                </a:lnTo>
                <a:lnTo>
                  <a:pt x="57697" y="10572"/>
                </a:lnTo>
                <a:lnTo>
                  <a:pt x="59436" y="0"/>
                </a:lnTo>
                <a:lnTo>
                  <a:pt x="88392" y="0"/>
                </a:lnTo>
                <a:lnTo>
                  <a:pt x="88392" y="256031"/>
                </a:lnTo>
                <a:lnTo>
                  <a:pt x="138684" y="256031"/>
                </a:lnTo>
                <a:lnTo>
                  <a:pt x="138684" y="284988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" name="object 66"/>
          <p:cNvSpPr/>
          <p:nvPr/>
        </p:nvSpPr>
        <p:spPr>
          <a:xfrm>
            <a:off x="5638800" y="4681727"/>
            <a:ext cx="45720" cy="55244"/>
          </a:xfrm>
          <a:custGeom>
            <a:avLst/>
            <a:gdLst/>
            <a:ahLst/>
            <a:cxnLst/>
            <a:rect l="l" t="t" r="r" b="b"/>
            <a:pathLst>
              <a:path w="45720" h="55245">
                <a:moveTo>
                  <a:pt x="45719" y="54864"/>
                </a:moveTo>
                <a:lnTo>
                  <a:pt x="0" y="54864"/>
                </a:lnTo>
                <a:lnTo>
                  <a:pt x="0" y="0"/>
                </a:lnTo>
                <a:lnTo>
                  <a:pt x="45719" y="0"/>
                </a:lnTo>
                <a:lnTo>
                  <a:pt x="45719" y="54864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" name="object 67"/>
          <p:cNvSpPr/>
          <p:nvPr/>
        </p:nvSpPr>
        <p:spPr>
          <a:xfrm>
            <a:off x="5734811" y="4418076"/>
            <a:ext cx="344805" cy="352425"/>
          </a:xfrm>
          <a:custGeom>
            <a:avLst/>
            <a:gdLst/>
            <a:ahLst/>
            <a:cxnLst/>
            <a:rect l="l" t="t" r="r" b="b"/>
            <a:pathLst>
              <a:path w="344804" h="352425">
                <a:moveTo>
                  <a:pt x="338872" y="42672"/>
                </a:moveTo>
                <a:lnTo>
                  <a:pt x="306324" y="42672"/>
                </a:lnTo>
                <a:lnTo>
                  <a:pt x="318516" y="25908"/>
                </a:lnTo>
                <a:lnTo>
                  <a:pt x="338872" y="42672"/>
                </a:lnTo>
                <a:close/>
              </a:path>
              <a:path w="344804" h="352425">
                <a:moveTo>
                  <a:pt x="188976" y="350520"/>
                </a:moveTo>
                <a:lnTo>
                  <a:pt x="189214" y="324802"/>
                </a:lnTo>
                <a:lnTo>
                  <a:pt x="189738" y="288798"/>
                </a:lnTo>
                <a:lnTo>
                  <a:pt x="190261" y="242506"/>
                </a:lnTo>
                <a:lnTo>
                  <a:pt x="190500" y="185928"/>
                </a:lnTo>
                <a:lnTo>
                  <a:pt x="190242" y="128016"/>
                </a:lnTo>
                <a:lnTo>
                  <a:pt x="189738" y="84391"/>
                </a:lnTo>
                <a:lnTo>
                  <a:pt x="189237" y="51816"/>
                </a:lnTo>
                <a:lnTo>
                  <a:pt x="188976" y="27432"/>
                </a:lnTo>
                <a:lnTo>
                  <a:pt x="211836" y="42672"/>
                </a:lnTo>
                <a:lnTo>
                  <a:pt x="338872" y="42672"/>
                </a:lnTo>
                <a:lnTo>
                  <a:pt x="344424" y="47244"/>
                </a:lnTo>
                <a:lnTo>
                  <a:pt x="338545" y="51816"/>
                </a:lnTo>
                <a:lnTo>
                  <a:pt x="211836" y="51816"/>
                </a:lnTo>
                <a:lnTo>
                  <a:pt x="211836" y="128016"/>
                </a:lnTo>
                <a:lnTo>
                  <a:pt x="330717" y="128016"/>
                </a:lnTo>
                <a:lnTo>
                  <a:pt x="330718" y="137160"/>
                </a:lnTo>
                <a:lnTo>
                  <a:pt x="211836" y="137160"/>
                </a:lnTo>
                <a:lnTo>
                  <a:pt x="211836" y="210312"/>
                </a:lnTo>
                <a:lnTo>
                  <a:pt x="330795" y="210312"/>
                </a:lnTo>
                <a:lnTo>
                  <a:pt x="330808" y="219456"/>
                </a:lnTo>
                <a:lnTo>
                  <a:pt x="211836" y="219456"/>
                </a:lnTo>
                <a:lnTo>
                  <a:pt x="211836" y="304800"/>
                </a:lnTo>
                <a:lnTo>
                  <a:pt x="331391" y="304800"/>
                </a:lnTo>
                <a:lnTo>
                  <a:pt x="331514" y="313944"/>
                </a:lnTo>
                <a:lnTo>
                  <a:pt x="211836" y="313944"/>
                </a:lnTo>
                <a:lnTo>
                  <a:pt x="211836" y="341376"/>
                </a:lnTo>
                <a:lnTo>
                  <a:pt x="188976" y="350520"/>
                </a:lnTo>
                <a:close/>
              </a:path>
              <a:path w="344804" h="352425">
                <a:moveTo>
                  <a:pt x="330717" y="128016"/>
                </a:moveTo>
                <a:lnTo>
                  <a:pt x="309372" y="128016"/>
                </a:lnTo>
                <a:lnTo>
                  <a:pt x="309372" y="51816"/>
                </a:lnTo>
                <a:lnTo>
                  <a:pt x="338545" y="51816"/>
                </a:lnTo>
                <a:lnTo>
                  <a:pt x="330708" y="57912"/>
                </a:lnTo>
                <a:lnTo>
                  <a:pt x="330717" y="128016"/>
                </a:lnTo>
                <a:close/>
              </a:path>
              <a:path w="344804" h="352425">
                <a:moveTo>
                  <a:pt x="330795" y="210312"/>
                </a:moveTo>
                <a:lnTo>
                  <a:pt x="309372" y="210312"/>
                </a:lnTo>
                <a:lnTo>
                  <a:pt x="309372" y="137160"/>
                </a:lnTo>
                <a:lnTo>
                  <a:pt x="330718" y="137160"/>
                </a:lnTo>
                <a:lnTo>
                  <a:pt x="330795" y="210312"/>
                </a:lnTo>
                <a:close/>
              </a:path>
              <a:path w="344804" h="352425">
                <a:moveTo>
                  <a:pt x="331391" y="304800"/>
                </a:moveTo>
                <a:lnTo>
                  <a:pt x="309372" y="304800"/>
                </a:lnTo>
                <a:lnTo>
                  <a:pt x="309372" y="219456"/>
                </a:lnTo>
                <a:lnTo>
                  <a:pt x="330808" y="219456"/>
                </a:lnTo>
                <a:lnTo>
                  <a:pt x="331037" y="274295"/>
                </a:lnTo>
                <a:lnTo>
                  <a:pt x="331391" y="304800"/>
                </a:lnTo>
                <a:close/>
              </a:path>
              <a:path w="344804" h="352425">
                <a:moveTo>
                  <a:pt x="309372" y="345948"/>
                </a:moveTo>
                <a:lnTo>
                  <a:pt x="309372" y="313944"/>
                </a:lnTo>
                <a:lnTo>
                  <a:pt x="331514" y="313944"/>
                </a:lnTo>
                <a:lnTo>
                  <a:pt x="332232" y="335280"/>
                </a:lnTo>
                <a:lnTo>
                  <a:pt x="309372" y="345948"/>
                </a:lnTo>
                <a:close/>
              </a:path>
              <a:path w="344804" h="352425">
                <a:moveTo>
                  <a:pt x="105156" y="100584"/>
                </a:moveTo>
                <a:lnTo>
                  <a:pt x="85344" y="100584"/>
                </a:lnTo>
                <a:lnTo>
                  <a:pt x="85320" y="71151"/>
                </a:lnTo>
                <a:lnTo>
                  <a:pt x="85153" y="44577"/>
                </a:lnTo>
                <a:lnTo>
                  <a:pt x="84701" y="20859"/>
                </a:lnTo>
                <a:lnTo>
                  <a:pt x="83820" y="0"/>
                </a:lnTo>
                <a:lnTo>
                  <a:pt x="118872" y="15240"/>
                </a:lnTo>
                <a:lnTo>
                  <a:pt x="105156" y="27432"/>
                </a:lnTo>
                <a:lnTo>
                  <a:pt x="105156" y="100584"/>
                </a:lnTo>
                <a:close/>
              </a:path>
              <a:path w="344804" h="352425">
                <a:moveTo>
                  <a:pt x="22860" y="114300"/>
                </a:moveTo>
                <a:lnTo>
                  <a:pt x="9143" y="100584"/>
                </a:lnTo>
                <a:lnTo>
                  <a:pt x="137160" y="100584"/>
                </a:lnTo>
                <a:lnTo>
                  <a:pt x="155448" y="80772"/>
                </a:lnTo>
                <a:lnTo>
                  <a:pt x="181356" y="109728"/>
                </a:lnTo>
                <a:lnTo>
                  <a:pt x="59436" y="109728"/>
                </a:lnTo>
                <a:lnTo>
                  <a:pt x="50291" y="110013"/>
                </a:lnTo>
                <a:lnTo>
                  <a:pt x="41148" y="110871"/>
                </a:lnTo>
                <a:lnTo>
                  <a:pt x="32004" y="112299"/>
                </a:lnTo>
                <a:lnTo>
                  <a:pt x="22860" y="114300"/>
                </a:lnTo>
                <a:close/>
              </a:path>
              <a:path w="344804" h="352425">
                <a:moveTo>
                  <a:pt x="4572" y="294132"/>
                </a:moveTo>
                <a:lnTo>
                  <a:pt x="0" y="291084"/>
                </a:lnTo>
                <a:lnTo>
                  <a:pt x="28289" y="246245"/>
                </a:lnTo>
                <a:lnTo>
                  <a:pt x="51435" y="200977"/>
                </a:lnTo>
                <a:lnTo>
                  <a:pt x="69437" y="155424"/>
                </a:lnTo>
                <a:lnTo>
                  <a:pt x="82296" y="109728"/>
                </a:lnTo>
                <a:lnTo>
                  <a:pt x="105156" y="109728"/>
                </a:lnTo>
                <a:lnTo>
                  <a:pt x="105156" y="146304"/>
                </a:lnTo>
                <a:lnTo>
                  <a:pt x="119753" y="150876"/>
                </a:lnTo>
                <a:lnTo>
                  <a:pt x="127674" y="153924"/>
                </a:lnTo>
                <a:lnTo>
                  <a:pt x="105156" y="153924"/>
                </a:lnTo>
                <a:lnTo>
                  <a:pt x="105219" y="172212"/>
                </a:lnTo>
                <a:lnTo>
                  <a:pt x="85344" y="172212"/>
                </a:lnTo>
                <a:lnTo>
                  <a:pt x="69080" y="205620"/>
                </a:lnTo>
                <a:lnTo>
                  <a:pt x="50101" y="237172"/>
                </a:lnTo>
                <a:lnTo>
                  <a:pt x="28551" y="266723"/>
                </a:lnTo>
                <a:lnTo>
                  <a:pt x="4572" y="294132"/>
                </a:lnTo>
                <a:close/>
              </a:path>
              <a:path w="344804" h="352425">
                <a:moveTo>
                  <a:pt x="152400" y="208788"/>
                </a:moveTo>
                <a:lnTo>
                  <a:pt x="147828" y="208788"/>
                </a:lnTo>
                <a:lnTo>
                  <a:pt x="144780" y="204216"/>
                </a:lnTo>
                <a:lnTo>
                  <a:pt x="140208" y="193548"/>
                </a:lnTo>
                <a:lnTo>
                  <a:pt x="133016" y="182427"/>
                </a:lnTo>
                <a:lnTo>
                  <a:pt x="124968" y="172021"/>
                </a:lnTo>
                <a:lnTo>
                  <a:pt x="115776" y="162472"/>
                </a:lnTo>
                <a:lnTo>
                  <a:pt x="105156" y="153924"/>
                </a:lnTo>
                <a:lnTo>
                  <a:pt x="127674" y="153924"/>
                </a:lnTo>
                <a:lnTo>
                  <a:pt x="160020" y="176784"/>
                </a:lnTo>
                <a:lnTo>
                  <a:pt x="160020" y="188976"/>
                </a:lnTo>
                <a:lnTo>
                  <a:pt x="158496" y="193548"/>
                </a:lnTo>
                <a:lnTo>
                  <a:pt x="156972" y="199644"/>
                </a:lnTo>
                <a:lnTo>
                  <a:pt x="152400" y="208788"/>
                </a:lnTo>
                <a:close/>
              </a:path>
              <a:path w="344804" h="352425">
                <a:moveTo>
                  <a:pt x="83820" y="352044"/>
                </a:moveTo>
                <a:lnTo>
                  <a:pt x="84701" y="305728"/>
                </a:lnTo>
                <a:lnTo>
                  <a:pt x="85153" y="260413"/>
                </a:lnTo>
                <a:lnTo>
                  <a:pt x="85240" y="237172"/>
                </a:lnTo>
                <a:lnTo>
                  <a:pt x="85344" y="172212"/>
                </a:lnTo>
                <a:lnTo>
                  <a:pt x="105219" y="172212"/>
                </a:lnTo>
                <a:lnTo>
                  <a:pt x="105394" y="222218"/>
                </a:lnTo>
                <a:lnTo>
                  <a:pt x="105918" y="276225"/>
                </a:lnTo>
                <a:lnTo>
                  <a:pt x="106441" y="315944"/>
                </a:lnTo>
                <a:lnTo>
                  <a:pt x="106680" y="341376"/>
                </a:lnTo>
                <a:lnTo>
                  <a:pt x="83820" y="352044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" name="object 68"/>
          <p:cNvSpPr/>
          <p:nvPr/>
        </p:nvSpPr>
        <p:spPr>
          <a:xfrm>
            <a:off x="6124943" y="4413516"/>
            <a:ext cx="751840" cy="360045"/>
          </a:xfrm>
          <a:custGeom>
            <a:avLst/>
            <a:gdLst/>
            <a:ahLst/>
            <a:cxnLst/>
            <a:rect l="l" t="t" r="r" b="b"/>
            <a:pathLst>
              <a:path w="751840" h="360045">
                <a:moveTo>
                  <a:pt x="146304" y="146304"/>
                </a:moveTo>
                <a:lnTo>
                  <a:pt x="113855" y="114604"/>
                </a:lnTo>
                <a:lnTo>
                  <a:pt x="97536" y="105156"/>
                </a:lnTo>
                <a:lnTo>
                  <a:pt x="94488" y="109728"/>
                </a:lnTo>
                <a:lnTo>
                  <a:pt x="103924" y="122301"/>
                </a:lnTo>
                <a:lnTo>
                  <a:pt x="111633" y="134874"/>
                </a:lnTo>
                <a:lnTo>
                  <a:pt x="117640" y="147447"/>
                </a:lnTo>
                <a:lnTo>
                  <a:pt x="121920" y="160020"/>
                </a:lnTo>
                <a:lnTo>
                  <a:pt x="124968" y="170688"/>
                </a:lnTo>
                <a:lnTo>
                  <a:pt x="128016" y="176784"/>
                </a:lnTo>
                <a:lnTo>
                  <a:pt x="134112" y="176784"/>
                </a:lnTo>
                <a:lnTo>
                  <a:pt x="137160" y="173736"/>
                </a:lnTo>
                <a:lnTo>
                  <a:pt x="140208" y="167640"/>
                </a:lnTo>
                <a:lnTo>
                  <a:pt x="144780" y="161544"/>
                </a:lnTo>
                <a:lnTo>
                  <a:pt x="146304" y="155448"/>
                </a:lnTo>
                <a:lnTo>
                  <a:pt x="146304" y="146304"/>
                </a:lnTo>
                <a:close/>
              </a:path>
              <a:path w="751840" h="360045">
                <a:moveTo>
                  <a:pt x="198120" y="208788"/>
                </a:moveTo>
                <a:lnTo>
                  <a:pt x="196596" y="207264"/>
                </a:lnTo>
                <a:lnTo>
                  <a:pt x="170688" y="181356"/>
                </a:lnTo>
                <a:lnTo>
                  <a:pt x="156972" y="198120"/>
                </a:lnTo>
                <a:lnTo>
                  <a:pt x="32004" y="198120"/>
                </a:lnTo>
                <a:lnTo>
                  <a:pt x="45720" y="211836"/>
                </a:lnTo>
                <a:lnTo>
                  <a:pt x="54317" y="209829"/>
                </a:lnTo>
                <a:lnTo>
                  <a:pt x="61912" y="208407"/>
                </a:lnTo>
                <a:lnTo>
                  <a:pt x="68656" y="207543"/>
                </a:lnTo>
                <a:lnTo>
                  <a:pt x="74676" y="207264"/>
                </a:lnTo>
                <a:lnTo>
                  <a:pt x="156972" y="207264"/>
                </a:lnTo>
                <a:lnTo>
                  <a:pt x="112776" y="277368"/>
                </a:lnTo>
                <a:lnTo>
                  <a:pt x="98780" y="270510"/>
                </a:lnTo>
                <a:lnTo>
                  <a:pt x="83820" y="263461"/>
                </a:lnTo>
                <a:lnTo>
                  <a:pt x="67779" y="256146"/>
                </a:lnTo>
                <a:lnTo>
                  <a:pt x="50292" y="248412"/>
                </a:lnTo>
                <a:lnTo>
                  <a:pt x="47244" y="252984"/>
                </a:lnTo>
                <a:lnTo>
                  <a:pt x="64439" y="265239"/>
                </a:lnTo>
                <a:lnTo>
                  <a:pt x="79629" y="276796"/>
                </a:lnTo>
                <a:lnTo>
                  <a:pt x="115112" y="307441"/>
                </a:lnTo>
                <a:lnTo>
                  <a:pt x="138684" y="336804"/>
                </a:lnTo>
                <a:lnTo>
                  <a:pt x="144780" y="344424"/>
                </a:lnTo>
                <a:lnTo>
                  <a:pt x="147828" y="347472"/>
                </a:lnTo>
                <a:lnTo>
                  <a:pt x="153924" y="347472"/>
                </a:lnTo>
                <a:lnTo>
                  <a:pt x="156972" y="345948"/>
                </a:lnTo>
                <a:lnTo>
                  <a:pt x="160020" y="339852"/>
                </a:lnTo>
                <a:lnTo>
                  <a:pt x="163068" y="335280"/>
                </a:lnTo>
                <a:lnTo>
                  <a:pt x="136017" y="292582"/>
                </a:lnTo>
                <a:lnTo>
                  <a:pt x="118872" y="281940"/>
                </a:lnTo>
                <a:lnTo>
                  <a:pt x="122986" y="277368"/>
                </a:lnTo>
                <a:lnTo>
                  <a:pt x="129146" y="270510"/>
                </a:lnTo>
                <a:lnTo>
                  <a:pt x="139255" y="259080"/>
                </a:lnTo>
                <a:lnTo>
                  <a:pt x="149098" y="247650"/>
                </a:lnTo>
                <a:lnTo>
                  <a:pt x="158496" y="236220"/>
                </a:lnTo>
                <a:lnTo>
                  <a:pt x="168770" y="226783"/>
                </a:lnTo>
                <a:lnTo>
                  <a:pt x="178879" y="219075"/>
                </a:lnTo>
                <a:lnTo>
                  <a:pt x="188722" y="213067"/>
                </a:lnTo>
                <a:lnTo>
                  <a:pt x="198120" y="208788"/>
                </a:lnTo>
                <a:close/>
              </a:path>
              <a:path w="751840" h="360045">
                <a:moveTo>
                  <a:pt x="202692" y="103632"/>
                </a:moveTo>
                <a:lnTo>
                  <a:pt x="176403" y="70294"/>
                </a:lnTo>
                <a:lnTo>
                  <a:pt x="131495" y="44196"/>
                </a:lnTo>
                <a:lnTo>
                  <a:pt x="120396" y="38100"/>
                </a:lnTo>
                <a:lnTo>
                  <a:pt x="123444" y="33528"/>
                </a:lnTo>
                <a:lnTo>
                  <a:pt x="124968" y="28956"/>
                </a:lnTo>
                <a:lnTo>
                  <a:pt x="128016" y="24384"/>
                </a:lnTo>
                <a:lnTo>
                  <a:pt x="141732" y="19812"/>
                </a:lnTo>
                <a:lnTo>
                  <a:pt x="108204" y="0"/>
                </a:lnTo>
                <a:lnTo>
                  <a:pt x="100253" y="24828"/>
                </a:lnTo>
                <a:lnTo>
                  <a:pt x="90297" y="48958"/>
                </a:lnTo>
                <a:lnTo>
                  <a:pt x="65532" y="94488"/>
                </a:lnTo>
                <a:lnTo>
                  <a:pt x="35623" y="135826"/>
                </a:lnTo>
                <a:lnTo>
                  <a:pt x="0" y="173736"/>
                </a:lnTo>
                <a:lnTo>
                  <a:pt x="3048" y="178308"/>
                </a:lnTo>
                <a:lnTo>
                  <a:pt x="35915" y="152844"/>
                </a:lnTo>
                <a:lnTo>
                  <a:pt x="65913" y="122110"/>
                </a:lnTo>
                <a:lnTo>
                  <a:pt x="93065" y="85928"/>
                </a:lnTo>
                <a:lnTo>
                  <a:pt x="117348" y="44196"/>
                </a:lnTo>
                <a:lnTo>
                  <a:pt x="129336" y="53568"/>
                </a:lnTo>
                <a:lnTo>
                  <a:pt x="164426" y="91440"/>
                </a:lnTo>
                <a:lnTo>
                  <a:pt x="184404" y="126492"/>
                </a:lnTo>
                <a:lnTo>
                  <a:pt x="187452" y="129540"/>
                </a:lnTo>
                <a:lnTo>
                  <a:pt x="193548" y="129540"/>
                </a:lnTo>
                <a:lnTo>
                  <a:pt x="198120" y="120396"/>
                </a:lnTo>
                <a:lnTo>
                  <a:pt x="201168" y="115824"/>
                </a:lnTo>
                <a:lnTo>
                  <a:pt x="202692" y="111252"/>
                </a:lnTo>
                <a:lnTo>
                  <a:pt x="202692" y="103632"/>
                </a:lnTo>
                <a:close/>
              </a:path>
              <a:path w="751840" h="360045">
                <a:moveTo>
                  <a:pt x="352044" y="51816"/>
                </a:moveTo>
                <a:lnTo>
                  <a:pt x="343954" y="44196"/>
                </a:lnTo>
                <a:lnTo>
                  <a:pt x="326136" y="27432"/>
                </a:lnTo>
                <a:lnTo>
                  <a:pt x="312420" y="44196"/>
                </a:lnTo>
                <a:lnTo>
                  <a:pt x="245364" y="44196"/>
                </a:lnTo>
                <a:lnTo>
                  <a:pt x="222504" y="30480"/>
                </a:lnTo>
                <a:lnTo>
                  <a:pt x="222745" y="56502"/>
                </a:lnTo>
                <a:lnTo>
                  <a:pt x="223266" y="77533"/>
                </a:lnTo>
                <a:lnTo>
                  <a:pt x="223799" y="93700"/>
                </a:lnTo>
                <a:lnTo>
                  <a:pt x="224028" y="105156"/>
                </a:lnTo>
                <a:lnTo>
                  <a:pt x="224002" y="281940"/>
                </a:lnTo>
                <a:lnTo>
                  <a:pt x="223799" y="292366"/>
                </a:lnTo>
                <a:lnTo>
                  <a:pt x="223266" y="309753"/>
                </a:lnTo>
                <a:lnTo>
                  <a:pt x="222745" y="332270"/>
                </a:lnTo>
                <a:lnTo>
                  <a:pt x="222504" y="359664"/>
                </a:lnTo>
                <a:lnTo>
                  <a:pt x="243840" y="347472"/>
                </a:lnTo>
                <a:lnTo>
                  <a:pt x="243840" y="53340"/>
                </a:lnTo>
                <a:lnTo>
                  <a:pt x="313944" y="53340"/>
                </a:lnTo>
                <a:lnTo>
                  <a:pt x="283464" y="164592"/>
                </a:lnTo>
                <a:lnTo>
                  <a:pt x="296849" y="180873"/>
                </a:lnTo>
                <a:lnTo>
                  <a:pt x="307086" y="195453"/>
                </a:lnTo>
                <a:lnTo>
                  <a:pt x="320421" y="236791"/>
                </a:lnTo>
                <a:lnTo>
                  <a:pt x="321564" y="248412"/>
                </a:lnTo>
                <a:lnTo>
                  <a:pt x="321564" y="257556"/>
                </a:lnTo>
                <a:lnTo>
                  <a:pt x="318516" y="263652"/>
                </a:lnTo>
                <a:lnTo>
                  <a:pt x="315468" y="271272"/>
                </a:lnTo>
                <a:lnTo>
                  <a:pt x="310896" y="277368"/>
                </a:lnTo>
                <a:lnTo>
                  <a:pt x="303276" y="280416"/>
                </a:lnTo>
                <a:lnTo>
                  <a:pt x="294132" y="278892"/>
                </a:lnTo>
                <a:lnTo>
                  <a:pt x="285826" y="278599"/>
                </a:lnTo>
                <a:lnTo>
                  <a:pt x="276796" y="277749"/>
                </a:lnTo>
                <a:lnTo>
                  <a:pt x="266915" y="276313"/>
                </a:lnTo>
                <a:lnTo>
                  <a:pt x="256032" y="274320"/>
                </a:lnTo>
                <a:lnTo>
                  <a:pt x="256032" y="281940"/>
                </a:lnTo>
                <a:lnTo>
                  <a:pt x="273164" y="288480"/>
                </a:lnTo>
                <a:lnTo>
                  <a:pt x="285559" y="296608"/>
                </a:lnTo>
                <a:lnTo>
                  <a:pt x="293116" y="306146"/>
                </a:lnTo>
                <a:lnTo>
                  <a:pt x="295656" y="316992"/>
                </a:lnTo>
                <a:lnTo>
                  <a:pt x="306285" y="313867"/>
                </a:lnTo>
                <a:lnTo>
                  <a:pt x="335851" y="288239"/>
                </a:lnTo>
                <a:lnTo>
                  <a:pt x="344424" y="260604"/>
                </a:lnTo>
                <a:lnTo>
                  <a:pt x="343852" y="250901"/>
                </a:lnTo>
                <a:lnTo>
                  <a:pt x="328168" y="203784"/>
                </a:lnTo>
                <a:lnTo>
                  <a:pt x="291084" y="163068"/>
                </a:lnTo>
                <a:lnTo>
                  <a:pt x="336804" y="59436"/>
                </a:lnTo>
                <a:lnTo>
                  <a:pt x="348996" y="53340"/>
                </a:lnTo>
                <a:lnTo>
                  <a:pt x="352044" y="51816"/>
                </a:lnTo>
                <a:close/>
              </a:path>
              <a:path w="751840" h="360045">
                <a:moveTo>
                  <a:pt x="531888" y="262115"/>
                </a:moveTo>
                <a:lnTo>
                  <a:pt x="530364" y="254495"/>
                </a:lnTo>
                <a:lnTo>
                  <a:pt x="469404" y="275831"/>
                </a:lnTo>
                <a:lnTo>
                  <a:pt x="469404" y="144767"/>
                </a:lnTo>
                <a:lnTo>
                  <a:pt x="527316" y="144767"/>
                </a:lnTo>
                <a:lnTo>
                  <a:pt x="501408" y="118859"/>
                </a:lnTo>
                <a:lnTo>
                  <a:pt x="484644" y="135623"/>
                </a:lnTo>
                <a:lnTo>
                  <a:pt x="469404" y="135623"/>
                </a:lnTo>
                <a:lnTo>
                  <a:pt x="469404" y="41135"/>
                </a:lnTo>
                <a:lnTo>
                  <a:pt x="481596" y="30467"/>
                </a:lnTo>
                <a:lnTo>
                  <a:pt x="446544" y="13703"/>
                </a:lnTo>
                <a:lnTo>
                  <a:pt x="447421" y="28016"/>
                </a:lnTo>
                <a:lnTo>
                  <a:pt x="447865" y="41135"/>
                </a:lnTo>
                <a:lnTo>
                  <a:pt x="448017" y="51803"/>
                </a:lnTo>
                <a:lnTo>
                  <a:pt x="448068" y="135623"/>
                </a:lnTo>
                <a:lnTo>
                  <a:pt x="391680" y="135623"/>
                </a:lnTo>
                <a:lnTo>
                  <a:pt x="405396" y="149339"/>
                </a:lnTo>
                <a:lnTo>
                  <a:pt x="414540" y="147345"/>
                </a:lnTo>
                <a:lnTo>
                  <a:pt x="423684" y="145910"/>
                </a:lnTo>
                <a:lnTo>
                  <a:pt x="432828" y="145059"/>
                </a:lnTo>
                <a:lnTo>
                  <a:pt x="441972" y="144767"/>
                </a:lnTo>
                <a:lnTo>
                  <a:pt x="448068" y="144767"/>
                </a:lnTo>
                <a:lnTo>
                  <a:pt x="448068" y="281927"/>
                </a:lnTo>
                <a:lnTo>
                  <a:pt x="429793" y="288213"/>
                </a:lnTo>
                <a:lnTo>
                  <a:pt x="413969" y="293357"/>
                </a:lnTo>
                <a:lnTo>
                  <a:pt x="400697" y="297357"/>
                </a:lnTo>
                <a:lnTo>
                  <a:pt x="390156" y="300215"/>
                </a:lnTo>
                <a:lnTo>
                  <a:pt x="408444" y="327647"/>
                </a:lnTo>
                <a:lnTo>
                  <a:pt x="421297" y="316776"/>
                </a:lnTo>
                <a:lnTo>
                  <a:pt x="446163" y="302310"/>
                </a:lnTo>
                <a:lnTo>
                  <a:pt x="483019" y="284149"/>
                </a:lnTo>
                <a:lnTo>
                  <a:pt x="501459" y="275831"/>
                </a:lnTo>
                <a:lnTo>
                  <a:pt x="531888" y="262115"/>
                </a:lnTo>
                <a:close/>
              </a:path>
              <a:path w="751840" h="360045">
                <a:moveTo>
                  <a:pt x="751344" y="315455"/>
                </a:moveTo>
                <a:lnTo>
                  <a:pt x="731151" y="275831"/>
                </a:lnTo>
                <a:lnTo>
                  <a:pt x="730008" y="248399"/>
                </a:lnTo>
                <a:lnTo>
                  <a:pt x="722388" y="248399"/>
                </a:lnTo>
                <a:lnTo>
                  <a:pt x="720458" y="287832"/>
                </a:lnTo>
                <a:lnTo>
                  <a:pt x="701052" y="323075"/>
                </a:lnTo>
                <a:lnTo>
                  <a:pt x="583704" y="323075"/>
                </a:lnTo>
                <a:lnTo>
                  <a:pt x="575462" y="321932"/>
                </a:lnTo>
                <a:lnTo>
                  <a:pt x="569226" y="318503"/>
                </a:lnTo>
                <a:lnTo>
                  <a:pt x="565264" y="312788"/>
                </a:lnTo>
                <a:lnTo>
                  <a:pt x="563892" y="304787"/>
                </a:lnTo>
                <a:lnTo>
                  <a:pt x="563892" y="163055"/>
                </a:lnTo>
                <a:lnTo>
                  <a:pt x="563892" y="156959"/>
                </a:lnTo>
                <a:lnTo>
                  <a:pt x="588276" y="147815"/>
                </a:lnTo>
                <a:lnTo>
                  <a:pt x="612660" y="138671"/>
                </a:lnTo>
                <a:lnTo>
                  <a:pt x="612406" y="182867"/>
                </a:lnTo>
                <a:lnTo>
                  <a:pt x="611949" y="216776"/>
                </a:lnTo>
                <a:lnTo>
                  <a:pt x="611352" y="255905"/>
                </a:lnTo>
                <a:lnTo>
                  <a:pt x="611136" y="283451"/>
                </a:lnTo>
                <a:lnTo>
                  <a:pt x="633996" y="272783"/>
                </a:lnTo>
                <a:lnTo>
                  <a:pt x="633107" y="248589"/>
                </a:lnTo>
                <a:lnTo>
                  <a:pt x="632663" y="216776"/>
                </a:lnTo>
                <a:lnTo>
                  <a:pt x="632510" y="182867"/>
                </a:lnTo>
                <a:lnTo>
                  <a:pt x="632472" y="138671"/>
                </a:lnTo>
                <a:lnTo>
                  <a:pt x="632472" y="131051"/>
                </a:lnTo>
                <a:lnTo>
                  <a:pt x="655980" y="121907"/>
                </a:lnTo>
                <a:lnTo>
                  <a:pt x="687336" y="109715"/>
                </a:lnTo>
                <a:lnTo>
                  <a:pt x="687336" y="227063"/>
                </a:lnTo>
                <a:lnTo>
                  <a:pt x="685812" y="231635"/>
                </a:lnTo>
                <a:lnTo>
                  <a:pt x="682764" y="231635"/>
                </a:lnTo>
                <a:lnTo>
                  <a:pt x="678472" y="232232"/>
                </a:lnTo>
                <a:lnTo>
                  <a:pt x="670191" y="231825"/>
                </a:lnTo>
                <a:lnTo>
                  <a:pt x="657898" y="230568"/>
                </a:lnTo>
                <a:lnTo>
                  <a:pt x="641616" y="228587"/>
                </a:lnTo>
                <a:lnTo>
                  <a:pt x="641616" y="234683"/>
                </a:lnTo>
                <a:lnTo>
                  <a:pt x="657631" y="241566"/>
                </a:lnTo>
                <a:lnTo>
                  <a:pt x="669239" y="248589"/>
                </a:lnTo>
                <a:lnTo>
                  <a:pt x="676541" y="255905"/>
                </a:lnTo>
                <a:lnTo>
                  <a:pt x="679716" y="263639"/>
                </a:lnTo>
                <a:lnTo>
                  <a:pt x="688860" y="260591"/>
                </a:lnTo>
                <a:lnTo>
                  <a:pt x="699528" y="249923"/>
                </a:lnTo>
                <a:lnTo>
                  <a:pt x="704100" y="243827"/>
                </a:lnTo>
                <a:lnTo>
                  <a:pt x="707148" y="237731"/>
                </a:lnTo>
                <a:lnTo>
                  <a:pt x="707148" y="232232"/>
                </a:lnTo>
                <a:lnTo>
                  <a:pt x="707148" y="115811"/>
                </a:lnTo>
                <a:lnTo>
                  <a:pt x="713244" y="109715"/>
                </a:lnTo>
                <a:lnTo>
                  <a:pt x="719340" y="103619"/>
                </a:lnTo>
                <a:lnTo>
                  <a:pt x="694956" y="85331"/>
                </a:lnTo>
                <a:lnTo>
                  <a:pt x="682764" y="100571"/>
                </a:lnTo>
                <a:lnTo>
                  <a:pt x="632472" y="121907"/>
                </a:lnTo>
                <a:lnTo>
                  <a:pt x="632472" y="31991"/>
                </a:lnTo>
                <a:lnTo>
                  <a:pt x="646188" y="19799"/>
                </a:lnTo>
                <a:lnTo>
                  <a:pt x="611136" y="4559"/>
                </a:lnTo>
                <a:lnTo>
                  <a:pt x="611365" y="16522"/>
                </a:lnTo>
                <a:lnTo>
                  <a:pt x="612419" y="42710"/>
                </a:lnTo>
                <a:lnTo>
                  <a:pt x="612571" y="51803"/>
                </a:lnTo>
                <a:lnTo>
                  <a:pt x="612660" y="129527"/>
                </a:lnTo>
                <a:lnTo>
                  <a:pt x="563892" y="147815"/>
                </a:lnTo>
                <a:lnTo>
                  <a:pt x="563892" y="77711"/>
                </a:lnTo>
                <a:lnTo>
                  <a:pt x="574560" y="68567"/>
                </a:lnTo>
                <a:lnTo>
                  <a:pt x="542556" y="51803"/>
                </a:lnTo>
                <a:lnTo>
                  <a:pt x="543433" y="64973"/>
                </a:lnTo>
                <a:lnTo>
                  <a:pt x="543890" y="77139"/>
                </a:lnTo>
                <a:lnTo>
                  <a:pt x="544004" y="85331"/>
                </a:lnTo>
                <a:lnTo>
                  <a:pt x="544080" y="153911"/>
                </a:lnTo>
                <a:lnTo>
                  <a:pt x="486168" y="175247"/>
                </a:lnTo>
                <a:lnTo>
                  <a:pt x="501408" y="182867"/>
                </a:lnTo>
                <a:lnTo>
                  <a:pt x="510552" y="175247"/>
                </a:lnTo>
                <a:lnTo>
                  <a:pt x="544080" y="163055"/>
                </a:lnTo>
                <a:lnTo>
                  <a:pt x="544080" y="306311"/>
                </a:lnTo>
                <a:lnTo>
                  <a:pt x="546074" y="322084"/>
                </a:lnTo>
                <a:lnTo>
                  <a:pt x="552081" y="332981"/>
                </a:lnTo>
                <a:lnTo>
                  <a:pt x="562076" y="339318"/>
                </a:lnTo>
                <a:lnTo>
                  <a:pt x="576084" y="341363"/>
                </a:lnTo>
                <a:lnTo>
                  <a:pt x="716292" y="341363"/>
                </a:lnTo>
                <a:lnTo>
                  <a:pt x="726909" y="339890"/>
                </a:lnTo>
                <a:lnTo>
                  <a:pt x="736104" y="335267"/>
                </a:lnTo>
                <a:lnTo>
                  <a:pt x="744143" y="327228"/>
                </a:lnTo>
                <a:lnTo>
                  <a:pt x="746683" y="323075"/>
                </a:lnTo>
                <a:lnTo>
                  <a:pt x="751344" y="315455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" name="object 69"/>
          <p:cNvSpPr/>
          <p:nvPr/>
        </p:nvSpPr>
        <p:spPr>
          <a:xfrm>
            <a:off x="6935723" y="4425696"/>
            <a:ext cx="314325" cy="338455"/>
          </a:xfrm>
          <a:custGeom>
            <a:avLst/>
            <a:gdLst/>
            <a:ahLst/>
            <a:cxnLst/>
            <a:rect l="l" t="t" r="r" b="b"/>
            <a:pathLst>
              <a:path w="314325" h="338454">
                <a:moveTo>
                  <a:pt x="300685" y="21336"/>
                </a:moveTo>
                <a:lnTo>
                  <a:pt x="257555" y="21336"/>
                </a:lnTo>
                <a:lnTo>
                  <a:pt x="280416" y="0"/>
                </a:lnTo>
                <a:lnTo>
                  <a:pt x="300685" y="21336"/>
                </a:lnTo>
                <a:close/>
              </a:path>
              <a:path w="314325" h="338454">
                <a:moveTo>
                  <a:pt x="22860" y="338328"/>
                </a:moveTo>
                <a:lnTo>
                  <a:pt x="0" y="320040"/>
                </a:lnTo>
                <a:lnTo>
                  <a:pt x="9144" y="310895"/>
                </a:lnTo>
                <a:lnTo>
                  <a:pt x="9120" y="50911"/>
                </a:lnTo>
                <a:lnTo>
                  <a:pt x="8953" y="39243"/>
                </a:lnTo>
                <a:lnTo>
                  <a:pt x="8501" y="24717"/>
                </a:lnTo>
                <a:lnTo>
                  <a:pt x="7620" y="7620"/>
                </a:lnTo>
                <a:lnTo>
                  <a:pt x="30480" y="21336"/>
                </a:lnTo>
                <a:lnTo>
                  <a:pt x="300685" y="21336"/>
                </a:lnTo>
                <a:lnTo>
                  <a:pt x="309372" y="30480"/>
                </a:lnTo>
                <a:lnTo>
                  <a:pt x="30480" y="30480"/>
                </a:lnTo>
                <a:lnTo>
                  <a:pt x="30480" y="315468"/>
                </a:lnTo>
                <a:lnTo>
                  <a:pt x="305714" y="315468"/>
                </a:lnTo>
                <a:lnTo>
                  <a:pt x="313943" y="324612"/>
                </a:lnTo>
                <a:lnTo>
                  <a:pt x="32004" y="324612"/>
                </a:lnTo>
                <a:lnTo>
                  <a:pt x="22860" y="338328"/>
                </a:lnTo>
                <a:close/>
              </a:path>
              <a:path w="314325" h="338454">
                <a:moveTo>
                  <a:pt x="197923" y="152400"/>
                </a:moveTo>
                <a:lnTo>
                  <a:pt x="170688" y="152400"/>
                </a:lnTo>
                <a:lnTo>
                  <a:pt x="180451" y="138707"/>
                </a:lnTo>
                <a:lnTo>
                  <a:pt x="189357" y="125158"/>
                </a:lnTo>
                <a:lnTo>
                  <a:pt x="212288" y="87034"/>
                </a:lnTo>
                <a:lnTo>
                  <a:pt x="227076" y="56388"/>
                </a:lnTo>
                <a:lnTo>
                  <a:pt x="262128" y="80772"/>
                </a:lnTo>
                <a:lnTo>
                  <a:pt x="228600" y="109728"/>
                </a:lnTo>
                <a:lnTo>
                  <a:pt x="219170" y="123467"/>
                </a:lnTo>
                <a:lnTo>
                  <a:pt x="209169" y="137350"/>
                </a:lnTo>
                <a:lnTo>
                  <a:pt x="197923" y="152400"/>
                </a:lnTo>
                <a:close/>
              </a:path>
              <a:path w="314325" h="338454">
                <a:moveTo>
                  <a:pt x="60960" y="281940"/>
                </a:moveTo>
                <a:lnTo>
                  <a:pt x="57912" y="277368"/>
                </a:lnTo>
                <a:lnTo>
                  <a:pt x="71366" y="265914"/>
                </a:lnTo>
                <a:lnTo>
                  <a:pt x="84391" y="254317"/>
                </a:lnTo>
                <a:lnTo>
                  <a:pt x="122277" y="216741"/>
                </a:lnTo>
                <a:lnTo>
                  <a:pt x="146804" y="185975"/>
                </a:lnTo>
                <a:lnTo>
                  <a:pt x="158496" y="169164"/>
                </a:lnTo>
                <a:lnTo>
                  <a:pt x="137898" y="145470"/>
                </a:lnTo>
                <a:lnTo>
                  <a:pt x="117157" y="122491"/>
                </a:lnTo>
                <a:lnTo>
                  <a:pt x="96131" y="100369"/>
                </a:lnTo>
                <a:lnTo>
                  <a:pt x="74676" y="79248"/>
                </a:lnTo>
                <a:lnTo>
                  <a:pt x="79248" y="74676"/>
                </a:lnTo>
                <a:lnTo>
                  <a:pt x="100393" y="90678"/>
                </a:lnTo>
                <a:lnTo>
                  <a:pt x="122682" y="108966"/>
                </a:lnTo>
                <a:lnTo>
                  <a:pt x="146113" y="129540"/>
                </a:lnTo>
                <a:lnTo>
                  <a:pt x="170688" y="152400"/>
                </a:lnTo>
                <a:lnTo>
                  <a:pt x="197923" y="152400"/>
                </a:lnTo>
                <a:lnTo>
                  <a:pt x="187452" y="166116"/>
                </a:lnTo>
                <a:lnTo>
                  <a:pt x="206161" y="184404"/>
                </a:lnTo>
                <a:lnTo>
                  <a:pt x="173736" y="184404"/>
                </a:lnTo>
                <a:lnTo>
                  <a:pt x="142684" y="216408"/>
                </a:lnTo>
                <a:lnTo>
                  <a:pt x="112776" y="243840"/>
                </a:lnTo>
                <a:lnTo>
                  <a:pt x="72913" y="274486"/>
                </a:lnTo>
                <a:lnTo>
                  <a:pt x="60960" y="281940"/>
                </a:lnTo>
                <a:close/>
              </a:path>
              <a:path w="314325" h="338454">
                <a:moveTo>
                  <a:pt x="243840" y="277368"/>
                </a:moveTo>
                <a:lnTo>
                  <a:pt x="239267" y="277368"/>
                </a:lnTo>
                <a:lnTo>
                  <a:pt x="236220" y="272795"/>
                </a:lnTo>
                <a:lnTo>
                  <a:pt x="230124" y="262128"/>
                </a:lnTo>
                <a:lnTo>
                  <a:pt x="224385" y="251888"/>
                </a:lnTo>
                <a:lnTo>
                  <a:pt x="218503" y="241935"/>
                </a:lnTo>
                <a:lnTo>
                  <a:pt x="212336" y="232552"/>
                </a:lnTo>
                <a:lnTo>
                  <a:pt x="205740" y="224028"/>
                </a:lnTo>
                <a:lnTo>
                  <a:pt x="198596" y="214622"/>
                </a:lnTo>
                <a:lnTo>
                  <a:pt x="190881" y="204787"/>
                </a:lnTo>
                <a:lnTo>
                  <a:pt x="182594" y="194667"/>
                </a:lnTo>
                <a:lnTo>
                  <a:pt x="173736" y="184404"/>
                </a:lnTo>
                <a:lnTo>
                  <a:pt x="206161" y="184404"/>
                </a:lnTo>
                <a:lnTo>
                  <a:pt x="241458" y="222480"/>
                </a:lnTo>
                <a:lnTo>
                  <a:pt x="251460" y="248412"/>
                </a:lnTo>
                <a:lnTo>
                  <a:pt x="251460" y="263652"/>
                </a:lnTo>
                <a:lnTo>
                  <a:pt x="248412" y="269748"/>
                </a:lnTo>
                <a:lnTo>
                  <a:pt x="245364" y="274319"/>
                </a:lnTo>
                <a:lnTo>
                  <a:pt x="243840" y="277368"/>
                </a:lnTo>
                <a:close/>
              </a:path>
              <a:path w="314325" h="338454">
                <a:moveTo>
                  <a:pt x="305714" y="315468"/>
                </a:moveTo>
                <a:lnTo>
                  <a:pt x="265176" y="315468"/>
                </a:lnTo>
                <a:lnTo>
                  <a:pt x="286512" y="294132"/>
                </a:lnTo>
                <a:lnTo>
                  <a:pt x="305714" y="315468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" name="object 70"/>
          <p:cNvSpPr/>
          <p:nvPr/>
        </p:nvSpPr>
        <p:spPr>
          <a:xfrm>
            <a:off x="7298436" y="4415027"/>
            <a:ext cx="1140460" cy="360045"/>
          </a:xfrm>
          <a:custGeom>
            <a:avLst/>
            <a:gdLst/>
            <a:ahLst/>
            <a:cxnLst/>
            <a:rect l="l" t="t" r="r" b="b"/>
            <a:pathLst>
              <a:path w="1140459" h="360045">
                <a:moveTo>
                  <a:pt x="140208" y="274320"/>
                </a:moveTo>
                <a:lnTo>
                  <a:pt x="112776" y="249936"/>
                </a:lnTo>
                <a:lnTo>
                  <a:pt x="94221" y="274231"/>
                </a:lnTo>
                <a:lnTo>
                  <a:pt x="72961" y="296799"/>
                </a:lnTo>
                <a:lnTo>
                  <a:pt x="49123" y="317665"/>
                </a:lnTo>
                <a:lnTo>
                  <a:pt x="22860" y="336804"/>
                </a:lnTo>
                <a:lnTo>
                  <a:pt x="24384" y="342900"/>
                </a:lnTo>
                <a:lnTo>
                  <a:pt x="47815" y="331165"/>
                </a:lnTo>
                <a:lnTo>
                  <a:pt x="72390" y="316420"/>
                </a:lnTo>
                <a:lnTo>
                  <a:pt x="98107" y="298538"/>
                </a:lnTo>
                <a:lnTo>
                  <a:pt x="124968" y="277368"/>
                </a:lnTo>
                <a:lnTo>
                  <a:pt x="140208" y="274320"/>
                </a:lnTo>
                <a:close/>
              </a:path>
              <a:path w="1140459" h="360045">
                <a:moveTo>
                  <a:pt x="178308" y="68580"/>
                </a:moveTo>
                <a:lnTo>
                  <a:pt x="153924" y="42672"/>
                </a:lnTo>
                <a:lnTo>
                  <a:pt x="137160" y="59436"/>
                </a:lnTo>
                <a:lnTo>
                  <a:pt x="112776" y="59436"/>
                </a:lnTo>
                <a:lnTo>
                  <a:pt x="112776" y="24384"/>
                </a:lnTo>
                <a:lnTo>
                  <a:pt x="123444" y="13716"/>
                </a:lnTo>
                <a:lnTo>
                  <a:pt x="91440" y="0"/>
                </a:lnTo>
                <a:lnTo>
                  <a:pt x="92316" y="14859"/>
                </a:lnTo>
                <a:lnTo>
                  <a:pt x="92773" y="29718"/>
                </a:lnTo>
                <a:lnTo>
                  <a:pt x="92913" y="42672"/>
                </a:lnTo>
                <a:lnTo>
                  <a:pt x="92964" y="59436"/>
                </a:lnTo>
                <a:lnTo>
                  <a:pt x="12192" y="59436"/>
                </a:lnTo>
                <a:lnTo>
                  <a:pt x="25908" y="73152"/>
                </a:lnTo>
                <a:lnTo>
                  <a:pt x="34188" y="71158"/>
                </a:lnTo>
                <a:lnTo>
                  <a:pt x="43053" y="69723"/>
                </a:lnTo>
                <a:lnTo>
                  <a:pt x="52476" y="68872"/>
                </a:lnTo>
                <a:lnTo>
                  <a:pt x="62484" y="68580"/>
                </a:lnTo>
                <a:lnTo>
                  <a:pt x="80772" y="68580"/>
                </a:lnTo>
                <a:lnTo>
                  <a:pt x="65913" y="96545"/>
                </a:lnTo>
                <a:lnTo>
                  <a:pt x="48768" y="123063"/>
                </a:lnTo>
                <a:lnTo>
                  <a:pt x="29337" y="147878"/>
                </a:lnTo>
                <a:lnTo>
                  <a:pt x="7620" y="170688"/>
                </a:lnTo>
                <a:lnTo>
                  <a:pt x="9144" y="176784"/>
                </a:lnTo>
                <a:lnTo>
                  <a:pt x="32524" y="160210"/>
                </a:lnTo>
                <a:lnTo>
                  <a:pt x="54483" y="140208"/>
                </a:lnTo>
                <a:lnTo>
                  <a:pt x="74714" y="116776"/>
                </a:lnTo>
                <a:lnTo>
                  <a:pt x="92964" y="89916"/>
                </a:lnTo>
                <a:lnTo>
                  <a:pt x="92837" y="135001"/>
                </a:lnTo>
                <a:lnTo>
                  <a:pt x="92735" y="146304"/>
                </a:lnTo>
                <a:lnTo>
                  <a:pt x="92316" y="163639"/>
                </a:lnTo>
                <a:lnTo>
                  <a:pt x="91440" y="176784"/>
                </a:lnTo>
                <a:lnTo>
                  <a:pt x="114300" y="169164"/>
                </a:lnTo>
                <a:lnTo>
                  <a:pt x="113411" y="151447"/>
                </a:lnTo>
                <a:lnTo>
                  <a:pt x="113017" y="135001"/>
                </a:lnTo>
                <a:lnTo>
                  <a:pt x="112903" y="124968"/>
                </a:lnTo>
                <a:lnTo>
                  <a:pt x="112776" y="91440"/>
                </a:lnTo>
                <a:lnTo>
                  <a:pt x="122466" y="99733"/>
                </a:lnTo>
                <a:lnTo>
                  <a:pt x="130873" y="108585"/>
                </a:lnTo>
                <a:lnTo>
                  <a:pt x="137845" y="118021"/>
                </a:lnTo>
                <a:lnTo>
                  <a:pt x="143256" y="128016"/>
                </a:lnTo>
                <a:lnTo>
                  <a:pt x="146304" y="137160"/>
                </a:lnTo>
                <a:lnTo>
                  <a:pt x="149352" y="141732"/>
                </a:lnTo>
                <a:lnTo>
                  <a:pt x="153924" y="141732"/>
                </a:lnTo>
                <a:lnTo>
                  <a:pt x="155448" y="138684"/>
                </a:lnTo>
                <a:lnTo>
                  <a:pt x="161544" y="129540"/>
                </a:lnTo>
                <a:lnTo>
                  <a:pt x="163068" y="124968"/>
                </a:lnTo>
                <a:lnTo>
                  <a:pt x="163068" y="114300"/>
                </a:lnTo>
                <a:lnTo>
                  <a:pt x="130505" y="91440"/>
                </a:lnTo>
                <a:lnTo>
                  <a:pt x="112776" y="85344"/>
                </a:lnTo>
                <a:lnTo>
                  <a:pt x="112776" y="68580"/>
                </a:lnTo>
                <a:lnTo>
                  <a:pt x="178308" y="68580"/>
                </a:lnTo>
                <a:close/>
              </a:path>
              <a:path w="1140459" h="360045">
                <a:moveTo>
                  <a:pt x="306324" y="198120"/>
                </a:moveTo>
                <a:lnTo>
                  <a:pt x="280416" y="170688"/>
                </a:lnTo>
                <a:lnTo>
                  <a:pt x="262128" y="188976"/>
                </a:lnTo>
                <a:lnTo>
                  <a:pt x="59436" y="188976"/>
                </a:lnTo>
                <a:lnTo>
                  <a:pt x="73152" y="202692"/>
                </a:lnTo>
                <a:lnTo>
                  <a:pt x="81432" y="200698"/>
                </a:lnTo>
                <a:lnTo>
                  <a:pt x="90297" y="199263"/>
                </a:lnTo>
                <a:lnTo>
                  <a:pt x="99720" y="198412"/>
                </a:lnTo>
                <a:lnTo>
                  <a:pt x="109728" y="198120"/>
                </a:lnTo>
                <a:lnTo>
                  <a:pt x="306324" y="198120"/>
                </a:lnTo>
                <a:close/>
              </a:path>
              <a:path w="1140459" h="360045">
                <a:moveTo>
                  <a:pt x="318516" y="332232"/>
                </a:moveTo>
                <a:lnTo>
                  <a:pt x="297192" y="292493"/>
                </a:lnTo>
                <a:lnTo>
                  <a:pt x="258953" y="271297"/>
                </a:lnTo>
                <a:lnTo>
                  <a:pt x="230124" y="257556"/>
                </a:lnTo>
                <a:lnTo>
                  <a:pt x="228600" y="263652"/>
                </a:lnTo>
                <a:lnTo>
                  <a:pt x="241503" y="272796"/>
                </a:lnTo>
                <a:lnTo>
                  <a:pt x="252984" y="281940"/>
                </a:lnTo>
                <a:lnTo>
                  <a:pt x="280720" y="309333"/>
                </a:lnTo>
                <a:lnTo>
                  <a:pt x="300228" y="333756"/>
                </a:lnTo>
                <a:lnTo>
                  <a:pt x="304800" y="339852"/>
                </a:lnTo>
                <a:lnTo>
                  <a:pt x="307848" y="342900"/>
                </a:lnTo>
                <a:lnTo>
                  <a:pt x="312420" y="342900"/>
                </a:lnTo>
                <a:lnTo>
                  <a:pt x="313944" y="341376"/>
                </a:lnTo>
                <a:lnTo>
                  <a:pt x="315468" y="336804"/>
                </a:lnTo>
                <a:lnTo>
                  <a:pt x="318516" y="332232"/>
                </a:lnTo>
                <a:close/>
              </a:path>
              <a:path w="1140459" h="360045">
                <a:moveTo>
                  <a:pt x="356616" y="141732"/>
                </a:moveTo>
                <a:lnTo>
                  <a:pt x="315252" y="122453"/>
                </a:lnTo>
                <a:lnTo>
                  <a:pt x="281178" y="91249"/>
                </a:lnTo>
                <a:lnTo>
                  <a:pt x="272618" y="80772"/>
                </a:lnTo>
                <a:lnTo>
                  <a:pt x="271983" y="79997"/>
                </a:lnTo>
                <a:lnTo>
                  <a:pt x="263652" y="68580"/>
                </a:lnTo>
                <a:lnTo>
                  <a:pt x="350520" y="68580"/>
                </a:lnTo>
                <a:lnTo>
                  <a:pt x="324612" y="41148"/>
                </a:lnTo>
                <a:lnTo>
                  <a:pt x="306324" y="59436"/>
                </a:lnTo>
                <a:lnTo>
                  <a:pt x="262128" y="59436"/>
                </a:lnTo>
                <a:lnTo>
                  <a:pt x="262128" y="22860"/>
                </a:lnTo>
                <a:lnTo>
                  <a:pt x="272796" y="13716"/>
                </a:lnTo>
                <a:lnTo>
                  <a:pt x="240792" y="0"/>
                </a:lnTo>
                <a:lnTo>
                  <a:pt x="241668" y="17437"/>
                </a:lnTo>
                <a:lnTo>
                  <a:pt x="242125" y="33147"/>
                </a:lnTo>
                <a:lnTo>
                  <a:pt x="242227" y="42672"/>
                </a:lnTo>
                <a:lnTo>
                  <a:pt x="242316" y="59436"/>
                </a:lnTo>
                <a:lnTo>
                  <a:pt x="182880" y="59436"/>
                </a:lnTo>
                <a:lnTo>
                  <a:pt x="196596" y="73152"/>
                </a:lnTo>
                <a:lnTo>
                  <a:pt x="205740" y="71158"/>
                </a:lnTo>
                <a:lnTo>
                  <a:pt x="214884" y="69723"/>
                </a:lnTo>
                <a:lnTo>
                  <a:pt x="224028" y="68872"/>
                </a:lnTo>
                <a:lnTo>
                  <a:pt x="233172" y="68580"/>
                </a:lnTo>
                <a:lnTo>
                  <a:pt x="218922" y="95427"/>
                </a:lnTo>
                <a:lnTo>
                  <a:pt x="201549" y="120967"/>
                </a:lnTo>
                <a:lnTo>
                  <a:pt x="181305" y="145097"/>
                </a:lnTo>
                <a:lnTo>
                  <a:pt x="158496" y="167640"/>
                </a:lnTo>
                <a:lnTo>
                  <a:pt x="161544" y="172212"/>
                </a:lnTo>
                <a:lnTo>
                  <a:pt x="184658" y="156197"/>
                </a:lnTo>
                <a:lnTo>
                  <a:pt x="205930" y="137731"/>
                </a:lnTo>
                <a:lnTo>
                  <a:pt x="225120" y="116776"/>
                </a:lnTo>
                <a:lnTo>
                  <a:pt x="242316" y="92964"/>
                </a:lnTo>
                <a:lnTo>
                  <a:pt x="242189" y="124968"/>
                </a:lnTo>
                <a:lnTo>
                  <a:pt x="242074" y="135001"/>
                </a:lnTo>
                <a:lnTo>
                  <a:pt x="241668" y="153835"/>
                </a:lnTo>
                <a:lnTo>
                  <a:pt x="240792" y="175260"/>
                </a:lnTo>
                <a:lnTo>
                  <a:pt x="263652" y="166116"/>
                </a:lnTo>
                <a:lnTo>
                  <a:pt x="263410" y="155575"/>
                </a:lnTo>
                <a:lnTo>
                  <a:pt x="262890" y="137731"/>
                </a:lnTo>
                <a:lnTo>
                  <a:pt x="262445" y="116776"/>
                </a:lnTo>
                <a:lnTo>
                  <a:pt x="262331" y="108585"/>
                </a:lnTo>
                <a:lnTo>
                  <a:pt x="262216" y="92964"/>
                </a:lnTo>
                <a:lnTo>
                  <a:pt x="262128" y="80772"/>
                </a:lnTo>
                <a:lnTo>
                  <a:pt x="268960" y="92964"/>
                </a:lnTo>
                <a:lnTo>
                  <a:pt x="276034" y="104584"/>
                </a:lnTo>
                <a:lnTo>
                  <a:pt x="299631" y="135001"/>
                </a:lnTo>
                <a:lnTo>
                  <a:pt x="330708" y="163068"/>
                </a:lnTo>
                <a:lnTo>
                  <a:pt x="335584" y="156197"/>
                </a:lnTo>
                <a:lnTo>
                  <a:pt x="341376" y="151257"/>
                </a:lnTo>
                <a:lnTo>
                  <a:pt x="348272" y="148069"/>
                </a:lnTo>
                <a:lnTo>
                  <a:pt x="356616" y="146304"/>
                </a:lnTo>
                <a:lnTo>
                  <a:pt x="356616" y="141732"/>
                </a:lnTo>
                <a:close/>
              </a:path>
              <a:path w="1140459" h="360045">
                <a:moveTo>
                  <a:pt x="358140" y="239268"/>
                </a:moveTo>
                <a:lnTo>
                  <a:pt x="330708" y="210312"/>
                </a:lnTo>
                <a:lnTo>
                  <a:pt x="310896" y="230124"/>
                </a:lnTo>
                <a:lnTo>
                  <a:pt x="0" y="230124"/>
                </a:lnTo>
                <a:lnTo>
                  <a:pt x="13716" y="243840"/>
                </a:lnTo>
                <a:lnTo>
                  <a:pt x="21996" y="241846"/>
                </a:lnTo>
                <a:lnTo>
                  <a:pt x="30861" y="240411"/>
                </a:lnTo>
                <a:lnTo>
                  <a:pt x="40284" y="239560"/>
                </a:lnTo>
                <a:lnTo>
                  <a:pt x="50292" y="239268"/>
                </a:lnTo>
                <a:lnTo>
                  <a:pt x="172212" y="239268"/>
                </a:lnTo>
                <a:lnTo>
                  <a:pt x="172212" y="321564"/>
                </a:lnTo>
                <a:lnTo>
                  <a:pt x="170688" y="324612"/>
                </a:lnTo>
                <a:lnTo>
                  <a:pt x="169164" y="326136"/>
                </a:lnTo>
                <a:lnTo>
                  <a:pt x="164020" y="326694"/>
                </a:lnTo>
                <a:lnTo>
                  <a:pt x="153162" y="325945"/>
                </a:lnTo>
                <a:lnTo>
                  <a:pt x="136588" y="323786"/>
                </a:lnTo>
                <a:lnTo>
                  <a:pt x="114300" y="320040"/>
                </a:lnTo>
                <a:lnTo>
                  <a:pt x="114300" y="326136"/>
                </a:lnTo>
                <a:lnTo>
                  <a:pt x="130873" y="332447"/>
                </a:lnTo>
                <a:lnTo>
                  <a:pt x="144018" y="340042"/>
                </a:lnTo>
                <a:lnTo>
                  <a:pt x="153733" y="349072"/>
                </a:lnTo>
                <a:lnTo>
                  <a:pt x="160020" y="359664"/>
                </a:lnTo>
                <a:lnTo>
                  <a:pt x="169443" y="356222"/>
                </a:lnTo>
                <a:lnTo>
                  <a:pt x="193548" y="326694"/>
                </a:lnTo>
                <a:lnTo>
                  <a:pt x="193548" y="239268"/>
                </a:lnTo>
                <a:lnTo>
                  <a:pt x="358140" y="239268"/>
                </a:lnTo>
                <a:close/>
              </a:path>
              <a:path w="1140459" h="360045">
                <a:moveTo>
                  <a:pt x="746747" y="324624"/>
                </a:moveTo>
                <a:lnTo>
                  <a:pt x="713219" y="291096"/>
                </a:lnTo>
                <a:lnTo>
                  <a:pt x="688835" y="315480"/>
                </a:lnTo>
                <a:lnTo>
                  <a:pt x="592823" y="315480"/>
                </a:lnTo>
                <a:lnTo>
                  <a:pt x="592823" y="141744"/>
                </a:lnTo>
                <a:lnTo>
                  <a:pt x="726935" y="141744"/>
                </a:lnTo>
                <a:lnTo>
                  <a:pt x="696455" y="111264"/>
                </a:lnTo>
                <a:lnTo>
                  <a:pt x="675119" y="132600"/>
                </a:lnTo>
                <a:lnTo>
                  <a:pt x="592823" y="132600"/>
                </a:lnTo>
                <a:lnTo>
                  <a:pt x="592823" y="30492"/>
                </a:lnTo>
                <a:lnTo>
                  <a:pt x="609587" y="19824"/>
                </a:lnTo>
                <a:lnTo>
                  <a:pt x="569963" y="3060"/>
                </a:lnTo>
                <a:lnTo>
                  <a:pt x="570611" y="33286"/>
                </a:lnTo>
                <a:lnTo>
                  <a:pt x="571042" y="72199"/>
                </a:lnTo>
                <a:lnTo>
                  <a:pt x="571296" y="119837"/>
                </a:lnTo>
                <a:lnTo>
                  <a:pt x="571487" y="315480"/>
                </a:lnTo>
                <a:lnTo>
                  <a:pt x="487667" y="315480"/>
                </a:lnTo>
                <a:lnTo>
                  <a:pt x="487667" y="124980"/>
                </a:lnTo>
                <a:lnTo>
                  <a:pt x="502907" y="112788"/>
                </a:lnTo>
                <a:lnTo>
                  <a:pt x="464807" y="94500"/>
                </a:lnTo>
                <a:lnTo>
                  <a:pt x="465696" y="128168"/>
                </a:lnTo>
                <a:lnTo>
                  <a:pt x="466140" y="176415"/>
                </a:lnTo>
                <a:lnTo>
                  <a:pt x="466331" y="315480"/>
                </a:lnTo>
                <a:lnTo>
                  <a:pt x="390131" y="315480"/>
                </a:lnTo>
                <a:lnTo>
                  <a:pt x="403847" y="329196"/>
                </a:lnTo>
                <a:lnTo>
                  <a:pt x="412140" y="327190"/>
                </a:lnTo>
                <a:lnTo>
                  <a:pt x="420992" y="325767"/>
                </a:lnTo>
                <a:lnTo>
                  <a:pt x="430428" y="324904"/>
                </a:lnTo>
                <a:lnTo>
                  <a:pt x="440423" y="324624"/>
                </a:lnTo>
                <a:lnTo>
                  <a:pt x="746747" y="324624"/>
                </a:lnTo>
                <a:close/>
              </a:path>
              <a:path w="1140459" h="360045">
                <a:moveTo>
                  <a:pt x="1139939" y="169164"/>
                </a:moveTo>
                <a:lnTo>
                  <a:pt x="1104887" y="135636"/>
                </a:lnTo>
                <a:lnTo>
                  <a:pt x="1080503" y="160020"/>
                </a:lnTo>
                <a:lnTo>
                  <a:pt x="1031735" y="160020"/>
                </a:lnTo>
                <a:lnTo>
                  <a:pt x="1031735" y="45720"/>
                </a:lnTo>
                <a:lnTo>
                  <a:pt x="1120127" y="45720"/>
                </a:lnTo>
                <a:lnTo>
                  <a:pt x="1086599" y="13716"/>
                </a:lnTo>
                <a:lnTo>
                  <a:pt x="1063739" y="36576"/>
                </a:lnTo>
                <a:lnTo>
                  <a:pt x="1008875" y="36576"/>
                </a:lnTo>
                <a:lnTo>
                  <a:pt x="1008875" y="45720"/>
                </a:lnTo>
                <a:lnTo>
                  <a:pt x="1008875" y="160020"/>
                </a:lnTo>
                <a:lnTo>
                  <a:pt x="914387" y="160020"/>
                </a:lnTo>
                <a:lnTo>
                  <a:pt x="914387" y="45720"/>
                </a:lnTo>
                <a:lnTo>
                  <a:pt x="1008875" y="45720"/>
                </a:lnTo>
                <a:lnTo>
                  <a:pt x="1008875" y="36576"/>
                </a:lnTo>
                <a:lnTo>
                  <a:pt x="803135" y="36576"/>
                </a:lnTo>
                <a:lnTo>
                  <a:pt x="816851" y="50292"/>
                </a:lnTo>
                <a:lnTo>
                  <a:pt x="825144" y="48298"/>
                </a:lnTo>
                <a:lnTo>
                  <a:pt x="833996" y="46863"/>
                </a:lnTo>
                <a:lnTo>
                  <a:pt x="843432" y="46012"/>
                </a:lnTo>
                <a:lnTo>
                  <a:pt x="853427" y="45720"/>
                </a:lnTo>
                <a:lnTo>
                  <a:pt x="891527" y="45720"/>
                </a:lnTo>
                <a:lnTo>
                  <a:pt x="891527" y="160020"/>
                </a:lnTo>
                <a:lnTo>
                  <a:pt x="781799" y="160020"/>
                </a:lnTo>
                <a:lnTo>
                  <a:pt x="795515" y="173736"/>
                </a:lnTo>
                <a:lnTo>
                  <a:pt x="803808" y="171742"/>
                </a:lnTo>
                <a:lnTo>
                  <a:pt x="812660" y="170307"/>
                </a:lnTo>
                <a:lnTo>
                  <a:pt x="822096" y="169456"/>
                </a:lnTo>
                <a:lnTo>
                  <a:pt x="832091" y="169164"/>
                </a:lnTo>
                <a:lnTo>
                  <a:pt x="891527" y="169164"/>
                </a:lnTo>
                <a:lnTo>
                  <a:pt x="883526" y="230886"/>
                </a:lnTo>
                <a:lnTo>
                  <a:pt x="864095" y="278892"/>
                </a:lnTo>
                <a:lnTo>
                  <a:pt x="832281" y="317754"/>
                </a:lnTo>
                <a:lnTo>
                  <a:pt x="787895" y="352044"/>
                </a:lnTo>
                <a:lnTo>
                  <a:pt x="792467" y="356616"/>
                </a:lnTo>
                <a:lnTo>
                  <a:pt x="848664" y="320040"/>
                </a:lnTo>
                <a:lnTo>
                  <a:pt x="885431" y="278892"/>
                </a:lnTo>
                <a:lnTo>
                  <a:pt x="906195" y="229743"/>
                </a:lnTo>
                <a:lnTo>
                  <a:pt x="914387" y="169164"/>
                </a:lnTo>
                <a:lnTo>
                  <a:pt x="1008875" y="169164"/>
                </a:lnTo>
                <a:lnTo>
                  <a:pt x="1008773" y="302641"/>
                </a:lnTo>
                <a:lnTo>
                  <a:pt x="1008684" y="311277"/>
                </a:lnTo>
                <a:lnTo>
                  <a:pt x="1008240" y="331571"/>
                </a:lnTo>
                <a:lnTo>
                  <a:pt x="1007351" y="353568"/>
                </a:lnTo>
                <a:lnTo>
                  <a:pt x="1033259" y="344424"/>
                </a:lnTo>
                <a:lnTo>
                  <a:pt x="1033030" y="330695"/>
                </a:lnTo>
                <a:lnTo>
                  <a:pt x="1031976" y="302641"/>
                </a:lnTo>
                <a:lnTo>
                  <a:pt x="1031811" y="292709"/>
                </a:lnTo>
                <a:lnTo>
                  <a:pt x="1031735" y="169164"/>
                </a:lnTo>
                <a:lnTo>
                  <a:pt x="1139939" y="169164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" name="object 71"/>
          <p:cNvSpPr/>
          <p:nvPr/>
        </p:nvSpPr>
        <p:spPr>
          <a:xfrm>
            <a:off x="8487156" y="4416552"/>
            <a:ext cx="332740" cy="353695"/>
          </a:xfrm>
          <a:custGeom>
            <a:avLst/>
            <a:gdLst/>
            <a:ahLst/>
            <a:cxnLst/>
            <a:rect l="l" t="t" r="r" b="b"/>
            <a:pathLst>
              <a:path w="332740" h="353695">
                <a:moveTo>
                  <a:pt x="326898" y="70104"/>
                </a:moveTo>
                <a:lnTo>
                  <a:pt x="300228" y="70104"/>
                </a:lnTo>
                <a:lnTo>
                  <a:pt x="310896" y="56388"/>
                </a:lnTo>
                <a:lnTo>
                  <a:pt x="326898" y="70104"/>
                </a:lnTo>
                <a:close/>
              </a:path>
              <a:path w="332740" h="353695">
                <a:moveTo>
                  <a:pt x="230124" y="339852"/>
                </a:moveTo>
                <a:lnTo>
                  <a:pt x="231005" y="311919"/>
                </a:lnTo>
                <a:lnTo>
                  <a:pt x="231434" y="280416"/>
                </a:lnTo>
                <a:lnTo>
                  <a:pt x="231559" y="255324"/>
                </a:lnTo>
                <a:lnTo>
                  <a:pt x="231612" y="152229"/>
                </a:lnTo>
                <a:lnTo>
                  <a:pt x="231457" y="117157"/>
                </a:lnTo>
                <a:lnTo>
                  <a:pt x="231005" y="84748"/>
                </a:lnTo>
                <a:lnTo>
                  <a:pt x="230124" y="57912"/>
                </a:lnTo>
                <a:lnTo>
                  <a:pt x="251460" y="70104"/>
                </a:lnTo>
                <a:lnTo>
                  <a:pt x="326898" y="70104"/>
                </a:lnTo>
                <a:lnTo>
                  <a:pt x="332232" y="74676"/>
                </a:lnTo>
                <a:lnTo>
                  <a:pt x="326898" y="79248"/>
                </a:lnTo>
                <a:lnTo>
                  <a:pt x="251460" y="79248"/>
                </a:lnTo>
                <a:lnTo>
                  <a:pt x="251460" y="280416"/>
                </a:lnTo>
                <a:lnTo>
                  <a:pt x="322823" y="280416"/>
                </a:lnTo>
                <a:lnTo>
                  <a:pt x="322923" y="289560"/>
                </a:lnTo>
                <a:lnTo>
                  <a:pt x="251460" y="289560"/>
                </a:lnTo>
                <a:lnTo>
                  <a:pt x="251460" y="330708"/>
                </a:lnTo>
                <a:lnTo>
                  <a:pt x="230124" y="339852"/>
                </a:lnTo>
                <a:close/>
              </a:path>
              <a:path w="332740" h="353695">
                <a:moveTo>
                  <a:pt x="322823" y="280416"/>
                </a:moveTo>
                <a:lnTo>
                  <a:pt x="301752" y="280416"/>
                </a:lnTo>
                <a:lnTo>
                  <a:pt x="301752" y="79248"/>
                </a:lnTo>
                <a:lnTo>
                  <a:pt x="326898" y="79248"/>
                </a:lnTo>
                <a:lnTo>
                  <a:pt x="321564" y="83820"/>
                </a:lnTo>
                <a:lnTo>
                  <a:pt x="321740" y="154995"/>
                </a:lnTo>
                <a:lnTo>
                  <a:pt x="322100" y="209373"/>
                </a:lnTo>
                <a:lnTo>
                  <a:pt x="322551" y="255324"/>
                </a:lnTo>
                <a:lnTo>
                  <a:pt x="322823" y="280416"/>
                </a:lnTo>
                <a:close/>
              </a:path>
              <a:path w="332740" h="353695">
                <a:moveTo>
                  <a:pt x="301752" y="326136"/>
                </a:moveTo>
                <a:lnTo>
                  <a:pt x="301752" y="289560"/>
                </a:lnTo>
                <a:lnTo>
                  <a:pt x="322923" y="289560"/>
                </a:lnTo>
                <a:lnTo>
                  <a:pt x="323088" y="313943"/>
                </a:lnTo>
                <a:lnTo>
                  <a:pt x="301752" y="326136"/>
                </a:lnTo>
                <a:close/>
              </a:path>
              <a:path w="332740" h="353695">
                <a:moveTo>
                  <a:pt x="149352" y="89916"/>
                </a:moveTo>
                <a:lnTo>
                  <a:pt x="129540" y="89916"/>
                </a:lnTo>
                <a:lnTo>
                  <a:pt x="129528" y="79248"/>
                </a:lnTo>
                <a:lnTo>
                  <a:pt x="129407" y="53340"/>
                </a:lnTo>
                <a:lnTo>
                  <a:pt x="129349" y="45529"/>
                </a:lnTo>
                <a:lnTo>
                  <a:pt x="128897" y="22836"/>
                </a:lnTo>
                <a:lnTo>
                  <a:pt x="128016" y="0"/>
                </a:lnTo>
                <a:lnTo>
                  <a:pt x="163068" y="15240"/>
                </a:lnTo>
                <a:lnTo>
                  <a:pt x="149352" y="27432"/>
                </a:lnTo>
                <a:lnTo>
                  <a:pt x="149352" y="89916"/>
                </a:lnTo>
                <a:close/>
              </a:path>
              <a:path w="332740" h="353695">
                <a:moveTo>
                  <a:pt x="0" y="289560"/>
                </a:moveTo>
                <a:lnTo>
                  <a:pt x="204" y="268224"/>
                </a:lnTo>
                <a:lnTo>
                  <a:pt x="275" y="262651"/>
                </a:lnTo>
                <a:lnTo>
                  <a:pt x="1012" y="220146"/>
                </a:lnTo>
                <a:lnTo>
                  <a:pt x="1285" y="202977"/>
                </a:lnTo>
                <a:lnTo>
                  <a:pt x="1397" y="185737"/>
                </a:lnTo>
                <a:lnTo>
                  <a:pt x="1496" y="161925"/>
                </a:lnTo>
                <a:lnTo>
                  <a:pt x="1285" y="129206"/>
                </a:lnTo>
                <a:lnTo>
                  <a:pt x="682" y="94488"/>
                </a:lnTo>
                <a:lnTo>
                  <a:pt x="270" y="74676"/>
                </a:lnTo>
                <a:lnTo>
                  <a:pt x="0" y="53340"/>
                </a:lnTo>
                <a:lnTo>
                  <a:pt x="22860" y="65532"/>
                </a:lnTo>
                <a:lnTo>
                  <a:pt x="87145" y="65532"/>
                </a:lnTo>
                <a:lnTo>
                  <a:pt x="92964" y="70104"/>
                </a:lnTo>
                <a:lnTo>
                  <a:pt x="87630" y="74676"/>
                </a:lnTo>
                <a:lnTo>
                  <a:pt x="21336" y="74676"/>
                </a:lnTo>
                <a:lnTo>
                  <a:pt x="21336" y="225552"/>
                </a:lnTo>
                <a:lnTo>
                  <a:pt x="82893" y="225552"/>
                </a:lnTo>
                <a:lnTo>
                  <a:pt x="82938" y="229266"/>
                </a:lnTo>
                <a:lnTo>
                  <a:pt x="83140" y="234696"/>
                </a:lnTo>
                <a:lnTo>
                  <a:pt x="21336" y="234696"/>
                </a:lnTo>
                <a:lnTo>
                  <a:pt x="21336" y="278891"/>
                </a:lnTo>
                <a:lnTo>
                  <a:pt x="0" y="289560"/>
                </a:lnTo>
                <a:close/>
              </a:path>
              <a:path w="332740" h="353695">
                <a:moveTo>
                  <a:pt x="87145" y="65532"/>
                </a:moveTo>
                <a:lnTo>
                  <a:pt x="60960" y="65532"/>
                </a:lnTo>
                <a:lnTo>
                  <a:pt x="71628" y="53340"/>
                </a:lnTo>
                <a:lnTo>
                  <a:pt x="87145" y="65532"/>
                </a:lnTo>
                <a:close/>
              </a:path>
              <a:path w="332740" h="353695">
                <a:moveTo>
                  <a:pt x="82893" y="225552"/>
                </a:moveTo>
                <a:lnTo>
                  <a:pt x="62484" y="225552"/>
                </a:lnTo>
                <a:lnTo>
                  <a:pt x="62484" y="74676"/>
                </a:lnTo>
                <a:lnTo>
                  <a:pt x="87630" y="74676"/>
                </a:lnTo>
                <a:lnTo>
                  <a:pt x="82296" y="79248"/>
                </a:lnTo>
                <a:lnTo>
                  <a:pt x="82419" y="172259"/>
                </a:lnTo>
                <a:lnTo>
                  <a:pt x="82486" y="192405"/>
                </a:lnTo>
                <a:lnTo>
                  <a:pt x="82893" y="225552"/>
                </a:lnTo>
                <a:close/>
              </a:path>
              <a:path w="332740" h="353695">
                <a:moveTo>
                  <a:pt x="103632" y="103632"/>
                </a:moveTo>
                <a:lnTo>
                  <a:pt x="89916" y="89916"/>
                </a:lnTo>
                <a:lnTo>
                  <a:pt x="188976" y="89916"/>
                </a:lnTo>
                <a:lnTo>
                  <a:pt x="198120" y="76200"/>
                </a:lnTo>
                <a:lnTo>
                  <a:pt x="220980" y="94488"/>
                </a:lnTo>
                <a:lnTo>
                  <a:pt x="215646" y="99060"/>
                </a:lnTo>
                <a:lnTo>
                  <a:pt x="129540" y="99060"/>
                </a:lnTo>
                <a:lnTo>
                  <a:pt x="122705" y="99345"/>
                </a:lnTo>
                <a:lnTo>
                  <a:pt x="116014" y="100203"/>
                </a:lnTo>
                <a:lnTo>
                  <a:pt x="109608" y="101631"/>
                </a:lnTo>
                <a:lnTo>
                  <a:pt x="103632" y="103632"/>
                </a:lnTo>
                <a:close/>
              </a:path>
              <a:path w="332740" h="353695">
                <a:moveTo>
                  <a:pt x="45720" y="353568"/>
                </a:moveTo>
                <a:lnTo>
                  <a:pt x="41148" y="348996"/>
                </a:lnTo>
                <a:lnTo>
                  <a:pt x="62531" y="324707"/>
                </a:lnTo>
                <a:lnTo>
                  <a:pt x="80772" y="299847"/>
                </a:lnTo>
                <a:lnTo>
                  <a:pt x="106680" y="248412"/>
                </a:lnTo>
                <a:lnTo>
                  <a:pt x="122682" y="185737"/>
                </a:lnTo>
                <a:lnTo>
                  <a:pt x="127254" y="145327"/>
                </a:lnTo>
                <a:lnTo>
                  <a:pt x="129540" y="99060"/>
                </a:lnTo>
                <a:lnTo>
                  <a:pt x="149352" y="99060"/>
                </a:lnTo>
                <a:lnTo>
                  <a:pt x="146827" y="144518"/>
                </a:lnTo>
                <a:lnTo>
                  <a:pt x="141732" y="184975"/>
                </a:lnTo>
                <a:lnTo>
                  <a:pt x="124968" y="251460"/>
                </a:lnTo>
                <a:lnTo>
                  <a:pt x="94488" y="304800"/>
                </a:lnTo>
                <a:lnTo>
                  <a:pt x="72247" y="329898"/>
                </a:lnTo>
                <a:lnTo>
                  <a:pt x="45720" y="353568"/>
                </a:lnTo>
                <a:close/>
              </a:path>
              <a:path w="332740" h="353695">
                <a:moveTo>
                  <a:pt x="192140" y="303276"/>
                </a:moveTo>
                <a:lnTo>
                  <a:pt x="163068" y="303276"/>
                </a:lnTo>
                <a:lnTo>
                  <a:pt x="167640" y="301752"/>
                </a:lnTo>
                <a:lnTo>
                  <a:pt x="170830" y="298870"/>
                </a:lnTo>
                <a:lnTo>
                  <a:pt x="182999" y="246507"/>
                </a:lnTo>
                <a:lnTo>
                  <a:pt x="188190" y="161925"/>
                </a:lnTo>
                <a:lnTo>
                  <a:pt x="190500" y="99060"/>
                </a:lnTo>
                <a:lnTo>
                  <a:pt x="215646" y="99060"/>
                </a:lnTo>
                <a:lnTo>
                  <a:pt x="210312" y="103632"/>
                </a:lnTo>
                <a:lnTo>
                  <a:pt x="207121" y="172259"/>
                </a:lnTo>
                <a:lnTo>
                  <a:pt x="204186" y="225552"/>
                </a:lnTo>
                <a:lnTo>
                  <a:pt x="201310" y="262651"/>
                </a:lnTo>
                <a:lnTo>
                  <a:pt x="198120" y="284988"/>
                </a:lnTo>
                <a:lnTo>
                  <a:pt x="194429" y="297561"/>
                </a:lnTo>
                <a:lnTo>
                  <a:pt x="192140" y="303276"/>
                </a:lnTo>
                <a:close/>
              </a:path>
              <a:path w="332740" h="353695">
                <a:moveTo>
                  <a:pt x="62484" y="263652"/>
                </a:moveTo>
                <a:lnTo>
                  <a:pt x="62484" y="234696"/>
                </a:lnTo>
                <a:lnTo>
                  <a:pt x="83140" y="234696"/>
                </a:lnTo>
                <a:lnTo>
                  <a:pt x="83820" y="252984"/>
                </a:lnTo>
                <a:lnTo>
                  <a:pt x="62484" y="263652"/>
                </a:lnTo>
                <a:close/>
              </a:path>
              <a:path w="332740" h="353695">
                <a:moveTo>
                  <a:pt x="153924" y="338328"/>
                </a:moveTo>
                <a:lnTo>
                  <a:pt x="151638" y="328588"/>
                </a:lnTo>
                <a:lnTo>
                  <a:pt x="144780" y="319849"/>
                </a:lnTo>
                <a:lnTo>
                  <a:pt x="133350" y="311967"/>
                </a:lnTo>
                <a:lnTo>
                  <a:pt x="117348" y="304800"/>
                </a:lnTo>
                <a:lnTo>
                  <a:pt x="118872" y="298704"/>
                </a:lnTo>
                <a:lnTo>
                  <a:pt x="128849" y="300704"/>
                </a:lnTo>
                <a:lnTo>
                  <a:pt x="138112" y="302133"/>
                </a:lnTo>
                <a:lnTo>
                  <a:pt x="146518" y="302990"/>
                </a:lnTo>
                <a:lnTo>
                  <a:pt x="153924" y="303276"/>
                </a:lnTo>
                <a:lnTo>
                  <a:pt x="192140" y="303276"/>
                </a:lnTo>
                <a:lnTo>
                  <a:pt x="190309" y="307848"/>
                </a:lnTo>
                <a:lnTo>
                  <a:pt x="162496" y="334637"/>
                </a:lnTo>
                <a:lnTo>
                  <a:pt x="153924" y="338328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" name="object 72"/>
          <p:cNvSpPr/>
          <p:nvPr/>
        </p:nvSpPr>
        <p:spPr>
          <a:xfrm>
            <a:off x="8877287" y="4413503"/>
            <a:ext cx="852169" cy="393700"/>
          </a:xfrm>
          <a:custGeom>
            <a:avLst/>
            <a:gdLst/>
            <a:ahLst/>
            <a:cxnLst/>
            <a:rect l="l" t="t" r="r" b="b"/>
            <a:pathLst>
              <a:path w="852170" h="393700">
                <a:moveTo>
                  <a:pt x="103632" y="73152"/>
                </a:moveTo>
                <a:lnTo>
                  <a:pt x="97536" y="67068"/>
                </a:lnTo>
                <a:lnTo>
                  <a:pt x="83820" y="53352"/>
                </a:lnTo>
                <a:lnTo>
                  <a:pt x="71628" y="65544"/>
                </a:lnTo>
                <a:lnTo>
                  <a:pt x="71628" y="76200"/>
                </a:lnTo>
                <a:lnTo>
                  <a:pt x="71628" y="216420"/>
                </a:lnTo>
                <a:lnTo>
                  <a:pt x="21336" y="216420"/>
                </a:lnTo>
                <a:lnTo>
                  <a:pt x="21336" y="76200"/>
                </a:lnTo>
                <a:lnTo>
                  <a:pt x="71628" y="76200"/>
                </a:lnTo>
                <a:lnTo>
                  <a:pt x="71628" y="65544"/>
                </a:lnTo>
                <a:lnTo>
                  <a:pt x="70104" y="67068"/>
                </a:lnTo>
                <a:lnTo>
                  <a:pt x="21336" y="67068"/>
                </a:lnTo>
                <a:lnTo>
                  <a:pt x="0" y="53352"/>
                </a:lnTo>
                <a:lnTo>
                  <a:pt x="889" y="78232"/>
                </a:lnTo>
                <a:lnTo>
                  <a:pt x="1333" y="104978"/>
                </a:lnTo>
                <a:lnTo>
                  <a:pt x="1511" y="133718"/>
                </a:lnTo>
                <a:lnTo>
                  <a:pt x="1384" y="216420"/>
                </a:lnTo>
                <a:lnTo>
                  <a:pt x="1308" y="225564"/>
                </a:lnTo>
                <a:lnTo>
                  <a:pt x="914" y="248424"/>
                </a:lnTo>
                <a:lnTo>
                  <a:pt x="850" y="251472"/>
                </a:lnTo>
                <a:lnTo>
                  <a:pt x="0" y="274332"/>
                </a:lnTo>
                <a:lnTo>
                  <a:pt x="21336" y="265188"/>
                </a:lnTo>
                <a:lnTo>
                  <a:pt x="21336" y="225564"/>
                </a:lnTo>
                <a:lnTo>
                  <a:pt x="71628" y="225564"/>
                </a:lnTo>
                <a:lnTo>
                  <a:pt x="71628" y="254520"/>
                </a:lnTo>
                <a:lnTo>
                  <a:pt x="92964" y="242328"/>
                </a:lnTo>
                <a:lnTo>
                  <a:pt x="91465" y="197104"/>
                </a:lnTo>
                <a:lnTo>
                  <a:pt x="91440" y="82308"/>
                </a:lnTo>
                <a:lnTo>
                  <a:pt x="99568" y="76200"/>
                </a:lnTo>
                <a:lnTo>
                  <a:pt x="103632" y="73152"/>
                </a:lnTo>
                <a:close/>
              </a:path>
              <a:path w="852170" h="393700">
                <a:moveTo>
                  <a:pt x="201168" y="21336"/>
                </a:moveTo>
                <a:lnTo>
                  <a:pt x="167640" y="4584"/>
                </a:lnTo>
                <a:lnTo>
                  <a:pt x="168529" y="19723"/>
                </a:lnTo>
                <a:lnTo>
                  <a:pt x="168973" y="33159"/>
                </a:lnTo>
                <a:lnTo>
                  <a:pt x="169151" y="44869"/>
                </a:lnTo>
                <a:lnTo>
                  <a:pt x="169164" y="83832"/>
                </a:lnTo>
                <a:lnTo>
                  <a:pt x="102108" y="83832"/>
                </a:lnTo>
                <a:lnTo>
                  <a:pt x="114300" y="96012"/>
                </a:lnTo>
                <a:lnTo>
                  <a:pt x="128016" y="92964"/>
                </a:lnTo>
                <a:lnTo>
                  <a:pt x="169164" y="92964"/>
                </a:lnTo>
                <a:lnTo>
                  <a:pt x="169164" y="161556"/>
                </a:lnTo>
                <a:lnTo>
                  <a:pt x="109728" y="161556"/>
                </a:lnTo>
                <a:lnTo>
                  <a:pt x="121920" y="173748"/>
                </a:lnTo>
                <a:lnTo>
                  <a:pt x="135636" y="170700"/>
                </a:lnTo>
                <a:lnTo>
                  <a:pt x="169164" y="170700"/>
                </a:lnTo>
                <a:lnTo>
                  <a:pt x="169164" y="239280"/>
                </a:lnTo>
                <a:lnTo>
                  <a:pt x="97536" y="239280"/>
                </a:lnTo>
                <a:lnTo>
                  <a:pt x="109728" y="251472"/>
                </a:lnTo>
                <a:lnTo>
                  <a:pt x="123444" y="248424"/>
                </a:lnTo>
                <a:lnTo>
                  <a:pt x="169164" y="248424"/>
                </a:lnTo>
                <a:lnTo>
                  <a:pt x="169113" y="302183"/>
                </a:lnTo>
                <a:lnTo>
                  <a:pt x="168973" y="315480"/>
                </a:lnTo>
                <a:lnTo>
                  <a:pt x="168529" y="333806"/>
                </a:lnTo>
                <a:lnTo>
                  <a:pt x="167640" y="353580"/>
                </a:lnTo>
                <a:lnTo>
                  <a:pt x="190500" y="342912"/>
                </a:lnTo>
                <a:lnTo>
                  <a:pt x="190271" y="330669"/>
                </a:lnTo>
                <a:lnTo>
                  <a:pt x="189738" y="317004"/>
                </a:lnTo>
                <a:lnTo>
                  <a:pt x="189217" y="302183"/>
                </a:lnTo>
                <a:lnTo>
                  <a:pt x="188976" y="286524"/>
                </a:lnTo>
                <a:lnTo>
                  <a:pt x="188976" y="248424"/>
                </a:lnTo>
                <a:lnTo>
                  <a:pt x="188976" y="170700"/>
                </a:lnTo>
                <a:lnTo>
                  <a:pt x="188976" y="92964"/>
                </a:lnTo>
                <a:lnTo>
                  <a:pt x="188976" y="35064"/>
                </a:lnTo>
                <a:lnTo>
                  <a:pt x="201168" y="21336"/>
                </a:lnTo>
                <a:close/>
              </a:path>
              <a:path w="852170" h="393700">
                <a:moveTo>
                  <a:pt x="341376" y="248424"/>
                </a:moveTo>
                <a:lnTo>
                  <a:pt x="332778" y="239280"/>
                </a:lnTo>
                <a:lnTo>
                  <a:pt x="316992" y="222516"/>
                </a:lnTo>
                <a:lnTo>
                  <a:pt x="300228" y="239280"/>
                </a:lnTo>
                <a:lnTo>
                  <a:pt x="254508" y="239280"/>
                </a:lnTo>
                <a:lnTo>
                  <a:pt x="254508" y="170700"/>
                </a:lnTo>
                <a:lnTo>
                  <a:pt x="332232" y="170700"/>
                </a:lnTo>
                <a:lnTo>
                  <a:pt x="323659" y="161556"/>
                </a:lnTo>
                <a:lnTo>
                  <a:pt x="309372" y="146316"/>
                </a:lnTo>
                <a:lnTo>
                  <a:pt x="294132" y="161556"/>
                </a:lnTo>
                <a:lnTo>
                  <a:pt x="254508" y="161556"/>
                </a:lnTo>
                <a:lnTo>
                  <a:pt x="254508" y="92964"/>
                </a:lnTo>
                <a:lnTo>
                  <a:pt x="338328" y="92964"/>
                </a:lnTo>
                <a:lnTo>
                  <a:pt x="329730" y="83832"/>
                </a:lnTo>
                <a:lnTo>
                  <a:pt x="313944" y="67068"/>
                </a:lnTo>
                <a:lnTo>
                  <a:pt x="297180" y="83832"/>
                </a:lnTo>
                <a:lnTo>
                  <a:pt x="254508" y="83832"/>
                </a:lnTo>
                <a:lnTo>
                  <a:pt x="254508" y="35064"/>
                </a:lnTo>
                <a:lnTo>
                  <a:pt x="266700" y="24384"/>
                </a:lnTo>
                <a:lnTo>
                  <a:pt x="233172" y="6108"/>
                </a:lnTo>
                <a:lnTo>
                  <a:pt x="234061" y="28702"/>
                </a:lnTo>
                <a:lnTo>
                  <a:pt x="234505" y="50876"/>
                </a:lnTo>
                <a:lnTo>
                  <a:pt x="234632" y="67068"/>
                </a:lnTo>
                <a:lnTo>
                  <a:pt x="234505" y="307670"/>
                </a:lnTo>
                <a:lnTo>
                  <a:pt x="234061" y="329552"/>
                </a:lnTo>
                <a:lnTo>
                  <a:pt x="233172" y="353580"/>
                </a:lnTo>
                <a:lnTo>
                  <a:pt x="256032" y="341388"/>
                </a:lnTo>
                <a:lnTo>
                  <a:pt x="255803" y="332193"/>
                </a:lnTo>
                <a:lnTo>
                  <a:pt x="255270" y="322719"/>
                </a:lnTo>
                <a:lnTo>
                  <a:pt x="254749" y="312661"/>
                </a:lnTo>
                <a:lnTo>
                  <a:pt x="254508" y="301764"/>
                </a:lnTo>
                <a:lnTo>
                  <a:pt x="254508" y="248424"/>
                </a:lnTo>
                <a:lnTo>
                  <a:pt x="341376" y="248424"/>
                </a:lnTo>
                <a:close/>
              </a:path>
              <a:path w="852170" h="393700">
                <a:moveTo>
                  <a:pt x="708660" y="150876"/>
                </a:moveTo>
                <a:lnTo>
                  <a:pt x="699516" y="141732"/>
                </a:lnTo>
                <a:lnTo>
                  <a:pt x="679704" y="121920"/>
                </a:lnTo>
                <a:lnTo>
                  <a:pt x="659892" y="141732"/>
                </a:lnTo>
                <a:lnTo>
                  <a:pt x="582168" y="141732"/>
                </a:lnTo>
                <a:lnTo>
                  <a:pt x="582168" y="99060"/>
                </a:lnTo>
                <a:lnTo>
                  <a:pt x="595884" y="88392"/>
                </a:lnTo>
                <a:lnTo>
                  <a:pt x="559308" y="71628"/>
                </a:lnTo>
                <a:lnTo>
                  <a:pt x="560197" y="84493"/>
                </a:lnTo>
                <a:lnTo>
                  <a:pt x="560641" y="97917"/>
                </a:lnTo>
                <a:lnTo>
                  <a:pt x="560755" y="107378"/>
                </a:lnTo>
                <a:lnTo>
                  <a:pt x="560832" y="217932"/>
                </a:lnTo>
                <a:lnTo>
                  <a:pt x="507492" y="217932"/>
                </a:lnTo>
                <a:lnTo>
                  <a:pt x="481584" y="204216"/>
                </a:lnTo>
                <a:lnTo>
                  <a:pt x="482447" y="224028"/>
                </a:lnTo>
                <a:lnTo>
                  <a:pt x="482917" y="243840"/>
                </a:lnTo>
                <a:lnTo>
                  <a:pt x="482993" y="251269"/>
                </a:lnTo>
                <a:lnTo>
                  <a:pt x="482917" y="314515"/>
                </a:lnTo>
                <a:lnTo>
                  <a:pt x="482473" y="333552"/>
                </a:lnTo>
                <a:lnTo>
                  <a:pt x="481584" y="353568"/>
                </a:lnTo>
                <a:lnTo>
                  <a:pt x="504444" y="344424"/>
                </a:lnTo>
                <a:lnTo>
                  <a:pt x="504444" y="320040"/>
                </a:lnTo>
                <a:lnTo>
                  <a:pt x="659892" y="320040"/>
                </a:lnTo>
                <a:lnTo>
                  <a:pt x="659892" y="344424"/>
                </a:lnTo>
                <a:lnTo>
                  <a:pt x="684276" y="335280"/>
                </a:lnTo>
                <a:lnTo>
                  <a:pt x="683971" y="320040"/>
                </a:lnTo>
                <a:lnTo>
                  <a:pt x="683742" y="310896"/>
                </a:lnTo>
                <a:lnTo>
                  <a:pt x="683552" y="303644"/>
                </a:lnTo>
                <a:lnTo>
                  <a:pt x="682993" y="272707"/>
                </a:lnTo>
                <a:lnTo>
                  <a:pt x="682752" y="234696"/>
                </a:lnTo>
                <a:lnTo>
                  <a:pt x="691464" y="227076"/>
                </a:lnTo>
                <a:lnTo>
                  <a:pt x="694944" y="224028"/>
                </a:lnTo>
                <a:lnTo>
                  <a:pt x="687552" y="217932"/>
                </a:lnTo>
                <a:lnTo>
                  <a:pt x="669036" y="202692"/>
                </a:lnTo>
                <a:lnTo>
                  <a:pt x="659892" y="214122"/>
                </a:lnTo>
                <a:lnTo>
                  <a:pt x="659892" y="227076"/>
                </a:lnTo>
                <a:lnTo>
                  <a:pt x="659892" y="310896"/>
                </a:lnTo>
                <a:lnTo>
                  <a:pt x="504444" y="310896"/>
                </a:lnTo>
                <a:lnTo>
                  <a:pt x="504444" y="227076"/>
                </a:lnTo>
                <a:lnTo>
                  <a:pt x="659892" y="227076"/>
                </a:lnTo>
                <a:lnTo>
                  <a:pt x="659892" y="214122"/>
                </a:lnTo>
                <a:lnTo>
                  <a:pt x="656844" y="217932"/>
                </a:lnTo>
                <a:lnTo>
                  <a:pt x="582168" y="217932"/>
                </a:lnTo>
                <a:lnTo>
                  <a:pt x="582168" y="150876"/>
                </a:lnTo>
                <a:lnTo>
                  <a:pt x="708660" y="150876"/>
                </a:lnTo>
                <a:close/>
              </a:path>
              <a:path w="852170" h="393700">
                <a:moveTo>
                  <a:pt x="726948" y="65532"/>
                </a:moveTo>
                <a:lnTo>
                  <a:pt x="717804" y="56388"/>
                </a:lnTo>
                <a:lnTo>
                  <a:pt x="693420" y="32004"/>
                </a:lnTo>
                <a:lnTo>
                  <a:pt x="669036" y="56388"/>
                </a:lnTo>
                <a:lnTo>
                  <a:pt x="579120" y="56388"/>
                </a:lnTo>
                <a:lnTo>
                  <a:pt x="585216" y="48768"/>
                </a:lnTo>
                <a:lnTo>
                  <a:pt x="588264" y="42672"/>
                </a:lnTo>
                <a:lnTo>
                  <a:pt x="588264" y="33528"/>
                </a:lnTo>
                <a:lnTo>
                  <a:pt x="586740" y="30480"/>
                </a:lnTo>
                <a:lnTo>
                  <a:pt x="585216" y="24384"/>
                </a:lnTo>
                <a:lnTo>
                  <a:pt x="580936" y="20154"/>
                </a:lnTo>
                <a:lnTo>
                  <a:pt x="572643" y="14478"/>
                </a:lnTo>
                <a:lnTo>
                  <a:pt x="560362" y="7670"/>
                </a:lnTo>
                <a:lnTo>
                  <a:pt x="544068" y="0"/>
                </a:lnTo>
                <a:lnTo>
                  <a:pt x="541020" y="4572"/>
                </a:lnTo>
                <a:lnTo>
                  <a:pt x="551027" y="18249"/>
                </a:lnTo>
                <a:lnTo>
                  <a:pt x="558165" y="31623"/>
                </a:lnTo>
                <a:lnTo>
                  <a:pt x="562457" y="44437"/>
                </a:lnTo>
                <a:lnTo>
                  <a:pt x="563880" y="56388"/>
                </a:lnTo>
                <a:lnTo>
                  <a:pt x="452628" y="56388"/>
                </a:lnTo>
                <a:lnTo>
                  <a:pt x="423672" y="41148"/>
                </a:lnTo>
                <a:lnTo>
                  <a:pt x="423900" y="56388"/>
                </a:lnTo>
                <a:lnTo>
                  <a:pt x="424434" y="79819"/>
                </a:lnTo>
                <a:lnTo>
                  <a:pt x="424967" y="107378"/>
                </a:lnTo>
                <a:lnTo>
                  <a:pt x="425069" y="121920"/>
                </a:lnTo>
                <a:lnTo>
                  <a:pt x="425170" y="141732"/>
                </a:lnTo>
                <a:lnTo>
                  <a:pt x="424395" y="175094"/>
                </a:lnTo>
                <a:lnTo>
                  <a:pt x="418769" y="235153"/>
                </a:lnTo>
                <a:lnTo>
                  <a:pt x="407670" y="284924"/>
                </a:lnTo>
                <a:lnTo>
                  <a:pt x="387096" y="328980"/>
                </a:lnTo>
                <a:lnTo>
                  <a:pt x="373380" y="348996"/>
                </a:lnTo>
                <a:lnTo>
                  <a:pt x="377952" y="353568"/>
                </a:lnTo>
                <a:lnTo>
                  <a:pt x="405574" y="320611"/>
                </a:lnTo>
                <a:lnTo>
                  <a:pt x="425196" y="286512"/>
                </a:lnTo>
                <a:lnTo>
                  <a:pt x="441490" y="233159"/>
                </a:lnTo>
                <a:lnTo>
                  <a:pt x="445490" y="191770"/>
                </a:lnTo>
                <a:lnTo>
                  <a:pt x="447776" y="116954"/>
                </a:lnTo>
                <a:lnTo>
                  <a:pt x="448056" y="65532"/>
                </a:lnTo>
                <a:lnTo>
                  <a:pt x="726948" y="65532"/>
                </a:lnTo>
                <a:close/>
              </a:path>
              <a:path w="852170" h="393700">
                <a:moveTo>
                  <a:pt x="839724" y="108216"/>
                </a:moveTo>
                <a:lnTo>
                  <a:pt x="794004" y="108216"/>
                </a:lnTo>
                <a:lnTo>
                  <a:pt x="794004" y="163080"/>
                </a:lnTo>
                <a:lnTo>
                  <a:pt x="839724" y="163080"/>
                </a:lnTo>
                <a:lnTo>
                  <a:pt x="839724" y="108216"/>
                </a:lnTo>
                <a:close/>
              </a:path>
              <a:path w="852170" h="393700">
                <a:moveTo>
                  <a:pt x="851916" y="268236"/>
                </a:moveTo>
                <a:lnTo>
                  <a:pt x="804672" y="268236"/>
                </a:lnTo>
                <a:lnTo>
                  <a:pt x="771144" y="393204"/>
                </a:lnTo>
                <a:lnTo>
                  <a:pt x="798576" y="393204"/>
                </a:lnTo>
                <a:lnTo>
                  <a:pt x="851916" y="268236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" name="object 73"/>
          <p:cNvSpPr/>
          <p:nvPr/>
        </p:nvSpPr>
        <p:spPr>
          <a:xfrm>
            <a:off x="2127503" y="4913376"/>
            <a:ext cx="175260" cy="291465"/>
          </a:xfrm>
          <a:custGeom>
            <a:avLst/>
            <a:gdLst/>
            <a:ahLst/>
            <a:cxnLst/>
            <a:rect l="l" t="t" r="r" b="b"/>
            <a:pathLst>
              <a:path w="175260" h="291464">
                <a:moveTo>
                  <a:pt x="175260" y="291083"/>
                </a:moveTo>
                <a:lnTo>
                  <a:pt x="0" y="291083"/>
                </a:lnTo>
                <a:lnTo>
                  <a:pt x="0" y="251459"/>
                </a:lnTo>
                <a:lnTo>
                  <a:pt x="68580" y="182879"/>
                </a:lnTo>
                <a:lnTo>
                  <a:pt x="83415" y="165687"/>
                </a:lnTo>
                <a:lnTo>
                  <a:pt x="112776" y="124967"/>
                </a:lnTo>
                <a:lnTo>
                  <a:pt x="124968" y="80771"/>
                </a:lnTo>
                <a:lnTo>
                  <a:pt x="124968" y="73151"/>
                </a:lnTo>
                <a:lnTo>
                  <a:pt x="123444" y="65531"/>
                </a:lnTo>
                <a:lnTo>
                  <a:pt x="117348" y="53339"/>
                </a:lnTo>
                <a:lnTo>
                  <a:pt x="114300" y="48767"/>
                </a:lnTo>
                <a:lnTo>
                  <a:pt x="109728" y="45719"/>
                </a:lnTo>
                <a:lnTo>
                  <a:pt x="105156" y="41147"/>
                </a:lnTo>
                <a:lnTo>
                  <a:pt x="100584" y="38099"/>
                </a:lnTo>
                <a:lnTo>
                  <a:pt x="82296" y="33527"/>
                </a:lnTo>
                <a:lnTo>
                  <a:pt x="68580" y="33527"/>
                </a:lnTo>
                <a:lnTo>
                  <a:pt x="62484" y="35051"/>
                </a:lnTo>
                <a:lnTo>
                  <a:pt x="54864" y="36575"/>
                </a:lnTo>
                <a:lnTo>
                  <a:pt x="48768" y="38099"/>
                </a:lnTo>
                <a:lnTo>
                  <a:pt x="41148" y="39623"/>
                </a:lnTo>
                <a:lnTo>
                  <a:pt x="35052" y="42671"/>
                </a:lnTo>
                <a:lnTo>
                  <a:pt x="28956" y="44195"/>
                </a:lnTo>
                <a:lnTo>
                  <a:pt x="10667" y="56387"/>
                </a:lnTo>
                <a:lnTo>
                  <a:pt x="7620" y="57911"/>
                </a:lnTo>
                <a:lnTo>
                  <a:pt x="6096" y="57911"/>
                </a:lnTo>
                <a:lnTo>
                  <a:pt x="6096" y="18287"/>
                </a:lnTo>
                <a:lnTo>
                  <a:pt x="48363" y="3857"/>
                </a:lnTo>
                <a:lnTo>
                  <a:pt x="77724" y="0"/>
                </a:lnTo>
                <a:lnTo>
                  <a:pt x="96916" y="1404"/>
                </a:lnTo>
                <a:lnTo>
                  <a:pt x="140208" y="21335"/>
                </a:lnTo>
                <a:lnTo>
                  <a:pt x="161639" y="61841"/>
                </a:lnTo>
                <a:lnTo>
                  <a:pt x="163068" y="79247"/>
                </a:lnTo>
                <a:lnTo>
                  <a:pt x="162806" y="87225"/>
                </a:lnTo>
                <a:lnTo>
                  <a:pt x="151233" y="129659"/>
                </a:lnTo>
                <a:lnTo>
                  <a:pt x="147828" y="135635"/>
                </a:lnTo>
                <a:lnTo>
                  <a:pt x="144351" y="142232"/>
                </a:lnTo>
                <a:lnTo>
                  <a:pt x="140589" y="148399"/>
                </a:lnTo>
                <a:lnTo>
                  <a:pt x="136255" y="154281"/>
                </a:lnTo>
                <a:lnTo>
                  <a:pt x="131064" y="160019"/>
                </a:lnTo>
                <a:lnTo>
                  <a:pt x="126230" y="166616"/>
                </a:lnTo>
                <a:lnTo>
                  <a:pt x="120967" y="172783"/>
                </a:lnTo>
                <a:lnTo>
                  <a:pt x="115419" y="178665"/>
                </a:lnTo>
                <a:lnTo>
                  <a:pt x="109728" y="184403"/>
                </a:lnTo>
                <a:lnTo>
                  <a:pt x="101179" y="194476"/>
                </a:lnTo>
                <a:lnTo>
                  <a:pt x="91630" y="204406"/>
                </a:lnTo>
                <a:lnTo>
                  <a:pt x="60126" y="235291"/>
                </a:lnTo>
                <a:lnTo>
                  <a:pt x="42457" y="251912"/>
                </a:lnTo>
                <a:lnTo>
                  <a:pt x="35052" y="259079"/>
                </a:lnTo>
                <a:lnTo>
                  <a:pt x="175260" y="259079"/>
                </a:lnTo>
                <a:lnTo>
                  <a:pt x="175260" y="291083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4" name="object 74"/>
          <p:cNvSpPr/>
          <p:nvPr/>
        </p:nvSpPr>
        <p:spPr>
          <a:xfrm>
            <a:off x="2356104" y="5149596"/>
            <a:ext cx="45720" cy="55244"/>
          </a:xfrm>
          <a:custGeom>
            <a:avLst/>
            <a:gdLst/>
            <a:ahLst/>
            <a:cxnLst/>
            <a:rect l="l" t="t" r="r" b="b"/>
            <a:pathLst>
              <a:path w="45719" h="55245">
                <a:moveTo>
                  <a:pt x="45720" y="54864"/>
                </a:moveTo>
                <a:lnTo>
                  <a:pt x="0" y="54864"/>
                </a:lnTo>
                <a:lnTo>
                  <a:pt x="0" y="0"/>
                </a:lnTo>
                <a:lnTo>
                  <a:pt x="45720" y="0"/>
                </a:lnTo>
                <a:lnTo>
                  <a:pt x="45720" y="54864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5" name="object 75"/>
          <p:cNvSpPr/>
          <p:nvPr/>
        </p:nvSpPr>
        <p:spPr>
          <a:xfrm>
            <a:off x="2458199" y="4881371"/>
            <a:ext cx="1138555" cy="363220"/>
          </a:xfrm>
          <a:custGeom>
            <a:avLst/>
            <a:gdLst/>
            <a:ahLst/>
            <a:cxnLst/>
            <a:rect l="l" t="t" r="r" b="b"/>
            <a:pathLst>
              <a:path w="1138554" h="363220">
                <a:moveTo>
                  <a:pt x="348996" y="170688"/>
                </a:moveTo>
                <a:lnTo>
                  <a:pt x="315468" y="137160"/>
                </a:lnTo>
                <a:lnTo>
                  <a:pt x="284988" y="161544"/>
                </a:lnTo>
                <a:lnTo>
                  <a:pt x="0" y="161544"/>
                </a:lnTo>
                <a:lnTo>
                  <a:pt x="13716" y="175260"/>
                </a:lnTo>
                <a:lnTo>
                  <a:pt x="23152" y="173266"/>
                </a:lnTo>
                <a:lnTo>
                  <a:pt x="33147" y="171831"/>
                </a:lnTo>
                <a:lnTo>
                  <a:pt x="43726" y="170980"/>
                </a:lnTo>
                <a:lnTo>
                  <a:pt x="54864" y="170688"/>
                </a:lnTo>
                <a:lnTo>
                  <a:pt x="348996" y="170688"/>
                </a:lnTo>
                <a:close/>
              </a:path>
              <a:path w="1138554" h="363220">
                <a:moveTo>
                  <a:pt x="589800" y="131064"/>
                </a:moveTo>
                <a:lnTo>
                  <a:pt x="553224" y="109728"/>
                </a:lnTo>
                <a:lnTo>
                  <a:pt x="553453" y="128574"/>
                </a:lnTo>
                <a:lnTo>
                  <a:pt x="554507" y="162242"/>
                </a:lnTo>
                <a:lnTo>
                  <a:pt x="554634" y="169926"/>
                </a:lnTo>
                <a:lnTo>
                  <a:pt x="554507" y="291998"/>
                </a:lnTo>
                <a:lnTo>
                  <a:pt x="553986" y="310896"/>
                </a:lnTo>
                <a:lnTo>
                  <a:pt x="553453" y="334378"/>
                </a:lnTo>
                <a:lnTo>
                  <a:pt x="553224" y="362712"/>
                </a:lnTo>
                <a:lnTo>
                  <a:pt x="579132" y="347472"/>
                </a:lnTo>
                <a:lnTo>
                  <a:pt x="578243" y="332905"/>
                </a:lnTo>
                <a:lnTo>
                  <a:pt x="577799" y="318897"/>
                </a:lnTo>
                <a:lnTo>
                  <a:pt x="577697" y="310896"/>
                </a:lnTo>
                <a:lnTo>
                  <a:pt x="577608" y="140208"/>
                </a:lnTo>
                <a:lnTo>
                  <a:pt x="589800" y="131064"/>
                </a:lnTo>
                <a:close/>
              </a:path>
              <a:path w="1138554" h="363220">
                <a:moveTo>
                  <a:pt x="745248" y="160020"/>
                </a:moveTo>
                <a:lnTo>
                  <a:pt x="702957" y="147256"/>
                </a:lnTo>
                <a:lnTo>
                  <a:pt x="658380" y="121920"/>
                </a:lnTo>
                <a:lnTo>
                  <a:pt x="615137" y="82677"/>
                </a:lnTo>
                <a:lnTo>
                  <a:pt x="579437" y="36576"/>
                </a:lnTo>
                <a:lnTo>
                  <a:pt x="573036" y="27432"/>
                </a:lnTo>
                <a:lnTo>
                  <a:pt x="586752" y="18288"/>
                </a:lnTo>
                <a:lnTo>
                  <a:pt x="554748" y="0"/>
                </a:lnTo>
                <a:lnTo>
                  <a:pt x="545033" y="24561"/>
                </a:lnTo>
                <a:lnTo>
                  <a:pt x="531888" y="50101"/>
                </a:lnTo>
                <a:lnTo>
                  <a:pt x="495312" y="103632"/>
                </a:lnTo>
                <a:lnTo>
                  <a:pt x="446163" y="154876"/>
                </a:lnTo>
                <a:lnTo>
                  <a:pt x="385584" y="193548"/>
                </a:lnTo>
                <a:lnTo>
                  <a:pt x="387108" y="199644"/>
                </a:lnTo>
                <a:lnTo>
                  <a:pt x="446735" y="169926"/>
                </a:lnTo>
                <a:lnTo>
                  <a:pt x="493788" y="135636"/>
                </a:lnTo>
                <a:lnTo>
                  <a:pt x="531698" y="91821"/>
                </a:lnTo>
                <a:lnTo>
                  <a:pt x="568464" y="36576"/>
                </a:lnTo>
                <a:lnTo>
                  <a:pt x="584466" y="63728"/>
                </a:lnTo>
                <a:lnTo>
                  <a:pt x="616470" y="109448"/>
                </a:lnTo>
                <a:lnTo>
                  <a:pt x="649325" y="143713"/>
                </a:lnTo>
                <a:lnTo>
                  <a:pt x="688187" y="172808"/>
                </a:lnTo>
                <a:lnTo>
                  <a:pt x="710196" y="185928"/>
                </a:lnTo>
                <a:lnTo>
                  <a:pt x="716521" y="177698"/>
                </a:lnTo>
                <a:lnTo>
                  <a:pt x="724293" y="171450"/>
                </a:lnTo>
                <a:lnTo>
                  <a:pt x="733767" y="167500"/>
                </a:lnTo>
                <a:lnTo>
                  <a:pt x="745248" y="166116"/>
                </a:lnTo>
                <a:lnTo>
                  <a:pt x="745248" y="160020"/>
                </a:lnTo>
                <a:close/>
              </a:path>
              <a:path w="1138554" h="363220">
                <a:moveTo>
                  <a:pt x="920496" y="263664"/>
                </a:moveTo>
                <a:lnTo>
                  <a:pt x="918972" y="256044"/>
                </a:lnTo>
                <a:lnTo>
                  <a:pt x="858012" y="277380"/>
                </a:lnTo>
                <a:lnTo>
                  <a:pt x="858012" y="146316"/>
                </a:lnTo>
                <a:lnTo>
                  <a:pt x="915924" y="146316"/>
                </a:lnTo>
                <a:lnTo>
                  <a:pt x="890016" y="120408"/>
                </a:lnTo>
                <a:lnTo>
                  <a:pt x="873252" y="137172"/>
                </a:lnTo>
                <a:lnTo>
                  <a:pt x="858012" y="137172"/>
                </a:lnTo>
                <a:lnTo>
                  <a:pt x="858012" y="41160"/>
                </a:lnTo>
                <a:lnTo>
                  <a:pt x="870204" y="30492"/>
                </a:lnTo>
                <a:lnTo>
                  <a:pt x="833628" y="13728"/>
                </a:lnTo>
                <a:lnTo>
                  <a:pt x="834517" y="28892"/>
                </a:lnTo>
                <a:lnTo>
                  <a:pt x="834974" y="42938"/>
                </a:lnTo>
                <a:lnTo>
                  <a:pt x="835101" y="51828"/>
                </a:lnTo>
                <a:lnTo>
                  <a:pt x="835152" y="137172"/>
                </a:lnTo>
                <a:lnTo>
                  <a:pt x="778764" y="137172"/>
                </a:lnTo>
                <a:lnTo>
                  <a:pt x="792480" y="150888"/>
                </a:lnTo>
                <a:lnTo>
                  <a:pt x="801624" y="148882"/>
                </a:lnTo>
                <a:lnTo>
                  <a:pt x="810768" y="147459"/>
                </a:lnTo>
                <a:lnTo>
                  <a:pt x="819912" y="146596"/>
                </a:lnTo>
                <a:lnTo>
                  <a:pt x="829056" y="146316"/>
                </a:lnTo>
                <a:lnTo>
                  <a:pt x="835152" y="146316"/>
                </a:lnTo>
                <a:lnTo>
                  <a:pt x="835152" y="283476"/>
                </a:lnTo>
                <a:lnTo>
                  <a:pt x="816889" y="289763"/>
                </a:lnTo>
                <a:lnTo>
                  <a:pt x="801052" y="294906"/>
                </a:lnTo>
                <a:lnTo>
                  <a:pt x="787793" y="298907"/>
                </a:lnTo>
                <a:lnTo>
                  <a:pt x="777240" y="301764"/>
                </a:lnTo>
                <a:lnTo>
                  <a:pt x="795528" y="329196"/>
                </a:lnTo>
                <a:lnTo>
                  <a:pt x="808634" y="318312"/>
                </a:lnTo>
                <a:lnTo>
                  <a:pt x="834009" y="303860"/>
                </a:lnTo>
                <a:lnTo>
                  <a:pt x="871397" y="285686"/>
                </a:lnTo>
                <a:lnTo>
                  <a:pt x="889927" y="277380"/>
                </a:lnTo>
                <a:lnTo>
                  <a:pt x="920496" y="263664"/>
                </a:lnTo>
                <a:close/>
              </a:path>
              <a:path w="1138554" h="363220">
                <a:moveTo>
                  <a:pt x="1138428" y="317004"/>
                </a:moveTo>
                <a:lnTo>
                  <a:pt x="1119378" y="276237"/>
                </a:lnTo>
                <a:lnTo>
                  <a:pt x="1117092" y="249948"/>
                </a:lnTo>
                <a:lnTo>
                  <a:pt x="1109472" y="249948"/>
                </a:lnTo>
                <a:lnTo>
                  <a:pt x="1108837" y="289382"/>
                </a:lnTo>
                <a:lnTo>
                  <a:pt x="1088136" y="324624"/>
                </a:lnTo>
                <a:lnTo>
                  <a:pt x="972312" y="324624"/>
                </a:lnTo>
                <a:lnTo>
                  <a:pt x="963434" y="323481"/>
                </a:lnTo>
                <a:lnTo>
                  <a:pt x="957262" y="320052"/>
                </a:lnTo>
                <a:lnTo>
                  <a:pt x="953668" y="314337"/>
                </a:lnTo>
                <a:lnTo>
                  <a:pt x="952500" y="306336"/>
                </a:lnTo>
                <a:lnTo>
                  <a:pt x="952500" y="164604"/>
                </a:lnTo>
                <a:lnTo>
                  <a:pt x="952500" y="158508"/>
                </a:lnTo>
                <a:lnTo>
                  <a:pt x="976122" y="149364"/>
                </a:lnTo>
                <a:lnTo>
                  <a:pt x="999744" y="140220"/>
                </a:lnTo>
                <a:lnTo>
                  <a:pt x="999502" y="184416"/>
                </a:lnTo>
                <a:lnTo>
                  <a:pt x="999032" y="218325"/>
                </a:lnTo>
                <a:lnTo>
                  <a:pt x="998448" y="258140"/>
                </a:lnTo>
                <a:lnTo>
                  <a:pt x="998220" y="285000"/>
                </a:lnTo>
                <a:lnTo>
                  <a:pt x="1021080" y="274332"/>
                </a:lnTo>
                <a:lnTo>
                  <a:pt x="1020203" y="250037"/>
                </a:lnTo>
                <a:lnTo>
                  <a:pt x="1019746" y="218325"/>
                </a:lnTo>
                <a:lnTo>
                  <a:pt x="1019606" y="184416"/>
                </a:lnTo>
                <a:lnTo>
                  <a:pt x="1019568" y="140220"/>
                </a:lnTo>
                <a:lnTo>
                  <a:pt x="1019556" y="132600"/>
                </a:lnTo>
                <a:lnTo>
                  <a:pt x="1041501" y="123456"/>
                </a:lnTo>
                <a:lnTo>
                  <a:pt x="1074420" y="109740"/>
                </a:lnTo>
                <a:lnTo>
                  <a:pt x="1074420" y="228612"/>
                </a:lnTo>
                <a:lnTo>
                  <a:pt x="1072896" y="231660"/>
                </a:lnTo>
                <a:lnTo>
                  <a:pt x="1069848" y="233184"/>
                </a:lnTo>
                <a:lnTo>
                  <a:pt x="1065568" y="233133"/>
                </a:lnTo>
                <a:lnTo>
                  <a:pt x="1057275" y="232803"/>
                </a:lnTo>
                <a:lnTo>
                  <a:pt x="1044994" y="231889"/>
                </a:lnTo>
                <a:lnTo>
                  <a:pt x="1028700" y="230136"/>
                </a:lnTo>
                <a:lnTo>
                  <a:pt x="1028700" y="236232"/>
                </a:lnTo>
                <a:lnTo>
                  <a:pt x="1044727" y="242252"/>
                </a:lnTo>
                <a:lnTo>
                  <a:pt x="1056322" y="248996"/>
                </a:lnTo>
                <a:lnTo>
                  <a:pt x="1063637" y="256590"/>
                </a:lnTo>
                <a:lnTo>
                  <a:pt x="1066800" y="265188"/>
                </a:lnTo>
                <a:lnTo>
                  <a:pt x="1073353" y="261734"/>
                </a:lnTo>
                <a:lnTo>
                  <a:pt x="1079182" y="258140"/>
                </a:lnTo>
                <a:lnTo>
                  <a:pt x="1084160" y="254254"/>
                </a:lnTo>
                <a:lnTo>
                  <a:pt x="1088059" y="250037"/>
                </a:lnTo>
                <a:lnTo>
                  <a:pt x="1092708" y="245376"/>
                </a:lnTo>
                <a:lnTo>
                  <a:pt x="1094232" y="239280"/>
                </a:lnTo>
                <a:lnTo>
                  <a:pt x="1094232" y="233184"/>
                </a:lnTo>
                <a:lnTo>
                  <a:pt x="1094232" y="117360"/>
                </a:lnTo>
                <a:lnTo>
                  <a:pt x="1101013" y="109740"/>
                </a:lnTo>
                <a:lnTo>
                  <a:pt x="1106424" y="103644"/>
                </a:lnTo>
                <a:lnTo>
                  <a:pt x="1082040" y="85356"/>
                </a:lnTo>
                <a:lnTo>
                  <a:pt x="1069848" y="100596"/>
                </a:lnTo>
                <a:lnTo>
                  <a:pt x="1019556" y="123456"/>
                </a:lnTo>
                <a:lnTo>
                  <a:pt x="1019556" y="32016"/>
                </a:lnTo>
                <a:lnTo>
                  <a:pt x="1033272" y="19824"/>
                </a:lnTo>
                <a:lnTo>
                  <a:pt x="998220" y="4584"/>
                </a:lnTo>
                <a:lnTo>
                  <a:pt x="999744" y="131076"/>
                </a:lnTo>
                <a:lnTo>
                  <a:pt x="952500" y="149364"/>
                </a:lnTo>
                <a:lnTo>
                  <a:pt x="952500" y="77736"/>
                </a:lnTo>
                <a:lnTo>
                  <a:pt x="963168" y="68592"/>
                </a:lnTo>
                <a:lnTo>
                  <a:pt x="931164" y="51828"/>
                </a:lnTo>
                <a:lnTo>
                  <a:pt x="931405" y="65201"/>
                </a:lnTo>
                <a:lnTo>
                  <a:pt x="931926" y="77736"/>
                </a:lnTo>
                <a:lnTo>
                  <a:pt x="932459" y="89115"/>
                </a:lnTo>
                <a:lnTo>
                  <a:pt x="932688" y="99072"/>
                </a:lnTo>
                <a:lnTo>
                  <a:pt x="932688" y="155460"/>
                </a:lnTo>
                <a:lnTo>
                  <a:pt x="874776" y="176796"/>
                </a:lnTo>
                <a:lnTo>
                  <a:pt x="890016" y="184416"/>
                </a:lnTo>
                <a:lnTo>
                  <a:pt x="899160" y="176796"/>
                </a:lnTo>
                <a:lnTo>
                  <a:pt x="932688" y="164604"/>
                </a:lnTo>
                <a:lnTo>
                  <a:pt x="932789" y="308622"/>
                </a:lnTo>
                <a:lnTo>
                  <a:pt x="934694" y="322973"/>
                </a:lnTo>
                <a:lnTo>
                  <a:pt x="940689" y="333959"/>
                </a:lnTo>
                <a:lnTo>
                  <a:pt x="950696" y="340639"/>
                </a:lnTo>
                <a:lnTo>
                  <a:pt x="964692" y="342912"/>
                </a:lnTo>
                <a:lnTo>
                  <a:pt x="1103376" y="342912"/>
                </a:lnTo>
                <a:lnTo>
                  <a:pt x="1114221" y="341210"/>
                </a:lnTo>
                <a:lnTo>
                  <a:pt x="1123759" y="336245"/>
                </a:lnTo>
                <a:lnTo>
                  <a:pt x="1131887" y="328117"/>
                </a:lnTo>
                <a:lnTo>
                  <a:pt x="1133944" y="324624"/>
                </a:lnTo>
                <a:lnTo>
                  <a:pt x="1138428" y="317004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6" name="object 76"/>
          <p:cNvSpPr/>
          <p:nvPr/>
        </p:nvSpPr>
        <p:spPr>
          <a:xfrm>
            <a:off x="3656076" y="4893563"/>
            <a:ext cx="314325" cy="340360"/>
          </a:xfrm>
          <a:custGeom>
            <a:avLst/>
            <a:gdLst/>
            <a:ahLst/>
            <a:cxnLst/>
            <a:rect l="l" t="t" r="r" b="b"/>
            <a:pathLst>
              <a:path w="314325" h="340360">
                <a:moveTo>
                  <a:pt x="300685" y="21336"/>
                </a:moveTo>
                <a:lnTo>
                  <a:pt x="259079" y="21336"/>
                </a:lnTo>
                <a:lnTo>
                  <a:pt x="280415" y="0"/>
                </a:lnTo>
                <a:lnTo>
                  <a:pt x="300685" y="21336"/>
                </a:lnTo>
                <a:close/>
              </a:path>
              <a:path w="314325" h="340360">
                <a:moveTo>
                  <a:pt x="24384" y="339852"/>
                </a:moveTo>
                <a:lnTo>
                  <a:pt x="0" y="321564"/>
                </a:lnTo>
                <a:lnTo>
                  <a:pt x="9144" y="312419"/>
                </a:lnTo>
                <a:lnTo>
                  <a:pt x="9120" y="51125"/>
                </a:lnTo>
                <a:lnTo>
                  <a:pt x="8953" y="39814"/>
                </a:lnTo>
                <a:lnTo>
                  <a:pt x="8501" y="25360"/>
                </a:lnTo>
                <a:lnTo>
                  <a:pt x="7620" y="7620"/>
                </a:lnTo>
                <a:lnTo>
                  <a:pt x="32004" y="21336"/>
                </a:lnTo>
                <a:lnTo>
                  <a:pt x="300685" y="21336"/>
                </a:lnTo>
                <a:lnTo>
                  <a:pt x="309372" y="30480"/>
                </a:lnTo>
                <a:lnTo>
                  <a:pt x="32004" y="30480"/>
                </a:lnTo>
                <a:lnTo>
                  <a:pt x="32004" y="316992"/>
                </a:lnTo>
                <a:lnTo>
                  <a:pt x="305714" y="316992"/>
                </a:lnTo>
                <a:lnTo>
                  <a:pt x="313944" y="326136"/>
                </a:lnTo>
                <a:lnTo>
                  <a:pt x="33528" y="326136"/>
                </a:lnTo>
                <a:lnTo>
                  <a:pt x="24384" y="339852"/>
                </a:lnTo>
                <a:close/>
              </a:path>
              <a:path w="314325" h="340360">
                <a:moveTo>
                  <a:pt x="198642" y="153924"/>
                </a:moveTo>
                <a:lnTo>
                  <a:pt x="172212" y="153924"/>
                </a:lnTo>
                <a:lnTo>
                  <a:pt x="181308" y="140231"/>
                </a:lnTo>
                <a:lnTo>
                  <a:pt x="190119" y="126682"/>
                </a:lnTo>
                <a:lnTo>
                  <a:pt x="198358" y="113418"/>
                </a:lnTo>
                <a:lnTo>
                  <a:pt x="205740" y="100584"/>
                </a:lnTo>
                <a:lnTo>
                  <a:pt x="213169" y="88320"/>
                </a:lnTo>
                <a:lnTo>
                  <a:pt x="219456" y="76771"/>
                </a:lnTo>
                <a:lnTo>
                  <a:pt x="224599" y="66079"/>
                </a:lnTo>
                <a:lnTo>
                  <a:pt x="228600" y="56388"/>
                </a:lnTo>
                <a:lnTo>
                  <a:pt x="263652" y="80772"/>
                </a:lnTo>
                <a:lnTo>
                  <a:pt x="230124" y="111252"/>
                </a:lnTo>
                <a:lnTo>
                  <a:pt x="199263" y="153042"/>
                </a:lnTo>
                <a:lnTo>
                  <a:pt x="198642" y="153924"/>
                </a:lnTo>
                <a:close/>
              </a:path>
              <a:path w="314325" h="340360">
                <a:moveTo>
                  <a:pt x="62484" y="283464"/>
                </a:moveTo>
                <a:lnTo>
                  <a:pt x="59436" y="278892"/>
                </a:lnTo>
                <a:lnTo>
                  <a:pt x="72890" y="267200"/>
                </a:lnTo>
                <a:lnTo>
                  <a:pt x="85915" y="255079"/>
                </a:lnTo>
                <a:lnTo>
                  <a:pt x="122943" y="216979"/>
                </a:lnTo>
                <a:lnTo>
                  <a:pt x="147470" y="187261"/>
                </a:lnTo>
                <a:lnTo>
                  <a:pt x="160020" y="170688"/>
                </a:lnTo>
                <a:lnTo>
                  <a:pt x="139207" y="146327"/>
                </a:lnTo>
                <a:lnTo>
                  <a:pt x="118110" y="123253"/>
                </a:lnTo>
                <a:lnTo>
                  <a:pt x="76200" y="79248"/>
                </a:lnTo>
                <a:lnTo>
                  <a:pt x="80772" y="74676"/>
                </a:lnTo>
                <a:lnTo>
                  <a:pt x="101917" y="91559"/>
                </a:lnTo>
                <a:lnTo>
                  <a:pt x="124206" y="110299"/>
                </a:lnTo>
                <a:lnTo>
                  <a:pt x="147637" y="131040"/>
                </a:lnTo>
                <a:lnTo>
                  <a:pt x="172212" y="153924"/>
                </a:lnTo>
                <a:lnTo>
                  <a:pt x="198642" y="153924"/>
                </a:lnTo>
                <a:lnTo>
                  <a:pt x="188976" y="167640"/>
                </a:lnTo>
                <a:lnTo>
                  <a:pt x="208206" y="185928"/>
                </a:lnTo>
                <a:lnTo>
                  <a:pt x="175260" y="185928"/>
                </a:lnTo>
                <a:lnTo>
                  <a:pt x="143637" y="217932"/>
                </a:lnTo>
                <a:lnTo>
                  <a:pt x="114300" y="245364"/>
                </a:lnTo>
                <a:lnTo>
                  <a:pt x="74150" y="275844"/>
                </a:lnTo>
                <a:lnTo>
                  <a:pt x="62484" y="283464"/>
                </a:lnTo>
                <a:close/>
              </a:path>
              <a:path w="314325" h="340360">
                <a:moveTo>
                  <a:pt x="245364" y="278892"/>
                </a:moveTo>
                <a:lnTo>
                  <a:pt x="240791" y="278892"/>
                </a:lnTo>
                <a:lnTo>
                  <a:pt x="236220" y="274319"/>
                </a:lnTo>
                <a:lnTo>
                  <a:pt x="231648" y="263652"/>
                </a:lnTo>
                <a:lnTo>
                  <a:pt x="225671" y="253388"/>
                </a:lnTo>
                <a:lnTo>
                  <a:pt x="199477" y="215503"/>
                </a:lnTo>
                <a:lnTo>
                  <a:pt x="175260" y="185928"/>
                </a:lnTo>
                <a:lnTo>
                  <a:pt x="208206" y="185928"/>
                </a:lnTo>
                <a:lnTo>
                  <a:pt x="242982" y="223789"/>
                </a:lnTo>
                <a:lnTo>
                  <a:pt x="252984" y="248412"/>
                </a:lnTo>
                <a:lnTo>
                  <a:pt x="252984" y="259080"/>
                </a:lnTo>
                <a:lnTo>
                  <a:pt x="251460" y="265176"/>
                </a:lnTo>
                <a:lnTo>
                  <a:pt x="248412" y="269748"/>
                </a:lnTo>
                <a:lnTo>
                  <a:pt x="246888" y="275844"/>
                </a:lnTo>
                <a:lnTo>
                  <a:pt x="245364" y="278892"/>
                </a:lnTo>
                <a:close/>
              </a:path>
              <a:path w="314325" h="340360">
                <a:moveTo>
                  <a:pt x="305714" y="316992"/>
                </a:moveTo>
                <a:lnTo>
                  <a:pt x="265176" y="316992"/>
                </a:lnTo>
                <a:lnTo>
                  <a:pt x="286512" y="295656"/>
                </a:lnTo>
                <a:lnTo>
                  <a:pt x="305714" y="316992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7" name="object 77"/>
          <p:cNvSpPr/>
          <p:nvPr/>
        </p:nvSpPr>
        <p:spPr>
          <a:xfrm>
            <a:off x="4041647" y="4893564"/>
            <a:ext cx="297180" cy="344805"/>
          </a:xfrm>
          <a:custGeom>
            <a:avLst/>
            <a:gdLst/>
            <a:ahLst/>
            <a:cxnLst/>
            <a:rect l="l" t="t" r="r" b="b"/>
            <a:pathLst>
              <a:path w="297179" h="344804">
                <a:moveTo>
                  <a:pt x="275208" y="16763"/>
                </a:moveTo>
                <a:lnTo>
                  <a:pt x="240792" y="16763"/>
                </a:lnTo>
                <a:lnTo>
                  <a:pt x="251460" y="0"/>
                </a:lnTo>
                <a:lnTo>
                  <a:pt x="275208" y="16763"/>
                </a:lnTo>
                <a:close/>
              </a:path>
              <a:path w="297179" h="344804">
                <a:moveTo>
                  <a:pt x="56388" y="207263"/>
                </a:moveTo>
                <a:lnTo>
                  <a:pt x="57507" y="183570"/>
                </a:lnTo>
                <a:lnTo>
                  <a:pt x="58483" y="158305"/>
                </a:lnTo>
                <a:lnTo>
                  <a:pt x="59174" y="131611"/>
                </a:lnTo>
                <a:lnTo>
                  <a:pt x="59436" y="103631"/>
                </a:lnTo>
                <a:lnTo>
                  <a:pt x="59197" y="75033"/>
                </a:lnTo>
                <a:lnTo>
                  <a:pt x="58674" y="48577"/>
                </a:lnTo>
                <a:lnTo>
                  <a:pt x="58188" y="25907"/>
                </a:lnTo>
                <a:lnTo>
                  <a:pt x="57912" y="1524"/>
                </a:lnTo>
                <a:lnTo>
                  <a:pt x="82296" y="16763"/>
                </a:lnTo>
                <a:lnTo>
                  <a:pt x="275208" y="16763"/>
                </a:lnTo>
                <a:lnTo>
                  <a:pt x="277368" y="18288"/>
                </a:lnTo>
                <a:lnTo>
                  <a:pt x="269748" y="25907"/>
                </a:lnTo>
                <a:lnTo>
                  <a:pt x="80772" y="25907"/>
                </a:lnTo>
                <a:lnTo>
                  <a:pt x="80772" y="166115"/>
                </a:lnTo>
                <a:lnTo>
                  <a:pt x="265516" y="166115"/>
                </a:lnTo>
                <a:lnTo>
                  <a:pt x="265817" y="175259"/>
                </a:lnTo>
                <a:lnTo>
                  <a:pt x="80772" y="175259"/>
                </a:lnTo>
                <a:lnTo>
                  <a:pt x="80772" y="198119"/>
                </a:lnTo>
                <a:lnTo>
                  <a:pt x="56388" y="207263"/>
                </a:lnTo>
                <a:close/>
              </a:path>
              <a:path w="297179" h="344804">
                <a:moveTo>
                  <a:pt x="265516" y="166115"/>
                </a:moveTo>
                <a:lnTo>
                  <a:pt x="243840" y="166115"/>
                </a:lnTo>
                <a:lnTo>
                  <a:pt x="243840" y="25907"/>
                </a:lnTo>
                <a:lnTo>
                  <a:pt x="269748" y="25907"/>
                </a:lnTo>
                <a:lnTo>
                  <a:pt x="265176" y="30479"/>
                </a:lnTo>
                <a:lnTo>
                  <a:pt x="265199" y="148923"/>
                </a:lnTo>
                <a:lnTo>
                  <a:pt x="265366" y="161543"/>
                </a:lnTo>
                <a:lnTo>
                  <a:pt x="265516" y="166115"/>
                </a:lnTo>
                <a:close/>
              </a:path>
              <a:path w="297179" h="344804">
                <a:moveTo>
                  <a:pt x="243840" y="199643"/>
                </a:moveTo>
                <a:lnTo>
                  <a:pt x="243840" y="175259"/>
                </a:lnTo>
                <a:lnTo>
                  <a:pt x="265817" y="175259"/>
                </a:lnTo>
                <a:lnTo>
                  <a:pt x="266700" y="190499"/>
                </a:lnTo>
                <a:lnTo>
                  <a:pt x="243840" y="199643"/>
                </a:lnTo>
                <a:close/>
              </a:path>
              <a:path w="297179" h="344804">
                <a:moveTo>
                  <a:pt x="4572" y="344424"/>
                </a:moveTo>
                <a:lnTo>
                  <a:pt x="0" y="339852"/>
                </a:lnTo>
                <a:lnTo>
                  <a:pt x="20835" y="321540"/>
                </a:lnTo>
                <a:lnTo>
                  <a:pt x="39814" y="303085"/>
                </a:lnTo>
                <a:lnTo>
                  <a:pt x="71628" y="265175"/>
                </a:lnTo>
                <a:lnTo>
                  <a:pt x="95631" y="229933"/>
                </a:lnTo>
                <a:lnTo>
                  <a:pt x="112776" y="198119"/>
                </a:lnTo>
                <a:lnTo>
                  <a:pt x="144780" y="222503"/>
                </a:lnTo>
                <a:lnTo>
                  <a:pt x="129540" y="228599"/>
                </a:lnTo>
                <a:lnTo>
                  <a:pt x="92654" y="270057"/>
                </a:lnTo>
                <a:lnTo>
                  <a:pt x="59626" y="303085"/>
                </a:lnTo>
                <a:lnTo>
                  <a:pt x="30313" y="327826"/>
                </a:lnTo>
                <a:lnTo>
                  <a:pt x="4572" y="344424"/>
                </a:lnTo>
                <a:close/>
              </a:path>
              <a:path w="297179" h="344804">
                <a:moveTo>
                  <a:pt x="286512" y="336804"/>
                </a:moveTo>
                <a:lnTo>
                  <a:pt x="281940" y="336804"/>
                </a:lnTo>
                <a:lnTo>
                  <a:pt x="278892" y="332232"/>
                </a:lnTo>
                <a:lnTo>
                  <a:pt x="275844" y="324612"/>
                </a:lnTo>
                <a:lnTo>
                  <a:pt x="269795" y="312872"/>
                </a:lnTo>
                <a:lnTo>
                  <a:pt x="245364" y="272795"/>
                </a:lnTo>
                <a:lnTo>
                  <a:pt x="221361" y="241744"/>
                </a:lnTo>
                <a:lnTo>
                  <a:pt x="190500" y="207263"/>
                </a:lnTo>
                <a:lnTo>
                  <a:pt x="193548" y="202691"/>
                </a:lnTo>
                <a:lnTo>
                  <a:pt x="233553" y="229933"/>
                </a:lnTo>
                <a:lnTo>
                  <a:pt x="266700" y="256031"/>
                </a:lnTo>
                <a:lnTo>
                  <a:pt x="295203" y="293965"/>
                </a:lnTo>
                <a:lnTo>
                  <a:pt x="297180" y="304799"/>
                </a:lnTo>
                <a:lnTo>
                  <a:pt x="297180" y="309371"/>
                </a:lnTo>
                <a:lnTo>
                  <a:pt x="295656" y="316991"/>
                </a:lnTo>
                <a:lnTo>
                  <a:pt x="289559" y="332232"/>
                </a:lnTo>
                <a:lnTo>
                  <a:pt x="286512" y="336804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78" name="object 78"/>
          <p:cNvGrpSpPr/>
          <p:nvPr/>
        </p:nvGrpSpPr>
        <p:grpSpPr>
          <a:xfrm>
            <a:off x="4411979" y="4882896"/>
            <a:ext cx="1286510" cy="401320"/>
            <a:chOff x="4411979" y="4882896"/>
            <a:chExt cx="1286510" cy="401320"/>
          </a:xfrm>
        </p:grpSpPr>
        <p:sp>
          <p:nvSpPr>
            <p:cNvPr id="79" name="object 79"/>
            <p:cNvSpPr/>
            <p:nvPr/>
          </p:nvSpPr>
          <p:spPr>
            <a:xfrm>
              <a:off x="4411967" y="4882908"/>
              <a:ext cx="1135380" cy="360045"/>
            </a:xfrm>
            <a:custGeom>
              <a:avLst/>
              <a:gdLst/>
              <a:ahLst/>
              <a:cxnLst/>
              <a:rect l="l" t="t" r="r" b="b"/>
              <a:pathLst>
                <a:path w="1135379" h="360045">
                  <a:moveTo>
                    <a:pt x="358140" y="170675"/>
                  </a:moveTo>
                  <a:lnTo>
                    <a:pt x="324612" y="137147"/>
                  </a:lnTo>
                  <a:lnTo>
                    <a:pt x="300240" y="161531"/>
                  </a:lnTo>
                  <a:lnTo>
                    <a:pt x="251460" y="161531"/>
                  </a:lnTo>
                  <a:lnTo>
                    <a:pt x="251460" y="45707"/>
                  </a:lnTo>
                  <a:lnTo>
                    <a:pt x="338340" y="45707"/>
                  </a:lnTo>
                  <a:lnTo>
                    <a:pt x="306324" y="13703"/>
                  </a:lnTo>
                  <a:lnTo>
                    <a:pt x="283464" y="36563"/>
                  </a:lnTo>
                  <a:lnTo>
                    <a:pt x="228600" y="36563"/>
                  </a:lnTo>
                  <a:lnTo>
                    <a:pt x="228600" y="45707"/>
                  </a:lnTo>
                  <a:lnTo>
                    <a:pt x="228600" y="161531"/>
                  </a:lnTo>
                  <a:lnTo>
                    <a:pt x="134112" y="161531"/>
                  </a:lnTo>
                  <a:lnTo>
                    <a:pt x="134112" y="45707"/>
                  </a:lnTo>
                  <a:lnTo>
                    <a:pt x="228600" y="45707"/>
                  </a:lnTo>
                  <a:lnTo>
                    <a:pt x="228600" y="36563"/>
                  </a:lnTo>
                  <a:lnTo>
                    <a:pt x="22860" y="36563"/>
                  </a:lnTo>
                  <a:lnTo>
                    <a:pt x="36576" y="50279"/>
                  </a:lnTo>
                  <a:lnTo>
                    <a:pt x="44869" y="48285"/>
                  </a:lnTo>
                  <a:lnTo>
                    <a:pt x="53721" y="46850"/>
                  </a:lnTo>
                  <a:lnTo>
                    <a:pt x="63157" y="45999"/>
                  </a:lnTo>
                  <a:lnTo>
                    <a:pt x="73152" y="45707"/>
                  </a:lnTo>
                  <a:lnTo>
                    <a:pt x="111252" y="45707"/>
                  </a:lnTo>
                  <a:lnTo>
                    <a:pt x="111252" y="161531"/>
                  </a:lnTo>
                  <a:lnTo>
                    <a:pt x="0" y="161531"/>
                  </a:lnTo>
                  <a:lnTo>
                    <a:pt x="15240" y="175247"/>
                  </a:lnTo>
                  <a:lnTo>
                    <a:pt x="23533" y="173253"/>
                  </a:lnTo>
                  <a:lnTo>
                    <a:pt x="32385" y="171818"/>
                  </a:lnTo>
                  <a:lnTo>
                    <a:pt x="41821" y="170967"/>
                  </a:lnTo>
                  <a:lnTo>
                    <a:pt x="51816" y="170675"/>
                  </a:lnTo>
                  <a:lnTo>
                    <a:pt x="111252" y="170675"/>
                  </a:lnTo>
                  <a:lnTo>
                    <a:pt x="103251" y="232397"/>
                  </a:lnTo>
                  <a:lnTo>
                    <a:pt x="83820" y="280403"/>
                  </a:lnTo>
                  <a:lnTo>
                    <a:pt x="51244" y="319265"/>
                  </a:lnTo>
                  <a:lnTo>
                    <a:pt x="6096" y="353555"/>
                  </a:lnTo>
                  <a:lnTo>
                    <a:pt x="12192" y="358127"/>
                  </a:lnTo>
                  <a:lnTo>
                    <a:pt x="67818" y="320789"/>
                  </a:lnTo>
                  <a:lnTo>
                    <a:pt x="105156" y="278879"/>
                  </a:lnTo>
                  <a:lnTo>
                    <a:pt x="125920" y="229920"/>
                  </a:lnTo>
                  <a:lnTo>
                    <a:pt x="134112" y="170675"/>
                  </a:lnTo>
                  <a:lnTo>
                    <a:pt x="228600" y="170675"/>
                  </a:lnTo>
                  <a:lnTo>
                    <a:pt x="228498" y="304152"/>
                  </a:lnTo>
                  <a:lnTo>
                    <a:pt x="228409" y="312788"/>
                  </a:lnTo>
                  <a:lnTo>
                    <a:pt x="227965" y="333082"/>
                  </a:lnTo>
                  <a:lnTo>
                    <a:pt x="227076" y="355079"/>
                  </a:lnTo>
                  <a:lnTo>
                    <a:pt x="252984" y="345935"/>
                  </a:lnTo>
                  <a:lnTo>
                    <a:pt x="252107" y="332206"/>
                  </a:lnTo>
                  <a:lnTo>
                    <a:pt x="251688" y="319265"/>
                  </a:lnTo>
                  <a:lnTo>
                    <a:pt x="251587" y="312788"/>
                  </a:lnTo>
                  <a:lnTo>
                    <a:pt x="251460" y="170675"/>
                  </a:lnTo>
                  <a:lnTo>
                    <a:pt x="358140" y="170675"/>
                  </a:lnTo>
                  <a:close/>
                </a:path>
                <a:path w="1135379" h="360045">
                  <a:moveTo>
                    <a:pt x="745236" y="169151"/>
                  </a:moveTo>
                  <a:lnTo>
                    <a:pt x="711708" y="135623"/>
                  </a:lnTo>
                  <a:lnTo>
                    <a:pt x="681228" y="160007"/>
                  </a:lnTo>
                  <a:lnTo>
                    <a:pt x="397764" y="160007"/>
                  </a:lnTo>
                  <a:lnTo>
                    <a:pt x="411480" y="173723"/>
                  </a:lnTo>
                  <a:lnTo>
                    <a:pt x="420052" y="171729"/>
                  </a:lnTo>
                  <a:lnTo>
                    <a:pt x="429768" y="170294"/>
                  </a:lnTo>
                  <a:lnTo>
                    <a:pt x="440626" y="169443"/>
                  </a:lnTo>
                  <a:lnTo>
                    <a:pt x="452628" y="169151"/>
                  </a:lnTo>
                  <a:lnTo>
                    <a:pt x="745236" y="169151"/>
                  </a:lnTo>
                  <a:close/>
                </a:path>
                <a:path w="1135379" h="360045">
                  <a:moveTo>
                    <a:pt x="981456" y="28956"/>
                  </a:moveTo>
                  <a:lnTo>
                    <a:pt x="946835" y="4572"/>
                  </a:lnTo>
                  <a:lnTo>
                    <a:pt x="931164" y="0"/>
                  </a:lnTo>
                  <a:lnTo>
                    <a:pt x="928116" y="3048"/>
                  </a:lnTo>
                  <a:lnTo>
                    <a:pt x="939546" y="13944"/>
                  </a:lnTo>
                  <a:lnTo>
                    <a:pt x="948690" y="24003"/>
                  </a:lnTo>
                  <a:lnTo>
                    <a:pt x="955548" y="33477"/>
                  </a:lnTo>
                  <a:lnTo>
                    <a:pt x="960120" y="42672"/>
                  </a:lnTo>
                  <a:lnTo>
                    <a:pt x="961644" y="51816"/>
                  </a:lnTo>
                  <a:lnTo>
                    <a:pt x="964692" y="54864"/>
                  </a:lnTo>
                  <a:lnTo>
                    <a:pt x="969264" y="54864"/>
                  </a:lnTo>
                  <a:lnTo>
                    <a:pt x="972312" y="53340"/>
                  </a:lnTo>
                  <a:lnTo>
                    <a:pt x="975360" y="47244"/>
                  </a:lnTo>
                  <a:lnTo>
                    <a:pt x="979932" y="41148"/>
                  </a:lnTo>
                  <a:lnTo>
                    <a:pt x="981456" y="36576"/>
                  </a:lnTo>
                  <a:lnTo>
                    <a:pt x="981456" y="28956"/>
                  </a:lnTo>
                  <a:close/>
                </a:path>
                <a:path w="1135379" h="360045">
                  <a:moveTo>
                    <a:pt x="1133856" y="67056"/>
                  </a:moveTo>
                  <a:lnTo>
                    <a:pt x="1132332" y="65532"/>
                  </a:lnTo>
                  <a:lnTo>
                    <a:pt x="1123188" y="56388"/>
                  </a:lnTo>
                  <a:lnTo>
                    <a:pt x="1106424" y="39624"/>
                  </a:lnTo>
                  <a:lnTo>
                    <a:pt x="1091184" y="56388"/>
                  </a:lnTo>
                  <a:lnTo>
                    <a:pt x="841248" y="56388"/>
                  </a:lnTo>
                  <a:lnTo>
                    <a:pt x="841248" y="38100"/>
                  </a:lnTo>
                  <a:lnTo>
                    <a:pt x="833628" y="38100"/>
                  </a:lnTo>
                  <a:lnTo>
                    <a:pt x="820343" y="75171"/>
                  </a:lnTo>
                  <a:lnTo>
                    <a:pt x="806196" y="88392"/>
                  </a:lnTo>
                  <a:lnTo>
                    <a:pt x="803148" y="92964"/>
                  </a:lnTo>
                  <a:lnTo>
                    <a:pt x="803148" y="97536"/>
                  </a:lnTo>
                  <a:lnTo>
                    <a:pt x="804672" y="99060"/>
                  </a:lnTo>
                  <a:lnTo>
                    <a:pt x="807720" y="100584"/>
                  </a:lnTo>
                  <a:lnTo>
                    <a:pt x="810768" y="103632"/>
                  </a:lnTo>
                  <a:lnTo>
                    <a:pt x="821436" y="103632"/>
                  </a:lnTo>
                  <a:lnTo>
                    <a:pt x="827532" y="102108"/>
                  </a:lnTo>
                  <a:lnTo>
                    <a:pt x="841248" y="65532"/>
                  </a:lnTo>
                  <a:lnTo>
                    <a:pt x="1094232" y="65532"/>
                  </a:lnTo>
                  <a:lnTo>
                    <a:pt x="1077468" y="99060"/>
                  </a:lnTo>
                  <a:lnTo>
                    <a:pt x="1082040" y="102108"/>
                  </a:lnTo>
                  <a:lnTo>
                    <a:pt x="1097216" y="86982"/>
                  </a:lnTo>
                  <a:lnTo>
                    <a:pt x="1110805" y="76009"/>
                  </a:lnTo>
                  <a:lnTo>
                    <a:pt x="1122984" y="69316"/>
                  </a:lnTo>
                  <a:lnTo>
                    <a:pt x="1133856" y="67056"/>
                  </a:lnTo>
                  <a:close/>
                </a:path>
                <a:path w="1135379" h="360045">
                  <a:moveTo>
                    <a:pt x="1135380" y="295656"/>
                  </a:moveTo>
                  <a:lnTo>
                    <a:pt x="1095756" y="283273"/>
                  </a:lnTo>
                  <a:lnTo>
                    <a:pt x="1052398" y="246329"/>
                  </a:lnTo>
                  <a:lnTo>
                    <a:pt x="1031201" y="208089"/>
                  </a:lnTo>
                  <a:lnTo>
                    <a:pt x="1024267" y="188976"/>
                  </a:lnTo>
                  <a:lnTo>
                    <a:pt x="1022604" y="184404"/>
                  </a:lnTo>
                  <a:lnTo>
                    <a:pt x="1034897" y="178943"/>
                  </a:lnTo>
                  <a:lnTo>
                    <a:pt x="1057757" y="169176"/>
                  </a:lnTo>
                  <a:lnTo>
                    <a:pt x="1068324" y="164592"/>
                  </a:lnTo>
                  <a:lnTo>
                    <a:pt x="1085088" y="163068"/>
                  </a:lnTo>
                  <a:lnTo>
                    <a:pt x="1060704" y="137160"/>
                  </a:lnTo>
                  <a:lnTo>
                    <a:pt x="1054976" y="143751"/>
                  </a:lnTo>
                  <a:lnTo>
                    <a:pt x="1049083" y="149923"/>
                  </a:lnTo>
                  <a:lnTo>
                    <a:pt x="1042924" y="155803"/>
                  </a:lnTo>
                  <a:lnTo>
                    <a:pt x="1036320" y="161544"/>
                  </a:lnTo>
                  <a:lnTo>
                    <a:pt x="1028065" y="167208"/>
                  </a:lnTo>
                  <a:lnTo>
                    <a:pt x="1003541" y="184251"/>
                  </a:lnTo>
                  <a:lnTo>
                    <a:pt x="987552" y="195072"/>
                  </a:lnTo>
                  <a:lnTo>
                    <a:pt x="982675" y="187083"/>
                  </a:lnTo>
                  <a:lnTo>
                    <a:pt x="980757" y="184404"/>
                  </a:lnTo>
                  <a:lnTo>
                    <a:pt x="977074" y="179260"/>
                  </a:lnTo>
                  <a:lnTo>
                    <a:pt x="970622" y="171704"/>
                  </a:lnTo>
                  <a:lnTo>
                    <a:pt x="963168" y="164592"/>
                  </a:lnTo>
                  <a:lnTo>
                    <a:pt x="955725" y="157162"/>
                  </a:lnTo>
                  <a:lnTo>
                    <a:pt x="949261" y="150876"/>
                  </a:lnTo>
                  <a:lnTo>
                    <a:pt x="945946" y="147828"/>
                  </a:lnTo>
                  <a:lnTo>
                    <a:pt x="943673" y="145732"/>
                  </a:lnTo>
                  <a:lnTo>
                    <a:pt x="963168" y="118872"/>
                  </a:lnTo>
                  <a:lnTo>
                    <a:pt x="1074420" y="118872"/>
                  </a:lnTo>
                  <a:lnTo>
                    <a:pt x="1048512" y="89916"/>
                  </a:lnTo>
                  <a:lnTo>
                    <a:pt x="1030224" y="108204"/>
                  </a:lnTo>
                  <a:lnTo>
                    <a:pt x="845820" y="108204"/>
                  </a:lnTo>
                  <a:lnTo>
                    <a:pt x="858012" y="121920"/>
                  </a:lnTo>
                  <a:lnTo>
                    <a:pt x="870204" y="118872"/>
                  </a:lnTo>
                  <a:lnTo>
                    <a:pt x="934212" y="118872"/>
                  </a:lnTo>
                  <a:lnTo>
                    <a:pt x="899071" y="151866"/>
                  </a:lnTo>
                  <a:lnTo>
                    <a:pt x="866521" y="174231"/>
                  </a:lnTo>
                  <a:lnTo>
                    <a:pt x="823709" y="195427"/>
                  </a:lnTo>
                  <a:lnTo>
                    <a:pt x="798576" y="205740"/>
                  </a:lnTo>
                  <a:lnTo>
                    <a:pt x="800100" y="211836"/>
                  </a:lnTo>
                  <a:lnTo>
                    <a:pt x="842581" y="197167"/>
                  </a:lnTo>
                  <a:lnTo>
                    <a:pt x="879348" y="181356"/>
                  </a:lnTo>
                  <a:lnTo>
                    <a:pt x="921575" y="155841"/>
                  </a:lnTo>
                  <a:lnTo>
                    <a:pt x="932688" y="147828"/>
                  </a:lnTo>
                  <a:lnTo>
                    <a:pt x="937260" y="152438"/>
                  </a:lnTo>
                  <a:lnTo>
                    <a:pt x="941832" y="157353"/>
                  </a:lnTo>
                  <a:lnTo>
                    <a:pt x="946404" y="162826"/>
                  </a:lnTo>
                  <a:lnTo>
                    <a:pt x="950976" y="169164"/>
                  </a:lnTo>
                  <a:lnTo>
                    <a:pt x="939507" y="181991"/>
                  </a:lnTo>
                  <a:lnTo>
                    <a:pt x="908545" y="208800"/>
                  </a:lnTo>
                  <a:lnTo>
                    <a:pt x="867397" y="236524"/>
                  </a:lnTo>
                  <a:lnTo>
                    <a:pt x="822921" y="260007"/>
                  </a:lnTo>
                  <a:lnTo>
                    <a:pt x="800100" y="269748"/>
                  </a:lnTo>
                  <a:lnTo>
                    <a:pt x="801624" y="275844"/>
                  </a:lnTo>
                  <a:lnTo>
                    <a:pt x="863155" y="252031"/>
                  </a:lnTo>
                  <a:lnTo>
                    <a:pt x="909828" y="227076"/>
                  </a:lnTo>
                  <a:lnTo>
                    <a:pt x="942022" y="202882"/>
                  </a:lnTo>
                  <a:lnTo>
                    <a:pt x="961644" y="184404"/>
                  </a:lnTo>
                  <a:lnTo>
                    <a:pt x="965911" y="190423"/>
                  </a:lnTo>
                  <a:lnTo>
                    <a:pt x="969441" y="197116"/>
                  </a:lnTo>
                  <a:lnTo>
                    <a:pt x="972134" y="204711"/>
                  </a:lnTo>
                  <a:lnTo>
                    <a:pt x="973836" y="213360"/>
                  </a:lnTo>
                  <a:lnTo>
                    <a:pt x="955865" y="233337"/>
                  </a:lnTo>
                  <a:lnTo>
                    <a:pt x="915339" y="269290"/>
                  </a:lnTo>
                  <a:lnTo>
                    <a:pt x="869975" y="299504"/>
                  </a:lnTo>
                  <a:lnTo>
                    <a:pt x="816343" y="325704"/>
                  </a:lnTo>
                  <a:lnTo>
                    <a:pt x="786384" y="336804"/>
                  </a:lnTo>
                  <a:lnTo>
                    <a:pt x="787908" y="342900"/>
                  </a:lnTo>
                  <a:lnTo>
                    <a:pt x="855345" y="319849"/>
                  </a:lnTo>
                  <a:lnTo>
                    <a:pt x="911352" y="291084"/>
                  </a:lnTo>
                  <a:lnTo>
                    <a:pt x="954786" y="261366"/>
                  </a:lnTo>
                  <a:lnTo>
                    <a:pt x="979932" y="236220"/>
                  </a:lnTo>
                  <a:lnTo>
                    <a:pt x="981913" y="252476"/>
                  </a:lnTo>
                  <a:lnTo>
                    <a:pt x="983157" y="266700"/>
                  </a:lnTo>
                  <a:lnTo>
                    <a:pt x="983462" y="275844"/>
                  </a:lnTo>
                  <a:lnTo>
                    <a:pt x="983348" y="283273"/>
                  </a:lnTo>
                  <a:lnTo>
                    <a:pt x="975360" y="316992"/>
                  </a:lnTo>
                  <a:lnTo>
                    <a:pt x="972312" y="323088"/>
                  </a:lnTo>
                  <a:lnTo>
                    <a:pt x="966216" y="326136"/>
                  </a:lnTo>
                  <a:lnTo>
                    <a:pt x="958596" y="326136"/>
                  </a:lnTo>
                  <a:lnTo>
                    <a:pt x="950963" y="326466"/>
                  </a:lnTo>
                  <a:lnTo>
                    <a:pt x="939736" y="325374"/>
                  </a:lnTo>
                  <a:lnTo>
                    <a:pt x="925385" y="323126"/>
                  </a:lnTo>
                  <a:lnTo>
                    <a:pt x="908304" y="320040"/>
                  </a:lnTo>
                  <a:lnTo>
                    <a:pt x="908304" y="326136"/>
                  </a:lnTo>
                  <a:lnTo>
                    <a:pt x="927481" y="333298"/>
                  </a:lnTo>
                  <a:lnTo>
                    <a:pt x="941641" y="341185"/>
                  </a:lnTo>
                  <a:lnTo>
                    <a:pt x="950963" y="349923"/>
                  </a:lnTo>
                  <a:lnTo>
                    <a:pt x="955548" y="359664"/>
                  </a:lnTo>
                  <a:lnTo>
                    <a:pt x="969251" y="353631"/>
                  </a:lnTo>
                  <a:lnTo>
                    <a:pt x="980503" y="346900"/>
                  </a:lnTo>
                  <a:lnTo>
                    <a:pt x="989203" y="339293"/>
                  </a:lnTo>
                  <a:lnTo>
                    <a:pt x="995172" y="330708"/>
                  </a:lnTo>
                  <a:lnTo>
                    <a:pt x="997305" y="326466"/>
                  </a:lnTo>
                  <a:lnTo>
                    <a:pt x="1000061" y="320992"/>
                  </a:lnTo>
                  <a:lnTo>
                    <a:pt x="1003363" y="310134"/>
                  </a:lnTo>
                  <a:lnTo>
                    <a:pt x="1005255" y="298132"/>
                  </a:lnTo>
                  <a:lnTo>
                    <a:pt x="1005840" y="284988"/>
                  </a:lnTo>
                  <a:lnTo>
                    <a:pt x="1005560" y="271602"/>
                  </a:lnTo>
                  <a:lnTo>
                    <a:pt x="998969" y="227736"/>
                  </a:lnTo>
                  <a:lnTo>
                    <a:pt x="990600" y="201168"/>
                  </a:lnTo>
                  <a:lnTo>
                    <a:pt x="997127" y="197167"/>
                  </a:lnTo>
                  <a:lnTo>
                    <a:pt x="1001166" y="195072"/>
                  </a:lnTo>
                  <a:lnTo>
                    <a:pt x="1003363" y="193929"/>
                  </a:lnTo>
                  <a:lnTo>
                    <a:pt x="1009256" y="191300"/>
                  </a:lnTo>
                  <a:lnTo>
                    <a:pt x="1014984" y="188976"/>
                  </a:lnTo>
                  <a:lnTo>
                    <a:pt x="1021041" y="210972"/>
                  </a:lnTo>
                  <a:lnTo>
                    <a:pt x="1027938" y="231267"/>
                  </a:lnTo>
                  <a:lnTo>
                    <a:pt x="1045464" y="266700"/>
                  </a:lnTo>
                  <a:lnTo>
                    <a:pt x="1086612" y="307416"/>
                  </a:lnTo>
                  <a:lnTo>
                    <a:pt x="1104900" y="318516"/>
                  </a:lnTo>
                  <a:lnTo>
                    <a:pt x="1110310" y="311365"/>
                  </a:lnTo>
                  <a:lnTo>
                    <a:pt x="1117282" y="305943"/>
                  </a:lnTo>
                  <a:lnTo>
                    <a:pt x="1125689" y="302221"/>
                  </a:lnTo>
                  <a:lnTo>
                    <a:pt x="1135380" y="300228"/>
                  </a:lnTo>
                  <a:lnTo>
                    <a:pt x="1135380" y="295656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0" name="object 80"/>
            <p:cNvSpPr/>
            <p:nvPr/>
          </p:nvSpPr>
          <p:spPr>
            <a:xfrm>
              <a:off x="5583935" y="4907279"/>
              <a:ext cx="114300" cy="376555"/>
            </a:xfrm>
            <a:custGeom>
              <a:avLst/>
              <a:gdLst/>
              <a:ahLst/>
              <a:cxnLst/>
              <a:rect l="l" t="t" r="r" b="b"/>
              <a:pathLst>
                <a:path w="114300" h="376554">
                  <a:moveTo>
                    <a:pt x="42672" y="376427"/>
                  </a:moveTo>
                  <a:lnTo>
                    <a:pt x="0" y="376427"/>
                  </a:lnTo>
                  <a:lnTo>
                    <a:pt x="0" y="373379"/>
                  </a:lnTo>
                  <a:lnTo>
                    <a:pt x="7096" y="367093"/>
                  </a:lnTo>
                  <a:lnTo>
                    <a:pt x="14477" y="359663"/>
                  </a:lnTo>
                  <a:lnTo>
                    <a:pt x="21859" y="351091"/>
                  </a:lnTo>
                  <a:lnTo>
                    <a:pt x="28955" y="341375"/>
                  </a:lnTo>
                  <a:lnTo>
                    <a:pt x="36433" y="331708"/>
                  </a:lnTo>
                  <a:lnTo>
                    <a:pt x="60317" y="286750"/>
                  </a:lnTo>
                  <a:lnTo>
                    <a:pt x="74676" y="246887"/>
                  </a:lnTo>
                  <a:lnTo>
                    <a:pt x="80462" y="203168"/>
                  </a:lnTo>
                  <a:lnTo>
                    <a:pt x="80772" y="187451"/>
                  </a:lnTo>
                  <a:lnTo>
                    <a:pt x="80438" y="171735"/>
                  </a:lnTo>
                  <a:lnTo>
                    <a:pt x="69437" y="114561"/>
                  </a:lnTo>
                  <a:lnTo>
                    <a:pt x="54864" y="76199"/>
                  </a:lnTo>
                  <a:lnTo>
                    <a:pt x="35790" y="43195"/>
                  </a:lnTo>
                  <a:lnTo>
                    <a:pt x="7096" y="8667"/>
                  </a:lnTo>
                  <a:lnTo>
                    <a:pt x="0" y="1523"/>
                  </a:lnTo>
                  <a:lnTo>
                    <a:pt x="0" y="0"/>
                  </a:lnTo>
                  <a:lnTo>
                    <a:pt x="42672" y="0"/>
                  </a:lnTo>
                  <a:lnTo>
                    <a:pt x="58721" y="19740"/>
                  </a:lnTo>
                  <a:lnTo>
                    <a:pt x="85105" y="61507"/>
                  </a:lnTo>
                  <a:lnTo>
                    <a:pt x="104013" y="106656"/>
                  </a:lnTo>
                  <a:lnTo>
                    <a:pt x="113157" y="158615"/>
                  </a:lnTo>
                  <a:lnTo>
                    <a:pt x="114300" y="187451"/>
                  </a:lnTo>
                  <a:lnTo>
                    <a:pt x="113157" y="216288"/>
                  </a:lnTo>
                  <a:lnTo>
                    <a:pt x="104013" y="268247"/>
                  </a:lnTo>
                  <a:lnTo>
                    <a:pt x="85748" y="313420"/>
                  </a:lnTo>
                  <a:lnTo>
                    <a:pt x="58935" y="355806"/>
                  </a:lnTo>
                  <a:lnTo>
                    <a:pt x="42672" y="37642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81" name="object 81"/>
          <p:cNvSpPr/>
          <p:nvPr/>
        </p:nvSpPr>
        <p:spPr>
          <a:xfrm>
            <a:off x="5766816" y="5113020"/>
            <a:ext cx="60960" cy="106680"/>
          </a:xfrm>
          <a:custGeom>
            <a:avLst/>
            <a:gdLst/>
            <a:ahLst/>
            <a:cxnLst/>
            <a:rect l="l" t="t" r="r" b="b"/>
            <a:pathLst>
              <a:path w="60960" h="106679">
                <a:moveTo>
                  <a:pt x="4572" y="106679"/>
                </a:moveTo>
                <a:lnTo>
                  <a:pt x="0" y="106679"/>
                </a:lnTo>
                <a:lnTo>
                  <a:pt x="0" y="103631"/>
                </a:lnTo>
                <a:lnTo>
                  <a:pt x="1524" y="102107"/>
                </a:lnTo>
                <a:lnTo>
                  <a:pt x="4572" y="100583"/>
                </a:lnTo>
                <a:lnTo>
                  <a:pt x="9144" y="96869"/>
                </a:lnTo>
                <a:lnTo>
                  <a:pt x="33789" y="61293"/>
                </a:lnTo>
                <a:lnTo>
                  <a:pt x="36576" y="51815"/>
                </a:lnTo>
                <a:lnTo>
                  <a:pt x="27432" y="51815"/>
                </a:lnTo>
                <a:lnTo>
                  <a:pt x="21336" y="50291"/>
                </a:lnTo>
                <a:lnTo>
                  <a:pt x="16764" y="47243"/>
                </a:lnTo>
                <a:lnTo>
                  <a:pt x="13716" y="44195"/>
                </a:lnTo>
                <a:lnTo>
                  <a:pt x="10668" y="39623"/>
                </a:lnTo>
                <a:lnTo>
                  <a:pt x="7620" y="30479"/>
                </a:lnTo>
                <a:lnTo>
                  <a:pt x="7620" y="19811"/>
                </a:lnTo>
                <a:lnTo>
                  <a:pt x="9144" y="15239"/>
                </a:lnTo>
                <a:lnTo>
                  <a:pt x="12192" y="10667"/>
                </a:lnTo>
                <a:lnTo>
                  <a:pt x="24384" y="1523"/>
                </a:lnTo>
                <a:lnTo>
                  <a:pt x="32004" y="0"/>
                </a:lnTo>
                <a:lnTo>
                  <a:pt x="41148" y="3047"/>
                </a:lnTo>
                <a:lnTo>
                  <a:pt x="50292" y="4571"/>
                </a:lnTo>
                <a:lnTo>
                  <a:pt x="56388" y="9143"/>
                </a:lnTo>
                <a:lnTo>
                  <a:pt x="57912" y="13715"/>
                </a:lnTo>
                <a:lnTo>
                  <a:pt x="60960" y="19811"/>
                </a:lnTo>
                <a:lnTo>
                  <a:pt x="60960" y="36575"/>
                </a:lnTo>
                <a:lnTo>
                  <a:pt x="59436" y="44195"/>
                </a:lnTo>
                <a:lnTo>
                  <a:pt x="36576" y="85343"/>
                </a:lnTo>
                <a:lnTo>
                  <a:pt x="10668" y="105155"/>
                </a:lnTo>
                <a:lnTo>
                  <a:pt x="4572" y="10667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2" name="object 82"/>
          <p:cNvSpPr/>
          <p:nvPr/>
        </p:nvSpPr>
        <p:spPr>
          <a:xfrm>
            <a:off x="6128004" y="4882908"/>
            <a:ext cx="1522730" cy="360045"/>
          </a:xfrm>
          <a:custGeom>
            <a:avLst/>
            <a:gdLst/>
            <a:ahLst/>
            <a:cxnLst/>
            <a:rect l="l" t="t" r="r" b="b"/>
            <a:pathLst>
              <a:path w="1522729" h="360045">
                <a:moveTo>
                  <a:pt x="345948" y="39611"/>
                </a:moveTo>
                <a:lnTo>
                  <a:pt x="315468" y="7607"/>
                </a:lnTo>
                <a:lnTo>
                  <a:pt x="291084" y="30467"/>
                </a:lnTo>
                <a:lnTo>
                  <a:pt x="208788" y="30467"/>
                </a:lnTo>
                <a:lnTo>
                  <a:pt x="208788" y="39611"/>
                </a:lnTo>
                <a:lnTo>
                  <a:pt x="208788" y="85331"/>
                </a:lnTo>
                <a:lnTo>
                  <a:pt x="208788" y="94475"/>
                </a:lnTo>
                <a:lnTo>
                  <a:pt x="208788" y="152387"/>
                </a:lnTo>
                <a:lnTo>
                  <a:pt x="147828" y="152387"/>
                </a:lnTo>
                <a:lnTo>
                  <a:pt x="147828" y="94475"/>
                </a:lnTo>
                <a:lnTo>
                  <a:pt x="208788" y="94475"/>
                </a:lnTo>
                <a:lnTo>
                  <a:pt x="208788" y="85331"/>
                </a:lnTo>
                <a:lnTo>
                  <a:pt x="147828" y="85331"/>
                </a:lnTo>
                <a:lnTo>
                  <a:pt x="147828" y="39611"/>
                </a:lnTo>
                <a:lnTo>
                  <a:pt x="208788" y="39611"/>
                </a:lnTo>
                <a:lnTo>
                  <a:pt x="208788" y="30467"/>
                </a:lnTo>
                <a:lnTo>
                  <a:pt x="15240" y="30467"/>
                </a:lnTo>
                <a:lnTo>
                  <a:pt x="28956" y="44183"/>
                </a:lnTo>
                <a:lnTo>
                  <a:pt x="37807" y="42189"/>
                </a:lnTo>
                <a:lnTo>
                  <a:pt x="46101" y="40754"/>
                </a:lnTo>
                <a:lnTo>
                  <a:pt x="53809" y="39903"/>
                </a:lnTo>
                <a:lnTo>
                  <a:pt x="60960" y="39611"/>
                </a:lnTo>
                <a:lnTo>
                  <a:pt x="128016" y="39611"/>
                </a:lnTo>
                <a:lnTo>
                  <a:pt x="128016" y="85331"/>
                </a:lnTo>
                <a:lnTo>
                  <a:pt x="128016" y="94475"/>
                </a:lnTo>
                <a:lnTo>
                  <a:pt x="128016" y="152387"/>
                </a:lnTo>
                <a:lnTo>
                  <a:pt x="73152" y="152387"/>
                </a:lnTo>
                <a:lnTo>
                  <a:pt x="73152" y="94475"/>
                </a:lnTo>
                <a:lnTo>
                  <a:pt x="128016" y="94475"/>
                </a:lnTo>
                <a:lnTo>
                  <a:pt x="128016" y="85331"/>
                </a:lnTo>
                <a:lnTo>
                  <a:pt x="76200" y="85331"/>
                </a:lnTo>
                <a:lnTo>
                  <a:pt x="51816" y="73139"/>
                </a:lnTo>
                <a:lnTo>
                  <a:pt x="52705" y="86855"/>
                </a:lnTo>
                <a:lnTo>
                  <a:pt x="53149" y="99809"/>
                </a:lnTo>
                <a:lnTo>
                  <a:pt x="53314" y="113004"/>
                </a:lnTo>
                <a:lnTo>
                  <a:pt x="53314" y="140220"/>
                </a:lnTo>
                <a:lnTo>
                  <a:pt x="53124" y="154749"/>
                </a:lnTo>
                <a:lnTo>
                  <a:pt x="52692" y="168275"/>
                </a:lnTo>
                <a:lnTo>
                  <a:pt x="51816" y="182867"/>
                </a:lnTo>
                <a:lnTo>
                  <a:pt x="73152" y="173723"/>
                </a:lnTo>
                <a:lnTo>
                  <a:pt x="73152" y="161531"/>
                </a:lnTo>
                <a:lnTo>
                  <a:pt x="281940" y="161531"/>
                </a:lnTo>
                <a:lnTo>
                  <a:pt x="281940" y="178295"/>
                </a:lnTo>
                <a:lnTo>
                  <a:pt x="303276" y="167627"/>
                </a:lnTo>
                <a:lnTo>
                  <a:pt x="302856" y="161531"/>
                </a:lnTo>
                <a:lnTo>
                  <a:pt x="302387" y="154749"/>
                </a:lnTo>
                <a:lnTo>
                  <a:pt x="302323" y="152387"/>
                </a:lnTo>
                <a:lnTo>
                  <a:pt x="301942" y="138861"/>
                </a:lnTo>
                <a:lnTo>
                  <a:pt x="301828" y="126479"/>
                </a:lnTo>
                <a:lnTo>
                  <a:pt x="301752" y="97523"/>
                </a:lnTo>
                <a:lnTo>
                  <a:pt x="305231" y="94475"/>
                </a:lnTo>
                <a:lnTo>
                  <a:pt x="313944" y="86855"/>
                </a:lnTo>
                <a:lnTo>
                  <a:pt x="311912" y="85331"/>
                </a:lnTo>
                <a:lnTo>
                  <a:pt x="289560" y="68567"/>
                </a:lnTo>
                <a:lnTo>
                  <a:pt x="281940" y="80543"/>
                </a:lnTo>
                <a:lnTo>
                  <a:pt x="281940" y="94475"/>
                </a:lnTo>
                <a:lnTo>
                  <a:pt x="281940" y="152387"/>
                </a:lnTo>
                <a:lnTo>
                  <a:pt x="228600" y="152387"/>
                </a:lnTo>
                <a:lnTo>
                  <a:pt x="228600" y="94475"/>
                </a:lnTo>
                <a:lnTo>
                  <a:pt x="281940" y="94475"/>
                </a:lnTo>
                <a:lnTo>
                  <a:pt x="281940" y="80543"/>
                </a:lnTo>
                <a:lnTo>
                  <a:pt x="278892" y="85331"/>
                </a:lnTo>
                <a:lnTo>
                  <a:pt x="228600" y="85331"/>
                </a:lnTo>
                <a:lnTo>
                  <a:pt x="228600" y="39611"/>
                </a:lnTo>
                <a:lnTo>
                  <a:pt x="345948" y="39611"/>
                </a:lnTo>
                <a:close/>
              </a:path>
              <a:path w="1522729" h="360045">
                <a:moveTo>
                  <a:pt x="355092" y="222491"/>
                </a:moveTo>
                <a:lnTo>
                  <a:pt x="323088" y="190487"/>
                </a:lnTo>
                <a:lnTo>
                  <a:pt x="297180" y="213347"/>
                </a:lnTo>
                <a:lnTo>
                  <a:pt x="233172" y="213347"/>
                </a:lnTo>
                <a:lnTo>
                  <a:pt x="233172" y="222491"/>
                </a:lnTo>
                <a:lnTo>
                  <a:pt x="224002" y="239026"/>
                </a:lnTo>
                <a:lnTo>
                  <a:pt x="214693" y="254114"/>
                </a:lnTo>
                <a:lnTo>
                  <a:pt x="205092" y="267500"/>
                </a:lnTo>
                <a:lnTo>
                  <a:pt x="195072" y="278879"/>
                </a:lnTo>
                <a:lnTo>
                  <a:pt x="169037" y="274840"/>
                </a:lnTo>
                <a:lnTo>
                  <a:pt x="145732" y="271640"/>
                </a:lnTo>
                <a:lnTo>
                  <a:pt x="106680" y="266687"/>
                </a:lnTo>
                <a:lnTo>
                  <a:pt x="116395" y="252717"/>
                </a:lnTo>
                <a:lnTo>
                  <a:pt x="124968" y="240588"/>
                </a:lnTo>
                <a:lnTo>
                  <a:pt x="132397" y="230479"/>
                </a:lnTo>
                <a:lnTo>
                  <a:pt x="138684" y="222491"/>
                </a:lnTo>
                <a:lnTo>
                  <a:pt x="233172" y="222491"/>
                </a:lnTo>
                <a:lnTo>
                  <a:pt x="233172" y="213347"/>
                </a:lnTo>
                <a:lnTo>
                  <a:pt x="141732" y="213347"/>
                </a:lnTo>
                <a:lnTo>
                  <a:pt x="146062" y="206540"/>
                </a:lnTo>
                <a:lnTo>
                  <a:pt x="150114" y="200012"/>
                </a:lnTo>
                <a:lnTo>
                  <a:pt x="154152" y="194068"/>
                </a:lnTo>
                <a:lnTo>
                  <a:pt x="158496" y="188963"/>
                </a:lnTo>
                <a:lnTo>
                  <a:pt x="170688" y="182867"/>
                </a:lnTo>
                <a:lnTo>
                  <a:pt x="138684" y="164579"/>
                </a:lnTo>
                <a:lnTo>
                  <a:pt x="134912" y="176276"/>
                </a:lnTo>
                <a:lnTo>
                  <a:pt x="130302" y="188391"/>
                </a:lnTo>
                <a:lnTo>
                  <a:pt x="124536" y="200799"/>
                </a:lnTo>
                <a:lnTo>
                  <a:pt x="117348" y="213347"/>
                </a:lnTo>
                <a:lnTo>
                  <a:pt x="0" y="213347"/>
                </a:lnTo>
                <a:lnTo>
                  <a:pt x="13716" y="227063"/>
                </a:lnTo>
                <a:lnTo>
                  <a:pt x="22301" y="225069"/>
                </a:lnTo>
                <a:lnTo>
                  <a:pt x="29908" y="223634"/>
                </a:lnTo>
                <a:lnTo>
                  <a:pt x="36639" y="222783"/>
                </a:lnTo>
                <a:lnTo>
                  <a:pt x="42672" y="222491"/>
                </a:lnTo>
                <a:lnTo>
                  <a:pt x="112776" y="222491"/>
                </a:lnTo>
                <a:lnTo>
                  <a:pt x="102171" y="239572"/>
                </a:lnTo>
                <a:lnTo>
                  <a:pt x="93154" y="253923"/>
                </a:lnTo>
                <a:lnTo>
                  <a:pt x="85547" y="265150"/>
                </a:lnTo>
                <a:lnTo>
                  <a:pt x="79248" y="272783"/>
                </a:lnTo>
                <a:lnTo>
                  <a:pt x="103797" y="276504"/>
                </a:lnTo>
                <a:lnTo>
                  <a:pt x="129349" y="280784"/>
                </a:lnTo>
                <a:lnTo>
                  <a:pt x="155752" y="285648"/>
                </a:lnTo>
                <a:lnTo>
                  <a:pt x="182880" y="291071"/>
                </a:lnTo>
                <a:lnTo>
                  <a:pt x="152019" y="309130"/>
                </a:lnTo>
                <a:lnTo>
                  <a:pt x="112014" y="324599"/>
                </a:lnTo>
                <a:lnTo>
                  <a:pt x="62865" y="337794"/>
                </a:lnTo>
                <a:lnTo>
                  <a:pt x="4572" y="348983"/>
                </a:lnTo>
                <a:lnTo>
                  <a:pt x="6096" y="355079"/>
                </a:lnTo>
                <a:lnTo>
                  <a:pt x="46901" y="350202"/>
                </a:lnTo>
                <a:lnTo>
                  <a:pt x="111963" y="338150"/>
                </a:lnTo>
                <a:lnTo>
                  <a:pt x="155587" y="323557"/>
                </a:lnTo>
                <a:lnTo>
                  <a:pt x="190919" y="307555"/>
                </a:lnTo>
                <a:lnTo>
                  <a:pt x="205740" y="298691"/>
                </a:lnTo>
                <a:lnTo>
                  <a:pt x="239166" y="310718"/>
                </a:lnTo>
                <a:lnTo>
                  <a:pt x="266319" y="321741"/>
                </a:lnTo>
                <a:lnTo>
                  <a:pt x="287172" y="331914"/>
                </a:lnTo>
                <a:lnTo>
                  <a:pt x="301752" y="341363"/>
                </a:lnTo>
                <a:lnTo>
                  <a:pt x="309372" y="347459"/>
                </a:lnTo>
                <a:lnTo>
                  <a:pt x="313944" y="350507"/>
                </a:lnTo>
                <a:lnTo>
                  <a:pt x="321564" y="350507"/>
                </a:lnTo>
                <a:lnTo>
                  <a:pt x="323088" y="345935"/>
                </a:lnTo>
                <a:lnTo>
                  <a:pt x="298704" y="309359"/>
                </a:lnTo>
                <a:lnTo>
                  <a:pt x="245338" y="291579"/>
                </a:lnTo>
                <a:lnTo>
                  <a:pt x="217932" y="284975"/>
                </a:lnTo>
                <a:lnTo>
                  <a:pt x="222415" y="278879"/>
                </a:lnTo>
                <a:lnTo>
                  <a:pt x="229069" y="269862"/>
                </a:lnTo>
                <a:lnTo>
                  <a:pt x="239649" y="254304"/>
                </a:lnTo>
                <a:lnTo>
                  <a:pt x="249643" y="238480"/>
                </a:lnTo>
                <a:lnTo>
                  <a:pt x="259080" y="222491"/>
                </a:lnTo>
                <a:lnTo>
                  <a:pt x="355092" y="222491"/>
                </a:lnTo>
                <a:close/>
              </a:path>
              <a:path w="1522729" h="360045">
                <a:moveTo>
                  <a:pt x="504431" y="178308"/>
                </a:moveTo>
                <a:lnTo>
                  <a:pt x="472046" y="142875"/>
                </a:lnTo>
                <a:lnTo>
                  <a:pt x="435851" y="128016"/>
                </a:lnTo>
                <a:lnTo>
                  <a:pt x="432803" y="132588"/>
                </a:lnTo>
                <a:lnTo>
                  <a:pt x="448525" y="148031"/>
                </a:lnTo>
                <a:lnTo>
                  <a:pt x="461378" y="162496"/>
                </a:lnTo>
                <a:lnTo>
                  <a:pt x="471385" y="176085"/>
                </a:lnTo>
                <a:lnTo>
                  <a:pt x="478523" y="188976"/>
                </a:lnTo>
                <a:lnTo>
                  <a:pt x="483095" y="199644"/>
                </a:lnTo>
                <a:lnTo>
                  <a:pt x="486143" y="205740"/>
                </a:lnTo>
                <a:lnTo>
                  <a:pt x="490715" y="205740"/>
                </a:lnTo>
                <a:lnTo>
                  <a:pt x="493763" y="201168"/>
                </a:lnTo>
                <a:lnTo>
                  <a:pt x="498335" y="195072"/>
                </a:lnTo>
                <a:lnTo>
                  <a:pt x="502907" y="187452"/>
                </a:lnTo>
                <a:lnTo>
                  <a:pt x="504367" y="181635"/>
                </a:lnTo>
                <a:lnTo>
                  <a:pt x="504431" y="178308"/>
                </a:lnTo>
                <a:close/>
              </a:path>
              <a:path w="1522729" h="360045">
                <a:moveTo>
                  <a:pt x="675119" y="47244"/>
                </a:moveTo>
                <a:lnTo>
                  <a:pt x="670547" y="39624"/>
                </a:lnTo>
                <a:lnTo>
                  <a:pt x="661403" y="35052"/>
                </a:lnTo>
                <a:lnTo>
                  <a:pt x="652500" y="30429"/>
                </a:lnTo>
                <a:lnTo>
                  <a:pt x="641591" y="25527"/>
                </a:lnTo>
                <a:lnTo>
                  <a:pt x="628408" y="20040"/>
                </a:lnTo>
                <a:lnTo>
                  <a:pt x="612635" y="13716"/>
                </a:lnTo>
                <a:lnTo>
                  <a:pt x="609587" y="18288"/>
                </a:lnTo>
                <a:lnTo>
                  <a:pt x="624433" y="32550"/>
                </a:lnTo>
                <a:lnTo>
                  <a:pt x="636828" y="45529"/>
                </a:lnTo>
                <a:lnTo>
                  <a:pt x="646671" y="57073"/>
                </a:lnTo>
                <a:lnTo>
                  <a:pt x="653783" y="67056"/>
                </a:lnTo>
                <a:lnTo>
                  <a:pt x="658355" y="76200"/>
                </a:lnTo>
                <a:lnTo>
                  <a:pt x="661403" y="79248"/>
                </a:lnTo>
                <a:lnTo>
                  <a:pt x="667499" y="79248"/>
                </a:lnTo>
                <a:lnTo>
                  <a:pt x="669023" y="76200"/>
                </a:lnTo>
                <a:lnTo>
                  <a:pt x="672071" y="68580"/>
                </a:lnTo>
                <a:lnTo>
                  <a:pt x="675119" y="62484"/>
                </a:lnTo>
                <a:lnTo>
                  <a:pt x="675119" y="47244"/>
                </a:lnTo>
                <a:close/>
              </a:path>
              <a:path w="1522729" h="360045">
                <a:moveTo>
                  <a:pt x="743699" y="298704"/>
                </a:moveTo>
                <a:lnTo>
                  <a:pt x="708533" y="286131"/>
                </a:lnTo>
                <a:lnTo>
                  <a:pt x="676071" y="266700"/>
                </a:lnTo>
                <a:lnTo>
                  <a:pt x="646188" y="240411"/>
                </a:lnTo>
                <a:lnTo>
                  <a:pt x="618731" y="207264"/>
                </a:lnTo>
                <a:lnTo>
                  <a:pt x="631063" y="199644"/>
                </a:lnTo>
                <a:lnTo>
                  <a:pt x="635876" y="196659"/>
                </a:lnTo>
                <a:lnTo>
                  <a:pt x="673595" y="173736"/>
                </a:lnTo>
                <a:lnTo>
                  <a:pt x="708647" y="160020"/>
                </a:lnTo>
                <a:lnTo>
                  <a:pt x="682739" y="131064"/>
                </a:lnTo>
                <a:lnTo>
                  <a:pt x="670128" y="147345"/>
                </a:lnTo>
                <a:lnTo>
                  <a:pt x="654926" y="164211"/>
                </a:lnTo>
                <a:lnTo>
                  <a:pt x="636879" y="181635"/>
                </a:lnTo>
                <a:lnTo>
                  <a:pt x="615683" y="199644"/>
                </a:lnTo>
                <a:lnTo>
                  <a:pt x="605396" y="179844"/>
                </a:lnTo>
                <a:lnTo>
                  <a:pt x="595109" y="156781"/>
                </a:lnTo>
                <a:lnTo>
                  <a:pt x="584822" y="129984"/>
                </a:lnTo>
                <a:lnTo>
                  <a:pt x="581126" y="118872"/>
                </a:lnTo>
                <a:lnTo>
                  <a:pt x="574535" y="99060"/>
                </a:lnTo>
                <a:lnTo>
                  <a:pt x="731507" y="99060"/>
                </a:lnTo>
                <a:lnTo>
                  <a:pt x="701027" y="67056"/>
                </a:lnTo>
                <a:lnTo>
                  <a:pt x="679691" y="89916"/>
                </a:lnTo>
                <a:lnTo>
                  <a:pt x="573011" y="89916"/>
                </a:lnTo>
                <a:lnTo>
                  <a:pt x="573011" y="33528"/>
                </a:lnTo>
                <a:lnTo>
                  <a:pt x="585203" y="21336"/>
                </a:lnTo>
                <a:lnTo>
                  <a:pt x="548627" y="1524"/>
                </a:lnTo>
                <a:lnTo>
                  <a:pt x="549516" y="15760"/>
                </a:lnTo>
                <a:lnTo>
                  <a:pt x="549960" y="35433"/>
                </a:lnTo>
                <a:lnTo>
                  <a:pt x="550049" y="47244"/>
                </a:lnTo>
                <a:lnTo>
                  <a:pt x="550151" y="89916"/>
                </a:lnTo>
                <a:lnTo>
                  <a:pt x="399275" y="89916"/>
                </a:lnTo>
                <a:lnTo>
                  <a:pt x="412991" y="103632"/>
                </a:lnTo>
                <a:lnTo>
                  <a:pt x="421284" y="101625"/>
                </a:lnTo>
                <a:lnTo>
                  <a:pt x="430136" y="100203"/>
                </a:lnTo>
                <a:lnTo>
                  <a:pt x="439572" y="99339"/>
                </a:lnTo>
                <a:lnTo>
                  <a:pt x="449567" y="99060"/>
                </a:lnTo>
                <a:lnTo>
                  <a:pt x="550151" y="99060"/>
                </a:lnTo>
                <a:lnTo>
                  <a:pt x="550151" y="208788"/>
                </a:lnTo>
                <a:lnTo>
                  <a:pt x="492048" y="238315"/>
                </a:lnTo>
                <a:lnTo>
                  <a:pt x="446519" y="262128"/>
                </a:lnTo>
                <a:lnTo>
                  <a:pt x="427647" y="271272"/>
                </a:lnTo>
                <a:lnTo>
                  <a:pt x="412038" y="278130"/>
                </a:lnTo>
                <a:lnTo>
                  <a:pt x="399592" y="282702"/>
                </a:lnTo>
                <a:lnTo>
                  <a:pt x="390131" y="284988"/>
                </a:lnTo>
                <a:lnTo>
                  <a:pt x="414515" y="315468"/>
                </a:lnTo>
                <a:lnTo>
                  <a:pt x="455663" y="278892"/>
                </a:lnTo>
                <a:lnTo>
                  <a:pt x="496620" y="251841"/>
                </a:lnTo>
                <a:lnTo>
                  <a:pt x="550151" y="217932"/>
                </a:lnTo>
                <a:lnTo>
                  <a:pt x="550037" y="307060"/>
                </a:lnTo>
                <a:lnTo>
                  <a:pt x="548627" y="315468"/>
                </a:lnTo>
                <a:lnTo>
                  <a:pt x="544055" y="320040"/>
                </a:lnTo>
                <a:lnTo>
                  <a:pt x="536435" y="320040"/>
                </a:lnTo>
                <a:lnTo>
                  <a:pt x="528421" y="319773"/>
                </a:lnTo>
                <a:lnTo>
                  <a:pt x="489191" y="316992"/>
                </a:lnTo>
                <a:lnTo>
                  <a:pt x="489191" y="323088"/>
                </a:lnTo>
                <a:lnTo>
                  <a:pt x="508342" y="330492"/>
                </a:lnTo>
                <a:lnTo>
                  <a:pt x="522338" y="338899"/>
                </a:lnTo>
                <a:lnTo>
                  <a:pt x="531202" y="348157"/>
                </a:lnTo>
                <a:lnTo>
                  <a:pt x="534911" y="358140"/>
                </a:lnTo>
                <a:lnTo>
                  <a:pt x="552018" y="350964"/>
                </a:lnTo>
                <a:lnTo>
                  <a:pt x="564248" y="340804"/>
                </a:lnTo>
                <a:lnTo>
                  <a:pt x="571347" y="327482"/>
                </a:lnTo>
                <a:lnTo>
                  <a:pt x="572096" y="320040"/>
                </a:lnTo>
                <a:lnTo>
                  <a:pt x="572960" y="311467"/>
                </a:lnTo>
                <a:lnTo>
                  <a:pt x="573011" y="217932"/>
                </a:lnTo>
                <a:lnTo>
                  <a:pt x="573011" y="118872"/>
                </a:lnTo>
                <a:lnTo>
                  <a:pt x="587273" y="174066"/>
                </a:lnTo>
                <a:lnTo>
                  <a:pt x="608037" y="222542"/>
                </a:lnTo>
                <a:lnTo>
                  <a:pt x="635228" y="264147"/>
                </a:lnTo>
                <a:lnTo>
                  <a:pt x="668769" y="298704"/>
                </a:lnTo>
                <a:lnTo>
                  <a:pt x="708647" y="326136"/>
                </a:lnTo>
                <a:lnTo>
                  <a:pt x="714349" y="317868"/>
                </a:lnTo>
                <a:lnTo>
                  <a:pt x="722172" y="311467"/>
                </a:lnTo>
                <a:lnTo>
                  <a:pt x="732015" y="307060"/>
                </a:lnTo>
                <a:lnTo>
                  <a:pt x="743699" y="304800"/>
                </a:lnTo>
                <a:lnTo>
                  <a:pt x="743699" y="298704"/>
                </a:lnTo>
                <a:close/>
              </a:path>
              <a:path w="1522729" h="360045">
                <a:moveTo>
                  <a:pt x="1135380" y="44183"/>
                </a:moveTo>
                <a:lnTo>
                  <a:pt x="1103376" y="12179"/>
                </a:lnTo>
                <a:lnTo>
                  <a:pt x="1080516" y="35039"/>
                </a:lnTo>
                <a:lnTo>
                  <a:pt x="987552" y="35039"/>
                </a:lnTo>
                <a:lnTo>
                  <a:pt x="987552" y="44183"/>
                </a:lnTo>
                <a:lnTo>
                  <a:pt x="987552" y="117335"/>
                </a:lnTo>
                <a:lnTo>
                  <a:pt x="920496" y="117335"/>
                </a:lnTo>
                <a:lnTo>
                  <a:pt x="920496" y="44183"/>
                </a:lnTo>
                <a:lnTo>
                  <a:pt x="987552" y="44183"/>
                </a:lnTo>
                <a:lnTo>
                  <a:pt x="987552" y="35039"/>
                </a:lnTo>
                <a:lnTo>
                  <a:pt x="780288" y="35039"/>
                </a:lnTo>
                <a:lnTo>
                  <a:pt x="794004" y="48755"/>
                </a:lnTo>
                <a:lnTo>
                  <a:pt x="802284" y="46761"/>
                </a:lnTo>
                <a:lnTo>
                  <a:pt x="811149" y="45326"/>
                </a:lnTo>
                <a:lnTo>
                  <a:pt x="820572" y="44475"/>
                </a:lnTo>
                <a:lnTo>
                  <a:pt x="830580" y="44183"/>
                </a:lnTo>
                <a:lnTo>
                  <a:pt x="899160" y="44183"/>
                </a:lnTo>
                <a:lnTo>
                  <a:pt x="899160" y="117335"/>
                </a:lnTo>
                <a:lnTo>
                  <a:pt x="836676" y="117335"/>
                </a:lnTo>
                <a:lnTo>
                  <a:pt x="813816" y="103619"/>
                </a:lnTo>
                <a:lnTo>
                  <a:pt x="814044" y="121983"/>
                </a:lnTo>
                <a:lnTo>
                  <a:pt x="814578" y="148196"/>
                </a:lnTo>
                <a:lnTo>
                  <a:pt x="815073" y="179819"/>
                </a:lnTo>
                <a:lnTo>
                  <a:pt x="815314" y="219443"/>
                </a:lnTo>
                <a:lnTo>
                  <a:pt x="815200" y="245643"/>
                </a:lnTo>
                <a:lnTo>
                  <a:pt x="815098" y="264502"/>
                </a:lnTo>
                <a:lnTo>
                  <a:pt x="814717" y="291071"/>
                </a:lnTo>
                <a:lnTo>
                  <a:pt x="814044" y="333082"/>
                </a:lnTo>
                <a:lnTo>
                  <a:pt x="813816" y="359651"/>
                </a:lnTo>
                <a:lnTo>
                  <a:pt x="836676" y="347459"/>
                </a:lnTo>
                <a:lnTo>
                  <a:pt x="836676" y="126479"/>
                </a:lnTo>
                <a:lnTo>
                  <a:pt x="899160" y="126479"/>
                </a:lnTo>
                <a:lnTo>
                  <a:pt x="894600" y="170205"/>
                </a:lnTo>
                <a:lnTo>
                  <a:pt x="883348" y="209918"/>
                </a:lnTo>
                <a:lnTo>
                  <a:pt x="865505" y="245643"/>
                </a:lnTo>
                <a:lnTo>
                  <a:pt x="841248" y="277355"/>
                </a:lnTo>
                <a:lnTo>
                  <a:pt x="844296" y="281927"/>
                </a:lnTo>
                <a:lnTo>
                  <a:pt x="867676" y="260197"/>
                </a:lnTo>
                <a:lnTo>
                  <a:pt x="887349" y="236016"/>
                </a:lnTo>
                <a:lnTo>
                  <a:pt x="903008" y="209283"/>
                </a:lnTo>
                <a:lnTo>
                  <a:pt x="914400" y="179819"/>
                </a:lnTo>
                <a:lnTo>
                  <a:pt x="920699" y="188137"/>
                </a:lnTo>
                <a:lnTo>
                  <a:pt x="926020" y="197154"/>
                </a:lnTo>
                <a:lnTo>
                  <a:pt x="930465" y="207048"/>
                </a:lnTo>
                <a:lnTo>
                  <a:pt x="934212" y="217919"/>
                </a:lnTo>
                <a:lnTo>
                  <a:pt x="937260" y="227063"/>
                </a:lnTo>
                <a:lnTo>
                  <a:pt x="940308" y="233159"/>
                </a:lnTo>
                <a:lnTo>
                  <a:pt x="944880" y="233159"/>
                </a:lnTo>
                <a:lnTo>
                  <a:pt x="947928" y="230111"/>
                </a:lnTo>
                <a:lnTo>
                  <a:pt x="950976" y="225539"/>
                </a:lnTo>
                <a:lnTo>
                  <a:pt x="955548" y="220967"/>
                </a:lnTo>
                <a:lnTo>
                  <a:pt x="955548" y="214871"/>
                </a:lnTo>
                <a:lnTo>
                  <a:pt x="954024" y="205727"/>
                </a:lnTo>
                <a:lnTo>
                  <a:pt x="950633" y="198564"/>
                </a:lnTo>
                <a:lnTo>
                  <a:pt x="942975" y="190677"/>
                </a:lnTo>
                <a:lnTo>
                  <a:pt x="931303" y="181940"/>
                </a:lnTo>
                <a:lnTo>
                  <a:pt x="927950" y="179819"/>
                </a:lnTo>
                <a:lnTo>
                  <a:pt x="915924" y="172199"/>
                </a:lnTo>
                <a:lnTo>
                  <a:pt x="917067" y="159918"/>
                </a:lnTo>
                <a:lnTo>
                  <a:pt x="918210" y="148196"/>
                </a:lnTo>
                <a:lnTo>
                  <a:pt x="919353" y="137058"/>
                </a:lnTo>
                <a:lnTo>
                  <a:pt x="920496" y="126479"/>
                </a:lnTo>
                <a:lnTo>
                  <a:pt x="987552" y="126479"/>
                </a:lnTo>
                <a:lnTo>
                  <a:pt x="984123" y="172770"/>
                </a:lnTo>
                <a:lnTo>
                  <a:pt x="971550" y="215633"/>
                </a:lnTo>
                <a:lnTo>
                  <a:pt x="949833" y="255066"/>
                </a:lnTo>
                <a:lnTo>
                  <a:pt x="918972" y="291071"/>
                </a:lnTo>
                <a:lnTo>
                  <a:pt x="922020" y="295643"/>
                </a:lnTo>
                <a:lnTo>
                  <a:pt x="949185" y="273672"/>
                </a:lnTo>
                <a:lnTo>
                  <a:pt x="971359" y="248970"/>
                </a:lnTo>
                <a:lnTo>
                  <a:pt x="988669" y="221716"/>
                </a:lnTo>
                <a:lnTo>
                  <a:pt x="1001268" y="192011"/>
                </a:lnTo>
                <a:lnTo>
                  <a:pt x="1014742" y="204584"/>
                </a:lnTo>
                <a:lnTo>
                  <a:pt x="1025652" y="217157"/>
                </a:lnTo>
                <a:lnTo>
                  <a:pt x="1034262" y="229730"/>
                </a:lnTo>
                <a:lnTo>
                  <a:pt x="1040892" y="242303"/>
                </a:lnTo>
                <a:lnTo>
                  <a:pt x="1045464" y="252971"/>
                </a:lnTo>
                <a:lnTo>
                  <a:pt x="1048512" y="259067"/>
                </a:lnTo>
                <a:lnTo>
                  <a:pt x="1053084" y="259067"/>
                </a:lnTo>
                <a:lnTo>
                  <a:pt x="1057656" y="249923"/>
                </a:lnTo>
                <a:lnTo>
                  <a:pt x="1060704" y="245351"/>
                </a:lnTo>
                <a:lnTo>
                  <a:pt x="1062228" y="239255"/>
                </a:lnTo>
                <a:lnTo>
                  <a:pt x="1062101" y="229730"/>
                </a:lnTo>
                <a:lnTo>
                  <a:pt x="1060704" y="225539"/>
                </a:lnTo>
                <a:lnTo>
                  <a:pt x="1059180" y="219443"/>
                </a:lnTo>
                <a:lnTo>
                  <a:pt x="1025956" y="196088"/>
                </a:lnTo>
                <a:lnTo>
                  <a:pt x="1002792" y="184391"/>
                </a:lnTo>
                <a:lnTo>
                  <a:pt x="1004811" y="172135"/>
                </a:lnTo>
                <a:lnTo>
                  <a:pt x="1006411" y="158292"/>
                </a:lnTo>
                <a:lnTo>
                  <a:pt x="1007719" y="143040"/>
                </a:lnTo>
                <a:lnTo>
                  <a:pt x="1008888" y="126479"/>
                </a:lnTo>
                <a:lnTo>
                  <a:pt x="1075944" y="126479"/>
                </a:lnTo>
                <a:lnTo>
                  <a:pt x="1075944" y="312407"/>
                </a:lnTo>
                <a:lnTo>
                  <a:pt x="1071372" y="320027"/>
                </a:lnTo>
                <a:lnTo>
                  <a:pt x="1062228" y="320027"/>
                </a:lnTo>
                <a:lnTo>
                  <a:pt x="1053934" y="320598"/>
                </a:lnTo>
                <a:lnTo>
                  <a:pt x="1042797" y="320027"/>
                </a:lnTo>
                <a:lnTo>
                  <a:pt x="1028788" y="318312"/>
                </a:lnTo>
                <a:lnTo>
                  <a:pt x="1011936" y="315455"/>
                </a:lnTo>
                <a:lnTo>
                  <a:pt x="1011936" y="323075"/>
                </a:lnTo>
                <a:lnTo>
                  <a:pt x="1033310" y="329603"/>
                </a:lnTo>
                <a:lnTo>
                  <a:pt x="1049274" y="337553"/>
                </a:lnTo>
                <a:lnTo>
                  <a:pt x="1059510" y="346659"/>
                </a:lnTo>
                <a:lnTo>
                  <a:pt x="1063752" y="356603"/>
                </a:lnTo>
                <a:lnTo>
                  <a:pt x="1078623" y="348869"/>
                </a:lnTo>
                <a:lnTo>
                  <a:pt x="1089088" y="339267"/>
                </a:lnTo>
                <a:lnTo>
                  <a:pt x="1095248" y="327672"/>
                </a:lnTo>
                <a:lnTo>
                  <a:pt x="1096289" y="320598"/>
                </a:lnTo>
                <a:lnTo>
                  <a:pt x="1097280" y="313931"/>
                </a:lnTo>
                <a:lnTo>
                  <a:pt x="1097280" y="131051"/>
                </a:lnTo>
                <a:lnTo>
                  <a:pt x="1104138" y="126479"/>
                </a:lnTo>
                <a:lnTo>
                  <a:pt x="1110996" y="121907"/>
                </a:lnTo>
                <a:lnTo>
                  <a:pt x="1105433" y="117335"/>
                </a:lnTo>
                <a:lnTo>
                  <a:pt x="1085088" y="100571"/>
                </a:lnTo>
                <a:lnTo>
                  <a:pt x="1072896" y="117335"/>
                </a:lnTo>
                <a:lnTo>
                  <a:pt x="1008888" y="117335"/>
                </a:lnTo>
                <a:lnTo>
                  <a:pt x="1008888" y="44183"/>
                </a:lnTo>
                <a:lnTo>
                  <a:pt x="1135380" y="44183"/>
                </a:lnTo>
                <a:close/>
              </a:path>
              <a:path w="1522729" h="360045">
                <a:moveTo>
                  <a:pt x="1368552" y="28956"/>
                </a:moveTo>
                <a:lnTo>
                  <a:pt x="1333703" y="4572"/>
                </a:lnTo>
                <a:lnTo>
                  <a:pt x="1318260" y="0"/>
                </a:lnTo>
                <a:lnTo>
                  <a:pt x="1315212" y="3048"/>
                </a:lnTo>
                <a:lnTo>
                  <a:pt x="1325778" y="13944"/>
                </a:lnTo>
                <a:lnTo>
                  <a:pt x="1334643" y="24003"/>
                </a:lnTo>
                <a:lnTo>
                  <a:pt x="1341780" y="33477"/>
                </a:lnTo>
                <a:lnTo>
                  <a:pt x="1347216" y="42672"/>
                </a:lnTo>
                <a:lnTo>
                  <a:pt x="1348740" y="51816"/>
                </a:lnTo>
                <a:lnTo>
                  <a:pt x="1351788" y="54864"/>
                </a:lnTo>
                <a:lnTo>
                  <a:pt x="1356360" y="54864"/>
                </a:lnTo>
                <a:lnTo>
                  <a:pt x="1359408" y="53340"/>
                </a:lnTo>
                <a:lnTo>
                  <a:pt x="1362456" y="47244"/>
                </a:lnTo>
                <a:lnTo>
                  <a:pt x="1367028" y="41148"/>
                </a:lnTo>
                <a:lnTo>
                  <a:pt x="1368552" y="36576"/>
                </a:lnTo>
                <a:lnTo>
                  <a:pt x="1368552" y="28956"/>
                </a:lnTo>
                <a:close/>
              </a:path>
              <a:path w="1522729" h="360045">
                <a:moveTo>
                  <a:pt x="1520952" y="67056"/>
                </a:moveTo>
                <a:lnTo>
                  <a:pt x="1519428" y="65532"/>
                </a:lnTo>
                <a:lnTo>
                  <a:pt x="1510284" y="56388"/>
                </a:lnTo>
                <a:lnTo>
                  <a:pt x="1493520" y="39624"/>
                </a:lnTo>
                <a:lnTo>
                  <a:pt x="1478280" y="56388"/>
                </a:lnTo>
                <a:lnTo>
                  <a:pt x="1226820" y="56388"/>
                </a:lnTo>
                <a:lnTo>
                  <a:pt x="1226820" y="38100"/>
                </a:lnTo>
                <a:lnTo>
                  <a:pt x="1219200" y="38100"/>
                </a:lnTo>
                <a:lnTo>
                  <a:pt x="1216317" y="52933"/>
                </a:lnTo>
                <a:lnTo>
                  <a:pt x="1212151" y="65341"/>
                </a:lnTo>
                <a:lnTo>
                  <a:pt x="1206550" y="75171"/>
                </a:lnTo>
                <a:lnTo>
                  <a:pt x="1188720" y="92964"/>
                </a:lnTo>
                <a:lnTo>
                  <a:pt x="1188720" y="97536"/>
                </a:lnTo>
                <a:lnTo>
                  <a:pt x="1190244" y="99060"/>
                </a:lnTo>
                <a:lnTo>
                  <a:pt x="1193292" y="100584"/>
                </a:lnTo>
                <a:lnTo>
                  <a:pt x="1196340" y="103632"/>
                </a:lnTo>
                <a:lnTo>
                  <a:pt x="1208532" y="103632"/>
                </a:lnTo>
                <a:lnTo>
                  <a:pt x="1213104" y="102108"/>
                </a:lnTo>
                <a:lnTo>
                  <a:pt x="1219200" y="97536"/>
                </a:lnTo>
                <a:lnTo>
                  <a:pt x="1223175" y="92964"/>
                </a:lnTo>
                <a:lnTo>
                  <a:pt x="1225867" y="86106"/>
                </a:lnTo>
                <a:lnTo>
                  <a:pt x="1227124" y="76962"/>
                </a:lnTo>
                <a:lnTo>
                  <a:pt x="1226820" y="65532"/>
                </a:lnTo>
                <a:lnTo>
                  <a:pt x="1481328" y="65532"/>
                </a:lnTo>
                <a:lnTo>
                  <a:pt x="1464564" y="99060"/>
                </a:lnTo>
                <a:lnTo>
                  <a:pt x="1469136" y="102108"/>
                </a:lnTo>
                <a:lnTo>
                  <a:pt x="1483652" y="86982"/>
                </a:lnTo>
                <a:lnTo>
                  <a:pt x="1497330" y="76009"/>
                </a:lnTo>
                <a:lnTo>
                  <a:pt x="1509852" y="69316"/>
                </a:lnTo>
                <a:lnTo>
                  <a:pt x="1520952" y="67056"/>
                </a:lnTo>
                <a:close/>
              </a:path>
              <a:path w="1522729" h="360045">
                <a:moveTo>
                  <a:pt x="1522476" y="295656"/>
                </a:moveTo>
                <a:lnTo>
                  <a:pt x="1482661" y="283273"/>
                </a:lnTo>
                <a:lnTo>
                  <a:pt x="1450848" y="260604"/>
                </a:lnTo>
                <a:lnTo>
                  <a:pt x="1427988" y="228790"/>
                </a:lnTo>
                <a:lnTo>
                  <a:pt x="1411351" y="188976"/>
                </a:lnTo>
                <a:lnTo>
                  <a:pt x="1409700" y="184404"/>
                </a:lnTo>
                <a:lnTo>
                  <a:pt x="1421980" y="178943"/>
                </a:lnTo>
                <a:lnTo>
                  <a:pt x="1444840" y="169176"/>
                </a:lnTo>
                <a:lnTo>
                  <a:pt x="1455420" y="164592"/>
                </a:lnTo>
                <a:lnTo>
                  <a:pt x="1472184" y="163068"/>
                </a:lnTo>
                <a:lnTo>
                  <a:pt x="1447800" y="137160"/>
                </a:lnTo>
                <a:lnTo>
                  <a:pt x="1442059" y="143751"/>
                </a:lnTo>
                <a:lnTo>
                  <a:pt x="1436179" y="149923"/>
                </a:lnTo>
                <a:lnTo>
                  <a:pt x="1430007" y="155803"/>
                </a:lnTo>
                <a:lnTo>
                  <a:pt x="1423416" y="161544"/>
                </a:lnTo>
                <a:lnTo>
                  <a:pt x="1415148" y="167208"/>
                </a:lnTo>
                <a:lnTo>
                  <a:pt x="1390624" y="184251"/>
                </a:lnTo>
                <a:lnTo>
                  <a:pt x="1374648" y="195072"/>
                </a:lnTo>
                <a:lnTo>
                  <a:pt x="1369542" y="187083"/>
                </a:lnTo>
                <a:lnTo>
                  <a:pt x="1367497" y="184404"/>
                </a:lnTo>
                <a:lnTo>
                  <a:pt x="1336357" y="150876"/>
                </a:lnTo>
                <a:lnTo>
                  <a:pt x="1333030" y="147828"/>
                </a:lnTo>
                <a:lnTo>
                  <a:pt x="1330756" y="145732"/>
                </a:lnTo>
                <a:lnTo>
                  <a:pt x="1350264" y="118872"/>
                </a:lnTo>
                <a:lnTo>
                  <a:pt x="1461516" y="118872"/>
                </a:lnTo>
                <a:lnTo>
                  <a:pt x="1435608" y="89916"/>
                </a:lnTo>
                <a:lnTo>
                  <a:pt x="1417320" y="108204"/>
                </a:lnTo>
                <a:lnTo>
                  <a:pt x="1232916" y="108204"/>
                </a:lnTo>
                <a:lnTo>
                  <a:pt x="1245108" y="121920"/>
                </a:lnTo>
                <a:lnTo>
                  <a:pt x="1257300" y="118872"/>
                </a:lnTo>
                <a:lnTo>
                  <a:pt x="1321308" y="118872"/>
                </a:lnTo>
                <a:lnTo>
                  <a:pt x="1286154" y="151866"/>
                </a:lnTo>
                <a:lnTo>
                  <a:pt x="1253578" y="174231"/>
                </a:lnTo>
                <a:lnTo>
                  <a:pt x="1210144" y="195427"/>
                </a:lnTo>
                <a:lnTo>
                  <a:pt x="1184148" y="205740"/>
                </a:lnTo>
                <a:lnTo>
                  <a:pt x="1185672" y="211836"/>
                </a:lnTo>
                <a:lnTo>
                  <a:pt x="1228915" y="197167"/>
                </a:lnTo>
                <a:lnTo>
                  <a:pt x="1266444" y="181356"/>
                </a:lnTo>
                <a:lnTo>
                  <a:pt x="1308658" y="155841"/>
                </a:lnTo>
                <a:lnTo>
                  <a:pt x="1319784" y="147828"/>
                </a:lnTo>
                <a:lnTo>
                  <a:pt x="1324356" y="152438"/>
                </a:lnTo>
                <a:lnTo>
                  <a:pt x="1328928" y="157353"/>
                </a:lnTo>
                <a:lnTo>
                  <a:pt x="1333500" y="162826"/>
                </a:lnTo>
                <a:lnTo>
                  <a:pt x="1338072" y="169164"/>
                </a:lnTo>
                <a:lnTo>
                  <a:pt x="1326375" y="181991"/>
                </a:lnTo>
                <a:lnTo>
                  <a:pt x="1294993" y="208800"/>
                </a:lnTo>
                <a:lnTo>
                  <a:pt x="1254455" y="236524"/>
                </a:lnTo>
                <a:lnTo>
                  <a:pt x="1209357" y="260007"/>
                </a:lnTo>
                <a:lnTo>
                  <a:pt x="1185672" y="269748"/>
                </a:lnTo>
                <a:lnTo>
                  <a:pt x="1187196" y="275844"/>
                </a:lnTo>
                <a:lnTo>
                  <a:pt x="1250061" y="252031"/>
                </a:lnTo>
                <a:lnTo>
                  <a:pt x="1296924" y="227076"/>
                </a:lnTo>
                <a:lnTo>
                  <a:pt x="1328547" y="202882"/>
                </a:lnTo>
                <a:lnTo>
                  <a:pt x="1348740" y="184404"/>
                </a:lnTo>
                <a:lnTo>
                  <a:pt x="1352778" y="190423"/>
                </a:lnTo>
                <a:lnTo>
                  <a:pt x="1355953" y="197116"/>
                </a:lnTo>
                <a:lnTo>
                  <a:pt x="1358569" y="204711"/>
                </a:lnTo>
                <a:lnTo>
                  <a:pt x="1360932" y="213360"/>
                </a:lnTo>
                <a:lnTo>
                  <a:pt x="1342301" y="233337"/>
                </a:lnTo>
                <a:lnTo>
                  <a:pt x="1302207" y="269290"/>
                </a:lnTo>
                <a:lnTo>
                  <a:pt x="1256385" y="299504"/>
                </a:lnTo>
                <a:lnTo>
                  <a:pt x="1202575" y="325704"/>
                </a:lnTo>
                <a:lnTo>
                  <a:pt x="1171956" y="336804"/>
                </a:lnTo>
                <a:lnTo>
                  <a:pt x="1173480" y="342900"/>
                </a:lnTo>
                <a:lnTo>
                  <a:pt x="1241679" y="319849"/>
                </a:lnTo>
                <a:lnTo>
                  <a:pt x="1298448" y="291084"/>
                </a:lnTo>
                <a:lnTo>
                  <a:pt x="1341310" y="261366"/>
                </a:lnTo>
                <a:lnTo>
                  <a:pt x="1367028" y="236220"/>
                </a:lnTo>
                <a:lnTo>
                  <a:pt x="1368780" y="252476"/>
                </a:lnTo>
                <a:lnTo>
                  <a:pt x="1369682" y="266700"/>
                </a:lnTo>
                <a:lnTo>
                  <a:pt x="1369923" y="275844"/>
                </a:lnTo>
                <a:lnTo>
                  <a:pt x="1370050" y="284988"/>
                </a:lnTo>
                <a:lnTo>
                  <a:pt x="1370076" y="289560"/>
                </a:lnTo>
                <a:lnTo>
                  <a:pt x="1368882" y="298132"/>
                </a:lnTo>
                <a:lnTo>
                  <a:pt x="1367409" y="305562"/>
                </a:lnTo>
                <a:lnTo>
                  <a:pt x="1365351" y="311848"/>
                </a:lnTo>
                <a:lnTo>
                  <a:pt x="1362456" y="316992"/>
                </a:lnTo>
                <a:lnTo>
                  <a:pt x="1359408" y="323088"/>
                </a:lnTo>
                <a:lnTo>
                  <a:pt x="1353312" y="326136"/>
                </a:lnTo>
                <a:lnTo>
                  <a:pt x="1345692" y="326136"/>
                </a:lnTo>
                <a:lnTo>
                  <a:pt x="1337398" y="326466"/>
                </a:lnTo>
                <a:lnTo>
                  <a:pt x="1326261" y="325374"/>
                </a:lnTo>
                <a:lnTo>
                  <a:pt x="1312252" y="323126"/>
                </a:lnTo>
                <a:lnTo>
                  <a:pt x="1295400" y="320040"/>
                </a:lnTo>
                <a:lnTo>
                  <a:pt x="1295400" y="326136"/>
                </a:lnTo>
                <a:lnTo>
                  <a:pt x="1313916" y="333298"/>
                </a:lnTo>
                <a:lnTo>
                  <a:pt x="1328166" y="341185"/>
                </a:lnTo>
                <a:lnTo>
                  <a:pt x="1337830" y="349923"/>
                </a:lnTo>
                <a:lnTo>
                  <a:pt x="1342644" y="359664"/>
                </a:lnTo>
                <a:lnTo>
                  <a:pt x="1356334" y="353631"/>
                </a:lnTo>
                <a:lnTo>
                  <a:pt x="1367599" y="346900"/>
                </a:lnTo>
                <a:lnTo>
                  <a:pt x="1376286" y="339293"/>
                </a:lnTo>
                <a:lnTo>
                  <a:pt x="1382268" y="330708"/>
                </a:lnTo>
                <a:lnTo>
                  <a:pt x="1384388" y="326466"/>
                </a:lnTo>
                <a:lnTo>
                  <a:pt x="1387144" y="320992"/>
                </a:lnTo>
                <a:lnTo>
                  <a:pt x="1390459" y="310134"/>
                </a:lnTo>
                <a:lnTo>
                  <a:pt x="1392339" y="298132"/>
                </a:lnTo>
                <a:lnTo>
                  <a:pt x="1392936" y="284988"/>
                </a:lnTo>
                <a:lnTo>
                  <a:pt x="1392643" y="271602"/>
                </a:lnTo>
                <a:lnTo>
                  <a:pt x="1391793" y="259080"/>
                </a:lnTo>
                <a:lnTo>
                  <a:pt x="1390357" y="247688"/>
                </a:lnTo>
                <a:lnTo>
                  <a:pt x="1388364" y="237744"/>
                </a:lnTo>
                <a:lnTo>
                  <a:pt x="1387970" y="236220"/>
                </a:lnTo>
                <a:lnTo>
                  <a:pt x="1385836" y="227736"/>
                </a:lnTo>
                <a:lnTo>
                  <a:pt x="1383030" y="218313"/>
                </a:lnTo>
                <a:lnTo>
                  <a:pt x="1380210" y="209448"/>
                </a:lnTo>
                <a:lnTo>
                  <a:pt x="1377696" y="201168"/>
                </a:lnTo>
                <a:lnTo>
                  <a:pt x="1402080" y="188976"/>
                </a:lnTo>
                <a:lnTo>
                  <a:pt x="1408125" y="210972"/>
                </a:lnTo>
                <a:lnTo>
                  <a:pt x="1415034" y="231267"/>
                </a:lnTo>
                <a:lnTo>
                  <a:pt x="1432560" y="266700"/>
                </a:lnTo>
                <a:lnTo>
                  <a:pt x="1473708" y="307416"/>
                </a:lnTo>
                <a:lnTo>
                  <a:pt x="1491996" y="318516"/>
                </a:lnTo>
                <a:lnTo>
                  <a:pt x="1497393" y="311365"/>
                </a:lnTo>
                <a:lnTo>
                  <a:pt x="1504378" y="305943"/>
                </a:lnTo>
                <a:lnTo>
                  <a:pt x="1512773" y="302221"/>
                </a:lnTo>
                <a:lnTo>
                  <a:pt x="1522476" y="300228"/>
                </a:lnTo>
                <a:lnTo>
                  <a:pt x="1522476" y="29565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3" name="object 83"/>
          <p:cNvSpPr/>
          <p:nvPr/>
        </p:nvSpPr>
        <p:spPr>
          <a:xfrm>
            <a:off x="7702295" y="4884420"/>
            <a:ext cx="334010" cy="355600"/>
          </a:xfrm>
          <a:custGeom>
            <a:avLst/>
            <a:gdLst/>
            <a:ahLst/>
            <a:cxnLst/>
            <a:rect l="l" t="t" r="r" b="b"/>
            <a:pathLst>
              <a:path w="334009" h="355600">
                <a:moveTo>
                  <a:pt x="328422" y="70104"/>
                </a:moveTo>
                <a:lnTo>
                  <a:pt x="301752" y="70104"/>
                </a:lnTo>
                <a:lnTo>
                  <a:pt x="312420" y="56388"/>
                </a:lnTo>
                <a:lnTo>
                  <a:pt x="328422" y="70104"/>
                </a:lnTo>
                <a:close/>
              </a:path>
              <a:path w="334009" h="355600">
                <a:moveTo>
                  <a:pt x="230124" y="341376"/>
                </a:moveTo>
                <a:lnTo>
                  <a:pt x="231005" y="312777"/>
                </a:lnTo>
                <a:lnTo>
                  <a:pt x="231457" y="279463"/>
                </a:lnTo>
                <a:lnTo>
                  <a:pt x="231558" y="256312"/>
                </a:lnTo>
                <a:lnTo>
                  <a:pt x="231611" y="152387"/>
                </a:lnTo>
                <a:lnTo>
                  <a:pt x="231457" y="117729"/>
                </a:lnTo>
                <a:lnTo>
                  <a:pt x="231005" y="85391"/>
                </a:lnTo>
                <a:lnTo>
                  <a:pt x="230124" y="57912"/>
                </a:lnTo>
                <a:lnTo>
                  <a:pt x="251460" y="70104"/>
                </a:lnTo>
                <a:lnTo>
                  <a:pt x="328422" y="70104"/>
                </a:lnTo>
                <a:lnTo>
                  <a:pt x="333756" y="74676"/>
                </a:lnTo>
                <a:lnTo>
                  <a:pt x="328422" y="79248"/>
                </a:lnTo>
                <a:lnTo>
                  <a:pt x="251460" y="79248"/>
                </a:lnTo>
                <a:lnTo>
                  <a:pt x="251460" y="281940"/>
                </a:lnTo>
                <a:lnTo>
                  <a:pt x="323745" y="281940"/>
                </a:lnTo>
                <a:lnTo>
                  <a:pt x="323862" y="291084"/>
                </a:lnTo>
                <a:lnTo>
                  <a:pt x="251460" y="291084"/>
                </a:lnTo>
                <a:lnTo>
                  <a:pt x="251460" y="332232"/>
                </a:lnTo>
                <a:lnTo>
                  <a:pt x="230124" y="341376"/>
                </a:lnTo>
                <a:close/>
              </a:path>
              <a:path w="334009" h="355600">
                <a:moveTo>
                  <a:pt x="323745" y="281940"/>
                </a:moveTo>
                <a:lnTo>
                  <a:pt x="303276" y="281940"/>
                </a:lnTo>
                <a:lnTo>
                  <a:pt x="303276" y="79248"/>
                </a:lnTo>
                <a:lnTo>
                  <a:pt x="328422" y="79248"/>
                </a:lnTo>
                <a:lnTo>
                  <a:pt x="323088" y="83820"/>
                </a:lnTo>
                <a:lnTo>
                  <a:pt x="323185" y="209909"/>
                </a:lnTo>
                <a:lnTo>
                  <a:pt x="323417" y="256312"/>
                </a:lnTo>
                <a:lnTo>
                  <a:pt x="323745" y="281940"/>
                </a:lnTo>
                <a:close/>
              </a:path>
              <a:path w="334009" h="355600">
                <a:moveTo>
                  <a:pt x="303276" y="327660"/>
                </a:moveTo>
                <a:lnTo>
                  <a:pt x="303276" y="291084"/>
                </a:lnTo>
                <a:lnTo>
                  <a:pt x="323862" y="291084"/>
                </a:lnTo>
                <a:lnTo>
                  <a:pt x="324612" y="315467"/>
                </a:lnTo>
                <a:lnTo>
                  <a:pt x="303276" y="327660"/>
                </a:lnTo>
                <a:close/>
              </a:path>
              <a:path w="334009" h="355600">
                <a:moveTo>
                  <a:pt x="149352" y="89916"/>
                </a:moveTo>
                <a:lnTo>
                  <a:pt x="129540" y="89916"/>
                </a:lnTo>
                <a:lnTo>
                  <a:pt x="129524" y="76200"/>
                </a:lnTo>
                <a:lnTo>
                  <a:pt x="129349" y="46672"/>
                </a:lnTo>
                <a:lnTo>
                  <a:pt x="128897" y="23693"/>
                </a:lnTo>
                <a:lnTo>
                  <a:pt x="128016" y="0"/>
                </a:lnTo>
                <a:lnTo>
                  <a:pt x="163068" y="15240"/>
                </a:lnTo>
                <a:lnTo>
                  <a:pt x="149352" y="27432"/>
                </a:lnTo>
                <a:lnTo>
                  <a:pt x="149352" y="89916"/>
                </a:lnTo>
                <a:close/>
              </a:path>
              <a:path w="334009" h="355600">
                <a:moveTo>
                  <a:pt x="0" y="291084"/>
                </a:moveTo>
                <a:lnTo>
                  <a:pt x="881" y="266199"/>
                </a:lnTo>
                <a:lnTo>
                  <a:pt x="1333" y="237172"/>
                </a:lnTo>
                <a:lnTo>
                  <a:pt x="1384" y="227076"/>
                </a:lnTo>
                <a:lnTo>
                  <a:pt x="1500" y="129849"/>
                </a:lnTo>
                <a:lnTo>
                  <a:pt x="1359" y="103632"/>
                </a:lnTo>
                <a:lnTo>
                  <a:pt x="1255" y="94488"/>
                </a:lnTo>
                <a:lnTo>
                  <a:pt x="881" y="73318"/>
                </a:lnTo>
                <a:lnTo>
                  <a:pt x="0" y="53340"/>
                </a:lnTo>
                <a:lnTo>
                  <a:pt x="22860" y="65532"/>
                </a:lnTo>
                <a:lnTo>
                  <a:pt x="87145" y="65532"/>
                </a:lnTo>
                <a:lnTo>
                  <a:pt x="92964" y="70104"/>
                </a:lnTo>
                <a:lnTo>
                  <a:pt x="87630" y="74676"/>
                </a:lnTo>
                <a:lnTo>
                  <a:pt x="21336" y="74676"/>
                </a:lnTo>
                <a:lnTo>
                  <a:pt x="21336" y="227076"/>
                </a:lnTo>
                <a:lnTo>
                  <a:pt x="82904" y="227076"/>
                </a:lnTo>
                <a:lnTo>
                  <a:pt x="82938" y="229909"/>
                </a:lnTo>
                <a:lnTo>
                  <a:pt x="83164" y="236220"/>
                </a:lnTo>
                <a:lnTo>
                  <a:pt x="21336" y="236220"/>
                </a:lnTo>
                <a:lnTo>
                  <a:pt x="21336" y="280416"/>
                </a:lnTo>
                <a:lnTo>
                  <a:pt x="0" y="291084"/>
                </a:lnTo>
                <a:close/>
              </a:path>
              <a:path w="334009" h="355600">
                <a:moveTo>
                  <a:pt x="87145" y="65532"/>
                </a:moveTo>
                <a:lnTo>
                  <a:pt x="60960" y="65532"/>
                </a:lnTo>
                <a:lnTo>
                  <a:pt x="71628" y="53340"/>
                </a:lnTo>
                <a:lnTo>
                  <a:pt x="87145" y="65532"/>
                </a:lnTo>
                <a:close/>
              </a:path>
              <a:path w="334009" h="355600">
                <a:moveTo>
                  <a:pt x="82904" y="227076"/>
                </a:moveTo>
                <a:lnTo>
                  <a:pt x="62484" y="227076"/>
                </a:lnTo>
                <a:lnTo>
                  <a:pt x="62484" y="74676"/>
                </a:lnTo>
                <a:lnTo>
                  <a:pt x="87630" y="74676"/>
                </a:lnTo>
                <a:lnTo>
                  <a:pt x="82296" y="79248"/>
                </a:lnTo>
                <a:lnTo>
                  <a:pt x="82419" y="172473"/>
                </a:lnTo>
                <a:lnTo>
                  <a:pt x="82486" y="192595"/>
                </a:lnTo>
                <a:lnTo>
                  <a:pt x="82904" y="227076"/>
                </a:lnTo>
                <a:close/>
              </a:path>
              <a:path w="334009" h="355600">
                <a:moveTo>
                  <a:pt x="103632" y="103632"/>
                </a:moveTo>
                <a:lnTo>
                  <a:pt x="89916" y="89916"/>
                </a:lnTo>
                <a:lnTo>
                  <a:pt x="188976" y="89916"/>
                </a:lnTo>
                <a:lnTo>
                  <a:pt x="198120" y="76200"/>
                </a:lnTo>
                <a:lnTo>
                  <a:pt x="220980" y="94488"/>
                </a:lnTo>
                <a:lnTo>
                  <a:pt x="215646" y="99060"/>
                </a:lnTo>
                <a:lnTo>
                  <a:pt x="129540" y="99060"/>
                </a:lnTo>
                <a:lnTo>
                  <a:pt x="122920" y="99345"/>
                </a:lnTo>
                <a:lnTo>
                  <a:pt x="116586" y="100203"/>
                </a:lnTo>
                <a:lnTo>
                  <a:pt x="110251" y="101631"/>
                </a:lnTo>
                <a:lnTo>
                  <a:pt x="103632" y="103632"/>
                </a:lnTo>
                <a:close/>
              </a:path>
              <a:path w="334009" h="355600">
                <a:moveTo>
                  <a:pt x="45720" y="355092"/>
                </a:moveTo>
                <a:lnTo>
                  <a:pt x="41148" y="350520"/>
                </a:lnTo>
                <a:lnTo>
                  <a:pt x="63198" y="326231"/>
                </a:lnTo>
                <a:lnTo>
                  <a:pt x="81534" y="301371"/>
                </a:lnTo>
                <a:lnTo>
                  <a:pt x="108204" y="249936"/>
                </a:lnTo>
                <a:lnTo>
                  <a:pt x="122872" y="185928"/>
                </a:lnTo>
                <a:lnTo>
                  <a:pt x="127277" y="145351"/>
                </a:lnTo>
                <a:lnTo>
                  <a:pt x="129540" y="99060"/>
                </a:lnTo>
                <a:lnTo>
                  <a:pt x="149352" y="99060"/>
                </a:lnTo>
                <a:lnTo>
                  <a:pt x="147042" y="145375"/>
                </a:lnTo>
                <a:lnTo>
                  <a:pt x="142303" y="186118"/>
                </a:lnTo>
                <a:lnTo>
                  <a:pt x="124968" y="251460"/>
                </a:lnTo>
                <a:lnTo>
                  <a:pt x="94488" y="305562"/>
                </a:lnTo>
                <a:lnTo>
                  <a:pt x="72247" y="330755"/>
                </a:lnTo>
                <a:lnTo>
                  <a:pt x="45720" y="355092"/>
                </a:lnTo>
                <a:close/>
              </a:path>
              <a:path w="334009" h="355600">
                <a:moveTo>
                  <a:pt x="191990" y="304800"/>
                </a:moveTo>
                <a:lnTo>
                  <a:pt x="160020" y="304800"/>
                </a:lnTo>
                <a:lnTo>
                  <a:pt x="164592" y="303276"/>
                </a:lnTo>
                <a:lnTo>
                  <a:pt x="167640" y="301752"/>
                </a:lnTo>
                <a:lnTo>
                  <a:pt x="182999" y="247149"/>
                </a:lnTo>
                <a:lnTo>
                  <a:pt x="188190" y="161948"/>
                </a:lnTo>
                <a:lnTo>
                  <a:pt x="190500" y="99060"/>
                </a:lnTo>
                <a:lnTo>
                  <a:pt x="215646" y="99060"/>
                </a:lnTo>
                <a:lnTo>
                  <a:pt x="210312" y="103632"/>
                </a:lnTo>
                <a:lnTo>
                  <a:pt x="207764" y="172473"/>
                </a:lnTo>
                <a:lnTo>
                  <a:pt x="204787" y="225742"/>
                </a:lnTo>
                <a:lnTo>
                  <a:pt x="201525" y="263294"/>
                </a:lnTo>
                <a:lnTo>
                  <a:pt x="198120" y="284988"/>
                </a:lnTo>
                <a:lnTo>
                  <a:pt x="194429" y="298442"/>
                </a:lnTo>
                <a:lnTo>
                  <a:pt x="191990" y="304800"/>
                </a:lnTo>
                <a:close/>
              </a:path>
              <a:path w="334009" h="355600">
                <a:moveTo>
                  <a:pt x="62484" y="265176"/>
                </a:moveTo>
                <a:lnTo>
                  <a:pt x="62484" y="236220"/>
                </a:lnTo>
                <a:lnTo>
                  <a:pt x="83164" y="236220"/>
                </a:lnTo>
                <a:lnTo>
                  <a:pt x="83820" y="254508"/>
                </a:lnTo>
                <a:lnTo>
                  <a:pt x="62484" y="265176"/>
                </a:lnTo>
                <a:close/>
              </a:path>
              <a:path w="334009" h="355600">
                <a:moveTo>
                  <a:pt x="153924" y="339852"/>
                </a:moveTo>
                <a:lnTo>
                  <a:pt x="151638" y="329898"/>
                </a:lnTo>
                <a:lnTo>
                  <a:pt x="144780" y="320802"/>
                </a:lnTo>
                <a:lnTo>
                  <a:pt x="133350" y="312848"/>
                </a:lnTo>
                <a:lnTo>
                  <a:pt x="117348" y="306324"/>
                </a:lnTo>
                <a:lnTo>
                  <a:pt x="118872" y="300228"/>
                </a:lnTo>
                <a:lnTo>
                  <a:pt x="129492" y="302228"/>
                </a:lnTo>
                <a:lnTo>
                  <a:pt x="138684" y="303657"/>
                </a:lnTo>
                <a:lnTo>
                  <a:pt x="146732" y="304514"/>
                </a:lnTo>
                <a:lnTo>
                  <a:pt x="153924" y="304800"/>
                </a:lnTo>
                <a:lnTo>
                  <a:pt x="191990" y="304800"/>
                </a:lnTo>
                <a:lnTo>
                  <a:pt x="190309" y="309181"/>
                </a:lnTo>
                <a:lnTo>
                  <a:pt x="162496" y="336161"/>
                </a:lnTo>
                <a:lnTo>
                  <a:pt x="153924" y="33985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4" name="object 84"/>
          <p:cNvSpPr/>
          <p:nvPr/>
        </p:nvSpPr>
        <p:spPr>
          <a:xfrm>
            <a:off x="8095488" y="4885944"/>
            <a:ext cx="1115695" cy="355600"/>
          </a:xfrm>
          <a:custGeom>
            <a:avLst/>
            <a:gdLst/>
            <a:ahLst/>
            <a:cxnLst/>
            <a:rect l="l" t="t" r="r" b="b"/>
            <a:pathLst>
              <a:path w="1115695" h="355600">
                <a:moveTo>
                  <a:pt x="103632" y="68580"/>
                </a:moveTo>
                <a:lnTo>
                  <a:pt x="97536" y="62484"/>
                </a:lnTo>
                <a:lnTo>
                  <a:pt x="83820" y="48768"/>
                </a:lnTo>
                <a:lnTo>
                  <a:pt x="71628" y="60960"/>
                </a:lnTo>
                <a:lnTo>
                  <a:pt x="71628" y="71628"/>
                </a:lnTo>
                <a:lnTo>
                  <a:pt x="71628" y="213372"/>
                </a:lnTo>
                <a:lnTo>
                  <a:pt x="21336" y="213372"/>
                </a:lnTo>
                <a:lnTo>
                  <a:pt x="21336" y="71628"/>
                </a:lnTo>
                <a:lnTo>
                  <a:pt x="71628" y="71628"/>
                </a:lnTo>
                <a:lnTo>
                  <a:pt x="71628" y="60960"/>
                </a:lnTo>
                <a:lnTo>
                  <a:pt x="70104" y="62484"/>
                </a:lnTo>
                <a:lnTo>
                  <a:pt x="21336" y="62484"/>
                </a:lnTo>
                <a:lnTo>
                  <a:pt x="0" y="48768"/>
                </a:lnTo>
                <a:lnTo>
                  <a:pt x="228" y="73901"/>
                </a:lnTo>
                <a:lnTo>
                  <a:pt x="1282" y="130429"/>
                </a:lnTo>
                <a:lnTo>
                  <a:pt x="1498" y="158508"/>
                </a:lnTo>
                <a:lnTo>
                  <a:pt x="1447" y="170700"/>
                </a:lnTo>
                <a:lnTo>
                  <a:pt x="1257" y="193408"/>
                </a:lnTo>
                <a:lnTo>
                  <a:pt x="266" y="245376"/>
                </a:lnTo>
                <a:lnTo>
                  <a:pt x="190" y="251472"/>
                </a:lnTo>
                <a:lnTo>
                  <a:pt x="0" y="271284"/>
                </a:lnTo>
                <a:lnTo>
                  <a:pt x="21336" y="262140"/>
                </a:lnTo>
                <a:lnTo>
                  <a:pt x="21336" y="222516"/>
                </a:lnTo>
                <a:lnTo>
                  <a:pt x="71628" y="222516"/>
                </a:lnTo>
                <a:lnTo>
                  <a:pt x="71628" y="251472"/>
                </a:lnTo>
                <a:lnTo>
                  <a:pt x="92964" y="239280"/>
                </a:lnTo>
                <a:lnTo>
                  <a:pt x="92113" y="222516"/>
                </a:lnTo>
                <a:lnTo>
                  <a:pt x="91821" y="213372"/>
                </a:lnTo>
                <a:lnTo>
                  <a:pt x="91630" y="206514"/>
                </a:lnTo>
                <a:lnTo>
                  <a:pt x="91452" y="193408"/>
                </a:lnTo>
                <a:lnTo>
                  <a:pt x="91440" y="77736"/>
                </a:lnTo>
                <a:lnTo>
                  <a:pt x="99568" y="71628"/>
                </a:lnTo>
                <a:lnTo>
                  <a:pt x="103632" y="68580"/>
                </a:lnTo>
                <a:close/>
              </a:path>
              <a:path w="1115695" h="355600">
                <a:moveTo>
                  <a:pt x="201168" y="16764"/>
                </a:moveTo>
                <a:lnTo>
                  <a:pt x="167640" y="12"/>
                </a:lnTo>
                <a:lnTo>
                  <a:pt x="168516" y="15151"/>
                </a:lnTo>
                <a:lnTo>
                  <a:pt x="168973" y="28575"/>
                </a:lnTo>
                <a:lnTo>
                  <a:pt x="169138" y="40297"/>
                </a:lnTo>
                <a:lnTo>
                  <a:pt x="169164" y="79248"/>
                </a:lnTo>
                <a:lnTo>
                  <a:pt x="102108" y="79248"/>
                </a:lnTo>
                <a:lnTo>
                  <a:pt x="114300" y="91440"/>
                </a:lnTo>
                <a:lnTo>
                  <a:pt x="128016" y="88392"/>
                </a:lnTo>
                <a:lnTo>
                  <a:pt x="169164" y="88392"/>
                </a:lnTo>
                <a:lnTo>
                  <a:pt x="169164" y="158508"/>
                </a:lnTo>
                <a:lnTo>
                  <a:pt x="109728" y="158508"/>
                </a:lnTo>
                <a:lnTo>
                  <a:pt x="121920" y="170700"/>
                </a:lnTo>
                <a:lnTo>
                  <a:pt x="135636" y="167640"/>
                </a:lnTo>
                <a:lnTo>
                  <a:pt x="169164" y="167640"/>
                </a:lnTo>
                <a:lnTo>
                  <a:pt x="169164" y="236232"/>
                </a:lnTo>
                <a:lnTo>
                  <a:pt x="97536" y="236232"/>
                </a:lnTo>
                <a:lnTo>
                  <a:pt x="109728" y="248424"/>
                </a:lnTo>
                <a:lnTo>
                  <a:pt x="123444" y="245376"/>
                </a:lnTo>
                <a:lnTo>
                  <a:pt x="169164" y="245376"/>
                </a:lnTo>
                <a:lnTo>
                  <a:pt x="169087" y="298919"/>
                </a:lnTo>
                <a:lnTo>
                  <a:pt x="168973" y="311861"/>
                </a:lnTo>
                <a:lnTo>
                  <a:pt x="168516" y="330542"/>
                </a:lnTo>
                <a:lnTo>
                  <a:pt x="167640" y="350532"/>
                </a:lnTo>
                <a:lnTo>
                  <a:pt x="190500" y="339864"/>
                </a:lnTo>
                <a:lnTo>
                  <a:pt x="189611" y="326974"/>
                </a:lnTo>
                <a:lnTo>
                  <a:pt x="189166" y="313385"/>
                </a:lnTo>
                <a:lnTo>
                  <a:pt x="188988" y="298919"/>
                </a:lnTo>
                <a:lnTo>
                  <a:pt x="188976" y="245376"/>
                </a:lnTo>
                <a:lnTo>
                  <a:pt x="188976" y="167640"/>
                </a:lnTo>
                <a:lnTo>
                  <a:pt x="188976" y="88392"/>
                </a:lnTo>
                <a:lnTo>
                  <a:pt x="188976" y="30492"/>
                </a:lnTo>
                <a:lnTo>
                  <a:pt x="201168" y="16764"/>
                </a:lnTo>
                <a:close/>
              </a:path>
              <a:path w="1115695" h="355600">
                <a:moveTo>
                  <a:pt x="339852" y="245376"/>
                </a:moveTo>
                <a:lnTo>
                  <a:pt x="331241" y="236232"/>
                </a:lnTo>
                <a:lnTo>
                  <a:pt x="315468" y="219468"/>
                </a:lnTo>
                <a:lnTo>
                  <a:pt x="298704" y="236232"/>
                </a:lnTo>
                <a:lnTo>
                  <a:pt x="254508" y="236232"/>
                </a:lnTo>
                <a:lnTo>
                  <a:pt x="254508" y="167640"/>
                </a:lnTo>
                <a:lnTo>
                  <a:pt x="330708" y="167640"/>
                </a:lnTo>
                <a:lnTo>
                  <a:pt x="322135" y="158508"/>
                </a:lnTo>
                <a:lnTo>
                  <a:pt x="307848" y="143268"/>
                </a:lnTo>
                <a:lnTo>
                  <a:pt x="292608" y="158508"/>
                </a:lnTo>
                <a:lnTo>
                  <a:pt x="254508" y="158508"/>
                </a:lnTo>
                <a:lnTo>
                  <a:pt x="254508" y="88392"/>
                </a:lnTo>
                <a:lnTo>
                  <a:pt x="336804" y="88392"/>
                </a:lnTo>
                <a:lnTo>
                  <a:pt x="328193" y="79248"/>
                </a:lnTo>
                <a:lnTo>
                  <a:pt x="312420" y="62484"/>
                </a:lnTo>
                <a:lnTo>
                  <a:pt x="295656" y="79248"/>
                </a:lnTo>
                <a:lnTo>
                  <a:pt x="254508" y="79248"/>
                </a:lnTo>
                <a:lnTo>
                  <a:pt x="254508" y="30492"/>
                </a:lnTo>
                <a:lnTo>
                  <a:pt x="266700" y="19812"/>
                </a:lnTo>
                <a:lnTo>
                  <a:pt x="233172" y="1536"/>
                </a:lnTo>
                <a:lnTo>
                  <a:pt x="234048" y="24345"/>
                </a:lnTo>
                <a:lnTo>
                  <a:pt x="234505" y="46875"/>
                </a:lnTo>
                <a:lnTo>
                  <a:pt x="234619" y="62484"/>
                </a:lnTo>
                <a:lnTo>
                  <a:pt x="234505" y="304622"/>
                </a:lnTo>
                <a:lnTo>
                  <a:pt x="234048" y="326504"/>
                </a:lnTo>
                <a:lnTo>
                  <a:pt x="233172" y="350532"/>
                </a:lnTo>
                <a:lnTo>
                  <a:pt x="256032" y="338340"/>
                </a:lnTo>
                <a:lnTo>
                  <a:pt x="255790" y="328930"/>
                </a:lnTo>
                <a:lnTo>
                  <a:pt x="254736" y="308978"/>
                </a:lnTo>
                <a:lnTo>
                  <a:pt x="254508" y="298716"/>
                </a:lnTo>
                <a:lnTo>
                  <a:pt x="254508" y="245376"/>
                </a:lnTo>
                <a:lnTo>
                  <a:pt x="339852" y="245376"/>
                </a:lnTo>
                <a:close/>
              </a:path>
              <a:path w="1115695" h="355600">
                <a:moveTo>
                  <a:pt x="519671" y="243840"/>
                </a:moveTo>
                <a:lnTo>
                  <a:pt x="515099" y="239268"/>
                </a:lnTo>
                <a:lnTo>
                  <a:pt x="451091" y="292608"/>
                </a:lnTo>
                <a:lnTo>
                  <a:pt x="451091" y="155448"/>
                </a:lnTo>
                <a:lnTo>
                  <a:pt x="461759" y="143256"/>
                </a:lnTo>
                <a:lnTo>
                  <a:pt x="429755" y="126492"/>
                </a:lnTo>
                <a:lnTo>
                  <a:pt x="429996" y="139623"/>
                </a:lnTo>
                <a:lnTo>
                  <a:pt x="431050" y="168719"/>
                </a:lnTo>
                <a:lnTo>
                  <a:pt x="431279" y="184404"/>
                </a:lnTo>
                <a:lnTo>
                  <a:pt x="431279" y="300228"/>
                </a:lnTo>
                <a:lnTo>
                  <a:pt x="428231" y="306324"/>
                </a:lnTo>
                <a:lnTo>
                  <a:pt x="422135" y="310896"/>
                </a:lnTo>
                <a:lnTo>
                  <a:pt x="443471" y="333756"/>
                </a:lnTo>
                <a:lnTo>
                  <a:pt x="450888" y="321208"/>
                </a:lnTo>
                <a:lnTo>
                  <a:pt x="466140" y="301942"/>
                </a:lnTo>
                <a:lnTo>
                  <a:pt x="474446" y="292608"/>
                </a:lnTo>
                <a:lnTo>
                  <a:pt x="489127" y="276110"/>
                </a:lnTo>
                <a:lnTo>
                  <a:pt x="519671" y="243840"/>
                </a:lnTo>
                <a:close/>
              </a:path>
              <a:path w="1115695" h="355600">
                <a:moveTo>
                  <a:pt x="525767" y="79248"/>
                </a:moveTo>
                <a:lnTo>
                  <a:pt x="518147" y="71628"/>
                </a:lnTo>
                <a:lnTo>
                  <a:pt x="501383" y="54864"/>
                </a:lnTo>
                <a:lnTo>
                  <a:pt x="487667" y="71628"/>
                </a:lnTo>
                <a:lnTo>
                  <a:pt x="432803" y="71628"/>
                </a:lnTo>
                <a:lnTo>
                  <a:pt x="437375" y="60439"/>
                </a:lnTo>
                <a:lnTo>
                  <a:pt x="446519" y="38633"/>
                </a:lnTo>
                <a:lnTo>
                  <a:pt x="451091" y="27432"/>
                </a:lnTo>
                <a:lnTo>
                  <a:pt x="464807" y="18288"/>
                </a:lnTo>
                <a:lnTo>
                  <a:pt x="431279" y="0"/>
                </a:lnTo>
                <a:lnTo>
                  <a:pt x="429285" y="11201"/>
                </a:lnTo>
                <a:lnTo>
                  <a:pt x="425564" y="26670"/>
                </a:lnTo>
                <a:lnTo>
                  <a:pt x="412991" y="71628"/>
                </a:lnTo>
                <a:lnTo>
                  <a:pt x="393560" y="123063"/>
                </a:lnTo>
                <a:lnTo>
                  <a:pt x="371843" y="167640"/>
                </a:lnTo>
                <a:lnTo>
                  <a:pt x="376415" y="170688"/>
                </a:lnTo>
                <a:lnTo>
                  <a:pt x="390118" y="151282"/>
                </a:lnTo>
                <a:lnTo>
                  <a:pt x="403656" y="129730"/>
                </a:lnTo>
                <a:lnTo>
                  <a:pt x="416928" y="106184"/>
                </a:lnTo>
                <a:lnTo>
                  <a:pt x="429755" y="80772"/>
                </a:lnTo>
                <a:lnTo>
                  <a:pt x="489191" y="80772"/>
                </a:lnTo>
                <a:lnTo>
                  <a:pt x="463283" y="137160"/>
                </a:lnTo>
                <a:lnTo>
                  <a:pt x="467855" y="138684"/>
                </a:lnTo>
                <a:lnTo>
                  <a:pt x="480428" y="121234"/>
                </a:lnTo>
                <a:lnTo>
                  <a:pt x="490715" y="107632"/>
                </a:lnTo>
                <a:lnTo>
                  <a:pt x="521195" y="80772"/>
                </a:lnTo>
                <a:lnTo>
                  <a:pt x="525767" y="79248"/>
                </a:lnTo>
                <a:close/>
              </a:path>
              <a:path w="1115695" h="355600">
                <a:moveTo>
                  <a:pt x="705599" y="236220"/>
                </a:moveTo>
                <a:lnTo>
                  <a:pt x="701027" y="231648"/>
                </a:lnTo>
                <a:lnTo>
                  <a:pt x="685787" y="216408"/>
                </a:lnTo>
                <a:lnTo>
                  <a:pt x="673595" y="228600"/>
                </a:lnTo>
                <a:lnTo>
                  <a:pt x="673595" y="240792"/>
                </a:lnTo>
                <a:lnTo>
                  <a:pt x="673595" y="309372"/>
                </a:lnTo>
                <a:lnTo>
                  <a:pt x="568439" y="309372"/>
                </a:lnTo>
                <a:lnTo>
                  <a:pt x="568439" y="240792"/>
                </a:lnTo>
                <a:lnTo>
                  <a:pt x="673595" y="240792"/>
                </a:lnTo>
                <a:lnTo>
                  <a:pt x="673595" y="228600"/>
                </a:lnTo>
                <a:lnTo>
                  <a:pt x="670547" y="231648"/>
                </a:lnTo>
                <a:lnTo>
                  <a:pt x="568439" y="231648"/>
                </a:lnTo>
                <a:lnTo>
                  <a:pt x="568439" y="193548"/>
                </a:lnTo>
                <a:lnTo>
                  <a:pt x="659879" y="193548"/>
                </a:lnTo>
                <a:lnTo>
                  <a:pt x="659879" y="208788"/>
                </a:lnTo>
                <a:lnTo>
                  <a:pt x="681215" y="198120"/>
                </a:lnTo>
                <a:lnTo>
                  <a:pt x="680897" y="193548"/>
                </a:lnTo>
                <a:lnTo>
                  <a:pt x="680339" y="185508"/>
                </a:lnTo>
                <a:lnTo>
                  <a:pt x="680313" y="184404"/>
                </a:lnTo>
                <a:lnTo>
                  <a:pt x="679894" y="170688"/>
                </a:lnTo>
                <a:lnTo>
                  <a:pt x="679754" y="155448"/>
                </a:lnTo>
                <a:lnTo>
                  <a:pt x="679691" y="131064"/>
                </a:lnTo>
                <a:lnTo>
                  <a:pt x="685787" y="126492"/>
                </a:lnTo>
                <a:lnTo>
                  <a:pt x="691883" y="121920"/>
                </a:lnTo>
                <a:lnTo>
                  <a:pt x="687641" y="117348"/>
                </a:lnTo>
                <a:lnTo>
                  <a:pt x="672071" y="100584"/>
                </a:lnTo>
                <a:lnTo>
                  <a:pt x="659879" y="113995"/>
                </a:lnTo>
                <a:lnTo>
                  <a:pt x="659879" y="126492"/>
                </a:lnTo>
                <a:lnTo>
                  <a:pt x="659879" y="184404"/>
                </a:lnTo>
                <a:lnTo>
                  <a:pt x="568439" y="184404"/>
                </a:lnTo>
                <a:lnTo>
                  <a:pt x="568439" y="126492"/>
                </a:lnTo>
                <a:lnTo>
                  <a:pt x="659879" y="126492"/>
                </a:lnTo>
                <a:lnTo>
                  <a:pt x="659879" y="113995"/>
                </a:lnTo>
                <a:lnTo>
                  <a:pt x="656831" y="117348"/>
                </a:lnTo>
                <a:lnTo>
                  <a:pt x="569963" y="117348"/>
                </a:lnTo>
                <a:lnTo>
                  <a:pt x="547103" y="102108"/>
                </a:lnTo>
                <a:lnTo>
                  <a:pt x="547992" y="133337"/>
                </a:lnTo>
                <a:lnTo>
                  <a:pt x="548436" y="165544"/>
                </a:lnTo>
                <a:lnTo>
                  <a:pt x="548538" y="185508"/>
                </a:lnTo>
                <a:lnTo>
                  <a:pt x="548551" y="246888"/>
                </a:lnTo>
                <a:lnTo>
                  <a:pt x="548398" y="268947"/>
                </a:lnTo>
                <a:lnTo>
                  <a:pt x="548005" y="292608"/>
                </a:lnTo>
                <a:lnTo>
                  <a:pt x="547344" y="329425"/>
                </a:lnTo>
                <a:lnTo>
                  <a:pt x="547103" y="355092"/>
                </a:lnTo>
                <a:lnTo>
                  <a:pt x="568439" y="342900"/>
                </a:lnTo>
                <a:lnTo>
                  <a:pt x="568439" y="318516"/>
                </a:lnTo>
                <a:lnTo>
                  <a:pt x="673595" y="318516"/>
                </a:lnTo>
                <a:lnTo>
                  <a:pt x="673595" y="345948"/>
                </a:lnTo>
                <a:lnTo>
                  <a:pt x="694931" y="335280"/>
                </a:lnTo>
                <a:lnTo>
                  <a:pt x="694055" y="321906"/>
                </a:lnTo>
                <a:lnTo>
                  <a:pt x="693978" y="318516"/>
                </a:lnTo>
                <a:lnTo>
                  <a:pt x="693762" y="309372"/>
                </a:lnTo>
                <a:lnTo>
                  <a:pt x="693597" y="302514"/>
                </a:lnTo>
                <a:lnTo>
                  <a:pt x="693534" y="292608"/>
                </a:lnTo>
                <a:lnTo>
                  <a:pt x="693407" y="246888"/>
                </a:lnTo>
                <a:lnTo>
                  <a:pt x="700379" y="240792"/>
                </a:lnTo>
                <a:lnTo>
                  <a:pt x="705599" y="236220"/>
                </a:lnTo>
                <a:close/>
              </a:path>
              <a:path w="1115695" h="355600">
                <a:moveTo>
                  <a:pt x="731507" y="68580"/>
                </a:moveTo>
                <a:lnTo>
                  <a:pt x="721791" y="59436"/>
                </a:lnTo>
                <a:lnTo>
                  <a:pt x="705599" y="44196"/>
                </a:lnTo>
                <a:lnTo>
                  <a:pt x="693407" y="59436"/>
                </a:lnTo>
                <a:lnTo>
                  <a:pt x="626351" y="59436"/>
                </a:lnTo>
                <a:lnTo>
                  <a:pt x="633971" y="51816"/>
                </a:lnTo>
                <a:lnTo>
                  <a:pt x="637019" y="45720"/>
                </a:lnTo>
                <a:lnTo>
                  <a:pt x="637019" y="36576"/>
                </a:lnTo>
                <a:lnTo>
                  <a:pt x="635495" y="32004"/>
                </a:lnTo>
                <a:lnTo>
                  <a:pt x="591299" y="3048"/>
                </a:lnTo>
                <a:lnTo>
                  <a:pt x="588251" y="6096"/>
                </a:lnTo>
                <a:lnTo>
                  <a:pt x="595452" y="14693"/>
                </a:lnTo>
                <a:lnTo>
                  <a:pt x="601205" y="22288"/>
                </a:lnTo>
                <a:lnTo>
                  <a:pt x="605828" y="29032"/>
                </a:lnTo>
                <a:lnTo>
                  <a:pt x="609587" y="35052"/>
                </a:lnTo>
                <a:lnTo>
                  <a:pt x="612635" y="44196"/>
                </a:lnTo>
                <a:lnTo>
                  <a:pt x="615683" y="59436"/>
                </a:lnTo>
                <a:lnTo>
                  <a:pt x="551675" y="59436"/>
                </a:lnTo>
                <a:lnTo>
                  <a:pt x="551675" y="45720"/>
                </a:lnTo>
                <a:lnTo>
                  <a:pt x="545579" y="45720"/>
                </a:lnTo>
                <a:lnTo>
                  <a:pt x="527291" y="85344"/>
                </a:lnTo>
                <a:lnTo>
                  <a:pt x="519671" y="91440"/>
                </a:lnTo>
                <a:lnTo>
                  <a:pt x="516623" y="96012"/>
                </a:lnTo>
                <a:lnTo>
                  <a:pt x="516623" y="102108"/>
                </a:lnTo>
                <a:lnTo>
                  <a:pt x="518147" y="103632"/>
                </a:lnTo>
                <a:lnTo>
                  <a:pt x="524243" y="106680"/>
                </a:lnTo>
                <a:lnTo>
                  <a:pt x="534911" y="106680"/>
                </a:lnTo>
                <a:lnTo>
                  <a:pt x="551675" y="68580"/>
                </a:lnTo>
                <a:lnTo>
                  <a:pt x="696455" y="68580"/>
                </a:lnTo>
                <a:lnTo>
                  <a:pt x="684263" y="102108"/>
                </a:lnTo>
                <a:lnTo>
                  <a:pt x="688835" y="105156"/>
                </a:lnTo>
                <a:lnTo>
                  <a:pt x="698271" y="94640"/>
                </a:lnTo>
                <a:lnTo>
                  <a:pt x="705980" y="86106"/>
                </a:lnTo>
                <a:lnTo>
                  <a:pt x="711987" y="79870"/>
                </a:lnTo>
                <a:lnTo>
                  <a:pt x="716267" y="76200"/>
                </a:lnTo>
                <a:lnTo>
                  <a:pt x="720839" y="73152"/>
                </a:lnTo>
                <a:lnTo>
                  <a:pt x="725411" y="71628"/>
                </a:lnTo>
                <a:lnTo>
                  <a:pt x="731507" y="68580"/>
                </a:lnTo>
                <a:close/>
              </a:path>
              <a:path w="1115695" h="355600">
                <a:moveTo>
                  <a:pt x="1106424" y="228612"/>
                </a:moveTo>
                <a:lnTo>
                  <a:pt x="1085481" y="193344"/>
                </a:lnTo>
                <a:lnTo>
                  <a:pt x="1031240" y="153860"/>
                </a:lnTo>
                <a:lnTo>
                  <a:pt x="987552" y="124980"/>
                </a:lnTo>
                <a:lnTo>
                  <a:pt x="982980" y="129552"/>
                </a:lnTo>
                <a:lnTo>
                  <a:pt x="1017003" y="159791"/>
                </a:lnTo>
                <a:lnTo>
                  <a:pt x="1043749" y="186321"/>
                </a:lnTo>
                <a:lnTo>
                  <a:pt x="1063345" y="208838"/>
                </a:lnTo>
                <a:lnTo>
                  <a:pt x="1075944" y="227088"/>
                </a:lnTo>
                <a:lnTo>
                  <a:pt x="1081366" y="237324"/>
                </a:lnTo>
                <a:lnTo>
                  <a:pt x="1086231" y="244995"/>
                </a:lnTo>
                <a:lnTo>
                  <a:pt x="1090510" y="249796"/>
                </a:lnTo>
                <a:lnTo>
                  <a:pt x="1094232" y="251472"/>
                </a:lnTo>
                <a:lnTo>
                  <a:pt x="1095756" y="251472"/>
                </a:lnTo>
                <a:lnTo>
                  <a:pt x="1098804" y="248424"/>
                </a:lnTo>
                <a:lnTo>
                  <a:pt x="1101852" y="242328"/>
                </a:lnTo>
                <a:lnTo>
                  <a:pt x="1104900" y="237756"/>
                </a:lnTo>
                <a:lnTo>
                  <a:pt x="1106424" y="231660"/>
                </a:lnTo>
                <a:lnTo>
                  <a:pt x="1106424" y="228612"/>
                </a:lnTo>
                <a:close/>
              </a:path>
              <a:path w="1115695" h="355600">
                <a:moveTo>
                  <a:pt x="1115568" y="36588"/>
                </a:moveTo>
                <a:lnTo>
                  <a:pt x="1083564" y="4584"/>
                </a:lnTo>
                <a:lnTo>
                  <a:pt x="1060704" y="27444"/>
                </a:lnTo>
                <a:lnTo>
                  <a:pt x="769620" y="27444"/>
                </a:lnTo>
                <a:lnTo>
                  <a:pt x="783336" y="41160"/>
                </a:lnTo>
                <a:lnTo>
                  <a:pt x="791616" y="39154"/>
                </a:lnTo>
                <a:lnTo>
                  <a:pt x="800481" y="37731"/>
                </a:lnTo>
                <a:lnTo>
                  <a:pt x="809904" y="36868"/>
                </a:lnTo>
                <a:lnTo>
                  <a:pt x="819912" y="36588"/>
                </a:lnTo>
                <a:lnTo>
                  <a:pt x="938784" y="36588"/>
                </a:lnTo>
                <a:lnTo>
                  <a:pt x="923683" y="73139"/>
                </a:lnTo>
                <a:lnTo>
                  <a:pt x="906018" y="107264"/>
                </a:lnTo>
                <a:lnTo>
                  <a:pt x="864108" y="167652"/>
                </a:lnTo>
                <a:lnTo>
                  <a:pt x="815911" y="219278"/>
                </a:lnTo>
                <a:lnTo>
                  <a:pt x="766572" y="260616"/>
                </a:lnTo>
                <a:lnTo>
                  <a:pt x="769620" y="266712"/>
                </a:lnTo>
                <a:lnTo>
                  <a:pt x="816457" y="235864"/>
                </a:lnTo>
                <a:lnTo>
                  <a:pt x="858583" y="200609"/>
                </a:lnTo>
                <a:lnTo>
                  <a:pt x="895845" y="161048"/>
                </a:lnTo>
                <a:lnTo>
                  <a:pt x="928116" y="117360"/>
                </a:lnTo>
                <a:lnTo>
                  <a:pt x="928090" y="274040"/>
                </a:lnTo>
                <a:lnTo>
                  <a:pt x="927925" y="298335"/>
                </a:lnTo>
                <a:lnTo>
                  <a:pt x="927468" y="324332"/>
                </a:lnTo>
                <a:lnTo>
                  <a:pt x="926592" y="352056"/>
                </a:lnTo>
                <a:lnTo>
                  <a:pt x="952500" y="341388"/>
                </a:lnTo>
                <a:lnTo>
                  <a:pt x="952258" y="327647"/>
                </a:lnTo>
                <a:lnTo>
                  <a:pt x="951738" y="311480"/>
                </a:lnTo>
                <a:lnTo>
                  <a:pt x="951204" y="292735"/>
                </a:lnTo>
                <a:lnTo>
                  <a:pt x="951001" y="274040"/>
                </a:lnTo>
                <a:lnTo>
                  <a:pt x="950976" y="124980"/>
                </a:lnTo>
                <a:lnTo>
                  <a:pt x="960767" y="117360"/>
                </a:lnTo>
                <a:lnTo>
                  <a:pt x="964692" y="114312"/>
                </a:lnTo>
                <a:lnTo>
                  <a:pt x="938784" y="97548"/>
                </a:lnTo>
                <a:lnTo>
                  <a:pt x="947394" y="80949"/>
                </a:lnTo>
                <a:lnTo>
                  <a:pt x="955167" y="65354"/>
                </a:lnTo>
                <a:lnTo>
                  <a:pt x="962355" y="50609"/>
                </a:lnTo>
                <a:lnTo>
                  <a:pt x="969264" y="36588"/>
                </a:lnTo>
                <a:lnTo>
                  <a:pt x="1115568" y="3658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5" name="object 85"/>
          <p:cNvSpPr/>
          <p:nvPr/>
        </p:nvSpPr>
        <p:spPr>
          <a:xfrm>
            <a:off x="9261335" y="4881371"/>
            <a:ext cx="737870" cy="363220"/>
          </a:xfrm>
          <a:custGeom>
            <a:avLst/>
            <a:gdLst/>
            <a:ahLst/>
            <a:cxnLst/>
            <a:rect l="l" t="t" r="r" b="b"/>
            <a:pathLst>
              <a:path w="737870" h="363220">
                <a:moveTo>
                  <a:pt x="338328" y="321564"/>
                </a:moveTo>
                <a:lnTo>
                  <a:pt x="315239" y="286308"/>
                </a:lnTo>
                <a:lnTo>
                  <a:pt x="313944" y="245364"/>
                </a:lnTo>
                <a:lnTo>
                  <a:pt x="304800" y="245364"/>
                </a:lnTo>
                <a:lnTo>
                  <a:pt x="302882" y="291020"/>
                </a:lnTo>
                <a:lnTo>
                  <a:pt x="289560" y="326136"/>
                </a:lnTo>
                <a:lnTo>
                  <a:pt x="240792" y="326136"/>
                </a:lnTo>
                <a:lnTo>
                  <a:pt x="226555" y="324421"/>
                </a:lnTo>
                <a:lnTo>
                  <a:pt x="216027" y="319278"/>
                </a:lnTo>
                <a:lnTo>
                  <a:pt x="209511" y="310705"/>
                </a:lnTo>
                <a:lnTo>
                  <a:pt x="207264" y="298704"/>
                </a:lnTo>
                <a:lnTo>
                  <a:pt x="207264" y="135636"/>
                </a:lnTo>
                <a:lnTo>
                  <a:pt x="268224" y="131064"/>
                </a:lnTo>
                <a:lnTo>
                  <a:pt x="273659" y="138188"/>
                </a:lnTo>
                <a:lnTo>
                  <a:pt x="278511" y="145732"/>
                </a:lnTo>
                <a:lnTo>
                  <a:pt x="282803" y="153568"/>
                </a:lnTo>
                <a:lnTo>
                  <a:pt x="286512" y="161544"/>
                </a:lnTo>
                <a:lnTo>
                  <a:pt x="289560" y="167640"/>
                </a:lnTo>
                <a:lnTo>
                  <a:pt x="292608" y="170688"/>
                </a:lnTo>
                <a:lnTo>
                  <a:pt x="297180" y="170688"/>
                </a:lnTo>
                <a:lnTo>
                  <a:pt x="301752" y="166116"/>
                </a:lnTo>
                <a:lnTo>
                  <a:pt x="304800" y="160020"/>
                </a:lnTo>
                <a:lnTo>
                  <a:pt x="307848" y="152400"/>
                </a:lnTo>
                <a:lnTo>
                  <a:pt x="310896" y="146304"/>
                </a:lnTo>
                <a:lnTo>
                  <a:pt x="310896" y="135636"/>
                </a:lnTo>
                <a:lnTo>
                  <a:pt x="307848" y="128016"/>
                </a:lnTo>
                <a:lnTo>
                  <a:pt x="275272" y="95821"/>
                </a:lnTo>
                <a:lnTo>
                  <a:pt x="213360" y="57912"/>
                </a:lnTo>
                <a:lnTo>
                  <a:pt x="208788" y="62484"/>
                </a:lnTo>
                <a:lnTo>
                  <a:pt x="224218" y="77368"/>
                </a:lnTo>
                <a:lnTo>
                  <a:pt x="238506" y="92392"/>
                </a:lnTo>
                <a:lnTo>
                  <a:pt x="251650" y="107708"/>
                </a:lnTo>
                <a:lnTo>
                  <a:pt x="263652" y="123444"/>
                </a:lnTo>
                <a:lnTo>
                  <a:pt x="221919" y="125730"/>
                </a:lnTo>
                <a:lnTo>
                  <a:pt x="174307" y="128016"/>
                </a:lnTo>
                <a:lnTo>
                  <a:pt x="120713" y="130302"/>
                </a:lnTo>
                <a:lnTo>
                  <a:pt x="60960" y="132588"/>
                </a:lnTo>
                <a:lnTo>
                  <a:pt x="103251" y="89141"/>
                </a:lnTo>
                <a:lnTo>
                  <a:pt x="136398" y="56959"/>
                </a:lnTo>
                <a:lnTo>
                  <a:pt x="160401" y="35941"/>
                </a:lnTo>
                <a:lnTo>
                  <a:pt x="175260" y="25908"/>
                </a:lnTo>
                <a:lnTo>
                  <a:pt x="143256" y="0"/>
                </a:lnTo>
                <a:lnTo>
                  <a:pt x="122682" y="37719"/>
                </a:lnTo>
                <a:lnTo>
                  <a:pt x="88392" y="82296"/>
                </a:lnTo>
                <a:lnTo>
                  <a:pt x="50482" y="119253"/>
                </a:lnTo>
                <a:lnTo>
                  <a:pt x="22860" y="131064"/>
                </a:lnTo>
                <a:lnTo>
                  <a:pt x="41148" y="164592"/>
                </a:lnTo>
                <a:lnTo>
                  <a:pt x="49199" y="160045"/>
                </a:lnTo>
                <a:lnTo>
                  <a:pt x="62103" y="155638"/>
                </a:lnTo>
                <a:lnTo>
                  <a:pt x="80162" y="151523"/>
                </a:lnTo>
                <a:lnTo>
                  <a:pt x="103632" y="147828"/>
                </a:lnTo>
                <a:lnTo>
                  <a:pt x="102514" y="199263"/>
                </a:lnTo>
                <a:lnTo>
                  <a:pt x="96964" y="241554"/>
                </a:lnTo>
                <a:lnTo>
                  <a:pt x="73152" y="298704"/>
                </a:lnTo>
                <a:lnTo>
                  <a:pt x="38862" y="332232"/>
                </a:lnTo>
                <a:lnTo>
                  <a:pt x="0" y="356616"/>
                </a:lnTo>
                <a:lnTo>
                  <a:pt x="1524" y="362712"/>
                </a:lnTo>
                <a:lnTo>
                  <a:pt x="64579" y="331660"/>
                </a:lnTo>
                <a:lnTo>
                  <a:pt x="103632" y="292608"/>
                </a:lnTo>
                <a:lnTo>
                  <a:pt x="122682" y="234696"/>
                </a:lnTo>
                <a:lnTo>
                  <a:pt x="127215" y="193598"/>
                </a:lnTo>
                <a:lnTo>
                  <a:pt x="128016" y="144780"/>
                </a:lnTo>
                <a:lnTo>
                  <a:pt x="184404" y="138684"/>
                </a:lnTo>
                <a:lnTo>
                  <a:pt x="184404" y="307848"/>
                </a:lnTo>
                <a:lnTo>
                  <a:pt x="188976" y="324980"/>
                </a:lnTo>
                <a:lnTo>
                  <a:pt x="198120" y="337375"/>
                </a:lnTo>
                <a:lnTo>
                  <a:pt x="211836" y="344932"/>
                </a:lnTo>
                <a:lnTo>
                  <a:pt x="230124" y="347472"/>
                </a:lnTo>
                <a:lnTo>
                  <a:pt x="289560" y="347472"/>
                </a:lnTo>
                <a:lnTo>
                  <a:pt x="307047" y="345782"/>
                </a:lnTo>
                <a:lnTo>
                  <a:pt x="320802" y="340804"/>
                </a:lnTo>
                <a:lnTo>
                  <a:pt x="331139" y="332689"/>
                </a:lnTo>
                <a:lnTo>
                  <a:pt x="338328" y="321564"/>
                </a:lnTo>
                <a:close/>
              </a:path>
              <a:path w="737870" h="363220">
                <a:moveTo>
                  <a:pt x="470941" y="55270"/>
                </a:moveTo>
                <a:lnTo>
                  <a:pt x="468833" y="49720"/>
                </a:lnTo>
                <a:lnTo>
                  <a:pt x="464705" y="44462"/>
                </a:lnTo>
                <a:lnTo>
                  <a:pt x="458736" y="39624"/>
                </a:lnTo>
                <a:lnTo>
                  <a:pt x="451891" y="33896"/>
                </a:lnTo>
                <a:lnTo>
                  <a:pt x="442925" y="28003"/>
                </a:lnTo>
                <a:lnTo>
                  <a:pt x="431939" y="21844"/>
                </a:lnTo>
                <a:lnTo>
                  <a:pt x="419112" y="15240"/>
                </a:lnTo>
                <a:lnTo>
                  <a:pt x="416064" y="19812"/>
                </a:lnTo>
                <a:lnTo>
                  <a:pt x="426364" y="33197"/>
                </a:lnTo>
                <a:lnTo>
                  <a:pt x="434543" y="45720"/>
                </a:lnTo>
                <a:lnTo>
                  <a:pt x="440702" y="57111"/>
                </a:lnTo>
                <a:lnTo>
                  <a:pt x="445020" y="67056"/>
                </a:lnTo>
                <a:lnTo>
                  <a:pt x="448068" y="77724"/>
                </a:lnTo>
                <a:lnTo>
                  <a:pt x="451116" y="82296"/>
                </a:lnTo>
                <a:lnTo>
                  <a:pt x="455688" y="82296"/>
                </a:lnTo>
                <a:lnTo>
                  <a:pt x="458736" y="80772"/>
                </a:lnTo>
                <a:lnTo>
                  <a:pt x="467880" y="74676"/>
                </a:lnTo>
                <a:lnTo>
                  <a:pt x="469404" y="68580"/>
                </a:lnTo>
                <a:lnTo>
                  <a:pt x="470928" y="60960"/>
                </a:lnTo>
                <a:lnTo>
                  <a:pt x="470941" y="55270"/>
                </a:lnTo>
                <a:close/>
              </a:path>
              <a:path w="737870" h="363220">
                <a:moveTo>
                  <a:pt x="528840" y="236220"/>
                </a:moveTo>
                <a:lnTo>
                  <a:pt x="524268" y="231648"/>
                </a:lnTo>
                <a:lnTo>
                  <a:pt x="460260" y="288036"/>
                </a:lnTo>
                <a:lnTo>
                  <a:pt x="460260" y="147828"/>
                </a:lnTo>
                <a:lnTo>
                  <a:pt x="466128" y="143256"/>
                </a:lnTo>
                <a:lnTo>
                  <a:pt x="473976" y="137160"/>
                </a:lnTo>
                <a:lnTo>
                  <a:pt x="448068" y="118872"/>
                </a:lnTo>
                <a:lnTo>
                  <a:pt x="438924" y="134112"/>
                </a:lnTo>
                <a:lnTo>
                  <a:pt x="379488" y="134112"/>
                </a:lnTo>
                <a:lnTo>
                  <a:pt x="393204" y="147828"/>
                </a:lnTo>
                <a:lnTo>
                  <a:pt x="400913" y="145834"/>
                </a:lnTo>
                <a:lnTo>
                  <a:pt x="408063" y="144399"/>
                </a:lnTo>
                <a:lnTo>
                  <a:pt x="414629" y="143548"/>
                </a:lnTo>
                <a:lnTo>
                  <a:pt x="420636" y="143256"/>
                </a:lnTo>
                <a:lnTo>
                  <a:pt x="440448" y="143256"/>
                </a:lnTo>
                <a:lnTo>
                  <a:pt x="440448" y="289560"/>
                </a:lnTo>
                <a:lnTo>
                  <a:pt x="437400" y="297180"/>
                </a:lnTo>
                <a:lnTo>
                  <a:pt x="434352" y="303276"/>
                </a:lnTo>
                <a:lnTo>
                  <a:pt x="457212" y="329184"/>
                </a:lnTo>
                <a:lnTo>
                  <a:pt x="483120" y="289560"/>
                </a:lnTo>
                <a:lnTo>
                  <a:pt x="514832" y="251637"/>
                </a:lnTo>
                <a:lnTo>
                  <a:pt x="528840" y="236220"/>
                </a:lnTo>
                <a:close/>
              </a:path>
              <a:path w="737870" h="363220">
                <a:moveTo>
                  <a:pt x="737628" y="199644"/>
                </a:moveTo>
                <a:lnTo>
                  <a:pt x="710196" y="169164"/>
                </a:lnTo>
                <a:lnTo>
                  <a:pt x="687336" y="190500"/>
                </a:lnTo>
                <a:lnTo>
                  <a:pt x="629424" y="190500"/>
                </a:lnTo>
                <a:lnTo>
                  <a:pt x="629424" y="83820"/>
                </a:lnTo>
                <a:lnTo>
                  <a:pt x="719340" y="83820"/>
                </a:lnTo>
                <a:lnTo>
                  <a:pt x="710628" y="74676"/>
                </a:lnTo>
                <a:lnTo>
                  <a:pt x="688860" y="51816"/>
                </a:lnTo>
                <a:lnTo>
                  <a:pt x="667524" y="74676"/>
                </a:lnTo>
                <a:lnTo>
                  <a:pt x="559320" y="74676"/>
                </a:lnTo>
                <a:lnTo>
                  <a:pt x="565035" y="63487"/>
                </a:lnTo>
                <a:lnTo>
                  <a:pt x="576465" y="41681"/>
                </a:lnTo>
                <a:lnTo>
                  <a:pt x="582180" y="30480"/>
                </a:lnTo>
                <a:lnTo>
                  <a:pt x="594372" y="22860"/>
                </a:lnTo>
                <a:lnTo>
                  <a:pt x="557796" y="3048"/>
                </a:lnTo>
                <a:lnTo>
                  <a:pt x="555523" y="16154"/>
                </a:lnTo>
                <a:lnTo>
                  <a:pt x="551129" y="32385"/>
                </a:lnTo>
                <a:lnTo>
                  <a:pt x="536460" y="73152"/>
                </a:lnTo>
                <a:lnTo>
                  <a:pt x="517220" y="117538"/>
                </a:lnTo>
                <a:lnTo>
                  <a:pt x="492264" y="158496"/>
                </a:lnTo>
                <a:lnTo>
                  <a:pt x="496836" y="163068"/>
                </a:lnTo>
                <a:lnTo>
                  <a:pt x="513410" y="145338"/>
                </a:lnTo>
                <a:lnTo>
                  <a:pt x="528840" y="126301"/>
                </a:lnTo>
                <a:lnTo>
                  <a:pt x="543128" y="105854"/>
                </a:lnTo>
                <a:lnTo>
                  <a:pt x="556272" y="83820"/>
                </a:lnTo>
                <a:lnTo>
                  <a:pt x="608088" y="83820"/>
                </a:lnTo>
                <a:lnTo>
                  <a:pt x="608088" y="190500"/>
                </a:lnTo>
                <a:lnTo>
                  <a:pt x="484644" y="190500"/>
                </a:lnTo>
                <a:lnTo>
                  <a:pt x="498360" y="204216"/>
                </a:lnTo>
                <a:lnTo>
                  <a:pt x="506310" y="202222"/>
                </a:lnTo>
                <a:lnTo>
                  <a:pt x="513981" y="200787"/>
                </a:lnTo>
                <a:lnTo>
                  <a:pt x="521068" y="199936"/>
                </a:lnTo>
                <a:lnTo>
                  <a:pt x="527316" y="199644"/>
                </a:lnTo>
                <a:lnTo>
                  <a:pt x="608088" y="199644"/>
                </a:lnTo>
                <a:lnTo>
                  <a:pt x="607999" y="251637"/>
                </a:lnTo>
                <a:lnTo>
                  <a:pt x="607872" y="278447"/>
                </a:lnTo>
                <a:lnTo>
                  <a:pt x="607428" y="319138"/>
                </a:lnTo>
                <a:lnTo>
                  <a:pt x="606564" y="361188"/>
                </a:lnTo>
                <a:lnTo>
                  <a:pt x="630948" y="348996"/>
                </a:lnTo>
                <a:lnTo>
                  <a:pt x="630059" y="325018"/>
                </a:lnTo>
                <a:lnTo>
                  <a:pt x="629615" y="292036"/>
                </a:lnTo>
                <a:lnTo>
                  <a:pt x="629500" y="265747"/>
                </a:lnTo>
                <a:lnTo>
                  <a:pt x="629424" y="199644"/>
                </a:lnTo>
                <a:lnTo>
                  <a:pt x="737628" y="19964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6" name="object 86"/>
          <p:cNvSpPr/>
          <p:nvPr/>
        </p:nvSpPr>
        <p:spPr>
          <a:xfrm>
            <a:off x="2121395" y="5359908"/>
            <a:ext cx="1923414" cy="360045"/>
          </a:xfrm>
          <a:custGeom>
            <a:avLst/>
            <a:gdLst/>
            <a:ahLst/>
            <a:cxnLst/>
            <a:rect l="l" t="t" r="r" b="b"/>
            <a:pathLst>
              <a:path w="1923414" h="360045">
                <a:moveTo>
                  <a:pt x="123444" y="21336"/>
                </a:moveTo>
                <a:lnTo>
                  <a:pt x="88392" y="3048"/>
                </a:lnTo>
                <a:lnTo>
                  <a:pt x="81851" y="30467"/>
                </a:lnTo>
                <a:lnTo>
                  <a:pt x="73723" y="57721"/>
                </a:lnTo>
                <a:lnTo>
                  <a:pt x="53340" y="111252"/>
                </a:lnTo>
                <a:lnTo>
                  <a:pt x="27813" y="163258"/>
                </a:lnTo>
                <a:lnTo>
                  <a:pt x="0" y="211836"/>
                </a:lnTo>
                <a:lnTo>
                  <a:pt x="4572" y="214884"/>
                </a:lnTo>
                <a:lnTo>
                  <a:pt x="17703" y="199453"/>
                </a:lnTo>
                <a:lnTo>
                  <a:pt x="31813" y="180594"/>
                </a:lnTo>
                <a:lnTo>
                  <a:pt x="46799" y="158305"/>
                </a:lnTo>
                <a:lnTo>
                  <a:pt x="62484" y="132588"/>
                </a:lnTo>
                <a:lnTo>
                  <a:pt x="62369" y="250317"/>
                </a:lnTo>
                <a:lnTo>
                  <a:pt x="62255" y="283972"/>
                </a:lnTo>
                <a:lnTo>
                  <a:pt x="61849" y="328256"/>
                </a:lnTo>
                <a:lnTo>
                  <a:pt x="60960" y="359664"/>
                </a:lnTo>
                <a:lnTo>
                  <a:pt x="83820" y="347472"/>
                </a:lnTo>
                <a:lnTo>
                  <a:pt x="83591" y="322021"/>
                </a:lnTo>
                <a:lnTo>
                  <a:pt x="83058" y="277558"/>
                </a:lnTo>
                <a:lnTo>
                  <a:pt x="82550" y="214884"/>
                </a:lnTo>
                <a:lnTo>
                  <a:pt x="82308" y="132588"/>
                </a:lnTo>
                <a:lnTo>
                  <a:pt x="82296" y="131064"/>
                </a:lnTo>
                <a:lnTo>
                  <a:pt x="94488" y="121920"/>
                </a:lnTo>
                <a:lnTo>
                  <a:pt x="74676" y="108204"/>
                </a:lnTo>
                <a:lnTo>
                  <a:pt x="81229" y="94538"/>
                </a:lnTo>
                <a:lnTo>
                  <a:pt x="89344" y="76581"/>
                </a:lnTo>
                <a:lnTo>
                  <a:pt x="98793" y="54864"/>
                </a:lnTo>
                <a:lnTo>
                  <a:pt x="109728" y="28956"/>
                </a:lnTo>
                <a:lnTo>
                  <a:pt x="123444" y="21336"/>
                </a:lnTo>
                <a:close/>
              </a:path>
              <a:path w="1923414" h="360045">
                <a:moveTo>
                  <a:pt x="199618" y="250317"/>
                </a:moveTo>
                <a:lnTo>
                  <a:pt x="188125" y="205079"/>
                </a:lnTo>
                <a:lnTo>
                  <a:pt x="165265" y="163931"/>
                </a:lnTo>
                <a:lnTo>
                  <a:pt x="147828" y="135636"/>
                </a:lnTo>
                <a:lnTo>
                  <a:pt x="143256" y="138684"/>
                </a:lnTo>
                <a:lnTo>
                  <a:pt x="151549" y="161836"/>
                </a:lnTo>
                <a:lnTo>
                  <a:pt x="158115" y="183261"/>
                </a:lnTo>
                <a:lnTo>
                  <a:pt x="162979" y="202984"/>
                </a:lnTo>
                <a:lnTo>
                  <a:pt x="166116" y="220980"/>
                </a:lnTo>
                <a:lnTo>
                  <a:pt x="169214" y="236220"/>
                </a:lnTo>
                <a:lnTo>
                  <a:pt x="171640" y="250317"/>
                </a:lnTo>
                <a:lnTo>
                  <a:pt x="173189" y="262509"/>
                </a:lnTo>
                <a:lnTo>
                  <a:pt x="173736" y="272796"/>
                </a:lnTo>
                <a:lnTo>
                  <a:pt x="173736" y="278892"/>
                </a:lnTo>
                <a:lnTo>
                  <a:pt x="175260" y="283464"/>
                </a:lnTo>
                <a:lnTo>
                  <a:pt x="181356" y="283464"/>
                </a:lnTo>
                <a:lnTo>
                  <a:pt x="190500" y="274320"/>
                </a:lnTo>
                <a:lnTo>
                  <a:pt x="194500" y="269227"/>
                </a:lnTo>
                <a:lnTo>
                  <a:pt x="197358" y="263271"/>
                </a:lnTo>
                <a:lnTo>
                  <a:pt x="199072" y="256755"/>
                </a:lnTo>
                <a:lnTo>
                  <a:pt x="199618" y="250317"/>
                </a:lnTo>
                <a:close/>
              </a:path>
              <a:path w="1923414" h="360045">
                <a:moveTo>
                  <a:pt x="236220" y="65532"/>
                </a:moveTo>
                <a:lnTo>
                  <a:pt x="211150" y="21869"/>
                </a:lnTo>
                <a:lnTo>
                  <a:pt x="192024" y="6096"/>
                </a:lnTo>
                <a:lnTo>
                  <a:pt x="187452" y="9144"/>
                </a:lnTo>
                <a:lnTo>
                  <a:pt x="195986" y="25463"/>
                </a:lnTo>
                <a:lnTo>
                  <a:pt x="203073" y="40195"/>
                </a:lnTo>
                <a:lnTo>
                  <a:pt x="208457" y="53517"/>
                </a:lnTo>
                <a:lnTo>
                  <a:pt x="211836" y="65532"/>
                </a:lnTo>
                <a:lnTo>
                  <a:pt x="211836" y="77724"/>
                </a:lnTo>
                <a:lnTo>
                  <a:pt x="214884" y="82296"/>
                </a:lnTo>
                <a:lnTo>
                  <a:pt x="220980" y="82296"/>
                </a:lnTo>
                <a:lnTo>
                  <a:pt x="224028" y="80772"/>
                </a:lnTo>
                <a:lnTo>
                  <a:pt x="230124" y="76200"/>
                </a:lnTo>
                <a:lnTo>
                  <a:pt x="234696" y="71628"/>
                </a:lnTo>
                <a:lnTo>
                  <a:pt x="236220" y="65532"/>
                </a:lnTo>
                <a:close/>
              </a:path>
              <a:path w="1923414" h="360045">
                <a:moveTo>
                  <a:pt x="345948" y="103632"/>
                </a:moveTo>
                <a:lnTo>
                  <a:pt x="315468" y="73152"/>
                </a:lnTo>
                <a:lnTo>
                  <a:pt x="294132" y="94488"/>
                </a:lnTo>
                <a:lnTo>
                  <a:pt x="108204" y="94488"/>
                </a:lnTo>
                <a:lnTo>
                  <a:pt x="121920" y="108204"/>
                </a:lnTo>
                <a:lnTo>
                  <a:pt x="130835" y="106210"/>
                </a:lnTo>
                <a:lnTo>
                  <a:pt x="139446" y="104775"/>
                </a:lnTo>
                <a:lnTo>
                  <a:pt x="148069" y="103924"/>
                </a:lnTo>
                <a:lnTo>
                  <a:pt x="156972" y="103632"/>
                </a:lnTo>
                <a:lnTo>
                  <a:pt x="345948" y="103632"/>
                </a:lnTo>
                <a:close/>
              </a:path>
              <a:path w="1923414" h="360045">
                <a:moveTo>
                  <a:pt x="361188" y="333756"/>
                </a:moveTo>
                <a:lnTo>
                  <a:pt x="330708" y="303276"/>
                </a:lnTo>
                <a:lnTo>
                  <a:pt x="309372" y="324612"/>
                </a:lnTo>
                <a:lnTo>
                  <a:pt x="240792" y="324612"/>
                </a:lnTo>
                <a:lnTo>
                  <a:pt x="253898" y="283972"/>
                </a:lnTo>
                <a:lnTo>
                  <a:pt x="264998" y="250317"/>
                </a:lnTo>
                <a:lnTo>
                  <a:pt x="275513" y="218109"/>
                </a:lnTo>
                <a:lnTo>
                  <a:pt x="290322" y="171691"/>
                </a:lnTo>
                <a:lnTo>
                  <a:pt x="310896" y="138684"/>
                </a:lnTo>
                <a:lnTo>
                  <a:pt x="274320" y="118872"/>
                </a:lnTo>
                <a:lnTo>
                  <a:pt x="265747" y="175247"/>
                </a:lnTo>
                <a:lnTo>
                  <a:pt x="253707" y="232460"/>
                </a:lnTo>
                <a:lnTo>
                  <a:pt x="238747" y="293141"/>
                </a:lnTo>
                <a:lnTo>
                  <a:pt x="230124" y="324612"/>
                </a:lnTo>
                <a:lnTo>
                  <a:pt x="99060" y="324612"/>
                </a:lnTo>
                <a:lnTo>
                  <a:pt x="112776" y="338328"/>
                </a:lnTo>
                <a:lnTo>
                  <a:pt x="121920" y="336334"/>
                </a:lnTo>
                <a:lnTo>
                  <a:pt x="131064" y="334899"/>
                </a:lnTo>
                <a:lnTo>
                  <a:pt x="140208" y="334048"/>
                </a:lnTo>
                <a:lnTo>
                  <a:pt x="149352" y="333756"/>
                </a:lnTo>
                <a:lnTo>
                  <a:pt x="361188" y="333756"/>
                </a:lnTo>
                <a:close/>
              </a:path>
              <a:path w="1923414" h="360045">
                <a:moveTo>
                  <a:pt x="716292" y="24396"/>
                </a:moveTo>
                <a:lnTo>
                  <a:pt x="712127" y="21348"/>
                </a:lnTo>
                <a:lnTo>
                  <a:pt x="693432" y="7632"/>
                </a:lnTo>
                <a:lnTo>
                  <a:pt x="684288" y="19392"/>
                </a:lnTo>
                <a:lnTo>
                  <a:pt x="684288" y="32016"/>
                </a:lnTo>
                <a:lnTo>
                  <a:pt x="684288" y="82308"/>
                </a:lnTo>
                <a:lnTo>
                  <a:pt x="623328" y="82308"/>
                </a:lnTo>
                <a:lnTo>
                  <a:pt x="623328" y="32016"/>
                </a:lnTo>
                <a:lnTo>
                  <a:pt x="684288" y="32016"/>
                </a:lnTo>
                <a:lnTo>
                  <a:pt x="684288" y="19392"/>
                </a:lnTo>
                <a:lnTo>
                  <a:pt x="682764" y="21348"/>
                </a:lnTo>
                <a:lnTo>
                  <a:pt x="603516" y="21348"/>
                </a:lnTo>
                <a:lnTo>
                  <a:pt x="603516" y="32016"/>
                </a:lnTo>
                <a:lnTo>
                  <a:pt x="603516" y="82308"/>
                </a:lnTo>
                <a:lnTo>
                  <a:pt x="542556" y="82308"/>
                </a:lnTo>
                <a:lnTo>
                  <a:pt x="542556" y="32016"/>
                </a:lnTo>
                <a:lnTo>
                  <a:pt x="603516" y="32016"/>
                </a:lnTo>
                <a:lnTo>
                  <a:pt x="603516" y="21348"/>
                </a:lnTo>
                <a:lnTo>
                  <a:pt x="521220" y="21348"/>
                </a:lnTo>
                <a:lnTo>
                  <a:pt x="521220" y="32016"/>
                </a:lnTo>
                <a:lnTo>
                  <a:pt x="521220" y="82308"/>
                </a:lnTo>
                <a:lnTo>
                  <a:pt x="461784" y="82308"/>
                </a:lnTo>
                <a:lnTo>
                  <a:pt x="461784" y="32016"/>
                </a:lnTo>
                <a:lnTo>
                  <a:pt x="521220" y="32016"/>
                </a:lnTo>
                <a:lnTo>
                  <a:pt x="521220" y="21348"/>
                </a:lnTo>
                <a:lnTo>
                  <a:pt x="461784" y="21348"/>
                </a:lnTo>
                <a:lnTo>
                  <a:pt x="438924" y="10680"/>
                </a:lnTo>
                <a:lnTo>
                  <a:pt x="439801" y="19253"/>
                </a:lnTo>
                <a:lnTo>
                  <a:pt x="440258" y="28968"/>
                </a:lnTo>
                <a:lnTo>
                  <a:pt x="440321" y="33540"/>
                </a:lnTo>
                <a:lnTo>
                  <a:pt x="440258" y="79451"/>
                </a:lnTo>
                <a:lnTo>
                  <a:pt x="439801" y="93611"/>
                </a:lnTo>
                <a:lnTo>
                  <a:pt x="438924" y="108216"/>
                </a:lnTo>
                <a:lnTo>
                  <a:pt x="461784" y="100596"/>
                </a:lnTo>
                <a:lnTo>
                  <a:pt x="461784" y="92976"/>
                </a:lnTo>
                <a:lnTo>
                  <a:pt x="554748" y="92976"/>
                </a:lnTo>
                <a:lnTo>
                  <a:pt x="684288" y="92976"/>
                </a:lnTo>
                <a:lnTo>
                  <a:pt x="684288" y="105168"/>
                </a:lnTo>
                <a:lnTo>
                  <a:pt x="708672" y="97548"/>
                </a:lnTo>
                <a:lnTo>
                  <a:pt x="708101" y="92976"/>
                </a:lnTo>
                <a:lnTo>
                  <a:pt x="707783" y="90449"/>
                </a:lnTo>
                <a:lnTo>
                  <a:pt x="707339" y="83070"/>
                </a:lnTo>
                <a:lnTo>
                  <a:pt x="707313" y="82308"/>
                </a:lnTo>
                <a:lnTo>
                  <a:pt x="707250" y="79451"/>
                </a:lnTo>
                <a:lnTo>
                  <a:pt x="707148" y="33540"/>
                </a:lnTo>
                <a:lnTo>
                  <a:pt x="708672" y="32016"/>
                </a:lnTo>
                <a:lnTo>
                  <a:pt x="716292" y="24396"/>
                </a:lnTo>
                <a:close/>
              </a:path>
              <a:path w="1923414" h="360045">
                <a:moveTo>
                  <a:pt x="754392" y="345960"/>
                </a:moveTo>
                <a:lnTo>
                  <a:pt x="723912" y="315480"/>
                </a:lnTo>
                <a:lnTo>
                  <a:pt x="701052" y="335292"/>
                </a:lnTo>
                <a:lnTo>
                  <a:pt x="670572" y="335292"/>
                </a:lnTo>
                <a:lnTo>
                  <a:pt x="670572" y="179844"/>
                </a:lnTo>
                <a:lnTo>
                  <a:pt x="674636" y="175272"/>
                </a:lnTo>
                <a:lnTo>
                  <a:pt x="682764" y="166128"/>
                </a:lnTo>
                <a:lnTo>
                  <a:pt x="680605" y="164604"/>
                </a:lnTo>
                <a:lnTo>
                  <a:pt x="656856" y="147840"/>
                </a:lnTo>
                <a:lnTo>
                  <a:pt x="649236" y="159816"/>
                </a:lnTo>
                <a:lnTo>
                  <a:pt x="649236" y="175272"/>
                </a:lnTo>
                <a:lnTo>
                  <a:pt x="649236" y="207276"/>
                </a:lnTo>
                <a:lnTo>
                  <a:pt x="649236" y="335292"/>
                </a:lnTo>
                <a:lnTo>
                  <a:pt x="492264" y="335292"/>
                </a:lnTo>
                <a:lnTo>
                  <a:pt x="492264" y="301764"/>
                </a:lnTo>
                <a:lnTo>
                  <a:pt x="649236" y="301764"/>
                </a:lnTo>
                <a:lnTo>
                  <a:pt x="649236" y="291096"/>
                </a:lnTo>
                <a:lnTo>
                  <a:pt x="492264" y="291096"/>
                </a:lnTo>
                <a:lnTo>
                  <a:pt x="492264" y="259092"/>
                </a:lnTo>
                <a:lnTo>
                  <a:pt x="649236" y="259092"/>
                </a:lnTo>
                <a:lnTo>
                  <a:pt x="649236" y="248424"/>
                </a:lnTo>
                <a:lnTo>
                  <a:pt x="492264" y="248424"/>
                </a:lnTo>
                <a:lnTo>
                  <a:pt x="492264" y="217944"/>
                </a:lnTo>
                <a:lnTo>
                  <a:pt x="649236" y="217944"/>
                </a:lnTo>
                <a:lnTo>
                  <a:pt x="649236" y="207276"/>
                </a:lnTo>
                <a:lnTo>
                  <a:pt x="492264" y="207276"/>
                </a:lnTo>
                <a:lnTo>
                  <a:pt x="492264" y="175272"/>
                </a:lnTo>
                <a:lnTo>
                  <a:pt x="649236" y="175272"/>
                </a:lnTo>
                <a:lnTo>
                  <a:pt x="649236" y="159816"/>
                </a:lnTo>
                <a:lnTo>
                  <a:pt x="646188" y="164604"/>
                </a:lnTo>
                <a:lnTo>
                  <a:pt x="565416" y="164604"/>
                </a:lnTo>
                <a:lnTo>
                  <a:pt x="567702" y="157721"/>
                </a:lnTo>
                <a:lnTo>
                  <a:pt x="569988" y="150698"/>
                </a:lnTo>
                <a:lnTo>
                  <a:pt x="572274" y="143383"/>
                </a:lnTo>
                <a:lnTo>
                  <a:pt x="574560" y="135648"/>
                </a:lnTo>
                <a:lnTo>
                  <a:pt x="722388" y="135648"/>
                </a:lnTo>
                <a:lnTo>
                  <a:pt x="694956" y="108216"/>
                </a:lnTo>
                <a:lnTo>
                  <a:pt x="673620" y="124980"/>
                </a:lnTo>
                <a:lnTo>
                  <a:pt x="576084" y="124980"/>
                </a:lnTo>
                <a:lnTo>
                  <a:pt x="580656" y="111264"/>
                </a:lnTo>
                <a:lnTo>
                  <a:pt x="591324" y="105168"/>
                </a:lnTo>
                <a:lnTo>
                  <a:pt x="554748" y="92976"/>
                </a:lnTo>
                <a:lnTo>
                  <a:pt x="554634" y="105168"/>
                </a:lnTo>
                <a:lnTo>
                  <a:pt x="554558" y="108978"/>
                </a:lnTo>
                <a:lnTo>
                  <a:pt x="554101" y="116979"/>
                </a:lnTo>
                <a:lnTo>
                  <a:pt x="553224" y="124980"/>
                </a:lnTo>
                <a:lnTo>
                  <a:pt x="417588" y="124980"/>
                </a:lnTo>
                <a:lnTo>
                  <a:pt x="432828" y="140220"/>
                </a:lnTo>
                <a:lnTo>
                  <a:pt x="442226" y="138214"/>
                </a:lnTo>
                <a:lnTo>
                  <a:pt x="452069" y="136791"/>
                </a:lnTo>
                <a:lnTo>
                  <a:pt x="462178" y="135928"/>
                </a:lnTo>
                <a:lnTo>
                  <a:pt x="472452" y="135648"/>
                </a:lnTo>
                <a:lnTo>
                  <a:pt x="551700" y="135648"/>
                </a:lnTo>
                <a:lnTo>
                  <a:pt x="547128" y="164604"/>
                </a:lnTo>
                <a:lnTo>
                  <a:pt x="492264" y="164604"/>
                </a:lnTo>
                <a:lnTo>
                  <a:pt x="467880" y="153936"/>
                </a:lnTo>
                <a:lnTo>
                  <a:pt x="468718" y="164604"/>
                </a:lnTo>
                <a:lnTo>
                  <a:pt x="468795" y="166128"/>
                </a:lnTo>
                <a:lnTo>
                  <a:pt x="469188" y="175272"/>
                </a:lnTo>
                <a:lnTo>
                  <a:pt x="469277" y="179844"/>
                </a:lnTo>
                <a:lnTo>
                  <a:pt x="469404" y="335292"/>
                </a:lnTo>
                <a:lnTo>
                  <a:pt x="388632" y="335292"/>
                </a:lnTo>
                <a:lnTo>
                  <a:pt x="403872" y="350532"/>
                </a:lnTo>
                <a:lnTo>
                  <a:pt x="413296" y="348526"/>
                </a:lnTo>
                <a:lnTo>
                  <a:pt x="423303" y="347103"/>
                </a:lnTo>
                <a:lnTo>
                  <a:pt x="433870" y="346240"/>
                </a:lnTo>
                <a:lnTo>
                  <a:pt x="445020" y="345960"/>
                </a:lnTo>
                <a:lnTo>
                  <a:pt x="754392" y="345960"/>
                </a:lnTo>
                <a:close/>
              </a:path>
              <a:path w="1923414" h="360045">
                <a:moveTo>
                  <a:pt x="993648" y="301752"/>
                </a:moveTo>
                <a:lnTo>
                  <a:pt x="962406" y="272796"/>
                </a:lnTo>
                <a:lnTo>
                  <a:pt x="923544" y="254508"/>
                </a:lnTo>
                <a:lnTo>
                  <a:pt x="920496" y="259080"/>
                </a:lnTo>
                <a:lnTo>
                  <a:pt x="937094" y="274777"/>
                </a:lnTo>
                <a:lnTo>
                  <a:pt x="950404" y="289750"/>
                </a:lnTo>
                <a:lnTo>
                  <a:pt x="960577" y="303872"/>
                </a:lnTo>
                <a:lnTo>
                  <a:pt x="967740" y="316992"/>
                </a:lnTo>
                <a:lnTo>
                  <a:pt x="972312" y="327660"/>
                </a:lnTo>
                <a:lnTo>
                  <a:pt x="976884" y="333756"/>
                </a:lnTo>
                <a:lnTo>
                  <a:pt x="981456" y="333756"/>
                </a:lnTo>
                <a:lnTo>
                  <a:pt x="984504" y="330708"/>
                </a:lnTo>
                <a:lnTo>
                  <a:pt x="987552" y="324612"/>
                </a:lnTo>
                <a:lnTo>
                  <a:pt x="992124" y="318516"/>
                </a:lnTo>
                <a:lnTo>
                  <a:pt x="993648" y="312420"/>
                </a:lnTo>
                <a:lnTo>
                  <a:pt x="993648" y="301752"/>
                </a:lnTo>
                <a:close/>
              </a:path>
              <a:path w="1923414" h="360045">
                <a:moveTo>
                  <a:pt x="1143000" y="321564"/>
                </a:moveTo>
                <a:lnTo>
                  <a:pt x="1086040" y="291655"/>
                </a:lnTo>
                <a:lnTo>
                  <a:pt x="1039368" y="242316"/>
                </a:lnTo>
                <a:lnTo>
                  <a:pt x="1005078" y="180975"/>
                </a:lnTo>
                <a:lnTo>
                  <a:pt x="984504" y="117348"/>
                </a:lnTo>
                <a:lnTo>
                  <a:pt x="1132332" y="117348"/>
                </a:lnTo>
                <a:lnTo>
                  <a:pt x="1098804" y="83820"/>
                </a:lnTo>
                <a:lnTo>
                  <a:pt x="1074420" y="108204"/>
                </a:lnTo>
                <a:lnTo>
                  <a:pt x="966216" y="108204"/>
                </a:lnTo>
                <a:lnTo>
                  <a:pt x="967232" y="90728"/>
                </a:lnTo>
                <a:lnTo>
                  <a:pt x="968311" y="69532"/>
                </a:lnTo>
                <a:lnTo>
                  <a:pt x="969010" y="50558"/>
                </a:lnTo>
                <a:lnTo>
                  <a:pt x="969264" y="32004"/>
                </a:lnTo>
                <a:lnTo>
                  <a:pt x="982980" y="19812"/>
                </a:lnTo>
                <a:lnTo>
                  <a:pt x="943356" y="3048"/>
                </a:lnTo>
                <a:lnTo>
                  <a:pt x="943597" y="11645"/>
                </a:lnTo>
                <a:lnTo>
                  <a:pt x="944029" y="19812"/>
                </a:lnTo>
                <a:lnTo>
                  <a:pt x="944651" y="32842"/>
                </a:lnTo>
                <a:lnTo>
                  <a:pt x="944880" y="45720"/>
                </a:lnTo>
                <a:lnTo>
                  <a:pt x="944651" y="59778"/>
                </a:lnTo>
                <a:lnTo>
                  <a:pt x="944118" y="74676"/>
                </a:lnTo>
                <a:lnTo>
                  <a:pt x="943597" y="90728"/>
                </a:lnTo>
                <a:lnTo>
                  <a:pt x="943356" y="108204"/>
                </a:lnTo>
                <a:lnTo>
                  <a:pt x="797052" y="108204"/>
                </a:lnTo>
                <a:lnTo>
                  <a:pt x="810768" y="121920"/>
                </a:lnTo>
                <a:lnTo>
                  <a:pt x="819912" y="119926"/>
                </a:lnTo>
                <a:lnTo>
                  <a:pt x="829056" y="118491"/>
                </a:lnTo>
                <a:lnTo>
                  <a:pt x="838200" y="117640"/>
                </a:lnTo>
                <a:lnTo>
                  <a:pt x="847344" y="117348"/>
                </a:lnTo>
                <a:lnTo>
                  <a:pt x="940308" y="117348"/>
                </a:lnTo>
                <a:lnTo>
                  <a:pt x="932002" y="160528"/>
                </a:lnTo>
                <a:lnTo>
                  <a:pt x="920686" y="198691"/>
                </a:lnTo>
                <a:lnTo>
                  <a:pt x="888492" y="260604"/>
                </a:lnTo>
                <a:lnTo>
                  <a:pt x="843915" y="310515"/>
                </a:lnTo>
                <a:lnTo>
                  <a:pt x="783336" y="353568"/>
                </a:lnTo>
                <a:lnTo>
                  <a:pt x="787908" y="358140"/>
                </a:lnTo>
                <a:lnTo>
                  <a:pt x="827366" y="336689"/>
                </a:lnTo>
                <a:lnTo>
                  <a:pt x="861250" y="313372"/>
                </a:lnTo>
                <a:lnTo>
                  <a:pt x="912876" y="260604"/>
                </a:lnTo>
                <a:lnTo>
                  <a:pt x="946213" y="196977"/>
                </a:lnTo>
                <a:lnTo>
                  <a:pt x="957249" y="159029"/>
                </a:lnTo>
                <a:lnTo>
                  <a:pt x="964692" y="117348"/>
                </a:lnTo>
                <a:lnTo>
                  <a:pt x="975360" y="117348"/>
                </a:lnTo>
                <a:lnTo>
                  <a:pt x="984173" y="160807"/>
                </a:lnTo>
                <a:lnTo>
                  <a:pt x="996696" y="199834"/>
                </a:lnTo>
                <a:lnTo>
                  <a:pt x="1012659" y="234581"/>
                </a:lnTo>
                <a:lnTo>
                  <a:pt x="1051661" y="291655"/>
                </a:lnTo>
                <a:lnTo>
                  <a:pt x="1087691" y="332905"/>
                </a:lnTo>
                <a:lnTo>
                  <a:pt x="1103376" y="347472"/>
                </a:lnTo>
                <a:lnTo>
                  <a:pt x="1109357" y="338594"/>
                </a:lnTo>
                <a:lnTo>
                  <a:pt x="1118044" y="332422"/>
                </a:lnTo>
                <a:lnTo>
                  <a:pt x="1129309" y="328828"/>
                </a:lnTo>
                <a:lnTo>
                  <a:pt x="1143000" y="327660"/>
                </a:lnTo>
                <a:lnTo>
                  <a:pt x="1143000" y="321564"/>
                </a:lnTo>
                <a:close/>
              </a:path>
              <a:path w="1923414" h="360045">
                <a:moveTo>
                  <a:pt x="1324368" y="97536"/>
                </a:moveTo>
                <a:lnTo>
                  <a:pt x="1296936" y="71628"/>
                </a:lnTo>
                <a:lnTo>
                  <a:pt x="1280172" y="88392"/>
                </a:lnTo>
                <a:lnTo>
                  <a:pt x="1260360" y="88392"/>
                </a:lnTo>
                <a:lnTo>
                  <a:pt x="1260360" y="27432"/>
                </a:lnTo>
                <a:lnTo>
                  <a:pt x="1272552" y="16764"/>
                </a:lnTo>
                <a:lnTo>
                  <a:pt x="1239024" y="0"/>
                </a:lnTo>
                <a:lnTo>
                  <a:pt x="1240497" y="56388"/>
                </a:lnTo>
                <a:lnTo>
                  <a:pt x="1240548" y="88392"/>
                </a:lnTo>
                <a:lnTo>
                  <a:pt x="1178064" y="88392"/>
                </a:lnTo>
                <a:lnTo>
                  <a:pt x="1190256" y="100584"/>
                </a:lnTo>
                <a:lnTo>
                  <a:pt x="1208544" y="97536"/>
                </a:lnTo>
                <a:lnTo>
                  <a:pt x="1240548" y="97536"/>
                </a:lnTo>
                <a:lnTo>
                  <a:pt x="1240548" y="182880"/>
                </a:lnTo>
                <a:lnTo>
                  <a:pt x="1221701" y="191223"/>
                </a:lnTo>
                <a:lnTo>
                  <a:pt x="1204163" y="198120"/>
                </a:lnTo>
                <a:lnTo>
                  <a:pt x="1188034" y="203885"/>
                </a:lnTo>
                <a:lnTo>
                  <a:pt x="1173492" y="208788"/>
                </a:lnTo>
                <a:lnTo>
                  <a:pt x="1193304" y="234696"/>
                </a:lnTo>
                <a:lnTo>
                  <a:pt x="1198753" y="229031"/>
                </a:lnTo>
                <a:lnTo>
                  <a:pt x="1208354" y="221361"/>
                </a:lnTo>
                <a:lnTo>
                  <a:pt x="1222235" y="211988"/>
                </a:lnTo>
                <a:lnTo>
                  <a:pt x="1240548" y="201168"/>
                </a:lnTo>
                <a:lnTo>
                  <a:pt x="1240548" y="318516"/>
                </a:lnTo>
                <a:lnTo>
                  <a:pt x="1239024" y="323088"/>
                </a:lnTo>
                <a:lnTo>
                  <a:pt x="1232928" y="323088"/>
                </a:lnTo>
                <a:lnTo>
                  <a:pt x="1227785" y="323456"/>
                </a:lnTo>
                <a:lnTo>
                  <a:pt x="1219212" y="322516"/>
                </a:lnTo>
                <a:lnTo>
                  <a:pt x="1191780" y="318516"/>
                </a:lnTo>
                <a:lnTo>
                  <a:pt x="1191780" y="324612"/>
                </a:lnTo>
                <a:lnTo>
                  <a:pt x="1209725" y="332854"/>
                </a:lnTo>
                <a:lnTo>
                  <a:pt x="1222260" y="341376"/>
                </a:lnTo>
                <a:lnTo>
                  <a:pt x="1229067" y="349910"/>
                </a:lnTo>
                <a:lnTo>
                  <a:pt x="1229880" y="358140"/>
                </a:lnTo>
                <a:lnTo>
                  <a:pt x="1243596" y="350710"/>
                </a:lnTo>
                <a:lnTo>
                  <a:pt x="1253121" y="341947"/>
                </a:lnTo>
                <a:lnTo>
                  <a:pt x="1258595" y="331787"/>
                </a:lnTo>
                <a:lnTo>
                  <a:pt x="1259840" y="323456"/>
                </a:lnTo>
                <a:lnTo>
                  <a:pt x="1260246" y="320738"/>
                </a:lnTo>
                <a:lnTo>
                  <a:pt x="1260360" y="201168"/>
                </a:lnTo>
                <a:lnTo>
                  <a:pt x="1260360" y="188976"/>
                </a:lnTo>
                <a:lnTo>
                  <a:pt x="1283220" y="175260"/>
                </a:lnTo>
                <a:lnTo>
                  <a:pt x="1306080" y="161544"/>
                </a:lnTo>
                <a:lnTo>
                  <a:pt x="1303032" y="156972"/>
                </a:lnTo>
                <a:lnTo>
                  <a:pt x="1260360" y="175260"/>
                </a:lnTo>
                <a:lnTo>
                  <a:pt x="1260360" y="97536"/>
                </a:lnTo>
                <a:lnTo>
                  <a:pt x="1324368" y="97536"/>
                </a:lnTo>
                <a:close/>
              </a:path>
              <a:path w="1923414" h="360045">
                <a:moveTo>
                  <a:pt x="1391424" y="115824"/>
                </a:moveTo>
                <a:lnTo>
                  <a:pt x="1364564" y="86753"/>
                </a:lnTo>
                <a:lnTo>
                  <a:pt x="1350276" y="76200"/>
                </a:lnTo>
                <a:lnTo>
                  <a:pt x="1345704" y="79248"/>
                </a:lnTo>
                <a:lnTo>
                  <a:pt x="1353985" y="92163"/>
                </a:lnTo>
                <a:lnTo>
                  <a:pt x="1360563" y="103632"/>
                </a:lnTo>
                <a:lnTo>
                  <a:pt x="1365415" y="113969"/>
                </a:lnTo>
                <a:lnTo>
                  <a:pt x="1368564" y="123444"/>
                </a:lnTo>
                <a:lnTo>
                  <a:pt x="1370088" y="132588"/>
                </a:lnTo>
                <a:lnTo>
                  <a:pt x="1373136" y="137160"/>
                </a:lnTo>
                <a:lnTo>
                  <a:pt x="1377708" y="137160"/>
                </a:lnTo>
                <a:lnTo>
                  <a:pt x="1380756" y="135636"/>
                </a:lnTo>
                <a:lnTo>
                  <a:pt x="1385328" y="131064"/>
                </a:lnTo>
                <a:lnTo>
                  <a:pt x="1391424" y="121920"/>
                </a:lnTo>
                <a:lnTo>
                  <a:pt x="1391424" y="115824"/>
                </a:lnTo>
                <a:close/>
              </a:path>
              <a:path w="1923414" h="360045">
                <a:moveTo>
                  <a:pt x="1423428" y="35052"/>
                </a:moveTo>
                <a:lnTo>
                  <a:pt x="1393088" y="10477"/>
                </a:lnTo>
                <a:lnTo>
                  <a:pt x="1380756" y="3048"/>
                </a:lnTo>
                <a:lnTo>
                  <a:pt x="1376184" y="6096"/>
                </a:lnTo>
                <a:lnTo>
                  <a:pt x="1384731" y="17246"/>
                </a:lnTo>
                <a:lnTo>
                  <a:pt x="1391996" y="27813"/>
                </a:lnTo>
                <a:lnTo>
                  <a:pt x="1397825" y="37820"/>
                </a:lnTo>
                <a:lnTo>
                  <a:pt x="1402092" y="47244"/>
                </a:lnTo>
                <a:lnTo>
                  <a:pt x="1403616" y="56388"/>
                </a:lnTo>
                <a:lnTo>
                  <a:pt x="1406664" y="59436"/>
                </a:lnTo>
                <a:lnTo>
                  <a:pt x="1409712" y="59436"/>
                </a:lnTo>
                <a:lnTo>
                  <a:pt x="1417332" y="51816"/>
                </a:lnTo>
                <a:lnTo>
                  <a:pt x="1423428" y="42672"/>
                </a:lnTo>
                <a:lnTo>
                  <a:pt x="1423428" y="35052"/>
                </a:lnTo>
                <a:close/>
              </a:path>
              <a:path w="1923414" h="360045">
                <a:moveTo>
                  <a:pt x="1517916" y="70104"/>
                </a:moveTo>
                <a:lnTo>
                  <a:pt x="1492008" y="44196"/>
                </a:lnTo>
                <a:lnTo>
                  <a:pt x="1475244" y="60960"/>
                </a:lnTo>
                <a:lnTo>
                  <a:pt x="1312176" y="60960"/>
                </a:lnTo>
                <a:lnTo>
                  <a:pt x="1327416" y="74676"/>
                </a:lnTo>
                <a:lnTo>
                  <a:pt x="1334579" y="72682"/>
                </a:lnTo>
                <a:lnTo>
                  <a:pt x="1342466" y="71247"/>
                </a:lnTo>
                <a:lnTo>
                  <a:pt x="1351203" y="70396"/>
                </a:lnTo>
                <a:lnTo>
                  <a:pt x="1360944" y="70104"/>
                </a:lnTo>
                <a:lnTo>
                  <a:pt x="1517916" y="70104"/>
                </a:lnTo>
                <a:close/>
              </a:path>
              <a:path w="1923414" h="360045">
                <a:moveTo>
                  <a:pt x="1536204" y="222504"/>
                </a:moveTo>
                <a:lnTo>
                  <a:pt x="1510296" y="195072"/>
                </a:lnTo>
                <a:lnTo>
                  <a:pt x="1492008" y="213360"/>
                </a:lnTo>
                <a:lnTo>
                  <a:pt x="1447812" y="213360"/>
                </a:lnTo>
                <a:lnTo>
                  <a:pt x="1447812" y="222504"/>
                </a:lnTo>
                <a:lnTo>
                  <a:pt x="1440421" y="239102"/>
                </a:lnTo>
                <a:lnTo>
                  <a:pt x="1432191" y="254698"/>
                </a:lnTo>
                <a:lnTo>
                  <a:pt x="1423377" y="269443"/>
                </a:lnTo>
                <a:lnTo>
                  <a:pt x="1414284" y="283464"/>
                </a:lnTo>
                <a:lnTo>
                  <a:pt x="1398282" y="279184"/>
                </a:lnTo>
                <a:lnTo>
                  <a:pt x="1382280" y="275463"/>
                </a:lnTo>
                <a:lnTo>
                  <a:pt x="1366278" y="272326"/>
                </a:lnTo>
                <a:lnTo>
                  <a:pt x="1350276" y="269748"/>
                </a:lnTo>
                <a:lnTo>
                  <a:pt x="1357363" y="257441"/>
                </a:lnTo>
                <a:lnTo>
                  <a:pt x="1364754" y="245554"/>
                </a:lnTo>
                <a:lnTo>
                  <a:pt x="1372133" y="233959"/>
                </a:lnTo>
                <a:lnTo>
                  <a:pt x="1379232" y="222504"/>
                </a:lnTo>
                <a:lnTo>
                  <a:pt x="1447812" y="222504"/>
                </a:lnTo>
                <a:lnTo>
                  <a:pt x="1447812" y="213360"/>
                </a:lnTo>
                <a:lnTo>
                  <a:pt x="1382280" y="213360"/>
                </a:lnTo>
                <a:lnTo>
                  <a:pt x="1403616" y="172212"/>
                </a:lnTo>
                <a:lnTo>
                  <a:pt x="1415808" y="166116"/>
                </a:lnTo>
                <a:lnTo>
                  <a:pt x="1388376" y="149352"/>
                </a:lnTo>
                <a:lnTo>
                  <a:pt x="1531632" y="149352"/>
                </a:lnTo>
                <a:lnTo>
                  <a:pt x="1504200" y="121920"/>
                </a:lnTo>
                <a:lnTo>
                  <a:pt x="1485912" y="140208"/>
                </a:lnTo>
                <a:lnTo>
                  <a:pt x="1429524" y="140208"/>
                </a:lnTo>
                <a:lnTo>
                  <a:pt x="1435925" y="132588"/>
                </a:lnTo>
                <a:lnTo>
                  <a:pt x="1444002" y="122682"/>
                </a:lnTo>
                <a:lnTo>
                  <a:pt x="1453095" y="110642"/>
                </a:lnTo>
                <a:lnTo>
                  <a:pt x="1463052" y="96012"/>
                </a:lnTo>
                <a:lnTo>
                  <a:pt x="1476768" y="92964"/>
                </a:lnTo>
                <a:lnTo>
                  <a:pt x="1446288" y="71628"/>
                </a:lnTo>
                <a:lnTo>
                  <a:pt x="1442859" y="82511"/>
                </a:lnTo>
                <a:lnTo>
                  <a:pt x="1439506" y="92163"/>
                </a:lnTo>
                <a:lnTo>
                  <a:pt x="1436001" y="101422"/>
                </a:lnTo>
                <a:lnTo>
                  <a:pt x="1432572" y="109728"/>
                </a:lnTo>
                <a:lnTo>
                  <a:pt x="1429156" y="118351"/>
                </a:lnTo>
                <a:lnTo>
                  <a:pt x="1425905" y="126111"/>
                </a:lnTo>
                <a:lnTo>
                  <a:pt x="1422920" y="133311"/>
                </a:lnTo>
                <a:lnTo>
                  <a:pt x="1420380" y="140208"/>
                </a:lnTo>
                <a:lnTo>
                  <a:pt x="1290840" y="140208"/>
                </a:lnTo>
                <a:lnTo>
                  <a:pt x="1303032" y="152400"/>
                </a:lnTo>
                <a:lnTo>
                  <a:pt x="1316748" y="149352"/>
                </a:lnTo>
                <a:lnTo>
                  <a:pt x="1385328" y="149352"/>
                </a:lnTo>
                <a:lnTo>
                  <a:pt x="1380223" y="163639"/>
                </a:lnTo>
                <a:lnTo>
                  <a:pt x="1374279" y="179070"/>
                </a:lnTo>
                <a:lnTo>
                  <a:pt x="1367751" y="195643"/>
                </a:lnTo>
                <a:lnTo>
                  <a:pt x="1360944" y="213360"/>
                </a:lnTo>
                <a:lnTo>
                  <a:pt x="1275600" y="213360"/>
                </a:lnTo>
                <a:lnTo>
                  <a:pt x="1287792" y="225552"/>
                </a:lnTo>
                <a:lnTo>
                  <a:pt x="1301508" y="222504"/>
                </a:lnTo>
                <a:lnTo>
                  <a:pt x="1357896" y="222504"/>
                </a:lnTo>
                <a:lnTo>
                  <a:pt x="1349908" y="235102"/>
                </a:lnTo>
                <a:lnTo>
                  <a:pt x="1342085" y="247840"/>
                </a:lnTo>
                <a:lnTo>
                  <a:pt x="1334528" y="260870"/>
                </a:lnTo>
                <a:lnTo>
                  <a:pt x="1327416" y="274320"/>
                </a:lnTo>
                <a:lnTo>
                  <a:pt x="1347457" y="278307"/>
                </a:lnTo>
                <a:lnTo>
                  <a:pt x="1366659" y="283273"/>
                </a:lnTo>
                <a:lnTo>
                  <a:pt x="1385277" y="289115"/>
                </a:lnTo>
                <a:lnTo>
                  <a:pt x="1403616" y="295656"/>
                </a:lnTo>
                <a:lnTo>
                  <a:pt x="1387348" y="308495"/>
                </a:lnTo>
                <a:lnTo>
                  <a:pt x="1353680" y="328447"/>
                </a:lnTo>
                <a:lnTo>
                  <a:pt x="1302461" y="346710"/>
                </a:lnTo>
                <a:lnTo>
                  <a:pt x="1269504" y="353568"/>
                </a:lnTo>
                <a:lnTo>
                  <a:pt x="1269504" y="359664"/>
                </a:lnTo>
                <a:lnTo>
                  <a:pt x="1323035" y="352615"/>
                </a:lnTo>
                <a:lnTo>
                  <a:pt x="1363992" y="339852"/>
                </a:lnTo>
                <a:lnTo>
                  <a:pt x="1410284" y="313283"/>
                </a:lnTo>
                <a:lnTo>
                  <a:pt x="1423428" y="303276"/>
                </a:lnTo>
                <a:lnTo>
                  <a:pt x="1436281" y="308978"/>
                </a:lnTo>
                <a:lnTo>
                  <a:pt x="1472311" y="329501"/>
                </a:lnTo>
                <a:lnTo>
                  <a:pt x="1493532" y="348996"/>
                </a:lnTo>
                <a:lnTo>
                  <a:pt x="1499628" y="355092"/>
                </a:lnTo>
                <a:lnTo>
                  <a:pt x="1504200" y="358140"/>
                </a:lnTo>
                <a:lnTo>
                  <a:pt x="1508772" y="358140"/>
                </a:lnTo>
                <a:lnTo>
                  <a:pt x="1511820" y="356616"/>
                </a:lnTo>
                <a:lnTo>
                  <a:pt x="1513344" y="353568"/>
                </a:lnTo>
                <a:lnTo>
                  <a:pt x="1514868" y="352044"/>
                </a:lnTo>
                <a:lnTo>
                  <a:pt x="1514868" y="341376"/>
                </a:lnTo>
                <a:lnTo>
                  <a:pt x="1513344" y="336804"/>
                </a:lnTo>
                <a:lnTo>
                  <a:pt x="1511820" y="330708"/>
                </a:lnTo>
                <a:lnTo>
                  <a:pt x="1474812" y="305206"/>
                </a:lnTo>
                <a:lnTo>
                  <a:pt x="1470456" y="303276"/>
                </a:lnTo>
                <a:lnTo>
                  <a:pt x="1462290" y="299656"/>
                </a:lnTo>
                <a:lnTo>
                  <a:pt x="1448612" y="294398"/>
                </a:lnTo>
                <a:lnTo>
                  <a:pt x="1434096" y="289560"/>
                </a:lnTo>
                <a:lnTo>
                  <a:pt x="1438643" y="283464"/>
                </a:lnTo>
                <a:lnTo>
                  <a:pt x="1442402" y="278447"/>
                </a:lnTo>
                <a:lnTo>
                  <a:pt x="1451432" y="263461"/>
                </a:lnTo>
                <a:lnTo>
                  <a:pt x="1461312" y="244779"/>
                </a:lnTo>
                <a:lnTo>
                  <a:pt x="1472196" y="222504"/>
                </a:lnTo>
                <a:lnTo>
                  <a:pt x="1536204" y="222504"/>
                </a:lnTo>
                <a:close/>
              </a:path>
              <a:path w="1923414" h="360045">
                <a:moveTo>
                  <a:pt x="1652028" y="56388"/>
                </a:moveTo>
                <a:lnTo>
                  <a:pt x="1648980" y="50292"/>
                </a:lnTo>
                <a:lnTo>
                  <a:pt x="1639836" y="42672"/>
                </a:lnTo>
                <a:lnTo>
                  <a:pt x="1632991" y="36436"/>
                </a:lnTo>
                <a:lnTo>
                  <a:pt x="1624025" y="29337"/>
                </a:lnTo>
                <a:lnTo>
                  <a:pt x="1613039" y="21678"/>
                </a:lnTo>
                <a:lnTo>
                  <a:pt x="1600212" y="13716"/>
                </a:lnTo>
                <a:lnTo>
                  <a:pt x="1597164" y="16764"/>
                </a:lnTo>
                <a:lnTo>
                  <a:pt x="1607451" y="29083"/>
                </a:lnTo>
                <a:lnTo>
                  <a:pt x="1615452" y="40957"/>
                </a:lnTo>
                <a:lnTo>
                  <a:pt x="1621167" y="52565"/>
                </a:lnTo>
                <a:lnTo>
                  <a:pt x="1624596" y="64008"/>
                </a:lnTo>
                <a:lnTo>
                  <a:pt x="1627644" y="76200"/>
                </a:lnTo>
                <a:lnTo>
                  <a:pt x="1632216" y="82296"/>
                </a:lnTo>
                <a:lnTo>
                  <a:pt x="1638312" y="82296"/>
                </a:lnTo>
                <a:lnTo>
                  <a:pt x="1639836" y="80772"/>
                </a:lnTo>
                <a:lnTo>
                  <a:pt x="1644408" y="77724"/>
                </a:lnTo>
                <a:lnTo>
                  <a:pt x="1647456" y="74676"/>
                </a:lnTo>
                <a:lnTo>
                  <a:pt x="1650504" y="70104"/>
                </a:lnTo>
                <a:lnTo>
                  <a:pt x="1650504" y="64008"/>
                </a:lnTo>
                <a:lnTo>
                  <a:pt x="1652028" y="56388"/>
                </a:lnTo>
                <a:close/>
              </a:path>
              <a:path w="1923414" h="360045">
                <a:moveTo>
                  <a:pt x="1914156" y="138684"/>
                </a:moveTo>
                <a:lnTo>
                  <a:pt x="1905520" y="129540"/>
                </a:lnTo>
                <a:lnTo>
                  <a:pt x="1888248" y="111252"/>
                </a:lnTo>
                <a:lnTo>
                  <a:pt x="1869960" y="129540"/>
                </a:lnTo>
                <a:lnTo>
                  <a:pt x="1734324" y="129540"/>
                </a:lnTo>
                <a:lnTo>
                  <a:pt x="1734324" y="56388"/>
                </a:lnTo>
                <a:lnTo>
                  <a:pt x="1761490" y="54419"/>
                </a:lnTo>
                <a:lnTo>
                  <a:pt x="1792808" y="50863"/>
                </a:lnTo>
                <a:lnTo>
                  <a:pt x="1807794" y="48768"/>
                </a:lnTo>
                <a:lnTo>
                  <a:pt x="1828406" y="45897"/>
                </a:lnTo>
                <a:lnTo>
                  <a:pt x="1868436" y="39624"/>
                </a:lnTo>
                <a:lnTo>
                  <a:pt x="1883676" y="41148"/>
                </a:lnTo>
                <a:lnTo>
                  <a:pt x="1882546" y="39624"/>
                </a:lnTo>
                <a:lnTo>
                  <a:pt x="1862340" y="12192"/>
                </a:lnTo>
                <a:lnTo>
                  <a:pt x="1826336" y="29337"/>
                </a:lnTo>
                <a:lnTo>
                  <a:pt x="1787702" y="39344"/>
                </a:lnTo>
                <a:lnTo>
                  <a:pt x="1735848" y="48768"/>
                </a:lnTo>
                <a:lnTo>
                  <a:pt x="1711464" y="33528"/>
                </a:lnTo>
                <a:lnTo>
                  <a:pt x="1712341" y="50863"/>
                </a:lnTo>
                <a:lnTo>
                  <a:pt x="1712734" y="70104"/>
                </a:lnTo>
                <a:lnTo>
                  <a:pt x="1712849" y="82296"/>
                </a:lnTo>
                <a:lnTo>
                  <a:pt x="1712976" y="117348"/>
                </a:lnTo>
                <a:lnTo>
                  <a:pt x="1712912" y="134112"/>
                </a:lnTo>
                <a:lnTo>
                  <a:pt x="1711845" y="176784"/>
                </a:lnTo>
                <a:lnTo>
                  <a:pt x="1703844" y="217932"/>
                </a:lnTo>
                <a:lnTo>
                  <a:pt x="1688985" y="254508"/>
                </a:lnTo>
                <a:lnTo>
                  <a:pt x="1667268" y="286512"/>
                </a:lnTo>
                <a:lnTo>
                  <a:pt x="1670316" y="291084"/>
                </a:lnTo>
                <a:lnTo>
                  <a:pt x="1700034" y="261061"/>
                </a:lnTo>
                <a:lnTo>
                  <a:pt x="1720608" y="225742"/>
                </a:lnTo>
                <a:lnTo>
                  <a:pt x="1732038" y="185000"/>
                </a:lnTo>
                <a:lnTo>
                  <a:pt x="1734324" y="138684"/>
                </a:lnTo>
                <a:lnTo>
                  <a:pt x="1815096" y="138684"/>
                </a:lnTo>
                <a:lnTo>
                  <a:pt x="1814855" y="196151"/>
                </a:lnTo>
                <a:lnTo>
                  <a:pt x="1814334" y="242887"/>
                </a:lnTo>
                <a:lnTo>
                  <a:pt x="1813852" y="275844"/>
                </a:lnTo>
                <a:lnTo>
                  <a:pt x="1813572" y="304800"/>
                </a:lnTo>
                <a:lnTo>
                  <a:pt x="1836432" y="294132"/>
                </a:lnTo>
                <a:lnTo>
                  <a:pt x="1835543" y="269201"/>
                </a:lnTo>
                <a:lnTo>
                  <a:pt x="1835099" y="235267"/>
                </a:lnTo>
                <a:lnTo>
                  <a:pt x="1835023" y="217932"/>
                </a:lnTo>
                <a:lnTo>
                  <a:pt x="1834908" y="138684"/>
                </a:lnTo>
                <a:lnTo>
                  <a:pt x="1914156" y="138684"/>
                </a:lnTo>
                <a:close/>
              </a:path>
              <a:path w="1923414" h="360045">
                <a:moveTo>
                  <a:pt x="1923300" y="315468"/>
                </a:moveTo>
                <a:lnTo>
                  <a:pt x="1841004" y="320040"/>
                </a:lnTo>
                <a:lnTo>
                  <a:pt x="1831276" y="320344"/>
                </a:lnTo>
                <a:lnTo>
                  <a:pt x="1752612" y="320040"/>
                </a:lnTo>
                <a:lnTo>
                  <a:pt x="1711655" y="315087"/>
                </a:lnTo>
                <a:lnTo>
                  <a:pt x="1669884" y="296418"/>
                </a:lnTo>
                <a:lnTo>
                  <a:pt x="1649691" y="281940"/>
                </a:lnTo>
                <a:lnTo>
                  <a:pt x="1642884" y="275844"/>
                </a:lnTo>
                <a:lnTo>
                  <a:pt x="1642884" y="147828"/>
                </a:lnTo>
                <a:lnTo>
                  <a:pt x="1649742" y="143256"/>
                </a:lnTo>
                <a:lnTo>
                  <a:pt x="1656600" y="138684"/>
                </a:lnTo>
                <a:lnTo>
                  <a:pt x="1635264" y="117348"/>
                </a:lnTo>
                <a:lnTo>
                  <a:pt x="1618500" y="134112"/>
                </a:lnTo>
                <a:lnTo>
                  <a:pt x="1560588" y="134112"/>
                </a:lnTo>
                <a:lnTo>
                  <a:pt x="1574304" y="147828"/>
                </a:lnTo>
                <a:lnTo>
                  <a:pt x="1583448" y="145834"/>
                </a:lnTo>
                <a:lnTo>
                  <a:pt x="1592592" y="144399"/>
                </a:lnTo>
                <a:lnTo>
                  <a:pt x="1601736" y="143548"/>
                </a:lnTo>
                <a:lnTo>
                  <a:pt x="1610880" y="143256"/>
                </a:lnTo>
                <a:lnTo>
                  <a:pt x="1623072" y="143256"/>
                </a:lnTo>
                <a:lnTo>
                  <a:pt x="1623072" y="275844"/>
                </a:lnTo>
                <a:lnTo>
                  <a:pt x="1607972" y="287045"/>
                </a:lnTo>
                <a:lnTo>
                  <a:pt x="1577200" y="308851"/>
                </a:lnTo>
                <a:lnTo>
                  <a:pt x="1562112" y="320040"/>
                </a:lnTo>
                <a:lnTo>
                  <a:pt x="1583448" y="339852"/>
                </a:lnTo>
                <a:lnTo>
                  <a:pt x="1592300" y="326974"/>
                </a:lnTo>
                <a:lnTo>
                  <a:pt x="1600593" y="315658"/>
                </a:lnTo>
                <a:lnTo>
                  <a:pt x="1628216" y="284416"/>
                </a:lnTo>
                <a:lnTo>
                  <a:pt x="1635264" y="281940"/>
                </a:lnTo>
                <a:lnTo>
                  <a:pt x="1638642" y="284213"/>
                </a:lnTo>
                <a:lnTo>
                  <a:pt x="1644027" y="288607"/>
                </a:lnTo>
                <a:lnTo>
                  <a:pt x="1651114" y="295021"/>
                </a:lnTo>
                <a:lnTo>
                  <a:pt x="1659648" y="303276"/>
                </a:lnTo>
                <a:lnTo>
                  <a:pt x="1669338" y="311848"/>
                </a:lnTo>
                <a:lnTo>
                  <a:pt x="1703844" y="330708"/>
                </a:lnTo>
                <a:lnTo>
                  <a:pt x="1753768" y="341426"/>
                </a:lnTo>
                <a:lnTo>
                  <a:pt x="1799780" y="343789"/>
                </a:lnTo>
                <a:lnTo>
                  <a:pt x="1891296" y="344424"/>
                </a:lnTo>
                <a:lnTo>
                  <a:pt x="1893290" y="336994"/>
                </a:lnTo>
                <a:lnTo>
                  <a:pt x="1899297" y="330708"/>
                </a:lnTo>
                <a:lnTo>
                  <a:pt x="1909292" y="325564"/>
                </a:lnTo>
                <a:lnTo>
                  <a:pt x="1923300" y="321564"/>
                </a:lnTo>
                <a:lnTo>
                  <a:pt x="1923300" y="320687"/>
                </a:lnTo>
                <a:lnTo>
                  <a:pt x="1923300" y="31546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7" name="object 87"/>
          <p:cNvSpPr/>
          <p:nvPr/>
        </p:nvSpPr>
        <p:spPr>
          <a:xfrm>
            <a:off x="4107179" y="5591555"/>
            <a:ext cx="60960" cy="106680"/>
          </a:xfrm>
          <a:custGeom>
            <a:avLst/>
            <a:gdLst/>
            <a:ahLst/>
            <a:cxnLst/>
            <a:rect l="l" t="t" r="r" b="b"/>
            <a:pathLst>
              <a:path w="60960" h="106679">
                <a:moveTo>
                  <a:pt x="3048" y="106679"/>
                </a:moveTo>
                <a:lnTo>
                  <a:pt x="0" y="106679"/>
                </a:lnTo>
                <a:lnTo>
                  <a:pt x="0" y="103631"/>
                </a:lnTo>
                <a:lnTo>
                  <a:pt x="1524" y="102107"/>
                </a:lnTo>
                <a:lnTo>
                  <a:pt x="4572" y="100583"/>
                </a:lnTo>
                <a:lnTo>
                  <a:pt x="9144" y="96869"/>
                </a:lnTo>
                <a:lnTo>
                  <a:pt x="33789" y="60650"/>
                </a:lnTo>
                <a:lnTo>
                  <a:pt x="36576" y="51815"/>
                </a:lnTo>
                <a:lnTo>
                  <a:pt x="27432" y="51815"/>
                </a:lnTo>
                <a:lnTo>
                  <a:pt x="21336" y="50291"/>
                </a:lnTo>
                <a:lnTo>
                  <a:pt x="7620" y="28955"/>
                </a:lnTo>
                <a:lnTo>
                  <a:pt x="7620" y="19811"/>
                </a:lnTo>
                <a:lnTo>
                  <a:pt x="9144" y="15239"/>
                </a:lnTo>
                <a:lnTo>
                  <a:pt x="12192" y="10667"/>
                </a:lnTo>
                <a:lnTo>
                  <a:pt x="24384" y="1523"/>
                </a:lnTo>
                <a:lnTo>
                  <a:pt x="32004" y="0"/>
                </a:lnTo>
                <a:lnTo>
                  <a:pt x="41148" y="3047"/>
                </a:lnTo>
                <a:lnTo>
                  <a:pt x="50292" y="4571"/>
                </a:lnTo>
                <a:lnTo>
                  <a:pt x="56388" y="7619"/>
                </a:lnTo>
                <a:lnTo>
                  <a:pt x="57912" y="13715"/>
                </a:lnTo>
                <a:lnTo>
                  <a:pt x="60960" y="19811"/>
                </a:lnTo>
                <a:lnTo>
                  <a:pt x="60960" y="36575"/>
                </a:lnTo>
                <a:lnTo>
                  <a:pt x="59436" y="44195"/>
                </a:lnTo>
                <a:lnTo>
                  <a:pt x="36576" y="85343"/>
                </a:lnTo>
                <a:lnTo>
                  <a:pt x="10668" y="105155"/>
                </a:lnTo>
                <a:lnTo>
                  <a:pt x="3048" y="10667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8" name="object 88"/>
          <p:cNvSpPr/>
          <p:nvPr/>
        </p:nvSpPr>
        <p:spPr>
          <a:xfrm>
            <a:off x="4466831" y="5359908"/>
            <a:ext cx="1129665" cy="363220"/>
          </a:xfrm>
          <a:custGeom>
            <a:avLst/>
            <a:gdLst/>
            <a:ahLst/>
            <a:cxnLst/>
            <a:rect l="l" t="t" r="r" b="b"/>
            <a:pathLst>
              <a:path w="1129664" h="363220">
                <a:moveTo>
                  <a:pt x="202692" y="240792"/>
                </a:moveTo>
                <a:lnTo>
                  <a:pt x="165696" y="211912"/>
                </a:lnTo>
                <a:lnTo>
                  <a:pt x="149352" y="204216"/>
                </a:lnTo>
                <a:lnTo>
                  <a:pt x="146304" y="208788"/>
                </a:lnTo>
                <a:lnTo>
                  <a:pt x="157759" y="222224"/>
                </a:lnTo>
                <a:lnTo>
                  <a:pt x="167068" y="235077"/>
                </a:lnTo>
                <a:lnTo>
                  <a:pt x="174383" y="247370"/>
                </a:lnTo>
                <a:lnTo>
                  <a:pt x="179832" y="259080"/>
                </a:lnTo>
                <a:lnTo>
                  <a:pt x="182880" y="268224"/>
                </a:lnTo>
                <a:lnTo>
                  <a:pt x="185928" y="274320"/>
                </a:lnTo>
                <a:lnTo>
                  <a:pt x="190500" y="274320"/>
                </a:lnTo>
                <a:lnTo>
                  <a:pt x="193548" y="271272"/>
                </a:lnTo>
                <a:lnTo>
                  <a:pt x="196596" y="265176"/>
                </a:lnTo>
                <a:lnTo>
                  <a:pt x="201168" y="259080"/>
                </a:lnTo>
                <a:lnTo>
                  <a:pt x="202692" y="252984"/>
                </a:lnTo>
                <a:lnTo>
                  <a:pt x="202692" y="240792"/>
                </a:lnTo>
                <a:close/>
              </a:path>
              <a:path w="1129664" h="363220">
                <a:moveTo>
                  <a:pt x="205740" y="149352"/>
                </a:moveTo>
                <a:lnTo>
                  <a:pt x="152400" y="117348"/>
                </a:lnTo>
                <a:lnTo>
                  <a:pt x="149352" y="121920"/>
                </a:lnTo>
                <a:lnTo>
                  <a:pt x="161048" y="134213"/>
                </a:lnTo>
                <a:lnTo>
                  <a:pt x="170878" y="145923"/>
                </a:lnTo>
                <a:lnTo>
                  <a:pt x="178714" y="157073"/>
                </a:lnTo>
                <a:lnTo>
                  <a:pt x="184404" y="167640"/>
                </a:lnTo>
                <a:lnTo>
                  <a:pt x="187452" y="176784"/>
                </a:lnTo>
                <a:lnTo>
                  <a:pt x="192024" y="181356"/>
                </a:lnTo>
                <a:lnTo>
                  <a:pt x="195072" y="181356"/>
                </a:lnTo>
                <a:lnTo>
                  <a:pt x="198120" y="178308"/>
                </a:lnTo>
                <a:lnTo>
                  <a:pt x="204216" y="166116"/>
                </a:lnTo>
                <a:lnTo>
                  <a:pt x="205740" y="161544"/>
                </a:lnTo>
                <a:lnTo>
                  <a:pt x="205740" y="149352"/>
                </a:lnTo>
                <a:close/>
              </a:path>
              <a:path w="1129664" h="363220">
                <a:moveTo>
                  <a:pt x="338328" y="57912"/>
                </a:moveTo>
                <a:lnTo>
                  <a:pt x="329184" y="48768"/>
                </a:lnTo>
                <a:lnTo>
                  <a:pt x="306324" y="25908"/>
                </a:lnTo>
                <a:lnTo>
                  <a:pt x="283464" y="48768"/>
                </a:lnTo>
                <a:lnTo>
                  <a:pt x="100584" y="48768"/>
                </a:lnTo>
                <a:lnTo>
                  <a:pt x="104927" y="43053"/>
                </a:lnTo>
                <a:lnTo>
                  <a:pt x="113017" y="31623"/>
                </a:lnTo>
                <a:lnTo>
                  <a:pt x="117348" y="25908"/>
                </a:lnTo>
                <a:lnTo>
                  <a:pt x="129540" y="19812"/>
                </a:lnTo>
                <a:lnTo>
                  <a:pt x="96012" y="0"/>
                </a:lnTo>
                <a:lnTo>
                  <a:pt x="81534" y="36385"/>
                </a:lnTo>
                <a:lnTo>
                  <a:pt x="57912" y="76200"/>
                </a:lnTo>
                <a:lnTo>
                  <a:pt x="30289" y="112204"/>
                </a:lnTo>
                <a:lnTo>
                  <a:pt x="1524" y="140208"/>
                </a:lnTo>
                <a:lnTo>
                  <a:pt x="4572" y="144780"/>
                </a:lnTo>
                <a:lnTo>
                  <a:pt x="46151" y="115430"/>
                </a:lnTo>
                <a:lnTo>
                  <a:pt x="76771" y="82677"/>
                </a:lnTo>
                <a:lnTo>
                  <a:pt x="96012" y="57912"/>
                </a:lnTo>
                <a:lnTo>
                  <a:pt x="338328" y="57912"/>
                </a:lnTo>
                <a:close/>
              </a:path>
              <a:path w="1129664" h="363220">
                <a:moveTo>
                  <a:pt x="359664" y="196596"/>
                </a:moveTo>
                <a:lnTo>
                  <a:pt x="329184" y="164592"/>
                </a:lnTo>
                <a:lnTo>
                  <a:pt x="307848" y="185928"/>
                </a:lnTo>
                <a:lnTo>
                  <a:pt x="288036" y="185928"/>
                </a:lnTo>
                <a:lnTo>
                  <a:pt x="291084" y="115824"/>
                </a:lnTo>
                <a:lnTo>
                  <a:pt x="296964" y="111252"/>
                </a:lnTo>
                <a:lnTo>
                  <a:pt x="304800" y="105156"/>
                </a:lnTo>
                <a:lnTo>
                  <a:pt x="300824" y="102108"/>
                </a:lnTo>
                <a:lnTo>
                  <a:pt x="278892" y="85344"/>
                </a:lnTo>
                <a:lnTo>
                  <a:pt x="269748" y="97917"/>
                </a:lnTo>
                <a:lnTo>
                  <a:pt x="269748" y="111252"/>
                </a:lnTo>
                <a:lnTo>
                  <a:pt x="266700" y="185928"/>
                </a:lnTo>
                <a:lnTo>
                  <a:pt x="265176" y="185928"/>
                </a:lnTo>
                <a:lnTo>
                  <a:pt x="265176" y="196596"/>
                </a:lnTo>
                <a:lnTo>
                  <a:pt x="260604" y="281940"/>
                </a:lnTo>
                <a:lnTo>
                  <a:pt x="85344" y="281940"/>
                </a:lnTo>
                <a:lnTo>
                  <a:pt x="96012" y="196596"/>
                </a:lnTo>
                <a:lnTo>
                  <a:pt x="265176" y="196596"/>
                </a:lnTo>
                <a:lnTo>
                  <a:pt x="265176" y="185928"/>
                </a:lnTo>
                <a:lnTo>
                  <a:pt x="97536" y="185928"/>
                </a:lnTo>
                <a:lnTo>
                  <a:pt x="105156" y="111252"/>
                </a:lnTo>
                <a:lnTo>
                  <a:pt x="269748" y="111252"/>
                </a:lnTo>
                <a:lnTo>
                  <a:pt x="269748" y="97917"/>
                </a:lnTo>
                <a:lnTo>
                  <a:pt x="266700" y="102108"/>
                </a:lnTo>
                <a:lnTo>
                  <a:pt x="106680" y="102108"/>
                </a:lnTo>
                <a:lnTo>
                  <a:pt x="85344" y="88392"/>
                </a:lnTo>
                <a:lnTo>
                  <a:pt x="76200" y="185928"/>
                </a:lnTo>
                <a:lnTo>
                  <a:pt x="0" y="185928"/>
                </a:lnTo>
                <a:lnTo>
                  <a:pt x="12192" y="199644"/>
                </a:lnTo>
                <a:lnTo>
                  <a:pt x="35052" y="196596"/>
                </a:lnTo>
                <a:lnTo>
                  <a:pt x="74676" y="196596"/>
                </a:lnTo>
                <a:lnTo>
                  <a:pt x="64008" y="275844"/>
                </a:lnTo>
                <a:lnTo>
                  <a:pt x="51816" y="284988"/>
                </a:lnTo>
                <a:lnTo>
                  <a:pt x="73152" y="304800"/>
                </a:lnTo>
                <a:lnTo>
                  <a:pt x="85344" y="291084"/>
                </a:lnTo>
                <a:lnTo>
                  <a:pt x="259080" y="291084"/>
                </a:lnTo>
                <a:lnTo>
                  <a:pt x="256489" y="308216"/>
                </a:lnTo>
                <a:lnTo>
                  <a:pt x="253174" y="320611"/>
                </a:lnTo>
                <a:lnTo>
                  <a:pt x="249008" y="328168"/>
                </a:lnTo>
                <a:lnTo>
                  <a:pt x="243840" y="330708"/>
                </a:lnTo>
                <a:lnTo>
                  <a:pt x="236435" y="330136"/>
                </a:lnTo>
                <a:lnTo>
                  <a:pt x="225742" y="328422"/>
                </a:lnTo>
                <a:lnTo>
                  <a:pt x="211912" y="325564"/>
                </a:lnTo>
                <a:lnTo>
                  <a:pt x="195072" y="321564"/>
                </a:lnTo>
                <a:lnTo>
                  <a:pt x="195072" y="329184"/>
                </a:lnTo>
                <a:lnTo>
                  <a:pt x="212839" y="337210"/>
                </a:lnTo>
                <a:lnTo>
                  <a:pt x="225171" y="345376"/>
                </a:lnTo>
                <a:lnTo>
                  <a:pt x="232371" y="353834"/>
                </a:lnTo>
                <a:lnTo>
                  <a:pt x="234696" y="362712"/>
                </a:lnTo>
                <a:lnTo>
                  <a:pt x="247484" y="358952"/>
                </a:lnTo>
                <a:lnTo>
                  <a:pt x="274662" y="332232"/>
                </a:lnTo>
                <a:lnTo>
                  <a:pt x="275069" y="330708"/>
                </a:lnTo>
                <a:lnTo>
                  <a:pt x="277749" y="320802"/>
                </a:lnTo>
                <a:lnTo>
                  <a:pt x="280276" y="307086"/>
                </a:lnTo>
                <a:lnTo>
                  <a:pt x="281940" y="291084"/>
                </a:lnTo>
                <a:lnTo>
                  <a:pt x="352044" y="291084"/>
                </a:lnTo>
                <a:lnTo>
                  <a:pt x="342900" y="281940"/>
                </a:lnTo>
                <a:lnTo>
                  <a:pt x="321564" y="260604"/>
                </a:lnTo>
                <a:lnTo>
                  <a:pt x="300228" y="281940"/>
                </a:lnTo>
                <a:lnTo>
                  <a:pt x="283464" y="281940"/>
                </a:lnTo>
                <a:lnTo>
                  <a:pt x="288036" y="196596"/>
                </a:lnTo>
                <a:lnTo>
                  <a:pt x="359664" y="196596"/>
                </a:lnTo>
                <a:close/>
              </a:path>
              <a:path w="1129664" h="363220">
                <a:moveTo>
                  <a:pt x="591324" y="129540"/>
                </a:moveTo>
                <a:lnTo>
                  <a:pt x="554748" y="109728"/>
                </a:lnTo>
                <a:lnTo>
                  <a:pt x="555015" y="129540"/>
                </a:lnTo>
                <a:lnTo>
                  <a:pt x="556031" y="160959"/>
                </a:lnTo>
                <a:lnTo>
                  <a:pt x="556209" y="172148"/>
                </a:lnTo>
                <a:lnTo>
                  <a:pt x="556272" y="277368"/>
                </a:lnTo>
                <a:lnTo>
                  <a:pt x="556031" y="291350"/>
                </a:lnTo>
                <a:lnTo>
                  <a:pt x="555510" y="310324"/>
                </a:lnTo>
                <a:lnTo>
                  <a:pt x="554977" y="334162"/>
                </a:lnTo>
                <a:lnTo>
                  <a:pt x="554748" y="362712"/>
                </a:lnTo>
                <a:lnTo>
                  <a:pt x="580656" y="347472"/>
                </a:lnTo>
                <a:lnTo>
                  <a:pt x="579767" y="332905"/>
                </a:lnTo>
                <a:lnTo>
                  <a:pt x="579323" y="318897"/>
                </a:lnTo>
                <a:lnTo>
                  <a:pt x="579208" y="310324"/>
                </a:lnTo>
                <a:lnTo>
                  <a:pt x="579132" y="138684"/>
                </a:lnTo>
                <a:lnTo>
                  <a:pt x="591324" y="129540"/>
                </a:lnTo>
                <a:close/>
              </a:path>
              <a:path w="1129664" h="363220">
                <a:moveTo>
                  <a:pt x="746772" y="158496"/>
                </a:moveTo>
                <a:lnTo>
                  <a:pt x="704672" y="146494"/>
                </a:lnTo>
                <a:lnTo>
                  <a:pt x="661428" y="121920"/>
                </a:lnTo>
                <a:lnTo>
                  <a:pt x="616851" y="82105"/>
                </a:lnTo>
                <a:lnTo>
                  <a:pt x="581101" y="36576"/>
                </a:lnTo>
                <a:lnTo>
                  <a:pt x="574560" y="27432"/>
                </a:lnTo>
                <a:lnTo>
                  <a:pt x="588276" y="18288"/>
                </a:lnTo>
                <a:lnTo>
                  <a:pt x="556272" y="0"/>
                </a:lnTo>
                <a:lnTo>
                  <a:pt x="533412" y="50101"/>
                </a:lnTo>
                <a:lnTo>
                  <a:pt x="496836" y="103632"/>
                </a:lnTo>
                <a:lnTo>
                  <a:pt x="447687" y="154114"/>
                </a:lnTo>
                <a:lnTo>
                  <a:pt x="387108" y="192024"/>
                </a:lnTo>
                <a:lnTo>
                  <a:pt x="388632" y="199644"/>
                </a:lnTo>
                <a:lnTo>
                  <a:pt x="448259" y="168592"/>
                </a:lnTo>
                <a:lnTo>
                  <a:pt x="495312" y="134112"/>
                </a:lnTo>
                <a:lnTo>
                  <a:pt x="533222" y="91630"/>
                </a:lnTo>
                <a:lnTo>
                  <a:pt x="569988" y="36576"/>
                </a:lnTo>
                <a:lnTo>
                  <a:pt x="585990" y="63703"/>
                </a:lnTo>
                <a:lnTo>
                  <a:pt x="617994" y="108800"/>
                </a:lnTo>
                <a:lnTo>
                  <a:pt x="650849" y="143052"/>
                </a:lnTo>
                <a:lnTo>
                  <a:pt x="689711" y="172148"/>
                </a:lnTo>
                <a:lnTo>
                  <a:pt x="711720" y="184404"/>
                </a:lnTo>
                <a:lnTo>
                  <a:pt x="718261" y="176390"/>
                </a:lnTo>
                <a:lnTo>
                  <a:pt x="726389" y="170497"/>
                </a:lnTo>
                <a:lnTo>
                  <a:pt x="735926" y="166624"/>
                </a:lnTo>
                <a:lnTo>
                  <a:pt x="746772" y="164592"/>
                </a:lnTo>
                <a:lnTo>
                  <a:pt x="746772" y="158496"/>
                </a:lnTo>
                <a:close/>
              </a:path>
              <a:path w="1129664" h="363220">
                <a:moveTo>
                  <a:pt x="940320" y="39636"/>
                </a:moveTo>
                <a:lnTo>
                  <a:pt x="905268" y="16776"/>
                </a:lnTo>
                <a:lnTo>
                  <a:pt x="901547" y="33934"/>
                </a:lnTo>
                <a:lnTo>
                  <a:pt x="894981" y="53543"/>
                </a:lnTo>
                <a:lnTo>
                  <a:pt x="873264" y="100596"/>
                </a:lnTo>
                <a:lnTo>
                  <a:pt x="837450" y="152031"/>
                </a:lnTo>
                <a:lnTo>
                  <a:pt x="787920" y="205752"/>
                </a:lnTo>
                <a:lnTo>
                  <a:pt x="792492" y="210324"/>
                </a:lnTo>
                <a:lnTo>
                  <a:pt x="831392" y="179717"/>
                </a:lnTo>
                <a:lnTo>
                  <a:pt x="866025" y="142697"/>
                </a:lnTo>
                <a:lnTo>
                  <a:pt x="896645" y="99085"/>
                </a:lnTo>
                <a:lnTo>
                  <a:pt x="923556" y="48780"/>
                </a:lnTo>
                <a:lnTo>
                  <a:pt x="940320" y="39636"/>
                </a:lnTo>
                <a:close/>
              </a:path>
              <a:path w="1129664" h="363220">
                <a:moveTo>
                  <a:pt x="1075956" y="330720"/>
                </a:moveTo>
                <a:lnTo>
                  <a:pt x="1075093" y="324446"/>
                </a:lnTo>
                <a:lnTo>
                  <a:pt x="1072527" y="317195"/>
                </a:lnTo>
                <a:lnTo>
                  <a:pt x="1072426" y="317004"/>
                </a:lnTo>
                <a:lnTo>
                  <a:pt x="1070013" y="312432"/>
                </a:lnTo>
                <a:lnTo>
                  <a:pt x="1038809" y="273761"/>
                </a:lnTo>
                <a:lnTo>
                  <a:pt x="993660" y="234708"/>
                </a:lnTo>
                <a:lnTo>
                  <a:pt x="989088" y="239280"/>
                </a:lnTo>
                <a:lnTo>
                  <a:pt x="1003985" y="258152"/>
                </a:lnTo>
                <a:lnTo>
                  <a:pt x="1016901" y="276047"/>
                </a:lnTo>
                <a:lnTo>
                  <a:pt x="1028090" y="293065"/>
                </a:lnTo>
                <a:lnTo>
                  <a:pt x="1037856" y="309384"/>
                </a:lnTo>
                <a:lnTo>
                  <a:pt x="856500" y="312432"/>
                </a:lnTo>
                <a:lnTo>
                  <a:pt x="883069" y="284111"/>
                </a:lnTo>
                <a:lnTo>
                  <a:pt x="910221" y="251663"/>
                </a:lnTo>
                <a:lnTo>
                  <a:pt x="937933" y="214909"/>
                </a:lnTo>
                <a:lnTo>
                  <a:pt x="966228" y="173748"/>
                </a:lnTo>
                <a:lnTo>
                  <a:pt x="982992" y="166128"/>
                </a:lnTo>
                <a:lnTo>
                  <a:pt x="949464" y="140220"/>
                </a:lnTo>
                <a:lnTo>
                  <a:pt x="942581" y="159334"/>
                </a:lnTo>
                <a:lnTo>
                  <a:pt x="933272" y="180035"/>
                </a:lnTo>
                <a:lnTo>
                  <a:pt x="906792" y="225564"/>
                </a:lnTo>
                <a:lnTo>
                  <a:pt x="878217" y="265379"/>
                </a:lnTo>
                <a:lnTo>
                  <a:pt x="847877" y="300850"/>
                </a:lnTo>
                <a:lnTo>
                  <a:pt x="826020" y="312432"/>
                </a:lnTo>
                <a:lnTo>
                  <a:pt x="842784" y="344436"/>
                </a:lnTo>
                <a:lnTo>
                  <a:pt x="891527" y="329425"/>
                </a:lnTo>
                <a:lnTo>
                  <a:pt x="975487" y="321525"/>
                </a:lnTo>
                <a:lnTo>
                  <a:pt x="1040904" y="317004"/>
                </a:lnTo>
                <a:lnTo>
                  <a:pt x="1043203" y="323024"/>
                </a:lnTo>
                <a:lnTo>
                  <a:pt x="1048397" y="337362"/>
                </a:lnTo>
                <a:lnTo>
                  <a:pt x="1051572" y="345960"/>
                </a:lnTo>
                <a:lnTo>
                  <a:pt x="1054620" y="353580"/>
                </a:lnTo>
                <a:lnTo>
                  <a:pt x="1056144" y="356628"/>
                </a:lnTo>
                <a:lnTo>
                  <a:pt x="1060716" y="356628"/>
                </a:lnTo>
                <a:lnTo>
                  <a:pt x="1063764" y="353580"/>
                </a:lnTo>
                <a:lnTo>
                  <a:pt x="1068336" y="347484"/>
                </a:lnTo>
                <a:lnTo>
                  <a:pt x="1072908" y="342912"/>
                </a:lnTo>
                <a:lnTo>
                  <a:pt x="1075956" y="336816"/>
                </a:lnTo>
                <a:lnTo>
                  <a:pt x="1075956" y="330720"/>
                </a:lnTo>
                <a:close/>
              </a:path>
              <a:path w="1129664" h="363220">
                <a:moveTo>
                  <a:pt x="1129296" y="179844"/>
                </a:moveTo>
                <a:lnTo>
                  <a:pt x="1081290" y="156794"/>
                </a:lnTo>
                <a:lnTo>
                  <a:pt x="1042428" y="118884"/>
                </a:lnTo>
                <a:lnTo>
                  <a:pt x="1013663" y="72974"/>
                </a:lnTo>
                <a:lnTo>
                  <a:pt x="995184" y="25920"/>
                </a:lnTo>
                <a:lnTo>
                  <a:pt x="1008900" y="16776"/>
                </a:lnTo>
                <a:lnTo>
                  <a:pt x="978420" y="6108"/>
                </a:lnTo>
                <a:lnTo>
                  <a:pt x="993851" y="67830"/>
                </a:lnTo>
                <a:lnTo>
                  <a:pt x="1019568" y="120408"/>
                </a:lnTo>
                <a:lnTo>
                  <a:pt x="1054049" y="166319"/>
                </a:lnTo>
                <a:lnTo>
                  <a:pt x="1094244" y="204228"/>
                </a:lnTo>
                <a:lnTo>
                  <a:pt x="1100569" y="195338"/>
                </a:lnTo>
                <a:lnTo>
                  <a:pt x="1108341" y="189179"/>
                </a:lnTo>
                <a:lnTo>
                  <a:pt x="1117815" y="185572"/>
                </a:lnTo>
                <a:lnTo>
                  <a:pt x="1129296" y="184416"/>
                </a:lnTo>
                <a:lnTo>
                  <a:pt x="1129296" y="17984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9" name="object 89"/>
          <p:cNvSpPr/>
          <p:nvPr/>
        </p:nvSpPr>
        <p:spPr>
          <a:xfrm>
            <a:off x="5649467" y="5376672"/>
            <a:ext cx="307975" cy="341630"/>
          </a:xfrm>
          <a:custGeom>
            <a:avLst/>
            <a:gdLst/>
            <a:ahLst/>
            <a:cxnLst/>
            <a:rect l="l" t="t" r="r" b="b"/>
            <a:pathLst>
              <a:path w="307975" h="341629">
                <a:moveTo>
                  <a:pt x="42672" y="28956"/>
                </a:moveTo>
                <a:lnTo>
                  <a:pt x="28956" y="15240"/>
                </a:lnTo>
                <a:lnTo>
                  <a:pt x="271272" y="15240"/>
                </a:lnTo>
                <a:lnTo>
                  <a:pt x="281939" y="0"/>
                </a:lnTo>
                <a:lnTo>
                  <a:pt x="307848" y="19812"/>
                </a:lnTo>
                <a:lnTo>
                  <a:pt x="301752" y="24384"/>
                </a:lnTo>
                <a:lnTo>
                  <a:pt x="79248" y="24384"/>
                </a:lnTo>
                <a:lnTo>
                  <a:pt x="70104" y="24669"/>
                </a:lnTo>
                <a:lnTo>
                  <a:pt x="60960" y="25527"/>
                </a:lnTo>
                <a:lnTo>
                  <a:pt x="51816" y="26955"/>
                </a:lnTo>
                <a:lnTo>
                  <a:pt x="42672" y="28956"/>
                </a:lnTo>
                <a:close/>
              </a:path>
              <a:path w="307975" h="341629">
                <a:moveTo>
                  <a:pt x="294732" y="304800"/>
                </a:moveTo>
                <a:lnTo>
                  <a:pt x="269748" y="304800"/>
                </a:lnTo>
                <a:lnTo>
                  <a:pt x="274320" y="298704"/>
                </a:lnTo>
                <a:lnTo>
                  <a:pt x="274320" y="24384"/>
                </a:lnTo>
                <a:lnTo>
                  <a:pt x="301752" y="24384"/>
                </a:lnTo>
                <a:lnTo>
                  <a:pt x="295656" y="28956"/>
                </a:lnTo>
                <a:lnTo>
                  <a:pt x="295656" y="294132"/>
                </a:lnTo>
                <a:lnTo>
                  <a:pt x="294732" y="304800"/>
                </a:lnTo>
                <a:close/>
              </a:path>
              <a:path w="307975" h="341629">
                <a:moveTo>
                  <a:pt x="13716" y="102108"/>
                </a:moveTo>
                <a:lnTo>
                  <a:pt x="0" y="88392"/>
                </a:lnTo>
                <a:lnTo>
                  <a:pt x="198120" y="88392"/>
                </a:lnTo>
                <a:lnTo>
                  <a:pt x="217932" y="68580"/>
                </a:lnTo>
                <a:lnTo>
                  <a:pt x="246887" y="97536"/>
                </a:lnTo>
                <a:lnTo>
                  <a:pt x="48768" y="97536"/>
                </a:lnTo>
                <a:lnTo>
                  <a:pt x="38790" y="97821"/>
                </a:lnTo>
                <a:lnTo>
                  <a:pt x="29527" y="98679"/>
                </a:lnTo>
                <a:lnTo>
                  <a:pt x="21121" y="100107"/>
                </a:lnTo>
                <a:lnTo>
                  <a:pt x="13716" y="102108"/>
                </a:lnTo>
                <a:close/>
              </a:path>
              <a:path w="307975" h="341629">
                <a:moveTo>
                  <a:pt x="201285" y="143256"/>
                </a:moveTo>
                <a:lnTo>
                  <a:pt x="170688" y="143256"/>
                </a:lnTo>
                <a:lnTo>
                  <a:pt x="181356" y="128016"/>
                </a:lnTo>
                <a:lnTo>
                  <a:pt x="201285" y="143256"/>
                </a:lnTo>
                <a:close/>
              </a:path>
              <a:path w="307975" h="341629">
                <a:moveTo>
                  <a:pt x="47244" y="275844"/>
                </a:moveTo>
                <a:lnTo>
                  <a:pt x="48125" y="263842"/>
                </a:lnTo>
                <a:lnTo>
                  <a:pt x="48570" y="248650"/>
                </a:lnTo>
                <a:lnTo>
                  <a:pt x="48651" y="240030"/>
                </a:lnTo>
                <a:lnTo>
                  <a:pt x="48744" y="183546"/>
                </a:lnTo>
                <a:lnTo>
                  <a:pt x="48577" y="162687"/>
                </a:lnTo>
                <a:lnTo>
                  <a:pt x="48125" y="144684"/>
                </a:lnTo>
                <a:lnTo>
                  <a:pt x="47244" y="129540"/>
                </a:lnTo>
                <a:lnTo>
                  <a:pt x="70104" y="143256"/>
                </a:lnTo>
                <a:lnTo>
                  <a:pt x="201285" y="143256"/>
                </a:lnTo>
                <a:lnTo>
                  <a:pt x="207263" y="147828"/>
                </a:lnTo>
                <a:lnTo>
                  <a:pt x="201168" y="152400"/>
                </a:lnTo>
                <a:lnTo>
                  <a:pt x="70104" y="152400"/>
                </a:lnTo>
                <a:lnTo>
                  <a:pt x="70104" y="230123"/>
                </a:lnTo>
                <a:lnTo>
                  <a:pt x="195092" y="230123"/>
                </a:lnTo>
                <a:lnTo>
                  <a:pt x="195095" y="231409"/>
                </a:lnTo>
                <a:lnTo>
                  <a:pt x="195247" y="239268"/>
                </a:lnTo>
                <a:lnTo>
                  <a:pt x="70104" y="239268"/>
                </a:lnTo>
                <a:lnTo>
                  <a:pt x="70104" y="265176"/>
                </a:lnTo>
                <a:lnTo>
                  <a:pt x="47244" y="275844"/>
                </a:lnTo>
                <a:close/>
              </a:path>
              <a:path w="307975" h="341629">
                <a:moveTo>
                  <a:pt x="195092" y="230123"/>
                </a:moveTo>
                <a:lnTo>
                  <a:pt x="173736" y="230123"/>
                </a:lnTo>
                <a:lnTo>
                  <a:pt x="173736" y="152400"/>
                </a:lnTo>
                <a:lnTo>
                  <a:pt x="201168" y="152400"/>
                </a:lnTo>
                <a:lnTo>
                  <a:pt x="195072" y="156972"/>
                </a:lnTo>
                <a:lnTo>
                  <a:pt x="195092" y="230123"/>
                </a:lnTo>
                <a:close/>
              </a:path>
              <a:path w="307975" h="341629">
                <a:moveTo>
                  <a:pt x="173736" y="266700"/>
                </a:moveTo>
                <a:lnTo>
                  <a:pt x="173736" y="239268"/>
                </a:lnTo>
                <a:lnTo>
                  <a:pt x="195247" y="239268"/>
                </a:lnTo>
                <a:lnTo>
                  <a:pt x="195262" y="240030"/>
                </a:lnTo>
                <a:lnTo>
                  <a:pt x="195714" y="248650"/>
                </a:lnTo>
                <a:lnTo>
                  <a:pt x="196596" y="257556"/>
                </a:lnTo>
                <a:lnTo>
                  <a:pt x="173736" y="266700"/>
                </a:lnTo>
                <a:close/>
              </a:path>
              <a:path w="307975" h="341629">
                <a:moveTo>
                  <a:pt x="262128" y="341376"/>
                </a:moveTo>
                <a:lnTo>
                  <a:pt x="258722" y="332493"/>
                </a:lnTo>
                <a:lnTo>
                  <a:pt x="248602" y="324040"/>
                </a:lnTo>
                <a:lnTo>
                  <a:pt x="231909" y="315872"/>
                </a:lnTo>
                <a:lnTo>
                  <a:pt x="208787" y="307847"/>
                </a:lnTo>
                <a:lnTo>
                  <a:pt x="208787" y="300228"/>
                </a:lnTo>
                <a:lnTo>
                  <a:pt x="225647" y="302228"/>
                </a:lnTo>
                <a:lnTo>
                  <a:pt x="239649" y="303657"/>
                </a:lnTo>
                <a:lnTo>
                  <a:pt x="250793" y="304514"/>
                </a:lnTo>
                <a:lnTo>
                  <a:pt x="259080" y="304800"/>
                </a:lnTo>
                <a:lnTo>
                  <a:pt x="294732" y="304800"/>
                </a:lnTo>
                <a:lnTo>
                  <a:pt x="294274" y="310086"/>
                </a:lnTo>
                <a:lnTo>
                  <a:pt x="288036" y="323469"/>
                </a:lnTo>
                <a:lnTo>
                  <a:pt x="277225" y="333994"/>
                </a:lnTo>
                <a:lnTo>
                  <a:pt x="262128" y="34137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0" name="object 90"/>
          <p:cNvSpPr/>
          <p:nvPr/>
        </p:nvSpPr>
        <p:spPr>
          <a:xfrm>
            <a:off x="6031979" y="5361432"/>
            <a:ext cx="1898014" cy="363220"/>
          </a:xfrm>
          <a:custGeom>
            <a:avLst/>
            <a:gdLst/>
            <a:ahLst/>
            <a:cxnLst/>
            <a:rect l="l" t="t" r="r" b="b"/>
            <a:pathLst>
              <a:path w="1898015" h="363220">
                <a:moveTo>
                  <a:pt x="224028" y="137160"/>
                </a:moveTo>
                <a:lnTo>
                  <a:pt x="199644" y="111252"/>
                </a:lnTo>
                <a:lnTo>
                  <a:pt x="182880" y="128016"/>
                </a:lnTo>
                <a:lnTo>
                  <a:pt x="146304" y="128016"/>
                </a:lnTo>
                <a:lnTo>
                  <a:pt x="171640" y="93345"/>
                </a:lnTo>
                <a:lnTo>
                  <a:pt x="199453" y="57531"/>
                </a:lnTo>
                <a:lnTo>
                  <a:pt x="208788" y="51816"/>
                </a:lnTo>
                <a:lnTo>
                  <a:pt x="181356" y="28956"/>
                </a:lnTo>
                <a:lnTo>
                  <a:pt x="176555" y="39230"/>
                </a:lnTo>
                <a:lnTo>
                  <a:pt x="171450" y="49339"/>
                </a:lnTo>
                <a:lnTo>
                  <a:pt x="166357" y="59182"/>
                </a:lnTo>
                <a:lnTo>
                  <a:pt x="161544" y="68580"/>
                </a:lnTo>
                <a:lnTo>
                  <a:pt x="161544" y="71628"/>
                </a:lnTo>
                <a:lnTo>
                  <a:pt x="152361" y="85369"/>
                </a:lnTo>
                <a:lnTo>
                  <a:pt x="142875" y="99250"/>
                </a:lnTo>
                <a:lnTo>
                  <a:pt x="132829" y="113423"/>
                </a:lnTo>
                <a:lnTo>
                  <a:pt x="121920" y="128016"/>
                </a:lnTo>
                <a:lnTo>
                  <a:pt x="111252" y="128016"/>
                </a:lnTo>
                <a:lnTo>
                  <a:pt x="111252" y="71628"/>
                </a:lnTo>
                <a:lnTo>
                  <a:pt x="161544" y="71628"/>
                </a:lnTo>
                <a:lnTo>
                  <a:pt x="161544" y="68580"/>
                </a:lnTo>
                <a:lnTo>
                  <a:pt x="140208" y="47244"/>
                </a:lnTo>
                <a:lnTo>
                  <a:pt x="123444" y="62484"/>
                </a:lnTo>
                <a:lnTo>
                  <a:pt x="111252" y="62484"/>
                </a:lnTo>
                <a:lnTo>
                  <a:pt x="111252" y="24384"/>
                </a:lnTo>
                <a:lnTo>
                  <a:pt x="121920" y="13716"/>
                </a:lnTo>
                <a:lnTo>
                  <a:pt x="89916" y="0"/>
                </a:lnTo>
                <a:lnTo>
                  <a:pt x="91376" y="39230"/>
                </a:lnTo>
                <a:lnTo>
                  <a:pt x="91440" y="62484"/>
                </a:lnTo>
                <a:lnTo>
                  <a:pt x="24384" y="62484"/>
                </a:lnTo>
                <a:lnTo>
                  <a:pt x="38100" y="76200"/>
                </a:lnTo>
                <a:lnTo>
                  <a:pt x="47244" y="74206"/>
                </a:lnTo>
                <a:lnTo>
                  <a:pt x="56388" y="72771"/>
                </a:lnTo>
                <a:lnTo>
                  <a:pt x="65532" y="71920"/>
                </a:lnTo>
                <a:lnTo>
                  <a:pt x="74676" y="71628"/>
                </a:lnTo>
                <a:lnTo>
                  <a:pt x="91440" y="71628"/>
                </a:lnTo>
                <a:lnTo>
                  <a:pt x="91440" y="128016"/>
                </a:lnTo>
                <a:lnTo>
                  <a:pt x="0" y="128016"/>
                </a:lnTo>
                <a:lnTo>
                  <a:pt x="13716" y="141732"/>
                </a:lnTo>
                <a:lnTo>
                  <a:pt x="22313" y="139738"/>
                </a:lnTo>
                <a:lnTo>
                  <a:pt x="29908" y="138303"/>
                </a:lnTo>
                <a:lnTo>
                  <a:pt x="36652" y="137452"/>
                </a:lnTo>
                <a:lnTo>
                  <a:pt x="42672" y="137160"/>
                </a:lnTo>
                <a:lnTo>
                  <a:pt x="115824" y="137160"/>
                </a:lnTo>
                <a:lnTo>
                  <a:pt x="106108" y="148590"/>
                </a:lnTo>
                <a:lnTo>
                  <a:pt x="95250" y="160020"/>
                </a:lnTo>
                <a:lnTo>
                  <a:pt x="83248" y="171450"/>
                </a:lnTo>
                <a:lnTo>
                  <a:pt x="70104" y="182880"/>
                </a:lnTo>
                <a:lnTo>
                  <a:pt x="51816" y="175260"/>
                </a:lnTo>
                <a:lnTo>
                  <a:pt x="53340" y="184404"/>
                </a:lnTo>
                <a:lnTo>
                  <a:pt x="53340" y="196596"/>
                </a:lnTo>
                <a:lnTo>
                  <a:pt x="41579" y="204622"/>
                </a:lnTo>
                <a:lnTo>
                  <a:pt x="28956" y="212788"/>
                </a:lnTo>
                <a:lnTo>
                  <a:pt x="15201" y="221246"/>
                </a:lnTo>
                <a:lnTo>
                  <a:pt x="0" y="230124"/>
                </a:lnTo>
                <a:lnTo>
                  <a:pt x="1524" y="236220"/>
                </a:lnTo>
                <a:lnTo>
                  <a:pt x="17792" y="229387"/>
                </a:lnTo>
                <a:lnTo>
                  <a:pt x="32194" y="222694"/>
                </a:lnTo>
                <a:lnTo>
                  <a:pt x="44602" y="216293"/>
                </a:lnTo>
                <a:lnTo>
                  <a:pt x="54864" y="210312"/>
                </a:lnTo>
                <a:lnTo>
                  <a:pt x="54851" y="258038"/>
                </a:lnTo>
                <a:lnTo>
                  <a:pt x="54673" y="298323"/>
                </a:lnTo>
                <a:lnTo>
                  <a:pt x="54229" y="331190"/>
                </a:lnTo>
                <a:lnTo>
                  <a:pt x="53340" y="356616"/>
                </a:lnTo>
                <a:lnTo>
                  <a:pt x="74676" y="345948"/>
                </a:lnTo>
                <a:lnTo>
                  <a:pt x="74676" y="313944"/>
                </a:lnTo>
                <a:lnTo>
                  <a:pt x="160020" y="313944"/>
                </a:lnTo>
                <a:lnTo>
                  <a:pt x="160020" y="344424"/>
                </a:lnTo>
                <a:lnTo>
                  <a:pt x="182880" y="332232"/>
                </a:lnTo>
                <a:lnTo>
                  <a:pt x="180213" y="283083"/>
                </a:lnTo>
                <a:lnTo>
                  <a:pt x="179882" y="240792"/>
                </a:lnTo>
                <a:lnTo>
                  <a:pt x="179832" y="199644"/>
                </a:lnTo>
                <a:lnTo>
                  <a:pt x="193548" y="190500"/>
                </a:lnTo>
                <a:lnTo>
                  <a:pt x="186880" y="182880"/>
                </a:lnTo>
                <a:lnTo>
                  <a:pt x="185547" y="181356"/>
                </a:lnTo>
                <a:lnTo>
                  <a:pt x="172212" y="166116"/>
                </a:lnTo>
                <a:lnTo>
                  <a:pt x="160020" y="181356"/>
                </a:lnTo>
                <a:lnTo>
                  <a:pt x="160020" y="190500"/>
                </a:lnTo>
                <a:lnTo>
                  <a:pt x="160020" y="240792"/>
                </a:lnTo>
                <a:lnTo>
                  <a:pt x="160020" y="249936"/>
                </a:lnTo>
                <a:lnTo>
                  <a:pt x="160020" y="304800"/>
                </a:lnTo>
                <a:lnTo>
                  <a:pt x="74676" y="304800"/>
                </a:lnTo>
                <a:lnTo>
                  <a:pt x="74676" y="249936"/>
                </a:lnTo>
                <a:lnTo>
                  <a:pt x="160020" y="249936"/>
                </a:lnTo>
                <a:lnTo>
                  <a:pt x="160020" y="240792"/>
                </a:lnTo>
                <a:lnTo>
                  <a:pt x="74676" y="240792"/>
                </a:lnTo>
                <a:lnTo>
                  <a:pt x="74676" y="210312"/>
                </a:lnTo>
                <a:lnTo>
                  <a:pt x="74676" y="199644"/>
                </a:lnTo>
                <a:lnTo>
                  <a:pt x="86868" y="190500"/>
                </a:lnTo>
                <a:lnTo>
                  <a:pt x="160020" y="190500"/>
                </a:lnTo>
                <a:lnTo>
                  <a:pt x="160020" y="181356"/>
                </a:lnTo>
                <a:lnTo>
                  <a:pt x="96012" y="181356"/>
                </a:lnTo>
                <a:lnTo>
                  <a:pt x="110020" y="168452"/>
                </a:lnTo>
                <a:lnTo>
                  <a:pt x="122301" y="156972"/>
                </a:lnTo>
                <a:lnTo>
                  <a:pt x="132880" y="146646"/>
                </a:lnTo>
                <a:lnTo>
                  <a:pt x="141732" y="137160"/>
                </a:lnTo>
                <a:lnTo>
                  <a:pt x="224028" y="137160"/>
                </a:lnTo>
                <a:close/>
              </a:path>
              <a:path w="1898015" h="363220">
                <a:moveTo>
                  <a:pt x="353568" y="44196"/>
                </a:moveTo>
                <a:lnTo>
                  <a:pt x="345948" y="36576"/>
                </a:lnTo>
                <a:lnTo>
                  <a:pt x="330708" y="21336"/>
                </a:lnTo>
                <a:lnTo>
                  <a:pt x="315468" y="36576"/>
                </a:lnTo>
                <a:lnTo>
                  <a:pt x="248412" y="36576"/>
                </a:lnTo>
                <a:lnTo>
                  <a:pt x="227076" y="22860"/>
                </a:lnTo>
                <a:lnTo>
                  <a:pt x="227317" y="60604"/>
                </a:lnTo>
                <a:lnTo>
                  <a:pt x="227838" y="100774"/>
                </a:lnTo>
                <a:lnTo>
                  <a:pt x="228371" y="143522"/>
                </a:lnTo>
                <a:lnTo>
                  <a:pt x="228523" y="173570"/>
                </a:lnTo>
                <a:lnTo>
                  <a:pt x="228422" y="225437"/>
                </a:lnTo>
                <a:lnTo>
                  <a:pt x="228307" y="240817"/>
                </a:lnTo>
                <a:lnTo>
                  <a:pt x="227317" y="322072"/>
                </a:lnTo>
                <a:lnTo>
                  <a:pt x="227076" y="361188"/>
                </a:lnTo>
                <a:lnTo>
                  <a:pt x="248412" y="352044"/>
                </a:lnTo>
                <a:lnTo>
                  <a:pt x="248412" y="45720"/>
                </a:lnTo>
                <a:lnTo>
                  <a:pt x="315468" y="45720"/>
                </a:lnTo>
                <a:lnTo>
                  <a:pt x="281940" y="149352"/>
                </a:lnTo>
                <a:lnTo>
                  <a:pt x="295135" y="168808"/>
                </a:lnTo>
                <a:lnTo>
                  <a:pt x="305181" y="186118"/>
                </a:lnTo>
                <a:lnTo>
                  <a:pt x="319874" y="225437"/>
                </a:lnTo>
                <a:lnTo>
                  <a:pt x="323088" y="245364"/>
                </a:lnTo>
                <a:lnTo>
                  <a:pt x="323088" y="251460"/>
                </a:lnTo>
                <a:lnTo>
                  <a:pt x="321564" y="256032"/>
                </a:lnTo>
                <a:lnTo>
                  <a:pt x="316992" y="262128"/>
                </a:lnTo>
                <a:lnTo>
                  <a:pt x="312420" y="266700"/>
                </a:lnTo>
                <a:lnTo>
                  <a:pt x="304800" y="269748"/>
                </a:lnTo>
                <a:lnTo>
                  <a:pt x="294132" y="269748"/>
                </a:lnTo>
                <a:lnTo>
                  <a:pt x="288709" y="269468"/>
                </a:lnTo>
                <a:lnTo>
                  <a:pt x="281559" y="268605"/>
                </a:lnTo>
                <a:lnTo>
                  <a:pt x="272707" y="267182"/>
                </a:lnTo>
                <a:lnTo>
                  <a:pt x="262128" y="265176"/>
                </a:lnTo>
                <a:lnTo>
                  <a:pt x="262128" y="272796"/>
                </a:lnTo>
                <a:lnTo>
                  <a:pt x="277558" y="277990"/>
                </a:lnTo>
                <a:lnTo>
                  <a:pt x="289560" y="284607"/>
                </a:lnTo>
                <a:lnTo>
                  <a:pt x="298132" y="292950"/>
                </a:lnTo>
                <a:lnTo>
                  <a:pt x="303276" y="303276"/>
                </a:lnTo>
                <a:lnTo>
                  <a:pt x="313232" y="298157"/>
                </a:lnTo>
                <a:lnTo>
                  <a:pt x="322326" y="292036"/>
                </a:lnTo>
                <a:lnTo>
                  <a:pt x="330288" y="285064"/>
                </a:lnTo>
                <a:lnTo>
                  <a:pt x="336804" y="277368"/>
                </a:lnTo>
                <a:lnTo>
                  <a:pt x="340779" y="269748"/>
                </a:lnTo>
                <a:lnTo>
                  <a:pt x="341426" y="268516"/>
                </a:lnTo>
                <a:lnTo>
                  <a:pt x="344043" y="257937"/>
                </a:lnTo>
                <a:lnTo>
                  <a:pt x="344957" y="245656"/>
                </a:lnTo>
                <a:lnTo>
                  <a:pt x="344424" y="231648"/>
                </a:lnTo>
                <a:lnTo>
                  <a:pt x="340169" y="215341"/>
                </a:lnTo>
                <a:lnTo>
                  <a:pt x="329755" y="196024"/>
                </a:lnTo>
                <a:lnTo>
                  <a:pt x="313359" y="173570"/>
                </a:lnTo>
                <a:lnTo>
                  <a:pt x="291084" y="147828"/>
                </a:lnTo>
                <a:lnTo>
                  <a:pt x="338328" y="51816"/>
                </a:lnTo>
                <a:lnTo>
                  <a:pt x="350520" y="45720"/>
                </a:lnTo>
                <a:lnTo>
                  <a:pt x="353568" y="44196"/>
                </a:lnTo>
                <a:close/>
              </a:path>
              <a:path w="1898015" h="363220">
                <a:moveTo>
                  <a:pt x="453517" y="280428"/>
                </a:moveTo>
                <a:lnTo>
                  <a:pt x="453415" y="272897"/>
                </a:lnTo>
                <a:lnTo>
                  <a:pt x="452640" y="256044"/>
                </a:lnTo>
                <a:lnTo>
                  <a:pt x="446544" y="256044"/>
                </a:lnTo>
                <a:lnTo>
                  <a:pt x="442518" y="272897"/>
                </a:lnTo>
                <a:lnTo>
                  <a:pt x="437210" y="286905"/>
                </a:lnTo>
                <a:lnTo>
                  <a:pt x="430466" y="298043"/>
                </a:lnTo>
                <a:lnTo>
                  <a:pt x="409968" y="318528"/>
                </a:lnTo>
                <a:lnTo>
                  <a:pt x="409968" y="323100"/>
                </a:lnTo>
                <a:lnTo>
                  <a:pt x="411492" y="326148"/>
                </a:lnTo>
                <a:lnTo>
                  <a:pt x="416064" y="327672"/>
                </a:lnTo>
                <a:lnTo>
                  <a:pt x="419112" y="329196"/>
                </a:lnTo>
                <a:lnTo>
                  <a:pt x="423684" y="330720"/>
                </a:lnTo>
                <a:lnTo>
                  <a:pt x="431304" y="330720"/>
                </a:lnTo>
                <a:lnTo>
                  <a:pt x="435876" y="329196"/>
                </a:lnTo>
                <a:lnTo>
                  <a:pt x="440448" y="326148"/>
                </a:lnTo>
                <a:lnTo>
                  <a:pt x="445020" y="324624"/>
                </a:lnTo>
                <a:lnTo>
                  <a:pt x="448068" y="318528"/>
                </a:lnTo>
                <a:lnTo>
                  <a:pt x="451116" y="309384"/>
                </a:lnTo>
                <a:lnTo>
                  <a:pt x="452843" y="300824"/>
                </a:lnTo>
                <a:lnTo>
                  <a:pt x="453453" y="291096"/>
                </a:lnTo>
                <a:lnTo>
                  <a:pt x="453517" y="280428"/>
                </a:lnTo>
                <a:close/>
              </a:path>
              <a:path w="1898015" h="363220">
                <a:moveTo>
                  <a:pt x="556272" y="85356"/>
                </a:moveTo>
                <a:lnTo>
                  <a:pt x="533412" y="57924"/>
                </a:lnTo>
                <a:lnTo>
                  <a:pt x="513600" y="76212"/>
                </a:lnTo>
                <a:lnTo>
                  <a:pt x="492264" y="76212"/>
                </a:lnTo>
                <a:lnTo>
                  <a:pt x="492264" y="25920"/>
                </a:lnTo>
                <a:lnTo>
                  <a:pt x="504456" y="13728"/>
                </a:lnTo>
                <a:lnTo>
                  <a:pt x="470928" y="12"/>
                </a:lnTo>
                <a:lnTo>
                  <a:pt x="471805" y="12344"/>
                </a:lnTo>
                <a:lnTo>
                  <a:pt x="472262" y="28968"/>
                </a:lnTo>
                <a:lnTo>
                  <a:pt x="472338" y="39636"/>
                </a:lnTo>
                <a:lnTo>
                  <a:pt x="472452" y="76212"/>
                </a:lnTo>
                <a:lnTo>
                  <a:pt x="399300" y="76212"/>
                </a:lnTo>
                <a:lnTo>
                  <a:pt x="411492" y="88404"/>
                </a:lnTo>
                <a:lnTo>
                  <a:pt x="425208" y="85356"/>
                </a:lnTo>
                <a:lnTo>
                  <a:pt x="469404" y="85356"/>
                </a:lnTo>
                <a:lnTo>
                  <a:pt x="455968" y="120853"/>
                </a:lnTo>
                <a:lnTo>
                  <a:pt x="438543" y="154508"/>
                </a:lnTo>
                <a:lnTo>
                  <a:pt x="417106" y="186715"/>
                </a:lnTo>
                <a:lnTo>
                  <a:pt x="391680" y="217944"/>
                </a:lnTo>
                <a:lnTo>
                  <a:pt x="396252" y="220992"/>
                </a:lnTo>
                <a:lnTo>
                  <a:pt x="417372" y="202438"/>
                </a:lnTo>
                <a:lnTo>
                  <a:pt x="437134" y="181241"/>
                </a:lnTo>
                <a:lnTo>
                  <a:pt x="455612" y="157340"/>
                </a:lnTo>
                <a:lnTo>
                  <a:pt x="472452" y="131076"/>
                </a:lnTo>
                <a:lnTo>
                  <a:pt x="472338" y="172224"/>
                </a:lnTo>
                <a:lnTo>
                  <a:pt x="472249" y="186715"/>
                </a:lnTo>
                <a:lnTo>
                  <a:pt x="471805" y="210578"/>
                </a:lnTo>
                <a:lnTo>
                  <a:pt x="470928" y="233184"/>
                </a:lnTo>
                <a:lnTo>
                  <a:pt x="493788" y="224040"/>
                </a:lnTo>
                <a:lnTo>
                  <a:pt x="493572" y="210578"/>
                </a:lnTo>
                <a:lnTo>
                  <a:pt x="493039" y="186715"/>
                </a:lnTo>
                <a:lnTo>
                  <a:pt x="492569" y="159664"/>
                </a:lnTo>
                <a:lnTo>
                  <a:pt x="492455" y="149936"/>
                </a:lnTo>
                <a:lnTo>
                  <a:pt x="492340" y="131076"/>
                </a:lnTo>
                <a:lnTo>
                  <a:pt x="492264" y="117360"/>
                </a:lnTo>
                <a:lnTo>
                  <a:pt x="502831" y="128498"/>
                </a:lnTo>
                <a:lnTo>
                  <a:pt x="511695" y="139077"/>
                </a:lnTo>
                <a:lnTo>
                  <a:pt x="518833" y="149072"/>
                </a:lnTo>
                <a:lnTo>
                  <a:pt x="524268" y="158508"/>
                </a:lnTo>
                <a:lnTo>
                  <a:pt x="527316" y="167652"/>
                </a:lnTo>
                <a:lnTo>
                  <a:pt x="530364" y="172224"/>
                </a:lnTo>
                <a:lnTo>
                  <a:pt x="534936" y="172224"/>
                </a:lnTo>
                <a:lnTo>
                  <a:pt x="537984" y="170700"/>
                </a:lnTo>
                <a:lnTo>
                  <a:pt x="544080" y="161556"/>
                </a:lnTo>
                <a:lnTo>
                  <a:pt x="545541" y="155663"/>
                </a:lnTo>
                <a:lnTo>
                  <a:pt x="545604" y="141744"/>
                </a:lnTo>
                <a:lnTo>
                  <a:pt x="541032" y="135648"/>
                </a:lnTo>
                <a:lnTo>
                  <a:pt x="533412" y="129552"/>
                </a:lnTo>
                <a:lnTo>
                  <a:pt x="525691" y="124929"/>
                </a:lnTo>
                <a:lnTo>
                  <a:pt x="516267" y="120027"/>
                </a:lnTo>
                <a:lnTo>
                  <a:pt x="510844" y="117360"/>
                </a:lnTo>
                <a:lnTo>
                  <a:pt x="492264" y="108216"/>
                </a:lnTo>
                <a:lnTo>
                  <a:pt x="492264" y="85356"/>
                </a:lnTo>
                <a:lnTo>
                  <a:pt x="556272" y="85356"/>
                </a:lnTo>
                <a:close/>
              </a:path>
              <a:path w="1898015" h="363220">
                <a:moveTo>
                  <a:pt x="600468" y="262140"/>
                </a:moveTo>
                <a:lnTo>
                  <a:pt x="564362" y="230682"/>
                </a:lnTo>
                <a:lnTo>
                  <a:pt x="544080" y="220992"/>
                </a:lnTo>
                <a:lnTo>
                  <a:pt x="541032" y="225564"/>
                </a:lnTo>
                <a:lnTo>
                  <a:pt x="553364" y="238963"/>
                </a:lnTo>
                <a:lnTo>
                  <a:pt x="563130" y="251663"/>
                </a:lnTo>
                <a:lnTo>
                  <a:pt x="570598" y="263486"/>
                </a:lnTo>
                <a:lnTo>
                  <a:pt x="576084" y="274332"/>
                </a:lnTo>
                <a:lnTo>
                  <a:pt x="579132" y="283476"/>
                </a:lnTo>
                <a:lnTo>
                  <a:pt x="582180" y="288048"/>
                </a:lnTo>
                <a:lnTo>
                  <a:pt x="588276" y="288048"/>
                </a:lnTo>
                <a:lnTo>
                  <a:pt x="591324" y="285000"/>
                </a:lnTo>
                <a:lnTo>
                  <a:pt x="594372" y="280428"/>
                </a:lnTo>
                <a:lnTo>
                  <a:pt x="598944" y="275856"/>
                </a:lnTo>
                <a:lnTo>
                  <a:pt x="600468" y="271284"/>
                </a:lnTo>
                <a:lnTo>
                  <a:pt x="600468" y="262140"/>
                </a:lnTo>
                <a:close/>
              </a:path>
              <a:path w="1898015" h="363220">
                <a:moveTo>
                  <a:pt x="673620" y="323100"/>
                </a:moveTo>
                <a:lnTo>
                  <a:pt x="656831" y="286905"/>
                </a:lnTo>
                <a:lnTo>
                  <a:pt x="656247" y="276783"/>
                </a:lnTo>
                <a:lnTo>
                  <a:pt x="655332" y="263664"/>
                </a:lnTo>
                <a:lnTo>
                  <a:pt x="649236" y="263664"/>
                </a:lnTo>
                <a:lnTo>
                  <a:pt x="648652" y="270332"/>
                </a:lnTo>
                <a:lnTo>
                  <a:pt x="647141" y="286524"/>
                </a:lnTo>
                <a:lnTo>
                  <a:pt x="637044" y="324624"/>
                </a:lnTo>
                <a:lnTo>
                  <a:pt x="627900" y="326148"/>
                </a:lnTo>
                <a:lnTo>
                  <a:pt x="536460" y="326148"/>
                </a:lnTo>
                <a:lnTo>
                  <a:pt x="516648" y="266712"/>
                </a:lnTo>
                <a:lnTo>
                  <a:pt x="528840" y="256044"/>
                </a:lnTo>
                <a:lnTo>
                  <a:pt x="493788" y="239280"/>
                </a:lnTo>
                <a:lnTo>
                  <a:pt x="495274" y="289001"/>
                </a:lnTo>
                <a:lnTo>
                  <a:pt x="495312" y="313956"/>
                </a:lnTo>
                <a:lnTo>
                  <a:pt x="496760" y="327050"/>
                </a:lnTo>
                <a:lnTo>
                  <a:pt x="501218" y="336435"/>
                </a:lnTo>
                <a:lnTo>
                  <a:pt x="508812" y="341807"/>
                </a:lnTo>
                <a:lnTo>
                  <a:pt x="519696" y="342912"/>
                </a:lnTo>
                <a:lnTo>
                  <a:pt x="633996" y="342912"/>
                </a:lnTo>
                <a:lnTo>
                  <a:pt x="645972" y="342379"/>
                </a:lnTo>
                <a:lnTo>
                  <a:pt x="656666" y="338721"/>
                </a:lnTo>
                <a:lnTo>
                  <a:pt x="665924" y="332193"/>
                </a:lnTo>
                <a:lnTo>
                  <a:pt x="671042" y="326148"/>
                </a:lnTo>
                <a:lnTo>
                  <a:pt x="673620" y="323100"/>
                </a:lnTo>
                <a:close/>
              </a:path>
              <a:path w="1898015" h="363220">
                <a:moveTo>
                  <a:pt x="720864" y="39636"/>
                </a:moveTo>
                <a:lnTo>
                  <a:pt x="716800" y="36588"/>
                </a:lnTo>
                <a:lnTo>
                  <a:pt x="696480" y="21348"/>
                </a:lnTo>
                <a:lnTo>
                  <a:pt x="688860" y="32245"/>
                </a:lnTo>
                <a:lnTo>
                  <a:pt x="688860" y="193560"/>
                </a:lnTo>
                <a:lnTo>
                  <a:pt x="589800" y="193560"/>
                </a:lnTo>
                <a:lnTo>
                  <a:pt x="589800" y="147840"/>
                </a:lnTo>
                <a:lnTo>
                  <a:pt x="688860" y="147840"/>
                </a:lnTo>
                <a:lnTo>
                  <a:pt x="688860" y="138696"/>
                </a:lnTo>
                <a:lnTo>
                  <a:pt x="589800" y="138696"/>
                </a:lnTo>
                <a:lnTo>
                  <a:pt x="589800" y="97548"/>
                </a:lnTo>
                <a:lnTo>
                  <a:pt x="688860" y="97548"/>
                </a:lnTo>
                <a:lnTo>
                  <a:pt x="688860" y="88404"/>
                </a:lnTo>
                <a:lnTo>
                  <a:pt x="589800" y="88404"/>
                </a:lnTo>
                <a:lnTo>
                  <a:pt x="589800" y="45732"/>
                </a:lnTo>
                <a:lnTo>
                  <a:pt x="688860" y="45732"/>
                </a:lnTo>
                <a:lnTo>
                  <a:pt x="688860" y="32245"/>
                </a:lnTo>
                <a:lnTo>
                  <a:pt x="685812" y="36588"/>
                </a:lnTo>
                <a:lnTo>
                  <a:pt x="589800" y="36588"/>
                </a:lnTo>
                <a:lnTo>
                  <a:pt x="568464" y="22872"/>
                </a:lnTo>
                <a:lnTo>
                  <a:pt x="568731" y="39636"/>
                </a:lnTo>
                <a:lnTo>
                  <a:pt x="569188" y="57924"/>
                </a:lnTo>
                <a:lnTo>
                  <a:pt x="569734" y="85356"/>
                </a:lnTo>
                <a:lnTo>
                  <a:pt x="569912" y="108216"/>
                </a:lnTo>
                <a:lnTo>
                  <a:pt x="569798" y="141744"/>
                </a:lnTo>
                <a:lnTo>
                  <a:pt x="569747" y="149936"/>
                </a:lnTo>
                <a:lnTo>
                  <a:pt x="569226" y="179082"/>
                </a:lnTo>
                <a:lnTo>
                  <a:pt x="568744" y="202438"/>
                </a:lnTo>
                <a:lnTo>
                  <a:pt x="568629" y="210578"/>
                </a:lnTo>
                <a:lnTo>
                  <a:pt x="568464" y="227088"/>
                </a:lnTo>
                <a:lnTo>
                  <a:pt x="589800" y="219468"/>
                </a:lnTo>
                <a:lnTo>
                  <a:pt x="589800" y="202704"/>
                </a:lnTo>
                <a:lnTo>
                  <a:pt x="688860" y="202704"/>
                </a:lnTo>
                <a:lnTo>
                  <a:pt x="688860" y="224040"/>
                </a:lnTo>
                <a:lnTo>
                  <a:pt x="710196" y="214896"/>
                </a:lnTo>
                <a:lnTo>
                  <a:pt x="709307" y="205765"/>
                </a:lnTo>
                <a:lnTo>
                  <a:pt x="709180" y="202704"/>
                </a:lnTo>
                <a:lnTo>
                  <a:pt x="708863" y="194513"/>
                </a:lnTo>
                <a:lnTo>
                  <a:pt x="708850" y="193560"/>
                </a:lnTo>
                <a:lnTo>
                  <a:pt x="708761" y="186715"/>
                </a:lnTo>
                <a:lnTo>
                  <a:pt x="708672" y="147840"/>
                </a:lnTo>
                <a:lnTo>
                  <a:pt x="708672" y="138696"/>
                </a:lnTo>
                <a:lnTo>
                  <a:pt x="708672" y="97548"/>
                </a:lnTo>
                <a:lnTo>
                  <a:pt x="708672" y="88404"/>
                </a:lnTo>
                <a:lnTo>
                  <a:pt x="708672" y="50304"/>
                </a:lnTo>
                <a:lnTo>
                  <a:pt x="713892" y="45732"/>
                </a:lnTo>
                <a:lnTo>
                  <a:pt x="720864" y="39636"/>
                </a:lnTo>
                <a:close/>
              </a:path>
              <a:path w="1898015" h="363220">
                <a:moveTo>
                  <a:pt x="733056" y="295668"/>
                </a:moveTo>
                <a:lnTo>
                  <a:pt x="695401" y="262686"/>
                </a:lnTo>
                <a:lnTo>
                  <a:pt x="679716" y="252996"/>
                </a:lnTo>
                <a:lnTo>
                  <a:pt x="675144" y="257568"/>
                </a:lnTo>
                <a:lnTo>
                  <a:pt x="687692" y="272757"/>
                </a:lnTo>
                <a:lnTo>
                  <a:pt x="697814" y="286524"/>
                </a:lnTo>
                <a:lnTo>
                  <a:pt x="705358" y="299135"/>
                </a:lnTo>
                <a:lnTo>
                  <a:pt x="710196" y="310908"/>
                </a:lnTo>
                <a:lnTo>
                  <a:pt x="713244" y="321576"/>
                </a:lnTo>
                <a:lnTo>
                  <a:pt x="716292" y="326148"/>
                </a:lnTo>
                <a:lnTo>
                  <a:pt x="720864" y="326148"/>
                </a:lnTo>
                <a:lnTo>
                  <a:pt x="722388" y="323100"/>
                </a:lnTo>
                <a:lnTo>
                  <a:pt x="726960" y="317004"/>
                </a:lnTo>
                <a:lnTo>
                  <a:pt x="731532" y="312432"/>
                </a:lnTo>
                <a:lnTo>
                  <a:pt x="733056" y="306336"/>
                </a:lnTo>
                <a:lnTo>
                  <a:pt x="733056" y="295668"/>
                </a:lnTo>
                <a:close/>
              </a:path>
              <a:path w="1898015" h="363220">
                <a:moveTo>
                  <a:pt x="899160" y="19812"/>
                </a:moveTo>
                <a:lnTo>
                  <a:pt x="867156" y="0"/>
                </a:lnTo>
                <a:lnTo>
                  <a:pt x="858583" y="29413"/>
                </a:lnTo>
                <a:lnTo>
                  <a:pt x="848868" y="58102"/>
                </a:lnTo>
                <a:lnTo>
                  <a:pt x="826008" y="112776"/>
                </a:lnTo>
                <a:lnTo>
                  <a:pt x="800100" y="162306"/>
                </a:lnTo>
                <a:lnTo>
                  <a:pt x="774192" y="202692"/>
                </a:lnTo>
                <a:lnTo>
                  <a:pt x="778764" y="205740"/>
                </a:lnTo>
                <a:lnTo>
                  <a:pt x="795362" y="187121"/>
                </a:lnTo>
                <a:lnTo>
                  <a:pt x="810958" y="167640"/>
                </a:lnTo>
                <a:lnTo>
                  <a:pt x="825703" y="147027"/>
                </a:lnTo>
                <a:lnTo>
                  <a:pt x="839724" y="124968"/>
                </a:lnTo>
                <a:lnTo>
                  <a:pt x="839609" y="322135"/>
                </a:lnTo>
                <a:lnTo>
                  <a:pt x="839495" y="328993"/>
                </a:lnTo>
                <a:lnTo>
                  <a:pt x="839089" y="343090"/>
                </a:lnTo>
                <a:lnTo>
                  <a:pt x="838200" y="359664"/>
                </a:lnTo>
                <a:lnTo>
                  <a:pt x="859536" y="348996"/>
                </a:lnTo>
                <a:lnTo>
                  <a:pt x="859536" y="126492"/>
                </a:lnTo>
                <a:lnTo>
                  <a:pt x="861568" y="124968"/>
                </a:lnTo>
                <a:lnTo>
                  <a:pt x="871728" y="117348"/>
                </a:lnTo>
                <a:lnTo>
                  <a:pt x="848868" y="105156"/>
                </a:lnTo>
                <a:lnTo>
                  <a:pt x="856538" y="91516"/>
                </a:lnTo>
                <a:lnTo>
                  <a:pt x="865632" y="73723"/>
                </a:lnTo>
                <a:lnTo>
                  <a:pt x="875880" y="52222"/>
                </a:lnTo>
                <a:lnTo>
                  <a:pt x="886968" y="27432"/>
                </a:lnTo>
                <a:lnTo>
                  <a:pt x="899160" y="19812"/>
                </a:lnTo>
                <a:close/>
              </a:path>
              <a:path w="1898015" h="363220">
                <a:moveTo>
                  <a:pt x="1129284" y="330708"/>
                </a:moveTo>
                <a:lnTo>
                  <a:pt x="1074420" y="322135"/>
                </a:lnTo>
                <a:lnTo>
                  <a:pt x="1022223" y="302133"/>
                </a:lnTo>
                <a:lnTo>
                  <a:pt x="1018895" y="300228"/>
                </a:lnTo>
                <a:lnTo>
                  <a:pt x="1007706" y="293852"/>
                </a:lnTo>
                <a:lnTo>
                  <a:pt x="995172" y="284988"/>
                </a:lnTo>
                <a:lnTo>
                  <a:pt x="999731" y="271272"/>
                </a:lnTo>
                <a:lnTo>
                  <a:pt x="1001445" y="266128"/>
                </a:lnTo>
                <a:lnTo>
                  <a:pt x="1006411" y="246126"/>
                </a:lnTo>
                <a:lnTo>
                  <a:pt x="1009967" y="224980"/>
                </a:lnTo>
                <a:lnTo>
                  <a:pt x="1011936" y="202692"/>
                </a:lnTo>
                <a:lnTo>
                  <a:pt x="1072896" y="202692"/>
                </a:lnTo>
                <a:lnTo>
                  <a:pt x="1072896" y="219456"/>
                </a:lnTo>
                <a:lnTo>
                  <a:pt x="1094232" y="211836"/>
                </a:lnTo>
                <a:lnTo>
                  <a:pt x="1093381" y="202692"/>
                </a:lnTo>
                <a:lnTo>
                  <a:pt x="1092949" y="193548"/>
                </a:lnTo>
                <a:lnTo>
                  <a:pt x="1092809" y="187121"/>
                </a:lnTo>
                <a:lnTo>
                  <a:pt x="1092708" y="131064"/>
                </a:lnTo>
                <a:lnTo>
                  <a:pt x="1096975" y="128016"/>
                </a:lnTo>
                <a:lnTo>
                  <a:pt x="1103376" y="123444"/>
                </a:lnTo>
                <a:lnTo>
                  <a:pt x="1097661" y="118872"/>
                </a:lnTo>
                <a:lnTo>
                  <a:pt x="1080516" y="105156"/>
                </a:lnTo>
                <a:lnTo>
                  <a:pt x="1072896" y="114960"/>
                </a:lnTo>
                <a:lnTo>
                  <a:pt x="1072896" y="128016"/>
                </a:lnTo>
                <a:lnTo>
                  <a:pt x="1072896" y="193548"/>
                </a:lnTo>
                <a:lnTo>
                  <a:pt x="1011936" y="193548"/>
                </a:lnTo>
                <a:lnTo>
                  <a:pt x="1012215" y="172212"/>
                </a:lnTo>
                <a:lnTo>
                  <a:pt x="1012698" y="155638"/>
                </a:lnTo>
                <a:lnTo>
                  <a:pt x="1013231" y="140614"/>
                </a:lnTo>
                <a:lnTo>
                  <a:pt x="1013460" y="128016"/>
                </a:lnTo>
                <a:lnTo>
                  <a:pt x="1072896" y="128016"/>
                </a:lnTo>
                <a:lnTo>
                  <a:pt x="1072896" y="114960"/>
                </a:lnTo>
                <a:lnTo>
                  <a:pt x="1069848" y="118872"/>
                </a:lnTo>
                <a:lnTo>
                  <a:pt x="1013460" y="118872"/>
                </a:lnTo>
                <a:lnTo>
                  <a:pt x="1013460" y="74676"/>
                </a:lnTo>
                <a:lnTo>
                  <a:pt x="1127760" y="74676"/>
                </a:lnTo>
                <a:lnTo>
                  <a:pt x="1100328" y="47244"/>
                </a:lnTo>
                <a:lnTo>
                  <a:pt x="1082040" y="65532"/>
                </a:lnTo>
                <a:lnTo>
                  <a:pt x="1013460" y="65532"/>
                </a:lnTo>
                <a:lnTo>
                  <a:pt x="1013460" y="25908"/>
                </a:lnTo>
                <a:lnTo>
                  <a:pt x="1024128" y="15240"/>
                </a:lnTo>
                <a:lnTo>
                  <a:pt x="992124" y="1524"/>
                </a:lnTo>
                <a:lnTo>
                  <a:pt x="992365" y="14414"/>
                </a:lnTo>
                <a:lnTo>
                  <a:pt x="992886" y="25717"/>
                </a:lnTo>
                <a:lnTo>
                  <a:pt x="993419" y="35610"/>
                </a:lnTo>
                <a:lnTo>
                  <a:pt x="993648" y="44196"/>
                </a:lnTo>
                <a:lnTo>
                  <a:pt x="993648" y="65532"/>
                </a:lnTo>
                <a:lnTo>
                  <a:pt x="888492" y="65532"/>
                </a:lnTo>
                <a:lnTo>
                  <a:pt x="902208" y="79248"/>
                </a:lnTo>
                <a:lnTo>
                  <a:pt x="911377" y="77254"/>
                </a:lnTo>
                <a:lnTo>
                  <a:pt x="920686" y="75819"/>
                </a:lnTo>
                <a:lnTo>
                  <a:pt x="930287" y="74968"/>
                </a:lnTo>
                <a:lnTo>
                  <a:pt x="940308" y="74676"/>
                </a:lnTo>
                <a:lnTo>
                  <a:pt x="993648" y="74676"/>
                </a:lnTo>
                <a:lnTo>
                  <a:pt x="993648" y="118872"/>
                </a:lnTo>
                <a:lnTo>
                  <a:pt x="993648" y="128016"/>
                </a:lnTo>
                <a:lnTo>
                  <a:pt x="993381" y="140614"/>
                </a:lnTo>
                <a:lnTo>
                  <a:pt x="992886" y="154495"/>
                </a:lnTo>
                <a:lnTo>
                  <a:pt x="992378" y="172212"/>
                </a:lnTo>
                <a:lnTo>
                  <a:pt x="992124" y="193548"/>
                </a:lnTo>
                <a:lnTo>
                  <a:pt x="934212" y="193548"/>
                </a:lnTo>
                <a:lnTo>
                  <a:pt x="934212" y="128016"/>
                </a:lnTo>
                <a:lnTo>
                  <a:pt x="993648" y="128016"/>
                </a:lnTo>
                <a:lnTo>
                  <a:pt x="993648" y="118872"/>
                </a:lnTo>
                <a:lnTo>
                  <a:pt x="934212" y="118872"/>
                </a:lnTo>
                <a:lnTo>
                  <a:pt x="911352" y="106680"/>
                </a:lnTo>
                <a:lnTo>
                  <a:pt x="912241" y="120662"/>
                </a:lnTo>
                <a:lnTo>
                  <a:pt x="912685" y="135064"/>
                </a:lnTo>
                <a:lnTo>
                  <a:pt x="912749" y="140614"/>
                </a:lnTo>
                <a:lnTo>
                  <a:pt x="912876" y="162306"/>
                </a:lnTo>
                <a:lnTo>
                  <a:pt x="912761" y="187121"/>
                </a:lnTo>
                <a:lnTo>
                  <a:pt x="912672" y="193548"/>
                </a:lnTo>
                <a:lnTo>
                  <a:pt x="912241" y="206603"/>
                </a:lnTo>
                <a:lnTo>
                  <a:pt x="911352" y="219456"/>
                </a:lnTo>
                <a:lnTo>
                  <a:pt x="934212" y="210312"/>
                </a:lnTo>
                <a:lnTo>
                  <a:pt x="934212" y="202692"/>
                </a:lnTo>
                <a:lnTo>
                  <a:pt x="992124" y="202692"/>
                </a:lnTo>
                <a:lnTo>
                  <a:pt x="990434" y="221551"/>
                </a:lnTo>
                <a:lnTo>
                  <a:pt x="987742" y="239268"/>
                </a:lnTo>
                <a:lnTo>
                  <a:pt x="984199" y="255841"/>
                </a:lnTo>
                <a:lnTo>
                  <a:pt x="979932" y="271272"/>
                </a:lnTo>
                <a:lnTo>
                  <a:pt x="970241" y="261226"/>
                </a:lnTo>
                <a:lnTo>
                  <a:pt x="959548" y="249174"/>
                </a:lnTo>
                <a:lnTo>
                  <a:pt x="948004" y="234848"/>
                </a:lnTo>
                <a:lnTo>
                  <a:pt x="935736" y="217932"/>
                </a:lnTo>
                <a:lnTo>
                  <a:pt x="931164" y="220980"/>
                </a:lnTo>
                <a:lnTo>
                  <a:pt x="942314" y="241300"/>
                </a:lnTo>
                <a:lnTo>
                  <a:pt x="952881" y="258889"/>
                </a:lnTo>
                <a:lnTo>
                  <a:pt x="962888" y="273926"/>
                </a:lnTo>
                <a:lnTo>
                  <a:pt x="972312" y="286512"/>
                </a:lnTo>
                <a:lnTo>
                  <a:pt x="964844" y="295656"/>
                </a:lnTo>
                <a:lnTo>
                  <a:pt x="932688" y="323088"/>
                </a:lnTo>
                <a:lnTo>
                  <a:pt x="886193" y="347954"/>
                </a:lnTo>
                <a:lnTo>
                  <a:pt x="868680" y="355092"/>
                </a:lnTo>
                <a:lnTo>
                  <a:pt x="871728" y="361188"/>
                </a:lnTo>
                <a:lnTo>
                  <a:pt x="921245" y="342760"/>
                </a:lnTo>
                <a:lnTo>
                  <a:pt x="964501" y="318325"/>
                </a:lnTo>
                <a:lnTo>
                  <a:pt x="986028" y="300228"/>
                </a:lnTo>
                <a:lnTo>
                  <a:pt x="1011174" y="319112"/>
                </a:lnTo>
                <a:lnTo>
                  <a:pt x="1038606" y="334708"/>
                </a:lnTo>
                <a:lnTo>
                  <a:pt x="1068324" y="347167"/>
                </a:lnTo>
                <a:lnTo>
                  <a:pt x="1100328" y="356616"/>
                </a:lnTo>
                <a:lnTo>
                  <a:pt x="1104646" y="349237"/>
                </a:lnTo>
                <a:lnTo>
                  <a:pt x="1110805" y="343281"/>
                </a:lnTo>
                <a:lnTo>
                  <a:pt x="1118984" y="339051"/>
                </a:lnTo>
                <a:lnTo>
                  <a:pt x="1129284" y="336804"/>
                </a:lnTo>
                <a:lnTo>
                  <a:pt x="1129284" y="330708"/>
                </a:lnTo>
                <a:close/>
              </a:path>
              <a:path w="1898015" h="363220">
                <a:moveTo>
                  <a:pt x="1520952" y="83820"/>
                </a:moveTo>
                <a:lnTo>
                  <a:pt x="1488960" y="51816"/>
                </a:lnTo>
                <a:lnTo>
                  <a:pt x="1466100" y="74676"/>
                </a:lnTo>
                <a:lnTo>
                  <a:pt x="1322844" y="74676"/>
                </a:lnTo>
                <a:lnTo>
                  <a:pt x="1345704" y="32004"/>
                </a:lnTo>
                <a:lnTo>
                  <a:pt x="1360944" y="24384"/>
                </a:lnTo>
                <a:lnTo>
                  <a:pt x="1324368" y="1524"/>
                </a:lnTo>
                <a:lnTo>
                  <a:pt x="1320101" y="17246"/>
                </a:lnTo>
                <a:lnTo>
                  <a:pt x="1314272" y="34671"/>
                </a:lnTo>
                <a:lnTo>
                  <a:pt x="1307007" y="53822"/>
                </a:lnTo>
                <a:lnTo>
                  <a:pt x="1298460" y="74676"/>
                </a:lnTo>
                <a:lnTo>
                  <a:pt x="1173492" y="74676"/>
                </a:lnTo>
                <a:lnTo>
                  <a:pt x="1185684" y="86868"/>
                </a:lnTo>
                <a:lnTo>
                  <a:pt x="1199400" y="83820"/>
                </a:lnTo>
                <a:lnTo>
                  <a:pt x="1293888" y="83820"/>
                </a:lnTo>
                <a:lnTo>
                  <a:pt x="1269885" y="128193"/>
                </a:lnTo>
                <a:lnTo>
                  <a:pt x="1240421" y="173075"/>
                </a:lnTo>
                <a:lnTo>
                  <a:pt x="1194079" y="225653"/>
                </a:lnTo>
                <a:lnTo>
                  <a:pt x="1164348" y="254508"/>
                </a:lnTo>
                <a:lnTo>
                  <a:pt x="1167396" y="259080"/>
                </a:lnTo>
                <a:lnTo>
                  <a:pt x="1195082" y="238772"/>
                </a:lnTo>
                <a:lnTo>
                  <a:pt x="1220927" y="216598"/>
                </a:lnTo>
                <a:lnTo>
                  <a:pt x="1244752" y="192430"/>
                </a:lnTo>
                <a:lnTo>
                  <a:pt x="1266456" y="166116"/>
                </a:lnTo>
                <a:lnTo>
                  <a:pt x="1266266" y="258889"/>
                </a:lnTo>
                <a:lnTo>
                  <a:pt x="1265809" y="294500"/>
                </a:lnTo>
                <a:lnTo>
                  <a:pt x="1264932" y="323088"/>
                </a:lnTo>
                <a:lnTo>
                  <a:pt x="1287792" y="313944"/>
                </a:lnTo>
                <a:lnTo>
                  <a:pt x="1287792" y="163068"/>
                </a:lnTo>
                <a:lnTo>
                  <a:pt x="1359420" y="163068"/>
                </a:lnTo>
                <a:lnTo>
                  <a:pt x="1359420" y="259080"/>
                </a:lnTo>
                <a:lnTo>
                  <a:pt x="1359179" y="282778"/>
                </a:lnTo>
                <a:lnTo>
                  <a:pt x="1358125" y="334733"/>
                </a:lnTo>
                <a:lnTo>
                  <a:pt x="1357896" y="362712"/>
                </a:lnTo>
                <a:lnTo>
                  <a:pt x="1382280" y="352044"/>
                </a:lnTo>
                <a:lnTo>
                  <a:pt x="1381391" y="336905"/>
                </a:lnTo>
                <a:lnTo>
                  <a:pt x="1380947" y="321183"/>
                </a:lnTo>
                <a:lnTo>
                  <a:pt x="1380769" y="304901"/>
                </a:lnTo>
                <a:lnTo>
                  <a:pt x="1380756" y="163068"/>
                </a:lnTo>
                <a:lnTo>
                  <a:pt x="1455432" y="163068"/>
                </a:lnTo>
                <a:lnTo>
                  <a:pt x="1455432" y="286512"/>
                </a:lnTo>
                <a:lnTo>
                  <a:pt x="1450860" y="291084"/>
                </a:lnTo>
                <a:lnTo>
                  <a:pt x="1405140" y="286512"/>
                </a:lnTo>
                <a:lnTo>
                  <a:pt x="1405140" y="292608"/>
                </a:lnTo>
                <a:lnTo>
                  <a:pt x="1422019" y="299974"/>
                </a:lnTo>
                <a:lnTo>
                  <a:pt x="1433906" y="308038"/>
                </a:lnTo>
                <a:lnTo>
                  <a:pt x="1440929" y="316407"/>
                </a:lnTo>
                <a:lnTo>
                  <a:pt x="1443240" y="324612"/>
                </a:lnTo>
                <a:lnTo>
                  <a:pt x="1456613" y="318947"/>
                </a:lnTo>
                <a:lnTo>
                  <a:pt x="1466862" y="311277"/>
                </a:lnTo>
                <a:lnTo>
                  <a:pt x="1473669" y="301904"/>
                </a:lnTo>
                <a:lnTo>
                  <a:pt x="1476768" y="291084"/>
                </a:lnTo>
                <a:lnTo>
                  <a:pt x="1476768" y="167640"/>
                </a:lnTo>
                <a:lnTo>
                  <a:pt x="1490484" y="158496"/>
                </a:lnTo>
                <a:lnTo>
                  <a:pt x="1464576" y="138684"/>
                </a:lnTo>
                <a:lnTo>
                  <a:pt x="1452384" y="153924"/>
                </a:lnTo>
                <a:lnTo>
                  <a:pt x="1380756" y="153924"/>
                </a:lnTo>
                <a:lnTo>
                  <a:pt x="1380756" y="124968"/>
                </a:lnTo>
                <a:lnTo>
                  <a:pt x="1392948" y="114300"/>
                </a:lnTo>
                <a:lnTo>
                  <a:pt x="1357896" y="99060"/>
                </a:lnTo>
                <a:lnTo>
                  <a:pt x="1358125" y="111925"/>
                </a:lnTo>
                <a:lnTo>
                  <a:pt x="1359179" y="139357"/>
                </a:lnTo>
                <a:lnTo>
                  <a:pt x="1359420" y="153924"/>
                </a:lnTo>
                <a:lnTo>
                  <a:pt x="1286268" y="153924"/>
                </a:lnTo>
                <a:lnTo>
                  <a:pt x="1281696" y="146304"/>
                </a:lnTo>
                <a:lnTo>
                  <a:pt x="1291717" y="131191"/>
                </a:lnTo>
                <a:lnTo>
                  <a:pt x="1301318" y="115633"/>
                </a:lnTo>
                <a:lnTo>
                  <a:pt x="1310627" y="99809"/>
                </a:lnTo>
                <a:lnTo>
                  <a:pt x="1319796" y="83820"/>
                </a:lnTo>
                <a:lnTo>
                  <a:pt x="1520952" y="83820"/>
                </a:lnTo>
                <a:close/>
              </a:path>
              <a:path w="1898015" h="363220">
                <a:moveTo>
                  <a:pt x="1812048" y="210324"/>
                </a:moveTo>
                <a:lnTo>
                  <a:pt x="1805508" y="204228"/>
                </a:lnTo>
                <a:lnTo>
                  <a:pt x="1789188" y="188988"/>
                </a:lnTo>
                <a:lnTo>
                  <a:pt x="1781568" y="199885"/>
                </a:lnTo>
                <a:lnTo>
                  <a:pt x="1781568" y="213372"/>
                </a:lnTo>
                <a:lnTo>
                  <a:pt x="1781568" y="266712"/>
                </a:lnTo>
                <a:lnTo>
                  <a:pt x="1700796" y="266712"/>
                </a:lnTo>
                <a:lnTo>
                  <a:pt x="1700796" y="213372"/>
                </a:lnTo>
                <a:lnTo>
                  <a:pt x="1781568" y="213372"/>
                </a:lnTo>
                <a:lnTo>
                  <a:pt x="1781568" y="199885"/>
                </a:lnTo>
                <a:lnTo>
                  <a:pt x="1778520" y="204228"/>
                </a:lnTo>
                <a:lnTo>
                  <a:pt x="1700796" y="204228"/>
                </a:lnTo>
                <a:lnTo>
                  <a:pt x="1679460" y="188988"/>
                </a:lnTo>
                <a:lnTo>
                  <a:pt x="1679714" y="204228"/>
                </a:lnTo>
                <a:lnTo>
                  <a:pt x="1680743" y="232270"/>
                </a:lnTo>
                <a:lnTo>
                  <a:pt x="1680959" y="246011"/>
                </a:lnTo>
                <a:lnTo>
                  <a:pt x="1680921" y="250063"/>
                </a:lnTo>
                <a:lnTo>
                  <a:pt x="1680743" y="260870"/>
                </a:lnTo>
                <a:lnTo>
                  <a:pt x="1679702" y="289572"/>
                </a:lnTo>
                <a:lnTo>
                  <a:pt x="1679460" y="304812"/>
                </a:lnTo>
                <a:lnTo>
                  <a:pt x="1700796" y="295668"/>
                </a:lnTo>
                <a:lnTo>
                  <a:pt x="1700796" y="275856"/>
                </a:lnTo>
                <a:lnTo>
                  <a:pt x="1781568" y="275856"/>
                </a:lnTo>
                <a:lnTo>
                  <a:pt x="1781568" y="294144"/>
                </a:lnTo>
                <a:lnTo>
                  <a:pt x="1802904" y="285000"/>
                </a:lnTo>
                <a:lnTo>
                  <a:pt x="1802091" y="275856"/>
                </a:lnTo>
                <a:lnTo>
                  <a:pt x="1801977" y="274332"/>
                </a:lnTo>
                <a:lnTo>
                  <a:pt x="1801609" y="266712"/>
                </a:lnTo>
                <a:lnTo>
                  <a:pt x="1801571" y="265760"/>
                </a:lnTo>
                <a:lnTo>
                  <a:pt x="1801469" y="260870"/>
                </a:lnTo>
                <a:lnTo>
                  <a:pt x="1801380" y="217944"/>
                </a:lnTo>
                <a:lnTo>
                  <a:pt x="1807781" y="213372"/>
                </a:lnTo>
                <a:lnTo>
                  <a:pt x="1812048" y="210324"/>
                </a:lnTo>
                <a:close/>
              </a:path>
              <a:path w="1898015" h="363220">
                <a:moveTo>
                  <a:pt x="1897392" y="158508"/>
                </a:moveTo>
                <a:lnTo>
                  <a:pt x="1890356" y="152412"/>
                </a:lnTo>
                <a:lnTo>
                  <a:pt x="1874532" y="138696"/>
                </a:lnTo>
                <a:lnTo>
                  <a:pt x="1862340" y="152412"/>
                </a:lnTo>
                <a:lnTo>
                  <a:pt x="1639836" y="152412"/>
                </a:lnTo>
                <a:lnTo>
                  <a:pt x="1639836" y="102120"/>
                </a:lnTo>
                <a:lnTo>
                  <a:pt x="1837956" y="102120"/>
                </a:lnTo>
                <a:lnTo>
                  <a:pt x="1837956" y="118884"/>
                </a:lnTo>
                <a:lnTo>
                  <a:pt x="1860816" y="108216"/>
                </a:lnTo>
                <a:lnTo>
                  <a:pt x="1859292" y="47256"/>
                </a:lnTo>
                <a:lnTo>
                  <a:pt x="1865388" y="42684"/>
                </a:lnTo>
                <a:lnTo>
                  <a:pt x="1871484" y="38112"/>
                </a:lnTo>
                <a:lnTo>
                  <a:pt x="1866201" y="33540"/>
                </a:lnTo>
                <a:lnTo>
                  <a:pt x="1848624" y="18300"/>
                </a:lnTo>
                <a:lnTo>
                  <a:pt x="1837956" y="31635"/>
                </a:lnTo>
                <a:lnTo>
                  <a:pt x="1837956" y="42684"/>
                </a:lnTo>
                <a:lnTo>
                  <a:pt x="1837956" y="92976"/>
                </a:lnTo>
                <a:lnTo>
                  <a:pt x="1639836" y="92976"/>
                </a:lnTo>
                <a:lnTo>
                  <a:pt x="1639836" y="42684"/>
                </a:lnTo>
                <a:lnTo>
                  <a:pt x="1837956" y="42684"/>
                </a:lnTo>
                <a:lnTo>
                  <a:pt x="1837956" y="31635"/>
                </a:lnTo>
                <a:lnTo>
                  <a:pt x="1836432" y="33540"/>
                </a:lnTo>
                <a:lnTo>
                  <a:pt x="1641360" y="33540"/>
                </a:lnTo>
                <a:lnTo>
                  <a:pt x="1616976" y="18300"/>
                </a:lnTo>
                <a:lnTo>
                  <a:pt x="1617853" y="35941"/>
                </a:lnTo>
                <a:lnTo>
                  <a:pt x="1618310" y="54305"/>
                </a:lnTo>
                <a:lnTo>
                  <a:pt x="1618449" y="70065"/>
                </a:lnTo>
                <a:lnTo>
                  <a:pt x="1618500" y="176796"/>
                </a:lnTo>
                <a:lnTo>
                  <a:pt x="1616786" y="199859"/>
                </a:lnTo>
                <a:lnTo>
                  <a:pt x="1609928" y="246011"/>
                </a:lnTo>
                <a:lnTo>
                  <a:pt x="1597012" y="290779"/>
                </a:lnTo>
                <a:lnTo>
                  <a:pt x="1575206" y="333590"/>
                </a:lnTo>
                <a:lnTo>
                  <a:pt x="1560588" y="353580"/>
                </a:lnTo>
                <a:lnTo>
                  <a:pt x="1563636" y="358152"/>
                </a:lnTo>
                <a:lnTo>
                  <a:pt x="1596974" y="319100"/>
                </a:lnTo>
                <a:lnTo>
                  <a:pt x="1620024" y="274332"/>
                </a:lnTo>
                <a:lnTo>
                  <a:pt x="1634502" y="223088"/>
                </a:lnTo>
                <a:lnTo>
                  <a:pt x="1639836" y="161556"/>
                </a:lnTo>
                <a:lnTo>
                  <a:pt x="1863864" y="161556"/>
                </a:lnTo>
                <a:lnTo>
                  <a:pt x="1863572" y="221272"/>
                </a:lnTo>
                <a:lnTo>
                  <a:pt x="1862709" y="265760"/>
                </a:lnTo>
                <a:lnTo>
                  <a:pt x="1859292" y="307860"/>
                </a:lnTo>
                <a:lnTo>
                  <a:pt x="1850148" y="320052"/>
                </a:lnTo>
                <a:lnTo>
                  <a:pt x="1842528" y="320052"/>
                </a:lnTo>
                <a:lnTo>
                  <a:pt x="1835073" y="319519"/>
                </a:lnTo>
                <a:lnTo>
                  <a:pt x="1809305" y="316191"/>
                </a:lnTo>
                <a:lnTo>
                  <a:pt x="1790712" y="313956"/>
                </a:lnTo>
                <a:lnTo>
                  <a:pt x="1790712" y="321576"/>
                </a:lnTo>
                <a:lnTo>
                  <a:pt x="1811858" y="329590"/>
                </a:lnTo>
                <a:lnTo>
                  <a:pt x="1827288" y="337769"/>
                </a:lnTo>
                <a:lnTo>
                  <a:pt x="1837004" y="346214"/>
                </a:lnTo>
                <a:lnTo>
                  <a:pt x="1841004" y="355104"/>
                </a:lnTo>
                <a:lnTo>
                  <a:pt x="1854428" y="349072"/>
                </a:lnTo>
                <a:lnTo>
                  <a:pt x="1879815" y="320052"/>
                </a:lnTo>
                <a:lnTo>
                  <a:pt x="1885200" y="167652"/>
                </a:lnTo>
                <a:lnTo>
                  <a:pt x="1893328" y="161556"/>
                </a:lnTo>
                <a:lnTo>
                  <a:pt x="1897392" y="15850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1" name="object 91"/>
          <p:cNvSpPr/>
          <p:nvPr/>
        </p:nvSpPr>
        <p:spPr>
          <a:xfrm>
            <a:off x="7976603" y="5372100"/>
            <a:ext cx="747395" cy="343535"/>
          </a:xfrm>
          <a:custGeom>
            <a:avLst/>
            <a:gdLst/>
            <a:ahLst/>
            <a:cxnLst/>
            <a:rect l="l" t="t" r="r" b="b"/>
            <a:pathLst>
              <a:path w="747395" h="343535">
                <a:moveTo>
                  <a:pt x="199644" y="217932"/>
                </a:moveTo>
                <a:lnTo>
                  <a:pt x="162001" y="183222"/>
                </a:lnTo>
                <a:lnTo>
                  <a:pt x="146304" y="173736"/>
                </a:lnTo>
                <a:lnTo>
                  <a:pt x="143256" y="178308"/>
                </a:lnTo>
                <a:lnTo>
                  <a:pt x="154711" y="191770"/>
                </a:lnTo>
                <a:lnTo>
                  <a:pt x="164020" y="204787"/>
                </a:lnTo>
                <a:lnTo>
                  <a:pt x="171335" y="217538"/>
                </a:lnTo>
                <a:lnTo>
                  <a:pt x="176784" y="230124"/>
                </a:lnTo>
                <a:lnTo>
                  <a:pt x="181356" y="240792"/>
                </a:lnTo>
                <a:lnTo>
                  <a:pt x="184404" y="246888"/>
                </a:lnTo>
                <a:lnTo>
                  <a:pt x="188976" y="246888"/>
                </a:lnTo>
                <a:lnTo>
                  <a:pt x="192024" y="243840"/>
                </a:lnTo>
                <a:lnTo>
                  <a:pt x="195072" y="239268"/>
                </a:lnTo>
                <a:lnTo>
                  <a:pt x="198120" y="233172"/>
                </a:lnTo>
                <a:lnTo>
                  <a:pt x="199644" y="228600"/>
                </a:lnTo>
                <a:lnTo>
                  <a:pt x="199644" y="217932"/>
                </a:lnTo>
                <a:close/>
              </a:path>
              <a:path w="747395" h="343535">
                <a:moveTo>
                  <a:pt x="246888" y="324612"/>
                </a:moveTo>
                <a:lnTo>
                  <a:pt x="245364" y="320040"/>
                </a:lnTo>
                <a:lnTo>
                  <a:pt x="243840" y="312420"/>
                </a:lnTo>
                <a:lnTo>
                  <a:pt x="241274" y="307835"/>
                </a:lnTo>
                <a:lnTo>
                  <a:pt x="200723" y="287489"/>
                </a:lnTo>
                <a:lnTo>
                  <a:pt x="144195" y="274396"/>
                </a:lnTo>
                <a:lnTo>
                  <a:pt x="103632" y="266700"/>
                </a:lnTo>
                <a:lnTo>
                  <a:pt x="102108" y="272796"/>
                </a:lnTo>
                <a:lnTo>
                  <a:pt x="123215" y="279679"/>
                </a:lnTo>
                <a:lnTo>
                  <a:pt x="142875" y="286702"/>
                </a:lnTo>
                <a:lnTo>
                  <a:pt x="191668" y="309740"/>
                </a:lnTo>
                <a:lnTo>
                  <a:pt x="224028" y="332232"/>
                </a:lnTo>
                <a:lnTo>
                  <a:pt x="230124" y="336804"/>
                </a:lnTo>
                <a:lnTo>
                  <a:pt x="234696" y="339852"/>
                </a:lnTo>
                <a:lnTo>
                  <a:pt x="240792" y="339852"/>
                </a:lnTo>
                <a:lnTo>
                  <a:pt x="243840" y="338328"/>
                </a:lnTo>
                <a:lnTo>
                  <a:pt x="246888" y="332232"/>
                </a:lnTo>
                <a:lnTo>
                  <a:pt x="246888" y="324612"/>
                </a:lnTo>
                <a:close/>
              </a:path>
              <a:path w="747395" h="343535">
                <a:moveTo>
                  <a:pt x="350520" y="237744"/>
                </a:moveTo>
                <a:lnTo>
                  <a:pt x="300228" y="223837"/>
                </a:lnTo>
                <a:lnTo>
                  <a:pt x="259080" y="199644"/>
                </a:lnTo>
                <a:lnTo>
                  <a:pt x="223456" y="161734"/>
                </a:lnTo>
                <a:lnTo>
                  <a:pt x="193548" y="106680"/>
                </a:lnTo>
                <a:lnTo>
                  <a:pt x="272796" y="106680"/>
                </a:lnTo>
                <a:lnTo>
                  <a:pt x="272796" y="124968"/>
                </a:lnTo>
                <a:lnTo>
                  <a:pt x="295656" y="115824"/>
                </a:lnTo>
                <a:lnTo>
                  <a:pt x="294779" y="106680"/>
                </a:lnTo>
                <a:lnTo>
                  <a:pt x="294335" y="97536"/>
                </a:lnTo>
                <a:lnTo>
                  <a:pt x="294157" y="87757"/>
                </a:lnTo>
                <a:lnTo>
                  <a:pt x="294132" y="28956"/>
                </a:lnTo>
                <a:lnTo>
                  <a:pt x="301447" y="24384"/>
                </a:lnTo>
                <a:lnTo>
                  <a:pt x="306324" y="21336"/>
                </a:lnTo>
                <a:lnTo>
                  <a:pt x="300228" y="15240"/>
                </a:lnTo>
                <a:lnTo>
                  <a:pt x="284988" y="0"/>
                </a:lnTo>
                <a:lnTo>
                  <a:pt x="272796" y="12192"/>
                </a:lnTo>
                <a:lnTo>
                  <a:pt x="272796" y="24384"/>
                </a:lnTo>
                <a:lnTo>
                  <a:pt x="272796" y="97536"/>
                </a:lnTo>
                <a:lnTo>
                  <a:pt x="97536" y="97536"/>
                </a:lnTo>
                <a:lnTo>
                  <a:pt x="97536" y="24384"/>
                </a:lnTo>
                <a:lnTo>
                  <a:pt x="272796" y="24384"/>
                </a:lnTo>
                <a:lnTo>
                  <a:pt x="272796" y="12192"/>
                </a:lnTo>
                <a:lnTo>
                  <a:pt x="269748" y="15240"/>
                </a:lnTo>
                <a:lnTo>
                  <a:pt x="100584" y="15240"/>
                </a:lnTo>
                <a:lnTo>
                  <a:pt x="74676" y="0"/>
                </a:lnTo>
                <a:lnTo>
                  <a:pt x="75272" y="46634"/>
                </a:lnTo>
                <a:lnTo>
                  <a:pt x="74866" y="86106"/>
                </a:lnTo>
                <a:lnTo>
                  <a:pt x="71628" y="144780"/>
                </a:lnTo>
                <a:lnTo>
                  <a:pt x="64008" y="187452"/>
                </a:lnTo>
                <a:lnTo>
                  <a:pt x="51816" y="225552"/>
                </a:lnTo>
                <a:lnTo>
                  <a:pt x="31623" y="260794"/>
                </a:lnTo>
                <a:lnTo>
                  <a:pt x="0" y="297180"/>
                </a:lnTo>
                <a:lnTo>
                  <a:pt x="3048" y="301752"/>
                </a:lnTo>
                <a:lnTo>
                  <a:pt x="42291" y="267271"/>
                </a:lnTo>
                <a:lnTo>
                  <a:pt x="70104" y="227076"/>
                </a:lnTo>
                <a:lnTo>
                  <a:pt x="88392" y="175450"/>
                </a:lnTo>
                <a:lnTo>
                  <a:pt x="97536" y="106680"/>
                </a:lnTo>
                <a:lnTo>
                  <a:pt x="184404" y="106680"/>
                </a:lnTo>
                <a:lnTo>
                  <a:pt x="208026" y="166306"/>
                </a:lnTo>
                <a:lnTo>
                  <a:pt x="236220" y="208788"/>
                </a:lnTo>
                <a:lnTo>
                  <a:pt x="271462" y="238506"/>
                </a:lnTo>
                <a:lnTo>
                  <a:pt x="316992" y="263652"/>
                </a:lnTo>
                <a:lnTo>
                  <a:pt x="321589" y="255638"/>
                </a:lnTo>
                <a:lnTo>
                  <a:pt x="328612" y="249745"/>
                </a:lnTo>
                <a:lnTo>
                  <a:pt x="338213" y="245872"/>
                </a:lnTo>
                <a:lnTo>
                  <a:pt x="350520" y="243840"/>
                </a:lnTo>
                <a:lnTo>
                  <a:pt x="350520" y="237744"/>
                </a:lnTo>
                <a:close/>
              </a:path>
              <a:path w="747395" h="343535">
                <a:moveTo>
                  <a:pt x="589800" y="106692"/>
                </a:moveTo>
                <a:lnTo>
                  <a:pt x="583819" y="102120"/>
                </a:lnTo>
                <a:lnTo>
                  <a:pt x="563892" y="86880"/>
                </a:lnTo>
                <a:lnTo>
                  <a:pt x="556272" y="99580"/>
                </a:lnTo>
                <a:lnTo>
                  <a:pt x="556272" y="111264"/>
                </a:lnTo>
                <a:lnTo>
                  <a:pt x="556272" y="217944"/>
                </a:lnTo>
                <a:lnTo>
                  <a:pt x="467880" y="217944"/>
                </a:lnTo>
                <a:lnTo>
                  <a:pt x="467880" y="111264"/>
                </a:lnTo>
                <a:lnTo>
                  <a:pt x="556272" y="111264"/>
                </a:lnTo>
                <a:lnTo>
                  <a:pt x="556272" y="99580"/>
                </a:lnTo>
                <a:lnTo>
                  <a:pt x="554748" y="102120"/>
                </a:lnTo>
                <a:lnTo>
                  <a:pt x="469404" y="102120"/>
                </a:lnTo>
                <a:lnTo>
                  <a:pt x="445020" y="89928"/>
                </a:lnTo>
                <a:lnTo>
                  <a:pt x="445897" y="112255"/>
                </a:lnTo>
                <a:lnTo>
                  <a:pt x="446354" y="133743"/>
                </a:lnTo>
                <a:lnTo>
                  <a:pt x="446519" y="154647"/>
                </a:lnTo>
                <a:lnTo>
                  <a:pt x="446405" y="212039"/>
                </a:lnTo>
                <a:lnTo>
                  <a:pt x="446354" y="219087"/>
                </a:lnTo>
                <a:lnTo>
                  <a:pt x="445897" y="243420"/>
                </a:lnTo>
                <a:lnTo>
                  <a:pt x="445020" y="269760"/>
                </a:lnTo>
                <a:lnTo>
                  <a:pt x="467880" y="262140"/>
                </a:lnTo>
                <a:lnTo>
                  <a:pt x="467880" y="227088"/>
                </a:lnTo>
                <a:lnTo>
                  <a:pt x="556272" y="227088"/>
                </a:lnTo>
                <a:lnTo>
                  <a:pt x="556272" y="254520"/>
                </a:lnTo>
                <a:lnTo>
                  <a:pt x="579132" y="245376"/>
                </a:lnTo>
                <a:lnTo>
                  <a:pt x="578243" y="227914"/>
                </a:lnTo>
                <a:lnTo>
                  <a:pt x="578218" y="227088"/>
                </a:lnTo>
                <a:lnTo>
                  <a:pt x="577964" y="217944"/>
                </a:lnTo>
                <a:lnTo>
                  <a:pt x="577799" y="212039"/>
                </a:lnTo>
                <a:lnTo>
                  <a:pt x="577621" y="197573"/>
                </a:lnTo>
                <a:lnTo>
                  <a:pt x="577608" y="117360"/>
                </a:lnTo>
                <a:lnTo>
                  <a:pt x="584568" y="111264"/>
                </a:lnTo>
                <a:lnTo>
                  <a:pt x="589800" y="106692"/>
                </a:lnTo>
                <a:close/>
              </a:path>
              <a:path w="747395" h="343535">
                <a:moveTo>
                  <a:pt x="746772" y="39636"/>
                </a:moveTo>
                <a:lnTo>
                  <a:pt x="714768" y="7632"/>
                </a:lnTo>
                <a:lnTo>
                  <a:pt x="691908" y="30492"/>
                </a:lnTo>
                <a:lnTo>
                  <a:pt x="390156" y="30492"/>
                </a:lnTo>
                <a:lnTo>
                  <a:pt x="403872" y="44208"/>
                </a:lnTo>
                <a:lnTo>
                  <a:pt x="413016" y="42202"/>
                </a:lnTo>
                <a:lnTo>
                  <a:pt x="422160" y="40779"/>
                </a:lnTo>
                <a:lnTo>
                  <a:pt x="431304" y="39916"/>
                </a:lnTo>
                <a:lnTo>
                  <a:pt x="440448" y="39636"/>
                </a:lnTo>
                <a:lnTo>
                  <a:pt x="652284" y="39636"/>
                </a:lnTo>
                <a:lnTo>
                  <a:pt x="652284" y="283476"/>
                </a:lnTo>
                <a:lnTo>
                  <a:pt x="651967" y="293230"/>
                </a:lnTo>
                <a:lnTo>
                  <a:pt x="648665" y="299859"/>
                </a:lnTo>
                <a:lnTo>
                  <a:pt x="642200" y="303618"/>
                </a:lnTo>
                <a:lnTo>
                  <a:pt x="632472" y="304812"/>
                </a:lnTo>
                <a:lnTo>
                  <a:pt x="588276" y="300240"/>
                </a:lnTo>
                <a:lnTo>
                  <a:pt x="588276" y="307860"/>
                </a:lnTo>
                <a:lnTo>
                  <a:pt x="609434" y="315264"/>
                </a:lnTo>
                <a:lnTo>
                  <a:pt x="625043" y="323672"/>
                </a:lnTo>
                <a:lnTo>
                  <a:pt x="635203" y="332930"/>
                </a:lnTo>
                <a:lnTo>
                  <a:pt x="640092" y="342912"/>
                </a:lnTo>
                <a:lnTo>
                  <a:pt x="654964" y="334352"/>
                </a:lnTo>
                <a:lnTo>
                  <a:pt x="665429" y="322529"/>
                </a:lnTo>
                <a:lnTo>
                  <a:pt x="671588" y="307543"/>
                </a:lnTo>
                <a:lnTo>
                  <a:pt x="671893" y="304812"/>
                </a:lnTo>
                <a:lnTo>
                  <a:pt x="673620" y="289572"/>
                </a:lnTo>
                <a:lnTo>
                  <a:pt x="673620" y="39636"/>
                </a:lnTo>
                <a:lnTo>
                  <a:pt x="746772" y="3963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2" name="object 92"/>
          <p:cNvSpPr/>
          <p:nvPr/>
        </p:nvSpPr>
        <p:spPr>
          <a:xfrm>
            <a:off x="8770620" y="5361432"/>
            <a:ext cx="1126490" cy="361315"/>
          </a:xfrm>
          <a:custGeom>
            <a:avLst/>
            <a:gdLst/>
            <a:ahLst/>
            <a:cxnLst/>
            <a:rect l="l" t="t" r="r" b="b"/>
            <a:pathLst>
              <a:path w="1126490" h="361314">
                <a:moveTo>
                  <a:pt x="156972" y="147828"/>
                </a:moveTo>
                <a:lnTo>
                  <a:pt x="151688" y="143256"/>
                </a:lnTo>
                <a:lnTo>
                  <a:pt x="134112" y="128016"/>
                </a:lnTo>
                <a:lnTo>
                  <a:pt x="124968" y="139446"/>
                </a:lnTo>
                <a:lnTo>
                  <a:pt x="124968" y="152400"/>
                </a:lnTo>
                <a:lnTo>
                  <a:pt x="124968" y="190500"/>
                </a:lnTo>
                <a:lnTo>
                  <a:pt x="124968" y="201168"/>
                </a:lnTo>
                <a:lnTo>
                  <a:pt x="124968" y="245364"/>
                </a:lnTo>
                <a:lnTo>
                  <a:pt x="42672" y="245364"/>
                </a:lnTo>
                <a:lnTo>
                  <a:pt x="42672" y="201168"/>
                </a:lnTo>
                <a:lnTo>
                  <a:pt x="124968" y="201168"/>
                </a:lnTo>
                <a:lnTo>
                  <a:pt x="124968" y="190500"/>
                </a:lnTo>
                <a:lnTo>
                  <a:pt x="42672" y="190500"/>
                </a:lnTo>
                <a:lnTo>
                  <a:pt x="42672" y="152400"/>
                </a:lnTo>
                <a:lnTo>
                  <a:pt x="124968" y="152400"/>
                </a:lnTo>
                <a:lnTo>
                  <a:pt x="124968" y="139446"/>
                </a:lnTo>
                <a:lnTo>
                  <a:pt x="121920" y="143256"/>
                </a:lnTo>
                <a:lnTo>
                  <a:pt x="42672" y="143256"/>
                </a:lnTo>
                <a:lnTo>
                  <a:pt x="19812" y="131064"/>
                </a:lnTo>
                <a:lnTo>
                  <a:pt x="20688" y="146494"/>
                </a:lnTo>
                <a:lnTo>
                  <a:pt x="21145" y="169926"/>
                </a:lnTo>
                <a:lnTo>
                  <a:pt x="21247" y="190500"/>
                </a:lnTo>
                <a:lnTo>
                  <a:pt x="21145" y="312610"/>
                </a:lnTo>
                <a:lnTo>
                  <a:pt x="20688" y="338734"/>
                </a:lnTo>
                <a:lnTo>
                  <a:pt x="19812" y="358140"/>
                </a:lnTo>
                <a:lnTo>
                  <a:pt x="42672" y="345948"/>
                </a:lnTo>
                <a:lnTo>
                  <a:pt x="42672" y="254508"/>
                </a:lnTo>
                <a:lnTo>
                  <a:pt x="124968" y="254508"/>
                </a:lnTo>
                <a:lnTo>
                  <a:pt x="124968" y="318516"/>
                </a:lnTo>
                <a:lnTo>
                  <a:pt x="120396" y="324612"/>
                </a:lnTo>
                <a:lnTo>
                  <a:pt x="112776" y="324612"/>
                </a:lnTo>
                <a:lnTo>
                  <a:pt x="106794" y="324358"/>
                </a:lnTo>
                <a:lnTo>
                  <a:pt x="73152" y="321564"/>
                </a:lnTo>
                <a:lnTo>
                  <a:pt x="73152" y="327660"/>
                </a:lnTo>
                <a:lnTo>
                  <a:pt x="90271" y="333717"/>
                </a:lnTo>
                <a:lnTo>
                  <a:pt x="102679" y="340614"/>
                </a:lnTo>
                <a:lnTo>
                  <a:pt x="110223" y="348665"/>
                </a:lnTo>
                <a:lnTo>
                  <a:pt x="112776" y="358140"/>
                </a:lnTo>
                <a:lnTo>
                  <a:pt x="127635" y="350405"/>
                </a:lnTo>
                <a:lnTo>
                  <a:pt x="137922" y="340804"/>
                </a:lnTo>
                <a:lnTo>
                  <a:pt x="143637" y="329209"/>
                </a:lnTo>
                <a:lnTo>
                  <a:pt x="144018" y="324612"/>
                </a:lnTo>
                <a:lnTo>
                  <a:pt x="144780" y="315468"/>
                </a:lnTo>
                <a:lnTo>
                  <a:pt x="144780" y="158496"/>
                </a:lnTo>
                <a:lnTo>
                  <a:pt x="151739" y="152400"/>
                </a:lnTo>
                <a:lnTo>
                  <a:pt x="156972" y="147828"/>
                </a:lnTo>
                <a:close/>
              </a:path>
              <a:path w="1126490" h="361314">
                <a:moveTo>
                  <a:pt x="170688" y="97536"/>
                </a:moveTo>
                <a:lnTo>
                  <a:pt x="141351" y="62293"/>
                </a:lnTo>
                <a:lnTo>
                  <a:pt x="117348" y="47244"/>
                </a:lnTo>
                <a:lnTo>
                  <a:pt x="114300" y="51816"/>
                </a:lnTo>
                <a:lnTo>
                  <a:pt x="121094" y="59436"/>
                </a:lnTo>
                <a:lnTo>
                  <a:pt x="128016" y="68770"/>
                </a:lnTo>
                <a:lnTo>
                  <a:pt x="134874" y="79463"/>
                </a:lnTo>
                <a:lnTo>
                  <a:pt x="141732" y="91440"/>
                </a:lnTo>
                <a:lnTo>
                  <a:pt x="24384" y="94488"/>
                </a:lnTo>
                <a:lnTo>
                  <a:pt x="32931" y="86779"/>
                </a:lnTo>
                <a:lnTo>
                  <a:pt x="42481" y="77343"/>
                </a:lnTo>
                <a:lnTo>
                  <a:pt x="52882" y="66205"/>
                </a:lnTo>
                <a:lnTo>
                  <a:pt x="64008" y="53340"/>
                </a:lnTo>
                <a:lnTo>
                  <a:pt x="76009" y="41935"/>
                </a:lnTo>
                <a:lnTo>
                  <a:pt x="86868" y="32956"/>
                </a:lnTo>
                <a:lnTo>
                  <a:pt x="96583" y="26555"/>
                </a:lnTo>
                <a:lnTo>
                  <a:pt x="105156" y="22860"/>
                </a:lnTo>
                <a:lnTo>
                  <a:pt x="77724" y="0"/>
                </a:lnTo>
                <a:lnTo>
                  <a:pt x="53721" y="43726"/>
                </a:lnTo>
                <a:lnTo>
                  <a:pt x="29146" y="73444"/>
                </a:lnTo>
                <a:lnTo>
                  <a:pt x="0" y="91440"/>
                </a:lnTo>
                <a:lnTo>
                  <a:pt x="15240" y="120396"/>
                </a:lnTo>
                <a:lnTo>
                  <a:pt x="53162" y="107975"/>
                </a:lnTo>
                <a:lnTo>
                  <a:pt x="113538" y="101346"/>
                </a:lnTo>
                <a:lnTo>
                  <a:pt x="130149" y="99593"/>
                </a:lnTo>
                <a:lnTo>
                  <a:pt x="144780" y="97536"/>
                </a:lnTo>
                <a:lnTo>
                  <a:pt x="147828" y="106680"/>
                </a:lnTo>
                <a:lnTo>
                  <a:pt x="149352" y="112776"/>
                </a:lnTo>
                <a:lnTo>
                  <a:pt x="152400" y="117348"/>
                </a:lnTo>
                <a:lnTo>
                  <a:pt x="152400" y="121920"/>
                </a:lnTo>
                <a:lnTo>
                  <a:pt x="156972" y="121920"/>
                </a:lnTo>
                <a:lnTo>
                  <a:pt x="160020" y="120396"/>
                </a:lnTo>
                <a:lnTo>
                  <a:pt x="164592" y="117348"/>
                </a:lnTo>
                <a:lnTo>
                  <a:pt x="170688" y="108204"/>
                </a:lnTo>
                <a:lnTo>
                  <a:pt x="170688" y="97536"/>
                </a:lnTo>
                <a:close/>
              </a:path>
              <a:path w="1126490" h="361314">
                <a:moveTo>
                  <a:pt x="336804" y="140208"/>
                </a:moveTo>
                <a:lnTo>
                  <a:pt x="317754" y="105727"/>
                </a:lnTo>
                <a:lnTo>
                  <a:pt x="315468" y="88392"/>
                </a:lnTo>
                <a:lnTo>
                  <a:pt x="309372" y="88392"/>
                </a:lnTo>
                <a:lnTo>
                  <a:pt x="307848" y="128016"/>
                </a:lnTo>
                <a:lnTo>
                  <a:pt x="301752" y="143256"/>
                </a:lnTo>
                <a:lnTo>
                  <a:pt x="239268" y="143256"/>
                </a:lnTo>
                <a:lnTo>
                  <a:pt x="229260" y="142354"/>
                </a:lnTo>
                <a:lnTo>
                  <a:pt x="222123" y="139446"/>
                </a:lnTo>
                <a:lnTo>
                  <a:pt x="217830" y="134264"/>
                </a:lnTo>
                <a:lnTo>
                  <a:pt x="216408" y="126492"/>
                </a:lnTo>
                <a:lnTo>
                  <a:pt x="216408" y="97536"/>
                </a:lnTo>
                <a:lnTo>
                  <a:pt x="234353" y="90995"/>
                </a:lnTo>
                <a:lnTo>
                  <a:pt x="236918" y="89916"/>
                </a:lnTo>
                <a:lnTo>
                  <a:pt x="253746" y="82867"/>
                </a:lnTo>
                <a:lnTo>
                  <a:pt x="274269" y="73329"/>
                </a:lnTo>
                <a:lnTo>
                  <a:pt x="295656" y="62484"/>
                </a:lnTo>
                <a:lnTo>
                  <a:pt x="309372" y="60960"/>
                </a:lnTo>
                <a:lnTo>
                  <a:pt x="286512" y="35052"/>
                </a:lnTo>
                <a:lnTo>
                  <a:pt x="273405" y="50482"/>
                </a:lnTo>
                <a:lnTo>
                  <a:pt x="257175" y="64770"/>
                </a:lnTo>
                <a:lnTo>
                  <a:pt x="238074" y="77914"/>
                </a:lnTo>
                <a:lnTo>
                  <a:pt x="216408" y="89916"/>
                </a:lnTo>
                <a:lnTo>
                  <a:pt x="216408" y="36576"/>
                </a:lnTo>
                <a:lnTo>
                  <a:pt x="230124" y="24384"/>
                </a:lnTo>
                <a:lnTo>
                  <a:pt x="195072" y="9144"/>
                </a:lnTo>
                <a:lnTo>
                  <a:pt x="195300" y="23075"/>
                </a:lnTo>
                <a:lnTo>
                  <a:pt x="195834" y="48577"/>
                </a:lnTo>
                <a:lnTo>
                  <a:pt x="196367" y="88392"/>
                </a:lnTo>
                <a:lnTo>
                  <a:pt x="196596" y="132588"/>
                </a:lnTo>
                <a:lnTo>
                  <a:pt x="228600" y="160020"/>
                </a:lnTo>
                <a:lnTo>
                  <a:pt x="292608" y="160020"/>
                </a:lnTo>
                <a:lnTo>
                  <a:pt x="308292" y="158864"/>
                </a:lnTo>
                <a:lnTo>
                  <a:pt x="320992" y="155257"/>
                </a:lnTo>
                <a:lnTo>
                  <a:pt x="330530" y="149098"/>
                </a:lnTo>
                <a:lnTo>
                  <a:pt x="334645" y="143256"/>
                </a:lnTo>
                <a:lnTo>
                  <a:pt x="336804" y="140208"/>
                </a:lnTo>
                <a:close/>
              </a:path>
              <a:path w="1126490" h="361314">
                <a:moveTo>
                  <a:pt x="341376" y="323088"/>
                </a:moveTo>
                <a:lnTo>
                  <a:pt x="333756" y="320040"/>
                </a:lnTo>
                <a:lnTo>
                  <a:pt x="327660" y="315468"/>
                </a:lnTo>
                <a:lnTo>
                  <a:pt x="326136" y="304800"/>
                </a:lnTo>
                <a:lnTo>
                  <a:pt x="324104" y="297116"/>
                </a:lnTo>
                <a:lnTo>
                  <a:pt x="322516" y="287845"/>
                </a:lnTo>
                <a:lnTo>
                  <a:pt x="321195" y="277164"/>
                </a:lnTo>
                <a:lnTo>
                  <a:pt x="320040" y="265176"/>
                </a:lnTo>
                <a:lnTo>
                  <a:pt x="313944" y="265176"/>
                </a:lnTo>
                <a:lnTo>
                  <a:pt x="313055" y="276326"/>
                </a:lnTo>
                <a:lnTo>
                  <a:pt x="312610" y="286893"/>
                </a:lnTo>
                <a:lnTo>
                  <a:pt x="312432" y="296900"/>
                </a:lnTo>
                <a:lnTo>
                  <a:pt x="312420" y="306324"/>
                </a:lnTo>
                <a:lnTo>
                  <a:pt x="310413" y="315239"/>
                </a:lnTo>
                <a:lnTo>
                  <a:pt x="306705" y="321564"/>
                </a:lnTo>
                <a:lnTo>
                  <a:pt x="301269" y="325615"/>
                </a:lnTo>
                <a:lnTo>
                  <a:pt x="294132" y="327660"/>
                </a:lnTo>
                <a:lnTo>
                  <a:pt x="234696" y="327660"/>
                </a:lnTo>
                <a:lnTo>
                  <a:pt x="224688" y="326885"/>
                </a:lnTo>
                <a:lnTo>
                  <a:pt x="217551" y="322516"/>
                </a:lnTo>
                <a:lnTo>
                  <a:pt x="213258" y="315023"/>
                </a:lnTo>
                <a:lnTo>
                  <a:pt x="211836" y="304800"/>
                </a:lnTo>
                <a:lnTo>
                  <a:pt x="211836" y="266700"/>
                </a:lnTo>
                <a:lnTo>
                  <a:pt x="230898" y="257556"/>
                </a:lnTo>
                <a:lnTo>
                  <a:pt x="232092" y="256984"/>
                </a:lnTo>
                <a:lnTo>
                  <a:pt x="253936" y="246126"/>
                </a:lnTo>
                <a:lnTo>
                  <a:pt x="277190" y="234124"/>
                </a:lnTo>
                <a:lnTo>
                  <a:pt x="301752" y="220980"/>
                </a:lnTo>
                <a:lnTo>
                  <a:pt x="315468" y="220980"/>
                </a:lnTo>
                <a:lnTo>
                  <a:pt x="291084" y="190500"/>
                </a:lnTo>
                <a:lnTo>
                  <a:pt x="276555" y="209130"/>
                </a:lnTo>
                <a:lnTo>
                  <a:pt x="258318" y="226314"/>
                </a:lnTo>
                <a:lnTo>
                  <a:pt x="236639" y="242366"/>
                </a:lnTo>
                <a:lnTo>
                  <a:pt x="211836" y="257556"/>
                </a:lnTo>
                <a:lnTo>
                  <a:pt x="211836" y="208788"/>
                </a:lnTo>
                <a:lnTo>
                  <a:pt x="225552" y="198120"/>
                </a:lnTo>
                <a:lnTo>
                  <a:pt x="190500" y="179832"/>
                </a:lnTo>
                <a:lnTo>
                  <a:pt x="190766" y="198120"/>
                </a:lnTo>
                <a:lnTo>
                  <a:pt x="191274" y="226314"/>
                </a:lnTo>
                <a:lnTo>
                  <a:pt x="191782" y="266700"/>
                </a:lnTo>
                <a:lnTo>
                  <a:pt x="192024" y="318516"/>
                </a:lnTo>
                <a:lnTo>
                  <a:pt x="225552" y="345948"/>
                </a:lnTo>
                <a:lnTo>
                  <a:pt x="295656" y="345948"/>
                </a:lnTo>
                <a:lnTo>
                  <a:pt x="313080" y="343662"/>
                </a:lnTo>
                <a:lnTo>
                  <a:pt x="326517" y="339090"/>
                </a:lnTo>
                <a:lnTo>
                  <a:pt x="335940" y="332232"/>
                </a:lnTo>
                <a:lnTo>
                  <a:pt x="338658" y="327660"/>
                </a:lnTo>
                <a:lnTo>
                  <a:pt x="341376" y="323088"/>
                </a:lnTo>
                <a:close/>
              </a:path>
              <a:path w="1126490" h="361314">
                <a:moveTo>
                  <a:pt x="579107" y="44196"/>
                </a:moveTo>
                <a:lnTo>
                  <a:pt x="576059" y="39624"/>
                </a:lnTo>
                <a:lnTo>
                  <a:pt x="571487" y="32004"/>
                </a:lnTo>
                <a:lnTo>
                  <a:pt x="566064" y="26250"/>
                </a:lnTo>
                <a:lnTo>
                  <a:pt x="556628" y="20193"/>
                </a:lnTo>
                <a:lnTo>
                  <a:pt x="543204" y="13576"/>
                </a:lnTo>
                <a:lnTo>
                  <a:pt x="525767" y="6096"/>
                </a:lnTo>
                <a:lnTo>
                  <a:pt x="522719" y="10668"/>
                </a:lnTo>
                <a:lnTo>
                  <a:pt x="532422" y="21221"/>
                </a:lnTo>
                <a:lnTo>
                  <a:pt x="540816" y="32194"/>
                </a:lnTo>
                <a:lnTo>
                  <a:pt x="547801" y="43459"/>
                </a:lnTo>
                <a:lnTo>
                  <a:pt x="553199" y="54864"/>
                </a:lnTo>
                <a:lnTo>
                  <a:pt x="556247" y="67056"/>
                </a:lnTo>
                <a:lnTo>
                  <a:pt x="560819" y="71628"/>
                </a:lnTo>
                <a:lnTo>
                  <a:pt x="565391" y="71628"/>
                </a:lnTo>
                <a:lnTo>
                  <a:pt x="573011" y="64008"/>
                </a:lnTo>
                <a:lnTo>
                  <a:pt x="576059" y="57912"/>
                </a:lnTo>
                <a:lnTo>
                  <a:pt x="579107" y="53340"/>
                </a:lnTo>
                <a:lnTo>
                  <a:pt x="579107" y="44196"/>
                </a:lnTo>
                <a:close/>
              </a:path>
              <a:path w="1126490" h="361314">
                <a:moveTo>
                  <a:pt x="737603" y="89916"/>
                </a:moveTo>
                <a:lnTo>
                  <a:pt x="705599" y="57912"/>
                </a:lnTo>
                <a:lnTo>
                  <a:pt x="682739" y="80772"/>
                </a:lnTo>
                <a:lnTo>
                  <a:pt x="377939" y="80772"/>
                </a:lnTo>
                <a:lnTo>
                  <a:pt x="391655" y="94488"/>
                </a:lnTo>
                <a:lnTo>
                  <a:pt x="400799" y="92494"/>
                </a:lnTo>
                <a:lnTo>
                  <a:pt x="409943" y="91059"/>
                </a:lnTo>
                <a:lnTo>
                  <a:pt x="419087" y="90208"/>
                </a:lnTo>
                <a:lnTo>
                  <a:pt x="428231" y="89916"/>
                </a:lnTo>
                <a:lnTo>
                  <a:pt x="525767" y="89916"/>
                </a:lnTo>
                <a:lnTo>
                  <a:pt x="521855" y="147955"/>
                </a:lnTo>
                <a:lnTo>
                  <a:pt x="510133" y="200152"/>
                </a:lnTo>
                <a:lnTo>
                  <a:pt x="490715" y="246507"/>
                </a:lnTo>
                <a:lnTo>
                  <a:pt x="463689" y="287020"/>
                </a:lnTo>
                <a:lnTo>
                  <a:pt x="429107" y="321691"/>
                </a:lnTo>
                <a:lnTo>
                  <a:pt x="387083" y="350520"/>
                </a:lnTo>
                <a:lnTo>
                  <a:pt x="390131" y="356616"/>
                </a:lnTo>
                <a:lnTo>
                  <a:pt x="435673" y="330809"/>
                </a:lnTo>
                <a:lnTo>
                  <a:pt x="473532" y="299008"/>
                </a:lnTo>
                <a:lnTo>
                  <a:pt x="503707" y="261048"/>
                </a:lnTo>
                <a:lnTo>
                  <a:pt x="526199" y="216801"/>
                </a:lnTo>
                <a:lnTo>
                  <a:pt x="541007" y="166116"/>
                </a:lnTo>
                <a:lnTo>
                  <a:pt x="643115" y="166116"/>
                </a:lnTo>
                <a:lnTo>
                  <a:pt x="634352" y="233743"/>
                </a:lnTo>
                <a:lnTo>
                  <a:pt x="627875" y="277368"/>
                </a:lnTo>
                <a:lnTo>
                  <a:pt x="614159" y="316992"/>
                </a:lnTo>
                <a:lnTo>
                  <a:pt x="603491" y="323088"/>
                </a:lnTo>
                <a:lnTo>
                  <a:pt x="594347" y="321564"/>
                </a:lnTo>
                <a:lnTo>
                  <a:pt x="586663" y="320738"/>
                </a:lnTo>
                <a:lnTo>
                  <a:pt x="575106" y="318325"/>
                </a:lnTo>
                <a:lnTo>
                  <a:pt x="559854" y="314502"/>
                </a:lnTo>
                <a:lnTo>
                  <a:pt x="541007" y="309372"/>
                </a:lnTo>
                <a:lnTo>
                  <a:pt x="539483" y="315468"/>
                </a:lnTo>
                <a:lnTo>
                  <a:pt x="558914" y="324929"/>
                </a:lnTo>
                <a:lnTo>
                  <a:pt x="573773" y="335089"/>
                </a:lnTo>
                <a:lnTo>
                  <a:pt x="584060" y="346125"/>
                </a:lnTo>
                <a:lnTo>
                  <a:pt x="589775" y="358140"/>
                </a:lnTo>
                <a:lnTo>
                  <a:pt x="600621" y="354698"/>
                </a:lnTo>
                <a:lnTo>
                  <a:pt x="636447" y="331851"/>
                </a:lnTo>
                <a:lnTo>
                  <a:pt x="641108" y="323088"/>
                </a:lnTo>
                <a:lnTo>
                  <a:pt x="644639" y="313944"/>
                </a:lnTo>
                <a:lnTo>
                  <a:pt x="648411" y="296760"/>
                </a:lnTo>
                <a:lnTo>
                  <a:pt x="653021" y="267843"/>
                </a:lnTo>
                <a:lnTo>
                  <a:pt x="658787" y="226936"/>
                </a:lnTo>
                <a:lnTo>
                  <a:pt x="665975" y="173736"/>
                </a:lnTo>
                <a:lnTo>
                  <a:pt x="678675" y="166116"/>
                </a:lnTo>
                <a:lnTo>
                  <a:pt x="681215" y="164592"/>
                </a:lnTo>
                <a:lnTo>
                  <a:pt x="673087" y="156972"/>
                </a:lnTo>
                <a:lnTo>
                  <a:pt x="656831" y="141732"/>
                </a:lnTo>
                <a:lnTo>
                  <a:pt x="641591" y="156972"/>
                </a:lnTo>
                <a:lnTo>
                  <a:pt x="542531" y="156972"/>
                </a:lnTo>
                <a:lnTo>
                  <a:pt x="544804" y="139001"/>
                </a:lnTo>
                <a:lnTo>
                  <a:pt x="546912" y="121729"/>
                </a:lnTo>
                <a:lnTo>
                  <a:pt x="548754" y="105333"/>
                </a:lnTo>
                <a:lnTo>
                  <a:pt x="550151" y="89916"/>
                </a:lnTo>
                <a:lnTo>
                  <a:pt x="737603" y="89916"/>
                </a:lnTo>
                <a:close/>
              </a:path>
              <a:path w="1126490" h="361314">
                <a:moveTo>
                  <a:pt x="890016" y="28968"/>
                </a:moveTo>
                <a:lnTo>
                  <a:pt x="854964" y="6108"/>
                </a:lnTo>
                <a:lnTo>
                  <a:pt x="852652" y="16649"/>
                </a:lnTo>
                <a:lnTo>
                  <a:pt x="847915" y="32207"/>
                </a:lnTo>
                <a:lnTo>
                  <a:pt x="830580" y="77736"/>
                </a:lnTo>
                <a:lnTo>
                  <a:pt x="805243" y="135839"/>
                </a:lnTo>
                <a:lnTo>
                  <a:pt x="769620" y="199656"/>
                </a:lnTo>
                <a:lnTo>
                  <a:pt x="774192" y="204228"/>
                </a:lnTo>
                <a:lnTo>
                  <a:pt x="788492" y="186169"/>
                </a:lnTo>
                <a:lnTo>
                  <a:pt x="801814" y="168414"/>
                </a:lnTo>
                <a:lnTo>
                  <a:pt x="814260" y="150647"/>
                </a:lnTo>
                <a:lnTo>
                  <a:pt x="826008" y="132600"/>
                </a:lnTo>
                <a:lnTo>
                  <a:pt x="825906" y="310019"/>
                </a:lnTo>
                <a:lnTo>
                  <a:pt x="825817" y="320052"/>
                </a:lnTo>
                <a:lnTo>
                  <a:pt x="825385" y="338162"/>
                </a:lnTo>
                <a:lnTo>
                  <a:pt x="825284" y="341452"/>
                </a:lnTo>
                <a:lnTo>
                  <a:pt x="824484" y="361200"/>
                </a:lnTo>
                <a:lnTo>
                  <a:pt x="847344" y="350532"/>
                </a:lnTo>
                <a:lnTo>
                  <a:pt x="847102" y="336829"/>
                </a:lnTo>
                <a:lnTo>
                  <a:pt x="846048" y="310019"/>
                </a:lnTo>
                <a:lnTo>
                  <a:pt x="845921" y="302907"/>
                </a:lnTo>
                <a:lnTo>
                  <a:pt x="845820" y="132600"/>
                </a:lnTo>
                <a:lnTo>
                  <a:pt x="845820" y="131076"/>
                </a:lnTo>
                <a:lnTo>
                  <a:pt x="856488" y="123456"/>
                </a:lnTo>
                <a:lnTo>
                  <a:pt x="836676" y="111264"/>
                </a:lnTo>
                <a:lnTo>
                  <a:pt x="850201" y="84594"/>
                </a:lnTo>
                <a:lnTo>
                  <a:pt x="856602" y="71399"/>
                </a:lnTo>
                <a:lnTo>
                  <a:pt x="862584" y="57924"/>
                </a:lnTo>
                <a:lnTo>
                  <a:pt x="869442" y="46748"/>
                </a:lnTo>
                <a:lnTo>
                  <a:pt x="876300" y="38303"/>
                </a:lnTo>
                <a:lnTo>
                  <a:pt x="883158" y="32410"/>
                </a:lnTo>
                <a:lnTo>
                  <a:pt x="890016" y="28968"/>
                </a:lnTo>
                <a:close/>
              </a:path>
              <a:path w="1126490" h="361314">
                <a:moveTo>
                  <a:pt x="1126236" y="332244"/>
                </a:moveTo>
                <a:lnTo>
                  <a:pt x="1109916" y="332816"/>
                </a:lnTo>
                <a:lnTo>
                  <a:pt x="1092898" y="332244"/>
                </a:lnTo>
                <a:lnTo>
                  <a:pt x="1075004" y="330530"/>
                </a:lnTo>
                <a:lnTo>
                  <a:pt x="1019937" y="317385"/>
                </a:lnTo>
                <a:lnTo>
                  <a:pt x="986028" y="300240"/>
                </a:lnTo>
                <a:lnTo>
                  <a:pt x="990549" y="289572"/>
                </a:lnTo>
                <a:lnTo>
                  <a:pt x="994041" y="281355"/>
                </a:lnTo>
                <a:lnTo>
                  <a:pt x="999934" y="261188"/>
                </a:lnTo>
                <a:lnTo>
                  <a:pt x="1003808" y="239585"/>
                </a:lnTo>
                <a:lnTo>
                  <a:pt x="1005840" y="216420"/>
                </a:lnTo>
                <a:lnTo>
                  <a:pt x="1069848" y="216420"/>
                </a:lnTo>
                <a:lnTo>
                  <a:pt x="1069848" y="231660"/>
                </a:lnTo>
                <a:lnTo>
                  <a:pt x="1091184" y="222516"/>
                </a:lnTo>
                <a:lnTo>
                  <a:pt x="1090841" y="216420"/>
                </a:lnTo>
                <a:lnTo>
                  <a:pt x="1090333" y="207276"/>
                </a:lnTo>
                <a:lnTo>
                  <a:pt x="1090295" y="206514"/>
                </a:lnTo>
                <a:lnTo>
                  <a:pt x="1089850" y="181368"/>
                </a:lnTo>
                <a:lnTo>
                  <a:pt x="1089723" y="155460"/>
                </a:lnTo>
                <a:lnTo>
                  <a:pt x="1089672" y="146316"/>
                </a:lnTo>
                <a:lnTo>
                  <a:pt x="1089660" y="103644"/>
                </a:lnTo>
                <a:lnTo>
                  <a:pt x="1099820" y="97548"/>
                </a:lnTo>
                <a:lnTo>
                  <a:pt x="1104900" y="94500"/>
                </a:lnTo>
                <a:lnTo>
                  <a:pt x="1097864" y="88404"/>
                </a:lnTo>
                <a:lnTo>
                  <a:pt x="1082040" y="74688"/>
                </a:lnTo>
                <a:lnTo>
                  <a:pt x="1069848" y="86880"/>
                </a:lnTo>
                <a:lnTo>
                  <a:pt x="1069848" y="97548"/>
                </a:lnTo>
                <a:lnTo>
                  <a:pt x="1069848" y="146316"/>
                </a:lnTo>
                <a:lnTo>
                  <a:pt x="1069848" y="155460"/>
                </a:lnTo>
                <a:lnTo>
                  <a:pt x="1069848" y="207276"/>
                </a:lnTo>
                <a:lnTo>
                  <a:pt x="1005840" y="207276"/>
                </a:lnTo>
                <a:lnTo>
                  <a:pt x="1005840" y="155460"/>
                </a:lnTo>
                <a:lnTo>
                  <a:pt x="1069848" y="155460"/>
                </a:lnTo>
                <a:lnTo>
                  <a:pt x="1069848" y="146316"/>
                </a:lnTo>
                <a:lnTo>
                  <a:pt x="1005840" y="146316"/>
                </a:lnTo>
                <a:lnTo>
                  <a:pt x="1005840" y="97548"/>
                </a:lnTo>
                <a:lnTo>
                  <a:pt x="1069848" y="97548"/>
                </a:lnTo>
                <a:lnTo>
                  <a:pt x="1069848" y="86880"/>
                </a:lnTo>
                <a:lnTo>
                  <a:pt x="1068324" y="88404"/>
                </a:lnTo>
                <a:lnTo>
                  <a:pt x="1005840" y="88404"/>
                </a:lnTo>
                <a:lnTo>
                  <a:pt x="1005840" y="47256"/>
                </a:lnTo>
                <a:lnTo>
                  <a:pt x="1123188" y="47256"/>
                </a:lnTo>
                <a:lnTo>
                  <a:pt x="1095756" y="18300"/>
                </a:lnTo>
                <a:lnTo>
                  <a:pt x="1077468" y="38112"/>
                </a:lnTo>
                <a:lnTo>
                  <a:pt x="880872" y="38112"/>
                </a:lnTo>
                <a:lnTo>
                  <a:pt x="894588" y="51828"/>
                </a:lnTo>
                <a:lnTo>
                  <a:pt x="902893" y="49822"/>
                </a:lnTo>
                <a:lnTo>
                  <a:pt x="911923" y="48399"/>
                </a:lnTo>
                <a:lnTo>
                  <a:pt x="921804" y="47536"/>
                </a:lnTo>
                <a:lnTo>
                  <a:pt x="932688" y="47256"/>
                </a:lnTo>
                <a:lnTo>
                  <a:pt x="986028" y="47256"/>
                </a:lnTo>
                <a:lnTo>
                  <a:pt x="986028" y="88404"/>
                </a:lnTo>
                <a:lnTo>
                  <a:pt x="986028" y="97548"/>
                </a:lnTo>
                <a:lnTo>
                  <a:pt x="986028" y="146316"/>
                </a:lnTo>
                <a:lnTo>
                  <a:pt x="986028" y="155460"/>
                </a:lnTo>
                <a:lnTo>
                  <a:pt x="986028" y="207276"/>
                </a:lnTo>
                <a:lnTo>
                  <a:pt x="923544" y="207276"/>
                </a:lnTo>
                <a:lnTo>
                  <a:pt x="923544" y="155460"/>
                </a:lnTo>
                <a:lnTo>
                  <a:pt x="986028" y="155460"/>
                </a:lnTo>
                <a:lnTo>
                  <a:pt x="986028" y="146316"/>
                </a:lnTo>
                <a:lnTo>
                  <a:pt x="923544" y="146316"/>
                </a:lnTo>
                <a:lnTo>
                  <a:pt x="923544" y="97548"/>
                </a:lnTo>
                <a:lnTo>
                  <a:pt x="986028" y="97548"/>
                </a:lnTo>
                <a:lnTo>
                  <a:pt x="986028" y="88404"/>
                </a:lnTo>
                <a:lnTo>
                  <a:pt x="925068" y="88404"/>
                </a:lnTo>
                <a:lnTo>
                  <a:pt x="902208" y="77736"/>
                </a:lnTo>
                <a:lnTo>
                  <a:pt x="902487" y="94500"/>
                </a:lnTo>
                <a:lnTo>
                  <a:pt x="902970" y="110883"/>
                </a:lnTo>
                <a:lnTo>
                  <a:pt x="903465" y="131076"/>
                </a:lnTo>
                <a:lnTo>
                  <a:pt x="903643" y="147078"/>
                </a:lnTo>
                <a:lnTo>
                  <a:pt x="903592" y="168414"/>
                </a:lnTo>
                <a:lnTo>
                  <a:pt x="903490" y="179412"/>
                </a:lnTo>
                <a:lnTo>
                  <a:pt x="902995" y="199656"/>
                </a:lnTo>
                <a:lnTo>
                  <a:pt x="902436" y="219316"/>
                </a:lnTo>
                <a:lnTo>
                  <a:pt x="902208" y="234708"/>
                </a:lnTo>
                <a:lnTo>
                  <a:pt x="923544" y="228612"/>
                </a:lnTo>
                <a:lnTo>
                  <a:pt x="923544" y="216420"/>
                </a:lnTo>
                <a:lnTo>
                  <a:pt x="986028" y="216420"/>
                </a:lnTo>
                <a:lnTo>
                  <a:pt x="984046" y="236423"/>
                </a:lnTo>
                <a:lnTo>
                  <a:pt x="980503" y="255282"/>
                </a:lnTo>
                <a:lnTo>
                  <a:pt x="975525" y="272999"/>
                </a:lnTo>
                <a:lnTo>
                  <a:pt x="969264" y="289572"/>
                </a:lnTo>
                <a:lnTo>
                  <a:pt x="957808" y="279514"/>
                </a:lnTo>
                <a:lnTo>
                  <a:pt x="946213" y="267474"/>
                </a:lnTo>
                <a:lnTo>
                  <a:pt x="934326" y="253136"/>
                </a:lnTo>
                <a:lnTo>
                  <a:pt x="922020" y="236232"/>
                </a:lnTo>
                <a:lnTo>
                  <a:pt x="917448" y="240804"/>
                </a:lnTo>
                <a:lnTo>
                  <a:pt x="929703" y="260819"/>
                </a:lnTo>
                <a:lnTo>
                  <a:pt x="941260" y="277571"/>
                </a:lnTo>
                <a:lnTo>
                  <a:pt x="951941" y="291160"/>
                </a:lnTo>
                <a:lnTo>
                  <a:pt x="961644" y="301764"/>
                </a:lnTo>
                <a:lnTo>
                  <a:pt x="954189" y="309524"/>
                </a:lnTo>
                <a:lnTo>
                  <a:pt x="923544" y="332244"/>
                </a:lnTo>
                <a:lnTo>
                  <a:pt x="875322" y="351104"/>
                </a:lnTo>
                <a:lnTo>
                  <a:pt x="854964" y="355104"/>
                </a:lnTo>
                <a:lnTo>
                  <a:pt x="854964" y="361200"/>
                </a:lnTo>
                <a:lnTo>
                  <a:pt x="893064" y="355676"/>
                </a:lnTo>
                <a:lnTo>
                  <a:pt x="940854" y="338162"/>
                </a:lnTo>
                <a:lnTo>
                  <a:pt x="975360" y="313956"/>
                </a:lnTo>
                <a:lnTo>
                  <a:pt x="988428" y="323380"/>
                </a:lnTo>
                <a:lnTo>
                  <a:pt x="1034796" y="344436"/>
                </a:lnTo>
                <a:lnTo>
                  <a:pt x="1084935" y="357720"/>
                </a:lnTo>
                <a:lnTo>
                  <a:pt x="1101852" y="359676"/>
                </a:lnTo>
                <a:lnTo>
                  <a:pt x="1105865" y="352259"/>
                </a:lnTo>
                <a:lnTo>
                  <a:pt x="1111186" y="346151"/>
                </a:lnTo>
                <a:lnTo>
                  <a:pt x="1117917" y="341452"/>
                </a:lnTo>
                <a:lnTo>
                  <a:pt x="1126109" y="338378"/>
                </a:lnTo>
                <a:lnTo>
                  <a:pt x="1126236" y="332816"/>
                </a:lnTo>
                <a:lnTo>
                  <a:pt x="1126236" y="33224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3" name="object 93"/>
          <p:cNvSpPr/>
          <p:nvPr/>
        </p:nvSpPr>
        <p:spPr>
          <a:xfrm>
            <a:off x="9960864" y="5591555"/>
            <a:ext cx="60960" cy="106680"/>
          </a:xfrm>
          <a:custGeom>
            <a:avLst/>
            <a:gdLst/>
            <a:ahLst/>
            <a:cxnLst/>
            <a:rect l="l" t="t" r="r" b="b"/>
            <a:pathLst>
              <a:path w="60959" h="106679">
                <a:moveTo>
                  <a:pt x="3047" y="106679"/>
                </a:moveTo>
                <a:lnTo>
                  <a:pt x="0" y="106679"/>
                </a:lnTo>
                <a:lnTo>
                  <a:pt x="0" y="103631"/>
                </a:lnTo>
                <a:lnTo>
                  <a:pt x="1523" y="102107"/>
                </a:lnTo>
                <a:lnTo>
                  <a:pt x="4571" y="100583"/>
                </a:lnTo>
                <a:lnTo>
                  <a:pt x="10667" y="96011"/>
                </a:lnTo>
                <a:lnTo>
                  <a:pt x="16763" y="89915"/>
                </a:lnTo>
                <a:lnTo>
                  <a:pt x="21335" y="82295"/>
                </a:lnTo>
                <a:lnTo>
                  <a:pt x="25646" y="76033"/>
                </a:lnTo>
                <a:lnTo>
                  <a:pt x="29527" y="68770"/>
                </a:lnTo>
                <a:lnTo>
                  <a:pt x="33123" y="60650"/>
                </a:lnTo>
                <a:lnTo>
                  <a:pt x="36575" y="51815"/>
                </a:lnTo>
                <a:lnTo>
                  <a:pt x="27431" y="51815"/>
                </a:lnTo>
                <a:lnTo>
                  <a:pt x="21335" y="50291"/>
                </a:lnTo>
                <a:lnTo>
                  <a:pt x="12191" y="44195"/>
                </a:lnTo>
                <a:lnTo>
                  <a:pt x="9143" y="39623"/>
                </a:lnTo>
                <a:lnTo>
                  <a:pt x="7619" y="35051"/>
                </a:lnTo>
                <a:lnTo>
                  <a:pt x="6095" y="28955"/>
                </a:lnTo>
                <a:lnTo>
                  <a:pt x="6095" y="24383"/>
                </a:lnTo>
                <a:lnTo>
                  <a:pt x="7619" y="19811"/>
                </a:lnTo>
                <a:lnTo>
                  <a:pt x="7619" y="15239"/>
                </a:lnTo>
                <a:lnTo>
                  <a:pt x="12191" y="10667"/>
                </a:lnTo>
                <a:lnTo>
                  <a:pt x="24383" y="1523"/>
                </a:lnTo>
                <a:lnTo>
                  <a:pt x="32003" y="0"/>
                </a:lnTo>
                <a:lnTo>
                  <a:pt x="41147" y="3047"/>
                </a:lnTo>
                <a:lnTo>
                  <a:pt x="50291" y="4571"/>
                </a:lnTo>
                <a:lnTo>
                  <a:pt x="56387" y="7619"/>
                </a:lnTo>
                <a:lnTo>
                  <a:pt x="59435" y="19811"/>
                </a:lnTo>
                <a:lnTo>
                  <a:pt x="60959" y="24383"/>
                </a:lnTo>
                <a:lnTo>
                  <a:pt x="60959" y="36575"/>
                </a:lnTo>
                <a:lnTo>
                  <a:pt x="59435" y="44195"/>
                </a:lnTo>
                <a:lnTo>
                  <a:pt x="27574" y="93368"/>
                </a:lnTo>
                <a:lnTo>
                  <a:pt x="9143" y="105155"/>
                </a:lnTo>
                <a:lnTo>
                  <a:pt x="3047" y="10667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4" name="object 94"/>
          <p:cNvSpPr/>
          <p:nvPr/>
        </p:nvSpPr>
        <p:spPr>
          <a:xfrm>
            <a:off x="2119884" y="5820155"/>
            <a:ext cx="1529080" cy="360045"/>
          </a:xfrm>
          <a:custGeom>
            <a:avLst/>
            <a:gdLst/>
            <a:ahLst/>
            <a:cxnLst/>
            <a:rect l="l" t="t" r="r" b="b"/>
            <a:pathLst>
              <a:path w="1529079" h="360045">
                <a:moveTo>
                  <a:pt x="92964" y="50304"/>
                </a:moveTo>
                <a:lnTo>
                  <a:pt x="57670" y="19443"/>
                </a:lnTo>
                <a:lnTo>
                  <a:pt x="44196" y="13728"/>
                </a:lnTo>
                <a:lnTo>
                  <a:pt x="41148" y="18300"/>
                </a:lnTo>
                <a:lnTo>
                  <a:pt x="50546" y="29705"/>
                </a:lnTo>
                <a:lnTo>
                  <a:pt x="58102" y="40970"/>
                </a:lnTo>
                <a:lnTo>
                  <a:pt x="63639" y="51943"/>
                </a:lnTo>
                <a:lnTo>
                  <a:pt x="67056" y="62496"/>
                </a:lnTo>
                <a:lnTo>
                  <a:pt x="70104" y="73164"/>
                </a:lnTo>
                <a:lnTo>
                  <a:pt x="73152" y="77736"/>
                </a:lnTo>
                <a:lnTo>
                  <a:pt x="79248" y="77736"/>
                </a:lnTo>
                <a:lnTo>
                  <a:pt x="80772" y="76212"/>
                </a:lnTo>
                <a:lnTo>
                  <a:pt x="85344" y="73164"/>
                </a:lnTo>
                <a:lnTo>
                  <a:pt x="88392" y="70116"/>
                </a:lnTo>
                <a:lnTo>
                  <a:pt x="91440" y="65544"/>
                </a:lnTo>
                <a:lnTo>
                  <a:pt x="91440" y="57924"/>
                </a:lnTo>
                <a:lnTo>
                  <a:pt x="92964" y="50304"/>
                </a:lnTo>
                <a:close/>
              </a:path>
              <a:path w="1529079" h="360045">
                <a:moveTo>
                  <a:pt x="140208" y="234708"/>
                </a:moveTo>
                <a:lnTo>
                  <a:pt x="135636" y="230136"/>
                </a:lnTo>
                <a:lnTo>
                  <a:pt x="83820" y="283476"/>
                </a:lnTo>
                <a:lnTo>
                  <a:pt x="83820" y="144792"/>
                </a:lnTo>
                <a:lnTo>
                  <a:pt x="89039" y="140220"/>
                </a:lnTo>
                <a:lnTo>
                  <a:pt x="96012" y="134124"/>
                </a:lnTo>
                <a:lnTo>
                  <a:pt x="70104" y="115836"/>
                </a:lnTo>
                <a:lnTo>
                  <a:pt x="59436" y="131076"/>
                </a:lnTo>
                <a:lnTo>
                  <a:pt x="0" y="131076"/>
                </a:lnTo>
                <a:lnTo>
                  <a:pt x="13716" y="144792"/>
                </a:lnTo>
                <a:lnTo>
                  <a:pt x="21666" y="142786"/>
                </a:lnTo>
                <a:lnTo>
                  <a:pt x="29337" y="141363"/>
                </a:lnTo>
                <a:lnTo>
                  <a:pt x="36423" y="140500"/>
                </a:lnTo>
                <a:lnTo>
                  <a:pt x="42672" y="140220"/>
                </a:lnTo>
                <a:lnTo>
                  <a:pt x="62484" y="140220"/>
                </a:lnTo>
                <a:lnTo>
                  <a:pt x="62484" y="291096"/>
                </a:lnTo>
                <a:lnTo>
                  <a:pt x="60960" y="298716"/>
                </a:lnTo>
                <a:lnTo>
                  <a:pt x="57912" y="304812"/>
                </a:lnTo>
                <a:lnTo>
                  <a:pt x="79248" y="326148"/>
                </a:lnTo>
                <a:lnTo>
                  <a:pt x="83883" y="315874"/>
                </a:lnTo>
                <a:lnTo>
                  <a:pt x="88963" y="305765"/>
                </a:lnTo>
                <a:lnTo>
                  <a:pt x="94881" y="295922"/>
                </a:lnTo>
                <a:lnTo>
                  <a:pt x="102108" y="286524"/>
                </a:lnTo>
                <a:lnTo>
                  <a:pt x="104254" y="283476"/>
                </a:lnTo>
                <a:lnTo>
                  <a:pt x="109766" y="275640"/>
                </a:lnTo>
                <a:lnTo>
                  <a:pt x="129108" y="249872"/>
                </a:lnTo>
                <a:lnTo>
                  <a:pt x="140208" y="234708"/>
                </a:lnTo>
                <a:close/>
              </a:path>
              <a:path w="1529079" h="360045">
                <a:moveTo>
                  <a:pt x="275844" y="42684"/>
                </a:moveTo>
                <a:lnTo>
                  <a:pt x="272719" y="34112"/>
                </a:lnTo>
                <a:lnTo>
                  <a:pt x="263461" y="24396"/>
                </a:lnTo>
                <a:lnTo>
                  <a:pt x="248196" y="13538"/>
                </a:lnTo>
                <a:lnTo>
                  <a:pt x="227076" y="1536"/>
                </a:lnTo>
                <a:lnTo>
                  <a:pt x="224028" y="6108"/>
                </a:lnTo>
                <a:lnTo>
                  <a:pt x="229450" y="13843"/>
                </a:lnTo>
                <a:lnTo>
                  <a:pt x="234315" y="21158"/>
                </a:lnTo>
                <a:lnTo>
                  <a:pt x="252984" y="60972"/>
                </a:lnTo>
                <a:lnTo>
                  <a:pt x="252984" y="67068"/>
                </a:lnTo>
                <a:lnTo>
                  <a:pt x="256032" y="70116"/>
                </a:lnTo>
                <a:lnTo>
                  <a:pt x="260604" y="70116"/>
                </a:lnTo>
                <a:lnTo>
                  <a:pt x="263652" y="68592"/>
                </a:lnTo>
                <a:lnTo>
                  <a:pt x="269748" y="64020"/>
                </a:lnTo>
                <a:lnTo>
                  <a:pt x="274320" y="59448"/>
                </a:lnTo>
                <a:lnTo>
                  <a:pt x="275844" y="51828"/>
                </a:lnTo>
                <a:lnTo>
                  <a:pt x="275844" y="42684"/>
                </a:lnTo>
                <a:close/>
              </a:path>
              <a:path w="1529079" h="360045">
                <a:moveTo>
                  <a:pt x="361188" y="315480"/>
                </a:moveTo>
                <a:lnTo>
                  <a:pt x="353339" y="306336"/>
                </a:lnTo>
                <a:lnTo>
                  <a:pt x="333756" y="283476"/>
                </a:lnTo>
                <a:lnTo>
                  <a:pt x="312420" y="306336"/>
                </a:lnTo>
                <a:lnTo>
                  <a:pt x="263652" y="306336"/>
                </a:lnTo>
                <a:lnTo>
                  <a:pt x="263652" y="237756"/>
                </a:lnTo>
                <a:lnTo>
                  <a:pt x="348996" y="237756"/>
                </a:lnTo>
                <a:lnTo>
                  <a:pt x="340309" y="228612"/>
                </a:lnTo>
                <a:lnTo>
                  <a:pt x="320040" y="207276"/>
                </a:lnTo>
                <a:lnTo>
                  <a:pt x="298704" y="228612"/>
                </a:lnTo>
                <a:lnTo>
                  <a:pt x="263652" y="228612"/>
                </a:lnTo>
                <a:lnTo>
                  <a:pt x="263652" y="158508"/>
                </a:lnTo>
                <a:lnTo>
                  <a:pt x="347472" y="158508"/>
                </a:lnTo>
                <a:lnTo>
                  <a:pt x="338797" y="149364"/>
                </a:lnTo>
                <a:lnTo>
                  <a:pt x="320040" y="129552"/>
                </a:lnTo>
                <a:lnTo>
                  <a:pt x="298704" y="149364"/>
                </a:lnTo>
                <a:lnTo>
                  <a:pt x="263652" y="149364"/>
                </a:lnTo>
                <a:lnTo>
                  <a:pt x="263652" y="88404"/>
                </a:lnTo>
                <a:lnTo>
                  <a:pt x="359664" y="88404"/>
                </a:lnTo>
                <a:lnTo>
                  <a:pt x="350977" y="79260"/>
                </a:lnTo>
                <a:lnTo>
                  <a:pt x="330708" y="57924"/>
                </a:lnTo>
                <a:lnTo>
                  <a:pt x="307848" y="79260"/>
                </a:lnTo>
                <a:lnTo>
                  <a:pt x="242316" y="79260"/>
                </a:lnTo>
                <a:lnTo>
                  <a:pt x="242316" y="306336"/>
                </a:lnTo>
                <a:lnTo>
                  <a:pt x="173736" y="306336"/>
                </a:lnTo>
                <a:lnTo>
                  <a:pt x="173736" y="237756"/>
                </a:lnTo>
                <a:lnTo>
                  <a:pt x="242316" y="237756"/>
                </a:lnTo>
                <a:lnTo>
                  <a:pt x="242316" y="228612"/>
                </a:lnTo>
                <a:lnTo>
                  <a:pt x="173736" y="228612"/>
                </a:lnTo>
                <a:lnTo>
                  <a:pt x="173736" y="158508"/>
                </a:lnTo>
                <a:lnTo>
                  <a:pt x="242316" y="158508"/>
                </a:lnTo>
                <a:lnTo>
                  <a:pt x="242316" y="149364"/>
                </a:lnTo>
                <a:lnTo>
                  <a:pt x="173736" y="149364"/>
                </a:lnTo>
                <a:lnTo>
                  <a:pt x="173736" y="118884"/>
                </a:lnTo>
                <a:lnTo>
                  <a:pt x="173736" y="88404"/>
                </a:lnTo>
                <a:lnTo>
                  <a:pt x="242316" y="88404"/>
                </a:lnTo>
                <a:lnTo>
                  <a:pt x="242316" y="79260"/>
                </a:lnTo>
                <a:lnTo>
                  <a:pt x="170688" y="79260"/>
                </a:lnTo>
                <a:lnTo>
                  <a:pt x="177253" y="66725"/>
                </a:lnTo>
                <a:lnTo>
                  <a:pt x="183261" y="54495"/>
                </a:lnTo>
                <a:lnTo>
                  <a:pt x="188683" y="42824"/>
                </a:lnTo>
                <a:lnTo>
                  <a:pt x="193548" y="32016"/>
                </a:lnTo>
                <a:lnTo>
                  <a:pt x="204216" y="25920"/>
                </a:lnTo>
                <a:lnTo>
                  <a:pt x="172212" y="6108"/>
                </a:lnTo>
                <a:lnTo>
                  <a:pt x="169938" y="18389"/>
                </a:lnTo>
                <a:lnTo>
                  <a:pt x="165544" y="34683"/>
                </a:lnTo>
                <a:lnTo>
                  <a:pt x="150876" y="79260"/>
                </a:lnTo>
                <a:lnTo>
                  <a:pt x="127825" y="132981"/>
                </a:lnTo>
                <a:lnTo>
                  <a:pt x="99060" y="184416"/>
                </a:lnTo>
                <a:lnTo>
                  <a:pt x="103632" y="187464"/>
                </a:lnTo>
                <a:lnTo>
                  <a:pt x="114465" y="176314"/>
                </a:lnTo>
                <a:lnTo>
                  <a:pt x="126301" y="161175"/>
                </a:lnTo>
                <a:lnTo>
                  <a:pt x="138988" y="142024"/>
                </a:lnTo>
                <a:lnTo>
                  <a:pt x="152400" y="118884"/>
                </a:lnTo>
                <a:lnTo>
                  <a:pt x="152273" y="315874"/>
                </a:lnTo>
                <a:lnTo>
                  <a:pt x="152209" y="321195"/>
                </a:lnTo>
                <a:lnTo>
                  <a:pt x="151752" y="337527"/>
                </a:lnTo>
                <a:lnTo>
                  <a:pt x="150876" y="358152"/>
                </a:lnTo>
                <a:lnTo>
                  <a:pt x="173736" y="350532"/>
                </a:lnTo>
                <a:lnTo>
                  <a:pt x="173736" y="315480"/>
                </a:lnTo>
                <a:lnTo>
                  <a:pt x="361188" y="315480"/>
                </a:lnTo>
                <a:close/>
              </a:path>
              <a:path w="1529079" h="360045">
                <a:moveTo>
                  <a:pt x="675119" y="25920"/>
                </a:moveTo>
                <a:lnTo>
                  <a:pt x="669493" y="21348"/>
                </a:lnTo>
                <a:lnTo>
                  <a:pt x="650735" y="6108"/>
                </a:lnTo>
                <a:lnTo>
                  <a:pt x="640067" y="17970"/>
                </a:lnTo>
                <a:lnTo>
                  <a:pt x="640067" y="30492"/>
                </a:lnTo>
                <a:lnTo>
                  <a:pt x="640067" y="74688"/>
                </a:lnTo>
                <a:lnTo>
                  <a:pt x="640067" y="83832"/>
                </a:lnTo>
                <a:lnTo>
                  <a:pt x="640067" y="129552"/>
                </a:lnTo>
                <a:lnTo>
                  <a:pt x="507479" y="129552"/>
                </a:lnTo>
                <a:lnTo>
                  <a:pt x="507479" y="83832"/>
                </a:lnTo>
                <a:lnTo>
                  <a:pt x="640067" y="83832"/>
                </a:lnTo>
                <a:lnTo>
                  <a:pt x="640067" y="74688"/>
                </a:lnTo>
                <a:lnTo>
                  <a:pt x="507479" y="74688"/>
                </a:lnTo>
                <a:lnTo>
                  <a:pt x="507479" y="30492"/>
                </a:lnTo>
                <a:lnTo>
                  <a:pt x="640067" y="30492"/>
                </a:lnTo>
                <a:lnTo>
                  <a:pt x="640067" y="17970"/>
                </a:lnTo>
                <a:lnTo>
                  <a:pt x="637019" y="21348"/>
                </a:lnTo>
                <a:lnTo>
                  <a:pt x="509003" y="21348"/>
                </a:lnTo>
                <a:lnTo>
                  <a:pt x="484619" y="7632"/>
                </a:lnTo>
                <a:lnTo>
                  <a:pt x="485508" y="27940"/>
                </a:lnTo>
                <a:lnTo>
                  <a:pt x="485952" y="47828"/>
                </a:lnTo>
                <a:lnTo>
                  <a:pt x="486130" y="67424"/>
                </a:lnTo>
                <a:lnTo>
                  <a:pt x="486105" y="107454"/>
                </a:lnTo>
                <a:lnTo>
                  <a:pt x="485952" y="124218"/>
                </a:lnTo>
                <a:lnTo>
                  <a:pt x="485508" y="143027"/>
                </a:lnTo>
                <a:lnTo>
                  <a:pt x="484619" y="161556"/>
                </a:lnTo>
                <a:lnTo>
                  <a:pt x="507479" y="152412"/>
                </a:lnTo>
                <a:lnTo>
                  <a:pt x="507479" y="138696"/>
                </a:lnTo>
                <a:lnTo>
                  <a:pt x="640067" y="138696"/>
                </a:lnTo>
                <a:lnTo>
                  <a:pt x="640067" y="158508"/>
                </a:lnTo>
                <a:lnTo>
                  <a:pt x="662927" y="146316"/>
                </a:lnTo>
                <a:lnTo>
                  <a:pt x="662813" y="138696"/>
                </a:lnTo>
                <a:lnTo>
                  <a:pt x="662660" y="129552"/>
                </a:lnTo>
                <a:lnTo>
                  <a:pt x="662165" y="107454"/>
                </a:lnTo>
                <a:lnTo>
                  <a:pt x="661771" y="83832"/>
                </a:lnTo>
                <a:lnTo>
                  <a:pt x="661644" y="74688"/>
                </a:lnTo>
                <a:lnTo>
                  <a:pt x="661403" y="36588"/>
                </a:lnTo>
                <a:lnTo>
                  <a:pt x="669251" y="30492"/>
                </a:lnTo>
                <a:lnTo>
                  <a:pt x="675119" y="25920"/>
                </a:lnTo>
                <a:close/>
              </a:path>
              <a:path w="1529079" h="360045">
                <a:moveTo>
                  <a:pt x="749795" y="317004"/>
                </a:moveTo>
                <a:lnTo>
                  <a:pt x="732421" y="318973"/>
                </a:lnTo>
                <a:lnTo>
                  <a:pt x="712457" y="320243"/>
                </a:lnTo>
                <a:lnTo>
                  <a:pt x="690219" y="320636"/>
                </a:lnTo>
                <a:lnTo>
                  <a:pt x="641388" y="319493"/>
                </a:lnTo>
                <a:lnTo>
                  <a:pt x="620064" y="317957"/>
                </a:lnTo>
                <a:lnTo>
                  <a:pt x="601903" y="315544"/>
                </a:lnTo>
                <a:lnTo>
                  <a:pt x="586727" y="312432"/>
                </a:lnTo>
                <a:lnTo>
                  <a:pt x="586727" y="306336"/>
                </a:lnTo>
                <a:lnTo>
                  <a:pt x="586727" y="249948"/>
                </a:lnTo>
                <a:lnTo>
                  <a:pt x="714743" y="249948"/>
                </a:lnTo>
                <a:lnTo>
                  <a:pt x="705599" y="240804"/>
                </a:lnTo>
                <a:lnTo>
                  <a:pt x="685787" y="220992"/>
                </a:lnTo>
                <a:lnTo>
                  <a:pt x="665975" y="240804"/>
                </a:lnTo>
                <a:lnTo>
                  <a:pt x="586727" y="240804"/>
                </a:lnTo>
                <a:lnTo>
                  <a:pt x="586727" y="187464"/>
                </a:lnTo>
                <a:lnTo>
                  <a:pt x="742175" y="187464"/>
                </a:lnTo>
                <a:lnTo>
                  <a:pt x="708647" y="155460"/>
                </a:lnTo>
                <a:lnTo>
                  <a:pt x="685787" y="178320"/>
                </a:lnTo>
                <a:lnTo>
                  <a:pt x="403847" y="178320"/>
                </a:lnTo>
                <a:lnTo>
                  <a:pt x="417563" y="192036"/>
                </a:lnTo>
                <a:lnTo>
                  <a:pt x="425856" y="190030"/>
                </a:lnTo>
                <a:lnTo>
                  <a:pt x="434708" y="188607"/>
                </a:lnTo>
                <a:lnTo>
                  <a:pt x="444144" y="187744"/>
                </a:lnTo>
                <a:lnTo>
                  <a:pt x="454139" y="187464"/>
                </a:lnTo>
                <a:lnTo>
                  <a:pt x="565391" y="187464"/>
                </a:lnTo>
                <a:lnTo>
                  <a:pt x="565391" y="306336"/>
                </a:lnTo>
                <a:lnTo>
                  <a:pt x="542823" y="295452"/>
                </a:lnTo>
                <a:lnTo>
                  <a:pt x="506247" y="269684"/>
                </a:lnTo>
                <a:lnTo>
                  <a:pt x="502907" y="230136"/>
                </a:lnTo>
                <a:lnTo>
                  <a:pt x="505955" y="224040"/>
                </a:lnTo>
                <a:lnTo>
                  <a:pt x="510527" y="219468"/>
                </a:lnTo>
                <a:lnTo>
                  <a:pt x="516623" y="216420"/>
                </a:lnTo>
                <a:lnTo>
                  <a:pt x="483095" y="195084"/>
                </a:lnTo>
                <a:lnTo>
                  <a:pt x="471716" y="243344"/>
                </a:lnTo>
                <a:lnTo>
                  <a:pt x="453758" y="285191"/>
                </a:lnTo>
                <a:lnTo>
                  <a:pt x="429526" y="320446"/>
                </a:lnTo>
                <a:lnTo>
                  <a:pt x="399275" y="349008"/>
                </a:lnTo>
                <a:lnTo>
                  <a:pt x="402323" y="353580"/>
                </a:lnTo>
                <a:lnTo>
                  <a:pt x="428955" y="337578"/>
                </a:lnTo>
                <a:lnTo>
                  <a:pt x="451853" y="317004"/>
                </a:lnTo>
                <a:lnTo>
                  <a:pt x="471335" y="291858"/>
                </a:lnTo>
                <a:lnTo>
                  <a:pt x="487667" y="262140"/>
                </a:lnTo>
                <a:lnTo>
                  <a:pt x="497128" y="273519"/>
                </a:lnTo>
                <a:lnTo>
                  <a:pt x="530339" y="304812"/>
                </a:lnTo>
                <a:lnTo>
                  <a:pt x="572998" y="327736"/>
                </a:lnTo>
                <a:lnTo>
                  <a:pt x="613003" y="339140"/>
                </a:lnTo>
                <a:lnTo>
                  <a:pt x="676389" y="347052"/>
                </a:lnTo>
                <a:lnTo>
                  <a:pt x="717791" y="349008"/>
                </a:lnTo>
                <a:lnTo>
                  <a:pt x="721512" y="340474"/>
                </a:lnTo>
                <a:lnTo>
                  <a:pt x="728078" y="333387"/>
                </a:lnTo>
                <a:lnTo>
                  <a:pt x="737514" y="328002"/>
                </a:lnTo>
                <a:lnTo>
                  <a:pt x="749795" y="324624"/>
                </a:lnTo>
                <a:lnTo>
                  <a:pt x="749795" y="320636"/>
                </a:lnTo>
                <a:lnTo>
                  <a:pt x="749795" y="317004"/>
                </a:lnTo>
                <a:close/>
              </a:path>
              <a:path w="1529079" h="360045">
                <a:moveTo>
                  <a:pt x="905256" y="176784"/>
                </a:moveTo>
                <a:lnTo>
                  <a:pt x="901293" y="173736"/>
                </a:lnTo>
                <a:lnTo>
                  <a:pt x="885444" y="161544"/>
                </a:lnTo>
                <a:lnTo>
                  <a:pt x="877824" y="171704"/>
                </a:lnTo>
                <a:lnTo>
                  <a:pt x="877824" y="182880"/>
                </a:lnTo>
                <a:lnTo>
                  <a:pt x="877824" y="216408"/>
                </a:lnTo>
                <a:lnTo>
                  <a:pt x="877824" y="225552"/>
                </a:lnTo>
                <a:lnTo>
                  <a:pt x="877824" y="259080"/>
                </a:lnTo>
                <a:lnTo>
                  <a:pt x="838200" y="259080"/>
                </a:lnTo>
                <a:lnTo>
                  <a:pt x="838200" y="225552"/>
                </a:lnTo>
                <a:lnTo>
                  <a:pt x="877824" y="225552"/>
                </a:lnTo>
                <a:lnTo>
                  <a:pt x="877824" y="216408"/>
                </a:lnTo>
                <a:lnTo>
                  <a:pt x="838200" y="216408"/>
                </a:lnTo>
                <a:lnTo>
                  <a:pt x="838200" y="182880"/>
                </a:lnTo>
                <a:lnTo>
                  <a:pt x="877824" y="182880"/>
                </a:lnTo>
                <a:lnTo>
                  <a:pt x="877824" y="171704"/>
                </a:lnTo>
                <a:lnTo>
                  <a:pt x="876300" y="173736"/>
                </a:lnTo>
                <a:lnTo>
                  <a:pt x="838200" y="173736"/>
                </a:lnTo>
                <a:lnTo>
                  <a:pt x="819912" y="163068"/>
                </a:lnTo>
                <a:lnTo>
                  <a:pt x="820178" y="176784"/>
                </a:lnTo>
                <a:lnTo>
                  <a:pt x="820674" y="194310"/>
                </a:lnTo>
                <a:lnTo>
                  <a:pt x="821118" y="216408"/>
                </a:lnTo>
                <a:lnTo>
                  <a:pt x="821245" y="227076"/>
                </a:lnTo>
                <a:lnTo>
                  <a:pt x="821347" y="240779"/>
                </a:lnTo>
                <a:lnTo>
                  <a:pt x="821283" y="255079"/>
                </a:lnTo>
                <a:lnTo>
                  <a:pt x="819378" y="281584"/>
                </a:lnTo>
                <a:lnTo>
                  <a:pt x="813054" y="308038"/>
                </a:lnTo>
                <a:lnTo>
                  <a:pt x="802144" y="332498"/>
                </a:lnTo>
                <a:lnTo>
                  <a:pt x="786384" y="355092"/>
                </a:lnTo>
                <a:lnTo>
                  <a:pt x="789432" y="358140"/>
                </a:lnTo>
                <a:lnTo>
                  <a:pt x="809688" y="339598"/>
                </a:lnTo>
                <a:lnTo>
                  <a:pt x="824674" y="318325"/>
                </a:lnTo>
                <a:lnTo>
                  <a:pt x="834212" y="294500"/>
                </a:lnTo>
                <a:lnTo>
                  <a:pt x="838200" y="268224"/>
                </a:lnTo>
                <a:lnTo>
                  <a:pt x="877824" y="268224"/>
                </a:lnTo>
                <a:lnTo>
                  <a:pt x="877824" y="318516"/>
                </a:lnTo>
                <a:lnTo>
                  <a:pt x="873252" y="321564"/>
                </a:lnTo>
                <a:lnTo>
                  <a:pt x="864108" y="321564"/>
                </a:lnTo>
                <a:lnTo>
                  <a:pt x="845820" y="318516"/>
                </a:lnTo>
                <a:lnTo>
                  <a:pt x="839724" y="318516"/>
                </a:lnTo>
                <a:lnTo>
                  <a:pt x="839724" y="324612"/>
                </a:lnTo>
                <a:lnTo>
                  <a:pt x="852004" y="328637"/>
                </a:lnTo>
                <a:lnTo>
                  <a:pt x="861441" y="333946"/>
                </a:lnTo>
                <a:lnTo>
                  <a:pt x="868006" y="340690"/>
                </a:lnTo>
                <a:lnTo>
                  <a:pt x="871728" y="348996"/>
                </a:lnTo>
                <a:lnTo>
                  <a:pt x="881722" y="343852"/>
                </a:lnTo>
                <a:lnTo>
                  <a:pt x="888873" y="337566"/>
                </a:lnTo>
                <a:lnTo>
                  <a:pt x="893152" y="330136"/>
                </a:lnTo>
                <a:lnTo>
                  <a:pt x="894588" y="321564"/>
                </a:lnTo>
                <a:lnTo>
                  <a:pt x="894588" y="268224"/>
                </a:lnTo>
                <a:lnTo>
                  <a:pt x="894588" y="259080"/>
                </a:lnTo>
                <a:lnTo>
                  <a:pt x="894588" y="225552"/>
                </a:lnTo>
                <a:lnTo>
                  <a:pt x="894588" y="216408"/>
                </a:lnTo>
                <a:lnTo>
                  <a:pt x="894588" y="185928"/>
                </a:lnTo>
                <a:lnTo>
                  <a:pt x="898144" y="182880"/>
                </a:lnTo>
                <a:lnTo>
                  <a:pt x="905256" y="176784"/>
                </a:lnTo>
                <a:close/>
              </a:path>
              <a:path w="1529079" h="360045">
                <a:moveTo>
                  <a:pt x="1001268" y="310896"/>
                </a:moveTo>
                <a:lnTo>
                  <a:pt x="964692" y="280416"/>
                </a:lnTo>
                <a:lnTo>
                  <a:pt x="965593" y="269875"/>
                </a:lnTo>
                <a:lnTo>
                  <a:pt x="966216" y="256603"/>
                </a:lnTo>
                <a:lnTo>
                  <a:pt x="966825" y="240779"/>
                </a:lnTo>
                <a:lnTo>
                  <a:pt x="967740" y="222504"/>
                </a:lnTo>
                <a:lnTo>
                  <a:pt x="975360" y="213360"/>
                </a:lnTo>
                <a:lnTo>
                  <a:pt x="949452" y="201168"/>
                </a:lnTo>
                <a:lnTo>
                  <a:pt x="949909" y="220980"/>
                </a:lnTo>
                <a:lnTo>
                  <a:pt x="949794" y="233934"/>
                </a:lnTo>
                <a:lnTo>
                  <a:pt x="944880" y="286512"/>
                </a:lnTo>
                <a:lnTo>
                  <a:pt x="917257" y="338328"/>
                </a:lnTo>
                <a:lnTo>
                  <a:pt x="900684" y="356616"/>
                </a:lnTo>
                <a:lnTo>
                  <a:pt x="903732" y="359664"/>
                </a:lnTo>
                <a:lnTo>
                  <a:pt x="923734" y="343954"/>
                </a:lnTo>
                <a:lnTo>
                  <a:pt x="940308" y="326517"/>
                </a:lnTo>
                <a:lnTo>
                  <a:pt x="953452" y="307378"/>
                </a:lnTo>
                <a:lnTo>
                  <a:pt x="963168" y="286512"/>
                </a:lnTo>
                <a:lnTo>
                  <a:pt x="970356" y="293611"/>
                </a:lnTo>
                <a:lnTo>
                  <a:pt x="976122" y="300990"/>
                </a:lnTo>
                <a:lnTo>
                  <a:pt x="980732" y="308381"/>
                </a:lnTo>
                <a:lnTo>
                  <a:pt x="984504" y="315468"/>
                </a:lnTo>
                <a:lnTo>
                  <a:pt x="986028" y="321564"/>
                </a:lnTo>
                <a:lnTo>
                  <a:pt x="989076" y="324612"/>
                </a:lnTo>
                <a:lnTo>
                  <a:pt x="992124" y="324612"/>
                </a:lnTo>
                <a:lnTo>
                  <a:pt x="993648" y="323088"/>
                </a:lnTo>
                <a:lnTo>
                  <a:pt x="996696" y="318516"/>
                </a:lnTo>
                <a:lnTo>
                  <a:pt x="999744" y="315468"/>
                </a:lnTo>
                <a:lnTo>
                  <a:pt x="1001268" y="310896"/>
                </a:lnTo>
                <a:close/>
              </a:path>
              <a:path w="1529079" h="360045">
                <a:moveTo>
                  <a:pt x="1013460" y="176784"/>
                </a:moveTo>
                <a:lnTo>
                  <a:pt x="1008049" y="172212"/>
                </a:lnTo>
                <a:lnTo>
                  <a:pt x="993648" y="160020"/>
                </a:lnTo>
                <a:lnTo>
                  <a:pt x="984504" y="172212"/>
                </a:lnTo>
                <a:lnTo>
                  <a:pt x="932688" y="172212"/>
                </a:lnTo>
                <a:lnTo>
                  <a:pt x="914400" y="161544"/>
                </a:lnTo>
                <a:lnTo>
                  <a:pt x="915111" y="172212"/>
                </a:lnTo>
                <a:lnTo>
                  <a:pt x="915301" y="175412"/>
                </a:lnTo>
                <a:lnTo>
                  <a:pt x="915733" y="188976"/>
                </a:lnTo>
                <a:lnTo>
                  <a:pt x="915784" y="194310"/>
                </a:lnTo>
                <a:lnTo>
                  <a:pt x="915911" y="216408"/>
                </a:lnTo>
                <a:lnTo>
                  <a:pt x="915797" y="248412"/>
                </a:lnTo>
                <a:lnTo>
                  <a:pt x="915682" y="256603"/>
                </a:lnTo>
                <a:lnTo>
                  <a:pt x="915276" y="271780"/>
                </a:lnTo>
                <a:lnTo>
                  <a:pt x="914400" y="288036"/>
                </a:lnTo>
                <a:lnTo>
                  <a:pt x="932688" y="278892"/>
                </a:lnTo>
                <a:lnTo>
                  <a:pt x="932688" y="181356"/>
                </a:lnTo>
                <a:lnTo>
                  <a:pt x="986028" y="181356"/>
                </a:lnTo>
                <a:lnTo>
                  <a:pt x="986028" y="278892"/>
                </a:lnTo>
                <a:lnTo>
                  <a:pt x="1004316" y="269748"/>
                </a:lnTo>
                <a:lnTo>
                  <a:pt x="1003427" y="253415"/>
                </a:lnTo>
                <a:lnTo>
                  <a:pt x="1003007" y="235559"/>
                </a:lnTo>
                <a:lnTo>
                  <a:pt x="1002893" y="222504"/>
                </a:lnTo>
                <a:lnTo>
                  <a:pt x="1002792" y="184404"/>
                </a:lnTo>
                <a:lnTo>
                  <a:pt x="1007059" y="181356"/>
                </a:lnTo>
                <a:lnTo>
                  <a:pt x="1013460" y="176784"/>
                </a:lnTo>
                <a:close/>
              </a:path>
              <a:path w="1529079" h="360045">
                <a:moveTo>
                  <a:pt x="1075944" y="108204"/>
                </a:moveTo>
                <a:lnTo>
                  <a:pt x="1071981" y="105156"/>
                </a:lnTo>
                <a:lnTo>
                  <a:pt x="1056132" y="92964"/>
                </a:lnTo>
                <a:lnTo>
                  <a:pt x="1048512" y="103124"/>
                </a:lnTo>
                <a:lnTo>
                  <a:pt x="1048512" y="114300"/>
                </a:lnTo>
                <a:lnTo>
                  <a:pt x="1048512" y="134112"/>
                </a:lnTo>
                <a:lnTo>
                  <a:pt x="870204" y="134112"/>
                </a:lnTo>
                <a:lnTo>
                  <a:pt x="870204" y="114300"/>
                </a:lnTo>
                <a:lnTo>
                  <a:pt x="1048512" y="114300"/>
                </a:lnTo>
                <a:lnTo>
                  <a:pt x="1048512" y="103124"/>
                </a:lnTo>
                <a:lnTo>
                  <a:pt x="1046988" y="105156"/>
                </a:lnTo>
                <a:lnTo>
                  <a:pt x="870204" y="105156"/>
                </a:lnTo>
                <a:lnTo>
                  <a:pt x="851916" y="96012"/>
                </a:lnTo>
                <a:lnTo>
                  <a:pt x="851916" y="155448"/>
                </a:lnTo>
                <a:lnTo>
                  <a:pt x="870204" y="149352"/>
                </a:lnTo>
                <a:lnTo>
                  <a:pt x="870204" y="143256"/>
                </a:lnTo>
                <a:lnTo>
                  <a:pt x="1048512" y="143256"/>
                </a:lnTo>
                <a:lnTo>
                  <a:pt x="1048512" y="155448"/>
                </a:lnTo>
                <a:lnTo>
                  <a:pt x="1066800" y="149352"/>
                </a:lnTo>
                <a:lnTo>
                  <a:pt x="1066800" y="143256"/>
                </a:lnTo>
                <a:lnTo>
                  <a:pt x="1066800" y="134112"/>
                </a:lnTo>
                <a:lnTo>
                  <a:pt x="1066800" y="115824"/>
                </a:lnTo>
                <a:lnTo>
                  <a:pt x="1068628" y="114300"/>
                </a:lnTo>
                <a:lnTo>
                  <a:pt x="1075944" y="108204"/>
                </a:lnTo>
                <a:close/>
              </a:path>
              <a:path w="1529079" h="360045">
                <a:moveTo>
                  <a:pt x="1129284" y="48768"/>
                </a:moveTo>
                <a:lnTo>
                  <a:pt x="1103376" y="19812"/>
                </a:lnTo>
                <a:lnTo>
                  <a:pt x="1082040" y="39624"/>
                </a:lnTo>
                <a:lnTo>
                  <a:pt x="970788" y="39624"/>
                </a:lnTo>
                <a:lnTo>
                  <a:pt x="975360" y="35052"/>
                </a:lnTo>
                <a:lnTo>
                  <a:pt x="976884" y="30480"/>
                </a:lnTo>
                <a:lnTo>
                  <a:pt x="976884" y="21336"/>
                </a:lnTo>
                <a:lnTo>
                  <a:pt x="940308" y="0"/>
                </a:lnTo>
                <a:lnTo>
                  <a:pt x="937260" y="3048"/>
                </a:lnTo>
                <a:lnTo>
                  <a:pt x="945273" y="13055"/>
                </a:lnTo>
                <a:lnTo>
                  <a:pt x="951166" y="22479"/>
                </a:lnTo>
                <a:lnTo>
                  <a:pt x="955040" y="31343"/>
                </a:lnTo>
                <a:lnTo>
                  <a:pt x="957072" y="39624"/>
                </a:lnTo>
                <a:lnTo>
                  <a:pt x="797052" y="39624"/>
                </a:lnTo>
                <a:lnTo>
                  <a:pt x="810768" y="53340"/>
                </a:lnTo>
                <a:lnTo>
                  <a:pt x="819048" y="51346"/>
                </a:lnTo>
                <a:lnTo>
                  <a:pt x="827913" y="49911"/>
                </a:lnTo>
                <a:lnTo>
                  <a:pt x="837336" y="49060"/>
                </a:lnTo>
                <a:lnTo>
                  <a:pt x="847344" y="48768"/>
                </a:lnTo>
                <a:lnTo>
                  <a:pt x="851916" y="48768"/>
                </a:lnTo>
                <a:lnTo>
                  <a:pt x="851916" y="71628"/>
                </a:lnTo>
                <a:lnTo>
                  <a:pt x="844296" y="77724"/>
                </a:lnTo>
                <a:lnTo>
                  <a:pt x="861060" y="92964"/>
                </a:lnTo>
                <a:lnTo>
                  <a:pt x="870204" y="83820"/>
                </a:lnTo>
                <a:lnTo>
                  <a:pt x="1086612" y="83820"/>
                </a:lnTo>
                <a:lnTo>
                  <a:pt x="1078039" y="74676"/>
                </a:lnTo>
                <a:lnTo>
                  <a:pt x="1063752" y="59436"/>
                </a:lnTo>
                <a:lnTo>
                  <a:pt x="1045464" y="74676"/>
                </a:lnTo>
                <a:lnTo>
                  <a:pt x="870204" y="74676"/>
                </a:lnTo>
                <a:lnTo>
                  <a:pt x="870204" y="48768"/>
                </a:lnTo>
                <a:lnTo>
                  <a:pt x="1129284" y="48768"/>
                </a:lnTo>
                <a:close/>
              </a:path>
              <a:path w="1529079" h="360045">
                <a:moveTo>
                  <a:pt x="1144524" y="329184"/>
                </a:moveTo>
                <a:lnTo>
                  <a:pt x="1138428" y="326136"/>
                </a:lnTo>
                <a:lnTo>
                  <a:pt x="1133856" y="320040"/>
                </a:lnTo>
                <a:lnTo>
                  <a:pt x="1132332" y="310896"/>
                </a:lnTo>
                <a:lnTo>
                  <a:pt x="1132090" y="303809"/>
                </a:lnTo>
                <a:lnTo>
                  <a:pt x="1131036" y="289039"/>
                </a:lnTo>
                <a:lnTo>
                  <a:pt x="1130808" y="281940"/>
                </a:lnTo>
                <a:lnTo>
                  <a:pt x="1124712" y="281940"/>
                </a:lnTo>
                <a:lnTo>
                  <a:pt x="1124458" y="291947"/>
                </a:lnTo>
                <a:lnTo>
                  <a:pt x="1124381" y="293611"/>
                </a:lnTo>
                <a:lnTo>
                  <a:pt x="1123759" y="302323"/>
                </a:lnTo>
                <a:lnTo>
                  <a:pt x="1122781" y="310451"/>
                </a:lnTo>
                <a:lnTo>
                  <a:pt x="1121664" y="316992"/>
                </a:lnTo>
                <a:lnTo>
                  <a:pt x="1121664" y="326136"/>
                </a:lnTo>
                <a:lnTo>
                  <a:pt x="1118616" y="329184"/>
                </a:lnTo>
                <a:lnTo>
                  <a:pt x="1100328" y="329184"/>
                </a:lnTo>
                <a:lnTo>
                  <a:pt x="1098804" y="324612"/>
                </a:lnTo>
                <a:lnTo>
                  <a:pt x="1098804" y="187452"/>
                </a:lnTo>
                <a:lnTo>
                  <a:pt x="1100937" y="185928"/>
                </a:lnTo>
                <a:lnTo>
                  <a:pt x="1109472" y="179832"/>
                </a:lnTo>
                <a:lnTo>
                  <a:pt x="1105865" y="176784"/>
                </a:lnTo>
                <a:lnTo>
                  <a:pt x="1089660" y="163068"/>
                </a:lnTo>
                <a:lnTo>
                  <a:pt x="1080516" y="176784"/>
                </a:lnTo>
                <a:lnTo>
                  <a:pt x="1039368" y="176784"/>
                </a:lnTo>
                <a:lnTo>
                  <a:pt x="1021080" y="166116"/>
                </a:lnTo>
                <a:lnTo>
                  <a:pt x="1021892" y="182880"/>
                </a:lnTo>
                <a:lnTo>
                  <a:pt x="1021994" y="185928"/>
                </a:lnTo>
                <a:lnTo>
                  <a:pt x="1022413" y="206121"/>
                </a:lnTo>
                <a:lnTo>
                  <a:pt x="1022527" y="225552"/>
                </a:lnTo>
                <a:lnTo>
                  <a:pt x="1022489" y="263652"/>
                </a:lnTo>
                <a:lnTo>
                  <a:pt x="1020622" y="288467"/>
                </a:lnTo>
                <a:lnTo>
                  <a:pt x="1012507" y="312801"/>
                </a:lnTo>
                <a:lnTo>
                  <a:pt x="998385" y="335432"/>
                </a:lnTo>
                <a:lnTo>
                  <a:pt x="978408" y="356616"/>
                </a:lnTo>
                <a:lnTo>
                  <a:pt x="981456" y="359664"/>
                </a:lnTo>
                <a:lnTo>
                  <a:pt x="1007427" y="339953"/>
                </a:lnTo>
                <a:lnTo>
                  <a:pt x="1025842" y="317373"/>
                </a:lnTo>
                <a:lnTo>
                  <a:pt x="1036523" y="291947"/>
                </a:lnTo>
                <a:lnTo>
                  <a:pt x="1039368" y="263652"/>
                </a:lnTo>
                <a:lnTo>
                  <a:pt x="1039368" y="227076"/>
                </a:lnTo>
                <a:lnTo>
                  <a:pt x="1045883" y="233108"/>
                </a:lnTo>
                <a:lnTo>
                  <a:pt x="1051560" y="239839"/>
                </a:lnTo>
                <a:lnTo>
                  <a:pt x="1056081" y="247446"/>
                </a:lnTo>
                <a:lnTo>
                  <a:pt x="1059180" y="256032"/>
                </a:lnTo>
                <a:lnTo>
                  <a:pt x="1062228" y="263652"/>
                </a:lnTo>
                <a:lnTo>
                  <a:pt x="1063752" y="268224"/>
                </a:lnTo>
                <a:lnTo>
                  <a:pt x="1066800" y="268224"/>
                </a:lnTo>
                <a:lnTo>
                  <a:pt x="1071372" y="262128"/>
                </a:lnTo>
                <a:lnTo>
                  <a:pt x="1074420" y="259080"/>
                </a:lnTo>
                <a:lnTo>
                  <a:pt x="1075944" y="254508"/>
                </a:lnTo>
                <a:lnTo>
                  <a:pt x="1075944" y="248412"/>
                </a:lnTo>
                <a:lnTo>
                  <a:pt x="1039368" y="220980"/>
                </a:lnTo>
                <a:lnTo>
                  <a:pt x="1039368" y="185928"/>
                </a:lnTo>
                <a:lnTo>
                  <a:pt x="1082040" y="185928"/>
                </a:lnTo>
                <a:lnTo>
                  <a:pt x="1082040" y="323088"/>
                </a:lnTo>
                <a:lnTo>
                  <a:pt x="1083195" y="332219"/>
                </a:lnTo>
                <a:lnTo>
                  <a:pt x="1086802" y="338899"/>
                </a:lnTo>
                <a:lnTo>
                  <a:pt x="1092962" y="343027"/>
                </a:lnTo>
                <a:lnTo>
                  <a:pt x="1101852" y="344424"/>
                </a:lnTo>
                <a:lnTo>
                  <a:pt x="1133856" y="344424"/>
                </a:lnTo>
                <a:lnTo>
                  <a:pt x="1139952" y="338328"/>
                </a:lnTo>
                <a:lnTo>
                  <a:pt x="1144524" y="329184"/>
                </a:lnTo>
                <a:close/>
              </a:path>
              <a:path w="1529079" h="360045">
                <a:moveTo>
                  <a:pt x="1374635" y="27444"/>
                </a:moveTo>
                <a:lnTo>
                  <a:pt x="1339799" y="4584"/>
                </a:lnTo>
                <a:lnTo>
                  <a:pt x="1324343" y="12"/>
                </a:lnTo>
                <a:lnTo>
                  <a:pt x="1321295" y="3060"/>
                </a:lnTo>
                <a:lnTo>
                  <a:pt x="1331874" y="13322"/>
                </a:lnTo>
                <a:lnTo>
                  <a:pt x="1340726" y="23444"/>
                </a:lnTo>
                <a:lnTo>
                  <a:pt x="1347876" y="33274"/>
                </a:lnTo>
                <a:lnTo>
                  <a:pt x="1353299" y="42684"/>
                </a:lnTo>
                <a:lnTo>
                  <a:pt x="1354823" y="51828"/>
                </a:lnTo>
                <a:lnTo>
                  <a:pt x="1357871" y="54876"/>
                </a:lnTo>
                <a:lnTo>
                  <a:pt x="1362443" y="54876"/>
                </a:lnTo>
                <a:lnTo>
                  <a:pt x="1365491" y="51828"/>
                </a:lnTo>
                <a:lnTo>
                  <a:pt x="1368539" y="47256"/>
                </a:lnTo>
                <a:lnTo>
                  <a:pt x="1373111" y="41160"/>
                </a:lnTo>
                <a:lnTo>
                  <a:pt x="1374635" y="36588"/>
                </a:lnTo>
                <a:lnTo>
                  <a:pt x="1374635" y="27444"/>
                </a:lnTo>
                <a:close/>
              </a:path>
              <a:path w="1529079" h="360045">
                <a:moveTo>
                  <a:pt x="1527035" y="67068"/>
                </a:moveTo>
                <a:lnTo>
                  <a:pt x="1525511" y="65544"/>
                </a:lnTo>
                <a:lnTo>
                  <a:pt x="1516367" y="56400"/>
                </a:lnTo>
                <a:lnTo>
                  <a:pt x="1499603" y="39636"/>
                </a:lnTo>
                <a:lnTo>
                  <a:pt x="1484363" y="56400"/>
                </a:lnTo>
                <a:lnTo>
                  <a:pt x="1234427" y="56400"/>
                </a:lnTo>
                <a:lnTo>
                  <a:pt x="1234427" y="38112"/>
                </a:lnTo>
                <a:lnTo>
                  <a:pt x="1226807" y="38112"/>
                </a:lnTo>
                <a:lnTo>
                  <a:pt x="1213523" y="75184"/>
                </a:lnTo>
                <a:lnTo>
                  <a:pt x="1199375" y="88404"/>
                </a:lnTo>
                <a:lnTo>
                  <a:pt x="1194803" y="92976"/>
                </a:lnTo>
                <a:lnTo>
                  <a:pt x="1194803" y="97548"/>
                </a:lnTo>
                <a:lnTo>
                  <a:pt x="1196327" y="99072"/>
                </a:lnTo>
                <a:lnTo>
                  <a:pt x="1199375" y="100596"/>
                </a:lnTo>
                <a:lnTo>
                  <a:pt x="1203947" y="103644"/>
                </a:lnTo>
                <a:lnTo>
                  <a:pt x="1214615" y="103644"/>
                </a:lnTo>
                <a:lnTo>
                  <a:pt x="1220711" y="102120"/>
                </a:lnTo>
                <a:lnTo>
                  <a:pt x="1234427" y="65544"/>
                </a:lnTo>
                <a:lnTo>
                  <a:pt x="1487411" y="65544"/>
                </a:lnTo>
                <a:lnTo>
                  <a:pt x="1470647" y="99072"/>
                </a:lnTo>
                <a:lnTo>
                  <a:pt x="1475219" y="102120"/>
                </a:lnTo>
                <a:lnTo>
                  <a:pt x="1489748" y="86995"/>
                </a:lnTo>
                <a:lnTo>
                  <a:pt x="1503413" y="76022"/>
                </a:lnTo>
                <a:lnTo>
                  <a:pt x="1515948" y="69329"/>
                </a:lnTo>
                <a:lnTo>
                  <a:pt x="1527035" y="67068"/>
                </a:lnTo>
                <a:close/>
              </a:path>
              <a:path w="1529079" h="360045">
                <a:moveTo>
                  <a:pt x="1528559" y="295668"/>
                </a:moveTo>
                <a:lnTo>
                  <a:pt x="1488935" y="282714"/>
                </a:lnTo>
                <a:lnTo>
                  <a:pt x="1445577" y="245681"/>
                </a:lnTo>
                <a:lnTo>
                  <a:pt x="1424381" y="207251"/>
                </a:lnTo>
                <a:lnTo>
                  <a:pt x="1417408" y="187464"/>
                </a:lnTo>
                <a:lnTo>
                  <a:pt x="1415783" y="182892"/>
                </a:lnTo>
                <a:lnTo>
                  <a:pt x="1428076" y="178079"/>
                </a:lnTo>
                <a:lnTo>
                  <a:pt x="1439786" y="172986"/>
                </a:lnTo>
                <a:lnTo>
                  <a:pt x="1461503" y="163080"/>
                </a:lnTo>
                <a:lnTo>
                  <a:pt x="1478267" y="161556"/>
                </a:lnTo>
                <a:lnTo>
                  <a:pt x="1453883" y="135648"/>
                </a:lnTo>
                <a:lnTo>
                  <a:pt x="1448155" y="142455"/>
                </a:lnTo>
                <a:lnTo>
                  <a:pt x="1442262" y="148983"/>
                </a:lnTo>
                <a:lnTo>
                  <a:pt x="1410258" y="173939"/>
                </a:lnTo>
                <a:lnTo>
                  <a:pt x="1380731" y="193560"/>
                </a:lnTo>
                <a:lnTo>
                  <a:pt x="1375638" y="186436"/>
                </a:lnTo>
                <a:lnTo>
                  <a:pt x="1372844" y="182892"/>
                </a:lnTo>
                <a:lnTo>
                  <a:pt x="1369682" y="178892"/>
                </a:lnTo>
                <a:lnTo>
                  <a:pt x="1363167" y="171056"/>
                </a:lnTo>
                <a:lnTo>
                  <a:pt x="1356347" y="163080"/>
                </a:lnTo>
                <a:lnTo>
                  <a:pt x="1348905" y="156502"/>
                </a:lnTo>
                <a:lnTo>
                  <a:pt x="1342440" y="150507"/>
                </a:lnTo>
                <a:lnTo>
                  <a:pt x="1338122" y="146316"/>
                </a:lnTo>
                <a:lnTo>
                  <a:pt x="1336852" y="145072"/>
                </a:lnTo>
                <a:lnTo>
                  <a:pt x="1331963" y="140220"/>
                </a:lnTo>
                <a:lnTo>
                  <a:pt x="1338567" y="133642"/>
                </a:lnTo>
                <a:lnTo>
                  <a:pt x="1344726" y="127647"/>
                </a:lnTo>
                <a:lnTo>
                  <a:pt x="1350619" y="122212"/>
                </a:lnTo>
                <a:lnTo>
                  <a:pt x="1356347" y="117360"/>
                </a:lnTo>
                <a:lnTo>
                  <a:pt x="1467599" y="117360"/>
                </a:lnTo>
                <a:lnTo>
                  <a:pt x="1441691" y="89928"/>
                </a:lnTo>
                <a:lnTo>
                  <a:pt x="1423403" y="108216"/>
                </a:lnTo>
                <a:lnTo>
                  <a:pt x="1238999" y="108216"/>
                </a:lnTo>
                <a:lnTo>
                  <a:pt x="1251191" y="120408"/>
                </a:lnTo>
                <a:lnTo>
                  <a:pt x="1263383" y="117360"/>
                </a:lnTo>
                <a:lnTo>
                  <a:pt x="1327391" y="117360"/>
                </a:lnTo>
                <a:lnTo>
                  <a:pt x="1292250" y="151650"/>
                </a:lnTo>
                <a:lnTo>
                  <a:pt x="1259674" y="174244"/>
                </a:lnTo>
                <a:lnTo>
                  <a:pt x="1216240" y="195440"/>
                </a:lnTo>
                <a:lnTo>
                  <a:pt x="1190231" y="205752"/>
                </a:lnTo>
                <a:lnTo>
                  <a:pt x="1191755" y="211848"/>
                </a:lnTo>
                <a:lnTo>
                  <a:pt x="1235570" y="196989"/>
                </a:lnTo>
                <a:lnTo>
                  <a:pt x="1272527" y="179844"/>
                </a:lnTo>
                <a:lnTo>
                  <a:pt x="1314754" y="155194"/>
                </a:lnTo>
                <a:lnTo>
                  <a:pt x="1325867" y="146316"/>
                </a:lnTo>
                <a:lnTo>
                  <a:pt x="1330439" y="151142"/>
                </a:lnTo>
                <a:lnTo>
                  <a:pt x="1335011" y="156413"/>
                </a:lnTo>
                <a:lnTo>
                  <a:pt x="1339583" y="161950"/>
                </a:lnTo>
                <a:lnTo>
                  <a:pt x="1344155" y="167652"/>
                </a:lnTo>
                <a:lnTo>
                  <a:pt x="1332687" y="181368"/>
                </a:lnTo>
                <a:lnTo>
                  <a:pt x="1301724" y="208800"/>
                </a:lnTo>
                <a:lnTo>
                  <a:pt x="1260551" y="235889"/>
                </a:lnTo>
                <a:lnTo>
                  <a:pt x="1215453" y="259803"/>
                </a:lnTo>
                <a:lnTo>
                  <a:pt x="1191755" y="269760"/>
                </a:lnTo>
                <a:lnTo>
                  <a:pt x="1193279" y="275856"/>
                </a:lnTo>
                <a:lnTo>
                  <a:pt x="1256144" y="252044"/>
                </a:lnTo>
                <a:lnTo>
                  <a:pt x="1303007" y="227088"/>
                </a:lnTo>
                <a:lnTo>
                  <a:pt x="1334630" y="202704"/>
                </a:lnTo>
                <a:lnTo>
                  <a:pt x="1354823" y="182892"/>
                </a:lnTo>
                <a:lnTo>
                  <a:pt x="1359090" y="189788"/>
                </a:lnTo>
                <a:lnTo>
                  <a:pt x="1362633" y="196989"/>
                </a:lnTo>
                <a:lnTo>
                  <a:pt x="1365313" y="204698"/>
                </a:lnTo>
                <a:lnTo>
                  <a:pt x="1367015" y="213372"/>
                </a:lnTo>
                <a:lnTo>
                  <a:pt x="1348397" y="233349"/>
                </a:lnTo>
                <a:lnTo>
                  <a:pt x="1308303" y="269303"/>
                </a:lnTo>
                <a:lnTo>
                  <a:pt x="1262481" y="299300"/>
                </a:lnTo>
                <a:lnTo>
                  <a:pt x="1208671" y="325069"/>
                </a:lnTo>
                <a:lnTo>
                  <a:pt x="1178039" y="336816"/>
                </a:lnTo>
                <a:lnTo>
                  <a:pt x="1179563" y="342912"/>
                </a:lnTo>
                <a:lnTo>
                  <a:pt x="1248333" y="319862"/>
                </a:lnTo>
                <a:lnTo>
                  <a:pt x="1304531" y="291096"/>
                </a:lnTo>
                <a:lnTo>
                  <a:pt x="1347965" y="261378"/>
                </a:lnTo>
                <a:lnTo>
                  <a:pt x="1373111" y="236232"/>
                </a:lnTo>
                <a:lnTo>
                  <a:pt x="1374876" y="252488"/>
                </a:lnTo>
                <a:lnTo>
                  <a:pt x="1375778" y="266712"/>
                </a:lnTo>
                <a:lnTo>
                  <a:pt x="1376019" y="275856"/>
                </a:lnTo>
                <a:lnTo>
                  <a:pt x="1376146" y="285000"/>
                </a:lnTo>
                <a:lnTo>
                  <a:pt x="1376083" y="290182"/>
                </a:lnTo>
                <a:lnTo>
                  <a:pt x="1374978" y="298145"/>
                </a:lnTo>
                <a:lnTo>
                  <a:pt x="1373492" y="305574"/>
                </a:lnTo>
                <a:lnTo>
                  <a:pt x="1371447" y="311861"/>
                </a:lnTo>
                <a:lnTo>
                  <a:pt x="1368539" y="317004"/>
                </a:lnTo>
                <a:lnTo>
                  <a:pt x="1365491" y="323100"/>
                </a:lnTo>
                <a:lnTo>
                  <a:pt x="1359395" y="326148"/>
                </a:lnTo>
                <a:lnTo>
                  <a:pt x="1351775" y="326148"/>
                </a:lnTo>
                <a:lnTo>
                  <a:pt x="1343494" y="326478"/>
                </a:lnTo>
                <a:lnTo>
                  <a:pt x="1332344" y="325386"/>
                </a:lnTo>
                <a:lnTo>
                  <a:pt x="1318348" y="323138"/>
                </a:lnTo>
                <a:lnTo>
                  <a:pt x="1301483" y="320052"/>
                </a:lnTo>
                <a:lnTo>
                  <a:pt x="1301483" y="326148"/>
                </a:lnTo>
                <a:lnTo>
                  <a:pt x="1320012" y="333311"/>
                </a:lnTo>
                <a:lnTo>
                  <a:pt x="1334249" y="341198"/>
                </a:lnTo>
                <a:lnTo>
                  <a:pt x="1343926" y="349935"/>
                </a:lnTo>
                <a:lnTo>
                  <a:pt x="1348727" y="359676"/>
                </a:lnTo>
                <a:lnTo>
                  <a:pt x="1362430" y="353644"/>
                </a:lnTo>
                <a:lnTo>
                  <a:pt x="1373682" y="346913"/>
                </a:lnTo>
                <a:lnTo>
                  <a:pt x="1382382" y="339305"/>
                </a:lnTo>
                <a:lnTo>
                  <a:pt x="1388351" y="330720"/>
                </a:lnTo>
                <a:lnTo>
                  <a:pt x="1390484" y="326478"/>
                </a:lnTo>
                <a:lnTo>
                  <a:pt x="1393240" y="321005"/>
                </a:lnTo>
                <a:lnTo>
                  <a:pt x="1396542" y="310146"/>
                </a:lnTo>
                <a:lnTo>
                  <a:pt x="1398435" y="298145"/>
                </a:lnTo>
                <a:lnTo>
                  <a:pt x="1399019" y="285000"/>
                </a:lnTo>
                <a:lnTo>
                  <a:pt x="1398739" y="271614"/>
                </a:lnTo>
                <a:lnTo>
                  <a:pt x="1392212" y="228041"/>
                </a:lnTo>
                <a:lnTo>
                  <a:pt x="1383779" y="201180"/>
                </a:lnTo>
                <a:lnTo>
                  <a:pt x="1390383" y="196888"/>
                </a:lnTo>
                <a:lnTo>
                  <a:pt x="1395920" y="193560"/>
                </a:lnTo>
                <a:lnTo>
                  <a:pt x="1396542" y="193179"/>
                </a:lnTo>
                <a:lnTo>
                  <a:pt x="1402435" y="190030"/>
                </a:lnTo>
                <a:lnTo>
                  <a:pt x="1408163" y="187464"/>
                </a:lnTo>
                <a:lnTo>
                  <a:pt x="1414221" y="210337"/>
                </a:lnTo>
                <a:lnTo>
                  <a:pt x="1421117" y="231089"/>
                </a:lnTo>
                <a:lnTo>
                  <a:pt x="1438643" y="266712"/>
                </a:lnTo>
                <a:lnTo>
                  <a:pt x="1479791" y="306781"/>
                </a:lnTo>
                <a:lnTo>
                  <a:pt x="1498079" y="318528"/>
                </a:lnTo>
                <a:lnTo>
                  <a:pt x="1503489" y="310527"/>
                </a:lnTo>
                <a:lnTo>
                  <a:pt x="1510461" y="304812"/>
                </a:lnTo>
                <a:lnTo>
                  <a:pt x="1518869" y="301383"/>
                </a:lnTo>
                <a:lnTo>
                  <a:pt x="1528559" y="300240"/>
                </a:lnTo>
                <a:lnTo>
                  <a:pt x="1528559" y="29566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5" name="object 95"/>
          <p:cNvSpPr/>
          <p:nvPr/>
        </p:nvSpPr>
        <p:spPr>
          <a:xfrm>
            <a:off x="3726179" y="5860351"/>
            <a:ext cx="131445" cy="259079"/>
          </a:xfrm>
          <a:custGeom>
            <a:avLst/>
            <a:gdLst/>
            <a:ahLst/>
            <a:cxnLst/>
            <a:rect l="l" t="t" r="r" b="b"/>
            <a:pathLst>
              <a:path w="131445" h="259079">
                <a:moveTo>
                  <a:pt x="22860" y="77152"/>
                </a:moveTo>
                <a:lnTo>
                  <a:pt x="12192" y="77152"/>
                </a:lnTo>
                <a:lnTo>
                  <a:pt x="7620" y="75628"/>
                </a:lnTo>
                <a:lnTo>
                  <a:pt x="1524" y="66484"/>
                </a:lnTo>
                <a:lnTo>
                  <a:pt x="0" y="58864"/>
                </a:lnTo>
                <a:lnTo>
                  <a:pt x="1524" y="49720"/>
                </a:lnTo>
                <a:lnTo>
                  <a:pt x="25431" y="13620"/>
                </a:lnTo>
                <a:lnTo>
                  <a:pt x="67627" y="0"/>
                </a:lnTo>
                <a:lnTo>
                  <a:pt x="75795" y="119"/>
                </a:lnTo>
                <a:lnTo>
                  <a:pt x="83820" y="952"/>
                </a:lnTo>
                <a:lnTo>
                  <a:pt x="91844" y="3190"/>
                </a:lnTo>
                <a:lnTo>
                  <a:pt x="100012" y="7429"/>
                </a:lnTo>
                <a:lnTo>
                  <a:pt x="103799" y="10096"/>
                </a:lnTo>
                <a:lnTo>
                  <a:pt x="64008" y="10096"/>
                </a:lnTo>
                <a:lnTo>
                  <a:pt x="55387" y="10906"/>
                </a:lnTo>
                <a:lnTo>
                  <a:pt x="21336" y="34480"/>
                </a:lnTo>
                <a:lnTo>
                  <a:pt x="19812" y="43624"/>
                </a:lnTo>
                <a:lnTo>
                  <a:pt x="21336" y="46672"/>
                </a:lnTo>
                <a:lnTo>
                  <a:pt x="25908" y="48196"/>
                </a:lnTo>
                <a:lnTo>
                  <a:pt x="30480" y="51244"/>
                </a:lnTo>
                <a:lnTo>
                  <a:pt x="32004" y="55816"/>
                </a:lnTo>
                <a:lnTo>
                  <a:pt x="32004" y="69532"/>
                </a:lnTo>
                <a:lnTo>
                  <a:pt x="25908" y="75628"/>
                </a:lnTo>
                <a:lnTo>
                  <a:pt x="22860" y="77152"/>
                </a:lnTo>
                <a:close/>
              </a:path>
              <a:path w="131445" h="259079">
                <a:moveTo>
                  <a:pt x="65532" y="185356"/>
                </a:moveTo>
                <a:lnTo>
                  <a:pt x="61293" y="181879"/>
                </a:lnTo>
                <a:lnTo>
                  <a:pt x="57912" y="175831"/>
                </a:lnTo>
                <a:lnTo>
                  <a:pt x="55673" y="166925"/>
                </a:lnTo>
                <a:lnTo>
                  <a:pt x="54864" y="154876"/>
                </a:lnTo>
                <a:lnTo>
                  <a:pt x="56316" y="142279"/>
                </a:lnTo>
                <a:lnTo>
                  <a:pt x="60769" y="129540"/>
                </a:lnTo>
                <a:lnTo>
                  <a:pt x="68365" y="116514"/>
                </a:lnTo>
                <a:lnTo>
                  <a:pt x="79248" y="103060"/>
                </a:lnTo>
                <a:lnTo>
                  <a:pt x="88415" y="91035"/>
                </a:lnTo>
                <a:lnTo>
                  <a:pt x="95440" y="80010"/>
                </a:lnTo>
                <a:lnTo>
                  <a:pt x="100464" y="69842"/>
                </a:lnTo>
                <a:lnTo>
                  <a:pt x="103632" y="60388"/>
                </a:lnTo>
                <a:lnTo>
                  <a:pt x="103917" y="52149"/>
                </a:lnTo>
                <a:lnTo>
                  <a:pt x="102489" y="43624"/>
                </a:lnTo>
                <a:lnTo>
                  <a:pt x="72628" y="10358"/>
                </a:lnTo>
                <a:lnTo>
                  <a:pt x="64008" y="10096"/>
                </a:lnTo>
                <a:lnTo>
                  <a:pt x="103799" y="10096"/>
                </a:lnTo>
                <a:lnTo>
                  <a:pt x="131064" y="49268"/>
                </a:lnTo>
                <a:lnTo>
                  <a:pt x="131064" y="60388"/>
                </a:lnTo>
                <a:lnTo>
                  <a:pt x="127349" y="72961"/>
                </a:lnTo>
                <a:lnTo>
                  <a:pt x="120777" y="85534"/>
                </a:lnTo>
                <a:lnTo>
                  <a:pt x="111347" y="98107"/>
                </a:lnTo>
                <a:lnTo>
                  <a:pt x="99060" y="110680"/>
                </a:lnTo>
                <a:lnTo>
                  <a:pt x="86534" y="124706"/>
                </a:lnTo>
                <a:lnTo>
                  <a:pt x="76581" y="141732"/>
                </a:lnTo>
                <a:lnTo>
                  <a:pt x="69484" y="161901"/>
                </a:lnTo>
                <a:lnTo>
                  <a:pt x="65532" y="185356"/>
                </a:lnTo>
                <a:close/>
              </a:path>
              <a:path w="131445" h="259079">
                <a:moveTo>
                  <a:pt x="67056" y="258508"/>
                </a:moveTo>
                <a:lnTo>
                  <a:pt x="57912" y="258508"/>
                </a:lnTo>
                <a:lnTo>
                  <a:pt x="53340" y="256984"/>
                </a:lnTo>
                <a:lnTo>
                  <a:pt x="41148" y="250888"/>
                </a:lnTo>
                <a:lnTo>
                  <a:pt x="38100" y="243268"/>
                </a:lnTo>
                <a:lnTo>
                  <a:pt x="36576" y="232600"/>
                </a:lnTo>
                <a:lnTo>
                  <a:pt x="36576" y="221932"/>
                </a:lnTo>
                <a:lnTo>
                  <a:pt x="39624" y="214312"/>
                </a:lnTo>
                <a:lnTo>
                  <a:pt x="45720" y="211264"/>
                </a:lnTo>
                <a:lnTo>
                  <a:pt x="53340" y="206692"/>
                </a:lnTo>
                <a:lnTo>
                  <a:pt x="59436" y="205168"/>
                </a:lnTo>
                <a:lnTo>
                  <a:pt x="67056" y="205168"/>
                </a:lnTo>
                <a:lnTo>
                  <a:pt x="73152" y="206692"/>
                </a:lnTo>
                <a:lnTo>
                  <a:pt x="85344" y="212788"/>
                </a:lnTo>
                <a:lnTo>
                  <a:pt x="89916" y="220408"/>
                </a:lnTo>
                <a:lnTo>
                  <a:pt x="89916" y="240220"/>
                </a:lnTo>
                <a:lnTo>
                  <a:pt x="86868" y="247840"/>
                </a:lnTo>
                <a:lnTo>
                  <a:pt x="80772" y="252412"/>
                </a:lnTo>
                <a:lnTo>
                  <a:pt x="73152" y="255460"/>
                </a:lnTo>
                <a:lnTo>
                  <a:pt x="67056" y="25850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</p:spTree>
  </p:cSld>
  <p:clrMapOvr>
    <a:masterClrMapping/>
  </p:clrMapOvr>
</p:sld>
</file>

<file path=ppt/slides/slide6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object 2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9560111" y="7229856"/>
            <a:ext cx="198060" cy="146304"/>
          </a:xfrm>
          <a:prstGeom prst="rect">
            <a:avLst/>
          </a:prstGeom>
        </p:spPr>
      </p:pic>
      <p:sp>
        <p:nvSpPr>
          <p:cNvPr id="3" name="object 3"/>
          <p:cNvSpPr/>
          <p:nvPr/>
        </p:nvSpPr>
        <p:spPr>
          <a:xfrm>
            <a:off x="1760219" y="1328927"/>
            <a:ext cx="218440" cy="447040"/>
          </a:xfrm>
          <a:custGeom>
            <a:avLst/>
            <a:gdLst/>
            <a:ahLst/>
            <a:cxnLst/>
            <a:rect l="l" t="t" r="r" b="b"/>
            <a:pathLst>
              <a:path w="218439" h="447039">
                <a:moveTo>
                  <a:pt x="217931" y="446532"/>
                </a:moveTo>
                <a:lnTo>
                  <a:pt x="0" y="446532"/>
                </a:lnTo>
                <a:lnTo>
                  <a:pt x="0" y="400812"/>
                </a:lnTo>
                <a:lnTo>
                  <a:pt x="80771" y="400812"/>
                </a:lnTo>
                <a:lnTo>
                  <a:pt x="80771" y="102108"/>
                </a:lnTo>
                <a:lnTo>
                  <a:pt x="0" y="102108"/>
                </a:lnTo>
                <a:lnTo>
                  <a:pt x="0" y="62484"/>
                </a:lnTo>
                <a:lnTo>
                  <a:pt x="21407" y="61626"/>
                </a:lnTo>
                <a:lnTo>
                  <a:pt x="39814" y="59055"/>
                </a:lnTo>
                <a:lnTo>
                  <a:pt x="77081" y="41362"/>
                </a:lnTo>
                <a:lnTo>
                  <a:pt x="91439" y="0"/>
                </a:lnTo>
                <a:lnTo>
                  <a:pt x="138683" y="0"/>
                </a:lnTo>
                <a:lnTo>
                  <a:pt x="138683" y="400812"/>
                </a:lnTo>
                <a:lnTo>
                  <a:pt x="217931" y="400812"/>
                </a:lnTo>
                <a:lnTo>
                  <a:pt x="217931" y="446532"/>
                </a:lnTo>
                <a:close/>
              </a:path>
            </a:pathLst>
          </a:custGeom>
          <a:solidFill>
            <a:srgbClr val="3333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" name="object 4"/>
          <p:cNvSpPr/>
          <p:nvPr/>
        </p:nvSpPr>
        <p:spPr>
          <a:xfrm>
            <a:off x="2084832" y="1690116"/>
            <a:ext cx="71755" cy="85725"/>
          </a:xfrm>
          <a:custGeom>
            <a:avLst/>
            <a:gdLst/>
            <a:ahLst/>
            <a:cxnLst/>
            <a:rect l="l" t="t" r="r" b="b"/>
            <a:pathLst>
              <a:path w="71755" h="85725">
                <a:moveTo>
                  <a:pt x="71627" y="85343"/>
                </a:moveTo>
                <a:lnTo>
                  <a:pt x="0" y="85343"/>
                </a:lnTo>
                <a:lnTo>
                  <a:pt x="0" y="0"/>
                </a:lnTo>
                <a:lnTo>
                  <a:pt x="71627" y="0"/>
                </a:lnTo>
                <a:lnTo>
                  <a:pt x="71627" y="85343"/>
                </a:lnTo>
                <a:close/>
              </a:path>
            </a:pathLst>
          </a:custGeom>
          <a:solidFill>
            <a:srgbClr val="3333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" name="object 5"/>
          <p:cNvSpPr/>
          <p:nvPr/>
        </p:nvSpPr>
        <p:spPr>
          <a:xfrm>
            <a:off x="2244852" y="1321307"/>
            <a:ext cx="276225" cy="454659"/>
          </a:xfrm>
          <a:custGeom>
            <a:avLst/>
            <a:gdLst/>
            <a:ahLst/>
            <a:cxnLst/>
            <a:rect l="l" t="t" r="r" b="b"/>
            <a:pathLst>
              <a:path w="276225" h="454660">
                <a:moveTo>
                  <a:pt x="275843" y="454151"/>
                </a:moveTo>
                <a:lnTo>
                  <a:pt x="0" y="454151"/>
                </a:lnTo>
                <a:lnTo>
                  <a:pt x="0" y="391667"/>
                </a:lnTo>
                <a:lnTo>
                  <a:pt x="29336" y="364426"/>
                </a:lnTo>
                <a:lnTo>
                  <a:pt x="43291" y="351162"/>
                </a:lnTo>
                <a:lnTo>
                  <a:pt x="56387" y="338327"/>
                </a:lnTo>
                <a:lnTo>
                  <a:pt x="69842" y="325493"/>
                </a:lnTo>
                <a:lnTo>
                  <a:pt x="82867" y="312229"/>
                </a:lnTo>
                <a:lnTo>
                  <a:pt x="131349" y="258079"/>
                </a:lnTo>
                <a:lnTo>
                  <a:pt x="165639" y="213407"/>
                </a:lnTo>
                <a:lnTo>
                  <a:pt x="185666" y="177903"/>
                </a:lnTo>
                <a:lnTo>
                  <a:pt x="196595" y="124967"/>
                </a:lnTo>
                <a:lnTo>
                  <a:pt x="196072" y="116109"/>
                </a:lnTo>
                <a:lnTo>
                  <a:pt x="178927" y="74961"/>
                </a:lnTo>
                <a:lnTo>
                  <a:pt x="142470" y="54387"/>
                </a:lnTo>
                <a:lnTo>
                  <a:pt x="120395" y="51815"/>
                </a:lnTo>
                <a:lnTo>
                  <a:pt x="112371" y="52077"/>
                </a:lnTo>
                <a:lnTo>
                  <a:pt x="71627" y="59626"/>
                </a:lnTo>
                <a:lnTo>
                  <a:pt x="24383" y="82295"/>
                </a:lnTo>
                <a:lnTo>
                  <a:pt x="18287" y="86867"/>
                </a:lnTo>
                <a:lnTo>
                  <a:pt x="13715" y="89915"/>
                </a:lnTo>
                <a:lnTo>
                  <a:pt x="10667" y="89915"/>
                </a:lnTo>
                <a:lnTo>
                  <a:pt x="10667" y="25908"/>
                </a:lnTo>
                <a:lnTo>
                  <a:pt x="60960" y="9143"/>
                </a:lnTo>
                <a:lnTo>
                  <a:pt x="109823" y="571"/>
                </a:lnTo>
                <a:lnTo>
                  <a:pt x="124967" y="0"/>
                </a:lnTo>
                <a:lnTo>
                  <a:pt x="154138" y="2024"/>
                </a:lnTo>
                <a:lnTo>
                  <a:pt x="202763" y="18645"/>
                </a:lnTo>
                <a:lnTo>
                  <a:pt x="237624" y="51196"/>
                </a:lnTo>
                <a:lnTo>
                  <a:pt x="255293" y="95678"/>
                </a:lnTo>
                <a:lnTo>
                  <a:pt x="257555" y="121919"/>
                </a:lnTo>
                <a:lnTo>
                  <a:pt x="257032" y="135112"/>
                </a:lnTo>
                <a:lnTo>
                  <a:pt x="247769" y="181832"/>
                </a:lnTo>
                <a:lnTo>
                  <a:pt x="228695" y="221218"/>
                </a:lnTo>
                <a:lnTo>
                  <a:pt x="191071" y="268986"/>
                </a:lnTo>
                <a:lnTo>
                  <a:pt x="159472" y="303156"/>
                </a:lnTo>
                <a:lnTo>
                  <a:pt x="128087" y="334541"/>
                </a:lnTo>
                <a:lnTo>
                  <a:pt x="111251" y="350519"/>
                </a:lnTo>
                <a:lnTo>
                  <a:pt x="94964" y="366569"/>
                </a:lnTo>
                <a:lnTo>
                  <a:pt x="67532" y="392953"/>
                </a:lnTo>
                <a:lnTo>
                  <a:pt x="56387" y="403859"/>
                </a:lnTo>
                <a:lnTo>
                  <a:pt x="275843" y="403859"/>
                </a:lnTo>
                <a:lnTo>
                  <a:pt x="275843" y="454151"/>
                </a:lnTo>
                <a:close/>
              </a:path>
            </a:pathLst>
          </a:custGeom>
          <a:solidFill>
            <a:srgbClr val="3333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" name="object 6"/>
          <p:cNvSpPr/>
          <p:nvPr/>
        </p:nvSpPr>
        <p:spPr>
          <a:xfrm>
            <a:off x="2604516" y="1690116"/>
            <a:ext cx="71755" cy="85725"/>
          </a:xfrm>
          <a:custGeom>
            <a:avLst/>
            <a:gdLst/>
            <a:ahLst/>
            <a:cxnLst/>
            <a:rect l="l" t="t" r="r" b="b"/>
            <a:pathLst>
              <a:path w="71755" h="85725">
                <a:moveTo>
                  <a:pt x="71627" y="85343"/>
                </a:moveTo>
                <a:lnTo>
                  <a:pt x="0" y="85343"/>
                </a:lnTo>
                <a:lnTo>
                  <a:pt x="0" y="0"/>
                </a:lnTo>
                <a:lnTo>
                  <a:pt x="71627" y="0"/>
                </a:lnTo>
                <a:lnTo>
                  <a:pt x="71627" y="85343"/>
                </a:lnTo>
                <a:close/>
              </a:path>
            </a:pathLst>
          </a:custGeom>
          <a:solidFill>
            <a:srgbClr val="3333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" name="object 7"/>
          <p:cNvSpPr/>
          <p:nvPr/>
        </p:nvSpPr>
        <p:spPr>
          <a:xfrm>
            <a:off x="2770632" y="1330452"/>
            <a:ext cx="265430" cy="454659"/>
          </a:xfrm>
          <a:custGeom>
            <a:avLst/>
            <a:gdLst/>
            <a:ahLst/>
            <a:cxnLst/>
            <a:rect l="l" t="t" r="r" b="b"/>
            <a:pathLst>
              <a:path w="265430" h="454660">
                <a:moveTo>
                  <a:pt x="115823" y="454151"/>
                </a:moveTo>
                <a:lnTo>
                  <a:pt x="68460" y="450937"/>
                </a:lnTo>
                <a:lnTo>
                  <a:pt x="24383" y="440054"/>
                </a:lnTo>
                <a:lnTo>
                  <a:pt x="0" y="429767"/>
                </a:lnTo>
                <a:lnTo>
                  <a:pt x="0" y="365759"/>
                </a:lnTo>
                <a:lnTo>
                  <a:pt x="3047" y="365759"/>
                </a:lnTo>
                <a:lnTo>
                  <a:pt x="7619" y="368807"/>
                </a:lnTo>
                <a:lnTo>
                  <a:pt x="22859" y="377951"/>
                </a:lnTo>
                <a:lnTo>
                  <a:pt x="29741" y="380499"/>
                </a:lnTo>
                <a:lnTo>
                  <a:pt x="51815" y="390143"/>
                </a:lnTo>
                <a:lnTo>
                  <a:pt x="68960" y="394715"/>
                </a:lnTo>
                <a:lnTo>
                  <a:pt x="83819" y="399288"/>
                </a:lnTo>
                <a:lnTo>
                  <a:pt x="100012" y="401383"/>
                </a:lnTo>
                <a:lnTo>
                  <a:pt x="108465" y="402074"/>
                </a:lnTo>
                <a:lnTo>
                  <a:pt x="117347" y="402335"/>
                </a:lnTo>
                <a:lnTo>
                  <a:pt x="126253" y="402026"/>
                </a:lnTo>
                <a:lnTo>
                  <a:pt x="168020" y="387857"/>
                </a:lnTo>
                <a:lnTo>
                  <a:pt x="194643" y="353258"/>
                </a:lnTo>
                <a:lnTo>
                  <a:pt x="203906" y="314634"/>
                </a:lnTo>
                <a:lnTo>
                  <a:pt x="204215" y="303275"/>
                </a:lnTo>
                <a:lnTo>
                  <a:pt x="203692" y="292155"/>
                </a:lnTo>
                <a:lnTo>
                  <a:pt x="189928" y="250316"/>
                </a:lnTo>
                <a:lnTo>
                  <a:pt x="178307" y="239267"/>
                </a:lnTo>
                <a:lnTo>
                  <a:pt x="172045" y="233862"/>
                </a:lnTo>
                <a:lnTo>
                  <a:pt x="127635" y="219074"/>
                </a:lnTo>
                <a:lnTo>
                  <a:pt x="105156" y="217931"/>
                </a:lnTo>
                <a:lnTo>
                  <a:pt x="93464" y="218217"/>
                </a:lnTo>
                <a:lnTo>
                  <a:pt x="81343" y="219074"/>
                </a:lnTo>
                <a:lnTo>
                  <a:pt x="68937" y="220503"/>
                </a:lnTo>
                <a:lnTo>
                  <a:pt x="56387" y="222503"/>
                </a:lnTo>
                <a:lnTo>
                  <a:pt x="45291" y="223885"/>
                </a:lnTo>
                <a:lnTo>
                  <a:pt x="35052" y="225551"/>
                </a:lnTo>
                <a:lnTo>
                  <a:pt x="18287" y="228599"/>
                </a:lnTo>
                <a:lnTo>
                  <a:pt x="18287" y="0"/>
                </a:lnTo>
                <a:lnTo>
                  <a:pt x="262127" y="0"/>
                </a:lnTo>
                <a:lnTo>
                  <a:pt x="262127" y="51815"/>
                </a:lnTo>
                <a:lnTo>
                  <a:pt x="74675" y="51815"/>
                </a:lnTo>
                <a:lnTo>
                  <a:pt x="74675" y="170687"/>
                </a:lnTo>
                <a:lnTo>
                  <a:pt x="82295" y="169163"/>
                </a:lnTo>
                <a:lnTo>
                  <a:pt x="103632" y="169163"/>
                </a:lnTo>
                <a:lnTo>
                  <a:pt x="109727" y="167639"/>
                </a:lnTo>
                <a:lnTo>
                  <a:pt x="115823" y="167639"/>
                </a:lnTo>
                <a:lnTo>
                  <a:pt x="132159" y="168163"/>
                </a:lnTo>
                <a:lnTo>
                  <a:pt x="173735" y="173735"/>
                </a:lnTo>
                <a:lnTo>
                  <a:pt x="219455" y="196595"/>
                </a:lnTo>
                <a:lnTo>
                  <a:pt x="246459" y="225742"/>
                </a:lnTo>
                <a:lnTo>
                  <a:pt x="261937" y="266509"/>
                </a:lnTo>
                <a:lnTo>
                  <a:pt x="265175" y="303275"/>
                </a:lnTo>
                <a:lnTo>
                  <a:pt x="264366" y="318992"/>
                </a:lnTo>
                <a:lnTo>
                  <a:pt x="254507" y="362711"/>
                </a:lnTo>
                <a:lnTo>
                  <a:pt x="234148" y="400645"/>
                </a:lnTo>
                <a:lnTo>
                  <a:pt x="204787" y="428624"/>
                </a:lnTo>
                <a:lnTo>
                  <a:pt x="164044" y="448365"/>
                </a:lnTo>
                <a:lnTo>
                  <a:pt x="132659" y="453556"/>
                </a:lnTo>
                <a:lnTo>
                  <a:pt x="115823" y="454151"/>
                </a:lnTo>
                <a:close/>
              </a:path>
            </a:pathLst>
          </a:custGeom>
          <a:solidFill>
            <a:srgbClr val="3333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3293364" y="1271016"/>
            <a:ext cx="550545" cy="563880"/>
          </a:xfrm>
          <a:custGeom>
            <a:avLst/>
            <a:gdLst/>
            <a:ahLst/>
            <a:cxnLst/>
            <a:rect l="l" t="t" r="r" b="b"/>
            <a:pathLst>
              <a:path w="550545" h="563880">
                <a:moveTo>
                  <a:pt x="281940" y="88392"/>
                </a:moveTo>
                <a:lnTo>
                  <a:pt x="271272" y="88392"/>
                </a:lnTo>
                <a:lnTo>
                  <a:pt x="268462" y="77009"/>
                </a:lnTo>
                <a:lnTo>
                  <a:pt x="264795" y="65913"/>
                </a:lnTo>
                <a:lnTo>
                  <a:pt x="244411" y="27813"/>
                </a:lnTo>
                <a:lnTo>
                  <a:pt x="227076" y="7620"/>
                </a:lnTo>
                <a:lnTo>
                  <a:pt x="231647" y="0"/>
                </a:lnTo>
                <a:lnTo>
                  <a:pt x="276796" y="20574"/>
                </a:lnTo>
                <a:lnTo>
                  <a:pt x="301752" y="51816"/>
                </a:lnTo>
                <a:lnTo>
                  <a:pt x="301677" y="55387"/>
                </a:lnTo>
                <a:lnTo>
                  <a:pt x="300585" y="63103"/>
                </a:lnTo>
                <a:lnTo>
                  <a:pt x="296989" y="71628"/>
                </a:lnTo>
                <a:lnTo>
                  <a:pt x="290822" y="80152"/>
                </a:lnTo>
                <a:lnTo>
                  <a:pt x="281940" y="88392"/>
                </a:lnTo>
                <a:close/>
              </a:path>
              <a:path w="550545" h="563880">
                <a:moveTo>
                  <a:pt x="91440" y="109728"/>
                </a:moveTo>
                <a:lnTo>
                  <a:pt x="70104" y="88392"/>
                </a:lnTo>
                <a:lnTo>
                  <a:pt x="422148" y="88392"/>
                </a:lnTo>
                <a:lnTo>
                  <a:pt x="449580" y="59436"/>
                </a:lnTo>
                <a:lnTo>
                  <a:pt x="490728" y="102108"/>
                </a:lnTo>
                <a:lnTo>
                  <a:pt x="149352" y="102108"/>
                </a:lnTo>
                <a:lnTo>
                  <a:pt x="133659" y="102655"/>
                </a:lnTo>
                <a:lnTo>
                  <a:pt x="118681" y="104203"/>
                </a:lnTo>
                <a:lnTo>
                  <a:pt x="104560" y="106608"/>
                </a:lnTo>
                <a:lnTo>
                  <a:pt x="91440" y="109728"/>
                </a:lnTo>
                <a:close/>
              </a:path>
              <a:path w="550545" h="563880">
                <a:moveTo>
                  <a:pt x="335280" y="201168"/>
                </a:moveTo>
                <a:lnTo>
                  <a:pt x="318516" y="201168"/>
                </a:lnTo>
                <a:lnTo>
                  <a:pt x="333113" y="175188"/>
                </a:lnTo>
                <a:lnTo>
                  <a:pt x="344995" y="149923"/>
                </a:lnTo>
                <a:lnTo>
                  <a:pt x="354306" y="125515"/>
                </a:lnTo>
                <a:lnTo>
                  <a:pt x="361188" y="102108"/>
                </a:lnTo>
                <a:lnTo>
                  <a:pt x="406908" y="134112"/>
                </a:lnTo>
                <a:lnTo>
                  <a:pt x="385572" y="143256"/>
                </a:lnTo>
                <a:lnTo>
                  <a:pt x="346138" y="188261"/>
                </a:lnTo>
                <a:lnTo>
                  <a:pt x="335280" y="201168"/>
                </a:lnTo>
                <a:close/>
              </a:path>
              <a:path w="550545" h="563880">
                <a:moveTo>
                  <a:pt x="217932" y="201168"/>
                </a:moveTo>
                <a:lnTo>
                  <a:pt x="205740" y="201168"/>
                </a:lnTo>
                <a:lnTo>
                  <a:pt x="202049" y="187166"/>
                </a:lnTo>
                <a:lnTo>
                  <a:pt x="197929" y="174879"/>
                </a:lnTo>
                <a:lnTo>
                  <a:pt x="177736" y="137541"/>
                </a:lnTo>
                <a:lnTo>
                  <a:pt x="163068" y="117348"/>
                </a:lnTo>
                <a:lnTo>
                  <a:pt x="167640" y="109728"/>
                </a:lnTo>
                <a:lnTo>
                  <a:pt x="203073" y="129540"/>
                </a:lnTo>
                <a:lnTo>
                  <a:pt x="231457" y="157543"/>
                </a:lnTo>
                <a:lnTo>
                  <a:pt x="234696" y="169164"/>
                </a:lnTo>
                <a:lnTo>
                  <a:pt x="233576" y="176950"/>
                </a:lnTo>
                <a:lnTo>
                  <a:pt x="230314" y="184594"/>
                </a:lnTo>
                <a:lnTo>
                  <a:pt x="225051" y="192524"/>
                </a:lnTo>
                <a:lnTo>
                  <a:pt x="217932" y="201168"/>
                </a:lnTo>
                <a:close/>
              </a:path>
              <a:path w="550545" h="563880">
                <a:moveTo>
                  <a:pt x="21336" y="222504"/>
                </a:moveTo>
                <a:lnTo>
                  <a:pt x="0" y="201168"/>
                </a:lnTo>
                <a:lnTo>
                  <a:pt x="470916" y="201168"/>
                </a:lnTo>
                <a:lnTo>
                  <a:pt x="499872" y="172212"/>
                </a:lnTo>
                <a:lnTo>
                  <a:pt x="541020" y="214884"/>
                </a:lnTo>
                <a:lnTo>
                  <a:pt x="79248" y="214884"/>
                </a:lnTo>
                <a:lnTo>
                  <a:pt x="63769" y="215431"/>
                </a:lnTo>
                <a:lnTo>
                  <a:pt x="49149" y="216979"/>
                </a:lnTo>
                <a:lnTo>
                  <a:pt x="35099" y="219384"/>
                </a:lnTo>
                <a:lnTo>
                  <a:pt x="21336" y="222504"/>
                </a:lnTo>
                <a:close/>
              </a:path>
              <a:path w="550545" h="563880">
                <a:moveTo>
                  <a:pt x="429768" y="265175"/>
                </a:moveTo>
                <a:lnTo>
                  <a:pt x="381000" y="265175"/>
                </a:lnTo>
                <a:lnTo>
                  <a:pt x="405384" y="240792"/>
                </a:lnTo>
                <a:lnTo>
                  <a:pt x="429768" y="265175"/>
                </a:lnTo>
                <a:close/>
              </a:path>
              <a:path w="550545" h="563880">
                <a:moveTo>
                  <a:pt x="117348" y="416052"/>
                </a:moveTo>
                <a:lnTo>
                  <a:pt x="118467" y="390906"/>
                </a:lnTo>
                <a:lnTo>
                  <a:pt x="119443" y="368046"/>
                </a:lnTo>
                <a:lnTo>
                  <a:pt x="120134" y="347472"/>
                </a:lnTo>
                <a:lnTo>
                  <a:pt x="120396" y="329184"/>
                </a:lnTo>
                <a:lnTo>
                  <a:pt x="120134" y="311181"/>
                </a:lnTo>
                <a:lnTo>
                  <a:pt x="119443" y="291465"/>
                </a:lnTo>
                <a:lnTo>
                  <a:pt x="118467" y="270033"/>
                </a:lnTo>
                <a:lnTo>
                  <a:pt x="117348" y="246887"/>
                </a:lnTo>
                <a:lnTo>
                  <a:pt x="153924" y="265175"/>
                </a:lnTo>
                <a:lnTo>
                  <a:pt x="429768" y="265175"/>
                </a:lnTo>
                <a:lnTo>
                  <a:pt x="438912" y="274320"/>
                </a:lnTo>
                <a:lnTo>
                  <a:pt x="429768" y="280416"/>
                </a:lnTo>
                <a:lnTo>
                  <a:pt x="150876" y="280416"/>
                </a:lnTo>
                <a:lnTo>
                  <a:pt x="150876" y="368808"/>
                </a:lnTo>
                <a:lnTo>
                  <a:pt x="417883" y="368808"/>
                </a:lnTo>
                <a:lnTo>
                  <a:pt x="417980" y="371427"/>
                </a:lnTo>
                <a:lnTo>
                  <a:pt x="418481" y="382524"/>
                </a:lnTo>
                <a:lnTo>
                  <a:pt x="150876" y="382524"/>
                </a:lnTo>
                <a:lnTo>
                  <a:pt x="150876" y="403860"/>
                </a:lnTo>
                <a:lnTo>
                  <a:pt x="117348" y="416052"/>
                </a:lnTo>
                <a:close/>
              </a:path>
              <a:path w="550545" h="563880">
                <a:moveTo>
                  <a:pt x="417883" y="368808"/>
                </a:moveTo>
                <a:lnTo>
                  <a:pt x="385572" y="368808"/>
                </a:lnTo>
                <a:lnTo>
                  <a:pt x="385572" y="280416"/>
                </a:lnTo>
                <a:lnTo>
                  <a:pt x="429768" y="280416"/>
                </a:lnTo>
                <a:lnTo>
                  <a:pt x="416052" y="289560"/>
                </a:lnTo>
                <a:lnTo>
                  <a:pt x="416313" y="317801"/>
                </a:lnTo>
                <a:lnTo>
                  <a:pt x="417004" y="345186"/>
                </a:lnTo>
                <a:lnTo>
                  <a:pt x="417883" y="368808"/>
                </a:lnTo>
                <a:close/>
              </a:path>
              <a:path w="550545" h="563880">
                <a:moveTo>
                  <a:pt x="0" y="563879"/>
                </a:moveTo>
                <a:lnTo>
                  <a:pt x="0" y="554736"/>
                </a:lnTo>
                <a:lnTo>
                  <a:pt x="30662" y="547592"/>
                </a:lnTo>
                <a:lnTo>
                  <a:pt x="58293" y="540067"/>
                </a:lnTo>
                <a:lnTo>
                  <a:pt x="105156" y="524255"/>
                </a:lnTo>
                <a:lnTo>
                  <a:pt x="140398" y="504444"/>
                </a:lnTo>
                <a:lnTo>
                  <a:pt x="178855" y="463534"/>
                </a:lnTo>
                <a:lnTo>
                  <a:pt x="194429" y="414480"/>
                </a:lnTo>
                <a:lnTo>
                  <a:pt x="199644" y="382524"/>
                </a:lnTo>
                <a:lnTo>
                  <a:pt x="234696" y="382524"/>
                </a:lnTo>
                <a:lnTo>
                  <a:pt x="228695" y="420290"/>
                </a:lnTo>
                <a:lnTo>
                  <a:pt x="208121" y="476392"/>
                </a:lnTo>
                <a:lnTo>
                  <a:pt x="175831" y="509301"/>
                </a:lnTo>
                <a:lnTo>
                  <a:pt x="136969" y="532161"/>
                </a:lnTo>
                <a:lnTo>
                  <a:pt x="91403" y="547616"/>
                </a:lnTo>
                <a:lnTo>
                  <a:pt x="33742" y="559022"/>
                </a:lnTo>
                <a:lnTo>
                  <a:pt x="0" y="563879"/>
                </a:lnTo>
                <a:close/>
              </a:path>
              <a:path w="550545" h="563880">
                <a:moveTo>
                  <a:pt x="487680" y="542544"/>
                </a:moveTo>
                <a:lnTo>
                  <a:pt x="359664" y="542544"/>
                </a:lnTo>
                <a:lnTo>
                  <a:pt x="334541" y="539376"/>
                </a:lnTo>
                <a:lnTo>
                  <a:pt x="316420" y="529780"/>
                </a:lnTo>
                <a:lnTo>
                  <a:pt x="305442" y="513611"/>
                </a:lnTo>
                <a:lnTo>
                  <a:pt x="301752" y="490728"/>
                </a:lnTo>
                <a:lnTo>
                  <a:pt x="301752" y="382524"/>
                </a:lnTo>
                <a:lnTo>
                  <a:pt x="332232" y="382524"/>
                </a:lnTo>
                <a:lnTo>
                  <a:pt x="332232" y="487679"/>
                </a:lnTo>
                <a:lnTo>
                  <a:pt x="334518" y="500562"/>
                </a:lnTo>
                <a:lnTo>
                  <a:pt x="341376" y="509587"/>
                </a:lnTo>
                <a:lnTo>
                  <a:pt x="352806" y="514897"/>
                </a:lnTo>
                <a:lnTo>
                  <a:pt x="368808" y="516636"/>
                </a:lnTo>
                <a:lnTo>
                  <a:pt x="543749" y="516636"/>
                </a:lnTo>
                <a:lnTo>
                  <a:pt x="542163" y="518898"/>
                </a:lnTo>
                <a:lnTo>
                  <a:pt x="510397" y="539972"/>
                </a:lnTo>
                <a:lnTo>
                  <a:pt x="495442" y="542258"/>
                </a:lnTo>
                <a:lnTo>
                  <a:pt x="487680" y="542544"/>
                </a:lnTo>
                <a:close/>
              </a:path>
              <a:path w="550545" h="563880">
                <a:moveTo>
                  <a:pt x="385572" y="408431"/>
                </a:moveTo>
                <a:lnTo>
                  <a:pt x="385572" y="382524"/>
                </a:lnTo>
                <a:lnTo>
                  <a:pt x="418481" y="382524"/>
                </a:lnTo>
                <a:lnTo>
                  <a:pt x="419100" y="396240"/>
                </a:lnTo>
                <a:lnTo>
                  <a:pt x="385572" y="408431"/>
                </a:lnTo>
                <a:close/>
              </a:path>
              <a:path w="550545" h="563880">
                <a:moveTo>
                  <a:pt x="543749" y="516636"/>
                </a:moveTo>
                <a:lnTo>
                  <a:pt x="477012" y="516636"/>
                </a:lnTo>
                <a:lnTo>
                  <a:pt x="486394" y="511516"/>
                </a:lnTo>
                <a:lnTo>
                  <a:pt x="493776" y="503110"/>
                </a:lnTo>
                <a:lnTo>
                  <a:pt x="503420" y="460200"/>
                </a:lnTo>
                <a:lnTo>
                  <a:pt x="507491" y="402336"/>
                </a:lnTo>
                <a:lnTo>
                  <a:pt x="516636" y="402336"/>
                </a:lnTo>
                <a:lnTo>
                  <a:pt x="519207" y="447341"/>
                </a:lnTo>
                <a:lnTo>
                  <a:pt x="531685" y="489966"/>
                </a:lnTo>
                <a:lnTo>
                  <a:pt x="550164" y="507492"/>
                </a:lnTo>
                <a:lnTo>
                  <a:pt x="543749" y="516636"/>
                </a:lnTo>
                <a:close/>
              </a:path>
            </a:pathLst>
          </a:custGeom>
          <a:solidFill>
            <a:srgbClr val="3333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3910583" y="1271016"/>
            <a:ext cx="550545" cy="567055"/>
          </a:xfrm>
          <a:custGeom>
            <a:avLst/>
            <a:gdLst/>
            <a:ahLst/>
            <a:cxnLst/>
            <a:rect l="l" t="t" r="r" b="b"/>
            <a:pathLst>
              <a:path w="550545" h="567055">
                <a:moveTo>
                  <a:pt x="16764" y="224028"/>
                </a:moveTo>
                <a:lnTo>
                  <a:pt x="12192" y="217932"/>
                </a:lnTo>
                <a:lnTo>
                  <a:pt x="40219" y="195072"/>
                </a:lnTo>
                <a:lnTo>
                  <a:pt x="67246" y="169926"/>
                </a:lnTo>
                <a:lnTo>
                  <a:pt x="118872" y="112776"/>
                </a:lnTo>
                <a:lnTo>
                  <a:pt x="141446" y="81867"/>
                </a:lnTo>
                <a:lnTo>
                  <a:pt x="178022" y="25765"/>
                </a:lnTo>
                <a:lnTo>
                  <a:pt x="192024" y="0"/>
                </a:lnTo>
                <a:lnTo>
                  <a:pt x="239268" y="30480"/>
                </a:lnTo>
                <a:lnTo>
                  <a:pt x="228695" y="35575"/>
                </a:lnTo>
                <a:lnTo>
                  <a:pt x="217551" y="43815"/>
                </a:lnTo>
                <a:lnTo>
                  <a:pt x="205835" y="54911"/>
                </a:lnTo>
                <a:lnTo>
                  <a:pt x="193548" y="68580"/>
                </a:lnTo>
                <a:lnTo>
                  <a:pt x="373966" y="68580"/>
                </a:lnTo>
                <a:lnTo>
                  <a:pt x="387096" y="80772"/>
                </a:lnTo>
                <a:lnTo>
                  <a:pt x="377991" y="83820"/>
                </a:lnTo>
                <a:lnTo>
                  <a:pt x="184404" y="83820"/>
                </a:lnTo>
                <a:lnTo>
                  <a:pt x="143208" y="125229"/>
                </a:lnTo>
                <a:lnTo>
                  <a:pt x="101727" y="162496"/>
                </a:lnTo>
                <a:lnTo>
                  <a:pt x="59674" y="195476"/>
                </a:lnTo>
                <a:lnTo>
                  <a:pt x="16764" y="224028"/>
                </a:lnTo>
                <a:close/>
              </a:path>
              <a:path w="550545" h="567055">
                <a:moveTo>
                  <a:pt x="373966" y="68580"/>
                </a:moveTo>
                <a:lnTo>
                  <a:pt x="323088" y="68580"/>
                </a:lnTo>
                <a:lnTo>
                  <a:pt x="344424" y="41148"/>
                </a:lnTo>
                <a:lnTo>
                  <a:pt x="373966" y="68580"/>
                </a:lnTo>
                <a:close/>
              </a:path>
              <a:path w="550545" h="567055">
                <a:moveTo>
                  <a:pt x="277368" y="172212"/>
                </a:moveTo>
                <a:lnTo>
                  <a:pt x="263652" y="172212"/>
                </a:lnTo>
                <a:lnTo>
                  <a:pt x="320040" y="83820"/>
                </a:lnTo>
                <a:lnTo>
                  <a:pt x="377991" y="83820"/>
                </a:lnTo>
                <a:lnTo>
                  <a:pt x="375999" y="84486"/>
                </a:lnTo>
                <a:lnTo>
                  <a:pt x="363474" y="91059"/>
                </a:lnTo>
                <a:lnTo>
                  <a:pt x="349805" y="100488"/>
                </a:lnTo>
                <a:lnTo>
                  <a:pt x="319801" y="125920"/>
                </a:lnTo>
                <a:lnTo>
                  <a:pt x="305181" y="140208"/>
                </a:lnTo>
                <a:lnTo>
                  <a:pt x="291131" y="155638"/>
                </a:lnTo>
                <a:lnTo>
                  <a:pt x="277368" y="172212"/>
                </a:lnTo>
                <a:close/>
              </a:path>
              <a:path w="550545" h="567055">
                <a:moveTo>
                  <a:pt x="117348" y="193548"/>
                </a:moveTo>
                <a:lnTo>
                  <a:pt x="96012" y="172212"/>
                </a:lnTo>
                <a:lnTo>
                  <a:pt x="411480" y="172212"/>
                </a:lnTo>
                <a:lnTo>
                  <a:pt x="432816" y="146304"/>
                </a:lnTo>
                <a:lnTo>
                  <a:pt x="470916" y="176784"/>
                </a:lnTo>
                <a:lnTo>
                  <a:pt x="458446" y="185928"/>
                </a:lnTo>
                <a:lnTo>
                  <a:pt x="175260" y="185928"/>
                </a:lnTo>
                <a:lnTo>
                  <a:pt x="159781" y="186475"/>
                </a:lnTo>
                <a:lnTo>
                  <a:pt x="145161" y="188023"/>
                </a:lnTo>
                <a:lnTo>
                  <a:pt x="131111" y="190428"/>
                </a:lnTo>
                <a:lnTo>
                  <a:pt x="117348" y="193548"/>
                </a:lnTo>
                <a:close/>
              </a:path>
              <a:path w="550545" h="567055">
                <a:moveTo>
                  <a:pt x="284988" y="274320"/>
                </a:moveTo>
                <a:lnTo>
                  <a:pt x="251460" y="274320"/>
                </a:lnTo>
                <a:lnTo>
                  <a:pt x="251460" y="185928"/>
                </a:lnTo>
                <a:lnTo>
                  <a:pt x="284988" y="185928"/>
                </a:lnTo>
                <a:lnTo>
                  <a:pt x="284988" y="274320"/>
                </a:lnTo>
                <a:close/>
              </a:path>
              <a:path w="550545" h="567055">
                <a:moveTo>
                  <a:pt x="448056" y="274320"/>
                </a:moveTo>
                <a:lnTo>
                  <a:pt x="416052" y="274320"/>
                </a:lnTo>
                <a:lnTo>
                  <a:pt x="416052" y="185928"/>
                </a:lnTo>
                <a:lnTo>
                  <a:pt x="458446" y="185928"/>
                </a:lnTo>
                <a:lnTo>
                  <a:pt x="448056" y="193548"/>
                </a:lnTo>
                <a:lnTo>
                  <a:pt x="448056" y="274320"/>
                </a:lnTo>
                <a:close/>
              </a:path>
              <a:path w="550545" h="567055">
                <a:moveTo>
                  <a:pt x="21335" y="297180"/>
                </a:moveTo>
                <a:lnTo>
                  <a:pt x="0" y="274320"/>
                </a:lnTo>
                <a:lnTo>
                  <a:pt x="469392" y="274320"/>
                </a:lnTo>
                <a:lnTo>
                  <a:pt x="502920" y="240792"/>
                </a:lnTo>
                <a:lnTo>
                  <a:pt x="550164" y="289560"/>
                </a:lnTo>
                <a:lnTo>
                  <a:pt x="79247" y="289560"/>
                </a:lnTo>
                <a:lnTo>
                  <a:pt x="63769" y="289893"/>
                </a:lnTo>
                <a:lnTo>
                  <a:pt x="49148" y="291084"/>
                </a:lnTo>
                <a:lnTo>
                  <a:pt x="35099" y="293417"/>
                </a:lnTo>
                <a:lnTo>
                  <a:pt x="21335" y="297180"/>
                </a:lnTo>
                <a:close/>
              </a:path>
              <a:path w="550545" h="567055">
                <a:moveTo>
                  <a:pt x="284988" y="377952"/>
                </a:moveTo>
                <a:lnTo>
                  <a:pt x="251460" y="377952"/>
                </a:lnTo>
                <a:lnTo>
                  <a:pt x="251460" y="289560"/>
                </a:lnTo>
                <a:lnTo>
                  <a:pt x="284988" y="289560"/>
                </a:lnTo>
                <a:lnTo>
                  <a:pt x="284988" y="377952"/>
                </a:lnTo>
                <a:close/>
              </a:path>
              <a:path w="550545" h="567055">
                <a:moveTo>
                  <a:pt x="83820" y="399288"/>
                </a:moveTo>
                <a:lnTo>
                  <a:pt x="62483" y="377952"/>
                </a:lnTo>
                <a:lnTo>
                  <a:pt x="416052" y="377952"/>
                </a:lnTo>
                <a:lnTo>
                  <a:pt x="416052" y="289560"/>
                </a:lnTo>
                <a:lnTo>
                  <a:pt x="448056" y="289560"/>
                </a:lnTo>
                <a:lnTo>
                  <a:pt x="448079" y="326683"/>
                </a:lnTo>
                <a:lnTo>
                  <a:pt x="448246" y="357949"/>
                </a:lnTo>
                <a:lnTo>
                  <a:pt x="448698" y="383214"/>
                </a:lnTo>
                <a:lnTo>
                  <a:pt x="449088" y="391668"/>
                </a:lnTo>
                <a:lnTo>
                  <a:pt x="141732" y="391668"/>
                </a:lnTo>
                <a:lnTo>
                  <a:pt x="126253" y="392215"/>
                </a:lnTo>
                <a:lnTo>
                  <a:pt x="111633" y="393763"/>
                </a:lnTo>
                <a:lnTo>
                  <a:pt x="97583" y="396168"/>
                </a:lnTo>
                <a:lnTo>
                  <a:pt x="83820" y="399288"/>
                </a:lnTo>
                <a:close/>
              </a:path>
              <a:path w="550545" h="567055">
                <a:moveTo>
                  <a:pt x="284060" y="509016"/>
                </a:moveTo>
                <a:lnTo>
                  <a:pt x="225552" y="509016"/>
                </a:lnTo>
                <a:lnTo>
                  <a:pt x="236672" y="506991"/>
                </a:lnTo>
                <a:lnTo>
                  <a:pt x="244792" y="500824"/>
                </a:lnTo>
                <a:lnTo>
                  <a:pt x="249769" y="490370"/>
                </a:lnTo>
                <a:lnTo>
                  <a:pt x="251460" y="475488"/>
                </a:lnTo>
                <a:lnTo>
                  <a:pt x="251460" y="391668"/>
                </a:lnTo>
                <a:lnTo>
                  <a:pt x="284988" y="391668"/>
                </a:lnTo>
                <a:lnTo>
                  <a:pt x="284988" y="504444"/>
                </a:lnTo>
                <a:lnTo>
                  <a:pt x="284060" y="509016"/>
                </a:lnTo>
                <a:close/>
              </a:path>
              <a:path w="550545" h="567055">
                <a:moveTo>
                  <a:pt x="416052" y="419100"/>
                </a:moveTo>
                <a:lnTo>
                  <a:pt x="416052" y="391668"/>
                </a:lnTo>
                <a:lnTo>
                  <a:pt x="449088" y="391668"/>
                </a:lnTo>
                <a:lnTo>
                  <a:pt x="449580" y="402336"/>
                </a:lnTo>
                <a:lnTo>
                  <a:pt x="416052" y="419100"/>
                </a:lnTo>
                <a:close/>
              </a:path>
              <a:path w="550545" h="567055">
                <a:moveTo>
                  <a:pt x="230124" y="566928"/>
                </a:moveTo>
                <a:lnTo>
                  <a:pt x="224742" y="550640"/>
                </a:lnTo>
                <a:lnTo>
                  <a:pt x="208788" y="536067"/>
                </a:lnTo>
                <a:lnTo>
                  <a:pt x="182546" y="523208"/>
                </a:lnTo>
                <a:lnTo>
                  <a:pt x="146304" y="512064"/>
                </a:lnTo>
                <a:lnTo>
                  <a:pt x="146304" y="499872"/>
                </a:lnTo>
                <a:lnTo>
                  <a:pt x="170902" y="503872"/>
                </a:lnTo>
                <a:lnTo>
                  <a:pt x="192214" y="506730"/>
                </a:lnTo>
                <a:lnTo>
                  <a:pt x="210383" y="508444"/>
                </a:lnTo>
                <a:lnTo>
                  <a:pt x="225552" y="509016"/>
                </a:lnTo>
                <a:lnTo>
                  <a:pt x="284060" y="509016"/>
                </a:lnTo>
                <a:lnTo>
                  <a:pt x="280701" y="525565"/>
                </a:lnTo>
                <a:lnTo>
                  <a:pt x="270129" y="543115"/>
                </a:lnTo>
                <a:lnTo>
                  <a:pt x="253269" y="556950"/>
                </a:lnTo>
                <a:lnTo>
                  <a:pt x="230124" y="566928"/>
                </a:lnTo>
                <a:close/>
              </a:path>
            </a:pathLst>
          </a:custGeom>
          <a:solidFill>
            <a:srgbClr val="3333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4561332" y="1275587"/>
            <a:ext cx="490855" cy="553720"/>
          </a:xfrm>
          <a:custGeom>
            <a:avLst/>
            <a:gdLst/>
            <a:ahLst/>
            <a:cxnLst/>
            <a:rect l="l" t="t" r="r" b="b"/>
            <a:pathLst>
              <a:path w="490854" h="553719">
                <a:moveTo>
                  <a:pt x="74676" y="124968"/>
                </a:moveTo>
                <a:lnTo>
                  <a:pt x="59436" y="124968"/>
                </a:lnTo>
                <a:lnTo>
                  <a:pt x="69699" y="86367"/>
                </a:lnTo>
                <a:lnTo>
                  <a:pt x="77533" y="52768"/>
                </a:lnTo>
                <a:lnTo>
                  <a:pt x="82796" y="24026"/>
                </a:lnTo>
                <a:lnTo>
                  <a:pt x="85344" y="0"/>
                </a:lnTo>
                <a:lnTo>
                  <a:pt x="138684" y="28956"/>
                </a:lnTo>
                <a:lnTo>
                  <a:pt x="125253" y="39243"/>
                </a:lnTo>
                <a:lnTo>
                  <a:pt x="110109" y="58674"/>
                </a:lnTo>
                <a:lnTo>
                  <a:pt x="93249" y="87249"/>
                </a:lnTo>
                <a:lnTo>
                  <a:pt x="74676" y="124968"/>
                </a:lnTo>
                <a:close/>
              </a:path>
              <a:path w="490854" h="553719">
                <a:moveTo>
                  <a:pt x="202692" y="263652"/>
                </a:moveTo>
                <a:lnTo>
                  <a:pt x="196596" y="259080"/>
                </a:lnTo>
                <a:lnTo>
                  <a:pt x="220027" y="221361"/>
                </a:lnTo>
                <a:lnTo>
                  <a:pt x="240030" y="185928"/>
                </a:lnTo>
                <a:lnTo>
                  <a:pt x="269747" y="121920"/>
                </a:lnTo>
                <a:lnTo>
                  <a:pt x="290893" y="62484"/>
                </a:lnTo>
                <a:lnTo>
                  <a:pt x="306323" y="3048"/>
                </a:lnTo>
                <a:lnTo>
                  <a:pt x="358140" y="33528"/>
                </a:lnTo>
                <a:lnTo>
                  <a:pt x="347567" y="44053"/>
                </a:lnTo>
                <a:lnTo>
                  <a:pt x="334137" y="64008"/>
                </a:lnTo>
                <a:lnTo>
                  <a:pt x="317849" y="93106"/>
                </a:lnTo>
                <a:lnTo>
                  <a:pt x="298704" y="131064"/>
                </a:lnTo>
                <a:lnTo>
                  <a:pt x="480060" y="131064"/>
                </a:lnTo>
                <a:lnTo>
                  <a:pt x="490728" y="141732"/>
                </a:lnTo>
                <a:lnTo>
                  <a:pt x="484909" y="146304"/>
                </a:lnTo>
                <a:lnTo>
                  <a:pt x="294132" y="146304"/>
                </a:lnTo>
                <a:lnTo>
                  <a:pt x="272129" y="179427"/>
                </a:lnTo>
                <a:lnTo>
                  <a:pt x="249555" y="210121"/>
                </a:lnTo>
                <a:lnTo>
                  <a:pt x="226409" y="238244"/>
                </a:lnTo>
                <a:lnTo>
                  <a:pt x="202692" y="263652"/>
                </a:lnTo>
                <a:close/>
              </a:path>
              <a:path w="490854" h="553719">
                <a:moveTo>
                  <a:pt x="202228" y="124968"/>
                </a:moveTo>
                <a:lnTo>
                  <a:pt x="152400" y="124968"/>
                </a:lnTo>
                <a:lnTo>
                  <a:pt x="176784" y="100584"/>
                </a:lnTo>
                <a:lnTo>
                  <a:pt x="202228" y="124968"/>
                </a:lnTo>
                <a:close/>
              </a:path>
              <a:path w="490854" h="553719">
                <a:moveTo>
                  <a:pt x="0" y="548640"/>
                </a:moveTo>
                <a:lnTo>
                  <a:pt x="826" y="495300"/>
                </a:lnTo>
                <a:lnTo>
                  <a:pt x="913" y="487680"/>
                </a:lnTo>
                <a:lnTo>
                  <a:pt x="1333" y="435483"/>
                </a:lnTo>
                <a:lnTo>
                  <a:pt x="1427" y="244736"/>
                </a:lnTo>
                <a:lnTo>
                  <a:pt x="1305" y="210121"/>
                </a:lnTo>
                <a:lnTo>
                  <a:pt x="881" y="158519"/>
                </a:lnTo>
                <a:lnTo>
                  <a:pt x="0" y="103632"/>
                </a:lnTo>
                <a:lnTo>
                  <a:pt x="35052" y="124968"/>
                </a:lnTo>
                <a:lnTo>
                  <a:pt x="202228" y="124968"/>
                </a:lnTo>
                <a:lnTo>
                  <a:pt x="213359" y="135636"/>
                </a:lnTo>
                <a:lnTo>
                  <a:pt x="208926" y="138684"/>
                </a:lnTo>
                <a:lnTo>
                  <a:pt x="33528" y="138684"/>
                </a:lnTo>
                <a:lnTo>
                  <a:pt x="33528" y="292608"/>
                </a:lnTo>
                <a:lnTo>
                  <a:pt x="189009" y="292608"/>
                </a:lnTo>
                <a:lnTo>
                  <a:pt x="189024" y="306324"/>
                </a:lnTo>
                <a:lnTo>
                  <a:pt x="33528" y="306324"/>
                </a:lnTo>
                <a:lnTo>
                  <a:pt x="33528" y="473964"/>
                </a:lnTo>
                <a:lnTo>
                  <a:pt x="189748" y="473964"/>
                </a:lnTo>
                <a:lnTo>
                  <a:pt x="189899" y="487680"/>
                </a:lnTo>
                <a:lnTo>
                  <a:pt x="33528" y="487680"/>
                </a:lnTo>
                <a:lnTo>
                  <a:pt x="33528" y="528828"/>
                </a:lnTo>
                <a:lnTo>
                  <a:pt x="0" y="548640"/>
                </a:lnTo>
                <a:close/>
              </a:path>
              <a:path w="490854" h="553719">
                <a:moveTo>
                  <a:pt x="480060" y="131064"/>
                </a:moveTo>
                <a:lnTo>
                  <a:pt x="428244" y="131064"/>
                </a:lnTo>
                <a:lnTo>
                  <a:pt x="454152" y="105156"/>
                </a:lnTo>
                <a:lnTo>
                  <a:pt x="480060" y="131064"/>
                </a:lnTo>
                <a:close/>
              </a:path>
              <a:path w="490854" h="553719">
                <a:moveTo>
                  <a:pt x="189009" y="292608"/>
                </a:moveTo>
                <a:lnTo>
                  <a:pt x="156972" y="292608"/>
                </a:lnTo>
                <a:lnTo>
                  <a:pt x="156972" y="138684"/>
                </a:lnTo>
                <a:lnTo>
                  <a:pt x="208926" y="138684"/>
                </a:lnTo>
                <a:lnTo>
                  <a:pt x="188976" y="152400"/>
                </a:lnTo>
                <a:lnTo>
                  <a:pt x="189009" y="292608"/>
                </a:lnTo>
                <a:close/>
              </a:path>
              <a:path w="490854" h="553719">
                <a:moveTo>
                  <a:pt x="449614" y="495300"/>
                </a:moveTo>
                <a:lnTo>
                  <a:pt x="390144" y="495300"/>
                </a:lnTo>
                <a:lnTo>
                  <a:pt x="401574" y="492728"/>
                </a:lnTo>
                <a:lnTo>
                  <a:pt x="410718" y="485013"/>
                </a:lnTo>
                <a:lnTo>
                  <a:pt x="423784" y="434735"/>
                </a:lnTo>
                <a:lnTo>
                  <a:pt x="427481" y="357378"/>
                </a:lnTo>
                <a:lnTo>
                  <a:pt x="429352" y="300227"/>
                </a:lnTo>
                <a:lnTo>
                  <a:pt x="431188" y="228728"/>
                </a:lnTo>
                <a:lnTo>
                  <a:pt x="432815" y="146304"/>
                </a:lnTo>
                <a:lnTo>
                  <a:pt x="484909" y="146304"/>
                </a:lnTo>
                <a:lnTo>
                  <a:pt x="469391" y="158496"/>
                </a:lnTo>
                <a:lnTo>
                  <a:pt x="467211" y="244736"/>
                </a:lnTo>
                <a:lnTo>
                  <a:pt x="465151" y="317754"/>
                </a:lnTo>
                <a:lnTo>
                  <a:pt x="463105" y="376999"/>
                </a:lnTo>
                <a:lnTo>
                  <a:pt x="460925" y="423107"/>
                </a:lnTo>
                <a:lnTo>
                  <a:pt x="455676" y="475488"/>
                </a:lnTo>
                <a:lnTo>
                  <a:pt x="450794" y="492347"/>
                </a:lnTo>
                <a:lnTo>
                  <a:pt x="449614" y="495300"/>
                </a:lnTo>
                <a:close/>
              </a:path>
              <a:path w="490854" h="553719">
                <a:moveTo>
                  <a:pt x="318516" y="370332"/>
                </a:moveTo>
                <a:lnTo>
                  <a:pt x="315468" y="370332"/>
                </a:lnTo>
                <a:lnTo>
                  <a:pt x="311181" y="368307"/>
                </a:lnTo>
                <a:lnTo>
                  <a:pt x="307467" y="362140"/>
                </a:lnTo>
                <a:lnTo>
                  <a:pt x="304323" y="351686"/>
                </a:lnTo>
                <a:lnTo>
                  <a:pt x="301752" y="336804"/>
                </a:lnTo>
                <a:lnTo>
                  <a:pt x="295489" y="313062"/>
                </a:lnTo>
                <a:lnTo>
                  <a:pt x="285940" y="289750"/>
                </a:lnTo>
                <a:lnTo>
                  <a:pt x="273248" y="266723"/>
                </a:lnTo>
                <a:lnTo>
                  <a:pt x="257556" y="243840"/>
                </a:lnTo>
                <a:lnTo>
                  <a:pt x="263652" y="236220"/>
                </a:lnTo>
                <a:lnTo>
                  <a:pt x="308419" y="273939"/>
                </a:lnTo>
                <a:lnTo>
                  <a:pt x="334065" y="309705"/>
                </a:lnTo>
                <a:lnTo>
                  <a:pt x="339852" y="330708"/>
                </a:lnTo>
                <a:lnTo>
                  <a:pt x="339256" y="338447"/>
                </a:lnTo>
                <a:lnTo>
                  <a:pt x="337375" y="345757"/>
                </a:lnTo>
                <a:lnTo>
                  <a:pt x="334065" y="352782"/>
                </a:lnTo>
                <a:lnTo>
                  <a:pt x="329184" y="359664"/>
                </a:lnTo>
                <a:lnTo>
                  <a:pt x="323088" y="367284"/>
                </a:lnTo>
                <a:lnTo>
                  <a:pt x="318516" y="370332"/>
                </a:lnTo>
                <a:close/>
              </a:path>
              <a:path w="490854" h="553719">
                <a:moveTo>
                  <a:pt x="189748" y="473964"/>
                </a:moveTo>
                <a:lnTo>
                  <a:pt x="156972" y="473964"/>
                </a:lnTo>
                <a:lnTo>
                  <a:pt x="156972" y="306324"/>
                </a:lnTo>
                <a:lnTo>
                  <a:pt x="189024" y="306324"/>
                </a:lnTo>
                <a:lnTo>
                  <a:pt x="189136" y="370332"/>
                </a:lnTo>
                <a:lnTo>
                  <a:pt x="189260" y="409836"/>
                </a:lnTo>
                <a:lnTo>
                  <a:pt x="189548" y="455922"/>
                </a:lnTo>
                <a:lnTo>
                  <a:pt x="189748" y="473964"/>
                </a:lnTo>
                <a:close/>
              </a:path>
              <a:path w="490854" h="553719">
                <a:moveTo>
                  <a:pt x="382524" y="553212"/>
                </a:moveTo>
                <a:lnTo>
                  <a:pt x="373356" y="534947"/>
                </a:lnTo>
                <a:lnTo>
                  <a:pt x="357187" y="519112"/>
                </a:lnTo>
                <a:lnTo>
                  <a:pt x="333875" y="505848"/>
                </a:lnTo>
                <a:lnTo>
                  <a:pt x="303276" y="495300"/>
                </a:lnTo>
                <a:lnTo>
                  <a:pt x="303276" y="483108"/>
                </a:lnTo>
                <a:lnTo>
                  <a:pt x="330993" y="488227"/>
                </a:lnTo>
                <a:lnTo>
                  <a:pt x="354711" y="492061"/>
                </a:lnTo>
                <a:lnTo>
                  <a:pt x="374427" y="494466"/>
                </a:lnTo>
                <a:lnTo>
                  <a:pt x="390144" y="495300"/>
                </a:lnTo>
                <a:lnTo>
                  <a:pt x="449614" y="495300"/>
                </a:lnTo>
                <a:lnTo>
                  <a:pt x="445198" y="506349"/>
                </a:lnTo>
                <a:lnTo>
                  <a:pt x="411480" y="540067"/>
                </a:lnTo>
                <a:lnTo>
                  <a:pt x="398287" y="546568"/>
                </a:lnTo>
                <a:lnTo>
                  <a:pt x="382524" y="553212"/>
                </a:lnTo>
                <a:close/>
              </a:path>
              <a:path w="490854" h="553719">
                <a:moveTo>
                  <a:pt x="156972" y="537971"/>
                </a:moveTo>
                <a:lnTo>
                  <a:pt x="156972" y="487680"/>
                </a:lnTo>
                <a:lnTo>
                  <a:pt x="189899" y="487680"/>
                </a:lnTo>
                <a:lnTo>
                  <a:pt x="190021" y="495300"/>
                </a:lnTo>
                <a:lnTo>
                  <a:pt x="190500" y="519684"/>
                </a:lnTo>
                <a:lnTo>
                  <a:pt x="156972" y="537971"/>
                </a:lnTo>
                <a:close/>
              </a:path>
            </a:pathLst>
          </a:custGeom>
          <a:solidFill>
            <a:srgbClr val="3333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5125211" y="1283208"/>
            <a:ext cx="558165" cy="554990"/>
          </a:xfrm>
          <a:custGeom>
            <a:avLst/>
            <a:gdLst/>
            <a:ahLst/>
            <a:cxnLst/>
            <a:rect l="l" t="t" r="r" b="b"/>
            <a:pathLst>
              <a:path w="558164" h="554989">
                <a:moveTo>
                  <a:pt x="7620" y="307847"/>
                </a:moveTo>
                <a:lnTo>
                  <a:pt x="0" y="301751"/>
                </a:lnTo>
                <a:lnTo>
                  <a:pt x="29146" y="251221"/>
                </a:lnTo>
                <a:lnTo>
                  <a:pt x="54864" y="202691"/>
                </a:lnTo>
                <a:lnTo>
                  <a:pt x="77152" y="156448"/>
                </a:lnTo>
                <a:lnTo>
                  <a:pt x="96012" y="112775"/>
                </a:lnTo>
                <a:lnTo>
                  <a:pt x="111180" y="73080"/>
                </a:lnTo>
                <a:lnTo>
                  <a:pt x="130087" y="16549"/>
                </a:lnTo>
                <a:lnTo>
                  <a:pt x="134112" y="0"/>
                </a:lnTo>
                <a:lnTo>
                  <a:pt x="187452" y="35052"/>
                </a:lnTo>
                <a:lnTo>
                  <a:pt x="155733" y="63341"/>
                </a:lnTo>
                <a:lnTo>
                  <a:pt x="136874" y="101369"/>
                </a:lnTo>
                <a:lnTo>
                  <a:pt x="126873" y="122110"/>
                </a:lnTo>
                <a:lnTo>
                  <a:pt x="116238" y="143255"/>
                </a:lnTo>
                <a:lnTo>
                  <a:pt x="105156" y="164591"/>
                </a:lnTo>
                <a:lnTo>
                  <a:pt x="137160" y="184403"/>
                </a:lnTo>
                <a:lnTo>
                  <a:pt x="120396" y="195071"/>
                </a:lnTo>
                <a:lnTo>
                  <a:pt x="120396" y="198119"/>
                </a:lnTo>
                <a:lnTo>
                  <a:pt x="88392" y="198119"/>
                </a:lnTo>
                <a:lnTo>
                  <a:pt x="70413" y="225551"/>
                </a:lnTo>
                <a:lnTo>
                  <a:pt x="50863" y="252983"/>
                </a:lnTo>
                <a:lnTo>
                  <a:pt x="29884" y="280415"/>
                </a:lnTo>
                <a:lnTo>
                  <a:pt x="7620" y="307847"/>
                </a:lnTo>
                <a:close/>
              </a:path>
              <a:path w="558164" h="554989">
                <a:moveTo>
                  <a:pt x="193548" y="71627"/>
                </a:moveTo>
                <a:lnTo>
                  <a:pt x="172212" y="50291"/>
                </a:lnTo>
                <a:lnTo>
                  <a:pt x="481584" y="50291"/>
                </a:lnTo>
                <a:lnTo>
                  <a:pt x="510540" y="18288"/>
                </a:lnTo>
                <a:lnTo>
                  <a:pt x="553212" y="64007"/>
                </a:lnTo>
                <a:lnTo>
                  <a:pt x="254508" y="64007"/>
                </a:lnTo>
                <a:lnTo>
                  <a:pt x="237910" y="64555"/>
                </a:lnTo>
                <a:lnTo>
                  <a:pt x="222313" y="66103"/>
                </a:lnTo>
                <a:lnTo>
                  <a:pt x="207573" y="68508"/>
                </a:lnTo>
                <a:lnTo>
                  <a:pt x="193548" y="71627"/>
                </a:lnTo>
                <a:close/>
              </a:path>
              <a:path w="558164" h="554989">
                <a:moveTo>
                  <a:pt x="368808" y="128015"/>
                </a:moveTo>
                <a:lnTo>
                  <a:pt x="336804" y="128015"/>
                </a:lnTo>
                <a:lnTo>
                  <a:pt x="336804" y="64007"/>
                </a:lnTo>
                <a:lnTo>
                  <a:pt x="368808" y="64007"/>
                </a:lnTo>
                <a:lnTo>
                  <a:pt x="368808" y="128015"/>
                </a:lnTo>
                <a:close/>
              </a:path>
              <a:path w="558164" h="554989">
                <a:moveTo>
                  <a:pt x="512064" y="128015"/>
                </a:moveTo>
                <a:lnTo>
                  <a:pt x="466344" y="128015"/>
                </a:lnTo>
                <a:lnTo>
                  <a:pt x="487680" y="106679"/>
                </a:lnTo>
                <a:lnTo>
                  <a:pt x="512064" y="128015"/>
                </a:lnTo>
                <a:close/>
              </a:path>
              <a:path w="558164" h="554989">
                <a:moveTo>
                  <a:pt x="205740" y="356616"/>
                </a:moveTo>
                <a:lnTo>
                  <a:pt x="207835" y="304228"/>
                </a:lnTo>
                <a:lnTo>
                  <a:pt x="208657" y="252983"/>
                </a:lnTo>
                <a:lnTo>
                  <a:pt x="208682" y="219575"/>
                </a:lnTo>
                <a:lnTo>
                  <a:pt x="208565" y="202691"/>
                </a:lnTo>
                <a:lnTo>
                  <a:pt x="208485" y="195071"/>
                </a:lnTo>
                <a:lnTo>
                  <a:pt x="207835" y="164020"/>
                </a:lnTo>
                <a:lnTo>
                  <a:pt x="206859" y="135897"/>
                </a:lnTo>
                <a:lnTo>
                  <a:pt x="205740" y="112775"/>
                </a:lnTo>
                <a:lnTo>
                  <a:pt x="242316" y="128015"/>
                </a:lnTo>
                <a:lnTo>
                  <a:pt x="512064" y="128015"/>
                </a:lnTo>
                <a:lnTo>
                  <a:pt x="524256" y="138683"/>
                </a:lnTo>
                <a:lnTo>
                  <a:pt x="516128" y="143255"/>
                </a:lnTo>
                <a:lnTo>
                  <a:pt x="239268" y="143255"/>
                </a:lnTo>
                <a:lnTo>
                  <a:pt x="239268" y="219455"/>
                </a:lnTo>
                <a:lnTo>
                  <a:pt x="500133" y="219455"/>
                </a:lnTo>
                <a:lnTo>
                  <a:pt x="500330" y="234695"/>
                </a:lnTo>
                <a:lnTo>
                  <a:pt x="239268" y="234695"/>
                </a:lnTo>
                <a:lnTo>
                  <a:pt x="239268" y="312419"/>
                </a:lnTo>
                <a:lnTo>
                  <a:pt x="501835" y="312419"/>
                </a:lnTo>
                <a:lnTo>
                  <a:pt x="502513" y="327660"/>
                </a:lnTo>
                <a:lnTo>
                  <a:pt x="239268" y="327660"/>
                </a:lnTo>
                <a:lnTo>
                  <a:pt x="239268" y="345948"/>
                </a:lnTo>
                <a:lnTo>
                  <a:pt x="205740" y="356616"/>
                </a:lnTo>
                <a:close/>
              </a:path>
              <a:path w="558164" h="554989">
                <a:moveTo>
                  <a:pt x="368808" y="219455"/>
                </a:moveTo>
                <a:lnTo>
                  <a:pt x="336804" y="219455"/>
                </a:lnTo>
                <a:lnTo>
                  <a:pt x="336804" y="143255"/>
                </a:lnTo>
                <a:lnTo>
                  <a:pt x="368808" y="143255"/>
                </a:lnTo>
                <a:lnTo>
                  <a:pt x="368808" y="219455"/>
                </a:lnTo>
                <a:close/>
              </a:path>
              <a:path w="558164" h="554989">
                <a:moveTo>
                  <a:pt x="500133" y="219455"/>
                </a:moveTo>
                <a:lnTo>
                  <a:pt x="469392" y="219455"/>
                </a:lnTo>
                <a:lnTo>
                  <a:pt x="469392" y="143255"/>
                </a:lnTo>
                <a:lnTo>
                  <a:pt x="516128" y="143255"/>
                </a:lnTo>
                <a:lnTo>
                  <a:pt x="499872" y="152399"/>
                </a:lnTo>
                <a:lnTo>
                  <a:pt x="500133" y="219455"/>
                </a:lnTo>
                <a:close/>
              </a:path>
              <a:path w="558164" h="554989">
                <a:moveTo>
                  <a:pt x="86868" y="554735"/>
                </a:moveTo>
                <a:lnTo>
                  <a:pt x="88201" y="490156"/>
                </a:lnTo>
                <a:lnTo>
                  <a:pt x="88392" y="198119"/>
                </a:lnTo>
                <a:lnTo>
                  <a:pt x="120396" y="198119"/>
                </a:lnTo>
                <a:lnTo>
                  <a:pt x="120514" y="486537"/>
                </a:lnTo>
                <a:lnTo>
                  <a:pt x="120626" y="497347"/>
                </a:lnTo>
                <a:lnTo>
                  <a:pt x="121038" y="516516"/>
                </a:lnTo>
                <a:lnTo>
                  <a:pt x="121920" y="537972"/>
                </a:lnTo>
                <a:lnTo>
                  <a:pt x="86868" y="554735"/>
                </a:lnTo>
                <a:close/>
              </a:path>
              <a:path w="558164" h="554989">
                <a:moveTo>
                  <a:pt x="368808" y="312419"/>
                </a:moveTo>
                <a:lnTo>
                  <a:pt x="336804" y="312419"/>
                </a:lnTo>
                <a:lnTo>
                  <a:pt x="336804" y="234695"/>
                </a:lnTo>
                <a:lnTo>
                  <a:pt x="368808" y="234695"/>
                </a:lnTo>
                <a:lnTo>
                  <a:pt x="368808" y="312419"/>
                </a:lnTo>
                <a:close/>
              </a:path>
              <a:path w="558164" h="554989">
                <a:moveTo>
                  <a:pt x="501835" y="312419"/>
                </a:moveTo>
                <a:lnTo>
                  <a:pt x="469392" y="312419"/>
                </a:lnTo>
                <a:lnTo>
                  <a:pt x="469392" y="234695"/>
                </a:lnTo>
                <a:lnTo>
                  <a:pt x="500330" y="234695"/>
                </a:lnTo>
                <a:lnTo>
                  <a:pt x="500824" y="272605"/>
                </a:lnTo>
                <a:lnTo>
                  <a:pt x="501800" y="311634"/>
                </a:lnTo>
                <a:lnTo>
                  <a:pt x="501835" y="312419"/>
                </a:lnTo>
                <a:close/>
              </a:path>
              <a:path w="558164" h="554989">
                <a:moveTo>
                  <a:pt x="344445" y="441960"/>
                </a:moveTo>
                <a:lnTo>
                  <a:pt x="310896" y="441960"/>
                </a:lnTo>
                <a:lnTo>
                  <a:pt x="321802" y="416814"/>
                </a:lnTo>
                <a:lnTo>
                  <a:pt x="329565" y="389382"/>
                </a:lnTo>
                <a:lnTo>
                  <a:pt x="334470" y="359664"/>
                </a:lnTo>
                <a:lnTo>
                  <a:pt x="336804" y="327660"/>
                </a:lnTo>
                <a:lnTo>
                  <a:pt x="368808" y="327660"/>
                </a:lnTo>
                <a:lnTo>
                  <a:pt x="365950" y="364212"/>
                </a:lnTo>
                <a:lnTo>
                  <a:pt x="359664" y="398335"/>
                </a:lnTo>
                <a:lnTo>
                  <a:pt x="349948" y="429887"/>
                </a:lnTo>
                <a:lnTo>
                  <a:pt x="344445" y="441960"/>
                </a:lnTo>
                <a:close/>
              </a:path>
              <a:path w="558164" h="554989">
                <a:moveTo>
                  <a:pt x="469392" y="352044"/>
                </a:moveTo>
                <a:lnTo>
                  <a:pt x="469392" y="327660"/>
                </a:lnTo>
                <a:lnTo>
                  <a:pt x="502513" y="327660"/>
                </a:lnTo>
                <a:lnTo>
                  <a:pt x="502920" y="336804"/>
                </a:lnTo>
                <a:lnTo>
                  <a:pt x="469392" y="352044"/>
                </a:lnTo>
                <a:close/>
              </a:path>
              <a:path w="558164" h="554989">
                <a:moveTo>
                  <a:pt x="134112" y="554735"/>
                </a:moveTo>
                <a:lnTo>
                  <a:pt x="134112" y="545591"/>
                </a:lnTo>
                <a:lnTo>
                  <a:pt x="164687" y="538376"/>
                </a:lnTo>
                <a:lnTo>
                  <a:pt x="192405" y="530161"/>
                </a:lnTo>
                <a:lnTo>
                  <a:pt x="239268" y="509015"/>
                </a:lnTo>
                <a:lnTo>
                  <a:pt x="274701" y="485394"/>
                </a:lnTo>
                <a:lnTo>
                  <a:pt x="298704" y="461772"/>
                </a:lnTo>
                <a:lnTo>
                  <a:pt x="284130" y="445484"/>
                </a:lnTo>
                <a:lnTo>
                  <a:pt x="267843" y="424052"/>
                </a:lnTo>
                <a:lnTo>
                  <a:pt x="249840" y="397478"/>
                </a:lnTo>
                <a:lnTo>
                  <a:pt x="230124" y="365760"/>
                </a:lnTo>
                <a:lnTo>
                  <a:pt x="237744" y="358140"/>
                </a:lnTo>
                <a:lnTo>
                  <a:pt x="256889" y="384952"/>
                </a:lnTo>
                <a:lnTo>
                  <a:pt x="275463" y="408050"/>
                </a:lnTo>
                <a:lnTo>
                  <a:pt x="293465" y="427148"/>
                </a:lnTo>
                <a:lnTo>
                  <a:pt x="310896" y="441960"/>
                </a:lnTo>
                <a:lnTo>
                  <a:pt x="344445" y="441960"/>
                </a:lnTo>
                <a:lnTo>
                  <a:pt x="336804" y="458724"/>
                </a:lnTo>
                <a:lnTo>
                  <a:pt x="363616" y="474202"/>
                </a:lnTo>
                <a:lnTo>
                  <a:pt x="376757" y="480060"/>
                </a:lnTo>
                <a:lnTo>
                  <a:pt x="320040" y="480060"/>
                </a:lnTo>
                <a:lnTo>
                  <a:pt x="287083" y="507301"/>
                </a:lnTo>
                <a:lnTo>
                  <a:pt x="243840" y="528827"/>
                </a:lnTo>
                <a:lnTo>
                  <a:pt x="192405" y="545782"/>
                </a:lnTo>
                <a:lnTo>
                  <a:pt x="164115" y="551330"/>
                </a:lnTo>
                <a:lnTo>
                  <a:pt x="134112" y="554735"/>
                </a:lnTo>
                <a:close/>
              </a:path>
              <a:path w="558164" h="554989">
                <a:moveTo>
                  <a:pt x="519684" y="551687"/>
                </a:moveTo>
                <a:lnTo>
                  <a:pt x="467106" y="543687"/>
                </a:lnTo>
                <a:lnTo>
                  <a:pt x="414528" y="528827"/>
                </a:lnTo>
                <a:lnTo>
                  <a:pt x="364426" y="508444"/>
                </a:lnTo>
                <a:lnTo>
                  <a:pt x="320040" y="480060"/>
                </a:lnTo>
                <a:lnTo>
                  <a:pt x="376757" y="480060"/>
                </a:lnTo>
                <a:lnTo>
                  <a:pt x="391287" y="486537"/>
                </a:lnTo>
                <a:lnTo>
                  <a:pt x="419528" y="496014"/>
                </a:lnTo>
                <a:lnTo>
                  <a:pt x="448056" y="502920"/>
                </a:lnTo>
                <a:lnTo>
                  <a:pt x="477202" y="507515"/>
                </a:lnTo>
                <a:lnTo>
                  <a:pt x="505206" y="509968"/>
                </a:lnTo>
                <a:lnTo>
                  <a:pt x="532066" y="510420"/>
                </a:lnTo>
                <a:lnTo>
                  <a:pt x="557784" y="510420"/>
                </a:lnTo>
                <a:lnTo>
                  <a:pt x="557784" y="518160"/>
                </a:lnTo>
                <a:lnTo>
                  <a:pt x="544329" y="523613"/>
                </a:lnTo>
                <a:lnTo>
                  <a:pt x="533590" y="530923"/>
                </a:lnTo>
                <a:lnTo>
                  <a:pt x="525422" y="540234"/>
                </a:lnTo>
                <a:lnTo>
                  <a:pt x="519684" y="551687"/>
                </a:lnTo>
                <a:close/>
              </a:path>
              <a:path w="558164" h="554989">
                <a:moveTo>
                  <a:pt x="557784" y="510420"/>
                </a:moveTo>
                <a:lnTo>
                  <a:pt x="532066" y="510420"/>
                </a:lnTo>
                <a:lnTo>
                  <a:pt x="557784" y="509015"/>
                </a:lnTo>
                <a:lnTo>
                  <a:pt x="557784" y="510420"/>
                </a:lnTo>
                <a:close/>
              </a:path>
            </a:pathLst>
          </a:custGeom>
          <a:solidFill>
            <a:srgbClr val="3333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5737859" y="1272540"/>
            <a:ext cx="541020" cy="558165"/>
          </a:xfrm>
          <a:custGeom>
            <a:avLst/>
            <a:gdLst/>
            <a:ahLst/>
            <a:cxnLst/>
            <a:rect l="l" t="t" r="r" b="b"/>
            <a:pathLst>
              <a:path w="541020" h="558164">
                <a:moveTo>
                  <a:pt x="30480" y="79247"/>
                </a:moveTo>
                <a:lnTo>
                  <a:pt x="30480" y="70104"/>
                </a:lnTo>
                <a:lnTo>
                  <a:pt x="74247" y="63865"/>
                </a:lnTo>
                <a:lnTo>
                  <a:pt x="114300" y="56769"/>
                </a:lnTo>
                <a:lnTo>
                  <a:pt x="184404" y="41147"/>
                </a:lnTo>
                <a:lnTo>
                  <a:pt x="236791" y="23241"/>
                </a:lnTo>
                <a:lnTo>
                  <a:pt x="269748" y="3047"/>
                </a:lnTo>
                <a:lnTo>
                  <a:pt x="312420" y="48768"/>
                </a:lnTo>
                <a:lnTo>
                  <a:pt x="295894" y="49625"/>
                </a:lnTo>
                <a:lnTo>
                  <a:pt x="271653" y="52197"/>
                </a:lnTo>
                <a:lnTo>
                  <a:pt x="239982" y="56483"/>
                </a:lnTo>
                <a:lnTo>
                  <a:pt x="201168" y="62484"/>
                </a:lnTo>
                <a:lnTo>
                  <a:pt x="201168" y="67056"/>
                </a:lnTo>
                <a:lnTo>
                  <a:pt x="167640" y="67056"/>
                </a:lnTo>
                <a:lnTo>
                  <a:pt x="133564" y="71104"/>
                </a:lnTo>
                <a:lnTo>
                  <a:pt x="99631" y="74295"/>
                </a:lnTo>
                <a:lnTo>
                  <a:pt x="30480" y="79247"/>
                </a:lnTo>
                <a:close/>
              </a:path>
              <a:path w="541020" h="558164">
                <a:moveTo>
                  <a:pt x="201168" y="184404"/>
                </a:moveTo>
                <a:lnTo>
                  <a:pt x="167640" y="184404"/>
                </a:lnTo>
                <a:lnTo>
                  <a:pt x="167640" y="67056"/>
                </a:lnTo>
                <a:lnTo>
                  <a:pt x="201168" y="67056"/>
                </a:lnTo>
                <a:lnTo>
                  <a:pt x="201168" y="184404"/>
                </a:lnTo>
                <a:close/>
              </a:path>
              <a:path w="541020" h="558164">
                <a:moveTo>
                  <a:pt x="21336" y="205740"/>
                </a:moveTo>
                <a:lnTo>
                  <a:pt x="0" y="184404"/>
                </a:lnTo>
                <a:lnTo>
                  <a:pt x="265176" y="184404"/>
                </a:lnTo>
                <a:lnTo>
                  <a:pt x="295656" y="153923"/>
                </a:lnTo>
                <a:lnTo>
                  <a:pt x="341376" y="199644"/>
                </a:lnTo>
                <a:lnTo>
                  <a:pt x="79248" y="199644"/>
                </a:lnTo>
                <a:lnTo>
                  <a:pt x="63769" y="199953"/>
                </a:lnTo>
                <a:lnTo>
                  <a:pt x="49149" y="200977"/>
                </a:lnTo>
                <a:lnTo>
                  <a:pt x="35099" y="202858"/>
                </a:lnTo>
                <a:lnTo>
                  <a:pt x="21336" y="205740"/>
                </a:lnTo>
                <a:close/>
              </a:path>
              <a:path w="541020" h="558164">
                <a:moveTo>
                  <a:pt x="7620" y="455676"/>
                </a:moveTo>
                <a:lnTo>
                  <a:pt x="0" y="448056"/>
                </a:lnTo>
                <a:lnTo>
                  <a:pt x="38862" y="406160"/>
                </a:lnTo>
                <a:lnTo>
                  <a:pt x="73152" y="364348"/>
                </a:lnTo>
                <a:lnTo>
                  <a:pt x="102870" y="322707"/>
                </a:lnTo>
                <a:lnTo>
                  <a:pt x="128016" y="281319"/>
                </a:lnTo>
                <a:lnTo>
                  <a:pt x="148590" y="240269"/>
                </a:lnTo>
                <a:lnTo>
                  <a:pt x="164592" y="199644"/>
                </a:lnTo>
                <a:lnTo>
                  <a:pt x="201168" y="199644"/>
                </a:lnTo>
                <a:lnTo>
                  <a:pt x="201168" y="256032"/>
                </a:lnTo>
                <a:lnTo>
                  <a:pt x="230333" y="268224"/>
                </a:lnTo>
                <a:lnTo>
                  <a:pt x="201168" y="268224"/>
                </a:lnTo>
                <a:lnTo>
                  <a:pt x="201168" y="280416"/>
                </a:lnTo>
                <a:lnTo>
                  <a:pt x="167640" y="280416"/>
                </a:lnTo>
                <a:lnTo>
                  <a:pt x="138562" y="321759"/>
                </a:lnTo>
                <a:lnTo>
                  <a:pt x="108021" y="359883"/>
                </a:lnTo>
                <a:lnTo>
                  <a:pt x="76017" y="394862"/>
                </a:lnTo>
                <a:lnTo>
                  <a:pt x="42550" y="426768"/>
                </a:lnTo>
                <a:lnTo>
                  <a:pt x="7620" y="455676"/>
                </a:lnTo>
                <a:close/>
              </a:path>
              <a:path w="541020" h="558164">
                <a:moveTo>
                  <a:pt x="300228" y="368808"/>
                </a:moveTo>
                <a:lnTo>
                  <a:pt x="298704" y="368808"/>
                </a:lnTo>
                <a:lnTo>
                  <a:pt x="294727" y="367379"/>
                </a:lnTo>
                <a:lnTo>
                  <a:pt x="289750" y="363093"/>
                </a:lnTo>
                <a:lnTo>
                  <a:pt x="283916" y="355949"/>
                </a:lnTo>
                <a:lnTo>
                  <a:pt x="277368" y="345948"/>
                </a:lnTo>
                <a:lnTo>
                  <a:pt x="264818" y="328231"/>
                </a:lnTo>
                <a:lnTo>
                  <a:pt x="247840" y="309372"/>
                </a:lnTo>
                <a:lnTo>
                  <a:pt x="226575" y="289369"/>
                </a:lnTo>
                <a:lnTo>
                  <a:pt x="201168" y="268224"/>
                </a:lnTo>
                <a:lnTo>
                  <a:pt x="230333" y="268224"/>
                </a:lnTo>
                <a:lnTo>
                  <a:pt x="279082" y="290512"/>
                </a:lnTo>
                <a:lnTo>
                  <a:pt x="309848" y="320111"/>
                </a:lnTo>
                <a:lnTo>
                  <a:pt x="312420" y="338328"/>
                </a:lnTo>
                <a:lnTo>
                  <a:pt x="312420" y="345948"/>
                </a:lnTo>
                <a:lnTo>
                  <a:pt x="310896" y="353568"/>
                </a:lnTo>
                <a:lnTo>
                  <a:pt x="307848" y="359664"/>
                </a:lnTo>
                <a:lnTo>
                  <a:pt x="303276" y="365760"/>
                </a:lnTo>
                <a:lnTo>
                  <a:pt x="300228" y="368808"/>
                </a:lnTo>
                <a:close/>
              </a:path>
              <a:path w="541020" h="558164">
                <a:moveTo>
                  <a:pt x="164592" y="557784"/>
                </a:moveTo>
                <a:lnTo>
                  <a:pt x="165711" y="516659"/>
                </a:lnTo>
                <a:lnTo>
                  <a:pt x="166687" y="482536"/>
                </a:lnTo>
                <a:lnTo>
                  <a:pt x="167375" y="455676"/>
                </a:lnTo>
                <a:lnTo>
                  <a:pt x="167640" y="435864"/>
                </a:lnTo>
                <a:lnTo>
                  <a:pt x="167640" y="280416"/>
                </a:lnTo>
                <a:lnTo>
                  <a:pt x="201168" y="280416"/>
                </a:lnTo>
                <a:lnTo>
                  <a:pt x="201191" y="484870"/>
                </a:lnTo>
                <a:lnTo>
                  <a:pt x="201358" y="505968"/>
                </a:lnTo>
                <a:lnTo>
                  <a:pt x="201810" y="524779"/>
                </a:lnTo>
                <a:lnTo>
                  <a:pt x="202692" y="541020"/>
                </a:lnTo>
                <a:lnTo>
                  <a:pt x="164592" y="557784"/>
                </a:lnTo>
                <a:close/>
              </a:path>
              <a:path w="541020" h="558164">
                <a:moveTo>
                  <a:pt x="520561" y="495300"/>
                </a:moveTo>
                <a:lnTo>
                  <a:pt x="463296" y="495300"/>
                </a:lnTo>
                <a:lnTo>
                  <a:pt x="474178" y="493275"/>
                </a:lnTo>
                <a:lnTo>
                  <a:pt x="481774" y="487108"/>
                </a:lnTo>
                <a:lnTo>
                  <a:pt x="486227" y="476654"/>
                </a:lnTo>
                <a:lnTo>
                  <a:pt x="487680" y="461772"/>
                </a:lnTo>
                <a:lnTo>
                  <a:pt x="487656" y="74795"/>
                </a:lnTo>
                <a:lnTo>
                  <a:pt x="487489" y="50101"/>
                </a:lnTo>
                <a:lnTo>
                  <a:pt x="487011" y="24384"/>
                </a:lnTo>
                <a:lnTo>
                  <a:pt x="486156" y="0"/>
                </a:lnTo>
                <a:lnTo>
                  <a:pt x="541020" y="24384"/>
                </a:lnTo>
                <a:lnTo>
                  <a:pt x="521208" y="41147"/>
                </a:lnTo>
                <a:lnTo>
                  <a:pt x="521140" y="487108"/>
                </a:lnTo>
                <a:lnTo>
                  <a:pt x="520561" y="495300"/>
                </a:lnTo>
                <a:close/>
              </a:path>
              <a:path w="541020" h="558164">
                <a:moveTo>
                  <a:pt x="362712" y="417576"/>
                </a:moveTo>
                <a:lnTo>
                  <a:pt x="363831" y="373546"/>
                </a:lnTo>
                <a:lnTo>
                  <a:pt x="364807" y="328231"/>
                </a:lnTo>
                <a:lnTo>
                  <a:pt x="365498" y="281487"/>
                </a:lnTo>
                <a:lnTo>
                  <a:pt x="365760" y="233171"/>
                </a:lnTo>
                <a:lnTo>
                  <a:pt x="365712" y="186618"/>
                </a:lnTo>
                <a:lnTo>
                  <a:pt x="365379" y="145351"/>
                </a:lnTo>
                <a:lnTo>
                  <a:pt x="364474" y="109513"/>
                </a:lnTo>
                <a:lnTo>
                  <a:pt x="362712" y="79247"/>
                </a:lnTo>
                <a:lnTo>
                  <a:pt x="416052" y="108204"/>
                </a:lnTo>
                <a:lnTo>
                  <a:pt x="396240" y="124968"/>
                </a:lnTo>
                <a:lnTo>
                  <a:pt x="396306" y="328231"/>
                </a:lnTo>
                <a:lnTo>
                  <a:pt x="396501" y="343376"/>
                </a:lnTo>
                <a:lnTo>
                  <a:pt x="397192" y="363093"/>
                </a:lnTo>
                <a:lnTo>
                  <a:pt x="398168" y="382238"/>
                </a:lnTo>
                <a:lnTo>
                  <a:pt x="399288" y="400812"/>
                </a:lnTo>
                <a:lnTo>
                  <a:pt x="362712" y="417576"/>
                </a:lnTo>
                <a:close/>
              </a:path>
              <a:path w="541020" h="558164">
                <a:moveTo>
                  <a:pt x="466344" y="557784"/>
                </a:moveTo>
                <a:lnTo>
                  <a:pt x="460605" y="537781"/>
                </a:lnTo>
                <a:lnTo>
                  <a:pt x="443293" y="521208"/>
                </a:lnTo>
                <a:lnTo>
                  <a:pt x="414266" y="508063"/>
                </a:lnTo>
                <a:lnTo>
                  <a:pt x="373380" y="498348"/>
                </a:lnTo>
                <a:lnTo>
                  <a:pt x="373380" y="489204"/>
                </a:lnTo>
                <a:lnTo>
                  <a:pt x="448175" y="494133"/>
                </a:lnTo>
                <a:lnTo>
                  <a:pt x="463296" y="495300"/>
                </a:lnTo>
                <a:lnTo>
                  <a:pt x="520561" y="495300"/>
                </a:lnTo>
                <a:lnTo>
                  <a:pt x="519493" y="510420"/>
                </a:lnTo>
                <a:lnTo>
                  <a:pt x="509778" y="530542"/>
                </a:lnTo>
                <a:lnTo>
                  <a:pt x="492061" y="546377"/>
                </a:lnTo>
                <a:lnTo>
                  <a:pt x="466344" y="557784"/>
                </a:lnTo>
                <a:close/>
              </a:path>
            </a:pathLst>
          </a:custGeom>
          <a:solidFill>
            <a:srgbClr val="3333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6347459" y="1271016"/>
            <a:ext cx="554990" cy="554990"/>
          </a:xfrm>
          <a:custGeom>
            <a:avLst/>
            <a:gdLst/>
            <a:ahLst/>
            <a:cxnLst/>
            <a:rect l="l" t="t" r="r" b="b"/>
            <a:pathLst>
              <a:path w="554990" h="554989">
                <a:moveTo>
                  <a:pt x="323088" y="88392"/>
                </a:moveTo>
                <a:lnTo>
                  <a:pt x="298704" y="88392"/>
                </a:lnTo>
                <a:lnTo>
                  <a:pt x="296441" y="69556"/>
                </a:lnTo>
                <a:lnTo>
                  <a:pt x="289750" y="49720"/>
                </a:lnTo>
                <a:lnTo>
                  <a:pt x="278772" y="29027"/>
                </a:lnTo>
                <a:lnTo>
                  <a:pt x="263652" y="7620"/>
                </a:lnTo>
                <a:lnTo>
                  <a:pt x="268224" y="0"/>
                </a:lnTo>
                <a:lnTo>
                  <a:pt x="312610" y="22669"/>
                </a:lnTo>
                <a:lnTo>
                  <a:pt x="336804" y="53340"/>
                </a:lnTo>
                <a:lnTo>
                  <a:pt x="336804" y="57912"/>
                </a:lnTo>
                <a:lnTo>
                  <a:pt x="335946" y="65031"/>
                </a:lnTo>
                <a:lnTo>
                  <a:pt x="333375" y="72580"/>
                </a:lnTo>
                <a:lnTo>
                  <a:pt x="329088" y="80414"/>
                </a:lnTo>
                <a:lnTo>
                  <a:pt x="323088" y="88392"/>
                </a:lnTo>
                <a:close/>
              </a:path>
              <a:path w="554990" h="554989">
                <a:moveTo>
                  <a:pt x="541020" y="88392"/>
                </a:moveTo>
                <a:lnTo>
                  <a:pt x="463296" y="88392"/>
                </a:lnTo>
                <a:lnTo>
                  <a:pt x="502920" y="50292"/>
                </a:lnTo>
                <a:lnTo>
                  <a:pt x="541020" y="88392"/>
                </a:lnTo>
                <a:close/>
              </a:path>
              <a:path w="554990" h="554989">
                <a:moveTo>
                  <a:pt x="7620" y="554736"/>
                </a:moveTo>
                <a:lnTo>
                  <a:pt x="0" y="547116"/>
                </a:lnTo>
                <a:lnTo>
                  <a:pt x="22002" y="515373"/>
                </a:lnTo>
                <a:lnTo>
                  <a:pt x="40005" y="481774"/>
                </a:lnTo>
                <a:lnTo>
                  <a:pt x="54006" y="446174"/>
                </a:lnTo>
                <a:lnTo>
                  <a:pt x="64008" y="408432"/>
                </a:lnTo>
                <a:lnTo>
                  <a:pt x="71770" y="368427"/>
                </a:lnTo>
                <a:lnTo>
                  <a:pt x="76962" y="323850"/>
                </a:lnTo>
                <a:lnTo>
                  <a:pt x="79867" y="274701"/>
                </a:lnTo>
                <a:lnTo>
                  <a:pt x="80702" y="225100"/>
                </a:lnTo>
                <a:lnTo>
                  <a:pt x="80695" y="155448"/>
                </a:lnTo>
                <a:lnTo>
                  <a:pt x="80581" y="125920"/>
                </a:lnTo>
                <a:lnTo>
                  <a:pt x="80129" y="90892"/>
                </a:lnTo>
                <a:lnTo>
                  <a:pt x="79248" y="64008"/>
                </a:lnTo>
                <a:lnTo>
                  <a:pt x="124968" y="88392"/>
                </a:lnTo>
                <a:lnTo>
                  <a:pt x="541020" y="88392"/>
                </a:lnTo>
                <a:lnTo>
                  <a:pt x="554735" y="102108"/>
                </a:lnTo>
                <a:lnTo>
                  <a:pt x="117348" y="102108"/>
                </a:lnTo>
                <a:lnTo>
                  <a:pt x="117144" y="169235"/>
                </a:lnTo>
                <a:lnTo>
                  <a:pt x="116518" y="225100"/>
                </a:lnTo>
                <a:lnTo>
                  <a:pt x="115372" y="271966"/>
                </a:lnTo>
                <a:lnTo>
                  <a:pt x="111252" y="336804"/>
                </a:lnTo>
                <a:lnTo>
                  <a:pt x="100584" y="393573"/>
                </a:lnTo>
                <a:lnTo>
                  <a:pt x="80772" y="448056"/>
                </a:lnTo>
                <a:lnTo>
                  <a:pt x="51054" y="501967"/>
                </a:lnTo>
                <a:lnTo>
                  <a:pt x="31051" y="528423"/>
                </a:lnTo>
                <a:lnTo>
                  <a:pt x="7620" y="554736"/>
                </a:lnTo>
                <a:close/>
              </a:path>
              <a:path w="554990" h="554989">
                <a:moveTo>
                  <a:pt x="327660" y="341376"/>
                </a:moveTo>
                <a:lnTo>
                  <a:pt x="294131" y="341376"/>
                </a:lnTo>
                <a:lnTo>
                  <a:pt x="294116" y="190500"/>
                </a:lnTo>
                <a:lnTo>
                  <a:pt x="293990" y="168505"/>
                </a:lnTo>
                <a:lnTo>
                  <a:pt x="293751" y="152590"/>
                </a:lnTo>
                <a:lnTo>
                  <a:pt x="292846" y="131897"/>
                </a:lnTo>
                <a:lnTo>
                  <a:pt x="291084" y="112776"/>
                </a:lnTo>
                <a:lnTo>
                  <a:pt x="348996" y="138684"/>
                </a:lnTo>
                <a:lnTo>
                  <a:pt x="327660" y="155448"/>
                </a:lnTo>
                <a:lnTo>
                  <a:pt x="327660" y="222503"/>
                </a:lnTo>
                <a:lnTo>
                  <a:pt x="512064" y="222503"/>
                </a:lnTo>
                <a:lnTo>
                  <a:pt x="525780" y="236220"/>
                </a:lnTo>
                <a:lnTo>
                  <a:pt x="327660" y="236220"/>
                </a:lnTo>
                <a:lnTo>
                  <a:pt x="327660" y="341376"/>
                </a:lnTo>
                <a:close/>
              </a:path>
              <a:path w="554990" h="554989">
                <a:moveTo>
                  <a:pt x="512064" y="222503"/>
                </a:moveTo>
                <a:lnTo>
                  <a:pt x="449580" y="222503"/>
                </a:lnTo>
                <a:lnTo>
                  <a:pt x="480060" y="190500"/>
                </a:lnTo>
                <a:lnTo>
                  <a:pt x="512064" y="222503"/>
                </a:lnTo>
                <a:close/>
              </a:path>
              <a:path w="554990" h="554989">
                <a:moveTo>
                  <a:pt x="491351" y="341376"/>
                </a:moveTo>
                <a:lnTo>
                  <a:pt x="445008" y="341376"/>
                </a:lnTo>
                <a:lnTo>
                  <a:pt x="463296" y="318515"/>
                </a:lnTo>
                <a:lnTo>
                  <a:pt x="491351" y="341376"/>
                </a:lnTo>
                <a:close/>
              </a:path>
              <a:path w="554990" h="554989">
                <a:moveTo>
                  <a:pt x="169164" y="554736"/>
                </a:moveTo>
                <a:lnTo>
                  <a:pt x="171259" y="493204"/>
                </a:lnTo>
                <a:lnTo>
                  <a:pt x="172108" y="448056"/>
                </a:lnTo>
                <a:lnTo>
                  <a:pt x="172116" y="427624"/>
                </a:lnTo>
                <a:lnTo>
                  <a:pt x="171950" y="410479"/>
                </a:lnTo>
                <a:lnTo>
                  <a:pt x="171259" y="382143"/>
                </a:lnTo>
                <a:lnTo>
                  <a:pt x="170281" y="352044"/>
                </a:lnTo>
                <a:lnTo>
                  <a:pt x="169164" y="320040"/>
                </a:lnTo>
                <a:lnTo>
                  <a:pt x="210312" y="341376"/>
                </a:lnTo>
                <a:lnTo>
                  <a:pt x="491351" y="341376"/>
                </a:lnTo>
                <a:lnTo>
                  <a:pt x="504444" y="352044"/>
                </a:lnTo>
                <a:lnTo>
                  <a:pt x="499456" y="356616"/>
                </a:lnTo>
                <a:lnTo>
                  <a:pt x="205740" y="356616"/>
                </a:lnTo>
                <a:lnTo>
                  <a:pt x="205740" y="487680"/>
                </a:lnTo>
                <a:lnTo>
                  <a:pt x="486540" y="487680"/>
                </a:lnTo>
                <a:lnTo>
                  <a:pt x="486751" y="502920"/>
                </a:lnTo>
                <a:lnTo>
                  <a:pt x="205740" y="502920"/>
                </a:lnTo>
                <a:lnTo>
                  <a:pt x="205740" y="541020"/>
                </a:lnTo>
                <a:lnTo>
                  <a:pt x="169164" y="554736"/>
                </a:lnTo>
                <a:close/>
              </a:path>
              <a:path w="554990" h="554989">
                <a:moveTo>
                  <a:pt x="486540" y="487680"/>
                </a:moveTo>
                <a:lnTo>
                  <a:pt x="449580" y="487680"/>
                </a:lnTo>
                <a:lnTo>
                  <a:pt x="449580" y="356616"/>
                </a:lnTo>
                <a:lnTo>
                  <a:pt x="499456" y="356616"/>
                </a:lnTo>
                <a:lnTo>
                  <a:pt x="486156" y="368808"/>
                </a:lnTo>
                <a:lnTo>
                  <a:pt x="486253" y="448056"/>
                </a:lnTo>
                <a:lnTo>
                  <a:pt x="486369" y="475226"/>
                </a:lnTo>
                <a:lnTo>
                  <a:pt x="486540" y="487680"/>
                </a:lnTo>
                <a:close/>
              </a:path>
              <a:path w="554990" h="554989">
                <a:moveTo>
                  <a:pt x="449580" y="541020"/>
                </a:moveTo>
                <a:lnTo>
                  <a:pt x="449580" y="502920"/>
                </a:lnTo>
                <a:lnTo>
                  <a:pt x="486751" y="502920"/>
                </a:lnTo>
                <a:lnTo>
                  <a:pt x="486798" y="506396"/>
                </a:lnTo>
                <a:lnTo>
                  <a:pt x="487680" y="525780"/>
                </a:lnTo>
                <a:lnTo>
                  <a:pt x="449580" y="541020"/>
                </a:lnTo>
                <a:close/>
              </a:path>
            </a:pathLst>
          </a:custGeom>
          <a:solidFill>
            <a:srgbClr val="3333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6957059" y="1278636"/>
            <a:ext cx="567055" cy="542925"/>
          </a:xfrm>
          <a:custGeom>
            <a:avLst/>
            <a:gdLst/>
            <a:ahLst/>
            <a:cxnLst/>
            <a:rect l="l" t="t" r="r" b="b"/>
            <a:pathLst>
              <a:path w="567054" h="542925">
                <a:moveTo>
                  <a:pt x="364236" y="123444"/>
                </a:moveTo>
                <a:lnTo>
                  <a:pt x="332232" y="123444"/>
                </a:lnTo>
                <a:lnTo>
                  <a:pt x="332158" y="74676"/>
                </a:lnTo>
                <a:lnTo>
                  <a:pt x="332033" y="50363"/>
                </a:lnTo>
                <a:lnTo>
                  <a:pt x="331589" y="22502"/>
                </a:lnTo>
                <a:lnTo>
                  <a:pt x="330708" y="0"/>
                </a:lnTo>
                <a:lnTo>
                  <a:pt x="385572" y="22860"/>
                </a:lnTo>
                <a:lnTo>
                  <a:pt x="364236" y="42672"/>
                </a:lnTo>
                <a:lnTo>
                  <a:pt x="364236" y="123444"/>
                </a:lnTo>
                <a:close/>
              </a:path>
              <a:path w="567054" h="542925">
                <a:moveTo>
                  <a:pt x="115824" y="140208"/>
                </a:moveTo>
                <a:lnTo>
                  <a:pt x="109728" y="140208"/>
                </a:lnTo>
                <a:lnTo>
                  <a:pt x="106680" y="132588"/>
                </a:lnTo>
                <a:lnTo>
                  <a:pt x="103632" y="117348"/>
                </a:lnTo>
                <a:lnTo>
                  <a:pt x="98131" y="100179"/>
                </a:lnTo>
                <a:lnTo>
                  <a:pt x="90487" y="80581"/>
                </a:lnTo>
                <a:lnTo>
                  <a:pt x="80271" y="58412"/>
                </a:lnTo>
                <a:lnTo>
                  <a:pt x="67056" y="33528"/>
                </a:lnTo>
                <a:lnTo>
                  <a:pt x="74676" y="30480"/>
                </a:lnTo>
                <a:lnTo>
                  <a:pt x="106299" y="54292"/>
                </a:lnTo>
                <a:lnTo>
                  <a:pt x="133111" y="83581"/>
                </a:lnTo>
                <a:lnTo>
                  <a:pt x="138922" y="100822"/>
                </a:lnTo>
                <a:lnTo>
                  <a:pt x="138684" y="109728"/>
                </a:lnTo>
                <a:lnTo>
                  <a:pt x="136993" y="117157"/>
                </a:lnTo>
                <a:lnTo>
                  <a:pt x="134302" y="123444"/>
                </a:lnTo>
                <a:lnTo>
                  <a:pt x="130754" y="128587"/>
                </a:lnTo>
                <a:lnTo>
                  <a:pt x="126492" y="132588"/>
                </a:lnTo>
                <a:lnTo>
                  <a:pt x="120396" y="138684"/>
                </a:lnTo>
                <a:lnTo>
                  <a:pt x="115824" y="140208"/>
                </a:lnTo>
                <a:close/>
              </a:path>
              <a:path w="567054" h="542925">
                <a:moveTo>
                  <a:pt x="193548" y="216407"/>
                </a:moveTo>
                <a:lnTo>
                  <a:pt x="185928" y="211836"/>
                </a:lnTo>
                <a:lnTo>
                  <a:pt x="200787" y="185808"/>
                </a:lnTo>
                <a:lnTo>
                  <a:pt x="213360" y="160210"/>
                </a:lnTo>
                <a:lnTo>
                  <a:pt x="231648" y="109728"/>
                </a:lnTo>
                <a:lnTo>
                  <a:pt x="241554" y="66484"/>
                </a:lnTo>
                <a:lnTo>
                  <a:pt x="246888" y="38100"/>
                </a:lnTo>
                <a:lnTo>
                  <a:pt x="294132" y="67056"/>
                </a:lnTo>
                <a:lnTo>
                  <a:pt x="275844" y="76200"/>
                </a:lnTo>
                <a:lnTo>
                  <a:pt x="270343" y="87868"/>
                </a:lnTo>
                <a:lnTo>
                  <a:pt x="264985" y="99822"/>
                </a:lnTo>
                <a:lnTo>
                  <a:pt x="259341" y="111775"/>
                </a:lnTo>
                <a:lnTo>
                  <a:pt x="252984" y="123444"/>
                </a:lnTo>
                <a:lnTo>
                  <a:pt x="486156" y="123444"/>
                </a:lnTo>
                <a:lnTo>
                  <a:pt x="499872" y="138684"/>
                </a:lnTo>
                <a:lnTo>
                  <a:pt x="248412" y="138684"/>
                </a:lnTo>
                <a:lnTo>
                  <a:pt x="237267" y="159186"/>
                </a:lnTo>
                <a:lnTo>
                  <a:pt x="224409" y="179260"/>
                </a:lnTo>
                <a:lnTo>
                  <a:pt x="209835" y="198477"/>
                </a:lnTo>
                <a:lnTo>
                  <a:pt x="193548" y="216407"/>
                </a:lnTo>
                <a:close/>
              </a:path>
              <a:path w="567054" h="542925">
                <a:moveTo>
                  <a:pt x="486156" y="123444"/>
                </a:moveTo>
                <a:lnTo>
                  <a:pt x="428244" y="123444"/>
                </a:lnTo>
                <a:lnTo>
                  <a:pt x="458724" y="92964"/>
                </a:lnTo>
                <a:lnTo>
                  <a:pt x="486156" y="123444"/>
                </a:lnTo>
                <a:close/>
              </a:path>
              <a:path w="567054" h="542925">
                <a:moveTo>
                  <a:pt x="364236" y="236219"/>
                </a:moveTo>
                <a:lnTo>
                  <a:pt x="332232" y="236219"/>
                </a:lnTo>
                <a:lnTo>
                  <a:pt x="332232" y="138684"/>
                </a:lnTo>
                <a:lnTo>
                  <a:pt x="364236" y="138684"/>
                </a:lnTo>
                <a:lnTo>
                  <a:pt x="364236" y="236219"/>
                </a:lnTo>
                <a:close/>
              </a:path>
              <a:path w="567054" h="542925">
                <a:moveTo>
                  <a:pt x="25907" y="240792"/>
                </a:moveTo>
                <a:lnTo>
                  <a:pt x="4571" y="219456"/>
                </a:lnTo>
                <a:lnTo>
                  <a:pt x="96012" y="219456"/>
                </a:lnTo>
                <a:lnTo>
                  <a:pt x="112776" y="195072"/>
                </a:lnTo>
                <a:lnTo>
                  <a:pt x="150876" y="224028"/>
                </a:lnTo>
                <a:lnTo>
                  <a:pt x="139238" y="233172"/>
                </a:lnTo>
                <a:lnTo>
                  <a:pt x="67056" y="233172"/>
                </a:lnTo>
                <a:lnTo>
                  <a:pt x="59340" y="233719"/>
                </a:lnTo>
                <a:lnTo>
                  <a:pt x="49910" y="235267"/>
                </a:lnTo>
                <a:lnTo>
                  <a:pt x="38766" y="237672"/>
                </a:lnTo>
                <a:lnTo>
                  <a:pt x="25907" y="240792"/>
                </a:lnTo>
                <a:close/>
              </a:path>
              <a:path w="567054" h="542925">
                <a:moveTo>
                  <a:pt x="184404" y="257556"/>
                </a:moveTo>
                <a:lnTo>
                  <a:pt x="163068" y="236219"/>
                </a:lnTo>
                <a:lnTo>
                  <a:pt x="464820" y="236219"/>
                </a:lnTo>
                <a:lnTo>
                  <a:pt x="495300" y="205740"/>
                </a:lnTo>
                <a:lnTo>
                  <a:pt x="537972" y="249936"/>
                </a:lnTo>
                <a:lnTo>
                  <a:pt x="230124" y="249936"/>
                </a:lnTo>
                <a:lnTo>
                  <a:pt x="219765" y="250483"/>
                </a:lnTo>
                <a:lnTo>
                  <a:pt x="208978" y="252031"/>
                </a:lnTo>
                <a:lnTo>
                  <a:pt x="197334" y="254436"/>
                </a:lnTo>
                <a:lnTo>
                  <a:pt x="184404" y="257556"/>
                </a:lnTo>
                <a:close/>
              </a:path>
              <a:path w="567054" h="542925">
                <a:moveTo>
                  <a:pt x="36576" y="518160"/>
                </a:moveTo>
                <a:lnTo>
                  <a:pt x="0" y="487680"/>
                </a:lnTo>
                <a:lnTo>
                  <a:pt x="22312" y="469344"/>
                </a:lnTo>
                <a:lnTo>
                  <a:pt x="45910" y="453009"/>
                </a:lnTo>
                <a:lnTo>
                  <a:pt x="70937" y="438388"/>
                </a:lnTo>
                <a:lnTo>
                  <a:pt x="97536" y="425196"/>
                </a:lnTo>
                <a:lnTo>
                  <a:pt x="97536" y="233172"/>
                </a:lnTo>
                <a:lnTo>
                  <a:pt x="139238" y="233172"/>
                </a:lnTo>
                <a:lnTo>
                  <a:pt x="129540" y="240792"/>
                </a:lnTo>
                <a:lnTo>
                  <a:pt x="129603" y="429841"/>
                </a:lnTo>
                <a:lnTo>
                  <a:pt x="140970" y="442960"/>
                </a:lnTo>
                <a:lnTo>
                  <a:pt x="142929" y="444722"/>
                </a:lnTo>
                <a:lnTo>
                  <a:pt x="107465" y="444722"/>
                </a:lnTo>
                <a:lnTo>
                  <a:pt x="74676" y="467868"/>
                </a:lnTo>
                <a:lnTo>
                  <a:pt x="42314" y="507301"/>
                </a:lnTo>
                <a:lnTo>
                  <a:pt x="36576" y="518160"/>
                </a:lnTo>
                <a:close/>
              </a:path>
              <a:path w="567054" h="542925">
                <a:moveTo>
                  <a:pt x="175260" y="466344"/>
                </a:moveTo>
                <a:lnTo>
                  <a:pt x="170688" y="458724"/>
                </a:lnTo>
                <a:lnTo>
                  <a:pt x="208739" y="429841"/>
                </a:lnTo>
                <a:lnTo>
                  <a:pt x="238816" y="394447"/>
                </a:lnTo>
                <a:lnTo>
                  <a:pt x="260994" y="352617"/>
                </a:lnTo>
                <a:lnTo>
                  <a:pt x="275344" y="304422"/>
                </a:lnTo>
                <a:lnTo>
                  <a:pt x="281940" y="249936"/>
                </a:lnTo>
                <a:lnTo>
                  <a:pt x="315468" y="249936"/>
                </a:lnTo>
                <a:lnTo>
                  <a:pt x="309633" y="301632"/>
                </a:lnTo>
                <a:lnTo>
                  <a:pt x="296728" y="347020"/>
                </a:lnTo>
                <a:lnTo>
                  <a:pt x="276796" y="386143"/>
                </a:lnTo>
                <a:lnTo>
                  <a:pt x="249879" y="419043"/>
                </a:lnTo>
                <a:lnTo>
                  <a:pt x="216019" y="445762"/>
                </a:lnTo>
                <a:lnTo>
                  <a:pt x="175260" y="466344"/>
                </a:lnTo>
                <a:close/>
              </a:path>
              <a:path w="567054" h="542925">
                <a:moveTo>
                  <a:pt x="490728" y="455676"/>
                </a:moveTo>
                <a:lnTo>
                  <a:pt x="416052" y="455676"/>
                </a:lnTo>
                <a:lnTo>
                  <a:pt x="396311" y="451985"/>
                </a:lnTo>
                <a:lnTo>
                  <a:pt x="382714" y="443293"/>
                </a:lnTo>
                <a:lnTo>
                  <a:pt x="375131" y="429768"/>
                </a:lnTo>
                <a:lnTo>
                  <a:pt x="373380" y="411480"/>
                </a:lnTo>
                <a:lnTo>
                  <a:pt x="373380" y="249936"/>
                </a:lnTo>
                <a:lnTo>
                  <a:pt x="403860" y="249936"/>
                </a:lnTo>
                <a:lnTo>
                  <a:pt x="403881" y="399549"/>
                </a:lnTo>
                <a:lnTo>
                  <a:pt x="405003" y="413265"/>
                </a:lnTo>
                <a:lnTo>
                  <a:pt x="410718" y="423100"/>
                </a:lnTo>
                <a:lnTo>
                  <a:pt x="421005" y="428648"/>
                </a:lnTo>
                <a:lnTo>
                  <a:pt x="435864" y="429768"/>
                </a:lnTo>
                <a:lnTo>
                  <a:pt x="545983" y="429768"/>
                </a:lnTo>
                <a:lnTo>
                  <a:pt x="540019" y="440031"/>
                </a:lnTo>
                <a:lnTo>
                  <a:pt x="527685" y="450151"/>
                </a:lnTo>
                <a:lnTo>
                  <a:pt x="511349" y="455414"/>
                </a:lnTo>
                <a:lnTo>
                  <a:pt x="490728" y="455676"/>
                </a:lnTo>
                <a:close/>
              </a:path>
              <a:path w="567054" h="542925">
                <a:moveTo>
                  <a:pt x="545983" y="429768"/>
                </a:moveTo>
                <a:lnTo>
                  <a:pt x="473964" y="429768"/>
                </a:lnTo>
                <a:lnTo>
                  <a:pt x="483369" y="429482"/>
                </a:lnTo>
                <a:lnTo>
                  <a:pt x="490918" y="426339"/>
                </a:lnTo>
                <a:lnTo>
                  <a:pt x="504444" y="382333"/>
                </a:lnTo>
                <a:lnTo>
                  <a:pt x="509016" y="333756"/>
                </a:lnTo>
                <a:lnTo>
                  <a:pt x="519684" y="333756"/>
                </a:lnTo>
                <a:lnTo>
                  <a:pt x="521612" y="386691"/>
                </a:lnTo>
                <a:lnTo>
                  <a:pt x="538591" y="421790"/>
                </a:lnTo>
                <a:lnTo>
                  <a:pt x="548640" y="425196"/>
                </a:lnTo>
                <a:lnTo>
                  <a:pt x="545983" y="429768"/>
                </a:lnTo>
                <a:close/>
              </a:path>
              <a:path w="567054" h="542925">
                <a:moveTo>
                  <a:pt x="516636" y="542544"/>
                </a:moveTo>
                <a:lnTo>
                  <a:pt x="336804" y="537972"/>
                </a:lnTo>
                <a:lnTo>
                  <a:pt x="274320" y="532257"/>
                </a:lnTo>
                <a:lnTo>
                  <a:pt x="225552" y="519684"/>
                </a:lnTo>
                <a:lnTo>
                  <a:pt x="185737" y="501015"/>
                </a:lnTo>
                <a:lnTo>
                  <a:pt x="153924" y="475487"/>
                </a:lnTo>
                <a:lnTo>
                  <a:pt x="140231" y="464081"/>
                </a:lnTo>
                <a:lnTo>
                  <a:pt x="128968" y="455104"/>
                </a:lnTo>
                <a:lnTo>
                  <a:pt x="120276" y="448698"/>
                </a:lnTo>
                <a:lnTo>
                  <a:pt x="114300" y="445008"/>
                </a:lnTo>
                <a:lnTo>
                  <a:pt x="107465" y="444722"/>
                </a:lnTo>
                <a:lnTo>
                  <a:pt x="142929" y="444722"/>
                </a:lnTo>
                <a:lnTo>
                  <a:pt x="188976" y="478536"/>
                </a:lnTo>
                <a:lnTo>
                  <a:pt x="244030" y="494728"/>
                </a:lnTo>
                <a:lnTo>
                  <a:pt x="283916" y="499752"/>
                </a:lnTo>
                <a:lnTo>
                  <a:pt x="332232" y="502920"/>
                </a:lnTo>
                <a:lnTo>
                  <a:pt x="375367" y="503858"/>
                </a:lnTo>
                <a:lnTo>
                  <a:pt x="560444" y="503858"/>
                </a:lnTo>
                <a:lnTo>
                  <a:pt x="544925" y="509754"/>
                </a:lnTo>
                <a:lnTo>
                  <a:pt x="529209" y="519112"/>
                </a:lnTo>
                <a:lnTo>
                  <a:pt x="519779" y="529899"/>
                </a:lnTo>
                <a:lnTo>
                  <a:pt x="516636" y="542544"/>
                </a:lnTo>
                <a:close/>
              </a:path>
              <a:path w="567054" h="542925">
                <a:moveTo>
                  <a:pt x="560444" y="503858"/>
                </a:moveTo>
                <a:lnTo>
                  <a:pt x="375367" y="503858"/>
                </a:lnTo>
                <a:lnTo>
                  <a:pt x="420550" y="503115"/>
                </a:lnTo>
                <a:lnTo>
                  <a:pt x="467636" y="500835"/>
                </a:lnTo>
                <a:lnTo>
                  <a:pt x="516477" y="497165"/>
                </a:lnTo>
                <a:lnTo>
                  <a:pt x="566927" y="492252"/>
                </a:lnTo>
                <a:lnTo>
                  <a:pt x="566927" y="501396"/>
                </a:lnTo>
                <a:lnTo>
                  <a:pt x="560444" y="503858"/>
                </a:lnTo>
                <a:close/>
              </a:path>
            </a:pathLst>
          </a:custGeom>
          <a:solidFill>
            <a:srgbClr val="3333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" name="object 15"/>
          <p:cNvSpPr/>
          <p:nvPr/>
        </p:nvSpPr>
        <p:spPr>
          <a:xfrm>
            <a:off x="7574280" y="1278636"/>
            <a:ext cx="558165" cy="528955"/>
          </a:xfrm>
          <a:custGeom>
            <a:avLst/>
            <a:gdLst/>
            <a:ahLst/>
            <a:cxnLst/>
            <a:rect l="l" t="t" r="r" b="b"/>
            <a:pathLst>
              <a:path w="558165" h="528955">
                <a:moveTo>
                  <a:pt x="126491" y="188976"/>
                </a:moveTo>
                <a:lnTo>
                  <a:pt x="91439" y="188976"/>
                </a:lnTo>
                <a:lnTo>
                  <a:pt x="91439" y="76200"/>
                </a:lnTo>
                <a:lnTo>
                  <a:pt x="91178" y="57650"/>
                </a:lnTo>
                <a:lnTo>
                  <a:pt x="90487" y="38671"/>
                </a:lnTo>
                <a:lnTo>
                  <a:pt x="89511" y="19407"/>
                </a:lnTo>
                <a:lnTo>
                  <a:pt x="88391" y="0"/>
                </a:lnTo>
                <a:lnTo>
                  <a:pt x="147827" y="25908"/>
                </a:lnTo>
                <a:lnTo>
                  <a:pt x="126491" y="42672"/>
                </a:lnTo>
                <a:lnTo>
                  <a:pt x="126491" y="188976"/>
                </a:lnTo>
                <a:close/>
              </a:path>
              <a:path w="558165" h="528955">
                <a:moveTo>
                  <a:pt x="394715" y="505968"/>
                </a:moveTo>
                <a:lnTo>
                  <a:pt x="361187" y="505968"/>
                </a:lnTo>
                <a:lnTo>
                  <a:pt x="361187" y="97536"/>
                </a:lnTo>
                <a:lnTo>
                  <a:pt x="360926" y="78676"/>
                </a:lnTo>
                <a:lnTo>
                  <a:pt x="360235" y="56388"/>
                </a:lnTo>
                <a:lnTo>
                  <a:pt x="358139" y="1524"/>
                </a:lnTo>
                <a:lnTo>
                  <a:pt x="416051" y="27432"/>
                </a:lnTo>
                <a:lnTo>
                  <a:pt x="394715" y="47244"/>
                </a:lnTo>
                <a:lnTo>
                  <a:pt x="394715" y="228600"/>
                </a:lnTo>
                <a:lnTo>
                  <a:pt x="532383" y="228600"/>
                </a:lnTo>
                <a:lnTo>
                  <a:pt x="547115" y="243840"/>
                </a:lnTo>
                <a:lnTo>
                  <a:pt x="394715" y="243840"/>
                </a:lnTo>
                <a:lnTo>
                  <a:pt x="394715" y="505968"/>
                </a:lnTo>
                <a:close/>
              </a:path>
              <a:path w="558165" h="528955">
                <a:moveTo>
                  <a:pt x="284987" y="505968"/>
                </a:moveTo>
                <a:lnTo>
                  <a:pt x="251459" y="505968"/>
                </a:lnTo>
                <a:lnTo>
                  <a:pt x="251379" y="210312"/>
                </a:lnTo>
                <a:lnTo>
                  <a:pt x="251198" y="199977"/>
                </a:lnTo>
                <a:lnTo>
                  <a:pt x="250507" y="184785"/>
                </a:lnTo>
                <a:lnTo>
                  <a:pt x="249531" y="169021"/>
                </a:lnTo>
                <a:lnTo>
                  <a:pt x="248411" y="152400"/>
                </a:lnTo>
                <a:lnTo>
                  <a:pt x="306323" y="182880"/>
                </a:lnTo>
                <a:lnTo>
                  <a:pt x="284987" y="199644"/>
                </a:lnTo>
                <a:lnTo>
                  <a:pt x="284987" y="505968"/>
                </a:lnTo>
                <a:close/>
              </a:path>
              <a:path w="558165" h="528955">
                <a:moveTo>
                  <a:pt x="21335" y="210312"/>
                </a:moveTo>
                <a:lnTo>
                  <a:pt x="0" y="188976"/>
                </a:lnTo>
                <a:lnTo>
                  <a:pt x="163067" y="188976"/>
                </a:lnTo>
                <a:lnTo>
                  <a:pt x="188975" y="161544"/>
                </a:lnTo>
                <a:lnTo>
                  <a:pt x="230123" y="202692"/>
                </a:lnTo>
                <a:lnTo>
                  <a:pt x="79247" y="202692"/>
                </a:lnTo>
                <a:lnTo>
                  <a:pt x="63769" y="203239"/>
                </a:lnTo>
                <a:lnTo>
                  <a:pt x="49148" y="204787"/>
                </a:lnTo>
                <a:lnTo>
                  <a:pt x="35099" y="207192"/>
                </a:lnTo>
                <a:lnTo>
                  <a:pt x="21335" y="210312"/>
                </a:lnTo>
                <a:close/>
              </a:path>
              <a:path w="558165" h="528955">
                <a:moveTo>
                  <a:pt x="532383" y="228600"/>
                </a:moveTo>
                <a:lnTo>
                  <a:pt x="470915" y="228600"/>
                </a:lnTo>
                <a:lnTo>
                  <a:pt x="502919" y="198120"/>
                </a:lnTo>
                <a:lnTo>
                  <a:pt x="532383" y="228600"/>
                </a:lnTo>
                <a:close/>
              </a:path>
              <a:path w="558165" h="528955">
                <a:moveTo>
                  <a:pt x="28955" y="495299"/>
                </a:moveTo>
                <a:lnTo>
                  <a:pt x="0" y="446532"/>
                </a:lnTo>
                <a:lnTo>
                  <a:pt x="24574" y="441650"/>
                </a:lnTo>
                <a:lnTo>
                  <a:pt x="48005" y="436054"/>
                </a:lnTo>
                <a:lnTo>
                  <a:pt x="70294" y="429601"/>
                </a:lnTo>
                <a:lnTo>
                  <a:pt x="91439" y="422148"/>
                </a:lnTo>
                <a:lnTo>
                  <a:pt x="91439" y="202692"/>
                </a:lnTo>
                <a:lnTo>
                  <a:pt x="126491" y="202692"/>
                </a:lnTo>
                <a:lnTo>
                  <a:pt x="126491" y="411480"/>
                </a:lnTo>
                <a:lnTo>
                  <a:pt x="171650" y="411480"/>
                </a:lnTo>
                <a:lnTo>
                  <a:pt x="144899" y="423933"/>
                </a:lnTo>
                <a:lnTo>
                  <a:pt x="85915" y="454342"/>
                </a:lnTo>
                <a:lnTo>
                  <a:pt x="47220" y="478178"/>
                </a:lnTo>
                <a:lnTo>
                  <a:pt x="28955" y="495299"/>
                </a:lnTo>
                <a:close/>
              </a:path>
              <a:path w="558165" h="528955">
                <a:moveTo>
                  <a:pt x="171650" y="411480"/>
                </a:moveTo>
                <a:lnTo>
                  <a:pt x="126491" y="411480"/>
                </a:lnTo>
                <a:lnTo>
                  <a:pt x="222503" y="377952"/>
                </a:lnTo>
                <a:lnTo>
                  <a:pt x="224027" y="387096"/>
                </a:lnTo>
                <a:lnTo>
                  <a:pt x="171650" y="411480"/>
                </a:lnTo>
                <a:close/>
              </a:path>
              <a:path w="558165" h="528955">
                <a:moveTo>
                  <a:pt x="167639" y="528828"/>
                </a:moveTo>
                <a:lnTo>
                  <a:pt x="146303" y="505968"/>
                </a:lnTo>
                <a:lnTo>
                  <a:pt x="470915" y="505968"/>
                </a:lnTo>
                <a:lnTo>
                  <a:pt x="507491" y="470916"/>
                </a:lnTo>
                <a:lnTo>
                  <a:pt x="557783" y="521208"/>
                </a:lnTo>
                <a:lnTo>
                  <a:pt x="224027" y="521208"/>
                </a:lnTo>
                <a:lnTo>
                  <a:pt x="209216" y="521541"/>
                </a:lnTo>
                <a:lnTo>
                  <a:pt x="194690" y="522732"/>
                </a:lnTo>
                <a:lnTo>
                  <a:pt x="180736" y="525065"/>
                </a:lnTo>
                <a:lnTo>
                  <a:pt x="167639" y="528828"/>
                </a:lnTo>
                <a:close/>
              </a:path>
            </a:pathLst>
          </a:custGeom>
          <a:solidFill>
            <a:srgbClr val="3333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" name="object 16"/>
          <p:cNvSpPr/>
          <p:nvPr/>
        </p:nvSpPr>
        <p:spPr>
          <a:xfrm>
            <a:off x="8253983" y="1280160"/>
            <a:ext cx="447040" cy="548640"/>
          </a:xfrm>
          <a:custGeom>
            <a:avLst/>
            <a:gdLst/>
            <a:ahLst/>
            <a:cxnLst/>
            <a:rect l="l" t="t" r="r" b="b"/>
            <a:pathLst>
              <a:path w="447040" h="548639">
                <a:moveTo>
                  <a:pt x="103632" y="117348"/>
                </a:moveTo>
                <a:lnTo>
                  <a:pt x="92964" y="117348"/>
                </a:lnTo>
                <a:lnTo>
                  <a:pt x="88392" y="109728"/>
                </a:lnTo>
                <a:lnTo>
                  <a:pt x="85344" y="96012"/>
                </a:lnTo>
                <a:lnTo>
                  <a:pt x="77962" y="76581"/>
                </a:lnTo>
                <a:lnTo>
                  <a:pt x="67437" y="54864"/>
                </a:lnTo>
                <a:lnTo>
                  <a:pt x="54054" y="30861"/>
                </a:lnTo>
                <a:lnTo>
                  <a:pt x="38100" y="4572"/>
                </a:lnTo>
                <a:lnTo>
                  <a:pt x="44196" y="0"/>
                </a:lnTo>
                <a:lnTo>
                  <a:pt x="84201" y="24384"/>
                </a:lnTo>
                <a:lnTo>
                  <a:pt x="115085" y="53030"/>
                </a:lnTo>
                <a:lnTo>
                  <a:pt x="123444" y="74676"/>
                </a:lnTo>
                <a:lnTo>
                  <a:pt x="122866" y="80700"/>
                </a:lnTo>
                <a:lnTo>
                  <a:pt x="121158" y="87249"/>
                </a:lnTo>
                <a:lnTo>
                  <a:pt x="118300" y="94392"/>
                </a:lnTo>
                <a:lnTo>
                  <a:pt x="114300" y="102108"/>
                </a:lnTo>
                <a:lnTo>
                  <a:pt x="108204" y="112776"/>
                </a:lnTo>
                <a:lnTo>
                  <a:pt x="103632" y="117348"/>
                </a:lnTo>
                <a:close/>
              </a:path>
              <a:path w="447040" h="548639">
                <a:moveTo>
                  <a:pt x="199643" y="83820"/>
                </a:moveTo>
                <a:lnTo>
                  <a:pt x="178307" y="62484"/>
                </a:lnTo>
                <a:lnTo>
                  <a:pt x="387096" y="62484"/>
                </a:lnTo>
                <a:lnTo>
                  <a:pt x="405384" y="33528"/>
                </a:lnTo>
                <a:lnTo>
                  <a:pt x="446532" y="67056"/>
                </a:lnTo>
                <a:lnTo>
                  <a:pt x="436684" y="76200"/>
                </a:lnTo>
                <a:lnTo>
                  <a:pt x="257556" y="76200"/>
                </a:lnTo>
                <a:lnTo>
                  <a:pt x="242720" y="76747"/>
                </a:lnTo>
                <a:lnTo>
                  <a:pt x="228028" y="78295"/>
                </a:lnTo>
                <a:lnTo>
                  <a:pt x="213621" y="80700"/>
                </a:lnTo>
                <a:lnTo>
                  <a:pt x="199643" y="83820"/>
                </a:lnTo>
                <a:close/>
              </a:path>
              <a:path w="447040" h="548639">
                <a:moveTo>
                  <a:pt x="423940" y="486156"/>
                </a:moveTo>
                <a:lnTo>
                  <a:pt x="362712" y="486156"/>
                </a:lnTo>
                <a:lnTo>
                  <a:pt x="374475" y="485846"/>
                </a:lnTo>
                <a:lnTo>
                  <a:pt x="382524" y="482536"/>
                </a:lnTo>
                <a:lnTo>
                  <a:pt x="387143" y="476083"/>
                </a:lnTo>
                <a:lnTo>
                  <a:pt x="388620" y="466344"/>
                </a:lnTo>
                <a:lnTo>
                  <a:pt x="388620" y="76200"/>
                </a:lnTo>
                <a:lnTo>
                  <a:pt x="436684" y="76200"/>
                </a:lnTo>
                <a:lnTo>
                  <a:pt x="425196" y="86868"/>
                </a:lnTo>
                <a:lnTo>
                  <a:pt x="425196" y="473964"/>
                </a:lnTo>
                <a:lnTo>
                  <a:pt x="423940" y="486156"/>
                </a:lnTo>
                <a:close/>
              </a:path>
              <a:path w="447040" h="548639">
                <a:moveTo>
                  <a:pt x="0" y="548640"/>
                </a:moveTo>
                <a:lnTo>
                  <a:pt x="192" y="501705"/>
                </a:lnTo>
                <a:lnTo>
                  <a:pt x="536" y="459955"/>
                </a:lnTo>
                <a:lnTo>
                  <a:pt x="955" y="414528"/>
                </a:lnTo>
                <a:lnTo>
                  <a:pt x="1320" y="365379"/>
                </a:lnTo>
                <a:lnTo>
                  <a:pt x="1418" y="212074"/>
                </a:lnTo>
                <a:lnTo>
                  <a:pt x="1310" y="181356"/>
                </a:lnTo>
                <a:lnTo>
                  <a:pt x="881" y="138493"/>
                </a:lnTo>
                <a:lnTo>
                  <a:pt x="0" y="103632"/>
                </a:lnTo>
                <a:lnTo>
                  <a:pt x="59436" y="137160"/>
                </a:lnTo>
                <a:lnTo>
                  <a:pt x="38100" y="150876"/>
                </a:lnTo>
                <a:lnTo>
                  <a:pt x="38100" y="531876"/>
                </a:lnTo>
                <a:lnTo>
                  <a:pt x="0" y="548640"/>
                </a:lnTo>
                <a:close/>
              </a:path>
              <a:path w="447040" h="548639">
                <a:moveTo>
                  <a:pt x="330226" y="208788"/>
                </a:moveTo>
                <a:lnTo>
                  <a:pt x="277368" y="208788"/>
                </a:lnTo>
                <a:lnTo>
                  <a:pt x="294131" y="181356"/>
                </a:lnTo>
                <a:lnTo>
                  <a:pt x="330226" y="208788"/>
                </a:lnTo>
                <a:close/>
              </a:path>
              <a:path w="447040" h="548639">
                <a:moveTo>
                  <a:pt x="111252" y="423671"/>
                </a:moveTo>
                <a:lnTo>
                  <a:pt x="112371" y="389096"/>
                </a:lnTo>
                <a:lnTo>
                  <a:pt x="113347" y="356235"/>
                </a:lnTo>
                <a:lnTo>
                  <a:pt x="114038" y="325088"/>
                </a:lnTo>
                <a:lnTo>
                  <a:pt x="114300" y="295656"/>
                </a:lnTo>
                <a:lnTo>
                  <a:pt x="114038" y="267985"/>
                </a:lnTo>
                <a:lnTo>
                  <a:pt x="113314" y="239077"/>
                </a:lnTo>
                <a:lnTo>
                  <a:pt x="112238" y="208788"/>
                </a:lnTo>
                <a:lnTo>
                  <a:pt x="111252" y="184404"/>
                </a:lnTo>
                <a:lnTo>
                  <a:pt x="147828" y="208788"/>
                </a:lnTo>
                <a:lnTo>
                  <a:pt x="330226" y="208788"/>
                </a:lnTo>
                <a:lnTo>
                  <a:pt x="332232" y="210312"/>
                </a:lnTo>
                <a:lnTo>
                  <a:pt x="317823" y="222504"/>
                </a:lnTo>
                <a:lnTo>
                  <a:pt x="147828" y="222504"/>
                </a:lnTo>
                <a:lnTo>
                  <a:pt x="147828" y="364236"/>
                </a:lnTo>
                <a:lnTo>
                  <a:pt x="313318" y="364236"/>
                </a:lnTo>
                <a:lnTo>
                  <a:pt x="313372" y="365379"/>
                </a:lnTo>
                <a:lnTo>
                  <a:pt x="314128" y="377952"/>
                </a:lnTo>
                <a:lnTo>
                  <a:pt x="147828" y="377952"/>
                </a:lnTo>
                <a:lnTo>
                  <a:pt x="147828" y="409956"/>
                </a:lnTo>
                <a:lnTo>
                  <a:pt x="111252" y="423671"/>
                </a:lnTo>
                <a:close/>
              </a:path>
              <a:path w="447040" h="548639">
                <a:moveTo>
                  <a:pt x="313318" y="364236"/>
                </a:moveTo>
                <a:lnTo>
                  <a:pt x="278892" y="364236"/>
                </a:lnTo>
                <a:lnTo>
                  <a:pt x="278892" y="222504"/>
                </a:lnTo>
                <a:lnTo>
                  <a:pt x="317823" y="222504"/>
                </a:lnTo>
                <a:lnTo>
                  <a:pt x="312419" y="227076"/>
                </a:lnTo>
                <a:lnTo>
                  <a:pt x="312419" y="338328"/>
                </a:lnTo>
                <a:lnTo>
                  <a:pt x="312681" y="350853"/>
                </a:lnTo>
                <a:lnTo>
                  <a:pt x="313318" y="364236"/>
                </a:lnTo>
                <a:close/>
              </a:path>
              <a:path w="447040" h="548639">
                <a:moveTo>
                  <a:pt x="278892" y="414528"/>
                </a:moveTo>
                <a:lnTo>
                  <a:pt x="278892" y="377952"/>
                </a:lnTo>
                <a:lnTo>
                  <a:pt x="314128" y="377952"/>
                </a:lnTo>
                <a:lnTo>
                  <a:pt x="315467" y="399288"/>
                </a:lnTo>
                <a:lnTo>
                  <a:pt x="278892" y="414528"/>
                </a:lnTo>
                <a:close/>
              </a:path>
              <a:path w="447040" h="548639">
                <a:moveTo>
                  <a:pt x="365760" y="548640"/>
                </a:moveTo>
                <a:lnTo>
                  <a:pt x="360616" y="528613"/>
                </a:lnTo>
                <a:lnTo>
                  <a:pt x="345186" y="511873"/>
                </a:lnTo>
                <a:lnTo>
                  <a:pt x="319468" y="498276"/>
                </a:lnTo>
                <a:lnTo>
                  <a:pt x="283464" y="487680"/>
                </a:lnTo>
                <a:lnTo>
                  <a:pt x="283464" y="478536"/>
                </a:lnTo>
                <a:lnTo>
                  <a:pt x="362712" y="486156"/>
                </a:lnTo>
                <a:lnTo>
                  <a:pt x="423940" y="486156"/>
                </a:lnTo>
                <a:lnTo>
                  <a:pt x="422338" y="501705"/>
                </a:lnTo>
                <a:lnTo>
                  <a:pt x="411480" y="523303"/>
                </a:lnTo>
                <a:lnTo>
                  <a:pt x="392620" y="538900"/>
                </a:lnTo>
                <a:lnTo>
                  <a:pt x="365760" y="548640"/>
                </a:lnTo>
                <a:close/>
              </a:path>
            </a:pathLst>
          </a:custGeom>
          <a:solidFill>
            <a:srgbClr val="3333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" name="object 17"/>
          <p:cNvSpPr/>
          <p:nvPr/>
        </p:nvSpPr>
        <p:spPr>
          <a:xfrm>
            <a:off x="8796528" y="1289303"/>
            <a:ext cx="556260" cy="541020"/>
          </a:xfrm>
          <a:custGeom>
            <a:avLst/>
            <a:gdLst/>
            <a:ahLst/>
            <a:cxnLst/>
            <a:rect l="l" t="t" r="r" b="b"/>
            <a:pathLst>
              <a:path w="556259" h="541019">
                <a:moveTo>
                  <a:pt x="298704" y="50292"/>
                </a:moveTo>
                <a:lnTo>
                  <a:pt x="277368" y="28956"/>
                </a:lnTo>
                <a:lnTo>
                  <a:pt x="484632" y="28956"/>
                </a:lnTo>
                <a:lnTo>
                  <a:pt x="513588" y="0"/>
                </a:lnTo>
                <a:lnTo>
                  <a:pt x="551688" y="44196"/>
                </a:lnTo>
                <a:lnTo>
                  <a:pt x="356616" y="44196"/>
                </a:lnTo>
                <a:lnTo>
                  <a:pt x="340923" y="44505"/>
                </a:lnTo>
                <a:lnTo>
                  <a:pt x="325945" y="45529"/>
                </a:lnTo>
                <a:lnTo>
                  <a:pt x="311824" y="47410"/>
                </a:lnTo>
                <a:lnTo>
                  <a:pt x="298704" y="50292"/>
                </a:lnTo>
                <a:close/>
              </a:path>
              <a:path w="556259" h="541019">
                <a:moveTo>
                  <a:pt x="259400" y="27432"/>
                </a:moveTo>
                <a:lnTo>
                  <a:pt x="211836" y="27432"/>
                </a:lnTo>
                <a:lnTo>
                  <a:pt x="228600" y="3048"/>
                </a:lnTo>
                <a:lnTo>
                  <a:pt x="259400" y="27432"/>
                </a:lnTo>
                <a:close/>
              </a:path>
              <a:path w="556259" h="541019">
                <a:moveTo>
                  <a:pt x="71628" y="233172"/>
                </a:moveTo>
                <a:lnTo>
                  <a:pt x="72509" y="205430"/>
                </a:lnTo>
                <a:lnTo>
                  <a:pt x="72961" y="176974"/>
                </a:lnTo>
                <a:lnTo>
                  <a:pt x="73066" y="77914"/>
                </a:lnTo>
                <a:lnTo>
                  <a:pt x="72964" y="60698"/>
                </a:lnTo>
                <a:lnTo>
                  <a:pt x="72509" y="33337"/>
                </a:lnTo>
                <a:lnTo>
                  <a:pt x="71628" y="7620"/>
                </a:lnTo>
                <a:lnTo>
                  <a:pt x="105156" y="27432"/>
                </a:lnTo>
                <a:lnTo>
                  <a:pt x="259400" y="27432"/>
                </a:lnTo>
                <a:lnTo>
                  <a:pt x="265175" y="32004"/>
                </a:lnTo>
                <a:lnTo>
                  <a:pt x="254000" y="41148"/>
                </a:lnTo>
                <a:lnTo>
                  <a:pt x="105156" y="41148"/>
                </a:lnTo>
                <a:lnTo>
                  <a:pt x="105156" y="111252"/>
                </a:lnTo>
                <a:lnTo>
                  <a:pt x="248564" y="111252"/>
                </a:lnTo>
                <a:lnTo>
                  <a:pt x="248666" y="124968"/>
                </a:lnTo>
                <a:lnTo>
                  <a:pt x="105156" y="124968"/>
                </a:lnTo>
                <a:lnTo>
                  <a:pt x="105156" y="192024"/>
                </a:lnTo>
                <a:lnTo>
                  <a:pt x="250360" y="192024"/>
                </a:lnTo>
                <a:lnTo>
                  <a:pt x="251121" y="205740"/>
                </a:lnTo>
                <a:lnTo>
                  <a:pt x="105156" y="205740"/>
                </a:lnTo>
                <a:lnTo>
                  <a:pt x="105156" y="220979"/>
                </a:lnTo>
                <a:lnTo>
                  <a:pt x="71628" y="233172"/>
                </a:lnTo>
                <a:close/>
              </a:path>
              <a:path w="556259" h="541019">
                <a:moveTo>
                  <a:pt x="248564" y="111252"/>
                </a:moveTo>
                <a:lnTo>
                  <a:pt x="217932" y="111252"/>
                </a:lnTo>
                <a:lnTo>
                  <a:pt x="217932" y="41148"/>
                </a:lnTo>
                <a:lnTo>
                  <a:pt x="254000" y="41148"/>
                </a:lnTo>
                <a:lnTo>
                  <a:pt x="248412" y="45720"/>
                </a:lnTo>
                <a:lnTo>
                  <a:pt x="248459" y="97178"/>
                </a:lnTo>
                <a:lnTo>
                  <a:pt x="248564" y="111252"/>
                </a:lnTo>
                <a:close/>
              </a:path>
              <a:path w="556259" h="541019">
                <a:moveTo>
                  <a:pt x="384048" y="112776"/>
                </a:moveTo>
                <a:lnTo>
                  <a:pt x="373380" y="112776"/>
                </a:lnTo>
                <a:lnTo>
                  <a:pt x="377404" y="95416"/>
                </a:lnTo>
                <a:lnTo>
                  <a:pt x="380428" y="77914"/>
                </a:lnTo>
                <a:lnTo>
                  <a:pt x="382595" y="60698"/>
                </a:lnTo>
                <a:lnTo>
                  <a:pt x="384048" y="44196"/>
                </a:lnTo>
                <a:lnTo>
                  <a:pt x="425195" y="44196"/>
                </a:lnTo>
                <a:lnTo>
                  <a:pt x="419195" y="53625"/>
                </a:lnTo>
                <a:lnTo>
                  <a:pt x="410337" y="68199"/>
                </a:lnTo>
                <a:lnTo>
                  <a:pt x="398621" y="87915"/>
                </a:lnTo>
                <a:lnTo>
                  <a:pt x="384048" y="112776"/>
                </a:lnTo>
                <a:close/>
              </a:path>
              <a:path w="556259" h="541019">
                <a:moveTo>
                  <a:pt x="522373" y="112776"/>
                </a:moveTo>
                <a:lnTo>
                  <a:pt x="475488" y="112776"/>
                </a:lnTo>
                <a:lnTo>
                  <a:pt x="492252" y="91440"/>
                </a:lnTo>
                <a:lnTo>
                  <a:pt x="522373" y="112776"/>
                </a:lnTo>
                <a:close/>
              </a:path>
              <a:path w="556259" h="541019">
                <a:moveTo>
                  <a:pt x="307848" y="345948"/>
                </a:moveTo>
                <a:lnTo>
                  <a:pt x="309943" y="289941"/>
                </a:lnTo>
                <a:lnTo>
                  <a:pt x="310714" y="246888"/>
                </a:lnTo>
                <a:lnTo>
                  <a:pt x="310817" y="211836"/>
                </a:lnTo>
                <a:lnTo>
                  <a:pt x="310634" y="187071"/>
                </a:lnTo>
                <a:lnTo>
                  <a:pt x="309943" y="153924"/>
                </a:lnTo>
                <a:lnTo>
                  <a:pt x="308967" y="123063"/>
                </a:lnTo>
                <a:lnTo>
                  <a:pt x="307848" y="94488"/>
                </a:lnTo>
                <a:lnTo>
                  <a:pt x="341376" y="112776"/>
                </a:lnTo>
                <a:lnTo>
                  <a:pt x="522373" y="112776"/>
                </a:lnTo>
                <a:lnTo>
                  <a:pt x="528828" y="117348"/>
                </a:lnTo>
                <a:lnTo>
                  <a:pt x="517093" y="128016"/>
                </a:lnTo>
                <a:lnTo>
                  <a:pt x="341376" y="128016"/>
                </a:lnTo>
                <a:lnTo>
                  <a:pt x="341376" y="326136"/>
                </a:lnTo>
                <a:lnTo>
                  <a:pt x="307848" y="345948"/>
                </a:lnTo>
                <a:close/>
              </a:path>
              <a:path w="556259" h="541019">
                <a:moveTo>
                  <a:pt x="250360" y="192024"/>
                </a:moveTo>
                <a:lnTo>
                  <a:pt x="217932" y="192024"/>
                </a:lnTo>
                <a:lnTo>
                  <a:pt x="217932" y="124968"/>
                </a:lnTo>
                <a:lnTo>
                  <a:pt x="248666" y="124968"/>
                </a:lnTo>
                <a:lnTo>
                  <a:pt x="248793" y="141922"/>
                </a:lnTo>
                <a:lnTo>
                  <a:pt x="249697" y="180093"/>
                </a:lnTo>
                <a:lnTo>
                  <a:pt x="250360" y="192024"/>
                </a:lnTo>
                <a:close/>
              </a:path>
              <a:path w="556259" h="541019">
                <a:moveTo>
                  <a:pt x="480060" y="338328"/>
                </a:moveTo>
                <a:lnTo>
                  <a:pt x="480060" y="128016"/>
                </a:lnTo>
                <a:lnTo>
                  <a:pt x="517093" y="128016"/>
                </a:lnTo>
                <a:lnTo>
                  <a:pt x="512064" y="132588"/>
                </a:lnTo>
                <a:lnTo>
                  <a:pt x="512119" y="261651"/>
                </a:lnTo>
                <a:lnTo>
                  <a:pt x="512236" y="273343"/>
                </a:lnTo>
                <a:lnTo>
                  <a:pt x="512706" y="296179"/>
                </a:lnTo>
                <a:lnTo>
                  <a:pt x="513588" y="321564"/>
                </a:lnTo>
                <a:lnTo>
                  <a:pt x="480060" y="338328"/>
                </a:lnTo>
                <a:close/>
              </a:path>
              <a:path w="556259" h="541019">
                <a:moveTo>
                  <a:pt x="262128" y="477011"/>
                </a:moveTo>
                <a:lnTo>
                  <a:pt x="257556" y="469392"/>
                </a:lnTo>
                <a:lnTo>
                  <a:pt x="291036" y="449937"/>
                </a:lnTo>
                <a:lnTo>
                  <a:pt x="318516" y="430339"/>
                </a:lnTo>
                <a:lnTo>
                  <a:pt x="356616" y="390144"/>
                </a:lnTo>
                <a:lnTo>
                  <a:pt x="378333" y="345757"/>
                </a:lnTo>
                <a:lnTo>
                  <a:pt x="388595" y="291274"/>
                </a:lnTo>
                <a:lnTo>
                  <a:pt x="390455" y="233172"/>
                </a:lnTo>
                <a:lnTo>
                  <a:pt x="390662" y="192024"/>
                </a:lnTo>
                <a:lnTo>
                  <a:pt x="390144" y="163068"/>
                </a:lnTo>
                <a:lnTo>
                  <a:pt x="441960" y="188976"/>
                </a:lnTo>
                <a:lnTo>
                  <a:pt x="423672" y="205740"/>
                </a:lnTo>
                <a:lnTo>
                  <a:pt x="422838" y="252293"/>
                </a:lnTo>
                <a:lnTo>
                  <a:pt x="420433" y="291274"/>
                </a:lnTo>
                <a:lnTo>
                  <a:pt x="411480" y="345948"/>
                </a:lnTo>
                <a:lnTo>
                  <a:pt x="393001" y="384238"/>
                </a:lnTo>
                <a:lnTo>
                  <a:pt x="364236" y="419100"/>
                </a:lnTo>
                <a:lnTo>
                  <a:pt x="321754" y="450342"/>
                </a:lnTo>
                <a:lnTo>
                  <a:pt x="294155" y="464105"/>
                </a:lnTo>
                <a:lnTo>
                  <a:pt x="262128" y="477011"/>
                </a:lnTo>
                <a:close/>
              </a:path>
              <a:path w="556259" h="541019">
                <a:moveTo>
                  <a:pt x="217932" y="228600"/>
                </a:moveTo>
                <a:lnTo>
                  <a:pt x="217932" y="205740"/>
                </a:lnTo>
                <a:lnTo>
                  <a:pt x="251121" y="205740"/>
                </a:lnTo>
                <a:lnTo>
                  <a:pt x="251460" y="211836"/>
                </a:lnTo>
                <a:lnTo>
                  <a:pt x="217932" y="228600"/>
                </a:lnTo>
                <a:close/>
              </a:path>
              <a:path w="556259" h="541019">
                <a:moveTo>
                  <a:pt x="39624" y="280416"/>
                </a:moveTo>
                <a:lnTo>
                  <a:pt x="18288" y="259079"/>
                </a:lnTo>
                <a:lnTo>
                  <a:pt x="228600" y="259079"/>
                </a:lnTo>
                <a:lnTo>
                  <a:pt x="257556" y="230124"/>
                </a:lnTo>
                <a:lnTo>
                  <a:pt x="295656" y="272796"/>
                </a:lnTo>
                <a:lnTo>
                  <a:pt x="97536" y="272796"/>
                </a:lnTo>
                <a:lnTo>
                  <a:pt x="82057" y="273343"/>
                </a:lnTo>
                <a:lnTo>
                  <a:pt x="67437" y="274891"/>
                </a:lnTo>
                <a:lnTo>
                  <a:pt x="53387" y="277296"/>
                </a:lnTo>
                <a:lnTo>
                  <a:pt x="39624" y="280416"/>
                </a:lnTo>
                <a:close/>
              </a:path>
              <a:path w="556259" h="541019">
                <a:moveTo>
                  <a:pt x="178308" y="455676"/>
                </a:moveTo>
                <a:lnTo>
                  <a:pt x="147828" y="455676"/>
                </a:lnTo>
                <a:lnTo>
                  <a:pt x="147828" y="272796"/>
                </a:lnTo>
                <a:lnTo>
                  <a:pt x="178308" y="272796"/>
                </a:lnTo>
                <a:lnTo>
                  <a:pt x="178308" y="356616"/>
                </a:lnTo>
                <a:lnTo>
                  <a:pt x="273529" y="356616"/>
                </a:lnTo>
                <a:lnTo>
                  <a:pt x="286512" y="371856"/>
                </a:lnTo>
                <a:lnTo>
                  <a:pt x="178308" y="371856"/>
                </a:lnTo>
                <a:lnTo>
                  <a:pt x="178308" y="455676"/>
                </a:lnTo>
                <a:close/>
              </a:path>
              <a:path w="556259" h="541019">
                <a:moveTo>
                  <a:pt x="6096" y="541020"/>
                </a:moveTo>
                <a:lnTo>
                  <a:pt x="0" y="536448"/>
                </a:lnTo>
                <a:lnTo>
                  <a:pt x="13120" y="510159"/>
                </a:lnTo>
                <a:lnTo>
                  <a:pt x="24955" y="481584"/>
                </a:lnTo>
                <a:lnTo>
                  <a:pt x="44196" y="417576"/>
                </a:lnTo>
                <a:lnTo>
                  <a:pt x="55435" y="353949"/>
                </a:lnTo>
                <a:lnTo>
                  <a:pt x="60960" y="297179"/>
                </a:lnTo>
                <a:lnTo>
                  <a:pt x="109728" y="321564"/>
                </a:lnTo>
                <a:lnTo>
                  <a:pt x="100917" y="328707"/>
                </a:lnTo>
                <a:lnTo>
                  <a:pt x="92964" y="343281"/>
                </a:lnTo>
                <a:lnTo>
                  <a:pt x="86153" y="365283"/>
                </a:lnTo>
                <a:lnTo>
                  <a:pt x="80772" y="394716"/>
                </a:lnTo>
                <a:lnTo>
                  <a:pt x="93934" y="409956"/>
                </a:lnTo>
                <a:lnTo>
                  <a:pt x="76200" y="409956"/>
                </a:lnTo>
                <a:lnTo>
                  <a:pt x="60677" y="450723"/>
                </a:lnTo>
                <a:lnTo>
                  <a:pt x="44005" y="485775"/>
                </a:lnTo>
                <a:lnTo>
                  <a:pt x="25836" y="515826"/>
                </a:lnTo>
                <a:lnTo>
                  <a:pt x="6096" y="541020"/>
                </a:lnTo>
                <a:close/>
              </a:path>
              <a:path w="556259" h="541019">
                <a:moveTo>
                  <a:pt x="273529" y="356616"/>
                </a:moveTo>
                <a:lnTo>
                  <a:pt x="224028" y="356616"/>
                </a:lnTo>
                <a:lnTo>
                  <a:pt x="251460" y="330708"/>
                </a:lnTo>
                <a:lnTo>
                  <a:pt x="273529" y="356616"/>
                </a:lnTo>
                <a:close/>
              </a:path>
              <a:path w="556259" h="541019">
                <a:moveTo>
                  <a:pt x="522732" y="460248"/>
                </a:moveTo>
                <a:lnTo>
                  <a:pt x="518160" y="460248"/>
                </a:lnTo>
                <a:lnTo>
                  <a:pt x="515540" y="458795"/>
                </a:lnTo>
                <a:lnTo>
                  <a:pt x="512064" y="454342"/>
                </a:lnTo>
                <a:lnTo>
                  <a:pt x="507444" y="446746"/>
                </a:lnTo>
                <a:lnTo>
                  <a:pt x="501395" y="435864"/>
                </a:lnTo>
                <a:lnTo>
                  <a:pt x="489370" y="418457"/>
                </a:lnTo>
                <a:lnTo>
                  <a:pt x="471487" y="398335"/>
                </a:lnTo>
                <a:lnTo>
                  <a:pt x="447603" y="375642"/>
                </a:lnTo>
                <a:lnTo>
                  <a:pt x="417576" y="350520"/>
                </a:lnTo>
                <a:lnTo>
                  <a:pt x="423672" y="342900"/>
                </a:lnTo>
                <a:lnTo>
                  <a:pt x="464462" y="362664"/>
                </a:lnTo>
                <a:lnTo>
                  <a:pt x="515183" y="391334"/>
                </a:lnTo>
                <a:lnTo>
                  <a:pt x="533400" y="417576"/>
                </a:lnTo>
                <a:lnTo>
                  <a:pt x="533285" y="430339"/>
                </a:lnTo>
                <a:lnTo>
                  <a:pt x="531876" y="437387"/>
                </a:lnTo>
                <a:lnTo>
                  <a:pt x="525780" y="455676"/>
                </a:lnTo>
                <a:lnTo>
                  <a:pt x="522732" y="460248"/>
                </a:lnTo>
                <a:close/>
              </a:path>
              <a:path w="556259" h="541019">
                <a:moveTo>
                  <a:pt x="436351" y="524621"/>
                </a:moveTo>
                <a:lnTo>
                  <a:pt x="371977" y="523890"/>
                </a:lnTo>
                <a:lnTo>
                  <a:pt x="318942" y="522061"/>
                </a:lnTo>
                <a:lnTo>
                  <a:pt x="277246" y="519135"/>
                </a:lnTo>
                <a:lnTo>
                  <a:pt x="217741" y="508825"/>
                </a:lnTo>
                <a:lnTo>
                  <a:pt x="169735" y="492823"/>
                </a:lnTo>
                <a:lnTo>
                  <a:pt x="132564" y="470820"/>
                </a:lnTo>
                <a:lnTo>
                  <a:pt x="95369" y="434244"/>
                </a:lnTo>
                <a:lnTo>
                  <a:pt x="76200" y="409956"/>
                </a:lnTo>
                <a:lnTo>
                  <a:pt x="93934" y="409956"/>
                </a:lnTo>
                <a:lnTo>
                  <a:pt x="95107" y="411313"/>
                </a:lnTo>
                <a:lnTo>
                  <a:pt x="110871" y="426910"/>
                </a:lnTo>
                <a:lnTo>
                  <a:pt x="128349" y="441650"/>
                </a:lnTo>
                <a:lnTo>
                  <a:pt x="147828" y="455676"/>
                </a:lnTo>
                <a:lnTo>
                  <a:pt x="178308" y="455676"/>
                </a:lnTo>
                <a:lnTo>
                  <a:pt x="178308" y="464820"/>
                </a:lnTo>
                <a:lnTo>
                  <a:pt x="206597" y="473964"/>
                </a:lnTo>
                <a:lnTo>
                  <a:pt x="243459" y="480822"/>
                </a:lnTo>
                <a:lnTo>
                  <a:pt x="288893" y="485394"/>
                </a:lnTo>
                <a:lnTo>
                  <a:pt x="342900" y="487680"/>
                </a:lnTo>
                <a:lnTo>
                  <a:pt x="552841" y="487680"/>
                </a:lnTo>
                <a:lnTo>
                  <a:pt x="537138" y="494680"/>
                </a:lnTo>
                <a:lnTo>
                  <a:pt x="523303" y="504063"/>
                </a:lnTo>
                <a:lnTo>
                  <a:pt x="514897" y="514016"/>
                </a:lnTo>
                <a:lnTo>
                  <a:pt x="512064" y="524256"/>
                </a:lnTo>
                <a:lnTo>
                  <a:pt x="436351" y="524621"/>
                </a:lnTo>
                <a:close/>
              </a:path>
              <a:path w="556259" h="541019">
                <a:moveTo>
                  <a:pt x="552841" y="487680"/>
                </a:moveTo>
                <a:lnTo>
                  <a:pt x="342900" y="487680"/>
                </a:lnTo>
                <a:lnTo>
                  <a:pt x="399811" y="487084"/>
                </a:lnTo>
                <a:lnTo>
                  <a:pt x="454152" y="485203"/>
                </a:lnTo>
                <a:lnTo>
                  <a:pt x="506206" y="481893"/>
                </a:lnTo>
                <a:lnTo>
                  <a:pt x="556260" y="477011"/>
                </a:lnTo>
                <a:lnTo>
                  <a:pt x="556260" y="486156"/>
                </a:lnTo>
                <a:lnTo>
                  <a:pt x="552841" y="487680"/>
                </a:lnTo>
                <a:close/>
              </a:path>
            </a:pathLst>
          </a:custGeom>
          <a:solidFill>
            <a:srgbClr val="3333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" name="object 18"/>
          <p:cNvSpPr/>
          <p:nvPr/>
        </p:nvSpPr>
        <p:spPr>
          <a:xfrm>
            <a:off x="1751075" y="2552700"/>
            <a:ext cx="155575" cy="155575"/>
          </a:xfrm>
          <a:custGeom>
            <a:avLst/>
            <a:gdLst/>
            <a:ahLst/>
            <a:cxnLst/>
            <a:rect l="l" t="t" r="r" b="b"/>
            <a:pathLst>
              <a:path w="155575" h="155575">
                <a:moveTo>
                  <a:pt x="155448" y="155448"/>
                </a:moveTo>
                <a:lnTo>
                  <a:pt x="0" y="155448"/>
                </a:lnTo>
                <a:lnTo>
                  <a:pt x="0" y="0"/>
                </a:lnTo>
                <a:lnTo>
                  <a:pt x="155448" y="0"/>
                </a:lnTo>
                <a:lnTo>
                  <a:pt x="155448" y="155448"/>
                </a:lnTo>
                <a:close/>
              </a:path>
            </a:pathLst>
          </a:custGeom>
          <a:solidFill>
            <a:srgbClr val="3333C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" name="object 19"/>
          <p:cNvSpPr/>
          <p:nvPr/>
        </p:nvSpPr>
        <p:spPr>
          <a:xfrm>
            <a:off x="2173224" y="2366772"/>
            <a:ext cx="326390" cy="399415"/>
          </a:xfrm>
          <a:custGeom>
            <a:avLst/>
            <a:gdLst/>
            <a:ahLst/>
            <a:cxnLst/>
            <a:rect l="l" t="t" r="r" b="b"/>
            <a:pathLst>
              <a:path w="326389" h="399414">
                <a:moveTo>
                  <a:pt x="76200" y="85344"/>
                </a:moveTo>
                <a:lnTo>
                  <a:pt x="68580" y="85344"/>
                </a:lnTo>
                <a:lnTo>
                  <a:pt x="65532" y="80772"/>
                </a:lnTo>
                <a:lnTo>
                  <a:pt x="64008" y="70104"/>
                </a:lnTo>
                <a:lnTo>
                  <a:pt x="58293" y="56388"/>
                </a:lnTo>
                <a:lnTo>
                  <a:pt x="50482" y="40767"/>
                </a:lnTo>
                <a:lnTo>
                  <a:pt x="40647" y="23383"/>
                </a:lnTo>
                <a:lnTo>
                  <a:pt x="28956" y="4572"/>
                </a:lnTo>
                <a:lnTo>
                  <a:pt x="33528" y="0"/>
                </a:lnTo>
                <a:lnTo>
                  <a:pt x="72104" y="26360"/>
                </a:lnTo>
                <a:lnTo>
                  <a:pt x="91440" y="48768"/>
                </a:lnTo>
                <a:lnTo>
                  <a:pt x="91440" y="60960"/>
                </a:lnTo>
                <a:lnTo>
                  <a:pt x="88392" y="67056"/>
                </a:lnTo>
                <a:lnTo>
                  <a:pt x="79248" y="82296"/>
                </a:lnTo>
                <a:lnTo>
                  <a:pt x="76200" y="85344"/>
                </a:lnTo>
                <a:close/>
              </a:path>
              <a:path w="326389" h="399414">
                <a:moveTo>
                  <a:pt x="146304" y="60960"/>
                </a:moveTo>
                <a:lnTo>
                  <a:pt x="131064" y="45720"/>
                </a:lnTo>
                <a:lnTo>
                  <a:pt x="281940" y="45720"/>
                </a:lnTo>
                <a:lnTo>
                  <a:pt x="295656" y="24384"/>
                </a:lnTo>
                <a:lnTo>
                  <a:pt x="326136" y="48768"/>
                </a:lnTo>
                <a:lnTo>
                  <a:pt x="317669" y="56388"/>
                </a:lnTo>
                <a:lnTo>
                  <a:pt x="188976" y="56388"/>
                </a:lnTo>
                <a:lnTo>
                  <a:pt x="177807" y="56673"/>
                </a:lnTo>
                <a:lnTo>
                  <a:pt x="167068" y="57531"/>
                </a:lnTo>
                <a:lnTo>
                  <a:pt x="156614" y="58959"/>
                </a:lnTo>
                <a:lnTo>
                  <a:pt x="146304" y="60960"/>
                </a:lnTo>
                <a:close/>
              </a:path>
              <a:path w="326389" h="399414">
                <a:moveTo>
                  <a:pt x="309537" y="355092"/>
                </a:moveTo>
                <a:lnTo>
                  <a:pt x="277368" y="355092"/>
                </a:lnTo>
                <a:lnTo>
                  <a:pt x="283464" y="350520"/>
                </a:lnTo>
                <a:lnTo>
                  <a:pt x="283464" y="56388"/>
                </a:lnTo>
                <a:lnTo>
                  <a:pt x="317669" y="56388"/>
                </a:lnTo>
                <a:lnTo>
                  <a:pt x="310895" y="62484"/>
                </a:lnTo>
                <a:lnTo>
                  <a:pt x="310895" y="344424"/>
                </a:lnTo>
                <a:lnTo>
                  <a:pt x="309537" y="355092"/>
                </a:lnTo>
                <a:close/>
              </a:path>
              <a:path w="326389" h="399414">
                <a:moveTo>
                  <a:pt x="0" y="399288"/>
                </a:moveTo>
                <a:lnTo>
                  <a:pt x="1119" y="359854"/>
                </a:lnTo>
                <a:lnTo>
                  <a:pt x="2095" y="316992"/>
                </a:lnTo>
                <a:lnTo>
                  <a:pt x="2709" y="275844"/>
                </a:lnTo>
                <a:lnTo>
                  <a:pt x="3014" y="214884"/>
                </a:lnTo>
                <a:lnTo>
                  <a:pt x="2786" y="173474"/>
                </a:lnTo>
                <a:lnTo>
                  <a:pt x="2067" y="132588"/>
                </a:lnTo>
                <a:lnTo>
                  <a:pt x="1119" y="100750"/>
                </a:lnTo>
                <a:lnTo>
                  <a:pt x="0" y="74676"/>
                </a:lnTo>
                <a:lnTo>
                  <a:pt x="44196" y="99060"/>
                </a:lnTo>
                <a:lnTo>
                  <a:pt x="28956" y="109728"/>
                </a:lnTo>
                <a:lnTo>
                  <a:pt x="28956" y="387096"/>
                </a:lnTo>
                <a:lnTo>
                  <a:pt x="0" y="399288"/>
                </a:lnTo>
                <a:close/>
              </a:path>
              <a:path w="326389" h="399414">
                <a:moveTo>
                  <a:pt x="240356" y="152400"/>
                </a:moveTo>
                <a:lnTo>
                  <a:pt x="202692" y="152400"/>
                </a:lnTo>
                <a:lnTo>
                  <a:pt x="214883" y="132588"/>
                </a:lnTo>
                <a:lnTo>
                  <a:pt x="240356" y="152400"/>
                </a:lnTo>
                <a:close/>
              </a:path>
              <a:path w="326389" h="399414">
                <a:moveTo>
                  <a:pt x="82296" y="307848"/>
                </a:moveTo>
                <a:lnTo>
                  <a:pt x="83177" y="283035"/>
                </a:lnTo>
                <a:lnTo>
                  <a:pt x="83629" y="259080"/>
                </a:lnTo>
                <a:lnTo>
                  <a:pt x="83729" y="245364"/>
                </a:lnTo>
                <a:lnTo>
                  <a:pt x="83796" y="195191"/>
                </a:lnTo>
                <a:lnTo>
                  <a:pt x="83629" y="175069"/>
                </a:lnTo>
                <a:lnTo>
                  <a:pt x="83177" y="154662"/>
                </a:lnTo>
                <a:lnTo>
                  <a:pt x="82296" y="134112"/>
                </a:lnTo>
                <a:lnTo>
                  <a:pt x="108204" y="152400"/>
                </a:lnTo>
                <a:lnTo>
                  <a:pt x="240356" y="152400"/>
                </a:lnTo>
                <a:lnTo>
                  <a:pt x="242316" y="153924"/>
                </a:lnTo>
                <a:lnTo>
                  <a:pt x="232029" y="163068"/>
                </a:lnTo>
                <a:lnTo>
                  <a:pt x="108204" y="163068"/>
                </a:lnTo>
                <a:lnTo>
                  <a:pt x="108204" y="265176"/>
                </a:lnTo>
                <a:lnTo>
                  <a:pt x="228778" y="265176"/>
                </a:lnTo>
                <a:lnTo>
                  <a:pt x="228790" y="265938"/>
                </a:lnTo>
                <a:lnTo>
                  <a:pt x="229163" y="275844"/>
                </a:lnTo>
                <a:lnTo>
                  <a:pt x="108204" y="275844"/>
                </a:lnTo>
                <a:lnTo>
                  <a:pt x="108204" y="298704"/>
                </a:lnTo>
                <a:lnTo>
                  <a:pt x="82296" y="307848"/>
                </a:lnTo>
                <a:close/>
              </a:path>
              <a:path w="326389" h="399414">
                <a:moveTo>
                  <a:pt x="228778" y="265176"/>
                </a:moveTo>
                <a:lnTo>
                  <a:pt x="204216" y="265176"/>
                </a:lnTo>
                <a:lnTo>
                  <a:pt x="204216" y="163068"/>
                </a:lnTo>
                <a:lnTo>
                  <a:pt x="232029" y="163068"/>
                </a:lnTo>
                <a:lnTo>
                  <a:pt x="228600" y="166116"/>
                </a:lnTo>
                <a:lnTo>
                  <a:pt x="228685" y="259080"/>
                </a:lnTo>
                <a:lnTo>
                  <a:pt x="228778" y="265176"/>
                </a:lnTo>
                <a:close/>
              </a:path>
              <a:path w="326389" h="399414">
                <a:moveTo>
                  <a:pt x="204216" y="301752"/>
                </a:moveTo>
                <a:lnTo>
                  <a:pt x="204216" y="275844"/>
                </a:lnTo>
                <a:lnTo>
                  <a:pt x="229163" y="275844"/>
                </a:lnTo>
                <a:lnTo>
                  <a:pt x="229242" y="277939"/>
                </a:lnTo>
                <a:lnTo>
                  <a:pt x="230124" y="291083"/>
                </a:lnTo>
                <a:lnTo>
                  <a:pt x="204216" y="301752"/>
                </a:lnTo>
                <a:close/>
              </a:path>
              <a:path w="326389" h="399414">
                <a:moveTo>
                  <a:pt x="266700" y="399288"/>
                </a:moveTo>
                <a:lnTo>
                  <a:pt x="262985" y="384667"/>
                </a:lnTo>
                <a:lnTo>
                  <a:pt x="251841" y="372618"/>
                </a:lnTo>
                <a:lnTo>
                  <a:pt x="233267" y="362854"/>
                </a:lnTo>
                <a:lnTo>
                  <a:pt x="207264" y="355092"/>
                </a:lnTo>
                <a:lnTo>
                  <a:pt x="207264" y="348996"/>
                </a:lnTo>
                <a:lnTo>
                  <a:pt x="241363" y="351282"/>
                </a:lnTo>
                <a:lnTo>
                  <a:pt x="254627" y="352425"/>
                </a:lnTo>
                <a:lnTo>
                  <a:pt x="265176" y="353568"/>
                </a:lnTo>
                <a:lnTo>
                  <a:pt x="277368" y="355092"/>
                </a:lnTo>
                <a:lnTo>
                  <a:pt x="309537" y="355092"/>
                </a:lnTo>
                <a:lnTo>
                  <a:pt x="308276" y="364998"/>
                </a:lnTo>
                <a:lnTo>
                  <a:pt x="300228" y="381000"/>
                </a:lnTo>
                <a:lnTo>
                  <a:pt x="286464" y="392430"/>
                </a:lnTo>
                <a:lnTo>
                  <a:pt x="266700" y="39928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" name="object 20"/>
          <p:cNvSpPr/>
          <p:nvPr/>
        </p:nvSpPr>
        <p:spPr>
          <a:xfrm>
            <a:off x="2567940" y="2374392"/>
            <a:ext cx="405765" cy="393700"/>
          </a:xfrm>
          <a:custGeom>
            <a:avLst/>
            <a:gdLst/>
            <a:ahLst/>
            <a:cxnLst/>
            <a:rect l="l" t="t" r="r" b="b"/>
            <a:pathLst>
              <a:path w="405764" h="393700">
                <a:moveTo>
                  <a:pt x="217932" y="36576"/>
                </a:moveTo>
                <a:lnTo>
                  <a:pt x="202692" y="21336"/>
                </a:lnTo>
                <a:lnTo>
                  <a:pt x="353568" y="21336"/>
                </a:lnTo>
                <a:lnTo>
                  <a:pt x="374904" y="0"/>
                </a:lnTo>
                <a:lnTo>
                  <a:pt x="402336" y="32004"/>
                </a:lnTo>
                <a:lnTo>
                  <a:pt x="259080" y="32004"/>
                </a:lnTo>
                <a:lnTo>
                  <a:pt x="248578" y="32289"/>
                </a:lnTo>
                <a:lnTo>
                  <a:pt x="237934" y="33147"/>
                </a:lnTo>
                <a:lnTo>
                  <a:pt x="227576" y="34575"/>
                </a:lnTo>
                <a:lnTo>
                  <a:pt x="217932" y="36576"/>
                </a:lnTo>
                <a:close/>
              </a:path>
              <a:path w="405764" h="393700">
                <a:moveTo>
                  <a:pt x="189846" y="19812"/>
                </a:moveTo>
                <a:lnTo>
                  <a:pt x="155448" y="19812"/>
                </a:lnTo>
                <a:lnTo>
                  <a:pt x="167640" y="1524"/>
                </a:lnTo>
                <a:lnTo>
                  <a:pt x="189846" y="19812"/>
                </a:lnTo>
                <a:close/>
              </a:path>
              <a:path w="405764" h="393700">
                <a:moveTo>
                  <a:pt x="53340" y="169164"/>
                </a:moveTo>
                <a:lnTo>
                  <a:pt x="53578" y="148566"/>
                </a:lnTo>
                <a:lnTo>
                  <a:pt x="54625" y="106799"/>
                </a:lnTo>
                <a:lnTo>
                  <a:pt x="54745" y="96012"/>
                </a:lnTo>
                <a:lnTo>
                  <a:pt x="54830" y="82296"/>
                </a:lnTo>
                <a:lnTo>
                  <a:pt x="54620" y="63722"/>
                </a:lnTo>
                <a:lnTo>
                  <a:pt x="53578" y="23407"/>
                </a:lnTo>
                <a:lnTo>
                  <a:pt x="53340" y="4572"/>
                </a:lnTo>
                <a:lnTo>
                  <a:pt x="77724" y="19812"/>
                </a:lnTo>
                <a:lnTo>
                  <a:pt x="189846" y="19812"/>
                </a:lnTo>
                <a:lnTo>
                  <a:pt x="193548" y="22860"/>
                </a:lnTo>
                <a:lnTo>
                  <a:pt x="186581" y="28956"/>
                </a:lnTo>
                <a:lnTo>
                  <a:pt x="77724" y="28956"/>
                </a:lnTo>
                <a:lnTo>
                  <a:pt x="77724" y="79248"/>
                </a:lnTo>
                <a:lnTo>
                  <a:pt x="181422" y="79248"/>
                </a:lnTo>
                <a:lnTo>
                  <a:pt x="181477" y="89916"/>
                </a:lnTo>
                <a:lnTo>
                  <a:pt x="77724" y="89916"/>
                </a:lnTo>
                <a:lnTo>
                  <a:pt x="77724" y="138684"/>
                </a:lnTo>
                <a:lnTo>
                  <a:pt x="182330" y="138684"/>
                </a:lnTo>
                <a:lnTo>
                  <a:pt x="182757" y="149352"/>
                </a:lnTo>
                <a:lnTo>
                  <a:pt x="77724" y="149352"/>
                </a:lnTo>
                <a:lnTo>
                  <a:pt x="77724" y="160020"/>
                </a:lnTo>
                <a:lnTo>
                  <a:pt x="53340" y="169164"/>
                </a:lnTo>
                <a:close/>
              </a:path>
              <a:path w="405764" h="393700">
                <a:moveTo>
                  <a:pt x="181422" y="79248"/>
                </a:moveTo>
                <a:lnTo>
                  <a:pt x="158496" y="79248"/>
                </a:lnTo>
                <a:lnTo>
                  <a:pt x="158496" y="28956"/>
                </a:lnTo>
                <a:lnTo>
                  <a:pt x="186581" y="28956"/>
                </a:lnTo>
                <a:lnTo>
                  <a:pt x="181356" y="33528"/>
                </a:lnTo>
                <a:lnTo>
                  <a:pt x="181422" y="79248"/>
                </a:lnTo>
                <a:close/>
              </a:path>
              <a:path w="405764" h="393700">
                <a:moveTo>
                  <a:pt x="280416" y="82296"/>
                </a:moveTo>
                <a:lnTo>
                  <a:pt x="271272" y="82296"/>
                </a:lnTo>
                <a:lnTo>
                  <a:pt x="274415" y="68865"/>
                </a:lnTo>
                <a:lnTo>
                  <a:pt x="276987" y="56007"/>
                </a:lnTo>
                <a:lnTo>
                  <a:pt x="278987" y="43719"/>
                </a:lnTo>
                <a:lnTo>
                  <a:pt x="280416" y="32004"/>
                </a:lnTo>
                <a:lnTo>
                  <a:pt x="309372" y="32004"/>
                </a:lnTo>
                <a:lnTo>
                  <a:pt x="305061" y="38576"/>
                </a:lnTo>
                <a:lnTo>
                  <a:pt x="298894" y="49149"/>
                </a:lnTo>
                <a:lnTo>
                  <a:pt x="290607" y="63936"/>
                </a:lnTo>
                <a:lnTo>
                  <a:pt x="280416" y="82296"/>
                </a:lnTo>
                <a:close/>
              </a:path>
              <a:path w="405764" h="393700">
                <a:moveTo>
                  <a:pt x="381351" y="82296"/>
                </a:moveTo>
                <a:lnTo>
                  <a:pt x="345948" y="82296"/>
                </a:lnTo>
                <a:lnTo>
                  <a:pt x="358140" y="65532"/>
                </a:lnTo>
                <a:lnTo>
                  <a:pt x="381351" y="82296"/>
                </a:lnTo>
                <a:close/>
              </a:path>
              <a:path w="405764" h="393700">
                <a:moveTo>
                  <a:pt x="225552" y="249936"/>
                </a:moveTo>
                <a:lnTo>
                  <a:pt x="225790" y="230766"/>
                </a:lnTo>
                <a:lnTo>
                  <a:pt x="226767" y="189809"/>
                </a:lnTo>
                <a:lnTo>
                  <a:pt x="226872" y="183094"/>
                </a:lnTo>
                <a:lnTo>
                  <a:pt x="226965" y="149352"/>
                </a:lnTo>
                <a:lnTo>
                  <a:pt x="226855" y="137160"/>
                </a:lnTo>
                <a:lnTo>
                  <a:pt x="226734" y="130397"/>
                </a:lnTo>
                <a:lnTo>
                  <a:pt x="225790" y="88249"/>
                </a:lnTo>
                <a:lnTo>
                  <a:pt x="225552" y="67056"/>
                </a:lnTo>
                <a:lnTo>
                  <a:pt x="249936" y="82296"/>
                </a:lnTo>
                <a:lnTo>
                  <a:pt x="381351" y="82296"/>
                </a:lnTo>
                <a:lnTo>
                  <a:pt x="385572" y="85344"/>
                </a:lnTo>
                <a:lnTo>
                  <a:pt x="378605" y="91440"/>
                </a:lnTo>
                <a:lnTo>
                  <a:pt x="249936" y="91440"/>
                </a:lnTo>
                <a:lnTo>
                  <a:pt x="249936" y="236220"/>
                </a:lnTo>
                <a:lnTo>
                  <a:pt x="225552" y="249936"/>
                </a:lnTo>
                <a:close/>
              </a:path>
              <a:path w="405764" h="393700">
                <a:moveTo>
                  <a:pt x="182330" y="138684"/>
                </a:moveTo>
                <a:lnTo>
                  <a:pt x="158496" y="138684"/>
                </a:lnTo>
                <a:lnTo>
                  <a:pt x="158496" y="89916"/>
                </a:lnTo>
                <a:lnTo>
                  <a:pt x="181477" y="89916"/>
                </a:lnTo>
                <a:lnTo>
                  <a:pt x="181546" y="103251"/>
                </a:lnTo>
                <a:lnTo>
                  <a:pt x="181998" y="130397"/>
                </a:lnTo>
                <a:lnTo>
                  <a:pt x="182330" y="138684"/>
                </a:lnTo>
                <a:close/>
              </a:path>
              <a:path w="405764" h="393700">
                <a:moveTo>
                  <a:pt x="350520" y="245363"/>
                </a:moveTo>
                <a:lnTo>
                  <a:pt x="350520" y="91440"/>
                </a:lnTo>
                <a:lnTo>
                  <a:pt x="378605" y="91440"/>
                </a:lnTo>
                <a:lnTo>
                  <a:pt x="373380" y="96012"/>
                </a:lnTo>
                <a:lnTo>
                  <a:pt x="373427" y="189809"/>
                </a:lnTo>
                <a:lnTo>
                  <a:pt x="373552" y="198405"/>
                </a:lnTo>
                <a:lnTo>
                  <a:pt x="374038" y="214884"/>
                </a:lnTo>
                <a:lnTo>
                  <a:pt x="374904" y="233172"/>
                </a:lnTo>
                <a:lnTo>
                  <a:pt x="350520" y="245363"/>
                </a:lnTo>
                <a:close/>
              </a:path>
              <a:path w="405764" h="393700">
                <a:moveTo>
                  <a:pt x="192024" y="345948"/>
                </a:moveTo>
                <a:lnTo>
                  <a:pt x="188976" y="341376"/>
                </a:lnTo>
                <a:lnTo>
                  <a:pt x="212383" y="327398"/>
                </a:lnTo>
                <a:lnTo>
                  <a:pt x="232219" y="312991"/>
                </a:lnTo>
                <a:lnTo>
                  <a:pt x="260604" y="283463"/>
                </a:lnTo>
                <a:lnTo>
                  <a:pt x="281178" y="231814"/>
                </a:lnTo>
                <a:lnTo>
                  <a:pt x="284321" y="189809"/>
                </a:lnTo>
                <a:lnTo>
                  <a:pt x="284540" y="161544"/>
                </a:lnTo>
                <a:lnTo>
                  <a:pt x="284321" y="143470"/>
                </a:lnTo>
                <a:lnTo>
                  <a:pt x="283464" y="118872"/>
                </a:lnTo>
                <a:lnTo>
                  <a:pt x="321564" y="137160"/>
                </a:lnTo>
                <a:lnTo>
                  <a:pt x="307848" y="149352"/>
                </a:lnTo>
                <a:lnTo>
                  <a:pt x="307300" y="183094"/>
                </a:lnTo>
                <a:lnTo>
                  <a:pt x="305752" y="211264"/>
                </a:lnTo>
                <a:lnTo>
                  <a:pt x="300228" y="251460"/>
                </a:lnTo>
                <a:lnTo>
                  <a:pt x="276867" y="291965"/>
                </a:lnTo>
                <a:lnTo>
                  <a:pt x="234315" y="326517"/>
                </a:lnTo>
                <a:lnTo>
                  <a:pt x="214598" y="336518"/>
                </a:lnTo>
                <a:lnTo>
                  <a:pt x="192024" y="345948"/>
                </a:lnTo>
                <a:close/>
              </a:path>
              <a:path w="405764" h="393700">
                <a:moveTo>
                  <a:pt x="158496" y="164592"/>
                </a:moveTo>
                <a:lnTo>
                  <a:pt x="158496" y="149352"/>
                </a:lnTo>
                <a:lnTo>
                  <a:pt x="182757" y="149352"/>
                </a:lnTo>
                <a:lnTo>
                  <a:pt x="182880" y="152400"/>
                </a:lnTo>
                <a:lnTo>
                  <a:pt x="158496" y="164592"/>
                </a:lnTo>
                <a:close/>
              </a:path>
              <a:path w="405764" h="393700">
                <a:moveTo>
                  <a:pt x="30480" y="202692"/>
                </a:moveTo>
                <a:lnTo>
                  <a:pt x="13716" y="187451"/>
                </a:lnTo>
                <a:lnTo>
                  <a:pt x="167640" y="187451"/>
                </a:lnTo>
                <a:lnTo>
                  <a:pt x="188976" y="167640"/>
                </a:lnTo>
                <a:lnTo>
                  <a:pt x="216408" y="198120"/>
                </a:lnTo>
                <a:lnTo>
                  <a:pt x="71628" y="198120"/>
                </a:lnTo>
                <a:lnTo>
                  <a:pt x="60483" y="198405"/>
                </a:lnTo>
                <a:lnTo>
                  <a:pt x="49911" y="199263"/>
                </a:lnTo>
                <a:lnTo>
                  <a:pt x="39909" y="200691"/>
                </a:lnTo>
                <a:lnTo>
                  <a:pt x="30480" y="202692"/>
                </a:lnTo>
                <a:close/>
              </a:path>
              <a:path w="405764" h="393700">
                <a:moveTo>
                  <a:pt x="131064" y="330708"/>
                </a:moveTo>
                <a:lnTo>
                  <a:pt x="108204" y="330708"/>
                </a:lnTo>
                <a:lnTo>
                  <a:pt x="108204" y="198120"/>
                </a:lnTo>
                <a:lnTo>
                  <a:pt x="131064" y="198120"/>
                </a:lnTo>
                <a:lnTo>
                  <a:pt x="131064" y="259080"/>
                </a:lnTo>
                <a:lnTo>
                  <a:pt x="199720" y="259080"/>
                </a:lnTo>
                <a:lnTo>
                  <a:pt x="208788" y="269748"/>
                </a:lnTo>
                <a:lnTo>
                  <a:pt x="131064" y="269748"/>
                </a:lnTo>
                <a:lnTo>
                  <a:pt x="131064" y="330708"/>
                </a:lnTo>
                <a:close/>
              </a:path>
              <a:path w="405764" h="393700">
                <a:moveTo>
                  <a:pt x="6096" y="393192"/>
                </a:moveTo>
                <a:lnTo>
                  <a:pt x="0" y="390143"/>
                </a:lnTo>
                <a:lnTo>
                  <a:pt x="9715" y="370998"/>
                </a:lnTo>
                <a:lnTo>
                  <a:pt x="18288" y="350139"/>
                </a:lnTo>
                <a:lnTo>
                  <a:pt x="32004" y="303275"/>
                </a:lnTo>
                <a:lnTo>
                  <a:pt x="41148" y="256222"/>
                </a:lnTo>
                <a:lnTo>
                  <a:pt x="45720" y="214884"/>
                </a:lnTo>
                <a:lnTo>
                  <a:pt x="80772" y="233172"/>
                </a:lnTo>
                <a:lnTo>
                  <a:pt x="74223" y="238291"/>
                </a:lnTo>
                <a:lnTo>
                  <a:pt x="68389" y="248983"/>
                </a:lnTo>
                <a:lnTo>
                  <a:pt x="63403" y="265152"/>
                </a:lnTo>
                <a:lnTo>
                  <a:pt x="59436" y="286512"/>
                </a:lnTo>
                <a:lnTo>
                  <a:pt x="68269" y="297180"/>
                </a:lnTo>
                <a:lnTo>
                  <a:pt x="56388" y="297180"/>
                </a:lnTo>
                <a:lnTo>
                  <a:pt x="45529" y="326969"/>
                </a:lnTo>
                <a:lnTo>
                  <a:pt x="33527" y="352615"/>
                </a:lnTo>
                <a:lnTo>
                  <a:pt x="20383" y="374546"/>
                </a:lnTo>
                <a:lnTo>
                  <a:pt x="6096" y="393192"/>
                </a:lnTo>
                <a:close/>
              </a:path>
              <a:path w="405764" h="393700">
                <a:moveTo>
                  <a:pt x="199720" y="259080"/>
                </a:moveTo>
                <a:lnTo>
                  <a:pt x="164592" y="259080"/>
                </a:lnTo>
                <a:lnTo>
                  <a:pt x="182880" y="239268"/>
                </a:lnTo>
                <a:lnTo>
                  <a:pt x="199720" y="259080"/>
                </a:lnTo>
                <a:close/>
              </a:path>
              <a:path w="405764" h="393700">
                <a:moveTo>
                  <a:pt x="381000" y="333756"/>
                </a:moveTo>
                <a:lnTo>
                  <a:pt x="374904" y="333756"/>
                </a:lnTo>
                <a:lnTo>
                  <a:pt x="371706" y="327398"/>
                </a:lnTo>
                <a:lnTo>
                  <a:pt x="365760" y="316992"/>
                </a:lnTo>
                <a:lnTo>
                  <a:pt x="356877" y="303585"/>
                </a:lnTo>
                <a:lnTo>
                  <a:pt x="343852" y="288607"/>
                </a:lnTo>
                <a:lnTo>
                  <a:pt x="326540" y="272200"/>
                </a:lnTo>
                <a:lnTo>
                  <a:pt x="304800" y="254508"/>
                </a:lnTo>
                <a:lnTo>
                  <a:pt x="307848" y="248412"/>
                </a:lnTo>
                <a:lnTo>
                  <a:pt x="360616" y="274891"/>
                </a:lnTo>
                <a:lnTo>
                  <a:pt x="388620" y="303275"/>
                </a:lnTo>
                <a:lnTo>
                  <a:pt x="388620" y="312420"/>
                </a:lnTo>
                <a:lnTo>
                  <a:pt x="385572" y="324612"/>
                </a:lnTo>
                <a:lnTo>
                  <a:pt x="381000" y="333756"/>
                </a:lnTo>
                <a:close/>
              </a:path>
              <a:path w="405764" h="393700">
                <a:moveTo>
                  <a:pt x="305633" y="381309"/>
                </a:moveTo>
                <a:lnTo>
                  <a:pt x="250888" y="380047"/>
                </a:lnTo>
                <a:lnTo>
                  <a:pt x="209002" y="377356"/>
                </a:lnTo>
                <a:lnTo>
                  <a:pt x="159234" y="369165"/>
                </a:lnTo>
                <a:lnTo>
                  <a:pt x="109728" y="350519"/>
                </a:lnTo>
                <a:lnTo>
                  <a:pt x="70080" y="315158"/>
                </a:lnTo>
                <a:lnTo>
                  <a:pt x="56388" y="297180"/>
                </a:lnTo>
                <a:lnTo>
                  <a:pt x="68269" y="297180"/>
                </a:lnTo>
                <a:lnTo>
                  <a:pt x="69413" y="298561"/>
                </a:lnTo>
                <a:lnTo>
                  <a:pt x="80962" y="309753"/>
                </a:lnTo>
                <a:lnTo>
                  <a:pt x="93940" y="320373"/>
                </a:lnTo>
                <a:lnTo>
                  <a:pt x="108204" y="330708"/>
                </a:lnTo>
                <a:lnTo>
                  <a:pt x="131064" y="330708"/>
                </a:lnTo>
                <a:lnTo>
                  <a:pt x="131064" y="336804"/>
                </a:lnTo>
                <a:lnTo>
                  <a:pt x="177927" y="349186"/>
                </a:lnTo>
                <a:lnTo>
                  <a:pt x="249936" y="353568"/>
                </a:lnTo>
                <a:lnTo>
                  <a:pt x="404661" y="353877"/>
                </a:lnTo>
                <a:lnTo>
                  <a:pt x="391382" y="359568"/>
                </a:lnTo>
                <a:lnTo>
                  <a:pt x="381381" y="366141"/>
                </a:lnTo>
                <a:lnTo>
                  <a:pt x="375380" y="373284"/>
                </a:lnTo>
                <a:lnTo>
                  <a:pt x="373380" y="381000"/>
                </a:lnTo>
                <a:lnTo>
                  <a:pt x="305633" y="381309"/>
                </a:lnTo>
                <a:close/>
              </a:path>
              <a:path w="405764" h="393700">
                <a:moveTo>
                  <a:pt x="404661" y="353877"/>
                </a:moveTo>
                <a:lnTo>
                  <a:pt x="291369" y="353877"/>
                </a:lnTo>
                <a:lnTo>
                  <a:pt x="331089" y="352615"/>
                </a:lnTo>
                <a:lnTo>
                  <a:pt x="369093" y="349924"/>
                </a:lnTo>
                <a:lnTo>
                  <a:pt x="405384" y="345948"/>
                </a:lnTo>
                <a:lnTo>
                  <a:pt x="405384" y="353568"/>
                </a:lnTo>
                <a:lnTo>
                  <a:pt x="404661" y="35387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" name="object 21"/>
          <p:cNvSpPr/>
          <p:nvPr/>
        </p:nvSpPr>
        <p:spPr>
          <a:xfrm>
            <a:off x="3055620" y="2362200"/>
            <a:ext cx="337185" cy="408940"/>
          </a:xfrm>
          <a:custGeom>
            <a:avLst/>
            <a:gdLst/>
            <a:ahLst/>
            <a:cxnLst/>
            <a:rect l="l" t="t" r="r" b="b"/>
            <a:pathLst>
              <a:path w="337185" h="408939">
                <a:moveTo>
                  <a:pt x="172212" y="102108"/>
                </a:moveTo>
                <a:lnTo>
                  <a:pt x="146304" y="102108"/>
                </a:lnTo>
                <a:lnTo>
                  <a:pt x="146042" y="70723"/>
                </a:lnTo>
                <a:lnTo>
                  <a:pt x="145351" y="43053"/>
                </a:lnTo>
                <a:lnTo>
                  <a:pt x="144375" y="19383"/>
                </a:lnTo>
                <a:lnTo>
                  <a:pt x="143256" y="0"/>
                </a:lnTo>
                <a:lnTo>
                  <a:pt x="185928" y="19812"/>
                </a:lnTo>
                <a:lnTo>
                  <a:pt x="172212" y="33528"/>
                </a:lnTo>
                <a:lnTo>
                  <a:pt x="172212" y="102108"/>
                </a:lnTo>
                <a:close/>
              </a:path>
              <a:path w="337185" h="408939">
                <a:moveTo>
                  <a:pt x="334735" y="102108"/>
                </a:moveTo>
                <a:lnTo>
                  <a:pt x="294132" y="102108"/>
                </a:lnTo>
                <a:lnTo>
                  <a:pt x="307848" y="82296"/>
                </a:lnTo>
                <a:lnTo>
                  <a:pt x="334735" y="102108"/>
                </a:lnTo>
                <a:close/>
              </a:path>
              <a:path w="337185" h="408939">
                <a:moveTo>
                  <a:pt x="0" y="272795"/>
                </a:moveTo>
                <a:lnTo>
                  <a:pt x="238" y="255317"/>
                </a:lnTo>
                <a:lnTo>
                  <a:pt x="762" y="234696"/>
                </a:lnTo>
                <a:lnTo>
                  <a:pt x="1285" y="210645"/>
                </a:lnTo>
                <a:lnTo>
                  <a:pt x="1524" y="182880"/>
                </a:lnTo>
                <a:lnTo>
                  <a:pt x="1285" y="154590"/>
                </a:lnTo>
                <a:lnTo>
                  <a:pt x="762" y="129159"/>
                </a:lnTo>
                <a:lnTo>
                  <a:pt x="238" y="106584"/>
                </a:lnTo>
                <a:lnTo>
                  <a:pt x="0" y="86868"/>
                </a:lnTo>
                <a:lnTo>
                  <a:pt x="25908" y="102108"/>
                </a:lnTo>
                <a:lnTo>
                  <a:pt x="334735" y="102108"/>
                </a:lnTo>
                <a:lnTo>
                  <a:pt x="336804" y="103632"/>
                </a:lnTo>
                <a:lnTo>
                  <a:pt x="327660" y="112776"/>
                </a:lnTo>
                <a:lnTo>
                  <a:pt x="25908" y="112776"/>
                </a:lnTo>
                <a:lnTo>
                  <a:pt x="25908" y="227076"/>
                </a:lnTo>
                <a:lnTo>
                  <a:pt x="321583" y="227076"/>
                </a:lnTo>
                <a:lnTo>
                  <a:pt x="321738" y="237744"/>
                </a:lnTo>
                <a:lnTo>
                  <a:pt x="25908" y="237744"/>
                </a:lnTo>
                <a:lnTo>
                  <a:pt x="25908" y="259080"/>
                </a:lnTo>
                <a:lnTo>
                  <a:pt x="0" y="272795"/>
                </a:lnTo>
                <a:close/>
              </a:path>
              <a:path w="337185" h="408939">
                <a:moveTo>
                  <a:pt x="172212" y="227076"/>
                </a:moveTo>
                <a:lnTo>
                  <a:pt x="146304" y="227076"/>
                </a:lnTo>
                <a:lnTo>
                  <a:pt x="146304" y="112776"/>
                </a:lnTo>
                <a:lnTo>
                  <a:pt x="172212" y="112776"/>
                </a:lnTo>
                <a:lnTo>
                  <a:pt x="172212" y="227076"/>
                </a:lnTo>
                <a:close/>
              </a:path>
              <a:path w="337185" h="408939">
                <a:moveTo>
                  <a:pt x="321583" y="227076"/>
                </a:moveTo>
                <a:lnTo>
                  <a:pt x="297180" y="227076"/>
                </a:lnTo>
                <a:lnTo>
                  <a:pt x="297180" y="112776"/>
                </a:lnTo>
                <a:lnTo>
                  <a:pt x="327660" y="112776"/>
                </a:lnTo>
                <a:lnTo>
                  <a:pt x="321564" y="118872"/>
                </a:lnTo>
                <a:lnTo>
                  <a:pt x="321583" y="227076"/>
                </a:lnTo>
                <a:close/>
              </a:path>
              <a:path w="337185" h="408939">
                <a:moveTo>
                  <a:pt x="143256" y="408432"/>
                </a:moveTo>
                <a:lnTo>
                  <a:pt x="144375" y="383047"/>
                </a:lnTo>
                <a:lnTo>
                  <a:pt x="145351" y="345948"/>
                </a:lnTo>
                <a:lnTo>
                  <a:pt x="146042" y="297418"/>
                </a:lnTo>
                <a:lnTo>
                  <a:pt x="146304" y="237744"/>
                </a:lnTo>
                <a:lnTo>
                  <a:pt x="172212" y="237744"/>
                </a:lnTo>
                <a:lnTo>
                  <a:pt x="172236" y="297418"/>
                </a:lnTo>
                <a:lnTo>
                  <a:pt x="172402" y="342900"/>
                </a:lnTo>
                <a:lnTo>
                  <a:pt x="172854" y="374904"/>
                </a:lnTo>
                <a:lnTo>
                  <a:pt x="173736" y="393192"/>
                </a:lnTo>
                <a:lnTo>
                  <a:pt x="143256" y="408432"/>
                </a:lnTo>
                <a:close/>
              </a:path>
              <a:path w="337185" h="408939">
                <a:moveTo>
                  <a:pt x="297180" y="269748"/>
                </a:moveTo>
                <a:lnTo>
                  <a:pt x="297180" y="237744"/>
                </a:lnTo>
                <a:lnTo>
                  <a:pt x="321738" y="237744"/>
                </a:lnTo>
                <a:lnTo>
                  <a:pt x="321754" y="238696"/>
                </a:lnTo>
                <a:lnTo>
                  <a:pt x="322206" y="248816"/>
                </a:lnTo>
                <a:lnTo>
                  <a:pt x="323088" y="259080"/>
                </a:lnTo>
                <a:lnTo>
                  <a:pt x="297180" y="26974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" name="object 22"/>
          <p:cNvSpPr/>
          <p:nvPr/>
        </p:nvSpPr>
        <p:spPr>
          <a:xfrm>
            <a:off x="3494532" y="2363723"/>
            <a:ext cx="356870" cy="402590"/>
          </a:xfrm>
          <a:custGeom>
            <a:avLst/>
            <a:gdLst/>
            <a:ahLst/>
            <a:cxnLst/>
            <a:rect l="l" t="t" r="r" b="b"/>
            <a:pathLst>
              <a:path w="356870" h="402589">
                <a:moveTo>
                  <a:pt x="54864" y="89916"/>
                </a:moveTo>
                <a:lnTo>
                  <a:pt x="44196" y="89916"/>
                </a:lnTo>
                <a:lnTo>
                  <a:pt x="51339" y="62793"/>
                </a:lnTo>
                <a:lnTo>
                  <a:pt x="56769" y="38671"/>
                </a:lnTo>
                <a:lnTo>
                  <a:pt x="60483" y="17692"/>
                </a:lnTo>
                <a:lnTo>
                  <a:pt x="62484" y="0"/>
                </a:lnTo>
                <a:lnTo>
                  <a:pt x="100584" y="21336"/>
                </a:lnTo>
                <a:lnTo>
                  <a:pt x="91725" y="29051"/>
                </a:lnTo>
                <a:lnTo>
                  <a:pt x="81153" y="43053"/>
                </a:lnTo>
                <a:lnTo>
                  <a:pt x="68865" y="63341"/>
                </a:lnTo>
                <a:lnTo>
                  <a:pt x="54864" y="89916"/>
                </a:lnTo>
                <a:close/>
              </a:path>
              <a:path w="356870" h="402589">
                <a:moveTo>
                  <a:pt x="147828" y="192024"/>
                </a:moveTo>
                <a:lnTo>
                  <a:pt x="143256" y="187452"/>
                </a:lnTo>
                <a:lnTo>
                  <a:pt x="160162" y="160615"/>
                </a:lnTo>
                <a:lnTo>
                  <a:pt x="174498" y="135064"/>
                </a:lnTo>
                <a:lnTo>
                  <a:pt x="196596" y="88392"/>
                </a:lnTo>
                <a:lnTo>
                  <a:pt x="211836" y="44958"/>
                </a:lnTo>
                <a:lnTo>
                  <a:pt x="222503" y="1524"/>
                </a:lnTo>
                <a:lnTo>
                  <a:pt x="260603" y="24384"/>
                </a:lnTo>
                <a:lnTo>
                  <a:pt x="252864" y="32361"/>
                </a:lnTo>
                <a:lnTo>
                  <a:pt x="243268" y="47053"/>
                </a:lnTo>
                <a:lnTo>
                  <a:pt x="231671" y="68318"/>
                </a:lnTo>
                <a:lnTo>
                  <a:pt x="217932" y="96012"/>
                </a:lnTo>
                <a:lnTo>
                  <a:pt x="350520" y="96012"/>
                </a:lnTo>
                <a:lnTo>
                  <a:pt x="356616" y="102108"/>
                </a:lnTo>
                <a:lnTo>
                  <a:pt x="350901" y="106680"/>
                </a:lnTo>
                <a:lnTo>
                  <a:pt x="214884" y="106680"/>
                </a:lnTo>
                <a:lnTo>
                  <a:pt x="198620" y="130730"/>
                </a:lnTo>
                <a:lnTo>
                  <a:pt x="181927" y="152781"/>
                </a:lnTo>
                <a:lnTo>
                  <a:pt x="164949" y="173116"/>
                </a:lnTo>
                <a:lnTo>
                  <a:pt x="147828" y="192024"/>
                </a:lnTo>
                <a:close/>
              </a:path>
              <a:path w="356870" h="402589">
                <a:moveTo>
                  <a:pt x="146304" y="89916"/>
                </a:moveTo>
                <a:lnTo>
                  <a:pt x="111252" y="89916"/>
                </a:lnTo>
                <a:lnTo>
                  <a:pt x="129540" y="73152"/>
                </a:lnTo>
                <a:lnTo>
                  <a:pt x="146304" y="89916"/>
                </a:lnTo>
                <a:close/>
              </a:path>
              <a:path w="356870" h="402589">
                <a:moveTo>
                  <a:pt x="0" y="397764"/>
                </a:moveTo>
                <a:lnTo>
                  <a:pt x="834" y="359664"/>
                </a:lnTo>
                <a:lnTo>
                  <a:pt x="935" y="352615"/>
                </a:lnTo>
                <a:lnTo>
                  <a:pt x="1333" y="316992"/>
                </a:lnTo>
                <a:lnTo>
                  <a:pt x="1430" y="178308"/>
                </a:lnTo>
                <a:lnTo>
                  <a:pt x="1309" y="152781"/>
                </a:lnTo>
                <a:lnTo>
                  <a:pt x="881" y="114704"/>
                </a:lnTo>
                <a:lnTo>
                  <a:pt x="0" y="74676"/>
                </a:lnTo>
                <a:lnTo>
                  <a:pt x="25908" y="89916"/>
                </a:lnTo>
                <a:lnTo>
                  <a:pt x="146304" y="89916"/>
                </a:lnTo>
                <a:lnTo>
                  <a:pt x="155448" y="99060"/>
                </a:lnTo>
                <a:lnTo>
                  <a:pt x="153162" y="100584"/>
                </a:lnTo>
                <a:lnTo>
                  <a:pt x="24384" y="100584"/>
                </a:lnTo>
                <a:lnTo>
                  <a:pt x="24384" y="211836"/>
                </a:lnTo>
                <a:lnTo>
                  <a:pt x="137464" y="211836"/>
                </a:lnTo>
                <a:lnTo>
                  <a:pt x="137526" y="222504"/>
                </a:lnTo>
                <a:lnTo>
                  <a:pt x="24384" y="222504"/>
                </a:lnTo>
                <a:lnTo>
                  <a:pt x="24384" y="344424"/>
                </a:lnTo>
                <a:lnTo>
                  <a:pt x="138504" y="344424"/>
                </a:lnTo>
                <a:lnTo>
                  <a:pt x="138567" y="355092"/>
                </a:lnTo>
                <a:lnTo>
                  <a:pt x="24384" y="355092"/>
                </a:lnTo>
                <a:lnTo>
                  <a:pt x="24384" y="384048"/>
                </a:lnTo>
                <a:lnTo>
                  <a:pt x="0" y="397764"/>
                </a:lnTo>
                <a:close/>
              </a:path>
              <a:path w="356870" h="402589">
                <a:moveTo>
                  <a:pt x="350520" y="96012"/>
                </a:moveTo>
                <a:lnTo>
                  <a:pt x="310896" y="96012"/>
                </a:lnTo>
                <a:lnTo>
                  <a:pt x="330708" y="76200"/>
                </a:lnTo>
                <a:lnTo>
                  <a:pt x="350520" y="96012"/>
                </a:lnTo>
                <a:close/>
              </a:path>
              <a:path w="356870" h="402589">
                <a:moveTo>
                  <a:pt x="137464" y="211836"/>
                </a:moveTo>
                <a:lnTo>
                  <a:pt x="114300" y="211836"/>
                </a:lnTo>
                <a:lnTo>
                  <a:pt x="114300" y="100584"/>
                </a:lnTo>
                <a:lnTo>
                  <a:pt x="153162" y="100584"/>
                </a:lnTo>
                <a:lnTo>
                  <a:pt x="137160" y="111252"/>
                </a:lnTo>
                <a:lnTo>
                  <a:pt x="137263" y="160615"/>
                </a:lnTo>
                <a:lnTo>
                  <a:pt x="137367" y="195333"/>
                </a:lnTo>
                <a:lnTo>
                  <a:pt x="137464" y="211836"/>
                </a:lnTo>
                <a:close/>
              </a:path>
              <a:path w="356870" h="402589">
                <a:moveTo>
                  <a:pt x="327778" y="359664"/>
                </a:moveTo>
                <a:lnTo>
                  <a:pt x="283464" y="359664"/>
                </a:lnTo>
                <a:lnTo>
                  <a:pt x="292631" y="357925"/>
                </a:lnTo>
                <a:lnTo>
                  <a:pt x="299656" y="352615"/>
                </a:lnTo>
                <a:lnTo>
                  <a:pt x="309252" y="305562"/>
                </a:lnTo>
                <a:lnTo>
                  <a:pt x="311086" y="259842"/>
                </a:lnTo>
                <a:lnTo>
                  <a:pt x="313205" y="193548"/>
                </a:lnTo>
                <a:lnTo>
                  <a:pt x="315467" y="106680"/>
                </a:lnTo>
                <a:lnTo>
                  <a:pt x="350901" y="106680"/>
                </a:lnTo>
                <a:lnTo>
                  <a:pt x="341376" y="114300"/>
                </a:lnTo>
                <a:lnTo>
                  <a:pt x="339547" y="188719"/>
                </a:lnTo>
                <a:lnTo>
                  <a:pt x="337718" y="249167"/>
                </a:lnTo>
                <a:lnTo>
                  <a:pt x="335889" y="295570"/>
                </a:lnTo>
                <a:lnTo>
                  <a:pt x="334060" y="327855"/>
                </a:lnTo>
                <a:lnTo>
                  <a:pt x="332232" y="345948"/>
                </a:lnTo>
                <a:lnTo>
                  <a:pt x="328497" y="357925"/>
                </a:lnTo>
                <a:lnTo>
                  <a:pt x="327778" y="359664"/>
                </a:lnTo>
                <a:close/>
              </a:path>
              <a:path w="356870" h="402589">
                <a:moveTo>
                  <a:pt x="231648" y="269748"/>
                </a:moveTo>
                <a:lnTo>
                  <a:pt x="230124" y="269748"/>
                </a:lnTo>
                <a:lnTo>
                  <a:pt x="226956" y="268295"/>
                </a:lnTo>
                <a:lnTo>
                  <a:pt x="224218" y="263842"/>
                </a:lnTo>
                <a:lnTo>
                  <a:pt x="221765" y="256246"/>
                </a:lnTo>
                <a:lnTo>
                  <a:pt x="219456" y="245364"/>
                </a:lnTo>
                <a:lnTo>
                  <a:pt x="214884" y="228242"/>
                </a:lnTo>
                <a:lnTo>
                  <a:pt x="208026" y="211264"/>
                </a:lnTo>
                <a:lnTo>
                  <a:pt x="198882" y="194571"/>
                </a:lnTo>
                <a:lnTo>
                  <a:pt x="187452" y="178308"/>
                </a:lnTo>
                <a:lnTo>
                  <a:pt x="192024" y="172212"/>
                </a:lnTo>
                <a:lnTo>
                  <a:pt x="224980" y="199644"/>
                </a:lnTo>
                <a:lnTo>
                  <a:pt x="246888" y="236220"/>
                </a:lnTo>
                <a:lnTo>
                  <a:pt x="246888" y="248412"/>
                </a:lnTo>
                <a:lnTo>
                  <a:pt x="245364" y="254508"/>
                </a:lnTo>
                <a:lnTo>
                  <a:pt x="236220" y="266700"/>
                </a:lnTo>
                <a:lnTo>
                  <a:pt x="231648" y="269748"/>
                </a:lnTo>
                <a:close/>
              </a:path>
              <a:path w="356870" h="402589">
                <a:moveTo>
                  <a:pt x="138504" y="344424"/>
                </a:moveTo>
                <a:lnTo>
                  <a:pt x="114300" y="344424"/>
                </a:lnTo>
                <a:lnTo>
                  <a:pt x="114300" y="222504"/>
                </a:lnTo>
                <a:lnTo>
                  <a:pt x="137526" y="222504"/>
                </a:lnTo>
                <a:lnTo>
                  <a:pt x="137723" y="254508"/>
                </a:lnTo>
                <a:lnTo>
                  <a:pt x="138504" y="344424"/>
                </a:lnTo>
                <a:close/>
              </a:path>
              <a:path w="356870" h="402589">
                <a:moveTo>
                  <a:pt x="278891" y="402336"/>
                </a:moveTo>
                <a:lnTo>
                  <a:pt x="271772" y="389453"/>
                </a:lnTo>
                <a:lnTo>
                  <a:pt x="259651" y="378142"/>
                </a:lnTo>
                <a:lnTo>
                  <a:pt x="242613" y="368236"/>
                </a:lnTo>
                <a:lnTo>
                  <a:pt x="220979" y="359664"/>
                </a:lnTo>
                <a:lnTo>
                  <a:pt x="220979" y="352044"/>
                </a:lnTo>
                <a:lnTo>
                  <a:pt x="241244" y="355163"/>
                </a:lnTo>
                <a:lnTo>
                  <a:pt x="258508" y="357568"/>
                </a:lnTo>
                <a:lnTo>
                  <a:pt x="272629" y="359116"/>
                </a:lnTo>
                <a:lnTo>
                  <a:pt x="283464" y="359664"/>
                </a:lnTo>
                <a:lnTo>
                  <a:pt x="327778" y="359664"/>
                </a:lnTo>
                <a:lnTo>
                  <a:pt x="324217" y="368260"/>
                </a:lnTo>
                <a:lnTo>
                  <a:pt x="289670" y="397764"/>
                </a:lnTo>
                <a:lnTo>
                  <a:pt x="278891" y="402336"/>
                </a:lnTo>
                <a:close/>
              </a:path>
              <a:path w="356870" h="402589">
                <a:moveTo>
                  <a:pt x="114300" y="391668"/>
                </a:moveTo>
                <a:lnTo>
                  <a:pt x="114300" y="355092"/>
                </a:lnTo>
                <a:lnTo>
                  <a:pt x="138567" y="355092"/>
                </a:lnTo>
                <a:lnTo>
                  <a:pt x="138684" y="377952"/>
                </a:lnTo>
                <a:lnTo>
                  <a:pt x="114300" y="39166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" name="object 23"/>
          <p:cNvSpPr/>
          <p:nvPr/>
        </p:nvSpPr>
        <p:spPr>
          <a:xfrm>
            <a:off x="3902964" y="2365248"/>
            <a:ext cx="410209" cy="384175"/>
          </a:xfrm>
          <a:custGeom>
            <a:avLst/>
            <a:gdLst/>
            <a:ahLst/>
            <a:cxnLst/>
            <a:rect l="l" t="t" r="r" b="b"/>
            <a:pathLst>
              <a:path w="410210" h="384175">
                <a:moveTo>
                  <a:pt x="223441" y="164591"/>
                </a:moveTo>
                <a:lnTo>
                  <a:pt x="198120" y="164591"/>
                </a:lnTo>
                <a:lnTo>
                  <a:pt x="252984" y="143255"/>
                </a:lnTo>
                <a:lnTo>
                  <a:pt x="252907" y="54863"/>
                </a:lnTo>
                <a:lnTo>
                  <a:pt x="252722" y="43719"/>
                </a:lnTo>
                <a:lnTo>
                  <a:pt x="252031" y="28575"/>
                </a:lnTo>
                <a:lnTo>
                  <a:pt x="251055" y="14001"/>
                </a:lnTo>
                <a:lnTo>
                  <a:pt x="249936" y="0"/>
                </a:lnTo>
                <a:lnTo>
                  <a:pt x="291084" y="18288"/>
                </a:lnTo>
                <a:lnTo>
                  <a:pt x="274320" y="32003"/>
                </a:lnTo>
                <a:lnTo>
                  <a:pt x="274320" y="134111"/>
                </a:lnTo>
                <a:lnTo>
                  <a:pt x="302323" y="134111"/>
                </a:lnTo>
                <a:lnTo>
                  <a:pt x="274320" y="144779"/>
                </a:lnTo>
                <a:lnTo>
                  <a:pt x="274365" y="153923"/>
                </a:lnTo>
                <a:lnTo>
                  <a:pt x="252984" y="153923"/>
                </a:lnTo>
                <a:lnTo>
                  <a:pt x="223441" y="164591"/>
                </a:lnTo>
                <a:close/>
              </a:path>
              <a:path w="410210" h="384175">
                <a:moveTo>
                  <a:pt x="89916" y="149351"/>
                </a:moveTo>
                <a:lnTo>
                  <a:pt x="65531" y="149351"/>
                </a:lnTo>
                <a:lnTo>
                  <a:pt x="65483" y="54863"/>
                </a:lnTo>
                <a:lnTo>
                  <a:pt x="65341" y="42671"/>
                </a:lnTo>
                <a:lnTo>
                  <a:pt x="64889" y="27241"/>
                </a:lnTo>
                <a:lnTo>
                  <a:pt x="64007" y="10667"/>
                </a:lnTo>
                <a:lnTo>
                  <a:pt x="105156" y="30479"/>
                </a:lnTo>
                <a:lnTo>
                  <a:pt x="89916" y="42671"/>
                </a:lnTo>
                <a:lnTo>
                  <a:pt x="89916" y="149351"/>
                </a:lnTo>
                <a:close/>
              </a:path>
              <a:path w="410210" h="384175">
                <a:moveTo>
                  <a:pt x="126492" y="204215"/>
                </a:moveTo>
                <a:lnTo>
                  <a:pt x="109728" y="195071"/>
                </a:lnTo>
                <a:lnTo>
                  <a:pt x="175260" y="170687"/>
                </a:lnTo>
                <a:lnTo>
                  <a:pt x="175194" y="92963"/>
                </a:lnTo>
                <a:lnTo>
                  <a:pt x="175069" y="83248"/>
                </a:lnTo>
                <a:lnTo>
                  <a:pt x="174617" y="69413"/>
                </a:lnTo>
                <a:lnTo>
                  <a:pt x="173736" y="54863"/>
                </a:lnTo>
                <a:lnTo>
                  <a:pt x="210312" y="73151"/>
                </a:lnTo>
                <a:lnTo>
                  <a:pt x="198120" y="83819"/>
                </a:lnTo>
                <a:lnTo>
                  <a:pt x="198120" y="164591"/>
                </a:lnTo>
                <a:lnTo>
                  <a:pt x="223441" y="164591"/>
                </a:lnTo>
                <a:lnTo>
                  <a:pt x="198120" y="173735"/>
                </a:lnTo>
                <a:lnTo>
                  <a:pt x="198120" y="181355"/>
                </a:lnTo>
                <a:lnTo>
                  <a:pt x="175260" y="181355"/>
                </a:lnTo>
                <a:lnTo>
                  <a:pt x="137160" y="195071"/>
                </a:lnTo>
                <a:lnTo>
                  <a:pt x="126492" y="204215"/>
                </a:lnTo>
                <a:close/>
              </a:path>
              <a:path w="410210" h="384175">
                <a:moveTo>
                  <a:pt x="302323" y="134111"/>
                </a:moveTo>
                <a:lnTo>
                  <a:pt x="274320" y="134111"/>
                </a:lnTo>
                <a:lnTo>
                  <a:pt x="332232" y="109727"/>
                </a:lnTo>
                <a:lnTo>
                  <a:pt x="345948" y="92963"/>
                </a:lnTo>
                <a:lnTo>
                  <a:pt x="373380" y="112775"/>
                </a:lnTo>
                <a:lnTo>
                  <a:pt x="366522" y="120395"/>
                </a:lnTo>
                <a:lnTo>
                  <a:pt x="338328" y="120395"/>
                </a:lnTo>
                <a:lnTo>
                  <a:pt x="302323" y="134111"/>
                </a:lnTo>
                <a:close/>
              </a:path>
              <a:path w="410210" h="384175">
                <a:moveTo>
                  <a:pt x="359664" y="259675"/>
                </a:moveTo>
                <a:lnTo>
                  <a:pt x="327636" y="259675"/>
                </a:lnTo>
                <a:lnTo>
                  <a:pt x="332232" y="259079"/>
                </a:lnTo>
                <a:lnTo>
                  <a:pt x="335280" y="259079"/>
                </a:lnTo>
                <a:lnTo>
                  <a:pt x="338328" y="254507"/>
                </a:lnTo>
                <a:lnTo>
                  <a:pt x="338328" y="120395"/>
                </a:lnTo>
                <a:lnTo>
                  <a:pt x="366522" y="120395"/>
                </a:lnTo>
                <a:lnTo>
                  <a:pt x="359664" y="128015"/>
                </a:lnTo>
                <a:lnTo>
                  <a:pt x="359664" y="259675"/>
                </a:lnTo>
                <a:close/>
              </a:path>
              <a:path w="410210" h="384175">
                <a:moveTo>
                  <a:pt x="18288" y="166115"/>
                </a:moveTo>
                <a:lnTo>
                  <a:pt x="1524" y="149351"/>
                </a:lnTo>
                <a:lnTo>
                  <a:pt x="108204" y="149351"/>
                </a:lnTo>
                <a:lnTo>
                  <a:pt x="126492" y="131063"/>
                </a:lnTo>
                <a:lnTo>
                  <a:pt x="156972" y="160019"/>
                </a:lnTo>
                <a:lnTo>
                  <a:pt x="59436" y="160019"/>
                </a:lnTo>
                <a:lnTo>
                  <a:pt x="48291" y="160329"/>
                </a:lnTo>
                <a:lnTo>
                  <a:pt x="37719" y="161353"/>
                </a:lnTo>
                <a:lnTo>
                  <a:pt x="27717" y="163234"/>
                </a:lnTo>
                <a:lnTo>
                  <a:pt x="18288" y="166115"/>
                </a:lnTo>
                <a:close/>
              </a:path>
              <a:path w="410210" h="384175">
                <a:moveTo>
                  <a:pt x="249936" y="318515"/>
                </a:moveTo>
                <a:lnTo>
                  <a:pt x="251018" y="286797"/>
                </a:lnTo>
                <a:lnTo>
                  <a:pt x="252031" y="247078"/>
                </a:lnTo>
                <a:lnTo>
                  <a:pt x="252703" y="204215"/>
                </a:lnTo>
                <a:lnTo>
                  <a:pt x="252984" y="153923"/>
                </a:lnTo>
                <a:lnTo>
                  <a:pt x="274365" y="153923"/>
                </a:lnTo>
                <a:lnTo>
                  <a:pt x="274581" y="197881"/>
                </a:lnTo>
                <a:lnTo>
                  <a:pt x="275272" y="242696"/>
                </a:lnTo>
                <a:lnTo>
                  <a:pt x="276248" y="278939"/>
                </a:lnTo>
                <a:lnTo>
                  <a:pt x="277368" y="306323"/>
                </a:lnTo>
                <a:lnTo>
                  <a:pt x="249936" y="318515"/>
                </a:lnTo>
                <a:close/>
              </a:path>
              <a:path w="410210" h="384175">
                <a:moveTo>
                  <a:pt x="21336" y="368808"/>
                </a:moveTo>
                <a:lnTo>
                  <a:pt x="0" y="338328"/>
                </a:lnTo>
                <a:lnTo>
                  <a:pt x="27050" y="329946"/>
                </a:lnTo>
                <a:lnTo>
                  <a:pt x="45005" y="324183"/>
                </a:lnTo>
                <a:lnTo>
                  <a:pt x="65531" y="316991"/>
                </a:lnTo>
                <a:lnTo>
                  <a:pt x="65531" y="160019"/>
                </a:lnTo>
                <a:lnTo>
                  <a:pt x="89916" y="160019"/>
                </a:lnTo>
                <a:lnTo>
                  <a:pt x="89916" y="309371"/>
                </a:lnTo>
                <a:lnTo>
                  <a:pt x="127776" y="309371"/>
                </a:lnTo>
                <a:lnTo>
                  <a:pt x="105775" y="319301"/>
                </a:lnTo>
                <a:lnTo>
                  <a:pt x="64008" y="340042"/>
                </a:lnTo>
                <a:lnTo>
                  <a:pt x="35956" y="356496"/>
                </a:lnTo>
                <a:lnTo>
                  <a:pt x="21336" y="368808"/>
                </a:lnTo>
                <a:close/>
              </a:path>
              <a:path w="410210" h="384175">
                <a:moveTo>
                  <a:pt x="370332" y="384048"/>
                </a:moveTo>
                <a:lnTo>
                  <a:pt x="211836" y="384048"/>
                </a:lnTo>
                <a:lnTo>
                  <a:pt x="195834" y="381714"/>
                </a:lnTo>
                <a:lnTo>
                  <a:pt x="184404" y="374523"/>
                </a:lnTo>
                <a:lnTo>
                  <a:pt x="177546" y="362188"/>
                </a:lnTo>
                <a:lnTo>
                  <a:pt x="175260" y="344424"/>
                </a:lnTo>
                <a:lnTo>
                  <a:pt x="175260" y="181355"/>
                </a:lnTo>
                <a:lnTo>
                  <a:pt x="198120" y="181355"/>
                </a:lnTo>
                <a:lnTo>
                  <a:pt x="198120" y="342900"/>
                </a:lnTo>
                <a:lnTo>
                  <a:pt x="199548" y="352020"/>
                </a:lnTo>
                <a:lnTo>
                  <a:pt x="203835" y="358711"/>
                </a:lnTo>
                <a:lnTo>
                  <a:pt x="210978" y="362831"/>
                </a:lnTo>
                <a:lnTo>
                  <a:pt x="220980" y="364236"/>
                </a:lnTo>
                <a:lnTo>
                  <a:pt x="404648" y="364236"/>
                </a:lnTo>
                <a:lnTo>
                  <a:pt x="402478" y="367974"/>
                </a:lnTo>
                <a:lnTo>
                  <a:pt x="393573" y="376999"/>
                </a:lnTo>
                <a:lnTo>
                  <a:pt x="382952" y="382309"/>
                </a:lnTo>
                <a:lnTo>
                  <a:pt x="370332" y="384048"/>
                </a:lnTo>
                <a:close/>
              </a:path>
              <a:path w="410210" h="384175">
                <a:moveTo>
                  <a:pt x="329184" y="295655"/>
                </a:moveTo>
                <a:lnTo>
                  <a:pt x="325707" y="286797"/>
                </a:lnTo>
                <a:lnTo>
                  <a:pt x="317373" y="278510"/>
                </a:lnTo>
                <a:lnTo>
                  <a:pt x="303895" y="270795"/>
                </a:lnTo>
                <a:lnTo>
                  <a:pt x="284988" y="263651"/>
                </a:lnTo>
                <a:lnTo>
                  <a:pt x="284988" y="256031"/>
                </a:lnTo>
                <a:lnTo>
                  <a:pt x="304157" y="258008"/>
                </a:lnTo>
                <a:lnTo>
                  <a:pt x="318325" y="259270"/>
                </a:lnTo>
                <a:lnTo>
                  <a:pt x="327636" y="259675"/>
                </a:lnTo>
                <a:lnTo>
                  <a:pt x="359664" y="259675"/>
                </a:lnTo>
                <a:lnTo>
                  <a:pt x="359664" y="266699"/>
                </a:lnTo>
                <a:lnTo>
                  <a:pt x="358140" y="272795"/>
                </a:lnTo>
                <a:lnTo>
                  <a:pt x="352007" y="278939"/>
                </a:lnTo>
                <a:lnTo>
                  <a:pt x="348043" y="284083"/>
                </a:lnTo>
                <a:lnTo>
                  <a:pt x="342900" y="288416"/>
                </a:lnTo>
                <a:lnTo>
                  <a:pt x="336613" y="292179"/>
                </a:lnTo>
                <a:lnTo>
                  <a:pt x="329184" y="295655"/>
                </a:lnTo>
                <a:close/>
              </a:path>
              <a:path w="410210" h="384175">
                <a:moveTo>
                  <a:pt x="404648" y="364236"/>
                </a:moveTo>
                <a:lnTo>
                  <a:pt x="353568" y="364236"/>
                </a:lnTo>
                <a:lnTo>
                  <a:pt x="361830" y="360807"/>
                </a:lnTo>
                <a:lnTo>
                  <a:pt x="368236" y="355092"/>
                </a:lnTo>
                <a:lnTo>
                  <a:pt x="376999" y="309562"/>
                </a:lnTo>
                <a:lnTo>
                  <a:pt x="377952" y="278891"/>
                </a:lnTo>
                <a:lnTo>
                  <a:pt x="385572" y="278891"/>
                </a:lnTo>
                <a:lnTo>
                  <a:pt x="389643" y="320682"/>
                </a:lnTo>
                <a:lnTo>
                  <a:pt x="409956" y="355092"/>
                </a:lnTo>
                <a:lnTo>
                  <a:pt x="404648" y="364236"/>
                </a:lnTo>
                <a:close/>
              </a:path>
              <a:path w="410210" h="384175">
                <a:moveTo>
                  <a:pt x="127776" y="309371"/>
                </a:moveTo>
                <a:lnTo>
                  <a:pt x="89916" y="309371"/>
                </a:lnTo>
                <a:lnTo>
                  <a:pt x="160020" y="284987"/>
                </a:lnTo>
                <a:lnTo>
                  <a:pt x="161544" y="294131"/>
                </a:lnTo>
                <a:lnTo>
                  <a:pt x="127776" y="30937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" name="object 24"/>
          <p:cNvSpPr/>
          <p:nvPr/>
        </p:nvSpPr>
        <p:spPr>
          <a:xfrm>
            <a:off x="4381500" y="2374391"/>
            <a:ext cx="356870" cy="386080"/>
          </a:xfrm>
          <a:custGeom>
            <a:avLst/>
            <a:gdLst/>
            <a:ahLst/>
            <a:cxnLst/>
            <a:rect l="l" t="t" r="r" b="b"/>
            <a:pathLst>
              <a:path w="356870" h="386080">
                <a:moveTo>
                  <a:pt x="340779" y="24384"/>
                </a:moveTo>
                <a:lnTo>
                  <a:pt x="294132" y="24384"/>
                </a:lnTo>
                <a:lnTo>
                  <a:pt x="318516" y="0"/>
                </a:lnTo>
                <a:lnTo>
                  <a:pt x="340779" y="24384"/>
                </a:lnTo>
                <a:close/>
              </a:path>
              <a:path w="356870" h="386080">
                <a:moveTo>
                  <a:pt x="25908" y="385572"/>
                </a:moveTo>
                <a:lnTo>
                  <a:pt x="0" y="365760"/>
                </a:lnTo>
                <a:lnTo>
                  <a:pt x="10668" y="355092"/>
                </a:lnTo>
                <a:lnTo>
                  <a:pt x="10577" y="64008"/>
                </a:lnTo>
                <a:lnTo>
                  <a:pt x="10406" y="58221"/>
                </a:lnTo>
                <a:lnTo>
                  <a:pt x="9715" y="45529"/>
                </a:lnTo>
                <a:lnTo>
                  <a:pt x="8739" y="29122"/>
                </a:lnTo>
                <a:lnTo>
                  <a:pt x="7620" y="9144"/>
                </a:lnTo>
                <a:lnTo>
                  <a:pt x="35052" y="24384"/>
                </a:lnTo>
                <a:lnTo>
                  <a:pt x="340779" y="24384"/>
                </a:lnTo>
                <a:lnTo>
                  <a:pt x="350520" y="35052"/>
                </a:lnTo>
                <a:lnTo>
                  <a:pt x="35052" y="35052"/>
                </a:lnTo>
                <a:lnTo>
                  <a:pt x="35052" y="359664"/>
                </a:lnTo>
                <a:lnTo>
                  <a:pt x="346875" y="359664"/>
                </a:lnTo>
                <a:lnTo>
                  <a:pt x="356616" y="370332"/>
                </a:lnTo>
                <a:lnTo>
                  <a:pt x="36576" y="370332"/>
                </a:lnTo>
                <a:lnTo>
                  <a:pt x="25908" y="385572"/>
                </a:lnTo>
                <a:close/>
              </a:path>
              <a:path w="356870" h="386080">
                <a:moveTo>
                  <a:pt x="225102" y="173736"/>
                </a:moveTo>
                <a:lnTo>
                  <a:pt x="195072" y="173736"/>
                </a:lnTo>
                <a:lnTo>
                  <a:pt x="205311" y="158019"/>
                </a:lnTo>
                <a:lnTo>
                  <a:pt x="215265" y="142875"/>
                </a:lnTo>
                <a:lnTo>
                  <a:pt x="224647" y="128301"/>
                </a:lnTo>
                <a:lnTo>
                  <a:pt x="247840" y="86868"/>
                </a:lnTo>
                <a:lnTo>
                  <a:pt x="259080" y="64008"/>
                </a:lnTo>
                <a:lnTo>
                  <a:pt x="298704" y="91440"/>
                </a:lnTo>
                <a:lnTo>
                  <a:pt x="260604" y="126492"/>
                </a:lnTo>
                <a:lnTo>
                  <a:pt x="225671" y="172997"/>
                </a:lnTo>
                <a:lnTo>
                  <a:pt x="225102" y="173736"/>
                </a:lnTo>
                <a:close/>
              </a:path>
              <a:path w="356870" h="386080">
                <a:moveTo>
                  <a:pt x="68580" y="321564"/>
                </a:moveTo>
                <a:lnTo>
                  <a:pt x="65532" y="316992"/>
                </a:lnTo>
                <a:lnTo>
                  <a:pt x="81248" y="303276"/>
                </a:lnTo>
                <a:lnTo>
                  <a:pt x="96393" y="289560"/>
                </a:lnTo>
                <a:lnTo>
                  <a:pt x="124968" y="262127"/>
                </a:lnTo>
                <a:lnTo>
                  <a:pt x="152400" y="230124"/>
                </a:lnTo>
                <a:lnTo>
                  <a:pt x="179832" y="193548"/>
                </a:lnTo>
                <a:lnTo>
                  <a:pt x="156710" y="165782"/>
                </a:lnTo>
                <a:lnTo>
                  <a:pt x="133159" y="139446"/>
                </a:lnTo>
                <a:lnTo>
                  <a:pt x="109323" y="114252"/>
                </a:lnTo>
                <a:lnTo>
                  <a:pt x="85344" y="89916"/>
                </a:lnTo>
                <a:lnTo>
                  <a:pt x="89916" y="85344"/>
                </a:lnTo>
                <a:lnTo>
                  <a:pt x="114276" y="103655"/>
                </a:lnTo>
                <a:lnTo>
                  <a:pt x="139636" y="124396"/>
                </a:lnTo>
                <a:lnTo>
                  <a:pt x="166425" y="147708"/>
                </a:lnTo>
                <a:lnTo>
                  <a:pt x="195072" y="173736"/>
                </a:lnTo>
                <a:lnTo>
                  <a:pt x="225102" y="173736"/>
                </a:lnTo>
                <a:lnTo>
                  <a:pt x="213360" y="188976"/>
                </a:lnTo>
                <a:lnTo>
                  <a:pt x="235464" y="210312"/>
                </a:lnTo>
                <a:lnTo>
                  <a:pt x="198120" y="210312"/>
                </a:lnTo>
                <a:lnTo>
                  <a:pt x="162496" y="247459"/>
                </a:lnTo>
                <a:lnTo>
                  <a:pt x="128016" y="278892"/>
                </a:lnTo>
                <a:lnTo>
                  <a:pt x="97155" y="303085"/>
                </a:lnTo>
                <a:lnTo>
                  <a:pt x="82581" y="312967"/>
                </a:lnTo>
                <a:lnTo>
                  <a:pt x="68580" y="321564"/>
                </a:lnTo>
                <a:close/>
              </a:path>
              <a:path w="356870" h="386080">
                <a:moveTo>
                  <a:pt x="277368" y="316992"/>
                </a:moveTo>
                <a:lnTo>
                  <a:pt x="272796" y="316992"/>
                </a:lnTo>
                <a:lnTo>
                  <a:pt x="268223" y="310896"/>
                </a:lnTo>
                <a:lnTo>
                  <a:pt x="262128" y="298704"/>
                </a:lnTo>
                <a:lnTo>
                  <a:pt x="255246" y="287297"/>
                </a:lnTo>
                <a:lnTo>
                  <a:pt x="248094" y="275844"/>
                </a:lnTo>
                <a:lnTo>
                  <a:pt x="240911" y="265056"/>
                </a:lnTo>
                <a:lnTo>
                  <a:pt x="233172" y="254508"/>
                </a:lnTo>
                <a:lnTo>
                  <a:pt x="225766" y="244173"/>
                </a:lnTo>
                <a:lnTo>
                  <a:pt x="217360" y="233553"/>
                </a:lnTo>
                <a:lnTo>
                  <a:pt x="198120" y="210312"/>
                </a:lnTo>
                <a:lnTo>
                  <a:pt x="235464" y="210312"/>
                </a:lnTo>
                <a:lnTo>
                  <a:pt x="261937" y="237744"/>
                </a:lnTo>
                <a:lnTo>
                  <a:pt x="284988" y="274320"/>
                </a:lnTo>
                <a:lnTo>
                  <a:pt x="286511" y="283463"/>
                </a:lnTo>
                <a:lnTo>
                  <a:pt x="286511" y="294132"/>
                </a:lnTo>
                <a:lnTo>
                  <a:pt x="284988" y="300227"/>
                </a:lnTo>
                <a:lnTo>
                  <a:pt x="281940" y="306324"/>
                </a:lnTo>
                <a:lnTo>
                  <a:pt x="278892" y="313944"/>
                </a:lnTo>
                <a:lnTo>
                  <a:pt x="277368" y="316992"/>
                </a:lnTo>
                <a:close/>
              </a:path>
              <a:path w="356870" h="386080">
                <a:moveTo>
                  <a:pt x="346875" y="359664"/>
                </a:moveTo>
                <a:lnTo>
                  <a:pt x="300228" y="359664"/>
                </a:lnTo>
                <a:lnTo>
                  <a:pt x="324612" y="335280"/>
                </a:lnTo>
                <a:lnTo>
                  <a:pt x="346875" y="35966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" name="object 25"/>
          <p:cNvSpPr/>
          <p:nvPr/>
        </p:nvSpPr>
        <p:spPr>
          <a:xfrm>
            <a:off x="4792967" y="2362199"/>
            <a:ext cx="840105" cy="410209"/>
          </a:xfrm>
          <a:custGeom>
            <a:avLst/>
            <a:gdLst/>
            <a:ahLst/>
            <a:cxnLst/>
            <a:rect l="l" t="t" r="r" b="b"/>
            <a:pathLst>
              <a:path w="840104" h="410210">
                <a:moveTo>
                  <a:pt x="106680" y="42672"/>
                </a:moveTo>
                <a:lnTo>
                  <a:pt x="72059" y="10337"/>
                </a:lnTo>
                <a:lnTo>
                  <a:pt x="56388" y="1524"/>
                </a:lnTo>
                <a:lnTo>
                  <a:pt x="51816" y="7620"/>
                </a:lnTo>
                <a:lnTo>
                  <a:pt x="61518" y="19316"/>
                </a:lnTo>
                <a:lnTo>
                  <a:pt x="69913" y="31432"/>
                </a:lnTo>
                <a:lnTo>
                  <a:pt x="76898" y="43840"/>
                </a:lnTo>
                <a:lnTo>
                  <a:pt x="82296" y="56388"/>
                </a:lnTo>
                <a:lnTo>
                  <a:pt x="85344" y="65532"/>
                </a:lnTo>
                <a:lnTo>
                  <a:pt x="88392" y="71628"/>
                </a:lnTo>
                <a:lnTo>
                  <a:pt x="92964" y="71628"/>
                </a:lnTo>
                <a:lnTo>
                  <a:pt x="96012" y="68580"/>
                </a:lnTo>
                <a:lnTo>
                  <a:pt x="100584" y="62484"/>
                </a:lnTo>
                <a:lnTo>
                  <a:pt x="103632" y="56388"/>
                </a:lnTo>
                <a:lnTo>
                  <a:pt x="106680" y="51816"/>
                </a:lnTo>
                <a:lnTo>
                  <a:pt x="106680" y="42672"/>
                </a:lnTo>
                <a:close/>
              </a:path>
              <a:path w="840104" h="410210">
                <a:moveTo>
                  <a:pt x="164592" y="176784"/>
                </a:moveTo>
                <a:lnTo>
                  <a:pt x="135636" y="155448"/>
                </a:lnTo>
                <a:lnTo>
                  <a:pt x="130213" y="170649"/>
                </a:lnTo>
                <a:lnTo>
                  <a:pt x="123063" y="186690"/>
                </a:lnTo>
                <a:lnTo>
                  <a:pt x="114211" y="203885"/>
                </a:lnTo>
                <a:lnTo>
                  <a:pt x="103632" y="222504"/>
                </a:lnTo>
                <a:lnTo>
                  <a:pt x="94488" y="217932"/>
                </a:lnTo>
                <a:lnTo>
                  <a:pt x="94488" y="211836"/>
                </a:lnTo>
                <a:lnTo>
                  <a:pt x="94488" y="182880"/>
                </a:lnTo>
                <a:lnTo>
                  <a:pt x="115824" y="144780"/>
                </a:lnTo>
                <a:lnTo>
                  <a:pt x="124929" y="127596"/>
                </a:lnTo>
                <a:lnTo>
                  <a:pt x="132588" y="111252"/>
                </a:lnTo>
                <a:lnTo>
                  <a:pt x="143484" y="103632"/>
                </a:lnTo>
                <a:lnTo>
                  <a:pt x="147828" y="100584"/>
                </a:lnTo>
                <a:lnTo>
                  <a:pt x="123444" y="76200"/>
                </a:lnTo>
                <a:lnTo>
                  <a:pt x="106680" y="94488"/>
                </a:lnTo>
                <a:lnTo>
                  <a:pt x="9144" y="94488"/>
                </a:lnTo>
                <a:lnTo>
                  <a:pt x="24384" y="109728"/>
                </a:lnTo>
                <a:lnTo>
                  <a:pt x="34036" y="107492"/>
                </a:lnTo>
                <a:lnTo>
                  <a:pt x="44386" y="105537"/>
                </a:lnTo>
                <a:lnTo>
                  <a:pt x="55041" y="104165"/>
                </a:lnTo>
                <a:lnTo>
                  <a:pt x="65532" y="103632"/>
                </a:lnTo>
                <a:lnTo>
                  <a:pt x="108204" y="103632"/>
                </a:lnTo>
                <a:lnTo>
                  <a:pt x="87820" y="149161"/>
                </a:lnTo>
                <a:lnTo>
                  <a:pt x="64008" y="193548"/>
                </a:lnTo>
                <a:lnTo>
                  <a:pt x="34290" y="234696"/>
                </a:lnTo>
                <a:lnTo>
                  <a:pt x="0" y="271272"/>
                </a:lnTo>
                <a:lnTo>
                  <a:pt x="3048" y="275844"/>
                </a:lnTo>
                <a:lnTo>
                  <a:pt x="21056" y="262420"/>
                </a:lnTo>
                <a:lnTo>
                  <a:pt x="38481" y="247269"/>
                </a:lnTo>
                <a:lnTo>
                  <a:pt x="55346" y="230416"/>
                </a:lnTo>
                <a:lnTo>
                  <a:pt x="71628" y="211836"/>
                </a:lnTo>
                <a:lnTo>
                  <a:pt x="71386" y="281940"/>
                </a:lnTo>
                <a:lnTo>
                  <a:pt x="70916" y="332994"/>
                </a:lnTo>
                <a:lnTo>
                  <a:pt x="70396" y="374904"/>
                </a:lnTo>
                <a:lnTo>
                  <a:pt x="70104" y="406908"/>
                </a:lnTo>
                <a:lnTo>
                  <a:pt x="96012" y="394716"/>
                </a:lnTo>
                <a:lnTo>
                  <a:pt x="95135" y="369570"/>
                </a:lnTo>
                <a:lnTo>
                  <a:pt x="94716" y="335280"/>
                </a:lnTo>
                <a:lnTo>
                  <a:pt x="94589" y="304800"/>
                </a:lnTo>
                <a:lnTo>
                  <a:pt x="94488" y="225552"/>
                </a:lnTo>
                <a:lnTo>
                  <a:pt x="107924" y="241604"/>
                </a:lnTo>
                <a:lnTo>
                  <a:pt x="118491" y="255651"/>
                </a:lnTo>
                <a:lnTo>
                  <a:pt x="126212" y="267995"/>
                </a:lnTo>
                <a:lnTo>
                  <a:pt x="131064" y="278892"/>
                </a:lnTo>
                <a:lnTo>
                  <a:pt x="132588" y="288036"/>
                </a:lnTo>
                <a:lnTo>
                  <a:pt x="135636" y="292608"/>
                </a:lnTo>
                <a:lnTo>
                  <a:pt x="140208" y="292608"/>
                </a:lnTo>
                <a:lnTo>
                  <a:pt x="146304" y="286512"/>
                </a:lnTo>
                <a:lnTo>
                  <a:pt x="149352" y="281940"/>
                </a:lnTo>
                <a:lnTo>
                  <a:pt x="150876" y="275844"/>
                </a:lnTo>
                <a:lnTo>
                  <a:pt x="150876" y="262128"/>
                </a:lnTo>
                <a:lnTo>
                  <a:pt x="109728" y="225552"/>
                </a:lnTo>
                <a:lnTo>
                  <a:pt x="112776" y="222504"/>
                </a:lnTo>
                <a:lnTo>
                  <a:pt x="150876" y="184404"/>
                </a:lnTo>
                <a:lnTo>
                  <a:pt x="164592" y="176784"/>
                </a:lnTo>
                <a:close/>
              </a:path>
              <a:path w="840104" h="410210">
                <a:moveTo>
                  <a:pt x="408432" y="374904"/>
                </a:moveTo>
                <a:lnTo>
                  <a:pt x="376478" y="368071"/>
                </a:lnTo>
                <a:lnTo>
                  <a:pt x="347091" y="356806"/>
                </a:lnTo>
                <a:lnTo>
                  <a:pt x="320573" y="341261"/>
                </a:lnTo>
                <a:lnTo>
                  <a:pt x="313474" y="335280"/>
                </a:lnTo>
                <a:lnTo>
                  <a:pt x="297180" y="321564"/>
                </a:lnTo>
                <a:lnTo>
                  <a:pt x="329946" y="274701"/>
                </a:lnTo>
                <a:lnTo>
                  <a:pt x="358140" y="211836"/>
                </a:lnTo>
                <a:lnTo>
                  <a:pt x="373380" y="201168"/>
                </a:lnTo>
                <a:lnTo>
                  <a:pt x="364236" y="192024"/>
                </a:lnTo>
                <a:lnTo>
                  <a:pt x="347472" y="175260"/>
                </a:lnTo>
                <a:lnTo>
                  <a:pt x="333756" y="190347"/>
                </a:lnTo>
                <a:lnTo>
                  <a:pt x="333756" y="201168"/>
                </a:lnTo>
                <a:lnTo>
                  <a:pt x="322897" y="232587"/>
                </a:lnTo>
                <a:lnTo>
                  <a:pt x="310896" y="260413"/>
                </a:lnTo>
                <a:lnTo>
                  <a:pt x="297751" y="284543"/>
                </a:lnTo>
                <a:lnTo>
                  <a:pt x="283464" y="304800"/>
                </a:lnTo>
                <a:lnTo>
                  <a:pt x="268058" y="283679"/>
                </a:lnTo>
                <a:lnTo>
                  <a:pt x="253936" y="259270"/>
                </a:lnTo>
                <a:lnTo>
                  <a:pt x="241249" y="231724"/>
                </a:lnTo>
                <a:lnTo>
                  <a:pt x="230124" y="201168"/>
                </a:lnTo>
                <a:lnTo>
                  <a:pt x="333756" y="201168"/>
                </a:lnTo>
                <a:lnTo>
                  <a:pt x="333756" y="190347"/>
                </a:lnTo>
                <a:lnTo>
                  <a:pt x="332232" y="192024"/>
                </a:lnTo>
                <a:lnTo>
                  <a:pt x="284988" y="192024"/>
                </a:lnTo>
                <a:lnTo>
                  <a:pt x="284988" y="99060"/>
                </a:lnTo>
                <a:lnTo>
                  <a:pt x="356616" y="99060"/>
                </a:lnTo>
                <a:lnTo>
                  <a:pt x="335280" y="144780"/>
                </a:lnTo>
                <a:lnTo>
                  <a:pt x="342900" y="147828"/>
                </a:lnTo>
                <a:lnTo>
                  <a:pt x="371627" y="115252"/>
                </a:lnTo>
                <a:lnTo>
                  <a:pt x="402336" y="103632"/>
                </a:lnTo>
                <a:lnTo>
                  <a:pt x="397992" y="99060"/>
                </a:lnTo>
                <a:lnTo>
                  <a:pt x="387832" y="88392"/>
                </a:lnTo>
                <a:lnTo>
                  <a:pt x="371856" y="71628"/>
                </a:lnTo>
                <a:lnTo>
                  <a:pt x="355092" y="88392"/>
                </a:lnTo>
                <a:lnTo>
                  <a:pt x="284988" y="88392"/>
                </a:lnTo>
                <a:lnTo>
                  <a:pt x="284988" y="28956"/>
                </a:lnTo>
                <a:lnTo>
                  <a:pt x="297180" y="15240"/>
                </a:lnTo>
                <a:lnTo>
                  <a:pt x="260604" y="0"/>
                </a:lnTo>
                <a:lnTo>
                  <a:pt x="262051" y="51816"/>
                </a:lnTo>
                <a:lnTo>
                  <a:pt x="262128" y="88392"/>
                </a:lnTo>
                <a:lnTo>
                  <a:pt x="262128" y="99060"/>
                </a:lnTo>
                <a:lnTo>
                  <a:pt x="262128" y="192024"/>
                </a:lnTo>
                <a:lnTo>
                  <a:pt x="199644" y="192024"/>
                </a:lnTo>
                <a:lnTo>
                  <a:pt x="199644" y="99060"/>
                </a:lnTo>
                <a:lnTo>
                  <a:pt x="262128" y="99060"/>
                </a:lnTo>
                <a:lnTo>
                  <a:pt x="262128" y="88392"/>
                </a:lnTo>
                <a:lnTo>
                  <a:pt x="204216" y="88392"/>
                </a:lnTo>
                <a:lnTo>
                  <a:pt x="175260" y="71628"/>
                </a:lnTo>
                <a:lnTo>
                  <a:pt x="176149" y="94488"/>
                </a:lnTo>
                <a:lnTo>
                  <a:pt x="176606" y="122682"/>
                </a:lnTo>
                <a:lnTo>
                  <a:pt x="176720" y="144780"/>
                </a:lnTo>
                <a:lnTo>
                  <a:pt x="176720" y="193548"/>
                </a:lnTo>
                <a:lnTo>
                  <a:pt x="171640" y="263842"/>
                </a:lnTo>
                <a:lnTo>
                  <a:pt x="158496" y="318516"/>
                </a:lnTo>
                <a:lnTo>
                  <a:pt x="137731" y="364236"/>
                </a:lnTo>
                <a:lnTo>
                  <a:pt x="106680" y="405384"/>
                </a:lnTo>
                <a:lnTo>
                  <a:pt x="111252" y="409956"/>
                </a:lnTo>
                <a:lnTo>
                  <a:pt x="153543" y="366712"/>
                </a:lnTo>
                <a:lnTo>
                  <a:pt x="179832" y="320040"/>
                </a:lnTo>
                <a:lnTo>
                  <a:pt x="194310" y="266319"/>
                </a:lnTo>
                <a:lnTo>
                  <a:pt x="199644" y="201168"/>
                </a:lnTo>
                <a:lnTo>
                  <a:pt x="222504" y="201168"/>
                </a:lnTo>
                <a:lnTo>
                  <a:pt x="232244" y="236029"/>
                </a:lnTo>
                <a:lnTo>
                  <a:pt x="243268" y="267462"/>
                </a:lnTo>
                <a:lnTo>
                  <a:pt x="255727" y="295465"/>
                </a:lnTo>
                <a:lnTo>
                  <a:pt x="269748" y="320040"/>
                </a:lnTo>
                <a:lnTo>
                  <a:pt x="242608" y="344004"/>
                </a:lnTo>
                <a:lnTo>
                  <a:pt x="213741" y="365379"/>
                </a:lnTo>
                <a:lnTo>
                  <a:pt x="183172" y="383908"/>
                </a:lnTo>
                <a:lnTo>
                  <a:pt x="150876" y="399288"/>
                </a:lnTo>
                <a:lnTo>
                  <a:pt x="152400" y="406908"/>
                </a:lnTo>
                <a:lnTo>
                  <a:pt x="187883" y="394004"/>
                </a:lnTo>
                <a:lnTo>
                  <a:pt x="221361" y="377952"/>
                </a:lnTo>
                <a:lnTo>
                  <a:pt x="253136" y="358482"/>
                </a:lnTo>
                <a:lnTo>
                  <a:pt x="283464" y="335280"/>
                </a:lnTo>
                <a:lnTo>
                  <a:pt x="305473" y="356476"/>
                </a:lnTo>
                <a:lnTo>
                  <a:pt x="328041" y="374523"/>
                </a:lnTo>
                <a:lnTo>
                  <a:pt x="351193" y="389724"/>
                </a:lnTo>
                <a:lnTo>
                  <a:pt x="374904" y="402336"/>
                </a:lnTo>
                <a:lnTo>
                  <a:pt x="381215" y="394081"/>
                </a:lnTo>
                <a:lnTo>
                  <a:pt x="388810" y="387667"/>
                </a:lnTo>
                <a:lnTo>
                  <a:pt x="397840" y="383273"/>
                </a:lnTo>
                <a:lnTo>
                  <a:pt x="408432" y="381000"/>
                </a:lnTo>
                <a:lnTo>
                  <a:pt x="408432" y="374904"/>
                </a:lnTo>
                <a:close/>
              </a:path>
              <a:path w="840104" h="410210">
                <a:moveTo>
                  <a:pt x="649224" y="76212"/>
                </a:moveTo>
                <a:lnTo>
                  <a:pt x="610603" y="43916"/>
                </a:lnTo>
                <a:lnTo>
                  <a:pt x="585216" y="35064"/>
                </a:lnTo>
                <a:lnTo>
                  <a:pt x="582168" y="39636"/>
                </a:lnTo>
                <a:lnTo>
                  <a:pt x="596747" y="53632"/>
                </a:lnTo>
                <a:lnTo>
                  <a:pt x="608457" y="65925"/>
                </a:lnTo>
                <a:lnTo>
                  <a:pt x="617321" y="76492"/>
                </a:lnTo>
                <a:lnTo>
                  <a:pt x="623316" y="85356"/>
                </a:lnTo>
                <a:lnTo>
                  <a:pt x="627888" y="91452"/>
                </a:lnTo>
                <a:lnTo>
                  <a:pt x="630936" y="96024"/>
                </a:lnTo>
                <a:lnTo>
                  <a:pt x="637032" y="96024"/>
                </a:lnTo>
                <a:lnTo>
                  <a:pt x="644652" y="88404"/>
                </a:lnTo>
                <a:lnTo>
                  <a:pt x="647700" y="82308"/>
                </a:lnTo>
                <a:lnTo>
                  <a:pt x="649224" y="76212"/>
                </a:lnTo>
                <a:close/>
              </a:path>
              <a:path w="840104" h="410210">
                <a:moveTo>
                  <a:pt x="705612" y="394728"/>
                </a:moveTo>
                <a:lnTo>
                  <a:pt x="704088" y="391680"/>
                </a:lnTo>
                <a:lnTo>
                  <a:pt x="702564" y="387108"/>
                </a:lnTo>
                <a:lnTo>
                  <a:pt x="700328" y="382536"/>
                </a:lnTo>
                <a:lnTo>
                  <a:pt x="698373" y="375678"/>
                </a:lnTo>
                <a:lnTo>
                  <a:pt x="697572" y="370344"/>
                </a:lnTo>
                <a:lnTo>
                  <a:pt x="697001" y="366534"/>
                </a:lnTo>
                <a:lnTo>
                  <a:pt x="696468" y="355104"/>
                </a:lnTo>
                <a:lnTo>
                  <a:pt x="695883" y="341096"/>
                </a:lnTo>
                <a:lnTo>
                  <a:pt x="696277" y="326529"/>
                </a:lnTo>
                <a:lnTo>
                  <a:pt x="697547" y="311378"/>
                </a:lnTo>
                <a:lnTo>
                  <a:pt x="699516" y="295668"/>
                </a:lnTo>
                <a:lnTo>
                  <a:pt x="690372" y="294144"/>
                </a:lnTo>
                <a:lnTo>
                  <a:pt x="672084" y="370344"/>
                </a:lnTo>
                <a:lnTo>
                  <a:pt x="657783" y="366928"/>
                </a:lnTo>
                <a:lnTo>
                  <a:pt x="644461" y="361391"/>
                </a:lnTo>
                <a:lnTo>
                  <a:pt x="609701" y="333857"/>
                </a:lnTo>
                <a:lnTo>
                  <a:pt x="588264" y="298716"/>
                </a:lnTo>
                <a:lnTo>
                  <a:pt x="604799" y="282714"/>
                </a:lnTo>
                <a:lnTo>
                  <a:pt x="608418" y="278904"/>
                </a:lnTo>
                <a:lnTo>
                  <a:pt x="622173" y="264426"/>
                </a:lnTo>
                <a:lnTo>
                  <a:pt x="640130" y="243852"/>
                </a:lnTo>
                <a:lnTo>
                  <a:pt x="658368" y="220992"/>
                </a:lnTo>
                <a:lnTo>
                  <a:pt x="676656" y="211848"/>
                </a:lnTo>
                <a:lnTo>
                  <a:pt x="646176" y="185940"/>
                </a:lnTo>
                <a:lnTo>
                  <a:pt x="640181" y="197370"/>
                </a:lnTo>
                <a:lnTo>
                  <a:pt x="633603" y="208800"/>
                </a:lnTo>
                <a:lnTo>
                  <a:pt x="610438" y="243103"/>
                </a:lnTo>
                <a:lnTo>
                  <a:pt x="580644" y="278904"/>
                </a:lnTo>
                <a:lnTo>
                  <a:pt x="572604" y="252615"/>
                </a:lnTo>
                <a:lnTo>
                  <a:pt x="566547" y="221754"/>
                </a:lnTo>
                <a:lnTo>
                  <a:pt x="562216" y="186321"/>
                </a:lnTo>
                <a:lnTo>
                  <a:pt x="559536" y="149364"/>
                </a:lnTo>
                <a:lnTo>
                  <a:pt x="559308" y="146316"/>
                </a:lnTo>
                <a:lnTo>
                  <a:pt x="662432" y="135648"/>
                </a:lnTo>
                <a:lnTo>
                  <a:pt x="691896" y="132600"/>
                </a:lnTo>
                <a:lnTo>
                  <a:pt x="656844" y="103644"/>
                </a:lnTo>
                <a:lnTo>
                  <a:pt x="638556" y="126504"/>
                </a:lnTo>
                <a:lnTo>
                  <a:pt x="559308" y="135648"/>
                </a:lnTo>
                <a:lnTo>
                  <a:pt x="558406" y="111328"/>
                </a:lnTo>
                <a:lnTo>
                  <a:pt x="557174" y="60413"/>
                </a:lnTo>
                <a:lnTo>
                  <a:pt x="556260" y="33540"/>
                </a:lnTo>
                <a:lnTo>
                  <a:pt x="571500" y="19824"/>
                </a:lnTo>
                <a:lnTo>
                  <a:pt x="528828" y="1536"/>
                </a:lnTo>
                <a:lnTo>
                  <a:pt x="529361" y="22961"/>
                </a:lnTo>
                <a:lnTo>
                  <a:pt x="530707" y="52209"/>
                </a:lnTo>
                <a:lnTo>
                  <a:pt x="532688" y="91452"/>
                </a:lnTo>
                <a:lnTo>
                  <a:pt x="534924" y="138696"/>
                </a:lnTo>
                <a:lnTo>
                  <a:pt x="443484" y="147840"/>
                </a:lnTo>
                <a:lnTo>
                  <a:pt x="461772" y="161556"/>
                </a:lnTo>
                <a:lnTo>
                  <a:pt x="480060" y="155460"/>
                </a:lnTo>
                <a:lnTo>
                  <a:pt x="534924" y="149364"/>
                </a:lnTo>
                <a:lnTo>
                  <a:pt x="538949" y="192798"/>
                </a:lnTo>
                <a:lnTo>
                  <a:pt x="544258" y="231660"/>
                </a:lnTo>
                <a:lnTo>
                  <a:pt x="551002" y="265950"/>
                </a:lnTo>
                <a:lnTo>
                  <a:pt x="559308" y="295668"/>
                </a:lnTo>
                <a:lnTo>
                  <a:pt x="539330" y="314236"/>
                </a:lnTo>
                <a:lnTo>
                  <a:pt x="513880" y="333311"/>
                </a:lnTo>
                <a:lnTo>
                  <a:pt x="482803" y="353098"/>
                </a:lnTo>
                <a:lnTo>
                  <a:pt x="446532" y="373392"/>
                </a:lnTo>
                <a:lnTo>
                  <a:pt x="448056" y="381012"/>
                </a:lnTo>
                <a:lnTo>
                  <a:pt x="482942" y="366725"/>
                </a:lnTo>
                <a:lnTo>
                  <a:pt x="514540" y="351294"/>
                </a:lnTo>
                <a:lnTo>
                  <a:pt x="543001" y="334721"/>
                </a:lnTo>
                <a:lnTo>
                  <a:pt x="568452" y="317004"/>
                </a:lnTo>
                <a:lnTo>
                  <a:pt x="578167" y="333311"/>
                </a:lnTo>
                <a:lnTo>
                  <a:pt x="614172" y="373392"/>
                </a:lnTo>
                <a:lnTo>
                  <a:pt x="657898" y="395884"/>
                </a:lnTo>
                <a:lnTo>
                  <a:pt x="687616" y="400748"/>
                </a:lnTo>
                <a:lnTo>
                  <a:pt x="697611" y="400634"/>
                </a:lnTo>
                <a:lnTo>
                  <a:pt x="703618" y="399084"/>
                </a:lnTo>
                <a:lnTo>
                  <a:pt x="705612" y="396252"/>
                </a:lnTo>
                <a:lnTo>
                  <a:pt x="705612" y="394728"/>
                </a:lnTo>
                <a:close/>
              </a:path>
              <a:path w="840104" h="410210">
                <a:moveTo>
                  <a:pt x="755904" y="85356"/>
                </a:moveTo>
                <a:lnTo>
                  <a:pt x="719328" y="67068"/>
                </a:lnTo>
                <a:lnTo>
                  <a:pt x="720217" y="87680"/>
                </a:lnTo>
                <a:lnTo>
                  <a:pt x="720661" y="113169"/>
                </a:lnTo>
                <a:lnTo>
                  <a:pt x="720839" y="143789"/>
                </a:lnTo>
                <a:lnTo>
                  <a:pt x="720737" y="236232"/>
                </a:lnTo>
                <a:lnTo>
                  <a:pt x="720648" y="251066"/>
                </a:lnTo>
                <a:lnTo>
                  <a:pt x="720217" y="280136"/>
                </a:lnTo>
                <a:lnTo>
                  <a:pt x="719328" y="307860"/>
                </a:lnTo>
                <a:lnTo>
                  <a:pt x="745236" y="294144"/>
                </a:lnTo>
                <a:lnTo>
                  <a:pt x="745007" y="280162"/>
                </a:lnTo>
                <a:lnTo>
                  <a:pt x="743953" y="251066"/>
                </a:lnTo>
                <a:lnTo>
                  <a:pt x="743712" y="236232"/>
                </a:lnTo>
                <a:lnTo>
                  <a:pt x="743712" y="97548"/>
                </a:lnTo>
                <a:lnTo>
                  <a:pt x="755904" y="85356"/>
                </a:lnTo>
                <a:close/>
              </a:path>
              <a:path w="840104" h="410210">
                <a:moveTo>
                  <a:pt x="839724" y="16776"/>
                </a:moveTo>
                <a:lnTo>
                  <a:pt x="803148" y="12"/>
                </a:lnTo>
                <a:lnTo>
                  <a:pt x="804037" y="25107"/>
                </a:lnTo>
                <a:lnTo>
                  <a:pt x="804481" y="52209"/>
                </a:lnTo>
                <a:lnTo>
                  <a:pt x="804570" y="67068"/>
                </a:lnTo>
                <a:lnTo>
                  <a:pt x="804672" y="347484"/>
                </a:lnTo>
                <a:lnTo>
                  <a:pt x="803148" y="356628"/>
                </a:lnTo>
                <a:lnTo>
                  <a:pt x="800100" y="362724"/>
                </a:lnTo>
                <a:lnTo>
                  <a:pt x="792480" y="365772"/>
                </a:lnTo>
                <a:lnTo>
                  <a:pt x="785342" y="366293"/>
                </a:lnTo>
                <a:lnTo>
                  <a:pt x="773049" y="365391"/>
                </a:lnTo>
                <a:lnTo>
                  <a:pt x="755624" y="362762"/>
                </a:lnTo>
                <a:lnTo>
                  <a:pt x="733044" y="358152"/>
                </a:lnTo>
                <a:lnTo>
                  <a:pt x="731520" y="365772"/>
                </a:lnTo>
                <a:lnTo>
                  <a:pt x="755548" y="375170"/>
                </a:lnTo>
                <a:lnTo>
                  <a:pt x="772858" y="385013"/>
                </a:lnTo>
                <a:lnTo>
                  <a:pt x="783602" y="395122"/>
                </a:lnTo>
                <a:lnTo>
                  <a:pt x="787908" y="405396"/>
                </a:lnTo>
                <a:lnTo>
                  <a:pt x="798487" y="400558"/>
                </a:lnTo>
                <a:lnTo>
                  <a:pt x="825436" y="370154"/>
                </a:lnTo>
                <a:lnTo>
                  <a:pt x="827532" y="28968"/>
                </a:lnTo>
                <a:lnTo>
                  <a:pt x="839724" y="1677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" name="object 26"/>
          <p:cNvSpPr/>
          <p:nvPr/>
        </p:nvSpPr>
        <p:spPr>
          <a:xfrm>
            <a:off x="5687555" y="2362199"/>
            <a:ext cx="846455" cy="408940"/>
          </a:xfrm>
          <a:custGeom>
            <a:avLst/>
            <a:gdLst/>
            <a:ahLst/>
            <a:cxnLst/>
            <a:rect l="l" t="t" r="r" b="b"/>
            <a:pathLst>
              <a:path w="846454" h="408939">
                <a:moveTo>
                  <a:pt x="176796" y="39624"/>
                </a:moveTo>
                <a:lnTo>
                  <a:pt x="141744" y="13716"/>
                </a:lnTo>
                <a:lnTo>
                  <a:pt x="127711" y="47726"/>
                </a:lnTo>
                <a:lnTo>
                  <a:pt x="112966" y="78867"/>
                </a:lnTo>
                <a:lnTo>
                  <a:pt x="80772" y="132588"/>
                </a:lnTo>
                <a:lnTo>
                  <a:pt x="43243" y="179451"/>
                </a:lnTo>
                <a:lnTo>
                  <a:pt x="0" y="219456"/>
                </a:lnTo>
                <a:lnTo>
                  <a:pt x="4572" y="224028"/>
                </a:lnTo>
                <a:lnTo>
                  <a:pt x="54673" y="188785"/>
                </a:lnTo>
                <a:lnTo>
                  <a:pt x="94488" y="147828"/>
                </a:lnTo>
                <a:lnTo>
                  <a:pt x="128968" y="101155"/>
                </a:lnTo>
                <a:lnTo>
                  <a:pt x="160032" y="48768"/>
                </a:lnTo>
                <a:lnTo>
                  <a:pt x="176796" y="39624"/>
                </a:lnTo>
                <a:close/>
              </a:path>
              <a:path w="846454" h="408939">
                <a:moveTo>
                  <a:pt x="313956" y="188976"/>
                </a:moveTo>
                <a:lnTo>
                  <a:pt x="289572" y="164592"/>
                </a:lnTo>
                <a:lnTo>
                  <a:pt x="271284" y="182880"/>
                </a:lnTo>
                <a:lnTo>
                  <a:pt x="73152" y="182880"/>
                </a:lnTo>
                <a:lnTo>
                  <a:pt x="86868" y="196596"/>
                </a:lnTo>
                <a:lnTo>
                  <a:pt x="103632" y="193548"/>
                </a:lnTo>
                <a:lnTo>
                  <a:pt x="156984" y="193548"/>
                </a:lnTo>
                <a:lnTo>
                  <a:pt x="146697" y="251079"/>
                </a:lnTo>
                <a:lnTo>
                  <a:pt x="124968" y="306324"/>
                </a:lnTo>
                <a:lnTo>
                  <a:pt x="84963" y="357759"/>
                </a:lnTo>
                <a:lnTo>
                  <a:pt x="19812" y="402336"/>
                </a:lnTo>
                <a:lnTo>
                  <a:pt x="22860" y="408432"/>
                </a:lnTo>
                <a:lnTo>
                  <a:pt x="63754" y="388391"/>
                </a:lnTo>
                <a:lnTo>
                  <a:pt x="97345" y="366903"/>
                </a:lnTo>
                <a:lnTo>
                  <a:pt x="143268" y="318516"/>
                </a:lnTo>
                <a:lnTo>
                  <a:pt x="169557" y="261747"/>
                </a:lnTo>
                <a:lnTo>
                  <a:pt x="184416" y="193548"/>
                </a:lnTo>
                <a:lnTo>
                  <a:pt x="275856" y="193548"/>
                </a:lnTo>
                <a:lnTo>
                  <a:pt x="272186" y="252945"/>
                </a:lnTo>
                <a:lnTo>
                  <a:pt x="268236" y="298323"/>
                </a:lnTo>
                <a:lnTo>
                  <a:pt x="260616" y="345948"/>
                </a:lnTo>
                <a:lnTo>
                  <a:pt x="232841" y="366102"/>
                </a:lnTo>
                <a:lnTo>
                  <a:pt x="220611" y="364998"/>
                </a:lnTo>
                <a:lnTo>
                  <a:pt x="204368" y="362762"/>
                </a:lnTo>
                <a:lnTo>
                  <a:pt x="184416" y="359664"/>
                </a:lnTo>
                <a:lnTo>
                  <a:pt x="184416" y="367284"/>
                </a:lnTo>
                <a:lnTo>
                  <a:pt x="203822" y="374129"/>
                </a:lnTo>
                <a:lnTo>
                  <a:pt x="218516" y="383095"/>
                </a:lnTo>
                <a:lnTo>
                  <a:pt x="228346" y="394081"/>
                </a:lnTo>
                <a:lnTo>
                  <a:pt x="233184" y="406908"/>
                </a:lnTo>
                <a:lnTo>
                  <a:pt x="249161" y="400050"/>
                </a:lnTo>
                <a:lnTo>
                  <a:pt x="281749" y="366102"/>
                </a:lnTo>
                <a:lnTo>
                  <a:pt x="293382" y="310134"/>
                </a:lnTo>
                <a:lnTo>
                  <a:pt x="297370" y="261747"/>
                </a:lnTo>
                <a:lnTo>
                  <a:pt x="300228" y="199644"/>
                </a:lnTo>
                <a:lnTo>
                  <a:pt x="308076" y="193548"/>
                </a:lnTo>
                <a:lnTo>
                  <a:pt x="313956" y="188976"/>
                </a:lnTo>
                <a:close/>
              </a:path>
              <a:path w="846454" h="408939">
                <a:moveTo>
                  <a:pt x="403872" y="182880"/>
                </a:moveTo>
                <a:lnTo>
                  <a:pt x="357009" y="166687"/>
                </a:lnTo>
                <a:lnTo>
                  <a:pt x="312432" y="135636"/>
                </a:lnTo>
                <a:lnTo>
                  <a:pt x="274713" y="89535"/>
                </a:lnTo>
                <a:lnTo>
                  <a:pt x="248424" y="27432"/>
                </a:lnTo>
                <a:lnTo>
                  <a:pt x="263664" y="19812"/>
                </a:lnTo>
                <a:lnTo>
                  <a:pt x="230136" y="4572"/>
                </a:lnTo>
                <a:lnTo>
                  <a:pt x="247281" y="70104"/>
                </a:lnTo>
                <a:lnTo>
                  <a:pt x="275856" y="126492"/>
                </a:lnTo>
                <a:lnTo>
                  <a:pt x="315861" y="173545"/>
                </a:lnTo>
                <a:lnTo>
                  <a:pt x="367296" y="210312"/>
                </a:lnTo>
                <a:lnTo>
                  <a:pt x="373862" y="202031"/>
                </a:lnTo>
                <a:lnTo>
                  <a:pt x="382155" y="195453"/>
                </a:lnTo>
                <a:lnTo>
                  <a:pt x="392150" y="190601"/>
                </a:lnTo>
                <a:lnTo>
                  <a:pt x="403872" y="187452"/>
                </a:lnTo>
                <a:lnTo>
                  <a:pt x="403872" y="182880"/>
                </a:lnTo>
                <a:close/>
              </a:path>
              <a:path w="846454" h="408939">
                <a:moveTo>
                  <a:pt x="575119" y="86918"/>
                </a:moveTo>
                <a:lnTo>
                  <a:pt x="536194" y="43040"/>
                </a:lnTo>
                <a:lnTo>
                  <a:pt x="509016" y="25908"/>
                </a:lnTo>
                <a:lnTo>
                  <a:pt x="504444" y="32004"/>
                </a:lnTo>
                <a:lnTo>
                  <a:pt x="519925" y="49720"/>
                </a:lnTo>
                <a:lnTo>
                  <a:pt x="532257" y="66294"/>
                </a:lnTo>
                <a:lnTo>
                  <a:pt x="541743" y="81724"/>
                </a:lnTo>
                <a:lnTo>
                  <a:pt x="548640" y="96012"/>
                </a:lnTo>
                <a:lnTo>
                  <a:pt x="551688" y="106680"/>
                </a:lnTo>
                <a:lnTo>
                  <a:pt x="556260" y="112776"/>
                </a:lnTo>
                <a:lnTo>
                  <a:pt x="562356" y="112776"/>
                </a:lnTo>
                <a:lnTo>
                  <a:pt x="565404" y="109728"/>
                </a:lnTo>
                <a:lnTo>
                  <a:pt x="569976" y="103632"/>
                </a:lnTo>
                <a:lnTo>
                  <a:pt x="572833" y="99402"/>
                </a:lnTo>
                <a:lnTo>
                  <a:pt x="574548" y="93726"/>
                </a:lnTo>
                <a:lnTo>
                  <a:pt x="575119" y="86918"/>
                </a:lnTo>
                <a:close/>
              </a:path>
              <a:path w="846454" h="408939">
                <a:moveTo>
                  <a:pt x="752856" y="263652"/>
                </a:moveTo>
                <a:lnTo>
                  <a:pt x="717994" y="228981"/>
                </a:lnTo>
                <a:lnTo>
                  <a:pt x="655320" y="198120"/>
                </a:lnTo>
                <a:lnTo>
                  <a:pt x="652272" y="205740"/>
                </a:lnTo>
                <a:lnTo>
                  <a:pt x="677418" y="226606"/>
                </a:lnTo>
                <a:lnTo>
                  <a:pt x="697992" y="245745"/>
                </a:lnTo>
                <a:lnTo>
                  <a:pt x="713994" y="263182"/>
                </a:lnTo>
                <a:lnTo>
                  <a:pt x="725424" y="278892"/>
                </a:lnTo>
                <a:lnTo>
                  <a:pt x="733044" y="291084"/>
                </a:lnTo>
                <a:lnTo>
                  <a:pt x="739140" y="297180"/>
                </a:lnTo>
                <a:lnTo>
                  <a:pt x="745236" y="297180"/>
                </a:lnTo>
                <a:lnTo>
                  <a:pt x="749808" y="288036"/>
                </a:lnTo>
                <a:lnTo>
                  <a:pt x="752856" y="283464"/>
                </a:lnTo>
                <a:lnTo>
                  <a:pt x="752856" y="263652"/>
                </a:lnTo>
                <a:close/>
              </a:path>
              <a:path w="846454" h="408939">
                <a:moveTo>
                  <a:pt x="845832" y="137160"/>
                </a:moveTo>
                <a:lnTo>
                  <a:pt x="813816" y="112776"/>
                </a:lnTo>
                <a:lnTo>
                  <a:pt x="800100" y="135636"/>
                </a:lnTo>
                <a:lnTo>
                  <a:pt x="652272" y="135636"/>
                </a:lnTo>
                <a:lnTo>
                  <a:pt x="655688" y="110490"/>
                </a:lnTo>
                <a:lnTo>
                  <a:pt x="658939" y="85344"/>
                </a:lnTo>
                <a:lnTo>
                  <a:pt x="661924" y="60198"/>
                </a:lnTo>
                <a:lnTo>
                  <a:pt x="664464" y="35052"/>
                </a:lnTo>
                <a:lnTo>
                  <a:pt x="681228" y="22860"/>
                </a:lnTo>
                <a:lnTo>
                  <a:pt x="635508" y="0"/>
                </a:lnTo>
                <a:lnTo>
                  <a:pt x="634707" y="36626"/>
                </a:lnTo>
                <a:lnTo>
                  <a:pt x="632460" y="71247"/>
                </a:lnTo>
                <a:lnTo>
                  <a:pt x="629081" y="104165"/>
                </a:lnTo>
                <a:lnTo>
                  <a:pt x="624840" y="135636"/>
                </a:lnTo>
                <a:lnTo>
                  <a:pt x="463296" y="135636"/>
                </a:lnTo>
                <a:lnTo>
                  <a:pt x="478536" y="150876"/>
                </a:lnTo>
                <a:lnTo>
                  <a:pt x="487972" y="148882"/>
                </a:lnTo>
                <a:lnTo>
                  <a:pt x="497967" y="147447"/>
                </a:lnTo>
                <a:lnTo>
                  <a:pt x="508546" y="146596"/>
                </a:lnTo>
                <a:lnTo>
                  <a:pt x="519684" y="146304"/>
                </a:lnTo>
                <a:lnTo>
                  <a:pt x="623316" y="146304"/>
                </a:lnTo>
                <a:lnTo>
                  <a:pt x="613295" y="186550"/>
                </a:lnTo>
                <a:lnTo>
                  <a:pt x="599122" y="224790"/>
                </a:lnTo>
                <a:lnTo>
                  <a:pt x="580669" y="260756"/>
                </a:lnTo>
                <a:lnTo>
                  <a:pt x="557784" y="294132"/>
                </a:lnTo>
                <a:lnTo>
                  <a:pt x="532663" y="325615"/>
                </a:lnTo>
                <a:lnTo>
                  <a:pt x="505396" y="353949"/>
                </a:lnTo>
                <a:lnTo>
                  <a:pt x="476135" y="379437"/>
                </a:lnTo>
                <a:lnTo>
                  <a:pt x="445008" y="402336"/>
                </a:lnTo>
                <a:lnTo>
                  <a:pt x="449580" y="406908"/>
                </a:lnTo>
                <a:lnTo>
                  <a:pt x="509016" y="371856"/>
                </a:lnTo>
                <a:lnTo>
                  <a:pt x="538734" y="347332"/>
                </a:lnTo>
                <a:lnTo>
                  <a:pt x="568452" y="318516"/>
                </a:lnTo>
                <a:lnTo>
                  <a:pt x="595884" y="283895"/>
                </a:lnTo>
                <a:lnTo>
                  <a:pt x="618744" y="243840"/>
                </a:lnTo>
                <a:lnTo>
                  <a:pt x="637019" y="198120"/>
                </a:lnTo>
                <a:lnTo>
                  <a:pt x="650748" y="146304"/>
                </a:lnTo>
                <a:lnTo>
                  <a:pt x="803148" y="146304"/>
                </a:lnTo>
                <a:lnTo>
                  <a:pt x="795782" y="226606"/>
                </a:lnTo>
                <a:lnTo>
                  <a:pt x="789241" y="287845"/>
                </a:lnTo>
                <a:lnTo>
                  <a:pt x="783653" y="327406"/>
                </a:lnTo>
                <a:lnTo>
                  <a:pt x="759904" y="363093"/>
                </a:lnTo>
                <a:lnTo>
                  <a:pt x="739622" y="364553"/>
                </a:lnTo>
                <a:lnTo>
                  <a:pt x="722757" y="363283"/>
                </a:lnTo>
                <a:lnTo>
                  <a:pt x="700760" y="360603"/>
                </a:lnTo>
                <a:lnTo>
                  <a:pt x="673608" y="356616"/>
                </a:lnTo>
                <a:lnTo>
                  <a:pt x="673608" y="365760"/>
                </a:lnTo>
                <a:lnTo>
                  <a:pt x="700455" y="372618"/>
                </a:lnTo>
                <a:lnTo>
                  <a:pt x="721423" y="381762"/>
                </a:lnTo>
                <a:lnTo>
                  <a:pt x="736409" y="393192"/>
                </a:lnTo>
                <a:lnTo>
                  <a:pt x="745236" y="406908"/>
                </a:lnTo>
                <a:lnTo>
                  <a:pt x="757262" y="402907"/>
                </a:lnTo>
                <a:lnTo>
                  <a:pt x="796201" y="375196"/>
                </a:lnTo>
                <a:lnTo>
                  <a:pt x="810768" y="338328"/>
                </a:lnTo>
                <a:lnTo>
                  <a:pt x="818769" y="276606"/>
                </a:lnTo>
                <a:lnTo>
                  <a:pt x="823633" y="221742"/>
                </a:lnTo>
                <a:lnTo>
                  <a:pt x="829056" y="150876"/>
                </a:lnTo>
                <a:lnTo>
                  <a:pt x="834644" y="146304"/>
                </a:lnTo>
                <a:lnTo>
                  <a:pt x="845832" y="13716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27" name="object 27"/>
          <p:cNvGrpSpPr/>
          <p:nvPr/>
        </p:nvGrpSpPr>
        <p:grpSpPr>
          <a:xfrm>
            <a:off x="6586728" y="2360676"/>
            <a:ext cx="643255" cy="411480"/>
            <a:chOff x="6586728" y="2360676"/>
            <a:chExt cx="643255" cy="411480"/>
          </a:xfrm>
        </p:grpSpPr>
        <p:pic>
          <p:nvPicPr>
            <p:cNvPr id="28" name="object 28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6586728" y="2478023"/>
              <a:ext cx="190500" cy="249936"/>
            </a:xfrm>
            <a:prstGeom prst="rect">
              <a:avLst/>
            </a:prstGeom>
          </p:spPr>
        </p:pic>
        <p:sp>
          <p:nvSpPr>
            <p:cNvPr id="29" name="object 29"/>
            <p:cNvSpPr/>
            <p:nvPr/>
          </p:nvSpPr>
          <p:spPr>
            <a:xfrm>
              <a:off x="6821423" y="2360676"/>
              <a:ext cx="408940" cy="411480"/>
            </a:xfrm>
            <a:custGeom>
              <a:avLst/>
              <a:gdLst/>
              <a:ahLst/>
              <a:cxnLst/>
              <a:rect l="l" t="t" r="r" b="b"/>
              <a:pathLst>
                <a:path w="408940" h="411480">
                  <a:moveTo>
                    <a:pt x="1524" y="225552"/>
                  </a:moveTo>
                  <a:lnTo>
                    <a:pt x="0" y="219456"/>
                  </a:lnTo>
                  <a:lnTo>
                    <a:pt x="36028" y="199429"/>
                  </a:lnTo>
                  <a:lnTo>
                    <a:pt x="68770" y="175831"/>
                  </a:lnTo>
                  <a:lnTo>
                    <a:pt x="98369" y="148518"/>
                  </a:lnTo>
                  <a:lnTo>
                    <a:pt x="124968" y="117348"/>
                  </a:lnTo>
                  <a:lnTo>
                    <a:pt x="147875" y="85939"/>
                  </a:lnTo>
                  <a:lnTo>
                    <a:pt x="181117" y="27122"/>
                  </a:lnTo>
                  <a:lnTo>
                    <a:pt x="192024" y="0"/>
                  </a:lnTo>
                  <a:lnTo>
                    <a:pt x="228600" y="21336"/>
                  </a:lnTo>
                  <a:lnTo>
                    <a:pt x="211836" y="30480"/>
                  </a:lnTo>
                  <a:lnTo>
                    <a:pt x="219437" y="41148"/>
                  </a:lnTo>
                  <a:lnTo>
                    <a:pt x="207264" y="41148"/>
                  </a:lnTo>
                  <a:lnTo>
                    <a:pt x="187285" y="74604"/>
                  </a:lnTo>
                  <a:lnTo>
                    <a:pt x="144470" y="130087"/>
                  </a:lnTo>
                  <a:lnTo>
                    <a:pt x="97321" y="173259"/>
                  </a:lnTo>
                  <a:lnTo>
                    <a:pt x="37266" y="209835"/>
                  </a:lnTo>
                  <a:lnTo>
                    <a:pt x="1524" y="225552"/>
                  </a:lnTo>
                  <a:close/>
                </a:path>
                <a:path w="408940" h="411480">
                  <a:moveTo>
                    <a:pt x="368808" y="210312"/>
                  </a:moveTo>
                  <a:lnTo>
                    <a:pt x="320611" y="179832"/>
                  </a:lnTo>
                  <a:lnTo>
                    <a:pt x="280416" y="144780"/>
                  </a:lnTo>
                  <a:lnTo>
                    <a:pt x="243840" y="99250"/>
                  </a:lnTo>
                  <a:lnTo>
                    <a:pt x="207264" y="41148"/>
                  </a:lnTo>
                  <a:lnTo>
                    <a:pt x="219437" y="41148"/>
                  </a:lnTo>
                  <a:lnTo>
                    <a:pt x="236100" y="64531"/>
                  </a:lnTo>
                  <a:lnTo>
                    <a:pt x="260794" y="93726"/>
                  </a:lnTo>
                  <a:lnTo>
                    <a:pt x="310896" y="138684"/>
                  </a:lnTo>
                  <a:lnTo>
                    <a:pt x="360807" y="166306"/>
                  </a:lnTo>
                  <a:lnTo>
                    <a:pt x="408432" y="181356"/>
                  </a:lnTo>
                  <a:lnTo>
                    <a:pt x="408432" y="187452"/>
                  </a:lnTo>
                  <a:lnTo>
                    <a:pt x="395811" y="189738"/>
                  </a:lnTo>
                  <a:lnTo>
                    <a:pt x="385191" y="194310"/>
                  </a:lnTo>
                  <a:lnTo>
                    <a:pt x="376285" y="201168"/>
                  </a:lnTo>
                  <a:lnTo>
                    <a:pt x="368808" y="210312"/>
                  </a:lnTo>
                  <a:close/>
                </a:path>
                <a:path w="408940" h="411480">
                  <a:moveTo>
                    <a:pt x="190500" y="411480"/>
                  </a:moveTo>
                  <a:lnTo>
                    <a:pt x="190738" y="379737"/>
                  </a:lnTo>
                  <a:lnTo>
                    <a:pt x="191262" y="352996"/>
                  </a:lnTo>
                  <a:lnTo>
                    <a:pt x="191785" y="331112"/>
                  </a:lnTo>
                  <a:lnTo>
                    <a:pt x="192024" y="313944"/>
                  </a:lnTo>
                  <a:lnTo>
                    <a:pt x="191968" y="195786"/>
                  </a:lnTo>
                  <a:lnTo>
                    <a:pt x="191785" y="183046"/>
                  </a:lnTo>
                  <a:lnTo>
                    <a:pt x="190738" y="145851"/>
                  </a:lnTo>
                  <a:lnTo>
                    <a:pt x="190500" y="124968"/>
                  </a:lnTo>
                  <a:lnTo>
                    <a:pt x="231648" y="147828"/>
                  </a:lnTo>
                  <a:lnTo>
                    <a:pt x="217932" y="158496"/>
                  </a:lnTo>
                  <a:lnTo>
                    <a:pt x="218020" y="352996"/>
                  </a:lnTo>
                  <a:lnTo>
                    <a:pt x="218122" y="362331"/>
                  </a:lnTo>
                  <a:lnTo>
                    <a:pt x="218574" y="378094"/>
                  </a:lnTo>
                  <a:lnTo>
                    <a:pt x="219456" y="394716"/>
                  </a:lnTo>
                  <a:lnTo>
                    <a:pt x="190500" y="41148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30" name="object 30"/>
          <p:cNvSpPr/>
          <p:nvPr/>
        </p:nvSpPr>
        <p:spPr>
          <a:xfrm>
            <a:off x="7278623" y="2366772"/>
            <a:ext cx="379730" cy="401320"/>
          </a:xfrm>
          <a:custGeom>
            <a:avLst/>
            <a:gdLst/>
            <a:ahLst/>
            <a:cxnLst/>
            <a:rect l="l" t="t" r="r" b="b"/>
            <a:pathLst>
              <a:path w="379729" h="401319">
                <a:moveTo>
                  <a:pt x="208638" y="355092"/>
                </a:moveTo>
                <a:lnTo>
                  <a:pt x="167640" y="355092"/>
                </a:lnTo>
                <a:lnTo>
                  <a:pt x="175402" y="353639"/>
                </a:lnTo>
                <a:lnTo>
                  <a:pt x="180594" y="349186"/>
                </a:lnTo>
                <a:lnTo>
                  <a:pt x="183499" y="341590"/>
                </a:lnTo>
                <a:lnTo>
                  <a:pt x="184404" y="330708"/>
                </a:lnTo>
                <a:lnTo>
                  <a:pt x="184380" y="60221"/>
                </a:lnTo>
                <a:lnTo>
                  <a:pt x="184213" y="37528"/>
                </a:lnTo>
                <a:lnTo>
                  <a:pt x="183761" y="17406"/>
                </a:lnTo>
                <a:lnTo>
                  <a:pt x="182880" y="0"/>
                </a:lnTo>
                <a:lnTo>
                  <a:pt x="230124" y="21336"/>
                </a:lnTo>
                <a:lnTo>
                  <a:pt x="210312" y="36576"/>
                </a:lnTo>
                <a:lnTo>
                  <a:pt x="210312" y="342900"/>
                </a:lnTo>
                <a:lnTo>
                  <a:pt x="208638" y="355092"/>
                </a:lnTo>
                <a:close/>
              </a:path>
              <a:path w="379729" h="401319">
                <a:moveTo>
                  <a:pt x="6096" y="298704"/>
                </a:moveTo>
                <a:lnTo>
                  <a:pt x="0" y="292608"/>
                </a:lnTo>
                <a:lnTo>
                  <a:pt x="11430" y="280320"/>
                </a:lnTo>
                <a:lnTo>
                  <a:pt x="22860" y="266319"/>
                </a:lnTo>
                <a:lnTo>
                  <a:pt x="45720" y="233172"/>
                </a:lnTo>
                <a:lnTo>
                  <a:pt x="66484" y="198882"/>
                </a:lnTo>
                <a:lnTo>
                  <a:pt x="83820" y="164592"/>
                </a:lnTo>
                <a:lnTo>
                  <a:pt x="99893" y="120872"/>
                </a:lnTo>
                <a:lnTo>
                  <a:pt x="103632" y="109728"/>
                </a:lnTo>
                <a:lnTo>
                  <a:pt x="141732" y="138684"/>
                </a:lnTo>
                <a:lnTo>
                  <a:pt x="134921" y="142732"/>
                </a:lnTo>
                <a:lnTo>
                  <a:pt x="128397" y="148209"/>
                </a:lnTo>
                <a:lnTo>
                  <a:pt x="122443" y="155400"/>
                </a:lnTo>
                <a:lnTo>
                  <a:pt x="117348" y="164592"/>
                </a:lnTo>
                <a:lnTo>
                  <a:pt x="110513" y="174902"/>
                </a:lnTo>
                <a:lnTo>
                  <a:pt x="77724" y="220980"/>
                </a:lnTo>
                <a:lnTo>
                  <a:pt x="46482" y="258699"/>
                </a:lnTo>
                <a:lnTo>
                  <a:pt x="27574" y="278415"/>
                </a:lnTo>
                <a:lnTo>
                  <a:pt x="6096" y="298704"/>
                </a:lnTo>
                <a:close/>
              </a:path>
              <a:path w="379729" h="401319">
                <a:moveTo>
                  <a:pt x="167640" y="400812"/>
                </a:moveTo>
                <a:lnTo>
                  <a:pt x="165044" y="390263"/>
                </a:lnTo>
                <a:lnTo>
                  <a:pt x="154876" y="379285"/>
                </a:lnTo>
                <a:lnTo>
                  <a:pt x="136993" y="368022"/>
                </a:lnTo>
                <a:lnTo>
                  <a:pt x="111252" y="356616"/>
                </a:lnTo>
                <a:lnTo>
                  <a:pt x="111252" y="348996"/>
                </a:lnTo>
                <a:lnTo>
                  <a:pt x="129278" y="351877"/>
                </a:lnTo>
                <a:lnTo>
                  <a:pt x="144589" y="353758"/>
                </a:lnTo>
                <a:lnTo>
                  <a:pt x="157329" y="354782"/>
                </a:lnTo>
                <a:lnTo>
                  <a:pt x="167640" y="355092"/>
                </a:lnTo>
                <a:lnTo>
                  <a:pt x="208638" y="355092"/>
                </a:lnTo>
                <a:lnTo>
                  <a:pt x="207716" y="361807"/>
                </a:lnTo>
                <a:lnTo>
                  <a:pt x="199834" y="377571"/>
                </a:lnTo>
                <a:lnTo>
                  <a:pt x="186523" y="390477"/>
                </a:lnTo>
                <a:lnTo>
                  <a:pt x="167640" y="400812"/>
                </a:lnTo>
                <a:close/>
              </a:path>
              <a:path w="379729" h="401319">
                <a:moveTo>
                  <a:pt x="364236" y="289560"/>
                </a:moveTo>
                <a:lnTo>
                  <a:pt x="358140" y="289560"/>
                </a:lnTo>
                <a:lnTo>
                  <a:pt x="353568" y="283463"/>
                </a:lnTo>
                <a:lnTo>
                  <a:pt x="350520" y="269748"/>
                </a:lnTo>
                <a:lnTo>
                  <a:pt x="344209" y="255460"/>
                </a:lnTo>
                <a:lnTo>
                  <a:pt x="316992" y="205740"/>
                </a:lnTo>
                <a:lnTo>
                  <a:pt x="289179" y="165735"/>
                </a:lnTo>
                <a:lnTo>
                  <a:pt x="254508" y="123444"/>
                </a:lnTo>
                <a:lnTo>
                  <a:pt x="259080" y="118872"/>
                </a:lnTo>
                <a:lnTo>
                  <a:pt x="289655" y="144351"/>
                </a:lnTo>
                <a:lnTo>
                  <a:pt x="335375" y="184451"/>
                </a:lnTo>
                <a:lnTo>
                  <a:pt x="368617" y="221551"/>
                </a:lnTo>
                <a:lnTo>
                  <a:pt x="376428" y="237744"/>
                </a:lnTo>
                <a:lnTo>
                  <a:pt x="379476" y="245363"/>
                </a:lnTo>
                <a:lnTo>
                  <a:pt x="368808" y="286512"/>
                </a:lnTo>
                <a:lnTo>
                  <a:pt x="364236" y="28956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" name="object 31"/>
          <p:cNvSpPr/>
          <p:nvPr/>
        </p:nvSpPr>
        <p:spPr>
          <a:xfrm>
            <a:off x="7744967" y="2374391"/>
            <a:ext cx="356870" cy="386080"/>
          </a:xfrm>
          <a:custGeom>
            <a:avLst/>
            <a:gdLst/>
            <a:ahLst/>
            <a:cxnLst/>
            <a:rect l="l" t="t" r="r" b="b"/>
            <a:pathLst>
              <a:path w="356870" h="386080">
                <a:moveTo>
                  <a:pt x="341839" y="24384"/>
                </a:moveTo>
                <a:lnTo>
                  <a:pt x="294132" y="24384"/>
                </a:lnTo>
                <a:lnTo>
                  <a:pt x="318516" y="0"/>
                </a:lnTo>
                <a:lnTo>
                  <a:pt x="341839" y="24384"/>
                </a:lnTo>
                <a:close/>
              </a:path>
              <a:path w="356870" h="386080">
                <a:moveTo>
                  <a:pt x="25908" y="385572"/>
                </a:moveTo>
                <a:lnTo>
                  <a:pt x="0" y="365760"/>
                </a:lnTo>
                <a:lnTo>
                  <a:pt x="10668" y="355092"/>
                </a:lnTo>
                <a:lnTo>
                  <a:pt x="10644" y="58221"/>
                </a:lnTo>
                <a:lnTo>
                  <a:pt x="10477" y="45529"/>
                </a:lnTo>
                <a:lnTo>
                  <a:pt x="10025" y="29122"/>
                </a:lnTo>
                <a:lnTo>
                  <a:pt x="9144" y="9144"/>
                </a:lnTo>
                <a:lnTo>
                  <a:pt x="35052" y="24384"/>
                </a:lnTo>
                <a:lnTo>
                  <a:pt x="341839" y="24384"/>
                </a:lnTo>
                <a:lnTo>
                  <a:pt x="352044" y="35052"/>
                </a:lnTo>
                <a:lnTo>
                  <a:pt x="35052" y="35052"/>
                </a:lnTo>
                <a:lnTo>
                  <a:pt x="35052" y="359664"/>
                </a:lnTo>
                <a:lnTo>
                  <a:pt x="347339" y="359664"/>
                </a:lnTo>
                <a:lnTo>
                  <a:pt x="356616" y="370332"/>
                </a:lnTo>
                <a:lnTo>
                  <a:pt x="36576" y="370332"/>
                </a:lnTo>
                <a:lnTo>
                  <a:pt x="25908" y="385572"/>
                </a:lnTo>
                <a:close/>
              </a:path>
              <a:path w="356870" h="386080">
                <a:moveTo>
                  <a:pt x="225990" y="173736"/>
                </a:moveTo>
                <a:lnTo>
                  <a:pt x="195072" y="173736"/>
                </a:lnTo>
                <a:lnTo>
                  <a:pt x="205978" y="158019"/>
                </a:lnTo>
                <a:lnTo>
                  <a:pt x="216027" y="142875"/>
                </a:lnTo>
                <a:lnTo>
                  <a:pt x="225504" y="128301"/>
                </a:lnTo>
                <a:lnTo>
                  <a:pt x="234720" y="114252"/>
                </a:lnTo>
                <a:lnTo>
                  <a:pt x="242149" y="100012"/>
                </a:lnTo>
                <a:lnTo>
                  <a:pt x="248602" y="86868"/>
                </a:lnTo>
                <a:lnTo>
                  <a:pt x="254198" y="74866"/>
                </a:lnTo>
                <a:lnTo>
                  <a:pt x="259080" y="64008"/>
                </a:lnTo>
                <a:lnTo>
                  <a:pt x="300228" y="91440"/>
                </a:lnTo>
                <a:lnTo>
                  <a:pt x="260604" y="126492"/>
                </a:lnTo>
                <a:lnTo>
                  <a:pt x="249816" y="141612"/>
                </a:lnTo>
                <a:lnTo>
                  <a:pt x="225990" y="173736"/>
                </a:lnTo>
                <a:close/>
              </a:path>
              <a:path w="356870" h="386080">
                <a:moveTo>
                  <a:pt x="70104" y="321564"/>
                </a:moveTo>
                <a:lnTo>
                  <a:pt x="67056" y="316992"/>
                </a:lnTo>
                <a:lnTo>
                  <a:pt x="96583" y="289560"/>
                </a:lnTo>
                <a:lnTo>
                  <a:pt x="110990" y="275844"/>
                </a:lnTo>
                <a:lnTo>
                  <a:pt x="139565" y="246697"/>
                </a:lnTo>
                <a:lnTo>
                  <a:pt x="167616" y="212407"/>
                </a:lnTo>
                <a:lnTo>
                  <a:pt x="181356" y="193548"/>
                </a:lnTo>
                <a:lnTo>
                  <a:pt x="157567" y="165782"/>
                </a:lnTo>
                <a:lnTo>
                  <a:pt x="133921" y="139446"/>
                </a:lnTo>
                <a:lnTo>
                  <a:pt x="109989" y="114252"/>
                </a:lnTo>
                <a:lnTo>
                  <a:pt x="85344" y="89916"/>
                </a:lnTo>
                <a:lnTo>
                  <a:pt x="91440" y="85344"/>
                </a:lnTo>
                <a:lnTo>
                  <a:pt x="115133" y="103655"/>
                </a:lnTo>
                <a:lnTo>
                  <a:pt x="140398" y="124396"/>
                </a:lnTo>
                <a:lnTo>
                  <a:pt x="167092" y="147708"/>
                </a:lnTo>
                <a:lnTo>
                  <a:pt x="195072" y="173736"/>
                </a:lnTo>
                <a:lnTo>
                  <a:pt x="225990" y="173736"/>
                </a:lnTo>
                <a:lnTo>
                  <a:pt x="214884" y="188976"/>
                </a:lnTo>
                <a:lnTo>
                  <a:pt x="236463" y="210312"/>
                </a:lnTo>
                <a:lnTo>
                  <a:pt x="198120" y="210312"/>
                </a:lnTo>
                <a:lnTo>
                  <a:pt x="162687" y="247459"/>
                </a:lnTo>
                <a:lnTo>
                  <a:pt x="129540" y="278892"/>
                </a:lnTo>
                <a:lnTo>
                  <a:pt x="97536" y="303085"/>
                </a:lnTo>
                <a:lnTo>
                  <a:pt x="83248" y="312967"/>
                </a:lnTo>
                <a:lnTo>
                  <a:pt x="70104" y="321564"/>
                </a:lnTo>
                <a:close/>
              </a:path>
              <a:path w="356870" h="386080">
                <a:moveTo>
                  <a:pt x="277368" y="316992"/>
                </a:moveTo>
                <a:lnTo>
                  <a:pt x="272796" y="316992"/>
                </a:lnTo>
                <a:lnTo>
                  <a:pt x="268223" y="310896"/>
                </a:lnTo>
                <a:lnTo>
                  <a:pt x="263652" y="298704"/>
                </a:lnTo>
                <a:lnTo>
                  <a:pt x="256555" y="287297"/>
                </a:lnTo>
                <a:lnTo>
                  <a:pt x="234696" y="254508"/>
                </a:lnTo>
                <a:lnTo>
                  <a:pt x="208121" y="222361"/>
                </a:lnTo>
                <a:lnTo>
                  <a:pt x="198120" y="210312"/>
                </a:lnTo>
                <a:lnTo>
                  <a:pt x="236463" y="210312"/>
                </a:lnTo>
                <a:lnTo>
                  <a:pt x="242292" y="216074"/>
                </a:lnTo>
                <a:lnTo>
                  <a:pt x="262699" y="237744"/>
                </a:lnTo>
                <a:lnTo>
                  <a:pt x="275963" y="253698"/>
                </a:lnTo>
                <a:lnTo>
                  <a:pt x="281946" y="263675"/>
                </a:lnTo>
                <a:lnTo>
                  <a:pt x="284988" y="274320"/>
                </a:lnTo>
                <a:lnTo>
                  <a:pt x="288035" y="283463"/>
                </a:lnTo>
                <a:lnTo>
                  <a:pt x="288035" y="294132"/>
                </a:lnTo>
                <a:lnTo>
                  <a:pt x="286512" y="300227"/>
                </a:lnTo>
                <a:lnTo>
                  <a:pt x="283464" y="306324"/>
                </a:lnTo>
                <a:lnTo>
                  <a:pt x="280416" y="313944"/>
                </a:lnTo>
                <a:lnTo>
                  <a:pt x="277368" y="316992"/>
                </a:lnTo>
                <a:close/>
              </a:path>
              <a:path w="356870" h="386080">
                <a:moveTo>
                  <a:pt x="347339" y="359664"/>
                </a:moveTo>
                <a:lnTo>
                  <a:pt x="301752" y="359664"/>
                </a:lnTo>
                <a:lnTo>
                  <a:pt x="326136" y="335280"/>
                </a:lnTo>
                <a:lnTo>
                  <a:pt x="347339" y="35966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pic>
        <p:nvPicPr>
          <p:cNvPr id="32" name="object 32"/>
          <p:cNvPicPr/>
          <p:nvPr/>
        </p:nvPicPr>
        <p:blipFill>
          <a:blip r:embed="rId4" cstate="print"/>
          <a:stretch>
            <a:fillRect/>
          </a:stretch>
        </p:blipFill>
        <p:spPr>
          <a:xfrm>
            <a:off x="8194547" y="2625280"/>
            <a:ext cx="68579" cy="119443"/>
          </a:xfrm>
          <a:prstGeom prst="rect">
            <a:avLst/>
          </a:prstGeom>
        </p:spPr>
      </p:pic>
      <p:sp>
        <p:nvSpPr>
          <p:cNvPr id="33" name="object 33"/>
          <p:cNvSpPr/>
          <p:nvPr/>
        </p:nvSpPr>
        <p:spPr>
          <a:xfrm>
            <a:off x="8602967" y="2360675"/>
            <a:ext cx="1297305" cy="410209"/>
          </a:xfrm>
          <a:custGeom>
            <a:avLst/>
            <a:gdLst/>
            <a:ahLst/>
            <a:cxnLst/>
            <a:rect l="l" t="t" r="r" b="b"/>
            <a:pathLst>
              <a:path w="1297304" h="410210">
                <a:moveTo>
                  <a:pt x="169164" y="124968"/>
                </a:moveTo>
                <a:lnTo>
                  <a:pt x="138684" y="96012"/>
                </a:lnTo>
                <a:lnTo>
                  <a:pt x="120396" y="114300"/>
                </a:lnTo>
                <a:lnTo>
                  <a:pt x="97536" y="114300"/>
                </a:lnTo>
                <a:lnTo>
                  <a:pt x="97536" y="33528"/>
                </a:lnTo>
                <a:lnTo>
                  <a:pt x="112776" y="21336"/>
                </a:lnTo>
                <a:lnTo>
                  <a:pt x="71628" y="0"/>
                </a:lnTo>
                <a:lnTo>
                  <a:pt x="72885" y="47244"/>
                </a:lnTo>
                <a:lnTo>
                  <a:pt x="73152" y="114300"/>
                </a:lnTo>
                <a:lnTo>
                  <a:pt x="0" y="114300"/>
                </a:lnTo>
                <a:lnTo>
                  <a:pt x="13716" y="128016"/>
                </a:lnTo>
                <a:lnTo>
                  <a:pt x="30480" y="124968"/>
                </a:lnTo>
                <a:lnTo>
                  <a:pt x="73152" y="124968"/>
                </a:lnTo>
                <a:lnTo>
                  <a:pt x="59207" y="176784"/>
                </a:lnTo>
                <a:lnTo>
                  <a:pt x="42291" y="225361"/>
                </a:lnTo>
                <a:lnTo>
                  <a:pt x="22580" y="270065"/>
                </a:lnTo>
                <a:lnTo>
                  <a:pt x="0" y="310896"/>
                </a:lnTo>
                <a:lnTo>
                  <a:pt x="6096" y="318516"/>
                </a:lnTo>
                <a:lnTo>
                  <a:pt x="25793" y="291680"/>
                </a:lnTo>
                <a:lnTo>
                  <a:pt x="43624" y="263842"/>
                </a:lnTo>
                <a:lnTo>
                  <a:pt x="59461" y="235153"/>
                </a:lnTo>
                <a:lnTo>
                  <a:pt x="73152" y="205740"/>
                </a:lnTo>
                <a:lnTo>
                  <a:pt x="73037" y="299542"/>
                </a:lnTo>
                <a:lnTo>
                  <a:pt x="72923" y="326326"/>
                </a:lnTo>
                <a:lnTo>
                  <a:pt x="72504" y="370332"/>
                </a:lnTo>
                <a:lnTo>
                  <a:pt x="71628" y="409956"/>
                </a:lnTo>
                <a:lnTo>
                  <a:pt x="99060" y="399288"/>
                </a:lnTo>
                <a:lnTo>
                  <a:pt x="97726" y="326326"/>
                </a:lnTo>
                <a:lnTo>
                  <a:pt x="97548" y="205740"/>
                </a:lnTo>
                <a:lnTo>
                  <a:pt x="97536" y="176784"/>
                </a:lnTo>
                <a:lnTo>
                  <a:pt x="106133" y="186499"/>
                </a:lnTo>
                <a:lnTo>
                  <a:pt x="126492" y="222504"/>
                </a:lnTo>
                <a:lnTo>
                  <a:pt x="135636" y="243840"/>
                </a:lnTo>
                <a:lnTo>
                  <a:pt x="141732" y="243840"/>
                </a:lnTo>
                <a:lnTo>
                  <a:pt x="144780" y="239268"/>
                </a:lnTo>
                <a:lnTo>
                  <a:pt x="150876" y="227076"/>
                </a:lnTo>
                <a:lnTo>
                  <a:pt x="153924" y="222504"/>
                </a:lnTo>
                <a:lnTo>
                  <a:pt x="153924" y="213360"/>
                </a:lnTo>
                <a:lnTo>
                  <a:pt x="149352" y="205740"/>
                </a:lnTo>
                <a:lnTo>
                  <a:pt x="112382" y="177126"/>
                </a:lnTo>
                <a:lnTo>
                  <a:pt x="97536" y="169164"/>
                </a:lnTo>
                <a:lnTo>
                  <a:pt x="97536" y="124968"/>
                </a:lnTo>
                <a:lnTo>
                  <a:pt x="169164" y="124968"/>
                </a:lnTo>
                <a:close/>
              </a:path>
              <a:path w="1297304" h="410210">
                <a:moveTo>
                  <a:pt x="236220" y="231648"/>
                </a:moveTo>
                <a:lnTo>
                  <a:pt x="198120" y="208788"/>
                </a:lnTo>
                <a:lnTo>
                  <a:pt x="183007" y="250799"/>
                </a:lnTo>
                <a:lnTo>
                  <a:pt x="165163" y="289941"/>
                </a:lnTo>
                <a:lnTo>
                  <a:pt x="144818" y="326136"/>
                </a:lnTo>
                <a:lnTo>
                  <a:pt x="121920" y="359664"/>
                </a:lnTo>
                <a:lnTo>
                  <a:pt x="126492" y="365760"/>
                </a:lnTo>
                <a:lnTo>
                  <a:pt x="151091" y="340004"/>
                </a:lnTo>
                <a:lnTo>
                  <a:pt x="174688" y="310515"/>
                </a:lnTo>
                <a:lnTo>
                  <a:pt x="197434" y="277037"/>
                </a:lnTo>
                <a:lnTo>
                  <a:pt x="219456" y="239268"/>
                </a:lnTo>
                <a:lnTo>
                  <a:pt x="236220" y="231648"/>
                </a:lnTo>
                <a:close/>
              </a:path>
              <a:path w="1297304" h="410210">
                <a:moveTo>
                  <a:pt x="379476" y="57912"/>
                </a:moveTo>
                <a:lnTo>
                  <a:pt x="347472" y="25908"/>
                </a:lnTo>
                <a:lnTo>
                  <a:pt x="327660" y="47244"/>
                </a:lnTo>
                <a:lnTo>
                  <a:pt x="172212" y="47244"/>
                </a:lnTo>
                <a:lnTo>
                  <a:pt x="185928" y="60960"/>
                </a:lnTo>
                <a:lnTo>
                  <a:pt x="202692" y="57912"/>
                </a:lnTo>
                <a:lnTo>
                  <a:pt x="379476" y="57912"/>
                </a:lnTo>
                <a:close/>
              </a:path>
              <a:path w="1297304" h="410210">
                <a:moveTo>
                  <a:pt x="393192" y="318516"/>
                </a:moveTo>
                <a:lnTo>
                  <a:pt x="378460" y="282994"/>
                </a:lnTo>
                <a:lnTo>
                  <a:pt x="342506" y="241846"/>
                </a:lnTo>
                <a:lnTo>
                  <a:pt x="313944" y="211836"/>
                </a:lnTo>
                <a:lnTo>
                  <a:pt x="307848" y="214884"/>
                </a:lnTo>
                <a:lnTo>
                  <a:pt x="326707" y="246341"/>
                </a:lnTo>
                <a:lnTo>
                  <a:pt x="342138" y="274510"/>
                </a:lnTo>
                <a:lnTo>
                  <a:pt x="354139" y="299542"/>
                </a:lnTo>
                <a:lnTo>
                  <a:pt x="362712" y="321564"/>
                </a:lnTo>
                <a:lnTo>
                  <a:pt x="366166" y="334454"/>
                </a:lnTo>
                <a:lnTo>
                  <a:pt x="369760" y="343471"/>
                </a:lnTo>
                <a:lnTo>
                  <a:pt x="373646" y="348792"/>
                </a:lnTo>
                <a:lnTo>
                  <a:pt x="377952" y="350520"/>
                </a:lnTo>
                <a:lnTo>
                  <a:pt x="379476" y="350520"/>
                </a:lnTo>
                <a:lnTo>
                  <a:pt x="382524" y="347472"/>
                </a:lnTo>
                <a:lnTo>
                  <a:pt x="385572" y="341376"/>
                </a:lnTo>
                <a:lnTo>
                  <a:pt x="391668" y="333756"/>
                </a:lnTo>
                <a:lnTo>
                  <a:pt x="393153" y="326326"/>
                </a:lnTo>
                <a:lnTo>
                  <a:pt x="393192" y="318516"/>
                </a:lnTo>
                <a:close/>
              </a:path>
              <a:path w="1297304" h="410210">
                <a:moveTo>
                  <a:pt x="408432" y="161544"/>
                </a:moveTo>
                <a:lnTo>
                  <a:pt x="376428" y="128016"/>
                </a:lnTo>
                <a:lnTo>
                  <a:pt x="353568" y="150876"/>
                </a:lnTo>
                <a:lnTo>
                  <a:pt x="146304" y="150876"/>
                </a:lnTo>
                <a:lnTo>
                  <a:pt x="160020" y="164592"/>
                </a:lnTo>
                <a:lnTo>
                  <a:pt x="175260" y="161544"/>
                </a:lnTo>
                <a:lnTo>
                  <a:pt x="260604" y="161544"/>
                </a:lnTo>
                <a:lnTo>
                  <a:pt x="260604" y="362712"/>
                </a:lnTo>
                <a:lnTo>
                  <a:pt x="257556" y="367284"/>
                </a:lnTo>
                <a:lnTo>
                  <a:pt x="252984" y="368808"/>
                </a:lnTo>
                <a:lnTo>
                  <a:pt x="246113" y="369125"/>
                </a:lnTo>
                <a:lnTo>
                  <a:pt x="234505" y="367855"/>
                </a:lnTo>
                <a:lnTo>
                  <a:pt x="218059" y="365175"/>
                </a:lnTo>
                <a:lnTo>
                  <a:pt x="196596" y="361188"/>
                </a:lnTo>
                <a:lnTo>
                  <a:pt x="196596" y="370332"/>
                </a:lnTo>
                <a:lnTo>
                  <a:pt x="219481" y="379501"/>
                </a:lnTo>
                <a:lnTo>
                  <a:pt x="235648" y="388810"/>
                </a:lnTo>
                <a:lnTo>
                  <a:pt x="245249" y="398411"/>
                </a:lnTo>
                <a:lnTo>
                  <a:pt x="248412" y="408432"/>
                </a:lnTo>
                <a:lnTo>
                  <a:pt x="264655" y="401599"/>
                </a:lnTo>
                <a:lnTo>
                  <a:pt x="276606" y="392620"/>
                </a:lnTo>
                <a:lnTo>
                  <a:pt x="283997" y="381647"/>
                </a:lnTo>
                <a:lnTo>
                  <a:pt x="286461" y="369125"/>
                </a:lnTo>
                <a:lnTo>
                  <a:pt x="286512" y="161544"/>
                </a:lnTo>
                <a:lnTo>
                  <a:pt x="408432" y="161544"/>
                </a:lnTo>
                <a:close/>
              </a:path>
              <a:path w="1297304" h="410210">
                <a:moveTo>
                  <a:pt x="566928" y="67056"/>
                </a:moveTo>
                <a:lnTo>
                  <a:pt x="536600" y="31508"/>
                </a:lnTo>
                <a:lnTo>
                  <a:pt x="504444" y="13716"/>
                </a:lnTo>
                <a:lnTo>
                  <a:pt x="499872" y="18288"/>
                </a:lnTo>
                <a:lnTo>
                  <a:pt x="512445" y="32867"/>
                </a:lnTo>
                <a:lnTo>
                  <a:pt x="522732" y="46863"/>
                </a:lnTo>
                <a:lnTo>
                  <a:pt x="530733" y="60299"/>
                </a:lnTo>
                <a:lnTo>
                  <a:pt x="536448" y="73152"/>
                </a:lnTo>
                <a:lnTo>
                  <a:pt x="540169" y="82854"/>
                </a:lnTo>
                <a:lnTo>
                  <a:pt x="544449" y="88963"/>
                </a:lnTo>
                <a:lnTo>
                  <a:pt x="549313" y="91376"/>
                </a:lnTo>
                <a:lnTo>
                  <a:pt x="554736" y="89916"/>
                </a:lnTo>
                <a:lnTo>
                  <a:pt x="559003" y="85915"/>
                </a:lnTo>
                <a:lnTo>
                  <a:pt x="562546" y="80772"/>
                </a:lnTo>
                <a:lnTo>
                  <a:pt x="565238" y="74485"/>
                </a:lnTo>
                <a:lnTo>
                  <a:pt x="566928" y="67056"/>
                </a:lnTo>
                <a:close/>
              </a:path>
              <a:path w="1297304" h="410210">
                <a:moveTo>
                  <a:pt x="612648" y="286512"/>
                </a:moveTo>
                <a:lnTo>
                  <a:pt x="608076" y="281940"/>
                </a:lnTo>
                <a:lnTo>
                  <a:pt x="547116" y="338328"/>
                </a:lnTo>
                <a:lnTo>
                  <a:pt x="547116" y="176784"/>
                </a:lnTo>
                <a:lnTo>
                  <a:pt x="556641" y="169164"/>
                </a:lnTo>
                <a:lnTo>
                  <a:pt x="562356" y="164592"/>
                </a:lnTo>
                <a:lnTo>
                  <a:pt x="537972" y="140208"/>
                </a:lnTo>
                <a:lnTo>
                  <a:pt x="521208" y="158496"/>
                </a:lnTo>
                <a:lnTo>
                  <a:pt x="445008" y="158496"/>
                </a:lnTo>
                <a:lnTo>
                  <a:pt x="460248" y="173736"/>
                </a:lnTo>
                <a:lnTo>
                  <a:pt x="469900" y="171742"/>
                </a:lnTo>
                <a:lnTo>
                  <a:pt x="480250" y="170307"/>
                </a:lnTo>
                <a:lnTo>
                  <a:pt x="490905" y="169456"/>
                </a:lnTo>
                <a:lnTo>
                  <a:pt x="501396" y="169164"/>
                </a:lnTo>
                <a:lnTo>
                  <a:pt x="522732" y="169164"/>
                </a:lnTo>
                <a:lnTo>
                  <a:pt x="522732" y="330708"/>
                </a:lnTo>
                <a:lnTo>
                  <a:pt x="522478" y="338734"/>
                </a:lnTo>
                <a:lnTo>
                  <a:pt x="522376" y="340855"/>
                </a:lnTo>
                <a:lnTo>
                  <a:pt x="521398" y="348805"/>
                </a:lnTo>
                <a:lnTo>
                  <a:pt x="519518" y="355790"/>
                </a:lnTo>
                <a:lnTo>
                  <a:pt x="516636" y="361188"/>
                </a:lnTo>
                <a:lnTo>
                  <a:pt x="537972" y="388620"/>
                </a:lnTo>
                <a:lnTo>
                  <a:pt x="548792" y="372884"/>
                </a:lnTo>
                <a:lnTo>
                  <a:pt x="565023" y="350710"/>
                </a:lnTo>
                <a:lnTo>
                  <a:pt x="574243" y="338328"/>
                </a:lnTo>
                <a:lnTo>
                  <a:pt x="598919" y="305066"/>
                </a:lnTo>
                <a:lnTo>
                  <a:pt x="612648" y="286512"/>
                </a:lnTo>
                <a:close/>
              </a:path>
              <a:path w="1297304" h="410210">
                <a:moveTo>
                  <a:pt x="853440" y="362712"/>
                </a:moveTo>
                <a:lnTo>
                  <a:pt x="830580" y="329184"/>
                </a:lnTo>
                <a:lnTo>
                  <a:pt x="827532" y="281940"/>
                </a:lnTo>
                <a:lnTo>
                  <a:pt x="818388" y="281940"/>
                </a:lnTo>
                <a:lnTo>
                  <a:pt x="815911" y="324040"/>
                </a:lnTo>
                <a:lnTo>
                  <a:pt x="804672" y="367284"/>
                </a:lnTo>
                <a:lnTo>
                  <a:pt x="682752" y="367284"/>
                </a:lnTo>
                <a:lnTo>
                  <a:pt x="671639" y="365290"/>
                </a:lnTo>
                <a:lnTo>
                  <a:pt x="663511" y="359283"/>
                </a:lnTo>
                <a:lnTo>
                  <a:pt x="658545" y="349288"/>
                </a:lnTo>
                <a:lnTo>
                  <a:pt x="656844" y="335280"/>
                </a:lnTo>
                <a:lnTo>
                  <a:pt x="656844" y="193548"/>
                </a:lnTo>
                <a:lnTo>
                  <a:pt x="778764" y="193548"/>
                </a:lnTo>
                <a:lnTo>
                  <a:pt x="778764" y="216408"/>
                </a:lnTo>
                <a:lnTo>
                  <a:pt x="804672" y="205740"/>
                </a:lnTo>
                <a:lnTo>
                  <a:pt x="804113" y="193548"/>
                </a:lnTo>
                <a:lnTo>
                  <a:pt x="803795" y="186867"/>
                </a:lnTo>
                <a:lnTo>
                  <a:pt x="803732" y="182880"/>
                </a:lnTo>
                <a:lnTo>
                  <a:pt x="803363" y="158496"/>
                </a:lnTo>
                <a:lnTo>
                  <a:pt x="803275" y="140208"/>
                </a:lnTo>
                <a:lnTo>
                  <a:pt x="803148" y="67056"/>
                </a:lnTo>
                <a:lnTo>
                  <a:pt x="813308" y="60960"/>
                </a:lnTo>
                <a:lnTo>
                  <a:pt x="818388" y="57912"/>
                </a:lnTo>
                <a:lnTo>
                  <a:pt x="794004" y="33528"/>
                </a:lnTo>
                <a:lnTo>
                  <a:pt x="777240" y="50292"/>
                </a:lnTo>
                <a:lnTo>
                  <a:pt x="611124" y="50292"/>
                </a:lnTo>
                <a:lnTo>
                  <a:pt x="627888" y="65532"/>
                </a:lnTo>
                <a:lnTo>
                  <a:pt x="636752" y="63538"/>
                </a:lnTo>
                <a:lnTo>
                  <a:pt x="645033" y="62103"/>
                </a:lnTo>
                <a:lnTo>
                  <a:pt x="652754" y="61252"/>
                </a:lnTo>
                <a:lnTo>
                  <a:pt x="659892" y="60960"/>
                </a:lnTo>
                <a:lnTo>
                  <a:pt x="778764" y="60960"/>
                </a:lnTo>
                <a:lnTo>
                  <a:pt x="778764" y="182880"/>
                </a:lnTo>
                <a:lnTo>
                  <a:pt x="658368" y="182880"/>
                </a:lnTo>
                <a:lnTo>
                  <a:pt x="630936" y="164592"/>
                </a:lnTo>
                <a:lnTo>
                  <a:pt x="631825" y="180314"/>
                </a:lnTo>
                <a:lnTo>
                  <a:pt x="632269" y="195453"/>
                </a:lnTo>
                <a:lnTo>
                  <a:pt x="632396" y="205740"/>
                </a:lnTo>
                <a:lnTo>
                  <a:pt x="632460" y="344424"/>
                </a:lnTo>
                <a:lnTo>
                  <a:pt x="635304" y="363308"/>
                </a:lnTo>
                <a:lnTo>
                  <a:pt x="643699" y="376618"/>
                </a:lnTo>
                <a:lnTo>
                  <a:pt x="657542" y="384505"/>
                </a:lnTo>
                <a:lnTo>
                  <a:pt x="676656" y="387096"/>
                </a:lnTo>
                <a:lnTo>
                  <a:pt x="809244" y="387096"/>
                </a:lnTo>
                <a:lnTo>
                  <a:pt x="824090" y="385648"/>
                </a:lnTo>
                <a:lnTo>
                  <a:pt x="836485" y="381190"/>
                </a:lnTo>
                <a:lnTo>
                  <a:pt x="846328" y="373595"/>
                </a:lnTo>
                <a:lnTo>
                  <a:pt x="850455" y="367284"/>
                </a:lnTo>
                <a:lnTo>
                  <a:pt x="853440" y="362712"/>
                </a:lnTo>
                <a:close/>
              </a:path>
              <a:path w="1297304" h="410210">
                <a:moveTo>
                  <a:pt x="1027176" y="91440"/>
                </a:moveTo>
                <a:lnTo>
                  <a:pt x="987933" y="44564"/>
                </a:lnTo>
                <a:lnTo>
                  <a:pt x="961644" y="27432"/>
                </a:lnTo>
                <a:lnTo>
                  <a:pt x="955548" y="33528"/>
                </a:lnTo>
                <a:lnTo>
                  <a:pt x="971029" y="51244"/>
                </a:lnTo>
                <a:lnTo>
                  <a:pt x="983361" y="67818"/>
                </a:lnTo>
                <a:lnTo>
                  <a:pt x="992847" y="83248"/>
                </a:lnTo>
                <a:lnTo>
                  <a:pt x="999744" y="97536"/>
                </a:lnTo>
                <a:lnTo>
                  <a:pt x="1002792" y="108204"/>
                </a:lnTo>
                <a:lnTo>
                  <a:pt x="1007364" y="114300"/>
                </a:lnTo>
                <a:lnTo>
                  <a:pt x="1013460" y="114300"/>
                </a:lnTo>
                <a:lnTo>
                  <a:pt x="1018032" y="111252"/>
                </a:lnTo>
                <a:lnTo>
                  <a:pt x="1022604" y="105156"/>
                </a:lnTo>
                <a:lnTo>
                  <a:pt x="1027176" y="100584"/>
                </a:lnTo>
                <a:lnTo>
                  <a:pt x="1027176" y="91440"/>
                </a:lnTo>
                <a:close/>
              </a:path>
              <a:path w="1297304" h="410210">
                <a:moveTo>
                  <a:pt x="1203960" y="284988"/>
                </a:moveTo>
                <a:lnTo>
                  <a:pt x="1187462" y="241655"/>
                </a:lnTo>
                <a:lnTo>
                  <a:pt x="1143406" y="216509"/>
                </a:lnTo>
                <a:lnTo>
                  <a:pt x="1107948" y="199644"/>
                </a:lnTo>
                <a:lnTo>
                  <a:pt x="1103376" y="207264"/>
                </a:lnTo>
                <a:lnTo>
                  <a:pt x="1129385" y="228130"/>
                </a:lnTo>
                <a:lnTo>
                  <a:pt x="1150239" y="247269"/>
                </a:lnTo>
                <a:lnTo>
                  <a:pt x="1165961" y="264706"/>
                </a:lnTo>
                <a:lnTo>
                  <a:pt x="1176528" y="280416"/>
                </a:lnTo>
                <a:lnTo>
                  <a:pt x="1182611" y="288417"/>
                </a:lnTo>
                <a:lnTo>
                  <a:pt x="1187386" y="294132"/>
                </a:lnTo>
                <a:lnTo>
                  <a:pt x="1191323" y="297561"/>
                </a:lnTo>
                <a:lnTo>
                  <a:pt x="1194816" y="298704"/>
                </a:lnTo>
                <a:lnTo>
                  <a:pt x="1196340" y="298704"/>
                </a:lnTo>
                <a:lnTo>
                  <a:pt x="1199388" y="295656"/>
                </a:lnTo>
                <a:lnTo>
                  <a:pt x="1200912" y="289560"/>
                </a:lnTo>
                <a:lnTo>
                  <a:pt x="1203960" y="284988"/>
                </a:lnTo>
                <a:close/>
              </a:path>
              <a:path w="1297304" h="410210">
                <a:moveTo>
                  <a:pt x="1296924" y="138684"/>
                </a:moveTo>
                <a:lnTo>
                  <a:pt x="1264920" y="114300"/>
                </a:lnTo>
                <a:lnTo>
                  <a:pt x="1251204" y="137160"/>
                </a:lnTo>
                <a:lnTo>
                  <a:pt x="1103376" y="137160"/>
                </a:lnTo>
                <a:lnTo>
                  <a:pt x="1106792" y="112014"/>
                </a:lnTo>
                <a:lnTo>
                  <a:pt x="1110043" y="86868"/>
                </a:lnTo>
                <a:lnTo>
                  <a:pt x="1113028" y="61722"/>
                </a:lnTo>
                <a:lnTo>
                  <a:pt x="1115568" y="36576"/>
                </a:lnTo>
                <a:lnTo>
                  <a:pt x="1133856" y="24384"/>
                </a:lnTo>
                <a:lnTo>
                  <a:pt x="1086612" y="1524"/>
                </a:lnTo>
                <a:lnTo>
                  <a:pt x="1086027" y="38150"/>
                </a:lnTo>
                <a:lnTo>
                  <a:pt x="1084135" y="72771"/>
                </a:lnTo>
                <a:lnTo>
                  <a:pt x="1080833" y="105689"/>
                </a:lnTo>
                <a:lnTo>
                  <a:pt x="1075944" y="137160"/>
                </a:lnTo>
                <a:lnTo>
                  <a:pt x="914400" y="137160"/>
                </a:lnTo>
                <a:lnTo>
                  <a:pt x="929640" y="152400"/>
                </a:lnTo>
                <a:lnTo>
                  <a:pt x="939952" y="150406"/>
                </a:lnTo>
                <a:lnTo>
                  <a:pt x="950404" y="148971"/>
                </a:lnTo>
                <a:lnTo>
                  <a:pt x="961148" y="148120"/>
                </a:lnTo>
                <a:lnTo>
                  <a:pt x="972312" y="147828"/>
                </a:lnTo>
                <a:lnTo>
                  <a:pt x="1074420" y="147828"/>
                </a:lnTo>
                <a:lnTo>
                  <a:pt x="1064425" y="188074"/>
                </a:lnTo>
                <a:lnTo>
                  <a:pt x="1050417" y="226314"/>
                </a:lnTo>
                <a:lnTo>
                  <a:pt x="1032421" y="262280"/>
                </a:lnTo>
                <a:lnTo>
                  <a:pt x="1010412" y="295656"/>
                </a:lnTo>
                <a:lnTo>
                  <a:pt x="984631" y="327139"/>
                </a:lnTo>
                <a:lnTo>
                  <a:pt x="957262" y="355473"/>
                </a:lnTo>
                <a:lnTo>
                  <a:pt x="927912" y="380961"/>
                </a:lnTo>
                <a:lnTo>
                  <a:pt x="896112" y="403860"/>
                </a:lnTo>
                <a:lnTo>
                  <a:pt x="900684" y="408432"/>
                </a:lnTo>
                <a:lnTo>
                  <a:pt x="960882" y="373380"/>
                </a:lnTo>
                <a:lnTo>
                  <a:pt x="991133" y="348856"/>
                </a:lnTo>
                <a:lnTo>
                  <a:pt x="1021080" y="320040"/>
                </a:lnTo>
                <a:lnTo>
                  <a:pt x="1047635" y="285419"/>
                </a:lnTo>
                <a:lnTo>
                  <a:pt x="1070038" y="245364"/>
                </a:lnTo>
                <a:lnTo>
                  <a:pt x="1088148" y="199644"/>
                </a:lnTo>
                <a:lnTo>
                  <a:pt x="1101852" y="147828"/>
                </a:lnTo>
                <a:lnTo>
                  <a:pt x="1255776" y="147828"/>
                </a:lnTo>
                <a:lnTo>
                  <a:pt x="1248117" y="228968"/>
                </a:lnTo>
                <a:lnTo>
                  <a:pt x="1241298" y="289369"/>
                </a:lnTo>
                <a:lnTo>
                  <a:pt x="1235633" y="328930"/>
                </a:lnTo>
                <a:lnTo>
                  <a:pt x="1211897" y="364617"/>
                </a:lnTo>
                <a:lnTo>
                  <a:pt x="1190726" y="366077"/>
                </a:lnTo>
                <a:lnTo>
                  <a:pt x="1173861" y="364807"/>
                </a:lnTo>
                <a:lnTo>
                  <a:pt x="1151864" y="362127"/>
                </a:lnTo>
                <a:lnTo>
                  <a:pt x="1124712" y="358140"/>
                </a:lnTo>
                <a:lnTo>
                  <a:pt x="1124712" y="367284"/>
                </a:lnTo>
                <a:lnTo>
                  <a:pt x="1152194" y="374142"/>
                </a:lnTo>
                <a:lnTo>
                  <a:pt x="1173099" y="383286"/>
                </a:lnTo>
                <a:lnTo>
                  <a:pt x="1187729" y="394716"/>
                </a:lnTo>
                <a:lnTo>
                  <a:pt x="1196340" y="408432"/>
                </a:lnTo>
                <a:lnTo>
                  <a:pt x="1208582" y="404431"/>
                </a:lnTo>
                <a:lnTo>
                  <a:pt x="1247330" y="376720"/>
                </a:lnTo>
                <a:lnTo>
                  <a:pt x="1263396" y="339852"/>
                </a:lnTo>
                <a:lnTo>
                  <a:pt x="1270254" y="278130"/>
                </a:lnTo>
                <a:lnTo>
                  <a:pt x="1275397" y="223266"/>
                </a:lnTo>
                <a:lnTo>
                  <a:pt x="1281684" y="152400"/>
                </a:lnTo>
                <a:lnTo>
                  <a:pt x="1286764" y="147828"/>
                </a:lnTo>
                <a:lnTo>
                  <a:pt x="1296924" y="13868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" name="object 34"/>
          <p:cNvSpPr/>
          <p:nvPr/>
        </p:nvSpPr>
        <p:spPr>
          <a:xfrm>
            <a:off x="2154936" y="2927604"/>
            <a:ext cx="158750" cy="326390"/>
          </a:xfrm>
          <a:custGeom>
            <a:avLst/>
            <a:gdLst/>
            <a:ahLst/>
            <a:cxnLst/>
            <a:rect l="l" t="t" r="r" b="b"/>
            <a:pathLst>
              <a:path w="158750" h="326389">
                <a:moveTo>
                  <a:pt x="158495" y="326136"/>
                </a:moveTo>
                <a:lnTo>
                  <a:pt x="0" y="326136"/>
                </a:lnTo>
                <a:lnTo>
                  <a:pt x="0" y="292608"/>
                </a:lnTo>
                <a:lnTo>
                  <a:pt x="59435" y="292608"/>
                </a:lnTo>
                <a:lnTo>
                  <a:pt x="59435" y="74676"/>
                </a:lnTo>
                <a:lnTo>
                  <a:pt x="0" y="74676"/>
                </a:lnTo>
                <a:lnTo>
                  <a:pt x="0" y="45720"/>
                </a:lnTo>
                <a:lnTo>
                  <a:pt x="15763" y="45148"/>
                </a:lnTo>
                <a:lnTo>
                  <a:pt x="28955" y="43434"/>
                </a:lnTo>
                <a:lnTo>
                  <a:pt x="61340" y="22860"/>
                </a:lnTo>
                <a:lnTo>
                  <a:pt x="67055" y="0"/>
                </a:lnTo>
                <a:lnTo>
                  <a:pt x="100583" y="0"/>
                </a:lnTo>
                <a:lnTo>
                  <a:pt x="100583" y="292608"/>
                </a:lnTo>
                <a:lnTo>
                  <a:pt x="158495" y="292608"/>
                </a:lnTo>
                <a:lnTo>
                  <a:pt x="158495" y="32613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pic>
        <p:nvPicPr>
          <p:cNvPr id="35" name="object 35"/>
          <p:cNvPicPr/>
          <p:nvPr/>
        </p:nvPicPr>
        <p:blipFill>
          <a:blip r:embed="rId5" cstate="print"/>
          <a:stretch>
            <a:fillRect/>
          </a:stretch>
        </p:blipFill>
        <p:spPr>
          <a:xfrm>
            <a:off x="2404872" y="3151060"/>
            <a:ext cx="68579" cy="119443"/>
          </a:xfrm>
          <a:prstGeom prst="rect">
            <a:avLst/>
          </a:prstGeom>
        </p:spPr>
      </p:pic>
      <p:sp>
        <p:nvSpPr>
          <p:cNvPr id="36" name="object 36"/>
          <p:cNvSpPr/>
          <p:nvPr/>
        </p:nvSpPr>
        <p:spPr>
          <a:xfrm>
            <a:off x="2819400" y="2923032"/>
            <a:ext cx="200025" cy="330835"/>
          </a:xfrm>
          <a:custGeom>
            <a:avLst/>
            <a:gdLst/>
            <a:ahLst/>
            <a:cxnLst/>
            <a:rect l="l" t="t" r="r" b="b"/>
            <a:pathLst>
              <a:path w="200025" h="330835">
                <a:moveTo>
                  <a:pt x="199643" y="330708"/>
                </a:moveTo>
                <a:lnTo>
                  <a:pt x="0" y="330708"/>
                </a:lnTo>
                <a:lnTo>
                  <a:pt x="0" y="284988"/>
                </a:lnTo>
                <a:lnTo>
                  <a:pt x="20573" y="264604"/>
                </a:lnTo>
                <a:lnTo>
                  <a:pt x="30860" y="254769"/>
                </a:lnTo>
                <a:lnTo>
                  <a:pt x="41148" y="245364"/>
                </a:lnTo>
                <a:lnTo>
                  <a:pt x="50291" y="235981"/>
                </a:lnTo>
                <a:lnTo>
                  <a:pt x="68579" y="216646"/>
                </a:lnTo>
                <a:lnTo>
                  <a:pt x="77723" y="207264"/>
                </a:lnTo>
                <a:lnTo>
                  <a:pt x="94583" y="187594"/>
                </a:lnTo>
                <a:lnTo>
                  <a:pt x="119729" y="154543"/>
                </a:lnTo>
                <a:lnTo>
                  <a:pt x="138302" y="116586"/>
                </a:lnTo>
                <a:lnTo>
                  <a:pt x="141731" y="91439"/>
                </a:lnTo>
                <a:lnTo>
                  <a:pt x="141731" y="82296"/>
                </a:lnTo>
                <a:lnTo>
                  <a:pt x="120395" y="45720"/>
                </a:lnTo>
                <a:lnTo>
                  <a:pt x="108203" y="41148"/>
                </a:lnTo>
                <a:lnTo>
                  <a:pt x="102107" y="38100"/>
                </a:lnTo>
                <a:lnTo>
                  <a:pt x="94487" y="36576"/>
                </a:lnTo>
                <a:lnTo>
                  <a:pt x="79247" y="36576"/>
                </a:lnTo>
                <a:lnTo>
                  <a:pt x="71627" y="38100"/>
                </a:lnTo>
                <a:lnTo>
                  <a:pt x="62483" y="39624"/>
                </a:lnTo>
                <a:lnTo>
                  <a:pt x="54863" y="42672"/>
                </a:lnTo>
                <a:lnTo>
                  <a:pt x="47243" y="44196"/>
                </a:lnTo>
                <a:lnTo>
                  <a:pt x="39624" y="47244"/>
                </a:lnTo>
                <a:lnTo>
                  <a:pt x="33527" y="50291"/>
                </a:lnTo>
                <a:lnTo>
                  <a:pt x="28955" y="53339"/>
                </a:lnTo>
                <a:lnTo>
                  <a:pt x="16763" y="59436"/>
                </a:lnTo>
                <a:lnTo>
                  <a:pt x="12191" y="62484"/>
                </a:lnTo>
                <a:lnTo>
                  <a:pt x="9143" y="65532"/>
                </a:lnTo>
                <a:lnTo>
                  <a:pt x="6095" y="65532"/>
                </a:lnTo>
                <a:lnTo>
                  <a:pt x="6095" y="19812"/>
                </a:lnTo>
                <a:lnTo>
                  <a:pt x="13549" y="16383"/>
                </a:lnTo>
                <a:lnTo>
                  <a:pt x="55625" y="3214"/>
                </a:lnTo>
                <a:lnTo>
                  <a:pt x="89915" y="0"/>
                </a:lnTo>
                <a:lnTo>
                  <a:pt x="111371" y="1428"/>
                </a:lnTo>
                <a:lnTo>
                  <a:pt x="160019" y="22860"/>
                </a:lnTo>
                <a:lnTo>
                  <a:pt x="184237" y="68937"/>
                </a:lnTo>
                <a:lnTo>
                  <a:pt x="185927" y="88391"/>
                </a:lnTo>
                <a:lnTo>
                  <a:pt x="185642" y="97512"/>
                </a:lnTo>
                <a:lnTo>
                  <a:pt x="176402" y="139255"/>
                </a:lnTo>
                <a:lnTo>
                  <a:pt x="155019" y="174498"/>
                </a:lnTo>
                <a:lnTo>
                  <a:pt x="149351" y="181356"/>
                </a:lnTo>
                <a:lnTo>
                  <a:pt x="144279" y="188214"/>
                </a:lnTo>
                <a:lnTo>
                  <a:pt x="115919" y="220218"/>
                </a:lnTo>
                <a:lnTo>
                  <a:pt x="80771" y="254508"/>
                </a:lnTo>
                <a:lnTo>
                  <a:pt x="68794" y="266247"/>
                </a:lnTo>
                <a:lnTo>
                  <a:pt x="41148" y="292608"/>
                </a:lnTo>
                <a:lnTo>
                  <a:pt x="199643" y="292608"/>
                </a:lnTo>
                <a:lnTo>
                  <a:pt x="199643" y="33070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pic>
        <p:nvPicPr>
          <p:cNvPr id="37" name="object 37"/>
          <p:cNvPicPr/>
          <p:nvPr/>
        </p:nvPicPr>
        <p:blipFill>
          <a:blip r:embed="rId6" cstate="print"/>
          <a:stretch>
            <a:fillRect/>
          </a:stretch>
        </p:blipFill>
        <p:spPr>
          <a:xfrm>
            <a:off x="3093719" y="3151060"/>
            <a:ext cx="70103" cy="119443"/>
          </a:xfrm>
          <a:prstGeom prst="rect">
            <a:avLst/>
          </a:prstGeom>
        </p:spPr>
      </p:pic>
      <p:sp>
        <p:nvSpPr>
          <p:cNvPr id="38" name="object 38"/>
          <p:cNvSpPr/>
          <p:nvPr/>
        </p:nvSpPr>
        <p:spPr>
          <a:xfrm>
            <a:off x="3534155" y="3211067"/>
            <a:ext cx="346075" cy="48895"/>
          </a:xfrm>
          <a:custGeom>
            <a:avLst/>
            <a:gdLst/>
            <a:ahLst/>
            <a:cxnLst/>
            <a:rect l="l" t="t" r="r" b="b"/>
            <a:pathLst>
              <a:path w="346075" h="48895">
                <a:moveTo>
                  <a:pt x="32004" y="48768"/>
                </a:moveTo>
                <a:lnTo>
                  <a:pt x="18288" y="48768"/>
                </a:lnTo>
                <a:lnTo>
                  <a:pt x="12192" y="45720"/>
                </a:lnTo>
                <a:lnTo>
                  <a:pt x="3048" y="36576"/>
                </a:lnTo>
                <a:lnTo>
                  <a:pt x="0" y="30480"/>
                </a:lnTo>
                <a:lnTo>
                  <a:pt x="0" y="16764"/>
                </a:lnTo>
                <a:lnTo>
                  <a:pt x="3048" y="12192"/>
                </a:lnTo>
                <a:lnTo>
                  <a:pt x="7620" y="6096"/>
                </a:lnTo>
                <a:lnTo>
                  <a:pt x="12192" y="1524"/>
                </a:lnTo>
                <a:lnTo>
                  <a:pt x="18288" y="0"/>
                </a:lnTo>
                <a:lnTo>
                  <a:pt x="32004" y="0"/>
                </a:lnTo>
                <a:lnTo>
                  <a:pt x="36576" y="1524"/>
                </a:lnTo>
                <a:lnTo>
                  <a:pt x="41148" y="7620"/>
                </a:lnTo>
                <a:lnTo>
                  <a:pt x="45720" y="12192"/>
                </a:lnTo>
                <a:lnTo>
                  <a:pt x="48768" y="16764"/>
                </a:lnTo>
                <a:lnTo>
                  <a:pt x="48768" y="30480"/>
                </a:lnTo>
                <a:lnTo>
                  <a:pt x="45720" y="36576"/>
                </a:lnTo>
                <a:lnTo>
                  <a:pt x="36576" y="45720"/>
                </a:lnTo>
                <a:lnTo>
                  <a:pt x="32004" y="48768"/>
                </a:lnTo>
                <a:close/>
              </a:path>
              <a:path w="346075" h="48895">
                <a:moveTo>
                  <a:pt x="179832" y="48768"/>
                </a:moveTo>
                <a:lnTo>
                  <a:pt x="166116" y="48768"/>
                </a:lnTo>
                <a:lnTo>
                  <a:pt x="161544" y="45720"/>
                </a:lnTo>
                <a:lnTo>
                  <a:pt x="155448" y="41148"/>
                </a:lnTo>
                <a:lnTo>
                  <a:pt x="150876" y="36576"/>
                </a:lnTo>
                <a:lnTo>
                  <a:pt x="149352" y="30480"/>
                </a:lnTo>
                <a:lnTo>
                  <a:pt x="149352" y="16764"/>
                </a:lnTo>
                <a:lnTo>
                  <a:pt x="150876" y="12192"/>
                </a:lnTo>
                <a:lnTo>
                  <a:pt x="155448" y="6096"/>
                </a:lnTo>
                <a:lnTo>
                  <a:pt x="160020" y="1524"/>
                </a:lnTo>
                <a:lnTo>
                  <a:pt x="166116" y="0"/>
                </a:lnTo>
                <a:lnTo>
                  <a:pt x="179832" y="0"/>
                </a:lnTo>
                <a:lnTo>
                  <a:pt x="185927" y="1524"/>
                </a:lnTo>
                <a:lnTo>
                  <a:pt x="190500" y="7620"/>
                </a:lnTo>
                <a:lnTo>
                  <a:pt x="195072" y="12192"/>
                </a:lnTo>
                <a:lnTo>
                  <a:pt x="196596" y="16764"/>
                </a:lnTo>
                <a:lnTo>
                  <a:pt x="196596" y="30480"/>
                </a:lnTo>
                <a:lnTo>
                  <a:pt x="195072" y="36576"/>
                </a:lnTo>
                <a:lnTo>
                  <a:pt x="185927" y="45720"/>
                </a:lnTo>
                <a:lnTo>
                  <a:pt x="179832" y="48768"/>
                </a:lnTo>
                <a:close/>
              </a:path>
              <a:path w="346075" h="48895">
                <a:moveTo>
                  <a:pt x="327660" y="48768"/>
                </a:moveTo>
                <a:lnTo>
                  <a:pt x="315467" y="48768"/>
                </a:lnTo>
                <a:lnTo>
                  <a:pt x="309372" y="45720"/>
                </a:lnTo>
                <a:lnTo>
                  <a:pt x="300227" y="36576"/>
                </a:lnTo>
                <a:lnTo>
                  <a:pt x="297179" y="30480"/>
                </a:lnTo>
                <a:lnTo>
                  <a:pt x="297179" y="16764"/>
                </a:lnTo>
                <a:lnTo>
                  <a:pt x="300227" y="12192"/>
                </a:lnTo>
                <a:lnTo>
                  <a:pt x="304800" y="6096"/>
                </a:lnTo>
                <a:lnTo>
                  <a:pt x="309372" y="1524"/>
                </a:lnTo>
                <a:lnTo>
                  <a:pt x="315467" y="0"/>
                </a:lnTo>
                <a:lnTo>
                  <a:pt x="327660" y="0"/>
                </a:lnTo>
                <a:lnTo>
                  <a:pt x="333756" y="1524"/>
                </a:lnTo>
                <a:lnTo>
                  <a:pt x="338328" y="7620"/>
                </a:lnTo>
                <a:lnTo>
                  <a:pt x="342900" y="12192"/>
                </a:lnTo>
                <a:lnTo>
                  <a:pt x="345947" y="16764"/>
                </a:lnTo>
                <a:lnTo>
                  <a:pt x="345947" y="30480"/>
                </a:lnTo>
                <a:lnTo>
                  <a:pt x="342900" y="36576"/>
                </a:lnTo>
                <a:lnTo>
                  <a:pt x="333756" y="45720"/>
                </a:lnTo>
                <a:lnTo>
                  <a:pt x="327660" y="4876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" name="object 39"/>
          <p:cNvSpPr/>
          <p:nvPr/>
        </p:nvSpPr>
        <p:spPr>
          <a:xfrm>
            <a:off x="3945635" y="3191256"/>
            <a:ext cx="93345" cy="142240"/>
          </a:xfrm>
          <a:custGeom>
            <a:avLst/>
            <a:gdLst/>
            <a:ahLst/>
            <a:cxnLst/>
            <a:rect l="l" t="t" r="r" b="b"/>
            <a:pathLst>
              <a:path w="93345" h="142239">
                <a:moveTo>
                  <a:pt x="32004" y="141732"/>
                </a:moveTo>
                <a:lnTo>
                  <a:pt x="0" y="141732"/>
                </a:lnTo>
                <a:lnTo>
                  <a:pt x="38100" y="0"/>
                </a:lnTo>
                <a:lnTo>
                  <a:pt x="92964" y="0"/>
                </a:lnTo>
                <a:lnTo>
                  <a:pt x="32004" y="14173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pic>
        <p:nvPicPr>
          <p:cNvPr id="40" name="object 40"/>
          <p:cNvPicPr/>
          <p:nvPr/>
        </p:nvPicPr>
        <p:blipFill>
          <a:blip r:embed="rId7" cstate="print"/>
          <a:stretch>
            <a:fillRect/>
          </a:stretch>
        </p:blipFill>
        <p:spPr>
          <a:xfrm>
            <a:off x="4236720" y="3003804"/>
            <a:ext cx="192024" cy="249936"/>
          </a:xfrm>
          <a:prstGeom prst="rect">
            <a:avLst/>
          </a:prstGeom>
        </p:spPr>
      </p:pic>
      <p:sp>
        <p:nvSpPr>
          <p:cNvPr id="41" name="object 41"/>
          <p:cNvSpPr/>
          <p:nvPr/>
        </p:nvSpPr>
        <p:spPr>
          <a:xfrm>
            <a:off x="4497323" y="3191256"/>
            <a:ext cx="53340" cy="62865"/>
          </a:xfrm>
          <a:custGeom>
            <a:avLst/>
            <a:gdLst/>
            <a:ahLst/>
            <a:cxnLst/>
            <a:rect l="l" t="t" r="r" b="b"/>
            <a:pathLst>
              <a:path w="53339" h="62864">
                <a:moveTo>
                  <a:pt x="53340" y="62483"/>
                </a:moveTo>
                <a:lnTo>
                  <a:pt x="0" y="62483"/>
                </a:lnTo>
                <a:lnTo>
                  <a:pt x="0" y="0"/>
                </a:lnTo>
                <a:lnTo>
                  <a:pt x="53340" y="0"/>
                </a:lnTo>
                <a:lnTo>
                  <a:pt x="53340" y="6248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" name="object 42"/>
          <p:cNvSpPr/>
          <p:nvPr/>
        </p:nvSpPr>
        <p:spPr>
          <a:xfrm>
            <a:off x="4750295" y="2886455"/>
            <a:ext cx="854075" cy="411480"/>
          </a:xfrm>
          <a:custGeom>
            <a:avLst/>
            <a:gdLst/>
            <a:ahLst/>
            <a:cxnLst/>
            <a:rect l="l" t="t" r="r" b="b"/>
            <a:pathLst>
              <a:path w="854075" h="411479">
                <a:moveTo>
                  <a:pt x="230124" y="274320"/>
                </a:moveTo>
                <a:lnTo>
                  <a:pt x="202311" y="247840"/>
                </a:lnTo>
                <a:lnTo>
                  <a:pt x="169164" y="231648"/>
                </a:lnTo>
                <a:lnTo>
                  <a:pt x="166116" y="236220"/>
                </a:lnTo>
                <a:lnTo>
                  <a:pt x="178930" y="251701"/>
                </a:lnTo>
                <a:lnTo>
                  <a:pt x="189738" y="266319"/>
                </a:lnTo>
                <a:lnTo>
                  <a:pt x="198272" y="280377"/>
                </a:lnTo>
                <a:lnTo>
                  <a:pt x="204216" y="294132"/>
                </a:lnTo>
                <a:lnTo>
                  <a:pt x="207264" y="304800"/>
                </a:lnTo>
                <a:lnTo>
                  <a:pt x="210312" y="310896"/>
                </a:lnTo>
                <a:lnTo>
                  <a:pt x="216408" y="310896"/>
                </a:lnTo>
                <a:lnTo>
                  <a:pt x="219456" y="307848"/>
                </a:lnTo>
                <a:lnTo>
                  <a:pt x="224028" y="300228"/>
                </a:lnTo>
                <a:lnTo>
                  <a:pt x="227076" y="294132"/>
                </a:lnTo>
                <a:lnTo>
                  <a:pt x="230124" y="286512"/>
                </a:lnTo>
                <a:lnTo>
                  <a:pt x="230124" y="274320"/>
                </a:lnTo>
                <a:close/>
              </a:path>
              <a:path w="854075" h="411479">
                <a:moveTo>
                  <a:pt x="233172" y="169164"/>
                </a:moveTo>
                <a:lnTo>
                  <a:pt x="201549" y="146494"/>
                </a:lnTo>
                <a:lnTo>
                  <a:pt x="172212" y="134112"/>
                </a:lnTo>
                <a:lnTo>
                  <a:pt x="169164" y="138684"/>
                </a:lnTo>
                <a:lnTo>
                  <a:pt x="182651" y="152361"/>
                </a:lnTo>
                <a:lnTo>
                  <a:pt x="193548" y="165735"/>
                </a:lnTo>
                <a:lnTo>
                  <a:pt x="202171" y="178549"/>
                </a:lnTo>
                <a:lnTo>
                  <a:pt x="208788" y="190500"/>
                </a:lnTo>
                <a:lnTo>
                  <a:pt x="213360" y="201168"/>
                </a:lnTo>
                <a:lnTo>
                  <a:pt x="217932" y="207264"/>
                </a:lnTo>
                <a:lnTo>
                  <a:pt x="222504" y="207264"/>
                </a:lnTo>
                <a:lnTo>
                  <a:pt x="224028" y="202692"/>
                </a:lnTo>
                <a:lnTo>
                  <a:pt x="228600" y="196596"/>
                </a:lnTo>
                <a:lnTo>
                  <a:pt x="231648" y="188976"/>
                </a:lnTo>
                <a:lnTo>
                  <a:pt x="233172" y="182880"/>
                </a:lnTo>
                <a:lnTo>
                  <a:pt x="233172" y="169164"/>
                </a:lnTo>
                <a:close/>
              </a:path>
              <a:path w="854075" h="411479">
                <a:moveTo>
                  <a:pt x="384048" y="65532"/>
                </a:moveTo>
                <a:lnTo>
                  <a:pt x="373380" y="54864"/>
                </a:lnTo>
                <a:lnTo>
                  <a:pt x="347472" y="28956"/>
                </a:lnTo>
                <a:lnTo>
                  <a:pt x="321564" y="54864"/>
                </a:lnTo>
                <a:lnTo>
                  <a:pt x="114300" y="54864"/>
                </a:lnTo>
                <a:lnTo>
                  <a:pt x="118897" y="48895"/>
                </a:lnTo>
                <a:lnTo>
                  <a:pt x="123634" y="42481"/>
                </a:lnTo>
                <a:lnTo>
                  <a:pt x="128663" y="35801"/>
                </a:lnTo>
                <a:lnTo>
                  <a:pt x="134112" y="28956"/>
                </a:lnTo>
                <a:lnTo>
                  <a:pt x="147828" y="22860"/>
                </a:lnTo>
                <a:lnTo>
                  <a:pt x="109728" y="0"/>
                </a:lnTo>
                <a:lnTo>
                  <a:pt x="92773" y="40957"/>
                </a:lnTo>
                <a:lnTo>
                  <a:pt x="65532" y="85344"/>
                </a:lnTo>
                <a:lnTo>
                  <a:pt x="34671" y="127254"/>
                </a:lnTo>
                <a:lnTo>
                  <a:pt x="1524" y="160020"/>
                </a:lnTo>
                <a:lnTo>
                  <a:pt x="6096" y="164592"/>
                </a:lnTo>
                <a:lnTo>
                  <a:pt x="37909" y="141732"/>
                </a:lnTo>
                <a:lnTo>
                  <a:pt x="75438" y="106895"/>
                </a:lnTo>
                <a:lnTo>
                  <a:pt x="109728" y="65532"/>
                </a:lnTo>
                <a:lnTo>
                  <a:pt x="384048" y="65532"/>
                </a:lnTo>
                <a:close/>
              </a:path>
              <a:path w="854075" h="411479">
                <a:moveTo>
                  <a:pt x="408432" y="222504"/>
                </a:moveTo>
                <a:lnTo>
                  <a:pt x="373380" y="187452"/>
                </a:lnTo>
                <a:lnTo>
                  <a:pt x="348996" y="211836"/>
                </a:lnTo>
                <a:lnTo>
                  <a:pt x="327660" y="211836"/>
                </a:lnTo>
                <a:lnTo>
                  <a:pt x="330708" y="131064"/>
                </a:lnTo>
                <a:lnTo>
                  <a:pt x="336423" y="126492"/>
                </a:lnTo>
                <a:lnTo>
                  <a:pt x="345948" y="118872"/>
                </a:lnTo>
                <a:lnTo>
                  <a:pt x="341820" y="115824"/>
                </a:lnTo>
                <a:lnTo>
                  <a:pt x="316992" y="97536"/>
                </a:lnTo>
                <a:lnTo>
                  <a:pt x="306324" y="111760"/>
                </a:lnTo>
                <a:lnTo>
                  <a:pt x="306324" y="126492"/>
                </a:lnTo>
                <a:lnTo>
                  <a:pt x="303276" y="211836"/>
                </a:lnTo>
                <a:lnTo>
                  <a:pt x="301752" y="211836"/>
                </a:lnTo>
                <a:lnTo>
                  <a:pt x="301752" y="222504"/>
                </a:lnTo>
                <a:lnTo>
                  <a:pt x="295656" y="320040"/>
                </a:lnTo>
                <a:lnTo>
                  <a:pt x="97536" y="320040"/>
                </a:lnTo>
                <a:lnTo>
                  <a:pt x="109728" y="222504"/>
                </a:lnTo>
                <a:lnTo>
                  <a:pt x="301752" y="222504"/>
                </a:lnTo>
                <a:lnTo>
                  <a:pt x="301752" y="211836"/>
                </a:lnTo>
                <a:lnTo>
                  <a:pt x="111252" y="211836"/>
                </a:lnTo>
                <a:lnTo>
                  <a:pt x="120396" y="126492"/>
                </a:lnTo>
                <a:lnTo>
                  <a:pt x="306324" y="126492"/>
                </a:lnTo>
                <a:lnTo>
                  <a:pt x="306324" y="111760"/>
                </a:lnTo>
                <a:lnTo>
                  <a:pt x="303276" y="115824"/>
                </a:lnTo>
                <a:lnTo>
                  <a:pt x="121920" y="115824"/>
                </a:lnTo>
                <a:lnTo>
                  <a:pt x="97536" y="100584"/>
                </a:lnTo>
                <a:lnTo>
                  <a:pt x="86868" y="211836"/>
                </a:lnTo>
                <a:lnTo>
                  <a:pt x="0" y="211836"/>
                </a:lnTo>
                <a:lnTo>
                  <a:pt x="13716" y="225552"/>
                </a:lnTo>
                <a:lnTo>
                  <a:pt x="39624" y="222504"/>
                </a:lnTo>
                <a:lnTo>
                  <a:pt x="85344" y="222504"/>
                </a:lnTo>
                <a:lnTo>
                  <a:pt x="73152" y="312420"/>
                </a:lnTo>
                <a:lnTo>
                  <a:pt x="59436" y="323088"/>
                </a:lnTo>
                <a:lnTo>
                  <a:pt x="83820" y="345948"/>
                </a:lnTo>
                <a:lnTo>
                  <a:pt x="97536" y="330708"/>
                </a:lnTo>
                <a:lnTo>
                  <a:pt x="294132" y="330708"/>
                </a:lnTo>
                <a:lnTo>
                  <a:pt x="291515" y="349834"/>
                </a:lnTo>
                <a:lnTo>
                  <a:pt x="288036" y="363664"/>
                </a:lnTo>
                <a:lnTo>
                  <a:pt x="283425" y="372071"/>
                </a:lnTo>
                <a:lnTo>
                  <a:pt x="277368" y="374904"/>
                </a:lnTo>
                <a:lnTo>
                  <a:pt x="268782" y="374319"/>
                </a:lnTo>
                <a:lnTo>
                  <a:pt x="256603" y="372427"/>
                </a:lnTo>
                <a:lnTo>
                  <a:pt x="240728" y="369125"/>
                </a:lnTo>
                <a:lnTo>
                  <a:pt x="220980" y="364236"/>
                </a:lnTo>
                <a:lnTo>
                  <a:pt x="220980" y="373380"/>
                </a:lnTo>
                <a:lnTo>
                  <a:pt x="241630" y="382549"/>
                </a:lnTo>
                <a:lnTo>
                  <a:pt x="255841" y="391858"/>
                </a:lnTo>
                <a:lnTo>
                  <a:pt x="264058" y="401459"/>
                </a:lnTo>
                <a:lnTo>
                  <a:pt x="266700" y="411480"/>
                </a:lnTo>
                <a:lnTo>
                  <a:pt x="281279" y="407466"/>
                </a:lnTo>
                <a:lnTo>
                  <a:pt x="312115" y="377431"/>
                </a:lnTo>
                <a:lnTo>
                  <a:pt x="312813" y="374904"/>
                </a:lnTo>
                <a:lnTo>
                  <a:pt x="315658" y="364617"/>
                </a:lnTo>
                <a:lnTo>
                  <a:pt x="318350" y="348957"/>
                </a:lnTo>
                <a:lnTo>
                  <a:pt x="320040" y="330708"/>
                </a:lnTo>
                <a:lnTo>
                  <a:pt x="400812" y="330708"/>
                </a:lnTo>
                <a:lnTo>
                  <a:pt x="390144" y="320040"/>
                </a:lnTo>
                <a:lnTo>
                  <a:pt x="365760" y="295656"/>
                </a:lnTo>
                <a:lnTo>
                  <a:pt x="341376" y="320040"/>
                </a:lnTo>
                <a:lnTo>
                  <a:pt x="321564" y="320040"/>
                </a:lnTo>
                <a:lnTo>
                  <a:pt x="327660" y="222504"/>
                </a:lnTo>
                <a:lnTo>
                  <a:pt x="408432" y="222504"/>
                </a:lnTo>
                <a:close/>
              </a:path>
              <a:path w="854075" h="411479">
                <a:moveTo>
                  <a:pt x="676668" y="147828"/>
                </a:moveTo>
                <a:lnTo>
                  <a:pt x="633996" y="124968"/>
                </a:lnTo>
                <a:lnTo>
                  <a:pt x="635114" y="145859"/>
                </a:lnTo>
                <a:lnTo>
                  <a:pt x="636092" y="165163"/>
                </a:lnTo>
                <a:lnTo>
                  <a:pt x="636778" y="183057"/>
                </a:lnTo>
                <a:lnTo>
                  <a:pt x="636981" y="195770"/>
                </a:lnTo>
                <a:lnTo>
                  <a:pt x="637044" y="313944"/>
                </a:lnTo>
                <a:lnTo>
                  <a:pt x="636778" y="331114"/>
                </a:lnTo>
                <a:lnTo>
                  <a:pt x="636092" y="352996"/>
                </a:lnTo>
                <a:lnTo>
                  <a:pt x="635165" y="378104"/>
                </a:lnTo>
                <a:lnTo>
                  <a:pt x="633996" y="411480"/>
                </a:lnTo>
                <a:lnTo>
                  <a:pt x="664476" y="394716"/>
                </a:lnTo>
                <a:lnTo>
                  <a:pt x="663587" y="378104"/>
                </a:lnTo>
                <a:lnTo>
                  <a:pt x="663143" y="362331"/>
                </a:lnTo>
                <a:lnTo>
                  <a:pt x="663028" y="352996"/>
                </a:lnTo>
                <a:lnTo>
                  <a:pt x="662952" y="158496"/>
                </a:lnTo>
                <a:lnTo>
                  <a:pt x="676668" y="147828"/>
                </a:lnTo>
                <a:close/>
              </a:path>
              <a:path w="854075" h="411479">
                <a:moveTo>
                  <a:pt x="853452" y="179832"/>
                </a:moveTo>
                <a:lnTo>
                  <a:pt x="805827" y="165925"/>
                </a:lnTo>
                <a:lnTo>
                  <a:pt x="755916" y="137160"/>
                </a:lnTo>
                <a:lnTo>
                  <a:pt x="705243" y="92964"/>
                </a:lnTo>
                <a:lnTo>
                  <a:pt x="664540" y="41148"/>
                </a:lnTo>
                <a:lnTo>
                  <a:pt x="656856" y="30480"/>
                </a:lnTo>
                <a:lnTo>
                  <a:pt x="673620" y="19812"/>
                </a:lnTo>
                <a:lnTo>
                  <a:pt x="637044" y="0"/>
                </a:lnTo>
                <a:lnTo>
                  <a:pt x="625919" y="27127"/>
                </a:lnTo>
                <a:lnTo>
                  <a:pt x="610946" y="55816"/>
                </a:lnTo>
                <a:lnTo>
                  <a:pt x="569988" y="117348"/>
                </a:lnTo>
                <a:lnTo>
                  <a:pt x="543382" y="148526"/>
                </a:lnTo>
                <a:lnTo>
                  <a:pt x="513791" y="175831"/>
                </a:lnTo>
                <a:lnTo>
                  <a:pt x="481037" y="199440"/>
                </a:lnTo>
                <a:lnTo>
                  <a:pt x="445020" y="219456"/>
                </a:lnTo>
                <a:lnTo>
                  <a:pt x="446544" y="225552"/>
                </a:lnTo>
                <a:lnTo>
                  <a:pt x="482282" y="208978"/>
                </a:lnTo>
                <a:lnTo>
                  <a:pt x="542340" y="172402"/>
                </a:lnTo>
                <a:lnTo>
                  <a:pt x="589267" y="130098"/>
                </a:lnTo>
                <a:lnTo>
                  <a:pt x="631659" y="74612"/>
                </a:lnTo>
                <a:lnTo>
                  <a:pt x="652284" y="41148"/>
                </a:lnTo>
                <a:lnTo>
                  <a:pt x="670572" y="71678"/>
                </a:lnTo>
                <a:lnTo>
                  <a:pt x="707148" y="123024"/>
                </a:lnTo>
                <a:lnTo>
                  <a:pt x="744601" y="162102"/>
                </a:lnTo>
                <a:lnTo>
                  <a:pt x="788657" y="195770"/>
                </a:lnTo>
                <a:lnTo>
                  <a:pt x="813828" y="210312"/>
                </a:lnTo>
                <a:lnTo>
                  <a:pt x="820661" y="201168"/>
                </a:lnTo>
                <a:lnTo>
                  <a:pt x="829640" y="194310"/>
                </a:lnTo>
                <a:lnTo>
                  <a:pt x="840613" y="189738"/>
                </a:lnTo>
                <a:lnTo>
                  <a:pt x="853452" y="187452"/>
                </a:lnTo>
                <a:lnTo>
                  <a:pt x="853452" y="17983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" name="object 43"/>
          <p:cNvSpPr/>
          <p:nvPr/>
        </p:nvSpPr>
        <p:spPr>
          <a:xfrm>
            <a:off x="5652515" y="2892552"/>
            <a:ext cx="379730" cy="401320"/>
          </a:xfrm>
          <a:custGeom>
            <a:avLst/>
            <a:gdLst/>
            <a:ahLst/>
            <a:cxnLst/>
            <a:rect l="l" t="t" r="r" b="b"/>
            <a:pathLst>
              <a:path w="379729" h="401320">
                <a:moveTo>
                  <a:pt x="208638" y="355092"/>
                </a:moveTo>
                <a:lnTo>
                  <a:pt x="167640" y="355092"/>
                </a:lnTo>
                <a:lnTo>
                  <a:pt x="174759" y="353639"/>
                </a:lnTo>
                <a:lnTo>
                  <a:pt x="180022" y="349186"/>
                </a:lnTo>
                <a:lnTo>
                  <a:pt x="183284" y="341590"/>
                </a:lnTo>
                <a:lnTo>
                  <a:pt x="184404" y="330708"/>
                </a:lnTo>
                <a:lnTo>
                  <a:pt x="184380" y="60221"/>
                </a:lnTo>
                <a:lnTo>
                  <a:pt x="184213" y="37528"/>
                </a:lnTo>
                <a:lnTo>
                  <a:pt x="183761" y="17406"/>
                </a:lnTo>
                <a:lnTo>
                  <a:pt x="182880" y="0"/>
                </a:lnTo>
                <a:lnTo>
                  <a:pt x="230124" y="21336"/>
                </a:lnTo>
                <a:lnTo>
                  <a:pt x="210312" y="36576"/>
                </a:lnTo>
                <a:lnTo>
                  <a:pt x="210312" y="342900"/>
                </a:lnTo>
                <a:lnTo>
                  <a:pt x="208638" y="355092"/>
                </a:lnTo>
                <a:close/>
              </a:path>
              <a:path w="379729" h="401320">
                <a:moveTo>
                  <a:pt x="4572" y="297180"/>
                </a:moveTo>
                <a:lnTo>
                  <a:pt x="0" y="292608"/>
                </a:lnTo>
                <a:lnTo>
                  <a:pt x="11430" y="279677"/>
                </a:lnTo>
                <a:lnTo>
                  <a:pt x="22860" y="265747"/>
                </a:lnTo>
                <a:lnTo>
                  <a:pt x="45720" y="233172"/>
                </a:lnTo>
                <a:lnTo>
                  <a:pt x="65722" y="198882"/>
                </a:lnTo>
                <a:lnTo>
                  <a:pt x="89463" y="148304"/>
                </a:lnTo>
                <a:lnTo>
                  <a:pt x="102108" y="109728"/>
                </a:lnTo>
                <a:lnTo>
                  <a:pt x="140208" y="137160"/>
                </a:lnTo>
                <a:lnTo>
                  <a:pt x="133611" y="141446"/>
                </a:lnTo>
                <a:lnTo>
                  <a:pt x="127444" y="147447"/>
                </a:lnTo>
                <a:lnTo>
                  <a:pt x="121562" y="155162"/>
                </a:lnTo>
                <a:lnTo>
                  <a:pt x="115824" y="164592"/>
                </a:lnTo>
                <a:lnTo>
                  <a:pt x="109227" y="174902"/>
                </a:lnTo>
                <a:lnTo>
                  <a:pt x="77724" y="220980"/>
                </a:lnTo>
                <a:lnTo>
                  <a:pt x="45720" y="258508"/>
                </a:lnTo>
                <a:lnTo>
                  <a:pt x="26289" y="277772"/>
                </a:lnTo>
                <a:lnTo>
                  <a:pt x="4572" y="297180"/>
                </a:lnTo>
                <a:close/>
              </a:path>
              <a:path w="379729" h="401320">
                <a:moveTo>
                  <a:pt x="167640" y="400812"/>
                </a:moveTo>
                <a:lnTo>
                  <a:pt x="164187" y="390263"/>
                </a:lnTo>
                <a:lnTo>
                  <a:pt x="153733" y="379285"/>
                </a:lnTo>
                <a:lnTo>
                  <a:pt x="136136" y="368022"/>
                </a:lnTo>
                <a:lnTo>
                  <a:pt x="111252" y="356616"/>
                </a:lnTo>
                <a:lnTo>
                  <a:pt x="111252" y="348996"/>
                </a:lnTo>
                <a:lnTo>
                  <a:pt x="129278" y="351877"/>
                </a:lnTo>
                <a:lnTo>
                  <a:pt x="144589" y="353758"/>
                </a:lnTo>
                <a:lnTo>
                  <a:pt x="157329" y="354782"/>
                </a:lnTo>
                <a:lnTo>
                  <a:pt x="167640" y="355092"/>
                </a:lnTo>
                <a:lnTo>
                  <a:pt x="208638" y="355092"/>
                </a:lnTo>
                <a:lnTo>
                  <a:pt x="207716" y="361807"/>
                </a:lnTo>
                <a:lnTo>
                  <a:pt x="199834" y="377571"/>
                </a:lnTo>
                <a:lnTo>
                  <a:pt x="186523" y="390477"/>
                </a:lnTo>
                <a:lnTo>
                  <a:pt x="167640" y="400812"/>
                </a:lnTo>
                <a:close/>
              </a:path>
              <a:path w="379729" h="401320">
                <a:moveTo>
                  <a:pt x="364236" y="289560"/>
                </a:moveTo>
                <a:lnTo>
                  <a:pt x="356616" y="289560"/>
                </a:lnTo>
                <a:lnTo>
                  <a:pt x="353568" y="283463"/>
                </a:lnTo>
                <a:lnTo>
                  <a:pt x="348996" y="269748"/>
                </a:lnTo>
                <a:lnTo>
                  <a:pt x="343328" y="255436"/>
                </a:lnTo>
                <a:lnTo>
                  <a:pt x="315468" y="204216"/>
                </a:lnTo>
                <a:lnTo>
                  <a:pt x="288417" y="165544"/>
                </a:lnTo>
                <a:lnTo>
                  <a:pt x="254508" y="123444"/>
                </a:lnTo>
                <a:lnTo>
                  <a:pt x="259080" y="118872"/>
                </a:lnTo>
                <a:lnTo>
                  <a:pt x="289631" y="143684"/>
                </a:lnTo>
                <a:lnTo>
                  <a:pt x="334732" y="183594"/>
                </a:lnTo>
                <a:lnTo>
                  <a:pt x="368427" y="221361"/>
                </a:lnTo>
                <a:lnTo>
                  <a:pt x="377952" y="245363"/>
                </a:lnTo>
                <a:lnTo>
                  <a:pt x="379476" y="251460"/>
                </a:lnTo>
                <a:lnTo>
                  <a:pt x="371856" y="278892"/>
                </a:lnTo>
                <a:lnTo>
                  <a:pt x="367284" y="286512"/>
                </a:lnTo>
                <a:lnTo>
                  <a:pt x="364236" y="28956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" name="object 44"/>
          <p:cNvSpPr/>
          <p:nvPr/>
        </p:nvSpPr>
        <p:spPr>
          <a:xfrm>
            <a:off x="6118860" y="2900172"/>
            <a:ext cx="356870" cy="386080"/>
          </a:xfrm>
          <a:custGeom>
            <a:avLst/>
            <a:gdLst/>
            <a:ahLst/>
            <a:cxnLst/>
            <a:rect l="l" t="t" r="r" b="b"/>
            <a:pathLst>
              <a:path w="356870" h="386079">
                <a:moveTo>
                  <a:pt x="340315" y="24384"/>
                </a:moveTo>
                <a:lnTo>
                  <a:pt x="292608" y="24384"/>
                </a:lnTo>
                <a:lnTo>
                  <a:pt x="316992" y="0"/>
                </a:lnTo>
                <a:lnTo>
                  <a:pt x="340315" y="24384"/>
                </a:lnTo>
                <a:close/>
              </a:path>
              <a:path w="356870" h="386079">
                <a:moveTo>
                  <a:pt x="25908" y="385572"/>
                </a:moveTo>
                <a:lnTo>
                  <a:pt x="0" y="365760"/>
                </a:lnTo>
                <a:lnTo>
                  <a:pt x="9144" y="355092"/>
                </a:lnTo>
                <a:lnTo>
                  <a:pt x="9120" y="58221"/>
                </a:lnTo>
                <a:lnTo>
                  <a:pt x="8953" y="45529"/>
                </a:lnTo>
                <a:lnTo>
                  <a:pt x="8501" y="29122"/>
                </a:lnTo>
                <a:lnTo>
                  <a:pt x="7620" y="9144"/>
                </a:lnTo>
                <a:lnTo>
                  <a:pt x="33528" y="24384"/>
                </a:lnTo>
                <a:lnTo>
                  <a:pt x="340315" y="24384"/>
                </a:lnTo>
                <a:lnTo>
                  <a:pt x="350520" y="35052"/>
                </a:lnTo>
                <a:lnTo>
                  <a:pt x="33528" y="35052"/>
                </a:lnTo>
                <a:lnTo>
                  <a:pt x="33528" y="359664"/>
                </a:lnTo>
                <a:lnTo>
                  <a:pt x="346875" y="359664"/>
                </a:lnTo>
                <a:lnTo>
                  <a:pt x="356616" y="370332"/>
                </a:lnTo>
                <a:lnTo>
                  <a:pt x="36576" y="370332"/>
                </a:lnTo>
                <a:lnTo>
                  <a:pt x="25908" y="385572"/>
                </a:lnTo>
                <a:close/>
              </a:path>
              <a:path w="356870" h="386079">
                <a:moveTo>
                  <a:pt x="225102" y="173736"/>
                </a:moveTo>
                <a:lnTo>
                  <a:pt x="193548" y="173736"/>
                </a:lnTo>
                <a:lnTo>
                  <a:pt x="204668" y="158019"/>
                </a:lnTo>
                <a:lnTo>
                  <a:pt x="215074" y="142875"/>
                </a:lnTo>
                <a:lnTo>
                  <a:pt x="240863" y="100012"/>
                </a:lnTo>
                <a:lnTo>
                  <a:pt x="259080" y="64008"/>
                </a:lnTo>
                <a:lnTo>
                  <a:pt x="298704" y="91440"/>
                </a:lnTo>
                <a:lnTo>
                  <a:pt x="260604" y="126492"/>
                </a:lnTo>
                <a:lnTo>
                  <a:pt x="225671" y="172997"/>
                </a:lnTo>
                <a:lnTo>
                  <a:pt x="225102" y="173736"/>
                </a:lnTo>
                <a:close/>
              </a:path>
              <a:path w="356870" h="386079">
                <a:moveTo>
                  <a:pt x="68580" y="321564"/>
                </a:moveTo>
                <a:lnTo>
                  <a:pt x="65532" y="316992"/>
                </a:lnTo>
                <a:lnTo>
                  <a:pt x="81248" y="303276"/>
                </a:lnTo>
                <a:lnTo>
                  <a:pt x="96393" y="289560"/>
                </a:lnTo>
                <a:lnTo>
                  <a:pt x="124968" y="262127"/>
                </a:lnTo>
                <a:lnTo>
                  <a:pt x="152400" y="230124"/>
                </a:lnTo>
                <a:lnTo>
                  <a:pt x="179832" y="193548"/>
                </a:lnTo>
                <a:lnTo>
                  <a:pt x="156710" y="165782"/>
                </a:lnTo>
                <a:lnTo>
                  <a:pt x="133159" y="139446"/>
                </a:lnTo>
                <a:lnTo>
                  <a:pt x="109323" y="114252"/>
                </a:lnTo>
                <a:lnTo>
                  <a:pt x="85344" y="89916"/>
                </a:lnTo>
                <a:lnTo>
                  <a:pt x="89916" y="85344"/>
                </a:lnTo>
                <a:lnTo>
                  <a:pt x="113609" y="103655"/>
                </a:lnTo>
                <a:lnTo>
                  <a:pt x="138874" y="124396"/>
                </a:lnTo>
                <a:lnTo>
                  <a:pt x="165568" y="147708"/>
                </a:lnTo>
                <a:lnTo>
                  <a:pt x="193548" y="173736"/>
                </a:lnTo>
                <a:lnTo>
                  <a:pt x="225102" y="173736"/>
                </a:lnTo>
                <a:lnTo>
                  <a:pt x="213360" y="188976"/>
                </a:lnTo>
                <a:lnTo>
                  <a:pt x="234939" y="210312"/>
                </a:lnTo>
                <a:lnTo>
                  <a:pt x="198120" y="210312"/>
                </a:lnTo>
                <a:lnTo>
                  <a:pt x="180093" y="229147"/>
                </a:lnTo>
                <a:lnTo>
                  <a:pt x="162496" y="246697"/>
                </a:lnTo>
                <a:lnTo>
                  <a:pt x="145184" y="262818"/>
                </a:lnTo>
                <a:lnTo>
                  <a:pt x="128016" y="277368"/>
                </a:lnTo>
                <a:lnTo>
                  <a:pt x="112299" y="291131"/>
                </a:lnTo>
                <a:lnTo>
                  <a:pt x="97155" y="302895"/>
                </a:lnTo>
                <a:lnTo>
                  <a:pt x="82581" y="312943"/>
                </a:lnTo>
                <a:lnTo>
                  <a:pt x="68580" y="321564"/>
                </a:lnTo>
                <a:close/>
              </a:path>
              <a:path w="356870" h="386079">
                <a:moveTo>
                  <a:pt x="277368" y="316992"/>
                </a:moveTo>
                <a:lnTo>
                  <a:pt x="272796" y="316992"/>
                </a:lnTo>
                <a:lnTo>
                  <a:pt x="268223" y="310896"/>
                </a:lnTo>
                <a:lnTo>
                  <a:pt x="262128" y="298704"/>
                </a:lnTo>
                <a:lnTo>
                  <a:pt x="255246" y="287297"/>
                </a:lnTo>
                <a:lnTo>
                  <a:pt x="248094" y="275844"/>
                </a:lnTo>
                <a:lnTo>
                  <a:pt x="240911" y="265056"/>
                </a:lnTo>
                <a:lnTo>
                  <a:pt x="233172" y="254508"/>
                </a:lnTo>
                <a:lnTo>
                  <a:pt x="225766" y="244173"/>
                </a:lnTo>
                <a:lnTo>
                  <a:pt x="217360" y="233553"/>
                </a:lnTo>
                <a:lnTo>
                  <a:pt x="198120" y="210312"/>
                </a:lnTo>
                <a:lnTo>
                  <a:pt x="234939" y="210312"/>
                </a:lnTo>
                <a:lnTo>
                  <a:pt x="274439" y="253698"/>
                </a:lnTo>
                <a:lnTo>
                  <a:pt x="286511" y="281939"/>
                </a:lnTo>
                <a:lnTo>
                  <a:pt x="286511" y="294132"/>
                </a:lnTo>
                <a:lnTo>
                  <a:pt x="284988" y="300227"/>
                </a:lnTo>
                <a:lnTo>
                  <a:pt x="278892" y="312420"/>
                </a:lnTo>
                <a:lnTo>
                  <a:pt x="277368" y="316992"/>
                </a:lnTo>
                <a:close/>
              </a:path>
              <a:path w="356870" h="386079">
                <a:moveTo>
                  <a:pt x="346875" y="359664"/>
                </a:moveTo>
                <a:lnTo>
                  <a:pt x="300228" y="359664"/>
                </a:lnTo>
                <a:lnTo>
                  <a:pt x="324612" y="335280"/>
                </a:lnTo>
                <a:lnTo>
                  <a:pt x="346875" y="35966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" name="object 45"/>
          <p:cNvSpPr/>
          <p:nvPr/>
        </p:nvSpPr>
        <p:spPr>
          <a:xfrm>
            <a:off x="6541008" y="2927603"/>
            <a:ext cx="45720" cy="326390"/>
          </a:xfrm>
          <a:custGeom>
            <a:avLst/>
            <a:gdLst/>
            <a:ahLst/>
            <a:cxnLst/>
            <a:rect l="l" t="t" r="r" b="b"/>
            <a:pathLst>
              <a:path w="45720" h="326389">
                <a:moveTo>
                  <a:pt x="42672" y="82296"/>
                </a:moveTo>
                <a:lnTo>
                  <a:pt x="3048" y="82296"/>
                </a:lnTo>
                <a:lnTo>
                  <a:pt x="3048" y="326136"/>
                </a:lnTo>
                <a:lnTo>
                  <a:pt x="42672" y="326136"/>
                </a:lnTo>
                <a:lnTo>
                  <a:pt x="42672" y="82296"/>
                </a:lnTo>
                <a:close/>
              </a:path>
              <a:path w="45720" h="326389">
                <a:moveTo>
                  <a:pt x="45720" y="0"/>
                </a:moveTo>
                <a:lnTo>
                  <a:pt x="0" y="0"/>
                </a:lnTo>
                <a:lnTo>
                  <a:pt x="0" y="42672"/>
                </a:lnTo>
                <a:lnTo>
                  <a:pt x="45720" y="42672"/>
                </a:lnTo>
                <a:lnTo>
                  <a:pt x="4572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" name="object 46"/>
          <p:cNvSpPr/>
          <p:nvPr/>
        </p:nvSpPr>
        <p:spPr>
          <a:xfrm>
            <a:off x="6632447" y="2887979"/>
            <a:ext cx="403860" cy="408940"/>
          </a:xfrm>
          <a:custGeom>
            <a:avLst/>
            <a:gdLst/>
            <a:ahLst/>
            <a:cxnLst/>
            <a:rect l="l" t="t" r="r" b="b"/>
            <a:pathLst>
              <a:path w="403859" h="408939">
                <a:moveTo>
                  <a:pt x="185928" y="71628"/>
                </a:moveTo>
                <a:lnTo>
                  <a:pt x="156972" y="71628"/>
                </a:lnTo>
                <a:lnTo>
                  <a:pt x="165282" y="50792"/>
                </a:lnTo>
                <a:lnTo>
                  <a:pt x="172021" y="31813"/>
                </a:lnTo>
                <a:lnTo>
                  <a:pt x="177331" y="14835"/>
                </a:lnTo>
                <a:lnTo>
                  <a:pt x="181356" y="0"/>
                </a:lnTo>
                <a:lnTo>
                  <a:pt x="224028" y="24384"/>
                </a:lnTo>
                <a:lnTo>
                  <a:pt x="207264" y="30480"/>
                </a:lnTo>
                <a:lnTo>
                  <a:pt x="201572" y="42481"/>
                </a:lnTo>
                <a:lnTo>
                  <a:pt x="196024" y="53340"/>
                </a:lnTo>
                <a:lnTo>
                  <a:pt x="190761" y="63055"/>
                </a:lnTo>
                <a:lnTo>
                  <a:pt x="185928" y="71628"/>
                </a:lnTo>
                <a:close/>
              </a:path>
              <a:path w="403859" h="408939">
                <a:moveTo>
                  <a:pt x="15240" y="86868"/>
                </a:moveTo>
                <a:lnTo>
                  <a:pt x="0" y="71628"/>
                </a:lnTo>
                <a:lnTo>
                  <a:pt x="333756" y="71628"/>
                </a:lnTo>
                <a:lnTo>
                  <a:pt x="364236" y="41148"/>
                </a:lnTo>
                <a:lnTo>
                  <a:pt x="403860" y="82296"/>
                </a:lnTo>
                <a:lnTo>
                  <a:pt x="57912" y="82296"/>
                </a:lnTo>
                <a:lnTo>
                  <a:pt x="46743" y="82581"/>
                </a:lnTo>
                <a:lnTo>
                  <a:pt x="36004" y="83439"/>
                </a:lnTo>
                <a:lnTo>
                  <a:pt x="25550" y="84867"/>
                </a:lnTo>
                <a:lnTo>
                  <a:pt x="15240" y="86868"/>
                </a:lnTo>
                <a:close/>
              </a:path>
              <a:path w="403859" h="408939">
                <a:moveTo>
                  <a:pt x="4572" y="269748"/>
                </a:moveTo>
                <a:lnTo>
                  <a:pt x="0" y="263652"/>
                </a:lnTo>
                <a:lnTo>
                  <a:pt x="23383" y="244840"/>
                </a:lnTo>
                <a:lnTo>
                  <a:pt x="45339" y="225171"/>
                </a:lnTo>
                <a:lnTo>
                  <a:pt x="83820" y="184404"/>
                </a:lnTo>
                <a:lnTo>
                  <a:pt x="119253" y="139065"/>
                </a:lnTo>
                <a:lnTo>
                  <a:pt x="152400" y="82296"/>
                </a:lnTo>
                <a:lnTo>
                  <a:pt x="182880" y="82296"/>
                </a:lnTo>
                <a:lnTo>
                  <a:pt x="172831" y="98917"/>
                </a:lnTo>
                <a:lnTo>
                  <a:pt x="163068" y="114681"/>
                </a:lnTo>
                <a:lnTo>
                  <a:pt x="153304" y="129873"/>
                </a:lnTo>
                <a:lnTo>
                  <a:pt x="143256" y="144780"/>
                </a:lnTo>
                <a:lnTo>
                  <a:pt x="329488" y="144780"/>
                </a:lnTo>
                <a:lnTo>
                  <a:pt x="335280" y="149352"/>
                </a:lnTo>
                <a:lnTo>
                  <a:pt x="329565" y="153924"/>
                </a:lnTo>
                <a:lnTo>
                  <a:pt x="135636" y="153924"/>
                </a:lnTo>
                <a:lnTo>
                  <a:pt x="135636" y="182880"/>
                </a:lnTo>
                <a:lnTo>
                  <a:pt x="111252" y="182880"/>
                </a:lnTo>
                <a:lnTo>
                  <a:pt x="86653" y="208026"/>
                </a:lnTo>
                <a:lnTo>
                  <a:pt x="60769" y="230886"/>
                </a:lnTo>
                <a:lnTo>
                  <a:pt x="33456" y="251460"/>
                </a:lnTo>
                <a:lnTo>
                  <a:pt x="4572" y="269748"/>
                </a:lnTo>
                <a:close/>
              </a:path>
              <a:path w="403859" h="408939">
                <a:moveTo>
                  <a:pt x="329488" y="144780"/>
                </a:moveTo>
                <a:lnTo>
                  <a:pt x="292608" y="144780"/>
                </a:lnTo>
                <a:lnTo>
                  <a:pt x="306324" y="126492"/>
                </a:lnTo>
                <a:lnTo>
                  <a:pt x="329488" y="144780"/>
                </a:lnTo>
                <a:close/>
              </a:path>
              <a:path w="403859" h="408939">
                <a:moveTo>
                  <a:pt x="320040" y="214884"/>
                </a:moveTo>
                <a:lnTo>
                  <a:pt x="295655" y="214884"/>
                </a:lnTo>
                <a:lnTo>
                  <a:pt x="295655" y="153924"/>
                </a:lnTo>
                <a:lnTo>
                  <a:pt x="329565" y="153924"/>
                </a:lnTo>
                <a:lnTo>
                  <a:pt x="320040" y="161544"/>
                </a:lnTo>
                <a:lnTo>
                  <a:pt x="320040" y="214884"/>
                </a:lnTo>
                <a:close/>
              </a:path>
              <a:path w="403859" h="408939">
                <a:moveTo>
                  <a:pt x="109728" y="408432"/>
                </a:moveTo>
                <a:lnTo>
                  <a:pt x="110609" y="383262"/>
                </a:lnTo>
                <a:lnTo>
                  <a:pt x="111061" y="337375"/>
                </a:lnTo>
                <a:lnTo>
                  <a:pt x="111169" y="294132"/>
                </a:lnTo>
                <a:lnTo>
                  <a:pt x="111252" y="182880"/>
                </a:lnTo>
                <a:lnTo>
                  <a:pt x="135636" y="182880"/>
                </a:lnTo>
                <a:lnTo>
                  <a:pt x="135636" y="214884"/>
                </a:lnTo>
                <a:lnTo>
                  <a:pt x="320040" y="214884"/>
                </a:lnTo>
                <a:lnTo>
                  <a:pt x="320040" y="225552"/>
                </a:lnTo>
                <a:lnTo>
                  <a:pt x="135636" y="225552"/>
                </a:lnTo>
                <a:lnTo>
                  <a:pt x="135636" y="283464"/>
                </a:lnTo>
                <a:lnTo>
                  <a:pt x="320040" y="283464"/>
                </a:lnTo>
                <a:lnTo>
                  <a:pt x="320040" y="294132"/>
                </a:lnTo>
                <a:lnTo>
                  <a:pt x="135636" y="294132"/>
                </a:lnTo>
                <a:lnTo>
                  <a:pt x="135636" y="393192"/>
                </a:lnTo>
                <a:lnTo>
                  <a:pt x="109728" y="408432"/>
                </a:lnTo>
                <a:close/>
              </a:path>
              <a:path w="403859" h="408939">
                <a:moveTo>
                  <a:pt x="320040" y="283464"/>
                </a:moveTo>
                <a:lnTo>
                  <a:pt x="295655" y="283464"/>
                </a:lnTo>
                <a:lnTo>
                  <a:pt x="295655" y="225552"/>
                </a:lnTo>
                <a:lnTo>
                  <a:pt x="320040" y="225552"/>
                </a:lnTo>
                <a:lnTo>
                  <a:pt x="320040" y="283464"/>
                </a:lnTo>
                <a:close/>
              </a:path>
              <a:path w="403859" h="408939">
                <a:moveTo>
                  <a:pt x="319492" y="370332"/>
                </a:moveTo>
                <a:lnTo>
                  <a:pt x="291084" y="370332"/>
                </a:lnTo>
                <a:lnTo>
                  <a:pt x="295655" y="365760"/>
                </a:lnTo>
                <a:lnTo>
                  <a:pt x="295655" y="294132"/>
                </a:lnTo>
                <a:lnTo>
                  <a:pt x="320040" y="294132"/>
                </a:lnTo>
                <a:lnTo>
                  <a:pt x="319954" y="367760"/>
                </a:lnTo>
                <a:lnTo>
                  <a:pt x="319492" y="370332"/>
                </a:lnTo>
                <a:close/>
              </a:path>
              <a:path w="403859" h="408939">
                <a:moveTo>
                  <a:pt x="281940" y="408432"/>
                </a:moveTo>
                <a:lnTo>
                  <a:pt x="279701" y="398454"/>
                </a:lnTo>
                <a:lnTo>
                  <a:pt x="270891" y="389191"/>
                </a:lnTo>
                <a:lnTo>
                  <a:pt x="255793" y="380785"/>
                </a:lnTo>
                <a:lnTo>
                  <a:pt x="234696" y="373380"/>
                </a:lnTo>
                <a:lnTo>
                  <a:pt x="234696" y="365760"/>
                </a:lnTo>
                <a:lnTo>
                  <a:pt x="248697" y="367760"/>
                </a:lnTo>
                <a:lnTo>
                  <a:pt x="260985" y="369189"/>
                </a:lnTo>
                <a:lnTo>
                  <a:pt x="271557" y="370046"/>
                </a:lnTo>
                <a:lnTo>
                  <a:pt x="280416" y="370332"/>
                </a:lnTo>
                <a:lnTo>
                  <a:pt x="319492" y="370332"/>
                </a:lnTo>
                <a:lnTo>
                  <a:pt x="317730" y="380142"/>
                </a:lnTo>
                <a:lnTo>
                  <a:pt x="310705" y="391287"/>
                </a:lnTo>
                <a:lnTo>
                  <a:pt x="298823" y="400716"/>
                </a:lnTo>
                <a:lnTo>
                  <a:pt x="281940" y="40843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" name="object 47"/>
          <p:cNvSpPr/>
          <p:nvPr/>
        </p:nvSpPr>
        <p:spPr>
          <a:xfrm>
            <a:off x="7083539" y="2886455"/>
            <a:ext cx="1294130" cy="411480"/>
          </a:xfrm>
          <a:custGeom>
            <a:avLst/>
            <a:gdLst/>
            <a:ahLst/>
            <a:cxnLst/>
            <a:rect l="l" t="t" r="r" b="b"/>
            <a:pathLst>
              <a:path w="1294129" h="411479">
                <a:moveTo>
                  <a:pt x="396240" y="192024"/>
                </a:moveTo>
                <a:lnTo>
                  <a:pt x="358140" y="153924"/>
                </a:lnTo>
                <a:lnTo>
                  <a:pt x="323088" y="182880"/>
                </a:lnTo>
                <a:lnTo>
                  <a:pt x="0" y="182880"/>
                </a:lnTo>
                <a:lnTo>
                  <a:pt x="15240" y="198120"/>
                </a:lnTo>
                <a:lnTo>
                  <a:pt x="25196" y="195884"/>
                </a:lnTo>
                <a:lnTo>
                  <a:pt x="36576" y="193929"/>
                </a:lnTo>
                <a:lnTo>
                  <a:pt x="49110" y="192557"/>
                </a:lnTo>
                <a:lnTo>
                  <a:pt x="62484" y="192024"/>
                </a:lnTo>
                <a:lnTo>
                  <a:pt x="396240" y="192024"/>
                </a:lnTo>
                <a:close/>
              </a:path>
              <a:path w="1294129" h="411479">
                <a:moveTo>
                  <a:pt x="669036" y="147828"/>
                </a:moveTo>
                <a:lnTo>
                  <a:pt x="627888" y="124968"/>
                </a:lnTo>
                <a:lnTo>
                  <a:pt x="628129" y="145859"/>
                </a:lnTo>
                <a:lnTo>
                  <a:pt x="629183" y="183057"/>
                </a:lnTo>
                <a:lnTo>
                  <a:pt x="629297" y="191262"/>
                </a:lnTo>
                <a:lnTo>
                  <a:pt x="629183" y="331114"/>
                </a:lnTo>
                <a:lnTo>
                  <a:pt x="628650" y="352996"/>
                </a:lnTo>
                <a:lnTo>
                  <a:pt x="628129" y="379742"/>
                </a:lnTo>
                <a:lnTo>
                  <a:pt x="627888" y="411480"/>
                </a:lnTo>
                <a:lnTo>
                  <a:pt x="656844" y="394716"/>
                </a:lnTo>
                <a:lnTo>
                  <a:pt x="655967" y="378104"/>
                </a:lnTo>
                <a:lnTo>
                  <a:pt x="655510" y="362331"/>
                </a:lnTo>
                <a:lnTo>
                  <a:pt x="655408" y="352996"/>
                </a:lnTo>
                <a:lnTo>
                  <a:pt x="655320" y="158496"/>
                </a:lnTo>
                <a:lnTo>
                  <a:pt x="669036" y="147828"/>
                </a:lnTo>
                <a:close/>
              </a:path>
              <a:path w="1294129" h="411479">
                <a:moveTo>
                  <a:pt x="845820" y="179832"/>
                </a:moveTo>
                <a:lnTo>
                  <a:pt x="798195" y="165925"/>
                </a:lnTo>
                <a:lnTo>
                  <a:pt x="748284" y="137160"/>
                </a:lnTo>
                <a:lnTo>
                  <a:pt x="697611" y="92964"/>
                </a:lnTo>
                <a:lnTo>
                  <a:pt x="656920" y="41148"/>
                </a:lnTo>
                <a:lnTo>
                  <a:pt x="649224" y="30480"/>
                </a:lnTo>
                <a:lnTo>
                  <a:pt x="665988" y="19812"/>
                </a:lnTo>
                <a:lnTo>
                  <a:pt x="629412" y="0"/>
                </a:lnTo>
                <a:lnTo>
                  <a:pt x="618299" y="27127"/>
                </a:lnTo>
                <a:lnTo>
                  <a:pt x="603313" y="55816"/>
                </a:lnTo>
                <a:lnTo>
                  <a:pt x="562356" y="117348"/>
                </a:lnTo>
                <a:lnTo>
                  <a:pt x="535762" y="148526"/>
                </a:lnTo>
                <a:lnTo>
                  <a:pt x="506158" y="175831"/>
                </a:lnTo>
                <a:lnTo>
                  <a:pt x="473417" y="199440"/>
                </a:lnTo>
                <a:lnTo>
                  <a:pt x="437388" y="219456"/>
                </a:lnTo>
                <a:lnTo>
                  <a:pt x="438912" y="225552"/>
                </a:lnTo>
                <a:lnTo>
                  <a:pt x="474662" y="208978"/>
                </a:lnTo>
                <a:lnTo>
                  <a:pt x="534720" y="172402"/>
                </a:lnTo>
                <a:lnTo>
                  <a:pt x="581863" y="130098"/>
                </a:lnTo>
                <a:lnTo>
                  <a:pt x="624674" y="74612"/>
                </a:lnTo>
                <a:lnTo>
                  <a:pt x="644652" y="41148"/>
                </a:lnTo>
                <a:lnTo>
                  <a:pt x="662940" y="71678"/>
                </a:lnTo>
                <a:lnTo>
                  <a:pt x="699516" y="123024"/>
                </a:lnTo>
                <a:lnTo>
                  <a:pt x="736981" y="162102"/>
                </a:lnTo>
                <a:lnTo>
                  <a:pt x="781037" y="195770"/>
                </a:lnTo>
                <a:lnTo>
                  <a:pt x="806196" y="210312"/>
                </a:lnTo>
                <a:lnTo>
                  <a:pt x="813041" y="201168"/>
                </a:lnTo>
                <a:lnTo>
                  <a:pt x="822007" y="194310"/>
                </a:lnTo>
                <a:lnTo>
                  <a:pt x="832993" y="189738"/>
                </a:lnTo>
                <a:lnTo>
                  <a:pt x="845820" y="187452"/>
                </a:lnTo>
                <a:lnTo>
                  <a:pt x="845820" y="179832"/>
                </a:lnTo>
                <a:close/>
              </a:path>
              <a:path w="1294129" h="411479">
                <a:moveTo>
                  <a:pt x="1018044" y="27432"/>
                </a:moveTo>
                <a:lnTo>
                  <a:pt x="981468" y="4572"/>
                </a:lnTo>
                <a:lnTo>
                  <a:pt x="973988" y="32346"/>
                </a:lnTo>
                <a:lnTo>
                  <a:pt x="965085" y="60960"/>
                </a:lnTo>
                <a:lnTo>
                  <a:pt x="941844" y="121920"/>
                </a:lnTo>
                <a:lnTo>
                  <a:pt x="914412" y="181165"/>
                </a:lnTo>
                <a:lnTo>
                  <a:pt x="882408" y="234696"/>
                </a:lnTo>
                <a:lnTo>
                  <a:pt x="888504" y="237744"/>
                </a:lnTo>
                <a:lnTo>
                  <a:pt x="903376" y="220814"/>
                </a:lnTo>
                <a:lnTo>
                  <a:pt x="918413" y="201739"/>
                </a:lnTo>
                <a:lnTo>
                  <a:pt x="933716" y="180098"/>
                </a:lnTo>
                <a:lnTo>
                  <a:pt x="949464" y="155448"/>
                </a:lnTo>
                <a:lnTo>
                  <a:pt x="949401" y="330708"/>
                </a:lnTo>
                <a:lnTo>
                  <a:pt x="949223" y="341401"/>
                </a:lnTo>
                <a:lnTo>
                  <a:pt x="948702" y="359664"/>
                </a:lnTo>
                <a:lnTo>
                  <a:pt x="948182" y="382524"/>
                </a:lnTo>
                <a:lnTo>
                  <a:pt x="947940" y="411480"/>
                </a:lnTo>
                <a:lnTo>
                  <a:pt x="973848" y="403860"/>
                </a:lnTo>
                <a:lnTo>
                  <a:pt x="972959" y="390144"/>
                </a:lnTo>
                <a:lnTo>
                  <a:pt x="972515" y="371856"/>
                </a:lnTo>
                <a:lnTo>
                  <a:pt x="972426" y="359854"/>
                </a:lnTo>
                <a:lnTo>
                  <a:pt x="972324" y="155448"/>
                </a:lnTo>
                <a:lnTo>
                  <a:pt x="972324" y="147828"/>
                </a:lnTo>
                <a:lnTo>
                  <a:pt x="986040" y="137160"/>
                </a:lnTo>
                <a:lnTo>
                  <a:pt x="964704" y="124968"/>
                </a:lnTo>
                <a:lnTo>
                  <a:pt x="970419" y="110972"/>
                </a:lnTo>
                <a:lnTo>
                  <a:pt x="978420" y="91821"/>
                </a:lnTo>
                <a:lnTo>
                  <a:pt x="988707" y="67538"/>
                </a:lnTo>
                <a:lnTo>
                  <a:pt x="1001280" y="38100"/>
                </a:lnTo>
                <a:lnTo>
                  <a:pt x="1018044" y="27432"/>
                </a:lnTo>
                <a:close/>
              </a:path>
              <a:path w="1294129" h="411479">
                <a:moveTo>
                  <a:pt x="1293888" y="393192"/>
                </a:moveTo>
                <a:lnTo>
                  <a:pt x="1260360" y="359664"/>
                </a:lnTo>
                <a:lnTo>
                  <a:pt x="1237500" y="382524"/>
                </a:lnTo>
                <a:lnTo>
                  <a:pt x="1222260" y="382524"/>
                </a:lnTo>
                <a:lnTo>
                  <a:pt x="1222260" y="147828"/>
                </a:lnTo>
                <a:lnTo>
                  <a:pt x="1230960" y="141732"/>
                </a:lnTo>
                <a:lnTo>
                  <a:pt x="1237500" y="137160"/>
                </a:lnTo>
                <a:lnTo>
                  <a:pt x="1230591" y="131064"/>
                </a:lnTo>
                <a:lnTo>
                  <a:pt x="1211592" y="114300"/>
                </a:lnTo>
                <a:lnTo>
                  <a:pt x="1199400" y="127711"/>
                </a:lnTo>
                <a:lnTo>
                  <a:pt x="1199400" y="141732"/>
                </a:lnTo>
                <a:lnTo>
                  <a:pt x="1199400" y="195072"/>
                </a:lnTo>
                <a:lnTo>
                  <a:pt x="1199400" y="382524"/>
                </a:lnTo>
                <a:lnTo>
                  <a:pt x="1065288" y="382524"/>
                </a:lnTo>
                <a:lnTo>
                  <a:pt x="1065288" y="330708"/>
                </a:lnTo>
                <a:lnTo>
                  <a:pt x="1199400" y="330708"/>
                </a:lnTo>
                <a:lnTo>
                  <a:pt x="1199400" y="320040"/>
                </a:lnTo>
                <a:lnTo>
                  <a:pt x="1065288" y="320040"/>
                </a:lnTo>
                <a:lnTo>
                  <a:pt x="1065288" y="268224"/>
                </a:lnTo>
                <a:lnTo>
                  <a:pt x="1199400" y="268224"/>
                </a:lnTo>
                <a:lnTo>
                  <a:pt x="1199400" y="257556"/>
                </a:lnTo>
                <a:lnTo>
                  <a:pt x="1065288" y="257556"/>
                </a:lnTo>
                <a:lnTo>
                  <a:pt x="1065288" y="204216"/>
                </a:lnTo>
                <a:lnTo>
                  <a:pt x="1199400" y="204216"/>
                </a:lnTo>
                <a:lnTo>
                  <a:pt x="1199400" y="195072"/>
                </a:lnTo>
                <a:lnTo>
                  <a:pt x="1065288" y="195072"/>
                </a:lnTo>
                <a:lnTo>
                  <a:pt x="1065288" y="141732"/>
                </a:lnTo>
                <a:lnTo>
                  <a:pt x="1199400" y="141732"/>
                </a:lnTo>
                <a:lnTo>
                  <a:pt x="1199400" y="127711"/>
                </a:lnTo>
                <a:lnTo>
                  <a:pt x="1196352" y="131064"/>
                </a:lnTo>
                <a:lnTo>
                  <a:pt x="1135392" y="131064"/>
                </a:lnTo>
                <a:lnTo>
                  <a:pt x="1136916" y="80772"/>
                </a:lnTo>
                <a:lnTo>
                  <a:pt x="1271028" y="80772"/>
                </a:lnTo>
                <a:lnTo>
                  <a:pt x="1237500" y="48768"/>
                </a:lnTo>
                <a:lnTo>
                  <a:pt x="1214640" y="71628"/>
                </a:lnTo>
                <a:lnTo>
                  <a:pt x="1136916" y="71628"/>
                </a:lnTo>
                <a:lnTo>
                  <a:pt x="1138440" y="32004"/>
                </a:lnTo>
                <a:lnTo>
                  <a:pt x="1152156" y="22860"/>
                </a:lnTo>
                <a:lnTo>
                  <a:pt x="1112532" y="3048"/>
                </a:lnTo>
                <a:lnTo>
                  <a:pt x="1113383" y="17627"/>
                </a:lnTo>
                <a:lnTo>
                  <a:pt x="1113561" y="27432"/>
                </a:lnTo>
                <a:lnTo>
                  <a:pt x="1113434" y="48768"/>
                </a:lnTo>
                <a:lnTo>
                  <a:pt x="1113383" y="51917"/>
                </a:lnTo>
                <a:lnTo>
                  <a:pt x="1112532" y="71628"/>
                </a:lnTo>
                <a:lnTo>
                  <a:pt x="1002804" y="71628"/>
                </a:lnTo>
                <a:lnTo>
                  <a:pt x="1018044" y="86868"/>
                </a:lnTo>
                <a:lnTo>
                  <a:pt x="1028344" y="84632"/>
                </a:lnTo>
                <a:lnTo>
                  <a:pt x="1038809" y="82677"/>
                </a:lnTo>
                <a:lnTo>
                  <a:pt x="1049540" y="81305"/>
                </a:lnTo>
                <a:lnTo>
                  <a:pt x="1060716" y="80772"/>
                </a:lnTo>
                <a:lnTo>
                  <a:pt x="1112532" y="80772"/>
                </a:lnTo>
                <a:lnTo>
                  <a:pt x="1111008" y="131064"/>
                </a:lnTo>
                <a:lnTo>
                  <a:pt x="1065288" y="131064"/>
                </a:lnTo>
                <a:lnTo>
                  <a:pt x="1040904" y="117348"/>
                </a:lnTo>
                <a:lnTo>
                  <a:pt x="1041781" y="140766"/>
                </a:lnTo>
                <a:lnTo>
                  <a:pt x="1042238" y="160591"/>
                </a:lnTo>
                <a:lnTo>
                  <a:pt x="1042403" y="176720"/>
                </a:lnTo>
                <a:lnTo>
                  <a:pt x="1042428" y="382524"/>
                </a:lnTo>
                <a:lnTo>
                  <a:pt x="978420" y="382524"/>
                </a:lnTo>
                <a:lnTo>
                  <a:pt x="993660" y="397764"/>
                </a:lnTo>
                <a:lnTo>
                  <a:pt x="1003960" y="395770"/>
                </a:lnTo>
                <a:lnTo>
                  <a:pt x="1014425" y="394335"/>
                </a:lnTo>
                <a:lnTo>
                  <a:pt x="1025156" y="393484"/>
                </a:lnTo>
                <a:lnTo>
                  <a:pt x="1036332" y="393192"/>
                </a:lnTo>
                <a:lnTo>
                  <a:pt x="1293888" y="39319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" name="object 48"/>
          <p:cNvSpPr/>
          <p:nvPr/>
        </p:nvSpPr>
        <p:spPr>
          <a:xfrm>
            <a:off x="8423148" y="2915424"/>
            <a:ext cx="376555" cy="417830"/>
          </a:xfrm>
          <a:custGeom>
            <a:avLst/>
            <a:gdLst/>
            <a:ahLst/>
            <a:cxnLst/>
            <a:rect l="l" t="t" r="r" b="b"/>
            <a:pathLst>
              <a:path w="376554" h="417829">
                <a:moveTo>
                  <a:pt x="204216" y="211836"/>
                </a:moveTo>
                <a:lnTo>
                  <a:pt x="202755" y="184683"/>
                </a:lnTo>
                <a:lnTo>
                  <a:pt x="198310" y="160401"/>
                </a:lnTo>
                <a:lnTo>
                  <a:pt x="190703" y="138963"/>
                </a:lnTo>
                <a:lnTo>
                  <a:pt x="183400" y="126492"/>
                </a:lnTo>
                <a:lnTo>
                  <a:pt x="179832" y="120396"/>
                </a:lnTo>
                <a:lnTo>
                  <a:pt x="167259" y="106387"/>
                </a:lnTo>
                <a:lnTo>
                  <a:pt x="161544" y="102552"/>
                </a:lnTo>
                <a:lnTo>
                  <a:pt x="161544" y="214884"/>
                </a:lnTo>
                <a:lnTo>
                  <a:pt x="160401" y="237401"/>
                </a:lnTo>
                <a:lnTo>
                  <a:pt x="143256" y="284988"/>
                </a:lnTo>
                <a:lnTo>
                  <a:pt x="109601" y="306412"/>
                </a:lnTo>
                <a:lnTo>
                  <a:pt x="94488" y="307848"/>
                </a:lnTo>
                <a:lnTo>
                  <a:pt x="87642" y="307581"/>
                </a:lnTo>
                <a:lnTo>
                  <a:pt x="80962" y="306895"/>
                </a:lnTo>
                <a:lnTo>
                  <a:pt x="74549" y="305917"/>
                </a:lnTo>
                <a:lnTo>
                  <a:pt x="68580" y="304800"/>
                </a:lnTo>
                <a:lnTo>
                  <a:pt x="62572" y="302488"/>
                </a:lnTo>
                <a:lnTo>
                  <a:pt x="56007" y="300037"/>
                </a:lnTo>
                <a:lnTo>
                  <a:pt x="48856" y="297294"/>
                </a:lnTo>
                <a:lnTo>
                  <a:pt x="41148" y="294132"/>
                </a:lnTo>
                <a:lnTo>
                  <a:pt x="41148" y="153924"/>
                </a:lnTo>
                <a:lnTo>
                  <a:pt x="80505" y="130987"/>
                </a:lnTo>
                <a:lnTo>
                  <a:pt x="105156" y="126492"/>
                </a:lnTo>
                <a:lnTo>
                  <a:pt x="119100" y="127914"/>
                </a:lnTo>
                <a:lnTo>
                  <a:pt x="153822" y="161937"/>
                </a:lnTo>
                <a:lnTo>
                  <a:pt x="161544" y="214884"/>
                </a:lnTo>
                <a:lnTo>
                  <a:pt x="161544" y="102552"/>
                </a:lnTo>
                <a:lnTo>
                  <a:pt x="152400" y="96393"/>
                </a:lnTo>
                <a:lnTo>
                  <a:pt x="135255" y="90385"/>
                </a:lnTo>
                <a:lnTo>
                  <a:pt x="115824" y="88392"/>
                </a:lnTo>
                <a:lnTo>
                  <a:pt x="104673" y="88963"/>
                </a:lnTo>
                <a:lnTo>
                  <a:pt x="65786" y="102387"/>
                </a:lnTo>
                <a:lnTo>
                  <a:pt x="41148" y="120396"/>
                </a:lnTo>
                <a:lnTo>
                  <a:pt x="41148" y="0"/>
                </a:lnTo>
                <a:lnTo>
                  <a:pt x="0" y="0"/>
                </a:lnTo>
                <a:lnTo>
                  <a:pt x="0" y="338328"/>
                </a:lnTo>
                <a:lnTo>
                  <a:pt x="38100" y="338328"/>
                </a:lnTo>
                <a:lnTo>
                  <a:pt x="41148" y="326136"/>
                </a:lnTo>
                <a:lnTo>
                  <a:pt x="48006" y="330415"/>
                </a:lnTo>
                <a:lnTo>
                  <a:pt x="84201" y="343281"/>
                </a:lnTo>
                <a:lnTo>
                  <a:pt x="102108" y="344424"/>
                </a:lnTo>
                <a:lnTo>
                  <a:pt x="122961" y="342138"/>
                </a:lnTo>
                <a:lnTo>
                  <a:pt x="159537" y="323850"/>
                </a:lnTo>
                <a:lnTo>
                  <a:pt x="187490" y="288124"/>
                </a:lnTo>
                <a:lnTo>
                  <a:pt x="202260" y="240118"/>
                </a:lnTo>
                <a:lnTo>
                  <a:pt x="204216" y="211836"/>
                </a:lnTo>
                <a:close/>
              </a:path>
              <a:path w="376554" h="417829">
                <a:moveTo>
                  <a:pt x="254495" y="214871"/>
                </a:moveTo>
                <a:lnTo>
                  <a:pt x="233159" y="214871"/>
                </a:lnTo>
                <a:lnTo>
                  <a:pt x="233159" y="338315"/>
                </a:lnTo>
                <a:lnTo>
                  <a:pt x="254495" y="338315"/>
                </a:lnTo>
                <a:lnTo>
                  <a:pt x="254495" y="214871"/>
                </a:lnTo>
                <a:close/>
              </a:path>
              <a:path w="376554" h="417829">
                <a:moveTo>
                  <a:pt x="256019" y="173723"/>
                </a:moveTo>
                <a:lnTo>
                  <a:pt x="231635" y="173723"/>
                </a:lnTo>
                <a:lnTo>
                  <a:pt x="231635" y="195059"/>
                </a:lnTo>
                <a:lnTo>
                  <a:pt x="256019" y="195059"/>
                </a:lnTo>
                <a:lnTo>
                  <a:pt x="256019" y="173723"/>
                </a:lnTo>
                <a:close/>
              </a:path>
              <a:path w="376554" h="417829">
                <a:moveTo>
                  <a:pt x="376428" y="275831"/>
                </a:moveTo>
                <a:lnTo>
                  <a:pt x="323075" y="275831"/>
                </a:lnTo>
                <a:lnTo>
                  <a:pt x="284975" y="417576"/>
                </a:lnTo>
                <a:lnTo>
                  <a:pt x="315468" y="417576"/>
                </a:lnTo>
                <a:lnTo>
                  <a:pt x="376428" y="27583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" name="object 49"/>
          <p:cNvSpPr/>
          <p:nvPr/>
        </p:nvSpPr>
        <p:spPr>
          <a:xfrm>
            <a:off x="9003779" y="2887979"/>
            <a:ext cx="841375" cy="405765"/>
          </a:xfrm>
          <a:custGeom>
            <a:avLst/>
            <a:gdLst/>
            <a:ahLst/>
            <a:cxnLst/>
            <a:rect l="l" t="t" r="r" b="b"/>
            <a:pathLst>
              <a:path w="841375" h="405764">
                <a:moveTo>
                  <a:pt x="315468" y="28956"/>
                </a:moveTo>
                <a:lnTo>
                  <a:pt x="309676" y="24384"/>
                </a:lnTo>
                <a:lnTo>
                  <a:pt x="286512" y="6096"/>
                </a:lnTo>
                <a:lnTo>
                  <a:pt x="274320" y="20726"/>
                </a:lnTo>
                <a:lnTo>
                  <a:pt x="274320" y="35052"/>
                </a:lnTo>
                <a:lnTo>
                  <a:pt x="274320" y="85344"/>
                </a:lnTo>
                <a:lnTo>
                  <a:pt x="274320" y="96012"/>
                </a:lnTo>
                <a:lnTo>
                  <a:pt x="274320" y="147828"/>
                </a:lnTo>
                <a:lnTo>
                  <a:pt x="123444" y="147828"/>
                </a:lnTo>
                <a:lnTo>
                  <a:pt x="123444" y="96012"/>
                </a:lnTo>
                <a:lnTo>
                  <a:pt x="274320" y="96012"/>
                </a:lnTo>
                <a:lnTo>
                  <a:pt x="274320" y="85344"/>
                </a:lnTo>
                <a:lnTo>
                  <a:pt x="123444" y="85344"/>
                </a:lnTo>
                <a:lnTo>
                  <a:pt x="123444" y="35052"/>
                </a:lnTo>
                <a:lnTo>
                  <a:pt x="274320" y="35052"/>
                </a:lnTo>
                <a:lnTo>
                  <a:pt x="274320" y="20726"/>
                </a:lnTo>
                <a:lnTo>
                  <a:pt x="271272" y="24384"/>
                </a:lnTo>
                <a:lnTo>
                  <a:pt x="124968" y="24384"/>
                </a:lnTo>
                <a:lnTo>
                  <a:pt x="97536" y="9144"/>
                </a:lnTo>
                <a:lnTo>
                  <a:pt x="98425" y="31965"/>
                </a:lnTo>
                <a:lnTo>
                  <a:pt x="98869" y="54483"/>
                </a:lnTo>
                <a:lnTo>
                  <a:pt x="99047" y="76441"/>
                </a:lnTo>
                <a:lnTo>
                  <a:pt x="99021" y="121348"/>
                </a:lnTo>
                <a:lnTo>
                  <a:pt x="98869" y="140970"/>
                </a:lnTo>
                <a:lnTo>
                  <a:pt x="98425" y="162687"/>
                </a:lnTo>
                <a:lnTo>
                  <a:pt x="97536" y="184404"/>
                </a:lnTo>
                <a:lnTo>
                  <a:pt x="123444" y="173736"/>
                </a:lnTo>
                <a:lnTo>
                  <a:pt x="123444" y="158496"/>
                </a:lnTo>
                <a:lnTo>
                  <a:pt x="274320" y="158496"/>
                </a:lnTo>
                <a:lnTo>
                  <a:pt x="274320" y="181356"/>
                </a:lnTo>
                <a:lnTo>
                  <a:pt x="300228" y="166116"/>
                </a:lnTo>
                <a:lnTo>
                  <a:pt x="300139" y="158496"/>
                </a:lnTo>
                <a:lnTo>
                  <a:pt x="299986" y="147828"/>
                </a:lnTo>
                <a:lnTo>
                  <a:pt x="299466" y="121348"/>
                </a:lnTo>
                <a:lnTo>
                  <a:pt x="299097" y="96012"/>
                </a:lnTo>
                <a:lnTo>
                  <a:pt x="298945" y="85344"/>
                </a:lnTo>
                <a:lnTo>
                  <a:pt x="298704" y="41148"/>
                </a:lnTo>
                <a:lnTo>
                  <a:pt x="307086" y="35052"/>
                </a:lnTo>
                <a:lnTo>
                  <a:pt x="315468" y="28956"/>
                </a:lnTo>
                <a:close/>
              </a:path>
              <a:path w="841375" h="405764">
                <a:moveTo>
                  <a:pt x="397764" y="359664"/>
                </a:moveTo>
                <a:lnTo>
                  <a:pt x="378294" y="361670"/>
                </a:lnTo>
                <a:lnTo>
                  <a:pt x="356235" y="363093"/>
                </a:lnTo>
                <a:lnTo>
                  <a:pt x="331330" y="363956"/>
                </a:lnTo>
                <a:lnTo>
                  <a:pt x="303276" y="364236"/>
                </a:lnTo>
                <a:lnTo>
                  <a:pt x="276161" y="363461"/>
                </a:lnTo>
                <a:lnTo>
                  <a:pt x="252031" y="361378"/>
                </a:lnTo>
                <a:lnTo>
                  <a:pt x="231063" y="358457"/>
                </a:lnTo>
                <a:lnTo>
                  <a:pt x="213360" y="355092"/>
                </a:lnTo>
                <a:lnTo>
                  <a:pt x="213360" y="347472"/>
                </a:lnTo>
                <a:lnTo>
                  <a:pt x="213360" y="283464"/>
                </a:lnTo>
                <a:lnTo>
                  <a:pt x="359664" y="283464"/>
                </a:lnTo>
                <a:lnTo>
                  <a:pt x="349491" y="272796"/>
                </a:lnTo>
                <a:lnTo>
                  <a:pt x="327660" y="249936"/>
                </a:lnTo>
                <a:lnTo>
                  <a:pt x="304800" y="272796"/>
                </a:lnTo>
                <a:lnTo>
                  <a:pt x="213360" y="272796"/>
                </a:lnTo>
                <a:lnTo>
                  <a:pt x="213360" y="213360"/>
                </a:lnTo>
                <a:lnTo>
                  <a:pt x="390144" y="213360"/>
                </a:lnTo>
                <a:lnTo>
                  <a:pt x="353568" y="176784"/>
                </a:lnTo>
                <a:lnTo>
                  <a:pt x="327660" y="202692"/>
                </a:lnTo>
                <a:lnTo>
                  <a:pt x="4572" y="202692"/>
                </a:lnTo>
                <a:lnTo>
                  <a:pt x="21336" y="219456"/>
                </a:lnTo>
                <a:lnTo>
                  <a:pt x="30772" y="216585"/>
                </a:lnTo>
                <a:lnTo>
                  <a:pt x="40767" y="214693"/>
                </a:lnTo>
                <a:lnTo>
                  <a:pt x="51346" y="213677"/>
                </a:lnTo>
                <a:lnTo>
                  <a:pt x="62484" y="213360"/>
                </a:lnTo>
                <a:lnTo>
                  <a:pt x="188976" y="213360"/>
                </a:lnTo>
                <a:lnTo>
                  <a:pt x="188976" y="347472"/>
                </a:lnTo>
                <a:lnTo>
                  <a:pt x="164122" y="335191"/>
                </a:lnTo>
                <a:lnTo>
                  <a:pt x="142113" y="321183"/>
                </a:lnTo>
                <a:lnTo>
                  <a:pt x="122974" y="305473"/>
                </a:lnTo>
                <a:lnTo>
                  <a:pt x="115227" y="297180"/>
                </a:lnTo>
                <a:lnTo>
                  <a:pt x="106680" y="288036"/>
                </a:lnTo>
                <a:lnTo>
                  <a:pt x="109880" y="279463"/>
                </a:lnTo>
                <a:lnTo>
                  <a:pt x="112776" y="272034"/>
                </a:lnTo>
                <a:lnTo>
                  <a:pt x="115684" y="265747"/>
                </a:lnTo>
                <a:lnTo>
                  <a:pt x="118872" y="260604"/>
                </a:lnTo>
                <a:lnTo>
                  <a:pt x="121920" y="254508"/>
                </a:lnTo>
                <a:lnTo>
                  <a:pt x="126492" y="249936"/>
                </a:lnTo>
                <a:lnTo>
                  <a:pt x="134112" y="245364"/>
                </a:lnTo>
                <a:lnTo>
                  <a:pt x="96012" y="222504"/>
                </a:lnTo>
                <a:lnTo>
                  <a:pt x="82296" y="277088"/>
                </a:lnTo>
                <a:lnTo>
                  <a:pt x="61722" y="324231"/>
                </a:lnTo>
                <a:lnTo>
                  <a:pt x="34290" y="363956"/>
                </a:lnTo>
                <a:lnTo>
                  <a:pt x="0" y="396240"/>
                </a:lnTo>
                <a:lnTo>
                  <a:pt x="3048" y="402336"/>
                </a:lnTo>
                <a:lnTo>
                  <a:pt x="33299" y="383768"/>
                </a:lnTo>
                <a:lnTo>
                  <a:pt x="59817" y="360045"/>
                </a:lnTo>
                <a:lnTo>
                  <a:pt x="82346" y="331190"/>
                </a:lnTo>
                <a:lnTo>
                  <a:pt x="100584" y="297180"/>
                </a:lnTo>
                <a:lnTo>
                  <a:pt x="111429" y="310591"/>
                </a:lnTo>
                <a:lnTo>
                  <a:pt x="149352" y="345948"/>
                </a:lnTo>
                <a:lnTo>
                  <a:pt x="198005" y="372960"/>
                </a:lnTo>
                <a:lnTo>
                  <a:pt x="243370" y="385749"/>
                </a:lnTo>
                <a:lnTo>
                  <a:pt x="316522" y="394271"/>
                </a:lnTo>
                <a:lnTo>
                  <a:pt x="364236" y="396240"/>
                </a:lnTo>
                <a:lnTo>
                  <a:pt x="367334" y="386816"/>
                </a:lnTo>
                <a:lnTo>
                  <a:pt x="374142" y="379095"/>
                </a:lnTo>
                <a:lnTo>
                  <a:pt x="384390" y="373100"/>
                </a:lnTo>
                <a:lnTo>
                  <a:pt x="397764" y="368808"/>
                </a:lnTo>
                <a:lnTo>
                  <a:pt x="397764" y="364236"/>
                </a:lnTo>
                <a:lnTo>
                  <a:pt x="397764" y="359664"/>
                </a:lnTo>
                <a:close/>
              </a:path>
              <a:path w="841375" h="405764">
                <a:moveTo>
                  <a:pt x="830580" y="88392"/>
                </a:moveTo>
                <a:lnTo>
                  <a:pt x="794004" y="51816"/>
                </a:lnTo>
                <a:lnTo>
                  <a:pt x="768096" y="77724"/>
                </a:lnTo>
                <a:lnTo>
                  <a:pt x="615696" y="77724"/>
                </a:lnTo>
                <a:lnTo>
                  <a:pt x="622896" y="63487"/>
                </a:lnTo>
                <a:lnTo>
                  <a:pt x="628650" y="50673"/>
                </a:lnTo>
                <a:lnTo>
                  <a:pt x="637032" y="30480"/>
                </a:lnTo>
                <a:lnTo>
                  <a:pt x="653796" y="21336"/>
                </a:lnTo>
                <a:lnTo>
                  <a:pt x="614172" y="0"/>
                </a:lnTo>
                <a:lnTo>
                  <a:pt x="610158" y="16865"/>
                </a:lnTo>
                <a:lnTo>
                  <a:pt x="604837" y="35433"/>
                </a:lnTo>
                <a:lnTo>
                  <a:pt x="598106" y="55727"/>
                </a:lnTo>
                <a:lnTo>
                  <a:pt x="589788" y="77724"/>
                </a:lnTo>
                <a:lnTo>
                  <a:pt x="452628" y="77724"/>
                </a:lnTo>
                <a:lnTo>
                  <a:pt x="467868" y="94488"/>
                </a:lnTo>
                <a:lnTo>
                  <a:pt x="477304" y="91617"/>
                </a:lnTo>
                <a:lnTo>
                  <a:pt x="487299" y="89725"/>
                </a:lnTo>
                <a:lnTo>
                  <a:pt x="497878" y="88709"/>
                </a:lnTo>
                <a:lnTo>
                  <a:pt x="509016" y="88392"/>
                </a:lnTo>
                <a:lnTo>
                  <a:pt x="585216" y="88392"/>
                </a:lnTo>
                <a:lnTo>
                  <a:pt x="571487" y="114452"/>
                </a:lnTo>
                <a:lnTo>
                  <a:pt x="557593" y="137922"/>
                </a:lnTo>
                <a:lnTo>
                  <a:pt x="543433" y="159118"/>
                </a:lnTo>
                <a:lnTo>
                  <a:pt x="528828" y="178308"/>
                </a:lnTo>
                <a:lnTo>
                  <a:pt x="510540" y="172212"/>
                </a:lnTo>
                <a:lnTo>
                  <a:pt x="511403" y="181356"/>
                </a:lnTo>
                <a:lnTo>
                  <a:pt x="511873" y="189166"/>
                </a:lnTo>
                <a:lnTo>
                  <a:pt x="512051" y="194716"/>
                </a:lnTo>
                <a:lnTo>
                  <a:pt x="512064" y="198120"/>
                </a:lnTo>
                <a:lnTo>
                  <a:pt x="498703" y="214693"/>
                </a:lnTo>
                <a:lnTo>
                  <a:pt x="481393" y="232791"/>
                </a:lnTo>
                <a:lnTo>
                  <a:pt x="460425" y="252564"/>
                </a:lnTo>
                <a:lnTo>
                  <a:pt x="435864" y="274320"/>
                </a:lnTo>
                <a:lnTo>
                  <a:pt x="440436" y="280416"/>
                </a:lnTo>
                <a:lnTo>
                  <a:pt x="457898" y="269011"/>
                </a:lnTo>
                <a:lnTo>
                  <a:pt x="476059" y="255460"/>
                </a:lnTo>
                <a:lnTo>
                  <a:pt x="495096" y="239915"/>
                </a:lnTo>
                <a:lnTo>
                  <a:pt x="515112" y="222504"/>
                </a:lnTo>
                <a:lnTo>
                  <a:pt x="515112" y="355092"/>
                </a:lnTo>
                <a:lnTo>
                  <a:pt x="514858" y="366814"/>
                </a:lnTo>
                <a:lnTo>
                  <a:pt x="514159" y="379095"/>
                </a:lnTo>
                <a:lnTo>
                  <a:pt x="513207" y="391668"/>
                </a:lnTo>
                <a:lnTo>
                  <a:pt x="512064" y="405384"/>
                </a:lnTo>
                <a:lnTo>
                  <a:pt x="539496" y="391668"/>
                </a:lnTo>
                <a:lnTo>
                  <a:pt x="539496" y="222504"/>
                </a:lnTo>
                <a:lnTo>
                  <a:pt x="539496" y="198120"/>
                </a:lnTo>
                <a:lnTo>
                  <a:pt x="556412" y="178308"/>
                </a:lnTo>
                <a:lnTo>
                  <a:pt x="557784" y="176695"/>
                </a:lnTo>
                <a:lnTo>
                  <a:pt x="576072" y="151257"/>
                </a:lnTo>
                <a:lnTo>
                  <a:pt x="594360" y="121831"/>
                </a:lnTo>
                <a:lnTo>
                  <a:pt x="612648" y="88392"/>
                </a:lnTo>
                <a:lnTo>
                  <a:pt x="830580" y="88392"/>
                </a:lnTo>
                <a:close/>
              </a:path>
              <a:path w="841375" h="405764">
                <a:moveTo>
                  <a:pt x="841248" y="362712"/>
                </a:moveTo>
                <a:lnTo>
                  <a:pt x="806196" y="329184"/>
                </a:lnTo>
                <a:lnTo>
                  <a:pt x="781812" y="353568"/>
                </a:lnTo>
                <a:lnTo>
                  <a:pt x="694944" y="353568"/>
                </a:lnTo>
                <a:lnTo>
                  <a:pt x="694944" y="213360"/>
                </a:lnTo>
                <a:lnTo>
                  <a:pt x="816864" y="213360"/>
                </a:lnTo>
                <a:lnTo>
                  <a:pt x="784860" y="181356"/>
                </a:lnTo>
                <a:lnTo>
                  <a:pt x="762000" y="202692"/>
                </a:lnTo>
                <a:lnTo>
                  <a:pt x="694944" y="202692"/>
                </a:lnTo>
                <a:lnTo>
                  <a:pt x="694944" y="132588"/>
                </a:lnTo>
                <a:lnTo>
                  <a:pt x="708660" y="120396"/>
                </a:lnTo>
                <a:lnTo>
                  <a:pt x="669036" y="102108"/>
                </a:lnTo>
                <a:lnTo>
                  <a:pt x="669925" y="116738"/>
                </a:lnTo>
                <a:lnTo>
                  <a:pt x="670369" y="128778"/>
                </a:lnTo>
                <a:lnTo>
                  <a:pt x="670445" y="132588"/>
                </a:lnTo>
                <a:lnTo>
                  <a:pt x="670560" y="202692"/>
                </a:lnTo>
                <a:lnTo>
                  <a:pt x="569976" y="202692"/>
                </a:lnTo>
                <a:lnTo>
                  <a:pt x="585216" y="219456"/>
                </a:lnTo>
                <a:lnTo>
                  <a:pt x="595528" y="216585"/>
                </a:lnTo>
                <a:lnTo>
                  <a:pt x="605980" y="214693"/>
                </a:lnTo>
                <a:lnTo>
                  <a:pt x="616724" y="213677"/>
                </a:lnTo>
                <a:lnTo>
                  <a:pt x="627888" y="213360"/>
                </a:lnTo>
                <a:lnTo>
                  <a:pt x="670560" y="213360"/>
                </a:lnTo>
                <a:lnTo>
                  <a:pt x="670560" y="353568"/>
                </a:lnTo>
                <a:lnTo>
                  <a:pt x="547116" y="353568"/>
                </a:lnTo>
                <a:lnTo>
                  <a:pt x="563880" y="368808"/>
                </a:lnTo>
                <a:lnTo>
                  <a:pt x="573316" y="366572"/>
                </a:lnTo>
                <a:lnTo>
                  <a:pt x="583311" y="364617"/>
                </a:lnTo>
                <a:lnTo>
                  <a:pt x="593890" y="363245"/>
                </a:lnTo>
                <a:lnTo>
                  <a:pt x="605028" y="362712"/>
                </a:lnTo>
                <a:lnTo>
                  <a:pt x="841248" y="36271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" name="object 50"/>
          <p:cNvSpPr/>
          <p:nvPr/>
        </p:nvSpPr>
        <p:spPr>
          <a:xfrm>
            <a:off x="2122932" y="3450335"/>
            <a:ext cx="396240" cy="390525"/>
          </a:xfrm>
          <a:custGeom>
            <a:avLst/>
            <a:gdLst/>
            <a:ahLst/>
            <a:cxnLst/>
            <a:rect l="l" t="t" r="r" b="b"/>
            <a:pathLst>
              <a:path w="396239" h="390525">
                <a:moveTo>
                  <a:pt x="36576" y="35052"/>
                </a:moveTo>
                <a:lnTo>
                  <a:pt x="21336" y="19812"/>
                </a:lnTo>
                <a:lnTo>
                  <a:pt x="181356" y="19812"/>
                </a:lnTo>
                <a:lnTo>
                  <a:pt x="195072" y="3048"/>
                </a:lnTo>
                <a:lnTo>
                  <a:pt x="222504" y="24384"/>
                </a:lnTo>
                <a:lnTo>
                  <a:pt x="214884" y="30480"/>
                </a:lnTo>
                <a:lnTo>
                  <a:pt x="79248" y="30480"/>
                </a:lnTo>
                <a:lnTo>
                  <a:pt x="68079" y="30765"/>
                </a:lnTo>
                <a:lnTo>
                  <a:pt x="57340" y="31623"/>
                </a:lnTo>
                <a:lnTo>
                  <a:pt x="46886" y="33051"/>
                </a:lnTo>
                <a:lnTo>
                  <a:pt x="36576" y="35052"/>
                </a:lnTo>
                <a:close/>
              </a:path>
              <a:path w="396239" h="390525">
                <a:moveTo>
                  <a:pt x="123444" y="117348"/>
                </a:moveTo>
                <a:lnTo>
                  <a:pt x="102108" y="117348"/>
                </a:lnTo>
                <a:lnTo>
                  <a:pt x="102108" y="30480"/>
                </a:lnTo>
                <a:lnTo>
                  <a:pt x="123444" y="30480"/>
                </a:lnTo>
                <a:lnTo>
                  <a:pt x="123444" y="117348"/>
                </a:lnTo>
                <a:close/>
              </a:path>
              <a:path w="396239" h="390525">
                <a:moveTo>
                  <a:pt x="42672" y="132588"/>
                </a:moveTo>
                <a:lnTo>
                  <a:pt x="25908" y="117348"/>
                </a:lnTo>
                <a:lnTo>
                  <a:pt x="184404" y="117348"/>
                </a:lnTo>
                <a:lnTo>
                  <a:pt x="184404" y="30480"/>
                </a:lnTo>
                <a:lnTo>
                  <a:pt x="214884" y="30480"/>
                </a:lnTo>
                <a:lnTo>
                  <a:pt x="207264" y="36576"/>
                </a:lnTo>
                <a:lnTo>
                  <a:pt x="207264" y="128016"/>
                </a:lnTo>
                <a:lnTo>
                  <a:pt x="83820" y="128016"/>
                </a:lnTo>
                <a:lnTo>
                  <a:pt x="72675" y="128301"/>
                </a:lnTo>
                <a:lnTo>
                  <a:pt x="62103" y="129159"/>
                </a:lnTo>
                <a:lnTo>
                  <a:pt x="52101" y="130587"/>
                </a:lnTo>
                <a:lnTo>
                  <a:pt x="42672" y="132588"/>
                </a:lnTo>
                <a:close/>
              </a:path>
              <a:path w="396239" h="390525">
                <a:moveTo>
                  <a:pt x="120396" y="205740"/>
                </a:moveTo>
                <a:lnTo>
                  <a:pt x="97536" y="205740"/>
                </a:lnTo>
                <a:lnTo>
                  <a:pt x="99536" y="187166"/>
                </a:lnTo>
                <a:lnTo>
                  <a:pt x="100965" y="168021"/>
                </a:lnTo>
                <a:lnTo>
                  <a:pt x="101822" y="148304"/>
                </a:lnTo>
                <a:lnTo>
                  <a:pt x="102108" y="128016"/>
                </a:lnTo>
                <a:lnTo>
                  <a:pt x="123444" y="128016"/>
                </a:lnTo>
                <a:lnTo>
                  <a:pt x="123366" y="148304"/>
                </a:lnTo>
                <a:lnTo>
                  <a:pt x="123063" y="165735"/>
                </a:lnTo>
                <a:lnTo>
                  <a:pt x="122158" y="185451"/>
                </a:lnTo>
                <a:lnTo>
                  <a:pt x="120396" y="205740"/>
                </a:lnTo>
                <a:close/>
              </a:path>
              <a:path w="396239" h="390525">
                <a:moveTo>
                  <a:pt x="35052" y="220980"/>
                </a:moveTo>
                <a:lnTo>
                  <a:pt x="19812" y="205740"/>
                </a:lnTo>
                <a:lnTo>
                  <a:pt x="184404" y="205740"/>
                </a:lnTo>
                <a:lnTo>
                  <a:pt x="184404" y="128016"/>
                </a:lnTo>
                <a:lnTo>
                  <a:pt x="207264" y="128016"/>
                </a:lnTo>
                <a:lnTo>
                  <a:pt x="207264" y="216408"/>
                </a:lnTo>
                <a:lnTo>
                  <a:pt x="77724" y="216408"/>
                </a:lnTo>
                <a:lnTo>
                  <a:pt x="66555" y="216693"/>
                </a:lnTo>
                <a:lnTo>
                  <a:pt x="55816" y="217551"/>
                </a:lnTo>
                <a:lnTo>
                  <a:pt x="45362" y="218979"/>
                </a:lnTo>
                <a:lnTo>
                  <a:pt x="35052" y="220980"/>
                </a:lnTo>
                <a:close/>
              </a:path>
              <a:path w="396239" h="390525">
                <a:moveTo>
                  <a:pt x="4572" y="384048"/>
                </a:moveTo>
                <a:lnTo>
                  <a:pt x="0" y="381000"/>
                </a:lnTo>
                <a:lnTo>
                  <a:pt x="37719" y="343066"/>
                </a:lnTo>
                <a:lnTo>
                  <a:pt x="66294" y="302704"/>
                </a:lnTo>
                <a:lnTo>
                  <a:pt x="85725" y="260342"/>
                </a:lnTo>
                <a:lnTo>
                  <a:pt x="96012" y="216408"/>
                </a:lnTo>
                <a:lnTo>
                  <a:pt x="118872" y="216408"/>
                </a:lnTo>
                <a:lnTo>
                  <a:pt x="104870" y="267247"/>
                </a:lnTo>
                <a:lnTo>
                  <a:pt x="81153" y="312229"/>
                </a:lnTo>
                <a:lnTo>
                  <a:pt x="47720" y="351210"/>
                </a:lnTo>
                <a:lnTo>
                  <a:pt x="4572" y="384048"/>
                </a:lnTo>
                <a:close/>
              </a:path>
              <a:path w="396239" h="390525">
                <a:moveTo>
                  <a:pt x="203491" y="324612"/>
                </a:moveTo>
                <a:lnTo>
                  <a:pt x="161544" y="324612"/>
                </a:lnTo>
                <a:lnTo>
                  <a:pt x="172402" y="322921"/>
                </a:lnTo>
                <a:lnTo>
                  <a:pt x="179832" y="315658"/>
                </a:lnTo>
                <a:lnTo>
                  <a:pt x="183832" y="302966"/>
                </a:lnTo>
                <a:lnTo>
                  <a:pt x="184404" y="284988"/>
                </a:lnTo>
                <a:lnTo>
                  <a:pt x="184404" y="216408"/>
                </a:lnTo>
                <a:lnTo>
                  <a:pt x="207264" y="216408"/>
                </a:lnTo>
                <a:lnTo>
                  <a:pt x="207264" y="304799"/>
                </a:lnTo>
                <a:lnTo>
                  <a:pt x="203491" y="324612"/>
                </a:lnTo>
                <a:close/>
              </a:path>
              <a:path w="396239" h="390525">
                <a:moveTo>
                  <a:pt x="158496" y="365760"/>
                </a:moveTo>
                <a:lnTo>
                  <a:pt x="154495" y="353806"/>
                </a:lnTo>
                <a:lnTo>
                  <a:pt x="144780" y="343281"/>
                </a:lnTo>
                <a:lnTo>
                  <a:pt x="129349" y="334470"/>
                </a:lnTo>
                <a:lnTo>
                  <a:pt x="108204" y="327660"/>
                </a:lnTo>
                <a:lnTo>
                  <a:pt x="108204" y="320040"/>
                </a:lnTo>
                <a:lnTo>
                  <a:pt x="122753" y="322040"/>
                </a:lnTo>
                <a:lnTo>
                  <a:pt x="136588" y="323469"/>
                </a:lnTo>
                <a:lnTo>
                  <a:pt x="149566" y="324326"/>
                </a:lnTo>
                <a:lnTo>
                  <a:pt x="161544" y="324612"/>
                </a:lnTo>
                <a:lnTo>
                  <a:pt x="203491" y="324612"/>
                </a:lnTo>
                <a:lnTo>
                  <a:pt x="203287" y="325683"/>
                </a:lnTo>
                <a:lnTo>
                  <a:pt x="193738" y="342709"/>
                </a:lnTo>
                <a:lnTo>
                  <a:pt x="178760" y="356020"/>
                </a:lnTo>
                <a:lnTo>
                  <a:pt x="158496" y="365760"/>
                </a:lnTo>
                <a:close/>
              </a:path>
              <a:path w="396239" h="390525">
                <a:moveTo>
                  <a:pt x="243840" y="390144"/>
                </a:moveTo>
                <a:lnTo>
                  <a:pt x="244721" y="347900"/>
                </a:lnTo>
                <a:lnTo>
                  <a:pt x="245139" y="302752"/>
                </a:lnTo>
                <a:lnTo>
                  <a:pt x="245238" y="277558"/>
                </a:lnTo>
                <a:lnTo>
                  <a:pt x="245358" y="170021"/>
                </a:lnTo>
                <a:lnTo>
                  <a:pt x="245233" y="90154"/>
                </a:lnTo>
                <a:lnTo>
                  <a:pt x="245169" y="71628"/>
                </a:lnTo>
                <a:lnTo>
                  <a:pt x="244702" y="30480"/>
                </a:lnTo>
                <a:lnTo>
                  <a:pt x="243840" y="0"/>
                </a:lnTo>
                <a:lnTo>
                  <a:pt x="268224" y="19812"/>
                </a:lnTo>
                <a:lnTo>
                  <a:pt x="382524" y="19812"/>
                </a:lnTo>
                <a:lnTo>
                  <a:pt x="393192" y="30480"/>
                </a:lnTo>
                <a:lnTo>
                  <a:pt x="268224" y="30480"/>
                </a:lnTo>
                <a:lnTo>
                  <a:pt x="268328" y="302752"/>
                </a:lnTo>
                <a:lnTo>
                  <a:pt x="268414" y="313944"/>
                </a:lnTo>
                <a:lnTo>
                  <a:pt x="268866" y="342519"/>
                </a:lnTo>
                <a:lnTo>
                  <a:pt x="269748" y="377952"/>
                </a:lnTo>
                <a:lnTo>
                  <a:pt x="243840" y="390144"/>
                </a:lnTo>
                <a:close/>
              </a:path>
              <a:path w="396239" h="390525">
                <a:moveTo>
                  <a:pt x="382524" y="19812"/>
                </a:moveTo>
                <a:lnTo>
                  <a:pt x="352044" y="19812"/>
                </a:lnTo>
                <a:lnTo>
                  <a:pt x="367284" y="4572"/>
                </a:lnTo>
                <a:lnTo>
                  <a:pt x="382524" y="19812"/>
                </a:lnTo>
                <a:close/>
              </a:path>
              <a:path w="396239" h="390525">
                <a:moveTo>
                  <a:pt x="385932" y="281940"/>
                </a:moveTo>
                <a:lnTo>
                  <a:pt x="352044" y="281940"/>
                </a:lnTo>
                <a:lnTo>
                  <a:pt x="358140" y="277368"/>
                </a:lnTo>
                <a:lnTo>
                  <a:pt x="359664" y="269748"/>
                </a:lnTo>
                <a:lnTo>
                  <a:pt x="362712" y="260604"/>
                </a:lnTo>
                <a:lnTo>
                  <a:pt x="364236" y="254508"/>
                </a:lnTo>
                <a:lnTo>
                  <a:pt x="364236" y="249936"/>
                </a:lnTo>
                <a:lnTo>
                  <a:pt x="355092" y="210312"/>
                </a:lnTo>
                <a:lnTo>
                  <a:pt x="329160" y="165735"/>
                </a:lnTo>
                <a:lnTo>
                  <a:pt x="315468" y="146304"/>
                </a:lnTo>
                <a:lnTo>
                  <a:pt x="353568" y="30480"/>
                </a:lnTo>
                <a:lnTo>
                  <a:pt x="393192" y="30480"/>
                </a:lnTo>
                <a:lnTo>
                  <a:pt x="396240" y="33528"/>
                </a:lnTo>
                <a:lnTo>
                  <a:pt x="387096" y="36695"/>
                </a:lnTo>
                <a:lnTo>
                  <a:pt x="377952" y="44005"/>
                </a:lnTo>
                <a:lnTo>
                  <a:pt x="368808" y="55602"/>
                </a:lnTo>
                <a:lnTo>
                  <a:pt x="359664" y="71628"/>
                </a:lnTo>
                <a:lnTo>
                  <a:pt x="351424" y="90154"/>
                </a:lnTo>
                <a:lnTo>
                  <a:pt x="334375" y="127777"/>
                </a:lnTo>
                <a:lnTo>
                  <a:pt x="326136" y="146304"/>
                </a:lnTo>
                <a:lnTo>
                  <a:pt x="347591" y="170021"/>
                </a:lnTo>
                <a:lnTo>
                  <a:pt x="364045" y="190881"/>
                </a:lnTo>
                <a:lnTo>
                  <a:pt x="385643" y="236624"/>
                </a:lnTo>
                <a:lnTo>
                  <a:pt x="390144" y="262128"/>
                </a:lnTo>
                <a:lnTo>
                  <a:pt x="389548" y="269486"/>
                </a:lnTo>
                <a:lnTo>
                  <a:pt x="387667" y="277558"/>
                </a:lnTo>
                <a:lnTo>
                  <a:pt x="385932" y="281940"/>
                </a:lnTo>
                <a:close/>
              </a:path>
              <a:path w="396239" h="390525">
                <a:moveTo>
                  <a:pt x="338328" y="324612"/>
                </a:moveTo>
                <a:lnTo>
                  <a:pt x="333470" y="312277"/>
                </a:lnTo>
                <a:lnTo>
                  <a:pt x="323469" y="302514"/>
                </a:lnTo>
                <a:lnTo>
                  <a:pt x="308324" y="295036"/>
                </a:lnTo>
                <a:lnTo>
                  <a:pt x="288036" y="289559"/>
                </a:lnTo>
                <a:lnTo>
                  <a:pt x="288036" y="280416"/>
                </a:lnTo>
                <a:lnTo>
                  <a:pt x="304919" y="281297"/>
                </a:lnTo>
                <a:lnTo>
                  <a:pt x="319087" y="281749"/>
                </a:lnTo>
                <a:lnTo>
                  <a:pt x="330684" y="281916"/>
                </a:lnTo>
                <a:lnTo>
                  <a:pt x="385932" y="281940"/>
                </a:lnTo>
                <a:lnTo>
                  <a:pt x="384357" y="285916"/>
                </a:lnTo>
                <a:lnTo>
                  <a:pt x="379476" y="294132"/>
                </a:lnTo>
                <a:lnTo>
                  <a:pt x="372618" y="302752"/>
                </a:lnTo>
                <a:lnTo>
                  <a:pt x="363474" y="310515"/>
                </a:lnTo>
                <a:lnTo>
                  <a:pt x="352044" y="317706"/>
                </a:lnTo>
                <a:lnTo>
                  <a:pt x="338328" y="32461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" name="object 51"/>
          <p:cNvSpPr/>
          <p:nvPr/>
        </p:nvSpPr>
        <p:spPr>
          <a:xfrm>
            <a:off x="2574036" y="3433584"/>
            <a:ext cx="1731645" cy="408940"/>
          </a:xfrm>
          <a:custGeom>
            <a:avLst/>
            <a:gdLst/>
            <a:ahLst/>
            <a:cxnLst/>
            <a:rect l="l" t="t" r="r" b="b"/>
            <a:pathLst>
              <a:path w="1731645" h="408939">
                <a:moveTo>
                  <a:pt x="400812" y="390131"/>
                </a:moveTo>
                <a:lnTo>
                  <a:pt x="365760" y="350507"/>
                </a:lnTo>
                <a:lnTo>
                  <a:pt x="338328" y="379463"/>
                </a:lnTo>
                <a:lnTo>
                  <a:pt x="208788" y="379463"/>
                </a:lnTo>
                <a:lnTo>
                  <a:pt x="208788" y="298691"/>
                </a:lnTo>
                <a:lnTo>
                  <a:pt x="362712" y="298691"/>
                </a:lnTo>
                <a:lnTo>
                  <a:pt x="329184" y="262115"/>
                </a:lnTo>
                <a:lnTo>
                  <a:pt x="301752" y="288023"/>
                </a:lnTo>
                <a:lnTo>
                  <a:pt x="208788" y="288023"/>
                </a:lnTo>
                <a:lnTo>
                  <a:pt x="208788" y="214871"/>
                </a:lnTo>
                <a:lnTo>
                  <a:pt x="301752" y="214871"/>
                </a:lnTo>
                <a:lnTo>
                  <a:pt x="301752" y="237731"/>
                </a:lnTo>
                <a:lnTo>
                  <a:pt x="326136" y="227063"/>
                </a:lnTo>
                <a:lnTo>
                  <a:pt x="325742" y="214871"/>
                </a:lnTo>
                <a:lnTo>
                  <a:pt x="325462" y="205727"/>
                </a:lnTo>
                <a:lnTo>
                  <a:pt x="325247" y="199059"/>
                </a:lnTo>
                <a:lnTo>
                  <a:pt x="324802" y="160769"/>
                </a:lnTo>
                <a:lnTo>
                  <a:pt x="324688" y="131051"/>
                </a:lnTo>
                <a:lnTo>
                  <a:pt x="324662" y="120383"/>
                </a:lnTo>
                <a:lnTo>
                  <a:pt x="324612" y="53327"/>
                </a:lnTo>
                <a:lnTo>
                  <a:pt x="332232" y="47231"/>
                </a:lnTo>
                <a:lnTo>
                  <a:pt x="339852" y="41135"/>
                </a:lnTo>
                <a:lnTo>
                  <a:pt x="333641" y="36563"/>
                </a:lnTo>
                <a:lnTo>
                  <a:pt x="310896" y="19799"/>
                </a:lnTo>
                <a:lnTo>
                  <a:pt x="301752" y="32372"/>
                </a:lnTo>
                <a:lnTo>
                  <a:pt x="301752" y="47231"/>
                </a:lnTo>
                <a:lnTo>
                  <a:pt x="301752" y="120383"/>
                </a:lnTo>
                <a:lnTo>
                  <a:pt x="301752" y="131051"/>
                </a:lnTo>
                <a:lnTo>
                  <a:pt x="301752" y="205727"/>
                </a:lnTo>
                <a:lnTo>
                  <a:pt x="208788" y="205727"/>
                </a:lnTo>
                <a:lnTo>
                  <a:pt x="208788" y="131051"/>
                </a:lnTo>
                <a:lnTo>
                  <a:pt x="301752" y="131051"/>
                </a:lnTo>
                <a:lnTo>
                  <a:pt x="301752" y="120383"/>
                </a:lnTo>
                <a:lnTo>
                  <a:pt x="208788" y="120383"/>
                </a:lnTo>
                <a:lnTo>
                  <a:pt x="208788" y="47231"/>
                </a:lnTo>
                <a:lnTo>
                  <a:pt x="301752" y="47231"/>
                </a:lnTo>
                <a:lnTo>
                  <a:pt x="301752" y="32372"/>
                </a:lnTo>
                <a:lnTo>
                  <a:pt x="298704" y="36563"/>
                </a:lnTo>
                <a:lnTo>
                  <a:pt x="185928" y="36563"/>
                </a:lnTo>
                <a:lnTo>
                  <a:pt x="185928" y="47231"/>
                </a:lnTo>
                <a:lnTo>
                  <a:pt x="185928" y="120383"/>
                </a:lnTo>
                <a:lnTo>
                  <a:pt x="185928" y="131051"/>
                </a:lnTo>
                <a:lnTo>
                  <a:pt x="185928" y="205727"/>
                </a:lnTo>
                <a:lnTo>
                  <a:pt x="94488" y="205727"/>
                </a:lnTo>
                <a:lnTo>
                  <a:pt x="94488" y="131051"/>
                </a:lnTo>
                <a:lnTo>
                  <a:pt x="185928" y="131051"/>
                </a:lnTo>
                <a:lnTo>
                  <a:pt x="185928" y="120383"/>
                </a:lnTo>
                <a:lnTo>
                  <a:pt x="94488" y="120383"/>
                </a:lnTo>
                <a:lnTo>
                  <a:pt x="94488" y="47231"/>
                </a:lnTo>
                <a:lnTo>
                  <a:pt x="185928" y="47231"/>
                </a:lnTo>
                <a:lnTo>
                  <a:pt x="185928" y="36563"/>
                </a:lnTo>
                <a:lnTo>
                  <a:pt x="94488" y="36563"/>
                </a:lnTo>
                <a:lnTo>
                  <a:pt x="70104" y="21323"/>
                </a:lnTo>
                <a:lnTo>
                  <a:pt x="71183" y="47231"/>
                </a:lnTo>
                <a:lnTo>
                  <a:pt x="72199" y="75044"/>
                </a:lnTo>
                <a:lnTo>
                  <a:pt x="72885" y="102768"/>
                </a:lnTo>
                <a:lnTo>
                  <a:pt x="73152" y="131051"/>
                </a:lnTo>
                <a:lnTo>
                  <a:pt x="72885" y="160489"/>
                </a:lnTo>
                <a:lnTo>
                  <a:pt x="72199" y="189344"/>
                </a:lnTo>
                <a:lnTo>
                  <a:pt x="71221" y="217639"/>
                </a:lnTo>
                <a:lnTo>
                  <a:pt x="70104" y="245351"/>
                </a:lnTo>
                <a:lnTo>
                  <a:pt x="94488" y="234683"/>
                </a:lnTo>
                <a:lnTo>
                  <a:pt x="94488" y="214871"/>
                </a:lnTo>
                <a:lnTo>
                  <a:pt x="185928" y="214871"/>
                </a:lnTo>
                <a:lnTo>
                  <a:pt x="185928" y="288023"/>
                </a:lnTo>
                <a:lnTo>
                  <a:pt x="39624" y="288023"/>
                </a:lnTo>
                <a:lnTo>
                  <a:pt x="54864" y="304787"/>
                </a:lnTo>
                <a:lnTo>
                  <a:pt x="65163" y="301917"/>
                </a:lnTo>
                <a:lnTo>
                  <a:pt x="75628" y="300024"/>
                </a:lnTo>
                <a:lnTo>
                  <a:pt x="86360" y="299008"/>
                </a:lnTo>
                <a:lnTo>
                  <a:pt x="97536" y="298691"/>
                </a:lnTo>
                <a:lnTo>
                  <a:pt x="185928" y="298691"/>
                </a:lnTo>
                <a:lnTo>
                  <a:pt x="185928" y="379463"/>
                </a:lnTo>
                <a:lnTo>
                  <a:pt x="0" y="379463"/>
                </a:lnTo>
                <a:lnTo>
                  <a:pt x="15240" y="394703"/>
                </a:lnTo>
                <a:lnTo>
                  <a:pt x="24879" y="392709"/>
                </a:lnTo>
                <a:lnTo>
                  <a:pt x="35242" y="391274"/>
                </a:lnTo>
                <a:lnTo>
                  <a:pt x="45885" y="390423"/>
                </a:lnTo>
                <a:lnTo>
                  <a:pt x="56388" y="390131"/>
                </a:lnTo>
                <a:lnTo>
                  <a:pt x="400812" y="390131"/>
                </a:lnTo>
                <a:close/>
              </a:path>
              <a:path w="1731645" h="408939">
                <a:moveTo>
                  <a:pt x="847344" y="193548"/>
                </a:moveTo>
                <a:lnTo>
                  <a:pt x="809244" y="155448"/>
                </a:lnTo>
                <a:lnTo>
                  <a:pt x="781812" y="182880"/>
                </a:lnTo>
                <a:lnTo>
                  <a:pt x="725424" y="182880"/>
                </a:lnTo>
                <a:lnTo>
                  <a:pt x="725424" y="51816"/>
                </a:lnTo>
                <a:lnTo>
                  <a:pt x="824484" y="51816"/>
                </a:lnTo>
                <a:lnTo>
                  <a:pt x="787908" y="15240"/>
                </a:lnTo>
                <a:lnTo>
                  <a:pt x="762000" y="41148"/>
                </a:lnTo>
                <a:lnTo>
                  <a:pt x="699516" y="41148"/>
                </a:lnTo>
                <a:lnTo>
                  <a:pt x="699516" y="51816"/>
                </a:lnTo>
                <a:lnTo>
                  <a:pt x="699516" y="182880"/>
                </a:lnTo>
                <a:lnTo>
                  <a:pt x="592836" y="182880"/>
                </a:lnTo>
                <a:lnTo>
                  <a:pt x="592836" y="51816"/>
                </a:lnTo>
                <a:lnTo>
                  <a:pt x="699516" y="51816"/>
                </a:lnTo>
                <a:lnTo>
                  <a:pt x="699516" y="41148"/>
                </a:lnTo>
                <a:lnTo>
                  <a:pt x="464820" y="41148"/>
                </a:lnTo>
                <a:lnTo>
                  <a:pt x="481584" y="57912"/>
                </a:lnTo>
                <a:lnTo>
                  <a:pt x="491007" y="55029"/>
                </a:lnTo>
                <a:lnTo>
                  <a:pt x="501015" y="53149"/>
                </a:lnTo>
                <a:lnTo>
                  <a:pt x="511581" y="52120"/>
                </a:lnTo>
                <a:lnTo>
                  <a:pt x="522732" y="51816"/>
                </a:lnTo>
                <a:lnTo>
                  <a:pt x="565404" y="51816"/>
                </a:lnTo>
                <a:lnTo>
                  <a:pt x="565404" y="182880"/>
                </a:lnTo>
                <a:lnTo>
                  <a:pt x="440436" y="182880"/>
                </a:lnTo>
                <a:lnTo>
                  <a:pt x="457200" y="198120"/>
                </a:lnTo>
                <a:lnTo>
                  <a:pt x="466623" y="196113"/>
                </a:lnTo>
                <a:lnTo>
                  <a:pt x="476631" y="194691"/>
                </a:lnTo>
                <a:lnTo>
                  <a:pt x="487197" y="193827"/>
                </a:lnTo>
                <a:lnTo>
                  <a:pt x="498348" y="193548"/>
                </a:lnTo>
                <a:lnTo>
                  <a:pt x="565404" y="193548"/>
                </a:lnTo>
                <a:lnTo>
                  <a:pt x="557593" y="263461"/>
                </a:lnTo>
                <a:lnTo>
                  <a:pt x="534924" y="318516"/>
                </a:lnTo>
                <a:lnTo>
                  <a:pt x="498348" y="362521"/>
                </a:lnTo>
                <a:lnTo>
                  <a:pt x="448056" y="400812"/>
                </a:lnTo>
                <a:lnTo>
                  <a:pt x="452628" y="406908"/>
                </a:lnTo>
                <a:lnTo>
                  <a:pt x="487502" y="385991"/>
                </a:lnTo>
                <a:lnTo>
                  <a:pt x="540702" y="341325"/>
                </a:lnTo>
                <a:lnTo>
                  <a:pt x="573328" y="291058"/>
                </a:lnTo>
                <a:lnTo>
                  <a:pt x="589953" y="228904"/>
                </a:lnTo>
                <a:lnTo>
                  <a:pt x="592836" y="193548"/>
                </a:lnTo>
                <a:lnTo>
                  <a:pt x="699516" y="193548"/>
                </a:lnTo>
                <a:lnTo>
                  <a:pt x="699389" y="345186"/>
                </a:lnTo>
                <a:lnTo>
                  <a:pt x="699325" y="354901"/>
                </a:lnTo>
                <a:lnTo>
                  <a:pt x="698868" y="378447"/>
                </a:lnTo>
                <a:lnTo>
                  <a:pt x="697992" y="403860"/>
                </a:lnTo>
                <a:lnTo>
                  <a:pt x="728472" y="393192"/>
                </a:lnTo>
                <a:lnTo>
                  <a:pt x="725678" y="345186"/>
                </a:lnTo>
                <a:lnTo>
                  <a:pt x="725424" y="193548"/>
                </a:lnTo>
                <a:lnTo>
                  <a:pt x="847344" y="193548"/>
                </a:lnTo>
                <a:close/>
              </a:path>
              <a:path w="1731645" h="408939">
                <a:moveTo>
                  <a:pt x="1287767" y="190487"/>
                </a:moveTo>
                <a:lnTo>
                  <a:pt x="1249667" y="152387"/>
                </a:lnTo>
                <a:lnTo>
                  <a:pt x="1214615" y="181343"/>
                </a:lnTo>
                <a:lnTo>
                  <a:pt x="891527" y="181343"/>
                </a:lnTo>
                <a:lnTo>
                  <a:pt x="906767" y="196583"/>
                </a:lnTo>
                <a:lnTo>
                  <a:pt x="916724" y="194348"/>
                </a:lnTo>
                <a:lnTo>
                  <a:pt x="928103" y="192392"/>
                </a:lnTo>
                <a:lnTo>
                  <a:pt x="940638" y="191020"/>
                </a:lnTo>
                <a:lnTo>
                  <a:pt x="954011" y="190487"/>
                </a:lnTo>
                <a:lnTo>
                  <a:pt x="1287767" y="190487"/>
                </a:lnTo>
                <a:close/>
              </a:path>
              <a:path w="1731645" h="408939">
                <a:moveTo>
                  <a:pt x="1554480" y="32004"/>
                </a:moveTo>
                <a:lnTo>
                  <a:pt x="1515783" y="5448"/>
                </a:lnTo>
                <a:lnTo>
                  <a:pt x="1498092" y="0"/>
                </a:lnTo>
                <a:lnTo>
                  <a:pt x="1493520" y="3048"/>
                </a:lnTo>
                <a:lnTo>
                  <a:pt x="1506943" y="15328"/>
                </a:lnTo>
                <a:lnTo>
                  <a:pt x="1517523" y="27051"/>
                </a:lnTo>
                <a:lnTo>
                  <a:pt x="1525231" y="38188"/>
                </a:lnTo>
                <a:lnTo>
                  <a:pt x="1530096" y="48768"/>
                </a:lnTo>
                <a:lnTo>
                  <a:pt x="1533144" y="57912"/>
                </a:lnTo>
                <a:lnTo>
                  <a:pt x="1536192" y="62484"/>
                </a:lnTo>
                <a:lnTo>
                  <a:pt x="1542288" y="62484"/>
                </a:lnTo>
                <a:lnTo>
                  <a:pt x="1545336" y="59436"/>
                </a:lnTo>
                <a:lnTo>
                  <a:pt x="1548384" y="53340"/>
                </a:lnTo>
                <a:lnTo>
                  <a:pt x="1552956" y="47244"/>
                </a:lnTo>
                <a:lnTo>
                  <a:pt x="1554480" y="41148"/>
                </a:lnTo>
                <a:lnTo>
                  <a:pt x="1554480" y="32004"/>
                </a:lnTo>
                <a:close/>
              </a:path>
              <a:path w="1731645" h="408939">
                <a:moveTo>
                  <a:pt x="1728216" y="76200"/>
                </a:moveTo>
                <a:lnTo>
                  <a:pt x="1726692" y="74676"/>
                </a:lnTo>
                <a:lnTo>
                  <a:pt x="1716024" y="64008"/>
                </a:lnTo>
                <a:lnTo>
                  <a:pt x="1697736" y="45720"/>
                </a:lnTo>
                <a:lnTo>
                  <a:pt x="1679448" y="64008"/>
                </a:lnTo>
                <a:lnTo>
                  <a:pt x="1394460" y="64008"/>
                </a:lnTo>
                <a:lnTo>
                  <a:pt x="1394460" y="44196"/>
                </a:lnTo>
                <a:lnTo>
                  <a:pt x="1386840" y="44196"/>
                </a:lnTo>
                <a:lnTo>
                  <a:pt x="1371409" y="86194"/>
                </a:lnTo>
                <a:lnTo>
                  <a:pt x="1356360" y="100584"/>
                </a:lnTo>
                <a:lnTo>
                  <a:pt x="1351788" y="106680"/>
                </a:lnTo>
                <a:lnTo>
                  <a:pt x="1351788" y="111252"/>
                </a:lnTo>
                <a:lnTo>
                  <a:pt x="1353312" y="112776"/>
                </a:lnTo>
                <a:lnTo>
                  <a:pt x="1356360" y="114300"/>
                </a:lnTo>
                <a:lnTo>
                  <a:pt x="1360932" y="117348"/>
                </a:lnTo>
                <a:lnTo>
                  <a:pt x="1363980" y="118872"/>
                </a:lnTo>
                <a:lnTo>
                  <a:pt x="1373124" y="118872"/>
                </a:lnTo>
                <a:lnTo>
                  <a:pt x="1394764" y="87223"/>
                </a:lnTo>
                <a:lnTo>
                  <a:pt x="1394460" y="74676"/>
                </a:lnTo>
                <a:lnTo>
                  <a:pt x="1684020" y="74676"/>
                </a:lnTo>
                <a:lnTo>
                  <a:pt x="1664208" y="112776"/>
                </a:lnTo>
                <a:lnTo>
                  <a:pt x="1670304" y="115824"/>
                </a:lnTo>
                <a:lnTo>
                  <a:pt x="1686852" y="98691"/>
                </a:lnTo>
                <a:lnTo>
                  <a:pt x="1702117" y="86296"/>
                </a:lnTo>
                <a:lnTo>
                  <a:pt x="1715947" y="78740"/>
                </a:lnTo>
                <a:lnTo>
                  <a:pt x="1728216" y="76200"/>
                </a:lnTo>
                <a:close/>
              </a:path>
              <a:path w="1731645" h="408939">
                <a:moveTo>
                  <a:pt x="1731264" y="335280"/>
                </a:moveTo>
                <a:lnTo>
                  <a:pt x="1685163" y="321183"/>
                </a:lnTo>
                <a:lnTo>
                  <a:pt x="1650492" y="295656"/>
                </a:lnTo>
                <a:lnTo>
                  <a:pt x="1622679" y="259080"/>
                </a:lnTo>
                <a:lnTo>
                  <a:pt x="1603375" y="213360"/>
                </a:lnTo>
                <a:lnTo>
                  <a:pt x="1601724" y="208788"/>
                </a:lnTo>
                <a:lnTo>
                  <a:pt x="1628775" y="197358"/>
                </a:lnTo>
                <a:lnTo>
                  <a:pt x="1641576" y="191643"/>
                </a:lnTo>
                <a:lnTo>
                  <a:pt x="1653540" y="185928"/>
                </a:lnTo>
                <a:lnTo>
                  <a:pt x="1673352" y="184404"/>
                </a:lnTo>
                <a:lnTo>
                  <a:pt x="1645920" y="155448"/>
                </a:lnTo>
                <a:lnTo>
                  <a:pt x="1616964" y="182880"/>
                </a:lnTo>
                <a:lnTo>
                  <a:pt x="1580311" y="208381"/>
                </a:lnTo>
                <a:lnTo>
                  <a:pt x="1562100" y="220980"/>
                </a:lnTo>
                <a:lnTo>
                  <a:pt x="1556092" y="212064"/>
                </a:lnTo>
                <a:lnTo>
                  <a:pt x="1553591" y="208788"/>
                </a:lnTo>
                <a:lnTo>
                  <a:pt x="1549527" y="203454"/>
                </a:lnTo>
                <a:lnTo>
                  <a:pt x="1518475" y="170688"/>
                </a:lnTo>
                <a:lnTo>
                  <a:pt x="1514906" y="167640"/>
                </a:lnTo>
                <a:lnTo>
                  <a:pt x="1511731" y="164922"/>
                </a:lnTo>
                <a:lnTo>
                  <a:pt x="1534668" y="134112"/>
                </a:lnTo>
                <a:lnTo>
                  <a:pt x="1661160" y="134112"/>
                </a:lnTo>
                <a:lnTo>
                  <a:pt x="1632204" y="102108"/>
                </a:lnTo>
                <a:lnTo>
                  <a:pt x="1610868" y="123444"/>
                </a:lnTo>
                <a:lnTo>
                  <a:pt x="1400556" y="123444"/>
                </a:lnTo>
                <a:lnTo>
                  <a:pt x="1414272" y="137160"/>
                </a:lnTo>
                <a:lnTo>
                  <a:pt x="1427988" y="134112"/>
                </a:lnTo>
                <a:lnTo>
                  <a:pt x="1501140" y="134112"/>
                </a:lnTo>
                <a:lnTo>
                  <a:pt x="1460627" y="173113"/>
                </a:lnTo>
                <a:lnTo>
                  <a:pt x="1423504" y="198234"/>
                </a:lnTo>
                <a:lnTo>
                  <a:pt x="1375498" y="221716"/>
                </a:lnTo>
                <a:lnTo>
                  <a:pt x="1347216" y="233172"/>
                </a:lnTo>
                <a:lnTo>
                  <a:pt x="1348740" y="239268"/>
                </a:lnTo>
                <a:lnTo>
                  <a:pt x="1396555" y="223647"/>
                </a:lnTo>
                <a:lnTo>
                  <a:pt x="1438656" y="205740"/>
                </a:lnTo>
                <a:lnTo>
                  <a:pt x="1473136" y="186118"/>
                </a:lnTo>
                <a:lnTo>
                  <a:pt x="1499616" y="167640"/>
                </a:lnTo>
                <a:lnTo>
                  <a:pt x="1504442" y="172491"/>
                </a:lnTo>
                <a:lnTo>
                  <a:pt x="1509712" y="177927"/>
                </a:lnTo>
                <a:lnTo>
                  <a:pt x="1515249" y="183921"/>
                </a:lnTo>
                <a:lnTo>
                  <a:pt x="1520952" y="190500"/>
                </a:lnTo>
                <a:lnTo>
                  <a:pt x="1507820" y="205613"/>
                </a:lnTo>
                <a:lnTo>
                  <a:pt x="1471866" y="236994"/>
                </a:lnTo>
                <a:lnTo>
                  <a:pt x="1425028" y="268389"/>
                </a:lnTo>
                <a:lnTo>
                  <a:pt x="1374736" y="295198"/>
                </a:lnTo>
                <a:lnTo>
                  <a:pt x="1348740" y="306324"/>
                </a:lnTo>
                <a:lnTo>
                  <a:pt x="1350264" y="312420"/>
                </a:lnTo>
                <a:lnTo>
                  <a:pt x="1387983" y="299554"/>
                </a:lnTo>
                <a:lnTo>
                  <a:pt x="1449705" y="272122"/>
                </a:lnTo>
                <a:lnTo>
                  <a:pt x="1493710" y="243281"/>
                </a:lnTo>
                <a:lnTo>
                  <a:pt x="1523428" y="218757"/>
                </a:lnTo>
                <a:lnTo>
                  <a:pt x="1533144" y="208788"/>
                </a:lnTo>
                <a:lnTo>
                  <a:pt x="1537423" y="215950"/>
                </a:lnTo>
                <a:lnTo>
                  <a:pt x="1541145" y="223837"/>
                </a:lnTo>
                <a:lnTo>
                  <a:pt x="1544281" y="232575"/>
                </a:lnTo>
                <a:lnTo>
                  <a:pt x="1546860" y="242316"/>
                </a:lnTo>
                <a:lnTo>
                  <a:pt x="1525714" y="265455"/>
                </a:lnTo>
                <a:lnTo>
                  <a:pt x="1479994" y="306603"/>
                </a:lnTo>
                <a:lnTo>
                  <a:pt x="1428191" y="340944"/>
                </a:lnTo>
                <a:lnTo>
                  <a:pt x="1367015" y="369570"/>
                </a:lnTo>
                <a:lnTo>
                  <a:pt x="1331976" y="382524"/>
                </a:lnTo>
                <a:lnTo>
                  <a:pt x="1335024" y="390144"/>
                </a:lnTo>
                <a:lnTo>
                  <a:pt x="1374711" y="377850"/>
                </a:lnTo>
                <a:lnTo>
                  <a:pt x="1411414" y="363855"/>
                </a:lnTo>
                <a:lnTo>
                  <a:pt x="1475232" y="330708"/>
                </a:lnTo>
                <a:lnTo>
                  <a:pt x="1524381" y="296608"/>
                </a:lnTo>
                <a:lnTo>
                  <a:pt x="1552956" y="268224"/>
                </a:lnTo>
                <a:lnTo>
                  <a:pt x="1555534" y="286131"/>
                </a:lnTo>
                <a:lnTo>
                  <a:pt x="1555623" y="286893"/>
                </a:lnTo>
                <a:lnTo>
                  <a:pt x="1556956" y="302704"/>
                </a:lnTo>
                <a:lnTo>
                  <a:pt x="1557451" y="316865"/>
                </a:lnTo>
                <a:lnTo>
                  <a:pt x="1557477" y="329514"/>
                </a:lnTo>
                <a:lnTo>
                  <a:pt x="1556092" y="338874"/>
                </a:lnTo>
                <a:lnTo>
                  <a:pt x="1554099" y="347281"/>
                </a:lnTo>
                <a:lnTo>
                  <a:pt x="1551520" y="354253"/>
                </a:lnTo>
                <a:lnTo>
                  <a:pt x="1548384" y="359664"/>
                </a:lnTo>
                <a:lnTo>
                  <a:pt x="1545336" y="367284"/>
                </a:lnTo>
                <a:lnTo>
                  <a:pt x="1537716" y="370332"/>
                </a:lnTo>
                <a:lnTo>
                  <a:pt x="1528572" y="371856"/>
                </a:lnTo>
                <a:lnTo>
                  <a:pt x="1519974" y="371284"/>
                </a:lnTo>
                <a:lnTo>
                  <a:pt x="1507807" y="369570"/>
                </a:lnTo>
                <a:lnTo>
                  <a:pt x="1491919" y="366712"/>
                </a:lnTo>
                <a:lnTo>
                  <a:pt x="1472184" y="362712"/>
                </a:lnTo>
                <a:lnTo>
                  <a:pt x="1472184" y="370332"/>
                </a:lnTo>
                <a:lnTo>
                  <a:pt x="1493583" y="378637"/>
                </a:lnTo>
                <a:lnTo>
                  <a:pt x="1509712" y="387667"/>
                </a:lnTo>
                <a:lnTo>
                  <a:pt x="1520393" y="397548"/>
                </a:lnTo>
                <a:lnTo>
                  <a:pt x="1525524" y="408432"/>
                </a:lnTo>
                <a:lnTo>
                  <a:pt x="1541233" y="402120"/>
                </a:lnTo>
                <a:lnTo>
                  <a:pt x="1554099" y="394525"/>
                </a:lnTo>
                <a:lnTo>
                  <a:pt x="1564093" y="385495"/>
                </a:lnTo>
                <a:lnTo>
                  <a:pt x="1571244" y="374904"/>
                </a:lnTo>
                <a:lnTo>
                  <a:pt x="1572666" y="371856"/>
                </a:lnTo>
                <a:lnTo>
                  <a:pt x="1576362" y="364020"/>
                </a:lnTo>
                <a:lnTo>
                  <a:pt x="1580197" y="351853"/>
                </a:lnTo>
                <a:lnTo>
                  <a:pt x="1582597" y="338251"/>
                </a:lnTo>
                <a:lnTo>
                  <a:pt x="1583347" y="324612"/>
                </a:lnTo>
                <a:lnTo>
                  <a:pt x="1583359" y="321183"/>
                </a:lnTo>
                <a:lnTo>
                  <a:pt x="1582902" y="307886"/>
                </a:lnTo>
                <a:lnTo>
                  <a:pt x="1581531" y="294132"/>
                </a:lnTo>
                <a:lnTo>
                  <a:pt x="1579587" y="281622"/>
                </a:lnTo>
                <a:lnTo>
                  <a:pt x="1577340" y="269748"/>
                </a:lnTo>
                <a:lnTo>
                  <a:pt x="1576984" y="268224"/>
                </a:lnTo>
                <a:lnTo>
                  <a:pt x="1574787" y="258572"/>
                </a:lnTo>
                <a:lnTo>
                  <a:pt x="1571815" y="247840"/>
                </a:lnTo>
                <a:lnTo>
                  <a:pt x="1568551" y="237375"/>
                </a:lnTo>
                <a:lnTo>
                  <a:pt x="1565148" y="227076"/>
                </a:lnTo>
                <a:lnTo>
                  <a:pt x="1572856" y="223647"/>
                </a:lnTo>
                <a:lnTo>
                  <a:pt x="1578419" y="220980"/>
                </a:lnTo>
                <a:lnTo>
                  <a:pt x="1580007" y="220218"/>
                </a:lnTo>
                <a:lnTo>
                  <a:pt x="1586572" y="216789"/>
                </a:lnTo>
                <a:lnTo>
                  <a:pt x="1592580" y="213360"/>
                </a:lnTo>
                <a:lnTo>
                  <a:pt x="1599730" y="239268"/>
                </a:lnTo>
                <a:lnTo>
                  <a:pt x="1617002" y="283438"/>
                </a:lnTo>
                <a:lnTo>
                  <a:pt x="1640484" y="319176"/>
                </a:lnTo>
                <a:lnTo>
                  <a:pt x="1674774" y="348894"/>
                </a:lnTo>
                <a:lnTo>
                  <a:pt x="1696212" y="361188"/>
                </a:lnTo>
                <a:lnTo>
                  <a:pt x="1701901" y="352945"/>
                </a:lnTo>
                <a:lnTo>
                  <a:pt x="1709737" y="346710"/>
                </a:lnTo>
                <a:lnTo>
                  <a:pt x="1719567" y="342747"/>
                </a:lnTo>
                <a:lnTo>
                  <a:pt x="1731264" y="341376"/>
                </a:lnTo>
                <a:lnTo>
                  <a:pt x="1731264" y="33528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" name="object 52"/>
          <p:cNvSpPr/>
          <p:nvPr/>
        </p:nvSpPr>
        <p:spPr>
          <a:xfrm>
            <a:off x="4367784" y="3435095"/>
            <a:ext cx="378460" cy="403860"/>
          </a:xfrm>
          <a:custGeom>
            <a:avLst/>
            <a:gdLst/>
            <a:ahLst/>
            <a:cxnLst/>
            <a:rect l="l" t="t" r="r" b="b"/>
            <a:pathLst>
              <a:path w="378460" h="403860">
                <a:moveTo>
                  <a:pt x="372726" y="80772"/>
                </a:moveTo>
                <a:lnTo>
                  <a:pt x="341376" y="80772"/>
                </a:lnTo>
                <a:lnTo>
                  <a:pt x="353568" y="64008"/>
                </a:lnTo>
                <a:lnTo>
                  <a:pt x="372726" y="80772"/>
                </a:lnTo>
                <a:close/>
              </a:path>
              <a:path w="378460" h="403860">
                <a:moveTo>
                  <a:pt x="262128" y="388620"/>
                </a:moveTo>
                <a:lnTo>
                  <a:pt x="263009" y="356068"/>
                </a:lnTo>
                <a:lnTo>
                  <a:pt x="263461" y="317944"/>
                </a:lnTo>
                <a:lnTo>
                  <a:pt x="263564" y="291108"/>
                </a:lnTo>
                <a:lnTo>
                  <a:pt x="263615" y="173748"/>
                </a:lnTo>
                <a:lnTo>
                  <a:pt x="263461" y="134302"/>
                </a:lnTo>
                <a:lnTo>
                  <a:pt x="263009" y="97607"/>
                </a:lnTo>
                <a:lnTo>
                  <a:pt x="262128" y="67056"/>
                </a:lnTo>
                <a:lnTo>
                  <a:pt x="286512" y="80772"/>
                </a:lnTo>
                <a:lnTo>
                  <a:pt x="372726" y="80772"/>
                </a:lnTo>
                <a:lnTo>
                  <a:pt x="377952" y="85344"/>
                </a:lnTo>
                <a:lnTo>
                  <a:pt x="372726" y="89916"/>
                </a:lnTo>
                <a:lnTo>
                  <a:pt x="286512" y="89916"/>
                </a:lnTo>
                <a:lnTo>
                  <a:pt x="286512" y="320040"/>
                </a:lnTo>
                <a:lnTo>
                  <a:pt x="367022" y="320040"/>
                </a:lnTo>
                <a:lnTo>
                  <a:pt x="367123" y="330708"/>
                </a:lnTo>
                <a:lnTo>
                  <a:pt x="286512" y="330708"/>
                </a:lnTo>
                <a:lnTo>
                  <a:pt x="286512" y="377952"/>
                </a:lnTo>
                <a:lnTo>
                  <a:pt x="262128" y="388620"/>
                </a:lnTo>
                <a:close/>
              </a:path>
              <a:path w="378460" h="403860">
                <a:moveTo>
                  <a:pt x="367022" y="320040"/>
                </a:moveTo>
                <a:lnTo>
                  <a:pt x="342900" y="320040"/>
                </a:lnTo>
                <a:lnTo>
                  <a:pt x="342900" y="89916"/>
                </a:lnTo>
                <a:lnTo>
                  <a:pt x="372726" y="89916"/>
                </a:lnTo>
                <a:lnTo>
                  <a:pt x="365760" y="96012"/>
                </a:lnTo>
                <a:lnTo>
                  <a:pt x="365937" y="176998"/>
                </a:lnTo>
                <a:lnTo>
                  <a:pt x="366296" y="238755"/>
                </a:lnTo>
                <a:lnTo>
                  <a:pt x="366747" y="291108"/>
                </a:lnTo>
                <a:lnTo>
                  <a:pt x="367022" y="320040"/>
                </a:lnTo>
                <a:close/>
              </a:path>
              <a:path w="378460" h="403860">
                <a:moveTo>
                  <a:pt x="342900" y="371856"/>
                </a:moveTo>
                <a:lnTo>
                  <a:pt x="342900" y="330708"/>
                </a:lnTo>
                <a:lnTo>
                  <a:pt x="367123" y="330708"/>
                </a:lnTo>
                <a:lnTo>
                  <a:pt x="367284" y="358140"/>
                </a:lnTo>
                <a:lnTo>
                  <a:pt x="342900" y="371856"/>
                </a:lnTo>
                <a:close/>
              </a:path>
              <a:path w="378460" h="403860">
                <a:moveTo>
                  <a:pt x="169164" y="102108"/>
                </a:moveTo>
                <a:lnTo>
                  <a:pt x="147828" y="102108"/>
                </a:lnTo>
                <a:lnTo>
                  <a:pt x="147598" y="80772"/>
                </a:lnTo>
                <a:lnTo>
                  <a:pt x="147479" y="74676"/>
                </a:lnTo>
                <a:lnTo>
                  <a:pt x="146875" y="52768"/>
                </a:lnTo>
                <a:lnTo>
                  <a:pt x="145899" y="26884"/>
                </a:lnTo>
                <a:lnTo>
                  <a:pt x="144780" y="0"/>
                </a:lnTo>
                <a:lnTo>
                  <a:pt x="185928" y="18288"/>
                </a:lnTo>
                <a:lnTo>
                  <a:pt x="169164" y="32004"/>
                </a:lnTo>
                <a:lnTo>
                  <a:pt x="169164" y="102108"/>
                </a:lnTo>
                <a:close/>
              </a:path>
              <a:path w="378460" h="403860">
                <a:moveTo>
                  <a:pt x="0" y="330708"/>
                </a:moveTo>
                <a:lnTo>
                  <a:pt x="203" y="306323"/>
                </a:lnTo>
                <a:lnTo>
                  <a:pt x="275" y="299751"/>
                </a:lnTo>
                <a:lnTo>
                  <a:pt x="1017" y="250578"/>
                </a:lnTo>
                <a:lnTo>
                  <a:pt x="1285" y="231267"/>
                </a:lnTo>
                <a:lnTo>
                  <a:pt x="1398" y="211264"/>
                </a:lnTo>
                <a:lnTo>
                  <a:pt x="1500" y="184808"/>
                </a:lnTo>
                <a:lnTo>
                  <a:pt x="1285" y="147542"/>
                </a:lnTo>
                <a:lnTo>
                  <a:pt x="685" y="108204"/>
                </a:lnTo>
                <a:lnTo>
                  <a:pt x="270" y="85344"/>
                </a:lnTo>
                <a:lnTo>
                  <a:pt x="0" y="60960"/>
                </a:lnTo>
                <a:lnTo>
                  <a:pt x="25907" y="74676"/>
                </a:lnTo>
                <a:lnTo>
                  <a:pt x="97653" y="74676"/>
                </a:lnTo>
                <a:lnTo>
                  <a:pt x="105155" y="80772"/>
                </a:lnTo>
                <a:lnTo>
                  <a:pt x="99059" y="85344"/>
                </a:lnTo>
                <a:lnTo>
                  <a:pt x="24384" y="85344"/>
                </a:lnTo>
                <a:lnTo>
                  <a:pt x="24384" y="257556"/>
                </a:lnTo>
                <a:lnTo>
                  <a:pt x="94197" y="257556"/>
                </a:lnTo>
                <a:lnTo>
                  <a:pt x="94305" y="268223"/>
                </a:lnTo>
                <a:lnTo>
                  <a:pt x="24384" y="268223"/>
                </a:lnTo>
                <a:lnTo>
                  <a:pt x="24384" y="318516"/>
                </a:lnTo>
                <a:lnTo>
                  <a:pt x="0" y="330708"/>
                </a:lnTo>
                <a:close/>
              </a:path>
              <a:path w="378460" h="403860">
                <a:moveTo>
                  <a:pt x="97653" y="74676"/>
                </a:moveTo>
                <a:lnTo>
                  <a:pt x="68580" y="74676"/>
                </a:lnTo>
                <a:lnTo>
                  <a:pt x="80772" y="60960"/>
                </a:lnTo>
                <a:lnTo>
                  <a:pt x="97653" y="74676"/>
                </a:lnTo>
                <a:close/>
              </a:path>
              <a:path w="378460" h="403860">
                <a:moveTo>
                  <a:pt x="94197" y="257556"/>
                </a:moveTo>
                <a:lnTo>
                  <a:pt x="70104" y="257556"/>
                </a:lnTo>
                <a:lnTo>
                  <a:pt x="70104" y="85344"/>
                </a:lnTo>
                <a:lnTo>
                  <a:pt x="99059" y="85344"/>
                </a:lnTo>
                <a:lnTo>
                  <a:pt x="92964" y="89916"/>
                </a:lnTo>
                <a:lnTo>
                  <a:pt x="93153" y="147542"/>
                </a:lnTo>
                <a:lnTo>
                  <a:pt x="93230" y="165377"/>
                </a:lnTo>
                <a:lnTo>
                  <a:pt x="93726" y="219456"/>
                </a:lnTo>
                <a:lnTo>
                  <a:pt x="94197" y="257556"/>
                </a:lnTo>
                <a:close/>
              </a:path>
              <a:path w="378460" h="403860">
                <a:moveTo>
                  <a:pt x="117348" y="118872"/>
                </a:moveTo>
                <a:lnTo>
                  <a:pt x="102107" y="102108"/>
                </a:lnTo>
                <a:lnTo>
                  <a:pt x="214884" y="102108"/>
                </a:lnTo>
                <a:lnTo>
                  <a:pt x="225552" y="86868"/>
                </a:lnTo>
                <a:lnTo>
                  <a:pt x="251460" y="108204"/>
                </a:lnTo>
                <a:lnTo>
                  <a:pt x="246234" y="112776"/>
                </a:lnTo>
                <a:lnTo>
                  <a:pt x="147828" y="112776"/>
                </a:lnTo>
                <a:lnTo>
                  <a:pt x="139850" y="113085"/>
                </a:lnTo>
                <a:lnTo>
                  <a:pt x="132016" y="114109"/>
                </a:lnTo>
                <a:lnTo>
                  <a:pt x="124467" y="115990"/>
                </a:lnTo>
                <a:lnTo>
                  <a:pt x="117348" y="118872"/>
                </a:lnTo>
                <a:close/>
              </a:path>
              <a:path w="378460" h="403860">
                <a:moveTo>
                  <a:pt x="51816" y="403860"/>
                </a:moveTo>
                <a:lnTo>
                  <a:pt x="45719" y="397764"/>
                </a:lnTo>
                <a:lnTo>
                  <a:pt x="70913" y="370046"/>
                </a:lnTo>
                <a:lnTo>
                  <a:pt x="91821" y="341757"/>
                </a:lnTo>
                <a:lnTo>
                  <a:pt x="121919" y="283464"/>
                </a:lnTo>
                <a:lnTo>
                  <a:pt x="138874" y="211264"/>
                </a:lnTo>
                <a:lnTo>
                  <a:pt x="144422" y="165377"/>
                </a:lnTo>
                <a:lnTo>
                  <a:pt x="147828" y="112776"/>
                </a:lnTo>
                <a:lnTo>
                  <a:pt x="169164" y="112776"/>
                </a:lnTo>
                <a:lnTo>
                  <a:pt x="166592" y="164782"/>
                </a:lnTo>
                <a:lnTo>
                  <a:pt x="161163" y="211074"/>
                </a:lnTo>
                <a:lnTo>
                  <a:pt x="152876" y="251650"/>
                </a:lnTo>
                <a:lnTo>
                  <a:pt x="126825" y="317706"/>
                </a:lnTo>
                <a:lnTo>
                  <a:pt x="82153" y="376094"/>
                </a:lnTo>
                <a:lnTo>
                  <a:pt x="51816" y="403860"/>
                </a:lnTo>
                <a:close/>
              </a:path>
              <a:path w="378460" h="403860">
                <a:moveTo>
                  <a:pt x="217882" y="345948"/>
                </a:moveTo>
                <a:lnTo>
                  <a:pt x="185928" y="345948"/>
                </a:lnTo>
                <a:lnTo>
                  <a:pt x="190500" y="342900"/>
                </a:lnTo>
                <a:lnTo>
                  <a:pt x="193929" y="339756"/>
                </a:lnTo>
                <a:lnTo>
                  <a:pt x="207621" y="281439"/>
                </a:lnTo>
                <a:lnTo>
                  <a:pt x="210883" y="240982"/>
                </a:lnTo>
                <a:lnTo>
                  <a:pt x="213860" y="184808"/>
                </a:lnTo>
                <a:lnTo>
                  <a:pt x="216408" y="112776"/>
                </a:lnTo>
                <a:lnTo>
                  <a:pt x="246234" y="112776"/>
                </a:lnTo>
                <a:lnTo>
                  <a:pt x="239268" y="118872"/>
                </a:lnTo>
                <a:lnTo>
                  <a:pt x="235815" y="196881"/>
                </a:lnTo>
                <a:lnTo>
                  <a:pt x="232184" y="257556"/>
                </a:lnTo>
                <a:lnTo>
                  <a:pt x="228338" y="299751"/>
                </a:lnTo>
                <a:lnTo>
                  <a:pt x="224028" y="324612"/>
                </a:lnTo>
                <a:lnTo>
                  <a:pt x="220313" y="339209"/>
                </a:lnTo>
                <a:lnTo>
                  <a:pt x="217882" y="345948"/>
                </a:lnTo>
                <a:close/>
              </a:path>
              <a:path w="378460" h="403860">
                <a:moveTo>
                  <a:pt x="70104" y="300228"/>
                </a:moveTo>
                <a:lnTo>
                  <a:pt x="70104" y="268223"/>
                </a:lnTo>
                <a:lnTo>
                  <a:pt x="94305" y="268223"/>
                </a:lnTo>
                <a:lnTo>
                  <a:pt x="94488" y="289559"/>
                </a:lnTo>
                <a:lnTo>
                  <a:pt x="70104" y="300228"/>
                </a:lnTo>
                <a:close/>
              </a:path>
              <a:path w="378460" h="403860">
                <a:moveTo>
                  <a:pt x="175260" y="385572"/>
                </a:moveTo>
                <a:lnTo>
                  <a:pt x="172664" y="374475"/>
                </a:lnTo>
                <a:lnTo>
                  <a:pt x="164782" y="364236"/>
                </a:lnTo>
                <a:lnTo>
                  <a:pt x="151471" y="355139"/>
                </a:lnTo>
                <a:lnTo>
                  <a:pt x="132588" y="347472"/>
                </a:lnTo>
                <a:lnTo>
                  <a:pt x="135636" y="341376"/>
                </a:lnTo>
                <a:lnTo>
                  <a:pt x="146756" y="343376"/>
                </a:lnTo>
                <a:lnTo>
                  <a:pt x="157162" y="344805"/>
                </a:lnTo>
                <a:lnTo>
                  <a:pt x="166711" y="345662"/>
                </a:lnTo>
                <a:lnTo>
                  <a:pt x="175260" y="345948"/>
                </a:lnTo>
                <a:lnTo>
                  <a:pt x="217882" y="345948"/>
                </a:lnTo>
                <a:lnTo>
                  <a:pt x="216027" y="351091"/>
                </a:lnTo>
                <a:lnTo>
                  <a:pt x="184951" y="381642"/>
                </a:lnTo>
                <a:lnTo>
                  <a:pt x="175260" y="38557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" name="object 53"/>
          <p:cNvSpPr/>
          <p:nvPr/>
        </p:nvSpPr>
        <p:spPr>
          <a:xfrm>
            <a:off x="4814316" y="3436620"/>
            <a:ext cx="832485" cy="403860"/>
          </a:xfrm>
          <a:custGeom>
            <a:avLst/>
            <a:gdLst/>
            <a:ahLst/>
            <a:cxnLst/>
            <a:rect l="l" t="t" r="r" b="b"/>
            <a:pathLst>
              <a:path w="832485" h="403860">
                <a:moveTo>
                  <a:pt x="117348" y="79248"/>
                </a:moveTo>
                <a:lnTo>
                  <a:pt x="109715" y="71628"/>
                </a:lnTo>
                <a:lnTo>
                  <a:pt x="94488" y="56388"/>
                </a:lnTo>
                <a:lnTo>
                  <a:pt x="80772" y="70104"/>
                </a:lnTo>
                <a:lnTo>
                  <a:pt x="80772" y="82296"/>
                </a:lnTo>
                <a:lnTo>
                  <a:pt x="80772" y="242316"/>
                </a:lnTo>
                <a:lnTo>
                  <a:pt x="24384" y="242316"/>
                </a:lnTo>
                <a:lnTo>
                  <a:pt x="24384" y="82296"/>
                </a:lnTo>
                <a:lnTo>
                  <a:pt x="80772" y="82296"/>
                </a:lnTo>
                <a:lnTo>
                  <a:pt x="80772" y="70104"/>
                </a:lnTo>
                <a:lnTo>
                  <a:pt x="79248" y="71628"/>
                </a:lnTo>
                <a:lnTo>
                  <a:pt x="24384" y="71628"/>
                </a:lnTo>
                <a:lnTo>
                  <a:pt x="0" y="56388"/>
                </a:lnTo>
                <a:lnTo>
                  <a:pt x="228" y="84086"/>
                </a:lnTo>
                <a:lnTo>
                  <a:pt x="1282" y="147472"/>
                </a:lnTo>
                <a:lnTo>
                  <a:pt x="1498" y="179832"/>
                </a:lnTo>
                <a:lnTo>
                  <a:pt x="1447" y="193548"/>
                </a:lnTo>
                <a:lnTo>
                  <a:pt x="1244" y="219837"/>
                </a:lnTo>
                <a:lnTo>
                  <a:pt x="254" y="278892"/>
                </a:lnTo>
                <a:lnTo>
                  <a:pt x="0" y="307848"/>
                </a:lnTo>
                <a:lnTo>
                  <a:pt x="24384" y="297180"/>
                </a:lnTo>
                <a:lnTo>
                  <a:pt x="24384" y="252984"/>
                </a:lnTo>
                <a:lnTo>
                  <a:pt x="80772" y="252984"/>
                </a:lnTo>
                <a:lnTo>
                  <a:pt x="80772" y="284988"/>
                </a:lnTo>
                <a:lnTo>
                  <a:pt x="105156" y="271272"/>
                </a:lnTo>
                <a:lnTo>
                  <a:pt x="104317" y="252984"/>
                </a:lnTo>
                <a:lnTo>
                  <a:pt x="104228" y="250507"/>
                </a:lnTo>
                <a:lnTo>
                  <a:pt x="104013" y="242316"/>
                </a:lnTo>
                <a:lnTo>
                  <a:pt x="103822" y="234696"/>
                </a:lnTo>
                <a:lnTo>
                  <a:pt x="103644" y="219837"/>
                </a:lnTo>
                <a:lnTo>
                  <a:pt x="103632" y="88392"/>
                </a:lnTo>
                <a:lnTo>
                  <a:pt x="112776" y="82296"/>
                </a:lnTo>
                <a:lnTo>
                  <a:pt x="117348" y="79248"/>
                </a:lnTo>
                <a:close/>
              </a:path>
              <a:path w="832485" h="403860">
                <a:moveTo>
                  <a:pt x="228600" y="19812"/>
                </a:moveTo>
                <a:lnTo>
                  <a:pt x="190500" y="0"/>
                </a:lnTo>
                <a:lnTo>
                  <a:pt x="191376" y="17411"/>
                </a:lnTo>
                <a:lnTo>
                  <a:pt x="191833" y="32956"/>
                </a:lnTo>
                <a:lnTo>
                  <a:pt x="191998" y="46507"/>
                </a:lnTo>
                <a:lnTo>
                  <a:pt x="192024" y="91440"/>
                </a:lnTo>
                <a:lnTo>
                  <a:pt x="115824" y="91440"/>
                </a:lnTo>
                <a:lnTo>
                  <a:pt x="129540" y="105156"/>
                </a:lnTo>
                <a:lnTo>
                  <a:pt x="144780" y="100584"/>
                </a:lnTo>
                <a:lnTo>
                  <a:pt x="192024" y="100584"/>
                </a:lnTo>
                <a:lnTo>
                  <a:pt x="192024" y="179832"/>
                </a:lnTo>
                <a:lnTo>
                  <a:pt x="124968" y="179832"/>
                </a:lnTo>
                <a:lnTo>
                  <a:pt x="138684" y="193548"/>
                </a:lnTo>
                <a:lnTo>
                  <a:pt x="153924" y="190500"/>
                </a:lnTo>
                <a:lnTo>
                  <a:pt x="192024" y="190500"/>
                </a:lnTo>
                <a:lnTo>
                  <a:pt x="192024" y="268224"/>
                </a:lnTo>
                <a:lnTo>
                  <a:pt x="111252" y="268224"/>
                </a:lnTo>
                <a:lnTo>
                  <a:pt x="124968" y="281940"/>
                </a:lnTo>
                <a:lnTo>
                  <a:pt x="140208" y="278892"/>
                </a:lnTo>
                <a:lnTo>
                  <a:pt x="192024" y="278892"/>
                </a:lnTo>
                <a:lnTo>
                  <a:pt x="191960" y="339305"/>
                </a:lnTo>
                <a:lnTo>
                  <a:pt x="191833" y="354520"/>
                </a:lnTo>
                <a:lnTo>
                  <a:pt x="191376" y="375500"/>
                </a:lnTo>
                <a:lnTo>
                  <a:pt x="190500" y="397764"/>
                </a:lnTo>
                <a:lnTo>
                  <a:pt x="216408" y="387096"/>
                </a:lnTo>
                <a:lnTo>
                  <a:pt x="215519" y="371932"/>
                </a:lnTo>
                <a:lnTo>
                  <a:pt x="215074" y="356044"/>
                </a:lnTo>
                <a:lnTo>
                  <a:pt x="214896" y="339305"/>
                </a:lnTo>
                <a:lnTo>
                  <a:pt x="214884" y="278892"/>
                </a:lnTo>
                <a:lnTo>
                  <a:pt x="214884" y="190500"/>
                </a:lnTo>
                <a:lnTo>
                  <a:pt x="214884" y="100584"/>
                </a:lnTo>
                <a:lnTo>
                  <a:pt x="214884" y="35052"/>
                </a:lnTo>
                <a:lnTo>
                  <a:pt x="228600" y="19812"/>
                </a:lnTo>
                <a:close/>
              </a:path>
              <a:path w="832485" h="403860">
                <a:moveTo>
                  <a:pt x="387096" y="278892"/>
                </a:moveTo>
                <a:lnTo>
                  <a:pt x="377494" y="268224"/>
                </a:lnTo>
                <a:lnTo>
                  <a:pt x="359664" y="248412"/>
                </a:lnTo>
                <a:lnTo>
                  <a:pt x="339852" y="268224"/>
                </a:lnTo>
                <a:lnTo>
                  <a:pt x="289560" y="268224"/>
                </a:lnTo>
                <a:lnTo>
                  <a:pt x="289560" y="190500"/>
                </a:lnTo>
                <a:lnTo>
                  <a:pt x="376428" y="190500"/>
                </a:lnTo>
                <a:lnTo>
                  <a:pt x="366877" y="179832"/>
                </a:lnTo>
                <a:lnTo>
                  <a:pt x="350520" y="161544"/>
                </a:lnTo>
                <a:lnTo>
                  <a:pt x="333756" y="179832"/>
                </a:lnTo>
                <a:lnTo>
                  <a:pt x="289560" y="179832"/>
                </a:lnTo>
                <a:lnTo>
                  <a:pt x="289560" y="100584"/>
                </a:lnTo>
                <a:lnTo>
                  <a:pt x="384048" y="100584"/>
                </a:lnTo>
                <a:lnTo>
                  <a:pt x="374904" y="91440"/>
                </a:lnTo>
                <a:lnTo>
                  <a:pt x="355092" y="71628"/>
                </a:lnTo>
                <a:lnTo>
                  <a:pt x="336804" y="91440"/>
                </a:lnTo>
                <a:lnTo>
                  <a:pt x="289560" y="91440"/>
                </a:lnTo>
                <a:lnTo>
                  <a:pt x="289560" y="35052"/>
                </a:lnTo>
                <a:lnTo>
                  <a:pt x="303276" y="22860"/>
                </a:lnTo>
                <a:lnTo>
                  <a:pt x="265176" y="1524"/>
                </a:lnTo>
                <a:lnTo>
                  <a:pt x="266052" y="27559"/>
                </a:lnTo>
                <a:lnTo>
                  <a:pt x="266509" y="53149"/>
                </a:lnTo>
                <a:lnTo>
                  <a:pt x="266623" y="71628"/>
                </a:lnTo>
                <a:lnTo>
                  <a:pt x="266509" y="345948"/>
                </a:lnTo>
                <a:lnTo>
                  <a:pt x="266052" y="370573"/>
                </a:lnTo>
                <a:lnTo>
                  <a:pt x="265176" y="397764"/>
                </a:lnTo>
                <a:lnTo>
                  <a:pt x="291084" y="384048"/>
                </a:lnTo>
                <a:lnTo>
                  <a:pt x="290195" y="373507"/>
                </a:lnTo>
                <a:lnTo>
                  <a:pt x="289750" y="362521"/>
                </a:lnTo>
                <a:lnTo>
                  <a:pt x="289572" y="351269"/>
                </a:lnTo>
                <a:lnTo>
                  <a:pt x="289560" y="278892"/>
                </a:lnTo>
                <a:lnTo>
                  <a:pt x="387096" y="278892"/>
                </a:lnTo>
                <a:close/>
              </a:path>
              <a:path w="832485" h="403860">
                <a:moveTo>
                  <a:pt x="589788" y="277368"/>
                </a:moveTo>
                <a:lnTo>
                  <a:pt x="585216" y="271272"/>
                </a:lnTo>
                <a:lnTo>
                  <a:pt x="512064" y="332232"/>
                </a:lnTo>
                <a:lnTo>
                  <a:pt x="512064" y="176784"/>
                </a:lnTo>
                <a:lnTo>
                  <a:pt x="524256" y="161544"/>
                </a:lnTo>
                <a:lnTo>
                  <a:pt x="487680" y="143256"/>
                </a:lnTo>
                <a:lnTo>
                  <a:pt x="488556" y="158432"/>
                </a:lnTo>
                <a:lnTo>
                  <a:pt x="488937" y="171831"/>
                </a:lnTo>
                <a:lnTo>
                  <a:pt x="489026" y="176784"/>
                </a:lnTo>
                <a:lnTo>
                  <a:pt x="489140" y="188023"/>
                </a:lnTo>
                <a:lnTo>
                  <a:pt x="489204" y="329184"/>
                </a:lnTo>
                <a:lnTo>
                  <a:pt x="488607" y="337502"/>
                </a:lnTo>
                <a:lnTo>
                  <a:pt x="486727" y="344233"/>
                </a:lnTo>
                <a:lnTo>
                  <a:pt x="483412" y="349554"/>
                </a:lnTo>
                <a:lnTo>
                  <a:pt x="478536" y="353568"/>
                </a:lnTo>
                <a:lnTo>
                  <a:pt x="502920" y="379476"/>
                </a:lnTo>
                <a:lnTo>
                  <a:pt x="511746" y="365290"/>
                </a:lnTo>
                <a:lnTo>
                  <a:pt x="529209" y="343281"/>
                </a:lnTo>
                <a:lnTo>
                  <a:pt x="538975" y="332232"/>
                </a:lnTo>
                <a:lnTo>
                  <a:pt x="555205" y="313905"/>
                </a:lnTo>
                <a:lnTo>
                  <a:pt x="589788" y="277368"/>
                </a:lnTo>
                <a:close/>
              </a:path>
              <a:path w="832485" h="403860">
                <a:moveTo>
                  <a:pt x="597408" y="91440"/>
                </a:moveTo>
                <a:lnTo>
                  <a:pt x="588733" y="82296"/>
                </a:lnTo>
                <a:lnTo>
                  <a:pt x="569976" y="62484"/>
                </a:lnTo>
                <a:lnTo>
                  <a:pt x="553212" y="82296"/>
                </a:lnTo>
                <a:lnTo>
                  <a:pt x="490728" y="82296"/>
                </a:lnTo>
                <a:lnTo>
                  <a:pt x="496417" y="69519"/>
                </a:lnTo>
                <a:lnTo>
                  <a:pt x="501967" y="56578"/>
                </a:lnTo>
                <a:lnTo>
                  <a:pt x="507225" y="43942"/>
                </a:lnTo>
                <a:lnTo>
                  <a:pt x="512064" y="32004"/>
                </a:lnTo>
                <a:lnTo>
                  <a:pt x="527304" y="21336"/>
                </a:lnTo>
                <a:lnTo>
                  <a:pt x="489204" y="0"/>
                </a:lnTo>
                <a:lnTo>
                  <a:pt x="487172" y="12623"/>
                </a:lnTo>
                <a:lnTo>
                  <a:pt x="483298" y="30099"/>
                </a:lnTo>
                <a:lnTo>
                  <a:pt x="469392" y="80772"/>
                </a:lnTo>
                <a:lnTo>
                  <a:pt x="447484" y="139065"/>
                </a:lnTo>
                <a:lnTo>
                  <a:pt x="422148" y="190500"/>
                </a:lnTo>
                <a:lnTo>
                  <a:pt x="426720" y="193548"/>
                </a:lnTo>
                <a:lnTo>
                  <a:pt x="443306" y="171831"/>
                </a:lnTo>
                <a:lnTo>
                  <a:pt x="458914" y="147828"/>
                </a:lnTo>
                <a:lnTo>
                  <a:pt x="473646" y="121539"/>
                </a:lnTo>
                <a:lnTo>
                  <a:pt x="487680" y="92964"/>
                </a:lnTo>
                <a:lnTo>
                  <a:pt x="556260" y="92964"/>
                </a:lnTo>
                <a:lnTo>
                  <a:pt x="525780" y="155448"/>
                </a:lnTo>
                <a:lnTo>
                  <a:pt x="531876" y="156972"/>
                </a:lnTo>
                <a:lnTo>
                  <a:pt x="546442" y="137528"/>
                </a:lnTo>
                <a:lnTo>
                  <a:pt x="558165" y="122491"/>
                </a:lnTo>
                <a:lnTo>
                  <a:pt x="589953" y="94018"/>
                </a:lnTo>
                <a:lnTo>
                  <a:pt x="592988" y="92964"/>
                </a:lnTo>
                <a:lnTo>
                  <a:pt x="597408" y="91440"/>
                </a:lnTo>
                <a:close/>
              </a:path>
              <a:path w="832485" h="403860">
                <a:moveTo>
                  <a:pt x="803148" y="268224"/>
                </a:moveTo>
                <a:lnTo>
                  <a:pt x="798576" y="263652"/>
                </a:lnTo>
                <a:lnTo>
                  <a:pt x="780288" y="245364"/>
                </a:lnTo>
                <a:lnTo>
                  <a:pt x="766572" y="259080"/>
                </a:lnTo>
                <a:lnTo>
                  <a:pt x="766572" y="272796"/>
                </a:lnTo>
                <a:lnTo>
                  <a:pt x="766572" y="352044"/>
                </a:lnTo>
                <a:lnTo>
                  <a:pt x="646176" y="352044"/>
                </a:lnTo>
                <a:lnTo>
                  <a:pt x="646176" y="272796"/>
                </a:lnTo>
                <a:lnTo>
                  <a:pt x="766572" y="272796"/>
                </a:lnTo>
                <a:lnTo>
                  <a:pt x="766572" y="259080"/>
                </a:lnTo>
                <a:lnTo>
                  <a:pt x="762000" y="263652"/>
                </a:lnTo>
                <a:lnTo>
                  <a:pt x="646176" y="263652"/>
                </a:lnTo>
                <a:lnTo>
                  <a:pt x="646176" y="219456"/>
                </a:lnTo>
                <a:lnTo>
                  <a:pt x="749808" y="219456"/>
                </a:lnTo>
                <a:lnTo>
                  <a:pt x="749808" y="236220"/>
                </a:lnTo>
                <a:lnTo>
                  <a:pt x="774192" y="224028"/>
                </a:lnTo>
                <a:lnTo>
                  <a:pt x="772718" y="176784"/>
                </a:lnTo>
                <a:lnTo>
                  <a:pt x="772668" y="147828"/>
                </a:lnTo>
                <a:lnTo>
                  <a:pt x="778535" y="143256"/>
                </a:lnTo>
                <a:lnTo>
                  <a:pt x="786384" y="137160"/>
                </a:lnTo>
                <a:lnTo>
                  <a:pt x="781481" y="132588"/>
                </a:lnTo>
                <a:lnTo>
                  <a:pt x="763524" y="115824"/>
                </a:lnTo>
                <a:lnTo>
                  <a:pt x="749808" y="129540"/>
                </a:lnTo>
                <a:lnTo>
                  <a:pt x="749808" y="143256"/>
                </a:lnTo>
                <a:lnTo>
                  <a:pt x="749808" y="208788"/>
                </a:lnTo>
                <a:lnTo>
                  <a:pt x="646176" y="208788"/>
                </a:lnTo>
                <a:lnTo>
                  <a:pt x="646176" y="143256"/>
                </a:lnTo>
                <a:lnTo>
                  <a:pt x="749808" y="143256"/>
                </a:lnTo>
                <a:lnTo>
                  <a:pt x="749808" y="129540"/>
                </a:lnTo>
                <a:lnTo>
                  <a:pt x="746760" y="132588"/>
                </a:lnTo>
                <a:lnTo>
                  <a:pt x="647700" y="132588"/>
                </a:lnTo>
                <a:lnTo>
                  <a:pt x="621792" y="117348"/>
                </a:lnTo>
                <a:lnTo>
                  <a:pt x="622668" y="151625"/>
                </a:lnTo>
                <a:lnTo>
                  <a:pt x="623125" y="188023"/>
                </a:lnTo>
                <a:lnTo>
                  <a:pt x="623214" y="210629"/>
                </a:lnTo>
                <a:lnTo>
                  <a:pt x="623100" y="343281"/>
                </a:lnTo>
                <a:lnTo>
                  <a:pt x="622668" y="374713"/>
                </a:lnTo>
                <a:lnTo>
                  <a:pt x="621792" y="403860"/>
                </a:lnTo>
                <a:lnTo>
                  <a:pt x="646176" y="390144"/>
                </a:lnTo>
                <a:lnTo>
                  <a:pt x="646176" y="362712"/>
                </a:lnTo>
                <a:lnTo>
                  <a:pt x="766572" y="362712"/>
                </a:lnTo>
                <a:lnTo>
                  <a:pt x="766572" y="393192"/>
                </a:lnTo>
                <a:lnTo>
                  <a:pt x="790956" y="381000"/>
                </a:lnTo>
                <a:lnTo>
                  <a:pt x="788822" y="342138"/>
                </a:lnTo>
                <a:lnTo>
                  <a:pt x="787908" y="280416"/>
                </a:lnTo>
                <a:lnTo>
                  <a:pt x="797433" y="272796"/>
                </a:lnTo>
                <a:lnTo>
                  <a:pt x="803148" y="268224"/>
                </a:lnTo>
                <a:close/>
              </a:path>
              <a:path w="832485" h="403860">
                <a:moveTo>
                  <a:pt x="832104" y="79248"/>
                </a:moveTo>
                <a:lnTo>
                  <a:pt x="821436" y="68580"/>
                </a:lnTo>
                <a:lnTo>
                  <a:pt x="803148" y="50292"/>
                </a:lnTo>
                <a:lnTo>
                  <a:pt x="787908" y="68580"/>
                </a:lnTo>
                <a:lnTo>
                  <a:pt x="711708" y="68580"/>
                </a:lnTo>
                <a:lnTo>
                  <a:pt x="717461" y="62014"/>
                </a:lnTo>
                <a:lnTo>
                  <a:pt x="721233" y="56007"/>
                </a:lnTo>
                <a:lnTo>
                  <a:pt x="723277" y="50584"/>
                </a:lnTo>
                <a:lnTo>
                  <a:pt x="723900" y="45720"/>
                </a:lnTo>
                <a:lnTo>
                  <a:pt x="723900" y="42672"/>
                </a:lnTo>
                <a:lnTo>
                  <a:pt x="689724" y="12268"/>
                </a:lnTo>
                <a:lnTo>
                  <a:pt x="672084" y="4572"/>
                </a:lnTo>
                <a:lnTo>
                  <a:pt x="669036" y="7620"/>
                </a:lnTo>
                <a:lnTo>
                  <a:pt x="676465" y="16725"/>
                </a:lnTo>
                <a:lnTo>
                  <a:pt x="682625" y="25361"/>
                </a:lnTo>
                <a:lnTo>
                  <a:pt x="698957" y="61722"/>
                </a:lnTo>
                <a:lnTo>
                  <a:pt x="699516" y="68580"/>
                </a:lnTo>
                <a:lnTo>
                  <a:pt x="626364" y="68580"/>
                </a:lnTo>
                <a:lnTo>
                  <a:pt x="626364" y="53340"/>
                </a:lnTo>
                <a:lnTo>
                  <a:pt x="620268" y="53340"/>
                </a:lnTo>
                <a:lnTo>
                  <a:pt x="606336" y="89560"/>
                </a:lnTo>
                <a:lnTo>
                  <a:pt x="586740" y="109728"/>
                </a:lnTo>
                <a:lnTo>
                  <a:pt x="586740" y="115824"/>
                </a:lnTo>
                <a:lnTo>
                  <a:pt x="588264" y="117348"/>
                </a:lnTo>
                <a:lnTo>
                  <a:pt x="592836" y="118872"/>
                </a:lnTo>
                <a:lnTo>
                  <a:pt x="595884" y="121920"/>
                </a:lnTo>
                <a:lnTo>
                  <a:pt x="606552" y="121920"/>
                </a:lnTo>
                <a:lnTo>
                  <a:pt x="612648" y="120396"/>
                </a:lnTo>
                <a:lnTo>
                  <a:pt x="626364" y="89916"/>
                </a:lnTo>
                <a:lnTo>
                  <a:pt x="626364" y="79248"/>
                </a:lnTo>
                <a:lnTo>
                  <a:pt x="792480" y="79248"/>
                </a:lnTo>
                <a:lnTo>
                  <a:pt x="778764" y="117348"/>
                </a:lnTo>
                <a:lnTo>
                  <a:pt x="783336" y="120396"/>
                </a:lnTo>
                <a:lnTo>
                  <a:pt x="793877" y="108089"/>
                </a:lnTo>
                <a:lnTo>
                  <a:pt x="802576" y="98488"/>
                </a:lnTo>
                <a:lnTo>
                  <a:pt x="809256" y="91465"/>
                </a:lnTo>
                <a:lnTo>
                  <a:pt x="813816" y="86868"/>
                </a:lnTo>
                <a:lnTo>
                  <a:pt x="818388" y="83820"/>
                </a:lnTo>
                <a:lnTo>
                  <a:pt x="824484" y="80772"/>
                </a:lnTo>
                <a:lnTo>
                  <a:pt x="832104" y="7924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" name="object 54"/>
          <p:cNvSpPr/>
          <p:nvPr/>
        </p:nvSpPr>
        <p:spPr>
          <a:xfrm>
            <a:off x="5719571" y="3435096"/>
            <a:ext cx="356870" cy="402590"/>
          </a:xfrm>
          <a:custGeom>
            <a:avLst/>
            <a:gdLst/>
            <a:ahLst/>
            <a:cxnLst/>
            <a:rect l="l" t="t" r="r" b="b"/>
            <a:pathLst>
              <a:path w="356870" h="402589">
                <a:moveTo>
                  <a:pt x="53340" y="89916"/>
                </a:moveTo>
                <a:lnTo>
                  <a:pt x="42672" y="89916"/>
                </a:lnTo>
                <a:lnTo>
                  <a:pt x="50696" y="62793"/>
                </a:lnTo>
                <a:lnTo>
                  <a:pt x="56578" y="38671"/>
                </a:lnTo>
                <a:lnTo>
                  <a:pt x="60459" y="17692"/>
                </a:lnTo>
                <a:lnTo>
                  <a:pt x="62484" y="0"/>
                </a:lnTo>
                <a:lnTo>
                  <a:pt x="100584" y="21336"/>
                </a:lnTo>
                <a:lnTo>
                  <a:pt x="90844" y="29051"/>
                </a:lnTo>
                <a:lnTo>
                  <a:pt x="79819" y="43053"/>
                </a:lnTo>
                <a:lnTo>
                  <a:pt x="67365" y="63341"/>
                </a:lnTo>
                <a:lnTo>
                  <a:pt x="53340" y="89916"/>
                </a:lnTo>
                <a:close/>
              </a:path>
              <a:path w="356870" h="402589">
                <a:moveTo>
                  <a:pt x="147828" y="192024"/>
                </a:moveTo>
                <a:lnTo>
                  <a:pt x="141732" y="187452"/>
                </a:lnTo>
                <a:lnTo>
                  <a:pt x="158877" y="160615"/>
                </a:lnTo>
                <a:lnTo>
                  <a:pt x="173736" y="135064"/>
                </a:lnTo>
                <a:lnTo>
                  <a:pt x="196596" y="88392"/>
                </a:lnTo>
                <a:lnTo>
                  <a:pt x="211264" y="44958"/>
                </a:lnTo>
                <a:lnTo>
                  <a:pt x="222503" y="1524"/>
                </a:lnTo>
                <a:lnTo>
                  <a:pt x="260603" y="24384"/>
                </a:lnTo>
                <a:lnTo>
                  <a:pt x="252626" y="32361"/>
                </a:lnTo>
                <a:lnTo>
                  <a:pt x="242506" y="47053"/>
                </a:lnTo>
                <a:lnTo>
                  <a:pt x="230385" y="68318"/>
                </a:lnTo>
                <a:lnTo>
                  <a:pt x="216408" y="96012"/>
                </a:lnTo>
                <a:lnTo>
                  <a:pt x="350161" y="96012"/>
                </a:lnTo>
                <a:lnTo>
                  <a:pt x="356616" y="102108"/>
                </a:lnTo>
                <a:lnTo>
                  <a:pt x="350329" y="106680"/>
                </a:lnTo>
                <a:lnTo>
                  <a:pt x="213360" y="106680"/>
                </a:lnTo>
                <a:lnTo>
                  <a:pt x="197334" y="130730"/>
                </a:lnTo>
                <a:lnTo>
                  <a:pt x="181165" y="152781"/>
                </a:lnTo>
                <a:lnTo>
                  <a:pt x="164711" y="173116"/>
                </a:lnTo>
                <a:lnTo>
                  <a:pt x="147828" y="192024"/>
                </a:lnTo>
                <a:close/>
              </a:path>
              <a:path w="356870" h="402589">
                <a:moveTo>
                  <a:pt x="144780" y="89916"/>
                </a:moveTo>
                <a:lnTo>
                  <a:pt x="111252" y="89916"/>
                </a:lnTo>
                <a:lnTo>
                  <a:pt x="128016" y="73152"/>
                </a:lnTo>
                <a:lnTo>
                  <a:pt x="144780" y="89916"/>
                </a:lnTo>
                <a:close/>
              </a:path>
              <a:path w="356870" h="402589">
                <a:moveTo>
                  <a:pt x="0" y="397764"/>
                </a:moveTo>
                <a:lnTo>
                  <a:pt x="834" y="359664"/>
                </a:lnTo>
                <a:lnTo>
                  <a:pt x="935" y="352615"/>
                </a:lnTo>
                <a:lnTo>
                  <a:pt x="1333" y="316992"/>
                </a:lnTo>
                <a:lnTo>
                  <a:pt x="1430" y="178308"/>
                </a:lnTo>
                <a:lnTo>
                  <a:pt x="1309" y="152781"/>
                </a:lnTo>
                <a:lnTo>
                  <a:pt x="881" y="114704"/>
                </a:lnTo>
                <a:lnTo>
                  <a:pt x="0" y="74676"/>
                </a:lnTo>
                <a:lnTo>
                  <a:pt x="25908" y="89916"/>
                </a:lnTo>
                <a:lnTo>
                  <a:pt x="144780" y="89916"/>
                </a:lnTo>
                <a:lnTo>
                  <a:pt x="153924" y="99060"/>
                </a:lnTo>
                <a:lnTo>
                  <a:pt x="151828" y="100584"/>
                </a:lnTo>
                <a:lnTo>
                  <a:pt x="24384" y="100584"/>
                </a:lnTo>
                <a:lnTo>
                  <a:pt x="24384" y="211836"/>
                </a:lnTo>
                <a:lnTo>
                  <a:pt x="137205" y="211836"/>
                </a:lnTo>
                <a:lnTo>
                  <a:pt x="137219" y="222504"/>
                </a:lnTo>
                <a:lnTo>
                  <a:pt x="24384" y="222504"/>
                </a:lnTo>
                <a:lnTo>
                  <a:pt x="24384" y="344424"/>
                </a:lnTo>
                <a:lnTo>
                  <a:pt x="137914" y="344424"/>
                </a:lnTo>
                <a:lnTo>
                  <a:pt x="137940" y="346850"/>
                </a:lnTo>
                <a:lnTo>
                  <a:pt x="138137" y="355092"/>
                </a:lnTo>
                <a:lnTo>
                  <a:pt x="24384" y="355092"/>
                </a:lnTo>
                <a:lnTo>
                  <a:pt x="24384" y="384048"/>
                </a:lnTo>
                <a:lnTo>
                  <a:pt x="0" y="397764"/>
                </a:lnTo>
                <a:close/>
              </a:path>
              <a:path w="356870" h="402589">
                <a:moveTo>
                  <a:pt x="350161" y="96012"/>
                </a:moveTo>
                <a:lnTo>
                  <a:pt x="310896" y="96012"/>
                </a:lnTo>
                <a:lnTo>
                  <a:pt x="329184" y="76200"/>
                </a:lnTo>
                <a:lnTo>
                  <a:pt x="350161" y="96012"/>
                </a:lnTo>
                <a:close/>
              </a:path>
              <a:path w="356870" h="402589">
                <a:moveTo>
                  <a:pt x="137205" y="211836"/>
                </a:moveTo>
                <a:lnTo>
                  <a:pt x="114300" y="211836"/>
                </a:lnTo>
                <a:lnTo>
                  <a:pt x="114300" y="100584"/>
                </a:lnTo>
                <a:lnTo>
                  <a:pt x="151828" y="100584"/>
                </a:lnTo>
                <a:lnTo>
                  <a:pt x="137160" y="111252"/>
                </a:lnTo>
                <a:lnTo>
                  <a:pt x="137205" y="211836"/>
                </a:lnTo>
                <a:close/>
              </a:path>
              <a:path w="356870" h="402589">
                <a:moveTo>
                  <a:pt x="326582" y="359664"/>
                </a:moveTo>
                <a:lnTo>
                  <a:pt x="283464" y="359664"/>
                </a:lnTo>
                <a:lnTo>
                  <a:pt x="291750" y="357925"/>
                </a:lnTo>
                <a:lnTo>
                  <a:pt x="298323" y="352615"/>
                </a:lnTo>
                <a:lnTo>
                  <a:pt x="308586" y="305562"/>
                </a:lnTo>
                <a:lnTo>
                  <a:pt x="310705" y="259842"/>
                </a:lnTo>
                <a:lnTo>
                  <a:pt x="312539" y="193548"/>
                </a:lnTo>
                <a:lnTo>
                  <a:pt x="313944" y="106680"/>
                </a:lnTo>
                <a:lnTo>
                  <a:pt x="350329" y="106680"/>
                </a:lnTo>
                <a:lnTo>
                  <a:pt x="339852" y="114300"/>
                </a:lnTo>
                <a:lnTo>
                  <a:pt x="338780" y="186976"/>
                </a:lnTo>
                <a:lnTo>
                  <a:pt x="337291" y="249167"/>
                </a:lnTo>
                <a:lnTo>
                  <a:pt x="335462" y="295570"/>
                </a:lnTo>
                <a:lnTo>
                  <a:pt x="333268" y="327855"/>
                </a:lnTo>
                <a:lnTo>
                  <a:pt x="330708" y="345948"/>
                </a:lnTo>
                <a:lnTo>
                  <a:pt x="327214" y="357925"/>
                </a:lnTo>
                <a:lnTo>
                  <a:pt x="326582" y="359664"/>
                </a:lnTo>
                <a:close/>
              </a:path>
              <a:path w="356870" h="402589">
                <a:moveTo>
                  <a:pt x="231648" y="269748"/>
                </a:moveTo>
                <a:lnTo>
                  <a:pt x="228600" y="269748"/>
                </a:lnTo>
                <a:lnTo>
                  <a:pt x="225432" y="268295"/>
                </a:lnTo>
                <a:lnTo>
                  <a:pt x="222694" y="263842"/>
                </a:lnTo>
                <a:lnTo>
                  <a:pt x="220241" y="256246"/>
                </a:lnTo>
                <a:lnTo>
                  <a:pt x="217932" y="245364"/>
                </a:lnTo>
                <a:lnTo>
                  <a:pt x="213598" y="228242"/>
                </a:lnTo>
                <a:lnTo>
                  <a:pt x="207264" y="211264"/>
                </a:lnTo>
                <a:lnTo>
                  <a:pt x="198643" y="194571"/>
                </a:lnTo>
                <a:lnTo>
                  <a:pt x="187452" y="178308"/>
                </a:lnTo>
                <a:lnTo>
                  <a:pt x="190500" y="172212"/>
                </a:lnTo>
                <a:lnTo>
                  <a:pt x="223456" y="199644"/>
                </a:lnTo>
                <a:lnTo>
                  <a:pt x="246888" y="236220"/>
                </a:lnTo>
                <a:lnTo>
                  <a:pt x="246888" y="248412"/>
                </a:lnTo>
                <a:lnTo>
                  <a:pt x="243840" y="254508"/>
                </a:lnTo>
                <a:lnTo>
                  <a:pt x="234696" y="266700"/>
                </a:lnTo>
                <a:lnTo>
                  <a:pt x="231648" y="269748"/>
                </a:lnTo>
                <a:close/>
              </a:path>
              <a:path w="356870" h="402589">
                <a:moveTo>
                  <a:pt x="137914" y="344424"/>
                </a:moveTo>
                <a:lnTo>
                  <a:pt x="114300" y="344424"/>
                </a:lnTo>
                <a:lnTo>
                  <a:pt x="114300" y="222504"/>
                </a:lnTo>
                <a:lnTo>
                  <a:pt x="137219" y="222504"/>
                </a:lnTo>
                <a:lnTo>
                  <a:pt x="137337" y="269748"/>
                </a:lnTo>
                <a:lnTo>
                  <a:pt x="137498" y="305562"/>
                </a:lnTo>
                <a:lnTo>
                  <a:pt x="137914" y="344424"/>
                </a:lnTo>
                <a:close/>
              </a:path>
              <a:path w="356870" h="402589">
                <a:moveTo>
                  <a:pt x="277367" y="402336"/>
                </a:moveTo>
                <a:lnTo>
                  <a:pt x="270486" y="389239"/>
                </a:lnTo>
                <a:lnTo>
                  <a:pt x="258889" y="377571"/>
                </a:lnTo>
                <a:lnTo>
                  <a:pt x="242435" y="367617"/>
                </a:lnTo>
                <a:lnTo>
                  <a:pt x="220979" y="359664"/>
                </a:lnTo>
                <a:lnTo>
                  <a:pt x="220979" y="352044"/>
                </a:lnTo>
                <a:lnTo>
                  <a:pt x="241030" y="355163"/>
                </a:lnTo>
                <a:lnTo>
                  <a:pt x="257937" y="357568"/>
                </a:lnTo>
                <a:lnTo>
                  <a:pt x="271986" y="359116"/>
                </a:lnTo>
                <a:lnTo>
                  <a:pt x="283464" y="359664"/>
                </a:lnTo>
                <a:lnTo>
                  <a:pt x="326582" y="359664"/>
                </a:lnTo>
                <a:lnTo>
                  <a:pt x="323469" y="368236"/>
                </a:lnTo>
                <a:lnTo>
                  <a:pt x="289023" y="397764"/>
                </a:lnTo>
                <a:lnTo>
                  <a:pt x="277367" y="402336"/>
                </a:lnTo>
                <a:close/>
              </a:path>
              <a:path w="356870" h="402589">
                <a:moveTo>
                  <a:pt x="114300" y="391668"/>
                </a:moveTo>
                <a:lnTo>
                  <a:pt x="114300" y="355092"/>
                </a:lnTo>
                <a:lnTo>
                  <a:pt x="138137" y="355092"/>
                </a:lnTo>
                <a:lnTo>
                  <a:pt x="138684" y="377952"/>
                </a:lnTo>
                <a:lnTo>
                  <a:pt x="114300" y="39166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" name="object 55"/>
          <p:cNvSpPr/>
          <p:nvPr/>
        </p:nvSpPr>
        <p:spPr>
          <a:xfrm>
            <a:off x="6141720" y="3438144"/>
            <a:ext cx="387350" cy="399415"/>
          </a:xfrm>
          <a:custGeom>
            <a:avLst/>
            <a:gdLst/>
            <a:ahLst/>
            <a:cxnLst/>
            <a:rect l="l" t="t" r="r" b="b"/>
            <a:pathLst>
              <a:path w="387350" h="399414">
                <a:moveTo>
                  <a:pt x="347472" y="225551"/>
                </a:moveTo>
                <a:lnTo>
                  <a:pt x="302133" y="182308"/>
                </a:lnTo>
                <a:lnTo>
                  <a:pt x="263652" y="131064"/>
                </a:lnTo>
                <a:lnTo>
                  <a:pt x="233553" y="70675"/>
                </a:lnTo>
                <a:lnTo>
                  <a:pt x="214884" y="0"/>
                </a:lnTo>
                <a:lnTo>
                  <a:pt x="249936" y="12191"/>
                </a:lnTo>
                <a:lnTo>
                  <a:pt x="234696" y="22859"/>
                </a:lnTo>
                <a:lnTo>
                  <a:pt x="244125" y="50006"/>
                </a:lnTo>
                <a:lnTo>
                  <a:pt x="271557" y="102584"/>
                </a:lnTo>
                <a:lnTo>
                  <a:pt x="310157" y="152042"/>
                </a:lnTo>
                <a:lnTo>
                  <a:pt x="358782" y="186951"/>
                </a:lnTo>
                <a:lnTo>
                  <a:pt x="387096" y="198119"/>
                </a:lnTo>
                <a:lnTo>
                  <a:pt x="387096" y="204215"/>
                </a:lnTo>
                <a:lnTo>
                  <a:pt x="374261" y="205406"/>
                </a:lnTo>
                <a:lnTo>
                  <a:pt x="363283" y="209168"/>
                </a:lnTo>
                <a:lnTo>
                  <a:pt x="354306" y="215788"/>
                </a:lnTo>
                <a:lnTo>
                  <a:pt x="347472" y="225551"/>
                </a:lnTo>
                <a:close/>
              </a:path>
              <a:path w="387350" h="399414">
                <a:moveTo>
                  <a:pt x="4572" y="231647"/>
                </a:moveTo>
                <a:lnTo>
                  <a:pt x="0" y="227075"/>
                </a:lnTo>
                <a:lnTo>
                  <a:pt x="30003" y="196500"/>
                </a:lnTo>
                <a:lnTo>
                  <a:pt x="56007" y="166496"/>
                </a:lnTo>
                <a:lnTo>
                  <a:pt x="96012" y="108203"/>
                </a:lnTo>
                <a:lnTo>
                  <a:pt x="121348" y="54482"/>
                </a:lnTo>
                <a:lnTo>
                  <a:pt x="134112" y="12191"/>
                </a:lnTo>
                <a:lnTo>
                  <a:pt x="173736" y="39623"/>
                </a:lnTo>
                <a:lnTo>
                  <a:pt x="153924" y="48767"/>
                </a:lnTo>
                <a:lnTo>
                  <a:pt x="129759" y="95438"/>
                </a:lnTo>
                <a:lnTo>
                  <a:pt x="102888" y="136843"/>
                </a:lnTo>
                <a:lnTo>
                  <a:pt x="73164" y="173199"/>
                </a:lnTo>
                <a:lnTo>
                  <a:pt x="40440" y="204728"/>
                </a:lnTo>
                <a:lnTo>
                  <a:pt x="4572" y="231647"/>
                </a:lnTo>
                <a:close/>
              </a:path>
              <a:path w="387350" h="399414">
                <a:moveTo>
                  <a:pt x="62484" y="385572"/>
                </a:moveTo>
                <a:lnTo>
                  <a:pt x="42672" y="348996"/>
                </a:lnTo>
                <a:lnTo>
                  <a:pt x="50077" y="347567"/>
                </a:lnTo>
                <a:lnTo>
                  <a:pt x="58483" y="343281"/>
                </a:lnTo>
                <a:lnTo>
                  <a:pt x="89106" y="312729"/>
                </a:lnTo>
                <a:lnTo>
                  <a:pt x="117586" y="274486"/>
                </a:lnTo>
                <a:lnTo>
                  <a:pt x="150733" y="223361"/>
                </a:lnTo>
                <a:lnTo>
                  <a:pt x="174831" y="175355"/>
                </a:lnTo>
                <a:lnTo>
                  <a:pt x="182880" y="153923"/>
                </a:lnTo>
                <a:lnTo>
                  <a:pt x="220980" y="182879"/>
                </a:lnTo>
                <a:lnTo>
                  <a:pt x="201168" y="192023"/>
                </a:lnTo>
                <a:lnTo>
                  <a:pt x="169449" y="237982"/>
                </a:lnTo>
                <a:lnTo>
                  <a:pt x="138303" y="279653"/>
                </a:lnTo>
                <a:lnTo>
                  <a:pt x="107727" y="316753"/>
                </a:lnTo>
                <a:lnTo>
                  <a:pt x="77724" y="348996"/>
                </a:lnTo>
                <a:lnTo>
                  <a:pt x="320398" y="348996"/>
                </a:lnTo>
                <a:lnTo>
                  <a:pt x="322450" y="353568"/>
                </a:lnTo>
                <a:lnTo>
                  <a:pt x="286512" y="353568"/>
                </a:lnTo>
                <a:lnTo>
                  <a:pt x="212193" y="358973"/>
                </a:lnTo>
                <a:lnTo>
                  <a:pt x="156019" y="363664"/>
                </a:lnTo>
                <a:lnTo>
                  <a:pt x="117848" y="367498"/>
                </a:lnTo>
                <a:lnTo>
                  <a:pt x="77152" y="377380"/>
                </a:lnTo>
                <a:lnTo>
                  <a:pt x="69032" y="381261"/>
                </a:lnTo>
                <a:lnTo>
                  <a:pt x="62484" y="385572"/>
                </a:lnTo>
                <a:close/>
              </a:path>
              <a:path w="387350" h="399414">
                <a:moveTo>
                  <a:pt x="320398" y="348996"/>
                </a:moveTo>
                <a:lnTo>
                  <a:pt x="77724" y="348996"/>
                </a:lnTo>
                <a:lnTo>
                  <a:pt x="283464" y="344424"/>
                </a:lnTo>
                <a:lnTo>
                  <a:pt x="272295" y="326683"/>
                </a:lnTo>
                <a:lnTo>
                  <a:pt x="259270" y="307657"/>
                </a:lnTo>
                <a:lnTo>
                  <a:pt x="244244" y="287202"/>
                </a:lnTo>
                <a:lnTo>
                  <a:pt x="227076" y="265175"/>
                </a:lnTo>
                <a:lnTo>
                  <a:pt x="233172" y="259079"/>
                </a:lnTo>
                <a:lnTo>
                  <a:pt x="284797" y="304418"/>
                </a:lnTo>
                <a:lnTo>
                  <a:pt x="312419" y="333756"/>
                </a:lnTo>
                <a:lnTo>
                  <a:pt x="318420" y="344590"/>
                </a:lnTo>
                <a:lnTo>
                  <a:pt x="320398" y="348996"/>
                </a:lnTo>
                <a:close/>
              </a:path>
              <a:path w="387350" h="399414">
                <a:moveTo>
                  <a:pt x="309372" y="399288"/>
                </a:moveTo>
                <a:lnTo>
                  <a:pt x="304800" y="399288"/>
                </a:lnTo>
                <a:lnTo>
                  <a:pt x="301752" y="394716"/>
                </a:lnTo>
                <a:lnTo>
                  <a:pt x="298704" y="387096"/>
                </a:lnTo>
                <a:lnTo>
                  <a:pt x="295298" y="377142"/>
                </a:lnTo>
                <a:lnTo>
                  <a:pt x="292036" y="368046"/>
                </a:lnTo>
                <a:lnTo>
                  <a:pt x="289059" y="360092"/>
                </a:lnTo>
                <a:lnTo>
                  <a:pt x="286512" y="353568"/>
                </a:lnTo>
                <a:lnTo>
                  <a:pt x="322450" y="353568"/>
                </a:lnTo>
                <a:lnTo>
                  <a:pt x="322707" y="354139"/>
                </a:lnTo>
                <a:lnTo>
                  <a:pt x="325278" y="362259"/>
                </a:lnTo>
                <a:lnTo>
                  <a:pt x="326036" y="368046"/>
                </a:lnTo>
                <a:lnTo>
                  <a:pt x="326136" y="376428"/>
                </a:lnTo>
                <a:lnTo>
                  <a:pt x="324612" y="382524"/>
                </a:lnTo>
                <a:lnTo>
                  <a:pt x="318516" y="388620"/>
                </a:lnTo>
                <a:lnTo>
                  <a:pt x="313943" y="394716"/>
                </a:lnTo>
                <a:lnTo>
                  <a:pt x="309372" y="39928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" name="object 56"/>
          <p:cNvSpPr/>
          <p:nvPr/>
        </p:nvSpPr>
        <p:spPr>
          <a:xfrm>
            <a:off x="6589776" y="3450335"/>
            <a:ext cx="349250" cy="388620"/>
          </a:xfrm>
          <a:custGeom>
            <a:avLst/>
            <a:gdLst/>
            <a:ahLst/>
            <a:cxnLst/>
            <a:rect l="l" t="t" r="r" b="b"/>
            <a:pathLst>
              <a:path w="349250" h="388620">
                <a:moveTo>
                  <a:pt x="48768" y="33528"/>
                </a:moveTo>
                <a:lnTo>
                  <a:pt x="33528" y="18288"/>
                </a:lnTo>
                <a:lnTo>
                  <a:pt x="307847" y="18288"/>
                </a:lnTo>
                <a:lnTo>
                  <a:pt x="320040" y="0"/>
                </a:lnTo>
                <a:lnTo>
                  <a:pt x="348996" y="22860"/>
                </a:lnTo>
                <a:lnTo>
                  <a:pt x="341158" y="28956"/>
                </a:lnTo>
                <a:lnTo>
                  <a:pt x="89916" y="28956"/>
                </a:lnTo>
                <a:lnTo>
                  <a:pt x="79414" y="29241"/>
                </a:lnTo>
                <a:lnTo>
                  <a:pt x="68770" y="30099"/>
                </a:lnTo>
                <a:lnTo>
                  <a:pt x="58412" y="31527"/>
                </a:lnTo>
                <a:lnTo>
                  <a:pt x="48768" y="33528"/>
                </a:lnTo>
                <a:close/>
              </a:path>
              <a:path w="349250" h="388620">
                <a:moveTo>
                  <a:pt x="334340" y="345948"/>
                </a:moveTo>
                <a:lnTo>
                  <a:pt x="294132" y="345948"/>
                </a:lnTo>
                <a:lnTo>
                  <a:pt x="301894" y="344781"/>
                </a:lnTo>
                <a:lnTo>
                  <a:pt x="307086" y="341185"/>
                </a:lnTo>
                <a:lnTo>
                  <a:pt x="309991" y="335018"/>
                </a:lnTo>
                <a:lnTo>
                  <a:pt x="310896" y="326136"/>
                </a:lnTo>
                <a:lnTo>
                  <a:pt x="310896" y="28956"/>
                </a:lnTo>
                <a:lnTo>
                  <a:pt x="341158" y="28956"/>
                </a:lnTo>
                <a:lnTo>
                  <a:pt x="335280" y="33528"/>
                </a:lnTo>
                <a:lnTo>
                  <a:pt x="335182" y="335018"/>
                </a:lnTo>
                <a:lnTo>
                  <a:pt x="334340" y="345948"/>
                </a:lnTo>
                <a:close/>
              </a:path>
              <a:path w="349250" h="388620">
                <a:moveTo>
                  <a:pt x="15240" y="117348"/>
                </a:moveTo>
                <a:lnTo>
                  <a:pt x="0" y="102108"/>
                </a:lnTo>
                <a:lnTo>
                  <a:pt x="224028" y="102108"/>
                </a:lnTo>
                <a:lnTo>
                  <a:pt x="246888" y="79248"/>
                </a:lnTo>
                <a:lnTo>
                  <a:pt x="280416" y="111252"/>
                </a:lnTo>
                <a:lnTo>
                  <a:pt x="56388" y="111252"/>
                </a:lnTo>
                <a:lnTo>
                  <a:pt x="44386" y="111775"/>
                </a:lnTo>
                <a:lnTo>
                  <a:pt x="33528" y="113157"/>
                </a:lnTo>
                <a:lnTo>
                  <a:pt x="23812" y="115109"/>
                </a:lnTo>
                <a:lnTo>
                  <a:pt x="15240" y="117348"/>
                </a:lnTo>
                <a:close/>
              </a:path>
              <a:path w="349250" h="388620">
                <a:moveTo>
                  <a:pt x="228904" y="164592"/>
                </a:moveTo>
                <a:lnTo>
                  <a:pt x="193547" y="164592"/>
                </a:lnTo>
                <a:lnTo>
                  <a:pt x="205740" y="146304"/>
                </a:lnTo>
                <a:lnTo>
                  <a:pt x="228904" y="164592"/>
                </a:lnTo>
                <a:close/>
              </a:path>
              <a:path w="349250" h="388620">
                <a:moveTo>
                  <a:pt x="53340" y="313944"/>
                </a:moveTo>
                <a:lnTo>
                  <a:pt x="56090" y="262128"/>
                </a:lnTo>
                <a:lnTo>
                  <a:pt x="56388" y="234695"/>
                </a:lnTo>
                <a:lnTo>
                  <a:pt x="56126" y="208692"/>
                </a:lnTo>
                <a:lnTo>
                  <a:pt x="55435" y="185547"/>
                </a:lnTo>
                <a:lnTo>
                  <a:pt x="54416" y="164592"/>
                </a:lnTo>
                <a:lnTo>
                  <a:pt x="53340" y="147828"/>
                </a:lnTo>
                <a:lnTo>
                  <a:pt x="80772" y="164592"/>
                </a:lnTo>
                <a:lnTo>
                  <a:pt x="228904" y="164592"/>
                </a:lnTo>
                <a:lnTo>
                  <a:pt x="234696" y="169164"/>
                </a:lnTo>
                <a:lnTo>
                  <a:pt x="228817" y="173736"/>
                </a:lnTo>
                <a:lnTo>
                  <a:pt x="80772" y="173736"/>
                </a:lnTo>
                <a:lnTo>
                  <a:pt x="80772" y="262128"/>
                </a:lnTo>
                <a:lnTo>
                  <a:pt x="221001" y="262128"/>
                </a:lnTo>
                <a:lnTo>
                  <a:pt x="221003" y="263247"/>
                </a:lnTo>
                <a:lnTo>
                  <a:pt x="221135" y="271271"/>
                </a:lnTo>
                <a:lnTo>
                  <a:pt x="80772" y="271271"/>
                </a:lnTo>
                <a:lnTo>
                  <a:pt x="80772" y="301752"/>
                </a:lnTo>
                <a:lnTo>
                  <a:pt x="53340" y="313944"/>
                </a:lnTo>
                <a:close/>
              </a:path>
              <a:path w="349250" h="388620">
                <a:moveTo>
                  <a:pt x="221001" y="262128"/>
                </a:moveTo>
                <a:lnTo>
                  <a:pt x="196596" y="262128"/>
                </a:lnTo>
                <a:lnTo>
                  <a:pt x="196596" y="173736"/>
                </a:lnTo>
                <a:lnTo>
                  <a:pt x="228817" y="173736"/>
                </a:lnTo>
                <a:lnTo>
                  <a:pt x="220980" y="179831"/>
                </a:lnTo>
                <a:lnTo>
                  <a:pt x="221001" y="262128"/>
                </a:lnTo>
                <a:close/>
              </a:path>
              <a:path w="349250" h="388620">
                <a:moveTo>
                  <a:pt x="196596" y="303276"/>
                </a:moveTo>
                <a:lnTo>
                  <a:pt x="196596" y="271271"/>
                </a:lnTo>
                <a:lnTo>
                  <a:pt x="221135" y="271271"/>
                </a:lnTo>
                <a:lnTo>
                  <a:pt x="221170" y="273367"/>
                </a:lnTo>
                <a:lnTo>
                  <a:pt x="221622" y="283202"/>
                </a:lnTo>
                <a:lnTo>
                  <a:pt x="222504" y="292607"/>
                </a:lnTo>
                <a:lnTo>
                  <a:pt x="196596" y="303276"/>
                </a:lnTo>
                <a:close/>
              </a:path>
              <a:path w="349250" h="388620">
                <a:moveTo>
                  <a:pt x="297180" y="388620"/>
                </a:moveTo>
                <a:lnTo>
                  <a:pt x="293441" y="378380"/>
                </a:lnTo>
                <a:lnTo>
                  <a:pt x="282130" y="368427"/>
                </a:lnTo>
                <a:lnTo>
                  <a:pt x="263104" y="359044"/>
                </a:lnTo>
                <a:lnTo>
                  <a:pt x="236220" y="350520"/>
                </a:lnTo>
                <a:lnTo>
                  <a:pt x="236220" y="341375"/>
                </a:lnTo>
                <a:lnTo>
                  <a:pt x="255341" y="343376"/>
                </a:lnTo>
                <a:lnTo>
                  <a:pt x="271462" y="344805"/>
                </a:lnTo>
                <a:lnTo>
                  <a:pt x="284440" y="345662"/>
                </a:lnTo>
                <a:lnTo>
                  <a:pt x="294132" y="345948"/>
                </a:lnTo>
                <a:lnTo>
                  <a:pt x="334340" y="345948"/>
                </a:lnTo>
                <a:lnTo>
                  <a:pt x="333827" y="352615"/>
                </a:lnTo>
                <a:lnTo>
                  <a:pt x="327088" y="368046"/>
                </a:lnTo>
                <a:lnTo>
                  <a:pt x="314920" y="380047"/>
                </a:lnTo>
                <a:lnTo>
                  <a:pt x="297180" y="3886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" name="object 57"/>
          <p:cNvSpPr/>
          <p:nvPr/>
        </p:nvSpPr>
        <p:spPr>
          <a:xfrm>
            <a:off x="7018007" y="3435095"/>
            <a:ext cx="855344" cy="408940"/>
          </a:xfrm>
          <a:custGeom>
            <a:avLst/>
            <a:gdLst/>
            <a:ahLst/>
            <a:cxnLst/>
            <a:rect l="l" t="t" r="r" b="b"/>
            <a:pathLst>
              <a:path w="855345" h="408939">
                <a:moveTo>
                  <a:pt x="202692" y="35052"/>
                </a:moveTo>
                <a:lnTo>
                  <a:pt x="175260" y="6096"/>
                </a:lnTo>
                <a:lnTo>
                  <a:pt x="166674" y="12700"/>
                </a:lnTo>
                <a:lnTo>
                  <a:pt x="156781" y="18859"/>
                </a:lnTo>
                <a:lnTo>
                  <a:pt x="119710" y="35052"/>
                </a:lnTo>
                <a:lnTo>
                  <a:pt x="76200" y="48768"/>
                </a:lnTo>
                <a:lnTo>
                  <a:pt x="48768" y="33528"/>
                </a:lnTo>
                <a:lnTo>
                  <a:pt x="49009" y="54991"/>
                </a:lnTo>
                <a:lnTo>
                  <a:pt x="49530" y="82867"/>
                </a:lnTo>
                <a:lnTo>
                  <a:pt x="50063" y="118872"/>
                </a:lnTo>
                <a:lnTo>
                  <a:pt x="50304" y="160020"/>
                </a:lnTo>
                <a:lnTo>
                  <a:pt x="50609" y="200787"/>
                </a:lnTo>
                <a:lnTo>
                  <a:pt x="46659" y="271653"/>
                </a:lnTo>
                <a:lnTo>
                  <a:pt x="35801" y="326504"/>
                </a:lnTo>
                <a:lnTo>
                  <a:pt x="14605" y="378460"/>
                </a:lnTo>
                <a:lnTo>
                  <a:pt x="0" y="403860"/>
                </a:lnTo>
                <a:lnTo>
                  <a:pt x="4572" y="406908"/>
                </a:lnTo>
                <a:lnTo>
                  <a:pt x="34607" y="368033"/>
                </a:lnTo>
                <a:lnTo>
                  <a:pt x="56197" y="326707"/>
                </a:lnTo>
                <a:lnTo>
                  <a:pt x="69519" y="282829"/>
                </a:lnTo>
                <a:lnTo>
                  <a:pt x="74676" y="236220"/>
                </a:lnTo>
                <a:lnTo>
                  <a:pt x="155448" y="236220"/>
                </a:lnTo>
                <a:lnTo>
                  <a:pt x="155448" y="262128"/>
                </a:lnTo>
                <a:lnTo>
                  <a:pt x="181356" y="252984"/>
                </a:lnTo>
                <a:lnTo>
                  <a:pt x="181152" y="236220"/>
                </a:lnTo>
                <a:lnTo>
                  <a:pt x="180924" y="225552"/>
                </a:lnTo>
                <a:lnTo>
                  <a:pt x="180594" y="210502"/>
                </a:lnTo>
                <a:lnTo>
                  <a:pt x="180098" y="182308"/>
                </a:lnTo>
                <a:lnTo>
                  <a:pt x="179832" y="146304"/>
                </a:lnTo>
                <a:lnTo>
                  <a:pt x="189636" y="138684"/>
                </a:lnTo>
                <a:lnTo>
                  <a:pt x="193548" y="135636"/>
                </a:lnTo>
                <a:lnTo>
                  <a:pt x="186639" y="129540"/>
                </a:lnTo>
                <a:lnTo>
                  <a:pt x="167640" y="112776"/>
                </a:lnTo>
                <a:lnTo>
                  <a:pt x="155448" y="127685"/>
                </a:lnTo>
                <a:lnTo>
                  <a:pt x="155448" y="138684"/>
                </a:lnTo>
                <a:lnTo>
                  <a:pt x="155448" y="225552"/>
                </a:lnTo>
                <a:lnTo>
                  <a:pt x="74676" y="225552"/>
                </a:lnTo>
                <a:lnTo>
                  <a:pt x="76200" y="138684"/>
                </a:lnTo>
                <a:lnTo>
                  <a:pt x="155448" y="138684"/>
                </a:lnTo>
                <a:lnTo>
                  <a:pt x="155448" y="127685"/>
                </a:lnTo>
                <a:lnTo>
                  <a:pt x="153924" y="129540"/>
                </a:lnTo>
                <a:lnTo>
                  <a:pt x="76200" y="129540"/>
                </a:lnTo>
                <a:lnTo>
                  <a:pt x="76200" y="59436"/>
                </a:lnTo>
                <a:lnTo>
                  <a:pt x="119113" y="48768"/>
                </a:lnTo>
                <a:lnTo>
                  <a:pt x="119976" y="48564"/>
                </a:lnTo>
                <a:lnTo>
                  <a:pt x="155448" y="40957"/>
                </a:lnTo>
                <a:lnTo>
                  <a:pt x="182930" y="36512"/>
                </a:lnTo>
                <a:lnTo>
                  <a:pt x="202692" y="35052"/>
                </a:lnTo>
                <a:close/>
              </a:path>
              <a:path w="855345" h="408939">
                <a:moveTo>
                  <a:pt x="411480" y="160020"/>
                </a:moveTo>
                <a:lnTo>
                  <a:pt x="400278" y="149352"/>
                </a:lnTo>
                <a:lnTo>
                  <a:pt x="379476" y="129540"/>
                </a:lnTo>
                <a:lnTo>
                  <a:pt x="359664" y="149352"/>
                </a:lnTo>
                <a:lnTo>
                  <a:pt x="246888" y="149352"/>
                </a:lnTo>
                <a:lnTo>
                  <a:pt x="246888" y="57912"/>
                </a:lnTo>
                <a:lnTo>
                  <a:pt x="296367" y="48768"/>
                </a:lnTo>
                <a:lnTo>
                  <a:pt x="348805" y="40386"/>
                </a:lnTo>
                <a:lnTo>
                  <a:pt x="399288" y="36576"/>
                </a:lnTo>
                <a:lnTo>
                  <a:pt x="365760" y="3048"/>
                </a:lnTo>
                <a:lnTo>
                  <a:pt x="349758" y="14478"/>
                </a:lnTo>
                <a:lnTo>
                  <a:pt x="324612" y="25908"/>
                </a:lnTo>
                <a:lnTo>
                  <a:pt x="290322" y="37338"/>
                </a:lnTo>
                <a:lnTo>
                  <a:pt x="246888" y="48768"/>
                </a:lnTo>
                <a:lnTo>
                  <a:pt x="217932" y="33528"/>
                </a:lnTo>
                <a:lnTo>
                  <a:pt x="218821" y="53301"/>
                </a:lnTo>
                <a:lnTo>
                  <a:pt x="219265" y="73914"/>
                </a:lnTo>
                <a:lnTo>
                  <a:pt x="219341" y="82867"/>
                </a:lnTo>
                <a:lnTo>
                  <a:pt x="219265" y="160020"/>
                </a:lnTo>
                <a:lnTo>
                  <a:pt x="217932" y="205740"/>
                </a:lnTo>
                <a:lnTo>
                  <a:pt x="210502" y="256032"/>
                </a:lnTo>
                <a:lnTo>
                  <a:pt x="190500" y="310896"/>
                </a:lnTo>
                <a:lnTo>
                  <a:pt x="160020" y="361188"/>
                </a:lnTo>
                <a:lnTo>
                  <a:pt x="124968" y="402336"/>
                </a:lnTo>
                <a:lnTo>
                  <a:pt x="129540" y="406908"/>
                </a:lnTo>
                <a:lnTo>
                  <a:pt x="165760" y="374650"/>
                </a:lnTo>
                <a:lnTo>
                  <a:pt x="195186" y="338836"/>
                </a:lnTo>
                <a:lnTo>
                  <a:pt x="217932" y="299466"/>
                </a:lnTo>
                <a:lnTo>
                  <a:pt x="234086" y="256540"/>
                </a:lnTo>
                <a:lnTo>
                  <a:pt x="243700" y="210058"/>
                </a:lnTo>
                <a:lnTo>
                  <a:pt x="246888" y="160020"/>
                </a:lnTo>
                <a:lnTo>
                  <a:pt x="315468" y="160020"/>
                </a:lnTo>
                <a:lnTo>
                  <a:pt x="315353" y="344284"/>
                </a:lnTo>
                <a:lnTo>
                  <a:pt x="315277" y="353568"/>
                </a:lnTo>
                <a:lnTo>
                  <a:pt x="314820" y="378460"/>
                </a:lnTo>
                <a:lnTo>
                  <a:pt x="313944" y="403860"/>
                </a:lnTo>
                <a:lnTo>
                  <a:pt x="341376" y="390144"/>
                </a:lnTo>
                <a:lnTo>
                  <a:pt x="341147" y="372960"/>
                </a:lnTo>
                <a:lnTo>
                  <a:pt x="340741" y="361188"/>
                </a:lnTo>
                <a:lnTo>
                  <a:pt x="340093" y="344284"/>
                </a:lnTo>
                <a:lnTo>
                  <a:pt x="339953" y="337185"/>
                </a:lnTo>
                <a:lnTo>
                  <a:pt x="339852" y="160020"/>
                </a:lnTo>
                <a:lnTo>
                  <a:pt x="411480" y="160020"/>
                </a:lnTo>
                <a:close/>
              </a:path>
              <a:path w="855345" h="408939">
                <a:moveTo>
                  <a:pt x="588264" y="25908"/>
                </a:moveTo>
                <a:lnTo>
                  <a:pt x="557784" y="0"/>
                </a:lnTo>
                <a:lnTo>
                  <a:pt x="549211" y="14884"/>
                </a:lnTo>
                <a:lnTo>
                  <a:pt x="539496" y="29908"/>
                </a:lnTo>
                <a:lnTo>
                  <a:pt x="516636" y="60960"/>
                </a:lnTo>
                <a:lnTo>
                  <a:pt x="487870" y="93154"/>
                </a:lnTo>
                <a:lnTo>
                  <a:pt x="451104" y="126492"/>
                </a:lnTo>
                <a:lnTo>
                  <a:pt x="454152" y="132588"/>
                </a:lnTo>
                <a:lnTo>
                  <a:pt x="496811" y="104089"/>
                </a:lnTo>
                <a:lnTo>
                  <a:pt x="535686" y="70104"/>
                </a:lnTo>
                <a:lnTo>
                  <a:pt x="546544" y="60388"/>
                </a:lnTo>
                <a:lnTo>
                  <a:pt x="556260" y="51816"/>
                </a:lnTo>
                <a:lnTo>
                  <a:pt x="563626" y="44983"/>
                </a:lnTo>
                <a:lnTo>
                  <a:pt x="571690" y="38290"/>
                </a:lnTo>
                <a:lnTo>
                  <a:pt x="580059" y="31889"/>
                </a:lnTo>
                <a:lnTo>
                  <a:pt x="588264" y="25908"/>
                </a:lnTo>
                <a:close/>
              </a:path>
              <a:path w="855345" h="408939">
                <a:moveTo>
                  <a:pt x="606552" y="112776"/>
                </a:moveTo>
                <a:lnTo>
                  <a:pt x="573024" y="86868"/>
                </a:lnTo>
                <a:lnTo>
                  <a:pt x="569023" y="96354"/>
                </a:lnTo>
                <a:lnTo>
                  <a:pt x="563880" y="106680"/>
                </a:lnTo>
                <a:lnTo>
                  <a:pt x="541312" y="144475"/>
                </a:lnTo>
                <a:lnTo>
                  <a:pt x="518452" y="175856"/>
                </a:lnTo>
                <a:lnTo>
                  <a:pt x="489610" y="211010"/>
                </a:lnTo>
                <a:lnTo>
                  <a:pt x="460514" y="241350"/>
                </a:lnTo>
                <a:lnTo>
                  <a:pt x="446532" y="254508"/>
                </a:lnTo>
                <a:lnTo>
                  <a:pt x="449580" y="260604"/>
                </a:lnTo>
                <a:lnTo>
                  <a:pt x="469328" y="247751"/>
                </a:lnTo>
                <a:lnTo>
                  <a:pt x="487489" y="234315"/>
                </a:lnTo>
                <a:lnTo>
                  <a:pt x="504240" y="220319"/>
                </a:lnTo>
                <a:lnTo>
                  <a:pt x="519684" y="205740"/>
                </a:lnTo>
                <a:lnTo>
                  <a:pt x="519607" y="335280"/>
                </a:lnTo>
                <a:lnTo>
                  <a:pt x="519430" y="347789"/>
                </a:lnTo>
                <a:lnTo>
                  <a:pt x="518731" y="367093"/>
                </a:lnTo>
                <a:lnTo>
                  <a:pt x="517766" y="387273"/>
                </a:lnTo>
                <a:lnTo>
                  <a:pt x="516636" y="408432"/>
                </a:lnTo>
                <a:lnTo>
                  <a:pt x="544068" y="394716"/>
                </a:lnTo>
                <a:lnTo>
                  <a:pt x="544068" y="205740"/>
                </a:lnTo>
                <a:lnTo>
                  <a:pt x="544068" y="181356"/>
                </a:lnTo>
                <a:lnTo>
                  <a:pt x="555790" y="166738"/>
                </a:lnTo>
                <a:lnTo>
                  <a:pt x="580644" y="137160"/>
                </a:lnTo>
                <a:lnTo>
                  <a:pt x="598868" y="119380"/>
                </a:lnTo>
                <a:lnTo>
                  <a:pt x="606552" y="112776"/>
                </a:lnTo>
                <a:close/>
              </a:path>
              <a:path w="855345" h="408939">
                <a:moveTo>
                  <a:pt x="680262" y="329336"/>
                </a:moveTo>
                <a:lnTo>
                  <a:pt x="657225" y="294703"/>
                </a:lnTo>
                <a:lnTo>
                  <a:pt x="624840" y="272796"/>
                </a:lnTo>
                <a:lnTo>
                  <a:pt x="621792" y="278892"/>
                </a:lnTo>
                <a:lnTo>
                  <a:pt x="632993" y="293204"/>
                </a:lnTo>
                <a:lnTo>
                  <a:pt x="641604" y="306514"/>
                </a:lnTo>
                <a:lnTo>
                  <a:pt x="647941" y="318973"/>
                </a:lnTo>
                <a:lnTo>
                  <a:pt x="652272" y="330708"/>
                </a:lnTo>
                <a:lnTo>
                  <a:pt x="655726" y="340448"/>
                </a:lnTo>
                <a:lnTo>
                  <a:pt x="659320" y="346900"/>
                </a:lnTo>
                <a:lnTo>
                  <a:pt x="663206" y="350215"/>
                </a:lnTo>
                <a:lnTo>
                  <a:pt x="667512" y="350520"/>
                </a:lnTo>
                <a:lnTo>
                  <a:pt x="672084" y="348996"/>
                </a:lnTo>
                <a:lnTo>
                  <a:pt x="676656" y="344424"/>
                </a:lnTo>
                <a:lnTo>
                  <a:pt x="679704" y="335280"/>
                </a:lnTo>
                <a:lnTo>
                  <a:pt x="680262" y="329336"/>
                </a:lnTo>
                <a:close/>
              </a:path>
              <a:path w="855345" h="408939">
                <a:moveTo>
                  <a:pt x="810768" y="38100"/>
                </a:moveTo>
                <a:lnTo>
                  <a:pt x="803148" y="30480"/>
                </a:lnTo>
                <a:lnTo>
                  <a:pt x="786384" y="13716"/>
                </a:lnTo>
                <a:lnTo>
                  <a:pt x="772668" y="28803"/>
                </a:lnTo>
                <a:lnTo>
                  <a:pt x="772668" y="39624"/>
                </a:lnTo>
                <a:lnTo>
                  <a:pt x="772668" y="88392"/>
                </a:lnTo>
                <a:lnTo>
                  <a:pt x="772668" y="99060"/>
                </a:lnTo>
                <a:lnTo>
                  <a:pt x="772668" y="150876"/>
                </a:lnTo>
                <a:lnTo>
                  <a:pt x="644652" y="150876"/>
                </a:lnTo>
                <a:lnTo>
                  <a:pt x="644652" y="99060"/>
                </a:lnTo>
                <a:lnTo>
                  <a:pt x="772668" y="99060"/>
                </a:lnTo>
                <a:lnTo>
                  <a:pt x="772668" y="88392"/>
                </a:lnTo>
                <a:lnTo>
                  <a:pt x="644652" y="88392"/>
                </a:lnTo>
                <a:lnTo>
                  <a:pt x="644652" y="39624"/>
                </a:lnTo>
                <a:lnTo>
                  <a:pt x="772668" y="39624"/>
                </a:lnTo>
                <a:lnTo>
                  <a:pt x="772668" y="28803"/>
                </a:lnTo>
                <a:lnTo>
                  <a:pt x="771144" y="30480"/>
                </a:lnTo>
                <a:lnTo>
                  <a:pt x="644652" y="30480"/>
                </a:lnTo>
                <a:lnTo>
                  <a:pt x="620268" y="18288"/>
                </a:lnTo>
                <a:lnTo>
                  <a:pt x="621157" y="36029"/>
                </a:lnTo>
                <a:lnTo>
                  <a:pt x="621525" y="51816"/>
                </a:lnTo>
                <a:lnTo>
                  <a:pt x="621652" y="60960"/>
                </a:lnTo>
                <a:lnTo>
                  <a:pt x="621779" y="80962"/>
                </a:lnTo>
                <a:lnTo>
                  <a:pt x="621665" y="109613"/>
                </a:lnTo>
                <a:lnTo>
                  <a:pt x="621563" y="119875"/>
                </a:lnTo>
                <a:lnTo>
                  <a:pt x="620585" y="159448"/>
                </a:lnTo>
                <a:lnTo>
                  <a:pt x="620458" y="166738"/>
                </a:lnTo>
                <a:lnTo>
                  <a:pt x="620268" y="182880"/>
                </a:lnTo>
                <a:lnTo>
                  <a:pt x="644652" y="172212"/>
                </a:lnTo>
                <a:lnTo>
                  <a:pt x="644652" y="161544"/>
                </a:lnTo>
                <a:lnTo>
                  <a:pt x="772668" y="161544"/>
                </a:lnTo>
                <a:lnTo>
                  <a:pt x="772668" y="181356"/>
                </a:lnTo>
                <a:lnTo>
                  <a:pt x="798576" y="169164"/>
                </a:lnTo>
                <a:lnTo>
                  <a:pt x="798245" y="161544"/>
                </a:lnTo>
                <a:lnTo>
                  <a:pt x="797788" y="150876"/>
                </a:lnTo>
                <a:lnTo>
                  <a:pt x="797128" y="99060"/>
                </a:lnTo>
                <a:lnTo>
                  <a:pt x="797052" y="48768"/>
                </a:lnTo>
                <a:lnTo>
                  <a:pt x="808812" y="39624"/>
                </a:lnTo>
                <a:lnTo>
                  <a:pt x="810768" y="38100"/>
                </a:lnTo>
                <a:close/>
              </a:path>
              <a:path w="855345" h="408939">
                <a:moveTo>
                  <a:pt x="854964" y="266700"/>
                </a:moveTo>
                <a:lnTo>
                  <a:pt x="822960" y="234696"/>
                </a:lnTo>
                <a:lnTo>
                  <a:pt x="803148" y="256032"/>
                </a:lnTo>
                <a:lnTo>
                  <a:pt x="775716" y="256032"/>
                </a:lnTo>
                <a:lnTo>
                  <a:pt x="775716" y="208788"/>
                </a:lnTo>
                <a:lnTo>
                  <a:pt x="836676" y="208788"/>
                </a:lnTo>
                <a:lnTo>
                  <a:pt x="807720" y="179832"/>
                </a:lnTo>
                <a:lnTo>
                  <a:pt x="787908" y="198120"/>
                </a:lnTo>
                <a:lnTo>
                  <a:pt x="586740" y="198120"/>
                </a:lnTo>
                <a:lnTo>
                  <a:pt x="601980" y="213360"/>
                </a:lnTo>
                <a:lnTo>
                  <a:pt x="612292" y="211366"/>
                </a:lnTo>
                <a:lnTo>
                  <a:pt x="622744" y="209931"/>
                </a:lnTo>
                <a:lnTo>
                  <a:pt x="633488" y="209080"/>
                </a:lnTo>
                <a:lnTo>
                  <a:pt x="644652" y="208788"/>
                </a:lnTo>
                <a:lnTo>
                  <a:pt x="751332" y="208788"/>
                </a:lnTo>
                <a:lnTo>
                  <a:pt x="751332" y="256032"/>
                </a:lnTo>
                <a:lnTo>
                  <a:pt x="565404" y="256032"/>
                </a:lnTo>
                <a:lnTo>
                  <a:pt x="582168" y="271272"/>
                </a:lnTo>
                <a:lnTo>
                  <a:pt x="591604" y="269278"/>
                </a:lnTo>
                <a:lnTo>
                  <a:pt x="601599" y="267843"/>
                </a:lnTo>
                <a:lnTo>
                  <a:pt x="612178" y="266992"/>
                </a:lnTo>
                <a:lnTo>
                  <a:pt x="623316" y="266700"/>
                </a:lnTo>
                <a:lnTo>
                  <a:pt x="751332" y="266700"/>
                </a:lnTo>
                <a:lnTo>
                  <a:pt x="751332" y="361188"/>
                </a:lnTo>
                <a:lnTo>
                  <a:pt x="749808" y="365760"/>
                </a:lnTo>
                <a:lnTo>
                  <a:pt x="745236" y="368808"/>
                </a:lnTo>
                <a:lnTo>
                  <a:pt x="738949" y="369976"/>
                </a:lnTo>
                <a:lnTo>
                  <a:pt x="726948" y="368998"/>
                </a:lnTo>
                <a:lnTo>
                  <a:pt x="709231" y="366026"/>
                </a:lnTo>
                <a:lnTo>
                  <a:pt x="685800" y="361188"/>
                </a:lnTo>
                <a:lnTo>
                  <a:pt x="685800" y="368808"/>
                </a:lnTo>
                <a:lnTo>
                  <a:pt x="708926" y="378841"/>
                </a:lnTo>
                <a:lnTo>
                  <a:pt x="725614" y="388429"/>
                </a:lnTo>
                <a:lnTo>
                  <a:pt x="735736" y="397751"/>
                </a:lnTo>
                <a:lnTo>
                  <a:pt x="739140" y="406908"/>
                </a:lnTo>
                <a:lnTo>
                  <a:pt x="755142" y="398907"/>
                </a:lnTo>
                <a:lnTo>
                  <a:pt x="766572" y="388620"/>
                </a:lnTo>
                <a:lnTo>
                  <a:pt x="773430" y="376047"/>
                </a:lnTo>
                <a:lnTo>
                  <a:pt x="774369" y="369976"/>
                </a:lnTo>
                <a:lnTo>
                  <a:pt x="775716" y="361188"/>
                </a:lnTo>
                <a:lnTo>
                  <a:pt x="775716" y="266700"/>
                </a:lnTo>
                <a:lnTo>
                  <a:pt x="854964" y="26670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" name="object 58"/>
          <p:cNvSpPr/>
          <p:nvPr/>
        </p:nvSpPr>
        <p:spPr>
          <a:xfrm>
            <a:off x="7943088" y="3435096"/>
            <a:ext cx="356870" cy="402590"/>
          </a:xfrm>
          <a:custGeom>
            <a:avLst/>
            <a:gdLst/>
            <a:ahLst/>
            <a:cxnLst/>
            <a:rect l="l" t="t" r="r" b="b"/>
            <a:pathLst>
              <a:path w="356870" h="402589">
                <a:moveTo>
                  <a:pt x="54864" y="89916"/>
                </a:moveTo>
                <a:lnTo>
                  <a:pt x="44196" y="89916"/>
                </a:lnTo>
                <a:lnTo>
                  <a:pt x="52220" y="62793"/>
                </a:lnTo>
                <a:lnTo>
                  <a:pt x="58102" y="38671"/>
                </a:lnTo>
                <a:lnTo>
                  <a:pt x="61983" y="17692"/>
                </a:lnTo>
                <a:lnTo>
                  <a:pt x="64008" y="0"/>
                </a:lnTo>
                <a:lnTo>
                  <a:pt x="102108" y="21336"/>
                </a:lnTo>
                <a:lnTo>
                  <a:pt x="92368" y="29051"/>
                </a:lnTo>
                <a:lnTo>
                  <a:pt x="81343" y="43053"/>
                </a:lnTo>
                <a:lnTo>
                  <a:pt x="68889" y="63341"/>
                </a:lnTo>
                <a:lnTo>
                  <a:pt x="54864" y="89916"/>
                </a:lnTo>
                <a:close/>
              </a:path>
              <a:path w="356870" h="402589">
                <a:moveTo>
                  <a:pt x="147828" y="192024"/>
                </a:moveTo>
                <a:lnTo>
                  <a:pt x="143256" y="187452"/>
                </a:lnTo>
                <a:lnTo>
                  <a:pt x="160377" y="160615"/>
                </a:lnTo>
                <a:lnTo>
                  <a:pt x="175069" y="135064"/>
                </a:lnTo>
                <a:lnTo>
                  <a:pt x="196596" y="88392"/>
                </a:lnTo>
                <a:lnTo>
                  <a:pt x="212407" y="44958"/>
                </a:lnTo>
                <a:lnTo>
                  <a:pt x="222503" y="1524"/>
                </a:lnTo>
                <a:lnTo>
                  <a:pt x="262127" y="24384"/>
                </a:lnTo>
                <a:lnTo>
                  <a:pt x="253507" y="32361"/>
                </a:lnTo>
                <a:lnTo>
                  <a:pt x="243459" y="47053"/>
                </a:lnTo>
                <a:lnTo>
                  <a:pt x="231695" y="68318"/>
                </a:lnTo>
                <a:lnTo>
                  <a:pt x="217932" y="96012"/>
                </a:lnTo>
                <a:lnTo>
                  <a:pt x="350520" y="96012"/>
                </a:lnTo>
                <a:lnTo>
                  <a:pt x="356616" y="102108"/>
                </a:lnTo>
                <a:lnTo>
                  <a:pt x="350901" y="106680"/>
                </a:lnTo>
                <a:lnTo>
                  <a:pt x="214884" y="106680"/>
                </a:lnTo>
                <a:lnTo>
                  <a:pt x="198834" y="130730"/>
                </a:lnTo>
                <a:lnTo>
                  <a:pt x="182499" y="152781"/>
                </a:lnTo>
                <a:lnTo>
                  <a:pt x="165592" y="173116"/>
                </a:lnTo>
                <a:lnTo>
                  <a:pt x="147828" y="192024"/>
                </a:lnTo>
                <a:close/>
              </a:path>
              <a:path w="356870" h="402589">
                <a:moveTo>
                  <a:pt x="146304" y="89916"/>
                </a:moveTo>
                <a:lnTo>
                  <a:pt x="111252" y="89916"/>
                </a:lnTo>
                <a:lnTo>
                  <a:pt x="129540" y="73152"/>
                </a:lnTo>
                <a:lnTo>
                  <a:pt x="146304" y="89916"/>
                </a:lnTo>
                <a:close/>
              </a:path>
              <a:path w="356870" h="402589">
                <a:moveTo>
                  <a:pt x="0" y="397764"/>
                </a:moveTo>
                <a:lnTo>
                  <a:pt x="1251" y="352044"/>
                </a:lnTo>
                <a:lnTo>
                  <a:pt x="2786" y="276463"/>
                </a:lnTo>
                <a:lnTo>
                  <a:pt x="2999" y="228600"/>
                </a:lnTo>
                <a:lnTo>
                  <a:pt x="2755" y="193548"/>
                </a:lnTo>
                <a:lnTo>
                  <a:pt x="2095" y="154876"/>
                </a:lnTo>
                <a:lnTo>
                  <a:pt x="1013" y="110942"/>
                </a:lnTo>
                <a:lnTo>
                  <a:pt x="0" y="74676"/>
                </a:lnTo>
                <a:lnTo>
                  <a:pt x="27432" y="89916"/>
                </a:lnTo>
                <a:lnTo>
                  <a:pt x="146304" y="89916"/>
                </a:lnTo>
                <a:lnTo>
                  <a:pt x="155448" y="99060"/>
                </a:lnTo>
                <a:lnTo>
                  <a:pt x="153352" y="100584"/>
                </a:lnTo>
                <a:lnTo>
                  <a:pt x="24384" y="100584"/>
                </a:lnTo>
                <a:lnTo>
                  <a:pt x="24384" y="211836"/>
                </a:lnTo>
                <a:lnTo>
                  <a:pt x="138729" y="211836"/>
                </a:lnTo>
                <a:lnTo>
                  <a:pt x="138743" y="222504"/>
                </a:lnTo>
                <a:lnTo>
                  <a:pt x="24384" y="222504"/>
                </a:lnTo>
                <a:lnTo>
                  <a:pt x="24384" y="344424"/>
                </a:lnTo>
                <a:lnTo>
                  <a:pt x="139438" y="344424"/>
                </a:lnTo>
                <a:lnTo>
                  <a:pt x="139464" y="346850"/>
                </a:lnTo>
                <a:lnTo>
                  <a:pt x="139661" y="355092"/>
                </a:lnTo>
                <a:lnTo>
                  <a:pt x="24384" y="355092"/>
                </a:lnTo>
                <a:lnTo>
                  <a:pt x="24384" y="384048"/>
                </a:lnTo>
                <a:lnTo>
                  <a:pt x="0" y="397764"/>
                </a:lnTo>
                <a:close/>
              </a:path>
              <a:path w="356870" h="402589">
                <a:moveTo>
                  <a:pt x="350520" y="96012"/>
                </a:moveTo>
                <a:lnTo>
                  <a:pt x="312420" y="96012"/>
                </a:lnTo>
                <a:lnTo>
                  <a:pt x="330708" y="76200"/>
                </a:lnTo>
                <a:lnTo>
                  <a:pt x="350520" y="96012"/>
                </a:lnTo>
                <a:close/>
              </a:path>
              <a:path w="356870" h="402589">
                <a:moveTo>
                  <a:pt x="138729" y="211836"/>
                </a:moveTo>
                <a:lnTo>
                  <a:pt x="115824" y="211836"/>
                </a:lnTo>
                <a:lnTo>
                  <a:pt x="115824" y="100584"/>
                </a:lnTo>
                <a:lnTo>
                  <a:pt x="153352" y="100584"/>
                </a:lnTo>
                <a:lnTo>
                  <a:pt x="138684" y="111252"/>
                </a:lnTo>
                <a:lnTo>
                  <a:pt x="138729" y="211836"/>
                </a:lnTo>
                <a:close/>
              </a:path>
              <a:path w="356870" h="402589">
                <a:moveTo>
                  <a:pt x="327778" y="359664"/>
                </a:moveTo>
                <a:lnTo>
                  <a:pt x="283464" y="359664"/>
                </a:lnTo>
                <a:lnTo>
                  <a:pt x="292631" y="357925"/>
                </a:lnTo>
                <a:lnTo>
                  <a:pt x="299656" y="352615"/>
                </a:lnTo>
                <a:lnTo>
                  <a:pt x="309895" y="305562"/>
                </a:lnTo>
                <a:lnTo>
                  <a:pt x="311658" y="259842"/>
                </a:lnTo>
                <a:lnTo>
                  <a:pt x="313456" y="192024"/>
                </a:lnTo>
                <a:lnTo>
                  <a:pt x="315467" y="106680"/>
                </a:lnTo>
                <a:lnTo>
                  <a:pt x="350901" y="106680"/>
                </a:lnTo>
                <a:lnTo>
                  <a:pt x="341376" y="114300"/>
                </a:lnTo>
                <a:lnTo>
                  <a:pt x="339547" y="188719"/>
                </a:lnTo>
                <a:lnTo>
                  <a:pt x="337718" y="249167"/>
                </a:lnTo>
                <a:lnTo>
                  <a:pt x="335889" y="295570"/>
                </a:lnTo>
                <a:lnTo>
                  <a:pt x="334060" y="327855"/>
                </a:lnTo>
                <a:lnTo>
                  <a:pt x="332232" y="345948"/>
                </a:lnTo>
                <a:lnTo>
                  <a:pt x="328497" y="357925"/>
                </a:lnTo>
                <a:lnTo>
                  <a:pt x="327778" y="359664"/>
                </a:lnTo>
                <a:close/>
              </a:path>
              <a:path w="356870" h="402589">
                <a:moveTo>
                  <a:pt x="233172" y="269748"/>
                </a:moveTo>
                <a:lnTo>
                  <a:pt x="230124" y="269748"/>
                </a:lnTo>
                <a:lnTo>
                  <a:pt x="226956" y="268295"/>
                </a:lnTo>
                <a:lnTo>
                  <a:pt x="224218" y="263842"/>
                </a:lnTo>
                <a:lnTo>
                  <a:pt x="221765" y="256246"/>
                </a:lnTo>
                <a:lnTo>
                  <a:pt x="219456" y="245364"/>
                </a:lnTo>
                <a:lnTo>
                  <a:pt x="214907" y="228242"/>
                </a:lnTo>
                <a:lnTo>
                  <a:pt x="208216" y="211264"/>
                </a:lnTo>
                <a:lnTo>
                  <a:pt x="199524" y="194571"/>
                </a:lnTo>
                <a:lnTo>
                  <a:pt x="188976" y="178308"/>
                </a:lnTo>
                <a:lnTo>
                  <a:pt x="192024" y="172212"/>
                </a:lnTo>
                <a:lnTo>
                  <a:pt x="224980" y="199644"/>
                </a:lnTo>
                <a:lnTo>
                  <a:pt x="246888" y="236220"/>
                </a:lnTo>
                <a:lnTo>
                  <a:pt x="246888" y="248412"/>
                </a:lnTo>
                <a:lnTo>
                  <a:pt x="245364" y="254508"/>
                </a:lnTo>
                <a:lnTo>
                  <a:pt x="236220" y="266700"/>
                </a:lnTo>
                <a:lnTo>
                  <a:pt x="233172" y="269748"/>
                </a:lnTo>
                <a:close/>
              </a:path>
              <a:path w="356870" h="402589">
                <a:moveTo>
                  <a:pt x="139438" y="344424"/>
                </a:moveTo>
                <a:lnTo>
                  <a:pt x="115824" y="344424"/>
                </a:lnTo>
                <a:lnTo>
                  <a:pt x="115824" y="222504"/>
                </a:lnTo>
                <a:lnTo>
                  <a:pt x="138743" y="222504"/>
                </a:lnTo>
                <a:lnTo>
                  <a:pt x="138861" y="269748"/>
                </a:lnTo>
                <a:lnTo>
                  <a:pt x="139022" y="305562"/>
                </a:lnTo>
                <a:lnTo>
                  <a:pt x="139438" y="344424"/>
                </a:lnTo>
                <a:close/>
              </a:path>
              <a:path w="356870" h="402589">
                <a:moveTo>
                  <a:pt x="278891" y="402336"/>
                </a:moveTo>
                <a:lnTo>
                  <a:pt x="271986" y="389239"/>
                </a:lnTo>
                <a:lnTo>
                  <a:pt x="260223" y="377571"/>
                </a:lnTo>
                <a:lnTo>
                  <a:pt x="243316" y="367617"/>
                </a:lnTo>
                <a:lnTo>
                  <a:pt x="220979" y="359664"/>
                </a:lnTo>
                <a:lnTo>
                  <a:pt x="220979" y="352044"/>
                </a:lnTo>
                <a:lnTo>
                  <a:pt x="241244" y="355163"/>
                </a:lnTo>
                <a:lnTo>
                  <a:pt x="258508" y="357568"/>
                </a:lnTo>
                <a:lnTo>
                  <a:pt x="272629" y="359116"/>
                </a:lnTo>
                <a:lnTo>
                  <a:pt x="283464" y="359664"/>
                </a:lnTo>
                <a:lnTo>
                  <a:pt x="327778" y="359664"/>
                </a:lnTo>
                <a:lnTo>
                  <a:pt x="324231" y="368236"/>
                </a:lnTo>
                <a:lnTo>
                  <a:pt x="290310" y="397764"/>
                </a:lnTo>
                <a:lnTo>
                  <a:pt x="278891" y="402336"/>
                </a:lnTo>
                <a:close/>
              </a:path>
              <a:path w="356870" h="402589">
                <a:moveTo>
                  <a:pt x="115824" y="391668"/>
                </a:moveTo>
                <a:lnTo>
                  <a:pt x="115824" y="355092"/>
                </a:lnTo>
                <a:lnTo>
                  <a:pt x="139661" y="355092"/>
                </a:lnTo>
                <a:lnTo>
                  <a:pt x="140208" y="377952"/>
                </a:lnTo>
                <a:lnTo>
                  <a:pt x="115824" y="39166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" name="object 59"/>
          <p:cNvSpPr/>
          <p:nvPr/>
        </p:nvSpPr>
        <p:spPr>
          <a:xfrm>
            <a:off x="8368271" y="3432060"/>
            <a:ext cx="836930" cy="411480"/>
          </a:xfrm>
          <a:custGeom>
            <a:avLst/>
            <a:gdLst/>
            <a:ahLst/>
            <a:cxnLst/>
            <a:rect l="l" t="t" r="r" b="b"/>
            <a:pathLst>
              <a:path w="836929" h="411479">
                <a:moveTo>
                  <a:pt x="126492" y="21336"/>
                </a:moveTo>
                <a:lnTo>
                  <a:pt x="86868" y="1524"/>
                </a:lnTo>
                <a:lnTo>
                  <a:pt x="87566" y="28956"/>
                </a:lnTo>
                <a:lnTo>
                  <a:pt x="87668" y="35052"/>
                </a:lnTo>
                <a:lnTo>
                  <a:pt x="88112" y="79248"/>
                </a:lnTo>
                <a:lnTo>
                  <a:pt x="88341" y="150876"/>
                </a:lnTo>
                <a:lnTo>
                  <a:pt x="88392" y="246888"/>
                </a:lnTo>
                <a:lnTo>
                  <a:pt x="28956" y="268224"/>
                </a:lnTo>
                <a:lnTo>
                  <a:pt x="28956" y="111252"/>
                </a:lnTo>
                <a:lnTo>
                  <a:pt x="44196" y="99060"/>
                </a:lnTo>
                <a:lnTo>
                  <a:pt x="4572" y="79248"/>
                </a:lnTo>
                <a:lnTo>
                  <a:pt x="5461" y="97510"/>
                </a:lnTo>
                <a:lnTo>
                  <a:pt x="5918" y="115824"/>
                </a:lnTo>
                <a:lnTo>
                  <a:pt x="6083" y="136931"/>
                </a:lnTo>
                <a:lnTo>
                  <a:pt x="6096" y="257556"/>
                </a:lnTo>
                <a:lnTo>
                  <a:pt x="6654" y="265239"/>
                </a:lnTo>
                <a:lnTo>
                  <a:pt x="5905" y="272224"/>
                </a:lnTo>
                <a:lnTo>
                  <a:pt x="3746" y="278333"/>
                </a:lnTo>
                <a:lnTo>
                  <a:pt x="0" y="283464"/>
                </a:lnTo>
                <a:lnTo>
                  <a:pt x="18288" y="309372"/>
                </a:lnTo>
                <a:lnTo>
                  <a:pt x="28600" y="296532"/>
                </a:lnTo>
                <a:lnTo>
                  <a:pt x="43624" y="283273"/>
                </a:lnTo>
                <a:lnTo>
                  <a:pt x="63512" y="269722"/>
                </a:lnTo>
                <a:lnTo>
                  <a:pt x="66243" y="268224"/>
                </a:lnTo>
                <a:lnTo>
                  <a:pt x="88392" y="256032"/>
                </a:lnTo>
                <a:lnTo>
                  <a:pt x="88163" y="297459"/>
                </a:lnTo>
                <a:lnTo>
                  <a:pt x="87109" y="375183"/>
                </a:lnTo>
                <a:lnTo>
                  <a:pt x="86868" y="411480"/>
                </a:lnTo>
                <a:lnTo>
                  <a:pt x="111252" y="397764"/>
                </a:lnTo>
                <a:lnTo>
                  <a:pt x="111252" y="256032"/>
                </a:lnTo>
                <a:lnTo>
                  <a:pt x="111252" y="35052"/>
                </a:lnTo>
                <a:lnTo>
                  <a:pt x="126492" y="21336"/>
                </a:lnTo>
                <a:close/>
              </a:path>
              <a:path w="836929" h="411479">
                <a:moveTo>
                  <a:pt x="394716" y="371856"/>
                </a:moveTo>
                <a:lnTo>
                  <a:pt x="334518" y="352996"/>
                </a:lnTo>
                <a:lnTo>
                  <a:pt x="293255" y="321564"/>
                </a:lnTo>
                <a:lnTo>
                  <a:pt x="274320" y="303276"/>
                </a:lnTo>
                <a:lnTo>
                  <a:pt x="283235" y="283464"/>
                </a:lnTo>
                <a:lnTo>
                  <a:pt x="292328" y="263271"/>
                </a:lnTo>
                <a:lnTo>
                  <a:pt x="307467" y="218694"/>
                </a:lnTo>
                <a:lnTo>
                  <a:pt x="319760" y="169545"/>
                </a:lnTo>
                <a:lnTo>
                  <a:pt x="329184" y="115824"/>
                </a:lnTo>
                <a:lnTo>
                  <a:pt x="387096" y="115824"/>
                </a:lnTo>
                <a:lnTo>
                  <a:pt x="375920" y="105156"/>
                </a:lnTo>
                <a:lnTo>
                  <a:pt x="353568" y="83820"/>
                </a:lnTo>
                <a:lnTo>
                  <a:pt x="332232" y="105156"/>
                </a:lnTo>
                <a:lnTo>
                  <a:pt x="303276" y="105156"/>
                </a:lnTo>
                <a:lnTo>
                  <a:pt x="303276" y="115824"/>
                </a:lnTo>
                <a:lnTo>
                  <a:pt x="294449" y="169227"/>
                </a:lnTo>
                <a:lnTo>
                  <a:pt x="284035" y="215074"/>
                </a:lnTo>
                <a:lnTo>
                  <a:pt x="272211" y="253187"/>
                </a:lnTo>
                <a:lnTo>
                  <a:pt x="259080" y="283464"/>
                </a:lnTo>
                <a:lnTo>
                  <a:pt x="238848" y="249123"/>
                </a:lnTo>
                <a:lnTo>
                  <a:pt x="221742" y="209931"/>
                </a:lnTo>
                <a:lnTo>
                  <a:pt x="208076" y="165582"/>
                </a:lnTo>
                <a:lnTo>
                  <a:pt x="199034" y="120396"/>
                </a:lnTo>
                <a:lnTo>
                  <a:pt x="198120" y="115824"/>
                </a:lnTo>
                <a:lnTo>
                  <a:pt x="303276" y="115824"/>
                </a:lnTo>
                <a:lnTo>
                  <a:pt x="303276" y="105156"/>
                </a:lnTo>
                <a:lnTo>
                  <a:pt x="198120" y="105156"/>
                </a:lnTo>
                <a:lnTo>
                  <a:pt x="206108" y="84239"/>
                </a:lnTo>
                <a:lnTo>
                  <a:pt x="213931" y="64770"/>
                </a:lnTo>
                <a:lnTo>
                  <a:pt x="221488" y="46431"/>
                </a:lnTo>
                <a:lnTo>
                  <a:pt x="228600" y="28956"/>
                </a:lnTo>
                <a:lnTo>
                  <a:pt x="246888" y="21336"/>
                </a:lnTo>
                <a:lnTo>
                  <a:pt x="202692" y="0"/>
                </a:lnTo>
                <a:lnTo>
                  <a:pt x="191719" y="48107"/>
                </a:lnTo>
                <a:lnTo>
                  <a:pt x="178917" y="93726"/>
                </a:lnTo>
                <a:lnTo>
                  <a:pt x="164287" y="136931"/>
                </a:lnTo>
                <a:lnTo>
                  <a:pt x="147828" y="177800"/>
                </a:lnTo>
                <a:lnTo>
                  <a:pt x="129540" y="216408"/>
                </a:lnTo>
                <a:lnTo>
                  <a:pt x="135636" y="220980"/>
                </a:lnTo>
                <a:lnTo>
                  <a:pt x="150431" y="198399"/>
                </a:lnTo>
                <a:lnTo>
                  <a:pt x="164782" y="174117"/>
                </a:lnTo>
                <a:lnTo>
                  <a:pt x="178295" y="148107"/>
                </a:lnTo>
                <a:lnTo>
                  <a:pt x="190500" y="120396"/>
                </a:lnTo>
                <a:lnTo>
                  <a:pt x="196507" y="169545"/>
                </a:lnTo>
                <a:lnTo>
                  <a:pt x="207645" y="216408"/>
                </a:lnTo>
                <a:lnTo>
                  <a:pt x="223939" y="260985"/>
                </a:lnTo>
                <a:lnTo>
                  <a:pt x="245364" y="303276"/>
                </a:lnTo>
                <a:lnTo>
                  <a:pt x="217106" y="334175"/>
                </a:lnTo>
                <a:lnTo>
                  <a:pt x="187261" y="360807"/>
                </a:lnTo>
                <a:lnTo>
                  <a:pt x="156006" y="383425"/>
                </a:lnTo>
                <a:lnTo>
                  <a:pt x="123444" y="402336"/>
                </a:lnTo>
                <a:lnTo>
                  <a:pt x="126492" y="408432"/>
                </a:lnTo>
                <a:lnTo>
                  <a:pt x="162217" y="391858"/>
                </a:lnTo>
                <a:lnTo>
                  <a:pt x="196215" y="371856"/>
                </a:lnTo>
                <a:lnTo>
                  <a:pt x="228511" y="348424"/>
                </a:lnTo>
                <a:lnTo>
                  <a:pt x="259080" y="321564"/>
                </a:lnTo>
                <a:lnTo>
                  <a:pt x="278777" y="344678"/>
                </a:lnTo>
                <a:lnTo>
                  <a:pt x="301180" y="365950"/>
                </a:lnTo>
                <a:lnTo>
                  <a:pt x="326161" y="385203"/>
                </a:lnTo>
                <a:lnTo>
                  <a:pt x="353568" y="402336"/>
                </a:lnTo>
                <a:lnTo>
                  <a:pt x="361073" y="392976"/>
                </a:lnTo>
                <a:lnTo>
                  <a:pt x="370141" y="385762"/>
                </a:lnTo>
                <a:lnTo>
                  <a:pt x="381215" y="381114"/>
                </a:lnTo>
                <a:lnTo>
                  <a:pt x="394716" y="379476"/>
                </a:lnTo>
                <a:lnTo>
                  <a:pt x="394716" y="371856"/>
                </a:lnTo>
                <a:close/>
              </a:path>
              <a:path w="836929" h="411479">
                <a:moveTo>
                  <a:pt x="836676" y="350507"/>
                </a:moveTo>
                <a:lnTo>
                  <a:pt x="778573" y="321170"/>
                </a:lnTo>
                <a:lnTo>
                  <a:pt x="728472" y="271259"/>
                </a:lnTo>
                <a:lnTo>
                  <a:pt x="689610" y="210680"/>
                </a:lnTo>
                <a:lnTo>
                  <a:pt x="664464" y="152387"/>
                </a:lnTo>
                <a:lnTo>
                  <a:pt x="655612" y="125793"/>
                </a:lnTo>
                <a:lnTo>
                  <a:pt x="647319" y="103047"/>
                </a:lnTo>
                <a:lnTo>
                  <a:pt x="622465" y="55143"/>
                </a:lnTo>
                <a:lnTo>
                  <a:pt x="583603" y="29997"/>
                </a:lnTo>
                <a:lnTo>
                  <a:pt x="554736" y="18275"/>
                </a:lnTo>
                <a:lnTo>
                  <a:pt x="537972" y="35039"/>
                </a:lnTo>
                <a:lnTo>
                  <a:pt x="557174" y="41046"/>
                </a:lnTo>
                <a:lnTo>
                  <a:pt x="573786" y="47612"/>
                </a:lnTo>
                <a:lnTo>
                  <a:pt x="609295" y="70764"/>
                </a:lnTo>
                <a:lnTo>
                  <a:pt x="617816" y="89052"/>
                </a:lnTo>
                <a:lnTo>
                  <a:pt x="617220" y="99047"/>
                </a:lnTo>
                <a:lnTo>
                  <a:pt x="605485" y="142252"/>
                </a:lnTo>
                <a:lnTo>
                  <a:pt x="590740" y="182867"/>
                </a:lnTo>
                <a:lnTo>
                  <a:pt x="572858" y="221208"/>
                </a:lnTo>
                <a:lnTo>
                  <a:pt x="551688" y="257543"/>
                </a:lnTo>
                <a:lnTo>
                  <a:pt x="526592" y="292392"/>
                </a:lnTo>
                <a:lnTo>
                  <a:pt x="497205" y="325932"/>
                </a:lnTo>
                <a:lnTo>
                  <a:pt x="463829" y="358063"/>
                </a:lnTo>
                <a:lnTo>
                  <a:pt x="426720" y="388607"/>
                </a:lnTo>
                <a:lnTo>
                  <a:pt x="431292" y="396227"/>
                </a:lnTo>
                <a:lnTo>
                  <a:pt x="474154" y="366255"/>
                </a:lnTo>
                <a:lnTo>
                  <a:pt x="511302" y="335838"/>
                </a:lnTo>
                <a:lnTo>
                  <a:pt x="542734" y="305155"/>
                </a:lnTo>
                <a:lnTo>
                  <a:pt x="568452" y="274307"/>
                </a:lnTo>
                <a:lnTo>
                  <a:pt x="589241" y="241185"/>
                </a:lnTo>
                <a:lnTo>
                  <a:pt x="607885" y="205917"/>
                </a:lnTo>
                <a:lnTo>
                  <a:pt x="623963" y="168656"/>
                </a:lnTo>
                <a:lnTo>
                  <a:pt x="637032" y="129527"/>
                </a:lnTo>
                <a:lnTo>
                  <a:pt x="645058" y="158089"/>
                </a:lnTo>
                <a:lnTo>
                  <a:pt x="661682" y="207759"/>
                </a:lnTo>
                <a:lnTo>
                  <a:pt x="680542" y="248907"/>
                </a:lnTo>
                <a:lnTo>
                  <a:pt x="705065" y="288391"/>
                </a:lnTo>
                <a:lnTo>
                  <a:pt x="735050" y="326986"/>
                </a:lnTo>
                <a:lnTo>
                  <a:pt x="771626" y="363562"/>
                </a:lnTo>
                <a:lnTo>
                  <a:pt x="792480" y="380987"/>
                </a:lnTo>
                <a:lnTo>
                  <a:pt x="801103" y="370992"/>
                </a:lnTo>
                <a:lnTo>
                  <a:pt x="811149" y="363842"/>
                </a:lnTo>
                <a:lnTo>
                  <a:pt x="822921" y="359562"/>
                </a:lnTo>
                <a:lnTo>
                  <a:pt x="836676" y="358127"/>
                </a:lnTo>
                <a:lnTo>
                  <a:pt x="836676" y="35050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" name="object 60"/>
          <p:cNvSpPr/>
          <p:nvPr/>
        </p:nvSpPr>
        <p:spPr>
          <a:xfrm>
            <a:off x="9270492" y="3736848"/>
            <a:ext cx="53340" cy="62865"/>
          </a:xfrm>
          <a:custGeom>
            <a:avLst/>
            <a:gdLst/>
            <a:ahLst/>
            <a:cxnLst/>
            <a:rect l="l" t="t" r="r" b="b"/>
            <a:pathLst>
              <a:path w="53340" h="62864">
                <a:moveTo>
                  <a:pt x="53339" y="62483"/>
                </a:moveTo>
                <a:lnTo>
                  <a:pt x="0" y="62483"/>
                </a:lnTo>
                <a:lnTo>
                  <a:pt x="0" y="0"/>
                </a:lnTo>
                <a:lnTo>
                  <a:pt x="53339" y="0"/>
                </a:lnTo>
                <a:lnTo>
                  <a:pt x="53339" y="6248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" name="object 61"/>
          <p:cNvSpPr/>
          <p:nvPr/>
        </p:nvSpPr>
        <p:spPr>
          <a:xfrm>
            <a:off x="1751075" y="4267200"/>
            <a:ext cx="155575" cy="155575"/>
          </a:xfrm>
          <a:custGeom>
            <a:avLst/>
            <a:gdLst/>
            <a:ahLst/>
            <a:cxnLst/>
            <a:rect l="l" t="t" r="r" b="b"/>
            <a:pathLst>
              <a:path w="155575" h="155575">
                <a:moveTo>
                  <a:pt x="155448" y="155448"/>
                </a:moveTo>
                <a:lnTo>
                  <a:pt x="0" y="155448"/>
                </a:lnTo>
                <a:lnTo>
                  <a:pt x="0" y="0"/>
                </a:lnTo>
                <a:lnTo>
                  <a:pt x="155448" y="0"/>
                </a:lnTo>
                <a:lnTo>
                  <a:pt x="155448" y="155448"/>
                </a:lnTo>
                <a:close/>
              </a:path>
            </a:pathLst>
          </a:custGeom>
          <a:solidFill>
            <a:srgbClr val="3333C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" name="object 62"/>
          <p:cNvSpPr/>
          <p:nvPr/>
        </p:nvSpPr>
        <p:spPr>
          <a:xfrm>
            <a:off x="2122932" y="4076700"/>
            <a:ext cx="855344" cy="391795"/>
          </a:xfrm>
          <a:custGeom>
            <a:avLst/>
            <a:gdLst/>
            <a:ahLst/>
            <a:cxnLst/>
            <a:rect l="l" t="t" r="r" b="b"/>
            <a:pathLst>
              <a:path w="855344" h="391795">
                <a:moveTo>
                  <a:pt x="91440" y="70104"/>
                </a:moveTo>
                <a:lnTo>
                  <a:pt x="67856" y="40005"/>
                </a:lnTo>
                <a:lnTo>
                  <a:pt x="36576" y="22860"/>
                </a:lnTo>
                <a:lnTo>
                  <a:pt x="33528" y="25908"/>
                </a:lnTo>
                <a:lnTo>
                  <a:pt x="44691" y="42443"/>
                </a:lnTo>
                <a:lnTo>
                  <a:pt x="53149" y="57531"/>
                </a:lnTo>
                <a:lnTo>
                  <a:pt x="59029" y="70916"/>
                </a:lnTo>
                <a:lnTo>
                  <a:pt x="62484" y="82296"/>
                </a:lnTo>
                <a:lnTo>
                  <a:pt x="65532" y="92964"/>
                </a:lnTo>
                <a:lnTo>
                  <a:pt x="68580" y="99060"/>
                </a:lnTo>
                <a:lnTo>
                  <a:pt x="76200" y="99060"/>
                </a:lnTo>
                <a:lnTo>
                  <a:pt x="83820" y="91440"/>
                </a:lnTo>
                <a:lnTo>
                  <a:pt x="88392" y="85344"/>
                </a:lnTo>
                <a:lnTo>
                  <a:pt x="91440" y="79248"/>
                </a:lnTo>
                <a:lnTo>
                  <a:pt x="91440" y="70104"/>
                </a:lnTo>
                <a:close/>
              </a:path>
              <a:path w="855344" h="391795">
                <a:moveTo>
                  <a:pt x="381000" y="106680"/>
                </a:moveTo>
                <a:lnTo>
                  <a:pt x="378841" y="105156"/>
                </a:lnTo>
                <a:lnTo>
                  <a:pt x="355092" y="88392"/>
                </a:lnTo>
                <a:lnTo>
                  <a:pt x="345948" y="100965"/>
                </a:lnTo>
                <a:lnTo>
                  <a:pt x="345948" y="115824"/>
                </a:lnTo>
                <a:lnTo>
                  <a:pt x="345948" y="167640"/>
                </a:lnTo>
                <a:lnTo>
                  <a:pt x="345948" y="178308"/>
                </a:lnTo>
                <a:lnTo>
                  <a:pt x="345948" y="230124"/>
                </a:lnTo>
                <a:lnTo>
                  <a:pt x="265176" y="230124"/>
                </a:lnTo>
                <a:lnTo>
                  <a:pt x="265176" y="178308"/>
                </a:lnTo>
                <a:lnTo>
                  <a:pt x="345948" y="178308"/>
                </a:lnTo>
                <a:lnTo>
                  <a:pt x="345948" y="167640"/>
                </a:lnTo>
                <a:lnTo>
                  <a:pt x="265176" y="167640"/>
                </a:lnTo>
                <a:lnTo>
                  <a:pt x="265176" y="115824"/>
                </a:lnTo>
                <a:lnTo>
                  <a:pt x="345948" y="115824"/>
                </a:lnTo>
                <a:lnTo>
                  <a:pt x="345948" y="100965"/>
                </a:lnTo>
                <a:lnTo>
                  <a:pt x="342900" y="105156"/>
                </a:lnTo>
                <a:lnTo>
                  <a:pt x="265176" y="105156"/>
                </a:lnTo>
                <a:lnTo>
                  <a:pt x="271272" y="100584"/>
                </a:lnTo>
                <a:lnTo>
                  <a:pt x="272796" y="96012"/>
                </a:lnTo>
                <a:lnTo>
                  <a:pt x="272796" y="82296"/>
                </a:lnTo>
                <a:lnTo>
                  <a:pt x="271272" y="79248"/>
                </a:lnTo>
                <a:lnTo>
                  <a:pt x="279336" y="74676"/>
                </a:lnTo>
                <a:lnTo>
                  <a:pt x="302983" y="61277"/>
                </a:lnTo>
                <a:lnTo>
                  <a:pt x="329565" y="48577"/>
                </a:lnTo>
                <a:lnTo>
                  <a:pt x="350989" y="41325"/>
                </a:lnTo>
                <a:lnTo>
                  <a:pt x="367284" y="39624"/>
                </a:lnTo>
                <a:lnTo>
                  <a:pt x="360006" y="32004"/>
                </a:lnTo>
                <a:lnTo>
                  <a:pt x="335280" y="6096"/>
                </a:lnTo>
                <a:lnTo>
                  <a:pt x="320040" y="22860"/>
                </a:lnTo>
                <a:lnTo>
                  <a:pt x="143256" y="22860"/>
                </a:lnTo>
                <a:lnTo>
                  <a:pt x="158496" y="38100"/>
                </a:lnTo>
                <a:lnTo>
                  <a:pt x="168821" y="35864"/>
                </a:lnTo>
                <a:lnTo>
                  <a:pt x="179451" y="33909"/>
                </a:lnTo>
                <a:lnTo>
                  <a:pt x="190639" y="32537"/>
                </a:lnTo>
                <a:lnTo>
                  <a:pt x="202692" y="32004"/>
                </a:lnTo>
                <a:lnTo>
                  <a:pt x="318516" y="32004"/>
                </a:lnTo>
                <a:lnTo>
                  <a:pt x="266700" y="74676"/>
                </a:lnTo>
                <a:lnTo>
                  <a:pt x="252717" y="66395"/>
                </a:lnTo>
                <a:lnTo>
                  <a:pt x="238315" y="59817"/>
                </a:lnTo>
                <a:lnTo>
                  <a:pt x="223621" y="54965"/>
                </a:lnTo>
                <a:lnTo>
                  <a:pt x="208788" y="51816"/>
                </a:lnTo>
                <a:lnTo>
                  <a:pt x="205740" y="56388"/>
                </a:lnTo>
                <a:lnTo>
                  <a:pt x="221996" y="67233"/>
                </a:lnTo>
                <a:lnTo>
                  <a:pt x="234124" y="79057"/>
                </a:lnTo>
                <a:lnTo>
                  <a:pt x="241947" y="91757"/>
                </a:lnTo>
                <a:lnTo>
                  <a:pt x="245364" y="105156"/>
                </a:lnTo>
                <a:lnTo>
                  <a:pt x="242316" y="105156"/>
                </a:lnTo>
                <a:lnTo>
                  <a:pt x="242316" y="115824"/>
                </a:lnTo>
                <a:lnTo>
                  <a:pt x="242316" y="167640"/>
                </a:lnTo>
                <a:lnTo>
                  <a:pt x="242316" y="178308"/>
                </a:lnTo>
                <a:lnTo>
                  <a:pt x="242316" y="230124"/>
                </a:lnTo>
                <a:lnTo>
                  <a:pt x="166116" y="230124"/>
                </a:lnTo>
                <a:lnTo>
                  <a:pt x="166116" y="178308"/>
                </a:lnTo>
                <a:lnTo>
                  <a:pt x="242316" y="178308"/>
                </a:lnTo>
                <a:lnTo>
                  <a:pt x="242316" y="167640"/>
                </a:lnTo>
                <a:lnTo>
                  <a:pt x="166116" y="167640"/>
                </a:lnTo>
                <a:lnTo>
                  <a:pt x="166116" y="115824"/>
                </a:lnTo>
                <a:lnTo>
                  <a:pt x="242316" y="115824"/>
                </a:lnTo>
                <a:lnTo>
                  <a:pt x="242316" y="105156"/>
                </a:lnTo>
                <a:lnTo>
                  <a:pt x="170688" y="105156"/>
                </a:lnTo>
                <a:lnTo>
                  <a:pt x="141732" y="88392"/>
                </a:lnTo>
                <a:lnTo>
                  <a:pt x="142608" y="110642"/>
                </a:lnTo>
                <a:lnTo>
                  <a:pt x="143065" y="138303"/>
                </a:lnTo>
                <a:lnTo>
                  <a:pt x="143167" y="160020"/>
                </a:lnTo>
                <a:lnTo>
                  <a:pt x="143052" y="240792"/>
                </a:lnTo>
                <a:lnTo>
                  <a:pt x="143014" y="246557"/>
                </a:lnTo>
                <a:lnTo>
                  <a:pt x="142494" y="280035"/>
                </a:lnTo>
                <a:lnTo>
                  <a:pt x="141960" y="309524"/>
                </a:lnTo>
                <a:lnTo>
                  <a:pt x="141732" y="335280"/>
                </a:lnTo>
                <a:lnTo>
                  <a:pt x="166116" y="324612"/>
                </a:lnTo>
                <a:lnTo>
                  <a:pt x="166116" y="240792"/>
                </a:lnTo>
                <a:lnTo>
                  <a:pt x="242316" y="240792"/>
                </a:lnTo>
                <a:lnTo>
                  <a:pt x="242316" y="329184"/>
                </a:lnTo>
                <a:lnTo>
                  <a:pt x="265176" y="320040"/>
                </a:lnTo>
                <a:lnTo>
                  <a:pt x="265176" y="240792"/>
                </a:lnTo>
                <a:lnTo>
                  <a:pt x="345948" y="240792"/>
                </a:lnTo>
                <a:lnTo>
                  <a:pt x="345948" y="304800"/>
                </a:lnTo>
                <a:lnTo>
                  <a:pt x="341376" y="309372"/>
                </a:lnTo>
                <a:lnTo>
                  <a:pt x="332232" y="309372"/>
                </a:lnTo>
                <a:lnTo>
                  <a:pt x="324510" y="309143"/>
                </a:lnTo>
                <a:lnTo>
                  <a:pt x="303936" y="308089"/>
                </a:lnTo>
                <a:lnTo>
                  <a:pt x="291084" y="307848"/>
                </a:lnTo>
                <a:lnTo>
                  <a:pt x="291084" y="313944"/>
                </a:lnTo>
                <a:lnTo>
                  <a:pt x="310197" y="318516"/>
                </a:lnTo>
                <a:lnTo>
                  <a:pt x="324040" y="325374"/>
                </a:lnTo>
                <a:lnTo>
                  <a:pt x="332435" y="334518"/>
                </a:lnTo>
                <a:lnTo>
                  <a:pt x="335280" y="345948"/>
                </a:lnTo>
                <a:lnTo>
                  <a:pt x="351015" y="338213"/>
                </a:lnTo>
                <a:lnTo>
                  <a:pt x="361759" y="328612"/>
                </a:lnTo>
                <a:lnTo>
                  <a:pt x="367639" y="317017"/>
                </a:lnTo>
                <a:lnTo>
                  <a:pt x="368287" y="309372"/>
                </a:lnTo>
                <a:lnTo>
                  <a:pt x="368808" y="303276"/>
                </a:lnTo>
                <a:lnTo>
                  <a:pt x="368808" y="118872"/>
                </a:lnTo>
                <a:lnTo>
                  <a:pt x="371856" y="115824"/>
                </a:lnTo>
                <a:lnTo>
                  <a:pt x="381000" y="106680"/>
                </a:lnTo>
                <a:close/>
              </a:path>
              <a:path w="855344" h="391795">
                <a:moveTo>
                  <a:pt x="411480" y="353568"/>
                </a:moveTo>
                <a:lnTo>
                  <a:pt x="365112" y="358406"/>
                </a:lnTo>
                <a:lnTo>
                  <a:pt x="321754" y="361378"/>
                </a:lnTo>
                <a:lnTo>
                  <a:pt x="280962" y="362356"/>
                </a:lnTo>
                <a:lnTo>
                  <a:pt x="242316" y="361188"/>
                </a:lnTo>
                <a:lnTo>
                  <a:pt x="179070" y="355663"/>
                </a:lnTo>
                <a:lnTo>
                  <a:pt x="138684" y="344424"/>
                </a:lnTo>
                <a:lnTo>
                  <a:pt x="104343" y="321564"/>
                </a:lnTo>
                <a:lnTo>
                  <a:pt x="101815" y="319354"/>
                </a:lnTo>
                <a:lnTo>
                  <a:pt x="93078" y="309524"/>
                </a:lnTo>
                <a:lnTo>
                  <a:pt x="92964" y="172212"/>
                </a:lnTo>
                <a:lnTo>
                  <a:pt x="99822" y="166116"/>
                </a:lnTo>
                <a:lnTo>
                  <a:pt x="106680" y="160020"/>
                </a:lnTo>
                <a:lnTo>
                  <a:pt x="79248" y="138684"/>
                </a:lnTo>
                <a:lnTo>
                  <a:pt x="68580" y="155448"/>
                </a:lnTo>
                <a:lnTo>
                  <a:pt x="0" y="155448"/>
                </a:lnTo>
                <a:lnTo>
                  <a:pt x="16764" y="172212"/>
                </a:lnTo>
                <a:lnTo>
                  <a:pt x="26187" y="169341"/>
                </a:lnTo>
                <a:lnTo>
                  <a:pt x="36195" y="167449"/>
                </a:lnTo>
                <a:lnTo>
                  <a:pt x="46761" y="166433"/>
                </a:lnTo>
                <a:lnTo>
                  <a:pt x="57912" y="166116"/>
                </a:lnTo>
                <a:lnTo>
                  <a:pt x="70104" y="166116"/>
                </a:lnTo>
                <a:lnTo>
                  <a:pt x="70104" y="312420"/>
                </a:lnTo>
                <a:lnTo>
                  <a:pt x="49504" y="322135"/>
                </a:lnTo>
                <a:lnTo>
                  <a:pt x="31051" y="332994"/>
                </a:lnTo>
                <a:lnTo>
                  <a:pt x="14592" y="344995"/>
                </a:lnTo>
                <a:lnTo>
                  <a:pt x="0" y="358140"/>
                </a:lnTo>
                <a:lnTo>
                  <a:pt x="25908" y="379476"/>
                </a:lnTo>
                <a:lnTo>
                  <a:pt x="31051" y="371195"/>
                </a:lnTo>
                <a:lnTo>
                  <a:pt x="37312" y="362356"/>
                </a:lnTo>
                <a:lnTo>
                  <a:pt x="69342" y="327660"/>
                </a:lnTo>
                <a:lnTo>
                  <a:pt x="80772" y="321564"/>
                </a:lnTo>
                <a:lnTo>
                  <a:pt x="85928" y="322732"/>
                </a:lnTo>
                <a:lnTo>
                  <a:pt x="92392" y="326326"/>
                </a:lnTo>
                <a:lnTo>
                  <a:pt x="100266" y="332498"/>
                </a:lnTo>
                <a:lnTo>
                  <a:pt x="109728" y="341376"/>
                </a:lnTo>
                <a:lnTo>
                  <a:pt x="120599" y="351307"/>
                </a:lnTo>
                <a:lnTo>
                  <a:pt x="161544" y="373380"/>
                </a:lnTo>
                <a:lnTo>
                  <a:pt x="220472" y="386676"/>
                </a:lnTo>
                <a:lnTo>
                  <a:pt x="272503" y="390385"/>
                </a:lnTo>
                <a:lnTo>
                  <a:pt x="377952" y="391668"/>
                </a:lnTo>
                <a:lnTo>
                  <a:pt x="379107" y="381977"/>
                </a:lnTo>
                <a:lnTo>
                  <a:pt x="385000" y="373570"/>
                </a:lnTo>
                <a:lnTo>
                  <a:pt x="395732" y="366598"/>
                </a:lnTo>
                <a:lnTo>
                  <a:pt x="408076" y="362356"/>
                </a:lnTo>
                <a:lnTo>
                  <a:pt x="411480" y="361188"/>
                </a:lnTo>
                <a:lnTo>
                  <a:pt x="411480" y="353568"/>
                </a:lnTo>
                <a:close/>
              </a:path>
              <a:path w="855344" h="391795">
                <a:moveTo>
                  <a:pt x="545579" y="73152"/>
                </a:moveTo>
                <a:lnTo>
                  <a:pt x="523887" y="40373"/>
                </a:lnTo>
                <a:lnTo>
                  <a:pt x="487667" y="18288"/>
                </a:lnTo>
                <a:lnTo>
                  <a:pt x="483095" y="24384"/>
                </a:lnTo>
                <a:lnTo>
                  <a:pt x="493674" y="36347"/>
                </a:lnTo>
                <a:lnTo>
                  <a:pt x="502526" y="49149"/>
                </a:lnTo>
                <a:lnTo>
                  <a:pt x="509676" y="62534"/>
                </a:lnTo>
                <a:lnTo>
                  <a:pt x="515099" y="76200"/>
                </a:lnTo>
                <a:lnTo>
                  <a:pt x="519671" y="89916"/>
                </a:lnTo>
                <a:lnTo>
                  <a:pt x="524243" y="97536"/>
                </a:lnTo>
                <a:lnTo>
                  <a:pt x="531863" y="97536"/>
                </a:lnTo>
                <a:lnTo>
                  <a:pt x="537959" y="91440"/>
                </a:lnTo>
                <a:lnTo>
                  <a:pt x="542531" y="88392"/>
                </a:lnTo>
                <a:lnTo>
                  <a:pt x="545579" y="82296"/>
                </a:lnTo>
                <a:lnTo>
                  <a:pt x="545579" y="73152"/>
                </a:lnTo>
                <a:close/>
              </a:path>
              <a:path w="855344" h="391795">
                <a:moveTo>
                  <a:pt x="670547" y="205740"/>
                </a:moveTo>
                <a:lnTo>
                  <a:pt x="647674" y="168884"/>
                </a:lnTo>
                <a:lnTo>
                  <a:pt x="605015" y="137160"/>
                </a:lnTo>
                <a:lnTo>
                  <a:pt x="601967" y="141732"/>
                </a:lnTo>
                <a:lnTo>
                  <a:pt x="614565" y="158864"/>
                </a:lnTo>
                <a:lnTo>
                  <a:pt x="625017" y="175831"/>
                </a:lnTo>
                <a:lnTo>
                  <a:pt x="633476" y="192532"/>
                </a:lnTo>
                <a:lnTo>
                  <a:pt x="640067" y="208788"/>
                </a:lnTo>
                <a:lnTo>
                  <a:pt x="644639" y="222504"/>
                </a:lnTo>
                <a:lnTo>
                  <a:pt x="649211" y="230124"/>
                </a:lnTo>
                <a:lnTo>
                  <a:pt x="656831" y="230124"/>
                </a:lnTo>
                <a:lnTo>
                  <a:pt x="659879" y="228600"/>
                </a:lnTo>
                <a:lnTo>
                  <a:pt x="662927" y="224028"/>
                </a:lnTo>
                <a:lnTo>
                  <a:pt x="667499" y="220980"/>
                </a:lnTo>
                <a:lnTo>
                  <a:pt x="670547" y="214884"/>
                </a:lnTo>
                <a:lnTo>
                  <a:pt x="670547" y="205740"/>
                </a:lnTo>
                <a:close/>
              </a:path>
              <a:path w="855344" h="391795">
                <a:moveTo>
                  <a:pt x="850379" y="112776"/>
                </a:moveTo>
                <a:lnTo>
                  <a:pt x="818375" y="79248"/>
                </a:lnTo>
                <a:lnTo>
                  <a:pt x="797039" y="102108"/>
                </a:lnTo>
                <a:lnTo>
                  <a:pt x="758939" y="102108"/>
                </a:lnTo>
                <a:lnTo>
                  <a:pt x="758939" y="32004"/>
                </a:lnTo>
                <a:lnTo>
                  <a:pt x="772655" y="18288"/>
                </a:lnTo>
                <a:lnTo>
                  <a:pt x="731507" y="0"/>
                </a:lnTo>
                <a:lnTo>
                  <a:pt x="732637" y="15963"/>
                </a:lnTo>
                <a:lnTo>
                  <a:pt x="733602" y="38481"/>
                </a:lnTo>
                <a:lnTo>
                  <a:pt x="734301" y="67297"/>
                </a:lnTo>
                <a:lnTo>
                  <a:pt x="734555" y="102108"/>
                </a:lnTo>
                <a:lnTo>
                  <a:pt x="565391" y="102108"/>
                </a:lnTo>
                <a:lnTo>
                  <a:pt x="580631" y="117348"/>
                </a:lnTo>
                <a:lnTo>
                  <a:pt x="590372" y="115354"/>
                </a:lnTo>
                <a:lnTo>
                  <a:pt x="599109" y="113919"/>
                </a:lnTo>
                <a:lnTo>
                  <a:pt x="606996" y="113068"/>
                </a:lnTo>
                <a:lnTo>
                  <a:pt x="614159" y="112776"/>
                </a:lnTo>
                <a:lnTo>
                  <a:pt x="734555" y="112776"/>
                </a:lnTo>
                <a:lnTo>
                  <a:pt x="734555" y="300228"/>
                </a:lnTo>
                <a:lnTo>
                  <a:pt x="729983" y="304800"/>
                </a:lnTo>
                <a:lnTo>
                  <a:pt x="723887" y="304800"/>
                </a:lnTo>
                <a:lnTo>
                  <a:pt x="716127" y="304520"/>
                </a:lnTo>
                <a:lnTo>
                  <a:pt x="704075" y="303657"/>
                </a:lnTo>
                <a:lnTo>
                  <a:pt x="665975" y="300228"/>
                </a:lnTo>
                <a:lnTo>
                  <a:pt x="665975" y="307848"/>
                </a:lnTo>
                <a:lnTo>
                  <a:pt x="687692" y="314693"/>
                </a:lnTo>
                <a:lnTo>
                  <a:pt x="704837" y="323659"/>
                </a:lnTo>
                <a:lnTo>
                  <a:pt x="717384" y="334619"/>
                </a:lnTo>
                <a:lnTo>
                  <a:pt x="725411" y="347472"/>
                </a:lnTo>
                <a:lnTo>
                  <a:pt x="733729" y="343763"/>
                </a:lnTo>
                <a:lnTo>
                  <a:pt x="758367" y="309041"/>
                </a:lnTo>
                <a:lnTo>
                  <a:pt x="758939" y="300228"/>
                </a:lnTo>
                <a:lnTo>
                  <a:pt x="758939" y="112776"/>
                </a:lnTo>
                <a:lnTo>
                  <a:pt x="850379" y="112776"/>
                </a:lnTo>
                <a:close/>
              </a:path>
              <a:path w="855344" h="391795">
                <a:moveTo>
                  <a:pt x="854951" y="355092"/>
                </a:moveTo>
                <a:lnTo>
                  <a:pt x="816279" y="358711"/>
                </a:lnTo>
                <a:lnTo>
                  <a:pt x="768756" y="362077"/>
                </a:lnTo>
                <a:lnTo>
                  <a:pt x="728459" y="362712"/>
                </a:lnTo>
                <a:lnTo>
                  <a:pt x="711657" y="362458"/>
                </a:lnTo>
                <a:lnTo>
                  <a:pt x="653783" y="359664"/>
                </a:lnTo>
                <a:lnTo>
                  <a:pt x="600430" y="351091"/>
                </a:lnTo>
                <a:lnTo>
                  <a:pt x="563486" y="331851"/>
                </a:lnTo>
                <a:lnTo>
                  <a:pt x="555675" y="326136"/>
                </a:lnTo>
                <a:lnTo>
                  <a:pt x="552869" y="324091"/>
                </a:lnTo>
                <a:lnTo>
                  <a:pt x="542531" y="315468"/>
                </a:lnTo>
                <a:lnTo>
                  <a:pt x="542531" y="179832"/>
                </a:lnTo>
                <a:lnTo>
                  <a:pt x="549389" y="173736"/>
                </a:lnTo>
                <a:lnTo>
                  <a:pt x="556247" y="167640"/>
                </a:lnTo>
                <a:lnTo>
                  <a:pt x="531863" y="143256"/>
                </a:lnTo>
                <a:lnTo>
                  <a:pt x="513575" y="163068"/>
                </a:lnTo>
                <a:lnTo>
                  <a:pt x="446519" y="163068"/>
                </a:lnTo>
                <a:lnTo>
                  <a:pt x="463283" y="178308"/>
                </a:lnTo>
                <a:lnTo>
                  <a:pt x="472719" y="176314"/>
                </a:lnTo>
                <a:lnTo>
                  <a:pt x="482714" y="174879"/>
                </a:lnTo>
                <a:lnTo>
                  <a:pt x="493293" y="174028"/>
                </a:lnTo>
                <a:lnTo>
                  <a:pt x="504431" y="173736"/>
                </a:lnTo>
                <a:lnTo>
                  <a:pt x="518147" y="173736"/>
                </a:lnTo>
                <a:lnTo>
                  <a:pt x="518147" y="315468"/>
                </a:lnTo>
                <a:lnTo>
                  <a:pt x="500176" y="328663"/>
                </a:lnTo>
                <a:lnTo>
                  <a:pt x="466509" y="352767"/>
                </a:lnTo>
                <a:lnTo>
                  <a:pt x="451091" y="364236"/>
                </a:lnTo>
                <a:lnTo>
                  <a:pt x="475475" y="388620"/>
                </a:lnTo>
                <a:lnTo>
                  <a:pt x="482600" y="376605"/>
                </a:lnTo>
                <a:lnTo>
                  <a:pt x="490143" y="365569"/>
                </a:lnTo>
                <a:lnTo>
                  <a:pt x="521195" y="330898"/>
                </a:lnTo>
                <a:lnTo>
                  <a:pt x="531863" y="326136"/>
                </a:lnTo>
                <a:lnTo>
                  <a:pt x="536181" y="327304"/>
                </a:lnTo>
                <a:lnTo>
                  <a:pt x="542340" y="330898"/>
                </a:lnTo>
                <a:lnTo>
                  <a:pt x="550519" y="337070"/>
                </a:lnTo>
                <a:lnTo>
                  <a:pt x="560819" y="345948"/>
                </a:lnTo>
                <a:lnTo>
                  <a:pt x="571677" y="354520"/>
                </a:lnTo>
                <a:lnTo>
                  <a:pt x="611111" y="373380"/>
                </a:lnTo>
                <a:lnTo>
                  <a:pt x="667270" y="384098"/>
                </a:lnTo>
                <a:lnTo>
                  <a:pt x="691883" y="385572"/>
                </a:lnTo>
                <a:lnTo>
                  <a:pt x="718769" y="387578"/>
                </a:lnTo>
                <a:lnTo>
                  <a:pt x="749223" y="389001"/>
                </a:lnTo>
                <a:lnTo>
                  <a:pt x="783399" y="389864"/>
                </a:lnTo>
                <a:lnTo>
                  <a:pt x="821423" y="390144"/>
                </a:lnTo>
                <a:lnTo>
                  <a:pt x="823455" y="380720"/>
                </a:lnTo>
                <a:lnTo>
                  <a:pt x="829614" y="372999"/>
                </a:lnTo>
                <a:lnTo>
                  <a:pt x="840079" y="367004"/>
                </a:lnTo>
                <a:lnTo>
                  <a:pt x="854951" y="362712"/>
                </a:lnTo>
                <a:lnTo>
                  <a:pt x="854951" y="35509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" name="object 63"/>
          <p:cNvSpPr/>
          <p:nvPr/>
        </p:nvSpPr>
        <p:spPr>
          <a:xfrm>
            <a:off x="3057144" y="4081271"/>
            <a:ext cx="346075" cy="402590"/>
          </a:xfrm>
          <a:custGeom>
            <a:avLst/>
            <a:gdLst/>
            <a:ahLst/>
            <a:cxnLst/>
            <a:rect l="l" t="t" r="r" b="b"/>
            <a:pathLst>
              <a:path w="346075" h="402589">
                <a:moveTo>
                  <a:pt x="340156" y="18288"/>
                </a:moveTo>
                <a:lnTo>
                  <a:pt x="304800" y="18288"/>
                </a:lnTo>
                <a:lnTo>
                  <a:pt x="316992" y="0"/>
                </a:lnTo>
                <a:lnTo>
                  <a:pt x="340156" y="18288"/>
                </a:lnTo>
                <a:close/>
              </a:path>
              <a:path w="346075" h="402589">
                <a:moveTo>
                  <a:pt x="0" y="402336"/>
                </a:moveTo>
                <a:lnTo>
                  <a:pt x="245" y="384048"/>
                </a:lnTo>
                <a:lnTo>
                  <a:pt x="1285" y="348757"/>
                </a:lnTo>
                <a:lnTo>
                  <a:pt x="1363" y="342900"/>
                </a:lnTo>
                <a:lnTo>
                  <a:pt x="1455" y="48768"/>
                </a:lnTo>
                <a:lnTo>
                  <a:pt x="0" y="1524"/>
                </a:lnTo>
                <a:lnTo>
                  <a:pt x="25908" y="18288"/>
                </a:lnTo>
                <a:lnTo>
                  <a:pt x="340156" y="18288"/>
                </a:lnTo>
                <a:lnTo>
                  <a:pt x="345948" y="22860"/>
                </a:lnTo>
                <a:lnTo>
                  <a:pt x="340722" y="27432"/>
                </a:lnTo>
                <a:lnTo>
                  <a:pt x="25908" y="27432"/>
                </a:lnTo>
                <a:lnTo>
                  <a:pt x="25908" y="242316"/>
                </a:lnTo>
                <a:lnTo>
                  <a:pt x="48359" y="242316"/>
                </a:lnTo>
                <a:lnTo>
                  <a:pt x="25908" y="249935"/>
                </a:lnTo>
                <a:lnTo>
                  <a:pt x="25908" y="353567"/>
                </a:lnTo>
                <a:lnTo>
                  <a:pt x="333936" y="353567"/>
                </a:lnTo>
                <a:lnTo>
                  <a:pt x="333946" y="354520"/>
                </a:lnTo>
                <a:lnTo>
                  <a:pt x="334189" y="362712"/>
                </a:lnTo>
                <a:lnTo>
                  <a:pt x="25908" y="362712"/>
                </a:lnTo>
                <a:lnTo>
                  <a:pt x="25908" y="391667"/>
                </a:lnTo>
                <a:lnTo>
                  <a:pt x="0" y="402336"/>
                </a:lnTo>
                <a:close/>
              </a:path>
              <a:path w="346075" h="402589">
                <a:moveTo>
                  <a:pt x="53340" y="164592"/>
                </a:moveTo>
                <a:lnTo>
                  <a:pt x="48768" y="161544"/>
                </a:lnTo>
                <a:lnTo>
                  <a:pt x="61912" y="143232"/>
                </a:lnTo>
                <a:lnTo>
                  <a:pt x="73914" y="124777"/>
                </a:lnTo>
                <a:lnTo>
                  <a:pt x="94488" y="86868"/>
                </a:lnTo>
                <a:lnTo>
                  <a:pt x="110490" y="52006"/>
                </a:lnTo>
                <a:lnTo>
                  <a:pt x="117348" y="27432"/>
                </a:lnTo>
                <a:lnTo>
                  <a:pt x="121920" y="27432"/>
                </a:lnTo>
                <a:lnTo>
                  <a:pt x="150876" y="44196"/>
                </a:lnTo>
                <a:lnTo>
                  <a:pt x="140208" y="48768"/>
                </a:lnTo>
                <a:lnTo>
                  <a:pt x="135683" y="56221"/>
                </a:lnTo>
                <a:lnTo>
                  <a:pt x="127777" y="68270"/>
                </a:lnTo>
                <a:lnTo>
                  <a:pt x="124968" y="73152"/>
                </a:lnTo>
                <a:lnTo>
                  <a:pt x="244792" y="73152"/>
                </a:lnTo>
                <a:lnTo>
                  <a:pt x="254508" y="82296"/>
                </a:lnTo>
                <a:lnTo>
                  <a:pt x="251764" y="83820"/>
                </a:lnTo>
                <a:lnTo>
                  <a:pt x="118872" y="83820"/>
                </a:lnTo>
                <a:lnTo>
                  <a:pt x="124349" y="92964"/>
                </a:lnTo>
                <a:lnTo>
                  <a:pt x="112776" y="92964"/>
                </a:lnTo>
                <a:lnTo>
                  <a:pt x="98774" y="113585"/>
                </a:lnTo>
                <a:lnTo>
                  <a:pt x="84201" y="132207"/>
                </a:lnTo>
                <a:lnTo>
                  <a:pt x="69056" y="149113"/>
                </a:lnTo>
                <a:lnTo>
                  <a:pt x="53340" y="164592"/>
                </a:lnTo>
                <a:close/>
              </a:path>
              <a:path w="346075" h="402589">
                <a:moveTo>
                  <a:pt x="333936" y="353567"/>
                </a:moveTo>
                <a:lnTo>
                  <a:pt x="309372" y="353567"/>
                </a:lnTo>
                <a:lnTo>
                  <a:pt x="309372" y="27432"/>
                </a:lnTo>
                <a:lnTo>
                  <a:pt x="340722" y="27432"/>
                </a:lnTo>
                <a:lnTo>
                  <a:pt x="333756" y="33528"/>
                </a:lnTo>
                <a:lnTo>
                  <a:pt x="333826" y="342900"/>
                </a:lnTo>
                <a:lnTo>
                  <a:pt x="333936" y="353567"/>
                </a:lnTo>
                <a:close/>
              </a:path>
              <a:path w="346075" h="402589">
                <a:moveTo>
                  <a:pt x="244792" y="73152"/>
                </a:moveTo>
                <a:lnTo>
                  <a:pt x="216408" y="73152"/>
                </a:lnTo>
                <a:lnTo>
                  <a:pt x="228600" y="57912"/>
                </a:lnTo>
                <a:lnTo>
                  <a:pt x="244792" y="73152"/>
                </a:lnTo>
                <a:close/>
              </a:path>
              <a:path w="346075" h="402589">
                <a:moveTo>
                  <a:pt x="194204" y="150876"/>
                </a:moveTo>
                <a:lnTo>
                  <a:pt x="166116" y="150876"/>
                </a:lnTo>
                <a:lnTo>
                  <a:pt x="178450" y="136326"/>
                </a:lnTo>
                <a:lnTo>
                  <a:pt x="190500" y="120205"/>
                </a:lnTo>
                <a:lnTo>
                  <a:pt x="202549" y="102655"/>
                </a:lnTo>
                <a:lnTo>
                  <a:pt x="214884" y="83820"/>
                </a:lnTo>
                <a:lnTo>
                  <a:pt x="251764" y="83820"/>
                </a:lnTo>
                <a:lnTo>
                  <a:pt x="240792" y="89916"/>
                </a:lnTo>
                <a:lnTo>
                  <a:pt x="225909" y="110847"/>
                </a:lnTo>
                <a:lnTo>
                  <a:pt x="210883" y="130492"/>
                </a:lnTo>
                <a:lnTo>
                  <a:pt x="195572" y="149280"/>
                </a:lnTo>
                <a:lnTo>
                  <a:pt x="194204" y="150876"/>
                </a:lnTo>
                <a:close/>
              </a:path>
              <a:path w="346075" h="402589">
                <a:moveTo>
                  <a:pt x="48359" y="242316"/>
                </a:moveTo>
                <a:lnTo>
                  <a:pt x="25908" y="242316"/>
                </a:lnTo>
                <a:lnTo>
                  <a:pt x="64531" y="223718"/>
                </a:lnTo>
                <a:lnTo>
                  <a:pt x="98298" y="204406"/>
                </a:lnTo>
                <a:lnTo>
                  <a:pt x="127492" y="184237"/>
                </a:lnTo>
                <a:lnTo>
                  <a:pt x="152400" y="163068"/>
                </a:lnTo>
                <a:lnTo>
                  <a:pt x="141493" y="147399"/>
                </a:lnTo>
                <a:lnTo>
                  <a:pt x="131445" y="130302"/>
                </a:lnTo>
                <a:lnTo>
                  <a:pt x="121967" y="112061"/>
                </a:lnTo>
                <a:lnTo>
                  <a:pt x="112776" y="92964"/>
                </a:lnTo>
                <a:lnTo>
                  <a:pt x="124349" y="92964"/>
                </a:lnTo>
                <a:lnTo>
                  <a:pt x="131183" y="104370"/>
                </a:lnTo>
                <a:lnTo>
                  <a:pt x="143065" y="122491"/>
                </a:lnTo>
                <a:lnTo>
                  <a:pt x="154662" y="138041"/>
                </a:lnTo>
                <a:lnTo>
                  <a:pt x="166116" y="150876"/>
                </a:lnTo>
                <a:lnTo>
                  <a:pt x="194204" y="150876"/>
                </a:lnTo>
                <a:lnTo>
                  <a:pt x="179832" y="167640"/>
                </a:lnTo>
                <a:lnTo>
                  <a:pt x="199619" y="179832"/>
                </a:lnTo>
                <a:lnTo>
                  <a:pt x="164592" y="179832"/>
                </a:lnTo>
                <a:lnTo>
                  <a:pt x="133492" y="202144"/>
                </a:lnTo>
                <a:lnTo>
                  <a:pt x="99822" y="221170"/>
                </a:lnTo>
                <a:lnTo>
                  <a:pt x="63865" y="237053"/>
                </a:lnTo>
                <a:lnTo>
                  <a:pt x="48359" y="242316"/>
                </a:lnTo>
                <a:close/>
              </a:path>
              <a:path w="346075" h="402589">
                <a:moveTo>
                  <a:pt x="271272" y="242316"/>
                </a:moveTo>
                <a:lnTo>
                  <a:pt x="241530" y="229766"/>
                </a:lnTo>
                <a:lnTo>
                  <a:pt x="213931" y="215074"/>
                </a:lnTo>
                <a:lnTo>
                  <a:pt x="188333" y="198381"/>
                </a:lnTo>
                <a:lnTo>
                  <a:pt x="164592" y="179832"/>
                </a:lnTo>
                <a:lnTo>
                  <a:pt x="199619" y="179832"/>
                </a:lnTo>
                <a:lnTo>
                  <a:pt x="208121" y="185070"/>
                </a:lnTo>
                <a:lnTo>
                  <a:pt x="238125" y="198501"/>
                </a:lnTo>
                <a:lnTo>
                  <a:pt x="269843" y="207930"/>
                </a:lnTo>
                <a:lnTo>
                  <a:pt x="303276" y="213359"/>
                </a:lnTo>
                <a:lnTo>
                  <a:pt x="303276" y="220980"/>
                </a:lnTo>
                <a:lnTo>
                  <a:pt x="291846" y="223027"/>
                </a:lnTo>
                <a:lnTo>
                  <a:pt x="282702" y="227076"/>
                </a:lnTo>
                <a:lnTo>
                  <a:pt x="275844" y="233410"/>
                </a:lnTo>
                <a:lnTo>
                  <a:pt x="271272" y="242316"/>
                </a:lnTo>
                <a:close/>
              </a:path>
              <a:path w="346075" h="402589">
                <a:moveTo>
                  <a:pt x="201168" y="272796"/>
                </a:moveTo>
                <a:lnTo>
                  <a:pt x="193548" y="272796"/>
                </a:lnTo>
                <a:lnTo>
                  <a:pt x="190500" y="269747"/>
                </a:lnTo>
                <a:lnTo>
                  <a:pt x="185928" y="263652"/>
                </a:lnTo>
                <a:lnTo>
                  <a:pt x="175593" y="255079"/>
                </a:lnTo>
                <a:lnTo>
                  <a:pt x="162687" y="245364"/>
                </a:lnTo>
                <a:lnTo>
                  <a:pt x="146923" y="234505"/>
                </a:lnTo>
                <a:lnTo>
                  <a:pt x="128016" y="222504"/>
                </a:lnTo>
                <a:lnTo>
                  <a:pt x="129540" y="217932"/>
                </a:lnTo>
                <a:lnTo>
                  <a:pt x="178617" y="229504"/>
                </a:lnTo>
                <a:lnTo>
                  <a:pt x="204216" y="268223"/>
                </a:lnTo>
                <a:lnTo>
                  <a:pt x="201168" y="272796"/>
                </a:lnTo>
                <a:close/>
              </a:path>
              <a:path w="346075" h="402589">
                <a:moveTo>
                  <a:pt x="228600" y="342900"/>
                </a:moveTo>
                <a:lnTo>
                  <a:pt x="217932" y="342900"/>
                </a:lnTo>
                <a:lnTo>
                  <a:pt x="213360" y="339852"/>
                </a:lnTo>
                <a:lnTo>
                  <a:pt x="204216" y="332232"/>
                </a:lnTo>
                <a:lnTo>
                  <a:pt x="187975" y="321659"/>
                </a:lnTo>
                <a:lnTo>
                  <a:pt x="164592" y="310515"/>
                </a:lnTo>
                <a:lnTo>
                  <a:pt x="134350" y="298799"/>
                </a:lnTo>
                <a:lnTo>
                  <a:pt x="97536" y="286511"/>
                </a:lnTo>
                <a:lnTo>
                  <a:pt x="97536" y="280416"/>
                </a:lnTo>
                <a:lnTo>
                  <a:pt x="163830" y="288798"/>
                </a:lnTo>
                <a:lnTo>
                  <a:pt x="202692" y="297180"/>
                </a:lnTo>
                <a:lnTo>
                  <a:pt x="230124" y="336804"/>
                </a:lnTo>
                <a:lnTo>
                  <a:pt x="228600" y="342900"/>
                </a:lnTo>
                <a:close/>
              </a:path>
              <a:path w="346075" h="402589">
                <a:moveTo>
                  <a:pt x="309372" y="397764"/>
                </a:moveTo>
                <a:lnTo>
                  <a:pt x="309372" y="362712"/>
                </a:lnTo>
                <a:lnTo>
                  <a:pt x="334189" y="362712"/>
                </a:lnTo>
                <a:lnTo>
                  <a:pt x="334398" y="369784"/>
                </a:lnTo>
                <a:lnTo>
                  <a:pt x="335280" y="384048"/>
                </a:lnTo>
                <a:lnTo>
                  <a:pt x="309372" y="39776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" name="object 64"/>
          <p:cNvSpPr/>
          <p:nvPr/>
        </p:nvSpPr>
        <p:spPr>
          <a:xfrm>
            <a:off x="3454908" y="4111752"/>
            <a:ext cx="262255" cy="335280"/>
          </a:xfrm>
          <a:custGeom>
            <a:avLst/>
            <a:gdLst/>
            <a:ahLst/>
            <a:cxnLst/>
            <a:rect l="l" t="t" r="r" b="b"/>
            <a:pathLst>
              <a:path w="262254" h="335279">
                <a:moveTo>
                  <a:pt x="153924" y="335280"/>
                </a:moveTo>
                <a:lnTo>
                  <a:pt x="106346" y="329493"/>
                </a:lnTo>
                <a:lnTo>
                  <a:pt x="65341" y="312229"/>
                </a:lnTo>
                <a:lnTo>
                  <a:pt x="32956" y="282368"/>
                </a:lnTo>
                <a:lnTo>
                  <a:pt x="10668" y="240792"/>
                </a:lnTo>
                <a:lnTo>
                  <a:pt x="809" y="187642"/>
                </a:lnTo>
                <a:lnTo>
                  <a:pt x="0" y="167640"/>
                </a:lnTo>
                <a:lnTo>
                  <a:pt x="833" y="148542"/>
                </a:lnTo>
                <a:lnTo>
                  <a:pt x="12192" y="97536"/>
                </a:lnTo>
                <a:lnTo>
                  <a:pt x="32980" y="55959"/>
                </a:lnTo>
                <a:lnTo>
                  <a:pt x="64770" y="25908"/>
                </a:lnTo>
                <a:lnTo>
                  <a:pt x="106584" y="7072"/>
                </a:lnTo>
                <a:lnTo>
                  <a:pt x="155448" y="0"/>
                </a:lnTo>
                <a:lnTo>
                  <a:pt x="163425" y="261"/>
                </a:lnTo>
                <a:lnTo>
                  <a:pt x="208002" y="7119"/>
                </a:lnTo>
                <a:lnTo>
                  <a:pt x="214884" y="9143"/>
                </a:lnTo>
                <a:lnTo>
                  <a:pt x="220622" y="10572"/>
                </a:lnTo>
                <a:lnTo>
                  <a:pt x="226504" y="12573"/>
                </a:lnTo>
                <a:lnTo>
                  <a:pt x="232671" y="15144"/>
                </a:lnTo>
                <a:lnTo>
                  <a:pt x="239268" y="18288"/>
                </a:lnTo>
                <a:lnTo>
                  <a:pt x="248412" y="21336"/>
                </a:lnTo>
                <a:lnTo>
                  <a:pt x="260604" y="27432"/>
                </a:lnTo>
                <a:lnTo>
                  <a:pt x="260604" y="79248"/>
                </a:lnTo>
                <a:lnTo>
                  <a:pt x="257556" y="79248"/>
                </a:lnTo>
                <a:lnTo>
                  <a:pt x="245364" y="70104"/>
                </a:lnTo>
                <a:lnTo>
                  <a:pt x="240792" y="65532"/>
                </a:lnTo>
                <a:lnTo>
                  <a:pt x="230314" y="59817"/>
                </a:lnTo>
                <a:lnTo>
                  <a:pt x="194548" y="43672"/>
                </a:lnTo>
                <a:lnTo>
                  <a:pt x="149352" y="36576"/>
                </a:lnTo>
                <a:lnTo>
                  <a:pt x="127396" y="38862"/>
                </a:lnTo>
                <a:lnTo>
                  <a:pt x="89773" y="57150"/>
                </a:lnTo>
                <a:lnTo>
                  <a:pt x="61793" y="91749"/>
                </a:lnTo>
                <a:lnTo>
                  <a:pt x="47458" y="138088"/>
                </a:lnTo>
                <a:lnTo>
                  <a:pt x="45720" y="166116"/>
                </a:lnTo>
                <a:lnTo>
                  <a:pt x="46053" y="181784"/>
                </a:lnTo>
                <a:lnTo>
                  <a:pt x="53340" y="222504"/>
                </a:lnTo>
                <a:lnTo>
                  <a:pt x="74676" y="263652"/>
                </a:lnTo>
                <a:lnTo>
                  <a:pt x="108204" y="289560"/>
                </a:lnTo>
                <a:lnTo>
                  <a:pt x="152400" y="298704"/>
                </a:lnTo>
                <a:lnTo>
                  <a:pt x="161544" y="298442"/>
                </a:lnTo>
                <a:lnTo>
                  <a:pt x="205359" y="292417"/>
                </a:lnTo>
                <a:lnTo>
                  <a:pt x="219456" y="204216"/>
                </a:lnTo>
                <a:lnTo>
                  <a:pt x="144780" y="204216"/>
                </a:lnTo>
                <a:lnTo>
                  <a:pt x="144780" y="166116"/>
                </a:lnTo>
                <a:lnTo>
                  <a:pt x="262128" y="166116"/>
                </a:lnTo>
                <a:lnTo>
                  <a:pt x="262128" y="307848"/>
                </a:lnTo>
                <a:lnTo>
                  <a:pt x="256032" y="310896"/>
                </a:lnTo>
                <a:lnTo>
                  <a:pt x="248412" y="313944"/>
                </a:lnTo>
                <a:lnTo>
                  <a:pt x="239268" y="316992"/>
                </a:lnTo>
                <a:lnTo>
                  <a:pt x="232648" y="320135"/>
                </a:lnTo>
                <a:lnTo>
                  <a:pt x="226314" y="322707"/>
                </a:lnTo>
                <a:lnTo>
                  <a:pt x="219979" y="324707"/>
                </a:lnTo>
                <a:lnTo>
                  <a:pt x="213360" y="326136"/>
                </a:lnTo>
                <a:lnTo>
                  <a:pt x="199072" y="330517"/>
                </a:lnTo>
                <a:lnTo>
                  <a:pt x="192143" y="332351"/>
                </a:lnTo>
                <a:lnTo>
                  <a:pt x="185928" y="333756"/>
                </a:lnTo>
                <a:lnTo>
                  <a:pt x="178784" y="334637"/>
                </a:lnTo>
                <a:lnTo>
                  <a:pt x="171069" y="335089"/>
                </a:lnTo>
                <a:lnTo>
                  <a:pt x="153924" y="33528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" name="object 65"/>
          <p:cNvSpPr/>
          <p:nvPr/>
        </p:nvSpPr>
        <p:spPr>
          <a:xfrm>
            <a:off x="3779519" y="4236720"/>
            <a:ext cx="241300" cy="35560"/>
          </a:xfrm>
          <a:custGeom>
            <a:avLst/>
            <a:gdLst/>
            <a:ahLst/>
            <a:cxnLst/>
            <a:rect l="l" t="t" r="r" b="b"/>
            <a:pathLst>
              <a:path w="241300" h="35560">
                <a:moveTo>
                  <a:pt x="240792" y="35052"/>
                </a:moveTo>
                <a:lnTo>
                  <a:pt x="0" y="35052"/>
                </a:lnTo>
                <a:lnTo>
                  <a:pt x="0" y="0"/>
                </a:lnTo>
                <a:lnTo>
                  <a:pt x="240792" y="0"/>
                </a:lnTo>
                <a:lnTo>
                  <a:pt x="240792" y="3505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" name="object 66"/>
          <p:cNvSpPr/>
          <p:nvPr/>
        </p:nvSpPr>
        <p:spPr>
          <a:xfrm>
            <a:off x="3779519" y="4328160"/>
            <a:ext cx="241300" cy="35560"/>
          </a:xfrm>
          <a:custGeom>
            <a:avLst/>
            <a:gdLst/>
            <a:ahLst/>
            <a:cxnLst/>
            <a:rect l="l" t="t" r="r" b="b"/>
            <a:pathLst>
              <a:path w="241300" h="35560">
                <a:moveTo>
                  <a:pt x="240792" y="35052"/>
                </a:moveTo>
                <a:lnTo>
                  <a:pt x="0" y="35052"/>
                </a:lnTo>
                <a:lnTo>
                  <a:pt x="0" y="0"/>
                </a:lnTo>
                <a:lnTo>
                  <a:pt x="240792" y="0"/>
                </a:lnTo>
                <a:lnTo>
                  <a:pt x="240792" y="3505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" name="object 67"/>
          <p:cNvSpPr/>
          <p:nvPr/>
        </p:nvSpPr>
        <p:spPr>
          <a:xfrm>
            <a:off x="4087368" y="4102608"/>
            <a:ext cx="459105" cy="428625"/>
          </a:xfrm>
          <a:custGeom>
            <a:avLst/>
            <a:gdLst/>
            <a:ahLst/>
            <a:cxnLst/>
            <a:rect l="l" t="t" r="r" b="b"/>
            <a:pathLst>
              <a:path w="459104" h="428625">
                <a:moveTo>
                  <a:pt x="131064" y="0"/>
                </a:moveTo>
                <a:lnTo>
                  <a:pt x="80772" y="0"/>
                </a:lnTo>
                <a:lnTo>
                  <a:pt x="62484" y="23152"/>
                </a:lnTo>
                <a:lnTo>
                  <a:pt x="32766" y="71158"/>
                </a:lnTo>
                <a:lnTo>
                  <a:pt x="11569" y="122948"/>
                </a:lnTo>
                <a:lnTo>
                  <a:pt x="1181" y="181952"/>
                </a:lnTo>
                <a:lnTo>
                  <a:pt x="0" y="214884"/>
                </a:lnTo>
                <a:lnTo>
                  <a:pt x="1397" y="248018"/>
                </a:lnTo>
                <a:lnTo>
                  <a:pt x="12204" y="306832"/>
                </a:lnTo>
                <a:lnTo>
                  <a:pt x="32766" y="357098"/>
                </a:lnTo>
                <a:lnTo>
                  <a:pt x="62484" y="405104"/>
                </a:lnTo>
                <a:lnTo>
                  <a:pt x="80772" y="428244"/>
                </a:lnTo>
                <a:lnTo>
                  <a:pt x="131064" y="428244"/>
                </a:lnTo>
                <a:lnTo>
                  <a:pt x="131064" y="425196"/>
                </a:lnTo>
                <a:lnTo>
                  <a:pt x="122174" y="417766"/>
                </a:lnTo>
                <a:lnTo>
                  <a:pt x="113728" y="409194"/>
                </a:lnTo>
                <a:lnTo>
                  <a:pt x="105549" y="399478"/>
                </a:lnTo>
                <a:lnTo>
                  <a:pt x="97536" y="388620"/>
                </a:lnTo>
                <a:lnTo>
                  <a:pt x="88912" y="377812"/>
                </a:lnTo>
                <a:lnTo>
                  <a:pt x="67056" y="341376"/>
                </a:lnTo>
                <a:lnTo>
                  <a:pt x="49695" y="297662"/>
                </a:lnTo>
                <a:lnTo>
                  <a:pt x="40195" y="250126"/>
                </a:lnTo>
                <a:lnTo>
                  <a:pt x="38100" y="214884"/>
                </a:lnTo>
                <a:lnTo>
                  <a:pt x="38646" y="196888"/>
                </a:lnTo>
                <a:lnTo>
                  <a:pt x="45720" y="146304"/>
                </a:lnTo>
                <a:lnTo>
                  <a:pt x="60718" y="101523"/>
                </a:lnTo>
                <a:lnTo>
                  <a:pt x="81724" y="61722"/>
                </a:lnTo>
                <a:lnTo>
                  <a:pt x="105549" y="29629"/>
                </a:lnTo>
                <a:lnTo>
                  <a:pt x="131064" y="3048"/>
                </a:lnTo>
                <a:lnTo>
                  <a:pt x="131064" y="0"/>
                </a:lnTo>
                <a:close/>
              </a:path>
              <a:path w="459104" h="428625">
                <a:moveTo>
                  <a:pt x="414528" y="15240"/>
                </a:moveTo>
                <a:lnTo>
                  <a:pt x="370332" y="15240"/>
                </a:lnTo>
                <a:lnTo>
                  <a:pt x="280416" y="283464"/>
                </a:lnTo>
                <a:lnTo>
                  <a:pt x="190500" y="15240"/>
                </a:lnTo>
                <a:lnTo>
                  <a:pt x="144780" y="15240"/>
                </a:lnTo>
                <a:lnTo>
                  <a:pt x="256032" y="338328"/>
                </a:lnTo>
                <a:lnTo>
                  <a:pt x="303276" y="338328"/>
                </a:lnTo>
                <a:lnTo>
                  <a:pt x="414528" y="15240"/>
                </a:lnTo>
                <a:close/>
              </a:path>
              <a:path w="459104" h="428625">
                <a:moveTo>
                  <a:pt x="458711" y="277368"/>
                </a:moveTo>
                <a:lnTo>
                  <a:pt x="405371" y="277368"/>
                </a:lnTo>
                <a:lnTo>
                  <a:pt x="367271" y="419100"/>
                </a:lnTo>
                <a:lnTo>
                  <a:pt x="399288" y="419100"/>
                </a:lnTo>
                <a:lnTo>
                  <a:pt x="458711" y="27736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" name="object 68"/>
          <p:cNvSpPr/>
          <p:nvPr/>
        </p:nvSpPr>
        <p:spPr>
          <a:xfrm>
            <a:off x="4605515" y="4102608"/>
            <a:ext cx="364490" cy="428625"/>
          </a:xfrm>
          <a:custGeom>
            <a:avLst/>
            <a:gdLst/>
            <a:ahLst/>
            <a:cxnLst/>
            <a:rect l="l" t="t" r="r" b="b"/>
            <a:pathLst>
              <a:path w="364489" h="428625">
                <a:moveTo>
                  <a:pt x="202692" y="15748"/>
                </a:moveTo>
                <a:lnTo>
                  <a:pt x="0" y="15748"/>
                </a:lnTo>
                <a:lnTo>
                  <a:pt x="0" y="53848"/>
                </a:lnTo>
                <a:lnTo>
                  <a:pt x="0" y="141478"/>
                </a:lnTo>
                <a:lnTo>
                  <a:pt x="0" y="179578"/>
                </a:lnTo>
                <a:lnTo>
                  <a:pt x="0" y="300228"/>
                </a:lnTo>
                <a:lnTo>
                  <a:pt x="0" y="338328"/>
                </a:lnTo>
                <a:lnTo>
                  <a:pt x="202692" y="338328"/>
                </a:lnTo>
                <a:lnTo>
                  <a:pt x="202692" y="300228"/>
                </a:lnTo>
                <a:lnTo>
                  <a:pt x="42672" y="300228"/>
                </a:lnTo>
                <a:lnTo>
                  <a:pt x="42672" y="179578"/>
                </a:lnTo>
                <a:lnTo>
                  <a:pt x="192024" y="179578"/>
                </a:lnTo>
                <a:lnTo>
                  <a:pt x="192024" y="141478"/>
                </a:lnTo>
                <a:lnTo>
                  <a:pt x="42672" y="141478"/>
                </a:lnTo>
                <a:lnTo>
                  <a:pt x="42672" y="53848"/>
                </a:lnTo>
                <a:lnTo>
                  <a:pt x="202692" y="53848"/>
                </a:lnTo>
                <a:lnTo>
                  <a:pt x="202692" y="15748"/>
                </a:lnTo>
                <a:close/>
              </a:path>
              <a:path w="364489" h="428625">
                <a:moveTo>
                  <a:pt x="364248" y="214884"/>
                </a:moveTo>
                <a:lnTo>
                  <a:pt x="358724" y="150876"/>
                </a:lnTo>
                <a:lnTo>
                  <a:pt x="342912" y="96012"/>
                </a:lnTo>
                <a:lnTo>
                  <a:pt x="316623" y="46863"/>
                </a:lnTo>
                <a:lnTo>
                  <a:pt x="283476" y="0"/>
                </a:lnTo>
                <a:lnTo>
                  <a:pt x="233184" y="0"/>
                </a:lnTo>
                <a:lnTo>
                  <a:pt x="233184" y="3048"/>
                </a:lnTo>
                <a:lnTo>
                  <a:pt x="241414" y="10477"/>
                </a:lnTo>
                <a:lnTo>
                  <a:pt x="249948" y="19050"/>
                </a:lnTo>
                <a:lnTo>
                  <a:pt x="274662" y="50469"/>
                </a:lnTo>
                <a:lnTo>
                  <a:pt x="295668" y="88392"/>
                </a:lnTo>
                <a:lnTo>
                  <a:pt x="302209" y="101523"/>
                </a:lnTo>
                <a:lnTo>
                  <a:pt x="321005" y="162598"/>
                </a:lnTo>
                <a:lnTo>
                  <a:pt x="326148" y="214884"/>
                </a:lnTo>
                <a:lnTo>
                  <a:pt x="325577" y="232651"/>
                </a:lnTo>
                <a:lnTo>
                  <a:pt x="313016" y="297446"/>
                </a:lnTo>
                <a:lnTo>
                  <a:pt x="295668" y="341376"/>
                </a:lnTo>
                <a:lnTo>
                  <a:pt x="274662" y="377812"/>
                </a:lnTo>
                <a:lnTo>
                  <a:pt x="249948" y="409194"/>
                </a:lnTo>
                <a:lnTo>
                  <a:pt x="233184" y="425196"/>
                </a:lnTo>
                <a:lnTo>
                  <a:pt x="233184" y="428244"/>
                </a:lnTo>
                <a:lnTo>
                  <a:pt x="283476" y="428244"/>
                </a:lnTo>
                <a:lnTo>
                  <a:pt x="300901" y="405104"/>
                </a:lnTo>
                <a:lnTo>
                  <a:pt x="330619" y="357098"/>
                </a:lnTo>
                <a:lnTo>
                  <a:pt x="352031" y="305968"/>
                </a:lnTo>
                <a:lnTo>
                  <a:pt x="362839" y="247154"/>
                </a:lnTo>
                <a:lnTo>
                  <a:pt x="364248" y="21488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" name="object 69"/>
          <p:cNvSpPr/>
          <p:nvPr/>
        </p:nvSpPr>
        <p:spPr>
          <a:xfrm>
            <a:off x="5017008" y="4075176"/>
            <a:ext cx="2135505" cy="447040"/>
          </a:xfrm>
          <a:custGeom>
            <a:avLst/>
            <a:gdLst/>
            <a:ahLst/>
            <a:cxnLst/>
            <a:rect l="l" t="t" r="r" b="b"/>
            <a:pathLst>
              <a:path w="2135504" h="447039">
                <a:moveTo>
                  <a:pt x="397764" y="128016"/>
                </a:moveTo>
                <a:lnTo>
                  <a:pt x="367284" y="99060"/>
                </a:lnTo>
                <a:lnTo>
                  <a:pt x="348996" y="117348"/>
                </a:lnTo>
                <a:lnTo>
                  <a:pt x="344424" y="117348"/>
                </a:lnTo>
                <a:lnTo>
                  <a:pt x="344424" y="82296"/>
                </a:lnTo>
                <a:lnTo>
                  <a:pt x="352259" y="76200"/>
                </a:lnTo>
                <a:lnTo>
                  <a:pt x="358140" y="71628"/>
                </a:lnTo>
                <a:lnTo>
                  <a:pt x="333756" y="50292"/>
                </a:lnTo>
                <a:lnTo>
                  <a:pt x="321564" y="61379"/>
                </a:lnTo>
                <a:lnTo>
                  <a:pt x="321564" y="76200"/>
                </a:lnTo>
                <a:lnTo>
                  <a:pt x="321564" y="117348"/>
                </a:lnTo>
                <a:lnTo>
                  <a:pt x="321564" y="128016"/>
                </a:lnTo>
                <a:lnTo>
                  <a:pt x="321564" y="170688"/>
                </a:lnTo>
                <a:lnTo>
                  <a:pt x="254508" y="170688"/>
                </a:lnTo>
                <a:lnTo>
                  <a:pt x="254508" y="128016"/>
                </a:lnTo>
                <a:lnTo>
                  <a:pt x="321564" y="128016"/>
                </a:lnTo>
                <a:lnTo>
                  <a:pt x="321564" y="117348"/>
                </a:lnTo>
                <a:lnTo>
                  <a:pt x="254508" y="117348"/>
                </a:lnTo>
                <a:lnTo>
                  <a:pt x="254508" y="76200"/>
                </a:lnTo>
                <a:lnTo>
                  <a:pt x="321564" y="76200"/>
                </a:lnTo>
                <a:lnTo>
                  <a:pt x="321564" y="61379"/>
                </a:lnTo>
                <a:lnTo>
                  <a:pt x="316992" y="65532"/>
                </a:lnTo>
                <a:lnTo>
                  <a:pt x="254508" y="65532"/>
                </a:lnTo>
                <a:lnTo>
                  <a:pt x="254508" y="33528"/>
                </a:lnTo>
                <a:lnTo>
                  <a:pt x="271272" y="21336"/>
                </a:lnTo>
                <a:lnTo>
                  <a:pt x="230124" y="3048"/>
                </a:lnTo>
                <a:lnTo>
                  <a:pt x="231241" y="16459"/>
                </a:lnTo>
                <a:lnTo>
                  <a:pt x="232219" y="31432"/>
                </a:lnTo>
                <a:lnTo>
                  <a:pt x="232905" y="47840"/>
                </a:lnTo>
                <a:lnTo>
                  <a:pt x="233172" y="65532"/>
                </a:lnTo>
                <a:lnTo>
                  <a:pt x="150876" y="65532"/>
                </a:lnTo>
                <a:lnTo>
                  <a:pt x="164592" y="79248"/>
                </a:lnTo>
                <a:lnTo>
                  <a:pt x="178308" y="76200"/>
                </a:lnTo>
                <a:lnTo>
                  <a:pt x="233172" y="76200"/>
                </a:lnTo>
                <a:lnTo>
                  <a:pt x="233172" y="117348"/>
                </a:lnTo>
                <a:lnTo>
                  <a:pt x="123444" y="117348"/>
                </a:lnTo>
                <a:lnTo>
                  <a:pt x="137160" y="131064"/>
                </a:lnTo>
                <a:lnTo>
                  <a:pt x="150876" y="128016"/>
                </a:lnTo>
                <a:lnTo>
                  <a:pt x="233172" y="128016"/>
                </a:lnTo>
                <a:lnTo>
                  <a:pt x="233172" y="170688"/>
                </a:lnTo>
                <a:lnTo>
                  <a:pt x="147828" y="170688"/>
                </a:lnTo>
                <a:lnTo>
                  <a:pt x="161544" y="185928"/>
                </a:lnTo>
                <a:lnTo>
                  <a:pt x="176784" y="181356"/>
                </a:lnTo>
                <a:lnTo>
                  <a:pt x="233172" y="181356"/>
                </a:lnTo>
                <a:lnTo>
                  <a:pt x="233172" y="230124"/>
                </a:lnTo>
                <a:lnTo>
                  <a:pt x="147828" y="230124"/>
                </a:lnTo>
                <a:lnTo>
                  <a:pt x="161544" y="243840"/>
                </a:lnTo>
                <a:lnTo>
                  <a:pt x="176784" y="240792"/>
                </a:lnTo>
                <a:lnTo>
                  <a:pt x="233172" y="240792"/>
                </a:lnTo>
                <a:lnTo>
                  <a:pt x="233172" y="286512"/>
                </a:lnTo>
                <a:lnTo>
                  <a:pt x="121920" y="286512"/>
                </a:lnTo>
                <a:lnTo>
                  <a:pt x="135636" y="300228"/>
                </a:lnTo>
                <a:lnTo>
                  <a:pt x="150876" y="297180"/>
                </a:lnTo>
                <a:lnTo>
                  <a:pt x="233172" y="297180"/>
                </a:lnTo>
                <a:lnTo>
                  <a:pt x="232905" y="312851"/>
                </a:lnTo>
                <a:lnTo>
                  <a:pt x="232244" y="329184"/>
                </a:lnTo>
                <a:lnTo>
                  <a:pt x="231622" y="340906"/>
                </a:lnTo>
                <a:lnTo>
                  <a:pt x="230124" y="367284"/>
                </a:lnTo>
                <a:lnTo>
                  <a:pt x="255968" y="356641"/>
                </a:lnTo>
                <a:lnTo>
                  <a:pt x="255981" y="353999"/>
                </a:lnTo>
                <a:lnTo>
                  <a:pt x="255790" y="340906"/>
                </a:lnTo>
                <a:lnTo>
                  <a:pt x="254800" y="312851"/>
                </a:lnTo>
                <a:lnTo>
                  <a:pt x="254698" y="308952"/>
                </a:lnTo>
                <a:lnTo>
                  <a:pt x="254508" y="297180"/>
                </a:lnTo>
                <a:lnTo>
                  <a:pt x="385572" y="297180"/>
                </a:lnTo>
                <a:lnTo>
                  <a:pt x="355092" y="265176"/>
                </a:lnTo>
                <a:lnTo>
                  <a:pt x="335280" y="286512"/>
                </a:lnTo>
                <a:lnTo>
                  <a:pt x="254508" y="286512"/>
                </a:lnTo>
                <a:lnTo>
                  <a:pt x="254508" y="240792"/>
                </a:lnTo>
                <a:lnTo>
                  <a:pt x="348996" y="240792"/>
                </a:lnTo>
                <a:lnTo>
                  <a:pt x="321564" y="211836"/>
                </a:lnTo>
                <a:lnTo>
                  <a:pt x="301752" y="230124"/>
                </a:lnTo>
                <a:lnTo>
                  <a:pt x="254508" y="230124"/>
                </a:lnTo>
                <a:lnTo>
                  <a:pt x="254508" y="181356"/>
                </a:lnTo>
                <a:lnTo>
                  <a:pt x="321564" y="181356"/>
                </a:lnTo>
                <a:lnTo>
                  <a:pt x="321564" y="198120"/>
                </a:lnTo>
                <a:lnTo>
                  <a:pt x="345948" y="185928"/>
                </a:lnTo>
                <a:lnTo>
                  <a:pt x="344436" y="146291"/>
                </a:lnTo>
                <a:lnTo>
                  <a:pt x="344424" y="128016"/>
                </a:lnTo>
                <a:lnTo>
                  <a:pt x="397764" y="128016"/>
                </a:lnTo>
                <a:close/>
              </a:path>
              <a:path w="2135504" h="447039">
                <a:moveTo>
                  <a:pt x="402336" y="365760"/>
                </a:moveTo>
                <a:lnTo>
                  <a:pt x="356895" y="370624"/>
                </a:lnTo>
                <a:lnTo>
                  <a:pt x="316611" y="373761"/>
                </a:lnTo>
                <a:lnTo>
                  <a:pt x="286880" y="374980"/>
                </a:lnTo>
                <a:lnTo>
                  <a:pt x="251460" y="374904"/>
                </a:lnTo>
                <a:lnTo>
                  <a:pt x="200215" y="370332"/>
                </a:lnTo>
                <a:lnTo>
                  <a:pt x="156972" y="361188"/>
                </a:lnTo>
                <a:lnTo>
                  <a:pt x="117894" y="342900"/>
                </a:lnTo>
                <a:lnTo>
                  <a:pt x="94488" y="326136"/>
                </a:lnTo>
                <a:lnTo>
                  <a:pt x="101409" y="310896"/>
                </a:lnTo>
                <a:lnTo>
                  <a:pt x="105105" y="302755"/>
                </a:lnTo>
                <a:lnTo>
                  <a:pt x="114300" y="273939"/>
                </a:lnTo>
                <a:lnTo>
                  <a:pt x="122339" y="239991"/>
                </a:lnTo>
                <a:lnTo>
                  <a:pt x="129540" y="201168"/>
                </a:lnTo>
                <a:lnTo>
                  <a:pt x="139331" y="193548"/>
                </a:lnTo>
                <a:lnTo>
                  <a:pt x="143256" y="190500"/>
                </a:lnTo>
                <a:lnTo>
                  <a:pt x="135128" y="182880"/>
                </a:lnTo>
                <a:lnTo>
                  <a:pt x="118872" y="167640"/>
                </a:lnTo>
                <a:lnTo>
                  <a:pt x="106680" y="182880"/>
                </a:lnTo>
                <a:lnTo>
                  <a:pt x="54864" y="182880"/>
                </a:lnTo>
                <a:lnTo>
                  <a:pt x="117348" y="77724"/>
                </a:lnTo>
                <a:lnTo>
                  <a:pt x="132588" y="70104"/>
                </a:lnTo>
                <a:lnTo>
                  <a:pt x="135636" y="68580"/>
                </a:lnTo>
                <a:lnTo>
                  <a:pt x="111252" y="44196"/>
                </a:lnTo>
                <a:lnTo>
                  <a:pt x="94488" y="59436"/>
                </a:lnTo>
                <a:lnTo>
                  <a:pt x="4572" y="59436"/>
                </a:lnTo>
                <a:lnTo>
                  <a:pt x="18288" y="74676"/>
                </a:lnTo>
                <a:lnTo>
                  <a:pt x="35052" y="70104"/>
                </a:lnTo>
                <a:lnTo>
                  <a:pt x="94488" y="70104"/>
                </a:lnTo>
                <a:lnTo>
                  <a:pt x="36576" y="178308"/>
                </a:lnTo>
                <a:lnTo>
                  <a:pt x="16764" y="187452"/>
                </a:lnTo>
                <a:lnTo>
                  <a:pt x="39624" y="210312"/>
                </a:lnTo>
                <a:lnTo>
                  <a:pt x="53340" y="193548"/>
                </a:lnTo>
                <a:lnTo>
                  <a:pt x="106680" y="193548"/>
                </a:lnTo>
                <a:lnTo>
                  <a:pt x="101536" y="230111"/>
                </a:lnTo>
                <a:lnTo>
                  <a:pt x="95250" y="261937"/>
                </a:lnTo>
                <a:lnTo>
                  <a:pt x="87820" y="288925"/>
                </a:lnTo>
                <a:lnTo>
                  <a:pt x="79248" y="310896"/>
                </a:lnTo>
                <a:lnTo>
                  <a:pt x="67246" y="294322"/>
                </a:lnTo>
                <a:lnTo>
                  <a:pt x="56388" y="276606"/>
                </a:lnTo>
                <a:lnTo>
                  <a:pt x="46672" y="257746"/>
                </a:lnTo>
                <a:lnTo>
                  <a:pt x="38100" y="237744"/>
                </a:lnTo>
                <a:lnTo>
                  <a:pt x="30480" y="240792"/>
                </a:lnTo>
                <a:lnTo>
                  <a:pt x="38430" y="264464"/>
                </a:lnTo>
                <a:lnTo>
                  <a:pt x="48387" y="287274"/>
                </a:lnTo>
                <a:lnTo>
                  <a:pt x="60045" y="308952"/>
                </a:lnTo>
                <a:lnTo>
                  <a:pt x="73152" y="329184"/>
                </a:lnTo>
                <a:lnTo>
                  <a:pt x="57429" y="350050"/>
                </a:lnTo>
                <a:lnTo>
                  <a:pt x="40005" y="369189"/>
                </a:lnTo>
                <a:lnTo>
                  <a:pt x="20853" y="386626"/>
                </a:lnTo>
                <a:lnTo>
                  <a:pt x="0" y="402336"/>
                </a:lnTo>
                <a:lnTo>
                  <a:pt x="3048" y="408432"/>
                </a:lnTo>
                <a:lnTo>
                  <a:pt x="28765" y="392417"/>
                </a:lnTo>
                <a:lnTo>
                  <a:pt x="51054" y="376237"/>
                </a:lnTo>
                <a:lnTo>
                  <a:pt x="69913" y="359791"/>
                </a:lnTo>
                <a:lnTo>
                  <a:pt x="85344" y="342900"/>
                </a:lnTo>
                <a:lnTo>
                  <a:pt x="100761" y="356616"/>
                </a:lnTo>
                <a:lnTo>
                  <a:pt x="135699" y="377837"/>
                </a:lnTo>
                <a:lnTo>
                  <a:pt x="177203" y="391579"/>
                </a:lnTo>
                <a:lnTo>
                  <a:pt x="228739" y="398437"/>
                </a:lnTo>
                <a:lnTo>
                  <a:pt x="289344" y="400151"/>
                </a:lnTo>
                <a:lnTo>
                  <a:pt x="318325" y="400431"/>
                </a:lnTo>
                <a:lnTo>
                  <a:pt x="345871" y="400151"/>
                </a:lnTo>
                <a:lnTo>
                  <a:pt x="371856" y="399288"/>
                </a:lnTo>
                <a:lnTo>
                  <a:pt x="375539" y="391604"/>
                </a:lnTo>
                <a:lnTo>
                  <a:pt x="381952" y="384619"/>
                </a:lnTo>
                <a:lnTo>
                  <a:pt x="390918" y="378510"/>
                </a:lnTo>
                <a:lnTo>
                  <a:pt x="398297" y="375196"/>
                </a:lnTo>
                <a:lnTo>
                  <a:pt x="402336" y="373380"/>
                </a:lnTo>
                <a:lnTo>
                  <a:pt x="402336" y="365760"/>
                </a:lnTo>
                <a:close/>
              </a:path>
              <a:path w="2135504" h="447039">
                <a:moveTo>
                  <a:pt x="606552" y="114300"/>
                </a:moveTo>
                <a:lnTo>
                  <a:pt x="574548" y="82296"/>
                </a:lnTo>
                <a:lnTo>
                  <a:pt x="553212" y="103632"/>
                </a:lnTo>
                <a:lnTo>
                  <a:pt x="534924" y="103632"/>
                </a:lnTo>
                <a:lnTo>
                  <a:pt x="534924" y="30480"/>
                </a:lnTo>
                <a:lnTo>
                  <a:pt x="551688" y="18288"/>
                </a:lnTo>
                <a:lnTo>
                  <a:pt x="510540" y="1524"/>
                </a:lnTo>
                <a:lnTo>
                  <a:pt x="511873" y="39624"/>
                </a:lnTo>
                <a:lnTo>
                  <a:pt x="512064" y="103632"/>
                </a:lnTo>
                <a:lnTo>
                  <a:pt x="438912" y="103632"/>
                </a:lnTo>
                <a:lnTo>
                  <a:pt x="452628" y="117348"/>
                </a:lnTo>
                <a:lnTo>
                  <a:pt x="469392" y="114300"/>
                </a:lnTo>
                <a:lnTo>
                  <a:pt x="509016" y="114300"/>
                </a:lnTo>
                <a:lnTo>
                  <a:pt x="497814" y="162839"/>
                </a:lnTo>
                <a:lnTo>
                  <a:pt x="482346" y="209931"/>
                </a:lnTo>
                <a:lnTo>
                  <a:pt x="462292" y="255320"/>
                </a:lnTo>
                <a:lnTo>
                  <a:pt x="437388" y="298704"/>
                </a:lnTo>
                <a:lnTo>
                  <a:pt x="440436" y="301752"/>
                </a:lnTo>
                <a:lnTo>
                  <a:pt x="462978" y="274891"/>
                </a:lnTo>
                <a:lnTo>
                  <a:pt x="482536" y="246888"/>
                </a:lnTo>
                <a:lnTo>
                  <a:pt x="498932" y="217741"/>
                </a:lnTo>
                <a:lnTo>
                  <a:pt x="512064" y="187452"/>
                </a:lnTo>
                <a:lnTo>
                  <a:pt x="511937" y="299847"/>
                </a:lnTo>
                <a:lnTo>
                  <a:pt x="511848" y="326136"/>
                </a:lnTo>
                <a:lnTo>
                  <a:pt x="511416" y="373888"/>
                </a:lnTo>
                <a:lnTo>
                  <a:pt x="510540" y="409956"/>
                </a:lnTo>
                <a:lnTo>
                  <a:pt x="536448" y="399288"/>
                </a:lnTo>
                <a:lnTo>
                  <a:pt x="535254" y="338137"/>
                </a:lnTo>
                <a:lnTo>
                  <a:pt x="535012" y="291541"/>
                </a:lnTo>
                <a:lnTo>
                  <a:pt x="534924" y="187452"/>
                </a:lnTo>
                <a:lnTo>
                  <a:pt x="534924" y="167640"/>
                </a:lnTo>
                <a:lnTo>
                  <a:pt x="562775" y="203009"/>
                </a:lnTo>
                <a:lnTo>
                  <a:pt x="574548" y="230124"/>
                </a:lnTo>
                <a:lnTo>
                  <a:pt x="577596" y="236220"/>
                </a:lnTo>
                <a:lnTo>
                  <a:pt x="583692" y="236220"/>
                </a:lnTo>
                <a:lnTo>
                  <a:pt x="586740" y="233172"/>
                </a:lnTo>
                <a:lnTo>
                  <a:pt x="589788" y="225552"/>
                </a:lnTo>
                <a:lnTo>
                  <a:pt x="592836" y="219456"/>
                </a:lnTo>
                <a:lnTo>
                  <a:pt x="594360" y="214884"/>
                </a:lnTo>
                <a:lnTo>
                  <a:pt x="594360" y="202692"/>
                </a:lnTo>
                <a:lnTo>
                  <a:pt x="566737" y="174498"/>
                </a:lnTo>
                <a:lnTo>
                  <a:pt x="534924" y="156972"/>
                </a:lnTo>
                <a:lnTo>
                  <a:pt x="534924" y="114300"/>
                </a:lnTo>
                <a:lnTo>
                  <a:pt x="606552" y="114300"/>
                </a:lnTo>
                <a:close/>
              </a:path>
              <a:path w="2135504" h="447039">
                <a:moveTo>
                  <a:pt x="842772" y="70104"/>
                </a:moveTo>
                <a:lnTo>
                  <a:pt x="810768" y="39624"/>
                </a:lnTo>
                <a:lnTo>
                  <a:pt x="790956" y="59436"/>
                </a:lnTo>
                <a:lnTo>
                  <a:pt x="755904" y="59436"/>
                </a:lnTo>
                <a:lnTo>
                  <a:pt x="755904" y="30480"/>
                </a:lnTo>
                <a:lnTo>
                  <a:pt x="771144" y="18288"/>
                </a:lnTo>
                <a:lnTo>
                  <a:pt x="731520" y="0"/>
                </a:lnTo>
                <a:lnTo>
                  <a:pt x="732955" y="39624"/>
                </a:lnTo>
                <a:lnTo>
                  <a:pt x="733044" y="59436"/>
                </a:lnTo>
                <a:lnTo>
                  <a:pt x="673608" y="59436"/>
                </a:lnTo>
                <a:lnTo>
                  <a:pt x="673608" y="28956"/>
                </a:lnTo>
                <a:lnTo>
                  <a:pt x="687324" y="18288"/>
                </a:lnTo>
                <a:lnTo>
                  <a:pt x="649224" y="1524"/>
                </a:lnTo>
                <a:lnTo>
                  <a:pt x="650100" y="18288"/>
                </a:lnTo>
                <a:lnTo>
                  <a:pt x="650557" y="33337"/>
                </a:lnTo>
                <a:lnTo>
                  <a:pt x="650621" y="39624"/>
                </a:lnTo>
                <a:lnTo>
                  <a:pt x="650748" y="59436"/>
                </a:lnTo>
                <a:lnTo>
                  <a:pt x="577596" y="59436"/>
                </a:lnTo>
                <a:lnTo>
                  <a:pt x="592836" y="74676"/>
                </a:lnTo>
                <a:lnTo>
                  <a:pt x="608076" y="70104"/>
                </a:lnTo>
                <a:lnTo>
                  <a:pt x="650748" y="70104"/>
                </a:lnTo>
                <a:lnTo>
                  <a:pt x="650633" y="88582"/>
                </a:lnTo>
                <a:lnTo>
                  <a:pt x="650557" y="94107"/>
                </a:lnTo>
                <a:lnTo>
                  <a:pt x="650100" y="105257"/>
                </a:lnTo>
                <a:lnTo>
                  <a:pt x="649224" y="115824"/>
                </a:lnTo>
                <a:lnTo>
                  <a:pt x="673608" y="103632"/>
                </a:lnTo>
                <a:lnTo>
                  <a:pt x="673608" y="70104"/>
                </a:lnTo>
                <a:lnTo>
                  <a:pt x="733044" y="70104"/>
                </a:lnTo>
                <a:lnTo>
                  <a:pt x="733044" y="112776"/>
                </a:lnTo>
                <a:lnTo>
                  <a:pt x="757428" y="103632"/>
                </a:lnTo>
                <a:lnTo>
                  <a:pt x="756539" y="96469"/>
                </a:lnTo>
                <a:lnTo>
                  <a:pt x="756094" y="88582"/>
                </a:lnTo>
                <a:lnTo>
                  <a:pt x="755967" y="82397"/>
                </a:lnTo>
                <a:lnTo>
                  <a:pt x="755904" y="70104"/>
                </a:lnTo>
                <a:lnTo>
                  <a:pt x="842772" y="70104"/>
                </a:lnTo>
                <a:close/>
              </a:path>
              <a:path w="2135504" h="447039">
                <a:moveTo>
                  <a:pt x="847344" y="298704"/>
                </a:moveTo>
                <a:lnTo>
                  <a:pt x="815340" y="265176"/>
                </a:lnTo>
                <a:lnTo>
                  <a:pt x="792480" y="288036"/>
                </a:lnTo>
                <a:lnTo>
                  <a:pt x="705612" y="288036"/>
                </a:lnTo>
                <a:lnTo>
                  <a:pt x="706729" y="274891"/>
                </a:lnTo>
                <a:lnTo>
                  <a:pt x="707491" y="266319"/>
                </a:lnTo>
                <a:lnTo>
                  <a:pt x="709041" y="249466"/>
                </a:lnTo>
                <a:lnTo>
                  <a:pt x="710184" y="237744"/>
                </a:lnTo>
                <a:lnTo>
                  <a:pt x="771144" y="237744"/>
                </a:lnTo>
                <a:lnTo>
                  <a:pt x="771144" y="257556"/>
                </a:lnTo>
                <a:lnTo>
                  <a:pt x="795528" y="248412"/>
                </a:lnTo>
                <a:lnTo>
                  <a:pt x="794867" y="237744"/>
                </a:lnTo>
                <a:lnTo>
                  <a:pt x="794677" y="234746"/>
                </a:lnTo>
                <a:lnTo>
                  <a:pt x="794626" y="233172"/>
                </a:lnTo>
                <a:lnTo>
                  <a:pt x="794054" y="185928"/>
                </a:lnTo>
                <a:lnTo>
                  <a:pt x="794004" y="140208"/>
                </a:lnTo>
                <a:lnTo>
                  <a:pt x="799871" y="135636"/>
                </a:lnTo>
                <a:lnTo>
                  <a:pt x="807720" y="129540"/>
                </a:lnTo>
                <a:lnTo>
                  <a:pt x="802487" y="124968"/>
                </a:lnTo>
                <a:lnTo>
                  <a:pt x="783336" y="108204"/>
                </a:lnTo>
                <a:lnTo>
                  <a:pt x="771144" y="123113"/>
                </a:lnTo>
                <a:lnTo>
                  <a:pt x="771144" y="135636"/>
                </a:lnTo>
                <a:lnTo>
                  <a:pt x="771144" y="175260"/>
                </a:lnTo>
                <a:lnTo>
                  <a:pt x="771144" y="185928"/>
                </a:lnTo>
                <a:lnTo>
                  <a:pt x="771144" y="227076"/>
                </a:lnTo>
                <a:lnTo>
                  <a:pt x="643128" y="227076"/>
                </a:lnTo>
                <a:lnTo>
                  <a:pt x="643128" y="185928"/>
                </a:lnTo>
                <a:lnTo>
                  <a:pt x="771144" y="185928"/>
                </a:lnTo>
                <a:lnTo>
                  <a:pt x="771144" y="175260"/>
                </a:lnTo>
                <a:lnTo>
                  <a:pt x="643128" y="175260"/>
                </a:lnTo>
                <a:lnTo>
                  <a:pt x="643128" y="135636"/>
                </a:lnTo>
                <a:lnTo>
                  <a:pt x="771144" y="135636"/>
                </a:lnTo>
                <a:lnTo>
                  <a:pt x="771144" y="123113"/>
                </a:lnTo>
                <a:lnTo>
                  <a:pt x="769620" y="124968"/>
                </a:lnTo>
                <a:lnTo>
                  <a:pt x="643128" y="124968"/>
                </a:lnTo>
                <a:lnTo>
                  <a:pt x="618744" y="111252"/>
                </a:lnTo>
                <a:lnTo>
                  <a:pt x="618972" y="131241"/>
                </a:lnTo>
                <a:lnTo>
                  <a:pt x="619506" y="149923"/>
                </a:lnTo>
                <a:lnTo>
                  <a:pt x="620001" y="166458"/>
                </a:lnTo>
                <a:lnTo>
                  <a:pt x="620141" y="175260"/>
                </a:lnTo>
                <a:lnTo>
                  <a:pt x="620026" y="199771"/>
                </a:lnTo>
                <a:lnTo>
                  <a:pt x="618972" y="239255"/>
                </a:lnTo>
                <a:lnTo>
                  <a:pt x="618744" y="262128"/>
                </a:lnTo>
                <a:lnTo>
                  <a:pt x="643128" y="251460"/>
                </a:lnTo>
                <a:lnTo>
                  <a:pt x="643128" y="237744"/>
                </a:lnTo>
                <a:lnTo>
                  <a:pt x="685800" y="237744"/>
                </a:lnTo>
                <a:lnTo>
                  <a:pt x="684758" y="251460"/>
                </a:lnTo>
                <a:lnTo>
                  <a:pt x="683514" y="266319"/>
                </a:lnTo>
                <a:lnTo>
                  <a:pt x="682371" y="278041"/>
                </a:lnTo>
                <a:lnTo>
                  <a:pt x="681228" y="288036"/>
                </a:lnTo>
                <a:lnTo>
                  <a:pt x="562356" y="288036"/>
                </a:lnTo>
                <a:lnTo>
                  <a:pt x="577596" y="303276"/>
                </a:lnTo>
                <a:lnTo>
                  <a:pt x="587895" y="301282"/>
                </a:lnTo>
                <a:lnTo>
                  <a:pt x="598360" y="299847"/>
                </a:lnTo>
                <a:lnTo>
                  <a:pt x="609092" y="298996"/>
                </a:lnTo>
                <a:lnTo>
                  <a:pt x="620268" y="298704"/>
                </a:lnTo>
                <a:lnTo>
                  <a:pt x="679704" y="298704"/>
                </a:lnTo>
                <a:lnTo>
                  <a:pt x="662368" y="332994"/>
                </a:lnTo>
                <a:lnTo>
                  <a:pt x="637032" y="362712"/>
                </a:lnTo>
                <a:lnTo>
                  <a:pt x="600456" y="388048"/>
                </a:lnTo>
                <a:lnTo>
                  <a:pt x="550164" y="405384"/>
                </a:lnTo>
                <a:lnTo>
                  <a:pt x="551688" y="411480"/>
                </a:lnTo>
                <a:lnTo>
                  <a:pt x="607428" y="398360"/>
                </a:lnTo>
                <a:lnTo>
                  <a:pt x="651319" y="375094"/>
                </a:lnTo>
                <a:lnTo>
                  <a:pt x="683488" y="341833"/>
                </a:lnTo>
                <a:lnTo>
                  <a:pt x="704088" y="298704"/>
                </a:lnTo>
                <a:lnTo>
                  <a:pt x="710184" y="298704"/>
                </a:lnTo>
                <a:lnTo>
                  <a:pt x="729564" y="335280"/>
                </a:lnTo>
                <a:lnTo>
                  <a:pt x="753237" y="364998"/>
                </a:lnTo>
                <a:lnTo>
                  <a:pt x="780897" y="387858"/>
                </a:lnTo>
                <a:lnTo>
                  <a:pt x="812292" y="403860"/>
                </a:lnTo>
                <a:lnTo>
                  <a:pt x="818591" y="395579"/>
                </a:lnTo>
                <a:lnTo>
                  <a:pt x="826198" y="389001"/>
                </a:lnTo>
                <a:lnTo>
                  <a:pt x="835215" y="384149"/>
                </a:lnTo>
                <a:lnTo>
                  <a:pt x="845820" y="381000"/>
                </a:lnTo>
                <a:lnTo>
                  <a:pt x="845820" y="374904"/>
                </a:lnTo>
                <a:lnTo>
                  <a:pt x="803529" y="366522"/>
                </a:lnTo>
                <a:lnTo>
                  <a:pt x="768096" y="348996"/>
                </a:lnTo>
                <a:lnTo>
                  <a:pt x="729297" y="312991"/>
                </a:lnTo>
                <a:lnTo>
                  <a:pt x="719328" y="298704"/>
                </a:lnTo>
                <a:lnTo>
                  <a:pt x="847344" y="298704"/>
                </a:lnTo>
                <a:close/>
              </a:path>
              <a:path w="2135504" h="447039">
                <a:moveTo>
                  <a:pt x="975347" y="304800"/>
                </a:moveTo>
                <a:lnTo>
                  <a:pt x="922020" y="304800"/>
                </a:lnTo>
                <a:lnTo>
                  <a:pt x="882383" y="446532"/>
                </a:lnTo>
                <a:lnTo>
                  <a:pt x="914387" y="446532"/>
                </a:lnTo>
                <a:lnTo>
                  <a:pt x="975347" y="304800"/>
                </a:lnTo>
                <a:close/>
              </a:path>
              <a:path w="2135504" h="447039">
                <a:moveTo>
                  <a:pt x="1267968" y="42672"/>
                </a:moveTo>
                <a:lnTo>
                  <a:pt x="1223772" y="42672"/>
                </a:lnTo>
                <a:lnTo>
                  <a:pt x="1135380" y="310896"/>
                </a:lnTo>
                <a:lnTo>
                  <a:pt x="1045464" y="42672"/>
                </a:lnTo>
                <a:lnTo>
                  <a:pt x="999744" y="42672"/>
                </a:lnTo>
                <a:lnTo>
                  <a:pt x="1110996" y="365760"/>
                </a:lnTo>
                <a:lnTo>
                  <a:pt x="1156716" y="365760"/>
                </a:lnTo>
                <a:lnTo>
                  <a:pt x="1267968" y="42672"/>
                </a:lnTo>
                <a:close/>
              </a:path>
              <a:path w="2135504" h="447039">
                <a:moveTo>
                  <a:pt x="1473708" y="77736"/>
                </a:moveTo>
                <a:lnTo>
                  <a:pt x="1444752" y="53352"/>
                </a:lnTo>
                <a:lnTo>
                  <a:pt x="1429512" y="70116"/>
                </a:lnTo>
                <a:lnTo>
                  <a:pt x="1292352" y="70116"/>
                </a:lnTo>
                <a:lnTo>
                  <a:pt x="1309116" y="86880"/>
                </a:lnTo>
                <a:lnTo>
                  <a:pt x="1318539" y="83997"/>
                </a:lnTo>
                <a:lnTo>
                  <a:pt x="1328547" y="82118"/>
                </a:lnTo>
                <a:lnTo>
                  <a:pt x="1339113" y="81089"/>
                </a:lnTo>
                <a:lnTo>
                  <a:pt x="1350264" y="80784"/>
                </a:lnTo>
                <a:lnTo>
                  <a:pt x="1429512" y="80784"/>
                </a:lnTo>
                <a:lnTo>
                  <a:pt x="1420380" y="115646"/>
                </a:lnTo>
                <a:lnTo>
                  <a:pt x="1411414" y="147078"/>
                </a:lnTo>
                <a:lnTo>
                  <a:pt x="1402715" y="175082"/>
                </a:lnTo>
                <a:lnTo>
                  <a:pt x="1394460" y="199656"/>
                </a:lnTo>
                <a:lnTo>
                  <a:pt x="1355598" y="156413"/>
                </a:lnTo>
                <a:lnTo>
                  <a:pt x="1336167" y="135140"/>
                </a:lnTo>
                <a:lnTo>
                  <a:pt x="1316736" y="114312"/>
                </a:lnTo>
                <a:lnTo>
                  <a:pt x="1312164" y="118884"/>
                </a:lnTo>
                <a:lnTo>
                  <a:pt x="1325308" y="136309"/>
                </a:lnTo>
                <a:lnTo>
                  <a:pt x="1341882" y="158889"/>
                </a:lnTo>
                <a:lnTo>
                  <a:pt x="1361884" y="186601"/>
                </a:lnTo>
                <a:lnTo>
                  <a:pt x="1385316" y="219468"/>
                </a:lnTo>
                <a:lnTo>
                  <a:pt x="1376476" y="236918"/>
                </a:lnTo>
                <a:lnTo>
                  <a:pt x="1354239" y="274116"/>
                </a:lnTo>
                <a:lnTo>
                  <a:pt x="1326235" y="313880"/>
                </a:lnTo>
                <a:lnTo>
                  <a:pt x="1295895" y="348792"/>
                </a:lnTo>
                <a:lnTo>
                  <a:pt x="1280160" y="364248"/>
                </a:lnTo>
                <a:lnTo>
                  <a:pt x="1283208" y="373392"/>
                </a:lnTo>
                <a:lnTo>
                  <a:pt x="1322260" y="338531"/>
                </a:lnTo>
                <a:lnTo>
                  <a:pt x="1367091" y="288810"/>
                </a:lnTo>
                <a:lnTo>
                  <a:pt x="1389519" y="256806"/>
                </a:lnTo>
                <a:lnTo>
                  <a:pt x="1399032" y="240804"/>
                </a:lnTo>
                <a:lnTo>
                  <a:pt x="1409573" y="265061"/>
                </a:lnTo>
                <a:lnTo>
                  <a:pt x="1418272" y="287477"/>
                </a:lnTo>
                <a:lnTo>
                  <a:pt x="1424952" y="307873"/>
                </a:lnTo>
                <a:lnTo>
                  <a:pt x="1432699" y="339026"/>
                </a:lnTo>
                <a:lnTo>
                  <a:pt x="1435608" y="348056"/>
                </a:lnTo>
                <a:lnTo>
                  <a:pt x="1438503" y="353364"/>
                </a:lnTo>
                <a:lnTo>
                  <a:pt x="1441704" y="355104"/>
                </a:lnTo>
                <a:lnTo>
                  <a:pt x="1443228" y="355104"/>
                </a:lnTo>
                <a:lnTo>
                  <a:pt x="1446276" y="353580"/>
                </a:lnTo>
                <a:lnTo>
                  <a:pt x="1453896" y="345960"/>
                </a:lnTo>
                <a:lnTo>
                  <a:pt x="1456867" y="338531"/>
                </a:lnTo>
                <a:lnTo>
                  <a:pt x="1456944" y="329196"/>
                </a:lnTo>
                <a:lnTo>
                  <a:pt x="1457274" y="320903"/>
                </a:lnTo>
                <a:lnTo>
                  <a:pt x="1445704" y="279476"/>
                </a:lnTo>
                <a:lnTo>
                  <a:pt x="1425130" y="242900"/>
                </a:lnTo>
                <a:lnTo>
                  <a:pt x="1423746" y="240804"/>
                </a:lnTo>
                <a:lnTo>
                  <a:pt x="1409700" y="219468"/>
                </a:lnTo>
                <a:lnTo>
                  <a:pt x="1418069" y="199656"/>
                </a:lnTo>
                <a:lnTo>
                  <a:pt x="1421142" y="192392"/>
                </a:lnTo>
                <a:lnTo>
                  <a:pt x="1432750" y="161747"/>
                </a:lnTo>
                <a:lnTo>
                  <a:pt x="1444625" y="127952"/>
                </a:lnTo>
                <a:lnTo>
                  <a:pt x="1456944" y="91452"/>
                </a:lnTo>
                <a:lnTo>
                  <a:pt x="1469974" y="80784"/>
                </a:lnTo>
                <a:lnTo>
                  <a:pt x="1473708" y="77736"/>
                </a:lnTo>
                <a:close/>
              </a:path>
              <a:path w="2135504" h="447039">
                <a:moveTo>
                  <a:pt x="1537716" y="240804"/>
                </a:moveTo>
                <a:lnTo>
                  <a:pt x="1515427" y="195465"/>
                </a:lnTo>
                <a:lnTo>
                  <a:pt x="1485900" y="169176"/>
                </a:lnTo>
                <a:lnTo>
                  <a:pt x="1481328" y="173748"/>
                </a:lnTo>
                <a:lnTo>
                  <a:pt x="1491843" y="195097"/>
                </a:lnTo>
                <a:lnTo>
                  <a:pt x="1500378" y="215468"/>
                </a:lnTo>
                <a:lnTo>
                  <a:pt x="1506613" y="234391"/>
                </a:lnTo>
                <a:lnTo>
                  <a:pt x="1510284" y="251472"/>
                </a:lnTo>
                <a:lnTo>
                  <a:pt x="1511706" y="262343"/>
                </a:lnTo>
                <a:lnTo>
                  <a:pt x="1513713" y="269951"/>
                </a:lnTo>
                <a:lnTo>
                  <a:pt x="1516278" y="274396"/>
                </a:lnTo>
                <a:lnTo>
                  <a:pt x="1519428" y="275856"/>
                </a:lnTo>
                <a:lnTo>
                  <a:pt x="1524000" y="271284"/>
                </a:lnTo>
                <a:lnTo>
                  <a:pt x="1528572" y="263664"/>
                </a:lnTo>
                <a:lnTo>
                  <a:pt x="1534668" y="256044"/>
                </a:lnTo>
                <a:lnTo>
                  <a:pt x="1537716" y="248424"/>
                </a:lnTo>
                <a:lnTo>
                  <a:pt x="1537716" y="240804"/>
                </a:lnTo>
                <a:close/>
              </a:path>
              <a:path w="2135504" h="447039">
                <a:moveTo>
                  <a:pt x="1691640" y="132600"/>
                </a:moveTo>
                <a:lnTo>
                  <a:pt x="1658112" y="100596"/>
                </a:lnTo>
                <a:lnTo>
                  <a:pt x="1635252" y="123456"/>
                </a:lnTo>
                <a:lnTo>
                  <a:pt x="1616964" y="123456"/>
                </a:lnTo>
                <a:lnTo>
                  <a:pt x="1616964" y="44208"/>
                </a:lnTo>
                <a:lnTo>
                  <a:pt x="1632204" y="30492"/>
                </a:lnTo>
                <a:lnTo>
                  <a:pt x="1589532" y="9156"/>
                </a:lnTo>
                <a:lnTo>
                  <a:pt x="1590649" y="21158"/>
                </a:lnTo>
                <a:lnTo>
                  <a:pt x="1591627" y="34302"/>
                </a:lnTo>
                <a:lnTo>
                  <a:pt x="1592313" y="48590"/>
                </a:lnTo>
                <a:lnTo>
                  <a:pt x="1592580" y="64020"/>
                </a:lnTo>
                <a:lnTo>
                  <a:pt x="1592580" y="123456"/>
                </a:lnTo>
                <a:lnTo>
                  <a:pt x="1452372" y="123456"/>
                </a:lnTo>
                <a:lnTo>
                  <a:pt x="1469136" y="138696"/>
                </a:lnTo>
                <a:lnTo>
                  <a:pt x="1478559" y="136448"/>
                </a:lnTo>
                <a:lnTo>
                  <a:pt x="1488567" y="134505"/>
                </a:lnTo>
                <a:lnTo>
                  <a:pt x="1499133" y="133121"/>
                </a:lnTo>
                <a:lnTo>
                  <a:pt x="1510284" y="132600"/>
                </a:lnTo>
                <a:lnTo>
                  <a:pt x="1592580" y="132600"/>
                </a:lnTo>
                <a:lnTo>
                  <a:pt x="1592580" y="358152"/>
                </a:lnTo>
                <a:lnTo>
                  <a:pt x="1588008" y="362724"/>
                </a:lnTo>
                <a:lnTo>
                  <a:pt x="1580388" y="364248"/>
                </a:lnTo>
                <a:lnTo>
                  <a:pt x="1572069" y="364553"/>
                </a:lnTo>
                <a:lnTo>
                  <a:pt x="1558480" y="363296"/>
                </a:lnTo>
                <a:lnTo>
                  <a:pt x="1539443" y="360603"/>
                </a:lnTo>
                <a:lnTo>
                  <a:pt x="1514856" y="356628"/>
                </a:lnTo>
                <a:lnTo>
                  <a:pt x="1514856" y="365772"/>
                </a:lnTo>
                <a:lnTo>
                  <a:pt x="1542618" y="376072"/>
                </a:lnTo>
                <a:lnTo>
                  <a:pt x="1562100" y="386537"/>
                </a:lnTo>
                <a:lnTo>
                  <a:pt x="1573568" y="397268"/>
                </a:lnTo>
                <a:lnTo>
                  <a:pt x="1577340" y="408444"/>
                </a:lnTo>
                <a:lnTo>
                  <a:pt x="1594459" y="399580"/>
                </a:lnTo>
                <a:lnTo>
                  <a:pt x="1606867" y="389013"/>
                </a:lnTo>
                <a:lnTo>
                  <a:pt x="1614411" y="376720"/>
                </a:lnTo>
                <a:lnTo>
                  <a:pt x="1616621" y="364553"/>
                </a:lnTo>
                <a:lnTo>
                  <a:pt x="1616849" y="363296"/>
                </a:lnTo>
                <a:lnTo>
                  <a:pt x="1616964" y="132600"/>
                </a:lnTo>
                <a:lnTo>
                  <a:pt x="1691640" y="132600"/>
                </a:lnTo>
                <a:close/>
              </a:path>
              <a:path w="2135504" h="447039">
                <a:moveTo>
                  <a:pt x="1908035" y="280416"/>
                </a:moveTo>
                <a:lnTo>
                  <a:pt x="1901939" y="237744"/>
                </a:lnTo>
                <a:lnTo>
                  <a:pt x="1881936" y="203454"/>
                </a:lnTo>
                <a:lnTo>
                  <a:pt x="1837931" y="141732"/>
                </a:lnTo>
                <a:lnTo>
                  <a:pt x="1833359" y="144780"/>
                </a:lnTo>
                <a:lnTo>
                  <a:pt x="1849056" y="181356"/>
                </a:lnTo>
                <a:lnTo>
                  <a:pt x="1861743" y="213360"/>
                </a:lnTo>
                <a:lnTo>
                  <a:pt x="1871294" y="240792"/>
                </a:lnTo>
                <a:lnTo>
                  <a:pt x="1877555" y="263652"/>
                </a:lnTo>
                <a:lnTo>
                  <a:pt x="1881009" y="282257"/>
                </a:lnTo>
                <a:lnTo>
                  <a:pt x="1884603" y="294703"/>
                </a:lnTo>
                <a:lnTo>
                  <a:pt x="1888490" y="301167"/>
                </a:lnTo>
                <a:lnTo>
                  <a:pt x="1892795" y="301752"/>
                </a:lnTo>
                <a:lnTo>
                  <a:pt x="1900415" y="298704"/>
                </a:lnTo>
                <a:lnTo>
                  <a:pt x="1903463" y="292608"/>
                </a:lnTo>
                <a:lnTo>
                  <a:pt x="1904987" y="286512"/>
                </a:lnTo>
                <a:lnTo>
                  <a:pt x="1908035" y="280416"/>
                </a:lnTo>
                <a:close/>
              </a:path>
              <a:path w="2135504" h="447039">
                <a:moveTo>
                  <a:pt x="1990572" y="242633"/>
                </a:moveTo>
                <a:lnTo>
                  <a:pt x="1969592" y="192100"/>
                </a:lnTo>
                <a:lnTo>
                  <a:pt x="1942782" y="152615"/>
                </a:lnTo>
                <a:lnTo>
                  <a:pt x="1924799" y="128016"/>
                </a:lnTo>
                <a:lnTo>
                  <a:pt x="1918703" y="131064"/>
                </a:lnTo>
                <a:lnTo>
                  <a:pt x="1933257" y="164998"/>
                </a:lnTo>
                <a:lnTo>
                  <a:pt x="1944801" y="195643"/>
                </a:lnTo>
                <a:lnTo>
                  <a:pt x="1953209" y="222580"/>
                </a:lnTo>
                <a:lnTo>
                  <a:pt x="1958327" y="245364"/>
                </a:lnTo>
                <a:lnTo>
                  <a:pt x="1960905" y="261137"/>
                </a:lnTo>
                <a:lnTo>
                  <a:pt x="1964042" y="272034"/>
                </a:lnTo>
                <a:lnTo>
                  <a:pt x="1967763" y="278371"/>
                </a:lnTo>
                <a:lnTo>
                  <a:pt x="1972043" y="280416"/>
                </a:lnTo>
                <a:lnTo>
                  <a:pt x="1973567" y="280416"/>
                </a:lnTo>
                <a:lnTo>
                  <a:pt x="1990331" y="251460"/>
                </a:lnTo>
                <a:lnTo>
                  <a:pt x="1990572" y="242633"/>
                </a:lnTo>
                <a:close/>
              </a:path>
              <a:path w="2135504" h="447039">
                <a:moveTo>
                  <a:pt x="2129015" y="82296"/>
                </a:moveTo>
                <a:lnTo>
                  <a:pt x="2119871" y="73152"/>
                </a:lnTo>
                <a:lnTo>
                  <a:pt x="2090915" y="44196"/>
                </a:lnTo>
                <a:lnTo>
                  <a:pt x="2063483" y="71628"/>
                </a:lnTo>
                <a:lnTo>
                  <a:pt x="1958327" y="71628"/>
                </a:lnTo>
                <a:lnTo>
                  <a:pt x="1961375" y="70104"/>
                </a:lnTo>
                <a:lnTo>
                  <a:pt x="1965947" y="68580"/>
                </a:lnTo>
                <a:lnTo>
                  <a:pt x="1970519" y="64008"/>
                </a:lnTo>
                <a:lnTo>
                  <a:pt x="1973567" y="59436"/>
                </a:lnTo>
                <a:lnTo>
                  <a:pt x="1976615" y="53340"/>
                </a:lnTo>
                <a:lnTo>
                  <a:pt x="1978139" y="48768"/>
                </a:lnTo>
                <a:lnTo>
                  <a:pt x="1978139" y="41148"/>
                </a:lnTo>
                <a:lnTo>
                  <a:pt x="1948065" y="12509"/>
                </a:lnTo>
                <a:lnTo>
                  <a:pt x="1930895" y="3048"/>
                </a:lnTo>
                <a:lnTo>
                  <a:pt x="1924799" y="6096"/>
                </a:lnTo>
                <a:lnTo>
                  <a:pt x="1934832" y="22098"/>
                </a:lnTo>
                <a:lnTo>
                  <a:pt x="1942134" y="35814"/>
                </a:lnTo>
                <a:lnTo>
                  <a:pt x="1946884" y="47244"/>
                </a:lnTo>
                <a:lnTo>
                  <a:pt x="1949183" y="56388"/>
                </a:lnTo>
                <a:lnTo>
                  <a:pt x="1952231" y="68580"/>
                </a:lnTo>
                <a:lnTo>
                  <a:pt x="1954263" y="71628"/>
                </a:lnTo>
                <a:lnTo>
                  <a:pt x="1804403" y="71628"/>
                </a:lnTo>
                <a:lnTo>
                  <a:pt x="1778495" y="54864"/>
                </a:lnTo>
                <a:lnTo>
                  <a:pt x="1778736" y="84277"/>
                </a:lnTo>
                <a:lnTo>
                  <a:pt x="1779790" y="140804"/>
                </a:lnTo>
                <a:lnTo>
                  <a:pt x="1780006" y="164998"/>
                </a:lnTo>
                <a:lnTo>
                  <a:pt x="1779892" y="173926"/>
                </a:lnTo>
                <a:lnTo>
                  <a:pt x="1777987" y="219456"/>
                </a:lnTo>
                <a:lnTo>
                  <a:pt x="1770875" y="280416"/>
                </a:lnTo>
                <a:lnTo>
                  <a:pt x="1755635" y="340804"/>
                </a:lnTo>
                <a:lnTo>
                  <a:pt x="1726679" y="402336"/>
                </a:lnTo>
                <a:lnTo>
                  <a:pt x="1732775" y="405384"/>
                </a:lnTo>
                <a:lnTo>
                  <a:pt x="1765160" y="356425"/>
                </a:lnTo>
                <a:lnTo>
                  <a:pt x="1786115" y="306324"/>
                </a:lnTo>
                <a:lnTo>
                  <a:pt x="1798497" y="254698"/>
                </a:lnTo>
                <a:lnTo>
                  <a:pt x="1802879" y="199644"/>
                </a:lnTo>
                <a:lnTo>
                  <a:pt x="1804187" y="144780"/>
                </a:lnTo>
                <a:lnTo>
                  <a:pt x="1804403" y="82296"/>
                </a:lnTo>
                <a:lnTo>
                  <a:pt x="2129015" y="82296"/>
                </a:lnTo>
                <a:close/>
              </a:path>
              <a:path w="2135504" h="447039">
                <a:moveTo>
                  <a:pt x="2135111" y="371856"/>
                </a:moveTo>
                <a:lnTo>
                  <a:pt x="2095487" y="330708"/>
                </a:lnTo>
                <a:lnTo>
                  <a:pt x="2066531" y="361188"/>
                </a:lnTo>
                <a:lnTo>
                  <a:pt x="2005571" y="361188"/>
                </a:lnTo>
                <a:lnTo>
                  <a:pt x="2038527" y="286893"/>
                </a:lnTo>
                <a:lnTo>
                  <a:pt x="2053793" y="252323"/>
                </a:lnTo>
                <a:lnTo>
                  <a:pt x="2068055" y="219456"/>
                </a:lnTo>
                <a:lnTo>
                  <a:pt x="2080018" y="191173"/>
                </a:lnTo>
                <a:lnTo>
                  <a:pt x="2090534" y="170307"/>
                </a:lnTo>
                <a:lnTo>
                  <a:pt x="2099348" y="156883"/>
                </a:lnTo>
                <a:lnTo>
                  <a:pt x="2106155" y="150876"/>
                </a:lnTo>
                <a:lnTo>
                  <a:pt x="2066531" y="126492"/>
                </a:lnTo>
                <a:lnTo>
                  <a:pt x="2056244" y="173164"/>
                </a:lnTo>
                <a:lnTo>
                  <a:pt x="2043671" y="220980"/>
                </a:lnTo>
                <a:lnTo>
                  <a:pt x="2024240" y="279654"/>
                </a:lnTo>
                <a:lnTo>
                  <a:pt x="2010244" y="317423"/>
                </a:lnTo>
                <a:lnTo>
                  <a:pt x="1993379" y="361188"/>
                </a:lnTo>
                <a:lnTo>
                  <a:pt x="1792211" y="361188"/>
                </a:lnTo>
                <a:lnTo>
                  <a:pt x="1807451" y="376428"/>
                </a:lnTo>
                <a:lnTo>
                  <a:pt x="1816887" y="374434"/>
                </a:lnTo>
                <a:lnTo>
                  <a:pt x="1826882" y="372999"/>
                </a:lnTo>
                <a:lnTo>
                  <a:pt x="1837461" y="372148"/>
                </a:lnTo>
                <a:lnTo>
                  <a:pt x="1848599" y="371856"/>
                </a:lnTo>
                <a:lnTo>
                  <a:pt x="2135111" y="37185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" name="object 70"/>
          <p:cNvSpPr/>
          <p:nvPr/>
        </p:nvSpPr>
        <p:spPr>
          <a:xfrm>
            <a:off x="7200900" y="4081272"/>
            <a:ext cx="379730" cy="399415"/>
          </a:xfrm>
          <a:custGeom>
            <a:avLst/>
            <a:gdLst/>
            <a:ahLst/>
            <a:cxnLst/>
            <a:rect l="l" t="t" r="r" b="b"/>
            <a:pathLst>
              <a:path w="379729" h="399414">
                <a:moveTo>
                  <a:pt x="208577" y="355092"/>
                </a:moveTo>
                <a:lnTo>
                  <a:pt x="167640" y="355092"/>
                </a:lnTo>
                <a:lnTo>
                  <a:pt x="174759" y="353425"/>
                </a:lnTo>
                <a:lnTo>
                  <a:pt x="180022" y="348615"/>
                </a:lnTo>
                <a:lnTo>
                  <a:pt x="183284" y="340947"/>
                </a:lnTo>
                <a:lnTo>
                  <a:pt x="184404" y="330708"/>
                </a:lnTo>
                <a:lnTo>
                  <a:pt x="184380" y="59578"/>
                </a:lnTo>
                <a:lnTo>
                  <a:pt x="184204" y="36576"/>
                </a:lnTo>
                <a:lnTo>
                  <a:pt x="183761" y="17192"/>
                </a:lnTo>
                <a:lnTo>
                  <a:pt x="182880" y="0"/>
                </a:lnTo>
                <a:lnTo>
                  <a:pt x="230124" y="21336"/>
                </a:lnTo>
                <a:lnTo>
                  <a:pt x="210312" y="36576"/>
                </a:lnTo>
                <a:lnTo>
                  <a:pt x="210312" y="342900"/>
                </a:lnTo>
                <a:lnTo>
                  <a:pt x="208577" y="355092"/>
                </a:lnTo>
                <a:close/>
              </a:path>
              <a:path w="379729" h="399414">
                <a:moveTo>
                  <a:pt x="6096" y="297180"/>
                </a:moveTo>
                <a:lnTo>
                  <a:pt x="0" y="292608"/>
                </a:lnTo>
                <a:lnTo>
                  <a:pt x="11430" y="279463"/>
                </a:lnTo>
                <a:lnTo>
                  <a:pt x="22860" y="265176"/>
                </a:lnTo>
                <a:lnTo>
                  <a:pt x="45720" y="233172"/>
                </a:lnTo>
                <a:lnTo>
                  <a:pt x="66484" y="198882"/>
                </a:lnTo>
                <a:lnTo>
                  <a:pt x="83820" y="164592"/>
                </a:lnTo>
                <a:lnTo>
                  <a:pt x="99893" y="120872"/>
                </a:lnTo>
                <a:lnTo>
                  <a:pt x="103632" y="109728"/>
                </a:lnTo>
                <a:lnTo>
                  <a:pt x="141732" y="137160"/>
                </a:lnTo>
                <a:lnTo>
                  <a:pt x="134921" y="141422"/>
                </a:lnTo>
                <a:lnTo>
                  <a:pt x="128397" y="147256"/>
                </a:lnTo>
                <a:lnTo>
                  <a:pt x="122443" y="154519"/>
                </a:lnTo>
                <a:lnTo>
                  <a:pt x="117348" y="163068"/>
                </a:lnTo>
                <a:lnTo>
                  <a:pt x="110513" y="174236"/>
                </a:lnTo>
                <a:lnTo>
                  <a:pt x="63103" y="238887"/>
                </a:lnTo>
                <a:lnTo>
                  <a:pt x="27574" y="277749"/>
                </a:lnTo>
                <a:lnTo>
                  <a:pt x="6096" y="297180"/>
                </a:lnTo>
                <a:close/>
              </a:path>
              <a:path w="379729" h="399414">
                <a:moveTo>
                  <a:pt x="167640" y="399288"/>
                </a:moveTo>
                <a:lnTo>
                  <a:pt x="164830" y="388977"/>
                </a:lnTo>
                <a:lnTo>
                  <a:pt x="154305" y="378523"/>
                </a:lnTo>
                <a:lnTo>
                  <a:pt x="136350" y="367784"/>
                </a:lnTo>
                <a:lnTo>
                  <a:pt x="111252" y="356616"/>
                </a:lnTo>
                <a:lnTo>
                  <a:pt x="111252" y="347472"/>
                </a:lnTo>
                <a:lnTo>
                  <a:pt x="129278" y="350591"/>
                </a:lnTo>
                <a:lnTo>
                  <a:pt x="144589" y="352996"/>
                </a:lnTo>
                <a:lnTo>
                  <a:pt x="157329" y="354544"/>
                </a:lnTo>
                <a:lnTo>
                  <a:pt x="167640" y="355092"/>
                </a:lnTo>
                <a:lnTo>
                  <a:pt x="208577" y="355092"/>
                </a:lnTo>
                <a:lnTo>
                  <a:pt x="207716" y="361140"/>
                </a:lnTo>
                <a:lnTo>
                  <a:pt x="199834" y="376809"/>
                </a:lnTo>
                <a:lnTo>
                  <a:pt x="186523" y="389620"/>
                </a:lnTo>
                <a:lnTo>
                  <a:pt x="167640" y="399288"/>
                </a:lnTo>
                <a:close/>
              </a:path>
              <a:path w="379729" h="399414">
                <a:moveTo>
                  <a:pt x="364236" y="288036"/>
                </a:moveTo>
                <a:lnTo>
                  <a:pt x="358140" y="288036"/>
                </a:lnTo>
                <a:lnTo>
                  <a:pt x="353568" y="281939"/>
                </a:lnTo>
                <a:lnTo>
                  <a:pt x="350520" y="269748"/>
                </a:lnTo>
                <a:lnTo>
                  <a:pt x="344185" y="255436"/>
                </a:lnTo>
                <a:lnTo>
                  <a:pt x="315468" y="204216"/>
                </a:lnTo>
                <a:lnTo>
                  <a:pt x="288988" y="165544"/>
                </a:lnTo>
                <a:lnTo>
                  <a:pt x="254508" y="123444"/>
                </a:lnTo>
                <a:lnTo>
                  <a:pt x="259080" y="118872"/>
                </a:lnTo>
                <a:lnTo>
                  <a:pt x="289655" y="143684"/>
                </a:lnTo>
                <a:lnTo>
                  <a:pt x="335375" y="183594"/>
                </a:lnTo>
                <a:lnTo>
                  <a:pt x="368617" y="221170"/>
                </a:lnTo>
                <a:lnTo>
                  <a:pt x="377952" y="243839"/>
                </a:lnTo>
                <a:lnTo>
                  <a:pt x="379476" y="249936"/>
                </a:lnTo>
                <a:lnTo>
                  <a:pt x="367284" y="284987"/>
                </a:lnTo>
                <a:lnTo>
                  <a:pt x="364236" y="28803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" name="object 71"/>
          <p:cNvSpPr/>
          <p:nvPr/>
        </p:nvSpPr>
        <p:spPr>
          <a:xfrm>
            <a:off x="7670291" y="4088891"/>
            <a:ext cx="356870" cy="386080"/>
          </a:xfrm>
          <a:custGeom>
            <a:avLst/>
            <a:gdLst/>
            <a:ahLst/>
            <a:cxnLst/>
            <a:rect l="l" t="t" r="r" b="b"/>
            <a:pathLst>
              <a:path w="356870" h="386079">
                <a:moveTo>
                  <a:pt x="341791" y="24384"/>
                </a:moveTo>
                <a:lnTo>
                  <a:pt x="294132" y="24384"/>
                </a:lnTo>
                <a:lnTo>
                  <a:pt x="318516" y="0"/>
                </a:lnTo>
                <a:lnTo>
                  <a:pt x="341791" y="24384"/>
                </a:lnTo>
                <a:close/>
              </a:path>
              <a:path w="356870" h="386079">
                <a:moveTo>
                  <a:pt x="25908" y="385572"/>
                </a:moveTo>
                <a:lnTo>
                  <a:pt x="0" y="364236"/>
                </a:lnTo>
                <a:lnTo>
                  <a:pt x="10668" y="353568"/>
                </a:lnTo>
                <a:lnTo>
                  <a:pt x="10644" y="57340"/>
                </a:lnTo>
                <a:lnTo>
                  <a:pt x="10477" y="44196"/>
                </a:lnTo>
                <a:lnTo>
                  <a:pt x="10025" y="27622"/>
                </a:lnTo>
                <a:lnTo>
                  <a:pt x="9144" y="7620"/>
                </a:lnTo>
                <a:lnTo>
                  <a:pt x="35052" y="24384"/>
                </a:lnTo>
                <a:lnTo>
                  <a:pt x="341791" y="24384"/>
                </a:lnTo>
                <a:lnTo>
                  <a:pt x="350520" y="33528"/>
                </a:lnTo>
                <a:lnTo>
                  <a:pt x="35052" y="33528"/>
                </a:lnTo>
                <a:lnTo>
                  <a:pt x="35052" y="359664"/>
                </a:lnTo>
                <a:lnTo>
                  <a:pt x="346875" y="359664"/>
                </a:lnTo>
                <a:lnTo>
                  <a:pt x="356616" y="370332"/>
                </a:lnTo>
                <a:lnTo>
                  <a:pt x="36576" y="370332"/>
                </a:lnTo>
                <a:lnTo>
                  <a:pt x="25908" y="385572"/>
                </a:lnTo>
                <a:close/>
              </a:path>
              <a:path w="356870" h="386079">
                <a:moveTo>
                  <a:pt x="225084" y="173736"/>
                </a:moveTo>
                <a:lnTo>
                  <a:pt x="195072" y="173736"/>
                </a:lnTo>
                <a:lnTo>
                  <a:pt x="205954" y="157995"/>
                </a:lnTo>
                <a:lnTo>
                  <a:pt x="215836" y="142684"/>
                </a:lnTo>
                <a:lnTo>
                  <a:pt x="224861" y="127658"/>
                </a:lnTo>
                <a:lnTo>
                  <a:pt x="233172" y="112776"/>
                </a:lnTo>
                <a:lnTo>
                  <a:pt x="241506" y="99369"/>
                </a:lnTo>
                <a:lnTo>
                  <a:pt x="248412" y="86677"/>
                </a:lnTo>
                <a:lnTo>
                  <a:pt x="254174" y="74842"/>
                </a:lnTo>
                <a:lnTo>
                  <a:pt x="259080" y="64008"/>
                </a:lnTo>
                <a:lnTo>
                  <a:pt x="298704" y="91440"/>
                </a:lnTo>
                <a:lnTo>
                  <a:pt x="260604" y="124968"/>
                </a:lnTo>
                <a:lnTo>
                  <a:pt x="249150" y="140970"/>
                </a:lnTo>
                <a:lnTo>
                  <a:pt x="237553" y="156972"/>
                </a:lnTo>
                <a:lnTo>
                  <a:pt x="225671" y="172974"/>
                </a:lnTo>
                <a:lnTo>
                  <a:pt x="225084" y="173736"/>
                </a:lnTo>
                <a:close/>
              </a:path>
              <a:path w="356870" h="386079">
                <a:moveTo>
                  <a:pt x="70104" y="321564"/>
                </a:moveTo>
                <a:lnTo>
                  <a:pt x="65532" y="315468"/>
                </a:lnTo>
                <a:lnTo>
                  <a:pt x="81248" y="302609"/>
                </a:lnTo>
                <a:lnTo>
                  <a:pt x="96393" y="289179"/>
                </a:lnTo>
                <a:lnTo>
                  <a:pt x="124968" y="260604"/>
                </a:lnTo>
                <a:lnTo>
                  <a:pt x="152590" y="229743"/>
                </a:lnTo>
                <a:lnTo>
                  <a:pt x="181356" y="192024"/>
                </a:lnTo>
                <a:lnTo>
                  <a:pt x="157353" y="165139"/>
                </a:lnTo>
                <a:lnTo>
                  <a:pt x="133350" y="139255"/>
                </a:lnTo>
                <a:lnTo>
                  <a:pt x="109347" y="114228"/>
                </a:lnTo>
                <a:lnTo>
                  <a:pt x="85344" y="89916"/>
                </a:lnTo>
                <a:lnTo>
                  <a:pt x="89916" y="85344"/>
                </a:lnTo>
                <a:lnTo>
                  <a:pt x="114490" y="103655"/>
                </a:lnTo>
                <a:lnTo>
                  <a:pt x="140208" y="124396"/>
                </a:lnTo>
                <a:lnTo>
                  <a:pt x="167068" y="147708"/>
                </a:lnTo>
                <a:lnTo>
                  <a:pt x="195072" y="173736"/>
                </a:lnTo>
                <a:lnTo>
                  <a:pt x="225084" y="173736"/>
                </a:lnTo>
                <a:lnTo>
                  <a:pt x="213360" y="188976"/>
                </a:lnTo>
                <a:lnTo>
                  <a:pt x="235811" y="210312"/>
                </a:lnTo>
                <a:lnTo>
                  <a:pt x="198120" y="210312"/>
                </a:lnTo>
                <a:lnTo>
                  <a:pt x="162496" y="246697"/>
                </a:lnTo>
                <a:lnTo>
                  <a:pt x="128016" y="277368"/>
                </a:lnTo>
                <a:lnTo>
                  <a:pt x="97345" y="302323"/>
                </a:lnTo>
                <a:lnTo>
                  <a:pt x="83224" y="312729"/>
                </a:lnTo>
                <a:lnTo>
                  <a:pt x="70104" y="321564"/>
                </a:lnTo>
                <a:close/>
              </a:path>
              <a:path w="356870" h="386079">
                <a:moveTo>
                  <a:pt x="277368" y="315468"/>
                </a:moveTo>
                <a:lnTo>
                  <a:pt x="272796" y="315468"/>
                </a:lnTo>
                <a:lnTo>
                  <a:pt x="268223" y="309372"/>
                </a:lnTo>
                <a:lnTo>
                  <a:pt x="255246" y="286654"/>
                </a:lnTo>
                <a:lnTo>
                  <a:pt x="248221" y="275463"/>
                </a:lnTo>
                <a:lnTo>
                  <a:pt x="240911" y="264842"/>
                </a:lnTo>
                <a:lnTo>
                  <a:pt x="233172" y="254508"/>
                </a:lnTo>
                <a:lnTo>
                  <a:pt x="225766" y="243959"/>
                </a:lnTo>
                <a:lnTo>
                  <a:pt x="217360" y="232981"/>
                </a:lnTo>
                <a:lnTo>
                  <a:pt x="208097" y="221718"/>
                </a:lnTo>
                <a:lnTo>
                  <a:pt x="198120" y="210312"/>
                </a:lnTo>
                <a:lnTo>
                  <a:pt x="235811" y="210312"/>
                </a:lnTo>
                <a:lnTo>
                  <a:pt x="275939" y="253055"/>
                </a:lnTo>
                <a:lnTo>
                  <a:pt x="286511" y="281939"/>
                </a:lnTo>
                <a:lnTo>
                  <a:pt x="286511" y="294132"/>
                </a:lnTo>
                <a:lnTo>
                  <a:pt x="284988" y="300227"/>
                </a:lnTo>
                <a:lnTo>
                  <a:pt x="281940" y="306324"/>
                </a:lnTo>
                <a:lnTo>
                  <a:pt x="280416" y="312420"/>
                </a:lnTo>
                <a:lnTo>
                  <a:pt x="277368" y="315468"/>
                </a:lnTo>
                <a:close/>
              </a:path>
              <a:path w="356870" h="386079">
                <a:moveTo>
                  <a:pt x="346875" y="359664"/>
                </a:moveTo>
                <a:lnTo>
                  <a:pt x="300228" y="359664"/>
                </a:lnTo>
                <a:lnTo>
                  <a:pt x="324612" y="335280"/>
                </a:lnTo>
                <a:lnTo>
                  <a:pt x="346875" y="35966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" name="object 72"/>
          <p:cNvSpPr/>
          <p:nvPr/>
        </p:nvSpPr>
        <p:spPr>
          <a:xfrm>
            <a:off x="8118347" y="4078223"/>
            <a:ext cx="356870" cy="401320"/>
          </a:xfrm>
          <a:custGeom>
            <a:avLst/>
            <a:gdLst/>
            <a:ahLst/>
            <a:cxnLst/>
            <a:rect l="l" t="t" r="r" b="b"/>
            <a:pathLst>
              <a:path w="356870" h="401320">
                <a:moveTo>
                  <a:pt x="54864" y="89916"/>
                </a:moveTo>
                <a:lnTo>
                  <a:pt x="44196" y="89916"/>
                </a:lnTo>
                <a:lnTo>
                  <a:pt x="51554" y="62150"/>
                </a:lnTo>
                <a:lnTo>
                  <a:pt x="57340" y="38100"/>
                </a:lnTo>
                <a:lnTo>
                  <a:pt x="61126" y="17478"/>
                </a:lnTo>
                <a:lnTo>
                  <a:pt x="62484" y="0"/>
                </a:lnTo>
                <a:lnTo>
                  <a:pt x="100584" y="21336"/>
                </a:lnTo>
                <a:lnTo>
                  <a:pt x="91725" y="28194"/>
                </a:lnTo>
                <a:lnTo>
                  <a:pt x="81153" y="41910"/>
                </a:lnTo>
                <a:lnTo>
                  <a:pt x="68865" y="62484"/>
                </a:lnTo>
                <a:lnTo>
                  <a:pt x="54864" y="89916"/>
                </a:lnTo>
                <a:close/>
              </a:path>
              <a:path w="356870" h="401320">
                <a:moveTo>
                  <a:pt x="147828" y="190500"/>
                </a:moveTo>
                <a:lnTo>
                  <a:pt x="143256" y="187452"/>
                </a:lnTo>
                <a:lnTo>
                  <a:pt x="160377" y="160615"/>
                </a:lnTo>
                <a:lnTo>
                  <a:pt x="175069" y="135064"/>
                </a:lnTo>
                <a:lnTo>
                  <a:pt x="196596" y="88392"/>
                </a:lnTo>
                <a:lnTo>
                  <a:pt x="211836" y="44958"/>
                </a:lnTo>
                <a:lnTo>
                  <a:pt x="222503" y="1524"/>
                </a:lnTo>
                <a:lnTo>
                  <a:pt x="260603" y="24384"/>
                </a:lnTo>
                <a:lnTo>
                  <a:pt x="252864" y="32146"/>
                </a:lnTo>
                <a:lnTo>
                  <a:pt x="243268" y="46482"/>
                </a:lnTo>
                <a:lnTo>
                  <a:pt x="231671" y="67675"/>
                </a:lnTo>
                <a:lnTo>
                  <a:pt x="217932" y="96012"/>
                </a:lnTo>
                <a:lnTo>
                  <a:pt x="350520" y="96012"/>
                </a:lnTo>
                <a:lnTo>
                  <a:pt x="356616" y="102108"/>
                </a:lnTo>
                <a:lnTo>
                  <a:pt x="352806" y="105156"/>
                </a:lnTo>
                <a:lnTo>
                  <a:pt x="214884" y="105156"/>
                </a:lnTo>
                <a:lnTo>
                  <a:pt x="198620" y="129420"/>
                </a:lnTo>
                <a:lnTo>
                  <a:pt x="181927" y="151828"/>
                </a:lnTo>
                <a:lnTo>
                  <a:pt x="164949" y="172235"/>
                </a:lnTo>
                <a:lnTo>
                  <a:pt x="147828" y="190500"/>
                </a:lnTo>
                <a:close/>
              </a:path>
              <a:path w="356870" h="401320">
                <a:moveTo>
                  <a:pt x="146304" y="89916"/>
                </a:moveTo>
                <a:lnTo>
                  <a:pt x="111252" y="89916"/>
                </a:lnTo>
                <a:lnTo>
                  <a:pt x="129540" y="73152"/>
                </a:lnTo>
                <a:lnTo>
                  <a:pt x="146304" y="89916"/>
                </a:lnTo>
                <a:close/>
              </a:path>
              <a:path w="356870" h="401320">
                <a:moveTo>
                  <a:pt x="0" y="397764"/>
                </a:moveTo>
                <a:lnTo>
                  <a:pt x="820" y="359664"/>
                </a:lnTo>
                <a:lnTo>
                  <a:pt x="917" y="353568"/>
                </a:lnTo>
                <a:lnTo>
                  <a:pt x="1333" y="316230"/>
                </a:lnTo>
                <a:lnTo>
                  <a:pt x="1425" y="176784"/>
                </a:lnTo>
                <a:lnTo>
                  <a:pt x="1301" y="151828"/>
                </a:lnTo>
                <a:lnTo>
                  <a:pt x="881" y="114681"/>
                </a:lnTo>
                <a:lnTo>
                  <a:pt x="0" y="74676"/>
                </a:lnTo>
                <a:lnTo>
                  <a:pt x="25908" y="89916"/>
                </a:lnTo>
                <a:lnTo>
                  <a:pt x="146304" y="89916"/>
                </a:lnTo>
                <a:lnTo>
                  <a:pt x="155448" y="99060"/>
                </a:lnTo>
                <a:lnTo>
                  <a:pt x="153162" y="100584"/>
                </a:lnTo>
                <a:lnTo>
                  <a:pt x="24384" y="100584"/>
                </a:lnTo>
                <a:lnTo>
                  <a:pt x="24384" y="211836"/>
                </a:lnTo>
                <a:lnTo>
                  <a:pt x="137509" y="211836"/>
                </a:lnTo>
                <a:lnTo>
                  <a:pt x="137586" y="222504"/>
                </a:lnTo>
                <a:lnTo>
                  <a:pt x="24384" y="222504"/>
                </a:lnTo>
                <a:lnTo>
                  <a:pt x="24384" y="344424"/>
                </a:lnTo>
                <a:lnTo>
                  <a:pt x="139273" y="344424"/>
                </a:lnTo>
                <a:lnTo>
                  <a:pt x="139528" y="353568"/>
                </a:lnTo>
                <a:lnTo>
                  <a:pt x="24384" y="353568"/>
                </a:lnTo>
                <a:lnTo>
                  <a:pt x="24384" y="384048"/>
                </a:lnTo>
                <a:lnTo>
                  <a:pt x="0" y="397764"/>
                </a:lnTo>
                <a:close/>
              </a:path>
              <a:path w="356870" h="401320">
                <a:moveTo>
                  <a:pt x="350520" y="96012"/>
                </a:moveTo>
                <a:lnTo>
                  <a:pt x="310896" y="96012"/>
                </a:lnTo>
                <a:lnTo>
                  <a:pt x="330708" y="76200"/>
                </a:lnTo>
                <a:lnTo>
                  <a:pt x="350520" y="96012"/>
                </a:lnTo>
                <a:close/>
              </a:path>
              <a:path w="356870" h="401320">
                <a:moveTo>
                  <a:pt x="137509" y="211836"/>
                </a:moveTo>
                <a:lnTo>
                  <a:pt x="115824" y="211836"/>
                </a:lnTo>
                <a:lnTo>
                  <a:pt x="115824" y="100584"/>
                </a:lnTo>
                <a:lnTo>
                  <a:pt x="153162" y="100584"/>
                </a:lnTo>
                <a:lnTo>
                  <a:pt x="137160" y="111252"/>
                </a:lnTo>
                <a:lnTo>
                  <a:pt x="137271" y="160615"/>
                </a:lnTo>
                <a:lnTo>
                  <a:pt x="137386" y="194691"/>
                </a:lnTo>
                <a:lnTo>
                  <a:pt x="137509" y="211836"/>
                </a:lnTo>
                <a:close/>
              </a:path>
              <a:path w="356870" h="401320">
                <a:moveTo>
                  <a:pt x="327433" y="359664"/>
                </a:moveTo>
                <a:lnTo>
                  <a:pt x="283464" y="359664"/>
                </a:lnTo>
                <a:lnTo>
                  <a:pt x="292631" y="357711"/>
                </a:lnTo>
                <a:lnTo>
                  <a:pt x="299656" y="352044"/>
                </a:lnTo>
                <a:lnTo>
                  <a:pt x="309252" y="305538"/>
                </a:lnTo>
                <a:lnTo>
                  <a:pt x="311086" y="259651"/>
                </a:lnTo>
                <a:lnTo>
                  <a:pt x="313149" y="194691"/>
                </a:lnTo>
                <a:lnTo>
                  <a:pt x="315467" y="105156"/>
                </a:lnTo>
                <a:lnTo>
                  <a:pt x="352806" y="105156"/>
                </a:lnTo>
                <a:lnTo>
                  <a:pt x="341376" y="114300"/>
                </a:lnTo>
                <a:lnTo>
                  <a:pt x="339488" y="190500"/>
                </a:lnTo>
                <a:lnTo>
                  <a:pt x="337718" y="248631"/>
                </a:lnTo>
                <a:lnTo>
                  <a:pt x="335889" y="294583"/>
                </a:lnTo>
                <a:lnTo>
                  <a:pt x="334060" y="326489"/>
                </a:lnTo>
                <a:lnTo>
                  <a:pt x="332232" y="344424"/>
                </a:lnTo>
                <a:lnTo>
                  <a:pt x="328517" y="357020"/>
                </a:lnTo>
                <a:lnTo>
                  <a:pt x="327433" y="359664"/>
                </a:lnTo>
                <a:close/>
              </a:path>
              <a:path w="356870" h="401320">
                <a:moveTo>
                  <a:pt x="231648" y="269748"/>
                </a:moveTo>
                <a:lnTo>
                  <a:pt x="230124" y="269748"/>
                </a:lnTo>
                <a:lnTo>
                  <a:pt x="226956" y="268081"/>
                </a:lnTo>
                <a:lnTo>
                  <a:pt x="224218" y="263271"/>
                </a:lnTo>
                <a:lnTo>
                  <a:pt x="221765" y="255603"/>
                </a:lnTo>
                <a:lnTo>
                  <a:pt x="219456" y="245364"/>
                </a:lnTo>
                <a:lnTo>
                  <a:pt x="214884" y="227576"/>
                </a:lnTo>
                <a:lnTo>
                  <a:pt x="208026" y="210502"/>
                </a:lnTo>
                <a:lnTo>
                  <a:pt x="198882" y="193714"/>
                </a:lnTo>
                <a:lnTo>
                  <a:pt x="187452" y="176784"/>
                </a:lnTo>
                <a:lnTo>
                  <a:pt x="192024" y="172212"/>
                </a:lnTo>
                <a:lnTo>
                  <a:pt x="224980" y="198501"/>
                </a:lnTo>
                <a:lnTo>
                  <a:pt x="246888" y="234696"/>
                </a:lnTo>
                <a:lnTo>
                  <a:pt x="246888" y="246888"/>
                </a:lnTo>
                <a:lnTo>
                  <a:pt x="245364" y="254508"/>
                </a:lnTo>
                <a:lnTo>
                  <a:pt x="236220" y="266700"/>
                </a:lnTo>
                <a:lnTo>
                  <a:pt x="231648" y="269748"/>
                </a:lnTo>
                <a:close/>
              </a:path>
              <a:path w="356870" h="401320">
                <a:moveTo>
                  <a:pt x="139273" y="344424"/>
                </a:moveTo>
                <a:lnTo>
                  <a:pt x="115824" y="344424"/>
                </a:lnTo>
                <a:lnTo>
                  <a:pt x="115824" y="222504"/>
                </a:lnTo>
                <a:lnTo>
                  <a:pt x="137586" y="222504"/>
                </a:lnTo>
                <a:lnTo>
                  <a:pt x="137793" y="251338"/>
                </a:lnTo>
                <a:lnTo>
                  <a:pt x="138499" y="305538"/>
                </a:lnTo>
                <a:lnTo>
                  <a:pt x="139273" y="344424"/>
                </a:lnTo>
                <a:close/>
              </a:path>
              <a:path w="356870" h="401320">
                <a:moveTo>
                  <a:pt x="278891" y="400812"/>
                </a:moveTo>
                <a:lnTo>
                  <a:pt x="271772" y="387953"/>
                </a:lnTo>
                <a:lnTo>
                  <a:pt x="259651" y="376809"/>
                </a:lnTo>
                <a:lnTo>
                  <a:pt x="242673" y="367379"/>
                </a:lnTo>
                <a:lnTo>
                  <a:pt x="220979" y="359664"/>
                </a:lnTo>
                <a:lnTo>
                  <a:pt x="220979" y="350520"/>
                </a:lnTo>
                <a:lnTo>
                  <a:pt x="241244" y="354520"/>
                </a:lnTo>
                <a:lnTo>
                  <a:pt x="258508" y="357378"/>
                </a:lnTo>
                <a:lnTo>
                  <a:pt x="272629" y="359092"/>
                </a:lnTo>
                <a:lnTo>
                  <a:pt x="283464" y="359664"/>
                </a:lnTo>
                <a:lnTo>
                  <a:pt x="327433" y="359664"/>
                </a:lnTo>
                <a:lnTo>
                  <a:pt x="324231" y="367474"/>
                </a:lnTo>
                <a:lnTo>
                  <a:pt x="289726" y="396240"/>
                </a:lnTo>
                <a:lnTo>
                  <a:pt x="278891" y="400812"/>
                </a:lnTo>
                <a:close/>
              </a:path>
              <a:path w="356870" h="401320">
                <a:moveTo>
                  <a:pt x="115824" y="390144"/>
                </a:moveTo>
                <a:lnTo>
                  <a:pt x="115824" y="353568"/>
                </a:lnTo>
                <a:lnTo>
                  <a:pt x="139528" y="353568"/>
                </a:lnTo>
                <a:lnTo>
                  <a:pt x="140208" y="376428"/>
                </a:lnTo>
                <a:lnTo>
                  <a:pt x="115824" y="39014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" name="object 73"/>
          <p:cNvSpPr/>
          <p:nvPr/>
        </p:nvSpPr>
        <p:spPr>
          <a:xfrm>
            <a:off x="8526780" y="4075176"/>
            <a:ext cx="986155" cy="447040"/>
          </a:xfrm>
          <a:custGeom>
            <a:avLst/>
            <a:gdLst/>
            <a:ahLst/>
            <a:cxnLst/>
            <a:rect l="l" t="t" r="r" b="b"/>
            <a:pathLst>
              <a:path w="986154" h="447039">
                <a:moveTo>
                  <a:pt x="240792" y="38100"/>
                </a:moveTo>
                <a:lnTo>
                  <a:pt x="205066" y="10274"/>
                </a:lnTo>
                <a:lnTo>
                  <a:pt x="190500" y="4572"/>
                </a:lnTo>
                <a:lnTo>
                  <a:pt x="185928" y="9144"/>
                </a:lnTo>
                <a:lnTo>
                  <a:pt x="195376" y="19456"/>
                </a:lnTo>
                <a:lnTo>
                  <a:pt x="203263" y="29908"/>
                </a:lnTo>
                <a:lnTo>
                  <a:pt x="209715" y="40652"/>
                </a:lnTo>
                <a:lnTo>
                  <a:pt x="214884" y="51816"/>
                </a:lnTo>
                <a:lnTo>
                  <a:pt x="217932" y="62484"/>
                </a:lnTo>
                <a:lnTo>
                  <a:pt x="222504" y="67056"/>
                </a:lnTo>
                <a:lnTo>
                  <a:pt x="227076" y="67056"/>
                </a:lnTo>
                <a:lnTo>
                  <a:pt x="230124" y="64008"/>
                </a:lnTo>
                <a:lnTo>
                  <a:pt x="234696" y="57912"/>
                </a:lnTo>
                <a:lnTo>
                  <a:pt x="237744" y="51816"/>
                </a:lnTo>
                <a:lnTo>
                  <a:pt x="240792" y="47244"/>
                </a:lnTo>
                <a:lnTo>
                  <a:pt x="240792" y="38100"/>
                </a:lnTo>
                <a:close/>
              </a:path>
              <a:path w="986154" h="447039">
                <a:moveTo>
                  <a:pt x="379476" y="80772"/>
                </a:moveTo>
                <a:lnTo>
                  <a:pt x="368808" y="70104"/>
                </a:lnTo>
                <a:lnTo>
                  <a:pt x="348996" y="50292"/>
                </a:lnTo>
                <a:lnTo>
                  <a:pt x="329184" y="70104"/>
                </a:lnTo>
                <a:lnTo>
                  <a:pt x="205740" y="70104"/>
                </a:lnTo>
                <a:lnTo>
                  <a:pt x="205740" y="80772"/>
                </a:lnTo>
                <a:lnTo>
                  <a:pt x="205740" y="123444"/>
                </a:lnTo>
                <a:lnTo>
                  <a:pt x="205740" y="132588"/>
                </a:lnTo>
                <a:lnTo>
                  <a:pt x="205740" y="170688"/>
                </a:lnTo>
                <a:lnTo>
                  <a:pt x="205740" y="181356"/>
                </a:lnTo>
                <a:lnTo>
                  <a:pt x="205740" y="222504"/>
                </a:lnTo>
                <a:lnTo>
                  <a:pt x="106680" y="222504"/>
                </a:lnTo>
                <a:lnTo>
                  <a:pt x="106680" y="181356"/>
                </a:lnTo>
                <a:lnTo>
                  <a:pt x="205740" y="181356"/>
                </a:lnTo>
                <a:lnTo>
                  <a:pt x="205740" y="170688"/>
                </a:lnTo>
                <a:lnTo>
                  <a:pt x="106680" y="170688"/>
                </a:lnTo>
                <a:lnTo>
                  <a:pt x="106680" y="132588"/>
                </a:lnTo>
                <a:lnTo>
                  <a:pt x="205740" y="132588"/>
                </a:lnTo>
                <a:lnTo>
                  <a:pt x="205740" y="123444"/>
                </a:lnTo>
                <a:lnTo>
                  <a:pt x="106680" y="123444"/>
                </a:lnTo>
                <a:lnTo>
                  <a:pt x="106680" y="105156"/>
                </a:lnTo>
                <a:lnTo>
                  <a:pt x="106680" y="80772"/>
                </a:lnTo>
                <a:lnTo>
                  <a:pt x="205740" y="80772"/>
                </a:lnTo>
                <a:lnTo>
                  <a:pt x="205740" y="70104"/>
                </a:lnTo>
                <a:lnTo>
                  <a:pt x="109728" y="70104"/>
                </a:lnTo>
                <a:lnTo>
                  <a:pt x="135636" y="28956"/>
                </a:lnTo>
                <a:lnTo>
                  <a:pt x="150876" y="24384"/>
                </a:lnTo>
                <a:lnTo>
                  <a:pt x="117348" y="0"/>
                </a:lnTo>
                <a:lnTo>
                  <a:pt x="108458" y="21983"/>
                </a:lnTo>
                <a:lnTo>
                  <a:pt x="97726" y="44386"/>
                </a:lnTo>
                <a:lnTo>
                  <a:pt x="70104" y="89916"/>
                </a:lnTo>
                <a:lnTo>
                  <a:pt x="36766" y="133540"/>
                </a:lnTo>
                <a:lnTo>
                  <a:pt x="0" y="169164"/>
                </a:lnTo>
                <a:lnTo>
                  <a:pt x="4572" y="175260"/>
                </a:lnTo>
                <a:lnTo>
                  <a:pt x="26809" y="158953"/>
                </a:lnTo>
                <a:lnTo>
                  <a:pt x="47625" y="141922"/>
                </a:lnTo>
                <a:lnTo>
                  <a:pt x="66713" y="124040"/>
                </a:lnTo>
                <a:lnTo>
                  <a:pt x="83820" y="105156"/>
                </a:lnTo>
                <a:lnTo>
                  <a:pt x="83693" y="170688"/>
                </a:lnTo>
                <a:lnTo>
                  <a:pt x="83629" y="187642"/>
                </a:lnTo>
                <a:lnTo>
                  <a:pt x="83172" y="225818"/>
                </a:lnTo>
                <a:lnTo>
                  <a:pt x="82296" y="262128"/>
                </a:lnTo>
                <a:lnTo>
                  <a:pt x="106680" y="252984"/>
                </a:lnTo>
                <a:lnTo>
                  <a:pt x="106680" y="231648"/>
                </a:lnTo>
                <a:lnTo>
                  <a:pt x="376428" y="231648"/>
                </a:lnTo>
                <a:lnTo>
                  <a:pt x="367284" y="222504"/>
                </a:lnTo>
                <a:lnTo>
                  <a:pt x="345948" y="201168"/>
                </a:lnTo>
                <a:lnTo>
                  <a:pt x="326136" y="222504"/>
                </a:lnTo>
                <a:lnTo>
                  <a:pt x="228600" y="222504"/>
                </a:lnTo>
                <a:lnTo>
                  <a:pt x="228600" y="181356"/>
                </a:lnTo>
                <a:lnTo>
                  <a:pt x="353568" y="181356"/>
                </a:lnTo>
                <a:lnTo>
                  <a:pt x="343458" y="170688"/>
                </a:lnTo>
                <a:lnTo>
                  <a:pt x="326136" y="152400"/>
                </a:lnTo>
                <a:lnTo>
                  <a:pt x="306324" y="170688"/>
                </a:lnTo>
                <a:lnTo>
                  <a:pt x="228600" y="170688"/>
                </a:lnTo>
                <a:lnTo>
                  <a:pt x="228600" y="132588"/>
                </a:lnTo>
                <a:lnTo>
                  <a:pt x="356616" y="132588"/>
                </a:lnTo>
                <a:lnTo>
                  <a:pt x="347941" y="123444"/>
                </a:lnTo>
                <a:lnTo>
                  <a:pt x="329184" y="103632"/>
                </a:lnTo>
                <a:lnTo>
                  <a:pt x="309372" y="123444"/>
                </a:lnTo>
                <a:lnTo>
                  <a:pt x="228600" y="123444"/>
                </a:lnTo>
                <a:lnTo>
                  <a:pt x="228600" y="80772"/>
                </a:lnTo>
                <a:lnTo>
                  <a:pt x="379476" y="80772"/>
                </a:lnTo>
                <a:close/>
              </a:path>
              <a:path w="986154" h="447039">
                <a:moveTo>
                  <a:pt x="409956" y="371856"/>
                </a:moveTo>
                <a:lnTo>
                  <a:pt x="358521" y="362331"/>
                </a:lnTo>
                <a:lnTo>
                  <a:pt x="313944" y="345948"/>
                </a:lnTo>
                <a:lnTo>
                  <a:pt x="273748" y="319659"/>
                </a:lnTo>
                <a:lnTo>
                  <a:pt x="239268" y="286512"/>
                </a:lnTo>
                <a:lnTo>
                  <a:pt x="408432" y="286512"/>
                </a:lnTo>
                <a:lnTo>
                  <a:pt x="379476" y="254508"/>
                </a:lnTo>
                <a:lnTo>
                  <a:pt x="358140" y="275844"/>
                </a:lnTo>
                <a:lnTo>
                  <a:pt x="219456" y="275844"/>
                </a:lnTo>
                <a:lnTo>
                  <a:pt x="219456" y="260604"/>
                </a:lnTo>
                <a:lnTo>
                  <a:pt x="233172" y="248412"/>
                </a:lnTo>
                <a:lnTo>
                  <a:pt x="195072" y="234696"/>
                </a:lnTo>
                <a:lnTo>
                  <a:pt x="195948" y="242417"/>
                </a:lnTo>
                <a:lnTo>
                  <a:pt x="196405" y="251841"/>
                </a:lnTo>
                <a:lnTo>
                  <a:pt x="196570" y="262991"/>
                </a:lnTo>
                <a:lnTo>
                  <a:pt x="196596" y="275844"/>
                </a:lnTo>
                <a:lnTo>
                  <a:pt x="1524" y="275844"/>
                </a:lnTo>
                <a:lnTo>
                  <a:pt x="18288" y="291084"/>
                </a:lnTo>
                <a:lnTo>
                  <a:pt x="27711" y="289090"/>
                </a:lnTo>
                <a:lnTo>
                  <a:pt x="37719" y="287655"/>
                </a:lnTo>
                <a:lnTo>
                  <a:pt x="48285" y="286804"/>
                </a:lnTo>
                <a:lnTo>
                  <a:pt x="59436" y="286512"/>
                </a:lnTo>
                <a:lnTo>
                  <a:pt x="167640" y="286512"/>
                </a:lnTo>
                <a:lnTo>
                  <a:pt x="128206" y="323811"/>
                </a:lnTo>
                <a:lnTo>
                  <a:pt x="85318" y="355574"/>
                </a:lnTo>
                <a:lnTo>
                  <a:pt x="32118" y="385292"/>
                </a:lnTo>
                <a:lnTo>
                  <a:pt x="1524" y="399288"/>
                </a:lnTo>
                <a:lnTo>
                  <a:pt x="4572" y="405384"/>
                </a:lnTo>
                <a:lnTo>
                  <a:pt x="64008" y="381952"/>
                </a:lnTo>
                <a:lnTo>
                  <a:pt x="114211" y="355142"/>
                </a:lnTo>
                <a:lnTo>
                  <a:pt x="157734" y="324421"/>
                </a:lnTo>
                <a:lnTo>
                  <a:pt x="196596" y="288036"/>
                </a:lnTo>
                <a:lnTo>
                  <a:pt x="196469" y="340550"/>
                </a:lnTo>
                <a:lnTo>
                  <a:pt x="196367" y="355574"/>
                </a:lnTo>
                <a:lnTo>
                  <a:pt x="195948" y="383197"/>
                </a:lnTo>
                <a:lnTo>
                  <a:pt x="195072" y="411480"/>
                </a:lnTo>
                <a:lnTo>
                  <a:pt x="220980" y="397764"/>
                </a:lnTo>
                <a:lnTo>
                  <a:pt x="219684" y="359664"/>
                </a:lnTo>
                <a:lnTo>
                  <a:pt x="219456" y="288036"/>
                </a:lnTo>
                <a:lnTo>
                  <a:pt x="219456" y="286512"/>
                </a:lnTo>
                <a:lnTo>
                  <a:pt x="230124" y="286512"/>
                </a:lnTo>
                <a:lnTo>
                  <a:pt x="245529" y="309092"/>
                </a:lnTo>
                <a:lnTo>
                  <a:pt x="261937" y="328803"/>
                </a:lnTo>
                <a:lnTo>
                  <a:pt x="297180" y="359664"/>
                </a:lnTo>
                <a:lnTo>
                  <a:pt x="336042" y="382333"/>
                </a:lnTo>
                <a:lnTo>
                  <a:pt x="379476" y="399288"/>
                </a:lnTo>
                <a:lnTo>
                  <a:pt x="383159" y="391007"/>
                </a:lnTo>
                <a:lnTo>
                  <a:pt x="389572" y="384429"/>
                </a:lnTo>
                <a:lnTo>
                  <a:pt x="398538" y="379577"/>
                </a:lnTo>
                <a:lnTo>
                  <a:pt x="409956" y="376428"/>
                </a:lnTo>
                <a:lnTo>
                  <a:pt x="409956" y="371856"/>
                </a:lnTo>
                <a:close/>
              </a:path>
              <a:path w="986154" h="447039">
                <a:moveTo>
                  <a:pt x="766559" y="188976"/>
                </a:moveTo>
                <a:lnTo>
                  <a:pt x="733031" y="155448"/>
                </a:lnTo>
                <a:lnTo>
                  <a:pt x="710171" y="178308"/>
                </a:lnTo>
                <a:lnTo>
                  <a:pt x="536435" y="178308"/>
                </a:lnTo>
                <a:lnTo>
                  <a:pt x="553199" y="193548"/>
                </a:lnTo>
                <a:lnTo>
                  <a:pt x="562368" y="191554"/>
                </a:lnTo>
                <a:lnTo>
                  <a:pt x="571677" y="190119"/>
                </a:lnTo>
                <a:lnTo>
                  <a:pt x="581279" y="189268"/>
                </a:lnTo>
                <a:lnTo>
                  <a:pt x="591299" y="188976"/>
                </a:lnTo>
                <a:lnTo>
                  <a:pt x="766559" y="188976"/>
                </a:lnTo>
                <a:close/>
              </a:path>
              <a:path w="986154" h="447039">
                <a:moveTo>
                  <a:pt x="774179" y="257556"/>
                </a:moveTo>
                <a:lnTo>
                  <a:pt x="767676" y="251460"/>
                </a:lnTo>
                <a:lnTo>
                  <a:pt x="749795" y="234696"/>
                </a:lnTo>
                <a:lnTo>
                  <a:pt x="734555" y="248666"/>
                </a:lnTo>
                <a:lnTo>
                  <a:pt x="734555" y="262128"/>
                </a:lnTo>
                <a:lnTo>
                  <a:pt x="734555" y="359664"/>
                </a:lnTo>
                <a:lnTo>
                  <a:pt x="568439" y="359664"/>
                </a:lnTo>
                <a:lnTo>
                  <a:pt x="568439" y="262128"/>
                </a:lnTo>
                <a:lnTo>
                  <a:pt x="734555" y="262128"/>
                </a:lnTo>
                <a:lnTo>
                  <a:pt x="734555" y="248666"/>
                </a:lnTo>
                <a:lnTo>
                  <a:pt x="731507" y="251460"/>
                </a:lnTo>
                <a:lnTo>
                  <a:pt x="568439" y="251460"/>
                </a:lnTo>
                <a:lnTo>
                  <a:pt x="542531" y="237744"/>
                </a:lnTo>
                <a:lnTo>
                  <a:pt x="543382" y="257556"/>
                </a:lnTo>
                <a:lnTo>
                  <a:pt x="543864" y="278701"/>
                </a:lnTo>
                <a:lnTo>
                  <a:pt x="544042" y="298831"/>
                </a:lnTo>
                <a:lnTo>
                  <a:pt x="544042" y="339115"/>
                </a:lnTo>
                <a:lnTo>
                  <a:pt x="543877" y="359664"/>
                </a:lnTo>
                <a:lnTo>
                  <a:pt x="543420" y="380885"/>
                </a:lnTo>
                <a:lnTo>
                  <a:pt x="542531" y="402336"/>
                </a:lnTo>
                <a:lnTo>
                  <a:pt x="568439" y="391668"/>
                </a:lnTo>
                <a:lnTo>
                  <a:pt x="568439" y="368808"/>
                </a:lnTo>
                <a:lnTo>
                  <a:pt x="734555" y="368808"/>
                </a:lnTo>
                <a:lnTo>
                  <a:pt x="734555" y="399288"/>
                </a:lnTo>
                <a:lnTo>
                  <a:pt x="761987" y="388620"/>
                </a:lnTo>
                <a:lnTo>
                  <a:pt x="759904" y="339115"/>
                </a:lnTo>
                <a:lnTo>
                  <a:pt x="758939" y="269748"/>
                </a:lnTo>
                <a:lnTo>
                  <a:pt x="768464" y="262128"/>
                </a:lnTo>
                <a:lnTo>
                  <a:pt x="774179" y="257556"/>
                </a:lnTo>
                <a:close/>
              </a:path>
              <a:path w="986154" h="447039">
                <a:moveTo>
                  <a:pt x="856475" y="169164"/>
                </a:moveTo>
                <a:lnTo>
                  <a:pt x="818743" y="158623"/>
                </a:lnTo>
                <a:lnTo>
                  <a:pt x="756399" y="129527"/>
                </a:lnTo>
                <a:lnTo>
                  <a:pt x="709460" y="91871"/>
                </a:lnTo>
                <a:lnTo>
                  <a:pt x="676224" y="54254"/>
                </a:lnTo>
                <a:lnTo>
                  <a:pt x="669531" y="44196"/>
                </a:lnTo>
                <a:lnTo>
                  <a:pt x="664451" y="36576"/>
                </a:lnTo>
                <a:lnTo>
                  <a:pt x="679691" y="27432"/>
                </a:lnTo>
                <a:lnTo>
                  <a:pt x="643115" y="3048"/>
                </a:lnTo>
                <a:lnTo>
                  <a:pt x="627113" y="37934"/>
                </a:lnTo>
                <a:lnTo>
                  <a:pt x="608825" y="69532"/>
                </a:lnTo>
                <a:lnTo>
                  <a:pt x="565391" y="123444"/>
                </a:lnTo>
                <a:lnTo>
                  <a:pt x="512622" y="166687"/>
                </a:lnTo>
                <a:lnTo>
                  <a:pt x="449567" y="204216"/>
                </a:lnTo>
                <a:lnTo>
                  <a:pt x="452615" y="211836"/>
                </a:lnTo>
                <a:lnTo>
                  <a:pt x="510908" y="185547"/>
                </a:lnTo>
                <a:lnTo>
                  <a:pt x="562343" y="152400"/>
                </a:lnTo>
                <a:lnTo>
                  <a:pt x="610158" y="106870"/>
                </a:lnTo>
                <a:lnTo>
                  <a:pt x="656831" y="44196"/>
                </a:lnTo>
                <a:lnTo>
                  <a:pt x="664260" y="59016"/>
                </a:lnTo>
                <a:lnTo>
                  <a:pt x="689406" y="94348"/>
                </a:lnTo>
                <a:lnTo>
                  <a:pt x="727964" y="135788"/>
                </a:lnTo>
                <a:lnTo>
                  <a:pt x="784491" y="178168"/>
                </a:lnTo>
                <a:lnTo>
                  <a:pt x="819899" y="199644"/>
                </a:lnTo>
                <a:lnTo>
                  <a:pt x="826477" y="190487"/>
                </a:lnTo>
                <a:lnTo>
                  <a:pt x="834758" y="183451"/>
                </a:lnTo>
                <a:lnTo>
                  <a:pt x="844765" y="178435"/>
                </a:lnTo>
                <a:lnTo>
                  <a:pt x="856475" y="175260"/>
                </a:lnTo>
                <a:lnTo>
                  <a:pt x="856475" y="169164"/>
                </a:lnTo>
                <a:close/>
              </a:path>
              <a:path w="986154" h="447039">
                <a:moveTo>
                  <a:pt x="986015" y="304800"/>
                </a:moveTo>
                <a:lnTo>
                  <a:pt x="931164" y="304800"/>
                </a:lnTo>
                <a:lnTo>
                  <a:pt x="893064" y="446532"/>
                </a:lnTo>
                <a:lnTo>
                  <a:pt x="925068" y="446532"/>
                </a:lnTo>
                <a:lnTo>
                  <a:pt x="986015" y="30480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4" name="object 74"/>
          <p:cNvSpPr/>
          <p:nvPr/>
        </p:nvSpPr>
        <p:spPr>
          <a:xfrm>
            <a:off x="9564623" y="4081272"/>
            <a:ext cx="402590" cy="403860"/>
          </a:xfrm>
          <a:custGeom>
            <a:avLst/>
            <a:gdLst/>
            <a:ahLst/>
            <a:cxnLst/>
            <a:rect l="l" t="t" r="r" b="b"/>
            <a:pathLst>
              <a:path w="402590" h="403860">
                <a:moveTo>
                  <a:pt x="365760" y="205739"/>
                </a:moveTo>
                <a:lnTo>
                  <a:pt x="314325" y="168973"/>
                </a:lnTo>
                <a:lnTo>
                  <a:pt x="274320" y="121920"/>
                </a:lnTo>
                <a:lnTo>
                  <a:pt x="246888" y="65532"/>
                </a:lnTo>
                <a:lnTo>
                  <a:pt x="228600" y="0"/>
                </a:lnTo>
                <a:lnTo>
                  <a:pt x="262128" y="13716"/>
                </a:lnTo>
                <a:lnTo>
                  <a:pt x="248412" y="22860"/>
                </a:lnTo>
                <a:lnTo>
                  <a:pt x="259246" y="55411"/>
                </a:lnTo>
                <a:lnTo>
                  <a:pt x="290631" y="109656"/>
                </a:lnTo>
                <a:lnTo>
                  <a:pt x="332898" y="147851"/>
                </a:lnTo>
                <a:lnTo>
                  <a:pt x="378618" y="171140"/>
                </a:lnTo>
                <a:lnTo>
                  <a:pt x="402336" y="176784"/>
                </a:lnTo>
                <a:lnTo>
                  <a:pt x="402336" y="182880"/>
                </a:lnTo>
                <a:lnTo>
                  <a:pt x="390620" y="185166"/>
                </a:lnTo>
                <a:lnTo>
                  <a:pt x="380619" y="189738"/>
                </a:lnTo>
                <a:lnTo>
                  <a:pt x="372332" y="196596"/>
                </a:lnTo>
                <a:lnTo>
                  <a:pt x="365760" y="205739"/>
                </a:lnTo>
                <a:close/>
              </a:path>
              <a:path w="402590" h="403860">
                <a:moveTo>
                  <a:pt x="3048" y="219456"/>
                </a:moveTo>
                <a:lnTo>
                  <a:pt x="0" y="213360"/>
                </a:lnTo>
                <a:lnTo>
                  <a:pt x="21383" y="194452"/>
                </a:lnTo>
                <a:lnTo>
                  <a:pt x="41910" y="174117"/>
                </a:lnTo>
                <a:lnTo>
                  <a:pt x="79248" y="128016"/>
                </a:lnTo>
                <a:lnTo>
                  <a:pt x="112014" y="73152"/>
                </a:lnTo>
                <a:lnTo>
                  <a:pt x="140208" y="9144"/>
                </a:lnTo>
                <a:lnTo>
                  <a:pt x="175260" y="35052"/>
                </a:lnTo>
                <a:lnTo>
                  <a:pt x="160020" y="44196"/>
                </a:lnTo>
                <a:lnTo>
                  <a:pt x="144637" y="71032"/>
                </a:lnTo>
                <a:lnTo>
                  <a:pt x="128397" y="96583"/>
                </a:lnTo>
                <a:lnTo>
                  <a:pt x="94488" y="143256"/>
                </a:lnTo>
                <a:lnTo>
                  <a:pt x="53340" y="183642"/>
                </a:lnTo>
                <a:lnTo>
                  <a:pt x="29337" y="201977"/>
                </a:lnTo>
                <a:lnTo>
                  <a:pt x="3048" y="219456"/>
                </a:lnTo>
                <a:close/>
              </a:path>
              <a:path w="402590" h="403860">
                <a:moveTo>
                  <a:pt x="86868" y="192024"/>
                </a:moveTo>
                <a:lnTo>
                  <a:pt x="73152" y="176784"/>
                </a:lnTo>
                <a:lnTo>
                  <a:pt x="271272" y="176784"/>
                </a:lnTo>
                <a:lnTo>
                  <a:pt x="288036" y="160020"/>
                </a:lnTo>
                <a:lnTo>
                  <a:pt x="312420" y="184404"/>
                </a:lnTo>
                <a:lnTo>
                  <a:pt x="308501" y="187451"/>
                </a:lnTo>
                <a:lnTo>
                  <a:pt x="102108" y="187451"/>
                </a:lnTo>
                <a:lnTo>
                  <a:pt x="86868" y="192024"/>
                </a:lnTo>
                <a:close/>
              </a:path>
              <a:path w="402590" h="403860">
                <a:moveTo>
                  <a:pt x="21336" y="403860"/>
                </a:moveTo>
                <a:lnTo>
                  <a:pt x="18288" y="396240"/>
                </a:lnTo>
                <a:lnTo>
                  <a:pt x="54006" y="375689"/>
                </a:lnTo>
                <a:lnTo>
                  <a:pt x="83439" y="352996"/>
                </a:lnTo>
                <a:lnTo>
                  <a:pt x="123444" y="301751"/>
                </a:lnTo>
                <a:lnTo>
                  <a:pt x="145161" y="245744"/>
                </a:lnTo>
                <a:lnTo>
                  <a:pt x="155448" y="187451"/>
                </a:lnTo>
                <a:lnTo>
                  <a:pt x="184404" y="187451"/>
                </a:lnTo>
                <a:lnTo>
                  <a:pt x="168211" y="256984"/>
                </a:lnTo>
                <a:lnTo>
                  <a:pt x="141732" y="313944"/>
                </a:lnTo>
                <a:lnTo>
                  <a:pt x="95821" y="361759"/>
                </a:lnTo>
                <a:lnTo>
                  <a:pt x="62222" y="383595"/>
                </a:lnTo>
                <a:lnTo>
                  <a:pt x="21336" y="403860"/>
                </a:lnTo>
                <a:close/>
              </a:path>
              <a:path w="402590" h="403860">
                <a:moveTo>
                  <a:pt x="280416" y="361188"/>
                </a:moveTo>
                <a:lnTo>
                  <a:pt x="240792" y="361188"/>
                </a:lnTo>
                <a:lnTo>
                  <a:pt x="246459" y="359163"/>
                </a:lnTo>
                <a:lnTo>
                  <a:pt x="251841" y="355282"/>
                </a:lnTo>
                <a:lnTo>
                  <a:pt x="267462" y="292989"/>
                </a:lnTo>
                <a:lnTo>
                  <a:pt x="270891" y="247507"/>
                </a:lnTo>
                <a:lnTo>
                  <a:pt x="274320" y="187451"/>
                </a:lnTo>
                <a:lnTo>
                  <a:pt x="308501" y="187451"/>
                </a:lnTo>
                <a:lnTo>
                  <a:pt x="298703" y="195072"/>
                </a:lnTo>
                <a:lnTo>
                  <a:pt x="296048" y="256984"/>
                </a:lnTo>
                <a:lnTo>
                  <a:pt x="292417" y="304990"/>
                </a:lnTo>
                <a:lnTo>
                  <a:pt x="287345" y="339732"/>
                </a:lnTo>
                <a:lnTo>
                  <a:pt x="280416" y="361188"/>
                </a:lnTo>
                <a:close/>
              </a:path>
              <a:path w="402590" h="403860">
                <a:moveTo>
                  <a:pt x="231648" y="402336"/>
                </a:moveTo>
                <a:lnTo>
                  <a:pt x="227052" y="388834"/>
                </a:lnTo>
                <a:lnTo>
                  <a:pt x="217741" y="377761"/>
                </a:lnTo>
                <a:lnTo>
                  <a:pt x="203573" y="368688"/>
                </a:lnTo>
                <a:lnTo>
                  <a:pt x="184404" y="361188"/>
                </a:lnTo>
                <a:lnTo>
                  <a:pt x="184404" y="355092"/>
                </a:lnTo>
                <a:lnTo>
                  <a:pt x="203501" y="357973"/>
                </a:lnTo>
                <a:lnTo>
                  <a:pt x="219456" y="359854"/>
                </a:lnTo>
                <a:lnTo>
                  <a:pt x="231981" y="360878"/>
                </a:lnTo>
                <a:lnTo>
                  <a:pt x="240792" y="361188"/>
                </a:lnTo>
                <a:lnTo>
                  <a:pt x="280416" y="361188"/>
                </a:lnTo>
                <a:lnTo>
                  <a:pt x="272367" y="374046"/>
                </a:lnTo>
                <a:lnTo>
                  <a:pt x="261747" y="385191"/>
                </a:lnTo>
                <a:lnTo>
                  <a:pt x="248269" y="394620"/>
                </a:lnTo>
                <a:lnTo>
                  <a:pt x="231648" y="40233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5" name="object 75"/>
          <p:cNvSpPr/>
          <p:nvPr/>
        </p:nvSpPr>
        <p:spPr>
          <a:xfrm>
            <a:off x="2156460" y="4623815"/>
            <a:ext cx="356870" cy="386080"/>
          </a:xfrm>
          <a:custGeom>
            <a:avLst/>
            <a:gdLst/>
            <a:ahLst/>
            <a:cxnLst/>
            <a:rect l="l" t="t" r="r" b="b"/>
            <a:pathLst>
              <a:path w="356869" h="386079">
                <a:moveTo>
                  <a:pt x="341839" y="24384"/>
                </a:moveTo>
                <a:lnTo>
                  <a:pt x="294132" y="24384"/>
                </a:lnTo>
                <a:lnTo>
                  <a:pt x="318516" y="0"/>
                </a:lnTo>
                <a:lnTo>
                  <a:pt x="341839" y="24384"/>
                </a:lnTo>
                <a:close/>
              </a:path>
              <a:path w="356869" h="386079">
                <a:moveTo>
                  <a:pt x="25908" y="385572"/>
                </a:moveTo>
                <a:lnTo>
                  <a:pt x="0" y="364236"/>
                </a:lnTo>
                <a:lnTo>
                  <a:pt x="10668" y="355092"/>
                </a:lnTo>
                <a:lnTo>
                  <a:pt x="10644" y="57340"/>
                </a:lnTo>
                <a:lnTo>
                  <a:pt x="10477" y="44196"/>
                </a:lnTo>
                <a:lnTo>
                  <a:pt x="10025" y="27622"/>
                </a:lnTo>
                <a:lnTo>
                  <a:pt x="9144" y="7620"/>
                </a:lnTo>
                <a:lnTo>
                  <a:pt x="35052" y="24384"/>
                </a:lnTo>
                <a:lnTo>
                  <a:pt x="341839" y="24384"/>
                </a:lnTo>
                <a:lnTo>
                  <a:pt x="352044" y="35052"/>
                </a:lnTo>
                <a:lnTo>
                  <a:pt x="35052" y="35052"/>
                </a:lnTo>
                <a:lnTo>
                  <a:pt x="35052" y="359664"/>
                </a:lnTo>
                <a:lnTo>
                  <a:pt x="346875" y="359664"/>
                </a:lnTo>
                <a:lnTo>
                  <a:pt x="356616" y="370332"/>
                </a:lnTo>
                <a:lnTo>
                  <a:pt x="36576" y="370332"/>
                </a:lnTo>
                <a:lnTo>
                  <a:pt x="25908" y="385572"/>
                </a:lnTo>
                <a:close/>
              </a:path>
              <a:path w="356869" h="386079">
                <a:moveTo>
                  <a:pt x="225084" y="173736"/>
                </a:moveTo>
                <a:lnTo>
                  <a:pt x="195072" y="173736"/>
                </a:lnTo>
                <a:lnTo>
                  <a:pt x="205978" y="157995"/>
                </a:lnTo>
                <a:lnTo>
                  <a:pt x="216027" y="142684"/>
                </a:lnTo>
                <a:lnTo>
                  <a:pt x="242149" y="99369"/>
                </a:lnTo>
                <a:lnTo>
                  <a:pt x="259080" y="64008"/>
                </a:lnTo>
                <a:lnTo>
                  <a:pt x="298704" y="91440"/>
                </a:lnTo>
                <a:lnTo>
                  <a:pt x="260604" y="124968"/>
                </a:lnTo>
                <a:lnTo>
                  <a:pt x="249150" y="140970"/>
                </a:lnTo>
                <a:lnTo>
                  <a:pt x="237553" y="156972"/>
                </a:lnTo>
                <a:lnTo>
                  <a:pt x="225671" y="172974"/>
                </a:lnTo>
                <a:lnTo>
                  <a:pt x="225084" y="173736"/>
                </a:lnTo>
                <a:close/>
              </a:path>
              <a:path w="356869" h="386079">
                <a:moveTo>
                  <a:pt x="70104" y="321564"/>
                </a:moveTo>
                <a:lnTo>
                  <a:pt x="65532" y="315468"/>
                </a:lnTo>
                <a:lnTo>
                  <a:pt x="81248" y="302609"/>
                </a:lnTo>
                <a:lnTo>
                  <a:pt x="96393" y="289179"/>
                </a:lnTo>
                <a:lnTo>
                  <a:pt x="138922" y="246030"/>
                </a:lnTo>
                <a:lnTo>
                  <a:pt x="167401" y="211740"/>
                </a:lnTo>
                <a:lnTo>
                  <a:pt x="181356" y="192024"/>
                </a:lnTo>
                <a:lnTo>
                  <a:pt x="157353" y="165139"/>
                </a:lnTo>
                <a:lnTo>
                  <a:pt x="133350" y="139255"/>
                </a:lnTo>
                <a:lnTo>
                  <a:pt x="109347" y="114228"/>
                </a:lnTo>
                <a:lnTo>
                  <a:pt x="85344" y="89916"/>
                </a:lnTo>
                <a:lnTo>
                  <a:pt x="89916" y="85344"/>
                </a:lnTo>
                <a:lnTo>
                  <a:pt x="114490" y="103655"/>
                </a:lnTo>
                <a:lnTo>
                  <a:pt x="140208" y="124396"/>
                </a:lnTo>
                <a:lnTo>
                  <a:pt x="167068" y="147708"/>
                </a:lnTo>
                <a:lnTo>
                  <a:pt x="195072" y="173736"/>
                </a:lnTo>
                <a:lnTo>
                  <a:pt x="225084" y="173736"/>
                </a:lnTo>
                <a:lnTo>
                  <a:pt x="213360" y="188976"/>
                </a:lnTo>
                <a:lnTo>
                  <a:pt x="235811" y="210312"/>
                </a:lnTo>
                <a:lnTo>
                  <a:pt x="198120" y="210312"/>
                </a:lnTo>
                <a:lnTo>
                  <a:pt x="162687" y="246697"/>
                </a:lnTo>
                <a:lnTo>
                  <a:pt x="129540" y="277368"/>
                </a:lnTo>
                <a:lnTo>
                  <a:pt x="97536" y="302323"/>
                </a:lnTo>
                <a:lnTo>
                  <a:pt x="83248" y="312729"/>
                </a:lnTo>
                <a:lnTo>
                  <a:pt x="70104" y="321564"/>
                </a:lnTo>
                <a:close/>
              </a:path>
              <a:path w="356869" h="386079">
                <a:moveTo>
                  <a:pt x="277368" y="315468"/>
                </a:moveTo>
                <a:lnTo>
                  <a:pt x="272796" y="315468"/>
                </a:lnTo>
                <a:lnTo>
                  <a:pt x="268223" y="310896"/>
                </a:lnTo>
                <a:lnTo>
                  <a:pt x="262128" y="298704"/>
                </a:lnTo>
                <a:lnTo>
                  <a:pt x="255270" y="286654"/>
                </a:lnTo>
                <a:lnTo>
                  <a:pt x="234696" y="254508"/>
                </a:lnTo>
                <a:lnTo>
                  <a:pt x="208121" y="222361"/>
                </a:lnTo>
                <a:lnTo>
                  <a:pt x="198120" y="210312"/>
                </a:lnTo>
                <a:lnTo>
                  <a:pt x="235811" y="210312"/>
                </a:lnTo>
                <a:lnTo>
                  <a:pt x="241649" y="215860"/>
                </a:lnTo>
                <a:lnTo>
                  <a:pt x="275939" y="253055"/>
                </a:lnTo>
                <a:lnTo>
                  <a:pt x="286511" y="281939"/>
                </a:lnTo>
                <a:lnTo>
                  <a:pt x="286511" y="294132"/>
                </a:lnTo>
                <a:lnTo>
                  <a:pt x="283464" y="306324"/>
                </a:lnTo>
                <a:lnTo>
                  <a:pt x="280416" y="312420"/>
                </a:lnTo>
                <a:lnTo>
                  <a:pt x="277368" y="315468"/>
                </a:lnTo>
                <a:close/>
              </a:path>
              <a:path w="356869" h="386079">
                <a:moveTo>
                  <a:pt x="346875" y="359664"/>
                </a:moveTo>
                <a:lnTo>
                  <a:pt x="300228" y="359664"/>
                </a:lnTo>
                <a:lnTo>
                  <a:pt x="324612" y="335280"/>
                </a:lnTo>
                <a:lnTo>
                  <a:pt x="346875" y="35966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6" name="object 76"/>
          <p:cNvSpPr/>
          <p:nvPr/>
        </p:nvSpPr>
        <p:spPr>
          <a:xfrm>
            <a:off x="2569451" y="4613160"/>
            <a:ext cx="1296035" cy="407034"/>
          </a:xfrm>
          <a:custGeom>
            <a:avLst/>
            <a:gdLst/>
            <a:ahLst/>
            <a:cxnLst/>
            <a:rect l="l" t="t" r="r" b="b"/>
            <a:pathLst>
              <a:path w="1296035" h="407035">
                <a:moveTo>
                  <a:pt x="393192" y="42659"/>
                </a:moveTo>
                <a:lnTo>
                  <a:pt x="359664" y="6083"/>
                </a:lnTo>
                <a:lnTo>
                  <a:pt x="330708" y="33515"/>
                </a:lnTo>
                <a:lnTo>
                  <a:pt x="237744" y="33515"/>
                </a:lnTo>
                <a:lnTo>
                  <a:pt x="237744" y="42659"/>
                </a:lnTo>
                <a:lnTo>
                  <a:pt x="237744" y="95999"/>
                </a:lnTo>
                <a:lnTo>
                  <a:pt x="237744" y="105143"/>
                </a:lnTo>
                <a:lnTo>
                  <a:pt x="237744" y="170675"/>
                </a:lnTo>
                <a:lnTo>
                  <a:pt x="167640" y="170675"/>
                </a:lnTo>
                <a:lnTo>
                  <a:pt x="167640" y="105143"/>
                </a:lnTo>
                <a:lnTo>
                  <a:pt x="237744" y="105143"/>
                </a:lnTo>
                <a:lnTo>
                  <a:pt x="237744" y="95999"/>
                </a:lnTo>
                <a:lnTo>
                  <a:pt x="167640" y="95999"/>
                </a:lnTo>
                <a:lnTo>
                  <a:pt x="167640" y="42659"/>
                </a:lnTo>
                <a:lnTo>
                  <a:pt x="237744" y="42659"/>
                </a:lnTo>
                <a:lnTo>
                  <a:pt x="237744" y="33515"/>
                </a:lnTo>
                <a:lnTo>
                  <a:pt x="18288" y="33515"/>
                </a:lnTo>
                <a:lnTo>
                  <a:pt x="33528" y="48755"/>
                </a:lnTo>
                <a:lnTo>
                  <a:pt x="43535" y="46520"/>
                </a:lnTo>
                <a:lnTo>
                  <a:pt x="52959" y="44564"/>
                </a:lnTo>
                <a:lnTo>
                  <a:pt x="61823" y="43192"/>
                </a:lnTo>
                <a:lnTo>
                  <a:pt x="70104" y="42659"/>
                </a:lnTo>
                <a:lnTo>
                  <a:pt x="144780" y="42659"/>
                </a:lnTo>
                <a:lnTo>
                  <a:pt x="144780" y="95999"/>
                </a:lnTo>
                <a:lnTo>
                  <a:pt x="144780" y="105143"/>
                </a:lnTo>
                <a:lnTo>
                  <a:pt x="144780" y="170675"/>
                </a:lnTo>
                <a:lnTo>
                  <a:pt x="83820" y="170675"/>
                </a:lnTo>
                <a:lnTo>
                  <a:pt x="83820" y="105143"/>
                </a:lnTo>
                <a:lnTo>
                  <a:pt x="144780" y="105143"/>
                </a:lnTo>
                <a:lnTo>
                  <a:pt x="144780" y="95999"/>
                </a:lnTo>
                <a:lnTo>
                  <a:pt x="88392" y="95999"/>
                </a:lnTo>
                <a:lnTo>
                  <a:pt x="59436" y="82283"/>
                </a:lnTo>
                <a:lnTo>
                  <a:pt x="60286" y="95999"/>
                </a:lnTo>
                <a:lnTo>
                  <a:pt x="60350" y="97523"/>
                </a:lnTo>
                <a:lnTo>
                  <a:pt x="60769" y="111429"/>
                </a:lnTo>
                <a:lnTo>
                  <a:pt x="60947" y="126657"/>
                </a:lnTo>
                <a:lnTo>
                  <a:pt x="60947" y="156870"/>
                </a:lnTo>
                <a:lnTo>
                  <a:pt x="60756" y="173151"/>
                </a:lnTo>
                <a:lnTo>
                  <a:pt x="60325" y="188874"/>
                </a:lnTo>
                <a:lnTo>
                  <a:pt x="59436" y="205727"/>
                </a:lnTo>
                <a:lnTo>
                  <a:pt x="83820" y="195059"/>
                </a:lnTo>
                <a:lnTo>
                  <a:pt x="83820" y="181343"/>
                </a:lnTo>
                <a:lnTo>
                  <a:pt x="320040" y="181343"/>
                </a:lnTo>
                <a:lnTo>
                  <a:pt x="320040" y="199631"/>
                </a:lnTo>
                <a:lnTo>
                  <a:pt x="344424" y="187439"/>
                </a:lnTo>
                <a:lnTo>
                  <a:pt x="344322" y="181343"/>
                </a:lnTo>
                <a:lnTo>
                  <a:pt x="344195" y="173151"/>
                </a:lnTo>
                <a:lnTo>
                  <a:pt x="344119" y="170675"/>
                </a:lnTo>
                <a:lnTo>
                  <a:pt x="343712" y="156870"/>
                </a:lnTo>
                <a:lnTo>
                  <a:pt x="343141" y="134289"/>
                </a:lnTo>
                <a:lnTo>
                  <a:pt x="342900" y="109715"/>
                </a:lnTo>
                <a:lnTo>
                  <a:pt x="348043" y="105143"/>
                </a:lnTo>
                <a:lnTo>
                  <a:pt x="356616" y="97523"/>
                </a:lnTo>
                <a:lnTo>
                  <a:pt x="354660" y="95999"/>
                </a:lnTo>
                <a:lnTo>
                  <a:pt x="329184" y="76187"/>
                </a:lnTo>
                <a:lnTo>
                  <a:pt x="320040" y="91046"/>
                </a:lnTo>
                <a:lnTo>
                  <a:pt x="320040" y="105143"/>
                </a:lnTo>
                <a:lnTo>
                  <a:pt x="320040" y="170675"/>
                </a:lnTo>
                <a:lnTo>
                  <a:pt x="260604" y="170675"/>
                </a:lnTo>
                <a:lnTo>
                  <a:pt x="260604" y="105143"/>
                </a:lnTo>
                <a:lnTo>
                  <a:pt x="320040" y="105143"/>
                </a:lnTo>
                <a:lnTo>
                  <a:pt x="320040" y="91046"/>
                </a:lnTo>
                <a:lnTo>
                  <a:pt x="316992" y="95999"/>
                </a:lnTo>
                <a:lnTo>
                  <a:pt x="260604" y="95999"/>
                </a:lnTo>
                <a:lnTo>
                  <a:pt x="260604" y="42659"/>
                </a:lnTo>
                <a:lnTo>
                  <a:pt x="393192" y="42659"/>
                </a:lnTo>
                <a:close/>
              </a:path>
              <a:path w="1296035" h="407035">
                <a:moveTo>
                  <a:pt x="403860" y="249923"/>
                </a:moveTo>
                <a:lnTo>
                  <a:pt x="367284" y="213347"/>
                </a:lnTo>
                <a:lnTo>
                  <a:pt x="338328" y="239255"/>
                </a:lnTo>
                <a:lnTo>
                  <a:pt x="265176" y="239255"/>
                </a:lnTo>
                <a:lnTo>
                  <a:pt x="265176" y="249923"/>
                </a:lnTo>
                <a:lnTo>
                  <a:pt x="255485" y="269354"/>
                </a:lnTo>
                <a:lnTo>
                  <a:pt x="244792" y="286499"/>
                </a:lnTo>
                <a:lnTo>
                  <a:pt x="233248" y="301358"/>
                </a:lnTo>
                <a:lnTo>
                  <a:pt x="220980" y="313931"/>
                </a:lnTo>
                <a:lnTo>
                  <a:pt x="192430" y="310502"/>
                </a:lnTo>
                <a:lnTo>
                  <a:pt x="166306" y="307073"/>
                </a:lnTo>
                <a:lnTo>
                  <a:pt x="142760" y="303644"/>
                </a:lnTo>
                <a:lnTo>
                  <a:pt x="121920" y="300215"/>
                </a:lnTo>
                <a:lnTo>
                  <a:pt x="142303" y="271640"/>
                </a:lnTo>
                <a:lnTo>
                  <a:pt x="150431" y="259930"/>
                </a:lnTo>
                <a:lnTo>
                  <a:pt x="156972" y="249923"/>
                </a:lnTo>
                <a:lnTo>
                  <a:pt x="265176" y="249923"/>
                </a:lnTo>
                <a:lnTo>
                  <a:pt x="265176" y="239255"/>
                </a:lnTo>
                <a:lnTo>
                  <a:pt x="160020" y="239255"/>
                </a:lnTo>
                <a:lnTo>
                  <a:pt x="165481" y="232194"/>
                </a:lnTo>
                <a:lnTo>
                  <a:pt x="170497" y="224967"/>
                </a:lnTo>
                <a:lnTo>
                  <a:pt x="175247" y="218046"/>
                </a:lnTo>
                <a:lnTo>
                  <a:pt x="179832" y="211823"/>
                </a:lnTo>
                <a:lnTo>
                  <a:pt x="193548" y="205727"/>
                </a:lnTo>
                <a:lnTo>
                  <a:pt x="156972" y="184391"/>
                </a:lnTo>
                <a:lnTo>
                  <a:pt x="152971" y="198107"/>
                </a:lnTo>
                <a:lnTo>
                  <a:pt x="147828" y="211823"/>
                </a:lnTo>
                <a:lnTo>
                  <a:pt x="141541" y="225539"/>
                </a:lnTo>
                <a:lnTo>
                  <a:pt x="134112" y="239255"/>
                </a:lnTo>
                <a:lnTo>
                  <a:pt x="0" y="239255"/>
                </a:lnTo>
                <a:lnTo>
                  <a:pt x="16764" y="256019"/>
                </a:lnTo>
                <a:lnTo>
                  <a:pt x="25628" y="253149"/>
                </a:lnTo>
                <a:lnTo>
                  <a:pt x="33909" y="251256"/>
                </a:lnTo>
                <a:lnTo>
                  <a:pt x="41630" y="250240"/>
                </a:lnTo>
                <a:lnTo>
                  <a:pt x="48768" y="249923"/>
                </a:lnTo>
                <a:lnTo>
                  <a:pt x="129540" y="249923"/>
                </a:lnTo>
                <a:lnTo>
                  <a:pt x="116954" y="269913"/>
                </a:lnTo>
                <a:lnTo>
                  <a:pt x="106489" y="286308"/>
                </a:lnTo>
                <a:lnTo>
                  <a:pt x="98044" y="299008"/>
                </a:lnTo>
                <a:lnTo>
                  <a:pt x="91440" y="307835"/>
                </a:lnTo>
                <a:lnTo>
                  <a:pt x="118541" y="311823"/>
                </a:lnTo>
                <a:lnTo>
                  <a:pt x="147066" y="316788"/>
                </a:lnTo>
                <a:lnTo>
                  <a:pt x="176745" y="322630"/>
                </a:lnTo>
                <a:lnTo>
                  <a:pt x="207264" y="329171"/>
                </a:lnTo>
                <a:lnTo>
                  <a:pt x="172402" y="349491"/>
                </a:lnTo>
                <a:lnTo>
                  <a:pt x="127254" y="367080"/>
                </a:lnTo>
                <a:lnTo>
                  <a:pt x="71818" y="382117"/>
                </a:lnTo>
                <a:lnTo>
                  <a:pt x="6096" y="394703"/>
                </a:lnTo>
                <a:lnTo>
                  <a:pt x="7620" y="402323"/>
                </a:lnTo>
                <a:lnTo>
                  <a:pt x="53848" y="396328"/>
                </a:lnTo>
                <a:lnTo>
                  <a:pt x="93916" y="389750"/>
                </a:lnTo>
                <a:lnTo>
                  <a:pt x="153924" y="374891"/>
                </a:lnTo>
                <a:lnTo>
                  <a:pt x="198120" y="356984"/>
                </a:lnTo>
                <a:lnTo>
                  <a:pt x="233172" y="336791"/>
                </a:lnTo>
                <a:lnTo>
                  <a:pt x="271754" y="350202"/>
                </a:lnTo>
                <a:lnTo>
                  <a:pt x="302895" y="362889"/>
                </a:lnTo>
                <a:lnTo>
                  <a:pt x="326618" y="374726"/>
                </a:lnTo>
                <a:lnTo>
                  <a:pt x="342900" y="385559"/>
                </a:lnTo>
                <a:lnTo>
                  <a:pt x="352044" y="393179"/>
                </a:lnTo>
                <a:lnTo>
                  <a:pt x="356616" y="396227"/>
                </a:lnTo>
                <a:lnTo>
                  <a:pt x="365760" y="396227"/>
                </a:lnTo>
                <a:lnTo>
                  <a:pt x="367284" y="390131"/>
                </a:lnTo>
                <a:lnTo>
                  <a:pt x="367284" y="379463"/>
                </a:lnTo>
                <a:lnTo>
                  <a:pt x="364959" y="370852"/>
                </a:lnTo>
                <a:lnTo>
                  <a:pt x="325996" y="342988"/>
                </a:lnTo>
                <a:lnTo>
                  <a:pt x="279234" y="329272"/>
                </a:lnTo>
                <a:lnTo>
                  <a:pt x="248412" y="321551"/>
                </a:lnTo>
                <a:lnTo>
                  <a:pt x="254469" y="313931"/>
                </a:lnTo>
                <a:lnTo>
                  <a:pt x="261556" y="305003"/>
                </a:lnTo>
                <a:lnTo>
                  <a:pt x="273558" y="287451"/>
                </a:lnTo>
                <a:lnTo>
                  <a:pt x="284416" y="269049"/>
                </a:lnTo>
                <a:lnTo>
                  <a:pt x="294132" y="249923"/>
                </a:lnTo>
                <a:lnTo>
                  <a:pt x="403860" y="249923"/>
                </a:lnTo>
                <a:close/>
              </a:path>
              <a:path w="1296035" h="407035">
                <a:moveTo>
                  <a:pt x="577596" y="199644"/>
                </a:moveTo>
                <a:lnTo>
                  <a:pt x="554736" y="168084"/>
                </a:lnTo>
                <a:lnTo>
                  <a:pt x="499872" y="141732"/>
                </a:lnTo>
                <a:lnTo>
                  <a:pt x="495300" y="147828"/>
                </a:lnTo>
                <a:lnTo>
                  <a:pt x="513930" y="165544"/>
                </a:lnTo>
                <a:lnTo>
                  <a:pt x="528828" y="182118"/>
                </a:lnTo>
                <a:lnTo>
                  <a:pt x="540308" y="197548"/>
                </a:lnTo>
                <a:lnTo>
                  <a:pt x="548640" y="211836"/>
                </a:lnTo>
                <a:lnTo>
                  <a:pt x="553212" y="225552"/>
                </a:lnTo>
                <a:lnTo>
                  <a:pt x="556260" y="231648"/>
                </a:lnTo>
                <a:lnTo>
                  <a:pt x="562356" y="231648"/>
                </a:lnTo>
                <a:lnTo>
                  <a:pt x="566928" y="227076"/>
                </a:lnTo>
                <a:lnTo>
                  <a:pt x="571500" y="219456"/>
                </a:lnTo>
                <a:lnTo>
                  <a:pt x="576072" y="210312"/>
                </a:lnTo>
                <a:lnTo>
                  <a:pt x="577507" y="204597"/>
                </a:lnTo>
                <a:lnTo>
                  <a:pt x="577596" y="199644"/>
                </a:lnTo>
                <a:close/>
              </a:path>
              <a:path w="1296035" h="407035">
                <a:moveTo>
                  <a:pt x="772668" y="60960"/>
                </a:moveTo>
                <a:lnTo>
                  <a:pt x="746480" y="31711"/>
                </a:lnTo>
                <a:lnTo>
                  <a:pt x="701040" y="13716"/>
                </a:lnTo>
                <a:lnTo>
                  <a:pt x="697992" y="18288"/>
                </a:lnTo>
                <a:lnTo>
                  <a:pt x="714857" y="34594"/>
                </a:lnTo>
                <a:lnTo>
                  <a:pt x="728853" y="49339"/>
                </a:lnTo>
                <a:lnTo>
                  <a:pt x="740003" y="62649"/>
                </a:lnTo>
                <a:lnTo>
                  <a:pt x="748284" y="74676"/>
                </a:lnTo>
                <a:lnTo>
                  <a:pt x="752856" y="83820"/>
                </a:lnTo>
                <a:lnTo>
                  <a:pt x="757428" y="88392"/>
                </a:lnTo>
                <a:lnTo>
                  <a:pt x="763524" y="88392"/>
                </a:lnTo>
                <a:lnTo>
                  <a:pt x="765048" y="83820"/>
                </a:lnTo>
                <a:lnTo>
                  <a:pt x="771144" y="68580"/>
                </a:lnTo>
                <a:lnTo>
                  <a:pt x="772629" y="62649"/>
                </a:lnTo>
                <a:lnTo>
                  <a:pt x="772668" y="60960"/>
                </a:lnTo>
                <a:close/>
              </a:path>
              <a:path w="1296035" h="407035">
                <a:moveTo>
                  <a:pt x="850392" y="336791"/>
                </a:moveTo>
                <a:lnTo>
                  <a:pt x="810679" y="323392"/>
                </a:lnTo>
                <a:lnTo>
                  <a:pt x="773811" y="301561"/>
                </a:lnTo>
                <a:lnTo>
                  <a:pt x="739813" y="271437"/>
                </a:lnTo>
                <a:lnTo>
                  <a:pt x="708660" y="233172"/>
                </a:lnTo>
                <a:lnTo>
                  <a:pt x="723785" y="224028"/>
                </a:lnTo>
                <a:lnTo>
                  <a:pt x="759460" y="202514"/>
                </a:lnTo>
                <a:lnTo>
                  <a:pt x="771144" y="195072"/>
                </a:lnTo>
                <a:lnTo>
                  <a:pt x="781418" y="189014"/>
                </a:lnTo>
                <a:lnTo>
                  <a:pt x="791527" y="184404"/>
                </a:lnTo>
                <a:lnTo>
                  <a:pt x="801370" y="180924"/>
                </a:lnTo>
                <a:lnTo>
                  <a:pt x="810768" y="178308"/>
                </a:lnTo>
                <a:lnTo>
                  <a:pt x="781812" y="146304"/>
                </a:lnTo>
                <a:lnTo>
                  <a:pt x="766673" y="165735"/>
                </a:lnTo>
                <a:lnTo>
                  <a:pt x="748665" y="185166"/>
                </a:lnTo>
                <a:lnTo>
                  <a:pt x="727811" y="204597"/>
                </a:lnTo>
                <a:lnTo>
                  <a:pt x="704088" y="224028"/>
                </a:lnTo>
                <a:lnTo>
                  <a:pt x="692454" y="202323"/>
                </a:lnTo>
                <a:lnTo>
                  <a:pt x="680656" y="176212"/>
                </a:lnTo>
                <a:lnTo>
                  <a:pt x="669163" y="145796"/>
                </a:lnTo>
                <a:lnTo>
                  <a:pt x="665035" y="132588"/>
                </a:lnTo>
                <a:lnTo>
                  <a:pt x="658368" y="111252"/>
                </a:lnTo>
                <a:lnTo>
                  <a:pt x="836676" y="111252"/>
                </a:lnTo>
                <a:lnTo>
                  <a:pt x="801624" y="74676"/>
                </a:lnTo>
                <a:lnTo>
                  <a:pt x="777240" y="100584"/>
                </a:lnTo>
                <a:lnTo>
                  <a:pt x="655320" y="100584"/>
                </a:lnTo>
                <a:lnTo>
                  <a:pt x="655320" y="36576"/>
                </a:lnTo>
                <a:lnTo>
                  <a:pt x="670560" y="22860"/>
                </a:lnTo>
                <a:lnTo>
                  <a:pt x="627888" y="0"/>
                </a:lnTo>
                <a:lnTo>
                  <a:pt x="628777" y="15709"/>
                </a:lnTo>
                <a:lnTo>
                  <a:pt x="629221" y="37719"/>
                </a:lnTo>
                <a:lnTo>
                  <a:pt x="629323" y="54356"/>
                </a:lnTo>
                <a:lnTo>
                  <a:pt x="629412" y="100584"/>
                </a:lnTo>
                <a:lnTo>
                  <a:pt x="457200" y="100584"/>
                </a:lnTo>
                <a:lnTo>
                  <a:pt x="473964" y="115824"/>
                </a:lnTo>
                <a:lnTo>
                  <a:pt x="483400" y="113817"/>
                </a:lnTo>
                <a:lnTo>
                  <a:pt x="493395" y="112395"/>
                </a:lnTo>
                <a:lnTo>
                  <a:pt x="503974" y="111531"/>
                </a:lnTo>
                <a:lnTo>
                  <a:pt x="515112" y="111252"/>
                </a:lnTo>
                <a:lnTo>
                  <a:pt x="629412" y="111252"/>
                </a:lnTo>
                <a:lnTo>
                  <a:pt x="629412" y="234696"/>
                </a:lnTo>
                <a:lnTo>
                  <a:pt x="563880" y="269176"/>
                </a:lnTo>
                <a:lnTo>
                  <a:pt x="512064" y="295656"/>
                </a:lnTo>
                <a:lnTo>
                  <a:pt x="473202" y="313753"/>
                </a:lnTo>
                <a:lnTo>
                  <a:pt x="448056" y="321564"/>
                </a:lnTo>
                <a:lnTo>
                  <a:pt x="475488" y="356616"/>
                </a:lnTo>
                <a:lnTo>
                  <a:pt x="505282" y="326821"/>
                </a:lnTo>
                <a:lnTo>
                  <a:pt x="629412" y="245364"/>
                </a:lnTo>
                <a:lnTo>
                  <a:pt x="629412" y="356616"/>
                </a:lnTo>
                <a:lnTo>
                  <a:pt x="623316" y="361188"/>
                </a:lnTo>
                <a:lnTo>
                  <a:pt x="614172" y="361188"/>
                </a:lnTo>
                <a:lnTo>
                  <a:pt x="604774" y="360921"/>
                </a:lnTo>
                <a:lnTo>
                  <a:pt x="560832" y="358140"/>
                </a:lnTo>
                <a:lnTo>
                  <a:pt x="560832" y="365760"/>
                </a:lnTo>
                <a:lnTo>
                  <a:pt x="582866" y="373443"/>
                </a:lnTo>
                <a:lnTo>
                  <a:pt x="598741" y="382714"/>
                </a:lnTo>
                <a:lnTo>
                  <a:pt x="608634" y="393395"/>
                </a:lnTo>
                <a:lnTo>
                  <a:pt x="612648" y="405384"/>
                </a:lnTo>
                <a:lnTo>
                  <a:pt x="632396" y="397014"/>
                </a:lnTo>
                <a:lnTo>
                  <a:pt x="645985" y="385381"/>
                </a:lnTo>
                <a:lnTo>
                  <a:pt x="653592" y="370014"/>
                </a:lnTo>
                <a:lnTo>
                  <a:pt x="654380" y="361188"/>
                </a:lnTo>
                <a:lnTo>
                  <a:pt x="655320" y="350520"/>
                </a:lnTo>
                <a:lnTo>
                  <a:pt x="655320" y="245364"/>
                </a:lnTo>
                <a:lnTo>
                  <a:pt x="655320" y="132588"/>
                </a:lnTo>
                <a:lnTo>
                  <a:pt x="668528" y="185534"/>
                </a:lnTo>
                <a:lnTo>
                  <a:pt x="686816" y="233108"/>
                </a:lnTo>
                <a:lnTo>
                  <a:pt x="710184" y="275272"/>
                </a:lnTo>
                <a:lnTo>
                  <a:pt x="738632" y="311962"/>
                </a:lnTo>
                <a:lnTo>
                  <a:pt x="772160" y="343154"/>
                </a:lnTo>
                <a:lnTo>
                  <a:pt x="810768" y="368808"/>
                </a:lnTo>
                <a:lnTo>
                  <a:pt x="817397" y="359422"/>
                </a:lnTo>
                <a:lnTo>
                  <a:pt x="826008" y="352044"/>
                </a:lnTo>
                <a:lnTo>
                  <a:pt x="836917" y="346938"/>
                </a:lnTo>
                <a:lnTo>
                  <a:pt x="850392" y="344424"/>
                </a:lnTo>
                <a:lnTo>
                  <a:pt x="850392" y="336791"/>
                </a:lnTo>
                <a:close/>
              </a:path>
              <a:path w="1296035" h="407035">
                <a:moveTo>
                  <a:pt x="979944" y="271259"/>
                </a:moveTo>
                <a:lnTo>
                  <a:pt x="947940" y="249923"/>
                </a:lnTo>
                <a:lnTo>
                  <a:pt x="943952" y="262788"/>
                </a:lnTo>
                <a:lnTo>
                  <a:pt x="939076" y="275958"/>
                </a:lnTo>
                <a:lnTo>
                  <a:pt x="918552" y="319417"/>
                </a:lnTo>
                <a:lnTo>
                  <a:pt x="891552" y="362699"/>
                </a:lnTo>
                <a:lnTo>
                  <a:pt x="897648" y="367271"/>
                </a:lnTo>
                <a:lnTo>
                  <a:pt x="913663" y="348983"/>
                </a:lnTo>
                <a:lnTo>
                  <a:pt x="929843" y="328409"/>
                </a:lnTo>
                <a:lnTo>
                  <a:pt x="946289" y="305549"/>
                </a:lnTo>
                <a:lnTo>
                  <a:pt x="963180" y="280403"/>
                </a:lnTo>
                <a:lnTo>
                  <a:pt x="979944" y="271259"/>
                </a:lnTo>
                <a:close/>
              </a:path>
              <a:path w="1296035" h="407035">
                <a:moveTo>
                  <a:pt x="1027468" y="44564"/>
                </a:moveTo>
                <a:lnTo>
                  <a:pt x="1002804" y="15227"/>
                </a:lnTo>
                <a:lnTo>
                  <a:pt x="982992" y="3035"/>
                </a:lnTo>
                <a:lnTo>
                  <a:pt x="976896" y="6083"/>
                </a:lnTo>
                <a:lnTo>
                  <a:pt x="985202" y="17513"/>
                </a:lnTo>
                <a:lnTo>
                  <a:pt x="991946" y="28943"/>
                </a:lnTo>
                <a:lnTo>
                  <a:pt x="997254" y="40373"/>
                </a:lnTo>
                <a:lnTo>
                  <a:pt x="1001280" y="51803"/>
                </a:lnTo>
                <a:lnTo>
                  <a:pt x="1004328" y="65519"/>
                </a:lnTo>
                <a:lnTo>
                  <a:pt x="1007376" y="71615"/>
                </a:lnTo>
                <a:lnTo>
                  <a:pt x="1011948" y="71615"/>
                </a:lnTo>
                <a:lnTo>
                  <a:pt x="1019568" y="65519"/>
                </a:lnTo>
                <a:lnTo>
                  <a:pt x="1022616" y="62471"/>
                </a:lnTo>
                <a:lnTo>
                  <a:pt x="1025664" y="57899"/>
                </a:lnTo>
                <a:lnTo>
                  <a:pt x="1027188" y="50279"/>
                </a:lnTo>
                <a:lnTo>
                  <a:pt x="1027468" y="44564"/>
                </a:lnTo>
                <a:close/>
              </a:path>
              <a:path w="1296035" h="407035">
                <a:moveTo>
                  <a:pt x="1091196" y="295643"/>
                </a:moveTo>
                <a:lnTo>
                  <a:pt x="1055662" y="262864"/>
                </a:lnTo>
                <a:lnTo>
                  <a:pt x="1043952" y="256019"/>
                </a:lnTo>
                <a:lnTo>
                  <a:pt x="1039380" y="260591"/>
                </a:lnTo>
                <a:lnTo>
                  <a:pt x="1049451" y="274269"/>
                </a:lnTo>
                <a:lnTo>
                  <a:pt x="1057097" y="287642"/>
                </a:lnTo>
                <a:lnTo>
                  <a:pt x="1062736" y="300456"/>
                </a:lnTo>
                <a:lnTo>
                  <a:pt x="1066812" y="312407"/>
                </a:lnTo>
                <a:lnTo>
                  <a:pt x="1068336" y="324599"/>
                </a:lnTo>
                <a:lnTo>
                  <a:pt x="1071384" y="330695"/>
                </a:lnTo>
                <a:lnTo>
                  <a:pt x="1075956" y="330695"/>
                </a:lnTo>
                <a:lnTo>
                  <a:pt x="1083576" y="323075"/>
                </a:lnTo>
                <a:lnTo>
                  <a:pt x="1088148" y="316979"/>
                </a:lnTo>
                <a:lnTo>
                  <a:pt x="1091196" y="310883"/>
                </a:lnTo>
                <a:lnTo>
                  <a:pt x="1091196" y="295643"/>
                </a:lnTo>
                <a:close/>
              </a:path>
              <a:path w="1296035" h="407035">
                <a:moveTo>
                  <a:pt x="1091196" y="140195"/>
                </a:moveTo>
                <a:lnTo>
                  <a:pt x="1084694" y="134099"/>
                </a:lnTo>
                <a:lnTo>
                  <a:pt x="1066812" y="117335"/>
                </a:lnTo>
                <a:lnTo>
                  <a:pt x="1054620" y="130746"/>
                </a:lnTo>
                <a:lnTo>
                  <a:pt x="1054620" y="144767"/>
                </a:lnTo>
                <a:lnTo>
                  <a:pt x="1054620" y="207251"/>
                </a:lnTo>
                <a:lnTo>
                  <a:pt x="958608" y="207251"/>
                </a:lnTo>
                <a:lnTo>
                  <a:pt x="958608" y="144767"/>
                </a:lnTo>
                <a:lnTo>
                  <a:pt x="1054620" y="144767"/>
                </a:lnTo>
                <a:lnTo>
                  <a:pt x="1054620" y="130746"/>
                </a:lnTo>
                <a:lnTo>
                  <a:pt x="1051572" y="134099"/>
                </a:lnTo>
                <a:lnTo>
                  <a:pt x="958608" y="134099"/>
                </a:lnTo>
                <a:lnTo>
                  <a:pt x="934224" y="120383"/>
                </a:lnTo>
                <a:lnTo>
                  <a:pt x="935101" y="135229"/>
                </a:lnTo>
                <a:lnTo>
                  <a:pt x="935558" y="150863"/>
                </a:lnTo>
                <a:lnTo>
                  <a:pt x="935723" y="164325"/>
                </a:lnTo>
                <a:lnTo>
                  <a:pt x="935710" y="193344"/>
                </a:lnTo>
                <a:lnTo>
                  <a:pt x="935558" y="207251"/>
                </a:lnTo>
                <a:lnTo>
                  <a:pt x="935101" y="222237"/>
                </a:lnTo>
                <a:lnTo>
                  <a:pt x="934224" y="236207"/>
                </a:lnTo>
                <a:lnTo>
                  <a:pt x="958608" y="227063"/>
                </a:lnTo>
                <a:lnTo>
                  <a:pt x="958608" y="217919"/>
                </a:lnTo>
                <a:lnTo>
                  <a:pt x="999756" y="217919"/>
                </a:lnTo>
                <a:lnTo>
                  <a:pt x="999756" y="355079"/>
                </a:lnTo>
                <a:lnTo>
                  <a:pt x="996708" y="358127"/>
                </a:lnTo>
                <a:lnTo>
                  <a:pt x="992136" y="359651"/>
                </a:lnTo>
                <a:lnTo>
                  <a:pt x="985583" y="359371"/>
                </a:lnTo>
                <a:lnTo>
                  <a:pt x="975182" y="358508"/>
                </a:lnTo>
                <a:lnTo>
                  <a:pt x="961059" y="357085"/>
                </a:lnTo>
                <a:lnTo>
                  <a:pt x="943368" y="355079"/>
                </a:lnTo>
                <a:lnTo>
                  <a:pt x="943368" y="361175"/>
                </a:lnTo>
                <a:lnTo>
                  <a:pt x="962482" y="368592"/>
                </a:lnTo>
                <a:lnTo>
                  <a:pt x="976325" y="376986"/>
                </a:lnTo>
                <a:lnTo>
                  <a:pt x="984719" y="386257"/>
                </a:lnTo>
                <a:lnTo>
                  <a:pt x="987564" y="396227"/>
                </a:lnTo>
                <a:lnTo>
                  <a:pt x="995895" y="392785"/>
                </a:lnTo>
                <a:lnTo>
                  <a:pt x="1020533" y="362775"/>
                </a:lnTo>
                <a:lnTo>
                  <a:pt x="1021092" y="217919"/>
                </a:lnTo>
                <a:lnTo>
                  <a:pt x="1054620" y="217919"/>
                </a:lnTo>
                <a:lnTo>
                  <a:pt x="1054620" y="236207"/>
                </a:lnTo>
                <a:lnTo>
                  <a:pt x="1079004" y="225539"/>
                </a:lnTo>
                <a:lnTo>
                  <a:pt x="1078420" y="217919"/>
                </a:lnTo>
                <a:lnTo>
                  <a:pt x="1077874" y="210667"/>
                </a:lnTo>
                <a:lnTo>
                  <a:pt x="1077683" y="207251"/>
                </a:lnTo>
                <a:lnTo>
                  <a:pt x="1076909" y="193344"/>
                </a:lnTo>
                <a:lnTo>
                  <a:pt x="1076210" y="173469"/>
                </a:lnTo>
                <a:lnTo>
                  <a:pt x="1075956" y="150863"/>
                </a:lnTo>
                <a:lnTo>
                  <a:pt x="1084656" y="144767"/>
                </a:lnTo>
                <a:lnTo>
                  <a:pt x="1091196" y="140195"/>
                </a:lnTo>
                <a:close/>
              </a:path>
              <a:path w="1296035" h="407035">
                <a:moveTo>
                  <a:pt x="1117104" y="88379"/>
                </a:moveTo>
                <a:lnTo>
                  <a:pt x="1086624" y="59423"/>
                </a:lnTo>
                <a:lnTo>
                  <a:pt x="1068336" y="77711"/>
                </a:lnTo>
                <a:lnTo>
                  <a:pt x="900696" y="77711"/>
                </a:lnTo>
                <a:lnTo>
                  <a:pt x="915936" y="94475"/>
                </a:lnTo>
                <a:lnTo>
                  <a:pt x="924521" y="91605"/>
                </a:lnTo>
                <a:lnTo>
                  <a:pt x="934415" y="89712"/>
                </a:lnTo>
                <a:lnTo>
                  <a:pt x="945718" y="88696"/>
                </a:lnTo>
                <a:lnTo>
                  <a:pt x="958608" y="88379"/>
                </a:lnTo>
                <a:lnTo>
                  <a:pt x="1117104" y="88379"/>
                </a:lnTo>
                <a:close/>
              </a:path>
              <a:path w="1296035" h="407035">
                <a:moveTo>
                  <a:pt x="1249324" y="74168"/>
                </a:moveTo>
                <a:lnTo>
                  <a:pt x="1223022" y="43802"/>
                </a:lnTo>
                <a:lnTo>
                  <a:pt x="1196352" y="28943"/>
                </a:lnTo>
                <a:lnTo>
                  <a:pt x="1193304" y="35039"/>
                </a:lnTo>
                <a:lnTo>
                  <a:pt x="1203604" y="46710"/>
                </a:lnTo>
                <a:lnTo>
                  <a:pt x="1211783" y="58661"/>
                </a:lnTo>
                <a:lnTo>
                  <a:pt x="1217942" y="70624"/>
                </a:lnTo>
                <a:lnTo>
                  <a:pt x="1222260" y="82283"/>
                </a:lnTo>
                <a:lnTo>
                  <a:pt x="1226832" y="94475"/>
                </a:lnTo>
                <a:lnTo>
                  <a:pt x="1229880" y="100571"/>
                </a:lnTo>
                <a:lnTo>
                  <a:pt x="1235976" y="100571"/>
                </a:lnTo>
                <a:lnTo>
                  <a:pt x="1237500" y="99047"/>
                </a:lnTo>
                <a:lnTo>
                  <a:pt x="1240548" y="97523"/>
                </a:lnTo>
                <a:lnTo>
                  <a:pt x="1243596" y="94475"/>
                </a:lnTo>
                <a:lnTo>
                  <a:pt x="1246644" y="89903"/>
                </a:lnTo>
                <a:lnTo>
                  <a:pt x="1248168" y="80759"/>
                </a:lnTo>
                <a:lnTo>
                  <a:pt x="1249324" y="74168"/>
                </a:lnTo>
                <a:close/>
              </a:path>
              <a:path w="1296035" h="407035">
                <a:moveTo>
                  <a:pt x="1295412" y="367271"/>
                </a:moveTo>
                <a:lnTo>
                  <a:pt x="1272552" y="295643"/>
                </a:lnTo>
                <a:lnTo>
                  <a:pt x="1264932" y="295643"/>
                </a:lnTo>
                <a:lnTo>
                  <a:pt x="1264691" y="312788"/>
                </a:lnTo>
                <a:lnTo>
                  <a:pt x="1264170" y="327647"/>
                </a:lnTo>
                <a:lnTo>
                  <a:pt x="1263637" y="340220"/>
                </a:lnTo>
                <a:lnTo>
                  <a:pt x="1263408" y="350507"/>
                </a:lnTo>
                <a:lnTo>
                  <a:pt x="1261135" y="358508"/>
                </a:lnTo>
                <a:lnTo>
                  <a:pt x="1256741" y="364223"/>
                </a:lnTo>
                <a:lnTo>
                  <a:pt x="1250327" y="367652"/>
                </a:lnTo>
                <a:lnTo>
                  <a:pt x="1242072" y="368795"/>
                </a:lnTo>
                <a:lnTo>
                  <a:pt x="1228356" y="368795"/>
                </a:lnTo>
                <a:lnTo>
                  <a:pt x="1207020" y="144767"/>
                </a:lnTo>
                <a:lnTo>
                  <a:pt x="1293888" y="144767"/>
                </a:lnTo>
                <a:lnTo>
                  <a:pt x="1264932" y="112763"/>
                </a:lnTo>
                <a:lnTo>
                  <a:pt x="1243596" y="134099"/>
                </a:lnTo>
                <a:lnTo>
                  <a:pt x="1161300" y="134099"/>
                </a:lnTo>
                <a:lnTo>
                  <a:pt x="1161300" y="33515"/>
                </a:lnTo>
                <a:lnTo>
                  <a:pt x="1173492" y="21323"/>
                </a:lnTo>
                <a:lnTo>
                  <a:pt x="1136916" y="3035"/>
                </a:lnTo>
                <a:lnTo>
                  <a:pt x="1138974" y="43802"/>
                </a:lnTo>
                <a:lnTo>
                  <a:pt x="1139723" y="88696"/>
                </a:lnTo>
                <a:lnTo>
                  <a:pt x="1139964" y="134099"/>
                </a:lnTo>
                <a:lnTo>
                  <a:pt x="1091196" y="134099"/>
                </a:lnTo>
                <a:lnTo>
                  <a:pt x="1104912" y="147815"/>
                </a:lnTo>
                <a:lnTo>
                  <a:pt x="1120152" y="144767"/>
                </a:lnTo>
                <a:lnTo>
                  <a:pt x="1139964" y="144767"/>
                </a:lnTo>
                <a:lnTo>
                  <a:pt x="1138770" y="189344"/>
                </a:lnTo>
                <a:lnTo>
                  <a:pt x="1135011" y="229349"/>
                </a:lnTo>
                <a:lnTo>
                  <a:pt x="1118628" y="295643"/>
                </a:lnTo>
                <a:lnTo>
                  <a:pt x="1089291" y="351840"/>
                </a:lnTo>
                <a:lnTo>
                  <a:pt x="1043952" y="402323"/>
                </a:lnTo>
                <a:lnTo>
                  <a:pt x="1048524" y="406895"/>
                </a:lnTo>
                <a:lnTo>
                  <a:pt x="1079957" y="381203"/>
                </a:lnTo>
                <a:lnTo>
                  <a:pt x="1125677" y="326961"/>
                </a:lnTo>
                <a:lnTo>
                  <a:pt x="1149934" y="266712"/>
                </a:lnTo>
                <a:lnTo>
                  <a:pt x="1160741" y="189611"/>
                </a:lnTo>
                <a:lnTo>
                  <a:pt x="1161300" y="144767"/>
                </a:lnTo>
                <a:lnTo>
                  <a:pt x="1184160" y="144767"/>
                </a:lnTo>
                <a:lnTo>
                  <a:pt x="1184236" y="357085"/>
                </a:lnTo>
                <a:lnTo>
                  <a:pt x="1219212" y="387083"/>
                </a:lnTo>
                <a:lnTo>
                  <a:pt x="1255788" y="387083"/>
                </a:lnTo>
                <a:lnTo>
                  <a:pt x="1268615" y="385927"/>
                </a:lnTo>
                <a:lnTo>
                  <a:pt x="1279601" y="382320"/>
                </a:lnTo>
                <a:lnTo>
                  <a:pt x="1288567" y="376161"/>
                </a:lnTo>
                <a:lnTo>
                  <a:pt x="1294231" y="368795"/>
                </a:lnTo>
                <a:lnTo>
                  <a:pt x="1295412" y="36727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7" name="object 77"/>
          <p:cNvSpPr/>
          <p:nvPr/>
        </p:nvSpPr>
        <p:spPr>
          <a:xfrm>
            <a:off x="3910571" y="4617720"/>
            <a:ext cx="528955" cy="439420"/>
          </a:xfrm>
          <a:custGeom>
            <a:avLst/>
            <a:gdLst/>
            <a:ahLst/>
            <a:cxnLst/>
            <a:rect l="l" t="t" r="r" b="b"/>
            <a:pathLst>
              <a:path w="528954" h="439420">
                <a:moveTo>
                  <a:pt x="313944" y="22860"/>
                </a:moveTo>
                <a:lnTo>
                  <a:pt x="308457" y="18288"/>
                </a:lnTo>
                <a:lnTo>
                  <a:pt x="286512" y="0"/>
                </a:lnTo>
                <a:lnTo>
                  <a:pt x="274320" y="14630"/>
                </a:lnTo>
                <a:lnTo>
                  <a:pt x="274320" y="28956"/>
                </a:lnTo>
                <a:lnTo>
                  <a:pt x="274320" y="79248"/>
                </a:lnTo>
                <a:lnTo>
                  <a:pt x="274320" y="89916"/>
                </a:lnTo>
                <a:lnTo>
                  <a:pt x="274320" y="141732"/>
                </a:lnTo>
                <a:lnTo>
                  <a:pt x="123444" y="141732"/>
                </a:lnTo>
                <a:lnTo>
                  <a:pt x="123444" y="89916"/>
                </a:lnTo>
                <a:lnTo>
                  <a:pt x="274320" y="89916"/>
                </a:lnTo>
                <a:lnTo>
                  <a:pt x="274320" y="79248"/>
                </a:lnTo>
                <a:lnTo>
                  <a:pt x="123444" y="79248"/>
                </a:lnTo>
                <a:lnTo>
                  <a:pt x="123444" y="28956"/>
                </a:lnTo>
                <a:lnTo>
                  <a:pt x="274320" y="28956"/>
                </a:lnTo>
                <a:lnTo>
                  <a:pt x="274320" y="14630"/>
                </a:lnTo>
                <a:lnTo>
                  <a:pt x="271272" y="18288"/>
                </a:lnTo>
                <a:lnTo>
                  <a:pt x="124968" y="18288"/>
                </a:lnTo>
                <a:lnTo>
                  <a:pt x="97536" y="1524"/>
                </a:lnTo>
                <a:lnTo>
                  <a:pt x="97777" y="25222"/>
                </a:lnTo>
                <a:lnTo>
                  <a:pt x="98831" y="70319"/>
                </a:lnTo>
                <a:lnTo>
                  <a:pt x="99060" y="91440"/>
                </a:lnTo>
                <a:lnTo>
                  <a:pt x="98831" y="113157"/>
                </a:lnTo>
                <a:lnTo>
                  <a:pt x="97777" y="156591"/>
                </a:lnTo>
                <a:lnTo>
                  <a:pt x="97536" y="178308"/>
                </a:lnTo>
                <a:lnTo>
                  <a:pt x="123444" y="167640"/>
                </a:lnTo>
                <a:lnTo>
                  <a:pt x="123444" y="152400"/>
                </a:lnTo>
                <a:lnTo>
                  <a:pt x="274320" y="152400"/>
                </a:lnTo>
                <a:lnTo>
                  <a:pt x="274320" y="173736"/>
                </a:lnTo>
                <a:lnTo>
                  <a:pt x="300228" y="160020"/>
                </a:lnTo>
                <a:lnTo>
                  <a:pt x="299859" y="152400"/>
                </a:lnTo>
                <a:lnTo>
                  <a:pt x="299351" y="141732"/>
                </a:lnTo>
                <a:lnTo>
                  <a:pt x="298894" y="115252"/>
                </a:lnTo>
                <a:lnTo>
                  <a:pt x="298780" y="89916"/>
                </a:lnTo>
                <a:lnTo>
                  <a:pt x="298729" y="79248"/>
                </a:lnTo>
                <a:lnTo>
                  <a:pt x="298704" y="35052"/>
                </a:lnTo>
                <a:lnTo>
                  <a:pt x="306324" y="28956"/>
                </a:lnTo>
                <a:lnTo>
                  <a:pt x="313944" y="22860"/>
                </a:lnTo>
                <a:close/>
              </a:path>
              <a:path w="528954" h="439420">
                <a:moveTo>
                  <a:pt x="397764" y="353568"/>
                </a:moveTo>
                <a:lnTo>
                  <a:pt x="378079" y="355574"/>
                </a:lnTo>
                <a:lnTo>
                  <a:pt x="355663" y="356997"/>
                </a:lnTo>
                <a:lnTo>
                  <a:pt x="330695" y="357860"/>
                </a:lnTo>
                <a:lnTo>
                  <a:pt x="303276" y="358140"/>
                </a:lnTo>
                <a:lnTo>
                  <a:pt x="275513" y="356717"/>
                </a:lnTo>
                <a:lnTo>
                  <a:pt x="251460" y="354711"/>
                </a:lnTo>
                <a:lnTo>
                  <a:pt x="230847" y="352145"/>
                </a:lnTo>
                <a:lnTo>
                  <a:pt x="213360" y="348996"/>
                </a:lnTo>
                <a:lnTo>
                  <a:pt x="213360" y="341376"/>
                </a:lnTo>
                <a:lnTo>
                  <a:pt x="213360" y="277368"/>
                </a:lnTo>
                <a:lnTo>
                  <a:pt x="359664" y="277368"/>
                </a:lnTo>
                <a:lnTo>
                  <a:pt x="348996" y="266700"/>
                </a:lnTo>
                <a:lnTo>
                  <a:pt x="326136" y="243840"/>
                </a:lnTo>
                <a:lnTo>
                  <a:pt x="303276" y="266700"/>
                </a:lnTo>
                <a:lnTo>
                  <a:pt x="213360" y="266700"/>
                </a:lnTo>
                <a:lnTo>
                  <a:pt x="213360" y="207264"/>
                </a:lnTo>
                <a:lnTo>
                  <a:pt x="388620" y="207264"/>
                </a:lnTo>
                <a:lnTo>
                  <a:pt x="352044" y="170688"/>
                </a:lnTo>
                <a:lnTo>
                  <a:pt x="326136" y="196596"/>
                </a:lnTo>
                <a:lnTo>
                  <a:pt x="4572" y="196596"/>
                </a:lnTo>
                <a:lnTo>
                  <a:pt x="19812" y="213360"/>
                </a:lnTo>
                <a:lnTo>
                  <a:pt x="30124" y="210489"/>
                </a:lnTo>
                <a:lnTo>
                  <a:pt x="40576" y="208597"/>
                </a:lnTo>
                <a:lnTo>
                  <a:pt x="51320" y="207581"/>
                </a:lnTo>
                <a:lnTo>
                  <a:pt x="62484" y="207264"/>
                </a:lnTo>
                <a:lnTo>
                  <a:pt x="188976" y="207264"/>
                </a:lnTo>
                <a:lnTo>
                  <a:pt x="188976" y="341376"/>
                </a:lnTo>
                <a:lnTo>
                  <a:pt x="163245" y="329095"/>
                </a:lnTo>
                <a:lnTo>
                  <a:pt x="140779" y="315087"/>
                </a:lnTo>
                <a:lnTo>
                  <a:pt x="121475" y="299377"/>
                </a:lnTo>
                <a:lnTo>
                  <a:pt x="113715" y="291084"/>
                </a:lnTo>
                <a:lnTo>
                  <a:pt x="105156" y="281940"/>
                </a:lnTo>
                <a:lnTo>
                  <a:pt x="126492" y="243840"/>
                </a:lnTo>
                <a:lnTo>
                  <a:pt x="134112" y="239268"/>
                </a:lnTo>
                <a:lnTo>
                  <a:pt x="94488" y="216408"/>
                </a:lnTo>
                <a:lnTo>
                  <a:pt x="81661" y="270992"/>
                </a:lnTo>
                <a:lnTo>
                  <a:pt x="61531" y="318135"/>
                </a:lnTo>
                <a:lnTo>
                  <a:pt x="34277" y="357860"/>
                </a:lnTo>
                <a:lnTo>
                  <a:pt x="0" y="390144"/>
                </a:lnTo>
                <a:lnTo>
                  <a:pt x="3048" y="394716"/>
                </a:lnTo>
                <a:lnTo>
                  <a:pt x="33083" y="377024"/>
                </a:lnTo>
                <a:lnTo>
                  <a:pt x="59245" y="353758"/>
                </a:lnTo>
                <a:lnTo>
                  <a:pt x="81711" y="325069"/>
                </a:lnTo>
                <a:lnTo>
                  <a:pt x="100584" y="291084"/>
                </a:lnTo>
                <a:lnTo>
                  <a:pt x="111188" y="304495"/>
                </a:lnTo>
                <a:lnTo>
                  <a:pt x="147828" y="339852"/>
                </a:lnTo>
                <a:lnTo>
                  <a:pt x="197345" y="366217"/>
                </a:lnTo>
                <a:lnTo>
                  <a:pt x="243128" y="379437"/>
                </a:lnTo>
                <a:lnTo>
                  <a:pt x="315239" y="387527"/>
                </a:lnTo>
                <a:lnTo>
                  <a:pt x="362712" y="390144"/>
                </a:lnTo>
                <a:lnTo>
                  <a:pt x="366483" y="380720"/>
                </a:lnTo>
                <a:lnTo>
                  <a:pt x="373380" y="372999"/>
                </a:lnTo>
                <a:lnTo>
                  <a:pt x="383717" y="367004"/>
                </a:lnTo>
                <a:lnTo>
                  <a:pt x="397764" y="362712"/>
                </a:lnTo>
                <a:lnTo>
                  <a:pt x="397764" y="358140"/>
                </a:lnTo>
                <a:lnTo>
                  <a:pt x="397764" y="353568"/>
                </a:lnTo>
                <a:close/>
              </a:path>
              <a:path w="528954" h="439420">
                <a:moveTo>
                  <a:pt x="528828" y="297180"/>
                </a:moveTo>
                <a:lnTo>
                  <a:pt x="475500" y="297180"/>
                </a:lnTo>
                <a:lnTo>
                  <a:pt x="437400" y="438912"/>
                </a:lnTo>
                <a:lnTo>
                  <a:pt x="467868" y="438912"/>
                </a:lnTo>
                <a:lnTo>
                  <a:pt x="528828" y="29718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8" name="object 78"/>
          <p:cNvSpPr/>
          <p:nvPr/>
        </p:nvSpPr>
        <p:spPr>
          <a:xfrm>
            <a:off x="4629899" y="4616208"/>
            <a:ext cx="853440" cy="403860"/>
          </a:xfrm>
          <a:custGeom>
            <a:avLst/>
            <a:gdLst/>
            <a:ahLst/>
            <a:cxnLst/>
            <a:rect l="l" t="t" r="r" b="b"/>
            <a:pathLst>
              <a:path w="853439" h="403860">
                <a:moveTo>
                  <a:pt x="202692" y="32004"/>
                </a:moveTo>
                <a:lnTo>
                  <a:pt x="175260" y="1511"/>
                </a:lnTo>
                <a:lnTo>
                  <a:pt x="166687" y="8331"/>
                </a:lnTo>
                <a:lnTo>
                  <a:pt x="156972" y="14859"/>
                </a:lnTo>
                <a:lnTo>
                  <a:pt x="120357" y="31356"/>
                </a:lnTo>
                <a:lnTo>
                  <a:pt x="76200" y="45720"/>
                </a:lnTo>
                <a:lnTo>
                  <a:pt x="48768" y="30480"/>
                </a:lnTo>
                <a:lnTo>
                  <a:pt x="49682" y="51930"/>
                </a:lnTo>
                <a:lnTo>
                  <a:pt x="50292" y="79819"/>
                </a:lnTo>
                <a:lnTo>
                  <a:pt x="50914" y="114300"/>
                </a:lnTo>
                <a:lnTo>
                  <a:pt x="51816" y="155448"/>
                </a:lnTo>
                <a:lnTo>
                  <a:pt x="51244" y="197739"/>
                </a:lnTo>
                <a:lnTo>
                  <a:pt x="46672" y="268605"/>
                </a:lnTo>
                <a:lnTo>
                  <a:pt x="36436" y="323443"/>
                </a:lnTo>
                <a:lnTo>
                  <a:pt x="14820" y="375399"/>
                </a:lnTo>
                <a:lnTo>
                  <a:pt x="0" y="400812"/>
                </a:lnTo>
                <a:lnTo>
                  <a:pt x="4572" y="403860"/>
                </a:lnTo>
                <a:lnTo>
                  <a:pt x="34607" y="364972"/>
                </a:lnTo>
                <a:lnTo>
                  <a:pt x="56197" y="323659"/>
                </a:lnTo>
                <a:lnTo>
                  <a:pt x="69519" y="279768"/>
                </a:lnTo>
                <a:lnTo>
                  <a:pt x="74676" y="233172"/>
                </a:lnTo>
                <a:lnTo>
                  <a:pt x="156972" y="233172"/>
                </a:lnTo>
                <a:lnTo>
                  <a:pt x="156972" y="259080"/>
                </a:lnTo>
                <a:lnTo>
                  <a:pt x="182880" y="248412"/>
                </a:lnTo>
                <a:lnTo>
                  <a:pt x="182143" y="233172"/>
                </a:lnTo>
                <a:lnTo>
                  <a:pt x="182003" y="230479"/>
                </a:lnTo>
                <a:lnTo>
                  <a:pt x="181851" y="222504"/>
                </a:lnTo>
                <a:lnTo>
                  <a:pt x="181559" y="207010"/>
                </a:lnTo>
                <a:lnTo>
                  <a:pt x="181394" y="179235"/>
                </a:lnTo>
                <a:lnTo>
                  <a:pt x="181356" y="143256"/>
                </a:lnTo>
                <a:lnTo>
                  <a:pt x="191160" y="135636"/>
                </a:lnTo>
                <a:lnTo>
                  <a:pt x="195072" y="132588"/>
                </a:lnTo>
                <a:lnTo>
                  <a:pt x="186436" y="124968"/>
                </a:lnTo>
                <a:lnTo>
                  <a:pt x="169164" y="109728"/>
                </a:lnTo>
                <a:lnTo>
                  <a:pt x="156972" y="121920"/>
                </a:lnTo>
                <a:lnTo>
                  <a:pt x="156972" y="135636"/>
                </a:lnTo>
                <a:lnTo>
                  <a:pt x="156972" y="222504"/>
                </a:lnTo>
                <a:lnTo>
                  <a:pt x="74676" y="222504"/>
                </a:lnTo>
                <a:lnTo>
                  <a:pt x="76200" y="135636"/>
                </a:lnTo>
                <a:lnTo>
                  <a:pt x="156972" y="135636"/>
                </a:lnTo>
                <a:lnTo>
                  <a:pt x="156972" y="121920"/>
                </a:lnTo>
                <a:lnTo>
                  <a:pt x="153924" y="124968"/>
                </a:lnTo>
                <a:lnTo>
                  <a:pt x="76200" y="124968"/>
                </a:lnTo>
                <a:lnTo>
                  <a:pt x="76200" y="56388"/>
                </a:lnTo>
                <a:lnTo>
                  <a:pt x="119316" y="45720"/>
                </a:lnTo>
                <a:lnTo>
                  <a:pt x="120192" y="45504"/>
                </a:lnTo>
                <a:lnTo>
                  <a:pt x="156019" y="37909"/>
                </a:lnTo>
                <a:lnTo>
                  <a:pt x="183578" y="33451"/>
                </a:lnTo>
                <a:lnTo>
                  <a:pt x="202692" y="32004"/>
                </a:lnTo>
                <a:close/>
              </a:path>
              <a:path w="853439" h="403860">
                <a:moveTo>
                  <a:pt x="411480" y="156972"/>
                </a:moveTo>
                <a:lnTo>
                  <a:pt x="401320" y="146304"/>
                </a:lnTo>
                <a:lnTo>
                  <a:pt x="381000" y="124968"/>
                </a:lnTo>
                <a:lnTo>
                  <a:pt x="359664" y="146304"/>
                </a:lnTo>
                <a:lnTo>
                  <a:pt x="246888" y="146304"/>
                </a:lnTo>
                <a:lnTo>
                  <a:pt x="246888" y="54864"/>
                </a:lnTo>
                <a:lnTo>
                  <a:pt x="295567" y="45720"/>
                </a:lnTo>
                <a:lnTo>
                  <a:pt x="304571" y="44018"/>
                </a:lnTo>
                <a:lnTo>
                  <a:pt x="349377" y="36766"/>
                </a:lnTo>
                <a:lnTo>
                  <a:pt x="381050" y="33210"/>
                </a:lnTo>
                <a:lnTo>
                  <a:pt x="399288" y="33528"/>
                </a:lnTo>
                <a:lnTo>
                  <a:pt x="398995" y="33210"/>
                </a:lnTo>
                <a:lnTo>
                  <a:pt x="367284" y="0"/>
                </a:lnTo>
                <a:lnTo>
                  <a:pt x="351269" y="10566"/>
                </a:lnTo>
                <a:lnTo>
                  <a:pt x="325945" y="21717"/>
                </a:lnTo>
                <a:lnTo>
                  <a:pt x="291211" y="33426"/>
                </a:lnTo>
                <a:lnTo>
                  <a:pt x="246888" y="45720"/>
                </a:lnTo>
                <a:lnTo>
                  <a:pt x="219456" y="30480"/>
                </a:lnTo>
                <a:lnTo>
                  <a:pt x="219646" y="45720"/>
                </a:lnTo>
                <a:lnTo>
                  <a:pt x="219760" y="51930"/>
                </a:lnTo>
                <a:lnTo>
                  <a:pt x="220751" y="91770"/>
                </a:lnTo>
                <a:lnTo>
                  <a:pt x="220941" y="109728"/>
                </a:lnTo>
                <a:lnTo>
                  <a:pt x="220865" y="124968"/>
                </a:lnTo>
                <a:lnTo>
                  <a:pt x="220751" y="135178"/>
                </a:lnTo>
                <a:lnTo>
                  <a:pt x="219697" y="179235"/>
                </a:lnTo>
                <a:lnTo>
                  <a:pt x="219456" y="202692"/>
                </a:lnTo>
                <a:lnTo>
                  <a:pt x="211264" y="252984"/>
                </a:lnTo>
                <a:lnTo>
                  <a:pt x="190500" y="307848"/>
                </a:lnTo>
                <a:lnTo>
                  <a:pt x="160591" y="358140"/>
                </a:lnTo>
                <a:lnTo>
                  <a:pt x="124968" y="399288"/>
                </a:lnTo>
                <a:lnTo>
                  <a:pt x="129540" y="403860"/>
                </a:lnTo>
                <a:lnTo>
                  <a:pt x="165862" y="371602"/>
                </a:lnTo>
                <a:lnTo>
                  <a:pt x="195529" y="335788"/>
                </a:lnTo>
                <a:lnTo>
                  <a:pt x="218503" y="296418"/>
                </a:lnTo>
                <a:lnTo>
                  <a:pt x="234759" y="253492"/>
                </a:lnTo>
                <a:lnTo>
                  <a:pt x="244233" y="207010"/>
                </a:lnTo>
                <a:lnTo>
                  <a:pt x="246888" y="156972"/>
                </a:lnTo>
                <a:lnTo>
                  <a:pt x="316992" y="156972"/>
                </a:lnTo>
                <a:lnTo>
                  <a:pt x="316966" y="307848"/>
                </a:lnTo>
                <a:lnTo>
                  <a:pt x="316077" y="349567"/>
                </a:lnTo>
                <a:lnTo>
                  <a:pt x="313944" y="400812"/>
                </a:lnTo>
                <a:lnTo>
                  <a:pt x="342900" y="387096"/>
                </a:lnTo>
                <a:lnTo>
                  <a:pt x="342023" y="369900"/>
                </a:lnTo>
                <a:lnTo>
                  <a:pt x="341566" y="354711"/>
                </a:lnTo>
                <a:lnTo>
                  <a:pt x="341503" y="349567"/>
                </a:lnTo>
                <a:lnTo>
                  <a:pt x="341376" y="156972"/>
                </a:lnTo>
                <a:lnTo>
                  <a:pt x="411480" y="156972"/>
                </a:lnTo>
                <a:close/>
              </a:path>
              <a:path w="853439" h="403860">
                <a:moveTo>
                  <a:pt x="853440" y="187439"/>
                </a:moveTo>
                <a:lnTo>
                  <a:pt x="815340" y="149339"/>
                </a:lnTo>
                <a:lnTo>
                  <a:pt x="787908" y="178295"/>
                </a:lnTo>
                <a:lnTo>
                  <a:pt x="731520" y="178295"/>
                </a:lnTo>
                <a:lnTo>
                  <a:pt x="731520" y="47231"/>
                </a:lnTo>
                <a:lnTo>
                  <a:pt x="830580" y="47231"/>
                </a:lnTo>
                <a:lnTo>
                  <a:pt x="794004" y="10655"/>
                </a:lnTo>
                <a:lnTo>
                  <a:pt x="768096" y="36563"/>
                </a:lnTo>
                <a:lnTo>
                  <a:pt x="705612" y="36563"/>
                </a:lnTo>
                <a:lnTo>
                  <a:pt x="705612" y="47231"/>
                </a:lnTo>
                <a:lnTo>
                  <a:pt x="705612" y="178295"/>
                </a:lnTo>
                <a:lnTo>
                  <a:pt x="597408" y="178295"/>
                </a:lnTo>
                <a:lnTo>
                  <a:pt x="597408" y="47231"/>
                </a:lnTo>
                <a:lnTo>
                  <a:pt x="705612" y="47231"/>
                </a:lnTo>
                <a:lnTo>
                  <a:pt x="705612" y="36563"/>
                </a:lnTo>
                <a:lnTo>
                  <a:pt x="470916" y="36563"/>
                </a:lnTo>
                <a:lnTo>
                  <a:pt x="486156" y="51803"/>
                </a:lnTo>
                <a:lnTo>
                  <a:pt x="496468" y="49809"/>
                </a:lnTo>
                <a:lnTo>
                  <a:pt x="506920" y="48374"/>
                </a:lnTo>
                <a:lnTo>
                  <a:pt x="517664" y="47523"/>
                </a:lnTo>
                <a:lnTo>
                  <a:pt x="528828" y="47231"/>
                </a:lnTo>
                <a:lnTo>
                  <a:pt x="571500" y="47231"/>
                </a:lnTo>
                <a:lnTo>
                  <a:pt x="571500" y="178295"/>
                </a:lnTo>
                <a:lnTo>
                  <a:pt x="446532" y="178295"/>
                </a:lnTo>
                <a:lnTo>
                  <a:pt x="461772" y="193535"/>
                </a:lnTo>
                <a:lnTo>
                  <a:pt x="472084" y="191300"/>
                </a:lnTo>
                <a:lnTo>
                  <a:pt x="482536" y="189344"/>
                </a:lnTo>
                <a:lnTo>
                  <a:pt x="493280" y="187972"/>
                </a:lnTo>
                <a:lnTo>
                  <a:pt x="504444" y="187439"/>
                </a:lnTo>
                <a:lnTo>
                  <a:pt x="571500" y="187439"/>
                </a:lnTo>
                <a:lnTo>
                  <a:pt x="563689" y="258686"/>
                </a:lnTo>
                <a:lnTo>
                  <a:pt x="541020" y="313931"/>
                </a:lnTo>
                <a:lnTo>
                  <a:pt x="504444" y="357365"/>
                </a:lnTo>
                <a:lnTo>
                  <a:pt x="454152" y="396227"/>
                </a:lnTo>
                <a:lnTo>
                  <a:pt x="458724" y="402323"/>
                </a:lnTo>
                <a:lnTo>
                  <a:pt x="493610" y="381419"/>
                </a:lnTo>
                <a:lnTo>
                  <a:pt x="546811" y="336753"/>
                </a:lnTo>
                <a:lnTo>
                  <a:pt x="578764" y="285813"/>
                </a:lnTo>
                <a:lnTo>
                  <a:pt x="595198" y="223469"/>
                </a:lnTo>
                <a:lnTo>
                  <a:pt x="597408" y="187439"/>
                </a:lnTo>
                <a:lnTo>
                  <a:pt x="705612" y="187439"/>
                </a:lnTo>
                <a:lnTo>
                  <a:pt x="705510" y="339966"/>
                </a:lnTo>
                <a:lnTo>
                  <a:pt x="705421" y="350316"/>
                </a:lnTo>
                <a:lnTo>
                  <a:pt x="704977" y="373875"/>
                </a:lnTo>
                <a:lnTo>
                  <a:pt x="704088" y="399275"/>
                </a:lnTo>
                <a:lnTo>
                  <a:pt x="733044" y="388607"/>
                </a:lnTo>
                <a:lnTo>
                  <a:pt x="732815" y="372592"/>
                </a:lnTo>
                <a:lnTo>
                  <a:pt x="731761" y="339966"/>
                </a:lnTo>
                <a:lnTo>
                  <a:pt x="731608" y="328777"/>
                </a:lnTo>
                <a:lnTo>
                  <a:pt x="731520" y="187439"/>
                </a:lnTo>
                <a:lnTo>
                  <a:pt x="853440" y="18743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9" name="object 79"/>
          <p:cNvSpPr/>
          <p:nvPr/>
        </p:nvSpPr>
        <p:spPr>
          <a:xfrm>
            <a:off x="5556503" y="4613147"/>
            <a:ext cx="356870" cy="402590"/>
          </a:xfrm>
          <a:custGeom>
            <a:avLst/>
            <a:gdLst/>
            <a:ahLst/>
            <a:cxnLst/>
            <a:rect l="l" t="t" r="r" b="b"/>
            <a:pathLst>
              <a:path w="356870" h="402589">
                <a:moveTo>
                  <a:pt x="54864" y="89916"/>
                </a:moveTo>
                <a:lnTo>
                  <a:pt x="44196" y="89916"/>
                </a:lnTo>
                <a:lnTo>
                  <a:pt x="51339" y="62150"/>
                </a:lnTo>
                <a:lnTo>
                  <a:pt x="56769" y="38100"/>
                </a:lnTo>
                <a:lnTo>
                  <a:pt x="60483" y="17478"/>
                </a:lnTo>
                <a:lnTo>
                  <a:pt x="62484" y="0"/>
                </a:lnTo>
                <a:lnTo>
                  <a:pt x="100584" y="21336"/>
                </a:lnTo>
                <a:lnTo>
                  <a:pt x="91725" y="28408"/>
                </a:lnTo>
                <a:lnTo>
                  <a:pt x="81153" y="42481"/>
                </a:lnTo>
                <a:lnTo>
                  <a:pt x="68865" y="63126"/>
                </a:lnTo>
                <a:lnTo>
                  <a:pt x="54864" y="89916"/>
                </a:lnTo>
                <a:close/>
              </a:path>
              <a:path w="356870" h="402589">
                <a:moveTo>
                  <a:pt x="147828" y="190500"/>
                </a:moveTo>
                <a:lnTo>
                  <a:pt x="143256" y="187452"/>
                </a:lnTo>
                <a:lnTo>
                  <a:pt x="160162" y="160615"/>
                </a:lnTo>
                <a:lnTo>
                  <a:pt x="174498" y="135064"/>
                </a:lnTo>
                <a:lnTo>
                  <a:pt x="196596" y="88392"/>
                </a:lnTo>
                <a:lnTo>
                  <a:pt x="211836" y="44958"/>
                </a:lnTo>
                <a:lnTo>
                  <a:pt x="222503" y="1524"/>
                </a:lnTo>
                <a:lnTo>
                  <a:pt x="260603" y="24384"/>
                </a:lnTo>
                <a:lnTo>
                  <a:pt x="252864" y="32146"/>
                </a:lnTo>
                <a:lnTo>
                  <a:pt x="243268" y="46482"/>
                </a:lnTo>
                <a:lnTo>
                  <a:pt x="231671" y="67675"/>
                </a:lnTo>
                <a:lnTo>
                  <a:pt x="217932" y="96012"/>
                </a:lnTo>
                <a:lnTo>
                  <a:pt x="350520" y="96012"/>
                </a:lnTo>
                <a:lnTo>
                  <a:pt x="356616" y="102108"/>
                </a:lnTo>
                <a:lnTo>
                  <a:pt x="352806" y="105156"/>
                </a:lnTo>
                <a:lnTo>
                  <a:pt x="214884" y="105156"/>
                </a:lnTo>
                <a:lnTo>
                  <a:pt x="198620" y="130063"/>
                </a:lnTo>
                <a:lnTo>
                  <a:pt x="181927" y="152400"/>
                </a:lnTo>
                <a:lnTo>
                  <a:pt x="164949" y="172450"/>
                </a:lnTo>
                <a:lnTo>
                  <a:pt x="147828" y="190500"/>
                </a:lnTo>
                <a:close/>
              </a:path>
              <a:path w="356870" h="402589">
                <a:moveTo>
                  <a:pt x="146304" y="89916"/>
                </a:moveTo>
                <a:lnTo>
                  <a:pt x="111252" y="89916"/>
                </a:lnTo>
                <a:lnTo>
                  <a:pt x="129540" y="73152"/>
                </a:lnTo>
                <a:lnTo>
                  <a:pt x="146304" y="89916"/>
                </a:lnTo>
                <a:close/>
              </a:path>
              <a:path w="356870" h="402589">
                <a:moveTo>
                  <a:pt x="0" y="397764"/>
                </a:moveTo>
                <a:lnTo>
                  <a:pt x="821" y="359664"/>
                </a:lnTo>
                <a:lnTo>
                  <a:pt x="907" y="354520"/>
                </a:lnTo>
                <a:lnTo>
                  <a:pt x="1333" y="316420"/>
                </a:lnTo>
                <a:lnTo>
                  <a:pt x="1423" y="176784"/>
                </a:lnTo>
                <a:lnTo>
                  <a:pt x="1305" y="152400"/>
                </a:lnTo>
                <a:lnTo>
                  <a:pt x="881" y="114704"/>
                </a:lnTo>
                <a:lnTo>
                  <a:pt x="0" y="74676"/>
                </a:lnTo>
                <a:lnTo>
                  <a:pt x="25908" y="89916"/>
                </a:lnTo>
                <a:lnTo>
                  <a:pt x="146304" y="89916"/>
                </a:lnTo>
                <a:lnTo>
                  <a:pt x="155448" y="99060"/>
                </a:lnTo>
                <a:lnTo>
                  <a:pt x="153162" y="100584"/>
                </a:lnTo>
                <a:lnTo>
                  <a:pt x="24384" y="100584"/>
                </a:lnTo>
                <a:lnTo>
                  <a:pt x="24384" y="211836"/>
                </a:lnTo>
                <a:lnTo>
                  <a:pt x="137464" y="211836"/>
                </a:lnTo>
                <a:lnTo>
                  <a:pt x="137526" y="222504"/>
                </a:lnTo>
                <a:lnTo>
                  <a:pt x="24384" y="222504"/>
                </a:lnTo>
                <a:lnTo>
                  <a:pt x="24384" y="344424"/>
                </a:lnTo>
                <a:lnTo>
                  <a:pt x="138504" y="344424"/>
                </a:lnTo>
                <a:lnTo>
                  <a:pt x="138567" y="355092"/>
                </a:lnTo>
                <a:lnTo>
                  <a:pt x="24384" y="355092"/>
                </a:lnTo>
                <a:lnTo>
                  <a:pt x="24384" y="384048"/>
                </a:lnTo>
                <a:lnTo>
                  <a:pt x="0" y="397764"/>
                </a:lnTo>
                <a:close/>
              </a:path>
              <a:path w="356870" h="402589">
                <a:moveTo>
                  <a:pt x="350520" y="96012"/>
                </a:moveTo>
                <a:lnTo>
                  <a:pt x="310896" y="96012"/>
                </a:lnTo>
                <a:lnTo>
                  <a:pt x="330708" y="76200"/>
                </a:lnTo>
                <a:lnTo>
                  <a:pt x="350520" y="96012"/>
                </a:lnTo>
                <a:close/>
              </a:path>
              <a:path w="356870" h="402589">
                <a:moveTo>
                  <a:pt x="137464" y="211836"/>
                </a:moveTo>
                <a:lnTo>
                  <a:pt x="114300" y="211836"/>
                </a:lnTo>
                <a:lnTo>
                  <a:pt x="114300" y="100584"/>
                </a:lnTo>
                <a:lnTo>
                  <a:pt x="153162" y="100584"/>
                </a:lnTo>
                <a:lnTo>
                  <a:pt x="137160" y="111252"/>
                </a:lnTo>
                <a:lnTo>
                  <a:pt x="137263" y="160615"/>
                </a:lnTo>
                <a:lnTo>
                  <a:pt x="137367" y="195333"/>
                </a:lnTo>
                <a:lnTo>
                  <a:pt x="137464" y="211836"/>
                </a:lnTo>
                <a:close/>
              </a:path>
              <a:path w="356870" h="402589">
                <a:moveTo>
                  <a:pt x="327433" y="359664"/>
                </a:moveTo>
                <a:lnTo>
                  <a:pt x="283464" y="359664"/>
                </a:lnTo>
                <a:lnTo>
                  <a:pt x="292631" y="357925"/>
                </a:lnTo>
                <a:lnTo>
                  <a:pt x="299656" y="352615"/>
                </a:lnTo>
                <a:lnTo>
                  <a:pt x="309252" y="305538"/>
                </a:lnTo>
                <a:lnTo>
                  <a:pt x="311086" y="259651"/>
                </a:lnTo>
                <a:lnTo>
                  <a:pt x="313173" y="193929"/>
                </a:lnTo>
                <a:lnTo>
                  <a:pt x="315467" y="105156"/>
                </a:lnTo>
                <a:lnTo>
                  <a:pt x="352806" y="105156"/>
                </a:lnTo>
                <a:lnTo>
                  <a:pt x="341376" y="114300"/>
                </a:lnTo>
                <a:lnTo>
                  <a:pt x="339492" y="190500"/>
                </a:lnTo>
                <a:lnTo>
                  <a:pt x="337718" y="249070"/>
                </a:lnTo>
                <a:lnTo>
                  <a:pt x="335889" y="295241"/>
                </a:lnTo>
                <a:lnTo>
                  <a:pt x="334060" y="327074"/>
                </a:lnTo>
                <a:lnTo>
                  <a:pt x="332232" y="344424"/>
                </a:lnTo>
                <a:lnTo>
                  <a:pt x="328517" y="357020"/>
                </a:lnTo>
                <a:lnTo>
                  <a:pt x="327433" y="359664"/>
                </a:lnTo>
                <a:close/>
              </a:path>
              <a:path w="356870" h="402589">
                <a:moveTo>
                  <a:pt x="231648" y="269748"/>
                </a:moveTo>
                <a:lnTo>
                  <a:pt x="230124" y="269748"/>
                </a:lnTo>
                <a:lnTo>
                  <a:pt x="226956" y="268081"/>
                </a:lnTo>
                <a:lnTo>
                  <a:pt x="224218" y="263271"/>
                </a:lnTo>
                <a:lnTo>
                  <a:pt x="221765" y="255603"/>
                </a:lnTo>
                <a:lnTo>
                  <a:pt x="219456" y="245364"/>
                </a:lnTo>
                <a:lnTo>
                  <a:pt x="214884" y="228219"/>
                </a:lnTo>
                <a:lnTo>
                  <a:pt x="208026" y="211074"/>
                </a:lnTo>
                <a:lnTo>
                  <a:pt x="198882" y="193929"/>
                </a:lnTo>
                <a:lnTo>
                  <a:pt x="187452" y="176784"/>
                </a:lnTo>
                <a:lnTo>
                  <a:pt x="192024" y="172212"/>
                </a:lnTo>
                <a:lnTo>
                  <a:pt x="224980" y="199644"/>
                </a:lnTo>
                <a:lnTo>
                  <a:pt x="246888" y="234696"/>
                </a:lnTo>
                <a:lnTo>
                  <a:pt x="246888" y="248412"/>
                </a:lnTo>
                <a:lnTo>
                  <a:pt x="245364" y="254508"/>
                </a:lnTo>
                <a:lnTo>
                  <a:pt x="236220" y="266700"/>
                </a:lnTo>
                <a:lnTo>
                  <a:pt x="231648" y="269748"/>
                </a:lnTo>
                <a:close/>
              </a:path>
              <a:path w="356870" h="402589">
                <a:moveTo>
                  <a:pt x="138504" y="344424"/>
                </a:moveTo>
                <a:lnTo>
                  <a:pt x="114300" y="344424"/>
                </a:lnTo>
                <a:lnTo>
                  <a:pt x="114300" y="222504"/>
                </a:lnTo>
                <a:lnTo>
                  <a:pt x="137526" y="222504"/>
                </a:lnTo>
                <a:lnTo>
                  <a:pt x="137732" y="255603"/>
                </a:lnTo>
                <a:lnTo>
                  <a:pt x="138504" y="344424"/>
                </a:lnTo>
                <a:close/>
              </a:path>
              <a:path w="356870" h="402589">
                <a:moveTo>
                  <a:pt x="278891" y="402336"/>
                </a:moveTo>
                <a:lnTo>
                  <a:pt x="271772" y="388596"/>
                </a:lnTo>
                <a:lnTo>
                  <a:pt x="259651" y="376999"/>
                </a:lnTo>
                <a:lnTo>
                  <a:pt x="242673" y="367403"/>
                </a:lnTo>
                <a:lnTo>
                  <a:pt x="220979" y="359664"/>
                </a:lnTo>
                <a:lnTo>
                  <a:pt x="220979" y="350520"/>
                </a:lnTo>
                <a:lnTo>
                  <a:pt x="241244" y="354520"/>
                </a:lnTo>
                <a:lnTo>
                  <a:pt x="258508" y="357378"/>
                </a:lnTo>
                <a:lnTo>
                  <a:pt x="272629" y="359092"/>
                </a:lnTo>
                <a:lnTo>
                  <a:pt x="283464" y="359664"/>
                </a:lnTo>
                <a:lnTo>
                  <a:pt x="327433" y="359664"/>
                </a:lnTo>
                <a:lnTo>
                  <a:pt x="324231" y="367474"/>
                </a:lnTo>
                <a:lnTo>
                  <a:pt x="289670" y="397764"/>
                </a:lnTo>
                <a:lnTo>
                  <a:pt x="278891" y="402336"/>
                </a:lnTo>
                <a:close/>
              </a:path>
              <a:path w="356870" h="402589">
                <a:moveTo>
                  <a:pt x="114300" y="391668"/>
                </a:moveTo>
                <a:lnTo>
                  <a:pt x="114300" y="355092"/>
                </a:lnTo>
                <a:lnTo>
                  <a:pt x="138567" y="355092"/>
                </a:lnTo>
                <a:lnTo>
                  <a:pt x="138684" y="377952"/>
                </a:lnTo>
                <a:lnTo>
                  <a:pt x="114300" y="39166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0" name="object 80"/>
          <p:cNvSpPr/>
          <p:nvPr/>
        </p:nvSpPr>
        <p:spPr>
          <a:xfrm>
            <a:off x="5964923" y="4611623"/>
            <a:ext cx="848994" cy="410209"/>
          </a:xfrm>
          <a:custGeom>
            <a:avLst/>
            <a:gdLst/>
            <a:ahLst/>
            <a:cxnLst/>
            <a:rect l="l" t="t" r="r" b="b"/>
            <a:pathLst>
              <a:path w="848995" h="410210">
                <a:moveTo>
                  <a:pt x="406908" y="166116"/>
                </a:moveTo>
                <a:lnTo>
                  <a:pt x="337375" y="146685"/>
                </a:lnTo>
                <a:lnTo>
                  <a:pt x="280416" y="111252"/>
                </a:lnTo>
                <a:lnTo>
                  <a:pt x="236982" y="68961"/>
                </a:lnTo>
                <a:lnTo>
                  <a:pt x="212344" y="36576"/>
                </a:lnTo>
                <a:lnTo>
                  <a:pt x="207264" y="28956"/>
                </a:lnTo>
                <a:lnTo>
                  <a:pt x="220980" y="19812"/>
                </a:lnTo>
                <a:lnTo>
                  <a:pt x="184404" y="0"/>
                </a:lnTo>
                <a:lnTo>
                  <a:pt x="170459" y="30556"/>
                </a:lnTo>
                <a:lnTo>
                  <a:pt x="153924" y="60388"/>
                </a:lnTo>
                <a:lnTo>
                  <a:pt x="114300" y="117348"/>
                </a:lnTo>
                <a:lnTo>
                  <a:pt x="62865" y="169926"/>
                </a:lnTo>
                <a:lnTo>
                  <a:pt x="0" y="213360"/>
                </a:lnTo>
                <a:lnTo>
                  <a:pt x="3048" y="219456"/>
                </a:lnTo>
                <a:lnTo>
                  <a:pt x="24244" y="209740"/>
                </a:lnTo>
                <a:lnTo>
                  <a:pt x="44577" y="198882"/>
                </a:lnTo>
                <a:lnTo>
                  <a:pt x="64350" y="186880"/>
                </a:lnTo>
                <a:lnTo>
                  <a:pt x="83820" y="173736"/>
                </a:lnTo>
                <a:lnTo>
                  <a:pt x="96012" y="185928"/>
                </a:lnTo>
                <a:lnTo>
                  <a:pt x="105422" y="183692"/>
                </a:lnTo>
                <a:lnTo>
                  <a:pt x="115252" y="181737"/>
                </a:lnTo>
                <a:lnTo>
                  <a:pt x="125374" y="180365"/>
                </a:lnTo>
                <a:lnTo>
                  <a:pt x="135636" y="179832"/>
                </a:lnTo>
                <a:lnTo>
                  <a:pt x="192024" y="179832"/>
                </a:lnTo>
                <a:lnTo>
                  <a:pt x="192024" y="265176"/>
                </a:lnTo>
                <a:lnTo>
                  <a:pt x="70104" y="265176"/>
                </a:lnTo>
                <a:lnTo>
                  <a:pt x="85344" y="281940"/>
                </a:lnTo>
                <a:lnTo>
                  <a:pt x="95656" y="279069"/>
                </a:lnTo>
                <a:lnTo>
                  <a:pt x="106108" y="277177"/>
                </a:lnTo>
                <a:lnTo>
                  <a:pt x="116852" y="276161"/>
                </a:lnTo>
                <a:lnTo>
                  <a:pt x="128016" y="275844"/>
                </a:lnTo>
                <a:lnTo>
                  <a:pt x="192024" y="275844"/>
                </a:lnTo>
                <a:lnTo>
                  <a:pt x="192024" y="374904"/>
                </a:lnTo>
                <a:lnTo>
                  <a:pt x="18288" y="374904"/>
                </a:lnTo>
                <a:lnTo>
                  <a:pt x="33528" y="391668"/>
                </a:lnTo>
                <a:lnTo>
                  <a:pt x="43180" y="388797"/>
                </a:lnTo>
                <a:lnTo>
                  <a:pt x="53530" y="386905"/>
                </a:lnTo>
                <a:lnTo>
                  <a:pt x="64185" y="385889"/>
                </a:lnTo>
                <a:lnTo>
                  <a:pt x="74676" y="385572"/>
                </a:lnTo>
                <a:lnTo>
                  <a:pt x="397764" y="385572"/>
                </a:lnTo>
                <a:lnTo>
                  <a:pt x="361188" y="348996"/>
                </a:lnTo>
                <a:lnTo>
                  <a:pt x="336804" y="374904"/>
                </a:lnTo>
                <a:lnTo>
                  <a:pt x="216408" y="374904"/>
                </a:lnTo>
                <a:lnTo>
                  <a:pt x="216408" y="275844"/>
                </a:lnTo>
                <a:lnTo>
                  <a:pt x="341376" y="275844"/>
                </a:lnTo>
                <a:lnTo>
                  <a:pt x="309372" y="245364"/>
                </a:lnTo>
                <a:lnTo>
                  <a:pt x="289560" y="265176"/>
                </a:lnTo>
                <a:lnTo>
                  <a:pt x="216408" y="265176"/>
                </a:lnTo>
                <a:lnTo>
                  <a:pt x="216408" y="179832"/>
                </a:lnTo>
                <a:lnTo>
                  <a:pt x="326136" y="179832"/>
                </a:lnTo>
                <a:lnTo>
                  <a:pt x="319366" y="173736"/>
                </a:lnTo>
                <a:lnTo>
                  <a:pt x="315976" y="170688"/>
                </a:lnTo>
                <a:lnTo>
                  <a:pt x="295656" y="152400"/>
                </a:lnTo>
                <a:lnTo>
                  <a:pt x="277368" y="170688"/>
                </a:lnTo>
                <a:lnTo>
                  <a:pt x="89916" y="170688"/>
                </a:lnTo>
                <a:lnTo>
                  <a:pt x="118452" y="144386"/>
                </a:lnTo>
                <a:lnTo>
                  <a:pt x="146685" y="113347"/>
                </a:lnTo>
                <a:lnTo>
                  <a:pt x="174358" y="77470"/>
                </a:lnTo>
                <a:lnTo>
                  <a:pt x="201168" y="36576"/>
                </a:lnTo>
                <a:lnTo>
                  <a:pt x="220865" y="69684"/>
                </a:lnTo>
                <a:lnTo>
                  <a:pt x="268249" y="127876"/>
                </a:lnTo>
                <a:lnTo>
                  <a:pt x="315976" y="167259"/>
                </a:lnTo>
                <a:lnTo>
                  <a:pt x="355460" y="190119"/>
                </a:lnTo>
                <a:lnTo>
                  <a:pt x="374904" y="198120"/>
                </a:lnTo>
                <a:lnTo>
                  <a:pt x="379476" y="188963"/>
                </a:lnTo>
                <a:lnTo>
                  <a:pt x="386334" y="181927"/>
                </a:lnTo>
                <a:lnTo>
                  <a:pt x="395478" y="176911"/>
                </a:lnTo>
                <a:lnTo>
                  <a:pt x="406908" y="173736"/>
                </a:lnTo>
                <a:lnTo>
                  <a:pt x="406908" y="166116"/>
                </a:lnTo>
                <a:close/>
              </a:path>
              <a:path w="848995" h="410210">
                <a:moveTo>
                  <a:pt x="556272" y="150888"/>
                </a:moveTo>
                <a:lnTo>
                  <a:pt x="522719" y="111213"/>
                </a:lnTo>
                <a:lnTo>
                  <a:pt x="509028" y="100596"/>
                </a:lnTo>
                <a:lnTo>
                  <a:pt x="504456" y="105168"/>
                </a:lnTo>
                <a:lnTo>
                  <a:pt x="510527" y="114020"/>
                </a:lnTo>
                <a:lnTo>
                  <a:pt x="515315" y="122313"/>
                </a:lnTo>
                <a:lnTo>
                  <a:pt x="528955" y="158381"/>
                </a:lnTo>
                <a:lnTo>
                  <a:pt x="531888" y="175272"/>
                </a:lnTo>
                <a:lnTo>
                  <a:pt x="534936" y="178320"/>
                </a:lnTo>
                <a:lnTo>
                  <a:pt x="539508" y="178320"/>
                </a:lnTo>
                <a:lnTo>
                  <a:pt x="541032" y="176796"/>
                </a:lnTo>
                <a:lnTo>
                  <a:pt x="550176" y="170700"/>
                </a:lnTo>
                <a:lnTo>
                  <a:pt x="553224" y="164604"/>
                </a:lnTo>
                <a:lnTo>
                  <a:pt x="554748" y="158508"/>
                </a:lnTo>
                <a:lnTo>
                  <a:pt x="556272" y="150888"/>
                </a:lnTo>
                <a:close/>
              </a:path>
              <a:path w="848995" h="410210">
                <a:moveTo>
                  <a:pt x="662952" y="246900"/>
                </a:moveTo>
                <a:lnTo>
                  <a:pt x="656856" y="240804"/>
                </a:lnTo>
                <a:lnTo>
                  <a:pt x="640092" y="224040"/>
                </a:lnTo>
                <a:lnTo>
                  <a:pt x="624852" y="239280"/>
                </a:lnTo>
                <a:lnTo>
                  <a:pt x="624852" y="251472"/>
                </a:lnTo>
                <a:lnTo>
                  <a:pt x="624852" y="338340"/>
                </a:lnTo>
                <a:lnTo>
                  <a:pt x="522744" y="338340"/>
                </a:lnTo>
                <a:lnTo>
                  <a:pt x="522744" y="251472"/>
                </a:lnTo>
                <a:lnTo>
                  <a:pt x="624852" y="251472"/>
                </a:lnTo>
                <a:lnTo>
                  <a:pt x="624852" y="239280"/>
                </a:lnTo>
                <a:lnTo>
                  <a:pt x="623328" y="240804"/>
                </a:lnTo>
                <a:lnTo>
                  <a:pt x="524268" y="240804"/>
                </a:lnTo>
                <a:lnTo>
                  <a:pt x="498360" y="225564"/>
                </a:lnTo>
                <a:lnTo>
                  <a:pt x="499224" y="246900"/>
                </a:lnTo>
                <a:lnTo>
                  <a:pt x="499694" y="268808"/>
                </a:lnTo>
                <a:lnTo>
                  <a:pt x="499859" y="290068"/>
                </a:lnTo>
                <a:lnTo>
                  <a:pt x="499884" y="310908"/>
                </a:lnTo>
                <a:lnTo>
                  <a:pt x="499643" y="331736"/>
                </a:lnTo>
                <a:lnTo>
                  <a:pt x="498589" y="374548"/>
                </a:lnTo>
                <a:lnTo>
                  <a:pt x="498360" y="396252"/>
                </a:lnTo>
                <a:lnTo>
                  <a:pt x="522744" y="385584"/>
                </a:lnTo>
                <a:lnTo>
                  <a:pt x="522744" y="349008"/>
                </a:lnTo>
                <a:lnTo>
                  <a:pt x="624852" y="349008"/>
                </a:lnTo>
                <a:lnTo>
                  <a:pt x="624852" y="388632"/>
                </a:lnTo>
                <a:lnTo>
                  <a:pt x="649236" y="376440"/>
                </a:lnTo>
                <a:lnTo>
                  <a:pt x="648347" y="358101"/>
                </a:lnTo>
                <a:lnTo>
                  <a:pt x="648182" y="349008"/>
                </a:lnTo>
                <a:lnTo>
                  <a:pt x="648004" y="338340"/>
                </a:lnTo>
                <a:lnTo>
                  <a:pt x="647903" y="332625"/>
                </a:lnTo>
                <a:lnTo>
                  <a:pt x="647788" y="310908"/>
                </a:lnTo>
                <a:lnTo>
                  <a:pt x="647712" y="259092"/>
                </a:lnTo>
                <a:lnTo>
                  <a:pt x="657237" y="251472"/>
                </a:lnTo>
                <a:lnTo>
                  <a:pt x="662952" y="246900"/>
                </a:lnTo>
                <a:close/>
              </a:path>
              <a:path w="848995" h="410210">
                <a:moveTo>
                  <a:pt x="685812" y="85344"/>
                </a:moveTo>
                <a:lnTo>
                  <a:pt x="658380" y="53352"/>
                </a:lnTo>
                <a:lnTo>
                  <a:pt x="638568" y="74688"/>
                </a:lnTo>
                <a:lnTo>
                  <a:pt x="582180" y="74688"/>
                </a:lnTo>
                <a:lnTo>
                  <a:pt x="589038" y="67589"/>
                </a:lnTo>
                <a:lnTo>
                  <a:pt x="593610" y="60210"/>
                </a:lnTo>
                <a:lnTo>
                  <a:pt x="595896" y="52819"/>
                </a:lnTo>
                <a:lnTo>
                  <a:pt x="595896" y="45720"/>
                </a:lnTo>
                <a:lnTo>
                  <a:pt x="592150" y="37363"/>
                </a:lnTo>
                <a:lnTo>
                  <a:pt x="583133" y="28016"/>
                </a:lnTo>
                <a:lnTo>
                  <a:pt x="568667" y="17221"/>
                </a:lnTo>
                <a:lnTo>
                  <a:pt x="548652" y="4584"/>
                </a:lnTo>
                <a:lnTo>
                  <a:pt x="545604" y="10680"/>
                </a:lnTo>
                <a:lnTo>
                  <a:pt x="551002" y="17767"/>
                </a:lnTo>
                <a:lnTo>
                  <a:pt x="555701" y="25158"/>
                </a:lnTo>
                <a:lnTo>
                  <a:pt x="569226" y="64706"/>
                </a:lnTo>
                <a:lnTo>
                  <a:pt x="571512" y="74688"/>
                </a:lnTo>
                <a:lnTo>
                  <a:pt x="467880" y="74688"/>
                </a:lnTo>
                <a:lnTo>
                  <a:pt x="484644" y="89928"/>
                </a:lnTo>
                <a:lnTo>
                  <a:pt x="493496" y="87922"/>
                </a:lnTo>
                <a:lnTo>
                  <a:pt x="501789" y="86499"/>
                </a:lnTo>
                <a:lnTo>
                  <a:pt x="509498" y="85636"/>
                </a:lnTo>
                <a:lnTo>
                  <a:pt x="516648" y="85344"/>
                </a:lnTo>
                <a:lnTo>
                  <a:pt x="685812" y="85344"/>
                </a:lnTo>
                <a:close/>
              </a:path>
              <a:path w="848995" h="410210">
                <a:moveTo>
                  <a:pt x="705624" y="196608"/>
                </a:moveTo>
                <a:lnTo>
                  <a:pt x="676668" y="164604"/>
                </a:lnTo>
                <a:lnTo>
                  <a:pt x="656856" y="185940"/>
                </a:lnTo>
                <a:lnTo>
                  <a:pt x="601992" y="185940"/>
                </a:lnTo>
                <a:lnTo>
                  <a:pt x="613968" y="167627"/>
                </a:lnTo>
                <a:lnTo>
                  <a:pt x="624662" y="151460"/>
                </a:lnTo>
                <a:lnTo>
                  <a:pt x="633920" y="137287"/>
                </a:lnTo>
                <a:lnTo>
                  <a:pt x="641616" y="124980"/>
                </a:lnTo>
                <a:lnTo>
                  <a:pt x="658380" y="115836"/>
                </a:lnTo>
                <a:lnTo>
                  <a:pt x="621804" y="92976"/>
                </a:lnTo>
                <a:lnTo>
                  <a:pt x="618083" y="109855"/>
                </a:lnTo>
                <a:lnTo>
                  <a:pt x="611517" y="130886"/>
                </a:lnTo>
                <a:lnTo>
                  <a:pt x="602081" y="156197"/>
                </a:lnTo>
                <a:lnTo>
                  <a:pt x="589800" y="185940"/>
                </a:lnTo>
                <a:lnTo>
                  <a:pt x="451116" y="185940"/>
                </a:lnTo>
                <a:lnTo>
                  <a:pt x="466356" y="201180"/>
                </a:lnTo>
                <a:lnTo>
                  <a:pt x="476084" y="199174"/>
                </a:lnTo>
                <a:lnTo>
                  <a:pt x="484835" y="197751"/>
                </a:lnTo>
                <a:lnTo>
                  <a:pt x="492709" y="196888"/>
                </a:lnTo>
                <a:lnTo>
                  <a:pt x="499884" y="196608"/>
                </a:lnTo>
                <a:lnTo>
                  <a:pt x="705624" y="196608"/>
                </a:lnTo>
                <a:close/>
              </a:path>
              <a:path w="848995" h="410210">
                <a:moveTo>
                  <a:pt x="848880" y="59448"/>
                </a:moveTo>
                <a:lnTo>
                  <a:pt x="839736" y="50304"/>
                </a:lnTo>
                <a:lnTo>
                  <a:pt x="824496" y="35064"/>
                </a:lnTo>
                <a:lnTo>
                  <a:pt x="809256" y="50304"/>
                </a:lnTo>
                <a:lnTo>
                  <a:pt x="731532" y="50304"/>
                </a:lnTo>
                <a:lnTo>
                  <a:pt x="707148" y="30492"/>
                </a:lnTo>
                <a:lnTo>
                  <a:pt x="707377" y="50177"/>
                </a:lnTo>
                <a:lnTo>
                  <a:pt x="708431" y="90703"/>
                </a:lnTo>
                <a:lnTo>
                  <a:pt x="708672" y="111264"/>
                </a:lnTo>
                <a:lnTo>
                  <a:pt x="708672" y="409968"/>
                </a:lnTo>
                <a:lnTo>
                  <a:pt x="731532" y="397776"/>
                </a:lnTo>
                <a:lnTo>
                  <a:pt x="731532" y="60972"/>
                </a:lnTo>
                <a:lnTo>
                  <a:pt x="810780" y="60972"/>
                </a:lnTo>
                <a:lnTo>
                  <a:pt x="771156" y="184416"/>
                </a:lnTo>
                <a:lnTo>
                  <a:pt x="785672" y="202082"/>
                </a:lnTo>
                <a:lnTo>
                  <a:pt x="809256" y="245376"/>
                </a:lnTo>
                <a:lnTo>
                  <a:pt x="813828" y="281952"/>
                </a:lnTo>
                <a:lnTo>
                  <a:pt x="813828" y="288048"/>
                </a:lnTo>
                <a:lnTo>
                  <a:pt x="812304" y="295668"/>
                </a:lnTo>
                <a:lnTo>
                  <a:pt x="809256" y="303288"/>
                </a:lnTo>
                <a:lnTo>
                  <a:pt x="806208" y="312432"/>
                </a:lnTo>
                <a:lnTo>
                  <a:pt x="798588" y="315480"/>
                </a:lnTo>
                <a:lnTo>
                  <a:pt x="789444" y="315480"/>
                </a:lnTo>
                <a:lnTo>
                  <a:pt x="780503" y="315188"/>
                </a:lnTo>
                <a:lnTo>
                  <a:pt x="769442" y="314337"/>
                </a:lnTo>
                <a:lnTo>
                  <a:pt x="755789" y="312902"/>
                </a:lnTo>
                <a:lnTo>
                  <a:pt x="739152" y="310908"/>
                </a:lnTo>
                <a:lnTo>
                  <a:pt x="739152" y="318528"/>
                </a:lnTo>
                <a:lnTo>
                  <a:pt x="757694" y="324192"/>
                </a:lnTo>
                <a:lnTo>
                  <a:pt x="772109" y="331863"/>
                </a:lnTo>
                <a:lnTo>
                  <a:pt x="782218" y="341236"/>
                </a:lnTo>
                <a:lnTo>
                  <a:pt x="787920" y="352056"/>
                </a:lnTo>
                <a:lnTo>
                  <a:pt x="799655" y="348056"/>
                </a:lnTo>
                <a:lnTo>
                  <a:pt x="832891" y="320636"/>
                </a:lnTo>
                <a:lnTo>
                  <a:pt x="835456" y="315480"/>
                </a:lnTo>
                <a:lnTo>
                  <a:pt x="837641" y="311099"/>
                </a:lnTo>
                <a:lnTo>
                  <a:pt x="840371" y="300685"/>
                </a:lnTo>
                <a:lnTo>
                  <a:pt x="841260" y="289572"/>
                </a:lnTo>
                <a:lnTo>
                  <a:pt x="840371" y="276999"/>
                </a:lnTo>
                <a:lnTo>
                  <a:pt x="826020" y="239280"/>
                </a:lnTo>
                <a:lnTo>
                  <a:pt x="795794" y="198132"/>
                </a:lnTo>
                <a:lnTo>
                  <a:pt x="781824" y="184416"/>
                </a:lnTo>
                <a:lnTo>
                  <a:pt x="833640" y="71640"/>
                </a:lnTo>
                <a:lnTo>
                  <a:pt x="846975" y="60972"/>
                </a:lnTo>
                <a:lnTo>
                  <a:pt x="848880" y="5944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1" name="object 81"/>
          <p:cNvSpPr/>
          <p:nvPr/>
        </p:nvSpPr>
        <p:spPr>
          <a:xfrm>
            <a:off x="6874764" y="4613148"/>
            <a:ext cx="379730" cy="403860"/>
          </a:xfrm>
          <a:custGeom>
            <a:avLst/>
            <a:gdLst/>
            <a:ahLst/>
            <a:cxnLst/>
            <a:rect l="l" t="t" r="r" b="b"/>
            <a:pathLst>
              <a:path w="379729" h="403860">
                <a:moveTo>
                  <a:pt x="372509" y="79248"/>
                </a:moveTo>
                <a:lnTo>
                  <a:pt x="342900" y="79248"/>
                </a:lnTo>
                <a:lnTo>
                  <a:pt x="355092" y="64008"/>
                </a:lnTo>
                <a:lnTo>
                  <a:pt x="372509" y="79248"/>
                </a:lnTo>
                <a:close/>
              </a:path>
              <a:path w="379729" h="403860">
                <a:moveTo>
                  <a:pt x="263652" y="387096"/>
                </a:moveTo>
                <a:lnTo>
                  <a:pt x="263890" y="355425"/>
                </a:lnTo>
                <a:lnTo>
                  <a:pt x="264414" y="317754"/>
                </a:lnTo>
                <a:lnTo>
                  <a:pt x="264937" y="274367"/>
                </a:lnTo>
                <a:lnTo>
                  <a:pt x="265176" y="225552"/>
                </a:lnTo>
                <a:lnTo>
                  <a:pt x="264937" y="176331"/>
                </a:lnTo>
                <a:lnTo>
                  <a:pt x="264414" y="133540"/>
                </a:lnTo>
                <a:lnTo>
                  <a:pt x="263890" y="96750"/>
                </a:lnTo>
                <a:lnTo>
                  <a:pt x="263652" y="65532"/>
                </a:lnTo>
                <a:lnTo>
                  <a:pt x="288036" y="79248"/>
                </a:lnTo>
                <a:lnTo>
                  <a:pt x="372509" y="79248"/>
                </a:lnTo>
                <a:lnTo>
                  <a:pt x="379476" y="85344"/>
                </a:lnTo>
                <a:lnTo>
                  <a:pt x="374250" y="89916"/>
                </a:lnTo>
                <a:lnTo>
                  <a:pt x="288036" y="89916"/>
                </a:lnTo>
                <a:lnTo>
                  <a:pt x="288036" y="320040"/>
                </a:lnTo>
                <a:lnTo>
                  <a:pt x="367941" y="320040"/>
                </a:lnTo>
                <a:lnTo>
                  <a:pt x="368062" y="330708"/>
                </a:lnTo>
                <a:lnTo>
                  <a:pt x="288036" y="330708"/>
                </a:lnTo>
                <a:lnTo>
                  <a:pt x="288036" y="377952"/>
                </a:lnTo>
                <a:lnTo>
                  <a:pt x="263652" y="387096"/>
                </a:lnTo>
                <a:close/>
              </a:path>
              <a:path w="379729" h="403860">
                <a:moveTo>
                  <a:pt x="367941" y="320040"/>
                </a:moveTo>
                <a:lnTo>
                  <a:pt x="344424" y="320040"/>
                </a:lnTo>
                <a:lnTo>
                  <a:pt x="344424" y="89916"/>
                </a:lnTo>
                <a:lnTo>
                  <a:pt x="374250" y="89916"/>
                </a:lnTo>
                <a:lnTo>
                  <a:pt x="367284" y="96012"/>
                </a:lnTo>
                <a:lnTo>
                  <a:pt x="367381" y="238755"/>
                </a:lnTo>
                <a:lnTo>
                  <a:pt x="367613" y="291108"/>
                </a:lnTo>
                <a:lnTo>
                  <a:pt x="367941" y="320040"/>
                </a:lnTo>
                <a:close/>
              </a:path>
              <a:path w="379729" h="403860">
                <a:moveTo>
                  <a:pt x="344424" y="371856"/>
                </a:moveTo>
                <a:lnTo>
                  <a:pt x="344424" y="330708"/>
                </a:lnTo>
                <a:lnTo>
                  <a:pt x="368062" y="330708"/>
                </a:lnTo>
                <a:lnTo>
                  <a:pt x="368808" y="358140"/>
                </a:lnTo>
                <a:lnTo>
                  <a:pt x="344424" y="371856"/>
                </a:lnTo>
                <a:close/>
              </a:path>
              <a:path w="379729" h="403860">
                <a:moveTo>
                  <a:pt x="170688" y="102108"/>
                </a:moveTo>
                <a:lnTo>
                  <a:pt x="147828" y="102108"/>
                </a:lnTo>
                <a:lnTo>
                  <a:pt x="147816" y="89916"/>
                </a:lnTo>
                <a:lnTo>
                  <a:pt x="147695" y="60960"/>
                </a:lnTo>
                <a:lnTo>
                  <a:pt x="147637" y="52197"/>
                </a:lnTo>
                <a:lnTo>
                  <a:pt x="147185" y="26241"/>
                </a:lnTo>
                <a:lnTo>
                  <a:pt x="146304" y="0"/>
                </a:lnTo>
                <a:lnTo>
                  <a:pt x="185928" y="16764"/>
                </a:lnTo>
                <a:lnTo>
                  <a:pt x="170688" y="30480"/>
                </a:lnTo>
                <a:lnTo>
                  <a:pt x="170688" y="102108"/>
                </a:lnTo>
                <a:close/>
              </a:path>
              <a:path w="379729" h="403860">
                <a:moveTo>
                  <a:pt x="0" y="330708"/>
                </a:moveTo>
                <a:lnTo>
                  <a:pt x="881" y="302133"/>
                </a:lnTo>
                <a:lnTo>
                  <a:pt x="1333" y="268986"/>
                </a:lnTo>
                <a:lnTo>
                  <a:pt x="1384" y="257556"/>
                </a:lnTo>
                <a:lnTo>
                  <a:pt x="1500" y="147542"/>
                </a:lnTo>
                <a:lnTo>
                  <a:pt x="1356" y="117348"/>
                </a:lnTo>
                <a:lnTo>
                  <a:pt x="1267" y="108204"/>
                </a:lnTo>
                <a:lnTo>
                  <a:pt x="881" y="83534"/>
                </a:lnTo>
                <a:lnTo>
                  <a:pt x="0" y="60960"/>
                </a:lnTo>
                <a:lnTo>
                  <a:pt x="25908" y="74676"/>
                </a:lnTo>
                <a:lnTo>
                  <a:pt x="100583" y="74676"/>
                </a:lnTo>
                <a:lnTo>
                  <a:pt x="106679" y="79248"/>
                </a:lnTo>
                <a:lnTo>
                  <a:pt x="99713" y="85344"/>
                </a:lnTo>
                <a:lnTo>
                  <a:pt x="24384" y="85344"/>
                </a:lnTo>
                <a:lnTo>
                  <a:pt x="24384" y="257556"/>
                </a:lnTo>
                <a:lnTo>
                  <a:pt x="95094" y="257556"/>
                </a:lnTo>
                <a:lnTo>
                  <a:pt x="95130" y="260937"/>
                </a:lnTo>
                <a:lnTo>
                  <a:pt x="95367" y="268223"/>
                </a:lnTo>
                <a:lnTo>
                  <a:pt x="24384" y="268223"/>
                </a:lnTo>
                <a:lnTo>
                  <a:pt x="24384" y="318516"/>
                </a:lnTo>
                <a:lnTo>
                  <a:pt x="0" y="330708"/>
                </a:lnTo>
                <a:close/>
              </a:path>
              <a:path w="379729" h="403860">
                <a:moveTo>
                  <a:pt x="100583" y="74676"/>
                </a:moveTo>
                <a:lnTo>
                  <a:pt x="70104" y="74676"/>
                </a:lnTo>
                <a:lnTo>
                  <a:pt x="82296" y="60960"/>
                </a:lnTo>
                <a:lnTo>
                  <a:pt x="100583" y="74676"/>
                </a:lnTo>
                <a:close/>
              </a:path>
              <a:path w="379729" h="403860">
                <a:moveTo>
                  <a:pt x="95094" y="257556"/>
                </a:moveTo>
                <a:lnTo>
                  <a:pt x="71628" y="257556"/>
                </a:lnTo>
                <a:lnTo>
                  <a:pt x="71628" y="85344"/>
                </a:lnTo>
                <a:lnTo>
                  <a:pt x="99713" y="85344"/>
                </a:lnTo>
                <a:lnTo>
                  <a:pt x="94488" y="89916"/>
                </a:lnTo>
                <a:lnTo>
                  <a:pt x="94612" y="196238"/>
                </a:lnTo>
                <a:lnTo>
                  <a:pt x="94678" y="218694"/>
                </a:lnTo>
                <a:lnTo>
                  <a:pt x="95094" y="257556"/>
                </a:lnTo>
                <a:close/>
              </a:path>
              <a:path w="379729" h="403860">
                <a:moveTo>
                  <a:pt x="118872" y="117348"/>
                </a:moveTo>
                <a:lnTo>
                  <a:pt x="103631" y="102108"/>
                </a:lnTo>
                <a:lnTo>
                  <a:pt x="216408" y="102108"/>
                </a:lnTo>
                <a:lnTo>
                  <a:pt x="227076" y="86868"/>
                </a:lnTo>
                <a:lnTo>
                  <a:pt x="252984" y="108204"/>
                </a:lnTo>
                <a:lnTo>
                  <a:pt x="246888" y="112776"/>
                </a:lnTo>
                <a:lnTo>
                  <a:pt x="147828" y="112776"/>
                </a:lnTo>
                <a:lnTo>
                  <a:pt x="140088" y="113061"/>
                </a:lnTo>
                <a:lnTo>
                  <a:pt x="132778" y="113919"/>
                </a:lnTo>
                <a:lnTo>
                  <a:pt x="125753" y="115347"/>
                </a:lnTo>
                <a:lnTo>
                  <a:pt x="118872" y="117348"/>
                </a:lnTo>
                <a:close/>
              </a:path>
              <a:path w="379729" h="403860">
                <a:moveTo>
                  <a:pt x="51816" y="403860"/>
                </a:moveTo>
                <a:lnTo>
                  <a:pt x="47243" y="397764"/>
                </a:lnTo>
                <a:lnTo>
                  <a:pt x="72437" y="370046"/>
                </a:lnTo>
                <a:lnTo>
                  <a:pt x="93345" y="341757"/>
                </a:lnTo>
                <a:lnTo>
                  <a:pt x="123443" y="283464"/>
                </a:lnTo>
                <a:lnTo>
                  <a:pt x="140208" y="211264"/>
                </a:lnTo>
                <a:lnTo>
                  <a:pt x="145303" y="165377"/>
                </a:lnTo>
                <a:lnTo>
                  <a:pt x="147828" y="112776"/>
                </a:lnTo>
                <a:lnTo>
                  <a:pt x="170688" y="112776"/>
                </a:lnTo>
                <a:lnTo>
                  <a:pt x="168116" y="164782"/>
                </a:lnTo>
                <a:lnTo>
                  <a:pt x="162687" y="211074"/>
                </a:lnTo>
                <a:lnTo>
                  <a:pt x="154400" y="251650"/>
                </a:lnTo>
                <a:lnTo>
                  <a:pt x="128111" y="317063"/>
                </a:lnTo>
                <a:lnTo>
                  <a:pt x="82391" y="375880"/>
                </a:lnTo>
                <a:lnTo>
                  <a:pt x="51816" y="403860"/>
                </a:lnTo>
                <a:close/>
              </a:path>
              <a:path w="379729" h="403860">
                <a:moveTo>
                  <a:pt x="219406" y="345948"/>
                </a:moveTo>
                <a:lnTo>
                  <a:pt x="181356" y="345948"/>
                </a:lnTo>
                <a:lnTo>
                  <a:pt x="187452" y="344424"/>
                </a:lnTo>
                <a:lnTo>
                  <a:pt x="192024" y="342900"/>
                </a:lnTo>
                <a:lnTo>
                  <a:pt x="205740" y="306323"/>
                </a:lnTo>
                <a:lnTo>
                  <a:pt x="212407" y="240411"/>
                </a:lnTo>
                <a:lnTo>
                  <a:pt x="215384" y="184165"/>
                </a:lnTo>
                <a:lnTo>
                  <a:pt x="217932" y="112776"/>
                </a:lnTo>
                <a:lnTo>
                  <a:pt x="246888" y="112776"/>
                </a:lnTo>
                <a:lnTo>
                  <a:pt x="240792" y="117348"/>
                </a:lnTo>
                <a:lnTo>
                  <a:pt x="237124" y="196238"/>
                </a:lnTo>
                <a:lnTo>
                  <a:pt x="233172" y="256984"/>
                </a:lnTo>
                <a:lnTo>
                  <a:pt x="229219" y="299727"/>
                </a:lnTo>
                <a:lnTo>
                  <a:pt x="225552" y="324612"/>
                </a:lnTo>
                <a:lnTo>
                  <a:pt x="221837" y="339209"/>
                </a:lnTo>
                <a:lnTo>
                  <a:pt x="219406" y="345948"/>
                </a:lnTo>
                <a:close/>
              </a:path>
              <a:path w="379729" h="403860">
                <a:moveTo>
                  <a:pt x="71628" y="300228"/>
                </a:moveTo>
                <a:lnTo>
                  <a:pt x="71628" y="268223"/>
                </a:lnTo>
                <a:lnTo>
                  <a:pt x="95367" y="268223"/>
                </a:lnTo>
                <a:lnTo>
                  <a:pt x="96012" y="288035"/>
                </a:lnTo>
                <a:lnTo>
                  <a:pt x="71628" y="300228"/>
                </a:lnTo>
                <a:close/>
              </a:path>
              <a:path w="379729" h="403860">
                <a:moveTo>
                  <a:pt x="175260" y="385572"/>
                </a:moveTo>
                <a:lnTo>
                  <a:pt x="172688" y="374475"/>
                </a:lnTo>
                <a:lnTo>
                  <a:pt x="164973" y="364236"/>
                </a:lnTo>
                <a:lnTo>
                  <a:pt x="152114" y="355139"/>
                </a:lnTo>
                <a:lnTo>
                  <a:pt x="134112" y="347472"/>
                </a:lnTo>
                <a:lnTo>
                  <a:pt x="135636" y="341376"/>
                </a:lnTo>
                <a:lnTo>
                  <a:pt x="147613" y="343376"/>
                </a:lnTo>
                <a:lnTo>
                  <a:pt x="158305" y="344805"/>
                </a:lnTo>
                <a:lnTo>
                  <a:pt x="167568" y="345662"/>
                </a:lnTo>
                <a:lnTo>
                  <a:pt x="175260" y="345948"/>
                </a:lnTo>
                <a:lnTo>
                  <a:pt x="219406" y="345948"/>
                </a:lnTo>
                <a:lnTo>
                  <a:pt x="217551" y="351091"/>
                </a:lnTo>
                <a:lnTo>
                  <a:pt x="185618" y="381000"/>
                </a:lnTo>
                <a:lnTo>
                  <a:pt x="175260" y="38557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2" name="object 82"/>
          <p:cNvSpPr/>
          <p:nvPr/>
        </p:nvSpPr>
        <p:spPr>
          <a:xfrm>
            <a:off x="7322807" y="4614671"/>
            <a:ext cx="832485" cy="403860"/>
          </a:xfrm>
          <a:custGeom>
            <a:avLst/>
            <a:gdLst/>
            <a:ahLst/>
            <a:cxnLst/>
            <a:rect l="l" t="t" r="r" b="b"/>
            <a:pathLst>
              <a:path w="832484" h="403860">
                <a:moveTo>
                  <a:pt x="117348" y="77724"/>
                </a:moveTo>
                <a:lnTo>
                  <a:pt x="110820" y="71628"/>
                </a:lnTo>
                <a:lnTo>
                  <a:pt x="94488" y="56388"/>
                </a:lnTo>
                <a:lnTo>
                  <a:pt x="80772" y="70104"/>
                </a:lnTo>
                <a:lnTo>
                  <a:pt x="80772" y="82296"/>
                </a:lnTo>
                <a:lnTo>
                  <a:pt x="80772" y="242316"/>
                </a:lnTo>
                <a:lnTo>
                  <a:pt x="22860" y="242316"/>
                </a:lnTo>
                <a:lnTo>
                  <a:pt x="22860" y="82296"/>
                </a:lnTo>
                <a:lnTo>
                  <a:pt x="80772" y="82296"/>
                </a:lnTo>
                <a:lnTo>
                  <a:pt x="80772" y="70104"/>
                </a:lnTo>
                <a:lnTo>
                  <a:pt x="79248" y="71628"/>
                </a:lnTo>
                <a:lnTo>
                  <a:pt x="22860" y="71628"/>
                </a:lnTo>
                <a:lnTo>
                  <a:pt x="0" y="56388"/>
                </a:lnTo>
                <a:lnTo>
                  <a:pt x="241" y="84086"/>
                </a:lnTo>
                <a:lnTo>
                  <a:pt x="1295" y="147472"/>
                </a:lnTo>
                <a:lnTo>
                  <a:pt x="1511" y="179832"/>
                </a:lnTo>
                <a:lnTo>
                  <a:pt x="1460" y="193548"/>
                </a:lnTo>
                <a:lnTo>
                  <a:pt x="1257" y="219837"/>
                </a:lnTo>
                <a:lnTo>
                  <a:pt x="266" y="278892"/>
                </a:lnTo>
                <a:lnTo>
                  <a:pt x="0" y="307848"/>
                </a:lnTo>
                <a:lnTo>
                  <a:pt x="22860" y="297180"/>
                </a:lnTo>
                <a:lnTo>
                  <a:pt x="22860" y="252984"/>
                </a:lnTo>
                <a:lnTo>
                  <a:pt x="80772" y="252984"/>
                </a:lnTo>
                <a:lnTo>
                  <a:pt x="80772" y="284988"/>
                </a:lnTo>
                <a:lnTo>
                  <a:pt x="105156" y="271272"/>
                </a:lnTo>
                <a:lnTo>
                  <a:pt x="104330" y="252984"/>
                </a:lnTo>
                <a:lnTo>
                  <a:pt x="104241" y="250507"/>
                </a:lnTo>
                <a:lnTo>
                  <a:pt x="104025" y="242316"/>
                </a:lnTo>
                <a:lnTo>
                  <a:pt x="103822" y="234696"/>
                </a:lnTo>
                <a:lnTo>
                  <a:pt x="103657" y="219837"/>
                </a:lnTo>
                <a:lnTo>
                  <a:pt x="103632" y="88392"/>
                </a:lnTo>
                <a:lnTo>
                  <a:pt x="111480" y="82296"/>
                </a:lnTo>
                <a:lnTo>
                  <a:pt x="117348" y="77724"/>
                </a:lnTo>
                <a:close/>
              </a:path>
              <a:path w="832484" h="403860">
                <a:moveTo>
                  <a:pt x="228600" y="19812"/>
                </a:moveTo>
                <a:lnTo>
                  <a:pt x="190500" y="0"/>
                </a:lnTo>
                <a:lnTo>
                  <a:pt x="191389" y="17411"/>
                </a:lnTo>
                <a:lnTo>
                  <a:pt x="191833" y="32956"/>
                </a:lnTo>
                <a:lnTo>
                  <a:pt x="192011" y="46507"/>
                </a:lnTo>
                <a:lnTo>
                  <a:pt x="192024" y="89916"/>
                </a:lnTo>
                <a:lnTo>
                  <a:pt x="115824" y="89916"/>
                </a:lnTo>
                <a:lnTo>
                  <a:pt x="129540" y="103632"/>
                </a:lnTo>
                <a:lnTo>
                  <a:pt x="144780" y="100584"/>
                </a:lnTo>
                <a:lnTo>
                  <a:pt x="192024" y="100584"/>
                </a:lnTo>
                <a:lnTo>
                  <a:pt x="192024" y="179832"/>
                </a:lnTo>
                <a:lnTo>
                  <a:pt x="124968" y="179832"/>
                </a:lnTo>
                <a:lnTo>
                  <a:pt x="138684" y="193548"/>
                </a:lnTo>
                <a:lnTo>
                  <a:pt x="153924" y="188976"/>
                </a:lnTo>
                <a:lnTo>
                  <a:pt x="192024" y="188976"/>
                </a:lnTo>
                <a:lnTo>
                  <a:pt x="192024" y="268224"/>
                </a:lnTo>
                <a:lnTo>
                  <a:pt x="111252" y="268224"/>
                </a:lnTo>
                <a:lnTo>
                  <a:pt x="124968" y="281940"/>
                </a:lnTo>
                <a:lnTo>
                  <a:pt x="140208" y="278892"/>
                </a:lnTo>
                <a:lnTo>
                  <a:pt x="192024" y="278892"/>
                </a:lnTo>
                <a:lnTo>
                  <a:pt x="191973" y="339280"/>
                </a:lnTo>
                <a:lnTo>
                  <a:pt x="191833" y="354520"/>
                </a:lnTo>
                <a:lnTo>
                  <a:pt x="191389" y="375500"/>
                </a:lnTo>
                <a:lnTo>
                  <a:pt x="190500" y="397764"/>
                </a:lnTo>
                <a:lnTo>
                  <a:pt x="216408" y="385572"/>
                </a:lnTo>
                <a:lnTo>
                  <a:pt x="215531" y="371284"/>
                </a:lnTo>
                <a:lnTo>
                  <a:pt x="215074" y="355854"/>
                </a:lnTo>
                <a:lnTo>
                  <a:pt x="214909" y="339280"/>
                </a:lnTo>
                <a:lnTo>
                  <a:pt x="214884" y="278892"/>
                </a:lnTo>
                <a:lnTo>
                  <a:pt x="214884" y="188976"/>
                </a:lnTo>
                <a:lnTo>
                  <a:pt x="214884" y="100584"/>
                </a:lnTo>
                <a:lnTo>
                  <a:pt x="214884" y="35052"/>
                </a:lnTo>
                <a:lnTo>
                  <a:pt x="228600" y="19812"/>
                </a:lnTo>
                <a:close/>
              </a:path>
              <a:path w="832484" h="403860">
                <a:moveTo>
                  <a:pt x="387096" y="278892"/>
                </a:moveTo>
                <a:lnTo>
                  <a:pt x="377494" y="268224"/>
                </a:lnTo>
                <a:lnTo>
                  <a:pt x="359664" y="248412"/>
                </a:lnTo>
                <a:lnTo>
                  <a:pt x="339852" y="268224"/>
                </a:lnTo>
                <a:lnTo>
                  <a:pt x="289560" y="268224"/>
                </a:lnTo>
                <a:lnTo>
                  <a:pt x="289560" y="188976"/>
                </a:lnTo>
                <a:lnTo>
                  <a:pt x="376428" y="188976"/>
                </a:lnTo>
                <a:lnTo>
                  <a:pt x="367792" y="179832"/>
                </a:lnTo>
                <a:lnTo>
                  <a:pt x="350520" y="161544"/>
                </a:lnTo>
                <a:lnTo>
                  <a:pt x="333756" y="179832"/>
                </a:lnTo>
                <a:lnTo>
                  <a:pt x="289560" y="179832"/>
                </a:lnTo>
                <a:lnTo>
                  <a:pt x="289560" y="100584"/>
                </a:lnTo>
                <a:lnTo>
                  <a:pt x="384048" y="100584"/>
                </a:lnTo>
                <a:lnTo>
                  <a:pt x="373380" y="89916"/>
                </a:lnTo>
                <a:lnTo>
                  <a:pt x="355092" y="71628"/>
                </a:lnTo>
                <a:lnTo>
                  <a:pt x="336804" y="89916"/>
                </a:lnTo>
                <a:lnTo>
                  <a:pt x="289560" y="89916"/>
                </a:lnTo>
                <a:lnTo>
                  <a:pt x="289560" y="35052"/>
                </a:lnTo>
                <a:lnTo>
                  <a:pt x="303276" y="22860"/>
                </a:lnTo>
                <a:lnTo>
                  <a:pt x="265176" y="1524"/>
                </a:lnTo>
                <a:lnTo>
                  <a:pt x="266065" y="27533"/>
                </a:lnTo>
                <a:lnTo>
                  <a:pt x="266509" y="52959"/>
                </a:lnTo>
                <a:lnTo>
                  <a:pt x="266636" y="71628"/>
                </a:lnTo>
                <a:lnTo>
                  <a:pt x="266509" y="345376"/>
                </a:lnTo>
                <a:lnTo>
                  <a:pt x="266065" y="370357"/>
                </a:lnTo>
                <a:lnTo>
                  <a:pt x="265176" y="397764"/>
                </a:lnTo>
                <a:lnTo>
                  <a:pt x="291084" y="384048"/>
                </a:lnTo>
                <a:lnTo>
                  <a:pt x="290207" y="373507"/>
                </a:lnTo>
                <a:lnTo>
                  <a:pt x="289750" y="362521"/>
                </a:lnTo>
                <a:lnTo>
                  <a:pt x="289585" y="351269"/>
                </a:lnTo>
                <a:lnTo>
                  <a:pt x="289560" y="278892"/>
                </a:lnTo>
                <a:lnTo>
                  <a:pt x="387096" y="278892"/>
                </a:lnTo>
                <a:close/>
              </a:path>
              <a:path w="832484" h="403860">
                <a:moveTo>
                  <a:pt x="591324" y="275844"/>
                </a:moveTo>
                <a:lnTo>
                  <a:pt x="585228" y="271272"/>
                </a:lnTo>
                <a:lnTo>
                  <a:pt x="512076" y="332232"/>
                </a:lnTo>
                <a:lnTo>
                  <a:pt x="512076" y="175260"/>
                </a:lnTo>
                <a:lnTo>
                  <a:pt x="524268" y="161544"/>
                </a:lnTo>
                <a:lnTo>
                  <a:pt x="487692" y="143256"/>
                </a:lnTo>
                <a:lnTo>
                  <a:pt x="488569" y="158432"/>
                </a:lnTo>
                <a:lnTo>
                  <a:pt x="489026" y="175260"/>
                </a:lnTo>
                <a:lnTo>
                  <a:pt x="489153" y="187833"/>
                </a:lnTo>
                <a:lnTo>
                  <a:pt x="489216" y="329184"/>
                </a:lnTo>
                <a:lnTo>
                  <a:pt x="488619" y="336854"/>
                </a:lnTo>
                <a:lnTo>
                  <a:pt x="486740" y="343662"/>
                </a:lnTo>
                <a:lnTo>
                  <a:pt x="483425" y="349338"/>
                </a:lnTo>
                <a:lnTo>
                  <a:pt x="478548" y="353568"/>
                </a:lnTo>
                <a:lnTo>
                  <a:pt x="502932" y="379476"/>
                </a:lnTo>
                <a:lnTo>
                  <a:pt x="511759" y="365290"/>
                </a:lnTo>
                <a:lnTo>
                  <a:pt x="529412" y="343090"/>
                </a:lnTo>
                <a:lnTo>
                  <a:pt x="539038" y="332232"/>
                </a:lnTo>
                <a:lnTo>
                  <a:pt x="555866" y="313258"/>
                </a:lnTo>
                <a:lnTo>
                  <a:pt x="591324" y="275844"/>
                </a:lnTo>
                <a:close/>
              </a:path>
              <a:path w="832484" h="403860">
                <a:moveTo>
                  <a:pt x="597420" y="89916"/>
                </a:moveTo>
                <a:lnTo>
                  <a:pt x="589800" y="82296"/>
                </a:lnTo>
                <a:lnTo>
                  <a:pt x="569988" y="62484"/>
                </a:lnTo>
                <a:lnTo>
                  <a:pt x="554748" y="82296"/>
                </a:lnTo>
                <a:lnTo>
                  <a:pt x="490740" y="82296"/>
                </a:lnTo>
                <a:lnTo>
                  <a:pt x="496430" y="68872"/>
                </a:lnTo>
                <a:lnTo>
                  <a:pt x="501980" y="56007"/>
                </a:lnTo>
                <a:lnTo>
                  <a:pt x="507238" y="43726"/>
                </a:lnTo>
                <a:lnTo>
                  <a:pt x="512076" y="32004"/>
                </a:lnTo>
                <a:lnTo>
                  <a:pt x="527316" y="21336"/>
                </a:lnTo>
                <a:lnTo>
                  <a:pt x="489216" y="0"/>
                </a:lnTo>
                <a:lnTo>
                  <a:pt x="477634" y="52514"/>
                </a:lnTo>
                <a:lnTo>
                  <a:pt x="458800" y="110756"/>
                </a:lnTo>
                <a:lnTo>
                  <a:pt x="435317" y="164998"/>
                </a:lnTo>
                <a:lnTo>
                  <a:pt x="422160" y="188976"/>
                </a:lnTo>
                <a:lnTo>
                  <a:pt x="426732" y="193548"/>
                </a:lnTo>
                <a:lnTo>
                  <a:pt x="443318" y="170980"/>
                </a:lnTo>
                <a:lnTo>
                  <a:pt x="458927" y="146685"/>
                </a:lnTo>
                <a:lnTo>
                  <a:pt x="473659" y="120688"/>
                </a:lnTo>
                <a:lnTo>
                  <a:pt x="487692" y="92964"/>
                </a:lnTo>
                <a:lnTo>
                  <a:pt x="556272" y="92964"/>
                </a:lnTo>
                <a:lnTo>
                  <a:pt x="525792" y="155448"/>
                </a:lnTo>
                <a:lnTo>
                  <a:pt x="531888" y="156972"/>
                </a:lnTo>
                <a:lnTo>
                  <a:pt x="546455" y="137287"/>
                </a:lnTo>
                <a:lnTo>
                  <a:pt x="558177" y="121729"/>
                </a:lnTo>
                <a:lnTo>
                  <a:pt x="589965" y="93345"/>
                </a:lnTo>
                <a:lnTo>
                  <a:pt x="590791" y="92964"/>
                </a:lnTo>
                <a:lnTo>
                  <a:pt x="597420" y="89916"/>
                </a:lnTo>
                <a:close/>
              </a:path>
              <a:path w="832484" h="403860">
                <a:moveTo>
                  <a:pt x="803160" y="268224"/>
                </a:moveTo>
                <a:lnTo>
                  <a:pt x="797064" y="262128"/>
                </a:lnTo>
                <a:lnTo>
                  <a:pt x="780300" y="245364"/>
                </a:lnTo>
                <a:lnTo>
                  <a:pt x="766584" y="259080"/>
                </a:lnTo>
                <a:lnTo>
                  <a:pt x="766584" y="272796"/>
                </a:lnTo>
                <a:lnTo>
                  <a:pt x="766584" y="352044"/>
                </a:lnTo>
                <a:lnTo>
                  <a:pt x="646188" y="352044"/>
                </a:lnTo>
                <a:lnTo>
                  <a:pt x="646188" y="272796"/>
                </a:lnTo>
                <a:lnTo>
                  <a:pt x="766584" y="272796"/>
                </a:lnTo>
                <a:lnTo>
                  <a:pt x="766584" y="259080"/>
                </a:lnTo>
                <a:lnTo>
                  <a:pt x="763536" y="262128"/>
                </a:lnTo>
                <a:lnTo>
                  <a:pt x="646188" y="262128"/>
                </a:lnTo>
                <a:lnTo>
                  <a:pt x="646188" y="219456"/>
                </a:lnTo>
                <a:lnTo>
                  <a:pt x="751344" y="219456"/>
                </a:lnTo>
                <a:lnTo>
                  <a:pt x="751344" y="236220"/>
                </a:lnTo>
                <a:lnTo>
                  <a:pt x="775728" y="224028"/>
                </a:lnTo>
                <a:lnTo>
                  <a:pt x="775335" y="219456"/>
                </a:lnTo>
                <a:lnTo>
                  <a:pt x="774598" y="210629"/>
                </a:lnTo>
                <a:lnTo>
                  <a:pt x="774496" y="208788"/>
                </a:lnTo>
                <a:lnTo>
                  <a:pt x="773633" y="193548"/>
                </a:lnTo>
                <a:lnTo>
                  <a:pt x="772934" y="172389"/>
                </a:lnTo>
                <a:lnTo>
                  <a:pt x="772680" y="147828"/>
                </a:lnTo>
                <a:lnTo>
                  <a:pt x="778548" y="143256"/>
                </a:lnTo>
                <a:lnTo>
                  <a:pt x="786396" y="137160"/>
                </a:lnTo>
                <a:lnTo>
                  <a:pt x="782129" y="132588"/>
                </a:lnTo>
                <a:lnTo>
                  <a:pt x="765060" y="114300"/>
                </a:lnTo>
                <a:lnTo>
                  <a:pt x="751344" y="128016"/>
                </a:lnTo>
                <a:lnTo>
                  <a:pt x="751344" y="143256"/>
                </a:lnTo>
                <a:lnTo>
                  <a:pt x="751344" y="208788"/>
                </a:lnTo>
                <a:lnTo>
                  <a:pt x="646188" y="208788"/>
                </a:lnTo>
                <a:lnTo>
                  <a:pt x="646188" y="143256"/>
                </a:lnTo>
                <a:lnTo>
                  <a:pt x="751344" y="143256"/>
                </a:lnTo>
                <a:lnTo>
                  <a:pt x="751344" y="128016"/>
                </a:lnTo>
                <a:lnTo>
                  <a:pt x="746772" y="132588"/>
                </a:lnTo>
                <a:lnTo>
                  <a:pt x="647712" y="132588"/>
                </a:lnTo>
                <a:lnTo>
                  <a:pt x="621804" y="115824"/>
                </a:lnTo>
                <a:lnTo>
                  <a:pt x="622681" y="150977"/>
                </a:lnTo>
                <a:lnTo>
                  <a:pt x="623138" y="187833"/>
                </a:lnTo>
                <a:lnTo>
                  <a:pt x="623227" y="210629"/>
                </a:lnTo>
                <a:lnTo>
                  <a:pt x="623138" y="340995"/>
                </a:lnTo>
                <a:lnTo>
                  <a:pt x="622681" y="373862"/>
                </a:lnTo>
                <a:lnTo>
                  <a:pt x="621804" y="403860"/>
                </a:lnTo>
                <a:lnTo>
                  <a:pt x="646188" y="390144"/>
                </a:lnTo>
                <a:lnTo>
                  <a:pt x="646188" y="361188"/>
                </a:lnTo>
                <a:lnTo>
                  <a:pt x="766584" y="361188"/>
                </a:lnTo>
                <a:lnTo>
                  <a:pt x="766584" y="393192"/>
                </a:lnTo>
                <a:lnTo>
                  <a:pt x="790968" y="381000"/>
                </a:lnTo>
                <a:lnTo>
                  <a:pt x="790079" y="365290"/>
                </a:lnTo>
                <a:lnTo>
                  <a:pt x="790003" y="361188"/>
                </a:lnTo>
                <a:lnTo>
                  <a:pt x="789813" y="352044"/>
                </a:lnTo>
                <a:lnTo>
                  <a:pt x="789635" y="343662"/>
                </a:lnTo>
                <a:lnTo>
                  <a:pt x="789559" y="332232"/>
                </a:lnTo>
                <a:lnTo>
                  <a:pt x="789444" y="280416"/>
                </a:lnTo>
                <a:lnTo>
                  <a:pt x="798017" y="272796"/>
                </a:lnTo>
                <a:lnTo>
                  <a:pt x="803160" y="268224"/>
                </a:lnTo>
                <a:close/>
              </a:path>
              <a:path w="832484" h="403860">
                <a:moveTo>
                  <a:pt x="832116" y="77724"/>
                </a:moveTo>
                <a:lnTo>
                  <a:pt x="822464" y="68580"/>
                </a:lnTo>
                <a:lnTo>
                  <a:pt x="803160" y="50292"/>
                </a:lnTo>
                <a:lnTo>
                  <a:pt x="789444" y="68580"/>
                </a:lnTo>
                <a:lnTo>
                  <a:pt x="711720" y="68580"/>
                </a:lnTo>
                <a:lnTo>
                  <a:pt x="717473" y="61150"/>
                </a:lnTo>
                <a:lnTo>
                  <a:pt x="721245" y="54864"/>
                </a:lnTo>
                <a:lnTo>
                  <a:pt x="723290" y="49720"/>
                </a:lnTo>
                <a:lnTo>
                  <a:pt x="723785" y="46507"/>
                </a:lnTo>
                <a:lnTo>
                  <a:pt x="723912" y="41148"/>
                </a:lnTo>
                <a:lnTo>
                  <a:pt x="722388" y="36576"/>
                </a:lnTo>
                <a:lnTo>
                  <a:pt x="690384" y="11620"/>
                </a:lnTo>
                <a:lnTo>
                  <a:pt x="672096" y="3048"/>
                </a:lnTo>
                <a:lnTo>
                  <a:pt x="669048" y="7620"/>
                </a:lnTo>
                <a:lnTo>
                  <a:pt x="677329" y="16484"/>
                </a:lnTo>
                <a:lnTo>
                  <a:pt x="683907" y="24765"/>
                </a:lnTo>
                <a:lnTo>
                  <a:pt x="688759" y="32486"/>
                </a:lnTo>
                <a:lnTo>
                  <a:pt x="691908" y="39624"/>
                </a:lnTo>
                <a:lnTo>
                  <a:pt x="695020" y="46507"/>
                </a:lnTo>
                <a:lnTo>
                  <a:pt x="697433" y="53530"/>
                </a:lnTo>
                <a:lnTo>
                  <a:pt x="698969" y="60845"/>
                </a:lnTo>
                <a:lnTo>
                  <a:pt x="699528" y="68580"/>
                </a:lnTo>
                <a:lnTo>
                  <a:pt x="627900" y="68580"/>
                </a:lnTo>
                <a:lnTo>
                  <a:pt x="627900" y="51816"/>
                </a:lnTo>
                <a:lnTo>
                  <a:pt x="620280" y="51816"/>
                </a:lnTo>
                <a:lnTo>
                  <a:pt x="606348" y="89535"/>
                </a:lnTo>
                <a:lnTo>
                  <a:pt x="591324" y="103632"/>
                </a:lnTo>
                <a:lnTo>
                  <a:pt x="586752" y="109728"/>
                </a:lnTo>
                <a:lnTo>
                  <a:pt x="586752" y="115824"/>
                </a:lnTo>
                <a:lnTo>
                  <a:pt x="588276" y="117348"/>
                </a:lnTo>
                <a:lnTo>
                  <a:pt x="592848" y="118872"/>
                </a:lnTo>
                <a:lnTo>
                  <a:pt x="598944" y="121920"/>
                </a:lnTo>
                <a:lnTo>
                  <a:pt x="608088" y="121920"/>
                </a:lnTo>
                <a:lnTo>
                  <a:pt x="612660" y="120396"/>
                </a:lnTo>
                <a:lnTo>
                  <a:pt x="617232" y="115824"/>
                </a:lnTo>
                <a:lnTo>
                  <a:pt x="621804" y="112776"/>
                </a:lnTo>
                <a:lnTo>
                  <a:pt x="624852" y="106680"/>
                </a:lnTo>
                <a:lnTo>
                  <a:pt x="624852" y="97536"/>
                </a:lnTo>
                <a:lnTo>
                  <a:pt x="627900" y="82296"/>
                </a:lnTo>
                <a:lnTo>
                  <a:pt x="627900" y="77724"/>
                </a:lnTo>
                <a:lnTo>
                  <a:pt x="792492" y="77724"/>
                </a:lnTo>
                <a:lnTo>
                  <a:pt x="778776" y="115824"/>
                </a:lnTo>
                <a:lnTo>
                  <a:pt x="783348" y="120396"/>
                </a:lnTo>
                <a:lnTo>
                  <a:pt x="793889" y="107873"/>
                </a:lnTo>
                <a:lnTo>
                  <a:pt x="802589" y="97917"/>
                </a:lnTo>
                <a:lnTo>
                  <a:pt x="809269" y="90830"/>
                </a:lnTo>
                <a:lnTo>
                  <a:pt x="813828" y="86868"/>
                </a:lnTo>
                <a:lnTo>
                  <a:pt x="832116" y="7772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3" name="object 83"/>
          <p:cNvSpPr/>
          <p:nvPr/>
        </p:nvSpPr>
        <p:spPr>
          <a:xfrm>
            <a:off x="8228076" y="4613147"/>
            <a:ext cx="356870" cy="402590"/>
          </a:xfrm>
          <a:custGeom>
            <a:avLst/>
            <a:gdLst/>
            <a:ahLst/>
            <a:cxnLst/>
            <a:rect l="l" t="t" r="r" b="b"/>
            <a:pathLst>
              <a:path w="356870" h="402589">
                <a:moveTo>
                  <a:pt x="53340" y="89916"/>
                </a:moveTo>
                <a:lnTo>
                  <a:pt x="44196" y="89916"/>
                </a:lnTo>
                <a:lnTo>
                  <a:pt x="51339" y="62150"/>
                </a:lnTo>
                <a:lnTo>
                  <a:pt x="56769" y="38100"/>
                </a:lnTo>
                <a:lnTo>
                  <a:pt x="60483" y="17478"/>
                </a:lnTo>
                <a:lnTo>
                  <a:pt x="62484" y="0"/>
                </a:lnTo>
                <a:lnTo>
                  <a:pt x="100584" y="21336"/>
                </a:lnTo>
                <a:lnTo>
                  <a:pt x="91487" y="28408"/>
                </a:lnTo>
                <a:lnTo>
                  <a:pt x="80391" y="42481"/>
                </a:lnTo>
                <a:lnTo>
                  <a:pt x="67579" y="63126"/>
                </a:lnTo>
                <a:lnTo>
                  <a:pt x="53340" y="89916"/>
                </a:lnTo>
                <a:close/>
              </a:path>
              <a:path w="356870" h="402589">
                <a:moveTo>
                  <a:pt x="147828" y="190500"/>
                </a:moveTo>
                <a:lnTo>
                  <a:pt x="143256" y="187452"/>
                </a:lnTo>
                <a:lnTo>
                  <a:pt x="160162" y="160615"/>
                </a:lnTo>
                <a:lnTo>
                  <a:pt x="174498" y="135064"/>
                </a:lnTo>
                <a:lnTo>
                  <a:pt x="196596" y="88392"/>
                </a:lnTo>
                <a:lnTo>
                  <a:pt x="211836" y="44958"/>
                </a:lnTo>
                <a:lnTo>
                  <a:pt x="222503" y="1524"/>
                </a:lnTo>
                <a:lnTo>
                  <a:pt x="260603" y="24384"/>
                </a:lnTo>
                <a:lnTo>
                  <a:pt x="252864" y="32146"/>
                </a:lnTo>
                <a:lnTo>
                  <a:pt x="243268" y="46482"/>
                </a:lnTo>
                <a:lnTo>
                  <a:pt x="231671" y="67675"/>
                </a:lnTo>
                <a:lnTo>
                  <a:pt x="217932" y="96012"/>
                </a:lnTo>
                <a:lnTo>
                  <a:pt x="350520" y="96012"/>
                </a:lnTo>
                <a:lnTo>
                  <a:pt x="356616" y="102108"/>
                </a:lnTo>
                <a:lnTo>
                  <a:pt x="352806" y="105156"/>
                </a:lnTo>
                <a:lnTo>
                  <a:pt x="213360" y="105156"/>
                </a:lnTo>
                <a:lnTo>
                  <a:pt x="197977" y="130063"/>
                </a:lnTo>
                <a:lnTo>
                  <a:pt x="181737" y="152400"/>
                </a:lnTo>
                <a:lnTo>
                  <a:pt x="164925" y="172450"/>
                </a:lnTo>
                <a:lnTo>
                  <a:pt x="147828" y="190500"/>
                </a:lnTo>
                <a:close/>
              </a:path>
              <a:path w="356870" h="402589">
                <a:moveTo>
                  <a:pt x="146304" y="89916"/>
                </a:moveTo>
                <a:lnTo>
                  <a:pt x="111252" y="89916"/>
                </a:lnTo>
                <a:lnTo>
                  <a:pt x="129540" y="73152"/>
                </a:lnTo>
                <a:lnTo>
                  <a:pt x="146304" y="89916"/>
                </a:lnTo>
                <a:close/>
              </a:path>
              <a:path w="356870" h="402589">
                <a:moveTo>
                  <a:pt x="0" y="397764"/>
                </a:moveTo>
                <a:lnTo>
                  <a:pt x="821" y="359664"/>
                </a:lnTo>
                <a:lnTo>
                  <a:pt x="907" y="354520"/>
                </a:lnTo>
                <a:lnTo>
                  <a:pt x="1333" y="316420"/>
                </a:lnTo>
                <a:lnTo>
                  <a:pt x="1423" y="176784"/>
                </a:lnTo>
                <a:lnTo>
                  <a:pt x="1305" y="152400"/>
                </a:lnTo>
                <a:lnTo>
                  <a:pt x="881" y="114704"/>
                </a:lnTo>
                <a:lnTo>
                  <a:pt x="0" y="74676"/>
                </a:lnTo>
                <a:lnTo>
                  <a:pt x="25908" y="89916"/>
                </a:lnTo>
                <a:lnTo>
                  <a:pt x="146304" y="89916"/>
                </a:lnTo>
                <a:lnTo>
                  <a:pt x="155448" y="99060"/>
                </a:lnTo>
                <a:lnTo>
                  <a:pt x="153162" y="100584"/>
                </a:lnTo>
                <a:lnTo>
                  <a:pt x="24384" y="100584"/>
                </a:lnTo>
                <a:lnTo>
                  <a:pt x="24384" y="211836"/>
                </a:lnTo>
                <a:lnTo>
                  <a:pt x="137464" y="211836"/>
                </a:lnTo>
                <a:lnTo>
                  <a:pt x="137526" y="222504"/>
                </a:lnTo>
                <a:lnTo>
                  <a:pt x="24384" y="222504"/>
                </a:lnTo>
                <a:lnTo>
                  <a:pt x="24384" y="344424"/>
                </a:lnTo>
                <a:lnTo>
                  <a:pt x="138504" y="344424"/>
                </a:lnTo>
                <a:lnTo>
                  <a:pt x="138567" y="355092"/>
                </a:lnTo>
                <a:lnTo>
                  <a:pt x="24384" y="355092"/>
                </a:lnTo>
                <a:lnTo>
                  <a:pt x="24384" y="384048"/>
                </a:lnTo>
                <a:lnTo>
                  <a:pt x="0" y="397764"/>
                </a:lnTo>
                <a:close/>
              </a:path>
              <a:path w="356870" h="402589">
                <a:moveTo>
                  <a:pt x="350520" y="96012"/>
                </a:moveTo>
                <a:lnTo>
                  <a:pt x="310896" y="96012"/>
                </a:lnTo>
                <a:lnTo>
                  <a:pt x="330708" y="76200"/>
                </a:lnTo>
                <a:lnTo>
                  <a:pt x="350520" y="96012"/>
                </a:lnTo>
                <a:close/>
              </a:path>
              <a:path w="356870" h="402589">
                <a:moveTo>
                  <a:pt x="137464" y="211836"/>
                </a:moveTo>
                <a:lnTo>
                  <a:pt x="114300" y="211836"/>
                </a:lnTo>
                <a:lnTo>
                  <a:pt x="114300" y="100584"/>
                </a:lnTo>
                <a:lnTo>
                  <a:pt x="153162" y="100584"/>
                </a:lnTo>
                <a:lnTo>
                  <a:pt x="137160" y="111252"/>
                </a:lnTo>
                <a:lnTo>
                  <a:pt x="137263" y="160615"/>
                </a:lnTo>
                <a:lnTo>
                  <a:pt x="137367" y="195333"/>
                </a:lnTo>
                <a:lnTo>
                  <a:pt x="137464" y="211836"/>
                </a:lnTo>
                <a:close/>
              </a:path>
              <a:path w="356870" h="402589">
                <a:moveTo>
                  <a:pt x="327433" y="359664"/>
                </a:moveTo>
                <a:lnTo>
                  <a:pt x="283464" y="359664"/>
                </a:lnTo>
                <a:lnTo>
                  <a:pt x="291988" y="357925"/>
                </a:lnTo>
                <a:lnTo>
                  <a:pt x="299085" y="352615"/>
                </a:lnTo>
                <a:lnTo>
                  <a:pt x="309252" y="305538"/>
                </a:lnTo>
                <a:lnTo>
                  <a:pt x="311086" y="259651"/>
                </a:lnTo>
                <a:lnTo>
                  <a:pt x="313173" y="193929"/>
                </a:lnTo>
                <a:lnTo>
                  <a:pt x="315467" y="105156"/>
                </a:lnTo>
                <a:lnTo>
                  <a:pt x="352806" y="105156"/>
                </a:lnTo>
                <a:lnTo>
                  <a:pt x="341376" y="114300"/>
                </a:lnTo>
                <a:lnTo>
                  <a:pt x="339492" y="190500"/>
                </a:lnTo>
                <a:lnTo>
                  <a:pt x="337718" y="249070"/>
                </a:lnTo>
                <a:lnTo>
                  <a:pt x="335889" y="295241"/>
                </a:lnTo>
                <a:lnTo>
                  <a:pt x="334060" y="327074"/>
                </a:lnTo>
                <a:lnTo>
                  <a:pt x="332232" y="344424"/>
                </a:lnTo>
                <a:lnTo>
                  <a:pt x="328517" y="357020"/>
                </a:lnTo>
                <a:lnTo>
                  <a:pt x="327433" y="359664"/>
                </a:lnTo>
                <a:close/>
              </a:path>
              <a:path w="356870" h="402589">
                <a:moveTo>
                  <a:pt x="231648" y="269748"/>
                </a:moveTo>
                <a:lnTo>
                  <a:pt x="230124" y="269748"/>
                </a:lnTo>
                <a:lnTo>
                  <a:pt x="226742" y="268081"/>
                </a:lnTo>
                <a:lnTo>
                  <a:pt x="223647" y="263271"/>
                </a:lnTo>
                <a:lnTo>
                  <a:pt x="221122" y="255603"/>
                </a:lnTo>
                <a:lnTo>
                  <a:pt x="219456" y="245364"/>
                </a:lnTo>
                <a:lnTo>
                  <a:pt x="214884" y="228219"/>
                </a:lnTo>
                <a:lnTo>
                  <a:pt x="208026" y="211074"/>
                </a:lnTo>
                <a:lnTo>
                  <a:pt x="198882" y="193929"/>
                </a:lnTo>
                <a:lnTo>
                  <a:pt x="187452" y="176784"/>
                </a:lnTo>
                <a:lnTo>
                  <a:pt x="192024" y="172212"/>
                </a:lnTo>
                <a:lnTo>
                  <a:pt x="224980" y="199644"/>
                </a:lnTo>
                <a:lnTo>
                  <a:pt x="246888" y="234696"/>
                </a:lnTo>
                <a:lnTo>
                  <a:pt x="246888" y="248412"/>
                </a:lnTo>
                <a:lnTo>
                  <a:pt x="245364" y="254508"/>
                </a:lnTo>
                <a:lnTo>
                  <a:pt x="236220" y="266700"/>
                </a:lnTo>
                <a:lnTo>
                  <a:pt x="231648" y="269748"/>
                </a:lnTo>
                <a:close/>
              </a:path>
              <a:path w="356870" h="402589">
                <a:moveTo>
                  <a:pt x="138504" y="344424"/>
                </a:moveTo>
                <a:lnTo>
                  <a:pt x="114300" y="344424"/>
                </a:lnTo>
                <a:lnTo>
                  <a:pt x="114300" y="222504"/>
                </a:lnTo>
                <a:lnTo>
                  <a:pt x="137526" y="222504"/>
                </a:lnTo>
                <a:lnTo>
                  <a:pt x="137732" y="255603"/>
                </a:lnTo>
                <a:lnTo>
                  <a:pt x="138504" y="344424"/>
                </a:lnTo>
                <a:close/>
              </a:path>
              <a:path w="356870" h="402589">
                <a:moveTo>
                  <a:pt x="278891" y="402336"/>
                </a:moveTo>
                <a:lnTo>
                  <a:pt x="271772" y="388596"/>
                </a:lnTo>
                <a:lnTo>
                  <a:pt x="259651" y="376999"/>
                </a:lnTo>
                <a:lnTo>
                  <a:pt x="242673" y="367403"/>
                </a:lnTo>
                <a:lnTo>
                  <a:pt x="220979" y="359664"/>
                </a:lnTo>
                <a:lnTo>
                  <a:pt x="220979" y="350520"/>
                </a:lnTo>
                <a:lnTo>
                  <a:pt x="241244" y="354520"/>
                </a:lnTo>
                <a:lnTo>
                  <a:pt x="258508" y="357378"/>
                </a:lnTo>
                <a:lnTo>
                  <a:pt x="272629" y="359092"/>
                </a:lnTo>
                <a:lnTo>
                  <a:pt x="283464" y="359664"/>
                </a:lnTo>
                <a:lnTo>
                  <a:pt x="327433" y="359664"/>
                </a:lnTo>
                <a:lnTo>
                  <a:pt x="324231" y="367474"/>
                </a:lnTo>
                <a:lnTo>
                  <a:pt x="289670" y="397764"/>
                </a:lnTo>
                <a:lnTo>
                  <a:pt x="278891" y="402336"/>
                </a:lnTo>
                <a:close/>
              </a:path>
              <a:path w="356870" h="402589">
                <a:moveTo>
                  <a:pt x="114300" y="391668"/>
                </a:moveTo>
                <a:lnTo>
                  <a:pt x="114300" y="355092"/>
                </a:lnTo>
                <a:lnTo>
                  <a:pt x="138567" y="355092"/>
                </a:lnTo>
                <a:lnTo>
                  <a:pt x="138684" y="377952"/>
                </a:lnTo>
                <a:lnTo>
                  <a:pt x="114300" y="39166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4" name="object 84"/>
          <p:cNvSpPr/>
          <p:nvPr/>
        </p:nvSpPr>
        <p:spPr>
          <a:xfrm>
            <a:off x="8636496" y="4610100"/>
            <a:ext cx="1289685" cy="412115"/>
          </a:xfrm>
          <a:custGeom>
            <a:avLst/>
            <a:gdLst/>
            <a:ahLst/>
            <a:cxnLst/>
            <a:rect l="l" t="t" r="r" b="b"/>
            <a:pathLst>
              <a:path w="1289684" h="412114">
                <a:moveTo>
                  <a:pt x="240792" y="38100"/>
                </a:moveTo>
                <a:lnTo>
                  <a:pt x="205079" y="10274"/>
                </a:lnTo>
                <a:lnTo>
                  <a:pt x="190500" y="4584"/>
                </a:lnTo>
                <a:lnTo>
                  <a:pt x="185928" y="9144"/>
                </a:lnTo>
                <a:lnTo>
                  <a:pt x="195389" y="19456"/>
                </a:lnTo>
                <a:lnTo>
                  <a:pt x="203263" y="29908"/>
                </a:lnTo>
                <a:lnTo>
                  <a:pt x="209727" y="40652"/>
                </a:lnTo>
                <a:lnTo>
                  <a:pt x="214884" y="51816"/>
                </a:lnTo>
                <a:lnTo>
                  <a:pt x="217932" y="62484"/>
                </a:lnTo>
                <a:lnTo>
                  <a:pt x="222504" y="67056"/>
                </a:lnTo>
                <a:lnTo>
                  <a:pt x="227076" y="67056"/>
                </a:lnTo>
                <a:lnTo>
                  <a:pt x="230124" y="64008"/>
                </a:lnTo>
                <a:lnTo>
                  <a:pt x="234696" y="57912"/>
                </a:lnTo>
                <a:lnTo>
                  <a:pt x="237744" y="53340"/>
                </a:lnTo>
                <a:lnTo>
                  <a:pt x="240792" y="47244"/>
                </a:lnTo>
                <a:lnTo>
                  <a:pt x="240792" y="38100"/>
                </a:lnTo>
                <a:close/>
              </a:path>
              <a:path w="1289684" h="412114">
                <a:moveTo>
                  <a:pt x="379476" y="80772"/>
                </a:moveTo>
                <a:lnTo>
                  <a:pt x="369341" y="70104"/>
                </a:lnTo>
                <a:lnTo>
                  <a:pt x="350520" y="50292"/>
                </a:lnTo>
                <a:lnTo>
                  <a:pt x="329184" y="70104"/>
                </a:lnTo>
                <a:lnTo>
                  <a:pt x="205740" y="70104"/>
                </a:lnTo>
                <a:lnTo>
                  <a:pt x="205740" y="80772"/>
                </a:lnTo>
                <a:lnTo>
                  <a:pt x="205740" y="123444"/>
                </a:lnTo>
                <a:lnTo>
                  <a:pt x="205740" y="132588"/>
                </a:lnTo>
                <a:lnTo>
                  <a:pt x="205740" y="172212"/>
                </a:lnTo>
                <a:lnTo>
                  <a:pt x="205740" y="181356"/>
                </a:lnTo>
                <a:lnTo>
                  <a:pt x="205740" y="222504"/>
                </a:lnTo>
                <a:lnTo>
                  <a:pt x="106680" y="222504"/>
                </a:lnTo>
                <a:lnTo>
                  <a:pt x="106680" y="181356"/>
                </a:lnTo>
                <a:lnTo>
                  <a:pt x="205740" y="181356"/>
                </a:lnTo>
                <a:lnTo>
                  <a:pt x="205740" y="172212"/>
                </a:lnTo>
                <a:lnTo>
                  <a:pt x="106680" y="172212"/>
                </a:lnTo>
                <a:lnTo>
                  <a:pt x="106680" y="132588"/>
                </a:lnTo>
                <a:lnTo>
                  <a:pt x="205740" y="132588"/>
                </a:lnTo>
                <a:lnTo>
                  <a:pt x="205740" y="123444"/>
                </a:lnTo>
                <a:lnTo>
                  <a:pt x="106680" y="123444"/>
                </a:lnTo>
                <a:lnTo>
                  <a:pt x="106680" y="105156"/>
                </a:lnTo>
                <a:lnTo>
                  <a:pt x="106680" y="80772"/>
                </a:lnTo>
                <a:lnTo>
                  <a:pt x="205740" y="80772"/>
                </a:lnTo>
                <a:lnTo>
                  <a:pt x="205740" y="70104"/>
                </a:lnTo>
                <a:lnTo>
                  <a:pt x="109728" y="70104"/>
                </a:lnTo>
                <a:lnTo>
                  <a:pt x="135636" y="28956"/>
                </a:lnTo>
                <a:lnTo>
                  <a:pt x="152400" y="24384"/>
                </a:lnTo>
                <a:lnTo>
                  <a:pt x="117348" y="0"/>
                </a:lnTo>
                <a:lnTo>
                  <a:pt x="108470" y="22009"/>
                </a:lnTo>
                <a:lnTo>
                  <a:pt x="97726" y="44577"/>
                </a:lnTo>
                <a:lnTo>
                  <a:pt x="70104" y="91440"/>
                </a:lnTo>
                <a:lnTo>
                  <a:pt x="36766" y="133731"/>
                </a:lnTo>
                <a:lnTo>
                  <a:pt x="0" y="169164"/>
                </a:lnTo>
                <a:lnTo>
                  <a:pt x="4572" y="175260"/>
                </a:lnTo>
                <a:lnTo>
                  <a:pt x="26822" y="158953"/>
                </a:lnTo>
                <a:lnTo>
                  <a:pt x="47625" y="141922"/>
                </a:lnTo>
                <a:lnTo>
                  <a:pt x="66725" y="124040"/>
                </a:lnTo>
                <a:lnTo>
                  <a:pt x="83820" y="105156"/>
                </a:lnTo>
                <a:lnTo>
                  <a:pt x="83705" y="172212"/>
                </a:lnTo>
                <a:lnTo>
                  <a:pt x="83629" y="188214"/>
                </a:lnTo>
                <a:lnTo>
                  <a:pt x="83185" y="226466"/>
                </a:lnTo>
                <a:lnTo>
                  <a:pt x="82296" y="262128"/>
                </a:lnTo>
                <a:lnTo>
                  <a:pt x="106680" y="252984"/>
                </a:lnTo>
                <a:lnTo>
                  <a:pt x="106680" y="233172"/>
                </a:lnTo>
                <a:lnTo>
                  <a:pt x="376428" y="233172"/>
                </a:lnTo>
                <a:lnTo>
                  <a:pt x="366268" y="222504"/>
                </a:lnTo>
                <a:lnTo>
                  <a:pt x="345948" y="201168"/>
                </a:lnTo>
                <a:lnTo>
                  <a:pt x="326136" y="222504"/>
                </a:lnTo>
                <a:lnTo>
                  <a:pt x="228600" y="222504"/>
                </a:lnTo>
                <a:lnTo>
                  <a:pt x="228600" y="181356"/>
                </a:lnTo>
                <a:lnTo>
                  <a:pt x="353568" y="181356"/>
                </a:lnTo>
                <a:lnTo>
                  <a:pt x="344906" y="172212"/>
                </a:lnTo>
                <a:lnTo>
                  <a:pt x="326136" y="152400"/>
                </a:lnTo>
                <a:lnTo>
                  <a:pt x="306324" y="172212"/>
                </a:lnTo>
                <a:lnTo>
                  <a:pt x="228600" y="172212"/>
                </a:lnTo>
                <a:lnTo>
                  <a:pt x="228600" y="132588"/>
                </a:lnTo>
                <a:lnTo>
                  <a:pt x="356616" y="132588"/>
                </a:lnTo>
                <a:lnTo>
                  <a:pt x="347954" y="123444"/>
                </a:lnTo>
                <a:lnTo>
                  <a:pt x="329184" y="103632"/>
                </a:lnTo>
                <a:lnTo>
                  <a:pt x="309372" y="123444"/>
                </a:lnTo>
                <a:lnTo>
                  <a:pt x="228600" y="123444"/>
                </a:lnTo>
                <a:lnTo>
                  <a:pt x="228600" y="80772"/>
                </a:lnTo>
                <a:lnTo>
                  <a:pt x="379476" y="80772"/>
                </a:lnTo>
                <a:close/>
              </a:path>
              <a:path w="1289684" h="412114">
                <a:moveTo>
                  <a:pt x="411480" y="371868"/>
                </a:moveTo>
                <a:lnTo>
                  <a:pt x="358711" y="362902"/>
                </a:lnTo>
                <a:lnTo>
                  <a:pt x="313944" y="345960"/>
                </a:lnTo>
                <a:lnTo>
                  <a:pt x="273748" y="320814"/>
                </a:lnTo>
                <a:lnTo>
                  <a:pt x="239268" y="286512"/>
                </a:lnTo>
                <a:lnTo>
                  <a:pt x="408432" y="286512"/>
                </a:lnTo>
                <a:lnTo>
                  <a:pt x="379476" y="254508"/>
                </a:lnTo>
                <a:lnTo>
                  <a:pt x="358140" y="275844"/>
                </a:lnTo>
                <a:lnTo>
                  <a:pt x="219456" y="275844"/>
                </a:lnTo>
                <a:lnTo>
                  <a:pt x="219456" y="260604"/>
                </a:lnTo>
                <a:lnTo>
                  <a:pt x="233172" y="248412"/>
                </a:lnTo>
                <a:lnTo>
                  <a:pt x="195072" y="234696"/>
                </a:lnTo>
                <a:lnTo>
                  <a:pt x="195961" y="243268"/>
                </a:lnTo>
                <a:lnTo>
                  <a:pt x="196405" y="252984"/>
                </a:lnTo>
                <a:lnTo>
                  <a:pt x="196532" y="260604"/>
                </a:lnTo>
                <a:lnTo>
                  <a:pt x="196596" y="275844"/>
                </a:lnTo>
                <a:lnTo>
                  <a:pt x="1524" y="275844"/>
                </a:lnTo>
                <a:lnTo>
                  <a:pt x="18288" y="291096"/>
                </a:lnTo>
                <a:lnTo>
                  <a:pt x="27724" y="289090"/>
                </a:lnTo>
                <a:lnTo>
                  <a:pt x="37719" y="287655"/>
                </a:lnTo>
                <a:lnTo>
                  <a:pt x="48298" y="286804"/>
                </a:lnTo>
                <a:lnTo>
                  <a:pt x="59436" y="286512"/>
                </a:lnTo>
                <a:lnTo>
                  <a:pt x="167640" y="286512"/>
                </a:lnTo>
                <a:lnTo>
                  <a:pt x="128206" y="324446"/>
                </a:lnTo>
                <a:lnTo>
                  <a:pt x="85331" y="355574"/>
                </a:lnTo>
                <a:lnTo>
                  <a:pt x="32131" y="385292"/>
                </a:lnTo>
                <a:lnTo>
                  <a:pt x="1524" y="399288"/>
                </a:lnTo>
                <a:lnTo>
                  <a:pt x="4572" y="406920"/>
                </a:lnTo>
                <a:lnTo>
                  <a:pt x="64008" y="382917"/>
                </a:lnTo>
                <a:lnTo>
                  <a:pt x="114300" y="356628"/>
                </a:lnTo>
                <a:lnTo>
                  <a:pt x="157734" y="325196"/>
                </a:lnTo>
                <a:lnTo>
                  <a:pt x="196596" y="288048"/>
                </a:lnTo>
                <a:lnTo>
                  <a:pt x="196481" y="339852"/>
                </a:lnTo>
                <a:lnTo>
                  <a:pt x="196354" y="356628"/>
                </a:lnTo>
                <a:lnTo>
                  <a:pt x="195961" y="383197"/>
                </a:lnTo>
                <a:lnTo>
                  <a:pt x="195072" y="411492"/>
                </a:lnTo>
                <a:lnTo>
                  <a:pt x="220980" y="397764"/>
                </a:lnTo>
                <a:lnTo>
                  <a:pt x="220103" y="381457"/>
                </a:lnTo>
                <a:lnTo>
                  <a:pt x="219697" y="359664"/>
                </a:lnTo>
                <a:lnTo>
                  <a:pt x="219595" y="345668"/>
                </a:lnTo>
                <a:lnTo>
                  <a:pt x="219468" y="288048"/>
                </a:lnTo>
                <a:lnTo>
                  <a:pt x="219456" y="286512"/>
                </a:lnTo>
                <a:lnTo>
                  <a:pt x="230124" y="286512"/>
                </a:lnTo>
                <a:lnTo>
                  <a:pt x="246176" y="309092"/>
                </a:lnTo>
                <a:lnTo>
                  <a:pt x="262509" y="328803"/>
                </a:lnTo>
                <a:lnTo>
                  <a:pt x="297180" y="359664"/>
                </a:lnTo>
                <a:lnTo>
                  <a:pt x="336042" y="382346"/>
                </a:lnTo>
                <a:lnTo>
                  <a:pt x="379476" y="399288"/>
                </a:lnTo>
                <a:lnTo>
                  <a:pt x="383197" y="391223"/>
                </a:lnTo>
                <a:lnTo>
                  <a:pt x="389763" y="385000"/>
                </a:lnTo>
                <a:lnTo>
                  <a:pt x="399199" y="380225"/>
                </a:lnTo>
                <a:lnTo>
                  <a:pt x="411480" y="376440"/>
                </a:lnTo>
                <a:lnTo>
                  <a:pt x="411480" y="371868"/>
                </a:lnTo>
                <a:close/>
              </a:path>
              <a:path w="1289684" h="412114">
                <a:moveTo>
                  <a:pt x="763536" y="188976"/>
                </a:moveTo>
                <a:lnTo>
                  <a:pt x="731532" y="155448"/>
                </a:lnTo>
                <a:lnTo>
                  <a:pt x="708672" y="178308"/>
                </a:lnTo>
                <a:lnTo>
                  <a:pt x="534936" y="178308"/>
                </a:lnTo>
                <a:lnTo>
                  <a:pt x="550176" y="193548"/>
                </a:lnTo>
                <a:lnTo>
                  <a:pt x="559549" y="191554"/>
                </a:lnTo>
                <a:lnTo>
                  <a:pt x="569226" y="190119"/>
                </a:lnTo>
                <a:lnTo>
                  <a:pt x="578891" y="189268"/>
                </a:lnTo>
                <a:lnTo>
                  <a:pt x="588276" y="188976"/>
                </a:lnTo>
                <a:lnTo>
                  <a:pt x="763536" y="188976"/>
                </a:lnTo>
                <a:close/>
              </a:path>
              <a:path w="1289684" h="412114">
                <a:moveTo>
                  <a:pt x="771156" y="259080"/>
                </a:moveTo>
                <a:lnTo>
                  <a:pt x="763536" y="251460"/>
                </a:lnTo>
                <a:lnTo>
                  <a:pt x="746772" y="234696"/>
                </a:lnTo>
                <a:lnTo>
                  <a:pt x="733056" y="247269"/>
                </a:lnTo>
                <a:lnTo>
                  <a:pt x="733056" y="262128"/>
                </a:lnTo>
                <a:lnTo>
                  <a:pt x="733056" y="359664"/>
                </a:lnTo>
                <a:lnTo>
                  <a:pt x="565416" y="359664"/>
                </a:lnTo>
                <a:lnTo>
                  <a:pt x="565416" y="262128"/>
                </a:lnTo>
                <a:lnTo>
                  <a:pt x="733056" y="262128"/>
                </a:lnTo>
                <a:lnTo>
                  <a:pt x="733056" y="247269"/>
                </a:lnTo>
                <a:lnTo>
                  <a:pt x="728484" y="251460"/>
                </a:lnTo>
                <a:lnTo>
                  <a:pt x="565416" y="251460"/>
                </a:lnTo>
                <a:lnTo>
                  <a:pt x="539508" y="237744"/>
                </a:lnTo>
                <a:lnTo>
                  <a:pt x="540385" y="258318"/>
                </a:lnTo>
                <a:lnTo>
                  <a:pt x="540842" y="278892"/>
                </a:lnTo>
                <a:lnTo>
                  <a:pt x="541007" y="299466"/>
                </a:lnTo>
                <a:lnTo>
                  <a:pt x="541007" y="339763"/>
                </a:lnTo>
                <a:lnTo>
                  <a:pt x="540842" y="359664"/>
                </a:lnTo>
                <a:lnTo>
                  <a:pt x="540385" y="380911"/>
                </a:lnTo>
                <a:lnTo>
                  <a:pt x="539508" y="402336"/>
                </a:lnTo>
                <a:lnTo>
                  <a:pt x="565416" y="393192"/>
                </a:lnTo>
                <a:lnTo>
                  <a:pt x="565416" y="370332"/>
                </a:lnTo>
                <a:lnTo>
                  <a:pt x="733056" y="370332"/>
                </a:lnTo>
                <a:lnTo>
                  <a:pt x="733056" y="399288"/>
                </a:lnTo>
                <a:lnTo>
                  <a:pt x="758964" y="388620"/>
                </a:lnTo>
                <a:lnTo>
                  <a:pt x="758228" y="370332"/>
                </a:lnTo>
                <a:lnTo>
                  <a:pt x="758075" y="366649"/>
                </a:lnTo>
                <a:lnTo>
                  <a:pt x="757961" y="359664"/>
                </a:lnTo>
                <a:lnTo>
                  <a:pt x="757631" y="339763"/>
                </a:lnTo>
                <a:lnTo>
                  <a:pt x="757516" y="320040"/>
                </a:lnTo>
                <a:lnTo>
                  <a:pt x="757440" y="271272"/>
                </a:lnTo>
                <a:lnTo>
                  <a:pt x="767727" y="262128"/>
                </a:lnTo>
                <a:lnTo>
                  <a:pt x="771156" y="259080"/>
                </a:lnTo>
                <a:close/>
              </a:path>
              <a:path w="1289684" h="412114">
                <a:moveTo>
                  <a:pt x="854976" y="169164"/>
                </a:moveTo>
                <a:lnTo>
                  <a:pt x="816991" y="158623"/>
                </a:lnTo>
                <a:lnTo>
                  <a:pt x="753605" y="129527"/>
                </a:lnTo>
                <a:lnTo>
                  <a:pt x="707072" y="92087"/>
                </a:lnTo>
                <a:lnTo>
                  <a:pt x="673404" y="54889"/>
                </a:lnTo>
                <a:lnTo>
                  <a:pt x="661428" y="36576"/>
                </a:lnTo>
                <a:lnTo>
                  <a:pt x="676668" y="27432"/>
                </a:lnTo>
                <a:lnTo>
                  <a:pt x="640092" y="3048"/>
                </a:lnTo>
                <a:lnTo>
                  <a:pt x="624090" y="37934"/>
                </a:lnTo>
                <a:lnTo>
                  <a:pt x="585228" y="97993"/>
                </a:lnTo>
                <a:lnTo>
                  <a:pt x="537857" y="145719"/>
                </a:lnTo>
                <a:lnTo>
                  <a:pt x="480275" y="186245"/>
                </a:lnTo>
                <a:lnTo>
                  <a:pt x="448068" y="204216"/>
                </a:lnTo>
                <a:lnTo>
                  <a:pt x="449592" y="211836"/>
                </a:lnTo>
                <a:lnTo>
                  <a:pt x="507885" y="185547"/>
                </a:lnTo>
                <a:lnTo>
                  <a:pt x="559320" y="152400"/>
                </a:lnTo>
                <a:lnTo>
                  <a:pt x="607136" y="106870"/>
                </a:lnTo>
                <a:lnTo>
                  <a:pt x="653808" y="44196"/>
                </a:lnTo>
                <a:lnTo>
                  <a:pt x="662089" y="59016"/>
                </a:lnTo>
                <a:lnTo>
                  <a:pt x="687235" y="94348"/>
                </a:lnTo>
                <a:lnTo>
                  <a:pt x="724954" y="136004"/>
                </a:lnTo>
                <a:lnTo>
                  <a:pt x="782104" y="178816"/>
                </a:lnTo>
                <a:lnTo>
                  <a:pt x="818400" y="199644"/>
                </a:lnTo>
                <a:lnTo>
                  <a:pt x="824115" y="190487"/>
                </a:lnTo>
                <a:lnTo>
                  <a:pt x="832116" y="183451"/>
                </a:lnTo>
                <a:lnTo>
                  <a:pt x="842403" y="178435"/>
                </a:lnTo>
                <a:lnTo>
                  <a:pt x="854976" y="175260"/>
                </a:lnTo>
                <a:lnTo>
                  <a:pt x="854976" y="169164"/>
                </a:lnTo>
                <a:close/>
              </a:path>
              <a:path w="1289684" h="412114">
                <a:moveTo>
                  <a:pt x="1066812" y="115824"/>
                </a:moveTo>
                <a:lnTo>
                  <a:pt x="1034808" y="85344"/>
                </a:lnTo>
                <a:lnTo>
                  <a:pt x="1014996" y="105156"/>
                </a:lnTo>
                <a:lnTo>
                  <a:pt x="993660" y="105156"/>
                </a:lnTo>
                <a:lnTo>
                  <a:pt x="993660" y="33528"/>
                </a:lnTo>
                <a:lnTo>
                  <a:pt x="1007376" y="21336"/>
                </a:lnTo>
                <a:lnTo>
                  <a:pt x="967752" y="1524"/>
                </a:lnTo>
                <a:lnTo>
                  <a:pt x="968629" y="25222"/>
                </a:lnTo>
                <a:lnTo>
                  <a:pt x="969048" y="48983"/>
                </a:lnTo>
                <a:lnTo>
                  <a:pt x="969162" y="63436"/>
                </a:lnTo>
                <a:lnTo>
                  <a:pt x="969276" y="105156"/>
                </a:lnTo>
                <a:lnTo>
                  <a:pt x="896124" y="105156"/>
                </a:lnTo>
                <a:lnTo>
                  <a:pt x="909840" y="118872"/>
                </a:lnTo>
                <a:lnTo>
                  <a:pt x="925080" y="115824"/>
                </a:lnTo>
                <a:lnTo>
                  <a:pt x="969276" y="115824"/>
                </a:lnTo>
                <a:lnTo>
                  <a:pt x="955509" y="168122"/>
                </a:lnTo>
                <a:lnTo>
                  <a:pt x="939177" y="217551"/>
                </a:lnTo>
                <a:lnTo>
                  <a:pt x="919975" y="264134"/>
                </a:lnTo>
                <a:lnTo>
                  <a:pt x="897648" y="307848"/>
                </a:lnTo>
                <a:lnTo>
                  <a:pt x="905268" y="310896"/>
                </a:lnTo>
                <a:lnTo>
                  <a:pt x="923836" y="282879"/>
                </a:lnTo>
                <a:lnTo>
                  <a:pt x="940701" y="253555"/>
                </a:lnTo>
                <a:lnTo>
                  <a:pt x="955840" y="222821"/>
                </a:lnTo>
                <a:lnTo>
                  <a:pt x="969276" y="190500"/>
                </a:lnTo>
                <a:lnTo>
                  <a:pt x="969149" y="292277"/>
                </a:lnTo>
                <a:lnTo>
                  <a:pt x="969060" y="317855"/>
                </a:lnTo>
                <a:lnTo>
                  <a:pt x="968590" y="368884"/>
                </a:lnTo>
                <a:lnTo>
                  <a:pt x="967752" y="409956"/>
                </a:lnTo>
                <a:lnTo>
                  <a:pt x="995184" y="399288"/>
                </a:lnTo>
                <a:lnTo>
                  <a:pt x="994295" y="370459"/>
                </a:lnTo>
                <a:lnTo>
                  <a:pt x="993902" y="328396"/>
                </a:lnTo>
                <a:lnTo>
                  <a:pt x="993787" y="299377"/>
                </a:lnTo>
                <a:lnTo>
                  <a:pt x="993660" y="190500"/>
                </a:lnTo>
                <a:lnTo>
                  <a:pt x="993660" y="172212"/>
                </a:lnTo>
                <a:lnTo>
                  <a:pt x="1004277" y="183311"/>
                </a:lnTo>
                <a:lnTo>
                  <a:pt x="1013472" y="195834"/>
                </a:lnTo>
                <a:lnTo>
                  <a:pt x="1021511" y="209511"/>
                </a:lnTo>
                <a:lnTo>
                  <a:pt x="1028712" y="224028"/>
                </a:lnTo>
                <a:lnTo>
                  <a:pt x="1034808" y="236220"/>
                </a:lnTo>
                <a:lnTo>
                  <a:pt x="1039380" y="242316"/>
                </a:lnTo>
                <a:lnTo>
                  <a:pt x="1043952" y="242316"/>
                </a:lnTo>
                <a:lnTo>
                  <a:pt x="1047000" y="239268"/>
                </a:lnTo>
                <a:lnTo>
                  <a:pt x="1053096" y="227076"/>
                </a:lnTo>
                <a:lnTo>
                  <a:pt x="1054620" y="220980"/>
                </a:lnTo>
                <a:lnTo>
                  <a:pt x="1054620" y="210312"/>
                </a:lnTo>
                <a:lnTo>
                  <a:pt x="1026998" y="181165"/>
                </a:lnTo>
                <a:lnTo>
                  <a:pt x="993660" y="161544"/>
                </a:lnTo>
                <a:lnTo>
                  <a:pt x="993660" y="115824"/>
                </a:lnTo>
                <a:lnTo>
                  <a:pt x="1066812" y="115824"/>
                </a:lnTo>
                <a:close/>
              </a:path>
              <a:path w="1289684" h="412114">
                <a:moveTo>
                  <a:pt x="1213015" y="288112"/>
                </a:moveTo>
                <a:lnTo>
                  <a:pt x="1212430" y="284988"/>
                </a:lnTo>
                <a:lnTo>
                  <a:pt x="1211592" y="280416"/>
                </a:lnTo>
                <a:lnTo>
                  <a:pt x="1206106" y="270751"/>
                </a:lnTo>
                <a:lnTo>
                  <a:pt x="1196352" y="257937"/>
                </a:lnTo>
                <a:lnTo>
                  <a:pt x="1182052" y="242316"/>
                </a:lnTo>
                <a:lnTo>
                  <a:pt x="1162824" y="224028"/>
                </a:lnTo>
                <a:lnTo>
                  <a:pt x="1156728" y="227076"/>
                </a:lnTo>
                <a:lnTo>
                  <a:pt x="1163078" y="237934"/>
                </a:lnTo>
                <a:lnTo>
                  <a:pt x="1168730" y="249936"/>
                </a:lnTo>
                <a:lnTo>
                  <a:pt x="1174076" y="263080"/>
                </a:lnTo>
                <a:lnTo>
                  <a:pt x="1179588" y="277368"/>
                </a:lnTo>
                <a:lnTo>
                  <a:pt x="1080528" y="280416"/>
                </a:lnTo>
                <a:lnTo>
                  <a:pt x="1094193" y="263563"/>
                </a:lnTo>
                <a:lnTo>
                  <a:pt x="1109865" y="240411"/>
                </a:lnTo>
                <a:lnTo>
                  <a:pt x="1127239" y="210985"/>
                </a:lnTo>
                <a:lnTo>
                  <a:pt x="1146060" y="175260"/>
                </a:lnTo>
                <a:lnTo>
                  <a:pt x="1162824" y="167640"/>
                </a:lnTo>
                <a:lnTo>
                  <a:pt x="1126248" y="144780"/>
                </a:lnTo>
                <a:lnTo>
                  <a:pt x="1121956" y="161074"/>
                </a:lnTo>
                <a:lnTo>
                  <a:pt x="1115961" y="180213"/>
                </a:lnTo>
                <a:lnTo>
                  <a:pt x="1098816" y="227076"/>
                </a:lnTo>
                <a:lnTo>
                  <a:pt x="1077099" y="265747"/>
                </a:lnTo>
                <a:lnTo>
                  <a:pt x="1057668" y="280416"/>
                </a:lnTo>
                <a:lnTo>
                  <a:pt x="1077480" y="313944"/>
                </a:lnTo>
                <a:lnTo>
                  <a:pt x="1123200" y="295656"/>
                </a:lnTo>
                <a:lnTo>
                  <a:pt x="1167980" y="286664"/>
                </a:lnTo>
                <a:lnTo>
                  <a:pt x="1181112" y="284988"/>
                </a:lnTo>
                <a:lnTo>
                  <a:pt x="1184160" y="295656"/>
                </a:lnTo>
                <a:lnTo>
                  <a:pt x="1185684" y="304800"/>
                </a:lnTo>
                <a:lnTo>
                  <a:pt x="1188732" y="313944"/>
                </a:lnTo>
                <a:lnTo>
                  <a:pt x="1191780" y="315468"/>
                </a:lnTo>
                <a:lnTo>
                  <a:pt x="1196352" y="315468"/>
                </a:lnTo>
                <a:lnTo>
                  <a:pt x="1200924" y="312420"/>
                </a:lnTo>
                <a:lnTo>
                  <a:pt x="1207020" y="306324"/>
                </a:lnTo>
                <a:lnTo>
                  <a:pt x="1210729" y="301205"/>
                </a:lnTo>
                <a:lnTo>
                  <a:pt x="1212735" y="295084"/>
                </a:lnTo>
                <a:lnTo>
                  <a:pt x="1213015" y="288112"/>
                </a:lnTo>
                <a:close/>
              </a:path>
              <a:path w="1289684" h="412114">
                <a:moveTo>
                  <a:pt x="1289316" y="99060"/>
                </a:moveTo>
                <a:lnTo>
                  <a:pt x="1279626" y="89916"/>
                </a:lnTo>
                <a:lnTo>
                  <a:pt x="1261884" y="73152"/>
                </a:lnTo>
                <a:lnTo>
                  <a:pt x="1245120" y="89916"/>
                </a:lnTo>
                <a:lnTo>
                  <a:pt x="1120152" y="89916"/>
                </a:lnTo>
                <a:lnTo>
                  <a:pt x="1126693" y="77177"/>
                </a:lnTo>
                <a:lnTo>
                  <a:pt x="1133106" y="63436"/>
                </a:lnTo>
                <a:lnTo>
                  <a:pt x="1139431" y="48983"/>
                </a:lnTo>
                <a:lnTo>
                  <a:pt x="1146060" y="33528"/>
                </a:lnTo>
                <a:lnTo>
                  <a:pt x="1164348" y="24384"/>
                </a:lnTo>
                <a:lnTo>
                  <a:pt x="1121676" y="1524"/>
                </a:lnTo>
                <a:lnTo>
                  <a:pt x="1108506" y="51536"/>
                </a:lnTo>
                <a:lnTo>
                  <a:pt x="1091768" y="98679"/>
                </a:lnTo>
                <a:lnTo>
                  <a:pt x="1071308" y="142976"/>
                </a:lnTo>
                <a:lnTo>
                  <a:pt x="1047000" y="184404"/>
                </a:lnTo>
                <a:lnTo>
                  <a:pt x="1053096" y="187452"/>
                </a:lnTo>
                <a:lnTo>
                  <a:pt x="1068209" y="169164"/>
                </a:lnTo>
                <a:lnTo>
                  <a:pt x="1083767" y="148590"/>
                </a:lnTo>
                <a:lnTo>
                  <a:pt x="1099591" y="125730"/>
                </a:lnTo>
                <a:lnTo>
                  <a:pt x="1115580" y="100584"/>
                </a:lnTo>
                <a:lnTo>
                  <a:pt x="1248168" y="100584"/>
                </a:lnTo>
                <a:lnTo>
                  <a:pt x="1243850" y="239941"/>
                </a:lnTo>
                <a:lnTo>
                  <a:pt x="1242237" y="286664"/>
                </a:lnTo>
                <a:lnTo>
                  <a:pt x="1239024" y="333756"/>
                </a:lnTo>
                <a:lnTo>
                  <a:pt x="1219212" y="368808"/>
                </a:lnTo>
                <a:lnTo>
                  <a:pt x="1210068" y="368808"/>
                </a:lnTo>
                <a:lnTo>
                  <a:pt x="1201204" y="368884"/>
                </a:lnTo>
                <a:lnTo>
                  <a:pt x="1188351" y="367093"/>
                </a:lnTo>
                <a:lnTo>
                  <a:pt x="1171486" y="363880"/>
                </a:lnTo>
                <a:lnTo>
                  <a:pt x="1150632" y="359664"/>
                </a:lnTo>
                <a:lnTo>
                  <a:pt x="1147584" y="368808"/>
                </a:lnTo>
                <a:lnTo>
                  <a:pt x="1174445" y="377380"/>
                </a:lnTo>
                <a:lnTo>
                  <a:pt x="1193304" y="387096"/>
                </a:lnTo>
                <a:lnTo>
                  <a:pt x="1204163" y="397954"/>
                </a:lnTo>
                <a:lnTo>
                  <a:pt x="1207020" y="409956"/>
                </a:lnTo>
                <a:lnTo>
                  <a:pt x="1220114" y="405955"/>
                </a:lnTo>
                <a:lnTo>
                  <a:pt x="1255737" y="378523"/>
                </a:lnTo>
                <a:lnTo>
                  <a:pt x="1267383" y="328396"/>
                </a:lnTo>
                <a:lnTo>
                  <a:pt x="1274076" y="108204"/>
                </a:lnTo>
                <a:lnTo>
                  <a:pt x="1286776" y="100584"/>
                </a:lnTo>
                <a:lnTo>
                  <a:pt x="1289316" y="9906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5" name="object 85"/>
          <p:cNvSpPr/>
          <p:nvPr/>
        </p:nvSpPr>
        <p:spPr>
          <a:xfrm>
            <a:off x="2127491" y="5154167"/>
            <a:ext cx="699770" cy="399415"/>
          </a:xfrm>
          <a:custGeom>
            <a:avLst/>
            <a:gdLst/>
            <a:ahLst/>
            <a:cxnLst/>
            <a:rect l="l" t="t" r="r" b="b"/>
            <a:pathLst>
              <a:path w="699769" h="399414">
                <a:moveTo>
                  <a:pt x="338594" y="53721"/>
                </a:moveTo>
                <a:lnTo>
                  <a:pt x="309562" y="22860"/>
                </a:lnTo>
                <a:lnTo>
                  <a:pt x="278892" y="4572"/>
                </a:lnTo>
                <a:lnTo>
                  <a:pt x="274320" y="10668"/>
                </a:lnTo>
                <a:lnTo>
                  <a:pt x="287731" y="27813"/>
                </a:lnTo>
                <a:lnTo>
                  <a:pt x="298132" y="42672"/>
                </a:lnTo>
                <a:lnTo>
                  <a:pt x="305396" y="55245"/>
                </a:lnTo>
                <a:lnTo>
                  <a:pt x="309372" y="65532"/>
                </a:lnTo>
                <a:lnTo>
                  <a:pt x="310896" y="74676"/>
                </a:lnTo>
                <a:lnTo>
                  <a:pt x="315468" y="79248"/>
                </a:lnTo>
                <a:lnTo>
                  <a:pt x="320040" y="79248"/>
                </a:lnTo>
                <a:lnTo>
                  <a:pt x="323088" y="77724"/>
                </a:lnTo>
                <a:lnTo>
                  <a:pt x="327660" y="74676"/>
                </a:lnTo>
                <a:lnTo>
                  <a:pt x="332232" y="73152"/>
                </a:lnTo>
                <a:lnTo>
                  <a:pt x="335280" y="67056"/>
                </a:lnTo>
                <a:lnTo>
                  <a:pt x="338328" y="59436"/>
                </a:lnTo>
                <a:lnTo>
                  <a:pt x="338594" y="53721"/>
                </a:lnTo>
                <a:close/>
              </a:path>
              <a:path w="699769" h="399414">
                <a:moveTo>
                  <a:pt x="402336" y="387096"/>
                </a:moveTo>
                <a:lnTo>
                  <a:pt x="390245" y="350520"/>
                </a:lnTo>
                <a:lnTo>
                  <a:pt x="390144" y="348996"/>
                </a:lnTo>
                <a:lnTo>
                  <a:pt x="390702" y="338455"/>
                </a:lnTo>
                <a:lnTo>
                  <a:pt x="392239" y="322897"/>
                </a:lnTo>
                <a:lnTo>
                  <a:pt x="394652" y="302501"/>
                </a:lnTo>
                <a:lnTo>
                  <a:pt x="397764" y="277368"/>
                </a:lnTo>
                <a:lnTo>
                  <a:pt x="390144" y="275844"/>
                </a:lnTo>
                <a:lnTo>
                  <a:pt x="370332" y="350520"/>
                </a:lnTo>
                <a:lnTo>
                  <a:pt x="350291" y="340575"/>
                </a:lnTo>
                <a:lnTo>
                  <a:pt x="331089" y="326898"/>
                </a:lnTo>
                <a:lnTo>
                  <a:pt x="313664" y="310896"/>
                </a:lnTo>
                <a:lnTo>
                  <a:pt x="312470" y="309803"/>
                </a:lnTo>
                <a:lnTo>
                  <a:pt x="294132" y="289560"/>
                </a:lnTo>
                <a:lnTo>
                  <a:pt x="309206" y="265899"/>
                </a:lnTo>
                <a:lnTo>
                  <a:pt x="309613" y="265176"/>
                </a:lnTo>
                <a:lnTo>
                  <a:pt x="324421" y="238506"/>
                </a:lnTo>
                <a:lnTo>
                  <a:pt x="339356" y="207695"/>
                </a:lnTo>
                <a:lnTo>
                  <a:pt x="353568" y="173736"/>
                </a:lnTo>
                <a:lnTo>
                  <a:pt x="370332" y="164592"/>
                </a:lnTo>
                <a:lnTo>
                  <a:pt x="333756" y="137160"/>
                </a:lnTo>
                <a:lnTo>
                  <a:pt x="326898" y="157403"/>
                </a:lnTo>
                <a:lnTo>
                  <a:pt x="320040" y="176784"/>
                </a:lnTo>
                <a:lnTo>
                  <a:pt x="298589" y="227888"/>
                </a:lnTo>
                <a:lnTo>
                  <a:pt x="277368" y="265176"/>
                </a:lnTo>
                <a:lnTo>
                  <a:pt x="265658" y="237794"/>
                </a:lnTo>
                <a:lnTo>
                  <a:pt x="255651" y="201549"/>
                </a:lnTo>
                <a:lnTo>
                  <a:pt x="247370" y="156743"/>
                </a:lnTo>
                <a:lnTo>
                  <a:pt x="240792" y="103632"/>
                </a:lnTo>
                <a:lnTo>
                  <a:pt x="396240" y="103632"/>
                </a:lnTo>
                <a:lnTo>
                  <a:pt x="385572" y="92964"/>
                </a:lnTo>
                <a:lnTo>
                  <a:pt x="361188" y="68580"/>
                </a:lnTo>
                <a:lnTo>
                  <a:pt x="336804" y="92964"/>
                </a:lnTo>
                <a:lnTo>
                  <a:pt x="240792" y="92964"/>
                </a:lnTo>
                <a:lnTo>
                  <a:pt x="239890" y="79248"/>
                </a:lnTo>
                <a:lnTo>
                  <a:pt x="238696" y="60007"/>
                </a:lnTo>
                <a:lnTo>
                  <a:pt x="238010" y="44754"/>
                </a:lnTo>
                <a:lnTo>
                  <a:pt x="237744" y="30480"/>
                </a:lnTo>
                <a:lnTo>
                  <a:pt x="249936" y="16764"/>
                </a:lnTo>
                <a:lnTo>
                  <a:pt x="204216" y="0"/>
                </a:lnTo>
                <a:lnTo>
                  <a:pt x="206502" y="19456"/>
                </a:lnTo>
                <a:lnTo>
                  <a:pt x="208788" y="41338"/>
                </a:lnTo>
                <a:lnTo>
                  <a:pt x="211061" y="65532"/>
                </a:lnTo>
                <a:lnTo>
                  <a:pt x="213360" y="92964"/>
                </a:lnTo>
                <a:lnTo>
                  <a:pt x="79248" y="92964"/>
                </a:lnTo>
                <a:lnTo>
                  <a:pt x="48768" y="77724"/>
                </a:lnTo>
                <a:lnTo>
                  <a:pt x="49009" y="92278"/>
                </a:lnTo>
                <a:lnTo>
                  <a:pt x="49530" y="108394"/>
                </a:lnTo>
                <a:lnTo>
                  <a:pt x="50063" y="125945"/>
                </a:lnTo>
                <a:lnTo>
                  <a:pt x="50203" y="137160"/>
                </a:lnTo>
                <a:lnTo>
                  <a:pt x="50088" y="161671"/>
                </a:lnTo>
                <a:lnTo>
                  <a:pt x="47244" y="256032"/>
                </a:lnTo>
                <a:lnTo>
                  <a:pt x="33909" y="328231"/>
                </a:lnTo>
                <a:lnTo>
                  <a:pt x="0" y="394716"/>
                </a:lnTo>
                <a:lnTo>
                  <a:pt x="3048" y="399288"/>
                </a:lnTo>
                <a:lnTo>
                  <a:pt x="33337" y="365290"/>
                </a:lnTo>
                <a:lnTo>
                  <a:pt x="55626" y="320421"/>
                </a:lnTo>
                <a:lnTo>
                  <a:pt x="69913" y="264706"/>
                </a:lnTo>
                <a:lnTo>
                  <a:pt x="76200" y="198120"/>
                </a:lnTo>
                <a:lnTo>
                  <a:pt x="158496" y="198120"/>
                </a:lnTo>
                <a:lnTo>
                  <a:pt x="156235" y="236156"/>
                </a:lnTo>
                <a:lnTo>
                  <a:pt x="152285" y="287070"/>
                </a:lnTo>
                <a:lnTo>
                  <a:pt x="143256" y="315468"/>
                </a:lnTo>
                <a:lnTo>
                  <a:pt x="134112" y="313944"/>
                </a:lnTo>
                <a:lnTo>
                  <a:pt x="126111" y="313423"/>
                </a:lnTo>
                <a:lnTo>
                  <a:pt x="115824" y="312039"/>
                </a:lnTo>
                <a:lnTo>
                  <a:pt x="88392" y="307848"/>
                </a:lnTo>
                <a:lnTo>
                  <a:pt x="88506" y="313994"/>
                </a:lnTo>
                <a:lnTo>
                  <a:pt x="106705" y="322516"/>
                </a:lnTo>
                <a:lnTo>
                  <a:pt x="120586" y="332232"/>
                </a:lnTo>
                <a:lnTo>
                  <a:pt x="130187" y="343090"/>
                </a:lnTo>
                <a:lnTo>
                  <a:pt x="135636" y="355092"/>
                </a:lnTo>
                <a:lnTo>
                  <a:pt x="146431" y="349097"/>
                </a:lnTo>
                <a:lnTo>
                  <a:pt x="171475" y="315468"/>
                </a:lnTo>
                <a:lnTo>
                  <a:pt x="178790" y="253517"/>
                </a:lnTo>
                <a:lnTo>
                  <a:pt x="181356" y="207264"/>
                </a:lnTo>
                <a:lnTo>
                  <a:pt x="193929" y="198120"/>
                </a:lnTo>
                <a:lnTo>
                  <a:pt x="198120" y="195072"/>
                </a:lnTo>
                <a:lnTo>
                  <a:pt x="190030" y="187452"/>
                </a:lnTo>
                <a:lnTo>
                  <a:pt x="172212" y="170688"/>
                </a:lnTo>
                <a:lnTo>
                  <a:pt x="155448" y="187452"/>
                </a:lnTo>
                <a:lnTo>
                  <a:pt x="76200" y="187452"/>
                </a:lnTo>
                <a:lnTo>
                  <a:pt x="77724" y="103632"/>
                </a:lnTo>
                <a:lnTo>
                  <a:pt x="214884" y="103632"/>
                </a:lnTo>
                <a:lnTo>
                  <a:pt x="222034" y="161671"/>
                </a:lnTo>
                <a:lnTo>
                  <a:pt x="232029" y="212407"/>
                </a:lnTo>
                <a:lnTo>
                  <a:pt x="244894" y="256019"/>
                </a:lnTo>
                <a:lnTo>
                  <a:pt x="260604" y="292608"/>
                </a:lnTo>
                <a:lnTo>
                  <a:pt x="240296" y="317449"/>
                </a:lnTo>
                <a:lnTo>
                  <a:pt x="215836" y="341566"/>
                </a:lnTo>
                <a:lnTo>
                  <a:pt x="187096" y="364832"/>
                </a:lnTo>
                <a:lnTo>
                  <a:pt x="153924" y="387096"/>
                </a:lnTo>
                <a:lnTo>
                  <a:pt x="155448" y="394716"/>
                </a:lnTo>
                <a:lnTo>
                  <a:pt x="187528" y="379056"/>
                </a:lnTo>
                <a:lnTo>
                  <a:pt x="217741" y="359664"/>
                </a:lnTo>
                <a:lnTo>
                  <a:pt x="246532" y="336854"/>
                </a:lnTo>
                <a:lnTo>
                  <a:pt x="274320" y="310896"/>
                </a:lnTo>
                <a:lnTo>
                  <a:pt x="295452" y="335495"/>
                </a:lnTo>
                <a:lnTo>
                  <a:pt x="333692" y="368122"/>
                </a:lnTo>
                <a:lnTo>
                  <a:pt x="379095" y="385953"/>
                </a:lnTo>
                <a:lnTo>
                  <a:pt x="396240" y="388620"/>
                </a:lnTo>
                <a:lnTo>
                  <a:pt x="400812" y="388620"/>
                </a:lnTo>
                <a:lnTo>
                  <a:pt x="402336" y="387096"/>
                </a:lnTo>
                <a:close/>
              </a:path>
              <a:path w="699769" h="399414">
                <a:moveTo>
                  <a:pt x="699528" y="195072"/>
                </a:moveTo>
                <a:lnTo>
                  <a:pt x="582180" y="195072"/>
                </a:lnTo>
                <a:lnTo>
                  <a:pt x="582180" y="233172"/>
                </a:lnTo>
                <a:lnTo>
                  <a:pt x="656856" y="233172"/>
                </a:lnTo>
                <a:lnTo>
                  <a:pt x="656856" y="316992"/>
                </a:lnTo>
                <a:lnTo>
                  <a:pt x="608088" y="326707"/>
                </a:lnTo>
                <a:lnTo>
                  <a:pt x="589800" y="327660"/>
                </a:lnTo>
                <a:lnTo>
                  <a:pt x="577748" y="327088"/>
                </a:lnTo>
                <a:lnTo>
                  <a:pt x="536498" y="313397"/>
                </a:lnTo>
                <a:lnTo>
                  <a:pt x="505523" y="284035"/>
                </a:lnTo>
                <a:lnTo>
                  <a:pt x="486968" y="238582"/>
                </a:lnTo>
                <a:lnTo>
                  <a:pt x="483120" y="195072"/>
                </a:lnTo>
                <a:lnTo>
                  <a:pt x="484847" y="167030"/>
                </a:lnTo>
                <a:lnTo>
                  <a:pt x="499186" y="120065"/>
                </a:lnTo>
                <a:lnTo>
                  <a:pt x="527164" y="85471"/>
                </a:lnTo>
                <a:lnTo>
                  <a:pt x="564794" y="67805"/>
                </a:lnTo>
                <a:lnTo>
                  <a:pt x="586752" y="65532"/>
                </a:lnTo>
                <a:lnTo>
                  <a:pt x="596747" y="65824"/>
                </a:lnTo>
                <a:lnTo>
                  <a:pt x="639711" y="74866"/>
                </a:lnTo>
                <a:lnTo>
                  <a:pt x="678192" y="94488"/>
                </a:lnTo>
                <a:lnTo>
                  <a:pt x="688860" y="103632"/>
                </a:lnTo>
                <a:lnTo>
                  <a:pt x="694956" y="108204"/>
                </a:lnTo>
                <a:lnTo>
                  <a:pt x="698004" y="108204"/>
                </a:lnTo>
                <a:lnTo>
                  <a:pt x="698004" y="56388"/>
                </a:lnTo>
                <a:lnTo>
                  <a:pt x="676668" y="45720"/>
                </a:lnTo>
                <a:lnTo>
                  <a:pt x="670064" y="43434"/>
                </a:lnTo>
                <a:lnTo>
                  <a:pt x="652284" y="36576"/>
                </a:lnTo>
                <a:lnTo>
                  <a:pt x="645401" y="35204"/>
                </a:lnTo>
                <a:lnTo>
                  <a:pt x="631063" y="31864"/>
                </a:lnTo>
                <a:lnTo>
                  <a:pt x="623328" y="30480"/>
                </a:lnTo>
                <a:lnTo>
                  <a:pt x="616204" y="29603"/>
                </a:lnTo>
                <a:lnTo>
                  <a:pt x="608660" y="29146"/>
                </a:lnTo>
                <a:lnTo>
                  <a:pt x="592848" y="28956"/>
                </a:lnTo>
                <a:lnTo>
                  <a:pt x="575983" y="29552"/>
                </a:lnTo>
                <a:lnTo>
                  <a:pt x="528840" y="39624"/>
                </a:lnTo>
                <a:lnTo>
                  <a:pt x="490689" y="62560"/>
                </a:lnTo>
                <a:lnTo>
                  <a:pt x="461975" y="96774"/>
                </a:lnTo>
                <a:lnTo>
                  <a:pt x="444461" y="141287"/>
                </a:lnTo>
                <a:lnTo>
                  <a:pt x="437400" y="195072"/>
                </a:lnTo>
                <a:lnTo>
                  <a:pt x="438200" y="215938"/>
                </a:lnTo>
                <a:lnTo>
                  <a:pt x="448068" y="268224"/>
                </a:lnTo>
                <a:lnTo>
                  <a:pt x="470357" y="310451"/>
                </a:lnTo>
                <a:lnTo>
                  <a:pt x="502742" y="340995"/>
                </a:lnTo>
                <a:lnTo>
                  <a:pt x="543737" y="358457"/>
                </a:lnTo>
                <a:lnTo>
                  <a:pt x="591324" y="364236"/>
                </a:lnTo>
                <a:lnTo>
                  <a:pt x="600176" y="363982"/>
                </a:lnTo>
                <a:lnTo>
                  <a:pt x="644321" y="357124"/>
                </a:lnTo>
                <a:lnTo>
                  <a:pt x="663905" y="350520"/>
                </a:lnTo>
                <a:lnTo>
                  <a:pt x="676668" y="345948"/>
                </a:lnTo>
                <a:lnTo>
                  <a:pt x="687336" y="341376"/>
                </a:lnTo>
                <a:lnTo>
                  <a:pt x="693432" y="338328"/>
                </a:lnTo>
                <a:lnTo>
                  <a:pt x="699528" y="336804"/>
                </a:lnTo>
                <a:lnTo>
                  <a:pt x="699528" y="19507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6" name="object 86"/>
          <p:cNvSpPr/>
          <p:nvPr/>
        </p:nvSpPr>
        <p:spPr>
          <a:xfrm>
            <a:off x="2903219" y="5148072"/>
            <a:ext cx="356870" cy="402590"/>
          </a:xfrm>
          <a:custGeom>
            <a:avLst/>
            <a:gdLst/>
            <a:ahLst/>
            <a:cxnLst/>
            <a:rect l="l" t="t" r="r" b="b"/>
            <a:pathLst>
              <a:path w="356870" h="402589">
                <a:moveTo>
                  <a:pt x="53340" y="91440"/>
                </a:moveTo>
                <a:lnTo>
                  <a:pt x="42672" y="91440"/>
                </a:lnTo>
                <a:lnTo>
                  <a:pt x="50696" y="63436"/>
                </a:lnTo>
                <a:lnTo>
                  <a:pt x="56578" y="38862"/>
                </a:lnTo>
                <a:lnTo>
                  <a:pt x="60459" y="17716"/>
                </a:lnTo>
                <a:lnTo>
                  <a:pt x="62484" y="0"/>
                </a:lnTo>
                <a:lnTo>
                  <a:pt x="100584" y="21336"/>
                </a:lnTo>
                <a:lnTo>
                  <a:pt x="90844" y="29075"/>
                </a:lnTo>
                <a:lnTo>
                  <a:pt x="79819" y="43243"/>
                </a:lnTo>
                <a:lnTo>
                  <a:pt x="67365" y="63984"/>
                </a:lnTo>
                <a:lnTo>
                  <a:pt x="53340" y="91440"/>
                </a:lnTo>
                <a:close/>
              </a:path>
              <a:path w="356870" h="402589">
                <a:moveTo>
                  <a:pt x="147828" y="192024"/>
                </a:moveTo>
                <a:lnTo>
                  <a:pt x="141732" y="188976"/>
                </a:lnTo>
                <a:lnTo>
                  <a:pt x="158877" y="161496"/>
                </a:lnTo>
                <a:lnTo>
                  <a:pt x="173736" y="136017"/>
                </a:lnTo>
                <a:lnTo>
                  <a:pt x="196596" y="89916"/>
                </a:lnTo>
                <a:lnTo>
                  <a:pt x="211264" y="46482"/>
                </a:lnTo>
                <a:lnTo>
                  <a:pt x="222503" y="3048"/>
                </a:lnTo>
                <a:lnTo>
                  <a:pt x="260603" y="24384"/>
                </a:lnTo>
                <a:lnTo>
                  <a:pt x="252626" y="32361"/>
                </a:lnTo>
                <a:lnTo>
                  <a:pt x="242506" y="47053"/>
                </a:lnTo>
                <a:lnTo>
                  <a:pt x="230385" y="68318"/>
                </a:lnTo>
                <a:lnTo>
                  <a:pt x="216408" y="96012"/>
                </a:lnTo>
                <a:lnTo>
                  <a:pt x="348996" y="96012"/>
                </a:lnTo>
                <a:lnTo>
                  <a:pt x="356616" y="103632"/>
                </a:lnTo>
                <a:lnTo>
                  <a:pt x="352806" y="106680"/>
                </a:lnTo>
                <a:lnTo>
                  <a:pt x="213360" y="106680"/>
                </a:lnTo>
                <a:lnTo>
                  <a:pt x="197334" y="130944"/>
                </a:lnTo>
                <a:lnTo>
                  <a:pt x="181165" y="153352"/>
                </a:lnTo>
                <a:lnTo>
                  <a:pt x="164711" y="173759"/>
                </a:lnTo>
                <a:lnTo>
                  <a:pt x="147828" y="192024"/>
                </a:lnTo>
                <a:close/>
              </a:path>
              <a:path w="356870" h="402589">
                <a:moveTo>
                  <a:pt x="146304" y="91440"/>
                </a:moveTo>
                <a:lnTo>
                  <a:pt x="111252" y="91440"/>
                </a:lnTo>
                <a:lnTo>
                  <a:pt x="128016" y="73152"/>
                </a:lnTo>
                <a:lnTo>
                  <a:pt x="146304" y="91440"/>
                </a:lnTo>
                <a:close/>
              </a:path>
              <a:path w="356870" h="402589">
                <a:moveTo>
                  <a:pt x="0" y="399288"/>
                </a:moveTo>
                <a:lnTo>
                  <a:pt x="816" y="361188"/>
                </a:lnTo>
                <a:lnTo>
                  <a:pt x="914" y="355092"/>
                </a:lnTo>
                <a:lnTo>
                  <a:pt x="1333" y="317182"/>
                </a:lnTo>
                <a:lnTo>
                  <a:pt x="1427" y="178308"/>
                </a:lnTo>
                <a:lnTo>
                  <a:pt x="1310" y="153352"/>
                </a:lnTo>
                <a:lnTo>
                  <a:pt x="891" y="115824"/>
                </a:lnTo>
                <a:lnTo>
                  <a:pt x="0" y="74676"/>
                </a:lnTo>
                <a:lnTo>
                  <a:pt x="25908" y="91440"/>
                </a:lnTo>
                <a:lnTo>
                  <a:pt x="146304" y="91440"/>
                </a:lnTo>
                <a:lnTo>
                  <a:pt x="153924" y="99060"/>
                </a:lnTo>
                <a:lnTo>
                  <a:pt x="149733" y="102108"/>
                </a:lnTo>
                <a:lnTo>
                  <a:pt x="24384" y="102108"/>
                </a:lnTo>
                <a:lnTo>
                  <a:pt x="24384" y="213360"/>
                </a:lnTo>
                <a:lnTo>
                  <a:pt x="137206" y="213360"/>
                </a:lnTo>
                <a:lnTo>
                  <a:pt x="137218" y="222504"/>
                </a:lnTo>
                <a:lnTo>
                  <a:pt x="24384" y="222504"/>
                </a:lnTo>
                <a:lnTo>
                  <a:pt x="24384" y="344424"/>
                </a:lnTo>
                <a:lnTo>
                  <a:pt x="137908" y="344424"/>
                </a:lnTo>
                <a:lnTo>
                  <a:pt x="137940" y="347435"/>
                </a:lnTo>
                <a:lnTo>
                  <a:pt x="138126" y="355092"/>
                </a:lnTo>
                <a:lnTo>
                  <a:pt x="24384" y="355092"/>
                </a:lnTo>
                <a:lnTo>
                  <a:pt x="24384" y="385572"/>
                </a:lnTo>
                <a:lnTo>
                  <a:pt x="0" y="399288"/>
                </a:lnTo>
                <a:close/>
              </a:path>
              <a:path w="356870" h="402589">
                <a:moveTo>
                  <a:pt x="348996" y="96012"/>
                </a:moveTo>
                <a:lnTo>
                  <a:pt x="310896" y="96012"/>
                </a:lnTo>
                <a:lnTo>
                  <a:pt x="330708" y="77724"/>
                </a:lnTo>
                <a:lnTo>
                  <a:pt x="348996" y="96012"/>
                </a:lnTo>
                <a:close/>
              </a:path>
              <a:path w="356870" h="402589">
                <a:moveTo>
                  <a:pt x="137206" y="213360"/>
                </a:moveTo>
                <a:lnTo>
                  <a:pt x="114300" y="213360"/>
                </a:lnTo>
                <a:lnTo>
                  <a:pt x="114300" y="102108"/>
                </a:lnTo>
                <a:lnTo>
                  <a:pt x="149733" y="102108"/>
                </a:lnTo>
                <a:lnTo>
                  <a:pt x="137160" y="111252"/>
                </a:lnTo>
                <a:lnTo>
                  <a:pt x="137206" y="213360"/>
                </a:lnTo>
                <a:close/>
              </a:path>
              <a:path w="356870" h="402589">
                <a:moveTo>
                  <a:pt x="326880" y="361188"/>
                </a:moveTo>
                <a:lnTo>
                  <a:pt x="283464" y="361188"/>
                </a:lnTo>
                <a:lnTo>
                  <a:pt x="291750" y="359211"/>
                </a:lnTo>
                <a:lnTo>
                  <a:pt x="298323" y="353377"/>
                </a:lnTo>
                <a:lnTo>
                  <a:pt x="308595" y="305360"/>
                </a:lnTo>
                <a:lnTo>
                  <a:pt x="310705" y="259842"/>
                </a:lnTo>
                <a:lnTo>
                  <a:pt x="312539" y="193548"/>
                </a:lnTo>
                <a:lnTo>
                  <a:pt x="313944" y="106680"/>
                </a:lnTo>
                <a:lnTo>
                  <a:pt x="352806" y="106680"/>
                </a:lnTo>
                <a:lnTo>
                  <a:pt x="341376" y="115824"/>
                </a:lnTo>
                <a:lnTo>
                  <a:pt x="339535" y="190085"/>
                </a:lnTo>
                <a:lnTo>
                  <a:pt x="337620" y="250155"/>
                </a:lnTo>
                <a:lnTo>
                  <a:pt x="335560" y="296107"/>
                </a:lnTo>
                <a:lnTo>
                  <a:pt x="333280" y="328013"/>
                </a:lnTo>
                <a:lnTo>
                  <a:pt x="330708" y="345948"/>
                </a:lnTo>
                <a:lnTo>
                  <a:pt x="327874" y="358521"/>
                </a:lnTo>
                <a:lnTo>
                  <a:pt x="326880" y="361188"/>
                </a:lnTo>
                <a:close/>
              </a:path>
              <a:path w="356870" h="402589">
                <a:moveTo>
                  <a:pt x="231648" y="269748"/>
                </a:moveTo>
                <a:lnTo>
                  <a:pt x="228600" y="269748"/>
                </a:lnTo>
                <a:lnTo>
                  <a:pt x="225456" y="268295"/>
                </a:lnTo>
                <a:lnTo>
                  <a:pt x="222885" y="263842"/>
                </a:lnTo>
                <a:lnTo>
                  <a:pt x="220884" y="256246"/>
                </a:lnTo>
                <a:lnTo>
                  <a:pt x="219456" y="245364"/>
                </a:lnTo>
                <a:lnTo>
                  <a:pt x="214884" y="228242"/>
                </a:lnTo>
                <a:lnTo>
                  <a:pt x="208026" y="211264"/>
                </a:lnTo>
                <a:lnTo>
                  <a:pt x="198882" y="194571"/>
                </a:lnTo>
                <a:lnTo>
                  <a:pt x="187452" y="178308"/>
                </a:lnTo>
                <a:lnTo>
                  <a:pt x="190500" y="172212"/>
                </a:lnTo>
                <a:lnTo>
                  <a:pt x="224028" y="199834"/>
                </a:lnTo>
                <a:lnTo>
                  <a:pt x="246888" y="236220"/>
                </a:lnTo>
                <a:lnTo>
                  <a:pt x="246888" y="248412"/>
                </a:lnTo>
                <a:lnTo>
                  <a:pt x="243840" y="256032"/>
                </a:lnTo>
                <a:lnTo>
                  <a:pt x="239267" y="262127"/>
                </a:lnTo>
                <a:lnTo>
                  <a:pt x="231648" y="269748"/>
                </a:lnTo>
                <a:close/>
              </a:path>
              <a:path w="356870" h="402589">
                <a:moveTo>
                  <a:pt x="137908" y="344424"/>
                </a:moveTo>
                <a:lnTo>
                  <a:pt x="114300" y="344424"/>
                </a:lnTo>
                <a:lnTo>
                  <a:pt x="114300" y="222504"/>
                </a:lnTo>
                <a:lnTo>
                  <a:pt x="137218" y="222504"/>
                </a:lnTo>
                <a:lnTo>
                  <a:pt x="137334" y="269748"/>
                </a:lnTo>
                <a:lnTo>
                  <a:pt x="137491" y="305562"/>
                </a:lnTo>
                <a:lnTo>
                  <a:pt x="137908" y="344424"/>
                </a:lnTo>
                <a:close/>
              </a:path>
              <a:path w="356870" h="402589">
                <a:moveTo>
                  <a:pt x="277367" y="402336"/>
                </a:moveTo>
                <a:lnTo>
                  <a:pt x="271129" y="389477"/>
                </a:lnTo>
                <a:lnTo>
                  <a:pt x="259461" y="378333"/>
                </a:lnTo>
                <a:lnTo>
                  <a:pt x="242649" y="368903"/>
                </a:lnTo>
                <a:lnTo>
                  <a:pt x="220979" y="361188"/>
                </a:lnTo>
                <a:lnTo>
                  <a:pt x="220979" y="352044"/>
                </a:lnTo>
                <a:lnTo>
                  <a:pt x="241030" y="356044"/>
                </a:lnTo>
                <a:lnTo>
                  <a:pt x="257937" y="358902"/>
                </a:lnTo>
                <a:lnTo>
                  <a:pt x="271986" y="360616"/>
                </a:lnTo>
                <a:lnTo>
                  <a:pt x="283464" y="361188"/>
                </a:lnTo>
                <a:lnTo>
                  <a:pt x="326880" y="361188"/>
                </a:lnTo>
                <a:lnTo>
                  <a:pt x="324040" y="368808"/>
                </a:lnTo>
                <a:lnTo>
                  <a:pt x="289083" y="397740"/>
                </a:lnTo>
                <a:lnTo>
                  <a:pt x="277367" y="402336"/>
                </a:lnTo>
                <a:close/>
              </a:path>
              <a:path w="356870" h="402589">
                <a:moveTo>
                  <a:pt x="114300" y="391668"/>
                </a:moveTo>
                <a:lnTo>
                  <a:pt x="114300" y="355092"/>
                </a:lnTo>
                <a:lnTo>
                  <a:pt x="138126" y="355092"/>
                </a:lnTo>
                <a:lnTo>
                  <a:pt x="138684" y="377952"/>
                </a:lnTo>
                <a:lnTo>
                  <a:pt x="114300" y="39166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7" name="object 87"/>
          <p:cNvSpPr/>
          <p:nvPr/>
        </p:nvSpPr>
        <p:spPr>
          <a:xfrm>
            <a:off x="3317748" y="5145023"/>
            <a:ext cx="2184400" cy="413384"/>
          </a:xfrm>
          <a:custGeom>
            <a:avLst/>
            <a:gdLst/>
            <a:ahLst/>
            <a:cxnLst/>
            <a:rect l="l" t="t" r="r" b="b"/>
            <a:pathLst>
              <a:path w="2184400" h="413385">
                <a:moveTo>
                  <a:pt x="397764" y="193548"/>
                </a:moveTo>
                <a:lnTo>
                  <a:pt x="358140" y="155448"/>
                </a:lnTo>
                <a:lnTo>
                  <a:pt x="324612" y="182880"/>
                </a:lnTo>
                <a:lnTo>
                  <a:pt x="0" y="182880"/>
                </a:lnTo>
                <a:lnTo>
                  <a:pt x="16764" y="198120"/>
                </a:lnTo>
                <a:lnTo>
                  <a:pt x="26479" y="196126"/>
                </a:lnTo>
                <a:lnTo>
                  <a:pt x="37338" y="194691"/>
                </a:lnTo>
                <a:lnTo>
                  <a:pt x="49339" y="193840"/>
                </a:lnTo>
                <a:lnTo>
                  <a:pt x="62484" y="193548"/>
                </a:lnTo>
                <a:lnTo>
                  <a:pt x="397764" y="193548"/>
                </a:lnTo>
                <a:close/>
              </a:path>
              <a:path w="2184400" h="413385">
                <a:moveTo>
                  <a:pt x="670547" y="147840"/>
                </a:moveTo>
                <a:lnTo>
                  <a:pt x="627875" y="124980"/>
                </a:lnTo>
                <a:lnTo>
                  <a:pt x="628713" y="144792"/>
                </a:lnTo>
                <a:lnTo>
                  <a:pt x="628827" y="149174"/>
                </a:lnTo>
                <a:lnTo>
                  <a:pt x="629221" y="166890"/>
                </a:lnTo>
                <a:lnTo>
                  <a:pt x="629348" y="180416"/>
                </a:lnTo>
                <a:lnTo>
                  <a:pt x="629259" y="347357"/>
                </a:lnTo>
                <a:lnTo>
                  <a:pt x="629208" y="353390"/>
                </a:lnTo>
                <a:lnTo>
                  <a:pt x="628764" y="380415"/>
                </a:lnTo>
                <a:lnTo>
                  <a:pt x="627875" y="413016"/>
                </a:lnTo>
                <a:lnTo>
                  <a:pt x="658355" y="394728"/>
                </a:lnTo>
                <a:lnTo>
                  <a:pt x="657364" y="380415"/>
                </a:lnTo>
                <a:lnTo>
                  <a:pt x="656259" y="362915"/>
                </a:lnTo>
                <a:lnTo>
                  <a:pt x="655574" y="347357"/>
                </a:lnTo>
                <a:lnTo>
                  <a:pt x="655307" y="332244"/>
                </a:lnTo>
                <a:lnTo>
                  <a:pt x="655307" y="158508"/>
                </a:lnTo>
                <a:lnTo>
                  <a:pt x="670547" y="147840"/>
                </a:lnTo>
                <a:close/>
              </a:path>
              <a:path w="2184400" h="413385">
                <a:moveTo>
                  <a:pt x="847331" y="181368"/>
                </a:moveTo>
                <a:lnTo>
                  <a:pt x="798944" y="166890"/>
                </a:lnTo>
                <a:lnTo>
                  <a:pt x="748271" y="138696"/>
                </a:lnTo>
                <a:lnTo>
                  <a:pt x="698360" y="93929"/>
                </a:lnTo>
                <a:lnTo>
                  <a:pt x="657186" y="41160"/>
                </a:lnTo>
                <a:lnTo>
                  <a:pt x="650735" y="32016"/>
                </a:lnTo>
                <a:lnTo>
                  <a:pt x="665975" y="21348"/>
                </a:lnTo>
                <a:lnTo>
                  <a:pt x="629399" y="12"/>
                </a:lnTo>
                <a:lnTo>
                  <a:pt x="619137" y="28016"/>
                </a:lnTo>
                <a:lnTo>
                  <a:pt x="604443" y="57162"/>
                </a:lnTo>
                <a:lnTo>
                  <a:pt x="562343" y="118884"/>
                </a:lnTo>
                <a:lnTo>
                  <a:pt x="536422" y="149174"/>
                </a:lnTo>
                <a:lnTo>
                  <a:pt x="506971" y="175983"/>
                </a:lnTo>
                <a:lnTo>
                  <a:pt x="474268" y="199466"/>
                </a:lnTo>
                <a:lnTo>
                  <a:pt x="438899" y="219468"/>
                </a:lnTo>
                <a:lnTo>
                  <a:pt x="440423" y="225564"/>
                </a:lnTo>
                <a:lnTo>
                  <a:pt x="476173" y="209867"/>
                </a:lnTo>
                <a:lnTo>
                  <a:pt x="536232" y="173913"/>
                </a:lnTo>
                <a:lnTo>
                  <a:pt x="582523" y="130733"/>
                </a:lnTo>
                <a:lnTo>
                  <a:pt x="625335" y="74637"/>
                </a:lnTo>
                <a:lnTo>
                  <a:pt x="646163" y="41160"/>
                </a:lnTo>
                <a:lnTo>
                  <a:pt x="664222" y="72351"/>
                </a:lnTo>
                <a:lnTo>
                  <a:pt x="699744" y="123875"/>
                </a:lnTo>
                <a:lnTo>
                  <a:pt x="737209" y="163385"/>
                </a:lnTo>
                <a:lnTo>
                  <a:pt x="782307" y="196011"/>
                </a:lnTo>
                <a:lnTo>
                  <a:pt x="807707" y="210324"/>
                </a:lnTo>
                <a:lnTo>
                  <a:pt x="814552" y="201180"/>
                </a:lnTo>
                <a:lnTo>
                  <a:pt x="823518" y="194322"/>
                </a:lnTo>
                <a:lnTo>
                  <a:pt x="834504" y="189750"/>
                </a:lnTo>
                <a:lnTo>
                  <a:pt x="847331" y="187464"/>
                </a:lnTo>
                <a:lnTo>
                  <a:pt x="847331" y="181368"/>
                </a:lnTo>
                <a:close/>
              </a:path>
              <a:path w="2184400" h="413385">
                <a:moveTo>
                  <a:pt x="1056132" y="33528"/>
                </a:moveTo>
                <a:lnTo>
                  <a:pt x="1024128" y="12192"/>
                </a:lnTo>
                <a:lnTo>
                  <a:pt x="1018997" y="24193"/>
                </a:lnTo>
                <a:lnTo>
                  <a:pt x="1010602" y="39624"/>
                </a:lnTo>
                <a:lnTo>
                  <a:pt x="999045" y="58483"/>
                </a:lnTo>
                <a:lnTo>
                  <a:pt x="984504" y="80772"/>
                </a:lnTo>
                <a:lnTo>
                  <a:pt x="968756" y="66446"/>
                </a:lnTo>
                <a:lnTo>
                  <a:pt x="951166" y="52959"/>
                </a:lnTo>
                <a:lnTo>
                  <a:pt x="931557" y="40055"/>
                </a:lnTo>
                <a:lnTo>
                  <a:pt x="909828" y="27432"/>
                </a:lnTo>
                <a:lnTo>
                  <a:pt x="905256" y="33528"/>
                </a:lnTo>
                <a:lnTo>
                  <a:pt x="922985" y="46913"/>
                </a:lnTo>
                <a:lnTo>
                  <a:pt x="939736" y="61722"/>
                </a:lnTo>
                <a:lnTo>
                  <a:pt x="955611" y="77685"/>
                </a:lnTo>
                <a:lnTo>
                  <a:pt x="970788" y="94488"/>
                </a:lnTo>
                <a:lnTo>
                  <a:pt x="952131" y="112776"/>
                </a:lnTo>
                <a:lnTo>
                  <a:pt x="932497" y="131064"/>
                </a:lnTo>
                <a:lnTo>
                  <a:pt x="911415" y="149352"/>
                </a:lnTo>
                <a:lnTo>
                  <a:pt x="888492" y="167640"/>
                </a:lnTo>
                <a:lnTo>
                  <a:pt x="891540" y="172212"/>
                </a:lnTo>
                <a:lnTo>
                  <a:pt x="915822" y="159054"/>
                </a:lnTo>
                <a:lnTo>
                  <a:pt x="938403" y="144589"/>
                </a:lnTo>
                <a:lnTo>
                  <a:pt x="959256" y="128714"/>
                </a:lnTo>
                <a:lnTo>
                  <a:pt x="978408" y="111252"/>
                </a:lnTo>
                <a:lnTo>
                  <a:pt x="981811" y="122072"/>
                </a:lnTo>
                <a:lnTo>
                  <a:pt x="985075" y="133731"/>
                </a:lnTo>
                <a:lnTo>
                  <a:pt x="988047" y="145973"/>
                </a:lnTo>
                <a:lnTo>
                  <a:pt x="990600" y="158496"/>
                </a:lnTo>
                <a:lnTo>
                  <a:pt x="968565" y="199605"/>
                </a:lnTo>
                <a:lnTo>
                  <a:pt x="943546" y="238125"/>
                </a:lnTo>
                <a:lnTo>
                  <a:pt x="915365" y="273799"/>
                </a:lnTo>
                <a:lnTo>
                  <a:pt x="883920" y="306324"/>
                </a:lnTo>
                <a:lnTo>
                  <a:pt x="885444" y="313944"/>
                </a:lnTo>
                <a:lnTo>
                  <a:pt x="919162" y="288251"/>
                </a:lnTo>
                <a:lnTo>
                  <a:pt x="949452" y="259270"/>
                </a:lnTo>
                <a:lnTo>
                  <a:pt x="976312" y="227152"/>
                </a:lnTo>
                <a:lnTo>
                  <a:pt x="999744" y="192024"/>
                </a:lnTo>
                <a:lnTo>
                  <a:pt x="1001179" y="234696"/>
                </a:lnTo>
                <a:lnTo>
                  <a:pt x="999528" y="299834"/>
                </a:lnTo>
                <a:lnTo>
                  <a:pt x="993876" y="337858"/>
                </a:lnTo>
                <a:lnTo>
                  <a:pt x="969264" y="367284"/>
                </a:lnTo>
                <a:lnTo>
                  <a:pt x="961644" y="367284"/>
                </a:lnTo>
                <a:lnTo>
                  <a:pt x="954214" y="366979"/>
                </a:lnTo>
                <a:lnTo>
                  <a:pt x="945642" y="365950"/>
                </a:lnTo>
                <a:lnTo>
                  <a:pt x="935926" y="364070"/>
                </a:lnTo>
                <a:lnTo>
                  <a:pt x="925068" y="361188"/>
                </a:lnTo>
                <a:lnTo>
                  <a:pt x="925068" y="368808"/>
                </a:lnTo>
                <a:lnTo>
                  <a:pt x="940498" y="375361"/>
                </a:lnTo>
                <a:lnTo>
                  <a:pt x="952500" y="383476"/>
                </a:lnTo>
                <a:lnTo>
                  <a:pt x="961072" y="393026"/>
                </a:lnTo>
                <a:lnTo>
                  <a:pt x="966216" y="403860"/>
                </a:lnTo>
                <a:lnTo>
                  <a:pt x="983043" y="394131"/>
                </a:lnTo>
                <a:lnTo>
                  <a:pt x="996886" y="383095"/>
                </a:lnTo>
                <a:lnTo>
                  <a:pt x="1007567" y="370649"/>
                </a:lnTo>
                <a:lnTo>
                  <a:pt x="1009345" y="367284"/>
                </a:lnTo>
                <a:lnTo>
                  <a:pt x="1014984" y="356616"/>
                </a:lnTo>
                <a:lnTo>
                  <a:pt x="1024509" y="314134"/>
                </a:lnTo>
                <a:lnTo>
                  <a:pt x="1027176" y="245364"/>
                </a:lnTo>
                <a:lnTo>
                  <a:pt x="1024547" y="205346"/>
                </a:lnTo>
                <a:lnTo>
                  <a:pt x="1022527" y="192024"/>
                </a:lnTo>
                <a:lnTo>
                  <a:pt x="1018794" y="167449"/>
                </a:lnTo>
                <a:lnTo>
                  <a:pt x="1009599" y="131572"/>
                </a:lnTo>
                <a:lnTo>
                  <a:pt x="1001890" y="111252"/>
                </a:lnTo>
                <a:lnTo>
                  <a:pt x="996696" y="97536"/>
                </a:lnTo>
                <a:lnTo>
                  <a:pt x="1021981" y="65824"/>
                </a:lnTo>
                <a:lnTo>
                  <a:pt x="1051001" y="36677"/>
                </a:lnTo>
                <a:lnTo>
                  <a:pt x="1056132" y="33528"/>
                </a:lnTo>
                <a:close/>
              </a:path>
              <a:path w="2184400" h="413385">
                <a:moveTo>
                  <a:pt x="1286256" y="361188"/>
                </a:moveTo>
                <a:lnTo>
                  <a:pt x="1284732" y="353568"/>
                </a:lnTo>
                <a:lnTo>
                  <a:pt x="1282115" y="344424"/>
                </a:lnTo>
                <a:lnTo>
                  <a:pt x="1281684" y="342900"/>
                </a:lnTo>
                <a:lnTo>
                  <a:pt x="1275981" y="334048"/>
                </a:lnTo>
                <a:lnTo>
                  <a:pt x="1263586" y="321183"/>
                </a:lnTo>
                <a:lnTo>
                  <a:pt x="1244600" y="304330"/>
                </a:lnTo>
                <a:lnTo>
                  <a:pt x="1219200" y="283464"/>
                </a:lnTo>
                <a:lnTo>
                  <a:pt x="1213104" y="289560"/>
                </a:lnTo>
                <a:lnTo>
                  <a:pt x="1224546" y="303568"/>
                </a:lnTo>
                <a:lnTo>
                  <a:pt x="1233868" y="315849"/>
                </a:lnTo>
                <a:lnTo>
                  <a:pt x="1241171" y="326428"/>
                </a:lnTo>
                <a:lnTo>
                  <a:pt x="1246632" y="335280"/>
                </a:lnTo>
                <a:lnTo>
                  <a:pt x="1170432" y="345948"/>
                </a:lnTo>
                <a:lnTo>
                  <a:pt x="1170432" y="245364"/>
                </a:lnTo>
                <a:lnTo>
                  <a:pt x="1229868" y="245364"/>
                </a:lnTo>
                <a:lnTo>
                  <a:pt x="1229868" y="271272"/>
                </a:lnTo>
                <a:lnTo>
                  <a:pt x="1255776" y="257556"/>
                </a:lnTo>
                <a:lnTo>
                  <a:pt x="1255217" y="245364"/>
                </a:lnTo>
                <a:lnTo>
                  <a:pt x="1254887" y="238125"/>
                </a:lnTo>
                <a:lnTo>
                  <a:pt x="1254836" y="234696"/>
                </a:lnTo>
                <a:lnTo>
                  <a:pt x="1254442" y="209550"/>
                </a:lnTo>
                <a:lnTo>
                  <a:pt x="1254353" y="192024"/>
                </a:lnTo>
                <a:lnTo>
                  <a:pt x="1254252" y="124968"/>
                </a:lnTo>
                <a:lnTo>
                  <a:pt x="1265135" y="117348"/>
                </a:lnTo>
                <a:lnTo>
                  <a:pt x="1269492" y="114300"/>
                </a:lnTo>
                <a:lnTo>
                  <a:pt x="1261872" y="106680"/>
                </a:lnTo>
                <a:lnTo>
                  <a:pt x="1243584" y="88392"/>
                </a:lnTo>
                <a:lnTo>
                  <a:pt x="1229868" y="102108"/>
                </a:lnTo>
                <a:lnTo>
                  <a:pt x="1229868" y="117348"/>
                </a:lnTo>
                <a:lnTo>
                  <a:pt x="1229868" y="234696"/>
                </a:lnTo>
                <a:lnTo>
                  <a:pt x="1170432" y="234696"/>
                </a:lnTo>
                <a:lnTo>
                  <a:pt x="1170432" y="117348"/>
                </a:lnTo>
                <a:lnTo>
                  <a:pt x="1229868" y="117348"/>
                </a:lnTo>
                <a:lnTo>
                  <a:pt x="1229868" y="102108"/>
                </a:lnTo>
                <a:lnTo>
                  <a:pt x="1225296" y="106680"/>
                </a:lnTo>
                <a:lnTo>
                  <a:pt x="1170432" y="106680"/>
                </a:lnTo>
                <a:lnTo>
                  <a:pt x="1170432" y="36576"/>
                </a:lnTo>
                <a:lnTo>
                  <a:pt x="1182624" y="24384"/>
                </a:lnTo>
                <a:lnTo>
                  <a:pt x="1144524" y="6096"/>
                </a:lnTo>
                <a:lnTo>
                  <a:pt x="1145870" y="48107"/>
                </a:lnTo>
                <a:lnTo>
                  <a:pt x="1146048" y="106680"/>
                </a:lnTo>
                <a:lnTo>
                  <a:pt x="1146048" y="117348"/>
                </a:lnTo>
                <a:lnTo>
                  <a:pt x="1146048" y="234696"/>
                </a:lnTo>
                <a:lnTo>
                  <a:pt x="1086612" y="234696"/>
                </a:lnTo>
                <a:lnTo>
                  <a:pt x="1086612" y="117348"/>
                </a:lnTo>
                <a:lnTo>
                  <a:pt x="1146048" y="117348"/>
                </a:lnTo>
                <a:lnTo>
                  <a:pt x="1146048" y="106680"/>
                </a:lnTo>
                <a:lnTo>
                  <a:pt x="1086612" y="106680"/>
                </a:lnTo>
                <a:lnTo>
                  <a:pt x="1060704" y="88392"/>
                </a:lnTo>
                <a:lnTo>
                  <a:pt x="1061542" y="111252"/>
                </a:lnTo>
                <a:lnTo>
                  <a:pt x="1061618" y="114300"/>
                </a:lnTo>
                <a:lnTo>
                  <a:pt x="1061986" y="133731"/>
                </a:lnTo>
                <a:lnTo>
                  <a:pt x="1062101" y="145973"/>
                </a:lnTo>
                <a:lnTo>
                  <a:pt x="1062037" y="230886"/>
                </a:lnTo>
                <a:lnTo>
                  <a:pt x="1061580" y="254889"/>
                </a:lnTo>
                <a:lnTo>
                  <a:pt x="1060704" y="278892"/>
                </a:lnTo>
                <a:lnTo>
                  <a:pt x="1086612" y="265176"/>
                </a:lnTo>
                <a:lnTo>
                  <a:pt x="1086612" y="245364"/>
                </a:lnTo>
                <a:lnTo>
                  <a:pt x="1146048" y="245364"/>
                </a:lnTo>
                <a:lnTo>
                  <a:pt x="1146048" y="348996"/>
                </a:lnTo>
                <a:lnTo>
                  <a:pt x="1114348" y="352793"/>
                </a:lnTo>
                <a:lnTo>
                  <a:pt x="1085659" y="355282"/>
                </a:lnTo>
                <a:lnTo>
                  <a:pt x="1037844" y="358140"/>
                </a:lnTo>
                <a:lnTo>
                  <a:pt x="1054608" y="394716"/>
                </a:lnTo>
                <a:lnTo>
                  <a:pt x="1096822" y="379717"/>
                </a:lnTo>
                <a:lnTo>
                  <a:pt x="1150442" y="366509"/>
                </a:lnTo>
                <a:lnTo>
                  <a:pt x="1200607" y="355307"/>
                </a:lnTo>
                <a:lnTo>
                  <a:pt x="1242822" y="345948"/>
                </a:lnTo>
                <a:lnTo>
                  <a:pt x="1249680" y="344424"/>
                </a:lnTo>
                <a:lnTo>
                  <a:pt x="1253972" y="355282"/>
                </a:lnTo>
                <a:lnTo>
                  <a:pt x="1257871" y="365188"/>
                </a:lnTo>
                <a:lnTo>
                  <a:pt x="1261465" y="374218"/>
                </a:lnTo>
                <a:lnTo>
                  <a:pt x="1264920" y="382524"/>
                </a:lnTo>
                <a:lnTo>
                  <a:pt x="1266444" y="388620"/>
                </a:lnTo>
                <a:lnTo>
                  <a:pt x="1269492" y="391668"/>
                </a:lnTo>
                <a:lnTo>
                  <a:pt x="1274064" y="391668"/>
                </a:lnTo>
                <a:lnTo>
                  <a:pt x="1277112" y="388620"/>
                </a:lnTo>
                <a:lnTo>
                  <a:pt x="1280160" y="384048"/>
                </a:lnTo>
                <a:lnTo>
                  <a:pt x="1284732" y="379476"/>
                </a:lnTo>
                <a:lnTo>
                  <a:pt x="1286256" y="373380"/>
                </a:lnTo>
                <a:lnTo>
                  <a:pt x="1286256" y="361188"/>
                </a:lnTo>
                <a:close/>
              </a:path>
              <a:path w="2184400" h="413385">
                <a:moveTo>
                  <a:pt x="1501127" y="278892"/>
                </a:moveTo>
                <a:lnTo>
                  <a:pt x="1490459" y="234696"/>
                </a:lnTo>
                <a:lnTo>
                  <a:pt x="1471028" y="199263"/>
                </a:lnTo>
                <a:lnTo>
                  <a:pt x="1435595" y="143256"/>
                </a:lnTo>
                <a:lnTo>
                  <a:pt x="1429499" y="146304"/>
                </a:lnTo>
                <a:lnTo>
                  <a:pt x="1438097" y="168592"/>
                </a:lnTo>
                <a:lnTo>
                  <a:pt x="1445691" y="189738"/>
                </a:lnTo>
                <a:lnTo>
                  <a:pt x="1458455" y="228600"/>
                </a:lnTo>
                <a:lnTo>
                  <a:pt x="1468958" y="279831"/>
                </a:lnTo>
                <a:lnTo>
                  <a:pt x="1470647" y="294132"/>
                </a:lnTo>
                <a:lnTo>
                  <a:pt x="1472361" y="305828"/>
                </a:lnTo>
                <a:lnTo>
                  <a:pt x="1475219" y="313372"/>
                </a:lnTo>
                <a:lnTo>
                  <a:pt x="1479219" y="316636"/>
                </a:lnTo>
                <a:lnTo>
                  <a:pt x="1484363" y="315468"/>
                </a:lnTo>
                <a:lnTo>
                  <a:pt x="1491983" y="310896"/>
                </a:lnTo>
                <a:lnTo>
                  <a:pt x="1496555" y="304800"/>
                </a:lnTo>
                <a:lnTo>
                  <a:pt x="1499603" y="289560"/>
                </a:lnTo>
                <a:lnTo>
                  <a:pt x="1501127" y="283464"/>
                </a:lnTo>
                <a:lnTo>
                  <a:pt x="1501127" y="278892"/>
                </a:lnTo>
                <a:close/>
              </a:path>
              <a:path w="2184400" h="413385">
                <a:moveTo>
                  <a:pt x="1552943" y="50292"/>
                </a:moveTo>
                <a:lnTo>
                  <a:pt x="1525320" y="21336"/>
                </a:lnTo>
                <a:lnTo>
                  <a:pt x="1491983" y="3048"/>
                </a:lnTo>
                <a:lnTo>
                  <a:pt x="1488935" y="9144"/>
                </a:lnTo>
                <a:lnTo>
                  <a:pt x="1500606" y="24244"/>
                </a:lnTo>
                <a:lnTo>
                  <a:pt x="1510271" y="39624"/>
                </a:lnTo>
                <a:lnTo>
                  <a:pt x="1517662" y="55016"/>
                </a:lnTo>
                <a:lnTo>
                  <a:pt x="1522463" y="70104"/>
                </a:lnTo>
                <a:lnTo>
                  <a:pt x="1527035" y="82296"/>
                </a:lnTo>
                <a:lnTo>
                  <a:pt x="1530083" y="88392"/>
                </a:lnTo>
                <a:lnTo>
                  <a:pt x="1537703" y="88392"/>
                </a:lnTo>
                <a:lnTo>
                  <a:pt x="1540751" y="85344"/>
                </a:lnTo>
                <a:lnTo>
                  <a:pt x="1549895" y="70104"/>
                </a:lnTo>
                <a:lnTo>
                  <a:pt x="1552943" y="64008"/>
                </a:lnTo>
                <a:lnTo>
                  <a:pt x="1552943" y="50292"/>
                </a:lnTo>
                <a:close/>
              </a:path>
              <a:path w="2184400" h="413385">
                <a:moveTo>
                  <a:pt x="1714487" y="106680"/>
                </a:moveTo>
                <a:lnTo>
                  <a:pt x="1679435" y="70104"/>
                </a:lnTo>
                <a:lnTo>
                  <a:pt x="1653527" y="96012"/>
                </a:lnTo>
                <a:lnTo>
                  <a:pt x="1356347" y="96012"/>
                </a:lnTo>
                <a:lnTo>
                  <a:pt x="1371587" y="111252"/>
                </a:lnTo>
                <a:lnTo>
                  <a:pt x="1381899" y="109258"/>
                </a:lnTo>
                <a:lnTo>
                  <a:pt x="1392351" y="107823"/>
                </a:lnTo>
                <a:lnTo>
                  <a:pt x="1403096" y="106972"/>
                </a:lnTo>
                <a:lnTo>
                  <a:pt x="1414259" y="106680"/>
                </a:lnTo>
                <a:lnTo>
                  <a:pt x="1714487" y="106680"/>
                </a:lnTo>
                <a:close/>
              </a:path>
              <a:path w="2184400" h="413385">
                <a:moveTo>
                  <a:pt x="1738871" y="367284"/>
                </a:moveTo>
                <a:lnTo>
                  <a:pt x="1703819" y="329184"/>
                </a:lnTo>
                <a:lnTo>
                  <a:pt x="1677911" y="356616"/>
                </a:lnTo>
                <a:lnTo>
                  <a:pt x="1559039" y="356616"/>
                </a:lnTo>
                <a:lnTo>
                  <a:pt x="1577327" y="313524"/>
                </a:lnTo>
                <a:lnTo>
                  <a:pt x="1595615" y="266700"/>
                </a:lnTo>
                <a:lnTo>
                  <a:pt x="1613903" y="216458"/>
                </a:lnTo>
                <a:lnTo>
                  <a:pt x="1632191" y="163068"/>
                </a:lnTo>
                <a:lnTo>
                  <a:pt x="1652003" y="150876"/>
                </a:lnTo>
                <a:lnTo>
                  <a:pt x="1604759" y="124968"/>
                </a:lnTo>
                <a:lnTo>
                  <a:pt x="1600200" y="161937"/>
                </a:lnTo>
                <a:lnTo>
                  <a:pt x="1592059" y="203441"/>
                </a:lnTo>
                <a:lnTo>
                  <a:pt x="1580400" y="249631"/>
                </a:lnTo>
                <a:lnTo>
                  <a:pt x="1565313" y="300634"/>
                </a:lnTo>
                <a:lnTo>
                  <a:pt x="1546847" y="356616"/>
                </a:lnTo>
                <a:lnTo>
                  <a:pt x="1328915" y="356616"/>
                </a:lnTo>
                <a:lnTo>
                  <a:pt x="1344155" y="371856"/>
                </a:lnTo>
                <a:lnTo>
                  <a:pt x="1353591" y="369862"/>
                </a:lnTo>
                <a:lnTo>
                  <a:pt x="1363586" y="368427"/>
                </a:lnTo>
                <a:lnTo>
                  <a:pt x="1374165" y="367576"/>
                </a:lnTo>
                <a:lnTo>
                  <a:pt x="1385303" y="367284"/>
                </a:lnTo>
                <a:lnTo>
                  <a:pt x="1738871" y="367284"/>
                </a:lnTo>
                <a:close/>
              </a:path>
              <a:path w="2184400" h="413385">
                <a:moveTo>
                  <a:pt x="2013191" y="39624"/>
                </a:moveTo>
                <a:lnTo>
                  <a:pt x="1977478" y="11798"/>
                </a:lnTo>
                <a:lnTo>
                  <a:pt x="1962899" y="6096"/>
                </a:lnTo>
                <a:lnTo>
                  <a:pt x="1959851" y="10668"/>
                </a:lnTo>
                <a:lnTo>
                  <a:pt x="1968423" y="20104"/>
                </a:lnTo>
                <a:lnTo>
                  <a:pt x="1975853" y="30099"/>
                </a:lnTo>
                <a:lnTo>
                  <a:pt x="1982139" y="40678"/>
                </a:lnTo>
                <a:lnTo>
                  <a:pt x="1987283" y="51816"/>
                </a:lnTo>
                <a:lnTo>
                  <a:pt x="1990331" y="62484"/>
                </a:lnTo>
                <a:lnTo>
                  <a:pt x="1994903" y="68580"/>
                </a:lnTo>
                <a:lnTo>
                  <a:pt x="2000999" y="68580"/>
                </a:lnTo>
                <a:lnTo>
                  <a:pt x="2002523" y="65532"/>
                </a:lnTo>
                <a:lnTo>
                  <a:pt x="2011667" y="53340"/>
                </a:lnTo>
                <a:lnTo>
                  <a:pt x="2013191" y="48768"/>
                </a:lnTo>
                <a:lnTo>
                  <a:pt x="2013191" y="39624"/>
                </a:lnTo>
                <a:close/>
              </a:path>
              <a:path w="2184400" h="413385">
                <a:moveTo>
                  <a:pt x="2151875" y="82296"/>
                </a:moveTo>
                <a:lnTo>
                  <a:pt x="2142223" y="71628"/>
                </a:lnTo>
                <a:lnTo>
                  <a:pt x="2122919" y="50292"/>
                </a:lnTo>
                <a:lnTo>
                  <a:pt x="2101583" y="71628"/>
                </a:lnTo>
                <a:lnTo>
                  <a:pt x="1978139" y="71628"/>
                </a:lnTo>
                <a:lnTo>
                  <a:pt x="1978139" y="82296"/>
                </a:lnTo>
                <a:lnTo>
                  <a:pt x="1978139" y="123444"/>
                </a:lnTo>
                <a:lnTo>
                  <a:pt x="1978139" y="134112"/>
                </a:lnTo>
                <a:lnTo>
                  <a:pt x="1978139" y="172212"/>
                </a:lnTo>
                <a:lnTo>
                  <a:pt x="1978139" y="182880"/>
                </a:lnTo>
                <a:lnTo>
                  <a:pt x="1978139" y="222504"/>
                </a:lnTo>
                <a:lnTo>
                  <a:pt x="1879079" y="222504"/>
                </a:lnTo>
                <a:lnTo>
                  <a:pt x="1879079" y="182880"/>
                </a:lnTo>
                <a:lnTo>
                  <a:pt x="1978139" y="182880"/>
                </a:lnTo>
                <a:lnTo>
                  <a:pt x="1978139" y="172212"/>
                </a:lnTo>
                <a:lnTo>
                  <a:pt x="1879079" y="172212"/>
                </a:lnTo>
                <a:lnTo>
                  <a:pt x="1879079" y="134112"/>
                </a:lnTo>
                <a:lnTo>
                  <a:pt x="1978139" y="134112"/>
                </a:lnTo>
                <a:lnTo>
                  <a:pt x="1978139" y="123444"/>
                </a:lnTo>
                <a:lnTo>
                  <a:pt x="1879079" y="123444"/>
                </a:lnTo>
                <a:lnTo>
                  <a:pt x="1879079" y="106680"/>
                </a:lnTo>
                <a:lnTo>
                  <a:pt x="1879079" y="82296"/>
                </a:lnTo>
                <a:lnTo>
                  <a:pt x="1978139" y="82296"/>
                </a:lnTo>
                <a:lnTo>
                  <a:pt x="1978139" y="71628"/>
                </a:lnTo>
                <a:lnTo>
                  <a:pt x="1882127" y="71628"/>
                </a:lnTo>
                <a:lnTo>
                  <a:pt x="1909559" y="28956"/>
                </a:lnTo>
                <a:lnTo>
                  <a:pt x="1924799" y="24384"/>
                </a:lnTo>
                <a:lnTo>
                  <a:pt x="1889747" y="0"/>
                </a:lnTo>
                <a:lnTo>
                  <a:pt x="1880870" y="22860"/>
                </a:lnTo>
                <a:lnTo>
                  <a:pt x="1870125" y="45720"/>
                </a:lnTo>
                <a:lnTo>
                  <a:pt x="1842503" y="91440"/>
                </a:lnTo>
                <a:lnTo>
                  <a:pt x="1809356" y="134493"/>
                </a:lnTo>
                <a:lnTo>
                  <a:pt x="1773923" y="170688"/>
                </a:lnTo>
                <a:lnTo>
                  <a:pt x="1776971" y="175260"/>
                </a:lnTo>
                <a:lnTo>
                  <a:pt x="1799221" y="159626"/>
                </a:lnTo>
                <a:lnTo>
                  <a:pt x="1820024" y="142684"/>
                </a:lnTo>
                <a:lnTo>
                  <a:pt x="1839125" y="124904"/>
                </a:lnTo>
                <a:lnTo>
                  <a:pt x="1856219" y="106680"/>
                </a:lnTo>
                <a:lnTo>
                  <a:pt x="1856105" y="172212"/>
                </a:lnTo>
                <a:lnTo>
                  <a:pt x="1856028" y="188976"/>
                </a:lnTo>
                <a:lnTo>
                  <a:pt x="1855584" y="226695"/>
                </a:lnTo>
                <a:lnTo>
                  <a:pt x="1854695" y="262128"/>
                </a:lnTo>
                <a:lnTo>
                  <a:pt x="1879079" y="254508"/>
                </a:lnTo>
                <a:lnTo>
                  <a:pt x="1879079" y="233172"/>
                </a:lnTo>
                <a:lnTo>
                  <a:pt x="2148827" y="233172"/>
                </a:lnTo>
                <a:lnTo>
                  <a:pt x="2139175" y="222504"/>
                </a:lnTo>
                <a:lnTo>
                  <a:pt x="2119871" y="201168"/>
                </a:lnTo>
                <a:lnTo>
                  <a:pt x="2098535" y="222504"/>
                </a:lnTo>
                <a:lnTo>
                  <a:pt x="2000999" y="222504"/>
                </a:lnTo>
                <a:lnTo>
                  <a:pt x="2000999" y="182880"/>
                </a:lnTo>
                <a:lnTo>
                  <a:pt x="2125967" y="182880"/>
                </a:lnTo>
                <a:lnTo>
                  <a:pt x="2115870" y="172212"/>
                </a:lnTo>
                <a:lnTo>
                  <a:pt x="2098535" y="153924"/>
                </a:lnTo>
                <a:lnTo>
                  <a:pt x="2078723" y="172212"/>
                </a:lnTo>
                <a:lnTo>
                  <a:pt x="2000999" y="172212"/>
                </a:lnTo>
                <a:lnTo>
                  <a:pt x="2000999" y="134112"/>
                </a:lnTo>
                <a:lnTo>
                  <a:pt x="2129015" y="134112"/>
                </a:lnTo>
                <a:lnTo>
                  <a:pt x="2118918" y="123444"/>
                </a:lnTo>
                <a:lnTo>
                  <a:pt x="2101583" y="105156"/>
                </a:lnTo>
                <a:lnTo>
                  <a:pt x="2083295" y="123444"/>
                </a:lnTo>
                <a:lnTo>
                  <a:pt x="2000999" y="123444"/>
                </a:lnTo>
                <a:lnTo>
                  <a:pt x="2000999" y="82296"/>
                </a:lnTo>
                <a:lnTo>
                  <a:pt x="2151875" y="82296"/>
                </a:lnTo>
                <a:close/>
              </a:path>
              <a:path w="2184400" h="413385">
                <a:moveTo>
                  <a:pt x="2183879" y="371856"/>
                </a:moveTo>
                <a:lnTo>
                  <a:pt x="2131110" y="362902"/>
                </a:lnTo>
                <a:lnTo>
                  <a:pt x="2086343" y="345948"/>
                </a:lnTo>
                <a:lnTo>
                  <a:pt x="2046719" y="320802"/>
                </a:lnTo>
                <a:lnTo>
                  <a:pt x="2011667" y="286512"/>
                </a:lnTo>
                <a:lnTo>
                  <a:pt x="2182355" y="286512"/>
                </a:lnTo>
                <a:lnTo>
                  <a:pt x="2151875" y="256032"/>
                </a:lnTo>
                <a:lnTo>
                  <a:pt x="2132063" y="277368"/>
                </a:lnTo>
                <a:lnTo>
                  <a:pt x="1991855" y="277368"/>
                </a:lnTo>
                <a:lnTo>
                  <a:pt x="1991855" y="260604"/>
                </a:lnTo>
                <a:lnTo>
                  <a:pt x="2005571" y="248412"/>
                </a:lnTo>
                <a:lnTo>
                  <a:pt x="1967471" y="234696"/>
                </a:lnTo>
                <a:lnTo>
                  <a:pt x="1968360" y="243293"/>
                </a:lnTo>
                <a:lnTo>
                  <a:pt x="1968804" y="253174"/>
                </a:lnTo>
                <a:lnTo>
                  <a:pt x="1968919" y="260604"/>
                </a:lnTo>
                <a:lnTo>
                  <a:pt x="1968995" y="277368"/>
                </a:lnTo>
                <a:lnTo>
                  <a:pt x="1775447" y="277368"/>
                </a:lnTo>
                <a:lnTo>
                  <a:pt x="1790687" y="292608"/>
                </a:lnTo>
                <a:lnTo>
                  <a:pt x="1800123" y="290372"/>
                </a:lnTo>
                <a:lnTo>
                  <a:pt x="1810118" y="288417"/>
                </a:lnTo>
                <a:lnTo>
                  <a:pt x="1820697" y="287045"/>
                </a:lnTo>
                <a:lnTo>
                  <a:pt x="1831835" y="286512"/>
                </a:lnTo>
                <a:lnTo>
                  <a:pt x="1940039" y="286512"/>
                </a:lnTo>
                <a:lnTo>
                  <a:pt x="1900605" y="324662"/>
                </a:lnTo>
                <a:lnTo>
                  <a:pt x="1857743" y="355600"/>
                </a:lnTo>
                <a:lnTo>
                  <a:pt x="1805165" y="385940"/>
                </a:lnTo>
                <a:lnTo>
                  <a:pt x="1775447" y="400812"/>
                </a:lnTo>
                <a:lnTo>
                  <a:pt x="1776971" y="406908"/>
                </a:lnTo>
                <a:lnTo>
                  <a:pt x="1836407" y="382905"/>
                </a:lnTo>
                <a:lnTo>
                  <a:pt x="1886699" y="356616"/>
                </a:lnTo>
                <a:lnTo>
                  <a:pt x="1930704" y="325945"/>
                </a:lnTo>
                <a:lnTo>
                  <a:pt x="1968995" y="289560"/>
                </a:lnTo>
                <a:lnTo>
                  <a:pt x="1968881" y="339852"/>
                </a:lnTo>
                <a:lnTo>
                  <a:pt x="1968766" y="356616"/>
                </a:lnTo>
                <a:lnTo>
                  <a:pt x="1968360" y="383857"/>
                </a:lnTo>
                <a:lnTo>
                  <a:pt x="1967471" y="413004"/>
                </a:lnTo>
                <a:lnTo>
                  <a:pt x="1993379" y="397764"/>
                </a:lnTo>
                <a:lnTo>
                  <a:pt x="1993201" y="385953"/>
                </a:lnTo>
                <a:lnTo>
                  <a:pt x="1992617" y="358140"/>
                </a:lnTo>
                <a:lnTo>
                  <a:pt x="1992096" y="326186"/>
                </a:lnTo>
                <a:lnTo>
                  <a:pt x="1991880" y="289560"/>
                </a:lnTo>
                <a:lnTo>
                  <a:pt x="1991855" y="286512"/>
                </a:lnTo>
                <a:lnTo>
                  <a:pt x="2002523" y="286512"/>
                </a:lnTo>
                <a:lnTo>
                  <a:pt x="2035670" y="330136"/>
                </a:lnTo>
                <a:lnTo>
                  <a:pt x="2071103" y="361188"/>
                </a:lnTo>
                <a:lnTo>
                  <a:pt x="2109774" y="383857"/>
                </a:lnTo>
                <a:lnTo>
                  <a:pt x="2151875" y="400812"/>
                </a:lnTo>
                <a:lnTo>
                  <a:pt x="2156244" y="392531"/>
                </a:lnTo>
                <a:lnTo>
                  <a:pt x="2162733" y="385953"/>
                </a:lnTo>
                <a:lnTo>
                  <a:pt x="2171814" y="381101"/>
                </a:lnTo>
                <a:lnTo>
                  <a:pt x="2183879" y="377952"/>
                </a:lnTo>
                <a:lnTo>
                  <a:pt x="2183879" y="37185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8" name="object 88"/>
          <p:cNvSpPr/>
          <p:nvPr/>
        </p:nvSpPr>
        <p:spPr>
          <a:xfrm>
            <a:off x="5559552" y="5449823"/>
            <a:ext cx="53340" cy="62865"/>
          </a:xfrm>
          <a:custGeom>
            <a:avLst/>
            <a:gdLst/>
            <a:ahLst/>
            <a:cxnLst/>
            <a:rect l="l" t="t" r="r" b="b"/>
            <a:pathLst>
              <a:path w="53339" h="62864">
                <a:moveTo>
                  <a:pt x="53340" y="62483"/>
                </a:moveTo>
                <a:lnTo>
                  <a:pt x="0" y="62483"/>
                </a:lnTo>
                <a:lnTo>
                  <a:pt x="0" y="0"/>
                </a:lnTo>
                <a:lnTo>
                  <a:pt x="53340" y="0"/>
                </a:lnTo>
                <a:lnTo>
                  <a:pt x="53340" y="6248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</p:spTree>
  </p:cSld>
  <p:clrMapOvr>
    <a:masterClrMapping/>
  </p:clrMapOvr>
</p:sld>
</file>

<file path=ppt/slides/slide6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object 2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9560111" y="7228331"/>
            <a:ext cx="198060" cy="147828"/>
          </a:xfrm>
          <a:prstGeom prst="rect">
            <a:avLst/>
          </a:prstGeom>
        </p:spPr>
      </p:pic>
      <p:sp>
        <p:nvSpPr>
          <p:cNvPr id="3" name="object 3"/>
          <p:cNvSpPr/>
          <p:nvPr/>
        </p:nvSpPr>
        <p:spPr>
          <a:xfrm>
            <a:off x="1760219" y="1328927"/>
            <a:ext cx="218440" cy="447040"/>
          </a:xfrm>
          <a:custGeom>
            <a:avLst/>
            <a:gdLst/>
            <a:ahLst/>
            <a:cxnLst/>
            <a:rect l="l" t="t" r="r" b="b"/>
            <a:pathLst>
              <a:path w="218439" h="447039">
                <a:moveTo>
                  <a:pt x="217931" y="446532"/>
                </a:moveTo>
                <a:lnTo>
                  <a:pt x="0" y="446532"/>
                </a:lnTo>
                <a:lnTo>
                  <a:pt x="0" y="400812"/>
                </a:lnTo>
                <a:lnTo>
                  <a:pt x="80771" y="400812"/>
                </a:lnTo>
                <a:lnTo>
                  <a:pt x="80771" y="102108"/>
                </a:lnTo>
                <a:lnTo>
                  <a:pt x="0" y="102108"/>
                </a:lnTo>
                <a:lnTo>
                  <a:pt x="0" y="62484"/>
                </a:lnTo>
                <a:lnTo>
                  <a:pt x="21407" y="61626"/>
                </a:lnTo>
                <a:lnTo>
                  <a:pt x="39814" y="59055"/>
                </a:lnTo>
                <a:lnTo>
                  <a:pt x="77081" y="41362"/>
                </a:lnTo>
                <a:lnTo>
                  <a:pt x="91439" y="0"/>
                </a:lnTo>
                <a:lnTo>
                  <a:pt x="138683" y="0"/>
                </a:lnTo>
                <a:lnTo>
                  <a:pt x="138683" y="400812"/>
                </a:lnTo>
                <a:lnTo>
                  <a:pt x="217931" y="400812"/>
                </a:lnTo>
                <a:lnTo>
                  <a:pt x="217931" y="446532"/>
                </a:lnTo>
                <a:close/>
              </a:path>
            </a:pathLst>
          </a:custGeom>
          <a:solidFill>
            <a:srgbClr val="3333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" name="object 4"/>
          <p:cNvSpPr/>
          <p:nvPr/>
        </p:nvSpPr>
        <p:spPr>
          <a:xfrm>
            <a:off x="2084832" y="1690116"/>
            <a:ext cx="71755" cy="85725"/>
          </a:xfrm>
          <a:custGeom>
            <a:avLst/>
            <a:gdLst/>
            <a:ahLst/>
            <a:cxnLst/>
            <a:rect l="l" t="t" r="r" b="b"/>
            <a:pathLst>
              <a:path w="71755" h="85725">
                <a:moveTo>
                  <a:pt x="71627" y="85343"/>
                </a:moveTo>
                <a:lnTo>
                  <a:pt x="0" y="85343"/>
                </a:lnTo>
                <a:lnTo>
                  <a:pt x="0" y="0"/>
                </a:lnTo>
                <a:lnTo>
                  <a:pt x="71627" y="0"/>
                </a:lnTo>
                <a:lnTo>
                  <a:pt x="71627" y="85343"/>
                </a:lnTo>
                <a:close/>
              </a:path>
            </a:pathLst>
          </a:custGeom>
          <a:solidFill>
            <a:srgbClr val="3333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" name="object 5"/>
          <p:cNvSpPr/>
          <p:nvPr/>
        </p:nvSpPr>
        <p:spPr>
          <a:xfrm>
            <a:off x="2244852" y="1321307"/>
            <a:ext cx="276225" cy="454659"/>
          </a:xfrm>
          <a:custGeom>
            <a:avLst/>
            <a:gdLst/>
            <a:ahLst/>
            <a:cxnLst/>
            <a:rect l="l" t="t" r="r" b="b"/>
            <a:pathLst>
              <a:path w="276225" h="454660">
                <a:moveTo>
                  <a:pt x="275843" y="454151"/>
                </a:moveTo>
                <a:lnTo>
                  <a:pt x="0" y="454151"/>
                </a:lnTo>
                <a:lnTo>
                  <a:pt x="0" y="391667"/>
                </a:lnTo>
                <a:lnTo>
                  <a:pt x="29336" y="364426"/>
                </a:lnTo>
                <a:lnTo>
                  <a:pt x="43291" y="351162"/>
                </a:lnTo>
                <a:lnTo>
                  <a:pt x="56387" y="338327"/>
                </a:lnTo>
                <a:lnTo>
                  <a:pt x="69842" y="325493"/>
                </a:lnTo>
                <a:lnTo>
                  <a:pt x="82867" y="312229"/>
                </a:lnTo>
                <a:lnTo>
                  <a:pt x="131349" y="258079"/>
                </a:lnTo>
                <a:lnTo>
                  <a:pt x="165639" y="213407"/>
                </a:lnTo>
                <a:lnTo>
                  <a:pt x="185666" y="177903"/>
                </a:lnTo>
                <a:lnTo>
                  <a:pt x="196595" y="124967"/>
                </a:lnTo>
                <a:lnTo>
                  <a:pt x="196072" y="116109"/>
                </a:lnTo>
                <a:lnTo>
                  <a:pt x="178927" y="74961"/>
                </a:lnTo>
                <a:lnTo>
                  <a:pt x="142470" y="54387"/>
                </a:lnTo>
                <a:lnTo>
                  <a:pt x="120395" y="51815"/>
                </a:lnTo>
                <a:lnTo>
                  <a:pt x="112371" y="52077"/>
                </a:lnTo>
                <a:lnTo>
                  <a:pt x="71627" y="59626"/>
                </a:lnTo>
                <a:lnTo>
                  <a:pt x="24383" y="82295"/>
                </a:lnTo>
                <a:lnTo>
                  <a:pt x="18287" y="86867"/>
                </a:lnTo>
                <a:lnTo>
                  <a:pt x="13715" y="89915"/>
                </a:lnTo>
                <a:lnTo>
                  <a:pt x="10667" y="89915"/>
                </a:lnTo>
                <a:lnTo>
                  <a:pt x="10667" y="25908"/>
                </a:lnTo>
                <a:lnTo>
                  <a:pt x="60960" y="9143"/>
                </a:lnTo>
                <a:lnTo>
                  <a:pt x="109823" y="571"/>
                </a:lnTo>
                <a:lnTo>
                  <a:pt x="124967" y="0"/>
                </a:lnTo>
                <a:lnTo>
                  <a:pt x="154138" y="2024"/>
                </a:lnTo>
                <a:lnTo>
                  <a:pt x="202763" y="18645"/>
                </a:lnTo>
                <a:lnTo>
                  <a:pt x="237624" y="51196"/>
                </a:lnTo>
                <a:lnTo>
                  <a:pt x="255293" y="95678"/>
                </a:lnTo>
                <a:lnTo>
                  <a:pt x="257555" y="121919"/>
                </a:lnTo>
                <a:lnTo>
                  <a:pt x="257032" y="135112"/>
                </a:lnTo>
                <a:lnTo>
                  <a:pt x="247769" y="181832"/>
                </a:lnTo>
                <a:lnTo>
                  <a:pt x="228695" y="221218"/>
                </a:lnTo>
                <a:lnTo>
                  <a:pt x="191071" y="268986"/>
                </a:lnTo>
                <a:lnTo>
                  <a:pt x="159472" y="303156"/>
                </a:lnTo>
                <a:lnTo>
                  <a:pt x="128087" y="334541"/>
                </a:lnTo>
                <a:lnTo>
                  <a:pt x="111251" y="350519"/>
                </a:lnTo>
                <a:lnTo>
                  <a:pt x="94964" y="366569"/>
                </a:lnTo>
                <a:lnTo>
                  <a:pt x="67532" y="392953"/>
                </a:lnTo>
                <a:lnTo>
                  <a:pt x="56387" y="403859"/>
                </a:lnTo>
                <a:lnTo>
                  <a:pt x="275843" y="403859"/>
                </a:lnTo>
                <a:lnTo>
                  <a:pt x="275843" y="454151"/>
                </a:lnTo>
                <a:close/>
              </a:path>
            </a:pathLst>
          </a:custGeom>
          <a:solidFill>
            <a:srgbClr val="3333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" name="object 6"/>
          <p:cNvSpPr/>
          <p:nvPr/>
        </p:nvSpPr>
        <p:spPr>
          <a:xfrm>
            <a:off x="2604516" y="1690116"/>
            <a:ext cx="71755" cy="85725"/>
          </a:xfrm>
          <a:custGeom>
            <a:avLst/>
            <a:gdLst/>
            <a:ahLst/>
            <a:cxnLst/>
            <a:rect l="l" t="t" r="r" b="b"/>
            <a:pathLst>
              <a:path w="71755" h="85725">
                <a:moveTo>
                  <a:pt x="71627" y="85343"/>
                </a:moveTo>
                <a:lnTo>
                  <a:pt x="0" y="85343"/>
                </a:lnTo>
                <a:lnTo>
                  <a:pt x="0" y="0"/>
                </a:lnTo>
                <a:lnTo>
                  <a:pt x="71627" y="0"/>
                </a:lnTo>
                <a:lnTo>
                  <a:pt x="71627" y="85343"/>
                </a:lnTo>
                <a:close/>
              </a:path>
            </a:pathLst>
          </a:custGeom>
          <a:solidFill>
            <a:srgbClr val="3333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" name="object 7"/>
          <p:cNvSpPr/>
          <p:nvPr/>
        </p:nvSpPr>
        <p:spPr>
          <a:xfrm>
            <a:off x="2770632" y="1330452"/>
            <a:ext cx="265430" cy="454659"/>
          </a:xfrm>
          <a:custGeom>
            <a:avLst/>
            <a:gdLst/>
            <a:ahLst/>
            <a:cxnLst/>
            <a:rect l="l" t="t" r="r" b="b"/>
            <a:pathLst>
              <a:path w="265430" h="454660">
                <a:moveTo>
                  <a:pt x="115823" y="454151"/>
                </a:moveTo>
                <a:lnTo>
                  <a:pt x="68460" y="450937"/>
                </a:lnTo>
                <a:lnTo>
                  <a:pt x="24383" y="440054"/>
                </a:lnTo>
                <a:lnTo>
                  <a:pt x="0" y="429767"/>
                </a:lnTo>
                <a:lnTo>
                  <a:pt x="0" y="365759"/>
                </a:lnTo>
                <a:lnTo>
                  <a:pt x="3047" y="365759"/>
                </a:lnTo>
                <a:lnTo>
                  <a:pt x="7619" y="368807"/>
                </a:lnTo>
                <a:lnTo>
                  <a:pt x="22859" y="377951"/>
                </a:lnTo>
                <a:lnTo>
                  <a:pt x="29741" y="380499"/>
                </a:lnTo>
                <a:lnTo>
                  <a:pt x="51815" y="390143"/>
                </a:lnTo>
                <a:lnTo>
                  <a:pt x="68960" y="394715"/>
                </a:lnTo>
                <a:lnTo>
                  <a:pt x="83819" y="399288"/>
                </a:lnTo>
                <a:lnTo>
                  <a:pt x="100012" y="401383"/>
                </a:lnTo>
                <a:lnTo>
                  <a:pt x="108465" y="402074"/>
                </a:lnTo>
                <a:lnTo>
                  <a:pt x="117347" y="402335"/>
                </a:lnTo>
                <a:lnTo>
                  <a:pt x="126253" y="402026"/>
                </a:lnTo>
                <a:lnTo>
                  <a:pt x="168020" y="387857"/>
                </a:lnTo>
                <a:lnTo>
                  <a:pt x="194643" y="353258"/>
                </a:lnTo>
                <a:lnTo>
                  <a:pt x="203906" y="314634"/>
                </a:lnTo>
                <a:lnTo>
                  <a:pt x="204215" y="303275"/>
                </a:lnTo>
                <a:lnTo>
                  <a:pt x="203692" y="292155"/>
                </a:lnTo>
                <a:lnTo>
                  <a:pt x="189928" y="250316"/>
                </a:lnTo>
                <a:lnTo>
                  <a:pt x="178307" y="239267"/>
                </a:lnTo>
                <a:lnTo>
                  <a:pt x="172045" y="233862"/>
                </a:lnTo>
                <a:lnTo>
                  <a:pt x="127635" y="219074"/>
                </a:lnTo>
                <a:lnTo>
                  <a:pt x="105156" y="217931"/>
                </a:lnTo>
                <a:lnTo>
                  <a:pt x="93464" y="218217"/>
                </a:lnTo>
                <a:lnTo>
                  <a:pt x="81343" y="219074"/>
                </a:lnTo>
                <a:lnTo>
                  <a:pt x="68937" y="220503"/>
                </a:lnTo>
                <a:lnTo>
                  <a:pt x="56387" y="222503"/>
                </a:lnTo>
                <a:lnTo>
                  <a:pt x="45291" y="223885"/>
                </a:lnTo>
                <a:lnTo>
                  <a:pt x="35052" y="225551"/>
                </a:lnTo>
                <a:lnTo>
                  <a:pt x="18287" y="228599"/>
                </a:lnTo>
                <a:lnTo>
                  <a:pt x="18287" y="0"/>
                </a:lnTo>
                <a:lnTo>
                  <a:pt x="262127" y="0"/>
                </a:lnTo>
                <a:lnTo>
                  <a:pt x="262127" y="51815"/>
                </a:lnTo>
                <a:lnTo>
                  <a:pt x="74675" y="51815"/>
                </a:lnTo>
                <a:lnTo>
                  <a:pt x="74675" y="170687"/>
                </a:lnTo>
                <a:lnTo>
                  <a:pt x="82295" y="169163"/>
                </a:lnTo>
                <a:lnTo>
                  <a:pt x="103632" y="169163"/>
                </a:lnTo>
                <a:lnTo>
                  <a:pt x="109727" y="167639"/>
                </a:lnTo>
                <a:lnTo>
                  <a:pt x="115823" y="167639"/>
                </a:lnTo>
                <a:lnTo>
                  <a:pt x="132159" y="168163"/>
                </a:lnTo>
                <a:lnTo>
                  <a:pt x="173735" y="173735"/>
                </a:lnTo>
                <a:lnTo>
                  <a:pt x="219455" y="196595"/>
                </a:lnTo>
                <a:lnTo>
                  <a:pt x="246459" y="225742"/>
                </a:lnTo>
                <a:lnTo>
                  <a:pt x="261937" y="266509"/>
                </a:lnTo>
                <a:lnTo>
                  <a:pt x="265175" y="303275"/>
                </a:lnTo>
                <a:lnTo>
                  <a:pt x="264366" y="318992"/>
                </a:lnTo>
                <a:lnTo>
                  <a:pt x="254507" y="362711"/>
                </a:lnTo>
                <a:lnTo>
                  <a:pt x="234148" y="400645"/>
                </a:lnTo>
                <a:lnTo>
                  <a:pt x="204787" y="428624"/>
                </a:lnTo>
                <a:lnTo>
                  <a:pt x="164044" y="448365"/>
                </a:lnTo>
                <a:lnTo>
                  <a:pt x="132659" y="453556"/>
                </a:lnTo>
                <a:lnTo>
                  <a:pt x="115823" y="454151"/>
                </a:lnTo>
                <a:close/>
              </a:path>
            </a:pathLst>
          </a:custGeom>
          <a:solidFill>
            <a:srgbClr val="3333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3293364" y="1271016"/>
            <a:ext cx="550545" cy="563880"/>
          </a:xfrm>
          <a:custGeom>
            <a:avLst/>
            <a:gdLst/>
            <a:ahLst/>
            <a:cxnLst/>
            <a:rect l="l" t="t" r="r" b="b"/>
            <a:pathLst>
              <a:path w="550545" h="563880">
                <a:moveTo>
                  <a:pt x="281940" y="88392"/>
                </a:moveTo>
                <a:lnTo>
                  <a:pt x="271272" y="88392"/>
                </a:lnTo>
                <a:lnTo>
                  <a:pt x="268462" y="77009"/>
                </a:lnTo>
                <a:lnTo>
                  <a:pt x="264795" y="65913"/>
                </a:lnTo>
                <a:lnTo>
                  <a:pt x="244411" y="27813"/>
                </a:lnTo>
                <a:lnTo>
                  <a:pt x="227076" y="7620"/>
                </a:lnTo>
                <a:lnTo>
                  <a:pt x="231647" y="0"/>
                </a:lnTo>
                <a:lnTo>
                  <a:pt x="276796" y="20574"/>
                </a:lnTo>
                <a:lnTo>
                  <a:pt x="301752" y="51816"/>
                </a:lnTo>
                <a:lnTo>
                  <a:pt x="301677" y="55387"/>
                </a:lnTo>
                <a:lnTo>
                  <a:pt x="300585" y="63103"/>
                </a:lnTo>
                <a:lnTo>
                  <a:pt x="296989" y="71628"/>
                </a:lnTo>
                <a:lnTo>
                  <a:pt x="290822" y="80152"/>
                </a:lnTo>
                <a:lnTo>
                  <a:pt x="281940" y="88392"/>
                </a:lnTo>
                <a:close/>
              </a:path>
              <a:path w="550545" h="563880">
                <a:moveTo>
                  <a:pt x="91440" y="109728"/>
                </a:moveTo>
                <a:lnTo>
                  <a:pt x="70104" y="88392"/>
                </a:lnTo>
                <a:lnTo>
                  <a:pt x="422148" y="88392"/>
                </a:lnTo>
                <a:lnTo>
                  <a:pt x="449580" y="59436"/>
                </a:lnTo>
                <a:lnTo>
                  <a:pt x="490728" y="102108"/>
                </a:lnTo>
                <a:lnTo>
                  <a:pt x="149352" y="102108"/>
                </a:lnTo>
                <a:lnTo>
                  <a:pt x="133659" y="102655"/>
                </a:lnTo>
                <a:lnTo>
                  <a:pt x="118681" y="104203"/>
                </a:lnTo>
                <a:lnTo>
                  <a:pt x="104560" y="106608"/>
                </a:lnTo>
                <a:lnTo>
                  <a:pt x="91440" y="109728"/>
                </a:lnTo>
                <a:close/>
              </a:path>
              <a:path w="550545" h="563880">
                <a:moveTo>
                  <a:pt x="335280" y="201168"/>
                </a:moveTo>
                <a:lnTo>
                  <a:pt x="318516" y="201168"/>
                </a:lnTo>
                <a:lnTo>
                  <a:pt x="333113" y="175188"/>
                </a:lnTo>
                <a:lnTo>
                  <a:pt x="344995" y="149923"/>
                </a:lnTo>
                <a:lnTo>
                  <a:pt x="354306" y="125515"/>
                </a:lnTo>
                <a:lnTo>
                  <a:pt x="361188" y="102108"/>
                </a:lnTo>
                <a:lnTo>
                  <a:pt x="406908" y="134112"/>
                </a:lnTo>
                <a:lnTo>
                  <a:pt x="385572" y="143256"/>
                </a:lnTo>
                <a:lnTo>
                  <a:pt x="346138" y="188261"/>
                </a:lnTo>
                <a:lnTo>
                  <a:pt x="335280" y="201168"/>
                </a:lnTo>
                <a:close/>
              </a:path>
              <a:path w="550545" h="563880">
                <a:moveTo>
                  <a:pt x="217932" y="201168"/>
                </a:moveTo>
                <a:lnTo>
                  <a:pt x="205740" y="201168"/>
                </a:lnTo>
                <a:lnTo>
                  <a:pt x="202049" y="187166"/>
                </a:lnTo>
                <a:lnTo>
                  <a:pt x="197929" y="174879"/>
                </a:lnTo>
                <a:lnTo>
                  <a:pt x="177736" y="137541"/>
                </a:lnTo>
                <a:lnTo>
                  <a:pt x="163068" y="117348"/>
                </a:lnTo>
                <a:lnTo>
                  <a:pt x="167640" y="109728"/>
                </a:lnTo>
                <a:lnTo>
                  <a:pt x="203073" y="129540"/>
                </a:lnTo>
                <a:lnTo>
                  <a:pt x="231457" y="157543"/>
                </a:lnTo>
                <a:lnTo>
                  <a:pt x="234696" y="169164"/>
                </a:lnTo>
                <a:lnTo>
                  <a:pt x="233576" y="176950"/>
                </a:lnTo>
                <a:lnTo>
                  <a:pt x="230314" y="184594"/>
                </a:lnTo>
                <a:lnTo>
                  <a:pt x="225051" y="192524"/>
                </a:lnTo>
                <a:lnTo>
                  <a:pt x="217932" y="201168"/>
                </a:lnTo>
                <a:close/>
              </a:path>
              <a:path w="550545" h="563880">
                <a:moveTo>
                  <a:pt x="21336" y="222504"/>
                </a:moveTo>
                <a:lnTo>
                  <a:pt x="0" y="201168"/>
                </a:lnTo>
                <a:lnTo>
                  <a:pt x="470916" y="201168"/>
                </a:lnTo>
                <a:lnTo>
                  <a:pt x="499872" y="172212"/>
                </a:lnTo>
                <a:lnTo>
                  <a:pt x="541020" y="214884"/>
                </a:lnTo>
                <a:lnTo>
                  <a:pt x="79248" y="214884"/>
                </a:lnTo>
                <a:lnTo>
                  <a:pt x="63769" y="215431"/>
                </a:lnTo>
                <a:lnTo>
                  <a:pt x="49149" y="216979"/>
                </a:lnTo>
                <a:lnTo>
                  <a:pt x="35099" y="219384"/>
                </a:lnTo>
                <a:lnTo>
                  <a:pt x="21336" y="222504"/>
                </a:lnTo>
                <a:close/>
              </a:path>
              <a:path w="550545" h="563880">
                <a:moveTo>
                  <a:pt x="429768" y="265175"/>
                </a:moveTo>
                <a:lnTo>
                  <a:pt x="381000" y="265175"/>
                </a:lnTo>
                <a:lnTo>
                  <a:pt x="405384" y="240792"/>
                </a:lnTo>
                <a:lnTo>
                  <a:pt x="429768" y="265175"/>
                </a:lnTo>
                <a:close/>
              </a:path>
              <a:path w="550545" h="563880">
                <a:moveTo>
                  <a:pt x="117348" y="416052"/>
                </a:moveTo>
                <a:lnTo>
                  <a:pt x="118467" y="390906"/>
                </a:lnTo>
                <a:lnTo>
                  <a:pt x="119443" y="368046"/>
                </a:lnTo>
                <a:lnTo>
                  <a:pt x="120134" y="347472"/>
                </a:lnTo>
                <a:lnTo>
                  <a:pt x="120396" y="329184"/>
                </a:lnTo>
                <a:lnTo>
                  <a:pt x="120134" y="311181"/>
                </a:lnTo>
                <a:lnTo>
                  <a:pt x="119443" y="291465"/>
                </a:lnTo>
                <a:lnTo>
                  <a:pt x="118467" y="270033"/>
                </a:lnTo>
                <a:lnTo>
                  <a:pt x="117348" y="246887"/>
                </a:lnTo>
                <a:lnTo>
                  <a:pt x="153924" y="265175"/>
                </a:lnTo>
                <a:lnTo>
                  <a:pt x="429768" y="265175"/>
                </a:lnTo>
                <a:lnTo>
                  <a:pt x="438912" y="274320"/>
                </a:lnTo>
                <a:lnTo>
                  <a:pt x="429768" y="280416"/>
                </a:lnTo>
                <a:lnTo>
                  <a:pt x="150876" y="280416"/>
                </a:lnTo>
                <a:lnTo>
                  <a:pt x="150876" y="368808"/>
                </a:lnTo>
                <a:lnTo>
                  <a:pt x="417883" y="368808"/>
                </a:lnTo>
                <a:lnTo>
                  <a:pt x="417980" y="371427"/>
                </a:lnTo>
                <a:lnTo>
                  <a:pt x="418481" y="382524"/>
                </a:lnTo>
                <a:lnTo>
                  <a:pt x="150876" y="382524"/>
                </a:lnTo>
                <a:lnTo>
                  <a:pt x="150876" y="403860"/>
                </a:lnTo>
                <a:lnTo>
                  <a:pt x="117348" y="416052"/>
                </a:lnTo>
                <a:close/>
              </a:path>
              <a:path w="550545" h="563880">
                <a:moveTo>
                  <a:pt x="417883" y="368808"/>
                </a:moveTo>
                <a:lnTo>
                  <a:pt x="385572" y="368808"/>
                </a:lnTo>
                <a:lnTo>
                  <a:pt x="385572" y="280416"/>
                </a:lnTo>
                <a:lnTo>
                  <a:pt x="429768" y="280416"/>
                </a:lnTo>
                <a:lnTo>
                  <a:pt x="416052" y="289560"/>
                </a:lnTo>
                <a:lnTo>
                  <a:pt x="416313" y="317801"/>
                </a:lnTo>
                <a:lnTo>
                  <a:pt x="417004" y="345186"/>
                </a:lnTo>
                <a:lnTo>
                  <a:pt x="417883" y="368808"/>
                </a:lnTo>
                <a:close/>
              </a:path>
              <a:path w="550545" h="563880">
                <a:moveTo>
                  <a:pt x="0" y="563879"/>
                </a:moveTo>
                <a:lnTo>
                  <a:pt x="0" y="554736"/>
                </a:lnTo>
                <a:lnTo>
                  <a:pt x="30662" y="547592"/>
                </a:lnTo>
                <a:lnTo>
                  <a:pt x="58293" y="540067"/>
                </a:lnTo>
                <a:lnTo>
                  <a:pt x="105156" y="524255"/>
                </a:lnTo>
                <a:lnTo>
                  <a:pt x="140398" y="504444"/>
                </a:lnTo>
                <a:lnTo>
                  <a:pt x="178855" y="463534"/>
                </a:lnTo>
                <a:lnTo>
                  <a:pt x="194429" y="414480"/>
                </a:lnTo>
                <a:lnTo>
                  <a:pt x="199644" y="382524"/>
                </a:lnTo>
                <a:lnTo>
                  <a:pt x="234696" y="382524"/>
                </a:lnTo>
                <a:lnTo>
                  <a:pt x="228695" y="420290"/>
                </a:lnTo>
                <a:lnTo>
                  <a:pt x="208121" y="476392"/>
                </a:lnTo>
                <a:lnTo>
                  <a:pt x="175831" y="509301"/>
                </a:lnTo>
                <a:lnTo>
                  <a:pt x="136969" y="532161"/>
                </a:lnTo>
                <a:lnTo>
                  <a:pt x="91403" y="547616"/>
                </a:lnTo>
                <a:lnTo>
                  <a:pt x="33742" y="559022"/>
                </a:lnTo>
                <a:lnTo>
                  <a:pt x="0" y="563879"/>
                </a:lnTo>
                <a:close/>
              </a:path>
              <a:path w="550545" h="563880">
                <a:moveTo>
                  <a:pt x="487680" y="542544"/>
                </a:moveTo>
                <a:lnTo>
                  <a:pt x="359664" y="542544"/>
                </a:lnTo>
                <a:lnTo>
                  <a:pt x="334541" y="539376"/>
                </a:lnTo>
                <a:lnTo>
                  <a:pt x="316420" y="529780"/>
                </a:lnTo>
                <a:lnTo>
                  <a:pt x="305442" y="513611"/>
                </a:lnTo>
                <a:lnTo>
                  <a:pt x="301752" y="490728"/>
                </a:lnTo>
                <a:lnTo>
                  <a:pt x="301752" y="382524"/>
                </a:lnTo>
                <a:lnTo>
                  <a:pt x="332232" y="382524"/>
                </a:lnTo>
                <a:lnTo>
                  <a:pt x="332232" y="487679"/>
                </a:lnTo>
                <a:lnTo>
                  <a:pt x="334518" y="500562"/>
                </a:lnTo>
                <a:lnTo>
                  <a:pt x="341376" y="509587"/>
                </a:lnTo>
                <a:lnTo>
                  <a:pt x="352806" y="514897"/>
                </a:lnTo>
                <a:lnTo>
                  <a:pt x="368808" y="516636"/>
                </a:lnTo>
                <a:lnTo>
                  <a:pt x="543749" y="516636"/>
                </a:lnTo>
                <a:lnTo>
                  <a:pt x="542163" y="518898"/>
                </a:lnTo>
                <a:lnTo>
                  <a:pt x="510397" y="539972"/>
                </a:lnTo>
                <a:lnTo>
                  <a:pt x="495442" y="542258"/>
                </a:lnTo>
                <a:lnTo>
                  <a:pt x="487680" y="542544"/>
                </a:lnTo>
                <a:close/>
              </a:path>
              <a:path w="550545" h="563880">
                <a:moveTo>
                  <a:pt x="385572" y="408431"/>
                </a:moveTo>
                <a:lnTo>
                  <a:pt x="385572" y="382524"/>
                </a:lnTo>
                <a:lnTo>
                  <a:pt x="418481" y="382524"/>
                </a:lnTo>
                <a:lnTo>
                  <a:pt x="419100" y="396240"/>
                </a:lnTo>
                <a:lnTo>
                  <a:pt x="385572" y="408431"/>
                </a:lnTo>
                <a:close/>
              </a:path>
              <a:path w="550545" h="563880">
                <a:moveTo>
                  <a:pt x="543749" y="516636"/>
                </a:moveTo>
                <a:lnTo>
                  <a:pt x="477012" y="516636"/>
                </a:lnTo>
                <a:lnTo>
                  <a:pt x="486394" y="511516"/>
                </a:lnTo>
                <a:lnTo>
                  <a:pt x="493776" y="503110"/>
                </a:lnTo>
                <a:lnTo>
                  <a:pt x="503420" y="460200"/>
                </a:lnTo>
                <a:lnTo>
                  <a:pt x="507491" y="402336"/>
                </a:lnTo>
                <a:lnTo>
                  <a:pt x="516636" y="402336"/>
                </a:lnTo>
                <a:lnTo>
                  <a:pt x="519207" y="447341"/>
                </a:lnTo>
                <a:lnTo>
                  <a:pt x="531685" y="489966"/>
                </a:lnTo>
                <a:lnTo>
                  <a:pt x="550164" y="507492"/>
                </a:lnTo>
                <a:lnTo>
                  <a:pt x="543749" y="516636"/>
                </a:lnTo>
                <a:close/>
              </a:path>
            </a:pathLst>
          </a:custGeom>
          <a:solidFill>
            <a:srgbClr val="3333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3910583" y="1271016"/>
            <a:ext cx="550545" cy="567055"/>
          </a:xfrm>
          <a:custGeom>
            <a:avLst/>
            <a:gdLst/>
            <a:ahLst/>
            <a:cxnLst/>
            <a:rect l="l" t="t" r="r" b="b"/>
            <a:pathLst>
              <a:path w="550545" h="567055">
                <a:moveTo>
                  <a:pt x="16764" y="224028"/>
                </a:moveTo>
                <a:lnTo>
                  <a:pt x="12192" y="217932"/>
                </a:lnTo>
                <a:lnTo>
                  <a:pt x="40219" y="195072"/>
                </a:lnTo>
                <a:lnTo>
                  <a:pt x="67246" y="169926"/>
                </a:lnTo>
                <a:lnTo>
                  <a:pt x="118872" y="112776"/>
                </a:lnTo>
                <a:lnTo>
                  <a:pt x="141446" y="81867"/>
                </a:lnTo>
                <a:lnTo>
                  <a:pt x="178022" y="25765"/>
                </a:lnTo>
                <a:lnTo>
                  <a:pt x="192024" y="0"/>
                </a:lnTo>
                <a:lnTo>
                  <a:pt x="239268" y="30480"/>
                </a:lnTo>
                <a:lnTo>
                  <a:pt x="228695" y="35575"/>
                </a:lnTo>
                <a:lnTo>
                  <a:pt x="217551" y="43815"/>
                </a:lnTo>
                <a:lnTo>
                  <a:pt x="205835" y="54911"/>
                </a:lnTo>
                <a:lnTo>
                  <a:pt x="193548" y="68580"/>
                </a:lnTo>
                <a:lnTo>
                  <a:pt x="373966" y="68580"/>
                </a:lnTo>
                <a:lnTo>
                  <a:pt x="387096" y="80772"/>
                </a:lnTo>
                <a:lnTo>
                  <a:pt x="377991" y="83820"/>
                </a:lnTo>
                <a:lnTo>
                  <a:pt x="184404" y="83820"/>
                </a:lnTo>
                <a:lnTo>
                  <a:pt x="143208" y="125229"/>
                </a:lnTo>
                <a:lnTo>
                  <a:pt x="101727" y="162496"/>
                </a:lnTo>
                <a:lnTo>
                  <a:pt x="59674" y="195476"/>
                </a:lnTo>
                <a:lnTo>
                  <a:pt x="16764" y="224028"/>
                </a:lnTo>
                <a:close/>
              </a:path>
              <a:path w="550545" h="567055">
                <a:moveTo>
                  <a:pt x="373966" y="68580"/>
                </a:moveTo>
                <a:lnTo>
                  <a:pt x="323088" y="68580"/>
                </a:lnTo>
                <a:lnTo>
                  <a:pt x="344424" y="41148"/>
                </a:lnTo>
                <a:lnTo>
                  <a:pt x="373966" y="68580"/>
                </a:lnTo>
                <a:close/>
              </a:path>
              <a:path w="550545" h="567055">
                <a:moveTo>
                  <a:pt x="277368" y="172212"/>
                </a:moveTo>
                <a:lnTo>
                  <a:pt x="263652" y="172212"/>
                </a:lnTo>
                <a:lnTo>
                  <a:pt x="320040" y="83820"/>
                </a:lnTo>
                <a:lnTo>
                  <a:pt x="377991" y="83820"/>
                </a:lnTo>
                <a:lnTo>
                  <a:pt x="375999" y="84486"/>
                </a:lnTo>
                <a:lnTo>
                  <a:pt x="363474" y="91059"/>
                </a:lnTo>
                <a:lnTo>
                  <a:pt x="349805" y="100488"/>
                </a:lnTo>
                <a:lnTo>
                  <a:pt x="319801" y="125920"/>
                </a:lnTo>
                <a:lnTo>
                  <a:pt x="305181" y="140208"/>
                </a:lnTo>
                <a:lnTo>
                  <a:pt x="291131" y="155638"/>
                </a:lnTo>
                <a:lnTo>
                  <a:pt x="277368" y="172212"/>
                </a:lnTo>
                <a:close/>
              </a:path>
              <a:path w="550545" h="567055">
                <a:moveTo>
                  <a:pt x="117348" y="193548"/>
                </a:moveTo>
                <a:lnTo>
                  <a:pt x="96012" y="172212"/>
                </a:lnTo>
                <a:lnTo>
                  <a:pt x="411480" y="172212"/>
                </a:lnTo>
                <a:lnTo>
                  <a:pt x="432816" y="146304"/>
                </a:lnTo>
                <a:lnTo>
                  <a:pt x="470916" y="176784"/>
                </a:lnTo>
                <a:lnTo>
                  <a:pt x="458446" y="185928"/>
                </a:lnTo>
                <a:lnTo>
                  <a:pt x="175260" y="185928"/>
                </a:lnTo>
                <a:lnTo>
                  <a:pt x="159781" y="186475"/>
                </a:lnTo>
                <a:lnTo>
                  <a:pt x="145161" y="188023"/>
                </a:lnTo>
                <a:lnTo>
                  <a:pt x="131111" y="190428"/>
                </a:lnTo>
                <a:lnTo>
                  <a:pt x="117348" y="193548"/>
                </a:lnTo>
                <a:close/>
              </a:path>
              <a:path w="550545" h="567055">
                <a:moveTo>
                  <a:pt x="284988" y="274320"/>
                </a:moveTo>
                <a:lnTo>
                  <a:pt x="251460" y="274320"/>
                </a:lnTo>
                <a:lnTo>
                  <a:pt x="251460" y="185928"/>
                </a:lnTo>
                <a:lnTo>
                  <a:pt x="284988" y="185928"/>
                </a:lnTo>
                <a:lnTo>
                  <a:pt x="284988" y="274320"/>
                </a:lnTo>
                <a:close/>
              </a:path>
              <a:path w="550545" h="567055">
                <a:moveTo>
                  <a:pt x="448056" y="274320"/>
                </a:moveTo>
                <a:lnTo>
                  <a:pt x="416052" y="274320"/>
                </a:lnTo>
                <a:lnTo>
                  <a:pt x="416052" y="185928"/>
                </a:lnTo>
                <a:lnTo>
                  <a:pt x="458446" y="185928"/>
                </a:lnTo>
                <a:lnTo>
                  <a:pt x="448056" y="193548"/>
                </a:lnTo>
                <a:lnTo>
                  <a:pt x="448056" y="274320"/>
                </a:lnTo>
                <a:close/>
              </a:path>
              <a:path w="550545" h="567055">
                <a:moveTo>
                  <a:pt x="21335" y="297180"/>
                </a:moveTo>
                <a:lnTo>
                  <a:pt x="0" y="274320"/>
                </a:lnTo>
                <a:lnTo>
                  <a:pt x="469392" y="274320"/>
                </a:lnTo>
                <a:lnTo>
                  <a:pt x="502920" y="240792"/>
                </a:lnTo>
                <a:lnTo>
                  <a:pt x="550164" y="289560"/>
                </a:lnTo>
                <a:lnTo>
                  <a:pt x="79247" y="289560"/>
                </a:lnTo>
                <a:lnTo>
                  <a:pt x="63769" y="289893"/>
                </a:lnTo>
                <a:lnTo>
                  <a:pt x="49148" y="291084"/>
                </a:lnTo>
                <a:lnTo>
                  <a:pt x="35099" y="293417"/>
                </a:lnTo>
                <a:lnTo>
                  <a:pt x="21335" y="297180"/>
                </a:lnTo>
                <a:close/>
              </a:path>
              <a:path w="550545" h="567055">
                <a:moveTo>
                  <a:pt x="284988" y="377952"/>
                </a:moveTo>
                <a:lnTo>
                  <a:pt x="251460" y="377952"/>
                </a:lnTo>
                <a:lnTo>
                  <a:pt x="251460" y="289560"/>
                </a:lnTo>
                <a:lnTo>
                  <a:pt x="284988" y="289560"/>
                </a:lnTo>
                <a:lnTo>
                  <a:pt x="284988" y="377952"/>
                </a:lnTo>
                <a:close/>
              </a:path>
              <a:path w="550545" h="567055">
                <a:moveTo>
                  <a:pt x="83820" y="399288"/>
                </a:moveTo>
                <a:lnTo>
                  <a:pt x="62483" y="377952"/>
                </a:lnTo>
                <a:lnTo>
                  <a:pt x="416052" y="377952"/>
                </a:lnTo>
                <a:lnTo>
                  <a:pt x="416052" y="289560"/>
                </a:lnTo>
                <a:lnTo>
                  <a:pt x="448056" y="289560"/>
                </a:lnTo>
                <a:lnTo>
                  <a:pt x="448079" y="326683"/>
                </a:lnTo>
                <a:lnTo>
                  <a:pt x="448246" y="357949"/>
                </a:lnTo>
                <a:lnTo>
                  <a:pt x="448698" y="383214"/>
                </a:lnTo>
                <a:lnTo>
                  <a:pt x="449088" y="391668"/>
                </a:lnTo>
                <a:lnTo>
                  <a:pt x="141732" y="391668"/>
                </a:lnTo>
                <a:lnTo>
                  <a:pt x="126253" y="392215"/>
                </a:lnTo>
                <a:lnTo>
                  <a:pt x="111633" y="393763"/>
                </a:lnTo>
                <a:lnTo>
                  <a:pt x="97583" y="396168"/>
                </a:lnTo>
                <a:lnTo>
                  <a:pt x="83820" y="399288"/>
                </a:lnTo>
                <a:close/>
              </a:path>
              <a:path w="550545" h="567055">
                <a:moveTo>
                  <a:pt x="284060" y="509016"/>
                </a:moveTo>
                <a:lnTo>
                  <a:pt x="225552" y="509016"/>
                </a:lnTo>
                <a:lnTo>
                  <a:pt x="236672" y="506991"/>
                </a:lnTo>
                <a:lnTo>
                  <a:pt x="244792" y="500824"/>
                </a:lnTo>
                <a:lnTo>
                  <a:pt x="249769" y="490370"/>
                </a:lnTo>
                <a:lnTo>
                  <a:pt x="251460" y="475488"/>
                </a:lnTo>
                <a:lnTo>
                  <a:pt x="251460" y="391668"/>
                </a:lnTo>
                <a:lnTo>
                  <a:pt x="284988" y="391668"/>
                </a:lnTo>
                <a:lnTo>
                  <a:pt x="284988" y="504444"/>
                </a:lnTo>
                <a:lnTo>
                  <a:pt x="284060" y="509016"/>
                </a:lnTo>
                <a:close/>
              </a:path>
              <a:path w="550545" h="567055">
                <a:moveTo>
                  <a:pt x="416052" y="419100"/>
                </a:moveTo>
                <a:lnTo>
                  <a:pt x="416052" y="391668"/>
                </a:lnTo>
                <a:lnTo>
                  <a:pt x="449088" y="391668"/>
                </a:lnTo>
                <a:lnTo>
                  <a:pt x="449580" y="402336"/>
                </a:lnTo>
                <a:lnTo>
                  <a:pt x="416052" y="419100"/>
                </a:lnTo>
                <a:close/>
              </a:path>
              <a:path w="550545" h="567055">
                <a:moveTo>
                  <a:pt x="230124" y="566928"/>
                </a:moveTo>
                <a:lnTo>
                  <a:pt x="224742" y="550640"/>
                </a:lnTo>
                <a:lnTo>
                  <a:pt x="208788" y="536067"/>
                </a:lnTo>
                <a:lnTo>
                  <a:pt x="182546" y="523208"/>
                </a:lnTo>
                <a:lnTo>
                  <a:pt x="146304" y="512064"/>
                </a:lnTo>
                <a:lnTo>
                  <a:pt x="146304" y="499872"/>
                </a:lnTo>
                <a:lnTo>
                  <a:pt x="170902" y="503872"/>
                </a:lnTo>
                <a:lnTo>
                  <a:pt x="192214" y="506730"/>
                </a:lnTo>
                <a:lnTo>
                  <a:pt x="210383" y="508444"/>
                </a:lnTo>
                <a:lnTo>
                  <a:pt x="225552" y="509016"/>
                </a:lnTo>
                <a:lnTo>
                  <a:pt x="284060" y="509016"/>
                </a:lnTo>
                <a:lnTo>
                  <a:pt x="280701" y="525565"/>
                </a:lnTo>
                <a:lnTo>
                  <a:pt x="270129" y="543115"/>
                </a:lnTo>
                <a:lnTo>
                  <a:pt x="253269" y="556950"/>
                </a:lnTo>
                <a:lnTo>
                  <a:pt x="230124" y="566928"/>
                </a:lnTo>
                <a:close/>
              </a:path>
            </a:pathLst>
          </a:custGeom>
          <a:solidFill>
            <a:srgbClr val="3333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4561332" y="1275587"/>
            <a:ext cx="490855" cy="553720"/>
          </a:xfrm>
          <a:custGeom>
            <a:avLst/>
            <a:gdLst/>
            <a:ahLst/>
            <a:cxnLst/>
            <a:rect l="l" t="t" r="r" b="b"/>
            <a:pathLst>
              <a:path w="490854" h="553719">
                <a:moveTo>
                  <a:pt x="74676" y="124968"/>
                </a:moveTo>
                <a:lnTo>
                  <a:pt x="59436" y="124968"/>
                </a:lnTo>
                <a:lnTo>
                  <a:pt x="69699" y="86367"/>
                </a:lnTo>
                <a:lnTo>
                  <a:pt x="77533" y="52768"/>
                </a:lnTo>
                <a:lnTo>
                  <a:pt x="82796" y="24026"/>
                </a:lnTo>
                <a:lnTo>
                  <a:pt x="85344" y="0"/>
                </a:lnTo>
                <a:lnTo>
                  <a:pt x="138684" y="28956"/>
                </a:lnTo>
                <a:lnTo>
                  <a:pt x="125253" y="39243"/>
                </a:lnTo>
                <a:lnTo>
                  <a:pt x="110109" y="58674"/>
                </a:lnTo>
                <a:lnTo>
                  <a:pt x="93249" y="87249"/>
                </a:lnTo>
                <a:lnTo>
                  <a:pt x="74676" y="124968"/>
                </a:lnTo>
                <a:close/>
              </a:path>
              <a:path w="490854" h="553719">
                <a:moveTo>
                  <a:pt x="202692" y="263652"/>
                </a:moveTo>
                <a:lnTo>
                  <a:pt x="196596" y="259080"/>
                </a:lnTo>
                <a:lnTo>
                  <a:pt x="220027" y="221361"/>
                </a:lnTo>
                <a:lnTo>
                  <a:pt x="240030" y="185928"/>
                </a:lnTo>
                <a:lnTo>
                  <a:pt x="269747" y="121920"/>
                </a:lnTo>
                <a:lnTo>
                  <a:pt x="290893" y="62484"/>
                </a:lnTo>
                <a:lnTo>
                  <a:pt x="306323" y="3048"/>
                </a:lnTo>
                <a:lnTo>
                  <a:pt x="358140" y="33528"/>
                </a:lnTo>
                <a:lnTo>
                  <a:pt x="347567" y="44053"/>
                </a:lnTo>
                <a:lnTo>
                  <a:pt x="334137" y="64008"/>
                </a:lnTo>
                <a:lnTo>
                  <a:pt x="317849" y="93106"/>
                </a:lnTo>
                <a:lnTo>
                  <a:pt x="298704" y="131064"/>
                </a:lnTo>
                <a:lnTo>
                  <a:pt x="480060" y="131064"/>
                </a:lnTo>
                <a:lnTo>
                  <a:pt x="490728" y="141732"/>
                </a:lnTo>
                <a:lnTo>
                  <a:pt x="484909" y="146304"/>
                </a:lnTo>
                <a:lnTo>
                  <a:pt x="294132" y="146304"/>
                </a:lnTo>
                <a:lnTo>
                  <a:pt x="272129" y="179427"/>
                </a:lnTo>
                <a:lnTo>
                  <a:pt x="249555" y="210121"/>
                </a:lnTo>
                <a:lnTo>
                  <a:pt x="226409" y="238244"/>
                </a:lnTo>
                <a:lnTo>
                  <a:pt x="202692" y="263652"/>
                </a:lnTo>
                <a:close/>
              </a:path>
              <a:path w="490854" h="553719">
                <a:moveTo>
                  <a:pt x="202228" y="124968"/>
                </a:moveTo>
                <a:lnTo>
                  <a:pt x="152400" y="124968"/>
                </a:lnTo>
                <a:lnTo>
                  <a:pt x="176784" y="100584"/>
                </a:lnTo>
                <a:lnTo>
                  <a:pt x="202228" y="124968"/>
                </a:lnTo>
                <a:close/>
              </a:path>
              <a:path w="490854" h="553719">
                <a:moveTo>
                  <a:pt x="0" y="548640"/>
                </a:moveTo>
                <a:lnTo>
                  <a:pt x="826" y="495300"/>
                </a:lnTo>
                <a:lnTo>
                  <a:pt x="913" y="487680"/>
                </a:lnTo>
                <a:lnTo>
                  <a:pt x="1333" y="435483"/>
                </a:lnTo>
                <a:lnTo>
                  <a:pt x="1427" y="244736"/>
                </a:lnTo>
                <a:lnTo>
                  <a:pt x="1305" y="210121"/>
                </a:lnTo>
                <a:lnTo>
                  <a:pt x="881" y="158519"/>
                </a:lnTo>
                <a:lnTo>
                  <a:pt x="0" y="103632"/>
                </a:lnTo>
                <a:lnTo>
                  <a:pt x="35052" y="124968"/>
                </a:lnTo>
                <a:lnTo>
                  <a:pt x="202228" y="124968"/>
                </a:lnTo>
                <a:lnTo>
                  <a:pt x="213359" y="135636"/>
                </a:lnTo>
                <a:lnTo>
                  <a:pt x="208926" y="138684"/>
                </a:lnTo>
                <a:lnTo>
                  <a:pt x="33528" y="138684"/>
                </a:lnTo>
                <a:lnTo>
                  <a:pt x="33528" y="292608"/>
                </a:lnTo>
                <a:lnTo>
                  <a:pt x="189009" y="292608"/>
                </a:lnTo>
                <a:lnTo>
                  <a:pt x="189024" y="306324"/>
                </a:lnTo>
                <a:lnTo>
                  <a:pt x="33528" y="306324"/>
                </a:lnTo>
                <a:lnTo>
                  <a:pt x="33528" y="473964"/>
                </a:lnTo>
                <a:lnTo>
                  <a:pt x="189748" y="473964"/>
                </a:lnTo>
                <a:lnTo>
                  <a:pt x="189899" y="487680"/>
                </a:lnTo>
                <a:lnTo>
                  <a:pt x="33528" y="487680"/>
                </a:lnTo>
                <a:lnTo>
                  <a:pt x="33528" y="528828"/>
                </a:lnTo>
                <a:lnTo>
                  <a:pt x="0" y="548640"/>
                </a:lnTo>
                <a:close/>
              </a:path>
              <a:path w="490854" h="553719">
                <a:moveTo>
                  <a:pt x="480060" y="131064"/>
                </a:moveTo>
                <a:lnTo>
                  <a:pt x="428244" y="131064"/>
                </a:lnTo>
                <a:lnTo>
                  <a:pt x="454152" y="105156"/>
                </a:lnTo>
                <a:lnTo>
                  <a:pt x="480060" y="131064"/>
                </a:lnTo>
                <a:close/>
              </a:path>
              <a:path w="490854" h="553719">
                <a:moveTo>
                  <a:pt x="189009" y="292608"/>
                </a:moveTo>
                <a:lnTo>
                  <a:pt x="156972" y="292608"/>
                </a:lnTo>
                <a:lnTo>
                  <a:pt x="156972" y="138684"/>
                </a:lnTo>
                <a:lnTo>
                  <a:pt x="208926" y="138684"/>
                </a:lnTo>
                <a:lnTo>
                  <a:pt x="188976" y="152400"/>
                </a:lnTo>
                <a:lnTo>
                  <a:pt x="189009" y="292608"/>
                </a:lnTo>
                <a:close/>
              </a:path>
              <a:path w="490854" h="553719">
                <a:moveTo>
                  <a:pt x="449614" y="495300"/>
                </a:moveTo>
                <a:lnTo>
                  <a:pt x="390144" y="495300"/>
                </a:lnTo>
                <a:lnTo>
                  <a:pt x="401574" y="492728"/>
                </a:lnTo>
                <a:lnTo>
                  <a:pt x="410718" y="485013"/>
                </a:lnTo>
                <a:lnTo>
                  <a:pt x="423784" y="434735"/>
                </a:lnTo>
                <a:lnTo>
                  <a:pt x="427481" y="357378"/>
                </a:lnTo>
                <a:lnTo>
                  <a:pt x="429352" y="300227"/>
                </a:lnTo>
                <a:lnTo>
                  <a:pt x="431188" y="228728"/>
                </a:lnTo>
                <a:lnTo>
                  <a:pt x="432815" y="146304"/>
                </a:lnTo>
                <a:lnTo>
                  <a:pt x="484909" y="146304"/>
                </a:lnTo>
                <a:lnTo>
                  <a:pt x="469391" y="158496"/>
                </a:lnTo>
                <a:lnTo>
                  <a:pt x="467211" y="244736"/>
                </a:lnTo>
                <a:lnTo>
                  <a:pt x="465151" y="317754"/>
                </a:lnTo>
                <a:lnTo>
                  <a:pt x="463105" y="376999"/>
                </a:lnTo>
                <a:lnTo>
                  <a:pt x="460925" y="423107"/>
                </a:lnTo>
                <a:lnTo>
                  <a:pt x="455676" y="475488"/>
                </a:lnTo>
                <a:lnTo>
                  <a:pt x="450794" y="492347"/>
                </a:lnTo>
                <a:lnTo>
                  <a:pt x="449614" y="495300"/>
                </a:lnTo>
                <a:close/>
              </a:path>
              <a:path w="490854" h="553719">
                <a:moveTo>
                  <a:pt x="318516" y="370332"/>
                </a:moveTo>
                <a:lnTo>
                  <a:pt x="315468" y="370332"/>
                </a:lnTo>
                <a:lnTo>
                  <a:pt x="311181" y="368307"/>
                </a:lnTo>
                <a:lnTo>
                  <a:pt x="307467" y="362140"/>
                </a:lnTo>
                <a:lnTo>
                  <a:pt x="304323" y="351686"/>
                </a:lnTo>
                <a:lnTo>
                  <a:pt x="301752" y="336804"/>
                </a:lnTo>
                <a:lnTo>
                  <a:pt x="295489" y="313062"/>
                </a:lnTo>
                <a:lnTo>
                  <a:pt x="285940" y="289750"/>
                </a:lnTo>
                <a:lnTo>
                  <a:pt x="273248" y="266723"/>
                </a:lnTo>
                <a:lnTo>
                  <a:pt x="257556" y="243840"/>
                </a:lnTo>
                <a:lnTo>
                  <a:pt x="263652" y="236220"/>
                </a:lnTo>
                <a:lnTo>
                  <a:pt x="308419" y="273939"/>
                </a:lnTo>
                <a:lnTo>
                  <a:pt x="334065" y="309705"/>
                </a:lnTo>
                <a:lnTo>
                  <a:pt x="339852" y="330708"/>
                </a:lnTo>
                <a:lnTo>
                  <a:pt x="339256" y="338447"/>
                </a:lnTo>
                <a:lnTo>
                  <a:pt x="337375" y="345757"/>
                </a:lnTo>
                <a:lnTo>
                  <a:pt x="334065" y="352782"/>
                </a:lnTo>
                <a:lnTo>
                  <a:pt x="329184" y="359664"/>
                </a:lnTo>
                <a:lnTo>
                  <a:pt x="323088" y="367284"/>
                </a:lnTo>
                <a:lnTo>
                  <a:pt x="318516" y="370332"/>
                </a:lnTo>
                <a:close/>
              </a:path>
              <a:path w="490854" h="553719">
                <a:moveTo>
                  <a:pt x="189748" y="473964"/>
                </a:moveTo>
                <a:lnTo>
                  <a:pt x="156972" y="473964"/>
                </a:lnTo>
                <a:lnTo>
                  <a:pt x="156972" y="306324"/>
                </a:lnTo>
                <a:lnTo>
                  <a:pt x="189024" y="306324"/>
                </a:lnTo>
                <a:lnTo>
                  <a:pt x="189136" y="370332"/>
                </a:lnTo>
                <a:lnTo>
                  <a:pt x="189260" y="409836"/>
                </a:lnTo>
                <a:lnTo>
                  <a:pt x="189548" y="455922"/>
                </a:lnTo>
                <a:lnTo>
                  <a:pt x="189748" y="473964"/>
                </a:lnTo>
                <a:close/>
              </a:path>
              <a:path w="490854" h="553719">
                <a:moveTo>
                  <a:pt x="382524" y="553212"/>
                </a:moveTo>
                <a:lnTo>
                  <a:pt x="373356" y="534947"/>
                </a:lnTo>
                <a:lnTo>
                  <a:pt x="357187" y="519112"/>
                </a:lnTo>
                <a:lnTo>
                  <a:pt x="333875" y="505848"/>
                </a:lnTo>
                <a:lnTo>
                  <a:pt x="303276" y="495300"/>
                </a:lnTo>
                <a:lnTo>
                  <a:pt x="303276" y="483108"/>
                </a:lnTo>
                <a:lnTo>
                  <a:pt x="330993" y="488227"/>
                </a:lnTo>
                <a:lnTo>
                  <a:pt x="354711" y="492061"/>
                </a:lnTo>
                <a:lnTo>
                  <a:pt x="374427" y="494466"/>
                </a:lnTo>
                <a:lnTo>
                  <a:pt x="390144" y="495300"/>
                </a:lnTo>
                <a:lnTo>
                  <a:pt x="449614" y="495300"/>
                </a:lnTo>
                <a:lnTo>
                  <a:pt x="445198" y="506349"/>
                </a:lnTo>
                <a:lnTo>
                  <a:pt x="411480" y="540067"/>
                </a:lnTo>
                <a:lnTo>
                  <a:pt x="398287" y="546568"/>
                </a:lnTo>
                <a:lnTo>
                  <a:pt x="382524" y="553212"/>
                </a:lnTo>
                <a:close/>
              </a:path>
              <a:path w="490854" h="553719">
                <a:moveTo>
                  <a:pt x="156972" y="537971"/>
                </a:moveTo>
                <a:lnTo>
                  <a:pt x="156972" y="487680"/>
                </a:lnTo>
                <a:lnTo>
                  <a:pt x="189899" y="487680"/>
                </a:lnTo>
                <a:lnTo>
                  <a:pt x="190021" y="495300"/>
                </a:lnTo>
                <a:lnTo>
                  <a:pt x="190500" y="519684"/>
                </a:lnTo>
                <a:lnTo>
                  <a:pt x="156972" y="537971"/>
                </a:lnTo>
                <a:close/>
              </a:path>
            </a:pathLst>
          </a:custGeom>
          <a:solidFill>
            <a:srgbClr val="3333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5125211" y="1283208"/>
            <a:ext cx="558165" cy="554990"/>
          </a:xfrm>
          <a:custGeom>
            <a:avLst/>
            <a:gdLst/>
            <a:ahLst/>
            <a:cxnLst/>
            <a:rect l="l" t="t" r="r" b="b"/>
            <a:pathLst>
              <a:path w="558164" h="554989">
                <a:moveTo>
                  <a:pt x="7620" y="307847"/>
                </a:moveTo>
                <a:lnTo>
                  <a:pt x="0" y="301751"/>
                </a:lnTo>
                <a:lnTo>
                  <a:pt x="29146" y="251221"/>
                </a:lnTo>
                <a:lnTo>
                  <a:pt x="54864" y="202691"/>
                </a:lnTo>
                <a:lnTo>
                  <a:pt x="77152" y="156448"/>
                </a:lnTo>
                <a:lnTo>
                  <a:pt x="96012" y="112775"/>
                </a:lnTo>
                <a:lnTo>
                  <a:pt x="111180" y="73080"/>
                </a:lnTo>
                <a:lnTo>
                  <a:pt x="130087" y="16549"/>
                </a:lnTo>
                <a:lnTo>
                  <a:pt x="134112" y="0"/>
                </a:lnTo>
                <a:lnTo>
                  <a:pt x="187452" y="35052"/>
                </a:lnTo>
                <a:lnTo>
                  <a:pt x="155733" y="63341"/>
                </a:lnTo>
                <a:lnTo>
                  <a:pt x="136874" y="101369"/>
                </a:lnTo>
                <a:lnTo>
                  <a:pt x="126873" y="122110"/>
                </a:lnTo>
                <a:lnTo>
                  <a:pt x="116238" y="143255"/>
                </a:lnTo>
                <a:lnTo>
                  <a:pt x="105156" y="164591"/>
                </a:lnTo>
                <a:lnTo>
                  <a:pt x="137160" y="184403"/>
                </a:lnTo>
                <a:lnTo>
                  <a:pt x="120396" y="195071"/>
                </a:lnTo>
                <a:lnTo>
                  <a:pt x="120396" y="198119"/>
                </a:lnTo>
                <a:lnTo>
                  <a:pt x="88392" y="198119"/>
                </a:lnTo>
                <a:lnTo>
                  <a:pt x="70413" y="225551"/>
                </a:lnTo>
                <a:lnTo>
                  <a:pt x="50863" y="252983"/>
                </a:lnTo>
                <a:lnTo>
                  <a:pt x="29884" y="280415"/>
                </a:lnTo>
                <a:lnTo>
                  <a:pt x="7620" y="307847"/>
                </a:lnTo>
                <a:close/>
              </a:path>
              <a:path w="558164" h="554989">
                <a:moveTo>
                  <a:pt x="193548" y="71627"/>
                </a:moveTo>
                <a:lnTo>
                  <a:pt x="172212" y="50291"/>
                </a:lnTo>
                <a:lnTo>
                  <a:pt x="481584" y="50291"/>
                </a:lnTo>
                <a:lnTo>
                  <a:pt x="510540" y="18288"/>
                </a:lnTo>
                <a:lnTo>
                  <a:pt x="553212" y="64007"/>
                </a:lnTo>
                <a:lnTo>
                  <a:pt x="254508" y="64007"/>
                </a:lnTo>
                <a:lnTo>
                  <a:pt x="237910" y="64555"/>
                </a:lnTo>
                <a:lnTo>
                  <a:pt x="222313" y="66103"/>
                </a:lnTo>
                <a:lnTo>
                  <a:pt x="207573" y="68508"/>
                </a:lnTo>
                <a:lnTo>
                  <a:pt x="193548" y="71627"/>
                </a:lnTo>
                <a:close/>
              </a:path>
              <a:path w="558164" h="554989">
                <a:moveTo>
                  <a:pt x="368808" y="128015"/>
                </a:moveTo>
                <a:lnTo>
                  <a:pt x="336804" y="128015"/>
                </a:lnTo>
                <a:lnTo>
                  <a:pt x="336804" y="64007"/>
                </a:lnTo>
                <a:lnTo>
                  <a:pt x="368808" y="64007"/>
                </a:lnTo>
                <a:lnTo>
                  <a:pt x="368808" y="128015"/>
                </a:lnTo>
                <a:close/>
              </a:path>
              <a:path w="558164" h="554989">
                <a:moveTo>
                  <a:pt x="512064" y="128015"/>
                </a:moveTo>
                <a:lnTo>
                  <a:pt x="466344" y="128015"/>
                </a:lnTo>
                <a:lnTo>
                  <a:pt x="487680" y="106679"/>
                </a:lnTo>
                <a:lnTo>
                  <a:pt x="512064" y="128015"/>
                </a:lnTo>
                <a:close/>
              </a:path>
              <a:path w="558164" h="554989">
                <a:moveTo>
                  <a:pt x="205740" y="356616"/>
                </a:moveTo>
                <a:lnTo>
                  <a:pt x="207835" y="304228"/>
                </a:lnTo>
                <a:lnTo>
                  <a:pt x="208657" y="252983"/>
                </a:lnTo>
                <a:lnTo>
                  <a:pt x="208682" y="219575"/>
                </a:lnTo>
                <a:lnTo>
                  <a:pt x="208565" y="202691"/>
                </a:lnTo>
                <a:lnTo>
                  <a:pt x="208485" y="195071"/>
                </a:lnTo>
                <a:lnTo>
                  <a:pt x="207835" y="164020"/>
                </a:lnTo>
                <a:lnTo>
                  <a:pt x="206859" y="135897"/>
                </a:lnTo>
                <a:lnTo>
                  <a:pt x="205740" y="112775"/>
                </a:lnTo>
                <a:lnTo>
                  <a:pt x="242316" y="128015"/>
                </a:lnTo>
                <a:lnTo>
                  <a:pt x="512064" y="128015"/>
                </a:lnTo>
                <a:lnTo>
                  <a:pt x="524256" y="138683"/>
                </a:lnTo>
                <a:lnTo>
                  <a:pt x="516128" y="143255"/>
                </a:lnTo>
                <a:lnTo>
                  <a:pt x="239268" y="143255"/>
                </a:lnTo>
                <a:lnTo>
                  <a:pt x="239268" y="219455"/>
                </a:lnTo>
                <a:lnTo>
                  <a:pt x="500133" y="219455"/>
                </a:lnTo>
                <a:lnTo>
                  <a:pt x="500330" y="234695"/>
                </a:lnTo>
                <a:lnTo>
                  <a:pt x="239268" y="234695"/>
                </a:lnTo>
                <a:lnTo>
                  <a:pt x="239268" y="312419"/>
                </a:lnTo>
                <a:lnTo>
                  <a:pt x="501835" y="312419"/>
                </a:lnTo>
                <a:lnTo>
                  <a:pt x="502513" y="327660"/>
                </a:lnTo>
                <a:lnTo>
                  <a:pt x="239268" y="327660"/>
                </a:lnTo>
                <a:lnTo>
                  <a:pt x="239268" y="345948"/>
                </a:lnTo>
                <a:lnTo>
                  <a:pt x="205740" y="356616"/>
                </a:lnTo>
                <a:close/>
              </a:path>
              <a:path w="558164" h="554989">
                <a:moveTo>
                  <a:pt x="368808" y="219455"/>
                </a:moveTo>
                <a:lnTo>
                  <a:pt x="336804" y="219455"/>
                </a:lnTo>
                <a:lnTo>
                  <a:pt x="336804" y="143255"/>
                </a:lnTo>
                <a:lnTo>
                  <a:pt x="368808" y="143255"/>
                </a:lnTo>
                <a:lnTo>
                  <a:pt x="368808" y="219455"/>
                </a:lnTo>
                <a:close/>
              </a:path>
              <a:path w="558164" h="554989">
                <a:moveTo>
                  <a:pt x="500133" y="219455"/>
                </a:moveTo>
                <a:lnTo>
                  <a:pt x="469392" y="219455"/>
                </a:lnTo>
                <a:lnTo>
                  <a:pt x="469392" y="143255"/>
                </a:lnTo>
                <a:lnTo>
                  <a:pt x="516128" y="143255"/>
                </a:lnTo>
                <a:lnTo>
                  <a:pt x="499872" y="152399"/>
                </a:lnTo>
                <a:lnTo>
                  <a:pt x="500133" y="219455"/>
                </a:lnTo>
                <a:close/>
              </a:path>
              <a:path w="558164" h="554989">
                <a:moveTo>
                  <a:pt x="86868" y="554735"/>
                </a:moveTo>
                <a:lnTo>
                  <a:pt x="88201" y="490156"/>
                </a:lnTo>
                <a:lnTo>
                  <a:pt x="88392" y="198119"/>
                </a:lnTo>
                <a:lnTo>
                  <a:pt x="120396" y="198119"/>
                </a:lnTo>
                <a:lnTo>
                  <a:pt x="120514" y="486537"/>
                </a:lnTo>
                <a:lnTo>
                  <a:pt x="120626" y="497347"/>
                </a:lnTo>
                <a:lnTo>
                  <a:pt x="121038" y="516516"/>
                </a:lnTo>
                <a:lnTo>
                  <a:pt x="121920" y="537972"/>
                </a:lnTo>
                <a:lnTo>
                  <a:pt x="86868" y="554735"/>
                </a:lnTo>
                <a:close/>
              </a:path>
              <a:path w="558164" h="554989">
                <a:moveTo>
                  <a:pt x="368808" y="312419"/>
                </a:moveTo>
                <a:lnTo>
                  <a:pt x="336804" y="312419"/>
                </a:lnTo>
                <a:lnTo>
                  <a:pt x="336804" y="234695"/>
                </a:lnTo>
                <a:lnTo>
                  <a:pt x="368808" y="234695"/>
                </a:lnTo>
                <a:lnTo>
                  <a:pt x="368808" y="312419"/>
                </a:lnTo>
                <a:close/>
              </a:path>
              <a:path w="558164" h="554989">
                <a:moveTo>
                  <a:pt x="501835" y="312419"/>
                </a:moveTo>
                <a:lnTo>
                  <a:pt x="469392" y="312419"/>
                </a:lnTo>
                <a:lnTo>
                  <a:pt x="469392" y="234695"/>
                </a:lnTo>
                <a:lnTo>
                  <a:pt x="500330" y="234695"/>
                </a:lnTo>
                <a:lnTo>
                  <a:pt x="500824" y="272605"/>
                </a:lnTo>
                <a:lnTo>
                  <a:pt x="501800" y="311634"/>
                </a:lnTo>
                <a:lnTo>
                  <a:pt x="501835" y="312419"/>
                </a:lnTo>
                <a:close/>
              </a:path>
              <a:path w="558164" h="554989">
                <a:moveTo>
                  <a:pt x="344445" y="441960"/>
                </a:moveTo>
                <a:lnTo>
                  <a:pt x="310896" y="441960"/>
                </a:lnTo>
                <a:lnTo>
                  <a:pt x="321802" y="416814"/>
                </a:lnTo>
                <a:lnTo>
                  <a:pt x="329565" y="389382"/>
                </a:lnTo>
                <a:lnTo>
                  <a:pt x="334470" y="359664"/>
                </a:lnTo>
                <a:lnTo>
                  <a:pt x="336804" y="327660"/>
                </a:lnTo>
                <a:lnTo>
                  <a:pt x="368808" y="327660"/>
                </a:lnTo>
                <a:lnTo>
                  <a:pt x="365950" y="364212"/>
                </a:lnTo>
                <a:lnTo>
                  <a:pt x="359664" y="398335"/>
                </a:lnTo>
                <a:lnTo>
                  <a:pt x="349948" y="429887"/>
                </a:lnTo>
                <a:lnTo>
                  <a:pt x="344445" y="441960"/>
                </a:lnTo>
                <a:close/>
              </a:path>
              <a:path w="558164" h="554989">
                <a:moveTo>
                  <a:pt x="469392" y="352044"/>
                </a:moveTo>
                <a:lnTo>
                  <a:pt x="469392" y="327660"/>
                </a:lnTo>
                <a:lnTo>
                  <a:pt x="502513" y="327660"/>
                </a:lnTo>
                <a:lnTo>
                  <a:pt x="502920" y="336804"/>
                </a:lnTo>
                <a:lnTo>
                  <a:pt x="469392" y="352044"/>
                </a:lnTo>
                <a:close/>
              </a:path>
              <a:path w="558164" h="554989">
                <a:moveTo>
                  <a:pt x="134112" y="554735"/>
                </a:moveTo>
                <a:lnTo>
                  <a:pt x="134112" y="545591"/>
                </a:lnTo>
                <a:lnTo>
                  <a:pt x="164687" y="538376"/>
                </a:lnTo>
                <a:lnTo>
                  <a:pt x="192405" y="530161"/>
                </a:lnTo>
                <a:lnTo>
                  <a:pt x="239268" y="509015"/>
                </a:lnTo>
                <a:lnTo>
                  <a:pt x="274701" y="485394"/>
                </a:lnTo>
                <a:lnTo>
                  <a:pt x="298704" y="461772"/>
                </a:lnTo>
                <a:lnTo>
                  <a:pt x="284130" y="445484"/>
                </a:lnTo>
                <a:lnTo>
                  <a:pt x="267843" y="424052"/>
                </a:lnTo>
                <a:lnTo>
                  <a:pt x="249840" y="397478"/>
                </a:lnTo>
                <a:lnTo>
                  <a:pt x="230124" y="365760"/>
                </a:lnTo>
                <a:lnTo>
                  <a:pt x="237744" y="358140"/>
                </a:lnTo>
                <a:lnTo>
                  <a:pt x="256889" y="384952"/>
                </a:lnTo>
                <a:lnTo>
                  <a:pt x="275463" y="408050"/>
                </a:lnTo>
                <a:lnTo>
                  <a:pt x="293465" y="427148"/>
                </a:lnTo>
                <a:lnTo>
                  <a:pt x="310896" y="441960"/>
                </a:lnTo>
                <a:lnTo>
                  <a:pt x="344445" y="441960"/>
                </a:lnTo>
                <a:lnTo>
                  <a:pt x="336804" y="458724"/>
                </a:lnTo>
                <a:lnTo>
                  <a:pt x="363616" y="474202"/>
                </a:lnTo>
                <a:lnTo>
                  <a:pt x="376757" y="480060"/>
                </a:lnTo>
                <a:lnTo>
                  <a:pt x="320040" y="480060"/>
                </a:lnTo>
                <a:lnTo>
                  <a:pt x="287083" y="507301"/>
                </a:lnTo>
                <a:lnTo>
                  <a:pt x="243840" y="528827"/>
                </a:lnTo>
                <a:lnTo>
                  <a:pt x="192405" y="545782"/>
                </a:lnTo>
                <a:lnTo>
                  <a:pt x="164115" y="551330"/>
                </a:lnTo>
                <a:lnTo>
                  <a:pt x="134112" y="554735"/>
                </a:lnTo>
                <a:close/>
              </a:path>
              <a:path w="558164" h="554989">
                <a:moveTo>
                  <a:pt x="519684" y="551687"/>
                </a:moveTo>
                <a:lnTo>
                  <a:pt x="467106" y="543687"/>
                </a:lnTo>
                <a:lnTo>
                  <a:pt x="414528" y="528827"/>
                </a:lnTo>
                <a:lnTo>
                  <a:pt x="364426" y="508444"/>
                </a:lnTo>
                <a:lnTo>
                  <a:pt x="320040" y="480060"/>
                </a:lnTo>
                <a:lnTo>
                  <a:pt x="376757" y="480060"/>
                </a:lnTo>
                <a:lnTo>
                  <a:pt x="391287" y="486537"/>
                </a:lnTo>
                <a:lnTo>
                  <a:pt x="419528" y="496014"/>
                </a:lnTo>
                <a:lnTo>
                  <a:pt x="448056" y="502920"/>
                </a:lnTo>
                <a:lnTo>
                  <a:pt x="477202" y="507515"/>
                </a:lnTo>
                <a:lnTo>
                  <a:pt x="505206" y="509968"/>
                </a:lnTo>
                <a:lnTo>
                  <a:pt x="532066" y="510420"/>
                </a:lnTo>
                <a:lnTo>
                  <a:pt x="557784" y="510420"/>
                </a:lnTo>
                <a:lnTo>
                  <a:pt x="557784" y="518160"/>
                </a:lnTo>
                <a:lnTo>
                  <a:pt x="544329" y="523613"/>
                </a:lnTo>
                <a:lnTo>
                  <a:pt x="533590" y="530923"/>
                </a:lnTo>
                <a:lnTo>
                  <a:pt x="525422" y="540234"/>
                </a:lnTo>
                <a:lnTo>
                  <a:pt x="519684" y="551687"/>
                </a:lnTo>
                <a:close/>
              </a:path>
              <a:path w="558164" h="554989">
                <a:moveTo>
                  <a:pt x="557784" y="510420"/>
                </a:moveTo>
                <a:lnTo>
                  <a:pt x="532066" y="510420"/>
                </a:lnTo>
                <a:lnTo>
                  <a:pt x="557784" y="509015"/>
                </a:lnTo>
                <a:lnTo>
                  <a:pt x="557784" y="510420"/>
                </a:lnTo>
                <a:close/>
              </a:path>
            </a:pathLst>
          </a:custGeom>
          <a:solidFill>
            <a:srgbClr val="3333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5737859" y="1272540"/>
            <a:ext cx="541020" cy="558165"/>
          </a:xfrm>
          <a:custGeom>
            <a:avLst/>
            <a:gdLst/>
            <a:ahLst/>
            <a:cxnLst/>
            <a:rect l="l" t="t" r="r" b="b"/>
            <a:pathLst>
              <a:path w="541020" h="558164">
                <a:moveTo>
                  <a:pt x="30480" y="79247"/>
                </a:moveTo>
                <a:lnTo>
                  <a:pt x="30480" y="70104"/>
                </a:lnTo>
                <a:lnTo>
                  <a:pt x="74247" y="63865"/>
                </a:lnTo>
                <a:lnTo>
                  <a:pt x="114300" y="56769"/>
                </a:lnTo>
                <a:lnTo>
                  <a:pt x="184404" y="41147"/>
                </a:lnTo>
                <a:lnTo>
                  <a:pt x="236791" y="23241"/>
                </a:lnTo>
                <a:lnTo>
                  <a:pt x="269748" y="3047"/>
                </a:lnTo>
                <a:lnTo>
                  <a:pt x="312420" y="48768"/>
                </a:lnTo>
                <a:lnTo>
                  <a:pt x="295894" y="49625"/>
                </a:lnTo>
                <a:lnTo>
                  <a:pt x="271653" y="52197"/>
                </a:lnTo>
                <a:lnTo>
                  <a:pt x="239982" y="56483"/>
                </a:lnTo>
                <a:lnTo>
                  <a:pt x="201168" y="62484"/>
                </a:lnTo>
                <a:lnTo>
                  <a:pt x="201168" y="67056"/>
                </a:lnTo>
                <a:lnTo>
                  <a:pt x="167640" y="67056"/>
                </a:lnTo>
                <a:lnTo>
                  <a:pt x="133564" y="71104"/>
                </a:lnTo>
                <a:lnTo>
                  <a:pt x="99631" y="74295"/>
                </a:lnTo>
                <a:lnTo>
                  <a:pt x="30480" y="79247"/>
                </a:lnTo>
                <a:close/>
              </a:path>
              <a:path w="541020" h="558164">
                <a:moveTo>
                  <a:pt x="201168" y="184404"/>
                </a:moveTo>
                <a:lnTo>
                  <a:pt x="167640" y="184404"/>
                </a:lnTo>
                <a:lnTo>
                  <a:pt x="167640" y="67056"/>
                </a:lnTo>
                <a:lnTo>
                  <a:pt x="201168" y="67056"/>
                </a:lnTo>
                <a:lnTo>
                  <a:pt x="201168" y="184404"/>
                </a:lnTo>
                <a:close/>
              </a:path>
              <a:path w="541020" h="558164">
                <a:moveTo>
                  <a:pt x="21336" y="205740"/>
                </a:moveTo>
                <a:lnTo>
                  <a:pt x="0" y="184404"/>
                </a:lnTo>
                <a:lnTo>
                  <a:pt x="265176" y="184404"/>
                </a:lnTo>
                <a:lnTo>
                  <a:pt x="295656" y="153923"/>
                </a:lnTo>
                <a:lnTo>
                  <a:pt x="341376" y="199644"/>
                </a:lnTo>
                <a:lnTo>
                  <a:pt x="79248" y="199644"/>
                </a:lnTo>
                <a:lnTo>
                  <a:pt x="63769" y="199953"/>
                </a:lnTo>
                <a:lnTo>
                  <a:pt x="49149" y="200977"/>
                </a:lnTo>
                <a:lnTo>
                  <a:pt x="35099" y="202858"/>
                </a:lnTo>
                <a:lnTo>
                  <a:pt x="21336" y="205740"/>
                </a:lnTo>
                <a:close/>
              </a:path>
              <a:path w="541020" h="558164">
                <a:moveTo>
                  <a:pt x="7620" y="455676"/>
                </a:moveTo>
                <a:lnTo>
                  <a:pt x="0" y="448056"/>
                </a:lnTo>
                <a:lnTo>
                  <a:pt x="38862" y="406160"/>
                </a:lnTo>
                <a:lnTo>
                  <a:pt x="73152" y="364348"/>
                </a:lnTo>
                <a:lnTo>
                  <a:pt x="102870" y="322707"/>
                </a:lnTo>
                <a:lnTo>
                  <a:pt x="128016" y="281319"/>
                </a:lnTo>
                <a:lnTo>
                  <a:pt x="148590" y="240269"/>
                </a:lnTo>
                <a:lnTo>
                  <a:pt x="164592" y="199644"/>
                </a:lnTo>
                <a:lnTo>
                  <a:pt x="201168" y="199644"/>
                </a:lnTo>
                <a:lnTo>
                  <a:pt x="201168" y="256032"/>
                </a:lnTo>
                <a:lnTo>
                  <a:pt x="230333" y="268224"/>
                </a:lnTo>
                <a:lnTo>
                  <a:pt x="201168" y="268224"/>
                </a:lnTo>
                <a:lnTo>
                  <a:pt x="201168" y="280416"/>
                </a:lnTo>
                <a:lnTo>
                  <a:pt x="167640" y="280416"/>
                </a:lnTo>
                <a:lnTo>
                  <a:pt x="138562" y="321759"/>
                </a:lnTo>
                <a:lnTo>
                  <a:pt x="108021" y="359883"/>
                </a:lnTo>
                <a:lnTo>
                  <a:pt x="76017" y="394862"/>
                </a:lnTo>
                <a:lnTo>
                  <a:pt x="42550" y="426768"/>
                </a:lnTo>
                <a:lnTo>
                  <a:pt x="7620" y="455676"/>
                </a:lnTo>
                <a:close/>
              </a:path>
              <a:path w="541020" h="558164">
                <a:moveTo>
                  <a:pt x="300228" y="368808"/>
                </a:moveTo>
                <a:lnTo>
                  <a:pt x="298704" y="368808"/>
                </a:lnTo>
                <a:lnTo>
                  <a:pt x="294727" y="367379"/>
                </a:lnTo>
                <a:lnTo>
                  <a:pt x="289750" y="363093"/>
                </a:lnTo>
                <a:lnTo>
                  <a:pt x="283916" y="355949"/>
                </a:lnTo>
                <a:lnTo>
                  <a:pt x="277368" y="345948"/>
                </a:lnTo>
                <a:lnTo>
                  <a:pt x="264818" y="328231"/>
                </a:lnTo>
                <a:lnTo>
                  <a:pt x="247840" y="309372"/>
                </a:lnTo>
                <a:lnTo>
                  <a:pt x="226575" y="289369"/>
                </a:lnTo>
                <a:lnTo>
                  <a:pt x="201168" y="268224"/>
                </a:lnTo>
                <a:lnTo>
                  <a:pt x="230333" y="268224"/>
                </a:lnTo>
                <a:lnTo>
                  <a:pt x="279082" y="290512"/>
                </a:lnTo>
                <a:lnTo>
                  <a:pt x="309848" y="320111"/>
                </a:lnTo>
                <a:lnTo>
                  <a:pt x="312420" y="338328"/>
                </a:lnTo>
                <a:lnTo>
                  <a:pt x="312420" y="345948"/>
                </a:lnTo>
                <a:lnTo>
                  <a:pt x="310896" y="353568"/>
                </a:lnTo>
                <a:lnTo>
                  <a:pt x="307848" y="359664"/>
                </a:lnTo>
                <a:lnTo>
                  <a:pt x="303276" y="365760"/>
                </a:lnTo>
                <a:lnTo>
                  <a:pt x="300228" y="368808"/>
                </a:lnTo>
                <a:close/>
              </a:path>
              <a:path w="541020" h="558164">
                <a:moveTo>
                  <a:pt x="164592" y="557784"/>
                </a:moveTo>
                <a:lnTo>
                  <a:pt x="165711" y="516659"/>
                </a:lnTo>
                <a:lnTo>
                  <a:pt x="166687" y="482536"/>
                </a:lnTo>
                <a:lnTo>
                  <a:pt x="167375" y="455676"/>
                </a:lnTo>
                <a:lnTo>
                  <a:pt x="167640" y="435864"/>
                </a:lnTo>
                <a:lnTo>
                  <a:pt x="167640" y="280416"/>
                </a:lnTo>
                <a:lnTo>
                  <a:pt x="201168" y="280416"/>
                </a:lnTo>
                <a:lnTo>
                  <a:pt x="201191" y="484870"/>
                </a:lnTo>
                <a:lnTo>
                  <a:pt x="201358" y="505968"/>
                </a:lnTo>
                <a:lnTo>
                  <a:pt x="201810" y="524779"/>
                </a:lnTo>
                <a:lnTo>
                  <a:pt x="202692" y="541020"/>
                </a:lnTo>
                <a:lnTo>
                  <a:pt x="164592" y="557784"/>
                </a:lnTo>
                <a:close/>
              </a:path>
              <a:path w="541020" h="558164">
                <a:moveTo>
                  <a:pt x="520561" y="495300"/>
                </a:moveTo>
                <a:lnTo>
                  <a:pt x="463296" y="495300"/>
                </a:lnTo>
                <a:lnTo>
                  <a:pt x="474178" y="493275"/>
                </a:lnTo>
                <a:lnTo>
                  <a:pt x="481774" y="487108"/>
                </a:lnTo>
                <a:lnTo>
                  <a:pt x="486227" y="476654"/>
                </a:lnTo>
                <a:lnTo>
                  <a:pt x="487680" y="461772"/>
                </a:lnTo>
                <a:lnTo>
                  <a:pt x="487656" y="74795"/>
                </a:lnTo>
                <a:lnTo>
                  <a:pt x="487489" y="50101"/>
                </a:lnTo>
                <a:lnTo>
                  <a:pt x="487011" y="24384"/>
                </a:lnTo>
                <a:lnTo>
                  <a:pt x="486156" y="0"/>
                </a:lnTo>
                <a:lnTo>
                  <a:pt x="541020" y="24384"/>
                </a:lnTo>
                <a:lnTo>
                  <a:pt x="521208" y="41147"/>
                </a:lnTo>
                <a:lnTo>
                  <a:pt x="521140" y="487108"/>
                </a:lnTo>
                <a:lnTo>
                  <a:pt x="520561" y="495300"/>
                </a:lnTo>
                <a:close/>
              </a:path>
              <a:path w="541020" h="558164">
                <a:moveTo>
                  <a:pt x="362712" y="417576"/>
                </a:moveTo>
                <a:lnTo>
                  <a:pt x="363831" y="373546"/>
                </a:lnTo>
                <a:lnTo>
                  <a:pt x="364807" y="328231"/>
                </a:lnTo>
                <a:lnTo>
                  <a:pt x="365498" y="281487"/>
                </a:lnTo>
                <a:lnTo>
                  <a:pt x="365760" y="233171"/>
                </a:lnTo>
                <a:lnTo>
                  <a:pt x="365712" y="186618"/>
                </a:lnTo>
                <a:lnTo>
                  <a:pt x="365379" y="145351"/>
                </a:lnTo>
                <a:lnTo>
                  <a:pt x="364474" y="109513"/>
                </a:lnTo>
                <a:lnTo>
                  <a:pt x="362712" y="79247"/>
                </a:lnTo>
                <a:lnTo>
                  <a:pt x="416052" y="108204"/>
                </a:lnTo>
                <a:lnTo>
                  <a:pt x="396240" y="124968"/>
                </a:lnTo>
                <a:lnTo>
                  <a:pt x="396306" y="328231"/>
                </a:lnTo>
                <a:lnTo>
                  <a:pt x="396501" y="343376"/>
                </a:lnTo>
                <a:lnTo>
                  <a:pt x="397192" y="363093"/>
                </a:lnTo>
                <a:lnTo>
                  <a:pt x="398168" y="382238"/>
                </a:lnTo>
                <a:lnTo>
                  <a:pt x="399288" y="400812"/>
                </a:lnTo>
                <a:lnTo>
                  <a:pt x="362712" y="417576"/>
                </a:lnTo>
                <a:close/>
              </a:path>
              <a:path w="541020" h="558164">
                <a:moveTo>
                  <a:pt x="466344" y="557784"/>
                </a:moveTo>
                <a:lnTo>
                  <a:pt x="460605" y="537781"/>
                </a:lnTo>
                <a:lnTo>
                  <a:pt x="443293" y="521208"/>
                </a:lnTo>
                <a:lnTo>
                  <a:pt x="414266" y="508063"/>
                </a:lnTo>
                <a:lnTo>
                  <a:pt x="373380" y="498348"/>
                </a:lnTo>
                <a:lnTo>
                  <a:pt x="373380" y="489204"/>
                </a:lnTo>
                <a:lnTo>
                  <a:pt x="448175" y="494133"/>
                </a:lnTo>
                <a:lnTo>
                  <a:pt x="463296" y="495300"/>
                </a:lnTo>
                <a:lnTo>
                  <a:pt x="520561" y="495300"/>
                </a:lnTo>
                <a:lnTo>
                  <a:pt x="519493" y="510420"/>
                </a:lnTo>
                <a:lnTo>
                  <a:pt x="509778" y="530542"/>
                </a:lnTo>
                <a:lnTo>
                  <a:pt x="492061" y="546377"/>
                </a:lnTo>
                <a:lnTo>
                  <a:pt x="466344" y="557784"/>
                </a:lnTo>
                <a:close/>
              </a:path>
            </a:pathLst>
          </a:custGeom>
          <a:solidFill>
            <a:srgbClr val="3333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6347459" y="1271016"/>
            <a:ext cx="554990" cy="554990"/>
          </a:xfrm>
          <a:custGeom>
            <a:avLst/>
            <a:gdLst/>
            <a:ahLst/>
            <a:cxnLst/>
            <a:rect l="l" t="t" r="r" b="b"/>
            <a:pathLst>
              <a:path w="554990" h="554989">
                <a:moveTo>
                  <a:pt x="323088" y="88392"/>
                </a:moveTo>
                <a:lnTo>
                  <a:pt x="298704" y="88392"/>
                </a:lnTo>
                <a:lnTo>
                  <a:pt x="296441" y="69556"/>
                </a:lnTo>
                <a:lnTo>
                  <a:pt x="289750" y="49720"/>
                </a:lnTo>
                <a:lnTo>
                  <a:pt x="278772" y="29027"/>
                </a:lnTo>
                <a:lnTo>
                  <a:pt x="263652" y="7620"/>
                </a:lnTo>
                <a:lnTo>
                  <a:pt x="268224" y="0"/>
                </a:lnTo>
                <a:lnTo>
                  <a:pt x="312610" y="22669"/>
                </a:lnTo>
                <a:lnTo>
                  <a:pt x="336804" y="53340"/>
                </a:lnTo>
                <a:lnTo>
                  <a:pt x="336804" y="57912"/>
                </a:lnTo>
                <a:lnTo>
                  <a:pt x="335946" y="65031"/>
                </a:lnTo>
                <a:lnTo>
                  <a:pt x="333375" y="72580"/>
                </a:lnTo>
                <a:lnTo>
                  <a:pt x="329088" y="80414"/>
                </a:lnTo>
                <a:lnTo>
                  <a:pt x="323088" y="88392"/>
                </a:lnTo>
                <a:close/>
              </a:path>
              <a:path w="554990" h="554989">
                <a:moveTo>
                  <a:pt x="541020" y="88392"/>
                </a:moveTo>
                <a:lnTo>
                  <a:pt x="463296" y="88392"/>
                </a:lnTo>
                <a:lnTo>
                  <a:pt x="502920" y="50292"/>
                </a:lnTo>
                <a:lnTo>
                  <a:pt x="541020" y="88392"/>
                </a:lnTo>
                <a:close/>
              </a:path>
              <a:path w="554990" h="554989">
                <a:moveTo>
                  <a:pt x="7620" y="554736"/>
                </a:moveTo>
                <a:lnTo>
                  <a:pt x="0" y="547116"/>
                </a:lnTo>
                <a:lnTo>
                  <a:pt x="22002" y="515373"/>
                </a:lnTo>
                <a:lnTo>
                  <a:pt x="40005" y="481774"/>
                </a:lnTo>
                <a:lnTo>
                  <a:pt x="54006" y="446174"/>
                </a:lnTo>
                <a:lnTo>
                  <a:pt x="64008" y="408432"/>
                </a:lnTo>
                <a:lnTo>
                  <a:pt x="71770" y="368427"/>
                </a:lnTo>
                <a:lnTo>
                  <a:pt x="76962" y="323850"/>
                </a:lnTo>
                <a:lnTo>
                  <a:pt x="79867" y="274701"/>
                </a:lnTo>
                <a:lnTo>
                  <a:pt x="80702" y="225100"/>
                </a:lnTo>
                <a:lnTo>
                  <a:pt x="80695" y="155448"/>
                </a:lnTo>
                <a:lnTo>
                  <a:pt x="80581" y="125920"/>
                </a:lnTo>
                <a:lnTo>
                  <a:pt x="80129" y="90892"/>
                </a:lnTo>
                <a:lnTo>
                  <a:pt x="79248" y="64008"/>
                </a:lnTo>
                <a:lnTo>
                  <a:pt x="124968" y="88392"/>
                </a:lnTo>
                <a:lnTo>
                  <a:pt x="541020" y="88392"/>
                </a:lnTo>
                <a:lnTo>
                  <a:pt x="554735" y="102108"/>
                </a:lnTo>
                <a:lnTo>
                  <a:pt x="117348" y="102108"/>
                </a:lnTo>
                <a:lnTo>
                  <a:pt x="117144" y="169235"/>
                </a:lnTo>
                <a:lnTo>
                  <a:pt x="116518" y="225100"/>
                </a:lnTo>
                <a:lnTo>
                  <a:pt x="115372" y="271966"/>
                </a:lnTo>
                <a:lnTo>
                  <a:pt x="111252" y="336804"/>
                </a:lnTo>
                <a:lnTo>
                  <a:pt x="100584" y="393573"/>
                </a:lnTo>
                <a:lnTo>
                  <a:pt x="80772" y="448056"/>
                </a:lnTo>
                <a:lnTo>
                  <a:pt x="51054" y="501967"/>
                </a:lnTo>
                <a:lnTo>
                  <a:pt x="31051" y="528423"/>
                </a:lnTo>
                <a:lnTo>
                  <a:pt x="7620" y="554736"/>
                </a:lnTo>
                <a:close/>
              </a:path>
              <a:path w="554990" h="554989">
                <a:moveTo>
                  <a:pt x="327660" y="341376"/>
                </a:moveTo>
                <a:lnTo>
                  <a:pt x="294131" y="341376"/>
                </a:lnTo>
                <a:lnTo>
                  <a:pt x="294116" y="190500"/>
                </a:lnTo>
                <a:lnTo>
                  <a:pt x="293990" y="168505"/>
                </a:lnTo>
                <a:lnTo>
                  <a:pt x="293751" y="152590"/>
                </a:lnTo>
                <a:lnTo>
                  <a:pt x="292846" y="131897"/>
                </a:lnTo>
                <a:lnTo>
                  <a:pt x="291084" y="112776"/>
                </a:lnTo>
                <a:lnTo>
                  <a:pt x="348996" y="138684"/>
                </a:lnTo>
                <a:lnTo>
                  <a:pt x="327660" y="155448"/>
                </a:lnTo>
                <a:lnTo>
                  <a:pt x="327660" y="222503"/>
                </a:lnTo>
                <a:lnTo>
                  <a:pt x="512064" y="222503"/>
                </a:lnTo>
                <a:lnTo>
                  <a:pt x="525780" y="236220"/>
                </a:lnTo>
                <a:lnTo>
                  <a:pt x="327660" y="236220"/>
                </a:lnTo>
                <a:lnTo>
                  <a:pt x="327660" y="341376"/>
                </a:lnTo>
                <a:close/>
              </a:path>
              <a:path w="554990" h="554989">
                <a:moveTo>
                  <a:pt x="512064" y="222503"/>
                </a:moveTo>
                <a:lnTo>
                  <a:pt x="449580" y="222503"/>
                </a:lnTo>
                <a:lnTo>
                  <a:pt x="480060" y="190500"/>
                </a:lnTo>
                <a:lnTo>
                  <a:pt x="512064" y="222503"/>
                </a:lnTo>
                <a:close/>
              </a:path>
              <a:path w="554990" h="554989">
                <a:moveTo>
                  <a:pt x="491351" y="341376"/>
                </a:moveTo>
                <a:lnTo>
                  <a:pt x="445008" y="341376"/>
                </a:lnTo>
                <a:lnTo>
                  <a:pt x="463296" y="318515"/>
                </a:lnTo>
                <a:lnTo>
                  <a:pt x="491351" y="341376"/>
                </a:lnTo>
                <a:close/>
              </a:path>
              <a:path w="554990" h="554989">
                <a:moveTo>
                  <a:pt x="169164" y="554736"/>
                </a:moveTo>
                <a:lnTo>
                  <a:pt x="171259" y="493204"/>
                </a:lnTo>
                <a:lnTo>
                  <a:pt x="172108" y="448056"/>
                </a:lnTo>
                <a:lnTo>
                  <a:pt x="172116" y="427624"/>
                </a:lnTo>
                <a:lnTo>
                  <a:pt x="171950" y="410479"/>
                </a:lnTo>
                <a:lnTo>
                  <a:pt x="171259" y="382143"/>
                </a:lnTo>
                <a:lnTo>
                  <a:pt x="170281" y="352044"/>
                </a:lnTo>
                <a:lnTo>
                  <a:pt x="169164" y="320040"/>
                </a:lnTo>
                <a:lnTo>
                  <a:pt x="210312" y="341376"/>
                </a:lnTo>
                <a:lnTo>
                  <a:pt x="491351" y="341376"/>
                </a:lnTo>
                <a:lnTo>
                  <a:pt x="504444" y="352044"/>
                </a:lnTo>
                <a:lnTo>
                  <a:pt x="499456" y="356616"/>
                </a:lnTo>
                <a:lnTo>
                  <a:pt x="205740" y="356616"/>
                </a:lnTo>
                <a:lnTo>
                  <a:pt x="205740" y="487680"/>
                </a:lnTo>
                <a:lnTo>
                  <a:pt x="486540" y="487680"/>
                </a:lnTo>
                <a:lnTo>
                  <a:pt x="486751" y="502920"/>
                </a:lnTo>
                <a:lnTo>
                  <a:pt x="205740" y="502920"/>
                </a:lnTo>
                <a:lnTo>
                  <a:pt x="205740" y="541020"/>
                </a:lnTo>
                <a:lnTo>
                  <a:pt x="169164" y="554736"/>
                </a:lnTo>
                <a:close/>
              </a:path>
              <a:path w="554990" h="554989">
                <a:moveTo>
                  <a:pt x="486540" y="487680"/>
                </a:moveTo>
                <a:lnTo>
                  <a:pt x="449580" y="487680"/>
                </a:lnTo>
                <a:lnTo>
                  <a:pt x="449580" y="356616"/>
                </a:lnTo>
                <a:lnTo>
                  <a:pt x="499456" y="356616"/>
                </a:lnTo>
                <a:lnTo>
                  <a:pt x="486156" y="368808"/>
                </a:lnTo>
                <a:lnTo>
                  <a:pt x="486253" y="448056"/>
                </a:lnTo>
                <a:lnTo>
                  <a:pt x="486369" y="475226"/>
                </a:lnTo>
                <a:lnTo>
                  <a:pt x="486540" y="487680"/>
                </a:lnTo>
                <a:close/>
              </a:path>
              <a:path w="554990" h="554989">
                <a:moveTo>
                  <a:pt x="449580" y="541020"/>
                </a:moveTo>
                <a:lnTo>
                  <a:pt x="449580" y="502920"/>
                </a:lnTo>
                <a:lnTo>
                  <a:pt x="486751" y="502920"/>
                </a:lnTo>
                <a:lnTo>
                  <a:pt x="486798" y="506396"/>
                </a:lnTo>
                <a:lnTo>
                  <a:pt x="487680" y="525780"/>
                </a:lnTo>
                <a:lnTo>
                  <a:pt x="449580" y="541020"/>
                </a:lnTo>
                <a:close/>
              </a:path>
            </a:pathLst>
          </a:custGeom>
          <a:solidFill>
            <a:srgbClr val="3333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6957059" y="1278636"/>
            <a:ext cx="567055" cy="542925"/>
          </a:xfrm>
          <a:custGeom>
            <a:avLst/>
            <a:gdLst/>
            <a:ahLst/>
            <a:cxnLst/>
            <a:rect l="l" t="t" r="r" b="b"/>
            <a:pathLst>
              <a:path w="567054" h="542925">
                <a:moveTo>
                  <a:pt x="364236" y="123444"/>
                </a:moveTo>
                <a:lnTo>
                  <a:pt x="332232" y="123444"/>
                </a:lnTo>
                <a:lnTo>
                  <a:pt x="332158" y="74676"/>
                </a:lnTo>
                <a:lnTo>
                  <a:pt x="332033" y="50363"/>
                </a:lnTo>
                <a:lnTo>
                  <a:pt x="331589" y="22502"/>
                </a:lnTo>
                <a:lnTo>
                  <a:pt x="330708" y="0"/>
                </a:lnTo>
                <a:lnTo>
                  <a:pt x="385572" y="22860"/>
                </a:lnTo>
                <a:lnTo>
                  <a:pt x="364236" y="42672"/>
                </a:lnTo>
                <a:lnTo>
                  <a:pt x="364236" y="123444"/>
                </a:lnTo>
                <a:close/>
              </a:path>
              <a:path w="567054" h="542925">
                <a:moveTo>
                  <a:pt x="115824" y="140208"/>
                </a:moveTo>
                <a:lnTo>
                  <a:pt x="109728" y="140208"/>
                </a:lnTo>
                <a:lnTo>
                  <a:pt x="106680" y="132588"/>
                </a:lnTo>
                <a:lnTo>
                  <a:pt x="103632" y="117348"/>
                </a:lnTo>
                <a:lnTo>
                  <a:pt x="98131" y="100179"/>
                </a:lnTo>
                <a:lnTo>
                  <a:pt x="90487" y="80581"/>
                </a:lnTo>
                <a:lnTo>
                  <a:pt x="80271" y="58412"/>
                </a:lnTo>
                <a:lnTo>
                  <a:pt x="67056" y="33528"/>
                </a:lnTo>
                <a:lnTo>
                  <a:pt x="74676" y="30480"/>
                </a:lnTo>
                <a:lnTo>
                  <a:pt x="106299" y="54292"/>
                </a:lnTo>
                <a:lnTo>
                  <a:pt x="133111" y="83581"/>
                </a:lnTo>
                <a:lnTo>
                  <a:pt x="138922" y="100822"/>
                </a:lnTo>
                <a:lnTo>
                  <a:pt x="138684" y="109728"/>
                </a:lnTo>
                <a:lnTo>
                  <a:pt x="136993" y="117157"/>
                </a:lnTo>
                <a:lnTo>
                  <a:pt x="134302" y="123444"/>
                </a:lnTo>
                <a:lnTo>
                  <a:pt x="130754" y="128587"/>
                </a:lnTo>
                <a:lnTo>
                  <a:pt x="126492" y="132588"/>
                </a:lnTo>
                <a:lnTo>
                  <a:pt x="120396" y="138684"/>
                </a:lnTo>
                <a:lnTo>
                  <a:pt x="115824" y="140208"/>
                </a:lnTo>
                <a:close/>
              </a:path>
              <a:path w="567054" h="542925">
                <a:moveTo>
                  <a:pt x="193548" y="216407"/>
                </a:moveTo>
                <a:lnTo>
                  <a:pt x="185928" y="211836"/>
                </a:lnTo>
                <a:lnTo>
                  <a:pt x="200787" y="185808"/>
                </a:lnTo>
                <a:lnTo>
                  <a:pt x="213360" y="160210"/>
                </a:lnTo>
                <a:lnTo>
                  <a:pt x="231648" y="109728"/>
                </a:lnTo>
                <a:lnTo>
                  <a:pt x="241554" y="66484"/>
                </a:lnTo>
                <a:lnTo>
                  <a:pt x="246888" y="38100"/>
                </a:lnTo>
                <a:lnTo>
                  <a:pt x="294132" y="67056"/>
                </a:lnTo>
                <a:lnTo>
                  <a:pt x="275844" y="76200"/>
                </a:lnTo>
                <a:lnTo>
                  <a:pt x="270343" y="87868"/>
                </a:lnTo>
                <a:lnTo>
                  <a:pt x="264985" y="99822"/>
                </a:lnTo>
                <a:lnTo>
                  <a:pt x="259341" y="111775"/>
                </a:lnTo>
                <a:lnTo>
                  <a:pt x="252984" y="123444"/>
                </a:lnTo>
                <a:lnTo>
                  <a:pt x="486156" y="123444"/>
                </a:lnTo>
                <a:lnTo>
                  <a:pt x="499872" y="138684"/>
                </a:lnTo>
                <a:lnTo>
                  <a:pt x="248412" y="138684"/>
                </a:lnTo>
                <a:lnTo>
                  <a:pt x="237267" y="159186"/>
                </a:lnTo>
                <a:lnTo>
                  <a:pt x="224409" y="179260"/>
                </a:lnTo>
                <a:lnTo>
                  <a:pt x="209835" y="198477"/>
                </a:lnTo>
                <a:lnTo>
                  <a:pt x="193548" y="216407"/>
                </a:lnTo>
                <a:close/>
              </a:path>
              <a:path w="567054" h="542925">
                <a:moveTo>
                  <a:pt x="486156" y="123444"/>
                </a:moveTo>
                <a:lnTo>
                  <a:pt x="428244" y="123444"/>
                </a:lnTo>
                <a:lnTo>
                  <a:pt x="458724" y="92964"/>
                </a:lnTo>
                <a:lnTo>
                  <a:pt x="486156" y="123444"/>
                </a:lnTo>
                <a:close/>
              </a:path>
              <a:path w="567054" h="542925">
                <a:moveTo>
                  <a:pt x="364236" y="236219"/>
                </a:moveTo>
                <a:lnTo>
                  <a:pt x="332232" y="236219"/>
                </a:lnTo>
                <a:lnTo>
                  <a:pt x="332232" y="138684"/>
                </a:lnTo>
                <a:lnTo>
                  <a:pt x="364236" y="138684"/>
                </a:lnTo>
                <a:lnTo>
                  <a:pt x="364236" y="236219"/>
                </a:lnTo>
                <a:close/>
              </a:path>
              <a:path w="567054" h="542925">
                <a:moveTo>
                  <a:pt x="25907" y="240792"/>
                </a:moveTo>
                <a:lnTo>
                  <a:pt x="4571" y="219456"/>
                </a:lnTo>
                <a:lnTo>
                  <a:pt x="96012" y="219456"/>
                </a:lnTo>
                <a:lnTo>
                  <a:pt x="112776" y="195072"/>
                </a:lnTo>
                <a:lnTo>
                  <a:pt x="150876" y="224028"/>
                </a:lnTo>
                <a:lnTo>
                  <a:pt x="139238" y="233172"/>
                </a:lnTo>
                <a:lnTo>
                  <a:pt x="67056" y="233172"/>
                </a:lnTo>
                <a:lnTo>
                  <a:pt x="59340" y="233719"/>
                </a:lnTo>
                <a:lnTo>
                  <a:pt x="49910" y="235267"/>
                </a:lnTo>
                <a:lnTo>
                  <a:pt x="38766" y="237672"/>
                </a:lnTo>
                <a:lnTo>
                  <a:pt x="25907" y="240792"/>
                </a:lnTo>
                <a:close/>
              </a:path>
              <a:path w="567054" h="542925">
                <a:moveTo>
                  <a:pt x="184404" y="257556"/>
                </a:moveTo>
                <a:lnTo>
                  <a:pt x="163068" y="236219"/>
                </a:lnTo>
                <a:lnTo>
                  <a:pt x="464820" y="236219"/>
                </a:lnTo>
                <a:lnTo>
                  <a:pt x="495300" y="205740"/>
                </a:lnTo>
                <a:lnTo>
                  <a:pt x="537972" y="249936"/>
                </a:lnTo>
                <a:lnTo>
                  <a:pt x="230124" y="249936"/>
                </a:lnTo>
                <a:lnTo>
                  <a:pt x="219765" y="250483"/>
                </a:lnTo>
                <a:lnTo>
                  <a:pt x="208978" y="252031"/>
                </a:lnTo>
                <a:lnTo>
                  <a:pt x="197334" y="254436"/>
                </a:lnTo>
                <a:lnTo>
                  <a:pt x="184404" y="257556"/>
                </a:lnTo>
                <a:close/>
              </a:path>
              <a:path w="567054" h="542925">
                <a:moveTo>
                  <a:pt x="36576" y="518160"/>
                </a:moveTo>
                <a:lnTo>
                  <a:pt x="0" y="487680"/>
                </a:lnTo>
                <a:lnTo>
                  <a:pt x="22312" y="469344"/>
                </a:lnTo>
                <a:lnTo>
                  <a:pt x="45910" y="453009"/>
                </a:lnTo>
                <a:lnTo>
                  <a:pt x="70937" y="438388"/>
                </a:lnTo>
                <a:lnTo>
                  <a:pt x="97536" y="425196"/>
                </a:lnTo>
                <a:lnTo>
                  <a:pt x="97536" y="233172"/>
                </a:lnTo>
                <a:lnTo>
                  <a:pt x="139238" y="233172"/>
                </a:lnTo>
                <a:lnTo>
                  <a:pt x="129540" y="240792"/>
                </a:lnTo>
                <a:lnTo>
                  <a:pt x="129603" y="429841"/>
                </a:lnTo>
                <a:lnTo>
                  <a:pt x="140970" y="442960"/>
                </a:lnTo>
                <a:lnTo>
                  <a:pt x="142929" y="444722"/>
                </a:lnTo>
                <a:lnTo>
                  <a:pt x="107465" y="444722"/>
                </a:lnTo>
                <a:lnTo>
                  <a:pt x="74676" y="467868"/>
                </a:lnTo>
                <a:lnTo>
                  <a:pt x="42314" y="507301"/>
                </a:lnTo>
                <a:lnTo>
                  <a:pt x="36576" y="518160"/>
                </a:lnTo>
                <a:close/>
              </a:path>
              <a:path w="567054" h="542925">
                <a:moveTo>
                  <a:pt x="175260" y="466344"/>
                </a:moveTo>
                <a:lnTo>
                  <a:pt x="170688" y="458724"/>
                </a:lnTo>
                <a:lnTo>
                  <a:pt x="208739" y="429841"/>
                </a:lnTo>
                <a:lnTo>
                  <a:pt x="238816" y="394447"/>
                </a:lnTo>
                <a:lnTo>
                  <a:pt x="260994" y="352617"/>
                </a:lnTo>
                <a:lnTo>
                  <a:pt x="275344" y="304422"/>
                </a:lnTo>
                <a:lnTo>
                  <a:pt x="281940" y="249936"/>
                </a:lnTo>
                <a:lnTo>
                  <a:pt x="315468" y="249936"/>
                </a:lnTo>
                <a:lnTo>
                  <a:pt x="309633" y="301632"/>
                </a:lnTo>
                <a:lnTo>
                  <a:pt x="296728" y="347020"/>
                </a:lnTo>
                <a:lnTo>
                  <a:pt x="276796" y="386143"/>
                </a:lnTo>
                <a:lnTo>
                  <a:pt x="249879" y="419043"/>
                </a:lnTo>
                <a:lnTo>
                  <a:pt x="216019" y="445762"/>
                </a:lnTo>
                <a:lnTo>
                  <a:pt x="175260" y="466344"/>
                </a:lnTo>
                <a:close/>
              </a:path>
              <a:path w="567054" h="542925">
                <a:moveTo>
                  <a:pt x="490728" y="455676"/>
                </a:moveTo>
                <a:lnTo>
                  <a:pt x="416052" y="455676"/>
                </a:lnTo>
                <a:lnTo>
                  <a:pt x="396311" y="451985"/>
                </a:lnTo>
                <a:lnTo>
                  <a:pt x="382714" y="443293"/>
                </a:lnTo>
                <a:lnTo>
                  <a:pt x="375131" y="429768"/>
                </a:lnTo>
                <a:lnTo>
                  <a:pt x="373380" y="411480"/>
                </a:lnTo>
                <a:lnTo>
                  <a:pt x="373380" y="249936"/>
                </a:lnTo>
                <a:lnTo>
                  <a:pt x="403860" y="249936"/>
                </a:lnTo>
                <a:lnTo>
                  <a:pt x="403881" y="399549"/>
                </a:lnTo>
                <a:lnTo>
                  <a:pt x="405003" y="413265"/>
                </a:lnTo>
                <a:lnTo>
                  <a:pt x="410718" y="423100"/>
                </a:lnTo>
                <a:lnTo>
                  <a:pt x="421005" y="428648"/>
                </a:lnTo>
                <a:lnTo>
                  <a:pt x="435864" y="429768"/>
                </a:lnTo>
                <a:lnTo>
                  <a:pt x="545983" y="429768"/>
                </a:lnTo>
                <a:lnTo>
                  <a:pt x="540019" y="440031"/>
                </a:lnTo>
                <a:lnTo>
                  <a:pt x="527685" y="450151"/>
                </a:lnTo>
                <a:lnTo>
                  <a:pt x="511349" y="455414"/>
                </a:lnTo>
                <a:lnTo>
                  <a:pt x="490728" y="455676"/>
                </a:lnTo>
                <a:close/>
              </a:path>
              <a:path w="567054" h="542925">
                <a:moveTo>
                  <a:pt x="545983" y="429768"/>
                </a:moveTo>
                <a:lnTo>
                  <a:pt x="473964" y="429768"/>
                </a:lnTo>
                <a:lnTo>
                  <a:pt x="483369" y="429482"/>
                </a:lnTo>
                <a:lnTo>
                  <a:pt x="490918" y="426339"/>
                </a:lnTo>
                <a:lnTo>
                  <a:pt x="504444" y="382333"/>
                </a:lnTo>
                <a:lnTo>
                  <a:pt x="509016" y="333756"/>
                </a:lnTo>
                <a:lnTo>
                  <a:pt x="519684" y="333756"/>
                </a:lnTo>
                <a:lnTo>
                  <a:pt x="521612" y="386691"/>
                </a:lnTo>
                <a:lnTo>
                  <a:pt x="538591" y="421790"/>
                </a:lnTo>
                <a:lnTo>
                  <a:pt x="548640" y="425196"/>
                </a:lnTo>
                <a:lnTo>
                  <a:pt x="545983" y="429768"/>
                </a:lnTo>
                <a:close/>
              </a:path>
              <a:path w="567054" h="542925">
                <a:moveTo>
                  <a:pt x="516636" y="542544"/>
                </a:moveTo>
                <a:lnTo>
                  <a:pt x="336804" y="537972"/>
                </a:lnTo>
                <a:lnTo>
                  <a:pt x="274320" y="532257"/>
                </a:lnTo>
                <a:lnTo>
                  <a:pt x="225552" y="519684"/>
                </a:lnTo>
                <a:lnTo>
                  <a:pt x="185737" y="501015"/>
                </a:lnTo>
                <a:lnTo>
                  <a:pt x="153924" y="475487"/>
                </a:lnTo>
                <a:lnTo>
                  <a:pt x="140231" y="464081"/>
                </a:lnTo>
                <a:lnTo>
                  <a:pt x="128968" y="455104"/>
                </a:lnTo>
                <a:lnTo>
                  <a:pt x="120276" y="448698"/>
                </a:lnTo>
                <a:lnTo>
                  <a:pt x="114300" y="445008"/>
                </a:lnTo>
                <a:lnTo>
                  <a:pt x="107465" y="444722"/>
                </a:lnTo>
                <a:lnTo>
                  <a:pt x="142929" y="444722"/>
                </a:lnTo>
                <a:lnTo>
                  <a:pt x="188976" y="478536"/>
                </a:lnTo>
                <a:lnTo>
                  <a:pt x="244030" y="494728"/>
                </a:lnTo>
                <a:lnTo>
                  <a:pt x="283916" y="499752"/>
                </a:lnTo>
                <a:lnTo>
                  <a:pt x="332232" y="502920"/>
                </a:lnTo>
                <a:lnTo>
                  <a:pt x="375367" y="503858"/>
                </a:lnTo>
                <a:lnTo>
                  <a:pt x="560444" y="503858"/>
                </a:lnTo>
                <a:lnTo>
                  <a:pt x="544925" y="509754"/>
                </a:lnTo>
                <a:lnTo>
                  <a:pt x="529209" y="519112"/>
                </a:lnTo>
                <a:lnTo>
                  <a:pt x="519779" y="529899"/>
                </a:lnTo>
                <a:lnTo>
                  <a:pt x="516636" y="542544"/>
                </a:lnTo>
                <a:close/>
              </a:path>
              <a:path w="567054" h="542925">
                <a:moveTo>
                  <a:pt x="560444" y="503858"/>
                </a:moveTo>
                <a:lnTo>
                  <a:pt x="375367" y="503858"/>
                </a:lnTo>
                <a:lnTo>
                  <a:pt x="420550" y="503115"/>
                </a:lnTo>
                <a:lnTo>
                  <a:pt x="467636" y="500835"/>
                </a:lnTo>
                <a:lnTo>
                  <a:pt x="516477" y="497165"/>
                </a:lnTo>
                <a:lnTo>
                  <a:pt x="566927" y="492252"/>
                </a:lnTo>
                <a:lnTo>
                  <a:pt x="566927" y="501396"/>
                </a:lnTo>
                <a:lnTo>
                  <a:pt x="560444" y="503858"/>
                </a:lnTo>
                <a:close/>
              </a:path>
            </a:pathLst>
          </a:custGeom>
          <a:solidFill>
            <a:srgbClr val="3333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" name="object 15"/>
          <p:cNvSpPr/>
          <p:nvPr/>
        </p:nvSpPr>
        <p:spPr>
          <a:xfrm>
            <a:off x="7574280" y="1278636"/>
            <a:ext cx="558165" cy="528955"/>
          </a:xfrm>
          <a:custGeom>
            <a:avLst/>
            <a:gdLst/>
            <a:ahLst/>
            <a:cxnLst/>
            <a:rect l="l" t="t" r="r" b="b"/>
            <a:pathLst>
              <a:path w="558165" h="528955">
                <a:moveTo>
                  <a:pt x="126491" y="188976"/>
                </a:moveTo>
                <a:lnTo>
                  <a:pt x="91439" y="188976"/>
                </a:lnTo>
                <a:lnTo>
                  <a:pt x="91439" y="76200"/>
                </a:lnTo>
                <a:lnTo>
                  <a:pt x="91178" y="57650"/>
                </a:lnTo>
                <a:lnTo>
                  <a:pt x="90487" y="38671"/>
                </a:lnTo>
                <a:lnTo>
                  <a:pt x="89511" y="19407"/>
                </a:lnTo>
                <a:lnTo>
                  <a:pt x="88391" y="0"/>
                </a:lnTo>
                <a:lnTo>
                  <a:pt x="147827" y="25908"/>
                </a:lnTo>
                <a:lnTo>
                  <a:pt x="126491" y="42672"/>
                </a:lnTo>
                <a:lnTo>
                  <a:pt x="126491" y="188976"/>
                </a:lnTo>
                <a:close/>
              </a:path>
              <a:path w="558165" h="528955">
                <a:moveTo>
                  <a:pt x="394715" y="505968"/>
                </a:moveTo>
                <a:lnTo>
                  <a:pt x="361187" y="505968"/>
                </a:lnTo>
                <a:lnTo>
                  <a:pt x="361187" y="97536"/>
                </a:lnTo>
                <a:lnTo>
                  <a:pt x="360926" y="78676"/>
                </a:lnTo>
                <a:lnTo>
                  <a:pt x="360235" y="56388"/>
                </a:lnTo>
                <a:lnTo>
                  <a:pt x="358139" y="1524"/>
                </a:lnTo>
                <a:lnTo>
                  <a:pt x="416051" y="27432"/>
                </a:lnTo>
                <a:lnTo>
                  <a:pt x="394715" y="47244"/>
                </a:lnTo>
                <a:lnTo>
                  <a:pt x="394715" y="228600"/>
                </a:lnTo>
                <a:lnTo>
                  <a:pt x="532383" y="228600"/>
                </a:lnTo>
                <a:lnTo>
                  <a:pt x="547115" y="243840"/>
                </a:lnTo>
                <a:lnTo>
                  <a:pt x="394715" y="243840"/>
                </a:lnTo>
                <a:lnTo>
                  <a:pt x="394715" y="505968"/>
                </a:lnTo>
                <a:close/>
              </a:path>
              <a:path w="558165" h="528955">
                <a:moveTo>
                  <a:pt x="284987" y="505968"/>
                </a:moveTo>
                <a:lnTo>
                  <a:pt x="251459" y="505968"/>
                </a:lnTo>
                <a:lnTo>
                  <a:pt x="251379" y="210312"/>
                </a:lnTo>
                <a:lnTo>
                  <a:pt x="251198" y="199977"/>
                </a:lnTo>
                <a:lnTo>
                  <a:pt x="250507" y="184785"/>
                </a:lnTo>
                <a:lnTo>
                  <a:pt x="249531" y="169021"/>
                </a:lnTo>
                <a:lnTo>
                  <a:pt x="248411" y="152400"/>
                </a:lnTo>
                <a:lnTo>
                  <a:pt x="306323" y="182880"/>
                </a:lnTo>
                <a:lnTo>
                  <a:pt x="284987" y="199644"/>
                </a:lnTo>
                <a:lnTo>
                  <a:pt x="284987" y="505968"/>
                </a:lnTo>
                <a:close/>
              </a:path>
              <a:path w="558165" h="528955">
                <a:moveTo>
                  <a:pt x="21335" y="210312"/>
                </a:moveTo>
                <a:lnTo>
                  <a:pt x="0" y="188976"/>
                </a:lnTo>
                <a:lnTo>
                  <a:pt x="163067" y="188976"/>
                </a:lnTo>
                <a:lnTo>
                  <a:pt x="188975" y="161544"/>
                </a:lnTo>
                <a:lnTo>
                  <a:pt x="230123" y="202692"/>
                </a:lnTo>
                <a:lnTo>
                  <a:pt x="79247" y="202692"/>
                </a:lnTo>
                <a:lnTo>
                  <a:pt x="63769" y="203239"/>
                </a:lnTo>
                <a:lnTo>
                  <a:pt x="49148" y="204787"/>
                </a:lnTo>
                <a:lnTo>
                  <a:pt x="35099" y="207192"/>
                </a:lnTo>
                <a:lnTo>
                  <a:pt x="21335" y="210312"/>
                </a:lnTo>
                <a:close/>
              </a:path>
              <a:path w="558165" h="528955">
                <a:moveTo>
                  <a:pt x="532383" y="228600"/>
                </a:moveTo>
                <a:lnTo>
                  <a:pt x="470915" y="228600"/>
                </a:lnTo>
                <a:lnTo>
                  <a:pt x="502919" y="198120"/>
                </a:lnTo>
                <a:lnTo>
                  <a:pt x="532383" y="228600"/>
                </a:lnTo>
                <a:close/>
              </a:path>
              <a:path w="558165" h="528955">
                <a:moveTo>
                  <a:pt x="28955" y="495299"/>
                </a:moveTo>
                <a:lnTo>
                  <a:pt x="0" y="446532"/>
                </a:lnTo>
                <a:lnTo>
                  <a:pt x="24574" y="441650"/>
                </a:lnTo>
                <a:lnTo>
                  <a:pt x="48005" y="436054"/>
                </a:lnTo>
                <a:lnTo>
                  <a:pt x="70294" y="429601"/>
                </a:lnTo>
                <a:lnTo>
                  <a:pt x="91439" y="422148"/>
                </a:lnTo>
                <a:lnTo>
                  <a:pt x="91439" y="202692"/>
                </a:lnTo>
                <a:lnTo>
                  <a:pt x="126491" y="202692"/>
                </a:lnTo>
                <a:lnTo>
                  <a:pt x="126491" y="411480"/>
                </a:lnTo>
                <a:lnTo>
                  <a:pt x="171650" y="411480"/>
                </a:lnTo>
                <a:lnTo>
                  <a:pt x="144899" y="423933"/>
                </a:lnTo>
                <a:lnTo>
                  <a:pt x="85915" y="454342"/>
                </a:lnTo>
                <a:lnTo>
                  <a:pt x="47220" y="478178"/>
                </a:lnTo>
                <a:lnTo>
                  <a:pt x="28955" y="495299"/>
                </a:lnTo>
                <a:close/>
              </a:path>
              <a:path w="558165" h="528955">
                <a:moveTo>
                  <a:pt x="171650" y="411480"/>
                </a:moveTo>
                <a:lnTo>
                  <a:pt x="126491" y="411480"/>
                </a:lnTo>
                <a:lnTo>
                  <a:pt x="222503" y="377952"/>
                </a:lnTo>
                <a:lnTo>
                  <a:pt x="224027" y="387096"/>
                </a:lnTo>
                <a:lnTo>
                  <a:pt x="171650" y="411480"/>
                </a:lnTo>
                <a:close/>
              </a:path>
              <a:path w="558165" h="528955">
                <a:moveTo>
                  <a:pt x="167639" y="528828"/>
                </a:moveTo>
                <a:lnTo>
                  <a:pt x="146303" y="505968"/>
                </a:lnTo>
                <a:lnTo>
                  <a:pt x="470915" y="505968"/>
                </a:lnTo>
                <a:lnTo>
                  <a:pt x="507491" y="470916"/>
                </a:lnTo>
                <a:lnTo>
                  <a:pt x="557783" y="521208"/>
                </a:lnTo>
                <a:lnTo>
                  <a:pt x="224027" y="521208"/>
                </a:lnTo>
                <a:lnTo>
                  <a:pt x="209216" y="521541"/>
                </a:lnTo>
                <a:lnTo>
                  <a:pt x="194690" y="522732"/>
                </a:lnTo>
                <a:lnTo>
                  <a:pt x="180736" y="525065"/>
                </a:lnTo>
                <a:lnTo>
                  <a:pt x="167639" y="528828"/>
                </a:lnTo>
                <a:close/>
              </a:path>
            </a:pathLst>
          </a:custGeom>
          <a:solidFill>
            <a:srgbClr val="3333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" name="object 16"/>
          <p:cNvSpPr/>
          <p:nvPr/>
        </p:nvSpPr>
        <p:spPr>
          <a:xfrm>
            <a:off x="8253983" y="1280160"/>
            <a:ext cx="447040" cy="548640"/>
          </a:xfrm>
          <a:custGeom>
            <a:avLst/>
            <a:gdLst/>
            <a:ahLst/>
            <a:cxnLst/>
            <a:rect l="l" t="t" r="r" b="b"/>
            <a:pathLst>
              <a:path w="447040" h="548639">
                <a:moveTo>
                  <a:pt x="103632" y="117348"/>
                </a:moveTo>
                <a:lnTo>
                  <a:pt x="92964" y="117348"/>
                </a:lnTo>
                <a:lnTo>
                  <a:pt x="88392" y="109728"/>
                </a:lnTo>
                <a:lnTo>
                  <a:pt x="85344" y="96012"/>
                </a:lnTo>
                <a:lnTo>
                  <a:pt x="77962" y="76581"/>
                </a:lnTo>
                <a:lnTo>
                  <a:pt x="67437" y="54864"/>
                </a:lnTo>
                <a:lnTo>
                  <a:pt x="54054" y="30861"/>
                </a:lnTo>
                <a:lnTo>
                  <a:pt x="38100" y="4572"/>
                </a:lnTo>
                <a:lnTo>
                  <a:pt x="44196" y="0"/>
                </a:lnTo>
                <a:lnTo>
                  <a:pt x="84201" y="24384"/>
                </a:lnTo>
                <a:lnTo>
                  <a:pt x="115085" y="53030"/>
                </a:lnTo>
                <a:lnTo>
                  <a:pt x="123444" y="74676"/>
                </a:lnTo>
                <a:lnTo>
                  <a:pt x="122866" y="80700"/>
                </a:lnTo>
                <a:lnTo>
                  <a:pt x="121158" y="87249"/>
                </a:lnTo>
                <a:lnTo>
                  <a:pt x="118300" y="94392"/>
                </a:lnTo>
                <a:lnTo>
                  <a:pt x="114300" y="102108"/>
                </a:lnTo>
                <a:lnTo>
                  <a:pt x="108204" y="112776"/>
                </a:lnTo>
                <a:lnTo>
                  <a:pt x="103632" y="117348"/>
                </a:lnTo>
                <a:close/>
              </a:path>
              <a:path w="447040" h="548639">
                <a:moveTo>
                  <a:pt x="199643" y="83820"/>
                </a:moveTo>
                <a:lnTo>
                  <a:pt x="178307" y="62484"/>
                </a:lnTo>
                <a:lnTo>
                  <a:pt x="387096" y="62484"/>
                </a:lnTo>
                <a:lnTo>
                  <a:pt x="405384" y="33528"/>
                </a:lnTo>
                <a:lnTo>
                  <a:pt x="446532" y="67056"/>
                </a:lnTo>
                <a:lnTo>
                  <a:pt x="436684" y="76200"/>
                </a:lnTo>
                <a:lnTo>
                  <a:pt x="257556" y="76200"/>
                </a:lnTo>
                <a:lnTo>
                  <a:pt x="242720" y="76747"/>
                </a:lnTo>
                <a:lnTo>
                  <a:pt x="228028" y="78295"/>
                </a:lnTo>
                <a:lnTo>
                  <a:pt x="213621" y="80700"/>
                </a:lnTo>
                <a:lnTo>
                  <a:pt x="199643" y="83820"/>
                </a:lnTo>
                <a:close/>
              </a:path>
              <a:path w="447040" h="548639">
                <a:moveTo>
                  <a:pt x="423940" y="486156"/>
                </a:moveTo>
                <a:lnTo>
                  <a:pt x="362712" y="486156"/>
                </a:lnTo>
                <a:lnTo>
                  <a:pt x="374475" y="485846"/>
                </a:lnTo>
                <a:lnTo>
                  <a:pt x="382524" y="482536"/>
                </a:lnTo>
                <a:lnTo>
                  <a:pt x="387143" y="476083"/>
                </a:lnTo>
                <a:lnTo>
                  <a:pt x="388620" y="466344"/>
                </a:lnTo>
                <a:lnTo>
                  <a:pt x="388620" y="76200"/>
                </a:lnTo>
                <a:lnTo>
                  <a:pt x="436684" y="76200"/>
                </a:lnTo>
                <a:lnTo>
                  <a:pt x="425196" y="86868"/>
                </a:lnTo>
                <a:lnTo>
                  <a:pt x="425196" y="473964"/>
                </a:lnTo>
                <a:lnTo>
                  <a:pt x="423940" y="486156"/>
                </a:lnTo>
                <a:close/>
              </a:path>
              <a:path w="447040" h="548639">
                <a:moveTo>
                  <a:pt x="0" y="548640"/>
                </a:moveTo>
                <a:lnTo>
                  <a:pt x="192" y="501705"/>
                </a:lnTo>
                <a:lnTo>
                  <a:pt x="536" y="459955"/>
                </a:lnTo>
                <a:lnTo>
                  <a:pt x="955" y="414528"/>
                </a:lnTo>
                <a:lnTo>
                  <a:pt x="1320" y="365379"/>
                </a:lnTo>
                <a:lnTo>
                  <a:pt x="1418" y="212074"/>
                </a:lnTo>
                <a:lnTo>
                  <a:pt x="1310" y="181356"/>
                </a:lnTo>
                <a:lnTo>
                  <a:pt x="881" y="138493"/>
                </a:lnTo>
                <a:lnTo>
                  <a:pt x="0" y="103632"/>
                </a:lnTo>
                <a:lnTo>
                  <a:pt x="59436" y="137160"/>
                </a:lnTo>
                <a:lnTo>
                  <a:pt x="38100" y="150876"/>
                </a:lnTo>
                <a:lnTo>
                  <a:pt x="38100" y="531876"/>
                </a:lnTo>
                <a:lnTo>
                  <a:pt x="0" y="548640"/>
                </a:lnTo>
                <a:close/>
              </a:path>
              <a:path w="447040" h="548639">
                <a:moveTo>
                  <a:pt x="330226" y="208788"/>
                </a:moveTo>
                <a:lnTo>
                  <a:pt x="277368" y="208788"/>
                </a:lnTo>
                <a:lnTo>
                  <a:pt x="294131" y="181356"/>
                </a:lnTo>
                <a:lnTo>
                  <a:pt x="330226" y="208788"/>
                </a:lnTo>
                <a:close/>
              </a:path>
              <a:path w="447040" h="548639">
                <a:moveTo>
                  <a:pt x="111252" y="423671"/>
                </a:moveTo>
                <a:lnTo>
                  <a:pt x="112371" y="389096"/>
                </a:lnTo>
                <a:lnTo>
                  <a:pt x="113347" y="356235"/>
                </a:lnTo>
                <a:lnTo>
                  <a:pt x="114038" y="325088"/>
                </a:lnTo>
                <a:lnTo>
                  <a:pt x="114300" y="295656"/>
                </a:lnTo>
                <a:lnTo>
                  <a:pt x="114038" y="267985"/>
                </a:lnTo>
                <a:lnTo>
                  <a:pt x="113314" y="239077"/>
                </a:lnTo>
                <a:lnTo>
                  <a:pt x="112238" y="208788"/>
                </a:lnTo>
                <a:lnTo>
                  <a:pt x="111252" y="184404"/>
                </a:lnTo>
                <a:lnTo>
                  <a:pt x="147828" y="208788"/>
                </a:lnTo>
                <a:lnTo>
                  <a:pt x="330226" y="208788"/>
                </a:lnTo>
                <a:lnTo>
                  <a:pt x="332232" y="210312"/>
                </a:lnTo>
                <a:lnTo>
                  <a:pt x="317823" y="222504"/>
                </a:lnTo>
                <a:lnTo>
                  <a:pt x="147828" y="222504"/>
                </a:lnTo>
                <a:lnTo>
                  <a:pt x="147828" y="364236"/>
                </a:lnTo>
                <a:lnTo>
                  <a:pt x="313318" y="364236"/>
                </a:lnTo>
                <a:lnTo>
                  <a:pt x="313372" y="365379"/>
                </a:lnTo>
                <a:lnTo>
                  <a:pt x="314128" y="377952"/>
                </a:lnTo>
                <a:lnTo>
                  <a:pt x="147828" y="377952"/>
                </a:lnTo>
                <a:lnTo>
                  <a:pt x="147828" y="409956"/>
                </a:lnTo>
                <a:lnTo>
                  <a:pt x="111252" y="423671"/>
                </a:lnTo>
                <a:close/>
              </a:path>
              <a:path w="447040" h="548639">
                <a:moveTo>
                  <a:pt x="313318" y="364236"/>
                </a:moveTo>
                <a:lnTo>
                  <a:pt x="278892" y="364236"/>
                </a:lnTo>
                <a:lnTo>
                  <a:pt x="278892" y="222504"/>
                </a:lnTo>
                <a:lnTo>
                  <a:pt x="317823" y="222504"/>
                </a:lnTo>
                <a:lnTo>
                  <a:pt x="312419" y="227076"/>
                </a:lnTo>
                <a:lnTo>
                  <a:pt x="312419" y="338328"/>
                </a:lnTo>
                <a:lnTo>
                  <a:pt x="312681" y="350853"/>
                </a:lnTo>
                <a:lnTo>
                  <a:pt x="313318" y="364236"/>
                </a:lnTo>
                <a:close/>
              </a:path>
              <a:path w="447040" h="548639">
                <a:moveTo>
                  <a:pt x="278892" y="414528"/>
                </a:moveTo>
                <a:lnTo>
                  <a:pt x="278892" y="377952"/>
                </a:lnTo>
                <a:lnTo>
                  <a:pt x="314128" y="377952"/>
                </a:lnTo>
                <a:lnTo>
                  <a:pt x="315467" y="399288"/>
                </a:lnTo>
                <a:lnTo>
                  <a:pt x="278892" y="414528"/>
                </a:lnTo>
                <a:close/>
              </a:path>
              <a:path w="447040" h="548639">
                <a:moveTo>
                  <a:pt x="365760" y="548640"/>
                </a:moveTo>
                <a:lnTo>
                  <a:pt x="360616" y="528613"/>
                </a:lnTo>
                <a:lnTo>
                  <a:pt x="345186" y="511873"/>
                </a:lnTo>
                <a:lnTo>
                  <a:pt x="319468" y="498276"/>
                </a:lnTo>
                <a:lnTo>
                  <a:pt x="283464" y="487680"/>
                </a:lnTo>
                <a:lnTo>
                  <a:pt x="283464" y="478536"/>
                </a:lnTo>
                <a:lnTo>
                  <a:pt x="362712" y="486156"/>
                </a:lnTo>
                <a:lnTo>
                  <a:pt x="423940" y="486156"/>
                </a:lnTo>
                <a:lnTo>
                  <a:pt x="422338" y="501705"/>
                </a:lnTo>
                <a:lnTo>
                  <a:pt x="411480" y="523303"/>
                </a:lnTo>
                <a:lnTo>
                  <a:pt x="392620" y="538900"/>
                </a:lnTo>
                <a:lnTo>
                  <a:pt x="365760" y="548640"/>
                </a:lnTo>
                <a:close/>
              </a:path>
            </a:pathLst>
          </a:custGeom>
          <a:solidFill>
            <a:srgbClr val="3333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" name="object 17"/>
          <p:cNvSpPr/>
          <p:nvPr/>
        </p:nvSpPr>
        <p:spPr>
          <a:xfrm>
            <a:off x="8796528" y="1289303"/>
            <a:ext cx="556260" cy="541020"/>
          </a:xfrm>
          <a:custGeom>
            <a:avLst/>
            <a:gdLst/>
            <a:ahLst/>
            <a:cxnLst/>
            <a:rect l="l" t="t" r="r" b="b"/>
            <a:pathLst>
              <a:path w="556259" h="541019">
                <a:moveTo>
                  <a:pt x="298704" y="50292"/>
                </a:moveTo>
                <a:lnTo>
                  <a:pt x="277368" y="28956"/>
                </a:lnTo>
                <a:lnTo>
                  <a:pt x="484632" y="28956"/>
                </a:lnTo>
                <a:lnTo>
                  <a:pt x="513588" y="0"/>
                </a:lnTo>
                <a:lnTo>
                  <a:pt x="551688" y="44196"/>
                </a:lnTo>
                <a:lnTo>
                  <a:pt x="356616" y="44196"/>
                </a:lnTo>
                <a:lnTo>
                  <a:pt x="340923" y="44505"/>
                </a:lnTo>
                <a:lnTo>
                  <a:pt x="325945" y="45529"/>
                </a:lnTo>
                <a:lnTo>
                  <a:pt x="311824" y="47410"/>
                </a:lnTo>
                <a:lnTo>
                  <a:pt x="298704" y="50292"/>
                </a:lnTo>
                <a:close/>
              </a:path>
              <a:path w="556259" h="541019">
                <a:moveTo>
                  <a:pt x="259400" y="27432"/>
                </a:moveTo>
                <a:lnTo>
                  <a:pt x="211836" y="27432"/>
                </a:lnTo>
                <a:lnTo>
                  <a:pt x="228600" y="3048"/>
                </a:lnTo>
                <a:lnTo>
                  <a:pt x="259400" y="27432"/>
                </a:lnTo>
                <a:close/>
              </a:path>
              <a:path w="556259" h="541019">
                <a:moveTo>
                  <a:pt x="71628" y="233172"/>
                </a:moveTo>
                <a:lnTo>
                  <a:pt x="72509" y="205430"/>
                </a:lnTo>
                <a:lnTo>
                  <a:pt x="72961" y="176974"/>
                </a:lnTo>
                <a:lnTo>
                  <a:pt x="73066" y="77914"/>
                </a:lnTo>
                <a:lnTo>
                  <a:pt x="72964" y="60698"/>
                </a:lnTo>
                <a:lnTo>
                  <a:pt x="72509" y="33337"/>
                </a:lnTo>
                <a:lnTo>
                  <a:pt x="71628" y="7620"/>
                </a:lnTo>
                <a:lnTo>
                  <a:pt x="105156" y="27432"/>
                </a:lnTo>
                <a:lnTo>
                  <a:pt x="259400" y="27432"/>
                </a:lnTo>
                <a:lnTo>
                  <a:pt x="265175" y="32004"/>
                </a:lnTo>
                <a:lnTo>
                  <a:pt x="254000" y="41148"/>
                </a:lnTo>
                <a:lnTo>
                  <a:pt x="105156" y="41148"/>
                </a:lnTo>
                <a:lnTo>
                  <a:pt x="105156" y="111252"/>
                </a:lnTo>
                <a:lnTo>
                  <a:pt x="248564" y="111252"/>
                </a:lnTo>
                <a:lnTo>
                  <a:pt x="248666" y="124968"/>
                </a:lnTo>
                <a:lnTo>
                  <a:pt x="105156" y="124968"/>
                </a:lnTo>
                <a:lnTo>
                  <a:pt x="105156" y="192024"/>
                </a:lnTo>
                <a:lnTo>
                  <a:pt x="250360" y="192024"/>
                </a:lnTo>
                <a:lnTo>
                  <a:pt x="251121" y="205740"/>
                </a:lnTo>
                <a:lnTo>
                  <a:pt x="105156" y="205740"/>
                </a:lnTo>
                <a:lnTo>
                  <a:pt x="105156" y="220979"/>
                </a:lnTo>
                <a:lnTo>
                  <a:pt x="71628" y="233172"/>
                </a:lnTo>
                <a:close/>
              </a:path>
              <a:path w="556259" h="541019">
                <a:moveTo>
                  <a:pt x="248564" y="111252"/>
                </a:moveTo>
                <a:lnTo>
                  <a:pt x="217932" y="111252"/>
                </a:lnTo>
                <a:lnTo>
                  <a:pt x="217932" y="41148"/>
                </a:lnTo>
                <a:lnTo>
                  <a:pt x="254000" y="41148"/>
                </a:lnTo>
                <a:lnTo>
                  <a:pt x="248412" y="45720"/>
                </a:lnTo>
                <a:lnTo>
                  <a:pt x="248459" y="97178"/>
                </a:lnTo>
                <a:lnTo>
                  <a:pt x="248564" y="111252"/>
                </a:lnTo>
                <a:close/>
              </a:path>
              <a:path w="556259" h="541019">
                <a:moveTo>
                  <a:pt x="384048" y="112776"/>
                </a:moveTo>
                <a:lnTo>
                  <a:pt x="373380" y="112776"/>
                </a:lnTo>
                <a:lnTo>
                  <a:pt x="377404" y="95416"/>
                </a:lnTo>
                <a:lnTo>
                  <a:pt x="380428" y="77914"/>
                </a:lnTo>
                <a:lnTo>
                  <a:pt x="382595" y="60698"/>
                </a:lnTo>
                <a:lnTo>
                  <a:pt x="384048" y="44196"/>
                </a:lnTo>
                <a:lnTo>
                  <a:pt x="425195" y="44196"/>
                </a:lnTo>
                <a:lnTo>
                  <a:pt x="419195" y="53625"/>
                </a:lnTo>
                <a:lnTo>
                  <a:pt x="410337" y="68199"/>
                </a:lnTo>
                <a:lnTo>
                  <a:pt x="398621" y="87915"/>
                </a:lnTo>
                <a:lnTo>
                  <a:pt x="384048" y="112776"/>
                </a:lnTo>
                <a:close/>
              </a:path>
              <a:path w="556259" h="541019">
                <a:moveTo>
                  <a:pt x="522373" y="112776"/>
                </a:moveTo>
                <a:lnTo>
                  <a:pt x="475488" y="112776"/>
                </a:lnTo>
                <a:lnTo>
                  <a:pt x="492252" y="91440"/>
                </a:lnTo>
                <a:lnTo>
                  <a:pt x="522373" y="112776"/>
                </a:lnTo>
                <a:close/>
              </a:path>
              <a:path w="556259" h="541019">
                <a:moveTo>
                  <a:pt x="307848" y="345948"/>
                </a:moveTo>
                <a:lnTo>
                  <a:pt x="309943" y="289941"/>
                </a:lnTo>
                <a:lnTo>
                  <a:pt x="310714" y="246888"/>
                </a:lnTo>
                <a:lnTo>
                  <a:pt x="310817" y="211836"/>
                </a:lnTo>
                <a:lnTo>
                  <a:pt x="310634" y="187071"/>
                </a:lnTo>
                <a:lnTo>
                  <a:pt x="309943" y="153924"/>
                </a:lnTo>
                <a:lnTo>
                  <a:pt x="308967" y="123063"/>
                </a:lnTo>
                <a:lnTo>
                  <a:pt x="307848" y="94488"/>
                </a:lnTo>
                <a:lnTo>
                  <a:pt x="341376" y="112776"/>
                </a:lnTo>
                <a:lnTo>
                  <a:pt x="522373" y="112776"/>
                </a:lnTo>
                <a:lnTo>
                  <a:pt x="528828" y="117348"/>
                </a:lnTo>
                <a:lnTo>
                  <a:pt x="517093" y="128016"/>
                </a:lnTo>
                <a:lnTo>
                  <a:pt x="341376" y="128016"/>
                </a:lnTo>
                <a:lnTo>
                  <a:pt x="341376" y="326136"/>
                </a:lnTo>
                <a:lnTo>
                  <a:pt x="307848" y="345948"/>
                </a:lnTo>
                <a:close/>
              </a:path>
              <a:path w="556259" h="541019">
                <a:moveTo>
                  <a:pt x="250360" y="192024"/>
                </a:moveTo>
                <a:lnTo>
                  <a:pt x="217932" y="192024"/>
                </a:lnTo>
                <a:lnTo>
                  <a:pt x="217932" y="124968"/>
                </a:lnTo>
                <a:lnTo>
                  <a:pt x="248666" y="124968"/>
                </a:lnTo>
                <a:lnTo>
                  <a:pt x="248793" y="141922"/>
                </a:lnTo>
                <a:lnTo>
                  <a:pt x="249697" y="180093"/>
                </a:lnTo>
                <a:lnTo>
                  <a:pt x="250360" y="192024"/>
                </a:lnTo>
                <a:close/>
              </a:path>
              <a:path w="556259" h="541019">
                <a:moveTo>
                  <a:pt x="480060" y="338328"/>
                </a:moveTo>
                <a:lnTo>
                  <a:pt x="480060" y="128016"/>
                </a:lnTo>
                <a:lnTo>
                  <a:pt x="517093" y="128016"/>
                </a:lnTo>
                <a:lnTo>
                  <a:pt x="512064" y="132588"/>
                </a:lnTo>
                <a:lnTo>
                  <a:pt x="512119" y="261651"/>
                </a:lnTo>
                <a:lnTo>
                  <a:pt x="512236" y="273343"/>
                </a:lnTo>
                <a:lnTo>
                  <a:pt x="512706" y="296179"/>
                </a:lnTo>
                <a:lnTo>
                  <a:pt x="513588" y="321564"/>
                </a:lnTo>
                <a:lnTo>
                  <a:pt x="480060" y="338328"/>
                </a:lnTo>
                <a:close/>
              </a:path>
              <a:path w="556259" h="541019">
                <a:moveTo>
                  <a:pt x="262128" y="477011"/>
                </a:moveTo>
                <a:lnTo>
                  <a:pt x="257556" y="469392"/>
                </a:lnTo>
                <a:lnTo>
                  <a:pt x="291036" y="449937"/>
                </a:lnTo>
                <a:lnTo>
                  <a:pt x="318516" y="430339"/>
                </a:lnTo>
                <a:lnTo>
                  <a:pt x="356616" y="390144"/>
                </a:lnTo>
                <a:lnTo>
                  <a:pt x="378333" y="345757"/>
                </a:lnTo>
                <a:lnTo>
                  <a:pt x="388595" y="291274"/>
                </a:lnTo>
                <a:lnTo>
                  <a:pt x="390455" y="233172"/>
                </a:lnTo>
                <a:lnTo>
                  <a:pt x="390662" y="192024"/>
                </a:lnTo>
                <a:lnTo>
                  <a:pt x="390144" y="163068"/>
                </a:lnTo>
                <a:lnTo>
                  <a:pt x="441960" y="188976"/>
                </a:lnTo>
                <a:lnTo>
                  <a:pt x="423672" y="205740"/>
                </a:lnTo>
                <a:lnTo>
                  <a:pt x="422838" y="252293"/>
                </a:lnTo>
                <a:lnTo>
                  <a:pt x="420433" y="291274"/>
                </a:lnTo>
                <a:lnTo>
                  <a:pt x="411480" y="345948"/>
                </a:lnTo>
                <a:lnTo>
                  <a:pt x="393001" y="384238"/>
                </a:lnTo>
                <a:lnTo>
                  <a:pt x="364236" y="419100"/>
                </a:lnTo>
                <a:lnTo>
                  <a:pt x="321754" y="450342"/>
                </a:lnTo>
                <a:lnTo>
                  <a:pt x="294155" y="464105"/>
                </a:lnTo>
                <a:lnTo>
                  <a:pt x="262128" y="477011"/>
                </a:lnTo>
                <a:close/>
              </a:path>
              <a:path w="556259" h="541019">
                <a:moveTo>
                  <a:pt x="217932" y="228600"/>
                </a:moveTo>
                <a:lnTo>
                  <a:pt x="217932" y="205740"/>
                </a:lnTo>
                <a:lnTo>
                  <a:pt x="251121" y="205740"/>
                </a:lnTo>
                <a:lnTo>
                  <a:pt x="251460" y="211836"/>
                </a:lnTo>
                <a:lnTo>
                  <a:pt x="217932" y="228600"/>
                </a:lnTo>
                <a:close/>
              </a:path>
              <a:path w="556259" h="541019">
                <a:moveTo>
                  <a:pt x="39624" y="280416"/>
                </a:moveTo>
                <a:lnTo>
                  <a:pt x="18288" y="259079"/>
                </a:lnTo>
                <a:lnTo>
                  <a:pt x="228600" y="259079"/>
                </a:lnTo>
                <a:lnTo>
                  <a:pt x="257556" y="230124"/>
                </a:lnTo>
                <a:lnTo>
                  <a:pt x="295656" y="272796"/>
                </a:lnTo>
                <a:lnTo>
                  <a:pt x="97536" y="272796"/>
                </a:lnTo>
                <a:lnTo>
                  <a:pt x="82057" y="273343"/>
                </a:lnTo>
                <a:lnTo>
                  <a:pt x="67437" y="274891"/>
                </a:lnTo>
                <a:lnTo>
                  <a:pt x="53387" y="277296"/>
                </a:lnTo>
                <a:lnTo>
                  <a:pt x="39624" y="280416"/>
                </a:lnTo>
                <a:close/>
              </a:path>
              <a:path w="556259" h="541019">
                <a:moveTo>
                  <a:pt x="178308" y="455676"/>
                </a:moveTo>
                <a:lnTo>
                  <a:pt x="147828" y="455676"/>
                </a:lnTo>
                <a:lnTo>
                  <a:pt x="147828" y="272796"/>
                </a:lnTo>
                <a:lnTo>
                  <a:pt x="178308" y="272796"/>
                </a:lnTo>
                <a:lnTo>
                  <a:pt x="178308" y="356616"/>
                </a:lnTo>
                <a:lnTo>
                  <a:pt x="273529" y="356616"/>
                </a:lnTo>
                <a:lnTo>
                  <a:pt x="286512" y="371856"/>
                </a:lnTo>
                <a:lnTo>
                  <a:pt x="178308" y="371856"/>
                </a:lnTo>
                <a:lnTo>
                  <a:pt x="178308" y="455676"/>
                </a:lnTo>
                <a:close/>
              </a:path>
              <a:path w="556259" h="541019">
                <a:moveTo>
                  <a:pt x="6096" y="541020"/>
                </a:moveTo>
                <a:lnTo>
                  <a:pt x="0" y="536448"/>
                </a:lnTo>
                <a:lnTo>
                  <a:pt x="13120" y="510159"/>
                </a:lnTo>
                <a:lnTo>
                  <a:pt x="24955" y="481584"/>
                </a:lnTo>
                <a:lnTo>
                  <a:pt x="44196" y="417576"/>
                </a:lnTo>
                <a:lnTo>
                  <a:pt x="55435" y="353949"/>
                </a:lnTo>
                <a:lnTo>
                  <a:pt x="60960" y="297179"/>
                </a:lnTo>
                <a:lnTo>
                  <a:pt x="109728" y="321564"/>
                </a:lnTo>
                <a:lnTo>
                  <a:pt x="100917" y="328707"/>
                </a:lnTo>
                <a:lnTo>
                  <a:pt x="92964" y="343281"/>
                </a:lnTo>
                <a:lnTo>
                  <a:pt x="86153" y="365283"/>
                </a:lnTo>
                <a:lnTo>
                  <a:pt x="80772" y="394716"/>
                </a:lnTo>
                <a:lnTo>
                  <a:pt x="93934" y="409956"/>
                </a:lnTo>
                <a:lnTo>
                  <a:pt x="76200" y="409956"/>
                </a:lnTo>
                <a:lnTo>
                  <a:pt x="60677" y="450723"/>
                </a:lnTo>
                <a:lnTo>
                  <a:pt x="44005" y="485775"/>
                </a:lnTo>
                <a:lnTo>
                  <a:pt x="25836" y="515826"/>
                </a:lnTo>
                <a:lnTo>
                  <a:pt x="6096" y="541020"/>
                </a:lnTo>
                <a:close/>
              </a:path>
              <a:path w="556259" h="541019">
                <a:moveTo>
                  <a:pt x="273529" y="356616"/>
                </a:moveTo>
                <a:lnTo>
                  <a:pt x="224028" y="356616"/>
                </a:lnTo>
                <a:lnTo>
                  <a:pt x="251460" y="330708"/>
                </a:lnTo>
                <a:lnTo>
                  <a:pt x="273529" y="356616"/>
                </a:lnTo>
                <a:close/>
              </a:path>
              <a:path w="556259" h="541019">
                <a:moveTo>
                  <a:pt x="522732" y="460248"/>
                </a:moveTo>
                <a:lnTo>
                  <a:pt x="518160" y="460248"/>
                </a:lnTo>
                <a:lnTo>
                  <a:pt x="515540" y="458795"/>
                </a:lnTo>
                <a:lnTo>
                  <a:pt x="512064" y="454342"/>
                </a:lnTo>
                <a:lnTo>
                  <a:pt x="507444" y="446746"/>
                </a:lnTo>
                <a:lnTo>
                  <a:pt x="501395" y="435864"/>
                </a:lnTo>
                <a:lnTo>
                  <a:pt x="489370" y="418457"/>
                </a:lnTo>
                <a:lnTo>
                  <a:pt x="471487" y="398335"/>
                </a:lnTo>
                <a:lnTo>
                  <a:pt x="447603" y="375642"/>
                </a:lnTo>
                <a:lnTo>
                  <a:pt x="417576" y="350520"/>
                </a:lnTo>
                <a:lnTo>
                  <a:pt x="423672" y="342900"/>
                </a:lnTo>
                <a:lnTo>
                  <a:pt x="464462" y="362664"/>
                </a:lnTo>
                <a:lnTo>
                  <a:pt x="515183" y="391334"/>
                </a:lnTo>
                <a:lnTo>
                  <a:pt x="533400" y="417576"/>
                </a:lnTo>
                <a:lnTo>
                  <a:pt x="533285" y="430339"/>
                </a:lnTo>
                <a:lnTo>
                  <a:pt x="531876" y="437387"/>
                </a:lnTo>
                <a:lnTo>
                  <a:pt x="525780" y="455676"/>
                </a:lnTo>
                <a:lnTo>
                  <a:pt x="522732" y="460248"/>
                </a:lnTo>
                <a:close/>
              </a:path>
              <a:path w="556259" h="541019">
                <a:moveTo>
                  <a:pt x="436351" y="524621"/>
                </a:moveTo>
                <a:lnTo>
                  <a:pt x="371977" y="523890"/>
                </a:lnTo>
                <a:lnTo>
                  <a:pt x="318942" y="522061"/>
                </a:lnTo>
                <a:lnTo>
                  <a:pt x="277246" y="519135"/>
                </a:lnTo>
                <a:lnTo>
                  <a:pt x="217741" y="508825"/>
                </a:lnTo>
                <a:lnTo>
                  <a:pt x="169735" y="492823"/>
                </a:lnTo>
                <a:lnTo>
                  <a:pt x="132564" y="470820"/>
                </a:lnTo>
                <a:lnTo>
                  <a:pt x="95369" y="434244"/>
                </a:lnTo>
                <a:lnTo>
                  <a:pt x="76200" y="409956"/>
                </a:lnTo>
                <a:lnTo>
                  <a:pt x="93934" y="409956"/>
                </a:lnTo>
                <a:lnTo>
                  <a:pt x="95107" y="411313"/>
                </a:lnTo>
                <a:lnTo>
                  <a:pt x="110871" y="426910"/>
                </a:lnTo>
                <a:lnTo>
                  <a:pt x="128349" y="441650"/>
                </a:lnTo>
                <a:lnTo>
                  <a:pt x="147828" y="455676"/>
                </a:lnTo>
                <a:lnTo>
                  <a:pt x="178308" y="455676"/>
                </a:lnTo>
                <a:lnTo>
                  <a:pt x="178308" y="464820"/>
                </a:lnTo>
                <a:lnTo>
                  <a:pt x="206597" y="473964"/>
                </a:lnTo>
                <a:lnTo>
                  <a:pt x="243459" y="480822"/>
                </a:lnTo>
                <a:lnTo>
                  <a:pt x="288893" y="485394"/>
                </a:lnTo>
                <a:lnTo>
                  <a:pt x="342900" y="487680"/>
                </a:lnTo>
                <a:lnTo>
                  <a:pt x="552841" y="487680"/>
                </a:lnTo>
                <a:lnTo>
                  <a:pt x="537138" y="494680"/>
                </a:lnTo>
                <a:lnTo>
                  <a:pt x="523303" y="504063"/>
                </a:lnTo>
                <a:lnTo>
                  <a:pt x="514897" y="514016"/>
                </a:lnTo>
                <a:lnTo>
                  <a:pt x="512064" y="524256"/>
                </a:lnTo>
                <a:lnTo>
                  <a:pt x="436351" y="524621"/>
                </a:lnTo>
                <a:close/>
              </a:path>
              <a:path w="556259" h="541019">
                <a:moveTo>
                  <a:pt x="552841" y="487680"/>
                </a:moveTo>
                <a:lnTo>
                  <a:pt x="342900" y="487680"/>
                </a:lnTo>
                <a:lnTo>
                  <a:pt x="399811" y="487084"/>
                </a:lnTo>
                <a:lnTo>
                  <a:pt x="454152" y="485203"/>
                </a:lnTo>
                <a:lnTo>
                  <a:pt x="506206" y="481893"/>
                </a:lnTo>
                <a:lnTo>
                  <a:pt x="556260" y="477011"/>
                </a:lnTo>
                <a:lnTo>
                  <a:pt x="556260" y="486156"/>
                </a:lnTo>
                <a:lnTo>
                  <a:pt x="552841" y="487680"/>
                </a:lnTo>
                <a:close/>
              </a:path>
            </a:pathLst>
          </a:custGeom>
          <a:solidFill>
            <a:srgbClr val="3333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" name="object 18"/>
          <p:cNvSpPr/>
          <p:nvPr/>
        </p:nvSpPr>
        <p:spPr>
          <a:xfrm>
            <a:off x="1751075" y="2569464"/>
            <a:ext cx="155575" cy="155575"/>
          </a:xfrm>
          <a:custGeom>
            <a:avLst/>
            <a:gdLst/>
            <a:ahLst/>
            <a:cxnLst/>
            <a:rect l="l" t="t" r="r" b="b"/>
            <a:pathLst>
              <a:path w="155575" h="155575">
                <a:moveTo>
                  <a:pt x="155448" y="155447"/>
                </a:moveTo>
                <a:lnTo>
                  <a:pt x="0" y="155447"/>
                </a:lnTo>
                <a:lnTo>
                  <a:pt x="0" y="0"/>
                </a:lnTo>
                <a:lnTo>
                  <a:pt x="155448" y="0"/>
                </a:lnTo>
                <a:lnTo>
                  <a:pt x="155448" y="155447"/>
                </a:lnTo>
                <a:close/>
              </a:path>
            </a:pathLst>
          </a:custGeom>
          <a:solidFill>
            <a:srgbClr val="3333C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" name="object 19"/>
          <p:cNvSpPr/>
          <p:nvPr/>
        </p:nvSpPr>
        <p:spPr>
          <a:xfrm>
            <a:off x="2129027" y="2377440"/>
            <a:ext cx="399415" cy="410209"/>
          </a:xfrm>
          <a:custGeom>
            <a:avLst/>
            <a:gdLst/>
            <a:ahLst/>
            <a:cxnLst/>
            <a:rect l="l" t="t" r="r" b="b"/>
            <a:pathLst>
              <a:path w="399414" h="410210">
                <a:moveTo>
                  <a:pt x="204216" y="64008"/>
                </a:moveTo>
                <a:lnTo>
                  <a:pt x="196596" y="64008"/>
                </a:lnTo>
                <a:lnTo>
                  <a:pt x="194286" y="55387"/>
                </a:lnTo>
                <a:lnTo>
                  <a:pt x="191833" y="47625"/>
                </a:lnTo>
                <a:lnTo>
                  <a:pt x="171140" y="12311"/>
                </a:lnTo>
                <a:lnTo>
                  <a:pt x="164592" y="4572"/>
                </a:lnTo>
                <a:lnTo>
                  <a:pt x="169164" y="0"/>
                </a:lnTo>
                <a:lnTo>
                  <a:pt x="210312" y="21431"/>
                </a:lnTo>
                <a:lnTo>
                  <a:pt x="219456" y="36576"/>
                </a:lnTo>
                <a:lnTo>
                  <a:pt x="219336" y="40433"/>
                </a:lnTo>
                <a:lnTo>
                  <a:pt x="218574" y="45577"/>
                </a:lnTo>
                <a:lnTo>
                  <a:pt x="215836" y="51816"/>
                </a:lnTo>
                <a:lnTo>
                  <a:pt x="211097" y="58054"/>
                </a:lnTo>
                <a:lnTo>
                  <a:pt x="204216" y="64008"/>
                </a:lnTo>
                <a:close/>
              </a:path>
              <a:path w="399414" h="410210">
                <a:moveTo>
                  <a:pt x="65532" y="79248"/>
                </a:moveTo>
                <a:lnTo>
                  <a:pt x="50292" y="64008"/>
                </a:lnTo>
                <a:lnTo>
                  <a:pt x="306323" y="64008"/>
                </a:lnTo>
                <a:lnTo>
                  <a:pt x="326136" y="42672"/>
                </a:lnTo>
                <a:lnTo>
                  <a:pt x="356616" y="74676"/>
                </a:lnTo>
                <a:lnTo>
                  <a:pt x="108204" y="74676"/>
                </a:lnTo>
                <a:lnTo>
                  <a:pt x="97035" y="74961"/>
                </a:lnTo>
                <a:lnTo>
                  <a:pt x="86296" y="75819"/>
                </a:lnTo>
                <a:lnTo>
                  <a:pt x="75842" y="77247"/>
                </a:lnTo>
                <a:lnTo>
                  <a:pt x="65532" y="79248"/>
                </a:lnTo>
                <a:close/>
              </a:path>
              <a:path w="399414" h="410210">
                <a:moveTo>
                  <a:pt x="243840" y="146304"/>
                </a:moveTo>
                <a:lnTo>
                  <a:pt x="231648" y="146304"/>
                </a:lnTo>
                <a:lnTo>
                  <a:pt x="241339" y="127182"/>
                </a:lnTo>
                <a:lnTo>
                  <a:pt x="249745" y="108775"/>
                </a:lnTo>
                <a:lnTo>
                  <a:pt x="256722" y="91225"/>
                </a:lnTo>
                <a:lnTo>
                  <a:pt x="262128" y="74676"/>
                </a:lnTo>
                <a:lnTo>
                  <a:pt x="295656" y="97536"/>
                </a:lnTo>
                <a:lnTo>
                  <a:pt x="280416" y="103632"/>
                </a:lnTo>
                <a:lnTo>
                  <a:pt x="269557" y="115657"/>
                </a:lnTo>
                <a:lnTo>
                  <a:pt x="259842" y="126682"/>
                </a:lnTo>
                <a:lnTo>
                  <a:pt x="251269" y="136850"/>
                </a:lnTo>
                <a:lnTo>
                  <a:pt x="243840" y="146304"/>
                </a:lnTo>
                <a:close/>
              </a:path>
              <a:path w="399414" h="410210">
                <a:moveTo>
                  <a:pt x="158496" y="146304"/>
                </a:moveTo>
                <a:lnTo>
                  <a:pt x="149352" y="146304"/>
                </a:lnTo>
                <a:lnTo>
                  <a:pt x="146804" y="136350"/>
                </a:lnTo>
                <a:lnTo>
                  <a:pt x="143798" y="127182"/>
                </a:lnTo>
                <a:lnTo>
                  <a:pt x="123658" y="93059"/>
                </a:lnTo>
                <a:lnTo>
                  <a:pt x="117348" y="85344"/>
                </a:lnTo>
                <a:lnTo>
                  <a:pt x="121920" y="79248"/>
                </a:lnTo>
                <a:lnTo>
                  <a:pt x="155567" y="100036"/>
                </a:lnTo>
                <a:lnTo>
                  <a:pt x="170688" y="117348"/>
                </a:lnTo>
                <a:lnTo>
                  <a:pt x="170688" y="123444"/>
                </a:lnTo>
                <a:lnTo>
                  <a:pt x="169854" y="128301"/>
                </a:lnTo>
                <a:lnTo>
                  <a:pt x="167449" y="133731"/>
                </a:lnTo>
                <a:lnTo>
                  <a:pt x="163615" y="139731"/>
                </a:lnTo>
                <a:lnTo>
                  <a:pt x="158496" y="146304"/>
                </a:lnTo>
                <a:close/>
              </a:path>
              <a:path w="399414" h="410210">
                <a:moveTo>
                  <a:pt x="15240" y="161544"/>
                </a:moveTo>
                <a:lnTo>
                  <a:pt x="0" y="146304"/>
                </a:lnTo>
                <a:lnTo>
                  <a:pt x="342900" y="146304"/>
                </a:lnTo>
                <a:lnTo>
                  <a:pt x="362712" y="124968"/>
                </a:lnTo>
                <a:lnTo>
                  <a:pt x="393192" y="156972"/>
                </a:lnTo>
                <a:lnTo>
                  <a:pt x="56388" y="156972"/>
                </a:lnTo>
                <a:lnTo>
                  <a:pt x="45886" y="157257"/>
                </a:lnTo>
                <a:lnTo>
                  <a:pt x="35242" y="158115"/>
                </a:lnTo>
                <a:lnTo>
                  <a:pt x="24884" y="159543"/>
                </a:lnTo>
                <a:lnTo>
                  <a:pt x="15240" y="161544"/>
                </a:lnTo>
                <a:close/>
              </a:path>
              <a:path w="399414" h="410210">
                <a:moveTo>
                  <a:pt x="310896" y="192024"/>
                </a:moveTo>
                <a:lnTo>
                  <a:pt x="275844" y="192024"/>
                </a:lnTo>
                <a:lnTo>
                  <a:pt x="294132" y="175260"/>
                </a:lnTo>
                <a:lnTo>
                  <a:pt x="310896" y="192024"/>
                </a:lnTo>
                <a:close/>
              </a:path>
              <a:path w="399414" h="410210">
                <a:moveTo>
                  <a:pt x="85344" y="301751"/>
                </a:moveTo>
                <a:lnTo>
                  <a:pt x="85582" y="284059"/>
                </a:lnTo>
                <a:lnTo>
                  <a:pt x="86106" y="267652"/>
                </a:lnTo>
                <a:lnTo>
                  <a:pt x="86629" y="252674"/>
                </a:lnTo>
                <a:lnTo>
                  <a:pt x="86868" y="239268"/>
                </a:lnTo>
                <a:lnTo>
                  <a:pt x="86844" y="226099"/>
                </a:lnTo>
                <a:lnTo>
                  <a:pt x="86677" y="211645"/>
                </a:lnTo>
                <a:lnTo>
                  <a:pt x="86225" y="195762"/>
                </a:lnTo>
                <a:lnTo>
                  <a:pt x="85344" y="178308"/>
                </a:lnTo>
                <a:lnTo>
                  <a:pt x="111252" y="192024"/>
                </a:lnTo>
                <a:lnTo>
                  <a:pt x="310896" y="192024"/>
                </a:lnTo>
                <a:lnTo>
                  <a:pt x="318516" y="199644"/>
                </a:lnTo>
                <a:lnTo>
                  <a:pt x="313726" y="202692"/>
                </a:lnTo>
                <a:lnTo>
                  <a:pt x="109728" y="202692"/>
                </a:lnTo>
                <a:lnTo>
                  <a:pt x="109728" y="268224"/>
                </a:lnTo>
                <a:lnTo>
                  <a:pt x="303617" y="268224"/>
                </a:lnTo>
                <a:lnTo>
                  <a:pt x="304157" y="277368"/>
                </a:lnTo>
                <a:lnTo>
                  <a:pt x="109728" y="277368"/>
                </a:lnTo>
                <a:lnTo>
                  <a:pt x="109728" y="294132"/>
                </a:lnTo>
                <a:lnTo>
                  <a:pt x="85344" y="301751"/>
                </a:lnTo>
                <a:close/>
              </a:path>
              <a:path w="399414" h="410210">
                <a:moveTo>
                  <a:pt x="303617" y="268224"/>
                </a:moveTo>
                <a:lnTo>
                  <a:pt x="280416" y="268224"/>
                </a:lnTo>
                <a:lnTo>
                  <a:pt x="280416" y="202692"/>
                </a:lnTo>
                <a:lnTo>
                  <a:pt x="313726" y="202692"/>
                </a:lnTo>
                <a:lnTo>
                  <a:pt x="301752" y="210312"/>
                </a:lnTo>
                <a:lnTo>
                  <a:pt x="302013" y="230600"/>
                </a:lnTo>
                <a:lnTo>
                  <a:pt x="302704" y="250317"/>
                </a:lnTo>
                <a:lnTo>
                  <a:pt x="303617" y="268224"/>
                </a:lnTo>
                <a:close/>
              </a:path>
              <a:path w="399414" h="410210">
                <a:moveTo>
                  <a:pt x="0" y="409956"/>
                </a:moveTo>
                <a:lnTo>
                  <a:pt x="0" y="403860"/>
                </a:lnTo>
                <a:lnTo>
                  <a:pt x="21955" y="398145"/>
                </a:lnTo>
                <a:lnTo>
                  <a:pt x="41983" y="392406"/>
                </a:lnTo>
                <a:lnTo>
                  <a:pt x="88701" y="373856"/>
                </a:lnTo>
                <a:lnTo>
                  <a:pt x="121920" y="348996"/>
                </a:lnTo>
                <a:lnTo>
                  <a:pt x="140779" y="301418"/>
                </a:lnTo>
                <a:lnTo>
                  <a:pt x="144780" y="277368"/>
                </a:lnTo>
                <a:lnTo>
                  <a:pt x="170688" y="277368"/>
                </a:lnTo>
                <a:lnTo>
                  <a:pt x="159448" y="327660"/>
                </a:lnTo>
                <a:lnTo>
                  <a:pt x="127325" y="370260"/>
                </a:lnTo>
                <a:lnTo>
                  <a:pt x="83820" y="393192"/>
                </a:lnTo>
                <a:lnTo>
                  <a:pt x="45910" y="402145"/>
                </a:lnTo>
                <a:lnTo>
                  <a:pt x="24026" y="406265"/>
                </a:lnTo>
                <a:lnTo>
                  <a:pt x="0" y="409956"/>
                </a:lnTo>
                <a:close/>
              </a:path>
              <a:path w="399414" h="410210">
                <a:moveTo>
                  <a:pt x="361188" y="394716"/>
                </a:moveTo>
                <a:lnTo>
                  <a:pt x="260604" y="394716"/>
                </a:lnTo>
                <a:lnTo>
                  <a:pt x="242601" y="392406"/>
                </a:lnTo>
                <a:lnTo>
                  <a:pt x="229743" y="385381"/>
                </a:lnTo>
                <a:lnTo>
                  <a:pt x="222027" y="373499"/>
                </a:lnTo>
                <a:lnTo>
                  <a:pt x="219532" y="357116"/>
                </a:lnTo>
                <a:lnTo>
                  <a:pt x="219456" y="277368"/>
                </a:lnTo>
                <a:lnTo>
                  <a:pt x="240792" y="277368"/>
                </a:lnTo>
                <a:lnTo>
                  <a:pt x="240792" y="355092"/>
                </a:lnTo>
                <a:lnTo>
                  <a:pt x="242506" y="363974"/>
                </a:lnTo>
                <a:lnTo>
                  <a:pt x="247650" y="370141"/>
                </a:lnTo>
                <a:lnTo>
                  <a:pt x="256222" y="373737"/>
                </a:lnTo>
                <a:lnTo>
                  <a:pt x="268223" y="374904"/>
                </a:lnTo>
                <a:lnTo>
                  <a:pt x="395083" y="374904"/>
                </a:lnTo>
                <a:lnTo>
                  <a:pt x="393573" y="377094"/>
                </a:lnTo>
                <a:lnTo>
                  <a:pt x="387858" y="383667"/>
                </a:lnTo>
                <a:lnTo>
                  <a:pt x="382143" y="388524"/>
                </a:lnTo>
                <a:lnTo>
                  <a:pt x="376428" y="391668"/>
                </a:lnTo>
                <a:lnTo>
                  <a:pt x="361188" y="394716"/>
                </a:lnTo>
                <a:close/>
              </a:path>
              <a:path w="399414" h="410210">
                <a:moveTo>
                  <a:pt x="280416" y="297180"/>
                </a:moveTo>
                <a:lnTo>
                  <a:pt x="280416" y="277368"/>
                </a:lnTo>
                <a:lnTo>
                  <a:pt x="304157" y="277368"/>
                </a:lnTo>
                <a:lnTo>
                  <a:pt x="304799" y="288036"/>
                </a:lnTo>
                <a:lnTo>
                  <a:pt x="280416" y="297180"/>
                </a:lnTo>
                <a:close/>
              </a:path>
              <a:path w="399414" h="410210">
                <a:moveTo>
                  <a:pt x="395083" y="374904"/>
                </a:moveTo>
                <a:lnTo>
                  <a:pt x="345948" y="374904"/>
                </a:lnTo>
                <a:lnTo>
                  <a:pt x="353091" y="371451"/>
                </a:lnTo>
                <a:lnTo>
                  <a:pt x="358521" y="365569"/>
                </a:lnTo>
                <a:lnTo>
                  <a:pt x="366522" y="320992"/>
                </a:lnTo>
                <a:lnTo>
                  <a:pt x="368808" y="292608"/>
                </a:lnTo>
                <a:lnTo>
                  <a:pt x="374904" y="292608"/>
                </a:lnTo>
                <a:lnTo>
                  <a:pt x="379506" y="336946"/>
                </a:lnTo>
                <a:lnTo>
                  <a:pt x="399288" y="368808"/>
                </a:lnTo>
                <a:lnTo>
                  <a:pt x="395083" y="374904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" name="object 20"/>
          <p:cNvSpPr/>
          <p:nvPr/>
        </p:nvSpPr>
        <p:spPr>
          <a:xfrm>
            <a:off x="2577083" y="2377439"/>
            <a:ext cx="401320" cy="411480"/>
          </a:xfrm>
          <a:custGeom>
            <a:avLst/>
            <a:gdLst/>
            <a:ahLst/>
            <a:cxnLst/>
            <a:rect l="l" t="t" r="r" b="b"/>
            <a:pathLst>
              <a:path w="401319" h="411480">
                <a:moveTo>
                  <a:pt x="12192" y="163068"/>
                </a:moveTo>
                <a:lnTo>
                  <a:pt x="9143" y="158496"/>
                </a:lnTo>
                <a:lnTo>
                  <a:pt x="29432" y="141636"/>
                </a:lnTo>
                <a:lnTo>
                  <a:pt x="49149" y="123063"/>
                </a:lnTo>
                <a:lnTo>
                  <a:pt x="86868" y="80772"/>
                </a:lnTo>
                <a:lnTo>
                  <a:pt x="117348" y="38671"/>
                </a:lnTo>
                <a:lnTo>
                  <a:pt x="138684" y="0"/>
                </a:lnTo>
                <a:lnTo>
                  <a:pt x="173736" y="22860"/>
                </a:lnTo>
                <a:lnTo>
                  <a:pt x="165711" y="26289"/>
                </a:lnTo>
                <a:lnTo>
                  <a:pt x="157543" y="32004"/>
                </a:lnTo>
                <a:lnTo>
                  <a:pt x="149090" y="40005"/>
                </a:lnTo>
                <a:lnTo>
                  <a:pt x="140208" y="50292"/>
                </a:lnTo>
                <a:lnTo>
                  <a:pt x="272338" y="50292"/>
                </a:lnTo>
                <a:lnTo>
                  <a:pt x="281940" y="59436"/>
                </a:lnTo>
                <a:lnTo>
                  <a:pt x="276341" y="60960"/>
                </a:lnTo>
                <a:lnTo>
                  <a:pt x="134112" y="60960"/>
                </a:lnTo>
                <a:lnTo>
                  <a:pt x="104132" y="91273"/>
                </a:lnTo>
                <a:lnTo>
                  <a:pt x="73723" y="118300"/>
                </a:lnTo>
                <a:lnTo>
                  <a:pt x="43029" y="142184"/>
                </a:lnTo>
                <a:lnTo>
                  <a:pt x="12192" y="163068"/>
                </a:lnTo>
                <a:close/>
              </a:path>
              <a:path w="401319" h="411480">
                <a:moveTo>
                  <a:pt x="272338" y="50292"/>
                </a:moveTo>
                <a:lnTo>
                  <a:pt x="234696" y="50292"/>
                </a:lnTo>
                <a:lnTo>
                  <a:pt x="249936" y="28956"/>
                </a:lnTo>
                <a:lnTo>
                  <a:pt x="272338" y="50292"/>
                </a:lnTo>
                <a:close/>
              </a:path>
              <a:path w="401319" h="411480">
                <a:moveTo>
                  <a:pt x="201168" y="124968"/>
                </a:moveTo>
                <a:lnTo>
                  <a:pt x="192024" y="124968"/>
                </a:lnTo>
                <a:lnTo>
                  <a:pt x="233172" y="60960"/>
                </a:lnTo>
                <a:lnTo>
                  <a:pt x="276341" y="60960"/>
                </a:lnTo>
                <a:lnTo>
                  <a:pt x="273629" y="61698"/>
                </a:lnTo>
                <a:lnTo>
                  <a:pt x="264604" y="66103"/>
                </a:lnTo>
                <a:lnTo>
                  <a:pt x="232671" y="91106"/>
                </a:lnTo>
                <a:lnTo>
                  <a:pt x="211478" y="112918"/>
                </a:lnTo>
                <a:lnTo>
                  <a:pt x="201168" y="124968"/>
                </a:lnTo>
                <a:close/>
              </a:path>
              <a:path w="401319" h="411480">
                <a:moveTo>
                  <a:pt x="85344" y="140208"/>
                </a:moveTo>
                <a:lnTo>
                  <a:pt x="70104" y="124968"/>
                </a:lnTo>
                <a:lnTo>
                  <a:pt x="298704" y="124968"/>
                </a:lnTo>
                <a:lnTo>
                  <a:pt x="315468" y="105156"/>
                </a:lnTo>
                <a:lnTo>
                  <a:pt x="342900" y="128016"/>
                </a:lnTo>
                <a:lnTo>
                  <a:pt x="331470" y="135636"/>
                </a:lnTo>
                <a:lnTo>
                  <a:pt x="126492" y="135636"/>
                </a:lnTo>
                <a:lnTo>
                  <a:pt x="115347" y="135921"/>
                </a:lnTo>
                <a:lnTo>
                  <a:pt x="104775" y="136779"/>
                </a:lnTo>
                <a:lnTo>
                  <a:pt x="94773" y="138207"/>
                </a:lnTo>
                <a:lnTo>
                  <a:pt x="85344" y="140208"/>
                </a:lnTo>
                <a:close/>
              </a:path>
              <a:path w="401319" h="411480">
                <a:moveTo>
                  <a:pt x="207264" y="199644"/>
                </a:moveTo>
                <a:lnTo>
                  <a:pt x="182880" y="199644"/>
                </a:lnTo>
                <a:lnTo>
                  <a:pt x="182880" y="135636"/>
                </a:lnTo>
                <a:lnTo>
                  <a:pt x="207264" y="135636"/>
                </a:lnTo>
                <a:lnTo>
                  <a:pt x="207264" y="199644"/>
                </a:lnTo>
                <a:close/>
              </a:path>
              <a:path w="401319" h="411480">
                <a:moveTo>
                  <a:pt x="324612" y="199644"/>
                </a:moveTo>
                <a:lnTo>
                  <a:pt x="303276" y="199644"/>
                </a:lnTo>
                <a:lnTo>
                  <a:pt x="303276" y="135636"/>
                </a:lnTo>
                <a:lnTo>
                  <a:pt x="331470" y="135636"/>
                </a:lnTo>
                <a:lnTo>
                  <a:pt x="324612" y="140208"/>
                </a:lnTo>
                <a:lnTo>
                  <a:pt x="324612" y="199644"/>
                </a:lnTo>
                <a:close/>
              </a:path>
              <a:path w="401319" h="411480">
                <a:moveTo>
                  <a:pt x="15240" y="214884"/>
                </a:moveTo>
                <a:lnTo>
                  <a:pt x="0" y="199644"/>
                </a:lnTo>
                <a:lnTo>
                  <a:pt x="341376" y="199644"/>
                </a:lnTo>
                <a:lnTo>
                  <a:pt x="365760" y="175260"/>
                </a:lnTo>
                <a:lnTo>
                  <a:pt x="400812" y="210312"/>
                </a:lnTo>
                <a:lnTo>
                  <a:pt x="57912" y="210312"/>
                </a:lnTo>
                <a:lnTo>
                  <a:pt x="46743" y="210597"/>
                </a:lnTo>
                <a:lnTo>
                  <a:pt x="36004" y="211455"/>
                </a:lnTo>
                <a:lnTo>
                  <a:pt x="25550" y="212883"/>
                </a:lnTo>
                <a:lnTo>
                  <a:pt x="15240" y="214884"/>
                </a:lnTo>
                <a:close/>
              </a:path>
              <a:path w="401319" h="411480">
                <a:moveTo>
                  <a:pt x="207264" y="274320"/>
                </a:moveTo>
                <a:lnTo>
                  <a:pt x="182880" y="274320"/>
                </a:lnTo>
                <a:lnTo>
                  <a:pt x="182880" y="210312"/>
                </a:lnTo>
                <a:lnTo>
                  <a:pt x="207264" y="210312"/>
                </a:lnTo>
                <a:lnTo>
                  <a:pt x="207264" y="274320"/>
                </a:lnTo>
                <a:close/>
              </a:path>
              <a:path w="401319" h="411480">
                <a:moveTo>
                  <a:pt x="60960" y="289560"/>
                </a:moveTo>
                <a:lnTo>
                  <a:pt x="45720" y="274320"/>
                </a:lnTo>
                <a:lnTo>
                  <a:pt x="303276" y="274320"/>
                </a:lnTo>
                <a:lnTo>
                  <a:pt x="303276" y="210312"/>
                </a:lnTo>
                <a:lnTo>
                  <a:pt x="324612" y="210312"/>
                </a:lnTo>
                <a:lnTo>
                  <a:pt x="324873" y="237744"/>
                </a:lnTo>
                <a:lnTo>
                  <a:pt x="325564" y="260604"/>
                </a:lnTo>
                <a:lnTo>
                  <a:pt x="326540" y="278892"/>
                </a:lnTo>
                <a:lnTo>
                  <a:pt x="327038" y="284987"/>
                </a:lnTo>
                <a:lnTo>
                  <a:pt x="102108" y="284987"/>
                </a:lnTo>
                <a:lnTo>
                  <a:pt x="91606" y="285273"/>
                </a:lnTo>
                <a:lnTo>
                  <a:pt x="80962" y="286131"/>
                </a:lnTo>
                <a:lnTo>
                  <a:pt x="70604" y="287559"/>
                </a:lnTo>
                <a:lnTo>
                  <a:pt x="60960" y="289560"/>
                </a:lnTo>
                <a:close/>
              </a:path>
              <a:path w="401319" h="411480">
                <a:moveTo>
                  <a:pt x="206564" y="370332"/>
                </a:moveTo>
                <a:lnTo>
                  <a:pt x="163068" y="370332"/>
                </a:lnTo>
                <a:lnTo>
                  <a:pt x="171950" y="368879"/>
                </a:lnTo>
                <a:lnTo>
                  <a:pt x="178117" y="364426"/>
                </a:lnTo>
                <a:lnTo>
                  <a:pt x="181713" y="356830"/>
                </a:lnTo>
                <a:lnTo>
                  <a:pt x="182880" y="345948"/>
                </a:lnTo>
                <a:lnTo>
                  <a:pt x="182880" y="284987"/>
                </a:lnTo>
                <a:lnTo>
                  <a:pt x="207264" y="284987"/>
                </a:lnTo>
                <a:lnTo>
                  <a:pt x="207264" y="367284"/>
                </a:lnTo>
                <a:lnTo>
                  <a:pt x="206564" y="370332"/>
                </a:lnTo>
                <a:close/>
              </a:path>
              <a:path w="401319" h="411480">
                <a:moveTo>
                  <a:pt x="303276" y="304799"/>
                </a:moveTo>
                <a:lnTo>
                  <a:pt x="303276" y="284987"/>
                </a:lnTo>
                <a:lnTo>
                  <a:pt x="327038" y="284987"/>
                </a:lnTo>
                <a:lnTo>
                  <a:pt x="327660" y="292608"/>
                </a:lnTo>
                <a:lnTo>
                  <a:pt x="303276" y="304799"/>
                </a:lnTo>
                <a:close/>
              </a:path>
              <a:path w="401319" h="411480">
                <a:moveTo>
                  <a:pt x="167640" y="411480"/>
                </a:moveTo>
                <a:lnTo>
                  <a:pt x="163687" y="400359"/>
                </a:lnTo>
                <a:lnTo>
                  <a:pt x="152019" y="389953"/>
                </a:lnTo>
                <a:lnTo>
                  <a:pt x="132921" y="380404"/>
                </a:lnTo>
                <a:lnTo>
                  <a:pt x="106680" y="371856"/>
                </a:lnTo>
                <a:lnTo>
                  <a:pt x="106680" y="362712"/>
                </a:lnTo>
                <a:lnTo>
                  <a:pt x="124063" y="365831"/>
                </a:lnTo>
                <a:lnTo>
                  <a:pt x="139446" y="368236"/>
                </a:lnTo>
                <a:lnTo>
                  <a:pt x="152542" y="369784"/>
                </a:lnTo>
                <a:lnTo>
                  <a:pt x="163068" y="370332"/>
                </a:lnTo>
                <a:lnTo>
                  <a:pt x="206564" y="370332"/>
                </a:lnTo>
                <a:lnTo>
                  <a:pt x="203858" y="382119"/>
                </a:lnTo>
                <a:lnTo>
                  <a:pt x="196024" y="394525"/>
                </a:lnTo>
                <a:lnTo>
                  <a:pt x="183903" y="404360"/>
                </a:lnTo>
                <a:lnTo>
                  <a:pt x="167640" y="41148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" name="object 21"/>
          <p:cNvSpPr/>
          <p:nvPr/>
        </p:nvSpPr>
        <p:spPr>
          <a:xfrm>
            <a:off x="3049523" y="2380488"/>
            <a:ext cx="356870" cy="402590"/>
          </a:xfrm>
          <a:custGeom>
            <a:avLst/>
            <a:gdLst/>
            <a:ahLst/>
            <a:cxnLst/>
            <a:rect l="l" t="t" r="r" b="b"/>
            <a:pathLst>
              <a:path w="356870" h="402589">
                <a:moveTo>
                  <a:pt x="54864" y="89916"/>
                </a:moveTo>
                <a:lnTo>
                  <a:pt x="44196" y="89916"/>
                </a:lnTo>
                <a:lnTo>
                  <a:pt x="51554" y="62793"/>
                </a:lnTo>
                <a:lnTo>
                  <a:pt x="57340" y="38671"/>
                </a:lnTo>
                <a:lnTo>
                  <a:pt x="61126" y="17692"/>
                </a:lnTo>
                <a:lnTo>
                  <a:pt x="62484" y="0"/>
                </a:lnTo>
                <a:lnTo>
                  <a:pt x="100584" y="21336"/>
                </a:lnTo>
                <a:lnTo>
                  <a:pt x="91725" y="29051"/>
                </a:lnTo>
                <a:lnTo>
                  <a:pt x="81153" y="43053"/>
                </a:lnTo>
                <a:lnTo>
                  <a:pt x="68865" y="63341"/>
                </a:lnTo>
                <a:lnTo>
                  <a:pt x="54864" y="89916"/>
                </a:lnTo>
                <a:close/>
              </a:path>
              <a:path w="356870" h="402589">
                <a:moveTo>
                  <a:pt x="147828" y="192024"/>
                </a:moveTo>
                <a:lnTo>
                  <a:pt x="143256" y="187452"/>
                </a:lnTo>
                <a:lnTo>
                  <a:pt x="160377" y="160615"/>
                </a:lnTo>
                <a:lnTo>
                  <a:pt x="175069" y="135064"/>
                </a:lnTo>
                <a:lnTo>
                  <a:pt x="196596" y="88392"/>
                </a:lnTo>
                <a:lnTo>
                  <a:pt x="211836" y="44958"/>
                </a:lnTo>
                <a:lnTo>
                  <a:pt x="222503" y="1524"/>
                </a:lnTo>
                <a:lnTo>
                  <a:pt x="260603" y="24384"/>
                </a:lnTo>
                <a:lnTo>
                  <a:pt x="252864" y="32146"/>
                </a:lnTo>
                <a:lnTo>
                  <a:pt x="243268" y="46482"/>
                </a:lnTo>
                <a:lnTo>
                  <a:pt x="231671" y="67675"/>
                </a:lnTo>
                <a:lnTo>
                  <a:pt x="217932" y="96012"/>
                </a:lnTo>
                <a:lnTo>
                  <a:pt x="350520" y="96012"/>
                </a:lnTo>
                <a:lnTo>
                  <a:pt x="356616" y="102108"/>
                </a:lnTo>
                <a:lnTo>
                  <a:pt x="350901" y="106680"/>
                </a:lnTo>
                <a:lnTo>
                  <a:pt x="214884" y="106680"/>
                </a:lnTo>
                <a:lnTo>
                  <a:pt x="198620" y="130730"/>
                </a:lnTo>
                <a:lnTo>
                  <a:pt x="181927" y="152781"/>
                </a:lnTo>
                <a:lnTo>
                  <a:pt x="164949" y="173116"/>
                </a:lnTo>
                <a:lnTo>
                  <a:pt x="147828" y="192024"/>
                </a:lnTo>
                <a:close/>
              </a:path>
              <a:path w="356870" h="402589">
                <a:moveTo>
                  <a:pt x="146304" y="89916"/>
                </a:moveTo>
                <a:lnTo>
                  <a:pt x="111252" y="89916"/>
                </a:lnTo>
                <a:lnTo>
                  <a:pt x="129540" y="73152"/>
                </a:lnTo>
                <a:lnTo>
                  <a:pt x="146304" y="89916"/>
                </a:lnTo>
                <a:close/>
              </a:path>
              <a:path w="356870" h="402589">
                <a:moveTo>
                  <a:pt x="0" y="397764"/>
                </a:moveTo>
                <a:lnTo>
                  <a:pt x="834" y="359664"/>
                </a:lnTo>
                <a:lnTo>
                  <a:pt x="935" y="352615"/>
                </a:lnTo>
                <a:lnTo>
                  <a:pt x="1333" y="316992"/>
                </a:lnTo>
                <a:lnTo>
                  <a:pt x="1430" y="178308"/>
                </a:lnTo>
                <a:lnTo>
                  <a:pt x="1309" y="152781"/>
                </a:lnTo>
                <a:lnTo>
                  <a:pt x="881" y="114704"/>
                </a:lnTo>
                <a:lnTo>
                  <a:pt x="0" y="74676"/>
                </a:lnTo>
                <a:lnTo>
                  <a:pt x="25908" y="89916"/>
                </a:lnTo>
                <a:lnTo>
                  <a:pt x="146304" y="89916"/>
                </a:lnTo>
                <a:lnTo>
                  <a:pt x="155448" y="99060"/>
                </a:lnTo>
                <a:lnTo>
                  <a:pt x="153162" y="100584"/>
                </a:lnTo>
                <a:lnTo>
                  <a:pt x="24384" y="100584"/>
                </a:lnTo>
                <a:lnTo>
                  <a:pt x="24384" y="211836"/>
                </a:lnTo>
                <a:lnTo>
                  <a:pt x="137509" y="211836"/>
                </a:lnTo>
                <a:lnTo>
                  <a:pt x="137586" y="222504"/>
                </a:lnTo>
                <a:lnTo>
                  <a:pt x="24384" y="222504"/>
                </a:lnTo>
                <a:lnTo>
                  <a:pt x="24384" y="344424"/>
                </a:lnTo>
                <a:lnTo>
                  <a:pt x="139258" y="344424"/>
                </a:lnTo>
                <a:lnTo>
                  <a:pt x="139305" y="346850"/>
                </a:lnTo>
                <a:lnTo>
                  <a:pt x="139544" y="355092"/>
                </a:lnTo>
                <a:lnTo>
                  <a:pt x="24384" y="355092"/>
                </a:lnTo>
                <a:lnTo>
                  <a:pt x="24384" y="384048"/>
                </a:lnTo>
                <a:lnTo>
                  <a:pt x="0" y="397764"/>
                </a:lnTo>
                <a:close/>
              </a:path>
              <a:path w="356870" h="402589">
                <a:moveTo>
                  <a:pt x="350520" y="96012"/>
                </a:moveTo>
                <a:lnTo>
                  <a:pt x="310896" y="96012"/>
                </a:lnTo>
                <a:lnTo>
                  <a:pt x="330708" y="76200"/>
                </a:lnTo>
                <a:lnTo>
                  <a:pt x="350520" y="96012"/>
                </a:lnTo>
                <a:close/>
              </a:path>
              <a:path w="356870" h="402589">
                <a:moveTo>
                  <a:pt x="137509" y="211836"/>
                </a:moveTo>
                <a:lnTo>
                  <a:pt x="115824" y="211836"/>
                </a:lnTo>
                <a:lnTo>
                  <a:pt x="115824" y="100584"/>
                </a:lnTo>
                <a:lnTo>
                  <a:pt x="153162" y="100584"/>
                </a:lnTo>
                <a:lnTo>
                  <a:pt x="137160" y="111252"/>
                </a:lnTo>
                <a:lnTo>
                  <a:pt x="137271" y="160615"/>
                </a:lnTo>
                <a:lnTo>
                  <a:pt x="137390" y="195333"/>
                </a:lnTo>
                <a:lnTo>
                  <a:pt x="137509" y="211836"/>
                </a:lnTo>
                <a:close/>
              </a:path>
              <a:path w="356870" h="402589">
                <a:moveTo>
                  <a:pt x="327778" y="359664"/>
                </a:moveTo>
                <a:lnTo>
                  <a:pt x="283464" y="359664"/>
                </a:lnTo>
                <a:lnTo>
                  <a:pt x="292631" y="357925"/>
                </a:lnTo>
                <a:lnTo>
                  <a:pt x="299656" y="352615"/>
                </a:lnTo>
                <a:lnTo>
                  <a:pt x="309895" y="305562"/>
                </a:lnTo>
                <a:lnTo>
                  <a:pt x="311658" y="259842"/>
                </a:lnTo>
                <a:lnTo>
                  <a:pt x="313456" y="192024"/>
                </a:lnTo>
                <a:lnTo>
                  <a:pt x="315467" y="106680"/>
                </a:lnTo>
                <a:lnTo>
                  <a:pt x="350901" y="106680"/>
                </a:lnTo>
                <a:lnTo>
                  <a:pt x="341376" y="114300"/>
                </a:lnTo>
                <a:lnTo>
                  <a:pt x="339547" y="188719"/>
                </a:lnTo>
                <a:lnTo>
                  <a:pt x="337718" y="249167"/>
                </a:lnTo>
                <a:lnTo>
                  <a:pt x="335889" y="295570"/>
                </a:lnTo>
                <a:lnTo>
                  <a:pt x="334060" y="327855"/>
                </a:lnTo>
                <a:lnTo>
                  <a:pt x="332232" y="345948"/>
                </a:lnTo>
                <a:lnTo>
                  <a:pt x="328497" y="357925"/>
                </a:lnTo>
                <a:lnTo>
                  <a:pt x="327778" y="359664"/>
                </a:lnTo>
                <a:close/>
              </a:path>
              <a:path w="356870" h="402589">
                <a:moveTo>
                  <a:pt x="231648" y="269748"/>
                </a:moveTo>
                <a:lnTo>
                  <a:pt x="230124" y="269748"/>
                </a:lnTo>
                <a:lnTo>
                  <a:pt x="226956" y="268295"/>
                </a:lnTo>
                <a:lnTo>
                  <a:pt x="224218" y="263842"/>
                </a:lnTo>
                <a:lnTo>
                  <a:pt x="221765" y="256246"/>
                </a:lnTo>
                <a:lnTo>
                  <a:pt x="219456" y="245364"/>
                </a:lnTo>
                <a:lnTo>
                  <a:pt x="214884" y="228242"/>
                </a:lnTo>
                <a:lnTo>
                  <a:pt x="208026" y="211264"/>
                </a:lnTo>
                <a:lnTo>
                  <a:pt x="198882" y="194571"/>
                </a:lnTo>
                <a:lnTo>
                  <a:pt x="187452" y="178308"/>
                </a:lnTo>
                <a:lnTo>
                  <a:pt x="192024" y="172212"/>
                </a:lnTo>
                <a:lnTo>
                  <a:pt x="224980" y="199644"/>
                </a:lnTo>
                <a:lnTo>
                  <a:pt x="246888" y="236220"/>
                </a:lnTo>
                <a:lnTo>
                  <a:pt x="246888" y="248412"/>
                </a:lnTo>
                <a:lnTo>
                  <a:pt x="245364" y="254508"/>
                </a:lnTo>
                <a:lnTo>
                  <a:pt x="236220" y="266700"/>
                </a:lnTo>
                <a:lnTo>
                  <a:pt x="231648" y="269748"/>
                </a:lnTo>
                <a:close/>
              </a:path>
              <a:path w="356870" h="402589">
                <a:moveTo>
                  <a:pt x="139258" y="344424"/>
                </a:moveTo>
                <a:lnTo>
                  <a:pt x="115824" y="344424"/>
                </a:lnTo>
                <a:lnTo>
                  <a:pt x="115824" y="222504"/>
                </a:lnTo>
                <a:lnTo>
                  <a:pt x="137586" y="222504"/>
                </a:lnTo>
                <a:lnTo>
                  <a:pt x="137793" y="251435"/>
                </a:lnTo>
                <a:lnTo>
                  <a:pt x="138493" y="305562"/>
                </a:lnTo>
                <a:lnTo>
                  <a:pt x="139258" y="344424"/>
                </a:lnTo>
                <a:close/>
              </a:path>
              <a:path w="356870" h="402589">
                <a:moveTo>
                  <a:pt x="278891" y="402336"/>
                </a:moveTo>
                <a:lnTo>
                  <a:pt x="271772" y="389239"/>
                </a:lnTo>
                <a:lnTo>
                  <a:pt x="259651" y="377571"/>
                </a:lnTo>
                <a:lnTo>
                  <a:pt x="242673" y="367617"/>
                </a:lnTo>
                <a:lnTo>
                  <a:pt x="220979" y="359664"/>
                </a:lnTo>
                <a:lnTo>
                  <a:pt x="220979" y="352044"/>
                </a:lnTo>
                <a:lnTo>
                  <a:pt x="241244" y="355163"/>
                </a:lnTo>
                <a:lnTo>
                  <a:pt x="258508" y="357568"/>
                </a:lnTo>
                <a:lnTo>
                  <a:pt x="272629" y="359116"/>
                </a:lnTo>
                <a:lnTo>
                  <a:pt x="283464" y="359664"/>
                </a:lnTo>
                <a:lnTo>
                  <a:pt x="327778" y="359664"/>
                </a:lnTo>
                <a:lnTo>
                  <a:pt x="324231" y="368236"/>
                </a:lnTo>
                <a:lnTo>
                  <a:pt x="290310" y="397764"/>
                </a:lnTo>
                <a:lnTo>
                  <a:pt x="278891" y="402336"/>
                </a:lnTo>
                <a:close/>
              </a:path>
              <a:path w="356870" h="402589">
                <a:moveTo>
                  <a:pt x="115824" y="391668"/>
                </a:moveTo>
                <a:lnTo>
                  <a:pt x="115824" y="355092"/>
                </a:lnTo>
                <a:lnTo>
                  <a:pt x="139544" y="355092"/>
                </a:lnTo>
                <a:lnTo>
                  <a:pt x="140208" y="377952"/>
                </a:lnTo>
                <a:lnTo>
                  <a:pt x="115824" y="391668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" name="object 22"/>
          <p:cNvSpPr/>
          <p:nvPr/>
        </p:nvSpPr>
        <p:spPr>
          <a:xfrm>
            <a:off x="3459467" y="2378963"/>
            <a:ext cx="838200" cy="410209"/>
          </a:xfrm>
          <a:custGeom>
            <a:avLst/>
            <a:gdLst/>
            <a:ahLst/>
            <a:cxnLst/>
            <a:rect l="l" t="t" r="r" b="b"/>
            <a:pathLst>
              <a:path w="838200" h="410210">
                <a:moveTo>
                  <a:pt x="135636" y="33528"/>
                </a:moveTo>
                <a:lnTo>
                  <a:pt x="97536" y="7620"/>
                </a:lnTo>
                <a:lnTo>
                  <a:pt x="94970" y="19608"/>
                </a:lnTo>
                <a:lnTo>
                  <a:pt x="89535" y="37147"/>
                </a:lnTo>
                <a:lnTo>
                  <a:pt x="70104" y="88392"/>
                </a:lnTo>
                <a:lnTo>
                  <a:pt x="40195" y="154686"/>
                </a:lnTo>
                <a:lnTo>
                  <a:pt x="21463" y="189547"/>
                </a:lnTo>
                <a:lnTo>
                  <a:pt x="0" y="225552"/>
                </a:lnTo>
                <a:lnTo>
                  <a:pt x="6096" y="231648"/>
                </a:lnTo>
                <a:lnTo>
                  <a:pt x="21818" y="211315"/>
                </a:lnTo>
                <a:lnTo>
                  <a:pt x="36957" y="191262"/>
                </a:lnTo>
                <a:lnTo>
                  <a:pt x="51536" y="171221"/>
                </a:lnTo>
                <a:lnTo>
                  <a:pt x="65532" y="150876"/>
                </a:lnTo>
                <a:lnTo>
                  <a:pt x="65481" y="330885"/>
                </a:lnTo>
                <a:lnTo>
                  <a:pt x="65278" y="343954"/>
                </a:lnTo>
                <a:lnTo>
                  <a:pt x="64579" y="363093"/>
                </a:lnTo>
                <a:lnTo>
                  <a:pt x="62484" y="409956"/>
                </a:lnTo>
                <a:lnTo>
                  <a:pt x="89916" y="397764"/>
                </a:lnTo>
                <a:lnTo>
                  <a:pt x="87134" y="351955"/>
                </a:lnTo>
                <a:lnTo>
                  <a:pt x="86868" y="150876"/>
                </a:lnTo>
                <a:lnTo>
                  <a:pt x="86868" y="149352"/>
                </a:lnTo>
                <a:lnTo>
                  <a:pt x="99060" y="140208"/>
                </a:lnTo>
                <a:lnTo>
                  <a:pt x="77724" y="126492"/>
                </a:lnTo>
                <a:lnTo>
                  <a:pt x="84823" y="111404"/>
                </a:lnTo>
                <a:lnTo>
                  <a:pt x="99593" y="80632"/>
                </a:lnTo>
                <a:lnTo>
                  <a:pt x="106680" y="65532"/>
                </a:lnTo>
                <a:lnTo>
                  <a:pt x="113563" y="53251"/>
                </a:lnTo>
                <a:lnTo>
                  <a:pt x="120586" y="43815"/>
                </a:lnTo>
                <a:lnTo>
                  <a:pt x="127901" y="37249"/>
                </a:lnTo>
                <a:lnTo>
                  <a:pt x="135636" y="33528"/>
                </a:lnTo>
                <a:close/>
              </a:path>
              <a:path w="838200" h="410210">
                <a:moveTo>
                  <a:pt x="405384" y="377952"/>
                </a:moveTo>
                <a:lnTo>
                  <a:pt x="386791" y="378523"/>
                </a:lnTo>
                <a:lnTo>
                  <a:pt x="367474" y="377952"/>
                </a:lnTo>
                <a:lnTo>
                  <a:pt x="347306" y="376237"/>
                </a:lnTo>
                <a:lnTo>
                  <a:pt x="326136" y="373380"/>
                </a:lnTo>
                <a:lnTo>
                  <a:pt x="305587" y="367957"/>
                </a:lnTo>
                <a:lnTo>
                  <a:pt x="285178" y="360807"/>
                </a:lnTo>
                <a:lnTo>
                  <a:pt x="275666" y="356616"/>
                </a:lnTo>
                <a:lnTo>
                  <a:pt x="265061" y="351955"/>
                </a:lnTo>
                <a:lnTo>
                  <a:pt x="245364" y="341376"/>
                </a:lnTo>
                <a:lnTo>
                  <a:pt x="250571" y="329184"/>
                </a:lnTo>
                <a:lnTo>
                  <a:pt x="254508" y="319951"/>
                </a:lnTo>
                <a:lnTo>
                  <a:pt x="261366" y="296799"/>
                </a:lnTo>
                <a:lnTo>
                  <a:pt x="265938" y="271945"/>
                </a:lnTo>
                <a:lnTo>
                  <a:pt x="268224" y="245364"/>
                </a:lnTo>
                <a:lnTo>
                  <a:pt x="341376" y="245364"/>
                </a:lnTo>
                <a:lnTo>
                  <a:pt x="341376" y="262128"/>
                </a:lnTo>
                <a:lnTo>
                  <a:pt x="365760" y="251460"/>
                </a:lnTo>
                <a:lnTo>
                  <a:pt x="365467" y="245364"/>
                </a:lnTo>
                <a:lnTo>
                  <a:pt x="364934" y="234696"/>
                </a:lnTo>
                <a:lnTo>
                  <a:pt x="364845" y="231648"/>
                </a:lnTo>
                <a:lnTo>
                  <a:pt x="364426" y="205740"/>
                </a:lnTo>
                <a:lnTo>
                  <a:pt x="364312" y="176784"/>
                </a:lnTo>
                <a:lnTo>
                  <a:pt x="364261" y="167640"/>
                </a:lnTo>
                <a:lnTo>
                  <a:pt x="364236" y="118872"/>
                </a:lnTo>
                <a:lnTo>
                  <a:pt x="376212" y="111252"/>
                </a:lnTo>
                <a:lnTo>
                  <a:pt x="381000" y="108204"/>
                </a:lnTo>
                <a:lnTo>
                  <a:pt x="372364" y="100584"/>
                </a:lnTo>
                <a:lnTo>
                  <a:pt x="355092" y="85344"/>
                </a:lnTo>
                <a:lnTo>
                  <a:pt x="341376" y="99060"/>
                </a:lnTo>
                <a:lnTo>
                  <a:pt x="341376" y="111252"/>
                </a:lnTo>
                <a:lnTo>
                  <a:pt x="341376" y="167640"/>
                </a:lnTo>
                <a:lnTo>
                  <a:pt x="341376" y="176784"/>
                </a:lnTo>
                <a:lnTo>
                  <a:pt x="341376" y="234696"/>
                </a:lnTo>
                <a:lnTo>
                  <a:pt x="268224" y="234696"/>
                </a:lnTo>
                <a:lnTo>
                  <a:pt x="268224" y="176784"/>
                </a:lnTo>
                <a:lnTo>
                  <a:pt x="341376" y="176784"/>
                </a:lnTo>
                <a:lnTo>
                  <a:pt x="341376" y="167640"/>
                </a:lnTo>
                <a:lnTo>
                  <a:pt x="268224" y="167640"/>
                </a:lnTo>
                <a:lnTo>
                  <a:pt x="268224" y="111252"/>
                </a:lnTo>
                <a:lnTo>
                  <a:pt x="341376" y="111252"/>
                </a:lnTo>
                <a:lnTo>
                  <a:pt x="341376" y="99060"/>
                </a:lnTo>
                <a:lnTo>
                  <a:pt x="339852" y="100584"/>
                </a:lnTo>
                <a:lnTo>
                  <a:pt x="268224" y="100584"/>
                </a:lnTo>
                <a:lnTo>
                  <a:pt x="268224" y="53340"/>
                </a:lnTo>
                <a:lnTo>
                  <a:pt x="402336" y="53340"/>
                </a:lnTo>
                <a:lnTo>
                  <a:pt x="370332" y="21336"/>
                </a:lnTo>
                <a:lnTo>
                  <a:pt x="350520" y="42672"/>
                </a:lnTo>
                <a:lnTo>
                  <a:pt x="124968" y="42672"/>
                </a:lnTo>
                <a:lnTo>
                  <a:pt x="141732" y="59436"/>
                </a:lnTo>
                <a:lnTo>
                  <a:pt x="151409" y="56565"/>
                </a:lnTo>
                <a:lnTo>
                  <a:pt x="161925" y="54673"/>
                </a:lnTo>
                <a:lnTo>
                  <a:pt x="173024" y="53657"/>
                </a:lnTo>
                <a:lnTo>
                  <a:pt x="184404" y="53340"/>
                </a:lnTo>
                <a:lnTo>
                  <a:pt x="245364" y="53340"/>
                </a:lnTo>
                <a:lnTo>
                  <a:pt x="245364" y="100584"/>
                </a:lnTo>
                <a:lnTo>
                  <a:pt x="245364" y="111252"/>
                </a:lnTo>
                <a:lnTo>
                  <a:pt x="245364" y="167640"/>
                </a:lnTo>
                <a:lnTo>
                  <a:pt x="245364" y="176784"/>
                </a:lnTo>
                <a:lnTo>
                  <a:pt x="245364" y="234696"/>
                </a:lnTo>
                <a:lnTo>
                  <a:pt x="173736" y="234696"/>
                </a:lnTo>
                <a:lnTo>
                  <a:pt x="173736" y="176784"/>
                </a:lnTo>
                <a:lnTo>
                  <a:pt x="245364" y="176784"/>
                </a:lnTo>
                <a:lnTo>
                  <a:pt x="245364" y="167640"/>
                </a:lnTo>
                <a:lnTo>
                  <a:pt x="173736" y="167640"/>
                </a:lnTo>
                <a:lnTo>
                  <a:pt x="173736" y="111252"/>
                </a:lnTo>
                <a:lnTo>
                  <a:pt x="245364" y="111252"/>
                </a:lnTo>
                <a:lnTo>
                  <a:pt x="245364" y="100584"/>
                </a:lnTo>
                <a:lnTo>
                  <a:pt x="176784" y="100584"/>
                </a:lnTo>
                <a:lnTo>
                  <a:pt x="149352" y="88392"/>
                </a:lnTo>
                <a:lnTo>
                  <a:pt x="150482" y="105854"/>
                </a:lnTo>
                <a:lnTo>
                  <a:pt x="151447" y="126301"/>
                </a:lnTo>
                <a:lnTo>
                  <a:pt x="152133" y="149352"/>
                </a:lnTo>
                <a:lnTo>
                  <a:pt x="152311" y="167640"/>
                </a:lnTo>
                <a:lnTo>
                  <a:pt x="152260" y="191262"/>
                </a:lnTo>
                <a:lnTo>
                  <a:pt x="152146" y="203911"/>
                </a:lnTo>
                <a:lnTo>
                  <a:pt x="151447" y="228028"/>
                </a:lnTo>
                <a:lnTo>
                  <a:pt x="150482" y="249008"/>
                </a:lnTo>
                <a:lnTo>
                  <a:pt x="149352" y="266700"/>
                </a:lnTo>
                <a:lnTo>
                  <a:pt x="173736" y="259080"/>
                </a:lnTo>
                <a:lnTo>
                  <a:pt x="173736" y="245364"/>
                </a:lnTo>
                <a:lnTo>
                  <a:pt x="245364" y="245364"/>
                </a:lnTo>
                <a:lnTo>
                  <a:pt x="243370" y="268541"/>
                </a:lnTo>
                <a:lnTo>
                  <a:pt x="239649" y="290131"/>
                </a:lnTo>
                <a:lnTo>
                  <a:pt x="234226" y="310311"/>
                </a:lnTo>
                <a:lnTo>
                  <a:pt x="227076" y="329184"/>
                </a:lnTo>
                <a:lnTo>
                  <a:pt x="214223" y="317741"/>
                </a:lnTo>
                <a:lnTo>
                  <a:pt x="200787" y="303847"/>
                </a:lnTo>
                <a:lnTo>
                  <a:pt x="186791" y="287401"/>
                </a:lnTo>
                <a:lnTo>
                  <a:pt x="172212" y="268224"/>
                </a:lnTo>
                <a:lnTo>
                  <a:pt x="167640" y="272796"/>
                </a:lnTo>
                <a:lnTo>
                  <a:pt x="181927" y="295973"/>
                </a:lnTo>
                <a:lnTo>
                  <a:pt x="195072" y="315277"/>
                </a:lnTo>
                <a:lnTo>
                  <a:pt x="207073" y="330885"/>
                </a:lnTo>
                <a:lnTo>
                  <a:pt x="217932" y="342900"/>
                </a:lnTo>
                <a:lnTo>
                  <a:pt x="209956" y="351167"/>
                </a:lnTo>
                <a:lnTo>
                  <a:pt x="173736" y="377952"/>
                </a:lnTo>
                <a:lnTo>
                  <a:pt x="120167" y="398741"/>
                </a:lnTo>
                <a:lnTo>
                  <a:pt x="97536" y="403860"/>
                </a:lnTo>
                <a:lnTo>
                  <a:pt x="97536" y="409956"/>
                </a:lnTo>
                <a:lnTo>
                  <a:pt x="140779" y="404241"/>
                </a:lnTo>
                <a:lnTo>
                  <a:pt x="178308" y="391668"/>
                </a:lnTo>
                <a:lnTo>
                  <a:pt x="222034" y="366598"/>
                </a:lnTo>
                <a:lnTo>
                  <a:pt x="233172" y="356616"/>
                </a:lnTo>
                <a:lnTo>
                  <a:pt x="248602" y="367461"/>
                </a:lnTo>
                <a:lnTo>
                  <a:pt x="282892" y="385127"/>
                </a:lnTo>
                <a:lnTo>
                  <a:pt x="320954" y="397941"/>
                </a:lnTo>
                <a:lnTo>
                  <a:pt x="358762" y="406463"/>
                </a:lnTo>
                <a:lnTo>
                  <a:pt x="377952" y="408432"/>
                </a:lnTo>
                <a:lnTo>
                  <a:pt x="382244" y="399910"/>
                </a:lnTo>
                <a:lnTo>
                  <a:pt x="388239" y="392811"/>
                </a:lnTo>
                <a:lnTo>
                  <a:pt x="395960" y="387438"/>
                </a:lnTo>
                <a:lnTo>
                  <a:pt x="405384" y="384048"/>
                </a:lnTo>
                <a:lnTo>
                  <a:pt x="405384" y="378523"/>
                </a:lnTo>
                <a:lnTo>
                  <a:pt x="405384" y="377952"/>
                </a:lnTo>
                <a:close/>
              </a:path>
              <a:path w="838200" h="410210">
                <a:moveTo>
                  <a:pt x="693420" y="144780"/>
                </a:moveTo>
                <a:lnTo>
                  <a:pt x="661416" y="111252"/>
                </a:lnTo>
                <a:lnTo>
                  <a:pt x="638556" y="134112"/>
                </a:lnTo>
                <a:lnTo>
                  <a:pt x="591312" y="134112"/>
                </a:lnTo>
                <a:lnTo>
                  <a:pt x="591312" y="48768"/>
                </a:lnTo>
                <a:lnTo>
                  <a:pt x="591312" y="45720"/>
                </a:lnTo>
                <a:lnTo>
                  <a:pt x="620255" y="40843"/>
                </a:lnTo>
                <a:lnTo>
                  <a:pt x="643318" y="37528"/>
                </a:lnTo>
                <a:lnTo>
                  <a:pt x="660971" y="35648"/>
                </a:lnTo>
                <a:lnTo>
                  <a:pt x="673608" y="35052"/>
                </a:lnTo>
                <a:lnTo>
                  <a:pt x="641604" y="1524"/>
                </a:lnTo>
                <a:lnTo>
                  <a:pt x="600252" y="22961"/>
                </a:lnTo>
                <a:lnTo>
                  <a:pt x="555104" y="35293"/>
                </a:lnTo>
                <a:lnTo>
                  <a:pt x="499618" y="45681"/>
                </a:lnTo>
                <a:lnTo>
                  <a:pt x="467868" y="50292"/>
                </a:lnTo>
                <a:lnTo>
                  <a:pt x="467868" y="57912"/>
                </a:lnTo>
                <a:lnTo>
                  <a:pt x="566928" y="48768"/>
                </a:lnTo>
                <a:lnTo>
                  <a:pt x="566928" y="134112"/>
                </a:lnTo>
                <a:lnTo>
                  <a:pt x="445008" y="134112"/>
                </a:lnTo>
                <a:lnTo>
                  <a:pt x="461772" y="149352"/>
                </a:lnTo>
                <a:lnTo>
                  <a:pt x="471208" y="147358"/>
                </a:lnTo>
                <a:lnTo>
                  <a:pt x="481203" y="145923"/>
                </a:lnTo>
                <a:lnTo>
                  <a:pt x="491782" y="145072"/>
                </a:lnTo>
                <a:lnTo>
                  <a:pt x="502920" y="144780"/>
                </a:lnTo>
                <a:lnTo>
                  <a:pt x="565404" y="144780"/>
                </a:lnTo>
                <a:lnTo>
                  <a:pt x="546811" y="188747"/>
                </a:lnTo>
                <a:lnTo>
                  <a:pt x="520636" y="233553"/>
                </a:lnTo>
                <a:lnTo>
                  <a:pt x="486752" y="278942"/>
                </a:lnTo>
                <a:lnTo>
                  <a:pt x="445008" y="324612"/>
                </a:lnTo>
                <a:lnTo>
                  <a:pt x="451104" y="330708"/>
                </a:lnTo>
                <a:lnTo>
                  <a:pt x="483133" y="304063"/>
                </a:lnTo>
                <a:lnTo>
                  <a:pt x="513016" y="274129"/>
                </a:lnTo>
                <a:lnTo>
                  <a:pt x="540905" y="240487"/>
                </a:lnTo>
                <a:lnTo>
                  <a:pt x="566928" y="202692"/>
                </a:lnTo>
                <a:lnTo>
                  <a:pt x="566877" y="335280"/>
                </a:lnTo>
                <a:lnTo>
                  <a:pt x="566737" y="350329"/>
                </a:lnTo>
                <a:lnTo>
                  <a:pt x="566293" y="375081"/>
                </a:lnTo>
                <a:lnTo>
                  <a:pt x="565404" y="405384"/>
                </a:lnTo>
                <a:lnTo>
                  <a:pt x="592836" y="393192"/>
                </a:lnTo>
                <a:lnTo>
                  <a:pt x="591959" y="380936"/>
                </a:lnTo>
                <a:lnTo>
                  <a:pt x="591502" y="367093"/>
                </a:lnTo>
                <a:lnTo>
                  <a:pt x="591337" y="351840"/>
                </a:lnTo>
                <a:lnTo>
                  <a:pt x="591312" y="202692"/>
                </a:lnTo>
                <a:lnTo>
                  <a:pt x="591312" y="195072"/>
                </a:lnTo>
                <a:lnTo>
                  <a:pt x="625792" y="224218"/>
                </a:lnTo>
                <a:lnTo>
                  <a:pt x="653796" y="262128"/>
                </a:lnTo>
                <a:lnTo>
                  <a:pt x="659892" y="268224"/>
                </a:lnTo>
                <a:lnTo>
                  <a:pt x="664464" y="268224"/>
                </a:lnTo>
                <a:lnTo>
                  <a:pt x="665988" y="265176"/>
                </a:lnTo>
                <a:lnTo>
                  <a:pt x="672084" y="256032"/>
                </a:lnTo>
                <a:lnTo>
                  <a:pt x="673608" y="251460"/>
                </a:lnTo>
                <a:lnTo>
                  <a:pt x="673531" y="240487"/>
                </a:lnTo>
                <a:lnTo>
                  <a:pt x="672084" y="234696"/>
                </a:lnTo>
                <a:lnTo>
                  <a:pt x="624459" y="199644"/>
                </a:lnTo>
                <a:lnTo>
                  <a:pt x="613410" y="195072"/>
                </a:lnTo>
                <a:lnTo>
                  <a:pt x="591312" y="185928"/>
                </a:lnTo>
                <a:lnTo>
                  <a:pt x="591312" y="144780"/>
                </a:lnTo>
                <a:lnTo>
                  <a:pt x="693420" y="144780"/>
                </a:lnTo>
                <a:close/>
              </a:path>
              <a:path w="838200" h="410210">
                <a:moveTo>
                  <a:pt x="748284" y="77724"/>
                </a:moveTo>
                <a:lnTo>
                  <a:pt x="710184" y="57912"/>
                </a:lnTo>
                <a:lnTo>
                  <a:pt x="711073" y="79375"/>
                </a:lnTo>
                <a:lnTo>
                  <a:pt x="711517" y="104965"/>
                </a:lnTo>
                <a:lnTo>
                  <a:pt x="711695" y="134861"/>
                </a:lnTo>
                <a:lnTo>
                  <a:pt x="711708" y="169164"/>
                </a:lnTo>
                <a:lnTo>
                  <a:pt x="711479" y="204050"/>
                </a:lnTo>
                <a:lnTo>
                  <a:pt x="710425" y="270967"/>
                </a:lnTo>
                <a:lnTo>
                  <a:pt x="710184" y="303276"/>
                </a:lnTo>
                <a:lnTo>
                  <a:pt x="736092" y="291084"/>
                </a:lnTo>
                <a:lnTo>
                  <a:pt x="735215" y="277355"/>
                </a:lnTo>
                <a:lnTo>
                  <a:pt x="734758" y="263461"/>
                </a:lnTo>
                <a:lnTo>
                  <a:pt x="734593" y="249301"/>
                </a:lnTo>
                <a:lnTo>
                  <a:pt x="734568" y="89916"/>
                </a:lnTo>
                <a:lnTo>
                  <a:pt x="748284" y="77724"/>
                </a:lnTo>
                <a:close/>
              </a:path>
              <a:path w="838200" h="410210">
                <a:moveTo>
                  <a:pt x="838200" y="16764"/>
                </a:moveTo>
                <a:lnTo>
                  <a:pt x="798576" y="0"/>
                </a:lnTo>
                <a:lnTo>
                  <a:pt x="799465" y="18275"/>
                </a:lnTo>
                <a:lnTo>
                  <a:pt x="799909" y="36385"/>
                </a:lnTo>
                <a:lnTo>
                  <a:pt x="800087" y="54229"/>
                </a:lnTo>
                <a:lnTo>
                  <a:pt x="800100" y="335280"/>
                </a:lnTo>
                <a:lnTo>
                  <a:pt x="798957" y="346163"/>
                </a:lnTo>
                <a:lnTo>
                  <a:pt x="795528" y="353758"/>
                </a:lnTo>
                <a:lnTo>
                  <a:pt x="789813" y="358216"/>
                </a:lnTo>
                <a:lnTo>
                  <a:pt x="781812" y="359664"/>
                </a:lnTo>
                <a:lnTo>
                  <a:pt x="770940" y="358521"/>
                </a:lnTo>
                <a:lnTo>
                  <a:pt x="756475" y="357378"/>
                </a:lnTo>
                <a:lnTo>
                  <a:pt x="738314" y="356235"/>
                </a:lnTo>
                <a:lnTo>
                  <a:pt x="716280" y="355092"/>
                </a:lnTo>
                <a:lnTo>
                  <a:pt x="716280" y="361188"/>
                </a:lnTo>
                <a:lnTo>
                  <a:pt x="746290" y="368960"/>
                </a:lnTo>
                <a:lnTo>
                  <a:pt x="767715" y="378714"/>
                </a:lnTo>
                <a:lnTo>
                  <a:pt x="780580" y="390766"/>
                </a:lnTo>
                <a:lnTo>
                  <a:pt x="784860" y="405384"/>
                </a:lnTo>
                <a:lnTo>
                  <a:pt x="803706" y="396862"/>
                </a:lnTo>
                <a:lnTo>
                  <a:pt x="816673" y="385191"/>
                </a:lnTo>
                <a:lnTo>
                  <a:pt x="823658" y="370674"/>
                </a:lnTo>
                <a:lnTo>
                  <a:pt x="824191" y="359664"/>
                </a:lnTo>
                <a:lnTo>
                  <a:pt x="824420" y="355092"/>
                </a:lnTo>
                <a:lnTo>
                  <a:pt x="824484" y="28956"/>
                </a:lnTo>
                <a:lnTo>
                  <a:pt x="838200" y="16764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" name="object 23"/>
          <p:cNvSpPr/>
          <p:nvPr/>
        </p:nvSpPr>
        <p:spPr>
          <a:xfrm>
            <a:off x="4347959" y="2377439"/>
            <a:ext cx="1297305" cy="403860"/>
          </a:xfrm>
          <a:custGeom>
            <a:avLst/>
            <a:gdLst/>
            <a:ahLst/>
            <a:cxnLst/>
            <a:rect l="l" t="t" r="r" b="b"/>
            <a:pathLst>
              <a:path w="1297304" h="403860">
                <a:moveTo>
                  <a:pt x="382536" y="172212"/>
                </a:moveTo>
                <a:lnTo>
                  <a:pt x="371868" y="161544"/>
                </a:lnTo>
                <a:lnTo>
                  <a:pt x="348996" y="138684"/>
                </a:lnTo>
                <a:lnTo>
                  <a:pt x="327660" y="161544"/>
                </a:lnTo>
                <a:lnTo>
                  <a:pt x="237744" y="161544"/>
                </a:lnTo>
                <a:lnTo>
                  <a:pt x="237744" y="112776"/>
                </a:lnTo>
                <a:lnTo>
                  <a:pt x="254508" y="100584"/>
                </a:lnTo>
                <a:lnTo>
                  <a:pt x="211836" y="80772"/>
                </a:lnTo>
                <a:lnTo>
                  <a:pt x="212725" y="95707"/>
                </a:lnTo>
                <a:lnTo>
                  <a:pt x="213169" y="111061"/>
                </a:lnTo>
                <a:lnTo>
                  <a:pt x="213296" y="122897"/>
                </a:lnTo>
                <a:lnTo>
                  <a:pt x="213360" y="248412"/>
                </a:lnTo>
                <a:lnTo>
                  <a:pt x="152400" y="248412"/>
                </a:lnTo>
                <a:lnTo>
                  <a:pt x="123444" y="233172"/>
                </a:lnTo>
                <a:lnTo>
                  <a:pt x="124333" y="255727"/>
                </a:lnTo>
                <a:lnTo>
                  <a:pt x="124777" y="277558"/>
                </a:lnTo>
                <a:lnTo>
                  <a:pt x="124853" y="286321"/>
                </a:lnTo>
                <a:lnTo>
                  <a:pt x="124777" y="358330"/>
                </a:lnTo>
                <a:lnTo>
                  <a:pt x="124333" y="380453"/>
                </a:lnTo>
                <a:lnTo>
                  <a:pt x="123444" y="403860"/>
                </a:lnTo>
                <a:lnTo>
                  <a:pt x="149352" y="393192"/>
                </a:lnTo>
                <a:lnTo>
                  <a:pt x="149352" y="364236"/>
                </a:lnTo>
                <a:lnTo>
                  <a:pt x="327660" y="364236"/>
                </a:lnTo>
                <a:lnTo>
                  <a:pt x="327660" y="393192"/>
                </a:lnTo>
                <a:lnTo>
                  <a:pt x="355092" y="382524"/>
                </a:lnTo>
                <a:lnTo>
                  <a:pt x="354215" y="367665"/>
                </a:lnTo>
                <a:lnTo>
                  <a:pt x="354152" y="364236"/>
                </a:lnTo>
                <a:lnTo>
                  <a:pt x="353974" y="355092"/>
                </a:lnTo>
                <a:lnTo>
                  <a:pt x="353796" y="345567"/>
                </a:lnTo>
                <a:lnTo>
                  <a:pt x="353682" y="326136"/>
                </a:lnTo>
                <a:lnTo>
                  <a:pt x="353568" y="268224"/>
                </a:lnTo>
                <a:lnTo>
                  <a:pt x="363855" y="259080"/>
                </a:lnTo>
                <a:lnTo>
                  <a:pt x="367284" y="256032"/>
                </a:lnTo>
                <a:lnTo>
                  <a:pt x="357771" y="248412"/>
                </a:lnTo>
                <a:lnTo>
                  <a:pt x="336804" y="231648"/>
                </a:lnTo>
                <a:lnTo>
                  <a:pt x="327660" y="242824"/>
                </a:lnTo>
                <a:lnTo>
                  <a:pt x="327660" y="259080"/>
                </a:lnTo>
                <a:lnTo>
                  <a:pt x="327660" y="355092"/>
                </a:lnTo>
                <a:lnTo>
                  <a:pt x="149352" y="355092"/>
                </a:lnTo>
                <a:lnTo>
                  <a:pt x="149352" y="259080"/>
                </a:lnTo>
                <a:lnTo>
                  <a:pt x="327660" y="259080"/>
                </a:lnTo>
                <a:lnTo>
                  <a:pt x="327660" y="242824"/>
                </a:lnTo>
                <a:lnTo>
                  <a:pt x="323088" y="248412"/>
                </a:lnTo>
                <a:lnTo>
                  <a:pt x="237744" y="248412"/>
                </a:lnTo>
                <a:lnTo>
                  <a:pt x="237744" y="172212"/>
                </a:lnTo>
                <a:lnTo>
                  <a:pt x="382536" y="172212"/>
                </a:lnTo>
                <a:close/>
              </a:path>
              <a:path w="1297304" h="403860">
                <a:moveTo>
                  <a:pt x="403860" y="74676"/>
                </a:moveTo>
                <a:lnTo>
                  <a:pt x="393192" y="64008"/>
                </a:lnTo>
                <a:lnTo>
                  <a:pt x="365760" y="36576"/>
                </a:lnTo>
                <a:lnTo>
                  <a:pt x="336804" y="64008"/>
                </a:lnTo>
                <a:lnTo>
                  <a:pt x="234696" y="64008"/>
                </a:lnTo>
                <a:lnTo>
                  <a:pt x="242316" y="56388"/>
                </a:lnTo>
                <a:lnTo>
                  <a:pt x="245364" y="48768"/>
                </a:lnTo>
                <a:lnTo>
                  <a:pt x="245364" y="39624"/>
                </a:lnTo>
                <a:lnTo>
                  <a:pt x="243840" y="35052"/>
                </a:lnTo>
                <a:lnTo>
                  <a:pt x="213360" y="8597"/>
                </a:lnTo>
                <a:lnTo>
                  <a:pt x="195072" y="0"/>
                </a:lnTo>
                <a:lnTo>
                  <a:pt x="192024" y="4572"/>
                </a:lnTo>
                <a:lnTo>
                  <a:pt x="203149" y="21145"/>
                </a:lnTo>
                <a:lnTo>
                  <a:pt x="211264" y="36576"/>
                </a:lnTo>
                <a:lnTo>
                  <a:pt x="216242" y="50863"/>
                </a:lnTo>
                <a:lnTo>
                  <a:pt x="217932" y="64008"/>
                </a:lnTo>
                <a:lnTo>
                  <a:pt x="89916" y="64008"/>
                </a:lnTo>
                <a:lnTo>
                  <a:pt x="57912" y="47244"/>
                </a:lnTo>
                <a:lnTo>
                  <a:pt x="58801" y="66370"/>
                </a:lnTo>
                <a:lnTo>
                  <a:pt x="59245" y="91630"/>
                </a:lnTo>
                <a:lnTo>
                  <a:pt x="59359" y="112776"/>
                </a:lnTo>
                <a:lnTo>
                  <a:pt x="59410" y="161544"/>
                </a:lnTo>
                <a:lnTo>
                  <a:pt x="58610" y="199453"/>
                </a:lnTo>
                <a:lnTo>
                  <a:pt x="52374" y="268033"/>
                </a:lnTo>
                <a:lnTo>
                  <a:pt x="39865" y="324040"/>
                </a:lnTo>
                <a:lnTo>
                  <a:pt x="15963" y="374332"/>
                </a:lnTo>
                <a:lnTo>
                  <a:pt x="0" y="397764"/>
                </a:lnTo>
                <a:lnTo>
                  <a:pt x="4572" y="403860"/>
                </a:lnTo>
                <a:lnTo>
                  <a:pt x="36576" y="364998"/>
                </a:lnTo>
                <a:lnTo>
                  <a:pt x="59436" y="326136"/>
                </a:lnTo>
                <a:lnTo>
                  <a:pt x="72961" y="286321"/>
                </a:lnTo>
                <a:lnTo>
                  <a:pt x="80772" y="245364"/>
                </a:lnTo>
                <a:lnTo>
                  <a:pt x="84201" y="181165"/>
                </a:lnTo>
                <a:lnTo>
                  <a:pt x="85064" y="133286"/>
                </a:lnTo>
                <a:lnTo>
                  <a:pt x="85344" y="74676"/>
                </a:lnTo>
                <a:lnTo>
                  <a:pt x="403860" y="74676"/>
                </a:lnTo>
                <a:close/>
              </a:path>
              <a:path w="1297304" h="403860">
                <a:moveTo>
                  <a:pt x="544360" y="78727"/>
                </a:moveTo>
                <a:lnTo>
                  <a:pt x="520458" y="44577"/>
                </a:lnTo>
                <a:lnTo>
                  <a:pt x="496836" y="27432"/>
                </a:lnTo>
                <a:lnTo>
                  <a:pt x="492264" y="28956"/>
                </a:lnTo>
                <a:lnTo>
                  <a:pt x="501662" y="47269"/>
                </a:lnTo>
                <a:lnTo>
                  <a:pt x="509219" y="63436"/>
                </a:lnTo>
                <a:lnTo>
                  <a:pt x="514756" y="77609"/>
                </a:lnTo>
                <a:lnTo>
                  <a:pt x="518172" y="89916"/>
                </a:lnTo>
                <a:lnTo>
                  <a:pt x="519696" y="102108"/>
                </a:lnTo>
                <a:lnTo>
                  <a:pt x="522744" y="108204"/>
                </a:lnTo>
                <a:lnTo>
                  <a:pt x="527316" y="108204"/>
                </a:lnTo>
                <a:lnTo>
                  <a:pt x="530364" y="105156"/>
                </a:lnTo>
                <a:lnTo>
                  <a:pt x="539508" y="99060"/>
                </a:lnTo>
                <a:lnTo>
                  <a:pt x="542556" y="92964"/>
                </a:lnTo>
                <a:lnTo>
                  <a:pt x="544080" y="85344"/>
                </a:lnTo>
                <a:lnTo>
                  <a:pt x="544360" y="78727"/>
                </a:lnTo>
                <a:close/>
              </a:path>
              <a:path w="1297304" h="403860">
                <a:moveTo>
                  <a:pt x="841260" y="313944"/>
                </a:moveTo>
                <a:lnTo>
                  <a:pt x="820877" y="276034"/>
                </a:lnTo>
                <a:lnTo>
                  <a:pt x="819924" y="248412"/>
                </a:lnTo>
                <a:lnTo>
                  <a:pt x="813828" y="248412"/>
                </a:lnTo>
                <a:lnTo>
                  <a:pt x="811771" y="267512"/>
                </a:lnTo>
                <a:lnTo>
                  <a:pt x="810018" y="283464"/>
                </a:lnTo>
                <a:lnTo>
                  <a:pt x="808253" y="295998"/>
                </a:lnTo>
                <a:lnTo>
                  <a:pt x="806208" y="304800"/>
                </a:lnTo>
                <a:lnTo>
                  <a:pt x="804684" y="315468"/>
                </a:lnTo>
                <a:lnTo>
                  <a:pt x="798588" y="318516"/>
                </a:lnTo>
                <a:lnTo>
                  <a:pt x="760488" y="318516"/>
                </a:lnTo>
                <a:lnTo>
                  <a:pt x="737628" y="187452"/>
                </a:lnTo>
                <a:lnTo>
                  <a:pt x="835164" y="187452"/>
                </a:lnTo>
                <a:lnTo>
                  <a:pt x="803160" y="153924"/>
                </a:lnTo>
                <a:lnTo>
                  <a:pt x="780300" y="176784"/>
                </a:lnTo>
                <a:lnTo>
                  <a:pt x="707148" y="176784"/>
                </a:lnTo>
                <a:lnTo>
                  <a:pt x="707148" y="105156"/>
                </a:lnTo>
                <a:lnTo>
                  <a:pt x="806208" y="105156"/>
                </a:lnTo>
                <a:lnTo>
                  <a:pt x="797928" y="96012"/>
                </a:lnTo>
                <a:lnTo>
                  <a:pt x="777252" y="73152"/>
                </a:lnTo>
                <a:lnTo>
                  <a:pt x="754392" y="96012"/>
                </a:lnTo>
                <a:lnTo>
                  <a:pt x="707148" y="96012"/>
                </a:lnTo>
                <a:lnTo>
                  <a:pt x="707148" y="36576"/>
                </a:lnTo>
                <a:lnTo>
                  <a:pt x="723912" y="22860"/>
                </a:lnTo>
                <a:lnTo>
                  <a:pt x="682764" y="4572"/>
                </a:lnTo>
                <a:lnTo>
                  <a:pt x="683641" y="21437"/>
                </a:lnTo>
                <a:lnTo>
                  <a:pt x="684098" y="42291"/>
                </a:lnTo>
                <a:lnTo>
                  <a:pt x="684212" y="60960"/>
                </a:lnTo>
                <a:lnTo>
                  <a:pt x="684288" y="96012"/>
                </a:lnTo>
                <a:lnTo>
                  <a:pt x="627900" y="96012"/>
                </a:lnTo>
                <a:lnTo>
                  <a:pt x="632206" y="86893"/>
                </a:lnTo>
                <a:lnTo>
                  <a:pt x="636092" y="77914"/>
                </a:lnTo>
                <a:lnTo>
                  <a:pt x="639686" y="69227"/>
                </a:lnTo>
                <a:lnTo>
                  <a:pt x="643140" y="60960"/>
                </a:lnTo>
                <a:lnTo>
                  <a:pt x="656856" y="53340"/>
                </a:lnTo>
                <a:lnTo>
                  <a:pt x="621804" y="32004"/>
                </a:lnTo>
                <a:lnTo>
                  <a:pt x="611136" y="85344"/>
                </a:lnTo>
                <a:lnTo>
                  <a:pt x="598563" y="122110"/>
                </a:lnTo>
                <a:lnTo>
                  <a:pt x="579132" y="160020"/>
                </a:lnTo>
                <a:lnTo>
                  <a:pt x="583704" y="163068"/>
                </a:lnTo>
                <a:lnTo>
                  <a:pt x="595706" y="149948"/>
                </a:lnTo>
                <a:lnTo>
                  <a:pt x="606564" y="135826"/>
                </a:lnTo>
                <a:lnTo>
                  <a:pt x="616280" y="120853"/>
                </a:lnTo>
                <a:lnTo>
                  <a:pt x="624852" y="105156"/>
                </a:lnTo>
                <a:lnTo>
                  <a:pt x="684288" y="105156"/>
                </a:lnTo>
                <a:lnTo>
                  <a:pt x="684288" y="176784"/>
                </a:lnTo>
                <a:lnTo>
                  <a:pt x="560844" y="176784"/>
                </a:lnTo>
                <a:lnTo>
                  <a:pt x="577608" y="192024"/>
                </a:lnTo>
                <a:lnTo>
                  <a:pt x="586460" y="190030"/>
                </a:lnTo>
                <a:lnTo>
                  <a:pt x="594753" y="188595"/>
                </a:lnTo>
                <a:lnTo>
                  <a:pt x="602462" y="187744"/>
                </a:lnTo>
                <a:lnTo>
                  <a:pt x="609612" y="187452"/>
                </a:lnTo>
                <a:lnTo>
                  <a:pt x="649236" y="187452"/>
                </a:lnTo>
                <a:lnTo>
                  <a:pt x="641515" y="236321"/>
                </a:lnTo>
                <a:lnTo>
                  <a:pt x="625233" y="277749"/>
                </a:lnTo>
                <a:lnTo>
                  <a:pt x="600367" y="311759"/>
                </a:lnTo>
                <a:lnTo>
                  <a:pt x="566940" y="338328"/>
                </a:lnTo>
                <a:lnTo>
                  <a:pt x="569988" y="344424"/>
                </a:lnTo>
                <a:lnTo>
                  <a:pt x="613156" y="320116"/>
                </a:lnTo>
                <a:lnTo>
                  <a:pt x="644474" y="285940"/>
                </a:lnTo>
                <a:lnTo>
                  <a:pt x="664070" y="241769"/>
                </a:lnTo>
                <a:lnTo>
                  <a:pt x="672096" y="187452"/>
                </a:lnTo>
                <a:lnTo>
                  <a:pt x="714768" y="187452"/>
                </a:lnTo>
                <a:lnTo>
                  <a:pt x="714832" y="305663"/>
                </a:lnTo>
                <a:lnTo>
                  <a:pt x="745248" y="336804"/>
                </a:lnTo>
                <a:lnTo>
                  <a:pt x="800112" y="336804"/>
                </a:lnTo>
                <a:lnTo>
                  <a:pt x="814679" y="336232"/>
                </a:lnTo>
                <a:lnTo>
                  <a:pt x="826401" y="332232"/>
                </a:lnTo>
                <a:lnTo>
                  <a:pt x="835253" y="324802"/>
                </a:lnTo>
                <a:lnTo>
                  <a:pt x="838733" y="318516"/>
                </a:lnTo>
                <a:lnTo>
                  <a:pt x="841260" y="313944"/>
                </a:lnTo>
                <a:close/>
              </a:path>
              <a:path w="1297304" h="403860">
                <a:moveTo>
                  <a:pt x="854976" y="362712"/>
                </a:moveTo>
                <a:lnTo>
                  <a:pt x="809231" y="367550"/>
                </a:lnTo>
                <a:lnTo>
                  <a:pt x="765632" y="370522"/>
                </a:lnTo>
                <a:lnTo>
                  <a:pt x="724027" y="371500"/>
                </a:lnTo>
                <a:lnTo>
                  <a:pt x="684288" y="370332"/>
                </a:lnTo>
                <a:lnTo>
                  <a:pt x="620471" y="364617"/>
                </a:lnTo>
                <a:lnTo>
                  <a:pt x="580656" y="352044"/>
                </a:lnTo>
                <a:lnTo>
                  <a:pt x="546442" y="328599"/>
                </a:lnTo>
                <a:lnTo>
                  <a:pt x="536460" y="318516"/>
                </a:lnTo>
                <a:lnTo>
                  <a:pt x="536460" y="181356"/>
                </a:lnTo>
                <a:lnTo>
                  <a:pt x="544842" y="175260"/>
                </a:lnTo>
                <a:lnTo>
                  <a:pt x="553224" y="169164"/>
                </a:lnTo>
                <a:lnTo>
                  <a:pt x="524268" y="147828"/>
                </a:lnTo>
                <a:lnTo>
                  <a:pt x="513600" y="164592"/>
                </a:lnTo>
                <a:lnTo>
                  <a:pt x="446544" y="164592"/>
                </a:lnTo>
                <a:lnTo>
                  <a:pt x="461784" y="181356"/>
                </a:lnTo>
                <a:lnTo>
                  <a:pt x="471258" y="178485"/>
                </a:lnTo>
                <a:lnTo>
                  <a:pt x="479310" y="176593"/>
                </a:lnTo>
                <a:lnTo>
                  <a:pt x="486206" y="175577"/>
                </a:lnTo>
                <a:lnTo>
                  <a:pt x="492264" y="175260"/>
                </a:lnTo>
                <a:lnTo>
                  <a:pt x="515124" y="175260"/>
                </a:lnTo>
                <a:lnTo>
                  <a:pt x="515124" y="313944"/>
                </a:lnTo>
                <a:lnTo>
                  <a:pt x="495350" y="323659"/>
                </a:lnTo>
                <a:lnTo>
                  <a:pt x="477024" y="334518"/>
                </a:lnTo>
                <a:lnTo>
                  <a:pt x="459828" y="346519"/>
                </a:lnTo>
                <a:lnTo>
                  <a:pt x="443496" y="359676"/>
                </a:lnTo>
                <a:lnTo>
                  <a:pt x="469404" y="382524"/>
                </a:lnTo>
                <a:lnTo>
                  <a:pt x="473684" y="374243"/>
                </a:lnTo>
                <a:lnTo>
                  <a:pt x="479691" y="365379"/>
                </a:lnTo>
                <a:lnTo>
                  <a:pt x="506501" y="337121"/>
                </a:lnTo>
                <a:lnTo>
                  <a:pt x="521258" y="328599"/>
                </a:lnTo>
                <a:lnTo>
                  <a:pt x="525792" y="329184"/>
                </a:lnTo>
                <a:lnTo>
                  <a:pt x="565619" y="360451"/>
                </a:lnTo>
                <a:lnTo>
                  <a:pt x="577799" y="369379"/>
                </a:lnTo>
                <a:lnTo>
                  <a:pt x="623709" y="387667"/>
                </a:lnTo>
                <a:lnTo>
                  <a:pt x="664857" y="394538"/>
                </a:lnTo>
                <a:lnTo>
                  <a:pt x="746201" y="398348"/>
                </a:lnTo>
                <a:lnTo>
                  <a:pt x="818400" y="399288"/>
                </a:lnTo>
                <a:lnTo>
                  <a:pt x="820686" y="390486"/>
                </a:lnTo>
                <a:lnTo>
                  <a:pt x="827544" y="382524"/>
                </a:lnTo>
                <a:lnTo>
                  <a:pt x="838974" y="375716"/>
                </a:lnTo>
                <a:lnTo>
                  <a:pt x="851496" y="371500"/>
                </a:lnTo>
                <a:lnTo>
                  <a:pt x="854976" y="370332"/>
                </a:lnTo>
                <a:lnTo>
                  <a:pt x="854976" y="362712"/>
                </a:lnTo>
                <a:close/>
              </a:path>
              <a:path w="1297304" h="403860">
                <a:moveTo>
                  <a:pt x="1059180" y="152400"/>
                </a:moveTo>
                <a:lnTo>
                  <a:pt x="1028700" y="123444"/>
                </a:lnTo>
                <a:lnTo>
                  <a:pt x="1010412" y="141732"/>
                </a:lnTo>
                <a:lnTo>
                  <a:pt x="984504" y="141732"/>
                </a:lnTo>
                <a:lnTo>
                  <a:pt x="984504" y="36576"/>
                </a:lnTo>
                <a:lnTo>
                  <a:pt x="999744" y="24384"/>
                </a:lnTo>
                <a:lnTo>
                  <a:pt x="955548" y="4572"/>
                </a:lnTo>
                <a:lnTo>
                  <a:pt x="956437" y="19177"/>
                </a:lnTo>
                <a:lnTo>
                  <a:pt x="956881" y="33337"/>
                </a:lnTo>
                <a:lnTo>
                  <a:pt x="956957" y="39624"/>
                </a:lnTo>
                <a:lnTo>
                  <a:pt x="957072" y="141732"/>
                </a:lnTo>
                <a:lnTo>
                  <a:pt x="891540" y="141732"/>
                </a:lnTo>
                <a:lnTo>
                  <a:pt x="906780" y="158496"/>
                </a:lnTo>
                <a:lnTo>
                  <a:pt x="917092" y="155625"/>
                </a:lnTo>
                <a:lnTo>
                  <a:pt x="927544" y="153733"/>
                </a:lnTo>
                <a:lnTo>
                  <a:pt x="938288" y="152717"/>
                </a:lnTo>
                <a:lnTo>
                  <a:pt x="949452" y="152400"/>
                </a:lnTo>
                <a:lnTo>
                  <a:pt x="957072" y="152400"/>
                </a:lnTo>
                <a:lnTo>
                  <a:pt x="957072" y="312420"/>
                </a:lnTo>
                <a:lnTo>
                  <a:pt x="941908" y="317855"/>
                </a:lnTo>
                <a:lnTo>
                  <a:pt x="926020" y="322707"/>
                </a:lnTo>
                <a:lnTo>
                  <a:pt x="909281" y="326999"/>
                </a:lnTo>
                <a:lnTo>
                  <a:pt x="891540" y="330708"/>
                </a:lnTo>
                <a:lnTo>
                  <a:pt x="912876" y="364236"/>
                </a:lnTo>
                <a:lnTo>
                  <a:pt x="926020" y="352526"/>
                </a:lnTo>
                <a:lnTo>
                  <a:pt x="954024" y="335661"/>
                </a:lnTo>
                <a:lnTo>
                  <a:pt x="996886" y="313664"/>
                </a:lnTo>
                <a:lnTo>
                  <a:pt x="1015733" y="304800"/>
                </a:lnTo>
                <a:lnTo>
                  <a:pt x="1054608" y="286512"/>
                </a:lnTo>
                <a:lnTo>
                  <a:pt x="1053084" y="280416"/>
                </a:lnTo>
                <a:lnTo>
                  <a:pt x="984504" y="304800"/>
                </a:lnTo>
                <a:lnTo>
                  <a:pt x="984504" y="152400"/>
                </a:lnTo>
                <a:lnTo>
                  <a:pt x="1059180" y="152400"/>
                </a:lnTo>
                <a:close/>
              </a:path>
              <a:path w="1297304" h="403860">
                <a:moveTo>
                  <a:pt x="1296924" y="384048"/>
                </a:moveTo>
                <a:lnTo>
                  <a:pt x="1260348" y="347472"/>
                </a:lnTo>
                <a:lnTo>
                  <a:pt x="1234440" y="373380"/>
                </a:lnTo>
                <a:lnTo>
                  <a:pt x="1178052" y="373380"/>
                </a:lnTo>
                <a:lnTo>
                  <a:pt x="1178052" y="182880"/>
                </a:lnTo>
                <a:lnTo>
                  <a:pt x="1289304" y="182880"/>
                </a:lnTo>
                <a:lnTo>
                  <a:pt x="1279131" y="172212"/>
                </a:lnTo>
                <a:lnTo>
                  <a:pt x="1257300" y="149352"/>
                </a:lnTo>
                <a:lnTo>
                  <a:pt x="1234440" y="172212"/>
                </a:lnTo>
                <a:lnTo>
                  <a:pt x="1178052" y="172212"/>
                </a:lnTo>
                <a:lnTo>
                  <a:pt x="1178052" y="39624"/>
                </a:lnTo>
                <a:lnTo>
                  <a:pt x="1194816" y="25908"/>
                </a:lnTo>
                <a:lnTo>
                  <a:pt x="1152144" y="6096"/>
                </a:lnTo>
                <a:lnTo>
                  <a:pt x="1153033" y="27559"/>
                </a:lnTo>
                <a:lnTo>
                  <a:pt x="1153477" y="46291"/>
                </a:lnTo>
                <a:lnTo>
                  <a:pt x="1153629" y="60960"/>
                </a:lnTo>
                <a:lnTo>
                  <a:pt x="1153668" y="373380"/>
                </a:lnTo>
                <a:lnTo>
                  <a:pt x="1098804" y="373380"/>
                </a:lnTo>
                <a:lnTo>
                  <a:pt x="1098804" y="150876"/>
                </a:lnTo>
                <a:lnTo>
                  <a:pt x="1114044" y="138684"/>
                </a:lnTo>
                <a:lnTo>
                  <a:pt x="1072896" y="115824"/>
                </a:lnTo>
                <a:lnTo>
                  <a:pt x="1074420" y="373380"/>
                </a:lnTo>
                <a:lnTo>
                  <a:pt x="998220" y="373380"/>
                </a:lnTo>
                <a:lnTo>
                  <a:pt x="1013460" y="388620"/>
                </a:lnTo>
                <a:lnTo>
                  <a:pt x="1023112" y="386626"/>
                </a:lnTo>
                <a:lnTo>
                  <a:pt x="1033462" y="385191"/>
                </a:lnTo>
                <a:lnTo>
                  <a:pt x="1044117" y="384340"/>
                </a:lnTo>
                <a:lnTo>
                  <a:pt x="1054608" y="384048"/>
                </a:lnTo>
                <a:lnTo>
                  <a:pt x="1296924" y="384048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" name="object 24"/>
          <p:cNvSpPr/>
          <p:nvPr/>
        </p:nvSpPr>
        <p:spPr>
          <a:xfrm>
            <a:off x="5733288" y="2383535"/>
            <a:ext cx="325120" cy="399415"/>
          </a:xfrm>
          <a:custGeom>
            <a:avLst/>
            <a:gdLst/>
            <a:ahLst/>
            <a:cxnLst/>
            <a:rect l="l" t="t" r="r" b="b"/>
            <a:pathLst>
              <a:path w="325120" h="399414">
                <a:moveTo>
                  <a:pt x="74676" y="85344"/>
                </a:moveTo>
                <a:lnTo>
                  <a:pt x="68580" y="85344"/>
                </a:lnTo>
                <a:lnTo>
                  <a:pt x="65532" y="80772"/>
                </a:lnTo>
                <a:lnTo>
                  <a:pt x="62484" y="70104"/>
                </a:lnTo>
                <a:lnTo>
                  <a:pt x="56984" y="56388"/>
                </a:lnTo>
                <a:lnTo>
                  <a:pt x="49530" y="40767"/>
                </a:lnTo>
                <a:lnTo>
                  <a:pt x="39766" y="23383"/>
                </a:lnTo>
                <a:lnTo>
                  <a:pt x="27432" y="4572"/>
                </a:lnTo>
                <a:lnTo>
                  <a:pt x="33528" y="0"/>
                </a:lnTo>
                <a:lnTo>
                  <a:pt x="72104" y="25717"/>
                </a:lnTo>
                <a:lnTo>
                  <a:pt x="89916" y="48768"/>
                </a:lnTo>
                <a:lnTo>
                  <a:pt x="89916" y="60960"/>
                </a:lnTo>
                <a:lnTo>
                  <a:pt x="88392" y="67056"/>
                </a:lnTo>
                <a:lnTo>
                  <a:pt x="79248" y="82296"/>
                </a:lnTo>
                <a:lnTo>
                  <a:pt x="74676" y="85344"/>
                </a:lnTo>
                <a:close/>
              </a:path>
              <a:path w="325120" h="399414">
                <a:moveTo>
                  <a:pt x="146304" y="60960"/>
                </a:moveTo>
                <a:lnTo>
                  <a:pt x="131064" y="45720"/>
                </a:lnTo>
                <a:lnTo>
                  <a:pt x="281940" y="45720"/>
                </a:lnTo>
                <a:lnTo>
                  <a:pt x="295656" y="24384"/>
                </a:lnTo>
                <a:lnTo>
                  <a:pt x="324612" y="48768"/>
                </a:lnTo>
                <a:lnTo>
                  <a:pt x="316145" y="56388"/>
                </a:lnTo>
                <a:lnTo>
                  <a:pt x="187452" y="56388"/>
                </a:lnTo>
                <a:lnTo>
                  <a:pt x="176307" y="56673"/>
                </a:lnTo>
                <a:lnTo>
                  <a:pt x="165735" y="57531"/>
                </a:lnTo>
                <a:lnTo>
                  <a:pt x="155733" y="58959"/>
                </a:lnTo>
                <a:lnTo>
                  <a:pt x="146304" y="60960"/>
                </a:lnTo>
                <a:close/>
              </a:path>
              <a:path w="325120" h="399414">
                <a:moveTo>
                  <a:pt x="308504" y="353568"/>
                </a:moveTo>
                <a:lnTo>
                  <a:pt x="263652" y="353568"/>
                </a:lnTo>
                <a:lnTo>
                  <a:pt x="272534" y="353568"/>
                </a:lnTo>
                <a:lnTo>
                  <a:pt x="278701" y="351282"/>
                </a:lnTo>
                <a:lnTo>
                  <a:pt x="282297" y="346710"/>
                </a:lnTo>
                <a:lnTo>
                  <a:pt x="283464" y="339852"/>
                </a:lnTo>
                <a:lnTo>
                  <a:pt x="283464" y="56388"/>
                </a:lnTo>
                <a:lnTo>
                  <a:pt x="316145" y="56388"/>
                </a:lnTo>
                <a:lnTo>
                  <a:pt x="309372" y="62484"/>
                </a:lnTo>
                <a:lnTo>
                  <a:pt x="309372" y="344424"/>
                </a:lnTo>
                <a:lnTo>
                  <a:pt x="308504" y="353568"/>
                </a:lnTo>
                <a:close/>
              </a:path>
              <a:path w="325120" h="399414">
                <a:moveTo>
                  <a:pt x="0" y="399288"/>
                </a:moveTo>
                <a:lnTo>
                  <a:pt x="881" y="359854"/>
                </a:lnTo>
                <a:lnTo>
                  <a:pt x="1333" y="316992"/>
                </a:lnTo>
                <a:lnTo>
                  <a:pt x="1422" y="154447"/>
                </a:lnTo>
                <a:lnTo>
                  <a:pt x="1328" y="132588"/>
                </a:lnTo>
                <a:lnTo>
                  <a:pt x="881" y="100107"/>
                </a:lnTo>
                <a:lnTo>
                  <a:pt x="0" y="74676"/>
                </a:lnTo>
                <a:lnTo>
                  <a:pt x="42672" y="99060"/>
                </a:lnTo>
                <a:lnTo>
                  <a:pt x="27432" y="109728"/>
                </a:lnTo>
                <a:lnTo>
                  <a:pt x="27432" y="387096"/>
                </a:lnTo>
                <a:lnTo>
                  <a:pt x="0" y="399288"/>
                </a:lnTo>
                <a:close/>
              </a:path>
              <a:path w="325120" h="399414">
                <a:moveTo>
                  <a:pt x="240247" y="152400"/>
                </a:moveTo>
                <a:lnTo>
                  <a:pt x="201168" y="152400"/>
                </a:lnTo>
                <a:lnTo>
                  <a:pt x="213360" y="132588"/>
                </a:lnTo>
                <a:lnTo>
                  <a:pt x="240247" y="152400"/>
                </a:lnTo>
                <a:close/>
              </a:path>
              <a:path w="325120" h="399414">
                <a:moveTo>
                  <a:pt x="82296" y="307848"/>
                </a:moveTo>
                <a:lnTo>
                  <a:pt x="82534" y="283035"/>
                </a:lnTo>
                <a:lnTo>
                  <a:pt x="83581" y="236267"/>
                </a:lnTo>
                <a:lnTo>
                  <a:pt x="83820" y="214884"/>
                </a:lnTo>
                <a:lnTo>
                  <a:pt x="83581" y="194548"/>
                </a:lnTo>
                <a:lnTo>
                  <a:pt x="82534" y="154447"/>
                </a:lnTo>
                <a:lnTo>
                  <a:pt x="82296" y="134112"/>
                </a:lnTo>
                <a:lnTo>
                  <a:pt x="108204" y="152400"/>
                </a:lnTo>
                <a:lnTo>
                  <a:pt x="240247" y="152400"/>
                </a:lnTo>
                <a:lnTo>
                  <a:pt x="242316" y="153924"/>
                </a:lnTo>
                <a:lnTo>
                  <a:pt x="230886" y="163068"/>
                </a:lnTo>
                <a:lnTo>
                  <a:pt x="108204" y="163068"/>
                </a:lnTo>
                <a:lnTo>
                  <a:pt x="108204" y="265176"/>
                </a:lnTo>
                <a:lnTo>
                  <a:pt x="227980" y="265176"/>
                </a:lnTo>
                <a:lnTo>
                  <a:pt x="228834" y="275844"/>
                </a:lnTo>
                <a:lnTo>
                  <a:pt x="108204" y="275844"/>
                </a:lnTo>
                <a:lnTo>
                  <a:pt x="108204" y="298704"/>
                </a:lnTo>
                <a:lnTo>
                  <a:pt x="82296" y="307848"/>
                </a:lnTo>
                <a:close/>
              </a:path>
              <a:path w="325120" h="399414">
                <a:moveTo>
                  <a:pt x="227980" y="265176"/>
                </a:moveTo>
                <a:lnTo>
                  <a:pt x="202692" y="265176"/>
                </a:lnTo>
                <a:lnTo>
                  <a:pt x="202692" y="163068"/>
                </a:lnTo>
                <a:lnTo>
                  <a:pt x="230886" y="163068"/>
                </a:lnTo>
                <a:lnTo>
                  <a:pt x="227076" y="166116"/>
                </a:lnTo>
                <a:lnTo>
                  <a:pt x="227076" y="245364"/>
                </a:lnTo>
                <a:lnTo>
                  <a:pt x="227337" y="255079"/>
                </a:lnTo>
                <a:lnTo>
                  <a:pt x="227980" y="265176"/>
                </a:lnTo>
                <a:close/>
              </a:path>
              <a:path w="325120" h="399414">
                <a:moveTo>
                  <a:pt x="202692" y="301752"/>
                </a:moveTo>
                <a:lnTo>
                  <a:pt x="202692" y="275844"/>
                </a:lnTo>
                <a:lnTo>
                  <a:pt x="228834" y="275844"/>
                </a:lnTo>
                <a:lnTo>
                  <a:pt x="230124" y="291083"/>
                </a:lnTo>
                <a:lnTo>
                  <a:pt x="202692" y="301752"/>
                </a:lnTo>
                <a:close/>
              </a:path>
              <a:path w="325120" h="399414">
                <a:moveTo>
                  <a:pt x="266700" y="399288"/>
                </a:moveTo>
                <a:lnTo>
                  <a:pt x="262985" y="384667"/>
                </a:lnTo>
                <a:lnTo>
                  <a:pt x="251841" y="372618"/>
                </a:lnTo>
                <a:lnTo>
                  <a:pt x="233267" y="362854"/>
                </a:lnTo>
                <a:lnTo>
                  <a:pt x="207264" y="355092"/>
                </a:lnTo>
                <a:lnTo>
                  <a:pt x="207264" y="348996"/>
                </a:lnTo>
                <a:lnTo>
                  <a:pt x="240030" y="351282"/>
                </a:lnTo>
                <a:lnTo>
                  <a:pt x="253126" y="352425"/>
                </a:lnTo>
                <a:lnTo>
                  <a:pt x="263652" y="353568"/>
                </a:lnTo>
                <a:lnTo>
                  <a:pt x="308504" y="353568"/>
                </a:lnTo>
                <a:lnTo>
                  <a:pt x="307419" y="364998"/>
                </a:lnTo>
                <a:lnTo>
                  <a:pt x="299466" y="381000"/>
                </a:lnTo>
                <a:lnTo>
                  <a:pt x="285797" y="392430"/>
                </a:lnTo>
                <a:lnTo>
                  <a:pt x="266700" y="399288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" name="object 25"/>
          <p:cNvSpPr/>
          <p:nvPr/>
        </p:nvSpPr>
        <p:spPr>
          <a:xfrm>
            <a:off x="6128003" y="2391155"/>
            <a:ext cx="405765" cy="393700"/>
          </a:xfrm>
          <a:custGeom>
            <a:avLst/>
            <a:gdLst/>
            <a:ahLst/>
            <a:cxnLst/>
            <a:rect l="l" t="t" r="r" b="b"/>
            <a:pathLst>
              <a:path w="405765" h="393700">
                <a:moveTo>
                  <a:pt x="216408" y="36576"/>
                </a:moveTo>
                <a:lnTo>
                  <a:pt x="201168" y="21336"/>
                </a:lnTo>
                <a:lnTo>
                  <a:pt x="352044" y="21336"/>
                </a:lnTo>
                <a:lnTo>
                  <a:pt x="373380" y="0"/>
                </a:lnTo>
                <a:lnTo>
                  <a:pt x="400812" y="30480"/>
                </a:lnTo>
                <a:lnTo>
                  <a:pt x="259080" y="30480"/>
                </a:lnTo>
                <a:lnTo>
                  <a:pt x="247911" y="31003"/>
                </a:lnTo>
                <a:lnTo>
                  <a:pt x="237172" y="32385"/>
                </a:lnTo>
                <a:lnTo>
                  <a:pt x="226718" y="34337"/>
                </a:lnTo>
                <a:lnTo>
                  <a:pt x="216408" y="36576"/>
                </a:lnTo>
                <a:close/>
              </a:path>
              <a:path w="405765" h="393700">
                <a:moveTo>
                  <a:pt x="186472" y="18288"/>
                </a:moveTo>
                <a:lnTo>
                  <a:pt x="153924" y="18288"/>
                </a:lnTo>
                <a:lnTo>
                  <a:pt x="166116" y="1524"/>
                </a:lnTo>
                <a:lnTo>
                  <a:pt x="186472" y="18288"/>
                </a:lnTo>
                <a:close/>
              </a:path>
              <a:path w="405765" h="393700">
                <a:moveTo>
                  <a:pt x="51816" y="169164"/>
                </a:moveTo>
                <a:lnTo>
                  <a:pt x="52697" y="148566"/>
                </a:lnTo>
                <a:lnTo>
                  <a:pt x="53149" y="127825"/>
                </a:lnTo>
                <a:lnTo>
                  <a:pt x="53250" y="55816"/>
                </a:lnTo>
                <a:lnTo>
                  <a:pt x="53149" y="43243"/>
                </a:lnTo>
                <a:lnTo>
                  <a:pt x="52697" y="23407"/>
                </a:lnTo>
                <a:lnTo>
                  <a:pt x="51816" y="4572"/>
                </a:lnTo>
                <a:lnTo>
                  <a:pt x="76200" y="18288"/>
                </a:lnTo>
                <a:lnTo>
                  <a:pt x="186472" y="18288"/>
                </a:lnTo>
                <a:lnTo>
                  <a:pt x="192024" y="22860"/>
                </a:lnTo>
                <a:lnTo>
                  <a:pt x="185057" y="28956"/>
                </a:lnTo>
                <a:lnTo>
                  <a:pt x="76200" y="28956"/>
                </a:lnTo>
                <a:lnTo>
                  <a:pt x="76200" y="79248"/>
                </a:lnTo>
                <a:lnTo>
                  <a:pt x="180271" y="79248"/>
                </a:lnTo>
                <a:lnTo>
                  <a:pt x="180499" y="89916"/>
                </a:lnTo>
                <a:lnTo>
                  <a:pt x="76200" y="89916"/>
                </a:lnTo>
                <a:lnTo>
                  <a:pt x="76200" y="138684"/>
                </a:lnTo>
                <a:lnTo>
                  <a:pt x="182182" y="138684"/>
                </a:lnTo>
                <a:lnTo>
                  <a:pt x="182724" y="149352"/>
                </a:lnTo>
                <a:lnTo>
                  <a:pt x="76200" y="149352"/>
                </a:lnTo>
                <a:lnTo>
                  <a:pt x="76200" y="160020"/>
                </a:lnTo>
                <a:lnTo>
                  <a:pt x="51816" y="169164"/>
                </a:lnTo>
                <a:close/>
              </a:path>
              <a:path w="405765" h="393700">
                <a:moveTo>
                  <a:pt x="180271" y="79248"/>
                </a:moveTo>
                <a:lnTo>
                  <a:pt x="158496" y="79248"/>
                </a:lnTo>
                <a:lnTo>
                  <a:pt x="158496" y="28956"/>
                </a:lnTo>
                <a:lnTo>
                  <a:pt x="185057" y="28956"/>
                </a:lnTo>
                <a:lnTo>
                  <a:pt x="179832" y="33528"/>
                </a:lnTo>
                <a:lnTo>
                  <a:pt x="180093" y="70961"/>
                </a:lnTo>
                <a:lnTo>
                  <a:pt x="180271" y="79248"/>
                </a:lnTo>
                <a:close/>
              </a:path>
              <a:path w="405765" h="393700">
                <a:moveTo>
                  <a:pt x="280416" y="82296"/>
                </a:moveTo>
                <a:lnTo>
                  <a:pt x="271272" y="82296"/>
                </a:lnTo>
                <a:lnTo>
                  <a:pt x="274415" y="68841"/>
                </a:lnTo>
                <a:lnTo>
                  <a:pt x="276987" y="55816"/>
                </a:lnTo>
                <a:lnTo>
                  <a:pt x="278987" y="43076"/>
                </a:lnTo>
                <a:lnTo>
                  <a:pt x="280416" y="30480"/>
                </a:lnTo>
                <a:lnTo>
                  <a:pt x="309372" y="30480"/>
                </a:lnTo>
                <a:lnTo>
                  <a:pt x="304847" y="37933"/>
                </a:lnTo>
                <a:lnTo>
                  <a:pt x="298323" y="48958"/>
                </a:lnTo>
                <a:lnTo>
                  <a:pt x="289960" y="63936"/>
                </a:lnTo>
                <a:lnTo>
                  <a:pt x="280416" y="82296"/>
                </a:lnTo>
                <a:close/>
              </a:path>
              <a:path w="405765" h="393700">
                <a:moveTo>
                  <a:pt x="380062" y="82296"/>
                </a:moveTo>
                <a:lnTo>
                  <a:pt x="345948" y="82296"/>
                </a:lnTo>
                <a:lnTo>
                  <a:pt x="358140" y="65532"/>
                </a:lnTo>
                <a:lnTo>
                  <a:pt x="380062" y="82296"/>
                </a:lnTo>
                <a:close/>
              </a:path>
              <a:path w="405765" h="393700">
                <a:moveTo>
                  <a:pt x="224028" y="249936"/>
                </a:moveTo>
                <a:lnTo>
                  <a:pt x="224909" y="230766"/>
                </a:lnTo>
                <a:lnTo>
                  <a:pt x="225361" y="209740"/>
                </a:lnTo>
                <a:lnTo>
                  <a:pt x="225477" y="127825"/>
                </a:lnTo>
                <a:lnTo>
                  <a:pt x="225361" y="110871"/>
                </a:lnTo>
                <a:lnTo>
                  <a:pt x="224909" y="88249"/>
                </a:lnTo>
                <a:lnTo>
                  <a:pt x="224028" y="67056"/>
                </a:lnTo>
                <a:lnTo>
                  <a:pt x="248412" y="82296"/>
                </a:lnTo>
                <a:lnTo>
                  <a:pt x="380062" y="82296"/>
                </a:lnTo>
                <a:lnTo>
                  <a:pt x="384048" y="85344"/>
                </a:lnTo>
                <a:lnTo>
                  <a:pt x="377081" y="91440"/>
                </a:lnTo>
                <a:lnTo>
                  <a:pt x="248412" y="91440"/>
                </a:lnTo>
                <a:lnTo>
                  <a:pt x="248412" y="236220"/>
                </a:lnTo>
                <a:lnTo>
                  <a:pt x="224028" y="249936"/>
                </a:lnTo>
                <a:close/>
              </a:path>
              <a:path w="405765" h="393700">
                <a:moveTo>
                  <a:pt x="182182" y="138684"/>
                </a:moveTo>
                <a:lnTo>
                  <a:pt x="158496" y="138684"/>
                </a:lnTo>
                <a:lnTo>
                  <a:pt x="158496" y="89916"/>
                </a:lnTo>
                <a:lnTo>
                  <a:pt x="180499" y="89916"/>
                </a:lnTo>
                <a:lnTo>
                  <a:pt x="180784" y="103251"/>
                </a:lnTo>
                <a:lnTo>
                  <a:pt x="181760" y="130397"/>
                </a:lnTo>
                <a:lnTo>
                  <a:pt x="182182" y="138684"/>
                </a:lnTo>
                <a:close/>
              </a:path>
              <a:path w="405765" h="393700">
                <a:moveTo>
                  <a:pt x="348996" y="245363"/>
                </a:moveTo>
                <a:lnTo>
                  <a:pt x="348996" y="91440"/>
                </a:lnTo>
                <a:lnTo>
                  <a:pt x="377081" y="91440"/>
                </a:lnTo>
                <a:lnTo>
                  <a:pt x="371856" y="96012"/>
                </a:lnTo>
                <a:lnTo>
                  <a:pt x="371911" y="189809"/>
                </a:lnTo>
                <a:lnTo>
                  <a:pt x="372031" y="198405"/>
                </a:lnTo>
                <a:lnTo>
                  <a:pt x="372515" y="214884"/>
                </a:lnTo>
                <a:lnTo>
                  <a:pt x="373380" y="233172"/>
                </a:lnTo>
                <a:lnTo>
                  <a:pt x="348996" y="245363"/>
                </a:lnTo>
                <a:close/>
              </a:path>
              <a:path w="405765" h="393700">
                <a:moveTo>
                  <a:pt x="190500" y="345948"/>
                </a:moveTo>
                <a:lnTo>
                  <a:pt x="187452" y="341376"/>
                </a:lnTo>
                <a:lnTo>
                  <a:pt x="211716" y="327398"/>
                </a:lnTo>
                <a:lnTo>
                  <a:pt x="231838" y="312991"/>
                </a:lnTo>
                <a:lnTo>
                  <a:pt x="259080" y="283463"/>
                </a:lnTo>
                <a:lnTo>
                  <a:pt x="279654" y="231814"/>
                </a:lnTo>
                <a:lnTo>
                  <a:pt x="283035" y="189809"/>
                </a:lnTo>
                <a:lnTo>
                  <a:pt x="283962" y="138684"/>
                </a:lnTo>
                <a:lnTo>
                  <a:pt x="283464" y="118872"/>
                </a:lnTo>
                <a:lnTo>
                  <a:pt x="321564" y="137160"/>
                </a:lnTo>
                <a:lnTo>
                  <a:pt x="307848" y="149352"/>
                </a:lnTo>
                <a:lnTo>
                  <a:pt x="307276" y="183094"/>
                </a:lnTo>
                <a:lnTo>
                  <a:pt x="305562" y="211264"/>
                </a:lnTo>
                <a:lnTo>
                  <a:pt x="298704" y="251460"/>
                </a:lnTo>
                <a:lnTo>
                  <a:pt x="276629" y="291965"/>
                </a:lnTo>
                <a:lnTo>
                  <a:pt x="234124" y="326517"/>
                </a:lnTo>
                <a:lnTo>
                  <a:pt x="213955" y="336518"/>
                </a:lnTo>
                <a:lnTo>
                  <a:pt x="190500" y="345948"/>
                </a:lnTo>
                <a:close/>
              </a:path>
              <a:path w="405765" h="393700">
                <a:moveTo>
                  <a:pt x="158496" y="164592"/>
                </a:moveTo>
                <a:lnTo>
                  <a:pt x="158496" y="149352"/>
                </a:lnTo>
                <a:lnTo>
                  <a:pt x="182724" y="149352"/>
                </a:lnTo>
                <a:lnTo>
                  <a:pt x="182880" y="152400"/>
                </a:lnTo>
                <a:lnTo>
                  <a:pt x="158496" y="164592"/>
                </a:lnTo>
                <a:close/>
              </a:path>
              <a:path w="405765" h="393700">
                <a:moveTo>
                  <a:pt x="28956" y="202692"/>
                </a:moveTo>
                <a:lnTo>
                  <a:pt x="13716" y="187451"/>
                </a:lnTo>
                <a:lnTo>
                  <a:pt x="166116" y="187451"/>
                </a:lnTo>
                <a:lnTo>
                  <a:pt x="187452" y="167640"/>
                </a:lnTo>
                <a:lnTo>
                  <a:pt x="214884" y="198120"/>
                </a:lnTo>
                <a:lnTo>
                  <a:pt x="71628" y="198120"/>
                </a:lnTo>
                <a:lnTo>
                  <a:pt x="60459" y="198405"/>
                </a:lnTo>
                <a:lnTo>
                  <a:pt x="49720" y="199263"/>
                </a:lnTo>
                <a:lnTo>
                  <a:pt x="39266" y="200691"/>
                </a:lnTo>
                <a:lnTo>
                  <a:pt x="28956" y="202692"/>
                </a:lnTo>
                <a:close/>
              </a:path>
              <a:path w="405765" h="393700">
                <a:moveTo>
                  <a:pt x="129540" y="330708"/>
                </a:moveTo>
                <a:lnTo>
                  <a:pt x="108204" y="330708"/>
                </a:lnTo>
                <a:lnTo>
                  <a:pt x="108204" y="198120"/>
                </a:lnTo>
                <a:lnTo>
                  <a:pt x="129540" y="198120"/>
                </a:lnTo>
                <a:lnTo>
                  <a:pt x="129540" y="259080"/>
                </a:lnTo>
                <a:lnTo>
                  <a:pt x="199720" y="259080"/>
                </a:lnTo>
                <a:lnTo>
                  <a:pt x="208788" y="269748"/>
                </a:lnTo>
                <a:lnTo>
                  <a:pt x="129540" y="269748"/>
                </a:lnTo>
                <a:lnTo>
                  <a:pt x="129540" y="330708"/>
                </a:lnTo>
                <a:close/>
              </a:path>
              <a:path w="405765" h="393700">
                <a:moveTo>
                  <a:pt x="4572" y="393192"/>
                </a:moveTo>
                <a:lnTo>
                  <a:pt x="0" y="390143"/>
                </a:lnTo>
                <a:lnTo>
                  <a:pt x="9715" y="370998"/>
                </a:lnTo>
                <a:lnTo>
                  <a:pt x="18288" y="350139"/>
                </a:lnTo>
                <a:lnTo>
                  <a:pt x="32004" y="303275"/>
                </a:lnTo>
                <a:lnTo>
                  <a:pt x="40957" y="256222"/>
                </a:lnTo>
                <a:lnTo>
                  <a:pt x="44196" y="214884"/>
                </a:lnTo>
                <a:lnTo>
                  <a:pt x="79248" y="233172"/>
                </a:lnTo>
                <a:lnTo>
                  <a:pt x="72937" y="238291"/>
                </a:lnTo>
                <a:lnTo>
                  <a:pt x="67627" y="248983"/>
                </a:lnTo>
                <a:lnTo>
                  <a:pt x="63166" y="265152"/>
                </a:lnTo>
                <a:lnTo>
                  <a:pt x="59436" y="286512"/>
                </a:lnTo>
                <a:lnTo>
                  <a:pt x="68269" y="297180"/>
                </a:lnTo>
                <a:lnTo>
                  <a:pt x="54864" y="297180"/>
                </a:lnTo>
                <a:lnTo>
                  <a:pt x="44005" y="326326"/>
                </a:lnTo>
                <a:lnTo>
                  <a:pt x="32004" y="352044"/>
                </a:lnTo>
                <a:lnTo>
                  <a:pt x="18859" y="374332"/>
                </a:lnTo>
                <a:lnTo>
                  <a:pt x="4572" y="393192"/>
                </a:lnTo>
                <a:close/>
              </a:path>
              <a:path w="405765" h="393700">
                <a:moveTo>
                  <a:pt x="199720" y="259080"/>
                </a:moveTo>
                <a:lnTo>
                  <a:pt x="163068" y="259080"/>
                </a:lnTo>
                <a:lnTo>
                  <a:pt x="182880" y="239268"/>
                </a:lnTo>
                <a:lnTo>
                  <a:pt x="199720" y="259080"/>
                </a:lnTo>
                <a:close/>
              </a:path>
              <a:path w="405765" h="393700">
                <a:moveTo>
                  <a:pt x="379476" y="333756"/>
                </a:moveTo>
                <a:lnTo>
                  <a:pt x="374904" y="333756"/>
                </a:lnTo>
                <a:lnTo>
                  <a:pt x="370332" y="327660"/>
                </a:lnTo>
                <a:lnTo>
                  <a:pt x="364236" y="316992"/>
                </a:lnTo>
                <a:lnTo>
                  <a:pt x="355377" y="303585"/>
                </a:lnTo>
                <a:lnTo>
                  <a:pt x="342519" y="288607"/>
                </a:lnTo>
                <a:lnTo>
                  <a:pt x="325659" y="272200"/>
                </a:lnTo>
                <a:lnTo>
                  <a:pt x="304800" y="254508"/>
                </a:lnTo>
                <a:lnTo>
                  <a:pt x="307848" y="248412"/>
                </a:lnTo>
                <a:lnTo>
                  <a:pt x="359854" y="274891"/>
                </a:lnTo>
                <a:lnTo>
                  <a:pt x="387096" y="303275"/>
                </a:lnTo>
                <a:lnTo>
                  <a:pt x="387096" y="318516"/>
                </a:lnTo>
                <a:lnTo>
                  <a:pt x="384048" y="324612"/>
                </a:lnTo>
                <a:lnTo>
                  <a:pt x="382524" y="330708"/>
                </a:lnTo>
                <a:lnTo>
                  <a:pt x="379476" y="333756"/>
                </a:lnTo>
                <a:close/>
              </a:path>
              <a:path w="405765" h="393700">
                <a:moveTo>
                  <a:pt x="304133" y="381309"/>
                </a:moveTo>
                <a:lnTo>
                  <a:pt x="249555" y="380047"/>
                </a:lnTo>
                <a:lnTo>
                  <a:pt x="208121" y="377356"/>
                </a:lnTo>
                <a:lnTo>
                  <a:pt x="159019" y="369165"/>
                </a:lnTo>
                <a:lnTo>
                  <a:pt x="109728" y="350519"/>
                </a:lnTo>
                <a:lnTo>
                  <a:pt x="69222" y="314944"/>
                </a:lnTo>
                <a:lnTo>
                  <a:pt x="54864" y="297180"/>
                </a:lnTo>
                <a:lnTo>
                  <a:pt x="68269" y="297180"/>
                </a:lnTo>
                <a:lnTo>
                  <a:pt x="69413" y="298561"/>
                </a:lnTo>
                <a:lnTo>
                  <a:pt x="80962" y="309753"/>
                </a:lnTo>
                <a:lnTo>
                  <a:pt x="93940" y="320373"/>
                </a:lnTo>
                <a:lnTo>
                  <a:pt x="108204" y="330708"/>
                </a:lnTo>
                <a:lnTo>
                  <a:pt x="129540" y="330708"/>
                </a:lnTo>
                <a:lnTo>
                  <a:pt x="129540" y="336804"/>
                </a:lnTo>
                <a:lnTo>
                  <a:pt x="177736" y="349186"/>
                </a:lnTo>
                <a:lnTo>
                  <a:pt x="249936" y="353568"/>
                </a:lnTo>
                <a:lnTo>
                  <a:pt x="404616" y="353877"/>
                </a:lnTo>
                <a:lnTo>
                  <a:pt x="390501" y="359568"/>
                </a:lnTo>
                <a:lnTo>
                  <a:pt x="380047" y="366141"/>
                </a:lnTo>
                <a:lnTo>
                  <a:pt x="373880" y="373284"/>
                </a:lnTo>
                <a:lnTo>
                  <a:pt x="371856" y="381000"/>
                </a:lnTo>
                <a:lnTo>
                  <a:pt x="304133" y="381309"/>
                </a:lnTo>
                <a:close/>
              </a:path>
              <a:path w="405765" h="393700">
                <a:moveTo>
                  <a:pt x="404616" y="353877"/>
                </a:moveTo>
                <a:lnTo>
                  <a:pt x="290512" y="353877"/>
                </a:lnTo>
                <a:lnTo>
                  <a:pt x="329946" y="352615"/>
                </a:lnTo>
                <a:lnTo>
                  <a:pt x="368236" y="349924"/>
                </a:lnTo>
                <a:lnTo>
                  <a:pt x="405384" y="345948"/>
                </a:lnTo>
                <a:lnTo>
                  <a:pt x="405384" y="353568"/>
                </a:lnTo>
                <a:lnTo>
                  <a:pt x="404616" y="353877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pic>
        <p:nvPicPr>
          <p:cNvPr id="26" name="object 26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6612635" y="2586228"/>
            <a:ext cx="64008" cy="164592"/>
          </a:xfrm>
          <a:prstGeom prst="rect">
            <a:avLst/>
          </a:prstGeom>
        </p:spPr>
      </p:pic>
      <p:sp>
        <p:nvSpPr>
          <p:cNvPr id="27" name="object 27"/>
          <p:cNvSpPr/>
          <p:nvPr/>
        </p:nvSpPr>
        <p:spPr>
          <a:xfrm>
            <a:off x="7018020" y="2380487"/>
            <a:ext cx="855344" cy="407034"/>
          </a:xfrm>
          <a:custGeom>
            <a:avLst/>
            <a:gdLst/>
            <a:ahLst/>
            <a:cxnLst/>
            <a:rect l="l" t="t" r="r" b="b"/>
            <a:pathLst>
              <a:path w="855345" h="407035">
                <a:moveTo>
                  <a:pt x="192024" y="74676"/>
                </a:moveTo>
                <a:lnTo>
                  <a:pt x="163068" y="50292"/>
                </a:lnTo>
                <a:lnTo>
                  <a:pt x="149352" y="68580"/>
                </a:lnTo>
                <a:lnTo>
                  <a:pt x="12192" y="68580"/>
                </a:lnTo>
                <a:lnTo>
                  <a:pt x="27432" y="83820"/>
                </a:lnTo>
                <a:lnTo>
                  <a:pt x="36855" y="81584"/>
                </a:lnTo>
                <a:lnTo>
                  <a:pt x="46863" y="79629"/>
                </a:lnTo>
                <a:lnTo>
                  <a:pt x="57429" y="78257"/>
                </a:lnTo>
                <a:lnTo>
                  <a:pt x="68580" y="77724"/>
                </a:lnTo>
                <a:lnTo>
                  <a:pt x="149352" y="77724"/>
                </a:lnTo>
                <a:lnTo>
                  <a:pt x="139344" y="112585"/>
                </a:lnTo>
                <a:lnTo>
                  <a:pt x="129921" y="144018"/>
                </a:lnTo>
                <a:lnTo>
                  <a:pt x="121056" y="172021"/>
                </a:lnTo>
                <a:lnTo>
                  <a:pt x="112776" y="196596"/>
                </a:lnTo>
                <a:lnTo>
                  <a:pt x="55232" y="132207"/>
                </a:lnTo>
                <a:lnTo>
                  <a:pt x="36576" y="111252"/>
                </a:lnTo>
                <a:lnTo>
                  <a:pt x="30480" y="117348"/>
                </a:lnTo>
                <a:lnTo>
                  <a:pt x="43624" y="134785"/>
                </a:lnTo>
                <a:lnTo>
                  <a:pt x="60198" y="157353"/>
                </a:lnTo>
                <a:lnTo>
                  <a:pt x="80200" y="185077"/>
                </a:lnTo>
                <a:lnTo>
                  <a:pt x="103632" y="217932"/>
                </a:lnTo>
                <a:lnTo>
                  <a:pt x="94792" y="234505"/>
                </a:lnTo>
                <a:lnTo>
                  <a:pt x="72555" y="271081"/>
                </a:lnTo>
                <a:lnTo>
                  <a:pt x="44577" y="311048"/>
                </a:lnTo>
                <a:lnTo>
                  <a:pt x="14859" y="346379"/>
                </a:lnTo>
                <a:lnTo>
                  <a:pt x="0" y="361188"/>
                </a:lnTo>
                <a:lnTo>
                  <a:pt x="1524" y="370332"/>
                </a:lnTo>
                <a:lnTo>
                  <a:pt x="40767" y="336232"/>
                </a:lnTo>
                <a:lnTo>
                  <a:pt x="73152" y="303276"/>
                </a:lnTo>
                <a:lnTo>
                  <a:pt x="98107" y="269938"/>
                </a:lnTo>
                <a:lnTo>
                  <a:pt x="117348" y="237744"/>
                </a:lnTo>
                <a:lnTo>
                  <a:pt x="127914" y="262661"/>
                </a:lnTo>
                <a:lnTo>
                  <a:pt x="136779" y="284988"/>
                </a:lnTo>
                <a:lnTo>
                  <a:pt x="143916" y="305041"/>
                </a:lnTo>
                <a:lnTo>
                  <a:pt x="149352" y="323088"/>
                </a:lnTo>
                <a:lnTo>
                  <a:pt x="151892" y="336219"/>
                </a:lnTo>
                <a:lnTo>
                  <a:pt x="154876" y="345757"/>
                </a:lnTo>
                <a:lnTo>
                  <a:pt x="158127" y="351599"/>
                </a:lnTo>
                <a:lnTo>
                  <a:pt x="161544" y="353568"/>
                </a:lnTo>
                <a:lnTo>
                  <a:pt x="164592" y="350520"/>
                </a:lnTo>
                <a:lnTo>
                  <a:pt x="169164" y="347472"/>
                </a:lnTo>
                <a:lnTo>
                  <a:pt x="173736" y="342900"/>
                </a:lnTo>
                <a:lnTo>
                  <a:pt x="175260" y="336804"/>
                </a:lnTo>
                <a:lnTo>
                  <a:pt x="175260" y="326136"/>
                </a:lnTo>
                <a:lnTo>
                  <a:pt x="175590" y="318706"/>
                </a:lnTo>
                <a:lnTo>
                  <a:pt x="164020" y="277304"/>
                </a:lnTo>
                <a:lnTo>
                  <a:pt x="143446" y="241350"/>
                </a:lnTo>
                <a:lnTo>
                  <a:pt x="128016" y="217932"/>
                </a:lnTo>
                <a:lnTo>
                  <a:pt x="136817" y="196596"/>
                </a:lnTo>
                <a:lnTo>
                  <a:pt x="139458" y="190195"/>
                </a:lnTo>
                <a:lnTo>
                  <a:pt x="151066" y="159448"/>
                </a:lnTo>
                <a:lnTo>
                  <a:pt x="162941" y="125564"/>
                </a:lnTo>
                <a:lnTo>
                  <a:pt x="175260" y="88392"/>
                </a:lnTo>
                <a:lnTo>
                  <a:pt x="188290" y="77724"/>
                </a:lnTo>
                <a:lnTo>
                  <a:pt x="192024" y="74676"/>
                </a:lnTo>
                <a:close/>
              </a:path>
              <a:path w="855345" h="407035">
                <a:moveTo>
                  <a:pt x="256032" y="237744"/>
                </a:moveTo>
                <a:lnTo>
                  <a:pt x="233743" y="193167"/>
                </a:lnTo>
                <a:lnTo>
                  <a:pt x="204216" y="167640"/>
                </a:lnTo>
                <a:lnTo>
                  <a:pt x="199644" y="170688"/>
                </a:lnTo>
                <a:lnTo>
                  <a:pt x="210807" y="192697"/>
                </a:lnTo>
                <a:lnTo>
                  <a:pt x="219265" y="212979"/>
                </a:lnTo>
                <a:lnTo>
                  <a:pt x="225145" y="231559"/>
                </a:lnTo>
                <a:lnTo>
                  <a:pt x="228600" y="248412"/>
                </a:lnTo>
                <a:lnTo>
                  <a:pt x="230022" y="259295"/>
                </a:lnTo>
                <a:lnTo>
                  <a:pt x="232029" y="266890"/>
                </a:lnTo>
                <a:lnTo>
                  <a:pt x="234594" y="271348"/>
                </a:lnTo>
                <a:lnTo>
                  <a:pt x="237744" y="272796"/>
                </a:lnTo>
                <a:lnTo>
                  <a:pt x="239268" y="272796"/>
                </a:lnTo>
                <a:lnTo>
                  <a:pt x="255689" y="244348"/>
                </a:lnTo>
                <a:lnTo>
                  <a:pt x="256032" y="237744"/>
                </a:lnTo>
                <a:close/>
              </a:path>
              <a:path w="855345" h="407035">
                <a:moveTo>
                  <a:pt x="409956" y="131064"/>
                </a:moveTo>
                <a:lnTo>
                  <a:pt x="376428" y="97536"/>
                </a:lnTo>
                <a:lnTo>
                  <a:pt x="353568" y="120396"/>
                </a:lnTo>
                <a:lnTo>
                  <a:pt x="335280" y="120396"/>
                </a:lnTo>
                <a:lnTo>
                  <a:pt x="335280" y="41148"/>
                </a:lnTo>
                <a:lnTo>
                  <a:pt x="350520" y="27432"/>
                </a:lnTo>
                <a:lnTo>
                  <a:pt x="309372" y="7620"/>
                </a:lnTo>
                <a:lnTo>
                  <a:pt x="309600" y="19392"/>
                </a:lnTo>
                <a:lnTo>
                  <a:pt x="310134" y="32004"/>
                </a:lnTo>
                <a:lnTo>
                  <a:pt x="310654" y="45770"/>
                </a:lnTo>
                <a:lnTo>
                  <a:pt x="310896" y="60960"/>
                </a:lnTo>
                <a:lnTo>
                  <a:pt x="310896" y="120396"/>
                </a:lnTo>
                <a:lnTo>
                  <a:pt x="172212" y="120396"/>
                </a:lnTo>
                <a:lnTo>
                  <a:pt x="187452" y="135636"/>
                </a:lnTo>
                <a:lnTo>
                  <a:pt x="196875" y="133642"/>
                </a:lnTo>
                <a:lnTo>
                  <a:pt x="206883" y="132207"/>
                </a:lnTo>
                <a:lnTo>
                  <a:pt x="217449" y="131356"/>
                </a:lnTo>
                <a:lnTo>
                  <a:pt x="228600" y="131064"/>
                </a:lnTo>
                <a:lnTo>
                  <a:pt x="310896" y="131064"/>
                </a:lnTo>
                <a:lnTo>
                  <a:pt x="310896" y="356616"/>
                </a:lnTo>
                <a:lnTo>
                  <a:pt x="306324" y="361188"/>
                </a:lnTo>
                <a:lnTo>
                  <a:pt x="298704" y="361188"/>
                </a:lnTo>
                <a:lnTo>
                  <a:pt x="290410" y="361746"/>
                </a:lnTo>
                <a:lnTo>
                  <a:pt x="276987" y="360997"/>
                </a:lnTo>
                <a:lnTo>
                  <a:pt x="258406" y="358838"/>
                </a:lnTo>
                <a:lnTo>
                  <a:pt x="234696" y="355092"/>
                </a:lnTo>
                <a:lnTo>
                  <a:pt x="234696" y="364236"/>
                </a:lnTo>
                <a:lnTo>
                  <a:pt x="261810" y="374523"/>
                </a:lnTo>
                <a:lnTo>
                  <a:pt x="281368" y="384810"/>
                </a:lnTo>
                <a:lnTo>
                  <a:pt x="293192" y="395097"/>
                </a:lnTo>
                <a:lnTo>
                  <a:pt x="297180" y="405384"/>
                </a:lnTo>
                <a:lnTo>
                  <a:pt x="313410" y="396532"/>
                </a:lnTo>
                <a:lnTo>
                  <a:pt x="325374" y="385953"/>
                </a:lnTo>
                <a:lnTo>
                  <a:pt x="332752" y="373672"/>
                </a:lnTo>
                <a:lnTo>
                  <a:pt x="334899" y="361746"/>
                </a:lnTo>
                <a:lnTo>
                  <a:pt x="335280" y="359664"/>
                </a:lnTo>
                <a:lnTo>
                  <a:pt x="335280" y="131064"/>
                </a:lnTo>
                <a:lnTo>
                  <a:pt x="409956" y="131064"/>
                </a:lnTo>
                <a:close/>
              </a:path>
              <a:path w="855345" h="407035">
                <a:moveTo>
                  <a:pt x="669023" y="68580"/>
                </a:moveTo>
                <a:lnTo>
                  <a:pt x="659422" y="57912"/>
                </a:lnTo>
                <a:lnTo>
                  <a:pt x="641591" y="38100"/>
                </a:lnTo>
                <a:lnTo>
                  <a:pt x="621779" y="57912"/>
                </a:lnTo>
                <a:lnTo>
                  <a:pt x="545579" y="57912"/>
                </a:lnTo>
                <a:lnTo>
                  <a:pt x="549579" y="52755"/>
                </a:lnTo>
                <a:lnTo>
                  <a:pt x="561009" y="38417"/>
                </a:lnTo>
                <a:lnTo>
                  <a:pt x="568439" y="28956"/>
                </a:lnTo>
                <a:lnTo>
                  <a:pt x="579107" y="22860"/>
                </a:lnTo>
                <a:lnTo>
                  <a:pt x="547103" y="0"/>
                </a:lnTo>
                <a:lnTo>
                  <a:pt x="540816" y="15151"/>
                </a:lnTo>
                <a:lnTo>
                  <a:pt x="533387" y="30861"/>
                </a:lnTo>
                <a:lnTo>
                  <a:pt x="503339" y="81749"/>
                </a:lnTo>
                <a:lnTo>
                  <a:pt x="476961" y="114376"/>
                </a:lnTo>
                <a:lnTo>
                  <a:pt x="461759" y="129540"/>
                </a:lnTo>
                <a:lnTo>
                  <a:pt x="464807" y="134112"/>
                </a:lnTo>
                <a:lnTo>
                  <a:pt x="477697" y="125234"/>
                </a:lnTo>
                <a:lnTo>
                  <a:pt x="489000" y="116776"/>
                </a:lnTo>
                <a:lnTo>
                  <a:pt x="498894" y="108610"/>
                </a:lnTo>
                <a:lnTo>
                  <a:pt x="507479" y="100584"/>
                </a:lnTo>
                <a:lnTo>
                  <a:pt x="516343" y="92583"/>
                </a:lnTo>
                <a:lnTo>
                  <a:pt x="524624" y="84582"/>
                </a:lnTo>
                <a:lnTo>
                  <a:pt x="532345" y="76581"/>
                </a:lnTo>
                <a:lnTo>
                  <a:pt x="539483" y="68580"/>
                </a:lnTo>
                <a:lnTo>
                  <a:pt x="562343" y="68580"/>
                </a:lnTo>
                <a:lnTo>
                  <a:pt x="568439" y="74676"/>
                </a:lnTo>
                <a:lnTo>
                  <a:pt x="573011" y="82296"/>
                </a:lnTo>
                <a:lnTo>
                  <a:pt x="576059" y="89916"/>
                </a:lnTo>
                <a:lnTo>
                  <a:pt x="579208" y="95923"/>
                </a:lnTo>
                <a:lnTo>
                  <a:pt x="581774" y="102489"/>
                </a:lnTo>
                <a:lnTo>
                  <a:pt x="583780" y="109639"/>
                </a:lnTo>
                <a:lnTo>
                  <a:pt x="585203" y="117348"/>
                </a:lnTo>
                <a:lnTo>
                  <a:pt x="586727" y="123444"/>
                </a:lnTo>
                <a:lnTo>
                  <a:pt x="588251" y="126492"/>
                </a:lnTo>
                <a:lnTo>
                  <a:pt x="597395" y="126492"/>
                </a:lnTo>
                <a:lnTo>
                  <a:pt x="600443" y="123444"/>
                </a:lnTo>
                <a:lnTo>
                  <a:pt x="605015" y="121920"/>
                </a:lnTo>
                <a:lnTo>
                  <a:pt x="606539" y="117348"/>
                </a:lnTo>
                <a:lnTo>
                  <a:pt x="606564" y="109639"/>
                </a:lnTo>
                <a:lnTo>
                  <a:pt x="608063" y="102108"/>
                </a:lnTo>
                <a:lnTo>
                  <a:pt x="605015" y="96012"/>
                </a:lnTo>
                <a:lnTo>
                  <a:pt x="597395" y="88392"/>
                </a:lnTo>
                <a:lnTo>
                  <a:pt x="592302" y="82727"/>
                </a:lnTo>
                <a:lnTo>
                  <a:pt x="586346" y="77343"/>
                </a:lnTo>
                <a:lnTo>
                  <a:pt x="579831" y="72542"/>
                </a:lnTo>
                <a:lnTo>
                  <a:pt x="573011" y="68580"/>
                </a:lnTo>
                <a:lnTo>
                  <a:pt x="669023" y="68580"/>
                </a:lnTo>
                <a:close/>
              </a:path>
              <a:path w="855345" h="407035">
                <a:moveTo>
                  <a:pt x="841235" y="68580"/>
                </a:moveTo>
                <a:lnTo>
                  <a:pt x="831583" y="57912"/>
                </a:lnTo>
                <a:lnTo>
                  <a:pt x="812279" y="36576"/>
                </a:lnTo>
                <a:lnTo>
                  <a:pt x="790943" y="57912"/>
                </a:lnTo>
                <a:lnTo>
                  <a:pt x="704075" y="57912"/>
                </a:lnTo>
                <a:lnTo>
                  <a:pt x="714362" y="45148"/>
                </a:lnTo>
                <a:lnTo>
                  <a:pt x="720369" y="37553"/>
                </a:lnTo>
                <a:lnTo>
                  <a:pt x="726935" y="28956"/>
                </a:lnTo>
                <a:lnTo>
                  <a:pt x="736079" y="24384"/>
                </a:lnTo>
                <a:lnTo>
                  <a:pt x="705599" y="1524"/>
                </a:lnTo>
                <a:lnTo>
                  <a:pt x="685787" y="50292"/>
                </a:lnTo>
                <a:lnTo>
                  <a:pt x="659866" y="90157"/>
                </a:lnTo>
                <a:lnTo>
                  <a:pt x="649211" y="102108"/>
                </a:lnTo>
                <a:lnTo>
                  <a:pt x="653783" y="108204"/>
                </a:lnTo>
                <a:lnTo>
                  <a:pt x="666915" y="97942"/>
                </a:lnTo>
                <a:lnTo>
                  <a:pt x="678738" y="87820"/>
                </a:lnTo>
                <a:lnTo>
                  <a:pt x="689152" y="77990"/>
                </a:lnTo>
                <a:lnTo>
                  <a:pt x="697979" y="68580"/>
                </a:lnTo>
                <a:lnTo>
                  <a:pt x="720839" y="68580"/>
                </a:lnTo>
                <a:lnTo>
                  <a:pt x="726008" y="75184"/>
                </a:lnTo>
                <a:lnTo>
                  <a:pt x="730173" y="81343"/>
                </a:lnTo>
                <a:lnTo>
                  <a:pt x="733488" y="87236"/>
                </a:lnTo>
                <a:lnTo>
                  <a:pt x="736079" y="92964"/>
                </a:lnTo>
                <a:lnTo>
                  <a:pt x="739228" y="98945"/>
                </a:lnTo>
                <a:lnTo>
                  <a:pt x="741794" y="105346"/>
                </a:lnTo>
                <a:lnTo>
                  <a:pt x="743800" y="112039"/>
                </a:lnTo>
                <a:lnTo>
                  <a:pt x="745223" y="118872"/>
                </a:lnTo>
                <a:lnTo>
                  <a:pt x="746747" y="128016"/>
                </a:lnTo>
                <a:lnTo>
                  <a:pt x="749795" y="131064"/>
                </a:lnTo>
                <a:lnTo>
                  <a:pt x="754367" y="126492"/>
                </a:lnTo>
                <a:lnTo>
                  <a:pt x="760463" y="123444"/>
                </a:lnTo>
                <a:lnTo>
                  <a:pt x="766559" y="111252"/>
                </a:lnTo>
                <a:lnTo>
                  <a:pt x="768083" y="103632"/>
                </a:lnTo>
                <a:lnTo>
                  <a:pt x="766559" y="96012"/>
                </a:lnTo>
                <a:lnTo>
                  <a:pt x="758939" y="88392"/>
                </a:lnTo>
                <a:lnTo>
                  <a:pt x="753567" y="83591"/>
                </a:lnTo>
                <a:lnTo>
                  <a:pt x="746747" y="78486"/>
                </a:lnTo>
                <a:lnTo>
                  <a:pt x="738797" y="73393"/>
                </a:lnTo>
                <a:lnTo>
                  <a:pt x="729983" y="68580"/>
                </a:lnTo>
                <a:lnTo>
                  <a:pt x="841235" y="68580"/>
                </a:lnTo>
                <a:close/>
              </a:path>
              <a:path w="855345" h="407035">
                <a:moveTo>
                  <a:pt x="854951" y="358140"/>
                </a:moveTo>
                <a:lnTo>
                  <a:pt x="807377" y="350215"/>
                </a:lnTo>
                <a:lnTo>
                  <a:pt x="765225" y="334137"/>
                </a:lnTo>
                <a:lnTo>
                  <a:pt x="716800" y="302882"/>
                </a:lnTo>
                <a:lnTo>
                  <a:pt x="683742" y="270256"/>
                </a:lnTo>
                <a:lnTo>
                  <a:pt x="679691" y="265176"/>
                </a:lnTo>
                <a:lnTo>
                  <a:pt x="667499" y="249936"/>
                </a:lnTo>
                <a:lnTo>
                  <a:pt x="667499" y="208788"/>
                </a:lnTo>
                <a:lnTo>
                  <a:pt x="763511" y="208788"/>
                </a:lnTo>
                <a:lnTo>
                  <a:pt x="763511" y="265176"/>
                </a:lnTo>
                <a:lnTo>
                  <a:pt x="760463" y="269748"/>
                </a:lnTo>
                <a:lnTo>
                  <a:pt x="755891" y="271272"/>
                </a:lnTo>
                <a:lnTo>
                  <a:pt x="746747" y="271272"/>
                </a:lnTo>
                <a:lnTo>
                  <a:pt x="743699" y="269748"/>
                </a:lnTo>
                <a:lnTo>
                  <a:pt x="739114" y="269494"/>
                </a:lnTo>
                <a:lnTo>
                  <a:pt x="722490" y="267830"/>
                </a:lnTo>
                <a:lnTo>
                  <a:pt x="710171" y="266700"/>
                </a:lnTo>
                <a:lnTo>
                  <a:pt x="710171" y="272796"/>
                </a:lnTo>
                <a:lnTo>
                  <a:pt x="726541" y="278231"/>
                </a:lnTo>
                <a:lnTo>
                  <a:pt x="739317" y="285369"/>
                </a:lnTo>
                <a:lnTo>
                  <a:pt x="748969" y="294233"/>
                </a:lnTo>
                <a:lnTo>
                  <a:pt x="755891" y="304800"/>
                </a:lnTo>
                <a:lnTo>
                  <a:pt x="764425" y="300253"/>
                </a:lnTo>
                <a:lnTo>
                  <a:pt x="784491" y="271272"/>
                </a:lnTo>
                <a:lnTo>
                  <a:pt x="784567" y="270687"/>
                </a:lnTo>
                <a:lnTo>
                  <a:pt x="784745" y="265176"/>
                </a:lnTo>
                <a:lnTo>
                  <a:pt x="784847" y="213360"/>
                </a:lnTo>
                <a:lnTo>
                  <a:pt x="792467" y="208788"/>
                </a:lnTo>
                <a:lnTo>
                  <a:pt x="800087" y="204216"/>
                </a:lnTo>
                <a:lnTo>
                  <a:pt x="793991" y="198120"/>
                </a:lnTo>
                <a:lnTo>
                  <a:pt x="777227" y="181356"/>
                </a:lnTo>
                <a:lnTo>
                  <a:pt x="758939" y="198120"/>
                </a:lnTo>
                <a:lnTo>
                  <a:pt x="667499" y="198120"/>
                </a:lnTo>
                <a:lnTo>
                  <a:pt x="667499" y="160020"/>
                </a:lnTo>
                <a:lnTo>
                  <a:pt x="847331" y="160020"/>
                </a:lnTo>
                <a:lnTo>
                  <a:pt x="813803" y="123444"/>
                </a:lnTo>
                <a:lnTo>
                  <a:pt x="784847" y="149352"/>
                </a:lnTo>
                <a:lnTo>
                  <a:pt x="667499" y="149352"/>
                </a:lnTo>
                <a:lnTo>
                  <a:pt x="667499" y="137160"/>
                </a:lnTo>
                <a:lnTo>
                  <a:pt x="679691" y="124968"/>
                </a:lnTo>
                <a:lnTo>
                  <a:pt x="643115" y="109728"/>
                </a:lnTo>
                <a:lnTo>
                  <a:pt x="644639" y="149352"/>
                </a:lnTo>
                <a:lnTo>
                  <a:pt x="461759" y="149352"/>
                </a:lnTo>
                <a:lnTo>
                  <a:pt x="476999" y="166116"/>
                </a:lnTo>
                <a:lnTo>
                  <a:pt x="487311" y="163245"/>
                </a:lnTo>
                <a:lnTo>
                  <a:pt x="497763" y="161353"/>
                </a:lnTo>
                <a:lnTo>
                  <a:pt x="508508" y="160337"/>
                </a:lnTo>
                <a:lnTo>
                  <a:pt x="519671" y="160020"/>
                </a:lnTo>
                <a:lnTo>
                  <a:pt x="644639" y="160020"/>
                </a:lnTo>
                <a:lnTo>
                  <a:pt x="644639" y="198120"/>
                </a:lnTo>
                <a:lnTo>
                  <a:pt x="547103" y="198120"/>
                </a:lnTo>
                <a:lnTo>
                  <a:pt x="522719" y="185928"/>
                </a:lnTo>
                <a:lnTo>
                  <a:pt x="523608" y="200177"/>
                </a:lnTo>
                <a:lnTo>
                  <a:pt x="524052" y="215265"/>
                </a:lnTo>
                <a:lnTo>
                  <a:pt x="524230" y="230936"/>
                </a:lnTo>
                <a:lnTo>
                  <a:pt x="524116" y="272796"/>
                </a:lnTo>
                <a:lnTo>
                  <a:pt x="524052" y="278231"/>
                </a:lnTo>
                <a:lnTo>
                  <a:pt x="523646" y="291731"/>
                </a:lnTo>
                <a:lnTo>
                  <a:pt x="523532" y="294322"/>
                </a:lnTo>
                <a:lnTo>
                  <a:pt x="522719" y="307848"/>
                </a:lnTo>
                <a:lnTo>
                  <a:pt x="547103" y="297180"/>
                </a:lnTo>
                <a:lnTo>
                  <a:pt x="547103" y="208788"/>
                </a:lnTo>
                <a:lnTo>
                  <a:pt x="644639" y="208788"/>
                </a:lnTo>
                <a:lnTo>
                  <a:pt x="644639" y="240792"/>
                </a:lnTo>
                <a:lnTo>
                  <a:pt x="625525" y="264210"/>
                </a:lnTo>
                <a:lnTo>
                  <a:pt x="582714" y="307022"/>
                </a:lnTo>
                <a:lnTo>
                  <a:pt x="534441" y="343242"/>
                </a:lnTo>
                <a:lnTo>
                  <a:pt x="479577" y="376288"/>
                </a:lnTo>
                <a:lnTo>
                  <a:pt x="449567" y="391668"/>
                </a:lnTo>
                <a:lnTo>
                  <a:pt x="451091" y="397764"/>
                </a:lnTo>
                <a:lnTo>
                  <a:pt x="503669" y="376047"/>
                </a:lnTo>
                <a:lnTo>
                  <a:pt x="556247" y="347472"/>
                </a:lnTo>
                <a:lnTo>
                  <a:pt x="604443" y="313182"/>
                </a:lnTo>
                <a:lnTo>
                  <a:pt x="644639" y="274320"/>
                </a:lnTo>
                <a:lnTo>
                  <a:pt x="644537" y="358140"/>
                </a:lnTo>
                <a:lnTo>
                  <a:pt x="644448" y="366001"/>
                </a:lnTo>
                <a:lnTo>
                  <a:pt x="644004" y="384619"/>
                </a:lnTo>
                <a:lnTo>
                  <a:pt x="643115" y="406908"/>
                </a:lnTo>
                <a:lnTo>
                  <a:pt x="669023" y="394716"/>
                </a:lnTo>
                <a:lnTo>
                  <a:pt x="668147" y="385343"/>
                </a:lnTo>
                <a:lnTo>
                  <a:pt x="667727" y="376288"/>
                </a:lnTo>
                <a:lnTo>
                  <a:pt x="667600" y="370408"/>
                </a:lnTo>
                <a:lnTo>
                  <a:pt x="667499" y="274320"/>
                </a:lnTo>
                <a:lnTo>
                  <a:pt x="667499" y="265176"/>
                </a:lnTo>
                <a:lnTo>
                  <a:pt x="680935" y="283489"/>
                </a:lnTo>
                <a:lnTo>
                  <a:pt x="693788" y="299656"/>
                </a:lnTo>
                <a:lnTo>
                  <a:pt x="730364" y="336143"/>
                </a:lnTo>
                <a:lnTo>
                  <a:pt x="768083" y="362712"/>
                </a:lnTo>
                <a:lnTo>
                  <a:pt x="807097" y="383501"/>
                </a:lnTo>
                <a:lnTo>
                  <a:pt x="819899" y="388620"/>
                </a:lnTo>
                <a:lnTo>
                  <a:pt x="824522" y="380314"/>
                </a:lnTo>
                <a:lnTo>
                  <a:pt x="831710" y="373570"/>
                </a:lnTo>
                <a:lnTo>
                  <a:pt x="841768" y="368261"/>
                </a:lnTo>
                <a:lnTo>
                  <a:pt x="854951" y="364236"/>
                </a:lnTo>
                <a:lnTo>
                  <a:pt x="854951" y="35814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" name="object 28"/>
          <p:cNvSpPr/>
          <p:nvPr/>
        </p:nvSpPr>
        <p:spPr>
          <a:xfrm>
            <a:off x="7962900" y="2383535"/>
            <a:ext cx="323215" cy="393700"/>
          </a:xfrm>
          <a:custGeom>
            <a:avLst/>
            <a:gdLst/>
            <a:ahLst/>
            <a:cxnLst/>
            <a:rect l="l" t="t" r="r" b="b"/>
            <a:pathLst>
              <a:path w="323215" h="393700">
                <a:moveTo>
                  <a:pt x="164592" y="108204"/>
                </a:moveTo>
                <a:lnTo>
                  <a:pt x="140208" y="108204"/>
                </a:lnTo>
                <a:lnTo>
                  <a:pt x="139969" y="73294"/>
                </a:lnTo>
                <a:lnTo>
                  <a:pt x="139446" y="43815"/>
                </a:lnTo>
                <a:lnTo>
                  <a:pt x="138907" y="18288"/>
                </a:lnTo>
                <a:lnTo>
                  <a:pt x="138684" y="0"/>
                </a:lnTo>
                <a:lnTo>
                  <a:pt x="178308" y="18288"/>
                </a:lnTo>
                <a:lnTo>
                  <a:pt x="164592" y="30480"/>
                </a:lnTo>
                <a:lnTo>
                  <a:pt x="164592" y="108204"/>
                </a:lnTo>
                <a:close/>
              </a:path>
              <a:path w="323215" h="393700">
                <a:moveTo>
                  <a:pt x="315849" y="108204"/>
                </a:moveTo>
                <a:lnTo>
                  <a:pt x="280416" y="108204"/>
                </a:lnTo>
                <a:lnTo>
                  <a:pt x="294132" y="89916"/>
                </a:lnTo>
                <a:lnTo>
                  <a:pt x="315849" y="108204"/>
                </a:lnTo>
                <a:close/>
              </a:path>
              <a:path w="323215" h="393700">
                <a:moveTo>
                  <a:pt x="0" y="393192"/>
                </a:moveTo>
                <a:lnTo>
                  <a:pt x="1133" y="367284"/>
                </a:lnTo>
                <a:lnTo>
                  <a:pt x="2095" y="334899"/>
                </a:lnTo>
                <a:lnTo>
                  <a:pt x="2786" y="294608"/>
                </a:lnTo>
                <a:lnTo>
                  <a:pt x="3048" y="246888"/>
                </a:lnTo>
                <a:lnTo>
                  <a:pt x="2786" y="199501"/>
                </a:lnTo>
                <a:lnTo>
                  <a:pt x="2095" y="158115"/>
                </a:lnTo>
                <a:lnTo>
                  <a:pt x="1119" y="123015"/>
                </a:lnTo>
                <a:lnTo>
                  <a:pt x="0" y="94488"/>
                </a:lnTo>
                <a:lnTo>
                  <a:pt x="28956" y="108204"/>
                </a:lnTo>
                <a:lnTo>
                  <a:pt x="315849" y="108204"/>
                </a:lnTo>
                <a:lnTo>
                  <a:pt x="323088" y="114300"/>
                </a:lnTo>
                <a:lnTo>
                  <a:pt x="316801" y="118872"/>
                </a:lnTo>
                <a:lnTo>
                  <a:pt x="27432" y="118872"/>
                </a:lnTo>
                <a:lnTo>
                  <a:pt x="27432" y="230124"/>
                </a:lnTo>
                <a:lnTo>
                  <a:pt x="306324" y="230124"/>
                </a:lnTo>
                <a:lnTo>
                  <a:pt x="306324" y="240792"/>
                </a:lnTo>
                <a:lnTo>
                  <a:pt x="27432" y="240792"/>
                </a:lnTo>
                <a:lnTo>
                  <a:pt x="27432" y="356616"/>
                </a:lnTo>
                <a:lnTo>
                  <a:pt x="307022" y="356616"/>
                </a:lnTo>
                <a:lnTo>
                  <a:pt x="307086" y="358902"/>
                </a:lnTo>
                <a:lnTo>
                  <a:pt x="307394" y="367284"/>
                </a:lnTo>
                <a:lnTo>
                  <a:pt x="27432" y="367284"/>
                </a:lnTo>
                <a:lnTo>
                  <a:pt x="27432" y="387096"/>
                </a:lnTo>
                <a:lnTo>
                  <a:pt x="0" y="393192"/>
                </a:lnTo>
                <a:close/>
              </a:path>
              <a:path w="323215" h="393700">
                <a:moveTo>
                  <a:pt x="164592" y="230124"/>
                </a:moveTo>
                <a:lnTo>
                  <a:pt x="140208" y="230124"/>
                </a:lnTo>
                <a:lnTo>
                  <a:pt x="140208" y="118872"/>
                </a:lnTo>
                <a:lnTo>
                  <a:pt x="164592" y="118872"/>
                </a:lnTo>
                <a:lnTo>
                  <a:pt x="164592" y="230124"/>
                </a:lnTo>
                <a:close/>
              </a:path>
              <a:path w="323215" h="393700">
                <a:moveTo>
                  <a:pt x="306324" y="230124"/>
                </a:moveTo>
                <a:lnTo>
                  <a:pt x="281940" y="230124"/>
                </a:lnTo>
                <a:lnTo>
                  <a:pt x="281940" y="118872"/>
                </a:lnTo>
                <a:lnTo>
                  <a:pt x="316801" y="118872"/>
                </a:lnTo>
                <a:lnTo>
                  <a:pt x="306324" y="126492"/>
                </a:lnTo>
                <a:lnTo>
                  <a:pt x="306324" y="230124"/>
                </a:lnTo>
                <a:close/>
              </a:path>
              <a:path w="323215" h="393700">
                <a:moveTo>
                  <a:pt x="164592" y="356616"/>
                </a:moveTo>
                <a:lnTo>
                  <a:pt x="140208" y="356616"/>
                </a:lnTo>
                <a:lnTo>
                  <a:pt x="140208" y="240792"/>
                </a:lnTo>
                <a:lnTo>
                  <a:pt x="164592" y="240792"/>
                </a:lnTo>
                <a:lnTo>
                  <a:pt x="164592" y="356616"/>
                </a:lnTo>
                <a:close/>
              </a:path>
              <a:path w="323215" h="393700">
                <a:moveTo>
                  <a:pt x="307022" y="356616"/>
                </a:moveTo>
                <a:lnTo>
                  <a:pt x="281940" y="356616"/>
                </a:lnTo>
                <a:lnTo>
                  <a:pt x="281940" y="240792"/>
                </a:lnTo>
                <a:lnTo>
                  <a:pt x="306324" y="240792"/>
                </a:lnTo>
                <a:lnTo>
                  <a:pt x="306324" y="316992"/>
                </a:lnTo>
                <a:lnTo>
                  <a:pt x="306562" y="340090"/>
                </a:lnTo>
                <a:lnTo>
                  <a:pt x="307022" y="356616"/>
                </a:lnTo>
                <a:close/>
              </a:path>
              <a:path w="323215" h="393700">
                <a:moveTo>
                  <a:pt x="281940" y="393192"/>
                </a:moveTo>
                <a:lnTo>
                  <a:pt x="281940" y="367284"/>
                </a:lnTo>
                <a:lnTo>
                  <a:pt x="307394" y="367284"/>
                </a:lnTo>
                <a:lnTo>
                  <a:pt x="307609" y="373141"/>
                </a:lnTo>
                <a:lnTo>
                  <a:pt x="307848" y="382524"/>
                </a:lnTo>
                <a:lnTo>
                  <a:pt x="281940" y="39319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" name="object 29"/>
          <p:cNvSpPr/>
          <p:nvPr/>
        </p:nvSpPr>
        <p:spPr>
          <a:xfrm>
            <a:off x="8356079" y="2377439"/>
            <a:ext cx="1301750" cy="411480"/>
          </a:xfrm>
          <a:custGeom>
            <a:avLst/>
            <a:gdLst/>
            <a:ahLst/>
            <a:cxnLst/>
            <a:rect l="l" t="t" r="r" b="b"/>
            <a:pathLst>
              <a:path w="1301750" h="411480">
                <a:moveTo>
                  <a:pt x="405384" y="51816"/>
                </a:moveTo>
                <a:lnTo>
                  <a:pt x="368808" y="15240"/>
                </a:lnTo>
                <a:lnTo>
                  <a:pt x="342900" y="41148"/>
                </a:lnTo>
                <a:lnTo>
                  <a:pt x="237744" y="41148"/>
                </a:lnTo>
                <a:lnTo>
                  <a:pt x="237744" y="51816"/>
                </a:lnTo>
                <a:lnTo>
                  <a:pt x="237744" y="134112"/>
                </a:lnTo>
                <a:lnTo>
                  <a:pt x="160020" y="134112"/>
                </a:lnTo>
                <a:lnTo>
                  <a:pt x="160020" y="51816"/>
                </a:lnTo>
                <a:lnTo>
                  <a:pt x="237744" y="51816"/>
                </a:lnTo>
                <a:lnTo>
                  <a:pt x="237744" y="41148"/>
                </a:lnTo>
                <a:lnTo>
                  <a:pt x="0" y="41148"/>
                </a:lnTo>
                <a:lnTo>
                  <a:pt x="16764" y="56388"/>
                </a:lnTo>
                <a:lnTo>
                  <a:pt x="26200" y="54394"/>
                </a:lnTo>
                <a:lnTo>
                  <a:pt x="36195" y="52959"/>
                </a:lnTo>
                <a:lnTo>
                  <a:pt x="46774" y="52108"/>
                </a:lnTo>
                <a:lnTo>
                  <a:pt x="57912" y="51816"/>
                </a:lnTo>
                <a:lnTo>
                  <a:pt x="135636" y="51816"/>
                </a:lnTo>
                <a:lnTo>
                  <a:pt x="135636" y="134112"/>
                </a:lnTo>
                <a:lnTo>
                  <a:pt x="65532" y="134112"/>
                </a:lnTo>
                <a:lnTo>
                  <a:pt x="38100" y="120396"/>
                </a:lnTo>
                <a:lnTo>
                  <a:pt x="39230" y="140042"/>
                </a:lnTo>
                <a:lnTo>
                  <a:pt x="40195" y="168973"/>
                </a:lnTo>
                <a:lnTo>
                  <a:pt x="40843" y="204216"/>
                </a:lnTo>
                <a:lnTo>
                  <a:pt x="40970" y="219456"/>
                </a:lnTo>
                <a:lnTo>
                  <a:pt x="41071" y="239458"/>
                </a:lnTo>
                <a:lnTo>
                  <a:pt x="40957" y="289560"/>
                </a:lnTo>
                <a:lnTo>
                  <a:pt x="40894" y="301523"/>
                </a:lnTo>
                <a:lnTo>
                  <a:pt x="40195" y="344043"/>
                </a:lnTo>
                <a:lnTo>
                  <a:pt x="39230" y="380288"/>
                </a:lnTo>
                <a:lnTo>
                  <a:pt x="38100" y="409956"/>
                </a:lnTo>
                <a:lnTo>
                  <a:pt x="65532" y="396240"/>
                </a:lnTo>
                <a:lnTo>
                  <a:pt x="65532" y="144780"/>
                </a:lnTo>
                <a:lnTo>
                  <a:pt x="135636" y="144780"/>
                </a:lnTo>
                <a:lnTo>
                  <a:pt x="131406" y="194195"/>
                </a:lnTo>
                <a:lnTo>
                  <a:pt x="118872" y="239458"/>
                </a:lnTo>
                <a:lnTo>
                  <a:pt x="98348" y="280441"/>
                </a:lnTo>
                <a:lnTo>
                  <a:pt x="70104" y="316992"/>
                </a:lnTo>
                <a:lnTo>
                  <a:pt x="73152" y="321564"/>
                </a:lnTo>
                <a:lnTo>
                  <a:pt x="100571" y="297230"/>
                </a:lnTo>
                <a:lnTo>
                  <a:pt x="123253" y="269748"/>
                </a:lnTo>
                <a:lnTo>
                  <a:pt x="141097" y="238848"/>
                </a:lnTo>
                <a:lnTo>
                  <a:pt x="153924" y="204216"/>
                </a:lnTo>
                <a:lnTo>
                  <a:pt x="161353" y="214553"/>
                </a:lnTo>
                <a:lnTo>
                  <a:pt x="167640" y="225171"/>
                </a:lnTo>
                <a:lnTo>
                  <a:pt x="172783" y="236372"/>
                </a:lnTo>
                <a:lnTo>
                  <a:pt x="176784" y="248412"/>
                </a:lnTo>
                <a:lnTo>
                  <a:pt x="179832" y="260604"/>
                </a:lnTo>
                <a:lnTo>
                  <a:pt x="182880" y="265176"/>
                </a:lnTo>
                <a:lnTo>
                  <a:pt x="188976" y="265176"/>
                </a:lnTo>
                <a:lnTo>
                  <a:pt x="192024" y="263652"/>
                </a:lnTo>
                <a:lnTo>
                  <a:pt x="196596" y="257556"/>
                </a:lnTo>
                <a:lnTo>
                  <a:pt x="199644" y="252984"/>
                </a:lnTo>
                <a:lnTo>
                  <a:pt x="201168" y="245364"/>
                </a:lnTo>
                <a:lnTo>
                  <a:pt x="198120" y="234696"/>
                </a:lnTo>
                <a:lnTo>
                  <a:pt x="167386" y="204216"/>
                </a:lnTo>
                <a:lnTo>
                  <a:pt x="155448" y="196596"/>
                </a:lnTo>
                <a:lnTo>
                  <a:pt x="156806" y="182930"/>
                </a:lnTo>
                <a:lnTo>
                  <a:pt x="158305" y="169545"/>
                </a:lnTo>
                <a:lnTo>
                  <a:pt x="159524" y="156743"/>
                </a:lnTo>
                <a:lnTo>
                  <a:pt x="160020" y="144780"/>
                </a:lnTo>
                <a:lnTo>
                  <a:pt x="237744" y="144780"/>
                </a:lnTo>
                <a:lnTo>
                  <a:pt x="233730" y="197650"/>
                </a:lnTo>
                <a:lnTo>
                  <a:pt x="219265" y="246507"/>
                </a:lnTo>
                <a:lnTo>
                  <a:pt x="194246" y="291376"/>
                </a:lnTo>
                <a:lnTo>
                  <a:pt x="158496" y="332232"/>
                </a:lnTo>
                <a:lnTo>
                  <a:pt x="161544" y="336804"/>
                </a:lnTo>
                <a:lnTo>
                  <a:pt x="192976" y="312254"/>
                </a:lnTo>
                <a:lnTo>
                  <a:pt x="218694" y="284416"/>
                </a:lnTo>
                <a:lnTo>
                  <a:pt x="238696" y="253441"/>
                </a:lnTo>
                <a:lnTo>
                  <a:pt x="252984" y="219456"/>
                </a:lnTo>
                <a:lnTo>
                  <a:pt x="267830" y="234061"/>
                </a:lnTo>
                <a:lnTo>
                  <a:pt x="280225" y="248221"/>
                </a:lnTo>
                <a:lnTo>
                  <a:pt x="290068" y="262115"/>
                </a:lnTo>
                <a:lnTo>
                  <a:pt x="297180" y="275844"/>
                </a:lnTo>
                <a:lnTo>
                  <a:pt x="303276" y="289560"/>
                </a:lnTo>
                <a:lnTo>
                  <a:pt x="306324" y="295656"/>
                </a:lnTo>
                <a:lnTo>
                  <a:pt x="310896" y="295656"/>
                </a:lnTo>
                <a:lnTo>
                  <a:pt x="313944" y="292608"/>
                </a:lnTo>
                <a:lnTo>
                  <a:pt x="316992" y="286512"/>
                </a:lnTo>
                <a:lnTo>
                  <a:pt x="320040" y="278892"/>
                </a:lnTo>
                <a:lnTo>
                  <a:pt x="321564" y="272796"/>
                </a:lnTo>
                <a:lnTo>
                  <a:pt x="321564" y="263652"/>
                </a:lnTo>
                <a:lnTo>
                  <a:pt x="320040" y="257556"/>
                </a:lnTo>
                <a:lnTo>
                  <a:pt x="318516" y="249936"/>
                </a:lnTo>
                <a:lnTo>
                  <a:pt x="280797" y="224015"/>
                </a:lnTo>
                <a:lnTo>
                  <a:pt x="254508" y="210312"/>
                </a:lnTo>
                <a:lnTo>
                  <a:pt x="256679" y="196596"/>
                </a:lnTo>
                <a:lnTo>
                  <a:pt x="258889" y="180403"/>
                </a:lnTo>
                <a:lnTo>
                  <a:pt x="260731" y="163385"/>
                </a:lnTo>
                <a:lnTo>
                  <a:pt x="262128" y="144780"/>
                </a:lnTo>
                <a:lnTo>
                  <a:pt x="338328" y="144780"/>
                </a:lnTo>
                <a:lnTo>
                  <a:pt x="338328" y="341376"/>
                </a:lnTo>
                <a:lnTo>
                  <a:pt x="337210" y="351624"/>
                </a:lnTo>
                <a:lnTo>
                  <a:pt x="333946" y="359283"/>
                </a:lnTo>
                <a:lnTo>
                  <a:pt x="328688" y="364096"/>
                </a:lnTo>
                <a:lnTo>
                  <a:pt x="321564" y="365760"/>
                </a:lnTo>
                <a:lnTo>
                  <a:pt x="312762" y="365455"/>
                </a:lnTo>
                <a:lnTo>
                  <a:pt x="300228" y="364426"/>
                </a:lnTo>
                <a:lnTo>
                  <a:pt x="284276" y="362546"/>
                </a:lnTo>
                <a:lnTo>
                  <a:pt x="265176" y="359664"/>
                </a:lnTo>
                <a:lnTo>
                  <a:pt x="265176" y="368808"/>
                </a:lnTo>
                <a:lnTo>
                  <a:pt x="289471" y="376262"/>
                </a:lnTo>
                <a:lnTo>
                  <a:pt x="307467" y="385000"/>
                </a:lnTo>
                <a:lnTo>
                  <a:pt x="319189" y="395173"/>
                </a:lnTo>
                <a:lnTo>
                  <a:pt x="324612" y="406908"/>
                </a:lnTo>
                <a:lnTo>
                  <a:pt x="340855" y="397789"/>
                </a:lnTo>
                <a:lnTo>
                  <a:pt x="352806" y="386524"/>
                </a:lnTo>
                <a:lnTo>
                  <a:pt x="360197" y="373265"/>
                </a:lnTo>
                <a:lnTo>
                  <a:pt x="361442" y="365760"/>
                </a:lnTo>
                <a:lnTo>
                  <a:pt x="362712" y="358140"/>
                </a:lnTo>
                <a:lnTo>
                  <a:pt x="362712" y="149352"/>
                </a:lnTo>
                <a:lnTo>
                  <a:pt x="369252" y="144780"/>
                </a:lnTo>
                <a:lnTo>
                  <a:pt x="377952" y="138684"/>
                </a:lnTo>
                <a:lnTo>
                  <a:pt x="372160" y="134112"/>
                </a:lnTo>
                <a:lnTo>
                  <a:pt x="348996" y="115824"/>
                </a:lnTo>
                <a:lnTo>
                  <a:pt x="333756" y="134112"/>
                </a:lnTo>
                <a:lnTo>
                  <a:pt x="262128" y="134112"/>
                </a:lnTo>
                <a:lnTo>
                  <a:pt x="262128" y="51816"/>
                </a:lnTo>
                <a:lnTo>
                  <a:pt x="405384" y="51816"/>
                </a:lnTo>
                <a:close/>
              </a:path>
              <a:path w="1301750" h="411480">
                <a:moveTo>
                  <a:pt x="675144" y="147828"/>
                </a:moveTo>
                <a:lnTo>
                  <a:pt x="633996" y="124968"/>
                </a:lnTo>
                <a:lnTo>
                  <a:pt x="634822" y="144780"/>
                </a:lnTo>
                <a:lnTo>
                  <a:pt x="634936" y="148526"/>
                </a:lnTo>
                <a:lnTo>
                  <a:pt x="635330" y="166306"/>
                </a:lnTo>
                <a:lnTo>
                  <a:pt x="635457" y="179832"/>
                </a:lnTo>
                <a:lnTo>
                  <a:pt x="635520" y="313944"/>
                </a:lnTo>
                <a:lnTo>
                  <a:pt x="635279" y="331114"/>
                </a:lnTo>
                <a:lnTo>
                  <a:pt x="634758" y="352996"/>
                </a:lnTo>
                <a:lnTo>
                  <a:pt x="634225" y="379742"/>
                </a:lnTo>
                <a:lnTo>
                  <a:pt x="633996" y="411480"/>
                </a:lnTo>
                <a:lnTo>
                  <a:pt x="662952" y="394716"/>
                </a:lnTo>
                <a:lnTo>
                  <a:pt x="662063" y="378104"/>
                </a:lnTo>
                <a:lnTo>
                  <a:pt x="661619" y="362331"/>
                </a:lnTo>
                <a:lnTo>
                  <a:pt x="661504" y="352996"/>
                </a:lnTo>
                <a:lnTo>
                  <a:pt x="661428" y="158496"/>
                </a:lnTo>
                <a:lnTo>
                  <a:pt x="675144" y="147828"/>
                </a:lnTo>
                <a:close/>
              </a:path>
              <a:path w="1301750" h="411480">
                <a:moveTo>
                  <a:pt x="853452" y="181356"/>
                </a:moveTo>
                <a:lnTo>
                  <a:pt x="804494" y="166306"/>
                </a:lnTo>
                <a:lnTo>
                  <a:pt x="754392" y="138684"/>
                </a:lnTo>
                <a:lnTo>
                  <a:pt x="704481" y="93726"/>
                </a:lnTo>
                <a:lnTo>
                  <a:pt x="664171" y="41148"/>
                </a:lnTo>
                <a:lnTo>
                  <a:pt x="656856" y="30480"/>
                </a:lnTo>
                <a:lnTo>
                  <a:pt x="672096" y="21336"/>
                </a:lnTo>
                <a:lnTo>
                  <a:pt x="635520" y="0"/>
                </a:lnTo>
                <a:lnTo>
                  <a:pt x="609993" y="55816"/>
                </a:lnTo>
                <a:lnTo>
                  <a:pt x="568464" y="117348"/>
                </a:lnTo>
                <a:lnTo>
                  <a:pt x="541858" y="148526"/>
                </a:lnTo>
                <a:lnTo>
                  <a:pt x="512267" y="175831"/>
                </a:lnTo>
                <a:lnTo>
                  <a:pt x="479513" y="199440"/>
                </a:lnTo>
                <a:lnTo>
                  <a:pt x="443496" y="219456"/>
                </a:lnTo>
                <a:lnTo>
                  <a:pt x="445020" y="225552"/>
                </a:lnTo>
                <a:lnTo>
                  <a:pt x="480758" y="209194"/>
                </a:lnTo>
                <a:lnTo>
                  <a:pt x="540816" y="173050"/>
                </a:lnTo>
                <a:lnTo>
                  <a:pt x="587959" y="130098"/>
                </a:lnTo>
                <a:lnTo>
                  <a:pt x="630770" y="74612"/>
                </a:lnTo>
                <a:lnTo>
                  <a:pt x="650760" y="41148"/>
                </a:lnTo>
                <a:lnTo>
                  <a:pt x="669048" y="71704"/>
                </a:lnTo>
                <a:lnTo>
                  <a:pt x="705624" y="123659"/>
                </a:lnTo>
                <a:lnTo>
                  <a:pt x="743077" y="162737"/>
                </a:lnTo>
                <a:lnTo>
                  <a:pt x="787133" y="195795"/>
                </a:lnTo>
                <a:lnTo>
                  <a:pt x="812304" y="210312"/>
                </a:lnTo>
                <a:lnTo>
                  <a:pt x="819797" y="201168"/>
                </a:lnTo>
                <a:lnTo>
                  <a:pt x="828878" y="194310"/>
                </a:lnTo>
                <a:lnTo>
                  <a:pt x="839939" y="189738"/>
                </a:lnTo>
                <a:lnTo>
                  <a:pt x="853452" y="187452"/>
                </a:lnTo>
                <a:lnTo>
                  <a:pt x="853452" y="181356"/>
                </a:lnTo>
                <a:close/>
              </a:path>
              <a:path w="1301750" h="411480">
                <a:moveTo>
                  <a:pt x="1083576" y="77724"/>
                </a:moveTo>
                <a:lnTo>
                  <a:pt x="1054620" y="53340"/>
                </a:lnTo>
                <a:lnTo>
                  <a:pt x="1040904" y="71628"/>
                </a:lnTo>
                <a:lnTo>
                  <a:pt x="902220" y="71628"/>
                </a:lnTo>
                <a:lnTo>
                  <a:pt x="918984" y="86868"/>
                </a:lnTo>
                <a:lnTo>
                  <a:pt x="928408" y="84632"/>
                </a:lnTo>
                <a:lnTo>
                  <a:pt x="938415" y="82677"/>
                </a:lnTo>
                <a:lnTo>
                  <a:pt x="948982" y="81305"/>
                </a:lnTo>
                <a:lnTo>
                  <a:pt x="960132" y="80772"/>
                </a:lnTo>
                <a:lnTo>
                  <a:pt x="1040904" y="80772"/>
                </a:lnTo>
                <a:lnTo>
                  <a:pt x="1030897" y="115633"/>
                </a:lnTo>
                <a:lnTo>
                  <a:pt x="1021473" y="147066"/>
                </a:lnTo>
                <a:lnTo>
                  <a:pt x="1012609" y="175069"/>
                </a:lnTo>
                <a:lnTo>
                  <a:pt x="1004328" y="199644"/>
                </a:lnTo>
                <a:lnTo>
                  <a:pt x="965466" y="156400"/>
                </a:lnTo>
                <a:lnTo>
                  <a:pt x="946137" y="135255"/>
                </a:lnTo>
                <a:lnTo>
                  <a:pt x="926604" y="114300"/>
                </a:lnTo>
                <a:lnTo>
                  <a:pt x="922032" y="120396"/>
                </a:lnTo>
                <a:lnTo>
                  <a:pt x="935177" y="137833"/>
                </a:lnTo>
                <a:lnTo>
                  <a:pt x="951750" y="160401"/>
                </a:lnTo>
                <a:lnTo>
                  <a:pt x="971753" y="188125"/>
                </a:lnTo>
                <a:lnTo>
                  <a:pt x="995184" y="220980"/>
                </a:lnTo>
                <a:lnTo>
                  <a:pt x="986345" y="237553"/>
                </a:lnTo>
                <a:lnTo>
                  <a:pt x="964107" y="274129"/>
                </a:lnTo>
                <a:lnTo>
                  <a:pt x="936104" y="314096"/>
                </a:lnTo>
                <a:lnTo>
                  <a:pt x="905764" y="349427"/>
                </a:lnTo>
                <a:lnTo>
                  <a:pt x="890016" y="364236"/>
                </a:lnTo>
                <a:lnTo>
                  <a:pt x="893064" y="373380"/>
                </a:lnTo>
                <a:lnTo>
                  <a:pt x="932129" y="339280"/>
                </a:lnTo>
                <a:lnTo>
                  <a:pt x="963180" y="306324"/>
                </a:lnTo>
                <a:lnTo>
                  <a:pt x="988898" y="272986"/>
                </a:lnTo>
                <a:lnTo>
                  <a:pt x="1008900" y="240792"/>
                </a:lnTo>
                <a:lnTo>
                  <a:pt x="1019467" y="265709"/>
                </a:lnTo>
                <a:lnTo>
                  <a:pt x="1028331" y="288036"/>
                </a:lnTo>
                <a:lnTo>
                  <a:pt x="1035469" y="308089"/>
                </a:lnTo>
                <a:lnTo>
                  <a:pt x="1040904" y="326136"/>
                </a:lnTo>
                <a:lnTo>
                  <a:pt x="1043444" y="339267"/>
                </a:lnTo>
                <a:lnTo>
                  <a:pt x="1046429" y="348805"/>
                </a:lnTo>
                <a:lnTo>
                  <a:pt x="1049680" y="354647"/>
                </a:lnTo>
                <a:lnTo>
                  <a:pt x="1053096" y="356616"/>
                </a:lnTo>
                <a:lnTo>
                  <a:pt x="1056144" y="353568"/>
                </a:lnTo>
                <a:lnTo>
                  <a:pt x="1060704" y="350520"/>
                </a:lnTo>
                <a:lnTo>
                  <a:pt x="1063752" y="345948"/>
                </a:lnTo>
                <a:lnTo>
                  <a:pt x="1066812" y="339852"/>
                </a:lnTo>
                <a:lnTo>
                  <a:pt x="1066812" y="329184"/>
                </a:lnTo>
                <a:lnTo>
                  <a:pt x="1067142" y="321754"/>
                </a:lnTo>
                <a:lnTo>
                  <a:pt x="1055573" y="280352"/>
                </a:lnTo>
                <a:lnTo>
                  <a:pt x="1034999" y="244398"/>
                </a:lnTo>
                <a:lnTo>
                  <a:pt x="1019568" y="220980"/>
                </a:lnTo>
                <a:lnTo>
                  <a:pt x="1028369" y="199644"/>
                </a:lnTo>
                <a:lnTo>
                  <a:pt x="1031011" y="193243"/>
                </a:lnTo>
                <a:lnTo>
                  <a:pt x="1042619" y="162496"/>
                </a:lnTo>
                <a:lnTo>
                  <a:pt x="1054493" y="128612"/>
                </a:lnTo>
                <a:lnTo>
                  <a:pt x="1066812" y="91440"/>
                </a:lnTo>
                <a:lnTo>
                  <a:pt x="1079842" y="80772"/>
                </a:lnTo>
                <a:lnTo>
                  <a:pt x="1083576" y="77724"/>
                </a:lnTo>
                <a:close/>
              </a:path>
              <a:path w="1301750" h="411480">
                <a:moveTo>
                  <a:pt x="1147584" y="240792"/>
                </a:moveTo>
                <a:lnTo>
                  <a:pt x="1125296" y="196215"/>
                </a:lnTo>
                <a:lnTo>
                  <a:pt x="1095768" y="170688"/>
                </a:lnTo>
                <a:lnTo>
                  <a:pt x="1091196" y="173736"/>
                </a:lnTo>
                <a:lnTo>
                  <a:pt x="1101712" y="195745"/>
                </a:lnTo>
                <a:lnTo>
                  <a:pt x="1110246" y="216027"/>
                </a:lnTo>
                <a:lnTo>
                  <a:pt x="1116482" y="234607"/>
                </a:lnTo>
                <a:lnTo>
                  <a:pt x="1120140" y="251460"/>
                </a:lnTo>
                <a:lnTo>
                  <a:pt x="1121575" y="262343"/>
                </a:lnTo>
                <a:lnTo>
                  <a:pt x="1123581" y="269938"/>
                </a:lnTo>
                <a:lnTo>
                  <a:pt x="1126147" y="274396"/>
                </a:lnTo>
                <a:lnTo>
                  <a:pt x="1129296" y="275844"/>
                </a:lnTo>
                <a:lnTo>
                  <a:pt x="1130820" y="275844"/>
                </a:lnTo>
                <a:lnTo>
                  <a:pt x="1147025" y="247396"/>
                </a:lnTo>
                <a:lnTo>
                  <a:pt x="1147584" y="240792"/>
                </a:lnTo>
                <a:close/>
              </a:path>
              <a:path w="1301750" h="411480">
                <a:moveTo>
                  <a:pt x="1301496" y="134112"/>
                </a:moveTo>
                <a:lnTo>
                  <a:pt x="1267980" y="100584"/>
                </a:lnTo>
                <a:lnTo>
                  <a:pt x="1245120" y="123444"/>
                </a:lnTo>
                <a:lnTo>
                  <a:pt x="1226832" y="123444"/>
                </a:lnTo>
                <a:lnTo>
                  <a:pt x="1226832" y="44196"/>
                </a:lnTo>
                <a:lnTo>
                  <a:pt x="1242072" y="30480"/>
                </a:lnTo>
                <a:lnTo>
                  <a:pt x="1200924" y="10668"/>
                </a:lnTo>
                <a:lnTo>
                  <a:pt x="1201153" y="22440"/>
                </a:lnTo>
                <a:lnTo>
                  <a:pt x="1201686" y="35052"/>
                </a:lnTo>
                <a:lnTo>
                  <a:pt x="1202207" y="48818"/>
                </a:lnTo>
                <a:lnTo>
                  <a:pt x="1202448" y="64008"/>
                </a:lnTo>
                <a:lnTo>
                  <a:pt x="1202448" y="123444"/>
                </a:lnTo>
                <a:lnTo>
                  <a:pt x="1062228" y="123444"/>
                </a:lnTo>
                <a:lnTo>
                  <a:pt x="1078992" y="138684"/>
                </a:lnTo>
                <a:lnTo>
                  <a:pt x="1088428" y="136690"/>
                </a:lnTo>
                <a:lnTo>
                  <a:pt x="1098435" y="135255"/>
                </a:lnTo>
                <a:lnTo>
                  <a:pt x="1109002" y="134404"/>
                </a:lnTo>
                <a:lnTo>
                  <a:pt x="1120140" y="134112"/>
                </a:lnTo>
                <a:lnTo>
                  <a:pt x="1202448" y="134112"/>
                </a:lnTo>
                <a:lnTo>
                  <a:pt x="1202448" y="359664"/>
                </a:lnTo>
                <a:lnTo>
                  <a:pt x="1197876" y="364236"/>
                </a:lnTo>
                <a:lnTo>
                  <a:pt x="1190256" y="364236"/>
                </a:lnTo>
                <a:lnTo>
                  <a:pt x="1181938" y="364794"/>
                </a:lnTo>
                <a:lnTo>
                  <a:pt x="1168349" y="364045"/>
                </a:lnTo>
                <a:lnTo>
                  <a:pt x="1149311" y="361886"/>
                </a:lnTo>
                <a:lnTo>
                  <a:pt x="1124724" y="358140"/>
                </a:lnTo>
                <a:lnTo>
                  <a:pt x="1124724" y="367284"/>
                </a:lnTo>
                <a:lnTo>
                  <a:pt x="1152728" y="377571"/>
                </a:lnTo>
                <a:lnTo>
                  <a:pt x="1172730" y="387858"/>
                </a:lnTo>
                <a:lnTo>
                  <a:pt x="1184732" y="398145"/>
                </a:lnTo>
                <a:lnTo>
                  <a:pt x="1188732" y="408432"/>
                </a:lnTo>
                <a:lnTo>
                  <a:pt x="1204963" y="399580"/>
                </a:lnTo>
                <a:lnTo>
                  <a:pt x="1216926" y="389001"/>
                </a:lnTo>
                <a:lnTo>
                  <a:pt x="1224305" y="376720"/>
                </a:lnTo>
                <a:lnTo>
                  <a:pt x="1226451" y="364794"/>
                </a:lnTo>
                <a:lnTo>
                  <a:pt x="1226832" y="362712"/>
                </a:lnTo>
                <a:lnTo>
                  <a:pt x="1226832" y="134112"/>
                </a:lnTo>
                <a:lnTo>
                  <a:pt x="1301496" y="13411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" name="object 30"/>
          <p:cNvSpPr/>
          <p:nvPr/>
        </p:nvSpPr>
        <p:spPr>
          <a:xfrm>
            <a:off x="2122932" y="2906267"/>
            <a:ext cx="410209" cy="401320"/>
          </a:xfrm>
          <a:custGeom>
            <a:avLst/>
            <a:gdLst/>
            <a:ahLst/>
            <a:cxnLst/>
            <a:rect l="l" t="t" r="r" b="b"/>
            <a:pathLst>
              <a:path w="410210" h="401320">
                <a:moveTo>
                  <a:pt x="170688" y="400812"/>
                </a:moveTo>
                <a:lnTo>
                  <a:pt x="167235" y="388810"/>
                </a:lnTo>
                <a:lnTo>
                  <a:pt x="156781" y="377952"/>
                </a:lnTo>
                <a:lnTo>
                  <a:pt x="139184" y="368236"/>
                </a:lnTo>
                <a:lnTo>
                  <a:pt x="114300" y="359663"/>
                </a:lnTo>
                <a:lnTo>
                  <a:pt x="114300" y="352043"/>
                </a:lnTo>
                <a:lnTo>
                  <a:pt x="145161" y="354329"/>
                </a:lnTo>
                <a:lnTo>
                  <a:pt x="169164" y="356615"/>
                </a:lnTo>
                <a:lnTo>
                  <a:pt x="177403" y="355472"/>
                </a:lnTo>
                <a:lnTo>
                  <a:pt x="183642" y="352043"/>
                </a:lnTo>
                <a:lnTo>
                  <a:pt x="187594" y="346328"/>
                </a:lnTo>
                <a:lnTo>
                  <a:pt x="188976" y="338328"/>
                </a:lnTo>
                <a:lnTo>
                  <a:pt x="188976" y="231648"/>
                </a:lnTo>
                <a:lnTo>
                  <a:pt x="57912" y="231648"/>
                </a:lnTo>
                <a:lnTo>
                  <a:pt x="46767" y="231933"/>
                </a:lnTo>
                <a:lnTo>
                  <a:pt x="36195" y="232790"/>
                </a:lnTo>
                <a:lnTo>
                  <a:pt x="26193" y="234219"/>
                </a:lnTo>
                <a:lnTo>
                  <a:pt x="16764" y="236219"/>
                </a:lnTo>
                <a:lnTo>
                  <a:pt x="0" y="220980"/>
                </a:lnTo>
                <a:lnTo>
                  <a:pt x="188976" y="220980"/>
                </a:lnTo>
                <a:lnTo>
                  <a:pt x="188976" y="138684"/>
                </a:lnTo>
                <a:lnTo>
                  <a:pt x="99060" y="138684"/>
                </a:lnTo>
                <a:lnTo>
                  <a:pt x="88558" y="139207"/>
                </a:lnTo>
                <a:lnTo>
                  <a:pt x="77914" y="140589"/>
                </a:lnTo>
                <a:lnTo>
                  <a:pt x="67556" y="142541"/>
                </a:lnTo>
                <a:lnTo>
                  <a:pt x="57912" y="144779"/>
                </a:lnTo>
                <a:lnTo>
                  <a:pt x="42672" y="129539"/>
                </a:lnTo>
                <a:lnTo>
                  <a:pt x="188976" y="129539"/>
                </a:lnTo>
                <a:lnTo>
                  <a:pt x="188976" y="50292"/>
                </a:lnTo>
                <a:lnTo>
                  <a:pt x="154662" y="52339"/>
                </a:lnTo>
                <a:lnTo>
                  <a:pt x="36576" y="57912"/>
                </a:lnTo>
                <a:lnTo>
                  <a:pt x="36576" y="48768"/>
                </a:lnTo>
                <a:lnTo>
                  <a:pt x="91178" y="45029"/>
                </a:lnTo>
                <a:lnTo>
                  <a:pt x="140779" y="40576"/>
                </a:lnTo>
                <a:lnTo>
                  <a:pt x="185523" y="35266"/>
                </a:lnTo>
                <a:lnTo>
                  <a:pt x="225552" y="28956"/>
                </a:lnTo>
                <a:lnTo>
                  <a:pt x="288036" y="15049"/>
                </a:lnTo>
                <a:lnTo>
                  <a:pt x="327660" y="0"/>
                </a:lnTo>
                <a:lnTo>
                  <a:pt x="358140" y="36576"/>
                </a:lnTo>
                <a:lnTo>
                  <a:pt x="333827" y="37409"/>
                </a:lnTo>
                <a:lnTo>
                  <a:pt x="301942" y="39814"/>
                </a:lnTo>
                <a:lnTo>
                  <a:pt x="262342" y="43648"/>
                </a:lnTo>
                <a:lnTo>
                  <a:pt x="214884" y="48768"/>
                </a:lnTo>
                <a:lnTo>
                  <a:pt x="214884" y="129539"/>
                </a:lnTo>
                <a:lnTo>
                  <a:pt x="303276" y="129539"/>
                </a:lnTo>
                <a:lnTo>
                  <a:pt x="329184" y="103632"/>
                </a:lnTo>
                <a:lnTo>
                  <a:pt x="365760" y="138684"/>
                </a:lnTo>
                <a:lnTo>
                  <a:pt x="214884" y="138684"/>
                </a:lnTo>
                <a:lnTo>
                  <a:pt x="214884" y="220980"/>
                </a:lnTo>
                <a:lnTo>
                  <a:pt x="342900" y="220980"/>
                </a:lnTo>
                <a:lnTo>
                  <a:pt x="370332" y="193548"/>
                </a:lnTo>
                <a:lnTo>
                  <a:pt x="409956" y="231648"/>
                </a:lnTo>
                <a:lnTo>
                  <a:pt x="214884" y="231648"/>
                </a:lnTo>
                <a:lnTo>
                  <a:pt x="214884" y="347472"/>
                </a:lnTo>
                <a:lnTo>
                  <a:pt x="212050" y="366093"/>
                </a:lnTo>
                <a:lnTo>
                  <a:pt x="203644" y="381000"/>
                </a:lnTo>
                <a:lnTo>
                  <a:pt x="189809" y="392477"/>
                </a:lnTo>
                <a:lnTo>
                  <a:pt x="170688" y="40081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31" name="object 31"/>
          <p:cNvGrpSpPr/>
          <p:nvPr/>
        </p:nvGrpSpPr>
        <p:grpSpPr>
          <a:xfrm>
            <a:off x="2583179" y="2939796"/>
            <a:ext cx="445134" cy="403860"/>
            <a:chOff x="2583179" y="2939796"/>
            <a:chExt cx="445134" cy="403860"/>
          </a:xfrm>
        </p:grpSpPr>
        <p:sp>
          <p:nvSpPr>
            <p:cNvPr id="32" name="object 32"/>
            <p:cNvSpPr/>
            <p:nvPr/>
          </p:nvSpPr>
          <p:spPr>
            <a:xfrm>
              <a:off x="2583179" y="2939796"/>
              <a:ext cx="205740" cy="323215"/>
            </a:xfrm>
            <a:custGeom>
              <a:avLst/>
              <a:gdLst/>
              <a:ahLst/>
              <a:cxnLst/>
              <a:rect l="l" t="t" r="r" b="b"/>
              <a:pathLst>
                <a:path w="205739" h="323214">
                  <a:moveTo>
                    <a:pt x="44196" y="323088"/>
                  </a:moveTo>
                  <a:lnTo>
                    <a:pt x="0" y="323088"/>
                  </a:lnTo>
                  <a:lnTo>
                    <a:pt x="0" y="0"/>
                  </a:lnTo>
                  <a:lnTo>
                    <a:pt x="82296" y="0"/>
                  </a:lnTo>
                  <a:lnTo>
                    <a:pt x="95702" y="285"/>
                  </a:lnTo>
                  <a:lnTo>
                    <a:pt x="141041" y="7167"/>
                  </a:lnTo>
                  <a:lnTo>
                    <a:pt x="174712" y="26098"/>
                  </a:lnTo>
                  <a:lnTo>
                    <a:pt x="184704" y="36576"/>
                  </a:lnTo>
                  <a:lnTo>
                    <a:pt x="44196" y="36576"/>
                  </a:lnTo>
                  <a:lnTo>
                    <a:pt x="44196" y="166116"/>
                  </a:lnTo>
                  <a:lnTo>
                    <a:pt x="179486" y="166116"/>
                  </a:lnTo>
                  <a:lnTo>
                    <a:pt x="176784" y="169164"/>
                  </a:lnTo>
                  <a:lnTo>
                    <a:pt x="137160" y="193548"/>
                  </a:lnTo>
                  <a:lnTo>
                    <a:pt x="97083" y="202120"/>
                  </a:lnTo>
                  <a:lnTo>
                    <a:pt x="80772" y="202692"/>
                  </a:lnTo>
                  <a:lnTo>
                    <a:pt x="44196" y="202692"/>
                  </a:lnTo>
                  <a:lnTo>
                    <a:pt x="44196" y="323088"/>
                  </a:lnTo>
                  <a:close/>
                </a:path>
                <a:path w="205739" h="323214">
                  <a:moveTo>
                    <a:pt x="179486" y="166116"/>
                  </a:moveTo>
                  <a:lnTo>
                    <a:pt x="73152" y="166116"/>
                  </a:lnTo>
                  <a:lnTo>
                    <a:pt x="85391" y="165830"/>
                  </a:lnTo>
                  <a:lnTo>
                    <a:pt x="96774" y="164973"/>
                  </a:lnTo>
                  <a:lnTo>
                    <a:pt x="135969" y="151471"/>
                  </a:lnTo>
                  <a:lnTo>
                    <a:pt x="157448" y="118967"/>
                  </a:lnTo>
                  <a:lnTo>
                    <a:pt x="160020" y="97536"/>
                  </a:lnTo>
                  <a:lnTo>
                    <a:pt x="159710" y="89796"/>
                  </a:lnTo>
                  <a:lnTo>
                    <a:pt x="142565" y="53363"/>
                  </a:lnTo>
                  <a:lnTo>
                    <a:pt x="105608" y="38504"/>
                  </a:lnTo>
                  <a:lnTo>
                    <a:pt x="79248" y="36576"/>
                  </a:lnTo>
                  <a:lnTo>
                    <a:pt x="184704" y="36576"/>
                  </a:lnTo>
                  <a:lnTo>
                    <a:pt x="202692" y="72390"/>
                  </a:lnTo>
                  <a:lnTo>
                    <a:pt x="205740" y="97536"/>
                  </a:lnTo>
                  <a:lnTo>
                    <a:pt x="205192" y="107799"/>
                  </a:lnTo>
                  <a:lnTo>
                    <a:pt x="193500" y="146018"/>
                  </a:lnTo>
                  <a:lnTo>
                    <a:pt x="183118" y="162020"/>
                  </a:lnTo>
                  <a:lnTo>
                    <a:pt x="179486" y="166116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33" name="object 33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2820924" y="3099816"/>
              <a:ext cx="79248" cy="163068"/>
            </a:xfrm>
            <a:prstGeom prst="rect">
              <a:avLst/>
            </a:prstGeom>
          </p:spPr>
        </p:pic>
        <p:sp>
          <p:nvSpPr>
            <p:cNvPr id="34" name="object 34"/>
            <p:cNvSpPr/>
            <p:nvPr/>
          </p:nvSpPr>
          <p:spPr>
            <a:xfrm>
              <a:off x="2935224" y="3200400"/>
              <a:ext cx="93345" cy="143510"/>
            </a:xfrm>
            <a:custGeom>
              <a:avLst/>
              <a:gdLst/>
              <a:ahLst/>
              <a:cxnLst/>
              <a:rect l="l" t="t" r="r" b="b"/>
              <a:pathLst>
                <a:path w="93344" h="143510">
                  <a:moveTo>
                    <a:pt x="32003" y="143256"/>
                  </a:moveTo>
                  <a:lnTo>
                    <a:pt x="0" y="143256"/>
                  </a:lnTo>
                  <a:lnTo>
                    <a:pt x="38100" y="0"/>
                  </a:lnTo>
                  <a:lnTo>
                    <a:pt x="92964" y="0"/>
                  </a:lnTo>
                  <a:lnTo>
                    <a:pt x="32003" y="143256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35" name="object 35"/>
          <p:cNvGrpSpPr/>
          <p:nvPr/>
        </p:nvGrpSpPr>
        <p:grpSpPr>
          <a:xfrm>
            <a:off x="3229356" y="2897123"/>
            <a:ext cx="751840" cy="410209"/>
            <a:chOff x="3229356" y="2897123"/>
            <a:chExt cx="751840" cy="410209"/>
          </a:xfrm>
        </p:grpSpPr>
        <p:sp>
          <p:nvSpPr>
            <p:cNvPr id="36" name="object 36"/>
            <p:cNvSpPr/>
            <p:nvPr/>
          </p:nvSpPr>
          <p:spPr>
            <a:xfrm>
              <a:off x="3229356" y="2939795"/>
              <a:ext cx="204470" cy="323215"/>
            </a:xfrm>
            <a:custGeom>
              <a:avLst/>
              <a:gdLst/>
              <a:ahLst/>
              <a:cxnLst/>
              <a:rect l="l" t="t" r="r" b="b"/>
              <a:pathLst>
                <a:path w="204470" h="323214">
                  <a:moveTo>
                    <a:pt x="42672" y="323088"/>
                  </a:moveTo>
                  <a:lnTo>
                    <a:pt x="0" y="323088"/>
                  </a:lnTo>
                  <a:lnTo>
                    <a:pt x="0" y="0"/>
                  </a:lnTo>
                  <a:lnTo>
                    <a:pt x="80772" y="0"/>
                  </a:lnTo>
                  <a:lnTo>
                    <a:pt x="95059" y="285"/>
                  </a:lnTo>
                  <a:lnTo>
                    <a:pt x="140184" y="7167"/>
                  </a:lnTo>
                  <a:lnTo>
                    <a:pt x="174688" y="26098"/>
                  </a:lnTo>
                  <a:lnTo>
                    <a:pt x="184353" y="36576"/>
                  </a:lnTo>
                  <a:lnTo>
                    <a:pt x="42672" y="36576"/>
                  </a:lnTo>
                  <a:lnTo>
                    <a:pt x="42672" y="166116"/>
                  </a:lnTo>
                  <a:lnTo>
                    <a:pt x="179202" y="166116"/>
                  </a:lnTo>
                  <a:lnTo>
                    <a:pt x="176784" y="169164"/>
                  </a:lnTo>
                  <a:lnTo>
                    <a:pt x="137160" y="193548"/>
                  </a:lnTo>
                  <a:lnTo>
                    <a:pt x="95797" y="202120"/>
                  </a:lnTo>
                  <a:lnTo>
                    <a:pt x="79248" y="202692"/>
                  </a:lnTo>
                  <a:lnTo>
                    <a:pt x="42672" y="202692"/>
                  </a:lnTo>
                  <a:lnTo>
                    <a:pt x="42672" y="323088"/>
                  </a:lnTo>
                  <a:close/>
                </a:path>
                <a:path w="204470" h="323214">
                  <a:moveTo>
                    <a:pt x="179202" y="166116"/>
                  </a:moveTo>
                  <a:lnTo>
                    <a:pt x="73152" y="166116"/>
                  </a:lnTo>
                  <a:lnTo>
                    <a:pt x="85153" y="165830"/>
                  </a:lnTo>
                  <a:lnTo>
                    <a:pt x="96012" y="164973"/>
                  </a:lnTo>
                  <a:lnTo>
                    <a:pt x="135731" y="151471"/>
                  </a:lnTo>
                  <a:lnTo>
                    <a:pt x="157448" y="118967"/>
                  </a:lnTo>
                  <a:lnTo>
                    <a:pt x="160020" y="97536"/>
                  </a:lnTo>
                  <a:lnTo>
                    <a:pt x="159710" y="89796"/>
                  </a:lnTo>
                  <a:lnTo>
                    <a:pt x="142565" y="53363"/>
                  </a:lnTo>
                  <a:lnTo>
                    <a:pt x="105608" y="38504"/>
                  </a:lnTo>
                  <a:lnTo>
                    <a:pt x="79248" y="36576"/>
                  </a:lnTo>
                  <a:lnTo>
                    <a:pt x="184353" y="36576"/>
                  </a:lnTo>
                  <a:lnTo>
                    <a:pt x="201739" y="72390"/>
                  </a:lnTo>
                  <a:lnTo>
                    <a:pt x="204216" y="97536"/>
                  </a:lnTo>
                  <a:lnTo>
                    <a:pt x="203882" y="107799"/>
                  </a:lnTo>
                  <a:lnTo>
                    <a:pt x="192643" y="146018"/>
                  </a:lnTo>
                  <a:lnTo>
                    <a:pt x="182451" y="162020"/>
                  </a:lnTo>
                  <a:lnTo>
                    <a:pt x="179202" y="166116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37" name="object 37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3453384" y="3096767"/>
              <a:ext cx="100584" cy="166116"/>
            </a:xfrm>
            <a:prstGeom prst="rect">
              <a:avLst/>
            </a:prstGeom>
          </p:spPr>
        </p:pic>
        <p:sp>
          <p:nvSpPr>
            <p:cNvPr id="38" name="object 38"/>
            <p:cNvSpPr/>
            <p:nvPr/>
          </p:nvSpPr>
          <p:spPr>
            <a:xfrm>
              <a:off x="3587496" y="2897123"/>
              <a:ext cx="393700" cy="410209"/>
            </a:xfrm>
            <a:custGeom>
              <a:avLst/>
              <a:gdLst/>
              <a:ahLst/>
              <a:cxnLst/>
              <a:rect l="l" t="t" r="r" b="b"/>
              <a:pathLst>
                <a:path w="393700" h="410210">
                  <a:moveTo>
                    <a:pt x="97536" y="105156"/>
                  </a:moveTo>
                  <a:lnTo>
                    <a:pt x="73152" y="105156"/>
                  </a:lnTo>
                  <a:lnTo>
                    <a:pt x="73043" y="63436"/>
                  </a:lnTo>
                  <a:lnTo>
                    <a:pt x="72938" y="48982"/>
                  </a:lnTo>
                  <a:lnTo>
                    <a:pt x="72509" y="24574"/>
                  </a:lnTo>
                  <a:lnTo>
                    <a:pt x="71628" y="0"/>
                  </a:lnTo>
                  <a:lnTo>
                    <a:pt x="111252" y="21336"/>
                  </a:lnTo>
                  <a:lnTo>
                    <a:pt x="97536" y="33528"/>
                  </a:lnTo>
                  <a:lnTo>
                    <a:pt x="97536" y="105156"/>
                  </a:lnTo>
                  <a:close/>
                </a:path>
                <a:path w="393700" h="410210">
                  <a:moveTo>
                    <a:pt x="156972" y="187452"/>
                  </a:moveTo>
                  <a:lnTo>
                    <a:pt x="150876" y="182880"/>
                  </a:lnTo>
                  <a:lnTo>
                    <a:pt x="175188" y="142303"/>
                  </a:lnTo>
                  <a:lnTo>
                    <a:pt x="195643" y="98298"/>
                  </a:lnTo>
                  <a:lnTo>
                    <a:pt x="212383" y="50863"/>
                  </a:lnTo>
                  <a:lnTo>
                    <a:pt x="225552" y="0"/>
                  </a:lnTo>
                  <a:lnTo>
                    <a:pt x="268224" y="22860"/>
                  </a:lnTo>
                  <a:lnTo>
                    <a:pt x="249936" y="33528"/>
                  </a:lnTo>
                  <a:lnTo>
                    <a:pt x="243316" y="48982"/>
                  </a:lnTo>
                  <a:lnTo>
                    <a:pt x="236982" y="63436"/>
                  </a:lnTo>
                  <a:lnTo>
                    <a:pt x="230586" y="77152"/>
                  </a:lnTo>
                  <a:lnTo>
                    <a:pt x="224028" y="89916"/>
                  </a:lnTo>
                  <a:lnTo>
                    <a:pt x="385123" y="89916"/>
                  </a:lnTo>
                  <a:lnTo>
                    <a:pt x="393192" y="97536"/>
                  </a:lnTo>
                  <a:lnTo>
                    <a:pt x="388837" y="100584"/>
                  </a:lnTo>
                  <a:lnTo>
                    <a:pt x="219456" y="100584"/>
                  </a:lnTo>
                  <a:lnTo>
                    <a:pt x="203477" y="125730"/>
                  </a:lnTo>
                  <a:lnTo>
                    <a:pt x="187642" y="148590"/>
                  </a:lnTo>
                  <a:lnTo>
                    <a:pt x="172092" y="169164"/>
                  </a:lnTo>
                  <a:lnTo>
                    <a:pt x="156972" y="187452"/>
                  </a:lnTo>
                  <a:close/>
                </a:path>
                <a:path w="393700" h="410210">
                  <a:moveTo>
                    <a:pt x="385123" y="89916"/>
                  </a:moveTo>
                  <a:lnTo>
                    <a:pt x="348996" y="89916"/>
                  </a:lnTo>
                  <a:lnTo>
                    <a:pt x="365760" y="71628"/>
                  </a:lnTo>
                  <a:lnTo>
                    <a:pt x="385123" y="89916"/>
                  </a:lnTo>
                  <a:close/>
                </a:path>
                <a:path w="393700" h="410210">
                  <a:moveTo>
                    <a:pt x="13716" y="118872"/>
                  </a:moveTo>
                  <a:lnTo>
                    <a:pt x="0" y="105156"/>
                  </a:lnTo>
                  <a:lnTo>
                    <a:pt x="118872" y="105156"/>
                  </a:lnTo>
                  <a:lnTo>
                    <a:pt x="138684" y="83820"/>
                  </a:lnTo>
                  <a:lnTo>
                    <a:pt x="170688" y="115824"/>
                  </a:lnTo>
                  <a:lnTo>
                    <a:pt x="28956" y="115824"/>
                  </a:lnTo>
                  <a:lnTo>
                    <a:pt x="13716" y="118872"/>
                  </a:lnTo>
                  <a:close/>
                </a:path>
                <a:path w="393700" h="410210">
                  <a:moveTo>
                    <a:pt x="364236" y="368808"/>
                  </a:moveTo>
                  <a:lnTo>
                    <a:pt x="313944" y="368808"/>
                  </a:lnTo>
                  <a:lnTo>
                    <a:pt x="323088" y="367284"/>
                  </a:lnTo>
                  <a:lnTo>
                    <a:pt x="329184" y="365760"/>
                  </a:lnTo>
                  <a:lnTo>
                    <a:pt x="344582" y="316333"/>
                  </a:lnTo>
                  <a:lnTo>
                    <a:pt x="347806" y="236220"/>
                  </a:lnTo>
                  <a:lnTo>
                    <a:pt x="352044" y="100584"/>
                  </a:lnTo>
                  <a:lnTo>
                    <a:pt x="388837" y="100584"/>
                  </a:lnTo>
                  <a:lnTo>
                    <a:pt x="377952" y="108204"/>
                  </a:lnTo>
                  <a:lnTo>
                    <a:pt x="371672" y="316333"/>
                  </a:lnTo>
                  <a:lnTo>
                    <a:pt x="371270" y="328391"/>
                  </a:lnTo>
                  <a:lnTo>
                    <a:pt x="370332" y="345948"/>
                  </a:lnTo>
                  <a:lnTo>
                    <a:pt x="367712" y="357949"/>
                  </a:lnTo>
                  <a:lnTo>
                    <a:pt x="364236" y="368808"/>
                  </a:lnTo>
                  <a:close/>
                </a:path>
                <a:path w="393700" h="410210">
                  <a:moveTo>
                    <a:pt x="9144" y="310896"/>
                  </a:moveTo>
                  <a:lnTo>
                    <a:pt x="1524" y="306324"/>
                  </a:lnTo>
                  <a:lnTo>
                    <a:pt x="23860" y="263485"/>
                  </a:lnTo>
                  <a:lnTo>
                    <a:pt x="43053" y="217360"/>
                  </a:lnTo>
                  <a:lnTo>
                    <a:pt x="59388" y="168092"/>
                  </a:lnTo>
                  <a:lnTo>
                    <a:pt x="73152" y="115824"/>
                  </a:lnTo>
                  <a:lnTo>
                    <a:pt x="97536" y="115824"/>
                  </a:lnTo>
                  <a:lnTo>
                    <a:pt x="97536" y="160020"/>
                  </a:lnTo>
                  <a:lnTo>
                    <a:pt x="115847" y="170688"/>
                  </a:lnTo>
                  <a:lnTo>
                    <a:pt x="97536" y="170688"/>
                  </a:lnTo>
                  <a:lnTo>
                    <a:pt x="97539" y="190500"/>
                  </a:lnTo>
                  <a:lnTo>
                    <a:pt x="73152" y="190500"/>
                  </a:lnTo>
                  <a:lnTo>
                    <a:pt x="59721" y="222813"/>
                  </a:lnTo>
                  <a:lnTo>
                    <a:pt x="44577" y="253555"/>
                  </a:lnTo>
                  <a:lnTo>
                    <a:pt x="27717" y="282868"/>
                  </a:lnTo>
                  <a:lnTo>
                    <a:pt x="9144" y="310896"/>
                  </a:lnTo>
                  <a:close/>
                </a:path>
                <a:path w="393700" h="410210">
                  <a:moveTo>
                    <a:pt x="181356" y="313944"/>
                  </a:moveTo>
                  <a:lnTo>
                    <a:pt x="161544" y="280415"/>
                  </a:lnTo>
                  <a:lnTo>
                    <a:pt x="170973" y="276129"/>
                  </a:lnTo>
                  <a:lnTo>
                    <a:pt x="180975" y="265556"/>
                  </a:lnTo>
                  <a:lnTo>
                    <a:pt x="202692" y="225552"/>
                  </a:lnTo>
                  <a:lnTo>
                    <a:pt x="219837" y="180022"/>
                  </a:lnTo>
                  <a:lnTo>
                    <a:pt x="230124" y="144780"/>
                  </a:lnTo>
                  <a:lnTo>
                    <a:pt x="266700" y="167640"/>
                  </a:lnTo>
                  <a:lnTo>
                    <a:pt x="249936" y="175260"/>
                  </a:lnTo>
                  <a:lnTo>
                    <a:pt x="231124" y="210978"/>
                  </a:lnTo>
                  <a:lnTo>
                    <a:pt x="213648" y="240548"/>
                  </a:lnTo>
                  <a:lnTo>
                    <a:pt x="198072" y="263556"/>
                  </a:lnTo>
                  <a:lnTo>
                    <a:pt x="184404" y="280415"/>
                  </a:lnTo>
                  <a:lnTo>
                    <a:pt x="315468" y="280415"/>
                  </a:lnTo>
                  <a:lnTo>
                    <a:pt x="316317" y="284988"/>
                  </a:lnTo>
                  <a:lnTo>
                    <a:pt x="284988" y="284988"/>
                  </a:lnTo>
                  <a:lnTo>
                    <a:pt x="271867" y="286416"/>
                  </a:lnTo>
                  <a:lnTo>
                    <a:pt x="227076" y="294132"/>
                  </a:lnTo>
                  <a:lnTo>
                    <a:pt x="189357" y="308276"/>
                  </a:lnTo>
                  <a:lnTo>
                    <a:pt x="181356" y="313944"/>
                  </a:lnTo>
                  <a:close/>
                </a:path>
                <a:path w="393700" h="410210">
                  <a:moveTo>
                    <a:pt x="147828" y="242316"/>
                  </a:moveTo>
                  <a:lnTo>
                    <a:pt x="143256" y="242316"/>
                  </a:lnTo>
                  <a:lnTo>
                    <a:pt x="138684" y="236220"/>
                  </a:lnTo>
                  <a:lnTo>
                    <a:pt x="132588" y="224028"/>
                  </a:lnTo>
                  <a:lnTo>
                    <a:pt x="125396" y="209478"/>
                  </a:lnTo>
                  <a:lnTo>
                    <a:pt x="117348" y="195643"/>
                  </a:lnTo>
                  <a:lnTo>
                    <a:pt x="108156" y="182665"/>
                  </a:lnTo>
                  <a:lnTo>
                    <a:pt x="97536" y="170688"/>
                  </a:lnTo>
                  <a:lnTo>
                    <a:pt x="115847" y="170688"/>
                  </a:lnTo>
                  <a:lnTo>
                    <a:pt x="149352" y="195072"/>
                  </a:lnTo>
                  <a:lnTo>
                    <a:pt x="158496" y="208788"/>
                  </a:lnTo>
                  <a:lnTo>
                    <a:pt x="158496" y="220980"/>
                  </a:lnTo>
                  <a:lnTo>
                    <a:pt x="156972" y="227076"/>
                  </a:lnTo>
                  <a:lnTo>
                    <a:pt x="150876" y="239268"/>
                  </a:lnTo>
                  <a:lnTo>
                    <a:pt x="147828" y="242316"/>
                  </a:lnTo>
                  <a:close/>
                </a:path>
                <a:path w="393700" h="410210">
                  <a:moveTo>
                    <a:pt x="71628" y="409956"/>
                  </a:moveTo>
                  <a:lnTo>
                    <a:pt x="72461" y="368808"/>
                  </a:lnTo>
                  <a:lnTo>
                    <a:pt x="72955" y="316333"/>
                  </a:lnTo>
                  <a:lnTo>
                    <a:pt x="73152" y="190500"/>
                  </a:lnTo>
                  <a:lnTo>
                    <a:pt x="97539" y="190500"/>
                  </a:lnTo>
                  <a:lnTo>
                    <a:pt x="97658" y="303276"/>
                  </a:lnTo>
                  <a:lnTo>
                    <a:pt x="97890" y="345948"/>
                  </a:lnTo>
                  <a:lnTo>
                    <a:pt x="98316" y="377708"/>
                  </a:lnTo>
                  <a:lnTo>
                    <a:pt x="99060" y="399288"/>
                  </a:lnTo>
                  <a:lnTo>
                    <a:pt x="71628" y="409956"/>
                  </a:lnTo>
                  <a:close/>
                </a:path>
                <a:path w="393700" h="410210">
                  <a:moveTo>
                    <a:pt x="315468" y="280415"/>
                  </a:moveTo>
                  <a:lnTo>
                    <a:pt x="184404" y="280415"/>
                  </a:lnTo>
                  <a:lnTo>
                    <a:pt x="283464" y="277367"/>
                  </a:lnTo>
                  <a:lnTo>
                    <a:pt x="277963" y="263080"/>
                  </a:lnTo>
                  <a:lnTo>
                    <a:pt x="272605" y="249936"/>
                  </a:lnTo>
                  <a:lnTo>
                    <a:pt x="266961" y="237934"/>
                  </a:lnTo>
                  <a:lnTo>
                    <a:pt x="260604" y="227076"/>
                  </a:lnTo>
                  <a:lnTo>
                    <a:pt x="266700" y="224028"/>
                  </a:lnTo>
                  <a:lnTo>
                    <a:pt x="285892" y="242054"/>
                  </a:lnTo>
                  <a:lnTo>
                    <a:pt x="300228" y="257365"/>
                  </a:lnTo>
                  <a:lnTo>
                    <a:pt x="309991" y="270105"/>
                  </a:lnTo>
                  <a:lnTo>
                    <a:pt x="315468" y="280415"/>
                  </a:lnTo>
                  <a:close/>
                </a:path>
                <a:path w="393700" h="410210">
                  <a:moveTo>
                    <a:pt x="300228" y="315467"/>
                  </a:moveTo>
                  <a:lnTo>
                    <a:pt x="295656" y="315467"/>
                  </a:lnTo>
                  <a:lnTo>
                    <a:pt x="292608" y="313944"/>
                  </a:lnTo>
                  <a:lnTo>
                    <a:pt x="291084" y="307848"/>
                  </a:lnTo>
                  <a:lnTo>
                    <a:pt x="289560" y="303276"/>
                  </a:lnTo>
                  <a:lnTo>
                    <a:pt x="288036" y="295656"/>
                  </a:lnTo>
                  <a:lnTo>
                    <a:pt x="284988" y="284988"/>
                  </a:lnTo>
                  <a:lnTo>
                    <a:pt x="316317" y="284988"/>
                  </a:lnTo>
                  <a:lnTo>
                    <a:pt x="316896" y="288107"/>
                  </a:lnTo>
                  <a:lnTo>
                    <a:pt x="316611" y="295084"/>
                  </a:lnTo>
                  <a:lnTo>
                    <a:pt x="314610" y="301204"/>
                  </a:lnTo>
                  <a:lnTo>
                    <a:pt x="310896" y="306324"/>
                  </a:lnTo>
                  <a:lnTo>
                    <a:pt x="304800" y="312420"/>
                  </a:lnTo>
                  <a:lnTo>
                    <a:pt x="300228" y="315467"/>
                  </a:lnTo>
                  <a:close/>
                </a:path>
                <a:path w="393700" h="410210">
                  <a:moveTo>
                    <a:pt x="310896" y="409956"/>
                  </a:moveTo>
                  <a:lnTo>
                    <a:pt x="308038" y="397930"/>
                  </a:lnTo>
                  <a:lnTo>
                    <a:pt x="297180" y="386905"/>
                  </a:lnTo>
                  <a:lnTo>
                    <a:pt x="278320" y="376737"/>
                  </a:lnTo>
                  <a:lnTo>
                    <a:pt x="251460" y="367284"/>
                  </a:lnTo>
                  <a:lnTo>
                    <a:pt x="254508" y="359664"/>
                  </a:lnTo>
                  <a:lnTo>
                    <a:pt x="275367" y="363664"/>
                  </a:lnTo>
                  <a:lnTo>
                    <a:pt x="292227" y="366522"/>
                  </a:lnTo>
                  <a:lnTo>
                    <a:pt x="305085" y="368236"/>
                  </a:lnTo>
                  <a:lnTo>
                    <a:pt x="313944" y="368808"/>
                  </a:lnTo>
                  <a:lnTo>
                    <a:pt x="364236" y="368808"/>
                  </a:lnTo>
                  <a:lnTo>
                    <a:pt x="359616" y="378523"/>
                  </a:lnTo>
                  <a:lnTo>
                    <a:pt x="353568" y="387096"/>
                  </a:lnTo>
                  <a:lnTo>
                    <a:pt x="345614" y="394525"/>
                  </a:lnTo>
                  <a:lnTo>
                    <a:pt x="335661" y="400812"/>
                  </a:lnTo>
                  <a:lnTo>
                    <a:pt x="323992" y="405955"/>
                  </a:lnTo>
                  <a:lnTo>
                    <a:pt x="310896" y="409956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39" name="object 39"/>
          <p:cNvSpPr/>
          <p:nvPr/>
        </p:nvSpPr>
        <p:spPr>
          <a:xfrm>
            <a:off x="4030980" y="2904744"/>
            <a:ext cx="402590" cy="401320"/>
          </a:xfrm>
          <a:custGeom>
            <a:avLst/>
            <a:gdLst/>
            <a:ahLst/>
            <a:cxnLst/>
            <a:rect l="l" t="t" r="r" b="b"/>
            <a:pathLst>
              <a:path w="402589" h="401320">
                <a:moveTo>
                  <a:pt x="242316" y="94488"/>
                </a:moveTo>
                <a:lnTo>
                  <a:pt x="213360" y="94488"/>
                </a:lnTo>
                <a:lnTo>
                  <a:pt x="211095" y="67056"/>
                </a:lnTo>
                <a:lnTo>
                  <a:pt x="208978" y="42100"/>
                </a:lnTo>
                <a:lnTo>
                  <a:pt x="207144" y="19692"/>
                </a:lnTo>
                <a:lnTo>
                  <a:pt x="205740" y="0"/>
                </a:lnTo>
                <a:lnTo>
                  <a:pt x="249936" y="16764"/>
                </a:lnTo>
                <a:lnTo>
                  <a:pt x="237744" y="32004"/>
                </a:lnTo>
                <a:lnTo>
                  <a:pt x="238029" y="46053"/>
                </a:lnTo>
                <a:lnTo>
                  <a:pt x="238887" y="60960"/>
                </a:lnTo>
                <a:lnTo>
                  <a:pt x="240315" y="77009"/>
                </a:lnTo>
                <a:lnTo>
                  <a:pt x="242316" y="94488"/>
                </a:lnTo>
                <a:close/>
              </a:path>
              <a:path w="402589" h="401320">
                <a:moveTo>
                  <a:pt x="321564" y="80772"/>
                </a:moveTo>
                <a:lnTo>
                  <a:pt x="315468" y="80772"/>
                </a:lnTo>
                <a:lnTo>
                  <a:pt x="312420" y="76200"/>
                </a:lnTo>
                <a:lnTo>
                  <a:pt x="309372" y="65532"/>
                </a:lnTo>
                <a:lnTo>
                  <a:pt x="305395" y="55245"/>
                </a:lnTo>
                <a:lnTo>
                  <a:pt x="298132" y="42672"/>
                </a:lnTo>
                <a:lnTo>
                  <a:pt x="287726" y="27813"/>
                </a:lnTo>
                <a:lnTo>
                  <a:pt x="274320" y="10668"/>
                </a:lnTo>
                <a:lnTo>
                  <a:pt x="280416" y="4572"/>
                </a:lnTo>
                <a:lnTo>
                  <a:pt x="321135" y="31789"/>
                </a:lnTo>
                <a:lnTo>
                  <a:pt x="339852" y="51816"/>
                </a:lnTo>
                <a:lnTo>
                  <a:pt x="336792" y="67079"/>
                </a:lnTo>
                <a:lnTo>
                  <a:pt x="333756" y="73152"/>
                </a:lnTo>
                <a:lnTo>
                  <a:pt x="324612" y="79248"/>
                </a:lnTo>
                <a:lnTo>
                  <a:pt x="321564" y="80772"/>
                </a:lnTo>
                <a:close/>
              </a:path>
              <a:path w="402589" h="401320">
                <a:moveTo>
                  <a:pt x="385572" y="94488"/>
                </a:moveTo>
                <a:lnTo>
                  <a:pt x="336804" y="94488"/>
                </a:lnTo>
                <a:lnTo>
                  <a:pt x="361188" y="70104"/>
                </a:lnTo>
                <a:lnTo>
                  <a:pt x="385572" y="94488"/>
                </a:lnTo>
                <a:close/>
              </a:path>
              <a:path w="402589" h="401320">
                <a:moveTo>
                  <a:pt x="3048" y="400811"/>
                </a:moveTo>
                <a:lnTo>
                  <a:pt x="0" y="394716"/>
                </a:lnTo>
                <a:lnTo>
                  <a:pt x="20026" y="362116"/>
                </a:lnTo>
                <a:lnTo>
                  <a:pt x="34480" y="328231"/>
                </a:lnTo>
                <a:lnTo>
                  <a:pt x="47244" y="256032"/>
                </a:lnTo>
                <a:lnTo>
                  <a:pt x="49911" y="191833"/>
                </a:lnTo>
                <a:lnTo>
                  <a:pt x="50268" y="126158"/>
                </a:lnTo>
                <a:lnTo>
                  <a:pt x="50101" y="108966"/>
                </a:lnTo>
                <a:lnTo>
                  <a:pt x="49649" y="92916"/>
                </a:lnTo>
                <a:lnTo>
                  <a:pt x="48768" y="77724"/>
                </a:lnTo>
                <a:lnTo>
                  <a:pt x="80772" y="94488"/>
                </a:lnTo>
                <a:lnTo>
                  <a:pt x="385572" y="94488"/>
                </a:lnTo>
                <a:lnTo>
                  <a:pt x="396240" y="105156"/>
                </a:lnTo>
                <a:lnTo>
                  <a:pt x="77724" y="105156"/>
                </a:lnTo>
                <a:lnTo>
                  <a:pt x="76200" y="187452"/>
                </a:lnTo>
                <a:lnTo>
                  <a:pt x="190023" y="187452"/>
                </a:lnTo>
                <a:lnTo>
                  <a:pt x="198120" y="195072"/>
                </a:lnTo>
                <a:lnTo>
                  <a:pt x="194310" y="198120"/>
                </a:lnTo>
                <a:lnTo>
                  <a:pt x="76200" y="198120"/>
                </a:lnTo>
                <a:lnTo>
                  <a:pt x="69913" y="264723"/>
                </a:lnTo>
                <a:lnTo>
                  <a:pt x="55626" y="320611"/>
                </a:lnTo>
                <a:lnTo>
                  <a:pt x="33337" y="365926"/>
                </a:lnTo>
                <a:lnTo>
                  <a:pt x="3048" y="400811"/>
                </a:lnTo>
                <a:close/>
              </a:path>
              <a:path w="402589" h="401320">
                <a:moveTo>
                  <a:pt x="156972" y="394716"/>
                </a:moveTo>
                <a:lnTo>
                  <a:pt x="155448" y="388620"/>
                </a:lnTo>
                <a:lnTo>
                  <a:pt x="187737" y="365474"/>
                </a:lnTo>
                <a:lnTo>
                  <a:pt x="216027" y="341756"/>
                </a:lnTo>
                <a:lnTo>
                  <a:pt x="240315" y="317468"/>
                </a:lnTo>
                <a:lnTo>
                  <a:pt x="260604" y="292608"/>
                </a:lnTo>
                <a:lnTo>
                  <a:pt x="244911" y="256889"/>
                </a:lnTo>
                <a:lnTo>
                  <a:pt x="232219" y="213741"/>
                </a:lnTo>
                <a:lnTo>
                  <a:pt x="222670" y="163163"/>
                </a:lnTo>
                <a:lnTo>
                  <a:pt x="216408" y="105156"/>
                </a:lnTo>
                <a:lnTo>
                  <a:pt x="242316" y="105156"/>
                </a:lnTo>
                <a:lnTo>
                  <a:pt x="248031" y="158043"/>
                </a:lnTo>
                <a:lnTo>
                  <a:pt x="256032" y="202501"/>
                </a:lnTo>
                <a:lnTo>
                  <a:pt x="266329" y="238696"/>
                </a:lnTo>
                <a:lnTo>
                  <a:pt x="278892" y="266700"/>
                </a:lnTo>
                <a:lnTo>
                  <a:pt x="309765" y="266700"/>
                </a:lnTo>
                <a:lnTo>
                  <a:pt x="294132" y="291084"/>
                </a:lnTo>
                <a:lnTo>
                  <a:pt x="312483" y="310896"/>
                </a:lnTo>
                <a:lnTo>
                  <a:pt x="274320" y="310896"/>
                </a:lnTo>
                <a:lnTo>
                  <a:pt x="247197" y="337494"/>
                </a:lnTo>
                <a:lnTo>
                  <a:pt x="218503" y="360235"/>
                </a:lnTo>
                <a:lnTo>
                  <a:pt x="188380" y="379261"/>
                </a:lnTo>
                <a:lnTo>
                  <a:pt x="156972" y="394716"/>
                </a:lnTo>
                <a:close/>
              </a:path>
              <a:path w="402589" h="401320">
                <a:moveTo>
                  <a:pt x="309765" y="266700"/>
                </a:moveTo>
                <a:lnTo>
                  <a:pt x="278892" y="266700"/>
                </a:lnTo>
                <a:lnTo>
                  <a:pt x="285750" y="255555"/>
                </a:lnTo>
                <a:lnTo>
                  <a:pt x="292608" y="242697"/>
                </a:lnTo>
                <a:lnTo>
                  <a:pt x="313182" y="195024"/>
                </a:lnTo>
                <a:lnTo>
                  <a:pt x="326898" y="157400"/>
                </a:lnTo>
                <a:lnTo>
                  <a:pt x="333756" y="137160"/>
                </a:lnTo>
                <a:lnTo>
                  <a:pt x="370332" y="164591"/>
                </a:lnTo>
                <a:lnTo>
                  <a:pt x="355092" y="173736"/>
                </a:lnTo>
                <a:lnTo>
                  <a:pt x="340209" y="207716"/>
                </a:lnTo>
                <a:lnTo>
                  <a:pt x="325183" y="238696"/>
                </a:lnTo>
                <a:lnTo>
                  <a:pt x="309872" y="266533"/>
                </a:lnTo>
                <a:lnTo>
                  <a:pt x="309765" y="266700"/>
                </a:lnTo>
                <a:close/>
              </a:path>
              <a:path w="402589" h="401320">
                <a:moveTo>
                  <a:pt x="190023" y="187452"/>
                </a:moveTo>
                <a:lnTo>
                  <a:pt x="156972" y="187452"/>
                </a:lnTo>
                <a:lnTo>
                  <a:pt x="172212" y="170688"/>
                </a:lnTo>
                <a:lnTo>
                  <a:pt x="190023" y="187452"/>
                </a:lnTo>
                <a:close/>
              </a:path>
              <a:path w="402589" h="401320">
                <a:moveTo>
                  <a:pt x="173048" y="315467"/>
                </a:moveTo>
                <a:lnTo>
                  <a:pt x="143256" y="315467"/>
                </a:lnTo>
                <a:lnTo>
                  <a:pt x="149352" y="310896"/>
                </a:lnTo>
                <a:lnTo>
                  <a:pt x="150876" y="300228"/>
                </a:lnTo>
                <a:lnTo>
                  <a:pt x="152923" y="287702"/>
                </a:lnTo>
                <a:lnTo>
                  <a:pt x="154654" y="266700"/>
                </a:lnTo>
                <a:lnTo>
                  <a:pt x="156448" y="236362"/>
                </a:lnTo>
                <a:lnTo>
                  <a:pt x="158496" y="198120"/>
                </a:lnTo>
                <a:lnTo>
                  <a:pt x="194310" y="198120"/>
                </a:lnTo>
                <a:lnTo>
                  <a:pt x="182880" y="207264"/>
                </a:lnTo>
                <a:lnTo>
                  <a:pt x="180308" y="254150"/>
                </a:lnTo>
                <a:lnTo>
                  <a:pt x="177165" y="289750"/>
                </a:lnTo>
                <a:lnTo>
                  <a:pt x="173450" y="314205"/>
                </a:lnTo>
                <a:lnTo>
                  <a:pt x="173048" y="315467"/>
                </a:lnTo>
                <a:close/>
              </a:path>
              <a:path w="402589" h="401320">
                <a:moveTo>
                  <a:pt x="391864" y="352044"/>
                </a:moveTo>
                <a:lnTo>
                  <a:pt x="370332" y="352044"/>
                </a:lnTo>
                <a:lnTo>
                  <a:pt x="391668" y="277367"/>
                </a:lnTo>
                <a:lnTo>
                  <a:pt x="397764" y="278891"/>
                </a:lnTo>
                <a:lnTo>
                  <a:pt x="394882" y="303133"/>
                </a:lnTo>
                <a:lnTo>
                  <a:pt x="392996" y="323159"/>
                </a:lnTo>
                <a:lnTo>
                  <a:pt x="391977" y="338470"/>
                </a:lnTo>
                <a:lnTo>
                  <a:pt x="391674" y="349091"/>
                </a:lnTo>
                <a:lnTo>
                  <a:pt x="391864" y="352044"/>
                </a:lnTo>
                <a:close/>
              </a:path>
              <a:path w="402589" h="401320">
                <a:moveTo>
                  <a:pt x="135636" y="355092"/>
                </a:moveTo>
                <a:lnTo>
                  <a:pt x="130825" y="343114"/>
                </a:lnTo>
                <a:lnTo>
                  <a:pt x="121158" y="332422"/>
                </a:lnTo>
                <a:lnTo>
                  <a:pt x="106918" y="323159"/>
                </a:lnTo>
                <a:lnTo>
                  <a:pt x="88392" y="315467"/>
                </a:lnTo>
                <a:lnTo>
                  <a:pt x="88392" y="307848"/>
                </a:lnTo>
                <a:lnTo>
                  <a:pt x="104108" y="310110"/>
                </a:lnTo>
                <a:lnTo>
                  <a:pt x="116967" y="312229"/>
                </a:lnTo>
                <a:lnTo>
                  <a:pt x="126968" y="314063"/>
                </a:lnTo>
                <a:lnTo>
                  <a:pt x="134112" y="315467"/>
                </a:lnTo>
                <a:lnTo>
                  <a:pt x="173048" y="315467"/>
                </a:lnTo>
                <a:lnTo>
                  <a:pt x="169164" y="327659"/>
                </a:lnTo>
                <a:lnTo>
                  <a:pt x="163710" y="335375"/>
                </a:lnTo>
                <a:lnTo>
                  <a:pt x="156400" y="342519"/>
                </a:lnTo>
                <a:lnTo>
                  <a:pt x="147089" y="349091"/>
                </a:lnTo>
                <a:lnTo>
                  <a:pt x="135636" y="355092"/>
                </a:lnTo>
                <a:close/>
              </a:path>
              <a:path w="402589" h="401320">
                <a:moveTo>
                  <a:pt x="400812" y="390144"/>
                </a:moveTo>
                <a:lnTo>
                  <a:pt x="396240" y="390144"/>
                </a:lnTo>
                <a:lnTo>
                  <a:pt x="389120" y="389310"/>
                </a:lnTo>
                <a:lnTo>
                  <a:pt x="352044" y="377952"/>
                </a:lnTo>
                <a:lnTo>
                  <a:pt x="315468" y="354711"/>
                </a:lnTo>
                <a:lnTo>
                  <a:pt x="274320" y="310896"/>
                </a:lnTo>
                <a:lnTo>
                  <a:pt x="312483" y="310896"/>
                </a:lnTo>
                <a:lnTo>
                  <a:pt x="312681" y="311110"/>
                </a:lnTo>
                <a:lnTo>
                  <a:pt x="331660" y="327850"/>
                </a:lnTo>
                <a:lnTo>
                  <a:pt x="350924" y="341447"/>
                </a:lnTo>
                <a:lnTo>
                  <a:pt x="370332" y="352044"/>
                </a:lnTo>
                <a:lnTo>
                  <a:pt x="391864" y="352044"/>
                </a:lnTo>
                <a:lnTo>
                  <a:pt x="392239" y="357878"/>
                </a:lnTo>
                <a:lnTo>
                  <a:pt x="393954" y="366331"/>
                </a:lnTo>
                <a:lnTo>
                  <a:pt x="396811" y="374499"/>
                </a:lnTo>
                <a:lnTo>
                  <a:pt x="400812" y="382524"/>
                </a:lnTo>
                <a:lnTo>
                  <a:pt x="402336" y="387096"/>
                </a:lnTo>
                <a:lnTo>
                  <a:pt x="400812" y="39014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" name="object 40"/>
          <p:cNvSpPr/>
          <p:nvPr/>
        </p:nvSpPr>
        <p:spPr>
          <a:xfrm>
            <a:off x="4495800" y="3200400"/>
            <a:ext cx="53340" cy="62865"/>
          </a:xfrm>
          <a:custGeom>
            <a:avLst/>
            <a:gdLst/>
            <a:ahLst/>
            <a:cxnLst/>
            <a:rect l="l" t="t" r="r" b="b"/>
            <a:pathLst>
              <a:path w="53339" h="62864">
                <a:moveTo>
                  <a:pt x="53340" y="62483"/>
                </a:moveTo>
                <a:lnTo>
                  <a:pt x="0" y="62483"/>
                </a:lnTo>
                <a:lnTo>
                  <a:pt x="0" y="0"/>
                </a:lnTo>
                <a:lnTo>
                  <a:pt x="53340" y="0"/>
                </a:lnTo>
                <a:lnTo>
                  <a:pt x="53340" y="6248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" name="object 41"/>
          <p:cNvSpPr/>
          <p:nvPr/>
        </p:nvSpPr>
        <p:spPr>
          <a:xfrm>
            <a:off x="4756403" y="2901695"/>
            <a:ext cx="386080" cy="384175"/>
          </a:xfrm>
          <a:custGeom>
            <a:avLst/>
            <a:gdLst/>
            <a:ahLst/>
            <a:cxnLst/>
            <a:rect l="l" t="t" r="r" b="b"/>
            <a:pathLst>
              <a:path w="386079" h="384175">
                <a:moveTo>
                  <a:pt x="204216" y="74676"/>
                </a:moveTo>
                <a:lnTo>
                  <a:pt x="196596" y="74676"/>
                </a:lnTo>
                <a:lnTo>
                  <a:pt x="193548" y="68580"/>
                </a:lnTo>
                <a:lnTo>
                  <a:pt x="190500" y="56388"/>
                </a:lnTo>
                <a:lnTo>
                  <a:pt x="185951" y="43553"/>
                </a:lnTo>
                <a:lnTo>
                  <a:pt x="179260" y="30289"/>
                </a:lnTo>
                <a:lnTo>
                  <a:pt x="170568" y="16740"/>
                </a:lnTo>
                <a:lnTo>
                  <a:pt x="160020" y="3048"/>
                </a:lnTo>
                <a:lnTo>
                  <a:pt x="164592" y="0"/>
                </a:lnTo>
                <a:lnTo>
                  <a:pt x="203168" y="22717"/>
                </a:lnTo>
                <a:lnTo>
                  <a:pt x="220980" y="42672"/>
                </a:lnTo>
                <a:lnTo>
                  <a:pt x="220980" y="51816"/>
                </a:lnTo>
                <a:lnTo>
                  <a:pt x="217932" y="57912"/>
                </a:lnTo>
                <a:lnTo>
                  <a:pt x="211836" y="65532"/>
                </a:lnTo>
                <a:lnTo>
                  <a:pt x="207264" y="71628"/>
                </a:lnTo>
                <a:lnTo>
                  <a:pt x="204216" y="74676"/>
                </a:lnTo>
                <a:close/>
              </a:path>
              <a:path w="386079" h="384175">
                <a:moveTo>
                  <a:pt x="12192" y="146304"/>
                </a:moveTo>
                <a:lnTo>
                  <a:pt x="3048" y="144780"/>
                </a:lnTo>
                <a:lnTo>
                  <a:pt x="0" y="141732"/>
                </a:lnTo>
                <a:lnTo>
                  <a:pt x="0" y="134112"/>
                </a:lnTo>
                <a:lnTo>
                  <a:pt x="3048" y="128016"/>
                </a:lnTo>
                <a:lnTo>
                  <a:pt x="9144" y="120396"/>
                </a:lnTo>
                <a:lnTo>
                  <a:pt x="18311" y="107823"/>
                </a:lnTo>
                <a:lnTo>
                  <a:pt x="25336" y="92964"/>
                </a:lnTo>
                <a:lnTo>
                  <a:pt x="30360" y="75819"/>
                </a:lnTo>
                <a:lnTo>
                  <a:pt x="33528" y="56388"/>
                </a:lnTo>
                <a:lnTo>
                  <a:pt x="42672" y="56388"/>
                </a:lnTo>
                <a:lnTo>
                  <a:pt x="44196" y="77724"/>
                </a:lnTo>
                <a:lnTo>
                  <a:pt x="370549" y="77724"/>
                </a:lnTo>
                <a:lnTo>
                  <a:pt x="382233" y="88392"/>
                </a:lnTo>
                <a:lnTo>
                  <a:pt x="44196" y="88392"/>
                </a:lnTo>
                <a:lnTo>
                  <a:pt x="46243" y="105870"/>
                </a:lnTo>
                <a:lnTo>
                  <a:pt x="45720" y="119634"/>
                </a:lnTo>
                <a:lnTo>
                  <a:pt x="18811" y="145732"/>
                </a:lnTo>
                <a:lnTo>
                  <a:pt x="12192" y="146304"/>
                </a:lnTo>
                <a:close/>
              </a:path>
              <a:path w="386079" h="384175">
                <a:moveTo>
                  <a:pt x="370549" y="77724"/>
                </a:moveTo>
                <a:lnTo>
                  <a:pt x="333756" y="77724"/>
                </a:lnTo>
                <a:lnTo>
                  <a:pt x="350520" y="59436"/>
                </a:lnTo>
                <a:lnTo>
                  <a:pt x="370549" y="77724"/>
                </a:lnTo>
                <a:close/>
              </a:path>
              <a:path w="386079" h="384175">
                <a:moveTo>
                  <a:pt x="315468" y="143256"/>
                </a:moveTo>
                <a:lnTo>
                  <a:pt x="309371" y="140208"/>
                </a:lnTo>
                <a:lnTo>
                  <a:pt x="336804" y="88392"/>
                </a:lnTo>
                <a:lnTo>
                  <a:pt x="382233" y="88392"/>
                </a:lnTo>
                <a:lnTo>
                  <a:pt x="385572" y="91440"/>
                </a:lnTo>
                <a:lnTo>
                  <a:pt x="370117" y="96321"/>
                </a:lnTo>
                <a:lnTo>
                  <a:pt x="353377" y="106489"/>
                </a:lnTo>
                <a:lnTo>
                  <a:pt x="335208" y="122086"/>
                </a:lnTo>
                <a:lnTo>
                  <a:pt x="315468" y="143256"/>
                </a:lnTo>
                <a:close/>
              </a:path>
              <a:path w="386079" h="384175">
                <a:moveTo>
                  <a:pt x="304800" y="384048"/>
                </a:moveTo>
                <a:lnTo>
                  <a:pt x="141732" y="384048"/>
                </a:lnTo>
                <a:lnTo>
                  <a:pt x="121967" y="382643"/>
                </a:lnTo>
                <a:lnTo>
                  <a:pt x="108204" y="376237"/>
                </a:lnTo>
                <a:lnTo>
                  <a:pt x="100155" y="364974"/>
                </a:lnTo>
                <a:lnTo>
                  <a:pt x="97571" y="349210"/>
                </a:lnTo>
                <a:lnTo>
                  <a:pt x="97531" y="185737"/>
                </a:lnTo>
                <a:lnTo>
                  <a:pt x="97274" y="174783"/>
                </a:lnTo>
                <a:lnTo>
                  <a:pt x="96583" y="161925"/>
                </a:lnTo>
                <a:lnTo>
                  <a:pt x="94488" y="131064"/>
                </a:lnTo>
                <a:lnTo>
                  <a:pt x="138684" y="150876"/>
                </a:lnTo>
                <a:lnTo>
                  <a:pt x="120396" y="164592"/>
                </a:lnTo>
                <a:lnTo>
                  <a:pt x="120396" y="249936"/>
                </a:lnTo>
                <a:lnTo>
                  <a:pt x="149865" y="249936"/>
                </a:lnTo>
                <a:lnTo>
                  <a:pt x="120396" y="259080"/>
                </a:lnTo>
                <a:lnTo>
                  <a:pt x="120396" y="338328"/>
                </a:lnTo>
                <a:lnTo>
                  <a:pt x="122158" y="349210"/>
                </a:lnTo>
                <a:lnTo>
                  <a:pt x="127635" y="356806"/>
                </a:lnTo>
                <a:lnTo>
                  <a:pt x="137112" y="361259"/>
                </a:lnTo>
                <a:lnTo>
                  <a:pt x="150876" y="362712"/>
                </a:lnTo>
                <a:lnTo>
                  <a:pt x="361626" y="362712"/>
                </a:lnTo>
                <a:lnTo>
                  <a:pt x="354734" y="370760"/>
                </a:lnTo>
                <a:lnTo>
                  <a:pt x="341947" y="378714"/>
                </a:lnTo>
                <a:lnTo>
                  <a:pt x="325445" y="383238"/>
                </a:lnTo>
                <a:lnTo>
                  <a:pt x="304800" y="384048"/>
                </a:lnTo>
                <a:close/>
              </a:path>
              <a:path w="386079" h="384175">
                <a:moveTo>
                  <a:pt x="149865" y="249936"/>
                </a:moveTo>
                <a:lnTo>
                  <a:pt x="120396" y="249936"/>
                </a:lnTo>
                <a:lnTo>
                  <a:pt x="151566" y="237648"/>
                </a:lnTo>
                <a:lnTo>
                  <a:pt x="178879" y="225933"/>
                </a:lnTo>
                <a:lnTo>
                  <a:pt x="222504" y="204216"/>
                </a:lnTo>
                <a:lnTo>
                  <a:pt x="265580" y="176141"/>
                </a:lnTo>
                <a:lnTo>
                  <a:pt x="275844" y="166116"/>
                </a:lnTo>
                <a:lnTo>
                  <a:pt x="304800" y="201168"/>
                </a:lnTo>
                <a:lnTo>
                  <a:pt x="294513" y="201239"/>
                </a:lnTo>
                <a:lnTo>
                  <a:pt x="279654" y="204025"/>
                </a:lnTo>
                <a:lnTo>
                  <a:pt x="260223" y="209954"/>
                </a:lnTo>
                <a:lnTo>
                  <a:pt x="236220" y="219456"/>
                </a:lnTo>
                <a:lnTo>
                  <a:pt x="208478" y="229719"/>
                </a:lnTo>
                <a:lnTo>
                  <a:pt x="180022" y="239839"/>
                </a:lnTo>
                <a:lnTo>
                  <a:pt x="150709" y="249674"/>
                </a:lnTo>
                <a:lnTo>
                  <a:pt x="149865" y="249936"/>
                </a:lnTo>
                <a:close/>
              </a:path>
              <a:path w="386079" h="384175">
                <a:moveTo>
                  <a:pt x="361626" y="362712"/>
                </a:moveTo>
                <a:lnTo>
                  <a:pt x="292607" y="362712"/>
                </a:lnTo>
                <a:lnTo>
                  <a:pt x="302680" y="361807"/>
                </a:lnTo>
                <a:lnTo>
                  <a:pt x="310324" y="358902"/>
                </a:lnTo>
                <a:lnTo>
                  <a:pt x="324421" y="319659"/>
                </a:lnTo>
                <a:lnTo>
                  <a:pt x="327660" y="272796"/>
                </a:lnTo>
                <a:lnTo>
                  <a:pt x="336804" y="272796"/>
                </a:lnTo>
                <a:lnTo>
                  <a:pt x="339375" y="322945"/>
                </a:lnTo>
                <a:lnTo>
                  <a:pt x="364236" y="359664"/>
                </a:lnTo>
                <a:lnTo>
                  <a:pt x="361626" y="36271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" name="object 42"/>
          <p:cNvSpPr/>
          <p:nvPr/>
        </p:nvSpPr>
        <p:spPr>
          <a:xfrm>
            <a:off x="5192267" y="2903219"/>
            <a:ext cx="394970" cy="398145"/>
          </a:xfrm>
          <a:custGeom>
            <a:avLst/>
            <a:gdLst/>
            <a:ahLst/>
            <a:cxnLst/>
            <a:rect l="l" t="t" r="r" b="b"/>
            <a:pathLst>
              <a:path w="394970" h="398145">
                <a:moveTo>
                  <a:pt x="217932" y="91440"/>
                </a:moveTo>
                <a:lnTo>
                  <a:pt x="211836" y="91440"/>
                </a:lnTo>
                <a:lnTo>
                  <a:pt x="208788" y="85344"/>
                </a:lnTo>
                <a:lnTo>
                  <a:pt x="207264" y="73152"/>
                </a:lnTo>
                <a:lnTo>
                  <a:pt x="202715" y="60245"/>
                </a:lnTo>
                <a:lnTo>
                  <a:pt x="196024" y="46482"/>
                </a:lnTo>
                <a:lnTo>
                  <a:pt x="187332" y="31575"/>
                </a:lnTo>
                <a:lnTo>
                  <a:pt x="176784" y="15240"/>
                </a:lnTo>
                <a:lnTo>
                  <a:pt x="182880" y="12192"/>
                </a:lnTo>
                <a:lnTo>
                  <a:pt x="215669" y="35552"/>
                </a:lnTo>
                <a:lnTo>
                  <a:pt x="233433" y="61317"/>
                </a:lnTo>
                <a:lnTo>
                  <a:pt x="233172" y="67056"/>
                </a:lnTo>
                <a:lnTo>
                  <a:pt x="231648" y="74676"/>
                </a:lnTo>
                <a:lnTo>
                  <a:pt x="228600" y="80772"/>
                </a:lnTo>
                <a:lnTo>
                  <a:pt x="225552" y="85344"/>
                </a:lnTo>
                <a:lnTo>
                  <a:pt x="220980" y="89916"/>
                </a:lnTo>
                <a:lnTo>
                  <a:pt x="217932" y="91440"/>
                </a:lnTo>
                <a:close/>
              </a:path>
              <a:path w="394970" h="398145">
                <a:moveTo>
                  <a:pt x="149352" y="396240"/>
                </a:moveTo>
                <a:lnTo>
                  <a:pt x="150233" y="373427"/>
                </a:lnTo>
                <a:lnTo>
                  <a:pt x="150685" y="353187"/>
                </a:lnTo>
                <a:lnTo>
                  <a:pt x="150852" y="335803"/>
                </a:lnTo>
                <a:lnTo>
                  <a:pt x="150852" y="122729"/>
                </a:lnTo>
                <a:lnTo>
                  <a:pt x="150685" y="108966"/>
                </a:lnTo>
                <a:lnTo>
                  <a:pt x="150233" y="94059"/>
                </a:lnTo>
                <a:lnTo>
                  <a:pt x="149352" y="77724"/>
                </a:lnTo>
                <a:lnTo>
                  <a:pt x="188976" y="99060"/>
                </a:lnTo>
                <a:lnTo>
                  <a:pt x="175260" y="112776"/>
                </a:lnTo>
                <a:lnTo>
                  <a:pt x="175325" y="335803"/>
                </a:lnTo>
                <a:lnTo>
                  <a:pt x="175450" y="349186"/>
                </a:lnTo>
                <a:lnTo>
                  <a:pt x="175902" y="366212"/>
                </a:lnTo>
                <a:lnTo>
                  <a:pt x="176784" y="382524"/>
                </a:lnTo>
                <a:lnTo>
                  <a:pt x="149352" y="396240"/>
                </a:lnTo>
                <a:close/>
              </a:path>
              <a:path w="394970" h="398145">
                <a:moveTo>
                  <a:pt x="280416" y="73152"/>
                </a:moveTo>
                <a:lnTo>
                  <a:pt x="263652" y="57912"/>
                </a:lnTo>
                <a:lnTo>
                  <a:pt x="350520" y="57912"/>
                </a:lnTo>
                <a:lnTo>
                  <a:pt x="367284" y="39624"/>
                </a:lnTo>
                <a:lnTo>
                  <a:pt x="394716" y="62484"/>
                </a:lnTo>
                <a:lnTo>
                  <a:pt x="389001" y="67056"/>
                </a:lnTo>
                <a:lnTo>
                  <a:pt x="321564" y="67056"/>
                </a:lnTo>
                <a:lnTo>
                  <a:pt x="310419" y="67579"/>
                </a:lnTo>
                <a:lnTo>
                  <a:pt x="299847" y="68961"/>
                </a:lnTo>
                <a:lnTo>
                  <a:pt x="289845" y="70913"/>
                </a:lnTo>
                <a:lnTo>
                  <a:pt x="280416" y="73152"/>
                </a:lnTo>
                <a:close/>
              </a:path>
              <a:path w="394970" h="398145">
                <a:moveTo>
                  <a:pt x="378126" y="358140"/>
                </a:moveTo>
                <a:lnTo>
                  <a:pt x="338328" y="358140"/>
                </a:lnTo>
                <a:lnTo>
                  <a:pt x="345447" y="356711"/>
                </a:lnTo>
                <a:lnTo>
                  <a:pt x="350710" y="352425"/>
                </a:lnTo>
                <a:lnTo>
                  <a:pt x="353972" y="345281"/>
                </a:lnTo>
                <a:lnTo>
                  <a:pt x="355092" y="335279"/>
                </a:lnTo>
                <a:lnTo>
                  <a:pt x="355092" y="67056"/>
                </a:lnTo>
                <a:lnTo>
                  <a:pt x="389001" y="67056"/>
                </a:lnTo>
                <a:lnTo>
                  <a:pt x="379476" y="74676"/>
                </a:lnTo>
                <a:lnTo>
                  <a:pt x="379476" y="348996"/>
                </a:lnTo>
                <a:lnTo>
                  <a:pt x="378126" y="358140"/>
                </a:lnTo>
                <a:close/>
              </a:path>
              <a:path w="394970" h="398145">
                <a:moveTo>
                  <a:pt x="338328" y="397764"/>
                </a:moveTo>
                <a:lnTo>
                  <a:pt x="334637" y="386881"/>
                </a:lnTo>
                <a:lnTo>
                  <a:pt x="323659" y="376999"/>
                </a:lnTo>
                <a:lnTo>
                  <a:pt x="305538" y="367974"/>
                </a:lnTo>
                <a:lnTo>
                  <a:pt x="280416" y="359664"/>
                </a:lnTo>
                <a:lnTo>
                  <a:pt x="280416" y="353568"/>
                </a:lnTo>
                <a:lnTo>
                  <a:pt x="300394" y="355568"/>
                </a:lnTo>
                <a:lnTo>
                  <a:pt x="316801" y="356997"/>
                </a:lnTo>
                <a:lnTo>
                  <a:pt x="329493" y="357854"/>
                </a:lnTo>
                <a:lnTo>
                  <a:pt x="338328" y="358140"/>
                </a:lnTo>
                <a:lnTo>
                  <a:pt x="378126" y="358140"/>
                </a:lnTo>
                <a:lnTo>
                  <a:pt x="377118" y="364974"/>
                </a:lnTo>
                <a:lnTo>
                  <a:pt x="369760" y="378523"/>
                </a:lnTo>
                <a:lnTo>
                  <a:pt x="356973" y="389501"/>
                </a:lnTo>
                <a:lnTo>
                  <a:pt x="338328" y="397764"/>
                </a:lnTo>
                <a:close/>
              </a:path>
              <a:path w="394970" h="398145">
                <a:moveTo>
                  <a:pt x="3048" y="224028"/>
                </a:moveTo>
                <a:lnTo>
                  <a:pt x="0" y="219456"/>
                </a:lnTo>
                <a:lnTo>
                  <a:pt x="11668" y="200310"/>
                </a:lnTo>
                <a:lnTo>
                  <a:pt x="23622" y="179451"/>
                </a:lnTo>
                <a:lnTo>
                  <a:pt x="47244" y="132588"/>
                </a:lnTo>
                <a:lnTo>
                  <a:pt x="71056" y="74295"/>
                </a:lnTo>
                <a:lnTo>
                  <a:pt x="96012" y="0"/>
                </a:lnTo>
                <a:lnTo>
                  <a:pt x="134112" y="25908"/>
                </a:lnTo>
                <a:lnTo>
                  <a:pt x="115824" y="35052"/>
                </a:lnTo>
                <a:lnTo>
                  <a:pt x="104965" y="57650"/>
                </a:lnTo>
                <a:lnTo>
                  <a:pt x="95250" y="77533"/>
                </a:lnTo>
                <a:lnTo>
                  <a:pt x="86677" y="94845"/>
                </a:lnTo>
                <a:lnTo>
                  <a:pt x="79248" y="109728"/>
                </a:lnTo>
                <a:lnTo>
                  <a:pt x="108204" y="124968"/>
                </a:lnTo>
                <a:lnTo>
                  <a:pt x="95141" y="134112"/>
                </a:lnTo>
                <a:lnTo>
                  <a:pt x="68580" y="134112"/>
                </a:lnTo>
                <a:lnTo>
                  <a:pt x="52554" y="159519"/>
                </a:lnTo>
                <a:lnTo>
                  <a:pt x="36385" y="183070"/>
                </a:lnTo>
                <a:lnTo>
                  <a:pt x="19931" y="204620"/>
                </a:lnTo>
                <a:lnTo>
                  <a:pt x="3048" y="224028"/>
                </a:lnTo>
                <a:close/>
              </a:path>
              <a:path w="394970" h="398145">
                <a:moveTo>
                  <a:pt x="67056" y="397764"/>
                </a:moveTo>
                <a:lnTo>
                  <a:pt x="67937" y="374904"/>
                </a:lnTo>
                <a:lnTo>
                  <a:pt x="68389" y="354330"/>
                </a:lnTo>
                <a:lnTo>
                  <a:pt x="68550" y="336684"/>
                </a:lnTo>
                <a:lnTo>
                  <a:pt x="68580" y="134112"/>
                </a:lnTo>
                <a:lnTo>
                  <a:pt x="95141" y="134112"/>
                </a:lnTo>
                <a:lnTo>
                  <a:pt x="92964" y="135636"/>
                </a:lnTo>
                <a:lnTo>
                  <a:pt x="93004" y="320040"/>
                </a:lnTo>
                <a:lnTo>
                  <a:pt x="93225" y="336684"/>
                </a:lnTo>
                <a:lnTo>
                  <a:pt x="93916" y="354520"/>
                </a:lnTo>
                <a:lnTo>
                  <a:pt x="94892" y="370355"/>
                </a:lnTo>
                <a:lnTo>
                  <a:pt x="96012" y="384048"/>
                </a:lnTo>
                <a:lnTo>
                  <a:pt x="67056" y="39776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" name="object 43"/>
          <p:cNvSpPr/>
          <p:nvPr/>
        </p:nvSpPr>
        <p:spPr>
          <a:xfrm>
            <a:off x="5644896" y="2897123"/>
            <a:ext cx="401320" cy="408940"/>
          </a:xfrm>
          <a:custGeom>
            <a:avLst/>
            <a:gdLst/>
            <a:ahLst/>
            <a:cxnLst/>
            <a:rect l="l" t="t" r="r" b="b"/>
            <a:pathLst>
              <a:path w="401320" h="408939">
                <a:moveTo>
                  <a:pt x="204216" y="73152"/>
                </a:moveTo>
                <a:lnTo>
                  <a:pt x="198120" y="73152"/>
                </a:lnTo>
                <a:lnTo>
                  <a:pt x="193548" y="68580"/>
                </a:lnTo>
                <a:lnTo>
                  <a:pt x="190500" y="57912"/>
                </a:lnTo>
                <a:lnTo>
                  <a:pt x="185046" y="46172"/>
                </a:lnTo>
                <a:lnTo>
                  <a:pt x="177736" y="33718"/>
                </a:lnTo>
                <a:lnTo>
                  <a:pt x="168425" y="20407"/>
                </a:lnTo>
                <a:lnTo>
                  <a:pt x="156972" y="6096"/>
                </a:lnTo>
                <a:lnTo>
                  <a:pt x="163068" y="0"/>
                </a:lnTo>
                <a:lnTo>
                  <a:pt x="187094" y="13763"/>
                </a:lnTo>
                <a:lnTo>
                  <a:pt x="204406" y="25527"/>
                </a:lnTo>
                <a:lnTo>
                  <a:pt x="215145" y="35575"/>
                </a:lnTo>
                <a:lnTo>
                  <a:pt x="219456" y="44196"/>
                </a:lnTo>
                <a:lnTo>
                  <a:pt x="219456" y="54864"/>
                </a:lnTo>
                <a:lnTo>
                  <a:pt x="217932" y="62484"/>
                </a:lnTo>
                <a:lnTo>
                  <a:pt x="211836" y="67056"/>
                </a:lnTo>
                <a:lnTo>
                  <a:pt x="207264" y="71628"/>
                </a:lnTo>
                <a:lnTo>
                  <a:pt x="204216" y="73152"/>
                </a:lnTo>
                <a:close/>
              </a:path>
              <a:path w="401320" h="408939">
                <a:moveTo>
                  <a:pt x="16764" y="92964"/>
                </a:moveTo>
                <a:lnTo>
                  <a:pt x="0" y="77724"/>
                </a:lnTo>
                <a:lnTo>
                  <a:pt x="327660" y="77724"/>
                </a:lnTo>
                <a:lnTo>
                  <a:pt x="355092" y="48768"/>
                </a:lnTo>
                <a:lnTo>
                  <a:pt x="393192" y="88392"/>
                </a:lnTo>
                <a:lnTo>
                  <a:pt x="56388" y="88392"/>
                </a:lnTo>
                <a:lnTo>
                  <a:pt x="46124" y="88677"/>
                </a:lnTo>
                <a:lnTo>
                  <a:pt x="36004" y="89535"/>
                </a:lnTo>
                <a:lnTo>
                  <a:pt x="26169" y="90963"/>
                </a:lnTo>
                <a:lnTo>
                  <a:pt x="16764" y="92964"/>
                </a:lnTo>
                <a:close/>
              </a:path>
              <a:path w="401320" h="408939">
                <a:moveTo>
                  <a:pt x="7620" y="220979"/>
                </a:moveTo>
                <a:lnTo>
                  <a:pt x="6096" y="216408"/>
                </a:lnTo>
                <a:lnTo>
                  <a:pt x="27217" y="201263"/>
                </a:lnTo>
                <a:lnTo>
                  <a:pt x="47053" y="185547"/>
                </a:lnTo>
                <a:lnTo>
                  <a:pt x="82296" y="152400"/>
                </a:lnTo>
                <a:lnTo>
                  <a:pt x="109918" y="121539"/>
                </a:lnTo>
                <a:lnTo>
                  <a:pt x="124968" y="97536"/>
                </a:lnTo>
                <a:lnTo>
                  <a:pt x="155448" y="126492"/>
                </a:lnTo>
                <a:lnTo>
                  <a:pt x="138684" y="131064"/>
                </a:lnTo>
                <a:lnTo>
                  <a:pt x="101488" y="162472"/>
                </a:lnTo>
                <a:lnTo>
                  <a:pt x="67437" y="188023"/>
                </a:lnTo>
                <a:lnTo>
                  <a:pt x="36242" y="207573"/>
                </a:lnTo>
                <a:lnTo>
                  <a:pt x="7620" y="220979"/>
                </a:lnTo>
                <a:close/>
              </a:path>
              <a:path w="401320" h="408939">
                <a:moveTo>
                  <a:pt x="348996" y="208788"/>
                </a:moveTo>
                <a:lnTo>
                  <a:pt x="342900" y="208788"/>
                </a:lnTo>
                <a:lnTo>
                  <a:pt x="339852" y="205739"/>
                </a:lnTo>
                <a:lnTo>
                  <a:pt x="335280" y="196596"/>
                </a:lnTo>
                <a:lnTo>
                  <a:pt x="327874" y="186547"/>
                </a:lnTo>
                <a:lnTo>
                  <a:pt x="300202" y="156948"/>
                </a:lnTo>
                <a:lnTo>
                  <a:pt x="259937" y="123753"/>
                </a:lnTo>
                <a:lnTo>
                  <a:pt x="240792" y="109728"/>
                </a:lnTo>
                <a:lnTo>
                  <a:pt x="243840" y="103632"/>
                </a:lnTo>
                <a:lnTo>
                  <a:pt x="296608" y="128587"/>
                </a:lnTo>
                <a:lnTo>
                  <a:pt x="332232" y="147828"/>
                </a:lnTo>
                <a:lnTo>
                  <a:pt x="359664" y="182879"/>
                </a:lnTo>
                <a:lnTo>
                  <a:pt x="359664" y="187452"/>
                </a:lnTo>
                <a:lnTo>
                  <a:pt x="358140" y="192024"/>
                </a:lnTo>
                <a:lnTo>
                  <a:pt x="355092" y="199644"/>
                </a:lnTo>
                <a:lnTo>
                  <a:pt x="352044" y="205739"/>
                </a:lnTo>
                <a:lnTo>
                  <a:pt x="348996" y="208788"/>
                </a:lnTo>
                <a:close/>
              </a:path>
              <a:path w="401320" h="408939">
                <a:moveTo>
                  <a:pt x="218425" y="289560"/>
                </a:moveTo>
                <a:lnTo>
                  <a:pt x="193548" y="289560"/>
                </a:lnTo>
                <a:lnTo>
                  <a:pt x="210954" y="263532"/>
                </a:lnTo>
                <a:lnTo>
                  <a:pt x="226504" y="233362"/>
                </a:lnTo>
                <a:lnTo>
                  <a:pt x="240053" y="198905"/>
                </a:lnTo>
                <a:lnTo>
                  <a:pt x="251460" y="160020"/>
                </a:lnTo>
                <a:lnTo>
                  <a:pt x="291084" y="184403"/>
                </a:lnTo>
                <a:lnTo>
                  <a:pt x="274320" y="193548"/>
                </a:lnTo>
                <a:lnTo>
                  <a:pt x="257175" y="228719"/>
                </a:lnTo>
                <a:lnTo>
                  <a:pt x="240030" y="258889"/>
                </a:lnTo>
                <a:lnTo>
                  <a:pt x="222885" y="284202"/>
                </a:lnTo>
                <a:lnTo>
                  <a:pt x="218425" y="289560"/>
                </a:lnTo>
                <a:close/>
              </a:path>
              <a:path w="401320" h="408939">
                <a:moveTo>
                  <a:pt x="4572" y="408432"/>
                </a:moveTo>
                <a:lnTo>
                  <a:pt x="3048" y="400812"/>
                </a:lnTo>
                <a:lnTo>
                  <a:pt x="54459" y="382809"/>
                </a:lnTo>
                <a:lnTo>
                  <a:pt x="101155" y="360807"/>
                </a:lnTo>
                <a:lnTo>
                  <a:pt x="142994" y="334803"/>
                </a:lnTo>
                <a:lnTo>
                  <a:pt x="179832" y="304800"/>
                </a:lnTo>
                <a:lnTo>
                  <a:pt x="162139" y="276748"/>
                </a:lnTo>
                <a:lnTo>
                  <a:pt x="145732" y="244983"/>
                </a:lnTo>
                <a:lnTo>
                  <a:pt x="130754" y="209216"/>
                </a:lnTo>
                <a:lnTo>
                  <a:pt x="117348" y="169164"/>
                </a:lnTo>
                <a:lnTo>
                  <a:pt x="124968" y="167639"/>
                </a:lnTo>
                <a:lnTo>
                  <a:pt x="140398" y="203406"/>
                </a:lnTo>
                <a:lnTo>
                  <a:pt x="156972" y="235458"/>
                </a:lnTo>
                <a:lnTo>
                  <a:pt x="174688" y="264080"/>
                </a:lnTo>
                <a:lnTo>
                  <a:pt x="193548" y="289560"/>
                </a:lnTo>
                <a:lnTo>
                  <a:pt x="218425" y="289560"/>
                </a:lnTo>
                <a:lnTo>
                  <a:pt x="205740" y="304800"/>
                </a:lnTo>
                <a:lnTo>
                  <a:pt x="226442" y="320040"/>
                </a:lnTo>
                <a:lnTo>
                  <a:pt x="193548" y="320040"/>
                </a:lnTo>
                <a:lnTo>
                  <a:pt x="154376" y="348638"/>
                </a:lnTo>
                <a:lnTo>
                  <a:pt x="109918" y="372808"/>
                </a:lnTo>
                <a:lnTo>
                  <a:pt x="60031" y="392691"/>
                </a:lnTo>
                <a:lnTo>
                  <a:pt x="4572" y="408432"/>
                </a:lnTo>
                <a:close/>
              </a:path>
              <a:path w="401320" h="408939">
                <a:moveTo>
                  <a:pt x="368808" y="402335"/>
                </a:moveTo>
                <a:lnTo>
                  <a:pt x="314205" y="391191"/>
                </a:lnTo>
                <a:lnTo>
                  <a:pt x="266890" y="373761"/>
                </a:lnTo>
                <a:lnTo>
                  <a:pt x="226718" y="350043"/>
                </a:lnTo>
                <a:lnTo>
                  <a:pt x="193548" y="320040"/>
                </a:lnTo>
                <a:lnTo>
                  <a:pt x="226442" y="320040"/>
                </a:lnTo>
                <a:lnTo>
                  <a:pt x="246078" y="334494"/>
                </a:lnTo>
                <a:lnTo>
                  <a:pt x="291846" y="354901"/>
                </a:lnTo>
                <a:lnTo>
                  <a:pt x="343328" y="365879"/>
                </a:lnTo>
                <a:lnTo>
                  <a:pt x="400812" y="367283"/>
                </a:lnTo>
                <a:lnTo>
                  <a:pt x="400812" y="373380"/>
                </a:lnTo>
                <a:lnTo>
                  <a:pt x="388524" y="379404"/>
                </a:lnTo>
                <a:lnTo>
                  <a:pt x="379095" y="386143"/>
                </a:lnTo>
                <a:lnTo>
                  <a:pt x="372522" y="393739"/>
                </a:lnTo>
                <a:lnTo>
                  <a:pt x="368808" y="40233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" name="object 44"/>
          <p:cNvSpPr/>
          <p:nvPr/>
        </p:nvSpPr>
        <p:spPr>
          <a:xfrm>
            <a:off x="6100572" y="2897124"/>
            <a:ext cx="372110" cy="411480"/>
          </a:xfrm>
          <a:custGeom>
            <a:avLst/>
            <a:gdLst/>
            <a:ahLst/>
            <a:cxnLst/>
            <a:rect l="l" t="t" r="r" b="b"/>
            <a:pathLst>
              <a:path w="372110" h="411479">
                <a:moveTo>
                  <a:pt x="265176" y="60960"/>
                </a:moveTo>
                <a:lnTo>
                  <a:pt x="242316" y="60960"/>
                </a:lnTo>
                <a:lnTo>
                  <a:pt x="242195" y="36957"/>
                </a:lnTo>
                <a:lnTo>
                  <a:pt x="242080" y="28956"/>
                </a:lnTo>
                <a:lnTo>
                  <a:pt x="241673" y="15097"/>
                </a:lnTo>
                <a:lnTo>
                  <a:pt x="240792" y="0"/>
                </a:lnTo>
                <a:lnTo>
                  <a:pt x="280416" y="18288"/>
                </a:lnTo>
                <a:lnTo>
                  <a:pt x="266700" y="28956"/>
                </a:lnTo>
                <a:lnTo>
                  <a:pt x="265818" y="36957"/>
                </a:lnTo>
                <a:lnTo>
                  <a:pt x="265366" y="44958"/>
                </a:lnTo>
                <a:lnTo>
                  <a:pt x="265199" y="52959"/>
                </a:lnTo>
                <a:lnTo>
                  <a:pt x="265176" y="60960"/>
                </a:lnTo>
                <a:close/>
              </a:path>
              <a:path w="372110" h="411479">
                <a:moveTo>
                  <a:pt x="36576" y="73152"/>
                </a:moveTo>
                <a:lnTo>
                  <a:pt x="22860" y="59436"/>
                </a:lnTo>
                <a:lnTo>
                  <a:pt x="97536" y="59436"/>
                </a:lnTo>
                <a:lnTo>
                  <a:pt x="97467" y="36957"/>
                </a:lnTo>
                <a:lnTo>
                  <a:pt x="97345" y="25527"/>
                </a:lnTo>
                <a:lnTo>
                  <a:pt x="96893" y="12715"/>
                </a:lnTo>
                <a:lnTo>
                  <a:pt x="96012" y="3048"/>
                </a:lnTo>
                <a:lnTo>
                  <a:pt x="134112" y="18288"/>
                </a:lnTo>
                <a:lnTo>
                  <a:pt x="120396" y="60960"/>
                </a:lnTo>
                <a:lnTo>
                  <a:pt x="175260" y="60960"/>
                </a:lnTo>
                <a:lnTo>
                  <a:pt x="184404" y="70104"/>
                </a:lnTo>
                <a:lnTo>
                  <a:pt x="62484" y="70104"/>
                </a:lnTo>
                <a:lnTo>
                  <a:pt x="36576" y="73152"/>
                </a:lnTo>
                <a:close/>
              </a:path>
              <a:path w="372110" h="411479">
                <a:moveTo>
                  <a:pt x="175260" y="60960"/>
                </a:moveTo>
                <a:lnTo>
                  <a:pt x="137160" y="60960"/>
                </a:lnTo>
                <a:lnTo>
                  <a:pt x="156972" y="42672"/>
                </a:lnTo>
                <a:lnTo>
                  <a:pt x="175260" y="60960"/>
                </a:lnTo>
                <a:close/>
              </a:path>
              <a:path w="372110" h="411479">
                <a:moveTo>
                  <a:pt x="204216" y="76200"/>
                </a:moveTo>
                <a:lnTo>
                  <a:pt x="190500" y="60960"/>
                </a:lnTo>
                <a:lnTo>
                  <a:pt x="294132" y="60960"/>
                </a:lnTo>
                <a:lnTo>
                  <a:pt x="313944" y="42672"/>
                </a:lnTo>
                <a:lnTo>
                  <a:pt x="342900" y="71628"/>
                </a:lnTo>
                <a:lnTo>
                  <a:pt x="219456" y="71628"/>
                </a:lnTo>
                <a:lnTo>
                  <a:pt x="204216" y="76200"/>
                </a:lnTo>
                <a:close/>
              </a:path>
              <a:path w="372110" h="411479">
                <a:moveTo>
                  <a:pt x="115824" y="117348"/>
                </a:moveTo>
                <a:lnTo>
                  <a:pt x="92964" y="117348"/>
                </a:lnTo>
                <a:lnTo>
                  <a:pt x="95250" y="92583"/>
                </a:lnTo>
                <a:lnTo>
                  <a:pt x="96393" y="80914"/>
                </a:lnTo>
                <a:lnTo>
                  <a:pt x="97536" y="70104"/>
                </a:lnTo>
                <a:lnTo>
                  <a:pt x="184404" y="70104"/>
                </a:lnTo>
                <a:lnTo>
                  <a:pt x="185928" y="71628"/>
                </a:lnTo>
                <a:lnTo>
                  <a:pt x="120396" y="71628"/>
                </a:lnTo>
                <a:lnTo>
                  <a:pt x="119253" y="78771"/>
                </a:lnTo>
                <a:lnTo>
                  <a:pt x="118110" y="88773"/>
                </a:lnTo>
                <a:lnTo>
                  <a:pt x="116967" y="101631"/>
                </a:lnTo>
                <a:lnTo>
                  <a:pt x="115824" y="117348"/>
                </a:lnTo>
                <a:close/>
              </a:path>
              <a:path w="372110" h="411479">
                <a:moveTo>
                  <a:pt x="260604" y="117348"/>
                </a:moveTo>
                <a:lnTo>
                  <a:pt x="239268" y="117348"/>
                </a:lnTo>
                <a:lnTo>
                  <a:pt x="240387" y="106775"/>
                </a:lnTo>
                <a:lnTo>
                  <a:pt x="241363" y="95631"/>
                </a:lnTo>
                <a:lnTo>
                  <a:pt x="242054" y="83915"/>
                </a:lnTo>
                <a:lnTo>
                  <a:pt x="242316" y="71628"/>
                </a:lnTo>
                <a:lnTo>
                  <a:pt x="265176" y="71628"/>
                </a:lnTo>
                <a:lnTo>
                  <a:pt x="264033" y="82200"/>
                </a:lnTo>
                <a:lnTo>
                  <a:pt x="262890" y="93345"/>
                </a:lnTo>
                <a:lnTo>
                  <a:pt x="261747" y="105060"/>
                </a:lnTo>
                <a:lnTo>
                  <a:pt x="260604" y="117348"/>
                </a:lnTo>
                <a:close/>
              </a:path>
              <a:path w="372110" h="411479">
                <a:moveTo>
                  <a:pt x="195072" y="131064"/>
                </a:moveTo>
                <a:lnTo>
                  <a:pt x="181356" y="117348"/>
                </a:lnTo>
                <a:lnTo>
                  <a:pt x="313944" y="117348"/>
                </a:lnTo>
                <a:lnTo>
                  <a:pt x="332232" y="97536"/>
                </a:lnTo>
                <a:lnTo>
                  <a:pt x="362712" y="128016"/>
                </a:lnTo>
                <a:lnTo>
                  <a:pt x="211836" y="128016"/>
                </a:lnTo>
                <a:lnTo>
                  <a:pt x="195072" y="131064"/>
                </a:lnTo>
                <a:close/>
              </a:path>
              <a:path w="372110" h="411479">
                <a:moveTo>
                  <a:pt x="24384" y="131064"/>
                </a:moveTo>
                <a:lnTo>
                  <a:pt x="10668" y="117348"/>
                </a:lnTo>
                <a:lnTo>
                  <a:pt x="140208" y="117348"/>
                </a:lnTo>
                <a:lnTo>
                  <a:pt x="156972" y="100584"/>
                </a:lnTo>
                <a:lnTo>
                  <a:pt x="184404" y="128016"/>
                </a:lnTo>
                <a:lnTo>
                  <a:pt x="50292" y="128016"/>
                </a:lnTo>
                <a:lnTo>
                  <a:pt x="24384" y="131064"/>
                </a:lnTo>
                <a:close/>
              </a:path>
              <a:path w="372110" h="411479">
                <a:moveTo>
                  <a:pt x="4572" y="242316"/>
                </a:moveTo>
                <a:lnTo>
                  <a:pt x="0" y="237744"/>
                </a:lnTo>
                <a:lnTo>
                  <a:pt x="14573" y="229147"/>
                </a:lnTo>
                <a:lnTo>
                  <a:pt x="28575" y="219265"/>
                </a:lnTo>
                <a:lnTo>
                  <a:pt x="65722" y="180522"/>
                </a:lnTo>
                <a:lnTo>
                  <a:pt x="84010" y="146851"/>
                </a:lnTo>
                <a:lnTo>
                  <a:pt x="91440" y="128016"/>
                </a:lnTo>
                <a:lnTo>
                  <a:pt x="112776" y="128016"/>
                </a:lnTo>
                <a:lnTo>
                  <a:pt x="112776" y="132588"/>
                </a:lnTo>
                <a:lnTo>
                  <a:pt x="109728" y="141732"/>
                </a:lnTo>
                <a:lnTo>
                  <a:pt x="124526" y="147828"/>
                </a:lnTo>
                <a:lnTo>
                  <a:pt x="108204" y="147828"/>
                </a:lnTo>
                <a:lnTo>
                  <a:pt x="98488" y="165258"/>
                </a:lnTo>
                <a:lnTo>
                  <a:pt x="87630" y="180975"/>
                </a:lnTo>
                <a:lnTo>
                  <a:pt x="47863" y="218098"/>
                </a:lnTo>
                <a:lnTo>
                  <a:pt x="19192" y="235767"/>
                </a:lnTo>
                <a:lnTo>
                  <a:pt x="4572" y="242316"/>
                </a:lnTo>
                <a:close/>
              </a:path>
              <a:path w="372110" h="411479">
                <a:moveTo>
                  <a:pt x="152400" y="228600"/>
                </a:moveTo>
                <a:lnTo>
                  <a:pt x="147828" y="224028"/>
                </a:lnTo>
                <a:lnTo>
                  <a:pt x="164139" y="214574"/>
                </a:lnTo>
                <a:lnTo>
                  <a:pt x="178879" y="204406"/>
                </a:lnTo>
                <a:lnTo>
                  <a:pt x="215646" y="168521"/>
                </a:lnTo>
                <a:lnTo>
                  <a:pt x="236220" y="128016"/>
                </a:lnTo>
                <a:lnTo>
                  <a:pt x="259080" y="128016"/>
                </a:lnTo>
                <a:lnTo>
                  <a:pt x="232933" y="176450"/>
                </a:lnTo>
                <a:lnTo>
                  <a:pt x="190119" y="211074"/>
                </a:lnTo>
                <a:lnTo>
                  <a:pt x="172116" y="220265"/>
                </a:lnTo>
                <a:lnTo>
                  <a:pt x="152400" y="228600"/>
                </a:lnTo>
                <a:close/>
              </a:path>
              <a:path w="372110" h="411479">
                <a:moveTo>
                  <a:pt x="338328" y="228600"/>
                </a:moveTo>
                <a:lnTo>
                  <a:pt x="303823" y="199453"/>
                </a:lnTo>
                <a:lnTo>
                  <a:pt x="276034" y="158877"/>
                </a:lnTo>
                <a:lnTo>
                  <a:pt x="263652" y="128016"/>
                </a:lnTo>
                <a:lnTo>
                  <a:pt x="271271" y="128016"/>
                </a:lnTo>
                <a:lnTo>
                  <a:pt x="278963" y="142303"/>
                </a:lnTo>
                <a:lnTo>
                  <a:pt x="288226" y="155448"/>
                </a:lnTo>
                <a:lnTo>
                  <a:pt x="324278" y="187737"/>
                </a:lnTo>
                <a:lnTo>
                  <a:pt x="371856" y="205740"/>
                </a:lnTo>
                <a:lnTo>
                  <a:pt x="371856" y="211836"/>
                </a:lnTo>
                <a:lnTo>
                  <a:pt x="359330" y="213812"/>
                </a:lnTo>
                <a:lnTo>
                  <a:pt x="349377" y="217360"/>
                </a:lnTo>
                <a:lnTo>
                  <a:pt x="342280" y="222337"/>
                </a:lnTo>
                <a:lnTo>
                  <a:pt x="338328" y="228600"/>
                </a:lnTo>
                <a:close/>
              </a:path>
              <a:path w="372110" h="411479">
                <a:moveTo>
                  <a:pt x="160020" y="204216"/>
                </a:moveTo>
                <a:lnTo>
                  <a:pt x="153924" y="204216"/>
                </a:lnTo>
                <a:lnTo>
                  <a:pt x="149352" y="199644"/>
                </a:lnTo>
                <a:lnTo>
                  <a:pt x="146304" y="192024"/>
                </a:lnTo>
                <a:lnTo>
                  <a:pt x="139493" y="181475"/>
                </a:lnTo>
                <a:lnTo>
                  <a:pt x="130683" y="170497"/>
                </a:lnTo>
                <a:lnTo>
                  <a:pt x="120157" y="159234"/>
                </a:lnTo>
                <a:lnTo>
                  <a:pt x="108204" y="147828"/>
                </a:lnTo>
                <a:lnTo>
                  <a:pt x="124526" y="147828"/>
                </a:lnTo>
                <a:lnTo>
                  <a:pt x="164592" y="170688"/>
                </a:lnTo>
                <a:lnTo>
                  <a:pt x="169164" y="175260"/>
                </a:lnTo>
                <a:lnTo>
                  <a:pt x="169164" y="184404"/>
                </a:lnTo>
                <a:lnTo>
                  <a:pt x="167640" y="188976"/>
                </a:lnTo>
                <a:lnTo>
                  <a:pt x="160020" y="204216"/>
                </a:lnTo>
                <a:close/>
              </a:path>
              <a:path w="372110" h="411479">
                <a:moveTo>
                  <a:pt x="308152" y="231648"/>
                </a:moveTo>
                <a:lnTo>
                  <a:pt x="269748" y="231648"/>
                </a:lnTo>
                <a:lnTo>
                  <a:pt x="284988" y="213360"/>
                </a:lnTo>
                <a:lnTo>
                  <a:pt x="308152" y="231648"/>
                </a:lnTo>
                <a:close/>
              </a:path>
              <a:path w="372110" h="411479">
                <a:moveTo>
                  <a:pt x="68580" y="411480"/>
                </a:moveTo>
                <a:lnTo>
                  <a:pt x="68818" y="383214"/>
                </a:lnTo>
                <a:lnTo>
                  <a:pt x="69342" y="357949"/>
                </a:lnTo>
                <a:lnTo>
                  <a:pt x="69865" y="335827"/>
                </a:lnTo>
                <a:lnTo>
                  <a:pt x="70104" y="316992"/>
                </a:lnTo>
                <a:lnTo>
                  <a:pt x="70080" y="297846"/>
                </a:lnTo>
                <a:lnTo>
                  <a:pt x="69913" y="274701"/>
                </a:lnTo>
                <a:lnTo>
                  <a:pt x="69461" y="247554"/>
                </a:lnTo>
                <a:lnTo>
                  <a:pt x="68580" y="216408"/>
                </a:lnTo>
                <a:lnTo>
                  <a:pt x="96012" y="231648"/>
                </a:lnTo>
                <a:lnTo>
                  <a:pt x="308152" y="231648"/>
                </a:lnTo>
                <a:lnTo>
                  <a:pt x="313944" y="236220"/>
                </a:lnTo>
                <a:lnTo>
                  <a:pt x="305562" y="242316"/>
                </a:lnTo>
                <a:lnTo>
                  <a:pt x="94488" y="242316"/>
                </a:lnTo>
                <a:lnTo>
                  <a:pt x="94488" y="300228"/>
                </a:lnTo>
                <a:lnTo>
                  <a:pt x="297428" y="300228"/>
                </a:lnTo>
                <a:lnTo>
                  <a:pt x="297441" y="302966"/>
                </a:lnTo>
                <a:lnTo>
                  <a:pt x="297571" y="310896"/>
                </a:lnTo>
                <a:lnTo>
                  <a:pt x="94488" y="310896"/>
                </a:lnTo>
                <a:lnTo>
                  <a:pt x="94488" y="371856"/>
                </a:lnTo>
                <a:lnTo>
                  <a:pt x="298990" y="371856"/>
                </a:lnTo>
                <a:lnTo>
                  <a:pt x="299108" y="375499"/>
                </a:lnTo>
                <a:lnTo>
                  <a:pt x="299456" y="381000"/>
                </a:lnTo>
                <a:lnTo>
                  <a:pt x="94488" y="381000"/>
                </a:lnTo>
                <a:lnTo>
                  <a:pt x="94488" y="397764"/>
                </a:lnTo>
                <a:lnTo>
                  <a:pt x="68580" y="411480"/>
                </a:lnTo>
                <a:close/>
              </a:path>
              <a:path w="372110" h="411479">
                <a:moveTo>
                  <a:pt x="297428" y="300228"/>
                </a:moveTo>
                <a:lnTo>
                  <a:pt x="272795" y="300228"/>
                </a:lnTo>
                <a:lnTo>
                  <a:pt x="272795" y="242316"/>
                </a:lnTo>
                <a:lnTo>
                  <a:pt x="305562" y="242316"/>
                </a:lnTo>
                <a:lnTo>
                  <a:pt x="297180" y="248412"/>
                </a:lnTo>
                <a:lnTo>
                  <a:pt x="297428" y="300228"/>
                </a:lnTo>
                <a:close/>
              </a:path>
              <a:path w="372110" h="411479">
                <a:moveTo>
                  <a:pt x="298990" y="371856"/>
                </a:moveTo>
                <a:lnTo>
                  <a:pt x="272795" y="371856"/>
                </a:lnTo>
                <a:lnTo>
                  <a:pt x="272795" y="310896"/>
                </a:lnTo>
                <a:lnTo>
                  <a:pt x="297571" y="310896"/>
                </a:lnTo>
                <a:lnTo>
                  <a:pt x="298132" y="345376"/>
                </a:lnTo>
                <a:lnTo>
                  <a:pt x="298990" y="371856"/>
                </a:lnTo>
                <a:close/>
              </a:path>
              <a:path w="372110" h="411479">
                <a:moveTo>
                  <a:pt x="272795" y="408432"/>
                </a:moveTo>
                <a:lnTo>
                  <a:pt x="272795" y="381000"/>
                </a:lnTo>
                <a:lnTo>
                  <a:pt x="299456" y="381000"/>
                </a:lnTo>
                <a:lnTo>
                  <a:pt x="300228" y="393192"/>
                </a:lnTo>
                <a:lnTo>
                  <a:pt x="272795" y="40843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" name="object 45"/>
          <p:cNvSpPr/>
          <p:nvPr/>
        </p:nvSpPr>
        <p:spPr>
          <a:xfrm>
            <a:off x="6531864" y="2903219"/>
            <a:ext cx="699770" cy="403860"/>
          </a:xfrm>
          <a:custGeom>
            <a:avLst/>
            <a:gdLst/>
            <a:ahLst/>
            <a:cxnLst/>
            <a:rect l="l" t="t" r="r" b="b"/>
            <a:pathLst>
              <a:path w="699770" h="403860">
                <a:moveTo>
                  <a:pt x="188976" y="262128"/>
                </a:moveTo>
                <a:lnTo>
                  <a:pt x="173736" y="227076"/>
                </a:lnTo>
                <a:lnTo>
                  <a:pt x="135369" y="191935"/>
                </a:lnTo>
                <a:lnTo>
                  <a:pt x="130035" y="187452"/>
                </a:lnTo>
                <a:lnTo>
                  <a:pt x="117348" y="176784"/>
                </a:lnTo>
                <a:lnTo>
                  <a:pt x="120777" y="155054"/>
                </a:lnTo>
                <a:lnTo>
                  <a:pt x="124206" y="124015"/>
                </a:lnTo>
                <a:lnTo>
                  <a:pt x="127635" y="83566"/>
                </a:lnTo>
                <a:lnTo>
                  <a:pt x="131064" y="33528"/>
                </a:lnTo>
                <a:lnTo>
                  <a:pt x="146304" y="21336"/>
                </a:lnTo>
                <a:lnTo>
                  <a:pt x="102108" y="1524"/>
                </a:lnTo>
                <a:lnTo>
                  <a:pt x="101485" y="53555"/>
                </a:lnTo>
                <a:lnTo>
                  <a:pt x="99441" y="100012"/>
                </a:lnTo>
                <a:lnTo>
                  <a:pt x="95669" y="141046"/>
                </a:lnTo>
                <a:lnTo>
                  <a:pt x="83629" y="207645"/>
                </a:lnTo>
                <a:lnTo>
                  <a:pt x="67627" y="262509"/>
                </a:lnTo>
                <a:lnTo>
                  <a:pt x="47358" y="309397"/>
                </a:lnTo>
                <a:lnTo>
                  <a:pt x="18262" y="355739"/>
                </a:lnTo>
                <a:lnTo>
                  <a:pt x="0" y="379476"/>
                </a:lnTo>
                <a:lnTo>
                  <a:pt x="4572" y="384048"/>
                </a:lnTo>
                <a:lnTo>
                  <a:pt x="36106" y="351002"/>
                </a:lnTo>
                <a:lnTo>
                  <a:pt x="65532" y="310896"/>
                </a:lnTo>
                <a:lnTo>
                  <a:pt x="92773" y="258318"/>
                </a:lnTo>
                <a:lnTo>
                  <a:pt x="114300" y="187452"/>
                </a:lnTo>
                <a:lnTo>
                  <a:pt x="129768" y="208584"/>
                </a:lnTo>
                <a:lnTo>
                  <a:pt x="142113" y="228409"/>
                </a:lnTo>
                <a:lnTo>
                  <a:pt x="151587" y="246824"/>
                </a:lnTo>
                <a:lnTo>
                  <a:pt x="158496" y="263652"/>
                </a:lnTo>
                <a:lnTo>
                  <a:pt x="162801" y="275424"/>
                </a:lnTo>
                <a:lnTo>
                  <a:pt x="166687" y="283464"/>
                </a:lnTo>
                <a:lnTo>
                  <a:pt x="170281" y="288086"/>
                </a:lnTo>
                <a:lnTo>
                  <a:pt x="173736" y="289560"/>
                </a:lnTo>
                <a:lnTo>
                  <a:pt x="175260" y="289560"/>
                </a:lnTo>
                <a:lnTo>
                  <a:pt x="178308" y="288036"/>
                </a:lnTo>
                <a:lnTo>
                  <a:pt x="182880" y="283464"/>
                </a:lnTo>
                <a:lnTo>
                  <a:pt x="187452" y="280416"/>
                </a:lnTo>
                <a:lnTo>
                  <a:pt x="188976" y="272796"/>
                </a:lnTo>
                <a:lnTo>
                  <a:pt x="188976" y="262128"/>
                </a:lnTo>
                <a:close/>
              </a:path>
              <a:path w="699770" h="403860">
                <a:moveTo>
                  <a:pt x="405384" y="362712"/>
                </a:moveTo>
                <a:lnTo>
                  <a:pt x="363093" y="334137"/>
                </a:lnTo>
                <a:lnTo>
                  <a:pt x="327660" y="284988"/>
                </a:lnTo>
                <a:lnTo>
                  <a:pt x="300418" y="224599"/>
                </a:lnTo>
                <a:lnTo>
                  <a:pt x="283464" y="163068"/>
                </a:lnTo>
                <a:lnTo>
                  <a:pt x="276517" y="120396"/>
                </a:lnTo>
                <a:lnTo>
                  <a:pt x="272529" y="67056"/>
                </a:lnTo>
                <a:lnTo>
                  <a:pt x="272796" y="35052"/>
                </a:lnTo>
                <a:lnTo>
                  <a:pt x="289560" y="21336"/>
                </a:lnTo>
                <a:lnTo>
                  <a:pt x="243840" y="0"/>
                </a:lnTo>
                <a:lnTo>
                  <a:pt x="244424" y="32296"/>
                </a:lnTo>
                <a:lnTo>
                  <a:pt x="244030" y="62865"/>
                </a:lnTo>
                <a:lnTo>
                  <a:pt x="242760" y="91732"/>
                </a:lnTo>
                <a:lnTo>
                  <a:pt x="238239" y="143433"/>
                </a:lnTo>
                <a:lnTo>
                  <a:pt x="232003" y="188531"/>
                </a:lnTo>
                <a:lnTo>
                  <a:pt x="223494" y="227939"/>
                </a:lnTo>
                <a:lnTo>
                  <a:pt x="211023" y="264515"/>
                </a:lnTo>
                <a:lnTo>
                  <a:pt x="184975" y="315087"/>
                </a:lnTo>
                <a:lnTo>
                  <a:pt x="160020" y="345948"/>
                </a:lnTo>
                <a:lnTo>
                  <a:pt x="131254" y="373570"/>
                </a:lnTo>
                <a:lnTo>
                  <a:pt x="99060" y="397776"/>
                </a:lnTo>
                <a:lnTo>
                  <a:pt x="105156" y="403860"/>
                </a:lnTo>
                <a:lnTo>
                  <a:pt x="141732" y="380619"/>
                </a:lnTo>
                <a:lnTo>
                  <a:pt x="178308" y="350520"/>
                </a:lnTo>
                <a:lnTo>
                  <a:pt x="212026" y="312991"/>
                </a:lnTo>
                <a:lnTo>
                  <a:pt x="237744" y="265176"/>
                </a:lnTo>
                <a:lnTo>
                  <a:pt x="256222" y="202501"/>
                </a:lnTo>
                <a:lnTo>
                  <a:pt x="262382" y="163817"/>
                </a:lnTo>
                <a:lnTo>
                  <a:pt x="266700" y="120396"/>
                </a:lnTo>
                <a:lnTo>
                  <a:pt x="270433" y="154114"/>
                </a:lnTo>
                <a:lnTo>
                  <a:pt x="280200" y="211264"/>
                </a:lnTo>
                <a:lnTo>
                  <a:pt x="293649" y="256133"/>
                </a:lnTo>
                <a:lnTo>
                  <a:pt x="309651" y="297281"/>
                </a:lnTo>
                <a:lnTo>
                  <a:pt x="328510" y="336092"/>
                </a:lnTo>
                <a:lnTo>
                  <a:pt x="353656" y="371436"/>
                </a:lnTo>
                <a:lnTo>
                  <a:pt x="368808" y="387096"/>
                </a:lnTo>
                <a:lnTo>
                  <a:pt x="372808" y="380834"/>
                </a:lnTo>
                <a:lnTo>
                  <a:pt x="380238" y="375856"/>
                </a:lnTo>
                <a:lnTo>
                  <a:pt x="391096" y="372313"/>
                </a:lnTo>
                <a:lnTo>
                  <a:pt x="405384" y="370332"/>
                </a:lnTo>
                <a:lnTo>
                  <a:pt x="405384" y="362712"/>
                </a:lnTo>
                <a:close/>
              </a:path>
              <a:path w="699770" h="403860">
                <a:moveTo>
                  <a:pt x="699516" y="196608"/>
                </a:moveTo>
                <a:lnTo>
                  <a:pt x="582168" y="196608"/>
                </a:lnTo>
                <a:lnTo>
                  <a:pt x="582168" y="234708"/>
                </a:lnTo>
                <a:lnTo>
                  <a:pt x="656844" y="234708"/>
                </a:lnTo>
                <a:lnTo>
                  <a:pt x="656844" y="318528"/>
                </a:lnTo>
                <a:lnTo>
                  <a:pt x="608076" y="328244"/>
                </a:lnTo>
                <a:lnTo>
                  <a:pt x="589788" y="329196"/>
                </a:lnTo>
                <a:lnTo>
                  <a:pt x="577519" y="328625"/>
                </a:lnTo>
                <a:lnTo>
                  <a:pt x="535851" y="315137"/>
                </a:lnTo>
                <a:lnTo>
                  <a:pt x="505485" y="285572"/>
                </a:lnTo>
                <a:lnTo>
                  <a:pt x="486079" y="240753"/>
                </a:lnTo>
                <a:lnTo>
                  <a:pt x="481584" y="196608"/>
                </a:lnTo>
                <a:lnTo>
                  <a:pt x="483527" y="168554"/>
                </a:lnTo>
                <a:lnTo>
                  <a:pt x="498297" y="121589"/>
                </a:lnTo>
                <a:lnTo>
                  <a:pt x="526300" y="86995"/>
                </a:lnTo>
                <a:lnTo>
                  <a:pt x="564108" y="69329"/>
                </a:lnTo>
                <a:lnTo>
                  <a:pt x="586740" y="67068"/>
                </a:lnTo>
                <a:lnTo>
                  <a:pt x="595884" y="67348"/>
                </a:lnTo>
                <a:lnTo>
                  <a:pt x="639127" y="76403"/>
                </a:lnTo>
                <a:lnTo>
                  <a:pt x="660577" y="86588"/>
                </a:lnTo>
                <a:lnTo>
                  <a:pt x="676656" y="96024"/>
                </a:lnTo>
                <a:lnTo>
                  <a:pt x="688848" y="105168"/>
                </a:lnTo>
                <a:lnTo>
                  <a:pt x="693420" y="109740"/>
                </a:lnTo>
                <a:lnTo>
                  <a:pt x="697992" y="109740"/>
                </a:lnTo>
                <a:lnTo>
                  <a:pt x="697992" y="57924"/>
                </a:lnTo>
                <a:lnTo>
                  <a:pt x="691896" y="54876"/>
                </a:lnTo>
                <a:lnTo>
                  <a:pt x="676656" y="48780"/>
                </a:lnTo>
                <a:lnTo>
                  <a:pt x="669836" y="45631"/>
                </a:lnTo>
                <a:lnTo>
                  <a:pt x="663321" y="43065"/>
                </a:lnTo>
                <a:lnTo>
                  <a:pt x="657364" y="41059"/>
                </a:lnTo>
                <a:lnTo>
                  <a:pt x="652272" y="39636"/>
                </a:lnTo>
                <a:lnTo>
                  <a:pt x="645172" y="37363"/>
                </a:lnTo>
                <a:lnTo>
                  <a:pt x="607314" y="30683"/>
                </a:lnTo>
                <a:lnTo>
                  <a:pt x="591312" y="30492"/>
                </a:lnTo>
                <a:lnTo>
                  <a:pt x="574471" y="31076"/>
                </a:lnTo>
                <a:lnTo>
                  <a:pt x="528828" y="41160"/>
                </a:lnTo>
                <a:lnTo>
                  <a:pt x="490029" y="64731"/>
                </a:lnTo>
                <a:lnTo>
                  <a:pt x="461772" y="99072"/>
                </a:lnTo>
                <a:lnTo>
                  <a:pt x="443166" y="143687"/>
                </a:lnTo>
                <a:lnTo>
                  <a:pt x="437388" y="198132"/>
                </a:lnTo>
                <a:lnTo>
                  <a:pt x="437972" y="218135"/>
                </a:lnTo>
                <a:lnTo>
                  <a:pt x="448056" y="271284"/>
                </a:lnTo>
                <a:lnTo>
                  <a:pt x="470344" y="312851"/>
                </a:lnTo>
                <a:lnTo>
                  <a:pt x="502158" y="342722"/>
                </a:lnTo>
                <a:lnTo>
                  <a:pt x="543090" y="359981"/>
                </a:lnTo>
                <a:lnTo>
                  <a:pt x="591312" y="365772"/>
                </a:lnTo>
                <a:lnTo>
                  <a:pt x="608266" y="365582"/>
                </a:lnTo>
                <a:lnTo>
                  <a:pt x="650748" y="356628"/>
                </a:lnTo>
                <a:lnTo>
                  <a:pt x="657364" y="355193"/>
                </a:lnTo>
                <a:lnTo>
                  <a:pt x="663702" y="353199"/>
                </a:lnTo>
                <a:lnTo>
                  <a:pt x="670026" y="350621"/>
                </a:lnTo>
                <a:lnTo>
                  <a:pt x="676656" y="347484"/>
                </a:lnTo>
                <a:lnTo>
                  <a:pt x="685800" y="344436"/>
                </a:lnTo>
                <a:lnTo>
                  <a:pt x="693420" y="341388"/>
                </a:lnTo>
                <a:lnTo>
                  <a:pt x="699516" y="338340"/>
                </a:lnTo>
                <a:lnTo>
                  <a:pt x="699516" y="19660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" name="object 46"/>
          <p:cNvSpPr/>
          <p:nvPr/>
        </p:nvSpPr>
        <p:spPr>
          <a:xfrm>
            <a:off x="7312152" y="2897124"/>
            <a:ext cx="337185" cy="410209"/>
          </a:xfrm>
          <a:custGeom>
            <a:avLst/>
            <a:gdLst/>
            <a:ahLst/>
            <a:cxnLst/>
            <a:rect l="l" t="t" r="r" b="b"/>
            <a:pathLst>
              <a:path w="337184" h="410210">
                <a:moveTo>
                  <a:pt x="172212" y="103632"/>
                </a:moveTo>
                <a:lnTo>
                  <a:pt x="146304" y="103632"/>
                </a:lnTo>
                <a:lnTo>
                  <a:pt x="146065" y="71580"/>
                </a:lnTo>
                <a:lnTo>
                  <a:pt x="145542" y="43815"/>
                </a:lnTo>
                <a:lnTo>
                  <a:pt x="145015" y="19812"/>
                </a:lnTo>
                <a:lnTo>
                  <a:pt x="144780" y="0"/>
                </a:lnTo>
                <a:lnTo>
                  <a:pt x="185928" y="19812"/>
                </a:lnTo>
                <a:lnTo>
                  <a:pt x="172212" y="33528"/>
                </a:lnTo>
                <a:lnTo>
                  <a:pt x="172212" y="103632"/>
                </a:lnTo>
                <a:close/>
              </a:path>
              <a:path w="337184" h="410210">
                <a:moveTo>
                  <a:pt x="334873" y="103632"/>
                </a:moveTo>
                <a:lnTo>
                  <a:pt x="294132" y="103632"/>
                </a:lnTo>
                <a:lnTo>
                  <a:pt x="307848" y="82296"/>
                </a:lnTo>
                <a:lnTo>
                  <a:pt x="334873" y="103632"/>
                </a:lnTo>
                <a:close/>
              </a:path>
              <a:path w="337184" h="410210">
                <a:moveTo>
                  <a:pt x="0" y="274319"/>
                </a:moveTo>
                <a:lnTo>
                  <a:pt x="238" y="256603"/>
                </a:lnTo>
                <a:lnTo>
                  <a:pt x="762" y="235458"/>
                </a:lnTo>
                <a:lnTo>
                  <a:pt x="1285" y="210883"/>
                </a:lnTo>
                <a:lnTo>
                  <a:pt x="1524" y="182880"/>
                </a:lnTo>
                <a:lnTo>
                  <a:pt x="1500" y="154828"/>
                </a:lnTo>
                <a:lnTo>
                  <a:pt x="1333" y="129921"/>
                </a:lnTo>
                <a:lnTo>
                  <a:pt x="881" y="107870"/>
                </a:lnTo>
                <a:lnTo>
                  <a:pt x="0" y="88392"/>
                </a:lnTo>
                <a:lnTo>
                  <a:pt x="25908" y="103632"/>
                </a:lnTo>
                <a:lnTo>
                  <a:pt x="334873" y="103632"/>
                </a:lnTo>
                <a:lnTo>
                  <a:pt x="336804" y="105156"/>
                </a:lnTo>
                <a:lnTo>
                  <a:pt x="326644" y="114300"/>
                </a:lnTo>
                <a:lnTo>
                  <a:pt x="25908" y="114300"/>
                </a:lnTo>
                <a:lnTo>
                  <a:pt x="25908" y="228600"/>
                </a:lnTo>
                <a:lnTo>
                  <a:pt x="321585" y="228600"/>
                </a:lnTo>
                <a:lnTo>
                  <a:pt x="321751" y="239268"/>
                </a:lnTo>
                <a:lnTo>
                  <a:pt x="25908" y="239268"/>
                </a:lnTo>
                <a:lnTo>
                  <a:pt x="25908" y="260604"/>
                </a:lnTo>
                <a:lnTo>
                  <a:pt x="0" y="274319"/>
                </a:lnTo>
                <a:close/>
              </a:path>
              <a:path w="337184" h="410210">
                <a:moveTo>
                  <a:pt x="172212" y="228600"/>
                </a:moveTo>
                <a:lnTo>
                  <a:pt x="146304" y="228600"/>
                </a:lnTo>
                <a:lnTo>
                  <a:pt x="146304" y="114300"/>
                </a:lnTo>
                <a:lnTo>
                  <a:pt x="172212" y="114300"/>
                </a:lnTo>
                <a:lnTo>
                  <a:pt x="172212" y="228600"/>
                </a:lnTo>
                <a:close/>
              </a:path>
              <a:path w="337184" h="410210">
                <a:moveTo>
                  <a:pt x="321585" y="228600"/>
                </a:moveTo>
                <a:lnTo>
                  <a:pt x="297180" y="228600"/>
                </a:lnTo>
                <a:lnTo>
                  <a:pt x="297180" y="114300"/>
                </a:lnTo>
                <a:lnTo>
                  <a:pt x="326644" y="114300"/>
                </a:lnTo>
                <a:lnTo>
                  <a:pt x="321564" y="118872"/>
                </a:lnTo>
                <a:lnTo>
                  <a:pt x="321585" y="228600"/>
                </a:lnTo>
                <a:close/>
              </a:path>
              <a:path w="337184" h="410210">
                <a:moveTo>
                  <a:pt x="144780" y="409956"/>
                </a:moveTo>
                <a:lnTo>
                  <a:pt x="145018" y="383928"/>
                </a:lnTo>
                <a:lnTo>
                  <a:pt x="145577" y="343662"/>
                </a:lnTo>
                <a:lnTo>
                  <a:pt x="146065" y="298727"/>
                </a:lnTo>
                <a:lnTo>
                  <a:pt x="146304" y="239268"/>
                </a:lnTo>
                <a:lnTo>
                  <a:pt x="172212" y="239268"/>
                </a:lnTo>
                <a:lnTo>
                  <a:pt x="172236" y="298727"/>
                </a:lnTo>
                <a:lnTo>
                  <a:pt x="172402" y="343662"/>
                </a:lnTo>
                <a:lnTo>
                  <a:pt x="172854" y="375142"/>
                </a:lnTo>
                <a:lnTo>
                  <a:pt x="173736" y="393192"/>
                </a:lnTo>
                <a:lnTo>
                  <a:pt x="144780" y="409956"/>
                </a:lnTo>
                <a:close/>
              </a:path>
              <a:path w="337184" h="410210">
                <a:moveTo>
                  <a:pt x="297180" y="269748"/>
                </a:moveTo>
                <a:lnTo>
                  <a:pt x="297180" y="239268"/>
                </a:lnTo>
                <a:lnTo>
                  <a:pt x="321751" y="239268"/>
                </a:lnTo>
                <a:lnTo>
                  <a:pt x="322206" y="249674"/>
                </a:lnTo>
                <a:lnTo>
                  <a:pt x="323088" y="260604"/>
                </a:lnTo>
                <a:lnTo>
                  <a:pt x="297180" y="26974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" name="object 47"/>
          <p:cNvSpPr/>
          <p:nvPr/>
        </p:nvSpPr>
        <p:spPr>
          <a:xfrm>
            <a:off x="7712964" y="2900171"/>
            <a:ext cx="855344" cy="405765"/>
          </a:xfrm>
          <a:custGeom>
            <a:avLst/>
            <a:gdLst/>
            <a:ahLst/>
            <a:cxnLst/>
            <a:rect l="l" t="t" r="r" b="b"/>
            <a:pathLst>
              <a:path w="855345" h="405764">
                <a:moveTo>
                  <a:pt x="100888" y="74828"/>
                </a:moveTo>
                <a:lnTo>
                  <a:pt x="77914" y="41529"/>
                </a:lnTo>
                <a:lnTo>
                  <a:pt x="54864" y="24384"/>
                </a:lnTo>
                <a:lnTo>
                  <a:pt x="48768" y="25908"/>
                </a:lnTo>
                <a:lnTo>
                  <a:pt x="58166" y="43586"/>
                </a:lnTo>
                <a:lnTo>
                  <a:pt x="65722" y="59817"/>
                </a:lnTo>
                <a:lnTo>
                  <a:pt x="71259" y="74345"/>
                </a:lnTo>
                <a:lnTo>
                  <a:pt x="74676" y="86868"/>
                </a:lnTo>
                <a:lnTo>
                  <a:pt x="77724" y="97536"/>
                </a:lnTo>
                <a:lnTo>
                  <a:pt x="80772" y="103632"/>
                </a:lnTo>
                <a:lnTo>
                  <a:pt x="85344" y="103632"/>
                </a:lnTo>
                <a:lnTo>
                  <a:pt x="88392" y="102108"/>
                </a:lnTo>
                <a:lnTo>
                  <a:pt x="92964" y="99060"/>
                </a:lnTo>
                <a:lnTo>
                  <a:pt x="97536" y="94488"/>
                </a:lnTo>
                <a:lnTo>
                  <a:pt x="100584" y="89916"/>
                </a:lnTo>
                <a:lnTo>
                  <a:pt x="100584" y="80772"/>
                </a:lnTo>
                <a:lnTo>
                  <a:pt x="100888" y="74828"/>
                </a:lnTo>
                <a:close/>
              </a:path>
              <a:path w="855345" h="405764">
                <a:moveTo>
                  <a:pt x="399288" y="310896"/>
                </a:moveTo>
                <a:lnTo>
                  <a:pt x="378333" y="272224"/>
                </a:lnTo>
                <a:lnTo>
                  <a:pt x="377952" y="245364"/>
                </a:lnTo>
                <a:lnTo>
                  <a:pt x="370332" y="245364"/>
                </a:lnTo>
                <a:lnTo>
                  <a:pt x="365607" y="292303"/>
                </a:lnTo>
                <a:lnTo>
                  <a:pt x="355092" y="315468"/>
                </a:lnTo>
                <a:lnTo>
                  <a:pt x="344424" y="313944"/>
                </a:lnTo>
                <a:lnTo>
                  <a:pt x="316992" y="313944"/>
                </a:lnTo>
                <a:lnTo>
                  <a:pt x="294132" y="184404"/>
                </a:lnTo>
                <a:lnTo>
                  <a:pt x="391668" y="184404"/>
                </a:lnTo>
                <a:lnTo>
                  <a:pt x="359664" y="150876"/>
                </a:lnTo>
                <a:lnTo>
                  <a:pt x="338328" y="173736"/>
                </a:lnTo>
                <a:lnTo>
                  <a:pt x="265176" y="173736"/>
                </a:lnTo>
                <a:lnTo>
                  <a:pt x="265176" y="102108"/>
                </a:lnTo>
                <a:lnTo>
                  <a:pt x="364236" y="102108"/>
                </a:lnTo>
                <a:lnTo>
                  <a:pt x="354533" y="91440"/>
                </a:lnTo>
                <a:lnTo>
                  <a:pt x="333756" y="68580"/>
                </a:lnTo>
                <a:lnTo>
                  <a:pt x="310896" y="91440"/>
                </a:lnTo>
                <a:lnTo>
                  <a:pt x="265176" y="91440"/>
                </a:lnTo>
                <a:lnTo>
                  <a:pt x="265176" y="32004"/>
                </a:lnTo>
                <a:lnTo>
                  <a:pt x="280416" y="18288"/>
                </a:lnTo>
                <a:lnTo>
                  <a:pt x="240792" y="1524"/>
                </a:lnTo>
                <a:lnTo>
                  <a:pt x="241020" y="18148"/>
                </a:lnTo>
                <a:lnTo>
                  <a:pt x="241541" y="38125"/>
                </a:lnTo>
                <a:lnTo>
                  <a:pt x="242011" y="59817"/>
                </a:lnTo>
                <a:lnTo>
                  <a:pt x="242125" y="68580"/>
                </a:lnTo>
                <a:lnTo>
                  <a:pt x="242316" y="91440"/>
                </a:lnTo>
                <a:lnTo>
                  <a:pt x="184404" y="91440"/>
                </a:lnTo>
                <a:lnTo>
                  <a:pt x="188709" y="82537"/>
                </a:lnTo>
                <a:lnTo>
                  <a:pt x="192595" y="73914"/>
                </a:lnTo>
                <a:lnTo>
                  <a:pt x="196189" y="65303"/>
                </a:lnTo>
                <a:lnTo>
                  <a:pt x="199644" y="56388"/>
                </a:lnTo>
                <a:lnTo>
                  <a:pt x="214884" y="50292"/>
                </a:lnTo>
                <a:lnTo>
                  <a:pt x="179832" y="28956"/>
                </a:lnTo>
                <a:lnTo>
                  <a:pt x="178130" y="38125"/>
                </a:lnTo>
                <a:lnTo>
                  <a:pt x="175552" y="49250"/>
                </a:lnTo>
                <a:lnTo>
                  <a:pt x="162204" y="99301"/>
                </a:lnTo>
                <a:lnTo>
                  <a:pt x="146202" y="136931"/>
                </a:lnTo>
                <a:lnTo>
                  <a:pt x="135636" y="155448"/>
                </a:lnTo>
                <a:lnTo>
                  <a:pt x="141732" y="160020"/>
                </a:lnTo>
                <a:lnTo>
                  <a:pt x="152844" y="146265"/>
                </a:lnTo>
                <a:lnTo>
                  <a:pt x="163258" y="132207"/>
                </a:lnTo>
                <a:lnTo>
                  <a:pt x="172796" y="117589"/>
                </a:lnTo>
                <a:lnTo>
                  <a:pt x="181356" y="102108"/>
                </a:lnTo>
                <a:lnTo>
                  <a:pt x="242316" y="102108"/>
                </a:lnTo>
                <a:lnTo>
                  <a:pt x="242316" y="173736"/>
                </a:lnTo>
                <a:lnTo>
                  <a:pt x="118872" y="173736"/>
                </a:lnTo>
                <a:lnTo>
                  <a:pt x="134112" y="188976"/>
                </a:lnTo>
                <a:lnTo>
                  <a:pt x="143205" y="186982"/>
                </a:lnTo>
                <a:lnTo>
                  <a:pt x="152019" y="185547"/>
                </a:lnTo>
                <a:lnTo>
                  <a:pt x="160248" y="184696"/>
                </a:lnTo>
                <a:lnTo>
                  <a:pt x="167640" y="184404"/>
                </a:lnTo>
                <a:lnTo>
                  <a:pt x="205740" y="184404"/>
                </a:lnTo>
                <a:lnTo>
                  <a:pt x="198882" y="232410"/>
                </a:lnTo>
                <a:lnTo>
                  <a:pt x="182880" y="273558"/>
                </a:lnTo>
                <a:lnTo>
                  <a:pt x="157734" y="307848"/>
                </a:lnTo>
                <a:lnTo>
                  <a:pt x="123444" y="335280"/>
                </a:lnTo>
                <a:lnTo>
                  <a:pt x="126492" y="339852"/>
                </a:lnTo>
                <a:lnTo>
                  <a:pt x="169900" y="316217"/>
                </a:lnTo>
                <a:lnTo>
                  <a:pt x="201739" y="282130"/>
                </a:lnTo>
                <a:lnTo>
                  <a:pt x="221856" y="238061"/>
                </a:lnTo>
                <a:lnTo>
                  <a:pt x="230124" y="184404"/>
                </a:lnTo>
                <a:lnTo>
                  <a:pt x="271272" y="184404"/>
                </a:lnTo>
                <a:lnTo>
                  <a:pt x="271386" y="301752"/>
                </a:lnTo>
                <a:lnTo>
                  <a:pt x="303276" y="333756"/>
                </a:lnTo>
                <a:lnTo>
                  <a:pt x="356616" y="333756"/>
                </a:lnTo>
                <a:lnTo>
                  <a:pt x="372059" y="333184"/>
                </a:lnTo>
                <a:lnTo>
                  <a:pt x="384238" y="329184"/>
                </a:lnTo>
                <a:lnTo>
                  <a:pt x="393255" y="321754"/>
                </a:lnTo>
                <a:lnTo>
                  <a:pt x="396748" y="315468"/>
                </a:lnTo>
                <a:lnTo>
                  <a:pt x="399288" y="310896"/>
                </a:lnTo>
                <a:close/>
              </a:path>
              <a:path w="855345" h="405764">
                <a:moveTo>
                  <a:pt x="413004" y="359664"/>
                </a:moveTo>
                <a:lnTo>
                  <a:pt x="367042" y="363651"/>
                </a:lnTo>
                <a:lnTo>
                  <a:pt x="323088" y="366331"/>
                </a:lnTo>
                <a:lnTo>
                  <a:pt x="288899" y="367385"/>
                </a:lnTo>
                <a:lnTo>
                  <a:pt x="242316" y="367284"/>
                </a:lnTo>
                <a:lnTo>
                  <a:pt x="177165" y="361569"/>
                </a:lnTo>
                <a:lnTo>
                  <a:pt x="137160" y="348996"/>
                </a:lnTo>
                <a:lnTo>
                  <a:pt x="104076" y="324612"/>
                </a:lnTo>
                <a:lnTo>
                  <a:pt x="103073" y="323710"/>
                </a:lnTo>
                <a:lnTo>
                  <a:pt x="94488" y="313944"/>
                </a:lnTo>
                <a:lnTo>
                  <a:pt x="94488" y="176784"/>
                </a:lnTo>
                <a:lnTo>
                  <a:pt x="100203" y="172212"/>
                </a:lnTo>
                <a:lnTo>
                  <a:pt x="109728" y="164592"/>
                </a:lnTo>
                <a:lnTo>
                  <a:pt x="82296" y="143256"/>
                </a:lnTo>
                <a:lnTo>
                  <a:pt x="70104" y="161544"/>
                </a:lnTo>
                <a:lnTo>
                  <a:pt x="3048" y="161544"/>
                </a:lnTo>
                <a:lnTo>
                  <a:pt x="19812" y="176784"/>
                </a:lnTo>
                <a:lnTo>
                  <a:pt x="28613" y="174790"/>
                </a:lnTo>
                <a:lnTo>
                  <a:pt x="36576" y="173355"/>
                </a:lnTo>
                <a:lnTo>
                  <a:pt x="43383" y="172504"/>
                </a:lnTo>
                <a:lnTo>
                  <a:pt x="48768" y="172212"/>
                </a:lnTo>
                <a:lnTo>
                  <a:pt x="71628" y="172212"/>
                </a:lnTo>
                <a:lnTo>
                  <a:pt x="71628" y="310896"/>
                </a:lnTo>
                <a:lnTo>
                  <a:pt x="51854" y="320408"/>
                </a:lnTo>
                <a:lnTo>
                  <a:pt x="33566" y="330885"/>
                </a:lnTo>
                <a:lnTo>
                  <a:pt x="16332" y="342836"/>
                </a:lnTo>
                <a:lnTo>
                  <a:pt x="0" y="356616"/>
                </a:lnTo>
                <a:lnTo>
                  <a:pt x="25908" y="377952"/>
                </a:lnTo>
                <a:lnTo>
                  <a:pt x="30213" y="370522"/>
                </a:lnTo>
                <a:lnTo>
                  <a:pt x="36385" y="361950"/>
                </a:lnTo>
                <a:lnTo>
                  <a:pt x="64287" y="332765"/>
                </a:lnTo>
                <a:lnTo>
                  <a:pt x="82296" y="324612"/>
                </a:lnTo>
                <a:lnTo>
                  <a:pt x="87452" y="327761"/>
                </a:lnTo>
                <a:lnTo>
                  <a:pt x="93916" y="332613"/>
                </a:lnTo>
                <a:lnTo>
                  <a:pt x="101790" y="339191"/>
                </a:lnTo>
                <a:lnTo>
                  <a:pt x="122339" y="357187"/>
                </a:lnTo>
                <a:lnTo>
                  <a:pt x="134874" y="365760"/>
                </a:lnTo>
                <a:lnTo>
                  <a:pt x="180213" y="384619"/>
                </a:lnTo>
                <a:lnTo>
                  <a:pt x="221361" y="391477"/>
                </a:lnTo>
                <a:lnTo>
                  <a:pt x="272478" y="393458"/>
                </a:lnTo>
                <a:lnTo>
                  <a:pt x="376428" y="396240"/>
                </a:lnTo>
                <a:lnTo>
                  <a:pt x="378714" y="386765"/>
                </a:lnTo>
                <a:lnTo>
                  <a:pt x="385572" y="378714"/>
                </a:lnTo>
                <a:lnTo>
                  <a:pt x="397002" y="371817"/>
                </a:lnTo>
                <a:lnTo>
                  <a:pt x="408152" y="367601"/>
                </a:lnTo>
                <a:lnTo>
                  <a:pt x="413004" y="365760"/>
                </a:lnTo>
                <a:lnTo>
                  <a:pt x="413004" y="359664"/>
                </a:lnTo>
                <a:close/>
              </a:path>
              <a:path w="855345" h="405764">
                <a:moveTo>
                  <a:pt x="638543" y="109728"/>
                </a:moveTo>
                <a:lnTo>
                  <a:pt x="608063" y="79248"/>
                </a:lnTo>
                <a:lnTo>
                  <a:pt x="589775" y="99060"/>
                </a:lnTo>
                <a:lnTo>
                  <a:pt x="562343" y="99060"/>
                </a:lnTo>
                <a:lnTo>
                  <a:pt x="562343" y="30480"/>
                </a:lnTo>
                <a:lnTo>
                  <a:pt x="577583" y="18288"/>
                </a:lnTo>
                <a:lnTo>
                  <a:pt x="534911" y="0"/>
                </a:lnTo>
                <a:lnTo>
                  <a:pt x="537006" y="39814"/>
                </a:lnTo>
                <a:lnTo>
                  <a:pt x="537959" y="99060"/>
                </a:lnTo>
                <a:lnTo>
                  <a:pt x="454139" y="99060"/>
                </a:lnTo>
                <a:lnTo>
                  <a:pt x="469379" y="114300"/>
                </a:lnTo>
                <a:lnTo>
                  <a:pt x="479666" y="112306"/>
                </a:lnTo>
                <a:lnTo>
                  <a:pt x="489953" y="110871"/>
                </a:lnTo>
                <a:lnTo>
                  <a:pt x="500240" y="110020"/>
                </a:lnTo>
                <a:lnTo>
                  <a:pt x="510527" y="109728"/>
                </a:lnTo>
                <a:lnTo>
                  <a:pt x="537959" y="109728"/>
                </a:lnTo>
                <a:lnTo>
                  <a:pt x="537959" y="192024"/>
                </a:lnTo>
                <a:lnTo>
                  <a:pt x="507669" y="205435"/>
                </a:lnTo>
                <a:lnTo>
                  <a:pt x="483095" y="215836"/>
                </a:lnTo>
                <a:lnTo>
                  <a:pt x="464235" y="223100"/>
                </a:lnTo>
                <a:lnTo>
                  <a:pt x="451091" y="227076"/>
                </a:lnTo>
                <a:lnTo>
                  <a:pt x="475475" y="257556"/>
                </a:lnTo>
                <a:lnTo>
                  <a:pt x="482028" y="248920"/>
                </a:lnTo>
                <a:lnTo>
                  <a:pt x="494715" y="238696"/>
                </a:lnTo>
                <a:lnTo>
                  <a:pt x="513410" y="226491"/>
                </a:lnTo>
                <a:lnTo>
                  <a:pt x="537959" y="211836"/>
                </a:lnTo>
                <a:lnTo>
                  <a:pt x="537959" y="339852"/>
                </a:lnTo>
                <a:lnTo>
                  <a:pt x="536562" y="349834"/>
                </a:lnTo>
                <a:lnTo>
                  <a:pt x="532434" y="356806"/>
                </a:lnTo>
                <a:lnTo>
                  <a:pt x="525754" y="360641"/>
                </a:lnTo>
                <a:lnTo>
                  <a:pt x="516623" y="361188"/>
                </a:lnTo>
                <a:lnTo>
                  <a:pt x="506907" y="360006"/>
                </a:lnTo>
                <a:lnTo>
                  <a:pt x="496049" y="358521"/>
                </a:lnTo>
                <a:lnTo>
                  <a:pt x="484047" y="356476"/>
                </a:lnTo>
                <a:lnTo>
                  <a:pt x="470903" y="353568"/>
                </a:lnTo>
                <a:lnTo>
                  <a:pt x="470903" y="362712"/>
                </a:lnTo>
                <a:lnTo>
                  <a:pt x="493763" y="372122"/>
                </a:lnTo>
                <a:lnTo>
                  <a:pt x="509765" y="381952"/>
                </a:lnTo>
                <a:lnTo>
                  <a:pt x="518909" y="392074"/>
                </a:lnTo>
                <a:lnTo>
                  <a:pt x="521195" y="402336"/>
                </a:lnTo>
                <a:lnTo>
                  <a:pt x="538340" y="394081"/>
                </a:lnTo>
                <a:lnTo>
                  <a:pt x="550913" y="383095"/>
                </a:lnTo>
                <a:lnTo>
                  <a:pt x="558914" y="369557"/>
                </a:lnTo>
                <a:lnTo>
                  <a:pt x="560717" y="361188"/>
                </a:lnTo>
                <a:lnTo>
                  <a:pt x="562343" y="353568"/>
                </a:lnTo>
                <a:lnTo>
                  <a:pt x="562343" y="211836"/>
                </a:lnTo>
                <a:lnTo>
                  <a:pt x="562343" y="199644"/>
                </a:lnTo>
                <a:lnTo>
                  <a:pt x="589775" y="181356"/>
                </a:lnTo>
                <a:lnTo>
                  <a:pt x="626351" y="156972"/>
                </a:lnTo>
                <a:lnTo>
                  <a:pt x="623303" y="152400"/>
                </a:lnTo>
                <a:lnTo>
                  <a:pt x="562343" y="181356"/>
                </a:lnTo>
                <a:lnTo>
                  <a:pt x="562343" y="109728"/>
                </a:lnTo>
                <a:lnTo>
                  <a:pt x="638543" y="109728"/>
                </a:lnTo>
                <a:close/>
              </a:path>
              <a:path w="855345" h="405764">
                <a:moveTo>
                  <a:pt x="851903" y="163068"/>
                </a:moveTo>
                <a:lnTo>
                  <a:pt x="807123" y="159854"/>
                </a:lnTo>
                <a:lnTo>
                  <a:pt x="766559" y="146685"/>
                </a:lnTo>
                <a:lnTo>
                  <a:pt x="759701" y="143256"/>
                </a:lnTo>
                <a:lnTo>
                  <a:pt x="751128" y="138976"/>
                </a:lnTo>
                <a:lnTo>
                  <a:pt x="734555" y="129540"/>
                </a:lnTo>
                <a:lnTo>
                  <a:pt x="748309" y="115824"/>
                </a:lnTo>
                <a:lnTo>
                  <a:pt x="752589" y="111569"/>
                </a:lnTo>
                <a:lnTo>
                  <a:pt x="770178" y="92011"/>
                </a:lnTo>
                <a:lnTo>
                  <a:pt x="787501" y="71043"/>
                </a:lnTo>
                <a:lnTo>
                  <a:pt x="804659" y="48768"/>
                </a:lnTo>
                <a:lnTo>
                  <a:pt x="818070" y="42672"/>
                </a:lnTo>
                <a:lnTo>
                  <a:pt x="821423" y="41148"/>
                </a:lnTo>
                <a:lnTo>
                  <a:pt x="790943" y="15240"/>
                </a:lnTo>
                <a:lnTo>
                  <a:pt x="777227" y="30327"/>
                </a:lnTo>
                <a:lnTo>
                  <a:pt x="777227" y="42672"/>
                </a:lnTo>
                <a:lnTo>
                  <a:pt x="764921" y="60960"/>
                </a:lnTo>
                <a:lnTo>
                  <a:pt x="750747" y="79248"/>
                </a:lnTo>
                <a:lnTo>
                  <a:pt x="734580" y="97536"/>
                </a:lnTo>
                <a:lnTo>
                  <a:pt x="716267" y="115824"/>
                </a:lnTo>
                <a:lnTo>
                  <a:pt x="700633" y="101828"/>
                </a:lnTo>
                <a:lnTo>
                  <a:pt x="685977" y="84963"/>
                </a:lnTo>
                <a:lnTo>
                  <a:pt x="672769" y="65252"/>
                </a:lnTo>
                <a:lnTo>
                  <a:pt x="661403" y="42672"/>
                </a:lnTo>
                <a:lnTo>
                  <a:pt x="777227" y="42672"/>
                </a:lnTo>
                <a:lnTo>
                  <a:pt x="777227" y="30327"/>
                </a:lnTo>
                <a:lnTo>
                  <a:pt x="775703" y="32004"/>
                </a:lnTo>
                <a:lnTo>
                  <a:pt x="608063" y="32004"/>
                </a:lnTo>
                <a:lnTo>
                  <a:pt x="623303" y="45720"/>
                </a:lnTo>
                <a:lnTo>
                  <a:pt x="641591" y="42672"/>
                </a:lnTo>
                <a:lnTo>
                  <a:pt x="652259" y="42672"/>
                </a:lnTo>
                <a:lnTo>
                  <a:pt x="661174" y="65252"/>
                </a:lnTo>
                <a:lnTo>
                  <a:pt x="672071" y="87249"/>
                </a:lnTo>
                <a:lnTo>
                  <a:pt x="685266" y="108686"/>
                </a:lnTo>
                <a:lnTo>
                  <a:pt x="701027" y="129540"/>
                </a:lnTo>
                <a:lnTo>
                  <a:pt x="675576" y="149542"/>
                </a:lnTo>
                <a:lnTo>
                  <a:pt x="647115" y="168402"/>
                </a:lnTo>
                <a:lnTo>
                  <a:pt x="615518" y="186118"/>
                </a:lnTo>
                <a:lnTo>
                  <a:pt x="580631" y="202692"/>
                </a:lnTo>
                <a:lnTo>
                  <a:pt x="582155" y="210312"/>
                </a:lnTo>
                <a:lnTo>
                  <a:pt x="617042" y="198335"/>
                </a:lnTo>
                <a:lnTo>
                  <a:pt x="650925" y="183070"/>
                </a:lnTo>
                <a:lnTo>
                  <a:pt x="683958" y="164668"/>
                </a:lnTo>
                <a:lnTo>
                  <a:pt x="716267" y="143256"/>
                </a:lnTo>
                <a:lnTo>
                  <a:pt x="740841" y="160121"/>
                </a:lnTo>
                <a:lnTo>
                  <a:pt x="766559" y="174117"/>
                </a:lnTo>
                <a:lnTo>
                  <a:pt x="793369" y="185242"/>
                </a:lnTo>
                <a:lnTo>
                  <a:pt x="821423" y="193548"/>
                </a:lnTo>
                <a:lnTo>
                  <a:pt x="823404" y="185267"/>
                </a:lnTo>
                <a:lnTo>
                  <a:pt x="829233" y="178498"/>
                </a:lnTo>
                <a:lnTo>
                  <a:pt x="838784" y="173189"/>
                </a:lnTo>
                <a:lnTo>
                  <a:pt x="851903" y="169164"/>
                </a:lnTo>
                <a:lnTo>
                  <a:pt x="851903" y="163068"/>
                </a:lnTo>
                <a:close/>
              </a:path>
              <a:path w="855345" h="405764">
                <a:moveTo>
                  <a:pt x="854951" y="307848"/>
                </a:moveTo>
                <a:lnTo>
                  <a:pt x="822947" y="274320"/>
                </a:lnTo>
                <a:lnTo>
                  <a:pt x="800087" y="297180"/>
                </a:lnTo>
                <a:lnTo>
                  <a:pt x="728459" y="297180"/>
                </a:lnTo>
                <a:lnTo>
                  <a:pt x="728459" y="236220"/>
                </a:lnTo>
                <a:lnTo>
                  <a:pt x="830567" y="236220"/>
                </a:lnTo>
                <a:lnTo>
                  <a:pt x="800087" y="204216"/>
                </a:lnTo>
                <a:lnTo>
                  <a:pt x="778751" y="225552"/>
                </a:lnTo>
                <a:lnTo>
                  <a:pt x="728459" y="225552"/>
                </a:lnTo>
                <a:lnTo>
                  <a:pt x="728459" y="192024"/>
                </a:lnTo>
                <a:lnTo>
                  <a:pt x="746747" y="181356"/>
                </a:lnTo>
                <a:lnTo>
                  <a:pt x="702551" y="161544"/>
                </a:lnTo>
                <a:lnTo>
                  <a:pt x="703440" y="177546"/>
                </a:lnTo>
                <a:lnTo>
                  <a:pt x="703846" y="192024"/>
                </a:lnTo>
                <a:lnTo>
                  <a:pt x="703948" y="199644"/>
                </a:lnTo>
                <a:lnTo>
                  <a:pt x="704075" y="225552"/>
                </a:lnTo>
                <a:lnTo>
                  <a:pt x="608063" y="225552"/>
                </a:lnTo>
                <a:lnTo>
                  <a:pt x="624827" y="240792"/>
                </a:lnTo>
                <a:lnTo>
                  <a:pt x="634263" y="238798"/>
                </a:lnTo>
                <a:lnTo>
                  <a:pt x="644258" y="237363"/>
                </a:lnTo>
                <a:lnTo>
                  <a:pt x="654837" y="236512"/>
                </a:lnTo>
                <a:lnTo>
                  <a:pt x="665975" y="236220"/>
                </a:lnTo>
                <a:lnTo>
                  <a:pt x="704075" y="236220"/>
                </a:lnTo>
                <a:lnTo>
                  <a:pt x="704075" y="297180"/>
                </a:lnTo>
                <a:lnTo>
                  <a:pt x="586727" y="297180"/>
                </a:lnTo>
                <a:lnTo>
                  <a:pt x="601967" y="312420"/>
                </a:lnTo>
                <a:lnTo>
                  <a:pt x="611403" y="310426"/>
                </a:lnTo>
                <a:lnTo>
                  <a:pt x="621398" y="308991"/>
                </a:lnTo>
                <a:lnTo>
                  <a:pt x="631977" y="308140"/>
                </a:lnTo>
                <a:lnTo>
                  <a:pt x="643115" y="307848"/>
                </a:lnTo>
                <a:lnTo>
                  <a:pt x="704075" y="307848"/>
                </a:lnTo>
                <a:lnTo>
                  <a:pt x="703884" y="354901"/>
                </a:lnTo>
                <a:lnTo>
                  <a:pt x="702551" y="405384"/>
                </a:lnTo>
                <a:lnTo>
                  <a:pt x="729983" y="394716"/>
                </a:lnTo>
                <a:lnTo>
                  <a:pt x="729107" y="378142"/>
                </a:lnTo>
                <a:lnTo>
                  <a:pt x="728649" y="356806"/>
                </a:lnTo>
                <a:lnTo>
                  <a:pt x="728522" y="339852"/>
                </a:lnTo>
                <a:lnTo>
                  <a:pt x="728459" y="307848"/>
                </a:lnTo>
                <a:lnTo>
                  <a:pt x="854951" y="30784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" name="object 48"/>
          <p:cNvSpPr/>
          <p:nvPr/>
        </p:nvSpPr>
        <p:spPr>
          <a:xfrm>
            <a:off x="8615171" y="2897123"/>
            <a:ext cx="391795" cy="408940"/>
          </a:xfrm>
          <a:custGeom>
            <a:avLst/>
            <a:gdLst/>
            <a:ahLst/>
            <a:cxnLst/>
            <a:rect l="l" t="t" r="r" b="b"/>
            <a:pathLst>
              <a:path w="391795" h="408939">
                <a:moveTo>
                  <a:pt x="275843" y="94488"/>
                </a:moveTo>
                <a:lnTo>
                  <a:pt x="254507" y="94488"/>
                </a:lnTo>
                <a:lnTo>
                  <a:pt x="254246" y="60769"/>
                </a:lnTo>
                <a:lnTo>
                  <a:pt x="253741" y="35052"/>
                </a:lnTo>
                <a:lnTo>
                  <a:pt x="253222" y="14549"/>
                </a:lnTo>
                <a:lnTo>
                  <a:pt x="252983" y="0"/>
                </a:lnTo>
                <a:lnTo>
                  <a:pt x="294131" y="22860"/>
                </a:lnTo>
                <a:lnTo>
                  <a:pt x="275843" y="35052"/>
                </a:lnTo>
                <a:lnTo>
                  <a:pt x="275843" y="94488"/>
                </a:lnTo>
                <a:close/>
              </a:path>
              <a:path w="391795" h="408939">
                <a:moveTo>
                  <a:pt x="15239" y="192024"/>
                </a:moveTo>
                <a:lnTo>
                  <a:pt x="0" y="160020"/>
                </a:lnTo>
                <a:lnTo>
                  <a:pt x="9429" y="157114"/>
                </a:lnTo>
                <a:lnTo>
                  <a:pt x="19430" y="148209"/>
                </a:lnTo>
                <a:lnTo>
                  <a:pt x="41147" y="111252"/>
                </a:lnTo>
                <a:lnTo>
                  <a:pt x="61721" y="60769"/>
                </a:lnTo>
                <a:lnTo>
                  <a:pt x="77724" y="9144"/>
                </a:lnTo>
                <a:lnTo>
                  <a:pt x="114299" y="28956"/>
                </a:lnTo>
                <a:lnTo>
                  <a:pt x="99059" y="36576"/>
                </a:lnTo>
                <a:lnTo>
                  <a:pt x="81010" y="70866"/>
                </a:lnTo>
                <a:lnTo>
                  <a:pt x="63245" y="102870"/>
                </a:lnTo>
                <a:lnTo>
                  <a:pt x="45481" y="132588"/>
                </a:lnTo>
                <a:lnTo>
                  <a:pt x="27431" y="160020"/>
                </a:lnTo>
                <a:lnTo>
                  <a:pt x="122672" y="160020"/>
                </a:lnTo>
                <a:lnTo>
                  <a:pt x="121491" y="161544"/>
                </a:lnTo>
                <a:lnTo>
                  <a:pt x="115243" y="169164"/>
                </a:lnTo>
                <a:lnTo>
                  <a:pt x="92964" y="169164"/>
                </a:lnTo>
                <a:lnTo>
                  <a:pt x="82034" y="171211"/>
                </a:lnTo>
                <a:lnTo>
                  <a:pt x="42671" y="179379"/>
                </a:lnTo>
                <a:lnTo>
                  <a:pt x="24383" y="186856"/>
                </a:lnTo>
                <a:lnTo>
                  <a:pt x="15239" y="192024"/>
                </a:lnTo>
                <a:close/>
              </a:path>
              <a:path w="391795" h="408939">
                <a:moveTo>
                  <a:pt x="169163" y="109728"/>
                </a:moveTo>
                <a:lnTo>
                  <a:pt x="152399" y="94488"/>
                </a:lnTo>
                <a:lnTo>
                  <a:pt x="341376" y="94488"/>
                </a:lnTo>
                <a:lnTo>
                  <a:pt x="361188" y="73152"/>
                </a:lnTo>
                <a:lnTo>
                  <a:pt x="391668" y="105156"/>
                </a:lnTo>
                <a:lnTo>
                  <a:pt x="210311" y="105156"/>
                </a:lnTo>
                <a:lnTo>
                  <a:pt x="199167" y="105441"/>
                </a:lnTo>
                <a:lnTo>
                  <a:pt x="188594" y="106299"/>
                </a:lnTo>
                <a:lnTo>
                  <a:pt x="178593" y="107727"/>
                </a:lnTo>
                <a:lnTo>
                  <a:pt x="169163" y="109728"/>
                </a:lnTo>
                <a:close/>
              </a:path>
              <a:path w="391795" h="408939">
                <a:moveTo>
                  <a:pt x="122672" y="160020"/>
                </a:moveTo>
                <a:lnTo>
                  <a:pt x="27431" y="160020"/>
                </a:lnTo>
                <a:lnTo>
                  <a:pt x="97535" y="158496"/>
                </a:lnTo>
                <a:lnTo>
                  <a:pt x="107275" y="142755"/>
                </a:lnTo>
                <a:lnTo>
                  <a:pt x="116014" y="127444"/>
                </a:lnTo>
                <a:lnTo>
                  <a:pt x="123896" y="112418"/>
                </a:lnTo>
                <a:lnTo>
                  <a:pt x="131063" y="97536"/>
                </a:lnTo>
                <a:lnTo>
                  <a:pt x="161543" y="120396"/>
                </a:lnTo>
                <a:lnTo>
                  <a:pt x="146303" y="129540"/>
                </a:lnTo>
                <a:lnTo>
                  <a:pt x="122672" y="160020"/>
                </a:lnTo>
                <a:close/>
              </a:path>
              <a:path w="391795" h="408939">
                <a:moveTo>
                  <a:pt x="275843" y="182880"/>
                </a:moveTo>
                <a:lnTo>
                  <a:pt x="254507" y="182880"/>
                </a:lnTo>
                <a:lnTo>
                  <a:pt x="254507" y="105156"/>
                </a:lnTo>
                <a:lnTo>
                  <a:pt x="275843" y="105156"/>
                </a:lnTo>
                <a:lnTo>
                  <a:pt x="275843" y="182880"/>
                </a:lnTo>
                <a:close/>
              </a:path>
              <a:path w="391795" h="408939">
                <a:moveTo>
                  <a:pt x="184403" y="199644"/>
                </a:moveTo>
                <a:lnTo>
                  <a:pt x="169163" y="182880"/>
                </a:lnTo>
                <a:lnTo>
                  <a:pt x="323088" y="182880"/>
                </a:lnTo>
                <a:lnTo>
                  <a:pt x="344424" y="163068"/>
                </a:lnTo>
                <a:lnTo>
                  <a:pt x="373380" y="193548"/>
                </a:lnTo>
                <a:lnTo>
                  <a:pt x="225551" y="193548"/>
                </a:lnTo>
                <a:lnTo>
                  <a:pt x="215050" y="193857"/>
                </a:lnTo>
                <a:lnTo>
                  <a:pt x="204406" y="194881"/>
                </a:lnTo>
                <a:lnTo>
                  <a:pt x="194048" y="196762"/>
                </a:lnTo>
                <a:lnTo>
                  <a:pt x="184403" y="199644"/>
                </a:lnTo>
                <a:close/>
              </a:path>
              <a:path w="391795" h="408939">
                <a:moveTo>
                  <a:pt x="27431" y="292607"/>
                </a:moveTo>
                <a:lnTo>
                  <a:pt x="9143" y="262128"/>
                </a:lnTo>
                <a:lnTo>
                  <a:pt x="15978" y="258627"/>
                </a:lnTo>
                <a:lnTo>
                  <a:pt x="22669" y="254698"/>
                </a:lnTo>
                <a:lnTo>
                  <a:pt x="55435" y="219646"/>
                </a:lnTo>
                <a:lnTo>
                  <a:pt x="92964" y="169164"/>
                </a:lnTo>
                <a:lnTo>
                  <a:pt x="115243" y="169164"/>
                </a:lnTo>
                <a:lnTo>
                  <a:pt x="95249" y="193548"/>
                </a:lnTo>
                <a:lnTo>
                  <a:pt x="67865" y="225552"/>
                </a:lnTo>
                <a:lnTo>
                  <a:pt x="39624" y="257556"/>
                </a:lnTo>
                <a:lnTo>
                  <a:pt x="117478" y="257556"/>
                </a:lnTo>
                <a:lnTo>
                  <a:pt x="94488" y="263652"/>
                </a:lnTo>
                <a:lnTo>
                  <a:pt x="73080" y="270533"/>
                </a:lnTo>
                <a:lnTo>
                  <a:pt x="54673" y="277558"/>
                </a:lnTo>
                <a:lnTo>
                  <a:pt x="39409" y="284868"/>
                </a:lnTo>
                <a:lnTo>
                  <a:pt x="27431" y="292607"/>
                </a:lnTo>
                <a:close/>
              </a:path>
              <a:path w="391795" h="408939">
                <a:moveTo>
                  <a:pt x="182879" y="408432"/>
                </a:moveTo>
                <a:lnTo>
                  <a:pt x="183761" y="388167"/>
                </a:lnTo>
                <a:lnTo>
                  <a:pt x="184193" y="367284"/>
                </a:lnTo>
                <a:lnTo>
                  <a:pt x="184311" y="284868"/>
                </a:lnTo>
                <a:lnTo>
                  <a:pt x="184213" y="271653"/>
                </a:lnTo>
                <a:lnTo>
                  <a:pt x="183761" y="250793"/>
                </a:lnTo>
                <a:lnTo>
                  <a:pt x="182879" y="231648"/>
                </a:lnTo>
                <a:lnTo>
                  <a:pt x="210311" y="248412"/>
                </a:lnTo>
                <a:lnTo>
                  <a:pt x="361188" y="248412"/>
                </a:lnTo>
                <a:lnTo>
                  <a:pt x="368808" y="256031"/>
                </a:lnTo>
                <a:lnTo>
                  <a:pt x="366630" y="257556"/>
                </a:lnTo>
                <a:lnTo>
                  <a:pt x="207263" y="257556"/>
                </a:lnTo>
                <a:lnTo>
                  <a:pt x="207263" y="356616"/>
                </a:lnTo>
                <a:lnTo>
                  <a:pt x="353597" y="356616"/>
                </a:lnTo>
                <a:lnTo>
                  <a:pt x="353719" y="367284"/>
                </a:lnTo>
                <a:lnTo>
                  <a:pt x="207263" y="367284"/>
                </a:lnTo>
                <a:lnTo>
                  <a:pt x="207263" y="396240"/>
                </a:lnTo>
                <a:lnTo>
                  <a:pt x="182879" y="408432"/>
                </a:lnTo>
                <a:close/>
              </a:path>
              <a:path w="391795" h="408939">
                <a:moveTo>
                  <a:pt x="361188" y="248412"/>
                </a:moveTo>
                <a:lnTo>
                  <a:pt x="329184" y="248412"/>
                </a:lnTo>
                <a:lnTo>
                  <a:pt x="344424" y="231648"/>
                </a:lnTo>
                <a:lnTo>
                  <a:pt x="361188" y="248412"/>
                </a:lnTo>
                <a:close/>
              </a:path>
              <a:path w="391795" h="408939">
                <a:moveTo>
                  <a:pt x="117478" y="257556"/>
                </a:moveTo>
                <a:lnTo>
                  <a:pt x="39624" y="257556"/>
                </a:lnTo>
                <a:lnTo>
                  <a:pt x="160019" y="239268"/>
                </a:lnTo>
                <a:lnTo>
                  <a:pt x="160019" y="245364"/>
                </a:lnTo>
                <a:lnTo>
                  <a:pt x="148066" y="249078"/>
                </a:lnTo>
                <a:lnTo>
                  <a:pt x="132968" y="253365"/>
                </a:lnTo>
                <a:lnTo>
                  <a:pt x="117478" y="257556"/>
                </a:lnTo>
                <a:close/>
              </a:path>
              <a:path w="391795" h="408939">
                <a:moveTo>
                  <a:pt x="353597" y="356616"/>
                </a:moveTo>
                <a:lnTo>
                  <a:pt x="330708" y="356616"/>
                </a:lnTo>
                <a:lnTo>
                  <a:pt x="330708" y="257556"/>
                </a:lnTo>
                <a:lnTo>
                  <a:pt x="366630" y="257556"/>
                </a:lnTo>
                <a:lnTo>
                  <a:pt x="353568" y="266700"/>
                </a:lnTo>
                <a:lnTo>
                  <a:pt x="353597" y="356616"/>
                </a:lnTo>
                <a:close/>
              </a:path>
              <a:path w="391795" h="408939">
                <a:moveTo>
                  <a:pt x="16764" y="384048"/>
                </a:moveTo>
                <a:lnTo>
                  <a:pt x="0" y="350520"/>
                </a:lnTo>
                <a:lnTo>
                  <a:pt x="26669" y="345567"/>
                </a:lnTo>
                <a:lnTo>
                  <a:pt x="41576" y="342376"/>
                </a:lnTo>
                <a:lnTo>
                  <a:pt x="57912" y="338328"/>
                </a:lnTo>
                <a:lnTo>
                  <a:pt x="77342" y="334041"/>
                </a:lnTo>
                <a:lnTo>
                  <a:pt x="101345" y="328041"/>
                </a:lnTo>
                <a:lnTo>
                  <a:pt x="129920" y="320325"/>
                </a:lnTo>
                <a:lnTo>
                  <a:pt x="163067" y="310895"/>
                </a:lnTo>
                <a:lnTo>
                  <a:pt x="164591" y="316992"/>
                </a:lnTo>
                <a:lnTo>
                  <a:pt x="107418" y="340113"/>
                </a:lnTo>
                <a:lnTo>
                  <a:pt x="63817" y="359092"/>
                </a:lnTo>
                <a:lnTo>
                  <a:pt x="33647" y="373784"/>
                </a:lnTo>
                <a:lnTo>
                  <a:pt x="16764" y="384048"/>
                </a:lnTo>
                <a:close/>
              </a:path>
              <a:path w="391795" h="408939">
                <a:moveTo>
                  <a:pt x="330708" y="402336"/>
                </a:moveTo>
                <a:lnTo>
                  <a:pt x="330708" y="367284"/>
                </a:lnTo>
                <a:lnTo>
                  <a:pt x="353719" y="367284"/>
                </a:lnTo>
                <a:lnTo>
                  <a:pt x="353758" y="370713"/>
                </a:lnTo>
                <a:lnTo>
                  <a:pt x="354210" y="382476"/>
                </a:lnTo>
                <a:lnTo>
                  <a:pt x="355092" y="391668"/>
                </a:lnTo>
                <a:lnTo>
                  <a:pt x="330708" y="40233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" name="object 49"/>
          <p:cNvSpPr/>
          <p:nvPr/>
        </p:nvSpPr>
        <p:spPr>
          <a:xfrm>
            <a:off x="9072371" y="2900172"/>
            <a:ext cx="365760" cy="398145"/>
          </a:xfrm>
          <a:custGeom>
            <a:avLst/>
            <a:gdLst/>
            <a:ahLst/>
            <a:cxnLst/>
            <a:rect l="l" t="t" r="r" b="b"/>
            <a:pathLst>
              <a:path w="365759" h="398145">
                <a:moveTo>
                  <a:pt x="188976" y="150875"/>
                </a:moveTo>
                <a:lnTo>
                  <a:pt x="164592" y="150875"/>
                </a:lnTo>
                <a:lnTo>
                  <a:pt x="164502" y="80771"/>
                </a:lnTo>
                <a:lnTo>
                  <a:pt x="164401" y="54863"/>
                </a:lnTo>
                <a:lnTo>
                  <a:pt x="163949" y="22288"/>
                </a:lnTo>
                <a:lnTo>
                  <a:pt x="163068" y="0"/>
                </a:lnTo>
                <a:lnTo>
                  <a:pt x="202692" y="15239"/>
                </a:lnTo>
                <a:lnTo>
                  <a:pt x="188976" y="28955"/>
                </a:lnTo>
                <a:lnTo>
                  <a:pt x="188976" y="70103"/>
                </a:lnTo>
                <a:lnTo>
                  <a:pt x="345948" y="70103"/>
                </a:lnTo>
                <a:lnTo>
                  <a:pt x="356616" y="80771"/>
                </a:lnTo>
                <a:lnTo>
                  <a:pt x="188976" y="80771"/>
                </a:lnTo>
                <a:lnTo>
                  <a:pt x="188976" y="150875"/>
                </a:lnTo>
                <a:close/>
              </a:path>
              <a:path w="365759" h="398145">
                <a:moveTo>
                  <a:pt x="345948" y="70103"/>
                </a:moveTo>
                <a:lnTo>
                  <a:pt x="303276" y="70103"/>
                </a:lnTo>
                <a:lnTo>
                  <a:pt x="324612" y="48767"/>
                </a:lnTo>
                <a:lnTo>
                  <a:pt x="345948" y="70103"/>
                </a:lnTo>
                <a:close/>
              </a:path>
              <a:path w="365759" h="398145">
                <a:moveTo>
                  <a:pt x="312928" y="150875"/>
                </a:moveTo>
                <a:lnTo>
                  <a:pt x="278892" y="150875"/>
                </a:lnTo>
                <a:lnTo>
                  <a:pt x="295656" y="132587"/>
                </a:lnTo>
                <a:lnTo>
                  <a:pt x="312928" y="150875"/>
                </a:lnTo>
                <a:close/>
              </a:path>
              <a:path w="365759" h="398145">
                <a:moveTo>
                  <a:pt x="62484" y="298703"/>
                </a:moveTo>
                <a:lnTo>
                  <a:pt x="63365" y="280130"/>
                </a:lnTo>
                <a:lnTo>
                  <a:pt x="63817" y="260984"/>
                </a:lnTo>
                <a:lnTo>
                  <a:pt x="63984" y="241268"/>
                </a:lnTo>
                <a:lnTo>
                  <a:pt x="63984" y="199524"/>
                </a:lnTo>
                <a:lnTo>
                  <a:pt x="63817" y="178498"/>
                </a:lnTo>
                <a:lnTo>
                  <a:pt x="63365" y="157757"/>
                </a:lnTo>
                <a:lnTo>
                  <a:pt x="62484" y="137159"/>
                </a:lnTo>
                <a:lnTo>
                  <a:pt x="89916" y="150875"/>
                </a:lnTo>
                <a:lnTo>
                  <a:pt x="312928" y="150875"/>
                </a:lnTo>
                <a:lnTo>
                  <a:pt x="321564" y="160019"/>
                </a:lnTo>
                <a:lnTo>
                  <a:pt x="319659" y="161543"/>
                </a:lnTo>
                <a:lnTo>
                  <a:pt x="89916" y="161543"/>
                </a:lnTo>
                <a:lnTo>
                  <a:pt x="89916" y="257555"/>
                </a:lnTo>
                <a:lnTo>
                  <a:pt x="306827" y="257555"/>
                </a:lnTo>
                <a:lnTo>
                  <a:pt x="306966" y="265223"/>
                </a:lnTo>
                <a:lnTo>
                  <a:pt x="307038" y="266699"/>
                </a:lnTo>
                <a:lnTo>
                  <a:pt x="89916" y="266699"/>
                </a:lnTo>
                <a:lnTo>
                  <a:pt x="89916" y="288035"/>
                </a:lnTo>
                <a:lnTo>
                  <a:pt x="62484" y="298703"/>
                </a:lnTo>
                <a:close/>
              </a:path>
              <a:path w="365759" h="398145">
                <a:moveTo>
                  <a:pt x="306827" y="257555"/>
                </a:moveTo>
                <a:lnTo>
                  <a:pt x="281940" y="257555"/>
                </a:lnTo>
                <a:lnTo>
                  <a:pt x="281940" y="161543"/>
                </a:lnTo>
                <a:lnTo>
                  <a:pt x="319659" y="161543"/>
                </a:lnTo>
                <a:lnTo>
                  <a:pt x="306323" y="172211"/>
                </a:lnTo>
                <a:lnTo>
                  <a:pt x="306410" y="220979"/>
                </a:lnTo>
                <a:lnTo>
                  <a:pt x="306530" y="241268"/>
                </a:lnTo>
                <a:lnTo>
                  <a:pt x="306827" y="257555"/>
                </a:lnTo>
                <a:close/>
              </a:path>
              <a:path w="365759" h="398145">
                <a:moveTo>
                  <a:pt x="281940" y="292607"/>
                </a:moveTo>
                <a:lnTo>
                  <a:pt x="281940" y="266699"/>
                </a:lnTo>
                <a:lnTo>
                  <a:pt x="307038" y="266699"/>
                </a:lnTo>
                <a:lnTo>
                  <a:pt x="307847" y="283463"/>
                </a:lnTo>
                <a:lnTo>
                  <a:pt x="281940" y="292607"/>
                </a:lnTo>
                <a:close/>
              </a:path>
              <a:path w="365759" h="398145">
                <a:moveTo>
                  <a:pt x="24384" y="397763"/>
                </a:moveTo>
                <a:lnTo>
                  <a:pt x="15240" y="397763"/>
                </a:lnTo>
                <a:lnTo>
                  <a:pt x="12192" y="396239"/>
                </a:lnTo>
                <a:lnTo>
                  <a:pt x="3048" y="390144"/>
                </a:lnTo>
                <a:lnTo>
                  <a:pt x="0" y="387096"/>
                </a:lnTo>
                <a:lnTo>
                  <a:pt x="0" y="381000"/>
                </a:lnTo>
                <a:lnTo>
                  <a:pt x="3048" y="376427"/>
                </a:lnTo>
                <a:lnTo>
                  <a:pt x="9144" y="371856"/>
                </a:lnTo>
                <a:lnTo>
                  <a:pt x="16573" y="366141"/>
                </a:lnTo>
                <a:lnTo>
                  <a:pt x="41529" y="332994"/>
                </a:lnTo>
                <a:lnTo>
                  <a:pt x="53340" y="307847"/>
                </a:lnTo>
                <a:lnTo>
                  <a:pt x="60960" y="307847"/>
                </a:lnTo>
                <a:lnTo>
                  <a:pt x="50292" y="361187"/>
                </a:lnTo>
                <a:lnTo>
                  <a:pt x="32004" y="393192"/>
                </a:lnTo>
                <a:lnTo>
                  <a:pt x="24384" y="397763"/>
                </a:lnTo>
                <a:close/>
              </a:path>
              <a:path w="365759" h="398145">
                <a:moveTo>
                  <a:pt x="147828" y="394716"/>
                </a:moveTo>
                <a:lnTo>
                  <a:pt x="141732" y="394716"/>
                </a:lnTo>
                <a:lnTo>
                  <a:pt x="138684" y="388620"/>
                </a:lnTo>
                <a:lnTo>
                  <a:pt x="137160" y="376427"/>
                </a:lnTo>
                <a:lnTo>
                  <a:pt x="134874" y="363259"/>
                </a:lnTo>
                <a:lnTo>
                  <a:pt x="130302" y="348805"/>
                </a:lnTo>
                <a:lnTo>
                  <a:pt x="123444" y="332922"/>
                </a:lnTo>
                <a:lnTo>
                  <a:pt x="114300" y="315467"/>
                </a:lnTo>
                <a:lnTo>
                  <a:pt x="118872" y="310895"/>
                </a:lnTo>
                <a:lnTo>
                  <a:pt x="154447" y="343685"/>
                </a:lnTo>
                <a:lnTo>
                  <a:pt x="163068" y="362712"/>
                </a:lnTo>
                <a:lnTo>
                  <a:pt x="163068" y="374904"/>
                </a:lnTo>
                <a:lnTo>
                  <a:pt x="161544" y="381000"/>
                </a:lnTo>
                <a:lnTo>
                  <a:pt x="147828" y="394716"/>
                </a:lnTo>
                <a:close/>
              </a:path>
              <a:path w="365759" h="398145">
                <a:moveTo>
                  <a:pt x="242316" y="393192"/>
                </a:moveTo>
                <a:lnTo>
                  <a:pt x="237744" y="393192"/>
                </a:lnTo>
                <a:lnTo>
                  <a:pt x="233172" y="385572"/>
                </a:lnTo>
                <a:lnTo>
                  <a:pt x="231648" y="371856"/>
                </a:lnTo>
                <a:lnTo>
                  <a:pt x="227623" y="357020"/>
                </a:lnTo>
                <a:lnTo>
                  <a:pt x="222313" y="342328"/>
                </a:lnTo>
                <a:lnTo>
                  <a:pt x="215574" y="327921"/>
                </a:lnTo>
                <a:lnTo>
                  <a:pt x="207264" y="313943"/>
                </a:lnTo>
                <a:lnTo>
                  <a:pt x="210312" y="309371"/>
                </a:lnTo>
                <a:lnTo>
                  <a:pt x="245459" y="339804"/>
                </a:lnTo>
                <a:lnTo>
                  <a:pt x="259080" y="362712"/>
                </a:lnTo>
                <a:lnTo>
                  <a:pt x="259080" y="371856"/>
                </a:lnTo>
                <a:lnTo>
                  <a:pt x="256032" y="377951"/>
                </a:lnTo>
                <a:lnTo>
                  <a:pt x="251459" y="384048"/>
                </a:lnTo>
                <a:lnTo>
                  <a:pt x="242316" y="393192"/>
                </a:lnTo>
                <a:close/>
              </a:path>
              <a:path w="365759" h="398145">
                <a:moveTo>
                  <a:pt x="350520" y="397763"/>
                </a:moveTo>
                <a:lnTo>
                  <a:pt x="344424" y="397763"/>
                </a:lnTo>
                <a:lnTo>
                  <a:pt x="341376" y="390144"/>
                </a:lnTo>
                <a:lnTo>
                  <a:pt x="336804" y="376427"/>
                </a:lnTo>
                <a:lnTo>
                  <a:pt x="331946" y="361235"/>
                </a:lnTo>
                <a:lnTo>
                  <a:pt x="324231" y="345185"/>
                </a:lnTo>
                <a:lnTo>
                  <a:pt x="313658" y="327993"/>
                </a:lnTo>
                <a:lnTo>
                  <a:pt x="300228" y="309371"/>
                </a:lnTo>
                <a:lnTo>
                  <a:pt x="304799" y="303275"/>
                </a:lnTo>
                <a:lnTo>
                  <a:pt x="344019" y="336494"/>
                </a:lnTo>
                <a:lnTo>
                  <a:pt x="365760" y="371856"/>
                </a:lnTo>
                <a:lnTo>
                  <a:pt x="365760" y="377951"/>
                </a:lnTo>
                <a:lnTo>
                  <a:pt x="362712" y="382524"/>
                </a:lnTo>
                <a:lnTo>
                  <a:pt x="353568" y="394716"/>
                </a:lnTo>
                <a:lnTo>
                  <a:pt x="350520" y="39776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" name="object 50"/>
          <p:cNvSpPr/>
          <p:nvPr/>
        </p:nvSpPr>
        <p:spPr>
          <a:xfrm>
            <a:off x="9494519" y="3200400"/>
            <a:ext cx="91440" cy="143510"/>
          </a:xfrm>
          <a:custGeom>
            <a:avLst/>
            <a:gdLst/>
            <a:ahLst/>
            <a:cxnLst/>
            <a:rect l="l" t="t" r="r" b="b"/>
            <a:pathLst>
              <a:path w="91440" h="143510">
                <a:moveTo>
                  <a:pt x="30480" y="143256"/>
                </a:moveTo>
                <a:lnTo>
                  <a:pt x="0" y="143256"/>
                </a:lnTo>
                <a:lnTo>
                  <a:pt x="38100" y="0"/>
                </a:lnTo>
                <a:lnTo>
                  <a:pt x="91440" y="0"/>
                </a:lnTo>
                <a:lnTo>
                  <a:pt x="30480" y="14325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51" name="object 51"/>
          <p:cNvGrpSpPr/>
          <p:nvPr/>
        </p:nvGrpSpPr>
        <p:grpSpPr>
          <a:xfrm>
            <a:off x="2138172" y="3435095"/>
            <a:ext cx="1196340" cy="408940"/>
            <a:chOff x="2138172" y="3435095"/>
            <a:chExt cx="1196340" cy="408940"/>
          </a:xfrm>
        </p:grpSpPr>
        <p:sp>
          <p:nvSpPr>
            <p:cNvPr id="52" name="object 52"/>
            <p:cNvSpPr/>
            <p:nvPr/>
          </p:nvSpPr>
          <p:spPr>
            <a:xfrm>
              <a:off x="2138172" y="3474719"/>
              <a:ext cx="204470" cy="325120"/>
            </a:xfrm>
            <a:custGeom>
              <a:avLst/>
              <a:gdLst/>
              <a:ahLst/>
              <a:cxnLst/>
              <a:rect l="l" t="t" r="r" b="b"/>
              <a:pathLst>
                <a:path w="204469" h="325120">
                  <a:moveTo>
                    <a:pt x="44196" y="324612"/>
                  </a:moveTo>
                  <a:lnTo>
                    <a:pt x="0" y="324612"/>
                  </a:lnTo>
                  <a:lnTo>
                    <a:pt x="0" y="0"/>
                  </a:lnTo>
                  <a:lnTo>
                    <a:pt x="82296" y="0"/>
                  </a:lnTo>
                  <a:lnTo>
                    <a:pt x="95702" y="285"/>
                  </a:lnTo>
                  <a:lnTo>
                    <a:pt x="140827" y="7405"/>
                  </a:lnTo>
                  <a:lnTo>
                    <a:pt x="174712" y="27598"/>
                  </a:lnTo>
                  <a:lnTo>
                    <a:pt x="184996" y="38100"/>
                  </a:lnTo>
                  <a:lnTo>
                    <a:pt x="44196" y="38100"/>
                  </a:lnTo>
                  <a:lnTo>
                    <a:pt x="44196" y="166116"/>
                  </a:lnTo>
                  <a:lnTo>
                    <a:pt x="179855" y="166116"/>
                  </a:lnTo>
                  <a:lnTo>
                    <a:pt x="176784" y="169164"/>
                  </a:lnTo>
                  <a:lnTo>
                    <a:pt x="137160" y="195072"/>
                  </a:lnTo>
                  <a:lnTo>
                    <a:pt x="97083" y="202358"/>
                  </a:lnTo>
                  <a:lnTo>
                    <a:pt x="80772" y="202692"/>
                  </a:lnTo>
                  <a:lnTo>
                    <a:pt x="44196" y="202692"/>
                  </a:lnTo>
                  <a:lnTo>
                    <a:pt x="44196" y="324612"/>
                  </a:lnTo>
                  <a:close/>
                </a:path>
                <a:path w="204469" h="325120">
                  <a:moveTo>
                    <a:pt x="179855" y="166116"/>
                  </a:moveTo>
                  <a:lnTo>
                    <a:pt x="73152" y="166116"/>
                  </a:lnTo>
                  <a:lnTo>
                    <a:pt x="85391" y="165854"/>
                  </a:lnTo>
                  <a:lnTo>
                    <a:pt x="96774" y="165163"/>
                  </a:lnTo>
                  <a:lnTo>
                    <a:pt x="135969" y="152352"/>
                  </a:lnTo>
                  <a:lnTo>
                    <a:pt x="157448" y="120491"/>
                  </a:lnTo>
                  <a:lnTo>
                    <a:pt x="160020" y="99060"/>
                  </a:lnTo>
                  <a:lnTo>
                    <a:pt x="159710" y="91106"/>
                  </a:lnTo>
                  <a:lnTo>
                    <a:pt x="158686" y="83439"/>
                  </a:lnTo>
                  <a:lnTo>
                    <a:pt x="156805" y="76342"/>
                  </a:lnTo>
                  <a:lnTo>
                    <a:pt x="153924" y="70104"/>
                  </a:lnTo>
                  <a:lnTo>
                    <a:pt x="151090" y="63793"/>
                  </a:lnTo>
                  <a:lnTo>
                    <a:pt x="119372" y="41933"/>
                  </a:lnTo>
                  <a:lnTo>
                    <a:pt x="79248" y="38100"/>
                  </a:lnTo>
                  <a:lnTo>
                    <a:pt x="184996" y="38100"/>
                  </a:lnTo>
                  <a:lnTo>
                    <a:pt x="201930" y="72390"/>
                  </a:lnTo>
                  <a:lnTo>
                    <a:pt x="204216" y="97536"/>
                  </a:lnTo>
                  <a:lnTo>
                    <a:pt x="203906" y="107799"/>
                  </a:lnTo>
                  <a:lnTo>
                    <a:pt x="193500" y="146875"/>
                  </a:lnTo>
                  <a:lnTo>
                    <a:pt x="183118" y="162877"/>
                  </a:lnTo>
                  <a:lnTo>
                    <a:pt x="179855" y="166116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53" name="object 53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2374392" y="3634739"/>
              <a:ext cx="80772" cy="164592"/>
            </a:xfrm>
            <a:prstGeom prst="rect">
              <a:avLst/>
            </a:prstGeom>
          </p:spPr>
        </p:pic>
        <p:sp>
          <p:nvSpPr>
            <p:cNvPr id="54" name="object 54"/>
            <p:cNvSpPr/>
            <p:nvPr/>
          </p:nvSpPr>
          <p:spPr>
            <a:xfrm>
              <a:off x="2496299" y="3435095"/>
              <a:ext cx="838200" cy="408940"/>
            </a:xfrm>
            <a:custGeom>
              <a:avLst/>
              <a:gdLst/>
              <a:ahLst/>
              <a:cxnLst/>
              <a:rect l="l" t="t" r="r" b="b"/>
              <a:pathLst>
                <a:path w="838200" h="408939">
                  <a:moveTo>
                    <a:pt x="402336" y="356616"/>
                  </a:moveTo>
                  <a:lnTo>
                    <a:pt x="382054" y="358381"/>
                  </a:lnTo>
                  <a:lnTo>
                    <a:pt x="362331" y="359283"/>
                  </a:lnTo>
                  <a:lnTo>
                    <a:pt x="343192" y="359625"/>
                  </a:lnTo>
                  <a:lnTo>
                    <a:pt x="324612" y="359664"/>
                  </a:lnTo>
                  <a:lnTo>
                    <a:pt x="296037" y="359117"/>
                  </a:lnTo>
                  <a:lnTo>
                    <a:pt x="267462" y="357568"/>
                  </a:lnTo>
                  <a:lnTo>
                    <a:pt x="238887" y="355168"/>
                  </a:lnTo>
                  <a:lnTo>
                    <a:pt x="210312" y="352044"/>
                  </a:lnTo>
                  <a:lnTo>
                    <a:pt x="210312" y="265176"/>
                  </a:lnTo>
                  <a:lnTo>
                    <a:pt x="356616" y="265176"/>
                  </a:lnTo>
                  <a:lnTo>
                    <a:pt x="323088" y="230124"/>
                  </a:lnTo>
                  <a:lnTo>
                    <a:pt x="297180" y="254508"/>
                  </a:lnTo>
                  <a:lnTo>
                    <a:pt x="210312" y="254508"/>
                  </a:lnTo>
                  <a:lnTo>
                    <a:pt x="210312" y="199644"/>
                  </a:lnTo>
                  <a:lnTo>
                    <a:pt x="225552" y="187452"/>
                  </a:lnTo>
                  <a:lnTo>
                    <a:pt x="192024" y="170688"/>
                  </a:lnTo>
                  <a:lnTo>
                    <a:pt x="391668" y="170688"/>
                  </a:lnTo>
                  <a:lnTo>
                    <a:pt x="358140" y="134112"/>
                  </a:lnTo>
                  <a:lnTo>
                    <a:pt x="330708" y="160020"/>
                  </a:lnTo>
                  <a:lnTo>
                    <a:pt x="210312" y="160020"/>
                  </a:lnTo>
                  <a:lnTo>
                    <a:pt x="210312" y="88392"/>
                  </a:lnTo>
                  <a:lnTo>
                    <a:pt x="344424" y="88392"/>
                  </a:lnTo>
                  <a:lnTo>
                    <a:pt x="310896" y="51816"/>
                  </a:lnTo>
                  <a:lnTo>
                    <a:pt x="286512" y="79248"/>
                  </a:lnTo>
                  <a:lnTo>
                    <a:pt x="210312" y="79248"/>
                  </a:lnTo>
                  <a:lnTo>
                    <a:pt x="210312" y="32004"/>
                  </a:lnTo>
                  <a:lnTo>
                    <a:pt x="225552" y="19812"/>
                  </a:lnTo>
                  <a:lnTo>
                    <a:pt x="184404" y="0"/>
                  </a:lnTo>
                  <a:lnTo>
                    <a:pt x="185293" y="13462"/>
                  </a:lnTo>
                  <a:lnTo>
                    <a:pt x="185737" y="31051"/>
                  </a:lnTo>
                  <a:lnTo>
                    <a:pt x="185928" y="79248"/>
                  </a:lnTo>
                  <a:lnTo>
                    <a:pt x="54864" y="79248"/>
                  </a:lnTo>
                  <a:lnTo>
                    <a:pt x="70104" y="94488"/>
                  </a:lnTo>
                  <a:lnTo>
                    <a:pt x="78994" y="91617"/>
                  </a:lnTo>
                  <a:lnTo>
                    <a:pt x="87439" y="89725"/>
                  </a:lnTo>
                  <a:lnTo>
                    <a:pt x="95618" y="88709"/>
                  </a:lnTo>
                  <a:lnTo>
                    <a:pt x="103632" y="88392"/>
                  </a:lnTo>
                  <a:lnTo>
                    <a:pt x="185928" y="88392"/>
                  </a:lnTo>
                  <a:lnTo>
                    <a:pt x="185928" y="160020"/>
                  </a:lnTo>
                  <a:lnTo>
                    <a:pt x="0" y="160020"/>
                  </a:lnTo>
                  <a:lnTo>
                    <a:pt x="16764" y="175260"/>
                  </a:lnTo>
                  <a:lnTo>
                    <a:pt x="25628" y="173266"/>
                  </a:lnTo>
                  <a:lnTo>
                    <a:pt x="33909" y="171831"/>
                  </a:lnTo>
                  <a:lnTo>
                    <a:pt x="41630" y="170980"/>
                  </a:lnTo>
                  <a:lnTo>
                    <a:pt x="48768" y="170688"/>
                  </a:lnTo>
                  <a:lnTo>
                    <a:pt x="185928" y="170688"/>
                  </a:lnTo>
                  <a:lnTo>
                    <a:pt x="185928" y="344424"/>
                  </a:lnTo>
                  <a:lnTo>
                    <a:pt x="165100" y="334403"/>
                  </a:lnTo>
                  <a:lnTo>
                    <a:pt x="122288" y="301777"/>
                  </a:lnTo>
                  <a:lnTo>
                    <a:pt x="104851" y="261442"/>
                  </a:lnTo>
                  <a:lnTo>
                    <a:pt x="120396" y="222504"/>
                  </a:lnTo>
                  <a:lnTo>
                    <a:pt x="126492" y="217932"/>
                  </a:lnTo>
                  <a:lnTo>
                    <a:pt x="88392" y="195072"/>
                  </a:lnTo>
                  <a:lnTo>
                    <a:pt x="78867" y="258889"/>
                  </a:lnTo>
                  <a:lnTo>
                    <a:pt x="62484" y="312420"/>
                  </a:lnTo>
                  <a:lnTo>
                    <a:pt x="38290" y="359283"/>
                  </a:lnTo>
                  <a:lnTo>
                    <a:pt x="1524" y="399288"/>
                  </a:lnTo>
                  <a:lnTo>
                    <a:pt x="6096" y="405384"/>
                  </a:lnTo>
                  <a:lnTo>
                    <a:pt x="35814" y="383387"/>
                  </a:lnTo>
                  <a:lnTo>
                    <a:pt x="60960" y="356235"/>
                  </a:lnTo>
                  <a:lnTo>
                    <a:pt x="81534" y="323951"/>
                  </a:lnTo>
                  <a:lnTo>
                    <a:pt x="97536" y="286512"/>
                  </a:lnTo>
                  <a:lnTo>
                    <a:pt x="113880" y="308571"/>
                  </a:lnTo>
                  <a:lnTo>
                    <a:pt x="142544" y="341807"/>
                  </a:lnTo>
                  <a:lnTo>
                    <a:pt x="187261" y="369760"/>
                  </a:lnTo>
                  <a:lnTo>
                    <a:pt x="231648" y="382524"/>
                  </a:lnTo>
                  <a:lnTo>
                    <a:pt x="291274" y="390334"/>
                  </a:lnTo>
                  <a:lnTo>
                    <a:pt x="365760" y="394716"/>
                  </a:lnTo>
                  <a:lnTo>
                    <a:pt x="368909" y="383527"/>
                  </a:lnTo>
                  <a:lnTo>
                    <a:pt x="376047" y="374904"/>
                  </a:lnTo>
                  <a:lnTo>
                    <a:pt x="387197" y="368579"/>
                  </a:lnTo>
                  <a:lnTo>
                    <a:pt x="402336" y="364236"/>
                  </a:lnTo>
                  <a:lnTo>
                    <a:pt x="402336" y="356616"/>
                  </a:lnTo>
                  <a:close/>
                </a:path>
                <a:path w="838200" h="408939">
                  <a:moveTo>
                    <a:pt x="659892" y="67056"/>
                  </a:moveTo>
                  <a:lnTo>
                    <a:pt x="649732" y="56388"/>
                  </a:lnTo>
                  <a:lnTo>
                    <a:pt x="629412" y="35052"/>
                  </a:lnTo>
                  <a:lnTo>
                    <a:pt x="609600" y="56388"/>
                  </a:lnTo>
                  <a:lnTo>
                    <a:pt x="534924" y="56388"/>
                  </a:lnTo>
                  <a:lnTo>
                    <a:pt x="544855" y="43230"/>
                  </a:lnTo>
                  <a:lnTo>
                    <a:pt x="553783" y="33337"/>
                  </a:lnTo>
                  <a:lnTo>
                    <a:pt x="561289" y="26606"/>
                  </a:lnTo>
                  <a:lnTo>
                    <a:pt x="566928" y="22860"/>
                  </a:lnTo>
                  <a:lnTo>
                    <a:pt x="531876" y="0"/>
                  </a:lnTo>
                  <a:lnTo>
                    <a:pt x="510451" y="49517"/>
                  </a:lnTo>
                  <a:lnTo>
                    <a:pt x="488429" y="80962"/>
                  </a:lnTo>
                  <a:lnTo>
                    <a:pt x="452628" y="120396"/>
                  </a:lnTo>
                  <a:lnTo>
                    <a:pt x="455676" y="126492"/>
                  </a:lnTo>
                  <a:lnTo>
                    <a:pt x="488251" y="104000"/>
                  </a:lnTo>
                  <a:lnTo>
                    <a:pt x="504812" y="88277"/>
                  </a:lnTo>
                  <a:lnTo>
                    <a:pt x="520192" y="73939"/>
                  </a:lnTo>
                  <a:lnTo>
                    <a:pt x="527304" y="67056"/>
                  </a:lnTo>
                  <a:lnTo>
                    <a:pt x="548640" y="67056"/>
                  </a:lnTo>
                  <a:lnTo>
                    <a:pt x="569785" y="107251"/>
                  </a:lnTo>
                  <a:lnTo>
                    <a:pt x="573024" y="118872"/>
                  </a:lnTo>
                  <a:lnTo>
                    <a:pt x="573024" y="121920"/>
                  </a:lnTo>
                  <a:lnTo>
                    <a:pt x="574548" y="123444"/>
                  </a:lnTo>
                  <a:lnTo>
                    <a:pt x="580644" y="123444"/>
                  </a:lnTo>
                  <a:lnTo>
                    <a:pt x="583692" y="121920"/>
                  </a:lnTo>
                  <a:lnTo>
                    <a:pt x="592836" y="112776"/>
                  </a:lnTo>
                  <a:lnTo>
                    <a:pt x="594296" y="108394"/>
                  </a:lnTo>
                  <a:lnTo>
                    <a:pt x="594360" y="100584"/>
                  </a:lnTo>
                  <a:lnTo>
                    <a:pt x="592836" y="96012"/>
                  </a:lnTo>
                  <a:lnTo>
                    <a:pt x="591312" y="89916"/>
                  </a:lnTo>
                  <a:lnTo>
                    <a:pt x="587603" y="85064"/>
                  </a:lnTo>
                  <a:lnTo>
                    <a:pt x="581025" y="79629"/>
                  </a:lnTo>
                  <a:lnTo>
                    <a:pt x="571601" y="73634"/>
                  </a:lnTo>
                  <a:lnTo>
                    <a:pt x="559308" y="67056"/>
                  </a:lnTo>
                  <a:lnTo>
                    <a:pt x="659892" y="67056"/>
                  </a:lnTo>
                  <a:close/>
                </a:path>
                <a:path w="838200" h="408939">
                  <a:moveTo>
                    <a:pt x="832104" y="268224"/>
                  </a:moveTo>
                  <a:lnTo>
                    <a:pt x="824484" y="260604"/>
                  </a:lnTo>
                  <a:lnTo>
                    <a:pt x="807720" y="243840"/>
                  </a:lnTo>
                  <a:lnTo>
                    <a:pt x="789432" y="260604"/>
                  </a:lnTo>
                  <a:lnTo>
                    <a:pt x="662940" y="260604"/>
                  </a:lnTo>
                  <a:lnTo>
                    <a:pt x="662940" y="207264"/>
                  </a:lnTo>
                  <a:lnTo>
                    <a:pt x="760476" y="207264"/>
                  </a:lnTo>
                  <a:lnTo>
                    <a:pt x="760476" y="225552"/>
                  </a:lnTo>
                  <a:lnTo>
                    <a:pt x="784860" y="216408"/>
                  </a:lnTo>
                  <a:lnTo>
                    <a:pt x="784085" y="207264"/>
                  </a:lnTo>
                  <a:lnTo>
                    <a:pt x="783983" y="206146"/>
                  </a:lnTo>
                  <a:lnTo>
                    <a:pt x="783691" y="196596"/>
                  </a:lnTo>
                  <a:lnTo>
                    <a:pt x="783526" y="191452"/>
                  </a:lnTo>
                  <a:lnTo>
                    <a:pt x="783424" y="179832"/>
                  </a:lnTo>
                  <a:lnTo>
                    <a:pt x="783336" y="149352"/>
                  </a:lnTo>
                  <a:lnTo>
                    <a:pt x="791565" y="144780"/>
                  </a:lnTo>
                  <a:lnTo>
                    <a:pt x="797052" y="141732"/>
                  </a:lnTo>
                  <a:lnTo>
                    <a:pt x="772668" y="117348"/>
                  </a:lnTo>
                  <a:lnTo>
                    <a:pt x="760476" y="128524"/>
                  </a:lnTo>
                  <a:lnTo>
                    <a:pt x="760476" y="144780"/>
                  </a:lnTo>
                  <a:lnTo>
                    <a:pt x="760476" y="196596"/>
                  </a:lnTo>
                  <a:lnTo>
                    <a:pt x="662940" y="196596"/>
                  </a:lnTo>
                  <a:lnTo>
                    <a:pt x="662940" y="144780"/>
                  </a:lnTo>
                  <a:lnTo>
                    <a:pt x="760476" y="144780"/>
                  </a:lnTo>
                  <a:lnTo>
                    <a:pt x="760476" y="128524"/>
                  </a:lnTo>
                  <a:lnTo>
                    <a:pt x="754380" y="134112"/>
                  </a:lnTo>
                  <a:lnTo>
                    <a:pt x="495300" y="134112"/>
                  </a:lnTo>
                  <a:lnTo>
                    <a:pt x="512064" y="149352"/>
                  </a:lnTo>
                  <a:lnTo>
                    <a:pt x="520928" y="147358"/>
                  </a:lnTo>
                  <a:lnTo>
                    <a:pt x="529209" y="145923"/>
                  </a:lnTo>
                  <a:lnTo>
                    <a:pt x="536930" y="145072"/>
                  </a:lnTo>
                  <a:lnTo>
                    <a:pt x="544068" y="144780"/>
                  </a:lnTo>
                  <a:lnTo>
                    <a:pt x="640080" y="144780"/>
                  </a:lnTo>
                  <a:lnTo>
                    <a:pt x="640080" y="196596"/>
                  </a:lnTo>
                  <a:lnTo>
                    <a:pt x="640080" y="207264"/>
                  </a:lnTo>
                  <a:lnTo>
                    <a:pt x="640080" y="260604"/>
                  </a:lnTo>
                  <a:lnTo>
                    <a:pt x="525780" y="260604"/>
                  </a:lnTo>
                  <a:lnTo>
                    <a:pt x="530098" y="244348"/>
                  </a:lnTo>
                  <a:lnTo>
                    <a:pt x="533971" y="229933"/>
                  </a:lnTo>
                  <a:lnTo>
                    <a:pt x="537578" y="217538"/>
                  </a:lnTo>
                  <a:lnTo>
                    <a:pt x="541020" y="207264"/>
                  </a:lnTo>
                  <a:lnTo>
                    <a:pt x="640080" y="207264"/>
                  </a:lnTo>
                  <a:lnTo>
                    <a:pt x="640080" y="196596"/>
                  </a:lnTo>
                  <a:lnTo>
                    <a:pt x="547116" y="196596"/>
                  </a:lnTo>
                  <a:lnTo>
                    <a:pt x="519684" y="179832"/>
                  </a:lnTo>
                  <a:lnTo>
                    <a:pt x="515759" y="200964"/>
                  </a:lnTo>
                  <a:lnTo>
                    <a:pt x="511111" y="220789"/>
                  </a:lnTo>
                  <a:lnTo>
                    <a:pt x="506183" y="239204"/>
                  </a:lnTo>
                  <a:lnTo>
                    <a:pt x="501396" y="256032"/>
                  </a:lnTo>
                  <a:lnTo>
                    <a:pt x="486156" y="266700"/>
                  </a:lnTo>
                  <a:lnTo>
                    <a:pt x="512064" y="286512"/>
                  </a:lnTo>
                  <a:lnTo>
                    <a:pt x="524256" y="271272"/>
                  </a:lnTo>
                  <a:lnTo>
                    <a:pt x="611124" y="271272"/>
                  </a:lnTo>
                  <a:lnTo>
                    <a:pt x="575691" y="311277"/>
                  </a:lnTo>
                  <a:lnTo>
                    <a:pt x="533400" y="344424"/>
                  </a:lnTo>
                  <a:lnTo>
                    <a:pt x="487489" y="370903"/>
                  </a:lnTo>
                  <a:lnTo>
                    <a:pt x="440436" y="391668"/>
                  </a:lnTo>
                  <a:lnTo>
                    <a:pt x="441960" y="399288"/>
                  </a:lnTo>
                  <a:lnTo>
                    <a:pt x="500443" y="377952"/>
                  </a:lnTo>
                  <a:lnTo>
                    <a:pt x="553212" y="352044"/>
                  </a:lnTo>
                  <a:lnTo>
                    <a:pt x="600075" y="316992"/>
                  </a:lnTo>
                  <a:lnTo>
                    <a:pt x="640080" y="272796"/>
                  </a:lnTo>
                  <a:lnTo>
                    <a:pt x="639965" y="364236"/>
                  </a:lnTo>
                  <a:lnTo>
                    <a:pt x="639889" y="372237"/>
                  </a:lnTo>
                  <a:lnTo>
                    <a:pt x="639432" y="391668"/>
                  </a:lnTo>
                  <a:lnTo>
                    <a:pt x="638556" y="408432"/>
                  </a:lnTo>
                  <a:lnTo>
                    <a:pt x="664464" y="399288"/>
                  </a:lnTo>
                  <a:lnTo>
                    <a:pt x="663587" y="388772"/>
                  </a:lnTo>
                  <a:lnTo>
                    <a:pt x="663130" y="377952"/>
                  </a:lnTo>
                  <a:lnTo>
                    <a:pt x="663054" y="372237"/>
                  </a:lnTo>
                  <a:lnTo>
                    <a:pt x="662940" y="272796"/>
                  </a:lnTo>
                  <a:lnTo>
                    <a:pt x="662940" y="271272"/>
                  </a:lnTo>
                  <a:lnTo>
                    <a:pt x="790956" y="271272"/>
                  </a:lnTo>
                  <a:lnTo>
                    <a:pt x="787793" y="293852"/>
                  </a:lnTo>
                  <a:lnTo>
                    <a:pt x="777240" y="338328"/>
                  </a:lnTo>
                  <a:lnTo>
                    <a:pt x="766572" y="341376"/>
                  </a:lnTo>
                  <a:lnTo>
                    <a:pt x="759714" y="341426"/>
                  </a:lnTo>
                  <a:lnTo>
                    <a:pt x="748284" y="339471"/>
                  </a:lnTo>
                  <a:lnTo>
                    <a:pt x="732282" y="335813"/>
                  </a:lnTo>
                  <a:lnTo>
                    <a:pt x="711708" y="330708"/>
                  </a:lnTo>
                  <a:lnTo>
                    <a:pt x="711708" y="336804"/>
                  </a:lnTo>
                  <a:lnTo>
                    <a:pt x="731710" y="347116"/>
                  </a:lnTo>
                  <a:lnTo>
                    <a:pt x="745998" y="357568"/>
                  </a:lnTo>
                  <a:lnTo>
                    <a:pt x="754570" y="368312"/>
                  </a:lnTo>
                  <a:lnTo>
                    <a:pt x="757428" y="379476"/>
                  </a:lnTo>
                  <a:lnTo>
                    <a:pt x="766572" y="376428"/>
                  </a:lnTo>
                  <a:lnTo>
                    <a:pt x="775716" y="374904"/>
                  </a:lnTo>
                  <a:lnTo>
                    <a:pt x="780288" y="371856"/>
                  </a:lnTo>
                  <a:lnTo>
                    <a:pt x="786384" y="368808"/>
                  </a:lnTo>
                  <a:lnTo>
                    <a:pt x="792480" y="364236"/>
                  </a:lnTo>
                  <a:lnTo>
                    <a:pt x="795528" y="359664"/>
                  </a:lnTo>
                  <a:lnTo>
                    <a:pt x="800100" y="353568"/>
                  </a:lnTo>
                  <a:lnTo>
                    <a:pt x="803148" y="345948"/>
                  </a:lnTo>
                  <a:lnTo>
                    <a:pt x="803910" y="341426"/>
                  </a:lnTo>
                  <a:lnTo>
                    <a:pt x="804672" y="336804"/>
                  </a:lnTo>
                  <a:lnTo>
                    <a:pt x="806983" y="327329"/>
                  </a:lnTo>
                  <a:lnTo>
                    <a:pt x="809434" y="314706"/>
                  </a:lnTo>
                  <a:lnTo>
                    <a:pt x="812177" y="298665"/>
                  </a:lnTo>
                  <a:lnTo>
                    <a:pt x="815340" y="278892"/>
                  </a:lnTo>
                  <a:lnTo>
                    <a:pt x="827316" y="271272"/>
                  </a:lnTo>
                  <a:lnTo>
                    <a:pt x="832104" y="268224"/>
                  </a:lnTo>
                  <a:close/>
                </a:path>
                <a:path w="838200" h="408939">
                  <a:moveTo>
                    <a:pt x="838200" y="67056"/>
                  </a:moveTo>
                  <a:lnTo>
                    <a:pt x="828548" y="56388"/>
                  </a:lnTo>
                  <a:lnTo>
                    <a:pt x="809244" y="35052"/>
                  </a:lnTo>
                  <a:lnTo>
                    <a:pt x="787908" y="56388"/>
                  </a:lnTo>
                  <a:lnTo>
                    <a:pt x="699516" y="56388"/>
                  </a:lnTo>
                  <a:lnTo>
                    <a:pt x="709256" y="43459"/>
                  </a:lnTo>
                  <a:lnTo>
                    <a:pt x="717994" y="34099"/>
                  </a:lnTo>
                  <a:lnTo>
                    <a:pt x="725881" y="27889"/>
                  </a:lnTo>
                  <a:lnTo>
                    <a:pt x="733044" y="24384"/>
                  </a:lnTo>
                  <a:lnTo>
                    <a:pt x="697992" y="1524"/>
                  </a:lnTo>
                  <a:lnTo>
                    <a:pt x="681710" y="40538"/>
                  </a:lnTo>
                  <a:lnTo>
                    <a:pt x="656653" y="84582"/>
                  </a:lnTo>
                  <a:lnTo>
                    <a:pt x="627888" y="118872"/>
                  </a:lnTo>
                  <a:lnTo>
                    <a:pt x="633984" y="123444"/>
                  </a:lnTo>
                  <a:lnTo>
                    <a:pt x="644804" y="114617"/>
                  </a:lnTo>
                  <a:lnTo>
                    <a:pt x="654177" y="106489"/>
                  </a:lnTo>
                  <a:lnTo>
                    <a:pt x="661847" y="99237"/>
                  </a:lnTo>
                  <a:lnTo>
                    <a:pt x="667512" y="92964"/>
                  </a:lnTo>
                  <a:lnTo>
                    <a:pt x="673252" y="86995"/>
                  </a:lnTo>
                  <a:lnTo>
                    <a:pt x="685266" y="73939"/>
                  </a:lnTo>
                  <a:lnTo>
                    <a:pt x="691896" y="67056"/>
                  </a:lnTo>
                  <a:lnTo>
                    <a:pt x="716280" y="67056"/>
                  </a:lnTo>
                  <a:lnTo>
                    <a:pt x="734568" y="100584"/>
                  </a:lnTo>
                  <a:lnTo>
                    <a:pt x="737616" y="108204"/>
                  </a:lnTo>
                  <a:lnTo>
                    <a:pt x="739140" y="114300"/>
                  </a:lnTo>
                  <a:lnTo>
                    <a:pt x="743712" y="123444"/>
                  </a:lnTo>
                  <a:lnTo>
                    <a:pt x="746760" y="123444"/>
                  </a:lnTo>
                  <a:lnTo>
                    <a:pt x="758952" y="111252"/>
                  </a:lnTo>
                  <a:lnTo>
                    <a:pt x="762000" y="105156"/>
                  </a:lnTo>
                  <a:lnTo>
                    <a:pt x="762000" y="96012"/>
                  </a:lnTo>
                  <a:lnTo>
                    <a:pt x="760476" y="91440"/>
                  </a:lnTo>
                  <a:lnTo>
                    <a:pt x="756031" y="86995"/>
                  </a:lnTo>
                  <a:lnTo>
                    <a:pt x="751598" y="82283"/>
                  </a:lnTo>
                  <a:lnTo>
                    <a:pt x="745426" y="77533"/>
                  </a:lnTo>
                  <a:lnTo>
                    <a:pt x="737260" y="72517"/>
                  </a:lnTo>
                  <a:lnTo>
                    <a:pt x="726948" y="67056"/>
                  </a:lnTo>
                  <a:lnTo>
                    <a:pt x="838200" y="67056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55" name="object 55"/>
          <p:cNvSpPr/>
          <p:nvPr/>
        </p:nvSpPr>
        <p:spPr>
          <a:xfrm>
            <a:off x="3389376" y="3585971"/>
            <a:ext cx="396240" cy="44450"/>
          </a:xfrm>
          <a:custGeom>
            <a:avLst/>
            <a:gdLst/>
            <a:ahLst/>
            <a:cxnLst/>
            <a:rect l="l" t="t" r="r" b="b"/>
            <a:pathLst>
              <a:path w="396239" h="44450">
                <a:moveTo>
                  <a:pt x="15240" y="44195"/>
                </a:moveTo>
                <a:lnTo>
                  <a:pt x="0" y="28955"/>
                </a:lnTo>
                <a:lnTo>
                  <a:pt x="323087" y="28955"/>
                </a:lnTo>
                <a:lnTo>
                  <a:pt x="358139" y="0"/>
                </a:lnTo>
                <a:lnTo>
                  <a:pt x="396239" y="38099"/>
                </a:lnTo>
                <a:lnTo>
                  <a:pt x="62484" y="38099"/>
                </a:lnTo>
                <a:lnTo>
                  <a:pt x="49101" y="38623"/>
                </a:lnTo>
                <a:lnTo>
                  <a:pt x="36576" y="40004"/>
                </a:lnTo>
                <a:lnTo>
                  <a:pt x="25193" y="41957"/>
                </a:lnTo>
                <a:lnTo>
                  <a:pt x="15240" y="4419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" name="object 56"/>
          <p:cNvSpPr/>
          <p:nvPr/>
        </p:nvSpPr>
        <p:spPr>
          <a:xfrm>
            <a:off x="3832859" y="3432047"/>
            <a:ext cx="399415" cy="411480"/>
          </a:xfrm>
          <a:custGeom>
            <a:avLst/>
            <a:gdLst/>
            <a:ahLst/>
            <a:cxnLst/>
            <a:rect l="l" t="t" r="r" b="b"/>
            <a:pathLst>
              <a:path w="399414" h="411479">
                <a:moveTo>
                  <a:pt x="217932" y="160019"/>
                </a:moveTo>
                <a:lnTo>
                  <a:pt x="193548" y="160019"/>
                </a:lnTo>
                <a:lnTo>
                  <a:pt x="193459" y="87058"/>
                </a:lnTo>
                <a:lnTo>
                  <a:pt x="193368" y="62483"/>
                </a:lnTo>
                <a:lnTo>
                  <a:pt x="193278" y="53339"/>
                </a:lnTo>
                <a:lnTo>
                  <a:pt x="192905" y="24574"/>
                </a:lnTo>
                <a:lnTo>
                  <a:pt x="192024" y="0"/>
                </a:lnTo>
                <a:lnTo>
                  <a:pt x="234696" y="18287"/>
                </a:lnTo>
                <a:lnTo>
                  <a:pt x="217932" y="30479"/>
                </a:lnTo>
                <a:lnTo>
                  <a:pt x="217932" y="74675"/>
                </a:lnTo>
                <a:lnTo>
                  <a:pt x="352552" y="74675"/>
                </a:lnTo>
                <a:lnTo>
                  <a:pt x="362712" y="85343"/>
                </a:lnTo>
                <a:lnTo>
                  <a:pt x="217932" y="85343"/>
                </a:lnTo>
                <a:lnTo>
                  <a:pt x="217932" y="160019"/>
                </a:lnTo>
                <a:close/>
              </a:path>
              <a:path w="399414" h="411479">
                <a:moveTo>
                  <a:pt x="105156" y="160019"/>
                </a:moveTo>
                <a:lnTo>
                  <a:pt x="80772" y="160019"/>
                </a:lnTo>
                <a:lnTo>
                  <a:pt x="80670" y="104584"/>
                </a:lnTo>
                <a:lnTo>
                  <a:pt x="80551" y="85343"/>
                </a:lnTo>
                <a:lnTo>
                  <a:pt x="80151" y="62483"/>
                </a:lnTo>
                <a:lnTo>
                  <a:pt x="80044" y="59435"/>
                </a:lnTo>
                <a:lnTo>
                  <a:pt x="79248" y="42671"/>
                </a:lnTo>
                <a:lnTo>
                  <a:pt x="121920" y="62483"/>
                </a:lnTo>
                <a:lnTo>
                  <a:pt x="105156" y="74675"/>
                </a:lnTo>
                <a:lnTo>
                  <a:pt x="105156" y="160019"/>
                </a:lnTo>
                <a:close/>
              </a:path>
              <a:path w="399414" h="411479">
                <a:moveTo>
                  <a:pt x="352552" y="74675"/>
                </a:moveTo>
                <a:lnTo>
                  <a:pt x="310896" y="74675"/>
                </a:lnTo>
                <a:lnTo>
                  <a:pt x="332232" y="53339"/>
                </a:lnTo>
                <a:lnTo>
                  <a:pt x="352552" y="74675"/>
                </a:lnTo>
                <a:close/>
              </a:path>
              <a:path w="399414" h="411479">
                <a:moveTo>
                  <a:pt x="15240" y="175259"/>
                </a:moveTo>
                <a:lnTo>
                  <a:pt x="0" y="160019"/>
                </a:lnTo>
                <a:lnTo>
                  <a:pt x="336804" y="160019"/>
                </a:lnTo>
                <a:lnTo>
                  <a:pt x="362712" y="134111"/>
                </a:lnTo>
                <a:lnTo>
                  <a:pt x="399288" y="170687"/>
                </a:lnTo>
                <a:lnTo>
                  <a:pt x="56388" y="170687"/>
                </a:lnTo>
                <a:lnTo>
                  <a:pt x="45886" y="170973"/>
                </a:lnTo>
                <a:lnTo>
                  <a:pt x="35242" y="171830"/>
                </a:lnTo>
                <a:lnTo>
                  <a:pt x="24884" y="173259"/>
                </a:lnTo>
                <a:lnTo>
                  <a:pt x="15240" y="175259"/>
                </a:lnTo>
                <a:close/>
              </a:path>
              <a:path w="399414" h="411479">
                <a:moveTo>
                  <a:pt x="192024" y="321563"/>
                </a:moveTo>
                <a:lnTo>
                  <a:pt x="192905" y="309014"/>
                </a:lnTo>
                <a:lnTo>
                  <a:pt x="193357" y="292036"/>
                </a:lnTo>
                <a:lnTo>
                  <a:pt x="193427" y="208787"/>
                </a:lnTo>
                <a:lnTo>
                  <a:pt x="193357" y="200405"/>
                </a:lnTo>
                <a:lnTo>
                  <a:pt x="192905" y="184927"/>
                </a:lnTo>
                <a:lnTo>
                  <a:pt x="192024" y="173735"/>
                </a:lnTo>
                <a:lnTo>
                  <a:pt x="233172" y="192023"/>
                </a:lnTo>
                <a:lnTo>
                  <a:pt x="217932" y="204215"/>
                </a:lnTo>
                <a:lnTo>
                  <a:pt x="218155" y="235624"/>
                </a:lnTo>
                <a:lnTo>
                  <a:pt x="218258" y="243839"/>
                </a:lnTo>
                <a:lnTo>
                  <a:pt x="218884" y="271271"/>
                </a:lnTo>
                <a:lnTo>
                  <a:pt x="219860" y="294655"/>
                </a:lnTo>
                <a:lnTo>
                  <a:pt x="220980" y="310895"/>
                </a:lnTo>
                <a:lnTo>
                  <a:pt x="192024" y="321563"/>
                </a:lnTo>
                <a:close/>
              </a:path>
              <a:path w="399414" h="411479">
                <a:moveTo>
                  <a:pt x="15240" y="348996"/>
                </a:moveTo>
                <a:lnTo>
                  <a:pt x="12191" y="344424"/>
                </a:lnTo>
                <a:lnTo>
                  <a:pt x="27884" y="326969"/>
                </a:lnTo>
                <a:lnTo>
                  <a:pt x="42862" y="308800"/>
                </a:lnTo>
                <a:lnTo>
                  <a:pt x="70104" y="269747"/>
                </a:lnTo>
                <a:lnTo>
                  <a:pt x="92202" y="233933"/>
                </a:lnTo>
                <a:lnTo>
                  <a:pt x="105156" y="207263"/>
                </a:lnTo>
                <a:lnTo>
                  <a:pt x="140208" y="233171"/>
                </a:lnTo>
                <a:lnTo>
                  <a:pt x="121920" y="239267"/>
                </a:lnTo>
                <a:lnTo>
                  <a:pt x="93892" y="274415"/>
                </a:lnTo>
                <a:lnTo>
                  <a:pt x="66865" y="304419"/>
                </a:lnTo>
                <a:lnTo>
                  <a:pt x="40695" y="329279"/>
                </a:lnTo>
                <a:lnTo>
                  <a:pt x="15240" y="348996"/>
                </a:lnTo>
                <a:close/>
              </a:path>
              <a:path w="399414" h="411479">
                <a:moveTo>
                  <a:pt x="3048" y="411480"/>
                </a:moveTo>
                <a:lnTo>
                  <a:pt x="3048" y="405384"/>
                </a:lnTo>
                <a:lnTo>
                  <a:pt x="30194" y="399978"/>
                </a:lnTo>
                <a:lnTo>
                  <a:pt x="59055" y="393001"/>
                </a:lnTo>
                <a:lnTo>
                  <a:pt x="121920" y="374903"/>
                </a:lnTo>
                <a:lnTo>
                  <a:pt x="185356" y="347090"/>
                </a:lnTo>
                <a:lnTo>
                  <a:pt x="245364" y="307847"/>
                </a:lnTo>
                <a:lnTo>
                  <a:pt x="299085" y="261175"/>
                </a:lnTo>
                <a:lnTo>
                  <a:pt x="341376" y="208787"/>
                </a:lnTo>
                <a:lnTo>
                  <a:pt x="373380" y="239267"/>
                </a:lnTo>
                <a:lnTo>
                  <a:pt x="358140" y="243839"/>
                </a:lnTo>
                <a:lnTo>
                  <a:pt x="306657" y="289536"/>
                </a:lnTo>
                <a:lnTo>
                  <a:pt x="259461" y="325945"/>
                </a:lnTo>
                <a:lnTo>
                  <a:pt x="216265" y="352925"/>
                </a:lnTo>
                <a:lnTo>
                  <a:pt x="176784" y="370332"/>
                </a:lnTo>
                <a:lnTo>
                  <a:pt x="137636" y="383190"/>
                </a:lnTo>
                <a:lnTo>
                  <a:pt x="95631" y="394335"/>
                </a:lnTo>
                <a:lnTo>
                  <a:pt x="50768" y="403764"/>
                </a:lnTo>
                <a:lnTo>
                  <a:pt x="3048" y="41148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" name="object 57"/>
          <p:cNvSpPr/>
          <p:nvPr/>
        </p:nvSpPr>
        <p:spPr>
          <a:xfrm>
            <a:off x="4294632" y="3736848"/>
            <a:ext cx="53340" cy="62865"/>
          </a:xfrm>
          <a:custGeom>
            <a:avLst/>
            <a:gdLst/>
            <a:ahLst/>
            <a:cxnLst/>
            <a:rect l="l" t="t" r="r" b="b"/>
            <a:pathLst>
              <a:path w="53339" h="62864">
                <a:moveTo>
                  <a:pt x="53340" y="62483"/>
                </a:moveTo>
                <a:lnTo>
                  <a:pt x="0" y="62483"/>
                </a:lnTo>
                <a:lnTo>
                  <a:pt x="0" y="0"/>
                </a:lnTo>
                <a:lnTo>
                  <a:pt x="53340" y="0"/>
                </a:lnTo>
                <a:lnTo>
                  <a:pt x="53340" y="6248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" name="object 58"/>
          <p:cNvSpPr/>
          <p:nvPr/>
        </p:nvSpPr>
        <p:spPr>
          <a:xfrm>
            <a:off x="4552175" y="3438144"/>
            <a:ext cx="1744980" cy="407034"/>
          </a:xfrm>
          <a:custGeom>
            <a:avLst/>
            <a:gdLst/>
            <a:ahLst/>
            <a:cxnLst/>
            <a:rect l="l" t="t" r="r" b="b"/>
            <a:pathLst>
              <a:path w="1744979" h="407035">
                <a:moveTo>
                  <a:pt x="126492" y="21336"/>
                </a:moveTo>
                <a:lnTo>
                  <a:pt x="91440" y="0"/>
                </a:lnTo>
                <a:lnTo>
                  <a:pt x="86918" y="19748"/>
                </a:lnTo>
                <a:lnTo>
                  <a:pt x="80391" y="42481"/>
                </a:lnTo>
                <a:lnTo>
                  <a:pt x="62484" y="97536"/>
                </a:lnTo>
                <a:lnTo>
                  <a:pt x="35814" y="160591"/>
                </a:lnTo>
                <a:lnTo>
                  <a:pt x="0" y="222504"/>
                </a:lnTo>
                <a:lnTo>
                  <a:pt x="4572" y="228600"/>
                </a:lnTo>
                <a:lnTo>
                  <a:pt x="19418" y="210845"/>
                </a:lnTo>
                <a:lnTo>
                  <a:pt x="34099" y="191643"/>
                </a:lnTo>
                <a:lnTo>
                  <a:pt x="48514" y="170738"/>
                </a:lnTo>
                <a:lnTo>
                  <a:pt x="62484" y="147828"/>
                </a:lnTo>
                <a:lnTo>
                  <a:pt x="62407" y="324853"/>
                </a:lnTo>
                <a:lnTo>
                  <a:pt x="62293" y="339852"/>
                </a:lnTo>
                <a:lnTo>
                  <a:pt x="61849" y="370103"/>
                </a:lnTo>
                <a:lnTo>
                  <a:pt x="60960" y="406908"/>
                </a:lnTo>
                <a:lnTo>
                  <a:pt x="86868" y="394716"/>
                </a:lnTo>
                <a:lnTo>
                  <a:pt x="86639" y="371627"/>
                </a:lnTo>
                <a:lnTo>
                  <a:pt x="85585" y="324853"/>
                </a:lnTo>
                <a:lnTo>
                  <a:pt x="85344" y="301752"/>
                </a:lnTo>
                <a:lnTo>
                  <a:pt x="85344" y="147828"/>
                </a:lnTo>
                <a:lnTo>
                  <a:pt x="85344" y="134112"/>
                </a:lnTo>
                <a:lnTo>
                  <a:pt x="97536" y="123444"/>
                </a:lnTo>
                <a:lnTo>
                  <a:pt x="79248" y="115824"/>
                </a:lnTo>
                <a:lnTo>
                  <a:pt x="88950" y="89230"/>
                </a:lnTo>
                <a:lnTo>
                  <a:pt x="97345" y="66484"/>
                </a:lnTo>
                <a:lnTo>
                  <a:pt x="104330" y="47459"/>
                </a:lnTo>
                <a:lnTo>
                  <a:pt x="109728" y="32004"/>
                </a:lnTo>
                <a:lnTo>
                  <a:pt x="126492" y="21336"/>
                </a:lnTo>
                <a:close/>
              </a:path>
              <a:path w="1744979" h="407035">
                <a:moveTo>
                  <a:pt x="263652" y="33528"/>
                </a:moveTo>
                <a:lnTo>
                  <a:pt x="258432" y="28956"/>
                </a:lnTo>
                <a:lnTo>
                  <a:pt x="239268" y="12192"/>
                </a:lnTo>
                <a:lnTo>
                  <a:pt x="225552" y="25908"/>
                </a:lnTo>
                <a:lnTo>
                  <a:pt x="225552" y="39624"/>
                </a:lnTo>
                <a:lnTo>
                  <a:pt x="225552" y="120396"/>
                </a:lnTo>
                <a:lnTo>
                  <a:pt x="156972" y="120396"/>
                </a:lnTo>
                <a:lnTo>
                  <a:pt x="156972" y="39624"/>
                </a:lnTo>
                <a:lnTo>
                  <a:pt x="225552" y="39624"/>
                </a:lnTo>
                <a:lnTo>
                  <a:pt x="225552" y="25908"/>
                </a:lnTo>
                <a:lnTo>
                  <a:pt x="222504" y="28956"/>
                </a:lnTo>
                <a:lnTo>
                  <a:pt x="156972" y="28956"/>
                </a:lnTo>
                <a:lnTo>
                  <a:pt x="132588" y="12192"/>
                </a:lnTo>
                <a:lnTo>
                  <a:pt x="133464" y="44196"/>
                </a:lnTo>
                <a:lnTo>
                  <a:pt x="133921" y="70866"/>
                </a:lnTo>
                <a:lnTo>
                  <a:pt x="134099" y="91490"/>
                </a:lnTo>
                <a:lnTo>
                  <a:pt x="134035" y="320040"/>
                </a:lnTo>
                <a:lnTo>
                  <a:pt x="133921" y="335089"/>
                </a:lnTo>
                <a:lnTo>
                  <a:pt x="133489" y="365569"/>
                </a:lnTo>
                <a:lnTo>
                  <a:pt x="132588" y="403860"/>
                </a:lnTo>
                <a:lnTo>
                  <a:pt x="156972" y="391668"/>
                </a:lnTo>
                <a:lnTo>
                  <a:pt x="156972" y="286512"/>
                </a:lnTo>
                <a:lnTo>
                  <a:pt x="246888" y="286512"/>
                </a:lnTo>
                <a:lnTo>
                  <a:pt x="236816" y="275844"/>
                </a:lnTo>
                <a:lnTo>
                  <a:pt x="220980" y="259080"/>
                </a:lnTo>
                <a:lnTo>
                  <a:pt x="205740" y="275844"/>
                </a:lnTo>
                <a:lnTo>
                  <a:pt x="156972" y="275844"/>
                </a:lnTo>
                <a:lnTo>
                  <a:pt x="156972" y="205740"/>
                </a:lnTo>
                <a:lnTo>
                  <a:pt x="239268" y="205740"/>
                </a:lnTo>
                <a:lnTo>
                  <a:pt x="228600" y="195072"/>
                </a:lnTo>
                <a:lnTo>
                  <a:pt x="213360" y="179832"/>
                </a:lnTo>
                <a:lnTo>
                  <a:pt x="196596" y="195072"/>
                </a:lnTo>
                <a:lnTo>
                  <a:pt x="156972" y="195072"/>
                </a:lnTo>
                <a:lnTo>
                  <a:pt x="156972" y="131064"/>
                </a:lnTo>
                <a:lnTo>
                  <a:pt x="225552" y="131064"/>
                </a:lnTo>
                <a:lnTo>
                  <a:pt x="225552" y="147828"/>
                </a:lnTo>
                <a:lnTo>
                  <a:pt x="248412" y="135636"/>
                </a:lnTo>
                <a:lnTo>
                  <a:pt x="248259" y="131064"/>
                </a:lnTo>
                <a:lnTo>
                  <a:pt x="248183" y="128524"/>
                </a:lnTo>
                <a:lnTo>
                  <a:pt x="247624" y="120396"/>
                </a:lnTo>
                <a:lnTo>
                  <a:pt x="247129" y="113144"/>
                </a:lnTo>
                <a:lnTo>
                  <a:pt x="246938" y="106680"/>
                </a:lnTo>
                <a:lnTo>
                  <a:pt x="246888" y="44196"/>
                </a:lnTo>
                <a:lnTo>
                  <a:pt x="254076" y="39624"/>
                </a:lnTo>
                <a:lnTo>
                  <a:pt x="263652" y="33528"/>
                </a:lnTo>
                <a:close/>
              </a:path>
              <a:path w="1744979" h="407035">
                <a:moveTo>
                  <a:pt x="391668" y="35052"/>
                </a:moveTo>
                <a:lnTo>
                  <a:pt x="367284" y="12192"/>
                </a:lnTo>
                <a:lnTo>
                  <a:pt x="352044" y="28956"/>
                </a:lnTo>
                <a:lnTo>
                  <a:pt x="269748" y="28956"/>
                </a:lnTo>
                <a:lnTo>
                  <a:pt x="284988" y="44196"/>
                </a:lnTo>
                <a:lnTo>
                  <a:pt x="313944" y="39624"/>
                </a:lnTo>
                <a:lnTo>
                  <a:pt x="353568" y="39624"/>
                </a:lnTo>
                <a:lnTo>
                  <a:pt x="353568" y="120396"/>
                </a:lnTo>
                <a:lnTo>
                  <a:pt x="266700" y="120396"/>
                </a:lnTo>
                <a:lnTo>
                  <a:pt x="280416" y="134112"/>
                </a:lnTo>
                <a:lnTo>
                  <a:pt x="306324" y="131064"/>
                </a:lnTo>
                <a:lnTo>
                  <a:pt x="353568" y="131064"/>
                </a:lnTo>
                <a:lnTo>
                  <a:pt x="353568" y="150876"/>
                </a:lnTo>
                <a:lnTo>
                  <a:pt x="377952" y="140208"/>
                </a:lnTo>
                <a:lnTo>
                  <a:pt x="376428" y="45720"/>
                </a:lnTo>
                <a:lnTo>
                  <a:pt x="385140" y="39624"/>
                </a:lnTo>
                <a:lnTo>
                  <a:pt x="391668" y="35052"/>
                </a:lnTo>
                <a:close/>
              </a:path>
              <a:path w="1744979" h="407035">
                <a:moveTo>
                  <a:pt x="411480" y="376428"/>
                </a:moveTo>
                <a:lnTo>
                  <a:pt x="385432" y="367842"/>
                </a:lnTo>
                <a:lnTo>
                  <a:pt x="361950" y="355663"/>
                </a:lnTo>
                <a:lnTo>
                  <a:pt x="340766" y="339788"/>
                </a:lnTo>
                <a:lnTo>
                  <a:pt x="337870" y="336804"/>
                </a:lnTo>
                <a:lnTo>
                  <a:pt x="321564" y="320040"/>
                </a:lnTo>
                <a:lnTo>
                  <a:pt x="349377" y="271843"/>
                </a:lnTo>
                <a:lnTo>
                  <a:pt x="374904" y="208788"/>
                </a:lnTo>
                <a:lnTo>
                  <a:pt x="383616" y="202692"/>
                </a:lnTo>
                <a:lnTo>
                  <a:pt x="390144" y="198120"/>
                </a:lnTo>
                <a:lnTo>
                  <a:pt x="365760" y="176784"/>
                </a:lnTo>
                <a:lnTo>
                  <a:pt x="352044" y="190500"/>
                </a:lnTo>
                <a:lnTo>
                  <a:pt x="352044" y="202692"/>
                </a:lnTo>
                <a:lnTo>
                  <a:pt x="343458" y="228701"/>
                </a:lnTo>
                <a:lnTo>
                  <a:pt x="333565" y="254127"/>
                </a:lnTo>
                <a:lnTo>
                  <a:pt x="322262" y="278993"/>
                </a:lnTo>
                <a:lnTo>
                  <a:pt x="309372" y="303276"/>
                </a:lnTo>
                <a:lnTo>
                  <a:pt x="298259" y="283273"/>
                </a:lnTo>
                <a:lnTo>
                  <a:pt x="287845" y="259842"/>
                </a:lnTo>
                <a:lnTo>
                  <a:pt x="278307" y="232981"/>
                </a:lnTo>
                <a:lnTo>
                  <a:pt x="269748" y="202692"/>
                </a:lnTo>
                <a:lnTo>
                  <a:pt x="352044" y="202692"/>
                </a:lnTo>
                <a:lnTo>
                  <a:pt x="352044" y="190500"/>
                </a:lnTo>
                <a:lnTo>
                  <a:pt x="350520" y="192024"/>
                </a:lnTo>
                <a:lnTo>
                  <a:pt x="240792" y="192024"/>
                </a:lnTo>
                <a:lnTo>
                  <a:pt x="254508" y="205740"/>
                </a:lnTo>
                <a:lnTo>
                  <a:pt x="260604" y="202692"/>
                </a:lnTo>
                <a:lnTo>
                  <a:pt x="268033" y="234962"/>
                </a:lnTo>
                <a:lnTo>
                  <a:pt x="276606" y="265366"/>
                </a:lnTo>
                <a:lnTo>
                  <a:pt x="286321" y="293776"/>
                </a:lnTo>
                <a:lnTo>
                  <a:pt x="297180" y="320040"/>
                </a:lnTo>
                <a:lnTo>
                  <a:pt x="272630" y="344601"/>
                </a:lnTo>
                <a:lnTo>
                  <a:pt x="244792" y="365569"/>
                </a:lnTo>
                <a:lnTo>
                  <a:pt x="213817" y="382841"/>
                </a:lnTo>
                <a:lnTo>
                  <a:pt x="179832" y="396240"/>
                </a:lnTo>
                <a:lnTo>
                  <a:pt x="182880" y="403860"/>
                </a:lnTo>
                <a:lnTo>
                  <a:pt x="220865" y="391033"/>
                </a:lnTo>
                <a:lnTo>
                  <a:pt x="254698" y="375475"/>
                </a:lnTo>
                <a:lnTo>
                  <a:pt x="284251" y="357365"/>
                </a:lnTo>
                <a:lnTo>
                  <a:pt x="309372" y="336804"/>
                </a:lnTo>
                <a:lnTo>
                  <a:pt x="325043" y="355358"/>
                </a:lnTo>
                <a:lnTo>
                  <a:pt x="342138" y="372046"/>
                </a:lnTo>
                <a:lnTo>
                  <a:pt x="360349" y="386715"/>
                </a:lnTo>
                <a:lnTo>
                  <a:pt x="379476" y="399288"/>
                </a:lnTo>
                <a:lnTo>
                  <a:pt x="384911" y="392150"/>
                </a:lnTo>
                <a:lnTo>
                  <a:pt x="392023" y="386740"/>
                </a:lnTo>
                <a:lnTo>
                  <a:pt x="400913" y="383006"/>
                </a:lnTo>
                <a:lnTo>
                  <a:pt x="411480" y="381000"/>
                </a:lnTo>
                <a:lnTo>
                  <a:pt x="411480" y="376428"/>
                </a:lnTo>
                <a:close/>
              </a:path>
              <a:path w="1744979" h="407035">
                <a:moveTo>
                  <a:pt x="554748" y="59448"/>
                </a:moveTo>
                <a:lnTo>
                  <a:pt x="528269" y="21729"/>
                </a:lnTo>
                <a:lnTo>
                  <a:pt x="504456" y="6108"/>
                </a:lnTo>
                <a:lnTo>
                  <a:pt x="499884" y="9156"/>
                </a:lnTo>
                <a:lnTo>
                  <a:pt x="509282" y="25488"/>
                </a:lnTo>
                <a:lnTo>
                  <a:pt x="516839" y="40398"/>
                </a:lnTo>
                <a:lnTo>
                  <a:pt x="522376" y="54152"/>
                </a:lnTo>
                <a:lnTo>
                  <a:pt x="525792" y="67068"/>
                </a:lnTo>
                <a:lnTo>
                  <a:pt x="528840" y="77736"/>
                </a:lnTo>
                <a:lnTo>
                  <a:pt x="531888" y="83832"/>
                </a:lnTo>
                <a:lnTo>
                  <a:pt x="537984" y="83832"/>
                </a:lnTo>
                <a:lnTo>
                  <a:pt x="541032" y="82308"/>
                </a:lnTo>
                <a:lnTo>
                  <a:pt x="545604" y="77736"/>
                </a:lnTo>
                <a:lnTo>
                  <a:pt x="551700" y="73164"/>
                </a:lnTo>
                <a:lnTo>
                  <a:pt x="553224" y="67068"/>
                </a:lnTo>
                <a:lnTo>
                  <a:pt x="554748" y="59448"/>
                </a:lnTo>
                <a:close/>
              </a:path>
              <a:path w="1744979" h="407035">
                <a:moveTo>
                  <a:pt x="620280" y="262140"/>
                </a:moveTo>
                <a:lnTo>
                  <a:pt x="614184" y="256044"/>
                </a:lnTo>
                <a:lnTo>
                  <a:pt x="548652" y="315480"/>
                </a:lnTo>
                <a:lnTo>
                  <a:pt x="548652" y="163080"/>
                </a:lnTo>
                <a:lnTo>
                  <a:pt x="559130" y="155460"/>
                </a:lnTo>
                <a:lnTo>
                  <a:pt x="565416" y="150888"/>
                </a:lnTo>
                <a:lnTo>
                  <a:pt x="534936" y="128028"/>
                </a:lnTo>
                <a:lnTo>
                  <a:pt x="522744" y="144792"/>
                </a:lnTo>
                <a:lnTo>
                  <a:pt x="452640" y="144792"/>
                </a:lnTo>
                <a:lnTo>
                  <a:pt x="467880" y="160032"/>
                </a:lnTo>
                <a:lnTo>
                  <a:pt x="477608" y="158026"/>
                </a:lnTo>
                <a:lnTo>
                  <a:pt x="486359" y="156603"/>
                </a:lnTo>
                <a:lnTo>
                  <a:pt x="494233" y="155740"/>
                </a:lnTo>
                <a:lnTo>
                  <a:pt x="501408" y="155460"/>
                </a:lnTo>
                <a:lnTo>
                  <a:pt x="524268" y="155460"/>
                </a:lnTo>
                <a:lnTo>
                  <a:pt x="524332" y="317004"/>
                </a:lnTo>
                <a:lnTo>
                  <a:pt x="524548" y="322072"/>
                </a:lnTo>
                <a:lnTo>
                  <a:pt x="523125" y="328244"/>
                </a:lnTo>
                <a:lnTo>
                  <a:pt x="519976" y="334124"/>
                </a:lnTo>
                <a:lnTo>
                  <a:pt x="515124" y="339864"/>
                </a:lnTo>
                <a:lnTo>
                  <a:pt x="541032" y="364248"/>
                </a:lnTo>
                <a:lnTo>
                  <a:pt x="564172" y="329311"/>
                </a:lnTo>
                <a:lnTo>
                  <a:pt x="593801" y="290715"/>
                </a:lnTo>
                <a:lnTo>
                  <a:pt x="606247" y="276707"/>
                </a:lnTo>
                <a:lnTo>
                  <a:pt x="620280" y="262140"/>
                </a:lnTo>
                <a:close/>
              </a:path>
              <a:path w="1744979" h="407035">
                <a:moveTo>
                  <a:pt x="847356" y="140220"/>
                </a:moveTo>
                <a:lnTo>
                  <a:pt x="845832" y="134124"/>
                </a:lnTo>
                <a:lnTo>
                  <a:pt x="842784" y="128028"/>
                </a:lnTo>
                <a:lnTo>
                  <a:pt x="838212" y="121932"/>
                </a:lnTo>
                <a:lnTo>
                  <a:pt x="832116" y="120408"/>
                </a:lnTo>
                <a:lnTo>
                  <a:pt x="821448" y="121932"/>
                </a:lnTo>
                <a:lnTo>
                  <a:pt x="812304" y="124802"/>
                </a:lnTo>
                <a:lnTo>
                  <a:pt x="803160" y="126695"/>
                </a:lnTo>
                <a:lnTo>
                  <a:pt x="794016" y="127711"/>
                </a:lnTo>
                <a:lnTo>
                  <a:pt x="784872" y="128028"/>
                </a:lnTo>
                <a:lnTo>
                  <a:pt x="776630" y="126885"/>
                </a:lnTo>
                <a:lnTo>
                  <a:pt x="770394" y="123456"/>
                </a:lnTo>
                <a:lnTo>
                  <a:pt x="766432" y="117741"/>
                </a:lnTo>
                <a:lnTo>
                  <a:pt x="765060" y="109740"/>
                </a:lnTo>
                <a:lnTo>
                  <a:pt x="765060" y="39636"/>
                </a:lnTo>
                <a:lnTo>
                  <a:pt x="773760" y="33540"/>
                </a:lnTo>
                <a:lnTo>
                  <a:pt x="780300" y="28968"/>
                </a:lnTo>
                <a:lnTo>
                  <a:pt x="772172" y="22872"/>
                </a:lnTo>
                <a:lnTo>
                  <a:pt x="749820" y="6108"/>
                </a:lnTo>
                <a:lnTo>
                  <a:pt x="737628" y="22872"/>
                </a:lnTo>
                <a:lnTo>
                  <a:pt x="662952" y="22872"/>
                </a:lnTo>
                <a:lnTo>
                  <a:pt x="635520" y="9156"/>
                </a:lnTo>
                <a:lnTo>
                  <a:pt x="636397" y="21488"/>
                </a:lnTo>
                <a:lnTo>
                  <a:pt x="636854" y="33540"/>
                </a:lnTo>
                <a:lnTo>
                  <a:pt x="636930" y="39636"/>
                </a:lnTo>
                <a:lnTo>
                  <a:pt x="636866" y="61798"/>
                </a:lnTo>
                <a:lnTo>
                  <a:pt x="636473" y="70802"/>
                </a:lnTo>
                <a:lnTo>
                  <a:pt x="627900" y="114312"/>
                </a:lnTo>
                <a:lnTo>
                  <a:pt x="606564" y="149555"/>
                </a:lnTo>
                <a:lnTo>
                  <a:pt x="562368" y="190512"/>
                </a:lnTo>
                <a:lnTo>
                  <a:pt x="565416" y="195084"/>
                </a:lnTo>
                <a:lnTo>
                  <a:pt x="616089" y="163271"/>
                </a:lnTo>
                <a:lnTo>
                  <a:pt x="646188" y="128028"/>
                </a:lnTo>
                <a:lnTo>
                  <a:pt x="659714" y="87071"/>
                </a:lnTo>
                <a:lnTo>
                  <a:pt x="662952" y="33540"/>
                </a:lnTo>
                <a:lnTo>
                  <a:pt x="739152" y="33540"/>
                </a:lnTo>
                <a:lnTo>
                  <a:pt x="739152" y="120408"/>
                </a:lnTo>
                <a:lnTo>
                  <a:pt x="740270" y="132410"/>
                </a:lnTo>
                <a:lnTo>
                  <a:pt x="745820" y="140982"/>
                </a:lnTo>
                <a:lnTo>
                  <a:pt x="755650" y="146126"/>
                </a:lnTo>
                <a:lnTo>
                  <a:pt x="769632" y="147840"/>
                </a:lnTo>
                <a:lnTo>
                  <a:pt x="842784" y="147840"/>
                </a:lnTo>
                <a:lnTo>
                  <a:pt x="845832" y="146316"/>
                </a:lnTo>
                <a:lnTo>
                  <a:pt x="847356" y="144792"/>
                </a:lnTo>
                <a:lnTo>
                  <a:pt x="847356" y="140220"/>
                </a:lnTo>
                <a:close/>
              </a:path>
              <a:path w="1744979" h="407035">
                <a:moveTo>
                  <a:pt x="851928" y="362724"/>
                </a:moveTo>
                <a:lnTo>
                  <a:pt x="782396" y="347103"/>
                </a:lnTo>
                <a:lnTo>
                  <a:pt x="746264" y="329196"/>
                </a:lnTo>
                <a:lnTo>
                  <a:pt x="725436" y="315480"/>
                </a:lnTo>
                <a:lnTo>
                  <a:pt x="738276" y="297192"/>
                </a:lnTo>
                <a:lnTo>
                  <a:pt x="743127" y="290283"/>
                </a:lnTo>
                <a:lnTo>
                  <a:pt x="759536" y="262521"/>
                </a:lnTo>
                <a:lnTo>
                  <a:pt x="774509" y="231889"/>
                </a:lnTo>
                <a:lnTo>
                  <a:pt x="787920" y="198132"/>
                </a:lnTo>
                <a:lnTo>
                  <a:pt x="806208" y="190512"/>
                </a:lnTo>
                <a:lnTo>
                  <a:pt x="774204" y="163080"/>
                </a:lnTo>
                <a:lnTo>
                  <a:pt x="762012" y="177990"/>
                </a:lnTo>
                <a:lnTo>
                  <a:pt x="762012" y="190512"/>
                </a:lnTo>
                <a:lnTo>
                  <a:pt x="750887" y="221957"/>
                </a:lnTo>
                <a:lnTo>
                  <a:pt x="738200" y="250139"/>
                </a:lnTo>
                <a:lnTo>
                  <a:pt x="724077" y="275158"/>
                </a:lnTo>
                <a:lnTo>
                  <a:pt x="708672" y="297192"/>
                </a:lnTo>
                <a:lnTo>
                  <a:pt x="693216" y="279234"/>
                </a:lnTo>
                <a:lnTo>
                  <a:pt x="678764" y="255282"/>
                </a:lnTo>
                <a:lnTo>
                  <a:pt x="665162" y="225602"/>
                </a:lnTo>
                <a:lnTo>
                  <a:pt x="652284" y="190512"/>
                </a:lnTo>
                <a:lnTo>
                  <a:pt x="762012" y="190512"/>
                </a:lnTo>
                <a:lnTo>
                  <a:pt x="762012" y="177990"/>
                </a:lnTo>
                <a:lnTo>
                  <a:pt x="760488" y="179844"/>
                </a:lnTo>
                <a:lnTo>
                  <a:pt x="605040" y="179844"/>
                </a:lnTo>
                <a:lnTo>
                  <a:pt x="620280" y="193560"/>
                </a:lnTo>
                <a:lnTo>
                  <a:pt x="635520" y="190512"/>
                </a:lnTo>
                <a:lnTo>
                  <a:pt x="644664" y="190512"/>
                </a:lnTo>
                <a:lnTo>
                  <a:pt x="652043" y="223062"/>
                </a:lnTo>
                <a:lnTo>
                  <a:pt x="662571" y="254330"/>
                </a:lnTo>
                <a:lnTo>
                  <a:pt x="675944" y="284162"/>
                </a:lnTo>
                <a:lnTo>
                  <a:pt x="691908" y="312432"/>
                </a:lnTo>
                <a:lnTo>
                  <a:pt x="665683" y="336664"/>
                </a:lnTo>
                <a:lnTo>
                  <a:pt x="630758" y="358914"/>
                </a:lnTo>
                <a:lnTo>
                  <a:pt x="587527" y="378866"/>
                </a:lnTo>
                <a:lnTo>
                  <a:pt x="536460" y="396252"/>
                </a:lnTo>
                <a:lnTo>
                  <a:pt x="537984" y="402348"/>
                </a:lnTo>
                <a:lnTo>
                  <a:pt x="585673" y="392633"/>
                </a:lnTo>
                <a:lnTo>
                  <a:pt x="630377" y="377202"/>
                </a:lnTo>
                <a:lnTo>
                  <a:pt x="671918" y="356057"/>
                </a:lnTo>
                <a:lnTo>
                  <a:pt x="710196" y="329196"/>
                </a:lnTo>
                <a:lnTo>
                  <a:pt x="733907" y="349478"/>
                </a:lnTo>
                <a:lnTo>
                  <a:pt x="759345" y="366915"/>
                </a:lnTo>
                <a:lnTo>
                  <a:pt x="786485" y="381482"/>
                </a:lnTo>
                <a:lnTo>
                  <a:pt x="815352" y="393204"/>
                </a:lnTo>
                <a:lnTo>
                  <a:pt x="818489" y="385508"/>
                </a:lnTo>
                <a:lnTo>
                  <a:pt x="825639" y="378536"/>
                </a:lnTo>
                <a:lnTo>
                  <a:pt x="836777" y="372414"/>
                </a:lnTo>
                <a:lnTo>
                  <a:pt x="851928" y="367296"/>
                </a:lnTo>
                <a:lnTo>
                  <a:pt x="851928" y="362724"/>
                </a:lnTo>
                <a:close/>
              </a:path>
              <a:path w="1744979" h="407035">
                <a:moveTo>
                  <a:pt x="1082052" y="71628"/>
                </a:moveTo>
                <a:lnTo>
                  <a:pt x="1053096" y="47244"/>
                </a:lnTo>
                <a:lnTo>
                  <a:pt x="1039380" y="65532"/>
                </a:lnTo>
                <a:lnTo>
                  <a:pt x="902220" y="65532"/>
                </a:lnTo>
                <a:lnTo>
                  <a:pt x="917460" y="80772"/>
                </a:lnTo>
                <a:lnTo>
                  <a:pt x="926884" y="78778"/>
                </a:lnTo>
                <a:lnTo>
                  <a:pt x="936891" y="77343"/>
                </a:lnTo>
                <a:lnTo>
                  <a:pt x="947458" y="76492"/>
                </a:lnTo>
                <a:lnTo>
                  <a:pt x="958608" y="76200"/>
                </a:lnTo>
                <a:lnTo>
                  <a:pt x="1039380" y="76200"/>
                </a:lnTo>
                <a:lnTo>
                  <a:pt x="1029373" y="110185"/>
                </a:lnTo>
                <a:lnTo>
                  <a:pt x="1019949" y="141160"/>
                </a:lnTo>
                <a:lnTo>
                  <a:pt x="1011085" y="168998"/>
                </a:lnTo>
                <a:lnTo>
                  <a:pt x="1002804" y="193548"/>
                </a:lnTo>
                <a:lnTo>
                  <a:pt x="945261" y="129159"/>
                </a:lnTo>
                <a:lnTo>
                  <a:pt x="926604" y="108204"/>
                </a:lnTo>
                <a:lnTo>
                  <a:pt x="920508" y="114300"/>
                </a:lnTo>
                <a:lnTo>
                  <a:pt x="933653" y="131737"/>
                </a:lnTo>
                <a:lnTo>
                  <a:pt x="950226" y="154305"/>
                </a:lnTo>
                <a:lnTo>
                  <a:pt x="970229" y="182029"/>
                </a:lnTo>
                <a:lnTo>
                  <a:pt x="993660" y="214884"/>
                </a:lnTo>
                <a:lnTo>
                  <a:pt x="984821" y="231457"/>
                </a:lnTo>
                <a:lnTo>
                  <a:pt x="962583" y="268033"/>
                </a:lnTo>
                <a:lnTo>
                  <a:pt x="934605" y="308000"/>
                </a:lnTo>
                <a:lnTo>
                  <a:pt x="904887" y="343331"/>
                </a:lnTo>
                <a:lnTo>
                  <a:pt x="890028" y="358140"/>
                </a:lnTo>
                <a:lnTo>
                  <a:pt x="891552" y="367284"/>
                </a:lnTo>
                <a:lnTo>
                  <a:pt x="930605" y="333184"/>
                </a:lnTo>
                <a:lnTo>
                  <a:pt x="961656" y="300228"/>
                </a:lnTo>
                <a:lnTo>
                  <a:pt x="987945" y="266890"/>
                </a:lnTo>
                <a:lnTo>
                  <a:pt x="1007376" y="234696"/>
                </a:lnTo>
                <a:lnTo>
                  <a:pt x="1017943" y="259613"/>
                </a:lnTo>
                <a:lnTo>
                  <a:pt x="1026807" y="281940"/>
                </a:lnTo>
                <a:lnTo>
                  <a:pt x="1033945" y="301993"/>
                </a:lnTo>
                <a:lnTo>
                  <a:pt x="1039380" y="320040"/>
                </a:lnTo>
                <a:lnTo>
                  <a:pt x="1041920" y="333171"/>
                </a:lnTo>
                <a:lnTo>
                  <a:pt x="1044905" y="342709"/>
                </a:lnTo>
                <a:lnTo>
                  <a:pt x="1048156" y="348551"/>
                </a:lnTo>
                <a:lnTo>
                  <a:pt x="1051572" y="350520"/>
                </a:lnTo>
                <a:lnTo>
                  <a:pt x="1054620" y="347472"/>
                </a:lnTo>
                <a:lnTo>
                  <a:pt x="1059192" y="344424"/>
                </a:lnTo>
                <a:lnTo>
                  <a:pt x="1062240" y="339852"/>
                </a:lnTo>
                <a:lnTo>
                  <a:pt x="1065288" y="332232"/>
                </a:lnTo>
                <a:lnTo>
                  <a:pt x="1065288" y="323088"/>
                </a:lnTo>
                <a:lnTo>
                  <a:pt x="1065618" y="315658"/>
                </a:lnTo>
                <a:lnTo>
                  <a:pt x="1054049" y="274256"/>
                </a:lnTo>
                <a:lnTo>
                  <a:pt x="1033475" y="238302"/>
                </a:lnTo>
                <a:lnTo>
                  <a:pt x="1018044" y="214884"/>
                </a:lnTo>
                <a:lnTo>
                  <a:pt x="1026845" y="193548"/>
                </a:lnTo>
                <a:lnTo>
                  <a:pt x="1029487" y="187147"/>
                </a:lnTo>
                <a:lnTo>
                  <a:pt x="1041095" y="156400"/>
                </a:lnTo>
                <a:lnTo>
                  <a:pt x="1052969" y="122516"/>
                </a:lnTo>
                <a:lnTo>
                  <a:pt x="1065288" y="85344"/>
                </a:lnTo>
                <a:lnTo>
                  <a:pt x="1076464" y="76200"/>
                </a:lnTo>
                <a:lnTo>
                  <a:pt x="1082052" y="71628"/>
                </a:lnTo>
                <a:close/>
              </a:path>
              <a:path w="1744979" h="407035">
                <a:moveTo>
                  <a:pt x="1146060" y="234696"/>
                </a:moveTo>
                <a:lnTo>
                  <a:pt x="1123772" y="190119"/>
                </a:lnTo>
                <a:lnTo>
                  <a:pt x="1094244" y="164592"/>
                </a:lnTo>
                <a:lnTo>
                  <a:pt x="1089672" y="167640"/>
                </a:lnTo>
                <a:lnTo>
                  <a:pt x="1100188" y="189649"/>
                </a:lnTo>
                <a:lnTo>
                  <a:pt x="1108722" y="209931"/>
                </a:lnTo>
                <a:lnTo>
                  <a:pt x="1114958" y="228511"/>
                </a:lnTo>
                <a:lnTo>
                  <a:pt x="1118628" y="245364"/>
                </a:lnTo>
                <a:lnTo>
                  <a:pt x="1120051" y="256247"/>
                </a:lnTo>
                <a:lnTo>
                  <a:pt x="1122057" y="263842"/>
                </a:lnTo>
                <a:lnTo>
                  <a:pt x="1124623" y="268300"/>
                </a:lnTo>
                <a:lnTo>
                  <a:pt x="1127772" y="269748"/>
                </a:lnTo>
                <a:lnTo>
                  <a:pt x="1129296" y="269748"/>
                </a:lnTo>
                <a:lnTo>
                  <a:pt x="1145501" y="241300"/>
                </a:lnTo>
                <a:lnTo>
                  <a:pt x="1146060" y="234696"/>
                </a:lnTo>
                <a:close/>
              </a:path>
              <a:path w="1744979" h="407035">
                <a:moveTo>
                  <a:pt x="1299984" y="128016"/>
                </a:moveTo>
                <a:lnTo>
                  <a:pt x="1266456" y="94488"/>
                </a:lnTo>
                <a:lnTo>
                  <a:pt x="1243596" y="117348"/>
                </a:lnTo>
                <a:lnTo>
                  <a:pt x="1225308" y="117348"/>
                </a:lnTo>
                <a:lnTo>
                  <a:pt x="1225308" y="39624"/>
                </a:lnTo>
                <a:lnTo>
                  <a:pt x="1240548" y="24384"/>
                </a:lnTo>
                <a:lnTo>
                  <a:pt x="1199400" y="4572"/>
                </a:lnTo>
                <a:lnTo>
                  <a:pt x="1199629" y="16344"/>
                </a:lnTo>
                <a:lnTo>
                  <a:pt x="1200162" y="28956"/>
                </a:lnTo>
                <a:lnTo>
                  <a:pt x="1200683" y="42722"/>
                </a:lnTo>
                <a:lnTo>
                  <a:pt x="1200924" y="57912"/>
                </a:lnTo>
                <a:lnTo>
                  <a:pt x="1200924" y="117348"/>
                </a:lnTo>
                <a:lnTo>
                  <a:pt x="1060716" y="117348"/>
                </a:lnTo>
                <a:lnTo>
                  <a:pt x="1077480" y="132588"/>
                </a:lnTo>
                <a:lnTo>
                  <a:pt x="1086904" y="130594"/>
                </a:lnTo>
                <a:lnTo>
                  <a:pt x="1096911" y="129159"/>
                </a:lnTo>
                <a:lnTo>
                  <a:pt x="1107478" y="128308"/>
                </a:lnTo>
                <a:lnTo>
                  <a:pt x="1118628" y="128016"/>
                </a:lnTo>
                <a:lnTo>
                  <a:pt x="1200924" y="128016"/>
                </a:lnTo>
                <a:lnTo>
                  <a:pt x="1200924" y="353568"/>
                </a:lnTo>
                <a:lnTo>
                  <a:pt x="1196352" y="358140"/>
                </a:lnTo>
                <a:lnTo>
                  <a:pt x="1188732" y="358140"/>
                </a:lnTo>
                <a:lnTo>
                  <a:pt x="1180439" y="358698"/>
                </a:lnTo>
                <a:lnTo>
                  <a:pt x="1167015" y="357949"/>
                </a:lnTo>
                <a:lnTo>
                  <a:pt x="1148435" y="355790"/>
                </a:lnTo>
                <a:lnTo>
                  <a:pt x="1124724" y="352044"/>
                </a:lnTo>
                <a:lnTo>
                  <a:pt x="1124724" y="361188"/>
                </a:lnTo>
                <a:lnTo>
                  <a:pt x="1151839" y="371475"/>
                </a:lnTo>
                <a:lnTo>
                  <a:pt x="1171397" y="381762"/>
                </a:lnTo>
                <a:lnTo>
                  <a:pt x="1183220" y="392049"/>
                </a:lnTo>
                <a:lnTo>
                  <a:pt x="1187208" y="402336"/>
                </a:lnTo>
                <a:lnTo>
                  <a:pt x="1203439" y="393484"/>
                </a:lnTo>
                <a:lnTo>
                  <a:pt x="1215402" y="382905"/>
                </a:lnTo>
                <a:lnTo>
                  <a:pt x="1222781" y="370624"/>
                </a:lnTo>
                <a:lnTo>
                  <a:pt x="1224927" y="358698"/>
                </a:lnTo>
                <a:lnTo>
                  <a:pt x="1225308" y="356616"/>
                </a:lnTo>
                <a:lnTo>
                  <a:pt x="1225308" y="128016"/>
                </a:lnTo>
                <a:lnTo>
                  <a:pt x="1299984" y="128016"/>
                </a:lnTo>
                <a:close/>
              </a:path>
              <a:path w="1744979" h="407035">
                <a:moveTo>
                  <a:pt x="1744980" y="234696"/>
                </a:moveTo>
                <a:lnTo>
                  <a:pt x="1706880" y="196596"/>
                </a:lnTo>
                <a:lnTo>
                  <a:pt x="1679448" y="225552"/>
                </a:lnTo>
                <a:lnTo>
                  <a:pt x="1549908" y="225552"/>
                </a:lnTo>
                <a:lnTo>
                  <a:pt x="1549908" y="143256"/>
                </a:lnTo>
                <a:lnTo>
                  <a:pt x="1700784" y="143256"/>
                </a:lnTo>
                <a:lnTo>
                  <a:pt x="1664208" y="106680"/>
                </a:lnTo>
                <a:lnTo>
                  <a:pt x="1638300" y="132588"/>
                </a:lnTo>
                <a:lnTo>
                  <a:pt x="1549908" y="132588"/>
                </a:lnTo>
                <a:lnTo>
                  <a:pt x="1549908" y="53340"/>
                </a:lnTo>
                <a:lnTo>
                  <a:pt x="1597609" y="47586"/>
                </a:lnTo>
                <a:lnTo>
                  <a:pt x="1637728" y="43815"/>
                </a:lnTo>
                <a:lnTo>
                  <a:pt x="1670138" y="41770"/>
                </a:lnTo>
                <a:lnTo>
                  <a:pt x="1694688" y="41148"/>
                </a:lnTo>
                <a:lnTo>
                  <a:pt x="1662684" y="4572"/>
                </a:lnTo>
                <a:lnTo>
                  <a:pt x="1623631" y="19621"/>
                </a:lnTo>
                <a:lnTo>
                  <a:pt x="1560576" y="33528"/>
                </a:lnTo>
                <a:lnTo>
                  <a:pt x="1520571" y="39204"/>
                </a:lnTo>
                <a:lnTo>
                  <a:pt x="1475994" y="44577"/>
                </a:lnTo>
                <a:lnTo>
                  <a:pt x="1426845" y="49390"/>
                </a:lnTo>
                <a:lnTo>
                  <a:pt x="1373124" y="53340"/>
                </a:lnTo>
                <a:lnTo>
                  <a:pt x="1373124" y="60960"/>
                </a:lnTo>
                <a:lnTo>
                  <a:pt x="1414272" y="59588"/>
                </a:lnTo>
                <a:lnTo>
                  <a:pt x="1524000" y="54864"/>
                </a:lnTo>
                <a:lnTo>
                  <a:pt x="1524000" y="132588"/>
                </a:lnTo>
                <a:lnTo>
                  <a:pt x="1377696" y="132588"/>
                </a:lnTo>
                <a:lnTo>
                  <a:pt x="1392936" y="147828"/>
                </a:lnTo>
                <a:lnTo>
                  <a:pt x="1403248" y="145834"/>
                </a:lnTo>
                <a:lnTo>
                  <a:pt x="1413700" y="144399"/>
                </a:lnTo>
                <a:lnTo>
                  <a:pt x="1424444" y="143548"/>
                </a:lnTo>
                <a:lnTo>
                  <a:pt x="1435608" y="143256"/>
                </a:lnTo>
                <a:lnTo>
                  <a:pt x="1524000" y="143256"/>
                </a:lnTo>
                <a:lnTo>
                  <a:pt x="1524000" y="225552"/>
                </a:lnTo>
                <a:lnTo>
                  <a:pt x="1336548" y="225552"/>
                </a:lnTo>
                <a:lnTo>
                  <a:pt x="1351788" y="240792"/>
                </a:lnTo>
                <a:lnTo>
                  <a:pt x="1362075" y="238556"/>
                </a:lnTo>
                <a:lnTo>
                  <a:pt x="1372362" y="236601"/>
                </a:lnTo>
                <a:lnTo>
                  <a:pt x="1382649" y="235229"/>
                </a:lnTo>
                <a:lnTo>
                  <a:pt x="1392936" y="234696"/>
                </a:lnTo>
                <a:lnTo>
                  <a:pt x="1524000" y="234696"/>
                </a:lnTo>
                <a:lnTo>
                  <a:pt x="1524000" y="341376"/>
                </a:lnTo>
                <a:lnTo>
                  <a:pt x="1522844" y="349377"/>
                </a:lnTo>
                <a:lnTo>
                  <a:pt x="1519237" y="355092"/>
                </a:lnTo>
                <a:lnTo>
                  <a:pt x="1513078" y="358521"/>
                </a:lnTo>
                <a:lnTo>
                  <a:pt x="1504188" y="359664"/>
                </a:lnTo>
                <a:lnTo>
                  <a:pt x="1493050" y="359384"/>
                </a:lnTo>
                <a:lnTo>
                  <a:pt x="1480185" y="358521"/>
                </a:lnTo>
                <a:lnTo>
                  <a:pt x="1465618" y="357098"/>
                </a:lnTo>
                <a:lnTo>
                  <a:pt x="1449324" y="355092"/>
                </a:lnTo>
                <a:lnTo>
                  <a:pt x="1449324" y="364236"/>
                </a:lnTo>
                <a:lnTo>
                  <a:pt x="1474457" y="372579"/>
                </a:lnTo>
                <a:lnTo>
                  <a:pt x="1492567" y="381762"/>
                </a:lnTo>
                <a:lnTo>
                  <a:pt x="1503553" y="392099"/>
                </a:lnTo>
                <a:lnTo>
                  <a:pt x="1507236" y="403860"/>
                </a:lnTo>
                <a:lnTo>
                  <a:pt x="1526120" y="396201"/>
                </a:lnTo>
                <a:lnTo>
                  <a:pt x="1539430" y="384810"/>
                </a:lnTo>
                <a:lnTo>
                  <a:pt x="1547317" y="370001"/>
                </a:lnTo>
                <a:lnTo>
                  <a:pt x="1549908" y="352044"/>
                </a:lnTo>
                <a:lnTo>
                  <a:pt x="1549908" y="234696"/>
                </a:lnTo>
                <a:lnTo>
                  <a:pt x="1744980" y="23469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59" name="object 59"/>
          <p:cNvGrpSpPr/>
          <p:nvPr/>
        </p:nvGrpSpPr>
        <p:grpSpPr>
          <a:xfrm>
            <a:off x="6348984" y="3433571"/>
            <a:ext cx="757555" cy="408940"/>
            <a:chOff x="6348984" y="3433571"/>
            <a:chExt cx="757555" cy="408940"/>
          </a:xfrm>
        </p:grpSpPr>
        <p:sp>
          <p:nvSpPr>
            <p:cNvPr id="60" name="object 60"/>
            <p:cNvSpPr/>
            <p:nvPr/>
          </p:nvSpPr>
          <p:spPr>
            <a:xfrm>
              <a:off x="6348984" y="3474720"/>
              <a:ext cx="204470" cy="325120"/>
            </a:xfrm>
            <a:custGeom>
              <a:avLst/>
              <a:gdLst/>
              <a:ahLst/>
              <a:cxnLst/>
              <a:rect l="l" t="t" r="r" b="b"/>
              <a:pathLst>
                <a:path w="204470" h="325120">
                  <a:moveTo>
                    <a:pt x="42672" y="324612"/>
                  </a:moveTo>
                  <a:lnTo>
                    <a:pt x="0" y="324612"/>
                  </a:lnTo>
                  <a:lnTo>
                    <a:pt x="0" y="0"/>
                  </a:lnTo>
                  <a:lnTo>
                    <a:pt x="80772" y="0"/>
                  </a:lnTo>
                  <a:lnTo>
                    <a:pt x="94178" y="285"/>
                  </a:lnTo>
                  <a:lnTo>
                    <a:pt x="139517" y="7405"/>
                  </a:lnTo>
                  <a:lnTo>
                    <a:pt x="173188" y="27598"/>
                  </a:lnTo>
                  <a:lnTo>
                    <a:pt x="183472" y="38100"/>
                  </a:lnTo>
                  <a:lnTo>
                    <a:pt x="42672" y="38100"/>
                  </a:lnTo>
                  <a:lnTo>
                    <a:pt x="42672" y="166116"/>
                  </a:lnTo>
                  <a:lnTo>
                    <a:pt x="178331" y="166116"/>
                  </a:lnTo>
                  <a:lnTo>
                    <a:pt x="175260" y="169164"/>
                  </a:lnTo>
                  <a:lnTo>
                    <a:pt x="135636" y="195072"/>
                  </a:lnTo>
                  <a:lnTo>
                    <a:pt x="95559" y="202358"/>
                  </a:lnTo>
                  <a:lnTo>
                    <a:pt x="79248" y="202692"/>
                  </a:lnTo>
                  <a:lnTo>
                    <a:pt x="42672" y="202692"/>
                  </a:lnTo>
                  <a:lnTo>
                    <a:pt x="42672" y="324612"/>
                  </a:lnTo>
                  <a:close/>
                </a:path>
                <a:path w="204470" h="325120">
                  <a:moveTo>
                    <a:pt x="178331" y="166116"/>
                  </a:moveTo>
                  <a:lnTo>
                    <a:pt x="71628" y="166116"/>
                  </a:lnTo>
                  <a:lnTo>
                    <a:pt x="84510" y="165854"/>
                  </a:lnTo>
                  <a:lnTo>
                    <a:pt x="95821" y="165163"/>
                  </a:lnTo>
                  <a:lnTo>
                    <a:pt x="135088" y="152352"/>
                  </a:lnTo>
                  <a:lnTo>
                    <a:pt x="157353" y="113919"/>
                  </a:lnTo>
                  <a:lnTo>
                    <a:pt x="158496" y="99060"/>
                  </a:lnTo>
                  <a:lnTo>
                    <a:pt x="158186" y="91106"/>
                  </a:lnTo>
                  <a:lnTo>
                    <a:pt x="157162" y="83439"/>
                  </a:lnTo>
                  <a:lnTo>
                    <a:pt x="155281" y="76342"/>
                  </a:lnTo>
                  <a:lnTo>
                    <a:pt x="152400" y="70104"/>
                  </a:lnTo>
                  <a:lnTo>
                    <a:pt x="149566" y="63793"/>
                  </a:lnTo>
                  <a:lnTo>
                    <a:pt x="118062" y="41933"/>
                  </a:lnTo>
                  <a:lnTo>
                    <a:pt x="77724" y="38100"/>
                  </a:lnTo>
                  <a:lnTo>
                    <a:pt x="183472" y="38100"/>
                  </a:lnTo>
                  <a:lnTo>
                    <a:pt x="201168" y="72390"/>
                  </a:lnTo>
                  <a:lnTo>
                    <a:pt x="204216" y="97536"/>
                  </a:lnTo>
                  <a:lnTo>
                    <a:pt x="203668" y="107799"/>
                  </a:lnTo>
                  <a:lnTo>
                    <a:pt x="191976" y="146875"/>
                  </a:lnTo>
                  <a:lnTo>
                    <a:pt x="181594" y="162877"/>
                  </a:lnTo>
                  <a:lnTo>
                    <a:pt x="178331" y="166116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61" name="object 61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6571488" y="3631691"/>
              <a:ext cx="100583" cy="167639"/>
            </a:xfrm>
            <a:prstGeom prst="rect">
              <a:avLst/>
            </a:prstGeom>
          </p:spPr>
        </p:pic>
        <p:sp>
          <p:nvSpPr>
            <p:cNvPr id="62" name="object 62"/>
            <p:cNvSpPr/>
            <p:nvPr/>
          </p:nvSpPr>
          <p:spPr>
            <a:xfrm>
              <a:off x="6702552" y="3433571"/>
              <a:ext cx="403860" cy="408940"/>
            </a:xfrm>
            <a:custGeom>
              <a:avLst/>
              <a:gdLst/>
              <a:ahLst/>
              <a:cxnLst/>
              <a:rect l="l" t="t" r="r" b="b"/>
              <a:pathLst>
                <a:path w="403859" h="408939">
                  <a:moveTo>
                    <a:pt x="185928" y="71628"/>
                  </a:moveTo>
                  <a:lnTo>
                    <a:pt x="156972" y="71628"/>
                  </a:lnTo>
                  <a:lnTo>
                    <a:pt x="165282" y="50792"/>
                  </a:lnTo>
                  <a:lnTo>
                    <a:pt x="172021" y="31813"/>
                  </a:lnTo>
                  <a:lnTo>
                    <a:pt x="177331" y="14835"/>
                  </a:lnTo>
                  <a:lnTo>
                    <a:pt x="181356" y="0"/>
                  </a:lnTo>
                  <a:lnTo>
                    <a:pt x="224028" y="24384"/>
                  </a:lnTo>
                  <a:lnTo>
                    <a:pt x="207264" y="32004"/>
                  </a:lnTo>
                  <a:lnTo>
                    <a:pt x="201572" y="43124"/>
                  </a:lnTo>
                  <a:lnTo>
                    <a:pt x="196024" y="53530"/>
                  </a:lnTo>
                  <a:lnTo>
                    <a:pt x="190761" y="63079"/>
                  </a:lnTo>
                  <a:lnTo>
                    <a:pt x="185928" y="71628"/>
                  </a:lnTo>
                  <a:close/>
                </a:path>
                <a:path w="403859" h="408939">
                  <a:moveTo>
                    <a:pt x="15240" y="86868"/>
                  </a:moveTo>
                  <a:lnTo>
                    <a:pt x="0" y="71628"/>
                  </a:lnTo>
                  <a:lnTo>
                    <a:pt x="333756" y="71628"/>
                  </a:lnTo>
                  <a:lnTo>
                    <a:pt x="362712" y="41148"/>
                  </a:lnTo>
                  <a:lnTo>
                    <a:pt x="403860" y="82296"/>
                  </a:lnTo>
                  <a:lnTo>
                    <a:pt x="57912" y="82296"/>
                  </a:lnTo>
                  <a:lnTo>
                    <a:pt x="46743" y="82581"/>
                  </a:lnTo>
                  <a:lnTo>
                    <a:pt x="36004" y="83439"/>
                  </a:lnTo>
                  <a:lnTo>
                    <a:pt x="25550" y="84867"/>
                  </a:lnTo>
                  <a:lnTo>
                    <a:pt x="15240" y="86868"/>
                  </a:lnTo>
                  <a:close/>
                </a:path>
                <a:path w="403859" h="408939">
                  <a:moveTo>
                    <a:pt x="6096" y="269748"/>
                  </a:moveTo>
                  <a:lnTo>
                    <a:pt x="0" y="263652"/>
                  </a:lnTo>
                  <a:lnTo>
                    <a:pt x="23383" y="244863"/>
                  </a:lnTo>
                  <a:lnTo>
                    <a:pt x="45339" y="225361"/>
                  </a:lnTo>
                  <a:lnTo>
                    <a:pt x="83820" y="185928"/>
                  </a:lnTo>
                  <a:lnTo>
                    <a:pt x="119253" y="139255"/>
                  </a:lnTo>
                  <a:lnTo>
                    <a:pt x="152400" y="82296"/>
                  </a:lnTo>
                  <a:lnTo>
                    <a:pt x="182880" y="82296"/>
                  </a:lnTo>
                  <a:lnTo>
                    <a:pt x="172831" y="99131"/>
                  </a:lnTo>
                  <a:lnTo>
                    <a:pt x="163068" y="115252"/>
                  </a:lnTo>
                  <a:lnTo>
                    <a:pt x="153304" y="130516"/>
                  </a:lnTo>
                  <a:lnTo>
                    <a:pt x="143256" y="144780"/>
                  </a:lnTo>
                  <a:lnTo>
                    <a:pt x="329488" y="144780"/>
                  </a:lnTo>
                  <a:lnTo>
                    <a:pt x="335280" y="149352"/>
                  </a:lnTo>
                  <a:lnTo>
                    <a:pt x="327660" y="155448"/>
                  </a:lnTo>
                  <a:lnTo>
                    <a:pt x="135636" y="155448"/>
                  </a:lnTo>
                  <a:lnTo>
                    <a:pt x="135636" y="182880"/>
                  </a:lnTo>
                  <a:lnTo>
                    <a:pt x="111252" y="182880"/>
                  </a:lnTo>
                  <a:lnTo>
                    <a:pt x="86677" y="208026"/>
                  </a:lnTo>
                  <a:lnTo>
                    <a:pt x="60960" y="230886"/>
                  </a:lnTo>
                  <a:lnTo>
                    <a:pt x="34099" y="251460"/>
                  </a:lnTo>
                  <a:lnTo>
                    <a:pt x="6096" y="269748"/>
                  </a:lnTo>
                  <a:close/>
                </a:path>
                <a:path w="403859" h="408939">
                  <a:moveTo>
                    <a:pt x="329488" y="144780"/>
                  </a:moveTo>
                  <a:lnTo>
                    <a:pt x="292608" y="144780"/>
                  </a:lnTo>
                  <a:lnTo>
                    <a:pt x="306324" y="126492"/>
                  </a:lnTo>
                  <a:lnTo>
                    <a:pt x="329488" y="144780"/>
                  </a:lnTo>
                  <a:close/>
                </a:path>
                <a:path w="403859" h="408939">
                  <a:moveTo>
                    <a:pt x="320040" y="214884"/>
                  </a:moveTo>
                  <a:lnTo>
                    <a:pt x="295655" y="214884"/>
                  </a:lnTo>
                  <a:lnTo>
                    <a:pt x="295655" y="155448"/>
                  </a:lnTo>
                  <a:lnTo>
                    <a:pt x="327660" y="155448"/>
                  </a:lnTo>
                  <a:lnTo>
                    <a:pt x="320040" y="161544"/>
                  </a:lnTo>
                  <a:lnTo>
                    <a:pt x="320040" y="214884"/>
                  </a:lnTo>
                  <a:close/>
                </a:path>
                <a:path w="403859" h="408939">
                  <a:moveTo>
                    <a:pt x="109728" y="408432"/>
                  </a:moveTo>
                  <a:lnTo>
                    <a:pt x="110609" y="383262"/>
                  </a:lnTo>
                  <a:lnTo>
                    <a:pt x="111061" y="337375"/>
                  </a:lnTo>
                  <a:lnTo>
                    <a:pt x="111169" y="294132"/>
                  </a:lnTo>
                  <a:lnTo>
                    <a:pt x="111252" y="182880"/>
                  </a:lnTo>
                  <a:lnTo>
                    <a:pt x="135636" y="182880"/>
                  </a:lnTo>
                  <a:lnTo>
                    <a:pt x="135636" y="214884"/>
                  </a:lnTo>
                  <a:lnTo>
                    <a:pt x="320040" y="214884"/>
                  </a:lnTo>
                  <a:lnTo>
                    <a:pt x="320040" y="225552"/>
                  </a:lnTo>
                  <a:lnTo>
                    <a:pt x="135636" y="225552"/>
                  </a:lnTo>
                  <a:lnTo>
                    <a:pt x="135636" y="283464"/>
                  </a:lnTo>
                  <a:lnTo>
                    <a:pt x="320040" y="283464"/>
                  </a:lnTo>
                  <a:lnTo>
                    <a:pt x="320040" y="294132"/>
                  </a:lnTo>
                  <a:lnTo>
                    <a:pt x="135636" y="294132"/>
                  </a:lnTo>
                  <a:lnTo>
                    <a:pt x="135636" y="393192"/>
                  </a:lnTo>
                  <a:lnTo>
                    <a:pt x="109728" y="408432"/>
                  </a:lnTo>
                  <a:close/>
                </a:path>
                <a:path w="403859" h="408939">
                  <a:moveTo>
                    <a:pt x="320040" y="283464"/>
                  </a:moveTo>
                  <a:lnTo>
                    <a:pt x="295655" y="283464"/>
                  </a:lnTo>
                  <a:lnTo>
                    <a:pt x="295655" y="225552"/>
                  </a:lnTo>
                  <a:lnTo>
                    <a:pt x="320040" y="225552"/>
                  </a:lnTo>
                  <a:lnTo>
                    <a:pt x="320040" y="283464"/>
                  </a:lnTo>
                  <a:close/>
                </a:path>
                <a:path w="403859" h="408939">
                  <a:moveTo>
                    <a:pt x="319492" y="370332"/>
                  </a:moveTo>
                  <a:lnTo>
                    <a:pt x="291084" y="370332"/>
                  </a:lnTo>
                  <a:lnTo>
                    <a:pt x="295655" y="365760"/>
                  </a:lnTo>
                  <a:lnTo>
                    <a:pt x="295655" y="294132"/>
                  </a:lnTo>
                  <a:lnTo>
                    <a:pt x="320040" y="294132"/>
                  </a:lnTo>
                  <a:lnTo>
                    <a:pt x="319954" y="367760"/>
                  </a:lnTo>
                  <a:lnTo>
                    <a:pt x="319492" y="370332"/>
                  </a:lnTo>
                  <a:close/>
                </a:path>
                <a:path w="403859" h="408939">
                  <a:moveTo>
                    <a:pt x="281940" y="408432"/>
                  </a:moveTo>
                  <a:lnTo>
                    <a:pt x="279701" y="398454"/>
                  </a:lnTo>
                  <a:lnTo>
                    <a:pt x="270891" y="389191"/>
                  </a:lnTo>
                  <a:lnTo>
                    <a:pt x="255793" y="380785"/>
                  </a:lnTo>
                  <a:lnTo>
                    <a:pt x="234696" y="373380"/>
                  </a:lnTo>
                  <a:lnTo>
                    <a:pt x="234696" y="365760"/>
                  </a:lnTo>
                  <a:lnTo>
                    <a:pt x="248697" y="367760"/>
                  </a:lnTo>
                  <a:lnTo>
                    <a:pt x="260985" y="369189"/>
                  </a:lnTo>
                  <a:lnTo>
                    <a:pt x="271557" y="370046"/>
                  </a:lnTo>
                  <a:lnTo>
                    <a:pt x="280416" y="370332"/>
                  </a:lnTo>
                  <a:lnTo>
                    <a:pt x="319492" y="370332"/>
                  </a:lnTo>
                  <a:lnTo>
                    <a:pt x="317730" y="380142"/>
                  </a:lnTo>
                  <a:lnTo>
                    <a:pt x="310705" y="391287"/>
                  </a:lnTo>
                  <a:lnTo>
                    <a:pt x="298823" y="400716"/>
                  </a:lnTo>
                  <a:lnTo>
                    <a:pt x="281940" y="408432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63" name="object 63"/>
          <p:cNvSpPr/>
          <p:nvPr/>
        </p:nvSpPr>
        <p:spPr>
          <a:xfrm>
            <a:off x="7153643" y="3432047"/>
            <a:ext cx="846455" cy="411480"/>
          </a:xfrm>
          <a:custGeom>
            <a:avLst/>
            <a:gdLst/>
            <a:ahLst/>
            <a:cxnLst/>
            <a:rect l="l" t="t" r="r" b="b"/>
            <a:pathLst>
              <a:path w="846454" h="411479">
                <a:moveTo>
                  <a:pt x="396240" y="192024"/>
                </a:moveTo>
                <a:lnTo>
                  <a:pt x="358140" y="153924"/>
                </a:lnTo>
                <a:lnTo>
                  <a:pt x="323088" y="182880"/>
                </a:lnTo>
                <a:lnTo>
                  <a:pt x="0" y="182880"/>
                </a:lnTo>
                <a:lnTo>
                  <a:pt x="15240" y="198120"/>
                </a:lnTo>
                <a:lnTo>
                  <a:pt x="25196" y="195884"/>
                </a:lnTo>
                <a:lnTo>
                  <a:pt x="36576" y="193929"/>
                </a:lnTo>
                <a:lnTo>
                  <a:pt x="49110" y="192557"/>
                </a:lnTo>
                <a:lnTo>
                  <a:pt x="62484" y="192024"/>
                </a:lnTo>
                <a:lnTo>
                  <a:pt x="396240" y="192024"/>
                </a:lnTo>
                <a:close/>
              </a:path>
              <a:path w="846454" h="411479">
                <a:moveTo>
                  <a:pt x="669048" y="147828"/>
                </a:moveTo>
                <a:lnTo>
                  <a:pt x="627900" y="124968"/>
                </a:lnTo>
                <a:lnTo>
                  <a:pt x="628129" y="145859"/>
                </a:lnTo>
                <a:lnTo>
                  <a:pt x="629183" y="183057"/>
                </a:lnTo>
                <a:lnTo>
                  <a:pt x="629310" y="191833"/>
                </a:lnTo>
                <a:lnTo>
                  <a:pt x="629183" y="331114"/>
                </a:lnTo>
                <a:lnTo>
                  <a:pt x="628662" y="352996"/>
                </a:lnTo>
                <a:lnTo>
                  <a:pt x="628129" y="379742"/>
                </a:lnTo>
                <a:lnTo>
                  <a:pt x="627900" y="411480"/>
                </a:lnTo>
                <a:lnTo>
                  <a:pt x="656856" y="394716"/>
                </a:lnTo>
                <a:lnTo>
                  <a:pt x="655967" y="378104"/>
                </a:lnTo>
                <a:lnTo>
                  <a:pt x="655523" y="362331"/>
                </a:lnTo>
                <a:lnTo>
                  <a:pt x="655408" y="352996"/>
                </a:lnTo>
                <a:lnTo>
                  <a:pt x="655332" y="158496"/>
                </a:lnTo>
                <a:lnTo>
                  <a:pt x="669048" y="147828"/>
                </a:lnTo>
                <a:close/>
              </a:path>
              <a:path w="846454" h="411479">
                <a:moveTo>
                  <a:pt x="845832" y="181356"/>
                </a:moveTo>
                <a:lnTo>
                  <a:pt x="798207" y="166306"/>
                </a:lnTo>
                <a:lnTo>
                  <a:pt x="748296" y="138684"/>
                </a:lnTo>
                <a:lnTo>
                  <a:pt x="697623" y="93726"/>
                </a:lnTo>
                <a:lnTo>
                  <a:pt x="656767" y="41148"/>
                </a:lnTo>
                <a:lnTo>
                  <a:pt x="649236" y="30480"/>
                </a:lnTo>
                <a:lnTo>
                  <a:pt x="666000" y="21336"/>
                </a:lnTo>
                <a:lnTo>
                  <a:pt x="629424" y="0"/>
                </a:lnTo>
                <a:lnTo>
                  <a:pt x="618299" y="27774"/>
                </a:lnTo>
                <a:lnTo>
                  <a:pt x="603326" y="56388"/>
                </a:lnTo>
                <a:lnTo>
                  <a:pt x="562368" y="117348"/>
                </a:lnTo>
                <a:lnTo>
                  <a:pt x="535762" y="148526"/>
                </a:lnTo>
                <a:lnTo>
                  <a:pt x="506171" y="175831"/>
                </a:lnTo>
                <a:lnTo>
                  <a:pt x="473417" y="199440"/>
                </a:lnTo>
                <a:lnTo>
                  <a:pt x="437400" y="219456"/>
                </a:lnTo>
                <a:lnTo>
                  <a:pt x="438924" y="225552"/>
                </a:lnTo>
                <a:lnTo>
                  <a:pt x="474662" y="209194"/>
                </a:lnTo>
                <a:lnTo>
                  <a:pt x="534720" y="173050"/>
                </a:lnTo>
                <a:lnTo>
                  <a:pt x="581863" y="130098"/>
                </a:lnTo>
                <a:lnTo>
                  <a:pt x="624674" y="74612"/>
                </a:lnTo>
                <a:lnTo>
                  <a:pt x="644664" y="41148"/>
                </a:lnTo>
                <a:lnTo>
                  <a:pt x="662952" y="71704"/>
                </a:lnTo>
                <a:lnTo>
                  <a:pt x="699528" y="123659"/>
                </a:lnTo>
                <a:lnTo>
                  <a:pt x="736981" y="162737"/>
                </a:lnTo>
                <a:lnTo>
                  <a:pt x="781037" y="195795"/>
                </a:lnTo>
                <a:lnTo>
                  <a:pt x="806208" y="210312"/>
                </a:lnTo>
                <a:lnTo>
                  <a:pt x="813041" y="201168"/>
                </a:lnTo>
                <a:lnTo>
                  <a:pt x="822020" y="194310"/>
                </a:lnTo>
                <a:lnTo>
                  <a:pt x="832993" y="189738"/>
                </a:lnTo>
                <a:lnTo>
                  <a:pt x="845832" y="187452"/>
                </a:lnTo>
                <a:lnTo>
                  <a:pt x="845832" y="18135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" name="object 64"/>
          <p:cNvSpPr/>
          <p:nvPr/>
        </p:nvSpPr>
        <p:spPr>
          <a:xfrm>
            <a:off x="8046708" y="3433584"/>
            <a:ext cx="840105" cy="407034"/>
          </a:xfrm>
          <a:custGeom>
            <a:avLst/>
            <a:gdLst/>
            <a:ahLst/>
            <a:cxnLst/>
            <a:rect l="l" t="t" r="r" b="b"/>
            <a:pathLst>
              <a:path w="840104" h="407035">
                <a:moveTo>
                  <a:pt x="283464" y="243827"/>
                </a:moveTo>
                <a:lnTo>
                  <a:pt x="246888" y="227063"/>
                </a:lnTo>
                <a:lnTo>
                  <a:pt x="247777" y="247929"/>
                </a:lnTo>
                <a:lnTo>
                  <a:pt x="248145" y="265734"/>
                </a:lnTo>
                <a:lnTo>
                  <a:pt x="248259" y="274307"/>
                </a:lnTo>
                <a:lnTo>
                  <a:pt x="248373" y="288531"/>
                </a:lnTo>
                <a:lnTo>
                  <a:pt x="248348" y="344017"/>
                </a:lnTo>
                <a:lnTo>
                  <a:pt x="248221" y="360794"/>
                </a:lnTo>
                <a:lnTo>
                  <a:pt x="247777" y="383374"/>
                </a:lnTo>
                <a:lnTo>
                  <a:pt x="246888" y="405371"/>
                </a:lnTo>
                <a:lnTo>
                  <a:pt x="272796" y="393179"/>
                </a:lnTo>
                <a:lnTo>
                  <a:pt x="272567" y="369176"/>
                </a:lnTo>
                <a:lnTo>
                  <a:pt x="272034" y="337654"/>
                </a:lnTo>
                <a:lnTo>
                  <a:pt x="271513" y="300596"/>
                </a:lnTo>
                <a:lnTo>
                  <a:pt x="271272" y="256019"/>
                </a:lnTo>
                <a:lnTo>
                  <a:pt x="283464" y="243827"/>
                </a:lnTo>
                <a:close/>
              </a:path>
              <a:path w="840104" h="407035">
                <a:moveTo>
                  <a:pt x="397764" y="245351"/>
                </a:moveTo>
                <a:lnTo>
                  <a:pt x="345376" y="235445"/>
                </a:lnTo>
                <a:lnTo>
                  <a:pt x="303276" y="220967"/>
                </a:lnTo>
                <a:lnTo>
                  <a:pt x="266509" y="196964"/>
                </a:lnTo>
                <a:lnTo>
                  <a:pt x="233172" y="161531"/>
                </a:lnTo>
                <a:lnTo>
                  <a:pt x="301752" y="161531"/>
                </a:lnTo>
                <a:lnTo>
                  <a:pt x="301752" y="179819"/>
                </a:lnTo>
                <a:lnTo>
                  <a:pt x="326136" y="169151"/>
                </a:lnTo>
                <a:lnTo>
                  <a:pt x="325780" y="161531"/>
                </a:lnTo>
                <a:lnTo>
                  <a:pt x="325285" y="150863"/>
                </a:lnTo>
                <a:lnTo>
                  <a:pt x="325018" y="145199"/>
                </a:lnTo>
                <a:lnTo>
                  <a:pt x="324040" y="116954"/>
                </a:lnTo>
                <a:lnTo>
                  <a:pt x="323659" y="99047"/>
                </a:lnTo>
                <a:lnTo>
                  <a:pt x="323430" y="88379"/>
                </a:lnTo>
                <a:lnTo>
                  <a:pt x="323354" y="84721"/>
                </a:lnTo>
                <a:lnTo>
                  <a:pt x="323088" y="48755"/>
                </a:lnTo>
                <a:lnTo>
                  <a:pt x="336804" y="39611"/>
                </a:lnTo>
                <a:lnTo>
                  <a:pt x="341376" y="36563"/>
                </a:lnTo>
                <a:lnTo>
                  <a:pt x="332803" y="28943"/>
                </a:lnTo>
                <a:lnTo>
                  <a:pt x="313944" y="12179"/>
                </a:lnTo>
                <a:lnTo>
                  <a:pt x="301752" y="25590"/>
                </a:lnTo>
                <a:lnTo>
                  <a:pt x="301752" y="39611"/>
                </a:lnTo>
                <a:lnTo>
                  <a:pt x="301752" y="88379"/>
                </a:lnTo>
                <a:lnTo>
                  <a:pt x="301752" y="99047"/>
                </a:lnTo>
                <a:lnTo>
                  <a:pt x="301752" y="150863"/>
                </a:lnTo>
                <a:lnTo>
                  <a:pt x="207264" y="150863"/>
                </a:lnTo>
                <a:lnTo>
                  <a:pt x="207264" y="99047"/>
                </a:lnTo>
                <a:lnTo>
                  <a:pt x="301752" y="99047"/>
                </a:lnTo>
                <a:lnTo>
                  <a:pt x="301752" y="88379"/>
                </a:lnTo>
                <a:lnTo>
                  <a:pt x="207264" y="88379"/>
                </a:lnTo>
                <a:lnTo>
                  <a:pt x="207264" y="39611"/>
                </a:lnTo>
                <a:lnTo>
                  <a:pt x="301752" y="39611"/>
                </a:lnTo>
                <a:lnTo>
                  <a:pt x="301752" y="25590"/>
                </a:lnTo>
                <a:lnTo>
                  <a:pt x="298704" y="28943"/>
                </a:lnTo>
                <a:lnTo>
                  <a:pt x="184404" y="28943"/>
                </a:lnTo>
                <a:lnTo>
                  <a:pt x="184404" y="39611"/>
                </a:lnTo>
                <a:lnTo>
                  <a:pt x="184404" y="88379"/>
                </a:lnTo>
                <a:lnTo>
                  <a:pt x="184404" y="99047"/>
                </a:lnTo>
                <a:lnTo>
                  <a:pt x="184404" y="150863"/>
                </a:lnTo>
                <a:lnTo>
                  <a:pt x="94488" y="150863"/>
                </a:lnTo>
                <a:lnTo>
                  <a:pt x="94488" y="99047"/>
                </a:lnTo>
                <a:lnTo>
                  <a:pt x="184404" y="99047"/>
                </a:lnTo>
                <a:lnTo>
                  <a:pt x="184404" y="88379"/>
                </a:lnTo>
                <a:lnTo>
                  <a:pt x="94488" y="88379"/>
                </a:lnTo>
                <a:lnTo>
                  <a:pt x="94488" y="39611"/>
                </a:lnTo>
                <a:lnTo>
                  <a:pt x="184404" y="39611"/>
                </a:lnTo>
                <a:lnTo>
                  <a:pt x="184404" y="28943"/>
                </a:lnTo>
                <a:lnTo>
                  <a:pt x="97536" y="28943"/>
                </a:lnTo>
                <a:lnTo>
                  <a:pt x="70104" y="13703"/>
                </a:lnTo>
                <a:lnTo>
                  <a:pt x="70993" y="34518"/>
                </a:lnTo>
                <a:lnTo>
                  <a:pt x="71437" y="55613"/>
                </a:lnTo>
                <a:lnTo>
                  <a:pt x="71615" y="76720"/>
                </a:lnTo>
                <a:lnTo>
                  <a:pt x="71615" y="119240"/>
                </a:lnTo>
                <a:lnTo>
                  <a:pt x="71437" y="140957"/>
                </a:lnTo>
                <a:lnTo>
                  <a:pt x="70993" y="162674"/>
                </a:lnTo>
                <a:lnTo>
                  <a:pt x="70104" y="184391"/>
                </a:lnTo>
                <a:lnTo>
                  <a:pt x="94488" y="173723"/>
                </a:lnTo>
                <a:lnTo>
                  <a:pt x="94488" y="161531"/>
                </a:lnTo>
                <a:lnTo>
                  <a:pt x="161544" y="161531"/>
                </a:lnTo>
                <a:lnTo>
                  <a:pt x="134162" y="200964"/>
                </a:lnTo>
                <a:lnTo>
                  <a:pt x="97917" y="234683"/>
                </a:lnTo>
                <a:lnTo>
                  <a:pt x="53111" y="262686"/>
                </a:lnTo>
                <a:lnTo>
                  <a:pt x="0" y="284975"/>
                </a:lnTo>
                <a:lnTo>
                  <a:pt x="1524" y="292595"/>
                </a:lnTo>
                <a:lnTo>
                  <a:pt x="42672" y="280619"/>
                </a:lnTo>
                <a:lnTo>
                  <a:pt x="79248" y="265353"/>
                </a:lnTo>
                <a:lnTo>
                  <a:pt x="111252" y="246951"/>
                </a:lnTo>
                <a:lnTo>
                  <a:pt x="138684" y="225539"/>
                </a:lnTo>
                <a:lnTo>
                  <a:pt x="134950" y="264452"/>
                </a:lnTo>
                <a:lnTo>
                  <a:pt x="118325" y="322846"/>
                </a:lnTo>
                <a:lnTo>
                  <a:pt x="89154" y="359448"/>
                </a:lnTo>
                <a:lnTo>
                  <a:pt x="43434" y="388543"/>
                </a:lnTo>
                <a:lnTo>
                  <a:pt x="13716" y="400799"/>
                </a:lnTo>
                <a:lnTo>
                  <a:pt x="13716" y="406895"/>
                </a:lnTo>
                <a:lnTo>
                  <a:pt x="72771" y="386321"/>
                </a:lnTo>
                <a:lnTo>
                  <a:pt x="115824" y="361175"/>
                </a:lnTo>
                <a:lnTo>
                  <a:pt x="145732" y="319836"/>
                </a:lnTo>
                <a:lnTo>
                  <a:pt x="163068" y="249923"/>
                </a:lnTo>
                <a:lnTo>
                  <a:pt x="178308" y="239255"/>
                </a:lnTo>
                <a:lnTo>
                  <a:pt x="145389" y="225539"/>
                </a:lnTo>
                <a:lnTo>
                  <a:pt x="141732" y="224015"/>
                </a:lnTo>
                <a:lnTo>
                  <a:pt x="154305" y="210832"/>
                </a:lnTo>
                <a:lnTo>
                  <a:pt x="166878" y="196202"/>
                </a:lnTo>
                <a:lnTo>
                  <a:pt x="179451" y="179870"/>
                </a:lnTo>
                <a:lnTo>
                  <a:pt x="192024" y="161531"/>
                </a:lnTo>
                <a:lnTo>
                  <a:pt x="224028" y="161531"/>
                </a:lnTo>
                <a:lnTo>
                  <a:pt x="251650" y="203060"/>
                </a:lnTo>
                <a:lnTo>
                  <a:pt x="284988" y="233159"/>
                </a:lnTo>
                <a:lnTo>
                  <a:pt x="323850" y="256019"/>
                </a:lnTo>
                <a:lnTo>
                  <a:pt x="367284" y="274307"/>
                </a:lnTo>
                <a:lnTo>
                  <a:pt x="372694" y="265150"/>
                </a:lnTo>
                <a:lnTo>
                  <a:pt x="379666" y="258114"/>
                </a:lnTo>
                <a:lnTo>
                  <a:pt x="388073" y="253098"/>
                </a:lnTo>
                <a:lnTo>
                  <a:pt x="397764" y="249923"/>
                </a:lnTo>
                <a:lnTo>
                  <a:pt x="397764" y="245351"/>
                </a:lnTo>
                <a:close/>
              </a:path>
              <a:path w="840104" h="407035">
                <a:moveTo>
                  <a:pt x="569912" y="86906"/>
                </a:moveTo>
                <a:lnTo>
                  <a:pt x="531596" y="43027"/>
                </a:lnTo>
                <a:lnTo>
                  <a:pt x="504456" y="25908"/>
                </a:lnTo>
                <a:lnTo>
                  <a:pt x="499884" y="32004"/>
                </a:lnTo>
                <a:lnTo>
                  <a:pt x="514692" y="49720"/>
                </a:lnTo>
                <a:lnTo>
                  <a:pt x="526935" y="66294"/>
                </a:lnTo>
                <a:lnTo>
                  <a:pt x="536308" y="81724"/>
                </a:lnTo>
                <a:lnTo>
                  <a:pt x="542556" y="96012"/>
                </a:lnTo>
                <a:lnTo>
                  <a:pt x="547128" y="106680"/>
                </a:lnTo>
                <a:lnTo>
                  <a:pt x="550176" y="112776"/>
                </a:lnTo>
                <a:lnTo>
                  <a:pt x="557796" y="112776"/>
                </a:lnTo>
                <a:lnTo>
                  <a:pt x="560844" y="109728"/>
                </a:lnTo>
                <a:lnTo>
                  <a:pt x="565416" y="103632"/>
                </a:lnTo>
                <a:lnTo>
                  <a:pt x="568248" y="99390"/>
                </a:lnTo>
                <a:lnTo>
                  <a:pt x="569798" y="93726"/>
                </a:lnTo>
                <a:lnTo>
                  <a:pt x="569912" y="86906"/>
                </a:lnTo>
                <a:close/>
              </a:path>
              <a:path w="840104" h="407035">
                <a:moveTo>
                  <a:pt x="748296" y="263652"/>
                </a:moveTo>
                <a:lnTo>
                  <a:pt x="712673" y="228981"/>
                </a:lnTo>
                <a:lnTo>
                  <a:pt x="650760" y="198120"/>
                </a:lnTo>
                <a:lnTo>
                  <a:pt x="647712" y="205740"/>
                </a:lnTo>
                <a:lnTo>
                  <a:pt x="672858" y="226593"/>
                </a:lnTo>
                <a:lnTo>
                  <a:pt x="693432" y="245745"/>
                </a:lnTo>
                <a:lnTo>
                  <a:pt x="709434" y="263169"/>
                </a:lnTo>
                <a:lnTo>
                  <a:pt x="720864" y="278892"/>
                </a:lnTo>
                <a:lnTo>
                  <a:pt x="728484" y="291084"/>
                </a:lnTo>
                <a:lnTo>
                  <a:pt x="734580" y="297180"/>
                </a:lnTo>
                <a:lnTo>
                  <a:pt x="740676" y="297180"/>
                </a:lnTo>
                <a:lnTo>
                  <a:pt x="745248" y="288036"/>
                </a:lnTo>
                <a:lnTo>
                  <a:pt x="746772" y="283464"/>
                </a:lnTo>
                <a:lnTo>
                  <a:pt x="748296" y="277368"/>
                </a:lnTo>
                <a:lnTo>
                  <a:pt x="748296" y="263652"/>
                </a:lnTo>
                <a:close/>
              </a:path>
              <a:path w="840104" h="407035">
                <a:moveTo>
                  <a:pt x="839736" y="137160"/>
                </a:moveTo>
                <a:lnTo>
                  <a:pt x="809256" y="112776"/>
                </a:lnTo>
                <a:lnTo>
                  <a:pt x="795540" y="135636"/>
                </a:lnTo>
                <a:lnTo>
                  <a:pt x="647712" y="135636"/>
                </a:lnTo>
                <a:lnTo>
                  <a:pt x="650900" y="110490"/>
                </a:lnTo>
                <a:lnTo>
                  <a:pt x="656704" y="60198"/>
                </a:lnTo>
                <a:lnTo>
                  <a:pt x="659904" y="35052"/>
                </a:lnTo>
                <a:lnTo>
                  <a:pt x="676668" y="22860"/>
                </a:lnTo>
                <a:lnTo>
                  <a:pt x="629424" y="0"/>
                </a:lnTo>
                <a:lnTo>
                  <a:pt x="628827" y="36614"/>
                </a:lnTo>
                <a:lnTo>
                  <a:pt x="626948" y="71247"/>
                </a:lnTo>
                <a:lnTo>
                  <a:pt x="623633" y="104152"/>
                </a:lnTo>
                <a:lnTo>
                  <a:pt x="618756" y="135636"/>
                </a:lnTo>
                <a:lnTo>
                  <a:pt x="457212" y="135636"/>
                </a:lnTo>
                <a:lnTo>
                  <a:pt x="473976" y="150876"/>
                </a:lnTo>
                <a:lnTo>
                  <a:pt x="483400" y="148869"/>
                </a:lnTo>
                <a:lnTo>
                  <a:pt x="493407" y="147447"/>
                </a:lnTo>
                <a:lnTo>
                  <a:pt x="503974" y="146583"/>
                </a:lnTo>
                <a:lnTo>
                  <a:pt x="515124" y="146304"/>
                </a:lnTo>
                <a:lnTo>
                  <a:pt x="617232" y="146304"/>
                </a:lnTo>
                <a:lnTo>
                  <a:pt x="607225" y="186537"/>
                </a:lnTo>
                <a:lnTo>
                  <a:pt x="593229" y="224790"/>
                </a:lnTo>
                <a:lnTo>
                  <a:pt x="575221" y="260743"/>
                </a:lnTo>
                <a:lnTo>
                  <a:pt x="553224" y="294132"/>
                </a:lnTo>
                <a:lnTo>
                  <a:pt x="528091" y="325577"/>
                </a:lnTo>
                <a:lnTo>
                  <a:pt x="500837" y="353758"/>
                </a:lnTo>
                <a:lnTo>
                  <a:pt x="471563" y="378777"/>
                </a:lnTo>
                <a:lnTo>
                  <a:pt x="440448" y="400812"/>
                </a:lnTo>
                <a:lnTo>
                  <a:pt x="443496" y="406908"/>
                </a:lnTo>
                <a:lnTo>
                  <a:pt x="504266" y="371856"/>
                </a:lnTo>
                <a:lnTo>
                  <a:pt x="534149" y="347319"/>
                </a:lnTo>
                <a:lnTo>
                  <a:pt x="563892" y="318516"/>
                </a:lnTo>
                <a:lnTo>
                  <a:pt x="591324" y="283883"/>
                </a:lnTo>
                <a:lnTo>
                  <a:pt x="614184" y="243840"/>
                </a:lnTo>
                <a:lnTo>
                  <a:pt x="632447" y="198120"/>
                </a:lnTo>
                <a:lnTo>
                  <a:pt x="646188" y="146304"/>
                </a:lnTo>
                <a:lnTo>
                  <a:pt x="798588" y="146304"/>
                </a:lnTo>
                <a:lnTo>
                  <a:pt x="791184" y="226593"/>
                </a:lnTo>
                <a:lnTo>
                  <a:pt x="784682" y="287274"/>
                </a:lnTo>
                <a:lnTo>
                  <a:pt x="779081" y="326745"/>
                </a:lnTo>
                <a:lnTo>
                  <a:pt x="755345" y="363093"/>
                </a:lnTo>
                <a:lnTo>
                  <a:pt x="746772" y="364236"/>
                </a:lnTo>
                <a:lnTo>
                  <a:pt x="734174" y="363893"/>
                </a:lnTo>
                <a:lnTo>
                  <a:pt x="716864" y="362712"/>
                </a:lnTo>
                <a:lnTo>
                  <a:pt x="694690" y="360375"/>
                </a:lnTo>
                <a:lnTo>
                  <a:pt x="667524" y="356616"/>
                </a:lnTo>
                <a:lnTo>
                  <a:pt x="667524" y="365760"/>
                </a:lnTo>
                <a:lnTo>
                  <a:pt x="695210" y="372618"/>
                </a:lnTo>
                <a:lnTo>
                  <a:pt x="716483" y="381762"/>
                </a:lnTo>
                <a:lnTo>
                  <a:pt x="731164" y="393192"/>
                </a:lnTo>
                <a:lnTo>
                  <a:pt x="739152" y="406908"/>
                </a:lnTo>
                <a:lnTo>
                  <a:pt x="752055" y="402907"/>
                </a:lnTo>
                <a:lnTo>
                  <a:pt x="790778" y="375183"/>
                </a:lnTo>
                <a:lnTo>
                  <a:pt x="797217" y="364236"/>
                </a:lnTo>
                <a:lnTo>
                  <a:pt x="802208" y="352323"/>
                </a:lnTo>
                <a:lnTo>
                  <a:pt x="814209" y="276606"/>
                </a:lnTo>
                <a:lnTo>
                  <a:pt x="819061" y="221742"/>
                </a:lnTo>
                <a:lnTo>
                  <a:pt x="824496" y="150876"/>
                </a:lnTo>
                <a:lnTo>
                  <a:pt x="829576" y="146304"/>
                </a:lnTo>
                <a:lnTo>
                  <a:pt x="839736" y="13716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" name="object 65"/>
          <p:cNvSpPr/>
          <p:nvPr/>
        </p:nvSpPr>
        <p:spPr>
          <a:xfrm>
            <a:off x="8941307" y="3474720"/>
            <a:ext cx="219710" cy="325120"/>
          </a:xfrm>
          <a:custGeom>
            <a:avLst/>
            <a:gdLst/>
            <a:ahLst/>
            <a:cxnLst/>
            <a:rect l="l" t="t" r="r" b="b"/>
            <a:pathLst>
              <a:path w="219709" h="325120">
                <a:moveTo>
                  <a:pt x="92964" y="324612"/>
                </a:moveTo>
                <a:lnTo>
                  <a:pt x="0" y="324612"/>
                </a:lnTo>
                <a:lnTo>
                  <a:pt x="0" y="0"/>
                </a:lnTo>
                <a:lnTo>
                  <a:pt x="86868" y="0"/>
                </a:lnTo>
                <a:lnTo>
                  <a:pt x="102893" y="261"/>
                </a:lnTo>
                <a:lnTo>
                  <a:pt x="146923" y="4500"/>
                </a:lnTo>
                <a:lnTo>
                  <a:pt x="186690" y="24193"/>
                </a:lnTo>
                <a:lnTo>
                  <a:pt x="195729" y="36576"/>
                </a:lnTo>
                <a:lnTo>
                  <a:pt x="44196" y="36576"/>
                </a:lnTo>
                <a:lnTo>
                  <a:pt x="44196" y="132588"/>
                </a:lnTo>
                <a:lnTo>
                  <a:pt x="175781" y="132588"/>
                </a:lnTo>
                <a:lnTo>
                  <a:pt x="169759" y="137231"/>
                </a:lnTo>
                <a:lnTo>
                  <a:pt x="160020" y="143256"/>
                </a:lnTo>
                <a:lnTo>
                  <a:pt x="160020" y="144780"/>
                </a:lnTo>
                <a:lnTo>
                  <a:pt x="173140" y="149066"/>
                </a:lnTo>
                <a:lnTo>
                  <a:pt x="184975" y="155067"/>
                </a:lnTo>
                <a:lnTo>
                  <a:pt x="195381" y="162782"/>
                </a:lnTo>
                <a:lnTo>
                  <a:pt x="199932" y="167640"/>
                </a:lnTo>
                <a:lnTo>
                  <a:pt x="44196" y="167640"/>
                </a:lnTo>
                <a:lnTo>
                  <a:pt x="44196" y="286512"/>
                </a:lnTo>
                <a:lnTo>
                  <a:pt x="197295" y="286512"/>
                </a:lnTo>
                <a:lnTo>
                  <a:pt x="193381" y="290917"/>
                </a:lnTo>
                <a:lnTo>
                  <a:pt x="157853" y="314753"/>
                </a:lnTo>
                <a:lnTo>
                  <a:pt x="109251" y="324088"/>
                </a:lnTo>
                <a:lnTo>
                  <a:pt x="92964" y="324612"/>
                </a:lnTo>
                <a:close/>
              </a:path>
              <a:path w="219709" h="325120">
                <a:moveTo>
                  <a:pt x="175781" y="132588"/>
                </a:moveTo>
                <a:lnTo>
                  <a:pt x="92964" y="132588"/>
                </a:lnTo>
                <a:lnTo>
                  <a:pt x="102417" y="132326"/>
                </a:lnTo>
                <a:lnTo>
                  <a:pt x="110299" y="131635"/>
                </a:lnTo>
                <a:lnTo>
                  <a:pt x="149352" y="117348"/>
                </a:lnTo>
                <a:lnTo>
                  <a:pt x="155448" y="105156"/>
                </a:lnTo>
                <a:lnTo>
                  <a:pt x="157448" y="99393"/>
                </a:lnTo>
                <a:lnTo>
                  <a:pt x="158877" y="93345"/>
                </a:lnTo>
                <a:lnTo>
                  <a:pt x="159734" y="86725"/>
                </a:lnTo>
                <a:lnTo>
                  <a:pt x="160020" y="79248"/>
                </a:lnTo>
                <a:lnTo>
                  <a:pt x="160020" y="71628"/>
                </a:lnTo>
                <a:lnTo>
                  <a:pt x="156972" y="59435"/>
                </a:lnTo>
                <a:lnTo>
                  <a:pt x="153924" y="53340"/>
                </a:lnTo>
                <a:lnTo>
                  <a:pt x="149352" y="48768"/>
                </a:lnTo>
                <a:lnTo>
                  <a:pt x="143256" y="45720"/>
                </a:lnTo>
                <a:lnTo>
                  <a:pt x="137160" y="41147"/>
                </a:lnTo>
                <a:lnTo>
                  <a:pt x="129540" y="39623"/>
                </a:lnTo>
                <a:lnTo>
                  <a:pt x="120396" y="38100"/>
                </a:lnTo>
                <a:lnTo>
                  <a:pt x="113204" y="37861"/>
                </a:lnTo>
                <a:lnTo>
                  <a:pt x="95964" y="36814"/>
                </a:lnTo>
                <a:lnTo>
                  <a:pt x="85344" y="36576"/>
                </a:lnTo>
                <a:lnTo>
                  <a:pt x="195729" y="36576"/>
                </a:lnTo>
                <a:lnTo>
                  <a:pt x="204216" y="73152"/>
                </a:lnTo>
                <a:lnTo>
                  <a:pt x="203620" y="84296"/>
                </a:lnTo>
                <a:lnTo>
                  <a:pt x="186380" y="122896"/>
                </a:lnTo>
                <a:lnTo>
                  <a:pt x="178498" y="130492"/>
                </a:lnTo>
                <a:lnTo>
                  <a:pt x="175781" y="132588"/>
                </a:lnTo>
                <a:close/>
              </a:path>
              <a:path w="219709" h="325120">
                <a:moveTo>
                  <a:pt x="197295" y="286512"/>
                </a:moveTo>
                <a:lnTo>
                  <a:pt x="79248" y="286512"/>
                </a:lnTo>
                <a:lnTo>
                  <a:pt x="92368" y="286488"/>
                </a:lnTo>
                <a:lnTo>
                  <a:pt x="104203" y="286321"/>
                </a:lnTo>
                <a:lnTo>
                  <a:pt x="145518" y="277058"/>
                </a:lnTo>
                <a:lnTo>
                  <a:pt x="152400" y="272796"/>
                </a:lnTo>
                <a:lnTo>
                  <a:pt x="160020" y="268224"/>
                </a:lnTo>
                <a:lnTo>
                  <a:pt x="166116" y="262128"/>
                </a:lnTo>
                <a:lnTo>
                  <a:pt x="169164" y="254508"/>
                </a:lnTo>
                <a:lnTo>
                  <a:pt x="172045" y="248507"/>
                </a:lnTo>
                <a:lnTo>
                  <a:pt x="173926" y="241935"/>
                </a:lnTo>
                <a:lnTo>
                  <a:pt x="174950" y="234791"/>
                </a:lnTo>
                <a:lnTo>
                  <a:pt x="175260" y="227076"/>
                </a:lnTo>
                <a:lnTo>
                  <a:pt x="174974" y="218241"/>
                </a:lnTo>
                <a:lnTo>
                  <a:pt x="156543" y="180736"/>
                </a:lnTo>
                <a:lnTo>
                  <a:pt x="149352" y="176784"/>
                </a:lnTo>
                <a:lnTo>
                  <a:pt x="141732" y="172212"/>
                </a:lnTo>
                <a:lnTo>
                  <a:pt x="102917" y="167663"/>
                </a:lnTo>
                <a:lnTo>
                  <a:pt x="92964" y="167640"/>
                </a:lnTo>
                <a:lnTo>
                  <a:pt x="199932" y="167640"/>
                </a:lnTo>
                <a:lnTo>
                  <a:pt x="218574" y="209502"/>
                </a:lnTo>
                <a:lnTo>
                  <a:pt x="219456" y="224028"/>
                </a:lnTo>
                <a:lnTo>
                  <a:pt x="218884" y="236053"/>
                </a:lnTo>
                <a:lnTo>
                  <a:pt x="205430" y="275534"/>
                </a:lnTo>
                <a:lnTo>
                  <a:pt x="199834" y="283654"/>
                </a:lnTo>
                <a:lnTo>
                  <a:pt x="197295" y="28651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" name="object 66"/>
          <p:cNvSpPr/>
          <p:nvPr/>
        </p:nvSpPr>
        <p:spPr>
          <a:xfrm>
            <a:off x="9224771" y="3435096"/>
            <a:ext cx="355600" cy="402590"/>
          </a:xfrm>
          <a:custGeom>
            <a:avLst/>
            <a:gdLst/>
            <a:ahLst/>
            <a:cxnLst/>
            <a:rect l="l" t="t" r="r" b="b"/>
            <a:pathLst>
              <a:path w="355600" h="402589">
                <a:moveTo>
                  <a:pt x="53340" y="89916"/>
                </a:moveTo>
                <a:lnTo>
                  <a:pt x="42672" y="89916"/>
                </a:lnTo>
                <a:lnTo>
                  <a:pt x="50696" y="62793"/>
                </a:lnTo>
                <a:lnTo>
                  <a:pt x="56578" y="38671"/>
                </a:lnTo>
                <a:lnTo>
                  <a:pt x="60459" y="17692"/>
                </a:lnTo>
                <a:lnTo>
                  <a:pt x="62484" y="0"/>
                </a:lnTo>
                <a:lnTo>
                  <a:pt x="100584" y="21336"/>
                </a:lnTo>
                <a:lnTo>
                  <a:pt x="90844" y="29051"/>
                </a:lnTo>
                <a:lnTo>
                  <a:pt x="79819" y="43053"/>
                </a:lnTo>
                <a:lnTo>
                  <a:pt x="67365" y="63341"/>
                </a:lnTo>
                <a:lnTo>
                  <a:pt x="53340" y="89916"/>
                </a:lnTo>
                <a:close/>
              </a:path>
              <a:path w="355600" h="402589">
                <a:moveTo>
                  <a:pt x="146304" y="192024"/>
                </a:moveTo>
                <a:lnTo>
                  <a:pt x="141732" y="187452"/>
                </a:lnTo>
                <a:lnTo>
                  <a:pt x="158853" y="160615"/>
                </a:lnTo>
                <a:lnTo>
                  <a:pt x="173545" y="135064"/>
                </a:lnTo>
                <a:lnTo>
                  <a:pt x="195072" y="88392"/>
                </a:lnTo>
                <a:lnTo>
                  <a:pt x="210883" y="44958"/>
                </a:lnTo>
                <a:lnTo>
                  <a:pt x="220979" y="1524"/>
                </a:lnTo>
                <a:lnTo>
                  <a:pt x="260603" y="24384"/>
                </a:lnTo>
                <a:lnTo>
                  <a:pt x="252626" y="32361"/>
                </a:lnTo>
                <a:lnTo>
                  <a:pt x="242506" y="47053"/>
                </a:lnTo>
                <a:lnTo>
                  <a:pt x="230385" y="68318"/>
                </a:lnTo>
                <a:lnTo>
                  <a:pt x="216408" y="96012"/>
                </a:lnTo>
                <a:lnTo>
                  <a:pt x="348996" y="96012"/>
                </a:lnTo>
                <a:lnTo>
                  <a:pt x="355092" y="102108"/>
                </a:lnTo>
                <a:lnTo>
                  <a:pt x="349377" y="106680"/>
                </a:lnTo>
                <a:lnTo>
                  <a:pt x="213360" y="106680"/>
                </a:lnTo>
                <a:lnTo>
                  <a:pt x="197310" y="130730"/>
                </a:lnTo>
                <a:lnTo>
                  <a:pt x="180975" y="152781"/>
                </a:lnTo>
                <a:lnTo>
                  <a:pt x="164068" y="173116"/>
                </a:lnTo>
                <a:lnTo>
                  <a:pt x="146304" y="192024"/>
                </a:lnTo>
                <a:close/>
              </a:path>
              <a:path w="355600" h="402589">
                <a:moveTo>
                  <a:pt x="144780" y="89916"/>
                </a:moveTo>
                <a:lnTo>
                  <a:pt x="111252" y="89916"/>
                </a:lnTo>
                <a:lnTo>
                  <a:pt x="128016" y="73152"/>
                </a:lnTo>
                <a:lnTo>
                  <a:pt x="144780" y="89916"/>
                </a:lnTo>
                <a:close/>
              </a:path>
              <a:path w="355600" h="402589">
                <a:moveTo>
                  <a:pt x="0" y="397764"/>
                </a:moveTo>
                <a:lnTo>
                  <a:pt x="174" y="368236"/>
                </a:lnTo>
                <a:lnTo>
                  <a:pt x="301" y="352615"/>
                </a:lnTo>
                <a:lnTo>
                  <a:pt x="1285" y="276463"/>
                </a:lnTo>
                <a:lnTo>
                  <a:pt x="1360" y="263842"/>
                </a:lnTo>
                <a:lnTo>
                  <a:pt x="1479" y="228600"/>
                </a:lnTo>
                <a:lnTo>
                  <a:pt x="1285" y="195333"/>
                </a:lnTo>
                <a:lnTo>
                  <a:pt x="238" y="114704"/>
                </a:lnTo>
                <a:lnTo>
                  <a:pt x="0" y="74676"/>
                </a:lnTo>
                <a:lnTo>
                  <a:pt x="25908" y="89916"/>
                </a:lnTo>
                <a:lnTo>
                  <a:pt x="144780" y="89916"/>
                </a:lnTo>
                <a:lnTo>
                  <a:pt x="153924" y="99060"/>
                </a:lnTo>
                <a:lnTo>
                  <a:pt x="151828" y="100584"/>
                </a:lnTo>
                <a:lnTo>
                  <a:pt x="22860" y="100584"/>
                </a:lnTo>
                <a:lnTo>
                  <a:pt x="22860" y="211836"/>
                </a:lnTo>
                <a:lnTo>
                  <a:pt x="137205" y="211836"/>
                </a:lnTo>
                <a:lnTo>
                  <a:pt x="137219" y="222504"/>
                </a:lnTo>
                <a:lnTo>
                  <a:pt x="22860" y="222504"/>
                </a:lnTo>
                <a:lnTo>
                  <a:pt x="22860" y="344424"/>
                </a:lnTo>
                <a:lnTo>
                  <a:pt x="137914" y="344424"/>
                </a:lnTo>
                <a:lnTo>
                  <a:pt x="137940" y="346850"/>
                </a:lnTo>
                <a:lnTo>
                  <a:pt x="138137" y="355092"/>
                </a:lnTo>
                <a:lnTo>
                  <a:pt x="22860" y="355092"/>
                </a:lnTo>
                <a:lnTo>
                  <a:pt x="22860" y="384048"/>
                </a:lnTo>
                <a:lnTo>
                  <a:pt x="0" y="397764"/>
                </a:lnTo>
                <a:close/>
              </a:path>
              <a:path w="355600" h="402589">
                <a:moveTo>
                  <a:pt x="348996" y="96012"/>
                </a:moveTo>
                <a:lnTo>
                  <a:pt x="310896" y="96012"/>
                </a:lnTo>
                <a:lnTo>
                  <a:pt x="329184" y="76200"/>
                </a:lnTo>
                <a:lnTo>
                  <a:pt x="348996" y="96012"/>
                </a:lnTo>
                <a:close/>
              </a:path>
              <a:path w="355600" h="402589">
                <a:moveTo>
                  <a:pt x="137205" y="211836"/>
                </a:moveTo>
                <a:lnTo>
                  <a:pt x="114300" y="211836"/>
                </a:lnTo>
                <a:lnTo>
                  <a:pt x="114300" y="100584"/>
                </a:lnTo>
                <a:lnTo>
                  <a:pt x="151828" y="100584"/>
                </a:lnTo>
                <a:lnTo>
                  <a:pt x="137160" y="111252"/>
                </a:lnTo>
                <a:lnTo>
                  <a:pt x="137205" y="211836"/>
                </a:lnTo>
                <a:close/>
              </a:path>
              <a:path w="355600" h="402589">
                <a:moveTo>
                  <a:pt x="326254" y="359664"/>
                </a:moveTo>
                <a:lnTo>
                  <a:pt x="281940" y="359664"/>
                </a:lnTo>
                <a:lnTo>
                  <a:pt x="291107" y="357925"/>
                </a:lnTo>
                <a:lnTo>
                  <a:pt x="298132" y="352615"/>
                </a:lnTo>
                <a:lnTo>
                  <a:pt x="308371" y="305562"/>
                </a:lnTo>
                <a:lnTo>
                  <a:pt x="310134" y="259842"/>
                </a:lnTo>
                <a:lnTo>
                  <a:pt x="311932" y="192024"/>
                </a:lnTo>
                <a:lnTo>
                  <a:pt x="313943" y="106680"/>
                </a:lnTo>
                <a:lnTo>
                  <a:pt x="349377" y="106680"/>
                </a:lnTo>
                <a:lnTo>
                  <a:pt x="339852" y="114300"/>
                </a:lnTo>
                <a:lnTo>
                  <a:pt x="338637" y="186976"/>
                </a:lnTo>
                <a:lnTo>
                  <a:pt x="336852" y="249167"/>
                </a:lnTo>
                <a:lnTo>
                  <a:pt x="334804" y="295570"/>
                </a:lnTo>
                <a:lnTo>
                  <a:pt x="332683" y="327855"/>
                </a:lnTo>
                <a:lnTo>
                  <a:pt x="330708" y="345948"/>
                </a:lnTo>
                <a:lnTo>
                  <a:pt x="326973" y="357925"/>
                </a:lnTo>
                <a:lnTo>
                  <a:pt x="326254" y="359664"/>
                </a:lnTo>
                <a:close/>
              </a:path>
              <a:path w="355600" h="402589">
                <a:moveTo>
                  <a:pt x="231648" y="269748"/>
                </a:moveTo>
                <a:lnTo>
                  <a:pt x="228600" y="269748"/>
                </a:lnTo>
                <a:lnTo>
                  <a:pt x="225432" y="268295"/>
                </a:lnTo>
                <a:lnTo>
                  <a:pt x="222694" y="263842"/>
                </a:lnTo>
                <a:lnTo>
                  <a:pt x="220241" y="256246"/>
                </a:lnTo>
                <a:lnTo>
                  <a:pt x="217932" y="245364"/>
                </a:lnTo>
                <a:lnTo>
                  <a:pt x="213383" y="228242"/>
                </a:lnTo>
                <a:lnTo>
                  <a:pt x="206692" y="211264"/>
                </a:lnTo>
                <a:lnTo>
                  <a:pt x="198000" y="194571"/>
                </a:lnTo>
                <a:lnTo>
                  <a:pt x="187452" y="178308"/>
                </a:lnTo>
                <a:lnTo>
                  <a:pt x="190500" y="172212"/>
                </a:lnTo>
                <a:lnTo>
                  <a:pt x="223456" y="199644"/>
                </a:lnTo>
                <a:lnTo>
                  <a:pt x="245364" y="236220"/>
                </a:lnTo>
                <a:lnTo>
                  <a:pt x="245364" y="248412"/>
                </a:lnTo>
                <a:lnTo>
                  <a:pt x="243840" y="254508"/>
                </a:lnTo>
                <a:lnTo>
                  <a:pt x="234696" y="266700"/>
                </a:lnTo>
                <a:lnTo>
                  <a:pt x="231648" y="269748"/>
                </a:lnTo>
                <a:close/>
              </a:path>
              <a:path w="355600" h="402589">
                <a:moveTo>
                  <a:pt x="137914" y="344424"/>
                </a:moveTo>
                <a:lnTo>
                  <a:pt x="114300" y="344424"/>
                </a:lnTo>
                <a:lnTo>
                  <a:pt x="114300" y="222504"/>
                </a:lnTo>
                <a:lnTo>
                  <a:pt x="137219" y="222504"/>
                </a:lnTo>
                <a:lnTo>
                  <a:pt x="137337" y="269748"/>
                </a:lnTo>
                <a:lnTo>
                  <a:pt x="137498" y="305562"/>
                </a:lnTo>
                <a:lnTo>
                  <a:pt x="137914" y="344424"/>
                </a:lnTo>
                <a:close/>
              </a:path>
              <a:path w="355600" h="402589">
                <a:moveTo>
                  <a:pt x="277367" y="402336"/>
                </a:moveTo>
                <a:lnTo>
                  <a:pt x="270462" y="389239"/>
                </a:lnTo>
                <a:lnTo>
                  <a:pt x="258699" y="377571"/>
                </a:lnTo>
                <a:lnTo>
                  <a:pt x="241792" y="367617"/>
                </a:lnTo>
                <a:lnTo>
                  <a:pt x="219455" y="359664"/>
                </a:lnTo>
                <a:lnTo>
                  <a:pt x="219455" y="352044"/>
                </a:lnTo>
                <a:lnTo>
                  <a:pt x="239720" y="355163"/>
                </a:lnTo>
                <a:lnTo>
                  <a:pt x="256984" y="357568"/>
                </a:lnTo>
                <a:lnTo>
                  <a:pt x="271105" y="359116"/>
                </a:lnTo>
                <a:lnTo>
                  <a:pt x="281940" y="359664"/>
                </a:lnTo>
                <a:lnTo>
                  <a:pt x="326254" y="359664"/>
                </a:lnTo>
                <a:lnTo>
                  <a:pt x="322707" y="368236"/>
                </a:lnTo>
                <a:lnTo>
                  <a:pt x="288786" y="397764"/>
                </a:lnTo>
                <a:lnTo>
                  <a:pt x="277367" y="402336"/>
                </a:lnTo>
                <a:close/>
              </a:path>
              <a:path w="355600" h="402589">
                <a:moveTo>
                  <a:pt x="114300" y="391668"/>
                </a:moveTo>
                <a:lnTo>
                  <a:pt x="114300" y="355092"/>
                </a:lnTo>
                <a:lnTo>
                  <a:pt x="138137" y="355092"/>
                </a:lnTo>
                <a:lnTo>
                  <a:pt x="138684" y="377952"/>
                </a:lnTo>
                <a:lnTo>
                  <a:pt x="114300" y="39166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" name="object 67"/>
          <p:cNvSpPr/>
          <p:nvPr/>
        </p:nvSpPr>
        <p:spPr>
          <a:xfrm>
            <a:off x="2208276" y="3989832"/>
            <a:ext cx="257810" cy="382905"/>
          </a:xfrm>
          <a:custGeom>
            <a:avLst/>
            <a:gdLst/>
            <a:ahLst/>
            <a:cxnLst/>
            <a:rect l="l" t="t" r="r" b="b"/>
            <a:pathLst>
              <a:path w="257810" h="382904">
                <a:moveTo>
                  <a:pt x="0" y="382524"/>
                </a:moveTo>
                <a:lnTo>
                  <a:pt x="881" y="347067"/>
                </a:lnTo>
                <a:lnTo>
                  <a:pt x="1333" y="304609"/>
                </a:lnTo>
                <a:lnTo>
                  <a:pt x="1458" y="128016"/>
                </a:lnTo>
                <a:lnTo>
                  <a:pt x="1333" y="88773"/>
                </a:lnTo>
                <a:lnTo>
                  <a:pt x="881" y="41671"/>
                </a:lnTo>
                <a:lnTo>
                  <a:pt x="0" y="0"/>
                </a:lnTo>
                <a:lnTo>
                  <a:pt x="28956" y="18288"/>
                </a:lnTo>
                <a:lnTo>
                  <a:pt x="249555" y="18288"/>
                </a:lnTo>
                <a:lnTo>
                  <a:pt x="257556" y="24383"/>
                </a:lnTo>
                <a:lnTo>
                  <a:pt x="251269" y="28956"/>
                </a:lnTo>
                <a:lnTo>
                  <a:pt x="28956" y="28956"/>
                </a:lnTo>
                <a:lnTo>
                  <a:pt x="28956" y="117348"/>
                </a:lnTo>
                <a:lnTo>
                  <a:pt x="240792" y="117348"/>
                </a:lnTo>
                <a:lnTo>
                  <a:pt x="240792" y="128016"/>
                </a:lnTo>
                <a:lnTo>
                  <a:pt x="28956" y="128016"/>
                </a:lnTo>
                <a:lnTo>
                  <a:pt x="28956" y="214884"/>
                </a:lnTo>
                <a:lnTo>
                  <a:pt x="240792" y="214884"/>
                </a:lnTo>
                <a:lnTo>
                  <a:pt x="240792" y="225552"/>
                </a:lnTo>
                <a:lnTo>
                  <a:pt x="28956" y="225552"/>
                </a:lnTo>
                <a:lnTo>
                  <a:pt x="28956" y="321564"/>
                </a:lnTo>
                <a:lnTo>
                  <a:pt x="240849" y="321564"/>
                </a:lnTo>
                <a:lnTo>
                  <a:pt x="240938" y="332232"/>
                </a:lnTo>
                <a:lnTo>
                  <a:pt x="28956" y="332232"/>
                </a:lnTo>
                <a:lnTo>
                  <a:pt x="28956" y="367284"/>
                </a:lnTo>
                <a:lnTo>
                  <a:pt x="0" y="382524"/>
                </a:lnTo>
                <a:close/>
              </a:path>
              <a:path w="257810" h="382904">
                <a:moveTo>
                  <a:pt x="249555" y="18288"/>
                </a:moveTo>
                <a:lnTo>
                  <a:pt x="210312" y="18288"/>
                </a:lnTo>
                <a:lnTo>
                  <a:pt x="225551" y="0"/>
                </a:lnTo>
                <a:lnTo>
                  <a:pt x="249555" y="18288"/>
                </a:lnTo>
                <a:close/>
              </a:path>
              <a:path w="257810" h="382904">
                <a:moveTo>
                  <a:pt x="240792" y="117348"/>
                </a:moveTo>
                <a:lnTo>
                  <a:pt x="214884" y="117348"/>
                </a:lnTo>
                <a:lnTo>
                  <a:pt x="214884" y="28956"/>
                </a:lnTo>
                <a:lnTo>
                  <a:pt x="251269" y="28956"/>
                </a:lnTo>
                <a:lnTo>
                  <a:pt x="240792" y="36576"/>
                </a:lnTo>
                <a:lnTo>
                  <a:pt x="240792" y="117348"/>
                </a:lnTo>
                <a:close/>
              </a:path>
              <a:path w="257810" h="382904">
                <a:moveTo>
                  <a:pt x="240792" y="214884"/>
                </a:moveTo>
                <a:lnTo>
                  <a:pt x="214884" y="214884"/>
                </a:lnTo>
                <a:lnTo>
                  <a:pt x="214884" y="128016"/>
                </a:lnTo>
                <a:lnTo>
                  <a:pt x="240792" y="128016"/>
                </a:lnTo>
                <a:lnTo>
                  <a:pt x="240792" y="214884"/>
                </a:lnTo>
                <a:close/>
              </a:path>
              <a:path w="257810" h="382904">
                <a:moveTo>
                  <a:pt x="240849" y="321564"/>
                </a:moveTo>
                <a:lnTo>
                  <a:pt x="214884" y="321564"/>
                </a:lnTo>
                <a:lnTo>
                  <a:pt x="214884" y="225552"/>
                </a:lnTo>
                <a:lnTo>
                  <a:pt x="240792" y="225552"/>
                </a:lnTo>
                <a:lnTo>
                  <a:pt x="240849" y="321564"/>
                </a:lnTo>
                <a:close/>
              </a:path>
              <a:path w="257810" h="382904">
                <a:moveTo>
                  <a:pt x="214884" y="381000"/>
                </a:moveTo>
                <a:lnTo>
                  <a:pt x="214884" y="332232"/>
                </a:lnTo>
                <a:lnTo>
                  <a:pt x="240938" y="332232"/>
                </a:lnTo>
                <a:lnTo>
                  <a:pt x="240982" y="337566"/>
                </a:lnTo>
                <a:lnTo>
                  <a:pt x="241434" y="354139"/>
                </a:lnTo>
                <a:lnTo>
                  <a:pt x="242316" y="367284"/>
                </a:lnTo>
                <a:lnTo>
                  <a:pt x="214884" y="38100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" name="object 68"/>
          <p:cNvSpPr/>
          <p:nvPr/>
        </p:nvSpPr>
        <p:spPr>
          <a:xfrm>
            <a:off x="2569464" y="3966971"/>
            <a:ext cx="535305" cy="448309"/>
          </a:xfrm>
          <a:custGeom>
            <a:avLst/>
            <a:gdLst/>
            <a:ahLst/>
            <a:cxnLst/>
            <a:rect l="l" t="t" r="r" b="b"/>
            <a:pathLst>
              <a:path w="535305" h="448310">
                <a:moveTo>
                  <a:pt x="169164" y="124968"/>
                </a:moveTo>
                <a:lnTo>
                  <a:pt x="140208" y="96012"/>
                </a:lnTo>
                <a:lnTo>
                  <a:pt x="120396" y="114300"/>
                </a:lnTo>
                <a:lnTo>
                  <a:pt x="97536" y="114300"/>
                </a:lnTo>
                <a:lnTo>
                  <a:pt x="97536" y="33528"/>
                </a:lnTo>
                <a:lnTo>
                  <a:pt x="114300" y="21336"/>
                </a:lnTo>
                <a:lnTo>
                  <a:pt x="71615" y="0"/>
                </a:lnTo>
                <a:lnTo>
                  <a:pt x="72872" y="47244"/>
                </a:lnTo>
                <a:lnTo>
                  <a:pt x="73139" y="114300"/>
                </a:lnTo>
                <a:lnTo>
                  <a:pt x="0" y="114300"/>
                </a:lnTo>
                <a:lnTo>
                  <a:pt x="15227" y="128016"/>
                </a:lnTo>
                <a:lnTo>
                  <a:pt x="30480" y="124968"/>
                </a:lnTo>
                <a:lnTo>
                  <a:pt x="73139" y="124968"/>
                </a:lnTo>
                <a:lnTo>
                  <a:pt x="60045" y="176784"/>
                </a:lnTo>
                <a:lnTo>
                  <a:pt x="43434" y="225361"/>
                </a:lnTo>
                <a:lnTo>
                  <a:pt x="23431" y="270065"/>
                </a:lnTo>
                <a:lnTo>
                  <a:pt x="0" y="310896"/>
                </a:lnTo>
                <a:lnTo>
                  <a:pt x="6096" y="318516"/>
                </a:lnTo>
                <a:lnTo>
                  <a:pt x="25781" y="291680"/>
                </a:lnTo>
                <a:lnTo>
                  <a:pt x="43611" y="263842"/>
                </a:lnTo>
                <a:lnTo>
                  <a:pt x="59448" y="235153"/>
                </a:lnTo>
                <a:lnTo>
                  <a:pt x="73139" y="205740"/>
                </a:lnTo>
                <a:lnTo>
                  <a:pt x="73025" y="300189"/>
                </a:lnTo>
                <a:lnTo>
                  <a:pt x="72910" y="326898"/>
                </a:lnTo>
                <a:lnTo>
                  <a:pt x="72491" y="370332"/>
                </a:lnTo>
                <a:lnTo>
                  <a:pt x="71615" y="409956"/>
                </a:lnTo>
                <a:lnTo>
                  <a:pt x="100584" y="399288"/>
                </a:lnTo>
                <a:lnTo>
                  <a:pt x="98488" y="326898"/>
                </a:lnTo>
                <a:lnTo>
                  <a:pt x="97853" y="267449"/>
                </a:lnTo>
                <a:lnTo>
                  <a:pt x="97624" y="205740"/>
                </a:lnTo>
                <a:lnTo>
                  <a:pt x="97536" y="176784"/>
                </a:lnTo>
                <a:lnTo>
                  <a:pt x="121107" y="209359"/>
                </a:lnTo>
                <a:lnTo>
                  <a:pt x="132575" y="236220"/>
                </a:lnTo>
                <a:lnTo>
                  <a:pt x="135636" y="243840"/>
                </a:lnTo>
                <a:lnTo>
                  <a:pt x="141732" y="243840"/>
                </a:lnTo>
                <a:lnTo>
                  <a:pt x="144780" y="240792"/>
                </a:lnTo>
                <a:lnTo>
                  <a:pt x="147815" y="233172"/>
                </a:lnTo>
                <a:lnTo>
                  <a:pt x="152400" y="227076"/>
                </a:lnTo>
                <a:lnTo>
                  <a:pt x="153924" y="222504"/>
                </a:lnTo>
                <a:lnTo>
                  <a:pt x="153924" y="213360"/>
                </a:lnTo>
                <a:lnTo>
                  <a:pt x="125349" y="184785"/>
                </a:lnTo>
                <a:lnTo>
                  <a:pt x="97536" y="169164"/>
                </a:lnTo>
                <a:lnTo>
                  <a:pt x="97536" y="124968"/>
                </a:lnTo>
                <a:lnTo>
                  <a:pt x="169164" y="124968"/>
                </a:lnTo>
                <a:close/>
              </a:path>
              <a:path w="535305" h="448310">
                <a:moveTo>
                  <a:pt x="237744" y="231648"/>
                </a:moveTo>
                <a:lnTo>
                  <a:pt x="199644" y="208788"/>
                </a:lnTo>
                <a:lnTo>
                  <a:pt x="183845" y="250799"/>
                </a:lnTo>
                <a:lnTo>
                  <a:pt x="165925" y="289941"/>
                </a:lnTo>
                <a:lnTo>
                  <a:pt x="145465" y="326136"/>
                </a:lnTo>
                <a:lnTo>
                  <a:pt x="121920" y="359664"/>
                </a:lnTo>
                <a:lnTo>
                  <a:pt x="128016" y="365760"/>
                </a:lnTo>
                <a:lnTo>
                  <a:pt x="151726" y="340004"/>
                </a:lnTo>
                <a:lnTo>
                  <a:pt x="174879" y="310515"/>
                </a:lnTo>
                <a:lnTo>
                  <a:pt x="197446" y="277037"/>
                </a:lnTo>
                <a:lnTo>
                  <a:pt x="219456" y="239268"/>
                </a:lnTo>
                <a:lnTo>
                  <a:pt x="237744" y="231648"/>
                </a:lnTo>
                <a:close/>
              </a:path>
              <a:path w="535305" h="448310">
                <a:moveTo>
                  <a:pt x="379476" y="57912"/>
                </a:moveTo>
                <a:lnTo>
                  <a:pt x="348996" y="25908"/>
                </a:lnTo>
                <a:lnTo>
                  <a:pt x="327660" y="47244"/>
                </a:lnTo>
                <a:lnTo>
                  <a:pt x="172212" y="47244"/>
                </a:lnTo>
                <a:lnTo>
                  <a:pt x="187452" y="60960"/>
                </a:lnTo>
                <a:lnTo>
                  <a:pt x="202692" y="57912"/>
                </a:lnTo>
                <a:lnTo>
                  <a:pt x="379476" y="57912"/>
                </a:lnTo>
                <a:close/>
              </a:path>
              <a:path w="535305" h="448310">
                <a:moveTo>
                  <a:pt x="393192" y="312420"/>
                </a:moveTo>
                <a:lnTo>
                  <a:pt x="365379" y="265557"/>
                </a:lnTo>
                <a:lnTo>
                  <a:pt x="313944" y="211836"/>
                </a:lnTo>
                <a:lnTo>
                  <a:pt x="307848" y="214884"/>
                </a:lnTo>
                <a:lnTo>
                  <a:pt x="327558" y="246557"/>
                </a:lnTo>
                <a:lnTo>
                  <a:pt x="343281" y="275082"/>
                </a:lnTo>
                <a:lnTo>
                  <a:pt x="354990" y="300189"/>
                </a:lnTo>
                <a:lnTo>
                  <a:pt x="362712" y="321564"/>
                </a:lnTo>
                <a:lnTo>
                  <a:pt x="366153" y="334454"/>
                </a:lnTo>
                <a:lnTo>
                  <a:pt x="369760" y="343471"/>
                </a:lnTo>
                <a:lnTo>
                  <a:pt x="373634" y="348792"/>
                </a:lnTo>
                <a:lnTo>
                  <a:pt x="377952" y="350520"/>
                </a:lnTo>
                <a:lnTo>
                  <a:pt x="379476" y="350520"/>
                </a:lnTo>
                <a:lnTo>
                  <a:pt x="382524" y="347472"/>
                </a:lnTo>
                <a:lnTo>
                  <a:pt x="387096" y="341376"/>
                </a:lnTo>
                <a:lnTo>
                  <a:pt x="391668" y="333756"/>
                </a:lnTo>
                <a:lnTo>
                  <a:pt x="393166" y="326237"/>
                </a:lnTo>
                <a:lnTo>
                  <a:pt x="393192" y="312420"/>
                </a:lnTo>
                <a:close/>
              </a:path>
              <a:path w="535305" h="448310">
                <a:moveTo>
                  <a:pt x="409956" y="161544"/>
                </a:moveTo>
                <a:lnTo>
                  <a:pt x="376428" y="128016"/>
                </a:lnTo>
                <a:lnTo>
                  <a:pt x="353568" y="150876"/>
                </a:lnTo>
                <a:lnTo>
                  <a:pt x="146304" y="150876"/>
                </a:lnTo>
                <a:lnTo>
                  <a:pt x="160020" y="164592"/>
                </a:lnTo>
                <a:lnTo>
                  <a:pt x="176784" y="161544"/>
                </a:lnTo>
                <a:lnTo>
                  <a:pt x="262128" y="161544"/>
                </a:lnTo>
                <a:lnTo>
                  <a:pt x="262128" y="362712"/>
                </a:lnTo>
                <a:lnTo>
                  <a:pt x="259080" y="367284"/>
                </a:lnTo>
                <a:lnTo>
                  <a:pt x="252984" y="368808"/>
                </a:lnTo>
                <a:lnTo>
                  <a:pt x="246100" y="369125"/>
                </a:lnTo>
                <a:lnTo>
                  <a:pt x="234505" y="367855"/>
                </a:lnTo>
                <a:lnTo>
                  <a:pt x="218046" y="365175"/>
                </a:lnTo>
                <a:lnTo>
                  <a:pt x="196596" y="361188"/>
                </a:lnTo>
                <a:lnTo>
                  <a:pt x="196596" y="370332"/>
                </a:lnTo>
                <a:lnTo>
                  <a:pt x="219710" y="379501"/>
                </a:lnTo>
                <a:lnTo>
                  <a:pt x="236410" y="388810"/>
                </a:lnTo>
                <a:lnTo>
                  <a:pt x="246519" y="398411"/>
                </a:lnTo>
                <a:lnTo>
                  <a:pt x="249936" y="408432"/>
                </a:lnTo>
                <a:lnTo>
                  <a:pt x="265950" y="401599"/>
                </a:lnTo>
                <a:lnTo>
                  <a:pt x="277558" y="392620"/>
                </a:lnTo>
                <a:lnTo>
                  <a:pt x="284861" y="381647"/>
                </a:lnTo>
                <a:lnTo>
                  <a:pt x="287947" y="369125"/>
                </a:lnTo>
                <a:lnTo>
                  <a:pt x="288036" y="161544"/>
                </a:lnTo>
                <a:lnTo>
                  <a:pt x="409956" y="161544"/>
                </a:lnTo>
                <a:close/>
              </a:path>
              <a:path w="535305" h="448310">
                <a:moveTo>
                  <a:pt x="534924" y="304812"/>
                </a:moveTo>
                <a:lnTo>
                  <a:pt x="481584" y="304812"/>
                </a:lnTo>
                <a:lnTo>
                  <a:pt x="443484" y="448056"/>
                </a:lnTo>
                <a:lnTo>
                  <a:pt x="473951" y="448056"/>
                </a:lnTo>
                <a:lnTo>
                  <a:pt x="534924" y="30481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" name="object 69"/>
          <p:cNvSpPr/>
          <p:nvPr/>
        </p:nvSpPr>
        <p:spPr>
          <a:xfrm>
            <a:off x="3151632" y="3971544"/>
            <a:ext cx="835660" cy="402590"/>
          </a:xfrm>
          <a:custGeom>
            <a:avLst/>
            <a:gdLst/>
            <a:ahLst/>
            <a:cxnLst/>
            <a:rect l="l" t="t" r="r" b="b"/>
            <a:pathLst>
              <a:path w="835660" h="402589">
                <a:moveTo>
                  <a:pt x="358140" y="74676"/>
                </a:moveTo>
                <a:lnTo>
                  <a:pt x="327037" y="44323"/>
                </a:lnTo>
                <a:lnTo>
                  <a:pt x="288036" y="24384"/>
                </a:lnTo>
                <a:lnTo>
                  <a:pt x="284988" y="30480"/>
                </a:lnTo>
                <a:lnTo>
                  <a:pt x="299796" y="47650"/>
                </a:lnTo>
                <a:lnTo>
                  <a:pt x="312039" y="62674"/>
                </a:lnTo>
                <a:lnTo>
                  <a:pt x="321411" y="75704"/>
                </a:lnTo>
                <a:lnTo>
                  <a:pt x="327660" y="86868"/>
                </a:lnTo>
                <a:lnTo>
                  <a:pt x="332232" y="97536"/>
                </a:lnTo>
                <a:lnTo>
                  <a:pt x="336804" y="102108"/>
                </a:lnTo>
                <a:lnTo>
                  <a:pt x="344424" y="102108"/>
                </a:lnTo>
                <a:lnTo>
                  <a:pt x="347472" y="99060"/>
                </a:lnTo>
                <a:lnTo>
                  <a:pt x="352044" y="92964"/>
                </a:lnTo>
                <a:lnTo>
                  <a:pt x="356616" y="88392"/>
                </a:lnTo>
                <a:lnTo>
                  <a:pt x="358140" y="82296"/>
                </a:lnTo>
                <a:lnTo>
                  <a:pt x="358140" y="74676"/>
                </a:lnTo>
                <a:close/>
              </a:path>
              <a:path w="835660" h="402589">
                <a:moveTo>
                  <a:pt x="406908" y="396240"/>
                </a:moveTo>
                <a:lnTo>
                  <a:pt x="402336" y="391668"/>
                </a:lnTo>
                <a:lnTo>
                  <a:pt x="395490" y="378294"/>
                </a:lnTo>
                <a:lnTo>
                  <a:pt x="392950" y="365760"/>
                </a:lnTo>
                <a:lnTo>
                  <a:pt x="391096" y="356616"/>
                </a:lnTo>
                <a:lnTo>
                  <a:pt x="389255" y="326948"/>
                </a:lnTo>
                <a:lnTo>
                  <a:pt x="390144" y="289560"/>
                </a:lnTo>
                <a:lnTo>
                  <a:pt x="384048" y="289560"/>
                </a:lnTo>
                <a:lnTo>
                  <a:pt x="370332" y="365760"/>
                </a:lnTo>
                <a:lnTo>
                  <a:pt x="342011" y="354076"/>
                </a:lnTo>
                <a:lnTo>
                  <a:pt x="316420" y="337375"/>
                </a:lnTo>
                <a:lnTo>
                  <a:pt x="293382" y="315836"/>
                </a:lnTo>
                <a:lnTo>
                  <a:pt x="284746" y="304800"/>
                </a:lnTo>
                <a:lnTo>
                  <a:pt x="272796" y="289560"/>
                </a:lnTo>
                <a:lnTo>
                  <a:pt x="290842" y="266700"/>
                </a:lnTo>
                <a:lnTo>
                  <a:pt x="294195" y="262470"/>
                </a:lnTo>
                <a:lnTo>
                  <a:pt x="312610" y="238506"/>
                </a:lnTo>
                <a:lnTo>
                  <a:pt x="327863" y="217982"/>
                </a:lnTo>
                <a:lnTo>
                  <a:pt x="339852" y="201168"/>
                </a:lnTo>
                <a:lnTo>
                  <a:pt x="359664" y="193548"/>
                </a:lnTo>
                <a:lnTo>
                  <a:pt x="329184" y="164592"/>
                </a:lnTo>
                <a:lnTo>
                  <a:pt x="316369" y="189979"/>
                </a:lnTo>
                <a:lnTo>
                  <a:pt x="300990" y="215646"/>
                </a:lnTo>
                <a:lnTo>
                  <a:pt x="283311" y="241325"/>
                </a:lnTo>
                <a:lnTo>
                  <a:pt x="263652" y="266700"/>
                </a:lnTo>
                <a:lnTo>
                  <a:pt x="258241" y="247015"/>
                </a:lnTo>
                <a:lnTo>
                  <a:pt x="253555" y="220027"/>
                </a:lnTo>
                <a:lnTo>
                  <a:pt x="249720" y="185915"/>
                </a:lnTo>
                <a:lnTo>
                  <a:pt x="246888" y="144780"/>
                </a:lnTo>
                <a:lnTo>
                  <a:pt x="394716" y="144780"/>
                </a:lnTo>
                <a:lnTo>
                  <a:pt x="359664" y="109728"/>
                </a:lnTo>
                <a:lnTo>
                  <a:pt x="335280" y="134112"/>
                </a:lnTo>
                <a:lnTo>
                  <a:pt x="243840" y="134112"/>
                </a:lnTo>
                <a:lnTo>
                  <a:pt x="243636" y="109728"/>
                </a:lnTo>
                <a:lnTo>
                  <a:pt x="243522" y="102108"/>
                </a:lnTo>
                <a:lnTo>
                  <a:pt x="242544" y="55245"/>
                </a:lnTo>
                <a:lnTo>
                  <a:pt x="242316" y="33528"/>
                </a:lnTo>
                <a:lnTo>
                  <a:pt x="260604" y="21336"/>
                </a:lnTo>
                <a:lnTo>
                  <a:pt x="214884" y="0"/>
                </a:lnTo>
                <a:lnTo>
                  <a:pt x="215976" y="21336"/>
                </a:lnTo>
                <a:lnTo>
                  <a:pt x="217170" y="52197"/>
                </a:lnTo>
                <a:lnTo>
                  <a:pt x="218224" y="86868"/>
                </a:lnTo>
                <a:lnTo>
                  <a:pt x="219456" y="134112"/>
                </a:lnTo>
                <a:lnTo>
                  <a:pt x="128016" y="134112"/>
                </a:lnTo>
                <a:lnTo>
                  <a:pt x="128016" y="54864"/>
                </a:lnTo>
                <a:lnTo>
                  <a:pt x="128016" y="50292"/>
                </a:lnTo>
                <a:lnTo>
                  <a:pt x="146850" y="47155"/>
                </a:lnTo>
                <a:lnTo>
                  <a:pt x="164401" y="44577"/>
                </a:lnTo>
                <a:lnTo>
                  <a:pt x="180517" y="42583"/>
                </a:lnTo>
                <a:lnTo>
                  <a:pt x="195072" y="41148"/>
                </a:lnTo>
                <a:lnTo>
                  <a:pt x="169164" y="9144"/>
                </a:lnTo>
                <a:lnTo>
                  <a:pt x="124371" y="32727"/>
                </a:lnTo>
                <a:lnTo>
                  <a:pt x="78689" y="45910"/>
                </a:lnTo>
                <a:lnTo>
                  <a:pt x="35877" y="55054"/>
                </a:lnTo>
                <a:lnTo>
                  <a:pt x="16764" y="57912"/>
                </a:lnTo>
                <a:lnTo>
                  <a:pt x="16764" y="65532"/>
                </a:lnTo>
                <a:lnTo>
                  <a:pt x="39547" y="62369"/>
                </a:lnTo>
                <a:lnTo>
                  <a:pt x="103632" y="54864"/>
                </a:lnTo>
                <a:lnTo>
                  <a:pt x="103632" y="134112"/>
                </a:lnTo>
                <a:lnTo>
                  <a:pt x="0" y="134112"/>
                </a:lnTo>
                <a:lnTo>
                  <a:pt x="15240" y="150876"/>
                </a:lnTo>
                <a:lnTo>
                  <a:pt x="24663" y="148005"/>
                </a:lnTo>
                <a:lnTo>
                  <a:pt x="34671" y="146113"/>
                </a:lnTo>
                <a:lnTo>
                  <a:pt x="45237" y="145097"/>
                </a:lnTo>
                <a:lnTo>
                  <a:pt x="56388" y="144780"/>
                </a:lnTo>
                <a:lnTo>
                  <a:pt x="103632" y="144780"/>
                </a:lnTo>
                <a:lnTo>
                  <a:pt x="103632" y="231648"/>
                </a:lnTo>
                <a:lnTo>
                  <a:pt x="67932" y="242798"/>
                </a:lnTo>
                <a:lnTo>
                  <a:pt x="38671" y="251079"/>
                </a:lnTo>
                <a:lnTo>
                  <a:pt x="15976" y="256514"/>
                </a:lnTo>
                <a:lnTo>
                  <a:pt x="0" y="259080"/>
                </a:lnTo>
                <a:lnTo>
                  <a:pt x="19812" y="294132"/>
                </a:lnTo>
                <a:lnTo>
                  <a:pt x="27762" y="287045"/>
                </a:lnTo>
                <a:lnTo>
                  <a:pt x="44577" y="277368"/>
                </a:lnTo>
                <a:lnTo>
                  <a:pt x="69951" y="265417"/>
                </a:lnTo>
                <a:lnTo>
                  <a:pt x="103632" y="251460"/>
                </a:lnTo>
                <a:lnTo>
                  <a:pt x="103632" y="342900"/>
                </a:lnTo>
                <a:lnTo>
                  <a:pt x="103098" y="351790"/>
                </a:lnTo>
                <a:lnTo>
                  <a:pt x="99441" y="357949"/>
                </a:lnTo>
                <a:lnTo>
                  <a:pt x="92913" y="361556"/>
                </a:lnTo>
                <a:lnTo>
                  <a:pt x="83820" y="362712"/>
                </a:lnTo>
                <a:lnTo>
                  <a:pt x="72618" y="361556"/>
                </a:lnTo>
                <a:lnTo>
                  <a:pt x="61722" y="360235"/>
                </a:lnTo>
                <a:lnTo>
                  <a:pt x="50812" y="358648"/>
                </a:lnTo>
                <a:lnTo>
                  <a:pt x="39624" y="356616"/>
                </a:lnTo>
                <a:lnTo>
                  <a:pt x="39624" y="364236"/>
                </a:lnTo>
                <a:lnTo>
                  <a:pt x="59855" y="372554"/>
                </a:lnTo>
                <a:lnTo>
                  <a:pt x="74676" y="381571"/>
                </a:lnTo>
                <a:lnTo>
                  <a:pt x="83769" y="391464"/>
                </a:lnTo>
                <a:lnTo>
                  <a:pt x="86868" y="402336"/>
                </a:lnTo>
                <a:lnTo>
                  <a:pt x="104863" y="395198"/>
                </a:lnTo>
                <a:lnTo>
                  <a:pt x="117729" y="385191"/>
                </a:lnTo>
                <a:lnTo>
                  <a:pt x="125437" y="372338"/>
                </a:lnTo>
                <a:lnTo>
                  <a:pt x="127012" y="362712"/>
                </a:lnTo>
                <a:lnTo>
                  <a:pt x="128016" y="356616"/>
                </a:lnTo>
                <a:lnTo>
                  <a:pt x="128016" y="251460"/>
                </a:lnTo>
                <a:lnTo>
                  <a:pt x="128016" y="240792"/>
                </a:lnTo>
                <a:lnTo>
                  <a:pt x="163334" y="225552"/>
                </a:lnTo>
                <a:lnTo>
                  <a:pt x="205740" y="207264"/>
                </a:lnTo>
                <a:lnTo>
                  <a:pt x="202692" y="202692"/>
                </a:lnTo>
                <a:lnTo>
                  <a:pt x="128016" y="225552"/>
                </a:lnTo>
                <a:lnTo>
                  <a:pt x="128016" y="144780"/>
                </a:lnTo>
                <a:lnTo>
                  <a:pt x="222504" y="144780"/>
                </a:lnTo>
                <a:lnTo>
                  <a:pt x="226479" y="191363"/>
                </a:lnTo>
                <a:lnTo>
                  <a:pt x="231457" y="230505"/>
                </a:lnTo>
                <a:lnTo>
                  <a:pt x="237286" y="262229"/>
                </a:lnTo>
                <a:lnTo>
                  <a:pt x="243840" y="286512"/>
                </a:lnTo>
                <a:lnTo>
                  <a:pt x="223342" y="304800"/>
                </a:lnTo>
                <a:lnTo>
                  <a:pt x="198310" y="323469"/>
                </a:lnTo>
                <a:lnTo>
                  <a:pt x="169037" y="342671"/>
                </a:lnTo>
                <a:lnTo>
                  <a:pt x="135636" y="362712"/>
                </a:lnTo>
                <a:lnTo>
                  <a:pt x="137160" y="368808"/>
                </a:lnTo>
                <a:lnTo>
                  <a:pt x="171132" y="354520"/>
                </a:lnTo>
                <a:lnTo>
                  <a:pt x="202120" y="339090"/>
                </a:lnTo>
                <a:lnTo>
                  <a:pt x="229946" y="322516"/>
                </a:lnTo>
                <a:lnTo>
                  <a:pt x="254508" y="304800"/>
                </a:lnTo>
                <a:lnTo>
                  <a:pt x="278218" y="334784"/>
                </a:lnTo>
                <a:lnTo>
                  <a:pt x="323938" y="375310"/>
                </a:lnTo>
                <a:lnTo>
                  <a:pt x="365658" y="392455"/>
                </a:lnTo>
                <a:lnTo>
                  <a:pt x="400812" y="400812"/>
                </a:lnTo>
                <a:lnTo>
                  <a:pt x="405384" y="400812"/>
                </a:lnTo>
                <a:lnTo>
                  <a:pt x="405384" y="399288"/>
                </a:lnTo>
                <a:lnTo>
                  <a:pt x="406908" y="399288"/>
                </a:lnTo>
                <a:lnTo>
                  <a:pt x="406908" y="396240"/>
                </a:lnTo>
                <a:close/>
              </a:path>
              <a:path w="835660" h="402589">
                <a:moveTo>
                  <a:pt x="574548" y="28956"/>
                </a:moveTo>
                <a:lnTo>
                  <a:pt x="536448" y="3048"/>
                </a:lnTo>
                <a:lnTo>
                  <a:pt x="524129" y="41325"/>
                </a:lnTo>
                <a:lnTo>
                  <a:pt x="512254" y="76009"/>
                </a:lnTo>
                <a:lnTo>
                  <a:pt x="489204" y="134112"/>
                </a:lnTo>
                <a:lnTo>
                  <a:pt x="464820" y="180975"/>
                </a:lnTo>
                <a:lnTo>
                  <a:pt x="440436" y="220980"/>
                </a:lnTo>
                <a:lnTo>
                  <a:pt x="443484" y="227076"/>
                </a:lnTo>
                <a:lnTo>
                  <a:pt x="460387" y="207645"/>
                </a:lnTo>
                <a:lnTo>
                  <a:pt x="477012" y="185928"/>
                </a:lnTo>
                <a:lnTo>
                  <a:pt x="493623" y="161925"/>
                </a:lnTo>
                <a:lnTo>
                  <a:pt x="510540" y="135636"/>
                </a:lnTo>
                <a:lnTo>
                  <a:pt x="510540" y="323088"/>
                </a:lnTo>
                <a:lnTo>
                  <a:pt x="510298" y="338239"/>
                </a:lnTo>
                <a:lnTo>
                  <a:pt x="509790" y="356235"/>
                </a:lnTo>
                <a:lnTo>
                  <a:pt x="509244" y="377748"/>
                </a:lnTo>
                <a:lnTo>
                  <a:pt x="509016" y="400812"/>
                </a:lnTo>
                <a:lnTo>
                  <a:pt x="536448" y="387096"/>
                </a:lnTo>
                <a:lnTo>
                  <a:pt x="535559" y="372529"/>
                </a:lnTo>
                <a:lnTo>
                  <a:pt x="535127" y="356806"/>
                </a:lnTo>
                <a:lnTo>
                  <a:pt x="534949" y="338455"/>
                </a:lnTo>
                <a:lnTo>
                  <a:pt x="534924" y="138684"/>
                </a:lnTo>
                <a:lnTo>
                  <a:pt x="538835" y="135636"/>
                </a:lnTo>
                <a:lnTo>
                  <a:pt x="548640" y="128016"/>
                </a:lnTo>
                <a:lnTo>
                  <a:pt x="521208" y="111252"/>
                </a:lnTo>
                <a:lnTo>
                  <a:pt x="527773" y="97231"/>
                </a:lnTo>
                <a:lnTo>
                  <a:pt x="536067" y="80200"/>
                </a:lnTo>
                <a:lnTo>
                  <a:pt x="546061" y="60032"/>
                </a:lnTo>
                <a:lnTo>
                  <a:pt x="557784" y="36576"/>
                </a:lnTo>
                <a:lnTo>
                  <a:pt x="574548" y="28956"/>
                </a:lnTo>
                <a:close/>
              </a:path>
              <a:path w="835660" h="402589">
                <a:moveTo>
                  <a:pt x="630936" y="102108"/>
                </a:moveTo>
                <a:lnTo>
                  <a:pt x="589788" y="80772"/>
                </a:lnTo>
                <a:lnTo>
                  <a:pt x="590664" y="96469"/>
                </a:lnTo>
                <a:lnTo>
                  <a:pt x="591121" y="111442"/>
                </a:lnTo>
                <a:lnTo>
                  <a:pt x="591286" y="125564"/>
                </a:lnTo>
                <a:lnTo>
                  <a:pt x="591286" y="338645"/>
                </a:lnTo>
                <a:lnTo>
                  <a:pt x="591121" y="355663"/>
                </a:lnTo>
                <a:lnTo>
                  <a:pt x="590664" y="375843"/>
                </a:lnTo>
                <a:lnTo>
                  <a:pt x="589788" y="399288"/>
                </a:lnTo>
                <a:lnTo>
                  <a:pt x="618744" y="385572"/>
                </a:lnTo>
                <a:lnTo>
                  <a:pt x="615950" y="334352"/>
                </a:lnTo>
                <a:lnTo>
                  <a:pt x="615696" y="115824"/>
                </a:lnTo>
                <a:lnTo>
                  <a:pt x="630936" y="102108"/>
                </a:lnTo>
                <a:close/>
              </a:path>
              <a:path w="835660" h="402589">
                <a:moveTo>
                  <a:pt x="675386" y="62852"/>
                </a:moveTo>
                <a:lnTo>
                  <a:pt x="647319" y="30861"/>
                </a:lnTo>
                <a:lnTo>
                  <a:pt x="623316" y="15240"/>
                </a:lnTo>
                <a:lnTo>
                  <a:pt x="618744" y="18288"/>
                </a:lnTo>
                <a:lnTo>
                  <a:pt x="628408" y="33959"/>
                </a:lnTo>
                <a:lnTo>
                  <a:pt x="636651" y="48768"/>
                </a:lnTo>
                <a:lnTo>
                  <a:pt x="643166" y="62445"/>
                </a:lnTo>
                <a:lnTo>
                  <a:pt x="647700" y="74676"/>
                </a:lnTo>
                <a:lnTo>
                  <a:pt x="650748" y="88392"/>
                </a:lnTo>
                <a:lnTo>
                  <a:pt x="653796" y="94488"/>
                </a:lnTo>
                <a:lnTo>
                  <a:pt x="659892" y="94488"/>
                </a:lnTo>
                <a:lnTo>
                  <a:pt x="661416" y="91440"/>
                </a:lnTo>
                <a:lnTo>
                  <a:pt x="670560" y="82296"/>
                </a:lnTo>
                <a:lnTo>
                  <a:pt x="673608" y="76200"/>
                </a:lnTo>
                <a:lnTo>
                  <a:pt x="675132" y="68580"/>
                </a:lnTo>
                <a:lnTo>
                  <a:pt x="675386" y="62852"/>
                </a:lnTo>
                <a:close/>
              </a:path>
              <a:path w="835660" h="402589">
                <a:moveTo>
                  <a:pt x="835152" y="65532"/>
                </a:moveTo>
                <a:lnTo>
                  <a:pt x="807720" y="42672"/>
                </a:lnTo>
                <a:lnTo>
                  <a:pt x="792480" y="59436"/>
                </a:lnTo>
                <a:lnTo>
                  <a:pt x="705612" y="59436"/>
                </a:lnTo>
                <a:lnTo>
                  <a:pt x="720852" y="74676"/>
                </a:lnTo>
                <a:lnTo>
                  <a:pt x="730275" y="72682"/>
                </a:lnTo>
                <a:lnTo>
                  <a:pt x="740283" y="71247"/>
                </a:lnTo>
                <a:lnTo>
                  <a:pt x="750849" y="70396"/>
                </a:lnTo>
                <a:lnTo>
                  <a:pt x="762000" y="70104"/>
                </a:lnTo>
                <a:lnTo>
                  <a:pt x="795528" y="70104"/>
                </a:lnTo>
                <a:lnTo>
                  <a:pt x="795528" y="338328"/>
                </a:lnTo>
                <a:lnTo>
                  <a:pt x="794639" y="348335"/>
                </a:lnTo>
                <a:lnTo>
                  <a:pt x="791908" y="355473"/>
                </a:lnTo>
                <a:lnTo>
                  <a:pt x="787158" y="359765"/>
                </a:lnTo>
                <a:lnTo>
                  <a:pt x="780288" y="361188"/>
                </a:lnTo>
                <a:lnTo>
                  <a:pt x="770572" y="360667"/>
                </a:lnTo>
                <a:lnTo>
                  <a:pt x="720852" y="355092"/>
                </a:lnTo>
                <a:lnTo>
                  <a:pt x="720852" y="362712"/>
                </a:lnTo>
                <a:lnTo>
                  <a:pt x="746848" y="371030"/>
                </a:lnTo>
                <a:lnTo>
                  <a:pt x="765429" y="380047"/>
                </a:lnTo>
                <a:lnTo>
                  <a:pt x="776566" y="389940"/>
                </a:lnTo>
                <a:lnTo>
                  <a:pt x="780288" y="400812"/>
                </a:lnTo>
                <a:lnTo>
                  <a:pt x="798258" y="392557"/>
                </a:lnTo>
                <a:lnTo>
                  <a:pt x="810958" y="381571"/>
                </a:lnTo>
                <a:lnTo>
                  <a:pt x="818210" y="368033"/>
                </a:lnTo>
                <a:lnTo>
                  <a:pt x="818934" y="361188"/>
                </a:lnTo>
                <a:lnTo>
                  <a:pt x="819912" y="352044"/>
                </a:lnTo>
                <a:lnTo>
                  <a:pt x="819912" y="77724"/>
                </a:lnTo>
                <a:lnTo>
                  <a:pt x="829437" y="70104"/>
                </a:lnTo>
                <a:lnTo>
                  <a:pt x="835152" y="6553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" name="object 70"/>
          <p:cNvSpPr/>
          <p:nvPr/>
        </p:nvSpPr>
        <p:spPr>
          <a:xfrm>
            <a:off x="4044696" y="3970020"/>
            <a:ext cx="399415" cy="407034"/>
          </a:xfrm>
          <a:custGeom>
            <a:avLst/>
            <a:gdLst/>
            <a:ahLst/>
            <a:cxnLst/>
            <a:rect l="l" t="t" r="r" b="b"/>
            <a:pathLst>
              <a:path w="399414" h="407035">
                <a:moveTo>
                  <a:pt x="230124" y="109728"/>
                </a:moveTo>
                <a:lnTo>
                  <a:pt x="217932" y="109728"/>
                </a:lnTo>
                <a:lnTo>
                  <a:pt x="225432" y="97488"/>
                </a:lnTo>
                <a:lnTo>
                  <a:pt x="232219" y="83820"/>
                </a:lnTo>
                <a:lnTo>
                  <a:pt x="250769" y="37933"/>
                </a:lnTo>
                <a:lnTo>
                  <a:pt x="262128" y="0"/>
                </a:lnTo>
                <a:lnTo>
                  <a:pt x="303276" y="27432"/>
                </a:lnTo>
                <a:lnTo>
                  <a:pt x="283464" y="36576"/>
                </a:lnTo>
                <a:lnTo>
                  <a:pt x="268914" y="58293"/>
                </a:lnTo>
                <a:lnTo>
                  <a:pt x="255079" y="77724"/>
                </a:lnTo>
                <a:lnTo>
                  <a:pt x="242101" y="94869"/>
                </a:lnTo>
                <a:lnTo>
                  <a:pt x="230124" y="109728"/>
                </a:lnTo>
                <a:close/>
              </a:path>
              <a:path w="399414" h="407035">
                <a:moveTo>
                  <a:pt x="156972" y="97536"/>
                </a:moveTo>
                <a:lnTo>
                  <a:pt x="155448" y="97536"/>
                </a:lnTo>
                <a:lnTo>
                  <a:pt x="151995" y="96083"/>
                </a:lnTo>
                <a:lnTo>
                  <a:pt x="148399" y="91630"/>
                </a:lnTo>
                <a:lnTo>
                  <a:pt x="144518" y="84034"/>
                </a:lnTo>
                <a:lnTo>
                  <a:pt x="140208" y="73152"/>
                </a:lnTo>
                <a:lnTo>
                  <a:pt x="132468" y="56292"/>
                </a:lnTo>
                <a:lnTo>
                  <a:pt x="122872" y="40005"/>
                </a:lnTo>
                <a:lnTo>
                  <a:pt x="111275" y="24288"/>
                </a:lnTo>
                <a:lnTo>
                  <a:pt x="97536" y="9144"/>
                </a:lnTo>
                <a:lnTo>
                  <a:pt x="100584" y="4572"/>
                </a:lnTo>
                <a:lnTo>
                  <a:pt x="142374" y="30075"/>
                </a:lnTo>
                <a:lnTo>
                  <a:pt x="169545" y="61460"/>
                </a:lnTo>
                <a:lnTo>
                  <a:pt x="170688" y="68580"/>
                </a:lnTo>
                <a:lnTo>
                  <a:pt x="170688" y="74676"/>
                </a:lnTo>
                <a:lnTo>
                  <a:pt x="164592" y="86868"/>
                </a:lnTo>
                <a:lnTo>
                  <a:pt x="160020" y="94488"/>
                </a:lnTo>
                <a:lnTo>
                  <a:pt x="156972" y="97536"/>
                </a:lnTo>
                <a:close/>
              </a:path>
              <a:path w="399414" h="407035">
                <a:moveTo>
                  <a:pt x="38100" y="124968"/>
                </a:moveTo>
                <a:lnTo>
                  <a:pt x="22860" y="109728"/>
                </a:lnTo>
                <a:lnTo>
                  <a:pt x="321564" y="109728"/>
                </a:lnTo>
                <a:lnTo>
                  <a:pt x="345948" y="85344"/>
                </a:lnTo>
                <a:lnTo>
                  <a:pt x="381000" y="120396"/>
                </a:lnTo>
                <a:lnTo>
                  <a:pt x="79248" y="120396"/>
                </a:lnTo>
                <a:lnTo>
                  <a:pt x="68103" y="120681"/>
                </a:lnTo>
                <a:lnTo>
                  <a:pt x="57531" y="121539"/>
                </a:lnTo>
                <a:lnTo>
                  <a:pt x="47529" y="122967"/>
                </a:lnTo>
                <a:lnTo>
                  <a:pt x="38100" y="124968"/>
                </a:lnTo>
                <a:close/>
              </a:path>
              <a:path w="399414" h="407035">
                <a:moveTo>
                  <a:pt x="204216" y="214884"/>
                </a:moveTo>
                <a:lnTo>
                  <a:pt x="178308" y="214884"/>
                </a:lnTo>
                <a:lnTo>
                  <a:pt x="180308" y="194333"/>
                </a:lnTo>
                <a:lnTo>
                  <a:pt x="181737" y="171640"/>
                </a:lnTo>
                <a:lnTo>
                  <a:pt x="182594" y="146946"/>
                </a:lnTo>
                <a:lnTo>
                  <a:pt x="182880" y="120396"/>
                </a:lnTo>
                <a:lnTo>
                  <a:pt x="210312" y="120396"/>
                </a:lnTo>
                <a:lnTo>
                  <a:pt x="209145" y="143303"/>
                </a:lnTo>
                <a:lnTo>
                  <a:pt x="207835" y="166497"/>
                </a:lnTo>
                <a:lnTo>
                  <a:pt x="206240" y="190261"/>
                </a:lnTo>
                <a:lnTo>
                  <a:pt x="204216" y="214884"/>
                </a:lnTo>
                <a:close/>
              </a:path>
              <a:path w="399414" h="407035">
                <a:moveTo>
                  <a:pt x="15240" y="230124"/>
                </a:moveTo>
                <a:lnTo>
                  <a:pt x="0" y="214884"/>
                </a:lnTo>
                <a:lnTo>
                  <a:pt x="336804" y="214884"/>
                </a:lnTo>
                <a:lnTo>
                  <a:pt x="362712" y="187451"/>
                </a:lnTo>
                <a:lnTo>
                  <a:pt x="399288" y="224027"/>
                </a:lnTo>
                <a:lnTo>
                  <a:pt x="56388" y="224027"/>
                </a:lnTo>
                <a:lnTo>
                  <a:pt x="45243" y="224551"/>
                </a:lnTo>
                <a:lnTo>
                  <a:pt x="34671" y="225932"/>
                </a:lnTo>
                <a:lnTo>
                  <a:pt x="24669" y="227885"/>
                </a:lnTo>
                <a:lnTo>
                  <a:pt x="15240" y="230124"/>
                </a:lnTo>
                <a:close/>
              </a:path>
              <a:path w="399414" h="407035">
                <a:moveTo>
                  <a:pt x="1524" y="406907"/>
                </a:moveTo>
                <a:lnTo>
                  <a:pt x="0" y="400812"/>
                </a:lnTo>
                <a:lnTo>
                  <a:pt x="40552" y="381047"/>
                </a:lnTo>
                <a:lnTo>
                  <a:pt x="75247" y="360426"/>
                </a:lnTo>
                <a:lnTo>
                  <a:pt x="126492" y="315468"/>
                </a:lnTo>
                <a:lnTo>
                  <a:pt x="158496" y="269748"/>
                </a:lnTo>
                <a:lnTo>
                  <a:pt x="176784" y="224027"/>
                </a:lnTo>
                <a:lnTo>
                  <a:pt x="202692" y="224027"/>
                </a:lnTo>
                <a:lnTo>
                  <a:pt x="178308" y="284797"/>
                </a:lnTo>
                <a:lnTo>
                  <a:pt x="135636" y="335280"/>
                </a:lnTo>
                <a:lnTo>
                  <a:pt x="76581" y="376237"/>
                </a:lnTo>
                <a:lnTo>
                  <a:pt x="40909" y="392930"/>
                </a:lnTo>
                <a:lnTo>
                  <a:pt x="1524" y="406907"/>
                </a:lnTo>
                <a:close/>
              </a:path>
              <a:path w="399414" h="407035">
                <a:moveTo>
                  <a:pt x="361188" y="402336"/>
                </a:moveTo>
                <a:lnTo>
                  <a:pt x="316801" y="373570"/>
                </a:lnTo>
                <a:lnTo>
                  <a:pt x="275843" y="336804"/>
                </a:lnTo>
                <a:lnTo>
                  <a:pt x="240982" y="288417"/>
                </a:lnTo>
                <a:lnTo>
                  <a:pt x="216408" y="224027"/>
                </a:lnTo>
                <a:lnTo>
                  <a:pt x="227076" y="224027"/>
                </a:lnTo>
                <a:lnTo>
                  <a:pt x="236529" y="246626"/>
                </a:lnTo>
                <a:lnTo>
                  <a:pt x="248983" y="268795"/>
                </a:lnTo>
                <a:lnTo>
                  <a:pt x="283464" y="312420"/>
                </a:lnTo>
                <a:lnTo>
                  <a:pt x="332232" y="348234"/>
                </a:lnTo>
                <a:lnTo>
                  <a:pt x="399288" y="374904"/>
                </a:lnTo>
                <a:lnTo>
                  <a:pt x="399288" y="379476"/>
                </a:lnTo>
                <a:lnTo>
                  <a:pt x="386691" y="381762"/>
                </a:lnTo>
                <a:lnTo>
                  <a:pt x="376237" y="386334"/>
                </a:lnTo>
                <a:lnTo>
                  <a:pt x="367784" y="393192"/>
                </a:lnTo>
                <a:lnTo>
                  <a:pt x="361188" y="40233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" name="object 71"/>
          <p:cNvSpPr/>
          <p:nvPr/>
        </p:nvSpPr>
        <p:spPr>
          <a:xfrm>
            <a:off x="4497323" y="3994403"/>
            <a:ext cx="381000" cy="347980"/>
          </a:xfrm>
          <a:custGeom>
            <a:avLst/>
            <a:gdLst/>
            <a:ahLst/>
            <a:cxnLst/>
            <a:rect l="l" t="t" r="r" b="b"/>
            <a:pathLst>
              <a:path w="381000" h="347979">
                <a:moveTo>
                  <a:pt x="217931" y="108204"/>
                </a:moveTo>
                <a:lnTo>
                  <a:pt x="216407" y="108204"/>
                </a:lnTo>
                <a:lnTo>
                  <a:pt x="212097" y="106751"/>
                </a:lnTo>
                <a:lnTo>
                  <a:pt x="208216" y="102298"/>
                </a:lnTo>
                <a:lnTo>
                  <a:pt x="204620" y="94702"/>
                </a:lnTo>
                <a:lnTo>
                  <a:pt x="201167" y="83820"/>
                </a:lnTo>
                <a:lnTo>
                  <a:pt x="194000" y="66960"/>
                </a:lnTo>
                <a:lnTo>
                  <a:pt x="183832" y="48387"/>
                </a:lnTo>
                <a:lnTo>
                  <a:pt x="170521" y="28098"/>
                </a:lnTo>
                <a:lnTo>
                  <a:pt x="153923" y="6096"/>
                </a:lnTo>
                <a:lnTo>
                  <a:pt x="158495" y="0"/>
                </a:lnTo>
                <a:lnTo>
                  <a:pt x="194690" y="23050"/>
                </a:lnTo>
                <a:lnTo>
                  <a:pt x="227433" y="50934"/>
                </a:lnTo>
                <a:lnTo>
                  <a:pt x="236219" y="77724"/>
                </a:lnTo>
                <a:lnTo>
                  <a:pt x="234791" y="86034"/>
                </a:lnTo>
                <a:lnTo>
                  <a:pt x="232790" y="92773"/>
                </a:lnTo>
                <a:lnTo>
                  <a:pt x="230219" y="98083"/>
                </a:lnTo>
                <a:lnTo>
                  <a:pt x="227075" y="102108"/>
                </a:lnTo>
                <a:lnTo>
                  <a:pt x="222503" y="106680"/>
                </a:lnTo>
                <a:lnTo>
                  <a:pt x="217931" y="108204"/>
                </a:lnTo>
                <a:close/>
              </a:path>
              <a:path w="381000" h="347979">
                <a:moveTo>
                  <a:pt x="275843" y="347472"/>
                </a:moveTo>
                <a:lnTo>
                  <a:pt x="146303" y="347472"/>
                </a:lnTo>
                <a:lnTo>
                  <a:pt x="129444" y="344090"/>
                </a:lnTo>
                <a:lnTo>
                  <a:pt x="117728" y="334137"/>
                </a:lnTo>
                <a:lnTo>
                  <a:pt x="111156" y="317896"/>
                </a:lnTo>
                <a:lnTo>
                  <a:pt x="109727" y="295656"/>
                </a:lnTo>
                <a:lnTo>
                  <a:pt x="109704" y="131897"/>
                </a:lnTo>
                <a:lnTo>
                  <a:pt x="109537" y="111442"/>
                </a:lnTo>
                <a:lnTo>
                  <a:pt x="109085" y="92416"/>
                </a:lnTo>
                <a:lnTo>
                  <a:pt x="108203" y="74676"/>
                </a:lnTo>
                <a:lnTo>
                  <a:pt x="152399" y="97536"/>
                </a:lnTo>
                <a:lnTo>
                  <a:pt x="135635" y="111252"/>
                </a:lnTo>
                <a:lnTo>
                  <a:pt x="135635" y="289560"/>
                </a:lnTo>
                <a:lnTo>
                  <a:pt x="137088" y="304704"/>
                </a:lnTo>
                <a:lnTo>
                  <a:pt x="141541" y="315849"/>
                </a:lnTo>
                <a:lnTo>
                  <a:pt x="149137" y="322992"/>
                </a:lnTo>
                <a:lnTo>
                  <a:pt x="160019" y="326136"/>
                </a:lnTo>
                <a:lnTo>
                  <a:pt x="321926" y="326136"/>
                </a:lnTo>
                <a:lnTo>
                  <a:pt x="317849" y="332041"/>
                </a:lnTo>
                <a:lnTo>
                  <a:pt x="306704" y="340614"/>
                </a:lnTo>
                <a:lnTo>
                  <a:pt x="292703" y="345757"/>
                </a:lnTo>
                <a:lnTo>
                  <a:pt x="275843" y="347472"/>
                </a:lnTo>
                <a:close/>
              </a:path>
              <a:path w="381000" h="347979">
                <a:moveTo>
                  <a:pt x="361188" y="257556"/>
                </a:moveTo>
                <a:lnTo>
                  <a:pt x="358139" y="257556"/>
                </a:lnTo>
                <a:lnTo>
                  <a:pt x="354734" y="256103"/>
                </a:lnTo>
                <a:lnTo>
                  <a:pt x="351472" y="251650"/>
                </a:lnTo>
                <a:lnTo>
                  <a:pt x="348561" y="244221"/>
                </a:lnTo>
                <a:lnTo>
                  <a:pt x="348445" y="243840"/>
                </a:lnTo>
                <a:lnTo>
                  <a:pt x="345948" y="233172"/>
                </a:lnTo>
                <a:lnTo>
                  <a:pt x="341661" y="215145"/>
                </a:lnTo>
                <a:lnTo>
                  <a:pt x="333375" y="192976"/>
                </a:lnTo>
                <a:lnTo>
                  <a:pt x="321087" y="166520"/>
                </a:lnTo>
                <a:lnTo>
                  <a:pt x="304799" y="135636"/>
                </a:lnTo>
                <a:lnTo>
                  <a:pt x="309371" y="132588"/>
                </a:lnTo>
                <a:lnTo>
                  <a:pt x="351662" y="172021"/>
                </a:lnTo>
                <a:lnTo>
                  <a:pt x="377332" y="205501"/>
                </a:lnTo>
                <a:lnTo>
                  <a:pt x="380666" y="222742"/>
                </a:lnTo>
                <a:lnTo>
                  <a:pt x="379476" y="231648"/>
                </a:lnTo>
                <a:lnTo>
                  <a:pt x="377952" y="243840"/>
                </a:lnTo>
                <a:lnTo>
                  <a:pt x="373379" y="249936"/>
                </a:lnTo>
                <a:lnTo>
                  <a:pt x="364236" y="256031"/>
                </a:lnTo>
                <a:lnTo>
                  <a:pt x="361188" y="257556"/>
                </a:lnTo>
                <a:close/>
              </a:path>
              <a:path w="381000" h="347979">
                <a:moveTo>
                  <a:pt x="321926" y="326136"/>
                </a:moveTo>
                <a:lnTo>
                  <a:pt x="259079" y="326136"/>
                </a:lnTo>
                <a:lnTo>
                  <a:pt x="268247" y="323302"/>
                </a:lnTo>
                <a:lnTo>
                  <a:pt x="275272" y="317182"/>
                </a:lnTo>
                <a:lnTo>
                  <a:pt x="287083" y="263652"/>
                </a:lnTo>
                <a:lnTo>
                  <a:pt x="289559" y="222504"/>
                </a:lnTo>
                <a:lnTo>
                  <a:pt x="297179" y="222504"/>
                </a:lnTo>
                <a:lnTo>
                  <a:pt x="298322" y="263652"/>
                </a:lnTo>
                <a:lnTo>
                  <a:pt x="304919" y="301394"/>
                </a:lnTo>
                <a:lnTo>
                  <a:pt x="326136" y="320039"/>
                </a:lnTo>
                <a:lnTo>
                  <a:pt x="321926" y="326136"/>
                </a:lnTo>
                <a:close/>
              </a:path>
              <a:path w="381000" h="347979">
                <a:moveTo>
                  <a:pt x="28955" y="263652"/>
                </a:moveTo>
                <a:lnTo>
                  <a:pt x="18287" y="263652"/>
                </a:lnTo>
                <a:lnTo>
                  <a:pt x="13715" y="262128"/>
                </a:lnTo>
                <a:lnTo>
                  <a:pt x="7619" y="260604"/>
                </a:lnTo>
                <a:lnTo>
                  <a:pt x="3047" y="259080"/>
                </a:lnTo>
                <a:lnTo>
                  <a:pt x="0" y="256031"/>
                </a:lnTo>
                <a:lnTo>
                  <a:pt x="0" y="252983"/>
                </a:lnTo>
                <a:lnTo>
                  <a:pt x="1119" y="247864"/>
                </a:lnTo>
                <a:lnTo>
                  <a:pt x="4381" y="241744"/>
                </a:lnTo>
                <a:lnTo>
                  <a:pt x="9644" y="234767"/>
                </a:lnTo>
                <a:lnTo>
                  <a:pt x="16763" y="227076"/>
                </a:lnTo>
                <a:lnTo>
                  <a:pt x="26765" y="211312"/>
                </a:lnTo>
                <a:lnTo>
                  <a:pt x="36194" y="191262"/>
                </a:lnTo>
                <a:lnTo>
                  <a:pt x="45053" y="166639"/>
                </a:lnTo>
                <a:lnTo>
                  <a:pt x="53339" y="137160"/>
                </a:lnTo>
                <a:lnTo>
                  <a:pt x="60959" y="137160"/>
                </a:lnTo>
                <a:lnTo>
                  <a:pt x="60578" y="186309"/>
                </a:lnTo>
                <a:lnTo>
                  <a:pt x="55316" y="231147"/>
                </a:lnTo>
                <a:lnTo>
                  <a:pt x="35051" y="260604"/>
                </a:lnTo>
                <a:lnTo>
                  <a:pt x="28955" y="26365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" name="object 72"/>
          <p:cNvSpPr/>
          <p:nvPr/>
        </p:nvSpPr>
        <p:spPr>
          <a:xfrm>
            <a:off x="4927092" y="3977639"/>
            <a:ext cx="542925" cy="437515"/>
          </a:xfrm>
          <a:custGeom>
            <a:avLst/>
            <a:gdLst/>
            <a:ahLst/>
            <a:cxnLst/>
            <a:rect l="l" t="t" r="r" b="b"/>
            <a:pathLst>
              <a:path w="542925" h="437514">
                <a:moveTo>
                  <a:pt x="91440" y="294144"/>
                </a:moveTo>
                <a:lnTo>
                  <a:pt x="38100" y="294144"/>
                </a:lnTo>
                <a:lnTo>
                  <a:pt x="0" y="437388"/>
                </a:lnTo>
                <a:lnTo>
                  <a:pt x="30467" y="437388"/>
                </a:lnTo>
                <a:lnTo>
                  <a:pt x="91440" y="294144"/>
                </a:lnTo>
                <a:close/>
              </a:path>
              <a:path w="542925" h="437514">
                <a:moveTo>
                  <a:pt x="326123" y="67056"/>
                </a:moveTo>
                <a:lnTo>
                  <a:pt x="295643" y="42672"/>
                </a:lnTo>
                <a:lnTo>
                  <a:pt x="281927" y="60960"/>
                </a:lnTo>
                <a:lnTo>
                  <a:pt x="144767" y="60960"/>
                </a:lnTo>
                <a:lnTo>
                  <a:pt x="160007" y="76200"/>
                </a:lnTo>
                <a:lnTo>
                  <a:pt x="170319" y="74206"/>
                </a:lnTo>
                <a:lnTo>
                  <a:pt x="180771" y="72771"/>
                </a:lnTo>
                <a:lnTo>
                  <a:pt x="191516" y="71920"/>
                </a:lnTo>
                <a:lnTo>
                  <a:pt x="202679" y="71628"/>
                </a:lnTo>
                <a:lnTo>
                  <a:pt x="281927" y="71628"/>
                </a:lnTo>
                <a:lnTo>
                  <a:pt x="272783" y="106260"/>
                </a:lnTo>
                <a:lnTo>
                  <a:pt x="263639" y="137160"/>
                </a:lnTo>
                <a:lnTo>
                  <a:pt x="254495" y="164642"/>
                </a:lnTo>
                <a:lnTo>
                  <a:pt x="245351" y="188976"/>
                </a:lnTo>
                <a:lnTo>
                  <a:pt x="226809" y="167500"/>
                </a:lnTo>
                <a:lnTo>
                  <a:pt x="207822" y="146304"/>
                </a:lnTo>
                <a:lnTo>
                  <a:pt x="169151" y="103632"/>
                </a:lnTo>
                <a:lnTo>
                  <a:pt x="164579" y="109728"/>
                </a:lnTo>
                <a:lnTo>
                  <a:pt x="177723" y="127165"/>
                </a:lnTo>
                <a:lnTo>
                  <a:pt x="194297" y="149733"/>
                </a:lnTo>
                <a:lnTo>
                  <a:pt x="214299" y="177457"/>
                </a:lnTo>
                <a:lnTo>
                  <a:pt x="237731" y="210312"/>
                </a:lnTo>
                <a:lnTo>
                  <a:pt x="228879" y="227101"/>
                </a:lnTo>
                <a:lnTo>
                  <a:pt x="218300" y="245173"/>
                </a:lnTo>
                <a:lnTo>
                  <a:pt x="206019" y="264109"/>
                </a:lnTo>
                <a:lnTo>
                  <a:pt x="192011" y="283464"/>
                </a:lnTo>
                <a:lnTo>
                  <a:pt x="178015" y="303453"/>
                </a:lnTo>
                <a:lnTo>
                  <a:pt x="163436" y="322135"/>
                </a:lnTo>
                <a:lnTo>
                  <a:pt x="148297" y="339407"/>
                </a:lnTo>
                <a:lnTo>
                  <a:pt x="132575" y="355092"/>
                </a:lnTo>
                <a:lnTo>
                  <a:pt x="134099" y="362712"/>
                </a:lnTo>
                <a:lnTo>
                  <a:pt x="173913" y="328612"/>
                </a:lnTo>
                <a:lnTo>
                  <a:pt x="205727" y="295656"/>
                </a:lnTo>
                <a:lnTo>
                  <a:pt x="230873" y="262509"/>
                </a:lnTo>
                <a:lnTo>
                  <a:pt x="251447" y="231648"/>
                </a:lnTo>
                <a:lnTo>
                  <a:pt x="261785" y="255701"/>
                </a:lnTo>
                <a:lnTo>
                  <a:pt x="270116" y="277749"/>
                </a:lnTo>
                <a:lnTo>
                  <a:pt x="276745" y="298094"/>
                </a:lnTo>
                <a:lnTo>
                  <a:pt x="281927" y="316992"/>
                </a:lnTo>
                <a:lnTo>
                  <a:pt x="285115" y="329184"/>
                </a:lnTo>
                <a:lnTo>
                  <a:pt x="288023" y="338328"/>
                </a:lnTo>
                <a:lnTo>
                  <a:pt x="290931" y="344004"/>
                </a:lnTo>
                <a:lnTo>
                  <a:pt x="294119" y="345948"/>
                </a:lnTo>
                <a:lnTo>
                  <a:pt x="295643" y="345948"/>
                </a:lnTo>
                <a:lnTo>
                  <a:pt x="298691" y="344424"/>
                </a:lnTo>
                <a:lnTo>
                  <a:pt x="301739" y="339852"/>
                </a:lnTo>
                <a:lnTo>
                  <a:pt x="306311" y="335280"/>
                </a:lnTo>
                <a:lnTo>
                  <a:pt x="309346" y="329234"/>
                </a:lnTo>
                <a:lnTo>
                  <a:pt x="309295" y="316992"/>
                </a:lnTo>
                <a:lnTo>
                  <a:pt x="309054" y="311086"/>
                </a:lnTo>
                <a:lnTo>
                  <a:pt x="298119" y="269684"/>
                </a:lnTo>
                <a:lnTo>
                  <a:pt x="277545" y="233730"/>
                </a:lnTo>
                <a:lnTo>
                  <a:pt x="262115" y="210312"/>
                </a:lnTo>
                <a:lnTo>
                  <a:pt x="270421" y="188976"/>
                </a:lnTo>
                <a:lnTo>
                  <a:pt x="272910" y="182575"/>
                </a:lnTo>
                <a:lnTo>
                  <a:pt x="284403" y="151828"/>
                </a:lnTo>
                <a:lnTo>
                  <a:pt x="296202" y="117944"/>
                </a:lnTo>
                <a:lnTo>
                  <a:pt x="307835" y="80772"/>
                </a:lnTo>
                <a:lnTo>
                  <a:pt x="320027" y="71628"/>
                </a:lnTo>
                <a:lnTo>
                  <a:pt x="326123" y="67056"/>
                </a:lnTo>
                <a:close/>
              </a:path>
              <a:path w="542925" h="437514">
                <a:moveTo>
                  <a:pt x="390131" y="231648"/>
                </a:moveTo>
                <a:lnTo>
                  <a:pt x="367271" y="186118"/>
                </a:lnTo>
                <a:lnTo>
                  <a:pt x="338315" y="160020"/>
                </a:lnTo>
                <a:lnTo>
                  <a:pt x="332219" y="163068"/>
                </a:lnTo>
                <a:lnTo>
                  <a:pt x="343420" y="185077"/>
                </a:lnTo>
                <a:lnTo>
                  <a:pt x="352031" y="205359"/>
                </a:lnTo>
                <a:lnTo>
                  <a:pt x="358368" y="223939"/>
                </a:lnTo>
                <a:lnTo>
                  <a:pt x="362699" y="240792"/>
                </a:lnTo>
                <a:lnTo>
                  <a:pt x="363893" y="251675"/>
                </a:lnTo>
                <a:lnTo>
                  <a:pt x="365366" y="259270"/>
                </a:lnTo>
                <a:lnTo>
                  <a:pt x="367423" y="263728"/>
                </a:lnTo>
                <a:lnTo>
                  <a:pt x="370319" y="265176"/>
                </a:lnTo>
                <a:lnTo>
                  <a:pt x="371843" y="265176"/>
                </a:lnTo>
                <a:lnTo>
                  <a:pt x="376415" y="262128"/>
                </a:lnTo>
                <a:lnTo>
                  <a:pt x="380987" y="254508"/>
                </a:lnTo>
                <a:lnTo>
                  <a:pt x="387083" y="246888"/>
                </a:lnTo>
                <a:lnTo>
                  <a:pt x="390131" y="239268"/>
                </a:lnTo>
                <a:lnTo>
                  <a:pt x="390131" y="231648"/>
                </a:lnTo>
                <a:close/>
              </a:path>
              <a:path w="542925" h="437514">
                <a:moveTo>
                  <a:pt x="542531" y="123444"/>
                </a:moveTo>
                <a:lnTo>
                  <a:pt x="510527" y="89916"/>
                </a:lnTo>
                <a:lnTo>
                  <a:pt x="487667" y="112776"/>
                </a:lnTo>
                <a:lnTo>
                  <a:pt x="467855" y="112776"/>
                </a:lnTo>
                <a:lnTo>
                  <a:pt x="467855" y="35052"/>
                </a:lnTo>
                <a:lnTo>
                  <a:pt x="484619" y="19812"/>
                </a:lnTo>
                <a:lnTo>
                  <a:pt x="441947" y="0"/>
                </a:lnTo>
                <a:lnTo>
                  <a:pt x="442836" y="11772"/>
                </a:lnTo>
                <a:lnTo>
                  <a:pt x="443280" y="24384"/>
                </a:lnTo>
                <a:lnTo>
                  <a:pt x="443420" y="35052"/>
                </a:lnTo>
                <a:lnTo>
                  <a:pt x="443471" y="112776"/>
                </a:lnTo>
                <a:lnTo>
                  <a:pt x="304787" y="112776"/>
                </a:lnTo>
                <a:lnTo>
                  <a:pt x="320027" y="128016"/>
                </a:lnTo>
                <a:lnTo>
                  <a:pt x="330339" y="126022"/>
                </a:lnTo>
                <a:lnTo>
                  <a:pt x="340791" y="124587"/>
                </a:lnTo>
                <a:lnTo>
                  <a:pt x="351536" y="123736"/>
                </a:lnTo>
                <a:lnTo>
                  <a:pt x="362699" y="123444"/>
                </a:lnTo>
                <a:lnTo>
                  <a:pt x="443471" y="123444"/>
                </a:lnTo>
                <a:lnTo>
                  <a:pt x="443471" y="348996"/>
                </a:lnTo>
                <a:lnTo>
                  <a:pt x="440423" y="353568"/>
                </a:lnTo>
                <a:lnTo>
                  <a:pt x="432803" y="355092"/>
                </a:lnTo>
                <a:lnTo>
                  <a:pt x="424497" y="354761"/>
                </a:lnTo>
                <a:lnTo>
                  <a:pt x="410895" y="353568"/>
                </a:lnTo>
                <a:lnTo>
                  <a:pt x="391871" y="351243"/>
                </a:lnTo>
                <a:lnTo>
                  <a:pt x="367271" y="347472"/>
                </a:lnTo>
                <a:lnTo>
                  <a:pt x="367271" y="356616"/>
                </a:lnTo>
                <a:lnTo>
                  <a:pt x="395046" y="366903"/>
                </a:lnTo>
                <a:lnTo>
                  <a:pt x="414515" y="377190"/>
                </a:lnTo>
                <a:lnTo>
                  <a:pt x="425996" y="387477"/>
                </a:lnTo>
                <a:lnTo>
                  <a:pt x="429755" y="397764"/>
                </a:lnTo>
                <a:lnTo>
                  <a:pt x="446646" y="388912"/>
                </a:lnTo>
                <a:lnTo>
                  <a:pt x="458520" y="378333"/>
                </a:lnTo>
                <a:lnTo>
                  <a:pt x="465556" y="366052"/>
                </a:lnTo>
                <a:lnTo>
                  <a:pt x="467360" y="355092"/>
                </a:lnTo>
                <a:lnTo>
                  <a:pt x="467855" y="352044"/>
                </a:lnTo>
                <a:lnTo>
                  <a:pt x="467855" y="123444"/>
                </a:lnTo>
                <a:lnTo>
                  <a:pt x="542531" y="12344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73" name="object 73"/>
          <p:cNvGrpSpPr/>
          <p:nvPr/>
        </p:nvGrpSpPr>
        <p:grpSpPr>
          <a:xfrm>
            <a:off x="5521452" y="3976115"/>
            <a:ext cx="759460" cy="394970"/>
            <a:chOff x="5521452" y="3976115"/>
            <a:chExt cx="759460" cy="394970"/>
          </a:xfrm>
        </p:grpSpPr>
        <p:sp>
          <p:nvSpPr>
            <p:cNvPr id="74" name="object 74"/>
            <p:cNvSpPr/>
            <p:nvPr/>
          </p:nvSpPr>
          <p:spPr>
            <a:xfrm>
              <a:off x="5521452" y="4009643"/>
              <a:ext cx="204470" cy="325120"/>
            </a:xfrm>
            <a:custGeom>
              <a:avLst/>
              <a:gdLst/>
              <a:ahLst/>
              <a:cxnLst/>
              <a:rect l="l" t="t" r="r" b="b"/>
              <a:pathLst>
                <a:path w="204470" h="325120">
                  <a:moveTo>
                    <a:pt x="44196" y="324612"/>
                  </a:moveTo>
                  <a:lnTo>
                    <a:pt x="0" y="324612"/>
                  </a:lnTo>
                  <a:lnTo>
                    <a:pt x="0" y="0"/>
                  </a:lnTo>
                  <a:lnTo>
                    <a:pt x="82296" y="0"/>
                  </a:lnTo>
                  <a:lnTo>
                    <a:pt x="95702" y="285"/>
                  </a:lnTo>
                  <a:lnTo>
                    <a:pt x="140827" y="8048"/>
                  </a:lnTo>
                  <a:lnTo>
                    <a:pt x="174712" y="27598"/>
                  </a:lnTo>
                  <a:lnTo>
                    <a:pt x="184996" y="38100"/>
                  </a:lnTo>
                  <a:lnTo>
                    <a:pt x="44196" y="38100"/>
                  </a:lnTo>
                  <a:lnTo>
                    <a:pt x="44196" y="166116"/>
                  </a:lnTo>
                  <a:lnTo>
                    <a:pt x="180822" y="166116"/>
                  </a:lnTo>
                  <a:lnTo>
                    <a:pt x="176784" y="170688"/>
                  </a:lnTo>
                  <a:lnTo>
                    <a:pt x="137160" y="195072"/>
                  </a:lnTo>
                  <a:lnTo>
                    <a:pt x="97083" y="203644"/>
                  </a:lnTo>
                  <a:lnTo>
                    <a:pt x="80772" y="204216"/>
                  </a:lnTo>
                  <a:lnTo>
                    <a:pt x="44196" y="204216"/>
                  </a:lnTo>
                  <a:lnTo>
                    <a:pt x="44196" y="324612"/>
                  </a:lnTo>
                  <a:close/>
                </a:path>
                <a:path w="204470" h="325120">
                  <a:moveTo>
                    <a:pt x="180822" y="166116"/>
                  </a:moveTo>
                  <a:lnTo>
                    <a:pt x="73152" y="166116"/>
                  </a:lnTo>
                  <a:lnTo>
                    <a:pt x="85153" y="166068"/>
                  </a:lnTo>
                  <a:lnTo>
                    <a:pt x="96012" y="165735"/>
                  </a:lnTo>
                  <a:lnTo>
                    <a:pt x="135731" y="152995"/>
                  </a:lnTo>
                  <a:lnTo>
                    <a:pt x="157448" y="120491"/>
                  </a:lnTo>
                  <a:lnTo>
                    <a:pt x="160020" y="99060"/>
                  </a:lnTo>
                  <a:lnTo>
                    <a:pt x="159710" y="91106"/>
                  </a:lnTo>
                  <a:lnTo>
                    <a:pt x="142565" y="54244"/>
                  </a:lnTo>
                  <a:lnTo>
                    <a:pt x="105608" y="38742"/>
                  </a:lnTo>
                  <a:lnTo>
                    <a:pt x="79248" y="38100"/>
                  </a:lnTo>
                  <a:lnTo>
                    <a:pt x="184996" y="38100"/>
                  </a:lnTo>
                  <a:lnTo>
                    <a:pt x="201930" y="72961"/>
                  </a:lnTo>
                  <a:lnTo>
                    <a:pt x="204216" y="97536"/>
                  </a:lnTo>
                  <a:lnTo>
                    <a:pt x="203882" y="108465"/>
                  </a:lnTo>
                  <a:lnTo>
                    <a:pt x="192857" y="147542"/>
                  </a:lnTo>
                  <a:lnTo>
                    <a:pt x="183094" y="163544"/>
                  </a:lnTo>
                  <a:lnTo>
                    <a:pt x="180822" y="166116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75" name="object 75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5745480" y="4166615"/>
              <a:ext cx="100584" cy="167639"/>
            </a:xfrm>
            <a:prstGeom prst="rect">
              <a:avLst/>
            </a:prstGeom>
          </p:spPr>
        </p:pic>
        <p:sp>
          <p:nvSpPr>
            <p:cNvPr id="76" name="object 76"/>
            <p:cNvSpPr/>
            <p:nvPr/>
          </p:nvSpPr>
          <p:spPr>
            <a:xfrm>
              <a:off x="5881116" y="3976115"/>
              <a:ext cx="399415" cy="394970"/>
            </a:xfrm>
            <a:custGeom>
              <a:avLst/>
              <a:gdLst/>
              <a:ahLst/>
              <a:cxnLst/>
              <a:rect l="l" t="t" r="r" b="b"/>
              <a:pathLst>
                <a:path w="399414" h="394970">
                  <a:moveTo>
                    <a:pt x="309589" y="16764"/>
                  </a:moveTo>
                  <a:lnTo>
                    <a:pt x="271272" y="16764"/>
                  </a:lnTo>
                  <a:lnTo>
                    <a:pt x="288036" y="0"/>
                  </a:lnTo>
                  <a:lnTo>
                    <a:pt x="309589" y="16764"/>
                  </a:lnTo>
                  <a:close/>
                </a:path>
                <a:path w="399414" h="394970">
                  <a:moveTo>
                    <a:pt x="97536" y="176784"/>
                  </a:moveTo>
                  <a:lnTo>
                    <a:pt x="98417" y="155090"/>
                  </a:lnTo>
                  <a:lnTo>
                    <a:pt x="98869" y="133540"/>
                  </a:lnTo>
                  <a:lnTo>
                    <a:pt x="99023" y="113919"/>
                  </a:lnTo>
                  <a:lnTo>
                    <a:pt x="99036" y="69461"/>
                  </a:lnTo>
                  <a:lnTo>
                    <a:pt x="98869" y="47053"/>
                  </a:lnTo>
                  <a:lnTo>
                    <a:pt x="98417" y="24360"/>
                  </a:lnTo>
                  <a:lnTo>
                    <a:pt x="97536" y="1524"/>
                  </a:lnTo>
                  <a:lnTo>
                    <a:pt x="126492" y="16764"/>
                  </a:lnTo>
                  <a:lnTo>
                    <a:pt x="309589" y="16764"/>
                  </a:lnTo>
                  <a:lnTo>
                    <a:pt x="315468" y="21336"/>
                  </a:lnTo>
                  <a:lnTo>
                    <a:pt x="307848" y="27432"/>
                  </a:lnTo>
                  <a:lnTo>
                    <a:pt x="123444" y="27432"/>
                  </a:lnTo>
                  <a:lnTo>
                    <a:pt x="123444" y="77724"/>
                  </a:lnTo>
                  <a:lnTo>
                    <a:pt x="300251" y="77724"/>
                  </a:lnTo>
                  <a:lnTo>
                    <a:pt x="300299" y="88392"/>
                  </a:lnTo>
                  <a:lnTo>
                    <a:pt x="123444" y="88392"/>
                  </a:lnTo>
                  <a:lnTo>
                    <a:pt x="123444" y="140208"/>
                  </a:lnTo>
                  <a:lnTo>
                    <a:pt x="300855" y="140208"/>
                  </a:lnTo>
                  <a:lnTo>
                    <a:pt x="300870" y="141112"/>
                  </a:lnTo>
                  <a:lnTo>
                    <a:pt x="301325" y="150876"/>
                  </a:lnTo>
                  <a:lnTo>
                    <a:pt x="123444" y="150876"/>
                  </a:lnTo>
                  <a:lnTo>
                    <a:pt x="123444" y="166116"/>
                  </a:lnTo>
                  <a:lnTo>
                    <a:pt x="97536" y="176784"/>
                  </a:lnTo>
                  <a:close/>
                </a:path>
                <a:path w="399414" h="394970">
                  <a:moveTo>
                    <a:pt x="300251" y="77724"/>
                  </a:moveTo>
                  <a:lnTo>
                    <a:pt x="275844" y="77724"/>
                  </a:lnTo>
                  <a:lnTo>
                    <a:pt x="275844" y="27432"/>
                  </a:lnTo>
                  <a:lnTo>
                    <a:pt x="307848" y="27432"/>
                  </a:lnTo>
                  <a:lnTo>
                    <a:pt x="300227" y="33528"/>
                  </a:lnTo>
                  <a:lnTo>
                    <a:pt x="300251" y="77724"/>
                  </a:lnTo>
                  <a:close/>
                </a:path>
                <a:path w="399414" h="394970">
                  <a:moveTo>
                    <a:pt x="300855" y="140208"/>
                  </a:moveTo>
                  <a:lnTo>
                    <a:pt x="275844" y="140208"/>
                  </a:lnTo>
                  <a:lnTo>
                    <a:pt x="275844" y="88392"/>
                  </a:lnTo>
                  <a:lnTo>
                    <a:pt x="300299" y="88392"/>
                  </a:lnTo>
                  <a:lnTo>
                    <a:pt x="300418" y="113919"/>
                  </a:lnTo>
                  <a:lnTo>
                    <a:pt x="300855" y="140208"/>
                  </a:lnTo>
                  <a:close/>
                </a:path>
                <a:path w="399414" h="394970">
                  <a:moveTo>
                    <a:pt x="275844" y="173736"/>
                  </a:moveTo>
                  <a:lnTo>
                    <a:pt x="275844" y="150876"/>
                  </a:lnTo>
                  <a:lnTo>
                    <a:pt x="301325" y="150876"/>
                  </a:lnTo>
                  <a:lnTo>
                    <a:pt x="301751" y="160020"/>
                  </a:lnTo>
                  <a:lnTo>
                    <a:pt x="275844" y="173736"/>
                  </a:lnTo>
                  <a:close/>
                </a:path>
                <a:path w="399414" h="394970">
                  <a:moveTo>
                    <a:pt x="21336" y="211836"/>
                  </a:moveTo>
                  <a:lnTo>
                    <a:pt x="6096" y="196596"/>
                  </a:lnTo>
                  <a:lnTo>
                    <a:pt x="327660" y="196596"/>
                  </a:lnTo>
                  <a:lnTo>
                    <a:pt x="353568" y="170688"/>
                  </a:lnTo>
                  <a:lnTo>
                    <a:pt x="390144" y="205740"/>
                  </a:lnTo>
                  <a:lnTo>
                    <a:pt x="62484" y="205740"/>
                  </a:lnTo>
                  <a:lnTo>
                    <a:pt x="51982" y="206263"/>
                  </a:lnTo>
                  <a:lnTo>
                    <a:pt x="41338" y="207645"/>
                  </a:lnTo>
                  <a:lnTo>
                    <a:pt x="30980" y="209597"/>
                  </a:lnTo>
                  <a:lnTo>
                    <a:pt x="21336" y="211836"/>
                  </a:lnTo>
                  <a:close/>
                </a:path>
                <a:path w="399414" h="394970">
                  <a:moveTo>
                    <a:pt x="214884" y="339852"/>
                  </a:moveTo>
                  <a:lnTo>
                    <a:pt x="190500" y="339852"/>
                  </a:lnTo>
                  <a:lnTo>
                    <a:pt x="190500" y="205740"/>
                  </a:lnTo>
                  <a:lnTo>
                    <a:pt x="214884" y="205740"/>
                  </a:lnTo>
                  <a:lnTo>
                    <a:pt x="214884" y="265175"/>
                  </a:lnTo>
                  <a:lnTo>
                    <a:pt x="350519" y="265175"/>
                  </a:lnTo>
                  <a:lnTo>
                    <a:pt x="361188" y="275844"/>
                  </a:lnTo>
                  <a:lnTo>
                    <a:pt x="214884" y="275844"/>
                  </a:lnTo>
                  <a:lnTo>
                    <a:pt x="214884" y="339852"/>
                  </a:lnTo>
                  <a:close/>
                </a:path>
                <a:path w="399414" h="394970">
                  <a:moveTo>
                    <a:pt x="4572" y="394716"/>
                  </a:moveTo>
                  <a:lnTo>
                    <a:pt x="0" y="388620"/>
                  </a:lnTo>
                  <a:lnTo>
                    <a:pt x="35147" y="356330"/>
                  </a:lnTo>
                  <a:lnTo>
                    <a:pt x="62865" y="316611"/>
                  </a:lnTo>
                  <a:lnTo>
                    <a:pt x="83153" y="269462"/>
                  </a:lnTo>
                  <a:lnTo>
                    <a:pt x="96012" y="214884"/>
                  </a:lnTo>
                  <a:lnTo>
                    <a:pt x="134112" y="237744"/>
                  </a:lnTo>
                  <a:lnTo>
                    <a:pt x="110085" y="272486"/>
                  </a:lnTo>
                  <a:lnTo>
                    <a:pt x="106680" y="281940"/>
                  </a:lnTo>
                  <a:lnTo>
                    <a:pt x="113909" y="289560"/>
                  </a:lnTo>
                  <a:lnTo>
                    <a:pt x="102108" y="289560"/>
                  </a:lnTo>
                  <a:lnTo>
                    <a:pt x="83224" y="323564"/>
                  </a:lnTo>
                  <a:lnTo>
                    <a:pt x="60769" y="352425"/>
                  </a:lnTo>
                  <a:lnTo>
                    <a:pt x="34599" y="376142"/>
                  </a:lnTo>
                  <a:lnTo>
                    <a:pt x="4572" y="394716"/>
                  </a:lnTo>
                  <a:close/>
                </a:path>
                <a:path w="399414" h="394970">
                  <a:moveTo>
                    <a:pt x="350519" y="265175"/>
                  </a:moveTo>
                  <a:lnTo>
                    <a:pt x="304800" y="265175"/>
                  </a:lnTo>
                  <a:lnTo>
                    <a:pt x="327660" y="242316"/>
                  </a:lnTo>
                  <a:lnTo>
                    <a:pt x="350519" y="265175"/>
                  </a:lnTo>
                  <a:close/>
                </a:path>
                <a:path w="399414" h="394970">
                  <a:moveTo>
                    <a:pt x="364236" y="388620"/>
                  </a:moveTo>
                  <a:lnTo>
                    <a:pt x="316539" y="386643"/>
                  </a:lnTo>
                  <a:lnTo>
                    <a:pt x="276415" y="383095"/>
                  </a:lnTo>
                  <a:lnTo>
                    <a:pt x="219456" y="371856"/>
                  </a:lnTo>
                  <a:lnTo>
                    <a:pt x="180403" y="357378"/>
                  </a:lnTo>
                  <a:lnTo>
                    <a:pt x="136183" y="327493"/>
                  </a:lnTo>
                  <a:lnTo>
                    <a:pt x="102108" y="289560"/>
                  </a:lnTo>
                  <a:lnTo>
                    <a:pt x="113909" y="289560"/>
                  </a:lnTo>
                  <a:lnTo>
                    <a:pt x="122991" y="299132"/>
                  </a:lnTo>
                  <a:lnTo>
                    <a:pt x="142303" y="314325"/>
                  </a:lnTo>
                  <a:lnTo>
                    <a:pt x="164758" y="327802"/>
                  </a:lnTo>
                  <a:lnTo>
                    <a:pt x="190500" y="339852"/>
                  </a:lnTo>
                  <a:lnTo>
                    <a:pt x="214884" y="339852"/>
                  </a:lnTo>
                  <a:lnTo>
                    <a:pt x="214884" y="347472"/>
                  </a:lnTo>
                  <a:lnTo>
                    <a:pt x="231719" y="351472"/>
                  </a:lnTo>
                  <a:lnTo>
                    <a:pt x="252412" y="354330"/>
                  </a:lnTo>
                  <a:lnTo>
                    <a:pt x="276820" y="356044"/>
                  </a:lnTo>
                  <a:lnTo>
                    <a:pt x="332208" y="357187"/>
                  </a:lnTo>
                  <a:lnTo>
                    <a:pt x="399288" y="357187"/>
                  </a:lnTo>
                  <a:lnTo>
                    <a:pt x="399288" y="361188"/>
                  </a:lnTo>
                  <a:lnTo>
                    <a:pt x="385024" y="365474"/>
                  </a:lnTo>
                  <a:lnTo>
                    <a:pt x="374332" y="371475"/>
                  </a:lnTo>
                  <a:lnTo>
                    <a:pt x="367355" y="379190"/>
                  </a:lnTo>
                  <a:lnTo>
                    <a:pt x="364236" y="388620"/>
                  </a:lnTo>
                  <a:close/>
                </a:path>
                <a:path w="399414" h="394970">
                  <a:moveTo>
                    <a:pt x="399288" y="357187"/>
                  </a:moveTo>
                  <a:lnTo>
                    <a:pt x="332208" y="357187"/>
                  </a:lnTo>
                  <a:lnTo>
                    <a:pt x="357187" y="356616"/>
                  </a:lnTo>
                  <a:lnTo>
                    <a:pt x="379595" y="354901"/>
                  </a:lnTo>
                  <a:lnTo>
                    <a:pt x="399288" y="352044"/>
                  </a:lnTo>
                  <a:lnTo>
                    <a:pt x="399288" y="35718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77" name="object 77"/>
          <p:cNvSpPr/>
          <p:nvPr/>
        </p:nvSpPr>
        <p:spPr>
          <a:xfrm>
            <a:off x="6333744" y="3977640"/>
            <a:ext cx="379730" cy="399415"/>
          </a:xfrm>
          <a:custGeom>
            <a:avLst/>
            <a:gdLst/>
            <a:ahLst/>
            <a:cxnLst/>
            <a:rect l="l" t="t" r="r" b="b"/>
            <a:pathLst>
              <a:path w="379729" h="399414">
                <a:moveTo>
                  <a:pt x="27432" y="41148"/>
                </a:moveTo>
                <a:lnTo>
                  <a:pt x="12192" y="25908"/>
                </a:lnTo>
                <a:lnTo>
                  <a:pt x="316992" y="25908"/>
                </a:lnTo>
                <a:lnTo>
                  <a:pt x="342900" y="0"/>
                </a:lnTo>
                <a:lnTo>
                  <a:pt x="379476" y="36576"/>
                </a:lnTo>
                <a:lnTo>
                  <a:pt x="64008" y="36576"/>
                </a:lnTo>
                <a:lnTo>
                  <a:pt x="55721" y="36861"/>
                </a:lnTo>
                <a:lnTo>
                  <a:pt x="46862" y="37719"/>
                </a:lnTo>
                <a:lnTo>
                  <a:pt x="37433" y="39147"/>
                </a:lnTo>
                <a:lnTo>
                  <a:pt x="27432" y="41148"/>
                </a:lnTo>
                <a:close/>
              </a:path>
              <a:path w="379729" h="399414">
                <a:moveTo>
                  <a:pt x="1523" y="201168"/>
                </a:moveTo>
                <a:lnTo>
                  <a:pt x="0" y="195072"/>
                </a:lnTo>
                <a:lnTo>
                  <a:pt x="25741" y="179879"/>
                </a:lnTo>
                <a:lnTo>
                  <a:pt x="50482" y="163830"/>
                </a:lnTo>
                <a:lnTo>
                  <a:pt x="97536" y="128016"/>
                </a:lnTo>
                <a:lnTo>
                  <a:pt x="140970" y="86296"/>
                </a:lnTo>
                <a:lnTo>
                  <a:pt x="179832" y="36576"/>
                </a:lnTo>
                <a:lnTo>
                  <a:pt x="213360" y="36576"/>
                </a:lnTo>
                <a:lnTo>
                  <a:pt x="205954" y="44267"/>
                </a:lnTo>
                <a:lnTo>
                  <a:pt x="199834" y="51244"/>
                </a:lnTo>
                <a:lnTo>
                  <a:pt x="195143" y="57364"/>
                </a:lnTo>
                <a:lnTo>
                  <a:pt x="192024" y="62484"/>
                </a:lnTo>
                <a:lnTo>
                  <a:pt x="212750" y="74676"/>
                </a:lnTo>
                <a:lnTo>
                  <a:pt x="181356" y="74676"/>
                </a:lnTo>
                <a:lnTo>
                  <a:pt x="140017" y="118110"/>
                </a:lnTo>
                <a:lnTo>
                  <a:pt x="97536" y="152400"/>
                </a:lnTo>
                <a:lnTo>
                  <a:pt x="51816" y="179641"/>
                </a:lnTo>
                <a:lnTo>
                  <a:pt x="27241" y="191190"/>
                </a:lnTo>
                <a:lnTo>
                  <a:pt x="1523" y="201168"/>
                </a:lnTo>
                <a:close/>
              </a:path>
              <a:path w="379729" h="399414">
                <a:moveTo>
                  <a:pt x="176784" y="210312"/>
                </a:moveTo>
                <a:lnTo>
                  <a:pt x="180213" y="162496"/>
                </a:lnTo>
                <a:lnTo>
                  <a:pt x="181356" y="74676"/>
                </a:lnTo>
                <a:lnTo>
                  <a:pt x="212750" y="74676"/>
                </a:lnTo>
                <a:lnTo>
                  <a:pt x="217932" y="77724"/>
                </a:lnTo>
                <a:lnTo>
                  <a:pt x="205740" y="88392"/>
                </a:lnTo>
                <a:lnTo>
                  <a:pt x="205834" y="173164"/>
                </a:lnTo>
                <a:lnTo>
                  <a:pt x="205967" y="179903"/>
                </a:lnTo>
                <a:lnTo>
                  <a:pt x="206382" y="189357"/>
                </a:lnTo>
                <a:lnTo>
                  <a:pt x="207264" y="199644"/>
                </a:lnTo>
                <a:lnTo>
                  <a:pt x="176784" y="210312"/>
                </a:lnTo>
                <a:close/>
              </a:path>
              <a:path w="379729" h="399414">
                <a:moveTo>
                  <a:pt x="371856" y="196596"/>
                </a:moveTo>
                <a:lnTo>
                  <a:pt x="365760" y="196596"/>
                </a:lnTo>
                <a:lnTo>
                  <a:pt x="361188" y="193548"/>
                </a:lnTo>
                <a:lnTo>
                  <a:pt x="356616" y="187452"/>
                </a:lnTo>
                <a:lnTo>
                  <a:pt x="347733" y="178260"/>
                </a:lnTo>
                <a:lnTo>
                  <a:pt x="309372" y="147828"/>
                </a:lnTo>
                <a:lnTo>
                  <a:pt x="274129" y="124015"/>
                </a:lnTo>
                <a:lnTo>
                  <a:pt x="228600" y="99060"/>
                </a:lnTo>
                <a:lnTo>
                  <a:pt x="230124" y="91440"/>
                </a:lnTo>
                <a:lnTo>
                  <a:pt x="285845" y="112609"/>
                </a:lnTo>
                <a:lnTo>
                  <a:pt x="327279" y="130492"/>
                </a:lnTo>
                <a:lnTo>
                  <a:pt x="367284" y="156972"/>
                </a:lnTo>
                <a:lnTo>
                  <a:pt x="378213" y="179903"/>
                </a:lnTo>
                <a:lnTo>
                  <a:pt x="377952" y="185928"/>
                </a:lnTo>
                <a:lnTo>
                  <a:pt x="374904" y="192024"/>
                </a:lnTo>
                <a:lnTo>
                  <a:pt x="371856" y="196596"/>
                </a:lnTo>
                <a:close/>
              </a:path>
              <a:path w="379729" h="399414">
                <a:moveTo>
                  <a:pt x="324135" y="227076"/>
                </a:moveTo>
                <a:lnTo>
                  <a:pt x="286512" y="227076"/>
                </a:lnTo>
                <a:lnTo>
                  <a:pt x="306324" y="210312"/>
                </a:lnTo>
                <a:lnTo>
                  <a:pt x="324135" y="227076"/>
                </a:lnTo>
                <a:close/>
              </a:path>
              <a:path w="379729" h="399414">
                <a:moveTo>
                  <a:pt x="77724" y="399288"/>
                </a:moveTo>
                <a:lnTo>
                  <a:pt x="78843" y="376189"/>
                </a:lnTo>
                <a:lnTo>
                  <a:pt x="79819" y="352806"/>
                </a:lnTo>
                <a:lnTo>
                  <a:pt x="80510" y="329422"/>
                </a:lnTo>
                <a:lnTo>
                  <a:pt x="80772" y="306323"/>
                </a:lnTo>
                <a:lnTo>
                  <a:pt x="80510" y="282559"/>
                </a:lnTo>
                <a:lnTo>
                  <a:pt x="79819" y="259080"/>
                </a:lnTo>
                <a:lnTo>
                  <a:pt x="78800" y="234696"/>
                </a:lnTo>
                <a:lnTo>
                  <a:pt x="77724" y="211836"/>
                </a:lnTo>
                <a:lnTo>
                  <a:pt x="106680" y="227076"/>
                </a:lnTo>
                <a:lnTo>
                  <a:pt x="324135" y="227076"/>
                </a:lnTo>
                <a:lnTo>
                  <a:pt x="332232" y="234696"/>
                </a:lnTo>
                <a:lnTo>
                  <a:pt x="328313" y="237744"/>
                </a:lnTo>
                <a:lnTo>
                  <a:pt x="106680" y="237744"/>
                </a:lnTo>
                <a:lnTo>
                  <a:pt x="106680" y="344424"/>
                </a:lnTo>
                <a:lnTo>
                  <a:pt x="318635" y="344424"/>
                </a:lnTo>
                <a:lnTo>
                  <a:pt x="318706" y="350520"/>
                </a:lnTo>
                <a:lnTo>
                  <a:pt x="318840" y="355092"/>
                </a:lnTo>
                <a:lnTo>
                  <a:pt x="106680" y="355092"/>
                </a:lnTo>
                <a:lnTo>
                  <a:pt x="106680" y="387096"/>
                </a:lnTo>
                <a:lnTo>
                  <a:pt x="77724" y="399288"/>
                </a:lnTo>
                <a:close/>
              </a:path>
              <a:path w="379729" h="399414">
                <a:moveTo>
                  <a:pt x="318635" y="344424"/>
                </a:moveTo>
                <a:lnTo>
                  <a:pt x="292608" y="344424"/>
                </a:lnTo>
                <a:lnTo>
                  <a:pt x="292608" y="237744"/>
                </a:lnTo>
                <a:lnTo>
                  <a:pt x="328313" y="237744"/>
                </a:lnTo>
                <a:lnTo>
                  <a:pt x="318516" y="245364"/>
                </a:lnTo>
                <a:lnTo>
                  <a:pt x="318635" y="344424"/>
                </a:lnTo>
                <a:close/>
              </a:path>
              <a:path w="379729" h="399414">
                <a:moveTo>
                  <a:pt x="292608" y="394716"/>
                </a:moveTo>
                <a:lnTo>
                  <a:pt x="292608" y="355092"/>
                </a:lnTo>
                <a:lnTo>
                  <a:pt x="318840" y="355092"/>
                </a:lnTo>
                <a:lnTo>
                  <a:pt x="319158" y="365950"/>
                </a:lnTo>
                <a:lnTo>
                  <a:pt x="320040" y="382524"/>
                </a:lnTo>
                <a:lnTo>
                  <a:pt x="292608" y="39471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8" name="object 78"/>
          <p:cNvSpPr/>
          <p:nvPr/>
        </p:nvSpPr>
        <p:spPr>
          <a:xfrm>
            <a:off x="6763511" y="3968495"/>
            <a:ext cx="850900" cy="410209"/>
          </a:xfrm>
          <a:custGeom>
            <a:avLst/>
            <a:gdLst/>
            <a:ahLst/>
            <a:cxnLst/>
            <a:rect l="l" t="t" r="r" b="b"/>
            <a:pathLst>
              <a:path w="850900" h="410210">
                <a:moveTo>
                  <a:pt x="397764" y="70104"/>
                </a:moveTo>
                <a:lnTo>
                  <a:pt x="361188" y="33528"/>
                </a:lnTo>
                <a:lnTo>
                  <a:pt x="335280" y="59436"/>
                </a:lnTo>
                <a:lnTo>
                  <a:pt x="188976" y="59436"/>
                </a:lnTo>
                <a:lnTo>
                  <a:pt x="193548" y="51816"/>
                </a:lnTo>
                <a:lnTo>
                  <a:pt x="196596" y="44196"/>
                </a:lnTo>
                <a:lnTo>
                  <a:pt x="199644" y="38100"/>
                </a:lnTo>
                <a:lnTo>
                  <a:pt x="202730" y="32918"/>
                </a:lnTo>
                <a:lnTo>
                  <a:pt x="207264" y="28575"/>
                </a:lnTo>
                <a:lnTo>
                  <a:pt x="212928" y="24815"/>
                </a:lnTo>
                <a:lnTo>
                  <a:pt x="219456" y="21336"/>
                </a:lnTo>
                <a:lnTo>
                  <a:pt x="176784" y="0"/>
                </a:lnTo>
                <a:lnTo>
                  <a:pt x="174802" y="13792"/>
                </a:lnTo>
                <a:lnTo>
                  <a:pt x="171259" y="28003"/>
                </a:lnTo>
                <a:lnTo>
                  <a:pt x="166281" y="43078"/>
                </a:lnTo>
                <a:lnTo>
                  <a:pt x="160020" y="59436"/>
                </a:lnTo>
                <a:lnTo>
                  <a:pt x="15240" y="59436"/>
                </a:lnTo>
                <a:lnTo>
                  <a:pt x="28956" y="73152"/>
                </a:lnTo>
                <a:lnTo>
                  <a:pt x="54864" y="70104"/>
                </a:lnTo>
                <a:lnTo>
                  <a:pt x="156972" y="70104"/>
                </a:lnTo>
                <a:lnTo>
                  <a:pt x="146418" y="92379"/>
                </a:lnTo>
                <a:lnTo>
                  <a:pt x="135445" y="113347"/>
                </a:lnTo>
                <a:lnTo>
                  <a:pt x="124180" y="132905"/>
                </a:lnTo>
                <a:lnTo>
                  <a:pt x="112776" y="150876"/>
                </a:lnTo>
                <a:lnTo>
                  <a:pt x="96012" y="143256"/>
                </a:lnTo>
                <a:lnTo>
                  <a:pt x="96786" y="149618"/>
                </a:lnTo>
                <a:lnTo>
                  <a:pt x="96913" y="150876"/>
                </a:lnTo>
                <a:lnTo>
                  <a:pt x="97345" y="157924"/>
                </a:lnTo>
                <a:lnTo>
                  <a:pt x="97447" y="163068"/>
                </a:lnTo>
                <a:lnTo>
                  <a:pt x="97536" y="173736"/>
                </a:lnTo>
                <a:lnTo>
                  <a:pt x="75857" y="203746"/>
                </a:lnTo>
                <a:lnTo>
                  <a:pt x="52197" y="232029"/>
                </a:lnTo>
                <a:lnTo>
                  <a:pt x="26809" y="258610"/>
                </a:lnTo>
                <a:lnTo>
                  <a:pt x="0" y="283476"/>
                </a:lnTo>
                <a:lnTo>
                  <a:pt x="4572" y="289572"/>
                </a:lnTo>
                <a:lnTo>
                  <a:pt x="32588" y="268986"/>
                </a:lnTo>
                <a:lnTo>
                  <a:pt x="57340" y="248412"/>
                </a:lnTo>
                <a:lnTo>
                  <a:pt x="78930" y="227838"/>
                </a:lnTo>
                <a:lnTo>
                  <a:pt x="97536" y="207264"/>
                </a:lnTo>
                <a:lnTo>
                  <a:pt x="97320" y="268986"/>
                </a:lnTo>
                <a:lnTo>
                  <a:pt x="97243" y="283476"/>
                </a:lnTo>
                <a:lnTo>
                  <a:pt x="96774" y="336054"/>
                </a:lnTo>
                <a:lnTo>
                  <a:pt x="96227" y="381431"/>
                </a:lnTo>
                <a:lnTo>
                  <a:pt x="96012" y="409956"/>
                </a:lnTo>
                <a:lnTo>
                  <a:pt x="123444" y="393192"/>
                </a:lnTo>
                <a:lnTo>
                  <a:pt x="122732" y="368820"/>
                </a:lnTo>
                <a:lnTo>
                  <a:pt x="122542" y="361200"/>
                </a:lnTo>
                <a:lnTo>
                  <a:pt x="122110" y="316230"/>
                </a:lnTo>
                <a:lnTo>
                  <a:pt x="122034" y="289572"/>
                </a:lnTo>
                <a:lnTo>
                  <a:pt x="121920" y="207264"/>
                </a:lnTo>
                <a:lnTo>
                  <a:pt x="121920" y="175260"/>
                </a:lnTo>
                <a:lnTo>
                  <a:pt x="138760" y="150876"/>
                </a:lnTo>
                <a:lnTo>
                  <a:pt x="139636" y="149618"/>
                </a:lnTo>
                <a:lnTo>
                  <a:pt x="156210" y="123253"/>
                </a:lnTo>
                <a:lnTo>
                  <a:pt x="171640" y="96608"/>
                </a:lnTo>
                <a:lnTo>
                  <a:pt x="185928" y="70104"/>
                </a:lnTo>
                <a:lnTo>
                  <a:pt x="397764" y="70104"/>
                </a:lnTo>
                <a:close/>
              </a:path>
              <a:path w="850900" h="410210">
                <a:moveTo>
                  <a:pt x="409956" y="262128"/>
                </a:moveTo>
                <a:lnTo>
                  <a:pt x="377952" y="230124"/>
                </a:lnTo>
                <a:lnTo>
                  <a:pt x="355092" y="252984"/>
                </a:lnTo>
                <a:lnTo>
                  <a:pt x="281940" y="252984"/>
                </a:lnTo>
                <a:lnTo>
                  <a:pt x="281940" y="213360"/>
                </a:lnTo>
                <a:lnTo>
                  <a:pt x="295656" y="204216"/>
                </a:lnTo>
                <a:lnTo>
                  <a:pt x="281940" y="195072"/>
                </a:lnTo>
                <a:lnTo>
                  <a:pt x="314934" y="170218"/>
                </a:lnTo>
                <a:lnTo>
                  <a:pt x="348996" y="150495"/>
                </a:lnTo>
                <a:lnTo>
                  <a:pt x="371856" y="144780"/>
                </a:lnTo>
                <a:lnTo>
                  <a:pt x="366585" y="138684"/>
                </a:lnTo>
                <a:lnTo>
                  <a:pt x="342900" y="111252"/>
                </a:lnTo>
                <a:lnTo>
                  <a:pt x="324612" y="129540"/>
                </a:lnTo>
                <a:lnTo>
                  <a:pt x="160020" y="129540"/>
                </a:lnTo>
                <a:lnTo>
                  <a:pt x="173736" y="143256"/>
                </a:lnTo>
                <a:lnTo>
                  <a:pt x="198120" y="138684"/>
                </a:lnTo>
                <a:lnTo>
                  <a:pt x="323088" y="138684"/>
                </a:lnTo>
                <a:lnTo>
                  <a:pt x="274320" y="188976"/>
                </a:lnTo>
                <a:lnTo>
                  <a:pt x="256032" y="179832"/>
                </a:lnTo>
                <a:lnTo>
                  <a:pt x="256908" y="194691"/>
                </a:lnTo>
                <a:lnTo>
                  <a:pt x="257365" y="211836"/>
                </a:lnTo>
                <a:lnTo>
                  <a:pt x="257492" y="227838"/>
                </a:lnTo>
                <a:lnTo>
                  <a:pt x="257556" y="252984"/>
                </a:lnTo>
                <a:lnTo>
                  <a:pt x="140208" y="252984"/>
                </a:lnTo>
                <a:lnTo>
                  <a:pt x="155448" y="266700"/>
                </a:lnTo>
                <a:lnTo>
                  <a:pt x="181356" y="262128"/>
                </a:lnTo>
                <a:lnTo>
                  <a:pt x="257556" y="262128"/>
                </a:lnTo>
                <a:lnTo>
                  <a:pt x="257556" y="361200"/>
                </a:lnTo>
                <a:lnTo>
                  <a:pt x="252984" y="368820"/>
                </a:lnTo>
                <a:lnTo>
                  <a:pt x="243840" y="368820"/>
                </a:lnTo>
                <a:lnTo>
                  <a:pt x="236448" y="368554"/>
                </a:lnTo>
                <a:lnTo>
                  <a:pt x="196596" y="365772"/>
                </a:lnTo>
                <a:lnTo>
                  <a:pt x="196596" y="373380"/>
                </a:lnTo>
                <a:lnTo>
                  <a:pt x="216852" y="381431"/>
                </a:lnTo>
                <a:lnTo>
                  <a:pt x="231838" y="389775"/>
                </a:lnTo>
                <a:lnTo>
                  <a:pt x="241376" y="398678"/>
                </a:lnTo>
                <a:lnTo>
                  <a:pt x="245364" y="408444"/>
                </a:lnTo>
                <a:lnTo>
                  <a:pt x="261366" y="400100"/>
                </a:lnTo>
                <a:lnTo>
                  <a:pt x="272796" y="390918"/>
                </a:lnTo>
                <a:lnTo>
                  <a:pt x="279654" y="380580"/>
                </a:lnTo>
                <a:lnTo>
                  <a:pt x="281940" y="368820"/>
                </a:lnTo>
                <a:lnTo>
                  <a:pt x="281940" y="262128"/>
                </a:lnTo>
                <a:lnTo>
                  <a:pt x="409956" y="262128"/>
                </a:lnTo>
                <a:close/>
              </a:path>
              <a:path w="850900" h="410210">
                <a:moveTo>
                  <a:pt x="839711" y="88392"/>
                </a:moveTo>
                <a:lnTo>
                  <a:pt x="803135" y="51816"/>
                </a:lnTo>
                <a:lnTo>
                  <a:pt x="777227" y="77724"/>
                </a:lnTo>
                <a:lnTo>
                  <a:pt x="624827" y="77724"/>
                </a:lnTo>
                <a:lnTo>
                  <a:pt x="632002" y="63512"/>
                </a:lnTo>
                <a:lnTo>
                  <a:pt x="637590" y="50863"/>
                </a:lnTo>
                <a:lnTo>
                  <a:pt x="641769" y="40220"/>
                </a:lnTo>
                <a:lnTo>
                  <a:pt x="644639" y="32004"/>
                </a:lnTo>
                <a:lnTo>
                  <a:pt x="662927" y="21336"/>
                </a:lnTo>
                <a:lnTo>
                  <a:pt x="623303" y="0"/>
                </a:lnTo>
                <a:lnTo>
                  <a:pt x="619290" y="16865"/>
                </a:lnTo>
                <a:lnTo>
                  <a:pt x="613968" y="35433"/>
                </a:lnTo>
                <a:lnTo>
                  <a:pt x="607237" y="55727"/>
                </a:lnTo>
                <a:lnTo>
                  <a:pt x="598919" y="77724"/>
                </a:lnTo>
                <a:lnTo>
                  <a:pt x="460235" y="77724"/>
                </a:lnTo>
                <a:lnTo>
                  <a:pt x="476999" y="94488"/>
                </a:lnTo>
                <a:lnTo>
                  <a:pt x="486435" y="91617"/>
                </a:lnTo>
                <a:lnTo>
                  <a:pt x="496430" y="89725"/>
                </a:lnTo>
                <a:lnTo>
                  <a:pt x="507009" y="88709"/>
                </a:lnTo>
                <a:lnTo>
                  <a:pt x="518147" y="88392"/>
                </a:lnTo>
                <a:lnTo>
                  <a:pt x="594347" y="88392"/>
                </a:lnTo>
                <a:lnTo>
                  <a:pt x="580618" y="114681"/>
                </a:lnTo>
                <a:lnTo>
                  <a:pt x="566724" y="138684"/>
                </a:lnTo>
                <a:lnTo>
                  <a:pt x="552564" y="160401"/>
                </a:lnTo>
                <a:lnTo>
                  <a:pt x="537959" y="179832"/>
                </a:lnTo>
                <a:lnTo>
                  <a:pt x="519671" y="172212"/>
                </a:lnTo>
                <a:lnTo>
                  <a:pt x="520534" y="181356"/>
                </a:lnTo>
                <a:lnTo>
                  <a:pt x="521004" y="189166"/>
                </a:lnTo>
                <a:lnTo>
                  <a:pt x="521182" y="194716"/>
                </a:lnTo>
                <a:lnTo>
                  <a:pt x="521195" y="198120"/>
                </a:lnTo>
                <a:lnTo>
                  <a:pt x="507796" y="214960"/>
                </a:lnTo>
                <a:lnTo>
                  <a:pt x="490524" y="233362"/>
                </a:lnTo>
                <a:lnTo>
                  <a:pt x="469557" y="253199"/>
                </a:lnTo>
                <a:lnTo>
                  <a:pt x="444995" y="274320"/>
                </a:lnTo>
                <a:lnTo>
                  <a:pt x="448043" y="280416"/>
                </a:lnTo>
                <a:lnTo>
                  <a:pt x="466356" y="269011"/>
                </a:lnTo>
                <a:lnTo>
                  <a:pt x="484809" y="255460"/>
                </a:lnTo>
                <a:lnTo>
                  <a:pt x="503555" y="239915"/>
                </a:lnTo>
                <a:lnTo>
                  <a:pt x="522719" y="222504"/>
                </a:lnTo>
                <a:lnTo>
                  <a:pt x="522668" y="368808"/>
                </a:lnTo>
                <a:lnTo>
                  <a:pt x="522528" y="379095"/>
                </a:lnTo>
                <a:lnTo>
                  <a:pt x="522097" y="391668"/>
                </a:lnTo>
                <a:lnTo>
                  <a:pt x="521195" y="405384"/>
                </a:lnTo>
                <a:lnTo>
                  <a:pt x="547103" y="391668"/>
                </a:lnTo>
                <a:lnTo>
                  <a:pt x="547103" y="222504"/>
                </a:lnTo>
                <a:lnTo>
                  <a:pt x="547103" y="198120"/>
                </a:lnTo>
                <a:lnTo>
                  <a:pt x="562711" y="179832"/>
                </a:lnTo>
                <a:lnTo>
                  <a:pt x="565391" y="176695"/>
                </a:lnTo>
                <a:lnTo>
                  <a:pt x="583679" y="151257"/>
                </a:lnTo>
                <a:lnTo>
                  <a:pt x="601967" y="121831"/>
                </a:lnTo>
                <a:lnTo>
                  <a:pt x="620255" y="88392"/>
                </a:lnTo>
                <a:lnTo>
                  <a:pt x="839711" y="88392"/>
                </a:lnTo>
                <a:close/>
              </a:path>
              <a:path w="850900" h="410210">
                <a:moveTo>
                  <a:pt x="850379" y="364236"/>
                </a:moveTo>
                <a:lnTo>
                  <a:pt x="815327" y="329184"/>
                </a:lnTo>
                <a:lnTo>
                  <a:pt x="790943" y="353568"/>
                </a:lnTo>
                <a:lnTo>
                  <a:pt x="704075" y="353568"/>
                </a:lnTo>
                <a:lnTo>
                  <a:pt x="704075" y="213360"/>
                </a:lnTo>
                <a:lnTo>
                  <a:pt x="825995" y="213360"/>
                </a:lnTo>
                <a:lnTo>
                  <a:pt x="792467" y="181356"/>
                </a:lnTo>
                <a:lnTo>
                  <a:pt x="771131" y="204216"/>
                </a:lnTo>
                <a:lnTo>
                  <a:pt x="704075" y="204216"/>
                </a:lnTo>
                <a:lnTo>
                  <a:pt x="704075" y="132588"/>
                </a:lnTo>
                <a:lnTo>
                  <a:pt x="717791" y="120396"/>
                </a:lnTo>
                <a:lnTo>
                  <a:pt x="678167" y="102108"/>
                </a:lnTo>
                <a:lnTo>
                  <a:pt x="679056" y="116954"/>
                </a:lnTo>
                <a:lnTo>
                  <a:pt x="679500" y="129349"/>
                </a:lnTo>
                <a:lnTo>
                  <a:pt x="679678" y="139192"/>
                </a:lnTo>
                <a:lnTo>
                  <a:pt x="679691" y="204216"/>
                </a:lnTo>
                <a:lnTo>
                  <a:pt x="579107" y="204216"/>
                </a:lnTo>
                <a:lnTo>
                  <a:pt x="594347" y="219456"/>
                </a:lnTo>
                <a:lnTo>
                  <a:pt x="604659" y="217220"/>
                </a:lnTo>
                <a:lnTo>
                  <a:pt x="615111" y="215265"/>
                </a:lnTo>
                <a:lnTo>
                  <a:pt x="625856" y="213893"/>
                </a:lnTo>
                <a:lnTo>
                  <a:pt x="637019" y="213360"/>
                </a:lnTo>
                <a:lnTo>
                  <a:pt x="679691" y="213360"/>
                </a:lnTo>
                <a:lnTo>
                  <a:pt x="679691" y="353568"/>
                </a:lnTo>
                <a:lnTo>
                  <a:pt x="556247" y="353568"/>
                </a:lnTo>
                <a:lnTo>
                  <a:pt x="571487" y="368808"/>
                </a:lnTo>
                <a:lnTo>
                  <a:pt x="581799" y="366814"/>
                </a:lnTo>
                <a:lnTo>
                  <a:pt x="592251" y="365379"/>
                </a:lnTo>
                <a:lnTo>
                  <a:pt x="602996" y="364528"/>
                </a:lnTo>
                <a:lnTo>
                  <a:pt x="614159" y="364236"/>
                </a:lnTo>
                <a:lnTo>
                  <a:pt x="850379" y="36423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9" name="object 79"/>
          <p:cNvSpPr/>
          <p:nvPr/>
        </p:nvSpPr>
        <p:spPr>
          <a:xfrm>
            <a:off x="7661148" y="3970020"/>
            <a:ext cx="833755" cy="407034"/>
          </a:xfrm>
          <a:custGeom>
            <a:avLst/>
            <a:gdLst/>
            <a:ahLst/>
            <a:cxnLst/>
            <a:rect l="l" t="t" r="r" b="b"/>
            <a:pathLst>
              <a:path w="833754" h="407035">
                <a:moveTo>
                  <a:pt x="396240" y="190500"/>
                </a:moveTo>
                <a:lnTo>
                  <a:pt x="358140" y="152400"/>
                </a:lnTo>
                <a:lnTo>
                  <a:pt x="323088" y="179832"/>
                </a:lnTo>
                <a:lnTo>
                  <a:pt x="0" y="179832"/>
                </a:lnTo>
                <a:lnTo>
                  <a:pt x="15240" y="195072"/>
                </a:lnTo>
                <a:lnTo>
                  <a:pt x="25831" y="193078"/>
                </a:lnTo>
                <a:lnTo>
                  <a:pt x="37147" y="191643"/>
                </a:lnTo>
                <a:lnTo>
                  <a:pt x="49314" y="190792"/>
                </a:lnTo>
                <a:lnTo>
                  <a:pt x="62484" y="190500"/>
                </a:lnTo>
                <a:lnTo>
                  <a:pt x="396240" y="190500"/>
                </a:lnTo>
                <a:close/>
              </a:path>
              <a:path w="833754" h="407035">
                <a:moveTo>
                  <a:pt x="624840" y="140208"/>
                </a:moveTo>
                <a:lnTo>
                  <a:pt x="594360" y="108204"/>
                </a:lnTo>
                <a:lnTo>
                  <a:pt x="574548" y="129540"/>
                </a:lnTo>
                <a:lnTo>
                  <a:pt x="553212" y="129540"/>
                </a:lnTo>
                <a:lnTo>
                  <a:pt x="553212" y="54864"/>
                </a:lnTo>
                <a:lnTo>
                  <a:pt x="553212" y="50292"/>
                </a:lnTo>
                <a:lnTo>
                  <a:pt x="569442" y="48031"/>
                </a:lnTo>
                <a:lnTo>
                  <a:pt x="585978" y="45910"/>
                </a:lnTo>
                <a:lnTo>
                  <a:pt x="602500" y="44081"/>
                </a:lnTo>
                <a:lnTo>
                  <a:pt x="618744" y="42672"/>
                </a:lnTo>
                <a:lnTo>
                  <a:pt x="592836" y="12192"/>
                </a:lnTo>
                <a:lnTo>
                  <a:pt x="549757" y="33629"/>
                </a:lnTo>
                <a:lnTo>
                  <a:pt x="510082" y="44818"/>
                </a:lnTo>
                <a:lnTo>
                  <a:pt x="454152" y="56388"/>
                </a:lnTo>
                <a:lnTo>
                  <a:pt x="454152" y="62484"/>
                </a:lnTo>
                <a:lnTo>
                  <a:pt x="474192" y="61087"/>
                </a:lnTo>
                <a:lnTo>
                  <a:pt x="493395" y="59245"/>
                </a:lnTo>
                <a:lnTo>
                  <a:pt x="530352" y="54864"/>
                </a:lnTo>
                <a:lnTo>
                  <a:pt x="530352" y="129540"/>
                </a:lnTo>
                <a:lnTo>
                  <a:pt x="441960" y="129540"/>
                </a:lnTo>
                <a:lnTo>
                  <a:pt x="457200" y="144780"/>
                </a:lnTo>
                <a:lnTo>
                  <a:pt x="467499" y="142786"/>
                </a:lnTo>
                <a:lnTo>
                  <a:pt x="477964" y="141351"/>
                </a:lnTo>
                <a:lnTo>
                  <a:pt x="488696" y="140500"/>
                </a:lnTo>
                <a:lnTo>
                  <a:pt x="499872" y="140208"/>
                </a:lnTo>
                <a:lnTo>
                  <a:pt x="530352" y="140208"/>
                </a:lnTo>
                <a:lnTo>
                  <a:pt x="517017" y="181165"/>
                </a:lnTo>
                <a:lnTo>
                  <a:pt x="496824" y="225552"/>
                </a:lnTo>
                <a:lnTo>
                  <a:pt x="470725" y="271081"/>
                </a:lnTo>
                <a:lnTo>
                  <a:pt x="438912" y="315468"/>
                </a:lnTo>
                <a:lnTo>
                  <a:pt x="441960" y="320040"/>
                </a:lnTo>
                <a:lnTo>
                  <a:pt x="467982" y="295757"/>
                </a:lnTo>
                <a:lnTo>
                  <a:pt x="491299" y="268605"/>
                </a:lnTo>
                <a:lnTo>
                  <a:pt x="512038" y="238607"/>
                </a:lnTo>
                <a:lnTo>
                  <a:pt x="530352" y="205740"/>
                </a:lnTo>
                <a:lnTo>
                  <a:pt x="530225" y="295757"/>
                </a:lnTo>
                <a:lnTo>
                  <a:pt x="530123" y="320040"/>
                </a:lnTo>
                <a:lnTo>
                  <a:pt x="529704" y="364337"/>
                </a:lnTo>
                <a:lnTo>
                  <a:pt x="528828" y="406908"/>
                </a:lnTo>
                <a:lnTo>
                  <a:pt x="554736" y="394716"/>
                </a:lnTo>
                <a:lnTo>
                  <a:pt x="553847" y="371551"/>
                </a:lnTo>
                <a:lnTo>
                  <a:pt x="553402" y="329374"/>
                </a:lnTo>
                <a:lnTo>
                  <a:pt x="553300" y="295757"/>
                </a:lnTo>
                <a:lnTo>
                  <a:pt x="553212" y="205740"/>
                </a:lnTo>
                <a:lnTo>
                  <a:pt x="553212" y="187452"/>
                </a:lnTo>
                <a:lnTo>
                  <a:pt x="584492" y="221742"/>
                </a:lnTo>
                <a:lnTo>
                  <a:pt x="595884" y="243840"/>
                </a:lnTo>
                <a:lnTo>
                  <a:pt x="598932" y="248412"/>
                </a:lnTo>
                <a:lnTo>
                  <a:pt x="605028" y="248412"/>
                </a:lnTo>
                <a:lnTo>
                  <a:pt x="609600" y="239268"/>
                </a:lnTo>
                <a:lnTo>
                  <a:pt x="612648" y="231648"/>
                </a:lnTo>
                <a:lnTo>
                  <a:pt x="614172" y="225552"/>
                </a:lnTo>
                <a:lnTo>
                  <a:pt x="614172" y="214884"/>
                </a:lnTo>
                <a:lnTo>
                  <a:pt x="574382" y="187452"/>
                </a:lnTo>
                <a:lnTo>
                  <a:pt x="553212" y="179832"/>
                </a:lnTo>
                <a:lnTo>
                  <a:pt x="553212" y="140208"/>
                </a:lnTo>
                <a:lnTo>
                  <a:pt x="624840" y="140208"/>
                </a:lnTo>
                <a:close/>
              </a:path>
              <a:path w="833754" h="407035">
                <a:moveTo>
                  <a:pt x="833628" y="112776"/>
                </a:moveTo>
                <a:lnTo>
                  <a:pt x="831392" y="111252"/>
                </a:lnTo>
                <a:lnTo>
                  <a:pt x="804672" y="92964"/>
                </a:lnTo>
                <a:lnTo>
                  <a:pt x="797052" y="106032"/>
                </a:lnTo>
                <a:lnTo>
                  <a:pt x="797052" y="121920"/>
                </a:lnTo>
                <a:lnTo>
                  <a:pt x="797052" y="231648"/>
                </a:lnTo>
                <a:lnTo>
                  <a:pt x="736092" y="231648"/>
                </a:lnTo>
                <a:lnTo>
                  <a:pt x="736092" y="121920"/>
                </a:lnTo>
                <a:lnTo>
                  <a:pt x="797052" y="121920"/>
                </a:lnTo>
                <a:lnTo>
                  <a:pt x="797052" y="106032"/>
                </a:lnTo>
                <a:lnTo>
                  <a:pt x="794004" y="111252"/>
                </a:lnTo>
                <a:lnTo>
                  <a:pt x="736092" y="111252"/>
                </a:lnTo>
                <a:lnTo>
                  <a:pt x="736092" y="32004"/>
                </a:lnTo>
                <a:lnTo>
                  <a:pt x="751332" y="19812"/>
                </a:lnTo>
                <a:lnTo>
                  <a:pt x="711708" y="0"/>
                </a:lnTo>
                <a:lnTo>
                  <a:pt x="712584" y="17386"/>
                </a:lnTo>
                <a:lnTo>
                  <a:pt x="713041" y="41910"/>
                </a:lnTo>
                <a:lnTo>
                  <a:pt x="713206" y="73304"/>
                </a:lnTo>
                <a:lnTo>
                  <a:pt x="713232" y="111252"/>
                </a:lnTo>
                <a:lnTo>
                  <a:pt x="713232" y="121920"/>
                </a:lnTo>
                <a:lnTo>
                  <a:pt x="713232" y="231648"/>
                </a:lnTo>
                <a:lnTo>
                  <a:pt x="656844" y="231648"/>
                </a:lnTo>
                <a:lnTo>
                  <a:pt x="656844" y="121920"/>
                </a:lnTo>
                <a:lnTo>
                  <a:pt x="713232" y="121920"/>
                </a:lnTo>
                <a:lnTo>
                  <a:pt x="713232" y="111252"/>
                </a:lnTo>
                <a:lnTo>
                  <a:pt x="656844" y="111252"/>
                </a:lnTo>
                <a:lnTo>
                  <a:pt x="633984" y="97536"/>
                </a:lnTo>
                <a:lnTo>
                  <a:pt x="634212" y="112991"/>
                </a:lnTo>
                <a:lnTo>
                  <a:pt x="634746" y="132016"/>
                </a:lnTo>
                <a:lnTo>
                  <a:pt x="635266" y="154762"/>
                </a:lnTo>
                <a:lnTo>
                  <a:pt x="635508" y="181356"/>
                </a:lnTo>
                <a:lnTo>
                  <a:pt x="635266" y="208775"/>
                </a:lnTo>
                <a:lnTo>
                  <a:pt x="634873" y="227253"/>
                </a:lnTo>
                <a:lnTo>
                  <a:pt x="634212" y="256159"/>
                </a:lnTo>
                <a:lnTo>
                  <a:pt x="633984" y="275844"/>
                </a:lnTo>
                <a:lnTo>
                  <a:pt x="656844" y="265176"/>
                </a:lnTo>
                <a:lnTo>
                  <a:pt x="656844" y="242316"/>
                </a:lnTo>
                <a:lnTo>
                  <a:pt x="713232" y="242316"/>
                </a:lnTo>
                <a:lnTo>
                  <a:pt x="713155" y="299999"/>
                </a:lnTo>
                <a:lnTo>
                  <a:pt x="713041" y="332422"/>
                </a:lnTo>
                <a:lnTo>
                  <a:pt x="712584" y="371119"/>
                </a:lnTo>
                <a:lnTo>
                  <a:pt x="711708" y="405384"/>
                </a:lnTo>
                <a:lnTo>
                  <a:pt x="737616" y="394716"/>
                </a:lnTo>
                <a:lnTo>
                  <a:pt x="736727" y="376478"/>
                </a:lnTo>
                <a:lnTo>
                  <a:pt x="736282" y="344805"/>
                </a:lnTo>
                <a:lnTo>
                  <a:pt x="736104" y="299999"/>
                </a:lnTo>
                <a:lnTo>
                  <a:pt x="736092" y="242316"/>
                </a:lnTo>
                <a:lnTo>
                  <a:pt x="797052" y="242316"/>
                </a:lnTo>
                <a:lnTo>
                  <a:pt x="797052" y="266700"/>
                </a:lnTo>
                <a:lnTo>
                  <a:pt x="821436" y="257556"/>
                </a:lnTo>
                <a:lnTo>
                  <a:pt x="820991" y="242316"/>
                </a:lnTo>
                <a:lnTo>
                  <a:pt x="820674" y="231648"/>
                </a:lnTo>
                <a:lnTo>
                  <a:pt x="820547" y="227253"/>
                </a:lnTo>
                <a:lnTo>
                  <a:pt x="820102" y="195643"/>
                </a:lnTo>
                <a:lnTo>
                  <a:pt x="820026" y="181356"/>
                </a:lnTo>
                <a:lnTo>
                  <a:pt x="819912" y="128016"/>
                </a:lnTo>
                <a:lnTo>
                  <a:pt x="825398" y="121920"/>
                </a:lnTo>
                <a:lnTo>
                  <a:pt x="833628" y="11277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0" name="object 80"/>
          <p:cNvSpPr/>
          <p:nvPr/>
        </p:nvSpPr>
        <p:spPr>
          <a:xfrm>
            <a:off x="8551164" y="3970020"/>
            <a:ext cx="405765" cy="407034"/>
          </a:xfrm>
          <a:custGeom>
            <a:avLst/>
            <a:gdLst/>
            <a:ahLst/>
            <a:cxnLst/>
            <a:rect l="l" t="t" r="r" b="b"/>
            <a:pathLst>
              <a:path w="405765" h="407035">
                <a:moveTo>
                  <a:pt x="15240" y="134112"/>
                </a:moveTo>
                <a:lnTo>
                  <a:pt x="12192" y="129540"/>
                </a:lnTo>
                <a:lnTo>
                  <a:pt x="26717" y="114371"/>
                </a:lnTo>
                <a:lnTo>
                  <a:pt x="40386" y="98488"/>
                </a:lnTo>
                <a:lnTo>
                  <a:pt x="52911" y="81748"/>
                </a:lnTo>
                <a:lnTo>
                  <a:pt x="64022" y="63984"/>
                </a:lnTo>
                <a:lnTo>
                  <a:pt x="74604" y="47148"/>
                </a:lnTo>
                <a:lnTo>
                  <a:pt x="83629" y="30861"/>
                </a:lnTo>
                <a:lnTo>
                  <a:pt x="91225" y="15144"/>
                </a:lnTo>
                <a:lnTo>
                  <a:pt x="97536" y="0"/>
                </a:lnTo>
                <a:lnTo>
                  <a:pt x="128016" y="22860"/>
                </a:lnTo>
                <a:lnTo>
                  <a:pt x="98488" y="52768"/>
                </a:lnTo>
                <a:lnTo>
                  <a:pt x="94488" y="57912"/>
                </a:lnTo>
                <a:lnTo>
                  <a:pt x="208330" y="57912"/>
                </a:lnTo>
                <a:lnTo>
                  <a:pt x="217932" y="68580"/>
                </a:lnTo>
                <a:lnTo>
                  <a:pt x="89916" y="68580"/>
                </a:lnTo>
                <a:lnTo>
                  <a:pt x="80775" y="77985"/>
                </a:lnTo>
                <a:lnTo>
                  <a:pt x="73914" y="85153"/>
                </a:lnTo>
                <a:lnTo>
                  <a:pt x="65913" y="93225"/>
                </a:lnTo>
                <a:lnTo>
                  <a:pt x="49101" y="108608"/>
                </a:lnTo>
                <a:lnTo>
                  <a:pt x="38862" y="116776"/>
                </a:lnTo>
                <a:lnTo>
                  <a:pt x="27479" y="125229"/>
                </a:lnTo>
                <a:lnTo>
                  <a:pt x="15240" y="134112"/>
                </a:lnTo>
                <a:close/>
              </a:path>
              <a:path w="405765" h="407035">
                <a:moveTo>
                  <a:pt x="202692" y="108204"/>
                </a:moveTo>
                <a:lnTo>
                  <a:pt x="199644" y="103632"/>
                </a:lnTo>
                <a:lnTo>
                  <a:pt x="209621" y="90797"/>
                </a:lnTo>
                <a:lnTo>
                  <a:pt x="218884" y="77533"/>
                </a:lnTo>
                <a:lnTo>
                  <a:pt x="241863" y="36242"/>
                </a:lnTo>
                <a:lnTo>
                  <a:pt x="254508" y="1524"/>
                </a:lnTo>
                <a:lnTo>
                  <a:pt x="286512" y="24384"/>
                </a:lnTo>
                <a:lnTo>
                  <a:pt x="257841" y="51911"/>
                </a:lnTo>
                <a:lnTo>
                  <a:pt x="252984" y="57912"/>
                </a:lnTo>
                <a:lnTo>
                  <a:pt x="380492" y="57912"/>
                </a:lnTo>
                <a:lnTo>
                  <a:pt x="390144" y="68580"/>
                </a:lnTo>
                <a:lnTo>
                  <a:pt x="248412" y="68580"/>
                </a:lnTo>
                <a:lnTo>
                  <a:pt x="238696" y="77985"/>
                </a:lnTo>
                <a:lnTo>
                  <a:pt x="227838" y="87820"/>
                </a:lnTo>
                <a:lnTo>
                  <a:pt x="215836" y="97940"/>
                </a:lnTo>
                <a:lnTo>
                  <a:pt x="202692" y="108204"/>
                </a:lnTo>
                <a:close/>
              </a:path>
              <a:path w="405765" h="407035">
                <a:moveTo>
                  <a:pt x="380492" y="57912"/>
                </a:moveTo>
                <a:lnTo>
                  <a:pt x="339852" y="57912"/>
                </a:lnTo>
                <a:lnTo>
                  <a:pt x="361188" y="36576"/>
                </a:lnTo>
                <a:lnTo>
                  <a:pt x="380492" y="57912"/>
                </a:lnTo>
                <a:close/>
              </a:path>
              <a:path w="405765" h="407035">
                <a:moveTo>
                  <a:pt x="208330" y="57912"/>
                </a:moveTo>
                <a:lnTo>
                  <a:pt x="172212" y="57912"/>
                </a:lnTo>
                <a:lnTo>
                  <a:pt x="190500" y="38100"/>
                </a:lnTo>
                <a:lnTo>
                  <a:pt x="208330" y="57912"/>
                </a:lnTo>
                <a:close/>
              </a:path>
              <a:path w="405765" h="407035">
                <a:moveTo>
                  <a:pt x="144780" y="128016"/>
                </a:moveTo>
                <a:lnTo>
                  <a:pt x="138684" y="128016"/>
                </a:lnTo>
                <a:lnTo>
                  <a:pt x="135636" y="123444"/>
                </a:lnTo>
                <a:lnTo>
                  <a:pt x="135636" y="117348"/>
                </a:lnTo>
                <a:lnTo>
                  <a:pt x="133350" y="109632"/>
                </a:lnTo>
                <a:lnTo>
                  <a:pt x="112776" y="68580"/>
                </a:lnTo>
                <a:lnTo>
                  <a:pt x="123444" y="68580"/>
                </a:lnTo>
                <a:lnTo>
                  <a:pt x="153924" y="96012"/>
                </a:lnTo>
                <a:lnTo>
                  <a:pt x="156972" y="103632"/>
                </a:lnTo>
                <a:lnTo>
                  <a:pt x="156972" y="117348"/>
                </a:lnTo>
                <a:lnTo>
                  <a:pt x="153924" y="121920"/>
                </a:lnTo>
                <a:lnTo>
                  <a:pt x="150876" y="123444"/>
                </a:lnTo>
                <a:lnTo>
                  <a:pt x="147828" y="126492"/>
                </a:lnTo>
                <a:lnTo>
                  <a:pt x="144780" y="128016"/>
                </a:lnTo>
                <a:close/>
              </a:path>
              <a:path w="405765" h="407035">
                <a:moveTo>
                  <a:pt x="298704" y="131064"/>
                </a:moveTo>
                <a:lnTo>
                  <a:pt x="295655" y="128016"/>
                </a:lnTo>
                <a:lnTo>
                  <a:pt x="295655" y="118872"/>
                </a:lnTo>
                <a:lnTo>
                  <a:pt x="292548" y="109632"/>
                </a:lnTo>
                <a:lnTo>
                  <a:pt x="271272" y="68580"/>
                </a:lnTo>
                <a:lnTo>
                  <a:pt x="278892" y="68580"/>
                </a:lnTo>
                <a:lnTo>
                  <a:pt x="313324" y="94107"/>
                </a:lnTo>
                <a:lnTo>
                  <a:pt x="316658" y="105537"/>
                </a:lnTo>
                <a:lnTo>
                  <a:pt x="315467" y="111252"/>
                </a:lnTo>
                <a:lnTo>
                  <a:pt x="313943" y="118872"/>
                </a:lnTo>
                <a:lnTo>
                  <a:pt x="304800" y="128016"/>
                </a:lnTo>
                <a:lnTo>
                  <a:pt x="298704" y="131064"/>
                </a:lnTo>
                <a:close/>
              </a:path>
              <a:path w="405765" h="407035">
                <a:moveTo>
                  <a:pt x="216408" y="149352"/>
                </a:moveTo>
                <a:lnTo>
                  <a:pt x="193548" y="149352"/>
                </a:lnTo>
                <a:lnTo>
                  <a:pt x="193458" y="134112"/>
                </a:lnTo>
                <a:lnTo>
                  <a:pt x="193360" y="128016"/>
                </a:lnTo>
                <a:lnTo>
                  <a:pt x="192933" y="118872"/>
                </a:lnTo>
                <a:lnTo>
                  <a:pt x="192750" y="116776"/>
                </a:lnTo>
                <a:lnTo>
                  <a:pt x="192024" y="109728"/>
                </a:lnTo>
                <a:lnTo>
                  <a:pt x="228600" y="124968"/>
                </a:lnTo>
                <a:lnTo>
                  <a:pt x="216408" y="137160"/>
                </a:lnTo>
                <a:lnTo>
                  <a:pt x="216408" y="149352"/>
                </a:lnTo>
                <a:close/>
              </a:path>
              <a:path w="405765" h="407035">
                <a:moveTo>
                  <a:pt x="27432" y="166116"/>
                </a:moveTo>
                <a:lnTo>
                  <a:pt x="12192" y="149352"/>
                </a:lnTo>
                <a:lnTo>
                  <a:pt x="335280" y="149352"/>
                </a:lnTo>
                <a:lnTo>
                  <a:pt x="362712" y="123444"/>
                </a:lnTo>
                <a:lnTo>
                  <a:pt x="397764" y="160019"/>
                </a:lnTo>
                <a:lnTo>
                  <a:pt x="68580" y="160019"/>
                </a:lnTo>
                <a:lnTo>
                  <a:pt x="57435" y="160329"/>
                </a:lnTo>
                <a:lnTo>
                  <a:pt x="46863" y="161353"/>
                </a:lnTo>
                <a:lnTo>
                  <a:pt x="36861" y="163234"/>
                </a:lnTo>
                <a:lnTo>
                  <a:pt x="27432" y="166116"/>
                </a:lnTo>
                <a:close/>
              </a:path>
              <a:path w="405765" h="407035">
                <a:moveTo>
                  <a:pt x="216408" y="198119"/>
                </a:moveTo>
                <a:lnTo>
                  <a:pt x="193548" y="198119"/>
                </a:lnTo>
                <a:lnTo>
                  <a:pt x="193548" y="160019"/>
                </a:lnTo>
                <a:lnTo>
                  <a:pt x="216408" y="160019"/>
                </a:lnTo>
                <a:lnTo>
                  <a:pt x="216408" y="198119"/>
                </a:lnTo>
                <a:close/>
              </a:path>
              <a:path w="405765" h="407035">
                <a:moveTo>
                  <a:pt x="342899" y="198119"/>
                </a:moveTo>
                <a:lnTo>
                  <a:pt x="309372" y="198119"/>
                </a:lnTo>
                <a:lnTo>
                  <a:pt x="326136" y="181356"/>
                </a:lnTo>
                <a:lnTo>
                  <a:pt x="342899" y="198119"/>
                </a:lnTo>
                <a:close/>
              </a:path>
              <a:path w="405765" h="407035">
                <a:moveTo>
                  <a:pt x="73152" y="307848"/>
                </a:moveTo>
                <a:lnTo>
                  <a:pt x="73410" y="292369"/>
                </a:lnTo>
                <a:lnTo>
                  <a:pt x="74437" y="262628"/>
                </a:lnTo>
                <a:lnTo>
                  <a:pt x="74606" y="251460"/>
                </a:lnTo>
                <a:lnTo>
                  <a:pt x="74583" y="240792"/>
                </a:lnTo>
                <a:lnTo>
                  <a:pt x="74437" y="231147"/>
                </a:lnTo>
                <a:lnTo>
                  <a:pt x="73390" y="200810"/>
                </a:lnTo>
                <a:lnTo>
                  <a:pt x="73152" y="185928"/>
                </a:lnTo>
                <a:lnTo>
                  <a:pt x="97536" y="198119"/>
                </a:lnTo>
                <a:lnTo>
                  <a:pt x="342899" y="198119"/>
                </a:lnTo>
                <a:lnTo>
                  <a:pt x="348996" y="204216"/>
                </a:lnTo>
                <a:lnTo>
                  <a:pt x="343117" y="208788"/>
                </a:lnTo>
                <a:lnTo>
                  <a:pt x="97536" y="208788"/>
                </a:lnTo>
                <a:lnTo>
                  <a:pt x="97536" y="297180"/>
                </a:lnTo>
                <a:lnTo>
                  <a:pt x="73152" y="307848"/>
                </a:lnTo>
                <a:close/>
              </a:path>
              <a:path w="405765" h="407035">
                <a:moveTo>
                  <a:pt x="1524" y="399287"/>
                </a:moveTo>
                <a:lnTo>
                  <a:pt x="0" y="391668"/>
                </a:lnTo>
                <a:lnTo>
                  <a:pt x="29122" y="376499"/>
                </a:lnTo>
                <a:lnTo>
                  <a:pt x="56959" y="360616"/>
                </a:lnTo>
                <a:lnTo>
                  <a:pt x="108204" y="326136"/>
                </a:lnTo>
                <a:lnTo>
                  <a:pt x="154305" y="286321"/>
                </a:lnTo>
                <a:lnTo>
                  <a:pt x="193548" y="240792"/>
                </a:lnTo>
                <a:lnTo>
                  <a:pt x="193548" y="208788"/>
                </a:lnTo>
                <a:lnTo>
                  <a:pt x="216408" y="208788"/>
                </a:lnTo>
                <a:lnTo>
                  <a:pt x="216408" y="251460"/>
                </a:lnTo>
                <a:lnTo>
                  <a:pt x="228342" y="265176"/>
                </a:lnTo>
                <a:lnTo>
                  <a:pt x="216408" y="265176"/>
                </a:lnTo>
                <a:lnTo>
                  <a:pt x="216408" y="275843"/>
                </a:lnTo>
                <a:lnTo>
                  <a:pt x="193548" y="275843"/>
                </a:lnTo>
                <a:lnTo>
                  <a:pt x="174378" y="294965"/>
                </a:lnTo>
                <a:lnTo>
                  <a:pt x="130325" y="330922"/>
                </a:lnTo>
                <a:lnTo>
                  <a:pt x="79105" y="362640"/>
                </a:lnTo>
                <a:lnTo>
                  <a:pt x="27574" y="388405"/>
                </a:lnTo>
                <a:lnTo>
                  <a:pt x="1524" y="399287"/>
                </a:lnTo>
                <a:close/>
              </a:path>
              <a:path w="405765" h="407035">
                <a:moveTo>
                  <a:pt x="335280" y="271272"/>
                </a:moveTo>
                <a:lnTo>
                  <a:pt x="304800" y="271272"/>
                </a:lnTo>
                <a:lnTo>
                  <a:pt x="309372" y="269748"/>
                </a:lnTo>
                <a:lnTo>
                  <a:pt x="312419" y="265176"/>
                </a:lnTo>
                <a:lnTo>
                  <a:pt x="312419" y="208788"/>
                </a:lnTo>
                <a:lnTo>
                  <a:pt x="343117" y="208788"/>
                </a:lnTo>
                <a:lnTo>
                  <a:pt x="335280" y="214883"/>
                </a:lnTo>
                <a:lnTo>
                  <a:pt x="335280" y="271272"/>
                </a:lnTo>
                <a:close/>
              </a:path>
              <a:path w="405765" h="407035">
                <a:moveTo>
                  <a:pt x="370332" y="388620"/>
                </a:moveTo>
                <a:lnTo>
                  <a:pt x="330469" y="370403"/>
                </a:lnTo>
                <a:lnTo>
                  <a:pt x="292036" y="345567"/>
                </a:lnTo>
                <a:lnTo>
                  <a:pt x="256270" y="314467"/>
                </a:lnTo>
                <a:lnTo>
                  <a:pt x="230076" y="283702"/>
                </a:lnTo>
                <a:lnTo>
                  <a:pt x="216408" y="265176"/>
                </a:lnTo>
                <a:lnTo>
                  <a:pt x="228342" y="265176"/>
                </a:lnTo>
                <a:lnTo>
                  <a:pt x="233314" y="270891"/>
                </a:lnTo>
                <a:lnTo>
                  <a:pt x="249936" y="288036"/>
                </a:lnTo>
                <a:lnTo>
                  <a:pt x="283464" y="315467"/>
                </a:lnTo>
                <a:lnTo>
                  <a:pt x="328898" y="340756"/>
                </a:lnTo>
                <a:lnTo>
                  <a:pt x="371856" y="353758"/>
                </a:lnTo>
                <a:lnTo>
                  <a:pt x="405384" y="358139"/>
                </a:lnTo>
                <a:lnTo>
                  <a:pt x="405384" y="364236"/>
                </a:lnTo>
                <a:lnTo>
                  <a:pt x="391977" y="368260"/>
                </a:lnTo>
                <a:lnTo>
                  <a:pt x="381571" y="373570"/>
                </a:lnTo>
                <a:lnTo>
                  <a:pt x="374308" y="380309"/>
                </a:lnTo>
                <a:lnTo>
                  <a:pt x="370332" y="388620"/>
                </a:lnTo>
                <a:close/>
              </a:path>
              <a:path w="405765" h="407035">
                <a:moveTo>
                  <a:pt x="304800" y="304800"/>
                </a:moveTo>
                <a:lnTo>
                  <a:pt x="298537" y="294227"/>
                </a:lnTo>
                <a:lnTo>
                  <a:pt x="288988" y="285369"/>
                </a:lnTo>
                <a:lnTo>
                  <a:pt x="276296" y="278225"/>
                </a:lnTo>
                <a:lnTo>
                  <a:pt x="260604" y="272795"/>
                </a:lnTo>
                <a:lnTo>
                  <a:pt x="260604" y="266700"/>
                </a:lnTo>
                <a:lnTo>
                  <a:pt x="288036" y="269486"/>
                </a:lnTo>
                <a:lnTo>
                  <a:pt x="292608" y="269748"/>
                </a:lnTo>
                <a:lnTo>
                  <a:pt x="297179" y="271272"/>
                </a:lnTo>
                <a:lnTo>
                  <a:pt x="335280" y="271272"/>
                </a:lnTo>
                <a:lnTo>
                  <a:pt x="335280" y="274319"/>
                </a:lnTo>
                <a:lnTo>
                  <a:pt x="333756" y="283464"/>
                </a:lnTo>
                <a:lnTo>
                  <a:pt x="329184" y="288036"/>
                </a:lnTo>
                <a:lnTo>
                  <a:pt x="326016" y="292369"/>
                </a:lnTo>
                <a:lnTo>
                  <a:pt x="320992" y="296418"/>
                </a:lnTo>
                <a:lnTo>
                  <a:pt x="313967" y="300466"/>
                </a:lnTo>
                <a:lnTo>
                  <a:pt x="304800" y="304800"/>
                </a:lnTo>
                <a:close/>
              </a:path>
              <a:path w="405765" h="407035">
                <a:moveTo>
                  <a:pt x="192024" y="406908"/>
                </a:moveTo>
                <a:lnTo>
                  <a:pt x="192905" y="384619"/>
                </a:lnTo>
                <a:lnTo>
                  <a:pt x="193336" y="366641"/>
                </a:lnTo>
                <a:lnTo>
                  <a:pt x="193439" y="358139"/>
                </a:lnTo>
                <a:lnTo>
                  <a:pt x="193548" y="275843"/>
                </a:lnTo>
                <a:lnTo>
                  <a:pt x="216408" y="275843"/>
                </a:lnTo>
                <a:lnTo>
                  <a:pt x="216503" y="360616"/>
                </a:lnTo>
                <a:lnTo>
                  <a:pt x="216625" y="365760"/>
                </a:lnTo>
                <a:lnTo>
                  <a:pt x="216735" y="368260"/>
                </a:lnTo>
                <a:lnTo>
                  <a:pt x="217693" y="385548"/>
                </a:lnTo>
                <a:lnTo>
                  <a:pt x="217932" y="394716"/>
                </a:lnTo>
                <a:lnTo>
                  <a:pt x="192024" y="40690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1" name="object 81"/>
          <p:cNvSpPr/>
          <p:nvPr/>
        </p:nvSpPr>
        <p:spPr>
          <a:xfrm>
            <a:off x="9011399" y="3970020"/>
            <a:ext cx="829310" cy="405765"/>
          </a:xfrm>
          <a:custGeom>
            <a:avLst/>
            <a:gdLst/>
            <a:ahLst/>
            <a:cxnLst/>
            <a:rect l="l" t="t" r="r" b="b"/>
            <a:pathLst>
              <a:path w="829309" h="405764">
                <a:moveTo>
                  <a:pt x="147828" y="74676"/>
                </a:moveTo>
                <a:lnTo>
                  <a:pt x="142201" y="70104"/>
                </a:lnTo>
                <a:lnTo>
                  <a:pt x="123444" y="54864"/>
                </a:lnTo>
                <a:lnTo>
                  <a:pt x="112776" y="68199"/>
                </a:lnTo>
                <a:lnTo>
                  <a:pt x="112776" y="80772"/>
                </a:lnTo>
                <a:lnTo>
                  <a:pt x="112776" y="182880"/>
                </a:lnTo>
                <a:lnTo>
                  <a:pt x="112776" y="193548"/>
                </a:lnTo>
                <a:lnTo>
                  <a:pt x="112776" y="301752"/>
                </a:lnTo>
                <a:lnTo>
                  <a:pt x="77724" y="301752"/>
                </a:lnTo>
                <a:lnTo>
                  <a:pt x="77724" y="193548"/>
                </a:lnTo>
                <a:lnTo>
                  <a:pt x="112776" y="193548"/>
                </a:lnTo>
                <a:lnTo>
                  <a:pt x="112776" y="182880"/>
                </a:lnTo>
                <a:lnTo>
                  <a:pt x="77724" y="182880"/>
                </a:lnTo>
                <a:lnTo>
                  <a:pt x="77724" y="80772"/>
                </a:lnTo>
                <a:lnTo>
                  <a:pt x="112776" y="80772"/>
                </a:lnTo>
                <a:lnTo>
                  <a:pt x="112776" y="68199"/>
                </a:lnTo>
                <a:lnTo>
                  <a:pt x="111252" y="70104"/>
                </a:lnTo>
                <a:lnTo>
                  <a:pt x="57912" y="70104"/>
                </a:lnTo>
                <a:lnTo>
                  <a:pt x="57912" y="80772"/>
                </a:lnTo>
                <a:lnTo>
                  <a:pt x="57912" y="182880"/>
                </a:lnTo>
                <a:lnTo>
                  <a:pt x="57912" y="193548"/>
                </a:lnTo>
                <a:lnTo>
                  <a:pt x="57912" y="301752"/>
                </a:lnTo>
                <a:lnTo>
                  <a:pt x="22860" y="301752"/>
                </a:lnTo>
                <a:lnTo>
                  <a:pt x="22860" y="193548"/>
                </a:lnTo>
                <a:lnTo>
                  <a:pt x="57912" y="193548"/>
                </a:lnTo>
                <a:lnTo>
                  <a:pt x="57912" y="182880"/>
                </a:lnTo>
                <a:lnTo>
                  <a:pt x="22860" y="182880"/>
                </a:lnTo>
                <a:lnTo>
                  <a:pt x="22860" y="80772"/>
                </a:lnTo>
                <a:lnTo>
                  <a:pt x="57912" y="80772"/>
                </a:lnTo>
                <a:lnTo>
                  <a:pt x="57912" y="70104"/>
                </a:lnTo>
                <a:lnTo>
                  <a:pt x="22860" y="70104"/>
                </a:lnTo>
                <a:lnTo>
                  <a:pt x="0" y="54864"/>
                </a:lnTo>
                <a:lnTo>
                  <a:pt x="889" y="86296"/>
                </a:lnTo>
                <a:lnTo>
                  <a:pt x="1282" y="116776"/>
                </a:lnTo>
                <a:lnTo>
                  <a:pt x="1409" y="136931"/>
                </a:lnTo>
                <a:lnTo>
                  <a:pt x="1333" y="282321"/>
                </a:lnTo>
                <a:lnTo>
                  <a:pt x="889" y="318617"/>
                </a:lnTo>
                <a:lnTo>
                  <a:pt x="0" y="352044"/>
                </a:lnTo>
                <a:lnTo>
                  <a:pt x="22860" y="341376"/>
                </a:lnTo>
                <a:lnTo>
                  <a:pt x="22860" y="312420"/>
                </a:lnTo>
                <a:lnTo>
                  <a:pt x="112776" y="312420"/>
                </a:lnTo>
                <a:lnTo>
                  <a:pt x="112776" y="335280"/>
                </a:lnTo>
                <a:lnTo>
                  <a:pt x="135636" y="329184"/>
                </a:lnTo>
                <a:lnTo>
                  <a:pt x="134810" y="312420"/>
                </a:lnTo>
                <a:lnTo>
                  <a:pt x="134759" y="311429"/>
                </a:lnTo>
                <a:lnTo>
                  <a:pt x="134531" y="301752"/>
                </a:lnTo>
                <a:lnTo>
                  <a:pt x="134302" y="292227"/>
                </a:lnTo>
                <a:lnTo>
                  <a:pt x="134226" y="282321"/>
                </a:lnTo>
                <a:lnTo>
                  <a:pt x="134112" y="193548"/>
                </a:lnTo>
                <a:lnTo>
                  <a:pt x="134112" y="182880"/>
                </a:lnTo>
                <a:lnTo>
                  <a:pt x="134112" y="86868"/>
                </a:lnTo>
                <a:lnTo>
                  <a:pt x="140970" y="80772"/>
                </a:lnTo>
                <a:lnTo>
                  <a:pt x="147828" y="74676"/>
                </a:lnTo>
                <a:close/>
              </a:path>
              <a:path w="829309" h="405764">
                <a:moveTo>
                  <a:pt x="390144" y="220980"/>
                </a:moveTo>
                <a:lnTo>
                  <a:pt x="355523" y="213029"/>
                </a:lnTo>
                <a:lnTo>
                  <a:pt x="324612" y="200787"/>
                </a:lnTo>
                <a:lnTo>
                  <a:pt x="297141" y="184556"/>
                </a:lnTo>
                <a:lnTo>
                  <a:pt x="291388" y="179832"/>
                </a:lnTo>
                <a:lnTo>
                  <a:pt x="272796" y="164592"/>
                </a:lnTo>
                <a:lnTo>
                  <a:pt x="284226" y="149999"/>
                </a:lnTo>
                <a:lnTo>
                  <a:pt x="285813" y="147828"/>
                </a:lnTo>
                <a:lnTo>
                  <a:pt x="297942" y="131254"/>
                </a:lnTo>
                <a:lnTo>
                  <a:pt x="313944" y="108229"/>
                </a:lnTo>
                <a:lnTo>
                  <a:pt x="332232" y="80772"/>
                </a:lnTo>
                <a:lnTo>
                  <a:pt x="348996" y="71628"/>
                </a:lnTo>
                <a:lnTo>
                  <a:pt x="337705" y="60960"/>
                </a:lnTo>
                <a:lnTo>
                  <a:pt x="321564" y="45720"/>
                </a:lnTo>
                <a:lnTo>
                  <a:pt x="307848" y="60960"/>
                </a:lnTo>
                <a:lnTo>
                  <a:pt x="307848" y="71628"/>
                </a:lnTo>
                <a:lnTo>
                  <a:pt x="297256" y="91897"/>
                </a:lnTo>
                <a:lnTo>
                  <a:pt x="285940" y="111442"/>
                </a:lnTo>
                <a:lnTo>
                  <a:pt x="273773" y="130136"/>
                </a:lnTo>
                <a:lnTo>
                  <a:pt x="260604" y="147828"/>
                </a:lnTo>
                <a:lnTo>
                  <a:pt x="247484" y="131851"/>
                </a:lnTo>
                <a:lnTo>
                  <a:pt x="235648" y="113728"/>
                </a:lnTo>
                <a:lnTo>
                  <a:pt x="225247" y="93611"/>
                </a:lnTo>
                <a:lnTo>
                  <a:pt x="217639" y="74676"/>
                </a:lnTo>
                <a:lnTo>
                  <a:pt x="216408" y="71628"/>
                </a:lnTo>
                <a:lnTo>
                  <a:pt x="307848" y="71628"/>
                </a:lnTo>
                <a:lnTo>
                  <a:pt x="307848" y="60960"/>
                </a:lnTo>
                <a:lnTo>
                  <a:pt x="216408" y="60960"/>
                </a:lnTo>
                <a:lnTo>
                  <a:pt x="231648" y="27432"/>
                </a:lnTo>
                <a:lnTo>
                  <a:pt x="246888" y="19812"/>
                </a:lnTo>
                <a:lnTo>
                  <a:pt x="210312" y="0"/>
                </a:lnTo>
                <a:lnTo>
                  <a:pt x="205435" y="18846"/>
                </a:lnTo>
                <a:lnTo>
                  <a:pt x="199834" y="38671"/>
                </a:lnTo>
                <a:lnTo>
                  <a:pt x="185928" y="80772"/>
                </a:lnTo>
                <a:lnTo>
                  <a:pt x="168211" y="120015"/>
                </a:lnTo>
                <a:lnTo>
                  <a:pt x="149352" y="152400"/>
                </a:lnTo>
                <a:lnTo>
                  <a:pt x="155448" y="155448"/>
                </a:lnTo>
                <a:lnTo>
                  <a:pt x="170878" y="136613"/>
                </a:lnTo>
                <a:lnTo>
                  <a:pt x="185166" y="116776"/>
                </a:lnTo>
                <a:lnTo>
                  <a:pt x="198310" y="96088"/>
                </a:lnTo>
                <a:lnTo>
                  <a:pt x="210312" y="74676"/>
                </a:lnTo>
                <a:lnTo>
                  <a:pt x="216916" y="96659"/>
                </a:lnTo>
                <a:lnTo>
                  <a:pt x="225361" y="119062"/>
                </a:lnTo>
                <a:lnTo>
                  <a:pt x="235826" y="141757"/>
                </a:lnTo>
                <a:lnTo>
                  <a:pt x="248412" y="164592"/>
                </a:lnTo>
                <a:lnTo>
                  <a:pt x="224370" y="190271"/>
                </a:lnTo>
                <a:lnTo>
                  <a:pt x="197739" y="214503"/>
                </a:lnTo>
                <a:lnTo>
                  <a:pt x="168262" y="237032"/>
                </a:lnTo>
                <a:lnTo>
                  <a:pt x="135636" y="257556"/>
                </a:lnTo>
                <a:lnTo>
                  <a:pt x="137160" y="263652"/>
                </a:lnTo>
                <a:lnTo>
                  <a:pt x="176784" y="245364"/>
                </a:lnTo>
                <a:lnTo>
                  <a:pt x="176695" y="318617"/>
                </a:lnTo>
                <a:lnTo>
                  <a:pt x="176593" y="344805"/>
                </a:lnTo>
                <a:lnTo>
                  <a:pt x="176149" y="379958"/>
                </a:lnTo>
                <a:lnTo>
                  <a:pt x="175260" y="405384"/>
                </a:lnTo>
                <a:lnTo>
                  <a:pt x="199644" y="396240"/>
                </a:lnTo>
                <a:lnTo>
                  <a:pt x="199644" y="374904"/>
                </a:lnTo>
                <a:lnTo>
                  <a:pt x="312420" y="374904"/>
                </a:lnTo>
                <a:lnTo>
                  <a:pt x="312420" y="400812"/>
                </a:lnTo>
                <a:lnTo>
                  <a:pt x="336804" y="391668"/>
                </a:lnTo>
                <a:lnTo>
                  <a:pt x="336613" y="374904"/>
                </a:lnTo>
                <a:lnTo>
                  <a:pt x="336575" y="371386"/>
                </a:lnTo>
                <a:lnTo>
                  <a:pt x="336435" y="364236"/>
                </a:lnTo>
                <a:lnTo>
                  <a:pt x="336042" y="344805"/>
                </a:lnTo>
                <a:lnTo>
                  <a:pt x="335521" y="311950"/>
                </a:lnTo>
                <a:lnTo>
                  <a:pt x="335280" y="272796"/>
                </a:lnTo>
                <a:lnTo>
                  <a:pt x="341376" y="268224"/>
                </a:lnTo>
                <a:lnTo>
                  <a:pt x="347472" y="263652"/>
                </a:lnTo>
                <a:lnTo>
                  <a:pt x="340080" y="257556"/>
                </a:lnTo>
                <a:lnTo>
                  <a:pt x="321564" y="242316"/>
                </a:lnTo>
                <a:lnTo>
                  <a:pt x="312420" y="253746"/>
                </a:lnTo>
                <a:lnTo>
                  <a:pt x="312420" y="268224"/>
                </a:lnTo>
                <a:lnTo>
                  <a:pt x="312420" y="364236"/>
                </a:lnTo>
                <a:lnTo>
                  <a:pt x="199644" y="364236"/>
                </a:lnTo>
                <a:lnTo>
                  <a:pt x="199644" y="268224"/>
                </a:lnTo>
                <a:lnTo>
                  <a:pt x="312420" y="268224"/>
                </a:lnTo>
                <a:lnTo>
                  <a:pt x="312420" y="253746"/>
                </a:lnTo>
                <a:lnTo>
                  <a:pt x="309372" y="257556"/>
                </a:lnTo>
                <a:lnTo>
                  <a:pt x="199644" y="257556"/>
                </a:lnTo>
                <a:lnTo>
                  <a:pt x="186232" y="245364"/>
                </a:lnTo>
                <a:lnTo>
                  <a:pt x="182880" y="242316"/>
                </a:lnTo>
                <a:lnTo>
                  <a:pt x="202311" y="229768"/>
                </a:lnTo>
                <a:lnTo>
                  <a:pt x="221742" y="215074"/>
                </a:lnTo>
                <a:lnTo>
                  <a:pt x="241173" y="198386"/>
                </a:lnTo>
                <a:lnTo>
                  <a:pt x="260604" y="179832"/>
                </a:lnTo>
                <a:lnTo>
                  <a:pt x="281444" y="200406"/>
                </a:lnTo>
                <a:lnTo>
                  <a:pt x="304990" y="218694"/>
                </a:lnTo>
                <a:lnTo>
                  <a:pt x="331114" y="234696"/>
                </a:lnTo>
                <a:lnTo>
                  <a:pt x="359664" y="248412"/>
                </a:lnTo>
                <a:lnTo>
                  <a:pt x="363143" y="240157"/>
                </a:lnTo>
                <a:lnTo>
                  <a:pt x="369189" y="233743"/>
                </a:lnTo>
                <a:lnTo>
                  <a:pt x="378104" y="229349"/>
                </a:lnTo>
                <a:lnTo>
                  <a:pt x="390144" y="227076"/>
                </a:lnTo>
                <a:lnTo>
                  <a:pt x="390144" y="220980"/>
                </a:lnTo>
                <a:close/>
              </a:path>
              <a:path w="829309" h="405764">
                <a:moveTo>
                  <a:pt x="819912" y="260604"/>
                </a:moveTo>
                <a:lnTo>
                  <a:pt x="795743" y="221488"/>
                </a:lnTo>
                <a:lnTo>
                  <a:pt x="734644" y="176390"/>
                </a:lnTo>
                <a:lnTo>
                  <a:pt x="685800" y="143256"/>
                </a:lnTo>
                <a:lnTo>
                  <a:pt x="679704" y="147828"/>
                </a:lnTo>
                <a:lnTo>
                  <a:pt x="717994" y="183007"/>
                </a:lnTo>
                <a:lnTo>
                  <a:pt x="748284" y="213169"/>
                </a:lnTo>
                <a:lnTo>
                  <a:pt x="770572" y="238493"/>
                </a:lnTo>
                <a:lnTo>
                  <a:pt x="784860" y="259080"/>
                </a:lnTo>
                <a:lnTo>
                  <a:pt x="791171" y="271322"/>
                </a:lnTo>
                <a:lnTo>
                  <a:pt x="796480" y="280416"/>
                </a:lnTo>
                <a:lnTo>
                  <a:pt x="800938" y="286092"/>
                </a:lnTo>
                <a:lnTo>
                  <a:pt x="804672" y="288036"/>
                </a:lnTo>
                <a:lnTo>
                  <a:pt x="807720" y="288036"/>
                </a:lnTo>
                <a:lnTo>
                  <a:pt x="810768" y="283464"/>
                </a:lnTo>
                <a:lnTo>
                  <a:pt x="819912" y="265176"/>
                </a:lnTo>
                <a:lnTo>
                  <a:pt x="819912" y="260604"/>
                </a:lnTo>
                <a:close/>
              </a:path>
              <a:path w="829309" h="405764">
                <a:moveTo>
                  <a:pt x="829056" y="44196"/>
                </a:moveTo>
                <a:lnTo>
                  <a:pt x="792480" y="7620"/>
                </a:lnTo>
                <a:lnTo>
                  <a:pt x="766572" y="33528"/>
                </a:lnTo>
                <a:lnTo>
                  <a:pt x="435864" y="33528"/>
                </a:lnTo>
                <a:lnTo>
                  <a:pt x="452628" y="48768"/>
                </a:lnTo>
                <a:lnTo>
                  <a:pt x="462064" y="46774"/>
                </a:lnTo>
                <a:lnTo>
                  <a:pt x="472059" y="45339"/>
                </a:lnTo>
                <a:lnTo>
                  <a:pt x="482638" y="44488"/>
                </a:lnTo>
                <a:lnTo>
                  <a:pt x="493776" y="44196"/>
                </a:lnTo>
                <a:lnTo>
                  <a:pt x="629412" y="44196"/>
                </a:lnTo>
                <a:lnTo>
                  <a:pt x="612013" y="85305"/>
                </a:lnTo>
                <a:lnTo>
                  <a:pt x="591883" y="123825"/>
                </a:lnTo>
                <a:lnTo>
                  <a:pt x="569201" y="159499"/>
                </a:lnTo>
                <a:lnTo>
                  <a:pt x="544068" y="192024"/>
                </a:lnTo>
                <a:lnTo>
                  <a:pt x="516623" y="222605"/>
                </a:lnTo>
                <a:lnTo>
                  <a:pt x="489013" y="250317"/>
                </a:lnTo>
                <a:lnTo>
                  <a:pt x="432816" y="297180"/>
                </a:lnTo>
                <a:lnTo>
                  <a:pt x="435864" y="304800"/>
                </a:lnTo>
                <a:lnTo>
                  <a:pt x="479018" y="277393"/>
                </a:lnTo>
                <a:lnTo>
                  <a:pt x="518795" y="246481"/>
                </a:lnTo>
                <a:lnTo>
                  <a:pt x="555142" y="212191"/>
                </a:lnTo>
                <a:lnTo>
                  <a:pt x="587971" y="174688"/>
                </a:lnTo>
                <a:lnTo>
                  <a:pt x="617220" y="134112"/>
                </a:lnTo>
                <a:lnTo>
                  <a:pt x="617207" y="313182"/>
                </a:lnTo>
                <a:lnTo>
                  <a:pt x="617029" y="340614"/>
                </a:lnTo>
                <a:lnTo>
                  <a:pt x="616585" y="370332"/>
                </a:lnTo>
                <a:lnTo>
                  <a:pt x="615696" y="402336"/>
                </a:lnTo>
                <a:lnTo>
                  <a:pt x="644652" y="390144"/>
                </a:lnTo>
                <a:lnTo>
                  <a:pt x="644423" y="374738"/>
                </a:lnTo>
                <a:lnTo>
                  <a:pt x="643890" y="356044"/>
                </a:lnTo>
                <a:lnTo>
                  <a:pt x="643369" y="334213"/>
                </a:lnTo>
                <a:lnTo>
                  <a:pt x="643166" y="313182"/>
                </a:lnTo>
                <a:lnTo>
                  <a:pt x="643128" y="143256"/>
                </a:lnTo>
                <a:lnTo>
                  <a:pt x="655701" y="134112"/>
                </a:lnTo>
                <a:lnTo>
                  <a:pt x="659892" y="131064"/>
                </a:lnTo>
                <a:lnTo>
                  <a:pt x="629412" y="112776"/>
                </a:lnTo>
                <a:lnTo>
                  <a:pt x="639178" y="93916"/>
                </a:lnTo>
                <a:lnTo>
                  <a:pt x="656424" y="59626"/>
                </a:lnTo>
                <a:lnTo>
                  <a:pt x="664464" y="44196"/>
                </a:lnTo>
                <a:lnTo>
                  <a:pt x="829056" y="4419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2" name="object 82"/>
          <p:cNvSpPr/>
          <p:nvPr/>
        </p:nvSpPr>
        <p:spPr>
          <a:xfrm>
            <a:off x="2133600" y="4501895"/>
            <a:ext cx="393700" cy="413384"/>
          </a:xfrm>
          <a:custGeom>
            <a:avLst/>
            <a:gdLst/>
            <a:ahLst/>
            <a:cxnLst/>
            <a:rect l="l" t="t" r="r" b="b"/>
            <a:pathLst>
              <a:path w="393700" h="413385">
                <a:moveTo>
                  <a:pt x="7620" y="126492"/>
                </a:moveTo>
                <a:lnTo>
                  <a:pt x="4571" y="120396"/>
                </a:lnTo>
                <a:lnTo>
                  <a:pt x="15716" y="107275"/>
                </a:lnTo>
                <a:lnTo>
                  <a:pt x="26289" y="93154"/>
                </a:lnTo>
                <a:lnTo>
                  <a:pt x="54530" y="47363"/>
                </a:lnTo>
                <a:lnTo>
                  <a:pt x="74676" y="0"/>
                </a:lnTo>
                <a:lnTo>
                  <a:pt x="108204" y="22860"/>
                </a:lnTo>
                <a:lnTo>
                  <a:pt x="92964" y="32004"/>
                </a:lnTo>
                <a:lnTo>
                  <a:pt x="74676" y="56388"/>
                </a:lnTo>
                <a:lnTo>
                  <a:pt x="188574" y="56388"/>
                </a:lnTo>
                <a:lnTo>
                  <a:pt x="198120" y="67056"/>
                </a:lnTo>
                <a:lnTo>
                  <a:pt x="68580" y="67056"/>
                </a:lnTo>
                <a:lnTo>
                  <a:pt x="56268" y="81057"/>
                </a:lnTo>
                <a:lnTo>
                  <a:pt x="42100" y="95631"/>
                </a:lnTo>
                <a:lnTo>
                  <a:pt x="25931" y="110775"/>
                </a:lnTo>
                <a:lnTo>
                  <a:pt x="7620" y="126492"/>
                </a:lnTo>
                <a:close/>
              </a:path>
              <a:path w="393700" h="413385">
                <a:moveTo>
                  <a:pt x="199644" y="96012"/>
                </a:moveTo>
                <a:lnTo>
                  <a:pt x="195072" y="92964"/>
                </a:lnTo>
                <a:lnTo>
                  <a:pt x="205668" y="79533"/>
                </a:lnTo>
                <a:lnTo>
                  <a:pt x="214693" y="66675"/>
                </a:lnTo>
                <a:lnTo>
                  <a:pt x="234005" y="31527"/>
                </a:lnTo>
                <a:lnTo>
                  <a:pt x="245364" y="1524"/>
                </a:lnTo>
                <a:lnTo>
                  <a:pt x="277368" y="24384"/>
                </a:lnTo>
                <a:lnTo>
                  <a:pt x="260604" y="33528"/>
                </a:lnTo>
                <a:lnTo>
                  <a:pt x="243840" y="56388"/>
                </a:lnTo>
                <a:lnTo>
                  <a:pt x="374446" y="56388"/>
                </a:lnTo>
                <a:lnTo>
                  <a:pt x="384048" y="67056"/>
                </a:lnTo>
                <a:lnTo>
                  <a:pt x="236220" y="67056"/>
                </a:lnTo>
                <a:lnTo>
                  <a:pt x="227076" y="74795"/>
                </a:lnTo>
                <a:lnTo>
                  <a:pt x="217932" y="82105"/>
                </a:lnTo>
                <a:lnTo>
                  <a:pt x="208788" y="89130"/>
                </a:lnTo>
                <a:lnTo>
                  <a:pt x="199644" y="96012"/>
                </a:lnTo>
                <a:close/>
              </a:path>
              <a:path w="393700" h="413385">
                <a:moveTo>
                  <a:pt x="374446" y="56388"/>
                </a:moveTo>
                <a:lnTo>
                  <a:pt x="338328" y="56388"/>
                </a:lnTo>
                <a:lnTo>
                  <a:pt x="356616" y="36576"/>
                </a:lnTo>
                <a:lnTo>
                  <a:pt x="374446" y="56388"/>
                </a:lnTo>
                <a:close/>
              </a:path>
              <a:path w="393700" h="413385">
                <a:moveTo>
                  <a:pt x="188574" y="56388"/>
                </a:moveTo>
                <a:lnTo>
                  <a:pt x="155448" y="56388"/>
                </a:lnTo>
                <a:lnTo>
                  <a:pt x="172212" y="38100"/>
                </a:lnTo>
                <a:lnTo>
                  <a:pt x="188574" y="56388"/>
                </a:lnTo>
                <a:close/>
              </a:path>
              <a:path w="393700" h="413385">
                <a:moveTo>
                  <a:pt x="115824" y="124968"/>
                </a:moveTo>
                <a:lnTo>
                  <a:pt x="112776" y="121920"/>
                </a:lnTo>
                <a:lnTo>
                  <a:pt x="111252" y="115824"/>
                </a:lnTo>
                <a:lnTo>
                  <a:pt x="109839" y="109728"/>
                </a:lnTo>
                <a:lnTo>
                  <a:pt x="108204" y="103441"/>
                </a:lnTo>
                <a:lnTo>
                  <a:pt x="106537" y="96750"/>
                </a:lnTo>
                <a:lnTo>
                  <a:pt x="105156" y="89916"/>
                </a:lnTo>
                <a:lnTo>
                  <a:pt x="102108" y="79248"/>
                </a:lnTo>
                <a:lnTo>
                  <a:pt x="99060" y="71628"/>
                </a:lnTo>
                <a:lnTo>
                  <a:pt x="94488" y="67056"/>
                </a:lnTo>
                <a:lnTo>
                  <a:pt x="103632" y="67056"/>
                </a:lnTo>
                <a:lnTo>
                  <a:pt x="131064" y="94488"/>
                </a:lnTo>
                <a:lnTo>
                  <a:pt x="132588" y="100584"/>
                </a:lnTo>
                <a:lnTo>
                  <a:pt x="132588" y="108204"/>
                </a:lnTo>
                <a:lnTo>
                  <a:pt x="131064" y="111252"/>
                </a:lnTo>
                <a:lnTo>
                  <a:pt x="129540" y="115824"/>
                </a:lnTo>
                <a:lnTo>
                  <a:pt x="128016" y="118872"/>
                </a:lnTo>
                <a:lnTo>
                  <a:pt x="124968" y="121920"/>
                </a:lnTo>
                <a:lnTo>
                  <a:pt x="115824" y="124968"/>
                </a:lnTo>
                <a:close/>
              </a:path>
              <a:path w="393700" h="413385">
                <a:moveTo>
                  <a:pt x="299870" y="125158"/>
                </a:moveTo>
                <a:lnTo>
                  <a:pt x="296608" y="123444"/>
                </a:lnTo>
                <a:lnTo>
                  <a:pt x="293631" y="118300"/>
                </a:lnTo>
                <a:lnTo>
                  <a:pt x="291084" y="109728"/>
                </a:lnTo>
                <a:lnTo>
                  <a:pt x="288559" y="102036"/>
                </a:lnTo>
                <a:lnTo>
                  <a:pt x="272796" y="73152"/>
                </a:lnTo>
                <a:lnTo>
                  <a:pt x="268224" y="67056"/>
                </a:lnTo>
                <a:lnTo>
                  <a:pt x="277368" y="67056"/>
                </a:lnTo>
                <a:lnTo>
                  <a:pt x="287702" y="73652"/>
                </a:lnTo>
                <a:lnTo>
                  <a:pt x="296037" y="79819"/>
                </a:lnTo>
                <a:lnTo>
                  <a:pt x="302656" y="85701"/>
                </a:lnTo>
                <a:lnTo>
                  <a:pt x="307848" y="91440"/>
                </a:lnTo>
                <a:lnTo>
                  <a:pt x="313944" y="97536"/>
                </a:lnTo>
                <a:lnTo>
                  <a:pt x="315468" y="103632"/>
                </a:lnTo>
                <a:lnTo>
                  <a:pt x="312420" y="115824"/>
                </a:lnTo>
                <a:lnTo>
                  <a:pt x="309372" y="120396"/>
                </a:lnTo>
                <a:lnTo>
                  <a:pt x="299870" y="125158"/>
                </a:lnTo>
                <a:close/>
              </a:path>
              <a:path w="393700" h="413385">
                <a:moveTo>
                  <a:pt x="199644" y="143256"/>
                </a:moveTo>
                <a:lnTo>
                  <a:pt x="187452" y="143256"/>
                </a:lnTo>
                <a:lnTo>
                  <a:pt x="187452" y="135636"/>
                </a:lnTo>
                <a:lnTo>
                  <a:pt x="184404" y="126492"/>
                </a:lnTo>
                <a:lnTo>
                  <a:pt x="166116" y="92964"/>
                </a:lnTo>
                <a:lnTo>
                  <a:pt x="167640" y="89916"/>
                </a:lnTo>
                <a:lnTo>
                  <a:pt x="186523" y="98774"/>
                </a:lnTo>
                <a:lnTo>
                  <a:pt x="199834" y="107061"/>
                </a:lnTo>
                <a:lnTo>
                  <a:pt x="207716" y="114776"/>
                </a:lnTo>
                <a:lnTo>
                  <a:pt x="210312" y="121920"/>
                </a:lnTo>
                <a:lnTo>
                  <a:pt x="210312" y="131064"/>
                </a:lnTo>
                <a:lnTo>
                  <a:pt x="207264" y="138684"/>
                </a:lnTo>
                <a:lnTo>
                  <a:pt x="199644" y="143256"/>
                </a:lnTo>
                <a:close/>
              </a:path>
              <a:path w="393700" h="413385">
                <a:moveTo>
                  <a:pt x="381265" y="143256"/>
                </a:moveTo>
                <a:lnTo>
                  <a:pt x="344424" y="143256"/>
                </a:lnTo>
                <a:lnTo>
                  <a:pt x="362712" y="121920"/>
                </a:lnTo>
                <a:lnTo>
                  <a:pt x="381265" y="143256"/>
                </a:lnTo>
                <a:close/>
              </a:path>
              <a:path w="393700" h="413385">
                <a:moveTo>
                  <a:pt x="18288" y="201168"/>
                </a:moveTo>
                <a:lnTo>
                  <a:pt x="12192" y="201168"/>
                </a:lnTo>
                <a:lnTo>
                  <a:pt x="9144" y="199644"/>
                </a:lnTo>
                <a:lnTo>
                  <a:pt x="6096" y="196596"/>
                </a:lnTo>
                <a:lnTo>
                  <a:pt x="1523" y="195072"/>
                </a:lnTo>
                <a:lnTo>
                  <a:pt x="0" y="192024"/>
                </a:lnTo>
                <a:lnTo>
                  <a:pt x="0" y="190500"/>
                </a:lnTo>
                <a:lnTo>
                  <a:pt x="4571" y="184404"/>
                </a:lnTo>
                <a:lnTo>
                  <a:pt x="6096" y="181356"/>
                </a:lnTo>
                <a:lnTo>
                  <a:pt x="16764" y="170688"/>
                </a:lnTo>
                <a:lnTo>
                  <a:pt x="19812" y="166116"/>
                </a:lnTo>
                <a:lnTo>
                  <a:pt x="24384" y="160020"/>
                </a:lnTo>
                <a:lnTo>
                  <a:pt x="27432" y="152400"/>
                </a:lnTo>
                <a:lnTo>
                  <a:pt x="30575" y="145780"/>
                </a:lnTo>
                <a:lnTo>
                  <a:pt x="33147" y="139446"/>
                </a:lnTo>
                <a:lnTo>
                  <a:pt x="35147" y="133111"/>
                </a:lnTo>
                <a:lnTo>
                  <a:pt x="36576" y="126492"/>
                </a:lnTo>
                <a:lnTo>
                  <a:pt x="44196" y="126492"/>
                </a:lnTo>
                <a:lnTo>
                  <a:pt x="44196" y="143256"/>
                </a:lnTo>
                <a:lnTo>
                  <a:pt x="381265" y="143256"/>
                </a:lnTo>
                <a:lnTo>
                  <a:pt x="390541" y="153924"/>
                </a:lnTo>
                <a:lnTo>
                  <a:pt x="44196" y="153924"/>
                </a:lnTo>
                <a:lnTo>
                  <a:pt x="42791" y="166473"/>
                </a:lnTo>
                <a:lnTo>
                  <a:pt x="40957" y="176593"/>
                </a:lnTo>
                <a:lnTo>
                  <a:pt x="38838" y="184142"/>
                </a:lnTo>
                <a:lnTo>
                  <a:pt x="36576" y="188976"/>
                </a:lnTo>
                <a:lnTo>
                  <a:pt x="33528" y="195072"/>
                </a:lnTo>
                <a:lnTo>
                  <a:pt x="28956" y="198120"/>
                </a:lnTo>
                <a:lnTo>
                  <a:pt x="25908" y="198120"/>
                </a:lnTo>
                <a:lnTo>
                  <a:pt x="21336" y="199644"/>
                </a:lnTo>
                <a:lnTo>
                  <a:pt x="18288" y="201168"/>
                </a:lnTo>
                <a:close/>
              </a:path>
              <a:path w="393700" h="413385">
                <a:moveTo>
                  <a:pt x="333756" y="196596"/>
                </a:moveTo>
                <a:lnTo>
                  <a:pt x="329184" y="193548"/>
                </a:lnTo>
                <a:lnTo>
                  <a:pt x="347472" y="153924"/>
                </a:lnTo>
                <a:lnTo>
                  <a:pt x="390541" y="153924"/>
                </a:lnTo>
                <a:lnTo>
                  <a:pt x="393192" y="156972"/>
                </a:lnTo>
                <a:lnTo>
                  <a:pt x="384619" y="159496"/>
                </a:lnTo>
                <a:lnTo>
                  <a:pt x="377190" y="162306"/>
                </a:lnTo>
                <a:lnTo>
                  <a:pt x="344328" y="186285"/>
                </a:lnTo>
                <a:lnTo>
                  <a:pt x="333756" y="196596"/>
                </a:lnTo>
                <a:close/>
              </a:path>
              <a:path w="393700" h="413385">
                <a:moveTo>
                  <a:pt x="298704" y="190500"/>
                </a:moveTo>
                <a:lnTo>
                  <a:pt x="263652" y="190500"/>
                </a:lnTo>
                <a:lnTo>
                  <a:pt x="280416" y="172212"/>
                </a:lnTo>
                <a:lnTo>
                  <a:pt x="298704" y="190500"/>
                </a:lnTo>
                <a:close/>
              </a:path>
              <a:path w="393700" h="413385">
                <a:moveTo>
                  <a:pt x="83820" y="413004"/>
                </a:moveTo>
                <a:lnTo>
                  <a:pt x="84711" y="381381"/>
                </a:lnTo>
                <a:lnTo>
                  <a:pt x="85153" y="349186"/>
                </a:lnTo>
                <a:lnTo>
                  <a:pt x="85270" y="324612"/>
                </a:lnTo>
                <a:lnTo>
                  <a:pt x="85313" y="240792"/>
                </a:lnTo>
                <a:lnTo>
                  <a:pt x="85153" y="213360"/>
                </a:lnTo>
                <a:lnTo>
                  <a:pt x="84740" y="193548"/>
                </a:lnTo>
                <a:lnTo>
                  <a:pt x="84633" y="190500"/>
                </a:lnTo>
                <a:lnTo>
                  <a:pt x="83820" y="176784"/>
                </a:lnTo>
                <a:lnTo>
                  <a:pt x="108204" y="190500"/>
                </a:lnTo>
                <a:lnTo>
                  <a:pt x="298704" y="190500"/>
                </a:lnTo>
                <a:lnTo>
                  <a:pt x="303276" y="195072"/>
                </a:lnTo>
                <a:lnTo>
                  <a:pt x="295438" y="201168"/>
                </a:lnTo>
                <a:lnTo>
                  <a:pt x="108204" y="201168"/>
                </a:lnTo>
                <a:lnTo>
                  <a:pt x="108204" y="249936"/>
                </a:lnTo>
                <a:lnTo>
                  <a:pt x="289615" y="249936"/>
                </a:lnTo>
                <a:lnTo>
                  <a:pt x="289750" y="255841"/>
                </a:lnTo>
                <a:lnTo>
                  <a:pt x="289959" y="259080"/>
                </a:lnTo>
                <a:lnTo>
                  <a:pt x="108204" y="259080"/>
                </a:lnTo>
                <a:lnTo>
                  <a:pt x="108204" y="307848"/>
                </a:lnTo>
                <a:lnTo>
                  <a:pt x="312420" y="307848"/>
                </a:lnTo>
                <a:lnTo>
                  <a:pt x="318516" y="313944"/>
                </a:lnTo>
                <a:lnTo>
                  <a:pt x="312637" y="318516"/>
                </a:lnTo>
                <a:lnTo>
                  <a:pt x="108204" y="318516"/>
                </a:lnTo>
                <a:lnTo>
                  <a:pt x="108204" y="373380"/>
                </a:lnTo>
                <a:lnTo>
                  <a:pt x="304840" y="373380"/>
                </a:lnTo>
                <a:lnTo>
                  <a:pt x="304990" y="381381"/>
                </a:lnTo>
                <a:lnTo>
                  <a:pt x="305052" y="382524"/>
                </a:lnTo>
                <a:lnTo>
                  <a:pt x="108204" y="382524"/>
                </a:lnTo>
                <a:lnTo>
                  <a:pt x="108204" y="405384"/>
                </a:lnTo>
                <a:lnTo>
                  <a:pt x="83820" y="413004"/>
                </a:lnTo>
                <a:close/>
              </a:path>
              <a:path w="393700" h="413385">
                <a:moveTo>
                  <a:pt x="289615" y="249936"/>
                </a:moveTo>
                <a:lnTo>
                  <a:pt x="266700" y="249936"/>
                </a:lnTo>
                <a:lnTo>
                  <a:pt x="266700" y="201168"/>
                </a:lnTo>
                <a:lnTo>
                  <a:pt x="295438" y="201168"/>
                </a:lnTo>
                <a:lnTo>
                  <a:pt x="289560" y="205740"/>
                </a:lnTo>
                <a:lnTo>
                  <a:pt x="289615" y="249936"/>
                </a:lnTo>
                <a:close/>
              </a:path>
              <a:path w="393700" h="413385">
                <a:moveTo>
                  <a:pt x="266700" y="278892"/>
                </a:moveTo>
                <a:lnTo>
                  <a:pt x="266700" y="259080"/>
                </a:lnTo>
                <a:lnTo>
                  <a:pt x="289959" y="259080"/>
                </a:lnTo>
                <a:lnTo>
                  <a:pt x="290202" y="262866"/>
                </a:lnTo>
                <a:lnTo>
                  <a:pt x="291084" y="269748"/>
                </a:lnTo>
                <a:lnTo>
                  <a:pt x="266700" y="278892"/>
                </a:lnTo>
                <a:close/>
              </a:path>
              <a:path w="393700" h="413385">
                <a:moveTo>
                  <a:pt x="312420" y="307848"/>
                </a:moveTo>
                <a:lnTo>
                  <a:pt x="278892" y="307848"/>
                </a:lnTo>
                <a:lnTo>
                  <a:pt x="295656" y="291084"/>
                </a:lnTo>
                <a:lnTo>
                  <a:pt x="312420" y="307848"/>
                </a:lnTo>
                <a:close/>
              </a:path>
              <a:path w="393700" h="413385">
                <a:moveTo>
                  <a:pt x="304840" y="373380"/>
                </a:moveTo>
                <a:lnTo>
                  <a:pt x="281940" y="373380"/>
                </a:lnTo>
                <a:lnTo>
                  <a:pt x="281940" y="318516"/>
                </a:lnTo>
                <a:lnTo>
                  <a:pt x="312637" y="318516"/>
                </a:lnTo>
                <a:lnTo>
                  <a:pt x="304800" y="324612"/>
                </a:lnTo>
                <a:lnTo>
                  <a:pt x="304840" y="373380"/>
                </a:lnTo>
                <a:close/>
              </a:path>
              <a:path w="393700" h="413385">
                <a:moveTo>
                  <a:pt x="281940" y="405384"/>
                </a:moveTo>
                <a:lnTo>
                  <a:pt x="281940" y="382524"/>
                </a:lnTo>
                <a:lnTo>
                  <a:pt x="305052" y="382524"/>
                </a:lnTo>
                <a:lnTo>
                  <a:pt x="305442" y="389715"/>
                </a:lnTo>
                <a:lnTo>
                  <a:pt x="306324" y="397764"/>
                </a:lnTo>
                <a:lnTo>
                  <a:pt x="281940" y="40538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83" name="object 83"/>
          <p:cNvGrpSpPr/>
          <p:nvPr/>
        </p:nvGrpSpPr>
        <p:grpSpPr>
          <a:xfrm>
            <a:off x="2583179" y="4507991"/>
            <a:ext cx="748665" cy="405765"/>
            <a:chOff x="2583179" y="4507991"/>
            <a:chExt cx="748665" cy="405765"/>
          </a:xfrm>
        </p:grpSpPr>
        <p:sp>
          <p:nvSpPr>
            <p:cNvPr id="84" name="object 84"/>
            <p:cNvSpPr/>
            <p:nvPr/>
          </p:nvSpPr>
          <p:spPr>
            <a:xfrm>
              <a:off x="2583179" y="4546091"/>
              <a:ext cx="205740" cy="323215"/>
            </a:xfrm>
            <a:custGeom>
              <a:avLst/>
              <a:gdLst/>
              <a:ahLst/>
              <a:cxnLst/>
              <a:rect l="l" t="t" r="r" b="b"/>
              <a:pathLst>
                <a:path w="205739" h="323214">
                  <a:moveTo>
                    <a:pt x="44196" y="323088"/>
                  </a:moveTo>
                  <a:lnTo>
                    <a:pt x="0" y="323088"/>
                  </a:lnTo>
                  <a:lnTo>
                    <a:pt x="0" y="0"/>
                  </a:lnTo>
                  <a:lnTo>
                    <a:pt x="82296" y="0"/>
                  </a:lnTo>
                  <a:lnTo>
                    <a:pt x="95702" y="285"/>
                  </a:lnTo>
                  <a:lnTo>
                    <a:pt x="141041" y="7167"/>
                  </a:lnTo>
                  <a:lnTo>
                    <a:pt x="174712" y="26098"/>
                  </a:lnTo>
                  <a:lnTo>
                    <a:pt x="184704" y="36576"/>
                  </a:lnTo>
                  <a:lnTo>
                    <a:pt x="44196" y="36576"/>
                  </a:lnTo>
                  <a:lnTo>
                    <a:pt x="44196" y="166116"/>
                  </a:lnTo>
                  <a:lnTo>
                    <a:pt x="179486" y="166116"/>
                  </a:lnTo>
                  <a:lnTo>
                    <a:pt x="176784" y="169164"/>
                  </a:lnTo>
                  <a:lnTo>
                    <a:pt x="137160" y="193548"/>
                  </a:lnTo>
                  <a:lnTo>
                    <a:pt x="97083" y="202120"/>
                  </a:lnTo>
                  <a:lnTo>
                    <a:pt x="80772" y="202692"/>
                  </a:lnTo>
                  <a:lnTo>
                    <a:pt x="44196" y="202692"/>
                  </a:lnTo>
                  <a:lnTo>
                    <a:pt x="44196" y="323088"/>
                  </a:lnTo>
                  <a:close/>
                </a:path>
                <a:path w="205739" h="323214">
                  <a:moveTo>
                    <a:pt x="179486" y="166116"/>
                  </a:moveTo>
                  <a:lnTo>
                    <a:pt x="73152" y="166116"/>
                  </a:lnTo>
                  <a:lnTo>
                    <a:pt x="85391" y="165830"/>
                  </a:lnTo>
                  <a:lnTo>
                    <a:pt x="96774" y="164973"/>
                  </a:lnTo>
                  <a:lnTo>
                    <a:pt x="135969" y="151471"/>
                  </a:lnTo>
                  <a:lnTo>
                    <a:pt x="157448" y="118991"/>
                  </a:lnTo>
                  <a:lnTo>
                    <a:pt x="160020" y="99060"/>
                  </a:lnTo>
                  <a:lnTo>
                    <a:pt x="159710" y="90439"/>
                  </a:lnTo>
                  <a:lnTo>
                    <a:pt x="142565" y="53363"/>
                  </a:lnTo>
                  <a:lnTo>
                    <a:pt x="105608" y="38504"/>
                  </a:lnTo>
                  <a:lnTo>
                    <a:pt x="79248" y="36576"/>
                  </a:lnTo>
                  <a:lnTo>
                    <a:pt x="184704" y="36576"/>
                  </a:lnTo>
                  <a:lnTo>
                    <a:pt x="202692" y="72390"/>
                  </a:lnTo>
                  <a:lnTo>
                    <a:pt x="205740" y="97536"/>
                  </a:lnTo>
                  <a:lnTo>
                    <a:pt x="205192" y="107799"/>
                  </a:lnTo>
                  <a:lnTo>
                    <a:pt x="193500" y="146018"/>
                  </a:lnTo>
                  <a:lnTo>
                    <a:pt x="183118" y="162020"/>
                  </a:lnTo>
                  <a:lnTo>
                    <a:pt x="179486" y="166116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85" name="object 85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2820924" y="4706112"/>
              <a:ext cx="79248" cy="163068"/>
            </a:xfrm>
            <a:prstGeom prst="rect">
              <a:avLst/>
            </a:prstGeom>
          </p:spPr>
        </p:pic>
        <p:sp>
          <p:nvSpPr>
            <p:cNvPr id="86" name="object 86"/>
            <p:cNvSpPr/>
            <p:nvPr/>
          </p:nvSpPr>
          <p:spPr>
            <a:xfrm>
              <a:off x="2944368" y="4507991"/>
              <a:ext cx="387350" cy="405765"/>
            </a:xfrm>
            <a:custGeom>
              <a:avLst/>
              <a:gdLst/>
              <a:ahLst/>
              <a:cxnLst/>
              <a:rect l="l" t="t" r="r" b="b"/>
              <a:pathLst>
                <a:path w="387350" h="405764">
                  <a:moveTo>
                    <a:pt x="381544" y="91440"/>
                  </a:moveTo>
                  <a:lnTo>
                    <a:pt x="347472" y="91440"/>
                  </a:lnTo>
                  <a:lnTo>
                    <a:pt x="361188" y="74676"/>
                  </a:lnTo>
                  <a:lnTo>
                    <a:pt x="381544" y="91440"/>
                  </a:lnTo>
                  <a:close/>
                </a:path>
                <a:path w="387350" h="405764">
                  <a:moveTo>
                    <a:pt x="227076" y="382524"/>
                  </a:moveTo>
                  <a:lnTo>
                    <a:pt x="227957" y="358497"/>
                  </a:lnTo>
                  <a:lnTo>
                    <a:pt x="228409" y="338899"/>
                  </a:lnTo>
                  <a:lnTo>
                    <a:pt x="228482" y="332232"/>
                  </a:lnTo>
                  <a:lnTo>
                    <a:pt x="228576" y="126587"/>
                  </a:lnTo>
                  <a:lnTo>
                    <a:pt x="228409" y="110871"/>
                  </a:lnTo>
                  <a:lnTo>
                    <a:pt x="227957" y="94583"/>
                  </a:lnTo>
                  <a:lnTo>
                    <a:pt x="227076" y="77723"/>
                  </a:lnTo>
                  <a:lnTo>
                    <a:pt x="251460" y="91440"/>
                  </a:lnTo>
                  <a:lnTo>
                    <a:pt x="381544" y="91440"/>
                  </a:lnTo>
                  <a:lnTo>
                    <a:pt x="387096" y="96011"/>
                  </a:lnTo>
                  <a:lnTo>
                    <a:pt x="380238" y="102108"/>
                  </a:lnTo>
                  <a:lnTo>
                    <a:pt x="251460" y="102108"/>
                  </a:lnTo>
                  <a:lnTo>
                    <a:pt x="251460" y="321564"/>
                  </a:lnTo>
                  <a:lnTo>
                    <a:pt x="373517" y="321564"/>
                  </a:lnTo>
                  <a:lnTo>
                    <a:pt x="373570" y="326136"/>
                  </a:lnTo>
                  <a:lnTo>
                    <a:pt x="373737" y="332232"/>
                  </a:lnTo>
                  <a:lnTo>
                    <a:pt x="251460" y="332232"/>
                  </a:lnTo>
                  <a:lnTo>
                    <a:pt x="251460" y="370332"/>
                  </a:lnTo>
                  <a:lnTo>
                    <a:pt x="227076" y="382524"/>
                  </a:lnTo>
                  <a:close/>
                </a:path>
                <a:path w="387350" h="405764">
                  <a:moveTo>
                    <a:pt x="373517" y="321564"/>
                  </a:moveTo>
                  <a:lnTo>
                    <a:pt x="350520" y="321564"/>
                  </a:lnTo>
                  <a:lnTo>
                    <a:pt x="350520" y="102108"/>
                  </a:lnTo>
                  <a:lnTo>
                    <a:pt x="380238" y="102108"/>
                  </a:lnTo>
                  <a:lnTo>
                    <a:pt x="373380" y="108204"/>
                  </a:lnTo>
                  <a:lnTo>
                    <a:pt x="373409" y="312420"/>
                  </a:lnTo>
                  <a:lnTo>
                    <a:pt x="373517" y="321564"/>
                  </a:lnTo>
                  <a:close/>
                </a:path>
                <a:path w="387350" h="405764">
                  <a:moveTo>
                    <a:pt x="350520" y="371856"/>
                  </a:moveTo>
                  <a:lnTo>
                    <a:pt x="350520" y="332232"/>
                  </a:lnTo>
                  <a:lnTo>
                    <a:pt x="373737" y="332232"/>
                  </a:lnTo>
                  <a:lnTo>
                    <a:pt x="374022" y="342661"/>
                  </a:lnTo>
                  <a:lnTo>
                    <a:pt x="374904" y="361188"/>
                  </a:lnTo>
                  <a:lnTo>
                    <a:pt x="350520" y="371856"/>
                  </a:lnTo>
                  <a:close/>
                </a:path>
                <a:path w="387350" h="405764">
                  <a:moveTo>
                    <a:pt x="96012" y="108204"/>
                  </a:moveTo>
                  <a:lnTo>
                    <a:pt x="71628" y="108204"/>
                  </a:lnTo>
                  <a:lnTo>
                    <a:pt x="77676" y="76509"/>
                  </a:lnTo>
                  <a:lnTo>
                    <a:pt x="82296" y="47815"/>
                  </a:lnTo>
                  <a:lnTo>
                    <a:pt x="85772" y="22264"/>
                  </a:lnTo>
                  <a:lnTo>
                    <a:pt x="88392" y="0"/>
                  </a:lnTo>
                  <a:lnTo>
                    <a:pt x="129540" y="18288"/>
                  </a:lnTo>
                  <a:lnTo>
                    <a:pt x="114300" y="28956"/>
                  </a:lnTo>
                  <a:lnTo>
                    <a:pt x="110585" y="44124"/>
                  </a:lnTo>
                  <a:lnTo>
                    <a:pt x="106299" y="62293"/>
                  </a:lnTo>
                  <a:lnTo>
                    <a:pt x="101441" y="83605"/>
                  </a:lnTo>
                  <a:lnTo>
                    <a:pt x="96012" y="108204"/>
                  </a:lnTo>
                  <a:close/>
                </a:path>
                <a:path w="387350" h="405764">
                  <a:moveTo>
                    <a:pt x="16764" y="123444"/>
                  </a:moveTo>
                  <a:lnTo>
                    <a:pt x="1524" y="108204"/>
                  </a:lnTo>
                  <a:lnTo>
                    <a:pt x="163068" y="108204"/>
                  </a:lnTo>
                  <a:lnTo>
                    <a:pt x="173736" y="88392"/>
                  </a:lnTo>
                  <a:lnTo>
                    <a:pt x="202692" y="109728"/>
                  </a:lnTo>
                  <a:lnTo>
                    <a:pt x="194119" y="117347"/>
                  </a:lnTo>
                  <a:lnTo>
                    <a:pt x="57912" y="117347"/>
                  </a:lnTo>
                  <a:lnTo>
                    <a:pt x="46767" y="117871"/>
                  </a:lnTo>
                  <a:lnTo>
                    <a:pt x="36195" y="119253"/>
                  </a:lnTo>
                  <a:lnTo>
                    <a:pt x="26193" y="121205"/>
                  </a:lnTo>
                  <a:lnTo>
                    <a:pt x="16764" y="123444"/>
                  </a:lnTo>
                  <a:close/>
                </a:path>
                <a:path w="387350" h="405764">
                  <a:moveTo>
                    <a:pt x="3048" y="405384"/>
                  </a:moveTo>
                  <a:lnTo>
                    <a:pt x="0" y="399288"/>
                  </a:lnTo>
                  <a:lnTo>
                    <a:pt x="39171" y="379571"/>
                  </a:lnTo>
                  <a:lnTo>
                    <a:pt x="72199" y="356997"/>
                  </a:lnTo>
                  <a:lnTo>
                    <a:pt x="99226" y="331565"/>
                  </a:lnTo>
                  <a:lnTo>
                    <a:pt x="120396" y="303276"/>
                  </a:lnTo>
                  <a:lnTo>
                    <a:pt x="96131" y="293608"/>
                  </a:lnTo>
                  <a:lnTo>
                    <a:pt x="73723" y="285369"/>
                  </a:lnTo>
                  <a:lnTo>
                    <a:pt x="53316" y="278844"/>
                  </a:lnTo>
                  <a:lnTo>
                    <a:pt x="35052" y="274320"/>
                  </a:lnTo>
                  <a:lnTo>
                    <a:pt x="43100" y="244649"/>
                  </a:lnTo>
                  <a:lnTo>
                    <a:pt x="51435" y="208407"/>
                  </a:lnTo>
                  <a:lnTo>
                    <a:pt x="60340" y="165877"/>
                  </a:lnTo>
                  <a:lnTo>
                    <a:pt x="70104" y="117347"/>
                  </a:lnTo>
                  <a:lnTo>
                    <a:pt x="94488" y="117347"/>
                  </a:lnTo>
                  <a:lnTo>
                    <a:pt x="87939" y="147375"/>
                  </a:lnTo>
                  <a:lnTo>
                    <a:pt x="79819" y="182689"/>
                  </a:lnTo>
                  <a:lnTo>
                    <a:pt x="59436" y="269748"/>
                  </a:lnTo>
                  <a:lnTo>
                    <a:pt x="70580" y="271748"/>
                  </a:lnTo>
                  <a:lnTo>
                    <a:pt x="85725" y="275463"/>
                  </a:lnTo>
                  <a:lnTo>
                    <a:pt x="104870" y="280892"/>
                  </a:lnTo>
                  <a:lnTo>
                    <a:pt x="128016" y="288036"/>
                  </a:lnTo>
                  <a:lnTo>
                    <a:pt x="153374" y="288036"/>
                  </a:lnTo>
                  <a:lnTo>
                    <a:pt x="150876" y="295656"/>
                  </a:lnTo>
                  <a:lnTo>
                    <a:pt x="169425" y="303633"/>
                  </a:lnTo>
                  <a:lnTo>
                    <a:pt x="183832" y="311467"/>
                  </a:lnTo>
                  <a:lnTo>
                    <a:pt x="187152" y="313944"/>
                  </a:lnTo>
                  <a:lnTo>
                    <a:pt x="140208" y="313944"/>
                  </a:lnTo>
                  <a:lnTo>
                    <a:pt x="112776" y="344519"/>
                  </a:lnTo>
                  <a:lnTo>
                    <a:pt x="80772" y="369951"/>
                  </a:lnTo>
                  <a:lnTo>
                    <a:pt x="44196" y="390239"/>
                  </a:lnTo>
                  <a:lnTo>
                    <a:pt x="3048" y="405384"/>
                  </a:lnTo>
                  <a:close/>
                </a:path>
                <a:path w="387350" h="405764">
                  <a:moveTo>
                    <a:pt x="153374" y="288036"/>
                  </a:moveTo>
                  <a:lnTo>
                    <a:pt x="128016" y="288036"/>
                  </a:lnTo>
                  <a:lnTo>
                    <a:pt x="138017" y="257722"/>
                  </a:lnTo>
                  <a:lnTo>
                    <a:pt x="147447" y="219265"/>
                  </a:lnTo>
                  <a:lnTo>
                    <a:pt x="156305" y="172521"/>
                  </a:lnTo>
                  <a:lnTo>
                    <a:pt x="164592" y="117347"/>
                  </a:lnTo>
                  <a:lnTo>
                    <a:pt x="194119" y="117347"/>
                  </a:lnTo>
                  <a:lnTo>
                    <a:pt x="188976" y="121920"/>
                  </a:lnTo>
                  <a:lnTo>
                    <a:pt x="179808" y="178212"/>
                  </a:lnTo>
                  <a:lnTo>
                    <a:pt x="170497" y="225933"/>
                  </a:lnTo>
                  <a:lnTo>
                    <a:pt x="160901" y="265080"/>
                  </a:lnTo>
                  <a:lnTo>
                    <a:pt x="153374" y="288036"/>
                  </a:lnTo>
                  <a:close/>
                </a:path>
                <a:path w="387350" h="405764">
                  <a:moveTo>
                    <a:pt x="199644" y="361188"/>
                  </a:moveTo>
                  <a:lnTo>
                    <a:pt x="193548" y="361188"/>
                  </a:lnTo>
                  <a:lnTo>
                    <a:pt x="190500" y="358140"/>
                  </a:lnTo>
                  <a:lnTo>
                    <a:pt x="185928" y="352044"/>
                  </a:lnTo>
                  <a:lnTo>
                    <a:pt x="177927" y="343519"/>
                  </a:lnTo>
                  <a:lnTo>
                    <a:pt x="167640" y="334137"/>
                  </a:lnTo>
                  <a:lnTo>
                    <a:pt x="155067" y="324183"/>
                  </a:lnTo>
                  <a:lnTo>
                    <a:pt x="140208" y="313944"/>
                  </a:lnTo>
                  <a:lnTo>
                    <a:pt x="187152" y="313944"/>
                  </a:lnTo>
                  <a:lnTo>
                    <a:pt x="204787" y="344566"/>
                  </a:lnTo>
                  <a:lnTo>
                    <a:pt x="204216" y="350520"/>
                  </a:lnTo>
                  <a:lnTo>
                    <a:pt x="201168" y="358140"/>
                  </a:lnTo>
                  <a:lnTo>
                    <a:pt x="199644" y="361188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87" name="object 87"/>
          <p:cNvSpPr/>
          <p:nvPr/>
        </p:nvSpPr>
        <p:spPr>
          <a:xfrm>
            <a:off x="3387839" y="4506467"/>
            <a:ext cx="975360" cy="443865"/>
          </a:xfrm>
          <a:custGeom>
            <a:avLst/>
            <a:gdLst/>
            <a:ahLst/>
            <a:cxnLst/>
            <a:rect l="l" t="t" r="r" b="b"/>
            <a:pathLst>
              <a:path w="975360" h="443864">
                <a:moveTo>
                  <a:pt x="135636" y="25908"/>
                </a:moveTo>
                <a:lnTo>
                  <a:pt x="100584" y="1536"/>
                </a:lnTo>
                <a:lnTo>
                  <a:pt x="95402" y="18148"/>
                </a:lnTo>
                <a:lnTo>
                  <a:pt x="88773" y="38481"/>
                </a:lnTo>
                <a:lnTo>
                  <a:pt x="70104" y="91440"/>
                </a:lnTo>
                <a:lnTo>
                  <a:pt x="41338" y="152019"/>
                </a:lnTo>
                <a:lnTo>
                  <a:pt x="0" y="214884"/>
                </a:lnTo>
                <a:lnTo>
                  <a:pt x="4572" y="220980"/>
                </a:lnTo>
                <a:lnTo>
                  <a:pt x="23101" y="201841"/>
                </a:lnTo>
                <a:lnTo>
                  <a:pt x="39624" y="183261"/>
                </a:lnTo>
                <a:lnTo>
                  <a:pt x="53873" y="165265"/>
                </a:lnTo>
                <a:lnTo>
                  <a:pt x="65532" y="147828"/>
                </a:lnTo>
                <a:lnTo>
                  <a:pt x="65506" y="289560"/>
                </a:lnTo>
                <a:lnTo>
                  <a:pt x="65303" y="306832"/>
                </a:lnTo>
                <a:lnTo>
                  <a:pt x="64770" y="333565"/>
                </a:lnTo>
                <a:lnTo>
                  <a:pt x="64262" y="365950"/>
                </a:lnTo>
                <a:lnTo>
                  <a:pt x="64008" y="406908"/>
                </a:lnTo>
                <a:lnTo>
                  <a:pt x="89916" y="393192"/>
                </a:lnTo>
                <a:lnTo>
                  <a:pt x="89027" y="375196"/>
                </a:lnTo>
                <a:lnTo>
                  <a:pt x="88582" y="357949"/>
                </a:lnTo>
                <a:lnTo>
                  <a:pt x="88417" y="339839"/>
                </a:lnTo>
                <a:lnTo>
                  <a:pt x="88392" y="147828"/>
                </a:lnTo>
                <a:lnTo>
                  <a:pt x="88392" y="138684"/>
                </a:lnTo>
                <a:lnTo>
                  <a:pt x="102108" y="128016"/>
                </a:lnTo>
                <a:lnTo>
                  <a:pt x="82296" y="115824"/>
                </a:lnTo>
                <a:lnTo>
                  <a:pt x="90614" y="97878"/>
                </a:lnTo>
                <a:lnTo>
                  <a:pt x="99631" y="78486"/>
                </a:lnTo>
                <a:lnTo>
                  <a:pt x="109524" y="57962"/>
                </a:lnTo>
                <a:lnTo>
                  <a:pt x="120396" y="36576"/>
                </a:lnTo>
                <a:lnTo>
                  <a:pt x="135636" y="25908"/>
                </a:lnTo>
                <a:close/>
              </a:path>
              <a:path w="975360" h="443864">
                <a:moveTo>
                  <a:pt x="280416" y="143256"/>
                </a:moveTo>
                <a:lnTo>
                  <a:pt x="274091" y="138684"/>
                </a:lnTo>
                <a:lnTo>
                  <a:pt x="252984" y="123444"/>
                </a:lnTo>
                <a:lnTo>
                  <a:pt x="242316" y="136779"/>
                </a:lnTo>
                <a:lnTo>
                  <a:pt x="242316" y="149352"/>
                </a:lnTo>
                <a:lnTo>
                  <a:pt x="242316" y="249936"/>
                </a:lnTo>
                <a:lnTo>
                  <a:pt x="167640" y="249936"/>
                </a:lnTo>
                <a:lnTo>
                  <a:pt x="167640" y="149352"/>
                </a:lnTo>
                <a:lnTo>
                  <a:pt x="242316" y="149352"/>
                </a:lnTo>
                <a:lnTo>
                  <a:pt x="242316" y="136779"/>
                </a:lnTo>
                <a:lnTo>
                  <a:pt x="240792" y="138684"/>
                </a:lnTo>
                <a:lnTo>
                  <a:pt x="167640" y="138684"/>
                </a:lnTo>
                <a:lnTo>
                  <a:pt x="143256" y="124968"/>
                </a:lnTo>
                <a:lnTo>
                  <a:pt x="144145" y="146685"/>
                </a:lnTo>
                <a:lnTo>
                  <a:pt x="144589" y="168402"/>
                </a:lnTo>
                <a:lnTo>
                  <a:pt x="144703" y="183261"/>
                </a:lnTo>
                <a:lnTo>
                  <a:pt x="144589" y="256603"/>
                </a:lnTo>
                <a:lnTo>
                  <a:pt x="144145" y="278498"/>
                </a:lnTo>
                <a:lnTo>
                  <a:pt x="143256" y="300228"/>
                </a:lnTo>
                <a:lnTo>
                  <a:pt x="167640" y="289560"/>
                </a:lnTo>
                <a:lnTo>
                  <a:pt x="167640" y="260604"/>
                </a:lnTo>
                <a:lnTo>
                  <a:pt x="242316" y="260604"/>
                </a:lnTo>
                <a:lnTo>
                  <a:pt x="242316" y="286512"/>
                </a:lnTo>
                <a:lnTo>
                  <a:pt x="268224" y="274320"/>
                </a:lnTo>
                <a:lnTo>
                  <a:pt x="267347" y="261518"/>
                </a:lnTo>
                <a:lnTo>
                  <a:pt x="267322" y="260604"/>
                </a:lnTo>
                <a:lnTo>
                  <a:pt x="266954" y="249936"/>
                </a:lnTo>
                <a:lnTo>
                  <a:pt x="266890" y="248412"/>
                </a:lnTo>
                <a:lnTo>
                  <a:pt x="266725" y="235318"/>
                </a:lnTo>
                <a:lnTo>
                  <a:pt x="266700" y="153924"/>
                </a:lnTo>
                <a:lnTo>
                  <a:pt x="272580" y="149352"/>
                </a:lnTo>
                <a:lnTo>
                  <a:pt x="280416" y="143256"/>
                </a:lnTo>
                <a:close/>
              </a:path>
              <a:path w="975360" h="443864">
                <a:moveTo>
                  <a:pt x="403860" y="65532"/>
                </a:moveTo>
                <a:lnTo>
                  <a:pt x="373380" y="33528"/>
                </a:lnTo>
                <a:lnTo>
                  <a:pt x="352044" y="54864"/>
                </a:lnTo>
                <a:lnTo>
                  <a:pt x="128016" y="54864"/>
                </a:lnTo>
                <a:lnTo>
                  <a:pt x="143256" y="70104"/>
                </a:lnTo>
                <a:lnTo>
                  <a:pt x="152908" y="68110"/>
                </a:lnTo>
                <a:lnTo>
                  <a:pt x="163258" y="66675"/>
                </a:lnTo>
                <a:lnTo>
                  <a:pt x="173913" y="65824"/>
                </a:lnTo>
                <a:lnTo>
                  <a:pt x="184404" y="65532"/>
                </a:lnTo>
                <a:lnTo>
                  <a:pt x="320040" y="65532"/>
                </a:lnTo>
                <a:lnTo>
                  <a:pt x="320040" y="361188"/>
                </a:lnTo>
                <a:lnTo>
                  <a:pt x="315468" y="367284"/>
                </a:lnTo>
                <a:lnTo>
                  <a:pt x="304800" y="367284"/>
                </a:lnTo>
                <a:lnTo>
                  <a:pt x="295402" y="366979"/>
                </a:lnTo>
                <a:lnTo>
                  <a:pt x="283273" y="365950"/>
                </a:lnTo>
                <a:lnTo>
                  <a:pt x="268592" y="364070"/>
                </a:lnTo>
                <a:lnTo>
                  <a:pt x="251460" y="361188"/>
                </a:lnTo>
                <a:lnTo>
                  <a:pt x="249936" y="368808"/>
                </a:lnTo>
                <a:lnTo>
                  <a:pt x="274205" y="377342"/>
                </a:lnTo>
                <a:lnTo>
                  <a:pt x="292036" y="386715"/>
                </a:lnTo>
                <a:lnTo>
                  <a:pt x="303301" y="396671"/>
                </a:lnTo>
                <a:lnTo>
                  <a:pt x="307848" y="406908"/>
                </a:lnTo>
                <a:lnTo>
                  <a:pt x="324688" y="398056"/>
                </a:lnTo>
                <a:lnTo>
                  <a:pt x="342798" y="364070"/>
                </a:lnTo>
                <a:lnTo>
                  <a:pt x="342900" y="65532"/>
                </a:lnTo>
                <a:lnTo>
                  <a:pt x="403860" y="65532"/>
                </a:lnTo>
                <a:close/>
              </a:path>
              <a:path w="975360" h="443864">
                <a:moveTo>
                  <a:pt x="845832" y="356616"/>
                </a:moveTo>
                <a:lnTo>
                  <a:pt x="806577" y="358711"/>
                </a:lnTo>
                <a:lnTo>
                  <a:pt x="787958" y="359410"/>
                </a:lnTo>
                <a:lnTo>
                  <a:pt x="769632" y="359664"/>
                </a:lnTo>
                <a:lnTo>
                  <a:pt x="740816" y="359092"/>
                </a:lnTo>
                <a:lnTo>
                  <a:pt x="711720" y="357378"/>
                </a:lnTo>
                <a:lnTo>
                  <a:pt x="682612" y="354520"/>
                </a:lnTo>
                <a:lnTo>
                  <a:pt x="653808" y="350520"/>
                </a:lnTo>
                <a:lnTo>
                  <a:pt x="653808" y="263652"/>
                </a:lnTo>
                <a:lnTo>
                  <a:pt x="800112" y="263652"/>
                </a:lnTo>
                <a:lnTo>
                  <a:pt x="768108" y="228600"/>
                </a:lnTo>
                <a:lnTo>
                  <a:pt x="740676" y="252984"/>
                </a:lnTo>
                <a:lnTo>
                  <a:pt x="653808" y="252984"/>
                </a:lnTo>
                <a:lnTo>
                  <a:pt x="653808" y="199644"/>
                </a:lnTo>
                <a:lnTo>
                  <a:pt x="670572" y="187452"/>
                </a:lnTo>
                <a:lnTo>
                  <a:pt x="635520" y="169164"/>
                </a:lnTo>
                <a:lnTo>
                  <a:pt x="835164" y="169164"/>
                </a:lnTo>
                <a:lnTo>
                  <a:pt x="801636" y="134112"/>
                </a:lnTo>
                <a:lnTo>
                  <a:pt x="774192" y="160020"/>
                </a:lnTo>
                <a:lnTo>
                  <a:pt x="653808" y="160020"/>
                </a:lnTo>
                <a:lnTo>
                  <a:pt x="653808" y="88392"/>
                </a:lnTo>
                <a:lnTo>
                  <a:pt x="787920" y="88392"/>
                </a:lnTo>
                <a:lnTo>
                  <a:pt x="755916" y="51816"/>
                </a:lnTo>
                <a:lnTo>
                  <a:pt x="731532" y="77724"/>
                </a:lnTo>
                <a:lnTo>
                  <a:pt x="653808" y="77724"/>
                </a:lnTo>
                <a:lnTo>
                  <a:pt x="653808" y="30480"/>
                </a:lnTo>
                <a:lnTo>
                  <a:pt x="670572" y="18288"/>
                </a:lnTo>
                <a:lnTo>
                  <a:pt x="627900" y="0"/>
                </a:lnTo>
                <a:lnTo>
                  <a:pt x="628777" y="13436"/>
                </a:lnTo>
                <a:lnTo>
                  <a:pt x="629234" y="30861"/>
                </a:lnTo>
                <a:lnTo>
                  <a:pt x="629424" y="77724"/>
                </a:lnTo>
                <a:lnTo>
                  <a:pt x="498360" y="77724"/>
                </a:lnTo>
                <a:lnTo>
                  <a:pt x="513600" y="92964"/>
                </a:lnTo>
                <a:lnTo>
                  <a:pt x="522693" y="90970"/>
                </a:lnTo>
                <a:lnTo>
                  <a:pt x="531507" y="89535"/>
                </a:lnTo>
                <a:lnTo>
                  <a:pt x="539737" y="88684"/>
                </a:lnTo>
                <a:lnTo>
                  <a:pt x="547128" y="88392"/>
                </a:lnTo>
                <a:lnTo>
                  <a:pt x="629424" y="88392"/>
                </a:lnTo>
                <a:lnTo>
                  <a:pt x="629424" y="160020"/>
                </a:lnTo>
                <a:lnTo>
                  <a:pt x="443496" y="160020"/>
                </a:lnTo>
                <a:lnTo>
                  <a:pt x="460260" y="175260"/>
                </a:lnTo>
                <a:lnTo>
                  <a:pt x="477405" y="171069"/>
                </a:lnTo>
                <a:lnTo>
                  <a:pt x="485114" y="169697"/>
                </a:lnTo>
                <a:lnTo>
                  <a:pt x="492264" y="169164"/>
                </a:lnTo>
                <a:lnTo>
                  <a:pt x="629424" y="169164"/>
                </a:lnTo>
                <a:lnTo>
                  <a:pt x="629424" y="344424"/>
                </a:lnTo>
                <a:lnTo>
                  <a:pt x="608584" y="334162"/>
                </a:lnTo>
                <a:lnTo>
                  <a:pt x="565772" y="300494"/>
                </a:lnTo>
                <a:lnTo>
                  <a:pt x="548335" y="259943"/>
                </a:lnTo>
                <a:lnTo>
                  <a:pt x="563892" y="220980"/>
                </a:lnTo>
                <a:lnTo>
                  <a:pt x="571512" y="216408"/>
                </a:lnTo>
                <a:lnTo>
                  <a:pt x="531888" y="193548"/>
                </a:lnTo>
                <a:lnTo>
                  <a:pt x="522363" y="258699"/>
                </a:lnTo>
                <a:lnTo>
                  <a:pt x="505980" y="312420"/>
                </a:lnTo>
                <a:lnTo>
                  <a:pt x="481787" y="358140"/>
                </a:lnTo>
                <a:lnTo>
                  <a:pt x="445020" y="399288"/>
                </a:lnTo>
                <a:lnTo>
                  <a:pt x="449592" y="405384"/>
                </a:lnTo>
                <a:lnTo>
                  <a:pt x="479310" y="383387"/>
                </a:lnTo>
                <a:lnTo>
                  <a:pt x="504456" y="356235"/>
                </a:lnTo>
                <a:lnTo>
                  <a:pt x="525030" y="323951"/>
                </a:lnTo>
                <a:lnTo>
                  <a:pt x="541032" y="286512"/>
                </a:lnTo>
                <a:lnTo>
                  <a:pt x="557364" y="307898"/>
                </a:lnTo>
                <a:lnTo>
                  <a:pt x="586028" y="340956"/>
                </a:lnTo>
                <a:lnTo>
                  <a:pt x="630936" y="369379"/>
                </a:lnTo>
                <a:lnTo>
                  <a:pt x="676656" y="381000"/>
                </a:lnTo>
                <a:lnTo>
                  <a:pt x="734949" y="389001"/>
                </a:lnTo>
                <a:lnTo>
                  <a:pt x="809244" y="394716"/>
                </a:lnTo>
                <a:lnTo>
                  <a:pt x="812393" y="383286"/>
                </a:lnTo>
                <a:lnTo>
                  <a:pt x="819543" y="374142"/>
                </a:lnTo>
                <a:lnTo>
                  <a:pt x="830681" y="367284"/>
                </a:lnTo>
                <a:lnTo>
                  <a:pt x="845832" y="362712"/>
                </a:lnTo>
                <a:lnTo>
                  <a:pt x="845832" y="356616"/>
                </a:lnTo>
                <a:close/>
              </a:path>
              <a:path w="975360" h="443864">
                <a:moveTo>
                  <a:pt x="975360" y="301752"/>
                </a:moveTo>
                <a:lnTo>
                  <a:pt x="920508" y="301752"/>
                </a:lnTo>
                <a:lnTo>
                  <a:pt x="882408" y="443484"/>
                </a:lnTo>
                <a:lnTo>
                  <a:pt x="914400" y="443484"/>
                </a:lnTo>
                <a:lnTo>
                  <a:pt x="975360" y="30175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88" name="object 88"/>
          <p:cNvGrpSpPr/>
          <p:nvPr/>
        </p:nvGrpSpPr>
        <p:grpSpPr>
          <a:xfrm>
            <a:off x="4568952" y="4503420"/>
            <a:ext cx="760730" cy="411480"/>
            <a:chOff x="4568952" y="4503420"/>
            <a:chExt cx="760730" cy="411480"/>
          </a:xfrm>
        </p:grpSpPr>
        <p:sp>
          <p:nvSpPr>
            <p:cNvPr id="89" name="object 89"/>
            <p:cNvSpPr/>
            <p:nvPr/>
          </p:nvSpPr>
          <p:spPr>
            <a:xfrm>
              <a:off x="4568952" y="4546091"/>
              <a:ext cx="204470" cy="323215"/>
            </a:xfrm>
            <a:custGeom>
              <a:avLst/>
              <a:gdLst/>
              <a:ahLst/>
              <a:cxnLst/>
              <a:rect l="l" t="t" r="r" b="b"/>
              <a:pathLst>
                <a:path w="204470" h="323214">
                  <a:moveTo>
                    <a:pt x="42672" y="323088"/>
                  </a:moveTo>
                  <a:lnTo>
                    <a:pt x="0" y="323088"/>
                  </a:lnTo>
                  <a:lnTo>
                    <a:pt x="0" y="0"/>
                  </a:lnTo>
                  <a:lnTo>
                    <a:pt x="80772" y="0"/>
                  </a:lnTo>
                  <a:lnTo>
                    <a:pt x="94178" y="285"/>
                  </a:lnTo>
                  <a:lnTo>
                    <a:pt x="139517" y="7167"/>
                  </a:lnTo>
                  <a:lnTo>
                    <a:pt x="173188" y="26098"/>
                  </a:lnTo>
                  <a:lnTo>
                    <a:pt x="183180" y="36576"/>
                  </a:lnTo>
                  <a:lnTo>
                    <a:pt x="42672" y="36576"/>
                  </a:lnTo>
                  <a:lnTo>
                    <a:pt x="42672" y="166116"/>
                  </a:lnTo>
                  <a:lnTo>
                    <a:pt x="177962" y="166116"/>
                  </a:lnTo>
                  <a:lnTo>
                    <a:pt x="175260" y="169164"/>
                  </a:lnTo>
                  <a:lnTo>
                    <a:pt x="135636" y="193548"/>
                  </a:lnTo>
                  <a:lnTo>
                    <a:pt x="95559" y="202120"/>
                  </a:lnTo>
                  <a:lnTo>
                    <a:pt x="79248" y="202692"/>
                  </a:lnTo>
                  <a:lnTo>
                    <a:pt x="42672" y="202692"/>
                  </a:lnTo>
                  <a:lnTo>
                    <a:pt x="42672" y="323088"/>
                  </a:lnTo>
                  <a:close/>
                </a:path>
                <a:path w="204470" h="323214">
                  <a:moveTo>
                    <a:pt x="177962" y="166116"/>
                  </a:moveTo>
                  <a:lnTo>
                    <a:pt x="71628" y="166116"/>
                  </a:lnTo>
                  <a:lnTo>
                    <a:pt x="83867" y="165830"/>
                  </a:lnTo>
                  <a:lnTo>
                    <a:pt x="95250" y="164973"/>
                  </a:lnTo>
                  <a:lnTo>
                    <a:pt x="135088" y="151471"/>
                  </a:lnTo>
                  <a:lnTo>
                    <a:pt x="155924" y="118991"/>
                  </a:lnTo>
                  <a:lnTo>
                    <a:pt x="158496" y="99060"/>
                  </a:lnTo>
                  <a:lnTo>
                    <a:pt x="158186" y="90439"/>
                  </a:lnTo>
                  <a:lnTo>
                    <a:pt x="141041" y="53363"/>
                  </a:lnTo>
                  <a:lnTo>
                    <a:pt x="104084" y="38504"/>
                  </a:lnTo>
                  <a:lnTo>
                    <a:pt x="77724" y="36576"/>
                  </a:lnTo>
                  <a:lnTo>
                    <a:pt x="183180" y="36576"/>
                  </a:lnTo>
                  <a:lnTo>
                    <a:pt x="201168" y="72390"/>
                  </a:lnTo>
                  <a:lnTo>
                    <a:pt x="204216" y="97536"/>
                  </a:lnTo>
                  <a:lnTo>
                    <a:pt x="203668" y="107799"/>
                  </a:lnTo>
                  <a:lnTo>
                    <a:pt x="191976" y="146018"/>
                  </a:lnTo>
                  <a:lnTo>
                    <a:pt x="181594" y="162020"/>
                  </a:lnTo>
                  <a:lnTo>
                    <a:pt x="177962" y="166116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90" name="object 90"/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4791455" y="4703064"/>
              <a:ext cx="100584" cy="166116"/>
            </a:xfrm>
            <a:prstGeom prst="rect">
              <a:avLst/>
            </a:prstGeom>
          </p:spPr>
        </p:pic>
        <p:sp>
          <p:nvSpPr>
            <p:cNvPr id="91" name="object 91"/>
            <p:cNvSpPr/>
            <p:nvPr/>
          </p:nvSpPr>
          <p:spPr>
            <a:xfrm>
              <a:off x="4928615" y="4503420"/>
              <a:ext cx="401320" cy="411480"/>
            </a:xfrm>
            <a:custGeom>
              <a:avLst/>
              <a:gdLst/>
              <a:ahLst/>
              <a:cxnLst/>
              <a:rect l="l" t="t" r="r" b="b"/>
              <a:pathLst>
                <a:path w="401320" h="411479">
                  <a:moveTo>
                    <a:pt x="392175" y="42672"/>
                  </a:moveTo>
                  <a:lnTo>
                    <a:pt x="358140" y="42672"/>
                  </a:lnTo>
                  <a:lnTo>
                    <a:pt x="374904" y="24384"/>
                  </a:lnTo>
                  <a:lnTo>
                    <a:pt x="392175" y="42672"/>
                  </a:lnTo>
                  <a:close/>
                </a:path>
                <a:path w="401320" h="411479">
                  <a:moveTo>
                    <a:pt x="257556" y="411480"/>
                  </a:moveTo>
                  <a:lnTo>
                    <a:pt x="257794" y="366641"/>
                  </a:lnTo>
                  <a:lnTo>
                    <a:pt x="258788" y="274058"/>
                  </a:lnTo>
                  <a:lnTo>
                    <a:pt x="258898" y="256389"/>
                  </a:lnTo>
                  <a:lnTo>
                    <a:pt x="258997" y="198286"/>
                  </a:lnTo>
                  <a:lnTo>
                    <a:pt x="258841" y="164163"/>
                  </a:lnTo>
                  <a:lnTo>
                    <a:pt x="258318" y="115062"/>
                  </a:lnTo>
                  <a:lnTo>
                    <a:pt x="257794" y="69389"/>
                  </a:lnTo>
                  <a:lnTo>
                    <a:pt x="257556" y="27432"/>
                  </a:lnTo>
                  <a:lnTo>
                    <a:pt x="280416" y="42672"/>
                  </a:lnTo>
                  <a:lnTo>
                    <a:pt x="392175" y="42672"/>
                  </a:lnTo>
                  <a:lnTo>
                    <a:pt x="400812" y="51816"/>
                  </a:lnTo>
                  <a:lnTo>
                    <a:pt x="397459" y="53340"/>
                  </a:lnTo>
                  <a:lnTo>
                    <a:pt x="280416" y="53340"/>
                  </a:lnTo>
                  <a:lnTo>
                    <a:pt x="280416" y="400812"/>
                  </a:lnTo>
                  <a:lnTo>
                    <a:pt x="257556" y="411480"/>
                  </a:lnTo>
                  <a:close/>
                </a:path>
                <a:path w="401320" h="411479">
                  <a:moveTo>
                    <a:pt x="386826" y="306324"/>
                  </a:moveTo>
                  <a:lnTo>
                    <a:pt x="333756" y="306324"/>
                  </a:lnTo>
                  <a:lnTo>
                    <a:pt x="342304" y="305990"/>
                  </a:lnTo>
                  <a:lnTo>
                    <a:pt x="349567" y="304800"/>
                  </a:lnTo>
                  <a:lnTo>
                    <a:pt x="355401" y="302466"/>
                  </a:lnTo>
                  <a:lnTo>
                    <a:pt x="359664" y="298704"/>
                  </a:lnTo>
                  <a:lnTo>
                    <a:pt x="364236" y="292608"/>
                  </a:lnTo>
                  <a:lnTo>
                    <a:pt x="365760" y="286512"/>
                  </a:lnTo>
                  <a:lnTo>
                    <a:pt x="365760" y="278892"/>
                  </a:lnTo>
                  <a:lnTo>
                    <a:pt x="354544" y="228981"/>
                  </a:lnTo>
                  <a:lnTo>
                    <a:pt x="334589" y="192405"/>
                  </a:lnTo>
                  <a:lnTo>
                    <a:pt x="320040" y="170688"/>
                  </a:lnTo>
                  <a:lnTo>
                    <a:pt x="358140" y="53340"/>
                  </a:lnTo>
                  <a:lnTo>
                    <a:pt x="397459" y="53340"/>
                  </a:lnTo>
                  <a:lnTo>
                    <a:pt x="384048" y="59436"/>
                  </a:lnTo>
                  <a:lnTo>
                    <a:pt x="329184" y="169164"/>
                  </a:lnTo>
                  <a:lnTo>
                    <a:pt x="355211" y="198286"/>
                  </a:lnTo>
                  <a:lnTo>
                    <a:pt x="385548" y="245673"/>
                  </a:lnTo>
                  <a:lnTo>
                    <a:pt x="391287" y="279915"/>
                  </a:lnTo>
                  <a:lnTo>
                    <a:pt x="390144" y="294322"/>
                  </a:lnTo>
                  <a:lnTo>
                    <a:pt x="386826" y="306324"/>
                  </a:lnTo>
                  <a:close/>
                </a:path>
                <a:path w="401320" h="411479">
                  <a:moveTo>
                    <a:pt x="344424" y="344424"/>
                  </a:moveTo>
                  <a:lnTo>
                    <a:pt x="338113" y="333613"/>
                  </a:lnTo>
                  <a:lnTo>
                    <a:pt x="328231" y="324231"/>
                  </a:lnTo>
                  <a:lnTo>
                    <a:pt x="314634" y="316563"/>
                  </a:lnTo>
                  <a:lnTo>
                    <a:pt x="297180" y="310896"/>
                  </a:lnTo>
                  <a:lnTo>
                    <a:pt x="297180" y="301752"/>
                  </a:lnTo>
                  <a:lnTo>
                    <a:pt x="308895" y="303752"/>
                  </a:lnTo>
                  <a:lnTo>
                    <a:pt x="318897" y="305181"/>
                  </a:lnTo>
                  <a:lnTo>
                    <a:pt x="327183" y="306038"/>
                  </a:lnTo>
                  <a:lnTo>
                    <a:pt x="333756" y="306324"/>
                  </a:lnTo>
                  <a:lnTo>
                    <a:pt x="386826" y="306324"/>
                  </a:lnTo>
                  <a:lnTo>
                    <a:pt x="386715" y="306728"/>
                  </a:lnTo>
                  <a:lnTo>
                    <a:pt x="381000" y="316992"/>
                  </a:lnTo>
                  <a:lnTo>
                    <a:pt x="373570" y="325564"/>
                  </a:lnTo>
                  <a:lnTo>
                    <a:pt x="364998" y="332994"/>
                  </a:lnTo>
                  <a:lnTo>
                    <a:pt x="355282" y="339280"/>
                  </a:lnTo>
                  <a:lnTo>
                    <a:pt x="344424" y="344424"/>
                  </a:lnTo>
                  <a:close/>
                </a:path>
                <a:path w="401320" h="411479">
                  <a:moveTo>
                    <a:pt x="126492" y="71628"/>
                  </a:moveTo>
                  <a:lnTo>
                    <a:pt x="103632" y="71628"/>
                  </a:lnTo>
                  <a:lnTo>
                    <a:pt x="103564" y="45815"/>
                  </a:lnTo>
                  <a:lnTo>
                    <a:pt x="103456" y="33528"/>
                  </a:lnTo>
                  <a:lnTo>
                    <a:pt x="103365" y="28956"/>
                  </a:lnTo>
                  <a:lnTo>
                    <a:pt x="102989" y="14835"/>
                  </a:lnTo>
                  <a:lnTo>
                    <a:pt x="102108" y="0"/>
                  </a:lnTo>
                  <a:lnTo>
                    <a:pt x="138684" y="16764"/>
                  </a:lnTo>
                  <a:lnTo>
                    <a:pt x="126492" y="28956"/>
                  </a:lnTo>
                  <a:lnTo>
                    <a:pt x="126492" y="71628"/>
                  </a:lnTo>
                  <a:close/>
                </a:path>
                <a:path w="401320" h="411479">
                  <a:moveTo>
                    <a:pt x="214572" y="79248"/>
                  </a:moveTo>
                  <a:lnTo>
                    <a:pt x="181356" y="79248"/>
                  </a:lnTo>
                  <a:lnTo>
                    <a:pt x="187928" y="68675"/>
                  </a:lnTo>
                  <a:lnTo>
                    <a:pt x="193929" y="57531"/>
                  </a:lnTo>
                  <a:lnTo>
                    <a:pt x="199358" y="45815"/>
                  </a:lnTo>
                  <a:lnTo>
                    <a:pt x="204216" y="33528"/>
                  </a:lnTo>
                  <a:lnTo>
                    <a:pt x="236220" y="59436"/>
                  </a:lnTo>
                  <a:lnTo>
                    <a:pt x="231362" y="61698"/>
                  </a:lnTo>
                  <a:lnTo>
                    <a:pt x="225933" y="66103"/>
                  </a:lnTo>
                  <a:lnTo>
                    <a:pt x="219932" y="72509"/>
                  </a:lnTo>
                  <a:lnTo>
                    <a:pt x="214572" y="79248"/>
                  </a:lnTo>
                  <a:close/>
                </a:path>
                <a:path w="401320" h="411479">
                  <a:moveTo>
                    <a:pt x="42672" y="88392"/>
                  </a:moveTo>
                  <a:lnTo>
                    <a:pt x="27432" y="71628"/>
                  </a:lnTo>
                  <a:lnTo>
                    <a:pt x="140208" y="71628"/>
                  </a:lnTo>
                  <a:lnTo>
                    <a:pt x="156972" y="54864"/>
                  </a:lnTo>
                  <a:lnTo>
                    <a:pt x="181356" y="79248"/>
                  </a:lnTo>
                  <a:lnTo>
                    <a:pt x="214572" y="79248"/>
                  </a:lnTo>
                  <a:lnTo>
                    <a:pt x="213360" y="80772"/>
                  </a:lnTo>
                  <a:lnTo>
                    <a:pt x="212225" y="82296"/>
                  </a:lnTo>
                  <a:lnTo>
                    <a:pt x="85344" y="82296"/>
                  </a:lnTo>
                  <a:lnTo>
                    <a:pt x="74175" y="82605"/>
                  </a:lnTo>
                  <a:lnTo>
                    <a:pt x="63436" y="83629"/>
                  </a:lnTo>
                  <a:lnTo>
                    <a:pt x="52982" y="85510"/>
                  </a:lnTo>
                  <a:lnTo>
                    <a:pt x="42672" y="88392"/>
                  </a:lnTo>
                  <a:close/>
                </a:path>
                <a:path w="401320" h="411479">
                  <a:moveTo>
                    <a:pt x="126492" y="146304"/>
                  </a:moveTo>
                  <a:lnTo>
                    <a:pt x="103632" y="146304"/>
                  </a:lnTo>
                  <a:lnTo>
                    <a:pt x="103632" y="82296"/>
                  </a:lnTo>
                  <a:lnTo>
                    <a:pt x="126492" y="82296"/>
                  </a:lnTo>
                  <a:lnTo>
                    <a:pt x="126492" y="146304"/>
                  </a:lnTo>
                  <a:close/>
                </a:path>
                <a:path w="401320" h="411479">
                  <a:moveTo>
                    <a:pt x="164592" y="146304"/>
                  </a:moveTo>
                  <a:lnTo>
                    <a:pt x="138684" y="146304"/>
                  </a:lnTo>
                  <a:lnTo>
                    <a:pt x="150709" y="129444"/>
                  </a:lnTo>
                  <a:lnTo>
                    <a:pt x="161734" y="113157"/>
                  </a:lnTo>
                  <a:lnTo>
                    <a:pt x="171902" y="97440"/>
                  </a:lnTo>
                  <a:lnTo>
                    <a:pt x="181356" y="82296"/>
                  </a:lnTo>
                  <a:lnTo>
                    <a:pt x="212225" y="82296"/>
                  </a:lnTo>
                  <a:lnTo>
                    <a:pt x="164592" y="146304"/>
                  </a:lnTo>
                  <a:close/>
                </a:path>
                <a:path w="401320" h="411479">
                  <a:moveTo>
                    <a:pt x="15240" y="163068"/>
                  </a:moveTo>
                  <a:lnTo>
                    <a:pt x="0" y="146304"/>
                  </a:lnTo>
                  <a:lnTo>
                    <a:pt x="205740" y="146304"/>
                  </a:lnTo>
                  <a:lnTo>
                    <a:pt x="225552" y="128016"/>
                  </a:lnTo>
                  <a:lnTo>
                    <a:pt x="252984" y="156972"/>
                  </a:lnTo>
                  <a:lnTo>
                    <a:pt x="48768" y="156972"/>
                  </a:lnTo>
                  <a:lnTo>
                    <a:pt x="41386" y="157281"/>
                  </a:lnTo>
                  <a:lnTo>
                    <a:pt x="33147" y="158305"/>
                  </a:lnTo>
                  <a:lnTo>
                    <a:pt x="24336" y="160186"/>
                  </a:lnTo>
                  <a:lnTo>
                    <a:pt x="15240" y="163068"/>
                  </a:lnTo>
                  <a:close/>
                </a:path>
                <a:path w="401320" h="411479">
                  <a:moveTo>
                    <a:pt x="209804" y="208788"/>
                  </a:moveTo>
                  <a:lnTo>
                    <a:pt x="79248" y="208788"/>
                  </a:lnTo>
                  <a:lnTo>
                    <a:pt x="94416" y="195333"/>
                  </a:lnTo>
                  <a:lnTo>
                    <a:pt x="108013" y="182308"/>
                  </a:lnTo>
                  <a:lnTo>
                    <a:pt x="120181" y="169568"/>
                  </a:lnTo>
                  <a:lnTo>
                    <a:pt x="131064" y="156972"/>
                  </a:lnTo>
                  <a:lnTo>
                    <a:pt x="160020" y="156972"/>
                  </a:lnTo>
                  <a:lnTo>
                    <a:pt x="150018" y="167830"/>
                  </a:lnTo>
                  <a:lnTo>
                    <a:pt x="138303" y="179832"/>
                  </a:lnTo>
                  <a:lnTo>
                    <a:pt x="124872" y="192976"/>
                  </a:lnTo>
                  <a:lnTo>
                    <a:pt x="109728" y="207264"/>
                  </a:lnTo>
                  <a:lnTo>
                    <a:pt x="208449" y="207264"/>
                  </a:lnTo>
                  <a:lnTo>
                    <a:pt x="209804" y="208788"/>
                  </a:lnTo>
                  <a:close/>
                </a:path>
                <a:path w="401320" h="411479">
                  <a:moveTo>
                    <a:pt x="208449" y="207264"/>
                  </a:moveTo>
                  <a:lnTo>
                    <a:pt x="179832" y="207264"/>
                  </a:lnTo>
                  <a:lnTo>
                    <a:pt x="193548" y="190500"/>
                  </a:lnTo>
                  <a:lnTo>
                    <a:pt x="208449" y="207264"/>
                  </a:lnTo>
                  <a:close/>
                </a:path>
                <a:path w="401320" h="411479">
                  <a:moveTo>
                    <a:pt x="1524" y="268224"/>
                  </a:moveTo>
                  <a:lnTo>
                    <a:pt x="0" y="262128"/>
                  </a:lnTo>
                  <a:lnTo>
                    <a:pt x="16597" y="252102"/>
                  </a:lnTo>
                  <a:lnTo>
                    <a:pt x="32194" y="242506"/>
                  </a:lnTo>
                  <a:lnTo>
                    <a:pt x="46934" y="233195"/>
                  </a:lnTo>
                  <a:lnTo>
                    <a:pt x="60960" y="224028"/>
                  </a:lnTo>
                  <a:lnTo>
                    <a:pt x="60960" y="219456"/>
                  </a:lnTo>
                  <a:lnTo>
                    <a:pt x="59436" y="211836"/>
                  </a:lnTo>
                  <a:lnTo>
                    <a:pt x="57912" y="201168"/>
                  </a:lnTo>
                  <a:lnTo>
                    <a:pt x="79248" y="208788"/>
                  </a:lnTo>
                  <a:lnTo>
                    <a:pt x="209804" y="208788"/>
                  </a:lnTo>
                  <a:lnTo>
                    <a:pt x="217932" y="217932"/>
                  </a:lnTo>
                  <a:lnTo>
                    <a:pt x="99060" y="217932"/>
                  </a:lnTo>
                  <a:lnTo>
                    <a:pt x="85344" y="227076"/>
                  </a:lnTo>
                  <a:lnTo>
                    <a:pt x="85344" y="239268"/>
                  </a:lnTo>
                  <a:lnTo>
                    <a:pt x="62484" y="239268"/>
                  </a:lnTo>
                  <a:lnTo>
                    <a:pt x="50172" y="246149"/>
                  </a:lnTo>
                  <a:lnTo>
                    <a:pt x="36004" y="253174"/>
                  </a:lnTo>
                  <a:lnTo>
                    <a:pt x="19835" y="260484"/>
                  </a:lnTo>
                  <a:lnTo>
                    <a:pt x="1524" y="268224"/>
                  </a:lnTo>
                  <a:close/>
                </a:path>
                <a:path w="401320" h="411479">
                  <a:moveTo>
                    <a:pt x="202928" y="274320"/>
                  </a:moveTo>
                  <a:lnTo>
                    <a:pt x="179832" y="274320"/>
                  </a:lnTo>
                  <a:lnTo>
                    <a:pt x="179832" y="217932"/>
                  </a:lnTo>
                  <a:lnTo>
                    <a:pt x="217932" y="217932"/>
                  </a:lnTo>
                  <a:lnTo>
                    <a:pt x="202692" y="227076"/>
                  </a:lnTo>
                  <a:lnTo>
                    <a:pt x="202928" y="274320"/>
                  </a:lnTo>
                  <a:close/>
                </a:path>
                <a:path w="401320" h="411479">
                  <a:moveTo>
                    <a:pt x="60960" y="405384"/>
                  </a:moveTo>
                  <a:lnTo>
                    <a:pt x="61198" y="377070"/>
                  </a:lnTo>
                  <a:lnTo>
                    <a:pt x="61722" y="340042"/>
                  </a:lnTo>
                  <a:lnTo>
                    <a:pt x="62245" y="294155"/>
                  </a:lnTo>
                  <a:lnTo>
                    <a:pt x="62484" y="239268"/>
                  </a:lnTo>
                  <a:lnTo>
                    <a:pt x="85344" y="239268"/>
                  </a:lnTo>
                  <a:lnTo>
                    <a:pt x="85344" y="274320"/>
                  </a:lnTo>
                  <a:lnTo>
                    <a:pt x="202928" y="274320"/>
                  </a:lnTo>
                  <a:lnTo>
                    <a:pt x="203045" y="284988"/>
                  </a:lnTo>
                  <a:lnTo>
                    <a:pt x="85344" y="284988"/>
                  </a:lnTo>
                  <a:lnTo>
                    <a:pt x="85344" y="347472"/>
                  </a:lnTo>
                  <a:lnTo>
                    <a:pt x="204402" y="347472"/>
                  </a:lnTo>
                  <a:lnTo>
                    <a:pt x="204620" y="354806"/>
                  </a:lnTo>
                  <a:lnTo>
                    <a:pt x="204708" y="356616"/>
                  </a:lnTo>
                  <a:lnTo>
                    <a:pt x="85344" y="356616"/>
                  </a:lnTo>
                  <a:lnTo>
                    <a:pt x="85344" y="393192"/>
                  </a:lnTo>
                  <a:lnTo>
                    <a:pt x="60960" y="405384"/>
                  </a:lnTo>
                  <a:close/>
                </a:path>
                <a:path w="401320" h="411479">
                  <a:moveTo>
                    <a:pt x="204402" y="347472"/>
                  </a:moveTo>
                  <a:lnTo>
                    <a:pt x="179832" y="347472"/>
                  </a:lnTo>
                  <a:lnTo>
                    <a:pt x="179832" y="284988"/>
                  </a:lnTo>
                  <a:lnTo>
                    <a:pt x="203045" y="284988"/>
                  </a:lnTo>
                  <a:lnTo>
                    <a:pt x="203644" y="321945"/>
                  </a:lnTo>
                  <a:lnTo>
                    <a:pt x="204402" y="347472"/>
                  </a:lnTo>
                  <a:close/>
                </a:path>
                <a:path w="401320" h="411479">
                  <a:moveTo>
                    <a:pt x="179832" y="391668"/>
                  </a:moveTo>
                  <a:lnTo>
                    <a:pt x="179832" y="356616"/>
                  </a:lnTo>
                  <a:lnTo>
                    <a:pt x="204708" y="356616"/>
                  </a:lnTo>
                  <a:lnTo>
                    <a:pt x="205740" y="377952"/>
                  </a:lnTo>
                  <a:lnTo>
                    <a:pt x="179832" y="391668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92" name="object 92"/>
          <p:cNvSpPr/>
          <p:nvPr/>
        </p:nvSpPr>
        <p:spPr>
          <a:xfrm>
            <a:off x="5382755" y="4503420"/>
            <a:ext cx="838835" cy="408940"/>
          </a:xfrm>
          <a:custGeom>
            <a:avLst/>
            <a:gdLst/>
            <a:ahLst/>
            <a:cxnLst/>
            <a:rect l="l" t="t" r="r" b="b"/>
            <a:pathLst>
              <a:path w="838835" h="408939">
                <a:moveTo>
                  <a:pt x="178308" y="169164"/>
                </a:moveTo>
                <a:lnTo>
                  <a:pt x="173126" y="164592"/>
                </a:lnTo>
                <a:lnTo>
                  <a:pt x="152400" y="146304"/>
                </a:lnTo>
                <a:lnTo>
                  <a:pt x="141732" y="160528"/>
                </a:lnTo>
                <a:lnTo>
                  <a:pt x="141732" y="175260"/>
                </a:lnTo>
                <a:lnTo>
                  <a:pt x="141732" y="217932"/>
                </a:lnTo>
                <a:lnTo>
                  <a:pt x="141732" y="228600"/>
                </a:lnTo>
                <a:lnTo>
                  <a:pt x="141732" y="278892"/>
                </a:lnTo>
                <a:lnTo>
                  <a:pt x="48768" y="278892"/>
                </a:lnTo>
                <a:lnTo>
                  <a:pt x="48768" y="228600"/>
                </a:lnTo>
                <a:lnTo>
                  <a:pt x="141732" y="228600"/>
                </a:lnTo>
                <a:lnTo>
                  <a:pt x="141732" y="217932"/>
                </a:lnTo>
                <a:lnTo>
                  <a:pt x="48768" y="217932"/>
                </a:lnTo>
                <a:lnTo>
                  <a:pt x="48768" y="175260"/>
                </a:lnTo>
                <a:lnTo>
                  <a:pt x="141732" y="175260"/>
                </a:lnTo>
                <a:lnTo>
                  <a:pt x="141732" y="160528"/>
                </a:lnTo>
                <a:lnTo>
                  <a:pt x="138684" y="164592"/>
                </a:lnTo>
                <a:lnTo>
                  <a:pt x="48768" y="164592"/>
                </a:lnTo>
                <a:lnTo>
                  <a:pt x="22860" y="150876"/>
                </a:lnTo>
                <a:lnTo>
                  <a:pt x="23749" y="168021"/>
                </a:lnTo>
                <a:lnTo>
                  <a:pt x="24193" y="194310"/>
                </a:lnTo>
                <a:lnTo>
                  <a:pt x="24307" y="217932"/>
                </a:lnTo>
                <a:lnTo>
                  <a:pt x="24193" y="356235"/>
                </a:lnTo>
                <a:lnTo>
                  <a:pt x="23749" y="386194"/>
                </a:lnTo>
                <a:lnTo>
                  <a:pt x="22860" y="408432"/>
                </a:lnTo>
                <a:lnTo>
                  <a:pt x="48768" y="393192"/>
                </a:lnTo>
                <a:lnTo>
                  <a:pt x="48768" y="289560"/>
                </a:lnTo>
                <a:lnTo>
                  <a:pt x="141732" y="289560"/>
                </a:lnTo>
                <a:lnTo>
                  <a:pt x="141732" y="362712"/>
                </a:lnTo>
                <a:lnTo>
                  <a:pt x="137172" y="368795"/>
                </a:lnTo>
                <a:lnTo>
                  <a:pt x="121754" y="368769"/>
                </a:lnTo>
                <a:lnTo>
                  <a:pt x="111823" y="368427"/>
                </a:lnTo>
                <a:lnTo>
                  <a:pt x="99326" y="367525"/>
                </a:lnTo>
                <a:lnTo>
                  <a:pt x="83820" y="365760"/>
                </a:lnTo>
                <a:lnTo>
                  <a:pt x="83820" y="373380"/>
                </a:lnTo>
                <a:lnTo>
                  <a:pt x="102971" y="379933"/>
                </a:lnTo>
                <a:lnTo>
                  <a:pt x="116967" y="388048"/>
                </a:lnTo>
                <a:lnTo>
                  <a:pt x="125831" y="397598"/>
                </a:lnTo>
                <a:lnTo>
                  <a:pt x="129540" y="408432"/>
                </a:lnTo>
                <a:lnTo>
                  <a:pt x="146164" y="399313"/>
                </a:lnTo>
                <a:lnTo>
                  <a:pt x="157353" y="388048"/>
                </a:lnTo>
                <a:lnTo>
                  <a:pt x="163410" y="374789"/>
                </a:lnTo>
                <a:lnTo>
                  <a:pt x="163880" y="368808"/>
                </a:lnTo>
                <a:lnTo>
                  <a:pt x="164592" y="359664"/>
                </a:lnTo>
                <a:lnTo>
                  <a:pt x="164592" y="289560"/>
                </a:lnTo>
                <a:lnTo>
                  <a:pt x="164592" y="278892"/>
                </a:lnTo>
                <a:lnTo>
                  <a:pt x="164592" y="228600"/>
                </a:lnTo>
                <a:lnTo>
                  <a:pt x="164592" y="217932"/>
                </a:lnTo>
                <a:lnTo>
                  <a:pt x="164592" y="181356"/>
                </a:lnTo>
                <a:lnTo>
                  <a:pt x="171450" y="175260"/>
                </a:lnTo>
                <a:lnTo>
                  <a:pt x="178308" y="169164"/>
                </a:lnTo>
                <a:close/>
              </a:path>
              <a:path w="838835" h="408939">
                <a:moveTo>
                  <a:pt x="195072" y="114300"/>
                </a:moveTo>
                <a:lnTo>
                  <a:pt x="194856" y="112776"/>
                </a:lnTo>
                <a:lnTo>
                  <a:pt x="194208" y="108204"/>
                </a:lnTo>
                <a:lnTo>
                  <a:pt x="160401" y="70866"/>
                </a:lnTo>
                <a:lnTo>
                  <a:pt x="134112" y="54864"/>
                </a:lnTo>
                <a:lnTo>
                  <a:pt x="131064" y="59436"/>
                </a:lnTo>
                <a:lnTo>
                  <a:pt x="138163" y="68300"/>
                </a:lnTo>
                <a:lnTo>
                  <a:pt x="145542" y="78867"/>
                </a:lnTo>
                <a:lnTo>
                  <a:pt x="152933" y="91160"/>
                </a:lnTo>
                <a:lnTo>
                  <a:pt x="160020" y="105156"/>
                </a:lnTo>
                <a:lnTo>
                  <a:pt x="28956" y="108204"/>
                </a:lnTo>
                <a:lnTo>
                  <a:pt x="37795" y="99326"/>
                </a:lnTo>
                <a:lnTo>
                  <a:pt x="48196" y="88582"/>
                </a:lnTo>
                <a:lnTo>
                  <a:pt x="60032" y="75844"/>
                </a:lnTo>
                <a:lnTo>
                  <a:pt x="73152" y="60960"/>
                </a:lnTo>
                <a:lnTo>
                  <a:pt x="87185" y="47802"/>
                </a:lnTo>
                <a:lnTo>
                  <a:pt x="99631" y="37909"/>
                </a:lnTo>
                <a:lnTo>
                  <a:pt x="110667" y="31178"/>
                </a:lnTo>
                <a:lnTo>
                  <a:pt x="120396" y="27432"/>
                </a:lnTo>
                <a:lnTo>
                  <a:pt x="89916" y="0"/>
                </a:lnTo>
                <a:lnTo>
                  <a:pt x="60985" y="50584"/>
                </a:lnTo>
                <a:lnTo>
                  <a:pt x="33223" y="84582"/>
                </a:lnTo>
                <a:lnTo>
                  <a:pt x="0" y="105156"/>
                </a:lnTo>
                <a:lnTo>
                  <a:pt x="18288" y="138684"/>
                </a:lnTo>
                <a:lnTo>
                  <a:pt x="60947" y="123901"/>
                </a:lnTo>
                <a:lnTo>
                  <a:pt x="148336" y="114185"/>
                </a:lnTo>
                <a:lnTo>
                  <a:pt x="164592" y="112776"/>
                </a:lnTo>
                <a:lnTo>
                  <a:pt x="167640" y="121920"/>
                </a:lnTo>
                <a:lnTo>
                  <a:pt x="170688" y="129540"/>
                </a:lnTo>
                <a:lnTo>
                  <a:pt x="172212" y="134112"/>
                </a:lnTo>
                <a:lnTo>
                  <a:pt x="172212" y="138684"/>
                </a:lnTo>
                <a:lnTo>
                  <a:pt x="173736" y="140208"/>
                </a:lnTo>
                <a:lnTo>
                  <a:pt x="178308" y="140208"/>
                </a:lnTo>
                <a:lnTo>
                  <a:pt x="187452" y="134112"/>
                </a:lnTo>
                <a:lnTo>
                  <a:pt x="192024" y="129540"/>
                </a:lnTo>
                <a:lnTo>
                  <a:pt x="193548" y="123444"/>
                </a:lnTo>
                <a:lnTo>
                  <a:pt x="195072" y="114300"/>
                </a:lnTo>
                <a:close/>
              </a:path>
              <a:path w="838835" h="408939">
                <a:moveTo>
                  <a:pt x="382524" y="160020"/>
                </a:moveTo>
                <a:lnTo>
                  <a:pt x="360616" y="121539"/>
                </a:lnTo>
                <a:lnTo>
                  <a:pt x="358140" y="102108"/>
                </a:lnTo>
                <a:lnTo>
                  <a:pt x="352044" y="102108"/>
                </a:lnTo>
                <a:lnTo>
                  <a:pt x="351815" y="115239"/>
                </a:lnTo>
                <a:lnTo>
                  <a:pt x="351282" y="127063"/>
                </a:lnTo>
                <a:lnTo>
                  <a:pt x="350761" y="137477"/>
                </a:lnTo>
                <a:lnTo>
                  <a:pt x="350520" y="146304"/>
                </a:lnTo>
                <a:lnTo>
                  <a:pt x="348500" y="153454"/>
                </a:lnTo>
                <a:lnTo>
                  <a:pt x="344614" y="158877"/>
                </a:lnTo>
                <a:lnTo>
                  <a:pt x="338734" y="162598"/>
                </a:lnTo>
                <a:lnTo>
                  <a:pt x="330708" y="164592"/>
                </a:lnTo>
                <a:lnTo>
                  <a:pt x="271272" y="164592"/>
                </a:lnTo>
                <a:lnTo>
                  <a:pt x="260159" y="163436"/>
                </a:lnTo>
                <a:lnTo>
                  <a:pt x="252031" y="159829"/>
                </a:lnTo>
                <a:lnTo>
                  <a:pt x="247065" y="153670"/>
                </a:lnTo>
                <a:lnTo>
                  <a:pt x="245364" y="144780"/>
                </a:lnTo>
                <a:lnTo>
                  <a:pt x="245364" y="112776"/>
                </a:lnTo>
                <a:lnTo>
                  <a:pt x="266509" y="104419"/>
                </a:lnTo>
                <a:lnTo>
                  <a:pt x="268389" y="103632"/>
                </a:lnTo>
                <a:lnTo>
                  <a:pt x="288798" y="95059"/>
                </a:lnTo>
                <a:lnTo>
                  <a:pt x="312229" y="84277"/>
                </a:lnTo>
                <a:lnTo>
                  <a:pt x="336804" y="71628"/>
                </a:lnTo>
                <a:lnTo>
                  <a:pt x="352044" y="70104"/>
                </a:lnTo>
                <a:lnTo>
                  <a:pt x="326136" y="41148"/>
                </a:lnTo>
                <a:lnTo>
                  <a:pt x="310946" y="57988"/>
                </a:lnTo>
                <a:lnTo>
                  <a:pt x="292608" y="74104"/>
                </a:lnTo>
                <a:lnTo>
                  <a:pt x="270852" y="89369"/>
                </a:lnTo>
                <a:lnTo>
                  <a:pt x="245364" y="103632"/>
                </a:lnTo>
                <a:lnTo>
                  <a:pt x="245364" y="42672"/>
                </a:lnTo>
                <a:lnTo>
                  <a:pt x="262128" y="28956"/>
                </a:lnTo>
                <a:lnTo>
                  <a:pt x="220980" y="10668"/>
                </a:lnTo>
                <a:lnTo>
                  <a:pt x="221869" y="27241"/>
                </a:lnTo>
                <a:lnTo>
                  <a:pt x="222313" y="56388"/>
                </a:lnTo>
                <a:lnTo>
                  <a:pt x="222427" y="84277"/>
                </a:lnTo>
                <a:lnTo>
                  <a:pt x="222504" y="152400"/>
                </a:lnTo>
                <a:lnTo>
                  <a:pt x="224790" y="166382"/>
                </a:lnTo>
                <a:lnTo>
                  <a:pt x="231648" y="176212"/>
                </a:lnTo>
                <a:lnTo>
                  <a:pt x="243078" y="181762"/>
                </a:lnTo>
                <a:lnTo>
                  <a:pt x="259080" y="182880"/>
                </a:lnTo>
                <a:lnTo>
                  <a:pt x="332232" y="182880"/>
                </a:lnTo>
                <a:lnTo>
                  <a:pt x="350812" y="181457"/>
                </a:lnTo>
                <a:lnTo>
                  <a:pt x="365379" y="177165"/>
                </a:lnTo>
                <a:lnTo>
                  <a:pt x="375958" y="170027"/>
                </a:lnTo>
                <a:lnTo>
                  <a:pt x="379526" y="164592"/>
                </a:lnTo>
                <a:lnTo>
                  <a:pt x="382524" y="160020"/>
                </a:lnTo>
                <a:close/>
              </a:path>
              <a:path w="838835" h="408939">
                <a:moveTo>
                  <a:pt x="388620" y="367284"/>
                </a:moveTo>
                <a:lnTo>
                  <a:pt x="366712" y="328041"/>
                </a:lnTo>
                <a:lnTo>
                  <a:pt x="364236" y="301752"/>
                </a:lnTo>
                <a:lnTo>
                  <a:pt x="356616" y="301752"/>
                </a:lnTo>
                <a:lnTo>
                  <a:pt x="356387" y="314286"/>
                </a:lnTo>
                <a:lnTo>
                  <a:pt x="355333" y="338188"/>
                </a:lnTo>
                <a:lnTo>
                  <a:pt x="355092" y="348996"/>
                </a:lnTo>
                <a:lnTo>
                  <a:pt x="353072" y="359029"/>
                </a:lnTo>
                <a:lnTo>
                  <a:pt x="349186" y="366331"/>
                </a:lnTo>
                <a:lnTo>
                  <a:pt x="343306" y="371081"/>
                </a:lnTo>
                <a:lnTo>
                  <a:pt x="335280" y="373380"/>
                </a:lnTo>
                <a:lnTo>
                  <a:pt x="266700" y="373380"/>
                </a:lnTo>
                <a:lnTo>
                  <a:pt x="255587" y="372554"/>
                </a:lnTo>
                <a:lnTo>
                  <a:pt x="247459" y="367855"/>
                </a:lnTo>
                <a:lnTo>
                  <a:pt x="242493" y="359460"/>
                </a:lnTo>
                <a:lnTo>
                  <a:pt x="240792" y="347472"/>
                </a:lnTo>
                <a:lnTo>
                  <a:pt x="240792" y="303276"/>
                </a:lnTo>
                <a:lnTo>
                  <a:pt x="263791" y="292608"/>
                </a:lnTo>
                <a:lnTo>
                  <a:pt x="288988" y="280225"/>
                </a:lnTo>
                <a:lnTo>
                  <a:pt x="315163" y="266636"/>
                </a:lnTo>
                <a:lnTo>
                  <a:pt x="342900" y="251460"/>
                </a:lnTo>
                <a:lnTo>
                  <a:pt x="358140" y="251460"/>
                </a:lnTo>
                <a:lnTo>
                  <a:pt x="330708" y="217932"/>
                </a:lnTo>
                <a:lnTo>
                  <a:pt x="313880" y="238175"/>
                </a:lnTo>
                <a:lnTo>
                  <a:pt x="293179" y="257556"/>
                </a:lnTo>
                <a:lnTo>
                  <a:pt x="268782" y="275805"/>
                </a:lnTo>
                <a:lnTo>
                  <a:pt x="240792" y="292608"/>
                </a:lnTo>
                <a:lnTo>
                  <a:pt x="240792" y="237744"/>
                </a:lnTo>
                <a:lnTo>
                  <a:pt x="256032" y="225552"/>
                </a:lnTo>
                <a:lnTo>
                  <a:pt x="216408" y="205740"/>
                </a:lnTo>
                <a:lnTo>
                  <a:pt x="217690" y="251460"/>
                </a:lnTo>
                <a:lnTo>
                  <a:pt x="217919" y="301752"/>
                </a:lnTo>
                <a:lnTo>
                  <a:pt x="217932" y="362712"/>
                </a:lnTo>
                <a:lnTo>
                  <a:pt x="221107" y="376478"/>
                </a:lnTo>
                <a:lnTo>
                  <a:pt x="228409" y="385953"/>
                </a:lnTo>
                <a:lnTo>
                  <a:pt x="240017" y="391439"/>
                </a:lnTo>
                <a:lnTo>
                  <a:pt x="256032" y="393192"/>
                </a:lnTo>
                <a:lnTo>
                  <a:pt x="336804" y="393192"/>
                </a:lnTo>
                <a:lnTo>
                  <a:pt x="356260" y="391502"/>
                </a:lnTo>
                <a:lnTo>
                  <a:pt x="371284" y="386524"/>
                </a:lnTo>
                <a:lnTo>
                  <a:pt x="382028" y="378409"/>
                </a:lnTo>
                <a:lnTo>
                  <a:pt x="385013" y="373380"/>
                </a:lnTo>
                <a:lnTo>
                  <a:pt x="388620" y="367284"/>
                </a:lnTo>
                <a:close/>
              </a:path>
              <a:path w="838835" h="408939">
                <a:moveTo>
                  <a:pt x="527596" y="77876"/>
                </a:moveTo>
                <a:lnTo>
                  <a:pt x="503694" y="44577"/>
                </a:lnTo>
                <a:lnTo>
                  <a:pt x="480072" y="27432"/>
                </a:lnTo>
                <a:lnTo>
                  <a:pt x="475500" y="28956"/>
                </a:lnTo>
                <a:lnTo>
                  <a:pt x="484898" y="47269"/>
                </a:lnTo>
                <a:lnTo>
                  <a:pt x="492455" y="63436"/>
                </a:lnTo>
                <a:lnTo>
                  <a:pt x="497992" y="77609"/>
                </a:lnTo>
                <a:lnTo>
                  <a:pt x="501408" y="89916"/>
                </a:lnTo>
                <a:lnTo>
                  <a:pt x="502932" y="100584"/>
                </a:lnTo>
                <a:lnTo>
                  <a:pt x="505980" y="106680"/>
                </a:lnTo>
                <a:lnTo>
                  <a:pt x="510552" y="106680"/>
                </a:lnTo>
                <a:lnTo>
                  <a:pt x="513600" y="105156"/>
                </a:lnTo>
                <a:lnTo>
                  <a:pt x="518172" y="102108"/>
                </a:lnTo>
                <a:lnTo>
                  <a:pt x="522744" y="97536"/>
                </a:lnTo>
                <a:lnTo>
                  <a:pt x="525792" y="92964"/>
                </a:lnTo>
                <a:lnTo>
                  <a:pt x="527316" y="83820"/>
                </a:lnTo>
                <a:lnTo>
                  <a:pt x="527596" y="77876"/>
                </a:lnTo>
                <a:close/>
              </a:path>
              <a:path w="838835" h="408939">
                <a:moveTo>
                  <a:pt x="824496" y="313944"/>
                </a:moveTo>
                <a:lnTo>
                  <a:pt x="804113" y="275272"/>
                </a:lnTo>
                <a:lnTo>
                  <a:pt x="803160" y="248412"/>
                </a:lnTo>
                <a:lnTo>
                  <a:pt x="797064" y="248412"/>
                </a:lnTo>
                <a:lnTo>
                  <a:pt x="795007" y="267296"/>
                </a:lnTo>
                <a:lnTo>
                  <a:pt x="793254" y="282892"/>
                </a:lnTo>
                <a:lnTo>
                  <a:pt x="791489" y="295351"/>
                </a:lnTo>
                <a:lnTo>
                  <a:pt x="789444" y="304800"/>
                </a:lnTo>
                <a:lnTo>
                  <a:pt x="787920" y="313944"/>
                </a:lnTo>
                <a:lnTo>
                  <a:pt x="781824" y="318516"/>
                </a:lnTo>
                <a:lnTo>
                  <a:pt x="771156" y="316992"/>
                </a:lnTo>
                <a:lnTo>
                  <a:pt x="742200" y="316992"/>
                </a:lnTo>
                <a:lnTo>
                  <a:pt x="720864" y="187452"/>
                </a:lnTo>
                <a:lnTo>
                  <a:pt x="818400" y="187452"/>
                </a:lnTo>
                <a:lnTo>
                  <a:pt x="786396" y="153924"/>
                </a:lnTo>
                <a:lnTo>
                  <a:pt x="763536" y="176784"/>
                </a:lnTo>
                <a:lnTo>
                  <a:pt x="690384" y="176784"/>
                </a:lnTo>
                <a:lnTo>
                  <a:pt x="690384" y="105156"/>
                </a:lnTo>
                <a:lnTo>
                  <a:pt x="789444" y="105156"/>
                </a:lnTo>
                <a:lnTo>
                  <a:pt x="780224" y="94488"/>
                </a:lnTo>
                <a:lnTo>
                  <a:pt x="760488" y="71628"/>
                </a:lnTo>
                <a:lnTo>
                  <a:pt x="737628" y="94488"/>
                </a:lnTo>
                <a:lnTo>
                  <a:pt x="690384" y="94488"/>
                </a:lnTo>
                <a:lnTo>
                  <a:pt x="690384" y="35052"/>
                </a:lnTo>
                <a:lnTo>
                  <a:pt x="707148" y="21336"/>
                </a:lnTo>
                <a:lnTo>
                  <a:pt x="666000" y="4572"/>
                </a:lnTo>
                <a:lnTo>
                  <a:pt x="666877" y="21336"/>
                </a:lnTo>
                <a:lnTo>
                  <a:pt x="667308" y="41173"/>
                </a:lnTo>
                <a:lnTo>
                  <a:pt x="667410" y="53340"/>
                </a:lnTo>
                <a:lnTo>
                  <a:pt x="667524" y="94488"/>
                </a:lnTo>
                <a:lnTo>
                  <a:pt x="611136" y="94488"/>
                </a:lnTo>
                <a:lnTo>
                  <a:pt x="615442" y="85585"/>
                </a:lnTo>
                <a:lnTo>
                  <a:pt x="619328" y="76962"/>
                </a:lnTo>
                <a:lnTo>
                  <a:pt x="622922" y="68351"/>
                </a:lnTo>
                <a:lnTo>
                  <a:pt x="626376" y="59436"/>
                </a:lnTo>
                <a:lnTo>
                  <a:pt x="640092" y="53340"/>
                </a:lnTo>
                <a:lnTo>
                  <a:pt x="605040" y="32004"/>
                </a:lnTo>
                <a:lnTo>
                  <a:pt x="604227" y="41173"/>
                </a:lnTo>
                <a:lnTo>
                  <a:pt x="601992" y="52768"/>
                </a:lnTo>
                <a:lnTo>
                  <a:pt x="588937" y="102349"/>
                </a:lnTo>
                <a:lnTo>
                  <a:pt x="572935" y="139979"/>
                </a:lnTo>
                <a:lnTo>
                  <a:pt x="562368" y="158496"/>
                </a:lnTo>
                <a:lnTo>
                  <a:pt x="566940" y="163068"/>
                </a:lnTo>
                <a:lnTo>
                  <a:pt x="578916" y="149313"/>
                </a:lnTo>
                <a:lnTo>
                  <a:pt x="589610" y="135255"/>
                </a:lnTo>
                <a:lnTo>
                  <a:pt x="598868" y="120637"/>
                </a:lnTo>
                <a:lnTo>
                  <a:pt x="606564" y="105156"/>
                </a:lnTo>
                <a:lnTo>
                  <a:pt x="667524" y="105156"/>
                </a:lnTo>
                <a:lnTo>
                  <a:pt x="667524" y="176784"/>
                </a:lnTo>
                <a:lnTo>
                  <a:pt x="544080" y="176784"/>
                </a:lnTo>
                <a:lnTo>
                  <a:pt x="560844" y="192024"/>
                </a:lnTo>
                <a:lnTo>
                  <a:pt x="569696" y="190030"/>
                </a:lnTo>
                <a:lnTo>
                  <a:pt x="577989" y="188595"/>
                </a:lnTo>
                <a:lnTo>
                  <a:pt x="585698" y="187744"/>
                </a:lnTo>
                <a:lnTo>
                  <a:pt x="592848" y="187452"/>
                </a:lnTo>
                <a:lnTo>
                  <a:pt x="630948" y="187452"/>
                </a:lnTo>
                <a:lnTo>
                  <a:pt x="624103" y="235458"/>
                </a:lnTo>
                <a:lnTo>
                  <a:pt x="608279" y="276606"/>
                </a:lnTo>
                <a:lnTo>
                  <a:pt x="583577" y="310896"/>
                </a:lnTo>
                <a:lnTo>
                  <a:pt x="550176" y="338328"/>
                </a:lnTo>
                <a:lnTo>
                  <a:pt x="553224" y="342900"/>
                </a:lnTo>
                <a:lnTo>
                  <a:pt x="596392" y="319265"/>
                </a:lnTo>
                <a:lnTo>
                  <a:pt x="627710" y="285178"/>
                </a:lnTo>
                <a:lnTo>
                  <a:pt x="647306" y="241109"/>
                </a:lnTo>
                <a:lnTo>
                  <a:pt x="655332" y="187452"/>
                </a:lnTo>
                <a:lnTo>
                  <a:pt x="698004" y="187452"/>
                </a:lnTo>
                <a:lnTo>
                  <a:pt x="698119" y="304800"/>
                </a:lnTo>
                <a:lnTo>
                  <a:pt x="728484" y="336804"/>
                </a:lnTo>
                <a:lnTo>
                  <a:pt x="783348" y="336804"/>
                </a:lnTo>
                <a:lnTo>
                  <a:pt x="797915" y="336232"/>
                </a:lnTo>
                <a:lnTo>
                  <a:pt x="809637" y="332232"/>
                </a:lnTo>
                <a:lnTo>
                  <a:pt x="818489" y="324802"/>
                </a:lnTo>
                <a:lnTo>
                  <a:pt x="821969" y="318516"/>
                </a:lnTo>
                <a:lnTo>
                  <a:pt x="824496" y="313944"/>
                </a:lnTo>
                <a:close/>
              </a:path>
              <a:path w="838835" h="408939">
                <a:moveTo>
                  <a:pt x="838212" y="362712"/>
                </a:moveTo>
                <a:lnTo>
                  <a:pt x="792467" y="366699"/>
                </a:lnTo>
                <a:lnTo>
                  <a:pt x="748868" y="369379"/>
                </a:lnTo>
                <a:lnTo>
                  <a:pt x="714692" y="370433"/>
                </a:lnTo>
                <a:lnTo>
                  <a:pt x="667524" y="370332"/>
                </a:lnTo>
                <a:lnTo>
                  <a:pt x="603707" y="364617"/>
                </a:lnTo>
                <a:lnTo>
                  <a:pt x="563892" y="352044"/>
                </a:lnTo>
                <a:lnTo>
                  <a:pt x="529577" y="327660"/>
                </a:lnTo>
                <a:lnTo>
                  <a:pt x="519696" y="316992"/>
                </a:lnTo>
                <a:lnTo>
                  <a:pt x="519696" y="179832"/>
                </a:lnTo>
                <a:lnTo>
                  <a:pt x="525983" y="175260"/>
                </a:lnTo>
                <a:lnTo>
                  <a:pt x="536460" y="167640"/>
                </a:lnTo>
                <a:lnTo>
                  <a:pt x="507504" y="146304"/>
                </a:lnTo>
                <a:lnTo>
                  <a:pt x="495312" y="164592"/>
                </a:lnTo>
                <a:lnTo>
                  <a:pt x="429780" y="164592"/>
                </a:lnTo>
                <a:lnTo>
                  <a:pt x="445020" y="179832"/>
                </a:lnTo>
                <a:lnTo>
                  <a:pt x="454494" y="177838"/>
                </a:lnTo>
                <a:lnTo>
                  <a:pt x="462546" y="176403"/>
                </a:lnTo>
                <a:lnTo>
                  <a:pt x="469442" y="175552"/>
                </a:lnTo>
                <a:lnTo>
                  <a:pt x="475500" y="175260"/>
                </a:lnTo>
                <a:lnTo>
                  <a:pt x="498360" y="175260"/>
                </a:lnTo>
                <a:lnTo>
                  <a:pt x="498360" y="313944"/>
                </a:lnTo>
                <a:lnTo>
                  <a:pt x="478370" y="323456"/>
                </a:lnTo>
                <a:lnTo>
                  <a:pt x="459727" y="333933"/>
                </a:lnTo>
                <a:lnTo>
                  <a:pt x="442417" y="345884"/>
                </a:lnTo>
                <a:lnTo>
                  <a:pt x="426732" y="359664"/>
                </a:lnTo>
                <a:lnTo>
                  <a:pt x="452640" y="381000"/>
                </a:lnTo>
                <a:lnTo>
                  <a:pt x="456920" y="373570"/>
                </a:lnTo>
                <a:lnTo>
                  <a:pt x="462927" y="364998"/>
                </a:lnTo>
                <a:lnTo>
                  <a:pt x="489737" y="335813"/>
                </a:lnTo>
                <a:lnTo>
                  <a:pt x="509028" y="327660"/>
                </a:lnTo>
                <a:lnTo>
                  <a:pt x="513549" y="330809"/>
                </a:lnTo>
                <a:lnTo>
                  <a:pt x="520077" y="335661"/>
                </a:lnTo>
                <a:lnTo>
                  <a:pt x="528307" y="342239"/>
                </a:lnTo>
                <a:lnTo>
                  <a:pt x="537984" y="350520"/>
                </a:lnTo>
                <a:lnTo>
                  <a:pt x="548855" y="360235"/>
                </a:lnTo>
                <a:lnTo>
                  <a:pt x="561035" y="368808"/>
                </a:lnTo>
                <a:lnTo>
                  <a:pt x="606945" y="387667"/>
                </a:lnTo>
                <a:lnTo>
                  <a:pt x="648093" y="394525"/>
                </a:lnTo>
                <a:lnTo>
                  <a:pt x="698969" y="396506"/>
                </a:lnTo>
                <a:lnTo>
                  <a:pt x="801636" y="399288"/>
                </a:lnTo>
                <a:lnTo>
                  <a:pt x="803922" y="389813"/>
                </a:lnTo>
                <a:lnTo>
                  <a:pt x="810780" y="381762"/>
                </a:lnTo>
                <a:lnTo>
                  <a:pt x="822210" y="374865"/>
                </a:lnTo>
                <a:lnTo>
                  <a:pt x="833361" y="370649"/>
                </a:lnTo>
                <a:lnTo>
                  <a:pt x="838212" y="368808"/>
                </a:lnTo>
                <a:lnTo>
                  <a:pt x="838212" y="36271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3" name="object 93"/>
          <p:cNvSpPr/>
          <p:nvPr/>
        </p:nvSpPr>
        <p:spPr>
          <a:xfrm>
            <a:off x="6294120" y="4512564"/>
            <a:ext cx="335280" cy="393700"/>
          </a:xfrm>
          <a:custGeom>
            <a:avLst/>
            <a:gdLst/>
            <a:ahLst/>
            <a:cxnLst/>
            <a:rect l="l" t="t" r="r" b="b"/>
            <a:pathLst>
              <a:path w="335279" h="393700">
                <a:moveTo>
                  <a:pt x="297180" y="393191"/>
                </a:moveTo>
                <a:lnTo>
                  <a:pt x="297180" y="365760"/>
                </a:lnTo>
                <a:lnTo>
                  <a:pt x="36575" y="365760"/>
                </a:lnTo>
                <a:lnTo>
                  <a:pt x="24383" y="377952"/>
                </a:lnTo>
                <a:lnTo>
                  <a:pt x="0" y="358140"/>
                </a:lnTo>
                <a:lnTo>
                  <a:pt x="12192" y="345948"/>
                </a:lnTo>
                <a:lnTo>
                  <a:pt x="12168" y="265128"/>
                </a:lnTo>
                <a:lnTo>
                  <a:pt x="12001" y="251078"/>
                </a:lnTo>
                <a:lnTo>
                  <a:pt x="11549" y="236458"/>
                </a:lnTo>
                <a:lnTo>
                  <a:pt x="10668" y="220980"/>
                </a:lnTo>
                <a:lnTo>
                  <a:pt x="50292" y="242315"/>
                </a:lnTo>
                <a:lnTo>
                  <a:pt x="36575" y="254508"/>
                </a:lnTo>
                <a:lnTo>
                  <a:pt x="36575" y="355091"/>
                </a:lnTo>
                <a:lnTo>
                  <a:pt x="152400" y="355091"/>
                </a:lnTo>
                <a:lnTo>
                  <a:pt x="152400" y="185928"/>
                </a:lnTo>
                <a:lnTo>
                  <a:pt x="51816" y="185928"/>
                </a:lnTo>
                <a:lnTo>
                  <a:pt x="38100" y="198120"/>
                </a:lnTo>
                <a:lnTo>
                  <a:pt x="13716" y="179832"/>
                </a:lnTo>
                <a:lnTo>
                  <a:pt x="25907" y="169164"/>
                </a:lnTo>
                <a:lnTo>
                  <a:pt x="25884" y="86963"/>
                </a:lnTo>
                <a:lnTo>
                  <a:pt x="25717" y="75819"/>
                </a:lnTo>
                <a:lnTo>
                  <a:pt x="25265" y="64103"/>
                </a:lnTo>
                <a:lnTo>
                  <a:pt x="24383" y="51816"/>
                </a:lnTo>
                <a:lnTo>
                  <a:pt x="65531" y="73152"/>
                </a:lnTo>
                <a:lnTo>
                  <a:pt x="50292" y="83820"/>
                </a:lnTo>
                <a:lnTo>
                  <a:pt x="50292" y="175260"/>
                </a:lnTo>
                <a:lnTo>
                  <a:pt x="152400" y="175260"/>
                </a:lnTo>
                <a:lnTo>
                  <a:pt x="152376" y="45219"/>
                </a:lnTo>
                <a:lnTo>
                  <a:pt x="152209" y="29908"/>
                </a:lnTo>
                <a:lnTo>
                  <a:pt x="151757" y="14882"/>
                </a:lnTo>
                <a:lnTo>
                  <a:pt x="150876" y="0"/>
                </a:lnTo>
                <a:lnTo>
                  <a:pt x="190500" y="19812"/>
                </a:lnTo>
                <a:lnTo>
                  <a:pt x="176784" y="35052"/>
                </a:lnTo>
                <a:lnTo>
                  <a:pt x="176784" y="175260"/>
                </a:lnTo>
                <a:lnTo>
                  <a:pt x="280416" y="175260"/>
                </a:lnTo>
                <a:lnTo>
                  <a:pt x="280416" y="97536"/>
                </a:lnTo>
                <a:lnTo>
                  <a:pt x="280177" y="86701"/>
                </a:lnTo>
                <a:lnTo>
                  <a:pt x="279130" y="62174"/>
                </a:lnTo>
                <a:lnTo>
                  <a:pt x="278892" y="48768"/>
                </a:lnTo>
                <a:lnTo>
                  <a:pt x="318516" y="68580"/>
                </a:lnTo>
                <a:lnTo>
                  <a:pt x="304800" y="80772"/>
                </a:lnTo>
                <a:lnTo>
                  <a:pt x="304847" y="157591"/>
                </a:lnTo>
                <a:lnTo>
                  <a:pt x="305181" y="168783"/>
                </a:lnTo>
                <a:lnTo>
                  <a:pt x="306085" y="181689"/>
                </a:lnTo>
                <a:lnTo>
                  <a:pt x="307848" y="196596"/>
                </a:lnTo>
                <a:lnTo>
                  <a:pt x="280416" y="207264"/>
                </a:lnTo>
                <a:lnTo>
                  <a:pt x="280416" y="185928"/>
                </a:lnTo>
                <a:lnTo>
                  <a:pt x="176784" y="185928"/>
                </a:lnTo>
                <a:lnTo>
                  <a:pt x="176784" y="355091"/>
                </a:lnTo>
                <a:lnTo>
                  <a:pt x="297180" y="355091"/>
                </a:lnTo>
                <a:lnTo>
                  <a:pt x="297156" y="266033"/>
                </a:lnTo>
                <a:lnTo>
                  <a:pt x="296989" y="252603"/>
                </a:lnTo>
                <a:lnTo>
                  <a:pt x="296537" y="238601"/>
                </a:lnTo>
                <a:lnTo>
                  <a:pt x="295656" y="224028"/>
                </a:lnTo>
                <a:lnTo>
                  <a:pt x="335280" y="246888"/>
                </a:lnTo>
                <a:lnTo>
                  <a:pt x="321564" y="257555"/>
                </a:lnTo>
                <a:lnTo>
                  <a:pt x="321587" y="337542"/>
                </a:lnTo>
                <a:lnTo>
                  <a:pt x="321754" y="353377"/>
                </a:lnTo>
                <a:lnTo>
                  <a:pt x="322206" y="368927"/>
                </a:lnTo>
                <a:lnTo>
                  <a:pt x="323088" y="384048"/>
                </a:lnTo>
                <a:lnTo>
                  <a:pt x="297180" y="39319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4" name="object 94"/>
          <p:cNvSpPr/>
          <p:nvPr/>
        </p:nvSpPr>
        <p:spPr>
          <a:xfrm>
            <a:off x="6707111" y="4501896"/>
            <a:ext cx="847725" cy="413384"/>
          </a:xfrm>
          <a:custGeom>
            <a:avLst/>
            <a:gdLst/>
            <a:ahLst/>
            <a:cxnLst/>
            <a:rect l="l" t="t" r="r" b="b"/>
            <a:pathLst>
              <a:path w="847725" h="413385">
                <a:moveTo>
                  <a:pt x="397764" y="193548"/>
                </a:moveTo>
                <a:lnTo>
                  <a:pt x="358140" y="155448"/>
                </a:lnTo>
                <a:lnTo>
                  <a:pt x="324612" y="182880"/>
                </a:lnTo>
                <a:lnTo>
                  <a:pt x="0" y="182880"/>
                </a:lnTo>
                <a:lnTo>
                  <a:pt x="16764" y="198120"/>
                </a:lnTo>
                <a:lnTo>
                  <a:pt x="26479" y="196126"/>
                </a:lnTo>
                <a:lnTo>
                  <a:pt x="37338" y="194691"/>
                </a:lnTo>
                <a:lnTo>
                  <a:pt x="49339" y="193840"/>
                </a:lnTo>
                <a:lnTo>
                  <a:pt x="62484" y="193548"/>
                </a:lnTo>
                <a:lnTo>
                  <a:pt x="397764" y="193548"/>
                </a:lnTo>
                <a:close/>
              </a:path>
              <a:path w="847725" h="413385">
                <a:moveTo>
                  <a:pt x="670572" y="147828"/>
                </a:moveTo>
                <a:lnTo>
                  <a:pt x="627900" y="126492"/>
                </a:lnTo>
                <a:lnTo>
                  <a:pt x="628789" y="147828"/>
                </a:lnTo>
                <a:lnTo>
                  <a:pt x="629234" y="167449"/>
                </a:lnTo>
                <a:lnTo>
                  <a:pt x="629361" y="180403"/>
                </a:lnTo>
                <a:lnTo>
                  <a:pt x="629272" y="347357"/>
                </a:lnTo>
                <a:lnTo>
                  <a:pt x="629234" y="353377"/>
                </a:lnTo>
                <a:lnTo>
                  <a:pt x="628777" y="380415"/>
                </a:lnTo>
                <a:lnTo>
                  <a:pt x="627900" y="413004"/>
                </a:lnTo>
                <a:lnTo>
                  <a:pt x="658380" y="394716"/>
                </a:lnTo>
                <a:lnTo>
                  <a:pt x="657377" y="380415"/>
                </a:lnTo>
                <a:lnTo>
                  <a:pt x="656285" y="362902"/>
                </a:lnTo>
                <a:lnTo>
                  <a:pt x="655586" y="347357"/>
                </a:lnTo>
                <a:lnTo>
                  <a:pt x="655332" y="332232"/>
                </a:lnTo>
                <a:lnTo>
                  <a:pt x="655332" y="158496"/>
                </a:lnTo>
                <a:lnTo>
                  <a:pt x="670572" y="147828"/>
                </a:lnTo>
                <a:close/>
              </a:path>
              <a:path w="847725" h="413385">
                <a:moveTo>
                  <a:pt x="847356" y="181356"/>
                </a:moveTo>
                <a:lnTo>
                  <a:pt x="798969" y="167449"/>
                </a:lnTo>
                <a:lnTo>
                  <a:pt x="748296" y="138684"/>
                </a:lnTo>
                <a:lnTo>
                  <a:pt x="698385" y="93916"/>
                </a:lnTo>
                <a:lnTo>
                  <a:pt x="658279" y="42672"/>
                </a:lnTo>
                <a:lnTo>
                  <a:pt x="650760" y="32004"/>
                </a:lnTo>
                <a:lnTo>
                  <a:pt x="666000" y="21336"/>
                </a:lnTo>
                <a:lnTo>
                  <a:pt x="629424" y="0"/>
                </a:lnTo>
                <a:lnTo>
                  <a:pt x="604469" y="57150"/>
                </a:lnTo>
                <a:lnTo>
                  <a:pt x="562368" y="118872"/>
                </a:lnTo>
                <a:lnTo>
                  <a:pt x="536435" y="149161"/>
                </a:lnTo>
                <a:lnTo>
                  <a:pt x="506933" y="176022"/>
                </a:lnTo>
                <a:lnTo>
                  <a:pt x="474281" y="199453"/>
                </a:lnTo>
                <a:lnTo>
                  <a:pt x="438924" y="219456"/>
                </a:lnTo>
                <a:lnTo>
                  <a:pt x="440448" y="227076"/>
                </a:lnTo>
                <a:lnTo>
                  <a:pt x="476186" y="210502"/>
                </a:lnTo>
                <a:lnTo>
                  <a:pt x="536244" y="173926"/>
                </a:lnTo>
                <a:lnTo>
                  <a:pt x="582536" y="131406"/>
                </a:lnTo>
                <a:lnTo>
                  <a:pt x="625348" y="75488"/>
                </a:lnTo>
                <a:lnTo>
                  <a:pt x="646188" y="42672"/>
                </a:lnTo>
                <a:lnTo>
                  <a:pt x="664235" y="72986"/>
                </a:lnTo>
                <a:lnTo>
                  <a:pt x="699757" y="123901"/>
                </a:lnTo>
                <a:lnTo>
                  <a:pt x="737222" y="163385"/>
                </a:lnTo>
                <a:lnTo>
                  <a:pt x="782320" y="196011"/>
                </a:lnTo>
                <a:lnTo>
                  <a:pt x="807732" y="210312"/>
                </a:lnTo>
                <a:lnTo>
                  <a:pt x="814565" y="201193"/>
                </a:lnTo>
                <a:lnTo>
                  <a:pt x="823544" y="194500"/>
                </a:lnTo>
                <a:lnTo>
                  <a:pt x="834517" y="190385"/>
                </a:lnTo>
                <a:lnTo>
                  <a:pt x="847356" y="188976"/>
                </a:lnTo>
                <a:lnTo>
                  <a:pt x="847356" y="18135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5" name="object 95"/>
          <p:cNvSpPr/>
          <p:nvPr/>
        </p:nvSpPr>
        <p:spPr>
          <a:xfrm>
            <a:off x="7603235" y="4506467"/>
            <a:ext cx="376555" cy="386080"/>
          </a:xfrm>
          <a:custGeom>
            <a:avLst/>
            <a:gdLst/>
            <a:ahLst/>
            <a:cxnLst/>
            <a:rect l="l" t="t" r="r" b="b"/>
            <a:pathLst>
              <a:path w="376554" h="386079">
                <a:moveTo>
                  <a:pt x="216408" y="105156"/>
                </a:moveTo>
                <a:lnTo>
                  <a:pt x="205740" y="105156"/>
                </a:lnTo>
                <a:lnTo>
                  <a:pt x="220599" y="77152"/>
                </a:lnTo>
                <a:lnTo>
                  <a:pt x="233172" y="50292"/>
                </a:lnTo>
                <a:lnTo>
                  <a:pt x="243459" y="24574"/>
                </a:lnTo>
                <a:lnTo>
                  <a:pt x="251460" y="0"/>
                </a:lnTo>
                <a:lnTo>
                  <a:pt x="288036" y="25908"/>
                </a:lnTo>
                <a:lnTo>
                  <a:pt x="271272" y="30480"/>
                </a:lnTo>
                <a:lnTo>
                  <a:pt x="242697" y="70104"/>
                </a:lnTo>
                <a:lnTo>
                  <a:pt x="229230" y="88392"/>
                </a:lnTo>
                <a:lnTo>
                  <a:pt x="216408" y="105156"/>
                </a:lnTo>
                <a:close/>
              </a:path>
              <a:path w="376554" h="386079">
                <a:moveTo>
                  <a:pt x="143256" y="92964"/>
                </a:moveTo>
                <a:lnTo>
                  <a:pt x="138684" y="92964"/>
                </a:lnTo>
                <a:lnTo>
                  <a:pt x="135636" y="86868"/>
                </a:lnTo>
                <a:lnTo>
                  <a:pt x="134112" y="74676"/>
                </a:lnTo>
                <a:lnTo>
                  <a:pt x="129778" y="61269"/>
                </a:lnTo>
                <a:lnTo>
                  <a:pt x="123444" y="46291"/>
                </a:lnTo>
                <a:lnTo>
                  <a:pt x="114823" y="29884"/>
                </a:lnTo>
                <a:lnTo>
                  <a:pt x="103632" y="12192"/>
                </a:lnTo>
                <a:lnTo>
                  <a:pt x="109728" y="7620"/>
                </a:lnTo>
                <a:lnTo>
                  <a:pt x="143160" y="32480"/>
                </a:lnTo>
                <a:lnTo>
                  <a:pt x="161805" y="61698"/>
                </a:lnTo>
                <a:lnTo>
                  <a:pt x="161544" y="68580"/>
                </a:lnTo>
                <a:lnTo>
                  <a:pt x="158496" y="77724"/>
                </a:lnTo>
                <a:lnTo>
                  <a:pt x="155448" y="85344"/>
                </a:lnTo>
                <a:lnTo>
                  <a:pt x="146304" y="91440"/>
                </a:lnTo>
                <a:lnTo>
                  <a:pt x="143256" y="92964"/>
                </a:lnTo>
                <a:close/>
              </a:path>
              <a:path w="376554" h="386079">
                <a:moveTo>
                  <a:pt x="320257" y="105156"/>
                </a:moveTo>
                <a:lnTo>
                  <a:pt x="286512" y="105156"/>
                </a:lnTo>
                <a:lnTo>
                  <a:pt x="298703" y="88392"/>
                </a:lnTo>
                <a:lnTo>
                  <a:pt x="320257" y="105156"/>
                </a:lnTo>
                <a:close/>
              </a:path>
              <a:path w="376554" h="386079">
                <a:moveTo>
                  <a:pt x="73152" y="249936"/>
                </a:moveTo>
                <a:lnTo>
                  <a:pt x="73328" y="234696"/>
                </a:lnTo>
                <a:lnTo>
                  <a:pt x="73448" y="227076"/>
                </a:lnTo>
                <a:lnTo>
                  <a:pt x="74437" y="188214"/>
                </a:lnTo>
                <a:lnTo>
                  <a:pt x="74676" y="167640"/>
                </a:lnTo>
                <a:lnTo>
                  <a:pt x="74437" y="148232"/>
                </a:lnTo>
                <a:lnTo>
                  <a:pt x="73390" y="109989"/>
                </a:lnTo>
                <a:lnTo>
                  <a:pt x="73152" y="91440"/>
                </a:lnTo>
                <a:lnTo>
                  <a:pt x="99060" y="105156"/>
                </a:lnTo>
                <a:lnTo>
                  <a:pt x="320257" y="105156"/>
                </a:lnTo>
                <a:lnTo>
                  <a:pt x="326136" y="109728"/>
                </a:lnTo>
                <a:lnTo>
                  <a:pt x="319278" y="115824"/>
                </a:lnTo>
                <a:lnTo>
                  <a:pt x="99060" y="115824"/>
                </a:lnTo>
                <a:lnTo>
                  <a:pt x="99060" y="216408"/>
                </a:lnTo>
                <a:lnTo>
                  <a:pt x="313019" y="216408"/>
                </a:lnTo>
                <a:lnTo>
                  <a:pt x="313062" y="218789"/>
                </a:lnTo>
                <a:lnTo>
                  <a:pt x="313481" y="227076"/>
                </a:lnTo>
                <a:lnTo>
                  <a:pt x="99060" y="227076"/>
                </a:lnTo>
                <a:lnTo>
                  <a:pt x="99060" y="240792"/>
                </a:lnTo>
                <a:lnTo>
                  <a:pt x="73152" y="249936"/>
                </a:lnTo>
                <a:close/>
              </a:path>
              <a:path w="376554" h="386079">
                <a:moveTo>
                  <a:pt x="313019" y="216408"/>
                </a:moveTo>
                <a:lnTo>
                  <a:pt x="288036" y="216408"/>
                </a:lnTo>
                <a:lnTo>
                  <a:pt x="288036" y="115824"/>
                </a:lnTo>
                <a:lnTo>
                  <a:pt x="319278" y="115824"/>
                </a:lnTo>
                <a:lnTo>
                  <a:pt x="312420" y="121920"/>
                </a:lnTo>
                <a:lnTo>
                  <a:pt x="312474" y="167640"/>
                </a:lnTo>
                <a:lnTo>
                  <a:pt x="312610" y="193929"/>
                </a:lnTo>
                <a:lnTo>
                  <a:pt x="313019" y="216408"/>
                </a:lnTo>
                <a:close/>
              </a:path>
              <a:path w="376554" h="386079">
                <a:moveTo>
                  <a:pt x="288036" y="246888"/>
                </a:moveTo>
                <a:lnTo>
                  <a:pt x="288036" y="227076"/>
                </a:lnTo>
                <a:lnTo>
                  <a:pt x="313481" y="227076"/>
                </a:lnTo>
                <a:lnTo>
                  <a:pt x="313944" y="236220"/>
                </a:lnTo>
                <a:lnTo>
                  <a:pt x="288036" y="246888"/>
                </a:lnTo>
                <a:close/>
              </a:path>
              <a:path w="376554" h="386079">
                <a:moveTo>
                  <a:pt x="210312" y="313944"/>
                </a:moveTo>
                <a:lnTo>
                  <a:pt x="204216" y="313944"/>
                </a:lnTo>
                <a:lnTo>
                  <a:pt x="201168" y="309372"/>
                </a:lnTo>
                <a:lnTo>
                  <a:pt x="196596" y="298704"/>
                </a:lnTo>
                <a:lnTo>
                  <a:pt x="189690" y="285559"/>
                </a:lnTo>
                <a:lnTo>
                  <a:pt x="180213" y="271272"/>
                </a:lnTo>
                <a:lnTo>
                  <a:pt x="167878" y="255841"/>
                </a:lnTo>
                <a:lnTo>
                  <a:pt x="152400" y="239268"/>
                </a:lnTo>
                <a:lnTo>
                  <a:pt x="155448" y="234696"/>
                </a:lnTo>
                <a:lnTo>
                  <a:pt x="190309" y="252793"/>
                </a:lnTo>
                <a:lnTo>
                  <a:pt x="222504" y="278892"/>
                </a:lnTo>
                <a:lnTo>
                  <a:pt x="222504" y="292608"/>
                </a:lnTo>
                <a:lnTo>
                  <a:pt x="220980" y="298704"/>
                </a:lnTo>
                <a:lnTo>
                  <a:pt x="216408" y="304800"/>
                </a:lnTo>
                <a:lnTo>
                  <a:pt x="213360" y="310896"/>
                </a:lnTo>
                <a:lnTo>
                  <a:pt x="210312" y="313944"/>
                </a:lnTo>
                <a:close/>
              </a:path>
              <a:path w="376554" h="386079">
                <a:moveTo>
                  <a:pt x="266700" y="385572"/>
                </a:moveTo>
                <a:lnTo>
                  <a:pt x="137160" y="385572"/>
                </a:lnTo>
                <a:lnTo>
                  <a:pt x="120324" y="383309"/>
                </a:lnTo>
                <a:lnTo>
                  <a:pt x="108775" y="376618"/>
                </a:lnTo>
                <a:lnTo>
                  <a:pt x="102655" y="365640"/>
                </a:lnTo>
                <a:lnTo>
                  <a:pt x="102108" y="350520"/>
                </a:lnTo>
                <a:lnTo>
                  <a:pt x="101998" y="304800"/>
                </a:lnTo>
                <a:lnTo>
                  <a:pt x="101872" y="290274"/>
                </a:lnTo>
                <a:lnTo>
                  <a:pt x="101489" y="273558"/>
                </a:lnTo>
                <a:lnTo>
                  <a:pt x="101383" y="271272"/>
                </a:lnTo>
                <a:lnTo>
                  <a:pt x="100584" y="259080"/>
                </a:lnTo>
                <a:lnTo>
                  <a:pt x="140208" y="278892"/>
                </a:lnTo>
                <a:lnTo>
                  <a:pt x="126492" y="289560"/>
                </a:lnTo>
                <a:lnTo>
                  <a:pt x="126492" y="344424"/>
                </a:lnTo>
                <a:lnTo>
                  <a:pt x="127611" y="352663"/>
                </a:lnTo>
                <a:lnTo>
                  <a:pt x="130873" y="358902"/>
                </a:lnTo>
                <a:lnTo>
                  <a:pt x="136136" y="362854"/>
                </a:lnTo>
                <a:lnTo>
                  <a:pt x="143256" y="364236"/>
                </a:lnTo>
                <a:lnTo>
                  <a:pt x="304764" y="364236"/>
                </a:lnTo>
                <a:lnTo>
                  <a:pt x="300347" y="370784"/>
                </a:lnTo>
                <a:lnTo>
                  <a:pt x="291274" y="378904"/>
                </a:lnTo>
                <a:lnTo>
                  <a:pt x="280201" y="383881"/>
                </a:lnTo>
                <a:lnTo>
                  <a:pt x="266700" y="385572"/>
                </a:lnTo>
                <a:close/>
              </a:path>
              <a:path w="376554" h="386079">
                <a:moveTo>
                  <a:pt x="362712" y="352044"/>
                </a:moveTo>
                <a:lnTo>
                  <a:pt x="355092" y="352044"/>
                </a:lnTo>
                <a:lnTo>
                  <a:pt x="350520" y="347472"/>
                </a:lnTo>
                <a:lnTo>
                  <a:pt x="345948" y="335280"/>
                </a:lnTo>
                <a:lnTo>
                  <a:pt x="337637" y="321230"/>
                </a:lnTo>
                <a:lnTo>
                  <a:pt x="326326" y="306324"/>
                </a:lnTo>
                <a:lnTo>
                  <a:pt x="311872" y="290274"/>
                </a:lnTo>
                <a:lnTo>
                  <a:pt x="294132" y="272796"/>
                </a:lnTo>
                <a:lnTo>
                  <a:pt x="297179" y="266700"/>
                </a:lnTo>
                <a:lnTo>
                  <a:pt x="339399" y="287274"/>
                </a:lnTo>
                <a:lnTo>
                  <a:pt x="370236" y="311919"/>
                </a:lnTo>
                <a:lnTo>
                  <a:pt x="376428" y="327660"/>
                </a:lnTo>
                <a:lnTo>
                  <a:pt x="374904" y="335280"/>
                </a:lnTo>
                <a:lnTo>
                  <a:pt x="370332" y="341376"/>
                </a:lnTo>
                <a:lnTo>
                  <a:pt x="367284" y="348996"/>
                </a:lnTo>
                <a:lnTo>
                  <a:pt x="362712" y="352044"/>
                </a:lnTo>
                <a:close/>
              </a:path>
              <a:path w="376554" h="386079">
                <a:moveTo>
                  <a:pt x="304764" y="364236"/>
                </a:moveTo>
                <a:lnTo>
                  <a:pt x="251460" y="364236"/>
                </a:lnTo>
                <a:lnTo>
                  <a:pt x="258627" y="362878"/>
                </a:lnTo>
                <a:lnTo>
                  <a:pt x="264223" y="359092"/>
                </a:lnTo>
                <a:lnTo>
                  <a:pt x="276201" y="307586"/>
                </a:lnTo>
                <a:lnTo>
                  <a:pt x="277367" y="289560"/>
                </a:lnTo>
                <a:lnTo>
                  <a:pt x="284988" y="289560"/>
                </a:lnTo>
                <a:lnTo>
                  <a:pt x="288417" y="330708"/>
                </a:lnTo>
                <a:lnTo>
                  <a:pt x="307848" y="359664"/>
                </a:lnTo>
                <a:lnTo>
                  <a:pt x="304764" y="364236"/>
                </a:lnTo>
                <a:close/>
              </a:path>
              <a:path w="376554" h="386079">
                <a:moveTo>
                  <a:pt x="15240" y="362712"/>
                </a:moveTo>
                <a:lnTo>
                  <a:pt x="9144" y="361188"/>
                </a:lnTo>
                <a:lnTo>
                  <a:pt x="6096" y="358140"/>
                </a:lnTo>
                <a:lnTo>
                  <a:pt x="1524" y="355092"/>
                </a:lnTo>
                <a:lnTo>
                  <a:pt x="0" y="353568"/>
                </a:lnTo>
                <a:lnTo>
                  <a:pt x="0" y="350520"/>
                </a:lnTo>
                <a:lnTo>
                  <a:pt x="25217" y="319516"/>
                </a:lnTo>
                <a:lnTo>
                  <a:pt x="34480" y="306705"/>
                </a:lnTo>
                <a:lnTo>
                  <a:pt x="42886" y="291036"/>
                </a:lnTo>
                <a:lnTo>
                  <a:pt x="50292" y="272796"/>
                </a:lnTo>
                <a:lnTo>
                  <a:pt x="56388" y="272796"/>
                </a:lnTo>
                <a:lnTo>
                  <a:pt x="52197" y="316801"/>
                </a:lnTo>
                <a:lnTo>
                  <a:pt x="36195" y="353949"/>
                </a:lnTo>
                <a:lnTo>
                  <a:pt x="24384" y="359664"/>
                </a:lnTo>
                <a:lnTo>
                  <a:pt x="15240" y="36271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6" name="object 96"/>
          <p:cNvSpPr/>
          <p:nvPr/>
        </p:nvSpPr>
        <p:spPr>
          <a:xfrm>
            <a:off x="8036052" y="4506467"/>
            <a:ext cx="1278890" cy="408940"/>
          </a:xfrm>
          <a:custGeom>
            <a:avLst/>
            <a:gdLst/>
            <a:ahLst/>
            <a:cxnLst/>
            <a:rect l="l" t="t" r="r" b="b"/>
            <a:pathLst>
              <a:path w="1278890" h="408939">
                <a:moveTo>
                  <a:pt x="135636" y="24384"/>
                </a:moveTo>
                <a:lnTo>
                  <a:pt x="99060" y="1524"/>
                </a:lnTo>
                <a:lnTo>
                  <a:pt x="91338" y="28625"/>
                </a:lnTo>
                <a:lnTo>
                  <a:pt x="81915" y="57150"/>
                </a:lnTo>
                <a:lnTo>
                  <a:pt x="57912" y="117348"/>
                </a:lnTo>
                <a:lnTo>
                  <a:pt x="30670" y="177165"/>
                </a:lnTo>
                <a:lnTo>
                  <a:pt x="0" y="230124"/>
                </a:lnTo>
                <a:lnTo>
                  <a:pt x="4572" y="234696"/>
                </a:lnTo>
                <a:lnTo>
                  <a:pt x="19443" y="217551"/>
                </a:lnTo>
                <a:lnTo>
                  <a:pt x="34480" y="198120"/>
                </a:lnTo>
                <a:lnTo>
                  <a:pt x="49784" y="176403"/>
                </a:lnTo>
                <a:lnTo>
                  <a:pt x="65532" y="152400"/>
                </a:lnTo>
                <a:lnTo>
                  <a:pt x="65430" y="345287"/>
                </a:lnTo>
                <a:lnTo>
                  <a:pt x="65316" y="356616"/>
                </a:lnTo>
                <a:lnTo>
                  <a:pt x="64884" y="379272"/>
                </a:lnTo>
                <a:lnTo>
                  <a:pt x="64008" y="408432"/>
                </a:lnTo>
                <a:lnTo>
                  <a:pt x="89916" y="399288"/>
                </a:lnTo>
                <a:lnTo>
                  <a:pt x="89027" y="386435"/>
                </a:lnTo>
                <a:lnTo>
                  <a:pt x="88582" y="368427"/>
                </a:lnTo>
                <a:lnTo>
                  <a:pt x="88493" y="356616"/>
                </a:lnTo>
                <a:lnTo>
                  <a:pt x="88392" y="152400"/>
                </a:lnTo>
                <a:lnTo>
                  <a:pt x="88392" y="143256"/>
                </a:lnTo>
                <a:lnTo>
                  <a:pt x="102108" y="134112"/>
                </a:lnTo>
                <a:lnTo>
                  <a:pt x="80772" y="121920"/>
                </a:lnTo>
                <a:lnTo>
                  <a:pt x="86487" y="107899"/>
                </a:lnTo>
                <a:lnTo>
                  <a:pt x="117348" y="33528"/>
                </a:lnTo>
                <a:lnTo>
                  <a:pt x="135636" y="24384"/>
                </a:lnTo>
                <a:close/>
              </a:path>
              <a:path w="1278890" h="408939">
                <a:moveTo>
                  <a:pt x="409956" y="388620"/>
                </a:moveTo>
                <a:lnTo>
                  <a:pt x="376428" y="356616"/>
                </a:lnTo>
                <a:lnTo>
                  <a:pt x="353568" y="377952"/>
                </a:lnTo>
                <a:lnTo>
                  <a:pt x="338328" y="377952"/>
                </a:lnTo>
                <a:lnTo>
                  <a:pt x="338328" y="143256"/>
                </a:lnTo>
                <a:lnTo>
                  <a:pt x="345948" y="138684"/>
                </a:lnTo>
                <a:lnTo>
                  <a:pt x="353568" y="134112"/>
                </a:lnTo>
                <a:lnTo>
                  <a:pt x="346659" y="128016"/>
                </a:lnTo>
                <a:lnTo>
                  <a:pt x="327660" y="111252"/>
                </a:lnTo>
                <a:lnTo>
                  <a:pt x="315468" y="124663"/>
                </a:lnTo>
                <a:lnTo>
                  <a:pt x="315468" y="138684"/>
                </a:lnTo>
                <a:lnTo>
                  <a:pt x="315468" y="190500"/>
                </a:lnTo>
                <a:lnTo>
                  <a:pt x="315468" y="377952"/>
                </a:lnTo>
                <a:lnTo>
                  <a:pt x="181356" y="377952"/>
                </a:lnTo>
                <a:lnTo>
                  <a:pt x="181356" y="326136"/>
                </a:lnTo>
                <a:lnTo>
                  <a:pt x="315468" y="326136"/>
                </a:lnTo>
                <a:lnTo>
                  <a:pt x="315468" y="315468"/>
                </a:lnTo>
                <a:lnTo>
                  <a:pt x="181356" y="315468"/>
                </a:lnTo>
                <a:lnTo>
                  <a:pt x="181356" y="263652"/>
                </a:lnTo>
                <a:lnTo>
                  <a:pt x="315468" y="263652"/>
                </a:lnTo>
                <a:lnTo>
                  <a:pt x="315468" y="252984"/>
                </a:lnTo>
                <a:lnTo>
                  <a:pt x="181356" y="252984"/>
                </a:lnTo>
                <a:lnTo>
                  <a:pt x="181356" y="201168"/>
                </a:lnTo>
                <a:lnTo>
                  <a:pt x="315468" y="201168"/>
                </a:lnTo>
                <a:lnTo>
                  <a:pt x="315468" y="190500"/>
                </a:lnTo>
                <a:lnTo>
                  <a:pt x="181356" y="190500"/>
                </a:lnTo>
                <a:lnTo>
                  <a:pt x="181356" y="138684"/>
                </a:lnTo>
                <a:lnTo>
                  <a:pt x="315468" y="138684"/>
                </a:lnTo>
                <a:lnTo>
                  <a:pt x="315468" y="124663"/>
                </a:lnTo>
                <a:lnTo>
                  <a:pt x="312420" y="128016"/>
                </a:lnTo>
                <a:lnTo>
                  <a:pt x="251460" y="128016"/>
                </a:lnTo>
                <a:lnTo>
                  <a:pt x="252984" y="77724"/>
                </a:lnTo>
                <a:lnTo>
                  <a:pt x="387096" y="77724"/>
                </a:lnTo>
                <a:lnTo>
                  <a:pt x="353568" y="44196"/>
                </a:lnTo>
                <a:lnTo>
                  <a:pt x="332232" y="67056"/>
                </a:lnTo>
                <a:lnTo>
                  <a:pt x="252984" y="67056"/>
                </a:lnTo>
                <a:lnTo>
                  <a:pt x="254508" y="28956"/>
                </a:lnTo>
                <a:lnTo>
                  <a:pt x="268224" y="18288"/>
                </a:lnTo>
                <a:lnTo>
                  <a:pt x="228600" y="0"/>
                </a:lnTo>
                <a:lnTo>
                  <a:pt x="229450" y="14554"/>
                </a:lnTo>
                <a:lnTo>
                  <a:pt x="229628" y="24384"/>
                </a:lnTo>
                <a:lnTo>
                  <a:pt x="229514" y="44196"/>
                </a:lnTo>
                <a:lnTo>
                  <a:pt x="229450" y="48221"/>
                </a:lnTo>
                <a:lnTo>
                  <a:pt x="228600" y="67056"/>
                </a:lnTo>
                <a:lnTo>
                  <a:pt x="118872" y="67056"/>
                </a:lnTo>
                <a:lnTo>
                  <a:pt x="135636" y="82296"/>
                </a:lnTo>
                <a:lnTo>
                  <a:pt x="145059" y="80302"/>
                </a:lnTo>
                <a:lnTo>
                  <a:pt x="155067" y="78867"/>
                </a:lnTo>
                <a:lnTo>
                  <a:pt x="165633" y="78016"/>
                </a:lnTo>
                <a:lnTo>
                  <a:pt x="176784" y="77724"/>
                </a:lnTo>
                <a:lnTo>
                  <a:pt x="228600" y="77724"/>
                </a:lnTo>
                <a:lnTo>
                  <a:pt x="227076" y="128016"/>
                </a:lnTo>
                <a:lnTo>
                  <a:pt x="181356" y="128016"/>
                </a:lnTo>
                <a:lnTo>
                  <a:pt x="156972" y="114300"/>
                </a:lnTo>
                <a:lnTo>
                  <a:pt x="158089" y="137718"/>
                </a:lnTo>
                <a:lnTo>
                  <a:pt x="159067" y="157543"/>
                </a:lnTo>
                <a:lnTo>
                  <a:pt x="159753" y="173672"/>
                </a:lnTo>
                <a:lnTo>
                  <a:pt x="160020" y="185928"/>
                </a:lnTo>
                <a:lnTo>
                  <a:pt x="160020" y="377952"/>
                </a:lnTo>
                <a:lnTo>
                  <a:pt x="94488" y="377952"/>
                </a:lnTo>
                <a:lnTo>
                  <a:pt x="111252" y="394716"/>
                </a:lnTo>
                <a:lnTo>
                  <a:pt x="120675" y="391845"/>
                </a:lnTo>
                <a:lnTo>
                  <a:pt x="130683" y="389953"/>
                </a:lnTo>
                <a:lnTo>
                  <a:pt x="141249" y="388937"/>
                </a:lnTo>
                <a:lnTo>
                  <a:pt x="152400" y="388620"/>
                </a:lnTo>
                <a:lnTo>
                  <a:pt x="409956" y="388620"/>
                </a:lnTo>
                <a:close/>
              </a:path>
              <a:path w="1278890" h="408939">
                <a:moveTo>
                  <a:pt x="848855" y="373380"/>
                </a:moveTo>
                <a:lnTo>
                  <a:pt x="815327" y="333756"/>
                </a:lnTo>
                <a:lnTo>
                  <a:pt x="783323" y="362712"/>
                </a:lnTo>
                <a:lnTo>
                  <a:pt x="661403" y="362712"/>
                </a:lnTo>
                <a:lnTo>
                  <a:pt x="661403" y="266700"/>
                </a:lnTo>
                <a:lnTo>
                  <a:pt x="807707" y="266700"/>
                </a:lnTo>
                <a:lnTo>
                  <a:pt x="772655" y="228600"/>
                </a:lnTo>
                <a:lnTo>
                  <a:pt x="745223" y="257556"/>
                </a:lnTo>
                <a:lnTo>
                  <a:pt x="661403" y="257556"/>
                </a:lnTo>
                <a:lnTo>
                  <a:pt x="661403" y="173736"/>
                </a:lnTo>
                <a:lnTo>
                  <a:pt x="680262" y="171437"/>
                </a:lnTo>
                <a:lnTo>
                  <a:pt x="757415" y="163068"/>
                </a:lnTo>
                <a:lnTo>
                  <a:pt x="780275" y="190500"/>
                </a:lnTo>
                <a:lnTo>
                  <a:pt x="781799" y="195072"/>
                </a:lnTo>
                <a:lnTo>
                  <a:pt x="784847" y="198120"/>
                </a:lnTo>
                <a:lnTo>
                  <a:pt x="790943" y="198120"/>
                </a:lnTo>
                <a:lnTo>
                  <a:pt x="793991" y="193548"/>
                </a:lnTo>
                <a:lnTo>
                  <a:pt x="797039" y="184404"/>
                </a:lnTo>
                <a:lnTo>
                  <a:pt x="798995" y="177812"/>
                </a:lnTo>
                <a:lnTo>
                  <a:pt x="800087" y="171640"/>
                </a:lnTo>
                <a:lnTo>
                  <a:pt x="800049" y="165760"/>
                </a:lnTo>
                <a:lnTo>
                  <a:pt x="775703" y="135636"/>
                </a:lnTo>
                <a:lnTo>
                  <a:pt x="741603" y="115252"/>
                </a:lnTo>
                <a:lnTo>
                  <a:pt x="676643" y="82296"/>
                </a:lnTo>
                <a:lnTo>
                  <a:pt x="673595" y="88392"/>
                </a:lnTo>
                <a:lnTo>
                  <a:pt x="696201" y="105498"/>
                </a:lnTo>
                <a:lnTo>
                  <a:pt x="716076" y="122301"/>
                </a:lnTo>
                <a:lnTo>
                  <a:pt x="733399" y="138544"/>
                </a:lnTo>
                <a:lnTo>
                  <a:pt x="748271" y="153924"/>
                </a:lnTo>
                <a:lnTo>
                  <a:pt x="638543" y="160591"/>
                </a:lnTo>
                <a:lnTo>
                  <a:pt x="583679" y="163576"/>
                </a:lnTo>
                <a:lnTo>
                  <a:pt x="528815" y="166116"/>
                </a:lnTo>
                <a:lnTo>
                  <a:pt x="547992" y="150926"/>
                </a:lnTo>
                <a:lnTo>
                  <a:pt x="564438" y="137160"/>
                </a:lnTo>
                <a:lnTo>
                  <a:pt x="578332" y="124548"/>
                </a:lnTo>
                <a:lnTo>
                  <a:pt x="589775" y="112776"/>
                </a:lnTo>
                <a:lnTo>
                  <a:pt x="602119" y="100774"/>
                </a:lnTo>
                <a:lnTo>
                  <a:pt x="616445" y="85344"/>
                </a:lnTo>
                <a:lnTo>
                  <a:pt x="633069" y="66484"/>
                </a:lnTo>
                <a:lnTo>
                  <a:pt x="652259" y="44196"/>
                </a:lnTo>
                <a:lnTo>
                  <a:pt x="833615" y="44196"/>
                </a:lnTo>
                <a:lnTo>
                  <a:pt x="797039" y="7620"/>
                </a:lnTo>
                <a:lnTo>
                  <a:pt x="769607" y="33528"/>
                </a:lnTo>
                <a:lnTo>
                  <a:pt x="464807" y="33528"/>
                </a:lnTo>
                <a:lnTo>
                  <a:pt x="480047" y="50292"/>
                </a:lnTo>
                <a:lnTo>
                  <a:pt x="490359" y="47421"/>
                </a:lnTo>
                <a:lnTo>
                  <a:pt x="500811" y="45529"/>
                </a:lnTo>
                <a:lnTo>
                  <a:pt x="511556" y="44513"/>
                </a:lnTo>
                <a:lnTo>
                  <a:pt x="522719" y="44196"/>
                </a:lnTo>
                <a:lnTo>
                  <a:pt x="614159" y="44196"/>
                </a:lnTo>
                <a:lnTo>
                  <a:pt x="592442" y="79819"/>
                </a:lnTo>
                <a:lnTo>
                  <a:pt x="568439" y="109728"/>
                </a:lnTo>
                <a:lnTo>
                  <a:pt x="536511" y="141236"/>
                </a:lnTo>
                <a:lnTo>
                  <a:pt x="502894" y="159829"/>
                </a:lnTo>
                <a:lnTo>
                  <a:pt x="492239" y="161544"/>
                </a:lnTo>
                <a:lnTo>
                  <a:pt x="513575" y="201168"/>
                </a:lnTo>
                <a:lnTo>
                  <a:pt x="554723" y="187452"/>
                </a:lnTo>
                <a:lnTo>
                  <a:pt x="610882" y="177812"/>
                </a:lnTo>
                <a:lnTo>
                  <a:pt x="635495" y="175260"/>
                </a:lnTo>
                <a:lnTo>
                  <a:pt x="635495" y="257556"/>
                </a:lnTo>
                <a:lnTo>
                  <a:pt x="490715" y="257556"/>
                </a:lnTo>
                <a:lnTo>
                  <a:pt x="507479" y="272796"/>
                </a:lnTo>
                <a:lnTo>
                  <a:pt x="516915" y="270560"/>
                </a:lnTo>
                <a:lnTo>
                  <a:pt x="526910" y="268605"/>
                </a:lnTo>
                <a:lnTo>
                  <a:pt x="537489" y="267233"/>
                </a:lnTo>
                <a:lnTo>
                  <a:pt x="548627" y="266700"/>
                </a:lnTo>
                <a:lnTo>
                  <a:pt x="635495" y="266700"/>
                </a:lnTo>
                <a:lnTo>
                  <a:pt x="635495" y="362712"/>
                </a:lnTo>
                <a:lnTo>
                  <a:pt x="448043" y="362712"/>
                </a:lnTo>
                <a:lnTo>
                  <a:pt x="463283" y="377952"/>
                </a:lnTo>
                <a:lnTo>
                  <a:pt x="472935" y="375958"/>
                </a:lnTo>
                <a:lnTo>
                  <a:pt x="483285" y="374523"/>
                </a:lnTo>
                <a:lnTo>
                  <a:pt x="493941" y="373672"/>
                </a:lnTo>
                <a:lnTo>
                  <a:pt x="504431" y="373380"/>
                </a:lnTo>
                <a:lnTo>
                  <a:pt x="848855" y="373380"/>
                </a:lnTo>
                <a:close/>
              </a:path>
              <a:path w="1278890" h="408939">
                <a:moveTo>
                  <a:pt x="1039368" y="114300"/>
                </a:moveTo>
                <a:lnTo>
                  <a:pt x="999744" y="82296"/>
                </a:lnTo>
                <a:lnTo>
                  <a:pt x="994067" y="101396"/>
                </a:lnTo>
                <a:lnTo>
                  <a:pt x="986409" y="121920"/>
                </a:lnTo>
                <a:lnTo>
                  <a:pt x="966254" y="166027"/>
                </a:lnTo>
                <a:lnTo>
                  <a:pt x="936307" y="213169"/>
                </a:lnTo>
                <a:lnTo>
                  <a:pt x="896112" y="263652"/>
                </a:lnTo>
                <a:lnTo>
                  <a:pt x="900684" y="269748"/>
                </a:lnTo>
                <a:lnTo>
                  <a:pt x="933234" y="239179"/>
                </a:lnTo>
                <a:lnTo>
                  <a:pt x="964501" y="204597"/>
                </a:lnTo>
                <a:lnTo>
                  <a:pt x="994257" y="166116"/>
                </a:lnTo>
                <a:lnTo>
                  <a:pt x="1022604" y="123444"/>
                </a:lnTo>
                <a:lnTo>
                  <a:pt x="1039368" y="114300"/>
                </a:lnTo>
                <a:close/>
              </a:path>
              <a:path w="1278890" h="408939">
                <a:moveTo>
                  <a:pt x="1121664" y="21336"/>
                </a:moveTo>
                <a:lnTo>
                  <a:pt x="1078992" y="1524"/>
                </a:lnTo>
                <a:lnTo>
                  <a:pt x="1079868" y="19773"/>
                </a:lnTo>
                <a:lnTo>
                  <a:pt x="1080325" y="49149"/>
                </a:lnTo>
                <a:lnTo>
                  <a:pt x="1080452" y="82296"/>
                </a:lnTo>
                <a:lnTo>
                  <a:pt x="1080350" y="224104"/>
                </a:lnTo>
                <a:lnTo>
                  <a:pt x="1080274" y="233413"/>
                </a:lnTo>
                <a:lnTo>
                  <a:pt x="1079868" y="258940"/>
                </a:lnTo>
                <a:lnTo>
                  <a:pt x="1078992" y="275844"/>
                </a:lnTo>
                <a:lnTo>
                  <a:pt x="1107948" y="262128"/>
                </a:lnTo>
                <a:lnTo>
                  <a:pt x="1107059" y="252755"/>
                </a:lnTo>
                <a:lnTo>
                  <a:pt x="1106614" y="243078"/>
                </a:lnTo>
                <a:lnTo>
                  <a:pt x="1106538" y="239179"/>
                </a:lnTo>
                <a:lnTo>
                  <a:pt x="1106424" y="33528"/>
                </a:lnTo>
                <a:lnTo>
                  <a:pt x="1121664" y="21336"/>
                </a:lnTo>
                <a:close/>
              </a:path>
              <a:path w="1278890" h="408939">
                <a:moveTo>
                  <a:pt x="1240536" y="246888"/>
                </a:moveTo>
                <a:lnTo>
                  <a:pt x="1203960" y="205740"/>
                </a:lnTo>
                <a:lnTo>
                  <a:pt x="1191120" y="224028"/>
                </a:lnTo>
                <a:lnTo>
                  <a:pt x="1175194" y="242887"/>
                </a:lnTo>
                <a:lnTo>
                  <a:pt x="1133856" y="283464"/>
                </a:lnTo>
                <a:lnTo>
                  <a:pt x="1082802" y="321183"/>
                </a:lnTo>
                <a:lnTo>
                  <a:pt x="1022604" y="352044"/>
                </a:lnTo>
                <a:lnTo>
                  <a:pt x="957643" y="377761"/>
                </a:lnTo>
                <a:lnTo>
                  <a:pt x="891540" y="397764"/>
                </a:lnTo>
                <a:lnTo>
                  <a:pt x="893064" y="402336"/>
                </a:lnTo>
                <a:lnTo>
                  <a:pt x="939393" y="394335"/>
                </a:lnTo>
                <a:lnTo>
                  <a:pt x="982599" y="384048"/>
                </a:lnTo>
                <a:lnTo>
                  <a:pt x="1022934" y="371475"/>
                </a:lnTo>
                <a:lnTo>
                  <a:pt x="1060704" y="356616"/>
                </a:lnTo>
                <a:lnTo>
                  <a:pt x="1098080" y="338048"/>
                </a:lnTo>
                <a:lnTo>
                  <a:pt x="1136904" y="314325"/>
                </a:lnTo>
                <a:lnTo>
                  <a:pt x="1176858" y="285470"/>
                </a:lnTo>
                <a:lnTo>
                  <a:pt x="1217676" y="251460"/>
                </a:lnTo>
                <a:lnTo>
                  <a:pt x="1240536" y="246888"/>
                </a:lnTo>
                <a:close/>
              </a:path>
              <a:path w="1278890" h="408939">
                <a:moveTo>
                  <a:pt x="1278636" y="181356"/>
                </a:moveTo>
                <a:lnTo>
                  <a:pt x="1249680" y="144780"/>
                </a:lnTo>
                <a:lnTo>
                  <a:pt x="1210818" y="120777"/>
                </a:lnTo>
                <a:lnTo>
                  <a:pt x="1149096" y="89916"/>
                </a:lnTo>
                <a:lnTo>
                  <a:pt x="1144524" y="94488"/>
                </a:lnTo>
                <a:lnTo>
                  <a:pt x="1166825" y="111950"/>
                </a:lnTo>
                <a:lnTo>
                  <a:pt x="1185862" y="127825"/>
                </a:lnTo>
                <a:lnTo>
                  <a:pt x="1214628" y="155448"/>
                </a:lnTo>
                <a:lnTo>
                  <a:pt x="1244625" y="192100"/>
                </a:lnTo>
                <a:lnTo>
                  <a:pt x="1255776" y="211836"/>
                </a:lnTo>
                <a:lnTo>
                  <a:pt x="1260348" y="216408"/>
                </a:lnTo>
                <a:lnTo>
                  <a:pt x="1267968" y="216408"/>
                </a:lnTo>
                <a:lnTo>
                  <a:pt x="1269492" y="213360"/>
                </a:lnTo>
                <a:lnTo>
                  <a:pt x="1274064" y="207264"/>
                </a:lnTo>
                <a:lnTo>
                  <a:pt x="1276057" y="202145"/>
                </a:lnTo>
                <a:lnTo>
                  <a:pt x="1277493" y="196024"/>
                </a:lnTo>
                <a:lnTo>
                  <a:pt x="1278343" y="189052"/>
                </a:lnTo>
                <a:lnTo>
                  <a:pt x="1278636" y="18135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7" name="object 97"/>
          <p:cNvSpPr/>
          <p:nvPr/>
        </p:nvSpPr>
        <p:spPr>
          <a:xfrm>
            <a:off x="9377171" y="4511040"/>
            <a:ext cx="398145" cy="394970"/>
          </a:xfrm>
          <a:custGeom>
            <a:avLst/>
            <a:gdLst/>
            <a:ahLst/>
            <a:cxnLst/>
            <a:rect l="l" t="t" r="r" b="b"/>
            <a:pathLst>
              <a:path w="398145" h="394970">
                <a:moveTo>
                  <a:pt x="307746" y="16764"/>
                </a:moveTo>
                <a:lnTo>
                  <a:pt x="271272" y="16764"/>
                </a:lnTo>
                <a:lnTo>
                  <a:pt x="286512" y="0"/>
                </a:lnTo>
                <a:lnTo>
                  <a:pt x="307746" y="16764"/>
                </a:lnTo>
                <a:close/>
              </a:path>
              <a:path w="398145" h="394970">
                <a:moveTo>
                  <a:pt x="97536" y="176784"/>
                </a:moveTo>
                <a:lnTo>
                  <a:pt x="98417" y="155305"/>
                </a:lnTo>
                <a:lnTo>
                  <a:pt x="98869" y="134112"/>
                </a:lnTo>
                <a:lnTo>
                  <a:pt x="99022" y="114681"/>
                </a:lnTo>
                <a:lnTo>
                  <a:pt x="99036" y="69675"/>
                </a:lnTo>
                <a:lnTo>
                  <a:pt x="98869" y="47625"/>
                </a:lnTo>
                <a:lnTo>
                  <a:pt x="98417" y="25003"/>
                </a:lnTo>
                <a:lnTo>
                  <a:pt x="97536" y="1524"/>
                </a:lnTo>
                <a:lnTo>
                  <a:pt x="124968" y="16764"/>
                </a:lnTo>
                <a:lnTo>
                  <a:pt x="307746" y="16764"/>
                </a:lnTo>
                <a:lnTo>
                  <a:pt x="315468" y="22860"/>
                </a:lnTo>
                <a:lnTo>
                  <a:pt x="309181" y="27432"/>
                </a:lnTo>
                <a:lnTo>
                  <a:pt x="123444" y="27432"/>
                </a:lnTo>
                <a:lnTo>
                  <a:pt x="123444" y="77724"/>
                </a:lnTo>
                <a:lnTo>
                  <a:pt x="298935" y="77724"/>
                </a:lnTo>
                <a:lnTo>
                  <a:pt x="299079" y="88392"/>
                </a:lnTo>
                <a:lnTo>
                  <a:pt x="123444" y="88392"/>
                </a:lnTo>
                <a:lnTo>
                  <a:pt x="123444" y="140208"/>
                </a:lnTo>
                <a:lnTo>
                  <a:pt x="299959" y="140208"/>
                </a:lnTo>
                <a:lnTo>
                  <a:pt x="300108" y="150876"/>
                </a:lnTo>
                <a:lnTo>
                  <a:pt x="123444" y="150876"/>
                </a:lnTo>
                <a:lnTo>
                  <a:pt x="123444" y="167640"/>
                </a:lnTo>
                <a:lnTo>
                  <a:pt x="97536" y="176784"/>
                </a:lnTo>
                <a:close/>
              </a:path>
              <a:path w="398145" h="394970">
                <a:moveTo>
                  <a:pt x="298935" y="77724"/>
                </a:moveTo>
                <a:lnTo>
                  <a:pt x="274320" y="77724"/>
                </a:lnTo>
                <a:lnTo>
                  <a:pt x="274320" y="27432"/>
                </a:lnTo>
                <a:lnTo>
                  <a:pt x="309181" y="27432"/>
                </a:lnTo>
                <a:lnTo>
                  <a:pt x="298704" y="35052"/>
                </a:lnTo>
                <a:lnTo>
                  <a:pt x="298935" y="77724"/>
                </a:lnTo>
                <a:close/>
              </a:path>
              <a:path w="398145" h="394970">
                <a:moveTo>
                  <a:pt x="299959" y="140208"/>
                </a:moveTo>
                <a:lnTo>
                  <a:pt x="274320" y="140208"/>
                </a:lnTo>
                <a:lnTo>
                  <a:pt x="274320" y="88392"/>
                </a:lnTo>
                <a:lnTo>
                  <a:pt x="299079" y="88392"/>
                </a:lnTo>
                <a:lnTo>
                  <a:pt x="299466" y="114681"/>
                </a:lnTo>
                <a:lnTo>
                  <a:pt x="299959" y="140208"/>
                </a:lnTo>
                <a:close/>
              </a:path>
              <a:path w="398145" h="394970">
                <a:moveTo>
                  <a:pt x="274320" y="173736"/>
                </a:moveTo>
                <a:lnTo>
                  <a:pt x="274320" y="150876"/>
                </a:lnTo>
                <a:lnTo>
                  <a:pt x="300108" y="150876"/>
                </a:lnTo>
                <a:lnTo>
                  <a:pt x="300227" y="160020"/>
                </a:lnTo>
                <a:lnTo>
                  <a:pt x="274320" y="173736"/>
                </a:lnTo>
                <a:close/>
              </a:path>
              <a:path w="398145" h="394970">
                <a:moveTo>
                  <a:pt x="21336" y="211836"/>
                </a:moveTo>
                <a:lnTo>
                  <a:pt x="4572" y="196596"/>
                </a:lnTo>
                <a:lnTo>
                  <a:pt x="327660" y="196596"/>
                </a:lnTo>
                <a:lnTo>
                  <a:pt x="353568" y="170688"/>
                </a:lnTo>
                <a:lnTo>
                  <a:pt x="390144" y="207264"/>
                </a:lnTo>
                <a:lnTo>
                  <a:pt x="62484" y="207264"/>
                </a:lnTo>
                <a:lnTo>
                  <a:pt x="51339" y="207549"/>
                </a:lnTo>
                <a:lnTo>
                  <a:pt x="40767" y="208407"/>
                </a:lnTo>
                <a:lnTo>
                  <a:pt x="30765" y="209835"/>
                </a:lnTo>
                <a:lnTo>
                  <a:pt x="21336" y="211836"/>
                </a:lnTo>
                <a:close/>
              </a:path>
              <a:path w="398145" h="394970">
                <a:moveTo>
                  <a:pt x="213360" y="341376"/>
                </a:moveTo>
                <a:lnTo>
                  <a:pt x="188976" y="341376"/>
                </a:lnTo>
                <a:lnTo>
                  <a:pt x="188976" y="207264"/>
                </a:lnTo>
                <a:lnTo>
                  <a:pt x="213360" y="207264"/>
                </a:lnTo>
                <a:lnTo>
                  <a:pt x="213360" y="266699"/>
                </a:lnTo>
                <a:lnTo>
                  <a:pt x="349480" y="266699"/>
                </a:lnTo>
                <a:lnTo>
                  <a:pt x="359664" y="277368"/>
                </a:lnTo>
                <a:lnTo>
                  <a:pt x="213360" y="277368"/>
                </a:lnTo>
                <a:lnTo>
                  <a:pt x="213360" y="341376"/>
                </a:lnTo>
                <a:close/>
              </a:path>
              <a:path w="398145" h="394970">
                <a:moveTo>
                  <a:pt x="3048" y="394716"/>
                </a:moveTo>
                <a:lnTo>
                  <a:pt x="0" y="390144"/>
                </a:lnTo>
                <a:lnTo>
                  <a:pt x="34290" y="357854"/>
                </a:lnTo>
                <a:lnTo>
                  <a:pt x="61722" y="318135"/>
                </a:lnTo>
                <a:lnTo>
                  <a:pt x="82296" y="270986"/>
                </a:lnTo>
                <a:lnTo>
                  <a:pt x="96012" y="216408"/>
                </a:lnTo>
                <a:lnTo>
                  <a:pt x="134112" y="237744"/>
                </a:lnTo>
                <a:lnTo>
                  <a:pt x="126492" y="242316"/>
                </a:lnTo>
                <a:lnTo>
                  <a:pt x="121920" y="248411"/>
                </a:lnTo>
                <a:lnTo>
                  <a:pt x="118872" y="254508"/>
                </a:lnTo>
                <a:lnTo>
                  <a:pt x="115681" y="259008"/>
                </a:lnTo>
                <a:lnTo>
                  <a:pt x="112776" y="265366"/>
                </a:lnTo>
                <a:lnTo>
                  <a:pt x="109870" y="273153"/>
                </a:lnTo>
                <a:lnTo>
                  <a:pt x="106680" y="281940"/>
                </a:lnTo>
                <a:lnTo>
                  <a:pt x="114887" y="291084"/>
                </a:lnTo>
                <a:lnTo>
                  <a:pt x="100584" y="291084"/>
                </a:lnTo>
                <a:lnTo>
                  <a:pt x="82343" y="324850"/>
                </a:lnTo>
                <a:lnTo>
                  <a:pt x="59817" y="353187"/>
                </a:lnTo>
                <a:lnTo>
                  <a:pt x="33289" y="376380"/>
                </a:lnTo>
                <a:lnTo>
                  <a:pt x="3048" y="394716"/>
                </a:lnTo>
                <a:close/>
              </a:path>
              <a:path w="398145" h="394970">
                <a:moveTo>
                  <a:pt x="349480" y="266699"/>
                </a:moveTo>
                <a:lnTo>
                  <a:pt x="304800" y="266699"/>
                </a:lnTo>
                <a:lnTo>
                  <a:pt x="327660" y="243840"/>
                </a:lnTo>
                <a:lnTo>
                  <a:pt x="349480" y="266699"/>
                </a:lnTo>
                <a:close/>
              </a:path>
              <a:path w="398145" h="394970">
                <a:moveTo>
                  <a:pt x="362712" y="390144"/>
                </a:moveTo>
                <a:lnTo>
                  <a:pt x="315872" y="387524"/>
                </a:lnTo>
                <a:lnTo>
                  <a:pt x="276034" y="384048"/>
                </a:lnTo>
                <a:lnTo>
                  <a:pt x="217932" y="373380"/>
                </a:lnTo>
                <a:lnTo>
                  <a:pt x="179641" y="358330"/>
                </a:lnTo>
                <a:lnTo>
                  <a:pt x="135945" y="328374"/>
                </a:lnTo>
                <a:lnTo>
                  <a:pt x="100584" y="291084"/>
                </a:lnTo>
                <a:lnTo>
                  <a:pt x="114887" y="291084"/>
                </a:lnTo>
                <a:lnTo>
                  <a:pt x="122324" y="299370"/>
                </a:lnTo>
                <a:lnTo>
                  <a:pt x="141541" y="315087"/>
                </a:lnTo>
                <a:lnTo>
                  <a:pt x="163901" y="329088"/>
                </a:lnTo>
                <a:lnTo>
                  <a:pt x="188976" y="341376"/>
                </a:lnTo>
                <a:lnTo>
                  <a:pt x="213360" y="341376"/>
                </a:lnTo>
                <a:lnTo>
                  <a:pt x="213360" y="347472"/>
                </a:lnTo>
                <a:lnTo>
                  <a:pt x="231052" y="351496"/>
                </a:lnTo>
                <a:lnTo>
                  <a:pt x="252031" y="354520"/>
                </a:lnTo>
                <a:lnTo>
                  <a:pt x="276153" y="356687"/>
                </a:lnTo>
                <a:lnTo>
                  <a:pt x="303275" y="358140"/>
                </a:lnTo>
                <a:lnTo>
                  <a:pt x="397764" y="358140"/>
                </a:lnTo>
                <a:lnTo>
                  <a:pt x="397764" y="361188"/>
                </a:lnTo>
                <a:lnTo>
                  <a:pt x="384357" y="365712"/>
                </a:lnTo>
                <a:lnTo>
                  <a:pt x="373951" y="372237"/>
                </a:lnTo>
                <a:lnTo>
                  <a:pt x="366688" y="380476"/>
                </a:lnTo>
                <a:lnTo>
                  <a:pt x="362712" y="390144"/>
                </a:lnTo>
                <a:close/>
              </a:path>
              <a:path w="398145" h="394970">
                <a:moveTo>
                  <a:pt x="397764" y="358140"/>
                </a:moveTo>
                <a:lnTo>
                  <a:pt x="303275" y="358140"/>
                </a:lnTo>
                <a:lnTo>
                  <a:pt x="331327" y="357854"/>
                </a:lnTo>
                <a:lnTo>
                  <a:pt x="356235" y="356997"/>
                </a:lnTo>
                <a:lnTo>
                  <a:pt x="378285" y="355568"/>
                </a:lnTo>
                <a:lnTo>
                  <a:pt x="397764" y="353568"/>
                </a:lnTo>
                <a:lnTo>
                  <a:pt x="397764" y="35814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8" name="object 98"/>
          <p:cNvSpPr/>
          <p:nvPr/>
        </p:nvSpPr>
        <p:spPr>
          <a:xfrm>
            <a:off x="2138172" y="5081015"/>
            <a:ext cx="219710" cy="325120"/>
          </a:xfrm>
          <a:custGeom>
            <a:avLst/>
            <a:gdLst/>
            <a:ahLst/>
            <a:cxnLst/>
            <a:rect l="l" t="t" r="r" b="b"/>
            <a:pathLst>
              <a:path w="219710" h="325120">
                <a:moveTo>
                  <a:pt x="92964" y="324612"/>
                </a:moveTo>
                <a:lnTo>
                  <a:pt x="0" y="324612"/>
                </a:lnTo>
                <a:lnTo>
                  <a:pt x="0" y="0"/>
                </a:lnTo>
                <a:lnTo>
                  <a:pt x="86868" y="0"/>
                </a:lnTo>
                <a:lnTo>
                  <a:pt x="102893" y="261"/>
                </a:lnTo>
                <a:lnTo>
                  <a:pt x="146923" y="4500"/>
                </a:lnTo>
                <a:lnTo>
                  <a:pt x="186690" y="24193"/>
                </a:lnTo>
                <a:lnTo>
                  <a:pt x="195729" y="36576"/>
                </a:lnTo>
                <a:lnTo>
                  <a:pt x="44196" y="36576"/>
                </a:lnTo>
                <a:lnTo>
                  <a:pt x="44196" y="132588"/>
                </a:lnTo>
                <a:lnTo>
                  <a:pt x="175781" y="132588"/>
                </a:lnTo>
                <a:lnTo>
                  <a:pt x="169759" y="137231"/>
                </a:lnTo>
                <a:lnTo>
                  <a:pt x="160020" y="143256"/>
                </a:lnTo>
                <a:lnTo>
                  <a:pt x="160020" y="144780"/>
                </a:lnTo>
                <a:lnTo>
                  <a:pt x="173140" y="149090"/>
                </a:lnTo>
                <a:lnTo>
                  <a:pt x="184975" y="155257"/>
                </a:lnTo>
                <a:lnTo>
                  <a:pt x="195381" y="163425"/>
                </a:lnTo>
                <a:lnTo>
                  <a:pt x="198992" y="167640"/>
                </a:lnTo>
                <a:lnTo>
                  <a:pt x="44196" y="167640"/>
                </a:lnTo>
                <a:lnTo>
                  <a:pt x="44196" y="288036"/>
                </a:lnTo>
                <a:lnTo>
                  <a:pt x="196274" y="288036"/>
                </a:lnTo>
                <a:lnTo>
                  <a:pt x="193381" y="291131"/>
                </a:lnTo>
                <a:lnTo>
                  <a:pt x="157853" y="314753"/>
                </a:lnTo>
                <a:lnTo>
                  <a:pt x="109251" y="324088"/>
                </a:lnTo>
                <a:lnTo>
                  <a:pt x="92964" y="324612"/>
                </a:lnTo>
                <a:close/>
              </a:path>
              <a:path w="219710" h="325120">
                <a:moveTo>
                  <a:pt x="175781" y="132588"/>
                </a:moveTo>
                <a:lnTo>
                  <a:pt x="92964" y="132588"/>
                </a:lnTo>
                <a:lnTo>
                  <a:pt x="102417" y="132326"/>
                </a:lnTo>
                <a:lnTo>
                  <a:pt x="110299" y="131635"/>
                </a:lnTo>
                <a:lnTo>
                  <a:pt x="116752" y="130659"/>
                </a:lnTo>
                <a:lnTo>
                  <a:pt x="121920" y="129540"/>
                </a:lnTo>
                <a:lnTo>
                  <a:pt x="128016" y="128016"/>
                </a:lnTo>
                <a:lnTo>
                  <a:pt x="135636" y="126492"/>
                </a:lnTo>
                <a:lnTo>
                  <a:pt x="141732" y="121920"/>
                </a:lnTo>
                <a:lnTo>
                  <a:pt x="149352" y="117348"/>
                </a:lnTo>
                <a:lnTo>
                  <a:pt x="153924" y="111252"/>
                </a:lnTo>
                <a:lnTo>
                  <a:pt x="155448" y="105156"/>
                </a:lnTo>
                <a:lnTo>
                  <a:pt x="157448" y="99393"/>
                </a:lnTo>
                <a:lnTo>
                  <a:pt x="158877" y="93345"/>
                </a:lnTo>
                <a:lnTo>
                  <a:pt x="159734" y="86725"/>
                </a:lnTo>
                <a:lnTo>
                  <a:pt x="160020" y="79248"/>
                </a:lnTo>
                <a:lnTo>
                  <a:pt x="160020" y="71628"/>
                </a:lnTo>
                <a:lnTo>
                  <a:pt x="156972" y="59435"/>
                </a:lnTo>
                <a:lnTo>
                  <a:pt x="153924" y="53340"/>
                </a:lnTo>
                <a:lnTo>
                  <a:pt x="149352" y="48768"/>
                </a:lnTo>
                <a:lnTo>
                  <a:pt x="143256" y="45720"/>
                </a:lnTo>
                <a:lnTo>
                  <a:pt x="137160" y="41147"/>
                </a:lnTo>
                <a:lnTo>
                  <a:pt x="129540" y="39624"/>
                </a:lnTo>
                <a:lnTo>
                  <a:pt x="120396" y="38100"/>
                </a:lnTo>
                <a:lnTo>
                  <a:pt x="113204" y="37861"/>
                </a:lnTo>
                <a:lnTo>
                  <a:pt x="95964" y="36814"/>
                </a:lnTo>
                <a:lnTo>
                  <a:pt x="85344" y="36576"/>
                </a:lnTo>
                <a:lnTo>
                  <a:pt x="195729" y="36576"/>
                </a:lnTo>
                <a:lnTo>
                  <a:pt x="204216" y="73152"/>
                </a:lnTo>
                <a:lnTo>
                  <a:pt x="203620" y="84296"/>
                </a:lnTo>
                <a:lnTo>
                  <a:pt x="186380" y="122896"/>
                </a:lnTo>
                <a:lnTo>
                  <a:pt x="178498" y="130492"/>
                </a:lnTo>
                <a:lnTo>
                  <a:pt x="175781" y="132588"/>
                </a:lnTo>
                <a:close/>
              </a:path>
              <a:path w="219710" h="325120">
                <a:moveTo>
                  <a:pt x="196274" y="288036"/>
                </a:moveTo>
                <a:lnTo>
                  <a:pt x="79248" y="288036"/>
                </a:lnTo>
                <a:lnTo>
                  <a:pt x="92368" y="287774"/>
                </a:lnTo>
                <a:lnTo>
                  <a:pt x="104203" y="287083"/>
                </a:lnTo>
                <a:lnTo>
                  <a:pt x="145518" y="277701"/>
                </a:lnTo>
                <a:lnTo>
                  <a:pt x="172045" y="248507"/>
                </a:lnTo>
                <a:lnTo>
                  <a:pt x="175260" y="227076"/>
                </a:lnTo>
                <a:lnTo>
                  <a:pt x="174974" y="218241"/>
                </a:lnTo>
                <a:lnTo>
                  <a:pt x="156543" y="180736"/>
                </a:lnTo>
                <a:lnTo>
                  <a:pt x="149352" y="176784"/>
                </a:lnTo>
                <a:lnTo>
                  <a:pt x="141732" y="172212"/>
                </a:lnTo>
                <a:lnTo>
                  <a:pt x="135636" y="170688"/>
                </a:lnTo>
                <a:lnTo>
                  <a:pt x="126492" y="169164"/>
                </a:lnTo>
                <a:lnTo>
                  <a:pt x="119967" y="168925"/>
                </a:lnTo>
                <a:lnTo>
                  <a:pt x="102917" y="167878"/>
                </a:lnTo>
                <a:lnTo>
                  <a:pt x="92964" y="167640"/>
                </a:lnTo>
                <a:lnTo>
                  <a:pt x="198992" y="167640"/>
                </a:lnTo>
                <a:lnTo>
                  <a:pt x="218574" y="210383"/>
                </a:lnTo>
                <a:lnTo>
                  <a:pt x="219456" y="225552"/>
                </a:lnTo>
                <a:lnTo>
                  <a:pt x="218884" y="236696"/>
                </a:lnTo>
                <a:lnTo>
                  <a:pt x="205430" y="276177"/>
                </a:lnTo>
                <a:lnTo>
                  <a:pt x="199834" y="284226"/>
                </a:lnTo>
                <a:lnTo>
                  <a:pt x="196274" y="28803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9" name="object 99"/>
          <p:cNvSpPr/>
          <p:nvPr/>
        </p:nvSpPr>
        <p:spPr>
          <a:xfrm>
            <a:off x="2421636" y="5041392"/>
            <a:ext cx="355600" cy="402590"/>
          </a:xfrm>
          <a:custGeom>
            <a:avLst/>
            <a:gdLst/>
            <a:ahLst/>
            <a:cxnLst/>
            <a:rect l="l" t="t" r="r" b="b"/>
            <a:pathLst>
              <a:path w="355600" h="402589">
                <a:moveTo>
                  <a:pt x="53340" y="91440"/>
                </a:moveTo>
                <a:lnTo>
                  <a:pt x="42672" y="91440"/>
                </a:lnTo>
                <a:lnTo>
                  <a:pt x="50696" y="63436"/>
                </a:lnTo>
                <a:lnTo>
                  <a:pt x="56578" y="38862"/>
                </a:lnTo>
                <a:lnTo>
                  <a:pt x="60459" y="17716"/>
                </a:lnTo>
                <a:lnTo>
                  <a:pt x="62484" y="0"/>
                </a:lnTo>
                <a:lnTo>
                  <a:pt x="100584" y="21336"/>
                </a:lnTo>
                <a:lnTo>
                  <a:pt x="90844" y="29075"/>
                </a:lnTo>
                <a:lnTo>
                  <a:pt x="79819" y="43243"/>
                </a:lnTo>
                <a:lnTo>
                  <a:pt x="67365" y="63984"/>
                </a:lnTo>
                <a:lnTo>
                  <a:pt x="53340" y="91440"/>
                </a:lnTo>
                <a:close/>
              </a:path>
              <a:path w="355600" h="402589">
                <a:moveTo>
                  <a:pt x="146304" y="192024"/>
                </a:moveTo>
                <a:lnTo>
                  <a:pt x="141732" y="187452"/>
                </a:lnTo>
                <a:lnTo>
                  <a:pt x="158853" y="160615"/>
                </a:lnTo>
                <a:lnTo>
                  <a:pt x="173545" y="135064"/>
                </a:lnTo>
                <a:lnTo>
                  <a:pt x="195072" y="88392"/>
                </a:lnTo>
                <a:lnTo>
                  <a:pt x="210883" y="45529"/>
                </a:lnTo>
                <a:lnTo>
                  <a:pt x="220979" y="1524"/>
                </a:lnTo>
                <a:lnTo>
                  <a:pt x="260603" y="24384"/>
                </a:lnTo>
                <a:lnTo>
                  <a:pt x="252626" y="32361"/>
                </a:lnTo>
                <a:lnTo>
                  <a:pt x="242506" y="47053"/>
                </a:lnTo>
                <a:lnTo>
                  <a:pt x="230385" y="68318"/>
                </a:lnTo>
                <a:lnTo>
                  <a:pt x="216408" y="96012"/>
                </a:lnTo>
                <a:lnTo>
                  <a:pt x="347895" y="96012"/>
                </a:lnTo>
                <a:lnTo>
                  <a:pt x="355092" y="103632"/>
                </a:lnTo>
                <a:lnTo>
                  <a:pt x="351282" y="106680"/>
                </a:lnTo>
                <a:lnTo>
                  <a:pt x="213360" y="106680"/>
                </a:lnTo>
                <a:lnTo>
                  <a:pt x="197310" y="130730"/>
                </a:lnTo>
                <a:lnTo>
                  <a:pt x="180975" y="152781"/>
                </a:lnTo>
                <a:lnTo>
                  <a:pt x="164068" y="173116"/>
                </a:lnTo>
                <a:lnTo>
                  <a:pt x="146304" y="192024"/>
                </a:lnTo>
                <a:close/>
              </a:path>
              <a:path w="355600" h="402589">
                <a:moveTo>
                  <a:pt x="146304" y="91440"/>
                </a:moveTo>
                <a:lnTo>
                  <a:pt x="111252" y="91440"/>
                </a:lnTo>
                <a:lnTo>
                  <a:pt x="128016" y="73152"/>
                </a:lnTo>
                <a:lnTo>
                  <a:pt x="146304" y="91440"/>
                </a:lnTo>
                <a:close/>
              </a:path>
              <a:path w="355600" h="402589">
                <a:moveTo>
                  <a:pt x="0" y="397764"/>
                </a:moveTo>
                <a:lnTo>
                  <a:pt x="174" y="368260"/>
                </a:lnTo>
                <a:lnTo>
                  <a:pt x="301" y="352615"/>
                </a:lnTo>
                <a:lnTo>
                  <a:pt x="1285" y="276463"/>
                </a:lnTo>
                <a:lnTo>
                  <a:pt x="1360" y="263842"/>
                </a:lnTo>
                <a:lnTo>
                  <a:pt x="1479" y="228600"/>
                </a:lnTo>
                <a:lnTo>
                  <a:pt x="1285" y="195333"/>
                </a:lnTo>
                <a:lnTo>
                  <a:pt x="252" y="115824"/>
                </a:lnTo>
                <a:lnTo>
                  <a:pt x="0" y="74676"/>
                </a:lnTo>
                <a:lnTo>
                  <a:pt x="25908" y="91440"/>
                </a:lnTo>
                <a:lnTo>
                  <a:pt x="146304" y="91440"/>
                </a:lnTo>
                <a:lnTo>
                  <a:pt x="153924" y="99060"/>
                </a:lnTo>
                <a:lnTo>
                  <a:pt x="151828" y="100584"/>
                </a:lnTo>
                <a:lnTo>
                  <a:pt x="22860" y="100584"/>
                </a:lnTo>
                <a:lnTo>
                  <a:pt x="22860" y="211836"/>
                </a:lnTo>
                <a:lnTo>
                  <a:pt x="137205" y="211836"/>
                </a:lnTo>
                <a:lnTo>
                  <a:pt x="137219" y="222504"/>
                </a:lnTo>
                <a:lnTo>
                  <a:pt x="22860" y="222504"/>
                </a:lnTo>
                <a:lnTo>
                  <a:pt x="22860" y="344424"/>
                </a:lnTo>
                <a:lnTo>
                  <a:pt x="137914" y="344424"/>
                </a:lnTo>
                <a:lnTo>
                  <a:pt x="137940" y="346850"/>
                </a:lnTo>
                <a:lnTo>
                  <a:pt x="138137" y="355092"/>
                </a:lnTo>
                <a:lnTo>
                  <a:pt x="22860" y="355092"/>
                </a:lnTo>
                <a:lnTo>
                  <a:pt x="22860" y="384048"/>
                </a:lnTo>
                <a:lnTo>
                  <a:pt x="0" y="397764"/>
                </a:lnTo>
                <a:close/>
              </a:path>
              <a:path w="355600" h="402589">
                <a:moveTo>
                  <a:pt x="347895" y="96012"/>
                </a:moveTo>
                <a:lnTo>
                  <a:pt x="310896" y="96012"/>
                </a:lnTo>
                <a:lnTo>
                  <a:pt x="329184" y="76200"/>
                </a:lnTo>
                <a:lnTo>
                  <a:pt x="347895" y="96012"/>
                </a:lnTo>
                <a:close/>
              </a:path>
              <a:path w="355600" h="402589">
                <a:moveTo>
                  <a:pt x="137205" y="211836"/>
                </a:moveTo>
                <a:lnTo>
                  <a:pt x="114300" y="211836"/>
                </a:lnTo>
                <a:lnTo>
                  <a:pt x="114300" y="100584"/>
                </a:lnTo>
                <a:lnTo>
                  <a:pt x="151828" y="100584"/>
                </a:lnTo>
                <a:lnTo>
                  <a:pt x="137160" y="111252"/>
                </a:lnTo>
                <a:lnTo>
                  <a:pt x="137205" y="211836"/>
                </a:lnTo>
                <a:close/>
              </a:path>
              <a:path w="355600" h="402589">
                <a:moveTo>
                  <a:pt x="326254" y="359664"/>
                </a:moveTo>
                <a:lnTo>
                  <a:pt x="281940" y="359664"/>
                </a:lnTo>
                <a:lnTo>
                  <a:pt x="291107" y="357925"/>
                </a:lnTo>
                <a:lnTo>
                  <a:pt x="298132" y="352615"/>
                </a:lnTo>
                <a:lnTo>
                  <a:pt x="308371" y="305562"/>
                </a:lnTo>
                <a:lnTo>
                  <a:pt x="310134" y="259842"/>
                </a:lnTo>
                <a:lnTo>
                  <a:pt x="311932" y="192024"/>
                </a:lnTo>
                <a:lnTo>
                  <a:pt x="313943" y="106680"/>
                </a:lnTo>
                <a:lnTo>
                  <a:pt x="351282" y="106680"/>
                </a:lnTo>
                <a:lnTo>
                  <a:pt x="339852" y="115824"/>
                </a:lnTo>
                <a:lnTo>
                  <a:pt x="338660" y="186976"/>
                </a:lnTo>
                <a:lnTo>
                  <a:pt x="338551" y="192024"/>
                </a:lnTo>
                <a:lnTo>
                  <a:pt x="336903" y="248412"/>
                </a:lnTo>
                <a:lnTo>
                  <a:pt x="334804" y="296107"/>
                </a:lnTo>
                <a:lnTo>
                  <a:pt x="330708" y="345948"/>
                </a:lnTo>
                <a:lnTo>
                  <a:pt x="326973" y="357925"/>
                </a:lnTo>
                <a:lnTo>
                  <a:pt x="326254" y="359664"/>
                </a:lnTo>
                <a:close/>
              </a:path>
              <a:path w="355600" h="402589">
                <a:moveTo>
                  <a:pt x="231648" y="269748"/>
                </a:moveTo>
                <a:lnTo>
                  <a:pt x="228600" y="269748"/>
                </a:lnTo>
                <a:lnTo>
                  <a:pt x="225432" y="268295"/>
                </a:lnTo>
                <a:lnTo>
                  <a:pt x="222694" y="263842"/>
                </a:lnTo>
                <a:lnTo>
                  <a:pt x="220241" y="256246"/>
                </a:lnTo>
                <a:lnTo>
                  <a:pt x="217932" y="245364"/>
                </a:lnTo>
                <a:lnTo>
                  <a:pt x="213383" y="228242"/>
                </a:lnTo>
                <a:lnTo>
                  <a:pt x="206692" y="211264"/>
                </a:lnTo>
                <a:lnTo>
                  <a:pt x="198000" y="194571"/>
                </a:lnTo>
                <a:lnTo>
                  <a:pt x="187452" y="178308"/>
                </a:lnTo>
                <a:lnTo>
                  <a:pt x="190500" y="172212"/>
                </a:lnTo>
                <a:lnTo>
                  <a:pt x="223456" y="199644"/>
                </a:lnTo>
                <a:lnTo>
                  <a:pt x="245364" y="236220"/>
                </a:lnTo>
                <a:lnTo>
                  <a:pt x="245364" y="248412"/>
                </a:lnTo>
                <a:lnTo>
                  <a:pt x="243840" y="256032"/>
                </a:lnTo>
                <a:lnTo>
                  <a:pt x="239267" y="260603"/>
                </a:lnTo>
                <a:lnTo>
                  <a:pt x="234696" y="266700"/>
                </a:lnTo>
                <a:lnTo>
                  <a:pt x="231648" y="269748"/>
                </a:lnTo>
                <a:close/>
              </a:path>
              <a:path w="355600" h="402589">
                <a:moveTo>
                  <a:pt x="137914" y="344424"/>
                </a:moveTo>
                <a:lnTo>
                  <a:pt x="114300" y="344424"/>
                </a:lnTo>
                <a:lnTo>
                  <a:pt x="114300" y="222504"/>
                </a:lnTo>
                <a:lnTo>
                  <a:pt x="137219" y="222504"/>
                </a:lnTo>
                <a:lnTo>
                  <a:pt x="137337" y="269748"/>
                </a:lnTo>
                <a:lnTo>
                  <a:pt x="137498" y="305562"/>
                </a:lnTo>
                <a:lnTo>
                  <a:pt x="137914" y="344424"/>
                </a:lnTo>
                <a:close/>
              </a:path>
              <a:path w="355600" h="402589">
                <a:moveTo>
                  <a:pt x="277367" y="402336"/>
                </a:moveTo>
                <a:lnTo>
                  <a:pt x="270462" y="389453"/>
                </a:lnTo>
                <a:lnTo>
                  <a:pt x="258699" y="378142"/>
                </a:lnTo>
                <a:lnTo>
                  <a:pt x="241730" y="368236"/>
                </a:lnTo>
                <a:lnTo>
                  <a:pt x="219455" y="359664"/>
                </a:lnTo>
                <a:lnTo>
                  <a:pt x="219455" y="352044"/>
                </a:lnTo>
                <a:lnTo>
                  <a:pt x="239720" y="355163"/>
                </a:lnTo>
                <a:lnTo>
                  <a:pt x="256984" y="357568"/>
                </a:lnTo>
                <a:lnTo>
                  <a:pt x="271105" y="359116"/>
                </a:lnTo>
                <a:lnTo>
                  <a:pt x="281940" y="359664"/>
                </a:lnTo>
                <a:lnTo>
                  <a:pt x="326254" y="359664"/>
                </a:lnTo>
                <a:lnTo>
                  <a:pt x="322693" y="368260"/>
                </a:lnTo>
                <a:lnTo>
                  <a:pt x="288786" y="397764"/>
                </a:lnTo>
                <a:lnTo>
                  <a:pt x="277367" y="402336"/>
                </a:lnTo>
                <a:close/>
              </a:path>
              <a:path w="355600" h="402589">
                <a:moveTo>
                  <a:pt x="114300" y="391668"/>
                </a:moveTo>
                <a:lnTo>
                  <a:pt x="114300" y="355092"/>
                </a:lnTo>
                <a:lnTo>
                  <a:pt x="138137" y="355092"/>
                </a:lnTo>
                <a:lnTo>
                  <a:pt x="138684" y="377952"/>
                </a:lnTo>
                <a:lnTo>
                  <a:pt x="114300" y="39166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0" name="object 100"/>
          <p:cNvSpPr/>
          <p:nvPr/>
        </p:nvSpPr>
        <p:spPr>
          <a:xfrm>
            <a:off x="2840735" y="5039867"/>
            <a:ext cx="390525" cy="407034"/>
          </a:xfrm>
          <a:custGeom>
            <a:avLst/>
            <a:gdLst/>
            <a:ahLst/>
            <a:cxnLst/>
            <a:rect l="l" t="t" r="r" b="b"/>
            <a:pathLst>
              <a:path w="390525" h="407035">
                <a:moveTo>
                  <a:pt x="275843" y="94488"/>
                </a:moveTo>
                <a:lnTo>
                  <a:pt x="252983" y="94488"/>
                </a:lnTo>
                <a:lnTo>
                  <a:pt x="252952" y="60769"/>
                </a:lnTo>
                <a:lnTo>
                  <a:pt x="252789" y="35052"/>
                </a:lnTo>
                <a:lnTo>
                  <a:pt x="252341" y="14549"/>
                </a:lnTo>
                <a:lnTo>
                  <a:pt x="251459" y="0"/>
                </a:lnTo>
                <a:lnTo>
                  <a:pt x="292607" y="22860"/>
                </a:lnTo>
                <a:lnTo>
                  <a:pt x="275843" y="35052"/>
                </a:lnTo>
                <a:lnTo>
                  <a:pt x="275843" y="94488"/>
                </a:lnTo>
                <a:close/>
              </a:path>
              <a:path w="390525" h="407035">
                <a:moveTo>
                  <a:pt x="15240" y="192024"/>
                </a:moveTo>
                <a:lnTo>
                  <a:pt x="0" y="160020"/>
                </a:lnTo>
                <a:lnTo>
                  <a:pt x="8548" y="156900"/>
                </a:lnTo>
                <a:lnTo>
                  <a:pt x="18097" y="147637"/>
                </a:lnTo>
                <a:lnTo>
                  <a:pt x="39623" y="111252"/>
                </a:lnTo>
                <a:lnTo>
                  <a:pt x="61531" y="60769"/>
                </a:lnTo>
                <a:lnTo>
                  <a:pt x="77723" y="9144"/>
                </a:lnTo>
                <a:lnTo>
                  <a:pt x="114299" y="27432"/>
                </a:lnTo>
                <a:lnTo>
                  <a:pt x="99059" y="36576"/>
                </a:lnTo>
                <a:lnTo>
                  <a:pt x="80795" y="70008"/>
                </a:lnTo>
                <a:lnTo>
                  <a:pt x="62674" y="101727"/>
                </a:lnTo>
                <a:lnTo>
                  <a:pt x="44838" y="131730"/>
                </a:lnTo>
                <a:lnTo>
                  <a:pt x="27431" y="160020"/>
                </a:lnTo>
                <a:lnTo>
                  <a:pt x="121375" y="160020"/>
                </a:lnTo>
                <a:lnTo>
                  <a:pt x="120205" y="161544"/>
                </a:lnTo>
                <a:lnTo>
                  <a:pt x="114082" y="169164"/>
                </a:lnTo>
                <a:lnTo>
                  <a:pt x="91440" y="169164"/>
                </a:lnTo>
                <a:lnTo>
                  <a:pt x="81176" y="170568"/>
                </a:lnTo>
                <a:lnTo>
                  <a:pt x="41814" y="179379"/>
                </a:lnTo>
                <a:lnTo>
                  <a:pt x="23526" y="186856"/>
                </a:lnTo>
                <a:lnTo>
                  <a:pt x="15240" y="192024"/>
                </a:lnTo>
                <a:close/>
              </a:path>
              <a:path w="390525" h="407035">
                <a:moveTo>
                  <a:pt x="167639" y="109728"/>
                </a:moveTo>
                <a:lnTo>
                  <a:pt x="152399" y="94488"/>
                </a:lnTo>
                <a:lnTo>
                  <a:pt x="339852" y="94488"/>
                </a:lnTo>
                <a:lnTo>
                  <a:pt x="361188" y="73152"/>
                </a:lnTo>
                <a:lnTo>
                  <a:pt x="390144" y="105156"/>
                </a:lnTo>
                <a:lnTo>
                  <a:pt x="210311" y="105156"/>
                </a:lnTo>
                <a:lnTo>
                  <a:pt x="199143" y="105441"/>
                </a:lnTo>
                <a:lnTo>
                  <a:pt x="188404" y="106299"/>
                </a:lnTo>
                <a:lnTo>
                  <a:pt x="177950" y="107727"/>
                </a:lnTo>
                <a:lnTo>
                  <a:pt x="167639" y="109728"/>
                </a:lnTo>
                <a:close/>
              </a:path>
              <a:path w="390525" h="407035">
                <a:moveTo>
                  <a:pt x="121375" y="160020"/>
                </a:moveTo>
                <a:lnTo>
                  <a:pt x="27431" y="160020"/>
                </a:lnTo>
                <a:lnTo>
                  <a:pt x="96011" y="158496"/>
                </a:lnTo>
                <a:lnTo>
                  <a:pt x="106608" y="142541"/>
                </a:lnTo>
                <a:lnTo>
                  <a:pt x="115633" y="126873"/>
                </a:lnTo>
                <a:lnTo>
                  <a:pt x="123229" y="111775"/>
                </a:lnTo>
                <a:lnTo>
                  <a:pt x="129539" y="97536"/>
                </a:lnTo>
                <a:lnTo>
                  <a:pt x="161543" y="120396"/>
                </a:lnTo>
                <a:lnTo>
                  <a:pt x="144779" y="129540"/>
                </a:lnTo>
                <a:lnTo>
                  <a:pt x="121375" y="160020"/>
                </a:lnTo>
                <a:close/>
              </a:path>
              <a:path w="390525" h="407035">
                <a:moveTo>
                  <a:pt x="275843" y="182880"/>
                </a:moveTo>
                <a:lnTo>
                  <a:pt x="252983" y="182880"/>
                </a:lnTo>
                <a:lnTo>
                  <a:pt x="252983" y="105156"/>
                </a:lnTo>
                <a:lnTo>
                  <a:pt x="275843" y="105156"/>
                </a:lnTo>
                <a:lnTo>
                  <a:pt x="275843" y="182880"/>
                </a:lnTo>
                <a:close/>
              </a:path>
              <a:path w="390525" h="407035">
                <a:moveTo>
                  <a:pt x="182879" y="198120"/>
                </a:moveTo>
                <a:lnTo>
                  <a:pt x="167639" y="182880"/>
                </a:lnTo>
                <a:lnTo>
                  <a:pt x="323088" y="182880"/>
                </a:lnTo>
                <a:lnTo>
                  <a:pt x="342900" y="161544"/>
                </a:lnTo>
                <a:lnTo>
                  <a:pt x="373380" y="193548"/>
                </a:lnTo>
                <a:lnTo>
                  <a:pt x="225551" y="193548"/>
                </a:lnTo>
                <a:lnTo>
                  <a:pt x="214383" y="193833"/>
                </a:lnTo>
                <a:lnTo>
                  <a:pt x="203644" y="194691"/>
                </a:lnTo>
                <a:lnTo>
                  <a:pt x="193190" y="196119"/>
                </a:lnTo>
                <a:lnTo>
                  <a:pt x="182879" y="198120"/>
                </a:lnTo>
                <a:close/>
              </a:path>
              <a:path w="390525" h="407035">
                <a:moveTo>
                  <a:pt x="27431" y="292607"/>
                </a:moveTo>
                <a:lnTo>
                  <a:pt x="7619" y="260604"/>
                </a:lnTo>
                <a:lnTo>
                  <a:pt x="14454" y="257770"/>
                </a:lnTo>
                <a:lnTo>
                  <a:pt x="21145" y="253936"/>
                </a:lnTo>
                <a:lnTo>
                  <a:pt x="54482" y="219075"/>
                </a:lnTo>
                <a:lnTo>
                  <a:pt x="91440" y="169164"/>
                </a:lnTo>
                <a:lnTo>
                  <a:pt x="114082" y="169164"/>
                </a:lnTo>
                <a:lnTo>
                  <a:pt x="94487" y="193548"/>
                </a:lnTo>
                <a:lnTo>
                  <a:pt x="67627" y="225552"/>
                </a:lnTo>
                <a:lnTo>
                  <a:pt x="39623" y="257556"/>
                </a:lnTo>
                <a:lnTo>
                  <a:pt x="113491" y="257556"/>
                </a:lnTo>
                <a:lnTo>
                  <a:pt x="92964" y="263652"/>
                </a:lnTo>
                <a:lnTo>
                  <a:pt x="71794" y="270533"/>
                </a:lnTo>
                <a:lnTo>
                  <a:pt x="53911" y="277558"/>
                </a:lnTo>
                <a:lnTo>
                  <a:pt x="39171" y="284868"/>
                </a:lnTo>
                <a:lnTo>
                  <a:pt x="27431" y="292607"/>
                </a:lnTo>
                <a:close/>
              </a:path>
              <a:path w="390525" h="407035">
                <a:moveTo>
                  <a:pt x="181355" y="406908"/>
                </a:moveTo>
                <a:lnTo>
                  <a:pt x="182237" y="386881"/>
                </a:lnTo>
                <a:lnTo>
                  <a:pt x="182689" y="365569"/>
                </a:lnTo>
                <a:lnTo>
                  <a:pt x="182787" y="284868"/>
                </a:lnTo>
                <a:lnTo>
                  <a:pt x="182689" y="271653"/>
                </a:lnTo>
                <a:lnTo>
                  <a:pt x="182268" y="252222"/>
                </a:lnTo>
                <a:lnTo>
                  <a:pt x="182165" y="249245"/>
                </a:lnTo>
                <a:lnTo>
                  <a:pt x="181355" y="231648"/>
                </a:lnTo>
                <a:lnTo>
                  <a:pt x="210311" y="246888"/>
                </a:lnTo>
                <a:lnTo>
                  <a:pt x="358140" y="246888"/>
                </a:lnTo>
                <a:lnTo>
                  <a:pt x="367284" y="256031"/>
                </a:lnTo>
                <a:lnTo>
                  <a:pt x="365106" y="257556"/>
                </a:lnTo>
                <a:lnTo>
                  <a:pt x="205739" y="257556"/>
                </a:lnTo>
                <a:lnTo>
                  <a:pt x="205739" y="356616"/>
                </a:lnTo>
                <a:lnTo>
                  <a:pt x="352087" y="356616"/>
                </a:lnTo>
                <a:lnTo>
                  <a:pt x="352205" y="367284"/>
                </a:lnTo>
                <a:lnTo>
                  <a:pt x="205739" y="367284"/>
                </a:lnTo>
                <a:lnTo>
                  <a:pt x="205739" y="394716"/>
                </a:lnTo>
                <a:lnTo>
                  <a:pt x="181355" y="406908"/>
                </a:lnTo>
                <a:close/>
              </a:path>
              <a:path w="390525" h="407035">
                <a:moveTo>
                  <a:pt x="358140" y="246888"/>
                </a:moveTo>
                <a:lnTo>
                  <a:pt x="327660" y="246888"/>
                </a:lnTo>
                <a:lnTo>
                  <a:pt x="342900" y="231648"/>
                </a:lnTo>
                <a:lnTo>
                  <a:pt x="358140" y="246888"/>
                </a:lnTo>
                <a:close/>
              </a:path>
              <a:path w="390525" h="407035">
                <a:moveTo>
                  <a:pt x="113491" y="257556"/>
                </a:moveTo>
                <a:lnTo>
                  <a:pt x="39623" y="257556"/>
                </a:lnTo>
                <a:lnTo>
                  <a:pt x="158495" y="237744"/>
                </a:lnTo>
                <a:lnTo>
                  <a:pt x="158495" y="245364"/>
                </a:lnTo>
                <a:lnTo>
                  <a:pt x="146756" y="248221"/>
                </a:lnTo>
                <a:lnTo>
                  <a:pt x="132016" y="252222"/>
                </a:lnTo>
                <a:lnTo>
                  <a:pt x="113491" y="257556"/>
                </a:lnTo>
                <a:close/>
              </a:path>
              <a:path w="390525" h="407035">
                <a:moveTo>
                  <a:pt x="352087" y="356616"/>
                </a:moveTo>
                <a:lnTo>
                  <a:pt x="329184" y="356616"/>
                </a:lnTo>
                <a:lnTo>
                  <a:pt x="329184" y="257556"/>
                </a:lnTo>
                <a:lnTo>
                  <a:pt x="365106" y="257556"/>
                </a:lnTo>
                <a:lnTo>
                  <a:pt x="352044" y="266700"/>
                </a:lnTo>
                <a:lnTo>
                  <a:pt x="352087" y="356616"/>
                </a:lnTo>
                <a:close/>
              </a:path>
              <a:path w="390525" h="407035">
                <a:moveTo>
                  <a:pt x="16764" y="382524"/>
                </a:moveTo>
                <a:lnTo>
                  <a:pt x="0" y="348996"/>
                </a:lnTo>
                <a:lnTo>
                  <a:pt x="12263" y="347329"/>
                </a:lnTo>
                <a:lnTo>
                  <a:pt x="26098" y="344805"/>
                </a:lnTo>
                <a:lnTo>
                  <a:pt x="57911" y="338328"/>
                </a:lnTo>
                <a:lnTo>
                  <a:pt x="77342" y="333803"/>
                </a:lnTo>
                <a:lnTo>
                  <a:pt x="101345" y="327279"/>
                </a:lnTo>
                <a:lnTo>
                  <a:pt x="163067" y="309371"/>
                </a:lnTo>
                <a:lnTo>
                  <a:pt x="164591" y="316992"/>
                </a:lnTo>
                <a:lnTo>
                  <a:pt x="107203" y="339875"/>
                </a:lnTo>
                <a:lnTo>
                  <a:pt x="63245" y="358330"/>
                </a:lnTo>
                <a:lnTo>
                  <a:pt x="33004" y="372498"/>
                </a:lnTo>
                <a:lnTo>
                  <a:pt x="16764" y="382524"/>
                </a:lnTo>
                <a:close/>
              </a:path>
              <a:path w="390525" h="407035">
                <a:moveTo>
                  <a:pt x="329184" y="402336"/>
                </a:moveTo>
                <a:lnTo>
                  <a:pt x="329184" y="367284"/>
                </a:lnTo>
                <a:lnTo>
                  <a:pt x="352205" y="367284"/>
                </a:lnTo>
                <a:lnTo>
                  <a:pt x="352328" y="372498"/>
                </a:lnTo>
                <a:lnTo>
                  <a:pt x="352686" y="382238"/>
                </a:lnTo>
                <a:lnTo>
                  <a:pt x="353568" y="391668"/>
                </a:lnTo>
                <a:lnTo>
                  <a:pt x="329184" y="40233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1" name="object 101"/>
          <p:cNvSpPr/>
          <p:nvPr/>
        </p:nvSpPr>
        <p:spPr>
          <a:xfrm>
            <a:off x="3297935" y="5041391"/>
            <a:ext cx="364490" cy="398145"/>
          </a:xfrm>
          <a:custGeom>
            <a:avLst/>
            <a:gdLst/>
            <a:ahLst/>
            <a:cxnLst/>
            <a:rect l="l" t="t" r="r" b="b"/>
            <a:pathLst>
              <a:path w="364489" h="398145">
                <a:moveTo>
                  <a:pt x="188976" y="152399"/>
                </a:moveTo>
                <a:lnTo>
                  <a:pt x="164592" y="152399"/>
                </a:lnTo>
                <a:lnTo>
                  <a:pt x="164502" y="82295"/>
                </a:lnTo>
                <a:lnTo>
                  <a:pt x="164401" y="56197"/>
                </a:lnTo>
                <a:lnTo>
                  <a:pt x="163949" y="23169"/>
                </a:lnTo>
                <a:lnTo>
                  <a:pt x="163068" y="0"/>
                </a:lnTo>
                <a:lnTo>
                  <a:pt x="202692" y="16763"/>
                </a:lnTo>
                <a:lnTo>
                  <a:pt x="188976" y="30479"/>
                </a:lnTo>
                <a:lnTo>
                  <a:pt x="188976" y="71627"/>
                </a:lnTo>
                <a:lnTo>
                  <a:pt x="345393" y="71627"/>
                </a:lnTo>
                <a:lnTo>
                  <a:pt x="355092" y="82295"/>
                </a:lnTo>
                <a:lnTo>
                  <a:pt x="188976" y="82295"/>
                </a:lnTo>
                <a:lnTo>
                  <a:pt x="188976" y="152399"/>
                </a:lnTo>
                <a:close/>
              </a:path>
              <a:path w="364489" h="398145">
                <a:moveTo>
                  <a:pt x="345393" y="71627"/>
                </a:moveTo>
                <a:lnTo>
                  <a:pt x="301752" y="71627"/>
                </a:lnTo>
                <a:lnTo>
                  <a:pt x="324612" y="48767"/>
                </a:lnTo>
                <a:lnTo>
                  <a:pt x="345393" y="71627"/>
                </a:lnTo>
                <a:close/>
              </a:path>
              <a:path w="364489" h="398145">
                <a:moveTo>
                  <a:pt x="313944" y="152399"/>
                </a:moveTo>
                <a:lnTo>
                  <a:pt x="277368" y="152399"/>
                </a:lnTo>
                <a:lnTo>
                  <a:pt x="295656" y="134111"/>
                </a:lnTo>
                <a:lnTo>
                  <a:pt x="313944" y="152399"/>
                </a:lnTo>
                <a:close/>
              </a:path>
              <a:path w="364489" h="398145">
                <a:moveTo>
                  <a:pt x="62484" y="298703"/>
                </a:moveTo>
                <a:lnTo>
                  <a:pt x="62722" y="280130"/>
                </a:lnTo>
                <a:lnTo>
                  <a:pt x="63773" y="240982"/>
                </a:lnTo>
                <a:lnTo>
                  <a:pt x="64008" y="220979"/>
                </a:lnTo>
                <a:lnTo>
                  <a:pt x="63984" y="200382"/>
                </a:lnTo>
                <a:lnTo>
                  <a:pt x="63817" y="179641"/>
                </a:lnTo>
                <a:lnTo>
                  <a:pt x="63365" y="158615"/>
                </a:lnTo>
                <a:lnTo>
                  <a:pt x="62484" y="137159"/>
                </a:lnTo>
                <a:lnTo>
                  <a:pt x="89916" y="152399"/>
                </a:lnTo>
                <a:lnTo>
                  <a:pt x="313944" y="152399"/>
                </a:lnTo>
                <a:lnTo>
                  <a:pt x="321564" y="160019"/>
                </a:lnTo>
                <a:lnTo>
                  <a:pt x="319468" y="161543"/>
                </a:lnTo>
                <a:lnTo>
                  <a:pt x="89916" y="161543"/>
                </a:lnTo>
                <a:lnTo>
                  <a:pt x="89916" y="257555"/>
                </a:lnTo>
                <a:lnTo>
                  <a:pt x="306414" y="257555"/>
                </a:lnTo>
                <a:lnTo>
                  <a:pt x="306728" y="265437"/>
                </a:lnTo>
                <a:lnTo>
                  <a:pt x="306901" y="268223"/>
                </a:lnTo>
                <a:lnTo>
                  <a:pt x="89916" y="268223"/>
                </a:lnTo>
                <a:lnTo>
                  <a:pt x="89916" y="289559"/>
                </a:lnTo>
                <a:lnTo>
                  <a:pt x="62484" y="298703"/>
                </a:lnTo>
                <a:close/>
              </a:path>
              <a:path w="364489" h="398145">
                <a:moveTo>
                  <a:pt x="306414" y="257555"/>
                </a:moveTo>
                <a:lnTo>
                  <a:pt x="280416" y="257555"/>
                </a:lnTo>
                <a:lnTo>
                  <a:pt x="280416" y="161543"/>
                </a:lnTo>
                <a:lnTo>
                  <a:pt x="319468" y="161543"/>
                </a:lnTo>
                <a:lnTo>
                  <a:pt x="304799" y="172211"/>
                </a:lnTo>
                <a:lnTo>
                  <a:pt x="305061" y="209954"/>
                </a:lnTo>
                <a:lnTo>
                  <a:pt x="305763" y="241268"/>
                </a:lnTo>
                <a:lnTo>
                  <a:pt x="306414" y="257555"/>
                </a:lnTo>
                <a:close/>
              </a:path>
              <a:path w="364489" h="398145">
                <a:moveTo>
                  <a:pt x="280416" y="294131"/>
                </a:moveTo>
                <a:lnTo>
                  <a:pt x="280416" y="268223"/>
                </a:lnTo>
                <a:lnTo>
                  <a:pt x="306901" y="268223"/>
                </a:lnTo>
                <a:lnTo>
                  <a:pt x="307847" y="283463"/>
                </a:lnTo>
                <a:lnTo>
                  <a:pt x="280416" y="294131"/>
                </a:lnTo>
                <a:close/>
              </a:path>
              <a:path w="364489" h="398145">
                <a:moveTo>
                  <a:pt x="24384" y="397763"/>
                </a:moveTo>
                <a:lnTo>
                  <a:pt x="10668" y="397763"/>
                </a:lnTo>
                <a:lnTo>
                  <a:pt x="1524" y="391668"/>
                </a:lnTo>
                <a:lnTo>
                  <a:pt x="0" y="388620"/>
                </a:lnTo>
                <a:lnTo>
                  <a:pt x="0" y="381000"/>
                </a:lnTo>
                <a:lnTo>
                  <a:pt x="3048" y="376427"/>
                </a:lnTo>
                <a:lnTo>
                  <a:pt x="7620" y="371856"/>
                </a:lnTo>
                <a:lnTo>
                  <a:pt x="15073" y="366164"/>
                </a:lnTo>
                <a:lnTo>
                  <a:pt x="21526" y="360616"/>
                </a:lnTo>
                <a:lnTo>
                  <a:pt x="46791" y="322445"/>
                </a:lnTo>
                <a:lnTo>
                  <a:pt x="53340" y="307847"/>
                </a:lnTo>
                <a:lnTo>
                  <a:pt x="60960" y="307847"/>
                </a:lnTo>
                <a:lnTo>
                  <a:pt x="49530" y="361759"/>
                </a:lnTo>
                <a:lnTo>
                  <a:pt x="30480" y="394716"/>
                </a:lnTo>
                <a:lnTo>
                  <a:pt x="24384" y="397763"/>
                </a:lnTo>
                <a:close/>
              </a:path>
              <a:path w="364489" h="398145">
                <a:moveTo>
                  <a:pt x="146304" y="394716"/>
                </a:moveTo>
                <a:lnTo>
                  <a:pt x="141732" y="394716"/>
                </a:lnTo>
                <a:lnTo>
                  <a:pt x="138684" y="388620"/>
                </a:lnTo>
                <a:lnTo>
                  <a:pt x="137160" y="377951"/>
                </a:lnTo>
                <a:lnTo>
                  <a:pt x="134016" y="363926"/>
                </a:lnTo>
                <a:lnTo>
                  <a:pt x="129159" y="349186"/>
                </a:lnTo>
                <a:lnTo>
                  <a:pt x="122586" y="333589"/>
                </a:lnTo>
                <a:lnTo>
                  <a:pt x="114300" y="316991"/>
                </a:lnTo>
                <a:lnTo>
                  <a:pt x="117348" y="310895"/>
                </a:lnTo>
                <a:lnTo>
                  <a:pt x="154209" y="343900"/>
                </a:lnTo>
                <a:lnTo>
                  <a:pt x="163068" y="374904"/>
                </a:lnTo>
                <a:lnTo>
                  <a:pt x="160020" y="382524"/>
                </a:lnTo>
                <a:lnTo>
                  <a:pt x="155448" y="387096"/>
                </a:lnTo>
                <a:lnTo>
                  <a:pt x="149352" y="391668"/>
                </a:lnTo>
                <a:lnTo>
                  <a:pt x="146304" y="394716"/>
                </a:lnTo>
                <a:close/>
              </a:path>
              <a:path w="364489" h="398145">
                <a:moveTo>
                  <a:pt x="242316" y="393192"/>
                </a:moveTo>
                <a:lnTo>
                  <a:pt x="236220" y="393192"/>
                </a:lnTo>
                <a:lnTo>
                  <a:pt x="233172" y="385572"/>
                </a:lnTo>
                <a:lnTo>
                  <a:pt x="230124" y="371856"/>
                </a:lnTo>
                <a:lnTo>
                  <a:pt x="226956" y="357258"/>
                </a:lnTo>
                <a:lnTo>
                  <a:pt x="221932" y="343090"/>
                </a:lnTo>
                <a:lnTo>
                  <a:pt x="214907" y="329207"/>
                </a:lnTo>
                <a:lnTo>
                  <a:pt x="205740" y="315467"/>
                </a:lnTo>
                <a:lnTo>
                  <a:pt x="210312" y="309371"/>
                </a:lnTo>
                <a:lnTo>
                  <a:pt x="245459" y="340018"/>
                </a:lnTo>
                <a:lnTo>
                  <a:pt x="259080" y="364236"/>
                </a:lnTo>
                <a:lnTo>
                  <a:pt x="259080" y="373380"/>
                </a:lnTo>
                <a:lnTo>
                  <a:pt x="256032" y="377951"/>
                </a:lnTo>
                <a:lnTo>
                  <a:pt x="251459" y="384048"/>
                </a:lnTo>
                <a:lnTo>
                  <a:pt x="242316" y="393192"/>
                </a:lnTo>
                <a:close/>
              </a:path>
              <a:path w="364489" h="398145">
                <a:moveTo>
                  <a:pt x="350520" y="397763"/>
                </a:moveTo>
                <a:lnTo>
                  <a:pt x="344424" y="397763"/>
                </a:lnTo>
                <a:lnTo>
                  <a:pt x="339852" y="391668"/>
                </a:lnTo>
                <a:lnTo>
                  <a:pt x="336804" y="377951"/>
                </a:lnTo>
                <a:lnTo>
                  <a:pt x="331089" y="362521"/>
                </a:lnTo>
                <a:lnTo>
                  <a:pt x="323088" y="345947"/>
                </a:lnTo>
                <a:lnTo>
                  <a:pt x="312801" y="328231"/>
                </a:lnTo>
                <a:lnTo>
                  <a:pt x="300228" y="309371"/>
                </a:lnTo>
                <a:lnTo>
                  <a:pt x="303276" y="304799"/>
                </a:lnTo>
                <a:lnTo>
                  <a:pt x="343781" y="337161"/>
                </a:lnTo>
                <a:lnTo>
                  <a:pt x="364236" y="371856"/>
                </a:lnTo>
                <a:lnTo>
                  <a:pt x="364236" y="377951"/>
                </a:lnTo>
                <a:lnTo>
                  <a:pt x="362712" y="384048"/>
                </a:lnTo>
                <a:lnTo>
                  <a:pt x="353568" y="396239"/>
                </a:lnTo>
                <a:lnTo>
                  <a:pt x="350520" y="39776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2" name="object 102"/>
          <p:cNvSpPr/>
          <p:nvPr/>
        </p:nvSpPr>
        <p:spPr>
          <a:xfrm>
            <a:off x="3756659" y="5041392"/>
            <a:ext cx="356870" cy="402590"/>
          </a:xfrm>
          <a:custGeom>
            <a:avLst/>
            <a:gdLst/>
            <a:ahLst/>
            <a:cxnLst/>
            <a:rect l="l" t="t" r="r" b="b"/>
            <a:pathLst>
              <a:path w="356870" h="402589">
                <a:moveTo>
                  <a:pt x="53340" y="91440"/>
                </a:moveTo>
                <a:lnTo>
                  <a:pt x="44196" y="91440"/>
                </a:lnTo>
                <a:lnTo>
                  <a:pt x="51339" y="63436"/>
                </a:lnTo>
                <a:lnTo>
                  <a:pt x="56769" y="38862"/>
                </a:lnTo>
                <a:lnTo>
                  <a:pt x="60483" y="17716"/>
                </a:lnTo>
                <a:lnTo>
                  <a:pt x="62484" y="0"/>
                </a:lnTo>
                <a:lnTo>
                  <a:pt x="100584" y="21336"/>
                </a:lnTo>
                <a:lnTo>
                  <a:pt x="91487" y="29075"/>
                </a:lnTo>
                <a:lnTo>
                  <a:pt x="80391" y="43243"/>
                </a:lnTo>
                <a:lnTo>
                  <a:pt x="67579" y="63984"/>
                </a:lnTo>
                <a:lnTo>
                  <a:pt x="53340" y="91440"/>
                </a:lnTo>
                <a:close/>
              </a:path>
              <a:path w="356870" h="402589">
                <a:moveTo>
                  <a:pt x="147828" y="192024"/>
                </a:moveTo>
                <a:lnTo>
                  <a:pt x="143256" y="187452"/>
                </a:lnTo>
                <a:lnTo>
                  <a:pt x="159519" y="160615"/>
                </a:lnTo>
                <a:lnTo>
                  <a:pt x="173926" y="135064"/>
                </a:lnTo>
                <a:lnTo>
                  <a:pt x="196596" y="88392"/>
                </a:lnTo>
                <a:lnTo>
                  <a:pt x="211264" y="45529"/>
                </a:lnTo>
                <a:lnTo>
                  <a:pt x="222503" y="1524"/>
                </a:lnTo>
                <a:lnTo>
                  <a:pt x="260603" y="24384"/>
                </a:lnTo>
                <a:lnTo>
                  <a:pt x="252864" y="32361"/>
                </a:lnTo>
                <a:lnTo>
                  <a:pt x="243268" y="47053"/>
                </a:lnTo>
                <a:lnTo>
                  <a:pt x="231671" y="68318"/>
                </a:lnTo>
                <a:lnTo>
                  <a:pt x="217932" y="96012"/>
                </a:lnTo>
                <a:lnTo>
                  <a:pt x="349419" y="96012"/>
                </a:lnTo>
                <a:lnTo>
                  <a:pt x="356616" y="103632"/>
                </a:lnTo>
                <a:lnTo>
                  <a:pt x="352806" y="106680"/>
                </a:lnTo>
                <a:lnTo>
                  <a:pt x="213360" y="106680"/>
                </a:lnTo>
                <a:lnTo>
                  <a:pt x="197977" y="130730"/>
                </a:lnTo>
                <a:lnTo>
                  <a:pt x="181737" y="152781"/>
                </a:lnTo>
                <a:lnTo>
                  <a:pt x="164925" y="173116"/>
                </a:lnTo>
                <a:lnTo>
                  <a:pt x="147828" y="192024"/>
                </a:lnTo>
                <a:close/>
              </a:path>
              <a:path w="356870" h="402589">
                <a:moveTo>
                  <a:pt x="146304" y="91440"/>
                </a:moveTo>
                <a:lnTo>
                  <a:pt x="111252" y="91440"/>
                </a:lnTo>
                <a:lnTo>
                  <a:pt x="128016" y="73152"/>
                </a:lnTo>
                <a:lnTo>
                  <a:pt x="146304" y="91440"/>
                </a:lnTo>
                <a:close/>
              </a:path>
              <a:path w="356870" h="402589">
                <a:moveTo>
                  <a:pt x="0" y="397764"/>
                </a:moveTo>
                <a:lnTo>
                  <a:pt x="834" y="359664"/>
                </a:lnTo>
                <a:lnTo>
                  <a:pt x="935" y="352615"/>
                </a:lnTo>
                <a:lnTo>
                  <a:pt x="1333" y="316992"/>
                </a:lnTo>
                <a:lnTo>
                  <a:pt x="1430" y="178308"/>
                </a:lnTo>
                <a:lnTo>
                  <a:pt x="1309" y="152781"/>
                </a:lnTo>
                <a:lnTo>
                  <a:pt x="893" y="115824"/>
                </a:lnTo>
                <a:lnTo>
                  <a:pt x="0" y="74676"/>
                </a:lnTo>
                <a:lnTo>
                  <a:pt x="25908" y="91440"/>
                </a:lnTo>
                <a:lnTo>
                  <a:pt x="146304" y="91440"/>
                </a:lnTo>
                <a:lnTo>
                  <a:pt x="153924" y="99060"/>
                </a:lnTo>
                <a:lnTo>
                  <a:pt x="151828" y="100584"/>
                </a:lnTo>
                <a:lnTo>
                  <a:pt x="24384" y="100584"/>
                </a:lnTo>
                <a:lnTo>
                  <a:pt x="24384" y="211836"/>
                </a:lnTo>
                <a:lnTo>
                  <a:pt x="137205" y="211836"/>
                </a:lnTo>
                <a:lnTo>
                  <a:pt x="137219" y="222504"/>
                </a:lnTo>
                <a:lnTo>
                  <a:pt x="24384" y="222504"/>
                </a:lnTo>
                <a:lnTo>
                  <a:pt x="24384" y="344424"/>
                </a:lnTo>
                <a:lnTo>
                  <a:pt x="137914" y="344424"/>
                </a:lnTo>
                <a:lnTo>
                  <a:pt x="137940" y="346850"/>
                </a:lnTo>
                <a:lnTo>
                  <a:pt x="138137" y="355092"/>
                </a:lnTo>
                <a:lnTo>
                  <a:pt x="24384" y="355092"/>
                </a:lnTo>
                <a:lnTo>
                  <a:pt x="24384" y="384048"/>
                </a:lnTo>
                <a:lnTo>
                  <a:pt x="0" y="397764"/>
                </a:lnTo>
                <a:close/>
              </a:path>
              <a:path w="356870" h="402589">
                <a:moveTo>
                  <a:pt x="349419" y="96012"/>
                </a:moveTo>
                <a:lnTo>
                  <a:pt x="310896" y="96012"/>
                </a:lnTo>
                <a:lnTo>
                  <a:pt x="330708" y="76200"/>
                </a:lnTo>
                <a:lnTo>
                  <a:pt x="349419" y="96012"/>
                </a:lnTo>
                <a:close/>
              </a:path>
              <a:path w="356870" h="402589">
                <a:moveTo>
                  <a:pt x="137205" y="211836"/>
                </a:moveTo>
                <a:lnTo>
                  <a:pt x="114300" y="211836"/>
                </a:lnTo>
                <a:lnTo>
                  <a:pt x="114300" y="100584"/>
                </a:lnTo>
                <a:lnTo>
                  <a:pt x="151828" y="100584"/>
                </a:lnTo>
                <a:lnTo>
                  <a:pt x="137160" y="111252"/>
                </a:lnTo>
                <a:lnTo>
                  <a:pt x="137205" y="211836"/>
                </a:lnTo>
                <a:close/>
              </a:path>
              <a:path w="356870" h="402589">
                <a:moveTo>
                  <a:pt x="327213" y="359664"/>
                </a:moveTo>
                <a:lnTo>
                  <a:pt x="283464" y="359664"/>
                </a:lnTo>
                <a:lnTo>
                  <a:pt x="291750" y="357925"/>
                </a:lnTo>
                <a:lnTo>
                  <a:pt x="298323" y="352615"/>
                </a:lnTo>
                <a:lnTo>
                  <a:pt x="308586" y="305562"/>
                </a:lnTo>
                <a:lnTo>
                  <a:pt x="310705" y="259842"/>
                </a:lnTo>
                <a:lnTo>
                  <a:pt x="312539" y="193548"/>
                </a:lnTo>
                <a:lnTo>
                  <a:pt x="313944" y="106680"/>
                </a:lnTo>
                <a:lnTo>
                  <a:pt x="352806" y="106680"/>
                </a:lnTo>
                <a:lnTo>
                  <a:pt x="341376" y="115824"/>
                </a:lnTo>
                <a:lnTo>
                  <a:pt x="339535" y="190085"/>
                </a:lnTo>
                <a:lnTo>
                  <a:pt x="337676" y="248412"/>
                </a:lnTo>
                <a:lnTo>
                  <a:pt x="335560" y="296107"/>
                </a:lnTo>
                <a:lnTo>
                  <a:pt x="330708" y="345948"/>
                </a:lnTo>
                <a:lnTo>
                  <a:pt x="327856" y="357925"/>
                </a:lnTo>
                <a:lnTo>
                  <a:pt x="327213" y="359664"/>
                </a:lnTo>
                <a:close/>
              </a:path>
              <a:path w="356870" h="402589">
                <a:moveTo>
                  <a:pt x="231648" y="269748"/>
                </a:moveTo>
                <a:lnTo>
                  <a:pt x="230124" y="269748"/>
                </a:lnTo>
                <a:lnTo>
                  <a:pt x="226742" y="268295"/>
                </a:lnTo>
                <a:lnTo>
                  <a:pt x="223647" y="263842"/>
                </a:lnTo>
                <a:lnTo>
                  <a:pt x="221122" y="256246"/>
                </a:lnTo>
                <a:lnTo>
                  <a:pt x="219456" y="245364"/>
                </a:lnTo>
                <a:lnTo>
                  <a:pt x="214884" y="228242"/>
                </a:lnTo>
                <a:lnTo>
                  <a:pt x="208026" y="211264"/>
                </a:lnTo>
                <a:lnTo>
                  <a:pt x="198882" y="194571"/>
                </a:lnTo>
                <a:lnTo>
                  <a:pt x="187452" y="178308"/>
                </a:lnTo>
                <a:lnTo>
                  <a:pt x="190500" y="172212"/>
                </a:lnTo>
                <a:lnTo>
                  <a:pt x="224028" y="199644"/>
                </a:lnTo>
                <a:lnTo>
                  <a:pt x="246888" y="236220"/>
                </a:lnTo>
                <a:lnTo>
                  <a:pt x="246888" y="248412"/>
                </a:lnTo>
                <a:lnTo>
                  <a:pt x="243840" y="256032"/>
                </a:lnTo>
                <a:lnTo>
                  <a:pt x="239267" y="260603"/>
                </a:lnTo>
                <a:lnTo>
                  <a:pt x="234696" y="266700"/>
                </a:lnTo>
                <a:lnTo>
                  <a:pt x="231648" y="269748"/>
                </a:lnTo>
                <a:close/>
              </a:path>
              <a:path w="356870" h="402589">
                <a:moveTo>
                  <a:pt x="137914" y="344424"/>
                </a:moveTo>
                <a:lnTo>
                  <a:pt x="114300" y="344424"/>
                </a:lnTo>
                <a:lnTo>
                  <a:pt x="114300" y="222504"/>
                </a:lnTo>
                <a:lnTo>
                  <a:pt x="137219" y="222504"/>
                </a:lnTo>
                <a:lnTo>
                  <a:pt x="137337" y="269748"/>
                </a:lnTo>
                <a:lnTo>
                  <a:pt x="137498" y="305562"/>
                </a:lnTo>
                <a:lnTo>
                  <a:pt x="137914" y="344424"/>
                </a:lnTo>
                <a:close/>
              </a:path>
              <a:path w="356870" h="402589">
                <a:moveTo>
                  <a:pt x="277367" y="402336"/>
                </a:moveTo>
                <a:lnTo>
                  <a:pt x="271129" y="389453"/>
                </a:lnTo>
                <a:lnTo>
                  <a:pt x="259461" y="378142"/>
                </a:lnTo>
                <a:lnTo>
                  <a:pt x="242589" y="368236"/>
                </a:lnTo>
                <a:lnTo>
                  <a:pt x="220979" y="359664"/>
                </a:lnTo>
                <a:lnTo>
                  <a:pt x="220979" y="352044"/>
                </a:lnTo>
                <a:lnTo>
                  <a:pt x="241030" y="355163"/>
                </a:lnTo>
                <a:lnTo>
                  <a:pt x="257937" y="357568"/>
                </a:lnTo>
                <a:lnTo>
                  <a:pt x="271986" y="359116"/>
                </a:lnTo>
                <a:lnTo>
                  <a:pt x="283464" y="359664"/>
                </a:lnTo>
                <a:lnTo>
                  <a:pt x="327213" y="359664"/>
                </a:lnTo>
                <a:lnTo>
                  <a:pt x="324027" y="368260"/>
                </a:lnTo>
                <a:lnTo>
                  <a:pt x="289023" y="397764"/>
                </a:lnTo>
                <a:lnTo>
                  <a:pt x="277367" y="402336"/>
                </a:lnTo>
                <a:close/>
              </a:path>
              <a:path w="356870" h="402589">
                <a:moveTo>
                  <a:pt x="114300" y="391668"/>
                </a:moveTo>
                <a:lnTo>
                  <a:pt x="114300" y="355092"/>
                </a:lnTo>
                <a:lnTo>
                  <a:pt x="138137" y="355092"/>
                </a:lnTo>
                <a:lnTo>
                  <a:pt x="138684" y="377952"/>
                </a:lnTo>
                <a:lnTo>
                  <a:pt x="114300" y="39166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3" name="object 103"/>
          <p:cNvSpPr/>
          <p:nvPr/>
        </p:nvSpPr>
        <p:spPr>
          <a:xfrm>
            <a:off x="4165092" y="5038344"/>
            <a:ext cx="1069975" cy="411480"/>
          </a:xfrm>
          <a:custGeom>
            <a:avLst/>
            <a:gdLst/>
            <a:ahLst/>
            <a:cxnLst/>
            <a:rect l="l" t="t" r="r" b="b"/>
            <a:pathLst>
              <a:path w="1069975" h="411479">
                <a:moveTo>
                  <a:pt x="240792" y="38100"/>
                </a:moveTo>
                <a:lnTo>
                  <a:pt x="205066" y="10934"/>
                </a:lnTo>
                <a:lnTo>
                  <a:pt x="190500" y="4572"/>
                </a:lnTo>
                <a:lnTo>
                  <a:pt x="185928" y="10668"/>
                </a:lnTo>
                <a:lnTo>
                  <a:pt x="195351" y="20104"/>
                </a:lnTo>
                <a:lnTo>
                  <a:pt x="203073" y="30099"/>
                </a:lnTo>
                <a:lnTo>
                  <a:pt x="209067" y="40678"/>
                </a:lnTo>
                <a:lnTo>
                  <a:pt x="213360" y="51816"/>
                </a:lnTo>
                <a:lnTo>
                  <a:pt x="217932" y="62484"/>
                </a:lnTo>
                <a:lnTo>
                  <a:pt x="220980" y="67056"/>
                </a:lnTo>
                <a:lnTo>
                  <a:pt x="227076" y="67056"/>
                </a:lnTo>
                <a:lnTo>
                  <a:pt x="230124" y="65532"/>
                </a:lnTo>
                <a:lnTo>
                  <a:pt x="234696" y="59436"/>
                </a:lnTo>
                <a:lnTo>
                  <a:pt x="237744" y="53340"/>
                </a:lnTo>
                <a:lnTo>
                  <a:pt x="240792" y="48768"/>
                </a:lnTo>
                <a:lnTo>
                  <a:pt x="240792" y="38100"/>
                </a:lnTo>
                <a:close/>
              </a:path>
              <a:path w="1069975" h="411479">
                <a:moveTo>
                  <a:pt x="379476" y="82296"/>
                </a:moveTo>
                <a:lnTo>
                  <a:pt x="369316" y="71628"/>
                </a:lnTo>
                <a:lnTo>
                  <a:pt x="348996" y="50292"/>
                </a:lnTo>
                <a:lnTo>
                  <a:pt x="329184" y="71628"/>
                </a:lnTo>
                <a:lnTo>
                  <a:pt x="205740" y="71628"/>
                </a:lnTo>
                <a:lnTo>
                  <a:pt x="205740" y="82296"/>
                </a:lnTo>
                <a:lnTo>
                  <a:pt x="205740" y="123444"/>
                </a:lnTo>
                <a:lnTo>
                  <a:pt x="205740" y="134112"/>
                </a:lnTo>
                <a:lnTo>
                  <a:pt x="205740" y="172212"/>
                </a:lnTo>
                <a:lnTo>
                  <a:pt x="205740" y="182880"/>
                </a:lnTo>
                <a:lnTo>
                  <a:pt x="205740" y="222504"/>
                </a:lnTo>
                <a:lnTo>
                  <a:pt x="106680" y="222504"/>
                </a:lnTo>
                <a:lnTo>
                  <a:pt x="106680" y="182880"/>
                </a:lnTo>
                <a:lnTo>
                  <a:pt x="205740" y="182880"/>
                </a:lnTo>
                <a:lnTo>
                  <a:pt x="205740" y="172212"/>
                </a:lnTo>
                <a:lnTo>
                  <a:pt x="106680" y="172212"/>
                </a:lnTo>
                <a:lnTo>
                  <a:pt x="106680" y="134112"/>
                </a:lnTo>
                <a:lnTo>
                  <a:pt x="205740" y="134112"/>
                </a:lnTo>
                <a:lnTo>
                  <a:pt x="205740" y="123444"/>
                </a:lnTo>
                <a:lnTo>
                  <a:pt x="106680" y="123444"/>
                </a:lnTo>
                <a:lnTo>
                  <a:pt x="106680" y="106680"/>
                </a:lnTo>
                <a:lnTo>
                  <a:pt x="106680" y="82296"/>
                </a:lnTo>
                <a:lnTo>
                  <a:pt x="205740" y="82296"/>
                </a:lnTo>
                <a:lnTo>
                  <a:pt x="205740" y="71628"/>
                </a:lnTo>
                <a:lnTo>
                  <a:pt x="109728" y="71628"/>
                </a:lnTo>
                <a:lnTo>
                  <a:pt x="135636" y="28956"/>
                </a:lnTo>
                <a:lnTo>
                  <a:pt x="150876" y="24384"/>
                </a:lnTo>
                <a:lnTo>
                  <a:pt x="117348" y="0"/>
                </a:lnTo>
                <a:lnTo>
                  <a:pt x="108458" y="22860"/>
                </a:lnTo>
                <a:lnTo>
                  <a:pt x="97726" y="45720"/>
                </a:lnTo>
                <a:lnTo>
                  <a:pt x="70104" y="91440"/>
                </a:lnTo>
                <a:lnTo>
                  <a:pt x="36766" y="133921"/>
                </a:lnTo>
                <a:lnTo>
                  <a:pt x="0" y="170688"/>
                </a:lnTo>
                <a:lnTo>
                  <a:pt x="3048" y="175260"/>
                </a:lnTo>
                <a:lnTo>
                  <a:pt x="26162" y="159626"/>
                </a:lnTo>
                <a:lnTo>
                  <a:pt x="47434" y="142684"/>
                </a:lnTo>
                <a:lnTo>
                  <a:pt x="66687" y="124904"/>
                </a:lnTo>
                <a:lnTo>
                  <a:pt x="83820" y="106680"/>
                </a:lnTo>
                <a:lnTo>
                  <a:pt x="83693" y="172212"/>
                </a:lnTo>
                <a:lnTo>
                  <a:pt x="83629" y="188976"/>
                </a:lnTo>
                <a:lnTo>
                  <a:pt x="83172" y="226695"/>
                </a:lnTo>
                <a:lnTo>
                  <a:pt x="82296" y="262128"/>
                </a:lnTo>
                <a:lnTo>
                  <a:pt x="106680" y="254508"/>
                </a:lnTo>
                <a:lnTo>
                  <a:pt x="106680" y="233172"/>
                </a:lnTo>
                <a:lnTo>
                  <a:pt x="376428" y="233172"/>
                </a:lnTo>
                <a:lnTo>
                  <a:pt x="366268" y="222504"/>
                </a:lnTo>
                <a:lnTo>
                  <a:pt x="345948" y="201168"/>
                </a:lnTo>
                <a:lnTo>
                  <a:pt x="324612" y="222504"/>
                </a:lnTo>
                <a:lnTo>
                  <a:pt x="228600" y="222504"/>
                </a:lnTo>
                <a:lnTo>
                  <a:pt x="228600" y="182880"/>
                </a:lnTo>
                <a:lnTo>
                  <a:pt x="353568" y="182880"/>
                </a:lnTo>
                <a:lnTo>
                  <a:pt x="343433" y="172212"/>
                </a:lnTo>
                <a:lnTo>
                  <a:pt x="324612" y="152400"/>
                </a:lnTo>
                <a:lnTo>
                  <a:pt x="306324" y="172212"/>
                </a:lnTo>
                <a:lnTo>
                  <a:pt x="228600" y="172212"/>
                </a:lnTo>
                <a:lnTo>
                  <a:pt x="228600" y="134112"/>
                </a:lnTo>
                <a:lnTo>
                  <a:pt x="356616" y="134112"/>
                </a:lnTo>
                <a:lnTo>
                  <a:pt x="347014" y="123444"/>
                </a:lnTo>
                <a:lnTo>
                  <a:pt x="329184" y="103632"/>
                </a:lnTo>
                <a:lnTo>
                  <a:pt x="309372" y="123444"/>
                </a:lnTo>
                <a:lnTo>
                  <a:pt x="228600" y="123444"/>
                </a:lnTo>
                <a:lnTo>
                  <a:pt x="228600" y="82296"/>
                </a:lnTo>
                <a:lnTo>
                  <a:pt x="379476" y="82296"/>
                </a:lnTo>
                <a:close/>
              </a:path>
              <a:path w="1069975" h="411479">
                <a:moveTo>
                  <a:pt x="409956" y="371856"/>
                </a:moveTo>
                <a:lnTo>
                  <a:pt x="358330" y="362902"/>
                </a:lnTo>
                <a:lnTo>
                  <a:pt x="312420" y="345948"/>
                </a:lnTo>
                <a:lnTo>
                  <a:pt x="273367" y="320802"/>
                </a:lnTo>
                <a:lnTo>
                  <a:pt x="237744" y="286512"/>
                </a:lnTo>
                <a:lnTo>
                  <a:pt x="408432" y="286512"/>
                </a:lnTo>
                <a:lnTo>
                  <a:pt x="379476" y="256032"/>
                </a:lnTo>
                <a:lnTo>
                  <a:pt x="358140" y="275844"/>
                </a:lnTo>
                <a:lnTo>
                  <a:pt x="219456" y="275844"/>
                </a:lnTo>
                <a:lnTo>
                  <a:pt x="219456" y="260604"/>
                </a:lnTo>
                <a:lnTo>
                  <a:pt x="233172" y="248412"/>
                </a:lnTo>
                <a:lnTo>
                  <a:pt x="195072" y="234696"/>
                </a:lnTo>
                <a:lnTo>
                  <a:pt x="195948" y="243268"/>
                </a:lnTo>
                <a:lnTo>
                  <a:pt x="196405" y="252984"/>
                </a:lnTo>
                <a:lnTo>
                  <a:pt x="196519" y="260604"/>
                </a:lnTo>
                <a:lnTo>
                  <a:pt x="196596" y="275844"/>
                </a:lnTo>
                <a:lnTo>
                  <a:pt x="1524" y="275844"/>
                </a:lnTo>
                <a:lnTo>
                  <a:pt x="18288" y="292608"/>
                </a:lnTo>
                <a:lnTo>
                  <a:pt x="27711" y="289737"/>
                </a:lnTo>
                <a:lnTo>
                  <a:pt x="37719" y="287845"/>
                </a:lnTo>
                <a:lnTo>
                  <a:pt x="48285" y="286829"/>
                </a:lnTo>
                <a:lnTo>
                  <a:pt x="59436" y="286512"/>
                </a:lnTo>
                <a:lnTo>
                  <a:pt x="167640" y="286512"/>
                </a:lnTo>
                <a:lnTo>
                  <a:pt x="128206" y="324446"/>
                </a:lnTo>
                <a:lnTo>
                  <a:pt x="85318" y="355574"/>
                </a:lnTo>
                <a:lnTo>
                  <a:pt x="32118" y="385292"/>
                </a:lnTo>
                <a:lnTo>
                  <a:pt x="1524" y="399288"/>
                </a:lnTo>
                <a:lnTo>
                  <a:pt x="3048" y="406908"/>
                </a:lnTo>
                <a:lnTo>
                  <a:pt x="63817" y="382905"/>
                </a:lnTo>
                <a:lnTo>
                  <a:pt x="114300" y="356616"/>
                </a:lnTo>
                <a:lnTo>
                  <a:pt x="157734" y="325755"/>
                </a:lnTo>
                <a:lnTo>
                  <a:pt x="196596" y="288036"/>
                </a:lnTo>
                <a:lnTo>
                  <a:pt x="196469" y="339852"/>
                </a:lnTo>
                <a:lnTo>
                  <a:pt x="196342" y="356616"/>
                </a:lnTo>
                <a:lnTo>
                  <a:pt x="195948" y="383197"/>
                </a:lnTo>
                <a:lnTo>
                  <a:pt x="195072" y="411480"/>
                </a:lnTo>
                <a:lnTo>
                  <a:pt x="220980" y="397764"/>
                </a:lnTo>
                <a:lnTo>
                  <a:pt x="220091" y="381457"/>
                </a:lnTo>
                <a:lnTo>
                  <a:pt x="219646" y="357568"/>
                </a:lnTo>
                <a:lnTo>
                  <a:pt x="219557" y="342049"/>
                </a:lnTo>
                <a:lnTo>
                  <a:pt x="219456" y="288036"/>
                </a:lnTo>
                <a:lnTo>
                  <a:pt x="219456" y="286512"/>
                </a:lnTo>
                <a:lnTo>
                  <a:pt x="230124" y="286512"/>
                </a:lnTo>
                <a:lnTo>
                  <a:pt x="245529" y="309968"/>
                </a:lnTo>
                <a:lnTo>
                  <a:pt x="261937" y="330136"/>
                </a:lnTo>
                <a:lnTo>
                  <a:pt x="297180" y="361188"/>
                </a:lnTo>
                <a:lnTo>
                  <a:pt x="336042" y="383095"/>
                </a:lnTo>
                <a:lnTo>
                  <a:pt x="379476" y="399288"/>
                </a:lnTo>
                <a:lnTo>
                  <a:pt x="383159" y="391858"/>
                </a:lnTo>
                <a:lnTo>
                  <a:pt x="389572" y="385572"/>
                </a:lnTo>
                <a:lnTo>
                  <a:pt x="398538" y="380428"/>
                </a:lnTo>
                <a:lnTo>
                  <a:pt x="409956" y="376428"/>
                </a:lnTo>
                <a:lnTo>
                  <a:pt x="409956" y="371856"/>
                </a:lnTo>
                <a:close/>
              </a:path>
              <a:path w="1069975" h="411479">
                <a:moveTo>
                  <a:pt x="763524" y="188988"/>
                </a:moveTo>
                <a:lnTo>
                  <a:pt x="729996" y="156984"/>
                </a:lnTo>
                <a:lnTo>
                  <a:pt x="708660" y="178320"/>
                </a:lnTo>
                <a:lnTo>
                  <a:pt x="534924" y="178320"/>
                </a:lnTo>
                <a:lnTo>
                  <a:pt x="550164" y="195084"/>
                </a:lnTo>
                <a:lnTo>
                  <a:pt x="559536" y="192201"/>
                </a:lnTo>
                <a:lnTo>
                  <a:pt x="569214" y="190322"/>
                </a:lnTo>
                <a:lnTo>
                  <a:pt x="578878" y="189293"/>
                </a:lnTo>
                <a:lnTo>
                  <a:pt x="588264" y="188988"/>
                </a:lnTo>
                <a:lnTo>
                  <a:pt x="763524" y="188988"/>
                </a:lnTo>
                <a:close/>
              </a:path>
              <a:path w="1069975" h="411479">
                <a:moveTo>
                  <a:pt x="771144" y="259092"/>
                </a:moveTo>
                <a:lnTo>
                  <a:pt x="763524" y="251472"/>
                </a:lnTo>
                <a:lnTo>
                  <a:pt x="746760" y="234708"/>
                </a:lnTo>
                <a:lnTo>
                  <a:pt x="733044" y="247281"/>
                </a:lnTo>
                <a:lnTo>
                  <a:pt x="733044" y="262140"/>
                </a:lnTo>
                <a:lnTo>
                  <a:pt x="733044" y="359676"/>
                </a:lnTo>
                <a:lnTo>
                  <a:pt x="565404" y="359676"/>
                </a:lnTo>
                <a:lnTo>
                  <a:pt x="565404" y="262140"/>
                </a:lnTo>
                <a:lnTo>
                  <a:pt x="733044" y="262140"/>
                </a:lnTo>
                <a:lnTo>
                  <a:pt x="733044" y="247281"/>
                </a:lnTo>
                <a:lnTo>
                  <a:pt x="728472" y="251472"/>
                </a:lnTo>
                <a:lnTo>
                  <a:pt x="565404" y="251472"/>
                </a:lnTo>
                <a:lnTo>
                  <a:pt x="539496" y="237756"/>
                </a:lnTo>
                <a:lnTo>
                  <a:pt x="540372" y="258965"/>
                </a:lnTo>
                <a:lnTo>
                  <a:pt x="540829" y="279476"/>
                </a:lnTo>
                <a:lnTo>
                  <a:pt x="540994" y="299681"/>
                </a:lnTo>
                <a:lnTo>
                  <a:pt x="540994" y="340004"/>
                </a:lnTo>
                <a:lnTo>
                  <a:pt x="540829" y="360819"/>
                </a:lnTo>
                <a:lnTo>
                  <a:pt x="540372" y="382193"/>
                </a:lnTo>
                <a:lnTo>
                  <a:pt x="539496" y="403872"/>
                </a:lnTo>
                <a:lnTo>
                  <a:pt x="565404" y="393204"/>
                </a:lnTo>
                <a:lnTo>
                  <a:pt x="565404" y="370344"/>
                </a:lnTo>
                <a:lnTo>
                  <a:pt x="733044" y="370344"/>
                </a:lnTo>
                <a:lnTo>
                  <a:pt x="733044" y="399300"/>
                </a:lnTo>
                <a:lnTo>
                  <a:pt x="758952" y="388632"/>
                </a:lnTo>
                <a:lnTo>
                  <a:pt x="758012" y="370344"/>
                </a:lnTo>
                <a:lnTo>
                  <a:pt x="757821" y="366649"/>
                </a:lnTo>
                <a:lnTo>
                  <a:pt x="757580" y="359676"/>
                </a:lnTo>
                <a:lnTo>
                  <a:pt x="756856" y="340004"/>
                </a:lnTo>
                <a:lnTo>
                  <a:pt x="756158" y="307835"/>
                </a:lnTo>
                <a:lnTo>
                  <a:pt x="755904" y="271284"/>
                </a:lnTo>
                <a:lnTo>
                  <a:pt x="767334" y="262140"/>
                </a:lnTo>
                <a:lnTo>
                  <a:pt x="771144" y="259092"/>
                </a:lnTo>
                <a:close/>
              </a:path>
              <a:path w="1069975" h="411479">
                <a:moveTo>
                  <a:pt x="853440" y="170700"/>
                </a:moveTo>
                <a:lnTo>
                  <a:pt x="815695" y="159499"/>
                </a:lnTo>
                <a:lnTo>
                  <a:pt x="753351" y="130835"/>
                </a:lnTo>
                <a:lnTo>
                  <a:pt x="706412" y="92735"/>
                </a:lnTo>
                <a:lnTo>
                  <a:pt x="673176" y="54914"/>
                </a:lnTo>
                <a:lnTo>
                  <a:pt x="661416" y="36588"/>
                </a:lnTo>
                <a:lnTo>
                  <a:pt x="676656" y="27444"/>
                </a:lnTo>
                <a:lnTo>
                  <a:pt x="640080" y="3060"/>
                </a:lnTo>
                <a:lnTo>
                  <a:pt x="624078" y="37934"/>
                </a:lnTo>
                <a:lnTo>
                  <a:pt x="585216" y="97993"/>
                </a:lnTo>
                <a:lnTo>
                  <a:pt x="537260" y="146316"/>
                </a:lnTo>
                <a:lnTo>
                  <a:pt x="479412" y="187096"/>
                </a:lnTo>
                <a:lnTo>
                  <a:pt x="446532" y="205752"/>
                </a:lnTo>
                <a:lnTo>
                  <a:pt x="449580" y="211848"/>
                </a:lnTo>
                <a:lnTo>
                  <a:pt x="507873" y="185559"/>
                </a:lnTo>
                <a:lnTo>
                  <a:pt x="559308" y="152412"/>
                </a:lnTo>
                <a:lnTo>
                  <a:pt x="607123" y="107645"/>
                </a:lnTo>
                <a:lnTo>
                  <a:pt x="653796" y="45732"/>
                </a:lnTo>
                <a:lnTo>
                  <a:pt x="661860" y="60325"/>
                </a:lnTo>
                <a:lnTo>
                  <a:pt x="686574" y="95237"/>
                </a:lnTo>
                <a:lnTo>
                  <a:pt x="724916" y="137287"/>
                </a:lnTo>
                <a:lnTo>
                  <a:pt x="781443" y="179057"/>
                </a:lnTo>
                <a:lnTo>
                  <a:pt x="816864" y="199656"/>
                </a:lnTo>
                <a:lnTo>
                  <a:pt x="823429" y="191122"/>
                </a:lnTo>
                <a:lnTo>
                  <a:pt x="831723" y="184035"/>
                </a:lnTo>
                <a:lnTo>
                  <a:pt x="841717" y="178650"/>
                </a:lnTo>
                <a:lnTo>
                  <a:pt x="853440" y="175272"/>
                </a:lnTo>
                <a:lnTo>
                  <a:pt x="853440" y="170700"/>
                </a:lnTo>
                <a:close/>
              </a:path>
              <a:path w="1069975" h="411479">
                <a:moveTo>
                  <a:pt x="990587" y="321564"/>
                </a:moveTo>
                <a:lnTo>
                  <a:pt x="946391" y="321564"/>
                </a:lnTo>
                <a:lnTo>
                  <a:pt x="946391" y="367284"/>
                </a:lnTo>
                <a:lnTo>
                  <a:pt x="990587" y="367284"/>
                </a:lnTo>
                <a:lnTo>
                  <a:pt x="990587" y="321564"/>
                </a:lnTo>
                <a:close/>
              </a:path>
              <a:path w="1069975" h="411479">
                <a:moveTo>
                  <a:pt x="1069835" y="118872"/>
                </a:moveTo>
                <a:lnTo>
                  <a:pt x="1057109" y="73152"/>
                </a:lnTo>
                <a:lnTo>
                  <a:pt x="1014399" y="42291"/>
                </a:lnTo>
                <a:lnTo>
                  <a:pt x="975347" y="36576"/>
                </a:lnTo>
                <a:lnTo>
                  <a:pt x="965047" y="36868"/>
                </a:lnTo>
                <a:lnTo>
                  <a:pt x="921816" y="43675"/>
                </a:lnTo>
                <a:lnTo>
                  <a:pt x="896099" y="51816"/>
                </a:lnTo>
                <a:lnTo>
                  <a:pt x="896099" y="96012"/>
                </a:lnTo>
                <a:lnTo>
                  <a:pt x="899147" y="96012"/>
                </a:lnTo>
                <a:lnTo>
                  <a:pt x="905421" y="92354"/>
                </a:lnTo>
                <a:lnTo>
                  <a:pt x="912672" y="88392"/>
                </a:lnTo>
                <a:lnTo>
                  <a:pt x="949058" y="75247"/>
                </a:lnTo>
                <a:lnTo>
                  <a:pt x="970775" y="73152"/>
                </a:lnTo>
                <a:lnTo>
                  <a:pt x="982764" y="73990"/>
                </a:lnTo>
                <a:lnTo>
                  <a:pt x="1017282" y="92773"/>
                </a:lnTo>
                <a:lnTo>
                  <a:pt x="1025639" y="121920"/>
                </a:lnTo>
                <a:lnTo>
                  <a:pt x="1025334" y="130543"/>
                </a:lnTo>
                <a:lnTo>
                  <a:pt x="1006690" y="171056"/>
                </a:lnTo>
                <a:lnTo>
                  <a:pt x="975347" y="196596"/>
                </a:lnTo>
                <a:lnTo>
                  <a:pt x="967638" y="201155"/>
                </a:lnTo>
                <a:lnTo>
                  <a:pt x="960488" y="205549"/>
                </a:lnTo>
                <a:lnTo>
                  <a:pt x="953922" y="209677"/>
                </a:lnTo>
                <a:lnTo>
                  <a:pt x="947915" y="213360"/>
                </a:lnTo>
                <a:lnTo>
                  <a:pt x="947915" y="280416"/>
                </a:lnTo>
                <a:lnTo>
                  <a:pt x="986015" y="280416"/>
                </a:lnTo>
                <a:lnTo>
                  <a:pt x="986015" y="230124"/>
                </a:lnTo>
                <a:lnTo>
                  <a:pt x="994879" y="225323"/>
                </a:lnTo>
                <a:lnTo>
                  <a:pt x="1032116" y="198691"/>
                </a:lnTo>
                <a:lnTo>
                  <a:pt x="1043927" y="185928"/>
                </a:lnTo>
                <a:lnTo>
                  <a:pt x="1050239" y="179692"/>
                </a:lnTo>
                <a:lnTo>
                  <a:pt x="1068501" y="139636"/>
                </a:lnTo>
                <a:lnTo>
                  <a:pt x="1069530" y="129755"/>
                </a:lnTo>
                <a:lnTo>
                  <a:pt x="1069835" y="11887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</p:spTree>
  </p:cSld>
  <p:clrMapOvr>
    <a:masterClrMapping/>
  </p:clrMapOvr>
</p:sld>
</file>

<file path=ppt/slides/slide6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object 2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9560111" y="7229856"/>
            <a:ext cx="196487" cy="146304"/>
          </a:xfrm>
          <a:prstGeom prst="rect">
            <a:avLst/>
          </a:prstGeom>
        </p:spPr>
      </p:pic>
      <p:sp>
        <p:nvSpPr>
          <p:cNvPr id="3" name="object 3"/>
          <p:cNvSpPr/>
          <p:nvPr/>
        </p:nvSpPr>
        <p:spPr>
          <a:xfrm>
            <a:off x="1760219" y="1328927"/>
            <a:ext cx="218440" cy="447040"/>
          </a:xfrm>
          <a:custGeom>
            <a:avLst/>
            <a:gdLst/>
            <a:ahLst/>
            <a:cxnLst/>
            <a:rect l="l" t="t" r="r" b="b"/>
            <a:pathLst>
              <a:path w="218439" h="447039">
                <a:moveTo>
                  <a:pt x="217931" y="446532"/>
                </a:moveTo>
                <a:lnTo>
                  <a:pt x="0" y="446532"/>
                </a:lnTo>
                <a:lnTo>
                  <a:pt x="0" y="400812"/>
                </a:lnTo>
                <a:lnTo>
                  <a:pt x="80771" y="400812"/>
                </a:lnTo>
                <a:lnTo>
                  <a:pt x="80771" y="102108"/>
                </a:lnTo>
                <a:lnTo>
                  <a:pt x="0" y="102108"/>
                </a:lnTo>
                <a:lnTo>
                  <a:pt x="0" y="62484"/>
                </a:lnTo>
                <a:lnTo>
                  <a:pt x="21407" y="61626"/>
                </a:lnTo>
                <a:lnTo>
                  <a:pt x="39814" y="59055"/>
                </a:lnTo>
                <a:lnTo>
                  <a:pt x="77081" y="41362"/>
                </a:lnTo>
                <a:lnTo>
                  <a:pt x="91439" y="0"/>
                </a:lnTo>
                <a:lnTo>
                  <a:pt x="138683" y="0"/>
                </a:lnTo>
                <a:lnTo>
                  <a:pt x="138683" y="400812"/>
                </a:lnTo>
                <a:lnTo>
                  <a:pt x="217931" y="400812"/>
                </a:lnTo>
                <a:lnTo>
                  <a:pt x="217931" y="446532"/>
                </a:lnTo>
                <a:close/>
              </a:path>
            </a:pathLst>
          </a:custGeom>
          <a:solidFill>
            <a:srgbClr val="3333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" name="object 4"/>
          <p:cNvSpPr/>
          <p:nvPr/>
        </p:nvSpPr>
        <p:spPr>
          <a:xfrm>
            <a:off x="2084832" y="1690116"/>
            <a:ext cx="71755" cy="85725"/>
          </a:xfrm>
          <a:custGeom>
            <a:avLst/>
            <a:gdLst/>
            <a:ahLst/>
            <a:cxnLst/>
            <a:rect l="l" t="t" r="r" b="b"/>
            <a:pathLst>
              <a:path w="71755" h="85725">
                <a:moveTo>
                  <a:pt x="71627" y="85343"/>
                </a:moveTo>
                <a:lnTo>
                  <a:pt x="0" y="85343"/>
                </a:lnTo>
                <a:lnTo>
                  <a:pt x="0" y="0"/>
                </a:lnTo>
                <a:lnTo>
                  <a:pt x="71627" y="0"/>
                </a:lnTo>
                <a:lnTo>
                  <a:pt x="71627" y="85343"/>
                </a:lnTo>
                <a:close/>
              </a:path>
            </a:pathLst>
          </a:custGeom>
          <a:solidFill>
            <a:srgbClr val="3333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" name="object 5"/>
          <p:cNvSpPr/>
          <p:nvPr/>
        </p:nvSpPr>
        <p:spPr>
          <a:xfrm>
            <a:off x="2244852" y="1321307"/>
            <a:ext cx="276225" cy="454659"/>
          </a:xfrm>
          <a:custGeom>
            <a:avLst/>
            <a:gdLst/>
            <a:ahLst/>
            <a:cxnLst/>
            <a:rect l="l" t="t" r="r" b="b"/>
            <a:pathLst>
              <a:path w="276225" h="454660">
                <a:moveTo>
                  <a:pt x="275843" y="454151"/>
                </a:moveTo>
                <a:lnTo>
                  <a:pt x="0" y="454151"/>
                </a:lnTo>
                <a:lnTo>
                  <a:pt x="0" y="391667"/>
                </a:lnTo>
                <a:lnTo>
                  <a:pt x="29336" y="364426"/>
                </a:lnTo>
                <a:lnTo>
                  <a:pt x="43291" y="351162"/>
                </a:lnTo>
                <a:lnTo>
                  <a:pt x="56387" y="338327"/>
                </a:lnTo>
                <a:lnTo>
                  <a:pt x="69842" y="325493"/>
                </a:lnTo>
                <a:lnTo>
                  <a:pt x="82867" y="312229"/>
                </a:lnTo>
                <a:lnTo>
                  <a:pt x="131349" y="258079"/>
                </a:lnTo>
                <a:lnTo>
                  <a:pt x="165639" y="213407"/>
                </a:lnTo>
                <a:lnTo>
                  <a:pt x="185666" y="177903"/>
                </a:lnTo>
                <a:lnTo>
                  <a:pt x="196595" y="124967"/>
                </a:lnTo>
                <a:lnTo>
                  <a:pt x="196072" y="116109"/>
                </a:lnTo>
                <a:lnTo>
                  <a:pt x="178927" y="74961"/>
                </a:lnTo>
                <a:lnTo>
                  <a:pt x="142470" y="54387"/>
                </a:lnTo>
                <a:lnTo>
                  <a:pt x="120395" y="51815"/>
                </a:lnTo>
                <a:lnTo>
                  <a:pt x="112371" y="52077"/>
                </a:lnTo>
                <a:lnTo>
                  <a:pt x="71627" y="59626"/>
                </a:lnTo>
                <a:lnTo>
                  <a:pt x="24383" y="82295"/>
                </a:lnTo>
                <a:lnTo>
                  <a:pt x="18287" y="86867"/>
                </a:lnTo>
                <a:lnTo>
                  <a:pt x="13715" y="89915"/>
                </a:lnTo>
                <a:lnTo>
                  <a:pt x="10667" y="89915"/>
                </a:lnTo>
                <a:lnTo>
                  <a:pt x="10667" y="25908"/>
                </a:lnTo>
                <a:lnTo>
                  <a:pt x="60960" y="9143"/>
                </a:lnTo>
                <a:lnTo>
                  <a:pt x="109823" y="571"/>
                </a:lnTo>
                <a:lnTo>
                  <a:pt x="124967" y="0"/>
                </a:lnTo>
                <a:lnTo>
                  <a:pt x="154138" y="2024"/>
                </a:lnTo>
                <a:lnTo>
                  <a:pt x="202763" y="18645"/>
                </a:lnTo>
                <a:lnTo>
                  <a:pt x="237624" y="51196"/>
                </a:lnTo>
                <a:lnTo>
                  <a:pt x="255293" y="95678"/>
                </a:lnTo>
                <a:lnTo>
                  <a:pt x="257555" y="121919"/>
                </a:lnTo>
                <a:lnTo>
                  <a:pt x="257032" y="135112"/>
                </a:lnTo>
                <a:lnTo>
                  <a:pt x="247769" y="181832"/>
                </a:lnTo>
                <a:lnTo>
                  <a:pt x="228695" y="221218"/>
                </a:lnTo>
                <a:lnTo>
                  <a:pt x="191071" y="268986"/>
                </a:lnTo>
                <a:lnTo>
                  <a:pt x="159472" y="303156"/>
                </a:lnTo>
                <a:lnTo>
                  <a:pt x="128087" y="334541"/>
                </a:lnTo>
                <a:lnTo>
                  <a:pt x="111251" y="350519"/>
                </a:lnTo>
                <a:lnTo>
                  <a:pt x="94964" y="366569"/>
                </a:lnTo>
                <a:lnTo>
                  <a:pt x="67532" y="392953"/>
                </a:lnTo>
                <a:lnTo>
                  <a:pt x="56387" y="403859"/>
                </a:lnTo>
                <a:lnTo>
                  <a:pt x="275843" y="403859"/>
                </a:lnTo>
                <a:lnTo>
                  <a:pt x="275843" y="454151"/>
                </a:lnTo>
                <a:close/>
              </a:path>
            </a:pathLst>
          </a:custGeom>
          <a:solidFill>
            <a:srgbClr val="3333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" name="object 6"/>
          <p:cNvSpPr/>
          <p:nvPr/>
        </p:nvSpPr>
        <p:spPr>
          <a:xfrm>
            <a:off x="2604516" y="1690116"/>
            <a:ext cx="71755" cy="85725"/>
          </a:xfrm>
          <a:custGeom>
            <a:avLst/>
            <a:gdLst/>
            <a:ahLst/>
            <a:cxnLst/>
            <a:rect l="l" t="t" r="r" b="b"/>
            <a:pathLst>
              <a:path w="71755" h="85725">
                <a:moveTo>
                  <a:pt x="71627" y="85343"/>
                </a:moveTo>
                <a:lnTo>
                  <a:pt x="0" y="85343"/>
                </a:lnTo>
                <a:lnTo>
                  <a:pt x="0" y="0"/>
                </a:lnTo>
                <a:lnTo>
                  <a:pt x="71627" y="0"/>
                </a:lnTo>
                <a:lnTo>
                  <a:pt x="71627" y="85343"/>
                </a:lnTo>
                <a:close/>
              </a:path>
            </a:pathLst>
          </a:custGeom>
          <a:solidFill>
            <a:srgbClr val="3333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" name="object 7"/>
          <p:cNvSpPr/>
          <p:nvPr/>
        </p:nvSpPr>
        <p:spPr>
          <a:xfrm>
            <a:off x="2770632" y="1330452"/>
            <a:ext cx="265430" cy="454659"/>
          </a:xfrm>
          <a:custGeom>
            <a:avLst/>
            <a:gdLst/>
            <a:ahLst/>
            <a:cxnLst/>
            <a:rect l="l" t="t" r="r" b="b"/>
            <a:pathLst>
              <a:path w="265430" h="454660">
                <a:moveTo>
                  <a:pt x="115823" y="454151"/>
                </a:moveTo>
                <a:lnTo>
                  <a:pt x="68460" y="450937"/>
                </a:lnTo>
                <a:lnTo>
                  <a:pt x="24383" y="440054"/>
                </a:lnTo>
                <a:lnTo>
                  <a:pt x="0" y="429767"/>
                </a:lnTo>
                <a:lnTo>
                  <a:pt x="0" y="365759"/>
                </a:lnTo>
                <a:lnTo>
                  <a:pt x="3047" y="365759"/>
                </a:lnTo>
                <a:lnTo>
                  <a:pt x="7619" y="368807"/>
                </a:lnTo>
                <a:lnTo>
                  <a:pt x="22859" y="377951"/>
                </a:lnTo>
                <a:lnTo>
                  <a:pt x="29741" y="380499"/>
                </a:lnTo>
                <a:lnTo>
                  <a:pt x="51815" y="390143"/>
                </a:lnTo>
                <a:lnTo>
                  <a:pt x="68960" y="394715"/>
                </a:lnTo>
                <a:lnTo>
                  <a:pt x="83819" y="399288"/>
                </a:lnTo>
                <a:lnTo>
                  <a:pt x="100012" y="401383"/>
                </a:lnTo>
                <a:lnTo>
                  <a:pt x="108465" y="402074"/>
                </a:lnTo>
                <a:lnTo>
                  <a:pt x="117347" y="402335"/>
                </a:lnTo>
                <a:lnTo>
                  <a:pt x="126253" y="402026"/>
                </a:lnTo>
                <a:lnTo>
                  <a:pt x="168020" y="387857"/>
                </a:lnTo>
                <a:lnTo>
                  <a:pt x="194643" y="353258"/>
                </a:lnTo>
                <a:lnTo>
                  <a:pt x="203906" y="314634"/>
                </a:lnTo>
                <a:lnTo>
                  <a:pt x="204215" y="303275"/>
                </a:lnTo>
                <a:lnTo>
                  <a:pt x="203692" y="292155"/>
                </a:lnTo>
                <a:lnTo>
                  <a:pt x="189928" y="250316"/>
                </a:lnTo>
                <a:lnTo>
                  <a:pt x="178307" y="239267"/>
                </a:lnTo>
                <a:lnTo>
                  <a:pt x="172045" y="233862"/>
                </a:lnTo>
                <a:lnTo>
                  <a:pt x="127635" y="219074"/>
                </a:lnTo>
                <a:lnTo>
                  <a:pt x="105156" y="217931"/>
                </a:lnTo>
                <a:lnTo>
                  <a:pt x="93464" y="218217"/>
                </a:lnTo>
                <a:lnTo>
                  <a:pt x="81343" y="219074"/>
                </a:lnTo>
                <a:lnTo>
                  <a:pt x="68937" y="220503"/>
                </a:lnTo>
                <a:lnTo>
                  <a:pt x="56387" y="222503"/>
                </a:lnTo>
                <a:lnTo>
                  <a:pt x="45291" y="223885"/>
                </a:lnTo>
                <a:lnTo>
                  <a:pt x="35052" y="225551"/>
                </a:lnTo>
                <a:lnTo>
                  <a:pt x="18287" y="228599"/>
                </a:lnTo>
                <a:lnTo>
                  <a:pt x="18287" y="0"/>
                </a:lnTo>
                <a:lnTo>
                  <a:pt x="262127" y="0"/>
                </a:lnTo>
                <a:lnTo>
                  <a:pt x="262127" y="51815"/>
                </a:lnTo>
                <a:lnTo>
                  <a:pt x="74675" y="51815"/>
                </a:lnTo>
                <a:lnTo>
                  <a:pt x="74675" y="170687"/>
                </a:lnTo>
                <a:lnTo>
                  <a:pt x="82295" y="169163"/>
                </a:lnTo>
                <a:lnTo>
                  <a:pt x="103632" y="169163"/>
                </a:lnTo>
                <a:lnTo>
                  <a:pt x="109727" y="167639"/>
                </a:lnTo>
                <a:lnTo>
                  <a:pt x="115823" y="167639"/>
                </a:lnTo>
                <a:lnTo>
                  <a:pt x="132159" y="168163"/>
                </a:lnTo>
                <a:lnTo>
                  <a:pt x="173735" y="173735"/>
                </a:lnTo>
                <a:lnTo>
                  <a:pt x="219455" y="196595"/>
                </a:lnTo>
                <a:lnTo>
                  <a:pt x="246459" y="225742"/>
                </a:lnTo>
                <a:lnTo>
                  <a:pt x="261937" y="266509"/>
                </a:lnTo>
                <a:lnTo>
                  <a:pt x="265175" y="303275"/>
                </a:lnTo>
                <a:lnTo>
                  <a:pt x="264366" y="318992"/>
                </a:lnTo>
                <a:lnTo>
                  <a:pt x="254507" y="362711"/>
                </a:lnTo>
                <a:lnTo>
                  <a:pt x="234148" y="400645"/>
                </a:lnTo>
                <a:lnTo>
                  <a:pt x="204787" y="428624"/>
                </a:lnTo>
                <a:lnTo>
                  <a:pt x="164044" y="448365"/>
                </a:lnTo>
                <a:lnTo>
                  <a:pt x="132659" y="453556"/>
                </a:lnTo>
                <a:lnTo>
                  <a:pt x="115823" y="454151"/>
                </a:lnTo>
                <a:close/>
              </a:path>
            </a:pathLst>
          </a:custGeom>
          <a:solidFill>
            <a:srgbClr val="3333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3293364" y="1271016"/>
            <a:ext cx="550545" cy="563880"/>
          </a:xfrm>
          <a:custGeom>
            <a:avLst/>
            <a:gdLst/>
            <a:ahLst/>
            <a:cxnLst/>
            <a:rect l="l" t="t" r="r" b="b"/>
            <a:pathLst>
              <a:path w="550545" h="563880">
                <a:moveTo>
                  <a:pt x="281940" y="88392"/>
                </a:moveTo>
                <a:lnTo>
                  <a:pt x="271272" y="88392"/>
                </a:lnTo>
                <a:lnTo>
                  <a:pt x="268462" y="77009"/>
                </a:lnTo>
                <a:lnTo>
                  <a:pt x="264795" y="65913"/>
                </a:lnTo>
                <a:lnTo>
                  <a:pt x="244411" y="27813"/>
                </a:lnTo>
                <a:lnTo>
                  <a:pt x="227076" y="7620"/>
                </a:lnTo>
                <a:lnTo>
                  <a:pt x="231647" y="0"/>
                </a:lnTo>
                <a:lnTo>
                  <a:pt x="276796" y="20574"/>
                </a:lnTo>
                <a:lnTo>
                  <a:pt x="301752" y="51816"/>
                </a:lnTo>
                <a:lnTo>
                  <a:pt x="301677" y="55387"/>
                </a:lnTo>
                <a:lnTo>
                  <a:pt x="300585" y="63103"/>
                </a:lnTo>
                <a:lnTo>
                  <a:pt x="296989" y="71628"/>
                </a:lnTo>
                <a:lnTo>
                  <a:pt x="290822" y="80152"/>
                </a:lnTo>
                <a:lnTo>
                  <a:pt x="281940" y="88392"/>
                </a:lnTo>
                <a:close/>
              </a:path>
              <a:path w="550545" h="563880">
                <a:moveTo>
                  <a:pt x="91440" y="109728"/>
                </a:moveTo>
                <a:lnTo>
                  <a:pt x="70104" y="88392"/>
                </a:lnTo>
                <a:lnTo>
                  <a:pt x="422148" y="88392"/>
                </a:lnTo>
                <a:lnTo>
                  <a:pt x="449580" y="59436"/>
                </a:lnTo>
                <a:lnTo>
                  <a:pt x="490728" y="102108"/>
                </a:lnTo>
                <a:lnTo>
                  <a:pt x="149352" y="102108"/>
                </a:lnTo>
                <a:lnTo>
                  <a:pt x="133659" y="102655"/>
                </a:lnTo>
                <a:lnTo>
                  <a:pt x="118681" y="104203"/>
                </a:lnTo>
                <a:lnTo>
                  <a:pt x="104560" y="106608"/>
                </a:lnTo>
                <a:lnTo>
                  <a:pt x="91440" y="109728"/>
                </a:lnTo>
                <a:close/>
              </a:path>
              <a:path w="550545" h="563880">
                <a:moveTo>
                  <a:pt x="335280" y="201168"/>
                </a:moveTo>
                <a:lnTo>
                  <a:pt x="318516" y="201168"/>
                </a:lnTo>
                <a:lnTo>
                  <a:pt x="333113" y="175188"/>
                </a:lnTo>
                <a:lnTo>
                  <a:pt x="344995" y="149923"/>
                </a:lnTo>
                <a:lnTo>
                  <a:pt x="354306" y="125515"/>
                </a:lnTo>
                <a:lnTo>
                  <a:pt x="361188" y="102108"/>
                </a:lnTo>
                <a:lnTo>
                  <a:pt x="406908" y="134112"/>
                </a:lnTo>
                <a:lnTo>
                  <a:pt x="385572" y="143256"/>
                </a:lnTo>
                <a:lnTo>
                  <a:pt x="346138" y="188261"/>
                </a:lnTo>
                <a:lnTo>
                  <a:pt x="335280" y="201168"/>
                </a:lnTo>
                <a:close/>
              </a:path>
              <a:path w="550545" h="563880">
                <a:moveTo>
                  <a:pt x="217932" y="201168"/>
                </a:moveTo>
                <a:lnTo>
                  <a:pt x="205740" y="201168"/>
                </a:lnTo>
                <a:lnTo>
                  <a:pt x="202049" y="187166"/>
                </a:lnTo>
                <a:lnTo>
                  <a:pt x="197929" y="174879"/>
                </a:lnTo>
                <a:lnTo>
                  <a:pt x="177736" y="137541"/>
                </a:lnTo>
                <a:lnTo>
                  <a:pt x="163068" y="117348"/>
                </a:lnTo>
                <a:lnTo>
                  <a:pt x="167640" y="109728"/>
                </a:lnTo>
                <a:lnTo>
                  <a:pt x="203073" y="129540"/>
                </a:lnTo>
                <a:lnTo>
                  <a:pt x="231457" y="157543"/>
                </a:lnTo>
                <a:lnTo>
                  <a:pt x="234696" y="169164"/>
                </a:lnTo>
                <a:lnTo>
                  <a:pt x="233576" y="176950"/>
                </a:lnTo>
                <a:lnTo>
                  <a:pt x="230314" y="184594"/>
                </a:lnTo>
                <a:lnTo>
                  <a:pt x="225051" y="192524"/>
                </a:lnTo>
                <a:lnTo>
                  <a:pt x="217932" y="201168"/>
                </a:lnTo>
                <a:close/>
              </a:path>
              <a:path w="550545" h="563880">
                <a:moveTo>
                  <a:pt x="21336" y="222504"/>
                </a:moveTo>
                <a:lnTo>
                  <a:pt x="0" y="201168"/>
                </a:lnTo>
                <a:lnTo>
                  <a:pt x="470916" y="201168"/>
                </a:lnTo>
                <a:lnTo>
                  <a:pt x="499872" y="172212"/>
                </a:lnTo>
                <a:lnTo>
                  <a:pt x="541020" y="214884"/>
                </a:lnTo>
                <a:lnTo>
                  <a:pt x="79248" y="214884"/>
                </a:lnTo>
                <a:lnTo>
                  <a:pt x="63769" y="215431"/>
                </a:lnTo>
                <a:lnTo>
                  <a:pt x="49149" y="216979"/>
                </a:lnTo>
                <a:lnTo>
                  <a:pt x="35099" y="219384"/>
                </a:lnTo>
                <a:lnTo>
                  <a:pt x="21336" y="222504"/>
                </a:lnTo>
                <a:close/>
              </a:path>
              <a:path w="550545" h="563880">
                <a:moveTo>
                  <a:pt x="429768" y="265175"/>
                </a:moveTo>
                <a:lnTo>
                  <a:pt x="381000" y="265175"/>
                </a:lnTo>
                <a:lnTo>
                  <a:pt x="405384" y="240792"/>
                </a:lnTo>
                <a:lnTo>
                  <a:pt x="429768" y="265175"/>
                </a:lnTo>
                <a:close/>
              </a:path>
              <a:path w="550545" h="563880">
                <a:moveTo>
                  <a:pt x="117348" y="416052"/>
                </a:moveTo>
                <a:lnTo>
                  <a:pt x="118467" y="390906"/>
                </a:lnTo>
                <a:lnTo>
                  <a:pt x="119443" y="368046"/>
                </a:lnTo>
                <a:lnTo>
                  <a:pt x="120134" y="347472"/>
                </a:lnTo>
                <a:lnTo>
                  <a:pt x="120396" y="329184"/>
                </a:lnTo>
                <a:lnTo>
                  <a:pt x="120134" y="311181"/>
                </a:lnTo>
                <a:lnTo>
                  <a:pt x="119443" y="291465"/>
                </a:lnTo>
                <a:lnTo>
                  <a:pt x="118467" y="270033"/>
                </a:lnTo>
                <a:lnTo>
                  <a:pt x="117348" y="246887"/>
                </a:lnTo>
                <a:lnTo>
                  <a:pt x="153924" y="265175"/>
                </a:lnTo>
                <a:lnTo>
                  <a:pt x="429768" y="265175"/>
                </a:lnTo>
                <a:lnTo>
                  <a:pt x="438912" y="274320"/>
                </a:lnTo>
                <a:lnTo>
                  <a:pt x="429768" y="280416"/>
                </a:lnTo>
                <a:lnTo>
                  <a:pt x="150876" y="280416"/>
                </a:lnTo>
                <a:lnTo>
                  <a:pt x="150876" y="368808"/>
                </a:lnTo>
                <a:lnTo>
                  <a:pt x="417883" y="368808"/>
                </a:lnTo>
                <a:lnTo>
                  <a:pt x="417980" y="371427"/>
                </a:lnTo>
                <a:lnTo>
                  <a:pt x="418481" y="382524"/>
                </a:lnTo>
                <a:lnTo>
                  <a:pt x="150876" y="382524"/>
                </a:lnTo>
                <a:lnTo>
                  <a:pt x="150876" y="403860"/>
                </a:lnTo>
                <a:lnTo>
                  <a:pt x="117348" y="416052"/>
                </a:lnTo>
                <a:close/>
              </a:path>
              <a:path w="550545" h="563880">
                <a:moveTo>
                  <a:pt x="417883" y="368808"/>
                </a:moveTo>
                <a:lnTo>
                  <a:pt x="385572" y="368808"/>
                </a:lnTo>
                <a:lnTo>
                  <a:pt x="385572" y="280416"/>
                </a:lnTo>
                <a:lnTo>
                  <a:pt x="429768" y="280416"/>
                </a:lnTo>
                <a:lnTo>
                  <a:pt x="416052" y="289560"/>
                </a:lnTo>
                <a:lnTo>
                  <a:pt x="416313" y="317801"/>
                </a:lnTo>
                <a:lnTo>
                  <a:pt x="417004" y="345186"/>
                </a:lnTo>
                <a:lnTo>
                  <a:pt x="417883" y="368808"/>
                </a:lnTo>
                <a:close/>
              </a:path>
              <a:path w="550545" h="563880">
                <a:moveTo>
                  <a:pt x="0" y="563879"/>
                </a:moveTo>
                <a:lnTo>
                  <a:pt x="0" y="554736"/>
                </a:lnTo>
                <a:lnTo>
                  <a:pt x="30662" y="547592"/>
                </a:lnTo>
                <a:lnTo>
                  <a:pt x="58293" y="540067"/>
                </a:lnTo>
                <a:lnTo>
                  <a:pt x="105156" y="524255"/>
                </a:lnTo>
                <a:lnTo>
                  <a:pt x="140398" y="504444"/>
                </a:lnTo>
                <a:lnTo>
                  <a:pt x="178855" y="463534"/>
                </a:lnTo>
                <a:lnTo>
                  <a:pt x="194429" y="414480"/>
                </a:lnTo>
                <a:lnTo>
                  <a:pt x="199644" y="382524"/>
                </a:lnTo>
                <a:lnTo>
                  <a:pt x="234696" y="382524"/>
                </a:lnTo>
                <a:lnTo>
                  <a:pt x="228695" y="420290"/>
                </a:lnTo>
                <a:lnTo>
                  <a:pt x="208121" y="476392"/>
                </a:lnTo>
                <a:lnTo>
                  <a:pt x="175831" y="509301"/>
                </a:lnTo>
                <a:lnTo>
                  <a:pt x="136969" y="532161"/>
                </a:lnTo>
                <a:lnTo>
                  <a:pt x="91403" y="547616"/>
                </a:lnTo>
                <a:lnTo>
                  <a:pt x="33742" y="559022"/>
                </a:lnTo>
                <a:lnTo>
                  <a:pt x="0" y="563879"/>
                </a:lnTo>
                <a:close/>
              </a:path>
              <a:path w="550545" h="563880">
                <a:moveTo>
                  <a:pt x="487680" y="542544"/>
                </a:moveTo>
                <a:lnTo>
                  <a:pt x="359664" y="542544"/>
                </a:lnTo>
                <a:lnTo>
                  <a:pt x="334541" y="539376"/>
                </a:lnTo>
                <a:lnTo>
                  <a:pt x="316420" y="529780"/>
                </a:lnTo>
                <a:lnTo>
                  <a:pt x="305442" y="513611"/>
                </a:lnTo>
                <a:lnTo>
                  <a:pt x="301752" y="490728"/>
                </a:lnTo>
                <a:lnTo>
                  <a:pt x="301752" y="382524"/>
                </a:lnTo>
                <a:lnTo>
                  <a:pt x="332232" y="382524"/>
                </a:lnTo>
                <a:lnTo>
                  <a:pt x="332232" y="487679"/>
                </a:lnTo>
                <a:lnTo>
                  <a:pt x="334518" y="500562"/>
                </a:lnTo>
                <a:lnTo>
                  <a:pt x="341376" y="509587"/>
                </a:lnTo>
                <a:lnTo>
                  <a:pt x="352806" y="514897"/>
                </a:lnTo>
                <a:lnTo>
                  <a:pt x="368808" y="516636"/>
                </a:lnTo>
                <a:lnTo>
                  <a:pt x="543749" y="516636"/>
                </a:lnTo>
                <a:lnTo>
                  <a:pt x="542163" y="518898"/>
                </a:lnTo>
                <a:lnTo>
                  <a:pt x="510397" y="539972"/>
                </a:lnTo>
                <a:lnTo>
                  <a:pt x="495442" y="542258"/>
                </a:lnTo>
                <a:lnTo>
                  <a:pt x="487680" y="542544"/>
                </a:lnTo>
                <a:close/>
              </a:path>
              <a:path w="550545" h="563880">
                <a:moveTo>
                  <a:pt x="385572" y="408431"/>
                </a:moveTo>
                <a:lnTo>
                  <a:pt x="385572" y="382524"/>
                </a:lnTo>
                <a:lnTo>
                  <a:pt x="418481" y="382524"/>
                </a:lnTo>
                <a:lnTo>
                  <a:pt x="419100" y="396240"/>
                </a:lnTo>
                <a:lnTo>
                  <a:pt x="385572" y="408431"/>
                </a:lnTo>
                <a:close/>
              </a:path>
              <a:path w="550545" h="563880">
                <a:moveTo>
                  <a:pt x="543749" y="516636"/>
                </a:moveTo>
                <a:lnTo>
                  <a:pt x="477012" y="516636"/>
                </a:lnTo>
                <a:lnTo>
                  <a:pt x="486394" y="511516"/>
                </a:lnTo>
                <a:lnTo>
                  <a:pt x="493776" y="503110"/>
                </a:lnTo>
                <a:lnTo>
                  <a:pt x="503420" y="460200"/>
                </a:lnTo>
                <a:lnTo>
                  <a:pt x="507491" y="402336"/>
                </a:lnTo>
                <a:lnTo>
                  <a:pt x="516636" y="402336"/>
                </a:lnTo>
                <a:lnTo>
                  <a:pt x="519207" y="447341"/>
                </a:lnTo>
                <a:lnTo>
                  <a:pt x="531685" y="489966"/>
                </a:lnTo>
                <a:lnTo>
                  <a:pt x="550164" y="507492"/>
                </a:lnTo>
                <a:lnTo>
                  <a:pt x="543749" y="516636"/>
                </a:lnTo>
                <a:close/>
              </a:path>
            </a:pathLst>
          </a:custGeom>
          <a:solidFill>
            <a:srgbClr val="3333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3910583" y="1271016"/>
            <a:ext cx="550545" cy="567055"/>
          </a:xfrm>
          <a:custGeom>
            <a:avLst/>
            <a:gdLst/>
            <a:ahLst/>
            <a:cxnLst/>
            <a:rect l="l" t="t" r="r" b="b"/>
            <a:pathLst>
              <a:path w="550545" h="567055">
                <a:moveTo>
                  <a:pt x="16764" y="224028"/>
                </a:moveTo>
                <a:lnTo>
                  <a:pt x="12192" y="217932"/>
                </a:lnTo>
                <a:lnTo>
                  <a:pt x="40219" y="195072"/>
                </a:lnTo>
                <a:lnTo>
                  <a:pt x="67246" y="169926"/>
                </a:lnTo>
                <a:lnTo>
                  <a:pt x="118872" y="112776"/>
                </a:lnTo>
                <a:lnTo>
                  <a:pt x="141446" y="81867"/>
                </a:lnTo>
                <a:lnTo>
                  <a:pt x="178022" y="25765"/>
                </a:lnTo>
                <a:lnTo>
                  <a:pt x="192024" y="0"/>
                </a:lnTo>
                <a:lnTo>
                  <a:pt x="239268" y="30480"/>
                </a:lnTo>
                <a:lnTo>
                  <a:pt x="228695" y="35575"/>
                </a:lnTo>
                <a:lnTo>
                  <a:pt x="217551" y="43815"/>
                </a:lnTo>
                <a:lnTo>
                  <a:pt x="205835" y="54911"/>
                </a:lnTo>
                <a:lnTo>
                  <a:pt x="193548" y="68580"/>
                </a:lnTo>
                <a:lnTo>
                  <a:pt x="373966" y="68580"/>
                </a:lnTo>
                <a:lnTo>
                  <a:pt x="387096" y="80772"/>
                </a:lnTo>
                <a:lnTo>
                  <a:pt x="377991" y="83820"/>
                </a:lnTo>
                <a:lnTo>
                  <a:pt x="184404" y="83820"/>
                </a:lnTo>
                <a:lnTo>
                  <a:pt x="143208" y="125229"/>
                </a:lnTo>
                <a:lnTo>
                  <a:pt x="101727" y="162496"/>
                </a:lnTo>
                <a:lnTo>
                  <a:pt x="59674" y="195476"/>
                </a:lnTo>
                <a:lnTo>
                  <a:pt x="16764" y="224028"/>
                </a:lnTo>
                <a:close/>
              </a:path>
              <a:path w="550545" h="567055">
                <a:moveTo>
                  <a:pt x="373966" y="68580"/>
                </a:moveTo>
                <a:lnTo>
                  <a:pt x="323088" y="68580"/>
                </a:lnTo>
                <a:lnTo>
                  <a:pt x="344424" y="41148"/>
                </a:lnTo>
                <a:lnTo>
                  <a:pt x="373966" y="68580"/>
                </a:lnTo>
                <a:close/>
              </a:path>
              <a:path w="550545" h="567055">
                <a:moveTo>
                  <a:pt x="277368" y="172212"/>
                </a:moveTo>
                <a:lnTo>
                  <a:pt x="263652" y="172212"/>
                </a:lnTo>
                <a:lnTo>
                  <a:pt x="320040" y="83820"/>
                </a:lnTo>
                <a:lnTo>
                  <a:pt x="377991" y="83820"/>
                </a:lnTo>
                <a:lnTo>
                  <a:pt x="375999" y="84486"/>
                </a:lnTo>
                <a:lnTo>
                  <a:pt x="363474" y="91059"/>
                </a:lnTo>
                <a:lnTo>
                  <a:pt x="349805" y="100488"/>
                </a:lnTo>
                <a:lnTo>
                  <a:pt x="319801" y="125920"/>
                </a:lnTo>
                <a:lnTo>
                  <a:pt x="305181" y="140208"/>
                </a:lnTo>
                <a:lnTo>
                  <a:pt x="291131" y="155638"/>
                </a:lnTo>
                <a:lnTo>
                  <a:pt x="277368" y="172212"/>
                </a:lnTo>
                <a:close/>
              </a:path>
              <a:path w="550545" h="567055">
                <a:moveTo>
                  <a:pt x="117348" y="193548"/>
                </a:moveTo>
                <a:lnTo>
                  <a:pt x="96012" y="172212"/>
                </a:lnTo>
                <a:lnTo>
                  <a:pt x="411480" y="172212"/>
                </a:lnTo>
                <a:lnTo>
                  <a:pt x="432816" y="146304"/>
                </a:lnTo>
                <a:lnTo>
                  <a:pt x="470916" y="176784"/>
                </a:lnTo>
                <a:lnTo>
                  <a:pt x="458446" y="185928"/>
                </a:lnTo>
                <a:lnTo>
                  <a:pt x="175260" y="185928"/>
                </a:lnTo>
                <a:lnTo>
                  <a:pt x="159781" y="186475"/>
                </a:lnTo>
                <a:lnTo>
                  <a:pt x="145161" y="188023"/>
                </a:lnTo>
                <a:lnTo>
                  <a:pt x="131111" y="190428"/>
                </a:lnTo>
                <a:lnTo>
                  <a:pt x="117348" y="193548"/>
                </a:lnTo>
                <a:close/>
              </a:path>
              <a:path w="550545" h="567055">
                <a:moveTo>
                  <a:pt x="284988" y="274320"/>
                </a:moveTo>
                <a:lnTo>
                  <a:pt x="251460" y="274320"/>
                </a:lnTo>
                <a:lnTo>
                  <a:pt x="251460" y="185928"/>
                </a:lnTo>
                <a:lnTo>
                  <a:pt x="284988" y="185928"/>
                </a:lnTo>
                <a:lnTo>
                  <a:pt x="284988" y="274320"/>
                </a:lnTo>
                <a:close/>
              </a:path>
              <a:path w="550545" h="567055">
                <a:moveTo>
                  <a:pt x="448056" y="274320"/>
                </a:moveTo>
                <a:lnTo>
                  <a:pt x="416052" y="274320"/>
                </a:lnTo>
                <a:lnTo>
                  <a:pt x="416052" y="185928"/>
                </a:lnTo>
                <a:lnTo>
                  <a:pt x="458446" y="185928"/>
                </a:lnTo>
                <a:lnTo>
                  <a:pt x="448056" y="193548"/>
                </a:lnTo>
                <a:lnTo>
                  <a:pt x="448056" y="274320"/>
                </a:lnTo>
                <a:close/>
              </a:path>
              <a:path w="550545" h="567055">
                <a:moveTo>
                  <a:pt x="21335" y="297180"/>
                </a:moveTo>
                <a:lnTo>
                  <a:pt x="0" y="274320"/>
                </a:lnTo>
                <a:lnTo>
                  <a:pt x="469392" y="274320"/>
                </a:lnTo>
                <a:lnTo>
                  <a:pt x="502920" y="240792"/>
                </a:lnTo>
                <a:lnTo>
                  <a:pt x="550164" y="289560"/>
                </a:lnTo>
                <a:lnTo>
                  <a:pt x="79247" y="289560"/>
                </a:lnTo>
                <a:lnTo>
                  <a:pt x="63769" y="289893"/>
                </a:lnTo>
                <a:lnTo>
                  <a:pt x="49148" y="291084"/>
                </a:lnTo>
                <a:lnTo>
                  <a:pt x="35099" y="293417"/>
                </a:lnTo>
                <a:lnTo>
                  <a:pt x="21335" y="297180"/>
                </a:lnTo>
                <a:close/>
              </a:path>
              <a:path w="550545" h="567055">
                <a:moveTo>
                  <a:pt x="284988" y="377952"/>
                </a:moveTo>
                <a:lnTo>
                  <a:pt x="251460" y="377952"/>
                </a:lnTo>
                <a:lnTo>
                  <a:pt x="251460" y="289560"/>
                </a:lnTo>
                <a:lnTo>
                  <a:pt x="284988" y="289560"/>
                </a:lnTo>
                <a:lnTo>
                  <a:pt x="284988" y="377952"/>
                </a:lnTo>
                <a:close/>
              </a:path>
              <a:path w="550545" h="567055">
                <a:moveTo>
                  <a:pt x="83820" y="399288"/>
                </a:moveTo>
                <a:lnTo>
                  <a:pt x="62483" y="377952"/>
                </a:lnTo>
                <a:lnTo>
                  <a:pt x="416052" y="377952"/>
                </a:lnTo>
                <a:lnTo>
                  <a:pt x="416052" y="289560"/>
                </a:lnTo>
                <a:lnTo>
                  <a:pt x="448056" y="289560"/>
                </a:lnTo>
                <a:lnTo>
                  <a:pt x="448079" y="326683"/>
                </a:lnTo>
                <a:lnTo>
                  <a:pt x="448246" y="357949"/>
                </a:lnTo>
                <a:lnTo>
                  <a:pt x="448698" y="383214"/>
                </a:lnTo>
                <a:lnTo>
                  <a:pt x="449088" y="391668"/>
                </a:lnTo>
                <a:lnTo>
                  <a:pt x="141732" y="391668"/>
                </a:lnTo>
                <a:lnTo>
                  <a:pt x="126253" y="392215"/>
                </a:lnTo>
                <a:lnTo>
                  <a:pt x="111633" y="393763"/>
                </a:lnTo>
                <a:lnTo>
                  <a:pt x="97583" y="396168"/>
                </a:lnTo>
                <a:lnTo>
                  <a:pt x="83820" y="399288"/>
                </a:lnTo>
                <a:close/>
              </a:path>
              <a:path w="550545" h="567055">
                <a:moveTo>
                  <a:pt x="284060" y="509016"/>
                </a:moveTo>
                <a:lnTo>
                  <a:pt x="225552" y="509016"/>
                </a:lnTo>
                <a:lnTo>
                  <a:pt x="236672" y="506991"/>
                </a:lnTo>
                <a:lnTo>
                  <a:pt x="244792" y="500824"/>
                </a:lnTo>
                <a:lnTo>
                  <a:pt x="249769" y="490370"/>
                </a:lnTo>
                <a:lnTo>
                  <a:pt x="251460" y="475488"/>
                </a:lnTo>
                <a:lnTo>
                  <a:pt x="251460" y="391668"/>
                </a:lnTo>
                <a:lnTo>
                  <a:pt x="284988" y="391668"/>
                </a:lnTo>
                <a:lnTo>
                  <a:pt x="284988" y="504444"/>
                </a:lnTo>
                <a:lnTo>
                  <a:pt x="284060" y="509016"/>
                </a:lnTo>
                <a:close/>
              </a:path>
              <a:path w="550545" h="567055">
                <a:moveTo>
                  <a:pt x="416052" y="419100"/>
                </a:moveTo>
                <a:lnTo>
                  <a:pt x="416052" y="391668"/>
                </a:lnTo>
                <a:lnTo>
                  <a:pt x="449088" y="391668"/>
                </a:lnTo>
                <a:lnTo>
                  <a:pt x="449580" y="402336"/>
                </a:lnTo>
                <a:lnTo>
                  <a:pt x="416052" y="419100"/>
                </a:lnTo>
                <a:close/>
              </a:path>
              <a:path w="550545" h="567055">
                <a:moveTo>
                  <a:pt x="230124" y="566928"/>
                </a:moveTo>
                <a:lnTo>
                  <a:pt x="224742" y="550640"/>
                </a:lnTo>
                <a:lnTo>
                  <a:pt x="208788" y="536067"/>
                </a:lnTo>
                <a:lnTo>
                  <a:pt x="182546" y="523208"/>
                </a:lnTo>
                <a:lnTo>
                  <a:pt x="146304" y="512064"/>
                </a:lnTo>
                <a:lnTo>
                  <a:pt x="146304" y="499872"/>
                </a:lnTo>
                <a:lnTo>
                  <a:pt x="170902" y="503872"/>
                </a:lnTo>
                <a:lnTo>
                  <a:pt x="192214" y="506730"/>
                </a:lnTo>
                <a:lnTo>
                  <a:pt x="210383" y="508444"/>
                </a:lnTo>
                <a:lnTo>
                  <a:pt x="225552" y="509016"/>
                </a:lnTo>
                <a:lnTo>
                  <a:pt x="284060" y="509016"/>
                </a:lnTo>
                <a:lnTo>
                  <a:pt x="280701" y="525565"/>
                </a:lnTo>
                <a:lnTo>
                  <a:pt x="270129" y="543115"/>
                </a:lnTo>
                <a:lnTo>
                  <a:pt x="253269" y="556950"/>
                </a:lnTo>
                <a:lnTo>
                  <a:pt x="230124" y="566928"/>
                </a:lnTo>
                <a:close/>
              </a:path>
            </a:pathLst>
          </a:custGeom>
          <a:solidFill>
            <a:srgbClr val="3333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4561332" y="1275587"/>
            <a:ext cx="490855" cy="553720"/>
          </a:xfrm>
          <a:custGeom>
            <a:avLst/>
            <a:gdLst/>
            <a:ahLst/>
            <a:cxnLst/>
            <a:rect l="l" t="t" r="r" b="b"/>
            <a:pathLst>
              <a:path w="490854" h="553719">
                <a:moveTo>
                  <a:pt x="74676" y="124968"/>
                </a:moveTo>
                <a:lnTo>
                  <a:pt x="59436" y="124968"/>
                </a:lnTo>
                <a:lnTo>
                  <a:pt x="69699" y="86367"/>
                </a:lnTo>
                <a:lnTo>
                  <a:pt x="77533" y="52768"/>
                </a:lnTo>
                <a:lnTo>
                  <a:pt x="82796" y="24026"/>
                </a:lnTo>
                <a:lnTo>
                  <a:pt x="85344" y="0"/>
                </a:lnTo>
                <a:lnTo>
                  <a:pt x="138684" y="28956"/>
                </a:lnTo>
                <a:lnTo>
                  <a:pt x="125253" y="39243"/>
                </a:lnTo>
                <a:lnTo>
                  <a:pt x="110109" y="58674"/>
                </a:lnTo>
                <a:lnTo>
                  <a:pt x="93249" y="87249"/>
                </a:lnTo>
                <a:lnTo>
                  <a:pt x="74676" y="124968"/>
                </a:lnTo>
                <a:close/>
              </a:path>
              <a:path w="490854" h="553719">
                <a:moveTo>
                  <a:pt x="202692" y="263652"/>
                </a:moveTo>
                <a:lnTo>
                  <a:pt x="196596" y="259080"/>
                </a:lnTo>
                <a:lnTo>
                  <a:pt x="220027" y="221361"/>
                </a:lnTo>
                <a:lnTo>
                  <a:pt x="240030" y="185928"/>
                </a:lnTo>
                <a:lnTo>
                  <a:pt x="269747" y="121920"/>
                </a:lnTo>
                <a:lnTo>
                  <a:pt x="290893" y="62484"/>
                </a:lnTo>
                <a:lnTo>
                  <a:pt x="306323" y="3048"/>
                </a:lnTo>
                <a:lnTo>
                  <a:pt x="358140" y="33528"/>
                </a:lnTo>
                <a:lnTo>
                  <a:pt x="347567" y="44053"/>
                </a:lnTo>
                <a:lnTo>
                  <a:pt x="334137" y="64008"/>
                </a:lnTo>
                <a:lnTo>
                  <a:pt x="317849" y="93106"/>
                </a:lnTo>
                <a:lnTo>
                  <a:pt x="298704" y="131064"/>
                </a:lnTo>
                <a:lnTo>
                  <a:pt x="480060" y="131064"/>
                </a:lnTo>
                <a:lnTo>
                  <a:pt x="490728" y="141732"/>
                </a:lnTo>
                <a:lnTo>
                  <a:pt x="484909" y="146304"/>
                </a:lnTo>
                <a:lnTo>
                  <a:pt x="294132" y="146304"/>
                </a:lnTo>
                <a:lnTo>
                  <a:pt x="272129" y="179427"/>
                </a:lnTo>
                <a:lnTo>
                  <a:pt x="249555" y="210121"/>
                </a:lnTo>
                <a:lnTo>
                  <a:pt x="226409" y="238244"/>
                </a:lnTo>
                <a:lnTo>
                  <a:pt x="202692" y="263652"/>
                </a:lnTo>
                <a:close/>
              </a:path>
              <a:path w="490854" h="553719">
                <a:moveTo>
                  <a:pt x="202228" y="124968"/>
                </a:moveTo>
                <a:lnTo>
                  <a:pt x="152400" y="124968"/>
                </a:lnTo>
                <a:lnTo>
                  <a:pt x="176784" y="100584"/>
                </a:lnTo>
                <a:lnTo>
                  <a:pt x="202228" y="124968"/>
                </a:lnTo>
                <a:close/>
              </a:path>
              <a:path w="490854" h="553719">
                <a:moveTo>
                  <a:pt x="0" y="548640"/>
                </a:moveTo>
                <a:lnTo>
                  <a:pt x="826" y="495300"/>
                </a:lnTo>
                <a:lnTo>
                  <a:pt x="913" y="487680"/>
                </a:lnTo>
                <a:lnTo>
                  <a:pt x="1333" y="435483"/>
                </a:lnTo>
                <a:lnTo>
                  <a:pt x="1427" y="244736"/>
                </a:lnTo>
                <a:lnTo>
                  <a:pt x="1305" y="210121"/>
                </a:lnTo>
                <a:lnTo>
                  <a:pt x="881" y="158519"/>
                </a:lnTo>
                <a:lnTo>
                  <a:pt x="0" y="103632"/>
                </a:lnTo>
                <a:lnTo>
                  <a:pt x="35052" y="124968"/>
                </a:lnTo>
                <a:lnTo>
                  <a:pt x="202228" y="124968"/>
                </a:lnTo>
                <a:lnTo>
                  <a:pt x="213359" y="135636"/>
                </a:lnTo>
                <a:lnTo>
                  <a:pt x="208926" y="138684"/>
                </a:lnTo>
                <a:lnTo>
                  <a:pt x="33528" y="138684"/>
                </a:lnTo>
                <a:lnTo>
                  <a:pt x="33528" y="292608"/>
                </a:lnTo>
                <a:lnTo>
                  <a:pt x="189009" y="292608"/>
                </a:lnTo>
                <a:lnTo>
                  <a:pt x="189024" y="306324"/>
                </a:lnTo>
                <a:lnTo>
                  <a:pt x="33528" y="306324"/>
                </a:lnTo>
                <a:lnTo>
                  <a:pt x="33528" y="473964"/>
                </a:lnTo>
                <a:lnTo>
                  <a:pt x="189748" y="473964"/>
                </a:lnTo>
                <a:lnTo>
                  <a:pt x="189899" y="487680"/>
                </a:lnTo>
                <a:lnTo>
                  <a:pt x="33528" y="487680"/>
                </a:lnTo>
                <a:lnTo>
                  <a:pt x="33528" y="528828"/>
                </a:lnTo>
                <a:lnTo>
                  <a:pt x="0" y="548640"/>
                </a:lnTo>
                <a:close/>
              </a:path>
              <a:path w="490854" h="553719">
                <a:moveTo>
                  <a:pt x="480060" y="131064"/>
                </a:moveTo>
                <a:lnTo>
                  <a:pt x="428244" y="131064"/>
                </a:lnTo>
                <a:lnTo>
                  <a:pt x="454152" y="105156"/>
                </a:lnTo>
                <a:lnTo>
                  <a:pt x="480060" y="131064"/>
                </a:lnTo>
                <a:close/>
              </a:path>
              <a:path w="490854" h="553719">
                <a:moveTo>
                  <a:pt x="189009" y="292608"/>
                </a:moveTo>
                <a:lnTo>
                  <a:pt x="156972" y="292608"/>
                </a:lnTo>
                <a:lnTo>
                  <a:pt x="156972" y="138684"/>
                </a:lnTo>
                <a:lnTo>
                  <a:pt x="208926" y="138684"/>
                </a:lnTo>
                <a:lnTo>
                  <a:pt x="188976" y="152400"/>
                </a:lnTo>
                <a:lnTo>
                  <a:pt x="189009" y="292608"/>
                </a:lnTo>
                <a:close/>
              </a:path>
              <a:path w="490854" h="553719">
                <a:moveTo>
                  <a:pt x="449614" y="495300"/>
                </a:moveTo>
                <a:lnTo>
                  <a:pt x="390144" y="495300"/>
                </a:lnTo>
                <a:lnTo>
                  <a:pt x="401574" y="492728"/>
                </a:lnTo>
                <a:lnTo>
                  <a:pt x="410718" y="485013"/>
                </a:lnTo>
                <a:lnTo>
                  <a:pt x="423784" y="434735"/>
                </a:lnTo>
                <a:lnTo>
                  <a:pt x="427481" y="357378"/>
                </a:lnTo>
                <a:lnTo>
                  <a:pt x="429352" y="300227"/>
                </a:lnTo>
                <a:lnTo>
                  <a:pt x="431188" y="228728"/>
                </a:lnTo>
                <a:lnTo>
                  <a:pt x="432815" y="146304"/>
                </a:lnTo>
                <a:lnTo>
                  <a:pt x="484909" y="146304"/>
                </a:lnTo>
                <a:lnTo>
                  <a:pt x="469391" y="158496"/>
                </a:lnTo>
                <a:lnTo>
                  <a:pt x="467211" y="244736"/>
                </a:lnTo>
                <a:lnTo>
                  <a:pt x="465151" y="317754"/>
                </a:lnTo>
                <a:lnTo>
                  <a:pt x="463105" y="376999"/>
                </a:lnTo>
                <a:lnTo>
                  <a:pt x="460925" y="423107"/>
                </a:lnTo>
                <a:lnTo>
                  <a:pt x="455676" y="475488"/>
                </a:lnTo>
                <a:lnTo>
                  <a:pt x="450794" y="492347"/>
                </a:lnTo>
                <a:lnTo>
                  <a:pt x="449614" y="495300"/>
                </a:lnTo>
                <a:close/>
              </a:path>
              <a:path w="490854" h="553719">
                <a:moveTo>
                  <a:pt x="318516" y="370332"/>
                </a:moveTo>
                <a:lnTo>
                  <a:pt x="315468" y="370332"/>
                </a:lnTo>
                <a:lnTo>
                  <a:pt x="311181" y="368307"/>
                </a:lnTo>
                <a:lnTo>
                  <a:pt x="307467" y="362140"/>
                </a:lnTo>
                <a:lnTo>
                  <a:pt x="304323" y="351686"/>
                </a:lnTo>
                <a:lnTo>
                  <a:pt x="301752" y="336804"/>
                </a:lnTo>
                <a:lnTo>
                  <a:pt x="295489" y="313062"/>
                </a:lnTo>
                <a:lnTo>
                  <a:pt x="285940" y="289750"/>
                </a:lnTo>
                <a:lnTo>
                  <a:pt x="273248" y="266723"/>
                </a:lnTo>
                <a:lnTo>
                  <a:pt x="257556" y="243840"/>
                </a:lnTo>
                <a:lnTo>
                  <a:pt x="263652" y="236220"/>
                </a:lnTo>
                <a:lnTo>
                  <a:pt x="308419" y="273939"/>
                </a:lnTo>
                <a:lnTo>
                  <a:pt x="334065" y="309705"/>
                </a:lnTo>
                <a:lnTo>
                  <a:pt x="339852" y="330708"/>
                </a:lnTo>
                <a:lnTo>
                  <a:pt x="339256" y="338447"/>
                </a:lnTo>
                <a:lnTo>
                  <a:pt x="337375" y="345757"/>
                </a:lnTo>
                <a:lnTo>
                  <a:pt x="334065" y="352782"/>
                </a:lnTo>
                <a:lnTo>
                  <a:pt x="329184" y="359664"/>
                </a:lnTo>
                <a:lnTo>
                  <a:pt x="323088" y="367284"/>
                </a:lnTo>
                <a:lnTo>
                  <a:pt x="318516" y="370332"/>
                </a:lnTo>
                <a:close/>
              </a:path>
              <a:path w="490854" h="553719">
                <a:moveTo>
                  <a:pt x="189748" y="473964"/>
                </a:moveTo>
                <a:lnTo>
                  <a:pt x="156972" y="473964"/>
                </a:lnTo>
                <a:lnTo>
                  <a:pt x="156972" y="306324"/>
                </a:lnTo>
                <a:lnTo>
                  <a:pt x="189024" y="306324"/>
                </a:lnTo>
                <a:lnTo>
                  <a:pt x="189136" y="370332"/>
                </a:lnTo>
                <a:lnTo>
                  <a:pt x="189260" y="409836"/>
                </a:lnTo>
                <a:lnTo>
                  <a:pt x="189548" y="455922"/>
                </a:lnTo>
                <a:lnTo>
                  <a:pt x="189748" y="473964"/>
                </a:lnTo>
                <a:close/>
              </a:path>
              <a:path w="490854" h="553719">
                <a:moveTo>
                  <a:pt x="382524" y="553212"/>
                </a:moveTo>
                <a:lnTo>
                  <a:pt x="373356" y="534947"/>
                </a:lnTo>
                <a:lnTo>
                  <a:pt x="357187" y="519112"/>
                </a:lnTo>
                <a:lnTo>
                  <a:pt x="333875" y="505848"/>
                </a:lnTo>
                <a:lnTo>
                  <a:pt x="303276" y="495300"/>
                </a:lnTo>
                <a:lnTo>
                  <a:pt x="303276" y="483108"/>
                </a:lnTo>
                <a:lnTo>
                  <a:pt x="330993" y="488227"/>
                </a:lnTo>
                <a:lnTo>
                  <a:pt x="354711" y="492061"/>
                </a:lnTo>
                <a:lnTo>
                  <a:pt x="374427" y="494466"/>
                </a:lnTo>
                <a:lnTo>
                  <a:pt x="390144" y="495300"/>
                </a:lnTo>
                <a:lnTo>
                  <a:pt x="449614" y="495300"/>
                </a:lnTo>
                <a:lnTo>
                  <a:pt x="445198" y="506349"/>
                </a:lnTo>
                <a:lnTo>
                  <a:pt x="411480" y="540067"/>
                </a:lnTo>
                <a:lnTo>
                  <a:pt x="398287" y="546568"/>
                </a:lnTo>
                <a:lnTo>
                  <a:pt x="382524" y="553212"/>
                </a:lnTo>
                <a:close/>
              </a:path>
              <a:path w="490854" h="553719">
                <a:moveTo>
                  <a:pt x="156972" y="537971"/>
                </a:moveTo>
                <a:lnTo>
                  <a:pt x="156972" y="487680"/>
                </a:lnTo>
                <a:lnTo>
                  <a:pt x="189899" y="487680"/>
                </a:lnTo>
                <a:lnTo>
                  <a:pt x="190021" y="495300"/>
                </a:lnTo>
                <a:lnTo>
                  <a:pt x="190500" y="519684"/>
                </a:lnTo>
                <a:lnTo>
                  <a:pt x="156972" y="537971"/>
                </a:lnTo>
                <a:close/>
              </a:path>
            </a:pathLst>
          </a:custGeom>
          <a:solidFill>
            <a:srgbClr val="3333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5125211" y="1283208"/>
            <a:ext cx="558165" cy="554990"/>
          </a:xfrm>
          <a:custGeom>
            <a:avLst/>
            <a:gdLst/>
            <a:ahLst/>
            <a:cxnLst/>
            <a:rect l="l" t="t" r="r" b="b"/>
            <a:pathLst>
              <a:path w="558164" h="554989">
                <a:moveTo>
                  <a:pt x="7620" y="307847"/>
                </a:moveTo>
                <a:lnTo>
                  <a:pt x="0" y="301751"/>
                </a:lnTo>
                <a:lnTo>
                  <a:pt x="29146" y="251221"/>
                </a:lnTo>
                <a:lnTo>
                  <a:pt x="54864" y="202691"/>
                </a:lnTo>
                <a:lnTo>
                  <a:pt x="77152" y="156448"/>
                </a:lnTo>
                <a:lnTo>
                  <a:pt x="96012" y="112775"/>
                </a:lnTo>
                <a:lnTo>
                  <a:pt x="111180" y="73080"/>
                </a:lnTo>
                <a:lnTo>
                  <a:pt x="130087" y="16549"/>
                </a:lnTo>
                <a:lnTo>
                  <a:pt x="134112" y="0"/>
                </a:lnTo>
                <a:lnTo>
                  <a:pt x="187452" y="35052"/>
                </a:lnTo>
                <a:lnTo>
                  <a:pt x="155733" y="63341"/>
                </a:lnTo>
                <a:lnTo>
                  <a:pt x="136874" y="101369"/>
                </a:lnTo>
                <a:lnTo>
                  <a:pt x="126873" y="122110"/>
                </a:lnTo>
                <a:lnTo>
                  <a:pt x="116238" y="143255"/>
                </a:lnTo>
                <a:lnTo>
                  <a:pt x="105156" y="164591"/>
                </a:lnTo>
                <a:lnTo>
                  <a:pt x="137160" y="184403"/>
                </a:lnTo>
                <a:lnTo>
                  <a:pt x="120396" y="195071"/>
                </a:lnTo>
                <a:lnTo>
                  <a:pt x="120396" y="198119"/>
                </a:lnTo>
                <a:lnTo>
                  <a:pt x="88392" y="198119"/>
                </a:lnTo>
                <a:lnTo>
                  <a:pt x="70413" y="225551"/>
                </a:lnTo>
                <a:lnTo>
                  <a:pt x="50863" y="252983"/>
                </a:lnTo>
                <a:lnTo>
                  <a:pt x="29884" y="280415"/>
                </a:lnTo>
                <a:lnTo>
                  <a:pt x="7620" y="307847"/>
                </a:lnTo>
                <a:close/>
              </a:path>
              <a:path w="558164" h="554989">
                <a:moveTo>
                  <a:pt x="193548" y="71627"/>
                </a:moveTo>
                <a:lnTo>
                  <a:pt x="172212" y="50291"/>
                </a:lnTo>
                <a:lnTo>
                  <a:pt x="481584" y="50291"/>
                </a:lnTo>
                <a:lnTo>
                  <a:pt x="510540" y="18288"/>
                </a:lnTo>
                <a:lnTo>
                  <a:pt x="553212" y="64007"/>
                </a:lnTo>
                <a:lnTo>
                  <a:pt x="254508" y="64007"/>
                </a:lnTo>
                <a:lnTo>
                  <a:pt x="237910" y="64555"/>
                </a:lnTo>
                <a:lnTo>
                  <a:pt x="222313" y="66103"/>
                </a:lnTo>
                <a:lnTo>
                  <a:pt x="207573" y="68508"/>
                </a:lnTo>
                <a:lnTo>
                  <a:pt x="193548" y="71627"/>
                </a:lnTo>
                <a:close/>
              </a:path>
              <a:path w="558164" h="554989">
                <a:moveTo>
                  <a:pt x="368808" y="128015"/>
                </a:moveTo>
                <a:lnTo>
                  <a:pt x="336804" y="128015"/>
                </a:lnTo>
                <a:lnTo>
                  <a:pt x="336804" y="64007"/>
                </a:lnTo>
                <a:lnTo>
                  <a:pt x="368808" y="64007"/>
                </a:lnTo>
                <a:lnTo>
                  <a:pt x="368808" y="128015"/>
                </a:lnTo>
                <a:close/>
              </a:path>
              <a:path w="558164" h="554989">
                <a:moveTo>
                  <a:pt x="512064" y="128015"/>
                </a:moveTo>
                <a:lnTo>
                  <a:pt x="466344" y="128015"/>
                </a:lnTo>
                <a:lnTo>
                  <a:pt x="487680" y="106679"/>
                </a:lnTo>
                <a:lnTo>
                  <a:pt x="512064" y="128015"/>
                </a:lnTo>
                <a:close/>
              </a:path>
              <a:path w="558164" h="554989">
                <a:moveTo>
                  <a:pt x="205740" y="356616"/>
                </a:moveTo>
                <a:lnTo>
                  <a:pt x="207835" y="304228"/>
                </a:lnTo>
                <a:lnTo>
                  <a:pt x="208657" y="252983"/>
                </a:lnTo>
                <a:lnTo>
                  <a:pt x="208682" y="219575"/>
                </a:lnTo>
                <a:lnTo>
                  <a:pt x="208565" y="202691"/>
                </a:lnTo>
                <a:lnTo>
                  <a:pt x="208485" y="195071"/>
                </a:lnTo>
                <a:lnTo>
                  <a:pt x="207835" y="164020"/>
                </a:lnTo>
                <a:lnTo>
                  <a:pt x="206859" y="135897"/>
                </a:lnTo>
                <a:lnTo>
                  <a:pt x="205740" y="112775"/>
                </a:lnTo>
                <a:lnTo>
                  <a:pt x="242316" y="128015"/>
                </a:lnTo>
                <a:lnTo>
                  <a:pt x="512064" y="128015"/>
                </a:lnTo>
                <a:lnTo>
                  <a:pt x="524256" y="138683"/>
                </a:lnTo>
                <a:lnTo>
                  <a:pt x="516128" y="143255"/>
                </a:lnTo>
                <a:lnTo>
                  <a:pt x="239268" y="143255"/>
                </a:lnTo>
                <a:lnTo>
                  <a:pt x="239268" y="219455"/>
                </a:lnTo>
                <a:lnTo>
                  <a:pt x="500133" y="219455"/>
                </a:lnTo>
                <a:lnTo>
                  <a:pt x="500330" y="234695"/>
                </a:lnTo>
                <a:lnTo>
                  <a:pt x="239268" y="234695"/>
                </a:lnTo>
                <a:lnTo>
                  <a:pt x="239268" y="312419"/>
                </a:lnTo>
                <a:lnTo>
                  <a:pt x="501835" y="312419"/>
                </a:lnTo>
                <a:lnTo>
                  <a:pt x="502513" y="327660"/>
                </a:lnTo>
                <a:lnTo>
                  <a:pt x="239268" y="327660"/>
                </a:lnTo>
                <a:lnTo>
                  <a:pt x="239268" y="345948"/>
                </a:lnTo>
                <a:lnTo>
                  <a:pt x="205740" y="356616"/>
                </a:lnTo>
                <a:close/>
              </a:path>
              <a:path w="558164" h="554989">
                <a:moveTo>
                  <a:pt x="368808" y="219455"/>
                </a:moveTo>
                <a:lnTo>
                  <a:pt x="336804" y="219455"/>
                </a:lnTo>
                <a:lnTo>
                  <a:pt x="336804" y="143255"/>
                </a:lnTo>
                <a:lnTo>
                  <a:pt x="368808" y="143255"/>
                </a:lnTo>
                <a:lnTo>
                  <a:pt x="368808" y="219455"/>
                </a:lnTo>
                <a:close/>
              </a:path>
              <a:path w="558164" h="554989">
                <a:moveTo>
                  <a:pt x="500133" y="219455"/>
                </a:moveTo>
                <a:lnTo>
                  <a:pt x="469392" y="219455"/>
                </a:lnTo>
                <a:lnTo>
                  <a:pt x="469392" y="143255"/>
                </a:lnTo>
                <a:lnTo>
                  <a:pt x="516128" y="143255"/>
                </a:lnTo>
                <a:lnTo>
                  <a:pt x="499872" y="152399"/>
                </a:lnTo>
                <a:lnTo>
                  <a:pt x="500133" y="219455"/>
                </a:lnTo>
                <a:close/>
              </a:path>
              <a:path w="558164" h="554989">
                <a:moveTo>
                  <a:pt x="86868" y="554735"/>
                </a:moveTo>
                <a:lnTo>
                  <a:pt x="88201" y="490156"/>
                </a:lnTo>
                <a:lnTo>
                  <a:pt x="88392" y="198119"/>
                </a:lnTo>
                <a:lnTo>
                  <a:pt x="120396" y="198119"/>
                </a:lnTo>
                <a:lnTo>
                  <a:pt x="120514" y="486537"/>
                </a:lnTo>
                <a:lnTo>
                  <a:pt x="120626" y="497347"/>
                </a:lnTo>
                <a:lnTo>
                  <a:pt x="121038" y="516516"/>
                </a:lnTo>
                <a:lnTo>
                  <a:pt x="121920" y="537972"/>
                </a:lnTo>
                <a:lnTo>
                  <a:pt x="86868" y="554735"/>
                </a:lnTo>
                <a:close/>
              </a:path>
              <a:path w="558164" h="554989">
                <a:moveTo>
                  <a:pt x="368808" y="312419"/>
                </a:moveTo>
                <a:lnTo>
                  <a:pt x="336804" y="312419"/>
                </a:lnTo>
                <a:lnTo>
                  <a:pt x="336804" y="234695"/>
                </a:lnTo>
                <a:lnTo>
                  <a:pt x="368808" y="234695"/>
                </a:lnTo>
                <a:lnTo>
                  <a:pt x="368808" y="312419"/>
                </a:lnTo>
                <a:close/>
              </a:path>
              <a:path w="558164" h="554989">
                <a:moveTo>
                  <a:pt x="501835" y="312419"/>
                </a:moveTo>
                <a:lnTo>
                  <a:pt x="469392" y="312419"/>
                </a:lnTo>
                <a:lnTo>
                  <a:pt x="469392" y="234695"/>
                </a:lnTo>
                <a:lnTo>
                  <a:pt x="500330" y="234695"/>
                </a:lnTo>
                <a:lnTo>
                  <a:pt x="500824" y="272605"/>
                </a:lnTo>
                <a:lnTo>
                  <a:pt x="501800" y="311634"/>
                </a:lnTo>
                <a:lnTo>
                  <a:pt x="501835" y="312419"/>
                </a:lnTo>
                <a:close/>
              </a:path>
              <a:path w="558164" h="554989">
                <a:moveTo>
                  <a:pt x="344445" y="441960"/>
                </a:moveTo>
                <a:lnTo>
                  <a:pt x="310896" y="441960"/>
                </a:lnTo>
                <a:lnTo>
                  <a:pt x="321802" y="416814"/>
                </a:lnTo>
                <a:lnTo>
                  <a:pt x="329565" y="389382"/>
                </a:lnTo>
                <a:lnTo>
                  <a:pt x="334470" y="359664"/>
                </a:lnTo>
                <a:lnTo>
                  <a:pt x="336804" y="327660"/>
                </a:lnTo>
                <a:lnTo>
                  <a:pt x="368808" y="327660"/>
                </a:lnTo>
                <a:lnTo>
                  <a:pt x="365950" y="364212"/>
                </a:lnTo>
                <a:lnTo>
                  <a:pt x="359664" y="398335"/>
                </a:lnTo>
                <a:lnTo>
                  <a:pt x="349948" y="429887"/>
                </a:lnTo>
                <a:lnTo>
                  <a:pt x="344445" y="441960"/>
                </a:lnTo>
                <a:close/>
              </a:path>
              <a:path w="558164" h="554989">
                <a:moveTo>
                  <a:pt x="469392" y="352044"/>
                </a:moveTo>
                <a:lnTo>
                  <a:pt x="469392" y="327660"/>
                </a:lnTo>
                <a:lnTo>
                  <a:pt x="502513" y="327660"/>
                </a:lnTo>
                <a:lnTo>
                  <a:pt x="502920" y="336804"/>
                </a:lnTo>
                <a:lnTo>
                  <a:pt x="469392" y="352044"/>
                </a:lnTo>
                <a:close/>
              </a:path>
              <a:path w="558164" h="554989">
                <a:moveTo>
                  <a:pt x="134112" y="554735"/>
                </a:moveTo>
                <a:lnTo>
                  <a:pt x="134112" y="545591"/>
                </a:lnTo>
                <a:lnTo>
                  <a:pt x="164687" y="538376"/>
                </a:lnTo>
                <a:lnTo>
                  <a:pt x="192405" y="530161"/>
                </a:lnTo>
                <a:lnTo>
                  <a:pt x="239268" y="509015"/>
                </a:lnTo>
                <a:lnTo>
                  <a:pt x="274701" y="485394"/>
                </a:lnTo>
                <a:lnTo>
                  <a:pt x="298704" y="461772"/>
                </a:lnTo>
                <a:lnTo>
                  <a:pt x="284130" y="445484"/>
                </a:lnTo>
                <a:lnTo>
                  <a:pt x="267843" y="424052"/>
                </a:lnTo>
                <a:lnTo>
                  <a:pt x="249840" y="397478"/>
                </a:lnTo>
                <a:lnTo>
                  <a:pt x="230124" y="365760"/>
                </a:lnTo>
                <a:lnTo>
                  <a:pt x="237744" y="358140"/>
                </a:lnTo>
                <a:lnTo>
                  <a:pt x="256889" y="384952"/>
                </a:lnTo>
                <a:lnTo>
                  <a:pt x="275463" y="408050"/>
                </a:lnTo>
                <a:lnTo>
                  <a:pt x="293465" y="427148"/>
                </a:lnTo>
                <a:lnTo>
                  <a:pt x="310896" y="441960"/>
                </a:lnTo>
                <a:lnTo>
                  <a:pt x="344445" y="441960"/>
                </a:lnTo>
                <a:lnTo>
                  <a:pt x="336804" y="458724"/>
                </a:lnTo>
                <a:lnTo>
                  <a:pt x="363616" y="474202"/>
                </a:lnTo>
                <a:lnTo>
                  <a:pt x="376757" y="480060"/>
                </a:lnTo>
                <a:lnTo>
                  <a:pt x="320040" y="480060"/>
                </a:lnTo>
                <a:lnTo>
                  <a:pt x="287083" y="507301"/>
                </a:lnTo>
                <a:lnTo>
                  <a:pt x="243840" y="528827"/>
                </a:lnTo>
                <a:lnTo>
                  <a:pt x="192405" y="545782"/>
                </a:lnTo>
                <a:lnTo>
                  <a:pt x="164115" y="551330"/>
                </a:lnTo>
                <a:lnTo>
                  <a:pt x="134112" y="554735"/>
                </a:lnTo>
                <a:close/>
              </a:path>
              <a:path w="558164" h="554989">
                <a:moveTo>
                  <a:pt x="519684" y="551687"/>
                </a:moveTo>
                <a:lnTo>
                  <a:pt x="467106" y="543687"/>
                </a:lnTo>
                <a:lnTo>
                  <a:pt x="414528" y="528827"/>
                </a:lnTo>
                <a:lnTo>
                  <a:pt x="364426" y="508444"/>
                </a:lnTo>
                <a:lnTo>
                  <a:pt x="320040" y="480060"/>
                </a:lnTo>
                <a:lnTo>
                  <a:pt x="376757" y="480060"/>
                </a:lnTo>
                <a:lnTo>
                  <a:pt x="391287" y="486537"/>
                </a:lnTo>
                <a:lnTo>
                  <a:pt x="419528" y="496014"/>
                </a:lnTo>
                <a:lnTo>
                  <a:pt x="448056" y="502920"/>
                </a:lnTo>
                <a:lnTo>
                  <a:pt x="477202" y="507515"/>
                </a:lnTo>
                <a:lnTo>
                  <a:pt x="505206" y="509968"/>
                </a:lnTo>
                <a:lnTo>
                  <a:pt x="532066" y="510420"/>
                </a:lnTo>
                <a:lnTo>
                  <a:pt x="557784" y="510420"/>
                </a:lnTo>
                <a:lnTo>
                  <a:pt x="557784" y="518160"/>
                </a:lnTo>
                <a:lnTo>
                  <a:pt x="544329" y="523613"/>
                </a:lnTo>
                <a:lnTo>
                  <a:pt x="533590" y="530923"/>
                </a:lnTo>
                <a:lnTo>
                  <a:pt x="525422" y="540234"/>
                </a:lnTo>
                <a:lnTo>
                  <a:pt x="519684" y="551687"/>
                </a:lnTo>
                <a:close/>
              </a:path>
              <a:path w="558164" h="554989">
                <a:moveTo>
                  <a:pt x="557784" y="510420"/>
                </a:moveTo>
                <a:lnTo>
                  <a:pt x="532066" y="510420"/>
                </a:lnTo>
                <a:lnTo>
                  <a:pt x="557784" y="509015"/>
                </a:lnTo>
                <a:lnTo>
                  <a:pt x="557784" y="510420"/>
                </a:lnTo>
                <a:close/>
              </a:path>
            </a:pathLst>
          </a:custGeom>
          <a:solidFill>
            <a:srgbClr val="3333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5737859" y="1272540"/>
            <a:ext cx="541020" cy="558165"/>
          </a:xfrm>
          <a:custGeom>
            <a:avLst/>
            <a:gdLst/>
            <a:ahLst/>
            <a:cxnLst/>
            <a:rect l="l" t="t" r="r" b="b"/>
            <a:pathLst>
              <a:path w="541020" h="558164">
                <a:moveTo>
                  <a:pt x="30480" y="79247"/>
                </a:moveTo>
                <a:lnTo>
                  <a:pt x="30480" y="70104"/>
                </a:lnTo>
                <a:lnTo>
                  <a:pt x="74247" y="63865"/>
                </a:lnTo>
                <a:lnTo>
                  <a:pt x="114300" y="56769"/>
                </a:lnTo>
                <a:lnTo>
                  <a:pt x="184404" y="41147"/>
                </a:lnTo>
                <a:lnTo>
                  <a:pt x="236791" y="23241"/>
                </a:lnTo>
                <a:lnTo>
                  <a:pt x="269748" y="3047"/>
                </a:lnTo>
                <a:lnTo>
                  <a:pt x="312420" y="48768"/>
                </a:lnTo>
                <a:lnTo>
                  <a:pt x="295894" y="49625"/>
                </a:lnTo>
                <a:lnTo>
                  <a:pt x="271653" y="52197"/>
                </a:lnTo>
                <a:lnTo>
                  <a:pt x="239982" y="56483"/>
                </a:lnTo>
                <a:lnTo>
                  <a:pt x="201168" y="62484"/>
                </a:lnTo>
                <a:lnTo>
                  <a:pt x="201168" y="67056"/>
                </a:lnTo>
                <a:lnTo>
                  <a:pt x="167640" y="67056"/>
                </a:lnTo>
                <a:lnTo>
                  <a:pt x="133564" y="71104"/>
                </a:lnTo>
                <a:lnTo>
                  <a:pt x="99631" y="74295"/>
                </a:lnTo>
                <a:lnTo>
                  <a:pt x="30480" y="79247"/>
                </a:lnTo>
                <a:close/>
              </a:path>
              <a:path w="541020" h="558164">
                <a:moveTo>
                  <a:pt x="201168" y="184404"/>
                </a:moveTo>
                <a:lnTo>
                  <a:pt x="167640" y="184404"/>
                </a:lnTo>
                <a:lnTo>
                  <a:pt x="167640" y="67056"/>
                </a:lnTo>
                <a:lnTo>
                  <a:pt x="201168" y="67056"/>
                </a:lnTo>
                <a:lnTo>
                  <a:pt x="201168" y="184404"/>
                </a:lnTo>
                <a:close/>
              </a:path>
              <a:path w="541020" h="558164">
                <a:moveTo>
                  <a:pt x="21336" y="205740"/>
                </a:moveTo>
                <a:lnTo>
                  <a:pt x="0" y="184404"/>
                </a:lnTo>
                <a:lnTo>
                  <a:pt x="265176" y="184404"/>
                </a:lnTo>
                <a:lnTo>
                  <a:pt x="295656" y="153923"/>
                </a:lnTo>
                <a:lnTo>
                  <a:pt x="341376" y="199644"/>
                </a:lnTo>
                <a:lnTo>
                  <a:pt x="79248" y="199644"/>
                </a:lnTo>
                <a:lnTo>
                  <a:pt x="63769" y="199953"/>
                </a:lnTo>
                <a:lnTo>
                  <a:pt x="49149" y="200977"/>
                </a:lnTo>
                <a:lnTo>
                  <a:pt x="35099" y="202858"/>
                </a:lnTo>
                <a:lnTo>
                  <a:pt x="21336" y="205740"/>
                </a:lnTo>
                <a:close/>
              </a:path>
              <a:path w="541020" h="558164">
                <a:moveTo>
                  <a:pt x="7620" y="455676"/>
                </a:moveTo>
                <a:lnTo>
                  <a:pt x="0" y="448056"/>
                </a:lnTo>
                <a:lnTo>
                  <a:pt x="38862" y="406160"/>
                </a:lnTo>
                <a:lnTo>
                  <a:pt x="73152" y="364348"/>
                </a:lnTo>
                <a:lnTo>
                  <a:pt x="102870" y="322707"/>
                </a:lnTo>
                <a:lnTo>
                  <a:pt x="128016" y="281319"/>
                </a:lnTo>
                <a:lnTo>
                  <a:pt x="148590" y="240269"/>
                </a:lnTo>
                <a:lnTo>
                  <a:pt x="164592" y="199644"/>
                </a:lnTo>
                <a:lnTo>
                  <a:pt x="201168" y="199644"/>
                </a:lnTo>
                <a:lnTo>
                  <a:pt x="201168" y="256032"/>
                </a:lnTo>
                <a:lnTo>
                  <a:pt x="230333" y="268224"/>
                </a:lnTo>
                <a:lnTo>
                  <a:pt x="201168" y="268224"/>
                </a:lnTo>
                <a:lnTo>
                  <a:pt x="201168" y="280416"/>
                </a:lnTo>
                <a:lnTo>
                  <a:pt x="167640" y="280416"/>
                </a:lnTo>
                <a:lnTo>
                  <a:pt x="138562" y="321759"/>
                </a:lnTo>
                <a:lnTo>
                  <a:pt x="108021" y="359883"/>
                </a:lnTo>
                <a:lnTo>
                  <a:pt x="76017" y="394862"/>
                </a:lnTo>
                <a:lnTo>
                  <a:pt x="42550" y="426768"/>
                </a:lnTo>
                <a:lnTo>
                  <a:pt x="7620" y="455676"/>
                </a:lnTo>
                <a:close/>
              </a:path>
              <a:path w="541020" h="558164">
                <a:moveTo>
                  <a:pt x="300228" y="368808"/>
                </a:moveTo>
                <a:lnTo>
                  <a:pt x="298704" y="368808"/>
                </a:lnTo>
                <a:lnTo>
                  <a:pt x="294727" y="367379"/>
                </a:lnTo>
                <a:lnTo>
                  <a:pt x="289750" y="363093"/>
                </a:lnTo>
                <a:lnTo>
                  <a:pt x="283916" y="355949"/>
                </a:lnTo>
                <a:lnTo>
                  <a:pt x="277368" y="345948"/>
                </a:lnTo>
                <a:lnTo>
                  <a:pt x="264818" y="328231"/>
                </a:lnTo>
                <a:lnTo>
                  <a:pt x="247840" y="309372"/>
                </a:lnTo>
                <a:lnTo>
                  <a:pt x="226575" y="289369"/>
                </a:lnTo>
                <a:lnTo>
                  <a:pt x="201168" y="268224"/>
                </a:lnTo>
                <a:lnTo>
                  <a:pt x="230333" y="268224"/>
                </a:lnTo>
                <a:lnTo>
                  <a:pt x="279082" y="290512"/>
                </a:lnTo>
                <a:lnTo>
                  <a:pt x="309848" y="320111"/>
                </a:lnTo>
                <a:lnTo>
                  <a:pt x="312420" y="338328"/>
                </a:lnTo>
                <a:lnTo>
                  <a:pt x="312420" y="345948"/>
                </a:lnTo>
                <a:lnTo>
                  <a:pt x="310896" y="353568"/>
                </a:lnTo>
                <a:lnTo>
                  <a:pt x="307848" y="359664"/>
                </a:lnTo>
                <a:lnTo>
                  <a:pt x="303276" y="365760"/>
                </a:lnTo>
                <a:lnTo>
                  <a:pt x="300228" y="368808"/>
                </a:lnTo>
                <a:close/>
              </a:path>
              <a:path w="541020" h="558164">
                <a:moveTo>
                  <a:pt x="164592" y="557784"/>
                </a:moveTo>
                <a:lnTo>
                  <a:pt x="165711" y="516659"/>
                </a:lnTo>
                <a:lnTo>
                  <a:pt x="166687" y="482536"/>
                </a:lnTo>
                <a:lnTo>
                  <a:pt x="167375" y="455676"/>
                </a:lnTo>
                <a:lnTo>
                  <a:pt x="167640" y="435864"/>
                </a:lnTo>
                <a:lnTo>
                  <a:pt x="167640" y="280416"/>
                </a:lnTo>
                <a:lnTo>
                  <a:pt x="201168" y="280416"/>
                </a:lnTo>
                <a:lnTo>
                  <a:pt x="201191" y="484870"/>
                </a:lnTo>
                <a:lnTo>
                  <a:pt x="201358" y="505968"/>
                </a:lnTo>
                <a:lnTo>
                  <a:pt x="201810" y="524779"/>
                </a:lnTo>
                <a:lnTo>
                  <a:pt x="202692" y="541020"/>
                </a:lnTo>
                <a:lnTo>
                  <a:pt x="164592" y="557784"/>
                </a:lnTo>
                <a:close/>
              </a:path>
              <a:path w="541020" h="558164">
                <a:moveTo>
                  <a:pt x="520561" y="495300"/>
                </a:moveTo>
                <a:lnTo>
                  <a:pt x="463296" y="495300"/>
                </a:lnTo>
                <a:lnTo>
                  <a:pt x="474178" y="493275"/>
                </a:lnTo>
                <a:lnTo>
                  <a:pt x="481774" y="487108"/>
                </a:lnTo>
                <a:lnTo>
                  <a:pt x="486227" y="476654"/>
                </a:lnTo>
                <a:lnTo>
                  <a:pt x="487680" y="461772"/>
                </a:lnTo>
                <a:lnTo>
                  <a:pt x="487656" y="74795"/>
                </a:lnTo>
                <a:lnTo>
                  <a:pt x="487489" y="50101"/>
                </a:lnTo>
                <a:lnTo>
                  <a:pt x="487011" y="24384"/>
                </a:lnTo>
                <a:lnTo>
                  <a:pt x="486156" y="0"/>
                </a:lnTo>
                <a:lnTo>
                  <a:pt x="541020" y="24384"/>
                </a:lnTo>
                <a:lnTo>
                  <a:pt x="521208" y="41147"/>
                </a:lnTo>
                <a:lnTo>
                  <a:pt x="521140" y="487108"/>
                </a:lnTo>
                <a:lnTo>
                  <a:pt x="520561" y="495300"/>
                </a:lnTo>
                <a:close/>
              </a:path>
              <a:path w="541020" h="558164">
                <a:moveTo>
                  <a:pt x="362712" y="417576"/>
                </a:moveTo>
                <a:lnTo>
                  <a:pt x="363831" y="373546"/>
                </a:lnTo>
                <a:lnTo>
                  <a:pt x="364807" y="328231"/>
                </a:lnTo>
                <a:lnTo>
                  <a:pt x="365498" y="281487"/>
                </a:lnTo>
                <a:lnTo>
                  <a:pt x="365760" y="233171"/>
                </a:lnTo>
                <a:lnTo>
                  <a:pt x="365712" y="186618"/>
                </a:lnTo>
                <a:lnTo>
                  <a:pt x="365379" y="145351"/>
                </a:lnTo>
                <a:lnTo>
                  <a:pt x="364474" y="109513"/>
                </a:lnTo>
                <a:lnTo>
                  <a:pt x="362712" y="79247"/>
                </a:lnTo>
                <a:lnTo>
                  <a:pt x="416052" y="108204"/>
                </a:lnTo>
                <a:lnTo>
                  <a:pt x="396240" y="124968"/>
                </a:lnTo>
                <a:lnTo>
                  <a:pt x="396306" y="328231"/>
                </a:lnTo>
                <a:lnTo>
                  <a:pt x="396501" y="343376"/>
                </a:lnTo>
                <a:lnTo>
                  <a:pt x="397192" y="363093"/>
                </a:lnTo>
                <a:lnTo>
                  <a:pt x="398168" y="382238"/>
                </a:lnTo>
                <a:lnTo>
                  <a:pt x="399288" y="400812"/>
                </a:lnTo>
                <a:lnTo>
                  <a:pt x="362712" y="417576"/>
                </a:lnTo>
                <a:close/>
              </a:path>
              <a:path w="541020" h="558164">
                <a:moveTo>
                  <a:pt x="466344" y="557784"/>
                </a:moveTo>
                <a:lnTo>
                  <a:pt x="460605" y="537781"/>
                </a:lnTo>
                <a:lnTo>
                  <a:pt x="443293" y="521208"/>
                </a:lnTo>
                <a:lnTo>
                  <a:pt x="414266" y="508063"/>
                </a:lnTo>
                <a:lnTo>
                  <a:pt x="373380" y="498348"/>
                </a:lnTo>
                <a:lnTo>
                  <a:pt x="373380" y="489204"/>
                </a:lnTo>
                <a:lnTo>
                  <a:pt x="448175" y="494133"/>
                </a:lnTo>
                <a:lnTo>
                  <a:pt x="463296" y="495300"/>
                </a:lnTo>
                <a:lnTo>
                  <a:pt x="520561" y="495300"/>
                </a:lnTo>
                <a:lnTo>
                  <a:pt x="519493" y="510420"/>
                </a:lnTo>
                <a:lnTo>
                  <a:pt x="509778" y="530542"/>
                </a:lnTo>
                <a:lnTo>
                  <a:pt x="492061" y="546377"/>
                </a:lnTo>
                <a:lnTo>
                  <a:pt x="466344" y="557784"/>
                </a:lnTo>
                <a:close/>
              </a:path>
            </a:pathLst>
          </a:custGeom>
          <a:solidFill>
            <a:srgbClr val="3333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6347459" y="1271016"/>
            <a:ext cx="554990" cy="554990"/>
          </a:xfrm>
          <a:custGeom>
            <a:avLst/>
            <a:gdLst/>
            <a:ahLst/>
            <a:cxnLst/>
            <a:rect l="l" t="t" r="r" b="b"/>
            <a:pathLst>
              <a:path w="554990" h="554989">
                <a:moveTo>
                  <a:pt x="323088" y="88392"/>
                </a:moveTo>
                <a:lnTo>
                  <a:pt x="298704" y="88392"/>
                </a:lnTo>
                <a:lnTo>
                  <a:pt x="296441" y="69556"/>
                </a:lnTo>
                <a:lnTo>
                  <a:pt x="289750" y="49720"/>
                </a:lnTo>
                <a:lnTo>
                  <a:pt x="278772" y="29027"/>
                </a:lnTo>
                <a:lnTo>
                  <a:pt x="263652" y="7620"/>
                </a:lnTo>
                <a:lnTo>
                  <a:pt x="268224" y="0"/>
                </a:lnTo>
                <a:lnTo>
                  <a:pt x="312610" y="22669"/>
                </a:lnTo>
                <a:lnTo>
                  <a:pt x="336804" y="53340"/>
                </a:lnTo>
                <a:lnTo>
                  <a:pt x="336804" y="57912"/>
                </a:lnTo>
                <a:lnTo>
                  <a:pt x="335946" y="65031"/>
                </a:lnTo>
                <a:lnTo>
                  <a:pt x="333375" y="72580"/>
                </a:lnTo>
                <a:lnTo>
                  <a:pt x="329088" y="80414"/>
                </a:lnTo>
                <a:lnTo>
                  <a:pt x="323088" y="88392"/>
                </a:lnTo>
                <a:close/>
              </a:path>
              <a:path w="554990" h="554989">
                <a:moveTo>
                  <a:pt x="541020" y="88392"/>
                </a:moveTo>
                <a:lnTo>
                  <a:pt x="463296" y="88392"/>
                </a:lnTo>
                <a:lnTo>
                  <a:pt x="502920" y="50292"/>
                </a:lnTo>
                <a:lnTo>
                  <a:pt x="541020" y="88392"/>
                </a:lnTo>
                <a:close/>
              </a:path>
              <a:path w="554990" h="554989">
                <a:moveTo>
                  <a:pt x="7620" y="554736"/>
                </a:moveTo>
                <a:lnTo>
                  <a:pt x="0" y="547116"/>
                </a:lnTo>
                <a:lnTo>
                  <a:pt x="22002" y="515373"/>
                </a:lnTo>
                <a:lnTo>
                  <a:pt x="40005" y="481774"/>
                </a:lnTo>
                <a:lnTo>
                  <a:pt x="54006" y="446174"/>
                </a:lnTo>
                <a:lnTo>
                  <a:pt x="64008" y="408432"/>
                </a:lnTo>
                <a:lnTo>
                  <a:pt x="71770" y="368427"/>
                </a:lnTo>
                <a:lnTo>
                  <a:pt x="76962" y="323850"/>
                </a:lnTo>
                <a:lnTo>
                  <a:pt x="79867" y="274701"/>
                </a:lnTo>
                <a:lnTo>
                  <a:pt x="80702" y="225100"/>
                </a:lnTo>
                <a:lnTo>
                  <a:pt x="80695" y="155448"/>
                </a:lnTo>
                <a:lnTo>
                  <a:pt x="80581" y="125920"/>
                </a:lnTo>
                <a:lnTo>
                  <a:pt x="80129" y="90892"/>
                </a:lnTo>
                <a:lnTo>
                  <a:pt x="79248" y="64008"/>
                </a:lnTo>
                <a:lnTo>
                  <a:pt x="124968" y="88392"/>
                </a:lnTo>
                <a:lnTo>
                  <a:pt x="541020" y="88392"/>
                </a:lnTo>
                <a:lnTo>
                  <a:pt x="554735" y="102108"/>
                </a:lnTo>
                <a:lnTo>
                  <a:pt x="117348" y="102108"/>
                </a:lnTo>
                <a:lnTo>
                  <a:pt x="117144" y="169235"/>
                </a:lnTo>
                <a:lnTo>
                  <a:pt x="116518" y="225100"/>
                </a:lnTo>
                <a:lnTo>
                  <a:pt x="115372" y="271966"/>
                </a:lnTo>
                <a:lnTo>
                  <a:pt x="111252" y="336804"/>
                </a:lnTo>
                <a:lnTo>
                  <a:pt x="100584" y="393573"/>
                </a:lnTo>
                <a:lnTo>
                  <a:pt x="80772" y="448056"/>
                </a:lnTo>
                <a:lnTo>
                  <a:pt x="51054" y="501967"/>
                </a:lnTo>
                <a:lnTo>
                  <a:pt x="31051" y="528423"/>
                </a:lnTo>
                <a:lnTo>
                  <a:pt x="7620" y="554736"/>
                </a:lnTo>
                <a:close/>
              </a:path>
              <a:path w="554990" h="554989">
                <a:moveTo>
                  <a:pt x="327660" y="341376"/>
                </a:moveTo>
                <a:lnTo>
                  <a:pt x="294131" y="341376"/>
                </a:lnTo>
                <a:lnTo>
                  <a:pt x="294116" y="190500"/>
                </a:lnTo>
                <a:lnTo>
                  <a:pt x="293990" y="168505"/>
                </a:lnTo>
                <a:lnTo>
                  <a:pt x="293751" y="152590"/>
                </a:lnTo>
                <a:lnTo>
                  <a:pt x="292846" y="131897"/>
                </a:lnTo>
                <a:lnTo>
                  <a:pt x="291084" y="112776"/>
                </a:lnTo>
                <a:lnTo>
                  <a:pt x="348996" y="138684"/>
                </a:lnTo>
                <a:lnTo>
                  <a:pt x="327660" y="155448"/>
                </a:lnTo>
                <a:lnTo>
                  <a:pt x="327660" y="222503"/>
                </a:lnTo>
                <a:lnTo>
                  <a:pt x="512064" y="222503"/>
                </a:lnTo>
                <a:lnTo>
                  <a:pt x="525780" y="236220"/>
                </a:lnTo>
                <a:lnTo>
                  <a:pt x="327660" y="236220"/>
                </a:lnTo>
                <a:lnTo>
                  <a:pt x="327660" y="341376"/>
                </a:lnTo>
                <a:close/>
              </a:path>
              <a:path w="554990" h="554989">
                <a:moveTo>
                  <a:pt x="512064" y="222503"/>
                </a:moveTo>
                <a:lnTo>
                  <a:pt x="449580" y="222503"/>
                </a:lnTo>
                <a:lnTo>
                  <a:pt x="480060" y="190500"/>
                </a:lnTo>
                <a:lnTo>
                  <a:pt x="512064" y="222503"/>
                </a:lnTo>
                <a:close/>
              </a:path>
              <a:path w="554990" h="554989">
                <a:moveTo>
                  <a:pt x="491351" y="341376"/>
                </a:moveTo>
                <a:lnTo>
                  <a:pt x="445008" y="341376"/>
                </a:lnTo>
                <a:lnTo>
                  <a:pt x="463296" y="318515"/>
                </a:lnTo>
                <a:lnTo>
                  <a:pt x="491351" y="341376"/>
                </a:lnTo>
                <a:close/>
              </a:path>
              <a:path w="554990" h="554989">
                <a:moveTo>
                  <a:pt x="169164" y="554736"/>
                </a:moveTo>
                <a:lnTo>
                  <a:pt x="171259" y="493204"/>
                </a:lnTo>
                <a:lnTo>
                  <a:pt x="172108" y="448056"/>
                </a:lnTo>
                <a:lnTo>
                  <a:pt x="172116" y="427624"/>
                </a:lnTo>
                <a:lnTo>
                  <a:pt x="171950" y="410479"/>
                </a:lnTo>
                <a:lnTo>
                  <a:pt x="171259" y="382143"/>
                </a:lnTo>
                <a:lnTo>
                  <a:pt x="170281" y="352044"/>
                </a:lnTo>
                <a:lnTo>
                  <a:pt x="169164" y="320040"/>
                </a:lnTo>
                <a:lnTo>
                  <a:pt x="210312" y="341376"/>
                </a:lnTo>
                <a:lnTo>
                  <a:pt x="491351" y="341376"/>
                </a:lnTo>
                <a:lnTo>
                  <a:pt x="504444" y="352044"/>
                </a:lnTo>
                <a:lnTo>
                  <a:pt x="499456" y="356616"/>
                </a:lnTo>
                <a:lnTo>
                  <a:pt x="205740" y="356616"/>
                </a:lnTo>
                <a:lnTo>
                  <a:pt x="205740" y="487680"/>
                </a:lnTo>
                <a:lnTo>
                  <a:pt x="486540" y="487680"/>
                </a:lnTo>
                <a:lnTo>
                  <a:pt x="486751" y="502920"/>
                </a:lnTo>
                <a:lnTo>
                  <a:pt x="205740" y="502920"/>
                </a:lnTo>
                <a:lnTo>
                  <a:pt x="205740" y="541020"/>
                </a:lnTo>
                <a:lnTo>
                  <a:pt x="169164" y="554736"/>
                </a:lnTo>
                <a:close/>
              </a:path>
              <a:path w="554990" h="554989">
                <a:moveTo>
                  <a:pt x="486540" y="487680"/>
                </a:moveTo>
                <a:lnTo>
                  <a:pt x="449580" y="487680"/>
                </a:lnTo>
                <a:lnTo>
                  <a:pt x="449580" y="356616"/>
                </a:lnTo>
                <a:lnTo>
                  <a:pt x="499456" y="356616"/>
                </a:lnTo>
                <a:lnTo>
                  <a:pt x="486156" y="368808"/>
                </a:lnTo>
                <a:lnTo>
                  <a:pt x="486253" y="448056"/>
                </a:lnTo>
                <a:lnTo>
                  <a:pt x="486369" y="475226"/>
                </a:lnTo>
                <a:lnTo>
                  <a:pt x="486540" y="487680"/>
                </a:lnTo>
                <a:close/>
              </a:path>
              <a:path w="554990" h="554989">
                <a:moveTo>
                  <a:pt x="449580" y="541020"/>
                </a:moveTo>
                <a:lnTo>
                  <a:pt x="449580" y="502920"/>
                </a:lnTo>
                <a:lnTo>
                  <a:pt x="486751" y="502920"/>
                </a:lnTo>
                <a:lnTo>
                  <a:pt x="486798" y="506396"/>
                </a:lnTo>
                <a:lnTo>
                  <a:pt x="487680" y="525780"/>
                </a:lnTo>
                <a:lnTo>
                  <a:pt x="449580" y="541020"/>
                </a:lnTo>
                <a:close/>
              </a:path>
            </a:pathLst>
          </a:custGeom>
          <a:solidFill>
            <a:srgbClr val="3333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6957059" y="1278636"/>
            <a:ext cx="567055" cy="542925"/>
          </a:xfrm>
          <a:custGeom>
            <a:avLst/>
            <a:gdLst/>
            <a:ahLst/>
            <a:cxnLst/>
            <a:rect l="l" t="t" r="r" b="b"/>
            <a:pathLst>
              <a:path w="567054" h="542925">
                <a:moveTo>
                  <a:pt x="364236" y="123444"/>
                </a:moveTo>
                <a:lnTo>
                  <a:pt x="332232" y="123444"/>
                </a:lnTo>
                <a:lnTo>
                  <a:pt x="332158" y="74676"/>
                </a:lnTo>
                <a:lnTo>
                  <a:pt x="332033" y="50363"/>
                </a:lnTo>
                <a:lnTo>
                  <a:pt x="331589" y="22502"/>
                </a:lnTo>
                <a:lnTo>
                  <a:pt x="330708" y="0"/>
                </a:lnTo>
                <a:lnTo>
                  <a:pt x="385572" y="22860"/>
                </a:lnTo>
                <a:lnTo>
                  <a:pt x="364236" y="42672"/>
                </a:lnTo>
                <a:lnTo>
                  <a:pt x="364236" y="123444"/>
                </a:lnTo>
                <a:close/>
              </a:path>
              <a:path w="567054" h="542925">
                <a:moveTo>
                  <a:pt x="115824" y="140208"/>
                </a:moveTo>
                <a:lnTo>
                  <a:pt x="109728" y="140208"/>
                </a:lnTo>
                <a:lnTo>
                  <a:pt x="106680" y="132588"/>
                </a:lnTo>
                <a:lnTo>
                  <a:pt x="103632" y="117348"/>
                </a:lnTo>
                <a:lnTo>
                  <a:pt x="98131" y="100179"/>
                </a:lnTo>
                <a:lnTo>
                  <a:pt x="90487" y="80581"/>
                </a:lnTo>
                <a:lnTo>
                  <a:pt x="80271" y="58412"/>
                </a:lnTo>
                <a:lnTo>
                  <a:pt x="67056" y="33528"/>
                </a:lnTo>
                <a:lnTo>
                  <a:pt x="74676" y="30480"/>
                </a:lnTo>
                <a:lnTo>
                  <a:pt x="106299" y="54292"/>
                </a:lnTo>
                <a:lnTo>
                  <a:pt x="133111" y="83581"/>
                </a:lnTo>
                <a:lnTo>
                  <a:pt x="138922" y="100822"/>
                </a:lnTo>
                <a:lnTo>
                  <a:pt x="138684" y="109728"/>
                </a:lnTo>
                <a:lnTo>
                  <a:pt x="136993" y="117157"/>
                </a:lnTo>
                <a:lnTo>
                  <a:pt x="134302" y="123444"/>
                </a:lnTo>
                <a:lnTo>
                  <a:pt x="130754" y="128587"/>
                </a:lnTo>
                <a:lnTo>
                  <a:pt x="126492" y="132588"/>
                </a:lnTo>
                <a:lnTo>
                  <a:pt x="120396" y="138684"/>
                </a:lnTo>
                <a:lnTo>
                  <a:pt x="115824" y="140208"/>
                </a:lnTo>
                <a:close/>
              </a:path>
              <a:path w="567054" h="542925">
                <a:moveTo>
                  <a:pt x="193548" y="216407"/>
                </a:moveTo>
                <a:lnTo>
                  <a:pt x="185928" y="211836"/>
                </a:lnTo>
                <a:lnTo>
                  <a:pt x="200787" y="185808"/>
                </a:lnTo>
                <a:lnTo>
                  <a:pt x="213360" y="160210"/>
                </a:lnTo>
                <a:lnTo>
                  <a:pt x="231648" y="109728"/>
                </a:lnTo>
                <a:lnTo>
                  <a:pt x="241554" y="66484"/>
                </a:lnTo>
                <a:lnTo>
                  <a:pt x="246888" y="38100"/>
                </a:lnTo>
                <a:lnTo>
                  <a:pt x="294132" y="67056"/>
                </a:lnTo>
                <a:lnTo>
                  <a:pt x="275844" y="76200"/>
                </a:lnTo>
                <a:lnTo>
                  <a:pt x="270343" y="87868"/>
                </a:lnTo>
                <a:lnTo>
                  <a:pt x="264985" y="99822"/>
                </a:lnTo>
                <a:lnTo>
                  <a:pt x="259341" y="111775"/>
                </a:lnTo>
                <a:lnTo>
                  <a:pt x="252984" y="123444"/>
                </a:lnTo>
                <a:lnTo>
                  <a:pt x="486156" y="123444"/>
                </a:lnTo>
                <a:lnTo>
                  <a:pt x="499872" y="138684"/>
                </a:lnTo>
                <a:lnTo>
                  <a:pt x="248412" y="138684"/>
                </a:lnTo>
                <a:lnTo>
                  <a:pt x="237267" y="159186"/>
                </a:lnTo>
                <a:lnTo>
                  <a:pt x="224409" y="179260"/>
                </a:lnTo>
                <a:lnTo>
                  <a:pt x="209835" y="198477"/>
                </a:lnTo>
                <a:lnTo>
                  <a:pt x="193548" y="216407"/>
                </a:lnTo>
                <a:close/>
              </a:path>
              <a:path w="567054" h="542925">
                <a:moveTo>
                  <a:pt x="486156" y="123444"/>
                </a:moveTo>
                <a:lnTo>
                  <a:pt x="428244" y="123444"/>
                </a:lnTo>
                <a:lnTo>
                  <a:pt x="458724" y="92964"/>
                </a:lnTo>
                <a:lnTo>
                  <a:pt x="486156" y="123444"/>
                </a:lnTo>
                <a:close/>
              </a:path>
              <a:path w="567054" h="542925">
                <a:moveTo>
                  <a:pt x="364236" y="236219"/>
                </a:moveTo>
                <a:lnTo>
                  <a:pt x="332232" y="236219"/>
                </a:lnTo>
                <a:lnTo>
                  <a:pt x="332232" y="138684"/>
                </a:lnTo>
                <a:lnTo>
                  <a:pt x="364236" y="138684"/>
                </a:lnTo>
                <a:lnTo>
                  <a:pt x="364236" y="236219"/>
                </a:lnTo>
                <a:close/>
              </a:path>
              <a:path w="567054" h="542925">
                <a:moveTo>
                  <a:pt x="25907" y="240792"/>
                </a:moveTo>
                <a:lnTo>
                  <a:pt x="4571" y="219456"/>
                </a:lnTo>
                <a:lnTo>
                  <a:pt x="96012" y="219456"/>
                </a:lnTo>
                <a:lnTo>
                  <a:pt x="112776" y="195072"/>
                </a:lnTo>
                <a:lnTo>
                  <a:pt x="150876" y="224028"/>
                </a:lnTo>
                <a:lnTo>
                  <a:pt x="139238" y="233172"/>
                </a:lnTo>
                <a:lnTo>
                  <a:pt x="67056" y="233172"/>
                </a:lnTo>
                <a:lnTo>
                  <a:pt x="59340" y="233719"/>
                </a:lnTo>
                <a:lnTo>
                  <a:pt x="49910" y="235267"/>
                </a:lnTo>
                <a:lnTo>
                  <a:pt x="38766" y="237672"/>
                </a:lnTo>
                <a:lnTo>
                  <a:pt x="25907" y="240792"/>
                </a:lnTo>
                <a:close/>
              </a:path>
              <a:path w="567054" h="542925">
                <a:moveTo>
                  <a:pt x="184404" y="257556"/>
                </a:moveTo>
                <a:lnTo>
                  <a:pt x="163068" y="236219"/>
                </a:lnTo>
                <a:lnTo>
                  <a:pt x="464820" y="236219"/>
                </a:lnTo>
                <a:lnTo>
                  <a:pt x="495300" y="205740"/>
                </a:lnTo>
                <a:lnTo>
                  <a:pt x="537972" y="249936"/>
                </a:lnTo>
                <a:lnTo>
                  <a:pt x="230124" y="249936"/>
                </a:lnTo>
                <a:lnTo>
                  <a:pt x="219765" y="250483"/>
                </a:lnTo>
                <a:lnTo>
                  <a:pt x="208978" y="252031"/>
                </a:lnTo>
                <a:lnTo>
                  <a:pt x="197334" y="254436"/>
                </a:lnTo>
                <a:lnTo>
                  <a:pt x="184404" y="257556"/>
                </a:lnTo>
                <a:close/>
              </a:path>
              <a:path w="567054" h="542925">
                <a:moveTo>
                  <a:pt x="36576" y="518160"/>
                </a:moveTo>
                <a:lnTo>
                  <a:pt x="0" y="487680"/>
                </a:lnTo>
                <a:lnTo>
                  <a:pt x="22312" y="469344"/>
                </a:lnTo>
                <a:lnTo>
                  <a:pt x="45910" y="453009"/>
                </a:lnTo>
                <a:lnTo>
                  <a:pt x="70937" y="438388"/>
                </a:lnTo>
                <a:lnTo>
                  <a:pt x="97536" y="425196"/>
                </a:lnTo>
                <a:lnTo>
                  <a:pt x="97536" y="233172"/>
                </a:lnTo>
                <a:lnTo>
                  <a:pt x="139238" y="233172"/>
                </a:lnTo>
                <a:lnTo>
                  <a:pt x="129540" y="240792"/>
                </a:lnTo>
                <a:lnTo>
                  <a:pt x="129603" y="429841"/>
                </a:lnTo>
                <a:lnTo>
                  <a:pt x="140970" y="442960"/>
                </a:lnTo>
                <a:lnTo>
                  <a:pt x="142929" y="444722"/>
                </a:lnTo>
                <a:lnTo>
                  <a:pt x="107465" y="444722"/>
                </a:lnTo>
                <a:lnTo>
                  <a:pt x="74676" y="467868"/>
                </a:lnTo>
                <a:lnTo>
                  <a:pt x="42314" y="507301"/>
                </a:lnTo>
                <a:lnTo>
                  <a:pt x="36576" y="518160"/>
                </a:lnTo>
                <a:close/>
              </a:path>
              <a:path w="567054" h="542925">
                <a:moveTo>
                  <a:pt x="175260" y="466344"/>
                </a:moveTo>
                <a:lnTo>
                  <a:pt x="170688" y="458724"/>
                </a:lnTo>
                <a:lnTo>
                  <a:pt x="208739" y="429841"/>
                </a:lnTo>
                <a:lnTo>
                  <a:pt x="238816" y="394447"/>
                </a:lnTo>
                <a:lnTo>
                  <a:pt x="260994" y="352617"/>
                </a:lnTo>
                <a:lnTo>
                  <a:pt x="275344" y="304422"/>
                </a:lnTo>
                <a:lnTo>
                  <a:pt x="281940" y="249936"/>
                </a:lnTo>
                <a:lnTo>
                  <a:pt x="315468" y="249936"/>
                </a:lnTo>
                <a:lnTo>
                  <a:pt x="309633" y="301632"/>
                </a:lnTo>
                <a:lnTo>
                  <a:pt x="296728" y="347020"/>
                </a:lnTo>
                <a:lnTo>
                  <a:pt x="276796" y="386143"/>
                </a:lnTo>
                <a:lnTo>
                  <a:pt x="249879" y="419043"/>
                </a:lnTo>
                <a:lnTo>
                  <a:pt x="216019" y="445762"/>
                </a:lnTo>
                <a:lnTo>
                  <a:pt x="175260" y="466344"/>
                </a:lnTo>
                <a:close/>
              </a:path>
              <a:path w="567054" h="542925">
                <a:moveTo>
                  <a:pt x="490728" y="455676"/>
                </a:moveTo>
                <a:lnTo>
                  <a:pt x="416052" y="455676"/>
                </a:lnTo>
                <a:lnTo>
                  <a:pt x="396311" y="451985"/>
                </a:lnTo>
                <a:lnTo>
                  <a:pt x="382714" y="443293"/>
                </a:lnTo>
                <a:lnTo>
                  <a:pt x="375131" y="429768"/>
                </a:lnTo>
                <a:lnTo>
                  <a:pt x="373380" y="411480"/>
                </a:lnTo>
                <a:lnTo>
                  <a:pt x="373380" y="249936"/>
                </a:lnTo>
                <a:lnTo>
                  <a:pt x="403860" y="249936"/>
                </a:lnTo>
                <a:lnTo>
                  <a:pt x="403881" y="399549"/>
                </a:lnTo>
                <a:lnTo>
                  <a:pt x="405003" y="413265"/>
                </a:lnTo>
                <a:lnTo>
                  <a:pt x="410718" y="423100"/>
                </a:lnTo>
                <a:lnTo>
                  <a:pt x="421005" y="428648"/>
                </a:lnTo>
                <a:lnTo>
                  <a:pt x="435864" y="429768"/>
                </a:lnTo>
                <a:lnTo>
                  <a:pt x="545983" y="429768"/>
                </a:lnTo>
                <a:lnTo>
                  <a:pt x="540019" y="440031"/>
                </a:lnTo>
                <a:lnTo>
                  <a:pt x="527685" y="450151"/>
                </a:lnTo>
                <a:lnTo>
                  <a:pt x="511349" y="455414"/>
                </a:lnTo>
                <a:lnTo>
                  <a:pt x="490728" y="455676"/>
                </a:lnTo>
                <a:close/>
              </a:path>
              <a:path w="567054" h="542925">
                <a:moveTo>
                  <a:pt x="545983" y="429768"/>
                </a:moveTo>
                <a:lnTo>
                  <a:pt x="473964" y="429768"/>
                </a:lnTo>
                <a:lnTo>
                  <a:pt x="483369" y="429482"/>
                </a:lnTo>
                <a:lnTo>
                  <a:pt x="490918" y="426339"/>
                </a:lnTo>
                <a:lnTo>
                  <a:pt x="504444" y="382333"/>
                </a:lnTo>
                <a:lnTo>
                  <a:pt x="509016" y="333756"/>
                </a:lnTo>
                <a:lnTo>
                  <a:pt x="519684" y="333756"/>
                </a:lnTo>
                <a:lnTo>
                  <a:pt x="521612" y="386691"/>
                </a:lnTo>
                <a:lnTo>
                  <a:pt x="538591" y="421790"/>
                </a:lnTo>
                <a:lnTo>
                  <a:pt x="548640" y="425196"/>
                </a:lnTo>
                <a:lnTo>
                  <a:pt x="545983" y="429768"/>
                </a:lnTo>
                <a:close/>
              </a:path>
              <a:path w="567054" h="542925">
                <a:moveTo>
                  <a:pt x="516636" y="542544"/>
                </a:moveTo>
                <a:lnTo>
                  <a:pt x="336804" y="537972"/>
                </a:lnTo>
                <a:lnTo>
                  <a:pt x="274320" y="532257"/>
                </a:lnTo>
                <a:lnTo>
                  <a:pt x="225552" y="519684"/>
                </a:lnTo>
                <a:lnTo>
                  <a:pt x="185737" y="501015"/>
                </a:lnTo>
                <a:lnTo>
                  <a:pt x="153924" y="475487"/>
                </a:lnTo>
                <a:lnTo>
                  <a:pt x="140231" y="464081"/>
                </a:lnTo>
                <a:lnTo>
                  <a:pt x="128968" y="455104"/>
                </a:lnTo>
                <a:lnTo>
                  <a:pt x="120276" y="448698"/>
                </a:lnTo>
                <a:lnTo>
                  <a:pt x="114300" y="445008"/>
                </a:lnTo>
                <a:lnTo>
                  <a:pt x="107465" y="444722"/>
                </a:lnTo>
                <a:lnTo>
                  <a:pt x="142929" y="444722"/>
                </a:lnTo>
                <a:lnTo>
                  <a:pt x="188976" y="478536"/>
                </a:lnTo>
                <a:lnTo>
                  <a:pt x="244030" y="494728"/>
                </a:lnTo>
                <a:lnTo>
                  <a:pt x="283916" y="499752"/>
                </a:lnTo>
                <a:lnTo>
                  <a:pt x="332232" y="502920"/>
                </a:lnTo>
                <a:lnTo>
                  <a:pt x="375367" y="503858"/>
                </a:lnTo>
                <a:lnTo>
                  <a:pt x="560444" y="503858"/>
                </a:lnTo>
                <a:lnTo>
                  <a:pt x="544925" y="509754"/>
                </a:lnTo>
                <a:lnTo>
                  <a:pt x="529209" y="519112"/>
                </a:lnTo>
                <a:lnTo>
                  <a:pt x="519779" y="529899"/>
                </a:lnTo>
                <a:lnTo>
                  <a:pt x="516636" y="542544"/>
                </a:lnTo>
                <a:close/>
              </a:path>
              <a:path w="567054" h="542925">
                <a:moveTo>
                  <a:pt x="560444" y="503858"/>
                </a:moveTo>
                <a:lnTo>
                  <a:pt x="375367" y="503858"/>
                </a:lnTo>
                <a:lnTo>
                  <a:pt x="420550" y="503115"/>
                </a:lnTo>
                <a:lnTo>
                  <a:pt x="467636" y="500835"/>
                </a:lnTo>
                <a:lnTo>
                  <a:pt x="516477" y="497165"/>
                </a:lnTo>
                <a:lnTo>
                  <a:pt x="566927" y="492252"/>
                </a:lnTo>
                <a:lnTo>
                  <a:pt x="566927" y="501396"/>
                </a:lnTo>
                <a:lnTo>
                  <a:pt x="560444" y="503858"/>
                </a:lnTo>
                <a:close/>
              </a:path>
            </a:pathLst>
          </a:custGeom>
          <a:solidFill>
            <a:srgbClr val="3333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" name="object 15"/>
          <p:cNvSpPr/>
          <p:nvPr/>
        </p:nvSpPr>
        <p:spPr>
          <a:xfrm>
            <a:off x="7574280" y="1278636"/>
            <a:ext cx="558165" cy="528955"/>
          </a:xfrm>
          <a:custGeom>
            <a:avLst/>
            <a:gdLst/>
            <a:ahLst/>
            <a:cxnLst/>
            <a:rect l="l" t="t" r="r" b="b"/>
            <a:pathLst>
              <a:path w="558165" h="528955">
                <a:moveTo>
                  <a:pt x="126491" y="188976"/>
                </a:moveTo>
                <a:lnTo>
                  <a:pt x="91439" y="188976"/>
                </a:lnTo>
                <a:lnTo>
                  <a:pt x="91439" y="76200"/>
                </a:lnTo>
                <a:lnTo>
                  <a:pt x="91178" y="57650"/>
                </a:lnTo>
                <a:lnTo>
                  <a:pt x="90487" y="38671"/>
                </a:lnTo>
                <a:lnTo>
                  <a:pt x="89511" y="19407"/>
                </a:lnTo>
                <a:lnTo>
                  <a:pt x="88391" y="0"/>
                </a:lnTo>
                <a:lnTo>
                  <a:pt x="147827" y="25908"/>
                </a:lnTo>
                <a:lnTo>
                  <a:pt x="126491" y="42672"/>
                </a:lnTo>
                <a:lnTo>
                  <a:pt x="126491" y="188976"/>
                </a:lnTo>
                <a:close/>
              </a:path>
              <a:path w="558165" h="528955">
                <a:moveTo>
                  <a:pt x="394715" y="505968"/>
                </a:moveTo>
                <a:lnTo>
                  <a:pt x="361187" y="505968"/>
                </a:lnTo>
                <a:lnTo>
                  <a:pt x="361187" y="97536"/>
                </a:lnTo>
                <a:lnTo>
                  <a:pt x="360926" y="78676"/>
                </a:lnTo>
                <a:lnTo>
                  <a:pt x="360235" y="56388"/>
                </a:lnTo>
                <a:lnTo>
                  <a:pt x="358139" y="1524"/>
                </a:lnTo>
                <a:lnTo>
                  <a:pt x="416051" y="27432"/>
                </a:lnTo>
                <a:lnTo>
                  <a:pt x="394715" y="47244"/>
                </a:lnTo>
                <a:lnTo>
                  <a:pt x="394715" y="228600"/>
                </a:lnTo>
                <a:lnTo>
                  <a:pt x="532383" y="228600"/>
                </a:lnTo>
                <a:lnTo>
                  <a:pt x="547115" y="243840"/>
                </a:lnTo>
                <a:lnTo>
                  <a:pt x="394715" y="243840"/>
                </a:lnTo>
                <a:lnTo>
                  <a:pt x="394715" y="505968"/>
                </a:lnTo>
                <a:close/>
              </a:path>
              <a:path w="558165" h="528955">
                <a:moveTo>
                  <a:pt x="284987" y="505968"/>
                </a:moveTo>
                <a:lnTo>
                  <a:pt x="251459" y="505968"/>
                </a:lnTo>
                <a:lnTo>
                  <a:pt x="251379" y="210312"/>
                </a:lnTo>
                <a:lnTo>
                  <a:pt x="251198" y="199977"/>
                </a:lnTo>
                <a:lnTo>
                  <a:pt x="250507" y="184785"/>
                </a:lnTo>
                <a:lnTo>
                  <a:pt x="249531" y="169021"/>
                </a:lnTo>
                <a:lnTo>
                  <a:pt x="248411" y="152400"/>
                </a:lnTo>
                <a:lnTo>
                  <a:pt x="306323" y="182880"/>
                </a:lnTo>
                <a:lnTo>
                  <a:pt x="284987" y="199644"/>
                </a:lnTo>
                <a:lnTo>
                  <a:pt x="284987" y="505968"/>
                </a:lnTo>
                <a:close/>
              </a:path>
              <a:path w="558165" h="528955">
                <a:moveTo>
                  <a:pt x="21335" y="210312"/>
                </a:moveTo>
                <a:lnTo>
                  <a:pt x="0" y="188976"/>
                </a:lnTo>
                <a:lnTo>
                  <a:pt x="163067" y="188976"/>
                </a:lnTo>
                <a:lnTo>
                  <a:pt x="188975" y="161544"/>
                </a:lnTo>
                <a:lnTo>
                  <a:pt x="230123" y="202692"/>
                </a:lnTo>
                <a:lnTo>
                  <a:pt x="79247" y="202692"/>
                </a:lnTo>
                <a:lnTo>
                  <a:pt x="63769" y="203239"/>
                </a:lnTo>
                <a:lnTo>
                  <a:pt x="49148" y="204787"/>
                </a:lnTo>
                <a:lnTo>
                  <a:pt x="35099" y="207192"/>
                </a:lnTo>
                <a:lnTo>
                  <a:pt x="21335" y="210312"/>
                </a:lnTo>
                <a:close/>
              </a:path>
              <a:path w="558165" h="528955">
                <a:moveTo>
                  <a:pt x="532383" y="228600"/>
                </a:moveTo>
                <a:lnTo>
                  <a:pt x="470915" y="228600"/>
                </a:lnTo>
                <a:lnTo>
                  <a:pt x="502919" y="198120"/>
                </a:lnTo>
                <a:lnTo>
                  <a:pt x="532383" y="228600"/>
                </a:lnTo>
                <a:close/>
              </a:path>
              <a:path w="558165" h="528955">
                <a:moveTo>
                  <a:pt x="28955" y="495299"/>
                </a:moveTo>
                <a:lnTo>
                  <a:pt x="0" y="446532"/>
                </a:lnTo>
                <a:lnTo>
                  <a:pt x="24574" y="441650"/>
                </a:lnTo>
                <a:lnTo>
                  <a:pt x="48005" y="436054"/>
                </a:lnTo>
                <a:lnTo>
                  <a:pt x="70294" y="429601"/>
                </a:lnTo>
                <a:lnTo>
                  <a:pt x="91439" y="422148"/>
                </a:lnTo>
                <a:lnTo>
                  <a:pt x="91439" y="202692"/>
                </a:lnTo>
                <a:lnTo>
                  <a:pt x="126491" y="202692"/>
                </a:lnTo>
                <a:lnTo>
                  <a:pt x="126491" y="411480"/>
                </a:lnTo>
                <a:lnTo>
                  <a:pt x="171650" y="411480"/>
                </a:lnTo>
                <a:lnTo>
                  <a:pt x="144899" y="423933"/>
                </a:lnTo>
                <a:lnTo>
                  <a:pt x="85915" y="454342"/>
                </a:lnTo>
                <a:lnTo>
                  <a:pt x="47220" y="478178"/>
                </a:lnTo>
                <a:lnTo>
                  <a:pt x="28955" y="495299"/>
                </a:lnTo>
                <a:close/>
              </a:path>
              <a:path w="558165" h="528955">
                <a:moveTo>
                  <a:pt x="171650" y="411480"/>
                </a:moveTo>
                <a:lnTo>
                  <a:pt x="126491" y="411480"/>
                </a:lnTo>
                <a:lnTo>
                  <a:pt x="222503" y="377952"/>
                </a:lnTo>
                <a:lnTo>
                  <a:pt x="224027" y="387096"/>
                </a:lnTo>
                <a:lnTo>
                  <a:pt x="171650" y="411480"/>
                </a:lnTo>
                <a:close/>
              </a:path>
              <a:path w="558165" h="528955">
                <a:moveTo>
                  <a:pt x="167639" y="528828"/>
                </a:moveTo>
                <a:lnTo>
                  <a:pt x="146303" y="505968"/>
                </a:lnTo>
                <a:lnTo>
                  <a:pt x="470915" y="505968"/>
                </a:lnTo>
                <a:lnTo>
                  <a:pt x="507491" y="470916"/>
                </a:lnTo>
                <a:lnTo>
                  <a:pt x="557783" y="521208"/>
                </a:lnTo>
                <a:lnTo>
                  <a:pt x="224027" y="521208"/>
                </a:lnTo>
                <a:lnTo>
                  <a:pt x="209216" y="521541"/>
                </a:lnTo>
                <a:lnTo>
                  <a:pt x="194690" y="522732"/>
                </a:lnTo>
                <a:lnTo>
                  <a:pt x="180736" y="525065"/>
                </a:lnTo>
                <a:lnTo>
                  <a:pt x="167639" y="528828"/>
                </a:lnTo>
                <a:close/>
              </a:path>
            </a:pathLst>
          </a:custGeom>
          <a:solidFill>
            <a:srgbClr val="3333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" name="object 16"/>
          <p:cNvSpPr/>
          <p:nvPr/>
        </p:nvSpPr>
        <p:spPr>
          <a:xfrm>
            <a:off x="8253983" y="1280160"/>
            <a:ext cx="447040" cy="548640"/>
          </a:xfrm>
          <a:custGeom>
            <a:avLst/>
            <a:gdLst/>
            <a:ahLst/>
            <a:cxnLst/>
            <a:rect l="l" t="t" r="r" b="b"/>
            <a:pathLst>
              <a:path w="447040" h="548639">
                <a:moveTo>
                  <a:pt x="103632" y="117348"/>
                </a:moveTo>
                <a:lnTo>
                  <a:pt x="92964" y="117348"/>
                </a:lnTo>
                <a:lnTo>
                  <a:pt x="88392" y="109728"/>
                </a:lnTo>
                <a:lnTo>
                  <a:pt x="85344" y="96012"/>
                </a:lnTo>
                <a:lnTo>
                  <a:pt x="77962" y="76581"/>
                </a:lnTo>
                <a:lnTo>
                  <a:pt x="67437" y="54864"/>
                </a:lnTo>
                <a:lnTo>
                  <a:pt x="54054" y="30861"/>
                </a:lnTo>
                <a:lnTo>
                  <a:pt x="38100" y="4572"/>
                </a:lnTo>
                <a:lnTo>
                  <a:pt x="44196" y="0"/>
                </a:lnTo>
                <a:lnTo>
                  <a:pt x="84201" y="24384"/>
                </a:lnTo>
                <a:lnTo>
                  <a:pt x="115085" y="53030"/>
                </a:lnTo>
                <a:lnTo>
                  <a:pt x="123444" y="74676"/>
                </a:lnTo>
                <a:lnTo>
                  <a:pt x="122866" y="80700"/>
                </a:lnTo>
                <a:lnTo>
                  <a:pt x="121158" y="87249"/>
                </a:lnTo>
                <a:lnTo>
                  <a:pt x="118300" y="94392"/>
                </a:lnTo>
                <a:lnTo>
                  <a:pt x="114300" y="102108"/>
                </a:lnTo>
                <a:lnTo>
                  <a:pt x="108204" y="112776"/>
                </a:lnTo>
                <a:lnTo>
                  <a:pt x="103632" y="117348"/>
                </a:lnTo>
                <a:close/>
              </a:path>
              <a:path w="447040" h="548639">
                <a:moveTo>
                  <a:pt x="199643" y="83820"/>
                </a:moveTo>
                <a:lnTo>
                  <a:pt x="178307" y="62484"/>
                </a:lnTo>
                <a:lnTo>
                  <a:pt x="387096" y="62484"/>
                </a:lnTo>
                <a:lnTo>
                  <a:pt x="405384" y="33528"/>
                </a:lnTo>
                <a:lnTo>
                  <a:pt x="446532" y="67056"/>
                </a:lnTo>
                <a:lnTo>
                  <a:pt x="436684" y="76200"/>
                </a:lnTo>
                <a:lnTo>
                  <a:pt x="257556" y="76200"/>
                </a:lnTo>
                <a:lnTo>
                  <a:pt x="242720" y="76747"/>
                </a:lnTo>
                <a:lnTo>
                  <a:pt x="228028" y="78295"/>
                </a:lnTo>
                <a:lnTo>
                  <a:pt x="213621" y="80700"/>
                </a:lnTo>
                <a:lnTo>
                  <a:pt x="199643" y="83820"/>
                </a:lnTo>
                <a:close/>
              </a:path>
              <a:path w="447040" h="548639">
                <a:moveTo>
                  <a:pt x="423940" y="486156"/>
                </a:moveTo>
                <a:lnTo>
                  <a:pt x="362712" y="486156"/>
                </a:lnTo>
                <a:lnTo>
                  <a:pt x="374475" y="485846"/>
                </a:lnTo>
                <a:lnTo>
                  <a:pt x="382524" y="482536"/>
                </a:lnTo>
                <a:lnTo>
                  <a:pt x="387143" y="476083"/>
                </a:lnTo>
                <a:lnTo>
                  <a:pt x="388620" y="466344"/>
                </a:lnTo>
                <a:lnTo>
                  <a:pt x="388620" y="76200"/>
                </a:lnTo>
                <a:lnTo>
                  <a:pt x="436684" y="76200"/>
                </a:lnTo>
                <a:lnTo>
                  <a:pt x="425196" y="86868"/>
                </a:lnTo>
                <a:lnTo>
                  <a:pt x="425196" y="473964"/>
                </a:lnTo>
                <a:lnTo>
                  <a:pt x="423940" y="486156"/>
                </a:lnTo>
                <a:close/>
              </a:path>
              <a:path w="447040" h="548639">
                <a:moveTo>
                  <a:pt x="0" y="548640"/>
                </a:moveTo>
                <a:lnTo>
                  <a:pt x="192" y="501705"/>
                </a:lnTo>
                <a:lnTo>
                  <a:pt x="536" y="459955"/>
                </a:lnTo>
                <a:lnTo>
                  <a:pt x="955" y="414528"/>
                </a:lnTo>
                <a:lnTo>
                  <a:pt x="1320" y="365379"/>
                </a:lnTo>
                <a:lnTo>
                  <a:pt x="1418" y="212074"/>
                </a:lnTo>
                <a:lnTo>
                  <a:pt x="1310" y="181356"/>
                </a:lnTo>
                <a:lnTo>
                  <a:pt x="881" y="138493"/>
                </a:lnTo>
                <a:lnTo>
                  <a:pt x="0" y="103632"/>
                </a:lnTo>
                <a:lnTo>
                  <a:pt x="59436" y="137160"/>
                </a:lnTo>
                <a:lnTo>
                  <a:pt x="38100" y="150876"/>
                </a:lnTo>
                <a:lnTo>
                  <a:pt x="38100" y="531876"/>
                </a:lnTo>
                <a:lnTo>
                  <a:pt x="0" y="548640"/>
                </a:lnTo>
                <a:close/>
              </a:path>
              <a:path w="447040" h="548639">
                <a:moveTo>
                  <a:pt x="330226" y="208788"/>
                </a:moveTo>
                <a:lnTo>
                  <a:pt x="277368" y="208788"/>
                </a:lnTo>
                <a:lnTo>
                  <a:pt x="294131" y="181356"/>
                </a:lnTo>
                <a:lnTo>
                  <a:pt x="330226" y="208788"/>
                </a:lnTo>
                <a:close/>
              </a:path>
              <a:path w="447040" h="548639">
                <a:moveTo>
                  <a:pt x="111252" y="423671"/>
                </a:moveTo>
                <a:lnTo>
                  <a:pt x="112371" y="389096"/>
                </a:lnTo>
                <a:lnTo>
                  <a:pt x="113347" y="356235"/>
                </a:lnTo>
                <a:lnTo>
                  <a:pt x="114038" y="325088"/>
                </a:lnTo>
                <a:lnTo>
                  <a:pt x="114300" y="295656"/>
                </a:lnTo>
                <a:lnTo>
                  <a:pt x="114038" y="267985"/>
                </a:lnTo>
                <a:lnTo>
                  <a:pt x="113314" y="239077"/>
                </a:lnTo>
                <a:lnTo>
                  <a:pt x="112238" y="208788"/>
                </a:lnTo>
                <a:lnTo>
                  <a:pt x="111252" y="184404"/>
                </a:lnTo>
                <a:lnTo>
                  <a:pt x="147828" y="208788"/>
                </a:lnTo>
                <a:lnTo>
                  <a:pt x="330226" y="208788"/>
                </a:lnTo>
                <a:lnTo>
                  <a:pt x="332232" y="210312"/>
                </a:lnTo>
                <a:lnTo>
                  <a:pt x="317823" y="222504"/>
                </a:lnTo>
                <a:lnTo>
                  <a:pt x="147828" y="222504"/>
                </a:lnTo>
                <a:lnTo>
                  <a:pt x="147828" y="364236"/>
                </a:lnTo>
                <a:lnTo>
                  <a:pt x="313318" y="364236"/>
                </a:lnTo>
                <a:lnTo>
                  <a:pt x="313372" y="365379"/>
                </a:lnTo>
                <a:lnTo>
                  <a:pt x="314128" y="377952"/>
                </a:lnTo>
                <a:lnTo>
                  <a:pt x="147828" y="377952"/>
                </a:lnTo>
                <a:lnTo>
                  <a:pt x="147828" y="409956"/>
                </a:lnTo>
                <a:lnTo>
                  <a:pt x="111252" y="423671"/>
                </a:lnTo>
                <a:close/>
              </a:path>
              <a:path w="447040" h="548639">
                <a:moveTo>
                  <a:pt x="313318" y="364236"/>
                </a:moveTo>
                <a:lnTo>
                  <a:pt x="278892" y="364236"/>
                </a:lnTo>
                <a:lnTo>
                  <a:pt x="278892" y="222504"/>
                </a:lnTo>
                <a:lnTo>
                  <a:pt x="317823" y="222504"/>
                </a:lnTo>
                <a:lnTo>
                  <a:pt x="312419" y="227076"/>
                </a:lnTo>
                <a:lnTo>
                  <a:pt x="312419" y="338328"/>
                </a:lnTo>
                <a:lnTo>
                  <a:pt x="312681" y="350853"/>
                </a:lnTo>
                <a:lnTo>
                  <a:pt x="313318" y="364236"/>
                </a:lnTo>
                <a:close/>
              </a:path>
              <a:path w="447040" h="548639">
                <a:moveTo>
                  <a:pt x="278892" y="414528"/>
                </a:moveTo>
                <a:lnTo>
                  <a:pt x="278892" y="377952"/>
                </a:lnTo>
                <a:lnTo>
                  <a:pt x="314128" y="377952"/>
                </a:lnTo>
                <a:lnTo>
                  <a:pt x="315467" y="399288"/>
                </a:lnTo>
                <a:lnTo>
                  <a:pt x="278892" y="414528"/>
                </a:lnTo>
                <a:close/>
              </a:path>
              <a:path w="447040" h="548639">
                <a:moveTo>
                  <a:pt x="365760" y="548640"/>
                </a:moveTo>
                <a:lnTo>
                  <a:pt x="360616" y="528613"/>
                </a:lnTo>
                <a:lnTo>
                  <a:pt x="345186" y="511873"/>
                </a:lnTo>
                <a:lnTo>
                  <a:pt x="319468" y="498276"/>
                </a:lnTo>
                <a:lnTo>
                  <a:pt x="283464" y="487680"/>
                </a:lnTo>
                <a:lnTo>
                  <a:pt x="283464" y="478536"/>
                </a:lnTo>
                <a:lnTo>
                  <a:pt x="362712" y="486156"/>
                </a:lnTo>
                <a:lnTo>
                  <a:pt x="423940" y="486156"/>
                </a:lnTo>
                <a:lnTo>
                  <a:pt x="422338" y="501705"/>
                </a:lnTo>
                <a:lnTo>
                  <a:pt x="411480" y="523303"/>
                </a:lnTo>
                <a:lnTo>
                  <a:pt x="392620" y="538900"/>
                </a:lnTo>
                <a:lnTo>
                  <a:pt x="365760" y="548640"/>
                </a:lnTo>
                <a:close/>
              </a:path>
            </a:pathLst>
          </a:custGeom>
          <a:solidFill>
            <a:srgbClr val="3333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" name="object 17"/>
          <p:cNvSpPr/>
          <p:nvPr/>
        </p:nvSpPr>
        <p:spPr>
          <a:xfrm>
            <a:off x="8796528" y="1289303"/>
            <a:ext cx="556260" cy="541020"/>
          </a:xfrm>
          <a:custGeom>
            <a:avLst/>
            <a:gdLst/>
            <a:ahLst/>
            <a:cxnLst/>
            <a:rect l="l" t="t" r="r" b="b"/>
            <a:pathLst>
              <a:path w="556259" h="541019">
                <a:moveTo>
                  <a:pt x="298704" y="50292"/>
                </a:moveTo>
                <a:lnTo>
                  <a:pt x="277368" y="28956"/>
                </a:lnTo>
                <a:lnTo>
                  <a:pt x="484632" y="28956"/>
                </a:lnTo>
                <a:lnTo>
                  <a:pt x="513588" y="0"/>
                </a:lnTo>
                <a:lnTo>
                  <a:pt x="551688" y="44196"/>
                </a:lnTo>
                <a:lnTo>
                  <a:pt x="356616" y="44196"/>
                </a:lnTo>
                <a:lnTo>
                  <a:pt x="340923" y="44505"/>
                </a:lnTo>
                <a:lnTo>
                  <a:pt x="325945" y="45529"/>
                </a:lnTo>
                <a:lnTo>
                  <a:pt x="311824" y="47410"/>
                </a:lnTo>
                <a:lnTo>
                  <a:pt x="298704" y="50292"/>
                </a:lnTo>
                <a:close/>
              </a:path>
              <a:path w="556259" h="541019">
                <a:moveTo>
                  <a:pt x="259400" y="27432"/>
                </a:moveTo>
                <a:lnTo>
                  <a:pt x="211836" y="27432"/>
                </a:lnTo>
                <a:lnTo>
                  <a:pt x="228600" y="3048"/>
                </a:lnTo>
                <a:lnTo>
                  <a:pt x="259400" y="27432"/>
                </a:lnTo>
                <a:close/>
              </a:path>
              <a:path w="556259" h="541019">
                <a:moveTo>
                  <a:pt x="71628" y="233172"/>
                </a:moveTo>
                <a:lnTo>
                  <a:pt x="72509" y="205430"/>
                </a:lnTo>
                <a:lnTo>
                  <a:pt x="72961" y="176974"/>
                </a:lnTo>
                <a:lnTo>
                  <a:pt x="73066" y="77914"/>
                </a:lnTo>
                <a:lnTo>
                  <a:pt x="72964" y="60698"/>
                </a:lnTo>
                <a:lnTo>
                  <a:pt x="72509" y="33337"/>
                </a:lnTo>
                <a:lnTo>
                  <a:pt x="71628" y="7620"/>
                </a:lnTo>
                <a:lnTo>
                  <a:pt x="105156" y="27432"/>
                </a:lnTo>
                <a:lnTo>
                  <a:pt x="259400" y="27432"/>
                </a:lnTo>
                <a:lnTo>
                  <a:pt x="265175" y="32004"/>
                </a:lnTo>
                <a:lnTo>
                  <a:pt x="254000" y="41148"/>
                </a:lnTo>
                <a:lnTo>
                  <a:pt x="105156" y="41148"/>
                </a:lnTo>
                <a:lnTo>
                  <a:pt x="105156" y="111252"/>
                </a:lnTo>
                <a:lnTo>
                  <a:pt x="248564" y="111252"/>
                </a:lnTo>
                <a:lnTo>
                  <a:pt x="248666" y="124968"/>
                </a:lnTo>
                <a:lnTo>
                  <a:pt x="105156" y="124968"/>
                </a:lnTo>
                <a:lnTo>
                  <a:pt x="105156" y="192024"/>
                </a:lnTo>
                <a:lnTo>
                  <a:pt x="250360" y="192024"/>
                </a:lnTo>
                <a:lnTo>
                  <a:pt x="251121" y="205740"/>
                </a:lnTo>
                <a:lnTo>
                  <a:pt x="105156" y="205740"/>
                </a:lnTo>
                <a:lnTo>
                  <a:pt x="105156" y="220979"/>
                </a:lnTo>
                <a:lnTo>
                  <a:pt x="71628" y="233172"/>
                </a:lnTo>
                <a:close/>
              </a:path>
              <a:path w="556259" h="541019">
                <a:moveTo>
                  <a:pt x="248564" y="111252"/>
                </a:moveTo>
                <a:lnTo>
                  <a:pt x="217932" y="111252"/>
                </a:lnTo>
                <a:lnTo>
                  <a:pt x="217932" y="41148"/>
                </a:lnTo>
                <a:lnTo>
                  <a:pt x="254000" y="41148"/>
                </a:lnTo>
                <a:lnTo>
                  <a:pt x="248412" y="45720"/>
                </a:lnTo>
                <a:lnTo>
                  <a:pt x="248459" y="97178"/>
                </a:lnTo>
                <a:lnTo>
                  <a:pt x="248564" y="111252"/>
                </a:lnTo>
                <a:close/>
              </a:path>
              <a:path w="556259" h="541019">
                <a:moveTo>
                  <a:pt x="384048" y="112776"/>
                </a:moveTo>
                <a:lnTo>
                  <a:pt x="373380" y="112776"/>
                </a:lnTo>
                <a:lnTo>
                  <a:pt x="377404" y="95416"/>
                </a:lnTo>
                <a:lnTo>
                  <a:pt x="380428" y="77914"/>
                </a:lnTo>
                <a:lnTo>
                  <a:pt x="382595" y="60698"/>
                </a:lnTo>
                <a:lnTo>
                  <a:pt x="384048" y="44196"/>
                </a:lnTo>
                <a:lnTo>
                  <a:pt x="425195" y="44196"/>
                </a:lnTo>
                <a:lnTo>
                  <a:pt x="419195" y="53625"/>
                </a:lnTo>
                <a:lnTo>
                  <a:pt x="410337" y="68199"/>
                </a:lnTo>
                <a:lnTo>
                  <a:pt x="398621" y="87915"/>
                </a:lnTo>
                <a:lnTo>
                  <a:pt x="384048" y="112776"/>
                </a:lnTo>
                <a:close/>
              </a:path>
              <a:path w="556259" h="541019">
                <a:moveTo>
                  <a:pt x="522373" y="112776"/>
                </a:moveTo>
                <a:lnTo>
                  <a:pt x="475488" y="112776"/>
                </a:lnTo>
                <a:lnTo>
                  <a:pt x="492252" y="91440"/>
                </a:lnTo>
                <a:lnTo>
                  <a:pt x="522373" y="112776"/>
                </a:lnTo>
                <a:close/>
              </a:path>
              <a:path w="556259" h="541019">
                <a:moveTo>
                  <a:pt x="307848" y="345948"/>
                </a:moveTo>
                <a:lnTo>
                  <a:pt x="309943" y="289941"/>
                </a:lnTo>
                <a:lnTo>
                  <a:pt x="310714" y="246888"/>
                </a:lnTo>
                <a:lnTo>
                  <a:pt x="310817" y="211836"/>
                </a:lnTo>
                <a:lnTo>
                  <a:pt x="310634" y="187071"/>
                </a:lnTo>
                <a:lnTo>
                  <a:pt x="309943" y="153924"/>
                </a:lnTo>
                <a:lnTo>
                  <a:pt x="308967" y="123063"/>
                </a:lnTo>
                <a:lnTo>
                  <a:pt x="307848" y="94488"/>
                </a:lnTo>
                <a:lnTo>
                  <a:pt x="341376" y="112776"/>
                </a:lnTo>
                <a:lnTo>
                  <a:pt x="522373" y="112776"/>
                </a:lnTo>
                <a:lnTo>
                  <a:pt x="528828" y="117348"/>
                </a:lnTo>
                <a:lnTo>
                  <a:pt x="517093" y="128016"/>
                </a:lnTo>
                <a:lnTo>
                  <a:pt x="341376" y="128016"/>
                </a:lnTo>
                <a:lnTo>
                  <a:pt x="341376" y="326136"/>
                </a:lnTo>
                <a:lnTo>
                  <a:pt x="307848" y="345948"/>
                </a:lnTo>
                <a:close/>
              </a:path>
              <a:path w="556259" h="541019">
                <a:moveTo>
                  <a:pt x="250360" y="192024"/>
                </a:moveTo>
                <a:lnTo>
                  <a:pt x="217932" y="192024"/>
                </a:lnTo>
                <a:lnTo>
                  <a:pt x="217932" y="124968"/>
                </a:lnTo>
                <a:lnTo>
                  <a:pt x="248666" y="124968"/>
                </a:lnTo>
                <a:lnTo>
                  <a:pt x="248793" y="141922"/>
                </a:lnTo>
                <a:lnTo>
                  <a:pt x="249697" y="180093"/>
                </a:lnTo>
                <a:lnTo>
                  <a:pt x="250360" y="192024"/>
                </a:lnTo>
                <a:close/>
              </a:path>
              <a:path w="556259" h="541019">
                <a:moveTo>
                  <a:pt x="480060" y="338328"/>
                </a:moveTo>
                <a:lnTo>
                  <a:pt x="480060" y="128016"/>
                </a:lnTo>
                <a:lnTo>
                  <a:pt x="517093" y="128016"/>
                </a:lnTo>
                <a:lnTo>
                  <a:pt x="512064" y="132588"/>
                </a:lnTo>
                <a:lnTo>
                  <a:pt x="512119" y="261651"/>
                </a:lnTo>
                <a:lnTo>
                  <a:pt x="512236" y="273343"/>
                </a:lnTo>
                <a:lnTo>
                  <a:pt x="512706" y="296179"/>
                </a:lnTo>
                <a:lnTo>
                  <a:pt x="513588" y="321564"/>
                </a:lnTo>
                <a:lnTo>
                  <a:pt x="480060" y="338328"/>
                </a:lnTo>
                <a:close/>
              </a:path>
              <a:path w="556259" h="541019">
                <a:moveTo>
                  <a:pt x="262128" y="477011"/>
                </a:moveTo>
                <a:lnTo>
                  <a:pt x="257556" y="469392"/>
                </a:lnTo>
                <a:lnTo>
                  <a:pt x="291036" y="449937"/>
                </a:lnTo>
                <a:lnTo>
                  <a:pt x="318516" y="430339"/>
                </a:lnTo>
                <a:lnTo>
                  <a:pt x="356616" y="390144"/>
                </a:lnTo>
                <a:lnTo>
                  <a:pt x="378333" y="345757"/>
                </a:lnTo>
                <a:lnTo>
                  <a:pt x="388595" y="291274"/>
                </a:lnTo>
                <a:lnTo>
                  <a:pt x="390455" y="233172"/>
                </a:lnTo>
                <a:lnTo>
                  <a:pt x="390662" y="192024"/>
                </a:lnTo>
                <a:lnTo>
                  <a:pt x="390144" y="163068"/>
                </a:lnTo>
                <a:lnTo>
                  <a:pt x="441960" y="188976"/>
                </a:lnTo>
                <a:lnTo>
                  <a:pt x="423672" y="205740"/>
                </a:lnTo>
                <a:lnTo>
                  <a:pt x="422838" y="252293"/>
                </a:lnTo>
                <a:lnTo>
                  <a:pt x="420433" y="291274"/>
                </a:lnTo>
                <a:lnTo>
                  <a:pt x="411480" y="345948"/>
                </a:lnTo>
                <a:lnTo>
                  <a:pt x="393001" y="384238"/>
                </a:lnTo>
                <a:lnTo>
                  <a:pt x="364236" y="419100"/>
                </a:lnTo>
                <a:lnTo>
                  <a:pt x="321754" y="450342"/>
                </a:lnTo>
                <a:lnTo>
                  <a:pt x="294155" y="464105"/>
                </a:lnTo>
                <a:lnTo>
                  <a:pt x="262128" y="477011"/>
                </a:lnTo>
                <a:close/>
              </a:path>
              <a:path w="556259" h="541019">
                <a:moveTo>
                  <a:pt x="217932" y="228600"/>
                </a:moveTo>
                <a:lnTo>
                  <a:pt x="217932" y="205740"/>
                </a:lnTo>
                <a:lnTo>
                  <a:pt x="251121" y="205740"/>
                </a:lnTo>
                <a:lnTo>
                  <a:pt x="251460" y="211836"/>
                </a:lnTo>
                <a:lnTo>
                  <a:pt x="217932" y="228600"/>
                </a:lnTo>
                <a:close/>
              </a:path>
              <a:path w="556259" h="541019">
                <a:moveTo>
                  <a:pt x="39624" y="280416"/>
                </a:moveTo>
                <a:lnTo>
                  <a:pt x="18288" y="259079"/>
                </a:lnTo>
                <a:lnTo>
                  <a:pt x="228600" y="259079"/>
                </a:lnTo>
                <a:lnTo>
                  <a:pt x="257556" y="230124"/>
                </a:lnTo>
                <a:lnTo>
                  <a:pt x="295656" y="272796"/>
                </a:lnTo>
                <a:lnTo>
                  <a:pt x="97536" y="272796"/>
                </a:lnTo>
                <a:lnTo>
                  <a:pt x="82057" y="273343"/>
                </a:lnTo>
                <a:lnTo>
                  <a:pt x="67437" y="274891"/>
                </a:lnTo>
                <a:lnTo>
                  <a:pt x="53387" y="277296"/>
                </a:lnTo>
                <a:lnTo>
                  <a:pt x="39624" y="280416"/>
                </a:lnTo>
                <a:close/>
              </a:path>
              <a:path w="556259" h="541019">
                <a:moveTo>
                  <a:pt x="178308" y="455676"/>
                </a:moveTo>
                <a:lnTo>
                  <a:pt x="147828" y="455676"/>
                </a:lnTo>
                <a:lnTo>
                  <a:pt x="147828" y="272796"/>
                </a:lnTo>
                <a:lnTo>
                  <a:pt x="178308" y="272796"/>
                </a:lnTo>
                <a:lnTo>
                  <a:pt x="178308" y="356616"/>
                </a:lnTo>
                <a:lnTo>
                  <a:pt x="273529" y="356616"/>
                </a:lnTo>
                <a:lnTo>
                  <a:pt x="286512" y="371856"/>
                </a:lnTo>
                <a:lnTo>
                  <a:pt x="178308" y="371856"/>
                </a:lnTo>
                <a:lnTo>
                  <a:pt x="178308" y="455676"/>
                </a:lnTo>
                <a:close/>
              </a:path>
              <a:path w="556259" h="541019">
                <a:moveTo>
                  <a:pt x="6096" y="541020"/>
                </a:moveTo>
                <a:lnTo>
                  <a:pt x="0" y="536448"/>
                </a:lnTo>
                <a:lnTo>
                  <a:pt x="13120" y="510159"/>
                </a:lnTo>
                <a:lnTo>
                  <a:pt x="24955" y="481584"/>
                </a:lnTo>
                <a:lnTo>
                  <a:pt x="44196" y="417576"/>
                </a:lnTo>
                <a:lnTo>
                  <a:pt x="55435" y="353949"/>
                </a:lnTo>
                <a:lnTo>
                  <a:pt x="60960" y="297179"/>
                </a:lnTo>
                <a:lnTo>
                  <a:pt x="109728" y="321564"/>
                </a:lnTo>
                <a:lnTo>
                  <a:pt x="100917" y="328707"/>
                </a:lnTo>
                <a:lnTo>
                  <a:pt x="92964" y="343281"/>
                </a:lnTo>
                <a:lnTo>
                  <a:pt x="86153" y="365283"/>
                </a:lnTo>
                <a:lnTo>
                  <a:pt x="80772" y="394716"/>
                </a:lnTo>
                <a:lnTo>
                  <a:pt x="93934" y="409956"/>
                </a:lnTo>
                <a:lnTo>
                  <a:pt x="76200" y="409956"/>
                </a:lnTo>
                <a:lnTo>
                  <a:pt x="60677" y="450723"/>
                </a:lnTo>
                <a:lnTo>
                  <a:pt x="44005" y="485775"/>
                </a:lnTo>
                <a:lnTo>
                  <a:pt x="25836" y="515826"/>
                </a:lnTo>
                <a:lnTo>
                  <a:pt x="6096" y="541020"/>
                </a:lnTo>
                <a:close/>
              </a:path>
              <a:path w="556259" h="541019">
                <a:moveTo>
                  <a:pt x="273529" y="356616"/>
                </a:moveTo>
                <a:lnTo>
                  <a:pt x="224028" y="356616"/>
                </a:lnTo>
                <a:lnTo>
                  <a:pt x="251460" y="330708"/>
                </a:lnTo>
                <a:lnTo>
                  <a:pt x="273529" y="356616"/>
                </a:lnTo>
                <a:close/>
              </a:path>
              <a:path w="556259" h="541019">
                <a:moveTo>
                  <a:pt x="522732" y="460248"/>
                </a:moveTo>
                <a:lnTo>
                  <a:pt x="518160" y="460248"/>
                </a:lnTo>
                <a:lnTo>
                  <a:pt x="515540" y="458795"/>
                </a:lnTo>
                <a:lnTo>
                  <a:pt x="512064" y="454342"/>
                </a:lnTo>
                <a:lnTo>
                  <a:pt x="507444" y="446746"/>
                </a:lnTo>
                <a:lnTo>
                  <a:pt x="501395" y="435864"/>
                </a:lnTo>
                <a:lnTo>
                  <a:pt x="489370" y="418457"/>
                </a:lnTo>
                <a:lnTo>
                  <a:pt x="471487" y="398335"/>
                </a:lnTo>
                <a:lnTo>
                  <a:pt x="447603" y="375642"/>
                </a:lnTo>
                <a:lnTo>
                  <a:pt x="417576" y="350520"/>
                </a:lnTo>
                <a:lnTo>
                  <a:pt x="423672" y="342900"/>
                </a:lnTo>
                <a:lnTo>
                  <a:pt x="464462" y="362664"/>
                </a:lnTo>
                <a:lnTo>
                  <a:pt x="515183" y="391334"/>
                </a:lnTo>
                <a:lnTo>
                  <a:pt x="533400" y="417576"/>
                </a:lnTo>
                <a:lnTo>
                  <a:pt x="533285" y="430339"/>
                </a:lnTo>
                <a:lnTo>
                  <a:pt x="531876" y="437387"/>
                </a:lnTo>
                <a:lnTo>
                  <a:pt x="525780" y="455676"/>
                </a:lnTo>
                <a:lnTo>
                  <a:pt x="522732" y="460248"/>
                </a:lnTo>
                <a:close/>
              </a:path>
              <a:path w="556259" h="541019">
                <a:moveTo>
                  <a:pt x="436351" y="524621"/>
                </a:moveTo>
                <a:lnTo>
                  <a:pt x="371977" y="523890"/>
                </a:lnTo>
                <a:lnTo>
                  <a:pt x="318942" y="522061"/>
                </a:lnTo>
                <a:lnTo>
                  <a:pt x="277246" y="519135"/>
                </a:lnTo>
                <a:lnTo>
                  <a:pt x="217741" y="508825"/>
                </a:lnTo>
                <a:lnTo>
                  <a:pt x="169735" y="492823"/>
                </a:lnTo>
                <a:lnTo>
                  <a:pt x="132564" y="470820"/>
                </a:lnTo>
                <a:lnTo>
                  <a:pt x="95369" y="434244"/>
                </a:lnTo>
                <a:lnTo>
                  <a:pt x="76200" y="409956"/>
                </a:lnTo>
                <a:lnTo>
                  <a:pt x="93934" y="409956"/>
                </a:lnTo>
                <a:lnTo>
                  <a:pt x="95107" y="411313"/>
                </a:lnTo>
                <a:lnTo>
                  <a:pt x="110871" y="426910"/>
                </a:lnTo>
                <a:lnTo>
                  <a:pt x="128349" y="441650"/>
                </a:lnTo>
                <a:lnTo>
                  <a:pt x="147828" y="455676"/>
                </a:lnTo>
                <a:lnTo>
                  <a:pt x="178308" y="455676"/>
                </a:lnTo>
                <a:lnTo>
                  <a:pt x="178308" y="464820"/>
                </a:lnTo>
                <a:lnTo>
                  <a:pt x="206597" y="473964"/>
                </a:lnTo>
                <a:lnTo>
                  <a:pt x="243459" y="480822"/>
                </a:lnTo>
                <a:lnTo>
                  <a:pt x="288893" y="485394"/>
                </a:lnTo>
                <a:lnTo>
                  <a:pt x="342900" y="487680"/>
                </a:lnTo>
                <a:lnTo>
                  <a:pt x="552841" y="487680"/>
                </a:lnTo>
                <a:lnTo>
                  <a:pt x="537138" y="494680"/>
                </a:lnTo>
                <a:lnTo>
                  <a:pt x="523303" y="504063"/>
                </a:lnTo>
                <a:lnTo>
                  <a:pt x="514897" y="514016"/>
                </a:lnTo>
                <a:lnTo>
                  <a:pt x="512064" y="524256"/>
                </a:lnTo>
                <a:lnTo>
                  <a:pt x="436351" y="524621"/>
                </a:lnTo>
                <a:close/>
              </a:path>
              <a:path w="556259" h="541019">
                <a:moveTo>
                  <a:pt x="552841" y="487680"/>
                </a:moveTo>
                <a:lnTo>
                  <a:pt x="342900" y="487680"/>
                </a:lnTo>
                <a:lnTo>
                  <a:pt x="399811" y="487084"/>
                </a:lnTo>
                <a:lnTo>
                  <a:pt x="454152" y="485203"/>
                </a:lnTo>
                <a:lnTo>
                  <a:pt x="506206" y="481893"/>
                </a:lnTo>
                <a:lnTo>
                  <a:pt x="556260" y="477011"/>
                </a:lnTo>
                <a:lnTo>
                  <a:pt x="556260" y="486156"/>
                </a:lnTo>
                <a:lnTo>
                  <a:pt x="552841" y="487680"/>
                </a:lnTo>
                <a:close/>
              </a:path>
            </a:pathLst>
          </a:custGeom>
          <a:solidFill>
            <a:srgbClr val="3333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" name="object 18"/>
          <p:cNvSpPr/>
          <p:nvPr/>
        </p:nvSpPr>
        <p:spPr>
          <a:xfrm>
            <a:off x="1751075" y="2552700"/>
            <a:ext cx="155575" cy="155575"/>
          </a:xfrm>
          <a:custGeom>
            <a:avLst/>
            <a:gdLst/>
            <a:ahLst/>
            <a:cxnLst/>
            <a:rect l="l" t="t" r="r" b="b"/>
            <a:pathLst>
              <a:path w="155575" h="155575">
                <a:moveTo>
                  <a:pt x="155448" y="155448"/>
                </a:moveTo>
                <a:lnTo>
                  <a:pt x="0" y="155448"/>
                </a:lnTo>
                <a:lnTo>
                  <a:pt x="0" y="0"/>
                </a:lnTo>
                <a:lnTo>
                  <a:pt x="155448" y="0"/>
                </a:lnTo>
                <a:lnTo>
                  <a:pt x="155448" y="155448"/>
                </a:lnTo>
                <a:close/>
              </a:path>
            </a:pathLst>
          </a:custGeom>
          <a:solidFill>
            <a:srgbClr val="3333C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" name="object 19"/>
          <p:cNvSpPr/>
          <p:nvPr/>
        </p:nvSpPr>
        <p:spPr>
          <a:xfrm>
            <a:off x="2122932" y="2365248"/>
            <a:ext cx="391795" cy="403860"/>
          </a:xfrm>
          <a:custGeom>
            <a:avLst/>
            <a:gdLst/>
            <a:ahLst/>
            <a:cxnLst/>
            <a:rect l="l" t="t" r="r" b="b"/>
            <a:pathLst>
              <a:path w="391794" h="403860">
                <a:moveTo>
                  <a:pt x="6095" y="219456"/>
                </a:moveTo>
                <a:lnTo>
                  <a:pt x="0" y="216408"/>
                </a:lnTo>
                <a:lnTo>
                  <a:pt x="18264" y="184975"/>
                </a:lnTo>
                <a:lnTo>
                  <a:pt x="34099" y="154686"/>
                </a:lnTo>
                <a:lnTo>
                  <a:pt x="57912" y="97536"/>
                </a:lnTo>
                <a:lnTo>
                  <a:pt x="73913" y="46482"/>
                </a:lnTo>
                <a:lnTo>
                  <a:pt x="85343" y="0"/>
                </a:lnTo>
                <a:lnTo>
                  <a:pt x="123443" y="21336"/>
                </a:lnTo>
                <a:lnTo>
                  <a:pt x="109727" y="30480"/>
                </a:lnTo>
                <a:lnTo>
                  <a:pt x="97154" y="60769"/>
                </a:lnTo>
                <a:lnTo>
                  <a:pt x="86867" y="85344"/>
                </a:lnTo>
                <a:lnTo>
                  <a:pt x="78866" y="104203"/>
                </a:lnTo>
                <a:lnTo>
                  <a:pt x="73151" y="117348"/>
                </a:lnTo>
                <a:lnTo>
                  <a:pt x="97535" y="128016"/>
                </a:lnTo>
                <a:lnTo>
                  <a:pt x="83819" y="140208"/>
                </a:lnTo>
                <a:lnTo>
                  <a:pt x="83819" y="143256"/>
                </a:lnTo>
                <a:lnTo>
                  <a:pt x="60959" y="143256"/>
                </a:lnTo>
                <a:lnTo>
                  <a:pt x="44672" y="167806"/>
                </a:lnTo>
                <a:lnTo>
                  <a:pt x="30098" y="188785"/>
                </a:lnTo>
                <a:lnTo>
                  <a:pt x="17240" y="206049"/>
                </a:lnTo>
                <a:lnTo>
                  <a:pt x="6095" y="219456"/>
                </a:lnTo>
                <a:close/>
              </a:path>
              <a:path w="391794" h="403860">
                <a:moveTo>
                  <a:pt x="126491" y="70104"/>
                </a:moveTo>
                <a:lnTo>
                  <a:pt x="109727" y="56388"/>
                </a:lnTo>
                <a:lnTo>
                  <a:pt x="233171" y="56388"/>
                </a:lnTo>
                <a:lnTo>
                  <a:pt x="252983" y="36576"/>
                </a:lnTo>
                <a:lnTo>
                  <a:pt x="281939" y="67056"/>
                </a:lnTo>
                <a:lnTo>
                  <a:pt x="144779" y="67056"/>
                </a:lnTo>
                <a:lnTo>
                  <a:pt x="126491" y="70104"/>
                </a:lnTo>
                <a:close/>
              </a:path>
              <a:path w="391794" h="403860">
                <a:moveTo>
                  <a:pt x="105155" y="254508"/>
                </a:moveTo>
                <a:lnTo>
                  <a:pt x="99059" y="248412"/>
                </a:lnTo>
                <a:lnTo>
                  <a:pt x="113323" y="227838"/>
                </a:lnTo>
                <a:lnTo>
                  <a:pt x="126301" y="204978"/>
                </a:lnTo>
                <a:lnTo>
                  <a:pt x="147827" y="152400"/>
                </a:lnTo>
                <a:lnTo>
                  <a:pt x="162496" y="102870"/>
                </a:lnTo>
                <a:lnTo>
                  <a:pt x="169163" y="67056"/>
                </a:lnTo>
                <a:lnTo>
                  <a:pt x="196595" y="67056"/>
                </a:lnTo>
                <a:lnTo>
                  <a:pt x="193476" y="78438"/>
                </a:lnTo>
                <a:lnTo>
                  <a:pt x="188785" y="94107"/>
                </a:lnTo>
                <a:lnTo>
                  <a:pt x="182665" y="113776"/>
                </a:lnTo>
                <a:lnTo>
                  <a:pt x="175259" y="137160"/>
                </a:lnTo>
                <a:lnTo>
                  <a:pt x="263550" y="137160"/>
                </a:lnTo>
                <a:lnTo>
                  <a:pt x="271271" y="143256"/>
                </a:lnTo>
                <a:lnTo>
                  <a:pt x="264087" y="147828"/>
                </a:lnTo>
                <a:lnTo>
                  <a:pt x="170687" y="147828"/>
                </a:lnTo>
                <a:lnTo>
                  <a:pt x="165877" y="159877"/>
                </a:lnTo>
                <a:lnTo>
                  <a:pt x="160781" y="171069"/>
                </a:lnTo>
                <a:lnTo>
                  <a:pt x="155686" y="181689"/>
                </a:lnTo>
                <a:lnTo>
                  <a:pt x="150875" y="192024"/>
                </a:lnTo>
                <a:lnTo>
                  <a:pt x="159907" y="198120"/>
                </a:lnTo>
                <a:lnTo>
                  <a:pt x="146303" y="198120"/>
                </a:lnTo>
                <a:lnTo>
                  <a:pt x="137731" y="212074"/>
                </a:lnTo>
                <a:lnTo>
                  <a:pt x="128015" y="226314"/>
                </a:lnTo>
                <a:lnTo>
                  <a:pt x="117157" y="240553"/>
                </a:lnTo>
                <a:lnTo>
                  <a:pt x="105155" y="254508"/>
                </a:lnTo>
                <a:close/>
              </a:path>
              <a:path w="391794" h="403860">
                <a:moveTo>
                  <a:pt x="263550" y="137160"/>
                </a:moveTo>
                <a:lnTo>
                  <a:pt x="228599" y="137160"/>
                </a:lnTo>
                <a:lnTo>
                  <a:pt x="242315" y="120396"/>
                </a:lnTo>
                <a:lnTo>
                  <a:pt x="263550" y="137160"/>
                </a:lnTo>
                <a:close/>
              </a:path>
              <a:path w="391794" h="403860">
                <a:moveTo>
                  <a:pt x="59435" y="403860"/>
                </a:moveTo>
                <a:lnTo>
                  <a:pt x="60317" y="377285"/>
                </a:lnTo>
                <a:lnTo>
                  <a:pt x="60769" y="354711"/>
                </a:lnTo>
                <a:lnTo>
                  <a:pt x="60861" y="344424"/>
                </a:lnTo>
                <a:lnTo>
                  <a:pt x="60959" y="143256"/>
                </a:lnTo>
                <a:lnTo>
                  <a:pt x="83819" y="143256"/>
                </a:lnTo>
                <a:lnTo>
                  <a:pt x="83878" y="329850"/>
                </a:lnTo>
                <a:lnTo>
                  <a:pt x="84058" y="341304"/>
                </a:lnTo>
                <a:lnTo>
                  <a:pt x="85105" y="373927"/>
                </a:lnTo>
                <a:lnTo>
                  <a:pt x="85343" y="391668"/>
                </a:lnTo>
                <a:lnTo>
                  <a:pt x="59435" y="403860"/>
                </a:lnTo>
                <a:close/>
              </a:path>
              <a:path w="391794" h="403860">
                <a:moveTo>
                  <a:pt x="96012" y="390144"/>
                </a:moveTo>
                <a:lnTo>
                  <a:pt x="92964" y="384048"/>
                </a:lnTo>
                <a:lnTo>
                  <a:pt x="112633" y="369784"/>
                </a:lnTo>
                <a:lnTo>
                  <a:pt x="130301" y="354520"/>
                </a:lnTo>
                <a:lnTo>
                  <a:pt x="158495" y="321564"/>
                </a:lnTo>
                <a:lnTo>
                  <a:pt x="181355" y="287274"/>
                </a:lnTo>
                <a:lnTo>
                  <a:pt x="199643" y="248412"/>
                </a:lnTo>
                <a:lnTo>
                  <a:pt x="215455" y="203835"/>
                </a:lnTo>
                <a:lnTo>
                  <a:pt x="230123" y="147828"/>
                </a:lnTo>
                <a:lnTo>
                  <a:pt x="264087" y="147828"/>
                </a:lnTo>
                <a:lnTo>
                  <a:pt x="254507" y="153924"/>
                </a:lnTo>
                <a:lnTo>
                  <a:pt x="245078" y="191404"/>
                </a:lnTo>
                <a:lnTo>
                  <a:pt x="235076" y="224028"/>
                </a:lnTo>
                <a:lnTo>
                  <a:pt x="213359" y="275844"/>
                </a:lnTo>
                <a:lnTo>
                  <a:pt x="188404" y="313563"/>
                </a:lnTo>
                <a:lnTo>
                  <a:pt x="160019" y="344424"/>
                </a:lnTo>
                <a:lnTo>
                  <a:pt x="129158" y="369570"/>
                </a:lnTo>
                <a:lnTo>
                  <a:pt x="112871" y="380428"/>
                </a:lnTo>
                <a:lnTo>
                  <a:pt x="96012" y="390144"/>
                </a:lnTo>
                <a:close/>
              </a:path>
              <a:path w="391794" h="403860">
                <a:moveTo>
                  <a:pt x="176783" y="259080"/>
                </a:moveTo>
                <a:lnTo>
                  <a:pt x="172211" y="259080"/>
                </a:lnTo>
                <a:lnTo>
                  <a:pt x="170687" y="254508"/>
                </a:lnTo>
                <a:lnTo>
                  <a:pt x="167639" y="242316"/>
                </a:lnTo>
                <a:lnTo>
                  <a:pt x="164520" y="230909"/>
                </a:lnTo>
                <a:lnTo>
                  <a:pt x="159829" y="219646"/>
                </a:lnTo>
                <a:lnTo>
                  <a:pt x="153709" y="208668"/>
                </a:lnTo>
                <a:lnTo>
                  <a:pt x="146303" y="198120"/>
                </a:lnTo>
                <a:lnTo>
                  <a:pt x="159907" y="198120"/>
                </a:lnTo>
                <a:lnTo>
                  <a:pt x="187451" y="227076"/>
                </a:lnTo>
                <a:lnTo>
                  <a:pt x="190499" y="231648"/>
                </a:lnTo>
                <a:lnTo>
                  <a:pt x="190499" y="240792"/>
                </a:lnTo>
                <a:lnTo>
                  <a:pt x="187451" y="246888"/>
                </a:lnTo>
                <a:lnTo>
                  <a:pt x="184403" y="251460"/>
                </a:lnTo>
                <a:lnTo>
                  <a:pt x="179831" y="257556"/>
                </a:lnTo>
                <a:lnTo>
                  <a:pt x="176783" y="259080"/>
                </a:lnTo>
                <a:close/>
              </a:path>
              <a:path w="391794" h="403860">
                <a:moveTo>
                  <a:pt x="377555" y="367855"/>
                </a:moveTo>
                <a:lnTo>
                  <a:pt x="337589" y="367855"/>
                </a:lnTo>
                <a:lnTo>
                  <a:pt x="344424" y="367284"/>
                </a:lnTo>
                <a:lnTo>
                  <a:pt x="352044" y="364236"/>
                </a:lnTo>
                <a:lnTo>
                  <a:pt x="355092" y="358140"/>
                </a:lnTo>
                <a:lnTo>
                  <a:pt x="355068" y="70818"/>
                </a:lnTo>
                <a:lnTo>
                  <a:pt x="354901" y="52197"/>
                </a:lnTo>
                <a:lnTo>
                  <a:pt x="354449" y="30718"/>
                </a:lnTo>
                <a:lnTo>
                  <a:pt x="353568" y="6096"/>
                </a:lnTo>
                <a:lnTo>
                  <a:pt x="391668" y="24384"/>
                </a:lnTo>
                <a:lnTo>
                  <a:pt x="377952" y="35052"/>
                </a:lnTo>
                <a:lnTo>
                  <a:pt x="377952" y="364236"/>
                </a:lnTo>
                <a:lnTo>
                  <a:pt x="377555" y="367855"/>
                </a:lnTo>
                <a:close/>
              </a:path>
              <a:path w="391794" h="403860">
                <a:moveTo>
                  <a:pt x="288035" y="306324"/>
                </a:moveTo>
                <a:lnTo>
                  <a:pt x="288274" y="280058"/>
                </a:lnTo>
                <a:lnTo>
                  <a:pt x="288797" y="258508"/>
                </a:lnTo>
                <a:lnTo>
                  <a:pt x="289321" y="241815"/>
                </a:lnTo>
                <a:lnTo>
                  <a:pt x="289482" y="233910"/>
                </a:lnTo>
                <a:lnTo>
                  <a:pt x="289559" y="132588"/>
                </a:lnTo>
                <a:lnTo>
                  <a:pt x="289321" y="118038"/>
                </a:lnTo>
                <a:lnTo>
                  <a:pt x="288797" y="104203"/>
                </a:lnTo>
                <a:lnTo>
                  <a:pt x="288274" y="91225"/>
                </a:lnTo>
                <a:lnTo>
                  <a:pt x="288035" y="79248"/>
                </a:lnTo>
                <a:lnTo>
                  <a:pt x="326136" y="96012"/>
                </a:lnTo>
                <a:lnTo>
                  <a:pt x="312419" y="109728"/>
                </a:lnTo>
                <a:lnTo>
                  <a:pt x="312527" y="241815"/>
                </a:lnTo>
                <a:lnTo>
                  <a:pt x="312610" y="249745"/>
                </a:lnTo>
                <a:lnTo>
                  <a:pt x="313062" y="269867"/>
                </a:lnTo>
                <a:lnTo>
                  <a:pt x="313943" y="294132"/>
                </a:lnTo>
                <a:lnTo>
                  <a:pt x="288035" y="306324"/>
                </a:lnTo>
                <a:close/>
              </a:path>
              <a:path w="391794" h="403860">
                <a:moveTo>
                  <a:pt x="342900" y="403860"/>
                </a:moveTo>
                <a:lnTo>
                  <a:pt x="338851" y="393263"/>
                </a:lnTo>
                <a:lnTo>
                  <a:pt x="328803" y="384238"/>
                </a:lnTo>
                <a:lnTo>
                  <a:pt x="312467" y="376642"/>
                </a:lnTo>
                <a:lnTo>
                  <a:pt x="289559" y="370332"/>
                </a:lnTo>
                <a:lnTo>
                  <a:pt x="291083" y="362712"/>
                </a:lnTo>
                <a:lnTo>
                  <a:pt x="310776" y="365569"/>
                </a:lnTo>
                <a:lnTo>
                  <a:pt x="326326" y="367284"/>
                </a:lnTo>
                <a:lnTo>
                  <a:pt x="337589" y="367855"/>
                </a:lnTo>
                <a:lnTo>
                  <a:pt x="377555" y="367855"/>
                </a:lnTo>
                <a:lnTo>
                  <a:pt x="376547" y="377070"/>
                </a:lnTo>
                <a:lnTo>
                  <a:pt x="370141" y="388048"/>
                </a:lnTo>
                <a:lnTo>
                  <a:pt x="358878" y="397025"/>
                </a:lnTo>
                <a:lnTo>
                  <a:pt x="342900" y="40386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" name="object 20"/>
          <p:cNvSpPr/>
          <p:nvPr/>
        </p:nvSpPr>
        <p:spPr>
          <a:xfrm>
            <a:off x="2569463" y="2374392"/>
            <a:ext cx="405765" cy="396240"/>
          </a:xfrm>
          <a:custGeom>
            <a:avLst/>
            <a:gdLst/>
            <a:ahLst/>
            <a:cxnLst/>
            <a:rect l="l" t="t" r="r" b="b"/>
            <a:pathLst>
              <a:path w="405764" h="396239">
                <a:moveTo>
                  <a:pt x="175259" y="396240"/>
                </a:moveTo>
                <a:lnTo>
                  <a:pt x="171569" y="384238"/>
                </a:lnTo>
                <a:lnTo>
                  <a:pt x="160591" y="373379"/>
                </a:lnTo>
                <a:lnTo>
                  <a:pt x="142470" y="363664"/>
                </a:lnTo>
                <a:lnTo>
                  <a:pt x="117347" y="355092"/>
                </a:lnTo>
                <a:lnTo>
                  <a:pt x="117347" y="345948"/>
                </a:lnTo>
                <a:lnTo>
                  <a:pt x="169854" y="351520"/>
                </a:lnTo>
                <a:lnTo>
                  <a:pt x="179831" y="352044"/>
                </a:lnTo>
                <a:lnTo>
                  <a:pt x="186689" y="350377"/>
                </a:lnTo>
                <a:lnTo>
                  <a:pt x="191261" y="345566"/>
                </a:lnTo>
                <a:lnTo>
                  <a:pt x="193547" y="337899"/>
                </a:lnTo>
                <a:lnTo>
                  <a:pt x="193547" y="181355"/>
                </a:lnTo>
                <a:lnTo>
                  <a:pt x="57911" y="181355"/>
                </a:lnTo>
                <a:lnTo>
                  <a:pt x="46767" y="181641"/>
                </a:lnTo>
                <a:lnTo>
                  <a:pt x="36194" y="182498"/>
                </a:lnTo>
                <a:lnTo>
                  <a:pt x="26193" y="183927"/>
                </a:lnTo>
                <a:lnTo>
                  <a:pt x="16763" y="185928"/>
                </a:lnTo>
                <a:lnTo>
                  <a:pt x="0" y="170688"/>
                </a:lnTo>
                <a:lnTo>
                  <a:pt x="193547" y="170688"/>
                </a:lnTo>
                <a:lnTo>
                  <a:pt x="193357" y="132778"/>
                </a:lnTo>
                <a:lnTo>
                  <a:pt x="192905" y="114323"/>
                </a:lnTo>
                <a:lnTo>
                  <a:pt x="192023" y="96012"/>
                </a:lnTo>
                <a:lnTo>
                  <a:pt x="216407" y="111252"/>
                </a:lnTo>
                <a:lnTo>
                  <a:pt x="312419" y="32004"/>
                </a:lnTo>
                <a:lnTo>
                  <a:pt x="114299" y="32004"/>
                </a:lnTo>
                <a:lnTo>
                  <a:pt x="103131" y="32289"/>
                </a:lnTo>
                <a:lnTo>
                  <a:pt x="92392" y="33147"/>
                </a:lnTo>
                <a:lnTo>
                  <a:pt x="81938" y="34575"/>
                </a:lnTo>
                <a:lnTo>
                  <a:pt x="71627" y="36576"/>
                </a:lnTo>
                <a:lnTo>
                  <a:pt x="56387" y="21336"/>
                </a:lnTo>
                <a:lnTo>
                  <a:pt x="312419" y="21336"/>
                </a:lnTo>
                <a:lnTo>
                  <a:pt x="335280" y="0"/>
                </a:lnTo>
                <a:lnTo>
                  <a:pt x="367283" y="38100"/>
                </a:lnTo>
                <a:lnTo>
                  <a:pt x="329993" y="48387"/>
                </a:lnTo>
                <a:lnTo>
                  <a:pt x="296251" y="66960"/>
                </a:lnTo>
                <a:lnTo>
                  <a:pt x="251150" y="96678"/>
                </a:lnTo>
                <a:lnTo>
                  <a:pt x="224028" y="115824"/>
                </a:lnTo>
                <a:lnTo>
                  <a:pt x="239268" y="126492"/>
                </a:lnTo>
                <a:lnTo>
                  <a:pt x="219456" y="137160"/>
                </a:lnTo>
                <a:lnTo>
                  <a:pt x="219456" y="170688"/>
                </a:lnTo>
                <a:lnTo>
                  <a:pt x="339852" y="170688"/>
                </a:lnTo>
                <a:lnTo>
                  <a:pt x="367283" y="143256"/>
                </a:lnTo>
                <a:lnTo>
                  <a:pt x="405383" y="181355"/>
                </a:lnTo>
                <a:lnTo>
                  <a:pt x="219456" y="181355"/>
                </a:lnTo>
                <a:lnTo>
                  <a:pt x="219456" y="347472"/>
                </a:lnTo>
                <a:lnTo>
                  <a:pt x="216622" y="363235"/>
                </a:lnTo>
                <a:lnTo>
                  <a:pt x="208216" y="376428"/>
                </a:lnTo>
                <a:lnTo>
                  <a:pt x="194381" y="387334"/>
                </a:lnTo>
                <a:lnTo>
                  <a:pt x="175259" y="39624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pic>
        <p:nvPicPr>
          <p:cNvPr id="21" name="object 21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3052572" y="2569464"/>
            <a:ext cx="64008" cy="164592"/>
          </a:xfrm>
          <a:prstGeom prst="rect">
            <a:avLst/>
          </a:prstGeom>
        </p:spPr>
      </p:pic>
      <p:sp>
        <p:nvSpPr>
          <p:cNvPr id="22" name="object 22"/>
          <p:cNvSpPr/>
          <p:nvPr/>
        </p:nvSpPr>
        <p:spPr>
          <a:xfrm>
            <a:off x="1751075" y="4480559"/>
            <a:ext cx="155575" cy="155575"/>
          </a:xfrm>
          <a:custGeom>
            <a:avLst/>
            <a:gdLst/>
            <a:ahLst/>
            <a:cxnLst/>
            <a:rect l="l" t="t" r="r" b="b"/>
            <a:pathLst>
              <a:path w="155575" h="155575">
                <a:moveTo>
                  <a:pt x="155448" y="155448"/>
                </a:moveTo>
                <a:lnTo>
                  <a:pt x="0" y="155448"/>
                </a:lnTo>
                <a:lnTo>
                  <a:pt x="0" y="0"/>
                </a:lnTo>
                <a:lnTo>
                  <a:pt x="155448" y="0"/>
                </a:lnTo>
                <a:lnTo>
                  <a:pt x="155448" y="155448"/>
                </a:lnTo>
                <a:close/>
              </a:path>
            </a:pathLst>
          </a:custGeom>
          <a:solidFill>
            <a:srgbClr val="3333C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" name="object 23"/>
          <p:cNvSpPr/>
          <p:nvPr/>
        </p:nvSpPr>
        <p:spPr>
          <a:xfrm>
            <a:off x="2138172" y="4331208"/>
            <a:ext cx="219710" cy="325120"/>
          </a:xfrm>
          <a:custGeom>
            <a:avLst/>
            <a:gdLst/>
            <a:ahLst/>
            <a:cxnLst/>
            <a:rect l="l" t="t" r="r" b="b"/>
            <a:pathLst>
              <a:path w="219710" h="325120">
                <a:moveTo>
                  <a:pt x="92964" y="324612"/>
                </a:moveTo>
                <a:lnTo>
                  <a:pt x="0" y="324612"/>
                </a:lnTo>
                <a:lnTo>
                  <a:pt x="0" y="0"/>
                </a:lnTo>
                <a:lnTo>
                  <a:pt x="86868" y="0"/>
                </a:lnTo>
                <a:lnTo>
                  <a:pt x="102893" y="261"/>
                </a:lnTo>
                <a:lnTo>
                  <a:pt x="146923" y="4500"/>
                </a:lnTo>
                <a:lnTo>
                  <a:pt x="186690" y="24193"/>
                </a:lnTo>
                <a:lnTo>
                  <a:pt x="196596" y="38100"/>
                </a:lnTo>
                <a:lnTo>
                  <a:pt x="44196" y="38100"/>
                </a:lnTo>
                <a:lnTo>
                  <a:pt x="44196" y="132588"/>
                </a:lnTo>
                <a:lnTo>
                  <a:pt x="175781" y="132588"/>
                </a:lnTo>
                <a:lnTo>
                  <a:pt x="169759" y="137231"/>
                </a:lnTo>
                <a:lnTo>
                  <a:pt x="160020" y="143256"/>
                </a:lnTo>
                <a:lnTo>
                  <a:pt x="160020" y="144780"/>
                </a:lnTo>
                <a:lnTo>
                  <a:pt x="173140" y="149090"/>
                </a:lnTo>
                <a:lnTo>
                  <a:pt x="184975" y="155257"/>
                </a:lnTo>
                <a:lnTo>
                  <a:pt x="195381" y="163425"/>
                </a:lnTo>
                <a:lnTo>
                  <a:pt x="198992" y="167640"/>
                </a:lnTo>
                <a:lnTo>
                  <a:pt x="44196" y="167640"/>
                </a:lnTo>
                <a:lnTo>
                  <a:pt x="44196" y="288036"/>
                </a:lnTo>
                <a:lnTo>
                  <a:pt x="196274" y="288036"/>
                </a:lnTo>
                <a:lnTo>
                  <a:pt x="193381" y="291131"/>
                </a:lnTo>
                <a:lnTo>
                  <a:pt x="157853" y="314753"/>
                </a:lnTo>
                <a:lnTo>
                  <a:pt x="109251" y="324088"/>
                </a:lnTo>
                <a:lnTo>
                  <a:pt x="92964" y="324612"/>
                </a:lnTo>
                <a:close/>
              </a:path>
              <a:path w="219710" h="325120">
                <a:moveTo>
                  <a:pt x="175781" y="132588"/>
                </a:moveTo>
                <a:lnTo>
                  <a:pt x="92964" y="132588"/>
                </a:lnTo>
                <a:lnTo>
                  <a:pt x="102417" y="132326"/>
                </a:lnTo>
                <a:lnTo>
                  <a:pt x="110299" y="131635"/>
                </a:lnTo>
                <a:lnTo>
                  <a:pt x="116752" y="130659"/>
                </a:lnTo>
                <a:lnTo>
                  <a:pt x="121920" y="129540"/>
                </a:lnTo>
                <a:lnTo>
                  <a:pt x="128016" y="128016"/>
                </a:lnTo>
                <a:lnTo>
                  <a:pt x="135636" y="126492"/>
                </a:lnTo>
                <a:lnTo>
                  <a:pt x="141732" y="121920"/>
                </a:lnTo>
                <a:lnTo>
                  <a:pt x="149352" y="117348"/>
                </a:lnTo>
                <a:lnTo>
                  <a:pt x="153924" y="111252"/>
                </a:lnTo>
                <a:lnTo>
                  <a:pt x="155448" y="105156"/>
                </a:lnTo>
                <a:lnTo>
                  <a:pt x="157448" y="99393"/>
                </a:lnTo>
                <a:lnTo>
                  <a:pt x="158877" y="93345"/>
                </a:lnTo>
                <a:lnTo>
                  <a:pt x="159734" y="86725"/>
                </a:lnTo>
                <a:lnTo>
                  <a:pt x="160020" y="79248"/>
                </a:lnTo>
                <a:lnTo>
                  <a:pt x="160020" y="71628"/>
                </a:lnTo>
                <a:lnTo>
                  <a:pt x="156972" y="59435"/>
                </a:lnTo>
                <a:lnTo>
                  <a:pt x="153924" y="53340"/>
                </a:lnTo>
                <a:lnTo>
                  <a:pt x="149352" y="48768"/>
                </a:lnTo>
                <a:lnTo>
                  <a:pt x="143256" y="45720"/>
                </a:lnTo>
                <a:lnTo>
                  <a:pt x="137160" y="41147"/>
                </a:lnTo>
                <a:lnTo>
                  <a:pt x="129540" y="39624"/>
                </a:lnTo>
                <a:lnTo>
                  <a:pt x="120396" y="38100"/>
                </a:lnTo>
                <a:lnTo>
                  <a:pt x="196596" y="38100"/>
                </a:lnTo>
                <a:lnTo>
                  <a:pt x="200358" y="46148"/>
                </a:lnTo>
                <a:lnTo>
                  <a:pt x="202692" y="54483"/>
                </a:lnTo>
                <a:lnTo>
                  <a:pt x="203882" y="63388"/>
                </a:lnTo>
                <a:lnTo>
                  <a:pt x="204216" y="73152"/>
                </a:lnTo>
                <a:lnTo>
                  <a:pt x="203620" y="84296"/>
                </a:lnTo>
                <a:lnTo>
                  <a:pt x="186380" y="122896"/>
                </a:lnTo>
                <a:lnTo>
                  <a:pt x="178498" y="130492"/>
                </a:lnTo>
                <a:lnTo>
                  <a:pt x="175781" y="132588"/>
                </a:lnTo>
                <a:close/>
              </a:path>
              <a:path w="219710" h="325120">
                <a:moveTo>
                  <a:pt x="196274" y="288036"/>
                </a:moveTo>
                <a:lnTo>
                  <a:pt x="79248" y="288036"/>
                </a:lnTo>
                <a:lnTo>
                  <a:pt x="92368" y="287774"/>
                </a:lnTo>
                <a:lnTo>
                  <a:pt x="104203" y="287083"/>
                </a:lnTo>
                <a:lnTo>
                  <a:pt x="145518" y="277701"/>
                </a:lnTo>
                <a:lnTo>
                  <a:pt x="172045" y="248507"/>
                </a:lnTo>
                <a:lnTo>
                  <a:pt x="175260" y="227076"/>
                </a:lnTo>
                <a:lnTo>
                  <a:pt x="174974" y="218241"/>
                </a:lnTo>
                <a:lnTo>
                  <a:pt x="156543" y="180736"/>
                </a:lnTo>
                <a:lnTo>
                  <a:pt x="149352" y="176784"/>
                </a:lnTo>
                <a:lnTo>
                  <a:pt x="141732" y="172212"/>
                </a:lnTo>
                <a:lnTo>
                  <a:pt x="135636" y="170688"/>
                </a:lnTo>
                <a:lnTo>
                  <a:pt x="126492" y="169164"/>
                </a:lnTo>
                <a:lnTo>
                  <a:pt x="119967" y="168925"/>
                </a:lnTo>
                <a:lnTo>
                  <a:pt x="102917" y="167878"/>
                </a:lnTo>
                <a:lnTo>
                  <a:pt x="92964" y="167640"/>
                </a:lnTo>
                <a:lnTo>
                  <a:pt x="198992" y="167640"/>
                </a:lnTo>
                <a:lnTo>
                  <a:pt x="218574" y="210383"/>
                </a:lnTo>
                <a:lnTo>
                  <a:pt x="219456" y="225552"/>
                </a:lnTo>
                <a:lnTo>
                  <a:pt x="218884" y="236696"/>
                </a:lnTo>
                <a:lnTo>
                  <a:pt x="205430" y="276177"/>
                </a:lnTo>
                <a:lnTo>
                  <a:pt x="199834" y="284226"/>
                </a:lnTo>
                <a:lnTo>
                  <a:pt x="196274" y="28803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" name="object 24"/>
          <p:cNvSpPr/>
          <p:nvPr/>
        </p:nvSpPr>
        <p:spPr>
          <a:xfrm>
            <a:off x="2409443" y="4450079"/>
            <a:ext cx="241300" cy="35560"/>
          </a:xfrm>
          <a:custGeom>
            <a:avLst/>
            <a:gdLst/>
            <a:ahLst/>
            <a:cxnLst/>
            <a:rect l="l" t="t" r="r" b="b"/>
            <a:pathLst>
              <a:path w="241300" h="35560">
                <a:moveTo>
                  <a:pt x="240792" y="35052"/>
                </a:moveTo>
                <a:lnTo>
                  <a:pt x="0" y="35052"/>
                </a:lnTo>
                <a:lnTo>
                  <a:pt x="0" y="0"/>
                </a:lnTo>
                <a:lnTo>
                  <a:pt x="240792" y="0"/>
                </a:lnTo>
                <a:lnTo>
                  <a:pt x="240792" y="3505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" name="object 25"/>
          <p:cNvSpPr/>
          <p:nvPr/>
        </p:nvSpPr>
        <p:spPr>
          <a:xfrm>
            <a:off x="2409443" y="4541520"/>
            <a:ext cx="241300" cy="35560"/>
          </a:xfrm>
          <a:custGeom>
            <a:avLst/>
            <a:gdLst/>
            <a:ahLst/>
            <a:cxnLst/>
            <a:rect l="l" t="t" r="r" b="b"/>
            <a:pathLst>
              <a:path w="241300" h="35560">
                <a:moveTo>
                  <a:pt x="240792" y="35052"/>
                </a:moveTo>
                <a:lnTo>
                  <a:pt x="0" y="35052"/>
                </a:lnTo>
                <a:lnTo>
                  <a:pt x="0" y="0"/>
                </a:lnTo>
                <a:lnTo>
                  <a:pt x="240792" y="0"/>
                </a:lnTo>
                <a:lnTo>
                  <a:pt x="240792" y="3505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" name="object 26"/>
          <p:cNvSpPr/>
          <p:nvPr/>
        </p:nvSpPr>
        <p:spPr>
          <a:xfrm>
            <a:off x="2715755" y="4325111"/>
            <a:ext cx="573405" cy="410209"/>
          </a:xfrm>
          <a:custGeom>
            <a:avLst/>
            <a:gdLst/>
            <a:ahLst/>
            <a:cxnLst/>
            <a:rect l="l" t="t" r="r" b="b"/>
            <a:pathLst>
              <a:path w="573404" h="410210">
                <a:moveTo>
                  <a:pt x="199644" y="292608"/>
                </a:moveTo>
                <a:lnTo>
                  <a:pt x="41148" y="292608"/>
                </a:lnTo>
                <a:lnTo>
                  <a:pt x="68795" y="266255"/>
                </a:lnTo>
                <a:lnTo>
                  <a:pt x="80772" y="254508"/>
                </a:lnTo>
                <a:lnTo>
                  <a:pt x="115925" y="220218"/>
                </a:lnTo>
                <a:lnTo>
                  <a:pt x="144284" y="188214"/>
                </a:lnTo>
                <a:lnTo>
                  <a:pt x="149352" y="181356"/>
                </a:lnTo>
                <a:lnTo>
                  <a:pt x="155028" y="174498"/>
                </a:lnTo>
                <a:lnTo>
                  <a:pt x="176403" y="139255"/>
                </a:lnTo>
                <a:lnTo>
                  <a:pt x="185648" y="98158"/>
                </a:lnTo>
                <a:lnTo>
                  <a:pt x="185928" y="88392"/>
                </a:lnTo>
                <a:lnTo>
                  <a:pt x="184454" y="68961"/>
                </a:lnTo>
                <a:lnTo>
                  <a:pt x="160020" y="24384"/>
                </a:lnTo>
                <a:lnTo>
                  <a:pt x="111379" y="1460"/>
                </a:lnTo>
                <a:lnTo>
                  <a:pt x="89916" y="0"/>
                </a:lnTo>
                <a:lnTo>
                  <a:pt x="78486" y="317"/>
                </a:lnTo>
                <a:lnTo>
                  <a:pt x="32461" y="9525"/>
                </a:lnTo>
                <a:lnTo>
                  <a:pt x="6096" y="19812"/>
                </a:lnTo>
                <a:lnTo>
                  <a:pt x="6096" y="65532"/>
                </a:lnTo>
                <a:lnTo>
                  <a:pt x="9144" y="65532"/>
                </a:lnTo>
                <a:lnTo>
                  <a:pt x="12192" y="62484"/>
                </a:lnTo>
                <a:lnTo>
                  <a:pt x="16764" y="59436"/>
                </a:lnTo>
                <a:lnTo>
                  <a:pt x="47244" y="44196"/>
                </a:lnTo>
                <a:lnTo>
                  <a:pt x="62484" y="41148"/>
                </a:lnTo>
                <a:lnTo>
                  <a:pt x="71628" y="38100"/>
                </a:lnTo>
                <a:lnTo>
                  <a:pt x="102108" y="38100"/>
                </a:lnTo>
                <a:lnTo>
                  <a:pt x="108204" y="41148"/>
                </a:lnTo>
                <a:lnTo>
                  <a:pt x="115824" y="42672"/>
                </a:lnTo>
                <a:lnTo>
                  <a:pt x="140208" y="74676"/>
                </a:lnTo>
                <a:lnTo>
                  <a:pt x="141732" y="82296"/>
                </a:lnTo>
                <a:lnTo>
                  <a:pt x="141732" y="91440"/>
                </a:lnTo>
                <a:lnTo>
                  <a:pt x="134023" y="129159"/>
                </a:lnTo>
                <a:lnTo>
                  <a:pt x="108585" y="170497"/>
                </a:lnTo>
                <a:lnTo>
                  <a:pt x="77724" y="207264"/>
                </a:lnTo>
                <a:lnTo>
                  <a:pt x="41148" y="245364"/>
                </a:lnTo>
                <a:lnTo>
                  <a:pt x="30861" y="254774"/>
                </a:lnTo>
                <a:lnTo>
                  <a:pt x="20574" y="264604"/>
                </a:lnTo>
                <a:lnTo>
                  <a:pt x="0" y="284988"/>
                </a:lnTo>
                <a:lnTo>
                  <a:pt x="0" y="330708"/>
                </a:lnTo>
                <a:lnTo>
                  <a:pt x="199644" y="330708"/>
                </a:lnTo>
                <a:lnTo>
                  <a:pt x="199644" y="292608"/>
                </a:lnTo>
                <a:close/>
              </a:path>
              <a:path w="573404" h="410210">
                <a:moveTo>
                  <a:pt x="443484" y="167640"/>
                </a:moveTo>
                <a:lnTo>
                  <a:pt x="442036" y="128828"/>
                </a:lnTo>
                <a:lnTo>
                  <a:pt x="429983" y="66065"/>
                </a:lnTo>
                <a:lnTo>
                  <a:pt x="404812" y="23799"/>
                </a:lnTo>
                <a:lnTo>
                  <a:pt x="399275" y="19646"/>
                </a:lnTo>
                <a:lnTo>
                  <a:pt x="399275" y="151980"/>
                </a:lnTo>
                <a:lnTo>
                  <a:pt x="399262" y="185483"/>
                </a:lnTo>
                <a:lnTo>
                  <a:pt x="397764" y="227076"/>
                </a:lnTo>
                <a:lnTo>
                  <a:pt x="388620" y="266700"/>
                </a:lnTo>
                <a:lnTo>
                  <a:pt x="364096" y="296608"/>
                </a:lnTo>
                <a:lnTo>
                  <a:pt x="341376" y="301752"/>
                </a:lnTo>
                <a:lnTo>
                  <a:pt x="331901" y="301180"/>
                </a:lnTo>
                <a:lnTo>
                  <a:pt x="296329" y="274396"/>
                </a:lnTo>
                <a:lnTo>
                  <a:pt x="284899" y="236702"/>
                </a:lnTo>
                <a:lnTo>
                  <a:pt x="281965" y="185483"/>
                </a:lnTo>
                <a:lnTo>
                  <a:pt x="281990" y="151980"/>
                </a:lnTo>
                <a:lnTo>
                  <a:pt x="283464" y="111252"/>
                </a:lnTo>
                <a:lnTo>
                  <a:pt x="292608" y="70104"/>
                </a:lnTo>
                <a:lnTo>
                  <a:pt x="324421" y="38671"/>
                </a:lnTo>
                <a:lnTo>
                  <a:pt x="341376" y="36576"/>
                </a:lnTo>
                <a:lnTo>
                  <a:pt x="349973" y="37134"/>
                </a:lnTo>
                <a:lnTo>
                  <a:pt x="384911" y="62420"/>
                </a:lnTo>
                <a:lnTo>
                  <a:pt x="396341" y="99250"/>
                </a:lnTo>
                <a:lnTo>
                  <a:pt x="399275" y="151980"/>
                </a:lnTo>
                <a:lnTo>
                  <a:pt x="399275" y="19646"/>
                </a:lnTo>
                <a:lnTo>
                  <a:pt x="387096" y="10477"/>
                </a:lnTo>
                <a:lnTo>
                  <a:pt x="365950" y="2603"/>
                </a:lnTo>
                <a:lnTo>
                  <a:pt x="341376" y="0"/>
                </a:lnTo>
                <a:lnTo>
                  <a:pt x="315925" y="2578"/>
                </a:lnTo>
                <a:lnTo>
                  <a:pt x="276440" y="23152"/>
                </a:lnTo>
                <a:lnTo>
                  <a:pt x="251256" y="63728"/>
                </a:lnTo>
                <a:lnTo>
                  <a:pt x="239204" y="127736"/>
                </a:lnTo>
                <a:lnTo>
                  <a:pt x="237744" y="169164"/>
                </a:lnTo>
                <a:lnTo>
                  <a:pt x="239204" y="208864"/>
                </a:lnTo>
                <a:lnTo>
                  <a:pt x="251256" y="272249"/>
                </a:lnTo>
                <a:lnTo>
                  <a:pt x="276440" y="313664"/>
                </a:lnTo>
                <a:lnTo>
                  <a:pt x="315925" y="334238"/>
                </a:lnTo>
                <a:lnTo>
                  <a:pt x="341376" y="336804"/>
                </a:lnTo>
                <a:lnTo>
                  <a:pt x="365950" y="334238"/>
                </a:lnTo>
                <a:lnTo>
                  <a:pt x="404812" y="313664"/>
                </a:lnTo>
                <a:lnTo>
                  <a:pt x="429983" y="273088"/>
                </a:lnTo>
                <a:lnTo>
                  <a:pt x="442036" y="209080"/>
                </a:lnTo>
                <a:lnTo>
                  <a:pt x="443484" y="167640"/>
                </a:lnTo>
                <a:close/>
              </a:path>
              <a:path w="573404" h="410210">
                <a:moveTo>
                  <a:pt x="573024" y="268224"/>
                </a:moveTo>
                <a:lnTo>
                  <a:pt x="518160" y="268224"/>
                </a:lnTo>
                <a:lnTo>
                  <a:pt x="480060" y="409956"/>
                </a:lnTo>
                <a:lnTo>
                  <a:pt x="512076" y="409956"/>
                </a:lnTo>
                <a:lnTo>
                  <a:pt x="573024" y="26822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27" name="object 27"/>
          <p:cNvGrpSpPr/>
          <p:nvPr/>
        </p:nvGrpSpPr>
        <p:grpSpPr>
          <a:xfrm>
            <a:off x="3489959" y="4290059"/>
            <a:ext cx="1209040" cy="408940"/>
            <a:chOff x="3489959" y="4290059"/>
            <a:chExt cx="1209040" cy="408940"/>
          </a:xfrm>
        </p:grpSpPr>
        <p:sp>
          <p:nvSpPr>
            <p:cNvPr id="28" name="object 28"/>
            <p:cNvSpPr/>
            <p:nvPr/>
          </p:nvSpPr>
          <p:spPr>
            <a:xfrm>
              <a:off x="3489959" y="4331207"/>
              <a:ext cx="204470" cy="325120"/>
            </a:xfrm>
            <a:custGeom>
              <a:avLst/>
              <a:gdLst/>
              <a:ahLst/>
              <a:cxnLst/>
              <a:rect l="l" t="t" r="r" b="b"/>
              <a:pathLst>
                <a:path w="204470" h="325120">
                  <a:moveTo>
                    <a:pt x="42672" y="324612"/>
                  </a:moveTo>
                  <a:lnTo>
                    <a:pt x="0" y="324612"/>
                  </a:lnTo>
                  <a:lnTo>
                    <a:pt x="0" y="0"/>
                  </a:lnTo>
                  <a:lnTo>
                    <a:pt x="80772" y="0"/>
                  </a:lnTo>
                  <a:lnTo>
                    <a:pt x="94821" y="309"/>
                  </a:lnTo>
                  <a:lnTo>
                    <a:pt x="107442" y="1333"/>
                  </a:lnTo>
                  <a:lnTo>
                    <a:pt x="118919" y="3214"/>
                  </a:lnTo>
                  <a:lnTo>
                    <a:pt x="129540" y="6096"/>
                  </a:lnTo>
                  <a:lnTo>
                    <a:pt x="139541" y="8691"/>
                  </a:lnTo>
                  <a:lnTo>
                    <a:pt x="174045" y="27598"/>
                  </a:lnTo>
                  <a:lnTo>
                    <a:pt x="184196" y="38100"/>
                  </a:lnTo>
                  <a:lnTo>
                    <a:pt x="42672" y="38100"/>
                  </a:lnTo>
                  <a:lnTo>
                    <a:pt x="42672" y="166116"/>
                  </a:lnTo>
                  <a:lnTo>
                    <a:pt x="179451" y="166116"/>
                  </a:lnTo>
                  <a:lnTo>
                    <a:pt x="175260" y="170688"/>
                  </a:lnTo>
                  <a:lnTo>
                    <a:pt x="135636" y="195072"/>
                  </a:lnTo>
                  <a:lnTo>
                    <a:pt x="95773" y="203644"/>
                  </a:lnTo>
                  <a:lnTo>
                    <a:pt x="79248" y="204216"/>
                  </a:lnTo>
                  <a:lnTo>
                    <a:pt x="42672" y="204216"/>
                  </a:lnTo>
                  <a:lnTo>
                    <a:pt x="42672" y="324612"/>
                  </a:lnTo>
                  <a:close/>
                </a:path>
                <a:path w="204470" h="325120">
                  <a:moveTo>
                    <a:pt x="179451" y="166116"/>
                  </a:moveTo>
                  <a:lnTo>
                    <a:pt x="71628" y="166116"/>
                  </a:lnTo>
                  <a:lnTo>
                    <a:pt x="84510" y="166068"/>
                  </a:lnTo>
                  <a:lnTo>
                    <a:pt x="95821" y="165735"/>
                  </a:lnTo>
                  <a:lnTo>
                    <a:pt x="135088" y="152995"/>
                  </a:lnTo>
                  <a:lnTo>
                    <a:pt x="140208" y="147828"/>
                  </a:lnTo>
                  <a:lnTo>
                    <a:pt x="145375" y="142994"/>
                  </a:lnTo>
                  <a:lnTo>
                    <a:pt x="158234" y="106775"/>
                  </a:lnTo>
                  <a:lnTo>
                    <a:pt x="158496" y="99060"/>
                  </a:lnTo>
                  <a:lnTo>
                    <a:pt x="158210" y="91106"/>
                  </a:lnTo>
                  <a:lnTo>
                    <a:pt x="141065" y="54244"/>
                  </a:lnTo>
                  <a:lnTo>
                    <a:pt x="135636" y="50292"/>
                  </a:lnTo>
                  <a:lnTo>
                    <a:pt x="129540" y="45720"/>
                  </a:lnTo>
                  <a:lnTo>
                    <a:pt x="87701" y="38123"/>
                  </a:lnTo>
                  <a:lnTo>
                    <a:pt x="77724" y="38100"/>
                  </a:lnTo>
                  <a:lnTo>
                    <a:pt x="184196" y="38100"/>
                  </a:lnTo>
                  <a:lnTo>
                    <a:pt x="201739" y="73533"/>
                  </a:lnTo>
                  <a:lnTo>
                    <a:pt x="204216" y="97536"/>
                  </a:lnTo>
                  <a:lnTo>
                    <a:pt x="203668" y="108465"/>
                  </a:lnTo>
                  <a:lnTo>
                    <a:pt x="192619" y="147542"/>
                  </a:lnTo>
                  <a:lnTo>
                    <a:pt x="181808" y="163544"/>
                  </a:lnTo>
                  <a:lnTo>
                    <a:pt x="179451" y="166116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9" name="object 29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3713988" y="4489703"/>
              <a:ext cx="100584" cy="166116"/>
            </a:xfrm>
            <a:prstGeom prst="rect">
              <a:avLst/>
            </a:prstGeom>
          </p:spPr>
        </p:pic>
        <p:sp>
          <p:nvSpPr>
            <p:cNvPr id="30" name="object 30"/>
            <p:cNvSpPr/>
            <p:nvPr/>
          </p:nvSpPr>
          <p:spPr>
            <a:xfrm>
              <a:off x="3845052" y="4290059"/>
              <a:ext cx="853440" cy="408940"/>
            </a:xfrm>
            <a:custGeom>
              <a:avLst/>
              <a:gdLst/>
              <a:ahLst/>
              <a:cxnLst/>
              <a:rect l="l" t="t" r="r" b="b"/>
              <a:pathLst>
                <a:path w="853439" h="408939">
                  <a:moveTo>
                    <a:pt x="403860" y="82296"/>
                  </a:moveTo>
                  <a:lnTo>
                    <a:pt x="364236" y="42672"/>
                  </a:lnTo>
                  <a:lnTo>
                    <a:pt x="333756" y="71628"/>
                  </a:lnTo>
                  <a:lnTo>
                    <a:pt x="185928" y="71628"/>
                  </a:lnTo>
                  <a:lnTo>
                    <a:pt x="190754" y="63080"/>
                  </a:lnTo>
                  <a:lnTo>
                    <a:pt x="196024" y="53530"/>
                  </a:lnTo>
                  <a:lnTo>
                    <a:pt x="201561" y="43129"/>
                  </a:lnTo>
                  <a:lnTo>
                    <a:pt x="207264" y="32004"/>
                  </a:lnTo>
                  <a:lnTo>
                    <a:pt x="224028" y="24384"/>
                  </a:lnTo>
                  <a:lnTo>
                    <a:pt x="181356" y="0"/>
                  </a:lnTo>
                  <a:lnTo>
                    <a:pt x="177965" y="14846"/>
                  </a:lnTo>
                  <a:lnTo>
                    <a:pt x="172593" y="31813"/>
                  </a:lnTo>
                  <a:lnTo>
                    <a:pt x="165493" y="50800"/>
                  </a:lnTo>
                  <a:lnTo>
                    <a:pt x="156972" y="71628"/>
                  </a:lnTo>
                  <a:lnTo>
                    <a:pt x="0" y="71628"/>
                  </a:lnTo>
                  <a:lnTo>
                    <a:pt x="15240" y="86868"/>
                  </a:lnTo>
                  <a:lnTo>
                    <a:pt x="25539" y="84874"/>
                  </a:lnTo>
                  <a:lnTo>
                    <a:pt x="36004" y="83439"/>
                  </a:lnTo>
                  <a:lnTo>
                    <a:pt x="46736" y="82588"/>
                  </a:lnTo>
                  <a:lnTo>
                    <a:pt x="57912" y="82296"/>
                  </a:lnTo>
                  <a:lnTo>
                    <a:pt x="153924" y="82296"/>
                  </a:lnTo>
                  <a:lnTo>
                    <a:pt x="119634" y="139255"/>
                  </a:lnTo>
                  <a:lnTo>
                    <a:pt x="85344" y="185928"/>
                  </a:lnTo>
                  <a:lnTo>
                    <a:pt x="45529" y="226123"/>
                  </a:lnTo>
                  <a:lnTo>
                    <a:pt x="0" y="265176"/>
                  </a:lnTo>
                  <a:lnTo>
                    <a:pt x="6096" y="269748"/>
                  </a:lnTo>
                  <a:lnTo>
                    <a:pt x="34099" y="251460"/>
                  </a:lnTo>
                  <a:lnTo>
                    <a:pt x="60960" y="230886"/>
                  </a:lnTo>
                  <a:lnTo>
                    <a:pt x="86677" y="208026"/>
                  </a:lnTo>
                  <a:lnTo>
                    <a:pt x="111252" y="182880"/>
                  </a:lnTo>
                  <a:lnTo>
                    <a:pt x="111163" y="294132"/>
                  </a:lnTo>
                  <a:lnTo>
                    <a:pt x="111061" y="337375"/>
                  </a:lnTo>
                  <a:lnTo>
                    <a:pt x="110604" y="383273"/>
                  </a:lnTo>
                  <a:lnTo>
                    <a:pt x="109728" y="408432"/>
                  </a:lnTo>
                  <a:lnTo>
                    <a:pt x="135636" y="393192"/>
                  </a:lnTo>
                  <a:lnTo>
                    <a:pt x="135636" y="294132"/>
                  </a:lnTo>
                  <a:lnTo>
                    <a:pt x="295656" y="294132"/>
                  </a:lnTo>
                  <a:lnTo>
                    <a:pt x="295656" y="365760"/>
                  </a:lnTo>
                  <a:lnTo>
                    <a:pt x="291084" y="370332"/>
                  </a:lnTo>
                  <a:lnTo>
                    <a:pt x="248691" y="367766"/>
                  </a:lnTo>
                  <a:lnTo>
                    <a:pt x="234696" y="365760"/>
                  </a:lnTo>
                  <a:lnTo>
                    <a:pt x="234696" y="373380"/>
                  </a:lnTo>
                  <a:lnTo>
                    <a:pt x="255790" y="381431"/>
                  </a:lnTo>
                  <a:lnTo>
                    <a:pt x="270891" y="389763"/>
                  </a:lnTo>
                  <a:lnTo>
                    <a:pt x="279692" y="398678"/>
                  </a:lnTo>
                  <a:lnTo>
                    <a:pt x="281940" y="408432"/>
                  </a:lnTo>
                  <a:lnTo>
                    <a:pt x="298818" y="400723"/>
                  </a:lnTo>
                  <a:lnTo>
                    <a:pt x="310705" y="391287"/>
                  </a:lnTo>
                  <a:lnTo>
                    <a:pt x="317728" y="380149"/>
                  </a:lnTo>
                  <a:lnTo>
                    <a:pt x="319481" y="370332"/>
                  </a:lnTo>
                  <a:lnTo>
                    <a:pt x="319951" y="367766"/>
                  </a:lnTo>
                  <a:lnTo>
                    <a:pt x="320040" y="294132"/>
                  </a:lnTo>
                  <a:lnTo>
                    <a:pt x="320040" y="283464"/>
                  </a:lnTo>
                  <a:lnTo>
                    <a:pt x="320040" y="225552"/>
                  </a:lnTo>
                  <a:lnTo>
                    <a:pt x="320040" y="216408"/>
                  </a:lnTo>
                  <a:lnTo>
                    <a:pt x="320040" y="161544"/>
                  </a:lnTo>
                  <a:lnTo>
                    <a:pt x="327660" y="155448"/>
                  </a:lnTo>
                  <a:lnTo>
                    <a:pt x="335280" y="149352"/>
                  </a:lnTo>
                  <a:lnTo>
                    <a:pt x="329488" y="144780"/>
                  </a:lnTo>
                  <a:lnTo>
                    <a:pt x="306324" y="126492"/>
                  </a:lnTo>
                  <a:lnTo>
                    <a:pt x="295656" y="140716"/>
                  </a:lnTo>
                  <a:lnTo>
                    <a:pt x="295656" y="155448"/>
                  </a:lnTo>
                  <a:lnTo>
                    <a:pt x="295656" y="216408"/>
                  </a:lnTo>
                  <a:lnTo>
                    <a:pt x="295656" y="225552"/>
                  </a:lnTo>
                  <a:lnTo>
                    <a:pt x="295656" y="283464"/>
                  </a:lnTo>
                  <a:lnTo>
                    <a:pt x="135636" y="283464"/>
                  </a:lnTo>
                  <a:lnTo>
                    <a:pt x="135636" y="225552"/>
                  </a:lnTo>
                  <a:lnTo>
                    <a:pt x="295656" y="225552"/>
                  </a:lnTo>
                  <a:lnTo>
                    <a:pt x="295656" y="216408"/>
                  </a:lnTo>
                  <a:lnTo>
                    <a:pt x="135636" y="216408"/>
                  </a:lnTo>
                  <a:lnTo>
                    <a:pt x="135636" y="182880"/>
                  </a:lnTo>
                  <a:lnTo>
                    <a:pt x="135636" y="155448"/>
                  </a:lnTo>
                  <a:lnTo>
                    <a:pt x="295656" y="155448"/>
                  </a:lnTo>
                  <a:lnTo>
                    <a:pt x="295656" y="140716"/>
                  </a:lnTo>
                  <a:lnTo>
                    <a:pt x="292608" y="144780"/>
                  </a:lnTo>
                  <a:lnTo>
                    <a:pt x="143256" y="144780"/>
                  </a:lnTo>
                  <a:lnTo>
                    <a:pt x="153517" y="130517"/>
                  </a:lnTo>
                  <a:lnTo>
                    <a:pt x="163639" y="115252"/>
                  </a:lnTo>
                  <a:lnTo>
                    <a:pt x="173469" y="99136"/>
                  </a:lnTo>
                  <a:lnTo>
                    <a:pt x="182880" y="82296"/>
                  </a:lnTo>
                  <a:lnTo>
                    <a:pt x="403860" y="82296"/>
                  </a:lnTo>
                  <a:close/>
                </a:path>
                <a:path w="853439" h="408939">
                  <a:moveTo>
                    <a:pt x="580644" y="201168"/>
                  </a:moveTo>
                  <a:lnTo>
                    <a:pt x="576478" y="198120"/>
                  </a:lnTo>
                  <a:lnTo>
                    <a:pt x="557784" y="184404"/>
                  </a:lnTo>
                  <a:lnTo>
                    <a:pt x="550164" y="194208"/>
                  </a:lnTo>
                  <a:lnTo>
                    <a:pt x="550164" y="208788"/>
                  </a:lnTo>
                  <a:lnTo>
                    <a:pt x="550164" y="245364"/>
                  </a:lnTo>
                  <a:lnTo>
                    <a:pt x="550164" y="256032"/>
                  </a:lnTo>
                  <a:lnTo>
                    <a:pt x="550164" y="294132"/>
                  </a:lnTo>
                  <a:lnTo>
                    <a:pt x="504444" y="294132"/>
                  </a:lnTo>
                  <a:lnTo>
                    <a:pt x="504444" y="256032"/>
                  </a:lnTo>
                  <a:lnTo>
                    <a:pt x="550164" y="256032"/>
                  </a:lnTo>
                  <a:lnTo>
                    <a:pt x="550164" y="245364"/>
                  </a:lnTo>
                  <a:lnTo>
                    <a:pt x="504444" y="245364"/>
                  </a:lnTo>
                  <a:lnTo>
                    <a:pt x="504444" y="208788"/>
                  </a:lnTo>
                  <a:lnTo>
                    <a:pt x="550164" y="208788"/>
                  </a:lnTo>
                  <a:lnTo>
                    <a:pt x="550164" y="194208"/>
                  </a:lnTo>
                  <a:lnTo>
                    <a:pt x="547116" y="198120"/>
                  </a:lnTo>
                  <a:lnTo>
                    <a:pt x="504444" y="198120"/>
                  </a:lnTo>
                  <a:lnTo>
                    <a:pt x="483108" y="185928"/>
                  </a:lnTo>
                  <a:lnTo>
                    <a:pt x="483984" y="199936"/>
                  </a:lnTo>
                  <a:lnTo>
                    <a:pt x="484441" y="221361"/>
                  </a:lnTo>
                  <a:lnTo>
                    <a:pt x="484555" y="242316"/>
                  </a:lnTo>
                  <a:lnTo>
                    <a:pt x="484441" y="290131"/>
                  </a:lnTo>
                  <a:lnTo>
                    <a:pt x="482930" y="319646"/>
                  </a:lnTo>
                  <a:lnTo>
                    <a:pt x="475678" y="350329"/>
                  </a:lnTo>
                  <a:lnTo>
                    <a:pt x="462978" y="378460"/>
                  </a:lnTo>
                  <a:lnTo>
                    <a:pt x="445008" y="403860"/>
                  </a:lnTo>
                  <a:lnTo>
                    <a:pt x="448056" y="406908"/>
                  </a:lnTo>
                  <a:lnTo>
                    <a:pt x="472071" y="386029"/>
                  </a:lnTo>
                  <a:lnTo>
                    <a:pt x="489394" y="362140"/>
                  </a:lnTo>
                  <a:lnTo>
                    <a:pt x="500126" y="335114"/>
                  </a:lnTo>
                  <a:lnTo>
                    <a:pt x="504444" y="304800"/>
                  </a:lnTo>
                  <a:lnTo>
                    <a:pt x="550164" y="304800"/>
                  </a:lnTo>
                  <a:lnTo>
                    <a:pt x="550164" y="362712"/>
                  </a:lnTo>
                  <a:lnTo>
                    <a:pt x="544068" y="365760"/>
                  </a:lnTo>
                  <a:lnTo>
                    <a:pt x="533400" y="365760"/>
                  </a:lnTo>
                  <a:lnTo>
                    <a:pt x="525678" y="364617"/>
                  </a:lnTo>
                  <a:lnTo>
                    <a:pt x="518541" y="363474"/>
                  </a:lnTo>
                  <a:lnTo>
                    <a:pt x="511962" y="362331"/>
                  </a:lnTo>
                  <a:lnTo>
                    <a:pt x="505968" y="361188"/>
                  </a:lnTo>
                  <a:lnTo>
                    <a:pt x="505968" y="368808"/>
                  </a:lnTo>
                  <a:lnTo>
                    <a:pt x="520255" y="373951"/>
                  </a:lnTo>
                  <a:lnTo>
                    <a:pt x="531114" y="380238"/>
                  </a:lnTo>
                  <a:lnTo>
                    <a:pt x="538543" y="387667"/>
                  </a:lnTo>
                  <a:lnTo>
                    <a:pt x="542544" y="396240"/>
                  </a:lnTo>
                  <a:lnTo>
                    <a:pt x="553656" y="390842"/>
                  </a:lnTo>
                  <a:lnTo>
                    <a:pt x="561784" y="383857"/>
                  </a:lnTo>
                  <a:lnTo>
                    <a:pt x="566750" y="375462"/>
                  </a:lnTo>
                  <a:lnTo>
                    <a:pt x="568452" y="365760"/>
                  </a:lnTo>
                  <a:lnTo>
                    <a:pt x="568452" y="304800"/>
                  </a:lnTo>
                  <a:lnTo>
                    <a:pt x="568452" y="294132"/>
                  </a:lnTo>
                  <a:lnTo>
                    <a:pt x="568452" y="256032"/>
                  </a:lnTo>
                  <a:lnTo>
                    <a:pt x="568452" y="245364"/>
                  </a:lnTo>
                  <a:lnTo>
                    <a:pt x="568452" y="211836"/>
                  </a:lnTo>
                  <a:lnTo>
                    <a:pt x="571931" y="208788"/>
                  </a:lnTo>
                  <a:lnTo>
                    <a:pt x="580644" y="201168"/>
                  </a:lnTo>
                  <a:close/>
                </a:path>
                <a:path w="853439" h="408939">
                  <a:moveTo>
                    <a:pt x="688848" y="352044"/>
                  </a:moveTo>
                  <a:lnTo>
                    <a:pt x="661885" y="324612"/>
                  </a:lnTo>
                  <a:lnTo>
                    <a:pt x="649224" y="318516"/>
                  </a:lnTo>
                  <a:lnTo>
                    <a:pt x="649478" y="306565"/>
                  </a:lnTo>
                  <a:lnTo>
                    <a:pt x="650176" y="291465"/>
                  </a:lnTo>
                  <a:lnTo>
                    <a:pt x="652272" y="252984"/>
                  </a:lnTo>
                  <a:lnTo>
                    <a:pt x="661416" y="242316"/>
                  </a:lnTo>
                  <a:lnTo>
                    <a:pt x="630936" y="228600"/>
                  </a:lnTo>
                  <a:lnTo>
                    <a:pt x="632345" y="256032"/>
                  </a:lnTo>
                  <a:lnTo>
                    <a:pt x="632231" y="267944"/>
                  </a:lnTo>
                  <a:lnTo>
                    <a:pt x="632053" y="281940"/>
                  </a:lnTo>
                  <a:lnTo>
                    <a:pt x="626364" y="324612"/>
                  </a:lnTo>
                  <a:lnTo>
                    <a:pt x="609219" y="364426"/>
                  </a:lnTo>
                  <a:lnTo>
                    <a:pt x="576072" y="405384"/>
                  </a:lnTo>
                  <a:lnTo>
                    <a:pt x="579120" y="408432"/>
                  </a:lnTo>
                  <a:lnTo>
                    <a:pt x="602234" y="391058"/>
                  </a:lnTo>
                  <a:lnTo>
                    <a:pt x="621220" y="371094"/>
                  </a:lnTo>
                  <a:lnTo>
                    <a:pt x="635901" y="348856"/>
                  </a:lnTo>
                  <a:lnTo>
                    <a:pt x="646176" y="324612"/>
                  </a:lnTo>
                  <a:lnTo>
                    <a:pt x="654481" y="333502"/>
                  </a:lnTo>
                  <a:lnTo>
                    <a:pt x="661225" y="341947"/>
                  </a:lnTo>
                  <a:lnTo>
                    <a:pt x="666534" y="350126"/>
                  </a:lnTo>
                  <a:lnTo>
                    <a:pt x="670560" y="358140"/>
                  </a:lnTo>
                  <a:lnTo>
                    <a:pt x="673608" y="365760"/>
                  </a:lnTo>
                  <a:lnTo>
                    <a:pt x="675132" y="368808"/>
                  </a:lnTo>
                  <a:lnTo>
                    <a:pt x="679704" y="368808"/>
                  </a:lnTo>
                  <a:lnTo>
                    <a:pt x="685800" y="362712"/>
                  </a:lnTo>
                  <a:lnTo>
                    <a:pt x="688848" y="358140"/>
                  </a:lnTo>
                  <a:lnTo>
                    <a:pt x="688848" y="352044"/>
                  </a:lnTo>
                  <a:close/>
                </a:path>
                <a:path w="853439" h="408939">
                  <a:moveTo>
                    <a:pt x="704088" y="201168"/>
                  </a:moveTo>
                  <a:lnTo>
                    <a:pt x="698373" y="196596"/>
                  </a:lnTo>
                  <a:lnTo>
                    <a:pt x="681228" y="182880"/>
                  </a:lnTo>
                  <a:lnTo>
                    <a:pt x="670560" y="196596"/>
                  </a:lnTo>
                  <a:lnTo>
                    <a:pt x="612648" y="196596"/>
                  </a:lnTo>
                  <a:lnTo>
                    <a:pt x="591312" y="184404"/>
                  </a:lnTo>
                  <a:lnTo>
                    <a:pt x="592137" y="198120"/>
                  </a:lnTo>
                  <a:lnTo>
                    <a:pt x="592251" y="201168"/>
                  </a:lnTo>
                  <a:lnTo>
                    <a:pt x="592594" y="213360"/>
                  </a:lnTo>
                  <a:lnTo>
                    <a:pt x="592696" y="221361"/>
                  </a:lnTo>
                  <a:lnTo>
                    <a:pt x="592823" y="245364"/>
                  </a:lnTo>
                  <a:lnTo>
                    <a:pt x="592709" y="281940"/>
                  </a:lnTo>
                  <a:lnTo>
                    <a:pt x="592607" y="291465"/>
                  </a:lnTo>
                  <a:lnTo>
                    <a:pt x="592188" y="309118"/>
                  </a:lnTo>
                  <a:lnTo>
                    <a:pt x="591312" y="327660"/>
                  </a:lnTo>
                  <a:lnTo>
                    <a:pt x="612648" y="316992"/>
                  </a:lnTo>
                  <a:lnTo>
                    <a:pt x="612648" y="207264"/>
                  </a:lnTo>
                  <a:lnTo>
                    <a:pt x="673608" y="207264"/>
                  </a:lnTo>
                  <a:lnTo>
                    <a:pt x="673608" y="316992"/>
                  </a:lnTo>
                  <a:lnTo>
                    <a:pt x="693420" y="306324"/>
                  </a:lnTo>
                  <a:lnTo>
                    <a:pt x="692531" y="287680"/>
                  </a:lnTo>
                  <a:lnTo>
                    <a:pt x="692086" y="265747"/>
                  </a:lnTo>
                  <a:lnTo>
                    <a:pt x="691997" y="252984"/>
                  </a:lnTo>
                  <a:lnTo>
                    <a:pt x="691896" y="210312"/>
                  </a:lnTo>
                  <a:lnTo>
                    <a:pt x="695960" y="207264"/>
                  </a:lnTo>
                  <a:lnTo>
                    <a:pt x="704088" y="201168"/>
                  </a:lnTo>
                  <a:close/>
                </a:path>
                <a:path w="853439" h="408939">
                  <a:moveTo>
                    <a:pt x="775716" y="123444"/>
                  </a:moveTo>
                  <a:lnTo>
                    <a:pt x="771550" y="120396"/>
                  </a:lnTo>
                  <a:lnTo>
                    <a:pt x="752856" y="106680"/>
                  </a:lnTo>
                  <a:lnTo>
                    <a:pt x="743712" y="118440"/>
                  </a:lnTo>
                  <a:lnTo>
                    <a:pt x="743712" y="131064"/>
                  </a:lnTo>
                  <a:lnTo>
                    <a:pt x="743712" y="153924"/>
                  </a:lnTo>
                  <a:lnTo>
                    <a:pt x="541020" y="153924"/>
                  </a:lnTo>
                  <a:lnTo>
                    <a:pt x="541020" y="131064"/>
                  </a:lnTo>
                  <a:lnTo>
                    <a:pt x="743712" y="131064"/>
                  </a:lnTo>
                  <a:lnTo>
                    <a:pt x="743712" y="118440"/>
                  </a:lnTo>
                  <a:lnTo>
                    <a:pt x="742188" y="120396"/>
                  </a:lnTo>
                  <a:lnTo>
                    <a:pt x="541020" y="120396"/>
                  </a:lnTo>
                  <a:lnTo>
                    <a:pt x="519684" y="109728"/>
                  </a:lnTo>
                  <a:lnTo>
                    <a:pt x="519684" y="178308"/>
                  </a:lnTo>
                  <a:lnTo>
                    <a:pt x="541020" y="170688"/>
                  </a:lnTo>
                  <a:lnTo>
                    <a:pt x="541020" y="163068"/>
                  </a:lnTo>
                  <a:lnTo>
                    <a:pt x="743712" y="163068"/>
                  </a:lnTo>
                  <a:lnTo>
                    <a:pt x="743712" y="178308"/>
                  </a:lnTo>
                  <a:lnTo>
                    <a:pt x="765048" y="170688"/>
                  </a:lnTo>
                  <a:lnTo>
                    <a:pt x="765048" y="163068"/>
                  </a:lnTo>
                  <a:lnTo>
                    <a:pt x="765048" y="153924"/>
                  </a:lnTo>
                  <a:lnTo>
                    <a:pt x="765048" y="132588"/>
                  </a:lnTo>
                  <a:lnTo>
                    <a:pt x="766826" y="131064"/>
                  </a:lnTo>
                  <a:lnTo>
                    <a:pt x="775716" y="123444"/>
                  </a:lnTo>
                  <a:close/>
                </a:path>
                <a:path w="853439" h="408939">
                  <a:moveTo>
                    <a:pt x="836676" y="56388"/>
                  </a:moveTo>
                  <a:lnTo>
                    <a:pt x="806196" y="22860"/>
                  </a:lnTo>
                  <a:lnTo>
                    <a:pt x="781812" y="45720"/>
                  </a:lnTo>
                  <a:lnTo>
                    <a:pt x="655320" y="45720"/>
                  </a:lnTo>
                  <a:lnTo>
                    <a:pt x="659892" y="39624"/>
                  </a:lnTo>
                  <a:lnTo>
                    <a:pt x="662940" y="35052"/>
                  </a:lnTo>
                  <a:lnTo>
                    <a:pt x="662940" y="25908"/>
                  </a:lnTo>
                  <a:lnTo>
                    <a:pt x="620268" y="0"/>
                  </a:lnTo>
                  <a:lnTo>
                    <a:pt x="617220" y="3048"/>
                  </a:lnTo>
                  <a:lnTo>
                    <a:pt x="626364" y="14224"/>
                  </a:lnTo>
                  <a:lnTo>
                    <a:pt x="633222" y="24955"/>
                  </a:lnTo>
                  <a:lnTo>
                    <a:pt x="637794" y="35420"/>
                  </a:lnTo>
                  <a:lnTo>
                    <a:pt x="640080" y="45720"/>
                  </a:lnTo>
                  <a:lnTo>
                    <a:pt x="457200" y="45720"/>
                  </a:lnTo>
                  <a:lnTo>
                    <a:pt x="472440" y="60960"/>
                  </a:lnTo>
                  <a:lnTo>
                    <a:pt x="482739" y="58966"/>
                  </a:lnTo>
                  <a:lnTo>
                    <a:pt x="493204" y="57531"/>
                  </a:lnTo>
                  <a:lnTo>
                    <a:pt x="503936" y="56680"/>
                  </a:lnTo>
                  <a:lnTo>
                    <a:pt x="515112" y="56388"/>
                  </a:lnTo>
                  <a:lnTo>
                    <a:pt x="519684" y="56388"/>
                  </a:lnTo>
                  <a:lnTo>
                    <a:pt x="519684" y="82296"/>
                  </a:lnTo>
                  <a:lnTo>
                    <a:pt x="510540" y="88392"/>
                  </a:lnTo>
                  <a:lnTo>
                    <a:pt x="530352" y="106680"/>
                  </a:lnTo>
                  <a:lnTo>
                    <a:pt x="541020" y="96012"/>
                  </a:lnTo>
                  <a:lnTo>
                    <a:pt x="787908" y="96012"/>
                  </a:lnTo>
                  <a:lnTo>
                    <a:pt x="777824" y="85344"/>
                  </a:lnTo>
                  <a:lnTo>
                    <a:pt x="762000" y="68580"/>
                  </a:lnTo>
                  <a:lnTo>
                    <a:pt x="740664" y="85344"/>
                  </a:lnTo>
                  <a:lnTo>
                    <a:pt x="541020" y="85344"/>
                  </a:lnTo>
                  <a:lnTo>
                    <a:pt x="541020" y="56388"/>
                  </a:lnTo>
                  <a:lnTo>
                    <a:pt x="836676" y="56388"/>
                  </a:lnTo>
                  <a:close/>
                </a:path>
                <a:path w="853439" h="408939">
                  <a:moveTo>
                    <a:pt x="853440" y="373380"/>
                  </a:moveTo>
                  <a:lnTo>
                    <a:pt x="838390" y="337375"/>
                  </a:lnTo>
                  <a:lnTo>
                    <a:pt x="838200" y="320040"/>
                  </a:lnTo>
                  <a:lnTo>
                    <a:pt x="830580" y="320040"/>
                  </a:lnTo>
                  <a:lnTo>
                    <a:pt x="827532" y="361188"/>
                  </a:lnTo>
                  <a:lnTo>
                    <a:pt x="822960" y="374904"/>
                  </a:lnTo>
                  <a:lnTo>
                    <a:pt x="818388" y="373380"/>
                  </a:lnTo>
                  <a:lnTo>
                    <a:pt x="803148" y="373380"/>
                  </a:lnTo>
                  <a:lnTo>
                    <a:pt x="800100" y="368808"/>
                  </a:lnTo>
                  <a:lnTo>
                    <a:pt x="801624" y="359664"/>
                  </a:lnTo>
                  <a:lnTo>
                    <a:pt x="801624" y="213360"/>
                  </a:lnTo>
                  <a:lnTo>
                    <a:pt x="804062" y="211836"/>
                  </a:lnTo>
                  <a:lnTo>
                    <a:pt x="813816" y="205740"/>
                  </a:lnTo>
                  <a:lnTo>
                    <a:pt x="808532" y="201168"/>
                  </a:lnTo>
                  <a:lnTo>
                    <a:pt x="790956" y="185928"/>
                  </a:lnTo>
                  <a:lnTo>
                    <a:pt x="780288" y="201168"/>
                  </a:lnTo>
                  <a:lnTo>
                    <a:pt x="733044" y="201168"/>
                  </a:lnTo>
                  <a:lnTo>
                    <a:pt x="713232" y="188976"/>
                  </a:lnTo>
                  <a:lnTo>
                    <a:pt x="714121" y="210312"/>
                  </a:lnTo>
                  <a:lnTo>
                    <a:pt x="714565" y="234505"/>
                  </a:lnTo>
                  <a:lnTo>
                    <a:pt x="714679" y="256514"/>
                  </a:lnTo>
                  <a:lnTo>
                    <a:pt x="714641" y="298704"/>
                  </a:lnTo>
                  <a:lnTo>
                    <a:pt x="712470" y="327812"/>
                  </a:lnTo>
                  <a:lnTo>
                    <a:pt x="703326" y="355854"/>
                  </a:lnTo>
                  <a:lnTo>
                    <a:pt x="687324" y="381622"/>
                  </a:lnTo>
                  <a:lnTo>
                    <a:pt x="664464" y="405384"/>
                  </a:lnTo>
                  <a:lnTo>
                    <a:pt x="667512" y="408432"/>
                  </a:lnTo>
                  <a:lnTo>
                    <a:pt x="697242" y="387007"/>
                  </a:lnTo>
                  <a:lnTo>
                    <a:pt x="717994" y="361569"/>
                  </a:lnTo>
                  <a:lnTo>
                    <a:pt x="729869" y="332143"/>
                  </a:lnTo>
                  <a:lnTo>
                    <a:pt x="733044" y="298704"/>
                  </a:lnTo>
                  <a:lnTo>
                    <a:pt x="733044" y="257556"/>
                  </a:lnTo>
                  <a:lnTo>
                    <a:pt x="740473" y="264731"/>
                  </a:lnTo>
                  <a:lnTo>
                    <a:pt x="746760" y="272605"/>
                  </a:lnTo>
                  <a:lnTo>
                    <a:pt x="751903" y="281355"/>
                  </a:lnTo>
                  <a:lnTo>
                    <a:pt x="755904" y="291084"/>
                  </a:lnTo>
                  <a:lnTo>
                    <a:pt x="758952" y="300228"/>
                  </a:lnTo>
                  <a:lnTo>
                    <a:pt x="762000" y="304800"/>
                  </a:lnTo>
                  <a:lnTo>
                    <a:pt x="765048" y="304800"/>
                  </a:lnTo>
                  <a:lnTo>
                    <a:pt x="769620" y="297180"/>
                  </a:lnTo>
                  <a:lnTo>
                    <a:pt x="774192" y="294132"/>
                  </a:lnTo>
                  <a:lnTo>
                    <a:pt x="775716" y="289560"/>
                  </a:lnTo>
                  <a:lnTo>
                    <a:pt x="775652" y="281749"/>
                  </a:lnTo>
                  <a:lnTo>
                    <a:pt x="774192" y="277368"/>
                  </a:lnTo>
                  <a:lnTo>
                    <a:pt x="733044" y="249936"/>
                  </a:lnTo>
                  <a:lnTo>
                    <a:pt x="733044" y="211836"/>
                  </a:lnTo>
                  <a:lnTo>
                    <a:pt x="781812" y="211836"/>
                  </a:lnTo>
                  <a:lnTo>
                    <a:pt x="781812" y="367284"/>
                  </a:lnTo>
                  <a:lnTo>
                    <a:pt x="783234" y="378167"/>
                  </a:lnTo>
                  <a:lnTo>
                    <a:pt x="787527" y="385762"/>
                  </a:lnTo>
                  <a:lnTo>
                    <a:pt x="794664" y="390220"/>
                  </a:lnTo>
                  <a:lnTo>
                    <a:pt x="804672" y="391668"/>
                  </a:lnTo>
                  <a:lnTo>
                    <a:pt x="830580" y="391668"/>
                  </a:lnTo>
                  <a:lnTo>
                    <a:pt x="837145" y="390525"/>
                  </a:lnTo>
                  <a:lnTo>
                    <a:pt x="843153" y="387096"/>
                  </a:lnTo>
                  <a:lnTo>
                    <a:pt x="848575" y="381381"/>
                  </a:lnTo>
                  <a:lnTo>
                    <a:pt x="852512" y="374904"/>
                  </a:lnTo>
                  <a:lnTo>
                    <a:pt x="853440" y="37338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31" name="object 31"/>
          <p:cNvSpPr/>
          <p:nvPr/>
        </p:nvSpPr>
        <p:spPr>
          <a:xfrm>
            <a:off x="4770119" y="4291583"/>
            <a:ext cx="356870" cy="402590"/>
          </a:xfrm>
          <a:custGeom>
            <a:avLst/>
            <a:gdLst/>
            <a:ahLst/>
            <a:cxnLst/>
            <a:rect l="l" t="t" r="r" b="b"/>
            <a:pathLst>
              <a:path w="356870" h="402589">
                <a:moveTo>
                  <a:pt x="53340" y="91440"/>
                </a:moveTo>
                <a:lnTo>
                  <a:pt x="42672" y="91440"/>
                </a:lnTo>
                <a:lnTo>
                  <a:pt x="50696" y="63436"/>
                </a:lnTo>
                <a:lnTo>
                  <a:pt x="56578" y="38862"/>
                </a:lnTo>
                <a:lnTo>
                  <a:pt x="60459" y="17716"/>
                </a:lnTo>
                <a:lnTo>
                  <a:pt x="62484" y="0"/>
                </a:lnTo>
                <a:lnTo>
                  <a:pt x="100584" y="21336"/>
                </a:lnTo>
                <a:lnTo>
                  <a:pt x="90844" y="29075"/>
                </a:lnTo>
                <a:lnTo>
                  <a:pt x="79819" y="43243"/>
                </a:lnTo>
                <a:lnTo>
                  <a:pt x="67365" y="63984"/>
                </a:lnTo>
                <a:lnTo>
                  <a:pt x="53340" y="91440"/>
                </a:lnTo>
                <a:close/>
              </a:path>
              <a:path w="356870" h="402589">
                <a:moveTo>
                  <a:pt x="147828" y="192024"/>
                </a:moveTo>
                <a:lnTo>
                  <a:pt x="141732" y="187452"/>
                </a:lnTo>
                <a:lnTo>
                  <a:pt x="158877" y="160829"/>
                </a:lnTo>
                <a:lnTo>
                  <a:pt x="173736" y="135636"/>
                </a:lnTo>
                <a:lnTo>
                  <a:pt x="196596" y="88392"/>
                </a:lnTo>
                <a:lnTo>
                  <a:pt x="211264" y="45529"/>
                </a:lnTo>
                <a:lnTo>
                  <a:pt x="222503" y="1524"/>
                </a:lnTo>
                <a:lnTo>
                  <a:pt x="260603" y="24384"/>
                </a:lnTo>
                <a:lnTo>
                  <a:pt x="252626" y="32361"/>
                </a:lnTo>
                <a:lnTo>
                  <a:pt x="242506" y="47053"/>
                </a:lnTo>
                <a:lnTo>
                  <a:pt x="230385" y="68318"/>
                </a:lnTo>
                <a:lnTo>
                  <a:pt x="216408" y="96012"/>
                </a:lnTo>
                <a:lnTo>
                  <a:pt x="348996" y="96012"/>
                </a:lnTo>
                <a:lnTo>
                  <a:pt x="356616" y="103632"/>
                </a:lnTo>
                <a:lnTo>
                  <a:pt x="352425" y="106680"/>
                </a:lnTo>
                <a:lnTo>
                  <a:pt x="213360" y="106680"/>
                </a:lnTo>
                <a:lnTo>
                  <a:pt x="197334" y="130944"/>
                </a:lnTo>
                <a:lnTo>
                  <a:pt x="181165" y="153352"/>
                </a:lnTo>
                <a:lnTo>
                  <a:pt x="164711" y="173759"/>
                </a:lnTo>
                <a:lnTo>
                  <a:pt x="147828" y="192024"/>
                </a:lnTo>
                <a:close/>
              </a:path>
              <a:path w="356870" h="402589">
                <a:moveTo>
                  <a:pt x="146304" y="91440"/>
                </a:moveTo>
                <a:lnTo>
                  <a:pt x="111252" y="91440"/>
                </a:lnTo>
                <a:lnTo>
                  <a:pt x="128016" y="73152"/>
                </a:lnTo>
                <a:lnTo>
                  <a:pt x="146304" y="91440"/>
                </a:lnTo>
                <a:close/>
              </a:path>
              <a:path w="356870" h="402589">
                <a:moveTo>
                  <a:pt x="0" y="397764"/>
                </a:moveTo>
                <a:lnTo>
                  <a:pt x="834" y="359664"/>
                </a:lnTo>
                <a:lnTo>
                  <a:pt x="935" y="352615"/>
                </a:lnTo>
                <a:lnTo>
                  <a:pt x="1333" y="316992"/>
                </a:lnTo>
                <a:lnTo>
                  <a:pt x="1430" y="178308"/>
                </a:lnTo>
                <a:lnTo>
                  <a:pt x="1316" y="153352"/>
                </a:lnTo>
                <a:lnTo>
                  <a:pt x="893" y="115824"/>
                </a:lnTo>
                <a:lnTo>
                  <a:pt x="0" y="74676"/>
                </a:lnTo>
                <a:lnTo>
                  <a:pt x="25908" y="91440"/>
                </a:lnTo>
                <a:lnTo>
                  <a:pt x="146304" y="91440"/>
                </a:lnTo>
                <a:lnTo>
                  <a:pt x="153924" y="99060"/>
                </a:lnTo>
                <a:lnTo>
                  <a:pt x="151828" y="100584"/>
                </a:lnTo>
                <a:lnTo>
                  <a:pt x="24384" y="100584"/>
                </a:lnTo>
                <a:lnTo>
                  <a:pt x="24384" y="211836"/>
                </a:lnTo>
                <a:lnTo>
                  <a:pt x="137205" y="211836"/>
                </a:lnTo>
                <a:lnTo>
                  <a:pt x="137219" y="222504"/>
                </a:lnTo>
                <a:lnTo>
                  <a:pt x="24384" y="222504"/>
                </a:lnTo>
                <a:lnTo>
                  <a:pt x="24384" y="344424"/>
                </a:lnTo>
                <a:lnTo>
                  <a:pt x="137914" y="344424"/>
                </a:lnTo>
                <a:lnTo>
                  <a:pt x="137940" y="346850"/>
                </a:lnTo>
                <a:lnTo>
                  <a:pt x="138137" y="355092"/>
                </a:lnTo>
                <a:lnTo>
                  <a:pt x="24384" y="355092"/>
                </a:lnTo>
                <a:lnTo>
                  <a:pt x="24384" y="384048"/>
                </a:lnTo>
                <a:lnTo>
                  <a:pt x="0" y="397764"/>
                </a:lnTo>
                <a:close/>
              </a:path>
              <a:path w="356870" h="402589">
                <a:moveTo>
                  <a:pt x="348996" y="96012"/>
                </a:moveTo>
                <a:lnTo>
                  <a:pt x="310896" y="96012"/>
                </a:lnTo>
                <a:lnTo>
                  <a:pt x="330708" y="77724"/>
                </a:lnTo>
                <a:lnTo>
                  <a:pt x="348996" y="96012"/>
                </a:lnTo>
                <a:close/>
              </a:path>
              <a:path w="356870" h="402589">
                <a:moveTo>
                  <a:pt x="137205" y="211836"/>
                </a:moveTo>
                <a:lnTo>
                  <a:pt x="114300" y="211836"/>
                </a:lnTo>
                <a:lnTo>
                  <a:pt x="114300" y="100584"/>
                </a:lnTo>
                <a:lnTo>
                  <a:pt x="151828" y="100584"/>
                </a:lnTo>
                <a:lnTo>
                  <a:pt x="137160" y="111252"/>
                </a:lnTo>
                <a:lnTo>
                  <a:pt x="137205" y="211836"/>
                </a:lnTo>
                <a:close/>
              </a:path>
              <a:path w="356870" h="402589">
                <a:moveTo>
                  <a:pt x="326582" y="359664"/>
                </a:moveTo>
                <a:lnTo>
                  <a:pt x="283464" y="359664"/>
                </a:lnTo>
                <a:lnTo>
                  <a:pt x="291750" y="357925"/>
                </a:lnTo>
                <a:lnTo>
                  <a:pt x="298323" y="352615"/>
                </a:lnTo>
                <a:lnTo>
                  <a:pt x="308586" y="305562"/>
                </a:lnTo>
                <a:lnTo>
                  <a:pt x="310705" y="259842"/>
                </a:lnTo>
                <a:lnTo>
                  <a:pt x="312539" y="193548"/>
                </a:lnTo>
                <a:lnTo>
                  <a:pt x="313944" y="106680"/>
                </a:lnTo>
                <a:lnTo>
                  <a:pt x="352425" y="106680"/>
                </a:lnTo>
                <a:lnTo>
                  <a:pt x="339852" y="115824"/>
                </a:lnTo>
                <a:lnTo>
                  <a:pt x="338800" y="186976"/>
                </a:lnTo>
                <a:lnTo>
                  <a:pt x="338521" y="199644"/>
                </a:lnTo>
                <a:lnTo>
                  <a:pt x="337291" y="250155"/>
                </a:lnTo>
                <a:lnTo>
                  <a:pt x="335462" y="296107"/>
                </a:lnTo>
                <a:lnTo>
                  <a:pt x="330708" y="345948"/>
                </a:lnTo>
                <a:lnTo>
                  <a:pt x="327214" y="357925"/>
                </a:lnTo>
                <a:lnTo>
                  <a:pt x="326582" y="359664"/>
                </a:lnTo>
                <a:close/>
              </a:path>
              <a:path w="356870" h="402589">
                <a:moveTo>
                  <a:pt x="231648" y="269748"/>
                </a:moveTo>
                <a:lnTo>
                  <a:pt x="228600" y="269748"/>
                </a:lnTo>
                <a:lnTo>
                  <a:pt x="225456" y="268295"/>
                </a:lnTo>
                <a:lnTo>
                  <a:pt x="222885" y="263842"/>
                </a:lnTo>
                <a:lnTo>
                  <a:pt x="220884" y="256246"/>
                </a:lnTo>
                <a:lnTo>
                  <a:pt x="219456" y="245364"/>
                </a:lnTo>
                <a:lnTo>
                  <a:pt x="214884" y="228242"/>
                </a:lnTo>
                <a:lnTo>
                  <a:pt x="208026" y="211264"/>
                </a:lnTo>
                <a:lnTo>
                  <a:pt x="198882" y="194571"/>
                </a:lnTo>
                <a:lnTo>
                  <a:pt x="187452" y="178308"/>
                </a:lnTo>
                <a:lnTo>
                  <a:pt x="190500" y="172212"/>
                </a:lnTo>
                <a:lnTo>
                  <a:pt x="224028" y="199644"/>
                </a:lnTo>
                <a:lnTo>
                  <a:pt x="246888" y="236220"/>
                </a:lnTo>
                <a:lnTo>
                  <a:pt x="246888" y="248412"/>
                </a:lnTo>
                <a:lnTo>
                  <a:pt x="243840" y="256032"/>
                </a:lnTo>
                <a:lnTo>
                  <a:pt x="239267" y="260603"/>
                </a:lnTo>
                <a:lnTo>
                  <a:pt x="234696" y="266700"/>
                </a:lnTo>
                <a:lnTo>
                  <a:pt x="231648" y="269748"/>
                </a:lnTo>
                <a:close/>
              </a:path>
              <a:path w="356870" h="402589">
                <a:moveTo>
                  <a:pt x="137914" y="344424"/>
                </a:moveTo>
                <a:lnTo>
                  <a:pt x="114300" y="344424"/>
                </a:lnTo>
                <a:lnTo>
                  <a:pt x="114300" y="222504"/>
                </a:lnTo>
                <a:lnTo>
                  <a:pt x="137219" y="222504"/>
                </a:lnTo>
                <a:lnTo>
                  <a:pt x="137337" y="269748"/>
                </a:lnTo>
                <a:lnTo>
                  <a:pt x="137498" y="305562"/>
                </a:lnTo>
                <a:lnTo>
                  <a:pt x="137914" y="344424"/>
                </a:lnTo>
                <a:close/>
              </a:path>
              <a:path w="356870" h="402589">
                <a:moveTo>
                  <a:pt x="277367" y="402336"/>
                </a:moveTo>
                <a:lnTo>
                  <a:pt x="271129" y="389453"/>
                </a:lnTo>
                <a:lnTo>
                  <a:pt x="259461" y="378142"/>
                </a:lnTo>
                <a:lnTo>
                  <a:pt x="242589" y="368236"/>
                </a:lnTo>
                <a:lnTo>
                  <a:pt x="220979" y="359664"/>
                </a:lnTo>
                <a:lnTo>
                  <a:pt x="220979" y="352044"/>
                </a:lnTo>
                <a:lnTo>
                  <a:pt x="241030" y="355163"/>
                </a:lnTo>
                <a:lnTo>
                  <a:pt x="257937" y="357568"/>
                </a:lnTo>
                <a:lnTo>
                  <a:pt x="271986" y="359116"/>
                </a:lnTo>
                <a:lnTo>
                  <a:pt x="283464" y="359664"/>
                </a:lnTo>
                <a:lnTo>
                  <a:pt x="326582" y="359664"/>
                </a:lnTo>
                <a:lnTo>
                  <a:pt x="323456" y="368260"/>
                </a:lnTo>
                <a:lnTo>
                  <a:pt x="289023" y="397764"/>
                </a:lnTo>
                <a:lnTo>
                  <a:pt x="277367" y="402336"/>
                </a:lnTo>
                <a:close/>
              </a:path>
              <a:path w="356870" h="402589">
                <a:moveTo>
                  <a:pt x="114300" y="391668"/>
                </a:moveTo>
                <a:lnTo>
                  <a:pt x="114300" y="355092"/>
                </a:lnTo>
                <a:lnTo>
                  <a:pt x="138137" y="355092"/>
                </a:lnTo>
                <a:lnTo>
                  <a:pt x="138684" y="377952"/>
                </a:lnTo>
                <a:lnTo>
                  <a:pt x="114300" y="39166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" name="object 32"/>
          <p:cNvSpPr/>
          <p:nvPr/>
        </p:nvSpPr>
        <p:spPr>
          <a:xfrm>
            <a:off x="5181600" y="4291584"/>
            <a:ext cx="405765" cy="407034"/>
          </a:xfrm>
          <a:custGeom>
            <a:avLst/>
            <a:gdLst/>
            <a:ahLst/>
            <a:cxnLst/>
            <a:rect l="l" t="t" r="r" b="b"/>
            <a:pathLst>
              <a:path w="405764" h="407035">
                <a:moveTo>
                  <a:pt x="15240" y="134112"/>
                </a:moveTo>
                <a:lnTo>
                  <a:pt x="12192" y="129540"/>
                </a:lnTo>
                <a:lnTo>
                  <a:pt x="27384" y="114395"/>
                </a:lnTo>
                <a:lnTo>
                  <a:pt x="41148" y="98679"/>
                </a:lnTo>
                <a:lnTo>
                  <a:pt x="65532" y="65532"/>
                </a:lnTo>
                <a:lnTo>
                  <a:pt x="83820" y="31051"/>
                </a:lnTo>
                <a:lnTo>
                  <a:pt x="97536" y="0"/>
                </a:lnTo>
                <a:lnTo>
                  <a:pt x="129540" y="22860"/>
                </a:lnTo>
                <a:lnTo>
                  <a:pt x="100012" y="52768"/>
                </a:lnTo>
                <a:lnTo>
                  <a:pt x="96012" y="57912"/>
                </a:lnTo>
                <a:lnTo>
                  <a:pt x="209854" y="57912"/>
                </a:lnTo>
                <a:lnTo>
                  <a:pt x="219456" y="68580"/>
                </a:lnTo>
                <a:lnTo>
                  <a:pt x="89916" y="68580"/>
                </a:lnTo>
                <a:lnTo>
                  <a:pt x="82772" y="76795"/>
                </a:lnTo>
                <a:lnTo>
                  <a:pt x="75057" y="85153"/>
                </a:lnTo>
                <a:lnTo>
                  <a:pt x="66770" y="93225"/>
                </a:lnTo>
                <a:lnTo>
                  <a:pt x="57912" y="100584"/>
                </a:lnTo>
                <a:lnTo>
                  <a:pt x="49315" y="108823"/>
                </a:lnTo>
                <a:lnTo>
                  <a:pt x="39433" y="117348"/>
                </a:lnTo>
                <a:lnTo>
                  <a:pt x="28122" y="125872"/>
                </a:lnTo>
                <a:lnTo>
                  <a:pt x="15240" y="134112"/>
                </a:lnTo>
                <a:close/>
              </a:path>
              <a:path w="405764" h="407035">
                <a:moveTo>
                  <a:pt x="204216" y="108204"/>
                </a:moveTo>
                <a:lnTo>
                  <a:pt x="199644" y="103632"/>
                </a:lnTo>
                <a:lnTo>
                  <a:pt x="209645" y="90797"/>
                </a:lnTo>
                <a:lnTo>
                  <a:pt x="219075" y="77533"/>
                </a:lnTo>
                <a:lnTo>
                  <a:pt x="242744" y="36242"/>
                </a:lnTo>
                <a:lnTo>
                  <a:pt x="256031" y="1524"/>
                </a:lnTo>
                <a:lnTo>
                  <a:pt x="286512" y="24384"/>
                </a:lnTo>
                <a:lnTo>
                  <a:pt x="258484" y="51911"/>
                </a:lnTo>
                <a:lnTo>
                  <a:pt x="254508" y="57912"/>
                </a:lnTo>
                <a:lnTo>
                  <a:pt x="381508" y="57912"/>
                </a:lnTo>
                <a:lnTo>
                  <a:pt x="391668" y="68580"/>
                </a:lnTo>
                <a:lnTo>
                  <a:pt x="248412" y="68580"/>
                </a:lnTo>
                <a:lnTo>
                  <a:pt x="239577" y="77985"/>
                </a:lnTo>
                <a:lnTo>
                  <a:pt x="229171" y="87820"/>
                </a:lnTo>
                <a:lnTo>
                  <a:pt x="217336" y="97940"/>
                </a:lnTo>
                <a:lnTo>
                  <a:pt x="204216" y="108204"/>
                </a:lnTo>
                <a:close/>
              </a:path>
              <a:path w="405764" h="407035">
                <a:moveTo>
                  <a:pt x="381508" y="57912"/>
                </a:moveTo>
                <a:lnTo>
                  <a:pt x="341376" y="57912"/>
                </a:lnTo>
                <a:lnTo>
                  <a:pt x="361188" y="36576"/>
                </a:lnTo>
                <a:lnTo>
                  <a:pt x="381508" y="57912"/>
                </a:lnTo>
                <a:close/>
              </a:path>
              <a:path w="405764" h="407035">
                <a:moveTo>
                  <a:pt x="209854" y="57912"/>
                </a:moveTo>
                <a:lnTo>
                  <a:pt x="172212" y="57912"/>
                </a:lnTo>
                <a:lnTo>
                  <a:pt x="192024" y="38100"/>
                </a:lnTo>
                <a:lnTo>
                  <a:pt x="209854" y="57912"/>
                </a:lnTo>
                <a:close/>
              </a:path>
              <a:path w="405764" h="407035">
                <a:moveTo>
                  <a:pt x="144780" y="128016"/>
                </a:moveTo>
                <a:lnTo>
                  <a:pt x="138684" y="128016"/>
                </a:lnTo>
                <a:lnTo>
                  <a:pt x="137160" y="123444"/>
                </a:lnTo>
                <a:lnTo>
                  <a:pt x="135636" y="117348"/>
                </a:lnTo>
                <a:lnTo>
                  <a:pt x="134207" y="109632"/>
                </a:lnTo>
                <a:lnTo>
                  <a:pt x="132207" y="102489"/>
                </a:lnTo>
                <a:lnTo>
                  <a:pt x="129635" y="95916"/>
                </a:lnTo>
                <a:lnTo>
                  <a:pt x="126492" y="89916"/>
                </a:lnTo>
                <a:lnTo>
                  <a:pt x="123444" y="82296"/>
                </a:lnTo>
                <a:lnTo>
                  <a:pt x="118872" y="74676"/>
                </a:lnTo>
                <a:lnTo>
                  <a:pt x="112776" y="68580"/>
                </a:lnTo>
                <a:lnTo>
                  <a:pt x="123444" y="68580"/>
                </a:lnTo>
                <a:lnTo>
                  <a:pt x="130254" y="73175"/>
                </a:lnTo>
                <a:lnTo>
                  <a:pt x="136863" y="77985"/>
                </a:lnTo>
                <a:lnTo>
                  <a:pt x="142732" y="82938"/>
                </a:lnTo>
                <a:lnTo>
                  <a:pt x="147828" y="88392"/>
                </a:lnTo>
                <a:lnTo>
                  <a:pt x="155448" y="96012"/>
                </a:lnTo>
                <a:lnTo>
                  <a:pt x="158496" y="103632"/>
                </a:lnTo>
                <a:lnTo>
                  <a:pt x="156995" y="109632"/>
                </a:lnTo>
                <a:lnTo>
                  <a:pt x="156972" y="117348"/>
                </a:lnTo>
                <a:lnTo>
                  <a:pt x="155448" y="121920"/>
                </a:lnTo>
                <a:lnTo>
                  <a:pt x="150876" y="123444"/>
                </a:lnTo>
                <a:lnTo>
                  <a:pt x="147828" y="126492"/>
                </a:lnTo>
                <a:lnTo>
                  <a:pt x="144780" y="128016"/>
                </a:lnTo>
                <a:close/>
              </a:path>
              <a:path w="405764" h="407035">
                <a:moveTo>
                  <a:pt x="300228" y="131064"/>
                </a:moveTo>
                <a:lnTo>
                  <a:pt x="297179" y="128016"/>
                </a:lnTo>
                <a:lnTo>
                  <a:pt x="295655" y="118872"/>
                </a:lnTo>
                <a:lnTo>
                  <a:pt x="294227" y="112037"/>
                </a:lnTo>
                <a:lnTo>
                  <a:pt x="292227" y="105346"/>
                </a:lnTo>
                <a:lnTo>
                  <a:pt x="289655" y="98940"/>
                </a:lnTo>
                <a:lnTo>
                  <a:pt x="286512" y="92964"/>
                </a:lnTo>
                <a:lnTo>
                  <a:pt x="283916" y="87225"/>
                </a:lnTo>
                <a:lnTo>
                  <a:pt x="280606" y="81343"/>
                </a:lnTo>
                <a:lnTo>
                  <a:pt x="276439" y="75176"/>
                </a:lnTo>
                <a:lnTo>
                  <a:pt x="271272" y="68580"/>
                </a:lnTo>
                <a:lnTo>
                  <a:pt x="280416" y="68580"/>
                </a:lnTo>
                <a:lnTo>
                  <a:pt x="316992" y="96012"/>
                </a:lnTo>
                <a:lnTo>
                  <a:pt x="318516" y="103632"/>
                </a:lnTo>
                <a:lnTo>
                  <a:pt x="316992" y="111252"/>
                </a:lnTo>
                <a:lnTo>
                  <a:pt x="313943" y="118872"/>
                </a:lnTo>
                <a:lnTo>
                  <a:pt x="310896" y="123444"/>
                </a:lnTo>
                <a:lnTo>
                  <a:pt x="304800" y="128016"/>
                </a:lnTo>
                <a:lnTo>
                  <a:pt x="300228" y="131064"/>
                </a:lnTo>
                <a:close/>
              </a:path>
              <a:path w="405764" h="407035">
                <a:moveTo>
                  <a:pt x="217932" y="149352"/>
                </a:moveTo>
                <a:lnTo>
                  <a:pt x="195072" y="149352"/>
                </a:lnTo>
                <a:lnTo>
                  <a:pt x="195031" y="137160"/>
                </a:lnTo>
                <a:lnTo>
                  <a:pt x="194908" y="129540"/>
                </a:lnTo>
                <a:lnTo>
                  <a:pt x="194788" y="125872"/>
                </a:lnTo>
                <a:lnTo>
                  <a:pt x="194457" y="118872"/>
                </a:lnTo>
                <a:lnTo>
                  <a:pt x="194333" y="117348"/>
                </a:lnTo>
                <a:lnTo>
                  <a:pt x="193548" y="109728"/>
                </a:lnTo>
                <a:lnTo>
                  <a:pt x="230124" y="124968"/>
                </a:lnTo>
                <a:lnTo>
                  <a:pt x="217932" y="137160"/>
                </a:lnTo>
                <a:lnTo>
                  <a:pt x="217932" y="149352"/>
                </a:lnTo>
                <a:close/>
              </a:path>
              <a:path w="405764" h="407035">
                <a:moveTo>
                  <a:pt x="27432" y="166116"/>
                </a:moveTo>
                <a:lnTo>
                  <a:pt x="12192" y="149352"/>
                </a:lnTo>
                <a:lnTo>
                  <a:pt x="335280" y="149352"/>
                </a:lnTo>
                <a:lnTo>
                  <a:pt x="362712" y="123444"/>
                </a:lnTo>
                <a:lnTo>
                  <a:pt x="397764" y="160019"/>
                </a:lnTo>
                <a:lnTo>
                  <a:pt x="70104" y="160019"/>
                </a:lnTo>
                <a:lnTo>
                  <a:pt x="58935" y="160329"/>
                </a:lnTo>
                <a:lnTo>
                  <a:pt x="48196" y="161353"/>
                </a:lnTo>
                <a:lnTo>
                  <a:pt x="37742" y="163234"/>
                </a:lnTo>
                <a:lnTo>
                  <a:pt x="27432" y="166116"/>
                </a:lnTo>
                <a:close/>
              </a:path>
              <a:path w="405764" h="407035">
                <a:moveTo>
                  <a:pt x="217932" y="198119"/>
                </a:moveTo>
                <a:lnTo>
                  <a:pt x="195072" y="198119"/>
                </a:lnTo>
                <a:lnTo>
                  <a:pt x="195072" y="160019"/>
                </a:lnTo>
                <a:lnTo>
                  <a:pt x="217932" y="160019"/>
                </a:lnTo>
                <a:lnTo>
                  <a:pt x="217932" y="198119"/>
                </a:lnTo>
                <a:close/>
              </a:path>
              <a:path w="405764" h="407035">
                <a:moveTo>
                  <a:pt x="343306" y="198119"/>
                </a:moveTo>
                <a:lnTo>
                  <a:pt x="309372" y="198119"/>
                </a:lnTo>
                <a:lnTo>
                  <a:pt x="327660" y="181356"/>
                </a:lnTo>
                <a:lnTo>
                  <a:pt x="343306" y="198119"/>
                </a:lnTo>
                <a:close/>
              </a:path>
              <a:path w="405764" h="407035">
                <a:moveTo>
                  <a:pt x="73152" y="307848"/>
                </a:moveTo>
                <a:lnTo>
                  <a:pt x="74652" y="231147"/>
                </a:lnTo>
                <a:lnTo>
                  <a:pt x="74485" y="215836"/>
                </a:lnTo>
                <a:lnTo>
                  <a:pt x="74033" y="200810"/>
                </a:lnTo>
                <a:lnTo>
                  <a:pt x="73152" y="185928"/>
                </a:lnTo>
                <a:lnTo>
                  <a:pt x="97536" y="198119"/>
                </a:lnTo>
                <a:lnTo>
                  <a:pt x="343306" y="198119"/>
                </a:lnTo>
                <a:lnTo>
                  <a:pt x="348996" y="204216"/>
                </a:lnTo>
                <a:lnTo>
                  <a:pt x="343117" y="208788"/>
                </a:lnTo>
                <a:lnTo>
                  <a:pt x="97536" y="208788"/>
                </a:lnTo>
                <a:lnTo>
                  <a:pt x="97536" y="297180"/>
                </a:lnTo>
                <a:lnTo>
                  <a:pt x="73152" y="307848"/>
                </a:lnTo>
                <a:close/>
              </a:path>
              <a:path w="405764" h="407035">
                <a:moveTo>
                  <a:pt x="1524" y="397763"/>
                </a:moveTo>
                <a:lnTo>
                  <a:pt x="0" y="391668"/>
                </a:lnTo>
                <a:lnTo>
                  <a:pt x="30003" y="376499"/>
                </a:lnTo>
                <a:lnTo>
                  <a:pt x="58293" y="360616"/>
                </a:lnTo>
                <a:lnTo>
                  <a:pt x="109728" y="326136"/>
                </a:lnTo>
                <a:lnTo>
                  <a:pt x="155257" y="286321"/>
                </a:lnTo>
                <a:lnTo>
                  <a:pt x="195072" y="240792"/>
                </a:lnTo>
                <a:lnTo>
                  <a:pt x="195072" y="208788"/>
                </a:lnTo>
                <a:lnTo>
                  <a:pt x="217932" y="208788"/>
                </a:lnTo>
                <a:lnTo>
                  <a:pt x="217932" y="251460"/>
                </a:lnTo>
                <a:lnTo>
                  <a:pt x="229395" y="265176"/>
                </a:lnTo>
                <a:lnTo>
                  <a:pt x="217932" y="265176"/>
                </a:lnTo>
                <a:lnTo>
                  <a:pt x="217932" y="275843"/>
                </a:lnTo>
                <a:lnTo>
                  <a:pt x="195072" y="275843"/>
                </a:lnTo>
                <a:lnTo>
                  <a:pt x="175902" y="294965"/>
                </a:lnTo>
                <a:lnTo>
                  <a:pt x="131849" y="330922"/>
                </a:lnTo>
                <a:lnTo>
                  <a:pt x="80391" y="362616"/>
                </a:lnTo>
                <a:lnTo>
                  <a:pt x="27813" y="387762"/>
                </a:lnTo>
                <a:lnTo>
                  <a:pt x="1524" y="397763"/>
                </a:lnTo>
                <a:close/>
              </a:path>
              <a:path w="405764" h="407035">
                <a:moveTo>
                  <a:pt x="335280" y="271272"/>
                </a:moveTo>
                <a:lnTo>
                  <a:pt x="306324" y="271272"/>
                </a:lnTo>
                <a:lnTo>
                  <a:pt x="310896" y="269748"/>
                </a:lnTo>
                <a:lnTo>
                  <a:pt x="312419" y="265176"/>
                </a:lnTo>
                <a:lnTo>
                  <a:pt x="312419" y="208788"/>
                </a:lnTo>
                <a:lnTo>
                  <a:pt x="343117" y="208788"/>
                </a:lnTo>
                <a:lnTo>
                  <a:pt x="335280" y="214883"/>
                </a:lnTo>
                <a:lnTo>
                  <a:pt x="335280" y="271272"/>
                </a:lnTo>
                <a:close/>
              </a:path>
              <a:path w="405764" h="407035">
                <a:moveTo>
                  <a:pt x="370332" y="388620"/>
                </a:moveTo>
                <a:lnTo>
                  <a:pt x="331327" y="370403"/>
                </a:lnTo>
                <a:lnTo>
                  <a:pt x="292798" y="345567"/>
                </a:lnTo>
                <a:lnTo>
                  <a:pt x="256508" y="313824"/>
                </a:lnTo>
                <a:lnTo>
                  <a:pt x="231344" y="283464"/>
                </a:lnTo>
                <a:lnTo>
                  <a:pt x="217932" y="265176"/>
                </a:lnTo>
                <a:lnTo>
                  <a:pt x="229395" y="265176"/>
                </a:lnTo>
                <a:lnTo>
                  <a:pt x="234172" y="270891"/>
                </a:lnTo>
                <a:lnTo>
                  <a:pt x="250698" y="288036"/>
                </a:lnTo>
                <a:lnTo>
                  <a:pt x="283464" y="315467"/>
                </a:lnTo>
                <a:lnTo>
                  <a:pt x="329541" y="340756"/>
                </a:lnTo>
                <a:lnTo>
                  <a:pt x="372427" y="353758"/>
                </a:lnTo>
                <a:lnTo>
                  <a:pt x="405384" y="358139"/>
                </a:lnTo>
                <a:lnTo>
                  <a:pt x="405384" y="364236"/>
                </a:lnTo>
                <a:lnTo>
                  <a:pt x="391977" y="368260"/>
                </a:lnTo>
                <a:lnTo>
                  <a:pt x="381571" y="373570"/>
                </a:lnTo>
                <a:lnTo>
                  <a:pt x="374308" y="380309"/>
                </a:lnTo>
                <a:lnTo>
                  <a:pt x="370332" y="388620"/>
                </a:lnTo>
                <a:close/>
              </a:path>
              <a:path w="405764" h="407035">
                <a:moveTo>
                  <a:pt x="306324" y="304800"/>
                </a:moveTo>
                <a:lnTo>
                  <a:pt x="299180" y="294227"/>
                </a:lnTo>
                <a:lnTo>
                  <a:pt x="289179" y="285369"/>
                </a:lnTo>
                <a:lnTo>
                  <a:pt x="276320" y="278225"/>
                </a:lnTo>
                <a:lnTo>
                  <a:pt x="260604" y="272795"/>
                </a:lnTo>
                <a:lnTo>
                  <a:pt x="260604" y="266700"/>
                </a:lnTo>
                <a:lnTo>
                  <a:pt x="272915" y="267819"/>
                </a:lnTo>
                <a:lnTo>
                  <a:pt x="289536" y="269486"/>
                </a:lnTo>
                <a:lnTo>
                  <a:pt x="294131" y="269748"/>
                </a:lnTo>
                <a:lnTo>
                  <a:pt x="297179" y="271272"/>
                </a:lnTo>
                <a:lnTo>
                  <a:pt x="335280" y="271272"/>
                </a:lnTo>
                <a:lnTo>
                  <a:pt x="335280" y="274319"/>
                </a:lnTo>
                <a:lnTo>
                  <a:pt x="314848" y="300251"/>
                </a:lnTo>
                <a:lnTo>
                  <a:pt x="306324" y="304800"/>
                </a:lnTo>
                <a:close/>
              </a:path>
              <a:path w="405764" h="407035">
                <a:moveTo>
                  <a:pt x="193548" y="406908"/>
                </a:moveTo>
                <a:lnTo>
                  <a:pt x="193786" y="384619"/>
                </a:lnTo>
                <a:lnTo>
                  <a:pt x="194361" y="364236"/>
                </a:lnTo>
                <a:lnTo>
                  <a:pt x="194836" y="350210"/>
                </a:lnTo>
                <a:lnTo>
                  <a:pt x="194961" y="343876"/>
                </a:lnTo>
                <a:lnTo>
                  <a:pt x="195072" y="275843"/>
                </a:lnTo>
                <a:lnTo>
                  <a:pt x="217932" y="275843"/>
                </a:lnTo>
                <a:lnTo>
                  <a:pt x="218031" y="370403"/>
                </a:lnTo>
                <a:lnTo>
                  <a:pt x="218140" y="376047"/>
                </a:lnTo>
                <a:lnTo>
                  <a:pt x="218574" y="385333"/>
                </a:lnTo>
                <a:lnTo>
                  <a:pt x="219456" y="394716"/>
                </a:lnTo>
                <a:lnTo>
                  <a:pt x="193548" y="40690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" name="object 33"/>
          <p:cNvSpPr/>
          <p:nvPr/>
        </p:nvSpPr>
        <p:spPr>
          <a:xfrm>
            <a:off x="5641847" y="4291584"/>
            <a:ext cx="390525" cy="405765"/>
          </a:xfrm>
          <a:custGeom>
            <a:avLst/>
            <a:gdLst/>
            <a:ahLst/>
            <a:cxnLst/>
            <a:rect l="l" t="t" r="r" b="b"/>
            <a:pathLst>
              <a:path w="390525" h="405764">
                <a:moveTo>
                  <a:pt x="155448" y="155448"/>
                </a:moveTo>
                <a:lnTo>
                  <a:pt x="149352" y="152400"/>
                </a:lnTo>
                <a:lnTo>
                  <a:pt x="159353" y="136921"/>
                </a:lnTo>
                <a:lnTo>
                  <a:pt x="168783" y="120015"/>
                </a:lnTo>
                <a:lnTo>
                  <a:pt x="185928" y="80772"/>
                </a:lnTo>
                <a:lnTo>
                  <a:pt x="199834" y="38671"/>
                </a:lnTo>
                <a:lnTo>
                  <a:pt x="210312" y="0"/>
                </a:lnTo>
                <a:lnTo>
                  <a:pt x="246888" y="19812"/>
                </a:lnTo>
                <a:lnTo>
                  <a:pt x="231648" y="28956"/>
                </a:lnTo>
                <a:lnTo>
                  <a:pt x="216408" y="60960"/>
                </a:lnTo>
                <a:lnTo>
                  <a:pt x="338596" y="60960"/>
                </a:lnTo>
                <a:lnTo>
                  <a:pt x="350520" y="71628"/>
                </a:lnTo>
                <a:lnTo>
                  <a:pt x="216408" y="71628"/>
                </a:lnTo>
                <a:lnTo>
                  <a:pt x="217633" y="74676"/>
                </a:lnTo>
                <a:lnTo>
                  <a:pt x="210312" y="74676"/>
                </a:lnTo>
                <a:lnTo>
                  <a:pt x="198310" y="96083"/>
                </a:lnTo>
                <a:lnTo>
                  <a:pt x="185166" y="116776"/>
                </a:lnTo>
                <a:lnTo>
                  <a:pt x="170878" y="136612"/>
                </a:lnTo>
                <a:lnTo>
                  <a:pt x="155448" y="155448"/>
                </a:lnTo>
                <a:close/>
              </a:path>
              <a:path w="390525" h="405764">
                <a:moveTo>
                  <a:pt x="338596" y="60960"/>
                </a:moveTo>
                <a:lnTo>
                  <a:pt x="307848" y="60960"/>
                </a:lnTo>
                <a:lnTo>
                  <a:pt x="321564" y="45720"/>
                </a:lnTo>
                <a:lnTo>
                  <a:pt x="338596" y="60960"/>
                </a:lnTo>
                <a:close/>
              </a:path>
              <a:path w="390525" h="405764">
                <a:moveTo>
                  <a:pt x="0" y="352044"/>
                </a:moveTo>
                <a:lnTo>
                  <a:pt x="881" y="318611"/>
                </a:lnTo>
                <a:lnTo>
                  <a:pt x="1333" y="282321"/>
                </a:lnTo>
                <a:lnTo>
                  <a:pt x="1402" y="136921"/>
                </a:lnTo>
                <a:lnTo>
                  <a:pt x="1276" y="116776"/>
                </a:lnTo>
                <a:lnTo>
                  <a:pt x="881" y="86296"/>
                </a:lnTo>
                <a:lnTo>
                  <a:pt x="0" y="54864"/>
                </a:lnTo>
                <a:lnTo>
                  <a:pt x="22860" y="70104"/>
                </a:lnTo>
                <a:lnTo>
                  <a:pt x="142200" y="70104"/>
                </a:lnTo>
                <a:lnTo>
                  <a:pt x="147828" y="74676"/>
                </a:lnTo>
                <a:lnTo>
                  <a:pt x="140970" y="80772"/>
                </a:lnTo>
                <a:lnTo>
                  <a:pt x="22860" y="80772"/>
                </a:lnTo>
                <a:lnTo>
                  <a:pt x="22860" y="182880"/>
                </a:lnTo>
                <a:lnTo>
                  <a:pt x="134112" y="182880"/>
                </a:lnTo>
                <a:lnTo>
                  <a:pt x="134112" y="193548"/>
                </a:lnTo>
                <a:lnTo>
                  <a:pt x="22860" y="193548"/>
                </a:lnTo>
                <a:lnTo>
                  <a:pt x="22860" y="301752"/>
                </a:lnTo>
                <a:lnTo>
                  <a:pt x="135133" y="301752"/>
                </a:lnTo>
                <a:lnTo>
                  <a:pt x="135383" y="310896"/>
                </a:lnTo>
                <a:lnTo>
                  <a:pt x="22860" y="310896"/>
                </a:lnTo>
                <a:lnTo>
                  <a:pt x="22860" y="341376"/>
                </a:lnTo>
                <a:lnTo>
                  <a:pt x="0" y="352044"/>
                </a:lnTo>
                <a:close/>
              </a:path>
              <a:path w="390525" h="405764">
                <a:moveTo>
                  <a:pt x="142200" y="70104"/>
                </a:moveTo>
                <a:lnTo>
                  <a:pt x="111252" y="70104"/>
                </a:lnTo>
                <a:lnTo>
                  <a:pt x="123444" y="54864"/>
                </a:lnTo>
                <a:lnTo>
                  <a:pt x="142200" y="70104"/>
                </a:lnTo>
                <a:close/>
              </a:path>
              <a:path w="390525" h="405764">
                <a:moveTo>
                  <a:pt x="286446" y="147828"/>
                </a:moveTo>
                <a:lnTo>
                  <a:pt x="260603" y="147828"/>
                </a:lnTo>
                <a:lnTo>
                  <a:pt x="273772" y="130135"/>
                </a:lnTo>
                <a:lnTo>
                  <a:pt x="285940" y="111442"/>
                </a:lnTo>
                <a:lnTo>
                  <a:pt x="297251" y="91892"/>
                </a:lnTo>
                <a:lnTo>
                  <a:pt x="307848" y="71628"/>
                </a:lnTo>
                <a:lnTo>
                  <a:pt x="350520" y="71628"/>
                </a:lnTo>
                <a:lnTo>
                  <a:pt x="332232" y="80772"/>
                </a:lnTo>
                <a:lnTo>
                  <a:pt x="314158" y="108227"/>
                </a:lnTo>
                <a:lnTo>
                  <a:pt x="298513" y="131254"/>
                </a:lnTo>
                <a:lnTo>
                  <a:pt x="286446" y="147828"/>
                </a:lnTo>
                <a:close/>
              </a:path>
              <a:path w="390525" h="405764">
                <a:moveTo>
                  <a:pt x="137160" y="263652"/>
                </a:moveTo>
                <a:lnTo>
                  <a:pt x="135636" y="257555"/>
                </a:lnTo>
                <a:lnTo>
                  <a:pt x="168473" y="237029"/>
                </a:lnTo>
                <a:lnTo>
                  <a:pt x="198310" y="214503"/>
                </a:lnTo>
                <a:lnTo>
                  <a:pt x="225004" y="190261"/>
                </a:lnTo>
                <a:lnTo>
                  <a:pt x="248412" y="164592"/>
                </a:lnTo>
                <a:lnTo>
                  <a:pt x="235815" y="141755"/>
                </a:lnTo>
                <a:lnTo>
                  <a:pt x="225361" y="119062"/>
                </a:lnTo>
                <a:lnTo>
                  <a:pt x="216908" y="96654"/>
                </a:lnTo>
                <a:lnTo>
                  <a:pt x="210312" y="74676"/>
                </a:lnTo>
                <a:lnTo>
                  <a:pt x="217633" y="74676"/>
                </a:lnTo>
                <a:lnTo>
                  <a:pt x="225242" y="93606"/>
                </a:lnTo>
                <a:lnTo>
                  <a:pt x="235648" y="113728"/>
                </a:lnTo>
                <a:lnTo>
                  <a:pt x="247483" y="131849"/>
                </a:lnTo>
                <a:lnTo>
                  <a:pt x="260603" y="147828"/>
                </a:lnTo>
                <a:lnTo>
                  <a:pt x="286446" y="147828"/>
                </a:lnTo>
                <a:lnTo>
                  <a:pt x="284868" y="149994"/>
                </a:lnTo>
                <a:lnTo>
                  <a:pt x="272796" y="164592"/>
                </a:lnTo>
                <a:lnTo>
                  <a:pt x="291545" y="179832"/>
                </a:lnTo>
                <a:lnTo>
                  <a:pt x="260603" y="179832"/>
                </a:lnTo>
                <a:lnTo>
                  <a:pt x="241173" y="198381"/>
                </a:lnTo>
                <a:lnTo>
                  <a:pt x="221742" y="215074"/>
                </a:lnTo>
                <a:lnTo>
                  <a:pt x="202311" y="229766"/>
                </a:lnTo>
                <a:lnTo>
                  <a:pt x="182879" y="242315"/>
                </a:lnTo>
                <a:lnTo>
                  <a:pt x="186232" y="245364"/>
                </a:lnTo>
                <a:lnTo>
                  <a:pt x="178308" y="245364"/>
                </a:lnTo>
                <a:lnTo>
                  <a:pt x="137160" y="263652"/>
                </a:lnTo>
                <a:close/>
              </a:path>
              <a:path w="390525" h="405764">
                <a:moveTo>
                  <a:pt x="79248" y="182880"/>
                </a:moveTo>
                <a:lnTo>
                  <a:pt x="57912" y="182880"/>
                </a:lnTo>
                <a:lnTo>
                  <a:pt x="57912" y="80772"/>
                </a:lnTo>
                <a:lnTo>
                  <a:pt x="79248" y="80772"/>
                </a:lnTo>
                <a:lnTo>
                  <a:pt x="79248" y="182880"/>
                </a:lnTo>
                <a:close/>
              </a:path>
              <a:path w="390525" h="405764">
                <a:moveTo>
                  <a:pt x="134112" y="182880"/>
                </a:moveTo>
                <a:lnTo>
                  <a:pt x="112776" y="182880"/>
                </a:lnTo>
                <a:lnTo>
                  <a:pt x="112776" y="80772"/>
                </a:lnTo>
                <a:lnTo>
                  <a:pt x="140970" y="80772"/>
                </a:lnTo>
                <a:lnTo>
                  <a:pt x="134112" y="86868"/>
                </a:lnTo>
                <a:lnTo>
                  <a:pt x="134112" y="182880"/>
                </a:lnTo>
                <a:close/>
              </a:path>
              <a:path w="390525" h="405764">
                <a:moveTo>
                  <a:pt x="359664" y="248412"/>
                </a:moveTo>
                <a:lnTo>
                  <a:pt x="331112" y="234696"/>
                </a:lnTo>
                <a:lnTo>
                  <a:pt x="304990" y="218694"/>
                </a:lnTo>
                <a:lnTo>
                  <a:pt x="281439" y="200406"/>
                </a:lnTo>
                <a:lnTo>
                  <a:pt x="260603" y="179832"/>
                </a:lnTo>
                <a:lnTo>
                  <a:pt x="291545" y="179832"/>
                </a:lnTo>
                <a:lnTo>
                  <a:pt x="297346" y="184546"/>
                </a:lnTo>
                <a:lnTo>
                  <a:pt x="325183" y="200787"/>
                </a:lnTo>
                <a:lnTo>
                  <a:pt x="356163" y="213026"/>
                </a:lnTo>
                <a:lnTo>
                  <a:pt x="390144" y="220980"/>
                </a:lnTo>
                <a:lnTo>
                  <a:pt x="390144" y="227076"/>
                </a:lnTo>
                <a:lnTo>
                  <a:pt x="378094" y="229338"/>
                </a:lnTo>
                <a:lnTo>
                  <a:pt x="369189" y="233743"/>
                </a:lnTo>
                <a:lnTo>
                  <a:pt x="363140" y="240149"/>
                </a:lnTo>
                <a:lnTo>
                  <a:pt x="359664" y="248412"/>
                </a:lnTo>
                <a:close/>
              </a:path>
              <a:path w="390525" h="405764">
                <a:moveTo>
                  <a:pt x="79248" y="301752"/>
                </a:moveTo>
                <a:lnTo>
                  <a:pt x="57912" y="301752"/>
                </a:lnTo>
                <a:lnTo>
                  <a:pt x="57912" y="193548"/>
                </a:lnTo>
                <a:lnTo>
                  <a:pt x="79248" y="193548"/>
                </a:lnTo>
                <a:lnTo>
                  <a:pt x="79248" y="301752"/>
                </a:lnTo>
                <a:close/>
              </a:path>
              <a:path w="390525" h="405764">
                <a:moveTo>
                  <a:pt x="135133" y="301752"/>
                </a:moveTo>
                <a:lnTo>
                  <a:pt x="112776" y="301752"/>
                </a:lnTo>
                <a:lnTo>
                  <a:pt x="112776" y="193548"/>
                </a:lnTo>
                <a:lnTo>
                  <a:pt x="134112" y="193548"/>
                </a:lnTo>
                <a:lnTo>
                  <a:pt x="134207" y="257555"/>
                </a:lnTo>
                <a:lnTo>
                  <a:pt x="134317" y="268224"/>
                </a:lnTo>
                <a:lnTo>
                  <a:pt x="134387" y="272796"/>
                </a:lnTo>
                <a:lnTo>
                  <a:pt x="135133" y="301752"/>
                </a:lnTo>
                <a:close/>
              </a:path>
              <a:path w="390525" h="405764">
                <a:moveTo>
                  <a:pt x="340069" y="257555"/>
                </a:moveTo>
                <a:lnTo>
                  <a:pt x="309372" y="257555"/>
                </a:lnTo>
                <a:lnTo>
                  <a:pt x="321564" y="242315"/>
                </a:lnTo>
                <a:lnTo>
                  <a:pt x="340069" y="257555"/>
                </a:lnTo>
                <a:close/>
              </a:path>
              <a:path w="390525" h="405764">
                <a:moveTo>
                  <a:pt x="176784" y="405384"/>
                </a:moveTo>
                <a:lnTo>
                  <a:pt x="177022" y="379952"/>
                </a:lnTo>
                <a:lnTo>
                  <a:pt x="177546" y="344805"/>
                </a:lnTo>
                <a:lnTo>
                  <a:pt x="178069" y="299942"/>
                </a:lnTo>
                <a:lnTo>
                  <a:pt x="178308" y="245364"/>
                </a:lnTo>
                <a:lnTo>
                  <a:pt x="186232" y="245364"/>
                </a:lnTo>
                <a:lnTo>
                  <a:pt x="199643" y="257555"/>
                </a:lnTo>
                <a:lnTo>
                  <a:pt x="340069" y="257555"/>
                </a:lnTo>
                <a:lnTo>
                  <a:pt x="347472" y="263652"/>
                </a:lnTo>
                <a:lnTo>
                  <a:pt x="341376" y="268224"/>
                </a:lnTo>
                <a:lnTo>
                  <a:pt x="199643" y="268224"/>
                </a:lnTo>
                <a:lnTo>
                  <a:pt x="199643" y="364236"/>
                </a:lnTo>
                <a:lnTo>
                  <a:pt x="336946" y="364236"/>
                </a:lnTo>
                <a:lnTo>
                  <a:pt x="337208" y="371379"/>
                </a:lnTo>
                <a:lnTo>
                  <a:pt x="337403" y="374904"/>
                </a:lnTo>
                <a:lnTo>
                  <a:pt x="199643" y="374904"/>
                </a:lnTo>
                <a:lnTo>
                  <a:pt x="199643" y="396240"/>
                </a:lnTo>
                <a:lnTo>
                  <a:pt x="176784" y="405384"/>
                </a:lnTo>
                <a:close/>
              </a:path>
              <a:path w="390525" h="405764">
                <a:moveTo>
                  <a:pt x="336946" y="364236"/>
                </a:moveTo>
                <a:lnTo>
                  <a:pt x="313943" y="364236"/>
                </a:lnTo>
                <a:lnTo>
                  <a:pt x="313943" y="268224"/>
                </a:lnTo>
                <a:lnTo>
                  <a:pt x="341376" y="268224"/>
                </a:lnTo>
                <a:lnTo>
                  <a:pt x="335280" y="272796"/>
                </a:lnTo>
                <a:lnTo>
                  <a:pt x="335541" y="311943"/>
                </a:lnTo>
                <a:lnTo>
                  <a:pt x="336232" y="344805"/>
                </a:lnTo>
                <a:lnTo>
                  <a:pt x="336946" y="364236"/>
                </a:lnTo>
                <a:close/>
              </a:path>
              <a:path w="390525" h="405764">
                <a:moveTo>
                  <a:pt x="112776" y="335280"/>
                </a:moveTo>
                <a:lnTo>
                  <a:pt x="112776" y="310896"/>
                </a:lnTo>
                <a:lnTo>
                  <a:pt x="135383" y="310896"/>
                </a:lnTo>
                <a:lnTo>
                  <a:pt x="135636" y="329184"/>
                </a:lnTo>
                <a:lnTo>
                  <a:pt x="112776" y="335280"/>
                </a:lnTo>
                <a:close/>
              </a:path>
              <a:path w="390525" h="405764">
                <a:moveTo>
                  <a:pt x="313943" y="400811"/>
                </a:moveTo>
                <a:lnTo>
                  <a:pt x="313943" y="374904"/>
                </a:lnTo>
                <a:lnTo>
                  <a:pt x="337403" y="374904"/>
                </a:lnTo>
                <a:lnTo>
                  <a:pt x="338328" y="391668"/>
                </a:lnTo>
                <a:lnTo>
                  <a:pt x="313943" y="40081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" name="object 34"/>
          <p:cNvSpPr/>
          <p:nvPr/>
        </p:nvSpPr>
        <p:spPr>
          <a:xfrm>
            <a:off x="6106667" y="4498847"/>
            <a:ext cx="60960" cy="196850"/>
          </a:xfrm>
          <a:custGeom>
            <a:avLst/>
            <a:gdLst/>
            <a:ahLst/>
            <a:cxnLst/>
            <a:rect l="l" t="t" r="r" b="b"/>
            <a:pathLst>
              <a:path w="60960" h="196850">
                <a:moveTo>
                  <a:pt x="9144" y="196596"/>
                </a:moveTo>
                <a:lnTo>
                  <a:pt x="9144" y="193548"/>
                </a:lnTo>
                <a:lnTo>
                  <a:pt x="10668" y="192024"/>
                </a:lnTo>
                <a:lnTo>
                  <a:pt x="13716" y="190500"/>
                </a:lnTo>
                <a:lnTo>
                  <a:pt x="19812" y="185928"/>
                </a:lnTo>
                <a:lnTo>
                  <a:pt x="38100" y="152400"/>
                </a:lnTo>
                <a:lnTo>
                  <a:pt x="22860" y="152400"/>
                </a:lnTo>
                <a:lnTo>
                  <a:pt x="18288" y="150876"/>
                </a:lnTo>
                <a:lnTo>
                  <a:pt x="12192" y="149352"/>
                </a:lnTo>
                <a:lnTo>
                  <a:pt x="6096" y="140208"/>
                </a:lnTo>
                <a:lnTo>
                  <a:pt x="3048" y="131064"/>
                </a:lnTo>
                <a:lnTo>
                  <a:pt x="4572" y="126492"/>
                </a:lnTo>
                <a:lnTo>
                  <a:pt x="4572" y="120396"/>
                </a:lnTo>
                <a:lnTo>
                  <a:pt x="6096" y="115824"/>
                </a:lnTo>
                <a:lnTo>
                  <a:pt x="15240" y="106680"/>
                </a:lnTo>
                <a:lnTo>
                  <a:pt x="24384" y="103632"/>
                </a:lnTo>
                <a:lnTo>
                  <a:pt x="27432" y="102108"/>
                </a:lnTo>
                <a:lnTo>
                  <a:pt x="32004" y="102108"/>
                </a:lnTo>
                <a:lnTo>
                  <a:pt x="36576" y="103632"/>
                </a:lnTo>
                <a:lnTo>
                  <a:pt x="42672" y="105156"/>
                </a:lnTo>
                <a:lnTo>
                  <a:pt x="47244" y="106680"/>
                </a:lnTo>
                <a:lnTo>
                  <a:pt x="51816" y="111252"/>
                </a:lnTo>
                <a:lnTo>
                  <a:pt x="54864" y="117348"/>
                </a:lnTo>
                <a:lnTo>
                  <a:pt x="59436" y="123444"/>
                </a:lnTo>
                <a:lnTo>
                  <a:pt x="60960" y="129540"/>
                </a:lnTo>
                <a:lnTo>
                  <a:pt x="60960" y="141732"/>
                </a:lnTo>
                <a:lnTo>
                  <a:pt x="45029" y="177998"/>
                </a:lnTo>
                <a:lnTo>
                  <a:pt x="18288" y="195072"/>
                </a:lnTo>
                <a:lnTo>
                  <a:pt x="12192" y="195072"/>
                </a:lnTo>
                <a:lnTo>
                  <a:pt x="9144" y="196596"/>
                </a:lnTo>
                <a:close/>
              </a:path>
              <a:path w="60960" h="196850">
                <a:moveTo>
                  <a:pt x="35052" y="59436"/>
                </a:moveTo>
                <a:lnTo>
                  <a:pt x="25908" y="59436"/>
                </a:lnTo>
                <a:lnTo>
                  <a:pt x="19812" y="56388"/>
                </a:lnTo>
                <a:lnTo>
                  <a:pt x="0" y="28956"/>
                </a:lnTo>
                <a:lnTo>
                  <a:pt x="1476" y="21526"/>
                </a:lnTo>
                <a:lnTo>
                  <a:pt x="25908" y="0"/>
                </a:lnTo>
                <a:lnTo>
                  <a:pt x="35052" y="0"/>
                </a:lnTo>
                <a:lnTo>
                  <a:pt x="41148" y="1524"/>
                </a:lnTo>
                <a:lnTo>
                  <a:pt x="48768" y="3048"/>
                </a:lnTo>
                <a:lnTo>
                  <a:pt x="53887" y="6215"/>
                </a:lnTo>
                <a:lnTo>
                  <a:pt x="57721" y="11239"/>
                </a:lnTo>
                <a:lnTo>
                  <a:pt x="60126" y="18264"/>
                </a:lnTo>
                <a:lnTo>
                  <a:pt x="60960" y="27432"/>
                </a:lnTo>
                <a:lnTo>
                  <a:pt x="60898" y="36385"/>
                </a:lnTo>
                <a:lnTo>
                  <a:pt x="59055" y="43243"/>
                </a:lnTo>
                <a:lnTo>
                  <a:pt x="55387" y="49077"/>
                </a:lnTo>
                <a:lnTo>
                  <a:pt x="50292" y="53340"/>
                </a:lnTo>
                <a:lnTo>
                  <a:pt x="35052" y="5943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" name="object 35"/>
          <p:cNvSpPr/>
          <p:nvPr/>
        </p:nvSpPr>
        <p:spPr>
          <a:xfrm>
            <a:off x="6528815" y="4331208"/>
            <a:ext cx="219710" cy="325120"/>
          </a:xfrm>
          <a:custGeom>
            <a:avLst/>
            <a:gdLst/>
            <a:ahLst/>
            <a:cxnLst/>
            <a:rect l="l" t="t" r="r" b="b"/>
            <a:pathLst>
              <a:path w="219709" h="325120">
                <a:moveTo>
                  <a:pt x="92964" y="324612"/>
                </a:moveTo>
                <a:lnTo>
                  <a:pt x="0" y="324612"/>
                </a:lnTo>
                <a:lnTo>
                  <a:pt x="0" y="0"/>
                </a:lnTo>
                <a:lnTo>
                  <a:pt x="85344" y="0"/>
                </a:lnTo>
                <a:lnTo>
                  <a:pt x="102227" y="261"/>
                </a:lnTo>
                <a:lnTo>
                  <a:pt x="146042" y="4500"/>
                </a:lnTo>
                <a:lnTo>
                  <a:pt x="185928" y="24193"/>
                </a:lnTo>
                <a:lnTo>
                  <a:pt x="196596" y="38100"/>
                </a:lnTo>
                <a:lnTo>
                  <a:pt x="42672" y="38100"/>
                </a:lnTo>
                <a:lnTo>
                  <a:pt x="42672" y="132588"/>
                </a:lnTo>
                <a:lnTo>
                  <a:pt x="175311" y="132588"/>
                </a:lnTo>
                <a:lnTo>
                  <a:pt x="169092" y="137231"/>
                </a:lnTo>
                <a:lnTo>
                  <a:pt x="158496" y="143256"/>
                </a:lnTo>
                <a:lnTo>
                  <a:pt x="158496" y="144780"/>
                </a:lnTo>
                <a:lnTo>
                  <a:pt x="172497" y="149090"/>
                </a:lnTo>
                <a:lnTo>
                  <a:pt x="184785" y="155257"/>
                </a:lnTo>
                <a:lnTo>
                  <a:pt x="195357" y="163425"/>
                </a:lnTo>
                <a:lnTo>
                  <a:pt x="198978" y="167640"/>
                </a:lnTo>
                <a:lnTo>
                  <a:pt x="42672" y="167640"/>
                </a:lnTo>
                <a:lnTo>
                  <a:pt x="42672" y="288036"/>
                </a:lnTo>
                <a:lnTo>
                  <a:pt x="196274" y="288036"/>
                </a:lnTo>
                <a:lnTo>
                  <a:pt x="193381" y="291131"/>
                </a:lnTo>
                <a:lnTo>
                  <a:pt x="157210" y="314753"/>
                </a:lnTo>
                <a:lnTo>
                  <a:pt x="108370" y="324088"/>
                </a:lnTo>
                <a:lnTo>
                  <a:pt x="92964" y="324612"/>
                </a:lnTo>
                <a:close/>
              </a:path>
              <a:path w="219709" h="325120">
                <a:moveTo>
                  <a:pt x="175311" y="132588"/>
                </a:moveTo>
                <a:lnTo>
                  <a:pt x="91440" y="132588"/>
                </a:lnTo>
                <a:lnTo>
                  <a:pt x="101131" y="132326"/>
                </a:lnTo>
                <a:lnTo>
                  <a:pt x="109537" y="131635"/>
                </a:lnTo>
                <a:lnTo>
                  <a:pt x="147828" y="117348"/>
                </a:lnTo>
                <a:lnTo>
                  <a:pt x="160020" y="79248"/>
                </a:lnTo>
                <a:lnTo>
                  <a:pt x="160020" y="71628"/>
                </a:lnTo>
                <a:lnTo>
                  <a:pt x="158496" y="65532"/>
                </a:lnTo>
                <a:lnTo>
                  <a:pt x="155448" y="59435"/>
                </a:lnTo>
                <a:lnTo>
                  <a:pt x="153924" y="53340"/>
                </a:lnTo>
                <a:lnTo>
                  <a:pt x="149352" y="48768"/>
                </a:lnTo>
                <a:lnTo>
                  <a:pt x="143256" y="45720"/>
                </a:lnTo>
                <a:lnTo>
                  <a:pt x="135636" y="41147"/>
                </a:lnTo>
                <a:lnTo>
                  <a:pt x="120396" y="38100"/>
                </a:lnTo>
                <a:lnTo>
                  <a:pt x="196596" y="38100"/>
                </a:lnTo>
                <a:lnTo>
                  <a:pt x="199715" y="46148"/>
                </a:lnTo>
                <a:lnTo>
                  <a:pt x="202120" y="54483"/>
                </a:lnTo>
                <a:lnTo>
                  <a:pt x="203668" y="63388"/>
                </a:lnTo>
                <a:lnTo>
                  <a:pt x="204216" y="73152"/>
                </a:lnTo>
                <a:lnTo>
                  <a:pt x="203596" y="84296"/>
                </a:lnTo>
                <a:lnTo>
                  <a:pt x="185713" y="122896"/>
                </a:lnTo>
                <a:lnTo>
                  <a:pt x="178117" y="130492"/>
                </a:lnTo>
                <a:lnTo>
                  <a:pt x="175311" y="132588"/>
                </a:lnTo>
                <a:close/>
              </a:path>
              <a:path w="219709" h="325120">
                <a:moveTo>
                  <a:pt x="196274" y="288036"/>
                </a:moveTo>
                <a:lnTo>
                  <a:pt x="77724" y="288036"/>
                </a:lnTo>
                <a:lnTo>
                  <a:pt x="91511" y="287774"/>
                </a:lnTo>
                <a:lnTo>
                  <a:pt x="103441" y="287083"/>
                </a:lnTo>
                <a:lnTo>
                  <a:pt x="144875" y="277701"/>
                </a:lnTo>
                <a:lnTo>
                  <a:pt x="171402" y="248507"/>
                </a:lnTo>
                <a:lnTo>
                  <a:pt x="175260" y="227076"/>
                </a:lnTo>
                <a:lnTo>
                  <a:pt x="174950" y="218241"/>
                </a:lnTo>
                <a:lnTo>
                  <a:pt x="156519" y="180736"/>
                </a:lnTo>
                <a:lnTo>
                  <a:pt x="149352" y="176784"/>
                </a:lnTo>
                <a:lnTo>
                  <a:pt x="141732" y="172212"/>
                </a:lnTo>
                <a:lnTo>
                  <a:pt x="126492" y="169164"/>
                </a:lnTo>
                <a:lnTo>
                  <a:pt x="119943" y="168925"/>
                </a:lnTo>
                <a:lnTo>
                  <a:pt x="102274" y="167878"/>
                </a:lnTo>
                <a:lnTo>
                  <a:pt x="91440" y="167640"/>
                </a:lnTo>
                <a:lnTo>
                  <a:pt x="198978" y="167640"/>
                </a:lnTo>
                <a:lnTo>
                  <a:pt x="218574" y="210383"/>
                </a:lnTo>
                <a:lnTo>
                  <a:pt x="219456" y="225552"/>
                </a:lnTo>
                <a:lnTo>
                  <a:pt x="218884" y="236696"/>
                </a:lnTo>
                <a:lnTo>
                  <a:pt x="205430" y="276177"/>
                </a:lnTo>
                <a:lnTo>
                  <a:pt x="199834" y="284226"/>
                </a:lnTo>
                <a:lnTo>
                  <a:pt x="196274" y="28803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" name="object 36"/>
          <p:cNvSpPr/>
          <p:nvPr/>
        </p:nvSpPr>
        <p:spPr>
          <a:xfrm>
            <a:off x="6800088" y="4450079"/>
            <a:ext cx="241300" cy="35560"/>
          </a:xfrm>
          <a:custGeom>
            <a:avLst/>
            <a:gdLst/>
            <a:ahLst/>
            <a:cxnLst/>
            <a:rect l="l" t="t" r="r" b="b"/>
            <a:pathLst>
              <a:path w="241300" h="35560">
                <a:moveTo>
                  <a:pt x="240792" y="35052"/>
                </a:moveTo>
                <a:lnTo>
                  <a:pt x="0" y="35052"/>
                </a:lnTo>
                <a:lnTo>
                  <a:pt x="0" y="0"/>
                </a:lnTo>
                <a:lnTo>
                  <a:pt x="240792" y="0"/>
                </a:lnTo>
                <a:lnTo>
                  <a:pt x="240792" y="3505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" name="object 37"/>
          <p:cNvSpPr/>
          <p:nvPr/>
        </p:nvSpPr>
        <p:spPr>
          <a:xfrm>
            <a:off x="6800088" y="4541520"/>
            <a:ext cx="241300" cy="35560"/>
          </a:xfrm>
          <a:custGeom>
            <a:avLst/>
            <a:gdLst/>
            <a:ahLst/>
            <a:cxnLst/>
            <a:rect l="l" t="t" r="r" b="b"/>
            <a:pathLst>
              <a:path w="241300" h="35560">
                <a:moveTo>
                  <a:pt x="240792" y="35052"/>
                </a:moveTo>
                <a:lnTo>
                  <a:pt x="0" y="35052"/>
                </a:lnTo>
                <a:lnTo>
                  <a:pt x="0" y="0"/>
                </a:lnTo>
                <a:lnTo>
                  <a:pt x="240792" y="0"/>
                </a:lnTo>
                <a:lnTo>
                  <a:pt x="240792" y="3505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" name="object 38"/>
          <p:cNvSpPr/>
          <p:nvPr/>
        </p:nvSpPr>
        <p:spPr>
          <a:xfrm>
            <a:off x="7106411" y="4325111"/>
            <a:ext cx="200025" cy="330835"/>
          </a:xfrm>
          <a:custGeom>
            <a:avLst/>
            <a:gdLst/>
            <a:ahLst/>
            <a:cxnLst/>
            <a:rect l="l" t="t" r="r" b="b"/>
            <a:pathLst>
              <a:path w="200025" h="330835">
                <a:moveTo>
                  <a:pt x="199643" y="330708"/>
                </a:moveTo>
                <a:lnTo>
                  <a:pt x="0" y="330708"/>
                </a:lnTo>
                <a:lnTo>
                  <a:pt x="0" y="284988"/>
                </a:lnTo>
                <a:lnTo>
                  <a:pt x="39624" y="245364"/>
                </a:lnTo>
                <a:lnTo>
                  <a:pt x="49649" y="236196"/>
                </a:lnTo>
                <a:lnTo>
                  <a:pt x="59245" y="226885"/>
                </a:lnTo>
                <a:lnTo>
                  <a:pt x="94583" y="187809"/>
                </a:lnTo>
                <a:lnTo>
                  <a:pt x="119729" y="155186"/>
                </a:lnTo>
                <a:lnTo>
                  <a:pt x="138302" y="116586"/>
                </a:lnTo>
                <a:lnTo>
                  <a:pt x="141731" y="91439"/>
                </a:lnTo>
                <a:lnTo>
                  <a:pt x="141731" y="82296"/>
                </a:lnTo>
                <a:lnTo>
                  <a:pt x="140207" y="74676"/>
                </a:lnTo>
                <a:lnTo>
                  <a:pt x="137159" y="67056"/>
                </a:lnTo>
                <a:lnTo>
                  <a:pt x="131063" y="54864"/>
                </a:lnTo>
                <a:lnTo>
                  <a:pt x="124967" y="50291"/>
                </a:lnTo>
                <a:lnTo>
                  <a:pt x="120395" y="45720"/>
                </a:lnTo>
                <a:lnTo>
                  <a:pt x="114299" y="42672"/>
                </a:lnTo>
                <a:lnTo>
                  <a:pt x="108203" y="41148"/>
                </a:lnTo>
                <a:lnTo>
                  <a:pt x="100583" y="38100"/>
                </a:lnTo>
                <a:lnTo>
                  <a:pt x="70103" y="38100"/>
                </a:lnTo>
                <a:lnTo>
                  <a:pt x="62483" y="41148"/>
                </a:lnTo>
                <a:lnTo>
                  <a:pt x="47243" y="44196"/>
                </a:lnTo>
                <a:lnTo>
                  <a:pt x="39624" y="47244"/>
                </a:lnTo>
                <a:lnTo>
                  <a:pt x="27431" y="53339"/>
                </a:lnTo>
                <a:lnTo>
                  <a:pt x="22860" y="56388"/>
                </a:lnTo>
                <a:lnTo>
                  <a:pt x="16763" y="59436"/>
                </a:lnTo>
                <a:lnTo>
                  <a:pt x="12191" y="62484"/>
                </a:lnTo>
                <a:lnTo>
                  <a:pt x="9143" y="65532"/>
                </a:lnTo>
                <a:lnTo>
                  <a:pt x="6095" y="65532"/>
                </a:lnTo>
                <a:lnTo>
                  <a:pt x="6095" y="19812"/>
                </a:lnTo>
                <a:lnTo>
                  <a:pt x="13549" y="16383"/>
                </a:lnTo>
                <a:lnTo>
                  <a:pt x="55625" y="3214"/>
                </a:lnTo>
                <a:lnTo>
                  <a:pt x="89915" y="0"/>
                </a:lnTo>
                <a:lnTo>
                  <a:pt x="110728" y="1452"/>
                </a:lnTo>
                <a:lnTo>
                  <a:pt x="160019" y="24384"/>
                </a:lnTo>
                <a:lnTo>
                  <a:pt x="184237" y="68961"/>
                </a:lnTo>
                <a:lnTo>
                  <a:pt x="185927" y="88391"/>
                </a:lnTo>
                <a:lnTo>
                  <a:pt x="185642" y="98155"/>
                </a:lnTo>
                <a:lnTo>
                  <a:pt x="175831" y="139255"/>
                </a:lnTo>
                <a:lnTo>
                  <a:pt x="154805" y="174498"/>
                </a:lnTo>
                <a:lnTo>
                  <a:pt x="124967" y="208788"/>
                </a:lnTo>
                <a:lnTo>
                  <a:pt x="115276" y="220218"/>
                </a:lnTo>
                <a:lnTo>
                  <a:pt x="104584" y="231648"/>
                </a:lnTo>
                <a:lnTo>
                  <a:pt x="93035" y="243078"/>
                </a:lnTo>
                <a:lnTo>
                  <a:pt x="80771" y="254508"/>
                </a:lnTo>
                <a:lnTo>
                  <a:pt x="68770" y="266247"/>
                </a:lnTo>
                <a:lnTo>
                  <a:pt x="57911" y="276415"/>
                </a:lnTo>
                <a:lnTo>
                  <a:pt x="48196" y="285154"/>
                </a:lnTo>
                <a:lnTo>
                  <a:pt x="39624" y="292608"/>
                </a:lnTo>
                <a:lnTo>
                  <a:pt x="199643" y="292608"/>
                </a:lnTo>
                <a:lnTo>
                  <a:pt x="199643" y="33070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" name="object 39"/>
          <p:cNvSpPr/>
          <p:nvPr/>
        </p:nvSpPr>
        <p:spPr>
          <a:xfrm>
            <a:off x="7351763" y="4331220"/>
            <a:ext cx="326390" cy="403860"/>
          </a:xfrm>
          <a:custGeom>
            <a:avLst/>
            <a:gdLst/>
            <a:ahLst/>
            <a:cxnLst/>
            <a:rect l="l" t="t" r="r" b="b"/>
            <a:pathLst>
              <a:path w="326390" h="403860">
                <a:moveTo>
                  <a:pt x="193548" y="220980"/>
                </a:moveTo>
                <a:lnTo>
                  <a:pt x="184404" y="173736"/>
                </a:lnTo>
                <a:lnTo>
                  <a:pt x="160020" y="143256"/>
                </a:lnTo>
                <a:lnTo>
                  <a:pt x="117716" y="125361"/>
                </a:lnTo>
                <a:lnTo>
                  <a:pt x="85344" y="123444"/>
                </a:lnTo>
                <a:lnTo>
                  <a:pt x="60960" y="123444"/>
                </a:lnTo>
                <a:lnTo>
                  <a:pt x="54864" y="124968"/>
                </a:lnTo>
                <a:lnTo>
                  <a:pt x="54864" y="38100"/>
                </a:lnTo>
                <a:lnTo>
                  <a:pt x="190500" y="38100"/>
                </a:lnTo>
                <a:lnTo>
                  <a:pt x="190500" y="0"/>
                </a:lnTo>
                <a:lnTo>
                  <a:pt x="13716" y="0"/>
                </a:lnTo>
                <a:lnTo>
                  <a:pt x="13716" y="167640"/>
                </a:lnTo>
                <a:lnTo>
                  <a:pt x="34086" y="163563"/>
                </a:lnTo>
                <a:lnTo>
                  <a:pt x="42672" y="161544"/>
                </a:lnTo>
                <a:lnTo>
                  <a:pt x="50939" y="160655"/>
                </a:lnTo>
                <a:lnTo>
                  <a:pt x="59626" y="160210"/>
                </a:lnTo>
                <a:lnTo>
                  <a:pt x="68605" y="160032"/>
                </a:lnTo>
                <a:lnTo>
                  <a:pt x="85712" y="160058"/>
                </a:lnTo>
                <a:lnTo>
                  <a:pt x="93535" y="160401"/>
                </a:lnTo>
                <a:lnTo>
                  <a:pt x="101092" y="161302"/>
                </a:lnTo>
                <a:lnTo>
                  <a:pt x="108204" y="163068"/>
                </a:lnTo>
                <a:lnTo>
                  <a:pt x="117348" y="164592"/>
                </a:lnTo>
                <a:lnTo>
                  <a:pt x="144780" y="192024"/>
                </a:lnTo>
                <a:lnTo>
                  <a:pt x="149352" y="220980"/>
                </a:lnTo>
                <a:lnTo>
                  <a:pt x="149072" y="229590"/>
                </a:lnTo>
                <a:lnTo>
                  <a:pt x="137160" y="266700"/>
                </a:lnTo>
                <a:lnTo>
                  <a:pt x="104635" y="290029"/>
                </a:lnTo>
                <a:lnTo>
                  <a:pt x="85344" y="292608"/>
                </a:lnTo>
                <a:lnTo>
                  <a:pt x="68580" y="292608"/>
                </a:lnTo>
                <a:lnTo>
                  <a:pt x="30480" y="280416"/>
                </a:lnTo>
                <a:lnTo>
                  <a:pt x="18288" y="274320"/>
                </a:lnTo>
                <a:lnTo>
                  <a:pt x="10668" y="271272"/>
                </a:lnTo>
                <a:lnTo>
                  <a:pt x="6096" y="268224"/>
                </a:lnTo>
                <a:lnTo>
                  <a:pt x="3048" y="266700"/>
                </a:lnTo>
                <a:lnTo>
                  <a:pt x="0" y="266700"/>
                </a:lnTo>
                <a:lnTo>
                  <a:pt x="0" y="312420"/>
                </a:lnTo>
                <a:lnTo>
                  <a:pt x="39624" y="326136"/>
                </a:lnTo>
                <a:lnTo>
                  <a:pt x="85344" y="330708"/>
                </a:lnTo>
                <a:lnTo>
                  <a:pt x="97637" y="330149"/>
                </a:lnTo>
                <a:lnTo>
                  <a:pt x="140804" y="318198"/>
                </a:lnTo>
                <a:lnTo>
                  <a:pt x="170929" y="291312"/>
                </a:lnTo>
                <a:lnTo>
                  <a:pt x="189052" y="254622"/>
                </a:lnTo>
                <a:lnTo>
                  <a:pt x="193001" y="232384"/>
                </a:lnTo>
                <a:lnTo>
                  <a:pt x="193548" y="220980"/>
                </a:lnTo>
                <a:close/>
              </a:path>
              <a:path w="326390" h="403860">
                <a:moveTo>
                  <a:pt x="326148" y="262115"/>
                </a:moveTo>
                <a:lnTo>
                  <a:pt x="272796" y="262115"/>
                </a:lnTo>
                <a:lnTo>
                  <a:pt x="234696" y="403847"/>
                </a:lnTo>
                <a:lnTo>
                  <a:pt x="265176" y="403847"/>
                </a:lnTo>
                <a:lnTo>
                  <a:pt x="326148" y="26211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40" name="object 40"/>
          <p:cNvGrpSpPr/>
          <p:nvPr/>
        </p:nvGrpSpPr>
        <p:grpSpPr>
          <a:xfrm>
            <a:off x="7883652" y="4296155"/>
            <a:ext cx="1201420" cy="402590"/>
            <a:chOff x="7883652" y="4296155"/>
            <a:chExt cx="1201420" cy="402590"/>
          </a:xfrm>
        </p:grpSpPr>
        <p:sp>
          <p:nvSpPr>
            <p:cNvPr id="41" name="object 41"/>
            <p:cNvSpPr/>
            <p:nvPr/>
          </p:nvSpPr>
          <p:spPr>
            <a:xfrm>
              <a:off x="7883652" y="4331207"/>
              <a:ext cx="204470" cy="325120"/>
            </a:xfrm>
            <a:custGeom>
              <a:avLst/>
              <a:gdLst/>
              <a:ahLst/>
              <a:cxnLst/>
              <a:rect l="l" t="t" r="r" b="b"/>
              <a:pathLst>
                <a:path w="204470" h="325120">
                  <a:moveTo>
                    <a:pt x="42672" y="324612"/>
                  </a:moveTo>
                  <a:lnTo>
                    <a:pt x="0" y="324612"/>
                  </a:lnTo>
                  <a:lnTo>
                    <a:pt x="0" y="0"/>
                  </a:lnTo>
                  <a:lnTo>
                    <a:pt x="80772" y="0"/>
                  </a:lnTo>
                  <a:lnTo>
                    <a:pt x="94821" y="309"/>
                  </a:lnTo>
                  <a:lnTo>
                    <a:pt x="107442" y="1333"/>
                  </a:lnTo>
                  <a:lnTo>
                    <a:pt x="118919" y="3214"/>
                  </a:lnTo>
                  <a:lnTo>
                    <a:pt x="129540" y="6096"/>
                  </a:lnTo>
                  <a:lnTo>
                    <a:pt x="139541" y="8691"/>
                  </a:lnTo>
                  <a:lnTo>
                    <a:pt x="174045" y="27598"/>
                  </a:lnTo>
                  <a:lnTo>
                    <a:pt x="184196" y="38100"/>
                  </a:lnTo>
                  <a:lnTo>
                    <a:pt x="42672" y="38100"/>
                  </a:lnTo>
                  <a:lnTo>
                    <a:pt x="42672" y="166116"/>
                  </a:lnTo>
                  <a:lnTo>
                    <a:pt x="179451" y="166116"/>
                  </a:lnTo>
                  <a:lnTo>
                    <a:pt x="175260" y="170688"/>
                  </a:lnTo>
                  <a:lnTo>
                    <a:pt x="135636" y="195072"/>
                  </a:lnTo>
                  <a:lnTo>
                    <a:pt x="95773" y="203644"/>
                  </a:lnTo>
                  <a:lnTo>
                    <a:pt x="79248" y="204216"/>
                  </a:lnTo>
                  <a:lnTo>
                    <a:pt x="42672" y="204216"/>
                  </a:lnTo>
                  <a:lnTo>
                    <a:pt x="42672" y="324612"/>
                  </a:lnTo>
                  <a:close/>
                </a:path>
                <a:path w="204470" h="325120">
                  <a:moveTo>
                    <a:pt x="179451" y="166116"/>
                  </a:moveTo>
                  <a:lnTo>
                    <a:pt x="71628" y="166116"/>
                  </a:lnTo>
                  <a:lnTo>
                    <a:pt x="84510" y="166068"/>
                  </a:lnTo>
                  <a:lnTo>
                    <a:pt x="95821" y="165735"/>
                  </a:lnTo>
                  <a:lnTo>
                    <a:pt x="135088" y="152995"/>
                  </a:lnTo>
                  <a:lnTo>
                    <a:pt x="140208" y="147828"/>
                  </a:lnTo>
                  <a:lnTo>
                    <a:pt x="145375" y="142994"/>
                  </a:lnTo>
                  <a:lnTo>
                    <a:pt x="158234" y="106775"/>
                  </a:lnTo>
                  <a:lnTo>
                    <a:pt x="158496" y="99060"/>
                  </a:lnTo>
                  <a:lnTo>
                    <a:pt x="158210" y="91106"/>
                  </a:lnTo>
                  <a:lnTo>
                    <a:pt x="141065" y="54244"/>
                  </a:lnTo>
                  <a:lnTo>
                    <a:pt x="135636" y="50292"/>
                  </a:lnTo>
                  <a:lnTo>
                    <a:pt x="129540" y="45720"/>
                  </a:lnTo>
                  <a:lnTo>
                    <a:pt x="87701" y="38123"/>
                  </a:lnTo>
                  <a:lnTo>
                    <a:pt x="77724" y="38100"/>
                  </a:lnTo>
                  <a:lnTo>
                    <a:pt x="184196" y="38100"/>
                  </a:lnTo>
                  <a:lnTo>
                    <a:pt x="201739" y="73533"/>
                  </a:lnTo>
                  <a:lnTo>
                    <a:pt x="204216" y="97536"/>
                  </a:lnTo>
                  <a:lnTo>
                    <a:pt x="203668" y="108465"/>
                  </a:lnTo>
                  <a:lnTo>
                    <a:pt x="192619" y="147542"/>
                  </a:lnTo>
                  <a:lnTo>
                    <a:pt x="181808" y="163544"/>
                  </a:lnTo>
                  <a:lnTo>
                    <a:pt x="179451" y="166116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42" name="object 42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8107680" y="4489703"/>
              <a:ext cx="100583" cy="166116"/>
            </a:xfrm>
            <a:prstGeom prst="rect">
              <a:avLst/>
            </a:prstGeom>
          </p:spPr>
        </p:pic>
        <p:sp>
          <p:nvSpPr>
            <p:cNvPr id="43" name="object 43"/>
            <p:cNvSpPr/>
            <p:nvPr/>
          </p:nvSpPr>
          <p:spPr>
            <a:xfrm>
              <a:off x="8240268" y="4296155"/>
              <a:ext cx="844550" cy="402590"/>
            </a:xfrm>
            <a:custGeom>
              <a:avLst/>
              <a:gdLst/>
              <a:ahLst/>
              <a:cxnLst/>
              <a:rect l="l" t="t" r="r" b="b"/>
              <a:pathLst>
                <a:path w="844550" h="402589">
                  <a:moveTo>
                    <a:pt x="86868" y="266700"/>
                  </a:moveTo>
                  <a:lnTo>
                    <a:pt x="56388" y="246888"/>
                  </a:lnTo>
                  <a:lnTo>
                    <a:pt x="52387" y="258876"/>
                  </a:lnTo>
                  <a:lnTo>
                    <a:pt x="47244" y="271843"/>
                  </a:lnTo>
                  <a:lnTo>
                    <a:pt x="40957" y="285686"/>
                  </a:lnTo>
                  <a:lnTo>
                    <a:pt x="33528" y="300228"/>
                  </a:lnTo>
                  <a:lnTo>
                    <a:pt x="26352" y="315087"/>
                  </a:lnTo>
                  <a:lnTo>
                    <a:pt x="18478" y="329946"/>
                  </a:lnTo>
                  <a:lnTo>
                    <a:pt x="9728" y="344805"/>
                  </a:lnTo>
                  <a:lnTo>
                    <a:pt x="0" y="359664"/>
                  </a:lnTo>
                  <a:lnTo>
                    <a:pt x="6096" y="362712"/>
                  </a:lnTo>
                  <a:lnTo>
                    <a:pt x="21475" y="344424"/>
                  </a:lnTo>
                  <a:lnTo>
                    <a:pt x="37719" y="323850"/>
                  </a:lnTo>
                  <a:lnTo>
                    <a:pt x="54521" y="300990"/>
                  </a:lnTo>
                  <a:lnTo>
                    <a:pt x="71628" y="275844"/>
                  </a:lnTo>
                  <a:lnTo>
                    <a:pt x="86868" y="266700"/>
                  </a:lnTo>
                  <a:close/>
                </a:path>
                <a:path w="844550" h="402589">
                  <a:moveTo>
                    <a:pt x="137160" y="39624"/>
                  </a:moveTo>
                  <a:lnTo>
                    <a:pt x="134112" y="32004"/>
                  </a:lnTo>
                  <a:lnTo>
                    <a:pt x="124968" y="24384"/>
                  </a:lnTo>
                  <a:lnTo>
                    <a:pt x="118440" y="17792"/>
                  </a:lnTo>
                  <a:lnTo>
                    <a:pt x="110490" y="11620"/>
                  </a:lnTo>
                  <a:lnTo>
                    <a:pt x="101384" y="5740"/>
                  </a:lnTo>
                  <a:lnTo>
                    <a:pt x="91440" y="0"/>
                  </a:lnTo>
                  <a:lnTo>
                    <a:pt x="85344" y="3048"/>
                  </a:lnTo>
                  <a:lnTo>
                    <a:pt x="93649" y="14478"/>
                  </a:lnTo>
                  <a:lnTo>
                    <a:pt x="100393" y="25908"/>
                  </a:lnTo>
                  <a:lnTo>
                    <a:pt x="105702" y="37338"/>
                  </a:lnTo>
                  <a:lnTo>
                    <a:pt x="109728" y="48768"/>
                  </a:lnTo>
                  <a:lnTo>
                    <a:pt x="112776" y="60960"/>
                  </a:lnTo>
                  <a:lnTo>
                    <a:pt x="115824" y="67056"/>
                  </a:lnTo>
                  <a:lnTo>
                    <a:pt x="120396" y="67056"/>
                  </a:lnTo>
                  <a:lnTo>
                    <a:pt x="126492" y="62484"/>
                  </a:lnTo>
                  <a:lnTo>
                    <a:pt x="131064" y="57912"/>
                  </a:lnTo>
                  <a:lnTo>
                    <a:pt x="132588" y="53340"/>
                  </a:lnTo>
                  <a:lnTo>
                    <a:pt x="135636" y="45720"/>
                  </a:lnTo>
                  <a:lnTo>
                    <a:pt x="137160" y="39624"/>
                  </a:lnTo>
                  <a:close/>
                </a:path>
                <a:path w="844550" h="402589">
                  <a:moveTo>
                    <a:pt x="198120" y="291084"/>
                  </a:moveTo>
                  <a:lnTo>
                    <a:pt x="163449" y="259156"/>
                  </a:lnTo>
                  <a:lnTo>
                    <a:pt x="150876" y="251460"/>
                  </a:lnTo>
                  <a:lnTo>
                    <a:pt x="147828" y="256032"/>
                  </a:lnTo>
                  <a:lnTo>
                    <a:pt x="157226" y="270370"/>
                  </a:lnTo>
                  <a:lnTo>
                    <a:pt x="164782" y="283845"/>
                  </a:lnTo>
                  <a:lnTo>
                    <a:pt x="170319" y="296760"/>
                  </a:lnTo>
                  <a:lnTo>
                    <a:pt x="173736" y="309372"/>
                  </a:lnTo>
                  <a:lnTo>
                    <a:pt x="176784" y="320040"/>
                  </a:lnTo>
                  <a:lnTo>
                    <a:pt x="179832" y="326136"/>
                  </a:lnTo>
                  <a:lnTo>
                    <a:pt x="184404" y="326136"/>
                  </a:lnTo>
                  <a:lnTo>
                    <a:pt x="192024" y="318516"/>
                  </a:lnTo>
                  <a:lnTo>
                    <a:pt x="196596" y="312420"/>
                  </a:lnTo>
                  <a:lnTo>
                    <a:pt x="198120" y="306324"/>
                  </a:lnTo>
                  <a:lnTo>
                    <a:pt x="198120" y="291084"/>
                  </a:lnTo>
                  <a:close/>
                </a:path>
                <a:path w="844550" h="402589">
                  <a:moveTo>
                    <a:pt x="198120" y="137160"/>
                  </a:moveTo>
                  <a:lnTo>
                    <a:pt x="189992" y="129540"/>
                  </a:lnTo>
                  <a:lnTo>
                    <a:pt x="173736" y="114300"/>
                  </a:lnTo>
                  <a:lnTo>
                    <a:pt x="161544" y="127850"/>
                  </a:lnTo>
                  <a:lnTo>
                    <a:pt x="161544" y="140208"/>
                  </a:lnTo>
                  <a:lnTo>
                    <a:pt x="161544" y="202692"/>
                  </a:lnTo>
                  <a:lnTo>
                    <a:pt x="67056" y="202692"/>
                  </a:lnTo>
                  <a:lnTo>
                    <a:pt x="67056" y="140208"/>
                  </a:lnTo>
                  <a:lnTo>
                    <a:pt x="161544" y="140208"/>
                  </a:lnTo>
                  <a:lnTo>
                    <a:pt x="161544" y="127850"/>
                  </a:lnTo>
                  <a:lnTo>
                    <a:pt x="160020" y="129540"/>
                  </a:lnTo>
                  <a:lnTo>
                    <a:pt x="67056" y="129540"/>
                  </a:lnTo>
                  <a:lnTo>
                    <a:pt x="42672" y="115824"/>
                  </a:lnTo>
                  <a:lnTo>
                    <a:pt x="42900" y="130683"/>
                  </a:lnTo>
                  <a:lnTo>
                    <a:pt x="43954" y="160401"/>
                  </a:lnTo>
                  <a:lnTo>
                    <a:pt x="44094" y="169570"/>
                  </a:lnTo>
                  <a:lnTo>
                    <a:pt x="44018" y="185699"/>
                  </a:lnTo>
                  <a:lnTo>
                    <a:pt x="43954" y="189865"/>
                  </a:lnTo>
                  <a:lnTo>
                    <a:pt x="42900" y="217919"/>
                  </a:lnTo>
                  <a:lnTo>
                    <a:pt x="42672" y="231648"/>
                  </a:lnTo>
                  <a:lnTo>
                    <a:pt x="67056" y="224028"/>
                  </a:lnTo>
                  <a:lnTo>
                    <a:pt x="67056" y="213360"/>
                  </a:lnTo>
                  <a:lnTo>
                    <a:pt x="108204" y="213360"/>
                  </a:lnTo>
                  <a:lnTo>
                    <a:pt x="108204" y="350520"/>
                  </a:lnTo>
                  <a:lnTo>
                    <a:pt x="105156" y="353568"/>
                  </a:lnTo>
                  <a:lnTo>
                    <a:pt x="99060" y="355092"/>
                  </a:lnTo>
                  <a:lnTo>
                    <a:pt x="92722" y="354812"/>
                  </a:lnTo>
                  <a:lnTo>
                    <a:pt x="82677" y="353949"/>
                  </a:lnTo>
                  <a:lnTo>
                    <a:pt x="50292" y="350520"/>
                  </a:lnTo>
                  <a:lnTo>
                    <a:pt x="50292" y="358140"/>
                  </a:lnTo>
                  <a:lnTo>
                    <a:pt x="69430" y="365315"/>
                  </a:lnTo>
                  <a:lnTo>
                    <a:pt x="83439" y="373189"/>
                  </a:lnTo>
                  <a:lnTo>
                    <a:pt x="92290" y="381939"/>
                  </a:lnTo>
                  <a:lnTo>
                    <a:pt x="96012" y="391668"/>
                  </a:lnTo>
                  <a:lnTo>
                    <a:pt x="104317" y="388226"/>
                  </a:lnTo>
                  <a:lnTo>
                    <a:pt x="128968" y="358863"/>
                  </a:lnTo>
                  <a:lnTo>
                    <a:pt x="129540" y="213360"/>
                  </a:lnTo>
                  <a:lnTo>
                    <a:pt x="161544" y="213360"/>
                  </a:lnTo>
                  <a:lnTo>
                    <a:pt x="161544" y="231648"/>
                  </a:lnTo>
                  <a:lnTo>
                    <a:pt x="185928" y="222504"/>
                  </a:lnTo>
                  <a:lnTo>
                    <a:pt x="185407" y="213360"/>
                  </a:lnTo>
                  <a:lnTo>
                    <a:pt x="185039" y="206768"/>
                  </a:lnTo>
                  <a:lnTo>
                    <a:pt x="184937" y="202692"/>
                  </a:lnTo>
                  <a:lnTo>
                    <a:pt x="184607" y="189865"/>
                  </a:lnTo>
                  <a:lnTo>
                    <a:pt x="184467" y="175260"/>
                  </a:lnTo>
                  <a:lnTo>
                    <a:pt x="184404" y="147828"/>
                  </a:lnTo>
                  <a:lnTo>
                    <a:pt x="194195" y="140208"/>
                  </a:lnTo>
                  <a:lnTo>
                    <a:pt x="198120" y="137160"/>
                  </a:lnTo>
                  <a:close/>
                </a:path>
                <a:path w="844550" h="402589">
                  <a:moveTo>
                    <a:pt x="224028" y="83820"/>
                  </a:moveTo>
                  <a:lnTo>
                    <a:pt x="195072" y="54864"/>
                  </a:lnTo>
                  <a:lnTo>
                    <a:pt x="175260" y="74676"/>
                  </a:lnTo>
                  <a:lnTo>
                    <a:pt x="9144" y="74676"/>
                  </a:lnTo>
                  <a:lnTo>
                    <a:pt x="24384" y="89916"/>
                  </a:lnTo>
                  <a:lnTo>
                    <a:pt x="32969" y="87680"/>
                  </a:lnTo>
                  <a:lnTo>
                    <a:pt x="42862" y="85725"/>
                  </a:lnTo>
                  <a:lnTo>
                    <a:pt x="54165" y="84353"/>
                  </a:lnTo>
                  <a:lnTo>
                    <a:pt x="67056" y="83820"/>
                  </a:lnTo>
                  <a:lnTo>
                    <a:pt x="224028" y="83820"/>
                  </a:lnTo>
                  <a:close/>
                </a:path>
                <a:path w="844550" h="402589">
                  <a:moveTo>
                    <a:pt x="357759" y="70256"/>
                  </a:moveTo>
                  <a:lnTo>
                    <a:pt x="330708" y="40005"/>
                  </a:lnTo>
                  <a:lnTo>
                    <a:pt x="304800" y="25908"/>
                  </a:lnTo>
                  <a:lnTo>
                    <a:pt x="300228" y="30480"/>
                  </a:lnTo>
                  <a:lnTo>
                    <a:pt x="310769" y="42799"/>
                  </a:lnTo>
                  <a:lnTo>
                    <a:pt x="319468" y="54673"/>
                  </a:lnTo>
                  <a:lnTo>
                    <a:pt x="326148" y="66281"/>
                  </a:lnTo>
                  <a:lnTo>
                    <a:pt x="330708" y="77724"/>
                  </a:lnTo>
                  <a:lnTo>
                    <a:pt x="333756" y="89916"/>
                  </a:lnTo>
                  <a:lnTo>
                    <a:pt x="338328" y="96012"/>
                  </a:lnTo>
                  <a:lnTo>
                    <a:pt x="345948" y="96012"/>
                  </a:lnTo>
                  <a:lnTo>
                    <a:pt x="348996" y="92964"/>
                  </a:lnTo>
                  <a:lnTo>
                    <a:pt x="352044" y="91440"/>
                  </a:lnTo>
                  <a:lnTo>
                    <a:pt x="353568" y="85344"/>
                  </a:lnTo>
                  <a:lnTo>
                    <a:pt x="356616" y="76200"/>
                  </a:lnTo>
                  <a:lnTo>
                    <a:pt x="357759" y="70256"/>
                  </a:lnTo>
                  <a:close/>
                </a:path>
                <a:path w="844550" h="402589">
                  <a:moveTo>
                    <a:pt x="403860" y="362712"/>
                  </a:moveTo>
                  <a:lnTo>
                    <a:pt x="384556" y="323850"/>
                  </a:lnTo>
                  <a:lnTo>
                    <a:pt x="383336" y="312420"/>
                  </a:lnTo>
                  <a:lnTo>
                    <a:pt x="381000" y="291084"/>
                  </a:lnTo>
                  <a:lnTo>
                    <a:pt x="371856" y="291084"/>
                  </a:lnTo>
                  <a:lnTo>
                    <a:pt x="371754" y="315087"/>
                  </a:lnTo>
                  <a:lnTo>
                    <a:pt x="371627" y="323850"/>
                  </a:lnTo>
                  <a:lnTo>
                    <a:pt x="357898" y="363093"/>
                  </a:lnTo>
                  <a:lnTo>
                    <a:pt x="348996" y="364236"/>
                  </a:lnTo>
                  <a:lnTo>
                    <a:pt x="335280" y="364236"/>
                  </a:lnTo>
                  <a:lnTo>
                    <a:pt x="315468" y="140208"/>
                  </a:lnTo>
                  <a:lnTo>
                    <a:pt x="402336" y="140208"/>
                  </a:lnTo>
                  <a:lnTo>
                    <a:pt x="371856" y="108204"/>
                  </a:lnTo>
                  <a:lnTo>
                    <a:pt x="352044" y="129540"/>
                  </a:lnTo>
                  <a:lnTo>
                    <a:pt x="269748" y="129540"/>
                  </a:lnTo>
                  <a:lnTo>
                    <a:pt x="269748" y="28956"/>
                  </a:lnTo>
                  <a:lnTo>
                    <a:pt x="281940" y="16764"/>
                  </a:lnTo>
                  <a:lnTo>
                    <a:pt x="245364" y="0"/>
                  </a:lnTo>
                  <a:lnTo>
                    <a:pt x="246748" y="54864"/>
                  </a:lnTo>
                  <a:lnTo>
                    <a:pt x="246875" y="115824"/>
                  </a:lnTo>
                  <a:lnTo>
                    <a:pt x="246888" y="129540"/>
                  </a:lnTo>
                  <a:lnTo>
                    <a:pt x="198120" y="129540"/>
                  </a:lnTo>
                  <a:lnTo>
                    <a:pt x="211836" y="143256"/>
                  </a:lnTo>
                  <a:lnTo>
                    <a:pt x="228600" y="140208"/>
                  </a:lnTo>
                  <a:lnTo>
                    <a:pt x="246888" y="140208"/>
                  </a:lnTo>
                  <a:lnTo>
                    <a:pt x="246354" y="184810"/>
                  </a:lnTo>
                  <a:lnTo>
                    <a:pt x="242697" y="224980"/>
                  </a:lnTo>
                  <a:lnTo>
                    <a:pt x="227076" y="292608"/>
                  </a:lnTo>
                  <a:lnTo>
                    <a:pt x="196977" y="347472"/>
                  </a:lnTo>
                  <a:lnTo>
                    <a:pt x="150876" y="397764"/>
                  </a:lnTo>
                  <a:lnTo>
                    <a:pt x="156972" y="402336"/>
                  </a:lnTo>
                  <a:lnTo>
                    <a:pt x="187540" y="376643"/>
                  </a:lnTo>
                  <a:lnTo>
                    <a:pt x="233260" y="322402"/>
                  </a:lnTo>
                  <a:lnTo>
                    <a:pt x="258381" y="262369"/>
                  </a:lnTo>
                  <a:lnTo>
                    <a:pt x="269189" y="185699"/>
                  </a:lnTo>
                  <a:lnTo>
                    <a:pt x="269748" y="140208"/>
                  </a:lnTo>
                  <a:lnTo>
                    <a:pt x="292608" y="140208"/>
                  </a:lnTo>
                  <a:lnTo>
                    <a:pt x="292696" y="352666"/>
                  </a:lnTo>
                  <a:lnTo>
                    <a:pt x="327660" y="384048"/>
                  </a:lnTo>
                  <a:lnTo>
                    <a:pt x="364236" y="384048"/>
                  </a:lnTo>
                  <a:lnTo>
                    <a:pt x="376847" y="382651"/>
                  </a:lnTo>
                  <a:lnTo>
                    <a:pt x="387477" y="378523"/>
                  </a:lnTo>
                  <a:lnTo>
                    <a:pt x="396379" y="371843"/>
                  </a:lnTo>
                  <a:lnTo>
                    <a:pt x="402602" y="364236"/>
                  </a:lnTo>
                  <a:lnTo>
                    <a:pt x="403860" y="362712"/>
                  </a:lnTo>
                  <a:close/>
                </a:path>
                <a:path w="844550" h="402589">
                  <a:moveTo>
                    <a:pt x="835139" y="256032"/>
                  </a:moveTo>
                  <a:lnTo>
                    <a:pt x="810971" y="216916"/>
                  </a:lnTo>
                  <a:lnTo>
                    <a:pt x="749871" y="171818"/>
                  </a:lnTo>
                  <a:lnTo>
                    <a:pt x="701027" y="138684"/>
                  </a:lnTo>
                  <a:lnTo>
                    <a:pt x="694931" y="143256"/>
                  </a:lnTo>
                  <a:lnTo>
                    <a:pt x="733221" y="178435"/>
                  </a:lnTo>
                  <a:lnTo>
                    <a:pt x="763511" y="208597"/>
                  </a:lnTo>
                  <a:lnTo>
                    <a:pt x="785799" y="233921"/>
                  </a:lnTo>
                  <a:lnTo>
                    <a:pt x="800087" y="254508"/>
                  </a:lnTo>
                  <a:lnTo>
                    <a:pt x="806399" y="266509"/>
                  </a:lnTo>
                  <a:lnTo>
                    <a:pt x="811707" y="275082"/>
                  </a:lnTo>
                  <a:lnTo>
                    <a:pt x="816165" y="280225"/>
                  </a:lnTo>
                  <a:lnTo>
                    <a:pt x="819899" y="281940"/>
                  </a:lnTo>
                  <a:lnTo>
                    <a:pt x="822947" y="281940"/>
                  </a:lnTo>
                  <a:lnTo>
                    <a:pt x="825995" y="278892"/>
                  </a:lnTo>
                  <a:lnTo>
                    <a:pt x="835139" y="260604"/>
                  </a:lnTo>
                  <a:lnTo>
                    <a:pt x="835139" y="256032"/>
                  </a:lnTo>
                  <a:close/>
                </a:path>
                <a:path w="844550" h="402589">
                  <a:moveTo>
                    <a:pt x="844283" y="39624"/>
                  </a:moveTo>
                  <a:lnTo>
                    <a:pt x="807707" y="3048"/>
                  </a:lnTo>
                  <a:lnTo>
                    <a:pt x="781799" y="28956"/>
                  </a:lnTo>
                  <a:lnTo>
                    <a:pt x="452615" y="28956"/>
                  </a:lnTo>
                  <a:lnTo>
                    <a:pt x="467855" y="44196"/>
                  </a:lnTo>
                  <a:lnTo>
                    <a:pt x="477291" y="42202"/>
                  </a:lnTo>
                  <a:lnTo>
                    <a:pt x="487286" y="40767"/>
                  </a:lnTo>
                  <a:lnTo>
                    <a:pt x="497865" y="39916"/>
                  </a:lnTo>
                  <a:lnTo>
                    <a:pt x="509003" y="39624"/>
                  </a:lnTo>
                  <a:lnTo>
                    <a:pt x="644639" y="39624"/>
                  </a:lnTo>
                  <a:lnTo>
                    <a:pt x="627240" y="80733"/>
                  </a:lnTo>
                  <a:lnTo>
                    <a:pt x="607110" y="119253"/>
                  </a:lnTo>
                  <a:lnTo>
                    <a:pt x="584428" y="154927"/>
                  </a:lnTo>
                  <a:lnTo>
                    <a:pt x="559295" y="187452"/>
                  </a:lnTo>
                  <a:lnTo>
                    <a:pt x="532701" y="218033"/>
                  </a:lnTo>
                  <a:lnTo>
                    <a:pt x="505383" y="245745"/>
                  </a:lnTo>
                  <a:lnTo>
                    <a:pt x="448043" y="292608"/>
                  </a:lnTo>
                  <a:lnTo>
                    <a:pt x="452615" y="300228"/>
                  </a:lnTo>
                  <a:lnTo>
                    <a:pt x="495020" y="272821"/>
                  </a:lnTo>
                  <a:lnTo>
                    <a:pt x="534352" y="241909"/>
                  </a:lnTo>
                  <a:lnTo>
                    <a:pt x="570471" y="207619"/>
                  </a:lnTo>
                  <a:lnTo>
                    <a:pt x="603211" y="170116"/>
                  </a:lnTo>
                  <a:lnTo>
                    <a:pt x="632447" y="129540"/>
                  </a:lnTo>
                  <a:lnTo>
                    <a:pt x="632434" y="307975"/>
                  </a:lnTo>
                  <a:lnTo>
                    <a:pt x="632256" y="335851"/>
                  </a:lnTo>
                  <a:lnTo>
                    <a:pt x="631812" y="365747"/>
                  </a:lnTo>
                  <a:lnTo>
                    <a:pt x="630923" y="397764"/>
                  </a:lnTo>
                  <a:lnTo>
                    <a:pt x="661403" y="385572"/>
                  </a:lnTo>
                  <a:lnTo>
                    <a:pt x="658622" y="329641"/>
                  </a:lnTo>
                  <a:lnTo>
                    <a:pt x="658355" y="138684"/>
                  </a:lnTo>
                  <a:lnTo>
                    <a:pt x="670928" y="129540"/>
                  </a:lnTo>
                  <a:lnTo>
                    <a:pt x="675119" y="126492"/>
                  </a:lnTo>
                  <a:lnTo>
                    <a:pt x="644639" y="108204"/>
                  </a:lnTo>
                  <a:lnTo>
                    <a:pt x="654405" y="89344"/>
                  </a:lnTo>
                  <a:lnTo>
                    <a:pt x="671652" y="55054"/>
                  </a:lnTo>
                  <a:lnTo>
                    <a:pt x="679691" y="39624"/>
                  </a:lnTo>
                  <a:lnTo>
                    <a:pt x="844283" y="39624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44" name="object 44"/>
          <p:cNvSpPr/>
          <p:nvPr/>
        </p:nvSpPr>
        <p:spPr>
          <a:xfrm>
            <a:off x="9130284" y="4290059"/>
            <a:ext cx="845819" cy="408940"/>
          </a:xfrm>
          <a:custGeom>
            <a:avLst/>
            <a:gdLst/>
            <a:ahLst/>
            <a:cxnLst/>
            <a:rect l="l" t="t" r="r" b="b"/>
            <a:pathLst>
              <a:path w="845820" h="408939">
                <a:moveTo>
                  <a:pt x="405384" y="281940"/>
                </a:moveTo>
                <a:lnTo>
                  <a:pt x="368808" y="245364"/>
                </a:lnTo>
                <a:lnTo>
                  <a:pt x="342900" y="271272"/>
                </a:lnTo>
                <a:lnTo>
                  <a:pt x="326136" y="271272"/>
                </a:lnTo>
                <a:lnTo>
                  <a:pt x="326136" y="196596"/>
                </a:lnTo>
                <a:lnTo>
                  <a:pt x="326136" y="185928"/>
                </a:lnTo>
                <a:lnTo>
                  <a:pt x="326136" y="120396"/>
                </a:lnTo>
                <a:lnTo>
                  <a:pt x="334518" y="114300"/>
                </a:lnTo>
                <a:lnTo>
                  <a:pt x="342900" y="108204"/>
                </a:lnTo>
                <a:lnTo>
                  <a:pt x="338759" y="105156"/>
                </a:lnTo>
                <a:lnTo>
                  <a:pt x="313944" y="86868"/>
                </a:lnTo>
                <a:lnTo>
                  <a:pt x="301752" y="103124"/>
                </a:lnTo>
                <a:lnTo>
                  <a:pt x="301752" y="114300"/>
                </a:lnTo>
                <a:lnTo>
                  <a:pt x="301752" y="185928"/>
                </a:lnTo>
                <a:lnTo>
                  <a:pt x="301752" y="196596"/>
                </a:lnTo>
                <a:lnTo>
                  <a:pt x="301752" y="271272"/>
                </a:lnTo>
                <a:lnTo>
                  <a:pt x="210312" y="271272"/>
                </a:lnTo>
                <a:lnTo>
                  <a:pt x="210312" y="196596"/>
                </a:lnTo>
                <a:lnTo>
                  <a:pt x="301752" y="196596"/>
                </a:lnTo>
                <a:lnTo>
                  <a:pt x="301752" y="185928"/>
                </a:lnTo>
                <a:lnTo>
                  <a:pt x="210312" y="185928"/>
                </a:lnTo>
                <a:lnTo>
                  <a:pt x="210312" y="114300"/>
                </a:lnTo>
                <a:lnTo>
                  <a:pt x="301752" y="114300"/>
                </a:lnTo>
                <a:lnTo>
                  <a:pt x="301752" y="103124"/>
                </a:lnTo>
                <a:lnTo>
                  <a:pt x="300228" y="105156"/>
                </a:lnTo>
                <a:lnTo>
                  <a:pt x="210312" y="105156"/>
                </a:lnTo>
                <a:lnTo>
                  <a:pt x="210312" y="45720"/>
                </a:lnTo>
                <a:lnTo>
                  <a:pt x="381000" y="45720"/>
                </a:lnTo>
                <a:lnTo>
                  <a:pt x="344424" y="9144"/>
                </a:lnTo>
                <a:lnTo>
                  <a:pt x="318516" y="35052"/>
                </a:lnTo>
                <a:lnTo>
                  <a:pt x="24384" y="35052"/>
                </a:lnTo>
                <a:lnTo>
                  <a:pt x="39624" y="50292"/>
                </a:lnTo>
                <a:lnTo>
                  <a:pt x="49923" y="48298"/>
                </a:lnTo>
                <a:lnTo>
                  <a:pt x="60388" y="46863"/>
                </a:lnTo>
                <a:lnTo>
                  <a:pt x="71120" y="46012"/>
                </a:lnTo>
                <a:lnTo>
                  <a:pt x="82296" y="45720"/>
                </a:lnTo>
                <a:lnTo>
                  <a:pt x="187452" y="45720"/>
                </a:lnTo>
                <a:lnTo>
                  <a:pt x="187452" y="105156"/>
                </a:lnTo>
                <a:lnTo>
                  <a:pt x="187452" y="114300"/>
                </a:lnTo>
                <a:lnTo>
                  <a:pt x="187452" y="185928"/>
                </a:lnTo>
                <a:lnTo>
                  <a:pt x="187452" y="196596"/>
                </a:lnTo>
                <a:lnTo>
                  <a:pt x="187452" y="271272"/>
                </a:lnTo>
                <a:lnTo>
                  <a:pt x="97536" y="271272"/>
                </a:lnTo>
                <a:lnTo>
                  <a:pt x="97536" y="196596"/>
                </a:lnTo>
                <a:lnTo>
                  <a:pt x="187452" y="196596"/>
                </a:lnTo>
                <a:lnTo>
                  <a:pt x="187452" y="185928"/>
                </a:lnTo>
                <a:lnTo>
                  <a:pt x="97536" y="185928"/>
                </a:lnTo>
                <a:lnTo>
                  <a:pt x="97536" y="114300"/>
                </a:lnTo>
                <a:lnTo>
                  <a:pt x="187452" y="114300"/>
                </a:lnTo>
                <a:lnTo>
                  <a:pt x="187452" y="105156"/>
                </a:lnTo>
                <a:lnTo>
                  <a:pt x="97536" y="105156"/>
                </a:lnTo>
                <a:lnTo>
                  <a:pt x="71628" y="89916"/>
                </a:lnTo>
                <a:lnTo>
                  <a:pt x="72504" y="112445"/>
                </a:lnTo>
                <a:lnTo>
                  <a:pt x="72961" y="134112"/>
                </a:lnTo>
                <a:lnTo>
                  <a:pt x="73126" y="154647"/>
                </a:lnTo>
                <a:lnTo>
                  <a:pt x="73152" y="271272"/>
                </a:lnTo>
                <a:lnTo>
                  <a:pt x="0" y="271272"/>
                </a:lnTo>
                <a:lnTo>
                  <a:pt x="15240" y="286512"/>
                </a:lnTo>
                <a:lnTo>
                  <a:pt x="25539" y="284518"/>
                </a:lnTo>
                <a:lnTo>
                  <a:pt x="36004" y="283083"/>
                </a:lnTo>
                <a:lnTo>
                  <a:pt x="46736" y="282232"/>
                </a:lnTo>
                <a:lnTo>
                  <a:pt x="57912" y="281940"/>
                </a:lnTo>
                <a:lnTo>
                  <a:pt x="73152" y="281940"/>
                </a:lnTo>
                <a:lnTo>
                  <a:pt x="73025" y="369404"/>
                </a:lnTo>
                <a:lnTo>
                  <a:pt x="72961" y="374142"/>
                </a:lnTo>
                <a:lnTo>
                  <a:pt x="72504" y="389572"/>
                </a:lnTo>
                <a:lnTo>
                  <a:pt x="71628" y="408432"/>
                </a:lnTo>
                <a:lnTo>
                  <a:pt x="97536" y="396240"/>
                </a:lnTo>
                <a:lnTo>
                  <a:pt x="97536" y="281940"/>
                </a:lnTo>
                <a:lnTo>
                  <a:pt x="301752" y="281940"/>
                </a:lnTo>
                <a:lnTo>
                  <a:pt x="301752" y="347472"/>
                </a:lnTo>
                <a:lnTo>
                  <a:pt x="303276" y="361188"/>
                </a:lnTo>
                <a:lnTo>
                  <a:pt x="300228" y="367284"/>
                </a:lnTo>
                <a:lnTo>
                  <a:pt x="291084" y="368808"/>
                </a:lnTo>
                <a:lnTo>
                  <a:pt x="281622" y="369404"/>
                </a:lnTo>
                <a:lnTo>
                  <a:pt x="269176" y="368998"/>
                </a:lnTo>
                <a:lnTo>
                  <a:pt x="253568" y="367741"/>
                </a:lnTo>
                <a:lnTo>
                  <a:pt x="234696" y="365760"/>
                </a:lnTo>
                <a:lnTo>
                  <a:pt x="234696" y="373380"/>
                </a:lnTo>
                <a:lnTo>
                  <a:pt x="258673" y="381647"/>
                </a:lnTo>
                <a:lnTo>
                  <a:pt x="275653" y="390334"/>
                </a:lnTo>
                <a:lnTo>
                  <a:pt x="285483" y="399313"/>
                </a:lnTo>
                <a:lnTo>
                  <a:pt x="288036" y="408432"/>
                </a:lnTo>
                <a:lnTo>
                  <a:pt x="305765" y="401345"/>
                </a:lnTo>
                <a:lnTo>
                  <a:pt x="317944" y="391668"/>
                </a:lnTo>
                <a:lnTo>
                  <a:pt x="324675" y="379717"/>
                </a:lnTo>
                <a:lnTo>
                  <a:pt x="325755" y="369404"/>
                </a:lnTo>
                <a:lnTo>
                  <a:pt x="326136" y="365760"/>
                </a:lnTo>
                <a:lnTo>
                  <a:pt x="326136" y="281940"/>
                </a:lnTo>
                <a:lnTo>
                  <a:pt x="405384" y="281940"/>
                </a:lnTo>
                <a:close/>
              </a:path>
              <a:path w="845820" h="408939">
                <a:moveTo>
                  <a:pt x="845807" y="82296"/>
                </a:moveTo>
                <a:lnTo>
                  <a:pt x="806183" y="42672"/>
                </a:lnTo>
                <a:lnTo>
                  <a:pt x="777227" y="71628"/>
                </a:lnTo>
                <a:lnTo>
                  <a:pt x="629399" y="71628"/>
                </a:lnTo>
                <a:lnTo>
                  <a:pt x="634022" y="63080"/>
                </a:lnTo>
                <a:lnTo>
                  <a:pt x="638924" y="53530"/>
                </a:lnTo>
                <a:lnTo>
                  <a:pt x="644410" y="43129"/>
                </a:lnTo>
                <a:lnTo>
                  <a:pt x="650735" y="32004"/>
                </a:lnTo>
                <a:lnTo>
                  <a:pt x="667499" y="24384"/>
                </a:lnTo>
                <a:lnTo>
                  <a:pt x="623303" y="0"/>
                </a:lnTo>
                <a:lnTo>
                  <a:pt x="620141" y="14846"/>
                </a:lnTo>
                <a:lnTo>
                  <a:pt x="615111" y="31813"/>
                </a:lnTo>
                <a:lnTo>
                  <a:pt x="608088" y="50800"/>
                </a:lnTo>
                <a:lnTo>
                  <a:pt x="598919" y="71628"/>
                </a:lnTo>
                <a:lnTo>
                  <a:pt x="443471" y="71628"/>
                </a:lnTo>
                <a:lnTo>
                  <a:pt x="458711" y="86868"/>
                </a:lnTo>
                <a:lnTo>
                  <a:pt x="468998" y="84874"/>
                </a:lnTo>
                <a:lnTo>
                  <a:pt x="479285" y="83439"/>
                </a:lnTo>
                <a:lnTo>
                  <a:pt x="489572" y="82588"/>
                </a:lnTo>
                <a:lnTo>
                  <a:pt x="499859" y="82296"/>
                </a:lnTo>
                <a:lnTo>
                  <a:pt x="595871" y="82296"/>
                </a:lnTo>
                <a:lnTo>
                  <a:pt x="562724" y="139255"/>
                </a:lnTo>
                <a:lnTo>
                  <a:pt x="527291" y="185928"/>
                </a:lnTo>
                <a:lnTo>
                  <a:pt x="488810" y="226123"/>
                </a:lnTo>
                <a:lnTo>
                  <a:pt x="443471" y="265176"/>
                </a:lnTo>
                <a:lnTo>
                  <a:pt x="448043" y="269748"/>
                </a:lnTo>
                <a:lnTo>
                  <a:pt x="476288" y="251460"/>
                </a:lnTo>
                <a:lnTo>
                  <a:pt x="503669" y="230886"/>
                </a:lnTo>
                <a:lnTo>
                  <a:pt x="529920" y="208026"/>
                </a:lnTo>
                <a:lnTo>
                  <a:pt x="554723" y="182880"/>
                </a:lnTo>
                <a:lnTo>
                  <a:pt x="554494" y="270637"/>
                </a:lnTo>
                <a:lnTo>
                  <a:pt x="553961" y="337375"/>
                </a:lnTo>
                <a:lnTo>
                  <a:pt x="553440" y="383273"/>
                </a:lnTo>
                <a:lnTo>
                  <a:pt x="553199" y="408432"/>
                </a:lnTo>
                <a:lnTo>
                  <a:pt x="579107" y="393192"/>
                </a:lnTo>
                <a:lnTo>
                  <a:pt x="579107" y="294132"/>
                </a:lnTo>
                <a:lnTo>
                  <a:pt x="739127" y="294132"/>
                </a:lnTo>
                <a:lnTo>
                  <a:pt x="739127" y="365760"/>
                </a:lnTo>
                <a:lnTo>
                  <a:pt x="733031" y="370332"/>
                </a:lnTo>
                <a:lnTo>
                  <a:pt x="722363" y="370332"/>
                </a:lnTo>
                <a:lnTo>
                  <a:pt x="714387" y="370052"/>
                </a:lnTo>
                <a:lnTo>
                  <a:pt x="704265" y="369189"/>
                </a:lnTo>
                <a:lnTo>
                  <a:pt x="692150" y="367766"/>
                </a:lnTo>
                <a:lnTo>
                  <a:pt x="678167" y="365760"/>
                </a:lnTo>
                <a:lnTo>
                  <a:pt x="678167" y="373380"/>
                </a:lnTo>
                <a:lnTo>
                  <a:pt x="699058" y="381431"/>
                </a:lnTo>
                <a:lnTo>
                  <a:pt x="713790" y="389763"/>
                </a:lnTo>
                <a:lnTo>
                  <a:pt x="722541" y="398678"/>
                </a:lnTo>
                <a:lnTo>
                  <a:pt x="725411" y="408432"/>
                </a:lnTo>
                <a:lnTo>
                  <a:pt x="741654" y="400723"/>
                </a:lnTo>
                <a:lnTo>
                  <a:pt x="753605" y="391287"/>
                </a:lnTo>
                <a:lnTo>
                  <a:pt x="760996" y="380149"/>
                </a:lnTo>
                <a:lnTo>
                  <a:pt x="762914" y="370332"/>
                </a:lnTo>
                <a:lnTo>
                  <a:pt x="763422" y="367766"/>
                </a:lnTo>
                <a:lnTo>
                  <a:pt x="763511" y="294132"/>
                </a:lnTo>
                <a:lnTo>
                  <a:pt x="763511" y="283464"/>
                </a:lnTo>
                <a:lnTo>
                  <a:pt x="763511" y="225552"/>
                </a:lnTo>
                <a:lnTo>
                  <a:pt x="763511" y="216408"/>
                </a:lnTo>
                <a:lnTo>
                  <a:pt x="763511" y="161544"/>
                </a:lnTo>
                <a:lnTo>
                  <a:pt x="771131" y="155448"/>
                </a:lnTo>
                <a:lnTo>
                  <a:pt x="778751" y="149352"/>
                </a:lnTo>
                <a:lnTo>
                  <a:pt x="772960" y="144780"/>
                </a:lnTo>
                <a:lnTo>
                  <a:pt x="749795" y="126492"/>
                </a:lnTo>
                <a:lnTo>
                  <a:pt x="739127" y="139293"/>
                </a:lnTo>
                <a:lnTo>
                  <a:pt x="739127" y="155448"/>
                </a:lnTo>
                <a:lnTo>
                  <a:pt x="739127" y="216408"/>
                </a:lnTo>
                <a:lnTo>
                  <a:pt x="739127" y="225552"/>
                </a:lnTo>
                <a:lnTo>
                  <a:pt x="739127" y="283464"/>
                </a:lnTo>
                <a:lnTo>
                  <a:pt x="579107" y="283464"/>
                </a:lnTo>
                <a:lnTo>
                  <a:pt x="579107" y="225552"/>
                </a:lnTo>
                <a:lnTo>
                  <a:pt x="739127" y="225552"/>
                </a:lnTo>
                <a:lnTo>
                  <a:pt x="739127" y="216408"/>
                </a:lnTo>
                <a:lnTo>
                  <a:pt x="579107" y="216408"/>
                </a:lnTo>
                <a:lnTo>
                  <a:pt x="579107" y="182880"/>
                </a:lnTo>
                <a:lnTo>
                  <a:pt x="579107" y="155448"/>
                </a:lnTo>
                <a:lnTo>
                  <a:pt x="739127" y="155448"/>
                </a:lnTo>
                <a:lnTo>
                  <a:pt x="739127" y="139293"/>
                </a:lnTo>
                <a:lnTo>
                  <a:pt x="734555" y="144780"/>
                </a:lnTo>
                <a:lnTo>
                  <a:pt x="585203" y="144780"/>
                </a:lnTo>
                <a:lnTo>
                  <a:pt x="595490" y="130517"/>
                </a:lnTo>
                <a:lnTo>
                  <a:pt x="605777" y="115252"/>
                </a:lnTo>
                <a:lnTo>
                  <a:pt x="616064" y="99136"/>
                </a:lnTo>
                <a:lnTo>
                  <a:pt x="626351" y="82296"/>
                </a:lnTo>
                <a:lnTo>
                  <a:pt x="845807" y="8229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" name="object 45"/>
          <p:cNvSpPr/>
          <p:nvPr/>
        </p:nvSpPr>
        <p:spPr>
          <a:xfrm>
            <a:off x="2125979" y="4826508"/>
            <a:ext cx="408940" cy="408940"/>
          </a:xfrm>
          <a:custGeom>
            <a:avLst/>
            <a:gdLst/>
            <a:ahLst/>
            <a:cxnLst/>
            <a:rect l="l" t="t" r="r" b="b"/>
            <a:pathLst>
              <a:path w="408939" h="408939">
                <a:moveTo>
                  <a:pt x="208788" y="44196"/>
                </a:moveTo>
                <a:lnTo>
                  <a:pt x="193548" y="44196"/>
                </a:lnTo>
                <a:lnTo>
                  <a:pt x="192119" y="34766"/>
                </a:lnTo>
                <a:lnTo>
                  <a:pt x="187833" y="24765"/>
                </a:lnTo>
                <a:lnTo>
                  <a:pt x="180689" y="14192"/>
                </a:lnTo>
                <a:lnTo>
                  <a:pt x="170688" y="3048"/>
                </a:lnTo>
                <a:lnTo>
                  <a:pt x="175260" y="0"/>
                </a:lnTo>
                <a:lnTo>
                  <a:pt x="186047" y="3667"/>
                </a:lnTo>
                <a:lnTo>
                  <a:pt x="195262" y="7620"/>
                </a:lnTo>
                <a:lnTo>
                  <a:pt x="202477" y="11572"/>
                </a:lnTo>
                <a:lnTo>
                  <a:pt x="207264" y="15240"/>
                </a:lnTo>
                <a:lnTo>
                  <a:pt x="213360" y="19812"/>
                </a:lnTo>
                <a:lnTo>
                  <a:pt x="216408" y="24384"/>
                </a:lnTo>
                <a:lnTo>
                  <a:pt x="216408" y="33528"/>
                </a:lnTo>
                <a:lnTo>
                  <a:pt x="214884" y="38100"/>
                </a:lnTo>
                <a:lnTo>
                  <a:pt x="208788" y="44196"/>
                </a:lnTo>
                <a:close/>
              </a:path>
              <a:path w="408939" h="408939">
                <a:moveTo>
                  <a:pt x="27432" y="60960"/>
                </a:moveTo>
                <a:lnTo>
                  <a:pt x="10668" y="44196"/>
                </a:lnTo>
                <a:lnTo>
                  <a:pt x="336804" y="44196"/>
                </a:lnTo>
                <a:lnTo>
                  <a:pt x="361188" y="22860"/>
                </a:lnTo>
                <a:lnTo>
                  <a:pt x="390144" y="54864"/>
                </a:lnTo>
                <a:lnTo>
                  <a:pt x="68580" y="54864"/>
                </a:lnTo>
                <a:lnTo>
                  <a:pt x="57435" y="55173"/>
                </a:lnTo>
                <a:lnTo>
                  <a:pt x="46863" y="56197"/>
                </a:lnTo>
                <a:lnTo>
                  <a:pt x="36861" y="58078"/>
                </a:lnTo>
                <a:lnTo>
                  <a:pt x="27432" y="60960"/>
                </a:lnTo>
                <a:close/>
              </a:path>
              <a:path w="408939" h="408939">
                <a:moveTo>
                  <a:pt x="83820" y="105156"/>
                </a:moveTo>
                <a:lnTo>
                  <a:pt x="65532" y="88392"/>
                </a:lnTo>
                <a:lnTo>
                  <a:pt x="74676" y="80772"/>
                </a:lnTo>
                <a:lnTo>
                  <a:pt x="74676" y="54864"/>
                </a:lnTo>
                <a:lnTo>
                  <a:pt x="94488" y="54864"/>
                </a:lnTo>
                <a:lnTo>
                  <a:pt x="94488" y="85344"/>
                </a:lnTo>
                <a:lnTo>
                  <a:pt x="332740" y="85344"/>
                </a:lnTo>
                <a:lnTo>
                  <a:pt x="341376" y="94488"/>
                </a:lnTo>
                <a:lnTo>
                  <a:pt x="94488" y="94488"/>
                </a:lnTo>
                <a:lnTo>
                  <a:pt x="83820" y="105156"/>
                </a:lnTo>
                <a:close/>
              </a:path>
              <a:path w="408939" h="408939">
                <a:moveTo>
                  <a:pt x="332740" y="85344"/>
                </a:moveTo>
                <a:lnTo>
                  <a:pt x="294131" y="85344"/>
                </a:lnTo>
                <a:lnTo>
                  <a:pt x="315468" y="67056"/>
                </a:lnTo>
                <a:lnTo>
                  <a:pt x="332740" y="85344"/>
                </a:lnTo>
                <a:close/>
              </a:path>
              <a:path w="408939" h="408939">
                <a:moveTo>
                  <a:pt x="323469" y="118872"/>
                </a:moveTo>
                <a:lnTo>
                  <a:pt x="297180" y="118872"/>
                </a:lnTo>
                <a:lnTo>
                  <a:pt x="306324" y="105156"/>
                </a:lnTo>
                <a:lnTo>
                  <a:pt x="323469" y="118872"/>
                </a:lnTo>
                <a:close/>
              </a:path>
              <a:path w="408939" h="408939">
                <a:moveTo>
                  <a:pt x="74676" y="176784"/>
                </a:moveTo>
                <a:lnTo>
                  <a:pt x="74676" y="109728"/>
                </a:lnTo>
                <a:lnTo>
                  <a:pt x="94488" y="118872"/>
                </a:lnTo>
                <a:lnTo>
                  <a:pt x="323469" y="118872"/>
                </a:lnTo>
                <a:lnTo>
                  <a:pt x="329184" y="123444"/>
                </a:lnTo>
                <a:lnTo>
                  <a:pt x="320649" y="129540"/>
                </a:lnTo>
                <a:lnTo>
                  <a:pt x="94488" y="129540"/>
                </a:lnTo>
                <a:lnTo>
                  <a:pt x="94488" y="152400"/>
                </a:lnTo>
                <a:lnTo>
                  <a:pt x="318516" y="152400"/>
                </a:lnTo>
                <a:lnTo>
                  <a:pt x="318516" y="163068"/>
                </a:lnTo>
                <a:lnTo>
                  <a:pt x="94488" y="163068"/>
                </a:lnTo>
                <a:lnTo>
                  <a:pt x="94488" y="169164"/>
                </a:lnTo>
                <a:lnTo>
                  <a:pt x="74676" y="176784"/>
                </a:lnTo>
                <a:close/>
              </a:path>
              <a:path w="408939" h="408939">
                <a:moveTo>
                  <a:pt x="318516" y="152400"/>
                </a:moveTo>
                <a:lnTo>
                  <a:pt x="298704" y="152400"/>
                </a:lnTo>
                <a:lnTo>
                  <a:pt x="298704" y="129540"/>
                </a:lnTo>
                <a:lnTo>
                  <a:pt x="320649" y="129540"/>
                </a:lnTo>
                <a:lnTo>
                  <a:pt x="318516" y="131064"/>
                </a:lnTo>
                <a:lnTo>
                  <a:pt x="318516" y="152400"/>
                </a:lnTo>
                <a:close/>
              </a:path>
              <a:path w="408939" h="408939">
                <a:moveTo>
                  <a:pt x="298704" y="176784"/>
                </a:moveTo>
                <a:lnTo>
                  <a:pt x="298704" y="163068"/>
                </a:lnTo>
                <a:lnTo>
                  <a:pt x="318516" y="163068"/>
                </a:lnTo>
                <a:lnTo>
                  <a:pt x="318516" y="169164"/>
                </a:lnTo>
                <a:lnTo>
                  <a:pt x="298704" y="176784"/>
                </a:lnTo>
                <a:close/>
              </a:path>
              <a:path w="408939" h="408939">
                <a:moveTo>
                  <a:pt x="252632" y="196596"/>
                </a:moveTo>
                <a:lnTo>
                  <a:pt x="225552" y="196596"/>
                </a:lnTo>
                <a:lnTo>
                  <a:pt x="236220" y="181356"/>
                </a:lnTo>
                <a:lnTo>
                  <a:pt x="252632" y="196596"/>
                </a:lnTo>
                <a:close/>
              </a:path>
              <a:path w="408939" h="408939">
                <a:moveTo>
                  <a:pt x="130232" y="198120"/>
                </a:moveTo>
                <a:lnTo>
                  <a:pt x="102108" y="198120"/>
                </a:lnTo>
                <a:lnTo>
                  <a:pt x="112776" y="184404"/>
                </a:lnTo>
                <a:lnTo>
                  <a:pt x="130232" y="198120"/>
                </a:lnTo>
                <a:close/>
              </a:path>
              <a:path w="408939" h="408939">
                <a:moveTo>
                  <a:pt x="144780" y="326136"/>
                </a:moveTo>
                <a:lnTo>
                  <a:pt x="145661" y="307800"/>
                </a:lnTo>
                <a:lnTo>
                  <a:pt x="146081" y="290512"/>
                </a:lnTo>
                <a:lnTo>
                  <a:pt x="146184" y="280987"/>
                </a:lnTo>
                <a:lnTo>
                  <a:pt x="146296" y="243840"/>
                </a:lnTo>
                <a:lnTo>
                  <a:pt x="146171" y="220218"/>
                </a:lnTo>
                <a:lnTo>
                  <a:pt x="146085" y="213360"/>
                </a:lnTo>
                <a:lnTo>
                  <a:pt x="145732" y="201168"/>
                </a:lnTo>
                <a:lnTo>
                  <a:pt x="145624" y="198120"/>
                </a:lnTo>
                <a:lnTo>
                  <a:pt x="144780" y="184404"/>
                </a:lnTo>
                <a:lnTo>
                  <a:pt x="166116" y="196596"/>
                </a:lnTo>
                <a:lnTo>
                  <a:pt x="252632" y="196596"/>
                </a:lnTo>
                <a:lnTo>
                  <a:pt x="257556" y="201168"/>
                </a:lnTo>
                <a:lnTo>
                  <a:pt x="251460" y="205740"/>
                </a:lnTo>
                <a:lnTo>
                  <a:pt x="166116" y="205740"/>
                </a:lnTo>
                <a:lnTo>
                  <a:pt x="166116" y="315468"/>
                </a:lnTo>
                <a:lnTo>
                  <a:pt x="144780" y="326136"/>
                </a:lnTo>
                <a:close/>
              </a:path>
              <a:path w="408939" h="408939">
                <a:moveTo>
                  <a:pt x="3048" y="406908"/>
                </a:moveTo>
                <a:lnTo>
                  <a:pt x="0" y="402336"/>
                </a:lnTo>
                <a:lnTo>
                  <a:pt x="17978" y="376951"/>
                </a:lnTo>
                <a:lnTo>
                  <a:pt x="30670" y="348996"/>
                </a:lnTo>
                <a:lnTo>
                  <a:pt x="37933" y="318754"/>
                </a:lnTo>
                <a:lnTo>
                  <a:pt x="39414" y="290512"/>
                </a:lnTo>
                <a:lnTo>
                  <a:pt x="39526" y="271272"/>
                </a:lnTo>
                <a:lnTo>
                  <a:pt x="39399" y="251460"/>
                </a:lnTo>
                <a:lnTo>
                  <a:pt x="38862" y="220218"/>
                </a:lnTo>
                <a:lnTo>
                  <a:pt x="38390" y="201168"/>
                </a:lnTo>
                <a:lnTo>
                  <a:pt x="38100" y="185928"/>
                </a:lnTo>
                <a:lnTo>
                  <a:pt x="57912" y="198120"/>
                </a:lnTo>
                <a:lnTo>
                  <a:pt x="130232" y="198120"/>
                </a:lnTo>
                <a:lnTo>
                  <a:pt x="134112" y="201168"/>
                </a:lnTo>
                <a:lnTo>
                  <a:pt x="125403" y="208788"/>
                </a:lnTo>
                <a:lnTo>
                  <a:pt x="57912" y="208788"/>
                </a:lnTo>
                <a:lnTo>
                  <a:pt x="57912" y="243840"/>
                </a:lnTo>
                <a:lnTo>
                  <a:pt x="121920" y="243840"/>
                </a:lnTo>
                <a:lnTo>
                  <a:pt x="121920" y="254508"/>
                </a:lnTo>
                <a:lnTo>
                  <a:pt x="57912" y="254508"/>
                </a:lnTo>
                <a:lnTo>
                  <a:pt x="57912" y="292608"/>
                </a:lnTo>
                <a:lnTo>
                  <a:pt x="121920" y="292608"/>
                </a:lnTo>
                <a:lnTo>
                  <a:pt x="121920" y="303276"/>
                </a:lnTo>
                <a:lnTo>
                  <a:pt x="57912" y="303276"/>
                </a:lnTo>
                <a:lnTo>
                  <a:pt x="54268" y="333827"/>
                </a:lnTo>
                <a:lnTo>
                  <a:pt x="43624" y="361378"/>
                </a:lnTo>
                <a:lnTo>
                  <a:pt x="26408" y="385786"/>
                </a:lnTo>
                <a:lnTo>
                  <a:pt x="3048" y="406908"/>
                </a:lnTo>
                <a:close/>
              </a:path>
              <a:path w="408939" h="408939">
                <a:moveTo>
                  <a:pt x="363474" y="201168"/>
                </a:moveTo>
                <a:lnTo>
                  <a:pt x="335280" y="201168"/>
                </a:lnTo>
                <a:lnTo>
                  <a:pt x="344424" y="185928"/>
                </a:lnTo>
                <a:lnTo>
                  <a:pt x="363474" y="201168"/>
                </a:lnTo>
                <a:close/>
              </a:path>
              <a:path w="408939" h="408939">
                <a:moveTo>
                  <a:pt x="220980" y="408432"/>
                </a:moveTo>
                <a:lnTo>
                  <a:pt x="217932" y="403860"/>
                </a:lnTo>
                <a:lnTo>
                  <a:pt x="240792" y="380761"/>
                </a:lnTo>
                <a:lnTo>
                  <a:pt x="256794" y="355092"/>
                </a:lnTo>
                <a:lnTo>
                  <a:pt x="265938" y="327136"/>
                </a:lnTo>
                <a:lnTo>
                  <a:pt x="268107" y="298704"/>
                </a:lnTo>
                <a:lnTo>
                  <a:pt x="268212" y="280987"/>
                </a:lnTo>
                <a:lnTo>
                  <a:pt x="268086" y="243840"/>
                </a:lnTo>
                <a:lnTo>
                  <a:pt x="267976" y="231338"/>
                </a:lnTo>
                <a:lnTo>
                  <a:pt x="267667" y="214312"/>
                </a:lnTo>
                <a:lnTo>
                  <a:pt x="267549" y="208788"/>
                </a:lnTo>
                <a:lnTo>
                  <a:pt x="266700" y="188976"/>
                </a:lnTo>
                <a:lnTo>
                  <a:pt x="288036" y="201168"/>
                </a:lnTo>
                <a:lnTo>
                  <a:pt x="363474" y="201168"/>
                </a:lnTo>
                <a:lnTo>
                  <a:pt x="367284" y="204216"/>
                </a:lnTo>
                <a:lnTo>
                  <a:pt x="357124" y="211836"/>
                </a:lnTo>
                <a:lnTo>
                  <a:pt x="288036" y="211836"/>
                </a:lnTo>
                <a:lnTo>
                  <a:pt x="288036" y="249936"/>
                </a:lnTo>
                <a:lnTo>
                  <a:pt x="301336" y="256032"/>
                </a:lnTo>
                <a:lnTo>
                  <a:pt x="288036" y="256032"/>
                </a:lnTo>
                <a:lnTo>
                  <a:pt x="288036" y="298704"/>
                </a:lnTo>
                <a:lnTo>
                  <a:pt x="284630" y="331279"/>
                </a:lnTo>
                <a:lnTo>
                  <a:pt x="272224" y="360426"/>
                </a:lnTo>
                <a:lnTo>
                  <a:pt x="250959" y="386143"/>
                </a:lnTo>
                <a:lnTo>
                  <a:pt x="220980" y="408432"/>
                </a:lnTo>
                <a:close/>
              </a:path>
              <a:path w="408939" h="408939">
                <a:moveTo>
                  <a:pt x="227076" y="315468"/>
                </a:moveTo>
                <a:lnTo>
                  <a:pt x="227076" y="205740"/>
                </a:lnTo>
                <a:lnTo>
                  <a:pt x="251460" y="205740"/>
                </a:lnTo>
                <a:lnTo>
                  <a:pt x="245364" y="210312"/>
                </a:lnTo>
                <a:lnTo>
                  <a:pt x="245553" y="231338"/>
                </a:lnTo>
                <a:lnTo>
                  <a:pt x="245662" y="240792"/>
                </a:lnTo>
                <a:lnTo>
                  <a:pt x="246316" y="264985"/>
                </a:lnTo>
                <a:lnTo>
                  <a:pt x="247292" y="286821"/>
                </a:lnTo>
                <a:lnTo>
                  <a:pt x="248412" y="304800"/>
                </a:lnTo>
                <a:lnTo>
                  <a:pt x="227076" y="315468"/>
                </a:lnTo>
                <a:close/>
              </a:path>
              <a:path w="408939" h="408939">
                <a:moveTo>
                  <a:pt x="121920" y="243840"/>
                </a:moveTo>
                <a:lnTo>
                  <a:pt x="103632" y="243840"/>
                </a:lnTo>
                <a:lnTo>
                  <a:pt x="103632" y="208788"/>
                </a:lnTo>
                <a:lnTo>
                  <a:pt x="125403" y="208788"/>
                </a:lnTo>
                <a:lnTo>
                  <a:pt x="121920" y="211836"/>
                </a:lnTo>
                <a:lnTo>
                  <a:pt x="121920" y="243840"/>
                </a:lnTo>
                <a:close/>
              </a:path>
              <a:path w="408939" h="408939">
                <a:moveTo>
                  <a:pt x="385572" y="390144"/>
                </a:moveTo>
                <a:lnTo>
                  <a:pt x="359664" y="390144"/>
                </a:lnTo>
                <a:lnTo>
                  <a:pt x="348805" y="388691"/>
                </a:lnTo>
                <a:lnTo>
                  <a:pt x="341376" y="384238"/>
                </a:lnTo>
                <a:lnTo>
                  <a:pt x="337375" y="376642"/>
                </a:lnTo>
                <a:lnTo>
                  <a:pt x="336884" y="367284"/>
                </a:lnTo>
                <a:lnTo>
                  <a:pt x="336804" y="211836"/>
                </a:lnTo>
                <a:lnTo>
                  <a:pt x="357124" y="211836"/>
                </a:lnTo>
                <a:lnTo>
                  <a:pt x="355092" y="213360"/>
                </a:lnTo>
                <a:lnTo>
                  <a:pt x="355092" y="368808"/>
                </a:lnTo>
                <a:lnTo>
                  <a:pt x="356616" y="373380"/>
                </a:lnTo>
                <a:lnTo>
                  <a:pt x="373380" y="373380"/>
                </a:lnTo>
                <a:lnTo>
                  <a:pt x="377952" y="374904"/>
                </a:lnTo>
                <a:lnTo>
                  <a:pt x="407392" y="374904"/>
                </a:lnTo>
                <a:lnTo>
                  <a:pt x="403574" y="380499"/>
                </a:lnTo>
                <a:lnTo>
                  <a:pt x="398145" y="385762"/>
                </a:lnTo>
                <a:lnTo>
                  <a:pt x="392144" y="389024"/>
                </a:lnTo>
                <a:lnTo>
                  <a:pt x="385572" y="390144"/>
                </a:lnTo>
                <a:close/>
              </a:path>
              <a:path w="408939" h="408939">
                <a:moveTo>
                  <a:pt x="132588" y="408432"/>
                </a:moveTo>
                <a:lnTo>
                  <a:pt x="129540" y="403860"/>
                </a:lnTo>
                <a:lnTo>
                  <a:pt x="148113" y="383547"/>
                </a:lnTo>
                <a:lnTo>
                  <a:pt x="162687" y="363664"/>
                </a:lnTo>
                <a:lnTo>
                  <a:pt x="179832" y="324612"/>
                </a:lnTo>
                <a:lnTo>
                  <a:pt x="185737" y="280987"/>
                </a:lnTo>
                <a:lnTo>
                  <a:pt x="186370" y="249936"/>
                </a:lnTo>
                <a:lnTo>
                  <a:pt x="185928" y="227076"/>
                </a:lnTo>
                <a:lnTo>
                  <a:pt x="214884" y="240792"/>
                </a:lnTo>
                <a:lnTo>
                  <a:pt x="205740" y="251460"/>
                </a:lnTo>
                <a:lnTo>
                  <a:pt x="205478" y="272629"/>
                </a:lnTo>
                <a:lnTo>
                  <a:pt x="204787" y="290512"/>
                </a:lnTo>
                <a:lnTo>
                  <a:pt x="203811" y="305252"/>
                </a:lnTo>
                <a:lnTo>
                  <a:pt x="202692" y="316992"/>
                </a:lnTo>
                <a:lnTo>
                  <a:pt x="218543" y="324612"/>
                </a:lnTo>
                <a:lnTo>
                  <a:pt x="201168" y="324612"/>
                </a:lnTo>
                <a:lnTo>
                  <a:pt x="190023" y="348638"/>
                </a:lnTo>
                <a:lnTo>
                  <a:pt x="174879" y="370522"/>
                </a:lnTo>
                <a:lnTo>
                  <a:pt x="155733" y="390405"/>
                </a:lnTo>
                <a:lnTo>
                  <a:pt x="132588" y="408432"/>
                </a:lnTo>
                <a:close/>
              </a:path>
              <a:path w="408939" h="408939">
                <a:moveTo>
                  <a:pt x="121920" y="292608"/>
                </a:moveTo>
                <a:lnTo>
                  <a:pt x="103632" y="292608"/>
                </a:lnTo>
                <a:lnTo>
                  <a:pt x="103632" y="254508"/>
                </a:lnTo>
                <a:lnTo>
                  <a:pt x="121920" y="254508"/>
                </a:lnTo>
                <a:lnTo>
                  <a:pt x="121920" y="292608"/>
                </a:lnTo>
                <a:close/>
              </a:path>
              <a:path w="408939" h="408939">
                <a:moveTo>
                  <a:pt x="318516" y="303276"/>
                </a:moveTo>
                <a:lnTo>
                  <a:pt x="315468" y="303276"/>
                </a:lnTo>
                <a:lnTo>
                  <a:pt x="312419" y="298704"/>
                </a:lnTo>
                <a:lnTo>
                  <a:pt x="310895" y="289559"/>
                </a:lnTo>
                <a:lnTo>
                  <a:pt x="306895" y="280677"/>
                </a:lnTo>
                <a:lnTo>
                  <a:pt x="301752" y="272224"/>
                </a:lnTo>
                <a:lnTo>
                  <a:pt x="295465" y="264056"/>
                </a:lnTo>
                <a:lnTo>
                  <a:pt x="288036" y="256032"/>
                </a:lnTo>
                <a:lnTo>
                  <a:pt x="301336" y="256032"/>
                </a:lnTo>
                <a:lnTo>
                  <a:pt x="329184" y="280416"/>
                </a:lnTo>
                <a:lnTo>
                  <a:pt x="329184" y="289559"/>
                </a:lnTo>
                <a:lnTo>
                  <a:pt x="327660" y="292608"/>
                </a:lnTo>
                <a:lnTo>
                  <a:pt x="324612" y="297180"/>
                </a:lnTo>
                <a:lnTo>
                  <a:pt x="318516" y="303276"/>
                </a:lnTo>
                <a:close/>
              </a:path>
              <a:path w="408939" h="408939">
                <a:moveTo>
                  <a:pt x="121688" y="365760"/>
                </a:moveTo>
                <a:lnTo>
                  <a:pt x="99060" y="365760"/>
                </a:lnTo>
                <a:lnTo>
                  <a:pt x="103632" y="362712"/>
                </a:lnTo>
                <a:lnTo>
                  <a:pt x="103632" y="303276"/>
                </a:lnTo>
                <a:lnTo>
                  <a:pt x="121920" y="303276"/>
                </a:lnTo>
                <a:lnTo>
                  <a:pt x="121920" y="364236"/>
                </a:lnTo>
                <a:lnTo>
                  <a:pt x="121688" y="365760"/>
                </a:lnTo>
                <a:close/>
              </a:path>
              <a:path w="408939" h="408939">
                <a:moveTo>
                  <a:pt x="407392" y="374904"/>
                </a:moveTo>
                <a:lnTo>
                  <a:pt x="377952" y="374904"/>
                </a:lnTo>
                <a:lnTo>
                  <a:pt x="381000" y="370332"/>
                </a:lnTo>
                <a:lnTo>
                  <a:pt x="381031" y="359449"/>
                </a:lnTo>
                <a:lnTo>
                  <a:pt x="382143" y="351972"/>
                </a:lnTo>
                <a:lnTo>
                  <a:pt x="383367" y="341947"/>
                </a:lnTo>
                <a:lnTo>
                  <a:pt x="384499" y="331279"/>
                </a:lnTo>
                <a:lnTo>
                  <a:pt x="385572" y="320040"/>
                </a:lnTo>
                <a:lnTo>
                  <a:pt x="391668" y="320040"/>
                </a:lnTo>
                <a:lnTo>
                  <a:pt x="391906" y="328041"/>
                </a:lnTo>
                <a:lnTo>
                  <a:pt x="392965" y="344424"/>
                </a:lnTo>
                <a:lnTo>
                  <a:pt x="393192" y="352044"/>
                </a:lnTo>
                <a:lnTo>
                  <a:pt x="394930" y="359449"/>
                </a:lnTo>
                <a:lnTo>
                  <a:pt x="397954" y="365569"/>
                </a:lnTo>
                <a:lnTo>
                  <a:pt x="402407" y="370260"/>
                </a:lnTo>
                <a:lnTo>
                  <a:pt x="408432" y="373380"/>
                </a:lnTo>
                <a:lnTo>
                  <a:pt x="407392" y="374904"/>
                </a:lnTo>
                <a:close/>
              </a:path>
              <a:path w="408939" h="408939">
                <a:moveTo>
                  <a:pt x="233172" y="367284"/>
                </a:moveTo>
                <a:lnTo>
                  <a:pt x="230124" y="367284"/>
                </a:lnTo>
                <a:lnTo>
                  <a:pt x="227076" y="364236"/>
                </a:lnTo>
                <a:lnTo>
                  <a:pt x="225552" y="358140"/>
                </a:lnTo>
                <a:lnTo>
                  <a:pt x="221313" y="350115"/>
                </a:lnTo>
                <a:lnTo>
                  <a:pt x="215646" y="341947"/>
                </a:lnTo>
                <a:lnTo>
                  <a:pt x="208835" y="333494"/>
                </a:lnTo>
                <a:lnTo>
                  <a:pt x="201168" y="324612"/>
                </a:lnTo>
                <a:lnTo>
                  <a:pt x="218543" y="324612"/>
                </a:lnTo>
                <a:lnTo>
                  <a:pt x="243840" y="352044"/>
                </a:lnTo>
                <a:lnTo>
                  <a:pt x="242316" y="358140"/>
                </a:lnTo>
                <a:lnTo>
                  <a:pt x="239268" y="361188"/>
                </a:lnTo>
                <a:lnTo>
                  <a:pt x="236220" y="365760"/>
                </a:lnTo>
                <a:lnTo>
                  <a:pt x="233172" y="367284"/>
                </a:lnTo>
                <a:close/>
              </a:path>
              <a:path w="408939" h="408939">
                <a:moveTo>
                  <a:pt x="96012" y="396240"/>
                </a:moveTo>
                <a:lnTo>
                  <a:pt x="92011" y="386786"/>
                </a:lnTo>
                <a:lnTo>
                  <a:pt x="84582" y="378904"/>
                </a:lnTo>
                <a:lnTo>
                  <a:pt x="73723" y="372451"/>
                </a:lnTo>
                <a:lnTo>
                  <a:pt x="59436" y="367284"/>
                </a:lnTo>
                <a:lnTo>
                  <a:pt x="59436" y="361188"/>
                </a:lnTo>
                <a:lnTo>
                  <a:pt x="66317" y="362092"/>
                </a:lnTo>
                <a:lnTo>
                  <a:pt x="80652" y="363331"/>
                </a:lnTo>
                <a:lnTo>
                  <a:pt x="88392" y="364236"/>
                </a:lnTo>
                <a:lnTo>
                  <a:pt x="99060" y="365760"/>
                </a:lnTo>
                <a:lnTo>
                  <a:pt x="121688" y="365760"/>
                </a:lnTo>
                <a:lnTo>
                  <a:pt x="120443" y="373951"/>
                </a:lnTo>
                <a:lnTo>
                  <a:pt x="115824" y="382524"/>
                </a:lnTo>
                <a:lnTo>
                  <a:pt x="107775" y="389953"/>
                </a:lnTo>
                <a:lnTo>
                  <a:pt x="96012" y="39624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" name="object 46"/>
          <p:cNvSpPr/>
          <p:nvPr/>
        </p:nvSpPr>
        <p:spPr>
          <a:xfrm>
            <a:off x="2604516" y="4828032"/>
            <a:ext cx="356870" cy="401320"/>
          </a:xfrm>
          <a:custGeom>
            <a:avLst/>
            <a:gdLst/>
            <a:ahLst/>
            <a:cxnLst/>
            <a:rect l="l" t="t" r="r" b="b"/>
            <a:pathLst>
              <a:path w="356869" h="401320">
                <a:moveTo>
                  <a:pt x="54864" y="89916"/>
                </a:moveTo>
                <a:lnTo>
                  <a:pt x="44196" y="89916"/>
                </a:lnTo>
                <a:lnTo>
                  <a:pt x="51554" y="62150"/>
                </a:lnTo>
                <a:lnTo>
                  <a:pt x="57340" y="38100"/>
                </a:lnTo>
                <a:lnTo>
                  <a:pt x="61126" y="17478"/>
                </a:lnTo>
                <a:lnTo>
                  <a:pt x="62484" y="0"/>
                </a:lnTo>
                <a:lnTo>
                  <a:pt x="100584" y="21336"/>
                </a:lnTo>
                <a:lnTo>
                  <a:pt x="91725" y="28194"/>
                </a:lnTo>
                <a:lnTo>
                  <a:pt x="81153" y="41910"/>
                </a:lnTo>
                <a:lnTo>
                  <a:pt x="68865" y="62484"/>
                </a:lnTo>
                <a:lnTo>
                  <a:pt x="54864" y="89916"/>
                </a:lnTo>
                <a:close/>
              </a:path>
              <a:path w="356869" h="401320">
                <a:moveTo>
                  <a:pt x="147828" y="190500"/>
                </a:moveTo>
                <a:lnTo>
                  <a:pt x="143256" y="187452"/>
                </a:lnTo>
                <a:lnTo>
                  <a:pt x="160162" y="160615"/>
                </a:lnTo>
                <a:lnTo>
                  <a:pt x="174498" y="135064"/>
                </a:lnTo>
                <a:lnTo>
                  <a:pt x="196596" y="88392"/>
                </a:lnTo>
                <a:lnTo>
                  <a:pt x="211836" y="44958"/>
                </a:lnTo>
                <a:lnTo>
                  <a:pt x="222503" y="1524"/>
                </a:lnTo>
                <a:lnTo>
                  <a:pt x="260603" y="24384"/>
                </a:lnTo>
                <a:lnTo>
                  <a:pt x="252864" y="32146"/>
                </a:lnTo>
                <a:lnTo>
                  <a:pt x="243268" y="46482"/>
                </a:lnTo>
                <a:lnTo>
                  <a:pt x="231671" y="67675"/>
                </a:lnTo>
                <a:lnTo>
                  <a:pt x="217932" y="96012"/>
                </a:lnTo>
                <a:lnTo>
                  <a:pt x="350520" y="96012"/>
                </a:lnTo>
                <a:lnTo>
                  <a:pt x="356616" y="102108"/>
                </a:lnTo>
                <a:lnTo>
                  <a:pt x="352806" y="105156"/>
                </a:lnTo>
                <a:lnTo>
                  <a:pt x="214884" y="105156"/>
                </a:lnTo>
                <a:lnTo>
                  <a:pt x="198620" y="129420"/>
                </a:lnTo>
                <a:lnTo>
                  <a:pt x="181927" y="151828"/>
                </a:lnTo>
                <a:lnTo>
                  <a:pt x="164949" y="172235"/>
                </a:lnTo>
                <a:lnTo>
                  <a:pt x="147828" y="190500"/>
                </a:lnTo>
                <a:close/>
              </a:path>
              <a:path w="356869" h="401320">
                <a:moveTo>
                  <a:pt x="146304" y="89916"/>
                </a:moveTo>
                <a:lnTo>
                  <a:pt x="111252" y="89916"/>
                </a:lnTo>
                <a:lnTo>
                  <a:pt x="129540" y="73152"/>
                </a:lnTo>
                <a:lnTo>
                  <a:pt x="146304" y="89916"/>
                </a:lnTo>
                <a:close/>
              </a:path>
              <a:path w="356869" h="401320">
                <a:moveTo>
                  <a:pt x="0" y="397764"/>
                </a:moveTo>
                <a:lnTo>
                  <a:pt x="820" y="359664"/>
                </a:lnTo>
                <a:lnTo>
                  <a:pt x="917" y="353568"/>
                </a:lnTo>
                <a:lnTo>
                  <a:pt x="1333" y="316230"/>
                </a:lnTo>
                <a:lnTo>
                  <a:pt x="1425" y="176784"/>
                </a:lnTo>
                <a:lnTo>
                  <a:pt x="1301" y="151828"/>
                </a:lnTo>
                <a:lnTo>
                  <a:pt x="881" y="114681"/>
                </a:lnTo>
                <a:lnTo>
                  <a:pt x="0" y="74676"/>
                </a:lnTo>
                <a:lnTo>
                  <a:pt x="25908" y="89916"/>
                </a:lnTo>
                <a:lnTo>
                  <a:pt x="146304" y="89916"/>
                </a:lnTo>
                <a:lnTo>
                  <a:pt x="155448" y="99060"/>
                </a:lnTo>
                <a:lnTo>
                  <a:pt x="153162" y="100584"/>
                </a:lnTo>
                <a:lnTo>
                  <a:pt x="24384" y="100584"/>
                </a:lnTo>
                <a:lnTo>
                  <a:pt x="24384" y="211836"/>
                </a:lnTo>
                <a:lnTo>
                  <a:pt x="137464" y="211836"/>
                </a:lnTo>
                <a:lnTo>
                  <a:pt x="137527" y="222504"/>
                </a:lnTo>
                <a:lnTo>
                  <a:pt x="24384" y="222504"/>
                </a:lnTo>
                <a:lnTo>
                  <a:pt x="24384" y="344424"/>
                </a:lnTo>
                <a:lnTo>
                  <a:pt x="138510" y="344424"/>
                </a:lnTo>
                <a:lnTo>
                  <a:pt x="138564" y="353568"/>
                </a:lnTo>
                <a:lnTo>
                  <a:pt x="24384" y="353568"/>
                </a:lnTo>
                <a:lnTo>
                  <a:pt x="24384" y="384048"/>
                </a:lnTo>
                <a:lnTo>
                  <a:pt x="0" y="397764"/>
                </a:lnTo>
                <a:close/>
              </a:path>
              <a:path w="356869" h="401320">
                <a:moveTo>
                  <a:pt x="350520" y="96012"/>
                </a:moveTo>
                <a:lnTo>
                  <a:pt x="310896" y="96012"/>
                </a:lnTo>
                <a:lnTo>
                  <a:pt x="330708" y="76200"/>
                </a:lnTo>
                <a:lnTo>
                  <a:pt x="350520" y="96012"/>
                </a:lnTo>
                <a:close/>
              </a:path>
              <a:path w="356869" h="401320">
                <a:moveTo>
                  <a:pt x="137464" y="211836"/>
                </a:moveTo>
                <a:lnTo>
                  <a:pt x="115824" y="211836"/>
                </a:lnTo>
                <a:lnTo>
                  <a:pt x="115824" y="100584"/>
                </a:lnTo>
                <a:lnTo>
                  <a:pt x="153162" y="100584"/>
                </a:lnTo>
                <a:lnTo>
                  <a:pt x="137160" y="111252"/>
                </a:lnTo>
                <a:lnTo>
                  <a:pt x="137263" y="160615"/>
                </a:lnTo>
                <a:lnTo>
                  <a:pt x="137386" y="198501"/>
                </a:lnTo>
                <a:lnTo>
                  <a:pt x="137464" y="211836"/>
                </a:lnTo>
                <a:close/>
              </a:path>
              <a:path w="356869" h="401320">
                <a:moveTo>
                  <a:pt x="326904" y="359664"/>
                </a:moveTo>
                <a:lnTo>
                  <a:pt x="283464" y="359664"/>
                </a:lnTo>
                <a:lnTo>
                  <a:pt x="291988" y="357687"/>
                </a:lnTo>
                <a:lnTo>
                  <a:pt x="299085" y="351853"/>
                </a:lnTo>
                <a:lnTo>
                  <a:pt x="309274" y="304373"/>
                </a:lnTo>
                <a:lnTo>
                  <a:pt x="311086" y="259461"/>
                </a:lnTo>
                <a:lnTo>
                  <a:pt x="313148" y="194691"/>
                </a:lnTo>
                <a:lnTo>
                  <a:pt x="315467" y="105156"/>
                </a:lnTo>
                <a:lnTo>
                  <a:pt x="352806" y="105156"/>
                </a:lnTo>
                <a:lnTo>
                  <a:pt x="341376" y="114300"/>
                </a:lnTo>
                <a:lnTo>
                  <a:pt x="339593" y="186213"/>
                </a:lnTo>
                <a:lnTo>
                  <a:pt x="337620" y="248631"/>
                </a:lnTo>
                <a:lnTo>
                  <a:pt x="335560" y="294583"/>
                </a:lnTo>
                <a:lnTo>
                  <a:pt x="333280" y="326489"/>
                </a:lnTo>
                <a:lnTo>
                  <a:pt x="330708" y="344424"/>
                </a:lnTo>
                <a:lnTo>
                  <a:pt x="327874" y="357020"/>
                </a:lnTo>
                <a:lnTo>
                  <a:pt x="326904" y="359664"/>
                </a:lnTo>
                <a:close/>
              </a:path>
              <a:path w="356869" h="401320">
                <a:moveTo>
                  <a:pt x="231648" y="269748"/>
                </a:moveTo>
                <a:lnTo>
                  <a:pt x="230124" y="269748"/>
                </a:lnTo>
                <a:lnTo>
                  <a:pt x="226956" y="268081"/>
                </a:lnTo>
                <a:lnTo>
                  <a:pt x="224218" y="263271"/>
                </a:lnTo>
                <a:lnTo>
                  <a:pt x="221765" y="255603"/>
                </a:lnTo>
                <a:lnTo>
                  <a:pt x="219456" y="245364"/>
                </a:lnTo>
                <a:lnTo>
                  <a:pt x="214884" y="227576"/>
                </a:lnTo>
                <a:lnTo>
                  <a:pt x="208026" y="210502"/>
                </a:lnTo>
                <a:lnTo>
                  <a:pt x="198882" y="193714"/>
                </a:lnTo>
                <a:lnTo>
                  <a:pt x="187452" y="176784"/>
                </a:lnTo>
                <a:lnTo>
                  <a:pt x="192024" y="172212"/>
                </a:lnTo>
                <a:lnTo>
                  <a:pt x="224980" y="198501"/>
                </a:lnTo>
                <a:lnTo>
                  <a:pt x="246888" y="234696"/>
                </a:lnTo>
                <a:lnTo>
                  <a:pt x="246888" y="246888"/>
                </a:lnTo>
                <a:lnTo>
                  <a:pt x="245364" y="254508"/>
                </a:lnTo>
                <a:lnTo>
                  <a:pt x="236220" y="266700"/>
                </a:lnTo>
                <a:lnTo>
                  <a:pt x="231648" y="269748"/>
                </a:lnTo>
                <a:close/>
              </a:path>
              <a:path w="356869" h="401320">
                <a:moveTo>
                  <a:pt x="138510" y="344424"/>
                </a:moveTo>
                <a:lnTo>
                  <a:pt x="115824" y="344424"/>
                </a:lnTo>
                <a:lnTo>
                  <a:pt x="115824" y="222504"/>
                </a:lnTo>
                <a:lnTo>
                  <a:pt x="137527" y="222504"/>
                </a:lnTo>
                <a:lnTo>
                  <a:pt x="137723" y="254508"/>
                </a:lnTo>
                <a:lnTo>
                  <a:pt x="138510" y="344424"/>
                </a:lnTo>
                <a:close/>
              </a:path>
              <a:path w="356869" h="401320">
                <a:moveTo>
                  <a:pt x="278891" y="400812"/>
                </a:moveTo>
                <a:lnTo>
                  <a:pt x="271772" y="387953"/>
                </a:lnTo>
                <a:lnTo>
                  <a:pt x="259651" y="376809"/>
                </a:lnTo>
                <a:lnTo>
                  <a:pt x="242673" y="367379"/>
                </a:lnTo>
                <a:lnTo>
                  <a:pt x="220979" y="359664"/>
                </a:lnTo>
                <a:lnTo>
                  <a:pt x="220979" y="350520"/>
                </a:lnTo>
                <a:lnTo>
                  <a:pt x="241244" y="354520"/>
                </a:lnTo>
                <a:lnTo>
                  <a:pt x="258508" y="357378"/>
                </a:lnTo>
                <a:lnTo>
                  <a:pt x="272629" y="359092"/>
                </a:lnTo>
                <a:lnTo>
                  <a:pt x="283464" y="359664"/>
                </a:lnTo>
                <a:lnTo>
                  <a:pt x="326904" y="359664"/>
                </a:lnTo>
                <a:lnTo>
                  <a:pt x="324040" y="367474"/>
                </a:lnTo>
                <a:lnTo>
                  <a:pt x="289726" y="396240"/>
                </a:lnTo>
                <a:lnTo>
                  <a:pt x="278891" y="400812"/>
                </a:lnTo>
                <a:close/>
              </a:path>
              <a:path w="356869" h="401320">
                <a:moveTo>
                  <a:pt x="115824" y="390144"/>
                </a:moveTo>
                <a:lnTo>
                  <a:pt x="115824" y="353568"/>
                </a:lnTo>
                <a:lnTo>
                  <a:pt x="138564" y="353568"/>
                </a:lnTo>
                <a:lnTo>
                  <a:pt x="138684" y="376428"/>
                </a:lnTo>
                <a:lnTo>
                  <a:pt x="115824" y="39014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" name="object 47"/>
          <p:cNvSpPr/>
          <p:nvPr/>
        </p:nvSpPr>
        <p:spPr>
          <a:xfrm>
            <a:off x="3017520" y="4828032"/>
            <a:ext cx="403860" cy="407034"/>
          </a:xfrm>
          <a:custGeom>
            <a:avLst/>
            <a:gdLst/>
            <a:ahLst/>
            <a:cxnLst/>
            <a:rect l="l" t="t" r="r" b="b"/>
            <a:pathLst>
              <a:path w="403860" h="407035">
                <a:moveTo>
                  <a:pt x="15240" y="134112"/>
                </a:moveTo>
                <a:lnTo>
                  <a:pt x="12192" y="128016"/>
                </a:lnTo>
                <a:lnTo>
                  <a:pt x="26717" y="112871"/>
                </a:lnTo>
                <a:lnTo>
                  <a:pt x="40386" y="97155"/>
                </a:lnTo>
                <a:lnTo>
                  <a:pt x="64008" y="64008"/>
                </a:lnTo>
                <a:lnTo>
                  <a:pt x="83439" y="30861"/>
                </a:lnTo>
                <a:lnTo>
                  <a:pt x="96012" y="0"/>
                </a:lnTo>
                <a:lnTo>
                  <a:pt x="128016" y="22860"/>
                </a:lnTo>
                <a:lnTo>
                  <a:pt x="117348" y="28956"/>
                </a:lnTo>
                <a:lnTo>
                  <a:pt x="109918" y="38385"/>
                </a:lnTo>
                <a:lnTo>
                  <a:pt x="103632" y="46101"/>
                </a:lnTo>
                <a:lnTo>
                  <a:pt x="98488" y="52101"/>
                </a:lnTo>
                <a:lnTo>
                  <a:pt x="94488" y="56388"/>
                </a:lnTo>
                <a:lnTo>
                  <a:pt x="207825" y="56388"/>
                </a:lnTo>
                <a:lnTo>
                  <a:pt x="217932" y="67056"/>
                </a:lnTo>
                <a:lnTo>
                  <a:pt x="89916" y="67056"/>
                </a:lnTo>
                <a:lnTo>
                  <a:pt x="81915" y="75938"/>
                </a:lnTo>
                <a:lnTo>
                  <a:pt x="49101" y="108608"/>
                </a:lnTo>
                <a:lnTo>
                  <a:pt x="27479" y="125229"/>
                </a:lnTo>
                <a:lnTo>
                  <a:pt x="15240" y="134112"/>
                </a:lnTo>
                <a:close/>
              </a:path>
              <a:path w="403860" h="407035">
                <a:moveTo>
                  <a:pt x="202692" y="108204"/>
                </a:moveTo>
                <a:lnTo>
                  <a:pt x="199644" y="102108"/>
                </a:lnTo>
                <a:lnTo>
                  <a:pt x="209621" y="89487"/>
                </a:lnTo>
                <a:lnTo>
                  <a:pt x="218884" y="76581"/>
                </a:lnTo>
                <a:lnTo>
                  <a:pt x="241220" y="35385"/>
                </a:lnTo>
                <a:lnTo>
                  <a:pt x="254507" y="1524"/>
                </a:lnTo>
                <a:lnTo>
                  <a:pt x="286512" y="24384"/>
                </a:lnTo>
                <a:lnTo>
                  <a:pt x="275843" y="28956"/>
                </a:lnTo>
                <a:lnTo>
                  <a:pt x="269271" y="37528"/>
                </a:lnTo>
                <a:lnTo>
                  <a:pt x="263271" y="44958"/>
                </a:lnTo>
                <a:lnTo>
                  <a:pt x="257841" y="51244"/>
                </a:lnTo>
                <a:lnTo>
                  <a:pt x="252984" y="56388"/>
                </a:lnTo>
                <a:lnTo>
                  <a:pt x="380009" y="56388"/>
                </a:lnTo>
                <a:lnTo>
                  <a:pt x="390144" y="67056"/>
                </a:lnTo>
                <a:lnTo>
                  <a:pt x="248412" y="67056"/>
                </a:lnTo>
                <a:lnTo>
                  <a:pt x="238696" y="77128"/>
                </a:lnTo>
                <a:lnTo>
                  <a:pt x="227838" y="87058"/>
                </a:lnTo>
                <a:lnTo>
                  <a:pt x="215836" y="97274"/>
                </a:lnTo>
                <a:lnTo>
                  <a:pt x="202692" y="108204"/>
                </a:lnTo>
                <a:close/>
              </a:path>
              <a:path w="403860" h="407035">
                <a:moveTo>
                  <a:pt x="380009" y="56388"/>
                </a:moveTo>
                <a:lnTo>
                  <a:pt x="339852" y="56388"/>
                </a:lnTo>
                <a:lnTo>
                  <a:pt x="361188" y="36576"/>
                </a:lnTo>
                <a:lnTo>
                  <a:pt x="380009" y="56388"/>
                </a:lnTo>
                <a:close/>
              </a:path>
              <a:path w="403860" h="407035">
                <a:moveTo>
                  <a:pt x="207825" y="56388"/>
                </a:moveTo>
                <a:lnTo>
                  <a:pt x="170688" y="56388"/>
                </a:lnTo>
                <a:lnTo>
                  <a:pt x="190500" y="38100"/>
                </a:lnTo>
                <a:lnTo>
                  <a:pt x="207825" y="56388"/>
                </a:lnTo>
                <a:close/>
              </a:path>
              <a:path w="403860" h="407035">
                <a:moveTo>
                  <a:pt x="144780" y="126492"/>
                </a:moveTo>
                <a:lnTo>
                  <a:pt x="138684" y="126492"/>
                </a:lnTo>
                <a:lnTo>
                  <a:pt x="135636" y="123444"/>
                </a:lnTo>
                <a:lnTo>
                  <a:pt x="134112" y="115824"/>
                </a:lnTo>
                <a:lnTo>
                  <a:pt x="132667" y="108204"/>
                </a:lnTo>
                <a:lnTo>
                  <a:pt x="130873" y="101727"/>
                </a:lnTo>
                <a:lnTo>
                  <a:pt x="128754" y="95678"/>
                </a:lnTo>
                <a:lnTo>
                  <a:pt x="126492" y="89916"/>
                </a:lnTo>
                <a:lnTo>
                  <a:pt x="112776" y="67056"/>
                </a:lnTo>
                <a:lnTo>
                  <a:pt x="121920" y="67056"/>
                </a:lnTo>
                <a:lnTo>
                  <a:pt x="129373" y="71651"/>
                </a:lnTo>
                <a:lnTo>
                  <a:pt x="135826" y="76390"/>
                </a:lnTo>
                <a:lnTo>
                  <a:pt x="141422" y="81414"/>
                </a:lnTo>
                <a:lnTo>
                  <a:pt x="146494" y="87058"/>
                </a:lnTo>
                <a:lnTo>
                  <a:pt x="153924" y="94488"/>
                </a:lnTo>
                <a:lnTo>
                  <a:pt x="156972" y="102108"/>
                </a:lnTo>
                <a:lnTo>
                  <a:pt x="156972" y="109728"/>
                </a:lnTo>
                <a:lnTo>
                  <a:pt x="155448" y="115824"/>
                </a:lnTo>
                <a:lnTo>
                  <a:pt x="153924" y="120396"/>
                </a:lnTo>
                <a:lnTo>
                  <a:pt x="150876" y="123444"/>
                </a:lnTo>
                <a:lnTo>
                  <a:pt x="146304" y="124968"/>
                </a:lnTo>
                <a:lnTo>
                  <a:pt x="144780" y="126492"/>
                </a:lnTo>
                <a:close/>
              </a:path>
              <a:path w="403860" h="407035">
                <a:moveTo>
                  <a:pt x="298704" y="129540"/>
                </a:moveTo>
                <a:lnTo>
                  <a:pt x="295655" y="126492"/>
                </a:lnTo>
                <a:lnTo>
                  <a:pt x="294131" y="117348"/>
                </a:lnTo>
                <a:lnTo>
                  <a:pt x="292727" y="110751"/>
                </a:lnTo>
                <a:lnTo>
                  <a:pt x="274939" y="73890"/>
                </a:lnTo>
                <a:lnTo>
                  <a:pt x="269748" y="67056"/>
                </a:lnTo>
                <a:lnTo>
                  <a:pt x="278892" y="67056"/>
                </a:lnTo>
                <a:lnTo>
                  <a:pt x="315468" y="96012"/>
                </a:lnTo>
                <a:lnTo>
                  <a:pt x="318516" y="102108"/>
                </a:lnTo>
                <a:lnTo>
                  <a:pt x="315468" y="109728"/>
                </a:lnTo>
                <a:lnTo>
                  <a:pt x="313943" y="117348"/>
                </a:lnTo>
                <a:lnTo>
                  <a:pt x="309372" y="123444"/>
                </a:lnTo>
                <a:lnTo>
                  <a:pt x="304800" y="126492"/>
                </a:lnTo>
                <a:lnTo>
                  <a:pt x="298704" y="129540"/>
                </a:lnTo>
                <a:close/>
              </a:path>
              <a:path w="403860" h="407035">
                <a:moveTo>
                  <a:pt x="216408" y="149352"/>
                </a:moveTo>
                <a:lnTo>
                  <a:pt x="193548" y="149352"/>
                </a:lnTo>
                <a:lnTo>
                  <a:pt x="193468" y="134112"/>
                </a:lnTo>
                <a:lnTo>
                  <a:pt x="193369" y="128016"/>
                </a:lnTo>
                <a:lnTo>
                  <a:pt x="192905" y="118062"/>
                </a:lnTo>
                <a:lnTo>
                  <a:pt x="192024" y="109728"/>
                </a:lnTo>
                <a:lnTo>
                  <a:pt x="228600" y="124968"/>
                </a:lnTo>
                <a:lnTo>
                  <a:pt x="216408" y="137160"/>
                </a:lnTo>
                <a:lnTo>
                  <a:pt x="216408" y="149352"/>
                </a:lnTo>
                <a:close/>
              </a:path>
              <a:path w="403860" h="407035">
                <a:moveTo>
                  <a:pt x="27432" y="164592"/>
                </a:moveTo>
                <a:lnTo>
                  <a:pt x="12192" y="149352"/>
                </a:lnTo>
                <a:lnTo>
                  <a:pt x="335280" y="149352"/>
                </a:lnTo>
                <a:lnTo>
                  <a:pt x="362712" y="123444"/>
                </a:lnTo>
                <a:lnTo>
                  <a:pt x="397764" y="160019"/>
                </a:lnTo>
                <a:lnTo>
                  <a:pt x="68580" y="160019"/>
                </a:lnTo>
                <a:lnTo>
                  <a:pt x="57435" y="160305"/>
                </a:lnTo>
                <a:lnTo>
                  <a:pt x="46863" y="161162"/>
                </a:lnTo>
                <a:lnTo>
                  <a:pt x="36861" y="162591"/>
                </a:lnTo>
                <a:lnTo>
                  <a:pt x="27432" y="164592"/>
                </a:lnTo>
                <a:close/>
              </a:path>
              <a:path w="403860" h="407035">
                <a:moveTo>
                  <a:pt x="216408" y="198119"/>
                </a:moveTo>
                <a:lnTo>
                  <a:pt x="193548" y="198119"/>
                </a:lnTo>
                <a:lnTo>
                  <a:pt x="193548" y="160019"/>
                </a:lnTo>
                <a:lnTo>
                  <a:pt x="216408" y="160019"/>
                </a:lnTo>
                <a:lnTo>
                  <a:pt x="216408" y="198119"/>
                </a:lnTo>
                <a:close/>
              </a:path>
              <a:path w="403860" h="407035">
                <a:moveTo>
                  <a:pt x="344423" y="198119"/>
                </a:moveTo>
                <a:lnTo>
                  <a:pt x="309372" y="198119"/>
                </a:lnTo>
                <a:lnTo>
                  <a:pt x="326136" y="179831"/>
                </a:lnTo>
                <a:lnTo>
                  <a:pt x="344423" y="198119"/>
                </a:lnTo>
                <a:close/>
              </a:path>
              <a:path w="403860" h="407035">
                <a:moveTo>
                  <a:pt x="71628" y="307848"/>
                </a:moveTo>
                <a:lnTo>
                  <a:pt x="72811" y="291703"/>
                </a:lnTo>
                <a:lnTo>
                  <a:pt x="73723" y="277177"/>
                </a:lnTo>
                <a:lnTo>
                  <a:pt x="74414" y="261342"/>
                </a:lnTo>
                <a:lnTo>
                  <a:pt x="74601" y="249936"/>
                </a:lnTo>
                <a:lnTo>
                  <a:pt x="74574" y="239268"/>
                </a:lnTo>
                <a:lnTo>
                  <a:pt x="74414" y="229647"/>
                </a:lnTo>
                <a:lnTo>
                  <a:pt x="73723" y="214503"/>
                </a:lnTo>
                <a:lnTo>
                  <a:pt x="72747" y="199929"/>
                </a:lnTo>
                <a:lnTo>
                  <a:pt x="71628" y="185928"/>
                </a:lnTo>
                <a:lnTo>
                  <a:pt x="96012" y="198119"/>
                </a:lnTo>
                <a:lnTo>
                  <a:pt x="344423" y="198119"/>
                </a:lnTo>
                <a:lnTo>
                  <a:pt x="348996" y="202692"/>
                </a:lnTo>
                <a:lnTo>
                  <a:pt x="341158" y="208788"/>
                </a:lnTo>
                <a:lnTo>
                  <a:pt x="96012" y="208788"/>
                </a:lnTo>
                <a:lnTo>
                  <a:pt x="96012" y="297180"/>
                </a:lnTo>
                <a:lnTo>
                  <a:pt x="71628" y="307848"/>
                </a:lnTo>
                <a:close/>
              </a:path>
              <a:path w="403860" h="407035">
                <a:moveTo>
                  <a:pt x="1524" y="397763"/>
                </a:moveTo>
                <a:lnTo>
                  <a:pt x="0" y="390144"/>
                </a:lnTo>
                <a:lnTo>
                  <a:pt x="29122" y="375618"/>
                </a:lnTo>
                <a:lnTo>
                  <a:pt x="56959" y="359664"/>
                </a:lnTo>
                <a:lnTo>
                  <a:pt x="108325" y="324516"/>
                </a:lnTo>
                <a:lnTo>
                  <a:pt x="154305" y="285369"/>
                </a:lnTo>
                <a:lnTo>
                  <a:pt x="193548" y="239268"/>
                </a:lnTo>
                <a:lnTo>
                  <a:pt x="193548" y="208788"/>
                </a:lnTo>
                <a:lnTo>
                  <a:pt x="216408" y="208788"/>
                </a:lnTo>
                <a:lnTo>
                  <a:pt x="216408" y="249936"/>
                </a:lnTo>
                <a:lnTo>
                  <a:pt x="227871" y="263652"/>
                </a:lnTo>
                <a:lnTo>
                  <a:pt x="216408" y="263652"/>
                </a:lnTo>
                <a:lnTo>
                  <a:pt x="216408" y="274319"/>
                </a:lnTo>
                <a:lnTo>
                  <a:pt x="193548" y="274319"/>
                </a:lnTo>
                <a:lnTo>
                  <a:pt x="174378" y="293441"/>
                </a:lnTo>
                <a:lnTo>
                  <a:pt x="130325" y="329398"/>
                </a:lnTo>
                <a:lnTo>
                  <a:pt x="78890" y="361330"/>
                </a:lnTo>
                <a:lnTo>
                  <a:pt x="26931" y="387524"/>
                </a:lnTo>
                <a:lnTo>
                  <a:pt x="1524" y="397763"/>
                </a:lnTo>
                <a:close/>
              </a:path>
              <a:path w="403860" h="407035">
                <a:moveTo>
                  <a:pt x="334594" y="271272"/>
                </a:moveTo>
                <a:lnTo>
                  <a:pt x="300228" y="271272"/>
                </a:lnTo>
                <a:lnTo>
                  <a:pt x="304800" y="269748"/>
                </a:lnTo>
                <a:lnTo>
                  <a:pt x="309372" y="269748"/>
                </a:lnTo>
                <a:lnTo>
                  <a:pt x="312419" y="265176"/>
                </a:lnTo>
                <a:lnTo>
                  <a:pt x="312419" y="208788"/>
                </a:lnTo>
                <a:lnTo>
                  <a:pt x="341158" y="208788"/>
                </a:lnTo>
                <a:lnTo>
                  <a:pt x="335280" y="213360"/>
                </a:lnTo>
                <a:lnTo>
                  <a:pt x="335184" y="263652"/>
                </a:lnTo>
                <a:lnTo>
                  <a:pt x="334756" y="270462"/>
                </a:lnTo>
                <a:lnTo>
                  <a:pt x="334594" y="271272"/>
                </a:lnTo>
                <a:close/>
              </a:path>
              <a:path w="403860" h="407035">
                <a:moveTo>
                  <a:pt x="368808" y="387096"/>
                </a:moveTo>
                <a:lnTo>
                  <a:pt x="330446" y="370165"/>
                </a:lnTo>
                <a:lnTo>
                  <a:pt x="292036" y="344233"/>
                </a:lnTo>
                <a:lnTo>
                  <a:pt x="255627" y="313158"/>
                </a:lnTo>
                <a:lnTo>
                  <a:pt x="229862" y="282821"/>
                </a:lnTo>
                <a:lnTo>
                  <a:pt x="216408" y="263652"/>
                </a:lnTo>
                <a:lnTo>
                  <a:pt x="227871" y="263652"/>
                </a:lnTo>
                <a:lnTo>
                  <a:pt x="232739" y="269462"/>
                </a:lnTo>
                <a:lnTo>
                  <a:pt x="249174" y="286512"/>
                </a:lnTo>
                <a:lnTo>
                  <a:pt x="281940" y="313943"/>
                </a:lnTo>
                <a:lnTo>
                  <a:pt x="328874" y="340518"/>
                </a:lnTo>
                <a:lnTo>
                  <a:pt x="371665" y="353187"/>
                </a:lnTo>
                <a:lnTo>
                  <a:pt x="403860" y="358139"/>
                </a:lnTo>
                <a:lnTo>
                  <a:pt x="403860" y="362712"/>
                </a:lnTo>
                <a:lnTo>
                  <a:pt x="390667" y="366950"/>
                </a:lnTo>
                <a:lnTo>
                  <a:pt x="380619" y="372618"/>
                </a:lnTo>
                <a:lnTo>
                  <a:pt x="373427" y="379428"/>
                </a:lnTo>
                <a:lnTo>
                  <a:pt x="368808" y="387096"/>
                </a:lnTo>
                <a:close/>
              </a:path>
              <a:path w="403860" h="407035">
                <a:moveTo>
                  <a:pt x="304800" y="303276"/>
                </a:moveTo>
                <a:lnTo>
                  <a:pt x="298537" y="293584"/>
                </a:lnTo>
                <a:lnTo>
                  <a:pt x="288988" y="285178"/>
                </a:lnTo>
                <a:lnTo>
                  <a:pt x="276296" y="278201"/>
                </a:lnTo>
                <a:lnTo>
                  <a:pt x="260604" y="272795"/>
                </a:lnTo>
                <a:lnTo>
                  <a:pt x="260604" y="265176"/>
                </a:lnTo>
                <a:lnTo>
                  <a:pt x="272034" y="267176"/>
                </a:lnTo>
                <a:lnTo>
                  <a:pt x="281178" y="268605"/>
                </a:lnTo>
                <a:lnTo>
                  <a:pt x="288036" y="269462"/>
                </a:lnTo>
                <a:lnTo>
                  <a:pt x="292607" y="269748"/>
                </a:lnTo>
                <a:lnTo>
                  <a:pt x="297180" y="269748"/>
                </a:lnTo>
                <a:lnTo>
                  <a:pt x="300228" y="271272"/>
                </a:lnTo>
                <a:lnTo>
                  <a:pt x="334594" y="271272"/>
                </a:lnTo>
                <a:lnTo>
                  <a:pt x="333375" y="277368"/>
                </a:lnTo>
                <a:lnTo>
                  <a:pt x="313967" y="299608"/>
                </a:lnTo>
                <a:lnTo>
                  <a:pt x="304800" y="303276"/>
                </a:lnTo>
                <a:close/>
              </a:path>
              <a:path w="403860" h="407035">
                <a:moveTo>
                  <a:pt x="192024" y="406908"/>
                </a:moveTo>
                <a:lnTo>
                  <a:pt x="192905" y="383738"/>
                </a:lnTo>
                <a:lnTo>
                  <a:pt x="193298" y="366950"/>
                </a:lnTo>
                <a:lnTo>
                  <a:pt x="193424" y="358139"/>
                </a:lnTo>
                <a:lnTo>
                  <a:pt x="193548" y="274319"/>
                </a:lnTo>
                <a:lnTo>
                  <a:pt x="216408" y="274319"/>
                </a:lnTo>
                <a:lnTo>
                  <a:pt x="216510" y="370165"/>
                </a:lnTo>
                <a:lnTo>
                  <a:pt x="216623" y="375618"/>
                </a:lnTo>
                <a:lnTo>
                  <a:pt x="217050" y="384690"/>
                </a:lnTo>
                <a:lnTo>
                  <a:pt x="217932" y="394716"/>
                </a:lnTo>
                <a:lnTo>
                  <a:pt x="192024" y="40690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" name="object 48"/>
          <p:cNvSpPr/>
          <p:nvPr/>
        </p:nvSpPr>
        <p:spPr>
          <a:xfrm>
            <a:off x="3477767" y="4828032"/>
            <a:ext cx="388620" cy="405765"/>
          </a:xfrm>
          <a:custGeom>
            <a:avLst/>
            <a:gdLst/>
            <a:ahLst/>
            <a:cxnLst/>
            <a:rect l="l" t="t" r="r" b="b"/>
            <a:pathLst>
              <a:path w="388620" h="405764">
                <a:moveTo>
                  <a:pt x="153924" y="153924"/>
                </a:moveTo>
                <a:lnTo>
                  <a:pt x="149352" y="150876"/>
                </a:lnTo>
                <a:lnTo>
                  <a:pt x="158472" y="136040"/>
                </a:lnTo>
                <a:lnTo>
                  <a:pt x="167449" y="119062"/>
                </a:lnTo>
                <a:lnTo>
                  <a:pt x="184403" y="79248"/>
                </a:lnTo>
                <a:lnTo>
                  <a:pt x="199072" y="37909"/>
                </a:lnTo>
                <a:lnTo>
                  <a:pt x="210312" y="0"/>
                </a:lnTo>
                <a:lnTo>
                  <a:pt x="246888" y="18288"/>
                </a:lnTo>
                <a:lnTo>
                  <a:pt x="230124" y="27432"/>
                </a:lnTo>
                <a:lnTo>
                  <a:pt x="214884" y="60960"/>
                </a:lnTo>
                <a:lnTo>
                  <a:pt x="338328" y="60960"/>
                </a:lnTo>
                <a:lnTo>
                  <a:pt x="348996" y="71628"/>
                </a:lnTo>
                <a:lnTo>
                  <a:pt x="214884" y="71628"/>
                </a:lnTo>
                <a:lnTo>
                  <a:pt x="216286" y="74676"/>
                </a:lnTo>
                <a:lnTo>
                  <a:pt x="210312" y="74676"/>
                </a:lnTo>
                <a:lnTo>
                  <a:pt x="198286" y="95845"/>
                </a:lnTo>
                <a:lnTo>
                  <a:pt x="184975" y="116014"/>
                </a:lnTo>
                <a:lnTo>
                  <a:pt x="170235" y="135326"/>
                </a:lnTo>
                <a:lnTo>
                  <a:pt x="153924" y="153924"/>
                </a:lnTo>
                <a:close/>
              </a:path>
              <a:path w="388620" h="405764">
                <a:moveTo>
                  <a:pt x="338328" y="60960"/>
                </a:moveTo>
                <a:lnTo>
                  <a:pt x="307848" y="60960"/>
                </a:lnTo>
                <a:lnTo>
                  <a:pt x="321564" y="44196"/>
                </a:lnTo>
                <a:lnTo>
                  <a:pt x="338328" y="60960"/>
                </a:lnTo>
                <a:close/>
              </a:path>
              <a:path w="388620" h="405764">
                <a:moveTo>
                  <a:pt x="0" y="350520"/>
                </a:moveTo>
                <a:lnTo>
                  <a:pt x="238" y="317968"/>
                </a:lnTo>
                <a:lnTo>
                  <a:pt x="1285" y="243149"/>
                </a:lnTo>
                <a:lnTo>
                  <a:pt x="1403" y="136040"/>
                </a:lnTo>
                <a:lnTo>
                  <a:pt x="1284" y="116014"/>
                </a:lnTo>
                <a:lnTo>
                  <a:pt x="881" y="84796"/>
                </a:lnTo>
                <a:lnTo>
                  <a:pt x="0" y="53340"/>
                </a:lnTo>
                <a:lnTo>
                  <a:pt x="22860" y="68580"/>
                </a:lnTo>
                <a:lnTo>
                  <a:pt x="140861" y="68580"/>
                </a:lnTo>
                <a:lnTo>
                  <a:pt x="147828" y="74676"/>
                </a:lnTo>
                <a:lnTo>
                  <a:pt x="142684" y="79248"/>
                </a:lnTo>
                <a:lnTo>
                  <a:pt x="22860" y="79248"/>
                </a:lnTo>
                <a:lnTo>
                  <a:pt x="22860" y="182880"/>
                </a:lnTo>
                <a:lnTo>
                  <a:pt x="134112" y="182880"/>
                </a:lnTo>
                <a:lnTo>
                  <a:pt x="134112" y="192024"/>
                </a:lnTo>
                <a:lnTo>
                  <a:pt x="22860" y="192024"/>
                </a:lnTo>
                <a:lnTo>
                  <a:pt x="22860" y="300228"/>
                </a:lnTo>
                <a:lnTo>
                  <a:pt x="134510" y="300228"/>
                </a:lnTo>
                <a:lnTo>
                  <a:pt x="134772" y="310896"/>
                </a:lnTo>
                <a:lnTo>
                  <a:pt x="22860" y="310896"/>
                </a:lnTo>
                <a:lnTo>
                  <a:pt x="22860" y="339852"/>
                </a:lnTo>
                <a:lnTo>
                  <a:pt x="0" y="350520"/>
                </a:lnTo>
                <a:close/>
              </a:path>
              <a:path w="388620" h="405764">
                <a:moveTo>
                  <a:pt x="140861" y="68580"/>
                </a:moveTo>
                <a:lnTo>
                  <a:pt x="111252" y="68580"/>
                </a:lnTo>
                <a:lnTo>
                  <a:pt x="123444" y="53340"/>
                </a:lnTo>
                <a:lnTo>
                  <a:pt x="140861" y="68580"/>
                </a:lnTo>
                <a:close/>
              </a:path>
              <a:path w="388620" h="405764">
                <a:moveTo>
                  <a:pt x="284696" y="147828"/>
                </a:moveTo>
                <a:lnTo>
                  <a:pt x="260603" y="147828"/>
                </a:lnTo>
                <a:lnTo>
                  <a:pt x="272915" y="130135"/>
                </a:lnTo>
                <a:lnTo>
                  <a:pt x="284797" y="111442"/>
                </a:lnTo>
                <a:lnTo>
                  <a:pt x="296394" y="91892"/>
                </a:lnTo>
                <a:lnTo>
                  <a:pt x="307848" y="71628"/>
                </a:lnTo>
                <a:lnTo>
                  <a:pt x="348996" y="71628"/>
                </a:lnTo>
                <a:lnTo>
                  <a:pt x="332232" y="79248"/>
                </a:lnTo>
                <a:lnTo>
                  <a:pt x="313944" y="106703"/>
                </a:lnTo>
                <a:lnTo>
                  <a:pt x="297942" y="129730"/>
                </a:lnTo>
                <a:lnTo>
                  <a:pt x="284696" y="147828"/>
                </a:lnTo>
                <a:close/>
              </a:path>
              <a:path w="388620" h="405764">
                <a:moveTo>
                  <a:pt x="137160" y="262128"/>
                </a:moveTo>
                <a:lnTo>
                  <a:pt x="135636" y="257555"/>
                </a:lnTo>
                <a:lnTo>
                  <a:pt x="167616" y="236362"/>
                </a:lnTo>
                <a:lnTo>
                  <a:pt x="197167" y="213741"/>
                </a:lnTo>
                <a:lnTo>
                  <a:pt x="224147" y="189404"/>
                </a:lnTo>
                <a:lnTo>
                  <a:pt x="248412" y="163068"/>
                </a:lnTo>
                <a:lnTo>
                  <a:pt x="235600" y="140469"/>
                </a:lnTo>
                <a:lnTo>
                  <a:pt x="224790" y="118300"/>
                </a:lnTo>
                <a:lnTo>
                  <a:pt x="216265" y="96416"/>
                </a:lnTo>
                <a:lnTo>
                  <a:pt x="210312" y="74676"/>
                </a:lnTo>
                <a:lnTo>
                  <a:pt x="216286" y="74676"/>
                </a:lnTo>
                <a:lnTo>
                  <a:pt x="224599" y="92749"/>
                </a:lnTo>
                <a:lnTo>
                  <a:pt x="235458" y="112585"/>
                </a:lnTo>
                <a:lnTo>
                  <a:pt x="247459" y="130992"/>
                </a:lnTo>
                <a:lnTo>
                  <a:pt x="260603" y="147828"/>
                </a:lnTo>
                <a:lnTo>
                  <a:pt x="284696" y="147828"/>
                </a:lnTo>
                <a:lnTo>
                  <a:pt x="284226" y="148470"/>
                </a:lnTo>
                <a:lnTo>
                  <a:pt x="272796" y="163068"/>
                </a:lnTo>
                <a:lnTo>
                  <a:pt x="290763" y="178308"/>
                </a:lnTo>
                <a:lnTo>
                  <a:pt x="260603" y="178308"/>
                </a:lnTo>
                <a:lnTo>
                  <a:pt x="240291" y="197500"/>
                </a:lnTo>
                <a:lnTo>
                  <a:pt x="220408" y="214122"/>
                </a:lnTo>
                <a:lnTo>
                  <a:pt x="200773" y="228480"/>
                </a:lnTo>
                <a:lnTo>
                  <a:pt x="181355" y="240791"/>
                </a:lnTo>
                <a:lnTo>
                  <a:pt x="186343" y="245364"/>
                </a:lnTo>
                <a:lnTo>
                  <a:pt x="176784" y="245364"/>
                </a:lnTo>
                <a:lnTo>
                  <a:pt x="137160" y="262128"/>
                </a:lnTo>
                <a:close/>
              </a:path>
              <a:path w="388620" h="405764">
                <a:moveTo>
                  <a:pt x="77724" y="182880"/>
                </a:moveTo>
                <a:lnTo>
                  <a:pt x="56388" y="182880"/>
                </a:lnTo>
                <a:lnTo>
                  <a:pt x="56388" y="79248"/>
                </a:lnTo>
                <a:lnTo>
                  <a:pt x="77724" y="79248"/>
                </a:lnTo>
                <a:lnTo>
                  <a:pt x="77724" y="182880"/>
                </a:lnTo>
                <a:close/>
              </a:path>
              <a:path w="388620" h="405764">
                <a:moveTo>
                  <a:pt x="134112" y="182880"/>
                </a:moveTo>
                <a:lnTo>
                  <a:pt x="112776" y="182880"/>
                </a:lnTo>
                <a:lnTo>
                  <a:pt x="112776" y="79248"/>
                </a:lnTo>
                <a:lnTo>
                  <a:pt x="142684" y="79248"/>
                </a:lnTo>
                <a:lnTo>
                  <a:pt x="134112" y="86868"/>
                </a:lnTo>
                <a:lnTo>
                  <a:pt x="134112" y="182880"/>
                </a:lnTo>
                <a:close/>
              </a:path>
              <a:path w="388620" h="405764">
                <a:moveTo>
                  <a:pt x="359664" y="248412"/>
                </a:moveTo>
                <a:lnTo>
                  <a:pt x="330469" y="233814"/>
                </a:lnTo>
                <a:lnTo>
                  <a:pt x="304419" y="217360"/>
                </a:lnTo>
                <a:lnTo>
                  <a:pt x="281225" y="198905"/>
                </a:lnTo>
                <a:lnTo>
                  <a:pt x="260603" y="178308"/>
                </a:lnTo>
                <a:lnTo>
                  <a:pt x="290763" y="178308"/>
                </a:lnTo>
                <a:lnTo>
                  <a:pt x="297108" y="183689"/>
                </a:lnTo>
                <a:lnTo>
                  <a:pt x="324421" y="200025"/>
                </a:lnTo>
                <a:lnTo>
                  <a:pt x="354877" y="212359"/>
                </a:lnTo>
                <a:lnTo>
                  <a:pt x="388620" y="220980"/>
                </a:lnTo>
                <a:lnTo>
                  <a:pt x="388620" y="225552"/>
                </a:lnTo>
                <a:lnTo>
                  <a:pt x="377237" y="228480"/>
                </a:lnTo>
                <a:lnTo>
                  <a:pt x="368427" y="232981"/>
                </a:lnTo>
                <a:lnTo>
                  <a:pt x="362473" y="239482"/>
                </a:lnTo>
                <a:lnTo>
                  <a:pt x="359664" y="248412"/>
                </a:lnTo>
                <a:close/>
              </a:path>
              <a:path w="388620" h="405764">
                <a:moveTo>
                  <a:pt x="77724" y="300228"/>
                </a:moveTo>
                <a:lnTo>
                  <a:pt x="56388" y="300228"/>
                </a:lnTo>
                <a:lnTo>
                  <a:pt x="56388" y="192024"/>
                </a:lnTo>
                <a:lnTo>
                  <a:pt x="77724" y="192024"/>
                </a:lnTo>
                <a:lnTo>
                  <a:pt x="77724" y="300228"/>
                </a:lnTo>
                <a:close/>
              </a:path>
              <a:path w="388620" h="405764">
                <a:moveTo>
                  <a:pt x="134510" y="300228"/>
                </a:moveTo>
                <a:lnTo>
                  <a:pt x="112776" y="300228"/>
                </a:lnTo>
                <a:lnTo>
                  <a:pt x="112776" y="192024"/>
                </a:lnTo>
                <a:lnTo>
                  <a:pt x="134112" y="192024"/>
                </a:lnTo>
                <a:lnTo>
                  <a:pt x="134227" y="282130"/>
                </a:lnTo>
                <a:lnTo>
                  <a:pt x="134302" y="291465"/>
                </a:lnTo>
                <a:lnTo>
                  <a:pt x="134510" y="300228"/>
                </a:lnTo>
                <a:close/>
              </a:path>
              <a:path w="388620" h="405764">
                <a:moveTo>
                  <a:pt x="341920" y="257555"/>
                </a:moveTo>
                <a:lnTo>
                  <a:pt x="309372" y="257555"/>
                </a:lnTo>
                <a:lnTo>
                  <a:pt x="321564" y="240791"/>
                </a:lnTo>
                <a:lnTo>
                  <a:pt x="341920" y="257555"/>
                </a:lnTo>
                <a:close/>
              </a:path>
              <a:path w="388620" h="405764">
                <a:moveTo>
                  <a:pt x="175260" y="405384"/>
                </a:moveTo>
                <a:lnTo>
                  <a:pt x="176141" y="379095"/>
                </a:lnTo>
                <a:lnTo>
                  <a:pt x="176593" y="343662"/>
                </a:lnTo>
                <a:lnTo>
                  <a:pt x="176689" y="317968"/>
                </a:lnTo>
                <a:lnTo>
                  <a:pt x="176784" y="245364"/>
                </a:lnTo>
                <a:lnTo>
                  <a:pt x="186343" y="245364"/>
                </a:lnTo>
                <a:lnTo>
                  <a:pt x="199643" y="257555"/>
                </a:lnTo>
                <a:lnTo>
                  <a:pt x="341920" y="257555"/>
                </a:lnTo>
                <a:lnTo>
                  <a:pt x="347472" y="262128"/>
                </a:lnTo>
                <a:lnTo>
                  <a:pt x="342246" y="266700"/>
                </a:lnTo>
                <a:lnTo>
                  <a:pt x="199643" y="266700"/>
                </a:lnTo>
                <a:lnTo>
                  <a:pt x="199643" y="362712"/>
                </a:lnTo>
                <a:lnTo>
                  <a:pt x="335800" y="362712"/>
                </a:lnTo>
                <a:lnTo>
                  <a:pt x="335922" y="369879"/>
                </a:lnTo>
                <a:lnTo>
                  <a:pt x="336075" y="373380"/>
                </a:lnTo>
                <a:lnTo>
                  <a:pt x="199643" y="373380"/>
                </a:lnTo>
                <a:lnTo>
                  <a:pt x="199643" y="396240"/>
                </a:lnTo>
                <a:lnTo>
                  <a:pt x="175260" y="405384"/>
                </a:lnTo>
                <a:close/>
              </a:path>
              <a:path w="388620" h="405764">
                <a:moveTo>
                  <a:pt x="335800" y="362712"/>
                </a:moveTo>
                <a:lnTo>
                  <a:pt x="312420" y="362712"/>
                </a:lnTo>
                <a:lnTo>
                  <a:pt x="312420" y="266700"/>
                </a:lnTo>
                <a:lnTo>
                  <a:pt x="342246" y="266700"/>
                </a:lnTo>
                <a:lnTo>
                  <a:pt x="335280" y="272796"/>
                </a:lnTo>
                <a:lnTo>
                  <a:pt x="335389" y="327660"/>
                </a:lnTo>
                <a:lnTo>
                  <a:pt x="335473" y="343662"/>
                </a:lnTo>
                <a:lnTo>
                  <a:pt x="335800" y="362712"/>
                </a:lnTo>
                <a:close/>
              </a:path>
              <a:path w="388620" h="405764">
                <a:moveTo>
                  <a:pt x="112776" y="335280"/>
                </a:moveTo>
                <a:lnTo>
                  <a:pt x="112776" y="310896"/>
                </a:lnTo>
                <a:lnTo>
                  <a:pt x="134772" y="310896"/>
                </a:lnTo>
                <a:lnTo>
                  <a:pt x="135636" y="327660"/>
                </a:lnTo>
                <a:lnTo>
                  <a:pt x="112776" y="335280"/>
                </a:lnTo>
                <a:close/>
              </a:path>
              <a:path w="388620" h="405764">
                <a:moveTo>
                  <a:pt x="312420" y="399287"/>
                </a:moveTo>
                <a:lnTo>
                  <a:pt x="312420" y="373380"/>
                </a:lnTo>
                <a:lnTo>
                  <a:pt x="336075" y="373380"/>
                </a:lnTo>
                <a:lnTo>
                  <a:pt x="336804" y="390144"/>
                </a:lnTo>
                <a:lnTo>
                  <a:pt x="312420" y="39928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pic>
        <p:nvPicPr>
          <p:cNvPr id="49" name="object 49"/>
          <p:cNvPicPr/>
          <p:nvPr/>
        </p:nvPicPr>
        <p:blipFill>
          <a:blip r:embed="rId6" cstate="print"/>
          <a:stretch>
            <a:fillRect/>
          </a:stretch>
        </p:blipFill>
        <p:spPr>
          <a:xfrm>
            <a:off x="3947159" y="5097779"/>
            <a:ext cx="96012" cy="94488"/>
          </a:xfrm>
          <a:prstGeom prst="rect">
            <a:avLst/>
          </a:prstGeom>
        </p:spPr>
      </p:pic>
      <p:grpSp>
        <p:nvGrpSpPr>
          <p:cNvPr id="50" name="object 50"/>
          <p:cNvGrpSpPr/>
          <p:nvPr/>
        </p:nvGrpSpPr>
        <p:grpSpPr>
          <a:xfrm>
            <a:off x="2055114" y="3324605"/>
            <a:ext cx="285115" cy="281940"/>
            <a:chOff x="2055114" y="3324605"/>
            <a:chExt cx="285115" cy="281940"/>
          </a:xfrm>
        </p:grpSpPr>
        <p:sp>
          <p:nvSpPr>
            <p:cNvPr id="51" name="object 51"/>
            <p:cNvSpPr/>
            <p:nvPr/>
          </p:nvSpPr>
          <p:spPr>
            <a:xfrm>
              <a:off x="2060448" y="3329939"/>
              <a:ext cx="274320" cy="271780"/>
            </a:xfrm>
            <a:custGeom>
              <a:avLst/>
              <a:gdLst/>
              <a:ahLst/>
              <a:cxnLst/>
              <a:rect l="l" t="t" r="r" b="b"/>
              <a:pathLst>
                <a:path w="274319" h="271779">
                  <a:moveTo>
                    <a:pt x="137160" y="271272"/>
                  </a:moveTo>
                  <a:lnTo>
                    <a:pt x="93634" y="264334"/>
                  </a:lnTo>
                  <a:lnTo>
                    <a:pt x="55961" y="245034"/>
                  </a:lnTo>
                  <a:lnTo>
                    <a:pt x="26334" y="215639"/>
                  </a:lnTo>
                  <a:lnTo>
                    <a:pt x="6949" y="178417"/>
                  </a:lnTo>
                  <a:lnTo>
                    <a:pt x="0" y="135636"/>
                  </a:lnTo>
                  <a:lnTo>
                    <a:pt x="6949" y="92854"/>
                  </a:lnTo>
                  <a:lnTo>
                    <a:pt x="26334" y="55632"/>
                  </a:lnTo>
                  <a:lnTo>
                    <a:pt x="55961" y="26237"/>
                  </a:lnTo>
                  <a:lnTo>
                    <a:pt x="93634" y="6937"/>
                  </a:lnTo>
                  <a:lnTo>
                    <a:pt x="137160" y="0"/>
                  </a:lnTo>
                  <a:lnTo>
                    <a:pt x="180685" y="6937"/>
                  </a:lnTo>
                  <a:lnTo>
                    <a:pt x="218358" y="26237"/>
                  </a:lnTo>
                  <a:lnTo>
                    <a:pt x="247985" y="55632"/>
                  </a:lnTo>
                  <a:lnTo>
                    <a:pt x="267370" y="92854"/>
                  </a:lnTo>
                  <a:lnTo>
                    <a:pt x="274319" y="135636"/>
                  </a:lnTo>
                  <a:lnTo>
                    <a:pt x="267370" y="178417"/>
                  </a:lnTo>
                  <a:lnTo>
                    <a:pt x="247985" y="215639"/>
                  </a:lnTo>
                  <a:lnTo>
                    <a:pt x="218358" y="245034"/>
                  </a:lnTo>
                  <a:lnTo>
                    <a:pt x="180685" y="264334"/>
                  </a:lnTo>
                  <a:lnTo>
                    <a:pt x="137160" y="271272"/>
                  </a:lnTo>
                  <a:close/>
                </a:path>
              </a:pathLst>
            </a:custGeom>
            <a:solidFill>
              <a:srgbClr val="33339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" name="object 52"/>
            <p:cNvSpPr/>
            <p:nvPr/>
          </p:nvSpPr>
          <p:spPr>
            <a:xfrm>
              <a:off x="2060448" y="3329939"/>
              <a:ext cx="274320" cy="271780"/>
            </a:xfrm>
            <a:custGeom>
              <a:avLst/>
              <a:gdLst/>
              <a:ahLst/>
              <a:cxnLst/>
              <a:rect l="l" t="t" r="r" b="b"/>
              <a:pathLst>
                <a:path w="274319" h="271779">
                  <a:moveTo>
                    <a:pt x="0" y="135636"/>
                  </a:moveTo>
                  <a:lnTo>
                    <a:pt x="6949" y="92854"/>
                  </a:lnTo>
                  <a:lnTo>
                    <a:pt x="26334" y="55632"/>
                  </a:lnTo>
                  <a:lnTo>
                    <a:pt x="55961" y="26237"/>
                  </a:lnTo>
                  <a:lnTo>
                    <a:pt x="93634" y="6937"/>
                  </a:lnTo>
                  <a:lnTo>
                    <a:pt x="137160" y="0"/>
                  </a:lnTo>
                  <a:lnTo>
                    <a:pt x="180685" y="6937"/>
                  </a:lnTo>
                  <a:lnTo>
                    <a:pt x="218358" y="26237"/>
                  </a:lnTo>
                  <a:lnTo>
                    <a:pt x="247985" y="55632"/>
                  </a:lnTo>
                  <a:lnTo>
                    <a:pt x="267370" y="92854"/>
                  </a:lnTo>
                  <a:lnTo>
                    <a:pt x="274319" y="135636"/>
                  </a:lnTo>
                  <a:lnTo>
                    <a:pt x="267370" y="178417"/>
                  </a:lnTo>
                  <a:lnTo>
                    <a:pt x="247985" y="215639"/>
                  </a:lnTo>
                  <a:lnTo>
                    <a:pt x="218358" y="245034"/>
                  </a:lnTo>
                  <a:lnTo>
                    <a:pt x="180685" y="264334"/>
                  </a:lnTo>
                  <a:lnTo>
                    <a:pt x="137160" y="271272"/>
                  </a:lnTo>
                  <a:lnTo>
                    <a:pt x="93634" y="264334"/>
                  </a:lnTo>
                  <a:lnTo>
                    <a:pt x="55961" y="245034"/>
                  </a:lnTo>
                  <a:lnTo>
                    <a:pt x="26334" y="215639"/>
                  </a:lnTo>
                  <a:lnTo>
                    <a:pt x="6949" y="178417"/>
                  </a:lnTo>
                  <a:lnTo>
                    <a:pt x="0" y="135636"/>
                  </a:lnTo>
                </a:path>
              </a:pathLst>
            </a:custGeom>
            <a:ln w="10668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53" name="object 53"/>
          <p:cNvGrpSpPr/>
          <p:nvPr/>
        </p:nvGrpSpPr>
        <p:grpSpPr>
          <a:xfrm>
            <a:off x="1134617" y="3324605"/>
            <a:ext cx="925830" cy="281940"/>
            <a:chOff x="1134617" y="3324605"/>
            <a:chExt cx="925830" cy="281940"/>
          </a:xfrm>
        </p:grpSpPr>
        <p:sp>
          <p:nvSpPr>
            <p:cNvPr id="54" name="object 54"/>
            <p:cNvSpPr/>
            <p:nvPr/>
          </p:nvSpPr>
          <p:spPr>
            <a:xfrm>
              <a:off x="1139951" y="3329939"/>
              <a:ext cx="274320" cy="271780"/>
            </a:xfrm>
            <a:custGeom>
              <a:avLst/>
              <a:gdLst/>
              <a:ahLst/>
              <a:cxnLst/>
              <a:rect l="l" t="t" r="r" b="b"/>
              <a:pathLst>
                <a:path w="274319" h="271779">
                  <a:moveTo>
                    <a:pt x="137160" y="271272"/>
                  </a:moveTo>
                  <a:lnTo>
                    <a:pt x="94219" y="264334"/>
                  </a:lnTo>
                  <a:lnTo>
                    <a:pt x="56619" y="245034"/>
                  </a:lnTo>
                  <a:lnTo>
                    <a:pt x="26773" y="215639"/>
                  </a:lnTo>
                  <a:lnTo>
                    <a:pt x="7095" y="178417"/>
                  </a:lnTo>
                  <a:lnTo>
                    <a:pt x="0" y="135636"/>
                  </a:lnTo>
                  <a:lnTo>
                    <a:pt x="7095" y="92854"/>
                  </a:lnTo>
                  <a:lnTo>
                    <a:pt x="26773" y="55632"/>
                  </a:lnTo>
                  <a:lnTo>
                    <a:pt x="56619" y="26237"/>
                  </a:lnTo>
                  <a:lnTo>
                    <a:pt x="94219" y="6937"/>
                  </a:lnTo>
                  <a:lnTo>
                    <a:pt x="137160" y="0"/>
                  </a:lnTo>
                  <a:lnTo>
                    <a:pt x="180685" y="6937"/>
                  </a:lnTo>
                  <a:lnTo>
                    <a:pt x="218358" y="26237"/>
                  </a:lnTo>
                  <a:lnTo>
                    <a:pt x="247985" y="55632"/>
                  </a:lnTo>
                  <a:lnTo>
                    <a:pt x="267370" y="92854"/>
                  </a:lnTo>
                  <a:lnTo>
                    <a:pt x="274319" y="135636"/>
                  </a:lnTo>
                  <a:lnTo>
                    <a:pt x="267370" y="178417"/>
                  </a:lnTo>
                  <a:lnTo>
                    <a:pt x="247985" y="215639"/>
                  </a:lnTo>
                  <a:lnTo>
                    <a:pt x="218358" y="245034"/>
                  </a:lnTo>
                  <a:lnTo>
                    <a:pt x="180685" y="264334"/>
                  </a:lnTo>
                  <a:lnTo>
                    <a:pt x="137160" y="271272"/>
                  </a:lnTo>
                  <a:close/>
                </a:path>
              </a:pathLst>
            </a:custGeom>
            <a:solidFill>
              <a:srgbClr val="33339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5" name="object 55"/>
            <p:cNvSpPr/>
            <p:nvPr/>
          </p:nvSpPr>
          <p:spPr>
            <a:xfrm>
              <a:off x="1139951" y="3329939"/>
              <a:ext cx="274320" cy="271780"/>
            </a:xfrm>
            <a:custGeom>
              <a:avLst/>
              <a:gdLst/>
              <a:ahLst/>
              <a:cxnLst/>
              <a:rect l="l" t="t" r="r" b="b"/>
              <a:pathLst>
                <a:path w="274319" h="271779">
                  <a:moveTo>
                    <a:pt x="0" y="135636"/>
                  </a:moveTo>
                  <a:lnTo>
                    <a:pt x="7095" y="92854"/>
                  </a:lnTo>
                  <a:lnTo>
                    <a:pt x="26773" y="55632"/>
                  </a:lnTo>
                  <a:lnTo>
                    <a:pt x="56619" y="26237"/>
                  </a:lnTo>
                  <a:lnTo>
                    <a:pt x="94219" y="6937"/>
                  </a:lnTo>
                  <a:lnTo>
                    <a:pt x="137160" y="0"/>
                  </a:lnTo>
                  <a:lnTo>
                    <a:pt x="180685" y="6937"/>
                  </a:lnTo>
                  <a:lnTo>
                    <a:pt x="218358" y="26237"/>
                  </a:lnTo>
                  <a:lnTo>
                    <a:pt x="247985" y="55632"/>
                  </a:lnTo>
                  <a:lnTo>
                    <a:pt x="267370" y="92854"/>
                  </a:lnTo>
                  <a:lnTo>
                    <a:pt x="274319" y="135636"/>
                  </a:lnTo>
                  <a:lnTo>
                    <a:pt x="267370" y="178417"/>
                  </a:lnTo>
                  <a:lnTo>
                    <a:pt x="247985" y="215639"/>
                  </a:lnTo>
                  <a:lnTo>
                    <a:pt x="218358" y="245034"/>
                  </a:lnTo>
                  <a:lnTo>
                    <a:pt x="180685" y="264334"/>
                  </a:lnTo>
                  <a:lnTo>
                    <a:pt x="137160" y="271272"/>
                  </a:lnTo>
                  <a:lnTo>
                    <a:pt x="94219" y="264334"/>
                  </a:lnTo>
                  <a:lnTo>
                    <a:pt x="56619" y="245034"/>
                  </a:lnTo>
                  <a:lnTo>
                    <a:pt x="26773" y="215639"/>
                  </a:lnTo>
                  <a:lnTo>
                    <a:pt x="7095" y="178417"/>
                  </a:lnTo>
                  <a:lnTo>
                    <a:pt x="0" y="135636"/>
                  </a:lnTo>
                </a:path>
              </a:pathLst>
            </a:custGeom>
            <a:ln w="10668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6" name="object 56"/>
            <p:cNvSpPr/>
            <p:nvPr/>
          </p:nvSpPr>
          <p:spPr>
            <a:xfrm>
              <a:off x="1414271" y="3467100"/>
              <a:ext cx="646430" cy="0"/>
            </a:xfrm>
            <a:custGeom>
              <a:avLst/>
              <a:gdLst/>
              <a:ahLst/>
              <a:cxnLst/>
              <a:rect l="l" t="t" r="r" b="b"/>
              <a:pathLst>
                <a:path w="646430">
                  <a:moveTo>
                    <a:pt x="0" y="0"/>
                  </a:moveTo>
                  <a:lnTo>
                    <a:pt x="646176" y="0"/>
                  </a:lnTo>
                </a:path>
              </a:pathLst>
            </a:custGeom>
            <a:ln w="10668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pic>
        <p:nvPicPr>
          <p:cNvPr id="57" name="object 57"/>
          <p:cNvPicPr/>
          <p:nvPr/>
        </p:nvPicPr>
        <p:blipFill>
          <a:blip r:embed="rId7" cstate="print"/>
          <a:stretch>
            <a:fillRect/>
          </a:stretch>
        </p:blipFill>
        <p:spPr>
          <a:xfrm>
            <a:off x="1197863" y="3032759"/>
            <a:ext cx="184404" cy="150876"/>
          </a:xfrm>
          <a:prstGeom prst="rect">
            <a:avLst/>
          </a:prstGeom>
        </p:spPr>
      </p:pic>
      <p:sp>
        <p:nvSpPr>
          <p:cNvPr id="58" name="object 58"/>
          <p:cNvSpPr/>
          <p:nvPr/>
        </p:nvSpPr>
        <p:spPr>
          <a:xfrm>
            <a:off x="2171700" y="3038855"/>
            <a:ext cx="60960" cy="147955"/>
          </a:xfrm>
          <a:custGeom>
            <a:avLst/>
            <a:gdLst/>
            <a:ahLst/>
            <a:cxnLst/>
            <a:rect l="l" t="t" r="r" b="b"/>
            <a:pathLst>
              <a:path w="60960" h="147955">
                <a:moveTo>
                  <a:pt x="57912" y="147827"/>
                </a:moveTo>
                <a:lnTo>
                  <a:pt x="51816" y="147827"/>
                </a:lnTo>
                <a:lnTo>
                  <a:pt x="7620" y="147827"/>
                </a:lnTo>
                <a:lnTo>
                  <a:pt x="6096" y="146303"/>
                </a:lnTo>
                <a:lnTo>
                  <a:pt x="1524" y="146303"/>
                </a:lnTo>
                <a:lnTo>
                  <a:pt x="0" y="143255"/>
                </a:lnTo>
                <a:lnTo>
                  <a:pt x="0" y="134111"/>
                </a:lnTo>
                <a:lnTo>
                  <a:pt x="6096" y="129539"/>
                </a:lnTo>
                <a:lnTo>
                  <a:pt x="15240" y="129539"/>
                </a:lnTo>
                <a:lnTo>
                  <a:pt x="19812" y="131063"/>
                </a:lnTo>
                <a:lnTo>
                  <a:pt x="24384" y="131063"/>
                </a:lnTo>
                <a:lnTo>
                  <a:pt x="24384" y="128015"/>
                </a:lnTo>
                <a:lnTo>
                  <a:pt x="22860" y="123443"/>
                </a:lnTo>
                <a:lnTo>
                  <a:pt x="22883" y="97059"/>
                </a:lnTo>
                <a:lnTo>
                  <a:pt x="23050" y="88772"/>
                </a:lnTo>
                <a:lnTo>
                  <a:pt x="23502" y="78771"/>
                </a:lnTo>
                <a:lnTo>
                  <a:pt x="25265" y="55340"/>
                </a:lnTo>
                <a:lnTo>
                  <a:pt x="25717" y="45338"/>
                </a:lnTo>
                <a:lnTo>
                  <a:pt x="25908" y="30479"/>
                </a:lnTo>
                <a:lnTo>
                  <a:pt x="18288" y="36575"/>
                </a:lnTo>
                <a:lnTo>
                  <a:pt x="12192" y="39623"/>
                </a:lnTo>
                <a:lnTo>
                  <a:pt x="6096" y="39623"/>
                </a:lnTo>
                <a:lnTo>
                  <a:pt x="3048" y="38099"/>
                </a:lnTo>
                <a:lnTo>
                  <a:pt x="1524" y="35051"/>
                </a:lnTo>
                <a:lnTo>
                  <a:pt x="1524" y="27431"/>
                </a:lnTo>
                <a:lnTo>
                  <a:pt x="3048" y="24383"/>
                </a:lnTo>
                <a:lnTo>
                  <a:pt x="9144" y="19811"/>
                </a:lnTo>
                <a:lnTo>
                  <a:pt x="12192" y="18287"/>
                </a:lnTo>
                <a:lnTo>
                  <a:pt x="16764" y="13715"/>
                </a:lnTo>
                <a:lnTo>
                  <a:pt x="22860" y="9143"/>
                </a:lnTo>
                <a:lnTo>
                  <a:pt x="28956" y="3047"/>
                </a:lnTo>
                <a:lnTo>
                  <a:pt x="35052" y="0"/>
                </a:lnTo>
                <a:lnTo>
                  <a:pt x="44196" y="0"/>
                </a:lnTo>
                <a:lnTo>
                  <a:pt x="45720" y="3047"/>
                </a:lnTo>
                <a:lnTo>
                  <a:pt x="45720" y="13715"/>
                </a:lnTo>
                <a:lnTo>
                  <a:pt x="44196" y="16763"/>
                </a:lnTo>
                <a:lnTo>
                  <a:pt x="44196" y="30479"/>
                </a:lnTo>
                <a:lnTo>
                  <a:pt x="45720" y="33527"/>
                </a:lnTo>
                <a:lnTo>
                  <a:pt x="45720" y="39623"/>
                </a:lnTo>
                <a:lnTo>
                  <a:pt x="45458" y="45910"/>
                </a:lnTo>
                <a:lnTo>
                  <a:pt x="42672" y="71627"/>
                </a:lnTo>
                <a:lnTo>
                  <a:pt x="41790" y="81343"/>
                </a:lnTo>
                <a:lnTo>
                  <a:pt x="41338" y="89915"/>
                </a:lnTo>
                <a:lnTo>
                  <a:pt x="41148" y="117347"/>
                </a:lnTo>
                <a:lnTo>
                  <a:pt x="42672" y="121919"/>
                </a:lnTo>
                <a:lnTo>
                  <a:pt x="42672" y="129539"/>
                </a:lnTo>
                <a:lnTo>
                  <a:pt x="54864" y="129539"/>
                </a:lnTo>
                <a:lnTo>
                  <a:pt x="56388" y="131063"/>
                </a:lnTo>
                <a:lnTo>
                  <a:pt x="59436" y="132587"/>
                </a:lnTo>
                <a:lnTo>
                  <a:pt x="60960" y="134111"/>
                </a:lnTo>
                <a:lnTo>
                  <a:pt x="60960" y="143255"/>
                </a:lnTo>
                <a:lnTo>
                  <a:pt x="59436" y="144779"/>
                </a:lnTo>
                <a:lnTo>
                  <a:pt x="57912" y="14782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59" name="object 59"/>
          <p:cNvGrpSpPr/>
          <p:nvPr/>
        </p:nvGrpSpPr>
        <p:grpSpPr>
          <a:xfrm>
            <a:off x="2334767" y="3324605"/>
            <a:ext cx="924560" cy="281940"/>
            <a:chOff x="2334767" y="3324605"/>
            <a:chExt cx="924560" cy="281940"/>
          </a:xfrm>
        </p:grpSpPr>
        <p:sp>
          <p:nvSpPr>
            <p:cNvPr id="60" name="object 60"/>
            <p:cNvSpPr/>
            <p:nvPr/>
          </p:nvSpPr>
          <p:spPr>
            <a:xfrm>
              <a:off x="2980943" y="3329939"/>
              <a:ext cx="273050" cy="271780"/>
            </a:xfrm>
            <a:custGeom>
              <a:avLst/>
              <a:gdLst/>
              <a:ahLst/>
              <a:cxnLst/>
              <a:rect l="l" t="t" r="r" b="b"/>
              <a:pathLst>
                <a:path w="273050" h="271779">
                  <a:moveTo>
                    <a:pt x="137160" y="271272"/>
                  </a:moveTo>
                  <a:lnTo>
                    <a:pt x="93634" y="264334"/>
                  </a:lnTo>
                  <a:lnTo>
                    <a:pt x="55961" y="245034"/>
                  </a:lnTo>
                  <a:lnTo>
                    <a:pt x="26334" y="215639"/>
                  </a:lnTo>
                  <a:lnTo>
                    <a:pt x="6949" y="178417"/>
                  </a:lnTo>
                  <a:lnTo>
                    <a:pt x="0" y="135636"/>
                  </a:lnTo>
                  <a:lnTo>
                    <a:pt x="6949" y="92854"/>
                  </a:lnTo>
                  <a:lnTo>
                    <a:pt x="26334" y="55632"/>
                  </a:lnTo>
                  <a:lnTo>
                    <a:pt x="55961" y="26237"/>
                  </a:lnTo>
                  <a:lnTo>
                    <a:pt x="93634" y="6937"/>
                  </a:lnTo>
                  <a:lnTo>
                    <a:pt x="137160" y="0"/>
                  </a:lnTo>
                  <a:lnTo>
                    <a:pt x="179941" y="6937"/>
                  </a:lnTo>
                  <a:lnTo>
                    <a:pt x="217163" y="26237"/>
                  </a:lnTo>
                  <a:lnTo>
                    <a:pt x="246558" y="55632"/>
                  </a:lnTo>
                  <a:lnTo>
                    <a:pt x="265858" y="92854"/>
                  </a:lnTo>
                  <a:lnTo>
                    <a:pt x="272795" y="135636"/>
                  </a:lnTo>
                  <a:lnTo>
                    <a:pt x="265858" y="178417"/>
                  </a:lnTo>
                  <a:lnTo>
                    <a:pt x="246558" y="215639"/>
                  </a:lnTo>
                  <a:lnTo>
                    <a:pt x="217163" y="245034"/>
                  </a:lnTo>
                  <a:lnTo>
                    <a:pt x="179941" y="264334"/>
                  </a:lnTo>
                  <a:lnTo>
                    <a:pt x="137160" y="271272"/>
                  </a:lnTo>
                  <a:close/>
                </a:path>
              </a:pathLst>
            </a:custGeom>
            <a:solidFill>
              <a:srgbClr val="33339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1" name="object 61"/>
            <p:cNvSpPr/>
            <p:nvPr/>
          </p:nvSpPr>
          <p:spPr>
            <a:xfrm>
              <a:off x="2980943" y="3329939"/>
              <a:ext cx="273050" cy="271780"/>
            </a:xfrm>
            <a:custGeom>
              <a:avLst/>
              <a:gdLst/>
              <a:ahLst/>
              <a:cxnLst/>
              <a:rect l="l" t="t" r="r" b="b"/>
              <a:pathLst>
                <a:path w="273050" h="271779">
                  <a:moveTo>
                    <a:pt x="0" y="135636"/>
                  </a:moveTo>
                  <a:lnTo>
                    <a:pt x="6949" y="92854"/>
                  </a:lnTo>
                  <a:lnTo>
                    <a:pt x="26334" y="55632"/>
                  </a:lnTo>
                  <a:lnTo>
                    <a:pt x="55961" y="26237"/>
                  </a:lnTo>
                  <a:lnTo>
                    <a:pt x="93634" y="6937"/>
                  </a:lnTo>
                  <a:lnTo>
                    <a:pt x="137160" y="0"/>
                  </a:lnTo>
                  <a:lnTo>
                    <a:pt x="179941" y="6937"/>
                  </a:lnTo>
                  <a:lnTo>
                    <a:pt x="217163" y="26237"/>
                  </a:lnTo>
                  <a:lnTo>
                    <a:pt x="246558" y="55632"/>
                  </a:lnTo>
                  <a:lnTo>
                    <a:pt x="265858" y="92854"/>
                  </a:lnTo>
                  <a:lnTo>
                    <a:pt x="272795" y="135636"/>
                  </a:lnTo>
                  <a:lnTo>
                    <a:pt x="265858" y="178417"/>
                  </a:lnTo>
                  <a:lnTo>
                    <a:pt x="246558" y="215639"/>
                  </a:lnTo>
                  <a:lnTo>
                    <a:pt x="217163" y="245034"/>
                  </a:lnTo>
                  <a:lnTo>
                    <a:pt x="179941" y="264334"/>
                  </a:lnTo>
                  <a:lnTo>
                    <a:pt x="137160" y="271272"/>
                  </a:lnTo>
                  <a:lnTo>
                    <a:pt x="93634" y="264334"/>
                  </a:lnTo>
                  <a:lnTo>
                    <a:pt x="55961" y="245034"/>
                  </a:lnTo>
                  <a:lnTo>
                    <a:pt x="26334" y="215639"/>
                  </a:lnTo>
                  <a:lnTo>
                    <a:pt x="6949" y="178417"/>
                  </a:lnTo>
                  <a:lnTo>
                    <a:pt x="0" y="135636"/>
                  </a:lnTo>
                </a:path>
              </a:pathLst>
            </a:custGeom>
            <a:ln w="10668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2" name="object 62"/>
            <p:cNvSpPr/>
            <p:nvPr/>
          </p:nvSpPr>
          <p:spPr>
            <a:xfrm>
              <a:off x="2334767" y="3467100"/>
              <a:ext cx="646430" cy="0"/>
            </a:xfrm>
            <a:custGeom>
              <a:avLst/>
              <a:gdLst/>
              <a:ahLst/>
              <a:cxnLst/>
              <a:rect l="l" t="t" r="r" b="b"/>
              <a:pathLst>
                <a:path w="646430">
                  <a:moveTo>
                    <a:pt x="0" y="0"/>
                  </a:moveTo>
                  <a:lnTo>
                    <a:pt x="646175" y="0"/>
                  </a:lnTo>
                </a:path>
              </a:pathLst>
            </a:custGeom>
            <a:ln w="10668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pic>
        <p:nvPicPr>
          <p:cNvPr id="63" name="object 63"/>
          <p:cNvPicPr/>
          <p:nvPr/>
        </p:nvPicPr>
        <p:blipFill>
          <a:blip r:embed="rId8" cstate="print"/>
          <a:stretch>
            <a:fillRect/>
          </a:stretch>
        </p:blipFill>
        <p:spPr>
          <a:xfrm>
            <a:off x="3089148" y="3040380"/>
            <a:ext cx="97536" cy="152400"/>
          </a:xfrm>
          <a:prstGeom prst="rect">
            <a:avLst/>
          </a:prstGeom>
        </p:spPr>
      </p:pic>
      <p:grpSp>
        <p:nvGrpSpPr>
          <p:cNvPr id="64" name="object 64"/>
          <p:cNvGrpSpPr/>
          <p:nvPr/>
        </p:nvGrpSpPr>
        <p:grpSpPr>
          <a:xfrm>
            <a:off x="3253740" y="3324605"/>
            <a:ext cx="925830" cy="281940"/>
            <a:chOff x="3253740" y="3324605"/>
            <a:chExt cx="925830" cy="281940"/>
          </a:xfrm>
        </p:grpSpPr>
        <p:sp>
          <p:nvSpPr>
            <p:cNvPr id="65" name="object 65"/>
            <p:cNvSpPr/>
            <p:nvPr/>
          </p:nvSpPr>
          <p:spPr>
            <a:xfrm>
              <a:off x="3899916" y="3329939"/>
              <a:ext cx="274320" cy="271780"/>
            </a:xfrm>
            <a:custGeom>
              <a:avLst/>
              <a:gdLst/>
              <a:ahLst/>
              <a:cxnLst/>
              <a:rect l="l" t="t" r="r" b="b"/>
              <a:pathLst>
                <a:path w="274320" h="271779">
                  <a:moveTo>
                    <a:pt x="137160" y="271272"/>
                  </a:moveTo>
                  <a:lnTo>
                    <a:pt x="93634" y="264334"/>
                  </a:lnTo>
                  <a:lnTo>
                    <a:pt x="55961" y="245034"/>
                  </a:lnTo>
                  <a:lnTo>
                    <a:pt x="26334" y="215639"/>
                  </a:lnTo>
                  <a:lnTo>
                    <a:pt x="6949" y="178417"/>
                  </a:lnTo>
                  <a:lnTo>
                    <a:pt x="0" y="135636"/>
                  </a:lnTo>
                  <a:lnTo>
                    <a:pt x="6949" y="92854"/>
                  </a:lnTo>
                  <a:lnTo>
                    <a:pt x="26334" y="55632"/>
                  </a:lnTo>
                  <a:lnTo>
                    <a:pt x="55961" y="26237"/>
                  </a:lnTo>
                  <a:lnTo>
                    <a:pt x="93634" y="6937"/>
                  </a:lnTo>
                  <a:lnTo>
                    <a:pt x="137160" y="0"/>
                  </a:lnTo>
                  <a:lnTo>
                    <a:pt x="180685" y="6937"/>
                  </a:lnTo>
                  <a:lnTo>
                    <a:pt x="218358" y="26237"/>
                  </a:lnTo>
                  <a:lnTo>
                    <a:pt x="247985" y="55632"/>
                  </a:lnTo>
                  <a:lnTo>
                    <a:pt x="267370" y="92854"/>
                  </a:lnTo>
                  <a:lnTo>
                    <a:pt x="274319" y="135636"/>
                  </a:lnTo>
                  <a:lnTo>
                    <a:pt x="267370" y="178417"/>
                  </a:lnTo>
                  <a:lnTo>
                    <a:pt x="247985" y="215639"/>
                  </a:lnTo>
                  <a:lnTo>
                    <a:pt x="218358" y="245034"/>
                  </a:lnTo>
                  <a:lnTo>
                    <a:pt x="180685" y="264334"/>
                  </a:lnTo>
                  <a:lnTo>
                    <a:pt x="137160" y="271272"/>
                  </a:lnTo>
                  <a:close/>
                </a:path>
              </a:pathLst>
            </a:custGeom>
            <a:solidFill>
              <a:srgbClr val="33339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6" name="object 66"/>
            <p:cNvSpPr/>
            <p:nvPr/>
          </p:nvSpPr>
          <p:spPr>
            <a:xfrm>
              <a:off x="3899916" y="3329939"/>
              <a:ext cx="274320" cy="271780"/>
            </a:xfrm>
            <a:custGeom>
              <a:avLst/>
              <a:gdLst/>
              <a:ahLst/>
              <a:cxnLst/>
              <a:rect l="l" t="t" r="r" b="b"/>
              <a:pathLst>
                <a:path w="274320" h="271779">
                  <a:moveTo>
                    <a:pt x="0" y="135636"/>
                  </a:moveTo>
                  <a:lnTo>
                    <a:pt x="6949" y="92854"/>
                  </a:lnTo>
                  <a:lnTo>
                    <a:pt x="26334" y="55632"/>
                  </a:lnTo>
                  <a:lnTo>
                    <a:pt x="55961" y="26237"/>
                  </a:lnTo>
                  <a:lnTo>
                    <a:pt x="93634" y="6937"/>
                  </a:lnTo>
                  <a:lnTo>
                    <a:pt x="137160" y="0"/>
                  </a:lnTo>
                  <a:lnTo>
                    <a:pt x="180685" y="6937"/>
                  </a:lnTo>
                  <a:lnTo>
                    <a:pt x="218358" y="26237"/>
                  </a:lnTo>
                  <a:lnTo>
                    <a:pt x="247985" y="55632"/>
                  </a:lnTo>
                  <a:lnTo>
                    <a:pt x="267370" y="92854"/>
                  </a:lnTo>
                  <a:lnTo>
                    <a:pt x="274319" y="135636"/>
                  </a:lnTo>
                  <a:lnTo>
                    <a:pt x="267370" y="178417"/>
                  </a:lnTo>
                  <a:lnTo>
                    <a:pt x="247985" y="215639"/>
                  </a:lnTo>
                  <a:lnTo>
                    <a:pt x="218358" y="245034"/>
                  </a:lnTo>
                  <a:lnTo>
                    <a:pt x="180685" y="264334"/>
                  </a:lnTo>
                  <a:lnTo>
                    <a:pt x="137160" y="271272"/>
                  </a:lnTo>
                  <a:lnTo>
                    <a:pt x="93634" y="264334"/>
                  </a:lnTo>
                  <a:lnTo>
                    <a:pt x="55961" y="245034"/>
                  </a:lnTo>
                  <a:lnTo>
                    <a:pt x="26334" y="215639"/>
                  </a:lnTo>
                  <a:lnTo>
                    <a:pt x="6949" y="178417"/>
                  </a:lnTo>
                  <a:lnTo>
                    <a:pt x="0" y="135636"/>
                  </a:lnTo>
                </a:path>
              </a:pathLst>
            </a:custGeom>
            <a:ln w="10668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7" name="object 67"/>
            <p:cNvSpPr/>
            <p:nvPr/>
          </p:nvSpPr>
          <p:spPr>
            <a:xfrm>
              <a:off x="3253740" y="3467100"/>
              <a:ext cx="647700" cy="0"/>
            </a:xfrm>
            <a:custGeom>
              <a:avLst/>
              <a:gdLst/>
              <a:ahLst/>
              <a:cxnLst/>
              <a:rect l="l" t="t" r="r" b="b"/>
              <a:pathLst>
                <a:path w="647700">
                  <a:moveTo>
                    <a:pt x="0" y="0"/>
                  </a:moveTo>
                  <a:lnTo>
                    <a:pt x="647700" y="0"/>
                  </a:lnTo>
                </a:path>
              </a:pathLst>
            </a:custGeom>
            <a:ln w="10668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68" name="object 68"/>
          <p:cNvGrpSpPr/>
          <p:nvPr/>
        </p:nvGrpSpPr>
        <p:grpSpPr>
          <a:xfrm>
            <a:off x="4012691" y="3038855"/>
            <a:ext cx="181610" cy="154305"/>
            <a:chOff x="4012691" y="3038855"/>
            <a:chExt cx="181610" cy="154305"/>
          </a:xfrm>
        </p:grpSpPr>
        <p:sp>
          <p:nvSpPr>
            <p:cNvPr id="69" name="object 69"/>
            <p:cNvSpPr/>
            <p:nvPr/>
          </p:nvSpPr>
          <p:spPr>
            <a:xfrm>
              <a:off x="4012691" y="3038855"/>
              <a:ext cx="60960" cy="147955"/>
            </a:xfrm>
            <a:custGeom>
              <a:avLst/>
              <a:gdLst/>
              <a:ahLst/>
              <a:cxnLst/>
              <a:rect l="l" t="t" r="r" b="b"/>
              <a:pathLst>
                <a:path w="60960" h="147955">
                  <a:moveTo>
                    <a:pt x="56387" y="147827"/>
                  </a:moveTo>
                  <a:lnTo>
                    <a:pt x="51815" y="147827"/>
                  </a:lnTo>
                  <a:lnTo>
                    <a:pt x="6095" y="147827"/>
                  </a:lnTo>
                  <a:lnTo>
                    <a:pt x="4571" y="146303"/>
                  </a:lnTo>
                  <a:lnTo>
                    <a:pt x="1523" y="146303"/>
                  </a:lnTo>
                  <a:lnTo>
                    <a:pt x="0" y="143255"/>
                  </a:lnTo>
                  <a:lnTo>
                    <a:pt x="0" y="134111"/>
                  </a:lnTo>
                  <a:lnTo>
                    <a:pt x="4571" y="129539"/>
                  </a:lnTo>
                  <a:lnTo>
                    <a:pt x="15239" y="129539"/>
                  </a:lnTo>
                  <a:lnTo>
                    <a:pt x="19811" y="131063"/>
                  </a:lnTo>
                  <a:lnTo>
                    <a:pt x="22859" y="131063"/>
                  </a:lnTo>
                  <a:lnTo>
                    <a:pt x="22859" y="117347"/>
                  </a:lnTo>
                  <a:lnTo>
                    <a:pt x="21335" y="111251"/>
                  </a:lnTo>
                  <a:lnTo>
                    <a:pt x="21335" y="103631"/>
                  </a:lnTo>
                  <a:lnTo>
                    <a:pt x="21597" y="97059"/>
                  </a:lnTo>
                  <a:lnTo>
                    <a:pt x="24383" y="67055"/>
                  </a:lnTo>
                  <a:lnTo>
                    <a:pt x="25265" y="55340"/>
                  </a:lnTo>
                  <a:lnTo>
                    <a:pt x="25717" y="45338"/>
                  </a:lnTo>
                  <a:lnTo>
                    <a:pt x="25907" y="30479"/>
                  </a:lnTo>
                  <a:lnTo>
                    <a:pt x="18287" y="36575"/>
                  </a:lnTo>
                  <a:lnTo>
                    <a:pt x="12191" y="39623"/>
                  </a:lnTo>
                  <a:lnTo>
                    <a:pt x="4571" y="39623"/>
                  </a:lnTo>
                  <a:lnTo>
                    <a:pt x="3047" y="38099"/>
                  </a:lnTo>
                  <a:lnTo>
                    <a:pt x="1523" y="35051"/>
                  </a:lnTo>
                  <a:lnTo>
                    <a:pt x="0" y="33527"/>
                  </a:lnTo>
                  <a:lnTo>
                    <a:pt x="0" y="27431"/>
                  </a:lnTo>
                  <a:lnTo>
                    <a:pt x="3047" y="24383"/>
                  </a:lnTo>
                  <a:lnTo>
                    <a:pt x="9143" y="19811"/>
                  </a:lnTo>
                  <a:lnTo>
                    <a:pt x="12191" y="18287"/>
                  </a:lnTo>
                  <a:lnTo>
                    <a:pt x="16763" y="13715"/>
                  </a:lnTo>
                  <a:lnTo>
                    <a:pt x="22859" y="9143"/>
                  </a:lnTo>
                  <a:lnTo>
                    <a:pt x="28955" y="3047"/>
                  </a:lnTo>
                  <a:lnTo>
                    <a:pt x="33527" y="0"/>
                  </a:lnTo>
                  <a:lnTo>
                    <a:pt x="42671" y="0"/>
                  </a:lnTo>
                  <a:lnTo>
                    <a:pt x="45719" y="3047"/>
                  </a:lnTo>
                  <a:lnTo>
                    <a:pt x="45719" y="10667"/>
                  </a:lnTo>
                  <a:lnTo>
                    <a:pt x="44195" y="13715"/>
                  </a:lnTo>
                  <a:lnTo>
                    <a:pt x="44172" y="45910"/>
                  </a:lnTo>
                  <a:lnTo>
                    <a:pt x="44005" y="53339"/>
                  </a:lnTo>
                  <a:lnTo>
                    <a:pt x="43553" y="61912"/>
                  </a:lnTo>
                  <a:lnTo>
                    <a:pt x="42671" y="71627"/>
                  </a:lnTo>
                  <a:lnTo>
                    <a:pt x="40576" y="89915"/>
                  </a:lnTo>
                  <a:lnTo>
                    <a:pt x="39885" y="97345"/>
                  </a:lnTo>
                  <a:lnTo>
                    <a:pt x="39623" y="106679"/>
                  </a:lnTo>
                  <a:lnTo>
                    <a:pt x="41147" y="111251"/>
                  </a:lnTo>
                  <a:lnTo>
                    <a:pt x="41147" y="129539"/>
                  </a:lnTo>
                  <a:lnTo>
                    <a:pt x="54863" y="129539"/>
                  </a:lnTo>
                  <a:lnTo>
                    <a:pt x="60959" y="135635"/>
                  </a:lnTo>
                  <a:lnTo>
                    <a:pt x="60959" y="141731"/>
                  </a:lnTo>
                  <a:lnTo>
                    <a:pt x="57911" y="144779"/>
                  </a:lnTo>
                  <a:lnTo>
                    <a:pt x="56387" y="14782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70" name="object 70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4096511" y="3040380"/>
              <a:ext cx="97536" cy="152400"/>
            </a:xfrm>
            <a:prstGeom prst="rect">
              <a:avLst/>
            </a:prstGeom>
          </p:spPr>
        </p:pic>
      </p:grpSp>
      <p:grpSp>
        <p:nvGrpSpPr>
          <p:cNvPr id="71" name="object 71"/>
          <p:cNvGrpSpPr/>
          <p:nvPr/>
        </p:nvGrpSpPr>
        <p:grpSpPr>
          <a:xfrm>
            <a:off x="4174235" y="3324605"/>
            <a:ext cx="925830" cy="281940"/>
            <a:chOff x="4174235" y="3324605"/>
            <a:chExt cx="925830" cy="281940"/>
          </a:xfrm>
        </p:grpSpPr>
        <p:sp>
          <p:nvSpPr>
            <p:cNvPr id="72" name="object 72"/>
            <p:cNvSpPr/>
            <p:nvPr/>
          </p:nvSpPr>
          <p:spPr>
            <a:xfrm>
              <a:off x="4820411" y="3329939"/>
              <a:ext cx="274320" cy="271780"/>
            </a:xfrm>
            <a:custGeom>
              <a:avLst/>
              <a:gdLst/>
              <a:ahLst/>
              <a:cxnLst/>
              <a:rect l="l" t="t" r="r" b="b"/>
              <a:pathLst>
                <a:path w="274320" h="271779">
                  <a:moveTo>
                    <a:pt x="137160" y="271272"/>
                  </a:moveTo>
                  <a:lnTo>
                    <a:pt x="93634" y="264334"/>
                  </a:lnTo>
                  <a:lnTo>
                    <a:pt x="55961" y="245034"/>
                  </a:lnTo>
                  <a:lnTo>
                    <a:pt x="26334" y="215639"/>
                  </a:lnTo>
                  <a:lnTo>
                    <a:pt x="6949" y="178417"/>
                  </a:lnTo>
                  <a:lnTo>
                    <a:pt x="0" y="135636"/>
                  </a:lnTo>
                  <a:lnTo>
                    <a:pt x="6949" y="92854"/>
                  </a:lnTo>
                  <a:lnTo>
                    <a:pt x="26334" y="55632"/>
                  </a:lnTo>
                  <a:lnTo>
                    <a:pt x="55961" y="26237"/>
                  </a:lnTo>
                  <a:lnTo>
                    <a:pt x="93634" y="6937"/>
                  </a:lnTo>
                  <a:lnTo>
                    <a:pt x="137160" y="0"/>
                  </a:lnTo>
                  <a:lnTo>
                    <a:pt x="180100" y="6937"/>
                  </a:lnTo>
                  <a:lnTo>
                    <a:pt x="217700" y="26237"/>
                  </a:lnTo>
                  <a:lnTo>
                    <a:pt x="247546" y="55632"/>
                  </a:lnTo>
                  <a:lnTo>
                    <a:pt x="267224" y="92854"/>
                  </a:lnTo>
                  <a:lnTo>
                    <a:pt x="274319" y="135636"/>
                  </a:lnTo>
                  <a:lnTo>
                    <a:pt x="267224" y="178417"/>
                  </a:lnTo>
                  <a:lnTo>
                    <a:pt x="247546" y="215639"/>
                  </a:lnTo>
                  <a:lnTo>
                    <a:pt x="217700" y="245034"/>
                  </a:lnTo>
                  <a:lnTo>
                    <a:pt x="180100" y="264334"/>
                  </a:lnTo>
                  <a:lnTo>
                    <a:pt x="137160" y="271272"/>
                  </a:lnTo>
                  <a:close/>
                </a:path>
              </a:pathLst>
            </a:custGeom>
            <a:solidFill>
              <a:srgbClr val="33339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3" name="object 73"/>
            <p:cNvSpPr/>
            <p:nvPr/>
          </p:nvSpPr>
          <p:spPr>
            <a:xfrm>
              <a:off x="4820411" y="3329939"/>
              <a:ext cx="274320" cy="271780"/>
            </a:xfrm>
            <a:custGeom>
              <a:avLst/>
              <a:gdLst/>
              <a:ahLst/>
              <a:cxnLst/>
              <a:rect l="l" t="t" r="r" b="b"/>
              <a:pathLst>
                <a:path w="274320" h="271779">
                  <a:moveTo>
                    <a:pt x="0" y="135636"/>
                  </a:moveTo>
                  <a:lnTo>
                    <a:pt x="6949" y="92854"/>
                  </a:lnTo>
                  <a:lnTo>
                    <a:pt x="26334" y="55632"/>
                  </a:lnTo>
                  <a:lnTo>
                    <a:pt x="55961" y="26237"/>
                  </a:lnTo>
                  <a:lnTo>
                    <a:pt x="93634" y="6937"/>
                  </a:lnTo>
                  <a:lnTo>
                    <a:pt x="137160" y="0"/>
                  </a:lnTo>
                  <a:lnTo>
                    <a:pt x="180100" y="6937"/>
                  </a:lnTo>
                  <a:lnTo>
                    <a:pt x="217700" y="26237"/>
                  </a:lnTo>
                  <a:lnTo>
                    <a:pt x="247546" y="55632"/>
                  </a:lnTo>
                  <a:lnTo>
                    <a:pt x="267224" y="92854"/>
                  </a:lnTo>
                  <a:lnTo>
                    <a:pt x="274319" y="135636"/>
                  </a:lnTo>
                  <a:lnTo>
                    <a:pt x="267224" y="178417"/>
                  </a:lnTo>
                  <a:lnTo>
                    <a:pt x="247546" y="215639"/>
                  </a:lnTo>
                  <a:lnTo>
                    <a:pt x="217700" y="245034"/>
                  </a:lnTo>
                  <a:lnTo>
                    <a:pt x="180100" y="264334"/>
                  </a:lnTo>
                  <a:lnTo>
                    <a:pt x="137160" y="271272"/>
                  </a:lnTo>
                  <a:lnTo>
                    <a:pt x="93634" y="264334"/>
                  </a:lnTo>
                  <a:lnTo>
                    <a:pt x="55961" y="245034"/>
                  </a:lnTo>
                  <a:lnTo>
                    <a:pt x="26334" y="215639"/>
                  </a:lnTo>
                  <a:lnTo>
                    <a:pt x="6949" y="178417"/>
                  </a:lnTo>
                  <a:lnTo>
                    <a:pt x="0" y="135636"/>
                  </a:lnTo>
                </a:path>
              </a:pathLst>
            </a:custGeom>
            <a:ln w="10668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4" name="object 74"/>
            <p:cNvSpPr/>
            <p:nvPr/>
          </p:nvSpPr>
          <p:spPr>
            <a:xfrm>
              <a:off x="4174235" y="3467100"/>
              <a:ext cx="646430" cy="0"/>
            </a:xfrm>
            <a:custGeom>
              <a:avLst/>
              <a:gdLst/>
              <a:ahLst/>
              <a:cxnLst/>
              <a:rect l="l" t="t" r="r" b="b"/>
              <a:pathLst>
                <a:path w="646429">
                  <a:moveTo>
                    <a:pt x="0" y="0"/>
                  </a:moveTo>
                  <a:lnTo>
                    <a:pt x="646175" y="0"/>
                  </a:lnTo>
                </a:path>
              </a:pathLst>
            </a:custGeom>
            <a:ln w="10668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pic>
        <p:nvPicPr>
          <p:cNvPr id="75" name="object 75"/>
          <p:cNvPicPr/>
          <p:nvPr/>
        </p:nvPicPr>
        <p:blipFill>
          <a:blip r:embed="rId10" cstate="print"/>
          <a:stretch>
            <a:fillRect/>
          </a:stretch>
        </p:blipFill>
        <p:spPr>
          <a:xfrm>
            <a:off x="4930139" y="3040380"/>
            <a:ext cx="97536" cy="152400"/>
          </a:xfrm>
          <a:prstGeom prst="rect">
            <a:avLst/>
          </a:prstGeom>
        </p:spPr>
      </p:pic>
      <p:grpSp>
        <p:nvGrpSpPr>
          <p:cNvPr id="76" name="object 76"/>
          <p:cNvGrpSpPr/>
          <p:nvPr/>
        </p:nvGrpSpPr>
        <p:grpSpPr>
          <a:xfrm>
            <a:off x="5089397" y="3321557"/>
            <a:ext cx="946785" cy="281940"/>
            <a:chOff x="5089397" y="3321557"/>
            <a:chExt cx="946785" cy="281940"/>
          </a:xfrm>
        </p:grpSpPr>
        <p:sp>
          <p:nvSpPr>
            <p:cNvPr id="77" name="object 77"/>
            <p:cNvSpPr/>
            <p:nvPr/>
          </p:nvSpPr>
          <p:spPr>
            <a:xfrm>
              <a:off x="5756147" y="3326891"/>
              <a:ext cx="274320" cy="271780"/>
            </a:xfrm>
            <a:custGeom>
              <a:avLst/>
              <a:gdLst/>
              <a:ahLst/>
              <a:cxnLst/>
              <a:rect l="l" t="t" r="r" b="b"/>
              <a:pathLst>
                <a:path w="274320" h="271779">
                  <a:moveTo>
                    <a:pt x="137160" y="271272"/>
                  </a:moveTo>
                  <a:lnTo>
                    <a:pt x="94219" y="264334"/>
                  </a:lnTo>
                  <a:lnTo>
                    <a:pt x="56619" y="245034"/>
                  </a:lnTo>
                  <a:lnTo>
                    <a:pt x="26773" y="215639"/>
                  </a:lnTo>
                  <a:lnTo>
                    <a:pt x="7095" y="178417"/>
                  </a:lnTo>
                  <a:lnTo>
                    <a:pt x="0" y="135636"/>
                  </a:lnTo>
                  <a:lnTo>
                    <a:pt x="7095" y="92854"/>
                  </a:lnTo>
                  <a:lnTo>
                    <a:pt x="26773" y="55632"/>
                  </a:lnTo>
                  <a:lnTo>
                    <a:pt x="56619" y="26237"/>
                  </a:lnTo>
                  <a:lnTo>
                    <a:pt x="94219" y="6937"/>
                  </a:lnTo>
                  <a:lnTo>
                    <a:pt x="137160" y="0"/>
                  </a:lnTo>
                  <a:lnTo>
                    <a:pt x="180685" y="6937"/>
                  </a:lnTo>
                  <a:lnTo>
                    <a:pt x="218358" y="26237"/>
                  </a:lnTo>
                  <a:lnTo>
                    <a:pt x="247985" y="55632"/>
                  </a:lnTo>
                  <a:lnTo>
                    <a:pt x="267370" y="92854"/>
                  </a:lnTo>
                  <a:lnTo>
                    <a:pt x="274319" y="135636"/>
                  </a:lnTo>
                  <a:lnTo>
                    <a:pt x="267370" y="178417"/>
                  </a:lnTo>
                  <a:lnTo>
                    <a:pt x="247985" y="215639"/>
                  </a:lnTo>
                  <a:lnTo>
                    <a:pt x="218358" y="245034"/>
                  </a:lnTo>
                  <a:lnTo>
                    <a:pt x="180685" y="264334"/>
                  </a:lnTo>
                  <a:lnTo>
                    <a:pt x="137160" y="271272"/>
                  </a:lnTo>
                  <a:close/>
                </a:path>
              </a:pathLst>
            </a:custGeom>
            <a:solidFill>
              <a:srgbClr val="33339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8" name="object 78"/>
            <p:cNvSpPr/>
            <p:nvPr/>
          </p:nvSpPr>
          <p:spPr>
            <a:xfrm>
              <a:off x="5756147" y="3326891"/>
              <a:ext cx="274320" cy="271780"/>
            </a:xfrm>
            <a:custGeom>
              <a:avLst/>
              <a:gdLst/>
              <a:ahLst/>
              <a:cxnLst/>
              <a:rect l="l" t="t" r="r" b="b"/>
              <a:pathLst>
                <a:path w="274320" h="271779">
                  <a:moveTo>
                    <a:pt x="0" y="135636"/>
                  </a:moveTo>
                  <a:lnTo>
                    <a:pt x="7095" y="92854"/>
                  </a:lnTo>
                  <a:lnTo>
                    <a:pt x="26773" y="55632"/>
                  </a:lnTo>
                  <a:lnTo>
                    <a:pt x="56619" y="26237"/>
                  </a:lnTo>
                  <a:lnTo>
                    <a:pt x="94219" y="6937"/>
                  </a:lnTo>
                  <a:lnTo>
                    <a:pt x="137160" y="0"/>
                  </a:lnTo>
                  <a:lnTo>
                    <a:pt x="180685" y="6937"/>
                  </a:lnTo>
                  <a:lnTo>
                    <a:pt x="218358" y="26237"/>
                  </a:lnTo>
                  <a:lnTo>
                    <a:pt x="247985" y="55632"/>
                  </a:lnTo>
                  <a:lnTo>
                    <a:pt x="267370" y="92854"/>
                  </a:lnTo>
                  <a:lnTo>
                    <a:pt x="274319" y="135636"/>
                  </a:lnTo>
                  <a:lnTo>
                    <a:pt x="267370" y="178417"/>
                  </a:lnTo>
                  <a:lnTo>
                    <a:pt x="247985" y="215639"/>
                  </a:lnTo>
                  <a:lnTo>
                    <a:pt x="218358" y="245034"/>
                  </a:lnTo>
                  <a:lnTo>
                    <a:pt x="180685" y="264334"/>
                  </a:lnTo>
                  <a:lnTo>
                    <a:pt x="137160" y="271272"/>
                  </a:lnTo>
                  <a:lnTo>
                    <a:pt x="94219" y="264334"/>
                  </a:lnTo>
                  <a:lnTo>
                    <a:pt x="56619" y="245034"/>
                  </a:lnTo>
                  <a:lnTo>
                    <a:pt x="26773" y="215639"/>
                  </a:lnTo>
                  <a:lnTo>
                    <a:pt x="7095" y="178417"/>
                  </a:lnTo>
                  <a:lnTo>
                    <a:pt x="0" y="135636"/>
                  </a:lnTo>
                </a:path>
              </a:pathLst>
            </a:custGeom>
            <a:ln w="10668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9" name="object 79"/>
            <p:cNvSpPr/>
            <p:nvPr/>
          </p:nvSpPr>
          <p:spPr>
            <a:xfrm>
              <a:off x="5094731" y="3464051"/>
              <a:ext cx="662940" cy="3175"/>
            </a:xfrm>
            <a:custGeom>
              <a:avLst/>
              <a:gdLst/>
              <a:ahLst/>
              <a:cxnLst/>
              <a:rect l="l" t="t" r="r" b="b"/>
              <a:pathLst>
                <a:path w="662939" h="3175">
                  <a:moveTo>
                    <a:pt x="0" y="3048"/>
                  </a:moveTo>
                  <a:lnTo>
                    <a:pt x="662939" y="0"/>
                  </a:lnTo>
                </a:path>
              </a:pathLst>
            </a:custGeom>
            <a:ln w="10668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80" name="object 80"/>
          <p:cNvSpPr/>
          <p:nvPr/>
        </p:nvSpPr>
        <p:spPr>
          <a:xfrm>
            <a:off x="5870448" y="3035807"/>
            <a:ext cx="60960" cy="147955"/>
          </a:xfrm>
          <a:custGeom>
            <a:avLst/>
            <a:gdLst/>
            <a:ahLst/>
            <a:cxnLst/>
            <a:rect l="l" t="t" r="r" b="b"/>
            <a:pathLst>
              <a:path w="60960" h="147955">
                <a:moveTo>
                  <a:pt x="54863" y="147827"/>
                </a:moveTo>
                <a:lnTo>
                  <a:pt x="51815" y="147827"/>
                </a:lnTo>
                <a:lnTo>
                  <a:pt x="6095" y="147827"/>
                </a:lnTo>
                <a:lnTo>
                  <a:pt x="4571" y="146303"/>
                </a:lnTo>
                <a:lnTo>
                  <a:pt x="1523" y="146303"/>
                </a:lnTo>
                <a:lnTo>
                  <a:pt x="0" y="143255"/>
                </a:lnTo>
                <a:lnTo>
                  <a:pt x="0" y="132587"/>
                </a:lnTo>
                <a:lnTo>
                  <a:pt x="4571" y="129539"/>
                </a:lnTo>
                <a:lnTo>
                  <a:pt x="22859" y="129539"/>
                </a:lnTo>
                <a:lnTo>
                  <a:pt x="22859" y="111251"/>
                </a:lnTo>
                <a:lnTo>
                  <a:pt x="21335" y="106679"/>
                </a:lnTo>
                <a:lnTo>
                  <a:pt x="21597" y="97059"/>
                </a:lnTo>
                <a:lnTo>
                  <a:pt x="24383" y="67055"/>
                </a:lnTo>
                <a:lnTo>
                  <a:pt x="25265" y="55340"/>
                </a:lnTo>
                <a:lnTo>
                  <a:pt x="25717" y="45338"/>
                </a:lnTo>
                <a:lnTo>
                  <a:pt x="25907" y="30479"/>
                </a:lnTo>
                <a:lnTo>
                  <a:pt x="18287" y="36575"/>
                </a:lnTo>
                <a:lnTo>
                  <a:pt x="12191" y="39623"/>
                </a:lnTo>
                <a:lnTo>
                  <a:pt x="4571" y="39623"/>
                </a:lnTo>
                <a:lnTo>
                  <a:pt x="3047" y="36575"/>
                </a:lnTo>
                <a:lnTo>
                  <a:pt x="0" y="33527"/>
                </a:lnTo>
                <a:lnTo>
                  <a:pt x="0" y="27431"/>
                </a:lnTo>
                <a:lnTo>
                  <a:pt x="3047" y="24383"/>
                </a:lnTo>
                <a:lnTo>
                  <a:pt x="9143" y="19811"/>
                </a:lnTo>
                <a:lnTo>
                  <a:pt x="12191" y="16763"/>
                </a:lnTo>
                <a:lnTo>
                  <a:pt x="16763" y="13715"/>
                </a:lnTo>
                <a:lnTo>
                  <a:pt x="22859" y="7619"/>
                </a:lnTo>
                <a:lnTo>
                  <a:pt x="28955" y="3047"/>
                </a:lnTo>
                <a:lnTo>
                  <a:pt x="33527" y="0"/>
                </a:lnTo>
                <a:lnTo>
                  <a:pt x="42671" y="0"/>
                </a:lnTo>
                <a:lnTo>
                  <a:pt x="45719" y="1523"/>
                </a:lnTo>
                <a:lnTo>
                  <a:pt x="45719" y="10667"/>
                </a:lnTo>
                <a:lnTo>
                  <a:pt x="44195" y="13715"/>
                </a:lnTo>
                <a:lnTo>
                  <a:pt x="44172" y="45053"/>
                </a:lnTo>
                <a:lnTo>
                  <a:pt x="44005" y="52196"/>
                </a:lnTo>
                <a:lnTo>
                  <a:pt x="43553" y="61055"/>
                </a:lnTo>
                <a:lnTo>
                  <a:pt x="42671" y="71627"/>
                </a:lnTo>
                <a:lnTo>
                  <a:pt x="40576" y="89915"/>
                </a:lnTo>
                <a:lnTo>
                  <a:pt x="39885" y="97345"/>
                </a:lnTo>
                <a:lnTo>
                  <a:pt x="39623" y="106679"/>
                </a:lnTo>
                <a:lnTo>
                  <a:pt x="41147" y="111251"/>
                </a:lnTo>
                <a:lnTo>
                  <a:pt x="41147" y="126491"/>
                </a:lnTo>
                <a:lnTo>
                  <a:pt x="42671" y="129539"/>
                </a:lnTo>
                <a:lnTo>
                  <a:pt x="54863" y="129539"/>
                </a:lnTo>
                <a:lnTo>
                  <a:pt x="60959" y="135635"/>
                </a:lnTo>
                <a:lnTo>
                  <a:pt x="60959" y="143255"/>
                </a:lnTo>
                <a:lnTo>
                  <a:pt x="57911" y="144779"/>
                </a:lnTo>
                <a:lnTo>
                  <a:pt x="54863" y="14782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81" name="object 81"/>
          <p:cNvGrpSpPr/>
          <p:nvPr/>
        </p:nvGrpSpPr>
        <p:grpSpPr>
          <a:xfrm>
            <a:off x="6030467" y="3321557"/>
            <a:ext cx="925830" cy="281940"/>
            <a:chOff x="6030467" y="3321557"/>
            <a:chExt cx="925830" cy="281940"/>
          </a:xfrm>
        </p:grpSpPr>
        <p:sp>
          <p:nvSpPr>
            <p:cNvPr id="82" name="object 82"/>
            <p:cNvSpPr/>
            <p:nvPr/>
          </p:nvSpPr>
          <p:spPr>
            <a:xfrm>
              <a:off x="6676644" y="3326891"/>
              <a:ext cx="274320" cy="271780"/>
            </a:xfrm>
            <a:custGeom>
              <a:avLst/>
              <a:gdLst/>
              <a:ahLst/>
              <a:cxnLst/>
              <a:rect l="l" t="t" r="r" b="b"/>
              <a:pathLst>
                <a:path w="274320" h="271779">
                  <a:moveTo>
                    <a:pt x="137160" y="271272"/>
                  </a:moveTo>
                  <a:lnTo>
                    <a:pt x="93634" y="264334"/>
                  </a:lnTo>
                  <a:lnTo>
                    <a:pt x="55961" y="245034"/>
                  </a:lnTo>
                  <a:lnTo>
                    <a:pt x="26334" y="215639"/>
                  </a:lnTo>
                  <a:lnTo>
                    <a:pt x="6949" y="178417"/>
                  </a:lnTo>
                  <a:lnTo>
                    <a:pt x="0" y="135636"/>
                  </a:lnTo>
                  <a:lnTo>
                    <a:pt x="6949" y="92854"/>
                  </a:lnTo>
                  <a:lnTo>
                    <a:pt x="26334" y="55632"/>
                  </a:lnTo>
                  <a:lnTo>
                    <a:pt x="55961" y="26237"/>
                  </a:lnTo>
                  <a:lnTo>
                    <a:pt x="93634" y="6937"/>
                  </a:lnTo>
                  <a:lnTo>
                    <a:pt x="137160" y="0"/>
                  </a:lnTo>
                  <a:lnTo>
                    <a:pt x="180685" y="6937"/>
                  </a:lnTo>
                  <a:lnTo>
                    <a:pt x="218358" y="26237"/>
                  </a:lnTo>
                  <a:lnTo>
                    <a:pt x="247985" y="55632"/>
                  </a:lnTo>
                  <a:lnTo>
                    <a:pt x="267370" y="92854"/>
                  </a:lnTo>
                  <a:lnTo>
                    <a:pt x="274319" y="135636"/>
                  </a:lnTo>
                  <a:lnTo>
                    <a:pt x="267370" y="178417"/>
                  </a:lnTo>
                  <a:lnTo>
                    <a:pt x="247985" y="215639"/>
                  </a:lnTo>
                  <a:lnTo>
                    <a:pt x="218358" y="245034"/>
                  </a:lnTo>
                  <a:lnTo>
                    <a:pt x="180685" y="264334"/>
                  </a:lnTo>
                  <a:lnTo>
                    <a:pt x="137160" y="271272"/>
                  </a:lnTo>
                  <a:close/>
                </a:path>
              </a:pathLst>
            </a:custGeom>
            <a:solidFill>
              <a:srgbClr val="33339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3" name="object 83"/>
            <p:cNvSpPr/>
            <p:nvPr/>
          </p:nvSpPr>
          <p:spPr>
            <a:xfrm>
              <a:off x="6676644" y="3326891"/>
              <a:ext cx="274320" cy="271780"/>
            </a:xfrm>
            <a:custGeom>
              <a:avLst/>
              <a:gdLst/>
              <a:ahLst/>
              <a:cxnLst/>
              <a:rect l="l" t="t" r="r" b="b"/>
              <a:pathLst>
                <a:path w="274320" h="271779">
                  <a:moveTo>
                    <a:pt x="0" y="135636"/>
                  </a:moveTo>
                  <a:lnTo>
                    <a:pt x="6949" y="92854"/>
                  </a:lnTo>
                  <a:lnTo>
                    <a:pt x="26334" y="55632"/>
                  </a:lnTo>
                  <a:lnTo>
                    <a:pt x="55961" y="26237"/>
                  </a:lnTo>
                  <a:lnTo>
                    <a:pt x="93634" y="6937"/>
                  </a:lnTo>
                  <a:lnTo>
                    <a:pt x="137160" y="0"/>
                  </a:lnTo>
                  <a:lnTo>
                    <a:pt x="180685" y="6937"/>
                  </a:lnTo>
                  <a:lnTo>
                    <a:pt x="218358" y="26237"/>
                  </a:lnTo>
                  <a:lnTo>
                    <a:pt x="247985" y="55632"/>
                  </a:lnTo>
                  <a:lnTo>
                    <a:pt x="267370" y="92854"/>
                  </a:lnTo>
                  <a:lnTo>
                    <a:pt x="274319" y="135636"/>
                  </a:lnTo>
                  <a:lnTo>
                    <a:pt x="267370" y="178417"/>
                  </a:lnTo>
                  <a:lnTo>
                    <a:pt x="247985" y="215639"/>
                  </a:lnTo>
                  <a:lnTo>
                    <a:pt x="218358" y="245034"/>
                  </a:lnTo>
                  <a:lnTo>
                    <a:pt x="180685" y="264334"/>
                  </a:lnTo>
                  <a:lnTo>
                    <a:pt x="137160" y="271272"/>
                  </a:lnTo>
                  <a:lnTo>
                    <a:pt x="93634" y="264334"/>
                  </a:lnTo>
                  <a:lnTo>
                    <a:pt x="55961" y="245034"/>
                  </a:lnTo>
                  <a:lnTo>
                    <a:pt x="26334" y="215639"/>
                  </a:lnTo>
                  <a:lnTo>
                    <a:pt x="6949" y="178417"/>
                  </a:lnTo>
                  <a:lnTo>
                    <a:pt x="0" y="135636"/>
                  </a:lnTo>
                </a:path>
              </a:pathLst>
            </a:custGeom>
            <a:ln w="10668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4" name="object 84"/>
            <p:cNvSpPr/>
            <p:nvPr/>
          </p:nvSpPr>
          <p:spPr>
            <a:xfrm>
              <a:off x="6030467" y="3464051"/>
              <a:ext cx="647700" cy="0"/>
            </a:xfrm>
            <a:custGeom>
              <a:avLst/>
              <a:gdLst/>
              <a:ahLst/>
              <a:cxnLst/>
              <a:rect l="l" t="t" r="r" b="b"/>
              <a:pathLst>
                <a:path w="647700">
                  <a:moveTo>
                    <a:pt x="0" y="0"/>
                  </a:moveTo>
                  <a:lnTo>
                    <a:pt x="647700" y="0"/>
                  </a:lnTo>
                </a:path>
              </a:pathLst>
            </a:custGeom>
            <a:ln w="10668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pic>
        <p:nvPicPr>
          <p:cNvPr id="85" name="object 85"/>
          <p:cNvPicPr/>
          <p:nvPr/>
        </p:nvPicPr>
        <p:blipFill>
          <a:blip r:embed="rId11" cstate="print"/>
          <a:stretch>
            <a:fillRect/>
          </a:stretch>
        </p:blipFill>
        <p:spPr>
          <a:xfrm>
            <a:off x="6787896" y="3037332"/>
            <a:ext cx="97536" cy="152400"/>
          </a:xfrm>
          <a:prstGeom prst="rect">
            <a:avLst/>
          </a:prstGeom>
        </p:spPr>
      </p:pic>
      <p:grpSp>
        <p:nvGrpSpPr>
          <p:cNvPr id="86" name="object 86"/>
          <p:cNvGrpSpPr/>
          <p:nvPr/>
        </p:nvGrpSpPr>
        <p:grpSpPr>
          <a:xfrm>
            <a:off x="6950964" y="3321557"/>
            <a:ext cx="925830" cy="281940"/>
            <a:chOff x="6950964" y="3321557"/>
            <a:chExt cx="925830" cy="281940"/>
          </a:xfrm>
        </p:grpSpPr>
        <p:sp>
          <p:nvSpPr>
            <p:cNvPr id="87" name="object 87"/>
            <p:cNvSpPr/>
            <p:nvPr/>
          </p:nvSpPr>
          <p:spPr>
            <a:xfrm>
              <a:off x="7597139" y="3326891"/>
              <a:ext cx="274320" cy="271780"/>
            </a:xfrm>
            <a:custGeom>
              <a:avLst/>
              <a:gdLst/>
              <a:ahLst/>
              <a:cxnLst/>
              <a:rect l="l" t="t" r="r" b="b"/>
              <a:pathLst>
                <a:path w="274320" h="271779">
                  <a:moveTo>
                    <a:pt x="137160" y="271272"/>
                  </a:moveTo>
                  <a:lnTo>
                    <a:pt x="93634" y="264334"/>
                  </a:lnTo>
                  <a:lnTo>
                    <a:pt x="55961" y="245034"/>
                  </a:lnTo>
                  <a:lnTo>
                    <a:pt x="26334" y="215639"/>
                  </a:lnTo>
                  <a:lnTo>
                    <a:pt x="6949" y="178417"/>
                  </a:lnTo>
                  <a:lnTo>
                    <a:pt x="0" y="135636"/>
                  </a:lnTo>
                  <a:lnTo>
                    <a:pt x="6949" y="92854"/>
                  </a:lnTo>
                  <a:lnTo>
                    <a:pt x="26334" y="55632"/>
                  </a:lnTo>
                  <a:lnTo>
                    <a:pt x="55961" y="26237"/>
                  </a:lnTo>
                  <a:lnTo>
                    <a:pt x="93634" y="6937"/>
                  </a:lnTo>
                  <a:lnTo>
                    <a:pt x="137160" y="0"/>
                  </a:lnTo>
                  <a:lnTo>
                    <a:pt x="180100" y="6937"/>
                  </a:lnTo>
                  <a:lnTo>
                    <a:pt x="217700" y="26237"/>
                  </a:lnTo>
                  <a:lnTo>
                    <a:pt x="247546" y="55632"/>
                  </a:lnTo>
                  <a:lnTo>
                    <a:pt x="267224" y="92854"/>
                  </a:lnTo>
                  <a:lnTo>
                    <a:pt x="274319" y="135636"/>
                  </a:lnTo>
                  <a:lnTo>
                    <a:pt x="267224" y="178417"/>
                  </a:lnTo>
                  <a:lnTo>
                    <a:pt x="247546" y="215639"/>
                  </a:lnTo>
                  <a:lnTo>
                    <a:pt x="217700" y="245034"/>
                  </a:lnTo>
                  <a:lnTo>
                    <a:pt x="180100" y="264334"/>
                  </a:lnTo>
                  <a:lnTo>
                    <a:pt x="137160" y="271272"/>
                  </a:lnTo>
                  <a:close/>
                </a:path>
              </a:pathLst>
            </a:custGeom>
            <a:solidFill>
              <a:srgbClr val="33339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8" name="object 88"/>
            <p:cNvSpPr/>
            <p:nvPr/>
          </p:nvSpPr>
          <p:spPr>
            <a:xfrm>
              <a:off x="7597139" y="3326891"/>
              <a:ext cx="274320" cy="271780"/>
            </a:xfrm>
            <a:custGeom>
              <a:avLst/>
              <a:gdLst/>
              <a:ahLst/>
              <a:cxnLst/>
              <a:rect l="l" t="t" r="r" b="b"/>
              <a:pathLst>
                <a:path w="274320" h="271779">
                  <a:moveTo>
                    <a:pt x="0" y="135636"/>
                  </a:moveTo>
                  <a:lnTo>
                    <a:pt x="6949" y="92854"/>
                  </a:lnTo>
                  <a:lnTo>
                    <a:pt x="26334" y="55632"/>
                  </a:lnTo>
                  <a:lnTo>
                    <a:pt x="55961" y="26237"/>
                  </a:lnTo>
                  <a:lnTo>
                    <a:pt x="93634" y="6937"/>
                  </a:lnTo>
                  <a:lnTo>
                    <a:pt x="137160" y="0"/>
                  </a:lnTo>
                  <a:lnTo>
                    <a:pt x="180100" y="6937"/>
                  </a:lnTo>
                  <a:lnTo>
                    <a:pt x="217700" y="26237"/>
                  </a:lnTo>
                  <a:lnTo>
                    <a:pt x="247546" y="55632"/>
                  </a:lnTo>
                  <a:lnTo>
                    <a:pt x="267224" y="92854"/>
                  </a:lnTo>
                  <a:lnTo>
                    <a:pt x="274319" y="135636"/>
                  </a:lnTo>
                  <a:lnTo>
                    <a:pt x="267224" y="178417"/>
                  </a:lnTo>
                  <a:lnTo>
                    <a:pt x="247546" y="215639"/>
                  </a:lnTo>
                  <a:lnTo>
                    <a:pt x="217700" y="245034"/>
                  </a:lnTo>
                  <a:lnTo>
                    <a:pt x="180100" y="264334"/>
                  </a:lnTo>
                  <a:lnTo>
                    <a:pt x="137160" y="271272"/>
                  </a:lnTo>
                  <a:lnTo>
                    <a:pt x="93634" y="264334"/>
                  </a:lnTo>
                  <a:lnTo>
                    <a:pt x="55961" y="245034"/>
                  </a:lnTo>
                  <a:lnTo>
                    <a:pt x="26334" y="215639"/>
                  </a:lnTo>
                  <a:lnTo>
                    <a:pt x="6949" y="178417"/>
                  </a:lnTo>
                  <a:lnTo>
                    <a:pt x="0" y="135636"/>
                  </a:lnTo>
                </a:path>
              </a:pathLst>
            </a:custGeom>
            <a:ln w="10668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9" name="object 89"/>
            <p:cNvSpPr/>
            <p:nvPr/>
          </p:nvSpPr>
          <p:spPr>
            <a:xfrm>
              <a:off x="6950964" y="3464051"/>
              <a:ext cx="646430" cy="0"/>
            </a:xfrm>
            <a:custGeom>
              <a:avLst/>
              <a:gdLst/>
              <a:ahLst/>
              <a:cxnLst/>
              <a:rect l="l" t="t" r="r" b="b"/>
              <a:pathLst>
                <a:path w="646429">
                  <a:moveTo>
                    <a:pt x="0" y="0"/>
                  </a:moveTo>
                  <a:lnTo>
                    <a:pt x="646175" y="0"/>
                  </a:lnTo>
                </a:path>
              </a:pathLst>
            </a:custGeom>
            <a:ln w="10668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90" name="object 90"/>
          <p:cNvSpPr/>
          <p:nvPr/>
        </p:nvSpPr>
        <p:spPr>
          <a:xfrm>
            <a:off x="7711440" y="3035807"/>
            <a:ext cx="60960" cy="147955"/>
          </a:xfrm>
          <a:custGeom>
            <a:avLst/>
            <a:gdLst/>
            <a:ahLst/>
            <a:cxnLst/>
            <a:rect l="l" t="t" r="r" b="b"/>
            <a:pathLst>
              <a:path w="60959" h="147955">
                <a:moveTo>
                  <a:pt x="54864" y="147827"/>
                </a:moveTo>
                <a:lnTo>
                  <a:pt x="51816" y="147827"/>
                </a:lnTo>
                <a:lnTo>
                  <a:pt x="6096" y="147827"/>
                </a:lnTo>
                <a:lnTo>
                  <a:pt x="4572" y="146303"/>
                </a:lnTo>
                <a:lnTo>
                  <a:pt x="1524" y="146303"/>
                </a:lnTo>
                <a:lnTo>
                  <a:pt x="0" y="143255"/>
                </a:lnTo>
                <a:lnTo>
                  <a:pt x="0" y="132587"/>
                </a:lnTo>
                <a:lnTo>
                  <a:pt x="4572" y="129539"/>
                </a:lnTo>
                <a:lnTo>
                  <a:pt x="22860" y="129539"/>
                </a:lnTo>
                <a:lnTo>
                  <a:pt x="22860" y="117347"/>
                </a:lnTo>
                <a:lnTo>
                  <a:pt x="21336" y="111251"/>
                </a:lnTo>
                <a:lnTo>
                  <a:pt x="21336" y="103631"/>
                </a:lnTo>
                <a:lnTo>
                  <a:pt x="21574" y="97059"/>
                </a:lnTo>
                <a:lnTo>
                  <a:pt x="22621" y="78771"/>
                </a:lnTo>
                <a:lnTo>
                  <a:pt x="22860" y="67055"/>
                </a:lnTo>
                <a:lnTo>
                  <a:pt x="25646" y="37052"/>
                </a:lnTo>
                <a:lnTo>
                  <a:pt x="25908" y="30479"/>
                </a:lnTo>
                <a:lnTo>
                  <a:pt x="12192" y="39623"/>
                </a:lnTo>
                <a:lnTo>
                  <a:pt x="4572" y="39623"/>
                </a:lnTo>
                <a:lnTo>
                  <a:pt x="3048" y="36575"/>
                </a:lnTo>
                <a:lnTo>
                  <a:pt x="0" y="33527"/>
                </a:lnTo>
                <a:lnTo>
                  <a:pt x="0" y="27431"/>
                </a:lnTo>
                <a:lnTo>
                  <a:pt x="7620" y="19811"/>
                </a:lnTo>
                <a:lnTo>
                  <a:pt x="16764" y="13715"/>
                </a:lnTo>
                <a:lnTo>
                  <a:pt x="22860" y="7619"/>
                </a:lnTo>
                <a:lnTo>
                  <a:pt x="28956" y="3047"/>
                </a:lnTo>
                <a:lnTo>
                  <a:pt x="33528" y="0"/>
                </a:lnTo>
                <a:lnTo>
                  <a:pt x="42672" y="0"/>
                </a:lnTo>
                <a:lnTo>
                  <a:pt x="44196" y="1523"/>
                </a:lnTo>
                <a:lnTo>
                  <a:pt x="44172" y="45053"/>
                </a:lnTo>
                <a:lnTo>
                  <a:pt x="44005" y="52196"/>
                </a:lnTo>
                <a:lnTo>
                  <a:pt x="43553" y="61055"/>
                </a:lnTo>
                <a:lnTo>
                  <a:pt x="42672" y="71627"/>
                </a:lnTo>
                <a:lnTo>
                  <a:pt x="40576" y="89915"/>
                </a:lnTo>
                <a:lnTo>
                  <a:pt x="39885" y="97345"/>
                </a:lnTo>
                <a:lnTo>
                  <a:pt x="39624" y="111251"/>
                </a:lnTo>
                <a:lnTo>
                  <a:pt x="41148" y="117347"/>
                </a:lnTo>
                <a:lnTo>
                  <a:pt x="41148" y="129539"/>
                </a:lnTo>
                <a:lnTo>
                  <a:pt x="54864" y="129539"/>
                </a:lnTo>
                <a:lnTo>
                  <a:pt x="60960" y="135635"/>
                </a:lnTo>
                <a:lnTo>
                  <a:pt x="60960" y="141731"/>
                </a:lnTo>
                <a:lnTo>
                  <a:pt x="54864" y="14782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91" name="object 91"/>
          <p:cNvGrpSpPr/>
          <p:nvPr/>
        </p:nvGrpSpPr>
        <p:grpSpPr>
          <a:xfrm>
            <a:off x="7871459" y="3321557"/>
            <a:ext cx="924560" cy="281940"/>
            <a:chOff x="7871459" y="3321557"/>
            <a:chExt cx="924560" cy="281940"/>
          </a:xfrm>
        </p:grpSpPr>
        <p:sp>
          <p:nvSpPr>
            <p:cNvPr id="92" name="object 92"/>
            <p:cNvSpPr/>
            <p:nvPr/>
          </p:nvSpPr>
          <p:spPr>
            <a:xfrm>
              <a:off x="8516111" y="3326891"/>
              <a:ext cx="274320" cy="271780"/>
            </a:xfrm>
            <a:custGeom>
              <a:avLst/>
              <a:gdLst/>
              <a:ahLst/>
              <a:cxnLst/>
              <a:rect l="l" t="t" r="r" b="b"/>
              <a:pathLst>
                <a:path w="274320" h="271779">
                  <a:moveTo>
                    <a:pt x="137160" y="271272"/>
                  </a:moveTo>
                  <a:lnTo>
                    <a:pt x="94219" y="264334"/>
                  </a:lnTo>
                  <a:lnTo>
                    <a:pt x="56619" y="245034"/>
                  </a:lnTo>
                  <a:lnTo>
                    <a:pt x="26773" y="215639"/>
                  </a:lnTo>
                  <a:lnTo>
                    <a:pt x="7095" y="178417"/>
                  </a:lnTo>
                  <a:lnTo>
                    <a:pt x="0" y="135636"/>
                  </a:lnTo>
                  <a:lnTo>
                    <a:pt x="7095" y="92854"/>
                  </a:lnTo>
                  <a:lnTo>
                    <a:pt x="26773" y="55632"/>
                  </a:lnTo>
                  <a:lnTo>
                    <a:pt x="56619" y="26237"/>
                  </a:lnTo>
                  <a:lnTo>
                    <a:pt x="94219" y="6937"/>
                  </a:lnTo>
                  <a:lnTo>
                    <a:pt x="137160" y="0"/>
                  </a:lnTo>
                  <a:lnTo>
                    <a:pt x="180685" y="6937"/>
                  </a:lnTo>
                  <a:lnTo>
                    <a:pt x="218358" y="26237"/>
                  </a:lnTo>
                  <a:lnTo>
                    <a:pt x="247985" y="55632"/>
                  </a:lnTo>
                  <a:lnTo>
                    <a:pt x="267370" y="92854"/>
                  </a:lnTo>
                  <a:lnTo>
                    <a:pt x="274319" y="135636"/>
                  </a:lnTo>
                  <a:lnTo>
                    <a:pt x="267370" y="178417"/>
                  </a:lnTo>
                  <a:lnTo>
                    <a:pt x="247985" y="215639"/>
                  </a:lnTo>
                  <a:lnTo>
                    <a:pt x="218358" y="245034"/>
                  </a:lnTo>
                  <a:lnTo>
                    <a:pt x="180685" y="264334"/>
                  </a:lnTo>
                  <a:lnTo>
                    <a:pt x="137160" y="271272"/>
                  </a:lnTo>
                  <a:close/>
                </a:path>
              </a:pathLst>
            </a:custGeom>
            <a:solidFill>
              <a:srgbClr val="33339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3" name="object 93"/>
            <p:cNvSpPr/>
            <p:nvPr/>
          </p:nvSpPr>
          <p:spPr>
            <a:xfrm>
              <a:off x="8516111" y="3326891"/>
              <a:ext cx="274320" cy="271780"/>
            </a:xfrm>
            <a:custGeom>
              <a:avLst/>
              <a:gdLst/>
              <a:ahLst/>
              <a:cxnLst/>
              <a:rect l="l" t="t" r="r" b="b"/>
              <a:pathLst>
                <a:path w="274320" h="271779">
                  <a:moveTo>
                    <a:pt x="0" y="135636"/>
                  </a:moveTo>
                  <a:lnTo>
                    <a:pt x="7095" y="92854"/>
                  </a:lnTo>
                  <a:lnTo>
                    <a:pt x="26773" y="55632"/>
                  </a:lnTo>
                  <a:lnTo>
                    <a:pt x="56619" y="26237"/>
                  </a:lnTo>
                  <a:lnTo>
                    <a:pt x="94219" y="6937"/>
                  </a:lnTo>
                  <a:lnTo>
                    <a:pt x="137160" y="0"/>
                  </a:lnTo>
                  <a:lnTo>
                    <a:pt x="180685" y="6937"/>
                  </a:lnTo>
                  <a:lnTo>
                    <a:pt x="218358" y="26237"/>
                  </a:lnTo>
                  <a:lnTo>
                    <a:pt x="247985" y="55632"/>
                  </a:lnTo>
                  <a:lnTo>
                    <a:pt x="267370" y="92854"/>
                  </a:lnTo>
                  <a:lnTo>
                    <a:pt x="274319" y="135636"/>
                  </a:lnTo>
                  <a:lnTo>
                    <a:pt x="267370" y="178417"/>
                  </a:lnTo>
                  <a:lnTo>
                    <a:pt x="247985" y="215639"/>
                  </a:lnTo>
                  <a:lnTo>
                    <a:pt x="218358" y="245034"/>
                  </a:lnTo>
                  <a:lnTo>
                    <a:pt x="180685" y="264334"/>
                  </a:lnTo>
                  <a:lnTo>
                    <a:pt x="137160" y="271272"/>
                  </a:lnTo>
                  <a:lnTo>
                    <a:pt x="94219" y="264334"/>
                  </a:lnTo>
                  <a:lnTo>
                    <a:pt x="56619" y="245034"/>
                  </a:lnTo>
                  <a:lnTo>
                    <a:pt x="26773" y="215639"/>
                  </a:lnTo>
                  <a:lnTo>
                    <a:pt x="7095" y="178417"/>
                  </a:lnTo>
                  <a:lnTo>
                    <a:pt x="0" y="135636"/>
                  </a:lnTo>
                </a:path>
              </a:pathLst>
            </a:custGeom>
            <a:ln w="10668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4" name="object 94"/>
            <p:cNvSpPr/>
            <p:nvPr/>
          </p:nvSpPr>
          <p:spPr>
            <a:xfrm>
              <a:off x="7871459" y="3464051"/>
              <a:ext cx="646430" cy="0"/>
            </a:xfrm>
            <a:custGeom>
              <a:avLst/>
              <a:gdLst/>
              <a:ahLst/>
              <a:cxnLst/>
              <a:rect l="l" t="t" r="r" b="b"/>
              <a:pathLst>
                <a:path w="646429">
                  <a:moveTo>
                    <a:pt x="0" y="0"/>
                  </a:moveTo>
                  <a:lnTo>
                    <a:pt x="646175" y="0"/>
                  </a:lnTo>
                </a:path>
              </a:pathLst>
            </a:custGeom>
            <a:ln w="10668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95" name="object 95"/>
          <p:cNvGrpSpPr/>
          <p:nvPr/>
        </p:nvGrpSpPr>
        <p:grpSpPr>
          <a:xfrm>
            <a:off x="8631935" y="3035807"/>
            <a:ext cx="181610" cy="154305"/>
            <a:chOff x="8631935" y="3035807"/>
            <a:chExt cx="181610" cy="154305"/>
          </a:xfrm>
        </p:grpSpPr>
        <p:sp>
          <p:nvSpPr>
            <p:cNvPr id="96" name="object 96"/>
            <p:cNvSpPr/>
            <p:nvPr/>
          </p:nvSpPr>
          <p:spPr>
            <a:xfrm>
              <a:off x="8631935" y="3035807"/>
              <a:ext cx="60960" cy="147955"/>
            </a:xfrm>
            <a:custGeom>
              <a:avLst/>
              <a:gdLst/>
              <a:ahLst/>
              <a:cxnLst/>
              <a:rect l="l" t="t" r="r" b="b"/>
              <a:pathLst>
                <a:path w="60959" h="147955">
                  <a:moveTo>
                    <a:pt x="53340" y="147827"/>
                  </a:moveTo>
                  <a:lnTo>
                    <a:pt x="51816" y="147827"/>
                  </a:lnTo>
                  <a:lnTo>
                    <a:pt x="6096" y="147827"/>
                  </a:lnTo>
                  <a:lnTo>
                    <a:pt x="4572" y="146303"/>
                  </a:lnTo>
                  <a:lnTo>
                    <a:pt x="1524" y="146303"/>
                  </a:lnTo>
                  <a:lnTo>
                    <a:pt x="0" y="143255"/>
                  </a:lnTo>
                  <a:lnTo>
                    <a:pt x="0" y="132587"/>
                  </a:lnTo>
                  <a:lnTo>
                    <a:pt x="4572" y="129539"/>
                  </a:lnTo>
                  <a:lnTo>
                    <a:pt x="22860" y="129539"/>
                  </a:lnTo>
                  <a:lnTo>
                    <a:pt x="22860" y="123443"/>
                  </a:lnTo>
                  <a:lnTo>
                    <a:pt x="21336" y="117347"/>
                  </a:lnTo>
                  <a:lnTo>
                    <a:pt x="21359" y="97059"/>
                  </a:lnTo>
                  <a:lnTo>
                    <a:pt x="21526" y="88772"/>
                  </a:lnTo>
                  <a:lnTo>
                    <a:pt x="21978" y="78771"/>
                  </a:lnTo>
                  <a:lnTo>
                    <a:pt x="22860" y="67055"/>
                  </a:lnTo>
                  <a:lnTo>
                    <a:pt x="25646" y="37052"/>
                  </a:lnTo>
                  <a:lnTo>
                    <a:pt x="25908" y="30479"/>
                  </a:lnTo>
                  <a:lnTo>
                    <a:pt x="12192" y="39623"/>
                  </a:lnTo>
                  <a:lnTo>
                    <a:pt x="4572" y="39623"/>
                  </a:lnTo>
                  <a:lnTo>
                    <a:pt x="3048" y="36575"/>
                  </a:lnTo>
                  <a:lnTo>
                    <a:pt x="0" y="33527"/>
                  </a:lnTo>
                  <a:lnTo>
                    <a:pt x="0" y="27431"/>
                  </a:lnTo>
                  <a:lnTo>
                    <a:pt x="10668" y="16763"/>
                  </a:lnTo>
                  <a:lnTo>
                    <a:pt x="16764" y="13715"/>
                  </a:lnTo>
                  <a:lnTo>
                    <a:pt x="27432" y="3047"/>
                  </a:lnTo>
                  <a:lnTo>
                    <a:pt x="33528" y="0"/>
                  </a:lnTo>
                  <a:lnTo>
                    <a:pt x="42672" y="0"/>
                  </a:lnTo>
                  <a:lnTo>
                    <a:pt x="44196" y="1523"/>
                  </a:lnTo>
                  <a:lnTo>
                    <a:pt x="44172" y="45053"/>
                  </a:lnTo>
                  <a:lnTo>
                    <a:pt x="44005" y="52196"/>
                  </a:lnTo>
                  <a:lnTo>
                    <a:pt x="43553" y="61055"/>
                  </a:lnTo>
                  <a:lnTo>
                    <a:pt x="42672" y="71627"/>
                  </a:lnTo>
                  <a:lnTo>
                    <a:pt x="40576" y="89915"/>
                  </a:lnTo>
                  <a:lnTo>
                    <a:pt x="39885" y="97345"/>
                  </a:lnTo>
                  <a:lnTo>
                    <a:pt x="39624" y="111251"/>
                  </a:lnTo>
                  <a:lnTo>
                    <a:pt x="41148" y="117347"/>
                  </a:lnTo>
                  <a:lnTo>
                    <a:pt x="41148" y="129539"/>
                  </a:lnTo>
                  <a:lnTo>
                    <a:pt x="53340" y="129539"/>
                  </a:lnTo>
                  <a:lnTo>
                    <a:pt x="56388" y="131063"/>
                  </a:lnTo>
                  <a:lnTo>
                    <a:pt x="60960" y="135635"/>
                  </a:lnTo>
                  <a:lnTo>
                    <a:pt x="60960" y="141731"/>
                  </a:lnTo>
                  <a:lnTo>
                    <a:pt x="56388" y="146303"/>
                  </a:lnTo>
                  <a:lnTo>
                    <a:pt x="53340" y="14782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97" name="object 97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8715755" y="3037332"/>
              <a:ext cx="97536" cy="152400"/>
            </a:xfrm>
            <a:prstGeom prst="rect">
              <a:avLst/>
            </a:prstGeom>
          </p:spPr>
        </p:pic>
      </p:grpSp>
      <p:grpSp>
        <p:nvGrpSpPr>
          <p:cNvPr id="98" name="object 98"/>
          <p:cNvGrpSpPr/>
          <p:nvPr/>
        </p:nvGrpSpPr>
        <p:grpSpPr>
          <a:xfrm>
            <a:off x="8785097" y="3324605"/>
            <a:ext cx="944880" cy="281940"/>
            <a:chOff x="8785097" y="3324605"/>
            <a:chExt cx="944880" cy="281940"/>
          </a:xfrm>
        </p:grpSpPr>
        <p:sp>
          <p:nvSpPr>
            <p:cNvPr id="99" name="object 99"/>
            <p:cNvSpPr/>
            <p:nvPr/>
          </p:nvSpPr>
          <p:spPr>
            <a:xfrm>
              <a:off x="9450323" y="3329939"/>
              <a:ext cx="274320" cy="271780"/>
            </a:xfrm>
            <a:custGeom>
              <a:avLst/>
              <a:gdLst/>
              <a:ahLst/>
              <a:cxnLst/>
              <a:rect l="l" t="t" r="r" b="b"/>
              <a:pathLst>
                <a:path w="274320" h="271779">
                  <a:moveTo>
                    <a:pt x="137160" y="271272"/>
                  </a:moveTo>
                  <a:lnTo>
                    <a:pt x="93634" y="264334"/>
                  </a:lnTo>
                  <a:lnTo>
                    <a:pt x="55961" y="245034"/>
                  </a:lnTo>
                  <a:lnTo>
                    <a:pt x="26334" y="215639"/>
                  </a:lnTo>
                  <a:lnTo>
                    <a:pt x="6949" y="178417"/>
                  </a:lnTo>
                  <a:lnTo>
                    <a:pt x="0" y="135636"/>
                  </a:lnTo>
                  <a:lnTo>
                    <a:pt x="6949" y="92854"/>
                  </a:lnTo>
                  <a:lnTo>
                    <a:pt x="26334" y="55632"/>
                  </a:lnTo>
                  <a:lnTo>
                    <a:pt x="55961" y="26237"/>
                  </a:lnTo>
                  <a:lnTo>
                    <a:pt x="93634" y="6937"/>
                  </a:lnTo>
                  <a:lnTo>
                    <a:pt x="137160" y="0"/>
                  </a:lnTo>
                  <a:lnTo>
                    <a:pt x="180100" y="6937"/>
                  </a:lnTo>
                  <a:lnTo>
                    <a:pt x="217700" y="26237"/>
                  </a:lnTo>
                  <a:lnTo>
                    <a:pt x="247546" y="55632"/>
                  </a:lnTo>
                  <a:lnTo>
                    <a:pt x="267224" y="92854"/>
                  </a:lnTo>
                  <a:lnTo>
                    <a:pt x="274319" y="135636"/>
                  </a:lnTo>
                  <a:lnTo>
                    <a:pt x="267224" y="178417"/>
                  </a:lnTo>
                  <a:lnTo>
                    <a:pt x="247546" y="215639"/>
                  </a:lnTo>
                  <a:lnTo>
                    <a:pt x="217700" y="245034"/>
                  </a:lnTo>
                  <a:lnTo>
                    <a:pt x="180100" y="264334"/>
                  </a:lnTo>
                  <a:lnTo>
                    <a:pt x="137160" y="271272"/>
                  </a:lnTo>
                  <a:close/>
                </a:path>
              </a:pathLst>
            </a:custGeom>
            <a:solidFill>
              <a:srgbClr val="33339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0" name="object 100"/>
            <p:cNvSpPr/>
            <p:nvPr/>
          </p:nvSpPr>
          <p:spPr>
            <a:xfrm>
              <a:off x="9450323" y="3329939"/>
              <a:ext cx="274320" cy="271780"/>
            </a:xfrm>
            <a:custGeom>
              <a:avLst/>
              <a:gdLst/>
              <a:ahLst/>
              <a:cxnLst/>
              <a:rect l="l" t="t" r="r" b="b"/>
              <a:pathLst>
                <a:path w="274320" h="271779">
                  <a:moveTo>
                    <a:pt x="0" y="135636"/>
                  </a:moveTo>
                  <a:lnTo>
                    <a:pt x="6949" y="92854"/>
                  </a:lnTo>
                  <a:lnTo>
                    <a:pt x="26334" y="55632"/>
                  </a:lnTo>
                  <a:lnTo>
                    <a:pt x="55961" y="26237"/>
                  </a:lnTo>
                  <a:lnTo>
                    <a:pt x="93634" y="6937"/>
                  </a:lnTo>
                  <a:lnTo>
                    <a:pt x="137160" y="0"/>
                  </a:lnTo>
                  <a:lnTo>
                    <a:pt x="180100" y="6937"/>
                  </a:lnTo>
                  <a:lnTo>
                    <a:pt x="217700" y="26237"/>
                  </a:lnTo>
                  <a:lnTo>
                    <a:pt x="247546" y="55632"/>
                  </a:lnTo>
                  <a:lnTo>
                    <a:pt x="267224" y="92854"/>
                  </a:lnTo>
                  <a:lnTo>
                    <a:pt x="274319" y="135636"/>
                  </a:lnTo>
                  <a:lnTo>
                    <a:pt x="267224" y="178417"/>
                  </a:lnTo>
                  <a:lnTo>
                    <a:pt x="247546" y="215639"/>
                  </a:lnTo>
                  <a:lnTo>
                    <a:pt x="217700" y="245034"/>
                  </a:lnTo>
                  <a:lnTo>
                    <a:pt x="180100" y="264334"/>
                  </a:lnTo>
                  <a:lnTo>
                    <a:pt x="137160" y="271272"/>
                  </a:lnTo>
                  <a:lnTo>
                    <a:pt x="93634" y="264334"/>
                  </a:lnTo>
                  <a:lnTo>
                    <a:pt x="55961" y="245034"/>
                  </a:lnTo>
                  <a:lnTo>
                    <a:pt x="26334" y="215639"/>
                  </a:lnTo>
                  <a:lnTo>
                    <a:pt x="6949" y="178417"/>
                  </a:lnTo>
                  <a:lnTo>
                    <a:pt x="0" y="135636"/>
                  </a:lnTo>
                </a:path>
              </a:pathLst>
            </a:custGeom>
            <a:ln w="10668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1" name="object 101"/>
            <p:cNvSpPr/>
            <p:nvPr/>
          </p:nvSpPr>
          <p:spPr>
            <a:xfrm>
              <a:off x="8790431" y="3464051"/>
              <a:ext cx="658495" cy="3175"/>
            </a:xfrm>
            <a:custGeom>
              <a:avLst/>
              <a:gdLst/>
              <a:ahLst/>
              <a:cxnLst/>
              <a:rect l="l" t="t" r="r" b="b"/>
              <a:pathLst>
                <a:path w="658495" h="3175">
                  <a:moveTo>
                    <a:pt x="0" y="0"/>
                  </a:moveTo>
                  <a:lnTo>
                    <a:pt x="658367" y="3048"/>
                  </a:lnTo>
                </a:path>
              </a:pathLst>
            </a:custGeom>
            <a:ln w="10668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pic>
        <p:nvPicPr>
          <p:cNvPr id="102" name="object 102"/>
          <p:cNvPicPr/>
          <p:nvPr/>
        </p:nvPicPr>
        <p:blipFill>
          <a:blip r:embed="rId13" cstate="print"/>
          <a:stretch>
            <a:fillRect/>
          </a:stretch>
        </p:blipFill>
        <p:spPr>
          <a:xfrm>
            <a:off x="9563100" y="3038855"/>
            <a:ext cx="184404" cy="150876"/>
          </a:xfrm>
          <a:prstGeom prst="rect">
            <a:avLst/>
          </a:prstGeom>
        </p:spPr>
      </p:pic>
    </p:spTree>
  </p:cSld>
  <p:clrMapOvr>
    <a:masterClrMapping/>
  </p:clrMapOvr>
</p:sld>
</file>

<file path=ppt/slides/slide6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object 2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9561576" y="7229855"/>
            <a:ext cx="195071" cy="146304"/>
          </a:xfrm>
          <a:prstGeom prst="rect">
            <a:avLst/>
          </a:prstGeom>
        </p:spPr>
      </p:pic>
      <p:sp>
        <p:nvSpPr>
          <p:cNvPr id="3" name="object 3"/>
          <p:cNvSpPr/>
          <p:nvPr/>
        </p:nvSpPr>
        <p:spPr>
          <a:xfrm>
            <a:off x="1760219" y="1328927"/>
            <a:ext cx="218440" cy="447040"/>
          </a:xfrm>
          <a:custGeom>
            <a:avLst/>
            <a:gdLst/>
            <a:ahLst/>
            <a:cxnLst/>
            <a:rect l="l" t="t" r="r" b="b"/>
            <a:pathLst>
              <a:path w="218439" h="447039">
                <a:moveTo>
                  <a:pt x="217931" y="446532"/>
                </a:moveTo>
                <a:lnTo>
                  <a:pt x="0" y="446532"/>
                </a:lnTo>
                <a:lnTo>
                  <a:pt x="0" y="400812"/>
                </a:lnTo>
                <a:lnTo>
                  <a:pt x="80771" y="400812"/>
                </a:lnTo>
                <a:lnTo>
                  <a:pt x="80771" y="102108"/>
                </a:lnTo>
                <a:lnTo>
                  <a:pt x="0" y="102108"/>
                </a:lnTo>
                <a:lnTo>
                  <a:pt x="0" y="62484"/>
                </a:lnTo>
                <a:lnTo>
                  <a:pt x="21407" y="61626"/>
                </a:lnTo>
                <a:lnTo>
                  <a:pt x="39814" y="59055"/>
                </a:lnTo>
                <a:lnTo>
                  <a:pt x="77081" y="41362"/>
                </a:lnTo>
                <a:lnTo>
                  <a:pt x="91439" y="0"/>
                </a:lnTo>
                <a:lnTo>
                  <a:pt x="138683" y="0"/>
                </a:lnTo>
                <a:lnTo>
                  <a:pt x="138683" y="400812"/>
                </a:lnTo>
                <a:lnTo>
                  <a:pt x="217931" y="400812"/>
                </a:lnTo>
                <a:lnTo>
                  <a:pt x="217931" y="446532"/>
                </a:lnTo>
                <a:close/>
              </a:path>
            </a:pathLst>
          </a:custGeom>
          <a:solidFill>
            <a:srgbClr val="3333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" name="object 4"/>
          <p:cNvSpPr/>
          <p:nvPr/>
        </p:nvSpPr>
        <p:spPr>
          <a:xfrm>
            <a:off x="2084832" y="1690116"/>
            <a:ext cx="71755" cy="85725"/>
          </a:xfrm>
          <a:custGeom>
            <a:avLst/>
            <a:gdLst/>
            <a:ahLst/>
            <a:cxnLst/>
            <a:rect l="l" t="t" r="r" b="b"/>
            <a:pathLst>
              <a:path w="71755" h="85725">
                <a:moveTo>
                  <a:pt x="71627" y="85343"/>
                </a:moveTo>
                <a:lnTo>
                  <a:pt x="0" y="85343"/>
                </a:lnTo>
                <a:lnTo>
                  <a:pt x="0" y="0"/>
                </a:lnTo>
                <a:lnTo>
                  <a:pt x="71627" y="0"/>
                </a:lnTo>
                <a:lnTo>
                  <a:pt x="71627" y="85343"/>
                </a:lnTo>
                <a:close/>
              </a:path>
            </a:pathLst>
          </a:custGeom>
          <a:solidFill>
            <a:srgbClr val="3333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" name="object 5"/>
          <p:cNvSpPr/>
          <p:nvPr/>
        </p:nvSpPr>
        <p:spPr>
          <a:xfrm>
            <a:off x="2244852" y="1321307"/>
            <a:ext cx="276225" cy="454659"/>
          </a:xfrm>
          <a:custGeom>
            <a:avLst/>
            <a:gdLst/>
            <a:ahLst/>
            <a:cxnLst/>
            <a:rect l="l" t="t" r="r" b="b"/>
            <a:pathLst>
              <a:path w="276225" h="454660">
                <a:moveTo>
                  <a:pt x="275843" y="454151"/>
                </a:moveTo>
                <a:lnTo>
                  <a:pt x="0" y="454151"/>
                </a:lnTo>
                <a:lnTo>
                  <a:pt x="0" y="391667"/>
                </a:lnTo>
                <a:lnTo>
                  <a:pt x="29336" y="364426"/>
                </a:lnTo>
                <a:lnTo>
                  <a:pt x="43291" y="351162"/>
                </a:lnTo>
                <a:lnTo>
                  <a:pt x="56387" y="338327"/>
                </a:lnTo>
                <a:lnTo>
                  <a:pt x="69842" y="325493"/>
                </a:lnTo>
                <a:lnTo>
                  <a:pt x="82867" y="312229"/>
                </a:lnTo>
                <a:lnTo>
                  <a:pt x="131349" y="258079"/>
                </a:lnTo>
                <a:lnTo>
                  <a:pt x="165639" y="213407"/>
                </a:lnTo>
                <a:lnTo>
                  <a:pt x="185666" y="177903"/>
                </a:lnTo>
                <a:lnTo>
                  <a:pt x="196595" y="124967"/>
                </a:lnTo>
                <a:lnTo>
                  <a:pt x="196072" y="116109"/>
                </a:lnTo>
                <a:lnTo>
                  <a:pt x="178927" y="74961"/>
                </a:lnTo>
                <a:lnTo>
                  <a:pt x="142470" y="54387"/>
                </a:lnTo>
                <a:lnTo>
                  <a:pt x="120395" y="51815"/>
                </a:lnTo>
                <a:lnTo>
                  <a:pt x="112371" y="52077"/>
                </a:lnTo>
                <a:lnTo>
                  <a:pt x="71627" y="59626"/>
                </a:lnTo>
                <a:lnTo>
                  <a:pt x="24383" y="82295"/>
                </a:lnTo>
                <a:lnTo>
                  <a:pt x="18287" y="86867"/>
                </a:lnTo>
                <a:lnTo>
                  <a:pt x="13715" y="89915"/>
                </a:lnTo>
                <a:lnTo>
                  <a:pt x="10667" y="89915"/>
                </a:lnTo>
                <a:lnTo>
                  <a:pt x="10667" y="25908"/>
                </a:lnTo>
                <a:lnTo>
                  <a:pt x="60960" y="9143"/>
                </a:lnTo>
                <a:lnTo>
                  <a:pt x="109823" y="571"/>
                </a:lnTo>
                <a:lnTo>
                  <a:pt x="124967" y="0"/>
                </a:lnTo>
                <a:lnTo>
                  <a:pt x="154138" y="2024"/>
                </a:lnTo>
                <a:lnTo>
                  <a:pt x="202763" y="18645"/>
                </a:lnTo>
                <a:lnTo>
                  <a:pt x="237624" y="51196"/>
                </a:lnTo>
                <a:lnTo>
                  <a:pt x="255293" y="95678"/>
                </a:lnTo>
                <a:lnTo>
                  <a:pt x="257555" y="121919"/>
                </a:lnTo>
                <a:lnTo>
                  <a:pt x="257032" y="135112"/>
                </a:lnTo>
                <a:lnTo>
                  <a:pt x="247769" y="181832"/>
                </a:lnTo>
                <a:lnTo>
                  <a:pt x="228695" y="221218"/>
                </a:lnTo>
                <a:lnTo>
                  <a:pt x="191071" y="268986"/>
                </a:lnTo>
                <a:lnTo>
                  <a:pt x="159472" y="303156"/>
                </a:lnTo>
                <a:lnTo>
                  <a:pt x="128087" y="334541"/>
                </a:lnTo>
                <a:lnTo>
                  <a:pt x="111251" y="350519"/>
                </a:lnTo>
                <a:lnTo>
                  <a:pt x="94964" y="366569"/>
                </a:lnTo>
                <a:lnTo>
                  <a:pt x="67532" y="392953"/>
                </a:lnTo>
                <a:lnTo>
                  <a:pt x="56387" y="403859"/>
                </a:lnTo>
                <a:lnTo>
                  <a:pt x="275843" y="403859"/>
                </a:lnTo>
                <a:lnTo>
                  <a:pt x="275843" y="454151"/>
                </a:lnTo>
                <a:close/>
              </a:path>
            </a:pathLst>
          </a:custGeom>
          <a:solidFill>
            <a:srgbClr val="3333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" name="object 6"/>
          <p:cNvSpPr/>
          <p:nvPr/>
        </p:nvSpPr>
        <p:spPr>
          <a:xfrm>
            <a:off x="2604516" y="1690116"/>
            <a:ext cx="71755" cy="85725"/>
          </a:xfrm>
          <a:custGeom>
            <a:avLst/>
            <a:gdLst/>
            <a:ahLst/>
            <a:cxnLst/>
            <a:rect l="l" t="t" r="r" b="b"/>
            <a:pathLst>
              <a:path w="71755" h="85725">
                <a:moveTo>
                  <a:pt x="71627" y="85343"/>
                </a:moveTo>
                <a:lnTo>
                  <a:pt x="0" y="85343"/>
                </a:lnTo>
                <a:lnTo>
                  <a:pt x="0" y="0"/>
                </a:lnTo>
                <a:lnTo>
                  <a:pt x="71627" y="0"/>
                </a:lnTo>
                <a:lnTo>
                  <a:pt x="71627" y="85343"/>
                </a:lnTo>
                <a:close/>
              </a:path>
            </a:pathLst>
          </a:custGeom>
          <a:solidFill>
            <a:srgbClr val="3333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" name="object 7"/>
          <p:cNvSpPr/>
          <p:nvPr/>
        </p:nvSpPr>
        <p:spPr>
          <a:xfrm>
            <a:off x="2770632" y="1330452"/>
            <a:ext cx="265430" cy="454659"/>
          </a:xfrm>
          <a:custGeom>
            <a:avLst/>
            <a:gdLst/>
            <a:ahLst/>
            <a:cxnLst/>
            <a:rect l="l" t="t" r="r" b="b"/>
            <a:pathLst>
              <a:path w="265430" h="454660">
                <a:moveTo>
                  <a:pt x="115823" y="454151"/>
                </a:moveTo>
                <a:lnTo>
                  <a:pt x="68460" y="450937"/>
                </a:lnTo>
                <a:lnTo>
                  <a:pt x="24383" y="440054"/>
                </a:lnTo>
                <a:lnTo>
                  <a:pt x="0" y="429767"/>
                </a:lnTo>
                <a:lnTo>
                  <a:pt x="0" y="365759"/>
                </a:lnTo>
                <a:lnTo>
                  <a:pt x="3047" y="365759"/>
                </a:lnTo>
                <a:lnTo>
                  <a:pt x="7619" y="368807"/>
                </a:lnTo>
                <a:lnTo>
                  <a:pt x="22859" y="377951"/>
                </a:lnTo>
                <a:lnTo>
                  <a:pt x="29741" y="380499"/>
                </a:lnTo>
                <a:lnTo>
                  <a:pt x="51815" y="390143"/>
                </a:lnTo>
                <a:lnTo>
                  <a:pt x="68960" y="394715"/>
                </a:lnTo>
                <a:lnTo>
                  <a:pt x="83819" y="399288"/>
                </a:lnTo>
                <a:lnTo>
                  <a:pt x="100012" y="401383"/>
                </a:lnTo>
                <a:lnTo>
                  <a:pt x="108465" y="402074"/>
                </a:lnTo>
                <a:lnTo>
                  <a:pt x="117347" y="402335"/>
                </a:lnTo>
                <a:lnTo>
                  <a:pt x="126253" y="402026"/>
                </a:lnTo>
                <a:lnTo>
                  <a:pt x="168020" y="387857"/>
                </a:lnTo>
                <a:lnTo>
                  <a:pt x="194643" y="353258"/>
                </a:lnTo>
                <a:lnTo>
                  <a:pt x="203906" y="314634"/>
                </a:lnTo>
                <a:lnTo>
                  <a:pt x="204215" y="303275"/>
                </a:lnTo>
                <a:lnTo>
                  <a:pt x="203692" y="292155"/>
                </a:lnTo>
                <a:lnTo>
                  <a:pt x="189928" y="250316"/>
                </a:lnTo>
                <a:lnTo>
                  <a:pt x="178307" y="239267"/>
                </a:lnTo>
                <a:lnTo>
                  <a:pt x="172045" y="233862"/>
                </a:lnTo>
                <a:lnTo>
                  <a:pt x="127635" y="219074"/>
                </a:lnTo>
                <a:lnTo>
                  <a:pt x="105156" y="217931"/>
                </a:lnTo>
                <a:lnTo>
                  <a:pt x="93464" y="218217"/>
                </a:lnTo>
                <a:lnTo>
                  <a:pt x="81343" y="219074"/>
                </a:lnTo>
                <a:lnTo>
                  <a:pt x="68937" y="220503"/>
                </a:lnTo>
                <a:lnTo>
                  <a:pt x="56387" y="222503"/>
                </a:lnTo>
                <a:lnTo>
                  <a:pt x="45291" y="223885"/>
                </a:lnTo>
                <a:lnTo>
                  <a:pt x="35052" y="225551"/>
                </a:lnTo>
                <a:lnTo>
                  <a:pt x="18287" y="228599"/>
                </a:lnTo>
                <a:lnTo>
                  <a:pt x="18287" y="0"/>
                </a:lnTo>
                <a:lnTo>
                  <a:pt x="262127" y="0"/>
                </a:lnTo>
                <a:lnTo>
                  <a:pt x="262127" y="51815"/>
                </a:lnTo>
                <a:lnTo>
                  <a:pt x="74675" y="51815"/>
                </a:lnTo>
                <a:lnTo>
                  <a:pt x="74675" y="170687"/>
                </a:lnTo>
                <a:lnTo>
                  <a:pt x="82295" y="169163"/>
                </a:lnTo>
                <a:lnTo>
                  <a:pt x="103632" y="169163"/>
                </a:lnTo>
                <a:lnTo>
                  <a:pt x="109727" y="167639"/>
                </a:lnTo>
                <a:lnTo>
                  <a:pt x="115823" y="167639"/>
                </a:lnTo>
                <a:lnTo>
                  <a:pt x="132159" y="168163"/>
                </a:lnTo>
                <a:lnTo>
                  <a:pt x="173735" y="173735"/>
                </a:lnTo>
                <a:lnTo>
                  <a:pt x="219455" y="196595"/>
                </a:lnTo>
                <a:lnTo>
                  <a:pt x="246459" y="225742"/>
                </a:lnTo>
                <a:lnTo>
                  <a:pt x="261937" y="266509"/>
                </a:lnTo>
                <a:lnTo>
                  <a:pt x="265175" y="303275"/>
                </a:lnTo>
                <a:lnTo>
                  <a:pt x="264366" y="318992"/>
                </a:lnTo>
                <a:lnTo>
                  <a:pt x="254507" y="362711"/>
                </a:lnTo>
                <a:lnTo>
                  <a:pt x="234148" y="400645"/>
                </a:lnTo>
                <a:lnTo>
                  <a:pt x="204787" y="428624"/>
                </a:lnTo>
                <a:lnTo>
                  <a:pt x="164044" y="448365"/>
                </a:lnTo>
                <a:lnTo>
                  <a:pt x="132659" y="453556"/>
                </a:lnTo>
                <a:lnTo>
                  <a:pt x="115823" y="454151"/>
                </a:lnTo>
                <a:close/>
              </a:path>
            </a:pathLst>
          </a:custGeom>
          <a:solidFill>
            <a:srgbClr val="3333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3293364" y="1271016"/>
            <a:ext cx="550545" cy="563880"/>
          </a:xfrm>
          <a:custGeom>
            <a:avLst/>
            <a:gdLst/>
            <a:ahLst/>
            <a:cxnLst/>
            <a:rect l="l" t="t" r="r" b="b"/>
            <a:pathLst>
              <a:path w="550545" h="563880">
                <a:moveTo>
                  <a:pt x="281940" y="88392"/>
                </a:moveTo>
                <a:lnTo>
                  <a:pt x="271272" y="88392"/>
                </a:lnTo>
                <a:lnTo>
                  <a:pt x="268462" y="77009"/>
                </a:lnTo>
                <a:lnTo>
                  <a:pt x="264795" y="65913"/>
                </a:lnTo>
                <a:lnTo>
                  <a:pt x="244411" y="27813"/>
                </a:lnTo>
                <a:lnTo>
                  <a:pt x="227076" y="7620"/>
                </a:lnTo>
                <a:lnTo>
                  <a:pt x="231647" y="0"/>
                </a:lnTo>
                <a:lnTo>
                  <a:pt x="276796" y="20574"/>
                </a:lnTo>
                <a:lnTo>
                  <a:pt x="301752" y="51816"/>
                </a:lnTo>
                <a:lnTo>
                  <a:pt x="301677" y="55387"/>
                </a:lnTo>
                <a:lnTo>
                  <a:pt x="300585" y="63103"/>
                </a:lnTo>
                <a:lnTo>
                  <a:pt x="296989" y="71628"/>
                </a:lnTo>
                <a:lnTo>
                  <a:pt x="290822" y="80152"/>
                </a:lnTo>
                <a:lnTo>
                  <a:pt x="281940" y="88392"/>
                </a:lnTo>
                <a:close/>
              </a:path>
              <a:path w="550545" h="563880">
                <a:moveTo>
                  <a:pt x="91440" y="109728"/>
                </a:moveTo>
                <a:lnTo>
                  <a:pt x="70104" y="88392"/>
                </a:lnTo>
                <a:lnTo>
                  <a:pt x="422148" y="88392"/>
                </a:lnTo>
                <a:lnTo>
                  <a:pt x="449580" y="59436"/>
                </a:lnTo>
                <a:lnTo>
                  <a:pt x="490728" y="102108"/>
                </a:lnTo>
                <a:lnTo>
                  <a:pt x="149352" y="102108"/>
                </a:lnTo>
                <a:lnTo>
                  <a:pt x="133659" y="102655"/>
                </a:lnTo>
                <a:lnTo>
                  <a:pt x="118681" y="104203"/>
                </a:lnTo>
                <a:lnTo>
                  <a:pt x="104560" y="106608"/>
                </a:lnTo>
                <a:lnTo>
                  <a:pt x="91440" y="109728"/>
                </a:lnTo>
                <a:close/>
              </a:path>
              <a:path w="550545" h="563880">
                <a:moveTo>
                  <a:pt x="335280" y="201168"/>
                </a:moveTo>
                <a:lnTo>
                  <a:pt x="318516" y="201168"/>
                </a:lnTo>
                <a:lnTo>
                  <a:pt x="333113" y="175188"/>
                </a:lnTo>
                <a:lnTo>
                  <a:pt x="344995" y="149923"/>
                </a:lnTo>
                <a:lnTo>
                  <a:pt x="354306" y="125515"/>
                </a:lnTo>
                <a:lnTo>
                  <a:pt x="361188" y="102108"/>
                </a:lnTo>
                <a:lnTo>
                  <a:pt x="406908" y="134112"/>
                </a:lnTo>
                <a:lnTo>
                  <a:pt x="385572" y="143256"/>
                </a:lnTo>
                <a:lnTo>
                  <a:pt x="346138" y="188261"/>
                </a:lnTo>
                <a:lnTo>
                  <a:pt x="335280" y="201168"/>
                </a:lnTo>
                <a:close/>
              </a:path>
              <a:path w="550545" h="563880">
                <a:moveTo>
                  <a:pt x="217932" y="201168"/>
                </a:moveTo>
                <a:lnTo>
                  <a:pt x="205740" y="201168"/>
                </a:lnTo>
                <a:lnTo>
                  <a:pt x="202049" y="187166"/>
                </a:lnTo>
                <a:lnTo>
                  <a:pt x="197929" y="174879"/>
                </a:lnTo>
                <a:lnTo>
                  <a:pt x="177736" y="137541"/>
                </a:lnTo>
                <a:lnTo>
                  <a:pt x="163068" y="117348"/>
                </a:lnTo>
                <a:lnTo>
                  <a:pt x="167640" y="109728"/>
                </a:lnTo>
                <a:lnTo>
                  <a:pt x="203073" y="129540"/>
                </a:lnTo>
                <a:lnTo>
                  <a:pt x="231457" y="157543"/>
                </a:lnTo>
                <a:lnTo>
                  <a:pt x="234696" y="169164"/>
                </a:lnTo>
                <a:lnTo>
                  <a:pt x="233576" y="176950"/>
                </a:lnTo>
                <a:lnTo>
                  <a:pt x="230314" y="184594"/>
                </a:lnTo>
                <a:lnTo>
                  <a:pt x="225051" y="192524"/>
                </a:lnTo>
                <a:lnTo>
                  <a:pt x="217932" y="201168"/>
                </a:lnTo>
                <a:close/>
              </a:path>
              <a:path w="550545" h="563880">
                <a:moveTo>
                  <a:pt x="21336" y="222504"/>
                </a:moveTo>
                <a:lnTo>
                  <a:pt x="0" y="201168"/>
                </a:lnTo>
                <a:lnTo>
                  <a:pt x="470916" y="201168"/>
                </a:lnTo>
                <a:lnTo>
                  <a:pt x="499872" y="172212"/>
                </a:lnTo>
                <a:lnTo>
                  <a:pt x="541020" y="214884"/>
                </a:lnTo>
                <a:lnTo>
                  <a:pt x="79248" y="214884"/>
                </a:lnTo>
                <a:lnTo>
                  <a:pt x="63769" y="215431"/>
                </a:lnTo>
                <a:lnTo>
                  <a:pt x="49149" y="216979"/>
                </a:lnTo>
                <a:lnTo>
                  <a:pt x="35099" y="219384"/>
                </a:lnTo>
                <a:lnTo>
                  <a:pt x="21336" y="222504"/>
                </a:lnTo>
                <a:close/>
              </a:path>
              <a:path w="550545" h="563880">
                <a:moveTo>
                  <a:pt x="429768" y="265175"/>
                </a:moveTo>
                <a:lnTo>
                  <a:pt x="381000" y="265175"/>
                </a:lnTo>
                <a:lnTo>
                  <a:pt x="405384" y="240792"/>
                </a:lnTo>
                <a:lnTo>
                  <a:pt x="429768" y="265175"/>
                </a:lnTo>
                <a:close/>
              </a:path>
              <a:path w="550545" h="563880">
                <a:moveTo>
                  <a:pt x="117348" y="416052"/>
                </a:moveTo>
                <a:lnTo>
                  <a:pt x="118467" y="390906"/>
                </a:lnTo>
                <a:lnTo>
                  <a:pt x="119443" y="368046"/>
                </a:lnTo>
                <a:lnTo>
                  <a:pt x="120134" y="347472"/>
                </a:lnTo>
                <a:lnTo>
                  <a:pt x="120396" y="329184"/>
                </a:lnTo>
                <a:lnTo>
                  <a:pt x="120134" y="311181"/>
                </a:lnTo>
                <a:lnTo>
                  <a:pt x="119443" y="291465"/>
                </a:lnTo>
                <a:lnTo>
                  <a:pt x="118467" y="270033"/>
                </a:lnTo>
                <a:lnTo>
                  <a:pt x="117348" y="246887"/>
                </a:lnTo>
                <a:lnTo>
                  <a:pt x="153924" y="265175"/>
                </a:lnTo>
                <a:lnTo>
                  <a:pt x="429768" y="265175"/>
                </a:lnTo>
                <a:lnTo>
                  <a:pt x="438912" y="274320"/>
                </a:lnTo>
                <a:lnTo>
                  <a:pt x="429768" y="280416"/>
                </a:lnTo>
                <a:lnTo>
                  <a:pt x="150876" y="280416"/>
                </a:lnTo>
                <a:lnTo>
                  <a:pt x="150876" y="368808"/>
                </a:lnTo>
                <a:lnTo>
                  <a:pt x="417883" y="368808"/>
                </a:lnTo>
                <a:lnTo>
                  <a:pt x="417980" y="371427"/>
                </a:lnTo>
                <a:lnTo>
                  <a:pt x="418481" y="382524"/>
                </a:lnTo>
                <a:lnTo>
                  <a:pt x="150876" y="382524"/>
                </a:lnTo>
                <a:lnTo>
                  <a:pt x="150876" y="403860"/>
                </a:lnTo>
                <a:lnTo>
                  <a:pt x="117348" y="416052"/>
                </a:lnTo>
                <a:close/>
              </a:path>
              <a:path w="550545" h="563880">
                <a:moveTo>
                  <a:pt x="417883" y="368808"/>
                </a:moveTo>
                <a:lnTo>
                  <a:pt x="385572" y="368808"/>
                </a:lnTo>
                <a:lnTo>
                  <a:pt x="385572" y="280416"/>
                </a:lnTo>
                <a:lnTo>
                  <a:pt x="429768" y="280416"/>
                </a:lnTo>
                <a:lnTo>
                  <a:pt x="416052" y="289560"/>
                </a:lnTo>
                <a:lnTo>
                  <a:pt x="416313" y="317801"/>
                </a:lnTo>
                <a:lnTo>
                  <a:pt x="417004" y="345186"/>
                </a:lnTo>
                <a:lnTo>
                  <a:pt x="417883" y="368808"/>
                </a:lnTo>
                <a:close/>
              </a:path>
              <a:path w="550545" h="563880">
                <a:moveTo>
                  <a:pt x="0" y="563879"/>
                </a:moveTo>
                <a:lnTo>
                  <a:pt x="0" y="554736"/>
                </a:lnTo>
                <a:lnTo>
                  <a:pt x="30662" y="547592"/>
                </a:lnTo>
                <a:lnTo>
                  <a:pt x="58293" y="540067"/>
                </a:lnTo>
                <a:lnTo>
                  <a:pt x="105156" y="524255"/>
                </a:lnTo>
                <a:lnTo>
                  <a:pt x="140398" y="504444"/>
                </a:lnTo>
                <a:lnTo>
                  <a:pt x="178855" y="463534"/>
                </a:lnTo>
                <a:lnTo>
                  <a:pt x="194429" y="414480"/>
                </a:lnTo>
                <a:lnTo>
                  <a:pt x="199644" y="382524"/>
                </a:lnTo>
                <a:lnTo>
                  <a:pt x="234696" y="382524"/>
                </a:lnTo>
                <a:lnTo>
                  <a:pt x="228695" y="420290"/>
                </a:lnTo>
                <a:lnTo>
                  <a:pt x="208121" y="476392"/>
                </a:lnTo>
                <a:lnTo>
                  <a:pt x="175831" y="509301"/>
                </a:lnTo>
                <a:lnTo>
                  <a:pt x="136969" y="532161"/>
                </a:lnTo>
                <a:lnTo>
                  <a:pt x="91403" y="547616"/>
                </a:lnTo>
                <a:lnTo>
                  <a:pt x="33742" y="559022"/>
                </a:lnTo>
                <a:lnTo>
                  <a:pt x="0" y="563879"/>
                </a:lnTo>
                <a:close/>
              </a:path>
              <a:path w="550545" h="563880">
                <a:moveTo>
                  <a:pt x="487680" y="542544"/>
                </a:moveTo>
                <a:lnTo>
                  <a:pt x="359664" y="542544"/>
                </a:lnTo>
                <a:lnTo>
                  <a:pt x="334541" y="539376"/>
                </a:lnTo>
                <a:lnTo>
                  <a:pt x="316420" y="529780"/>
                </a:lnTo>
                <a:lnTo>
                  <a:pt x="305442" y="513611"/>
                </a:lnTo>
                <a:lnTo>
                  <a:pt x="301752" y="490728"/>
                </a:lnTo>
                <a:lnTo>
                  <a:pt x="301752" y="382524"/>
                </a:lnTo>
                <a:lnTo>
                  <a:pt x="332232" y="382524"/>
                </a:lnTo>
                <a:lnTo>
                  <a:pt x="332232" y="487679"/>
                </a:lnTo>
                <a:lnTo>
                  <a:pt x="334518" y="500562"/>
                </a:lnTo>
                <a:lnTo>
                  <a:pt x="341376" y="509587"/>
                </a:lnTo>
                <a:lnTo>
                  <a:pt x="352806" y="514897"/>
                </a:lnTo>
                <a:lnTo>
                  <a:pt x="368808" y="516636"/>
                </a:lnTo>
                <a:lnTo>
                  <a:pt x="543749" y="516636"/>
                </a:lnTo>
                <a:lnTo>
                  <a:pt x="542163" y="518898"/>
                </a:lnTo>
                <a:lnTo>
                  <a:pt x="510397" y="539972"/>
                </a:lnTo>
                <a:lnTo>
                  <a:pt x="495442" y="542258"/>
                </a:lnTo>
                <a:lnTo>
                  <a:pt x="487680" y="542544"/>
                </a:lnTo>
                <a:close/>
              </a:path>
              <a:path w="550545" h="563880">
                <a:moveTo>
                  <a:pt x="385572" y="408431"/>
                </a:moveTo>
                <a:lnTo>
                  <a:pt x="385572" y="382524"/>
                </a:lnTo>
                <a:lnTo>
                  <a:pt x="418481" y="382524"/>
                </a:lnTo>
                <a:lnTo>
                  <a:pt x="419100" y="396240"/>
                </a:lnTo>
                <a:lnTo>
                  <a:pt x="385572" y="408431"/>
                </a:lnTo>
                <a:close/>
              </a:path>
              <a:path w="550545" h="563880">
                <a:moveTo>
                  <a:pt x="543749" y="516636"/>
                </a:moveTo>
                <a:lnTo>
                  <a:pt x="477012" y="516636"/>
                </a:lnTo>
                <a:lnTo>
                  <a:pt x="486394" y="511516"/>
                </a:lnTo>
                <a:lnTo>
                  <a:pt x="493776" y="503110"/>
                </a:lnTo>
                <a:lnTo>
                  <a:pt x="503420" y="460200"/>
                </a:lnTo>
                <a:lnTo>
                  <a:pt x="507491" y="402336"/>
                </a:lnTo>
                <a:lnTo>
                  <a:pt x="516636" y="402336"/>
                </a:lnTo>
                <a:lnTo>
                  <a:pt x="519207" y="447341"/>
                </a:lnTo>
                <a:lnTo>
                  <a:pt x="531685" y="489966"/>
                </a:lnTo>
                <a:lnTo>
                  <a:pt x="550164" y="507492"/>
                </a:lnTo>
                <a:lnTo>
                  <a:pt x="543749" y="516636"/>
                </a:lnTo>
                <a:close/>
              </a:path>
            </a:pathLst>
          </a:custGeom>
          <a:solidFill>
            <a:srgbClr val="3333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3910583" y="1271016"/>
            <a:ext cx="550545" cy="567055"/>
          </a:xfrm>
          <a:custGeom>
            <a:avLst/>
            <a:gdLst/>
            <a:ahLst/>
            <a:cxnLst/>
            <a:rect l="l" t="t" r="r" b="b"/>
            <a:pathLst>
              <a:path w="550545" h="567055">
                <a:moveTo>
                  <a:pt x="16764" y="224028"/>
                </a:moveTo>
                <a:lnTo>
                  <a:pt x="12192" y="217932"/>
                </a:lnTo>
                <a:lnTo>
                  <a:pt x="40219" y="195072"/>
                </a:lnTo>
                <a:lnTo>
                  <a:pt x="67246" y="169926"/>
                </a:lnTo>
                <a:lnTo>
                  <a:pt x="118872" y="112776"/>
                </a:lnTo>
                <a:lnTo>
                  <a:pt x="141446" y="81867"/>
                </a:lnTo>
                <a:lnTo>
                  <a:pt x="178022" y="25765"/>
                </a:lnTo>
                <a:lnTo>
                  <a:pt x="192024" y="0"/>
                </a:lnTo>
                <a:lnTo>
                  <a:pt x="239268" y="30480"/>
                </a:lnTo>
                <a:lnTo>
                  <a:pt x="228695" y="35575"/>
                </a:lnTo>
                <a:lnTo>
                  <a:pt x="217551" y="43815"/>
                </a:lnTo>
                <a:lnTo>
                  <a:pt x="205835" y="54911"/>
                </a:lnTo>
                <a:lnTo>
                  <a:pt x="193548" y="68580"/>
                </a:lnTo>
                <a:lnTo>
                  <a:pt x="373966" y="68580"/>
                </a:lnTo>
                <a:lnTo>
                  <a:pt x="387096" y="80772"/>
                </a:lnTo>
                <a:lnTo>
                  <a:pt x="377991" y="83820"/>
                </a:lnTo>
                <a:lnTo>
                  <a:pt x="184404" y="83820"/>
                </a:lnTo>
                <a:lnTo>
                  <a:pt x="143208" y="125229"/>
                </a:lnTo>
                <a:lnTo>
                  <a:pt x="101727" y="162496"/>
                </a:lnTo>
                <a:lnTo>
                  <a:pt x="59674" y="195476"/>
                </a:lnTo>
                <a:lnTo>
                  <a:pt x="16764" y="224028"/>
                </a:lnTo>
                <a:close/>
              </a:path>
              <a:path w="550545" h="567055">
                <a:moveTo>
                  <a:pt x="373966" y="68580"/>
                </a:moveTo>
                <a:lnTo>
                  <a:pt x="323088" y="68580"/>
                </a:lnTo>
                <a:lnTo>
                  <a:pt x="344424" y="41148"/>
                </a:lnTo>
                <a:lnTo>
                  <a:pt x="373966" y="68580"/>
                </a:lnTo>
                <a:close/>
              </a:path>
              <a:path w="550545" h="567055">
                <a:moveTo>
                  <a:pt x="277368" y="172212"/>
                </a:moveTo>
                <a:lnTo>
                  <a:pt x="263652" y="172212"/>
                </a:lnTo>
                <a:lnTo>
                  <a:pt x="320040" y="83820"/>
                </a:lnTo>
                <a:lnTo>
                  <a:pt x="377991" y="83820"/>
                </a:lnTo>
                <a:lnTo>
                  <a:pt x="375999" y="84486"/>
                </a:lnTo>
                <a:lnTo>
                  <a:pt x="363474" y="91059"/>
                </a:lnTo>
                <a:lnTo>
                  <a:pt x="349805" y="100488"/>
                </a:lnTo>
                <a:lnTo>
                  <a:pt x="319801" y="125920"/>
                </a:lnTo>
                <a:lnTo>
                  <a:pt x="305181" y="140208"/>
                </a:lnTo>
                <a:lnTo>
                  <a:pt x="291131" y="155638"/>
                </a:lnTo>
                <a:lnTo>
                  <a:pt x="277368" y="172212"/>
                </a:lnTo>
                <a:close/>
              </a:path>
              <a:path w="550545" h="567055">
                <a:moveTo>
                  <a:pt x="117348" y="193548"/>
                </a:moveTo>
                <a:lnTo>
                  <a:pt x="96012" y="172212"/>
                </a:lnTo>
                <a:lnTo>
                  <a:pt x="411480" y="172212"/>
                </a:lnTo>
                <a:lnTo>
                  <a:pt x="432816" y="146304"/>
                </a:lnTo>
                <a:lnTo>
                  <a:pt x="470916" y="176784"/>
                </a:lnTo>
                <a:lnTo>
                  <a:pt x="458446" y="185928"/>
                </a:lnTo>
                <a:lnTo>
                  <a:pt x="175260" y="185928"/>
                </a:lnTo>
                <a:lnTo>
                  <a:pt x="159781" y="186475"/>
                </a:lnTo>
                <a:lnTo>
                  <a:pt x="145161" y="188023"/>
                </a:lnTo>
                <a:lnTo>
                  <a:pt x="131111" y="190428"/>
                </a:lnTo>
                <a:lnTo>
                  <a:pt x="117348" y="193548"/>
                </a:lnTo>
                <a:close/>
              </a:path>
              <a:path w="550545" h="567055">
                <a:moveTo>
                  <a:pt x="284988" y="274320"/>
                </a:moveTo>
                <a:lnTo>
                  <a:pt x="251460" y="274320"/>
                </a:lnTo>
                <a:lnTo>
                  <a:pt x="251460" y="185928"/>
                </a:lnTo>
                <a:lnTo>
                  <a:pt x="284988" y="185928"/>
                </a:lnTo>
                <a:lnTo>
                  <a:pt x="284988" y="274320"/>
                </a:lnTo>
                <a:close/>
              </a:path>
              <a:path w="550545" h="567055">
                <a:moveTo>
                  <a:pt x="448056" y="274320"/>
                </a:moveTo>
                <a:lnTo>
                  <a:pt x="416052" y="274320"/>
                </a:lnTo>
                <a:lnTo>
                  <a:pt x="416052" y="185928"/>
                </a:lnTo>
                <a:lnTo>
                  <a:pt x="458446" y="185928"/>
                </a:lnTo>
                <a:lnTo>
                  <a:pt x="448056" y="193548"/>
                </a:lnTo>
                <a:lnTo>
                  <a:pt x="448056" y="274320"/>
                </a:lnTo>
                <a:close/>
              </a:path>
              <a:path w="550545" h="567055">
                <a:moveTo>
                  <a:pt x="21335" y="297180"/>
                </a:moveTo>
                <a:lnTo>
                  <a:pt x="0" y="274320"/>
                </a:lnTo>
                <a:lnTo>
                  <a:pt x="469392" y="274320"/>
                </a:lnTo>
                <a:lnTo>
                  <a:pt x="502920" y="240792"/>
                </a:lnTo>
                <a:lnTo>
                  <a:pt x="550164" y="289560"/>
                </a:lnTo>
                <a:lnTo>
                  <a:pt x="79247" y="289560"/>
                </a:lnTo>
                <a:lnTo>
                  <a:pt x="63769" y="289893"/>
                </a:lnTo>
                <a:lnTo>
                  <a:pt x="49148" y="291084"/>
                </a:lnTo>
                <a:lnTo>
                  <a:pt x="35099" y="293417"/>
                </a:lnTo>
                <a:lnTo>
                  <a:pt x="21335" y="297180"/>
                </a:lnTo>
                <a:close/>
              </a:path>
              <a:path w="550545" h="567055">
                <a:moveTo>
                  <a:pt x="284988" y="377952"/>
                </a:moveTo>
                <a:lnTo>
                  <a:pt x="251460" y="377952"/>
                </a:lnTo>
                <a:lnTo>
                  <a:pt x="251460" y="289560"/>
                </a:lnTo>
                <a:lnTo>
                  <a:pt x="284988" y="289560"/>
                </a:lnTo>
                <a:lnTo>
                  <a:pt x="284988" y="377952"/>
                </a:lnTo>
                <a:close/>
              </a:path>
              <a:path w="550545" h="567055">
                <a:moveTo>
                  <a:pt x="83820" y="399288"/>
                </a:moveTo>
                <a:lnTo>
                  <a:pt x="62483" y="377952"/>
                </a:lnTo>
                <a:lnTo>
                  <a:pt x="416052" y="377952"/>
                </a:lnTo>
                <a:lnTo>
                  <a:pt x="416052" y="289560"/>
                </a:lnTo>
                <a:lnTo>
                  <a:pt x="448056" y="289560"/>
                </a:lnTo>
                <a:lnTo>
                  <a:pt x="448079" y="326683"/>
                </a:lnTo>
                <a:lnTo>
                  <a:pt x="448246" y="357949"/>
                </a:lnTo>
                <a:lnTo>
                  <a:pt x="448698" y="383214"/>
                </a:lnTo>
                <a:lnTo>
                  <a:pt x="449088" y="391668"/>
                </a:lnTo>
                <a:lnTo>
                  <a:pt x="141732" y="391668"/>
                </a:lnTo>
                <a:lnTo>
                  <a:pt x="126253" y="392215"/>
                </a:lnTo>
                <a:lnTo>
                  <a:pt x="111633" y="393763"/>
                </a:lnTo>
                <a:lnTo>
                  <a:pt x="97583" y="396168"/>
                </a:lnTo>
                <a:lnTo>
                  <a:pt x="83820" y="399288"/>
                </a:lnTo>
                <a:close/>
              </a:path>
              <a:path w="550545" h="567055">
                <a:moveTo>
                  <a:pt x="284060" y="509016"/>
                </a:moveTo>
                <a:lnTo>
                  <a:pt x="225552" y="509016"/>
                </a:lnTo>
                <a:lnTo>
                  <a:pt x="236672" y="506991"/>
                </a:lnTo>
                <a:lnTo>
                  <a:pt x="244792" y="500824"/>
                </a:lnTo>
                <a:lnTo>
                  <a:pt x="249769" y="490370"/>
                </a:lnTo>
                <a:lnTo>
                  <a:pt x="251460" y="475488"/>
                </a:lnTo>
                <a:lnTo>
                  <a:pt x="251460" y="391668"/>
                </a:lnTo>
                <a:lnTo>
                  <a:pt x="284988" y="391668"/>
                </a:lnTo>
                <a:lnTo>
                  <a:pt x="284988" y="504444"/>
                </a:lnTo>
                <a:lnTo>
                  <a:pt x="284060" y="509016"/>
                </a:lnTo>
                <a:close/>
              </a:path>
              <a:path w="550545" h="567055">
                <a:moveTo>
                  <a:pt x="416052" y="419100"/>
                </a:moveTo>
                <a:lnTo>
                  <a:pt x="416052" y="391668"/>
                </a:lnTo>
                <a:lnTo>
                  <a:pt x="449088" y="391668"/>
                </a:lnTo>
                <a:lnTo>
                  <a:pt x="449580" y="402336"/>
                </a:lnTo>
                <a:lnTo>
                  <a:pt x="416052" y="419100"/>
                </a:lnTo>
                <a:close/>
              </a:path>
              <a:path w="550545" h="567055">
                <a:moveTo>
                  <a:pt x="230124" y="566928"/>
                </a:moveTo>
                <a:lnTo>
                  <a:pt x="224742" y="550640"/>
                </a:lnTo>
                <a:lnTo>
                  <a:pt x="208788" y="536067"/>
                </a:lnTo>
                <a:lnTo>
                  <a:pt x="182546" y="523208"/>
                </a:lnTo>
                <a:lnTo>
                  <a:pt x="146304" y="512064"/>
                </a:lnTo>
                <a:lnTo>
                  <a:pt x="146304" y="499872"/>
                </a:lnTo>
                <a:lnTo>
                  <a:pt x="170902" y="503872"/>
                </a:lnTo>
                <a:lnTo>
                  <a:pt x="192214" y="506730"/>
                </a:lnTo>
                <a:lnTo>
                  <a:pt x="210383" y="508444"/>
                </a:lnTo>
                <a:lnTo>
                  <a:pt x="225552" y="509016"/>
                </a:lnTo>
                <a:lnTo>
                  <a:pt x="284060" y="509016"/>
                </a:lnTo>
                <a:lnTo>
                  <a:pt x="280701" y="525565"/>
                </a:lnTo>
                <a:lnTo>
                  <a:pt x="270129" y="543115"/>
                </a:lnTo>
                <a:lnTo>
                  <a:pt x="253269" y="556950"/>
                </a:lnTo>
                <a:lnTo>
                  <a:pt x="230124" y="566928"/>
                </a:lnTo>
                <a:close/>
              </a:path>
            </a:pathLst>
          </a:custGeom>
          <a:solidFill>
            <a:srgbClr val="3333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4561332" y="1275587"/>
            <a:ext cx="490855" cy="553720"/>
          </a:xfrm>
          <a:custGeom>
            <a:avLst/>
            <a:gdLst/>
            <a:ahLst/>
            <a:cxnLst/>
            <a:rect l="l" t="t" r="r" b="b"/>
            <a:pathLst>
              <a:path w="490854" h="553719">
                <a:moveTo>
                  <a:pt x="74676" y="124968"/>
                </a:moveTo>
                <a:lnTo>
                  <a:pt x="59436" y="124968"/>
                </a:lnTo>
                <a:lnTo>
                  <a:pt x="69699" y="86367"/>
                </a:lnTo>
                <a:lnTo>
                  <a:pt x="77533" y="52768"/>
                </a:lnTo>
                <a:lnTo>
                  <a:pt x="82796" y="24026"/>
                </a:lnTo>
                <a:lnTo>
                  <a:pt x="85344" y="0"/>
                </a:lnTo>
                <a:lnTo>
                  <a:pt x="138684" y="28956"/>
                </a:lnTo>
                <a:lnTo>
                  <a:pt x="125253" y="39243"/>
                </a:lnTo>
                <a:lnTo>
                  <a:pt x="110109" y="58674"/>
                </a:lnTo>
                <a:lnTo>
                  <a:pt x="93249" y="87249"/>
                </a:lnTo>
                <a:lnTo>
                  <a:pt x="74676" y="124968"/>
                </a:lnTo>
                <a:close/>
              </a:path>
              <a:path w="490854" h="553719">
                <a:moveTo>
                  <a:pt x="202692" y="263652"/>
                </a:moveTo>
                <a:lnTo>
                  <a:pt x="196596" y="259080"/>
                </a:lnTo>
                <a:lnTo>
                  <a:pt x="220027" y="221361"/>
                </a:lnTo>
                <a:lnTo>
                  <a:pt x="240030" y="185928"/>
                </a:lnTo>
                <a:lnTo>
                  <a:pt x="269747" y="121920"/>
                </a:lnTo>
                <a:lnTo>
                  <a:pt x="290893" y="62484"/>
                </a:lnTo>
                <a:lnTo>
                  <a:pt x="306323" y="3048"/>
                </a:lnTo>
                <a:lnTo>
                  <a:pt x="358140" y="33528"/>
                </a:lnTo>
                <a:lnTo>
                  <a:pt x="347567" y="44053"/>
                </a:lnTo>
                <a:lnTo>
                  <a:pt x="334137" y="64008"/>
                </a:lnTo>
                <a:lnTo>
                  <a:pt x="317849" y="93106"/>
                </a:lnTo>
                <a:lnTo>
                  <a:pt x="298704" y="131064"/>
                </a:lnTo>
                <a:lnTo>
                  <a:pt x="480060" y="131064"/>
                </a:lnTo>
                <a:lnTo>
                  <a:pt x="490728" y="141732"/>
                </a:lnTo>
                <a:lnTo>
                  <a:pt x="484909" y="146304"/>
                </a:lnTo>
                <a:lnTo>
                  <a:pt x="294132" y="146304"/>
                </a:lnTo>
                <a:lnTo>
                  <a:pt x="272129" y="179427"/>
                </a:lnTo>
                <a:lnTo>
                  <a:pt x="249555" y="210121"/>
                </a:lnTo>
                <a:lnTo>
                  <a:pt x="226409" y="238244"/>
                </a:lnTo>
                <a:lnTo>
                  <a:pt x="202692" y="263652"/>
                </a:lnTo>
                <a:close/>
              </a:path>
              <a:path w="490854" h="553719">
                <a:moveTo>
                  <a:pt x="202228" y="124968"/>
                </a:moveTo>
                <a:lnTo>
                  <a:pt x="152400" y="124968"/>
                </a:lnTo>
                <a:lnTo>
                  <a:pt x="176784" y="100584"/>
                </a:lnTo>
                <a:lnTo>
                  <a:pt x="202228" y="124968"/>
                </a:lnTo>
                <a:close/>
              </a:path>
              <a:path w="490854" h="553719">
                <a:moveTo>
                  <a:pt x="0" y="548640"/>
                </a:moveTo>
                <a:lnTo>
                  <a:pt x="826" y="495300"/>
                </a:lnTo>
                <a:lnTo>
                  <a:pt x="913" y="487680"/>
                </a:lnTo>
                <a:lnTo>
                  <a:pt x="1333" y="435483"/>
                </a:lnTo>
                <a:lnTo>
                  <a:pt x="1427" y="244736"/>
                </a:lnTo>
                <a:lnTo>
                  <a:pt x="1305" y="210121"/>
                </a:lnTo>
                <a:lnTo>
                  <a:pt x="881" y="158519"/>
                </a:lnTo>
                <a:lnTo>
                  <a:pt x="0" y="103632"/>
                </a:lnTo>
                <a:lnTo>
                  <a:pt x="35052" y="124968"/>
                </a:lnTo>
                <a:lnTo>
                  <a:pt x="202228" y="124968"/>
                </a:lnTo>
                <a:lnTo>
                  <a:pt x="213359" y="135636"/>
                </a:lnTo>
                <a:lnTo>
                  <a:pt x="208926" y="138684"/>
                </a:lnTo>
                <a:lnTo>
                  <a:pt x="33528" y="138684"/>
                </a:lnTo>
                <a:lnTo>
                  <a:pt x="33528" y="292608"/>
                </a:lnTo>
                <a:lnTo>
                  <a:pt x="189009" y="292608"/>
                </a:lnTo>
                <a:lnTo>
                  <a:pt x="189024" y="306324"/>
                </a:lnTo>
                <a:lnTo>
                  <a:pt x="33528" y="306324"/>
                </a:lnTo>
                <a:lnTo>
                  <a:pt x="33528" y="473964"/>
                </a:lnTo>
                <a:lnTo>
                  <a:pt x="189748" y="473964"/>
                </a:lnTo>
                <a:lnTo>
                  <a:pt x="189899" y="487680"/>
                </a:lnTo>
                <a:lnTo>
                  <a:pt x="33528" y="487680"/>
                </a:lnTo>
                <a:lnTo>
                  <a:pt x="33528" y="528828"/>
                </a:lnTo>
                <a:lnTo>
                  <a:pt x="0" y="548640"/>
                </a:lnTo>
                <a:close/>
              </a:path>
              <a:path w="490854" h="553719">
                <a:moveTo>
                  <a:pt x="480060" y="131064"/>
                </a:moveTo>
                <a:lnTo>
                  <a:pt x="428244" y="131064"/>
                </a:lnTo>
                <a:lnTo>
                  <a:pt x="454152" y="105156"/>
                </a:lnTo>
                <a:lnTo>
                  <a:pt x="480060" y="131064"/>
                </a:lnTo>
                <a:close/>
              </a:path>
              <a:path w="490854" h="553719">
                <a:moveTo>
                  <a:pt x="189009" y="292608"/>
                </a:moveTo>
                <a:lnTo>
                  <a:pt x="156972" y="292608"/>
                </a:lnTo>
                <a:lnTo>
                  <a:pt x="156972" y="138684"/>
                </a:lnTo>
                <a:lnTo>
                  <a:pt x="208926" y="138684"/>
                </a:lnTo>
                <a:lnTo>
                  <a:pt x="188976" y="152400"/>
                </a:lnTo>
                <a:lnTo>
                  <a:pt x="189009" y="292608"/>
                </a:lnTo>
                <a:close/>
              </a:path>
              <a:path w="490854" h="553719">
                <a:moveTo>
                  <a:pt x="449614" y="495300"/>
                </a:moveTo>
                <a:lnTo>
                  <a:pt x="390144" y="495300"/>
                </a:lnTo>
                <a:lnTo>
                  <a:pt x="401574" y="492728"/>
                </a:lnTo>
                <a:lnTo>
                  <a:pt x="410718" y="485013"/>
                </a:lnTo>
                <a:lnTo>
                  <a:pt x="423784" y="434735"/>
                </a:lnTo>
                <a:lnTo>
                  <a:pt x="427481" y="357378"/>
                </a:lnTo>
                <a:lnTo>
                  <a:pt x="429352" y="300227"/>
                </a:lnTo>
                <a:lnTo>
                  <a:pt x="431188" y="228728"/>
                </a:lnTo>
                <a:lnTo>
                  <a:pt x="432815" y="146304"/>
                </a:lnTo>
                <a:lnTo>
                  <a:pt x="484909" y="146304"/>
                </a:lnTo>
                <a:lnTo>
                  <a:pt x="469391" y="158496"/>
                </a:lnTo>
                <a:lnTo>
                  <a:pt x="467211" y="244736"/>
                </a:lnTo>
                <a:lnTo>
                  <a:pt x="465151" y="317754"/>
                </a:lnTo>
                <a:lnTo>
                  <a:pt x="463105" y="376999"/>
                </a:lnTo>
                <a:lnTo>
                  <a:pt x="460925" y="423107"/>
                </a:lnTo>
                <a:lnTo>
                  <a:pt x="455676" y="475488"/>
                </a:lnTo>
                <a:lnTo>
                  <a:pt x="450794" y="492347"/>
                </a:lnTo>
                <a:lnTo>
                  <a:pt x="449614" y="495300"/>
                </a:lnTo>
                <a:close/>
              </a:path>
              <a:path w="490854" h="553719">
                <a:moveTo>
                  <a:pt x="318516" y="370332"/>
                </a:moveTo>
                <a:lnTo>
                  <a:pt x="315468" y="370332"/>
                </a:lnTo>
                <a:lnTo>
                  <a:pt x="311181" y="368307"/>
                </a:lnTo>
                <a:lnTo>
                  <a:pt x="307467" y="362140"/>
                </a:lnTo>
                <a:lnTo>
                  <a:pt x="304323" y="351686"/>
                </a:lnTo>
                <a:lnTo>
                  <a:pt x="301752" y="336804"/>
                </a:lnTo>
                <a:lnTo>
                  <a:pt x="295489" y="313062"/>
                </a:lnTo>
                <a:lnTo>
                  <a:pt x="285940" y="289750"/>
                </a:lnTo>
                <a:lnTo>
                  <a:pt x="273248" y="266723"/>
                </a:lnTo>
                <a:lnTo>
                  <a:pt x="257556" y="243840"/>
                </a:lnTo>
                <a:lnTo>
                  <a:pt x="263652" y="236220"/>
                </a:lnTo>
                <a:lnTo>
                  <a:pt x="308419" y="273939"/>
                </a:lnTo>
                <a:lnTo>
                  <a:pt x="334065" y="309705"/>
                </a:lnTo>
                <a:lnTo>
                  <a:pt x="339852" y="330708"/>
                </a:lnTo>
                <a:lnTo>
                  <a:pt x="339256" y="338447"/>
                </a:lnTo>
                <a:lnTo>
                  <a:pt x="337375" y="345757"/>
                </a:lnTo>
                <a:lnTo>
                  <a:pt x="334065" y="352782"/>
                </a:lnTo>
                <a:lnTo>
                  <a:pt x="329184" y="359664"/>
                </a:lnTo>
                <a:lnTo>
                  <a:pt x="323088" y="367284"/>
                </a:lnTo>
                <a:lnTo>
                  <a:pt x="318516" y="370332"/>
                </a:lnTo>
                <a:close/>
              </a:path>
              <a:path w="490854" h="553719">
                <a:moveTo>
                  <a:pt x="189748" y="473964"/>
                </a:moveTo>
                <a:lnTo>
                  <a:pt x="156972" y="473964"/>
                </a:lnTo>
                <a:lnTo>
                  <a:pt x="156972" y="306324"/>
                </a:lnTo>
                <a:lnTo>
                  <a:pt x="189024" y="306324"/>
                </a:lnTo>
                <a:lnTo>
                  <a:pt x="189136" y="370332"/>
                </a:lnTo>
                <a:lnTo>
                  <a:pt x="189260" y="409836"/>
                </a:lnTo>
                <a:lnTo>
                  <a:pt x="189548" y="455922"/>
                </a:lnTo>
                <a:lnTo>
                  <a:pt x="189748" y="473964"/>
                </a:lnTo>
                <a:close/>
              </a:path>
              <a:path w="490854" h="553719">
                <a:moveTo>
                  <a:pt x="382524" y="553212"/>
                </a:moveTo>
                <a:lnTo>
                  <a:pt x="373356" y="534947"/>
                </a:lnTo>
                <a:lnTo>
                  <a:pt x="357187" y="519112"/>
                </a:lnTo>
                <a:lnTo>
                  <a:pt x="333875" y="505848"/>
                </a:lnTo>
                <a:lnTo>
                  <a:pt x="303276" y="495300"/>
                </a:lnTo>
                <a:lnTo>
                  <a:pt x="303276" y="483108"/>
                </a:lnTo>
                <a:lnTo>
                  <a:pt x="330993" y="488227"/>
                </a:lnTo>
                <a:lnTo>
                  <a:pt x="354711" y="492061"/>
                </a:lnTo>
                <a:lnTo>
                  <a:pt x="374427" y="494466"/>
                </a:lnTo>
                <a:lnTo>
                  <a:pt x="390144" y="495300"/>
                </a:lnTo>
                <a:lnTo>
                  <a:pt x="449614" y="495300"/>
                </a:lnTo>
                <a:lnTo>
                  <a:pt x="445198" y="506349"/>
                </a:lnTo>
                <a:lnTo>
                  <a:pt x="411480" y="540067"/>
                </a:lnTo>
                <a:lnTo>
                  <a:pt x="398287" y="546568"/>
                </a:lnTo>
                <a:lnTo>
                  <a:pt x="382524" y="553212"/>
                </a:lnTo>
                <a:close/>
              </a:path>
              <a:path w="490854" h="553719">
                <a:moveTo>
                  <a:pt x="156972" y="537971"/>
                </a:moveTo>
                <a:lnTo>
                  <a:pt x="156972" y="487680"/>
                </a:lnTo>
                <a:lnTo>
                  <a:pt x="189899" y="487680"/>
                </a:lnTo>
                <a:lnTo>
                  <a:pt x="190021" y="495300"/>
                </a:lnTo>
                <a:lnTo>
                  <a:pt x="190500" y="519684"/>
                </a:lnTo>
                <a:lnTo>
                  <a:pt x="156972" y="537971"/>
                </a:lnTo>
                <a:close/>
              </a:path>
            </a:pathLst>
          </a:custGeom>
          <a:solidFill>
            <a:srgbClr val="3333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5125211" y="1283208"/>
            <a:ext cx="558165" cy="554990"/>
          </a:xfrm>
          <a:custGeom>
            <a:avLst/>
            <a:gdLst/>
            <a:ahLst/>
            <a:cxnLst/>
            <a:rect l="l" t="t" r="r" b="b"/>
            <a:pathLst>
              <a:path w="558164" h="554989">
                <a:moveTo>
                  <a:pt x="7620" y="307847"/>
                </a:moveTo>
                <a:lnTo>
                  <a:pt x="0" y="301751"/>
                </a:lnTo>
                <a:lnTo>
                  <a:pt x="29146" y="251221"/>
                </a:lnTo>
                <a:lnTo>
                  <a:pt x="54864" y="202691"/>
                </a:lnTo>
                <a:lnTo>
                  <a:pt x="77152" y="156448"/>
                </a:lnTo>
                <a:lnTo>
                  <a:pt x="96012" y="112775"/>
                </a:lnTo>
                <a:lnTo>
                  <a:pt x="111180" y="73080"/>
                </a:lnTo>
                <a:lnTo>
                  <a:pt x="130087" y="16549"/>
                </a:lnTo>
                <a:lnTo>
                  <a:pt x="134112" y="0"/>
                </a:lnTo>
                <a:lnTo>
                  <a:pt x="187452" y="35052"/>
                </a:lnTo>
                <a:lnTo>
                  <a:pt x="155733" y="63341"/>
                </a:lnTo>
                <a:lnTo>
                  <a:pt x="136874" y="101369"/>
                </a:lnTo>
                <a:lnTo>
                  <a:pt x="126873" y="122110"/>
                </a:lnTo>
                <a:lnTo>
                  <a:pt x="116238" y="143255"/>
                </a:lnTo>
                <a:lnTo>
                  <a:pt x="105156" y="164591"/>
                </a:lnTo>
                <a:lnTo>
                  <a:pt x="137160" y="184403"/>
                </a:lnTo>
                <a:lnTo>
                  <a:pt x="120396" y="195071"/>
                </a:lnTo>
                <a:lnTo>
                  <a:pt x="120396" y="198119"/>
                </a:lnTo>
                <a:lnTo>
                  <a:pt x="88392" y="198119"/>
                </a:lnTo>
                <a:lnTo>
                  <a:pt x="70413" y="225551"/>
                </a:lnTo>
                <a:lnTo>
                  <a:pt x="50863" y="252983"/>
                </a:lnTo>
                <a:lnTo>
                  <a:pt x="29884" y="280415"/>
                </a:lnTo>
                <a:lnTo>
                  <a:pt x="7620" y="307847"/>
                </a:lnTo>
                <a:close/>
              </a:path>
              <a:path w="558164" h="554989">
                <a:moveTo>
                  <a:pt x="193548" y="71627"/>
                </a:moveTo>
                <a:lnTo>
                  <a:pt x="172212" y="50291"/>
                </a:lnTo>
                <a:lnTo>
                  <a:pt x="481584" y="50291"/>
                </a:lnTo>
                <a:lnTo>
                  <a:pt x="510540" y="18288"/>
                </a:lnTo>
                <a:lnTo>
                  <a:pt x="553212" y="64007"/>
                </a:lnTo>
                <a:lnTo>
                  <a:pt x="254508" y="64007"/>
                </a:lnTo>
                <a:lnTo>
                  <a:pt x="237910" y="64555"/>
                </a:lnTo>
                <a:lnTo>
                  <a:pt x="222313" y="66103"/>
                </a:lnTo>
                <a:lnTo>
                  <a:pt x="207573" y="68508"/>
                </a:lnTo>
                <a:lnTo>
                  <a:pt x="193548" y="71627"/>
                </a:lnTo>
                <a:close/>
              </a:path>
              <a:path w="558164" h="554989">
                <a:moveTo>
                  <a:pt x="368808" y="128015"/>
                </a:moveTo>
                <a:lnTo>
                  <a:pt x="336804" y="128015"/>
                </a:lnTo>
                <a:lnTo>
                  <a:pt x="336804" y="64007"/>
                </a:lnTo>
                <a:lnTo>
                  <a:pt x="368808" y="64007"/>
                </a:lnTo>
                <a:lnTo>
                  <a:pt x="368808" y="128015"/>
                </a:lnTo>
                <a:close/>
              </a:path>
              <a:path w="558164" h="554989">
                <a:moveTo>
                  <a:pt x="512064" y="128015"/>
                </a:moveTo>
                <a:lnTo>
                  <a:pt x="466344" y="128015"/>
                </a:lnTo>
                <a:lnTo>
                  <a:pt x="487680" y="106679"/>
                </a:lnTo>
                <a:lnTo>
                  <a:pt x="512064" y="128015"/>
                </a:lnTo>
                <a:close/>
              </a:path>
              <a:path w="558164" h="554989">
                <a:moveTo>
                  <a:pt x="205740" y="356616"/>
                </a:moveTo>
                <a:lnTo>
                  <a:pt x="207835" y="304228"/>
                </a:lnTo>
                <a:lnTo>
                  <a:pt x="208657" y="252983"/>
                </a:lnTo>
                <a:lnTo>
                  <a:pt x="208682" y="219575"/>
                </a:lnTo>
                <a:lnTo>
                  <a:pt x="208565" y="202691"/>
                </a:lnTo>
                <a:lnTo>
                  <a:pt x="208485" y="195071"/>
                </a:lnTo>
                <a:lnTo>
                  <a:pt x="207835" y="164020"/>
                </a:lnTo>
                <a:lnTo>
                  <a:pt x="206859" y="135897"/>
                </a:lnTo>
                <a:lnTo>
                  <a:pt x="205740" y="112775"/>
                </a:lnTo>
                <a:lnTo>
                  <a:pt x="242316" y="128015"/>
                </a:lnTo>
                <a:lnTo>
                  <a:pt x="512064" y="128015"/>
                </a:lnTo>
                <a:lnTo>
                  <a:pt x="524256" y="138683"/>
                </a:lnTo>
                <a:lnTo>
                  <a:pt x="516128" y="143255"/>
                </a:lnTo>
                <a:lnTo>
                  <a:pt x="239268" y="143255"/>
                </a:lnTo>
                <a:lnTo>
                  <a:pt x="239268" y="219455"/>
                </a:lnTo>
                <a:lnTo>
                  <a:pt x="500133" y="219455"/>
                </a:lnTo>
                <a:lnTo>
                  <a:pt x="500330" y="234695"/>
                </a:lnTo>
                <a:lnTo>
                  <a:pt x="239268" y="234695"/>
                </a:lnTo>
                <a:lnTo>
                  <a:pt x="239268" y="312419"/>
                </a:lnTo>
                <a:lnTo>
                  <a:pt x="501835" y="312419"/>
                </a:lnTo>
                <a:lnTo>
                  <a:pt x="502513" y="327660"/>
                </a:lnTo>
                <a:lnTo>
                  <a:pt x="239268" y="327660"/>
                </a:lnTo>
                <a:lnTo>
                  <a:pt x="239268" y="345948"/>
                </a:lnTo>
                <a:lnTo>
                  <a:pt x="205740" y="356616"/>
                </a:lnTo>
                <a:close/>
              </a:path>
              <a:path w="558164" h="554989">
                <a:moveTo>
                  <a:pt x="368808" y="219455"/>
                </a:moveTo>
                <a:lnTo>
                  <a:pt x="336804" y="219455"/>
                </a:lnTo>
                <a:lnTo>
                  <a:pt x="336804" y="143255"/>
                </a:lnTo>
                <a:lnTo>
                  <a:pt x="368808" y="143255"/>
                </a:lnTo>
                <a:lnTo>
                  <a:pt x="368808" y="219455"/>
                </a:lnTo>
                <a:close/>
              </a:path>
              <a:path w="558164" h="554989">
                <a:moveTo>
                  <a:pt x="500133" y="219455"/>
                </a:moveTo>
                <a:lnTo>
                  <a:pt x="469392" y="219455"/>
                </a:lnTo>
                <a:lnTo>
                  <a:pt x="469392" y="143255"/>
                </a:lnTo>
                <a:lnTo>
                  <a:pt x="516128" y="143255"/>
                </a:lnTo>
                <a:lnTo>
                  <a:pt x="499872" y="152399"/>
                </a:lnTo>
                <a:lnTo>
                  <a:pt x="500133" y="219455"/>
                </a:lnTo>
                <a:close/>
              </a:path>
              <a:path w="558164" h="554989">
                <a:moveTo>
                  <a:pt x="86868" y="554735"/>
                </a:moveTo>
                <a:lnTo>
                  <a:pt x="88201" y="490156"/>
                </a:lnTo>
                <a:lnTo>
                  <a:pt x="88392" y="198119"/>
                </a:lnTo>
                <a:lnTo>
                  <a:pt x="120396" y="198119"/>
                </a:lnTo>
                <a:lnTo>
                  <a:pt x="120514" y="486537"/>
                </a:lnTo>
                <a:lnTo>
                  <a:pt x="120626" y="497347"/>
                </a:lnTo>
                <a:lnTo>
                  <a:pt x="121038" y="516516"/>
                </a:lnTo>
                <a:lnTo>
                  <a:pt x="121920" y="537972"/>
                </a:lnTo>
                <a:lnTo>
                  <a:pt x="86868" y="554735"/>
                </a:lnTo>
                <a:close/>
              </a:path>
              <a:path w="558164" h="554989">
                <a:moveTo>
                  <a:pt x="368808" y="312419"/>
                </a:moveTo>
                <a:lnTo>
                  <a:pt x="336804" y="312419"/>
                </a:lnTo>
                <a:lnTo>
                  <a:pt x="336804" y="234695"/>
                </a:lnTo>
                <a:lnTo>
                  <a:pt x="368808" y="234695"/>
                </a:lnTo>
                <a:lnTo>
                  <a:pt x="368808" y="312419"/>
                </a:lnTo>
                <a:close/>
              </a:path>
              <a:path w="558164" h="554989">
                <a:moveTo>
                  <a:pt x="501835" y="312419"/>
                </a:moveTo>
                <a:lnTo>
                  <a:pt x="469392" y="312419"/>
                </a:lnTo>
                <a:lnTo>
                  <a:pt x="469392" y="234695"/>
                </a:lnTo>
                <a:lnTo>
                  <a:pt x="500330" y="234695"/>
                </a:lnTo>
                <a:lnTo>
                  <a:pt x="500824" y="272605"/>
                </a:lnTo>
                <a:lnTo>
                  <a:pt x="501800" y="311634"/>
                </a:lnTo>
                <a:lnTo>
                  <a:pt x="501835" y="312419"/>
                </a:lnTo>
                <a:close/>
              </a:path>
              <a:path w="558164" h="554989">
                <a:moveTo>
                  <a:pt x="344445" y="441960"/>
                </a:moveTo>
                <a:lnTo>
                  <a:pt x="310896" y="441960"/>
                </a:lnTo>
                <a:lnTo>
                  <a:pt x="321802" y="416814"/>
                </a:lnTo>
                <a:lnTo>
                  <a:pt x="329565" y="389382"/>
                </a:lnTo>
                <a:lnTo>
                  <a:pt x="334470" y="359664"/>
                </a:lnTo>
                <a:lnTo>
                  <a:pt x="336804" y="327660"/>
                </a:lnTo>
                <a:lnTo>
                  <a:pt x="368808" y="327660"/>
                </a:lnTo>
                <a:lnTo>
                  <a:pt x="365950" y="364212"/>
                </a:lnTo>
                <a:lnTo>
                  <a:pt x="359664" y="398335"/>
                </a:lnTo>
                <a:lnTo>
                  <a:pt x="349948" y="429887"/>
                </a:lnTo>
                <a:lnTo>
                  <a:pt x="344445" y="441960"/>
                </a:lnTo>
                <a:close/>
              </a:path>
              <a:path w="558164" h="554989">
                <a:moveTo>
                  <a:pt x="469392" y="352044"/>
                </a:moveTo>
                <a:lnTo>
                  <a:pt x="469392" y="327660"/>
                </a:lnTo>
                <a:lnTo>
                  <a:pt x="502513" y="327660"/>
                </a:lnTo>
                <a:lnTo>
                  <a:pt x="502920" y="336804"/>
                </a:lnTo>
                <a:lnTo>
                  <a:pt x="469392" y="352044"/>
                </a:lnTo>
                <a:close/>
              </a:path>
              <a:path w="558164" h="554989">
                <a:moveTo>
                  <a:pt x="134112" y="554735"/>
                </a:moveTo>
                <a:lnTo>
                  <a:pt x="134112" y="545591"/>
                </a:lnTo>
                <a:lnTo>
                  <a:pt x="164687" y="538376"/>
                </a:lnTo>
                <a:lnTo>
                  <a:pt x="192405" y="530161"/>
                </a:lnTo>
                <a:lnTo>
                  <a:pt x="239268" y="509015"/>
                </a:lnTo>
                <a:lnTo>
                  <a:pt x="274701" y="485394"/>
                </a:lnTo>
                <a:lnTo>
                  <a:pt x="298704" y="461772"/>
                </a:lnTo>
                <a:lnTo>
                  <a:pt x="284130" y="445484"/>
                </a:lnTo>
                <a:lnTo>
                  <a:pt x="267843" y="424052"/>
                </a:lnTo>
                <a:lnTo>
                  <a:pt x="249840" y="397478"/>
                </a:lnTo>
                <a:lnTo>
                  <a:pt x="230124" y="365760"/>
                </a:lnTo>
                <a:lnTo>
                  <a:pt x="237744" y="358140"/>
                </a:lnTo>
                <a:lnTo>
                  <a:pt x="256889" y="384952"/>
                </a:lnTo>
                <a:lnTo>
                  <a:pt x="275463" y="408050"/>
                </a:lnTo>
                <a:lnTo>
                  <a:pt x="293465" y="427148"/>
                </a:lnTo>
                <a:lnTo>
                  <a:pt x="310896" y="441960"/>
                </a:lnTo>
                <a:lnTo>
                  <a:pt x="344445" y="441960"/>
                </a:lnTo>
                <a:lnTo>
                  <a:pt x="336804" y="458724"/>
                </a:lnTo>
                <a:lnTo>
                  <a:pt x="363616" y="474202"/>
                </a:lnTo>
                <a:lnTo>
                  <a:pt x="376757" y="480060"/>
                </a:lnTo>
                <a:lnTo>
                  <a:pt x="320040" y="480060"/>
                </a:lnTo>
                <a:lnTo>
                  <a:pt x="287083" y="507301"/>
                </a:lnTo>
                <a:lnTo>
                  <a:pt x="243840" y="528827"/>
                </a:lnTo>
                <a:lnTo>
                  <a:pt x="192405" y="545782"/>
                </a:lnTo>
                <a:lnTo>
                  <a:pt x="164115" y="551330"/>
                </a:lnTo>
                <a:lnTo>
                  <a:pt x="134112" y="554735"/>
                </a:lnTo>
                <a:close/>
              </a:path>
              <a:path w="558164" h="554989">
                <a:moveTo>
                  <a:pt x="519684" y="551687"/>
                </a:moveTo>
                <a:lnTo>
                  <a:pt x="467106" y="543687"/>
                </a:lnTo>
                <a:lnTo>
                  <a:pt x="414528" y="528827"/>
                </a:lnTo>
                <a:lnTo>
                  <a:pt x="364426" y="508444"/>
                </a:lnTo>
                <a:lnTo>
                  <a:pt x="320040" y="480060"/>
                </a:lnTo>
                <a:lnTo>
                  <a:pt x="376757" y="480060"/>
                </a:lnTo>
                <a:lnTo>
                  <a:pt x="391287" y="486537"/>
                </a:lnTo>
                <a:lnTo>
                  <a:pt x="419528" y="496014"/>
                </a:lnTo>
                <a:lnTo>
                  <a:pt x="448056" y="502920"/>
                </a:lnTo>
                <a:lnTo>
                  <a:pt x="477202" y="507515"/>
                </a:lnTo>
                <a:lnTo>
                  <a:pt x="505206" y="509968"/>
                </a:lnTo>
                <a:lnTo>
                  <a:pt x="532066" y="510420"/>
                </a:lnTo>
                <a:lnTo>
                  <a:pt x="557784" y="510420"/>
                </a:lnTo>
                <a:lnTo>
                  <a:pt x="557784" y="518160"/>
                </a:lnTo>
                <a:lnTo>
                  <a:pt x="544329" y="523613"/>
                </a:lnTo>
                <a:lnTo>
                  <a:pt x="533590" y="530923"/>
                </a:lnTo>
                <a:lnTo>
                  <a:pt x="525422" y="540234"/>
                </a:lnTo>
                <a:lnTo>
                  <a:pt x="519684" y="551687"/>
                </a:lnTo>
                <a:close/>
              </a:path>
              <a:path w="558164" h="554989">
                <a:moveTo>
                  <a:pt x="557784" y="510420"/>
                </a:moveTo>
                <a:lnTo>
                  <a:pt x="532066" y="510420"/>
                </a:lnTo>
                <a:lnTo>
                  <a:pt x="557784" y="509015"/>
                </a:lnTo>
                <a:lnTo>
                  <a:pt x="557784" y="510420"/>
                </a:lnTo>
                <a:close/>
              </a:path>
            </a:pathLst>
          </a:custGeom>
          <a:solidFill>
            <a:srgbClr val="3333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5737859" y="1272540"/>
            <a:ext cx="541020" cy="558165"/>
          </a:xfrm>
          <a:custGeom>
            <a:avLst/>
            <a:gdLst/>
            <a:ahLst/>
            <a:cxnLst/>
            <a:rect l="l" t="t" r="r" b="b"/>
            <a:pathLst>
              <a:path w="541020" h="558164">
                <a:moveTo>
                  <a:pt x="30480" y="79247"/>
                </a:moveTo>
                <a:lnTo>
                  <a:pt x="30480" y="70104"/>
                </a:lnTo>
                <a:lnTo>
                  <a:pt x="74247" y="63865"/>
                </a:lnTo>
                <a:lnTo>
                  <a:pt x="114300" y="56769"/>
                </a:lnTo>
                <a:lnTo>
                  <a:pt x="184404" y="41147"/>
                </a:lnTo>
                <a:lnTo>
                  <a:pt x="236791" y="23241"/>
                </a:lnTo>
                <a:lnTo>
                  <a:pt x="269748" y="3047"/>
                </a:lnTo>
                <a:lnTo>
                  <a:pt x="312420" y="48768"/>
                </a:lnTo>
                <a:lnTo>
                  <a:pt x="295894" y="49625"/>
                </a:lnTo>
                <a:lnTo>
                  <a:pt x="271653" y="52197"/>
                </a:lnTo>
                <a:lnTo>
                  <a:pt x="239982" y="56483"/>
                </a:lnTo>
                <a:lnTo>
                  <a:pt x="201168" y="62484"/>
                </a:lnTo>
                <a:lnTo>
                  <a:pt x="201168" y="67056"/>
                </a:lnTo>
                <a:lnTo>
                  <a:pt x="167640" y="67056"/>
                </a:lnTo>
                <a:lnTo>
                  <a:pt x="133564" y="71104"/>
                </a:lnTo>
                <a:lnTo>
                  <a:pt x="99631" y="74295"/>
                </a:lnTo>
                <a:lnTo>
                  <a:pt x="30480" y="79247"/>
                </a:lnTo>
                <a:close/>
              </a:path>
              <a:path w="541020" h="558164">
                <a:moveTo>
                  <a:pt x="201168" y="184404"/>
                </a:moveTo>
                <a:lnTo>
                  <a:pt x="167640" y="184404"/>
                </a:lnTo>
                <a:lnTo>
                  <a:pt x="167640" y="67056"/>
                </a:lnTo>
                <a:lnTo>
                  <a:pt x="201168" y="67056"/>
                </a:lnTo>
                <a:lnTo>
                  <a:pt x="201168" y="184404"/>
                </a:lnTo>
                <a:close/>
              </a:path>
              <a:path w="541020" h="558164">
                <a:moveTo>
                  <a:pt x="21336" y="205740"/>
                </a:moveTo>
                <a:lnTo>
                  <a:pt x="0" y="184404"/>
                </a:lnTo>
                <a:lnTo>
                  <a:pt x="265176" y="184404"/>
                </a:lnTo>
                <a:lnTo>
                  <a:pt x="295656" y="153923"/>
                </a:lnTo>
                <a:lnTo>
                  <a:pt x="341376" y="199644"/>
                </a:lnTo>
                <a:lnTo>
                  <a:pt x="79248" y="199644"/>
                </a:lnTo>
                <a:lnTo>
                  <a:pt x="63769" y="199953"/>
                </a:lnTo>
                <a:lnTo>
                  <a:pt x="49149" y="200977"/>
                </a:lnTo>
                <a:lnTo>
                  <a:pt x="35099" y="202858"/>
                </a:lnTo>
                <a:lnTo>
                  <a:pt x="21336" y="205740"/>
                </a:lnTo>
                <a:close/>
              </a:path>
              <a:path w="541020" h="558164">
                <a:moveTo>
                  <a:pt x="7620" y="455676"/>
                </a:moveTo>
                <a:lnTo>
                  <a:pt x="0" y="448056"/>
                </a:lnTo>
                <a:lnTo>
                  <a:pt x="38862" y="406160"/>
                </a:lnTo>
                <a:lnTo>
                  <a:pt x="73152" y="364348"/>
                </a:lnTo>
                <a:lnTo>
                  <a:pt x="102870" y="322707"/>
                </a:lnTo>
                <a:lnTo>
                  <a:pt x="128016" y="281319"/>
                </a:lnTo>
                <a:lnTo>
                  <a:pt x="148590" y="240269"/>
                </a:lnTo>
                <a:lnTo>
                  <a:pt x="164592" y="199644"/>
                </a:lnTo>
                <a:lnTo>
                  <a:pt x="201168" y="199644"/>
                </a:lnTo>
                <a:lnTo>
                  <a:pt x="201168" y="256032"/>
                </a:lnTo>
                <a:lnTo>
                  <a:pt x="230333" y="268224"/>
                </a:lnTo>
                <a:lnTo>
                  <a:pt x="201168" y="268224"/>
                </a:lnTo>
                <a:lnTo>
                  <a:pt x="201168" y="280416"/>
                </a:lnTo>
                <a:lnTo>
                  <a:pt x="167640" y="280416"/>
                </a:lnTo>
                <a:lnTo>
                  <a:pt x="138562" y="321759"/>
                </a:lnTo>
                <a:lnTo>
                  <a:pt x="108021" y="359883"/>
                </a:lnTo>
                <a:lnTo>
                  <a:pt x="76017" y="394862"/>
                </a:lnTo>
                <a:lnTo>
                  <a:pt x="42550" y="426768"/>
                </a:lnTo>
                <a:lnTo>
                  <a:pt x="7620" y="455676"/>
                </a:lnTo>
                <a:close/>
              </a:path>
              <a:path w="541020" h="558164">
                <a:moveTo>
                  <a:pt x="300228" y="368808"/>
                </a:moveTo>
                <a:lnTo>
                  <a:pt x="298704" y="368808"/>
                </a:lnTo>
                <a:lnTo>
                  <a:pt x="294727" y="367379"/>
                </a:lnTo>
                <a:lnTo>
                  <a:pt x="289750" y="363093"/>
                </a:lnTo>
                <a:lnTo>
                  <a:pt x="283916" y="355949"/>
                </a:lnTo>
                <a:lnTo>
                  <a:pt x="277368" y="345948"/>
                </a:lnTo>
                <a:lnTo>
                  <a:pt x="264818" y="328231"/>
                </a:lnTo>
                <a:lnTo>
                  <a:pt x="247840" y="309372"/>
                </a:lnTo>
                <a:lnTo>
                  <a:pt x="226575" y="289369"/>
                </a:lnTo>
                <a:lnTo>
                  <a:pt x="201168" y="268224"/>
                </a:lnTo>
                <a:lnTo>
                  <a:pt x="230333" y="268224"/>
                </a:lnTo>
                <a:lnTo>
                  <a:pt x="279082" y="290512"/>
                </a:lnTo>
                <a:lnTo>
                  <a:pt x="309848" y="320111"/>
                </a:lnTo>
                <a:lnTo>
                  <a:pt x="312420" y="338328"/>
                </a:lnTo>
                <a:lnTo>
                  <a:pt x="312420" y="345948"/>
                </a:lnTo>
                <a:lnTo>
                  <a:pt x="310896" y="353568"/>
                </a:lnTo>
                <a:lnTo>
                  <a:pt x="307848" y="359664"/>
                </a:lnTo>
                <a:lnTo>
                  <a:pt x="303276" y="365760"/>
                </a:lnTo>
                <a:lnTo>
                  <a:pt x="300228" y="368808"/>
                </a:lnTo>
                <a:close/>
              </a:path>
              <a:path w="541020" h="558164">
                <a:moveTo>
                  <a:pt x="164592" y="557784"/>
                </a:moveTo>
                <a:lnTo>
                  <a:pt x="165711" y="516659"/>
                </a:lnTo>
                <a:lnTo>
                  <a:pt x="166687" y="482536"/>
                </a:lnTo>
                <a:lnTo>
                  <a:pt x="167375" y="455676"/>
                </a:lnTo>
                <a:lnTo>
                  <a:pt x="167640" y="435864"/>
                </a:lnTo>
                <a:lnTo>
                  <a:pt x="167640" y="280416"/>
                </a:lnTo>
                <a:lnTo>
                  <a:pt x="201168" y="280416"/>
                </a:lnTo>
                <a:lnTo>
                  <a:pt x="201191" y="484870"/>
                </a:lnTo>
                <a:lnTo>
                  <a:pt x="201358" y="505968"/>
                </a:lnTo>
                <a:lnTo>
                  <a:pt x="201810" y="524779"/>
                </a:lnTo>
                <a:lnTo>
                  <a:pt x="202692" y="541020"/>
                </a:lnTo>
                <a:lnTo>
                  <a:pt x="164592" y="557784"/>
                </a:lnTo>
                <a:close/>
              </a:path>
              <a:path w="541020" h="558164">
                <a:moveTo>
                  <a:pt x="520561" y="495300"/>
                </a:moveTo>
                <a:lnTo>
                  <a:pt x="463296" y="495300"/>
                </a:lnTo>
                <a:lnTo>
                  <a:pt x="474178" y="493275"/>
                </a:lnTo>
                <a:lnTo>
                  <a:pt x="481774" y="487108"/>
                </a:lnTo>
                <a:lnTo>
                  <a:pt x="486227" y="476654"/>
                </a:lnTo>
                <a:lnTo>
                  <a:pt x="487680" y="461772"/>
                </a:lnTo>
                <a:lnTo>
                  <a:pt x="487656" y="74795"/>
                </a:lnTo>
                <a:lnTo>
                  <a:pt x="487489" y="50101"/>
                </a:lnTo>
                <a:lnTo>
                  <a:pt x="487011" y="24384"/>
                </a:lnTo>
                <a:lnTo>
                  <a:pt x="486156" y="0"/>
                </a:lnTo>
                <a:lnTo>
                  <a:pt x="541020" y="24384"/>
                </a:lnTo>
                <a:lnTo>
                  <a:pt x="521208" y="41147"/>
                </a:lnTo>
                <a:lnTo>
                  <a:pt x="521140" y="487108"/>
                </a:lnTo>
                <a:lnTo>
                  <a:pt x="520561" y="495300"/>
                </a:lnTo>
                <a:close/>
              </a:path>
              <a:path w="541020" h="558164">
                <a:moveTo>
                  <a:pt x="362712" y="417576"/>
                </a:moveTo>
                <a:lnTo>
                  <a:pt x="363831" y="373546"/>
                </a:lnTo>
                <a:lnTo>
                  <a:pt x="364807" y="328231"/>
                </a:lnTo>
                <a:lnTo>
                  <a:pt x="365498" y="281487"/>
                </a:lnTo>
                <a:lnTo>
                  <a:pt x="365760" y="233171"/>
                </a:lnTo>
                <a:lnTo>
                  <a:pt x="365712" y="186618"/>
                </a:lnTo>
                <a:lnTo>
                  <a:pt x="365379" y="145351"/>
                </a:lnTo>
                <a:lnTo>
                  <a:pt x="364474" y="109513"/>
                </a:lnTo>
                <a:lnTo>
                  <a:pt x="362712" y="79247"/>
                </a:lnTo>
                <a:lnTo>
                  <a:pt x="416052" y="108204"/>
                </a:lnTo>
                <a:lnTo>
                  <a:pt x="396240" y="124968"/>
                </a:lnTo>
                <a:lnTo>
                  <a:pt x="396306" y="328231"/>
                </a:lnTo>
                <a:lnTo>
                  <a:pt x="396501" y="343376"/>
                </a:lnTo>
                <a:lnTo>
                  <a:pt x="397192" y="363093"/>
                </a:lnTo>
                <a:lnTo>
                  <a:pt x="398168" y="382238"/>
                </a:lnTo>
                <a:lnTo>
                  <a:pt x="399288" y="400812"/>
                </a:lnTo>
                <a:lnTo>
                  <a:pt x="362712" y="417576"/>
                </a:lnTo>
                <a:close/>
              </a:path>
              <a:path w="541020" h="558164">
                <a:moveTo>
                  <a:pt x="466344" y="557784"/>
                </a:moveTo>
                <a:lnTo>
                  <a:pt x="460605" y="537781"/>
                </a:lnTo>
                <a:lnTo>
                  <a:pt x="443293" y="521208"/>
                </a:lnTo>
                <a:lnTo>
                  <a:pt x="414266" y="508063"/>
                </a:lnTo>
                <a:lnTo>
                  <a:pt x="373380" y="498348"/>
                </a:lnTo>
                <a:lnTo>
                  <a:pt x="373380" y="489204"/>
                </a:lnTo>
                <a:lnTo>
                  <a:pt x="448175" y="494133"/>
                </a:lnTo>
                <a:lnTo>
                  <a:pt x="463296" y="495300"/>
                </a:lnTo>
                <a:lnTo>
                  <a:pt x="520561" y="495300"/>
                </a:lnTo>
                <a:lnTo>
                  <a:pt x="519493" y="510420"/>
                </a:lnTo>
                <a:lnTo>
                  <a:pt x="509778" y="530542"/>
                </a:lnTo>
                <a:lnTo>
                  <a:pt x="492061" y="546377"/>
                </a:lnTo>
                <a:lnTo>
                  <a:pt x="466344" y="557784"/>
                </a:lnTo>
                <a:close/>
              </a:path>
            </a:pathLst>
          </a:custGeom>
          <a:solidFill>
            <a:srgbClr val="3333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6347459" y="1271016"/>
            <a:ext cx="554990" cy="554990"/>
          </a:xfrm>
          <a:custGeom>
            <a:avLst/>
            <a:gdLst/>
            <a:ahLst/>
            <a:cxnLst/>
            <a:rect l="l" t="t" r="r" b="b"/>
            <a:pathLst>
              <a:path w="554990" h="554989">
                <a:moveTo>
                  <a:pt x="323088" y="88392"/>
                </a:moveTo>
                <a:lnTo>
                  <a:pt x="298704" y="88392"/>
                </a:lnTo>
                <a:lnTo>
                  <a:pt x="296441" y="69556"/>
                </a:lnTo>
                <a:lnTo>
                  <a:pt x="289750" y="49720"/>
                </a:lnTo>
                <a:lnTo>
                  <a:pt x="278772" y="29027"/>
                </a:lnTo>
                <a:lnTo>
                  <a:pt x="263652" y="7620"/>
                </a:lnTo>
                <a:lnTo>
                  <a:pt x="268224" y="0"/>
                </a:lnTo>
                <a:lnTo>
                  <a:pt x="312610" y="22669"/>
                </a:lnTo>
                <a:lnTo>
                  <a:pt x="336804" y="53340"/>
                </a:lnTo>
                <a:lnTo>
                  <a:pt x="336804" y="57912"/>
                </a:lnTo>
                <a:lnTo>
                  <a:pt x="335946" y="65031"/>
                </a:lnTo>
                <a:lnTo>
                  <a:pt x="333375" y="72580"/>
                </a:lnTo>
                <a:lnTo>
                  <a:pt x="329088" y="80414"/>
                </a:lnTo>
                <a:lnTo>
                  <a:pt x="323088" y="88392"/>
                </a:lnTo>
                <a:close/>
              </a:path>
              <a:path w="554990" h="554989">
                <a:moveTo>
                  <a:pt x="541020" y="88392"/>
                </a:moveTo>
                <a:lnTo>
                  <a:pt x="463296" y="88392"/>
                </a:lnTo>
                <a:lnTo>
                  <a:pt x="502920" y="50292"/>
                </a:lnTo>
                <a:lnTo>
                  <a:pt x="541020" y="88392"/>
                </a:lnTo>
                <a:close/>
              </a:path>
              <a:path w="554990" h="554989">
                <a:moveTo>
                  <a:pt x="7620" y="554736"/>
                </a:moveTo>
                <a:lnTo>
                  <a:pt x="0" y="547116"/>
                </a:lnTo>
                <a:lnTo>
                  <a:pt x="22002" y="515373"/>
                </a:lnTo>
                <a:lnTo>
                  <a:pt x="40005" y="481774"/>
                </a:lnTo>
                <a:lnTo>
                  <a:pt x="54006" y="446174"/>
                </a:lnTo>
                <a:lnTo>
                  <a:pt x="64008" y="408432"/>
                </a:lnTo>
                <a:lnTo>
                  <a:pt x="71770" y="368427"/>
                </a:lnTo>
                <a:lnTo>
                  <a:pt x="76962" y="323850"/>
                </a:lnTo>
                <a:lnTo>
                  <a:pt x="79867" y="274701"/>
                </a:lnTo>
                <a:lnTo>
                  <a:pt x="80702" y="225100"/>
                </a:lnTo>
                <a:lnTo>
                  <a:pt x="80695" y="155448"/>
                </a:lnTo>
                <a:lnTo>
                  <a:pt x="80581" y="125920"/>
                </a:lnTo>
                <a:lnTo>
                  <a:pt x="80129" y="90892"/>
                </a:lnTo>
                <a:lnTo>
                  <a:pt x="79248" y="64008"/>
                </a:lnTo>
                <a:lnTo>
                  <a:pt x="124968" y="88392"/>
                </a:lnTo>
                <a:lnTo>
                  <a:pt x="541020" y="88392"/>
                </a:lnTo>
                <a:lnTo>
                  <a:pt x="554735" y="102108"/>
                </a:lnTo>
                <a:lnTo>
                  <a:pt x="117348" y="102108"/>
                </a:lnTo>
                <a:lnTo>
                  <a:pt x="117144" y="169235"/>
                </a:lnTo>
                <a:lnTo>
                  <a:pt x="116518" y="225100"/>
                </a:lnTo>
                <a:lnTo>
                  <a:pt x="115372" y="271966"/>
                </a:lnTo>
                <a:lnTo>
                  <a:pt x="111252" y="336804"/>
                </a:lnTo>
                <a:lnTo>
                  <a:pt x="100584" y="393573"/>
                </a:lnTo>
                <a:lnTo>
                  <a:pt x="80772" y="448056"/>
                </a:lnTo>
                <a:lnTo>
                  <a:pt x="51054" y="501967"/>
                </a:lnTo>
                <a:lnTo>
                  <a:pt x="31051" y="528423"/>
                </a:lnTo>
                <a:lnTo>
                  <a:pt x="7620" y="554736"/>
                </a:lnTo>
                <a:close/>
              </a:path>
              <a:path w="554990" h="554989">
                <a:moveTo>
                  <a:pt x="327660" y="341376"/>
                </a:moveTo>
                <a:lnTo>
                  <a:pt x="294131" y="341376"/>
                </a:lnTo>
                <a:lnTo>
                  <a:pt x="294116" y="190500"/>
                </a:lnTo>
                <a:lnTo>
                  <a:pt x="293990" y="168505"/>
                </a:lnTo>
                <a:lnTo>
                  <a:pt x="293751" y="152590"/>
                </a:lnTo>
                <a:lnTo>
                  <a:pt x="292846" y="131897"/>
                </a:lnTo>
                <a:lnTo>
                  <a:pt x="291084" y="112776"/>
                </a:lnTo>
                <a:lnTo>
                  <a:pt x="348996" y="138684"/>
                </a:lnTo>
                <a:lnTo>
                  <a:pt x="327660" y="155448"/>
                </a:lnTo>
                <a:lnTo>
                  <a:pt x="327660" y="222503"/>
                </a:lnTo>
                <a:lnTo>
                  <a:pt x="512064" y="222503"/>
                </a:lnTo>
                <a:lnTo>
                  <a:pt x="525780" y="236220"/>
                </a:lnTo>
                <a:lnTo>
                  <a:pt x="327660" y="236220"/>
                </a:lnTo>
                <a:lnTo>
                  <a:pt x="327660" y="341376"/>
                </a:lnTo>
                <a:close/>
              </a:path>
              <a:path w="554990" h="554989">
                <a:moveTo>
                  <a:pt x="512064" y="222503"/>
                </a:moveTo>
                <a:lnTo>
                  <a:pt x="449580" y="222503"/>
                </a:lnTo>
                <a:lnTo>
                  <a:pt x="480060" y="190500"/>
                </a:lnTo>
                <a:lnTo>
                  <a:pt x="512064" y="222503"/>
                </a:lnTo>
                <a:close/>
              </a:path>
              <a:path w="554990" h="554989">
                <a:moveTo>
                  <a:pt x="491351" y="341376"/>
                </a:moveTo>
                <a:lnTo>
                  <a:pt x="445008" y="341376"/>
                </a:lnTo>
                <a:lnTo>
                  <a:pt x="463296" y="318515"/>
                </a:lnTo>
                <a:lnTo>
                  <a:pt x="491351" y="341376"/>
                </a:lnTo>
                <a:close/>
              </a:path>
              <a:path w="554990" h="554989">
                <a:moveTo>
                  <a:pt x="169164" y="554736"/>
                </a:moveTo>
                <a:lnTo>
                  <a:pt x="171259" y="493204"/>
                </a:lnTo>
                <a:lnTo>
                  <a:pt x="172108" y="448056"/>
                </a:lnTo>
                <a:lnTo>
                  <a:pt x="172116" y="427624"/>
                </a:lnTo>
                <a:lnTo>
                  <a:pt x="171950" y="410479"/>
                </a:lnTo>
                <a:lnTo>
                  <a:pt x="171259" y="382143"/>
                </a:lnTo>
                <a:lnTo>
                  <a:pt x="170281" y="352044"/>
                </a:lnTo>
                <a:lnTo>
                  <a:pt x="169164" y="320040"/>
                </a:lnTo>
                <a:lnTo>
                  <a:pt x="210312" y="341376"/>
                </a:lnTo>
                <a:lnTo>
                  <a:pt x="491351" y="341376"/>
                </a:lnTo>
                <a:lnTo>
                  <a:pt x="504444" y="352044"/>
                </a:lnTo>
                <a:lnTo>
                  <a:pt x="499456" y="356616"/>
                </a:lnTo>
                <a:lnTo>
                  <a:pt x="205740" y="356616"/>
                </a:lnTo>
                <a:lnTo>
                  <a:pt x="205740" y="487680"/>
                </a:lnTo>
                <a:lnTo>
                  <a:pt x="486540" y="487680"/>
                </a:lnTo>
                <a:lnTo>
                  <a:pt x="486751" y="502920"/>
                </a:lnTo>
                <a:lnTo>
                  <a:pt x="205740" y="502920"/>
                </a:lnTo>
                <a:lnTo>
                  <a:pt x="205740" y="541020"/>
                </a:lnTo>
                <a:lnTo>
                  <a:pt x="169164" y="554736"/>
                </a:lnTo>
                <a:close/>
              </a:path>
              <a:path w="554990" h="554989">
                <a:moveTo>
                  <a:pt x="486540" y="487680"/>
                </a:moveTo>
                <a:lnTo>
                  <a:pt x="449580" y="487680"/>
                </a:lnTo>
                <a:lnTo>
                  <a:pt x="449580" y="356616"/>
                </a:lnTo>
                <a:lnTo>
                  <a:pt x="499456" y="356616"/>
                </a:lnTo>
                <a:lnTo>
                  <a:pt x="486156" y="368808"/>
                </a:lnTo>
                <a:lnTo>
                  <a:pt x="486253" y="448056"/>
                </a:lnTo>
                <a:lnTo>
                  <a:pt x="486369" y="475226"/>
                </a:lnTo>
                <a:lnTo>
                  <a:pt x="486540" y="487680"/>
                </a:lnTo>
                <a:close/>
              </a:path>
              <a:path w="554990" h="554989">
                <a:moveTo>
                  <a:pt x="449580" y="541020"/>
                </a:moveTo>
                <a:lnTo>
                  <a:pt x="449580" y="502920"/>
                </a:lnTo>
                <a:lnTo>
                  <a:pt x="486751" y="502920"/>
                </a:lnTo>
                <a:lnTo>
                  <a:pt x="486798" y="506396"/>
                </a:lnTo>
                <a:lnTo>
                  <a:pt x="487680" y="525780"/>
                </a:lnTo>
                <a:lnTo>
                  <a:pt x="449580" y="541020"/>
                </a:lnTo>
                <a:close/>
              </a:path>
            </a:pathLst>
          </a:custGeom>
          <a:solidFill>
            <a:srgbClr val="3333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6957059" y="1278636"/>
            <a:ext cx="567055" cy="542925"/>
          </a:xfrm>
          <a:custGeom>
            <a:avLst/>
            <a:gdLst/>
            <a:ahLst/>
            <a:cxnLst/>
            <a:rect l="l" t="t" r="r" b="b"/>
            <a:pathLst>
              <a:path w="567054" h="542925">
                <a:moveTo>
                  <a:pt x="364236" y="123444"/>
                </a:moveTo>
                <a:lnTo>
                  <a:pt x="332232" y="123444"/>
                </a:lnTo>
                <a:lnTo>
                  <a:pt x="332158" y="74676"/>
                </a:lnTo>
                <a:lnTo>
                  <a:pt x="332033" y="50363"/>
                </a:lnTo>
                <a:lnTo>
                  <a:pt x="331589" y="22502"/>
                </a:lnTo>
                <a:lnTo>
                  <a:pt x="330708" y="0"/>
                </a:lnTo>
                <a:lnTo>
                  <a:pt x="385572" y="22860"/>
                </a:lnTo>
                <a:lnTo>
                  <a:pt x="364236" y="42672"/>
                </a:lnTo>
                <a:lnTo>
                  <a:pt x="364236" y="123444"/>
                </a:lnTo>
                <a:close/>
              </a:path>
              <a:path w="567054" h="542925">
                <a:moveTo>
                  <a:pt x="115824" y="140208"/>
                </a:moveTo>
                <a:lnTo>
                  <a:pt x="109728" y="140208"/>
                </a:lnTo>
                <a:lnTo>
                  <a:pt x="106680" y="132588"/>
                </a:lnTo>
                <a:lnTo>
                  <a:pt x="103632" y="117348"/>
                </a:lnTo>
                <a:lnTo>
                  <a:pt x="98131" y="100179"/>
                </a:lnTo>
                <a:lnTo>
                  <a:pt x="90487" y="80581"/>
                </a:lnTo>
                <a:lnTo>
                  <a:pt x="80271" y="58412"/>
                </a:lnTo>
                <a:lnTo>
                  <a:pt x="67056" y="33528"/>
                </a:lnTo>
                <a:lnTo>
                  <a:pt x="74676" y="30480"/>
                </a:lnTo>
                <a:lnTo>
                  <a:pt x="106299" y="54292"/>
                </a:lnTo>
                <a:lnTo>
                  <a:pt x="133111" y="83581"/>
                </a:lnTo>
                <a:lnTo>
                  <a:pt x="138922" y="100822"/>
                </a:lnTo>
                <a:lnTo>
                  <a:pt x="138684" y="109728"/>
                </a:lnTo>
                <a:lnTo>
                  <a:pt x="136993" y="117157"/>
                </a:lnTo>
                <a:lnTo>
                  <a:pt x="134302" y="123444"/>
                </a:lnTo>
                <a:lnTo>
                  <a:pt x="130754" y="128587"/>
                </a:lnTo>
                <a:lnTo>
                  <a:pt x="126492" y="132588"/>
                </a:lnTo>
                <a:lnTo>
                  <a:pt x="120396" y="138684"/>
                </a:lnTo>
                <a:lnTo>
                  <a:pt x="115824" y="140208"/>
                </a:lnTo>
                <a:close/>
              </a:path>
              <a:path w="567054" h="542925">
                <a:moveTo>
                  <a:pt x="193548" y="216407"/>
                </a:moveTo>
                <a:lnTo>
                  <a:pt x="185928" y="211836"/>
                </a:lnTo>
                <a:lnTo>
                  <a:pt x="200787" y="185808"/>
                </a:lnTo>
                <a:lnTo>
                  <a:pt x="213360" y="160210"/>
                </a:lnTo>
                <a:lnTo>
                  <a:pt x="231648" y="109728"/>
                </a:lnTo>
                <a:lnTo>
                  <a:pt x="241554" y="66484"/>
                </a:lnTo>
                <a:lnTo>
                  <a:pt x="246888" y="38100"/>
                </a:lnTo>
                <a:lnTo>
                  <a:pt x="294132" y="67056"/>
                </a:lnTo>
                <a:lnTo>
                  <a:pt x="275844" y="76200"/>
                </a:lnTo>
                <a:lnTo>
                  <a:pt x="270343" y="87868"/>
                </a:lnTo>
                <a:lnTo>
                  <a:pt x="264985" y="99822"/>
                </a:lnTo>
                <a:lnTo>
                  <a:pt x="259341" y="111775"/>
                </a:lnTo>
                <a:lnTo>
                  <a:pt x="252984" y="123444"/>
                </a:lnTo>
                <a:lnTo>
                  <a:pt x="486156" y="123444"/>
                </a:lnTo>
                <a:lnTo>
                  <a:pt x="499872" y="138684"/>
                </a:lnTo>
                <a:lnTo>
                  <a:pt x="248412" y="138684"/>
                </a:lnTo>
                <a:lnTo>
                  <a:pt x="237267" y="159186"/>
                </a:lnTo>
                <a:lnTo>
                  <a:pt x="224409" y="179260"/>
                </a:lnTo>
                <a:lnTo>
                  <a:pt x="209835" y="198477"/>
                </a:lnTo>
                <a:lnTo>
                  <a:pt x="193548" y="216407"/>
                </a:lnTo>
                <a:close/>
              </a:path>
              <a:path w="567054" h="542925">
                <a:moveTo>
                  <a:pt x="486156" y="123444"/>
                </a:moveTo>
                <a:lnTo>
                  <a:pt x="428244" y="123444"/>
                </a:lnTo>
                <a:lnTo>
                  <a:pt x="458724" y="92964"/>
                </a:lnTo>
                <a:lnTo>
                  <a:pt x="486156" y="123444"/>
                </a:lnTo>
                <a:close/>
              </a:path>
              <a:path w="567054" h="542925">
                <a:moveTo>
                  <a:pt x="364236" y="236219"/>
                </a:moveTo>
                <a:lnTo>
                  <a:pt x="332232" y="236219"/>
                </a:lnTo>
                <a:lnTo>
                  <a:pt x="332232" y="138684"/>
                </a:lnTo>
                <a:lnTo>
                  <a:pt x="364236" y="138684"/>
                </a:lnTo>
                <a:lnTo>
                  <a:pt x="364236" y="236219"/>
                </a:lnTo>
                <a:close/>
              </a:path>
              <a:path w="567054" h="542925">
                <a:moveTo>
                  <a:pt x="25907" y="240792"/>
                </a:moveTo>
                <a:lnTo>
                  <a:pt x="4571" y="219456"/>
                </a:lnTo>
                <a:lnTo>
                  <a:pt x="96012" y="219456"/>
                </a:lnTo>
                <a:lnTo>
                  <a:pt x="112776" y="195072"/>
                </a:lnTo>
                <a:lnTo>
                  <a:pt x="150876" y="224028"/>
                </a:lnTo>
                <a:lnTo>
                  <a:pt x="139238" y="233172"/>
                </a:lnTo>
                <a:lnTo>
                  <a:pt x="67056" y="233172"/>
                </a:lnTo>
                <a:lnTo>
                  <a:pt x="59340" y="233719"/>
                </a:lnTo>
                <a:lnTo>
                  <a:pt x="49910" y="235267"/>
                </a:lnTo>
                <a:lnTo>
                  <a:pt x="38766" y="237672"/>
                </a:lnTo>
                <a:lnTo>
                  <a:pt x="25907" y="240792"/>
                </a:lnTo>
                <a:close/>
              </a:path>
              <a:path w="567054" h="542925">
                <a:moveTo>
                  <a:pt x="184404" y="257556"/>
                </a:moveTo>
                <a:lnTo>
                  <a:pt x="163068" y="236219"/>
                </a:lnTo>
                <a:lnTo>
                  <a:pt x="464820" y="236219"/>
                </a:lnTo>
                <a:lnTo>
                  <a:pt x="495300" y="205740"/>
                </a:lnTo>
                <a:lnTo>
                  <a:pt x="537972" y="249936"/>
                </a:lnTo>
                <a:lnTo>
                  <a:pt x="230124" y="249936"/>
                </a:lnTo>
                <a:lnTo>
                  <a:pt x="219765" y="250483"/>
                </a:lnTo>
                <a:lnTo>
                  <a:pt x="208978" y="252031"/>
                </a:lnTo>
                <a:lnTo>
                  <a:pt x="197334" y="254436"/>
                </a:lnTo>
                <a:lnTo>
                  <a:pt x="184404" y="257556"/>
                </a:lnTo>
                <a:close/>
              </a:path>
              <a:path w="567054" h="542925">
                <a:moveTo>
                  <a:pt x="36576" y="518160"/>
                </a:moveTo>
                <a:lnTo>
                  <a:pt x="0" y="487680"/>
                </a:lnTo>
                <a:lnTo>
                  <a:pt x="22312" y="469344"/>
                </a:lnTo>
                <a:lnTo>
                  <a:pt x="45910" y="453009"/>
                </a:lnTo>
                <a:lnTo>
                  <a:pt x="70937" y="438388"/>
                </a:lnTo>
                <a:lnTo>
                  <a:pt x="97536" y="425196"/>
                </a:lnTo>
                <a:lnTo>
                  <a:pt x="97536" y="233172"/>
                </a:lnTo>
                <a:lnTo>
                  <a:pt x="139238" y="233172"/>
                </a:lnTo>
                <a:lnTo>
                  <a:pt x="129540" y="240792"/>
                </a:lnTo>
                <a:lnTo>
                  <a:pt x="129603" y="429841"/>
                </a:lnTo>
                <a:lnTo>
                  <a:pt x="140970" y="442960"/>
                </a:lnTo>
                <a:lnTo>
                  <a:pt x="142929" y="444722"/>
                </a:lnTo>
                <a:lnTo>
                  <a:pt x="107465" y="444722"/>
                </a:lnTo>
                <a:lnTo>
                  <a:pt x="74676" y="467868"/>
                </a:lnTo>
                <a:lnTo>
                  <a:pt x="42314" y="507301"/>
                </a:lnTo>
                <a:lnTo>
                  <a:pt x="36576" y="518160"/>
                </a:lnTo>
                <a:close/>
              </a:path>
              <a:path w="567054" h="542925">
                <a:moveTo>
                  <a:pt x="175260" y="466344"/>
                </a:moveTo>
                <a:lnTo>
                  <a:pt x="170688" y="458724"/>
                </a:lnTo>
                <a:lnTo>
                  <a:pt x="208739" y="429841"/>
                </a:lnTo>
                <a:lnTo>
                  <a:pt x="238816" y="394447"/>
                </a:lnTo>
                <a:lnTo>
                  <a:pt x="260994" y="352617"/>
                </a:lnTo>
                <a:lnTo>
                  <a:pt x="275344" y="304422"/>
                </a:lnTo>
                <a:lnTo>
                  <a:pt x="281940" y="249936"/>
                </a:lnTo>
                <a:lnTo>
                  <a:pt x="315468" y="249936"/>
                </a:lnTo>
                <a:lnTo>
                  <a:pt x="309633" y="301632"/>
                </a:lnTo>
                <a:lnTo>
                  <a:pt x="296728" y="347020"/>
                </a:lnTo>
                <a:lnTo>
                  <a:pt x="276796" y="386143"/>
                </a:lnTo>
                <a:lnTo>
                  <a:pt x="249879" y="419043"/>
                </a:lnTo>
                <a:lnTo>
                  <a:pt x="216019" y="445762"/>
                </a:lnTo>
                <a:lnTo>
                  <a:pt x="175260" y="466344"/>
                </a:lnTo>
                <a:close/>
              </a:path>
              <a:path w="567054" h="542925">
                <a:moveTo>
                  <a:pt x="490728" y="455676"/>
                </a:moveTo>
                <a:lnTo>
                  <a:pt x="416052" y="455676"/>
                </a:lnTo>
                <a:lnTo>
                  <a:pt x="396311" y="451985"/>
                </a:lnTo>
                <a:lnTo>
                  <a:pt x="382714" y="443293"/>
                </a:lnTo>
                <a:lnTo>
                  <a:pt x="375131" y="429768"/>
                </a:lnTo>
                <a:lnTo>
                  <a:pt x="373380" y="411480"/>
                </a:lnTo>
                <a:lnTo>
                  <a:pt x="373380" y="249936"/>
                </a:lnTo>
                <a:lnTo>
                  <a:pt x="403860" y="249936"/>
                </a:lnTo>
                <a:lnTo>
                  <a:pt x="403881" y="399549"/>
                </a:lnTo>
                <a:lnTo>
                  <a:pt x="405003" y="413265"/>
                </a:lnTo>
                <a:lnTo>
                  <a:pt x="410718" y="423100"/>
                </a:lnTo>
                <a:lnTo>
                  <a:pt x="421005" y="428648"/>
                </a:lnTo>
                <a:lnTo>
                  <a:pt x="435864" y="429768"/>
                </a:lnTo>
                <a:lnTo>
                  <a:pt x="545983" y="429768"/>
                </a:lnTo>
                <a:lnTo>
                  <a:pt x="540019" y="440031"/>
                </a:lnTo>
                <a:lnTo>
                  <a:pt x="527685" y="450151"/>
                </a:lnTo>
                <a:lnTo>
                  <a:pt x="511349" y="455414"/>
                </a:lnTo>
                <a:lnTo>
                  <a:pt x="490728" y="455676"/>
                </a:lnTo>
                <a:close/>
              </a:path>
              <a:path w="567054" h="542925">
                <a:moveTo>
                  <a:pt x="545983" y="429768"/>
                </a:moveTo>
                <a:lnTo>
                  <a:pt x="473964" y="429768"/>
                </a:lnTo>
                <a:lnTo>
                  <a:pt x="483369" y="429482"/>
                </a:lnTo>
                <a:lnTo>
                  <a:pt x="490918" y="426339"/>
                </a:lnTo>
                <a:lnTo>
                  <a:pt x="504444" y="382333"/>
                </a:lnTo>
                <a:lnTo>
                  <a:pt x="509016" y="333756"/>
                </a:lnTo>
                <a:lnTo>
                  <a:pt x="519684" y="333756"/>
                </a:lnTo>
                <a:lnTo>
                  <a:pt x="521612" y="386691"/>
                </a:lnTo>
                <a:lnTo>
                  <a:pt x="538591" y="421790"/>
                </a:lnTo>
                <a:lnTo>
                  <a:pt x="548640" y="425196"/>
                </a:lnTo>
                <a:lnTo>
                  <a:pt x="545983" y="429768"/>
                </a:lnTo>
                <a:close/>
              </a:path>
              <a:path w="567054" h="542925">
                <a:moveTo>
                  <a:pt x="516636" y="542544"/>
                </a:moveTo>
                <a:lnTo>
                  <a:pt x="336804" y="537972"/>
                </a:lnTo>
                <a:lnTo>
                  <a:pt x="274320" y="532257"/>
                </a:lnTo>
                <a:lnTo>
                  <a:pt x="225552" y="519684"/>
                </a:lnTo>
                <a:lnTo>
                  <a:pt x="185737" y="501015"/>
                </a:lnTo>
                <a:lnTo>
                  <a:pt x="153924" y="475487"/>
                </a:lnTo>
                <a:lnTo>
                  <a:pt x="140231" y="464081"/>
                </a:lnTo>
                <a:lnTo>
                  <a:pt x="128968" y="455104"/>
                </a:lnTo>
                <a:lnTo>
                  <a:pt x="120276" y="448698"/>
                </a:lnTo>
                <a:lnTo>
                  <a:pt x="114300" y="445008"/>
                </a:lnTo>
                <a:lnTo>
                  <a:pt x="107465" y="444722"/>
                </a:lnTo>
                <a:lnTo>
                  <a:pt x="142929" y="444722"/>
                </a:lnTo>
                <a:lnTo>
                  <a:pt x="188976" y="478536"/>
                </a:lnTo>
                <a:lnTo>
                  <a:pt x="244030" y="494728"/>
                </a:lnTo>
                <a:lnTo>
                  <a:pt x="283916" y="499752"/>
                </a:lnTo>
                <a:lnTo>
                  <a:pt x="332232" y="502920"/>
                </a:lnTo>
                <a:lnTo>
                  <a:pt x="375367" y="503858"/>
                </a:lnTo>
                <a:lnTo>
                  <a:pt x="560444" y="503858"/>
                </a:lnTo>
                <a:lnTo>
                  <a:pt x="544925" y="509754"/>
                </a:lnTo>
                <a:lnTo>
                  <a:pt x="529209" y="519112"/>
                </a:lnTo>
                <a:lnTo>
                  <a:pt x="519779" y="529899"/>
                </a:lnTo>
                <a:lnTo>
                  <a:pt x="516636" y="542544"/>
                </a:lnTo>
                <a:close/>
              </a:path>
              <a:path w="567054" h="542925">
                <a:moveTo>
                  <a:pt x="560444" y="503858"/>
                </a:moveTo>
                <a:lnTo>
                  <a:pt x="375367" y="503858"/>
                </a:lnTo>
                <a:lnTo>
                  <a:pt x="420550" y="503115"/>
                </a:lnTo>
                <a:lnTo>
                  <a:pt x="467636" y="500835"/>
                </a:lnTo>
                <a:lnTo>
                  <a:pt x="516477" y="497165"/>
                </a:lnTo>
                <a:lnTo>
                  <a:pt x="566927" y="492252"/>
                </a:lnTo>
                <a:lnTo>
                  <a:pt x="566927" y="501396"/>
                </a:lnTo>
                <a:lnTo>
                  <a:pt x="560444" y="503858"/>
                </a:lnTo>
                <a:close/>
              </a:path>
            </a:pathLst>
          </a:custGeom>
          <a:solidFill>
            <a:srgbClr val="3333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" name="object 15"/>
          <p:cNvSpPr/>
          <p:nvPr/>
        </p:nvSpPr>
        <p:spPr>
          <a:xfrm>
            <a:off x="7574280" y="1278636"/>
            <a:ext cx="558165" cy="528955"/>
          </a:xfrm>
          <a:custGeom>
            <a:avLst/>
            <a:gdLst/>
            <a:ahLst/>
            <a:cxnLst/>
            <a:rect l="l" t="t" r="r" b="b"/>
            <a:pathLst>
              <a:path w="558165" h="528955">
                <a:moveTo>
                  <a:pt x="126491" y="188976"/>
                </a:moveTo>
                <a:lnTo>
                  <a:pt x="91439" y="188976"/>
                </a:lnTo>
                <a:lnTo>
                  <a:pt x="91439" y="76200"/>
                </a:lnTo>
                <a:lnTo>
                  <a:pt x="91178" y="57650"/>
                </a:lnTo>
                <a:lnTo>
                  <a:pt x="90487" y="38671"/>
                </a:lnTo>
                <a:lnTo>
                  <a:pt x="89511" y="19407"/>
                </a:lnTo>
                <a:lnTo>
                  <a:pt x="88391" y="0"/>
                </a:lnTo>
                <a:lnTo>
                  <a:pt x="147827" y="25908"/>
                </a:lnTo>
                <a:lnTo>
                  <a:pt x="126491" y="42672"/>
                </a:lnTo>
                <a:lnTo>
                  <a:pt x="126491" y="188976"/>
                </a:lnTo>
                <a:close/>
              </a:path>
              <a:path w="558165" h="528955">
                <a:moveTo>
                  <a:pt x="394715" y="505968"/>
                </a:moveTo>
                <a:lnTo>
                  <a:pt x="361187" y="505968"/>
                </a:lnTo>
                <a:lnTo>
                  <a:pt x="361187" y="97536"/>
                </a:lnTo>
                <a:lnTo>
                  <a:pt x="360926" y="78676"/>
                </a:lnTo>
                <a:lnTo>
                  <a:pt x="360235" y="56388"/>
                </a:lnTo>
                <a:lnTo>
                  <a:pt x="358139" y="1524"/>
                </a:lnTo>
                <a:lnTo>
                  <a:pt x="416051" y="27432"/>
                </a:lnTo>
                <a:lnTo>
                  <a:pt x="394715" y="47244"/>
                </a:lnTo>
                <a:lnTo>
                  <a:pt x="394715" y="228600"/>
                </a:lnTo>
                <a:lnTo>
                  <a:pt x="532383" y="228600"/>
                </a:lnTo>
                <a:lnTo>
                  <a:pt x="547115" y="243840"/>
                </a:lnTo>
                <a:lnTo>
                  <a:pt x="394715" y="243840"/>
                </a:lnTo>
                <a:lnTo>
                  <a:pt x="394715" y="505968"/>
                </a:lnTo>
                <a:close/>
              </a:path>
              <a:path w="558165" h="528955">
                <a:moveTo>
                  <a:pt x="284987" y="505968"/>
                </a:moveTo>
                <a:lnTo>
                  <a:pt x="251459" y="505968"/>
                </a:lnTo>
                <a:lnTo>
                  <a:pt x="251379" y="210312"/>
                </a:lnTo>
                <a:lnTo>
                  <a:pt x="251198" y="199977"/>
                </a:lnTo>
                <a:lnTo>
                  <a:pt x="250507" y="184785"/>
                </a:lnTo>
                <a:lnTo>
                  <a:pt x="249531" y="169021"/>
                </a:lnTo>
                <a:lnTo>
                  <a:pt x="248411" y="152400"/>
                </a:lnTo>
                <a:lnTo>
                  <a:pt x="306323" y="182880"/>
                </a:lnTo>
                <a:lnTo>
                  <a:pt x="284987" y="199644"/>
                </a:lnTo>
                <a:lnTo>
                  <a:pt x="284987" y="505968"/>
                </a:lnTo>
                <a:close/>
              </a:path>
              <a:path w="558165" h="528955">
                <a:moveTo>
                  <a:pt x="21335" y="210312"/>
                </a:moveTo>
                <a:lnTo>
                  <a:pt x="0" y="188976"/>
                </a:lnTo>
                <a:lnTo>
                  <a:pt x="163067" y="188976"/>
                </a:lnTo>
                <a:lnTo>
                  <a:pt x="188975" y="161544"/>
                </a:lnTo>
                <a:lnTo>
                  <a:pt x="230123" y="202692"/>
                </a:lnTo>
                <a:lnTo>
                  <a:pt x="79247" y="202692"/>
                </a:lnTo>
                <a:lnTo>
                  <a:pt x="63769" y="203239"/>
                </a:lnTo>
                <a:lnTo>
                  <a:pt x="49148" y="204787"/>
                </a:lnTo>
                <a:lnTo>
                  <a:pt x="35099" y="207192"/>
                </a:lnTo>
                <a:lnTo>
                  <a:pt x="21335" y="210312"/>
                </a:lnTo>
                <a:close/>
              </a:path>
              <a:path w="558165" h="528955">
                <a:moveTo>
                  <a:pt x="532383" y="228600"/>
                </a:moveTo>
                <a:lnTo>
                  <a:pt x="470915" y="228600"/>
                </a:lnTo>
                <a:lnTo>
                  <a:pt x="502919" y="198120"/>
                </a:lnTo>
                <a:lnTo>
                  <a:pt x="532383" y="228600"/>
                </a:lnTo>
                <a:close/>
              </a:path>
              <a:path w="558165" h="528955">
                <a:moveTo>
                  <a:pt x="28955" y="495299"/>
                </a:moveTo>
                <a:lnTo>
                  <a:pt x="0" y="446532"/>
                </a:lnTo>
                <a:lnTo>
                  <a:pt x="24574" y="441650"/>
                </a:lnTo>
                <a:lnTo>
                  <a:pt x="48005" y="436054"/>
                </a:lnTo>
                <a:lnTo>
                  <a:pt x="70294" y="429601"/>
                </a:lnTo>
                <a:lnTo>
                  <a:pt x="91439" y="422148"/>
                </a:lnTo>
                <a:lnTo>
                  <a:pt x="91439" y="202692"/>
                </a:lnTo>
                <a:lnTo>
                  <a:pt x="126491" y="202692"/>
                </a:lnTo>
                <a:lnTo>
                  <a:pt x="126491" y="411480"/>
                </a:lnTo>
                <a:lnTo>
                  <a:pt x="171650" y="411480"/>
                </a:lnTo>
                <a:lnTo>
                  <a:pt x="144899" y="423933"/>
                </a:lnTo>
                <a:lnTo>
                  <a:pt x="85915" y="454342"/>
                </a:lnTo>
                <a:lnTo>
                  <a:pt x="47220" y="478178"/>
                </a:lnTo>
                <a:lnTo>
                  <a:pt x="28955" y="495299"/>
                </a:lnTo>
                <a:close/>
              </a:path>
              <a:path w="558165" h="528955">
                <a:moveTo>
                  <a:pt x="171650" y="411480"/>
                </a:moveTo>
                <a:lnTo>
                  <a:pt x="126491" y="411480"/>
                </a:lnTo>
                <a:lnTo>
                  <a:pt x="222503" y="377952"/>
                </a:lnTo>
                <a:lnTo>
                  <a:pt x="224027" y="387096"/>
                </a:lnTo>
                <a:lnTo>
                  <a:pt x="171650" y="411480"/>
                </a:lnTo>
                <a:close/>
              </a:path>
              <a:path w="558165" h="528955">
                <a:moveTo>
                  <a:pt x="167639" y="528828"/>
                </a:moveTo>
                <a:lnTo>
                  <a:pt x="146303" y="505968"/>
                </a:lnTo>
                <a:lnTo>
                  <a:pt x="470915" y="505968"/>
                </a:lnTo>
                <a:lnTo>
                  <a:pt x="507491" y="470916"/>
                </a:lnTo>
                <a:lnTo>
                  <a:pt x="557783" y="521208"/>
                </a:lnTo>
                <a:lnTo>
                  <a:pt x="224027" y="521208"/>
                </a:lnTo>
                <a:lnTo>
                  <a:pt x="209216" y="521541"/>
                </a:lnTo>
                <a:lnTo>
                  <a:pt x="194690" y="522732"/>
                </a:lnTo>
                <a:lnTo>
                  <a:pt x="180736" y="525065"/>
                </a:lnTo>
                <a:lnTo>
                  <a:pt x="167639" y="528828"/>
                </a:lnTo>
                <a:close/>
              </a:path>
            </a:pathLst>
          </a:custGeom>
          <a:solidFill>
            <a:srgbClr val="3333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" name="object 16"/>
          <p:cNvSpPr/>
          <p:nvPr/>
        </p:nvSpPr>
        <p:spPr>
          <a:xfrm>
            <a:off x="8253983" y="1280160"/>
            <a:ext cx="447040" cy="548640"/>
          </a:xfrm>
          <a:custGeom>
            <a:avLst/>
            <a:gdLst/>
            <a:ahLst/>
            <a:cxnLst/>
            <a:rect l="l" t="t" r="r" b="b"/>
            <a:pathLst>
              <a:path w="447040" h="548639">
                <a:moveTo>
                  <a:pt x="103632" y="117348"/>
                </a:moveTo>
                <a:lnTo>
                  <a:pt x="92964" y="117348"/>
                </a:lnTo>
                <a:lnTo>
                  <a:pt x="88392" y="109728"/>
                </a:lnTo>
                <a:lnTo>
                  <a:pt x="85344" y="96012"/>
                </a:lnTo>
                <a:lnTo>
                  <a:pt x="77962" y="76581"/>
                </a:lnTo>
                <a:lnTo>
                  <a:pt x="67437" y="54864"/>
                </a:lnTo>
                <a:lnTo>
                  <a:pt x="54054" y="30861"/>
                </a:lnTo>
                <a:lnTo>
                  <a:pt x="38100" y="4572"/>
                </a:lnTo>
                <a:lnTo>
                  <a:pt x="44196" y="0"/>
                </a:lnTo>
                <a:lnTo>
                  <a:pt x="84201" y="24384"/>
                </a:lnTo>
                <a:lnTo>
                  <a:pt x="115085" y="53030"/>
                </a:lnTo>
                <a:lnTo>
                  <a:pt x="123444" y="74676"/>
                </a:lnTo>
                <a:lnTo>
                  <a:pt x="122866" y="80700"/>
                </a:lnTo>
                <a:lnTo>
                  <a:pt x="121158" y="87249"/>
                </a:lnTo>
                <a:lnTo>
                  <a:pt x="118300" y="94392"/>
                </a:lnTo>
                <a:lnTo>
                  <a:pt x="114300" y="102108"/>
                </a:lnTo>
                <a:lnTo>
                  <a:pt x="108204" y="112776"/>
                </a:lnTo>
                <a:lnTo>
                  <a:pt x="103632" y="117348"/>
                </a:lnTo>
                <a:close/>
              </a:path>
              <a:path w="447040" h="548639">
                <a:moveTo>
                  <a:pt x="199643" y="83820"/>
                </a:moveTo>
                <a:lnTo>
                  <a:pt x="178307" y="62484"/>
                </a:lnTo>
                <a:lnTo>
                  <a:pt x="387096" y="62484"/>
                </a:lnTo>
                <a:lnTo>
                  <a:pt x="405384" y="33528"/>
                </a:lnTo>
                <a:lnTo>
                  <a:pt x="446532" y="67056"/>
                </a:lnTo>
                <a:lnTo>
                  <a:pt x="436684" y="76200"/>
                </a:lnTo>
                <a:lnTo>
                  <a:pt x="257556" y="76200"/>
                </a:lnTo>
                <a:lnTo>
                  <a:pt x="242720" y="76747"/>
                </a:lnTo>
                <a:lnTo>
                  <a:pt x="228028" y="78295"/>
                </a:lnTo>
                <a:lnTo>
                  <a:pt x="213621" y="80700"/>
                </a:lnTo>
                <a:lnTo>
                  <a:pt x="199643" y="83820"/>
                </a:lnTo>
                <a:close/>
              </a:path>
              <a:path w="447040" h="548639">
                <a:moveTo>
                  <a:pt x="423940" y="486156"/>
                </a:moveTo>
                <a:lnTo>
                  <a:pt x="362712" y="486156"/>
                </a:lnTo>
                <a:lnTo>
                  <a:pt x="374475" y="485846"/>
                </a:lnTo>
                <a:lnTo>
                  <a:pt x="382524" y="482536"/>
                </a:lnTo>
                <a:lnTo>
                  <a:pt x="387143" y="476083"/>
                </a:lnTo>
                <a:lnTo>
                  <a:pt x="388620" y="466344"/>
                </a:lnTo>
                <a:lnTo>
                  <a:pt x="388620" y="76200"/>
                </a:lnTo>
                <a:lnTo>
                  <a:pt x="436684" y="76200"/>
                </a:lnTo>
                <a:lnTo>
                  <a:pt x="425196" y="86868"/>
                </a:lnTo>
                <a:lnTo>
                  <a:pt x="425196" y="473964"/>
                </a:lnTo>
                <a:lnTo>
                  <a:pt x="423940" y="486156"/>
                </a:lnTo>
                <a:close/>
              </a:path>
              <a:path w="447040" h="548639">
                <a:moveTo>
                  <a:pt x="0" y="548640"/>
                </a:moveTo>
                <a:lnTo>
                  <a:pt x="192" y="501705"/>
                </a:lnTo>
                <a:lnTo>
                  <a:pt x="536" y="459955"/>
                </a:lnTo>
                <a:lnTo>
                  <a:pt x="955" y="414528"/>
                </a:lnTo>
                <a:lnTo>
                  <a:pt x="1320" y="365379"/>
                </a:lnTo>
                <a:lnTo>
                  <a:pt x="1418" y="212074"/>
                </a:lnTo>
                <a:lnTo>
                  <a:pt x="1310" y="181356"/>
                </a:lnTo>
                <a:lnTo>
                  <a:pt x="881" y="138493"/>
                </a:lnTo>
                <a:lnTo>
                  <a:pt x="0" y="103632"/>
                </a:lnTo>
                <a:lnTo>
                  <a:pt x="59436" y="137160"/>
                </a:lnTo>
                <a:lnTo>
                  <a:pt x="38100" y="150876"/>
                </a:lnTo>
                <a:lnTo>
                  <a:pt x="38100" y="531876"/>
                </a:lnTo>
                <a:lnTo>
                  <a:pt x="0" y="548640"/>
                </a:lnTo>
                <a:close/>
              </a:path>
              <a:path w="447040" h="548639">
                <a:moveTo>
                  <a:pt x="330226" y="208788"/>
                </a:moveTo>
                <a:lnTo>
                  <a:pt x="277368" y="208788"/>
                </a:lnTo>
                <a:lnTo>
                  <a:pt x="294131" y="181356"/>
                </a:lnTo>
                <a:lnTo>
                  <a:pt x="330226" y="208788"/>
                </a:lnTo>
                <a:close/>
              </a:path>
              <a:path w="447040" h="548639">
                <a:moveTo>
                  <a:pt x="111252" y="423671"/>
                </a:moveTo>
                <a:lnTo>
                  <a:pt x="112371" y="389096"/>
                </a:lnTo>
                <a:lnTo>
                  <a:pt x="113347" y="356235"/>
                </a:lnTo>
                <a:lnTo>
                  <a:pt x="114038" y="325088"/>
                </a:lnTo>
                <a:lnTo>
                  <a:pt x="114300" y="295656"/>
                </a:lnTo>
                <a:lnTo>
                  <a:pt x="114038" y="267985"/>
                </a:lnTo>
                <a:lnTo>
                  <a:pt x="113314" y="239077"/>
                </a:lnTo>
                <a:lnTo>
                  <a:pt x="112238" y="208788"/>
                </a:lnTo>
                <a:lnTo>
                  <a:pt x="111252" y="184404"/>
                </a:lnTo>
                <a:lnTo>
                  <a:pt x="147828" y="208788"/>
                </a:lnTo>
                <a:lnTo>
                  <a:pt x="330226" y="208788"/>
                </a:lnTo>
                <a:lnTo>
                  <a:pt x="332232" y="210312"/>
                </a:lnTo>
                <a:lnTo>
                  <a:pt x="317823" y="222504"/>
                </a:lnTo>
                <a:lnTo>
                  <a:pt x="147828" y="222504"/>
                </a:lnTo>
                <a:lnTo>
                  <a:pt x="147828" y="364236"/>
                </a:lnTo>
                <a:lnTo>
                  <a:pt x="313318" y="364236"/>
                </a:lnTo>
                <a:lnTo>
                  <a:pt x="313372" y="365379"/>
                </a:lnTo>
                <a:lnTo>
                  <a:pt x="314128" y="377952"/>
                </a:lnTo>
                <a:lnTo>
                  <a:pt x="147828" y="377952"/>
                </a:lnTo>
                <a:lnTo>
                  <a:pt x="147828" y="409956"/>
                </a:lnTo>
                <a:lnTo>
                  <a:pt x="111252" y="423671"/>
                </a:lnTo>
                <a:close/>
              </a:path>
              <a:path w="447040" h="548639">
                <a:moveTo>
                  <a:pt x="313318" y="364236"/>
                </a:moveTo>
                <a:lnTo>
                  <a:pt x="278892" y="364236"/>
                </a:lnTo>
                <a:lnTo>
                  <a:pt x="278892" y="222504"/>
                </a:lnTo>
                <a:lnTo>
                  <a:pt x="317823" y="222504"/>
                </a:lnTo>
                <a:lnTo>
                  <a:pt x="312419" y="227076"/>
                </a:lnTo>
                <a:lnTo>
                  <a:pt x="312419" y="338328"/>
                </a:lnTo>
                <a:lnTo>
                  <a:pt x="312681" y="350853"/>
                </a:lnTo>
                <a:lnTo>
                  <a:pt x="313318" y="364236"/>
                </a:lnTo>
                <a:close/>
              </a:path>
              <a:path w="447040" h="548639">
                <a:moveTo>
                  <a:pt x="278892" y="414528"/>
                </a:moveTo>
                <a:lnTo>
                  <a:pt x="278892" y="377952"/>
                </a:lnTo>
                <a:lnTo>
                  <a:pt x="314128" y="377952"/>
                </a:lnTo>
                <a:lnTo>
                  <a:pt x="315467" y="399288"/>
                </a:lnTo>
                <a:lnTo>
                  <a:pt x="278892" y="414528"/>
                </a:lnTo>
                <a:close/>
              </a:path>
              <a:path w="447040" h="548639">
                <a:moveTo>
                  <a:pt x="365760" y="548640"/>
                </a:moveTo>
                <a:lnTo>
                  <a:pt x="360616" y="528613"/>
                </a:lnTo>
                <a:lnTo>
                  <a:pt x="345186" y="511873"/>
                </a:lnTo>
                <a:lnTo>
                  <a:pt x="319468" y="498276"/>
                </a:lnTo>
                <a:lnTo>
                  <a:pt x="283464" y="487680"/>
                </a:lnTo>
                <a:lnTo>
                  <a:pt x="283464" y="478536"/>
                </a:lnTo>
                <a:lnTo>
                  <a:pt x="362712" y="486156"/>
                </a:lnTo>
                <a:lnTo>
                  <a:pt x="423940" y="486156"/>
                </a:lnTo>
                <a:lnTo>
                  <a:pt x="422338" y="501705"/>
                </a:lnTo>
                <a:lnTo>
                  <a:pt x="411480" y="523303"/>
                </a:lnTo>
                <a:lnTo>
                  <a:pt x="392620" y="538900"/>
                </a:lnTo>
                <a:lnTo>
                  <a:pt x="365760" y="548640"/>
                </a:lnTo>
                <a:close/>
              </a:path>
            </a:pathLst>
          </a:custGeom>
          <a:solidFill>
            <a:srgbClr val="3333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" name="object 17"/>
          <p:cNvSpPr/>
          <p:nvPr/>
        </p:nvSpPr>
        <p:spPr>
          <a:xfrm>
            <a:off x="8796528" y="1289303"/>
            <a:ext cx="556260" cy="541020"/>
          </a:xfrm>
          <a:custGeom>
            <a:avLst/>
            <a:gdLst/>
            <a:ahLst/>
            <a:cxnLst/>
            <a:rect l="l" t="t" r="r" b="b"/>
            <a:pathLst>
              <a:path w="556259" h="541019">
                <a:moveTo>
                  <a:pt x="298704" y="50292"/>
                </a:moveTo>
                <a:lnTo>
                  <a:pt x="277368" y="28956"/>
                </a:lnTo>
                <a:lnTo>
                  <a:pt x="484632" y="28956"/>
                </a:lnTo>
                <a:lnTo>
                  <a:pt x="513588" y="0"/>
                </a:lnTo>
                <a:lnTo>
                  <a:pt x="551688" y="44196"/>
                </a:lnTo>
                <a:lnTo>
                  <a:pt x="356616" y="44196"/>
                </a:lnTo>
                <a:lnTo>
                  <a:pt x="340923" y="44505"/>
                </a:lnTo>
                <a:lnTo>
                  <a:pt x="325945" y="45529"/>
                </a:lnTo>
                <a:lnTo>
                  <a:pt x="311824" y="47410"/>
                </a:lnTo>
                <a:lnTo>
                  <a:pt x="298704" y="50292"/>
                </a:lnTo>
                <a:close/>
              </a:path>
              <a:path w="556259" h="541019">
                <a:moveTo>
                  <a:pt x="259400" y="27432"/>
                </a:moveTo>
                <a:lnTo>
                  <a:pt x="211836" y="27432"/>
                </a:lnTo>
                <a:lnTo>
                  <a:pt x="228600" y="3048"/>
                </a:lnTo>
                <a:lnTo>
                  <a:pt x="259400" y="27432"/>
                </a:lnTo>
                <a:close/>
              </a:path>
              <a:path w="556259" h="541019">
                <a:moveTo>
                  <a:pt x="71628" y="233172"/>
                </a:moveTo>
                <a:lnTo>
                  <a:pt x="72509" y="205430"/>
                </a:lnTo>
                <a:lnTo>
                  <a:pt x="72961" y="176974"/>
                </a:lnTo>
                <a:lnTo>
                  <a:pt x="73066" y="77914"/>
                </a:lnTo>
                <a:lnTo>
                  <a:pt x="72964" y="60698"/>
                </a:lnTo>
                <a:lnTo>
                  <a:pt x="72509" y="33337"/>
                </a:lnTo>
                <a:lnTo>
                  <a:pt x="71628" y="7620"/>
                </a:lnTo>
                <a:lnTo>
                  <a:pt x="105156" y="27432"/>
                </a:lnTo>
                <a:lnTo>
                  <a:pt x="259400" y="27432"/>
                </a:lnTo>
                <a:lnTo>
                  <a:pt x="265175" y="32004"/>
                </a:lnTo>
                <a:lnTo>
                  <a:pt x="254000" y="41148"/>
                </a:lnTo>
                <a:lnTo>
                  <a:pt x="105156" y="41148"/>
                </a:lnTo>
                <a:lnTo>
                  <a:pt x="105156" y="111252"/>
                </a:lnTo>
                <a:lnTo>
                  <a:pt x="248564" y="111252"/>
                </a:lnTo>
                <a:lnTo>
                  <a:pt x="248666" y="124968"/>
                </a:lnTo>
                <a:lnTo>
                  <a:pt x="105156" y="124968"/>
                </a:lnTo>
                <a:lnTo>
                  <a:pt x="105156" y="192024"/>
                </a:lnTo>
                <a:lnTo>
                  <a:pt x="250360" y="192024"/>
                </a:lnTo>
                <a:lnTo>
                  <a:pt x="251121" y="205740"/>
                </a:lnTo>
                <a:lnTo>
                  <a:pt x="105156" y="205740"/>
                </a:lnTo>
                <a:lnTo>
                  <a:pt x="105156" y="220979"/>
                </a:lnTo>
                <a:lnTo>
                  <a:pt x="71628" y="233172"/>
                </a:lnTo>
                <a:close/>
              </a:path>
              <a:path w="556259" h="541019">
                <a:moveTo>
                  <a:pt x="248564" y="111252"/>
                </a:moveTo>
                <a:lnTo>
                  <a:pt x="217932" y="111252"/>
                </a:lnTo>
                <a:lnTo>
                  <a:pt x="217932" y="41148"/>
                </a:lnTo>
                <a:lnTo>
                  <a:pt x="254000" y="41148"/>
                </a:lnTo>
                <a:lnTo>
                  <a:pt x="248412" y="45720"/>
                </a:lnTo>
                <a:lnTo>
                  <a:pt x="248459" y="97178"/>
                </a:lnTo>
                <a:lnTo>
                  <a:pt x="248564" y="111252"/>
                </a:lnTo>
                <a:close/>
              </a:path>
              <a:path w="556259" h="541019">
                <a:moveTo>
                  <a:pt x="384048" y="112776"/>
                </a:moveTo>
                <a:lnTo>
                  <a:pt x="373380" y="112776"/>
                </a:lnTo>
                <a:lnTo>
                  <a:pt x="377404" y="95416"/>
                </a:lnTo>
                <a:lnTo>
                  <a:pt x="380428" y="77914"/>
                </a:lnTo>
                <a:lnTo>
                  <a:pt x="382595" y="60698"/>
                </a:lnTo>
                <a:lnTo>
                  <a:pt x="384048" y="44196"/>
                </a:lnTo>
                <a:lnTo>
                  <a:pt x="425195" y="44196"/>
                </a:lnTo>
                <a:lnTo>
                  <a:pt x="419195" y="53625"/>
                </a:lnTo>
                <a:lnTo>
                  <a:pt x="410337" y="68199"/>
                </a:lnTo>
                <a:lnTo>
                  <a:pt x="398621" y="87915"/>
                </a:lnTo>
                <a:lnTo>
                  <a:pt x="384048" y="112776"/>
                </a:lnTo>
                <a:close/>
              </a:path>
              <a:path w="556259" h="541019">
                <a:moveTo>
                  <a:pt x="522373" y="112776"/>
                </a:moveTo>
                <a:lnTo>
                  <a:pt x="475488" y="112776"/>
                </a:lnTo>
                <a:lnTo>
                  <a:pt x="492252" y="91440"/>
                </a:lnTo>
                <a:lnTo>
                  <a:pt x="522373" y="112776"/>
                </a:lnTo>
                <a:close/>
              </a:path>
              <a:path w="556259" h="541019">
                <a:moveTo>
                  <a:pt x="307848" y="345948"/>
                </a:moveTo>
                <a:lnTo>
                  <a:pt x="309943" y="289941"/>
                </a:lnTo>
                <a:lnTo>
                  <a:pt x="310714" y="246888"/>
                </a:lnTo>
                <a:lnTo>
                  <a:pt x="310817" y="211836"/>
                </a:lnTo>
                <a:lnTo>
                  <a:pt x="310634" y="187071"/>
                </a:lnTo>
                <a:lnTo>
                  <a:pt x="309943" y="153924"/>
                </a:lnTo>
                <a:lnTo>
                  <a:pt x="308967" y="123063"/>
                </a:lnTo>
                <a:lnTo>
                  <a:pt x="307848" y="94488"/>
                </a:lnTo>
                <a:lnTo>
                  <a:pt x="341376" y="112776"/>
                </a:lnTo>
                <a:lnTo>
                  <a:pt x="522373" y="112776"/>
                </a:lnTo>
                <a:lnTo>
                  <a:pt x="528828" y="117348"/>
                </a:lnTo>
                <a:lnTo>
                  <a:pt x="517093" y="128016"/>
                </a:lnTo>
                <a:lnTo>
                  <a:pt x="341376" y="128016"/>
                </a:lnTo>
                <a:lnTo>
                  <a:pt x="341376" y="326136"/>
                </a:lnTo>
                <a:lnTo>
                  <a:pt x="307848" y="345948"/>
                </a:lnTo>
                <a:close/>
              </a:path>
              <a:path w="556259" h="541019">
                <a:moveTo>
                  <a:pt x="250360" y="192024"/>
                </a:moveTo>
                <a:lnTo>
                  <a:pt x="217932" y="192024"/>
                </a:lnTo>
                <a:lnTo>
                  <a:pt x="217932" y="124968"/>
                </a:lnTo>
                <a:lnTo>
                  <a:pt x="248666" y="124968"/>
                </a:lnTo>
                <a:lnTo>
                  <a:pt x="248793" y="141922"/>
                </a:lnTo>
                <a:lnTo>
                  <a:pt x="249697" y="180093"/>
                </a:lnTo>
                <a:lnTo>
                  <a:pt x="250360" y="192024"/>
                </a:lnTo>
                <a:close/>
              </a:path>
              <a:path w="556259" h="541019">
                <a:moveTo>
                  <a:pt x="480060" y="338328"/>
                </a:moveTo>
                <a:lnTo>
                  <a:pt x="480060" y="128016"/>
                </a:lnTo>
                <a:lnTo>
                  <a:pt x="517093" y="128016"/>
                </a:lnTo>
                <a:lnTo>
                  <a:pt x="512064" y="132588"/>
                </a:lnTo>
                <a:lnTo>
                  <a:pt x="512119" y="261651"/>
                </a:lnTo>
                <a:lnTo>
                  <a:pt x="512236" y="273343"/>
                </a:lnTo>
                <a:lnTo>
                  <a:pt x="512706" y="296179"/>
                </a:lnTo>
                <a:lnTo>
                  <a:pt x="513588" y="321564"/>
                </a:lnTo>
                <a:lnTo>
                  <a:pt x="480060" y="338328"/>
                </a:lnTo>
                <a:close/>
              </a:path>
              <a:path w="556259" h="541019">
                <a:moveTo>
                  <a:pt x="262128" y="477011"/>
                </a:moveTo>
                <a:lnTo>
                  <a:pt x="257556" y="469392"/>
                </a:lnTo>
                <a:lnTo>
                  <a:pt x="291036" y="449937"/>
                </a:lnTo>
                <a:lnTo>
                  <a:pt x="318516" y="430339"/>
                </a:lnTo>
                <a:lnTo>
                  <a:pt x="356616" y="390144"/>
                </a:lnTo>
                <a:lnTo>
                  <a:pt x="378333" y="345757"/>
                </a:lnTo>
                <a:lnTo>
                  <a:pt x="388595" y="291274"/>
                </a:lnTo>
                <a:lnTo>
                  <a:pt x="390455" y="233172"/>
                </a:lnTo>
                <a:lnTo>
                  <a:pt x="390662" y="192024"/>
                </a:lnTo>
                <a:lnTo>
                  <a:pt x="390144" y="163068"/>
                </a:lnTo>
                <a:lnTo>
                  <a:pt x="441960" y="188976"/>
                </a:lnTo>
                <a:lnTo>
                  <a:pt x="423672" y="205740"/>
                </a:lnTo>
                <a:lnTo>
                  <a:pt x="422838" y="252293"/>
                </a:lnTo>
                <a:lnTo>
                  <a:pt x="420433" y="291274"/>
                </a:lnTo>
                <a:lnTo>
                  <a:pt x="411480" y="345948"/>
                </a:lnTo>
                <a:lnTo>
                  <a:pt x="393001" y="384238"/>
                </a:lnTo>
                <a:lnTo>
                  <a:pt x="364236" y="419100"/>
                </a:lnTo>
                <a:lnTo>
                  <a:pt x="321754" y="450342"/>
                </a:lnTo>
                <a:lnTo>
                  <a:pt x="294155" y="464105"/>
                </a:lnTo>
                <a:lnTo>
                  <a:pt x="262128" y="477011"/>
                </a:lnTo>
                <a:close/>
              </a:path>
              <a:path w="556259" h="541019">
                <a:moveTo>
                  <a:pt x="217932" y="228600"/>
                </a:moveTo>
                <a:lnTo>
                  <a:pt x="217932" y="205740"/>
                </a:lnTo>
                <a:lnTo>
                  <a:pt x="251121" y="205740"/>
                </a:lnTo>
                <a:lnTo>
                  <a:pt x="251460" y="211836"/>
                </a:lnTo>
                <a:lnTo>
                  <a:pt x="217932" y="228600"/>
                </a:lnTo>
                <a:close/>
              </a:path>
              <a:path w="556259" h="541019">
                <a:moveTo>
                  <a:pt x="39624" y="280416"/>
                </a:moveTo>
                <a:lnTo>
                  <a:pt x="18288" y="259079"/>
                </a:lnTo>
                <a:lnTo>
                  <a:pt x="228600" y="259079"/>
                </a:lnTo>
                <a:lnTo>
                  <a:pt x="257556" y="230124"/>
                </a:lnTo>
                <a:lnTo>
                  <a:pt x="295656" y="272796"/>
                </a:lnTo>
                <a:lnTo>
                  <a:pt x="97536" y="272796"/>
                </a:lnTo>
                <a:lnTo>
                  <a:pt x="82057" y="273343"/>
                </a:lnTo>
                <a:lnTo>
                  <a:pt x="67437" y="274891"/>
                </a:lnTo>
                <a:lnTo>
                  <a:pt x="53387" y="277296"/>
                </a:lnTo>
                <a:lnTo>
                  <a:pt x="39624" y="280416"/>
                </a:lnTo>
                <a:close/>
              </a:path>
              <a:path w="556259" h="541019">
                <a:moveTo>
                  <a:pt x="178308" y="455676"/>
                </a:moveTo>
                <a:lnTo>
                  <a:pt x="147828" y="455676"/>
                </a:lnTo>
                <a:lnTo>
                  <a:pt x="147828" y="272796"/>
                </a:lnTo>
                <a:lnTo>
                  <a:pt x="178308" y="272796"/>
                </a:lnTo>
                <a:lnTo>
                  <a:pt x="178308" y="356616"/>
                </a:lnTo>
                <a:lnTo>
                  <a:pt x="273529" y="356616"/>
                </a:lnTo>
                <a:lnTo>
                  <a:pt x="286512" y="371856"/>
                </a:lnTo>
                <a:lnTo>
                  <a:pt x="178308" y="371856"/>
                </a:lnTo>
                <a:lnTo>
                  <a:pt x="178308" y="455676"/>
                </a:lnTo>
                <a:close/>
              </a:path>
              <a:path w="556259" h="541019">
                <a:moveTo>
                  <a:pt x="6096" y="541020"/>
                </a:moveTo>
                <a:lnTo>
                  <a:pt x="0" y="536448"/>
                </a:lnTo>
                <a:lnTo>
                  <a:pt x="13120" y="510159"/>
                </a:lnTo>
                <a:lnTo>
                  <a:pt x="24955" y="481584"/>
                </a:lnTo>
                <a:lnTo>
                  <a:pt x="44196" y="417576"/>
                </a:lnTo>
                <a:lnTo>
                  <a:pt x="55435" y="353949"/>
                </a:lnTo>
                <a:lnTo>
                  <a:pt x="60960" y="297179"/>
                </a:lnTo>
                <a:lnTo>
                  <a:pt x="109728" y="321564"/>
                </a:lnTo>
                <a:lnTo>
                  <a:pt x="100917" y="328707"/>
                </a:lnTo>
                <a:lnTo>
                  <a:pt x="92964" y="343281"/>
                </a:lnTo>
                <a:lnTo>
                  <a:pt x="86153" y="365283"/>
                </a:lnTo>
                <a:lnTo>
                  <a:pt x="80772" y="394716"/>
                </a:lnTo>
                <a:lnTo>
                  <a:pt x="93934" y="409956"/>
                </a:lnTo>
                <a:lnTo>
                  <a:pt x="76200" y="409956"/>
                </a:lnTo>
                <a:lnTo>
                  <a:pt x="60677" y="450723"/>
                </a:lnTo>
                <a:lnTo>
                  <a:pt x="44005" y="485775"/>
                </a:lnTo>
                <a:lnTo>
                  <a:pt x="25836" y="515826"/>
                </a:lnTo>
                <a:lnTo>
                  <a:pt x="6096" y="541020"/>
                </a:lnTo>
                <a:close/>
              </a:path>
              <a:path w="556259" h="541019">
                <a:moveTo>
                  <a:pt x="273529" y="356616"/>
                </a:moveTo>
                <a:lnTo>
                  <a:pt x="224028" y="356616"/>
                </a:lnTo>
                <a:lnTo>
                  <a:pt x="251460" y="330708"/>
                </a:lnTo>
                <a:lnTo>
                  <a:pt x="273529" y="356616"/>
                </a:lnTo>
                <a:close/>
              </a:path>
              <a:path w="556259" h="541019">
                <a:moveTo>
                  <a:pt x="522732" y="460248"/>
                </a:moveTo>
                <a:lnTo>
                  <a:pt x="518160" y="460248"/>
                </a:lnTo>
                <a:lnTo>
                  <a:pt x="515540" y="458795"/>
                </a:lnTo>
                <a:lnTo>
                  <a:pt x="512064" y="454342"/>
                </a:lnTo>
                <a:lnTo>
                  <a:pt x="507444" y="446746"/>
                </a:lnTo>
                <a:lnTo>
                  <a:pt x="501395" y="435864"/>
                </a:lnTo>
                <a:lnTo>
                  <a:pt x="489370" y="418457"/>
                </a:lnTo>
                <a:lnTo>
                  <a:pt x="471487" y="398335"/>
                </a:lnTo>
                <a:lnTo>
                  <a:pt x="447603" y="375642"/>
                </a:lnTo>
                <a:lnTo>
                  <a:pt x="417576" y="350520"/>
                </a:lnTo>
                <a:lnTo>
                  <a:pt x="423672" y="342900"/>
                </a:lnTo>
                <a:lnTo>
                  <a:pt x="464462" y="362664"/>
                </a:lnTo>
                <a:lnTo>
                  <a:pt x="515183" y="391334"/>
                </a:lnTo>
                <a:lnTo>
                  <a:pt x="533400" y="417576"/>
                </a:lnTo>
                <a:lnTo>
                  <a:pt x="533285" y="430339"/>
                </a:lnTo>
                <a:lnTo>
                  <a:pt x="531876" y="437387"/>
                </a:lnTo>
                <a:lnTo>
                  <a:pt x="525780" y="455676"/>
                </a:lnTo>
                <a:lnTo>
                  <a:pt x="522732" y="460248"/>
                </a:lnTo>
                <a:close/>
              </a:path>
              <a:path w="556259" h="541019">
                <a:moveTo>
                  <a:pt x="436351" y="524621"/>
                </a:moveTo>
                <a:lnTo>
                  <a:pt x="371977" y="523890"/>
                </a:lnTo>
                <a:lnTo>
                  <a:pt x="318942" y="522061"/>
                </a:lnTo>
                <a:lnTo>
                  <a:pt x="277246" y="519135"/>
                </a:lnTo>
                <a:lnTo>
                  <a:pt x="217741" y="508825"/>
                </a:lnTo>
                <a:lnTo>
                  <a:pt x="169735" y="492823"/>
                </a:lnTo>
                <a:lnTo>
                  <a:pt x="132564" y="470820"/>
                </a:lnTo>
                <a:lnTo>
                  <a:pt x="95369" y="434244"/>
                </a:lnTo>
                <a:lnTo>
                  <a:pt x="76200" y="409956"/>
                </a:lnTo>
                <a:lnTo>
                  <a:pt x="93934" y="409956"/>
                </a:lnTo>
                <a:lnTo>
                  <a:pt x="95107" y="411313"/>
                </a:lnTo>
                <a:lnTo>
                  <a:pt x="110871" y="426910"/>
                </a:lnTo>
                <a:lnTo>
                  <a:pt x="128349" y="441650"/>
                </a:lnTo>
                <a:lnTo>
                  <a:pt x="147828" y="455676"/>
                </a:lnTo>
                <a:lnTo>
                  <a:pt x="178308" y="455676"/>
                </a:lnTo>
                <a:lnTo>
                  <a:pt x="178308" y="464820"/>
                </a:lnTo>
                <a:lnTo>
                  <a:pt x="206597" y="473964"/>
                </a:lnTo>
                <a:lnTo>
                  <a:pt x="243459" y="480822"/>
                </a:lnTo>
                <a:lnTo>
                  <a:pt x="288893" y="485394"/>
                </a:lnTo>
                <a:lnTo>
                  <a:pt x="342900" y="487680"/>
                </a:lnTo>
                <a:lnTo>
                  <a:pt x="552841" y="487680"/>
                </a:lnTo>
                <a:lnTo>
                  <a:pt x="537138" y="494680"/>
                </a:lnTo>
                <a:lnTo>
                  <a:pt x="523303" y="504063"/>
                </a:lnTo>
                <a:lnTo>
                  <a:pt x="514897" y="514016"/>
                </a:lnTo>
                <a:lnTo>
                  <a:pt x="512064" y="524256"/>
                </a:lnTo>
                <a:lnTo>
                  <a:pt x="436351" y="524621"/>
                </a:lnTo>
                <a:close/>
              </a:path>
              <a:path w="556259" h="541019">
                <a:moveTo>
                  <a:pt x="552841" y="487680"/>
                </a:moveTo>
                <a:lnTo>
                  <a:pt x="342900" y="487680"/>
                </a:lnTo>
                <a:lnTo>
                  <a:pt x="399811" y="487084"/>
                </a:lnTo>
                <a:lnTo>
                  <a:pt x="454152" y="485203"/>
                </a:lnTo>
                <a:lnTo>
                  <a:pt x="506206" y="481893"/>
                </a:lnTo>
                <a:lnTo>
                  <a:pt x="556260" y="477011"/>
                </a:lnTo>
                <a:lnTo>
                  <a:pt x="556260" y="486156"/>
                </a:lnTo>
                <a:lnTo>
                  <a:pt x="552841" y="487680"/>
                </a:lnTo>
                <a:close/>
              </a:path>
            </a:pathLst>
          </a:custGeom>
          <a:solidFill>
            <a:srgbClr val="3333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" name="object 18"/>
          <p:cNvSpPr/>
          <p:nvPr/>
        </p:nvSpPr>
        <p:spPr>
          <a:xfrm>
            <a:off x="1751075" y="2552700"/>
            <a:ext cx="155575" cy="155575"/>
          </a:xfrm>
          <a:custGeom>
            <a:avLst/>
            <a:gdLst/>
            <a:ahLst/>
            <a:cxnLst/>
            <a:rect l="l" t="t" r="r" b="b"/>
            <a:pathLst>
              <a:path w="155575" h="155575">
                <a:moveTo>
                  <a:pt x="155448" y="155448"/>
                </a:moveTo>
                <a:lnTo>
                  <a:pt x="0" y="155448"/>
                </a:lnTo>
                <a:lnTo>
                  <a:pt x="0" y="0"/>
                </a:lnTo>
                <a:lnTo>
                  <a:pt x="155448" y="0"/>
                </a:lnTo>
                <a:lnTo>
                  <a:pt x="155448" y="155448"/>
                </a:lnTo>
                <a:close/>
              </a:path>
            </a:pathLst>
          </a:custGeom>
          <a:solidFill>
            <a:srgbClr val="3333C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" name="object 19"/>
          <p:cNvSpPr/>
          <p:nvPr/>
        </p:nvSpPr>
        <p:spPr>
          <a:xfrm>
            <a:off x="2129015" y="2365260"/>
            <a:ext cx="831215" cy="405765"/>
          </a:xfrm>
          <a:custGeom>
            <a:avLst/>
            <a:gdLst/>
            <a:ahLst/>
            <a:cxnLst/>
            <a:rect l="l" t="t" r="r" b="b"/>
            <a:pathLst>
              <a:path w="831214" h="405764">
                <a:moveTo>
                  <a:pt x="188976" y="265163"/>
                </a:moveTo>
                <a:lnTo>
                  <a:pt x="172212" y="230111"/>
                </a:lnTo>
                <a:lnTo>
                  <a:pt x="134708" y="194754"/>
                </a:lnTo>
                <a:lnTo>
                  <a:pt x="115824" y="179819"/>
                </a:lnTo>
                <a:lnTo>
                  <a:pt x="119253" y="157848"/>
                </a:lnTo>
                <a:lnTo>
                  <a:pt x="122682" y="126288"/>
                </a:lnTo>
                <a:lnTo>
                  <a:pt x="126111" y="85318"/>
                </a:lnTo>
                <a:lnTo>
                  <a:pt x="129540" y="35039"/>
                </a:lnTo>
                <a:lnTo>
                  <a:pt x="146304" y="22847"/>
                </a:lnTo>
                <a:lnTo>
                  <a:pt x="102108" y="4559"/>
                </a:lnTo>
                <a:lnTo>
                  <a:pt x="101282" y="55930"/>
                </a:lnTo>
                <a:lnTo>
                  <a:pt x="98869" y="102285"/>
                </a:lnTo>
                <a:lnTo>
                  <a:pt x="95046" y="143230"/>
                </a:lnTo>
                <a:lnTo>
                  <a:pt x="83629" y="210045"/>
                </a:lnTo>
                <a:lnTo>
                  <a:pt x="67627" y="265531"/>
                </a:lnTo>
                <a:lnTo>
                  <a:pt x="46507" y="312407"/>
                </a:lnTo>
                <a:lnTo>
                  <a:pt x="17411" y="358127"/>
                </a:lnTo>
                <a:lnTo>
                  <a:pt x="0" y="380987"/>
                </a:lnTo>
                <a:lnTo>
                  <a:pt x="4572" y="387083"/>
                </a:lnTo>
                <a:lnTo>
                  <a:pt x="35623" y="353936"/>
                </a:lnTo>
                <a:lnTo>
                  <a:pt x="65532" y="313931"/>
                </a:lnTo>
                <a:lnTo>
                  <a:pt x="92773" y="261353"/>
                </a:lnTo>
                <a:lnTo>
                  <a:pt x="114300" y="190487"/>
                </a:lnTo>
                <a:lnTo>
                  <a:pt x="129781" y="211404"/>
                </a:lnTo>
                <a:lnTo>
                  <a:pt x="142113" y="230873"/>
                </a:lnTo>
                <a:lnTo>
                  <a:pt x="151599" y="249212"/>
                </a:lnTo>
                <a:lnTo>
                  <a:pt x="158496" y="266687"/>
                </a:lnTo>
                <a:lnTo>
                  <a:pt x="162814" y="277812"/>
                </a:lnTo>
                <a:lnTo>
                  <a:pt x="166687" y="285927"/>
                </a:lnTo>
                <a:lnTo>
                  <a:pt x="170294" y="290906"/>
                </a:lnTo>
                <a:lnTo>
                  <a:pt x="173736" y="292595"/>
                </a:lnTo>
                <a:lnTo>
                  <a:pt x="175260" y="292595"/>
                </a:lnTo>
                <a:lnTo>
                  <a:pt x="178308" y="291071"/>
                </a:lnTo>
                <a:lnTo>
                  <a:pt x="187452" y="281927"/>
                </a:lnTo>
                <a:lnTo>
                  <a:pt x="188976" y="275831"/>
                </a:lnTo>
                <a:lnTo>
                  <a:pt x="188976" y="265163"/>
                </a:lnTo>
                <a:close/>
              </a:path>
              <a:path w="831214" h="405764">
                <a:moveTo>
                  <a:pt x="405384" y="365747"/>
                </a:moveTo>
                <a:lnTo>
                  <a:pt x="363093" y="336600"/>
                </a:lnTo>
                <a:lnTo>
                  <a:pt x="327660" y="288023"/>
                </a:lnTo>
                <a:lnTo>
                  <a:pt x="300228" y="227444"/>
                </a:lnTo>
                <a:lnTo>
                  <a:pt x="281940" y="164579"/>
                </a:lnTo>
                <a:lnTo>
                  <a:pt x="275704" y="121907"/>
                </a:lnTo>
                <a:lnTo>
                  <a:pt x="273367" y="100571"/>
                </a:lnTo>
                <a:lnTo>
                  <a:pt x="271868" y="68567"/>
                </a:lnTo>
                <a:lnTo>
                  <a:pt x="272796" y="36563"/>
                </a:lnTo>
                <a:lnTo>
                  <a:pt x="288036" y="22847"/>
                </a:lnTo>
                <a:lnTo>
                  <a:pt x="243840" y="1511"/>
                </a:lnTo>
                <a:lnTo>
                  <a:pt x="243459" y="64376"/>
                </a:lnTo>
                <a:lnTo>
                  <a:pt x="240792" y="120383"/>
                </a:lnTo>
                <a:lnTo>
                  <a:pt x="235077" y="169341"/>
                </a:lnTo>
                <a:lnTo>
                  <a:pt x="227139" y="210045"/>
                </a:lnTo>
                <a:lnTo>
                  <a:pt x="216598" y="248018"/>
                </a:lnTo>
                <a:lnTo>
                  <a:pt x="194106" y="301193"/>
                </a:lnTo>
                <a:lnTo>
                  <a:pt x="172910" y="333819"/>
                </a:lnTo>
                <a:lnTo>
                  <a:pt x="145783" y="363296"/>
                </a:lnTo>
                <a:lnTo>
                  <a:pt x="115023" y="389064"/>
                </a:lnTo>
                <a:lnTo>
                  <a:pt x="99060" y="400799"/>
                </a:lnTo>
                <a:lnTo>
                  <a:pt x="103632" y="405371"/>
                </a:lnTo>
                <a:lnTo>
                  <a:pt x="140398" y="382892"/>
                </a:lnTo>
                <a:lnTo>
                  <a:pt x="178308" y="353555"/>
                </a:lnTo>
                <a:lnTo>
                  <a:pt x="211455" y="315264"/>
                </a:lnTo>
                <a:lnTo>
                  <a:pt x="237744" y="266687"/>
                </a:lnTo>
                <a:lnTo>
                  <a:pt x="256032" y="204012"/>
                </a:lnTo>
                <a:lnTo>
                  <a:pt x="261747" y="165328"/>
                </a:lnTo>
                <a:lnTo>
                  <a:pt x="265176" y="121907"/>
                </a:lnTo>
                <a:lnTo>
                  <a:pt x="269163" y="155841"/>
                </a:lnTo>
                <a:lnTo>
                  <a:pt x="274129" y="186486"/>
                </a:lnTo>
                <a:lnTo>
                  <a:pt x="279971" y="213423"/>
                </a:lnTo>
                <a:lnTo>
                  <a:pt x="286512" y="236207"/>
                </a:lnTo>
                <a:lnTo>
                  <a:pt x="292798" y="258521"/>
                </a:lnTo>
                <a:lnTo>
                  <a:pt x="308800" y="300291"/>
                </a:lnTo>
                <a:lnTo>
                  <a:pt x="328523" y="338912"/>
                </a:lnTo>
                <a:lnTo>
                  <a:pt x="353669" y="373824"/>
                </a:lnTo>
                <a:lnTo>
                  <a:pt x="368808" y="390131"/>
                </a:lnTo>
                <a:lnTo>
                  <a:pt x="371957" y="383844"/>
                </a:lnTo>
                <a:lnTo>
                  <a:pt x="379095" y="378701"/>
                </a:lnTo>
                <a:lnTo>
                  <a:pt x="390245" y="374700"/>
                </a:lnTo>
                <a:lnTo>
                  <a:pt x="405384" y="371843"/>
                </a:lnTo>
                <a:lnTo>
                  <a:pt x="405384" y="365747"/>
                </a:lnTo>
                <a:close/>
              </a:path>
              <a:path w="831214" h="405764">
                <a:moveTo>
                  <a:pt x="562368" y="21336"/>
                </a:moveTo>
                <a:lnTo>
                  <a:pt x="524268" y="0"/>
                </a:lnTo>
                <a:lnTo>
                  <a:pt x="519125" y="22517"/>
                </a:lnTo>
                <a:lnTo>
                  <a:pt x="512838" y="46482"/>
                </a:lnTo>
                <a:lnTo>
                  <a:pt x="496836" y="97536"/>
                </a:lnTo>
                <a:lnTo>
                  <a:pt x="473024" y="154686"/>
                </a:lnTo>
                <a:lnTo>
                  <a:pt x="438924" y="216408"/>
                </a:lnTo>
                <a:lnTo>
                  <a:pt x="445020" y="219456"/>
                </a:lnTo>
                <a:lnTo>
                  <a:pt x="456158" y="206044"/>
                </a:lnTo>
                <a:lnTo>
                  <a:pt x="469023" y="188785"/>
                </a:lnTo>
                <a:lnTo>
                  <a:pt x="483590" y="167805"/>
                </a:lnTo>
                <a:lnTo>
                  <a:pt x="499884" y="143256"/>
                </a:lnTo>
                <a:lnTo>
                  <a:pt x="499783" y="344424"/>
                </a:lnTo>
                <a:lnTo>
                  <a:pt x="499694" y="354711"/>
                </a:lnTo>
                <a:lnTo>
                  <a:pt x="499237" y="377278"/>
                </a:lnTo>
                <a:lnTo>
                  <a:pt x="498360" y="403860"/>
                </a:lnTo>
                <a:lnTo>
                  <a:pt x="524268" y="391668"/>
                </a:lnTo>
                <a:lnTo>
                  <a:pt x="523379" y="373926"/>
                </a:lnTo>
                <a:lnTo>
                  <a:pt x="522935" y="357568"/>
                </a:lnTo>
                <a:lnTo>
                  <a:pt x="522795" y="344424"/>
                </a:lnTo>
                <a:lnTo>
                  <a:pt x="522744" y="143256"/>
                </a:lnTo>
                <a:lnTo>
                  <a:pt x="522744" y="140208"/>
                </a:lnTo>
                <a:lnTo>
                  <a:pt x="536460" y="128016"/>
                </a:lnTo>
                <a:lnTo>
                  <a:pt x="512076" y="117348"/>
                </a:lnTo>
                <a:lnTo>
                  <a:pt x="517791" y="104203"/>
                </a:lnTo>
                <a:lnTo>
                  <a:pt x="525792" y="85344"/>
                </a:lnTo>
                <a:lnTo>
                  <a:pt x="536079" y="60769"/>
                </a:lnTo>
                <a:lnTo>
                  <a:pt x="548652" y="30480"/>
                </a:lnTo>
                <a:lnTo>
                  <a:pt x="562368" y="21336"/>
                </a:lnTo>
                <a:close/>
              </a:path>
              <a:path w="831214" h="405764">
                <a:moveTo>
                  <a:pt x="720864" y="67056"/>
                </a:moveTo>
                <a:lnTo>
                  <a:pt x="691908" y="36576"/>
                </a:lnTo>
                <a:lnTo>
                  <a:pt x="672096" y="56388"/>
                </a:lnTo>
                <a:lnTo>
                  <a:pt x="548652" y="56388"/>
                </a:lnTo>
                <a:lnTo>
                  <a:pt x="563892" y="70104"/>
                </a:lnTo>
                <a:lnTo>
                  <a:pt x="583704" y="67056"/>
                </a:lnTo>
                <a:lnTo>
                  <a:pt x="608088" y="67056"/>
                </a:lnTo>
                <a:lnTo>
                  <a:pt x="594855" y="125539"/>
                </a:lnTo>
                <a:lnTo>
                  <a:pt x="576770" y="179832"/>
                </a:lnTo>
                <a:lnTo>
                  <a:pt x="552246" y="227838"/>
                </a:lnTo>
                <a:lnTo>
                  <a:pt x="537984" y="248412"/>
                </a:lnTo>
                <a:lnTo>
                  <a:pt x="544080" y="254508"/>
                </a:lnTo>
                <a:lnTo>
                  <a:pt x="556082" y="240550"/>
                </a:lnTo>
                <a:lnTo>
                  <a:pt x="566940" y="226314"/>
                </a:lnTo>
                <a:lnTo>
                  <a:pt x="576656" y="212064"/>
                </a:lnTo>
                <a:lnTo>
                  <a:pt x="585228" y="198120"/>
                </a:lnTo>
                <a:lnTo>
                  <a:pt x="592632" y="208661"/>
                </a:lnTo>
                <a:lnTo>
                  <a:pt x="598754" y="219646"/>
                </a:lnTo>
                <a:lnTo>
                  <a:pt x="603440" y="230898"/>
                </a:lnTo>
                <a:lnTo>
                  <a:pt x="606564" y="242316"/>
                </a:lnTo>
                <a:lnTo>
                  <a:pt x="608088" y="254508"/>
                </a:lnTo>
                <a:lnTo>
                  <a:pt x="611136" y="259080"/>
                </a:lnTo>
                <a:lnTo>
                  <a:pt x="615708" y="259080"/>
                </a:lnTo>
                <a:lnTo>
                  <a:pt x="618756" y="257556"/>
                </a:lnTo>
                <a:lnTo>
                  <a:pt x="623328" y="251460"/>
                </a:lnTo>
                <a:lnTo>
                  <a:pt x="626376" y="246888"/>
                </a:lnTo>
                <a:lnTo>
                  <a:pt x="629424" y="240792"/>
                </a:lnTo>
                <a:lnTo>
                  <a:pt x="629424" y="231648"/>
                </a:lnTo>
                <a:lnTo>
                  <a:pt x="626376" y="227076"/>
                </a:lnTo>
                <a:lnTo>
                  <a:pt x="621804" y="219456"/>
                </a:lnTo>
                <a:lnTo>
                  <a:pt x="617207" y="213448"/>
                </a:lnTo>
                <a:lnTo>
                  <a:pt x="610184" y="206883"/>
                </a:lnTo>
                <a:lnTo>
                  <a:pt x="600583" y="199732"/>
                </a:lnTo>
                <a:lnTo>
                  <a:pt x="597992" y="198120"/>
                </a:lnTo>
                <a:lnTo>
                  <a:pt x="588276" y="192024"/>
                </a:lnTo>
                <a:lnTo>
                  <a:pt x="593966" y="181686"/>
                </a:lnTo>
                <a:lnTo>
                  <a:pt x="599516" y="171069"/>
                </a:lnTo>
                <a:lnTo>
                  <a:pt x="604774" y="159867"/>
                </a:lnTo>
                <a:lnTo>
                  <a:pt x="609612" y="147828"/>
                </a:lnTo>
                <a:lnTo>
                  <a:pt x="669048" y="147828"/>
                </a:lnTo>
                <a:lnTo>
                  <a:pt x="654380" y="203835"/>
                </a:lnTo>
                <a:lnTo>
                  <a:pt x="638568" y="248412"/>
                </a:lnTo>
                <a:lnTo>
                  <a:pt x="620280" y="287274"/>
                </a:lnTo>
                <a:lnTo>
                  <a:pt x="597420" y="321564"/>
                </a:lnTo>
                <a:lnTo>
                  <a:pt x="568655" y="354520"/>
                </a:lnTo>
                <a:lnTo>
                  <a:pt x="531888" y="384048"/>
                </a:lnTo>
                <a:lnTo>
                  <a:pt x="534936" y="390144"/>
                </a:lnTo>
                <a:lnTo>
                  <a:pt x="568083" y="369570"/>
                </a:lnTo>
                <a:lnTo>
                  <a:pt x="598944" y="344424"/>
                </a:lnTo>
                <a:lnTo>
                  <a:pt x="627329" y="313563"/>
                </a:lnTo>
                <a:lnTo>
                  <a:pt x="652284" y="275844"/>
                </a:lnTo>
                <a:lnTo>
                  <a:pt x="673430" y="224028"/>
                </a:lnTo>
                <a:lnTo>
                  <a:pt x="693432" y="153924"/>
                </a:lnTo>
                <a:lnTo>
                  <a:pt x="703008" y="147828"/>
                </a:lnTo>
                <a:lnTo>
                  <a:pt x="710196" y="143256"/>
                </a:lnTo>
                <a:lnTo>
                  <a:pt x="702475" y="137160"/>
                </a:lnTo>
                <a:lnTo>
                  <a:pt x="681240" y="120396"/>
                </a:lnTo>
                <a:lnTo>
                  <a:pt x="667524" y="137160"/>
                </a:lnTo>
                <a:lnTo>
                  <a:pt x="612660" y="137160"/>
                </a:lnTo>
                <a:lnTo>
                  <a:pt x="620941" y="113766"/>
                </a:lnTo>
                <a:lnTo>
                  <a:pt x="627519" y="94107"/>
                </a:lnTo>
                <a:lnTo>
                  <a:pt x="632371" y="78435"/>
                </a:lnTo>
                <a:lnTo>
                  <a:pt x="635520" y="67056"/>
                </a:lnTo>
                <a:lnTo>
                  <a:pt x="720864" y="67056"/>
                </a:lnTo>
                <a:close/>
              </a:path>
              <a:path w="831214" h="405764">
                <a:moveTo>
                  <a:pt x="765060" y="96012"/>
                </a:moveTo>
                <a:lnTo>
                  <a:pt x="726960" y="79248"/>
                </a:lnTo>
                <a:lnTo>
                  <a:pt x="727189" y="91224"/>
                </a:lnTo>
                <a:lnTo>
                  <a:pt x="727722" y="104203"/>
                </a:lnTo>
                <a:lnTo>
                  <a:pt x="728243" y="118033"/>
                </a:lnTo>
                <a:lnTo>
                  <a:pt x="728484" y="132588"/>
                </a:lnTo>
                <a:lnTo>
                  <a:pt x="728395" y="233908"/>
                </a:lnTo>
                <a:lnTo>
                  <a:pt x="728243" y="241808"/>
                </a:lnTo>
                <a:lnTo>
                  <a:pt x="727722" y="258508"/>
                </a:lnTo>
                <a:lnTo>
                  <a:pt x="727189" y="280047"/>
                </a:lnTo>
                <a:lnTo>
                  <a:pt x="726960" y="306324"/>
                </a:lnTo>
                <a:lnTo>
                  <a:pt x="752868" y="294132"/>
                </a:lnTo>
                <a:lnTo>
                  <a:pt x="751979" y="269862"/>
                </a:lnTo>
                <a:lnTo>
                  <a:pt x="751535" y="249745"/>
                </a:lnTo>
                <a:lnTo>
                  <a:pt x="751446" y="241808"/>
                </a:lnTo>
                <a:lnTo>
                  <a:pt x="751344" y="109728"/>
                </a:lnTo>
                <a:lnTo>
                  <a:pt x="765060" y="96012"/>
                </a:lnTo>
                <a:close/>
              </a:path>
              <a:path w="831214" h="405764">
                <a:moveTo>
                  <a:pt x="830592" y="24384"/>
                </a:moveTo>
                <a:lnTo>
                  <a:pt x="792492" y="6096"/>
                </a:lnTo>
                <a:lnTo>
                  <a:pt x="793369" y="30708"/>
                </a:lnTo>
                <a:lnTo>
                  <a:pt x="793826" y="52197"/>
                </a:lnTo>
                <a:lnTo>
                  <a:pt x="793991" y="70815"/>
                </a:lnTo>
                <a:lnTo>
                  <a:pt x="794016" y="358140"/>
                </a:lnTo>
                <a:lnTo>
                  <a:pt x="790968" y="364236"/>
                </a:lnTo>
                <a:lnTo>
                  <a:pt x="783348" y="367284"/>
                </a:lnTo>
                <a:lnTo>
                  <a:pt x="776503" y="367855"/>
                </a:lnTo>
                <a:lnTo>
                  <a:pt x="765251" y="367284"/>
                </a:lnTo>
                <a:lnTo>
                  <a:pt x="749693" y="365569"/>
                </a:lnTo>
                <a:lnTo>
                  <a:pt x="730008" y="362712"/>
                </a:lnTo>
                <a:lnTo>
                  <a:pt x="728484" y="370332"/>
                </a:lnTo>
                <a:lnTo>
                  <a:pt x="751382" y="376631"/>
                </a:lnTo>
                <a:lnTo>
                  <a:pt x="767727" y="384238"/>
                </a:lnTo>
                <a:lnTo>
                  <a:pt x="777773" y="393255"/>
                </a:lnTo>
                <a:lnTo>
                  <a:pt x="781824" y="403860"/>
                </a:lnTo>
                <a:lnTo>
                  <a:pt x="797801" y="397014"/>
                </a:lnTo>
                <a:lnTo>
                  <a:pt x="809066" y="388048"/>
                </a:lnTo>
                <a:lnTo>
                  <a:pt x="815467" y="377063"/>
                </a:lnTo>
                <a:lnTo>
                  <a:pt x="816470" y="367855"/>
                </a:lnTo>
                <a:lnTo>
                  <a:pt x="816876" y="364236"/>
                </a:lnTo>
                <a:lnTo>
                  <a:pt x="816876" y="35052"/>
                </a:lnTo>
                <a:lnTo>
                  <a:pt x="830592" y="2438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" name="object 20"/>
          <p:cNvSpPr/>
          <p:nvPr/>
        </p:nvSpPr>
        <p:spPr>
          <a:xfrm>
            <a:off x="3014459" y="2374391"/>
            <a:ext cx="852169" cy="396240"/>
          </a:xfrm>
          <a:custGeom>
            <a:avLst/>
            <a:gdLst/>
            <a:ahLst/>
            <a:cxnLst/>
            <a:rect l="l" t="t" r="r" b="b"/>
            <a:pathLst>
              <a:path w="852170" h="396239">
                <a:moveTo>
                  <a:pt x="405384" y="181356"/>
                </a:moveTo>
                <a:lnTo>
                  <a:pt x="367284" y="143256"/>
                </a:lnTo>
                <a:lnTo>
                  <a:pt x="339852" y="170688"/>
                </a:lnTo>
                <a:lnTo>
                  <a:pt x="219456" y="170688"/>
                </a:lnTo>
                <a:lnTo>
                  <a:pt x="219456" y="137160"/>
                </a:lnTo>
                <a:lnTo>
                  <a:pt x="239268" y="126492"/>
                </a:lnTo>
                <a:lnTo>
                  <a:pt x="222504" y="115824"/>
                </a:lnTo>
                <a:lnTo>
                  <a:pt x="275082" y="80391"/>
                </a:lnTo>
                <a:lnTo>
                  <a:pt x="313944" y="56388"/>
                </a:lnTo>
                <a:lnTo>
                  <a:pt x="356387" y="39243"/>
                </a:lnTo>
                <a:lnTo>
                  <a:pt x="367284" y="38100"/>
                </a:lnTo>
                <a:lnTo>
                  <a:pt x="335280" y="0"/>
                </a:lnTo>
                <a:lnTo>
                  <a:pt x="312420" y="21336"/>
                </a:lnTo>
                <a:lnTo>
                  <a:pt x="56388" y="21336"/>
                </a:lnTo>
                <a:lnTo>
                  <a:pt x="71628" y="36576"/>
                </a:lnTo>
                <a:lnTo>
                  <a:pt x="81940" y="34582"/>
                </a:lnTo>
                <a:lnTo>
                  <a:pt x="92392" y="33147"/>
                </a:lnTo>
                <a:lnTo>
                  <a:pt x="103136" y="32296"/>
                </a:lnTo>
                <a:lnTo>
                  <a:pt x="114300" y="32004"/>
                </a:lnTo>
                <a:lnTo>
                  <a:pt x="312420" y="32004"/>
                </a:lnTo>
                <a:lnTo>
                  <a:pt x="216408" y="111252"/>
                </a:lnTo>
                <a:lnTo>
                  <a:pt x="192024" y="96012"/>
                </a:lnTo>
                <a:lnTo>
                  <a:pt x="192913" y="114325"/>
                </a:lnTo>
                <a:lnTo>
                  <a:pt x="193357" y="132778"/>
                </a:lnTo>
                <a:lnTo>
                  <a:pt x="193548" y="170688"/>
                </a:lnTo>
                <a:lnTo>
                  <a:pt x="0" y="170688"/>
                </a:lnTo>
                <a:lnTo>
                  <a:pt x="16764" y="185928"/>
                </a:lnTo>
                <a:lnTo>
                  <a:pt x="26200" y="183934"/>
                </a:lnTo>
                <a:lnTo>
                  <a:pt x="36195" y="182499"/>
                </a:lnTo>
                <a:lnTo>
                  <a:pt x="46774" y="181648"/>
                </a:lnTo>
                <a:lnTo>
                  <a:pt x="57912" y="181356"/>
                </a:lnTo>
                <a:lnTo>
                  <a:pt x="193548" y="181356"/>
                </a:lnTo>
                <a:lnTo>
                  <a:pt x="193548" y="337908"/>
                </a:lnTo>
                <a:lnTo>
                  <a:pt x="191262" y="345567"/>
                </a:lnTo>
                <a:lnTo>
                  <a:pt x="186690" y="350380"/>
                </a:lnTo>
                <a:lnTo>
                  <a:pt x="179832" y="352044"/>
                </a:lnTo>
                <a:lnTo>
                  <a:pt x="169862" y="351523"/>
                </a:lnTo>
                <a:lnTo>
                  <a:pt x="117348" y="345948"/>
                </a:lnTo>
                <a:lnTo>
                  <a:pt x="117348" y="355092"/>
                </a:lnTo>
                <a:lnTo>
                  <a:pt x="142481" y="363664"/>
                </a:lnTo>
                <a:lnTo>
                  <a:pt x="160591" y="373380"/>
                </a:lnTo>
                <a:lnTo>
                  <a:pt x="171577" y="384238"/>
                </a:lnTo>
                <a:lnTo>
                  <a:pt x="175260" y="396240"/>
                </a:lnTo>
                <a:lnTo>
                  <a:pt x="194386" y="387337"/>
                </a:lnTo>
                <a:lnTo>
                  <a:pt x="208216" y="376428"/>
                </a:lnTo>
                <a:lnTo>
                  <a:pt x="216623" y="363245"/>
                </a:lnTo>
                <a:lnTo>
                  <a:pt x="219456" y="347472"/>
                </a:lnTo>
                <a:lnTo>
                  <a:pt x="219456" y="181356"/>
                </a:lnTo>
                <a:lnTo>
                  <a:pt x="405384" y="181356"/>
                </a:lnTo>
                <a:close/>
              </a:path>
              <a:path w="852170" h="396239">
                <a:moveTo>
                  <a:pt x="673608" y="121920"/>
                </a:moveTo>
                <a:lnTo>
                  <a:pt x="665480" y="115824"/>
                </a:lnTo>
                <a:lnTo>
                  <a:pt x="643128" y="99060"/>
                </a:lnTo>
                <a:lnTo>
                  <a:pt x="635508" y="113030"/>
                </a:lnTo>
                <a:lnTo>
                  <a:pt x="635508" y="126492"/>
                </a:lnTo>
                <a:lnTo>
                  <a:pt x="635508" y="246888"/>
                </a:lnTo>
                <a:lnTo>
                  <a:pt x="536448" y="246888"/>
                </a:lnTo>
                <a:lnTo>
                  <a:pt x="536448" y="126492"/>
                </a:lnTo>
                <a:lnTo>
                  <a:pt x="635508" y="126492"/>
                </a:lnTo>
                <a:lnTo>
                  <a:pt x="635508" y="113030"/>
                </a:lnTo>
                <a:lnTo>
                  <a:pt x="633984" y="115824"/>
                </a:lnTo>
                <a:lnTo>
                  <a:pt x="537972" y="115824"/>
                </a:lnTo>
                <a:lnTo>
                  <a:pt x="510540" y="102108"/>
                </a:lnTo>
                <a:lnTo>
                  <a:pt x="510781" y="127215"/>
                </a:lnTo>
                <a:lnTo>
                  <a:pt x="511835" y="176263"/>
                </a:lnTo>
                <a:lnTo>
                  <a:pt x="512064" y="199644"/>
                </a:lnTo>
                <a:lnTo>
                  <a:pt x="511835" y="223393"/>
                </a:lnTo>
                <a:lnTo>
                  <a:pt x="511467" y="240982"/>
                </a:lnTo>
                <a:lnTo>
                  <a:pt x="510781" y="276593"/>
                </a:lnTo>
                <a:lnTo>
                  <a:pt x="510540" y="306324"/>
                </a:lnTo>
                <a:lnTo>
                  <a:pt x="536448" y="297180"/>
                </a:lnTo>
                <a:lnTo>
                  <a:pt x="536448" y="257556"/>
                </a:lnTo>
                <a:lnTo>
                  <a:pt x="635508" y="257556"/>
                </a:lnTo>
                <a:lnTo>
                  <a:pt x="635508" y="288036"/>
                </a:lnTo>
                <a:lnTo>
                  <a:pt x="661416" y="278892"/>
                </a:lnTo>
                <a:lnTo>
                  <a:pt x="660539" y="259156"/>
                </a:lnTo>
                <a:lnTo>
                  <a:pt x="660501" y="257556"/>
                </a:lnTo>
                <a:lnTo>
                  <a:pt x="660234" y="246888"/>
                </a:lnTo>
                <a:lnTo>
                  <a:pt x="660082" y="240982"/>
                </a:lnTo>
                <a:lnTo>
                  <a:pt x="659917" y="224243"/>
                </a:lnTo>
                <a:lnTo>
                  <a:pt x="659892" y="134112"/>
                </a:lnTo>
                <a:lnTo>
                  <a:pt x="668464" y="126492"/>
                </a:lnTo>
                <a:lnTo>
                  <a:pt x="673608" y="121920"/>
                </a:lnTo>
                <a:close/>
              </a:path>
              <a:path w="852170" h="396239">
                <a:moveTo>
                  <a:pt x="851916" y="45720"/>
                </a:moveTo>
                <a:lnTo>
                  <a:pt x="815340" y="9144"/>
                </a:lnTo>
                <a:lnTo>
                  <a:pt x="789432" y="35052"/>
                </a:lnTo>
                <a:lnTo>
                  <a:pt x="446532" y="35052"/>
                </a:lnTo>
                <a:lnTo>
                  <a:pt x="463296" y="50292"/>
                </a:lnTo>
                <a:lnTo>
                  <a:pt x="472732" y="48298"/>
                </a:lnTo>
                <a:lnTo>
                  <a:pt x="482727" y="46863"/>
                </a:lnTo>
                <a:lnTo>
                  <a:pt x="493306" y="46012"/>
                </a:lnTo>
                <a:lnTo>
                  <a:pt x="504444" y="45720"/>
                </a:lnTo>
                <a:lnTo>
                  <a:pt x="745236" y="45720"/>
                </a:lnTo>
                <a:lnTo>
                  <a:pt x="745236" y="321564"/>
                </a:lnTo>
                <a:lnTo>
                  <a:pt x="744664" y="333311"/>
                </a:lnTo>
                <a:lnTo>
                  <a:pt x="740664" y="341185"/>
                </a:lnTo>
                <a:lnTo>
                  <a:pt x="733234" y="345363"/>
                </a:lnTo>
                <a:lnTo>
                  <a:pt x="722376" y="345948"/>
                </a:lnTo>
                <a:lnTo>
                  <a:pt x="672084" y="341376"/>
                </a:lnTo>
                <a:lnTo>
                  <a:pt x="672084" y="348996"/>
                </a:lnTo>
                <a:lnTo>
                  <a:pt x="696353" y="357568"/>
                </a:lnTo>
                <a:lnTo>
                  <a:pt x="714184" y="367284"/>
                </a:lnTo>
                <a:lnTo>
                  <a:pt x="725449" y="378142"/>
                </a:lnTo>
                <a:lnTo>
                  <a:pt x="729996" y="390144"/>
                </a:lnTo>
                <a:lnTo>
                  <a:pt x="747763" y="380199"/>
                </a:lnTo>
                <a:lnTo>
                  <a:pt x="760095" y="366522"/>
                </a:lnTo>
                <a:lnTo>
                  <a:pt x="767295" y="349427"/>
                </a:lnTo>
                <a:lnTo>
                  <a:pt x="767689" y="345948"/>
                </a:lnTo>
                <a:lnTo>
                  <a:pt x="769620" y="329184"/>
                </a:lnTo>
                <a:lnTo>
                  <a:pt x="769620" y="45720"/>
                </a:lnTo>
                <a:lnTo>
                  <a:pt x="851916" y="457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" name="object 21"/>
          <p:cNvSpPr/>
          <p:nvPr/>
        </p:nvSpPr>
        <p:spPr>
          <a:xfrm>
            <a:off x="3953255" y="2372867"/>
            <a:ext cx="338455" cy="393700"/>
          </a:xfrm>
          <a:custGeom>
            <a:avLst/>
            <a:gdLst/>
            <a:ahLst/>
            <a:cxnLst/>
            <a:rect l="l" t="t" r="r" b="b"/>
            <a:pathLst>
              <a:path w="338454" h="393700">
                <a:moveTo>
                  <a:pt x="25908" y="393192"/>
                </a:moveTo>
                <a:lnTo>
                  <a:pt x="22860" y="385572"/>
                </a:lnTo>
                <a:lnTo>
                  <a:pt x="46529" y="380428"/>
                </a:lnTo>
                <a:lnTo>
                  <a:pt x="69342" y="374142"/>
                </a:lnTo>
                <a:lnTo>
                  <a:pt x="111252" y="358140"/>
                </a:lnTo>
                <a:lnTo>
                  <a:pt x="150304" y="337375"/>
                </a:lnTo>
                <a:lnTo>
                  <a:pt x="185928" y="310896"/>
                </a:lnTo>
                <a:lnTo>
                  <a:pt x="216979" y="274129"/>
                </a:lnTo>
                <a:lnTo>
                  <a:pt x="237744" y="227076"/>
                </a:lnTo>
                <a:lnTo>
                  <a:pt x="247619" y="166457"/>
                </a:lnTo>
                <a:lnTo>
                  <a:pt x="250362" y="120969"/>
                </a:lnTo>
                <a:lnTo>
                  <a:pt x="251610" y="66841"/>
                </a:lnTo>
                <a:lnTo>
                  <a:pt x="251570" y="39623"/>
                </a:lnTo>
                <a:lnTo>
                  <a:pt x="251459" y="0"/>
                </a:lnTo>
                <a:lnTo>
                  <a:pt x="294132" y="18288"/>
                </a:lnTo>
                <a:lnTo>
                  <a:pt x="280416" y="30480"/>
                </a:lnTo>
                <a:lnTo>
                  <a:pt x="279253" y="76962"/>
                </a:lnTo>
                <a:lnTo>
                  <a:pt x="277939" y="116776"/>
                </a:lnTo>
                <a:lnTo>
                  <a:pt x="274320" y="176784"/>
                </a:lnTo>
                <a:lnTo>
                  <a:pt x="267462" y="220218"/>
                </a:lnTo>
                <a:lnTo>
                  <a:pt x="256032" y="259080"/>
                </a:lnTo>
                <a:lnTo>
                  <a:pt x="268919" y="268224"/>
                </a:lnTo>
                <a:lnTo>
                  <a:pt x="252983" y="268224"/>
                </a:lnTo>
                <a:lnTo>
                  <a:pt x="234410" y="293965"/>
                </a:lnTo>
                <a:lnTo>
                  <a:pt x="212979" y="316420"/>
                </a:lnTo>
                <a:lnTo>
                  <a:pt x="161544" y="352044"/>
                </a:lnTo>
                <a:lnTo>
                  <a:pt x="98298" y="376047"/>
                </a:lnTo>
                <a:lnTo>
                  <a:pt x="63388" y="385476"/>
                </a:lnTo>
                <a:lnTo>
                  <a:pt x="25908" y="393192"/>
                </a:lnTo>
                <a:close/>
              </a:path>
              <a:path w="338454" h="393700">
                <a:moveTo>
                  <a:pt x="25908" y="335280"/>
                </a:moveTo>
                <a:lnTo>
                  <a:pt x="0" y="304800"/>
                </a:lnTo>
                <a:lnTo>
                  <a:pt x="4000" y="298751"/>
                </a:lnTo>
                <a:lnTo>
                  <a:pt x="6858" y="291846"/>
                </a:lnTo>
                <a:lnTo>
                  <a:pt x="8572" y="283797"/>
                </a:lnTo>
                <a:lnTo>
                  <a:pt x="8998" y="276725"/>
                </a:lnTo>
                <a:lnTo>
                  <a:pt x="9046" y="66841"/>
                </a:lnTo>
                <a:lnTo>
                  <a:pt x="8953" y="54102"/>
                </a:lnTo>
                <a:lnTo>
                  <a:pt x="8501" y="33528"/>
                </a:lnTo>
                <a:lnTo>
                  <a:pt x="7620" y="15240"/>
                </a:lnTo>
                <a:lnTo>
                  <a:pt x="50292" y="36576"/>
                </a:lnTo>
                <a:lnTo>
                  <a:pt x="35052" y="50292"/>
                </a:lnTo>
                <a:lnTo>
                  <a:pt x="35052" y="281940"/>
                </a:lnTo>
                <a:lnTo>
                  <a:pt x="77712" y="281940"/>
                </a:lnTo>
                <a:lnTo>
                  <a:pt x="68580" y="289560"/>
                </a:lnTo>
                <a:lnTo>
                  <a:pt x="55697" y="300990"/>
                </a:lnTo>
                <a:lnTo>
                  <a:pt x="44386" y="312420"/>
                </a:lnTo>
                <a:lnTo>
                  <a:pt x="34504" y="323850"/>
                </a:lnTo>
                <a:lnTo>
                  <a:pt x="25908" y="335280"/>
                </a:lnTo>
                <a:close/>
              </a:path>
              <a:path w="338454" h="393700">
                <a:moveTo>
                  <a:pt x="155448" y="144780"/>
                </a:moveTo>
                <a:lnTo>
                  <a:pt x="153924" y="144780"/>
                </a:lnTo>
                <a:lnTo>
                  <a:pt x="150518" y="143351"/>
                </a:lnTo>
                <a:lnTo>
                  <a:pt x="147256" y="139065"/>
                </a:lnTo>
                <a:lnTo>
                  <a:pt x="144279" y="131921"/>
                </a:lnTo>
                <a:lnTo>
                  <a:pt x="141732" y="121920"/>
                </a:lnTo>
                <a:lnTo>
                  <a:pt x="135707" y="105084"/>
                </a:lnTo>
                <a:lnTo>
                  <a:pt x="126682" y="86677"/>
                </a:lnTo>
                <a:lnTo>
                  <a:pt x="114514" y="66841"/>
                </a:lnTo>
                <a:lnTo>
                  <a:pt x="99060" y="45720"/>
                </a:lnTo>
                <a:lnTo>
                  <a:pt x="105156" y="39623"/>
                </a:lnTo>
                <a:lnTo>
                  <a:pt x="134278" y="61674"/>
                </a:lnTo>
                <a:lnTo>
                  <a:pt x="155257" y="80010"/>
                </a:lnTo>
                <a:lnTo>
                  <a:pt x="167949" y="94916"/>
                </a:lnTo>
                <a:lnTo>
                  <a:pt x="172212" y="106680"/>
                </a:lnTo>
                <a:lnTo>
                  <a:pt x="171664" y="116133"/>
                </a:lnTo>
                <a:lnTo>
                  <a:pt x="170116" y="124015"/>
                </a:lnTo>
                <a:lnTo>
                  <a:pt x="167711" y="130468"/>
                </a:lnTo>
                <a:lnTo>
                  <a:pt x="164592" y="135636"/>
                </a:lnTo>
                <a:lnTo>
                  <a:pt x="160020" y="141732"/>
                </a:lnTo>
                <a:lnTo>
                  <a:pt x="155448" y="144780"/>
                </a:lnTo>
                <a:close/>
              </a:path>
              <a:path w="338454" h="393700">
                <a:moveTo>
                  <a:pt x="77712" y="281940"/>
                </a:moveTo>
                <a:lnTo>
                  <a:pt x="35052" y="281940"/>
                </a:lnTo>
                <a:lnTo>
                  <a:pt x="55602" y="270200"/>
                </a:lnTo>
                <a:lnTo>
                  <a:pt x="82867" y="253174"/>
                </a:lnTo>
                <a:lnTo>
                  <a:pt x="116705" y="230719"/>
                </a:lnTo>
                <a:lnTo>
                  <a:pt x="156972" y="202692"/>
                </a:lnTo>
                <a:lnTo>
                  <a:pt x="161544" y="208788"/>
                </a:lnTo>
                <a:lnTo>
                  <a:pt x="130730" y="236196"/>
                </a:lnTo>
                <a:lnTo>
                  <a:pt x="104775" y="258889"/>
                </a:lnTo>
                <a:lnTo>
                  <a:pt x="83962" y="276725"/>
                </a:lnTo>
                <a:lnTo>
                  <a:pt x="77712" y="281940"/>
                </a:lnTo>
                <a:close/>
              </a:path>
              <a:path w="338454" h="393700">
                <a:moveTo>
                  <a:pt x="324612" y="371856"/>
                </a:moveTo>
                <a:lnTo>
                  <a:pt x="323088" y="371856"/>
                </a:lnTo>
                <a:lnTo>
                  <a:pt x="319635" y="370403"/>
                </a:lnTo>
                <a:lnTo>
                  <a:pt x="316039" y="365950"/>
                </a:lnTo>
                <a:lnTo>
                  <a:pt x="312158" y="358354"/>
                </a:lnTo>
                <a:lnTo>
                  <a:pt x="307847" y="347472"/>
                </a:lnTo>
                <a:lnTo>
                  <a:pt x="300132" y="331446"/>
                </a:lnTo>
                <a:lnTo>
                  <a:pt x="288417" y="312991"/>
                </a:lnTo>
                <a:lnTo>
                  <a:pt x="272601" y="291846"/>
                </a:lnTo>
                <a:lnTo>
                  <a:pt x="252983" y="268224"/>
                </a:lnTo>
                <a:lnTo>
                  <a:pt x="268919" y="268224"/>
                </a:lnTo>
                <a:lnTo>
                  <a:pt x="305323" y="295084"/>
                </a:lnTo>
                <a:lnTo>
                  <a:pt x="332803" y="321754"/>
                </a:lnTo>
                <a:lnTo>
                  <a:pt x="338328" y="339852"/>
                </a:lnTo>
                <a:lnTo>
                  <a:pt x="338328" y="352044"/>
                </a:lnTo>
                <a:lnTo>
                  <a:pt x="335280" y="359664"/>
                </a:lnTo>
                <a:lnTo>
                  <a:pt x="332232" y="364236"/>
                </a:lnTo>
                <a:lnTo>
                  <a:pt x="324612" y="37185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" name="object 22"/>
          <p:cNvSpPr/>
          <p:nvPr/>
        </p:nvSpPr>
        <p:spPr>
          <a:xfrm>
            <a:off x="4347971" y="2363723"/>
            <a:ext cx="408940" cy="408940"/>
          </a:xfrm>
          <a:custGeom>
            <a:avLst/>
            <a:gdLst/>
            <a:ahLst/>
            <a:cxnLst/>
            <a:rect l="l" t="t" r="r" b="b"/>
            <a:pathLst>
              <a:path w="408939" h="408939">
                <a:moveTo>
                  <a:pt x="33527" y="56388"/>
                </a:moveTo>
                <a:lnTo>
                  <a:pt x="33527" y="47244"/>
                </a:lnTo>
                <a:lnTo>
                  <a:pt x="89749" y="43267"/>
                </a:lnTo>
                <a:lnTo>
                  <a:pt x="141541" y="38290"/>
                </a:lnTo>
                <a:lnTo>
                  <a:pt x="188475" y="32456"/>
                </a:lnTo>
                <a:lnTo>
                  <a:pt x="230123" y="25908"/>
                </a:lnTo>
                <a:lnTo>
                  <a:pt x="294512" y="12382"/>
                </a:lnTo>
                <a:lnTo>
                  <a:pt x="329183" y="0"/>
                </a:lnTo>
                <a:lnTo>
                  <a:pt x="353567" y="30480"/>
                </a:lnTo>
                <a:lnTo>
                  <a:pt x="343852" y="30765"/>
                </a:lnTo>
                <a:lnTo>
                  <a:pt x="332993" y="31623"/>
                </a:lnTo>
                <a:lnTo>
                  <a:pt x="320992" y="33051"/>
                </a:lnTo>
                <a:lnTo>
                  <a:pt x="307847" y="35052"/>
                </a:lnTo>
                <a:lnTo>
                  <a:pt x="291036" y="36742"/>
                </a:lnTo>
                <a:lnTo>
                  <a:pt x="205739" y="47244"/>
                </a:lnTo>
                <a:lnTo>
                  <a:pt x="205283" y="48768"/>
                </a:lnTo>
                <a:lnTo>
                  <a:pt x="175259" y="48768"/>
                </a:lnTo>
                <a:lnTo>
                  <a:pt x="148399" y="50815"/>
                </a:lnTo>
                <a:lnTo>
                  <a:pt x="33527" y="56388"/>
                </a:lnTo>
                <a:close/>
              </a:path>
              <a:path w="408939" h="408939">
                <a:moveTo>
                  <a:pt x="188975" y="94488"/>
                </a:moveTo>
                <a:lnTo>
                  <a:pt x="161543" y="94488"/>
                </a:lnTo>
                <a:lnTo>
                  <a:pt x="165830" y="83915"/>
                </a:lnTo>
                <a:lnTo>
                  <a:pt x="169544" y="72771"/>
                </a:lnTo>
                <a:lnTo>
                  <a:pt x="172688" y="61055"/>
                </a:lnTo>
                <a:lnTo>
                  <a:pt x="175259" y="48768"/>
                </a:lnTo>
                <a:lnTo>
                  <a:pt x="205283" y="48768"/>
                </a:lnTo>
                <a:lnTo>
                  <a:pt x="202049" y="59555"/>
                </a:lnTo>
                <a:lnTo>
                  <a:pt x="197857" y="71628"/>
                </a:lnTo>
                <a:lnTo>
                  <a:pt x="193524" y="83034"/>
                </a:lnTo>
                <a:lnTo>
                  <a:pt x="188975" y="94488"/>
                </a:lnTo>
                <a:close/>
              </a:path>
              <a:path w="408939" h="408939">
                <a:moveTo>
                  <a:pt x="59435" y="109728"/>
                </a:moveTo>
                <a:lnTo>
                  <a:pt x="44195" y="94488"/>
                </a:lnTo>
                <a:lnTo>
                  <a:pt x="297179" y="94488"/>
                </a:lnTo>
                <a:lnTo>
                  <a:pt x="323087" y="71628"/>
                </a:lnTo>
                <a:lnTo>
                  <a:pt x="352043" y="105156"/>
                </a:lnTo>
                <a:lnTo>
                  <a:pt x="100583" y="105156"/>
                </a:lnTo>
                <a:lnTo>
                  <a:pt x="89439" y="105441"/>
                </a:lnTo>
                <a:lnTo>
                  <a:pt x="78866" y="106299"/>
                </a:lnTo>
                <a:lnTo>
                  <a:pt x="68865" y="107727"/>
                </a:lnTo>
                <a:lnTo>
                  <a:pt x="59435" y="109728"/>
                </a:lnTo>
                <a:close/>
              </a:path>
              <a:path w="408939" h="408939">
                <a:moveTo>
                  <a:pt x="164591" y="149352"/>
                </a:moveTo>
                <a:lnTo>
                  <a:pt x="138683" y="149352"/>
                </a:lnTo>
                <a:lnTo>
                  <a:pt x="143279" y="140517"/>
                </a:lnTo>
                <a:lnTo>
                  <a:pt x="148018" y="130111"/>
                </a:lnTo>
                <a:lnTo>
                  <a:pt x="153042" y="118276"/>
                </a:lnTo>
                <a:lnTo>
                  <a:pt x="158495" y="105156"/>
                </a:lnTo>
                <a:lnTo>
                  <a:pt x="185927" y="105156"/>
                </a:lnTo>
                <a:lnTo>
                  <a:pt x="180236" y="118276"/>
                </a:lnTo>
                <a:lnTo>
                  <a:pt x="174688" y="130111"/>
                </a:lnTo>
                <a:lnTo>
                  <a:pt x="169425" y="140517"/>
                </a:lnTo>
                <a:lnTo>
                  <a:pt x="164591" y="149352"/>
                </a:lnTo>
                <a:close/>
              </a:path>
              <a:path w="408939" h="408939">
                <a:moveTo>
                  <a:pt x="15239" y="166116"/>
                </a:moveTo>
                <a:lnTo>
                  <a:pt x="0" y="149352"/>
                </a:lnTo>
                <a:lnTo>
                  <a:pt x="348995" y="149352"/>
                </a:lnTo>
                <a:lnTo>
                  <a:pt x="377951" y="124968"/>
                </a:lnTo>
                <a:lnTo>
                  <a:pt x="408431" y="160020"/>
                </a:lnTo>
                <a:lnTo>
                  <a:pt x="57911" y="160020"/>
                </a:lnTo>
                <a:lnTo>
                  <a:pt x="46743" y="160329"/>
                </a:lnTo>
                <a:lnTo>
                  <a:pt x="36004" y="161353"/>
                </a:lnTo>
                <a:lnTo>
                  <a:pt x="25550" y="163234"/>
                </a:lnTo>
                <a:lnTo>
                  <a:pt x="15239" y="166116"/>
                </a:lnTo>
                <a:close/>
              </a:path>
              <a:path w="408939" h="408939">
                <a:moveTo>
                  <a:pt x="4571" y="320040"/>
                </a:moveTo>
                <a:lnTo>
                  <a:pt x="1524" y="315468"/>
                </a:lnTo>
                <a:lnTo>
                  <a:pt x="42386" y="280035"/>
                </a:lnTo>
                <a:lnTo>
                  <a:pt x="78104" y="242316"/>
                </a:lnTo>
                <a:lnTo>
                  <a:pt x="108680" y="202311"/>
                </a:lnTo>
                <a:lnTo>
                  <a:pt x="134111" y="160020"/>
                </a:lnTo>
                <a:lnTo>
                  <a:pt x="160019" y="160020"/>
                </a:lnTo>
                <a:lnTo>
                  <a:pt x="153161" y="173188"/>
                </a:lnTo>
                <a:lnTo>
                  <a:pt x="146303" y="185356"/>
                </a:lnTo>
                <a:lnTo>
                  <a:pt x="139445" y="196667"/>
                </a:lnTo>
                <a:lnTo>
                  <a:pt x="132587" y="207264"/>
                </a:lnTo>
                <a:lnTo>
                  <a:pt x="329770" y="207264"/>
                </a:lnTo>
                <a:lnTo>
                  <a:pt x="333755" y="210312"/>
                </a:lnTo>
                <a:lnTo>
                  <a:pt x="326135" y="217932"/>
                </a:lnTo>
                <a:lnTo>
                  <a:pt x="140207" y="217932"/>
                </a:lnTo>
                <a:lnTo>
                  <a:pt x="140207" y="224028"/>
                </a:lnTo>
                <a:lnTo>
                  <a:pt x="117347" y="224028"/>
                </a:lnTo>
                <a:lnTo>
                  <a:pt x="93083" y="251460"/>
                </a:lnTo>
                <a:lnTo>
                  <a:pt x="66103" y="276606"/>
                </a:lnTo>
                <a:lnTo>
                  <a:pt x="36552" y="299466"/>
                </a:lnTo>
                <a:lnTo>
                  <a:pt x="4571" y="320040"/>
                </a:lnTo>
                <a:close/>
              </a:path>
              <a:path w="408939" h="408939">
                <a:moveTo>
                  <a:pt x="329770" y="207264"/>
                </a:moveTo>
                <a:lnTo>
                  <a:pt x="295655" y="207264"/>
                </a:lnTo>
                <a:lnTo>
                  <a:pt x="307847" y="190500"/>
                </a:lnTo>
                <a:lnTo>
                  <a:pt x="329770" y="207264"/>
                </a:lnTo>
                <a:close/>
              </a:path>
              <a:path w="408939" h="408939">
                <a:moveTo>
                  <a:pt x="321718" y="262128"/>
                </a:moveTo>
                <a:lnTo>
                  <a:pt x="297179" y="262128"/>
                </a:lnTo>
                <a:lnTo>
                  <a:pt x="297179" y="217932"/>
                </a:lnTo>
                <a:lnTo>
                  <a:pt x="326135" y="217932"/>
                </a:lnTo>
                <a:lnTo>
                  <a:pt x="321563" y="222504"/>
                </a:lnTo>
                <a:lnTo>
                  <a:pt x="321718" y="262128"/>
                </a:lnTo>
                <a:close/>
              </a:path>
              <a:path w="408939" h="408939">
                <a:moveTo>
                  <a:pt x="114299" y="408432"/>
                </a:moveTo>
                <a:lnTo>
                  <a:pt x="116395" y="347662"/>
                </a:lnTo>
                <a:lnTo>
                  <a:pt x="117013" y="299466"/>
                </a:lnTo>
                <a:lnTo>
                  <a:pt x="117347" y="224028"/>
                </a:lnTo>
                <a:lnTo>
                  <a:pt x="140207" y="224028"/>
                </a:lnTo>
                <a:lnTo>
                  <a:pt x="140207" y="262128"/>
                </a:lnTo>
                <a:lnTo>
                  <a:pt x="321718" y="262128"/>
                </a:lnTo>
                <a:lnTo>
                  <a:pt x="321759" y="272796"/>
                </a:lnTo>
                <a:lnTo>
                  <a:pt x="140207" y="272796"/>
                </a:lnTo>
                <a:lnTo>
                  <a:pt x="140207" y="320040"/>
                </a:lnTo>
                <a:lnTo>
                  <a:pt x="322191" y="320040"/>
                </a:lnTo>
                <a:lnTo>
                  <a:pt x="322305" y="330708"/>
                </a:lnTo>
                <a:lnTo>
                  <a:pt x="140207" y="330708"/>
                </a:lnTo>
                <a:lnTo>
                  <a:pt x="140207" y="373380"/>
                </a:lnTo>
                <a:lnTo>
                  <a:pt x="322886" y="373380"/>
                </a:lnTo>
                <a:lnTo>
                  <a:pt x="322987" y="384048"/>
                </a:lnTo>
                <a:lnTo>
                  <a:pt x="140207" y="384048"/>
                </a:lnTo>
                <a:lnTo>
                  <a:pt x="140207" y="400812"/>
                </a:lnTo>
                <a:lnTo>
                  <a:pt x="114299" y="408432"/>
                </a:lnTo>
                <a:close/>
              </a:path>
              <a:path w="408939" h="408939">
                <a:moveTo>
                  <a:pt x="322191" y="320040"/>
                </a:moveTo>
                <a:lnTo>
                  <a:pt x="297179" y="320040"/>
                </a:lnTo>
                <a:lnTo>
                  <a:pt x="297179" y="272796"/>
                </a:lnTo>
                <a:lnTo>
                  <a:pt x="321759" y="272796"/>
                </a:lnTo>
                <a:lnTo>
                  <a:pt x="321802" y="283702"/>
                </a:lnTo>
                <a:lnTo>
                  <a:pt x="322191" y="320040"/>
                </a:lnTo>
                <a:close/>
              </a:path>
              <a:path w="408939" h="408939">
                <a:moveTo>
                  <a:pt x="322886" y="373380"/>
                </a:moveTo>
                <a:lnTo>
                  <a:pt x="297179" y="373380"/>
                </a:lnTo>
                <a:lnTo>
                  <a:pt x="297179" y="330708"/>
                </a:lnTo>
                <a:lnTo>
                  <a:pt x="322305" y="330708"/>
                </a:lnTo>
                <a:lnTo>
                  <a:pt x="322849" y="369522"/>
                </a:lnTo>
                <a:lnTo>
                  <a:pt x="322886" y="373380"/>
                </a:lnTo>
                <a:close/>
              </a:path>
              <a:path w="408939" h="408939">
                <a:moveTo>
                  <a:pt x="297179" y="406908"/>
                </a:moveTo>
                <a:lnTo>
                  <a:pt x="297179" y="384048"/>
                </a:lnTo>
                <a:lnTo>
                  <a:pt x="322987" y="384048"/>
                </a:lnTo>
                <a:lnTo>
                  <a:pt x="323087" y="394716"/>
                </a:lnTo>
                <a:lnTo>
                  <a:pt x="297179" y="40690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" name="object 23"/>
          <p:cNvSpPr/>
          <p:nvPr/>
        </p:nvSpPr>
        <p:spPr>
          <a:xfrm>
            <a:off x="4831079" y="2371344"/>
            <a:ext cx="335280" cy="393700"/>
          </a:xfrm>
          <a:custGeom>
            <a:avLst/>
            <a:gdLst/>
            <a:ahLst/>
            <a:cxnLst/>
            <a:rect l="l" t="t" r="r" b="b"/>
            <a:pathLst>
              <a:path w="335279" h="393700">
                <a:moveTo>
                  <a:pt x="297180" y="393191"/>
                </a:moveTo>
                <a:lnTo>
                  <a:pt x="297180" y="364236"/>
                </a:lnTo>
                <a:lnTo>
                  <a:pt x="36575" y="364236"/>
                </a:lnTo>
                <a:lnTo>
                  <a:pt x="24383" y="376428"/>
                </a:lnTo>
                <a:lnTo>
                  <a:pt x="0" y="358140"/>
                </a:lnTo>
                <a:lnTo>
                  <a:pt x="12192" y="345948"/>
                </a:lnTo>
                <a:lnTo>
                  <a:pt x="12168" y="264271"/>
                </a:lnTo>
                <a:lnTo>
                  <a:pt x="12001" y="250316"/>
                </a:lnTo>
                <a:lnTo>
                  <a:pt x="11549" y="235791"/>
                </a:lnTo>
                <a:lnTo>
                  <a:pt x="10668" y="220980"/>
                </a:lnTo>
                <a:lnTo>
                  <a:pt x="50292" y="240791"/>
                </a:lnTo>
                <a:lnTo>
                  <a:pt x="36575" y="252984"/>
                </a:lnTo>
                <a:lnTo>
                  <a:pt x="36575" y="355091"/>
                </a:lnTo>
                <a:lnTo>
                  <a:pt x="153924" y="355091"/>
                </a:lnTo>
                <a:lnTo>
                  <a:pt x="153924" y="185928"/>
                </a:lnTo>
                <a:lnTo>
                  <a:pt x="51816" y="185928"/>
                </a:lnTo>
                <a:lnTo>
                  <a:pt x="38100" y="198120"/>
                </a:lnTo>
                <a:lnTo>
                  <a:pt x="13716" y="178308"/>
                </a:lnTo>
                <a:lnTo>
                  <a:pt x="25907" y="167640"/>
                </a:lnTo>
                <a:lnTo>
                  <a:pt x="25884" y="86320"/>
                </a:lnTo>
                <a:lnTo>
                  <a:pt x="25717" y="75247"/>
                </a:lnTo>
                <a:lnTo>
                  <a:pt x="25265" y="63888"/>
                </a:lnTo>
                <a:lnTo>
                  <a:pt x="24383" y="51816"/>
                </a:lnTo>
                <a:lnTo>
                  <a:pt x="65531" y="73152"/>
                </a:lnTo>
                <a:lnTo>
                  <a:pt x="50292" y="82296"/>
                </a:lnTo>
                <a:lnTo>
                  <a:pt x="50292" y="175260"/>
                </a:lnTo>
                <a:lnTo>
                  <a:pt x="153924" y="175260"/>
                </a:lnTo>
                <a:lnTo>
                  <a:pt x="153924" y="60960"/>
                </a:lnTo>
                <a:lnTo>
                  <a:pt x="153662" y="45219"/>
                </a:lnTo>
                <a:lnTo>
                  <a:pt x="152971" y="29908"/>
                </a:lnTo>
                <a:lnTo>
                  <a:pt x="150876" y="0"/>
                </a:lnTo>
                <a:lnTo>
                  <a:pt x="192024" y="18288"/>
                </a:lnTo>
                <a:lnTo>
                  <a:pt x="178308" y="35052"/>
                </a:lnTo>
                <a:lnTo>
                  <a:pt x="178308" y="175260"/>
                </a:lnTo>
                <a:lnTo>
                  <a:pt x="280416" y="175260"/>
                </a:lnTo>
                <a:lnTo>
                  <a:pt x="280416" y="97536"/>
                </a:lnTo>
                <a:lnTo>
                  <a:pt x="280177" y="86058"/>
                </a:lnTo>
                <a:lnTo>
                  <a:pt x="279130" y="61960"/>
                </a:lnTo>
                <a:lnTo>
                  <a:pt x="278892" y="48768"/>
                </a:lnTo>
                <a:lnTo>
                  <a:pt x="318516" y="67056"/>
                </a:lnTo>
                <a:lnTo>
                  <a:pt x="304800" y="79248"/>
                </a:lnTo>
                <a:lnTo>
                  <a:pt x="304800" y="147828"/>
                </a:lnTo>
                <a:lnTo>
                  <a:pt x="305061" y="156948"/>
                </a:lnTo>
                <a:lnTo>
                  <a:pt x="307848" y="196596"/>
                </a:lnTo>
                <a:lnTo>
                  <a:pt x="280416" y="205740"/>
                </a:lnTo>
                <a:lnTo>
                  <a:pt x="280416" y="185928"/>
                </a:lnTo>
                <a:lnTo>
                  <a:pt x="178308" y="185928"/>
                </a:lnTo>
                <a:lnTo>
                  <a:pt x="178308" y="355091"/>
                </a:lnTo>
                <a:lnTo>
                  <a:pt x="297180" y="355091"/>
                </a:lnTo>
                <a:lnTo>
                  <a:pt x="297156" y="265390"/>
                </a:lnTo>
                <a:lnTo>
                  <a:pt x="296989" y="252412"/>
                </a:lnTo>
                <a:lnTo>
                  <a:pt x="296537" y="238577"/>
                </a:lnTo>
                <a:lnTo>
                  <a:pt x="295656" y="224028"/>
                </a:lnTo>
                <a:lnTo>
                  <a:pt x="335280" y="246888"/>
                </a:lnTo>
                <a:lnTo>
                  <a:pt x="321564" y="257555"/>
                </a:lnTo>
                <a:lnTo>
                  <a:pt x="321564" y="321564"/>
                </a:lnTo>
                <a:lnTo>
                  <a:pt x="321802" y="337327"/>
                </a:lnTo>
                <a:lnTo>
                  <a:pt x="322849" y="368284"/>
                </a:lnTo>
                <a:lnTo>
                  <a:pt x="323088" y="384048"/>
                </a:lnTo>
                <a:lnTo>
                  <a:pt x="297180" y="39319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pic>
        <p:nvPicPr>
          <p:cNvPr id="24" name="object 24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5274564" y="2625280"/>
            <a:ext cx="70104" cy="119443"/>
          </a:xfrm>
          <a:prstGeom prst="rect">
            <a:avLst/>
          </a:prstGeom>
        </p:spPr>
      </p:pic>
      <p:sp>
        <p:nvSpPr>
          <p:cNvPr id="25" name="object 25"/>
          <p:cNvSpPr/>
          <p:nvPr/>
        </p:nvSpPr>
        <p:spPr>
          <a:xfrm>
            <a:off x="5682996" y="2362200"/>
            <a:ext cx="393700" cy="408940"/>
          </a:xfrm>
          <a:custGeom>
            <a:avLst/>
            <a:gdLst/>
            <a:ahLst/>
            <a:cxnLst/>
            <a:rect l="l" t="t" r="r" b="b"/>
            <a:pathLst>
              <a:path w="393700" h="408939">
                <a:moveTo>
                  <a:pt x="156971" y="158496"/>
                </a:moveTo>
                <a:lnTo>
                  <a:pt x="150875" y="155448"/>
                </a:lnTo>
                <a:lnTo>
                  <a:pt x="164091" y="138874"/>
                </a:lnTo>
                <a:lnTo>
                  <a:pt x="176593" y="121158"/>
                </a:lnTo>
                <a:lnTo>
                  <a:pt x="201167" y="82296"/>
                </a:lnTo>
                <a:lnTo>
                  <a:pt x="221741" y="41148"/>
                </a:lnTo>
                <a:lnTo>
                  <a:pt x="237743" y="0"/>
                </a:lnTo>
                <a:lnTo>
                  <a:pt x="272795" y="22860"/>
                </a:lnTo>
                <a:lnTo>
                  <a:pt x="243839" y="48648"/>
                </a:lnTo>
                <a:lnTo>
                  <a:pt x="239267" y="56388"/>
                </a:lnTo>
                <a:lnTo>
                  <a:pt x="345386" y="56388"/>
                </a:lnTo>
                <a:lnTo>
                  <a:pt x="355011" y="65532"/>
                </a:lnTo>
                <a:lnTo>
                  <a:pt x="234695" y="65532"/>
                </a:lnTo>
                <a:lnTo>
                  <a:pt x="225313" y="78962"/>
                </a:lnTo>
                <a:lnTo>
                  <a:pt x="215645" y="91821"/>
                </a:lnTo>
                <a:lnTo>
                  <a:pt x="205978" y="104108"/>
                </a:lnTo>
                <a:lnTo>
                  <a:pt x="196595" y="115824"/>
                </a:lnTo>
                <a:lnTo>
                  <a:pt x="201167" y="118872"/>
                </a:lnTo>
                <a:lnTo>
                  <a:pt x="195071" y="118872"/>
                </a:lnTo>
                <a:lnTo>
                  <a:pt x="185046" y="129135"/>
                </a:lnTo>
                <a:lnTo>
                  <a:pt x="166139" y="149090"/>
                </a:lnTo>
                <a:lnTo>
                  <a:pt x="156971" y="158496"/>
                </a:lnTo>
                <a:close/>
              </a:path>
              <a:path w="393700" h="408939">
                <a:moveTo>
                  <a:pt x="22859" y="74676"/>
                </a:moveTo>
                <a:lnTo>
                  <a:pt x="6095" y="59436"/>
                </a:lnTo>
                <a:lnTo>
                  <a:pt x="132587" y="59436"/>
                </a:lnTo>
                <a:lnTo>
                  <a:pt x="153923" y="38100"/>
                </a:lnTo>
                <a:lnTo>
                  <a:pt x="182879" y="70104"/>
                </a:lnTo>
                <a:lnTo>
                  <a:pt x="64007" y="70104"/>
                </a:lnTo>
                <a:lnTo>
                  <a:pt x="52863" y="70389"/>
                </a:lnTo>
                <a:lnTo>
                  <a:pt x="42290" y="71247"/>
                </a:lnTo>
                <a:lnTo>
                  <a:pt x="32289" y="72675"/>
                </a:lnTo>
                <a:lnTo>
                  <a:pt x="22859" y="74676"/>
                </a:lnTo>
                <a:close/>
              </a:path>
              <a:path w="393700" h="408939">
                <a:moveTo>
                  <a:pt x="345386" y="56388"/>
                </a:moveTo>
                <a:lnTo>
                  <a:pt x="310895" y="56388"/>
                </a:lnTo>
                <a:lnTo>
                  <a:pt x="326136" y="38100"/>
                </a:lnTo>
                <a:lnTo>
                  <a:pt x="345386" y="56388"/>
                </a:lnTo>
                <a:close/>
              </a:path>
              <a:path w="393700" h="408939">
                <a:moveTo>
                  <a:pt x="288035" y="131064"/>
                </a:moveTo>
                <a:lnTo>
                  <a:pt x="277367" y="131064"/>
                </a:lnTo>
                <a:lnTo>
                  <a:pt x="312419" y="65532"/>
                </a:lnTo>
                <a:lnTo>
                  <a:pt x="355011" y="65532"/>
                </a:lnTo>
                <a:lnTo>
                  <a:pt x="356616" y="67056"/>
                </a:lnTo>
                <a:lnTo>
                  <a:pt x="342257" y="71913"/>
                </a:lnTo>
                <a:lnTo>
                  <a:pt x="326326" y="84201"/>
                </a:lnTo>
                <a:lnTo>
                  <a:pt x="308395" y="103917"/>
                </a:lnTo>
                <a:lnTo>
                  <a:pt x="288035" y="131064"/>
                </a:lnTo>
                <a:close/>
              </a:path>
              <a:path w="393700" h="408939">
                <a:moveTo>
                  <a:pt x="3047" y="268224"/>
                </a:moveTo>
                <a:lnTo>
                  <a:pt x="0" y="263651"/>
                </a:lnTo>
                <a:lnTo>
                  <a:pt x="22812" y="223123"/>
                </a:lnTo>
                <a:lnTo>
                  <a:pt x="43052" y="177165"/>
                </a:lnTo>
                <a:lnTo>
                  <a:pt x="60436" y="126063"/>
                </a:lnTo>
                <a:lnTo>
                  <a:pt x="74676" y="70104"/>
                </a:lnTo>
                <a:lnTo>
                  <a:pt x="102107" y="70104"/>
                </a:lnTo>
                <a:lnTo>
                  <a:pt x="93821" y="95273"/>
                </a:lnTo>
                <a:lnTo>
                  <a:pt x="84962" y="120586"/>
                </a:lnTo>
                <a:lnTo>
                  <a:pt x="75533" y="146184"/>
                </a:lnTo>
                <a:lnTo>
                  <a:pt x="65531" y="172212"/>
                </a:lnTo>
                <a:lnTo>
                  <a:pt x="154041" y="172212"/>
                </a:lnTo>
                <a:lnTo>
                  <a:pt x="160019" y="176784"/>
                </a:lnTo>
                <a:lnTo>
                  <a:pt x="152182" y="182880"/>
                </a:lnTo>
                <a:lnTo>
                  <a:pt x="70103" y="182880"/>
                </a:lnTo>
                <a:lnTo>
                  <a:pt x="70103" y="207264"/>
                </a:lnTo>
                <a:lnTo>
                  <a:pt x="48767" y="207264"/>
                </a:lnTo>
                <a:lnTo>
                  <a:pt x="38195" y="224718"/>
                </a:lnTo>
                <a:lnTo>
                  <a:pt x="27050" y="240601"/>
                </a:lnTo>
                <a:lnTo>
                  <a:pt x="15335" y="255055"/>
                </a:lnTo>
                <a:lnTo>
                  <a:pt x="3047" y="268224"/>
                </a:lnTo>
                <a:close/>
              </a:path>
              <a:path w="393700" h="408939">
                <a:moveTo>
                  <a:pt x="391199" y="131064"/>
                </a:moveTo>
                <a:lnTo>
                  <a:pt x="355092" y="131064"/>
                </a:lnTo>
                <a:lnTo>
                  <a:pt x="367284" y="112776"/>
                </a:lnTo>
                <a:lnTo>
                  <a:pt x="391199" y="131064"/>
                </a:lnTo>
                <a:close/>
              </a:path>
              <a:path w="393700" h="408939">
                <a:moveTo>
                  <a:pt x="132587" y="408432"/>
                </a:moveTo>
                <a:lnTo>
                  <a:pt x="128015" y="405384"/>
                </a:lnTo>
                <a:lnTo>
                  <a:pt x="143779" y="388215"/>
                </a:lnTo>
                <a:lnTo>
                  <a:pt x="156971" y="370903"/>
                </a:lnTo>
                <a:lnTo>
                  <a:pt x="176783" y="335280"/>
                </a:lnTo>
                <a:lnTo>
                  <a:pt x="189166" y="290893"/>
                </a:lnTo>
                <a:lnTo>
                  <a:pt x="193545" y="231719"/>
                </a:lnTo>
                <a:lnTo>
                  <a:pt x="193786" y="198810"/>
                </a:lnTo>
                <a:lnTo>
                  <a:pt x="194309" y="168973"/>
                </a:lnTo>
                <a:lnTo>
                  <a:pt x="194833" y="142279"/>
                </a:lnTo>
                <a:lnTo>
                  <a:pt x="195071" y="118872"/>
                </a:lnTo>
                <a:lnTo>
                  <a:pt x="201167" y="118872"/>
                </a:lnTo>
                <a:lnTo>
                  <a:pt x="219455" y="131064"/>
                </a:lnTo>
                <a:lnTo>
                  <a:pt x="391199" y="131064"/>
                </a:lnTo>
                <a:lnTo>
                  <a:pt x="393191" y="132588"/>
                </a:lnTo>
                <a:lnTo>
                  <a:pt x="385571" y="140208"/>
                </a:lnTo>
                <a:lnTo>
                  <a:pt x="217931" y="140208"/>
                </a:lnTo>
                <a:lnTo>
                  <a:pt x="217931" y="201168"/>
                </a:lnTo>
                <a:lnTo>
                  <a:pt x="381000" y="201168"/>
                </a:lnTo>
                <a:lnTo>
                  <a:pt x="381000" y="211836"/>
                </a:lnTo>
                <a:lnTo>
                  <a:pt x="217931" y="211836"/>
                </a:lnTo>
                <a:lnTo>
                  <a:pt x="214883" y="271272"/>
                </a:lnTo>
                <a:lnTo>
                  <a:pt x="381000" y="271272"/>
                </a:lnTo>
                <a:lnTo>
                  <a:pt x="381000" y="281939"/>
                </a:lnTo>
                <a:lnTo>
                  <a:pt x="213359" y="281939"/>
                </a:lnTo>
                <a:lnTo>
                  <a:pt x="209978" y="301061"/>
                </a:lnTo>
                <a:lnTo>
                  <a:pt x="188975" y="353568"/>
                </a:lnTo>
                <a:lnTo>
                  <a:pt x="149756" y="395573"/>
                </a:lnTo>
                <a:lnTo>
                  <a:pt x="132587" y="408432"/>
                </a:lnTo>
                <a:close/>
              </a:path>
              <a:path w="393700" h="408939">
                <a:moveTo>
                  <a:pt x="297179" y="201168"/>
                </a:moveTo>
                <a:lnTo>
                  <a:pt x="275843" y="201168"/>
                </a:lnTo>
                <a:lnTo>
                  <a:pt x="275843" y="140208"/>
                </a:lnTo>
                <a:lnTo>
                  <a:pt x="297179" y="140208"/>
                </a:lnTo>
                <a:lnTo>
                  <a:pt x="297179" y="201168"/>
                </a:lnTo>
                <a:close/>
              </a:path>
              <a:path w="393700" h="408939">
                <a:moveTo>
                  <a:pt x="381000" y="201168"/>
                </a:moveTo>
                <a:lnTo>
                  <a:pt x="358140" y="201168"/>
                </a:lnTo>
                <a:lnTo>
                  <a:pt x="358140" y="140208"/>
                </a:lnTo>
                <a:lnTo>
                  <a:pt x="385571" y="140208"/>
                </a:lnTo>
                <a:lnTo>
                  <a:pt x="381000" y="144780"/>
                </a:lnTo>
                <a:lnTo>
                  <a:pt x="381000" y="201168"/>
                </a:lnTo>
                <a:close/>
              </a:path>
              <a:path w="393700" h="408939">
                <a:moveTo>
                  <a:pt x="154041" y="172212"/>
                </a:moveTo>
                <a:lnTo>
                  <a:pt x="121919" y="172212"/>
                </a:lnTo>
                <a:lnTo>
                  <a:pt x="134111" y="156972"/>
                </a:lnTo>
                <a:lnTo>
                  <a:pt x="154041" y="172212"/>
                </a:lnTo>
                <a:close/>
              </a:path>
              <a:path w="393700" h="408939">
                <a:moveTo>
                  <a:pt x="147012" y="306324"/>
                </a:moveTo>
                <a:lnTo>
                  <a:pt x="123443" y="306324"/>
                </a:lnTo>
                <a:lnTo>
                  <a:pt x="123443" y="182880"/>
                </a:lnTo>
                <a:lnTo>
                  <a:pt x="152182" y="182880"/>
                </a:lnTo>
                <a:lnTo>
                  <a:pt x="146303" y="187452"/>
                </a:lnTo>
                <a:lnTo>
                  <a:pt x="146427" y="255055"/>
                </a:lnTo>
                <a:lnTo>
                  <a:pt x="146502" y="271272"/>
                </a:lnTo>
                <a:lnTo>
                  <a:pt x="146903" y="301061"/>
                </a:lnTo>
                <a:lnTo>
                  <a:pt x="147012" y="306324"/>
                </a:lnTo>
                <a:close/>
              </a:path>
              <a:path w="393700" h="408939">
                <a:moveTo>
                  <a:pt x="47243" y="373380"/>
                </a:moveTo>
                <a:lnTo>
                  <a:pt x="47478" y="342900"/>
                </a:lnTo>
                <a:lnTo>
                  <a:pt x="48047" y="301061"/>
                </a:lnTo>
                <a:lnTo>
                  <a:pt x="48529" y="259580"/>
                </a:lnTo>
                <a:lnTo>
                  <a:pt x="48767" y="207264"/>
                </a:lnTo>
                <a:lnTo>
                  <a:pt x="70103" y="207264"/>
                </a:lnTo>
                <a:lnTo>
                  <a:pt x="70103" y="306324"/>
                </a:lnTo>
                <a:lnTo>
                  <a:pt x="147012" y="306324"/>
                </a:lnTo>
                <a:lnTo>
                  <a:pt x="147348" y="316992"/>
                </a:lnTo>
                <a:lnTo>
                  <a:pt x="70103" y="316992"/>
                </a:lnTo>
                <a:lnTo>
                  <a:pt x="70103" y="364236"/>
                </a:lnTo>
                <a:lnTo>
                  <a:pt x="47243" y="373380"/>
                </a:lnTo>
                <a:close/>
              </a:path>
              <a:path w="393700" h="408939">
                <a:moveTo>
                  <a:pt x="297179" y="271272"/>
                </a:moveTo>
                <a:lnTo>
                  <a:pt x="275843" y="271272"/>
                </a:lnTo>
                <a:lnTo>
                  <a:pt x="275843" y="211836"/>
                </a:lnTo>
                <a:lnTo>
                  <a:pt x="297179" y="211836"/>
                </a:lnTo>
                <a:lnTo>
                  <a:pt x="297179" y="271272"/>
                </a:lnTo>
                <a:close/>
              </a:path>
              <a:path w="393700" h="408939">
                <a:moveTo>
                  <a:pt x="381000" y="271272"/>
                </a:moveTo>
                <a:lnTo>
                  <a:pt x="358140" y="271272"/>
                </a:lnTo>
                <a:lnTo>
                  <a:pt x="358140" y="211836"/>
                </a:lnTo>
                <a:lnTo>
                  <a:pt x="381000" y="211836"/>
                </a:lnTo>
                <a:lnTo>
                  <a:pt x="381000" y="271272"/>
                </a:lnTo>
                <a:close/>
              </a:path>
              <a:path w="393700" h="408939">
                <a:moveTo>
                  <a:pt x="275843" y="396240"/>
                </a:moveTo>
                <a:lnTo>
                  <a:pt x="275843" y="281939"/>
                </a:lnTo>
                <a:lnTo>
                  <a:pt x="297179" y="281939"/>
                </a:lnTo>
                <a:lnTo>
                  <a:pt x="297179" y="384048"/>
                </a:lnTo>
                <a:lnTo>
                  <a:pt x="275843" y="396240"/>
                </a:lnTo>
                <a:close/>
              </a:path>
              <a:path w="393700" h="408939">
                <a:moveTo>
                  <a:pt x="380593" y="368808"/>
                </a:moveTo>
                <a:lnTo>
                  <a:pt x="350520" y="368808"/>
                </a:lnTo>
                <a:lnTo>
                  <a:pt x="356616" y="365760"/>
                </a:lnTo>
                <a:lnTo>
                  <a:pt x="358140" y="361188"/>
                </a:lnTo>
                <a:lnTo>
                  <a:pt x="358140" y="281939"/>
                </a:lnTo>
                <a:lnTo>
                  <a:pt x="381000" y="281939"/>
                </a:lnTo>
                <a:lnTo>
                  <a:pt x="381000" y="364236"/>
                </a:lnTo>
                <a:lnTo>
                  <a:pt x="380593" y="368808"/>
                </a:lnTo>
                <a:close/>
              </a:path>
              <a:path w="393700" h="408939">
                <a:moveTo>
                  <a:pt x="123443" y="342900"/>
                </a:moveTo>
                <a:lnTo>
                  <a:pt x="123443" y="316992"/>
                </a:lnTo>
                <a:lnTo>
                  <a:pt x="147348" y="316992"/>
                </a:lnTo>
                <a:lnTo>
                  <a:pt x="147827" y="332232"/>
                </a:lnTo>
                <a:lnTo>
                  <a:pt x="123443" y="342900"/>
                </a:lnTo>
                <a:close/>
              </a:path>
              <a:path w="393700" h="408939">
                <a:moveTo>
                  <a:pt x="348996" y="405384"/>
                </a:moveTo>
                <a:lnTo>
                  <a:pt x="346186" y="394811"/>
                </a:lnTo>
                <a:lnTo>
                  <a:pt x="337947" y="385953"/>
                </a:lnTo>
                <a:lnTo>
                  <a:pt x="324564" y="378809"/>
                </a:lnTo>
                <a:lnTo>
                  <a:pt x="306323" y="373380"/>
                </a:lnTo>
                <a:lnTo>
                  <a:pt x="306323" y="367284"/>
                </a:lnTo>
                <a:lnTo>
                  <a:pt x="316087" y="368165"/>
                </a:lnTo>
                <a:lnTo>
                  <a:pt x="324993" y="368617"/>
                </a:lnTo>
                <a:lnTo>
                  <a:pt x="333327" y="368784"/>
                </a:lnTo>
                <a:lnTo>
                  <a:pt x="380593" y="368808"/>
                </a:lnTo>
                <a:lnTo>
                  <a:pt x="379857" y="377094"/>
                </a:lnTo>
                <a:lnTo>
                  <a:pt x="374142" y="388239"/>
                </a:lnTo>
                <a:lnTo>
                  <a:pt x="363855" y="397668"/>
                </a:lnTo>
                <a:lnTo>
                  <a:pt x="348996" y="40538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" name="object 26"/>
          <p:cNvSpPr/>
          <p:nvPr/>
        </p:nvSpPr>
        <p:spPr>
          <a:xfrm>
            <a:off x="6128003" y="2363724"/>
            <a:ext cx="396240" cy="408940"/>
          </a:xfrm>
          <a:custGeom>
            <a:avLst/>
            <a:gdLst/>
            <a:ahLst/>
            <a:cxnLst/>
            <a:rect l="l" t="t" r="r" b="b"/>
            <a:pathLst>
              <a:path w="396240" h="408939">
                <a:moveTo>
                  <a:pt x="3048" y="231648"/>
                </a:moveTo>
                <a:lnTo>
                  <a:pt x="0" y="225551"/>
                </a:lnTo>
                <a:lnTo>
                  <a:pt x="21717" y="194143"/>
                </a:lnTo>
                <a:lnTo>
                  <a:pt x="41148" y="161734"/>
                </a:lnTo>
                <a:lnTo>
                  <a:pt x="73152" y="94488"/>
                </a:lnTo>
                <a:lnTo>
                  <a:pt x="94869" y="36957"/>
                </a:lnTo>
                <a:lnTo>
                  <a:pt x="105156" y="0"/>
                </a:lnTo>
                <a:lnTo>
                  <a:pt x="140208" y="21336"/>
                </a:lnTo>
                <a:lnTo>
                  <a:pt x="126492" y="30480"/>
                </a:lnTo>
                <a:lnTo>
                  <a:pt x="113395" y="58483"/>
                </a:lnTo>
                <a:lnTo>
                  <a:pt x="101727" y="83058"/>
                </a:lnTo>
                <a:lnTo>
                  <a:pt x="91773" y="104203"/>
                </a:lnTo>
                <a:lnTo>
                  <a:pt x="83820" y="121920"/>
                </a:lnTo>
                <a:lnTo>
                  <a:pt x="103632" y="134112"/>
                </a:lnTo>
                <a:lnTo>
                  <a:pt x="89916" y="144780"/>
                </a:lnTo>
                <a:lnTo>
                  <a:pt x="89916" y="153924"/>
                </a:lnTo>
                <a:lnTo>
                  <a:pt x="67056" y="153924"/>
                </a:lnTo>
                <a:lnTo>
                  <a:pt x="51054" y="176784"/>
                </a:lnTo>
                <a:lnTo>
                  <a:pt x="35052" y="197358"/>
                </a:lnTo>
                <a:lnTo>
                  <a:pt x="19050" y="215646"/>
                </a:lnTo>
                <a:lnTo>
                  <a:pt x="3048" y="231648"/>
                </a:lnTo>
                <a:close/>
              </a:path>
              <a:path w="396240" h="408939">
                <a:moveTo>
                  <a:pt x="263652" y="74676"/>
                </a:moveTo>
                <a:lnTo>
                  <a:pt x="249936" y="74676"/>
                </a:lnTo>
                <a:lnTo>
                  <a:pt x="248197" y="58412"/>
                </a:lnTo>
                <a:lnTo>
                  <a:pt x="242887" y="41719"/>
                </a:lnTo>
                <a:lnTo>
                  <a:pt x="233862" y="24741"/>
                </a:lnTo>
                <a:lnTo>
                  <a:pt x="220980" y="7620"/>
                </a:lnTo>
                <a:lnTo>
                  <a:pt x="225552" y="1524"/>
                </a:lnTo>
                <a:lnTo>
                  <a:pt x="263485" y="27241"/>
                </a:lnTo>
                <a:lnTo>
                  <a:pt x="277368" y="47244"/>
                </a:lnTo>
                <a:lnTo>
                  <a:pt x="277368" y="50292"/>
                </a:lnTo>
                <a:lnTo>
                  <a:pt x="276510" y="56030"/>
                </a:lnTo>
                <a:lnTo>
                  <a:pt x="273939" y="61912"/>
                </a:lnTo>
                <a:lnTo>
                  <a:pt x="269652" y="68079"/>
                </a:lnTo>
                <a:lnTo>
                  <a:pt x="263652" y="74676"/>
                </a:lnTo>
                <a:close/>
              </a:path>
              <a:path w="396240" h="408939">
                <a:moveTo>
                  <a:pt x="138684" y="89916"/>
                </a:moveTo>
                <a:lnTo>
                  <a:pt x="123444" y="74676"/>
                </a:lnTo>
                <a:lnTo>
                  <a:pt x="344424" y="74676"/>
                </a:lnTo>
                <a:lnTo>
                  <a:pt x="364236" y="54864"/>
                </a:lnTo>
                <a:lnTo>
                  <a:pt x="396240" y="85344"/>
                </a:lnTo>
                <a:lnTo>
                  <a:pt x="179832" y="85344"/>
                </a:lnTo>
                <a:lnTo>
                  <a:pt x="169545" y="85629"/>
                </a:lnTo>
                <a:lnTo>
                  <a:pt x="159258" y="86487"/>
                </a:lnTo>
                <a:lnTo>
                  <a:pt x="148971" y="87915"/>
                </a:lnTo>
                <a:lnTo>
                  <a:pt x="138684" y="89916"/>
                </a:lnTo>
                <a:close/>
              </a:path>
              <a:path w="396240" h="408939">
                <a:moveTo>
                  <a:pt x="170688" y="153924"/>
                </a:moveTo>
                <a:lnTo>
                  <a:pt x="153924" y="137160"/>
                </a:lnTo>
                <a:lnTo>
                  <a:pt x="321564" y="137160"/>
                </a:lnTo>
                <a:lnTo>
                  <a:pt x="342900" y="117348"/>
                </a:lnTo>
                <a:lnTo>
                  <a:pt x="373380" y="147828"/>
                </a:lnTo>
                <a:lnTo>
                  <a:pt x="207264" y="147828"/>
                </a:lnTo>
                <a:lnTo>
                  <a:pt x="198120" y="148137"/>
                </a:lnTo>
                <a:lnTo>
                  <a:pt x="188976" y="149161"/>
                </a:lnTo>
                <a:lnTo>
                  <a:pt x="179832" y="151042"/>
                </a:lnTo>
                <a:lnTo>
                  <a:pt x="170688" y="153924"/>
                </a:lnTo>
                <a:close/>
              </a:path>
              <a:path w="396240" h="408939">
                <a:moveTo>
                  <a:pt x="65532" y="408432"/>
                </a:moveTo>
                <a:lnTo>
                  <a:pt x="66413" y="391882"/>
                </a:lnTo>
                <a:lnTo>
                  <a:pt x="66865" y="376618"/>
                </a:lnTo>
                <a:lnTo>
                  <a:pt x="66966" y="368212"/>
                </a:lnTo>
                <a:lnTo>
                  <a:pt x="67056" y="153924"/>
                </a:lnTo>
                <a:lnTo>
                  <a:pt x="89916" y="153924"/>
                </a:lnTo>
                <a:lnTo>
                  <a:pt x="89916" y="400812"/>
                </a:lnTo>
                <a:lnTo>
                  <a:pt x="65532" y="408432"/>
                </a:lnTo>
                <a:close/>
              </a:path>
              <a:path w="396240" h="408939">
                <a:moveTo>
                  <a:pt x="166116" y="217932"/>
                </a:moveTo>
                <a:lnTo>
                  <a:pt x="150876" y="202692"/>
                </a:lnTo>
                <a:lnTo>
                  <a:pt x="323088" y="202692"/>
                </a:lnTo>
                <a:lnTo>
                  <a:pt x="344424" y="181356"/>
                </a:lnTo>
                <a:lnTo>
                  <a:pt x="374904" y="211836"/>
                </a:lnTo>
                <a:lnTo>
                  <a:pt x="208788" y="211836"/>
                </a:lnTo>
                <a:lnTo>
                  <a:pt x="197619" y="212145"/>
                </a:lnTo>
                <a:lnTo>
                  <a:pt x="186880" y="213169"/>
                </a:lnTo>
                <a:lnTo>
                  <a:pt x="176426" y="215050"/>
                </a:lnTo>
                <a:lnTo>
                  <a:pt x="166116" y="217932"/>
                </a:lnTo>
                <a:close/>
              </a:path>
              <a:path w="396240" h="408939">
                <a:moveTo>
                  <a:pt x="365106" y="262127"/>
                </a:moveTo>
                <a:lnTo>
                  <a:pt x="330708" y="262127"/>
                </a:lnTo>
                <a:lnTo>
                  <a:pt x="345948" y="245363"/>
                </a:lnTo>
                <a:lnTo>
                  <a:pt x="365106" y="262127"/>
                </a:lnTo>
                <a:close/>
              </a:path>
              <a:path w="396240" h="408939">
                <a:moveTo>
                  <a:pt x="166116" y="397764"/>
                </a:moveTo>
                <a:lnTo>
                  <a:pt x="166997" y="383190"/>
                </a:lnTo>
                <a:lnTo>
                  <a:pt x="167413" y="368212"/>
                </a:lnTo>
                <a:lnTo>
                  <a:pt x="167516" y="359664"/>
                </a:lnTo>
                <a:lnTo>
                  <a:pt x="167616" y="308609"/>
                </a:lnTo>
                <a:lnTo>
                  <a:pt x="167449" y="288036"/>
                </a:lnTo>
                <a:lnTo>
                  <a:pt x="166997" y="267462"/>
                </a:lnTo>
                <a:lnTo>
                  <a:pt x="166116" y="246888"/>
                </a:lnTo>
                <a:lnTo>
                  <a:pt x="190500" y="262127"/>
                </a:lnTo>
                <a:lnTo>
                  <a:pt x="365106" y="262127"/>
                </a:lnTo>
                <a:lnTo>
                  <a:pt x="370332" y="266700"/>
                </a:lnTo>
                <a:lnTo>
                  <a:pt x="362494" y="272796"/>
                </a:lnTo>
                <a:lnTo>
                  <a:pt x="190500" y="272796"/>
                </a:lnTo>
                <a:lnTo>
                  <a:pt x="190500" y="353568"/>
                </a:lnTo>
                <a:lnTo>
                  <a:pt x="356616" y="353568"/>
                </a:lnTo>
                <a:lnTo>
                  <a:pt x="356628" y="364236"/>
                </a:lnTo>
                <a:lnTo>
                  <a:pt x="190500" y="364236"/>
                </a:lnTo>
                <a:lnTo>
                  <a:pt x="190500" y="388620"/>
                </a:lnTo>
                <a:lnTo>
                  <a:pt x="166116" y="397764"/>
                </a:lnTo>
                <a:close/>
              </a:path>
              <a:path w="396240" h="408939">
                <a:moveTo>
                  <a:pt x="356616" y="353568"/>
                </a:moveTo>
                <a:lnTo>
                  <a:pt x="333756" y="353568"/>
                </a:lnTo>
                <a:lnTo>
                  <a:pt x="333756" y="272796"/>
                </a:lnTo>
                <a:lnTo>
                  <a:pt x="362494" y="272796"/>
                </a:lnTo>
                <a:lnTo>
                  <a:pt x="356616" y="277368"/>
                </a:lnTo>
                <a:lnTo>
                  <a:pt x="356616" y="353568"/>
                </a:lnTo>
                <a:close/>
              </a:path>
              <a:path w="396240" h="408939">
                <a:moveTo>
                  <a:pt x="333756" y="396240"/>
                </a:moveTo>
                <a:lnTo>
                  <a:pt x="333756" y="364236"/>
                </a:lnTo>
                <a:lnTo>
                  <a:pt x="356628" y="364236"/>
                </a:lnTo>
                <a:lnTo>
                  <a:pt x="356639" y="368212"/>
                </a:lnTo>
                <a:lnTo>
                  <a:pt x="356806" y="375475"/>
                </a:lnTo>
                <a:lnTo>
                  <a:pt x="357258" y="381309"/>
                </a:lnTo>
                <a:lnTo>
                  <a:pt x="358140" y="385572"/>
                </a:lnTo>
                <a:lnTo>
                  <a:pt x="333756" y="39624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27" name="object 27"/>
          <p:cNvGrpSpPr/>
          <p:nvPr/>
        </p:nvGrpSpPr>
        <p:grpSpPr>
          <a:xfrm>
            <a:off x="6589776" y="2362200"/>
            <a:ext cx="757555" cy="408940"/>
            <a:chOff x="6589776" y="2362200"/>
            <a:chExt cx="757555" cy="408940"/>
          </a:xfrm>
        </p:grpSpPr>
        <p:sp>
          <p:nvSpPr>
            <p:cNvPr id="28" name="object 28"/>
            <p:cNvSpPr/>
            <p:nvPr/>
          </p:nvSpPr>
          <p:spPr>
            <a:xfrm>
              <a:off x="6589776" y="2403347"/>
              <a:ext cx="204470" cy="325120"/>
            </a:xfrm>
            <a:custGeom>
              <a:avLst/>
              <a:gdLst/>
              <a:ahLst/>
              <a:cxnLst/>
              <a:rect l="l" t="t" r="r" b="b"/>
              <a:pathLst>
                <a:path w="204470" h="325119">
                  <a:moveTo>
                    <a:pt x="42672" y="324612"/>
                  </a:moveTo>
                  <a:lnTo>
                    <a:pt x="0" y="324612"/>
                  </a:lnTo>
                  <a:lnTo>
                    <a:pt x="0" y="0"/>
                  </a:lnTo>
                  <a:lnTo>
                    <a:pt x="80772" y="0"/>
                  </a:lnTo>
                  <a:lnTo>
                    <a:pt x="94821" y="285"/>
                  </a:lnTo>
                  <a:lnTo>
                    <a:pt x="139541" y="7381"/>
                  </a:lnTo>
                  <a:lnTo>
                    <a:pt x="174045" y="26955"/>
                  </a:lnTo>
                  <a:lnTo>
                    <a:pt x="183073" y="36576"/>
                  </a:lnTo>
                  <a:lnTo>
                    <a:pt x="42672" y="36576"/>
                  </a:lnTo>
                  <a:lnTo>
                    <a:pt x="42672" y="166116"/>
                  </a:lnTo>
                  <a:lnTo>
                    <a:pt x="179437" y="166116"/>
                  </a:lnTo>
                  <a:lnTo>
                    <a:pt x="175260" y="170688"/>
                  </a:lnTo>
                  <a:lnTo>
                    <a:pt x="135636" y="195072"/>
                  </a:lnTo>
                  <a:lnTo>
                    <a:pt x="95773" y="202358"/>
                  </a:lnTo>
                  <a:lnTo>
                    <a:pt x="79248" y="202692"/>
                  </a:lnTo>
                  <a:lnTo>
                    <a:pt x="42672" y="202692"/>
                  </a:lnTo>
                  <a:lnTo>
                    <a:pt x="42672" y="324612"/>
                  </a:lnTo>
                  <a:close/>
                </a:path>
                <a:path w="204470" h="325119">
                  <a:moveTo>
                    <a:pt x="179437" y="166116"/>
                  </a:moveTo>
                  <a:lnTo>
                    <a:pt x="71628" y="166116"/>
                  </a:lnTo>
                  <a:lnTo>
                    <a:pt x="84510" y="165854"/>
                  </a:lnTo>
                  <a:lnTo>
                    <a:pt x="95821" y="165163"/>
                  </a:lnTo>
                  <a:lnTo>
                    <a:pt x="135088" y="152352"/>
                  </a:lnTo>
                  <a:lnTo>
                    <a:pt x="156567" y="120491"/>
                  </a:lnTo>
                  <a:lnTo>
                    <a:pt x="158496" y="99060"/>
                  </a:lnTo>
                  <a:lnTo>
                    <a:pt x="158210" y="91106"/>
                  </a:lnTo>
                  <a:lnTo>
                    <a:pt x="141065" y="54030"/>
                  </a:lnTo>
                  <a:lnTo>
                    <a:pt x="135636" y="50292"/>
                  </a:lnTo>
                  <a:lnTo>
                    <a:pt x="129540" y="45720"/>
                  </a:lnTo>
                  <a:lnTo>
                    <a:pt x="120396" y="42672"/>
                  </a:lnTo>
                  <a:lnTo>
                    <a:pt x="112776" y="39624"/>
                  </a:lnTo>
                  <a:lnTo>
                    <a:pt x="105370" y="38504"/>
                  </a:lnTo>
                  <a:lnTo>
                    <a:pt x="96964" y="37528"/>
                  </a:lnTo>
                  <a:lnTo>
                    <a:pt x="87701" y="36837"/>
                  </a:lnTo>
                  <a:lnTo>
                    <a:pt x="77724" y="36576"/>
                  </a:lnTo>
                  <a:lnTo>
                    <a:pt x="183073" y="36576"/>
                  </a:lnTo>
                  <a:lnTo>
                    <a:pt x="201168" y="72390"/>
                  </a:lnTo>
                  <a:lnTo>
                    <a:pt x="204216" y="97536"/>
                  </a:lnTo>
                  <a:lnTo>
                    <a:pt x="203668" y="107799"/>
                  </a:lnTo>
                  <a:lnTo>
                    <a:pt x="192619" y="146899"/>
                  </a:lnTo>
                  <a:lnTo>
                    <a:pt x="181808" y="163520"/>
                  </a:lnTo>
                  <a:lnTo>
                    <a:pt x="179437" y="166116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9" name="object 29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6812279" y="2560319"/>
              <a:ext cx="102107" cy="167639"/>
            </a:xfrm>
            <a:prstGeom prst="rect">
              <a:avLst/>
            </a:prstGeom>
          </p:spPr>
        </p:pic>
        <p:sp>
          <p:nvSpPr>
            <p:cNvPr id="30" name="object 30"/>
            <p:cNvSpPr/>
            <p:nvPr/>
          </p:nvSpPr>
          <p:spPr>
            <a:xfrm>
              <a:off x="6943343" y="2362200"/>
              <a:ext cx="403860" cy="408940"/>
            </a:xfrm>
            <a:custGeom>
              <a:avLst/>
              <a:gdLst/>
              <a:ahLst/>
              <a:cxnLst/>
              <a:rect l="l" t="t" r="r" b="b"/>
              <a:pathLst>
                <a:path w="403859" h="408939">
                  <a:moveTo>
                    <a:pt x="187452" y="71628"/>
                  </a:moveTo>
                  <a:lnTo>
                    <a:pt x="156972" y="71628"/>
                  </a:lnTo>
                  <a:lnTo>
                    <a:pt x="165496" y="50792"/>
                  </a:lnTo>
                  <a:lnTo>
                    <a:pt x="172593" y="31813"/>
                  </a:lnTo>
                  <a:lnTo>
                    <a:pt x="177974" y="14835"/>
                  </a:lnTo>
                  <a:lnTo>
                    <a:pt x="181356" y="0"/>
                  </a:lnTo>
                  <a:lnTo>
                    <a:pt x="225552" y="24384"/>
                  </a:lnTo>
                  <a:lnTo>
                    <a:pt x="207264" y="32004"/>
                  </a:lnTo>
                  <a:lnTo>
                    <a:pt x="201596" y="43124"/>
                  </a:lnTo>
                  <a:lnTo>
                    <a:pt x="196215" y="53530"/>
                  </a:lnTo>
                  <a:lnTo>
                    <a:pt x="191404" y="63079"/>
                  </a:lnTo>
                  <a:lnTo>
                    <a:pt x="187452" y="71628"/>
                  </a:lnTo>
                  <a:close/>
                </a:path>
                <a:path w="403859" h="408939">
                  <a:moveTo>
                    <a:pt x="16764" y="86868"/>
                  </a:moveTo>
                  <a:lnTo>
                    <a:pt x="0" y="71628"/>
                  </a:lnTo>
                  <a:lnTo>
                    <a:pt x="335280" y="71628"/>
                  </a:lnTo>
                  <a:lnTo>
                    <a:pt x="364236" y="41148"/>
                  </a:lnTo>
                  <a:lnTo>
                    <a:pt x="403860" y="82296"/>
                  </a:lnTo>
                  <a:lnTo>
                    <a:pt x="57912" y="82296"/>
                  </a:lnTo>
                  <a:lnTo>
                    <a:pt x="46767" y="82581"/>
                  </a:lnTo>
                  <a:lnTo>
                    <a:pt x="36195" y="83439"/>
                  </a:lnTo>
                  <a:lnTo>
                    <a:pt x="26193" y="84867"/>
                  </a:lnTo>
                  <a:lnTo>
                    <a:pt x="16764" y="86868"/>
                  </a:lnTo>
                  <a:close/>
                </a:path>
                <a:path w="403859" h="408939">
                  <a:moveTo>
                    <a:pt x="6096" y="269748"/>
                  </a:moveTo>
                  <a:lnTo>
                    <a:pt x="0" y="263652"/>
                  </a:lnTo>
                  <a:lnTo>
                    <a:pt x="24050" y="244863"/>
                  </a:lnTo>
                  <a:lnTo>
                    <a:pt x="46101" y="225361"/>
                  </a:lnTo>
                  <a:lnTo>
                    <a:pt x="85344" y="185928"/>
                  </a:lnTo>
                  <a:lnTo>
                    <a:pt x="119634" y="139255"/>
                  </a:lnTo>
                  <a:lnTo>
                    <a:pt x="153924" y="82296"/>
                  </a:lnTo>
                  <a:lnTo>
                    <a:pt x="182880" y="82296"/>
                  </a:lnTo>
                  <a:lnTo>
                    <a:pt x="173474" y="99131"/>
                  </a:lnTo>
                  <a:lnTo>
                    <a:pt x="163639" y="115252"/>
                  </a:lnTo>
                  <a:lnTo>
                    <a:pt x="153519" y="130516"/>
                  </a:lnTo>
                  <a:lnTo>
                    <a:pt x="143256" y="144780"/>
                  </a:lnTo>
                  <a:lnTo>
                    <a:pt x="330708" y="144780"/>
                  </a:lnTo>
                  <a:lnTo>
                    <a:pt x="336804" y="149352"/>
                  </a:lnTo>
                  <a:lnTo>
                    <a:pt x="328422" y="155448"/>
                  </a:lnTo>
                  <a:lnTo>
                    <a:pt x="135636" y="155448"/>
                  </a:lnTo>
                  <a:lnTo>
                    <a:pt x="135636" y="182880"/>
                  </a:lnTo>
                  <a:lnTo>
                    <a:pt x="111252" y="182880"/>
                  </a:lnTo>
                  <a:lnTo>
                    <a:pt x="86677" y="208026"/>
                  </a:lnTo>
                  <a:lnTo>
                    <a:pt x="60960" y="230886"/>
                  </a:lnTo>
                  <a:lnTo>
                    <a:pt x="34099" y="251460"/>
                  </a:lnTo>
                  <a:lnTo>
                    <a:pt x="6096" y="269748"/>
                  </a:lnTo>
                  <a:close/>
                </a:path>
                <a:path w="403859" h="408939">
                  <a:moveTo>
                    <a:pt x="330708" y="144780"/>
                  </a:moveTo>
                  <a:lnTo>
                    <a:pt x="292608" y="144780"/>
                  </a:lnTo>
                  <a:lnTo>
                    <a:pt x="306324" y="126492"/>
                  </a:lnTo>
                  <a:lnTo>
                    <a:pt x="330708" y="144780"/>
                  </a:lnTo>
                  <a:close/>
                </a:path>
                <a:path w="403859" h="408939">
                  <a:moveTo>
                    <a:pt x="320040" y="214884"/>
                  </a:moveTo>
                  <a:lnTo>
                    <a:pt x="295655" y="214884"/>
                  </a:lnTo>
                  <a:lnTo>
                    <a:pt x="295655" y="155448"/>
                  </a:lnTo>
                  <a:lnTo>
                    <a:pt x="328422" y="155448"/>
                  </a:lnTo>
                  <a:lnTo>
                    <a:pt x="320040" y="161544"/>
                  </a:lnTo>
                  <a:lnTo>
                    <a:pt x="320040" y="214884"/>
                  </a:lnTo>
                  <a:close/>
                </a:path>
                <a:path w="403859" h="408939">
                  <a:moveTo>
                    <a:pt x="109728" y="408432"/>
                  </a:moveTo>
                  <a:lnTo>
                    <a:pt x="110609" y="383262"/>
                  </a:lnTo>
                  <a:lnTo>
                    <a:pt x="111061" y="337375"/>
                  </a:lnTo>
                  <a:lnTo>
                    <a:pt x="111169" y="294132"/>
                  </a:lnTo>
                  <a:lnTo>
                    <a:pt x="111252" y="182880"/>
                  </a:lnTo>
                  <a:lnTo>
                    <a:pt x="135636" y="182880"/>
                  </a:lnTo>
                  <a:lnTo>
                    <a:pt x="135636" y="214884"/>
                  </a:lnTo>
                  <a:lnTo>
                    <a:pt x="320040" y="214884"/>
                  </a:lnTo>
                  <a:lnTo>
                    <a:pt x="320040" y="225552"/>
                  </a:lnTo>
                  <a:lnTo>
                    <a:pt x="135636" y="225552"/>
                  </a:lnTo>
                  <a:lnTo>
                    <a:pt x="135636" y="283464"/>
                  </a:lnTo>
                  <a:lnTo>
                    <a:pt x="320040" y="283464"/>
                  </a:lnTo>
                  <a:lnTo>
                    <a:pt x="320040" y="294132"/>
                  </a:lnTo>
                  <a:lnTo>
                    <a:pt x="135636" y="294132"/>
                  </a:lnTo>
                  <a:lnTo>
                    <a:pt x="135636" y="393192"/>
                  </a:lnTo>
                  <a:lnTo>
                    <a:pt x="109728" y="408432"/>
                  </a:lnTo>
                  <a:close/>
                </a:path>
                <a:path w="403859" h="408939">
                  <a:moveTo>
                    <a:pt x="320040" y="283464"/>
                  </a:moveTo>
                  <a:lnTo>
                    <a:pt x="295655" y="283464"/>
                  </a:lnTo>
                  <a:lnTo>
                    <a:pt x="295655" y="225552"/>
                  </a:lnTo>
                  <a:lnTo>
                    <a:pt x="320040" y="225552"/>
                  </a:lnTo>
                  <a:lnTo>
                    <a:pt x="320040" y="283464"/>
                  </a:lnTo>
                  <a:close/>
                </a:path>
                <a:path w="403859" h="408939">
                  <a:moveTo>
                    <a:pt x="319492" y="370332"/>
                  </a:moveTo>
                  <a:lnTo>
                    <a:pt x="291084" y="370332"/>
                  </a:lnTo>
                  <a:lnTo>
                    <a:pt x="295655" y="365760"/>
                  </a:lnTo>
                  <a:lnTo>
                    <a:pt x="295655" y="294132"/>
                  </a:lnTo>
                  <a:lnTo>
                    <a:pt x="320040" y="294132"/>
                  </a:lnTo>
                  <a:lnTo>
                    <a:pt x="319954" y="367760"/>
                  </a:lnTo>
                  <a:lnTo>
                    <a:pt x="319492" y="370332"/>
                  </a:lnTo>
                  <a:close/>
                </a:path>
                <a:path w="403859" h="408939">
                  <a:moveTo>
                    <a:pt x="281940" y="408432"/>
                  </a:moveTo>
                  <a:lnTo>
                    <a:pt x="279915" y="398454"/>
                  </a:lnTo>
                  <a:lnTo>
                    <a:pt x="271462" y="389191"/>
                  </a:lnTo>
                  <a:lnTo>
                    <a:pt x="256436" y="380785"/>
                  </a:lnTo>
                  <a:lnTo>
                    <a:pt x="234696" y="373380"/>
                  </a:lnTo>
                  <a:lnTo>
                    <a:pt x="234696" y="365760"/>
                  </a:lnTo>
                  <a:lnTo>
                    <a:pt x="248697" y="367760"/>
                  </a:lnTo>
                  <a:lnTo>
                    <a:pt x="260985" y="369189"/>
                  </a:lnTo>
                  <a:lnTo>
                    <a:pt x="271557" y="370046"/>
                  </a:lnTo>
                  <a:lnTo>
                    <a:pt x="280416" y="370332"/>
                  </a:lnTo>
                  <a:lnTo>
                    <a:pt x="319492" y="370332"/>
                  </a:lnTo>
                  <a:lnTo>
                    <a:pt x="317730" y="380142"/>
                  </a:lnTo>
                  <a:lnTo>
                    <a:pt x="310705" y="391287"/>
                  </a:lnTo>
                  <a:lnTo>
                    <a:pt x="298823" y="400716"/>
                  </a:lnTo>
                  <a:lnTo>
                    <a:pt x="281940" y="408432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31" name="object 31"/>
          <p:cNvSpPr/>
          <p:nvPr/>
        </p:nvSpPr>
        <p:spPr>
          <a:xfrm>
            <a:off x="7394448" y="2360675"/>
            <a:ext cx="1294130" cy="411480"/>
          </a:xfrm>
          <a:custGeom>
            <a:avLst/>
            <a:gdLst/>
            <a:ahLst/>
            <a:cxnLst/>
            <a:rect l="l" t="t" r="r" b="b"/>
            <a:pathLst>
              <a:path w="1294129" h="411480">
                <a:moveTo>
                  <a:pt x="396240" y="193548"/>
                </a:moveTo>
                <a:lnTo>
                  <a:pt x="358140" y="153924"/>
                </a:lnTo>
                <a:lnTo>
                  <a:pt x="323088" y="182880"/>
                </a:lnTo>
                <a:lnTo>
                  <a:pt x="0" y="182880"/>
                </a:lnTo>
                <a:lnTo>
                  <a:pt x="15240" y="198120"/>
                </a:lnTo>
                <a:lnTo>
                  <a:pt x="25831" y="196126"/>
                </a:lnTo>
                <a:lnTo>
                  <a:pt x="37147" y="194691"/>
                </a:lnTo>
                <a:lnTo>
                  <a:pt x="49314" y="193840"/>
                </a:lnTo>
                <a:lnTo>
                  <a:pt x="62484" y="193548"/>
                </a:lnTo>
                <a:lnTo>
                  <a:pt x="396240" y="193548"/>
                </a:lnTo>
                <a:close/>
              </a:path>
              <a:path w="1294129" h="411480">
                <a:moveTo>
                  <a:pt x="669023" y="147828"/>
                </a:moveTo>
                <a:lnTo>
                  <a:pt x="627875" y="124968"/>
                </a:lnTo>
                <a:lnTo>
                  <a:pt x="628713" y="144780"/>
                </a:lnTo>
                <a:lnTo>
                  <a:pt x="628827" y="148526"/>
                </a:lnTo>
                <a:lnTo>
                  <a:pt x="629221" y="166306"/>
                </a:lnTo>
                <a:lnTo>
                  <a:pt x="629348" y="179832"/>
                </a:lnTo>
                <a:lnTo>
                  <a:pt x="629259" y="347141"/>
                </a:lnTo>
                <a:lnTo>
                  <a:pt x="629208" y="352996"/>
                </a:lnTo>
                <a:lnTo>
                  <a:pt x="628764" y="379742"/>
                </a:lnTo>
                <a:lnTo>
                  <a:pt x="627875" y="411480"/>
                </a:lnTo>
                <a:lnTo>
                  <a:pt x="656831" y="394716"/>
                </a:lnTo>
                <a:lnTo>
                  <a:pt x="656602" y="378104"/>
                </a:lnTo>
                <a:lnTo>
                  <a:pt x="655548" y="347141"/>
                </a:lnTo>
                <a:lnTo>
                  <a:pt x="655307" y="332232"/>
                </a:lnTo>
                <a:lnTo>
                  <a:pt x="655307" y="158496"/>
                </a:lnTo>
                <a:lnTo>
                  <a:pt x="669023" y="147828"/>
                </a:lnTo>
                <a:close/>
              </a:path>
              <a:path w="1294129" h="411480">
                <a:moveTo>
                  <a:pt x="847331" y="181356"/>
                </a:moveTo>
                <a:lnTo>
                  <a:pt x="798944" y="166306"/>
                </a:lnTo>
                <a:lnTo>
                  <a:pt x="748271" y="138684"/>
                </a:lnTo>
                <a:lnTo>
                  <a:pt x="698360" y="93726"/>
                </a:lnTo>
                <a:lnTo>
                  <a:pt x="658063" y="41148"/>
                </a:lnTo>
                <a:lnTo>
                  <a:pt x="650735" y="30480"/>
                </a:lnTo>
                <a:lnTo>
                  <a:pt x="665975" y="21336"/>
                </a:lnTo>
                <a:lnTo>
                  <a:pt x="629399" y="0"/>
                </a:lnTo>
                <a:lnTo>
                  <a:pt x="618502" y="27127"/>
                </a:lnTo>
                <a:lnTo>
                  <a:pt x="603872" y="55816"/>
                </a:lnTo>
                <a:lnTo>
                  <a:pt x="562343" y="117348"/>
                </a:lnTo>
                <a:lnTo>
                  <a:pt x="536422" y="148526"/>
                </a:lnTo>
                <a:lnTo>
                  <a:pt x="506907" y="175831"/>
                </a:lnTo>
                <a:lnTo>
                  <a:pt x="474268" y="199440"/>
                </a:lnTo>
                <a:lnTo>
                  <a:pt x="438899" y="219456"/>
                </a:lnTo>
                <a:lnTo>
                  <a:pt x="440423" y="225552"/>
                </a:lnTo>
                <a:lnTo>
                  <a:pt x="475500" y="209842"/>
                </a:lnTo>
                <a:lnTo>
                  <a:pt x="535368" y="173266"/>
                </a:lnTo>
                <a:lnTo>
                  <a:pt x="581850" y="130098"/>
                </a:lnTo>
                <a:lnTo>
                  <a:pt x="624662" y="74612"/>
                </a:lnTo>
                <a:lnTo>
                  <a:pt x="644639" y="41148"/>
                </a:lnTo>
                <a:lnTo>
                  <a:pt x="662927" y="71704"/>
                </a:lnTo>
                <a:lnTo>
                  <a:pt x="699503" y="123659"/>
                </a:lnTo>
                <a:lnTo>
                  <a:pt x="737209" y="162737"/>
                </a:lnTo>
                <a:lnTo>
                  <a:pt x="782307" y="195795"/>
                </a:lnTo>
                <a:lnTo>
                  <a:pt x="807707" y="210312"/>
                </a:lnTo>
                <a:lnTo>
                  <a:pt x="814552" y="201168"/>
                </a:lnTo>
                <a:lnTo>
                  <a:pt x="823518" y="194310"/>
                </a:lnTo>
                <a:lnTo>
                  <a:pt x="834504" y="189738"/>
                </a:lnTo>
                <a:lnTo>
                  <a:pt x="847331" y="187452"/>
                </a:lnTo>
                <a:lnTo>
                  <a:pt x="847331" y="181356"/>
                </a:lnTo>
                <a:close/>
              </a:path>
              <a:path w="1294129" h="411480">
                <a:moveTo>
                  <a:pt x="1021067" y="202704"/>
                </a:moveTo>
                <a:lnTo>
                  <a:pt x="1016914" y="199656"/>
                </a:lnTo>
                <a:lnTo>
                  <a:pt x="998207" y="185940"/>
                </a:lnTo>
                <a:lnTo>
                  <a:pt x="989063" y="197700"/>
                </a:lnTo>
                <a:lnTo>
                  <a:pt x="989063" y="210324"/>
                </a:lnTo>
                <a:lnTo>
                  <a:pt x="989063" y="246900"/>
                </a:lnTo>
                <a:lnTo>
                  <a:pt x="989063" y="257568"/>
                </a:lnTo>
                <a:lnTo>
                  <a:pt x="989063" y="295668"/>
                </a:lnTo>
                <a:lnTo>
                  <a:pt x="944867" y="295668"/>
                </a:lnTo>
                <a:lnTo>
                  <a:pt x="944867" y="257568"/>
                </a:lnTo>
                <a:lnTo>
                  <a:pt x="989063" y="257568"/>
                </a:lnTo>
                <a:lnTo>
                  <a:pt x="989063" y="246900"/>
                </a:lnTo>
                <a:lnTo>
                  <a:pt x="944867" y="246900"/>
                </a:lnTo>
                <a:lnTo>
                  <a:pt x="944867" y="210324"/>
                </a:lnTo>
                <a:lnTo>
                  <a:pt x="989063" y="210324"/>
                </a:lnTo>
                <a:lnTo>
                  <a:pt x="989063" y="197700"/>
                </a:lnTo>
                <a:lnTo>
                  <a:pt x="987539" y="199656"/>
                </a:lnTo>
                <a:lnTo>
                  <a:pt x="944867" y="199656"/>
                </a:lnTo>
                <a:lnTo>
                  <a:pt x="923531" y="187464"/>
                </a:lnTo>
                <a:lnTo>
                  <a:pt x="924420" y="201460"/>
                </a:lnTo>
                <a:lnTo>
                  <a:pt x="924864" y="222897"/>
                </a:lnTo>
                <a:lnTo>
                  <a:pt x="924991" y="243852"/>
                </a:lnTo>
                <a:lnTo>
                  <a:pt x="924902" y="291096"/>
                </a:lnTo>
                <a:lnTo>
                  <a:pt x="923366" y="321170"/>
                </a:lnTo>
                <a:lnTo>
                  <a:pt x="916101" y="351866"/>
                </a:lnTo>
                <a:lnTo>
                  <a:pt x="903414" y="379984"/>
                </a:lnTo>
                <a:lnTo>
                  <a:pt x="885431" y="405396"/>
                </a:lnTo>
                <a:lnTo>
                  <a:pt x="888479" y="408444"/>
                </a:lnTo>
                <a:lnTo>
                  <a:pt x="912507" y="387553"/>
                </a:lnTo>
                <a:lnTo>
                  <a:pt x="929817" y="363677"/>
                </a:lnTo>
                <a:lnTo>
                  <a:pt x="940562" y="336638"/>
                </a:lnTo>
                <a:lnTo>
                  <a:pt x="944867" y="306336"/>
                </a:lnTo>
                <a:lnTo>
                  <a:pt x="989063" y="306336"/>
                </a:lnTo>
                <a:lnTo>
                  <a:pt x="989063" y="364248"/>
                </a:lnTo>
                <a:lnTo>
                  <a:pt x="984491" y="367296"/>
                </a:lnTo>
                <a:lnTo>
                  <a:pt x="973823" y="367296"/>
                </a:lnTo>
                <a:lnTo>
                  <a:pt x="966114" y="366153"/>
                </a:lnTo>
                <a:lnTo>
                  <a:pt x="958964" y="365010"/>
                </a:lnTo>
                <a:lnTo>
                  <a:pt x="952398" y="363867"/>
                </a:lnTo>
                <a:lnTo>
                  <a:pt x="946391" y="362724"/>
                </a:lnTo>
                <a:lnTo>
                  <a:pt x="946391" y="370344"/>
                </a:lnTo>
                <a:lnTo>
                  <a:pt x="960678" y="375488"/>
                </a:lnTo>
                <a:lnTo>
                  <a:pt x="971537" y="381774"/>
                </a:lnTo>
                <a:lnTo>
                  <a:pt x="978966" y="389204"/>
                </a:lnTo>
                <a:lnTo>
                  <a:pt x="982967" y="397776"/>
                </a:lnTo>
                <a:lnTo>
                  <a:pt x="994092" y="392366"/>
                </a:lnTo>
                <a:lnTo>
                  <a:pt x="1002207" y="385394"/>
                </a:lnTo>
                <a:lnTo>
                  <a:pt x="1007186" y="376986"/>
                </a:lnTo>
                <a:lnTo>
                  <a:pt x="1008875" y="367296"/>
                </a:lnTo>
                <a:lnTo>
                  <a:pt x="1008875" y="306336"/>
                </a:lnTo>
                <a:lnTo>
                  <a:pt x="1008875" y="295668"/>
                </a:lnTo>
                <a:lnTo>
                  <a:pt x="1008875" y="257568"/>
                </a:lnTo>
                <a:lnTo>
                  <a:pt x="1008875" y="246900"/>
                </a:lnTo>
                <a:lnTo>
                  <a:pt x="1008875" y="213372"/>
                </a:lnTo>
                <a:lnTo>
                  <a:pt x="1012367" y="210324"/>
                </a:lnTo>
                <a:lnTo>
                  <a:pt x="1021067" y="202704"/>
                </a:lnTo>
                <a:close/>
              </a:path>
              <a:path w="1294129" h="411480">
                <a:moveTo>
                  <a:pt x="1129271" y="353580"/>
                </a:moveTo>
                <a:lnTo>
                  <a:pt x="1100975" y="326148"/>
                </a:lnTo>
                <a:lnTo>
                  <a:pt x="1088123" y="320052"/>
                </a:lnTo>
                <a:lnTo>
                  <a:pt x="1089266" y="308063"/>
                </a:lnTo>
                <a:lnTo>
                  <a:pt x="1090409" y="292811"/>
                </a:lnTo>
                <a:lnTo>
                  <a:pt x="1091552" y="274396"/>
                </a:lnTo>
                <a:lnTo>
                  <a:pt x="1092695" y="252996"/>
                </a:lnTo>
                <a:lnTo>
                  <a:pt x="1100315" y="243852"/>
                </a:lnTo>
                <a:lnTo>
                  <a:pt x="1071359" y="228612"/>
                </a:lnTo>
                <a:lnTo>
                  <a:pt x="1072578" y="257136"/>
                </a:lnTo>
                <a:lnTo>
                  <a:pt x="1071930" y="283095"/>
                </a:lnTo>
                <a:lnTo>
                  <a:pt x="1066787" y="326148"/>
                </a:lnTo>
                <a:lnTo>
                  <a:pt x="1049451" y="365963"/>
                </a:lnTo>
                <a:lnTo>
                  <a:pt x="1014971" y="406920"/>
                </a:lnTo>
                <a:lnTo>
                  <a:pt x="1019543" y="409968"/>
                </a:lnTo>
                <a:lnTo>
                  <a:pt x="1042670" y="392582"/>
                </a:lnTo>
                <a:lnTo>
                  <a:pt x="1061643" y="372630"/>
                </a:lnTo>
                <a:lnTo>
                  <a:pt x="1076337" y="350380"/>
                </a:lnTo>
                <a:lnTo>
                  <a:pt x="1086599" y="326148"/>
                </a:lnTo>
                <a:lnTo>
                  <a:pt x="1094917" y="335026"/>
                </a:lnTo>
                <a:lnTo>
                  <a:pt x="1101648" y="343484"/>
                </a:lnTo>
                <a:lnTo>
                  <a:pt x="1106970" y="351650"/>
                </a:lnTo>
                <a:lnTo>
                  <a:pt x="1110983" y="359676"/>
                </a:lnTo>
                <a:lnTo>
                  <a:pt x="1114031" y="367296"/>
                </a:lnTo>
                <a:lnTo>
                  <a:pt x="1115555" y="370344"/>
                </a:lnTo>
                <a:lnTo>
                  <a:pt x="1120127" y="370344"/>
                </a:lnTo>
                <a:lnTo>
                  <a:pt x="1121651" y="368820"/>
                </a:lnTo>
                <a:lnTo>
                  <a:pt x="1124699" y="364248"/>
                </a:lnTo>
                <a:lnTo>
                  <a:pt x="1129271" y="359676"/>
                </a:lnTo>
                <a:lnTo>
                  <a:pt x="1129271" y="353580"/>
                </a:lnTo>
                <a:close/>
              </a:path>
              <a:path w="1294129" h="411480">
                <a:moveTo>
                  <a:pt x="1144511" y="202704"/>
                </a:moveTo>
                <a:lnTo>
                  <a:pt x="1138796" y="198132"/>
                </a:lnTo>
                <a:lnTo>
                  <a:pt x="1121651" y="184416"/>
                </a:lnTo>
                <a:lnTo>
                  <a:pt x="1110983" y="198132"/>
                </a:lnTo>
                <a:lnTo>
                  <a:pt x="1051547" y="198132"/>
                </a:lnTo>
                <a:lnTo>
                  <a:pt x="1031735" y="185940"/>
                </a:lnTo>
                <a:lnTo>
                  <a:pt x="1032573" y="199656"/>
                </a:lnTo>
                <a:lnTo>
                  <a:pt x="1032687" y="202704"/>
                </a:lnTo>
                <a:lnTo>
                  <a:pt x="1033030" y="214896"/>
                </a:lnTo>
                <a:lnTo>
                  <a:pt x="1033132" y="222897"/>
                </a:lnTo>
                <a:lnTo>
                  <a:pt x="1033259" y="246900"/>
                </a:lnTo>
                <a:lnTo>
                  <a:pt x="1033195" y="259092"/>
                </a:lnTo>
                <a:lnTo>
                  <a:pt x="1033094" y="266712"/>
                </a:lnTo>
                <a:lnTo>
                  <a:pt x="1032967" y="274396"/>
                </a:lnTo>
                <a:lnTo>
                  <a:pt x="1031976" y="310642"/>
                </a:lnTo>
                <a:lnTo>
                  <a:pt x="1031735" y="329196"/>
                </a:lnTo>
                <a:lnTo>
                  <a:pt x="1051547" y="318528"/>
                </a:lnTo>
                <a:lnTo>
                  <a:pt x="1051547" y="208800"/>
                </a:lnTo>
                <a:lnTo>
                  <a:pt x="1112507" y="208800"/>
                </a:lnTo>
                <a:lnTo>
                  <a:pt x="1112507" y="318528"/>
                </a:lnTo>
                <a:lnTo>
                  <a:pt x="1133843" y="307860"/>
                </a:lnTo>
                <a:lnTo>
                  <a:pt x="1132967" y="289001"/>
                </a:lnTo>
                <a:lnTo>
                  <a:pt x="1132509" y="266712"/>
                </a:lnTo>
                <a:lnTo>
                  <a:pt x="1132420" y="252996"/>
                </a:lnTo>
                <a:lnTo>
                  <a:pt x="1132319" y="211848"/>
                </a:lnTo>
                <a:lnTo>
                  <a:pt x="1136383" y="208800"/>
                </a:lnTo>
                <a:lnTo>
                  <a:pt x="1144511" y="202704"/>
                </a:lnTo>
                <a:close/>
              </a:path>
              <a:path w="1294129" h="411480">
                <a:moveTo>
                  <a:pt x="1216139" y="124980"/>
                </a:moveTo>
                <a:lnTo>
                  <a:pt x="1211986" y="121932"/>
                </a:lnTo>
                <a:lnTo>
                  <a:pt x="1193279" y="108216"/>
                </a:lnTo>
                <a:lnTo>
                  <a:pt x="1184135" y="119976"/>
                </a:lnTo>
                <a:lnTo>
                  <a:pt x="1184135" y="132600"/>
                </a:lnTo>
                <a:lnTo>
                  <a:pt x="1184135" y="153936"/>
                </a:lnTo>
                <a:lnTo>
                  <a:pt x="981443" y="153936"/>
                </a:lnTo>
                <a:lnTo>
                  <a:pt x="981443" y="132600"/>
                </a:lnTo>
                <a:lnTo>
                  <a:pt x="1184135" y="132600"/>
                </a:lnTo>
                <a:lnTo>
                  <a:pt x="1184135" y="119976"/>
                </a:lnTo>
                <a:lnTo>
                  <a:pt x="1182611" y="121932"/>
                </a:lnTo>
                <a:lnTo>
                  <a:pt x="981443" y="121932"/>
                </a:lnTo>
                <a:lnTo>
                  <a:pt x="960107" y="111264"/>
                </a:lnTo>
                <a:lnTo>
                  <a:pt x="960107" y="178320"/>
                </a:lnTo>
                <a:lnTo>
                  <a:pt x="981443" y="172224"/>
                </a:lnTo>
                <a:lnTo>
                  <a:pt x="981443" y="164604"/>
                </a:lnTo>
                <a:lnTo>
                  <a:pt x="1184135" y="164604"/>
                </a:lnTo>
                <a:lnTo>
                  <a:pt x="1184135" y="178320"/>
                </a:lnTo>
                <a:lnTo>
                  <a:pt x="1205471" y="172224"/>
                </a:lnTo>
                <a:lnTo>
                  <a:pt x="1205471" y="164604"/>
                </a:lnTo>
                <a:lnTo>
                  <a:pt x="1205471" y="153936"/>
                </a:lnTo>
                <a:lnTo>
                  <a:pt x="1205471" y="134124"/>
                </a:lnTo>
                <a:lnTo>
                  <a:pt x="1207249" y="132600"/>
                </a:lnTo>
                <a:lnTo>
                  <a:pt x="1216139" y="124980"/>
                </a:lnTo>
                <a:close/>
              </a:path>
              <a:path w="1294129" h="411480">
                <a:moveTo>
                  <a:pt x="1277099" y="57924"/>
                </a:moveTo>
                <a:lnTo>
                  <a:pt x="1246619" y="24396"/>
                </a:lnTo>
                <a:lnTo>
                  <a:pt x="1222235" y="47256"/>
                </a:lnTo>
                <a:lnTo>
                  <a:pt x="1095743" y="47256"/>
                </a:lnTo>
                <a:lnTo>
                  <a:pt x="1100315" y="41160"/>
                </a:lnTo>
                <a:lnTo>
                  <a:pt x="1103363" y="35064"/>
                </a:lnTo>
                <a:lnTo>
                  <a:pt x="1103363" y="25920"/>
                </a:lnTo>
                <a:lnTo>
                  <a:pt x="1060691" y="1536"/>
                </a:lnTo>
                <a:lnTo>
                  <a:pt x="1057643" y="4584"/>
                </a:lnTo>
                <a:lnTo>
                  <a:pt x="1066787" y="15748"/>
                </a:lnTo>
                <a:lnTo>
                  <a:pt x="1073645" y="26492"/>
                </a:lnTo>
                <a:lnTo>
                  <a:pt x="1078217" y="36944"/>
                </a:lnTo>
                <a:lnTo>
                  <a:pt x="1080503" y="47256"/>
                </a:lnTo>
                <a:lnTo>
                  <a:pt x="897623" y="47256"/>
                </a:lnTo>
                <a:lnTo>
                  <a:pt x="912863" y="62496"/>
                </a:lnTo>
                <a:lnTo>
                  <a:pt x="923175" y="60490"/>
                </a:lnTo>
                <a:lnTo>
                  <a:pt x="933627" y="59067"/>
                </a:lnTo>
                <a:lnTo>
                  <a:pt x="944372" y="58204"/>
                </a:lnTo>
                <a:lnTo>
                  <a:pt x="955535" y="57924"/>
                </a:lnTo>
                <a:lnTo>
                  <a:pt x="960107" y="57924"/>
                </a:lnTo>
                <a:lnTo>
                  <a:pt x="960107" y="83832"/>
                </a:lnTo>
                <a:lnTo>
                  <a:pt x="950963" y="89928"/>
                </a:lnTo>
                <a:lnTo>
                  <a:pt x="970775" y="108216"/>
                </a:lnTo>
                <a:lnTo>
                  <a:pt x="981443" y="97548"/>
                </a:lnTo>
                <a:lnTo>
                  <a:pt x="1228331" y="97548"/>
                </a:lnTo>
                <a:lnTo>
                  <a:pt x="1218793" y="86880"/>
                </a:lnTo>
                <a:lnTo>
                  <a:pt x="1202423" y="68592"/>
                </a:lnTo>
                <a:lnTo>
                  <a:pt x="1181087" y="86880"/>
                </a:lnTo>
                <a:lnTo>
                  <a:pt x="981443" y="86880"/>
                </a:lnTo>
                <a:lnTo>
                  <a:pt x="981443" y="57924"/>
                </a:lnTo>
                <a:lnTo>
                  <a:pt x="1277099" y="57924"/>
                </a:lnTo>
                <a:close/>
              </a:path>
              <a:path w="1294129" h="411480">
                <a:moveTo>
                  <a:pt x="1293863" y="374916"/>
                </a:moveTo>
                <a:lnTo>
                  <a:pt x="1278813" y="338912"/>
                </a:lnTo>
                <a:lnTo>
                  <a:pt x="1278623" y="321576"/>
                </a:lnTo>
                <a:lnTo>
                  <a:pt x="1271003" y="321576"/>
                </a:lnTo>
                <a:lnTo>
                  <a:pt x="1270101" y="333578"/>
                </a:lnTo>
                <a:lnTo>
                  <a:pt x="1269657" y="341477"/>
                </a:lnTo>
                <a:lnTo>
                  <a:pt x="1268869" y="354152"/>
                </a:lnTo>
                <a:lnTo>
                  <a:pt x="1267955" y="362724"/>
                </a:lnTo>
                <a:lnTo>
                  <a:pt x="1266431" y="371868"/>
                </a:lnTo>
                <a:lnTo>
                  <a:pt x="1263383" y="376440"/>
                </a:lnTo>
                <a:lnTo>
                  <a:pt x="1258811" y="374916"/>
                </a:lnTo>
                <a:lnTo>
                  <a:pt x="1243571" y="374916"/>
                </a:lnTo>
                <a:lnTo>
                  <a:pt x="1240523" y="370344"/>
                </a:lnTo>
                <a:lnTo>
                  <a:pt x="1242047" y="361200"/>
                </a:lnTo>
                <a:lnTo>
                  <a:pt x="1242047" y="214896"/>
                </a:lnTo>
                <a:lnTo>
                  <a:pt x="1244485" y="213372"/>
                </a:lnTo>
                <a:lnTo>
                  <a:pt x="1254239" y="207276"/>
                </a:lnTo>
                <a:lnTo>
                  <a:pt x="1248968" y="202704"/>
                </a:lnTo>
                <a:lnTo>
                  <a:pt x="1231379" y="187464"/>
                </a:lnTo>
                <a:lnTo>
                  <a:pt x="1220711" y="202704"/>
                </a:lnTo>
                <a:lnTo>
                  <a:pt x="1173467" y="202704"/>
                </a:lnTo>
                <a:lnTo>
                  <a:pt x="1153655" y="190512"/>
                </a:lnTo>
                <a:lnTo>
                  <a:pt x="1153896" y="211061"/>
                </a:lnTo>
                <a:lnTo>
                  <a:pt x="1154379" y="234149"/>
                </a:lnTo>
                <a:lnTo>
                  <a:pt x="1154963" y="266712"/>
                </a:lnTo>
                <a:lnTo>
                  <a:pt x="1155077" y="283476"/>
                </a:lnTo>
                <a:lnTo>
                  <a:pt x="1154963" y="301764"/>
                </a:lnTo>
                <a:lnTo>
                  <a:pt x="1152893" y="329336"/>
                </a:lnTo>
                <a:lnTo>
                  <a:pt x="1143749" y="357390"/>
                </a:lnTo>
                <a:lnTo>
                  <a:pt x="1127747" y="383146"/>
                </a:lnTo>
                <a:lnTo>
                  <a:pt x="1104887" y="406920"/>
                </a:lnTo>
                <a:lnTo>
                  <a:pt x="1107935" y="409968"/>
                </a:lnTo>
                <a:lnTo>
                  <a:pt x="1137678" y="388531"/>
                </a:lnTo>
                <a:lnTo>
                  <a:pt x="1158417" y="363105"/>
                </a:lnTo>
                <a:lnTo>
                  <a:pt x="1170305" y="333667"/>
                </a:lnTo>
                <a:lnTo>
                  <a:pt x="1173467" y="300240"/>
                </a:lnTo>
                <a:lnTo>
                  <a:pt x="1173467" y="259092"/>
                </a:lnTo>
                <a:lnTo>
                  <a:pt x="1180896" y="266255"/>
                </a:lnTo>
                <a:lnTo>
                  <a:pt x="1187183" y="274142"/>
                </a:lnTo>
                <a:lnTo>
                  <a:pt x="1192326" y="282879"/>
                </a:lnTo>
                <a:lnTo>
                  <a:pt x="1196327" y="292620"/>
                </a:lnTo>
                <a:lnTo>
                  <a:pt x="1199375" y="301764"/>
                </a:lnTo>
                <a:lnTo>
                  <a:pt x="1202423" y="306336"/>
                </a:lnTo>
                <a:lnTo>
                  <a:pt x="1205471" y="306336"/>
                </a:lnTo>
                <a:lnTo>
                  <a:pt x="1210043" y="298716"/>
                </a:lnTo>
                <a:lnTo>
                  <a:pt x="1214615" y="295668"/>
                </a:lnTo>
                <a:lnTo>
                  <a:pt x="1216139" y="291096"/>
                </a:lnTo>
                <a:lnTo>
                  <a:pt x="1216012" y="283095"/>
                </a:lnTo>
                <a:lnTo>
                  <a:pt x="1214615" y="278904"/>
                </a:lnTo>
                <a:lnTo>
                  <a:pt x="1211618" y="274396"/>
                </a:lnTo>
                <a:lnTo>
                  <a:pt x="1207554" y="269468"/>
                </a:lnTo>
                <a:lnTo>
                  <a:pt x="1199946" y="264045"/>
                </a:lnTo>
                <a:lnTo>
                  <a:pt x="1190612" y="259092"/>
                </a:lnTo>
                <a:lnTo>
                  <a:pt x="1188643" y="258038"/>
                </a:lnTo>
                <a:lnTo>
                  <a:pt x="1173467" y="251472"/>
                </a:lnTo>
                <a:lnTo>
                  <a:pt x="1173467" y="213372"/>
                </a:lnTo>
                <a:lnTo>
                  <a:pt x="1222235" y="213372"/>
                </a:lnTo>
                <a:lnTo>
                  <a:pt x="1222324" y="370344"/>
                </a:lnTo>
                <a:lnTo>
                  <a:pt x="1222806" y="379056"/>
                </a:lnTo>
                <a:lnTo>
                  <a:pt x="1226807" y="386727"/>
                </a:lnTo>
                <a:lnTo>
                  <a:pt x="1234236" y="391528"/>
                </a:lnTo>
                <a:lnTo>
                  <a:pt x="1245095" y="393204"/>
                </a:lnTo>
                <a:lnTo>
                  <a:pt x="1271003" y="393204"/>
                </a:lnTo>
                <a:lnTo>
                  <a:pt x="1277581" y="392061"/>
                </a:lnTo>
                <a:lnTo>
                  <a:pt x="1283576" y="388632"/>
                </a:lnTo>
                <a:lnTo>
                  <a:pt x="1289011" y="382917"/>
                </a:lnTo>
                <a:lnTo>
                  <a:pt x="1292948" y="376440"/>
                </a:lnTo>
                <a:lnTo>
                  <a:pt x="1293863" y="37491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" name="object 32"/>
          <p:cNvSpPr/>
          <p:nvPr/>
        </p:nvSpPr>
        <p:spPr>
          <a:xfrm>
            <a:off x="8758428" y="2363723"/>
            <a:ext cx="356870" cy="402590"/>
          </a:xfrm>
          <a:custGeom>
            <a:avLst/>
            <a:gdLst/>
            <a:ahLst/>
            <a:cxnLst/>
            <a:rect l="l" t="t" r="r" b="b"/>
            <a:pathLst>
              <a:path w="356870" h="402589">
                <a:moveTo>
                  <a:pt x="53340" y="89916"/>
                </a:moveTo>
                <a:lnTo>
                  <a:pt x="44196" y="89916"/>
                </a:lnTo>
                <a:lnTo>
                  <a:pt x="51339" y="62793"/>
                </a:lnTo>
                <a:lnTo>
                  <a:pt x="56769" y="38671"/>
                </a:lnTo>
                <a:lnTo>
                  <a:pt x="60483" y="17692"/>
                </a:lnTo>
                <a:lnTo>
                  <a:pt x="62484" y="0"/>
                </a:lnTo>
                <a:lnTo>
                  <a:pt x="100584" y="21336"/>
                </a:lnTo>
                <a:lnTo>
                  <a:pt x="91487" y="29051"/>
                </a:lnTo>
                <a:lnTo>
                  <a:pt x="80391" y="43053"/>
                </a:lnTo>
                <a:lnTo>
                  <a:pt x="67579" y="63341"/>
                </a:lnTo>
                <a:lnTo>
                  <a:pt x="53340" y="89916"/>
                </a:lnTo>
                <a:close/>
              </a:path>
              <a:path w="356870" h="402589">
                <a:moveTo>
                  <a:pt x="147828" y="192024"/>
                </a:moveTo>
                <a:lnTo>
                  <a:pt x="143256" y="187452"/>
                </a:lnTo>
                <a:lnTo>
                  <a:pt x="160162" y="160615"/>
                </a:lnTo>
                <a:lnTo>
                  <a:pt x="174498" y="135064"/>
                </a:lnTo>
                <a:lnTo>
                  <a:pt x="196596" y="88392"/>
                </a:lnTo>
                <a:lnTo>
                  <a:pt x="211836" y="44958"/>
                </a:lnTo>
                <a:lnTo>
                  <a:pt x="222503" y="1524"/>
                </a:lnTo>
                <a:lnTo>
                  <a:pt x="260603" y="24384"/>
                </a:lnTo>
                <a:lnTo>
                  <a:pt x="252864" y="32361"/>
                </a:lnTo>
                <a:lnTo>
                  <a:pt x="243268" y="47053"/>
                </a:lnTo>
                <a:lnTo>
                  <a:pt x="231671" y="68318"/>
                </a:lnTo>
                <a:lnTo>
                  <a:pt x="217932" y="96012"/>
                </a:lnTo>
                <a:lnTo>
                  <a:pt x="350520" y="96012"/>
                </a:lnTo>
                <a:lnTo>
                  <a:pt x="356616" y="102108"/>
                </a:lnTo>
                <a:lnTo>
                  <a:pt x="350901" y="106680"/>
                </a:lnTo>
                <a:lnTo>
                  <a:pt x="213360" y="106680"/>
                </a:lnTo>
                <a:lnTo>
                  <a:pt x="197977" y="130730"/>
                </a:lnTo>
                <a:lnTo>
                  <a:pt x="181737" y="152781"/>
                </a:lnTo>
                <a:lnTo>
                  <a:pt x="164925" y="173116"/>
                </a:lnTo>
                <a:lnTo>
                  <a:pt x="147828" y="192024"/>
                </a:lnTo>
                <a:close/>
              </a:path>
              <a:path w="356870" h="402589">
                <a:moveTo>
                  <a:pt x="145766" y="89916"/>
                </a:moveTo>
                <a:lnTo>
                  <a:pt x="111252" y="89916"/>
                </a:lnTo>
                <a:lnTo>
                  <a:pt x="128016" y="73152"/>
                </a:lnTo>
                <a:lnTo>
                  <a:pt x="145766" y="89916"/>
                </a:lnTo>
                <a:close/>
              </a:path>
              <a:path w="356870" h="402589">
                <a:moveTo>
                  <a:pt x="0" y="397764"/>
                </a:moveTo>
                <a:lnTo>
                  <a:pt x="834" y="359664"/>
                </a:lnTo>
                <a:lnTo>
                  <a:pt x="935" y="352615"/>
                </a:lnTo>
                <a:lnTo>
                  <a:pt x="1333" y="316992"/>
                </a:lnTo>
                <a:lnTo>
                  <a:pt x="1430" y="178308"/>
                </a:lnTo>
                <a:lnTo>
                  <a:pt x="1309" y="152781"/>
                </a:lnTo>
                <a:lnTo>
                  <a:pt x="881" y="114704"/>
                </a:lnTo>
                <a:lnTo>
                  <a:pt x="0" y="74676"/>
                </a:lnTo>
                <a:lnTo>
                  <a:pt x="25908" y="89916"/>
                </a:lnTo>
                <a:lnTo>
                  <a:pt x="145766" y="89916"/>
                </a:lnTo>
                <a:lnTo>
                  <a:pt x="155448" y="99060"/>
                </a:lnTo>
                <a:lnTo>
                  <a:pt x="153162" y="100584"/>
                </a:lnTo>
                <a:lnTo>
                  <a:pt x="24384" y="100584"/>
                </a:lnTo>
                <a:lnTo>
                  <a:pt x="24384" y="211836"/>
                </a:lnTo>
                <a:lnTo>
                  <a:pt x="137464" y="211836"/>
                </a:lnTo>
                <a:lnTo>
                  <a:pt x="137526" y="222504"/>
                </a:lnTo>
                <a:lnTo>
                  <a:pt x="24384" y="222504"/>
                </a:lnTo>
                <a:lnTo>
                  <a:pt x="24384" y="344424"/>
                </a:lnTo>
                <a:lnTo>
                  <a:pt x="138504" y="344424"/>
                </a:lnTo>
                <a:lnTo>
                  <a:pt x="138567" y="355092"/>
                </a:lnTo>
                <a:lnTo>
                  <a:pt x="24384" y="355092"/>
                </a:lnTo>
                <a:lnTo>
                  <a:pt x="24384" y="384048"/>
                </a:lnTo>
                <a:lnTo>
                  <a:pt x="0" y="397764"/>
                </a:lnTo>
                <a:close/>
              </a:path>
              <a:path w="356870" h="402589">
                <a:moveTo>
                  <a:pt x="350520" y="96012"/>
                </a:moveTo>
                <a:lnTo>
                  <a:pt x="310896" y="96012"/>
                </a:lnTo>
                <a:lnTo>
                  <a:pt x="330708" y="76200"/>
                </a:lnTo>
                <a:lnTo>
                  <a:pt x="350520" y="96012"/>
                </a:lnTo>
                <a:close/>
              </a:path>
              <a:path w="356870" h="402589">
                <a:moveTo>
                  <a:pt x="137464" y="211836"/>
                </a:moveTo>
                <a:lnTo>
                  <a:pt x="114300" y="211836"/>
                </a:lnTo>
                <a:lnTo>
                  <a:pt x="114300" y="100584"/>
                </a:lnTo>
                <a:lnTo>
                  <a:pt x="153162" y="100584"/>
                </a:lnTo>
                <a:lnTo>
                  <a:pt x="137160" y="111252"/>
                </a:lnTo>
                <a:lnTo>
                  <a:pt x="137263" y="160615"/>
                </a:lnTo>
                <a:lnTo>
                  <a:pt x="137367" y="195333"/>
                </a:lnTo>
                <a:lnTo>
                  <a:pt x="137464" y="211836"/>
                </a:lnTo>
                <a:close/>
              </a:path>
              <a:path w="356870" h="402589">
                <a:moveTo>
                  <a:pt x="327213" y="359664"/>
                </a:moveTo>
                <a:lnTo>
                  <a:pt x="283464" y="359664"/>
                </a:lnTo>
                <a:lnTo>
                  <a:pt x="291750" y="357925"/>
                </a:lnTo>
                <a:lnTo>
                  <a:pt x="298323" y="352615"/>
                </a:lnTo>
                <a:lnTo>
                  <a:pt x="308610" y="305562"/>
                </a:lnTo>
                <a:lnTo>
                  <a:pt x="310896" y="259842"/>
                </a:lnTo>
                <a:lnTo>
                  <a:pt x="313222" y="192024"/>
                </a:lnTo>
                <a:lnTo>
                  <a:pt x="315467" y="106680"/>
                </a:lnTo>
                <a:lnTo>
                  <a:pt x="350901" y="106680"/>
                </a:lnTo>
                <a:lnTo>
                  <a:pt x="341376" y="114300"/>
                </a:lnTo>
                <a:lnTo>
                  <a:pt x="339535" y="188719"/>
                </a:lnTo>
                <a:lnTo>
                  <a:pt x="337620" y="249167"/>
                </a:lnTo>
                <a:lnTo>
                  <a:pt x="335560" y="295570"/>
                </a:lnTo>
                <a:lnTo>
                  <a:pt x="333280" y="327855"/>
                </a:lnTo>
                <a:lnTo>
                  <a:pt x="330708" y="345948"/>
                </a:lnTo>
                <a:lnTo>
                  <a:pt x="327856" y="357925"/>
                </a:lnTo>
                <a:lnTo>
                  <a:pt x="327213" y="359664"/>
                </a:lnTo>
                <a:close/>
              </a:path>
              <a:path w="356870" h="402589">
                <a:moveTo>
                  <a:pt x="231648" y="269748"/>
                </a:moveTo>
                <a:lnTo>
                  <a:pt x="230124" y="269748"/>
                </a:lnTo>
                <a:lnTo>
                  <a:pt x="226742" y="268295"/>
                </a:lnTo>
                <a:lnTo>
                  <a:pt x="223647" y="263842"/>
                </a:lnTo>
                <a:lnTo>
                  <a:pt x="221122" y="256246"/>
                </a:lnTo>
                <a:lnTo>
                  <a:pt x="219456" y="245364"/>
                </a:lnTo>
                <a:lnTo>
                  <a:pt x="214884" y="228242"/>
                </a:lnTo>
                <a:lnTo>
                  <a:pt x="208026" y="211264"/>
                </a:lnTo>
                <a:lnTo>
                  <a:pt x="198882" y="194571"/>
                </a:lnTo>
                <a:lnTo>
                  <a:pt x="187452" y="178308"/>
                </a:lnTo>
                <a:lnTo>
                  <a:pt x="192024" y="172212"/>
                </a:lnTo>
                <a:lnTo>
                  <a:pt x="224218" y="199644"/>
                </a:lnTo>
                <a:lnTo>
                  <a:pt x="246888" y="236220"/>
                </a:lnTo>
                <a:lnTo>
                  <a:pt x="246888" y="248412"/>
                </a:lnTo>
                <a:lnTo>
                  <a:pt x="245364" y="254508"/>
                </a:lnTo>
                <a:lnTo>
                  <a:pt x="239267" y="260603"/>
                </a:lnTo>
                <a:lnTo>
                  <a:pt x="234696" y="266700"/>
                </a:lnTo>
                <a:lnTo>
                  <a:pt x="231648" y="269748"/>
                </a:lnTo>
                <a:close/>
              </a:path>
              <a:path w="356870" h="402589">
                <a:moveTo>
                  <a:pt x="138504" y="344424"/>
                </a:moveTo>
                <a:lnTo>
                  <a:pt x="114300" y="344424"/>
                </a:lnTo>
                <a:lnTo>
                  <a:pt x="114300" y="222504"/>
                </a:lnTo>
                <a:lnTo>
                  <a:pt x="137526" y="222504"/>
                </a:lnTo>
                <a:lnTo>
                  <a:pt x="137723" y="254508"/>
                </a:lnTo>
                <a:lnTo>
                  <a:pt x="138504" y="344424"/>
                </a:lnTo>
                <a:close/>
              </a:path>
              <a:path w="356870" h="402589">
                <a:moveTo>
                  <a:pt x="278891" y="402336"/>
                </a:moveTo>
                <a:lnTo>
                  <a:pt x="271772" y="389453"/>
                </a:lnTo>
                <a:lnTo>
                  <a:pt x="259651" y="378142"/>
                </a:lnTo>
                <a:lnTo>
                  <a:pt x="242613" y="368236"/>
                </a:lnTo>
                <a:lnTo>
                  <a:pt x="220979" y="359664"/>
                </a:lnTo>
                <a:lnTo>
                  <a:pt x="220979" y="352044"/>
                </a:lnTo>
                <a:lnTo>
                  <a:pt x="241244" y="355163"/>
                </a:lnTo>
                <a:lnTo>
                  <a:pt x="258508" y="357568"/>
                </a:lnTo>
                <a:lnTo>
                  <a:pt x="272629" y="359116"/>
                </a:lnTo>
                <a:lnTo>
                  <a:pt x="283464" y="359664"/>
                </a:lnTo>
                <a:lnTo>
                  <a:pt x="327213" y="359664"/>
                </a:lnTo>
                <a:lnTo>
                  <a:pt x="324027" y="368260"/>
                </a:lnTo>
                <a:lnTo>
                  <a:pt x="289670" y="397764"/>
                </a:lnTo>
                <a:lnTo>
                  <a:pt x="278891" y="402336"/>
                </a:lnTo>
                <a:close/>
              </a:path>
              <a:path w="356870" h="402589">
                <a:moveTo>
                  <a:pt x="114300" y="391668"/>
                </a:moveTo>
                <a:lnTo>
                  <a:pt x="114300" y="355092"/>
                </a:lnTo>
                <a:lnTo>
                  <a:pt x="138567" y="355092"/>
                </a:lnTo>
                <a:lnTo>
                  <a:pt x="138684" y="377952"/>
                </a:lnTo>
                <a:lnTo>
                  <a:pt x="114300" y="39166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" name="object 33"/>
          <p:cNvSpPr/>
          <p:nvPr/>
        </p:nvSpPr>
        <p:spPr>
          <a:xfrm>
            <a:off x="9169908" y="2363724"/>
            <a:ext cx="405765" cy="407034"/>
          </a:xfrm>
          <a:custGeom>
            <a:avLst/>
            <a:gdLst/>
            <a:ahLst/>
            <a:cxnLst/>
            <a:rect l="l" t="t" r="r" b="b"/>
            <a:pathLst>
              <a:path w="405765" h="407035">
                <a:moveTo>
                  <a:pt x="16764" y="134112"/>
                </a:moveTo>
                <a:lnTo>
                  <a:pt x="12192" y="129540"/>
                </a:lnTo>
                <a:lnTo>
                  <a:pt x="27598" y="114371"/>
                </a:lnTo>
                <a:lnTo>
                  <a:pt x="41719" y="98488"/>
                </a:lnTo>
                <a:lnTo>
                  <a:pt x="76104" y="47148"/>
                </a:lnTo>
                <a:lnTo>
                  <a:pt x="97536" y="0"/>
                </a:lnTo>
                <a:lnTo>
                  <a:pt x="129540" y="22860"/>
                </a:lnTo>
                <a:lnTo>
                  <a:pt x="100012" y="52768"/>
                </a:lnTo>
                <a:lnTo>
                  <a:pt x="96012" y="57912"/>
                </a:lnTo>
                <a:lnTo>
                  <a:pt x="209854" y="57912"/>
                </a:lnTo>
                <a:lnTo>
                  <a:pt x="219456" y="68580"/>
                </a:lnTo>
                <a:lnTo>
                  <a:pt x="91440" y="68580"/>
                </a:lnTo>
                <a:lnTo>
                  <a:pt x="59436" y="100584"/>
                </a:lnTo>
                <a:lnTo>
                  <a:pt x="49982" y="108608"/>
                </a:lnTo>
                <a:lnTo>
                  <a:pt x="39814" y="116776"/>
                </a:lnTo>
                <a:lnTo>
                  <a:pt x="28789" y="125229"/>
                </a:lnTo>
                <a:lnTo>
                  <a:pt x="16764" y="134112"/>
                </a:lnTo>
                <a:close/>
              </a:path>
              <a:path w="405765" h="407035">
                <a:moveTo>
                  <a:pt x="204216" y="108204"/>
                </a:moveTo>
                <a:lnTo>
                  <a:pt x="201168" y="102108"/>
                </a:lnTo>
                <a:lnTo>
                  <a:pt x="211145" y="90154"/>
                </a:lnTo>
                <a:lnTo>
                  <a:pt x="220408" y="77343"/>
                </a:lnTo>
                <a:lnTo>
                  <a:pt x="243387" y="36242"/>
                </a:lnTo>
                <a:lnTo>
                  <a:pt x="256031" y="1524"/>
                </a:lnTo>
                <a:lnTo>
                  <a:pt x="288036" y="24384"/>
                </a:lnTo>
                <a:lnTo>
                  <a:pt x="259365" y="51911"/>
                </a:lnTo>
                <a:lnTo>
                  <a:pt x="254508" y="57912"/>
                </a:lnTo>
                <a:lnTo>
                  <a:pt x="382016" y="57912"/>
                </a:lnTo>
                <a:lnTo>
                  <a:pt x="391668" y="68580"/>
                </a:lnTo>
                <a:lnTo>
                  <a:pt x="249936" y="68580"/>
                </a:lnTo>
                <a:lnTo>
                  <a:pt x="240220" y="77985"/>
                </a:lnTo>
                <a:lnTo>
                  <a:pt x="229362" y="87820"/>
                </a:lnTo>
                <a:lnTo>
                  <a:pt x="217360" y="97940"/>
                </a:lnTo>
                <a:lnTo>
                  <a:pt x="204216" y="108204"/>
                </a:lnTo>
                <a:close/>
              </a:path>
              <a:path w="405765" h="407035">
                <a:moveTo>
                  <a:pt x="382016" y="57912"/>
                </a:moveTo>
                <a:lnTo>
                  <a:pt x="341376" y="57912"/>
                </a:lnTo>
                <a:lnTo>
                  <a:pt x="362712" y="36576"/>
                </a:lnTo>
                <a:lnTo>
                  <a:pt x="382016" y="57912"/>
                </a:lnTo>
                <a:close/>
              </a:path>
              <a:path w="405765" h="407035">
                <a:moveTo>
                  <a:pt x="209854" y="57912"/>
                </a:moveTo>
                <a:lnTo>
                  <a:pt x="172212" y="57912"/>
                </a:lnTo>
                <a:lnTo>
                  <a:pt x="192024" y="38100"/>
                </a:lnTo>
                <a:lnTo>
                  <a:pt x="209854" y="57912"/>
                </a:lnTo>
                <a:close/>
              </a:path>
              <a:path w="405765" h="407035">
                <a:moveTo>
                  <a:pt x="147828" y="126492"/>
                </a:moveTo>
                <a:lnTo>
                  <a:pt x="140208" y="126492"/>
                </a:lnTo>
                <a:lnTo>
                  <a:pt x="137160" y="123444"/>
                </a:lnTo>
                <a:lnTo>
                  <a:pt x="135636" y="117348"/>
                </a:lnTo>
                <a:lnTo>
                  <a:pt x="134231" y="109632"/>
                </a:lnTo>
                <a:lnTo>
                  <a:pt x="132397" y="102489"/>
                </a:lnTo>
                <a:lnTo>
                  <a:pt x="130278" y="95916"/>
                </a:lnTo>
                <a:lnTo>
                  <a:pt x="128016" y="89916"/>
                </a:lnTo>
                <a:lnTo>
                  <a:pt x="118872" y="74676"/>
                </a:lnTo>
                <a:lnTo>
                  <a:pt x="114300" y="68580"/>
                </a:lnTo>
                <a:lnTo>
                  <a:pt x="123444" y="68580"/>
                </a:lnTo>
                <a:lnTo>
                  <a:pt x="130897" y="72532"/>
                </a:lnTo>
                <a:lnTo>
                  <a:pt x="137350" y="77343"/>
                </a:lnTo>
                <a:lnTo>
                  <a:pt x="142946" y="82724"/>
                </a:lnTo>
                <a:lnTo>
                  <a:pt x="147828" y="88392"/>
                </a:lnTo>
                <a:lnTo>
                  <a:pt x="155448" y="96012"/>
                </a:lnTo>
                <a:lnTo>
                  <a:pt x="158496" y="102108"/>
                </a:lnTo>
                <a:lnTo>
                  <a:pt x="158496" y="109728"/>
                </a:lnTo>
                <a:lnTo>
                  <a:pt x="156972" y="117348"/>
                </a:lnTo>
                <a:lnTo>
                  <a:pt x="155448" y="121920"/>
                </a:lnTo>
                <a:lnTo>
                  <a:pt x="152400" y="123444"/>
                </a:lnTo>
                <a:lnTo>
                  <a:pt x="147828" y="126492"/>
                </a:lnTo>
                <a:close/>
              </a:path>
              <a:path w="405765" h="407035">
                <a:moveTo>
                  <a:pt x="300228" y="131064"/>
                </a:moveTo>
                <a:lnTo>
                  <a:pt x="297179" y="128016"/>
                </a:lnTo>
                <a:lnTo>
                  <a:pt x="295655" y="118872"/>
                </a:lnTo>
                <a:lnTo>
                  <a:pt x="294251" y="112037"/>
                </a:lnTo>
                <a:lnTo>
                  <a:pt x="276463" y="75176"/>
                </a:lnTo>
                <a:lnTo>
                  <a:pt x="271272" y="68580"/>
                </a:lnTo>
                <a:lnTo>
                  <a:pt x="280416" y="68580"/>
                </a:lnTo>
                <a:lnTo>
                  <a:pt x="314848" y="94107"/>
                </a:lnTo>
                <a:lnTo>
                  <a:pt x="318182" y="105537"/>
                </a:lnTo>
                <a:lnTo>
                  <a:pt x="316992" y="111252"/>
                </a:lnTo>
                <a:lnTo>
                  <a:pt x="315467" y="118872"/>
                </a:lnTo>
                <a:lnTo>
                  <a:pt x="310896" y="123444"/>
                </a:lnTo>
                <a:lnTo>
                  <a:pt x="306324" y="126492"/>
                </a:lnTo>
                <a:lnTo>
                  <a:pt x="300228" y="131064"/>
                </a:lnTo>
                <a:close/>
              </a:path>
              <a:path w="405765" h="407035">
                <a:moveTo>
                  <a:pt x="217932" y="149352"/>
                </a:moveTo>
                <a:lnTo>
                  <a:pt x="195072" y="149352"/>
                </a:lnTo>
                <a:lnTo>
                  <a:pt x="194982" y="134112"/>
                </a:lnTo>
                <a:lnTo>
                  <a:pt x="194884" y="128016"/>
                </a:lnTo>
                <a:lnTo>
                  <a:pt x="194457" y="118872"/>
                </a:lnTo>
                <a:lnTo>
                  <a:pt x="194274" y="116776"/>
                </a:lnTo>
                <a:lnTo>
                  <a:pt x="193548" y="109728"/>
                </a:lnTo>
                <a:lnTo>
                  <a:pt x="230124" y="124968"/>
                </a:lnTo>
                <a:lnTo>
                  <a:pt x="217932" y="137160"/>
                </a:lnTo>
                <a:lnTo>
                  <a:pt x="217932" y="149352"/>
                </a:lnTo>
                <a:close/>
              </a:path>
              <a:path w="405765" h="407035">
                <a:moveTo>
                  <a:pt x="28956" y="166116"/>
                </a:moveTo>
                <a:lnTo>
                  <a:pt x="12192" y="149352"/>
                </a:lnTo>
                <a:lnTo>
                  <a:pt x="336804" y="149352"/>
                </a:lnTo>
                <a:lnTo>
                  <a:pt x="364236" y="123444"/>
                </a:lnTo>
                <a:lnTo>
                  <a:pt x="399288" y="160019"/>
                </a:lnTo>
                <a:lnTo>
                  <a:pt x="70104" y="160019"/>
                </a:lnTo>
                <a:lnTo>
                  <a:pt x="58959" y="160329"/>
                </a:lnTo>
                <a:lnTo>
                  <a:pt x="48387" y="161353"/>
                </a:lnTo>
                <a:lnTo>
                  <a:pt x="38385" y="163234"/>
                </a:lnTo>
                <a:lnTo>
                  <a:pt x="28956" y="166116"/>
                </a:lnTo>
                <a:close/>
              </a:path>
              <a:path w="405765" h="407035">
                <a:moveTo>
                  <a:pt x="217932" y="198119"/>
                </a:moveTo>
                <a:lnTo>
                  <a:pt x="195072" y="198119"/>
                </a:lnTo>
                <a:lnTo>
                  <a:pt x="195072" y="160019"/>
                </a:lnTo>
                <a:lnTo>
                  <a:pt x="217932" y="160019"/>
                </a:lnTo>
                <a:lnTo>
                  <a:pt x="217932" y="198119"/>
                </a:lnTo>
                <a:close/>
              </a:path>
              <a:path w="405765" h="407035">
                <a:moveTo>
                  <a:pt x="344423" y="198119"/>
                </a:moveTo>
                <a:lnTo>
                  <a:pt x="310896" y="198119"/>
                </a:lnTo>
                <a:lnTo>
                  <a:pt x="327660" y="181356"/>
                </a:lnTo>
                <a:lnTo>
                  <a:pt x="344423" y="198119"/>
                </a:lnTo>
                <a:close/>
              </a:path>
              <a:path w="405765" h="407035">
                <a:moveTo>
                  <a:pt x="73152" y="307848"/>
                </a:moveTo>
                <a:lnTo>
                  <a:pt x="74351" y="291726"/>
                </a:lnTo>
                <a:lnTo>
                  <a:pt x="75247" y="277939"/>
                </a:lnTo>
                <a:lnTo>
                  <a:pt x="75946" y="262128"/>
                </a:lnTo>
                <a:lnTo>
                  <a:pt x="76149" y="249936"/>
                </a:lnTo>
                <a:lnTo>
                  <a:pt x="76099" y="240792"/>
                </a:lnTo>
                <a:lnTo>
                  <a:pt x="75938" y="230933"/>
                </a:lnTo>
                <a:lnTo>
                  <a:pt x="75247" y="215265"/>
                </a:lnTo>
                <a:lnTo>
                  <a:pt x="74271" y="200167"/>
                </a:lnTo>
                <a:lnTo>
                  <a:pt x="73152" y="185928"/>
                </a:lnTo>
                <a:lnTo>
                  <a:pt x="97536" y="198119"/>
                </a:lnTo>
                <a:lnTo>
                  <a:pt x="344423" y="198119"/>
                </a:lnTo>
                <a:lnTo>
                  <a:pt x="350520" y="204216"/>
                </a:lnTo>
                <a:lnTo>
                  <a:pt x="343662" y="208788"/>
                </a:lnTo>
                <a:lnTo>
                  <a:pt x="97536" y="208788"/>
                </a:lnTo>
                <a:lnTo>
                  <a:pt x="97536" y="297180"/>
                </a:lnTo>
                <a:lnTo>
                  <a:pt x="73152" y="307848"/>
                </a:lnTo>
                <a:close/>
              </a:path>
              <a:path w="405765" h="407035">
                <a:moveTo>
                  <a:pt x="3048" y="397763"/>
                </a:moveTo>
                <a:lnTo>
                  <a:pt x="0" y="391668"/>
                </a:lnTo>
                <a:lnTo>
                  <a:pt x="30003" y="376499"/>
                </a:lnTo>
                <a:lnTo>
                  <a:pt x="58293" y="360616"/>
                </a:lnTo>
                <a:lnTo>
                  <a:pt x="109728" y="326136"/>
                </a:lnTo>
                <a:lnTo>
                  <a:pt x="155829" y="286321"/>
                </a:lnTo>
                <a:lnTo>
                  <a:pt x="195072" y="240792"/>
                </a:lnTo>
                <a:lnTo>
                  <a:pt x="195072" y="208788"/>
                </a:lnTo>
                <a:lnTo>
                  <a:pt x="217932" y="208788"/>
                </a:lnTo>
                <a:lnTo>
                  <a:pt x="217932" y="249936"/>
                </a:lnTo>
                <a:lnTo>
                  <a:pt x="230599" y="265176"/>
                </a:lnTo>
                <a:lnTo>
                  <a:pt x="217932" y="265176"/>
                </a:lnTo>
                <a:lnTo>
                  <a:pt x="217932" y="274319"/>
                </a:lnTo>
                <a:lnTo>
                  <a:pt x="195072" y="274319"/>
                </a:lnTo>
                <a:lnTo>
                  <a:pt x="175902" y="294322"/>
                </a:lnTo>
                <a:lnTo>
                  <a:pt x="131849" y="330898"/>
                </a:lnTo>
                <a:lnTo>
                  <a:pt x="80414" y="362616"/>
                </a:lnTo>
                <a:lnTo>
                  <a:pt x="28455" y="387762"/>
                </a:lnTo>
                <a:lnTo>
                  <a:pt x="3048" y="397763"/>
                </a:lnTo>
                <a:close/>
              </a:path>
              <a:path w="405765" h="407035">
                <a:moveTo>
                  <a:pt x="336410" y="271272"/>
                </a:moveTo>
                <a:lnTo>
                  <a:pt x="306324" y="271272"/>
                </a:lnTo>
                <a:lnTo>
                  <a:pt x="310896" y="269748"/>
                </a:lnTo>
                <a:lnTo>
                  <a:pt x="313943" y="265176"/>
                </a:lnTo>
                <a:lnTo>
                  <a:pt x="313943" y="208788"/>
                </a:lnTo>
                <a:lnTo>
                  <a:pt x="343662" y="208788"/>
                </a:lnTo>
                <a:lnTo>
                  <a:pt x="336804" y="213360"/>
                </a:lnTo>
                <a:lnTo>
                  <a:pt x="336693" y="265176"/>
                </a:lnTo>
                <a:lnTo>
                  <a:pt x="336494" y="270676"/>
                </a:lnTo>
                <a:lnTo>
                  <a:pt x="336410" y="271272"/>
                </a:lnTo>
                <a:close/>
              </a:path>
              <a:path w="405765" h="407035">
                <a:moveTo>
                  <a:pt x="371856" y="388620"/>
                </a:moveTo>
                <a:lnTo>
                  <a:pt x="331993" y="370403"/>
                </a:lnTo>
                <a:lnTo>
                  <a:pt x="293560" y="345567"/>
                </a:lnTo>
                <a:lnTo>
                  <a:pt x="257794" y="313824"/>
                </a:lnTo>
                <a:lnTo>
                  <a:pt x="231600" y="283487"/>
                </a:lnTo>
                <a:lnTo>
                  <a:pt x="217932" y="265176"/>
                </a:lnTo>
                <a:lnTo>
                  <a:pt x="230599" y="265176"/>
                </a:lnTo>
                <a:lnTo>
                  <a:pt x="234815" y="270248"/>
                </a:lnTo>
                <a:lnTo>
                  <a:pt x="251269" y="287845"/>
                </a:lnTo>
                <a:lnTo>
                  <a:pt x="283464" y="315467"/>
                </a:lnTo>
                <a:lnTo>
                  <a:pt x="330398" y="340756"/>
                </a:lnTo>
                <a:lnTo>
                  <a:pt x="373189" y="353758"/>
                </a:lnTo>
                <a:lnTo>
                  <a:pt x="405384" y="358139"/>
                </a:lnTo>
                <a:lnTo>
                  <a:pt x="405384" y="364236"/>
                </a:lnTo>
                <a:lnTo>
                  <a:pt x="392215" y="368260"/>
                </a:lnTo>
                <a:lnTo>
                  <a:pt x="382333" y="373570"/>
                </a:lnTo>
                <a:lnTo>
                  <a:pt x="375594" y="380309"/>
                </a:lnTo>
                <a:lnTo>
                  <a:pt x="371856" y="388620"/>
                </a:lnTo>
                <a:close/>
              </a:path>
              <a:path w="405765" h="407035">
                <a:moveTo>
                  <a:pt x="306324" y="304800"/>
                </a:moveTo>
                <a:lnTo>
                  <a:pt x="300061" y="294227"/>
                </a:lnTo>
                <a:lnTo>
                  <a:pt x="290512" y="285369"/>
                </a:lnTo>
                <a:lnTo>
                  <a:pt x="277820" y="278225"/>
                </a:lnTo>
                <a:lnTo>
                  <a:pt x="262128" y="272795"/>
                </a:lnTo>
                <a:lnTo>
                  <a:pt x="262128" y="266700"/>
                </a:lnTo>
                <a:lnTo>
                  <a:pt x="289560" y="269486"/>
                </a:lnTo>
                <a:lnTo>
                  <a:pt x="294131" y="269748"/>
                </a:lnTo>
                <a:lnTo>
                  <a:pt x="298704" y="271272"/>
                </a:lnTo>
                <a:lnTo>
                  <a:pt x="336410" y="271272"/>
                </a:lnTo>
                <a:lnTo>
                  <a:pt x="335470" y="277939"/>
                </a:lnTo>
                <a:lnTo>
                  <a:pt x="315491" y="300251"/>
                </a:lnTo>
                <a:lnTo>
                  <a:pt x="306324" y="304800"/>
                </a:lnTo>
                <a:close/>
              </a:path>
              <a:path w="405765" h="407035">
                <a:moveTo>
                  <a:pt x="193548" y="406908"/>
                </a:moveTo>
                <a:lnTo>
                  <a:pt x="194429" y="384619"/>
                </a:lnTo>
                <a:lnTo>
                  <a:pt x="194875" y="365998"/>
                </a:lnTo>
                <a:lnTo>
                  <a:pt x="194963" y="358139"/>
                </a:lnTo>
                <a:lnTo>
                  <a:pt x="195072" y="274319"/>
                </a:lnTo>
                <a:lnTo>
                  <a:pt x="217932" y="274319"/>
                </a:lnTo>
                <a:lnTo>
                  <a:pt x="218031" y="370403"/>
                </a:lnTo>
                <a:lnTo>
                  <a:pt x="218140" y="376047"/>
                </a:lnTo>
                <a:lnTo>
                  <a:pt x="218574" y="385333"/>
                </a:lnTo>
                <a:lnTo>
                  <a:pt x="219456" y="394716"/>
                </a:lnTo>
                <a:lnTo>
                  <a:pt x="193548" y="40690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" name="object 34"/>
          <p:cNvSpPr/>
          <p:nvPr/>
        </p:nvSpPr>
        <p:spPr>
          <a:xfrm>
            <a:off x="9633204" y="2363724"/>
            <a:ext cx="390525" cy="405765"/>
          </a:xfrm>
          <a:custGeom>
            <a:avLst/>
            <a:gdLst/>
            <a:ahLst/>
            <a:cxnLst/>
            <a:rect l="l" t="t" r="r" b="b"/>
            <a:pathLst>
              <a:path w="390525" h="405764">
                <a:moveTo>
                  <a:pt x="155448" y="155448"/>
                </a:moveTo>
                <a:lnTo>
                  <a:pt x="149352" y="150876"/>
                </a:lnTo>
                <a:lnTo>
                  <a:pt x="159353" y="136278"/>
                </a:lnTo>
                <a:lnTo>
                  <a:pt x="168783" y="119824"/>
                </a:lnTo>
                <a:lnTo>
                  <a:pt x="185928" y="80772"/>
                </a:lnTo>
                <a:lnTo>
                  <a:pt x="200406" y="38671"/>
                </a:lnTo>
                <a:lnTo>
                  <a:pt x="210312" y="0"/>
                </a:lnTo>
                <a:lnTo>
                  <a:pt x="246888" y="19812"/>
                </a:lnTo>
                <a:lnTo>
                  <a:pt x="231648" y="27432"/>
                </a:lnTo>
                <a:lnTo>
                  <a:pt x="216408" y="60960"/>
                </a:lnTo>
                <a:lnTo>
                  <a:pt x="338596" y="60960"/>
                </a:lnTo>
                <a:lnTo>
                  <a:pt x="350520" y="71628"/>
                </a:lnTo>
                <a:lnTo>
                  <a:pt x="216408" y="71628"/>
                </a:lnTo>
                <a:lnTo>
                  <a:pt x="217648" y="74676"/>
                </a:lnTo>
                <a:lnTo>
                  <a:pt x="210312" y="74676"/>
                </a:lnTo>
                <a:lnTo>
                  <a:pt x="198953" y="96083"/>
                </a:lnTo>
                <a:lnTo>
                  <a:pt x="185737" y="116776"/>
                </a:lnTo>
                <a:lnTo>
                  <a:pt x="171092" y="136612"/>
                </a:lnTo>
                <a:lnTo>
                  <a:pt x="155448" y="155448"/>
                </a:lnTo>
                <a:close/>
              </a:path>
              <a:path w="390525" h="405764">
                <a:moveTo>
                  <a:pt x="338596" y="60960"/>
                </a:moveTo>
                <a:lnTo>
                  <a:pt x="307848" y="60960"/>
                </a:lnTo>
                <a:lnTo>
                  <a:pt x="321564" y="45720"/>
                </a:lnTo>
                <a:lnTo>
                  <a:pt x="338596" y="60960"/>
                </a:lnTo>
                <a:close/>
              </a:path>
              <a:path w="390525" h="405764">
                <a:moveTo>
                  <a:pt x="0" y="352044"/>
                </a:moveTo>
                <a:lnTo>
                  <a:pt x="881" y="318611"/>
                </a:lnTo>
                <a:lnTo>
                  <a:pt x="1333" y="282321"/>
                </a:lnTo>
                <a:lnTo>
                  <a:pt x="1402" y="136612"/>
                </a:lnTo>
                <a:lnTo>
                  <a:pt x="1284" y="116776"/>
                </a:lnTo>
                <a:lnTo>
                  <a:pt x="881" y="85653"/>
                </a:lnTo>
                <a:lnTo>
                  <a:pt x="0" y="54864"/>
                </a:lnTo>
                <a:lnTo>
                  <a:pt x="22860" y="70104"/>
                </a:lnTo>
                <a:lnTo>
                  <a:pt x="142200" y="70104"/>
                </a:lnTo>
                <a:lnTo>
                  <a:pt x="147828" y="74676"/>
                </a:lnTo>
                <a:lnTo>
                  <a:pt x="140970" y="80772"/>
                </a:lnTo>
                <a:lnTo>
                  <a:pt x="22860" y="80772"/>
                </a:lnTo>
                <a:lnTo>
                  <a:pt x="22860" y="182880"/>
                </a:lnTo>
                <a:lnTo>
                  <a:pt x="134112" y="182880"/>
                </a:lnTo>
                <a:lnTo>
                  <a:pt x="134112" y="193548"/>
                </a:lnTo>
                <a:lnTo>
                  <a:pt x="22860" y="193548"/>
                </a:lnTo>
                <a:lnTo>
                  <a:pt x="22860" y="301752"/>
                </a:lnTo>
                <a:lnTo>
                  <a:pt x="135133" y="301752"/>
                </a:lnTo>
                <a:lnTo>
                  <a:pt x="135383" y="310896"/>
                </a:lnTo>
                <a:lnTo>
                  <a:pt x="22860" y="310896"/>
                </a:lnTo>
                <a:lnTo>
                  <a:pt x="22860" y="341376"/>
                </a:lnTo>
                <a:lnTo>
                  <a:pt x="0" y="352044"/>
                </a:lnTo>
                <a:close/>
              </a:path>
              <a:path w="390525" h="405764">
                <a:moveTo>
                  <a:pt x="142200" y="70104"/>
                </a:moveTo>
                <a:lnTo>
                  <a:pt x="111252" y="70104"/>
                </a:lnTo>
                <a:lnTo>
                  <a:pt x="123444" y="54864"/>
                </a:lnTo>
                <a:lnTo>
                  <a:pt x="142200" y="70104"/>
                </a:lnTo>
                <a:close/>
              </a:path>
              <a:path w="390525" h="405764">
                <a:moveTo>
                  <a:pt x="286677" y="147828"/>
                </a:moveTo>
                <a:lnTo>
                  <a:pt x="262128" y="147828"/>
                </a:lnTo>
                <a:lnTo>
                  <a:pt x="274415" y="130135"/>
                </a:lnTo>
                <a:lnTo>
                  <a:pt x="286131" y="111442"/>
                </a:lnTo>
                <a:lnTo>
                  <a:pt x="297275" y="91892"/>
                </a:lnTo>
                <a:lnTo>
                  <a:pt x="307848" y="71628"/>
                </a:lnTo>
                <a:lnTo>
                  <a:pt x="350520" y="71628"/>
                </a:lnTo>
                <a:lnTo>
                  <a:pt x="332232" y="80772"/>
                </a:lnTo>
                <a:lnTo>
                  <a:pt x="314825" y="107561"/>
                </a:lnTo>
                <a:lnTo>
                  <a:pt x="299275" y="130492"/>
                </a:lnTo>
                <a:lnTo>
                  <a:pt x="286677" y="147828"/>
                </a:lnTo>
                <a:close/>
              </a:path>
              <a:path w="390525" h="405764">
                <a:moveTo>
                  <a:pt x="138684" y="262128"/>
                </a:moveTo>
                <a:lnTo>
                  <a:pt x="135636" y="257555"/>
                </a:lnTo>
                <a:lnTo>
                  <a:pt x="168497" y="237005"/>
                </a:lnTo>
                <a:lnTo>
                  <a:pt x="198500" y="214312"/>
                </a:lnTo>
                <a:lnTo>
                  <a:pt x="225647" y="189618"/>
                </a:lnTo>
                <a:lnTo>
                  <a:pt x="249936" y="163068"/>
                </a:lnTo>
                <a:lnTo>
                  <a:pt x="236458" y="141112"/>
                </a:lnTo>
                <a:lnTo>
                  <a:pt x="225552" y="118872"/>
                </a:lnTo>
                <a:lnTo>
                  <a:pt x="216931" y="96631"/>
                </a:lnTo>
                <a:lnTo>
                  <a:pt x="210312" y="74676"/>
                </a:lnTo>
                <a:lnTo>
                  <a:pt x="217648" y="74676"/>
                </a:lnTo>
                <a:lnTo>
                  <a:pt x="225266" y="93392"/>
                </a:lnTo>
                <a:lnTo>
                  <a:pt x="235839" y="113157"/>
                </a:lnTo>
                <a:lnTo>
                  <a:pt x="248126" y="131206"/>
                </a:lnTo>
                <a:lnTo>
                  <a:pt x="262128" y="147828"/>
                </a:lnTo>
                <a:lnTo>
                  <a:pt x="286677" y="147828"/>
                </a:lnTo>
                <a:lnTo>
                  <a:pt x="285726" y="149137"/>
                </a:lnTo>
                <a:lnTo>
                  <a:pt x="274320" y="163068"/>
                </a:lnTo>
                <a:lnTo>
                  <a:pt x="293363" y="179832"/>
                </a:lnTo>
                <a:lnTo>
                  <a:pt x="262128" y="179832"/>
                </a:lnTo>
                <a:lnTo>
                  <a:pt x="241815" y="198381"/>
                </a:lnTo>
                <a:lnTo>
                  <a:pt x="221932" y="215074"/>
                </a:lnTo>
                <a:lnTo>
                  <a:pt x="202334" y="229766"/>
                </a:lnTo>
                <a:lnTo>
                  <a:pt x="182879" y="242315"/>
                </a:lnTo>
                <a:lnTo>
                  <a:pt x="186537" y="245364"/>
                </a:lnTo>
                <a:lnTo>
                  <a:pt x="178308" y="245364"/>
                </a:lnTo>
                <a:lnTo>
                  <a:pt x="138684" y="262128"/>
                </a:lnTo>
                <a:close/>
              </a:path>
              <a:path w="390525" h="405764">
                <a:moveTo>
                  <a:pt x="79248" y="182880"/>
                </a:moveTo>
                <a:lnTo>
                  <a:pt x="57912" y="182880"/>
                </a:lnTo>
                <a:lnTo>
                  <a:pt x="57912" y="80772"/>
                </a:lnTo>
                <a:lnTo>
                  <a:pt x="79248" y="80772"/>
                </a:lnTo>
                <a:lnTo>
                  <a:pt x="79248" y="182880"/>
                </a:lnTo>
                <a:close/>
              </a:path>
              <a:path w="390525" h="405764">
                <a:moveTo>
                  <a:pt x="134112" y="182880"/>
                </a:moveTo>
                <a:lnTo>
                  <a:pt x="114300" y="182880"/>
                </a:lnTo>
                <a:lnTo>
                  <a:pt x="114300" y="80772"/>
                </a:lnTo>
                <a:lnTo>
                  <a:pt x="140970" y="80772"/>
                </a:lnTo>
                <a:lnTo>
                  <a:pt x="134112" y="86868"/>
                </a:lnTo>
                <a:lnTo>
                  <a:pt x="134112" y="182880"/>
                </a:lnTo>
                <a:close/>
              </a:path>
              <a:path w="390525" h="405764">
                <a:moveTo>
                  <a:pt x="361188" y="248412"/>
                </a:moveTo>
                <a:lnTo>
                  <a:pt x="331779" y="234696"/>
                </a:lnTo>
                <a:lnTo>
                  <a:pt x="305371" y="218694"/>
                </a:lnTo>
                <a:lnTo>
                  <a:pt x="282106" y="200406"/>
                </a:lnTo>
                <a:lnTo>
                  <a:pt x="262128" y="179832"/>
                </a:lnTo>
                <a:lnTo>
                  <a:pt x="293363" y="179832"/>
                </a:lnTo>
                <a:lnTo>
                  <a:pt x="297989" y="183903"/>
                </a:lnTo>
                <a:lnTo>
                  <a:pt x="325374" y="200596"/>
                </a:lnTo>
                <a:lnTo>
                  <a:pt x="356187" y="213002"/>
                </a:lnTo>
                <a:lnTo>
                  <a:pt x="390144" y="220980"/>
                </a:lnTo>
                <a:lnTo>
                  <a:pt x="390144" y="225552"/>
                </a:lnTo>
                <a:lnTo>
                  <a:pt x="378761" y="228695"/>
                </a:lnTo>
                <a:lnTo>
                  <a:pt x="369951" y="233553"/>
                </a:lnTo>
                <a:lnTo>
                  <a:pt x="363997" y="240125"/>
                </a:lnTo>
                <a:lnTo>
                  <a:pt x="361188" y="248412"/>
                </a:lnTo>
                <a:close/>
              </a:path>
              <a:path w="390525" h="405764">
                <a:moveTo>
                  <a:pt x="79248" y="301752"/>
                </a:moveTo>
                <a:lnTo>
                  <a:pt x="57912" y="301752"/>
                </a:lnTo>
                <a:lnTo>
                  <a:pt x="57912" y="193548"/>
                </a:lnTo>
                <a:lnTo>
                  <a:pt x="79248" y="193548"/>
                </a:lnTo>
                <a:lnTo>
                  <a:pt x="79248" y="301752"/>
                </a:lnTo>
                <a:close/>
              </a:path>
              <a:path w="390525" h="405764">
                <a:moveTo>
                  <a:pt x="135133" y="301752"/>
                </a:moveTo>
                <a:lnTo>
                  <a:pt x="114300" y="301752"/>
                </a:lnTo>
                <a:lnTo>
                  <a:pt x="114300" y="193548"/>
                </a:lnTo>
                <a:lnTo>
                  <a:pt x="134112" y="193548"/>
                </a:lnTo>
                <a:lnTo>
                  <a:pt x="134207" y="257555"/>
                </a:lnTo>
                <a:lnTo>
                  <a:pt x="134317" y="268224"/>
                </a:lnTo>
                <a:lnTo>
                  <a:pt x="134387" y="272796"/>
                </a:lnTo>
                <a:lnTo>
                  <a:pt x="135133" y="301752"/>
                </a:lnTo>
                <a:close/>
              </a:path>
              <a:path w="390525" h="405764">
                <a:moveTo>
                  <a:pt x="342665" y="257555"/>
                </a:moveTo>
                <a:lnTo>
                  <a:pt x="309372" y="257555"/>
                </a:lnTo>
                <a:lnTo>
                  <a:pt x="321564" y="242315"/>
                </a:lnTo>
                <a:lnTo>
                  <a:pt x="342665" y="257555"/>
                </a:lnTo>
                <a:close/>
              </a:path>
              <a:path w="390525" h="405764">
                <a:moveTo>
                  <a:pt x="176784" y="405384"/>
                </a:moveTo>
                <a:lnTo>
                  <a:pt x="177022" y="379952"/>
                </a:lnTo>
                <a:lnTo>
                  <a:pt x="177546" y="344805"/>
                </a:lnTo>
                <a:lnTo>
                  <a:pt x="178069" y="299942"/>
                </a:lnTo>
                <a:lnTo>
                  <a:pt x="178308" y="245364"/>
                </a:lnTo>
                <a:lnTo>
                  <a:pt x="186537" y="245364"/>
                </a:lnTo>
                <a:lnTo>
                  <a:pt x="201167" y="257555"/>
                </a:lnTo>
                <a:lnTo>
                  <a:pt x="342665" y="257555"/>
                </a:lnTo>
                <a:lnTo>
                  <a:pt x="348996" y="262128"/>
                </a:lnTo>
                <a:lnTo>
                  <a:pt x="342029" y="268224"/>
                </a:lnTo>
                <a:lnTo>
                  <a:pt x="201167" y="268224"/>
                </a:lnTo>
                <a:lnTo>
                  <a:pt x="201167" y="364236"/>
                </a:lnTo>
                <a:lnTo>
                  <a:pt x="337325" y="364236"/>
                </a:lnTo>
                <a:lnTo>
                  <a:pt x="337446" y="371379"/>
                </a:lnTo>
                <a:lnTo>
                  <a:pt x="337533" y="373380"/>
                </a:lnTo>
                <a:lnTo>
                  <a:pt x="201167" y="373380"/>
                </a:lnTo>
                <a:lnTo>
                  <a:pt x="201167" y="396240"/>
                </a:lnTo>
                <a:lnTo>
                  <a:pt x="176784" y="405384"/>
                </a:lnTo>
                <a:close/>
              </a:path>
              <a:path w="390525" h="405764">
                <a:moveTo>
                  <a:pt x="337325" y="364236"/>
                </a:moveTo>
                <a:lnTo>
                  <a:pt x="313943" y="364236"/>
                </a:lnTo>
                <a:lnTo>
                  <a:pt x="313943" y="268224"/>
                </a:lnTo>
                <a:lnTo>
                  <a:pt x="342029" y="268224"/>
                </a:lnTo>
                <a:lnTo>
                  <a:pt x="336804" y="272796"/>
                </a:lnTo>
                <a:lnTo>
                  <a:pt x="336915" y="329184"/>
                </a:lnTo>
                <a:lnTo>
                  <a:pt x="336994" y="344805"/>
                </a:lnTo>
                <a:lnTo>
                  <a:pt x="337325" y="364236"/>
                </a:lnTo>
                <a:close/>
              </a:path>
              <a:path w="390525" h="405764">
                <a:moveTo>
                  <a:pt x="114300" y="335280"/>
                </a:moveTo>
                <a:lnTo>
                  <a:pt x="114300" y="310896"/>
                </a:lnTo>
                <a:lnTo>
                  <a:pt x="135383" y="310896"/>
                </a:lnTo>
                <a:lnTo>
                  <a:pt x="135636" y="329184"/>
                </a:lnTo>
                <a:lnTo>
                  <a:pt x="114300" y="335280"/>
                </a:lnTo>
                <a:close/>
              </a:path>
              <a:path w="390525" h="405764">
                <a:moveTo>
                  <a:pt x="313943" y="400811"/>
                </a:moveTo>
                <a:lnTo>
                  <a:pt x="313943" y="373380"/>
                </a:lnTo>
                <a:lnTo>
                  <a:pt x="337533" y="373380"/>
                </a:lnTo>
                <a:lnTo>
                  <a:pt x="338328" y="391668"/>
                </a:lnTo>
                <a:lnTo>
                  <a:pt x="313943" y="40081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" name="object 35"/>
          <p:cNvSpPr/>
          <p:nvPr/>
        </p:nvSpPr>
        <p:spPr>
          <a:xfrm>
            <a:off x="2132076" y="2918460"/>
            <a:ext cx="393700" cy="382905"/>
          </a:xfrm>
          <a:custGeom>
            <a:avLst/>
            <a:gdLst/>
            <a:ahLst/>
            <a:cxnLst/>
            <a:rect l="l" t="t" r="r" b="b"/>
            <a:pathLst>
              <a:path w="393700" h="382904">
                <a:moveTo>
                  <a:pt x="352044" y="382523"/>
                </a:moveTo>
                <a:lnTo>
                  <a:pt x="111251" y="382523"/>
                </a:lnTo>
                <a:lnTo>
                  <a:pt x="94368" y="380261"/>
                </a:lnTo>
                <a:lnTo>
                  <a:pt x="82486" y="373570"/>
                </a:lnTo>
                <a:lnTo>
                  <a:pt x="75461" y="362592"/>
                </a:lnTo>
                <a:lnTo>
                  <a:pt x="73151" y="347471"/>
                </a:lnTo>
                <a:lnTo>
                  <a:pt x="73151" y="182879"/>
                </a:lnTo>
                <a:lnTo>
                  <a:pt x="32003" y="196595"/>
                </a:lnTo>
                <a:lnTo>
                  <a:pt x="19811" y="204215"/>
                </a:lnTo>
                <a:lnTo>
                  <a:pt x="0" y="195071"/>
                </a:lnTo>
                <a:lnTo>
                  <a:pt x="73151" y="170687"/>
                </a:lnTo>
                <a:lnTo>
                  <a:pt x="72961" y="103250"/>
                </a:lnTo>
                <a:lnTo>
                  <a:pt x="72509" y="75533"/>
                </a:lnTo>
                <a:lnTo>
                  <a:pt x="71627" y="51815"/>
                </a:lnTo>
                <a:lnTo>
                  <a:pt x="111251" y="71627"/>
                </a:lnTo>
                <a:lnTo>
                  <a:pt x="97535" y="80771"/>
                </a:lnTo>
                <a:lnTo>
                  <a:pt x="97535" y="163067"/>
                </a:lnTo>
                <a:lnTo>
                  <a:pt x="184403" y="134111"/>
                </a:lnTo>
                <a:lnTo>
                  <a:pt x="184213" y="49911"/>
                </a:lnTo>
                <a:lnTo>
                  <a:pt x="183761" y="20526"/>
                </a:lnTo>
                <a:lnTo>
                  <a:pt x="182879" y="0"/>
                </a:lnTo>
                <a:lnTo>
                  <a:pt x="222503" y="16763"/>
                </a:lnTo>
                <a:lnTo>
                  <a:pt x="208787" y="28955"/>
                </a:lnTo>
                <a:lnTo>
                  <a:pt x="208787" y="126491"/>
                </a:lnTo>
                <a:lnTo>
                  <a:pt x="310895" y="88391"/>
                </a:lnTo>
                <a:lnTo>
                  <a:pt x="321563" y="65531"/>
                </a:lnTo>
                <a:lnTo>
                  <a:pt x="353568" y="85343"/>
                </a:lnTo>
                <a:lnTo>
                  <a:pt x="339851" y="99059"/>
                </a:lnTo>
                <a:lnTo>
                  <a:pt x="337518" y="142494"/>
                </a:lnTo>
                <a:lnTo>
                  <a:pt x="334899" y="179069"/>
                </a:lnTo>
                <a:lnTo>
                  <a:pt x="327659" y="231647"/>
                </a:lnTo>
                <a:lnTo>
                  <a:pt x="296799" y="273224"/>
                </a:lnTo>
                <a:lnTo>
                  <a:pt x="277368" y="278891"/>
                </a:lnTo>
                <a:lnTo>
                  <a:pt x="274486" y="269152"/>
                </a:lnTo>
                <a:lnTo>
                  <a:pt x="265747" y="260413"/>
                </a:lnTo>
                <a:lnTo>
                  <a:pt x="251007" y="252531"/>
                </a:lnTo>
                <a:lnTo>
                  <a:pt x="230123" y="245363"/>
                </a:lnTo>
                <a:lnTo>
                  <a:pt x="230123" y="237744"/>
                </a:lnTo>
                <a:lnTo>
                  <a:pt x="269771" y="240744"/>
                </a:lnTo>
                <a:lnTo>
                  <a:pt x="305823" y="217812"/>
                </a:lnTo>
                <a:lnTo>
                  <a:pt x="312253" y="153185"/>
                </a:lnTo>
                <a:lnTo>
                  <a:pt x="315468" y="100583"/>
                </a:lnTo>
                <a:lnTo>
                  <a:pt x="208787" y="138683"/>
                </a:lnTo>
                <a:lnTo>
                  <a:pt x="208811" y="268104"/>
                </a:lnTo>
                <a:lnTo>
                  <a:pt x="208978" y="279082"/>
                </a:lnTo>
                <a:lnTo>
                  <a:pt x="209430" y="290345"/>
                </a:lnTo>
                <a:lnTo>
                  <a:pt x="210311" y="301752"/>
                </a:lnTo>
                <a:lnTo>
                  <a:pt x="182879" y="315467"/>
                </a:lnTo>
                <a:lnTo>
                  <a:pt x="183761" y="300918"/>
                </a:lnTo>
                <a:lnTo>
                  <a:pt x="184213" y="287083"/>
                </a:lnTo>
                <a:lnTo>
                  <a:pt x="184403" y="262127"/>
                </a:lnTo>
                <a:lnTo>
                  <a:pt x="184403" y="146303"/>
                </a:lnTo>
                <a:lnTo>
                  <a:pt x="97535" y="175259"/>
                </a:lnTo>
                <a:lnTo>
                  <a:pt x="97535" y="333756"/>
                </a:lnTo>
                <a:lnTo>
                  <a:pt x="98631" y="346614"/>
                </a:lnTo>
                <a:lnTo>
                  <a:pt x="104012" y="355473"/>
                </a:lnTo>
                <a:lnTo>
                  <a:pt x="113395" y="360330"/>
                </a:lnTo>
                <a:lnTo>
                  <a:pt x="126491" y="361188"/>
                </a:lnTo>
                <a:lnTo>
                  <a:pt x="339851" y="361188"/>
                </a:lnTo>
                <a:lnTo>
                  <a:pt x="355473" y="320230"/>
                </a:lnTo>
                <a:lnTo>
                  <a:pt x="359663" y="266700"/>
                </a:lnTo>
                <a:lnTo>
                  <a:pt x="368808" y="266700"/>
                </a:lnTo>
                <a:lnTo>
                  <a:pt x="369760" y="310134"/>
                </a:lnTo>
                <a:lnTo>
                  <a:pt x="379094" y="348234"/>
                </a:lnTo>
                <a:lnTo>
                  <a:pt x="393191" y="356616"/>
                </a:lnTo>
                <a:lnTo>
                  <a:pt x="385476" y="367736"/>
                </a:lnTo>
                <a:lnTo>
                  <a:pt x="376046" y="375856"/>
                </a:lnTo>
                <a:lnTo>
                  <a:pt x="364902" y="380833"/>
                </a:lnTo>
                <a:lnTo>
                  <a:pt x="352044" y="38252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" name="object 36"/>
          <p:cNvSpPr/>
          <p:nvPr/>
        </p:nvSpPr>
        <p:spPr>
          <a:xfrm>
            <a:off x="2575559" y="2921507"/>
            <a:ext cx="398145" cy="394970"/>
          </a:xfrm>
          <a:custGeom>
            <a:avLst/>
            <a:gdLst/>
            <a:ahLst/>
            <a:cxnLst/>
            <a:rect l="l" t="t" r="r" b="b"/>
            <a:pathLst>
              <a:path w="398144" h="394970">
                <a:moveTo>
                  <a:pt x="306628" y="16764"/>
                </a:moveTo>
                <a:lnTo>
                  <a:pt x="271272" y="16764"/>
                </a:lnTo>
                <a:lnTo>
                  <a:pt x="286512" y="0"/>
                </a:lnTo>
                <a:lnTo>
                  <a:pt x="306628" y="16764"/>
                </a:lnTo>
                <a:close/>
              </a:path>
              <a:path w="398144" h="394970">
                <a:moveTo>
                  <a:pt x="97536" y="176784"/>
                </a:moveTo>
                <a:lnTo>
                  <a:pt x="98417" y="155305"/>
                </a:lnTo>
                <a:lnTo>
                  <a:pt x="98869" y="134112"/>
                </a:lnTo>
                <a:lnTo>
                  <a:pt x="99022" y="114681"/>
                </a:lnTo>
                <a:lnTo>
                  <a:pt x="99036" y="69675"/>
                </a:lnTo>
                <a:lnTo>
                  <a:pt x="98869" y="47625"/>
                </a:lnTo>
                <a:lnTo>
                  <a:pt x="98417" y="25003"/>
                </a:lnTo>
                <a:lnTo>
                  <a:pt x="97536" y="1524"/>
                </a:lnTo>
                <a:lnTo>
                  <a:pt x="124968" y="16764"/>
                </a:lnTo>
                <a:lnTo>
                  <a:pt x="306628" y="16764"/>
                </a:lnTo>
                <a:lnTo>
                  <a:pt x="313944" y="22860"/>
                </a:lnTo>
                <a:lnTo>
                  <a:pt x="308229" y="27432"/>
                </a:lnTo>
                <a:lnTo>
                  <a:pt x="123444" y="27432"/>
                </a:lnTo>
                <a:lnTo>
                  <a:pt x="123444" y="77724"/>
                </a:lnTo>
                <a:lnTo>
                  <a:pt x="298935" y="77724"/>
                </a:lnTo>
                <a:lnTo>
                  <a:pt x="299079" y="88392"/>
                </a:lnTo>
                <a:lnTo>
                  <a:pt x="123444" y="88392"/>
                </a:lnTo>
                <a:lnTo>
                  <a:pt x="123444" y="140208"/>
                </a:lnTo>
                <a:lnTo>
                  <a:pt x="299959" y="140208"/>
                </a:lnTo>
                <a:lnTo>
                  <a:pt x="300108" y="150876"/>
                </a:lnTo>
                <a:lnTo>
                  <a:pt x="123444" y="150876"/>
                </a:lnTo>
                <a:lnTo>
                  <a:pt x="123444" y="167640"/>
                </a:lnTo>
                <a:lnTo>
                  <a:pt x="97536" y="176784"/>
                </a:lnTo>
                <a:close/>
              </a:path>
              <a:path w="398144" h="394970">
                <a:moveTo>
                  <a:pt x="298935" y="77724"/>
                </a:moveTo>
                <a:lnTo>
                  <a:pt x="274320" y="77724"/>
                </a:lnTo>
                <a:lnTo>
                  <a:pt x="274320" y="27432"/>
                </a:lnTo>
                <a:lnTo>
                  <a:pt x="308229" y="27432"/>
                </a:lnTo>
                <a:lnTo>
                  <a:pt x="298704" y="35052"/>
                </a:lnTo>
                <a:lnTo>
                  <a:pt x="298935" y="77724"/>
                </a:lnTo>
                <a:close/>
              </a:path>
              <a:path w="398144" h="394970">
                <a:moveTo>
                  <a:pt x="299959" y="140208"/>
                </a:moveTo>
                <a:lnTo>
                  <a:pt x="274320" y="140208"/>
                </a:lnTo>
                <a:lnTo>
                  <a:pt x="274320" y="88392"/>
                </a:lnTo>
                <a:lnTo>
                  <a:pt x="299079" y="88392"/>
                </a:lnTo>
                <a:lnTo>
                  <a:pt x="299466" y="114681"/>
                </a:lnTo>
                <a:lnTo>
                  <a:pt x="299959" y="140208"/>
                </a:lnTo>
                <a:close/>
              </a:path>
              <a:path w="398144" h="394970">
                <a:moveTo>
                  <a:pt x="274320" y="173736"/>
                </a:moveTo>
                <a:lnTo>
                  <a:pt x="274320" y="150876"/>
                </a:lnTo>
                <a:lnTo>
                  <a:pt x="300108" y="150876"/>
                </a:lnTo>
                <a:lnTo>
                  <a:pt x="300227" y="160020"/>
                </a:lnTo>
                <a:lnTo>
                  <a:pt x="274320" y="173736"/>
                </a:lnTo>
                <a:close/>
              </a:path>
              <a:path w="398144" h="394970">
                <a:moveTo>
                  <a:pt x="21336" y="211836"/>
                </a:moveTo>
                <a:lnTo>
                  <a:pt x="4572" y="196596"/>
                </a:lnTo>
                <a:lnTo>
                  <a:pt x="326136" y="196596"/>
                </a:lnTo>
                <a:lnTo>
                  <a:pt x="353568" y="170688"/>
                </a:lnTo>
                <a:lnTo>
                  <a:pt x="390144" y="207264"/>
                </a:lnTo>
                <a:lnTo>
                  <a:pt x="62484" y="207264"/>
                </a:lnTo>
                <a:lnTo>
                  <a:pt x="51339" y="207549"/>
                </a:lnTo>
                <a:lnTo>
                  <a:pt x="40767" y="208407"/>
                </a:lnTo>
                <a:lnTo>
                  <a:pt x="30765" y="209835"/>
                </a:lnTo>
                <a:lnTo>
                  <a:pt x="21336" y="211836"/>
                </a:lnTo>
                <a:close/>
              </a:path>
              <a:path w="398144" h="394970">
                <a:moveTo>
                  <a:pt x="213360" y="341376"/>
                </a:moveTo>
                <a:lnTo>
                  <a:pt x="188976" y="341376"/>
                </a:lnTo>
                <a:lnTo>
                  <a:pt x="188976" y="207264"/>
                </a:lnTo>
                <a:lnTo>
                  <a:pt x="213360" y="207264"/>
                </a:lnTo>
                <a:lnTo>
                  <a:pt x="213360" y="266699"/>
                </a:lnTo>
                <a:lnTo>
                  <a:pt x="350084" y="266699"/>
                </a:lnTo>
                <a:lnTo>
                  <a:pt x="359664" y="275844"/>
                </a:lnTo>
                <a:lnTo>
                  <a:pt x="213360" y="275844"/>
                </a:lnTo>
                <a:lnTo>
                  <a:pt x="213360" y="341376"/>
                </a:lnTo>
                <a:close/>
              </a:path>
              <a:path w="398144" h="394970">
                <a:moveTo>
                  <a:pt x="3048" y="394716"/>
                </a:moveTo>
                <a:lnTo>
                  <a:pt x="0" y="390144"/>
                </a:lnTo>
                <a:lnTo>
                  <a:pt x="34290" y="357854"/>
                </a:lnTo>
                <a:lnTo>
                  <a:pt x="61722" y="318135"/>
                </a:lnTo>
                <a:lnTo>
                  <a:pt x="82296" y="270986"/>
                </a:lnTo>
                <a:lnTo>
                  <a:pt x="96012" y="216408"/>
                </a:lnTo>
                <a:lnTo>
                  <a:pt x="134112" y="237744"/>
                </a:lnTo>
                <a:lnTo>
                  <a:pt x="109204" y="272510"/>
                </a:lnTo>
                <a:lnTo>
                  <a:pt x="105156" y="281940"/>
                </a:lnTo>
                <a:lnTo>
                  <a:pt x="113825" y="291084"/>
                </a:lnTo>
                <a:lnTo>
                  <a:pt x="100584" y="291084"/>
                </a:lnTo>
                <a:lnTo>
                  <a:pt x="82343" y="324850"/>
                </a:lnTo>
                <a:lnTo>
                  <a:pt x="59817" y="353187"/>
                </a:lnTo>
                <a:lnTo>
                  <a:pt x="33289" y="376380"/>
                </a:lnTo>
                <a:lnTo>
                  <a:pt x="3048" y="394716"/>
                </a:lnTo>
                <a:close/>
              </a:path>
              <a:path w="398144" h="394970">
                <a:moveTo>
                  <a:pt x="350084" y="266699"/>
                </a:moveTo>
                <a:lnTo>
                  <a:pt x="304800" y="266699"/>
                </a:lnTo>
                <a:lnTo>
                  <a:pt x="326136" y="243840"/>
                </a:lnTo>
                <a:lnTo>
                  <a:pt x="350084" y="266699"/>
                </a:lnTo>
                <a:close/>
              </a:path>
              <a:path w="398144" h="394970">
                <a:moveTo>
                  <a:pt x="362712" y="390144"/>
                </a:moveTo>
                <a:lnTo>
                  <a:pt x="315872" y="387524"/>
                </a:lnTo>
                <a:lnTo>
                  <a:pt x="276034" y="384048"/>
                </a:lnTo>
                <a:lnTo>
                  <a:pt x="217932" y="373380"/>
                </a:lnTo>
                <a:lnTo>
                  <a:pt x="178879" y="358330"/>
                </a:lnTo>
                <a:lnTo>
                  <a:pt x="135302" y="328374"/>
                </a:lnTo>
                <a:lnTo>
                  <a:pt x="100584" y="291084"/>
                </a:lnTo>
                <a:lnTo>
                  <a:pt x="113825" y="291084"/>
                </a:lnTo>
                <a:lnTo>
                  <a:pt x="121681" y="299370"/>
                </a:lnTo>
                <a:lnTo>
                  <a:pt x="141351" y="315087"/>
                </a:lnTo>
                <a:lnTo>
                  <a:pt x="163877" y="329088"/>
                </a:lnTo>
                <a:lnTo>
                  <a:pt x="188976" y="341376"/>
                </a:lnTo>
                <a:lnTo>
                  <a:pt x="213360" y="341376"/>
                </a:lnTo>
                <a:lnTo>
                  <a:pt x="213360" y="347472"/>
                </a:lnTo>
                <a:lnTo>
                  <a:pt x="230838" y="351496"/>
                </a:lnTo>
                <a:lnTo>
                  <a:pt x="251460" y="354520"/>
                </a:lnTo>
                <a:lnTo>
                  <a:pt x="275510" y="356687"/>
                </a:lnTo>
                <a:lnTo>
                  <a:pt x="303275" y="358140"/>
                </a:lnTo>
                <a:lnTo>
                  <a:pt x="397764" y="358140"/>
                </a:lnTo>
                <a:lnTo>
                  <a:pt x="397764" y="361188"/>
                </a:lnTo>
                <a:lnTo>
                  <a:pt x="384357" y="365712"/>
                </a:lnTo>
                <a:lnTo>
                  <a:pt x="373951" y="372237"/>
                </a:lnTo>
                <a:lnTo>
                  <a:pt x="366688" y="380476"/>
                </a:lnTo>
                <a:lnTo>
                  <a:pt x="362712" y="390144"/>
                </a:lnTo>
                <a:close/>
              </a:path>
              <a:path w="398144" h="394970">
                <a:moveTo>
                  <a:pt x="397764" y="358140"/>
                </a:moveTo>
                <a:lnTo>
                  <a:pt x="303275" y="358140"/>
                </a:lnTo>
                <a:lnTo>
                  <a:pt x="330684" y="357854"/>
                </a:lnTo>
                <a:lnTo>
                  <a:pt x="355663" y="356997"/>
                </a:lnTo>
                <a:lnTo>
                  <a:pt x="378071" y="355568"/>
                </a:lnTo>
                <a:lnTo>
                  <a:pt x="397764" y="353568"/>
                </a:lnTo>
                <a:lnTo>
                  <a:pt x="397764" y="35814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" name="object 37"/>
          <p:cNvSpPr/>
          <p:nvPr/>
        </p:nvSpPr>
        <p:spPr>
          <a:xfrm>
            <a:off x="3051047" y="2923031"/>
            <a:ext cx="342900" cy="399415"/>
          </a:xfrm>
          <a:custGeom>
            <a:avLst/>
            <a:gdLst/>
            <a:ahLst/>
            <a:cxnLst/>
            <a:rect l="l" t="t" r="r" b="b"/>
            <a:pathLst>
              <a:path w="342900" h="399414">
                <a:moveTo>
                  <a:pt x="337413" y="18288"/>
                </a:moveTo>
                <a:lnTo>
                  <a:pt x="301752" y="18288"/>
                </a:lnTo>
                <a:lnTo>
                  <a:pt x="315467" y="0"/>
                </a:lnTo>
                <a:lnTo>
                  <a:pt x="337413" y="18288"/>
                </a:lnTo>
                <a:close/>
              </a:path>
              <a:path w="342900" h="399414">
                <a:moveTo>
                  <a:pt x="0" y="399288"/>
                </a:moveTo>
                <a:lnTo>
                  <a:pt x="2095" y="351091"/>
                </a:lnTo>
                <a:lnTo>
                  <a:pt x="3048" y="83820"/>
                </a:lnTo>
                <a:lnTo>
                  <a:pt x="2786" y="70961"/>
                </a:lnTo>
                <a:lnTo>
                  <a:pt x="1911" y="48601"/>
                </a:lnTo>
                <a:lnTo>
                  <a:pt x="1024" y="27432"/>
                </a:lnTo>
                <a:lnTo>
                  <a:pt x="0" y="1524"/>
                </a:lnTo>
                <a:lnTo>
                  <a:pt x="25908" y="18288"/>
                </a:lnTo>
                <a:lnTo>
                  <a:pt x="337413" y="18288"/>
                </a:lnTo>
                <a:lnTo>
                  <a:pt x="342900" y="22860"/>
                </a:lnTo>
                <a:lnTo>
                  <a:pt x="338328" y="27432"/>
                </a:lnTo>
                <a:lnTo>
                  <a:pt x="25908" y="27432"/>
                </a:lnTo>
                <a:lnTo>
                  <a:pt x="25908" y="359664"/>
                </a:lnTo>
                <a:lnTo>
                  <a:pt x="331970" y="359664"/>
                </a:lnTo>
                <a:lnTo>
                  <a:pt x="331993" y="360568"/>
                </a:lnTo>
                <a:lnTo>
                  <a:pt x="332099" y="370332"/>
                </a:lnTo>
                <a:lnTo>
                  <a:pt x="25908" y="370332"/>
                </a:lnTo>
                <a:lnTo>
                  <a:pt x="25908" y="390144"/>
                </a:lnTo>
                <a:lnTo>
                  <a:pt x="0" y="399288"/>
                </a:lnTo>
                <a:close/>
              </a:path>
              <a:path w="342900" h="399414">
                <a:moveTo>
                  <a:pt x="331970" y="359664"/>
                </a:moveTo>
                <a:lnTo>
                  <a:pt x="306324" y="359664"/>
                </a:lnTo>
                <a:lnTo>
                  <a:pt x="306324" y="27432"/>
                </a:lnTo>
                <a:lnTo>
                  <a:pt x="338328" y="27432"/>
                </a:lnTo>
                <a:lnTo>
                  <a:pt x="330708" y="35052"/>
                </a:lnTo>
                <a:lnTo>
                  <a:pt x="330756" y="310896"/>
                </a:lnTo>
                <a:lnTo>
                  <a:pt x="330946" y="322945"/>
                </a:lnTo>
                <a:lnTo>
                  <a:pt x="331530" y="342900"/>
                </a:lnTo>
                <a:lnTo>
                  <a:pt x="331970" y="359664"/>
                </a:lnTo>
                <a:close/>
              </a:path>
              <a:path w="342900" h="399414">
                <a:moveTo>
                  <a:pt x="181356" y="120396"/>
                </a:moveTo>
                <a:lnTo>
                  <a:pt x="156972" y="120396"/>
                </a:lnTo>
                <a:lnTo>
                  <a:pt x="156886" y="83820"/>
                </a:lnTo>
                <a:lnTo>
                  <a:pt x="156781" y="68770"/>
                </a:lnTo>
                <a:lnTo>
                  <a:pt x="156329" y="48601"/>
                </a:lnTo>
                <a:lnTo>
                  <a:pt x="155448" y="32004"/>
                </a:lnTo>
                <a:lnTo>
                  <a:pt x="196596" y="50292"/>
                </a:lnTo>
                <a:lnTo>
                  <a:pt x="181356" y="62484"/>
                </a:lnTo>
                <a:lnTo>
                  <a:pt x="181356" y="120396"/>
                </a:lnTo>
                <a:close/>
              </a:path>
              <a:path w="342900" h="399414">
                <a:moveTo>
                  <a:pt x="57912" y="135636"/>
                </a:moveTo>
                <a:lnTo>
                  <a:pt x="42672" y="120396"/>
                </a:lnTo>
                <a:lnTo>
                  <a:pt x="240792" y="120396"/>
                </a:lnTo>
                <a:lnTo>
                  <a:pt x="263652" y="97536"/>
                </a:lnTo>
                <a:lnTo>
                  <a:pt x="294132" y="131064"/>
                </a:lnTo>
                <a:lnTo>
                  <a:pt x="99060" y="131064"/>
                </a:lnTo>
                <a:lnTo>
                  <a:pt x="88558" y="131349"/>
                </a:lnTo>
                <a:lnTo>
                  <a:pt x="77914" y="132207"/>
                </a:lnTo>
                <a:lnTo>
                  <a:pt x="67556" y="133635"/>
                </a:lnTo>
                <a:lnTo>
                  <a:pt x="57912" y="135636"/>
                </a:lnTo>
                <a:close/>
              </a:path>
              <a:path w="342900" h="399414">
                <a:moveTo>
                  <a:pt x="35052" y="298703"/>
                </a:moveTo>
                <a:lnTo>
                  <a:pt x="32004" y="294132"/>
                </a:lnTo>
                <a:lnTo>
                  <a:pt x="48815" y="277558"/>
                </a:lnTo>
                <a:lnTo>
                  <a:pt x="64770" y="259842"/>
                </a:lnTo>
                <a:lnTo>
                  <a:pt x="92964" y="220980"/>
                </a:lnTo>
                <a:lnTo>
                  <a:pt x="118110" y="177736"/>
                </a:lnTo>
                <a:lnTo>
                  <a:pt x="138684" y="131064"/>
                </a:lnTo>
                <a:lnTo>
                  <a:pt x="181356" y="131064"/>
                </a:lnTo>
                <a:lnTo>
                  <a:pt x="181356" y="149352"/>
                </a:lnTo>
                <a:lnTo>
                  <a:pt x="156972" y="149352"/>
                </a:lnTo>
                <a:lnTo>
                  <a:pt x="142089" y="179379"/>
                </a:lnTo>
                <a:lnTo>
                  <a:pt x="111752" y="228004"/>
                </a:lnTo>
                <a:lnTo>
                  <a:pt x="79952" y="263223"/>
                </a:lnTo>
                <a:lnTo>
                  <a:pt x="49291" y="289321"/>
                </a:lnTo>
                <a:lnTo>
                  <a:pt x="35052" y="298703"/>
                </a:lnTo>
                <a:close/>
              </a:path>
              <a:path w="342900" h="399414">
                <a:moveTo>
                  <a:pt x="155448" y="342900"/>
                </a:moveTo>
                <a:lnTo>
                  <a:pt x="156329" y="320040"/>
                </a:lnTo>
                <a:lnTo>
                  <a:pt x="156781" y="299466"/>
                </a:lnTo>
                <a:lnTo>
                  <a:pt x="156852" y="291655"/>
                </a:lnTo>
                <a:lnTo>
                  <a:pt x="156972" y="149352"/>
                </a:lnTo>
                <a:lnTo>
                  <a:pt x="181356" y="149352"/>
                </a:lnTo>
                <a:lnTo>
                  <a:pt x="181356" y="173736"/>
                </a:lnTo>
                <a:lnTo>
                  <a:pt x="201700" y="182880"/>
                </a:lnTo>
                <a:lnTo>
                  <a:pt x="181356" y="182880"/>
                </a:lnTo>
                <a:lnTo>
                  <a:pt x="181446" y="281178"/>
                </a:lnTo>
                <a:lnTo>
                  <a:pt x="182880" y="329184"/>
                </a:lnTo>
                <a:lnTo>
                  <a:pt x="155448" y="342900"/>
                </a:lnTo>
                <a:close/>
              </a:path>
              <a:path w="342900" h="399414">
                <a:moveTo>
                  <a:pt x="271272" y="277368"/>
                </a:moveTo>
                <a:lnTo>
                  <a:pt x="251460" y="252984"/>
                </a:lnTo>
                <a:lnTo>
                  <a:pt x="240291" y="235815"/>
                </a:lnTo>
                <a:lnTo>
                  <a:pt x="224980" y="218503"/>
                </a:lnTo>
                <a:lnTo>
                  <a:pt x="205382" y="200906"/>
                </a:lnTo>
                <a:lnTo>
                  <a:pt x="181356" y="182880"/>
                </a:lnTo>
                <a:lnTo>
                  <a:pt x="201700" y="182880"/>
                </a:lnTo>
                <a:lnTo>
                  <a:pt x="237023" y="199858"/>
                </a:lnTo>
                <a:lnTo>
                  <a:pt x="271176" y="224813"/>
                </a:lnTo>
                <a:lnTo>
                  <a:pt x="278892" y="246888"/>
                </a:lnTo>
                <a:lnTo>
                  <a:pt x="278892" y="251460"/>
                </a:lnTo>
                <a:lnTo>
                  <a:pt x="277368" y="257556"/>
                </a:lnTo>
                <a:lnTo>
                  <a:pt x="275844" y="265176"/>
                </a:lnTo>
                <a:lnTo>
                  <a:pt x="272796" y="272796"/>
                </a:lnTo>
                <a:lnTo>
                  <a:pt x="271272" y="277368"/>
                </a:lnTo>
                <a:close/>
              </a:path>
              <a:path w="342900" h="399414">
                <a:moveTo>
                  <a:pt x="306324" y="394716"/>
                </a:moveTo>
                <a:lnTo>
                  <a:pt x="306324" y="370332"/>
                </a:lnTo>
                <a:lnTo>
                  <a:pt x="332099" y="370332"/>
                </a:lnTo>
                <a:lnTo>
                  <a:pt x="332232" y="382524"/>
                </a:lnTo>
                <a:lnTo>
                  <a:pt x="306324" y="39471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" name="object 38"/>
          <p:cNvSpPr/>
          <p:nvPr/>
        </p:nvSpPr>
        <p:spPr>
          <a:xfrm>
            <a:off x="3456432" y="2918459"/>
            <a:ext cx="410209" cy="403860"/>
          </a:xfrm>
          <a:custGeom>
            <a:avLst/>
            <a:gdLst/>
            <a:ahLst/>
            <a:cxnLst/>
            <a:rect l="l" t="t" r="r" b="b"/>
            <a:pathLst>
              <a:path w="410210" h="403860">
                <a:moveTo>
                  <a:pt x="306324" y="77724"/>
                </a:moveTo>
                <a:lnTo>
                  <a:pt x="300228" y="77724"/>
                </a:lnTo>
                <a:lnTo>
                  <a:pt x="297180" y="71628"/>
                </a:lnTo>
                <a:lnTo>
                  <a:pt x="295655" y="59436"/>
                </a:lnTo>
                <a:lnTo>
                  <a:pt x="292274" y="45720"/>
                </a:lnTo>
                <a:lnTo>
                  <a:pt x="286893" y="32004"/>
                </a:lnTo>
                <a:lnTo>
                  <a:pt x="279796" y="18288"/>
                </a:lnTo>
                <a:lnTo>
                  <a:pt x="271272" y="4572"/>
                </a:lnTo>
                <a:lnTo>
                  <a:pt x="274319" y="0"/>
                </a:lnTo>
                <a:lnTo>
                  <a:pt x="312681" y="29360"/>
                </a:lnTo>
                <a:lnTo>
                  <a:pt x="321564" y="56388"/>
                </a:lnTo>
                <a:lnTo>
                  <a:pt x="318516" y="64008"/>
                </a:lnTo>
                <a:lnTo>
                  <a:pt x="313943" y="68580"/>
                </a:lnTo>
                <a:lnTo>
                  <a:pt x="309372" y="74676"/>
                </a:lnTo>
                <a:lnTo>
                  <a:pt x="306324" y="77724"/>
                </a:lnTo>
                <a:close/>
              </a:path>
              <a:path w="410210" h="403860">
                <a:moveTo>
                  <a:pt x="152400" y="214884"/>
                </a:moveTo>
                <a:lnTo>
                  <a:pt x="147828" y="211836"/>
                </a:lnTo>
                <a:lnTo>
                  <a:pt x="162115" y="188356"/>
                </a:lnTo>
                <a:lnTo>
                  <a:pt x="175260" y="163449"/>
                </a:lnTo>
                <a:lnTo>
                  <a:pt x="198119" y="108204"/>
                </a:lnTo>
                <a:lnTo>
                  <a:pt x="214693" y="52578"/>
                </a:lnTo>
                <a:lnTo>
                  <a:pt x="225552" y="1524"/>
                </a:lnTo>
                <a:lnTo>
                  <a:pt x="265176" y="24384"/>
                </a:lnTo>
                <a:lnTo>
                  <a:pt x="249936" y="32004"/>
                </a:lnTo>
                <a:lnTo>
                  <a:pt x="245896" y="44196"/>
                </a:lnTo>
                <a:lnTo>
                  <a:pt x="240982" y="57340"/>
                </a:lnTo>
                <a:lnTo>
                  <a:pt x="235148" y="72080"/>
                </a:lnTo>
                <a:lnTo>
                  <a:pt x="228600" y="88392"/>
                </a:lnTo>
                <a:lnTo>
                  <a:pt x="388550" y="88392"/>
                </a:lnTo>
                <a:lnTo>
                  <a:pt x="397764" y="99060"/>
                </a:lnTo>
                <a:lnTo>
                  <a:pt x="225552" y="99060"/>
                </a:lnTo>
                <a:lnTo>
                  <a:pt x="225552" y="146304"/>
                </a:lnTo>
                <a:lnTo>
                  <a:pt x="204216" y="146304"/>
                </a:lnTo>
                <a:lnTo>
                  <a:pt x="189904" y="167092"/>
                </a:lnTo>
                <a:lnTo>
                  <a:pt x="176593" y="185737"/>
                </a:lnTo>
                <a:lnTo>
                  <a:pt x="164139" y="201810"/>
                </a:lnTo>
                <a:lnTo>
                  <a:pt x="152400" y="214884"/>
                </a:lnTo>
                <a:close/>
              </a:path>
              <a:path w="410210" h="403860">
                <a:moveTo>
                  <a:pt x="35052" y="89916"/>
                </a:moveTo>
                <a:lnTo>
                  <a:pt x="19812" y="74676"/>
                </a:lnTo>
                <a:lnTo>
                  <a:pt x="137160" y="74676"/>
                </a:lnTo>
                <a:lnTo>
                  <a:pt x="149352" y="56388"/>
                </a:lnTo>
                <a:lnTo>
                  <a:pt x="179831" y="80772"/>
                </a:lnTo>
                <a:lnTo>
                  <a:pt x="172647" y="85344"/>
                </a:lnTo>
                <a:lnTo>
                  <a:pt x="76200" y="85344"/>
                </a:lnTo>
                <a:lnTo>
                  <a:pt x="65055" y="85629"/>
                </a:lnTo>
                <a:lnTo>
                  <a:pt x="54483" y="86487"/>
                </a:lnTo>
                <a:lnTo>
                  <a:pt x="44481" y="87915"/>
                </a:lnTo>
                <a:lnTo>
                  <a:pt x="35052" y="89916"/>
                </a:lnTo>
                <a:close/>
              </a:path>
              <a:path w="410210" h="403860">
                <a:moveTo>
                  <a:pt x="388550" y="88392"/>
                </a:moveTo>
                <a:lnTo>
                  <a:pt x="344424" y="88392"/>
                </a:lnTo>
                <a:lnTo>
                  <a:pt x="368808" y="65532"/>
                </a:lnTo>
                <a:lnTo>
                  <a:pt x="388550" y="88392"/>
                </a:lnTo>
                <a:close/>
              </a:path>
              <a:path w="410210" h="403860">
                <a:moveTo>
                  <a:pt x="127993" y="207264"/>
                </a:moveTo>
                <a:lnTo>
                  <a:pt x="105156" y="207264"/>
                </a:lnTo>
                <a:lnTo>
                  <a:pt x="113395" y="183499"/>
                </a:lnTo>
                <a:lnTo>
                  <a:pt x="121920" y="155448"/>
                </a:lnTo>
                <a:lnTo>
                  <a:pt x="130444" y="122824"/>
                </a:lnTo>
                <a:lnTo>
                  <a:pt x="138684" y="85344"/>
                </a:lnTo>
                <a:lnTo>
                  <a:pt x="172647" y="85344"/>
                </a:lnTo>
                <a:lnTo>
                  <a:pt x="163068" y="91440"/>
                </a:lnTo>
                <a:lnTo>
                  <a:pt x="152757" y="129992"/>
                </a:lnTo>
                <a:lnTo>
                  <a:pt x="142303" y="165544"/>
                </a:lnTo>
                <a:lnTo>
                  <a:pt x="131564" y="197953"/>
                </a:lnTo>
                <a:lnTo>
                  <a:pt x="127993" y="207264"/>
                </a:lnTo>
                <a:close/>
              </a:path>
              <a:path w="410210" h="403860">
                <a:moveTo>
                  <a:pt x="307848" y="175260"/>
                </a:moveTo>
                <a:lnTo>
                  <a:pt x="284988" y="175260"/>
                </a:lnTo>
                <a:lnTo>
                  <a:pt x="284988" y="99060"/>
                </a:lnTo>
                <a:lnTo>
                  <a:pt x="307848" y="99060"/>
                </a:lnTo>
                <a:lnTo>
                  <a:pt x="307848" y="175260"/>
                </a:lnTo>
                <a:close/>
              </a:path>
              <a:path w="410210" h="403860">
                <a:moveTo>
                  <a:pt x="3048" y="368808"/>
                </a:moveTo>
                <a:lnTo>
                  <a:pt x="0" y="362712"/>
                </a:lnTo>
                <a:lnTo>
                  <a:pt x="28289" y="331851"/>
                </a:lnTo>
                <a:lnTo>
                  <a:pt x="53721" y="298704"/>
                </a:lnTo>
                <a:lnTo>
                  <a:pt x="76295" y="263271"/>
                </a:lnTo>
                <a:lnTo>
                  <a:pt x="96012" y="225552"/>
                </a:lnTo>
                <a:lnTo>
                  <a:pt x="83129" y="206668"/>
                </a:lnTo>
                <a:lnTo>
                  <a:pt x="67246" y="184213"/>
                </a:lnTo>
                <a:lnTo>
                  <a:pt x="48220" y="158043"/>
                </a:lnTo>
                <a:lnTo>
                  <a:pt x="25908" y="128016"/>
                </a:lnTo>
                <a:lnTo>
                  <a:pt x="32004" y="123444"/>
                </a:lnTo>
                <a:lnTo>
                  <a:pt x="55435" y="150899"/>
                </a:lnTo>
                <a:lnTo>
                  <a:pt x="75438" y="173926"/>
                </a:lnTo>
                <a:lnTo>
                  <a:pt x="92011" y="192666"/>
                </a:lnTo>
                <a:lnTo>
                  <a:pt x="105156" y="207264"/>
                </a:lnTo>
                <a:lnTo>
                  <a:pt x="127993" y="207264"/>
                </a:lnTo>
                <a:lnTo>
                  <a:pt x="120396" y="227076"/>
                </a:lnTo>
                <a:lnTo>
                  <a:pt x="130968" y="240268"/>
                </a:lnTo>
                <a:lnTo>
                  <a:pt x="135722" y="246888"/>
                </a:lnTo>
                <a:lnTo>
                  <a:pt x="109728" y="246888"/>
                </a:lnTo>
                <a:lnTo>
                  <a:pt x="85129" y="282868"/>
                </a:lnTo>
                <a:lnTo>
                  <a:pt x="59245" y="315277"/>
                </a:lnTo>
                <a:lnTo>
                  <a:pt x="31932" y="343971"/>
                </a:lnTo>
                <a:lnTo>
                  <a:pt x="3048" y="368808"/>
                </a:lnTo>
                <a:close/>
              </a:path>
              <a:path w="410210" h="403860">
                <a:moveTo>
                  <a:pt x="201168" y="403860"/>
                </a:moveTo>
                <a:lnTo>
                  <a:pt x="203263" y="352806"/>
                </a:lnTo>
                <a:lnTo>
                  <a:pt x="204216" y="146304"/>
                </a:lnTo>
                <a:lnTo>
                  <a:pt x="225552" y="146304"/>
                </a:lnTo>
                <a:lnTo>
                  <a:pt x="225552" y="175260"/>
                </a:lnTo>
                <a:lnTo>
                  <a:pt x="383008" y="175260"/>
                </a:lnTo>
                <a:lnTo>
                  <a:pt x="393192" y="185928"/>
                </a:lnTo>
                <a:lnTo>
                  <a:pt x="225552" y="185928"/>
                </a:lnTo>
                <a:lnTo>
                  <a:pt x="225552" y="262128"/>
                </a:lnTo>
                <a:lnTo>
                  <a:pt x="385017" y="262128"/>
                </a:lnTo>
                <a:lnTo>
                  <a:pt x="394716" y="272795"/>
                </a:lnTo>
                <a:lnTo>
                  <a:pt x="225552" y="272795"/>
                </a:lnTo>
                <a:lnTo>
                  <a:pt x="225552" y="356616"/>
                </a:lnTo>
                <a:lnTo>
                  <a:pt x="400742" y="356616"/>
                </a:lnTo>
                <a:lnTo>
                  <a:pt x="409956" y="367284"/>
                </a:lnTo>
                <a:lnTo>
                  <a:pt x="225552" y="367284"/>
                </a:lnTo>
                <a:lnTo>
                  <a:pt x="225552" y="393192"/>
                </a:lnTo>
                <a:lnTo>
                  <a:pt x="201168" y="403860"/>
                </a:lnTo>
                <a:close/>
              </a:path>
              <a:path w="410210" h="403860">
                <a:moveTo>
                  <a:pt x="383008" y="175260"/>
                </a:moveTo>
                <a:lnTo>
                  <a:pt x="341375" y="175260"/>
                </a:lnTo>
                <a:lnTo>
                  <a:pt x="361188" y="152400"/>
                </a:lnTo>
                <a:lnTo>
                  <a:pt x="383008" y="175260"/>
                </a:lnTo>
                <a:close/>
              </a:path>
              <a:path w="410210" h="403860">
                <a:moveTo>
                  <a:pt x="307848" y="262128"/>
                </a:moveTo>
                <a:lnTo>
                  <a:pt x="284988" y="262128"/>
                </a:lnTo>
                <a:lnTo>
                  <a:pt x="284988" y="185928"/>
                </a:lnTo>
                <a:lnTo>
                  <a:pt x="307848" y="185928"/>
                </a:lnTo>
                <a:lnTo>
                  <a:pt x="307848" y="262128"/>
                </a:lnTo>
                <a:close/>
              </a:path>
              <a:path w="410210" h="403860">
                <a:moveTo>
                  <a:pt x="385017" y="262128"/>
                </a:moveTo>
                <a:lnTo>
                  <a:pt x="341375" y="262128"/>
                </a:lnTo>
                <a:lnTo>
                  <a:pt x="364236" y="239268"/>
                </a:lnTo>
                <a:lnTo>
                  <a:pt x="385017" y="262128"/>
                </a:lnTo>
                <a:close/>
              </a:path>
              <a:path w="410210" h="403860">
                <a:moveTo>
                  <a:pt x="152400" y="336804"/>
                </a:moveTo>
                <a:lnTo>
                  <a:pt x="150876" y="336804"/>
                </a:lnTo>
                <a:lnTo>
                  <a:pt x="147685" y="335351"/>
                </a:lnTo>
                <a:lnTo>
                  <a:pt x="144780" y="330898"/>
                </a:lnTo>
                <a:lnTo>
                  <a:pt x="141874" y="323302"/>
                </a:lnTo>
                <a:lnTo>
                  <a:pt x="138684" y="312419"/>
                </a:lnTo>
                <a:lnTo>
                  <a:pt x="133302" y="295322"/>
                </a:lnTo>
                <a:lnTo>
                  <a:pt x="126492" y="278511"/>
                </a:lnTo>
                <a:lnTo>
                  <a:pt x="118456" y="262128"/>
                </a:lnTo>
                <a:lnTo>
                  <a:pt x="109728" y="246888"/>
                </a:lnTo>
                <a:lnTo>
                  <a:pt x="135722" y="246888"/>
                </a:lnTo>
                <a:lnTo>
                  <a:pt x="139827" y="252603"/>
                </a:lnTo>
                <a:lnTo>
                  <a:pt x="146970" y="264366"/>
                </a:lnTo>
                <a:lnTo>
                  <a:pt x="152400" y="275844"/>
                </a:lnTo>
                <a:lnTo>
                  <a:pt x="157281" y="285559"/>
                </a:lnTo>
                <a:lnTo>
                  <a:pt x="160591" y="294132"/>
                </a:lnTo>
                <a:lnTo>
                  <a:pt x="162472" y="301561"/>
                </a:lnTo>
                <a:lnTo>
                  <a:pt x="163068" y="307848"/>
                </a:lnTo>
                <a:lnTo>
                  <a:pt x="163068" y="313944"/>
                </a:lnTo>
                <a:lnTo>
                  <a:pt x="161544" y="321564"/>
                </a:lnTo>
                <a:lnTo>
                  <a:pt x="155448" y="333756"/>
                </a:lnTo>
                <a:lnTo>
                  <a:pt x="152400" y="336804"/>
                </a:lnTo>
                <a:close/>
              </a:path>
              <a:path w="410210" h="403860">
                <a:moveTo>
                  <a:pt x="307848" y="356616"/>
                </a:moveTo>
                <a:lnTo>
                  <a:pt x="284988" y="356616"/>
                </a:lnTo>
                <a:lnTo>
                  <a:pt x="284988" y="272795"/>
                </a:lnTo>
                <a:lnTo>
                  <a:pt x="307848" y="272795"/>
                </a:lnTo>
                <a:lnTo>
                  <a:pt x="307848" y="356616"/>
                </a:lnTo>
                <a:close/>
              </a:path>
              <a:path w="410210" h="403860">
                <a:moveTo>
                  <a:pt x="400742" y="356616"/>
                </a:moveTo>
                <a:lnTo>
                  <a:pt x="356616" y="356616"/>
                </a:lnTo>
                <a:lnTo>
                  <a:pt x="380999" y="333756"/>
                </a:lnTo>
                <a:lnTo>
                  <a:pt x="400742" y="35661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" name="object 39"/>
          <p:cNvSpPr/>
          <p:nvPr/>
        </p:nvSpPr>
        <p:spPr>
          <a:xfrm>
            <a:off x="3939540" y="2916935"/>
            <a:ext cx="356870" cy="401320"/>
          </a:xfrm>
          <a:custGeom>
            <a:avLst/>
            <a:gdLst/>
            <a:ahLst/>
            <a:cxnLst/>
            <a:rect l="l" t="t" r="r" b="b"/>
            <a:pathLst>
              <a:path w="356870" h="401320">
                <a:moveTo>
                  <a:pt x="53340" y="89916"/>
                </a:moveTo>
                <a:lnTo>
                  <a:pt x="44196" y="89916"/>
                </a:lnTo>
                <a:lnTo>
                  <a:pt x="51339" y="61936"/>
                </a:lnTo>
                <a:lnTo>
                  <a:pt x="56769" y="37528"/>
                </a:lnTo>
                <a:lnTo>
                  <a:pt x="60483" y="16835"/>
                </a:lnTo>
                <a:lnTo>
                  <a:pt x="62484" y="0"/>
                </a:lnTo>
                <a:lnTo>
                  <a:pt x="100584" y="19812"/>
                </a:lnTo>
                <a:lnTo>
                  <a:pt x="91487" y="27551"/>
                </a:lnTo>
                <a:lnTo>
                  <a:pt x="80391" y="41719"/>
                </a:lnTo>
                <a:lnTo>
                  <a:pt x="67579" y="62460"/>
                </a:lnTo>
                <a:lnTo>
                  <a:pt x="53340" y="89916"/>
                </a:lnTo>
                <a:close/>
              </a:path>
              <a:path w="356870" h="401320">
                <a:moveTo>
                  <a:pt x="147828" y="190500"/>
                </a:moveTo>
                <a:lnTo>
                  <a:pt x="143256" y="187452"/>
                </a:lnTo>
                <a:lnTo>
                  <a:pt x="160162" y="160615"/>
                </a:lnTo>
                <a:lnTo>
                  <a:pt x="174498" y="135064"/>
                </a:lnTo>
                <a:lnTo>
                  <a:pt x="196596" y="88392"/>
                </a:lnTo>
                <a:lnTo>
                  <a:pt x="211836" y="44958"/>
                </a:lnTo>
                <a:lnTo>
                  <a:pt x="222503" y="1524"/>
                </a:lnTo>
                <a:lnTo>
                  <a:pt x="260603" y="24384"/>
                </a:lnTo>
                <a:lnTo>
                  <a:pt x="252864" y="31480"/>
                </a:lnTo>
                <a:lnTo>
                  <a:pt x="243268" y="45720"/>
                </a:lnTo>
                <a:lnTo>
                  <a:pt x="231671" y="66817"/>
                </a:lnTo>
                <a:lnTo>
                  <a:pt x="217932" y="94488"/>
                </a:lnTo>
                <a:lnTo>
                  <a:pt x="348996" y="94488"/>
                </a:lnTo>
                <a:lnTo>
                  <a:pt x="356616" y="102108"/>
                </a:lnTo>
                <a:lnTo>
                  <a:pt x="352806" y="105156"/>
                </a:lnTo>
                <a:lnTo>
                  <a:pt x="213360" y="105156"/>
                </a:lnTo>
                <a:lnTo>
                  <a:pt x="197977" y="129420"/>
                </a:lnTo>
                <a:lnTo>
                  <a:pt x="181737" y="151828"/>
                </a:lnTo>
                <a:lnTo>
                  <a:pt x="164925" y="172235"/>
                </a:lnTo>
                <a:lnTo>
                  <a:pt x="147828" y="190500"/>
                </a:lnTo>
                <a:close/>
              </a:path>
              <a:path w="356870" h="401320">
                <a:moveTo>
                  <a:pt x="146304" y="89916"/>
                </a:moveTo>
                <a:lnTo>
                  <a:pt x="111252" y="89916"/>
                </a:lnTo>
                <a:lnTo>
                  <a:pt x="129540" y="73152"/>
                </a:lnTo>
                <a:lnTo>
                  <a:pt x="146304" y="89916"/>
                </a:lnTo>
                <a:close/>
              </a:path>
              <a:path w="356870" h="401320">
                <a:moveTo>
                  <a:pt x="0" y="397764"/>
                </a:moveTo>
                <a:lnTo>
                  <a:pt x="820" y="359664"/>
                </a:lnTo>
                <a:lnTo>
                  <a:pt x="917" y="353568"/>
                </a:lnTo>
                <a:lnTo>
                  <a:pt x="1333" y="316230"/>
                </a:lnTo>
                <a:lnTo>
                  <a:pt x="1425" y="176784"/>
                </a:lnTo>
                <a:lnTo>
                  <a:pt x="1301" y="151828"/>
                </a:lnTo>
                <a:lnTo>
                  <a:pt x="881" y="114681"/>
                </a:lnTo>
                <a:lnTo>
                  <a:pt x="0" y="74676"/>
                </a:lnTo>
                <a:lnTo>
                  <a:pt x="25908" y="89916"/>
                </a:lnTo>
                <a:lnTo>
                  <a:pt x="146304" y="89916"/>
                </a:lnTo>
                <a:lnTo>
                  <a:pt x="155448" y="99060"/>
                </a:lnTo>
                <a:lnTo>
                  <a:pt x="153162" y="100584"/>
                </a:lnTo>
                <a:lnTo>
                  <a:pt x="24384" y="100584"/>
                </a:lnTo>
                <a:lnTo>
                  <a:pt x="24384" y="211836"/>
                </a:lnTo>
                <a:lnTo>
                  <a:pt x="137464" y="211836"/>
                </a:lnTo>
                <a:lnTo>
                  <a:pt x="137527" y="222504"/>
                </a:lnTo>
                <a:lnTo>
                  <a:pt x="24384" y="222504"/>
                </a:lnTo>
                <a:lnTo>
                  <a:pt x="24384" y="344424"/>
                </a:lnTo>
                <a:lnTo>
                  <a:pt x="138510" y="344424"/>
                </a:lnTo>
                <a:lnTo>
                  <a:pt x="138564" y="353568"/>
                </a:lnTo>
                <a:lnTo>
                  <a:pt x="24384" y="353568"/>
                </a:lnTo>
                <a:lnTo>
                  <a:pt x="24384" y="384048"/>
                </a:lnTo>
                <a:lnTo>
                  <a:pt x="0" y="397764"/>
                </a:lnTo>
                <a:close/>
              </a:path>
              <a:path w="356870" h="401320">
                <a:moveTo>
                  <a:pt x="348996" y="94488"/>
                </a:moveTo>
                <a:lnTo>
                  <a:pt x="310896" y="94488"/>
                </a:lnTo>
                <a:lnTo>
                  <a:pt x="330708" y="76200"/>
                </a:lnTo>
                <a:lnTo>
                  <a:pt x="348996" y="94488"/>
                </a:lnTo>
                <a:close/>
              </a:path>
              <a:path w="356870" h="401320">
                <a:moveTo>
                  <a:pt x="137464" y="211836"/>
                </a:moveTo>
                <a:lnTo>
                  <a:pt x="114300" y="211836"/>
                </a:lnTo>
                <a:lnTo>
                  <a:pt x="114300" y="100584"/>
                </a:lnTo>
                <a:lnTo>
                  <a:pt x="153162" y="100584"/>
                </a:lnTo>
                <a:lnTo>
                  <a:pt x="137160" y="111252"/>
                </a:lnTo>
                <a:lnTo>
                  <a:pt x="137263" y="160615"/>
                </a:lnTo>
                <a:lnTo>
                  <a:pt x="137386" y="198501"/>
                </a:lnTo>
                <a:lnTo>
                  <a:pt x="137464" y="211836"/>
                </a:lnTo>
                <a:close/>
              </a:path>
              <a:path w="356870" h="401320">
                <a:moveTo>
                  <a:pt x="326904" y="359664"/>
                </a:moveTo>
                <a:lnTo>
                  <a:pt x="283464" y="359664"/>
                </a:lnTo>
                <a:lnTo>
                  <a:pt x="291988" y="357687"/>
                </a:lnTo>
                <a:lnTo>
                  <a:pt x="299085" y="351853"/>
                </a:lnTo>
                <a:lnTo>
                  <a:pt x="309265" y="304373"/>
                </a:lnTo>
                <a:lnTo>
                  <a:pt x="311086" y="258889"/>
                </a:lnTo>
                <a:lnTo>
                  <a:pt x="313250" y="190500"/>
                </a:lnTo>
                <a:lnTo>
                  <a:pt x="315467" y="105156"/>
                </a:lnTo>
                <a:lnTo>
                  <a:pt x="352806" y="105156"/>
                </a:lnTo>
                <a:lnTo>
                  <a:pt x="341376" y="114300"/>
                </a:lnTo>
                <a:lnTo>
                  <a:pt x="339593" y="186213"/>
                </a:lnTo>
                <a:lnTo>
                  <a:pt x="337620" y="248631"/>
                </a:lnTo>
                <a:lnTo>
                  <a:pt x="335560" y="294583"/>
                </a:lnTo>
                <a:lnTo>
                  <a:pt x="333280" y="326489"/>
                </a:lnTo>
                <a:lnTo>
                  <a:pt x="330708" y="344424"/>
                </a:lnTo>
                <a:lnTo>
                  <a:pt x="327874" y="357020"/>
                </a:lnTo>
                <a:lnTo>
                  <a:pt x="326904" y="359664"/>
                </a:lnTo>
                <a:close/>
              </a:path>
              <a:path w="356870" h="401320">
                <a:moveTo>
                  <a:pt x="231648" y="268224"/>
                </a:moveTo>
                <a:lnTo>
                  <a:pt x="225552" y="268224"/>
                </a:lnTo>
                <a:lnTo>
                  <a:pt x="220979" y="260603"/>
                </a:lnTo>
                <a:lnTo>
                  <a:pt x="219456" y="245364"/>
                </a:lnTo>
                <a:lnTo>
                  <a:pt x="214884" y="227361"/>
                </a:lnTo>
                <a:lnTo>
                  <a:pt x="208026" y="209931"/>
                </a:lnTo>
                <a:lnTo>
                  <a:pt x="198882" y="193071"/>
                </a:lnTo>
                <a:lnTo>
                  <a:pt x="187452" y="176784"/>
                </a:lnTo>
                <a:lnTo>
                  <a:pt x="192024" y="172212"/>
                </a:lnTo>
                <a:lnTo>
                  <a:pt x="224980" y="198501"/>
                </a:lnTo>
                <a:lnTo>
                  <a:pt x="246888" y="234696"/>
                </a:lnTo>
                <a:lnTo>
                  <a:pt x="246888" y="246888"/>
                </a:lnTo>
                <a:lnTo>
                  <a:pt x="245364" y="254508"/>
                </a:lnTo>
                <a:lnTo>
                  <a:pt x="236220" y="266700"/>
                </a:lnTo>
                <a:lnTo>
                  <a:pt x="231648" y="268224"/>
                </a:lnTo>
                <a:close/>
              </a:path>
              <a:path w="356870" h="401320">
                <a:moveTo>
                  <a:pt x="138510" y="344424"/>
                </a:moveTo>
                <a:lnTo>
                  <a:pt x="114300" y="344424"/>
                </a:lnTo>
                <a:lnTo>
                  <a:pt x="114300" y="222504"/>
                </a:lnTo>
                <a:lnTo>
                  <a:pt x="137527" y="222504"/>
                </a:lnTo>
                <a:lnTo>
                  <a:pt x="137723" y="254508"/>
                </a:lnTo>
                <a:lnTo>
                  <a:pt x="138510" y="344424"/>
                </a:lnTo>
                <a:close/>
              </a:path>
              <a:path w="356870" h="401320">
                <a:moveTo>
                  <a:pt x="278891" y="400812"/>
                </a:moveTo>
                <a:lnTo>
                  <a:pt x="271772" y="387953"/>
                </a:lnTo>
                <a:lnTo>
                  <a:pt x="259651" y="376809"/>
                </a:lnTo>
                <a:lnTo>
                  <a:pt x="242673" y="367379"/>
                </a:lnTo>
                <a:lnTo>
                  <a:pt x="220979" y="359664"/>
                </a:lnTo>
                <a:lnTo>
                  <a:pt x="220979" y="350520"/>
                </a:lnTo>
                <a:lnTo>
                  <a:pt x="241244" y="354520"/>
                </a:lnTo>
                <a:lnTo>
                  <a:pt x="258508" y="357378"/>
                </a:lnTo>
                <a:lnTo>
                  <a:pt x="272629" y="359092"/>
                </a:lnTo>
                <a:lnTo>
                  <a:pt x="283464" y="359664"/>
                </a:lnTo>
                <a:lnTo>
                  <a:pt x="326904" y="359664"/>
                </a:lnTo>
                <a:lnTo>
                  <a:pt x="324040" y="367474"/>
                </a:lnTo>
                <a:lnTo>
                  <a:pt x="289726" y="396240"/>
                </a:lnTo>
                <a:lnTo>
                  <a:pt x="278891" y="400812"/>
                </a:lnTo>
                <a:close/>
              </a:path>
              <a:path w="356870" h="401320">
                <a:moveTo>
                  <a:pt x="114300" y="390144"/>
                </a:moveTo>
                <a:lnTo>
                  <a:pt x="114300" y="353568"/>
                </a:lnTo>
                <a:lnTo>
                  <a:pt x="138564" y="353568"/>
                </a:lnTo>
                <a:lnTo>
                  <a:pt x="138684" y="376428"/>
                </a:lnTo>
                <a:lnTo>
                  <a:pt x="114300" y="39014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pic>
        <p:nvPicPr>
          <p:cNvPr id="40" name="object 40"/>
          <p:cNvPicPr/>
          <p:nvPr/>
        </p:nvPicPr>
        <p:blipFill>
          <a:blip r:embed="rId5" cstate="print"/>
          <a:stretch>
            <a:fillRect/>
          </a:stretch>
        </p:blipFill>
        <p:spPr>
          <a:xfrm>
            <a:off x="4392167" y="3185160"/>
            <a:ext cx="96012" cy="96012"/>
          </a:xfrm>
          <a:prstGeom prst="rect">
            <a:avLst/>
          </a:prstGeom>
        </p:spPr>
      </p:pic>
      <p:sp>
        <p:nvSpPr>
          <p:cNvPr id="41" name="object 41"/>
          <p:cNvSpPr/>
          <p:nvPr/>
        </p:nvSpPr>
        <p:spPr>
          <a:xfrm>
            <a:off x="4802123" y="2916936"/>
            <a:ext cx="386080" cy="410209"/>
          </a:xfrm>
          <a:custGeom>
            <a:avLst/>
            <a:gdLst/>
            <a:ahLst/>
            <a:cxnLst/>
            <a:rect l="l" t="t" r="r" b="b"/>
            <a:pathLst>
              <a:path w="386079" h="410210">
                <a:moveTo>
                  <a:pt x="3047" y="126492"/>
                </a:moveTo>
                <a:lnTo>
                  <a:pt x="0" y="120396"/>
                </a:lnTo>
                <a:lnTo>
                  <a:pt x="11191" y="108156"/>
                </a:lnTo>
                <a:lnTo>
                  <a:pt x="22097" y="94488"/>
                </a:lnTo>
                <a:lnTo>
                  <a:pt x="53911" y="47148"/>
                </a:lnTo>
                <a:lnTo>
                  <a:pt x="76199" y="0"/>
                </a:lnTo>
                <a:lnTo>
                  <a:pt x="109727" y="25908"/>
                </a:lnTo>
                <a:lnTo>
                  <a:pt x="94487" y="30480"/>
                </a:lnTo>
                <a:lnTo>
                  <a:pt x="77723" y="51816"/>
                </a:lnTo>
                <a:lnTo>
                  <a:pt x="191566" y="51816"/>
                </a:lnTo>
                <a:lnTo>
                  <a:pt x="201167" y="62484"/>
                </a:lnTo>
                <a:lnTo>
                  <a:pt x="70103" y="62484"/>
                </a:lnTo>
                <a:lnTo>
                  <a:pt x="64103" y="67627"/>
                </a:lnTo>
                <a:lnTo>
                  <a:pt x="57530" y="73913"/>
                </a:lnTo>
                <a:lnTo>
                  <a:pt x="50387" y="81343"/>
                </a:lnTo>
                <a:lnTo>
                  <a:pt x="42671" y="89916"/>
                </a:lnTo>
                <a:lnTo>
                  <a:pt x="34123" y="99060"/>
                </a:lnTo>
                <a:lnTo>
                  <a:pt x="24574" y="108204"/>
                </a:lnTo>
                <a:lnTo>
                  <a:pt x="14168" y="117348"/>
                </a:lnTo>
                <a:lnTo>
                  <a:pt x="3047" y="126492"/>
                </a:lnTo>
                <a:close/>
              </a:path>
              <a:path w="386079" h="410210">
                <a:moveTo>
                  <a:pt x="178307" y="114300"/>
                </a:moveTo>
                <a:lnTo>
                  <a:pt x="173735" y="108204"/>
                </a:lnTo>
                <a:lnTo>
                  <a:pt x="185975" y="93987"/>
                </a:lnTo>
                <a:lnTo>
                  <a:pt x="197357" y="79057"/>
                </a:lnTo>
                <a:lnTo>
                  <a:pt x="223837" y="34528"/>
                </a:lnTo>
                <a:lnTo>
                  <a:pt x="239267" y="1523"/>
                </a:lnTo>
                <a:lnTo>
                  <a:pt x="271271" y="24384"/>
                </a:lnTo>
                <a:lnTo>
                  <a:pt x="254507" y="30480"/>
                </a:lnTo>
                <a:lnTo>
                  <a:pt x="239267" y="51816"/>
                </a:lnTo>
                <a:lnTo>
                  <a:pt x="375970" y="51816"/>
                </a:lnTo>
                <a:lnTo>
                  <a:pt x="385572" y="62484"/>
                </a:lnTo>
                <a:lnTo>
                  <a:pt x="234695" y="62484"/>
                </a:lnTo>
                <a:lnTo>
                  <a:pt x="220956" y="75938"/>
                </a:lnTo>
                <a:lnTo>
                  <a:pt x="207073" y="88963"/>
                </a:lnTo>
                <a:lnTo>
                  <a:pt x="192905" y="101703"/>
                </a:lnTo>
                <a:lnTo>
                  <a:pt x="178307" y="114300"/>
                </a:lnTo>
                <a:close/>
              </a:path>
              <a:path w="386079" h="410210">
                <a:moveTo>
                  <a:pt x="191566" y="51816"/>
                </a:moveTo>
                <a:lnTo>
                  <a:pt x="153923" y="51816"/>
                </a:lnTo>
                <a:lnTo>
                  <a:pt x="173735" y="32004"/>
                </a:lnTo>
                <a:lnTo>
                  <a:pt x="191566" y="51816"/>
                </a:lnTo>
                <a:close/>
              </a:path>
              <a:path w="386079" h="410210">
                <a:moveTo>
                  <a:pt x="375970" y="51816"/>
                </a:moveTo>
                <a:lnTo>
                  <a:pt x="338327" y="51816"/>
                </a:lnTo>
                <a:lnTo>
                  <a:pt x="358139" y="32004"/>
                </a:lnTo>
                <a:lnTo>
                  <a:pt x="375970" y="51816"/>
                </a:lnTo>
                <a:close/>
              </a:path>
              <a:path w="386079" h="410210">
                <a:moveTo>
                  <a:pt x="123443" y="115824"/>
                </a:moveTo>
                <a:lnTo>
                  <a:pt x="120395" y="111252"/>
                </a:lnTo>
                <a:lnTo>
                  <a:pt x="117347" y="96011"/>
                </a:lnTo>
                <a:lnTo>
                  <a:pt x="108203" y="77723"/>
                </a:lnTo>
                <a:lnTo>
                  <a:pt x="103631" y="70104"/>
                </a:lnTo>
                <a:lnTo>
                  <a:pt x="97535" y="62484"/>
                </a:lnTo>
                <a:lnTo>
                  <a:pt x="106679" y="62484"/>
                </a:lnTo>
                <a:lnTo>
                  <a:pt x="140207" y="88392"/>
                </a:lnTo>
                <a:lnTo>
                  <a:pt x="141731" y="92964"/>
                </a:lnTo>
                <a:lnTo>
                  <a:pt x="141731" y="100584"/>
                </a:lnTo>
                <a:lnTo>
                  <a:pt x="135635" y="109728"/>
                </a:lnTo>
                <a:lnTo>
                  <a:pt x="132587" y="112776"/>
                </a:lnTo>
                <a:lnTo>
                  <a:pt x="123443" y="115824"/>
                </a:lnTo>
                <a:close/>
              </a:path>
              <a:path w="386079" h="410210">
                <a:moveTo>
                  <a:pt x="294131" y="112776"/>
                </a:moveTo>
                <a:lnTo>
                  <a:pt x="291083" y="112776"/>
                </a:lnTo>
                <a:lnTo>
                  <a:pt x="288035" y="106680"/>
                </a:lnTo>
                <a:lnTo>
                  <a:pt x="284987" y="102108"/>
                </a:lnTo>
                <a:lnTo>
                  <a:pt x="283463" y="96011"/>
                </a:lnTo>
                <a:lnTo>
                  <a:pt x="281939" y="88392"/>
                </a:lnTo>
                <a:lnTo>
                  <a:pt x="279082" y="82629"/>
                </a:lnTo>
                <a:lnTo>
                  <a:pt x="275081" y="76580"/>
                </a:lnTo>
                <a:lnTo>
                  <a:pt x="269938" y="69961"/>
                </a:lnTo>
                <a:lnTo>
                  <a:pt x="263651" y="62484"/>
                </a:lnTo>
                <a:lnTo>
                  <a:pt x="271271" y="62484"/>
                </a:lnTo>
                <a:lnTo>
                  <a:pt x="304799" y="83820"/>
                </a:lnTo>
                <a:lnTo>
                  <a:pt x="306323" y="88392"/>
                </a:lnTo>
                <a:lnTo>
                  <a:pt x="307847" y="91440"/>
                </a:lnTo>
                <a:lnTo>
                  <a:pt x="307847" y="96011"/>
                </a:lnTo>
                <a:lnTo>
                  <a:pt x="306323" y="97535"/>
                </a:lnTo>
                <a:lnTo>
                  <a:pt x="306323" y="100584"/>
                </a:lnTo>
                <a:lnTo>
                  <a:pt x="304799" y="103632"/>
                </a:lnTo>
                <a:lnTo>
                  <a:pt x="297179" y="111252"/>
                </a:lnTo>
                <a:lnTo>
                  <a:pt x="294131" y="112776"/>
                </a:lnTo>
                <a:close/>
              </a:path>
              <a:path w="386079" h="410210">
                <a:moveTo>
                  <a:pt x="106679" y="173736"/>
                </a:moveTo>
                <a:lnTo>
                  <a:pt x="103631" y="170688"/>
                </a:lnTo>
                <a:lnTo>
                  <a:pt x="102107" y="163068"/>
                </a:lnTo>
                <a:lnTo>
                  <a:pt x="100441" y="157329"/>
                </a:lnTo>
                <a:lnTo>
                  <a:pt x="76009" y="116181"/>
                </a:lnTo>
                <a:lnTo>
                  <a:pt x="68579" y="108204"/>
                </a:lnTo>
                <a:lnTo>
                  <a:pt x="73151" y="102108"/>
                </a:lnTo>
                <a:lnTo>
                  <a:pt x="113442" y="127182"/>
                </a:lnTo>
                <a:lnTo>
                  <a:pt x="124967" y="144780"/>
                </a:lnTo>
                <a:lnTo>
                  <a:pt x="124967" y="152400"/>
                </a:lnTo>
                <a:lnTo>
                  <a:pt x="121919" y="161544"/>
                </a:lnTo>
                <a:lnTo>
                  <a:pt x="118871" y="166116"/>
                </a:lnTo>
                <a:lnTo>
                  <a:pt x="115823" y="169164"/>
                </a:lnTo>
                <a:lnTo>
                  <a:pt x="111251" y="172212"/>
                </a:lnTo>
                <a:lnTo>
                  <a:pt x="106679" y="173736"/>
                </a:lnTo>
                <a:close/>
              </a:path>
              <a:path w="386079" h="410210">
                <a:moveTo>
                  <a:pt x="164591" y="143256"/>
                </a:moveTo>
                <a:lnTo>
                  <a:pt x="149351" y="128016"/>
                </a:lnTo>
                <a:lnTo>
                  <a:pt x="326136" y="128016"/>
                </a:lnTo>
                <a:lnTo>
                  <a:pt x="342900" y="112776"/>
                </a:lnTo>
                <a:lnTo>
                  <a:pt x="365760" y="137160"/>
                </a:lnTo>
                <a:lnTo>
                  <a:pt x="363582" y="138684"/>
                </a:lnTo>
                <a:lnTo>
                  <a:pt x="198119" y="138684"/>
                </a:lnTo>
                <a:lnTo>
                  <a:pt x="190952" y="138969"/>
                </a:lnTo>
                <a:lnTo>
                  <a:pt x="183070" y="139827"/>
                </a:lnTo>
                <a:lnTo>
                  <a:pt x="174331" y="141255"/>
                </a:lnTo>
                <a:lnTo>
                  <a:pt x="164591" y="143256"/>
                </a:lnTo>
                <a:close/>
              </a:path>
              <a:path w="386079" h="410210">
                <a:moveTo>
                  <a:pt x="350520" y="365760"/>
                </a:moveTo>
                <a:lnTo>
                  <a:pt x="316991" y="365760"/>
                </a:lnTo>
                <a:lnTo>
                  <a:pt x="321564" y="364236"/>
                </a:lnTo>
                <a:lnTo>
                  <a:pt x="326136" y="364236"/>
                </a:lnTo>
                <a:lnTo>
                  <a:pt x="327660" y="359664"/>
                </a:lnTo>
                <a:lnTo>
                  <a:pt x="327660" y="138684"/>
                </a:lnTo>
                <a:lnTo>
                  <a:pt x="363582" y="138684"/>
                </a:lnTo>
                <a:lnTo>
                  <a:pt x="350520" y="147828"/>
                </a:lnTo>
                <a:lnTo>
                  <a:pt x="350520" y="365760"/>
                </a:lnTo>
                <a:close/>
              </a:path>
              <a:path w="386079" h="410210">
                <a:moveTo>
                  <a:pt x="39623" y="409956"/>
                </a:moveTo>
                <a:lnTo>
                  <a:pt x="40502" y="370046"/>
                </a:lnTo>
                <a:lnTo>
                  <a:pt x="40957" y="329755"/>
                </a:lnTo>
                <a:lnTo>
                  <a:pt x="41079" y="203454"/>
                </a:lnTo>
                <a:lnTo>
                  <a:pt x="40957" y="181165"/>
                </a:lnTo>
                <a:lnTo>
                  <a:pt x="40486" y="156972"/>
                </a:lnTo>
                <a:lnTo>
                  <a:pt x="39623" y="140208"/>
                </a:lnTo>
                <a:lnTo>
                  <a:pt x="77723" y="156972"/>
                </a:lnTo>
                <a:lnTo>
                  <a:pt x="64007" y="173736"/>
                </a:lnTo>
                <a:lnTo>
                  <a:pt x="64119" y="292608"/>
                </a:lnTo>
                <a:lnTo>
                  <a:pt x="64224" y="326136"/>
                </a:lnTo>
                <a:lnTo>
                  <a:pt x="64650" y="370046"/>
                </a:lnTo>
                <a:lnTo>
                  <a:pt x="65531" y="397764"/>
                </a:lnTo>
                <a:lnTo>
                  <a:pt x="39623" y="409956"/>
                </a:lnTo>
                <a:close/>
              </a:path>
              <a:path w="386079" h="410210">
                <a:moveTo>
                  <a:pt x="260699" y="188976"/>
                </a:moveTo>
                <a:lnTo>
                  <a:pt x="230123" y="188976"/>
                </a:lnTo>
                <a:lnTo>
                  <a:pt x="240791" y="172212"/>
                </a:lnTo>
                <a:lnTo>
                  <a:pt x="260699" y="188976"/>
                </a:lnTo>
                <a:close/>
              </a:path>
              <a:path w="386079" h="410210">
                <a:moveTo>
                  <a:pt x="134111" y="353568"/>
                </a:moveTo>
                <a:lnTo>
                  <a:pt x="134280" y="333756"/>
                </a:lnTo>
                <a:lnTo>
                  <a:pt x="134390" y="323469"/>
                </a:lnTo>
                <a:lnTo>
                  <a:pt x="135397" y="272343"/>
                </a:lnTo>
                <a:lnTo>
                  <a:pt x="135635" y="246888"/>
                </a:lnTo>
                <a:lnTo>
                  <a:pt x="135397" y="223456"/>
                </a:lnTo>
                <a:lnTo>
                  <a:pt x="134873" y="203454"/>
                </a:lnTo>
                <a:lnTo>
                  <a:pt x="134350" y="186880"/>
                </a:lnTo>
                <a:lnTo>
                  <a:pt x="134111" y="173736"/>
                </a:lnTo>
                <a:lnTo>
                  <a:pt x="158495" y="188976"/>
                </a:lnTo>
                <a:lnTo>
                  <a:pt x="260699" y="188976"/>
                </a:lnTo>
                <a:lnTo>
                  <a:pt x="269747" y="196596"/>
                </a:lnTo>
                <a:lnTo>
                  <a:pt x="265683" y="199644"/>
                </a:lnTo>
                <a:lnTo>
                  <a:pt x="158495" y="199644"/>
                </a:lnTo>
                <a:lnTo>
                  <a:pt x="158495" y="251460"/>
                </a:lnTo>
                <a:lnTo>
                  <a:pt x="251692" y="251460"/>
                </a:lnTo>
                <a:lnTo>
                  <a:pt x="251749" y="258032"/>
                </a:lnTo>
                <a:lnTo>
                  <a:pt x="251827" y="262128"/>
                </a:lnTo>
                <a:lnTo>
                  <a:pt x="158495" y="262128"/>
                </a:lnTo>
                <a:lnTo>
                  <a:pt x="158495" y="315468"/>
                </a:lnTo>
                <a:lnTo>
                  <a:pt x="253280" y="315468"/>
                </a:lnTo>
                <a:lnTo>
                  <a:pt x="253388" y="318325"/>
                </a:lnTo>
                <a:lnTo>
                  <a:pt x="253955" y="326136"/>
                </a:lnTo>
                <a:lnTo>
                  <a:pt x="158495" y="326136"/>
                </a:lnTo>
                <a:lnTo>
                  <a:pt x="158495" y="344424"/>
                </a:lnTo>
                <a:lnTo>
                  <a:pt x="134111" y="353568"/>
                </a:lnTo>
                <a:close/>
              </a:path>
              <a:path w="386079" h="410210">
                <a:moveTo>
                  <a:pt x="251692" y="251460"/>
                </a:moveTo>
                <a:lnTo>
                  <a:pt x="228599" y="251460"/>
                </a:lnTo>
                <a:lnTo>
                  <a:pt x="228599" y="199644"/>
                </a:lnTo>
                <a:lnTo>
                  <a:pt x="265683" y="199644"/>
                </a:lnTo>
                <a:lnTo>
                  <a:pt x="251459" y="210312"/>
                </a:lnTo>
                <a:lnTo>
                  <a:pt x="251692" y="251460"/>
                </a:lnTo>
                <a:close/>
              </a:path>
              <a:path w="386079" h="410210">
                <a:moveTo>
                  <a:pt x="253280" y="315468"/>
                </a:moveTo>
                <a:lnTo>
                  <a:pt x="228599" y="315468"/>
                </a:lnTo>
                <a:lnTo>
                  <a:pt x="228599" y="262128"/>
                </a:lnTo>
                <a:lnTo>
                  <a:pt x="251827" y="262128"/>
                </a:lnTo>
                <a:lnTo>
                  <a:pt x="252412" y="292608"/>
                </a:lnTo>
                <a:lnTo>
                  <a:pt x="253280" y="315468"/>
                </a:lnTo>
                <a:close/>
              </a:path>
              <a:path w="386079" h="410210">
                <a:moveTo>
                  <a:pt x="228599" y="344424"/>
                </a:moveTo>
                <a:lnTo>
                  <a:pt x="228599" y="326136"/>
                </a:lnTo>
                <a:lnTo>
                  <a:pt x="253955" y="326136"/>
                </a:lnTo>
                <a:lnTo>
                  <a:pt x="254507" y="333756"/>
                </a:lnTo>
                <a:lnTo>
                  <a:pt x="228599" y="344424"/>
                </a:lnTo>
                <a:close/>
              </a:path>
              <a:path w="386079" h="410210">
                <a:moveTo>
                  <a:pt x="318515" y="405384"/>
                </a:moveTo>
                <a:lnTo>
                  <a:pt x="311991" y="392811"/>
                </a:lnTo>
                <a:lnTo>
                  <a:pt x="299465" y="382524"/>
                </a:lnTo>
                <a:lnTo>
                  <a:pt x="281225" y="374523"/>
                </a:lnTo>
                <a:lnTo>
                  <a:pt x="257555" y="368808"/>
                </a:lnTo>
                <a:lnTo>
                  <a:pt x="257555" y="361188"/>
                </a:lnTo>
                <a:lnTo>
                  <a:pt x="271533" y="362331"/>
                </a:lnTo>
                <a:lnTo>
                  <a:pt x="283654" y="363474"/>
                </a:lnTo>
                <a:lnTo>
                  <a:pt x="293774" y="364617"/>
                </a:lnTo>
                <a:lnTo>
                  <a:pt x="301751" y="365760"/>
                </a:lnTo>
                <a:lnTo>
                  <a:pt x="350520" y="365760"/>
                </a:lnTo>
                <a:lnTo>
                  <a:pt x="350520" y="373380"/>
                </a:lnTo>
                <a:lnTo>
                  <a:pt x="348996" y="379476"/>
                </a:lnTo>
                <a:lnTo>
                  <a:pt x="345948" y="387096"/>
                </a:lnTo>
                <a:lnTo>
                  <a:pt x="342304" y="391668"/>
                </a:lnTo>
                <a:lnTo>
                  <a:pt x="336232" y="396240"/>
                </a:lnTo>
                <a:lnTo>
                  <a:pt x="328160" y="400812"/>
                </a:lnTo>
                <a:lnTo>
                  <a:pt x="318515" y="40538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" name="object 42"/>
          <p:cNvSpPr/>
          <p:nvPr/>
        </p:nvSpPr>
        <p:spPr>
          <a:xfrm>
            <a:off x="5242560" y="2916935"/>
            <a:ext cx="848994" cy="407034"/>
          </a:xfrm>
          <a:custGeom>
            <a:avLst/>
            <a:gdLst/>
            <a:ahLst/>
            <a:cxnLst/>
            <a:rect l="l" t="t" r="r" b="b"/>
            <a:pathLst>
              <a:path w="848995" h="407035">
                <a:moveTo>
                  <a:pt x="185928" y="208788"/>
                </a:moveTo>
                <a:lnTo>
                  <a:pt x="156972" y="176784"/>
                </a:lnTo>
                <a:lnTo>
                  <a:pt x="135636" y="198120"/>
                </a:lnTo>
                <a:lnTo>
                  <a:pt x="106680" y="198120"/>
                </a:lnTo>
                <a:lnTo>
                  <a:pt x="106680" y="99060"/>
                </a:lnTo>
                <a:lnTo>
                  <a:pt x="172212" y="99060"/>
                </a:lnTo>
                <a:lnTo>
                  <a:pt x="162610" y="88392"/>
                </a:lnTo>
                <a:lnTo>
                  <a:pt x="144780" y="68580"/>
                </a:lnTo>
                <a:lnTo>
                  <a:pt x="126492" y="88392"/>
                </a:lnTo>
                <a:lnTo>
                  <a:pt x="62484" y="88392"/>
                </a:lnTo>
                <a:lnTo>
                  <a:pt x="86868" y="30480"/>
                </a:lnTo>
                <a:lnTo>
                  <a:pt x="103632" y="19812"/>
                </a:lnTo>
                <a:lnTo>
                  <a:pt x="65532" y="0"/>
                </a:lnTo>
                <a:lnTo>
                  <a:pt x="53911" y="46863"/>
                </a:lnTo>
                <a:lnTo>
                  <a:pt x="41148" y="86868"/>
                </a:lnTo>
                <a:lnTo>
                  <a:pt x="24955" y="124777"/>
                </a:lnTo>
                <a:lnTo>
                  <a:pt x="7620" y="161544"/>
                </a:lnTo>
                <a:lnTo>
                  <a:pt x="12192" y="164592"/>
                </a:lnTo>
                <a:lnTo>
                  <a:pt x="23850" y="150075"/>
                </a:lnTo>
                <a:lnTo>
                  <a:pt x="35814" y="134112"/>
                </a:lnTo>
                <a:lnTo>
                  <a:pt x="47764" y="117017"/>
                </a:lnTo>
                <a:lnTo>
                  <a:pt x="59436" y="99060"/>
                </a:lnTo>
                <a:lnTo>
                  <a:pt x="82296" y="99060"/>
                </a:lnTo>
                <a:lnTo>
                  <a:pt x="82296" y="198120"/>
                </a:lnTo>
                <a:lnTo>
                  <a:pt x="0" y="198120"/>
                </a:lnTo>
                <a:lnTo>
                  <a:pt x="16764" y="213360"/>
                </a:lnTo>
                <a:lnTo>
                  <a:pt x="26187" y="211366"/>
                </a:lnTo>
                <a:lnTo>
                  <a:pt x="36195" y="209931"/>
                </a:lnTo>
                <a:lnTo>
                  <a:pt x="46761" y="209080"/>
                </a:lnTo>
                <a:lnTo>
                  <a:pt x="57912" y="208788"/>
                </a:lnTo>
                <a:lnTo>
                  <a:pt x="82296" y="208788"/>
                </a:lnTo>
                <a:lnTo>
                  <a:pt x="75057" y="262318"/>
                </a:lnTo>
                <a:lnTo>
                  <a:pt x="60960" y="312420"/>
                </a:lnTo>
                <a:lnTo>
                  <a:pt x="39433" y="358902"/>
                </a:lnTo>
                <a:lnTo>
                  <a:pt x="7620" y="400812"/>
                </a:lnTo>
                <a:lnTo>
                  <a:pt x="10668" y="406908"/>
                </a:lnTo>
                <a:lnTo>
                  <a:pt x="46291" y="374142"/>
                </a:lnTo>
                <a:lnTo>
                  <a:pt x="71628" y="336804"/>
                </a:lnTo>
                <a:lnTo>
                  <a:pt x="88773" y="296799"/>
                </a:lnTo>
                <a:lnTo>
                  <a:pt x="99060" y="259080"/>
                </a:lnTo>
                <a:lnTo>
                  <a:pt x="108508" y="269989"/>
                </a:lnTo>
                <a:lnTo>
                  <a:pt x="132562" y="307848"/>
                </a:lnTo>
                <a:lnTo>
                  <a:pt x="144780" y="335280"/>
                </a:lnTo>
                <a:lnTo>
                  <a:pt x="147828" y="341376"/>
                </a:lnTo>
                <a:lnTo>
                  <a:pt x="149352" y="345948"/>
                </a:lnTo>
                <a:lnTo>
                  <a:pt x="153924" y="345948"/>
                </a:lnTo>
                <a:lnTo>
                  <a:pt x="156972" y="342900"/>
                </a:lnTo>
                <a:lnTo>
                  <a:pt x="160020" y="338328"/>
                </a:lnTo>
                <a:lnTo>
                  <a:pt x="164592" y="332232"/>
                </a:lnTo>
                <a:lnTo>
                  <a:pt x="166116" y="327660"/>
                </a:lnTo>
                <a:lnTo>
                  <a:pt x="166116" y="316992"/>
                </a:lnTo>
                <a:lnTo>
                  <a:pt x="163068" y="310896"/>
                </a:lnTo>
                <a:lnTo>
                  <a:pt x="160020" y="301752"/>
                </a:lnTo>
                <a:lnTo>
                  <a:pt x="124650" y="268325"/>
                </a:lnTo>
                <a:lnTo>
                  <a:pt x="102108" y="251460"/>
                </a:lnTo>
                <a:lnTo>
                  <a:pt x="103251" y="240296"/>
                </a:lnTo>
                <a:lnTo>
                  <a:pt x="104394" y="229552"/>
                </a:lnTo>
                <a:lnTo>
                  <a:pt x="106680" y="208788"/>
                </a:lnTo>
                <a:lnTo>
                  <a:pt x="185928" y="208788"/>
                </a:lnTo>
                <a:close/>
              </a:path>
              <a:path w="848995" h="407035">
                <a:moveTo>
                  <a:pt x="245262" y="316522"/>
                </a:moveTo>
                <a:lnTo>
                  <a:pt x="220903" y="278511"/>
                </a:lnTo>
                <a:lnTo>
                  <a:pt x="205740" y="263652"/>
                </a:lnTo>
                <a:lnTo>
                  <a:pt x="201168" y="268224"/>
                </a:lnTo>
                <a:lnTo>
                  <a:pt x="207352" y="282321"/>
                </a:lnTo>
                <a:lnTo>
                  <a:pt x="212407" y="295465"/>
                </a:lnTo>
                <a:lnTo>
                  <a:pt x="215950" y="307022"/>
                </a:lnTo>
                <a:lnTo>
                  <a:pt x="217932" y="316992"/>
                </a:lnTo>
                <a:lnTo>
                  <a:pt x="219049" y="327329"/>
                </a:lnTo>
                <a:lnTo>
                  <a:pt x="219976" y="335280"/>
                </a:lnTo>
                <a:lnTo>
                  <a:pt x="220611" y="341376"/>
                </a:lnTo>
                <a:lnTo>
                  <a:pt x="220738" y="342900"/>
                </a:lnTo>
                <a:lnTo>
                  <a:pt x="220980" y="347472"/>
                </a:lnTo>
                <a:lnTo>
                  <a:pt x="222504" y="353568"/>
                </a:lnTo>
                <a:lnTo>
                  <a:pt x="224028" y="356616"/>
                </a:lnTo>
                <a:lnTo>
                  <a:pt x="228600" y="356616"/>
                </a:lnTo>
                <a:lnTo>
                  <a:pt x="233172" y="353568"/>
                </a:lnTo>
                <a:lnTo>
                  <a:pt x="237744" y="347472"/>
                </a:lnTo>
                <a:lnTo>
                  <a:pt x="243840" y="342900"/>
                </a:lnTo>
                <a:lnTo>
                  <a:pt x="245198" y="336092"/>
                </a:lnTo>
                <a:lnTo>
                  <a:pt x="245262" y="316522"/>
                </a:lnTo>
                <a:close/>
              </a:path>
              <a:path w="848995" h="407035">
                <a:moveTo>
                  <a:pt x="365760" y="123444"/>
                </a:moveTo>
                <a:lnTo>
                  <a:pt x="359664" y="117348"/>
                </a:lnTo>
                <a:lnTo>
                  <a:pt x="342900" y="100584"/>
                </a:lnTo>
                <a:lnTo>
                  <a:pt x="327660" y="115824"/>
                </a:lnTo>
                <a:lnTo>
                  <a:pt x="327660" y="128016"/>
                </a:lnTo>
                <a:lnTo>
                  <a:pt x="327660" y="217932"/>
                </a:lnTo>
                <a:lnTo>
                  <a:pt x="217932" y="217932"/>
                </a:lnTo>
                <a:lnTo>
                  <a:pt x="217932" y="128016"/>
                </a:lnTo>
                <a:lnTo>
                  <a:pt x="327660" y="128016"/>
                </a:lnTo>
                <a:lnTo>
                  <a:pt x="327660" y="115824"/>
                </a:lnTo>
                <a:lnTo>
                  <a:pt x="326136" y="117348"/>
                </a:lnTo>
                <a:lnTo>
                  <a:pt x="219456" y="117348"/>
                </a:lnTo>
                <a:lnTo>
                  <a:pt x="193548" y="100584"/>
                </a:lnTo>
                <a:lnTo>
                  <a:pt x="194424" y="120015"/>
                </a:lnTo>
                <a:lnTo>
                  <a:pt x="194881" y="139446"/>
                </a:lnTo>
                <a:lnTo>
                  <a:pt x="194970" y="150075"/>
                </a:lnTo>
                <a:lnTo>
                  <a:pt x="194881" y="218694"/>
                </a:lnTo>
                <a:lnTo>
                  <a:pt x="194424" y="238747"/>
                </a:lnTo>
                <a:lnTo>
                  <a:pt x="193548" y="259080"/>
                </a:lnTo>
                <a:lnTo>
                  <a:pt x="217932" y="246888"/>
                </a:lnTo>
                <a:lnTo>
                  <a:pt x="217932" y="228600"/>
                </a:lnTo>
                <a:lnTo>
                  <a:pt x="327660" y="228600"/>
                </a:lnTo>
                <a:lnTo>
                  <a:pt x="327660" y="249936"/>
                </a:lnTo>
                <a:lnTo>
                  <a:pt x="352044" y="237744"/>
                </a:lnTo>
                <a:lnTo>
                  <a:pt x="351675" y="228600"/>
                </a:lnTo>
                <a:lnTo>
                  <a:pt x="351243" y="217932"/>
                </a:lnTo>
                <a:lnTo>
                  <a:pt x="351155" y="215798"/>
                </a:lnTo>
                <a:lnTo>
                  <a:pt x="350710" y="191262"/>
                </a:lnTo>
                <a:lnTo>
                  <a:pt x="350621" y="178308"/>
                </a:lnTo>
                <a:lnTo>
                  <a:pt x="350520" y="135636"/>
                </a:lnTo>
                <a:lnTo>
                  <a:pt x="360045" y="128016"/>
                </a:lnTo>
                <a:lnTo>
                  <a:pt x="365760" y="123444"/>
                </a:lnTo>
                <a:close/>
              </a:path>
              <a:path w="848995" h="407035">
                <a:moveTo>
                  <a:pt x="388620" y="50292"/>
                </a:moveTo>
                <a:lnTo>
                  <a:pt x="358140" y="18288"/>
                </a:lnTo>
                <a:lnTo>
                  <a:pt x="338328" y="39624"/>
                </a:lnTo>
                <a:lnTo>
                  <a:pt x="160020" y="39624"/>
                </a:lnTo>
                <a:lnTo>
                  <a:pt x="176784" y="54864"/>
                </a:lnTo>
                <a:lnTo>
                  <a:pt x="186207" y="52870"/>
                </a:lnTo>
                <a:lnTo>
                  <a:pt x="196215" y="51435"/>
                </a:lnTo>
                <a:lnTo>
                  <a:pt x="206781" y="50584"/>
                </a:lnTo>
                <a:lnTo>
                  <a:pt x="217932" y="50292"/>
                </a:lnTo>
                <a:lnTo>
                  <a:pt x="388620" y="50292"/>
                </a:lnTo>
                <a:close/>
              </a:path>
              <a:path w="848995" h="407035">
                <a:moveTo>
                  <a:pt x="403860" y="382524"/>
                </a:moveTo>
                <a:lnTo>
                  <a:pt x="373380" y="348996"/>
                </a:lnTo>
                <a:lnTo>
                  <a:pt x="350520" y="371856"/>
                </a:lnTo>
                <a:lnTo>
                  <a:pt x="294132" y="371856"/>
                </a:lnTo>
                <a:lnTo>
                  <a:pt x="312991" y="330377"/>
                </a:lnTo>
                <a:lnTo>
                  <a:pt x="328422" y="299466"/>
                </a:lnTo>
                <a:lnTo>
                  <a:pt x="340423" y="278853"/>
                </a:lnTo>
                <a:lnTo>
                  <a:pt x="348996" y="268224"/>
                </a:lnTo>
                <a:lnTo>
                  <a:pt x="312420" y="251460"/>
                </a:lnTo>
                <a:lnTo>
                  <a:pt x="308127" y="277660"/>
                </a:lnTo>
                <a:lnTo>
                  <a:pt x="301942" y="306514"/>
                </a:lnTo>
                <a:lnTo>
                  <a:pt x="293763" y="337832"/>
                </a:lnTo>
                <a:lnTo>
                  <a:pt x="283464" y="371856"/>
                </a:lnTo>
                <a:lnTo>
                  <a:pt x="135636" y="371856"/>
                </a:lnTo>
                <a:lnTo>
                  <a:pt x="152400" y="387096"/>
                </a:lnTo>
                <a:lnTo>
                  <a:pt x="161823" y="385102"/>
                </a:lnTo>
                <a:lnTo>
                  <a:pt x="171831" y="383667"/>
                </a:lnTo>
                <a:lnTo>
                  <a:pt x="182397" y="382816"/>
                </a:lnTo>
                <a:lnTo>
                  <a:pt x="193548" y="382524"/>
                </a:lnTo>
                <a:lnTo>
                  <a:pt x="403860" y="382524"/>
                </a:lnTo>
                <a:close/>
              </a:path>
              <a:path w="848995" h="407035">
                <a:moveTo>
                  <a:pt x="536727" y="75044"/>
                </a:moveTo>
                <a:lnTo>
                  <a:pt x="510336" y="43053"/>
                </a:lnTo>
                <a:lnTo>
                  <a:pt x="483095" y="27432"/>
                </a:lnTo>
                <a:lnTo>
                  <a:pt x="480047" y="30480"/>
                </a:lnTo>
                <a:lnTo>
                  <a:pt x="492125" y="47650"/>
                </a:lnTo>
                <a:lnTo>
                  <a:pt x="501192" y="62674"/>
                </a:lnTo>
                <a:lnTo>
                  <a:pt x="507695" y="75704"/>
                </a:lnTo>
                <a:lnTo>
                  <a:pt x="512051" y="86868"/>
                </a:lnTo>
                <a:lnTo>
                  <a:pt x="512051" y="96012"/>
                </a:lnTo>
                <a:lnTo>
                  <a:pt x="515099" y="102108"/>
                </a:lnTo>
                <a:lnTo>
                  <a:pt x="521195" y="102108"/>
                </a:lnTo>
                <a:lnTo>
                  <a:pt x="524243" y="100584"/>
                </a:lnTo>
                <a:lnTo>
                  <a:pt x="527291" y="96012"/>
                </a:lnTo>
                <a:lnTo>
                  <a:pt x="531863" y="92964"/>
                </a:lnTo>
                <a:lnTo>
                  <a:pt x="534911" y="88392"/>
                </a:lnTo>
                <a:lnTo>
                  <a:pt x="536435" y="80772"/>
                </a:lnTo>
                <a:lnTo>
                  <a:pt x="536727" y="75044"/>
                </a:lnTo>
                <a:close/>
              </a:path>
              <a:path w="848995" h="407035">
                <a:moveTo>
                  <a:pt x="588251" y="277368"/>
                </a:moveTo>
                <a:lnTo>
                  <a:pt x="582155" y="274320"/>
                </a:lnTo>
                <a:lnTo>
                  <a:pt x="525767" y="329184"/>
                </a:lnTo>
                <a:lnTo>
                  <a:pt x="525767" y="173736"/>
                </a:lnTo>
                <a:lnTo>
                  <a:pt x="533387" y="167640"/>
                </a:lnTo>
                <a:lnTo>
                  <a:pt x="541007" y="161544"/>
                </a:lnTo>
                <a:lnTo>
                  <a:pt x="512051" y="140208"/>
                </a:lnTo>
                <a:lnTo>
                  <a:pt x="499859" y="156972"/>
                </a:lnTo>
                <a:lnTo>
                  <a:pt x="440423" y="156972"/>
                </a:lnTo>
                <a:lnTo>
                  <a:pt x="455663" y="173736"/>
                </a:lnTo>
                <a:lnTo>
                  <a:pt x="465175" y="170865"/>
                </a:lnTo>
                <a:lnTo>
                  <a:pt x="473379" y="168973"/>
                </a:lnTo>
                <a:lnTo>
                  <a:pt x="480745" y="167957"/>
                </a:lnTo>
                <a:lnTo>
                  <a:pt x="487667" y="167640"/>
                </a:lnTo>
                <a:lnTo>
                  <a:pt x="502907" y="167640"/>
                </a:lnTo>
                <a:lnTo>
                  <a:pt x="502983" y="324091"/>
                </a:lnTo>
                <a:lnTo>
                  <a:pt x="503224" y="331901"/>
                </a:lnTo>
                <a:lnTo>
                  <a:pt x="501954" y="340233"/>
                </a:lnTo>
                <a:lnTo>
                  <a:pt x="499275" y="346862"/>
                </a:lnTo>
                <a:lnTo>
                  <a:pt x="495287" y="352044"/>
                </a:lnTo>
                <a:lnTo>
                  <a:pt x="519671" y="377952"/>
                </a:lnTo>
                <a:lnTo>
                  <a:pt x="538746" y="344957"/>
                </a:lnTo>
                <a:lnTo>
                  <a:pt x="550265" y="329184"/>
                </a:lnTo>
                <a:lnTo>
                  <a:pt x="554177" y="324091"/>
                </a:lnTo>
                <a:lnTo>
                  <a:pt x="564057" y="310896"/>
                </a:lnTo>
                <a:lnTo>
                  <a:pt x="575373" y="295427"/>
                </a:lnTo>
                <a:lnTo>
                  <a:pt x="588251" y="277368"/>
                </a:lnTo>
                <a:close/>
              </a:path>
              <a:path w="848995" h="407035">
                <a:moveTo>
                  <a:pt x="848855" y="376428"/>
                </a:moveTo>
                <a:lnTo>
                  <a:pt x="819899" y="341376"/>
                </a:lnTo>
                <a:lnTo>
                  <a:pt x="793991" y="365760"/>
                </a:lnTo>
                <a:lnTo>
                  <a:pt x="717791" y="365760"/>
                </a:lnTo>
                <a:lnTo>
                  <a:pt x="717791" y="205740"/>
                </a:lnTo>
                <a:lnTo>
                  <a:pt x="829043" y="205740"/>
                </a:lnTo>
                <a:lnTo>
                  <a:pt x="820318" y="196596"/>
                </a:lnTo>
                <a:lnTo>
                  <a:pt x="797039" y="172212"/>
                </a:lnTo>
                <a:lnTo>
                  <a:pt x="771131" y="196596"/>
                </a:lnTo>
                <a:lnTo>
                  <a:pt x="717791" y="196596"/>
                </a:lnTo>
                <a:lnTo>
                  <a:pt x="717791" y="56388"/>
                </a:lnTo>
                <a:lnTo>
                  <a:pt x="839711" y="56388"/>
                </a:lnTo>
                <a:lnTo>
                  <a:pt x="807707" y="19812"/>
                </a:lnTo>
                <a:lnTo>
                  <a:pt x="778751" y="45720"/>
                </a:lnTo>
                <a:lnTo>
                  <a:pt x="574535" y="45720"/>
                </a:lnTo>
                <a:lnTo>
                  <a:pt x="589775" y="62484"/>
                </a:lnTo>
                <a:lnTo>
                  <a:pt x="598881" y="59613"/>
                </a:lnTo>
                <a:lnTo>
                  <a:pt x="607682" y="57721"/>
                </a:lnTo>
                <a:lnTo>
                  <a:pt x="615924" y="56705"/>
                </a:lnTo>
                <a:lnTo>
                  <a:pt x="623303" y="56388"/>
                </a:lnTo>
                <a:lnTo>
                  <a:pt x="696455" y="56388"/>
                </a:lnTo>
                <a:lnTo>
                  <a:pt x="696455" y="365760"/>
                </a:lnTo>
                <a:lnTo>
                  <a:pt x="635495" y="365760"/>
                </a:lnTo>
                <a:lnTo>
                  <a:pt x="635495" y="169164"/>
                </a:lnTo>
                <a:lnTo>
                  <a:pt x="650735" y="156972"/>
                </a:lnTo>
                <a:lnTo>
                  <a:pt x="612635" y="137160"/>
                </a:lnTo>
                <a:lnTo>
                  <a:pt x="612635" y="365760"/>
                </a:lnTo>
                <a:lnTo>
                  <a:pt x="548627" y="365760"/>
                </a:lnTo>
                <a:lnTo>
                  <a:pt x="563867" y="382524"/>
                </a:lnTo>
                <a:lnTo>
                  <a:pt x="572706" y="379653"/>
                </a:lnTo>
                <a:lnTo>
                  <a:pt x="580821" y="377761"/>
                </a:lnTo>
                <a:lnTo>
                  <a:pt x="588086" y="376745"/>
                </a:lnTo>
                <a:lnTo>
                  <a:pt x="594347" y="376428"/>
                </a:lnTo>
                <a:lnTo>
                  <a:pt x="848855" y="37642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" name="object 43"/>
          <p:cNvSpPr/>
          <p:nvPr/>
        </p:nvSpPr>
        <p:spPr>
          <a:xfrm>
            <a:off x="6169151" y="2926080"/>
            <a:ext cx="338455" cy="399415"/>
          </a:xfrm>
          <a:custGeom>
            <a:avLst/>
            <a:gdLst/>
            <a:ahLst/>
            <a:cxnLst/>
            <a:rect l="l" t="t" r="r" b="b"/>
            <a:pathLst>
              <a:path w="338454" h="399414">
                <a:moveTo>
                  <a:pt x="62484" y="399287"/>
                </a:moveTo>
                <a:lnTo>
                  <a:pt x="59436" y="393192"/>
                </a:lnTo>
                <a:lnTo>
                  <a:pt x="79152" y="380095"/>
                </a:lnTo>
                <a:lnTo>
                  <a:pt x="97155" y="366140"/>
                </a:lnTo>
                <a:lnTo>
                  <a:pt x="128016" y="336804"/>
                </a:lnTo>
                <a:lnTo>
                  <a:pt x="151066" y="304609"/>
                </a:lnTo>
                <a:lnTo>
                  <a:pt x="170354" y="252388"/>
                </a:lnTo>
                <a:lnTo>
                  <a:pt x="175974" y="196905"/>
                </a:lnTo>
                <a:lnTo>
                  <a:pt x="176784" y="160019"/>
                </a:lnTo>
                <a:lnTo>
                  <a:pt x="176760" y="120014"/>
                </a:lnTo>
                <a:lnTo>
                  <a:pt x="176593" y="80009"/>
                </a:lnTo>
                <a:lnTo>
                  <a:pt x="176141" y="40004"/>
                </a:lnTo>
                <a:lnTo>
                  <a:pt x="175260" y="0"/>
                </a:lnTo>
                <a:lnTo>
                  <a:pt x="199644" y="18287"/>
                </a:lnTo>
                <a:lnTo>
                  <a:pt x="334191" y="18287"/>
                </a:lnTo>
                <a:lnTo>
                  <a:pt x="338328" y="21336"/>
                </a:lnTo>
                <a:lnTo>
                  <a:pt x="327442" y="28955"/>
                </a:lnTo>
                <a:lnTo>
                  <a:pt x="199644" y="28955"/>
                </a:lnTo>
                <a:lnTo>
                  <a:pt x="199644" y="120395"/>
                </a:lnTo>
                <a:lnTo>
                  <a:pt x="323088" y="120395"/>
                </a:lnTo>
                <a:lnTo>
                  <a:pt x="323088" y="131063"/>
                </a:lnTo>
                <a:lnTo>
                  <a:pt x="199644" y="131063"/>
                </a:lnTo>
                <a:lnTo>
                  <a:pt x="199579" y="160019"/>
                </a:lnTo>
                <a:lnTo>
                  <a:pt x="199453" y="176974"/>
                </a:lnTo>
                <a:lnTo>
                  <a:pt x="199035" y="196905"/>
                </a:lnTo>
                <a:lnTo>
                  <a:pt x="198955" y="199643"/>
                </a:lnTo>
                <a:lnTo>
                  <a:pt x="198120" y="219455"/>
                </a:lnTo>
                <a:lnTo>
                  <a:pt x="323088" y="219455"/>
                </a:lnTo>
                <a:lnTo>
                  <a:pt x="323088" y="230123"/>
                </a:lnTo>
                <a:lnTo>
                  <a:pt x="198120" y="230123"/>
                </a:lnTo>
                <a:lnTo>
                  <a:pt x="193571" y="259818"/>
                </a:lnTo>
                <a:lnTo>
                  <a:pt x="171330" y="311777"/>
                </a:lnTo>
                <a:lnTo>
                  <a:pt x="133635" y="353210"/>
                </a:lnTo>
                <a:lnTo>
                  <a:pt x="87915" y="385833"/>
                </a:lnTo>
                <a:lnTo>
                  <a:pt x="62484" y="399287"/>
                </a:lnTo>
                <a:close/>
              </a:path>
              <a:path w="338454" h="399414">
                <a:moveTo>
                  <a:pt x="334191" y="18287"/>
                </a:moveTo>
                <a:lnTo>
                  <a:pt x="295656" y="18287"/>
                </a:lnTo>
                <a:lnTo>
                  <a:pt x="309372" y="0"/>
                </a:lnTo>
                <a:lnTo>
                  <a:pt x="334191" y="18287"/>
                </a:lnTo>
                <a:close/>
              </a:path>
              <a:path w="338454" h="399414">
                <a:moveTo>
                  <a:pt x="128233" y="42671"/>
                </a:moveTo>
                <a:lnTo>
                  <a:pt x="97536" y="42671"/>
                </a:lnTo>
                <a:lnTo>
                  <a:pt x="109728" y="27431"/>
                </a:lnTo>
                <a:lnTo>
                  <a:pt x="128233" y="42671"/>
                </a:lnTo>
                <a:close/>
              </a:path>
              <a:path w="338454" h="399414">
                <a:moveTo>
                  <a:pt x="0" y="294131"/>
                </a:moveTo>
                <a:lnTo>
                  <a:pt x="862" y="266699"/>
                </a:lnTo>
                <a:lnTo>
                  <a:pt x="1278" y="238315"/>
                </a:lnTo>
                <a:lnTo>
                  <a:pt x="1365" y="227647"/>
                </a:lnTo>
                <a:lnTo>
                  <a:pt x="1491" y="120014"/>
                </a:lnTo>
                <a:lnTo>
                  <a:pt x="1333" y="87058"/>
                </a:lnTo>
                <a:lnTo>
                  <a:pt x="881" y="56078"/>
                </a:lnTo>
                <a:lnTo>
                  <a:pt x="0" y="28955"/>
                </a:lnTo>
                <a:lnTo>
                  <a:pt x="24384" y="42671"/>
                </a:lnTo>
                <a:lnTo>
                  <a:pt x="128233" y="42671"/>
                </a:lnTo>
                <a:lnTo>
                  <a:pt x="135636" y="48767"/>
                </a:lnTo>
                <a:lnTo>
                  <a:pt x="129757" y="53339"/>
                </a:lnTo>
                <a:lnTo>
                  <a:pt x="24384" y="53339"/>
                </a:lnTo>
                <a:lnTo>
                  <a:pt x="24384" y="138683"/>
                </a:lnTo>
                <a:lnTo>
                  <a:pt x="121920" y="138683"/>
                </a:lnTo>
                <a:lnTo>
                  <a:pt x="121920" y="147827"/>
                </a:lnTo>
                <a:lnTo>
                  <a:pt x="24384" y="147827"/>
                </a:lnTo>
                <a:lnTo>
                  <a:pt x="24384" y="237743"/>
                </a:lnTo>
                <a:lnTo>
                  <a:pt x="122105" y="237743"/>
                </a:lnTo>
                <a:lnTo>
                  <a:pt x="122359" y="246887"/>
                </a:lnTo>
                <a:lnTo>
                  <a:pt x="24384" y="246887"/>
                </a:lnTo>
                <a:lnTo>
                  <a:pt x="24384" y="281939"/>
                </a:lnTo>
                <a:lnTo>
                  <a:pt x="0" y="294131"/>
                </a:lnTo>
                <a:close/>
              </a:path>
              <a:path w="338454" h="399414">
                <a:moveTo>
                  <a:pt x="323088" y="120395"/>
                </a:moveTo>
                <a:lnTo>
                  <a:pt x="301751" y="120395"/>
                </a:lnTo>
                <a:lnTo>
                  <a:pt x="301751" y="28955"/>
                </a:lnTo>
                <a:lnTo>
                  <a:pt x="327442" y="28955"/>
                </a:lnTo>
                <a:lnTo>
                  <a:pt x="323088" y="32003"/>
                </a:lnTo>
                <a:lnTo>
                  <a:pt x="323088" y="120395"/>
                </a:lnTo>
                <a:close/>
              </a:path>
              <a:path w="338454" h="399414">
                <a:moveTo>
                  <a:pt x="121920" y="138683"/>
                </a:moveTo>
                <a:lnTo>
                  <a:pt x="99060" y="138683"/>
                </a:lnTo>
                <a:lnTo>
                  <a:pt x="99060" y="53339"/>
                </a:lnTo>
                <a:lnTo>
                  <a:pt x="129757" y="53339"/>
                </a:lnTo>
                <a:lnTo>
                  <a:pt x="121920" y="59435"/>
                </a:lnTo>
                <a:lnTo>
                  <a:pt x="121920" y="138683"/>
                </a:lnTo>
                <a:close/>
              </a:path>
              <a:path w="338454" h="399414">
                <a:moveTo>
                  <a:pt x="323088" y="219455"/>
                </a:moveTo>
                <a:lnTo>
                  <a:pt x="301751" y="219455"/>
                </a:lnTo>
                <a:lnTo>
                  <a:pt x="301751" y="131063"/>
                </a:lnTo>
                <a:lnTo>
                  <a:pt x="323088" y="131063"/>
                </a:lnTo>
                <a:lnTo>
                  <a:pt x="323088" y="219455"/>
                </a:lnTo>
                <a:close/>
              </a:path>
              <a:path w="338454" h="399414">
                <a:moveTo>
                  <a:pt x="122105" y="237743"/>
                </a:moveTo>
                <a:lnTo>
                  <a:pt x="99060" y="237743"/>
                </a:lnTo>
                <a:lnTo>
                  <a:pt x="99060" y="147827"/>
                </a:lnTo>
                <a:lnTo>
                  <a:pt x="121920" y="147827"/>
                </a:lnTo>
                <a:lnTo>
                  <a:pt x="122035" y="230123"/>
                </a:lnTo>
                <a:lnTo>
                  <a:pt x="122105" y="237743"/>
                </a:lnTo>
                <a:close/>
              </a:path>
              <a:path w="338454" h="399414">
                <a:moveTo>
                  <a:pt x="322364" y="355092"/>
                </a:moveTo>
                <a:lnTo>
                  <a:pt x="284988" y="355092"/>
                </a:lnTo>
                <a:lnTo>
                  <a:pt x="295656" y="353568"/>
                </a:lnTo>
                <a:lnTo>
                  <a:pt x="301751" y="347472"/>
                </a:lnTo>
                <a:lnTo>
                  <a:pt x="301751" y="230123"/>
                </a:lnTo>
                <a:lnTo>
                  <a:pt x="323088" y="230123"/>
                </a:lnTo>
                <a:lnTo>
                  <a:pt x="323088" y="348996"/>
                </a:lnTo>
                <a:lnTo>
                  <a:pt x="322364" y="355092"/>
                </a:lnTo>
                <a:close/>
              </a:path>
              <a:path w="338454" h="399414">
                <a:moveTo>
                  <a:pt x="99060" y="278891"/>
                </a:moveTo>
                <a:lnTo>
                  <a:pt x="99060" y="246887"/>
                </a:lnTo>
                <a:lnTo>
                  <a:pt x="122359" y="246887"/>
                </a:lnTo>
                <a:lnTo>
                  <a:pt x="122562" y="253865"/>
                </a:lnTo>
                <a:lnTo>
                  <a:pt x="123444" y="266699"/>
                </a:lnTo>
                <a:lnTo>
                  <a:pt x="99060" y="278891"/>
                </a:lnTo>
                <a:close/>
              </a:path>
              <a:path w="338454" h="399414">
                <a:moveTo>
                  <a:pt x="283463" y="396239"/>
                </a:moveTo>
                <a:lnTo>
                  <a:pt x="279749" y="384238"/>
                </a:lnTo>
                <a:lnTo>
                  <a:pt x="268605" y="373380"/>
                </a:lnTo>
                <a:lnTo>
                  <a:pt x="250031" y="363664"/>
                </a:lnTo>
                <a:lnTo>
                  <a:pt x="224028" y="355092"/>
                </a:lnTo>
                <a:lnTo>
                  <a:pt x="224028" y="347472"/>
                </a:lnTo>
                <a:lnTo>
                  <a:pt x="244268" y="350591"/>
                </a:lnTo>
                <a:lnTo>
                  <a:pt x="261366" y="352996"/>
                </a:lnTo>
                <a:lnTo>
                  <a:pt x="275034" y="354544"/>
                </a:lnTo>
                <a:lnTo>
                  <a:pt x="284988" y="355092"/>
                </a:lnTo>
                <a:lnTo>
                  <a:pt x="322364" y="355092"/>
                </a:lnTo>
                <a:lnTo>
                  <a:pt x="321397" y="363235"/>
                </a:lnTo>
                <a:lnTo>
                  <a:pt x="314134" y="376047"/>
                </a:lnTo>
                <a:lnTo>
                  <a:pt x="301442" y="387143"/>
                </a:lnTo>
                <a:lnTo>
                  <a:pt x="283463" y="39623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44" name="object 44"/>
          <p:cNvGrpSpPr/>
          <p:nvPr/>
        </p:nvGrpSpPr>
        <p:grpSpPr>
          <a:xfrm>
            <a:off x="6574535" y="2916935"/>
            <a:ext cx="408940" cy="407034"/>
            <a:chOff x="6574535" y="2916935"/>
            <a:chExt cx="408940" cy="407034"/>
          </a:xfrm>
        </p:grpSpPr>
        <p:sp>
          <p:nvSpPr>
            <p:cNvPr id="45" name="object 45"/>
            <p:cNvSpPr/>
            <p:nvPr/>
          </p:nvSpPr>
          <p:spPr>
            <a:xfrm>
              <a:off x="6580631" y="2923031"/>
              <a:ext cx="396240" cy="394970"/>
            </a:xfrm>
            <a:custGeom>
              <a:avLst/>
              <a:gdLst/>
              <a:ahLst/>
              <a:cxnLst/>
              <a:rect l="l" t="t" r="r" b="b"/>
              <a:pathLst>
                <a:path w="396240" h="394970">
                  <a:moveTo>
                    <a:pt x="19812" y="42672"/>
                  </a:moveTo>
                  <a:lnTo>
                    <a:pt x="3048" y="25908"/>
                  </a:lnTo>
                  <a:lnTo>
                    <a:pt x="333756" y="25908"/>
                  </a:lnTo>
                  <a:lnTo>
                    <a:pt x="359664" y="0"/>
                  </a:lnTo>
                  <a:lnTo>
                    <a:pt x="396240" y="36576"/>
                  </a:lnTo>
                  <a:lnTo>
                    <a:pt x="60960" y="36576"/>
                  </a:lnTo>
                  <a:lnTo>
                    <a:pt x="49815" y="36885"/>
                  </a:lnTo>
                  <a:lnTo>
                    <a:pt x="39243" y="37909"/>
                  </a:lnTo>
                  <a:lnTo>
                    <a:pt x="29241" y="39790"/>
                  </a:lnTo>
                  <a:lnTo>
                    <a:pt x="19812" y="42672"/>
                  </a:lnTo>
                  <a:close/>
                </a:path>
                <a:path w="396240" h="394970">
                  <a:moveTo>
                    <a:pt x="3048" y="297179"/>
                  </a:moveTo>
                  <a:lnTo>
                    <a:pt x="0" y="291084"/>
                  </a:lnTo>
                  <a:lnTo>
                    <a:pt x="28313" y="268438"/>
                  </a:lnTo>
                  <a:lnTo>
                    <a:pt x="56197" y="243649"/>
                  </a:lnTo>
                  <a:lnTo>
                    <a:pt x="83796" y="216288"/>
                  </a:lnTo>
                  <a:lnTo>
                    <a:pt x="111252" y="185928"/>
                  </a:lnTo>
                  <a:lnTo>
                    <a:pt x="136374" y="152519"/>
                  </a:lnTo>
                  <a:lnTo>
                    <a:pt x="159067" y="116395"/>
                  </a:lnTo>
                  <a:lnTo>
                    <a:pt x="179189" y="77700"/>
                  </a:lnTo>
                  <a:lnTo>
                    <a:pt x="196596" y="36576"/>
                  </a:lnTo>
                  <a:lnTo>
                    <a:pt x="231648" y="36576"/>
                  </a:lnTo>
                  <a:lnTo>
                    <a:pt x="223385" y="52030"/>
                  </a:lnTo>
                  <a:lnTo>
                    <a:pt x="214693" y="68770"/>
                  </a:lnTo>
                  <a:lnTo>
                    <a:pt x="205716" y="86939"/>
                  </a:lnTo>
                  <a:lnTo>
                    <a:pt x="196596" y="106680"/>
                  </a:lnTo>
                  <a:lnTo>
                    <a:pt x="225552" y="123444"/>
                  </a:lnTo>
                  <a:lnTo>
                    <a:pt x="221742" y="126492"/>
                  </a:lnTo>
                  <a:lnTo>
                    <a:pt x="184404" y="126492"/>
                  </a:lnTo>
                  <a:lnTo>
                    <a:pt x="155155" y="167652"/>
                  </a:lnTo>
                  <a:lnTo>
                    <a:pt x="122322" y="205227"/>
                  </a:lnTo>
                  <a:lnTo>
                    <a:pt x="85977" y="239292"/>
                  </a:lnTo>
                  <a:lnTo>
                    <a:pt x="46195" y="269918"/>
                  </a:lnTo>
                  <a:lnTo>
                    <a:pt x="3048" y="297179"/>
                  </a:lnTo>
                  <a:close/>
                </a:path>
                <a:path w="396240" h="394970">
                  <a:moveTo>
                    <a:pt x="182880" y="394716"/>
                  </a:moveTo>
                  <a:lnTo>
                    <a:pt x="183761" y="362712"/>
                  </a:lnTo>
                  <a:lnTo>
                    <a:pt x="184213" y="332994"/>
                  </a:lnTo>
                  <a:lnTo>
                    <a:pt x="184380" y="305562"/>
                  </a:lnTo>
                  <a:lnTo>
                    <a:pt x="184404" y="126492"/>
                  </a:lnTo>
                  <a:lnTo>
                    <a:pt x="221742" y="126492"/>
                  </a:lnTo>
                  <a:lnTo>
                    <a:pt x="210312" y="135636"/>
                  </a:lnTo>
                  <a:lnTo>
                    <a:pt x="210334" y="305562"/>
                  </a:lnTo>
                  <a:lnTo>
                    <a:pt x="210550" y="327874"/>
                  </a:lnTo>
                  <a:lnTo>
                    <a:pt x="211074" y="349186"/>
                  </a:lnTo>
                  <a:lnTo>
                    <a:pt x="211597" y="367355"/>
                  </a:lnTo>
                  <a:lnTo>
                    <a:pt x="211836" y="382524"/>
                  </a:lnTo>
                  <a:lnTo>
                    <a:pt x="182880" y="394716"/>
                  </a:lnTo>
                  <a:close/>
                </a:path>
                <a:path w="396240" h="394970">
                  <a:moveTo>
                    <a:pt x="374904" y="280416"/>
                  </a:moveTo>
                  <a:lnTo>
                    <a:pt x="371856" y="280416"/>
                  </a:lnTo>
                  <a:lnTo>
                    <a:pt x="368117" y="278701"/>
                  </a:lnTo>
                  <a:lnTo>
                    <a:pt x="363664" y="273558"/>
                  </a:lnTo>
                  <a:lnTo>
                    <a:pt x="358354" y="264985"/>
                  </a:lnTo>
                  <a:lnTo>
                    <a:pt x="352044" y="252984"/>
                  </a:lnTo>
                  <a:lnTo>
                    <a:pt x="337756" y="232171"/>
                  </a:lnTo>
                  <a:lnTo>
                    <a:pt x="315468" y="206502"/>
                  </a:lnTo>
                  <a:lnTo>
                    <a:pt x="285178" y="176260"/>
                  </a:lnTo>
                  <a:lnTo>
                    <a:pt x="246888" y="141732"/>
                  </a:lnTo>
                  <a:lnTo>
                    <a:pt x="252984" y="135636"/>
                  </a:lnTo>
                  <a:lnTo>
                    <a:pt x="301823" y="168783"/>
                  </a:lnTo>
                  <a:lnTo>
                    <a:pt x="338518" y="195072"/>
                  </a:lnTo>
                  <a:lnTo>
                    <a:pt x="374904" y="227076"/>
                  </a:lnTo>
                  <a:lnTo>
                    <a:pt x="385572" y="254508"/>
                  </a:lnTo>
                  <a:lnTo>
                    <a:pt x="385572" y="259080"/>
                  </a:lnTo>
                  <a:lnTo>
                    <a:pt x="384048" y="263652"/>
                  </a:lnTo>
                  <a:lnTo>
                    <a:pt x="381000" y="271272"/>
                  </a:lnTo>
                  <a:lnTo>
                    <a:pt x="377952" y="277368"/>
                  </a:lnTo>
                  <a:lnTo>
                    <a:pt x="374904" y="280416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" name="object 46"/>
            <p:cNvSpPr/>
            <p:nvPr/>
          </p:nvSpPr>
          <p:spPr>
            <a:xfrm>
              <a:off x="6580631" y="2923031"/>
              <a:ext cx="396240" cy="394970"/>
            </a:xfrm>
            <a:custGeom>
              <a:avLst/>
              <a:gdLst/>
              <a:ahLst/>
              <a:cxnLst/>
              <a:rect l="l" t="t" r="r" b="b"/>
              <a:pathLst>
                <a:path w="396240" h="394970">
                  <a:moveTo>
                    <a:pt x="210311" y="135636"/>
                  </a:moveTo>
                  <a:lnTo>
                    <a:pt x="210311" y="303276"/>
                  </a:lnTo>
                  <a:lnTo>
                    <a:pt x="210550" y="327874"/>
                  </a:lnTo>
                  <a:lnTo>
                    <a:pt x="211073" y="349186"/>
                  </a:lnTo>
                  <a:lnTo>
                    <a:pt x="211597" y="367355"/>
                  </a:lnTo>
                  <a:lnTo>
                    <a:pt x="211835" y="382524"/>
                  </a:lnTo>
                  <a:lnTo>
                    <a:pt x="182879" y="394716"/>
                  </a:lnTo>
                  <a:lnTo>
                    <a:pt x="183761" y="362711"/>
                  </a:lnTo>
                  <a:lnTo>
                    <a:pt x="184213" y="332993"/>
                  </a:lnTo>
                  <a:lnTo>
                    <a:pt x="184380" y="305561"/>
                  </a:lnTo>
                  <a:lnTo>
                    <a:pt x="184403" y="280416"/>
                  </a:lnTo>
                  <a:lnTo>
                    <a:pt x="184403" y="126492"/>
                  </a:lnTo>
                  <a:lnTo>
                    <a:pt x="155155" y="167652"/>
                  </a:lnTo>
                  <a:lnTo>
                    <a:pt x="122322" y="205227"/>
                  </a:lnTo>
                  <a:lnTo>
                    <a:pt x="85977" y="239292"/>
                  </a:lnTo>
                  <a:lnTo>
                    <a:pt x="46195" y="269918"/>
                  </a:lnTo>
                  <a:lnTo>
                    <a:pt x="3047" y="297179"/>
                  </a:lnTo>
                  <a:lnTo>
                    <a:pt x="0" y="291084"/>
                  </a:lnTo>
                  <a:lnTo>
                    <a:pt x="28313" y="268438"/>
                  </a:lnTo>
                  <a:lnTo>
                    <a:pt x="56197" y="243649"/>
                  </a:lnTo>
                  <a:lnTo>
                    <a:pt x="83796" y="216288"/>
                  </a:lnTo>
                  <a:lnTo>
                    <a:pt x="111251" y="185928"/>
                  </a:lnTo>
                  <a:lnTo>
                    <a:pt x="136374" y="152519"/>
                  </a:lnTo>
                  <a:lnTo>
                    <a:pt x="159067" y="116395"/>
                  </a:lnTo>
                  <a:lnTo>
                    <a:pt x="179189" y="77700"/>
                  </a:lnTo>
                  <a:lnTo>
                    <a:pt x="196595" y="36576"/>
                  </a:lnTo>
                  <a:lnTo>
                    <a:pt x="60959" y="36576"/>
                  </a:lnTo>
                  <a:lnTo>
                    <a:pt x="49815" y="36885"/>
                  </a:lnTo>
                  <a:lnTo>
                    <a:pt x="39242" y="37909"/>
                  </a:lnTo>
                  <a:lnTo>
                    <a:pt x="29241" y="39790"/>
                  </a:lnTo>
                  <a:lnTo>
                    <a:pt x="19811" y="42672"/>
                  </a:lnTo>
                  <a:lnTo>
                    <a:pt x="3047" y="25908"/>
                  </a:lnTo>
                  <a:lnTo>
                    <a:pt x="333755" y="25908"/>
                  </a:lnTo>
                  <a:lnTo>
                    <a:pt x="359663" y="0"/>
                  </a:lnTo>
                  <a:lnTo>
                    <a:pt x="396239" y="36576"/>
                  </a:lnTo>
                  <a:lnTo>
                    <a:pt x="231647" y="36576"/>
                  </a:lnTo>
                  <a:lnTo>
                    <a:pt x="223385" y="52030"/>
                  </a:lnTo>
                  <a:lnTo>
                    <a:pt x="214693" y="68770"/>
                  </a:lnTo>
                  <a:lnTo>
                    <a:pt x="205716" y="86939"/>
                  </a:lnTo>
                  <a:lnTo>
                    <a:pt x="196595" y="106680"/>
                  </a:lnTo>
                  <a:lnTo>
                    <a:pt x="225551" y="123444"/>
                  </a:lnTo>
                  <a:lnTo>
                    <a:pt x="210311" y="135636"/>
                  </a:lnTo>
                  <a:close/>
                </a:path>
              </a:pathLst>
            </a:custGeom>
            <a:ln w="1219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47" name="object 47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6821423" y="3052572"/>
              <a:ext cx="150875" cy="156972"/>
            </a:xfrm>
            <a:prstGeom prst="rect">
              <a:avLst/>
            </a:prstGeom>
          </p:spPr>
        </p:pic>
      </p:grpSp>
      <p:grpSp>
        <p:nvGrpSpPr>
          <p:cNvPr id="48" name="object 48"/>
          <p:cNvGrpSpPr/>
          <p:nvPr/>
        </p:nvGrpSpPr>
        <p:grpSpPr>
          <a:xfrm>
            <a:off x="7057644" y="2919984"/>
            <a:ext cx="350520" cy="411480"/>
            <a:chOff x="7057644" y="2919984"/>
            <a:chExt cx="350520" cy="411480"/>
          </a:xfrm>
        </p:grpSpPr>
        <p:sp>
          <p:nvSpPr>
            <p:cNvPr id="49" name="object 49"/>
            <p:cNvSpPr/>
            <p:nvPr/>
          </p:nvSpPr>
          <p:spPr>
            <a:xfrm>
              <a:off x="7063740" y="2926080"/>
              <a:ext cx="338455" cy="399415"/>
            </a:xfrm>
            <a:custGeom>
              <a:avLst/>
              <a:gdLst/>
              <a:ahLst/>
              <a:cxnLst/>
              <a:rect l="l" t="t" r="r" b="b"/>
              <a:pathLst>
                <a:path w="338454" h="399414">
                  <a:moveTo>
                    <a:pt x="62484" y="399287"/>
                  </a:moveTo>
                  <a:lnTo>
                    <a:pt x="59436" y="393192"/>
                  </a:lnTo>
                  <a:lnTo>
                    <a:pt x="79152" y="380095"/>
                  </a:lnTo>
                  <a:lnTo>
                    <a:pt x="97155" y="366140"/>
                  </a:lnTo>
                  <a:lnTo>
                    <a:pt x="128016" y="336804"/>
                  </a:lnTo>
                  <a:lnTo>
                    <a:pt x="151066" y="304609"/>
                  </a:lnTo>
                  <a:lnTo>
                    <a:pt x="170354" y="252388"/>
                  </a:lnTo>
                  <a:lnTo>
                    <a:pt x="175974" y="196905"/>
                  </a:lnTo>
                  <a:lnTo>
                    <a:pt x="176784" y="160019"/>
                  </a:lnTo>
                  <a:lnTo>
                    <a:pt x="176784" y="0"/>
                  </a:lnTo>
                  <a:lnTo>
                    <a:pt x="201168" y="18287"/>
                  </a:lnTo>
                  <a:lnTo>
                    <a:pt x="334191" y="18287"/>
                  </a:lnTo>
                  <a:lnTo>
                    <a:pt x="338328" y="21336"/>
                  </a:lnTo>
                  <a:lnTo>
                    <a:pt x="328530" y="28955"/>
                  </a:lnTo>
                  <a:lnTo>
                    <a:pt x="201168" y="28955"/>
                  </a:lnTo>
                  <a:lnTo>
                    <a:pt x="201168" y="120395"/>
                  </a:lnTo>
                  <a:lnTo>
                    <a:pt x="324612" y="120395"/>
                  </a:lnTo>
                  <a:lnTo>
                    <a:pt x="324612" y="131063"/>
                  </a:lnTo>
                  <a:lnTo>
                    <a:pt x="201168" y="131063"/>
                  </a:lnTo>
                  <a:lnTo>
                    <a:pt x="200906" y="154519"/>
                  </a:lnTo>
                  <a:lnTo>
                    <a:pt x="200215" y="176974"/>
                  </a:lnTo>
                  <a:lnTo>
                    <a:pt x="199181" y="199643"/>
                  </a:lnTo>
                  <a:lnTo>
                    <a:pt x="198120" y="219455"/>
                  </a:lnTo>
                  <a:lnTo>
                    <a:pt x="324612" y="219455"/>
                  </a:lnTo>
                  <a:lnTo>
                    <a:pt x="324612" y="230123"/>
                  </a:lnTo>
                  <a:lnTo>
                    <a:pt x="198120" y="230123"/>
                  </a:lnTo>
                  <a:lnTo>
                    <a:pt x="193571" y="259818"/>
                  </a:lnTo>
                  <a:lnTo>
                    <a:pt x="171330" y="311777"/>
                  </a:lnTo>
                  <a:lnTo>
                    <a:pt x="133635" y="353210"/>
                  </a:lnTo>
                  <a:lnTo>
                    <a:pt x="87915" y="385833"/>
                  </a:lnTo>
                  <a:lnTo>
                    <a:pt x="62484" y="399287"/>
                  </a:lnTo>
                  <a:close/>
                </a:path>
                <a:path w="338454" h="399414">
                  <a:moveTo>
                    <a:pt x="334191" y="18287"/>
                  </a:moveTo>
                  <a:lnTo>
                    <a:pt x="295656" y="18287"/>
                  </a:lnTo>
                  <a:lnTo>
                    <a:pt x="309372" y="0"/>
                  </a:lnTo>
                  <a:lnTo>
                    <a:pt x="334191" y="18287"/>
                  </a:lnTo>
                  <a:close/>
                </a:path>
                <a:path w="338454" h="399414">
                  <a:moveTo>
                    <a:pt x="128233" y="42671"/>
                  </a:moveTo>
                  <a:lnTo>
                    <a:pt x="97536" y="42671"/>
                  </a:lnTo>
                  <a:lnTo>
                    <a:pt x="109728" y="27431"/>
                  </a:lnTo>
                  <a:lnTo>
                    <a:pt x="128233" y="42671"/>
                  </a:lnTo>
                  <a:close/>
                </a:path>
                <a:path w="338454" h="399414">
                  <a:moveTo>
                    <a:pt x="0" y="294131"/>
                  </a:moveTo>
                  <a:lnTo>
                    <a:pt x="862" y="266699"/>
                  </a:lnTo>
                  <a:lnTo>
                    <a:pt x="1278" y="238315"/>
                  </a:lnTo>
                  <a:lnTo>
                    <a:pt x="1401" y="220194"/>
                  </a:lnTo>
                  <a:lnTo>
                    <a:pt x="1493" y="120395"/>
                  </a:lnTo>
                  <a:lnTo>
                    <a:pt x="1333" y="87058"/>
                  </a:lnTo>
                  <a:lnTo>
                    <a:pt x="881" y="56078"/>
                  </a:lnTo>
                  <a:lnTo>
                    <a:pt x="0" y="28955"/>
                  </a:lnTo>
                  <a:lnTo>
                    <a:pt x="24384" y="42671"/>
                  </a:lnTo>
                  <a:lnTo>
                    <a:pt x="128233" y="42671"/>
                  </a:lnTo>
                  <a:lnTo>
                    <a:pt x="135636" y="48767"/>
                  </a:lnTo>
                  <a:lnTo>
                    <a:pt x="129757" y="53339"/>
                  </a:lnTo>
                  <a:lnTo>
                    <a:pt x="24384" y="53339"/>
                  </a:lnTo>
                  <a:lnTo>
                    <a:pt x="24384" y="138683"/>
                  </a:lnTo>
                  <a:lnTo>
                    <a:pt x="121920" y="138683"/>
                  </a:lnTo>
                  <a:lnTo>
                    <a:pt x="121920" y="147827"/>
                  </a:lnTo>
                  <a:lnTo>
                    <a:pt x="24384" y="147827"/>
                  </a:lnTo>
                  <a:lnTo>
                    <a:pt x="24384" y="237743"/>
                  </a:lnTo>
                  <a:lnTo>
                    <a:pt x="122665" y="237743"/>
                  </a:lnTo>
                  <a:lnTo>
                    <a:pt x="122970" y="246887"/>
                  </a:lnTo>
                  <a:lnTo>
                    <a:pt x="24384" y="246887"/>
                  </a:lnTo>
                  <a:lnTo>
                    <a:pt x="24384" y="281939"/>
                  </a:lnTo>
                  <a:lnTo>
                    <a:pt x="0" y="294131"/>
                  </a:lnTo>
                  <a:close/>
                </a:path>
                <a:path w="338454" h="399414">
                  <a:moveTo>
                    <a:pt x="324612" y="120395"/>
                  </a:moveTo>
                  <a:lnTo>
                    <a:pt x="301751" y="120395"/>
                  </a:lnTo>
                  <a:lnTo>
                    <a:pt x="301751" y="28955"/>
                  </a:lnTo>
                  <a:lnTo>
                    <a:pt x="328530" y="28955"/>
                  </a:lnTo>
                  <a:lnTo>
                    <a:pt x="324612" y="32003"/>
                  </a:lnTo>
                  <a:lnTo>
                    <a:pt x="324612" y="120395"/>
                  </a:lnTo>
                  <a:close/>
                </a:path>
                <a:path w="338454" h="399414">
                  <a:moveTo>
                    <a:pt x="121920" y="138683"/>
                  </a:moveTo>
                  <a:lnTo>
                    <a:pt x="99060" y="138683"/>
                  </a:lnTo>
                  <a:lnTo>
                    <a:pt x="99060" y="53339"/>
                  </a:lnTo>
                  <a:lnTo>
                    <a:pt x="129757" y="53339"/>
                  </a:lnTo>
                  <a:lnTo>
                    <a:pt x="121920" y="59435"/>
                  </a:lnTo>
                  <a:lnTo>
                    <a:pt x="121920" y="138683"/>
                  </a:lnTo>
                  <a:close/>
                </a:path>
                <a:path w="338454" h="399414">
                  <a:moveTo>
                    <a:pt x="324612" y="219455"/>
                  </a:moveTo>
                  <a:lnTo>
                    <a:pt x="301751" y="219455"/>
                  </a:lnTo>
                  <a:lnTo>
                    <a:pt x="301751" y="131063"/>
                  </a:lnTo>
                  <a:lnTo>
                    <a:pt x="324612" y="131063"/>
                  </a:lnTo>
                  <a:lnTo>
                    <a:pt x="324612" y="219455"/>
                  </a:lnTo>
                  <a:close/>
                </a:path>
                <a:path w="338454" h="399414">
                  <a:moveTo>
                    <a:pt x="122665" y="237743"/>
                  </a:moveTo>
                  <a:lnTo>
                    <a:pt x="99060" y="237743"/>
                  </a:lnTo>
                  <a:lnTo>
                    <a:pt x="99060" y="147827"/>
                  </a:lnTo>
                  <a:lnTo>
                    <a:pt x="121920" y="147827"/>
                  </a:lnTo>
                  <a:lnTo>
                    <a:pt x="121920" y="199643"/>
                  </a:lnTo>
                  <a:lnTo>
                    <a:pt x="122158" y="220194"/>
                  </a:lnTo>
                  <a:lnTo>
                    <a:pt x="122665" y="237743"/>
                  </a:lnTo>
                  <a:close/>
                </a:path>
                <a:path w="338454" h="399414">
                  <a:moveTo>
                    <a:pt x="323602" y="355092"/>
                  </a:moveTo>
                  <a:lnTo>
                    <a:pt x="284988" y="355092"/>
                  </a:lnTo>
                  <a:lnTo>
                    <a:pt x="295656" y="353568"/>
                  </a:lnTo>
                  <a:lnTo>
                    <a:pt x="301751" y="347472"/>
                  </a:lnTo>
                  <a:lnTo>
                    <a:pt x="301751" y="230123"/>
                  </a:lnTo>
                  <a:lnTo>
                    <a:pt x="324612" y="230123"/>
                  </a:lnTo>
                  <a:lnTo>
                    <a:pt x="324612" y="348996"/>
                  </a:lnTo>
                  <a:lnTo>
                    <a:pt x="323602" y="355092"/>
                  </a:lnTo>
                  <a:close/>
                </a:path>
                <a:path w="338454" h="399414">
                  <a:moveTo>
                    <a:pt x="99060" y="278891"/>
                  </a:moveTo>
                  <a:lnTo>
                    <a:pt x="99060" y="246887"/>
                  </a:lnTo>
                  <a:lnTo>
                    <a:pt x="122970" y="246887"/>
                  </a:lnTo>
                  <a:lnTo>
                    <a:pt x="123205" y="253865"/>
                  </a:lnTo>
                  <a:lnTo>
                    <a:pt x="123444" y="266699"/>
                  </a:lnTo>
                  <a:lnTo>
                    <a:pt x="99060" y="278891"/>
                  </a:lnTo>
                  <a:close/>
                </a:path>
                <a:path w="338454" h="399414">
                  <a:moveTo>
                    <a:pt x="283463" y="396239"/>
                  </a:moveTo>
                  <a:lnTo>
                    <a:pt x="279773" y="384238"/>
                  </a:lnTo>
                  <a:lnTo>
                    <a:pt x="268795" y="373380"/>
                  </a:lnTo>
                  <a:lnTo>
                    <a:pt x="250674" y="363664"/>
                  </a:lnTo>
                  <a:lnTo>
                    <a:pt x="225552" y="355092"/>
                  </a:lnTo>
                  <a:lnTo>
                    <a:pt x="225552" y="347472"/>
                  </a:lnTo>
                  <a:lnTo>
                    <a:pt x="244911" y="350591"/>
                  </a:lnTo>
                  <a:lnTo>
                    <a:pt x="261556" y="352996"/>
                  </a:lnTo>
                  <a:lnTo>
                    <a:pt x="275058" y="354544"/>
                  </a:lnTo>
                  <a:lnTo>
                    <a:pt x="284988" y="355092"/>
                  </a:lnTo>
                  <a:lnTo>
                    <a:pt x="323602" y="355092"/>
                  </a:lnTo>
                  <a:lnTo>
                    <a:pt x="322254" y="363235"/>
                  </a:lnTo>
                  <a:lnTo>
                    <a:pt x="314896" y="376047"/>
                  </a:lnTo>
                  <a:lnTo>
                    <a:pt x="302109" y="387143"/>
                  </a:lnTo>
                  <a:lnTo>
                    <a:pt x="283463" y="396239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" name="object 50"/>
            <p:cNvSpPr/>
            <p:nvPr/>
          </p:nvSpPr>
          <p:spPr>
            <a:xfrm>
              <a:off x="7063740" y="2953512"/>
              <a:ext cx="135890" cy="266700"/>
            </a:xfrm>
            <a:custGeom>
              <a:avLst/>
              <a:gdLst/>
              <a:ahLst/>
              <a:cxnLst/>
              <a:rect l="l" t="t" r="r" b="b"/>
              <a:pathLst>
                <a:path w="135890" h="266700">
                  <a:moveTo>
                    <a:pt x="121920" y="172212"/>
                  </a:moveTo>
                  <a:lnTo>
                    <a:pt x="122158" y="192762"/>
                  </a:lnTo>
                  <a:lnTo>
                    <a:pt x="122682" y="210883"/>
                  </a:lnTo>
                  <a:lnTo>
                    <a:pt x="123205" y="226433"/>
                  </a:lnTo>
                  <a:lnTo>
                    <a:pt x="123444" y="239268"/>
                  </a:lnTo>
                  <a:lnTo>
                    <a:pt x="99060" y="251460"/>
                  </a:lnTo>
                  <a:lnTo>
                    <a:pt x="99060" y="219456"/>
                  </a:lnTo>
                  <a:lnTo>
                    <a:pt x="24384" y="219456"/>
                  </a:lnTo>
                  <a:lnTo>
                    <a:pt x="24384" y="254508"/>
                  </a:lnTo>
                  <a:lnTo>
                    <a:pt x="0" y="266700"/>
                  </a:lnTo>
                  <a:lnTo>
                    <a:pt x="881" y="238672"/>
                  </a:lnTo>
                  <a:lnTo>
                    <a:pt x="1333" y="207073"/>
                  </a:lnTo>
                  <a:lnTo>
                    <a:pt x="1500" y="171759"/>
                  </a:lnTo>
                  <a:lnTo>
                    <a:pt x="1524" y="132588"/>
                  </a:lnTo>
                  <a:lnTo>
                    <a:pt x="1500" y="94321"/>
                  </a:lnTo>
                  <a:lnTo>
                    <a:pt x="1333" y="59626"/>
                  </a:lnTo>
                  <a:lnTo>
                    <a:pt x="881" y="28646"/>
                  </a:lnTo>
                  <a:lnTo>
                    <a:pt x="0" y="1524"/>
                  </a:lnTo>
                  <a:lnTo>
                    <a:pt x="24384" y="15240"/>
                  </a:lnTo>
                  <a:lnTo>
                    <a:pt x="97536" y="15240"/>
                  </a:lnTo>
                  <a:lnTo>
                    <a:pt x="109728" y="0"/>
                  </a:lnTo>
                  <a:lnTo>
                    <a:pt x="135636" y="21336"/>
                  </a:lnTo>
                  <a:lnTo>
                    <a:pt x="121920" y="32004"/>
                  </a:lnTo>
                  <a:lnTo>
                    <a:pt x="121920" y="172212"/>
                  </a:lnTo>
                  <a:close/>
                </a:path>
              </a:pathLst>
            </a:custGeom>
            <a:ln w="1219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" name="object 51"/>
            <p:cNvSpPr/>
            <p:nvPr/>
          </p:nvSpPr>
          <p:spPr>
            <a:xfrm>
              <a:off x="7088123" y="2979419"/>
              <a:ext cx="74930" cy="184785"/>
            </a:xfrm>
            <a:custGeom>
              <a:avLst/>
              <a:gdLst/>
              <a:ahLst/>
              <a:cxnLst/>
              <a:rect l="l" t="t" r="r" b="b"/>
              <a:pathLst>
                <a:path w="74929" h="184785">
                  <a:moveTo>
                    <a:pt x="0" y="0"/>
                  </a:moveTo>
                  <a:lnTo>
                    <a:pt x="0" y="85344"/>
                  </a:lnTo>
                  <a:lnTo>
                    <a:pt x="74676" y="85344"/>
                  </a:lnTo>
                  <a:lnTo>
                    <a:pt x="74676" y="0"/>
                  </a:lnTo>
                  <a:lnTo>
                    <a:pt x="0" y="0"/>
                  </a:lnTo>
                  <a:close/>
                </a:path>
                <a:path w="74929" h="184785">
                  <a:moveTo>
                    <a:pt x="0" y="94488"/>
                  </a:moveTo>
                  <a:lnTo>
                    <a:pt x="0" y="184404"/>
                  </a:lnTo>
                  <a:lnTo>
                    <a:pt x="74676" y="184404"/>
                  </a:lnTo>
                  <a:lnTo>
                    <a:pt x="74676" y="94488"/>
                  </a:lnTo>
                  <a:lnTo>
                    <a:pt x="0" y="94488"/>
                  </a:lnTo>
                  <a:close/>
                </a:path>
              </a:pathLst>
            </a:custGeom>
            <a:ln w="1219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" name="object 52"/>
            <p:cNvSpPr/>
            <p:nvPr/>
          </p:nvSpPr>
          <p:spPr>
            <a:xfrm>
              <a:off x="7123176" y="2926080"/>
              <a:ext cx="279400" cy="399415"/>
            </a:xfrm>
            <a:custGeom>
              <a:avLst/>
              <a:gdLst/>
              <a:ahLst/>
              <a:cxnLst/>
              <a:rect l="l" t="t" r="r" b="b"/>
              <a:pathLst>
                <a:path w="279400" h="399414">
                  <a:moveTo>
                    <a:pt x="0" y="393191"/>
                  </a:moveTo>
                  <a:lnTo>
                    <a:pt x="37719" y="366140"/>
                  </a:lnTo>
                  <a:lnTo>
                    <a:pt x="68580" y="336803"/>
                  </a:lnTo>
                  <a:lnTo>
                    <a:pt x="91630" y="304609"/>
                  </a:lnTo>
                  <a:lnTo>
                    <a:pt x="110918" y="252388"/>
                  </a:lnTo>
                  <a:lnTo>
                    <a:pt x="116538" y="196905"/>
                  </a:lnTo>
                  <a:lnTo>
                    <a:pt x="117348" y="160019"/>
                  </a:lnTo>
                  <a:lnTo>
                    <a:pt x="117348" y="120014"/>
                  </a:lnTo>
                  <a:lnTo>
                    <a:pt x="117348" y="80009"/>
                  </a:lnTo>
                  <a:lnTo>
                    <a:pt x="117348" y="40004"/>
                  </a:lnTo>
                  <a:lnTo>
                    <a:pt x="117348" y="0"/>
                  </a:lnTo>
                  <a:lnTo>
                    <a:pt x="141732" y="18287"/>
                  </a:lnTo>
                  <a:lnTo>
                    <a:pt x="236219" y="18287"/>
                  </a:lnTo>
                  <a:lnTo>
                    <a:pt x="249936" y="0"/>
                  </a:lnTo>
                  <a:lnTo>
                    <a:pt x="278892" y="21335"/>
                  </a:lnTo>
                  <a:lnTo>
                    <a:pt x="265176" y="32004"/>
                  </a:lnTo>
                  <a:lnTo>
                    <a:pt x="265176" y="348995"/>
                  </a:lnTo>
                  <a:lnTo>
                    <a:pt x="262818" y="363235"/>
                  </a:lnTo>
                  <a:lnTo>
                    <a:pt x="255460" y="376046"/>
                  </a:lnTo>
                  <a:lnTo>
                    <a:pt x="242673" y="387143"/>
                  </a:lnTo>
                  <a:lnTo>
                    <a:pt x="224028" y="396239"/>
                  </a:lnTo>
                  <a:lnTo>
                    <a:pt x="220337" y="384238"/>
                  </a:lnTo>
                  <a:lnTo>
                    <a:pt x="209359" y="373379"/>
                  </a:lnTo>
                  <a:lnTo>
                    <a:pt x="191238" y="363664"/>
                  </a:lnTo>
                  <a:lnTo>
                    <a:pt x="166116" y="355091"/>
                  </a:lnTo>
                  <a:lnTo>
                    <a:pt x="166116" y="347471"/>
                  </a:lnTo>
                  <a:lnTo>
                    <a:pt x="185475" y="350591"/>
                  </a:lnTo>
                  <a:lnTo>
                    <a:pt x="202120" y="352996"/>
                  </a:lnTo>
                  <a:lnTo>
                    <a:pt x="215622" y="354544"/>
                  </a:lnTo>
                  <a:lnTo>
                    <a:pt x="225551" y="355091"/>
                  </a:lnTo>
                  <a:lnTo>
                    <a:pt x="236219" y="353567"/>
                  </a:lnTo>
                  <a:lnTo>
                    <a:pt x="242316" y="347471"/>
                  </a:lnTo>
                  <a:lnTo>
                    <a:pt x="242316" y="336803"/>
                  </a:lnTo>
                  <a:lnTo>
                    <a:pt x="242316" y="230123"/>
                  </a:lnTo>
                  <a:lnTo>
                    <a:pt x="138684" y="230123"/>
                  </a:lnTo>
                  <a:lnTo>
                    <a:pt x="134135" y="259818"/>
                  </a:lnTo>
                  <a:lnTo>
                    <a:pt x="125158" y="287083"/>
                  </a:lnTo>
                  <a:lnTo>
                    <a:pt x="94488" y="333755"/>
                  </a:lnTo>
                  <a:lnTo>
                    <a:pt x="52196" y="370522"/>
                  </a:lnTo>
                  <a:lnTo>
                    <a:pt x="3048" y="399287"/>
                  </a:lnTo>
                  <a:lnTo>
                    <a:pt x="0" y="393191"/>
                  </a:lnTo>
                  <a:close/>
                </a:path>
              </a:pathLst>
            </a:custGeom>
            <a:ln w="1219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" name="object 53"/>
            <p:cNvSpPr/>
            <p:nvPr/>
          </p:nvSpPr>
          <p:spPr>
            <a:xfrm>
              <a:off x="7261860" y="2955035"/>
              <a:ext cx="104139" cy="190500"/>
            </a:xfrm>
            <a:custGeom>
              <a:avLst/>
              <a:gdLst/>
              <a:ahLst/>
              <a:cxnLst/>
              <a:rect l="l" t="t" r="r" b="b"/>
              <a:pathLst>
                <a:path w="104140" h="190500">
                  <a:moveTo>
                    <a:pt x="3047" y="0"/>
                  </a:moveTo>
                  <a:lnTo>
                    <a:pt x="3047" y="91440"/>
                  </a:lnTo>
                  <a:lnTo>
                    <a:pt x="103632" y="91440"/>
                  </a:lnTo>
                  <a:lnTo>
                    <a:pt x="103632" y="0"/>
                  </a:lnTo>
                  <a:lnTo>
                    <a:pt x="3047" y="0"/>
                  </a:lnTo>
                  <a:close/>
                </a:path>
                <a:path w="104140" h="190500">
                  <a:moveTo>
                    <a:pt x="3047" y="102108"/>
                  </a:moveTo>
                  <a:lnTo>
                    <a:pt x="2785" y="125563"/>
                  </a:lnTo>
                  <a:lnTo>
                    <a:pt x="2095" y="148018"/>
                  </a:lnTo>
                  <a:lnTo>
                    <a:pt x="1119" y="169616"/>
                  </a:lnTo>
                  <a:lnTo>
                    <a:pt x="0" y="190500"/>
                  </a:lnTo>
                  <a:lnTo>
                    <a:pt x="103632" y="190500"/>
                  </a:lnTo>
                  <a:lnTo>
                    <a:pt x="103632" y="102108"/>
                  </a:lnTo>
                  <a:lnTo>
                    <a:pt x="3047" y="102108"/>
                  </a:lnTo>
                  <a:close/>
                </a:path>
              </a:pathLst>
            </a:custGeom>
            <a:ln w="1219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54" name="object 54"/>
          <p:cNvGrpSpPr/>
          <p:nvPr/>
        </p:nvGrpSpPr>
        <p:grpSpPr>
          <a:xfrm>
            <a:off x="7475220" y="2923032"/>
            <a:ext cx="401320" cy="375285"/>
            <a:chOff x="7475220" y="2923032"/>
            <a:chExt cx="401320" cy="375285"/>
          </a:xfrm>
        </p:grpSpPr>
        <p:sp>
          <p:nvSpPr>
            <p:cNvPr id="55" name="object 55"/>
            <p:cNvSpPr/>
            <p:nvPr/>
          </p:nvSpPr>
          <p:spPr>
            <a:xfrm>
              <a:off x="7481316" y="2929128"/>
              <a:ext cx="388620" cy="363220"/>
            </a:xfrm>
            <a:custGeom>
              <a:avLst/>
              <a:gdLst/>
              <a:ahLst/>
              <a:cxnLst/>
              <a:rect l="l" t="t" r="r" b="b"/>
              <a:pathLst>
                <a:path w="388620" h="363220">
                  <a:moveTo>
                    <a:pt x="323305" y="16763"/>
                  </a:moveTo>
                  <a:lnTo>
                    <a:pt x="284988" y="16763"/>
                  </a:lnTo>
                  <a:lnTo>
                    <a:pt x="301752" y="0"/>
                  </a:lnTo>
                  <a:lnTo>
                    <a:pt x="323305" y="16763"/>
                  </a:lnTo>
                  <a:close/>
                </a:path>
                <a:path w="388620" h="363220">
                  <a:moveTo>
                    <a:pt x="76200" y="185927"/>
                  </a:moveTo>
                  <a:lnTo>
                    <a:pt x="77081" y="169925"/>
                  </a:lnTo>
                  <a:lnTo>
                    <a:pt x="77533" y="149351"/>
                  </a:lnTo>
                  <a:lnTo>
                    <a:pt x="77700" y="124205"/>
                  </a:lnTo>
                  <a:lnTo>
                    <a:pt x="77700" y="65389"/>
                  </a:lnTo>
                  <a:lnTo>
                    <a:pt x="77533" y="40004"/>
                  </a:lnTo>
                  <a:lnTo>
                    <a:pt x="77081" y="18621"/>
                  </a:lnTo>
                  <a:lnTo>
                    <a:pt x="76200" y="1524"/>
                  </a:lnTo>
                  <a:lnTo>
                    <a:pt x="102108" y="16763"/>
                  </a:lnTo>
                  <a:lnTo>
                    <a:pt x="323305" y="16763"/>
                  </a:lnTo>
                  <a:lnTo>
                    <a:pt x="329184" y="21335"/>
                  </a:lnTo>
                  <a:lnTo>
                    <a:pt x="320475" y="27431"/>
                  </a:lnTo>
                  <a:lnTo>
                    <a:pt x="102108" y="27431"/>
                  </a:lnTo>
                  <a:lnTo>
                    <a:pt x="102108" y="86867"/>
                  </a:lnTo>
                  <a:lnTo>
                    <a:pt x="313989" y="86867"/>
                  </a:lnTo>
                  <a:lnTo>
                    <a:pt x="314028" y="96011"/>
                  </a:lnTo>
                  <a:lnTo>
                    <a:pt x="102108" y="96011"/>
                  </a:lnTo>
                  <a:lnTo>
                    <a:pt x="102108" y="150875"/>
                  </a:lnTo>
                  <a:lnTo>
                    <a:pt x="314613" y="150875"/>
                  </a:lnTo>
                  <a:lnTo>
                    <a:pt x="315112" y="161543"/>
                  </a:lnTo>
                  <a:lnTo>
                    <a:pt x="102108" y="161543"/>
                  </a:lnTo>
                  <a:lnTo>
                    <a:pt x="102108" y="175259"/>
                  </a:lnTo>
                  <a:lnTo>
                    <a:pt x="76200" y="185927"/>
                  </a:lnTo>
                  <a:close/>
                </a:path>
                <a:path w="388620" h="363220">
                  <a:moveTo>
                    <a:pt x="313989" y="86867"/>
                  </a:moveTo>
                  <a:lnTo>
                    <a:pt x="289560" y="86867"/>
                  </a:lnTo>
                  <a:lnTo>
                    <a:pt x="289560" y="27431"/>
                  </a:lnTo>
                  <a:lnTo>
                    <a:pt x="320475" y="27431"/>
                  </a:lnTo>
                  <a:lnTo>
                    <a:pt x="313944" y="32003"/>
                  </a:lnTo>
                  <a:lnTo>
                    <a:pt x="313989" y="86867"/>
                  </a:lnTo>
                  <a:close/>
                </a:path>
                <a:path w="388620" h="363220">
                  <a:moveTo>
                    <a:pt x="314613" y="150875"/>
                  </a:moveTo>
                  <a:lnTo>
                    <a:pt x="289560" y="150875"/>
                  </a:lnTo>
                  <a:lnTo>
                    <a:pt x="289560" y="96011"/>
                  </a:lnTo>
                  <a:lnTo>
                    <a:pt x="314028" y="96011"/>
                  </a:lnTo>
                  <a:lnTo>
                    <a:pt x="314134" y="121157"/>
                  </a:lnTo>
                  <a:lnTo>
                    <a:pt x="314572" y="149351"/>
                  </a:lnTo>
                  <a:lnTo>
                    <a:pt x="314613" y="150875"/>
                  </a:lnTo>
                  <a:close/>
                </a:path>
                <a:path w="388620" h="363220">
                  <a:moveTo>
                    <a:pt x="289560" y="181355"/>
                  </a:moveTo>
                  <a:lnTo>
                    <a:pt x="289560" y="161543"/>
                  </a:lnTo>
                  <a:lnTo>
                    <a:pt x="315112" y="161543"/>
                  </a:lnTo>
                  <a:lnTo>
                    <a:pt x="315468" y="169163"/>
                  </a:lnTo>
                  <a:lnTo>
                    <a:pt x="289560" y="181355"/>
                  </a:lnTo>
                  <a:close/>
                </a:path>
                <a:path w="388620" h="363220">
                  <a:moveTo>
                    <a:pt x="160020" y="347472"/>
                  </a:moveTo>
                  <a:lnTo>
                    <a:pt x="135636" y="347472"/>
                  </a:lnTo>
                  <a:lnTo>
                    <a:pt x="135562" y="273176"/>
                  </a:lnTo>
                  <a:lnTo>
                    <a:pt x="135454" y="242149"/>
                  </a:lnTo>
                  <a:lnTo>
                    <a:pt x="134993" y="203882"/>
                  </a:lnTo>
                  <a:lnTo>
                    <a:pt x="134112" y="179831"/>
                  </a:lnTo>
                  <a:lnTo>
                    <a:pt x="175260" y="201167"/>
                  </a:lnTo>
                  <a:lnTo>
                    <a:pt x="160020" y="211835"/>
                  </a:lnTo>
                  <a:lnTo>
                    <a:pt x="160020" y="347472"/>
                  </a:lnTo>
                  <a:close/>
                </a:path>
                <a:path w="388620" h="363220">
                  <a:moveTo>
                    <a:pt x="248412" y="347472"/>
                  </a:moveTo>
                  <a:lnTo>
                    <a:pt x="224028" y="347472"/>
                  </a:lnTo>
                  <a:lnTo>
                    <a:pt x="224028" y="181355"/>
                  </a:lnTo>
                  <a:lnTo>
                    <a:pt x="265176" y="202691"/>
                  </a:lnTo>
                  <a:lnTo>
                    <a:pt x="248412" y="214883"/>
                  </a:lnTo>
                  <a:lnTo>
                    <a:pt x="248412" y="321563"/>
                  </a:lnTo>
                  <a:lnTo>
                    <a:pt x="263397" y="321563"/>
                  </a:lnTo>
                  <a:lnTo>
                    <a:pt x="248412" y="333756"/>
                  </a:lnTo>
                  <a:lnTo>
                    <a:pt x="248412" y="347472"/>
                  </a:lnTo>
                  <a:close/>
                </a:path>
                <a:path w="388620" h="363220">
                  <a:moveTo>
                    <a:pt x="263397" y="321563"/>
                  </a:moveTo>
                  <a:lnTo>
                    <a:pt x="248412" y="321563"/>
                  </a:lnTo>
                  <a:lnTo>
                    <a:pt x="275534" y="292417"/>
                  </a:lnTo>
                  <a:lnTo>
                    <a:pt x="299656" y="262127"/>
                  </a:lnTo>
                  <a:lnTo>
                    <a:pt x="320635" y="230695"/>
                  </a:lnTo>
                  <a:lnTo>
                    <a:pt x="338328" y="198119"/>
                  </a:lnTo>
                  <a:lnTo>
                    <a:pt x="370332" y="227075"/>
                  </a:lnTo>
                  <a:lnTo>
                    <a:pt x="361497" y="230838"/>
                  </a:lnTo>
                  <a:lnTo>
                    <a:pt x="351091" y="237743"/>
                  </a:lnTo>
                  <a:lnTo>
                    <a:pt x="339256" y="248078"/>
                  </a:lnTo>
                  <a:lnTo>
                    <a:pt x="326136" y="262127"/>
                  </a:lnTo>
                  <a:lnTo>
                    <a:pt x="310348" y="278677"/>
                  </a:lnTo>
                  <a:lnTo>
                    <a:pt x="292417" y="296227"/>
                  </a:lnTo>
                  <a:lnTo>
                    <a:pt x="271914" y="314634"/>
                  </a:lnTo>
                  <a:lnTo>
                    <a:pt x="263397" y="321563"/>
                  </a:lnTo>
                  <a:close/>
                </a:path>
                <a:path w="388620" h="363220">
                  <a:moveTo>
                    <a:pt x="89916" y="320039"/>
                  </a:moveTo>
                  <a:lnTo>
                    <a:pt x="83820" y="320039"/>
                  </a:lnTo>
                  <a:lnTo>
                    <a:pt x="79248" y="312419"/>
                  </a:lnTo>
                  <a:lnTo>
                    <a:pt x="74676" y="300227"/>
                  </a:lnTo>
                  <a:lnTo>
                    <a:pt x="67865" y="283916"/>
                  </a:lnTo>
                  <a:lnTo>
                    <a:pt x="56768" y="264604"/>
                  </a:lnTo>
                  <a:lnTo>
                    <a:pt x="41671" y="242149"/>
                  </a:lnTo>
                  <a:lnTo>
                    <a:pt x="22860" y="216407"/>
                  </a:lnTo>
                  <a:lnTo>
                    <a:pt x="25908" y="211835"/>
                  </a:lnTo>
                  <a:lnTo>
                    <a:pt x="61341" y="235648"/>
                  </a:lnTo>
                  <a:lnTo>
                    <a:pt x="93106" y="264890"/>
                  </a:lnTo>
                  <a:lnTo>
                    <a:pt x="102108" y="292607"/>
                  </a:lnTo>
                  <a:lnTo>
                    <a:pt x="100584" y="298703"/>
                  </a:lnTo>
                  <a:lnTo>
                    <a:pt x="96012" y="307847"/>
                  </a:lnTo>
                  <a:lnTo>
                    <a:pt x="92964" y="315467"/>
                  </a:lnTo>
                  <a:lnTo>
                    <a:pt x="89916" y="320039"/>
                  </a:lnTo>
                  <a:close/>
                </a:path>
                <a:path w="388620" h="363220">
                  <a:moveTo>
                    <a:pt x="15240" y="362712"/>
                  </a:moveTo>
                  <a:lnTo>
                    <a:pt x="0" y="347472"/>
                  </a:lnTo>
                  <a:lnTo>
                    <a:pt x="326136" y="347472"/>
                  </a:lnTo>
                  <a:lnTo>
                    <a:pt x="352044" y="321563"/>
                  </a:lnTo>
                  <a:lnTo>
                    <a:pt x="388620" y="358139"/>
                  </a:lnTo>
                  <a:lnTo>
                    <a:pt x="57912" y="358139"/>
                  </a:lnTo>
                  <a:lnTo>
                    <a:pt x="46743" y="358425"/>
                  </a:lnTo>
                  <a:lnTo>
                    <a:pt x="36004" y="359282"/>
                  </a:lnTo>
                  <a:lnTo>
                    <a:pt x="25550" y="360711"/>
                  </a:lnTo>
                  <a:lnTo>
                    <a:pt x="15240" y="362712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6" name="object 56"/>
            <p:cNvSpPr/>
            <p:nvPr/>
          </p:nvSpPr>
          <p:spPr>
            <a:xfrm>
              <a:off x="7557516" y="2929128"/>
              <a:ext cx="253365" cy="186055"/>
            </a:xfrm>
            <a:custGeom>
              <a:avLst/>
              <a:gdLst/>
              <a:ahLst/>
              <a:cxnLst/>
              <a:rect l="l" t="t" r="r" b="b"/>
              <a:pathLst>
                <a:path w="253365" h="186055">
                  <a:moveTo>
                    <a:pt x="213359" y="161543"/>
                  </a:moveTo>
                  <a:lnTo>
                    <a:pt x="25907" y="161543"/>
                  </a:lnTo>
                  <a:lnTo>
                    <a:pt x="25907" y="175259"/>
                  </a:lnTo>
                  <a:lnTo>
                    <a:pt x="0" y="185927"/>
                  </a:lnTo>
                  <a:lnTo>
                    <a:pt x="881" y="169925"/>
                  </a:lnTo>
                  <a:lnTo>
                    <a:pt x="1333" y="149351"/>
                  </a:lnTo>
                  <a:lnTo>
                    <a:pt x="1500" y="124205"/>
                  </a:lnTo>
                  <a:lnTo>
                    <a:pt x="1523" y="94487"/>
                  </a:lnTo>
                  <a:lnTo>
                    <a:pt x="1500" y="65389"/>
                  </a:lnTo>
                  <a:lnTo>
                    <a:pt x="1333" y="40004"/>
                  </a:lnTo>
                  <a:lnTo>
                    <a:pt x="881" y="18621"/>
                  </a:lnTo>
                  <a:lnTo>
                    <a:pt x="0" y="1524"/>
                  </a:lnTo>
                  <a:lnTo>
                    <a:pt x="25907" y="16763"/>
                  </a:lnTo>
                  <a:lnTo>
                    <a:pt x="208787" y="16763"/>
                  </a:lnTo>
                  <a:lnTo>
                    <a:pt x="225551" y="0"/>
                  </a:lnTo>
                  <a:lnTo>
                    <a:pt x="252983" y="21335"/>
                  </a:lnTo>
                  <a:lnTo>
                    <a:pt x="237743" y="32003"/>
                  </a:lnTo>
                  <a:lnTo>
                    <a:pt x="237767" y="81724"/>
                  </a:lnTo>
                  <a:lnTo>
                    <a:pt x="237934" y="121157"/>
                  </a:lnTo>
                  <a:lnTo>
                    <a:pt x="238386" y="150304"/>
                  </a:lnTo>
                  <a:lnTo>
                    <a:pt x="239267" y="169163"/>
                  </a:lnTo>
                  <a:lnTo>
                    <a:pt x="213359" y="181355"/>
                  </a:lnTo>
                  <a:lnTo>
                    <a:pt x="213359" y="161543"/>
                  </a:lnTo>
                  <a:close/>
                </a:path>
              </a:pathLst>
            </a:custGeom>
            <a:ln w="1219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7" name="object 57"/>
            <p:cNvSpPr/>
            <p:nvPr/>
          </p:nvSpPr>
          <p:spPr>
            <a:xfrm>
              <a:off x="7583423" y="2956559"/>
              <a:ext cx="187960" cy="123825"/>
            </a:xfrm>
            <a:custGeom>
              <a:avLst/>
              <a:gdLst/>
              <a:ahLst/>
              <a:cxnLst/>
              <a:rect l="l" t="t" r="r" b="b"/>
              <a:pathLst>
                <a:path w="187959" h="123825">
                  <a:moveTo>
                    <a:pt x="0" y="68580"/>
                  </a:moveTo>
                  <a:lnTo>
                    <a:pt x="0" y="123443"/>
                  </a:lnTo>
                  <a:lnTo>
                    <a:pt x="187452" y="123443"/>
                  </a:lnTo>
                  <a:lnTo>
                    <a:pt x="187452" y="68580"/>
                  </a:lnTo>
                  <a:lnTo>
                    <a:pt x="0" y="68580"/>
                  </a:lnTo>
                  <a:close/>
                </a:path>
                <a:path w="187959" h="123825">
                  <a:moveTo>
                    <a:pt x="0" y="0"/>
                  </a:moveTo>
                  <a:lnTo>
                    <a:pt x="0" y="59436"/>
                  </a:lnTo>
                  <a:lnTo>
                    <a:pt x="187452" y="59436"/>
                  </a:lnTo>
                  <a:lnTo>
                    <a:pt x="187452" y="0"/>
                  </a:lnTo>
                  <a:lnTo>
                    <a:pt x="0" y="0"/>
                  </a:lnTo>
                  <a:close/>
                </a:path>
              </a:pathLst>
            </a:custGeom>
            <a:ln w="1219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58" name="object 58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7498079" y="3134868"/>
              <a:ext cx="91440" cy="120396"/>
            </a:xfrm>
            <a:prstGeom prst="rect">
              <a:avLst/>
            </a:prstGeom>
          </p:spPr>
        </p:pic>
        <p:sp>
          <p:nvSpPr>
            <p:cNvPr id="59" name="object 59"/>
            <p:cNvSpPr/>
            <p:nvPr/>
          </p:nvSpPr>
          <p:spPr>
            <a:xfrm>
              <a:off x="7481316" y="3108959"/>
              <a:ext cx="388620" cy="182880"/>
            </a:xfrm>
            <a:custGeom>
              <a:avLst/>
              <a:gdLst/>
              <a:ahLst/>
              <a:cxnLst/>
              <a:rect l="l" t="t" r="r" b="b"/>
              <a:pathLst>
                <a:path w="388620" h="182879">
                  <a:moveTo>
                    <a:pt x="224027" y="167639"/>
                  </a:moveTo>
                  <a:lnTo>
                    <a:pt x="224027" y="1523"/>
                  </a:lnTo>
                  <a:lnTo>
                    <a:pt x="265175" y="22859"/>
                  </a:lnTo>
                  <a:lnTo>
                    <a:pt x="248411" y="35051"/>
                  </a:lnTo>
                  <a:lnTo>
                    <a:pt x="248411" y="141731"/>
                  </a:lnTo>
                  <a:lnTo>
                    <a:pt x="275534" y="112585"/>
                  </a:lnTo>
                  <a:lnTo>
                    <a:pt x="299656" y="82295"/>
                  </a:lnTo>
                  <a:lnTo>
                    <a:pt x="320635" y="50863"/>
                  </a:lnTo>
                  <a:lnTo>
                    <a:pt x="338327" y="18287"/>
                  </a:lnTo>
                  <a:lnTo>
                    <a:pt x="370331" y="47243"/>
                  </a:lnTo>
                  <a:lnTo>
                    <a:pt x="361497" y="51006"/>
                  </a:lnTo>
                  <a:lnTo>
                    <a:pt x="351091" y="57911"/>
                  </a:lnTo>
                  <a:lnTo>
                    <a:pt x="339256" y="68246"/>
                  </a:lnTo>
                  <a:lnTo>
                    <a:pt x="326135" y="82295"/>
                  </a:lnTo>
                  <a:lnTo>
                    <a:pt x="310348" y="98845"/>
                  </a:lnTo>
                  <a:lnTo>
                    <a:pt x="292417" y="116395"/>
                  </a:lnTo>
                  <a:lnTo>
                    <a:pt x="271914" y="134802"/>
                  </a:lnTo>
                  <a:lnTo>
                    <a:pt x="248411" y="153923"/>
                  </a:lnTo>
                  <a:lnTo>
                    <a:pt x="248411" y="167639"/>
                  </a:lnTo>
                  <a:lnTo>
                    <a:pt x="326135" y="167639"/>
                  </a:lnTo>
                  <a:lnTo>
                    <a:pt x="352043" y="141731"/>
                  </a:lnTo>
                  <a:lnTo>
                    <a:pt x="388620" y="178307"/>
                  </a:lnTo>
                  <a:lnTo>
                    <a:pt x="57911" y="178307"/>
                  </a:lnTo>
                  <a:lnTo>
                    <a:pt x="46743" y="178593"/>
                  </a:lnTo>
                  <a:lnTo>
                    <a:pt x="36004" y="179450"/>
                  </a:lnTo>
                  <a:lnTo>
                    <a:pt x="25550" y="180879"/>
                  </a:lnTo>
                  <a:lnTo>
                    <a:pt x="15239" y="182879"/>
                  </a:lnTo>
                  <a:lnTo>
                    <a:pt x="0" y="167639"/>
                  </a:lnTo>
                  <a:lnTo>
                    <a:pt x="135635" y="167639"/>
                  </a:lnTo>
                  <a:lnTo>
                    <a:pt x="135612" y="107584"/>
                  </a:lnTo>
                  <a:lnTo>
                    <a:pt x="135445" y="59816"/>
                  </a:lnTo>
                  <a:lnTo>
                    <a:pt x="134993" y="24050"/>
                  </a:lnTo>
                  <a:lnTo>
                    <a:pt x="134111" y="0"/>
                  </a:lnTo>
                  <a:lnTo>
                    <a:pt x="175259" y="21335"/>
                  </a:lnTo>
                  <a:lnTo>
                    <a:pt x="160019" y="32003"/>
                  </a:lnTo>
                  <a:lnTo>
                    <a:pt x="160019" y="167639"/>
                  </a:lnTo>
                  <a:lnTo>
                    <a:pt x="224027" y="167639"/>
                  </a:lnTo>
                  <a:close/>
                </a:path>
              </a:pathLst>
            </a:custGeom>
            <a:ln w="1219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pic>
        <p:nvPicPr>
          <p:cNvPr id="60" name="object 60"/>
          <p:cNvPicPr/>
          <p:nvPr/>
        </p:nvPicPr>
        <p:blipFill>
          <a:blip r:embed="rId8" cstate="print"/>
          <a:stretch>
            <a:fillRect/>
          </a:stretch>
        </p:blipFill>
        <p:spPr>
          <a:xfrm>
            <a:off x="7955279" y="3177635"/>
            <a:ext cx="70104" cy="118776"/>
          </a:xfrm>
          <a:prstGeom prst="rect">
            <a:avLst/>
          </a:prstGeom>
        </p:spPr>
      </p:pic>
      <p:sp>
        <p:nvSpPr>
          <p:cNvPr id="61" name="object 61"/>
          <p:cNvSpPr/>
          <p:nvPr/>
        </p:nvSpPr>
        <p:spPr>
          <a:xfrm>
            <a:off x="8369807" y="2913887"/>
            <a:ext cx="399415" cy="408940"/>
          </a:xfrm>
          <a:custGeom>
            <a:avLst/>
            <a:gdLst/>
            <a:ahLst/>
            <a:cxnLst/>
            <a:rect l="l" t="t" r="r" b="b"/>
            <a:pathLst>
              <a:path w="399415" h="408939">
                <a:moveTo>
                  <a:pt x="207264" y="135636"/>
                </a:moveTo>
                <a:lnTo>
                  <a:pt x="178308" y="135636"/>
                </a:lnTo>
                <a:lnTo>
                  <a:pt x="183189" y="104798"/>
                </a:lnTo>
                <a:lnTo>
                  <a:pt x="186499" y="71818"/>
                </a:lnTo>
                <a:lnTo>
                  <a:pt x="188380" y="36837"/>
                </a:lnTo>
                <a:lnTo>
                  <a:pt x="188976" y="0"/>
                </a:lnTo>
                <a:lnTo>
                  <a:pt x="236220" y="22860"/>
                </a:lnTo>
                <a:lnTo>
                  <a:pt x="219456" y="35052"/>
                </a:lnTo>
                <a:lnTo>
                  <a:pt x="216265" y="60198"/>
                </a:lnTo>
                <a:lnTo>
                  <a:pt x="210358" y="111252"/>
                </a:lnTo>
                <a:lnTo>
                  <a:pt x="207264" y="135636"/>
                </a:lnTo>
                <a:close/>
              </a:path>
              <a:path w="399415" h="408939">
                <a:moveTo>
                  <a:pt x="117348" y="114300"/>
                </a:moveTo>
                <a:lnTo>
                  <a:pt x="109728" y="114300"/>
                </a:lnTo>
                <a:lnTo>
                  <a:pt x="105156" y="108204"/>
                </a:lnTo>
                <a:lnTo>
                  <a:pt x="102108" y="96012"/>
                </a:lnTo>
                <a:lnTo>
                  <a:pt x="95869" y="82581"/>
                </a:lnTo>
                <a:lnTo>
                  <a:pt x="86487" y="67437"/>
                </a:lnTo>
                <a:lnTo>
                  <a:pt x="74247" y="50577"/>
                </a:lnTo>
                <a:lnTo>
                  <a:pt x="59436" y="32004"/>
                </a:lnTo>
                <a:lnTo>
                  <a:pt x="64008" y="27432"/>
                </a:lnTo>
                <a:lnTo>
                  <a:pt x="110871" y="58483"/>
                </a:lnTo>
                <a:lnTo>
                  <a:pt x="129468" y="87582"/>
                </a:lnTo>
                <a:lnTo>
                  <a:pt x="129349" y="94488"/>
                </a:lnTo>
                <a:lnTo>
                  <a:pt x="127801" y="100250"/>
                </a:lnTo>
                <a:lnTo>
                  <a:pt x="124968" y="105156"/>
                </a:lnTo>
                <a:lnTo>
                  <a:pt x="120396" y="111252"/>
                </a:lnTo>
                <a:lnTo>
                  <a:pt x="117348" y="114300"/>
                </a:lnTo>
                <a:close/>
              </a:path>
              <a:path w="399415" h="408939">
                <a:moveTo>
                  <a:pt x="32004" y="152400"/>
                </a:moveTo>
                <a:lnTo>
                  <a:pt x="16764" y="135636"/>
                </a:lnTo>
                <a:lnTo>
                  <a:pt x="355092" y="135636"/>
                </a:lnTo>
                <a:lnTo>
                  <a:pt x="368808" y="114300"/>
                </a:lnTo>
                <a:lnTo>
                  <a:pt x="399288" y="138684"/>
                </a:lnTo>
                <a:lnTo>
                  <a:pt x="390821" y="146304"/>
                </a:lnTo>
                <a:lnTo>
                  <a:pt x="74676" y="146304"/>
                </a:lnTo>
                <a:lnTo>
                  <a:pt x="63507" y="146613"/>
                </a:lnTo>
                <a:lnTo>
                  <a:pt x="52768" y="147637"/>
                </a:lnTo>
                <a:lnTo>
                  <a:pt x="42314" y="149518"/>
                </a:lnTo>
                <a:lnTo>
                  <a:pt x="32004" y="152400"/>
                </a:lnTo>
                <a:close/>
              </a:path>
              <a:path w="399415" h="408939">
                <a:moveTo>
                  <a:pt x="3048" y="408432"/>
                </a:moveTo>
                <a:lnTo>
                  <a:pt x="0" y="402336"/>
                </a:lnTo>
                <a:lnTo>
                  <a:pt x="31122" y="380095"/>
                </a:lnTo>
                <a:lnTo>
                  <a:pt x="60480" y="354615"/>
                </a:lnTo>
                <a:lnTo>
                  <a:pt x="87653" y="326469"/>
                </a:lnTo>
                <a:lnTo>
                  <a:pt x="112776" y="295656"/>
                </a:lnTo>
                <a:lnTo>
                  <a:pt x="134778" y="261604"/>
                </a:lnTo>
                <a:lnTo>
                  <a:pt x="152781" y="225552"/>
                </a:lnTo>
                <a:lnTo>
                  <a:pt x="166782" y="187213"/>
                </a:lnTo>
                <a:lnTo>
                  <a:pt x="176784" y="146304"/>
                </a:lnTo>
                <a:lnTo>
                  <a:pt x="204216" y="146304"/>
                </a:lnTo>
                <a:lnTo>
                  <a:pt x="191381" y="198286"/>
                </a:lnTo>
                <a:lnTo>
                  <a:pt x="173545" y="244411"/>
                </a:lnTo>
                <a:lnTo>
                  <a:pt x="150852" y="284535"/>
                </a:lnTo>
                <a:lnTo>
                  <a:pt x="123444" y="318515"/>
                </a:lnTo>
                <a:lnTo>
                  <a:pt x="93702" y="347995"/>
                </a:lnTo>
                <a:lnTo>
                  <a:pt x="63817" y="372618"/>
                </a:lnTo>
                <a:lnTo>
                  <a:pt x="33647" y="392668"/>
                </a:lnTo>
                <a:lnTo>
                  <a:pt x="3048" y="408432"/>
                </a:lnTo>
                <a:close/>
              </a:path>
              <a:path w="399415" h="408939">
                <a:moveTo>
                  <a:pt x="356692" y="365760"/>
                </a:moveTo>
                <a:lnTo>
                  <a:pt x="306324" y="365760"/>
                </a:lnTo>
                <a:lnTo>
                  <a:pt x="314896" y="363759"/>
                </a:lnTo>
                <a:lnTo>
                  <a:pt x="322326" y="360045"/>
                </a:lnTo>
                <a:lnTo>
                  <a:pt x="344233" y="288036"/>
                </a:lnTo>
                <a:lnTo>
                  <a:pt x="350686" y="227457"/>
                </a:lnTo>
                <a:lnTo>
                  <a:pt x="358140" y="146304"/>
                </a:lnTo>
                <a:lnTo>
                  <a:pt x="390821" y="146304"/>
                </a:lnTo>
                <a:lnTo>
                  <a:pt x="384047" y="152400"/>
                </a:lnTo>
                <a:lnTo>
                  <a:pt x="378618" y="222384"/>
                </a:lnTo>
                <a:lnTo>
                  <a:pt x="373697" y="277368"/>
                </a:lnTo>
                <a:lnTo>
                  <a:pt x="369474" y="315491"/>
                </a:lnTo>
                <a:lnTo>
                  <a:pt x="365760" y="338328"/>
                </a:lnTo>
                <a:lnTo>
                  <a:pt x="361759" y="353210"/>
                </a:lnTo>
                <a:lnTo>
                  <a:pt x="356692" y="365760"/>
                </a:lnTo>
                <a:close/>
              </a:path>
              <a:path w="399415" h="408939">
                <a:moveTo>
                  <a:pt x="298703" y="298704"/>
                </a:moveTo>
                <a:lnTo>
                  <a:pt x="297180" y="298704"/>
                </a:lnTo>
                <a:lnTo>
                  <a:pt x="294346" y="297322"/>
                </a:lnTo>
                <a:lnTo>
                  <a:pt x="290512" y="293370"/>
                </a:lnTo>
                <a:lnTo>
                  <a:pt x="285821" y="287131"/>
                </a:lnTo>
                <a:lnTo>
                  <a:pt x="280415" y="278892"/>
                </a:lnTo>
                <a:lnTo>
                  <a:pt x="268986" y="264033"/>
                </a:lnTo>
                <a:lnTo>
                  <a:pt x="252984" y="246888"/>
                </a:lnTo>
                <a:lnTo>
                  <a:pt x="232410" y="227457"/>
                </a:lnTo>
                <a:lnTo>
                  <a:pt x="207264" y="205739"/>
                </a:lnTo>
                <a:lnTo>
                  <a:pt x="210312" y="199644"/>
                </a:lnTo>
                <a:lnTo>
                  <a:pt x="245768" y="216265"/>
                </a:lnTo>
                <a:lnTo>
                  <a:pt x="289821" y="240363"/>
                </a:lnTo>
                <a:lnTo>
                  <a:pt x="307848" y="265175"/>
                </a:lnTo>
                <a:lnTo>
                  <a:pt x="307848" y="277368"/>
                </a:lnTo>
                <a:lnTo>
                  <a:pt x="306324" y="283463"/>
                </a:lnTo>
                <a:lnTo>
                  <a:pt x="303276" y="289560"/>
                </a:lnTo>
                <a:lnTo>
                  <a:pt x="301751" y="295656"/>
                </a:lnTo>
                <a:lnTo>
                  <a:pt x="298703" y="298704"/>
                </a:lnTo>
                <a:close/>
              </a:path>
              <a:path w="399415" h="408939">
                <a:moveTo>
                  <a:pt x="298703" y="408432"/>
                </a:moveTo>
                <a:lnTo>
                  <a:pt x="290083" y="394477"/>
                </a:lnTo>
                <a:lnTo>
                  <a:pt x="275463" y="382524"/>
                </a:lnTo>
                <a:lnTo>
                  <a:pt x="254555" y="372856"/>
                </a:lnTo>
                <a:lnTo>
                  <a:pt x="227076" y="365760"/>
                </a:lnTo>
                <a:lnTo>
                  <a:pt x="227076" y="356616"/>
                </a:lnTo>
                <a:lnTo>
                  <a:pt x="254246" y="360616"/>
                </a:lnTo>
                <a:lnTo>
                  <a:pt x="276415" y="363474"/>
                </a:lnTo>
                <a:lnTo>
                  <a:pt x="293727" y="365188"/>
                </a:lnTo>
                <a:lnTo>
                  <a:pt x="306324" y="365760"/>
                </a:lnTo>
                <a:lnTo>
                  <a:pt x="356692" y="365760"/>
                </a:lnTo>
                <a:lnTo>
                  <a:pt x="356616" y="365950"/>
                </a:lnTo>
                <a:lnTo>
                  <a:pt x="322516" y="398716"/>
                </a:lnTo>
                <a:lnTo>
                  <a:pt x="310967" y="403788"/>
                </a:lnTo>
                <a:lnTo>
                  <a:pt x="298703" y="40843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" name="object 62"/>
          <p:cNvSpPr/>
          <p:nvPr/>
        </p:nvSpPr>
        <p:spPr>
          <a:xfrm>
            <a:off x="8849868" y="2926079"/>
            <a:ext cx="327660" cy="398145"/>
          </a:xfrm>
          <a:custGeom>
            <a:avLst/>
            <a:gdLst/>
            <a:ahLst/>
            <a:cxnLst/>
            <a:rect l="l" t="t" r="r" b="b"/>
            <a:pathLst>
              <a:path w="327659" h="398145">
                <a:moveTo>
                  <a:pt x="132587" y="397764"/>
                </a:moveTo>
                <a:lnTo>
                  <a:pt x="130063" y="384857"/>
                </a:lnTo>
                <a:lnTo>
                  <a:pt x="118109" y="373380"/>
                </a:lnTo>
                <a:lnTo>
                  <a:pt x="97012" y="363045"/>
                </a:lnTo>
                <a:lnTo>
                  <a:pt x="67055" y="353567"/>
                </a:lnTo>
                <a:lnTo>
                  <a:pt x="68579" y="344424"/>
                </a:lnTo>
                <a:lnTo>
                  <a:pt x="88010" y="347543"/>
                </a:lnTo>
                <a:lnTo>
                  <a:pt x="105155" y="349948"/>
                </a:lnTo>
                <a:lnTo>
                  <a:pt x="120014" y="351496"/>
                </a:lnTo>
                <a:lnTo>
                  <a:pt x="132587" y="352043"/>
                </a:lnTo>
                <a:lnTo>
                  <a:pt x="141684" y="350305"/>
                </a:lnTo>
                <a:lnTo>
                  <a:pt x="148208" y="344995"/>
                </a:lnTo>
                <a:lnTo>
                  <a:pt x="151876" y="335970"/>
                </a:lnTo>
                <a:lnTo>
                  <a:pt x="152399" y="323088"/>
                </a:lnTo>
                <a:lnTo>
                  <a:pt x="152376" y="150566"/>
                </a:lnTo>
                <a:lnTo>
                  <a:pt x="152209" y="133540"/>
                </a:lnTo>
                <a:lnTo>
                  <a:pt x="151757" y="117943"/>
                </a:lnTo>
                <a:lnTo>
                  <a:pt x="150875" y="103632"/>
                </a:lnTo>
                <a:lnTo>
                  <a:pt x="175259" y="117348"/>
                </a:lnTo>
                <a:lnTo>
                  <a:pt x="275843" y="28956"/>
                </a:lnTo>
                <a:lnTo>
                  <a:pt x="56387" y="28956"/>
                </a:lnTo>
                <a:lnTo>
                  <a:pt x="45243" y="29241"/>
                </a:lnTo>
                <a:lnTo>
                  <a:pt x="34671" y="30099"/>
                </a:lnTo>
                <a:lnTo>
                  <a:pt x="24669" y="31527"/>
                </a:lnTo>
                <a:lnTo>
                  <a:pt x="15240" y="33528"/>
                </a:lnTo>
                <a:lnTo>
                  <a:pt x="0" y="18288"/>
                </a:lnTo>
                <a:lnTo>
                  <a:pt x="277367" y="18288"/>
                </a:lnTo>
                <a:lnTo>
                  <a:pt x="297179" y="0"/>
                </a:lnTo>
                <a:lnTo>
                  <a:pt x="327659" y="39624"/>
                </a:lnTo>
                <a:lnTo>
                  <a:pt x="306514" y="43053"/>
                </a:lnTo>
                <a:lnTo>
                  <a:pt x="275081" y="57912"/>
                </a:lnTo>
                <a:lnTo>
                  <a:pt x="233362" y="84201"/>
                </a:lnTo>
                <a:lnTo>
                  <a:pt x="181355" y="121920"/>
                </a:lnTo>
                <a:lnTo>
                  <a:pt x="195071" y="132588"/>
                </a:lnTo>
                <a:lnTo>
                  <a:pt x="178307" y="140208"/>
                </a:lnTo>
                <a:lnTo>
                  <a:pt x="178307" y="347472"/>
                </a:lnTo>
                <a:lnTo>
                  <a:pt x="175450" y="363473"/>
                </a:lnTo>
                <a:lnTo>
                  <a:pt x="166877" y="377189"/>
                </a:lnTo>
                <a:lnTo>
                  <a:pt x="152590" y="388620"/>
                </a:lnTo>
                <a:lnTo>
                  <a:pt x="132587" y="39776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" name="object 63"/>
          <p:cNvSpPr/>
          <p:nvPr/>
        </p:nvSpPr>
        <p:spPr>
          <a:xfrm>
            <a:off x="9252203" y="2916935"/>
            <a:ext cx="410209" cy="396240"/>
          </a:xfrm>
          <a:custGeom>
            <a:avLst/>
            <a:gdLst/>
            <a:ahLst/>
            <a:cxnLst/>
            <a:rect l="l" t="t" r="r" b="b"/>
            <a:pathLst>
              <a:path w="410209" h="396239">
                <a:moveTo>
                  <a:pt x="160020" y="190500"/>
                </a:moveTo>
                <a:lnTo>
                  <a:pt x="156972" y="185928"/>
                </a:lnTo>
                <a:lnTo>
                  <a:pt x="177008" y="163782"/>
                </a:lnTo>
                <a:lnTo>
                  <a:pt x="195643" y="140779"/>
                </a:lnTo>
                <a:lnTo>
                  <a:pt x="228600" y="89916"/>
                </a:lnTo>
                <a:lnTo>
                  <a:pt x="252222" y="40386"/>
                </a:lnTo>
                <a:lnTo>
                  <a:pt x="266700" y="0"/>
                </a:lnTo>
                <a:lnTo>
                  <a:pt x="300228" y="19812"/>
                </a:lnTo>
                <a:lnTo>
                  <a:pt x="286512" y="28956"/>
                </a:lnTo>
                <a:lnTo>
                  <a:pt x="288985" y="33528"/>
                </a:lnTo>
                <a:lnTo>
                  <a:pt x="281940" y="33528"/>
                </a:lnTo>
                <a:lnTo>
                  <a:pt x="256246" y="82700"/>
                </a:lnTo>
                <a:lnTo>
                  <a:pt x="227266" y="125158"/>
                </a:lnTo>
                <a:lnTo>
                  <a:pt x="195143" y="161043"/>
                </a:lnTo>
                <a:lnTo>
                  <a:pt x="160020" y="190500"/>
                </a:lnTo>
                <a:close/>
              </a:path>
              <a:path w="410209" h="396239">
                <a:moveTo>
                  <a:pt x="27431" y="53340"/>
                </a:moveTo>
                <a:lnTo>
                  <a:pt x="12192" y="38100"/>
                </a:lnTo>
                <a:lnTo>
                  <a:pt x="120396" y="38100"/>
                </a:lnTo>
                <a:lnTo>
                  <a:pt x="134112" y="19812"/>
                </a:lnTo>
                <a:lnTo>
                  <a:pt x="160020" y="42672"/>
                </a:lnTo>
                <a:lnTo>
                  <a:pt x="151311" y="48768"/>
                </a:lnTo>
                <a:lnTo>
                  <a:pt x="70104" y="48768"/>
                </a:lnTo>
                <a:lnTo>
                  <a:pt x="58935" y="49053"/>
                </a:lnTo>
                <a:lnTo>
                  <a:pt x="48196" y="49911"/>
                </a:lnTo>
                <a:lnTo>
                  <a:pt x="37742" y="51339"/>
                </a:lnTo>
                <a:lnTo>
                  <a:pt x="27431" y="53340"/>
                </a:lnTo>
                <a:close/>
              </a:path>
              <a:path w="410209" h="396239">
                <a:moveTo>
                  <a:pt x="377952" y="181356"/>
                </a:moveTo>
                <a:lnTo>
                  <a:pt x="347091" y="153328"/>
                </a:lnTo>
                <a:lnTo>
                  <a:pt x="320802" y="119443"/>
                </a:lnTo>
                <a:lnTo>
                  <a:pt x="299085" y="79557"/>
                </a:lnTo>
                <a:lnTo>
                  <a:pt x="281940" y="33528"/>
                </a:lnTo>
                <a:lnTo>
                  <a:pt x="288985" y="33528"/>
                </a:lnTo>
                <a:lnTo>
                  <a:pt x="313086" y="78081"/>
                </a:lnTo>
                <a:lnTo>
                  <a:pt x="342519" y="115633"/>
                </a:lnTo>
                <a:lnTo>
                  <a:pt x="374808" y="141470"/>
                </a:lnTo>
                <a:lnTo>
                  <a:pt x="409956" y="155448"/>
                </a:lnTo>
                <a:lnTo>
                  <a:pt x="409956" y="161543"/>
                </a:lnTo>
                <a:lnTo>
                  <a:pt x="398526" y="163782"/>
                </a:lnTo>
                <a:lnTo>
                  <a:pt x="389382" y="168021"/>
                </a:lnTo>
                <a:lnTo>
                  <a:pt x="382524" y="173974"/>
                </a:lnTo>
                <a:lnTo>
                  <a:pt x="377952" y="181356"/>
                </a:lnTo>
                <a:close/>
              </a:path>
              <a:path w="410209" h="396239">
                <a:moveTo>
                  <a:pt x="126492" y="204216"/>
                </a:moveTo>
                <a:lnTo>
                  <a:pt x="105156" y="204216"/>
                </a:lnTo>
                <a:lnTo>
                  <a:pt x="121920" y="48768"/>
                </a:lnTo>
                <a:lnTo>
                  <a:pt x="151311" y="48768"/>
                </a:lnTo>
                <a:lnTo>
                  <a:pt x="144780" y="53340"/>
                </a:lnTo>
                <a:lnTo>
                  <a:pt x="126492" y="204216"/>
                </a:lnTo>
                <a:close/>
              </a:path>
              <a:path w="410209" h="396239">
                <a:moveTo>
                  <a:pt x="41148" y="228600"/>
                </a:moveTo>
                <a:lnTo>
                  <a:pt x="19812" y="208788"/>
                </a:lnTo>
                <a:lnTo>
                  <a:pt x="32004" y="201168"/>
                </a:lnTo>
                <a:lnTo>
                  <a:pt x="38100" y="155448"/>
                </a:lnTo>
                <a:lnTo>
                  <a:pt x="42481" y="119062"/>
                </a:lnTo>
                <a:lnTo>
                  <a:pt x="45544" y="89916"/>
                </a:lnTo>
                <a:lnTo>
                  <a:pt x="47243" y="70104"/>
                </a:lnTo>
                <a:lnTo>
                  <a:pt x="82295" y="89916"/>
                </a:lnTo>
                <a:lnTo>
                  <a:pt x="68580" y="100584"/>
                </a:lnTo>
                <a:lnTo>
                  <a:pt x="53340" y="204216"/>
                </a:lnTo>
                <a:lnTo>
                  <a:pt x="166007" y="204216"/>
                </a:lnTo>
                <a:lnTo>
                  <a:pt x="175260" y="211836"/>
                </a:lnTo>
                <a:lnTo>
                  <a:pt x="171341" y="214883"/>
                </a:lnTo>
                <a:lnTo>
                  <a:pt x="53340" y="214883"/>
                </a:lnTo>
                <a:lnTo>
                  <a:pt x="41148" y="228600"/>
                </a:lnTo>
                <a:close/>
              </a:path>
              <a:path w="410209" h="396239">
                <a:moveTo>
                  <a:pt x="210312" y="184404"/>
                </a:moveTo>
                <a:lnTo>
                  <a:pt x="195072" y="167640"/>
                </a:lnTo>
                <a:lnTo>
                  <a:pt x="307848" y="167640"/>
                </a:lnTo>
                <a:lnTo>
                  <a:pt x="329184" y="147828"/>
                </a:lnTo>
                <a:lnTo>
                  <a:pt x="356616" y="178307"/>
                </a:lnTo>
                <a:lnTo>
                  <a:pt x="252984" y="178307"/>
                </a:lnTo>
                <a:lnTo>
                  <a:pt x="241815" y="178617"/>
                </a:lnTo>
                <a:lnTo>
                  <a:pt x="231076" y="179641"/>
                </a:lnTo>
                <a:lnTo>
                  <a:pt x="220622" y="181522"/>
                </a:lnTo>
                <a:lnTo>
                  <a:pt x="210312" y="184404"/>
                </a:lnTo>
                <a:close/>
              </a:path>
              <a:path w="410209" h="396239">
                <a:moveTo>
                  <a:pt x="166007" y="204216"/>
                </a:moveTo>
                <a:lnTo>
                  <a:pt x="138684" y="204216"/>
                </a:lnTo>
                <a:lnTo>
                  <a:pt x="149352" y="190500"/>
                </a:lnTo>
                <a:lnTo>
                  <a:pt x="166007" y="204216"/>
                </a:lnTo>
                <a:close/>
              </a:path>
              <a:path w="410209" h="396239">
                <a:moveTo>
                  <a:pt x="309372" y="373380"/>
                </a:moveTo>
                <a:lnTo>
                  <a:pt x="298704" y="373380"/>
                </a:lnTo>
                <a:lnTo>
                  <a:pt x="318754" y="309252"/>
                </a:lnTo>
                <a:lnTo>
                  <a:pt x="332994" y="259461"/>
                </a:lnTo>
                <a:lnTo>
                  <a:pt x="341566" y="223789"/>
                </a:lnTo>
                <a:lnTo>
                  <a:pt x="344424" y="202692"/>
                </a:lnTo>
                <a:lnTo>
                  <a:pt x="381000" y="227076"/>
                </a:lnTo>
                <a:lnTo>
                  <a:pt x="355092" y="265176"/>
                </a:lnTo>
                <a:lnTo>
                  <a:pt x="336140" y="309419"/>
                </a:lnTo>
                <a:lnTo>
                  <a:pt x="324231" y="337613"/>
                </a:lnTo>
                <a:lnTo>
                  <a:pt x="309372" y="373380"/>
                </a:lnTo>
                <a:close/>
              </a:path>
              <a:path w="410209" h="396239">
                <a:moveTo>
                  <a:pt x="275844" y="324612"/>
                </a:moveTo>
                <a:lnTo>
                  <a:pt x="269748" y="324612"/>
                </a:lnTo>
                <a:lnTo>
                  <a:pt x="266700" y="318515"/>
                </a:lnTo>
                <a:lnTo>
                  <a:pt x="266613" y="307086"/>
                </a:lnTo>
                <a:lnTo>
                  <a:pt x="265247" y="295013"/>
                </a:lnTo>
                <a:lnTo>
                  <a:pt x="256032" y="254507"/>
                </a:lnTo>
                <a:lnTo>
                  <a:pt x="242316" y="217646"/>
                </a:lnTo>
                <a:lnTo>
                  <a:pt x="237744" y="208788"/>
                </a:lnTo>
                <a:lnTo>
                  <a:pt x="243840" y="204216"/>
                </a:lnTo>
                <a:lnTo>
                  <a:pt x="278511" y="253365"/>
                </a:lnTo>
                <a:lnTo>
                  <a:pt x="293155" y="297703"/>
                </a:lnTo>
                <a:lnTo>
                  <a:pt x="292417" y="306324"/>
                </a:lnTo>
                <a:lnTo>
                  <a:pt x="290250" y="312658"/>
                </a:lnTo>
                <a:lnTo>
                  <a:pt x="286512" y="316991"/>
                </a:lnTo>
                <a:lnTo>
                  <a:pt x="280416" y="321563"/>
                </a:lnTo>
                <a:lnTo>
                  <a:pt x="275844" y="324612"/>
                </a:lnTo>
                <a:close/>
              </a:path>
              <a:path w="410209" h="396239">
                <a:moveTo>
                  <a:pt x="141147" y="358425"/>
                </a:moveTo>
                <a:lnTo>
                  <a:pt x="96273" y="358425"/>
                </a:lnTo>
                <a:lnTo>
                  <a:pt x="105156" y="358139"/>
                </a:lnTo>
                <a:lnTo>
                  <a:pt x="110609" y="356449"/>
                </a:lnTo>
                <a:lnTo>
                  <a:pt x="128397" y="315396"/>
                </a:lnTo>
                <a:lnTo>
                  <a:pt x="135255" y="256579"/>
                </a:lnTo>
                <a:lnTo>
                  <a:pt x="138684" y="214883"/>
                </a:lnTo>
                <a:lnTo>
                  <a:pt x="171341" y="214883"/>
                </a:lnTo>
                <a:lnTo>
                  <a:pt x="161544" y="222504"/>
                </a:lnTo>
                <a:lnTo>
                  <a:pt x="157210" y="269938"/>
                </a:lnTo>
                <a:lnTo>
                  <a:pt x="153162" y="307086"/>
                </a:lnTo>
                <a:lnTo>
                  <a:pt x="149113" y="333946"/>
                </a:lnTo>
                <a:lnTo>
                  <a:pt x="144780" y="350520"/>
                </a:lnTo>
                <a:lnTo>
                  <a:pt x="141147" y="358425"/>
                </a:lnTo>
                <a:close/>
              </a:path>
              <a:path w="410209" h="396239">
                <a:moveTo>
                  <a:pt x="219456" y="339852"/>
                </a:moveTo>
                <a:lnTo>
                  <a:pt x="214884" y="339852"/>
                </a:lnTo>
                <a:lnTo>
                  <a:pt x="211740" y="336994"/>
                </a:lnTo>
                <a:lnTo>
                  <a:pt x="209169" y="330708"/>
                </a:lnTo>
                <a:lnTo>
                  <a:pt x="207168" y="320992"/>
                </a:lnTo>
                <a:lnTo>
                  <a:pt x="205562" y="306324"/>
                </a:lnTo>
                <a:lnTo>
                  <a:pt x="203739" y="290679"/>
                </a:lnTo>
                <a:lnTo>
                  <a:pt x="200025" y="271081"/>
                </a:lnTo>
                <a:lnTo>
                  <a:pt x="194595" y="248912"/>
                </a:lnTo>
                <a:lnTo>
                  <a:pt x="187452" y="224028"/>
                </a:lnTo>
                <a:lnTo>
                  <a:pt x="193548" y="220980"/>
                </a:lnTo>
                <a:lnTo>
                  <a:pt x="218694" y="262890"/>
                </a:lnTo>
                <a:lnTo>
                  <a:pt x="234696" y="303276"/>
                </a:lnTo>
                <a:lnTo>
                  <a:pt x="234696" y="315467"/>
                </a:lnTo>
                <a:lnTo>
                  <a:pt x="233172" y="323087"/>
                </a:lnTo>
                <a:lnTo>
                  <a:pt x="228600" y="329184"/>
                </a:lnTo>
                <a:lnTo>
                  <a:pt x="224028" y="336804"/>
                </a:lnTo>
                <a:lnTo>
                  <a:pt x="219456" y="339852"/>
                </a:lnTo>
                <a:close/>
              </a:path>
              <a:path w="410209" h="396239">
                <a:moveTo>
                  <a:pt x="19812" y="316991"/>
                </a:moveTo>
                <a:lnTo>
                  <a:pt x="0" y="288036"/>
                </a:lnTo>
                <a:lnTo>
                  <a:pt x="20573" y="285773"/>
                </a:lnTo>
                <a:lnTo>
                  <a:pt x="48005" y="281368"/>
                </a:lnTo>
                <a:lnTo>
                  <a:pt x="82295" y="274962"/>
                </a:lnTo>
                <a:lnTo>
                  <a:pt x="123444" y="266700"/>
                </a:lnTo>
                <a:lnTo>
                  <a:pt x="124968" y="274319"/>
                </a:lnTo>
                <a:lnTo>
                  <a:pt x="81534" y="288059"/>
                </a:lnTo>
                <a:lnTo>
                  <a:pt x="49529" y="299656"/>
                </a:lnTo>
                <a:lnTo>
                  <a:pt x="28955" y="309252"/>
                </a:lnTo>
                <a:lnTo>
                  <a:pt x="19812" y="316991"/>
                </a:lnTo>
                <a:close/>
              </a:path>
              <a:path w="410209" h="396239">
                <a:moveTo>
                  <a:pt x="92964" y="396239"/>
                </a:moveTo>
                <a:lnTo>
                  <a:pt x="88939" y="384262"/>
                </a:lnTo>
                <a:lnTo>
                  <a:pt x="79057" y="373570"/>
                </a:lnTo>
                <a:lnTo>
                  <a:pt x="63174" y="364307"/>
                </a:lnTo>
                <a:lnTo>
                  <a:pt x="41148" y="356616"/>
                </a:lnTo>
                <a:lnTo>
                  <a:pt x="44195" y="348996"/>
                </a:lnTo>
                <a:lnTo>
                  <a:pt x="65936" y="353853"/>
                </a:lnTo>
                <a:lnTo>
                  <a:pt x="83248" y="356996"/>
                </a:lnTo>
                <a:lnTo>
                  <a:pt x="96273" y="358425"/>
                </a:lnTo>
                <a:lnTo>
                  <a:pt x="141147" y="358425"/>
                </a:lnTo>
                <a:lnTo>
                  <a:pt x="139922" y="361092"/>
                </a:lnTo>
                <a:lnTo>
                  <a:pt x="107441" y="390525"/>
                </a:lnTo>
                <a:lnTo>
                  <a:pt x="100060" y="393668"/>
                </a:lnTo>
                <a:lnTo>
                  <a:pt x="92964" y="396239"/>
                </a:lnTo>
                <a:close/>
              </a:path>
              <a:path w="410209" h="396239">
                <a:moveTo>
                  <a:pt x="176784" y="388620"/>
                </a:moveTo>
                <a:lnTo>
                  <a:pt x="161544" y="373380"/>
                </a:lnTo>
                <a:lnTo>
                  <a:pt x="353568" y="373380"/>
                </a:lnTo>
                <a:lnTo>
                  <a:pt x="377952" y="348996"/>
                </a:lnTo>
                <a:lnTo>
                  <a:pt x="408432" y="384048"/>
                </a:lnTo>
                <a:lnTo>
                  <a:pt x="219456" y="384048"/>
                </a:lnTo>
                <a:lnTo>
                  <a:pt x="208287" y="384333"/>
                </a:lnTo>
                <a:lnTo>
                  <a:pt x="197548" y="385191"/>
                </a:lnTo>
                <a:lnTo>
                  <a:pt x="187094" y="386619"/>
                </a:lnTo>
                <a:lnTo>
                  <a:pt x="176784" y="3886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" name="object 64"/>
          <p:cNvSpPr/>
          <p:nvPr/>
        </p:nvSpPr>
        <p:spPr>
          <a:xfrm>
            <a:off x="2122932" y="3473196"/>
            <a:ext cx="408940" cy="361315"/>
          </a:xfrm>
          <a:custGeom>
            <a:avLst/>
            <a:gdLst/>
            <a:ahLst/>
            <a:cxnLst/>
            <a:rect l="l" t="t" r="r" b="b"/>
            <a:pathLst>
              <a:path w="408939" h="361314">
                <a:moveTo>
                  <a:pt x="82296" y="80772"/>
                </a:moveTo>
                <a:lnTo>
                  <a:pt x="76200" y="80772"/>
                </a:lnTo>
                <a:lnTo>
                  <a:pt x="73152" y="76200"/>
                </a:lnTo>
                <a:lnTo>
                  <a:pt x="71628" y="65532"/>
                </a:lnTo>
                <a:lnTo>
                  <a:pt x="67937" y="55245"/>
                </a:lnTo>
                <a:lnTo>
                  <a:pt x="61531" y="42672"/>
                </a:lnTo>
                <a:lnTo>
                  <a:pt x="52554" y="27813"/>
                </a:lnTo>
                <a:lnTo>
                  <a:pt x="41148" y="10668"/>
                </a:lnTo>
                <a:lnTo>
                  <a:pt x="44196" y="6096"/>
                </a:lnTo>
                <a:lnTo>
                  <a:pt x="79986" y="29670"/>
                </a:lnTo>
                <a:lnTo>
                  <a:pt x="97797" y="53721"/>
                </a:lnTo>
                <a:lnTo>
                  <a:pt x="97536" y="59436"/>
                </a:lnTo>
                <a:lnTo>
                  <a:pt x="96012" y="67056"/>
                </a:lnTo>
                <a:lnTo>
                  <a:pt x="92964" y="73152"/>
                </a:lnTo>
                <a:lnTo>
                  <a:pt x="83820" y="79248"/>
                </a:lnTo>
                <a:lnTo>
                  <a:pt x="82296" y="80772"/>
                </a:lnTo>
                <a:close/>
              </a:path>
              <a:path w="408939" h="361314">
                <a:moveTo>
                  <a:pt x="149352" y="41148"/>
                </a:moveTo>
                <a:lnTo>
                  <a:pt x="134112" y="25908"/>
                </a:lnTo>
                <a:lnTo>
                  <a:pt x="339852" y="25908"/>
                </a:lnTo>
                <a:lnTo>
                  <a:pt x="367284" y="0"/>
                </a:lnTo>
                <a:lnTo>
                  <a:pt x="400811" y="36576"/>
                </a:lnTo>
                <a:lnTo>
                  <a:pt x="182880" y="36576"/>
                </a:lnTo>
                <a:lnTo>
                  <a:pt x="175712" y="36861"/>
                </a:lnTo>
                <a:lnTo>
                  <a:pt x="167830" y="37719"/>
                </a:lnTo>
                <a:lnTo>
                  <a:pt x="159091" y="39147"/>
                </a:lnTo>
                <a:lnTo>
                  <a:pt x="149352" y="41148"/>
                </a:lnTo>
                <a:close/>
              </a:path>
              <a:path w="408939" h="361314">
                <a:moveTo>
                  <a:pt x="278891" y="345948"/>
                </a:moveTo>
                <a:lnTo>
                  <a:pt x="256031" y="345948"/>
                </a:lnTo>
                <a:lnTo>
                  <a:pt x="256031" y="36576"/>
                </a:lnTo>
                <a:lnTo>
                  <a:pt x="278891" y="36576"/>
                </a:lnTo>
                <a:lnTo>
                  <a:pt x="278891" y="175260"/>
                </a:lnTo>
                <a:lnTo>
                  <a:pt x="379939" y="175260"/>
                </a:lnTo>
                <a:lnTo>
                  <a:pt x="390144" y="185928"/>
                </a:lnTo>
                <a:lnTo>
                  <a:pt x="278891" y="185928"/>
                </a:lnTo>
                <a:lnTo>
                  <a:pt x="278891" y="345948"/>
                </a:lnTo>
                <a:close/>
              </a:path>
              <a:path w="408939" h="361314">
                <a:moveTo>
                  <a:pt x="195072" y="345948"/>
                </a:moveTo>
                <a:lnTo>
                  <a:pt x="172212" y="345948"/>
                </a:lnTo>
                <a:lnTo>
                  <a:pt x="172212" y="115824"/>
                </a:lnTo>
                <a:lnTo>
                  <a:pt x="210312" y="137160"/>
                </a:lnTo>
                <a:lnTo>
                  <a:pt x="195072" y="149352"/>
                </a:lnTo>
                <a:lnTo>
                  <a:pt x="195072" y="345948"/>
                </a:lnTo>
                <a:close/>
              </a:path>
              <a:path w="408939" h="361314">
                <a:moveTo>
                  <a:pt x="16764" y="152400"/>
                </a:moveTo>
                <a:lnTo>
                  <a:pt x="0" y="137160"/>
                </a:lnTo>
                <a:lnTo>
                  <a:pt x="59436" y="137160"/>
                </a:lnTo>
                <a:lnTo>
                  <a:pt x="71628" y="120396"/>
                </a:lnTo>
                <a:lnTo>
                  <a:pt x="102108" y="140208"/>
                </a:lnTo>
                <a:lnTo>
                  <a:pt x="91630" y="147828"/>
                </a:lnTo>
                <a:lnTo>
                  <a:pt x="47244" y="147828"/>
                </a:lnTo>
                <a:lnTo>
                  <a:pt x="40981" y="148113"/>
                </a:lnTo>
                <a:lnTo>
                  <a:pt x="33718" y="148971"/>
                </a:lnTo>
                <a:lnTo>
                  <a:pt x="25598" y="150399"/>
                </a:lnTo>
                <a:lnTo>
                  <a:pt x="16764" y="152400"/>
                </a:lnTo>
                <a:close/>
              </a:path>
              <a:path w="408939" h="361314">
                <a:moveTo>
                  <a:pt x="80772" y="358140"/>
                </a:moveTo>
                <a:lnTo>
                  <a:pt x="56388" y="332231"/>
                </a:lnTo>
                <a:lnTo>
                  <a:pt x="60126" y="326802"/>
                </a:lnTo>
                <a:lnTo>
                  <a:pt x="62293" y="319659"/>
                </a:lnTo>
                <a:lnTo>
                  <a:pt x="63031" y="310800"/>
                </a:lnTo>
                <a:lnTo>
                  <a:pt x="62484" y="300228"/>
                </a:lnTo>
                <a:lnTo>
                  <a:pt x="62484" y="147828"/>
                </a:lnTo>
                <a:lnTo>
                  <a:pt x="91630" y="147828"/>
                </a:lnTo>
                <a:lnTo>
                  <a:pt x="85344" y="152400"/>
                </a:lnTo>
                <a:lnTo>
                  <a:pt x="85344" y="309372"/>
                </a:lnTo>
                <a:lnTo>
                  <a:pt x="110031" y="309372"/>
                </a:lnTo>
                <a:lnTo>
                  <a:pt x="106680" y="313944"/>
                </a:lnTo>
                <a:lnTo>
                  <a:pt x="98988" y="324278"/>
                </a:lnTo>
                <a:lnTo>
                  <a:pt x="92011" y="334899"/>
                </a:lnTo>
                <a:lnTo>
                  <a:pt x="85891" y="346090"/>
                </a:lnTo>
                <a:lnTo>
                  <a:pt x="80772" y="358140"/>
                </a:lnTo>
                <a:close/>
              </a:path>
              <a:path w="408939" h="361314">
                <a:moveTo>
                  <a:pt x="379939" y="175260"/>
                </a:moveTo>
                <a:lnTo>
                  <a:pt x="330708" y="175260"/>
                </a:lnTo>
                <a:lnTo>
                  <a:pt x="356616" y="150876"/>
                </a:lnTo>
                <a:lnTo>
                  <a:pt x="379939" y="175260"/>
                </a:lnTo>
                <a:close/>
              </a:path>
              <a:path w="408939" h="361314">
                <a:moveTo>
                  <a:pt x="110031" y="309372"/>
                </a:moveTo>
                <a:lnTo>
                  <a:pt x="85344" y="309372"/>
                </a:lnTo>
                <a:lnTo>
                  <a:pt x="143256" y="252984"/>
                </a:lnTo>
                <a:lnTo>
                  <a:pt x="147828" y="257556"/>
                </a:lnTo>
                <a:lnTo>
                  <a:pt x="134969" y="274939"/>
                </a:lnTo>
                <a:lnTo>
                  <a:pt x="114395" y="303418"/>
                </a:lnTo>
                <a:lnTo>
                  <a:pt x="110031" y="309372"/>
                </a:lnTo>
                <a:close/>
              </a:path>
              <a:path w="408939" h="361314">
                <a:moveTo>
                  <a:pt x="123444" y="361188"/>
                </a:moveTo>
                <a:lnTo>
                  <a:pt x="108204" y="345948"/>
                </a:lnTo>
                <a:lnTo>
                  <a:pt x="353568" y="345948"/>
                </a:lnTo>
                <a:lnTo>
                  <a:pt x="379476" y="321564"/>
                </a:lnTo>
                <a:lnTo>
                  <a:pt x="408432" y="356616"/>
                </a:lnTo>
                <a:lnTo>
                  <a:pt x="155448" y="356616"/>
                </a:lnTo>
                <a:lnTo>
                  <a:pt x="149161" y="356901"/>
                </a:lnTo>
                <a:lnTo>
                  <a:pt x="141732" y="357759"/>
                </a:lnTo>
                <a:lnTo>
                  <a:pt x="133159" y="359187"/>
                </a:lnTo>
                <a:lnTo>
                  <a:pt x="123444" y="36118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" name="object 65"/>
          <p:cNvSpPr/>
          <p:nvPr/>
        </p:nvSpPr>
        <p:spPr>
          <a:xfrm>
            <a:off x="2592324" y="3454907"/>
            <a:ext cx="376555" cy="403860"/>
          </a:xfrm>
          <a:custGeom>
            <a:avLst/>
            <a:gdLst/>
            <a:ahLst/>
            <a:cxnLst/>
            <a:rect l="l" t="t" r="r" b="b"/>
            <a:pathLst>
              <a:path w="376555" h="403860">
                <a:moveTo>
                  <a:pt x="56388" y="39624"/>
                </a:moveTo>
                <a:lnTo>
                  <a:pt x="41148" y="22860"/>
                </a:lnTo>
                <a:lnTo>
                  <a:pt x="280416" y="22860"/>
                </a:lnTo>
                <a:lnTo>
                  <a:pt x="303275" y="0"/>
                </a:lnTo>
                <a:lnTo>
                  <a:pt x="335280" y="33528"/>
                </a:lnTo>
                <a:lnTo>
                  <a:pt x="88392" y="33528"/>
                </a:lnTo>
                <a:lnTo>
                  <a:pt x="81248" y="33837"/>
                </a:lnTo>
                <a:lnTo>
                  <a:pt x="73533" y="34861"/>
                </a:lnTo>
                <a:lnTo>
                  <a:pt x="65246" y="36742"/>
                </a:lnTo>
                <a:lnTo>
                  <a:pt x="56388" y="39624"/>
                </a:lnTo>
                <a:close/>
              </a:path>
              <a:path w="376555" h="403860">
                <a:moveTo>
                  <a:pt x="196596" y="67055"/>
                </a:moveTo>
                <a:lnTo>
                  <a:pt x="173736" y="67055"/>
                </a:lnTo>
                <a:lnTo>
                  <a:pt x="173736" y="33528"/>
                </a:lnTo>
                <a:lnTo>
                  <a:pt x="196596" y="33528"/>
                </a:lnTo>
                <a:lnTo>
                  <a:pt x="196596" y="67055"/>
                </a:lnTo>
                <a:close/>
              </a:path>
              <a:path w="376555" h="403860">
                <a:moveTo>
                  <a:pt x="363365" y="67055"/>
                </a:moveTo>
                <a:lnTo>
                  <a:pt x="330708" y="67055"/>
                </a:lnTo>
                <a:lnTo>
                  <a:pt x="345948" y="48767"/>
                </a:lnTo>
                <a:lnTo>
                  <a:pt x="363365" y="67055"/>
                </a:lnTo>
                <a:close/>
              </a:path>
              <a:path w="376555" h="403860">
                <a:moveTo>
                  <a:pt x="18288" y="121920"/>
                </a:moveTo>
                <a:lnTo>
                  <a:pt x="4572" y="121920"/>
                </a:lnTo>
                <a:lnTo>
                  <a:pt x="3048" y="118872"/>
                </a:lnTo>
                <a:lnTo>
                  <a:pt x="1524" y="117348"/>
                </a:lnTo>
                <a:lnTo>
                  <a:pt x="0" y="114300"/>
                </a:lnTo>
                <a:lnTo>
                  <a:pt x="0" y="109728"/>
                </a:lnTo>
                <a:lnTo>
                  <a:pt x="3048" y="105156"/>
                </a:lnTo>
                <a:lnTo>
                  <a:pt x="9144" y="99060"/>
                </a:lnTo>
                <a:lnTo>
                  <a:pt x="14835" y="91678"/>
                </a:lnTo>
                <a:lnTo>
                  <a:pt x="20383" y="81153"/>
                </a:lnTo>
                <a:lnTo>
                  <a:pt x="25646" y="67770"/>
                </a:lnTo>
                <a:lnTo>
                  <a:pt x="30480" y="51816"/>
                </a:lnTo>
                <a:lnTo>
                  <a:pt x="35052" y="51816"/>
                </a:lnTo>
                <a:lnTo>
                  <a:pt x="36576" y="67055"/>
                </a:lnTo>
                <a:lnTo>
                  <a:pt x="363365" y="67055"/>
                </a:lnTo>
                <a:lnTo>
                  <a:pt x="373525" y="77724"/>
                </a:lnTo>
                <a:lnTo>
                  <a:pt x="36576" y="77724"/>
                </a:lnTo>
                <a:lnTo>
                  <a:pt x="37986" y="85343"/>
                </a:lnTo>
                <a:lnTo>
                  <a:pt x="38100" y="93535"/>
                </a:lnTo>
                <a:lnTo>
                  <a:pt x="37004" y="101084"/>
                </a:lnTo>
                <a:lnTo>
                  <a:pt x="35052" y="108204"/>
                </a:lnTo>
                <a:lnTo>
                  <a:pt x="32004" y="115824"/>
                </a:lnTo>
                <a:lnTo>
                  <a:pt x="25908" y="120396"/>
                </a:lnTo>
                <a:lnTo>
                  <a:pt x="18288" y="121920"/>
                </a:lnTo>
                <a:close/>
              </a:path>
              <a:path w="376555" h="403860">
                <a:moveTo>
                  <a:pt x="172212" y="178308"/>
                </a:moveTo>
                <a:lnTo>
                  <a:pt x="173093" y="153804"/>
                </a:lnTo>
                <a:lnTo>
                  <a:pt x="173545" y="128587"/>
                </a:lnTo>
                <a:lnTo>
                  <a:pt x="173609" y="118872"/>
                </a:lnTo>
                <a:lnTo>
                  <a:pt x="173736" y="77724"/>
                </a:lnTo>
                <a:lnTo>
                  <a:pt x="196596" y="77724"/>
                </a:lnTo>
                <a:lnTo>
                  <a:pt x="196707" y="128587"/>
                </a:lnTo>
                <a:lnTo>
                  <a:pt x="196786" y="141541"/>
                </a:lnTo>
                <a:lnTo>
                  <a:pt x="197238" y="159377"/>
                </a:lnTo>
                <a:lnTo>
                  <a:pt x="198120" y="167640"/>
                </a:lnTo>
                <a:lnTo>
                  <a:pt x="172212" y="178308"/>
                </a:lnTo>
                <a:close/>
              </a:path>
              <a:path w="376555" h="403860">
                <a:moveTo>
                  <a:pt x="316992" y="120396"/>
                </a:moveTo>
                <a:lnTo>
                  <a:pt x="310896" y="117348"/>
                </a:lnTo>
                <a:lnTo>
                  <a:pt x="332232" y="77724"/>
                </a:lnTo>
                <a:lnTo>
                  <a:pt x="373525" y="77724"/>
                </a:lnTo>
                <a:lnTo>
                  <a:pt x="376428" y="80772"/>
                </a:lnTo>
                <a:lnTo>
                  <a:pt x="368808" y="80772"/>
                </a:lnTo>
                <a:lnTo>
                  <a:pt x="361188" y="82296"/>
                </a:lnTo>
                <a:lnTo>
                  <a:pt x="352044" y="85343"/>
                </a:lnTo>
                <a:lnTo>
                  <a:pt x="344852" y="89963"/>
                </a:lnTo>
                <a:lnTo>
                  <a:pt x="336804" y="97155"/>
                </a:lnTo>
                <a:lnTo>
                  <a:pt x="327612" y="107203"/>
                </a:lnTo>
                <a:lnTo>
                  <a:pt x="316992" y="120396"/>
                </a:lnTo>
                <a:close/>
              </a:path>
              <a:path w="376555" h="403860">
                <a:moveTo>
                  <a:pt x="141732" y="120396"/>
                </a:moveTo>
                <a:lnTo>
                  <a:pt x="62484" y="120396"/>
                </a:lnTo>
                <a:lnTo>
                  <a:pt x="62484" y="109728"/>
                </a:lnTo>
                <a:lnTo>
                  <a:pt x="141732" y="109728"/>
                </a:lnTo>
                <a:lnTo>
                  <a:pt x="141732" y="120396"/>
                </a:lnTo>
                <a:close/>
              </a:path>
              <a:path w="376555" h="403860">
                <a:moveTo>
                  <a:pt x="297180" y="120396"/>
                </a:moveTo>
                <a:lnTo>
                  <a:pt x="217932" y="120396"/>
                </a:lnTo>
                <a:lnTo>
                  <a:pt x="217932" y="109728"/>
                </a:lnTo>
                <a:lnTo>
                  <a:pt x="297180" y="109728"/>
                </a:lnTo>
                <a:lnTo>
                  <a:pt x="297180" y="120396"/>
                </a:lnTo>
                <a:close/>
              </a:path>
              <a:path w="376555" h="403860">
                <a:moveTo>
                  <a:pt x="141732" y="163068"/>
                </a:moveTo>
                <a:lnTo>
                  <a:pt x="57912" y="163068"/>
                </a:lnTo>
                <a:lnTo>
                  <a:pt x="57912" y="152400"/>
                </a:lnTo>
                <a:lnTo>
                  <a:pt x="141732" y="152400"/>
                </a:lnTo>
                <a:lnTo>
                  <a:pt x="141732" y="163068"/>
                </a:lnTo>
                <a:close/>
              </a:path>
              <a:path w="376555" h="403860">
                <a:moveTo>
                  <a:pt x="297180" y="163068"/>
                </a:moveTo>
                <a:lnTo>
                  <a:pt x="217932" y="163068"/>
                </a:lnTo>
                <a:lnTo>
                  <a:pt x="217932" y="152400"/>
                </a:lnTo>
                <a:lnTo>
                  <a:pt x="297180" y="152400"/>
                </a:lnTo>
                <a:lnTo>
                  <a:pt x="297180" y="163068"/>
                </a:lnTo>
                <a:close/>
              </a:path>
              <a:path w="376555" h="403860">
                <a:moveTo>
                  <a:pt x="18288" y="210312"/>
                </a:moveTo>
                <a:lnTo>
                  <a:pt x="1524" y="195072"/>
                </a:lnTo>
                <a:lnTo>
                  <a:pt x="309372" y="195072"/>
                </a:lnTo>
                <a:lnTo>
                  <a:pt x="332232" y="172212"/>
                </a:lnTo>
                <a:lnTo>
                  <a:pt x="364236" y="205740"/>
                </a:lnTo>
                <a:lnTo>
                  <a:pt x="50292" y="205740"/>
                </a:lnTo>
                <a:lnTo>
                  <a:pt x="43148" y="206025"/>
                </a:lnTo>
                <a:lnTo>
                  <a:pt x="35433" y="206883"/>
                </a:lnTo>
                <a:lnTo>
                  <a:pt x="27146" y="208311"/>
                </a:lnTo>
                <a:lnTo>
                  <a:pt x="18288" y="210312"/>
                </a:lnTo>
                <a:close/>
              </a:path>
              <a:path w="376555" h="403860">
                <a:moveTo>
                  <a:pt x="149352" y="249936"/>
                </a:moveTo>
                <a:lnTo>
                  <a:pt x="141732" y="249936"/>
                </a:lnTo>
                <a:lnTo>
                  <a:pt x="153924" y="205740"/>
                </a:lnTo>
                <a:lnTo>
                  <a:pt x="184404" y="205740"/>
                </a:lnTo>
                <a:lnTo>
                  <a:pt x="172712" y="218860"/>
                </a:lnTo>
                <a:lnTo>
                  <a:pt x="162877" y="230695"/>
                </a:lnTo>
                <a:lnTo>
                  <a:pt x="155043" y="241101"/>
                </a:lnTo>
                <a:lnTo>
                  <a:pt x="149352" y="249936"/>
                </a:lnTo>
                <a:close/>
              </a:path>
              <a:path w="376555" h="403860">
                <a:moveTo>
                  <a:pt x="337021" y="249936"/>
                </a:moveTo>
                <a:lnTo>
                  <a:pt x="304800" y="249936"/>
                </a:lnTo>
                <a:lnTo>
                  <a:pt x="315468" y="233172"/>
                </a:lnTo>
                <a:lnTo>
                  <a:pt x="337021" y="249936"/>
                </a:lnTo>
                <a:close/>
              </a:path>
              <a:path w="376555" h="403860">
                <a:moveTo>
                  <a:pt x="36576" y="403860"/>
                </a:moveTo>
                <a:lnTo>
                  <a:pt x="37457" y="384429"/>
                </a:lnTo>
                <a:lnTo>
                  <a:pt x="37909" y="362712"/>
                </a:lnTo>
                <a:lnTo>
                  <a:pt x="38076" y="338709"/>
                </a:lnTo>
                <a:lnTo>
                  <a:pt x="38076" y="286988"/>
                </a:lnTo>
                <a:lnTo>
                  <a:pt x="37909" y="265557"/>
                </a:lnTo>
                <a:lnTo>
                  <a:pt x="37457" y="248126"/>
                </a:lnTo>
                <a:lnTo>
                  <a:pt x="36576" y="234696"/>
                </a:lnTo>
                <a:lnTo>
                  <a:pt x="62484" y="249936"/>
                </a:lnTo>
                <a:lnTo>
                  <a:pt x="337021" y="249936"/>
                </a:lnTo>
                <a:lnTo>
                  <a:pt x="342900" y="254508"/>
                </a:lnTo>
                <a:lnTo>
                  <a:pt x="337756" y="259080"/>
                </a:lnTo>
                <a:lnTo>
                  <a:pt x="62484" y="259080"/>
                </a:lnTo>
                <a:lnTo>
                  <a:pt x="62484" y="391668"/>
                </a:lnTo>
                <a:lnTo>
                  <a:pt x="36576" y="403860"/>
                </a:lnTo>
                <a:close/>
              </a:path>
              <a:path w="376555" h="403860">
                <a:moveTo>
                  <a:pt x="131064" y="387096"/>
                </a:moveTo>
                <a:lnTo>
                  <a:pt x="131064" y="259080"/>
                </a:lnTo>
                <a:lnTo>
                  <a:pt x="153924" y="259080"/>
                </a:lnTo>
                <a:lnTo>
                  <a:pt x="153924" y="374904"/>
                </a:lnTo>
                <a:lnTo>
                  <a:pt x="131064" y="387096"/>
                </a:lnTo>
                <a:close/>
              </a:path>
              <a:path w="376555" h="403860">
                <a:moveTo>
                  <a:pt x="214884" y="382524"/>
                </a:moveTo>
                <a:lnTo>
                  <a:pt x="214884" y="259080"/>
                </a:lnTo>
                <a:lnTo>
                  <a:pt x="236220" y="259080"/>
                </a:lnTo>
                <a:lnTo>
                  <a:pt x="236220" y="370332"/>
                </a:lnTo>
                <a:lnTo>
                  <a:pt x="214884" y="382524"/>
                </a:lnTo>
                <a:close/>
              </a:path>
              <a:path w="376555" h="403860">
                <a:moveTo>
                  <a:pt x="329184" y="367284"/>
                </a:moveTo>
                <a:lnTo>
                  <a:pt x="301751" y="367284"/>
                </a:lnTo>
                <a:lnTo>
                  <a:pt x="306324" y="362712"/>
                </a:lnTo>
                <a:lnTo>
                  <a:pt x="306324" y="259080"/>
                </a:lnTo>
                <a:lnTo>
                  <a:pt x="337756" y="259080"/>
                </a:lnTo>
                <a:lnTo>
                  <a:pt x="329184" y="266700"/>
                </a:lnTo>
                <a:lnTo>
                  <a:pt x="329184" y="367284"/>
                </a:lnTo>
                <a:close/>
              </a:path>
              <a:path w="376555" h="403860">
                <a:moveTo>
                  <a:pt x="297180" y="402336"/>
                </a:moveTo>
                <a:lnTo>
                  <a:pt x="293774" y="392025"/>
                </a:lnTo>
                <a:lnTo>
                  <a:pt x="285940" y="383857"/>
                </a:lnTo>
                <a:lnTo>
                  <a:pt x="273819" y="377690"/>
                </a:lnTo>
                <a:lnTo>
                  <a:pt x="257556" y="373380"/>
                </a:lnTo>
                <a:lnTo>
                  <a:pt x="257556" y="365760"/>
                </a:lnTo>
                <a:lnTo>
                  <a:pt x="268390" y="366641"/>
                </a:lnTo>
                <a:lnTo>
                  <a:pt x="277939" y="367093"/>
                </a:lnTo>
                <a:lnTo>
                  <a:pt x="286059" y="367260"/>
                </a:lnTo>
                <a:lnTo>
                  <a:pt x="329184" y="367284"/>
                </a:lnTo>
                <a:lnTo>
                  <a:pt x="327183" y="378975"/>
                </a:lnTo>
                <a:lnTo>
                  <a:pt x="321183" y="388810"/>
                </a:lnTo>
                <a:lnTo>
                  <a:pt x="311181" y="396644"/>
                </a:lnTo>
                <a:lnTo>
                  <a:pt x="297180" y="40233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" name="object 66"/>
          <p:cNvSpPr/>
          <p:nvPr/>
        </p:nvSpPr>
        <p:spPr>
          <a:xfrm>
            <a:off x="3014459" y="3459479"/>
            <a:ext cx="1297305" cy="398145"/>
          </a:xfrm>
          <a:custGeom>
            <a:avLst/>
            <a:gdLst/>
            <a:ahLst/>
            <a:cxnLst/>
            <a:rect l="l" t="t" r="r" b="b"/>
            <a:pathLst>
              <a:path w="1297304" h="398145">
                <a:moveTo>
                  <a:pt x="393192" y="36576"/>
                </a:moveTo>
                <a:lnTo>
                  <a:pt x="358140" y="0"/>
                </a:lnTo>
                <a:lnTo>
                  <a:pt x="330708" y="25908"/>
                </a:lnTo>
                <a:lnTo>
                  <a:pt x="236220" y="25908"/>
                </a:lnTo>
                <a:lnTo>
                  <a:pt x="236220" y="36576"/>
                </a:lnTo>
                <a:lnTo>
                  <a:pt x="236220" y="88392"/>
                </a:lnTo>
                <a:lnTo>
                  <a:pt x="236220" y="99060"/>
                </a:lnTo>
                <a:lnTo>
                  <a:pt x="236220" y="163080"/>
                </a:lnTo>
                <a:lnTo>
                  <a:pt x="167640" y="163080"/>
                </a:lnTo>
                <a:lnTo>
                  <a:pt x="167640" y="99060"/>
                </a:lnTo>
                <a:lnTo>
                  <a:pt x="236220" y="99060"/>
                </a:lnTo>
                <a:lnTo>
                  <a:pt x="236220" y="88392"/>
                </a:lnTo>
                <a:lnTo>
                  <a:pt x="167640" y="88392"/>
                </a:lnTo>
                <a:lnTo>
                  <a:pt x="167640" y="36576"/>
                </a:lnTo>
                <a:lnTo>
                  <a:pt x="236220" y="36576"/>
                </a:lnTo>
                <a:lnTo>
                  <a:pt x="236220" y="25908"/>
                </a:lnTo>
                <a:lnTo>
                  <a:pt x="18288" y="25908"/>
                </a:lnTo>
                <a:lnTo>
                  <a:pt x="33528" y="41148"/>
                </a:lnTo>
                <a:lnTo>
                  <a:pt x="42672" y="39154"/>
                </a:lnTo>
                <a:lnTo>
                  <a:pt x="51816" y="37719"/>
                </a:lnTo>
                <a:lnTo>
                  <a:pt x="60960" y="36868"/>
                </a:lnTo>
                <a:lnTo>
                  <a:pt x="70104" y="36576"/>
                </a:lnTo>
                <a:lnTo>
                  <a:pt x="144780" y="36576"/>
                </a:lnTo>
                <a:lnTo>
                  <a:pt x="144780" y="88392"/>
                </a:lnTo>
                <a:lnTo>
                  <a:pt x="144780" y="99060"/>
                </a:lnTo>
                <a:lnTo>
                  <a:pt x="144780" y="163080"/>
                </a:lnTo>
                <a:lnTo>
                  <a:pt x="83820" y="163080"/>
                </a:lnTo>
                <a:lnTo>
                  <a:pt x="83820" y="99060"/>
                </a:lnTo>
                <a:lnTo>
                  <a:pt x="144780" y="99060"/>
                </a:lnTo>
                <a:lnTo>
                  <a:pt x="144780" y="88392"/>
                </a:lnTo>
                <a:lnTo>
                  <a:pt x="86868" y="88392"/>
                </a:lnTo>
                <a:lnTo>
                  <a:pt x="59436" y="74676"/>
                </a:lnTo>
                <a:lnTo>
                  <a:pt x="60337" y="89916"/>
                </a:lnTo>
                <a:lnTo>
                  <a:pt x="60769" y="104394"/>
                </a:lnTo>
                <a:lnTo>
                  <a:pt x="60947" y="119253"/>
                </a:lnTo>
                <a:lnTo>
                  <a:pt x="60947" y="149263"/>
                </a:lnTo>
                <a:lnTo>
                  <a:pt x="60794" y="163080"/>
                </a:lnTo>
                <a:lnTo>
                  <a:pt x="60731" y="166408"/>
                </a:lnTo>
                <a:lnTo>
                  <a:pt x="60325" y="181267"/>
                </a:lnTo>
                <a:lnTo>
                  <a:pt x="59436" y="198120"/>
                </a:lnTo>
                <a:lnTo>
                  <a:pt x="83820" y="187464"/>
                </a:lnTo>
                <a:lnTo>
                  <a:pt x="83820" y="173748"/>
                </a:lnTo>
                <a:lnTo>
                  <a:pt x="320040" y="173748"/>
                </a:lnTo>
                <a:lnTo>
                  <a:pt x="320040" y="192036"/>
                </a:lnTo>
                <a:lnTo>
                  <a:pt x="344424" y="179844"/>
                </a:lnTo>
                <a:lnTo>
                  <a:pt x="344030" y="173748"/>
                </a:lnTo>
                <a:lnTo>
                  <a:pt x="343547" y="166408"/>
                </a:lnTo>
                <a:lnTo>
                  <a:pt x="343458" y="163080"/>
                </a:lnTo>
                <a:lnTo>
                  <a:pt x="343103" y="149263"/>
                </a:lnTo>
                <a:lnTo>
                  <a:pt x="342976" y="134112"/>
                </a:lnTo>
                <a:lnTo>
                  <a:pt x="342900" y="102108"/>
                </a:lnTo>
                <a:lnTo>
                  <a:pt x="346329" y="99060"/>
                </a:lnTo>
                <a:lnTo>
                  <a:pt x="356616" y="89916"/>
                </a:lnTo>
                <a:lnTo>
                  <a:pt x="354660" y="88392"/>
                </a:lnTo>
                <a:lnTo>
                  <a:pt x="329184" y="68580"/>
                </a:lnTo>
                <a:lnTo>
                  <a:pt x="320040" y="83439"/>
                </a:lnTo>
                <a:lnTo>
                  <a:pt x="320040" y="99060"/>
                </a:lnTo>
                <a:lnTo>
                  <a:pt x="320040" y="163080"/>
                </a:lnTo>
                <a:lnTo>
                  <a:pt x="259080" y="163080"/>
                </a:lnTo>
                <a:lnTo>
                  <a:pt x="259080" y="99060"/>
                </a:lnTo>
                <a:lnTo>
                  <a:pt x="320040" y="99060"/>
                </a:lnTo>
                <a:lnTo>
                  <a:pt x="320040" y="83439"/>
                </a:lnTo>
                <a:lnTo>
                  <a:pt x="316992" y="88392"/>
                </a:lnTo>
                <a:lnTo>
                  <a:pt x="259080" y="88392"/>
                </a:lnTo>
                <a:lnTo>
                  <a:pt x="259080" y="36576"/>
                </a:lnTo>
                <a:lnTo>
                  <a:pt x="393192" y="36576"/>
                </a:lnTo>
                <a:close/>
              </a:path>
              <a:path w="1297304" h="398145">
                <a:moveTo>
                  <a:pt x="403860" y="242328"/>
                </a:moveTo>
                <a:lnTo>
                  <a:pt x="367284" y="205752"/>
                </a:lnTo>
                <a:lnTo>
                  <a:pt x="338328" y="233172"/>
                </a:lnTo>
                <a:lnTo>
                  <a:pt x="265176" y="233172"/>
                </a:lnTo>
                <a:lnTo>
                  <a:pt x="265176" y="242328"/>
                </a:lnTo>
                <a:lnTo>
                  <a:pt x="254850" y="261772"/>
                </a:lnTo>
                <a:lnTo>
                  <a:pt x="244221" y="279095"/>
                </a:lnTo>
                <a:lnTo>
                  <a:pt x="233032" y="294398"/>
                </a:lnTo>
                <a:lnTo>
                  <a:pt x="220980" y="307860"/>
                </a:lnTo>
                <a:lnTo>
                  <a:pt x="142760" y="296062"/>
                </a:lnTo>
                <a:lnTo>
                  <a:pt x="121920" y="292608"/>
                </a:lnTo>
                <a:lnTo>
                  <a:pt x="142303" y="264033"/>
                </a:lnTo>
                <a:lnTo>
                  <a:pt x="150431" y="252323"/>
                </a:lnTo>
                <a:lnTo>
                  <a:pt x="156972" y="242328"/>
                </a:lnTo>
                <a:lnTo>
                  <a:pt x="265176" y="242328"/>
                </a:lnTo>
                <a:lnTo>
                  <a:pt x="265176" y="233172"/>
                </a:lnTo>
                <a:lnTo>
                  <a:pt x="160020" y="233172"/>
                </a:lnTo>
                <a:lnTo>
                  <a:pt x="165481" y="225437"/>
                </a:lnTo>
                <a:lnTo>
                  <a:pt x="170497" y="218122"/>
                </a:lnTo>
                <a:lnTo>
                  <a:pt x="175247" y="211099"/>
                </a:lnTo>
                <a:lnTo>
                  <a:pt x="179832" y="204228"/>
                </a:lnTo>
                <a:lnTo>
                  <a:pt x="193548" y="198120"/>
                </a:lnTo>
                <a:lnTo>
                  <a:pt x="156972" y="176796"/>
                </a:lnTo>
                <a:lnTo>
                  <a:pt x="152971" y="190525"/>
                </a:lnTo>
                <a:lnTo>
                  <a:pt x="147904" y="204228"/>
                </a:lnTo>
                <a:lnTo>
                  <a:pt x="141541" y="218579"/>
                </a:lnTo>
                <a:lnTo>
                  <a:pt x="134112" y="233172"/>
                </a:lnTo>
                <a:lnTo>
                  <a:pt x="0" y="233172"/>
                </a:lnTo>
                <a:lnTo>
                  <a:pt x="16764" y="248424"/>
                </a:lnTo>
                <a:lnTo>
                  <a:pt x="25628" y="246176"/>
                </a:lnTo>
                <a:lnTo>
                  <a:pt x="33909" y="244233"/>
                </a:lnTo>
                <a:lnTo>
                  <a:pt x="41630" y="242849"/>
                </a:lnTo>
                <a:lnTo>
                  <a:pt x="48768" y="242328"/>
                </a:lnTo>
                <a:lnTo>
                  <a:pt x="129540" y="242328"/>
                </a:lnTo>
                <a:lnTo>
                  <a:pt x="116954" y="262305"/>
                </a:lnTo>
                <a:lnTo>
                  <a:pt x="106489" y="278701"/>
                </a:lnTo>
                <a:lnTo>
                  <a:pt x="98044" y="291401"/>
                </a:lnTo>
                <a:lnTo>
                  <a:pt x="91440" y="300240"/>
                </a:lnTo>
                <a:lnTo>
                  <a:pt x="118541" y="304215"/>
                </a:lnTo>
                <a:lnTo>
                  <a:pt x="147066" y="309194"/>
                </a:lnTo>
                <a:lnTo>
                  <a:pt x="176745" y="315023"/>
                </a:lnTo>
                <a:lnTo>
                  <a:pt x="207264" y="321576"/>
                </a:lnTo>
                <a:lnTo>
                  <a:pt x="172402" y="341884"/>
                </a:lnTo>
                <a:lnTo>
                  <a:pt x="127254" y="359486"/>
                </a:lnTo>
                <a:lnTo>
                  <a:pt x="71818" y="374510"/>
                </a:lnTo>
                <a:lnTo>
                  <a:pt x="6096" y="387096"/>
                </a:lnTo>
                <a:lnTo>
                  <a:pt x="7620" y="394716"/>
                </a:lnTo>
                <a:lnTo>
                  <a:pt x="53632" y="388721"/>
                </a:lnTo>
                <a:lnTo>
                  <a:pt x="93345" y="382155"/>
                </a:lnTo>
                <a:lnTo>
                  <a:pt x="153924" y="367296"/>
                </a:lnTo>
                <a:lnTo>
                  <a:pt x="198120" y="349948"/>
                </a:lnTo>
                <a:lnTo>
                  <a:pt x="233172" y="329184"/>
                </a:lnTo>
                <a:lnTo>
                  <a:pt x="271754" y="343242"/>
                </a:lnTo>
                <a:lnTo>
                  <a:pt x="302895" y="355866"/>
                </a:lnTo>
                <a:lnTo>
                  <a:pt x="326618" y="367334"/>
                </a:lnTo>
                <a:lnTo>
                  <a:pt x="342900" y="377964"/>
                </a:lnTo>
                <a:lnTo>
                  <a:pt x="350520" y="385572"/>
                </a:lnTo>
                <a:lnTo>
                  <a:pt x="356616" y="388620"/>
                </a:lnTo>
                <a:lnTo>
                  <a:pt x="365760" y="388620"/>
                </a:lnTo>
                <a:lnTo>
                  <a:pt x="367284" y="382536"/>
                </a:lnTo>
                <a:lnTo>
                  <a:pt x="339852" y="341388"/>
                </a:lnTo>
                <a:lnTo>
                  <a:pt x="278345" y="321665"/>
                </a:lnTo>
                <a:lnTo>
                  <a:pt x="246888" y="313956"/>
                </a:lnTo>
                <a:lnTo>
                  <a:pt x="252056" y="307860"/>
                </a:lnTo>
                <a:lnTo>
                  <a:pt x="260921" y="297395"/>
                </a:lnTo>
                <a:lnTo>
                  <a:pt x="273367" y="279857"/>
                </a:lnTo>
                <a:lnTo>
                  <a:pt x="284403" y="261442"/>
                </a:lnTo>
                <a:lnTo>
                  <a:pt x="294132" y="242328"/>
                </a:lnTo>
                <a:lnTo>
                  <a:pt x="403860" y="242328"/>
                </a:lnTo>
                <a:close/>
              </a:path>
              <a:path w="1297304" h="398145">
                <a:moveTo>
                  <a:pt x="635520" y="67056"/>
                </a:moveTo>
                <a:lnTo>
                  <a:pt x="605040" y="42672"/>
                </a:lnTo>
                <a:lnTo>
                  <a:pt x="591324" y="60960"/>
                </a:lnTo>
                <a:lnTo>
                  <a:pt x="454164" y="60960"/>
                </a:lnTo>
                <a:lnTo>
                  <a:pt x="469404" y="76200"/>
                </a:lnTo>
                <a:lnTo>
                  <a:pt x="479704" y="73964"/>
                </a:lnTo>
                <a:lnTo>
                  <a:pt x="490169" y="72009"/>
                </a:lnTo>
                <a:lnTo>
                  <a:pt x="500900" y="70637"/>
                </a:lnTo>
                <a:lnTo>
                  <a:pt x="512076" y="70104"/>
                </a:lnTo>
                <a:lnTo>
                  <a:pt x="591324" y="70104"/>
                </a:lnTo>
                <a:lnTo>
                  <a:pt x="582180" y="104965"/>
                </a:lnTo>
                <a:lnTo>
                  <a:pt x="573036" y="136398"/>
                </a:lnTo>
                <a:lnTo>
                  <a:pt x="563892" y="164401"/>
                </a:lnTo>
                <a:lnTo>
                  <a:pt x="554748" y="188976"/>
                </a:lnTo>
                <a:lnTo>
                  <a:pt x="516648" y="145732"/>
                </a:lnTo>
                <a:lnTo>
                  <a:pt x="497840" y="124587"/>
                </a:lnTo>
                <a:lnTo>
                  <a:pt x="478548" y="103632"/>
                </a:lnTo>
                <a:lnTo>
                  <a:pt x="473976" y="109728"/>
                </a:lnTo>
                <a:lnTo>
                  <a:pt x="486232" y="127165"/>
                </a:lnTo>
                <a:lnTo>
                  <a:pt x="545604" y="210312"/>
                </a:lnTo>
                <a:lnTo>
                  <a:pt x="537616" y="226885"/>
                </a:lnTo>
                <a:lnTo>
                  <a:pt x="515378" y="263461"/>
                </a:lnTo>
                <a:lnTo>
                  <a:pt x="487400" y="303212"/>
                </a:lnTo>
                <a:lnTo>
                  <a:pt x="457682" y="338124"/>
                </a:lnTo>
                <a:lnTo>
                  <a:pt x="441972" y="353568"/>
                </a:lnTo>
                <a:lnTo>
                  <a:pt x="443496" y="362712"/>
                </a:lnTo>
                <a:lnTo>
                  <a:pt x="483311" y="328612"/>
                </a:lnTo>
                <a:lnTo>
                  <a:pt x="515124" y="295656"/>
                </a:lnTo>
                <a:lnTo>
                  <a:pt x="540270" y="262318"/>
                </a:lnTo>
                <a:lnTo>
                  <a:pt x="560844" y="230124"/>
                </a:lnTo>
                <a:lnTo>
                  <a:pt x="570534" y="255041"/>
                </a:lnTo>
                <a:lnTo>
                  <a:pt x="578942" y="277368"/>
                </a:lnTo>
                <a:lnTo>
                  <a:pt x="585914" y="297421"/>
                </a:lnTo>
                <a:lnTo>
                  <a:pt x="591324" y="315468"/>
                </a:lnTo>
                <a:lnTo>
                  <a:pt x="593864" y="328599"/>
                </a:lnTo>
                <a:lnTo>
                  <a:pt x="596836" y="338124"/>
                </a:lnTo>
                <a:lnTo>
                  <a:pt x="600100" y="343979"/>
                </a:lnTo>
                <a:lnTo>
                  <a:pt x="603516" y="345948"/>
                </a:lnTo>
                <a:lnTo>
                  <a:pt x="605040" y="345948"/>
                </a:lnTo>
                <a:lnTo>
                  <a:pt x="615708" y="335280"/>
                </a:lnTo>
                <a:lnTo>
                  <a:pt x="617232" y="327660"/>
                </a:lnTo>
                <a:lnTo>
                  <a:pt x="618756" y="318516"/>
                </a:lnTo>
                <a:lnTo>
                  <a:pt x="618439" y="311086"/>
                </a:lnTo>
                <a:lnTo>
                  <a:pt x="607491" y="269036"/>
                </a:lnTo>
                <a:lnTo>
                  <a:pt x="586295" y="233514"/>
                </a:lnTo>
                <a:lnTo>
                  <a:pt x="569988" y="210312"/>
                </a:lnTo>
                <a:lnTo>
                  <a:pt x="578954" y="188976"/>
                </a:lnTo>
                <a:lnTo>
                  <a:pt x="581647" y="182575"/>
                </a:lnTo>
                <a:lnTo>
                  <a:pt x="593610" y="151828"/>
                </a:lnTo>
                <a:lnTo>
                  <a:pt x="605561" y="117944"/>
                </a:lnTo>
                <a:lnTo>
                  <a:pt x="617232" y="80772"/>
                </a:lnTo>
                <a:lnTo>
                  <a:pt x="631456" y="70104"/>
                </a:lnTo>
                <a:lnTo>
                  <a:pt x="635520" y="67056"/>
                </a:lnTo>
                <a:close/>
              </a:path>
              <a:path w="1297304" h="398145">
                <a:moveTo>
                  <a:pt x="699528" y="230124"/>
                </a:moveTo>
                <a:lnTo>
                  <a:pt x="676668" y="185547"/>
                </a:lnTo>
                <a:lnTo>
                  <a:pt x="647712" y="160020"/>
                </a:lnTo>
                <a:lnTo>
                  <a:pt x="641616" y="163068"/>
                </a:lnTo>
                <a:lnTo>
                  <a:pt x="652805" y="185077"/>
                </a:lnTo>
                <a:lnTo>
                  <a:pt x="661428" y="205359"/>
                </a:lnTo>
                <a:lnTo>
                  <a:pt x="667753" y="223939"/>
                </a:lnTo>
                <a:lnTo>
                  <a:pt x="672096" y="240792"/>
                </a:lnTo>
                <a:lnTo>
                  <a:pt x="672642" y="251675"/>
                </a:lnTo>
                <a:lnTo>
                  <a:pt x="674192" y="259270"/>
                </a:lnTo>
                <a:lnTo>
                  <a:pt x="676592" y="263728"/>
                </a:lnTo>
                <a:lnTo>
                  <a:pt x="679716" y="265176"/>
                </a:lnTo>
                <a:lnTo>
                  <a:pt x="681240" y="265176"/>
                </a:lnTo>
                <a:lnTo>
                  <a:pt x="698957" y="236728"/>
                </a:lnTo>
                <a:lnTo>
                  <a:pt x="699528" y="230124"/>
                </a:lnTo>
                <a:close/>
              </a:path>
              <a:path w="1297304" h="398145">
                <a:moveTo>
                  <a:pt x="851928" y="123444"/>
                </a:moveTo>
                <a:lnTo>
                  <a:pt x="818400" y="89916"/>
                </a:lnTo>
                <a:lnTo>
                  <a:pt x="797064" y="112776"/>
                </a:lnTo>
                <a:lnTo>
                  <a:pt x="777252" y="112776"/>
                </a:lnTo>
                <a:lnTo>
                  <a:pt x="777252" y="35052"/>
                </a:lnTo>
                <a:lnTo>
                  <a:pt x="792492" y="19812"/>
                </a:lnTo>
                <a:lnTo>
                  <a:pt x="751344" y="0"/>
                </a:lnTo>
                <a:lnTo>
                  <a:pt x="752221" y="11772"/>
                </a:lnTo>
                <a:lnTo>
                  <a:pt x="752678" y="24384"/>
                </a:lnTo>
                <a:lnTo>
                  <a:pt x="752805" y="35052"/>
                </a:lnTo>
                <a:lnTo>
                  <a:pt x="752868" y="112776"/>
                </a:lnTo>
                <a:lnTo>
                  <a:pt x="614184" y="112776"/>
                </a:lnTo>
                <a:lnTo>
                  <a:pt x="629424" y="128016"/>
                </a:lnTo>
                <a:lnTo>
                  <a:pt x="639724" y="126022"/>
                </a:lnTo>
                <a:lnTo>
                  <a:pt x="650189" y="124587"/>
                </a:lnTo>
                <a:lnTo>
                  <a:pt x="660920" y="123736"/>
                </a:lnTo>
                <a:lnTo>
                  <a:pt x="672096" y="123444"/>
                </a:lnTo>
                <a:lnTo>
                  <a:pt x="752868" y="123444"/>
                </a:lnTo>
                <a:lnTo>
                  <a:pt x="752868" y="348996"/>
                </a:lnTo>
                <a:lnTo>
                  <a:pt x="749820" y="353568"/>
                </a:lnTo>
                <a:lnTo>
                  <a:pt x="742200" y="353568"/>
                </a:lnTo>
                <a:lnTo>
                  <a:pt x="733882" y="354126"/>
                </a:lnTo>
                <a:lnTo>
                  <a:pt x="720293" y="353377"/>
                </a:lnTo>
                <a:lnTo>
                  <a:pt x="701255" y="351218"/>
                </a:lnTo>
                <a:lnTo>
                  <a:pt x="676668" y="347472"/>
                </a:lnTo>
                <a:lnTo>
                  <a:pt x="676668" y="356616"/>
                </a:lnTo>
                <a:lnTo>
                  <a:pt x="703783" y="366903"/>
                </a:lnTo>
                <a:lnTo>
                  <a:pt x="723341" y="377190"/>
                </a:lnTo>
                <a:lnTo>
                  <a:pt x="735164" y="387477"/>
                </a:lnTo>
                <a:lnTo>
                  <a:pt x="739152" y="397764"/>
                </a:lnTo>
                <a:lnTo>
                  <a:pt x="756031" y="388912"/>
                </a:lnTo>
                <a:lnTo>
                  <a:pt x="767918" y="378333"/>
                </a:lnTo>
                <a:lnTo>
                  <a:pt x="774941" y="366052"/>
                </a:lnTo>
                <a:lnTo>
                  <a:pt x="776909" y="354126"/>
                </a:lnTo>
                <a:lnTo>
                  <a:pt x="777252" y="352044"/>
                </a:lnTo>
                <a:lnTo>
                  <a:pt x="777252" y="123444"/>
                </a:lnTo>
                <a:lnTo>
                  <a:pt x="851928" y="123444"/>
                </a:lnTo>
                <a:close/>
              </a:path>
              <a:path w="1297304" h="398145">
                <a:moveTo>
                  <a:pt x="1118616" y="124980"/>
                </a:moveTo>
                <a:lnTo>
                  <a:pt x="1110488" y="118884"/>
                </a:lnTo>
                <a:lnTo>
                  <a:pt x="1088136" y="102120"/>
                </a:lnTo>
                <a:lnTo>
                  <a:pt x="1080516" y="114096"/>
                </a:lnTo>
                <a:lnTo>
                  <a:pt x="1080516" y="129552"/>
                </a:lnTo>
                <a:lnTo>
                  <a:pt x="1080516" y="249948"/>
                </a:lnTo>
                <a:lnTo>
                  <a:pt x="981456" y="249948"/>
                </a:lnTo>
                <a:lnTo>
                  <a:pt x="981456" y="129552"/>
                </a:lnTo>
                <a:lnTo>
                  <a:pt x="1080516" y="129552"/>
                </a:lnTo>
                <a:lnTo>
                  <a:pt x="1080516" y="114096"/>
                </a:lnTo>
                <a:lnTo>
                  <a:pt x="1077468" y="118884"/>
                </a:lnTo>
                <a:lnTo>
                  <a:pt x="982980" y="118884"/>
                </a:lnTo>
                <a:lnTo>
                  <a:pt x="954024" y="105168"/>
                </a:lnTo>
                <a:lnTo>
                  <a:pt x="955128" y="129552"/>
                </a:lnTo>
                <a:lnTo>
                  <a:pt x="956119" y="154508"/>
                </a:lnTo>
                <a:lnTo>
                  <a:pt x="956818" y="178676"/>
                </a:lnTo>
                <a:lnTo>
                  <a:pt x="957072" y="202704"/>
                </a:lnTo>
                <a:lnTo>
                  <a:pt x="956818" y="226441"/>
                </a:lnTo>
                <a:lnTo>
                  <a:pt x="956119" y="252044"/>
                </a:lnTo>
                <a:lnTo>
                  <a:pt x="955154" y="279641"/>
                </a:lnTo>
                <a:lnTo>
                  <a:pt x="954024" y="309384"/>
                </a:lnTo>
                <a:lnTo>
                  <a:pt x="981456" y="300240"/>
                </a:lnTo>
                <a:lnTo>
                  <a:pt x="981456" y="260616"/>
                </a:lnTo>
                <a:lnTo>
                  <a:pt x="1080516" y="260616"/>
                </a:lnTo>
                <a:lnTo>
                  <a:pt x="1080516" y="291096"/>
                </a:lnTo>
                <a:lnTo>
                  <a:pt x="1106424" y="280428"/>
                </a:lnTo>
                <a:lnTo>
                  <a:pt x="1105547" y="261569"/>
                </a:lnTo>
                <a:lnTo>
                  <a:pt x="1105522" y="260616"/>
                </a:lnTo>
                <a:lnTo>
                  <a:pt x="1105255" y="249948"/>
                </a:lnTo>
                <a:lnTo>
                  <a:pt x="1105090" y="243852"/>
                </a:lnTo>
                <a:lnTo>
                  <a:pt x="1104925" y="227279"/>
                </a:lnTo>
                <a:lnTo>
                  <a:pt x="1104900" y="137172"/>
                </a:lnTo>
                <a:lnTo>
                  <a:pt x="1113472" y="129552"/>
                </a:lnTo>
                <a:lnTo>
                  <a:pt x="1118616" y="124980"/>
                </a:lnTo>
                <a:close/>
              </a:path>
              <a:path w="1297304" h="398145">
                <a:moveTo>
                  <a:pt x="1296924" y="48780"/>
                </a:moveTo>
                <a:lnTo>
                  <a:pt x="1260348" y="12204"/>
                </a:lnTo>
                <a:lnTo>
                  <a:pt x="1234440" y="38112"/>
                </a:lnTo>
                <a:lnTo>
                  <a:pt x="891540" y="38112"/>
                </a:lnTo>
                <a:lnTo>
                  <a:pt x="908304" y="53352"/>
                </a:lnTo>
                <a:lnTo>
                  <a:pt x="917740" y="51346"/>
                </a:lnTo>
                <a:lnTo>
                  <a:pt x="927735" y="49923"/>
                </a:lnTo>
                <a:lnTo>
                  <a:pt x="938314" y="49060"/>
                </a:lnTo>
                <a:lnTo>
                  <a:pt x="949452" y="48780"/>
                </a:lnTo>
                <a:lnTo>
                  <a:pt x="1188720" y="48780"/>
                </a:lnTo>
                <a:lnTo>
                  <a:pt x="1188720" y="324624"/>
                </a:lnTo>
                <a:lnTo>
                  <a:pt x="1189037" y="335711"/>
                </a:lnTo>
                <a:lnTo>
                  <a:pt x="1185481" y="343674"/>
                </a:lnTo>
                <a:lnTo>
                  <a:pt x="1178229" y="348195"/>
                </a:lnTo>
                <a:lnTo>
                  <a:pt x="1167384" y="349008"/>
                </a:lnTo>
                <a:lnTo>
                  <a:pt x="1117092" y="344436"/>
                </a:lnTo>
                <a:lnTo>
                  <a:pt x="1117092" y="352056"/>
                </a:lnTo>
                <a:lnTo>
                  <a:pt x="1141361" y="360603"/>
                </a:lnTo>
                <a:lnTo>
                  <a:pt x="1159192" y="370154"/>
                </a:lnTo>
                <a:lnTo>
                  <a:pt x="1170457" y="380555"/>
                </a:lnTo>
                <a:lnTo>
                  <a:pt x="1175004" y="391680"/>
                </a:lnTo>
                <a:lnTo>
                  <a:pt x="1192745" y="382600"/>
                </a:lnTo>
                <a:lnTo>
                  <a:pt x="1204912" y="369392"/>
                </a:lnTo>
                <a:lnTo>
                  <a:pt x="1211656" y="352450"/>
                </a:lnTo>
                <a:lnTo>
                  <a:pt x="1211910" y="349008"/>
                </a:lnTo>
                <a:lnTo>
                  <a:pt x="1213104" y="332244"/>
                </a:lnTo>
                <a:lnTo>
                  <a:pt x="1213104" y="48780"/>
                </a:lnTo>
                <a:lnTo>
                  <a:pt x="1296924" y="4878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" name="object 67"/>
          <p:cNvSpPr/>
          <p:nvPr/>
        </p:nvSpPr>
        <p:spPr>
          <a:xfrm>
            <a:off x="4364735" y="3450335"/>
            <a:ext cx="388620" cy="407034"/>
          </a:xfrm>
          <a:custGeom>
            <a:avLst/>
            <a:gdLst/>
            <a:ahLst/>
            <a:cxnLst/>
            <a:rect l="l" t="t" r="r" b="b"/>
            <a:pathLst>
              <a:path w="388620" h="407035">
                <a:moveTo>
                  <a:pt x="18288" y="137160"/>
                </a:moveTo>
                <a:lnTo>
                  <a:pt x="0" y="103632"/>
                </a:lnTo>
                <a:lnTo>
                  <a:pt x="9739" y="101369"/>
                </a:lnTo>
                <a:lnTo>
                  <a:pt x="20764" y="94678"/>
                </a:lnTo>
                <a:lnTo>
                  <a:pt x="60983" y="50577"/>
                </a:lnTo>
                <a:lnTo>
                  <a:pt x="82176" y="16287"/>
                </a:lnTo>
                <a:lnTo>
                  <a:pt x="89916" y="0"/>
                </a:lnTo>
                <a:lnTo>
                  <a:pt x="120396" y="25908"/>
                </a:lnTo>
                <a:lnTo>
                  <a:pt x="87177" y="47553"/>
                </a:lnTo>
                <a:lnTo>
                  <a:pt x="60031" y="75842"/>
                </a:lnTo>
                <a:lnTo>
                  <a:pt x="48196" y="88582"/>
                </a:lnTo>
                <a:lnTo>
                  <a:pt x="37790" y="99321"/>
                </a:lnTo>
                <a:lnTo>
                  <a:pt x="28956" y="108204"/>
                </a:lnTo>
                <a:lnTo>
                  <a:pt x="194291" y="108204"/>
                </a:lnTo>
                <a:lnTo>
                  <a:pt x="194681" y="111252"/>
                </a:lnTo>
                <a:lnTo>
                  <a:pt x="164592" y="111252"/>
                </a:lnTo>
                <a:lnTo>
                  <a:pt x="148328" y="113323"/>
                </a:lnTo>
                <a:lnTo>
                  <a:pt x="107799" y="117467"/>
                </a:lnTo>
                <a:lnTo>
                  <a:pt x="60936" y="123229"/>
                </a:lnTo>
                <a:lnTo>
                  <a:pt x="42481" y="127063"/>
                </a:lnTo>
                <a:lnTo>
                  <a:pt x="28313" y="131754"/>
                </a:lnTo>
                <a:lnTo>
                  <a:pt x="18288" y="137160"/>
                </a:lnTo>
                <a:close/>
              </a:path>
              <a:path w="388620" h="407035">
                <a:moveTo>
                  <a:pt x="194291" y="108204"/>
                </a:moveTo>
                <a:lnTo>
                  <a:pt x="28956" y="108204"/>
                </a:lnTo>
                <a:lnTo>
                  <a:pt x="160020" y="103632"/>
                </a:lnTo>
                <a:lnTo>
                  <a:pt x="152923" y="90511"/>
                </a:lnTo>
                <a:lnTo>
                  <a:pt x="145542" y="78676"/>
                </a:lnTo>
                <a:lnTo>
                  <a:pt x="138160" y="68270"/>
                </a:lnTo>
                <a:lnTo>
                  <a:pt x="131064" y="59436"/>
                </a:lnTo>
                <a:lnTo>
                  <a:pt x="134112" y="53340"/>
                </a:lnTo>
                <a:lnTo>
                  <a:pt x="170973" y="78200"/>
                </a:lnTo>
                <a:lnTo>
                  <a:pt x="194190" y="107418"/>
                </a:lnTo>
                <a:lnTo>
                  <a:pt x="194291" y="108204"/>
                </a:lnTo>
                <a:close/>
              </a:path>
              <a:path w="388620" h="407035">
                <a:moveTo>
                  <a:pt x="178308" y="138684"/>
                </a:moveTo>
                <a:lnTo>
                  <a:pt x="173736" y="138684"/>
                </a:lnTo>
                <a:lnTo>
                  <a:pt x="172212" y="137160"/>
                </a:lnTo>
                <a:lnTo>
                  <a:pt x="172212" y="134112"/>
                </a:lnTo>
                <a:lnTo>
                  <a:pt x="170688" y="128016"/>
                </a:lnTo>
                <a:lnTo>
                  <a:pt x="167640" y="120396"/>
                </a:lnTo>
                <a:lnTo>
                  <a:pt x="164592" y="111252"/>
                </a:lnTo>
                <a:lnTo>
                  <a:pt x="194681" y="111252"/>
                </a:lnTo>
                <a:lnTo>
                  <a:pt x="195072" y="114300"/>
                </a:lnTo>
                <a:lnTo>
                  <a:pt x="192024" y="129540"/>
                </a:lnTo>
                <a:lnTo>
                  <a:pt x="185928" y="132588"/>
                </a:lnTo>
                <a:lnTo>
                  <a:pt x="181356" y="137160"/>
                </a:lnTo>
                <a:lnTo>
                  <a:pt x="178308" y="138684"/>
                </a:lnTo>
                <a:close/>
              </a:path>
              <a:path w="388620" h="407035">
                <a:moveTo>
                  <a:pt x="171399" y="163068"/>
                </a:moveTo>
                <a:lnTo>
                  <a:pt x="138684" y="163068"/>
                </a:lnTo>
                <a:lnTo>
                  <a:pt x="152400" y="146304"/>
                </a:lnTo>
                <a:lnTo>
                  <a:pt x="171399" y="163068"/>
                </a:lnTo>
                <a:close/>
              </a:path>
              <a:path w="388620" h="407035">
                <a:moveTo>
                  <a:pt x="22860" y="406908"/>
                </a:moveTo>
                <a:lnTo>
                  <a:pt x="23741" y="384881"/>
                </a:lnTo>
                <a:lnTo>
                  <a:pt x="24193" y="355282"/>
                </a:lnTo>
                <a:lnTo>
                  <a:pt x="24307" y="217931"/>
                </a:lnTo>
                <a:lnTo>
                  <a:pt x="24193" y="193929"/>
                </a:lnTo>
                <a:lnTo>
                  <a:pt x="23741" y="167354"/>
                </a:lnTo>
                <a:lnTo>
                  <a:pt x="22860" y="149352"/>
                </a:lnTo>
                <a:lnTo>
                  <a:pt x="48768" y="163068"/>
                </a:lnTo>
                <a:lnTo>
                  <a:pt x="171399" y="163068"/>
                </a:lnTo>
                <a:lnTo>
                  <a:pt x="178308" y="169164"/>
                </a:lnTo>
                <a:lnTo>
                  <a:pt x="173164" y="173736"/>
                </a:lnTo>
                <a:lnTo>
                  <a:pt x="48768" y="173736"/>
                </a:lnTo>
                <a:lnTo>
                  <a:pt x="48768" y="217931"/>
                </a:lnTo>
                <a:lnTo>
                  <a:pt x="164592" y="217931"/>
                </a:lnTo>
                <a:lnTo>
                  <a:pt x="164592" y="227076"/>
                </a:lnTo>
                <a:lnTo>
                  <a:pt x="48768" y="227076"/>
                </a:lnTo>
                <a:lnTo>
                  <a:pt x="48768" y="277368"/>
                </a:lnTo>
                <a:lnTo>
                  <a:pt x="164592" y="277368"/>
                </a:lnTo>
                <a:lnTo>
                  <a:pt x="164592" y="288036"/>
                </a:lnTo>
                <a:lnTo>
                  <a:pt x="48768" y="288036"/>
                </a:lnTo>
                <a:lnTo>
                  <a:pt x="48768" y="393192"/>
                </a:lnTo>
                <a:lnTo>
                  <a:pt x="22860" y="406908"/>
                </a:lnTo>
                <a:close/>
              </a:path>
              <a:path w="388620" h="407035">
                <a:moveTo>
                  <a:pt x="164592" y="217931"/>
                </a:moveTo>
                <a:lnTo>
                  <a:pt x="141732" y="217931"/>
                </a:lnTo>
                <a:lnTo>
                  <a:pt x="141732" y="173736"/>
                </a:lnTo>
                <a:lnTo>
                  <a:pt x="173164" y="173736"/>
                </a:lnTo>
                <a:lnTo>
                  <a:pt x="164592" y="181356"/>
                </a:lnTo>
                <a:lnTo>
                  <a:pt x="164592" y="217931"/>
                </a:lnTo>
                <a:close/>
              </a:path>
              <a:path w="388620" h="407035">
                <a:moveTo>
                  <a:pt x="164592" y="277368"/>
                </a:moveTo>
                <a:lnTo>
                  <a:pt x="141732" y="277368"/>
                </a:lnTo>
                <a:lnTo>
                  <a:pt x="141732" y="227076"/>
                </a:lnTo>
                <a:lnTo>
                  <a:pt x="164592" y="227076"/>
                </a:lnTo>
                <a:lnTo>
                  <a:pt x="164592" y="277368"/>
                </a:lnTo>
                <a:close/>
              </a:path>
              <a:path w="388620" h="407035">
                <a:moveTo>
                  <a:pt x="163752" y="368808"/>
                </a:moveTo>
                <a:lnTo>
                  <a:pt x="137160" y="368808"/>
                </a:lnTo>
                <a:lnTo>
                  <a:pt x="141732" y="362712"/>
                </a:lnTo>
                <a:lnTo>
                  <a:pt x="141732" y="288036"/>
                </a:lnTo>
                <a:lnTo>
                  <a:pt x="164592" y="288036"/>
                </a:lnTo>
                <a:lnTo>
                  <a:pt x="164592" y="358139"/>
                </a:lnTo>
                <a:lnTo>
                  <a:pt x="163752" y="368808"/>
                </a:lnTo>
                <a:close/>
              </a:path>
              <a:path w="388620" h="407035">
                <a:moveTo>
                  <a:pt x="129540" y="406908"/>
                </a:moveTo>
                <a:lnTo>
                  <a:pt x="125825" y="396073"/>
                </a:lnTo>
                <a:lnTo>
                  <a:pt x="116966" y="386524"/>
                </a:lnTo>
                <a:lnTo>
                  <a:pt x="102965" y="378404"/>
                </a:lnTo>
                <a:lnTo>
                  <a:pt x="83820" y="371856"/>
                </a:lnTo>
                <a:lnTo>
                  <a:pt x="83820" y="365760"/>
                </a:lnTo>
                <a:lnTo>
                  <a:pt x="121753" y="368546"/>
                </a:lnTo>
                <a:lnTo>
                  <a:pt x="129540" y="368808"/>
                </a:lnTo>
                <a:lnTo>
                  <a:pt x="163752" y="368808"/>
                </a:lnTo>
                <a:lnTo>
                  <a:pt x="163401" y="373260"/>
                </a:lnTo>
                <a:lnTo>
                  <a:pt x="157352" y="386524"/>
                </a:lnTo>
                <a:lnTo>
                  <a:pt x="146161" y="397787"/>
                </a:lnTo>
                <a:lnTo>
                  <a:pt x="129540" y="406908"/>
                </a:lnTo>
                <a:close/>
              </a:path>
              <a:path w="388620" h="407035">
                <a:moveTo>
                  <a:pt x="332232" y="182880"/>
                </a:moveTo>
                <a:lnTo>
                  <a:pt x="259080" y="182880"/>
                </a:lnTo>
                <a:lnTo>
                  <a:pt x="243078" y="181094"/>
                </a:lnTo>
                <a:lnTo>
                  <a:pt x="231648" y="175450"/>
                </a:lnTo>
                <a:lnTo>
                  <a:pt x="224790" y="165520"/>
                </a:lnTo>
                <a:lnTo>
                  <a:pt x="222504" y="150876"/>
                </a:lnTo>
                <a:lnTo>
                  <a:pt x="222428" y="83605"/>
                </a:lnTo>
                <a:lnTo>
                  <a:pt x="222313" y="55054"/>
                </a:lnTo>
                <a:lnTo>
                  <a:pt x="221861" y="26360"/>
                </a:lnTo>
                <a:lnTo>
                  <a:pt x="220980" y="10668"/>
                </a:lnTo>
                <a:lnTo>
                  <a:pt x="262128" y="27432"/>
                </a:lnTo>
                <a:lnTo>
                  <a:pt x="245364" y="41148"/>
                </a:lnTo>
                <a:lnTo>
                  <a:pt x="245364" y="102108"/>
                </a:lnTo>
                <a:lnTo>
                  <a:pt x="270004" y="102108"/>
                </a:lnTo>
                <a:lnTo>
                  <a:pt x="266509" y="103560"/>
                </a:lnTo>
                <a:lnTo>
                  <a:pt x="245364" y="111252"/>
                </a:lnTo>
                <a:lnTo>
                  <a:pt x="245364" y="144780"/>
                </a:lnTo>
                <a:lnTo>
                  <a:pt x="247054" y="152781"/>
                </a:lnTo>
                <a:lnTo>
                  <a:pt x="252031" y="158496"/>
                </a:lnTo>
                <a:lnTo>
                  <a:pt x="260151" y="161925"/>
                </a:lnTo>
                <a:lnTo>
                  <a:pt x="271272" y="163068"/>
                </a:lnTo>
                <a:lnTo>
                  <a:pt x="380521" y="163068"/>
                </a:lnTo>
                <a:lnTo>
                  <a:pt x="375951" y="170021"/>
                </a:lnTo>
                <a:lnTo>
                  <a:pt x="365379" y="177165"/>
                </a:lnTo>
                <a:lnTo>
                  <a:pt x="350805" y="181451"/>
                </a:lnTo>
                <a:lnTo>
                  <a:pt x="332232" y="182880"/>
                </a:lnTo>
                <a:close/>
              </a:path>
              <a:path w="388620" h="407035">
                <a:moveTo>
                  <a:pt x="270004" y="102108"/>
                </a:moveTo>
                <a:lnTo>
                  <a:pt x="245364" y="102108"/>
                </a:lnTo>
                <a:lnTo>
                  <a:pt x="270843" y="88058"/>
                </a:lnTo>
                <a:lnTo>
                  <a:pt x="292608" y="73152"/>
                </a:lnTo>
                <a:lnTo>
                  <a:pt x="310943" y="57102"/>
                </a:lnTo>
                <a:lnTo>
                  <a:pt x="326136" y="39624"/>
                </a:lnTo>
                <a:lnTo>
                  <a:pt x="352044" y="70104"/>
                </a:lnTo>
                <a:lnTo>
                  <a:pt x="336804" y="71628"/>
                </a:lnTo>
                <a:lnTo>
                  <a:pt x="312229" y="83605"/>
                </a:lnTo>
                <a:lnTo>
                  <a:pt x="288798" y="94297"/>
                </a:lnTo>
                <a:lnTo>
                  <a:pt x="270004" y="102108"/>
                </a:lnTo>
                <a:close/>
              </a:path>
              <a:path w="388620" h="407035">
                <a:moveTo>
                  <a:pt x="380521" y="163068"/>
                </a:moveTo>
                <a:lnTo>
                  <a:pt x="330708" y="163068"/>
                </a:lnTo>
                <a:lnTo>
                  <a:pt x="338732" y="161925"/>
                </a:lnTo>
                <a:lnTo>
                  <a:pt x="344614" y="158496"/>
                </a:lnTo>
                <a:lnTo>
                  <a:pt x="348495" y="152781"/>
                </a:lnTo>
                <a:lnTo>
                  <a:pt x="350520" y="144780"/>
                </a:lnTo>
                <a:lnTo>
                  <a:pt x="350758" y="135945"/>
                </a:lnTo>
                <a:lnTo>
                  <a:pt x="351282" y="125539"/>
                </a:lnTo>
                <a:lnTo>
                  <a:pt x="351805" y="113704"/>
                </a:lnTo>
                <a:lnTo>
                  <a:pt x="352044" y="100584"/>
                </a:lnTo>
                <a:lnTo>
                  <a:pt x="358140" y="100584"/>
                </a:lnTo>
                <a:lnTo>
                  <a:pt x="364236" y="138684"/>
                </a:lnTo>
                <a:lnTo>
                  <a:pt x="382524" y="160019"/>
                </a:lnTo>
                <a:lnTo>
                  <a:pt x="380521" y="163068"/>
                </a:lnTo>
                <a:close/>
              </a:path>
              <a:path w="388620" h="407035">
                <a:moveTo>
                  <a:pt x="336804" y="393192"/>
                </a:moveTo>
                <a:lnTo>
                  <a:pt x="256032" y="393192"/>
                </a:lnTo>
                <a:lnTo>
                  <a:pt x="240006" y="391191"/>
                </a:lnTo>
                <a:lnTo>
                  <a:pt x="228409" y="385191"/>
                </a:lnTo>
                <a:lnTo>
                  <a:pt x="221099" y="375189"/>
                </a:lnTo>
                <a:lnTo>
                  <a:pt x="217932" y="361187"/>
                </a:lnTo>
                <a:lnTo>
                  <a:pt x="217878" y="292607"/>
                </a:lnTo>
                <a:lnTo>
                  <a:pt x="217778" y="265104"/>
                </a:lnTo>
                <a:lnTo>
                  <a:pt x="217670" y="249936"/>
                </a:lnTo>
                <a:lnTo>
                  <a:pt x="217289" y="223170"/>
                </a:lnTo>
                <a:lnTo>
                  <a:pt x="216408" y="205740"/>
                </a:lnTo>
                <a:lnTo>
                  <a:pt x="256032" y="224028"/>
                </a:lnTo>
                <a:lnTo>
                  <a:pt x="240792" y="236219"/>
                </a:lnTo>
                <a:lnTo>
                  <a:pt x="240792" y="292607"/>
                </a:lnTo>
                <a:lnTo>
                  <a:pt x="260500" y="292607"/>
                </a:lnTo>
                <a:lnTo>
                  <a:pt x="240792" y="301752"/>
                </a:lnTo>
                <a:lnTo>
                  <a:pt x="240792" y="345948"/>
                </a:lnTo>
                <a:lnTo>
                  <a:pt x="242482" y="357925"/>
                </a:lnTo>
                <a:lnTo>
                  <a:pt x="247459" y="366331"/>
                </a:lnTo>
                <a:lnTo>
                  <a:pt x="255579" y="371022"/>
                </a:lnTo>
                <a:lnTo>
                  <a:pt x="266699" y="371856"/>
                </a:lnTo>
                <a:lnTo>
                  <a:pt x="385681" y="371856"/>
                </a:lnTo>
                <a:lnTo>
                  <a:pt x="382023" y="377547"/>
                </a:lnTo>
                <a:lnTo>
                  <a:pt x="371284" y="385381"/>
                </a:lnTo>
                <a:lnTo>
                  <a:pt x="356258" y="390644"/>
                </a:lnTo>
                <a:lnTo>
                  <a:pt x="336804" y="393192"/>
                </a:lnTo>
                <a:close/>
              </a:path>
              <a:path w="388620" h="407035">
                <a:moveTo>
                  <a:pt x="260500" y="292607"/>
                </a:moveTo>
                <a:lnTo>
                  <a:pt x="240792" y="292607"/>
                </a:lnTo>
                <a:lnTo>
                  <a:pt x="268771" y="275153"/>
                </a:lnTo>
                <a:lnTo>
                  <a:pt x="293179" y="256984"/>
                </a:lnTo>
                <a:lnTo>
                  <a:pt x="313872" y="237958"/>
                </a:lnTo>
                <a:lnTo>
                  <a:pt x="330708" y="217931"/>
                </a:lnTo>
                <a:lnTo>
                  <a:pt x="358140" y="249936"/>
                </a:lnTo>
                <a:lnTo>
                  <a:pt x="342900" y="249936"/>
                </a:lnTo>
                <a:lnTo>
                  <a:pt x="315158" y="265104"/>
                </a:lnTo>
                <a:lnTo>
                  <a:pt x="288988" y="278701"/>
                </a:lnTo>
                <a:lnTo>
                  <a:pt x="264247" y="290869"/>
                </a:lnTo>
                <a:lnTo>
                  <a:pt x="260500" y="292607"/>
                </a:lnTo>
                <a:close/>
              </a:path>
              <a:path w="388620" h="407035">
                <a:moveTo>
                  <a:pt x="385681" y="371856"/>
                </a:moveTo>
                <a:lnTo>
                  <a:pt x="333756" y="371856"/>
                </a:lnTo>
                <a:lnTo>
                  <a:pt x="342661" y="369546"/>
                </a:lnTo>
                <a:lnTo>
                  <a:pt x="348996" y="364807"/>
                </a:lnTo>
                <a:lnTo>
                  <a:pt x="353044" y="357497"/>
                </a:lnTo>
                <a:lnTo>
                  <a:pt x="355092" y="347472"/>
                </a:lnTo>
                <a:lnTo>
                  <a:pt x="355115" y="336875"/>
                </a:lnTo>
                <a:lnTo>
                  <a:pt x="355282" y="325564"/>
                </a:lnTo>
                <a:lnTo>
                  <a:pt x="355734" y="313396"/>
                </a:lnTo>
                <a:lnTo>
                  <a:pt x="356616" y="300228"/>
                </a:lnTo>
                <a:lnTo>
                  <a:pt x="364236" y="300228"/>
                </a:lnTo>
                <a:lnTo>
                  <a:pt x="365402" y="314253"/>
                </a:lnTo>
                <a:lnTo>
                  <a:pt x="366712" y="326707"/>
                </a:lnTo>
                <a:lnTo>
                  <a:pt x="382333" y="364402"/>
                </a:lnTo>
                <a:lnTo>
                  <a:pt x="388620" y="367284"/>
                </a:lnTo>
                <a:lnTo>
                  <a:pt x="385681" y="37185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" name="object 68"/>
          <p:cNvSpPr/>
          <p:nvPr/>
        </p:nvSpPr>
        <p:spPr>
          <a:xfrm>
            <a:off x="4829555" y="3451859"/>
            <a:ext cx="356870" cy="402590"/>
          </a:xfrm>
          <a:custGeom>
            <a:avLst/>
            <a:gdLst/>
            <a:ahLst/>
            <a:cxnLst/>
            <a:rect l="l" t="t" r="r" b="b"/>
            <a:pathLst>
              <a:path w="356870" h="402589">
                <a:moveTo>
                  <a:pt x="53340" y="89916"/>
                </a:moveTo>
                <a:lnTo>
                  <a:pt x="42672" y="89916"/>
                </a:lnTo>
                <a:lnTo>
                  <a:pt x="50696" y="62793"/>
                </a:lnTo>
                <a:lnTo>
                  <a:pt x="56578" y="38671"/>
                </a:lnTo>
                <a:lnTo>
                  <a:pt x="60459" y="17692"/>
                </a:lnTo>
                <a:lnTo>
                  <a:pt x="62484" y="0"/>
                </a:lnTo>
                <a:lnTo>
                  <a:pt x="100584" y="21336"/>
                </a:lnTo>
                <a:lnTo>
                  <a:pt x="91487" y="29051"/>
                </a:lnTo>
                <a:lnTo>
                  <a:pt x="80391" y="43053"/>
                </a:lnTo>
                <a:lnTo>
                  <a:pt x="67579" y="63341"/>
                </a:lnTo>
                <a:lnTo>
                  <a:pt x="53340" y="89916"/>
                </a:lnTo>
                <a:close/>
              </a:path>
              <a:path w="356870" h="402589">
                <a:moveTo>
                  <a:pt x="147828" y="192024"/>
                </a:moveTo>
                <a:lnTo>
                  <a:pt x="141732" y="187452"/>
                </a:lnTo>
                <a:lnTo>
                  <a:pt x="158877" y="160615"/>
                </a:lnTo>
                <a:lnTo>
                  <a:pt x="173736" y="135064"/>
                </a:lnTo>
                <a:lnTo>
                  <a:pt x="196596" y="88392"/>
                </a:lnTo>
                <a:lnTo>
                  <a:pt x="211264" y="44958"/>
                </a:lnTo>
                <a:lnTo>
                  <a:pt x="222503" y="1524"/>
                </a:lnTo>
                <a:lnTo>
                  <a:pt x="260603" y="24384"/>
                </a:lnTo>
                <a:lnTo>
                  <a:pt x="252626" y="32361"/>
                </a:lnTo>
                <a:lnTo>
                  <a:pt x="242506" y="47053"/>
                </a:lnTo>
                <a:lnTo>
                  <a:pt x="230385" y="68318"/>
                </a:lnTo>
                <a:lnTo>
                  <a:pt x="216408" y="96012"/>
                </a:lnTo>
                <a:lnTo>
                  <a:pt x="350520" y="96012"/>
                </a:lnTo>
                <a:lnTo>
                  <a:pt x="356616" y="102108"/>
                </a:lnTo>
                <a:lnTo>
                  <a:pt x="350329" y="106680"/>
                </a:lnTo>
                <a:lnTo>
                  <a:pt x="213360" y="106680"/>
                </a:lnTo>
                <a:lnTo>
                  <a:pt x="197977" y="130730"/>
                </a:lnTo>
                <a:lnTo>
                  <a:pt x="181737" y="152781"/>
                </a:lnTo>
                <a:lnTo>
                  <a:pt x="164925" y="173116"/>
                </a:lnTo>
                <a:lnTo>
                  <a:pt x="147828" y="192024"/>
                </a:lnTo>
                <a:close/>
              </a:path>
              <a:path w="356870" h="402589">
                <a:moveTo>
                  <a:pt x="144780" y="89916"/>
                </a:moveTo>
                <a:lnTo>
                  <a:pt x="111252" y="89916"/>
                </a:lnTo>
                <a:lnTo>
                  <a:pt x="128016" y="73152"/>
                </a:lnTo>
                <a:lnTo>
                  <a:pt x="144780" y="89916"/>
                </a:lnTo>
                <a:close/>
              </a:path>
              <a:path w="356870" h="402589">
                <a:moveTo>
                  <a:pt x="0" y="397764"/>
                </a:moveTo>
                <a:lnTo>
                  <a:pt x="834" y="359664"/>
                </a:lnTo>
                <a:lnTo>
                  <a:pt x="935" y="352615"/>
                </a:lnTo>
                <a:lnTo>
                  <a:pt x="1333" y="316992"/>
                </a:lnTo>
                <a:lnTo>
                  <a:pt x="1423" y="176784"/>
                </a:lnTo>
                <a:lnTo>
                  <a:pt x="1309" y="152781"/>
                </a:lnTo>
                <a:lnTo>
                  <a:pt x="881" y="114704"/>
                </a:lnTo>
                <a:lnTo>
                  <a:pt x="0" y="74676"/>
                </a:lnTo>
                <a:lnTo>
                  <a:pt x="25908" y="89916"/>
                </a:lnTo>
                <a:lnTo>
                  <a:pt x="144780" y="89916"/>
                </a:lnTo>
                <a:lnTo>
                  <a:pt x="153924" y="99060"/>
                </a:lnTo>
                <a:lnTo>
                  <a:pt x="151828" y="100584"/>
                </a:lnTo>
                <a:lnTo>
                  <a:pt x="24384" y="100584"/>
                </a:lnTo>
                <a:lnTo>
                  <a:pt x="24384" y="211836"/>
                </a:lnTo>
                <a:lnTo>
                  <a:pt x="137205" y="211836"/>
                </a:lnTo>
                <a:lnTo>
                  <a:pt x="137219" y="222504"/>
                </a:lnTo>
                <a:lnTo>
                  <a:pt x="24384" y="222504"/>
                </a:lnTo>
                <a:lnTo>
                  <a:pt x="24384" y="344424"/>
                </a:lnTo>
                <a:lnTo>
                  <a:pt x="137914" y="344424"/>
                </a:lnTo>
                <a:lnTo>
                  <a:pt x="137940" y="346850"/>
                </a:lnTo>
                <a:lnTo>
                  <a:pt x="138137" y="355092"/>
                </a:lnTo>
                <a:lnTo>
                  <a:pt x="24384" y="355092"/>
                </a:lnTo>
                <a:lnTo>
                  <a:pt x="24384" y="384048"/>
                </a:lnTo>
                <a:lnTo>
                  <a:pt x="0" y="397764"/>
                </a:lnTo>
                <a:close/>
              </a:path>
              <a:path w="356870" h="402589">
                <a:moveTo>
                  <a:pt x="350520" y="96012"/>
                </a:moveTo>
                <a:lnTo>
                  <a:pt x="310896" y="96012"/>
                </a:lnTo>
                <a:lnTo>
                  <a:pt x="330708" y="76200"/>
                </a:lnTo>
                <a:lnTo>
                  <a:pt x="350520" y="96012"/>
                </a:lnTo>
                <a:close/>
              </a:path>
              <a:path w="356870" h="402589">
                <a:moveTo>
                  <a:pt x="137205" y="211836"/>
                </a:moveTo>
                <a:lnTo>
                  <a:pt x="114300" y="211836"/>
                </a:lnTo>
                <a:lnTo>
                  <a:pt x="114300" y="100584"/>
                </a:lnTo>
                <a:lnTo>
                  <a:pt x="151828" y="100584"/>
                </a:lnTo>
                <a:lnTo>
                  <a:pt x="137160" y="111252"/>
                </a:lnTo>
                <a:lnTo>
                  <a:pt x="137205" y="211836"/>
                </a:lnTo>
                <a:close/>
              </a:path>
              <a:path w="356870" h="402589">
                <a:moveTo>
                  <a:pt x="327213" y="359664"/>
                </a:moveTo>
                <a:lnTo>
                  <a:pt x="283464" y="359664"/>
                </a:lnTo>
                <a:lnTo>
                  <a:pt x="291750" y="357925"/>
                </a:lnTo>
                <a:lnTo>
                  <a:pt x="298323" y="352615"/>
                </a:lnTo>
                <a:lnTo>
                  <a:pt x="308586" y="305562"/>
                </a:lnTo>
                <a:lnTo>
                  <a:pt x="310705" y="259842"/>
                </a:lnTo>
                <a:lnTo>
                  <a:pt x="312528" y="193929"/>
                </a:lnTo>
                <a:lnTo>
                  <a:pt x="313944" y="106680"/>
                </a:lnTo>
                <a:lnTo>
                  <a:pt x="350329" y="106680"/>
                </a:lnTo>
                <a:lnTo>
                  <a:pt x="339852" y="114300"/>
                </a:lnTo>
                <a:lnTo>
                  <a:pt x="338780" y="186976"/>
                </a:lnTo>
                <a:lnTo>
                  <a:pt x="337291" y="249167"/>
                </a:lnTo>
                <a:lnTo>
                  <a:pt x="335462" y="295570"/>
                </a:lnTo>
                <a:lnTo>
                  <a:pt x="333268" y="327855"/>
                </a:lnTo>
                <a:lnTo>
                  <a:pt x="330708" y="345948"/>
                </a:lnTo>
                <a:lnTo>
                  <a:pt x="327856" y="357925"/>
                </a:lnTo>
                <a:lnTo>
                  <a:pt x="327213" y="359664"/>
                </a:lnTo>
                <a:close/>
              </a:path>
              <a:path w="356870" h="402589">
                <a:moveTo>
                  <a:pt x="231648" y="269748"/>
                </a:moveTo>
                <a:lnTo>
                  <a:pt x="228600" y="269748"/>
                </a:lnTo>
                <a:lnTo>
                  <a:pt x="225456" y="268295"/>
                </a:lnTo>
                <a:lnTo>
                  <a:pt x="222885" y="263842"/>
                </a:lnTo>
                <a:lnTo>
                  <a:pt x="220884" y="256246"/>
                </a:lnTo>
                <a:lnTo>
                  <a:pt x="219456" y="245364"/>
                </a:lnTo>
                <a:lnTo>
                  <a:pt x="214884" y="228219"/>
                </a:lnTo>
                <a:lnTo>
                  <a:pt x="208026" y="211074"/>
                </a:lnTo>
                <a:lnTo>
                  <a:pt x="198882" y="193929"/>
                </a:lnTo>
                <a:lnTo>
                  <a:pt x="187452" y="176784"/>
                </a:lnTo>
                <a:lnTo>
                  <a:pt x="190500" y="172212"/>
                </a:lnTo>
                <a:lnTo>
                  <a:pt x="224028" y="199644"/>
                </a:lnTo>
                <a:lnTo>
                  <a:pt x="243840" y="228600"/>
                </a:lnTo>
                <a:lnTo>
                  <a:pt x="246888" y="234696"/>
                </a:lnTo>
                <a:lnTo>
                  <a:pt x="246888" y="248412"/>
                </a:lnTo>
                <a:lnTo>
                  <a:pt x="243840" y="254508"/>
                </a:lnTo>
                <a:lnTo>
                  <a:pt x="234696" y="266700"/>
                </a:lnTo>
                <a:lnTo>
                  <a:pt x="231648" y="269748"/>
                </a:lnTo>
                <a:close/>
              </a:path>
              <a:path w="356870" h="402589">
                <a:moveTo>
                  <a:pt x="137914" y="344424"/>
                </a:moveTo>
                <a:lnTo>
                  <a:pt x="114300" y="344424"/>
                </a:lnTo>
                <a:lnTo>
                  <a:pt x="114300" y="222504"/>
                </a:lnTo>
                <a:lnTo>
                  <a:pt x="137219" y="222504"/>
                </a:lnTo>
                <a:lnTo>
                  <a:pt x="137337" y="269748"/>
                </a:lnTo>
                <a:lnTo>
                  <a:pt x="137498" y="305562"/>
                </a:lnTo>
                <a:lnTo>
                  <a:pt x="137914" y="344424"/>
                </a:lnTo>
                <a:close/>
              </a:path>
              <a:path w="356870" h="402589">
                <a:moveTo>
                  <a:pt x="277367" y="402336"/>
                </a:moveTo>
                <a:lnTo>
                  <a:pt x="271129" y="388596"/>
                </a:lnTo>
                <a:lnTo>
                  <a:pt x="259461" y="376999"/>
                </a:lnTo>
                <a:lnTo>
                  <a:pt x="242649" y="367403"/>
                </a:lnTo>
                <a:lnTo>
                  <a:pt x="220979" y="359664"/>
                </a:lnTo>
                <a:lnTo>
                  <a:pt x="220979" y="352044"/>
                </a:lnTo>
                <a:lnTo>
                  <a:pt x="241030" y="355163"/>
                </a:lnTo>
                <a:lnTo>
                  <a:pt x="257937" y="357568"/>
                </a:lnTo>
                <a:lnTo>
                  <a:pt x="271986" y="359116"/>
                </a:lnTo>
                <a:lnTo>
                  <a:pt x="283464" y="359664"/>
                </a:lnTo>
                <a:lnTo>
                  <a:pt x="327213" y="359664"/>
                </a:lnTo>
                <a:lnTo>
                  <a:pt x="324040" y="368236"/>
                </a:lnTo>
                <a:lnTo>
                  <a:pt x="289023" y="397764"/>
                </a:lnTo>
                <a:lnTo>
                  <a:pt x="277367" y="402336"/>
                </a:lnTo>
                <a:close/>
              </a:path>
              <a:path w="356870" h="402589">
                <a:moveTo>
                  <a:pt x="114300" y="391668"/>
                </a:moveTo>
                <a:lnTo>
                  <a:pt x="114300" y="355092"/>
                </a:lnTo>
                <a:lnTo>
                  <a:pt x="138137" y="355092"/>
                </a:lnTo>
                <a:lnTo>
                  <a:pt x="138684" y="377952"/>
                </a:lnTo>
                <a:lnTo>
                  <a:pt x="114300" y="39166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" name="object 69"/>
          <p:cNvSpPr/>
          <p:nvPr/>
        </p:nvSpPr>
        <p:spPr>
          <a:xfrm>
            <a:off x="5247132" y="3450335"/>
            <a:ext cx="399415" cy="407034"/>
          </a:xfrm>
          <a:custGeom>
            <a:avLst/>
            <a:gdLst/>
            <a:ahLst/>
            <a:cxnLst/>
            <a:rect l="l" t="t" r="r" b="b"/>
            <a:pathLst>
              <a:path w="399414" h="407035">
                <a:moveTo>
                  <a:pt x="202692" y="73152"/>
                </a:moveTo>
                <a:lnTo>
                  <a:pt x="196596" y="73152"/>
                </a:lnTo>
                <a:lnTo>
                  <a:pt x="192024" y="68580"/>
                </a:lnTo>
                <a:lnTo>
                  <a:pt x="188976" y="57912"/>
                </a:lnTo>
                <a:lnTo>
                  <a:pt x="183522" y="45934"/>
                </a:lnTo>
                <a:lnTo>
                  <a:pt x="176212" y="32956"/>
                </a:lnTo>
                <a:lnTo>
                  <a:pt x="166901" y="19121"/>
                </a:lnTo>
                <a:lnTo>
                  <a:pt x="155448" y="4572"/>
                </a:lnTo>
                <a:lnTo>
                  <a:pt x="161544" y="0"/>
                </a:lnTo>
                <a:lnTo>
                  <a:pt x="185570" y="13120"/>
                </a:lnTo>
                <a:lnTo>
                  <a:pt x="202882" y="24955"/>
                </a:lnTo>
                <a:lnTo>
                  <a:pt x="213621" y="35361"/>
                </a:lnTo>
                <a:lnTo>
                  <a:pt x="217932" y="44196"/>
                </a:lnTo>
                <a:lnTo>
                  <a:pt x="217932" y="53340"/>
                </a:lnTo>
                <a:lnTo>
                  <a:pt x="216408" y="60960"/>
                </a:lnTo>
                <a:lnTo>
                  <a:pt x="210312" y="65532"/>
                </a:lnTo>
                <a:lnTo>
                  <a:pt x="202692" y="73152"/>
                </a:lnTo>
                <a:close/>
              </a:path>
              <a:path w="399414" h="407035">
                <a:moveTo>
                  <a:pt x="15240" y="91440"/>
                </a:moveTo>
                <a:lnTo>
                  <a:pt x="0" y="76200"/>
                </a:lnTo>
                <a:lnTo>
                  <a:pt x="326136" y="76200"/>
                </a:lnTo>
                <a:lnTo>
                  <a:pt x="353568" y="48768"/>
                </a:lnTo>
                <a:lnTo>
                  <a:pt x="391668" y="86868"/>
                </a:lnTo>
                <a:lnTo>
                  <a:pt x="54864" y="86868"/>
                </a:lnTo>
                <a:lnTo>
                  <a:pt x="44600" y="87153"/>
                </a:lnTo>
                <a:lnTo>
                  <a:pt x="34480" y="88011"/>
                </a:lnTo>
                <a:lnTo>
                  <a:pt x="24645" y="89439"/>
                </a:lnTo>
                <a:lnTo>
                  <a:pt x="15240" y="91440"/>
                </a:lnTo>
                <a:close/>
              </a:path>
              <a:path w="399414" h="407035">
                <a:moveTo>
                  <a:pt x="6096" y="220979"/>
                </a:moveTo>
                <a:lnTo>
                  <a:pt x="4572" y="214884"/>
                </a:lnTo>
                <a:lnTo>
                  <a:pt x="25693" y="200382"/>
                </a:lnTo>
                <a:lnTo>
                  <a:pt x="45529" y="184594"/>
                </a:lnTo>
                <a:lnTo>
                  <a:pt x="80772" y="150876"/>
                </a:lnTo>
                <a:lnTo>
                  <a:pt x="108394" y="120205"/>
                </a:lnTo>
                <a:lnTo>
                  <a:pt x="123444" y="97536"/>
                </a:lnTo>
                <a:lnTo>
                  <a:pt x="153924" y="124968"/>
                </a:lnTo>
                <a:lnTo>
                  <a:pt x="137160" y="131064"/>
                </a:lnTo>
                <a:lnTo>
                  <a:pt x="99964" y="162472"/>
                </a:lnTo>
                <a:lnTo>
                  <a:pt x="65913" y="188023"/>
                </a:lnTo>
                <a:lnTo>
                  <a:pt x="34718" y="207573"/>
                </a:lnTo>
                <a:lnTo>
                  <a:pt x="6096" y="220979"/>
                </a:lnTo>
                <a:close/>
              </a:path>
              <a:path w="399414" h="407035">
                <a:moveTo>
                  <a:pt x="347472" y="208788"/>
                </a:moveTo>
                <a:lnTo>
                  <a:pt x="341376" y="208788"/>
                </a:lnTo>
                <a:lnTo>
                  <a:pt x="338328" y="204215"/>
                </a:lnTo>
                <a:lnTo>
                  <a:pt x="333756" y="196596"/>
                </a:lnTo>
                <a:lnTo>
                  <a:pt x="326350" y="186332"/>
                </a:lnTo>
                <a:lnTo>
                  <a:pt x="317944" y="176212"/>
                </a:lnTo>
                <a:lnTo>
                  <a:pt x="308681" y="166377"/>
                </a:lnTo>
                <a:lnTo>
                  <a:pt x="298704" y="156972"/>
                </a:lnTo>
                <a:lnTo>
                  <a:pt x="288131" y="146375"/>
                </a:lnTo>
                <a:lnTo>
                  <a:pt x="274701" y="135064"/>
                </a:lnTo>
                <a:lnTo>
                  <a:pt x="258413" y="122896"/>
                </a:lnTo>
                <a:lnTo>
                  <a:pt x="239268" y="109728"/>
                </a:lnTo>
                <a:lnTo>
                  <a:pt x="242316" y="102108"/>
                </a:lnTo>
                <a:lnTo>
                  <a:pt x="295084" y="127254"/>
                </a:lnTo>
                <a:lnTo>
                  <a:pt x="330708" y="147828"/>
                </a:lnTo>
                <a:lnTo>
                  <a:pt x="358140" y="182879"/>
                </a:lnTo>
                <a:lnTo>
                  <a:pt x="358140" y="185928"/>
                </a:lnTo>
                <a:lnTo>
                  <a:pt x="356616" y="190500"/>
                </a:lnTo>
                <a:lnTo>
                  <a:pt x="350520" y="205740"/>
                </a:lnTo>
                <a:lnTo>
                  <a:pt x="347472" y="208788"/>
                </a:lnTo>
                <a:close/>
              </a:path>
              <a:path w="399414" h="407035">
                <a:moveTo>
                  <a:pt x="218026" y="288036"/>
                </a:moveTo>
                <a:lnTo>
                  <a:pt x="192024" y="288036"/>
                </a:lnTo>
                <a:lnTo>
                  <a:pt x="209430" y="262890"/>
                </a:lnTo>
                <a:lnTo>
                  <a:pt x="224980" y="233172"/>
                </a:lnTo>
                <a:lnTo>
                  <a:pt x="238529" y="198882"/>
                </a:lnTo>
                <a:lnTo>
                  <a:pt x="249936" y="160020"/>
                </a:lnTo>
                <a:lnTo>
                  <a:pt x="289560" y="184403"/>
                </a:lnTo>
                <a:lnTo>
                  <a:pt x="272796" y="193548"/>
                </a:lnTo>
                <a:lnTo>
                  <a:pt x="255651" y="228076"/>
                </a:lnTo>
                <a:lnTo>
                  <a:pt x="238506" y="258318"/>
                </a:lnTo>
                <a:lnTo>
                  <a:pt x="221361" y="283987"/>
                </a:lnTo>
                <a:lnTo>
                  <a:pt x="218026" y="288036"/>
                </a:lnTo>
                <a:close/>
              </a:path>
              <a:path w="399414" h="407035">
                <a:moveTo>
                  <a:pt x="3048" y="406908"/>
                </a:moveTo>
                <a:lnTo>
                  <a:pt x="1524" y="399288"/>
                </a:lnTo>
                <a:lnTo>
                  <a:pt x="52935" y="381309"/>
                </a:lnTo>
                <a:lnTo>
                  <a:pt x="99631" y="359473"/>
                </a:lnTo>
                <a:lnTo>
                  <a:pt x="141470" y="333922"/>
                </a:lnTo>
                <a:lnTo>
                  <a:pt x="178308" y="304800"/>
                </a:lnTo>
                <a:lnTo>
                  <a:pt x="160615" y="276534"/>
                </a:lnTo>
                <a:lnTo>
                  <a:pt x="144208" y="244411"/>
                </a:lnTo>
                <a:lnTo>
                  <a:pt x="129230" y="208573"/>
                </a:lnTo>
                <a:lnTo>
                  <a:pt x="115824" y="169164"/>
                </a:lnTo>
                <a:lnTo>
                  <a:pt x="123444" y="167640"/>
                </a:lnTo>
                <a:lnTo>
                  <a:pt x="138874" y="202739"/>
                </a:lnTo>
                <a:lnTo>
                  <a:pt x="155448" y="234696"/>
                </a:lnTo>
                <a:lnTo>
                  <a:pt x="173164" y="263223"/>
                </a:lnTo>
                <a:lnTo>
                  <a:pt x="192024" y="288036"/>
                </a:lnTo>
                <a:lnTo>
                  <a:pt x="218026" y="288036"/>
                </a:lnTo>
                <a:lnTo>
                  <a:pt x="204216" y="304800"/>
                </a:lnTo>
                <a:lnTo>
                  <a:pt x="225534" y="320040"/>
                </a:lnTo>
                <a:lnTo>
                  <a:pt x="192024" y="320040"/>
                </a:lnTo>
                <a:lnTo>
                  <a:pt x="152852" y="347757"/>
                </a:lnTo>
                <a:lnTo>
                  <a:pt x="108394" y="371475"/>
                </a:lnTo>
                <a:lnTo>
                  <a:pt x="58507" y="391191"/>
                </a:lnTo>
                <a:lnTo>
                  <a:pt x="3048" y="406908"/>
                </a:lnTo>
                <a:close/>
              </a:path>
              <a:path w="399414" h="407035">
                <a:moveTo>
                  <a:pt x="367284" y="400811"/>
                </a:moveTo>
                <a:lnTo>
                  <a:pt x="312681" y="389691"/>
                </a:lnTo>
                <a:lnTo>
                  <a:pt x="265366" y="372427"/>
                </a:lnTo>
                <a:lnTo>
                  <a:pt x="225194" y="349162"/>
                </a:lnTo>
                <a:lnTo>
                  <a:pt x="192024" y="320040"/>
                </a:lnTo>
                <a:lnTo>
                  <a:pt x="225534" y="320040"/>
                </a:lnTo>
                <a:lnTo>
                  <a:pt x="244554" y="333636"/>
                </a:lnTo>
                <a:lnTo>
                  <a:pt x="290322" y="353758"/>
                </a:lnTo>
                <a:lnTo>
                  <a:pt x="341804" y="365021"/>
                </a:lnTo>
                <a:lnTo>
                  <a:pt x="399288" y="367284"/>
                </a:lnTo>
                <a:lnTo>
                  <a:pt x="399288" y="371856"/>
                </a:lnTo>
                <a:lnTo>
                  <a:pt x="387000" y="378094"/>
                </a:lnTo>
                <a:lnTo>
                  <a:pt x="377571" y="385191"/>
                </a:lnTo>
                <a:lnTo>
                  <a:pt x="370998" y="392858"/>
                </a:lnTo>
                <a:lnTo>
                  <a:pt x="367284" y="40081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" name="object 70"/>
          <p:cNvSpPr/>
          <p:nvPr/>
        </p:nvSpPr>
        <p:spPr>
          <a:xfrm>
            <a:off x="5701284" y="3450335"/>
            <a:ext cx="372110" cy="410209"/>
          </a:xfrm>
          <a:custGeom>
            <a:avLst/>
            <a:gdLst/>
            <a:ahLst/>
            <a:cxnLst/>
            <a:rect l="l" t="t" r="r" b="b"/>
            <a:pathLst>
              <a:path w="372110" h="410210">
                <a:moveTo>
                  <a:pt x="265176" y="60960"/>
                </a:moveTo>
                <a:lnTo>
                  <a:pt x="242316" y="60960"/>
                </a:lnTo>
                <a:lnTo>
                  <a:pt x="242247" y="41148"/>
                </a:lnTo>
                <a:lnTo>
                  <a:pt x="242125" y="29908"/>
                </a:lnTo>
                <a:lnTo>
                  <a:pt x="241673" y="14882"/>
                </a:lnTo>
                <a:lnTo>
                  <a:pt x="240792" y="0"/>
                </a:lnTo>
                <a:lnTo>
                  <a:pt x="280416" y="16764"/>
                </a:lnTo>
                <a:lnTo>
                  <a:pt x="266700" y="27432"/>
                </a:lnTo>
                <a:lnTo>
                  <a:pt x="265818" y="35456"/>
                </a:lnTo>
                <a:lnTo>
                  <a:pt x="265366" y="43624"/>
                </a:lnTo>
                <a:lnTo>
                  <a:pt x="265199" y="52077"/>
                </a:lnTo>
                <a:lnTo>
                  <a:pt x="265176" y="60960"/>
                </a:lnTo>
                <a:close/>
              </a:path>
              <a:path w="372110" h="410210">
                <a:moveTo>
                  <a:pt x="36576" y="73152"/>
                </a:moveTo>
                <a:lnTo>
                  <a:pt x="22860" y="59436"/>
                </a:lnTo>
                <a:lnTo>
                  <a:pt x="97536" y="59436"/>
                </a:lnTo>
                <a:lnTo>
                  <a:pt x="97458" y="35456"/>
                </a:lnTo>
                <a:lnTo>
                  <a:pt x="97345" y="24765"/>
                </a:lnTo>
                <a:lnTo>
                  <a:pt x="96893" y="11858"/>
                </a:lnTo>
                <a:lnTo>
                  <a:pt x="96012" y="1524"/>
                </a:lnTo>
                <a:lnTo>
                  <a:pt x="134112" y="16764"/>
                </a:lnTo>
                <a:lnTo>
                  <a:pt x="121920" y="27432"/>
                </a:lnTo>
                <a:lnTo>
                  <a:pt x="121681" y="35456"/>
                </a:lnTo>
                <a:lnTo>
                  <a:pt x="120634" y="52077"/>
                </a:lnTo>
                <a:lnTo>
                  <a:pt x="120396" y="60960"/>
                </a:lnTo>
                <a:lnTo>
                  <a:pt x="175793" y="60960"/>
                </a:lnTo>
                <a:lnTo>
                  <a:pt x="184480" y="70104"/>
                </a:lnTo>
                <a:lnTo>
                  <a:pt x="62484" y="70104"/>
                </a:lnTo>
                <a:lnTo>
                  <a:pt x="36576" y="73152"/>
                </a:lnTo>
                <a:close/>
              </a:path>
              <a:path w="372110" h="410210">
                <a:moveTo>
                  <a:pt x="175793" y="60960"/>
                </a:moveTo>
                <a:lnTo>
                  <a:pt x="137160" y="60960"/>
                </a:lnTo>
                <a:lnTo>
                  <a:pt x="156972" y="41148"/>
                </a:lnTo>
                <a:lnTo>
                  <a:pt x="175793" y="60960"/>
                </a:lnTo>
                <a:close/>
              </a:path>
              <a:path w="372110" h="410210">
                <a:moveTo>
                  <a:pt x="204216" y="74676"/>
                </a:moveTo>
                <a:lnTo>
                  <a:pt x="190500" y="60960"/>
                </a:lnTo>
                <a:lnTo>
                  <a:pt x="294131" y="60960"/>
                </a:lnTo>
                <a:lnTo>
                  <a:pt x="313943" y="41148"/>
                </a:lnTo>
                <a:lnTo>
                  <a:pt x="342900" y="71628"/>
                </a:lnTo>
                <a:lnTo>
                  <a:pt x="219456" y="71628"/>
                </a:lnTo>
                <a:lnTo>
                  <a:pt x="204216" y="74676"/>
                </a:lnTo>
                <a:close/>
              </a:path>
              <a:path w="372110" h="410210">
                <a:moveTo>
                  <a:pt x="115824" y="115824"/>
                </a:moveTo>
                <a:lnTo>
                  <a:pt x="92964" y="115824"/>
                </a:lnTo>
                <a:lnTo>
                  <a:pt x="95250" y="91821"/>
                </a:lnTo>
                <a:lnTo>
                  <a:pt x="96393" y="80676"/>
                </a:lnTo>
                <a:lnTo>
                  <a:pt x="97536" y="70104"/>
                </a:lnTo>
                <a:lnTo>
                  <a:pt x="184480" y="70104"/>
                </a:lnTo>
                <a:lnTo>
                  <a:pt x="185928" y="71628"/>
                </a:lnTo>
                <a:lnTo>
                  <a:pt x="120396" y="71628"/>
                </a:lnTo>
                <a:lnTo>
                  <a:pt x="119253" y="77890"/>
                </a:lnTo>
                <a:lnTo>
                  <a:pt x="118110" y="87439"/>
                </a:lnTo>
                <a:lnTo>
                  <a:pt x="116967" y="100131"/>
                </a:lnTo>
                <a:lnTo>
                  <a:pt x="115824" y="115824"/>
                </a:lnTo>
                <a:close/>
              </a:path>
              <a:path w="372110" h="410210">
                <a:moveTo>
                  <a:pt x="260604" y="115824"/>
                </a:moveTo>
                <a:lnTo>
                  <a:pt x="239268" y="115824"/>
                </a:lnTo>
                <a:lnTo>
                  <a:pt x="240387" y="105275"/>
                </a:lnTo>
                <a:lnTo>
                  <a:pt x="241363" y="94297"/>
                </a:lnTo>
                <a:lnTo>
                  <a:pt x="242054" y="83034"/>
                </a:lnTo>
                <a:lnTo>
                  <a:pt x="242316" y="71628"/>
                </a:lnTo>
                <a:lnTo>
                  <a:pt x="265176" y="71628"/>
                </a:lnTo>
                <a:lnTo>
                  <a:pt x="263943" y="83034"/>
                </a:lnTo>
                <a:lnTo>
                  <a:pt x="262186" y="100131"/>
                </a:lnTo>
                <a:lnTo>
                  <a:pt x="260604" y="115824"/>
                </a:lnTo>
                <a:close/>
              </a:path>
              <a:path w="372110" h="410210">
                <a:moveTo>
                  <a:pt x="195072" y="131064"/>
                </a:moveTo>
                <a:lnTo>
                  <a:pt x="181356" y="115824"/>
                </a:lnTo>
                <a:lnTo>
                  <a:pt x="313943" y="115824"/>
                </a:lnTo>
                <a:lnTo>
                  <a:pt x="332232" y="97536"/>
                </a:lnTo>
                <a:lnTo>
                  <a:pt x="362712" y="126492"/>
                </a:lnTo>
                <a:lnTo>
                  <a:pt x="213360" y="126492"/>
                </a:lnTo>
                <a:lnTo>
                  <a:pt x="195072" y="131064"/>
                </a:lnTo>
                <a:close/>
              </a:path>
              <a:path w="372110" h="410210">
                <a:moveTo>
                  <a:pt x="24384" y="131064"/>
                </a:moveTo>
                <a:lnTo>
                  <a:pt x="10668" y="115824"/>
                </a:lnTo>
                <a:lnTo>
                  <a:pt x="140208" y="115824"/>
                </a:lnTo>
                <a:lnTo>
                  <a:pt x="156972" y="99060"/>
                </a:lnTo>
                <a:lnTo>
                  <a:pt x="184404" y="126492"/>
                </a:lnTo>
                <a:lnTo>
                  <a:pt x="50292" y="126492"/>
                </a:lnTo>
                <a:lnTo>
                  <a:pt x="24384" y="131064"/>
                </a:lnTo>
                <a:close/>
              </a:path>
              <a:path w="372110" h="410210">
                <a:moveTo>
                  <a:pt x="4572" y="242316"/>
                </a:moveTo>
                <a:lnTo>
                  <a:pt x="0" y="236220"/>
                </a:lnTo>
                <a:lnTo>
                  <a:pt x="14573" y="227623"/>
                </a:lnTo>
                <a:lnTo>
                  <a:pt x="28575" y="217741"/>
                </a:lnTo>
                <a:lnTo>
                  <a:pt x="65722" y="179212"/>
                </a:lnTo>
                <a:lnTo>
                  <a:pt x="91440" y="126492"/>
                </a:lnTo>
                <a:lnTo>
                  <a:pt x="114300" y="126492"/>
                </a:lnTo>
                <a:lnTo>
                  <a:pt x="109728" y="140208"/>
                </a:lnTo>
                <a:lnTo>
                  <a:pt x="125682" y="146780"/>
                </a:lnTo>
                <a:lnTo>
                  <a:pt x="128019" y="147828"/>
                </a:lnTo>
                <a:lnTo>
                  <a:pt x="108204" y="147828"/>
                </a:lnTo>
                <a:lnTo>
                  <a:pt x="99131" y="165258"/>
                </a:lnTo>
                <a:lnTo>
                  <a:pt x="88201" y="180975"/>
                </a:lnTo>
                <a:lnTo>
                  <a:pt x="47863" y="217884"/>
                </a:lnTo>
                <a:lnTo>
                  <a:pt x="19192" y="235124"/>
                </a:lnTo>
                <a:lnTo>
                  <a:pt x="4572" y="242316"/>
                </a:lnTo>
                <a:close/>
              </a:path>
              <a:path w="372110" h="410210">
                <a:moveTo>
                  <a:pt x="152400" y="227076"/>
                </a:moveTo>
                <a:lnTo>
                  <a:pt x="147828" y="222504"/>
                </a:lnTo>
                <a:lnTo>
                  <a:pt x="164139" y="213050"/>
                </a:lnTo>
                <a:lnTo>
                  <a:pt x="178879" y="202882"/>
                </a:lnTo>
                <a:lnTo>
                  <a:pt x="215646" y="166997"/>
                </a:lnTo>
                <a:lnTo>
                  <a:pt x="236220" y="126492"/>
                </a:lnTo>
                <a:lnTo>
                  <a:pt x="259080" y="126492"/>
                </a:lnTo>
                <a:lnTo>
                  <a:pt x="243459" y="161734"/>
                </a:lnTo>
                <a:lnTo>
                  <a:pt x="206406" y="200072"/>
                </a:lnTo>
                <a:lnTo>
                  <a:pt x="172116" y="219408"/>
                </a:lnTo>
                <a:lnTo>
                  <a:pt x="152400" y="227076"/>
                </a:lnTo>
                <a:close/>
              </a:path>
              <a:path w="372110" h="410210">
                <a:moveTo>
                  <a:pt x="338328" y="227076"/>
                </a:moveTo>
                <a:lnTo>
                  <a:pt x="303823" y="198143"/>
                </a:lnTo>
                <a:lnTo>
                  <a:pt x="276034" y="158496"/>
                </a:lnTo>
                <a:lnTo>
                  <a:pt x="263652" y="126492"/>
                </a:lnTo>
                <a:lnTo>
                  <a:pt x="271272" y="126492"/>
                </a:lnTo>
                <a:lnTo>
                  <a:pt x="278963" y="140779"/>
                </a:lnTo>
                <a:lnTo>
                  <a:pt x="288226" y="153924"/>
                </a:lnTo>
                <a:lnTo>
                  <a:pt x="324064" y="186451"/>
                </a:lnTo>
                <a:lnTo>
                  <a:pt x="371856" y="205740"/>
                </a:lnTo>
                <a:lnTo>
                  <a:pt x="371856" y="210312"/>
                </a:lnTo>
                <a:lnTo>
                  <a:pt x="359330" y="212931"/>
                </a:lnTo>
                <a:lnTo>
                  <a:pt x="349377" y="216408"/>
                </a:lnTo>
                <a:lnTo>
                  <a:pt x="342280" y="221027"/>
                </a:lnTo>
                <a:lnTo>
                  <a:pt x="338328" y="227076"/>
                </a:lnTo>
                <a:close/>
              </a:path>
              <a:path w="372110" h="410210">
                <a:moveTo>
                  <a:pt x="160020" y="202692"/>
                </a:moveTo>
                <a:lnTo>
                  <a:pt x="153924" y="202692"/>
                </a:lnTo>
                <a:lnTo>
                  <a:pt x="149352" y="199644"/>
                </a:lnTo>
                <a:lnTo>
                  <a:pt x="146304" y="190500"/>
                </a:lnTo>
                <a:lnTo>
                  <a:pt x="139707" y="180189"/>
                </a:lnTo>
                <a:lnTo>
                  <a:pt x="131254" y="169735"/>
                </a:lnTo>
                <a:lnTo>
                  <a:pt x="120800" y="158996"/>
                </a:lnTo>
                <a:lnTo>
                  <a:pt x="108204" y="147828"/>
                </a:lnTo>
                <a:lnTo>
                  <a:pt x="128019" y="147828"/>
                </a:lnTo>
                <a:lnTo>
                  <a:pt x="164592" y="169164"/>
                </a:lnTo>
                <a:lnTo>
                  <a:pt x="169164" y="175260"/>
                </a:lnTo>
                <a:lnTo>
                  <a:pt x="169164" y="184404"/>
                </a:lnTo>
                <a:lnTo>
                  <a:pt x="167640" y="188976"/>
                </a:lnTo>
                <a:lnTo>
                  <a:pt x="161544" y="201168"/>
                </a:lnTo>
                <a:lnTo>
                  <a:pt x="160020" y="202692"/>
                </a:lnTo>
                <a:close/>
              </a:path>
              <a:path w="372110" h="410210">
                <a:moveTo>
                  <a:pt x="310083" y="231648"/>
                </a:moveTo>
                <a:lnTo>
                  <a:pt x="269748" y="231648"/>
                </a:lnTo>
                <a:lnTo>
                  <a:pt x="284988" y="211836"/>
                </a:lnTo>
                <a:lnTo>
                  <a:pt x="310083" y="231648"/>
                </a:lnTo>
                <a:close/>
              </a:path>
              <a:path w="372110" h="410210">
                <a:moveTo>
                  <a:pt x="68580" y="409956"/>
                </a:moveTo>
                <a:lnTo>
                  <a:pt x="69478" y="381000"/>
                </a:lnTo>
                <a:lnTo>
                  <a:pt x="69913" y="357187"/>
                </a:lnTo>
                <a:lnTo>
                  <a:pt x="70014" y="344043"/>
                </a:lnTo>
                <a:lnTo>
                  <a:pt x="70080" y="296965"/>
                </a:lnTo>
                <a:lnTo>
                  <a:pt x="69913" y="273367"/>
                </a:lnTo>
                <a:lnTo>
                  <a:pt x="69474" y="246888"/>
                </a:lnTo>
                <a:lnTo>
                  <a:pt x="68580" y="214884"/>
                </a:lnTo>
                <a:lnTo>
                  <a:pt x="96012" y="231648"/>
                </a:lnTo>
                <a:lnTo>
                  <a:pt x="310083" y="231648"/>
                </a:lnTo>
                <a:lnTo>
                  <a:pt x="313943" y="234696"/>
                </a:lnTo>
                <a:lnTo>
                  <a:pt x="303466" y="242316"/>
                </a:lnTo>
                <a:lnTo>
                  <a:pt x="94488" y="242316"/>
                </a:lnTo>
                <a:lnTo>
                  <a:pt x="94488" y="298704"/>
                </a:lnTo>
                <a:lnTo>
                  <a:pt x="297428" y="298704"/>
                </a:lnTo>
                <a:lnTo>
                  <a:pt x="297441" y="301466"/>
                </a:lnTo>
                <a:lnTo>
                  <a:pt x="297570" y="309372"/>
                </a:lnTo>
                <a:lnTo>
                  <a:pt x="94488" y="309372"/>
                </a:lnTo>
                <a:lnTo>
                  <a:pt x="94488" y="370332"/>
                </a:lnTo>
                <a:lnTo>
                  <a:pt x="298971" y="370332"/>
                </a:lnTo>
                <a:lnTo>
                  <a:pt x="299108" y="374618"/>
                </a:lnTo>
                <a:lnTo>
                  <a:pt x="299493" y="381000"/>
                </a:lnTo>
                <a:lnTo>
                  <a:pt x="94488" y="381000"/>
                </a:lnTo>
                <a:lnTo>
                  <a:pt x="94488" y="396240"/>
                </a:lnTo>
                <a:lnTo>
                  <a:pt x="68580" y="409956"/>
                </a:lnTo>
                <a:close/>
              </a:path>
              <a:path w="372110" h="410210">
                <a:moveTo>
                  <a:pt x="297428" y="298704"/>
                </a:moveTo>
                <a:lnTo>
                  <a:pt x="272795" y="298704"/>
                </a:lnTo>
                <a:lnTo>
                  <a:pt x="272795" y="242316"/>
                </a:lnTo>
                <a:lnTo>
                  <a:pt x="303466" y="242316"/>
                </a:lnTo>
                <a:lnTo>
                  <a:pt x="297180" y="246888"/>
                </a:lnTo>
                <a:lnTo>
                  <a:pt x="297428" y="298704"/>
                </a:lnTo>
                <a:close/>
              </a:path>
              <a:path w="372110" h="410210">
                <a:moveTo>
                  <a:pt x="298971" y="370332"/>
                </a:moveTo>
                <a:lnTo>
                  <a:pt x="272795" y="370332"/>
                </a:lnTo>
                <a:lnTo>
                  <a:pt x="272795" y="309372"/>
                </a:lnTo>
                <a:lnTo>
                  <a:pt x="297570" y="309372"/>
                </a:lnTo>
                <a:lnTo>
                  <a:pt x="298132" y="344043"/>
                </a:lnTo>
                <a:lnTo>
                  <a:pt x="298971" y="370332"/>
                </a:lnTo>
                <a:close/>
              </a:path>
              <a:path w="372110" h="410210">
                <a:moveTo>
                  <a:pt x="272795" y="406908"/>
                </a:moveTo>
                <a:lnTo>
                  <a:pt x="272795" y="381000"/>
                </a:lnTo>
                <a:lnTo>
                  <a:pt x="299493" y="381000"/>
                </a:lnTo>
                <a:lnTo>
                  <a:pt x="300228" y="393192"/>
                </a:lnTo>
                <a:lnTo>
                  <a:pt x="272795" y="40690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" name="object 71"/>
          <p:cNvSpPr/>
          <p:nvPr/>
        </p:nvSpPr>
        <p:spPr>
          <a:xfrm>
            <a:off x="6129515" y="3448811"/>
            <a:ext cx="3526790" cy="411480"/>
          </a:xfrm>
          <a:custGeom>
            <a:avLst/>
            <a:gdLst/>
            <a:ahLst/>
            <a:cxnLst/>
            <a:rect l="l" t="t" r="r" b="b"/>
            <a:pathLst>
              <a:path w="3526790" h="411479">
                <a:moveTo>
                  <a:pt x="97561" y="68707"/>
                </a:moveTo>
                <a:lnTo>
                  <a:pt x="67056" y="35623"/>
                </a:lnTo>
                <a:lnTo>
                  <a:pt x="39624" y="21336"/>
                </a:lnTo>
                <a:lnTo>
                  <a:pt x="36576" y="25908"/>
                </a:lnTo>
                <a:lnTo>
                  <a:pt x="47129" y="38506"/>
                </a:lnTo>
                <a:lnTo>
                  <a:pt x="55816" y="51244"/>
                </a:lnTo>
                <a:lnTo>
                  <a:pt x="62509" y="64274"/>
                </a:lnTo>
                <a:lnTo>
                  <a:pt x="67056" y="77724"/>
                </a:lnTo>
                <a:lnTo>
                  <a:pt x="70726" y="86855"/>
                </a:lnTo>
                <a:lnTo>
                  <a:pt x="74676" y="93535"/>
                </a:lnTo>
                <a:lnTo>
                  <a:pt x="78638" y="97663"/>
                </a:lnTo>
                <a:lnTo>
                  <a:pt x="82296" y="99060"/>
                </a:lnTo>
                <a:lnTo>
                  <a:pt x="83820" y="99060"/>
                </a:lnTo>
                <a:lnTo>
                  <a:pt x="86868" y="97536"/>
                </a:lnTo>
                <a:lnTo>
                  <a:pt x="91440" y="92964"/>
                </a:lnTo>
                <a:lnTo>
                  <a:pt x="96012" y="89916"/>
                </a:lnTo>
                <a:lnTo>
                  <a:pt x="97536" y="83820"/>
                </a:lnTo>
                <a:lnTo>
                  <a:pt x="97561" y="68707"/>
                </a:lnTo>
                <a:close/>
              </a:path>
              <a:path w="3526790" h="411479">
                <a:moveTo>
                  <a:pt x="222504" y="201917"/>
                </a:moveTo>
                <a:lnTo>
                  <a:pt x="189357" y="161544"/>
                </a:lnTo>
                <a:lnTo>
                  <a:pt x="158496" y="138684"/>
                </a:lnTo>
                <a:lnTo>
                  <a:pt x="153924" y="144780"/>
                </a:lnTo>
                <a:lnTo>
                  <a:pt x="167411" y="161671"/>
                </a:lnTo>
                <a:lnTo>
                  <a:pt x="178308" y="178117"/>
                </a:lnTo>
                <a:lnTo>
                  <a:pt x="186931" y="194297"/>
                </a:lnTo>
                <a:lnTo>
                  <a:pt x="193548" y="210312"/>
                </a:lnTo>
                <a:lnTo>
                  <a:pt x="196977" y="220319"/>
                </a:lnTo>
                <a:lnTo>
                  <a:pt x="200406" y="227457"/>
                </a:lnTo>
                <a:lnTo>
                  <a:pt x="203835" y="231749"/>
                </a:lnTo>
                <a:lnTo>
                  <a:pt x="207264" y="233172"/>
                </a:lnTo>
                <a:lnTo>
                  <a:pt x="208788" y="233172"/>
                </a:lnTo>
                <a:lnTo>
                  <a:pt x="211836" y="230124"/>
                </a:lnTo>
                <a:lnTo>
                  <a:pt x="216408" y="227076"/>
                </a:lnTo>
                <a:lnTo>
                  <a:pt x="220980" y="222504"/>
                </a:lnTo>
                <a:lnTo>
                  <a:pt x="222504" y="216408"/>
                </a:lnTo>
                <a:lnTo>
                  <a:pt x="222504" y="201917"/>
                </a:lnTo>
                <a:close/>
              </a:path>
              <a:path w="3526790" h="411479">
                <a:moveTo>
                  <a:pt x="402336" y="114300"/>
                </a:moveTo>
                <a:lnTo>
                  <a:pt x="371856" y="80772"/>
                </a:lnTo>
                <a:lnTo>
                  <a:pt x="348996" y="103632"/>
                </a:lnTo>
                <a:lnTo>
                  <a:pt x="310896" y="103632"/>
                </a:lnTo>
                <a:lnTo>
                  <a:pt x="310896" y="35052"/>
                </a:lnTo>
                <a:lnTo>
                  <a:pt x="324612" y="21336"/>
                </a:lnTo>
                <a:lnTo>
                  <a:pt x="284988" y="1524"/>
                </a:lnTo>
                <a:lnTo>
                  <a:pt x="286346" y="42557"/>
                </a:lnTo>
                <a:lnTo>
                  <a:pt x="286512" y="103632"/>
                </a:lnTo>
                <a:lnTo>
                  <a:pt x="117348" y="103632"/>
                </a:lnTo>
                <a:lnTo>
                  <a:pt x="134112" y="120396"/>
                </a:lnTo>
                <a:lnTo>
                  <a:pt x="142976" y="117525"/>
                </a:lnTo>
                <a:lnTo>
                  <a:pt x="151257" y="115633"/>
                </a:lnTo>
                <a:lnTo>
                  <a:pt x="158978" y="114617"/>
                </a:lnTo>
                <a:lnTo>
                  <a:pt x="166116" y="114300"/>
                </a:lnTo>
                <a:lnTo>
                  <a:pt x="286512" y="114300"/>
                </a:lnTo>
                <a:lnTo>
                  <a:pt x="286512" y="303276"/>
                </a:lnTo>
                <a:lnTo>
                  <a:pt x="283464" y="307848"/>
                </a:lnTo>
                <a:lnTo>
                  <a:pt x="275844" y="307848"/>
                </a:lnTo>
                <a:lnTo>
                  <a:pt x="268757" y="307543"/>
                </a:lnTo>
                <a:lnTo>
                  <a:pt x="256794" y="306514"/>
                </a:lnTo>
                <a:lnTo>
                  <a:pt x="240271" y="304634"/>
                </a:lnTo>
                <a:lnTo>
                  <a:pt x="219456" y="301752"/>
                </a:lnTo>
                <a:lnTo>
                  <a:pt x="219456" y="309372"/>
                </a:lnTo>
                <a:lnTo>
                  <a:pt x="241160" y="316217"/>
                </a:lnTo>
                <a:lnTo>
                  <a:pt x="258127" y="325183"/>
                </a:lnTo>
                <a:lnTo>
                  <a:pt x="270256" y="336169"/>
                </a:lnTo>
                <a:lnTo>
                  <a:pt x="277368" y="348996"/>
                </a:lnTo>
                <a:lnTo>
                  <a:pt x="285927" y="345313"/>
                </a:lnTo>
                <a:lnTo>
                  <a:pt x="310349" y="311238"/>
                </a:lnTo>
                <a:lnTo>
                  <a:pt x="310896" y="114300"/>
                </a:lnTo>
                <a:lnTo>
                  <a:pt x="402336" y="114300"/>
                </a:lnTo>
                <a:close/>
              </a:path>
              <a:path w="3526790" h="411479">
                <a:moveTo>
                  <a:pt x="408432" y="358140"/>
                </a:moveTo>
                <a:lnTo>
                  <a:pt x="388454" y="359498"/>
                </a:lnTo>
                <a:lnTo>
                  <a:pt x="352501" y="362216"/>
                </a:lnTo>
                <a:lnTo>
                  <a:pt x="336804" y="362712"/>
                </a:lnTo>
                <a:lnTo>
                  <a:pt x="321373" y="363601"/>
                </a:lnTo>
                <a:lnTo>
                  <a:pt x="307086" y="364045"/>
                </a:lnTo>
                <a:lnTo>
                  <a:pt x="293941" y="364223"/>
                </a:lnTo>
                <a:lnTo>
                  <a:pt x="281940" y="364236"/>
                </a:lnTo>
                <a:lnTo>
                  <a:pt x="246316" y="364045"/>
                </a:lnTo>
                <a:lnTo>
                  <a:pt x="207264" y="362712"/>
                </a:lnTo>
                <a:lnTo>
                  <a:pt x="169164" y="357378"/>
                </a:lnTo>
                <a:lnTo>
                  <a:pt x="127952" y="341236"/>
                </a:lnTo>
                <a:lnTo>
                  <a:pt x="107365" y="327660"/>
                </a:lnTo>
                <a:lnTo>
                  <a:pt x="105714" y="326478"/>
                </a:lnTo>
                <a:lnTo>
                  <a:pt x="96012" y="318516"/>
                </a:lnTo>
                <a:lnTo>
                  <a:pt x="96012" y="182880"/>
                </a:lnTo>
                <a:lnTo>
                  <a:pt x="104584" y="175260"/>
                </a:lnTo>
                <a:lnTo>
                  <a:pt x="109728" y="170688"/>
                </a:lnTo>
                <a:lnTo>
                  <a:pt x="85344" y="146304"/>
                </a:lnTo>
                <a:lnTo>
                  <a:pt x="65532" y="164592"/>
                </a:lnTo>
                <a:lnTo>
                  <a:pt x="0" y="164592"/>
                </a:lnTo>
                <a:lnTo>
                  <a:pt x="15240" y="179832"/>
                </a:lnTo>
                <a:lnTo>
                  <a:pt x="25552" y="177838"/>
                </a:lnTo>
                <a:lnTo>
                  <a:pt x="36004" y="176403"/>
                </a:lnTo>
                <a:lnTo>
                  <a:pt x="46748" y="175552"/>
                </a:lnTo>
                <a:lnTo>
                  <a:pt x="57912" y="175260"/>
                </a:lnTo>
                <a:lnTo>
                  <a:pt x="71628" y="175260"/>
                </a:lnTo>
                <a:lnTo>
                  <a:pt x="71628" y="318516"/>
                </a:lnTo>
                <a:lnTo>
                  <a:pt x="53632" y="331076"/>
                </a:lnTo>
                <a:lnTo>
                  <a:pt x="39408" y="341185"/>
                </a:lnTo>
                <a:lnTo>
                  <a:pt x="3048" y="367284"/>
                </a:lnTo>
                <a:lnTo>
                  <a:pt x="27432" y="390144"/>
                </a:lnTo>
                <a:lnTo>
                  <a:pt x="34582" y="378764"/>
                </a:lnTo>
                <a:lnTo>
                  <a:pt x="42291" y="367665"/>
                </a:lnTo>
                <a:lnTo>
                  <a:pt x="73914" y="332994"/>
                </a:lnTo>
                <a:lnTo>
                  <a:pt x="83820" y="327660"/>
                </a:lnTo>
                <a:lnTo>
                  <a:pt x="88988" y="329044"/>
                </a:lnTo>
                <a:lnTo>
                  <a:pt x="95440" y="332994"/>
                </a:lnTo>
                <a:lnTo>
                  <a:pt x="103327" y="339242"/>
                </a:lnTo>
                <a:lnTo>
                  <a:pt x="112776" y="347472"/>
                </a:lnTo>
                <a:lnTo>
                  <a:pt x="123634" y="356285"/>
                </a:lnTo>
                <a:lnTo>
                  <a:pt x="163068" y="376428"/>
                </a:lnTo>
                <a:lnTo>
                  <a:pt x="219862" y="386930"/>
                </a:lnTo>
                <a:lnTo>
                  <a:pt x="373380" y="393192"/>
                </a:lnTo>
                <a:lnTo>
                  <a:pt x="375653" y="383527"/>
                </a:lnTo>
                <a:lnTo>
                  <a:pt x="382333" y="375285"/>
                </a:lnTo>
                <a:lnTo>
                  <a:pt x="393319" y="368769"/>
                </a:lnTo>
                <a:lnTo>
                  <a:pt x="408432" y="364236"/>
                </a:lnTo>
                <a:lnTo>
                  <a:pt x="408432" y="358140"/>
                </a:lnTo>
                <a:close/>
              </a:path>
              <a:path w="3526790" h="411479">
                <a:moveTo>
                  <a:pt x="623328" y="146316"/>
                </a:moveTo>
                <a:lnTo>
                  <a:pt x="595896" y="115836"/>
                </a:lnTo>
                <a:lnTo>
                  <a:pt x="577608" y="135648"/>
                </a:lnTo>
                <a:lnTo>
                  <a:pt x="550176" y="135648"/>
                </a:lnTo>
                <a:lnTo>
                  <a:pt x="550176" y="51828"/>
                </a:lnTo>
                <a:lnTo>
                  <a:pt x="550176" y="48780"/>
                </a:lnTo>
                <a:lnTo>
                  <a:pt x="572147" y="44780"/>
                </a:lnTo>
                <a:lnTo>
                  <a:pt x="589991" y="41922"/>
                </a:lnTo>
                <a:lnTo>
                  <a:pt x="603529" y="40208"/>
                </a:lnTo>
                <a:lnTo>
                  <a:pt x="612660" y="39636"/>
                </a:lnTo>
                <a:lnTo>
                  <a:pt x="591324" y="9156"/>
                </a:lnTo>
                <a:lnTo>
                  <a:pt x="552742" y="28219"/>
                </a:lnTo>
                <a:lnTo>
                  <a:pt x="510755" y="41351"/>
                </a:lnTo>
                <a:lnTo>
                  <a:pt x="472516" y="50495"/>
                </a:lnTo>
                <a:lnTo>
                  <a:pt x="455688" y="53352"/>
                </a:lnTo>
                <a:lnTo>
                  <a:pt x="455688" y="60972"/>
                </a:lnTo>
                <a:lnTo>
                  <a:pt x="479120" y="58686"/>
                </a:lnTo>
                <a:lnTo>
                  <a:pt x="499122" y="56400"/>
                </a:lnTo>
                <a:lnTo>
                  <a:pt x="515696" y="54114"/>
                </a:lnTo>
                <a:lnTo>
                  <a:pt x="528840" y="51828"/>
                </a:lnTo>
                <a:lnTo>
                  <a:pt x="528840" y="135648"/>
                </a:lnTo>
                <a:lnTo>
                  <a:pt x="441972" y="135648"/>
                </a:lnTo>
                <a:lnTo>
                  <a:pt x="457212" y="150888"/>
                </a:lnTo>
                <a:lnTo>
                  <a:pt x="466636" y="148882"/>
                </a:lnTo>
                <a:lnTo>
                  <a:pt x="476643" y="147459"/>
                </a:lnTo>
                <a:lnTo>
                  <a:pt x="487210" y="146596"/>
                </a:lnTo>
                <a:lnTo>
                  <a:pt x="498360" y="146316"/>
                </a:lnTo>
                <a:lnTo>
                  <a:pt x="522744" y="146316"/>
                </a:lnTo>
                <a:lnTo>
                  <a:pt x="512648" y="186321"/>
                </a:lnTo>
                <a:lnTo>
                  <a:pt x="496836" y="233184"/>
                </a:lnTo>
                <a:lnTo>
                  <a:pt x="474167" y="284429"/>
                </a:lnTo>
                <a:lnTo>
                  <a:pt x="443496" y="336816"/>
                </a:lnTo>
                <a:lnTo>
                  <a:pt x="446544" y="342912"/>
                </a:lnTo>
                <a:lnTo>
                  <a:pt x="470547" y="314020"/>
                </a:lnTo>
                <a:lnTo>
                  <a:pt x="492264" y="282143"/>
                </a:lnTo>
                <a:lnTo>
                  <a:pt x="511695" y="247103"/>
                </a:lnTo>
                <a:lnTo>
                  <a:pt x="528840" y="208800"/>
                </a:lnTo>
                <a:lnTo>
                  <a:pt x="528574" y="271945"/>
                </a:lnTo>
                <a:lnTo>
                  <a:pt x="527888" y="326529"/>
                </a:lnTo>
                <a:lnTo>
                  <a:pt x="526910" y="372529"/>
                </a:lnTo>
                <a:lnTo>
                  <a:pt x="525792" y="409968"/>
                </a:lnTo>
                <a:lnTo>
                  <a:pt x="553224" y="397776"/>
                </a:lnTo>
                <a:lnTo>
                  <a:pt x="551129" y="329006"/>
                </a:lnTo>
                <a:lnTo>
                  <a:pt x="550494" y="271945"/>
                </a:lnTo>
                <a:lnTo>
                  <a:pt x="550240" y="208800"/>
                </a:lnTo>
                <a:lnTo>
                  <a:pt x="550176" y="185940"/>
                </a:lnTo>
                <a:lnTo>
                  <a:pt x="561860" y="197408"/>
                </a:lnTo>
                <a:lnTo>
                  <a:pt x="571703" y="209181"/>
                </a:lnTo>
                <a:lnTo>
                  <a:pt x="579526" y="221513"/>
                </a:lnTo>
                <a:lnTo>
                  <a:pt x="585228" y="234708"/>
                </a:lnTo>
                <a:lnTo>
                  <a:pt x="589800" y="245376"/>
                </a:lnTo>
                <a:lnTo>
                  <a:pt x="594372" y="251472"/>
                </a:lnTo>
                <a:lnTo>
                  <a:pt x="600468" y="251472"/>
                </a:lnTo>
                <a:lnTo>
                  <a:pt x="601992" y="249948"/>
                </a:lnTo>
                <a:lnTo>
                  <a:pt x="605040" y="243852"/>
                </a:lnTo>
                <a:lnTo>
                  <a:pt x="608088" y="239280"/>
                </a:lnTo>
                <a:lnTo>
                  <a:pt x="609612" y="233184"/>
                </a:lnTo>
                <a:lnTo>
                  <a:pt x="609612" y="220992"/>
                </a:lnTo>
                <a:lnTo>
                  <a:pt x="580847" y="193179"/>
                </a:lnTo>
                <a:lnTo>
                  <a:pt x="550176" y="178320"/>
                </a:lnTo>
                <a:lnTo>
                  <a:pt x="550176" y="146316"/>
                </a:lnTo>
                <a:lnTo>
                  <a:pt x="623328" y="146316"/>
                </a:lnTo>
                <a:close/>
              </a:path>
              <a:path w="3526790" h="411479">
                <a:moveTo>
                  <a:pt x="830592" y="42684"/>
                </a:moveTo>
                <a:lnTo>
                  <a:pt x="822972" y="35064"/>
                </a:lnTo>
                <a:lnTo>
                  <a:pt x="806208" y="18300"/>
                </a:lnTo>
                <a:lnTo>
                  <a:pt x="792492" y="33388"/>
                </a:lnTo>
                <a:lnTo>
                  <a:pt x="792492" y="45732"/>
                </a:lnTo>
                <a:lnTo>
                  <a:pt x="792492" y="135648"/>
                </a:lnTo>
                <a:lnTo>
                  <a:pt x="661428" y="135648"/>
                </a:lnTo>
                <a:lnTo>
                  <a:pt x="661428" y="45732"/>
                </a:lnTo>
                <a:lnTo>
                  <a:pt x="792492" y="45732"/>
                </a:lnTo>
                <a:lnTo>
                  <a:pt x="792492" y="33388"/>
                </a:lnTo>
                <a:lnTo>
                  <a:pt x="790968" y="35064"/>
                </a:lnTo>
                <a:lnTo>
                  <a:pt x="664476" y="35064"/>
                </a:lnTo>
                <a:lnTo>
                  <a:pt x="637044" y="18300"/>
                </a:lnTo>
                <a:lnTo>
                  <a:pt x="638162" y="37731"/>
                </a:lnTo>
                <a:lnTo>
                  <a:pt x="639140" y="57162"/>
                </a:lnTo>
                <a:lnTo>
                  <a:pt x="639826" y="76593"/>
                </a:lnTo>
                <a:lnTo>
                  <a:pt x="640092" y="96024"/>
                </a:lnTo>
                <a:lnTo>
                  <a:pt x="639826" y="115684"/>
                </a:lnTo>
                <a:lnTo>
                  <a:pt x="639140" y="135648"/>
                </a:lnTo>
                <a:lnTo>
                  <a:pt x="638162" y="155600"/>
                </a:lnTo>
                <a:lnTo>
                  <a:pt x="637044" y="175272"/>
                </a:lnTo>
                <a:lnTo>
                  <a:pt x="661428" y="164604"/>
                </a:lnTo>
                <a:lnTo>
                  <a:pt x="661428" y="146316"/>
                </a:lnTo>
                <a:lnTo>
                  <a:pt x="792492" y="146316"/>
                </a:lnTo>
                <a:lnTo>
                  <a:pt x="792492" y="166128"/>
                </a:lnTo>
                <a:lnTo>
                  <a:pt x="816876" y="158508"/>
                </a:lnTo>
                <a:lnTo>
                  <a:pt x="816203" y="146316"/>
                </a:lnTo>
                <a:lnTo>
                  <a:pt x="815987" y="142506"/>
                </a:lnTo>
                <a:lnTo>
                  <a:pt x="815848" y="135648"/>
                </a:lnTo>
                <a:lnTo>
                  <a:pt x="815543" y="119646"/>
                </a:lnTo>
                <a:lnTo>
                  <a:pt x="815403" y="96024"/>
                </a:lnTo>
                <a:lnTo>
                  <a:pt x="815352" y="53352"/>
                </a:lnTo>
                <a:lnTo>
                  <a:pt x="826236" y="45732"/>
                </a:lnTo>
                <a:lnTo>
                  <a:pt x="830592" y="42684"/>
                </a:lnTo>
                <a:close/>
              </a:path>
              <a:path w="3526790" h="411479">
                <a:moveTo>
                  <a:pt x="854976" y="384060"/>
                </a:moveTo>
                <a:lnTo>
                  <a:pt x="826020" y="352056"/>
                </a:lnTo>
                <a:lnTo>
                  <a:pt x="804684" y="373392"/>
                </a:lnTo>
                <a:lnTo>
                  <a:pt x="736104" y="373392"/>
                </a:lnTo>
                <a:lnTo>
                  <a:pt x="736104" y="294144"/>
                </a:lnTo>
                <a:lnTo>
                  <a:pt x="833640" y="294144"/>
                </a:lnTo>
                <a:lnTo>
                  <a:pt x="806208" y="263664"/>
                </a:lnTo>
                <a:lnTo>
                  <a:pt x="787920" y="283476"/>
                </a:lnTo>
                <a:lnTo>
                  <a:pt x="736104" y="283476"/>
                </a:lnTo>
                <a:lnTo>
                  <a:pt x="736104" y="208800"/>
                </a:lnTo>
                <a:lnTo>
                  <a:pt x="842784" y="208800"/>
                </a:lnTo>
                <a:lnTo>
                  <a:pt x="815352" y="178320"/>
                </a:lnTo>
                <a:lnTo>
                  <a:pt x="795540" y="198132"/>
                </a:lnTo>
                <a:lnTo>
                  <a:pt x="615708" y="198132"/>
                </a:lnTo>
                <a:lnTo>
                  <a:pt x="630948" y="213372"/>
                </a:lnTo>
                <a:lnTo>
                  <a:pt x="640372" y="211366"/>
                </a:lnTo>
                <a:lnTo>
                  <a:pt x="650379" y="209943"/>
                </a:lnTo>
                <a:lnTo>
                  <a:pt x="660946" y="209080"/>
                </a:lnTo>
                <a:lnTo>
                  <a:pt x="672096" y="208800"/>
                </a:lnTo>
                <a:lnTo>
                  <a:pt x="714768" y="208800"/>
                </a:lnTo>
                <a:lnTo>
                  <a:pt x="714768" y="283476"/>
                </a:lnTo>
                <a:lnTo>
                  <a:pt x="624852" y="283476"/>
                </a:lnTo>
                <a:lnTo>
                  <a:pt x="641616" y="298716"/>
                </a:lnTo>
                <a:lnTo>
                  <a:pt x="651040" y="296710"/>
                </a:lnTo>
                <a:lnTo>
                  <a:pt x="661047" y="295287"/>
                </a:lnTo>
                <a:lnTo>
                  <a:pt x="671614" y="294424"/>
                </a:lnTo>
                <a:lnTo>
                  <a:pt x="682764" y="294144"/>
                </a:lnTo>
                <a:lnTo>
                  <a:pt x="714768" y="294144"/>
                </a:lnTo>
                <a:lnTo>
                  <a:pt x="714768" y="373392"/>
                </a:lnTo>
                <a:lnTo>
                  <a:pt x="589800" y="373392"/>
                </a:lnTo>
                <a:lnTo>
                  <a:pt x="605040" y="388632"/>
                </a:lnTo>
                <a:lnTo>
                  <a:pt x="614464" y="386626"/>
                </a:lnTo>
                <a:lnTo>
                  <a:pt x="624471" y="385203"/>
                </a:lnTo>
                <a:lnTo>
                  <a:pt x="635038" y="384340"/>
                </a:lnTo>
                <a:lnTo>
                  <a:pt x="646188" y="384060"/>
                </a:lnTo>
                <a:lnTo>
                  <a:pt x="854976" y="384060"/>
                </a:lnTo>
                <a:close/>
              </a:path>
              <a:path w="3526790" h="411479">
                <a:moveTo>
                  <a:pt x="1290840" y="192024"/>
                </a:moveTo>
                <a:lnTo>
                  <a:pt x="1252740" y="153924"/>
                </a:lnTo>
                <a:lnTo>
                  <a:pt x="1217688" y="182880"/>
                </a:lnTo>
                <a:lnTo>
                  <a:pt x="894600" y="182880"/>
                </a:lnTo>
                <a:lnTo>
                  <a:pt x="909840" y="198120"/>
                </a:lnTo>
                <a:lnTo>
                  <a:pt x="920432" y="195884"/>
                </a:lnTo>
                <a:lnTo>
                  <a:pt x="931748" y="193929"/>
                </a:lnTo>
                <a:lnTo>
                  <a:pt x="943914" y="192557"/>
                </a:lnTo>
                <a:lnTo>
                  <a:pt x="957084" y="192024"/>
                </a:lnTo>
                <a:lnTo>
                  <a:pt x="1290840" y="192024"/>
                </a:lnTo>
                <a:close/>
              </a:path>
              <a:path w="3526790" h="411479">
                <a:moveTo>
                  <a:pt x="1563624" y="147828"/>
                </a:moveTo>
                <a:lnTo>
                  <a:pt x="1522476" y="124968"/>
                </a:lnTo>
                <a:lnTo>
                  <a:pt x="1523314" y="144780"/>
                </a:lnTo>
                <a:lnTo>
                  <a:pt x="1523428" y="148526"/>
                </a:lnTo>
                <a:lnTo>
                  <a:pt x="1523758" y="162737"/>
                </a:lnTo>
                <a:lnTo>
                  <a:pt x="1523885" y="172402"/>
                </a:lnTo>
                <a:lnTo>
                  <a:pt x="1523809" y="352425"/>
                </a:lnTo>
                <a:lnTo>
                  <a:pt x="1523365" y="379526"/>
                </a:lnTo>
                <a:lnTo>
                  <a:pt x="1522476" y="411480"/>
                </a:lnTo>
                <a:lnTo>
                  <a:pt x="1551432" y="394716"/>
                </a:lnTo>
                <a:lnTo>
                  <a:pt x="1550555" y="378104"/>
                </a:lnTo>
                <a:lnTo>
                  <a:pt x="1550098" y="362331"/>
                </a:lnTo>
                <a:lnTo>
                  <a:pt x="1549996" y="352425"/>
                </a:lnTo>
                <a:lnTo>
                  <a:pt x="1549908" y="158496"/>
                </a:lnTo>
                <a:lnTo>
                  <a:pt x="1563624" y="147828"/>
                </a:lnTo>
                <a:close/>
              </a:path>
              <a:path w="3526790" h="411479">
                <a:moveTo>
                  <a:pt x="1741932" y="179832"/>
                </a:moveTo>
                <a:lnTo>
                  <a:pt x="1693545" y="166116"/>
                </a:lnTo>
                <a:lnTo>
                  <a:pt x="1642872" y="138684"/>
                </a:lnTo>
                <a:lnTo>
                  <a:pt x="1592961" y="93726"/>
                </a:lnTo>
                <a:lnTo>
                  <a:pt x="1552663" y="41148"/>
                </a:lnTo>
                <a:lnTo>
                  <a:pt x="1545336" y="30480"/>
                </a:lnTo>
                <a:lnTo>
                  <a:pt x="1560576" y="21336"/>
                </a:lnTo>
                <a:lnTo>
                  <a:pt x="1524000" y="0"/>
                </a:lnTo>
                <a:lnTo>
                  <a:pt x="1513103" y="27127"/>
                </a:lnTo>
                <a:lnTo>
                  <a:pt x="1498473" y="55816"/>
                </a:lnTo>
                <a:lnTo>
                  <a:pt x="1456944" y="117348"/>
                </a:lnTo>
                <a:lnTo>
                  <a:pt x="1430375" y="148526"/>
                </a:lnTo>
                <a:lnTo>
                  <a:pt x="1400937" y="175831"/>
                </a:lnTo>
                <a:lnTo>
                  <a:pt x="1368653" y="199440"/>
                </a:lnTo>
                <a:lnTo>
                  <a:pt x="1333500" y="219456"/>
                </a:lnTo>
                <a:lnTo>
                  <a:pt x="1335024" y="225552"/>
                </a:lnTo>
                <a:lnTo>
                  <a:pt x="1370101" y="208978"/>
                </a:lnTo>
                <a:lnTo>
                  <a:pt x="1429969" y="172402"/>
                </a:lnTo>
                <a:lnTo>
                  <a:pt x="1476451" y="130098"/>
                </a:lnTo>
                <a:lnTo>
                  <a:pt x="1519262" y="74612"/>
                </a:lnTo>
                <a:lnTo>
                  <a:pt x="1539240" y="41148"/>
                </a:lnTo>
                <a:lnTo>
                  <a:pt x="1557528" y="71704"/>
                </a:lnTo>
                <a:lnTo>
                  <a:pt x="1594104" y="123659"/>
                </a:lnTo>
                <a:lnTo>
                  <a:pt x="1631784" y="162737"/>
                </a:lnTo>
                <a:lnTo>
                  <a:pt x="1676260" y="195795"/>
                </a:lnTo>
                <a:lnTo>
                  <a:pt x="1700784" y="210312"/>
                </a:lnTo>
                <a:lnTo>
                  <a:pt x="1708289" y="201168"/>
                </a:lnTo>
                <a:lnTo>
                  <a:pt x="1717357" y="194310"/>
                </a:lnTo>
                <a:lnTo>
                  <a:pt x="1728431" y="189738"/>
                </a:lnTo>
                <a:lnTo>
                  <a:pt x="1741932" y="187452"/>
                </a:lnTo>
                <a:lnTo>
                  <a:pt x="1741932" y="179832"/>
                </a:lnTo>
                <a:close/>
              </a:path>
              <a:path w="3526790" h="411479">
                <a:moveTo>
                  <a:pt x="2008644" y="147828"/>
                </a:moveTo>
                <a:lnTo>
                  <a:pt x="1967496" y="124968"/>
                </a:lnTo>
                <a:lnTo>
                  <a:pt x="1968322" y="144780"/>
                </a:lnTo>
                <a:lnTo>
                  <a:pt x="1968436" y="148526"/>
                </a:lnTo>
                <a:lnTo>
                  <a:pt x="1968766" y="162737"/>
                </a:lnTo>
                <a:lnTo>
                  <a:pt x="1968893" y="172402"/>
                </a:lnTo>
                <a:lnTo>
                  <a:pt x="1968830" y="352425"/>
                </a:lnTo>
                <a:lnTo>
                  <a:pt x="1968373" y="379526"/>
                </a:lnTo>
                <a:lnTo>
                  <a:pt x="1967496" y="411480"/>
                </a:lnTo>
                <a:lnTo>
                  <a:pt x="1996452" y="394716"/>
                </a:lnTo>
                <a:lnTo>
                  <a:pt x="1995563" y="378104"/>
                </a:lnTo>
                <a:lnTo>
                  <a:pt x="1995119" y="362331"/>
                </a:lnTo>
                <a:lnTo>
                  <a:pt x="1995004" y="352425"/>
                </a:lnTo>
                <a:lnTo>
                  <a:pt x="1994928" y="158496"/>
                </a:lnTo>
                <a:lnTo>
                  <a:pt x="2008644" y="147828"/>
                </a:lnTo>
                <a:close/>
              </a:path>
              <a:path w="3526790" h="411479">
                <a:moveTo>
                  <a:pt x="2186952" y="179832"/>
                </a:moveTo>
                <a:lnTo>
                  <a:pt x="2137994" y="166116"/>
                </a:lnTo>
                <a:lnTo>
                  <a:pt x="2087892" y="138684"/>
                </a:lnTo>
                <a:lnTo>
                  <a:pt x="2037981" y="93726"/>
                </a:lnTo>
                <a:lnTo>
                  <a:pt x="1997671" y="41148"/>
                </a:lnTo>
                <a:lnTo>
                  <a:pt x="1990356" y="30480"/>
                </a:lnTo>
                <a:lnTo>
                  <a:pt x="2005596" y="21336"/>
                </a:lnTo>
                <a:lnTo>
                  <a:pt x="1969020" y="0"/>
                </a:lnTo>
                <a:lnTo>
                  <a:pt x="1943493" y="55816"/>
                </a:lnTo>
                <a:lnTo>
                  <a:pt x="1901964" y="117348"/>
                </a:lnTo>
                <a:lnTo>
                  <a:pt x="1875383" y="148526"/>
                </a:lnTo>
                <a:lnTo>
                  <a:pt x="1845957" y="175831"/>
                </a:lnTo>
                <a:lnTo>
                  <a:pt x="1813661" y="199440"/>
                </a:lnTo>
                <a:lnTo>
                  <a:pt x="1778520" y="219456"/>
                </a:lnTo>
                <a:lnTo>
                  <a:pt x="1780044" y="225552"/>
                </a:lnTo>
                <a:lnTo>
                  <a:pt x="1815109" y="208978"/>
                </a:lnTo>
                <a:lnTo>
                  <a:pt x="1874977" y="172402"/>
                </a:lnTo>
                <a:lnTo>
                  <a:pt x="1921459" y="130098"/>
                </a:lnTo>
                <a:lnTo>
                  <a:pt x="1964270" y="74612"/>
                </a:lnTo>
                <a:lnTo>
                  <a:pt x="1984260" y="41148"/>
                </a:lnTo>
                <a:lnTo>
                  <a:pt x="2002548" y="71704"/>
                </a:lnTo>
                <a:lnTo>
                  <a:pt x="2039124" y="123659"/>
                </a:lnTo>
                <a:lnTo>
                  <a:pt x="2076577" y="162737"/>
                </a:lnTo>
                <a:lnTo>
                  <a:pt x="2120633" y="195795"/>
                </a:lnTo>
                <a:lnTo>
                  <a:pt x="2145804" y="210312"/>
                </a:lnTo>
                <a:lnTo>
                  <a:pt x="2153297" y="201168"/>
                </a:lnTo>
                <a:lnTo>
                  <a:pt x="2162378" y="194310"/>
                </a:lnTo>
                <a:lnTo>
                  <a:pt x="2173440" y="189738"/>
                </a:lnTo>
                <a:lnTo>
                  <a:pt x="2186952" y="187452"/>
                </a:lnTo>
                <a:lnTo>
                  <a:pt x="2186952" y="179832"/>
                </a:lnTo>
                <a:close/>
              </a:path>
              <a:path w="3526790" h="411479">
                <a:moveTo>
                  <a:pt x="2301252" y="141732"/>
                </a:moveTo>
                <a:lnTo>
                  <a:pt x="2276678" y="109156"/>
                </a:lnTo>
                <a:lnTo>
                  <a:pt x="2240292" y="79248"/>
                </a:lnTo>
                <a:lnTo>
                  <a:pt x="2237244" y="85344"/>
                </a:lnTo>
                <a:lnTo>
                  <a:pt x="2248903" y="104470"/>
                </a:lnTo>
                <a:lnTo>
                  <a:pt x="2258580" y="122872"/>
                </a:lnTo>
                <a:lnTo>
                  <a:pt x="2265959" y="140423"/>
                </a:lnTo>
                <a:lnTo>
                  <a:pt x="2270772" y="156972"/>
                </a:lnTo>
                <a:lnTo>
                  <a:pt x="2275344" y="170688"/>
                </a:lnTo>
                <a:lnTo>
                  <a:pt x="2278392" y="176784"/>
                </a:lnTo>
                <a:lnTo>
                  <a:pt x="2284488" y="176784"/>
                </a:lnTo>
                <a:lnTo>
                  <a:pt x="2287536" y="173736"/>
                </a:lnTo>
                <a:lnTo>
                  <a:pt x="2293632" y="166116"/>
                </a:lnTo>
                <a:lnTo>
                  <a:pt x="2298204" y="158496"/>
                </a:lnTo>
                <a:lnTo>
                  <a:pt x="2301252" y="150876"/>
                </a:lnTo>
                <a:lnTo>
                  <a:pt x="2301252" y="141732"/>
                </a:lnTo>
                <a:close/>
              </a:path>
              <a:path w="3526790" h="411479">
                <a:moveTo>
                  <a:pt x="2368308" y="25908"/>
                </a:moveTo>
                <a:lnTo>
                  <a:pt x="2325636" y="6096"/>
                </a:lnTo>
                <a:lnTo>
                  <a:pt x="2326462" y="25908"/>
                </a:lnTo>
                <a:lnTo>
                  <a:pt x="2326563" y="32296"/>
                </a:lnTo>
                <a:lnTo>
                  <a:pt x="2326919" y="64008"/>
                </a:lnTo>
                <a:lnTo>
                  <a:pt x="2327046" y="96012"/>
                </a:lnTo>
                <a:lnTo>
                  <a:pt x="2327160" y="204216"/>
                </a:lnTo>
                <a:lnTo>
                  <a:pt x="2291651" y="233934"/>
                </a:lnTo>
                <a:lnTo>
                  <a:pt x="2262581" y="256794"/>
                </a:lnTo>
                <a:lnTo>
                  <a:pt x="2239505" y="272796"/>
                </a:lnTo>
                <a:lnTo>
                  <a:pt x="2222004" y="281940"/>
                </a:lnTo>
                <a:lnTo>
                  <a:pt x="2244864" y="312420"/>
                </a:lnTo>
                <a:lnTo>
                  <a:pt x="2255151" y="296989"/>
                </a:lnTo>
                <a:lnTo>
                  <a:pt x="2272296" y="275844"/>
                </a:lnTo>
                <a:lnTo>
                  <a:pt x="2296299" y="248983"/>
                </a:lnTo>
                <a:lnTo>
                  <a:pt x="2327160" y="216408"/>
                </a:lnTo>
                <a:lnTo>
                  <a:pt x="2326919" y="285635"/>
                </a:lnTo>
                <a:lnTo>
                  <a:pt x="2326373" y="341439"/>
                </a:lnTo>
                <a:lnTo>
                  <a:pt x="2325865" y="381292"/>
                </a:lnTo>
                <a:lnTo>
                  <a:pt x="2325636" y="408432"/>
                </a:lnTo>
                <a:lnTo>
                  <a:pt x="2353068" y="394716"/>
                </a:lnTo>
                <a:lnTo>
                  <a:pt x="2352179" y="378167"/>
                </a:lnTo>
                <a:lnTo>
                  <a:pt x="2351735" y="358330"/>
                </a:lnTo>
                <a:lnTo>
                  <a:pt x="2351608" y="341439"/>
                </a:lnTo>
                <a:lnTo>
                  <a:pt x="2351544" y="216408"/>
                </a:lnTo>
                <a:lnTo>
                  <a:pt x="2351544" y="38100"/>
                </a:lnTo>
                <a:lnTo>
                  <a:pt x="2368308" y="25908"/>
                </a:lnTo>
                <a:close/>
              </a:path>
              <a:path w="3526790" h="411479">
                <a:moveTo>
                  <a:pt x="2590812" y="71628"/>
                </a:moveTo>
                <a:lnTo>
                  <a:pt x="2559380" y="46482"/>
                </a:lnTo>
                <a:lnTo>
                  <a:pt x="2525280" y="30480"/>
                </a:lnTo>
                <a:lnTo>
                  <a:pt x="2522232" y="36576"/>
                </a:lnTo>
                <a:lnTo>
                  <a:pt x="2537066" y="53149"/>
                </a:lnTo>
                <a:lnTo>
                  <a:pt x="2549474" y="68580"/>
                </a:lnTo>
                <a:lnTo>
                  <a:pt x="2559304" y="82867"/>
                </a:lnTo>
                <a:lnTo>
                  <a:pt x="2566327" y="95846"/>
                </a:lnTo>
                <a:lnTo>
                  <a:pt x="2571000" y="105156"/>
                </a:lnTo>
                <a:lnTo>
                  <a:pt x="2575572" y="111252"/>
                </a:lnTo>
                <a:lnTo>
                  <a:pt x="2580144" y="111252"/>
                </a:lnTo>
                <a:lnTo>
                  <a:pt x="2583192" y="106680"/>
                </a:lnTo>
                <a:lnTo>
                  <a:pt x="2589288" y="91440"/>
                </a:lnTo>
                <a:lnTo>
                  <a:pt x="2590812" y="85344"/>
                </a:lnTo>
                <a:lnTo>
                  <a:pt x="2590812" y="71628"/>
                </a:lnTo>
                <a:close/>
              </a:path>
              <a:path w="3526790" h="411479">
                <a:moveTo>
                  <a:pt x="2630436" y="373380"/>
                </a:moveTo>
                <a:lnTo>
                  <a:pt x="2594584" y="350151"/>
                </a:lnTo>
                <a:lnTo>
                  <a:pt x="2563863" y="316966"/>
                </a:lnTo>
                <a:lnTo>
                  <a:pt x="2538260" y="273748"/>
                </a:lnTo>
                <a:lnTo>
                  <a:pt x="2517775" y="220446"/>
                </a:lnTo>
                <a:lnTo>
                  <a:pt x="2502420" y="156972"/>
                </a:lnTo>
                <a:lnTo>
                  <a:pt x="2625864" y="156972"/>
                </a:lnTo>
                <a:lnTo>
                  <a:pt x="2592336" y="120396"/>
                </a:lnTo>
                <a:lnTo>
                  <a:pt x="2566428" y="146304"/>
                </a:lnTo>
                <a:lnTo>
                  <a:pt x="2484132" y="146304"/>
                </a:lnTo>
                <a:lnTo>
                  <a:pt x="2484132" y="41148"/>
                </a:lnTo>
                <a:lnTo>
                  <a:pt x="2500896" y="27432"/>
                </a:lnTo>
                <a:lnTo>
                  <a:pt x="2456700" y="9144"/>
                </a:lnTo>
                <a:lnTo>
                  <a:pt x="2458796" y="62865"/>
                </a:lnTo>
                <a:lnTo>
                  <a:pt x="2459520" y="106680"/>
                </a:lnTo>
                <a:lnTo>
                  <a:pt x="2459748" y="146304"/>
                </a:lnTo>
                <a:lnTo>
                  <a:pt x="2360688" y="146304"/>
                </a:lnTo>
                <a:lnTo>
                  <a:pt x="2375928" y="161544"/>
                </a:lnTo>
                <a:lnTo>
                  <a:pt x="2385352" y="159550"/>
                </a:lnTo>
                <a:lnTo>
                  <a:pt x="2395359" y="158115"/>
                </a:lnTo>
                <a:lnTo>
                  <a:pt x="2405926" y="157264"/>
                </a:lnTo>
                <a:lnTo>
                  <a:pt x="2417076" y="156972"/>
                </a:lnTo>
                <a:lnTo>
                  <a:pt x="2459748" y="156972"/>
                </a:lnTo>
                <a:lnTo>
                  <a:pt x="2454160" y="209677"/>
                </a:lnTo>
                <a:lnTo>
                  <a:pt x="2443543" y="258013"/>
                </a:lnTo>
                <a:lnTo>
                  <a:pt x="2427935" y="301942"/>
                </a:lnTo>
                <a:lnTo>
                  <a:pt x="2407361" y="341439"/>
                </a:lnTo>
                <a:lnTo>
                  <a:pt x="2381885" y="376440"/>
                </a:lnTo>
                <a:lnTo>
                  <a:pt x="2351544" y="406908"/>
                </a:lnTo>
                <a:lnTo>
                  <a:pt x="2354592" y="411480"/>
                </a:lnTo>
                <a:lnTo>
                  <a:pt x="2391803" y="384695"/>
                </a:lnTo>
                <a:lnTo>
                  <a:pt x="2422715" y="351599"/>
                </a:lnTo>
                <a:lnTo>
                  <a:pt x="2447366" y="312229"/>
                </a:lnTo>
                <a:lnTo>
                  <a:pt x="2465781" y="266649"/>
                </a:lnTo>
                <a:lnTo>
                  <a:pt x="2478024" y="214884"/>
                </a:lnTo>
                <a:lnTo>
                  <a:pt x="2484132" y="156972"/>
                </a:lnTo>
                <a:lnTo>
                  <a:pt x="2493276" y="156972"/>
                </a:lnTo>
                <a:lnTo>
                  <a:pt x="2501506" y="217881"/>
                </a:lnTo>
                <a:lnTo>
                  <a:pt x="2515222" y="272554"/>
                </a:lnTo>
                <a:lnTo>
                  <a:pt x="2534424" y="321017"/>
                </a:lnTo>
                <a:lnTo>
                  <a:pt x="2559113" y="363270"/>
                </a:lnTo>
                <a:lnTo>
                  <a:pt x="2589288" y="399288"/>
                </a:lnTo>
                <a:lnTo>
                  <a:pt x="2596997" y="390436"/>
                </a:lnTo>
                <a:lnTo>
                  <a:pt x="2606433" y="384429"/>
                </a:lnTo>
                <a:lnTo>
                  <a:pt x="2617571" y="381292"/>
                </a:lnTo>
                <a:lnTo>
                  <a:pt x="2630436" y="381000"/>
                </a:lnTo>
                <a:lnTo>
                  <a:pt x="2630436" y="373380"/>
                </a:lnTo>
                <a:close/>
              </a:path>
              <a:path w="3526790" h="411479">
                <a:moveTo>
                  <a:pt x="2741676" y="278892"/>
                </a:moveTo>
                <a:lnTo>
                  <a:pt x="2735580" y="277368"/>
                </a:lnTo>
                <a:lnTo>
                  <a:pt x="2726423" y="299351"/>
                </a:lnTo>
                <a:lnTo>
                  <a:pt x="2717139" y="317119"/>
                </a:lnTo>
                <a:lnTo>
                  <a:pt x="2707513" y="330733"/>
                </a:lnTo>
                <a:lnTo>
                  <a:pt x="2697480" y="339852"/>
                </a:lnTo>
                <a:lnTo>
                  <a:pt x="2688336" y="348996"/>
                </a:lnTo>
                <a:lnTo>
                  <a:pt x="2683764" y="355092"/>
                </a:lnTo>
                <a:lnTo>
                  <a:pt x="2683764" y="359664"/>
                </a:lnTo>
                <a:lnTo>
                  <a:pt x="2685288" y="362712"/>
                </a:lnTo>
                <a:lnTo>
                  <a:pt x="2689860" y="364236"/>
                </a:lnTo>
                <a:lnTo>
                  <a:pt x="2692908" y="365760"/>
                </a:lnTo>
                <a:lnTo>
                  <a:pt x="2699004" y="367284"/>
                </a:lnTo>
                <a:lnTo>
                  <a:pt x="2708148" y="367284"/>
                </a:lnTo>
                <a:lnTo>
                  <a:pt x="2735580" y="333756"/>
                </a:lnTo>
                <a:lnTo>
                  <a:pt x="2741358" y="294474"/>
                </a:lnTo>
                <a:lnTo>
                  <a:pt x="2741676" y="278892"/>
                </a:lnTo>
                <a:close/>
              </a:path>
              <a:path w="3526790" h="411479">
                <a:moveTo>
                  <a:pt x="2900172" y="298704"/>
                </a:moveTo>
                <a:lnTo>
                  <a:pt x="2874289" y="269875"/>
                </a:lnTo>
                <a:lnTo>
                  <a:pt x="2834640" y="249936"/>
                </a:lnTo>
                <a:lnTo>
                  <a:pt x="2831592" y="256032"/>
                </a:lnTo>
                <a:lnTo>
                  <a:pt x="2846171" y="271449"/>
                </a:lnTo>
                <a:lnTo>
                  <a:pt x="2857881" y="285559"/>
                </a:lnTo>
                <a:lnTo>
                  <a:pt x="2866745" y="298259"/>
                </a:lnTo>
                <a:lnTo>
                  <a:pt x="2872740" y="309372"/>
                </a:lnTo>
                <a:lnTo>
                  <a:pt x="2875788" y="320040"/>
                </a:lnTo>
                <a:lnTo>
                  <a:pt x="2880360" y="324612"/>
                </a:lnTo>
                <a:lnTo>
                  <a:pt x="2886456" y="324612"/>
                </a:lnTo>
                <a:lnTo>
                  <a:pt x="2897124" y="313944"/>
                </a:lnTo>
                <a:lnTo>
                  <a:pt x="2900172" y="298704"/>
                </a:lnTo>
                <a:close/>
              </a:path>
              <a:path w="3526790" h="411479">
                <a:moveTo>
                  <a:pt x="2982468" y="373380"/>
                </a:moveTo>
                <a:lnTo>
                  <a:pt x="2958274" y="331660"/>
                </a:lnTo>
                <a:lnTo>
                  <a:pt x="2956560" y="303276"/>
                </a:lnTo>
                <a:lnTo>
                  <a:pt x="2947416" y="303276"/>
                </a:lnTo>
                <a:lnTo>
                  <a:pt x="2945523" y="347472"/>
                </a:lnTo>
                <a:lnTo>
                  <a:pt x="2919984" y="374904"/>
                </a:lnTo>
                <a:lnTo>
                  <a:pt x="2827020" y="374904"/>
                </a:lnTo>
                <a:lnTo>
                  <a:pt x="2817076" y="374383"/>
                </a:lnTo>
                <a:lnTo>
                  <a:pt x="2810256" y="370713"/>
                </a:lnTo>
                <a:lnTo>
                  <a:pt x="2806903" y="364236"/>
                </a:lnTo>
                <a:lnTo>
                  <a:pt x="2806992" y="361188"/>
                </a:lnTo>
                <a:lnTo>
                  <a:pt x="2807106" y="358140"/>
                </a:lnTo>
                <a:lnTo>
                  <a:pt x="2807208" y="286512"/>
                </a:lnTo>
                <a:lnTo>
                  <a:pt x="2820924" y="274320"/>
                </a:lnTo>
                <a:lnTo>
                  <a:pt x="2781300" y="252984"/>
                </a:lnTo>
                <a:lnTo>
                  <a:pt x="2781541" y="274421"/>
                </a:lnTo>
                <a:lnTo>
                  <a:pt x="2782062" y="299351"/>
                </a:lnTo>
                <a:lnTo>
                  <a:pt x="2782506" y="324612"/>
                </a:lnTo>
                <a:lnTo>
                  <a:pt x="2782633" y="335280"/>
                </a:lnTo>
                <a:lnTo>
                  <a:pt x="2782824" y="362712"/>
                </a:lnTo>
                <a:lnTo>
                  <a:pt x="2784830" y="378460"/>
                </a:lnTo>
                <a:lnTo>
                  <a:pt x="2793111" y="389191"/>
                </a:lnTo>
                <a:lnTo>
                  <a:pt x="2807690" y="395084"/>
                </a:lnTo>
                <a:lnTo>
                  <a:pt x="2828544" y="396240"/>
                </a:lnTo>
                <a:lnTo>
                  <a:pt x="2933700" y="396240"/>
                </a:lnTo>
                <a:lnTo>
                  <a:pt x="2949689" y="395668"/>
                </a:lnTo>
                <a:lnTo>
                  <a:pt x="2963227" y="391668"/>
                </a:lnTo>
                <a:lnTo>
                  <a:pt x="2974213" y="384238"/>
                </a:lnTo>
                <a:lnTo>
                  <a:pt x="2981312" y="374904"/>
                </a:lnTo>
                <a:lnTo>
                  <a:pt x="2982468" y="373380"/>
                </a:lnTo>
                <a:close/>
              </a:path>
              <a:path w="3526790" h="411479">
                <a:moveTo>
                  <a:pt x="3048000" y="331457"/>
                </a:moveTo>
                <a:lnTo>
                  <a:pt x="3012186" y="293370"/>
                </a:lnTo>
                <a:lnTo>
                  <a:pt x="2976372" y="272796"/>
                </a:lnTo>
                <a:lnTo>
                  <a:pt x="2971800" y="275844"/>
                </a:lnTo>
                <a:lnTo>
                  <a:pt x="2987408" y="294322"/>
                </a:lnTo>
                <a:lnTo>
                  <a:pt x="3000375" y="311658"/>
                </a:lnTo>
                <a:lnTo>
                  <a:pt x="3010382" y="327710"/>
                </a:lnTo>
                <a:lnTo>
                  <a:pt x="3017520" y="342900"/>
                </a:lnTo>
                <a:lnTo>
                  <a:pt x="3022092" y="356616"/>
                </a:lnTo>
                <a:lnTo>
                  <a:pt x="3026664" y="362712"/>
                </a:lnTo>
                <a:lnTo>
                  <a:pt x="3032760" y="362712"/>
                </a:lnTo>
                <a:lnTo>
                  <a:pt x="3034284" y="361188"/>
                </a:lnTo>
                <a:lnTo>
                  <a:pt x="3043428" y="355092"/>
                </a:lnTo>
                <a:lnTo>
                  <a:pt x="3044952" y="347472"/>
                </a:lnTo>
                <a:lnTo>
                  <a:pt x="3048000" y="338328"/>
                </a:lnTo>
                <a:lnTo>
                  <a:pt x="3048000" y="331457"/>
                </a:lnTo>
                <a:close/>
              </a:path>
              <a:path w="3526790" h="411479">
                <a:moveTo>
                  <a:pt x="3072384" y="220980"/>
                </a:moveTo>
                <a:lnTo>
                  <a:pt x="3025140" y="210693"/>
                </a:lnTo>
                <a:lnTo>
                  <a:pt x="2973324" y="188976"/>
                </a:lnTo>
                <a:lnTo>
                  <a:pt x="2924365" y="152400"/>
                </a:lnTo>
                <a:lnTo>
                  <a:pt x="2883408" y="97536"/>
                </a:lnTo>
                <a:lnTo>
                  <a:pt x="3063240" y="97536"/>
                </a:lnTo>
                <a:lnTo>
                  <a:pt x="3026664" y="60960"/>
                </a:lnTo>
                <a:lnTo>
                  <a:pt x="3000756" y="86868"/>
                </a:lnTo>
                <a:lnTo>
                  <a:pt x="2868168" y="86868"/>
                </a:lnTo>
                <a:lnTo>
                  <a:pt x="2870441" y="71462"/>
                </a:lnTo>
                <a:lnTo>
                  <a:pt x="2872549" y="57340"/>
                </a:lnTo>
                <a:lnTo>
                  <a:pt x="2874391" y="44653"/>
                </a:lnTo>
                <a:lnTo>
                  <a:pt x="2875788" y="33528"/>
                </a:lnTo>
                <a:lnTo>
                  <a:pt x="2894076" y="24384"/>
                </a:lnTo>
                <a:lnTo>
                  <a:pt x="2848356" y="3048"/>
                </a:lnTo>
                <a:lnTo>
                  <a:pt x="2847810" y="21082"/>
                </a:lnTo>
                <a:lnTo>
                  <a:pt x="2846260" y="40957"/>
                </a:lnTo>
                <a:lnTo>
                  <a:pt x="2843860" y="62852"/>
                </a:lnTo>
                <a:lnTo>
                  <a:pt x="2840736" y="86868"/>
                </a:lnTo>
                <a:lnTo>
                  <a:pt x="2677668" y="86868"/>
                </a:lnTo>
                <a:lnTo>
                  <a:pt x="2694432" y="102108"/>
                </a:lnTo>
                <a:lnTo>
                  <a:pt x="2703868" y="100114"/>
                </a:lnTo>
                <a:lnTo>
                  <a:pt x="2713863" y="98679"/>
                </a:lnTo>
                <a:lnTo>
                  <a:pt x="2724442" y="97828"/>
                </a:lnTo>
                <a:lnTo>
                  <a:pt x="2735580" y="97536"/>
                </a:lnTo>
                <a:lnTo>
                  <a:pt x="2839212" y="97536"/>
                </a:lnTo>
                <a:lnTo>
                  <a:pt x="2815590" y="152019"/>
                </a:lnTo>
                <a:lnTo>
                  <a:pt x="2778252" y="195072"/>
                </a:lnTo>
                <a:lnTo>
                  <a:pt x="2728912" y="228409"/>
                </a:lnTo>
                <a:lnTo>
                  <a:pt x="2667000" y="251460"/>
                </a:lnTo>
                <a:lnTo>
                  <a:pt x="2671572" y="259080"/>
                </a:lnTo>
                <a:lnTo>
                  <a:pt x="2715895" y="245960"/>
                </a:lnTo>
                <a:lnTo>
                  <a:pt x="2755201" y="229552"/>
                </a:lnTo>
                <a:lnTo>
                  <a:pt x="2789669" y="210007"/>
                </a:lnTo>
                <a:lnTo>
                  <a:pt x="2819400" y="187452"/>
                </a:lnTo>
                <a:lnTo>
                  <a:pt x="2834525" y="199796"/>
                </a:lnTo>
                <a:lnTo>
                  <a:pt x="2847784" y="211836"/>
                </a:lnTo>
                <a:lnTo>
                  <a:pt x="2859049" y="223888"/>
                </a:lnTo>
                <a:lnTo>
                  <a:pt x="2868168" y="236220"/>
                </a:lnTo>
                <a:lnTo>
                  <a:pt x="2874264" y="248412"/>
                </a:lnTo>
                <a:lnTo>
                  <a:pt x="2880360" y="252984"/>
                </a:lnTo>
                <a:lnTo>
                  <a:pt x="2886456" y="252984"/>
                </a:lnTo>
                <a:lnTo>
                  <a:pt x="2894076" y="245364"/>
                </a:lnTo>
                <a:lnTo>
                  <a:pt x="2895600" y="239268"/>
                </a:lnTo>
                <a:lnTo>
                  <a:pt x="2895485" y="229552"/>
                </a:lnTo>
                <a:lnTo>
                  <a:pt x="2864916" y="198488"/>
                </a:lnTo>
                <a:lnTo>
                  <a:pt x="2823972" y="179832"/>
                </a:lnTo>
                <a:lnTo>
                  <a:pt x="2835973" y="163550"/>
                </a:lnTo>
                <a:lnTo>
                  <a:pt x="2846832" y="144399"/>
                </a:lnTo>
                <a:lnTo>
                  <a:pt x="2856547" y="122402"/>
                </a:lnTo>
                <a:lnTo>
                  <a:pt x="2865120" y="97536"/>
                </a:lnTo>
                <a:lnTo>
                  <a:pt x="2874264" y="97536"/>
                </a:lnTo>
                <a:lnTo>
                  <a:pt x="2895790" y="138874"/>
                </a:lnTo>
                <a:lnTo>
                  <a:pt x="2927604" y="181356"/>
                </a:lnTo>
                <a:lnTo>
                  <a:pt x="2973133" y="220218"/>
                </a:lnTo>
                <a:lnTo>
                  <a:pt x="3035808" y="249936"/>
                </a:lnTo>
                <a:lnTo>
                  <a:pt x="3039808" y="241871"/>
                </a:lnTo>
                <a:lnTo>
                  <a:pt x="3047238" y="235648"/>
                </a:lnTo>
                <a:lnTo>
                  <a:pt x="3058096" y="230873"/>
                </a:lnTo>
                <a:lnTo>
                  <a:pt x="3072384" y="227076"/>
                </a:lnTo>
                <a:lnTo>
                  <a:pt x="3072384" y="220980"/>
                </a:lnTo>
                <a:close/>
              </a:path>
              <a:path w="3526790" h="411479">
                <a:moveTo>
                  <a:pt x="3220237" y="71780"/>
                </a:moveTo>
                <a:lnTo>
                  <a:pt x="3190887" y="38684"/>
                </a:lnTo>
                <a:lnTo>
                  <a:pt x="3162312" y="22872"/>
                </a:lnTo>
                <a:lnTo>
                  <a:pt x="3159264" y="25920"/>
                </a:lnTo>
                <a:lnTo>
                  <a:pt x="3170453" y="39611"/>
                </a:lnTo>
                <a:lnTo>
                  <a:pt x="3179076" y="53162"/>
                </a:lnTo>
                <a:lnTo>
                  <a:pt x="3185401" y="66421"/>
                </a:lnTo>
                <a:lnTo>
                  <a:pt x="3189655" y="79019"/>
                </a:lnTo>
                <a:lnTo>
                  <a:pt x="3194316" y="92976"/>
                </a:lnTo>
                <a:lnTo>
                  <a:pt x="3197364" y="100596"/>
                </a:lnTo>
                <a:lnTo>
                  <a:pt x="3203460" y="100596"/>
                </a:lnTo>
                <a:lnTo>
                  <a:pt x="3206508" y="99072"/>
                </a:lnTo>
                <a:lnTo>
                  <a:pt x="3211080" y="96024"/>
                </a:lnTo>
                <a:lnTo>
                  <a:pt x="3215652" y="91452"/>
                </a:lnTo>
                <a:lnTo>
                  <a:pt x="3218700" y="85356"/>
                </a:lnTo>
                <a:lnTo>
                  <a:pt x="3220135" y="78155"/>
                </a:lnTo>
                <a:lnTo>
                  <a:pt x="3220237" y="71780"/>
                </a:lnTo>
                <a:close/>
              </a:path>
              <a:path w="3526790" h="411479">
                <a:moveTo>
                  <a:pt x="3518928" y="220992"/>
                </a:moveTo>
                <a:lnTo>
                  <a:pt x="3489972" y="188988"/>
                </a:lnTo>
                <a:lnTo>
                  <a:pt x="3468636" y="210324"/>
                </a:lnTo>
                <a:lnTo>
                  <a:pt x="3429012" y="210324"/>
                </a:lnTo>
                <a:lnTo>
                  <a:pt x="3429012" y="112788"/>
                </a:lnTo>
                <a:lnTo>
                  <a:pt x="3506736" y="112788"/>
                </a:lnTo>
                <a:lnTo>
                  <a:pt x="3477780" y="80784"/>
                </a:lnTo>
                <a:lnTo>
                  <a:pt x="3456444" y="102120"/>
                </a:lnTo>
                <a:lnTo>
                  <a:pt x="3429012" y="102120"/>
                </a:lnTo>
                <a:lnTo>
                  <a:pt x="3429012" y="41160"/>
                </a:lnTo>
                <a:lnTo>
                  <a:pt x="3444252" y="27444"/>
                </a:lnTo>
                <a:lnTo>
                  <a:pt x="3404628" y="9156"/>
                </a:lnTo>
                <a:lnTo>
                  <a:pt x="3404882" y="32245"/>
                </a:lnTo>
                <a:lnTo>
                  <a:pt x="3405898" y="77736"/>
                </a:lnTo>
                <a:lnTo>
                  <a:pt x="3406152" y="102120"/>
                </a:lnTo>
                <a:lnTo>
                  <a:pt x="3406152" y="112788"/>
                </a:lnTo>
                <a:lnTo>
                  <a:pt x="3406152" y="210324"/>
                </a:lnTo>
                <a:lnTo>
                  <a:pt x="3336048" y="210324"/>
                </a:lnTo>
                <a:lnTo>
                  <a:pt x="3336048" y="112788"/>
                </a:lnTo>
                <a:lnTo>
                  <a:pt x="3406152" y="112788"/>
                </a:lnTo>
                <a:lnTo>
                  <a:pt x="3406152" y="102120"/>
                </a:lnTo>
                <a:lnTo>
                  <a:pt x="3336048" y="102120"/>
                </a:lnTo>
                <a:lnTo>
                  <a:pt x="3336048" y="41160"/>
                </a:lnTo>
                <a:lnTo>
                  <a:pt x="3351288" y="28968"/>
                </a:lnTo>
                <a:lnTo>
                  <a:pt x="3311664" y="9156"/>
                </a:lnTo>
                <a:lnTo>
                  <a:pt x="3312541" y="32245"/>
                </a:lnTo>
                <a:lnTo>
                  <a:pt x="3312947" y="53162"/>
                </a:lnTo>
                <a:lnTo>
                  <a:pt x="3313074" y="66421"/>
                </a:lnTo>
                <a:lnTo>
                  <a:pt x="3313188" y="102120"/>
                </a:lnTo>
                <a:lnTo>
                  <a:pt x="3238512" y="102120"/>
                </a:lnTo>
                <a:lnTo>
                  <a:pt x="3255276" y="117360"/>
                </a:lnTo>
                <a:lnTo>
                  <a:pt x="3264700" y="115354"/>
                </a:lnTo>
                <a:lnTo>
                  <a:pt x="3274707" y="113931"/>
                </a:lnTo>
                <a:lnTo>
                  <a:pt x="3285274" y="113068"/>
                </a:lnTo>
                <a:lnTo>
                  <a:pt x="3296424" y="112788"/>
                </a:lnTo>
                <a:lnTo>
                  <a:pt x="3313188" y="112788"/>
                </a:lnTo>
                <a:lnTo>
                  <a:pt x="3313188" y="210324"/>
                </a:lnTo>
                <a:lnTo>
                  <a:pt x="3229368" y="210324"/>
                </a:lnTo>
                <a:lnTo>
                  <a:pt x="3244608" y="225564"/>
                </a:lnTo>
                <a:lnTo>
                  <a:pt x="3254032" y="223558"/>
                </a:lnTo>
                <a:lnTo>
                  <a:pt x="3264039" y="222135"/>
                </a:lnTo>
                <a:lnTo>
                  <a:pt x="3274606" y="221272"/>
                </a:lnTo>
                <a:lnTo>
                  <a:pt x="3285756" y="220992"/>
                </a:lnTo>
                <a:lnTo>
                  <a:pt x="3313188" y="220992"/>
                </a:lnTo>
                <a:lnTo>
                  <a:pt x="3308045" y="254990"/>
                </a:lnTo>
                <a:lnTo>
                  <a:pt x="3294900" y="286143"/>
                </a:lnTo>
                <a:lnTo>
                  <a:pt x="3273755" y="314426"/>
                </a:lnTo>
                <a:lnTo>
                  <a:pt x="3244608" y="339864"/>
                </a:lnTo>
                <a:lnTo>
                  <a:pt x="3247656" y="345960"/>
                </a:lnTo>
                <a:lnTo>
                  <a:pt x="3284817" y="321716"/>
                </a:lnTo>
                <a:lnTo>
                  <a:pt x="3311855" y="292620"/>
                </a:lnTo>
                <a:lnTo>
                  <a:pt x="3328873" y="258940"/>
                </a:lnTo>
                <a:lnTo>
                  <a:pt x="3336048" y="220992"/>
                </a:lnTo>
                <a:lnTo>
                  <a:pt x="3406152" y="220992"/>
                </a:lnTo>
                <a:lnTo>
                  <a:pt x="3405911" y="268135"/>
                </a:lnTo>
                <a:lnTo>
                  <a:pt x="3405390" y="306717"/>
                </a:lnTo>
                <a:lnTo>
                  <a:pt x="3404882" y="335483"/>
                </a:lnTo>
                <a:lnTo>
                  <a:pt x="3404628" y="358152"/>
                </a:lnTo>
                <a:lnTo>
                  <a:pt x="3430536" y="345960"/>
                </a:lnTo>
                <a:lnTo>
                  <a:pt x="3429647" y="328790"/>
                </a:lnTo>
                <a:lnTo>
                  <a:pt x="3429203" y="302336"/>
                </a:lnTo>
                <a:lnTo>
                  <a:pt x="3429127" y="286143"/>
                </a:lnTo>
                <a:lnTo>
                  <a:pt x="3429012" y="220992"/>
                </a:lnTo>
                <a:lnTo>
                  <a:pt x="3518928" y="220992"/>
                </a:lnTo>
                <a:close/>
              </a:path>
              <a:path w="3526790" h="411479">
                <a:moveTo>
                  <a:pt x="3526548" y="362724"/>
                </a:moveTo>
                <a:lnTo>
                  <a:pt x="3481400" y="367677"/>
                </a:lnTo>
                <a:lnTo>
                  <a:pt x="3435108" y="370344"/>
                </a:lnTo>
                <a:lnTo>
                  <a:pt x="3417798" y="370789"/>
                </a:lnTo>
                <a:lnTo>
                  <a:pt x="3385769" y="370725"/>
                </a:lnTo>
                <a:lnTo>
                  <a:pt x="3333000" y="368820"/>
                </a:lnTo>
                <a:lnTo>
                  <a:pt x="3287090" y="363296"/>
                </a:lnTo>
                <a:lnTo>
                  <a:pt x="3240608" y="344284"/>
                </a:lnTo>
                <a:lnTo>
                  <a:pt x="3208032" y="321576"/>
                </a:lnTo>
                <a:lnTo>
                  <a:pt x="3208032" y="179844"/>
                </a:lnTo>
                <a:lnTo>
                  <a:pt x="3216732" y="173748"/>
                </a:lnTo>
                <a:lnTo>
                  <a:pt x="3223272" y="169176"/>
                </a:lnTo>
                <a:lnTo>
                  <a:pt x="3198888" y="144792"/>
                </a:lnTo>
                <a:lnTo>
                  <a:pt x="3180600" y="163080"/>
                </a:lnTo>
                <a:lnTo>
                  <a:pt x="3112020" y="163080"/>
                </a:lnTo>
                <a:lnTo>
                  <a:pt x="3127260" y="178320"/>
                </a:lnTo>
                <a:lnTo>
                  <a:pt x="3137560" y="176314"/>
                </a:lnTo>
                <a:lnTo>
                  <a:pt x="3148025" y="174891"/>
                </a:lnTo>
                <a:lnTo>
                  <a:pt x="3158756" y="174028"/>
                </a:lnTo>
                <a:lnTo>
                  <a:pt x="3169932" y="173748"/>
                </a:lnTo>
                <a:lnTo>
                  <a:pt x="3185172" y="173748"/>
                </a:lnTo>
                <a:lnTo>
                  <a:pt x="3185172" y="320052"/>
                </a:lnTo>
                <a:lnTo>
                  <a:pt x="3166326" y="333502"/>
                </a:lnTo>
                <a:lnTo>
                  <a:pt x="3148787" y="346532"/>
                </a:lnTo>
                <a:lnTo>
                  <a:pt x="3132658" y="359270"/>
                </a:lnTo>
                <a:lnTo>
                  <a:pt x="3118116" y="371868"/>
                </a:lnTo>
                <a:lnTo>
                  <a:pt x="3139452" y="393204"/>
                </a:lnTo>
                <a:lnTo>
                  <a:pt x="3151187" y="376339"/>
                </a:lnTo>
                <a:lnTo>
                  <a:pt x="3161360" y="362343"/>
                </a:lnTo>
                <a:lnTo>
                  <a:pt x="3170097" y="351193"/>
                </a:lnTo>
                <a:lnTo>
                  <a:pt x="3177552" y="342912"/>
                </a:lnTo>
                <a:lnTo>
                  <a:pt x="3188220" y="332244"/>
                </a:lnTo>
                <a:lnTo>
                  <a:pt x="3194316" y="329196"/>
                </a:lnTo>
                <a:lnTo>
                  <a:pt x="3197364" y="329196"/>
                </a:lnTo>
                <a:lnTo>
                  <a:pt x="3201073" y="330835"/>
                </a:lnTo>
                <a:lnTo>
                  <a:pt x="3207651" y="335483"/>
                </a:lnTo>
                <a:lnTo>
                  <a:pt x="3229368" y="352056"/>
                </a:lnTo>
                <a:lnTo>
                  <a:pt x="3242195" y="363499"/>
                </a:lnTo>
                <a:lnTo>
                  <a:pt x="3255467" y="372821"/>
                </a:lnTo>
                <a:lnTo>
                  <a:pt x="3297847" y="389597"/>
                </a:lnTo>
                <a:lnTo>
                  <a:pt x="3336709" y="394792"/>
                </a:lnTo>
                <a:lnTo>
                  <a:pt x="3386671" y="397129"/>
                </a:lnTo>
                <a:lnTo>
                  <a:pt x="3489972" y="397776"/>
                </a:lnTo>
                <a:lnTo>
                  <a:pt x="3490544" y="389204"/>
                </a:lnTo>
                <a:lnTo>
                  <a:pt x="3496830" y="381774"/>
                </a:lnTo>
                <a:lnTo>
                  <a:pt x="3508832" y="375488"/>
                </a:lnTo>
                <a:lnTo>
                  <a:pt x="3524415" y="370954"/>
                </a:lnTo>
                <a:lnTo>
                  <a:pt x="3526548" y="370344"/>
                </a:lnTo>
                <a:lnTo>
                  <a:pt x="3526548" y="36272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" name="object 72"/>
          <p:cNvSpPr/>
          <p:nvPr/>
        </p:nvSpPr>
        <p:spPr>
          <a:xfrm>
            <a:off x="2130551" y="3974592"/>
            <a:ext cx="398145" cy="402590"/>
          </a:xfrm>
          <a:custGeom>
            <a:avLst/>
            <a:gdLst/>
            <a:ahLst/>
            <a:cxnLst/>
            <a:rect l="l" t="t" r="r" b="b"/>
            <a:pathLst>
              <a:path w="398144" h="402589">
                <a:moveTo>
                  <a:pt x="187452" y="57912"/>
                </a:moveTo>
                <a:lnTo>
                  <a:pt x="172212" y="42672"/>
                </a:lnTo>
                <a:lnTo>
                  <a:pt x="320040" y="42672"/>
                </a:lnTo>
                <a:lnTo>
                  <a:pt x="344424" y="19812"/>
                </a:lnTo>
                <a:lnTo>
                  <a:pt x="373380" y="53340"/>
                </a:lnTo>
                <a:lnTo>
                  <a:pt x="230124" y="53340"/>
                </a:lnTo>
                <a:lnTo>
                  <a:pt x="218955" y="53625"/>
                </a:lnTo>
                <a:lnTo>
                  <a:pt x="208216" y="54483"/>
                </a:lnTo>
                <a:lnTo>
                  <a:pt x="197762" y="55911"/>
                </a:lnTo>
                <a:lnTo>
                  <a:pt x="187452" y="57912"/>
                </a:lnTo>
                <a:close/>
              </a:path>
              <a:path w="398144" h="402589">
                <a:moveTo>
                  <a:pt x="16764" y="128016"/>
                </a:moveTo>
                <a:lnTo>
                  <a:pt x="13716" y="123444"/>
                </a:lnTo>
                <a:lnTo>
                  <a:pt x="28289" y="108513"/>
                </a:lnTo>
                <a:lnTo>
                  <a:pt x="42291" y="93154"/>
                </a:lnTo>
                <a:lnTo>
                  <a:pt x="68580" y="59436"/>
                </a:lnTo>
                <a:lnTo>
                  <a:pt x="89344" y="26289"/>
                </a:lnTo>
                <a:lnTo>
                  <a:pt x="102108" y="0"/>
                </a:lnTo>
                <a:lnTo>
                  <a:pt x="134112" y="22860"/>
                </a:lnTo>
                <a:lnTo>
                  <a:pt x="91440" y="59436"/>
                </a:lnTo>
                <a:lnTo>
                  <a:pt x="76342" y="77223"/>
                </a:lnTo>
                <a:lnTo>
                  <a:pt x="58674" y="94297"/>
                </a:lnTo>
                <a:lnTo>
                  <a:pt x="38719" y="111085"/>
                </a:lnTo>
                <a:lnTo>
                  <a:pt x="16764" y="128016"/>
                </a:lnTo>
                <a:close/>
              </a:path>
              <a:path w="398144" h="402589">
                <a:moveTo>
                  <a:pt x="3048" y="259079"/>
                </a:moveTo>
                <a:lnTo>
                  <a:pt x="0" y="252984"/>
                </a:lnTo>
                <a:lnTo>
                  <a:pt x="18026" y="234148"/>
                </a:lnTo>
                <a:lnTo>
                  <a:pt x="35623" y="214312"/>
                </a:lnTo>
                <a:lnTo>
                  <a:pt x="70104" y="172212"/>
                </a:lnTo>
                <a:lnTo>
                  <a:pt x="100012" y="127444"/>
                </a:lnTo>
                <a:lnTo>
                  <a:pt x="121920" y="83820"/>
                </a:lnTo>
                <a:lnTo>
                  <a:pt x="150876" y="111252"/>
                </a:lnTo>
                <a:lnTo>
                  <a:pt x="135636" y="118872"/>
                </a:lnTo>
                <a:lnTo>
                  <a:pt x="124753" y="134921"/>
                </a:lnTo>
                <a:lnTo>
                  <a:pt x="114871" y="148971"/>
                </a:lnTo>
                <a:lnTo>
                  <a:pt x="105846" y="161305"/>
                </a:lnTo>
                <a:lnTo>
                  <a:pt x="97536" y="172212"/>
                </a:lnTo>
                <a:lnTo>
                  <a:pt x="115824" y="187452"/>
                </a:lnTo>
                <a:lnTo>
                  <a:pt x="113211" y="190500"/>
                </a:lnTo>
                <a:lnTo>
                  <a:pt x="82296" y="190500"/>
                </a:lnTo>
                <a:lnTo>
                  <a:pt x="61983" y="210216"/>
                </a:lnTo>
                <a:lnTo>
                  <a:pt x="42100" y="228219"/>
                </a:lnTo>
                <a:lnTo>
                  <a:pt x="22502" y="244506"/>
                </a:lnTo>
                <a:lnTo>
                  <a:pt x="3048" y="259079"/>
                </a:lnTo>
                <a:close/>
              </a:path>
              <a:path w="398144" h="402589">
                <a:moveTo>
                  <a:pt x="158496" y="163068"/>
                </a:moveTo>
                <a:lnTo>
                  <a:pt x="143256" y="147828"/>
                </a:lnTo>
                <a:lnTo>
                  <a:pt x="342900" y="147828"/>
                </a:lnTo>
                <a:lnTo>
                  <a:pt x="368808" y="123444"/>
                </a:lnTo>
                <a:lnTo>
                  <a:pt x="397764" y="156972"/>
                </a:lnTo>
                <a:lnTo>
                  <a:pt x="199644" y="156972"/>
                </a:lnTo>
                <a:lnTo>
                  <a:pt x="188499" y="157495"/>
                </a:lnTo>
                <a:lnTo>
                  <a:pt x="177927" y="158877"/>
                </a:lnTo>
                <a:lnTo>
                  <a:pt x="167925" y="160829"/>
                </a:lnTo>
                <a:lnTo>
                  <a:pt x="158496" y="163068"/>
                </a:lnTo>
                <a:close/>
              </a:path>
              <a:path w="398144" h="402589">
                <a:moveTo>
                  <a:pt x="289595" y="355092"/>
                </a:moveTo>
                <a:lnTo>
                  <a:pt x="249936" y="355092"/>
                </a:lnTo>
                <a:lnTo>
                  <a:pt x="257055" y="353925"/>
                </a:lnTo>
                <a:lnTo>
                  <a:pt x="262318" y="350329"/>
                </a:lnTo>
                <a:lnTo>
                  <a:pt x="265580" y="344162"/>
                </a:lnTo>
                <a:lnTo>
                  <a:pt x="266700" y="335280"/>
                </a:lnTo>
                <a:lnTo>
                  <a:pt x="266700" y="156972"/>
                </a:lnTo>
                <a:lnTo>
                  <a:pt x="291084" y="156972"/>
                </a:lnTo>
                <a:lnTo>
                  <a:pt x="291084" y="342900"/>
                </a:lnTo>
                <a:lnTo>
                  <a:pt x="289595" y="355092"/>
                </a:lnTo>
                <a:close/>
              </a:path>
              <a:path w="398144" h="402589">
                <a:moveTo>
                  <a:pt x="79248" y="402335"/>
                </a:moveTo>
                <a:lnTo>
                  <a:pt x="80367" y="375237"/>
                </a:lnTo>
                <a:lnTo>
                  <a:pt x="81343" y="330708"/>
                </a:lnTo>
                <a:lnTo>
                  <a:pt x="82034" y="269033"/>
                </a:lnTo>
                <a:lnTo>
                  <a:pt x="82296" y="190500"/>
                </a:lnTo>
                <a:lnTo>
                  <a:pt x="113211" y="190500"/>
                </a:lnTo>
                <a:lnTo>
                  <a:pt x="106680" y="198120"/>
                </a:lnTo>
                <a:lnTo>
                  <a:pt x="106680" y="387096"/>
                </a:lnTo>
                <a:lnTo>
                  <a:pt x="79248" y="402335"/>
                </a:lnTo>
                <a:close/>
              </a:path>
              <a:path w="398144" h="402589">
                <a:moveTo>
                  <a:pt x="246888" y="399288"/>
                </a:moveTo>
                <a:lnTo>
                  <a:pt x="243173" y="387548"/>
                </a:lnTo>
                <a:lnTo>
                  <a:pt x="232029" y="377380"/>
                </a:lnTo>
                <a:lnTo>
                  <a:pt x="213455" y="368641"/>
                </a:lnTo>
                <a:lnTo>
                  <a:pt x="187452" y="361188"/>
                </a:lnTo>
                <a:lnTo>
                  <a:pt x="187452" y="352044"/>
                </a:lnTo>
                <a:lnTo>
                  <a:pt x="209216" y="353806"/>
                </a:lnTo>
                <a:lnTo>
                  <a:pt x="226695" y="354711"/>
                </a:lnTo>
                <a:lnTo>
                  <a:pt x="240172" y="355044"/>
                </a:lnTo>
                <a:lnTo>
                  <a:pt x="289595" y="355092"/>
                </a:lnTo>
                <a:lnTo>
                  <a:pt x="288464" y="364355"/>
                </a:lnTo>
                <a:lnTo>
                  <a:pt x="280416" y="380809"/>
                </a:lnTo>
                <a:lnTo>
                  <a:pt x="266652" y="392406"/>
                </a:lnTo>
                <a:lnTo>
                  <a:pt x="246888" y="39928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" name="object 73"/>
          <p:cNvSpPr/>
          <p:nvPr/>
        </p:nvSpPr>
        <p:spPr>
          <a:xfrm>
            <a:off x="2574023" y="3968508"/>
            <a:ext cx="1737995" cy="408940"/>
          </a:xfrm>
          <a:custGeom>
            <a:avLst/>
            <a:gdLst/>
            <a:ahLst/>
            <a:cxnLst/>
            <a:rect l="l" t="t" r="r" b="b"/>
            <a:pathLst>
              <a:path w="1737995" h="408939">
                <a:moveTo>
                  <a:pt x="385572" y="53327"/>
                </a:moveTo>
                <a:lnTo>
                  <a:pt x="382524" y="50279"/>
                </a:lnTo>
                <a:lnTo>
                  <a:pt x="371856" y="39611"/>
                </a:lnTo>
                <a:lnTo>
                  <a:pt x="352044" y="19799"/>
                </a:lnTo>
                <a:lnTo>
                  <a:pt x="335280" y="39611"/>
                </a:lnTo>
                <a:lnTo>
                  <a:pt x="54864" y="39611"/>
                </a:lnTo>
                <a:lnTo>
                  <a:pt x="53340" y="19799"/>
                </a:lnTo>
                <a:lnTo>
                  <a:pt x="47244" y="19799"/>
                </a:lnTo>
                <a:lnTo>
                  <a:pt x="36195" y="58470"/>
                </a:lnTo>
                <a:lnTo>
                  <a:pt x="16764" y="94475"/>
                </a:lnTo>
                <a:lnTo>
                  <a:pt x="13716" y="100571"/>
                </a:lnTo>
                <a:lnTo>
                  <a:pt x="13716" y="108191"/>
                </a:lnTo>
                <a:lnTo>
                  <a:pt x="18288" y="109715"/>
                </a:lnTo>
                <a:lnTo>
                  <a:pt x="36576" y="109715"/>
                </a:lnTo>
                <a:lnTo>
                  <a:pt x="44196" y="106667"/>
                </a:lnTo>
                <a:lnTo>
                  <a:pt x="56261" y="68376"/>
                </a:lnTo>
                <a:lnTo>
                  <a:pt x="54864" y="50279"/>
                </a:lnTo>
                <a:lnTo>
                  <a:pt x="336804" y="50279"/>
                </a:lnTo>
                <a:lnTo>
                  <a:pt x="313944" y="100571"/>
                </a:lnTo>
                <a:lnTo>
                  <a:pt x="320040" y="105143"/>
                </a:lnTo>
                <a:lnTo>
                  <a:pt x="337781" y="83985"/>
                </a:lnTo>
                <a:lnTo>
                  <a:pt x="354520" y="68376"/>
                </a:lnTo>
                <a:lnTo>
                  <a:pt x="370408" y="58216"/>
                </a:lnTo>
                <a:lnTo>
                  <a:pt x="385572" y="53327"/>
                </a:lnTo>
                <a:close/>
              </a:path>
              <a:path w="1737995" h="408939">
                <a:moveTo>
                  <a:pt x="397764" y="361175"/>
                </a:moveTo>
                <a:lnTo>
                  <a:pt x="375285" y="317550"/>
                </a:lnTo>
                <a:lnTo>
                  <a:pt x="371856" y="271259"/>
                </a:lnTo>
                <a:lnTo>
                  <a:pt x="362712" y="271259"/>
                </a:lnTo>
                <a:lnTo>
                  <a:pt x="360794" y="321627"/>
                </a:lnTo>
                <a:lnTo>
                  <a:pt x="345097" y="364439"/>
                </a:lnTo>
                <a:lnTo>
                  <a:pt x="336804" y="367271"/>
                </a:lnTo>
                <a:lnTo>
                  <a:pt x="286512" y="367271"/>
                </a:lnTo>
                <a:lnTo>
                  <a:pt x="256159" y="336791"/>
                </a:lnTo>
                <a:lnTo>
                  <a:pt x="256032" y="143243"/>
                </a:lnTo>
                <a:lnTo>
                  <a:pt x="264604" y="135623"/>
                </a:lnTo>
                <a:lnTo>
                  <a:pt x="269748" y="131051"/>
                </a:lnTo>
                <a:lnTo>
                  <a:pt x="261620" y="124955"/>
                </a:lnTo>
                <a:lnTo>
                  <a:pt x="239268" y="108191"/>
                </a:lnTo>
                <a:lnTo>
                  <a:pt x="227076" y="124955"/>
                </a:lnTo>
                <a:lnTo>
                  <a:pt x="140208" y="124955"/>
                </a:lnTo>
                <a:lnTo>
                  <a:pt x="114300" y="108191"/>
                </a:lnTo>
                <a:lnTo>
                  <a:pt x="115189" y="139369"/>
                </a:lnTo>
                <a:lnTo>
                  <a:pt x="115633" y="168960"/>
                </a:lnTo>
                <a:lnTo>
                  <a:pt x="115747" y="186207"/>
                </a:lnTo>
                <a:lnTo>
                  <a:pt x="115824" y="224015"/>
                </a:lnTo>
                <a:lnTo>
                  <a:pt x="113538" y="249732"/>
                </a:lnTo>
                <a:lnTo>
                  <a:pt x="102108" y="297738"/>
                </a:lnTo>
                <a:lnTo>
                  <a:pt x="78663" y="340588"/>
                </a:lnTo>
                <a:lnTo>
                  <a:pt x="32321" y="381114"/>
                </a:lnTo>
                <a:lnTo>
                  <a:pt x="0" y="400799"/>
                </a:lnTo>
                <a:lnTo>
                  <a:pt x="1524" y="405371"/>
                </a:lnTo>
                <a:lnTo>
                  <a:pt x="49339" y="382701"/>
                </a:lnTo>
                <a:lnTo>
                  <a:pt x="86868" y="356603"/>
                </a:lnTo>
                <a:lnTo>
                  <a:pt x="112776" y="325551"/>
                </a:lnTo>
                <a:lnTo>
                  <a:pt x="129540" y="286499"/>
                </a:lnTo>
                <a:lnTo>
                  <a:pt x="138874" y="228206"/>
                </a:lnTo>
                <a:lnTo>
                  <a:pt x="140474" y="186207"/>
                </a:lnTo>
                <a:lnTo>
                  <a:pt x="140208" y="135623"/>
                </a:lnTo>
                <a:lnTo>
                  <a:pt x="231648" y="135623"/>
                </a:lnTo>
                <a:lnTo>
                  <a:pt x="231673" y="349275"/>
                </a:lnTo>
                <a:lnTo>
                  <a:pt x="252018" y="386067"/>
                </a:lnTo>
                <a:lnTo>
                  <a:pt x="269748" y="388607"/>
                </a:lnTo>
                <a:lnTo>
                  <a:pt x="352044" y="388607"/>
                </a:lnTo>
                <a:lnTo>
                  <a:pt x="367766" y="386892"/>
                </a:lnTo>
                <a:lnTo>
                  <a:pt x="380619" y="381749"/>
                </a:lnTo>
                <a:lnTo>
                  <a:pt x="390626" y="373176"/>
                </a:lnTo>
                <a:lnTo>
                  <a:pt x="394144" y="367271"/>
                </a:lnTo>
                <a:lnTo>
                  <a:pt x="397764" y="361175"/>
                </a:lnTo>
                <a:close/>
              </a:path>
              <a:path w="1737995" h="408939">
                <a:moveTo>
                  <a:pt x="766584" y="41135"/>
                </a:moveTo>
                <a:lnTo>
                  <a:pt x="733056" y="10655"/>
                </a:lnTo>
                <a:lnTo>
                  <a:pt x="721626" y="27216"/>
                </a:lnTo>
                <a:lnTo>
                  <a:pt x="707910" y="44754"/>
                </a:lnTo>
                <a:lnTo>
                  <a:pt x="673620" y="82283"/>
                </a:lnTo>
                <a:lnTo>
                  <a:pt x="630377" y="119811"/>
                </a:lnTo>
                <a:lnTo>
                  <a:pt x="579132" y="158483"/>
                </a:lnTo>
                <a:lnTo>
                  <a:pt x="582180" y="166103"/>
                </a:lnTo>
                <a:lnTo>
                  <a:pt x="617054" y="146939"/>
                </a:lnTo>
                <a:lnTo>
                  <a:pt x="655523" y="121335"/>
                </a:lnTo>
                <a:lnTo>
                  <a:pt x="697687" y="89166"/>
                </a:lnTo>
                <a:lnTo>
                  <a:pt x="743724" y="50279"/>
                </a:lnTo>
                <a:lnTo>
                  <a:pt x="766584" y="41135"/>
                </a:lnTo>
                <a:close/>
              </a:path>
              <a:path w="1737995" h="408939">
                <a:moveTo>
                  <a:pt x="845832" y="342887"/>
                </a:moveTo>
                <a:lnTo>
                  <a:pt x="782015" y="326694"/>
                </a:lnTo>
                <a:lnTo>
                  <a:pt x="723912" y="295643"/>
                </a:lnTo>
                <a:lnTo>
                  <a:pt x="674763" y="251066"/>
                </a:lnTo>
                <a:lnTo>
                  <a:pt x="637044" y="195059"/>
                </a:lnTo>
                <a:lnTo>
                  <a:pt x="833640" y="195059"/>
                </a:lnTo>
                <a:lnTo>
                  <a:pt x="803160" y="158483"/>
                </a:lnTo>
                <a:lnTo>
                  <a:pt x="772680" y="184391"/>
                </a:lnTo>
                <a:lnTo>
                  <a:pt x="563892" y="184391"/>
                </a:lnTo>
                <a:lnTo>
                  <a:pt x="563892" y="38087"/>
                </a:lnTo>
                <a:lnTo>
                  <a:pt x="579132" y="24371"/>
                </a:lnTo>
                <a:lnTo>
                  <a:pt x="536460" y="6083"/>
                </a:lnTo>
                <a:lnTo>
                  <a:pt x="537337" y="23495"/>
                </a:lnTo>
                <a:lnTo>
                  <a:pt x="537756" y="38087"/>
                </a:lnTo>
                <a:lnTo>
                  <a:pt x="537857" y="44754"/>
                </a:lnTo>
                <a:lnTo>
                  <a:pt x="537984" y="184391"/>
                </a:lnTo>
                <a:lnTo>
                  <a:pt x="440448" y="184391"/>
                </a:lnTo>
                <a:lnTo>
                  <a:pt x="457212" y="199631"/>
                </a:lnTo>
                <a:lnTo>
                  <a:pt x="466636" y="197637"/>
                </a:lnTo>
                <a:lnTo>
                  <a:pt x="476643" y="196202"/>
                </a:lnTo>
                <a:lnTo>
                  <a:pt x="487210" y="195351"/>
                </a:lnTo>
                <a:lnTo>
                  <a:pt x="498360" y="195059"/>
                </a:lnTo>
                <a:lnTo>
                  <a:pt x="537984" y="195059"/>
                </a:lnTo>
                <a:lnTo>
                  <a:pt x="537857" y="348983"/>
                </a:lnTo>
                <a:lnTo>
                  <a:pt x="530364" y="373367"/>
                </a:lnTo>
                <a:lnTo>
                  <a:pt x="551700" y="402323"/>
                </a:lnTo>
                <a:lnTo>
                  <a:pt x="571385" y="385445"/>
                </a:lnTo>
                <a:lnTo>
                  <a:pt x="598373" y="366699"/>
                </a:lnTo>
                <a:lnTo>
                  <a:pt x="609968" y="359651"/>
                </a:lnTo>
                <a:lnTo>
                  <a:pt x="632485" y="345960"/>
                </a:lnTo>
                <a:lnTo>
                  <a:pt x="673620" y="323075"/>
                </a:lnTo>
                <a:lnTo>
                  <a:pt x="670572" y="315455"/>
                </a:lnTo>
                <a:lnTo>
                  <a:pt x="643394" y="326656"/>
                </a:lnTo>
                <a:lnTo>
                  <a:pt x="590308" y="348411"/>
                </a:lnTo>
                <a:lnTo>
                  <a:pt x="563892" y="359651"/>
                </a:lnTo>
                <a:lnTo>
                  <a:pt x="563892" y="195059"/>
                </a:lnTo>
                <a:lnTo>
                  <a:pt x="629424" y="195059"/>
                </a:lnTo>
                <a:lnTo>
                  <a:pt x="642569" y="229666"/>
                </a:lnTo>
                <a:lnTo>
                  <a:pt x="659142" y="260400"/>
                </a:lnTo>
                <a:lnTo>
                  <a:pt x="702576" y="310883"/>
                </a:lnTo>
                <a:lnTo>
                  <a:pt x="751916" y="348411"/>
                </a:lnTo>
                <a:lnTo>
                  <a:pt x="804684" y="373367"/>
                </a:lnTo>
                <a:lnTo>
                  <a:pt x="812393" y="363131"/>
                </a:lnTo>
                <a:lnTo>
                  <a:pt x="821829" y="355460"/>
                </a:lnTo>
                <a:lnTo>
                  <a:pt x="832967" y="350659"/>
                </a:lnTo>
                <a:lnTo>
                  <a:pt x="845832" y="348983"/>
                </a:lnTo>
                <a:lnTo>
                  <a:pt x="845832" y="342887"/>
                </a:lnTo>
                <a:close/>
              </a:path>
              <a:path w="1737995" h="408939">
                <a:moveTo>
                  <a:pt x="1065276" y="39611"/>
                </a:moveTo>
                <a:lnTo>
                  <a:pt x="1030224" y="13703"/>
                </a:lnTo>
                <a:lnTo>
                  <a:pt x="1016850" y="47713"/>
                </a:lnTo>
                <a:lnTo>
                  <a:pt x="1002030" y="78854"/>
                </a:lnTo>
                <a:lnTo>
                  <a:pt x="969264" y="132575"/>
                </a:lnTo>
                <a:lnTo>
                  <a:pt x="931926" y="179438"/>
                </a:lnTo>
                <a:lnTo>
                  <a:pt x="890016" y="219443"/>
                </a:lnTo>
                <a:lnTo>
                  <a:pt x="893064" y="224015"/>
                </a:lnTo>
                <a:lnTo>
                  <a:pt x="943356" y="188772"/>
                </a:lnTo>
                <a:lnTo>
                  <a:pt x="984504" y="147815"/>
                </a:lnTo>
                <a:lnTo>
                  <a:pt x="1018413" y="101142"/>
                </a:lnTo>
                <a:lnTo>
                  <a:pt x="1050036" y="48755"/>
                </a:lnTo>
                <a:lnTo>
                  <a:pt x="1065276" y="39611"/>
                </a:lnTo>
                <a:close/>
              </a:path>
              <a:path w="1737995" h="408939">
                <a:moveTo>
                  <a:pt x="1202436" y="188963"/>
                </a:moveTo>
                <a:lnTo>
                  <a:pt x="1178052" y="166103"/>
                </a:lnTo>
                <a:lnTo>
                  <a:pt x="1161288" y="182867"/>
                </a:lnTo>
                <a:lnTo>
                  <a:pt x="963168" y="182867"/>
                </a:lnTo>
                <a:lnTo>
                  <a:pt x="976884" y="196583"/>
                </a:lnTo>
                <a:lnTo>
                  <a:pt x="992124" y="193535"/>
                </a:lnTo>
                <a:lnTo>
                  <a:pt x="1045464" y="193535"/>
                </a:lnTo>
                <a:lnTo>
                  <a:pt x="1035177" y="251828"/>
                </a:lnTo>
                <a:lnTo>
                  <a:pt x="1013460" y="307835"/>
                </a:lnTo>
                <a:lnTo>
                  <a:pt x="973455" y="357936"/>
                </a:lnTo>
                <a:lnTo>
                  <a:pt x="908304" y="402323"/>
                </a:lnTo>
                <a:lnTo>
                  <a:pt x="911352" y="408419"/>
                </a:lnTo>
                <a:lnTo>
                  <a:pt x="952246" y="389039"/>
                </a:lnTo>
                <a:lnTo>
                  <a:pt x="985837" y="367652"/>
                </a:lnTo>
                <a:lnTo>
                  <a:pt x="1031748" y="320027"/>
                </a:lnTo>
                <a:lnTo>
                  <a:pt x="1058227" y="261924"/>
                </a:lnTo>
                <a:lnTo>
                  <a:pt x="1074420" y="193535"/>
                </a:lnTo>
                <a:lnTo>
                  <a:pt x="1164336" y="193535"/>
                </a:lnTo>
                <a:lnTo>
                  <a:pt x="1160907" y="252933"/>
                </a:lnTo>
                <a:lnTo>
                  <a:pt x="1157478" y="298310"/>
                </a:lnTo>
                <a:lnTo>
                  <a:pt x="1150620" y="345935"/>
                </a:lnTo>
                <a:lnTo>
                  <a:pt x="1122222" y="366090"/>
                </a:lnTo>
                <a:lnTo>
                  <a:pt x="1110043" y="364985"/>
                </a:lnTo>
                <a:lnTo>
                  <a:pt x="1094168" y="362750"/>
                </a:lnTo>
                <a:lnTo>
                  <a:pt x="1074420" y="359651"/>
                </a:lnTo>
                <a:lnTo>
                  <a:pt x="1074420" y="367271"/>
                </a:lnTo>
                <a:lnTo>
                  <a:pt x="1093622" y="374116"/>
                </a:lnTo>
                <a:lnTo>
                  <a:pt x="1107948" y="383082"/>
                </a:lnTo>
                <a:lnTo>
                  <a:pt x="1117714" y="394068"/>
                </a:lnTo>
                <a:lnTo>
                  <a:pt x="1123188" y="406895"/>
                </a:lnTo>
                <a:lnTo>
                  <a:pt x="1138936" y="400037"/>
                </a:lnTo>
                <a:lnTo>
                  <a:pt x="1170241" y="366090"/>
                </a:lnTo>
                <a:lnTo>
                  <a:pt x="1182433" y="310121"/>
                </a:lnTo>
                <a:lnTo>
                  <a:pt x="1186053" y="261924"/>
                </a:lnTo>
                <a:lnTo>
                  <a:pt x="1188720" y="199631"/>
                </a:lnTo>
                <a:lnTo>
                  <a:pt x="1196568" y="193535"/>
                </a:lnTo>
                <a:lnTo>
                  <a:pt x="1202436" y="188963"/>
                </a:lnTo>
                <a:close/>
              </a:path>
              <a:path w="1737995" h="408939">
                <a:moveTo>
                  <a:pt x="1292352" y="182867"/>
                </a:moveTo>
                <a:lnTo>
                  <a:pt x="1245489" y="166674"/>
                </a:lnTo>
                <a:lnTo>
                  <a:pt x="1200912" y="135623"/>
                </a:lnTo>
                <a:lnTo>
                  <a:pt x="1163383" y="89522"/>
                </a:lnTo>
                <a:lnTo>
                  <a:pt x="1138428" y="27419"/>
                </a:lnTo>
                <a:lnTo>
                  <a:pt x="1152144" y="19799"/>
                </a:lnTo>
                <a:lnTo>
                  <a:pt x="1118616" y="6083"/>
                </a:lnTo>
                <a:lnTo>
                  <a:pt x="1136904" y="70853"/>
                </a:lnTo>
                <a:lnTo>
                  <a:pt x="1164336" y="126479"/>
                </a:lnTo>
                <a:lnTo>
                  <a:pt x="1204341" y="173532"/>
                </a:lnTo>
                <a:lnTo>
                  <a:pt x="1255776" y="210299"/>
                </a:lnTo>
                <a:lnTo>
                  <a:pt x="1262354" y="202018"/>
                </a:lnTo>
                <a:lnTo>
                  <a:pt x="1270635" y="195440"/>
                </a:lnTo>
                <a:lnTo>
                  <a:pt x="1280642" y="190588"/>
                </a:lnTo>
                <a:lnTo>
                  <a:pt x="1292352" y="187439"/>
                </a:lnTo>
                <a:lnTo>
                  <a:pt x="1292352" y="182867"/>
                </a:lnTo>
                <a:close/>
              </a:path>
              <a:path w="1737995" h="408939">
                <a:moveTo>
                  <a:pt x="1502676" y="114300"/>
                </a:moveTo>
                <a:lnTo>
                  <a:pt x="1473720" y="85344"/>
                </a:lnTo>
                <a:lnTo>
                  <a:pt x="1453908" y="105156"/>
                </a:lnTo>
                <a:lnTo>
                  <a:pt x="1429524" y="105156"/>
                </a:lnTo>
                <a:lnTo>
                  <a:pt x="1429524" y="32004"/>
                </a:lnTo>
                <a:lnTo>
                  <a:pt x="1443240" y="19812"/>
                </a:lnTo>
                <a:lnTo>
                  <a:pt x="1403616" y="0"/>
                </a:lnTo>
                <a:lnTo>
                  <a:pt x="1404874" y="43141"/>
                </a:lnTo>
                <a:lnTo>
                  <a:pt x="1405140" y="105156"/>
                </a:lnTo>
                <a:lnTo>
                  <a:pt x="1331988" y="105156"/>
                </a:lnTo>
                <a:lnTo>
                  <a:pt x="1347228" y="118872"/>
                </a:lnTo>
                <a:lnTo>
                  <a:pt x="1362468" y="114300"/>
                </a:lnTo>
                <a:lnTo>
                  <a:pt x="1405140" y="114300"/>
                </a:lnTo>
                <a:lnTo>
                  <a:pt x="1393113" y="166585"/>
                </a:lnTo>
                <a:lnTo>
                  <a:pt x="1377518" y="216027"/>
                </a:lnTo>
                <a:lnTo>
                  <a:pt x="1358201" y="262597"/>
                </a:lnTo>
                <a:lnTo>
                  <a:pt x="1335036" y="306324"/>
                </a:lnTo>
                <a:lnTo>
                  <a:pt x="1339608" y="309372"/>
                </a:lnTo>
                <a:lnTo>
                  <a:pt x="1359052" y="283629"/>
                </a:lnTo>
                <a:lnTo>
                  <a:pt x="1376375" y="256603"/>
                </a:lnTo>
                <a:lnTo>
                  <a:pt x="1391678" y="228142"/>
                </a:lnTo>
                <a:lnTo>
                  <a:pt x="1405140" y="198120"/>
                </a:lnTo>
                <a:lnTo>
                  <a:pt x="1405039" y="283629"/>
                </a:lnTo>
                <a:lnTo>
                  <a:pt x="1404924" y="316801"/>
                </a:lnTo>
                <a:lnTo>
                  <a:pt x="1404493" y="364426"/>
                </a:lnTo>
                <a:lnTo>
                  <a:pt x="1403616" y="408432"/>
                </a:lnTo>
                <a:lnTo>
                  <a:pt x="1431048" y="397764"/>
                </a:lnTo>
                <a:lnTo>
                  <a:pt x="1430807" y="365493"/>
                </a:lnTo>
                <a:lnTo>
                  <a:pt x="1430286" y="316801"/>
                </a:lnTo>
                <a:lnTo>
                  <a:pt x="1429842" y="262597"/>
                </a:lnTo>
                <a:lnTo>
                  <a:pt x="1429727" y="240792"/>
                </a:lnTo>
                <a:lnTo>
                  <a:pt x="1429600" y="198120"/>
                </a:lnTo>
                <a:lnTo>
                  <a:pt x="1429524" y="170688"/>
                </a:lnTo>
                <a:lnTo>
                  <a:pt x="1441856" y="185229"/>
                </a:lnTo>
                <a:lnTo>
                  <a:pt x="1451622" y="199072"/>
                </a:lnTo>
                <a:lnTo>
                  <a:pt x="1459090" y="212039"/>
                </a:lnTo>
                <a:lnTo>
                  <a:pt x="1464576" y="224028"/>
                </a:lnTo>
                <a:lnTo>
                  <a:pt x="1467624" y="234696"/>
                </a:lnTo>
                <a:lnTo>
                  <a:pt x="1472196" y="240792"/>
                </a:lnTo>
                <a:lnTo>
                  <a:pt x="1478292" y="240792"/>
                </a:lnTo>
                <a:lnTo>
                  <a:pt x="1481340" y="236220"/>
                </a:lnTo>
                <a:lnTo>
                  <a:pt x="1484388" y="228600"/>
                </a:lnTo>
                <a:lnTo>
                  <a:pt x="1488960" y="220980"/>
                </a:lnTo>
                <a:lnTo>
                  <a:pt x="1490484" y="214884"/>
                </a:lnTo>
                <a:lnTo>
                  <a:pt x="1490484" y="204216"/>
                </a:lnTo>
                <a:lnTo>
                  <a:pt x="1487436" y="198120"/>
                </a:lnTo>
                <a:lnTo>
                  <a:pt x="1479816" y="192024"/>
                </a:lnTo>
                <a:lnTo>
                  <a:pt x="1473238" y="185737"/>
                </a:lnTo>
                <a:lnTo>
                  <a:pt x="1462671" y="178308"/>
                </a:lnTo>
                <a:lnTo>
                  <a:pt x="1449717" y="170688"/>
                </a:lnTo>
                <a:lnTo>
                  <a:pt x="1448092" y="169735"/>
                </a:lnTo>
                <a:lnTo>
                  <a:pt x="1429524" y="160020"/>
                </a:lnTo>
                <a:lnTo>
                  <a:pt x="1429524" y="114300"/>
                </a:lnTo>
                <a:lnTo>
                  <a:pt x="1502676" y="114300"/>
                </a:lnTo>
                <a:close/>
              </a:path>
              <a:path w="1737995" h="408939">
                <a:moveTo>
                  <a:pt x="1737372" y="167640"/>
                </a:moveTo>
                <a:lnTo>
                  <a:pt x="1727212" y="156972"/>
                </a:lnTo>
                <a:lnTo>
                  <a:pt x="1706892" y="135636"/>
                </a:lnTo>
                <a:lnTo>
                  <a:pt x="1685556" y="156972"/>
                </a:lnTo>
                <a:lnTo>
                  <a:pt x="1548396" y="156972"/>
                </a:lnTo>
                <a:lnTo>
                  <a:pt x="1548396" y="53340"/>
                </a:lnTo>
                <a:lnTo>
                  <a:pt x="1616824" y="45720"/>
                </a:lnTo>
                <a:lnTo>
                  <a:pt x="1660410" y="41148"/>
                </a:lnTo>
                <a:lnTo>
                  <a:pt x="1694129" y="38328"/>
                </a:lnTo>
                <a:lnTo>
                  <a:pt x="1712988" y="38100"/>
                </a:lnTo>
                <a:lnTo>
                  <a:pt x="1684032" y="7620"/>
                </a:lnTo>
                <a:lnTo>
                  <a:pt x="1638592" y="27114"/>
                </a:lnTo>
                <a:lnTo>
                  <a:pt x="1600250" y="36283"/>
                </a:lnTo>
                <a:lnTo>
                  <a:pt x="1548396" y="45720"/>
                </a:lnTo>
                <a:lnTo>
                  <a:pt x="1522488" y="27432"/>
                </a:lnTo>
                <a:lnTo>
                  <a:pt x="1523365" y="60579"/>
                </a:lnTo>
                <a:lnTo>
                  <a:pt x="1523822" y="96012"/>
                </a:lnTo>
                <a:lnTo>
                  <a:pt x="1523911" y="118872"/>
                </a:lnTo>
                <a:lnTo>
                  <a:pt x="1523898" y="178308"/>
                </a:lnTo>
                <a:lnTo>
                  <a:pt x="1520393" y="247078"/>
                </a:lnTo>
                <a:lnTo>
                  <a:pt x="1508772" y="303276"/>
                </a:lnTo>
                <a:lnTo>
                  <a:pt x="1485150" y="351091"/>
                </a:lnTo>
                <a:lnTo>
                  <a:pt x="1447812" y="402336"/>
                </a:lnTo>
                <a:lnTo>
                  <a:pt x="1450860" y="406908"/>
                </a:lnTo>
                <a:lnTo>
                  <a:pt x="1501343" y="356806"/>
                </a:lnTo>
                <a:lnTo>
                  <a:pt x="1530108" y="307848"/>
                </a:lnTo>
                <a:lnTo>
                  <a:pt x="1543824" y="248602"/>
                </a:lnTo>
                <a:lnTo>
                  <a:pt x="1548396" y="167640"/>
                </a:lnTo>
                <a:lnTo>
                  <a:pt x="1633740" y="167640"/>
                </a:lnTo>
                <a:lnTo>
                  <a:pt x="1633613" y="216027"/>
                </a:lnTo>
                <a:lnTo>
                  <a:pt x="1633486" y="240792"/>
                </a:lnTo>
                <a:lnTo>
                  <a:pt x="1633232" y="277241"/>
                </a:lnTo>
                <a:lnTo>
                  <a:pt x="1632432" y="364426"/>
                </a:lnTo>
                <a:lnTo>
                  <a:pt x="1632318" y="381774"/>
                </a:lnTo>
                <a:lnTo>
                  <a:pt x="1632216" y="405384"/>
                </a:lnTo>
                <a:lnTo>
                  <a:pt x="1659648" y="391668"/>
                </a:lnTo>
                <a:lnTo>
                  <a:pt x="1658759" y="363677"/>
                </a:lnTo>
                <a:lnTo>
                  <a:pt x="1658315" y="339280"/>
                </a:lnTo>
                <a:lnTo>
                  <a:pt x="1658213" y="326682"/>
                </a:lnTo>
                <a:lnTo>
                  <a:pt x="1658124" y="167640"/>
                </a:lnTo>
                <a:lnTo>
                  <a:pt x="1737372" y="16764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pic>
        <p:nvPicPr>
          <p:cNvPr id="74" name="object 74"/>
          <p:cNvPicPr/>
          <p:nvPr/>
        </p:nvPicPr>
        <p:blipFill>
          <a:blip r:embed="rId9" cstate="print"/>
          <a:stretch>
            <a:fillRect/>
          </a:stretch>
        </p:blipFill>
        <p:spPr>
          <a:xfrm>
            <a:off x="4392167" y="4239767"/>
            <a:ext cx="96012" cy="96012"/>
          </a:xfrm>
          <a:prstGeom prst="rect">
            <a:avLst/>
          </a:prstGeom>
        </p:spPr>
      </p:pic>
      <p:sp>
        <p:nvSpPr>
          <p:cNvPr id="75" name="object 75"/>
          <p:cNvSpPr/>
          <p:nvPr/>
        </p:nvSpPr>
        <p:spPr>
          <a:xfrm>
            <a:off x="1751075" y="4802123"/>
            <a:ext cx="155575" cy="155575"/>
          </a:xfrm>
          <a:custGeom>
            <a:avLst/>
            <a:gdLst/>
            <a:ahLst/>
            <a:cxnLst/>
            <a:rect l="l" t="t" r="r" b="b"/>
            <a:pathLst>
              <a:path w="155575" h="155575">
                <a:moveTo>
                  <a:pt x="155448" y="155447"/>
                </a:moveTo>
                <a:lnTo>
                  <a:pt x="0" y="155447"/>
                </a:lnTo>
                <a:lnTo>
                  <a:pt x="0" y="0"/>
                </a:lnTo>
                <a:lnTo>
                  <a:pt x="155448" y="0"/>
                </a:lnTo>
                <a:lnTo>
                  <a:pt x="155448" y="155447"/>
                </a:lnTo>
                <a:close/>
              </a:path>
            </a:pathLst>
          </a:custGeom>
          <a:solidFill>
            <a:srgbClr val="3333C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6" name="object 76"/>
          <p:cNvSpPr/>
          <p:nvPr/>
        </p:nvSpPr>
        <p:spPr>
          <a:xfrm>
            <a:off x="2125980" y="4610112"/>
            <a:ext cx="3514725" cy="411480"/>
          </a:xfrm>
          <a:custGeom>
            <a:avLst/>
            <a:gdLst/>
            <a:ahLst/>
            <a:cxnLst/>
            <a:rect l="l" t="t" r="r" b="b"/>
            <a:pathLst>
              <a:path w="3514725" h="411479">
                <a:moveTo>
                  <a:pt x="94742" y="57162"/>
                </a:moveTo>
                <a:lnTo>
                  <a:pt x="65722" y="23990"/>
                </a:lnTo>
                <a:lnTo>
                  <a:pt x="39624" y="7607"/>
                </a:lnTo>
                <a:lnTo>
                  <a:pt x="35052" y="12179"/>
                </a:lnTo>
                <a:lnTo>
                  <a:pt x="46456" y="29641"/>
                </a:lnTo>
                <a:lnTo>
                  <a:pt x="55435" y="45516"/>
                </a:lnTo>
                <a:lnTo>
                  <a:pt x="61836" y="59982"/>
                </a:lnTo>
                <a:lnTo>
                  <a:pt x="65532" y="73139"/>
                </a:lnTo>
                <a:lnTo>
                  <a:pt x="67056" y="83807"/>
                </a:lnTo>
                <a:lnTo>
                  <a:pt x="71628" y="89903"/>
                </a:lnTo>
                <a:lnTo>
                  <a:pt x="77724" y="89903"/>
                </a:lnTo>
                <a:lnTo>
                  <a:pt x="82296" y="88379"/>
                </a:lnTo>
                <a:lnTo>
                  <a:pt x="91440" y="79235"/>
                </a:lnTo>
                <a:lnTo>
                  <a:pt x="94488" y="73139"/>
                </a:lnTo>
                <a:lnTo>
                  <a:pt x="94488" y="63995"/>
                </a:lnTo>
                <a:lnTo>
                  <a:pt x="94742" y="57162"/>
                </a:lnTo>
                <a:close/>
              </a:path>
              <a:path w="3514725" h="411479">
                <a:moveTo>
                  <a:pt x="269748" y="51803"/>
                </a:moveTo>
                <a:lnTo>
                  <a:pt x="232333" y="17094"/>
                </a:lnTo>
                <a:lnTo>
                  <a:pt x="214884" y="7607"/>
                </a:lnTo>
                <a:lnTo>
                  <a:pt x="211836" y="12179"/>
                </a:lnTo>
                <a:lnTo>
                  <a:pt x="222351" y="27597"/>
                </a:lnTo>
                <a:lnTo>
                  <a:pt x="230886" y="41706"/>
                </a:lnTo>
                <a:lnTo>
                  <a:pt x="237121" y="54406"/>
                </a:lnTo>
                <a:lnTo>
                  <a:pt x="240792" y="65519"/>
                </a:lnTo>
                <a:lnTo>
                  <a:pt x="243840" y="76187"/>
                </a:lnTo>
                <a:lnTo>
                  <a:pt x="246888" y="80759"/>
                </a:lnTo>
                <a:lnTo>
                  <a:pt x="251460" y="80759"/>
                </a:lnTo>
                <a:lnTo>
                  <a:pt x="252984" y="79235"/>
                </a:lnTo>
                <a:lnTo>
                  <a:pt x="262128" y="73139"/>
                </a:lnTo>
                <a:lnTo>
                  <a:pt x="265176" y="67043"/>
                </a:lnTo>
                <a:lnTo>
                  <a:pt x="266700" y="59423"/>
                </a:lnTo>
                <a:lnTo>
                  <a:pt x="269748" y="51803"/>
                </a:lnTo>
                <a:close/>
              </a:path>
              <a:path w="3514725" h="411479">
                <a:moveTo>
                  <a:pt x="396240" y="106667"/>
                </a:moveTo>
                <a:lnTo>
                  <a:pt x="364236" y="68567"/>
                </a:lnTo>
                <a:lnTo>
                  <a:pt x="338328" y="97523"/>
                </a:lnTo>
                <a:lnTo>
                  <a:pt x="128016" y="97523"/>
                </a:lnTo>
                <a:lnTo>
                  <a:pt x="143256" y="112763"/>
                </a:lnTo>
                <a:lnTo>
                  <a:pt x="152984" y="109893"/>
                </a:lnTo>
                <a:lnTo>
                  <a:pt x="161734" y="108000"/>
                </a:lnTo>
                <a:lnTo>
                  <a:pt x="169608" y="106984"/>
                </a:lnTo>
                <a:lnTo>
                  <a:pt x="176784" y="106667"/>
                </a:lnTo>
                <a:lnTo>
                  <a:pt x="292608" y="106667"/>
                </a:lnTo>
                <a:lnTo>
                  <a:pt x="287743" y="131838"/>
                </a:lnTo>
                <a:lnTo>
                  <a:pt x="280035" y="157149"/>
                </a:lnTo>
                <a:lnTo>
                  <a:pt x="269455" y="182753"/>
                </a:lnTo>
                <a:lnTo>
                  <a:pt x="256032" y="208775"/>
                </a:lnTo>
                <a:lnTo>
                  <a:pt x="238925" y="195618"/>
                </a:lnTo>
                <a:lnTo>
                  <a:pt x="217551" y="181152"/>
                </a:lnTo>
                <a:lnTo>
                  <a:pt x="192163" y="165277"/>
                </a:lnTo>
                <a:lnTo>
                  <a:pt x="163068" y="147815"/>
                </a:lnTo>
                <a:lnTo>
                  <a:pt x="160020" y="152387"/>
                </a:lnTo>
                <a:lnTo>
                  <a:pt x="181470" y="168732"/>
                </a:lnTo>
                <a:lnTo>
                  <a:pt x="202501" y="185915"/>
                </a:lnTo>
                <a:lnTo>
                  <a:pt x="223240" y="204254"/>
                </a:lnTo>
                <a:lnTo>
                  <a:pt x="243840" y="224015"/>
                </a:lnTo>
                <a:lnTo>
                  <a:pt x="223812" y="249186"/>
                </a:lnTo>
                <a:lnTo>
                  <a:pt x="197929" y="274497"/>
                </a:lnTo>
                <a:lnTo>
                  <a:pt x="166128" y="300024"/>
                </a:lnTo>
                <a:lnTo>
                  <a:pt x="128016" y="326123"/>
                </a:lnTo>
                <a:lnTo>
                  <a:pt x="131064" y="332219"/>
                </a:lnTo>
                <a:lnTo>
                  <a:pt x="167614" y="315125"/>
                </a:lnTo>
                <a:lnTo>
                  <a:pt x="201739" y="293738"/>
                </a:lnTo>
                <a:lnTo>
                  <a:pt x="233286" y="268363"/>
                </a:lnTo>
                <a:lnTo>
                  <a:pt x="262128" y="239255"/>
                </a:lnTo>
                <a:lnTo>
                  <a:pt x="270408" y="246926"/>
                </a:lnTo>
                <a:lnTo>
                  <a:pt x="298704" y="277355"/>
                </a:lnTo>
                <a:lnTo>
                  <a:pt x="325272" y="309295"/>
                </a:lnTo>
                <a:lnTo>
                  <a:pt x="336804" y="329171"/>
                </a:lnTo>
                <a:lnTo>
                  <a:pt x="341376" y="333743"/>
                </a:lnTo>
                <a:lnTo>
                  <a:pt x="345948" y="333743"/>
                </a:lnTo>
                <a:lnTo>
                  <a:pt x="348996" y="332219"/>
                </a:lnTo>
                <a:lnTo>
                  <a:pt x="352044" y="326123"/>
                </a:lnTo>
                <a:lnTo>
                  <a:pt x="355092" y="313931"/>
                </a:lnTo>
                <a:lnTo>
                  <a:pt x="355917" y="304558"/>
                </a:lnTo>
                <a:lnTo>
                  <a:pt x="353758" y="294881"/>
                </a:lnTo>
                <a:lnTo>
                  <a:pt x="328993" y="265569"/>
                </a:lnTo>
                <a:lnTo>
                  <a:pt x="297599" y="239255"/>
                </a:lnTo>
                <a:lnTo>
                  <a:pt x="275844" y="222491"/>
                </a:lnTo>
                <a:lnTo>
                  <a:pt x="282981" y="208775"/>
                </a:lnTo>
                <a:lnTo>
                  <a:pt x="289839" y="195618"/>
                </a:lnTo>
                <a:lnTo>
                  <a:pt x="302133" y="167436"/>
                </a:lnTo>
                <a:lnTo>
                  <a:pt x="312699" y="137845"/>
                </a:lnTo>
                <a:lnTo>
                  <a:pt x="321564" y="106667"/>
                </a:lnTo>
                <a:lnTo>
                  <a:pt x="396240" y="106667"/>
                </a:lnTo>
                <a:close/>
              </a:path>
              <a:path w="3514725" h="411479">
                <a:moveTo>
                  <a:pt x="406908" y="356603"/>
                </a:moveTo>
                <a:lnTo>
                  <a:pt x="321564" y="361175"/>
                </a:lnTo>
                <a:lnTo>
                  <a:pt x="297243" y="362013"/>
                </a:lnTo>
                <a:lnTo>
                  <a:pt x="272224" y="362127"/>
                </a:lnTo>
                <a:lnTo>
                  <a:pt x="246329" y="361391"/>
                </a:lnTo>
                <a:lnTo>
                  <a:pt x="194614" y="357657"/>
                </a:lnTo>
                <a:lnTo>
                  <a:pt x="154089" y="348513"/>
                </a:lnTo>
                <a:lnTo>
                  <a:pt x="113728" y="325932"/>
                </a:lnTo>
                <a:lnTo>
                  <a:pt x="106375" y="320027"/>
                </a:lnTo>
                <a:lnTo>
                  <a:pt x="103314" y="317576"/>
                </a:lnTo>
                <a:lnTo>
                  <a:pt x="94488" y="309359"/>
                </a:lnTo>
                <a:lnTo>
                  <a:pt x="94488" y="169151"/>
                </a:lnTo>
                <a:lnTo>
                  <a:pt x="101930" y="163055"/>
                </a:lnTo>
                <a:lnTo>
                  <a:pt x="111252" y="155435"/>
                </a:lnTo>
                <a:lnTo>
                  <a:pt x="80772" y="132575"/>
                </a:lnTo>
                <a:lnTo>
                  <a:pt x="68580" y="152387"/>
                </a:lnTo>
                <a:lnTo>
                  <a:pt x="0" y="152387"/>
                </a:lnTo>
                <a:lnTo>
                  <a:pt x="15240" y="167627"/>
                </a:lnTo>
                <a:lnTo>
                  <a:pt x="24663" y="165633"/>
                </a:lnTo>
                <a:lnTo>
                  <a:pt x="34671" y="164198"/>
                </a:lnTo>
                <a:lnTo>
                  <a:pt x="45237" y="163347"/>
                </a:lnTo>
                <a:lnTo>
                  <a:pt x="56388" y="163055"/>
                </a:lnTo>
                <a:lnTo>
                  <a:pt x="71628" y="163055"/>
                </a:lnTo>
                <a:lnTo>
                  <a:pt x="71628" y="307835"/>
                </a:lnTo>
                <a:lnTo>
                  <a:pt x="52501" y="315506"/>
                </a:lnTo>
                <a:lnTo>
                  <a:pt x="34099" y="324599"/>
                </a:lnTo>
                <a:lnTo>
                  <a:pt x="16548" y="334848"/>
                </a:lnTo>
                <a:lnTo>
                  <a:pt x="0" y="345935"/>
                </a:lnTo>
                <a:lnTo>
                  <a:pt x="25908" y="371843"/>
                </a:lnTo>
                <a:lnTo>
                  <a:pt x="30187" y="364464"/>
                </a:lnTo>
                <a:lnTo>
                  <a:pt x="36195" y="356222"/>
                </a:lnTo>
                <a:lnTo>
                  <a:pt x="71247" y="323456"/>
                </a:lnTo>
                <a:lnTo>
                  <a:pt x="82296" y="320027"/>
                </a:lnTo>
                <a:lnTo>
                  <a:pt x="87452" y="322275"/>
                </a:lnTo>
                <a:lnTo>
                  <a:pt x="93916" y="326504"/>
                </a:lnTo>
                <a:lnTo>
                  <a:pt x="101790" y="332460"/>
                </a:lnTo>
                <a:lnTo>
                  <a:pt x="111252" y="339839"/>
                </a:lnTo>
                <a:lnTo>
                  <a:pt x="120396" y="349554"/>
                </a:lnTo>
                <a:lnTo>
                  <a:pt x="131826" y="358127"/>
                </a:lnTo>
                <a:lnTo>
                  <a:pt x="178689" y="378117"/>
                </a:lnTo>
                <a:lnTo>
                  <a:pt x="219837" y="386638"/>
                </a:lnTo>
                <a:lnTo>
                  <a:pt x="270459" y="390613"/>
                </a:lnTo>
                <a:lnTo>
                  <a:pt x="333413" y="392899"/>
                </a:lnTo>
                <a:lnTo>
                  <a:pt x="370332" y="393179"/>
                </a:lnTo>
                <a:lnTo>
                  <a:pt x="372618" y="382854"/>
                </a:lnTo>
                <a:lnTo>
                  <a:pt x="379476" y="374510"/>
                </a:lnTo>
                <a:lnTo>
                  <a:pt x="390906" y="367893"/>
                </a:lnTo>
                <a:lnTo>
                  <a:pt x="406908" y="362699"/>
                </a:lnTo>
                <a:lnTo>
                  <a:pt x="406908" y="362127"/>
                </a:lnTo>
                <a:lnTo>
                  <a:pt x="406908" y="356603"/>
                </a:lnTo>
                <a:close/>
              </a:path>
              <a:path w="3514725" h="411479">
                <a:moveTo>
                  <a:pt x="848868" y="390131"/>
                </a:moveTo>
                <a:lnTo>
                  <a:pt x="815340" y="352031"/>
                </a:lnTo>
                <a:lnTo>
                  <a:pt x="786384" y="380987"/>
                </a:lnTo>
                <a:lnTo>
                  <a:pt x="656844" y="380987"/>
                </a:lnTo>
                <a:lnTo>
                  <a:pt x="656844" y="300215"/>
                </a:lnTo>
                <a:lnTo>
                  <a:pt x="810768" y="300215"/>
                </a:lnTo>
                <a:lnTo>
                  <a:pt x="778764" y="263639"/>
                </a:lnTo>
                <a:lnTo>
                  <a:pt x="749808" y="289547"/>
                </a:lnTo>
                <a:lnTo>
                  <a:pt x="656844" y="289547"/>
                </a:lnTo>
                <a:lnTo>
                  <a:pt x="656844" y="216395"/>
                </a:lnTo>
                <a:lnTo>
                  <a:pt x="749808" y="216395"/>
                </a:lnTo>
                <a:lnTo>
                  <a:pt x="749808" y="239255"/>
                </a:lnTo>
                <a:lnTo>
                  <a:pt x="774192" y="228587"/>
                </a:lnTo>
                <a:lnTo>
                  <a:pt x="774077" y="216395"/>
                </a:lnTo>
                <a:lnTo>
                  <a:pt x="773988" y="205727"/>
                </a:lnTo>
                <a:lnTo>
                  <a:pt x="773950" y="200583"/>
                </a:lnTo>
                <a:lnTo>
                  <a:pt x="773430" y="162293"/>
                </a:lnTo>
                <a:lnTo>
                  <a:pt x="773087" y="131051"/>
                </a:lnTo>
                <a:lnTo>
                  <a:pt x="772972" y="120383"/>
                </a:lnTo>
                <a:lnTo>
                  <a:pt x="772858" y="103416"/>
                </a:lnTo>
                <a:lnTo>
                  <a:pt x="772668" y="54851"/>
                </a:lnTo>
                <a:lnTo>
                  <a:pt x="780288" y="48755"/>
                </a:lnTo>
                <a:lnTo>
                  <a:pt x="787908" y="42659"/>
                </a:lnTo>
                <a:lnTo>
                  <a:pt x="782116" y="38087"/>
                </a:lnTo>
                <a:lnTo>
                  <a:pt x="758952" y="19799"/>
                </a:lnTo>
                <a:lnTo>
                  <a:pt x="749808" y="33515"/>
                </a:lnTo>
                <a:lnTo>
                  <a:pt x="749808" y="48755"/>
                </a:lnTo>
                <a:lnTo>
                  <a:pt x="749808" y="120383"/>
                </a:lnTo>
                <a:lnTo>
                  <a:pt x="749808" y="131051"/>
                </a:lnTo>
                <a:lnTo>
                  <a:pt x="749808" y="205727"/>
                </a:lnTo>
                <a:lnTo>
                  <a:pt x="656844" y="205727"/>
                </a:lnTo>
                <a:lnTo>
                  <a:pt x="656844" y="131051"/>
                </a:lnTo>
                <a:lnTo>
                  <a:pt x="749808" y="131051"/>
                </a:lnTo>
                <a:lnTo>
                  <a:pt x="749808" y="120383"/>
                </a:lnTo>
                <a:lnTo>
                  <a:pt x="656844" y="120383"/>
                </a:lnTo>
                <a:lnTo>
                  <a:pt x="656844" y="48755"/>
                </a:lnTo>
                <a:lnTo>
                  <a:pt x="749808" y="48755"/>
                </a:lnTo>
                <a:lnTo>
                  <a:pt x="749808" y="33515"/>
                </a:lnTo>
                <a:lnTo>
                  <a:pt x="746760" y="38087"/>
                </a:lnTo>
                <a:lnTo>
                  <a:pt x="633984" y="38087"/>
                </a:lnTo>
                <a:lnTo>
                  <a:pt x="633984" y="48755"/>
                </a:lnTo>
                <a:lnTo>
                  <a:pt x="633984" y="120383"/>
                </a:lnTo>
                <a:lnTo>
                  <a:pt x="633984" y="131051"/>
                </a:lnTo>
                <a:lnTo>
                  <a:pt x="633984" y="205727"/>
                </a:lnTo>
                <a:lnTo>
                  <a:pt x="544068" y="205727"/>
                </a:lnTo>
                <a:lnTo>
                  <a:pt x="544068" y="131051"/>
                </a:lnTo>
                <a:lnTo>
                  <a:pt x="633984" y="131051"/>
                </a:lnTo>
                <a:lnTo>
                  <a:pt x="633984" y="120383"/>
                </a:lnTo>
                <a:lnTo>
                  <a:pt x="544068" y="120383"/>
                </a:lnTo>
                <a:lnTo>
                  <a:pt x="544068" y="48755"/>
                </a:lnTo>
                <a:lnTo>
                  <a:pt x="633984" y="48755"/>
                </a:lnTo>
                <a:lnTo>
                  <a:pt x="633984" y="38087"/>
                </a:lnTo>
                <a:lnTo>
                  <a:pt x="544068" y="38087"/>
                </a:lnTo>
                <a:lnTo>
                  <a:pt x="519684" y="21323"/>
                </a:lnTo>
                <a:lnTo>
                  <a:pt x="519925" y="48755"/>
                </a:lnTo>
                <a:lnTo>
                  <a:pt x="520966" y="103416"/>
                </a:lnTo>
                <a:lnTo>
                  <a:pt x="521208" y="132575"/>
                </a:lnTo>
                <a:lnTo>
                  <a:pt x="520966" y="161150"/>
                </a:lnTo>
                <a:lnTo>
                  <a:pt x="519950" y="216395"/>
                </a:lnTo>
                <a:lnTo>
                  <a:pt x="519684" y="246875"/>
                </a:lnTo>
                <a:lnTo>
                  <a:pt x="544068" y="236207"/>
                </a:lnTo>
                <a:lnTo>
                  <a:pt x="544068" y="216395"/>
                </a:lnTo>
                <a:lnTo>
                  <a:pt x="633984" y="216395"/>
                </a:lnTo>
                <a:lnTo>
                  <a:pt x="633984" y="289547"/>
                </a:lnTo>
                <a:lnTo>
                  <a:pt x="487680" y="289547"/>
                </a:lnTo>
                <a:lnTo>
                  <a:pt x="502920" y="304787"/>
                </a:lnTo>
                <a:lnTo>
                  <a:pt x="513219" y="302793"/>
                </a:lnTo>
                <a:lnTo>
                  <a:pt x="523684" y="301358"/>
                </a:lnTo>
                <a:lnTo>
                  <a:pt x="534416" y="300507"/>
                </a:lnTo>
                <a:lnTo>
                  <a:pt x="545592" y="300215"/>
                </a:lnTo>
                <a:lnTo>
                  <a:pt x="633984" y="300215"/>
                </a:lnTo>
                <a:lnTo>
                  <a:pt x="633984" y="380987"/>
                </a:lnTo>
                <a:lnTo>
                  <a:pt x="448056" y="380987"/>
                </a:lnTo>
                <a:lnTo>
                  <a:pt x="463296" y="396227"/>
                </a:lnTo>
                <a:lnTo>
                  <a:pt x="472935" y="393992"/>
                </a:lnTo>
                <a:lnTo>
                  <a:pt x="483298" y="392036"/>
                </a:lnTo>
                <a:lnTo>
                  <a:pt x="493941" y="390664"/>
                </a:lnTo>
                <a:lnTo>
                  <a:pt x="504444" y="390131"/>
                </a:lnTo>
                <a:lnTo>
                  <a:pt x="848868" y="390131"/>
                </a:lnTo>
                <a:close/>
              </a:path>
              <a:path w="3514725" h="411479">
                <a:moveTo>
                  <a:pt x="1010412" y="277355"/>
                </a:moveTo>
                <a:lnTo>
                  <a:pt x="1008888" y="271259"/>
                </a:lnTo>
                <a:lnTo>
                  <a:pt x="933450" y="284594"/>
                </a:lnTo>
                <a:lnTo>
                  <a:pt x="906018" y="288836"/>
                </a:lnTo>
                <a:lnTo>
                  <a:pt x="885444" y="291071"/>
                </a:lnTo>
                <a:lnTo>
                  <a:pt x="905256" y="321551"/>
                </a:lnTo>
                <a:lnTo>
                  <a:pt x="914400" y="313575"/>
                </a:lnTo>
                <a:lnTo>
                  <a:pt x="934974" y="303453"/>
                </a:lnTo>
                <a:lnTo>
                  <a:pt x="966978" y="291338"/>
                </a:lnTo>
                <a:lnTo>
                  <a:pt x="1010412" y="277355"/>
                </a:lnTo>
                <a:close/>
              </a:path>
              <a:path w="3514725" h="411479">
                <a:moveTo>
                  <a:pt x="1060704" y="214871"/>
                </a:moveTo>
                <a:lnTo>
                  <a:pt x="1053299" y="208775"/>
                </a:lnTo>
                <a:lnTo>
                  <a:pt x="1034796" y="193535"/>
                </a:lnTo>
                <a:lnTo>
                  <a:pt x="1024128" y="208775"/>
                </a:lnTo>
                <a:lnTo>
                  <a:pt x="1011936" y="208775"/>
                </a:lnTo>
                <a:lnTo>
                  <a:pt x="1030224" y="56375"/>
                </a:lnTo>
                <a:lnTo>
                  <a:pt x="1036751" y="51803"/>
                </a:lnTo>
                <a:lnTo>
                  <a:pt x="1045464" y="45707"/>
                </a:lnTo>
                <a:lnTo>
                  <a:pt x="1019556" y="24371"/>
                </a:lnTo>
                <a:lnTo>
                  <a:pt x="1005840" y="41135"/>
                </a:lnTo>
                <a:lnTo>
                  <a:pt x="897636" y="41135"/>
                </a:lnTo>
                <a:lnTo>
                  <a:pt x="912876" y="56375"/>
                </a:lnTo>
                <a:lnTo>
                  <a:pt x="923175" y="54381"/>
                </a:lnTo>
                <a:lnTo>
                  <a:pt x="933640" y="52946"/>
                </a:lnTo>
                <a:lnTo>
                  <a:pt x="944372" y="52095"/>
                </a:lnTo>
                <a:lnTo>
                  <a:pt x="955548" y="51803"/>
                </a:lnTo>
                <a:lnTo>
                  <a:pt x="1007364" y="51803"/>
                </a:lnTo>
                <a:lnTo>
                  <a:pt x="990600" y="208775"/>
                </a:lnTo>
                <a:lnTo>
                  <a:pt x="938784" y="208775"/>
                </a:lnTo>
                <a:lnTo>
                  <a:pt x="954024" y="103619"/>
                </a:lnTo>
                <a:lnTo>
                  <a:pt x="967740" y="92951"/>
                </a:lnTo>
                <a:lnTo>
                  <a:pt x="932688" y="74663"/>
                </a:lnTo>
                <a:lnTo>
                  <a:pt x="927925" y="122288"/>
                </a:lnTo>
                <a:lnTo>
                  <a:pt x="917448" y="204203"/>
                </a:lnTo>
                <a:lnTo>
                  <a:pt x="905256" y="211823"/>
                </a:lnTo>
                <a:lnTo>
                  <a:pt x="928116" y="233159"/>
                </a:lnTo>
                <a:lnTo>
                  <a:pt x="938784" y="217919"/>
                </a:lnTo>
                <a:lnTo>
                  <a:pt x="1024128" y="217919"/>
                </a:lnTo>
                <a:lnTo>
                  <a:pt x="1020699" y="260261"/>
                </a:lnTo>
                <a:lnTo>
                  <a:pt x="1013841" y="318655"/>
                </a:lnTo>
                <a:lnTo>
                  <a:pt x="1001077" y="354698"/>
                </a:lnTo>
                <a:lnTo>
                  <a:pt x="990600" y="362699"/>
                </a:lnTo>
                <a:lnTo>
                  <a:pt x="981710" y="362115"/>
                </a:lnTo>
                <a:lnTo>
                  <a:pt x="968692" y="360222"/>
                </a:lnTo>
                <a:lnTo>
                  <a:pt x="951369" y="356920"/>
                </a:lnTo>
                <a:lnTo>
                  <a:pt x="929640" y="352031"/>
                </a:lnTo>
                <a:lnTo>
                  <a:pt x="928116" y="359651"/>
                </a:lnTo>
                <a:lnTo>
                  <a:pt x="949261" y="367995"/>
                </a:lnTo>
                <a:lnTo>
                  <a:pt x="964692" y="377177"/>
                </a:lnTo>
                <a:lnTo>
                  <a:pt x="974407" y="387515"/>
                </a:lnTo>
                <a:lnTo>
                  <a:pt x="978408" y="399275"/>
                </a:lnTo>
                <a:lnTo>
                  <a:pt x="985494" y="397586"/>
                </a:lnTo>
                <a:lnTo>
                  <a:pt x="1019937" y="373176"/>
                </a:lnTo>
                <a:lnTo>
                  <a:pt x="1026020" y="362699"/>
                </a:lnTo>
                <a:lnTo>
                  <a:pt x="1030224" y="353555"/>
                </a:lnTo>
                <a:lnTo>
                  <a:pt x="1034554" y="337629"/>
                </a:lnTo>
                <a:lnTo>
                  <a:pt x="1038567" y="310883"/>
                </a:lnTo>
                <a:lnTo>
                  <a:pt x="1042644" y="273189"/>
                </a:lnTo>
                <a:lnTo>
                  <a:pt x="1046988" y="225539"/>
                </a:lnTo>
                <a:lnTo>
                  <a:pt x="1056779" y="217919"/>
                </a:lnTo>
                <a:lnTo>
                  <a:pt x="1060704" y="214871"/>
                </a:lnTo>
                <a:close/>
              </a:path>
              <a:path w="3514725" h="411479">
                <a:moveTo>
                  <a:pt x="1120140" y="306311"/>
                </a:moveTo>
                <a:lnTo>
                  <a:pt x="1104138" y="266496"/>
                </a:lnTo>
                <a:lnTo>
                  <a:pt x="1078992" y="224015"/>
                </a:lnTo>
                <a:lnTo>
                  <a:pt x="1072896" y="227063"/>
                </a:lnTo>
                <a:lnTo>
                  <a:pt x="1080033" y="251955"/>
                </a:lnTo>
                <a:lnTo>
                  <a:pt x="1085469" y="274116"/>
                </a:lnTo>
                <a:lnTo>
                  <a:pt x="1089177" y="293725"/>
                </a:lnTo>
                <a:lnTo>
                  <a:pt x="1091095" y="310121"/>
                </a:lnTo>
                <a:lnTo>
                  <a:pt x="1092606" y="324891"/>
                </a:lnTo>
                <a:lnTo>
                  <a:pt x="1094613" y="334886"/>
                </a:lnTo>
                <a:lnTo>
                  <a:pt x="1097178" y="340893"/>
                </a:lnTo>
                <a:lnTo>
                  <a:pt x="1100328" y="342887"/>
                </a:lnTo>
                <a:lnTo>
                  <a:pt x="1104900" y="342887"/>
                </a:lnTo>
                <a:lnTo>
                  <a:pt x="1110996" y="339839"/>
                </a:lnTo>
                <a:lnTo>
                  <a:pt x="1114044" y="333743"/>
                </a:lnTo>
                <a:lnTo>
                  <a:pt x="1118616" y="326123"/>
                </a:lnTo>
                <a:lnTo>
                  <a:pt x="1120140" y="320027"/>
                </a:lnTo>
                <a:lnTo>
                  <a:pt x="1120140" y="306311"/>
                </a:lnTo>
                <a:close/>
              </a:path>
              <a:path w="3514725" h="411479">
                <a:moveTo>
                  <a:pt x="1178598" y="300977"/>
                </a:moveTo>
                <a:lnTo>
                  <a:pt x="1163955" y="257162"/>
                </a:lnTo>
                <a:lnTo>
                  <a:pt x="1129284" y="208775"/>
                </a:lnTo>
                <a:lnTo>
                  <a:pt x="1123188" y="211823"/>
                </a:lnTo>
                <a:lnTo>
                  <a:pt x="1127760" y="220903"/>
                </a:lnTo>
                <a:lnTo>
                  <a:pt x="1132332" y="231825"/>
                </a:lnTo>
                <a:lnTo>
                  <a:pt x="1145489" y="271881"/>
                </a:lnTo>
                <a:lnTo>
                  <a:pt x="1152055" y="310121"/>
                </a:lnTo>
                <a:lnTo>
                  <a:pt x="1153668" y="323075"/>
                </a:lnTo>
                <a:lnTo>
                  <a:pt x="1155192" y="327660"/>
                </a:lnTo>
                <a:lnTo>
                  <a:pt x="1161288" y="327660"/>
                </a:lnTo>
                <a:lnTo>
                  <a:pt x="1165860" y="326123"/>
                </a:lnTo>
                <a:lnTo>
                  <a:pt x="1171956" y="321551"/>
                </a:lnTo>
                <a:lnTo>
                  <a:pt x="1175689" y="316979"/>
                </a:lnTo>
                <a:lnTo>
                  <a:pt x="1177861" y="310121"/>
                </a:lnTo>
                <a:lnTo>
                  <a:pt x="1178598" y="300977"/>
                </a:lnTo>
                <a:close/>
              </a:path>
              <a:path w="3514725" h="411479">
                <a:moveTo>
                  <a:pt x="1242060" y="181343"/>
                </a:moveTo>
                <a:lnTo>
                  <a:pt x="1214628" y="150863"/>
                </a:lnTo>
                <a:lnTo>
                  <a:pt x="1193292" y="172199"/>
                </a:lnTo>
                <a:lnTo>
                  <a:pt x="1080516" y="172199"/>
                </a:lnTo>
                <a:lnTo>
                  <a:pt x="1095756" y="187439"/>
                </a:lnTo>
                <a:lnTo>
                  <a:pt x="1106055" y="185204"/>
                </a:lnTo>
                <a:lnTo>
                  <a:pt x="1116520" y="183248"/>
                </a:lnTo>
                <a:lnTo>
                  <a:pt x="1127252" y="181876"/>
                </a:lnTo>
                <a:lnTo>
                  <a:pt x="1138428" y="181343"/>
                </a:lnTo>
                <a:lnTo>
                  <a:pt x="1242060" y="181343"/>
                </a:lnTo>
                <a:close/>
              </a:path>
              <a:path w="3514725" h="411479">
                <a:moveTo>
                  <a:pt x="1293876" y="387083"/>
                </a:moveTo>
                <a:lnTo>
                  <a:pt x="1263396" y="352031"/>
                </a:lnTo>
                <a:lnTo>
                  <a:pt x="1239012" y="376415"/>
                </a:lnTo>
                <a:lnTo>
                  <a:pt x="1194816" y="376415"/>
                </a:lnTo>
                <a:lnTo>
                  <a:pt x="1201661" y="360222"/>
                </a:lnTo>
                <a:lnTo>
                  <a:pt x="1229702" y="293738"/>
                </a:lnTo>
                <a:lnTo>
                  <a:pt x="1240536" y="268211"/>
                </a:lnTo>
                <a:lnTo>
                  <a:pt x="1247368" y="253911"/>
                </a:lnTo>
                <a:lnTo>
                  <a:pt x="1254061" y="242874"/>
                </a:lnTo>
                <a:lnTo>
                  <a:pt x="1260462" y="235000"/>
                </a:lnTo>
                <a:lnTo>
                  <a:pt x="1266444" y="230111"/>
                </a:lnTo>
                <a:lnTo>
                  <a:pt x="1229868" y="205727"/>
                </a:lnTo>
                <a:lnTo>
                  <a:pt x="1227010" y="227469"/>
                </a:lnTo>
                <a:lnTo>
                  <a:pt x="1218438" y="263067"/>
                </a:lnTo>
                <a:lnTo>
                  <a:pt x="1204150" y="312674"/>
                </a:lnTo>
                <a:lnTo>
                  <a:pt x="1184148" y="376415"/>
                </a:lnTo>
                <a:lnTo>
                  <a:pt x="1046988" y="376415"/>
                </a:lnTo>
                <a:lnTo>
                  <a:pt x="1063752" y="393179"/>
                </a:lnTo>
                <a:lnTo>
                  <a:pt x="1073175" y="390309"/>
                </a:lnTo>
                <a:lnTo>
                  <a:pt x="1083183" y="388416"/>
                </a:lnTo>
                <a:lnTo>
                  <a:pt x="1093749" y="387400"/>
                </a:lnTo>
                <a:lnTo>
                  <a:pt x="1104900" y="387083"/>
                </a:lnTo>
                <a:lnTo>
                  <a:pt x="1293876" y="387083"/>
                </a:lnTo>
                <a:close/>
              </a:path>
              <a:path w="3514725" h="411479">
                <a:moveTo>
                  <a:pt x="1295400" y="160007"/>
                </a:moveTo>
                <a:lnTo>
                  <a:pt x="1260246" y="145148"/>
                </a:lnTo>
                <a:lnTo>
                  <a:pt x="1227963" y="118859"/>
                </a:lnTo>
                <a:lnTo>
                  <a:pt x="1198524" y="81140"/>
                </a:lnTo>
                <a:lnTo>
                  <a:pt x="1175245" y="38087"/>
                </a:lnTo>
                <a:lnTo>
                  <a:pt x="1171956" y="31991"/>
                </a:lnTo>
                <a:lnTo>
                  <a:pt x="1187196" y="24371"/>
                </a:lnTo>
                <a:lnTo>
                  <a:pt x="1152144" y="3035"/>
                </a:lnTo>
                <a:lnTo>
                  <a:pt x="1138237" y="43992"/>
                </a:lnTo>
                <a:lnTo>
                  <a:pt x="1114044" y="92951"/>
                </a:lnTo>
                <a:lnTo>
                  <a:pt x="1081087" y="144386"/>
                </a:lnTo>
                <a:lnTo>
                  <a:pt x="1042416" y="188963"/>
                </a:lnTo>
                <a:lnTo>
                  <a:pt x="1045464" y="193535"/>
                </a:lnTo>
                <a:lnTo>
                  <a:pt x="1080579" y="164757"/>
                </a:lnTo>
                <a:lnTo>
                  <a:pt x="1112710" y="128955"/>
                </a:lnTo>
                <a:lnTo>
                  <a:pt x="1141679" y="86601"/>
                </a:lnTo>
                <a:lnTo>
                  <a:pt x="1167384" y="38087"/>
                </a:lnTo>
                <a:lnTo>
                  <a:pt x="1184529" y="83477"/>
                </a:lnTo>
                <a:lnTo>
                  <a:pt x="1206246" y="123431"/>
                </a:lnTo>
                <a:lnTo>
                  <a:pt x="1232535" y="157683"/>
                </a:lnTo>
                <a:lnTo>
                  <a:pt x="1263396" y="185915"/>
                </a:lnTo>
                <a:lnTo>
                  <a:pt x="1267968" y="177876"/>
                </a:lnTo>
                <a:lnTo>
                  <a:pt x="1274826" y="171818"/>
                </a:lnTo>
                <a:lnTo>
                  <a:pt x="1283970" y="167487"/>
                </a:lnTo>
                <a:lnTo>
                  <a:pt x="1295400" y="164579"/>
                </a:lnTo>
                <a:lnTo>
                  <a:pt x="1295400" y="160007"/>
                </a:lnTo>
                <a:close/>
              </a:path>
              <a:path w="3514725" h="411479">
                <a:moveTo>
                  <a:pt x="1429766" y="78092"/>
                </a:moveTo>
                <a:lnTo>
                  <a:pt x="1402080" y="46850"/>
                </a:lnTo>
                <a:lnTo>
                  <a:pt x="1376172" y="30467"/>
                </a:lnTo>
                <a:lnTo>
                  <a:pt x="1371600" y="33515"/>
                </a:lnTo>
                <a:lnTo>
                  <a:pt x="1383880" y="50901"/>
                </a:lnTo>
                <a:lnTo>
                  <a:pt x="1393317" y="66281"/>
                </a:lnTo>
                <a:lnTo>
                  <a:pt x="1399882" y="79387"/>
                </a:lnTo>
                <a:lnTo>
                  <a:pt x="1403604" y="89903"/>
                </a:lnTo>
                <a:lnTo>
                  <a:pt x="1405128" y="100571"/>
                </a:lnTo>
                <a:lnTo>
                  <a:pt x="1408176" y="105143"/>
                </a:lnTo>
                <a:lnTo>
                  <a:pt x="1412748" y="105143"/>
                </a:lnTo>
                <a:lnTo>
                  <a:pt x="1415796" y="103619"/>
                </a:lnTo>
                <a:lnTo>
                  <a:pt x="1424940" y="97523"/>
                </a:lnTo>
                <a:lnTo>
                  <a:pt x="1426464" y="91427"/>
                </a:lnTo>
                <a:lnTo>
                  <a:pt x="1429512" y="83807"/>
                </a:lnTo>
                <a:lnTo>
                  <a:pt x="1429766" y="78092"/>
                </a:lnTo>
                <a:close/>
              </a:path>
              <a:path w="3514725" h="411479">
                <a:moveTo>
                  <a:pt x="1479804" y="280403"/>
                </a:moveTo>
                <a:lnTo>
                  <a:pt x="1475232" y="277355"/>
                </a:lnTo>
                <a:lnTo>
                  <a:pt x="1417320" y="333743"/>
                </a:lnTo>
                <a:lnTo>
                  <a:pt x="1417320" y="176771"/>
                </a:lnTo>
                <a:lnTo>
                  <a:pt x="1423035" y="172199"/>
                </a:lnTo>
                <a:lnTo>
                  <a:pt x="1432560" y="164579"/>
                </a:lnTo>
                <a:lnTo>
                  <a:pt x="1403604" y="143243"/>
                </a:lnTo>
                <a:lnTo>
                  <a:pt x="1391412" y="161531"/>
                </a:lnTo>
                <a:lnTo>
                  <a:pt x="1331976" y="161531"/>
                </a:lnTo>
                <a:lnTo>
                  <a:pt x="1347216" y="176771"/>
                </a:lnTo>
                <a:lnTo>
                  <a:pt x="1356931" y="174777"/>
                </a:lnTo>
                <a:lnTo>
                  <a:pt x="1365504" y="173342"/>
                </a:lnTo>
                <a:lnTo>
                  <a:pt x="1372933" y="172491"/>
                </a:lnTo>
                <a:lnTo>
                  <a:pt x="1379220" y="172199"/>
                </a:lnTo>
                <a:lnTo>
                  <a:pt x="1394460" y="172199"/>
                </a:lnTo>
                <a:lnTo>
                  <a:pt x="1394548" y="327774"/>
                </a:lnTo>
                <a:lnTo>
                  <a:pt x="1394790" y="335178"/>
                </a:lnTo>
                <a:lnTo>
                  <a:pt x="1393698" y="344030"/>
                </a:lnTo>
                <a:lnTo>
                  <a:pt x="1391450" y="351180"/>
                </a:lnTo>
                <a:lnTo>
                  <a:pt x="1388364" y="356603"/>
                </a:lnTo>
                <a:lnTo>
                  <a:pt x="1412748" y="382511"/>
                </a:lnTo>
                <a:lnTo>
                  <a:pt x="1417828" y="370319"/>
                </a:lnTo>
                <a:lnTo>
                  <a:pt x="1423987" y="358698"/>
                </a:lnTo>
                <a:lnTo>
                  <a:pt x="1430959" y="348018"/>
                </a:lnTo>
                <a:lnTo>
                  <a:pt x="1438656" y="338315"/>
                </a:lnTo>
                <a:lnTo>
                  <a:pt x="1441996" y="333743"/>
                </a:lnTo>
                <a:lnTo>
                  <a:pt x="1446364" y="327774"/>
                </a:lnTo>
                <a:lnTo>
                  <a:pt x="1455801" y="314502"/>
                </a:lnTo>
                <a:lnTo>
                  <a:pt x="1479804" y="280403"/>
                </a:lnTo>
                <a:close/>
              </a:path>
              <a:path w="3514725" h="411479">
                <a:moveTo>
                  <a:pt x="1740408" y="380987"/>
                </a:moveTo>
                <a:lnTo>
                  <a:pt x="1711452" y="345935"/>
                </a:lnTo>
                <a:lnTo>
                  <a:pt x="1685544" y="370319"/>
                </a:lnTo>
                <a:lnTo>
                  <a:pt x="1610868" y="370319"/>
                </a:lnTo>
                <a:lnTo>
                  <a:pt x="1610868" y="210299"/>
                </a:lnTo>
                <a:lnTo>
                  <a:pt x="1722120" y="210299"/>
                </a:lnTo>
                <a:lnTo>
                  <a:pt x="1711909" y="199631"/>
                </a:lnTo>
                <a:lnTo>
                  <a:pt x="1688592" y="175247"/>
                </a:lnTo>
                <a:lnTo>
                  <a:pt x="1662684" y="199631"/>
                </a:lnTo>
                <a:lnTo>
                  <a:pt x="1610868" y="199631"/>
                </a:lnTo>
                <a:lnTo>
                  <a:pt x="1610868" y="60947"/>
                </a:lnTo>
                <a:lnTo>
                  <a:pt x="1732788" y="60947"/>
                </a:lnTo>
                <a:lnTo>
                  <a:pt x="1699260" y="24371"/>
                </a:lnTo>
                <a:lnTo>
                  <a:pt x="1671828" y="50279"/>
                </a:lnTo>
                <a:lnTo>
                  <a:pt x="1466088" y="50279"/>
                </a:lnTo>
                <a:lnTo>
                  <a:pt x="1481328" y="65519"/>
                </a:lnTo>
                <a:lnTo>
                  <a:pt x="1491056" y="63525"/>
                </a:lnTo>
                <a:lnTo>
                  <a:pt x="1499806" y="62090"/>
                </a:lnTo>
                <a:lnTo>
                  <a:pt x="1507680" y="61239"/>
                </a:lnTo>
                <a:lnTo>
                  <a:pt x="1514856" y="60947"/>
                </a:lnTo>
                <a:lnTo>
                  <a:pt x="1588008" y="60947"/>
                </a:lnTo>
                <a:lnTo>
                  <a:pt x="1588008" y="370319"/>
                </a:lnTo>
                <a:lnTo>
                  <a:pt x="1527048" y="370319"/>
                </a:lnTo>
                <a:lnTo>
                  <a:pt x="1527048" y="173723"/>
                </a:lnTo>
                <a:lnTo>
                  <a:pt x="1542288" y="161531"/>
                </a:lnTo>
                <a:lnTo>
                  <a:pt x="1504188" y="140195"/>
                </a:lnTo>
                <a:lnTo>
                  <a:pt x="1504188" y="370319"/>
                </a:lnTo>
                <a:lnTo>
                  <a:pt x="1440180" y="370319"/>
                </a:lnTo>
                <a:lnTo>
                  <a:pt x="1455420" y="385559"/>
                </a:lnTo>
                <a:lnTo>
                  <a:pt x="1464919" y="383565"/>
                </a:lnTo>
                <a:lnTo>
                  <a:pt x="1473136" y="382130"/>
                </a:lnTo>
                <a:lnTo>
                  <a:pt x="1480489" y="381279"/>
                </a:lnTo>
                <a:lnTo>
                  <a:pt x="1487424" y="380987"/>
                </a:lnTo>
                <a:lnTo>
                  <a:pt x="1740408" y="380987"/>
                </a:lnTo>
                <a:close/>
              </a:path>
              <a:path w="3514725" h="411479">
                <a:moveTo>
                  <a:pt x="2180831" y="192011"/>
                </a:moveTo>
                <a:lnTo>
                  <a:pt x="2142731" y="153911"/>
                </a:lnTo>
                <a:lnTo>
                  <a:pt x="2107679" y="181343"/>
                </a:lnTo>
                <a:lnTo>
                  <a:pt x="1784591" y="181343"/>
                </a:lnTo>
                <a:lnTo>
                  <a:pt x="1799831" y="198107"/>
                </a:lnTo>
                <a:lnTo>
                  <a:pt x="1809788" y="195237"/>
                </a:lnTo>
                <a:lnTo>
                  <a:pt x="1821167" y="193344"/>
                </a:lnTo>
                <a:lnTo>
                  <a:pt x="1833702" y="192328"/>
                </a:lnTo>
                <a:lnTo>
                  <a:pt x="1847075" y="192011"/>
                </a:lnTo>
                <a:lnTo>
                  <a:pt x="2180831" y="192011"/>
                </a:lnTo>
                <a:close/>
              </a:path>
              <a:path w="3514725" h="411479">
                <a:moveTo>
                  <a:pt x="2453640" y="147828"/>
                </a:moveTo>
                <a:lnTo>
                  <a:pt x="2410968" y="124968"/>
                </a:lnTo>
                <a:lnTo>
                  <a:pt x="2412085" y="145846"/>
                </a:lnTo>
                <a:lnTo>
                  <a:pt x="2413063" y="165163"/>
                </a:lnTo>
                <a:lnTo>
                  <a:pt x="2413749" y="183045"/>
                </a:lnTo>
                <a:lnTo>
                  <a:pt x="2413952" y="195757"/>
                </a:lnTo>
                <a:lnTo>
                  <a:pt x="2414016" y="313944"/>
                </a:lnTo>
                <a:lnTo>
                  <a:pt x="2413749" y="330466"/>
                </a:lnTo>
                <a:lnTo>
                  <a:pt x="2413063" y="352425"/>
                </a:lnTo>
                <a:lnTo>
                  <a:pt x="2412136" y="377875"/>
                </a:lnTo>
                <a:lnTo>
                  <a:pt x="2410968" y="411480"/>
                </a:lnTo>
                <a:lnTo>
                  <a:pt x="2441448" y="394716"/>
                </a:lnTo>
                <a:lnTo>
                  <a:pt x="2440559" y="377875"/>
                </a:lnTo>
                <a:lnTo>
                  <a:pt x="2440114" y="361759"/>
                </a:lnTo>
                <a:lnTo>
                  <a:pt x="2440000" y="352425"/>
                </a:lnTo>
                <a:lnTo>
                  <a:pt x="2439924" y="156972"/>
                </a:lnTo>
                <a:lnTo>
                  <a:pt x="2453640" y="147828"/>
                </a:lnTo>
                <a:close/>
              </a:path>
              <a:path w="3514725" h="411479">
                <a:moveTo>
                  <a:pt x="2630424" y="179832"/>
                </a:moveTo>
                <a:lnTo>
                  <a:pt x="2582799" y="165925"/>
                </a:lnTo>
                <a:lnTo>
                  <a:pt x="2532888" y="137160"/>
                </a:lnTo>
                <a:lnTo>
                  <a:pt x="2482215" y="92964"/>
                </a:lnTo>
                <a:lnTo>
                  <a:pt x="2441511" y="41148"/>
                </a:lnTo>
                <a:lnTo>
                  <a:pt x="2433828" y="30480"/>
                </a:lnTo>
                <a:lnTo>
                  <a:pt x="2450592" y="19812"/>
                </a:lnTo>
                <a:lnTo>
                  <a:pt x="2414016" y="0"/>
                </a:lnTo>
                <a:lnTo>
                  <a:pt x="2387917" y="55816"/>
                </a:lnTo>
                <a:lnTo>
                  <a:pt x="2346960" y="117348"/>
                </a:lnTo>
                <a:lnTo>
                  <a:pt x="2320353" y="147637"/>
                </a:lnTo>
                <a:lnTo>
                  <a:pt x="2290762" y="174498"/>
                </a:lnTo>
                <a:lnTo>
                  <a:pt x="2258009" y="197929"/>
                </a:lnTo>
                <a:lnTo>
                  <a:pt x="2221992" y="217932"/>
                </a:lnTo>
                <a:lnTo>
                  <a:pt x="2223516" y="225552"/>
                </a:lnTo>
                <a:lnTo>
                  <a:pt x="2259253" y="208978"/>
                </a:lnTo>
                <a:lnTo>
                  <a:pt x="2319312" y="172402"/>
                </a:lnTo>
                <a:lnTo>
                  <a:pt x="2366238" y="129870"/>
                </a:lnTo>
                <a:lnTo>
                  <a:pt x="2408631" y="73952"/>
                </a:lnTo>
                <a:lnTo>
                  <a:pt x="2429256" y="41148"/>
                </a:lnTo>
                <a:lnTo>
                  <a:pt x="2447544" y="71666"/>
                </a:lnTo>
                <a:lnTo>
                  <a:pt x="2484120" y="123012"/>
                </a:lnTo>
                <a:lnTo>
                  <a:pt x="2521572" y="162090"/>
                </a:lnTo>
                <a:lnTo>
                  <a:pt x="2565628" y="195757"/>
                </a:lnTo>
                <a:lnTo>
                  <a:pt x="2590800" y="210312"/>
                </a:lnTo>
                <a:lnTo>
                  <a:pt x="2597632" y="201168"/>
                </a:lnTo>
                <a:lnTo>
                  <a:pt x="2606611" y="194310"/>
                </a:lnTo>
                <a:lnTo>
                  <a:pt x="2617584" y="189738"/>
                </a:lnTo>
                <a:lnTo>
                  <a:pt x="2630424" y="187452"/>
                </a:lnTo>
                <a:lnTo>
                  <a:pt x="2630424" y="179832"/>
                </a:lnTo>
                <a:close/>
              </a:path>
              <a:path w="3514725" h="411479">
                <a:moveTo>
                  <a:pt x="2863583" y="138671"/>
                </a:moveTo>
                <a:lnTo>
                  <a:pt x="2855963" y="131051"/>
                </a:lnTo>
                <a:lnTo>
                  <a:pt x="2840723" y="115811"/>
                </a:lnTo>
                <a:lnTo>
                  <a:pt x="2828531" y="128003"/>
                </a:lnTo>
                <a:lnTo>
                  <a:pt x="2828531" y="141719"/>
                </a:lnTo>
                <a:lnTo>
                  <a:pt x="2828531" y="198107"/>
                </a:lnTo>
                <a:lnTo>
                  <a:pt x="2828531" y="208775"/>
                </a:lnTo>
                <a:lnTo>
                  <a:pt x="2828531" y="265163"/>
                </a:lnTo>
                <a:lnTo>
                  <a:pt x="2788907" y="265163"/>
                </a:lnTo>
                <a:lnTo>
                  <a:pt x="2788907" y="208775"/>
                </a:lnTo>
                <a:lnTo>
                  <a:pt x="2828531" y="208775"/>
                </a:lnTo>
                <a:lnTo>
                  <a:pt x="2828531" y="198107"/>
                </a:lnTo>
                <a:lnTo>
                  <a:pt x="2788907" y="198107"/>
                </a:lnTo>
                <a:lnTo>
                  <a:pt x="2788907" y="141719"/>
                </a:lnTo>
                <a:lnTo>
                  <a:pt x="2828531" y="141719"/>
                </a:lnTo>
                <a:lnTo>
                  <a:pt x="2828531" y="128003"/>
                </a:lnTo>
                <a:lnTo>
                  <a:pt x="2825483" y="131051"/>
                </a:lnTo>
                <a:lnTo>
                  <a:pt x="2787383" y="131051"/>
                </a:lnTo>
                <a:lnTo>
                  <a:pt x="2797962" y="117627"/>
                </a:lnTo>
                <a:lnTo>
                  <a:pt x="2806814" y="107048"/>
                </a:lnTo>
                <a:lnTo>
                  <a:pt x="2813964" y="99339"/>
                </a:lnTo>
                <a:lnTo>
                  <a:pt x="2819387" y="94475"/>
                </a:lnTo>
                <a:lnTo>
                  <a:pt x="2823387" y="90170"/>
                </a:lnTo>
                <a:lnTo>
                  <a:pt x="2828531" y="86283"/>
                </a:lnTo>
                <a:lnTo>
                  <a:pt x="2834817" y="82689"/>
                </a:lnTo>
                <a:lnTo>
                  <a:pt x="2842247" y="79235"/>
                </a:lnTo>
                <a:lnTo>
                  <a:pt x="2831579" y="68567"/>
                </a:lnTo>
                <a:lnTo>
                  <a:pt x="2816339" y="53327"/>
                </a:lnTo>
                <a:lnTo>
                  <a:pt x="2802623" y="67043"/>
                </a:lnTo>
                <a:lnTo>
                  <a:pt x="2802623" y="79235"/>
                </a:lnTo>
                <a:lnTo>
                  <a:pt x="2778239" y="131051"/>
                </a:lnTo>
                <a:lnTo>
                  <a:pt x="2767571" y="131051"/>
                </a:lnTo>
                <a:lnTo>
                  <a:pt x="2767571" y="141719"/>
                </a:lnTo>
                <a:lnTo>
                  <a:pt x="2767571" y="198107"/>
                </a:lnTo>
                <a:lnTo>
                  <a:pt x="2767571" y="208775"/>
                </a:lnTo>
                <a:lnTo>
                  <a:pt x="2767571" y="265163"/>
                </a:lnTo>
                <a:lnTo>
                  <a:pt x="2727947" y="265163"/>
                </a:lnTo>
                <a:lnTo>
                  <a:pt x="2727947" y="208775"/>
                </a:lnTo>
                <a:lnTo>
                  <a:pt x="2767571" y="208775"/>
                </a:lnTo>
                <a:lnTo>
                  <a:pt x="2767571" y="198107"/>
                </a:lnTo>
                <a:lnTo>
                  <a:pt x="2727947" y="198107"/>
                </a:lnTo>
                <a:lnTo>
                  <a:pt x="2727947" y="141719"/>
                </a:lnTo>
                <a:lnTo>
                  <a:pt x="2767571" y="141719"/>
                </a:lnTo>
                <a:lnTo>
                  <a:pt x="2767571" y="131051"/>
                </a:lnTo>
                <a:lnTo>
                  <a:pt x="2730995" y="131051"/>
                </a:lnTo>
                <a:lnTo>
                  <a:pt x="2723375" y="124955"/>
                </a:lnTo>
                <a:lnTo>
                  <a:pt x="2730233" y="112674"/>
                </a:lnTo>
                <a:lnTo>
                  <a:pt x="2737091" y="100952"/>
                </a:lnTo>
                <a:lnTo>
                  <a:pt x="2743657" y="90284"/>
                </a:lnTo>
                <a:lnTo>
                  <a:pt x="2750807" y="79235"/>
                </a:lnTo>
                <a:lnTo>
                  <a:pt x="2802623" y="79235"/>
                </a:lnTo>
                <a:lnTo>
                  <a:pt x="2802623" y="67043"/>
                </a:lnTo>
                <a:lnTo>
                  <a:pt x="2801099" y="68567"/>
                </a:lnTo>
                <a:lnTo>
                  <a:pt x="2753855" y="68567"/>
                </a:lnTo>
                <a:lnTo>
                  <a:pt x="2770619" y="33515"/>
                </a:lnTo>
                <a:lnTo>
                  <a:pt x="2787383" y="27419"/>
                </a:lnTo>
                <a:lnTo>
                  <a:pt x="2752331" y="4559"/>
                </a:lnTo>
                <a:lnTo>
                  <a:pt x="2734983" y="56210"/>
                </a:lnTo>
                <a:lnTo>
                  <a:pt x="2716123" y="98196"/>
                </a:lnTo>
                <a:lnTo>
                  <a:pt x="2688094" y="143865"/>
                </a:lnTo>
                <a:lnTo>
                  <a:pt x="2670035" y="167627"/>
                </a:lnTo>
                <a:lnTo>
                  <a:pt x="2674607" y="173723"/>
                </a:lnTo>
                <a:lnTo>
                  <a:pt x="2682608" y="165709"/>
                </a:lnTo>
                <a:lnTo>
                  <a:pt x="2690609" y="157530"/>
                </a:lnTo>
                <a:lnTo>
                  <a:pt x="2698610" y="149085"/>
                </a:lnTo>
                <a:lnTo>
                  <a:pt x="2706611" y="140195"/>
                </a:lnTo>
                <a:lnTo>
                  <a:pt x="2706611" y="286499"/>
                </a:lnTo>
                <a:lnTo>
                  <a:pt x="2697467" y="338315"/>
                </a:lnTo>
                <a:lnTo>
                  <a:pt x="2676258" y="387616"/>
                </a:lnTo>
                <a:lnTo>
                  <a:pt x="2665463" y="405371"/>
                </a:lnTo>
                <a:lnTo>
                  <a:pt x="2668511" y="409943"/>
                </a:lnTo>
                <a:lnTo>
                  <a:pt x="2693454" y="381063"/>
                </a:lnTo>
                <a:lnTo>
                  <a:pt x="2711373" y="349173"/>
                </a:lnTo>
                <a:lnTo>
                  <a:pt x="2722740" y="314147"/>
                </a:lnTo>
                <a:lnTo>
                  <a:pt x="2727947" y="275831"/>
                </a:lnTo>
                <a:lnTo>
                  <a:pt x="2767571" y="275831"/>
                </a:lnTo>
                <a:lnTo>
                  <a:pt x="2767482" y="322935"/>
                </a:lnTo>
                <a:lnTo>
                  <a:pt x="2767380" y="339648"/>
                </a:lnTo>
                <a:lnTo>
                  <a:pt x="2766936" y="364350"/>
                </a:lnTo>
                <a:lnTo>
                  <a:pt x="2766047" y="384035"/>
                </a:lnTo>
                <a:lnTo>
                  <a:pt x="2790431" y="370319"/>
                </a:lnTo>
                <a:lnTo>
                  <a:pt x="2789555" y="352348"/>
                </a:lnTo>
                <a:lnTo>
                  <a:pt x="2789097" y="330504"/>
                </a:lnTo>
                <a:lnTo>
                  <a:pt x="2788996" y="314147"/>
                </a:lnTo>
                <a:lnTo>
                  <a:pt x="2788907" y="275831"/>
                </a:lnTo>
                <a:lnTo>
                  <a:pt x="2828531" y="275831"/>
                </a:lnTo>
                <a:lnTo>
                  <a:pt x="2828531" y="377939"/>
                </a:lnTo>
                <a:lnTo>
                  <a:pt x="2827007" y="380987"/>
                </a:lnTo>
                <a:lnTo>
                  <a:pt x="2822435" y="380987"/>
                </a:lnTo>
                <a:lnTo>
                  <a:pt x="2817279" y="380707"/>
                </a:lnTo>
                <a:lnTo>
                  <a:pt x="2810814" y="379844"/>
                </a:lnTo>
                <a:lnTo>
                  <a:pt x="2802940" y="378421"/>
                </a:lnTo>
                <a:lnTo>
                  <a:pt x="2793479" y="376415"/>
                </a:lnTo>
                <a:lnTo>
                  <a:pt x="2793479" y="384035"/>
                </a:lnTo>
                <a:lnTo>
                  <a:pt x="2806611" y="390017"/>
                </a:lnTo>
                <a:lnTo>
                  <a:pt x="2816148" y="396417"/>
                </a:lnTo>
                <a:lnTo>
                  <a:pt x="2821990" y="403110"/>
                </a:lnTo>
                <a:lnTo>
                  <a:pt x="2823959" y="409943"/>
                </a:lnTo>
                <a:lnTo>
                  <a:pt x="2834627" y="405371"/>
                </a:lnTo>
                <a:lnTo>
                  <a:pt x="2840723" y="400799"/>
                </a:lnTo>
                <a:lnTo>
                  <a:pt x="2843771" y="396227"/>
                </a:lnTo>
                <a:lnTo>
                  <a:pt x="2848343" y="391655"/>
                </a:lnTo>
                <a:lnTo>
                  <a:pt x="2849867" y="385559"/>
                </a:lnTo>
                <a:lnTo>
                  <a:pt x="2849867" y="380987"/>
                </a:lnTo>
                <a:lnTo>
                  <a:pt x="2849867" y="275831"/>
                </a:lnTo>
                <a:lnTo>
                  <a:pt x="2849867" y="265163"/>
                </a:lnTo>
                <a:lnTo>
                  <a:pt x="2849867" y="208775"/>
                </a:lnTo>
                <a:lnTo>
                  <a:pt x="2849867" y="198107"/>
                </a:lnTo>
                <a:lnTo>
                  <a:pt x="2849867" y="149339"/>
                </a:lnTo>
                <a:lnTo>
                  <a:pt x="2859671" y="141719"/>
                </a:lnTo>
                <a:lnTo>
                  <a:pt x="2861627" y="140195"/>
                </a:lnTo>
                <a:lnTo>
                  <a:pt x="2863583" y="138671"/>
                </a:lnTo>
                <a:close/>
              </a:path>
              <a:path w="3514725" h="411479">
                <a:moveTo>
                  <a:pt x="3060179" y="39611"/>
                </a:moveTo>
                <a:lnTo>
                  <a:pt x="3035795" y="18275"/>
                </a:lnTo>
                <a:lnTo>
                  <a:pt x="3022079" y="33515"/>
                </a:lnTo>
                <a:lnTo>
                  <a:pt x="2872727" y="33515"/>
                </a:lnTo>
                <a:lnTo>
                  <a:pt x="2887967" y="50279"/>
                </a:lnTo>
                <a:lnTo>
                  <a:pt x="2903207" y="44183"/>
                </a:lnTo>
                <a:lnTo>
                  <a:pt x="2927591" y="44183"/>
                </a:lnTo>
                <a:lnTo>
                  <a:pt x="2919234" y="86626"/>
                </a:lnTo>
                <a:lnTo>
                  <a:pt x="2890824" y="133337"/>
                </a:lnTo>
                <a:lnTo>
                  <a:pt x="2859011" y="160007"/>
                </a:lnTo>
                <a:lnTo>
                  <a:pt x="2863583" y="164579"/>
                </a:lnTo>
                <a:lnTo>
                  <a:pt x="2906064" y="139052"/>
                </a:lnTo>
                <a:lnTo>
                  <a:pt x="2933687" y="111239"/>
                </a:lnTo>
                <a:lnTo>
                  <a:pt x="2952127" y="62166"/>
                </a:lnTo>
                <a:lnTo>
                  <a:pt x="2953499" y="44183"/>
                </a:lnTo>
                <a:lnTo>
                  <a:pt x="3023603" y="44183"/>
                </a:lnTo>
                <a:lnTo>
                  <a:pt x="3021317" y="90665"/>
                </a:lnTo>
                <a:lnTo>
                  <a:pt x="3009887" y="126479"/>
                </a:lnTo>
                <a:lnTo>
                  <a:pt x="3002267" y="124955"/>
                </a:lnTo>
                <a:lnTo>
                  <a:pt x="2994583" y="124650"/>
                </a:lnTo>
                <a:lnTo>
                  <a:pt x="2985312" y="123621"/>
                </a:lnTo>
                <a:lnTo>
                  <a:pt x="2974632" y="121742"/>
                </a:lnTo>
                <a:lnTo>
                  <a:pt x="2962643" y="118859"/>
                </a:lnTo>
                <a:lnTo>
                  <a:pt x="2961119" y="126479"/>
                </a:lnTo>
                <a:lnTo>
                  <a:pt x="2979915" y="133337"/>
                </a:lnTo>
                <a:lnTo>
                  <a:pt x="2993123" y="140385"/>
                </a:lnTo>
                <a:lnTo>
                  <a:pt x="3000552" y="147701"/>
                </a:lnTo>
                <a:lnTo>
                  <a:pt x="3002267" y="155435"/>
                </a:lnTo>
                <a:lnTo>
                  <a:pt x="3012821" y="151968"/>
                </a:lnTo>
                <a:lnTo>
                  <a:pt x="3040469" y="121742"/>
                </a:lnTo>
                <a:lnTo>
                  <a:pt x="3045320" y="72288"/>
                </a:lnTo>
                <a:lnTo>
                  <a:pt x="3046463" y="50279"/>
                </a:lnTo>
                <a:lnTo>
                  <a:pt x="3054312" y="44183"/>
                </a:lnTo>
                <a:lnTo>
                  <a:pt x="3060179" y="39611"/>
                </a:lnTo>
                <a:close/>
              </a:path>
              <a:path w="3514725" h="411479">
                <a:moveTo>
                  <a:pt x="3078467" y="298691"/>
                </a:moveTo>
                <a:lnTo>
                  <a:pt x="3049511" y="266687"/>
                </a:lnTo>
                <a:lnTo>
                  <a:pt x="3028175" y="288023"/>
                </a:lnTo>
                <a:lnTo>
                  <a:pt x="2979407" y="288023"/>
                </a:lnTo>
                <a:lnTo>
                  <a:pt x="2979407" y="225539"/>
                </a:lnTo>
                <a:lnTo>
                  <a:pt x="3058655" y="225539"/>
                </a:lnTo>
                <a:lnTo>
                  <a:pt x="3048558" y="214871"/>
                </a:lnTo>
                <a:lnTo>
                  <a:pt x="3031223" y="196583"/>
                </a:lnTo>
                <a:lnTo>
                  <a:pt x="3011411" y="214871"/>
                </a:lnTo>
                <a:lnTo>
                  <a:pt x="2979407" y="214871"/>
                </a:lnTo>
                <a:lnTo>
                  <a:pt x="2979407" y="175247"/>
                </a:lnTo>
                <a:lnTo>
                  <a:pt x="2994647" y="164579"/>
                </a:lnTo>
                <a:lnTo>
                  <a:pt x="2955023" y="144767"/>
                </a:lnTo>
                <a:lnTo>
                  <a:pt x="2956153" y="158508"/>
                </a:lnTo>
                <a:lnTo>
                  <a:pt x="2957144" y="175247"/>
                </a:lnTo>
                <a:lnTo>
                  <a:pt x="2957817" y="193421"/>
                </a:lnTo>
                <a:lnTo>
                  <a:pt x="2958071" y="214871"/>
                </a:lnTo>
                <a:lnTo>
                  <a:pt x="2913875" y="214871"/>
                </a:lnTo>
                <a:lnTo>
                  <a:pt x="2926067" y="187439"/>
                </a:lnTo>
                <a:lnTo>
                  <a:pt x="2941307" y="178295"/>
                </a:lnTo>
                <a:lnTo>
                  <a:pt x="2909303" y="156959"/>
                </a:lnTo>
                <a:lnTo>
                  <a:pt x="2897949" y="197040"/>
                </a:lnTo>
                <a:lnTo>
                  <a:pt x="2877870" y="246113"/>
                </a:lnTo>
                <a:lnTo>
                  <a:pt x="2862059" y="274307"/>
                </a:lnTo>
                <a:lnTo>
                  <a:pt x="2865107" y="277355"/>
                </a:lnTo>
                <a:lnTo>
                  <a:pt x="2875686" y="267982"/>
                </a:lnTo>
                <a:lnTo>
                  <a:pt x="2886824" y="256019"/>
                </a:lnTo>
                <a:lnTo>
                  <a:pt x="2898546" y="241782"/>
                </a:lnTo>
                <a:lnTo>
                  <a:pt x="2910827" y="225539"/>
                </a:lnTo>
                <a:lnTo>
                  <a:pt x="2958071" y="225539"/>
                </a:lnTo>
                <a:lnTo>
                  <a:pt x="2958071" y="288023"/>
                </a:lnTo>
                <a:lnTo>
                  <a:pt x="2854439" y="288023"/>
                </a:lnTo>
                <a:lnTo>
                  <a:pt x="2871203" y="303263"/>
                </a:lnTo>
                <a:lnTo>
                  <a:pt x="2880639" y="301269"/>
                </a:lnTo>
                <a:lnTo>
                  <a:pt x="2890634" y="299834"/>
                </a:lnTo>
                <a:lnTo>
                  <a:pt x="2901213" y="298983"/>
                </a:lnTo>
                <a:lnTo>
                  <a:pt x="2912351" y="298691"/>
                </a:lnTo>
                <a:lnTo>
                  <a:pt x="2958071" y="298691"/>
                </a:lnTo>
                <a:lnTo>
                  <a:pt x="2957715" y="338315"/>
                </a:lnTo>
                <a:lnTo>
                  <a:pt x="2956115" y="390017"/>
                </a:lnTo>
                <a:lnTo>
                  <a:pt x="2955023" y="409943"/>
                </a:lnTo>
                <a:lnTo>
                  <a:pt x="2982455" y="397751"/>
                </a:lnTo>
                <a:lnTo>
                  <a:pt x="2981337" y="381203"/>
                </a:lnTo>
                <a:lnTo>
                  <a:pt x="2980359" y="359079"/>
                </a:lnTo>
                <a:lnTo>
                  <a:pt x="2979674" y="331533"/>
                </a:lnTo>
                <a:lnTo>
                  <a:pt x="2979407" y="298691"/>
                </a:lnTo>
                <a:lnTo>
                  <a:pt x="3078467" y="298691"/>
                </a:lnTo>
                <a:close/>
              </a:path>
              <a:path w="3514725" h="411479">
                <a:moveTo>
                  <a:pt x="3514331" y="361175"/>
                </a:moveTo>
                <a:lnTo>
                  <a:pt x="3491242" y="329793"/>
                </a:lnTo>
                <a:lnTo>
                  <a:pt x="3489947" y="272783"/>
                </a:lnTo>
                <a:lnTo>
                  <a:pt x="3480803" y="272783"/>
                </a:lnTo>
                <a:lnTo>
                  <a:pt x="3476040" y="325551"/>
                </a:lnTo>
                <a:lnTo>
                  <a:pt x="3459467" y="365747"/>
                </a:lnTo>
                <a:lnTo>
                  <a:pt x="3247631" y="365747"/>
                </a:lnTo>
                <a:lnTo>
                  <a:pt x="3233902" y="364896"/>
                </a:lnTo>
                <a:lnTo>
                  <a:pt x="3224580" y="360032"/>
                </a:lnTo>
                <a:lnTo>
                  <a:pt x="3219564" y="351180"/>
                </a:lnTo>
                <a:lnTo>
                  <a:pt x="3218675" y="338315"/>
                </a:lnTo>
                <a:lnTo>
                  <a:pt x="3218675" y="179819"/>
                </a:lnTo>
                <a:lnTo>
                  <a:pt x="3305543" y="150863"/>
                </a:lnTo>
                <a:lnTo>
                  <a:pt x="3305543" y="266687"/>
                </a:lnTo>
                <a:lnTo>
                  <a:pt x="3305289" y="278688"/>
                </a:lnTo>
                <a:lnTo>
                  <a:pt x="3304590" y="291833"/>
                </a:lnTo>
                <a:lnTo>
                  <a:pt x="3302495" y="321551"/>
                </a:lnTo>
                <a:lnTo>
                  <a:pt x="3331451" y="307835"/>
                </a:lnTo>
                <a:lnTo>
                  <a:pt x="3330575" y="296405"/>
                </a:lnTo>
                <a:lnTo>
                  <a:pt x="3330117" y="284975"/>
                </a:lnTo>
                <a:lnTo>
                  <a:pt x="3329952" y="273545"/>
                </a:lnTo>
                <a:lnTo>
                  <a:pt x="3329927" y="143243"/>
                </a:lnTo>
                <a:lnTo>
                  <a:pt x="3435083" y="105143"/>
                </a:lnTo>
                <a:lnTo>
                  <a:pt x="3432543" y="157746"/>
                </a:lnTo>
                <a:lnTo>
                  <a:pt x="3429558" y="196773"/>
                </a:lnTo>
                <a:lnTo>
                  <a:pt x="3422891" y="234683"/>
                </a:lnTo>
                <a:lnTo>
                  <a:pt x="3378695" y="245732"/>
                </a:lnTo>
                <a:lnTo>
                  <a:pt x="3349739" y="242303"/>
                </a:lnTo>
                <a:lnTo>
                  <a:pt x="3349739" y="249923"/>
                </a:lnTo>
                <a:lnTo>
                  <a:pt x="3371481" y="257340"/>
                </a:lnTo>
                <a:lnTo>
                  <a:pt x="3386505" y="265734"/>
                </a:lnTo>
                <a:lnTo>
                  <a:pt x="3394964" y="275005"/>
                </a:lnTo>
                <a:lnTo>
                  <a:pt x="3396983" y="284975"/>
                </a:lnTo>
                <a:lnTo>
                  <a:pt x="3416439" y="278434"/>
                </a:lnTo>
                <a:lnTo>
                  <a:pt x="3448799" y="236207"/>
                </a:lnTo>
                <a:lnTo>
                  <a:pt x="3455276" y="183629"/>
                </a:lnTo>
                <a:lnTo>
                  <a:pt x="3459467" y="103619"/>
                </a:lnTo>
                <a:lnTo>
                  <a:pt x="3473183" y="89903"/>
                </a:lnTo>
                <a:lnTo>
                  <a:pt x="3442703" y="70091"/>
                </a:lnTo>
                <a:lnTo>
                  <a:pt x="3432035" y="92951"/>
                </a:lnTo>
                <a:lnTo>
                  <a:pt x="3329927" y="131051"/>
                </a:lnTo>
                <a:lnTo>
                  <a:pt x="3329927" y="33515"/>
                </a:lnTo>
                <a:lnTo>
                  <a:pt x="3343643" y="21323"/>
                </a:lnTo>
                <a:lnTo>
                  <a:pt x="3302495" y="4559"/>
                </a:lnTo>
                <a:lnTo>
                  <a:pt x="3303625" y="25095"/>
                </a:lnTo>
                <a:lnTo>
                  <a:pt x="3304590" y="54470"/>
                </a:lnTo>
                <a:lnTo>
                  <a:pt x="3305289" y="92430"/>
                </a:lnTo>
                <a:lnTo>
                  <a:pt x="3305543" y="138671"/>
                </a:lnTo>
                <a:lnTo>
                  <a:pt x="3218675" y="167627"/>
                </a:lnTo>
                <a:lnTo>
                  <a:pt x="3218675" y="86855"/>
                </a:lnTo>
                <a:lnTo>
                  <a:pt x="3232391" y="76187"/>
                </a:lnTo>
                <a:lnTo>
                  <a:pt x="3191243" y="56375"/>
                </a:lnTo>
                <a:lnTo>
                  <a:pt x="3192373" y="80098"/>
                </a:lnTo>
                <a:lnTo>
                  <a:pt x="3193338" y="107810"/>
                </a:lnTo>
                <a:lnTo>
                  <a:pt x="3194037" y="139534"/>
                </a:lnTo>
                <a:lnTo>
                  <a:pt x="3194291" y="175247"/>
                </a:lnTo>
                <a:lnTo>
                  <a:pt x="3121139" y="199631"/>
                </a:lnTo>
                <a:lnTo>
                  <a:pt x="3139427" y="210299"/>
                </a:lnTo>
                <a:lnTo>
                  <a:pt x="3151619" y="201155"/>
                </a:lnTo>
                <a:lnTo>
                  <a:pt x="3194291" y="187439"/>
                </a:lnTo>
                <a:lnTo>
                  <a:pt x="3194291" y="352031"/>
                </a:lnTo>
                <a:lnTo>
                  <a:pt x="3196602" y="367804"/>
                </a:lnTo>
                <a:lnTo>
                  <a:pt x="3203625" y="378701"/>
                </a:lnTo>
                <a:lnTo>
                  <a:pt x="3215513" y="385038"/>
                </a:lnTo>
                <a:lnTo>
                  <a:pt x="3232391" y="387083"/>
                </a:lnTo>
                <a:lnTo>
                  <a:pt x="3471659" y="387083"/>
                </a:lnTo>
                <a:lnTo>
                  <a:pt x="3484549" y="385394"/>
                </a:lnTo>
                <a:lnTo>
                  <a:pt x="3495852" y="380415"/>
                </a:lnTo>
                <a:lnTo>
                  <a:pt x="3505746" y="372300"/>
                </a:lnTo>
                <a:lnTo>
                  <a:pt x="3514331" y="36117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7" name="object 77"/>
          <p:cNvSpPr/>
          <p:nvPr/>
        </p:nvSpPr>
        <p:spPr>
          <a:xfrm>
            <a:off x="5689079" y="4613147"/>
            <a:ext cx="844550" cy="407034"/>
          </a:xfrm>
          <a:custGeom>
            <a:avLst/>
            <a:gdLst/>
            <a:ahLst/>
            <a:cxnLst/>
            <a:rect l="l" t="t" r="r" b="b"/>
            <a:pathLst>
              <a:path w="844550" h="407035">
                <a:moveTo>
                  <a:pt x="315468" y="27432"/>
                </a:moveTo>
                <a:lnTo>
                  <a:pt x="309981" y="22860"/>
                </a:lnTo>
                <a:lnTo>
                  <a:pt x="288036" y="4572"/>
                </a:lnTo>
                <a:lnTo>
                  <a:pt x="275844" y="17881"/>
                </a:lnTo>
                <a:lnTo>
                  <a:pt x="275844" y="33528"/>
                </a:lnTo>
                <a:lnTo>
                  <a:pt x="275844" y="83820"/>
                </a:lnTo>
                <a:lnTo>
                  <a:pt x="275844" y="94488"/>
                </a:lnTo>
                <a:lnTo>
                  <a:pt x="275844" y="146304"/>
                </a:lnTo>
                <a:lnTo>
                  <a:pt x="123444" y="146304"/>
                </a:lnTo>
                <a:lnTo>
                  <a:pt x="123444" y="94488"/>
                </a:lnTo>
                <a:lnTo>
                  <a:pt x="275844" y="94488"/>
                </a:lnTo>
                <a:lnTo>
                  <a:pt x="275844" y="83820"/>
                </a:lnTo>
                <a:lnTo>
                  <a:pt x="123444" y="83820"/>
                </a:lnTo>
                <a:lnTo>
                  <a:pt x="123444" y="33528"/>
                </a:lnTo>
                <a:lnTo>
                  <a:pt x="275844" y="33528"/>
                </a:lnTo>
                <a:lnTo>
                  <a:pt x="275844" y="17881"/>
                </a:lnTo>
                <a:lnTo>
                  <a:pt x="271272" y="22860"/>
                </a:lnTo>
                <a:lnTo>
                  <a:pt x="126492" y="22860"/>
                </a:lnTo>
                <a:lnTo>
                  <a:pt x="97536" y="6096"/>
                </a:lnTo>
                <a:lnTo>
                  <a:pt x="98425" y="29794"/>
                </a:lnTo>
                <a:lnTo>
                  <a:pt x="98869" y="52768"/>
                </a:lnTo>
                <a:lnTo>
                  <a:pt x="99047" y="74891"/>
                </a:lnTo>
                <a:lnTo>
                  <a:pt x="99021" y="119824"/>
                </a:lnTo>
                <a:lnTo>
                  <a:pt x="98869" y="139446"/>
                </a:lnTo>
                <a:lnTo>
                  <a:pt x="98425" y="161163"/>
                </a:lnTo>
                <a:lnTo>
                  <a:pt x="97536" y="182880"/>
                </a:lnTo>
                <a:lnTo>
                  <a:pt x="123444" y="172212"/>
                </a:lnTo>
                <a:lnTo>
                  <a:pt x="123444" y="156972"/>
                </a:lnTo>
                <a:lnTo>
                  <a:pt x="275844" y="156972"/>
                </a:lnTo>
                <a:lnTo>
                  <a:pt x="275844" y="178308"/>
                </a:lnTo>
                <a:lnTo>
                  <a:pt x="301752" y="164592"/>
                </a:lnTo>
                <a:lnTo>
                  <a:pt x="301383" y="156972"/>
                </a:lnTo>
                <a:lnTo>
                  <a:pt x="300875" y="146304"/>
                </a:lnTo>
                <a:lnTo>
                  <a:pt x="300418" y="119824"/>
                </a:lnTo>
                <a:lnTo>
                  <a:pt x="300304" y="94488"/>
                </a:lnTo>
                <a:lnTo>
                  <a:pt x="300253" y="83820"/>
                </a:lnTo>
                <a:lnTo>
                  <a:pt x="300228" y="39624"/>
                </a:lnTo>
                <a:lnTo>
                  <a:pt x="307848" y="33528"/>
                </a:lnTo>
                <a:lnTo>
                  <a:pt x="315468" y="27432"/>
                </a:lnTo>
                <a:close/>
              </a:path>
              <a:path w="844550" h="407035">
                <a:moveTo>
                  <a:pt x="399288" y="358140"/>
                </a:moveTo>
                <a:lnTo>
                  <a:pt x="379603" y="360146"/>
                </a:lnTo>
                <a:lnTo>
                  <a:pt x="357187" y="361569"/>
                </a:lnTo>
                <a:lnTo>
                  <a:pt x="332219" y="362432"/>
                </a:lnTo>
                <a:lnTo>
                  <a:pt x="304800" y="362712"/>
                </a:lnTo>
                <a:lnTo>
                  <a:pt x="276821" y="361289"/>
                </a:lnTo>
                <a:lnTo>
                  <a:pt x="252412" y="359283"/>
                </a:lnTo>
                <a:lnTo>
                  <a:pt x="231724" y="356717"/>
                </a:lnTo>
                <a:lnTo>
                  <a:pt x="214884" y="353568"/>
                </a:lnTo>
                <a:lnTo>
                  <a:pt x="214884" y="345948"/>
                </a:lnTo>
                <a:lnTo>
                  <a:pt x="214884" y="281940"/>
                </a:lnTo>
                <a:lnTo>
                  <a:pt x="361188" y="281940"/>
                </a:lnTo>
                <a:lnTo>
                  <a:pt x="350520" y="271272"/>
                </a:lnTo>
                <a:lnTo>
                  <a:pt x="327660" y="248412"/>
                </a:lnTo>
                <a:lnTo>
                  <a:pt x="304800" y="271272"/>
                </a:lnTo>
                <a:lnTo>
                  <a:pt x="214884" y="271272"/>
                </a:lnTo>
                <a:lnTo>
                  <a:pt x="214884" y="211836"/>
                </a:lnTo>
                <a:lnTo>
                  <a:pt x="390144" y="211836"/>
                </a:lnTo>
                <a:lnTo>
                  <a:pt x="353568" y="175260"/>
                </a:lnTo>
                <a:lnTo>
                  <a:pt x="327660" y="201168"/>
                </a:lnTo>
                <a:lnTo>
                  <a:pt x="6096" y="201168"/>
                </a:lnTo>
                <a:lnTo>
                  <a:pt x="21336" y="217932"/>
                </a:lnTo>
                <a:lnTo>
                  <a:pt x="31648" y="215061"/>
                </a:lnTo>
                <a:lnTo>
                  <a:pt x="42100" y="213169"/>
                </a:lnTo>
                <a:lnTo>
                  <a:pt x="52844" y="212153"/>
                </a:lnTo>
                <a:lnTo>
                  <a:pt x="64008" y="211836"/>
                </a:lnTo>
                <a:lnTo>
                  <a:pt x="190500" y="211836"/>
                </a:lnTo>
                <a:lnTo>
                  <a:pt x="190500" y="345948"/>
                </a:lnTo>
                <a:lnTo>
                  <a:pt x="164769" y="333667"/>
                </a:lnTo>
                <a:lnTo>
                  <a:pt x="142303" y="319659"/>
                </a:lnTo>
                <a:lnTo>
                  <a:pt x="122999" y="303949"/>
                </a:lnTo>
                <a:lnTo>
                  <a:pt x="115239" y="295656"/>
                </a:lnTo>
                <a:lnTo>
                  <a:pt x="106680" y="286512"/>
                </a:lnTo>
                <a:lnTo>
                  <a:pt x="134112" y="243840"/>
                </a:lnTo>
                <a:lnTo>
                  <a:pt x="96012" y="220980"/>
                </a:lnTo>
                <a:lnTo>
                  <a:pt x="83159" y="275564"/>
                </a:lnTo>
                <a:lnTo>
                  <a:pt x="62865" y="322707"/>
                </a:lnTo>
                <a:lnTo>
                  <a:pt x="35153" y="362432"/>
                </a:lnTo>
                <a:lnTo>
                  <a:pt x="0" y="394716"/>
                </a:lnTo>
                <a:lnTo>
                  <a:pt x="4572" y="399288"/>
                </a:lnTo>
                <a:lnTo>
                  <a:pt x="34607" y="381596"/>
                </a:lnTo>
                <a:lnTo>
                  <a:pt x="60769" y="358330"/>
                </a:lnTo>
                <a:lnTo>
                  <a:pt x="83235" y="329641"/>
                </a:lnTo>
                <a:lnTo>
                  <a:pt x="102108" y="295656"/>
                </a:lnTo>
                <a:lnTo>
                  <a:pt x="112712" y="309067"/>
                </a:lnTo>
                <a:lnTo>
                  <a:pt x="149352" y="344424"/>
                </a:lnTo>
                <a:lnTo>
                  <a:pt x="198869" y="370789"/>
                </a:lnTo>
                <a:lnTo>
                  <a:pt x="244017" y="384009"/>
                </a:lnTo>
                <a:lnTo>
                  <a:pt x="316547" y="392099"/>
                </a:lnTo>
                <a:lnTo>
                  <a:pt x="364236" y="394716"/>
                </a:lnTo>
                <a:lnTo>
                  <a:pt x="368007" y="385292"/>
                </a:lnTo>
                <a:lnTo>
                  <a:pt x="374904" y="377571"/>
                </a:lnTo>
                <a:lnTo>
                  <a:pt x="385241" y="371576"/>
                </a:lnTo>
                <a:lnTo>
                  <a:pt x="399288" y="367284"/>
                </a:lnTo>
                <a:lnTo>
                  <a:pt x="399288" y="362712"/>
                </a:lnTo>
                <a:lnTo>
                  <a:pt x="399288" y="358140"/>
                </a:lnTo>
                <a:close/>
              </a:path>
              <a:path w="844550" h="407035">
                <a:moveTo>
                  <a:pt x="566928" y="24384"/>
                </a:moveTo>
                <a:lnTo>
                  <a:pt x="531876" y="0"/>
                </a:lnTo>
                <a:lnTo>
                  <a:pt x="527545" y="14554"/>
                </a:lnTo>
                <a:lnTo>
                  <a:pt x="521208" y="30670"/>
                </a:lnTo>
                <a:lnTo>
                  <a:pt x="489686" y="86779"/>
                </a:lnTo>
                <a:lnTo>
                  <a:pt x="464540" y="121069"/>
                </a:lnTo>
                <a:lnTo>
                  <a:pt x="451104" y="135636"/>
                </a:lnTo>
                <a:lnTo>
                  <a:pt x="454152" y="140208"/>
                </a:lnTo>
                <a:lnTo>
                  <a:pt x="478180" y="119634"/>
                </a:lnTo>
                <a:lnTo>
                  <a:pt x="502348" y="94488"/>
                </a:lnTo>
                <a:lnTo>
                  <a:pt x="526808" y="64770"/>
                </a:lnTo>
                <a:lnTo>
                  <a:pt x="551688" y="30480"/>
                </a:lnTo>
                <a:lnTo>
                  <a:pt x="566928" y="24384"/>
                </a:lnTo>
                <a:close/>
              </a:path>
              <a:path w="844550" h="407035">
                <a:moveTo>
                  <a:pt x="585216" y="115824"/>
                </a:moveTo>
                <a:lnTo>
                  <a:pt x="551688" y="94488"/>
                </a:lnTo>
                <a:lnTo>
                  <a:pt x="545719" y="108445"/>
                </a:lnTo>
                <a:lnTo>
                  <a:pt x="539305" y="122682"/>
                </a:lnTo>
                <a:lnTo>
                  <a:pt x="532625" y="136931"/>
                </a:lnTo>
                <a:lnTo>
                  <a:pt x="525780" y="150876"/>
                </a:lnTo>
                <a:lnTo>
                  <a:pt x="519518" y="164592"/>
                </a:lnTo>
                <a:lnTo>
                  <a:pt x="495300" y="205740"/>
                </a:lnTo>
                <a:lnTo>
                  <a:pt x="472630" y="236410"/>
                </a:lnTo>
                <a:lnTo>
                  <a:pt x="441960" y="272796"/>
                </a:lnTo>
                <a:lnTo>
                  <a:pt x="445008" y="277368"/>
                </a:lnTo>
                <a:lnTo>
                  <a:pt x="465823" y="259130"/>
                </a:lnTo>
                <a:lnTo>
                  <a:pt x="484632" y="241173"/>
                </a:lnTo>
                <a:lnTo>
                  <a:pt x="501167" y="223799"/>
                </a:lnTo>
                <a:lnTo>
                  <a:pt x="515112" y="207264"/>
                </a:lnTo>
                <a:lnTo>
                  <a:pt x="515099" y="342836"/>
                </a:lnTo>
                <a:lnTo>
                  <a:pt x="514921" y="363283"/>
                </a:lnTo>
                <a:lnTo>
                  <a:pt x="514477" y="384606"/>
                </a:lnTo>
                <a:lnTo>
                  <a:pt x="513588" y="406908"/>
                </a:lnTo>
                <a:lnTo>
                  <a:pt x="537972" y="394716"/>
                </a:lnTo>
                <a:lnTo>
                  <a:pt x="537972" y="207264"/>
                </a:lnTo>
                <a:lnTo>
                  <a:pt x="537972" y="176784"/>
                </a:lnTo>
                <a:lnTo>
                  <a:pt x="544245" y="165912"/>
                </a:lnTo>
                <a:lnTo>
                  <a:pt x="559587" y="140208"/>
                </a:lnTo>
                <a:lnTo>
                  <a:pt x="568452" y="124968"/>
                </a:lnTo>
                <a:lnTo>
                  <a:pt x="585216" y="115824"/>
                </a:lnTo>
                <a:close/>
              </a:path>
              <a:path w="844550" h="407035">
                <a:moveTo>
                  <a:pt x="844296" y="365760"/>
                </a:moveTo>
                <a:lnTo>
                  <a:pt x="806602" y="351218"/>
                </a:lnTo>
                <a:lnTo>
                  <a:pt x="773620" y="332803"/>
                </a:lnTo>
                <a:lnTo>
                  <a:pt x="745502" y="310692"/>
                </a:lnTo>
                <a:lnTo>
                  <a:pt x="722376" y="284988"/>
                </a:lnTo>
                <a:lnTo>
                  <a:pt x="736815" y="277368"/>
                </a:lnTo>
                <a:lnTo>
                  <a:pt x="763524" y="263080"/>
                </a:lnTo>
                <a:lnTo>
                  <a:pt x="782383" y="252628"/>
                </a:lnTo>
                <a:lnTo>
                  <a:pt x="800100" y="242316"/>
                </a:lnTo>
                <a:lnTo>
                  <a:pt x="818388" y="239268"/>
                </a:lnTo>
                <a:lnTo>
                  <a:pt x="790956" y="210312"/>
                </a:lnTo>
                <a:lnTo>
                  <a:pt x="781265" y="224015"/>
                </a:lnTo>
                <a:lnTo>
                  <a:pt x="766000" y="239839"/>
                </a:lnTo>
                <a:lnTo>
                  <a:pt x="745312" y="257683"/>
                </a:lnTo>
                <a:lnTo>
                  <a:pt x="719328" y="277368"/>
                </a:lnTo>
                <a:lnTo>
                  <a:pt x="709612" y="261366"/>
                </a:lnTo>
                <a:lnTo>
                  <a:pt x="701040" y="243078"/>
                </a:lnTo>
                <a:lnTo>
                  <a:pt x="693610" y="222504"/>
                </a:lnTo>
                <a:lnTo>
                  <a:pt x="687324" y="199644"/>
                </a:lnTo>
                <a:lnTo>
                  <a:pt x="765048" y="199644"/>
                </a:lnTo>
                <a:lnTo>
                  <a:pt x="765048" y="214884"/>
                </a:lnTo>
                <a:lnTo>
                  <a:pt x="789432" y="201168"/>
                </a:lnTo>
                <a:lnTo>
                  <a:pt x="789406" y="199644"/>
                </a:lnTo>
                <a:lnTo>
                  <a:pt x="789178" y="188976"/>
                </a:lnTo>
                <a:lnTo>
                  <a:pt x="788149" y="164312"/>
                </a:lnTo>
                <a:lnTo>
                  <a:pt x="787908" y="150876"/>
                </a:lnTo>
                <a:lnTo>
                  <a:pt x="787908" y="123444"/>
                </a:lnTo>
                <a:lnTo>
                  <a:pt x="787908" y="112776"/>
                </a:lnTo>
                <a:lnTo>
                  <a:pt x="787908" y="51816"/>
                </a:lnTo>
                <a:lnTo>
                  <a:pt x="793788" y="47244"/>
                </a:lnTo>
                <a:lnTo>
                  <a:pt x="801624" y="41148"/>
                </a:lnTo>
                <a:lnTo>
                  <a:pt x="796442" y="36576"/>
                </a:lnTo>
                <a:lnTo>
                  <a:pt x="775716" y="18288"/>
                </a:lnTo>
                <a:lnTo>
                  <a:pt x="765048" y="32512"/>
                </a:lnTo>
                <a:lnTo>
                  <a:pt x="765048" y="47244"/>
                </a:lnTo>
                <a:lnTo>
                  <a:pt x="765048" y="112776"/>
                </a:lnTo>
                <a:lnTo>
                  <a:pt x="765048" y="123444"/>
                </a:lnTo>
                <a:lnTo>
                  <a:pt x="765048" y="188976"/>
                </a:lnTo>
                <a:lnTo>
                  <a:pt x="640080" y="188976"/>
                </a:lnTo>
                <a:lnTo>
                  <a:pt x="640080" y="123444"/>
                </a:lnTo>
                <a:lnTo>
                  <a:pt x="765048" y="123444"/>
                </a:lnTo>
                <a:lnTo>
                  <a:pt x="765048" y="112776"/>
                </a:lnTo>
                <a:lnTo>
                  <a:pt x="640080" y="112776"/>
                </a:lnTo>
                <a:lnTo>
                  <a:pt x="640080" y="47244"/>
                </a:lnTo>
                <a:lnTo>
                  <a:pt x="765048" y="47244"/>
                </a:lnTo>
                <a:lnTo>
                  <a:pt x="765048" y="32512"/>
                </a:lnTo>
                <a:lnTo>
                  <a:pt x="762000" y="36576"/>
                </a:lnTo>
                <a:lnTo>
                  <a:pt x="643128" y="36576"/>
                </a:lnTo>
                <a:lnTo>
                  <a:pt x="615696" y="18288"/>
                </a:lnTo>
                <a:lnTo>
                  <a:pt x="616585" y="34340"/>
                </a:lnTo>
                <a:lnTo>
                  <a:pt x="617029" y="52959"/>
                </a:lnTo>
                <a:lnTo>
                  <a:pt x="617207" y="74447"/>
                </a:lnTo>
                <a:lnTo>
                  <a:pt x="617220" y="358140"/>
                </a:lnTo>
                <a:lnTo>
                  <a:pt x="615696" y="365760"/>
                </a:lnTo>
                <a:lnTo>
                  <a:pt x="611124" y="370332"/>
                </a:lnTo>
                <a:lnTo>
                  <a:pt x="627888" y="397764"/>
                </a:lnTo>
                <a:lnTo>
                  <a:pt x="666750" y="364807"/>
                </a:lnTo>
                <a:lnTo>
                  <a:pt x="714756" y="335280"/>
                </a:lnTo>
                <a:lnTo>
                  <a:pt x="713232" y="329184"/>
                </a:lnTo>
                <a:lnTo>
                  <a:pt x="640080" y="356616"/>
                </a:lnTo>
                <a:lnTo>
                  <a:pt x="640080" y="199644"/>
                </a:lnTo>
                <a:lnTo>
                  <a:pt x="676656" y="199644"/>
                </a:lnTo>
                <a:lnTo>
                  <a:pt x="688390" y="248843"/>
                </a:lnTo>
                <a:lnTo>
                  <a:pt x="707212" y="292188"/>
                </a:lnTo>
                <a:lnTo>
                  <a:pt x="733285" y="329679"/>
                </a:lnTo>
                <a:lnTo>
                  <a:pt x="766737" y="361315"/>
                </a:lnTo>
                <a:lnTo>
                  <a:pt x="807720" y="387096"/>
                </a:lnTo>
                <a:lnTo>
                  <a:pt x="814298" y="379120"/>
                </a:lnTo>
                <a:lnTo>
                  <a:pt x="822579" y="373570"/>
                </a:lnTo>
                <a:lnTo>
                  <a:pt x="832586" y="370598"/>
                </a:lnTo>
                <a:lnTo>
                  <a:pt x="844296" y="370332"/>
                </a:lnTo>
                <a:lnTo>
                  <a:pt x="844296" y="36576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8" name="object 78"/>
          <p:cNvSpPr/>
          <p:nvPr/>
        </p:nvSpPr>
        <p:spPr>
          <a:xfrm>
            <a:off x="6611111" y="4619244"/>
            <a:ext cx="342900" cy="399415"/>
          </a:xfrm>
          <a:custGeom>
            <a:avLst/>
            <a:gdLst/>
            <a:ahLst/>
            <a:cxnLst/>
            <a:rect l="l" t="t" r="r" b="b"/>
            <a:pathLst>
              <a:path w="342900" h="399414">
                <a:moveTo>
                  <a:pt x="337108" y="18288"/>
                </a:moveTo>
                <a:lnTo>
                  <a:pt x="300228" y="18288"/>
                </a:lnTo>
                <a:lnTo>
                  <a:pt x="313944" y="0"/>
                </a:lnTo>
                <a:lnTo>
                  <a:pt x="337108" y="18288"/>
                </a:lnTo>
                <a:close/>
              </a:path>
              <a:path w="342900" h="399414">
                <a:moveTo>
                  <a:pt x="0" y="399288"/>
                </a:moveTo>
                <a:lnTo>
                  <a:pt x="881" y="374999"/>
                </a:lnTo>
                <a:lnTo>
                  <a:pt x="1333" y="352425"/>
                </a:lnTo>
                <a:lnTo>
                  <a:pt x="1434" y="64008"/>
                </a:lnTo>
                <a:lnTo>
                  <a:pt x="1333" y="53149"/>
                </a:lnTo>
                <a:lnTo>
                  <a:pt x="911" y="32004"/>
                </a:lnTo>
                <a:lnTo>
                  <a:pt x="832" y="28956"/>
                </a:lnTo>
                <a:lnTo>
                  <a:pt x="0" y="3048"/>
                </a:lnTo>
                <a:lnTo>
                  <a:pt x="25908" y="18288"/>
                </a:lnTo>
                <a:lnTo>
                  <a:pt x="337108" y="18288"/>
                </a:lnTo>
                <a:lnTo>
                  <a:pt x="342900" y="22860"/>
                </a:lnTo>
                <a:lnTo>
                  <a:pt x="336804" y="28956"/>
                </a:lnTo>
                <a:lnTo>
                  <a:pt x="25908" y="28956"/>
                </a:lnTo>
                <a:lnTo>
                  <a:pt x="25908" y="361188"/>
                </a:lnTo>
                <a:lnTo>
                  <a:pt x="331345" y="361188"/>
                </a:lnTo>
                <a:lnTo>
                  <a:pt x="331757" y="371856"/>
                </a:lnTo>
                <a:lnTo>
                  <a:pt x="25908" y="371856"/>
                </a:lnTo>
                <a:lnTo>
                  <a:pt x="25908" y="390144"/>
                </a:lnTo>
                <a:lnTo>
                  <a:pt x="0" y="399288"/>
                </a:lnTo>
                <a:close/>
              </a:path>
              <a:path w="342900" h="399414">
                <a:moveTo>
                  <a:pt x="331345" y="361188"/>
                </a:moveTo>
                <a:lnTo>
                  <a:pt x="306324" y="361188"/>
                </a:lnTo>
                <a:lnTo>
                  <a:pt x="306324" y="28956"/>
                </a:lnTo>
                <a:lnTo>
                  <a:pt x="336804" y="28956"/>
                </a:lnTo>
                <a:lnTo>
                  <a:pt x="330708" y="35052"/>
                </a:lnTo>
                <a:lnTo>
                  <a:pt x="330806" y="331565"/>
                </a:lnTo>
                <a:lnTo>
                  <a:pt x="330932" y="342900"/>
                </a:lnTo>
                <a:lnTo>
                  <a:pt x="331345" y="361188"/>
                </a:lnTo>
                <a:close/>
              </a:path>
              <a:path w="342900" h="399414">
                <a:moveTo>
                  <a:pt x="181356" y="120396"/>
                </a:moveTo>
                <a:lnTo>
                  <a:pt x="156972" y="120396"/>
                </a:lnTo>
                <a:lnTo>
                  <a:pt x="156710" y="92654"/>
                </a:lnTo>
                <a:lnTo>
                  <a:pt x="156019" y="68770"/>
                </a:lnTo>
                <a:lnTo>
                  <a:pt x="155043" y="48601"/>
                </a:lnTo>
                <a:lnTo>
                  <a:pt x="153924" y="32004"/>
                </a:lnTo>
                <a:lnTo>
                  <a:pt x="196596" y="51816"/>
                </a:lnTo>
                <a:lnTo>
                  <a:pt x="181356" y="64008"/>
                </a:lnTo>
                <a:lnTo>
                  <a:pt x="181356" y="120396"/>
                </a:lnTo>
                <a:close/>
              </a:path>
              <a:path w="342900" h="399414">
                <a:moveTo>
                  <a:pt x="57912" y="135636"/>
                </a:moveTo>
                <a:lnTo>
                  <a:pt x="41148" y="120396"/>
                </a:lnTo>
                <a:lnTo>
                  <a:pt x="239268" y="120396"/>
                </a:lnTo>
                <a:lnTo>
                  <a:pt x="262128" y="97536"/>
                </a:lnTo>
                <a:lnTo>
                  <a:pt x="294132" y="131064"/>
                </a:lnTo>
                <a:lnTo>
                  <a:pt x="99060" y="131064"/>
                </a:lnTo>
                <a:lnTo>
                  <a:pt x="87915" y="131349"/>
                </a:lnTo>
                <a:lnTo>
                  <a:pt x="77343" y="132207"/>
                </a:lnTo>
                <a:lnTo>
                  <a:pt x="67341" y="133635"/>
                </a:lnTo>
                <a:lnTo>
                  <a:pt x="57912" y="135636"/>
                </a:lnTo>
                <a:close/>
              </a:path>
              <a:path w="342900" h="399414">
                <a:moveTo>
                  <a:pt x="35052" y="300227"/>
                </a:moveTo>
                <a:lnTo>
                  <a:pt x="30480" y="294132"/>
                </a:lnTo>
                <a:lnTo>
                  <a:pt x="48046" y="278320"/>
                </a:lnTo>
                <a:lnTo>
                  <a:pt x="64008" y="260985"/>
                </a:lnTo>
                <a:lnTo>
                  <a:pt x="92964" y="220980"/>
                </a:lnTo>
                <a:lnTo>
                  <a:pt x="117348" y="177736"/>
                </a:lnTo>
                <a:lnTo>
                  <a:pt x="137160" y="131064"/>
                </a:lnTo>
                <a:lnTo>
                  <a:pt x="181356" y="131064"/>
                </a:lnTo>
                <a:lnTo>
                  <a:pt x="181356" y="150876"/>
                </a:lnTo>
                <a:lnTo>
                  <a:pt x="156972" y="150876"/>
                </a:lnTo>
                <a:lnTo>
                  <a:pt x="141851" y="180046"/>
                </a:lnTo>
                <a:lnTo>
                  <a:pt x="110466" y="228671"/>
                </a:lnTo>
                <a:lnTo>
                  <a:pt x="78771" y="264437"/>
                </a:lnTo>
                <a:lnTo>
                  <a:pt x="49053" y="290202"/>
                </a:lnTo>
                <a:lnTo>
                  <a:pt x="35052" y="300227"/>
                </a:lnTo>
                <a:close/>
              </a:path>
              <a:path w="342900" h="399414">
                <a:moveTo>
                  <a:pt x="153924" y="342900"/>
                </a:moveTo>
                <a:lnTo>
                  <a:pt x="156033" y="300227"/>
                </a:lnTo>
                <a:lnTo>
                  <a:pt x="156972" y="150876"/>
                </a:lnTo>
                <a:lnTo>
                  <a:pt x="181356" y="150876"/>
                </a:lnTo>
                <a:lnTo>
                  <a:pt x="181356" y="175260"/>
                </a:lnTo>
                <a:lnTo>
                  <a:pt x="199311" y="182880"/>
                </a:lnTo>
                <a:lnTo>
                  <a:pt x="181356" y="182880"/>
                </a:lnTo>
                <a:lnTo>
                  <a:pt x="181449" y="282035"/>
                </a:lnTo>
                <a:lnTo>
                  <a:pt x="181546" y="292227"/>
                </a:lnTo>
                <a:lnTo>
                  <a:pt x="181998" y="310276"/>
                </a:lnTo>
                <a:lnTo>
                  <a:pt x="182880" y="329184"/>
                </a:lnTo>
                <a:lnTo>
                  <a:pt x="153924" y="342900"/>
                </a:lnTo>
                <a:close/>
              </a:path>
              <a:path w="342900" h="399414">
                <a:moveTo>
                  <a:pt x="269748" y="277368"/>
                </a:moveTo>
                <a:lnTo>
                  <a:pt x="268224" y="277368"/>
                </a:lnTo>
                <a:lnTo>
                  <a:pt x="264723" y="275915"/>
                </a:lnTo>
                <a:lnTo>
                  <a:pt x="260794" y="271462"/>
                </a:lnTo>
                <a:lnTo>
                  <a:pt x="256008" y="263866"/>
                </a:lnTo>
                <a:lnTo>
                  <a:pt x="249936" y="252984"/>
                </a:lnTo>
                <a:lnTo>
                  <a:pt x="239434" y="236458"/>
                </a:lnTo>
                <a:lnTo>
                  <a:pt x="224218" y="219075"/>
                </a:lnTo>
                <a:lnTo>
                  <a:pt x="204716" y="201120"/>
                </a:lnTo>
                <a:lnTo>
                  <a:pt x="181356" y="182880"/>
                </a:lnTo>
                <a:lnTo>
                  <a:pt x="199311" y="182880"/>
                </a:lnTo>
                <a:lnTo>
                  <a:pt x="236220" y="200025"/>
                </a:lnTo>
                <a:lnTo>
                  <a:pt x="269652" y="225051"/>
                </a:lnTo>
                <a:lnTo>
                  <a:pt x="277368" y="248412"/>
                </a:lnTo>
                <a:lnTo>
                  <a:pt x="277368" y="257556"/>
                </a:lnTo>
                <a:lnTo>
                  <a:pt x="274320" y="265176"/>
                </a:lnTo>
                <a:lnTo>
                  <a:pt x="272796" y="272796"/>
                </a:lnTo>
                <a:lnTo>
                  <a:pt x="269748" y="277368"/>
                </a:lnTo>
                <a:close/>
              </a:path>
              <a:path w="342900" h="399414">
                <a:moveTo>
                  <a:pt x="306324" y="396240"/>
                </a:moveTo>
                <a:lnTo>
                  <a:pt x="306324" y="371856"/>
                </a:lnTo>
                <a:lnTo>
                  <a:pt x="331757" y="371856"/>
                </a:lnTo>
                <a:lnTo>
                  <a:pt x="332232" y="384048"/>
                </a:lnTo>
                <a:lnTo>
                  <a:pt x="306324" y="39624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9" name="object 79"/>
          <p:cNvSpPr/>
          <p:nvPr/>
        </p:nvSpPr>
        <p:spPr>
          <a:xfrm>
            <a:off x="7016495" y="4614672"/>
            <a:ext cx="410209" cy="403860"/>
          </a:xfrm>
          <a:custGeom>
            <a:avLst/>
            <a:gdLst/>
            <a:ahLst/>
            <a:cxnLst/>
            <a:rect l="l" t="t" r="r" b="b"/>
            <a:pathLst>
              <a:path w="410209" h="403860">
                <a:moveTo>
                  <a:pt x="304800" y="77724"/>
                </a:moveTo>
                <a:lnTo>
                  <a:pt x="298704" y="77724"/>
                </a:lnTo>
                <a:lnTo>
                  <a:pt x="295656" y="71628"/>
                </a:lnTo>
                <a:lnTo>
                  <a:pt x="295656" y="59436"/>
                </a:lnTo>
                <a:lnTo>
                  <a:pt x="291631" y="45934"/>
                </a:lnTo>
                <a:lnTo>
                  <a:pt x="286321" y="32575"/>
                </a:lnTo>
                <a:lnTo>
                  <a:pt x="279582" y="18930"/>
                </a:lnTo>
                <a:lnTo>
                  <a:pt x="271271" y="4572"/>
                </a:lnTo>
                <a:lnTo>
                  <a:pt x="274319" y="0"/>
                </a:lnTo>
                <a:lnTo>
                  <a:pt x="312681" y="29360"/>
                </a:lnTo>
                <a:lnTo>
                  <a:pt x="321564" y="45720"/>
                </a:lnTo>
                <a:lnTo>
                  <a:pt x="321564" y="56388"/>
                </a:lnTo>
                <a:lnTo>
                  <a:pt x="318516" y="64008"/>
                </a:lnTo>
                <a:lnTo>
                  <a:pt x="313944" y="70104"/>
                </a:lnTo>
                <a:lnTo>
                  <a:pt x="307848" y="74676"/>
                </a:lnTo>
                <a:lnTo>
                  <a:pt x="304800" y="77724"/>
                </a:lnTo>
                <a:close/>
              </a:path>
              <a:path w="410209" h="403860">
                <a:moveTo>
                  <a:pt x="152400" y="216408"/>
                </a:moveTo>
                <a:lnTo>
                  <a:pt x="147828" y="211836"/>
                </a:lnTo>
                <a:lnTo>
                  <a:pt x="161234" y="188356"/>
                </a:lnTo>
                <a:lnTo>
                  <a:pt x="173926" y="163449"/>
                </a:lnTo>
                <a:lnTo>
                  <a:pt x="196595" y="108204"/>
                </a:lnTo>
                <a:lnTo>
                  <a:pt x="213931" y="52578"/>
                </a:lnTo>
                <a:lnTo>
                  <a:pt x="225552" y="1524"/>
                </a:lnTo>
                <a:lnTo>
                  <a:pt x="263652" y="24384"/>
                </a:lnTo>
                <a:lnTo>
                  <a:pt x="239649" y="57531"/>
                </a:lnTo>
                <a:lnTo>
                  <a:pt x="227076" y="88392"/>
                </a:lnTo>
                <a:lnTo>
                  <a:pt x="388065" y="88392"/>
                </a:lnTo>
                <a:lnTo>
                  <a:pt x="397764" y="99060"/>
                </a:lnTo>
                <a:lnTo>
                  <a:pt x="225552" y="99060"/>
                </a:lnTo>
                <a:lnTo>
                  <a:pt x="225552" y="146304"/>
                </a:lnTo>
                <a:lnTo>
                  <a:pt x="202692" y="146304"/>
                </a:lnTo>
                <a:lnTo>
                  <a:pt x="189261" y="167759"/>
                </a:lnTo>
                <a:lnTo>
                  <a:pt x="176403" y="186499"/>
                </a:lnTo>
                <a:lnTo>
                  <a:pt x="164115" y="202668"/>
                </a:lnTo>
                <a:lnTo>
                  <a:pt x="152400" y="216408"/>
                </a:lnTo>
                <a:close/>
              </a:path>
              <a:path w="410209" h="403860">
                <a:moveTo>
                  <a:pt x="33528" y="89916"/>
                </a:moveTo>
                <a:lnTo>
                  <a:pt x="18288" y="74676"/>
                </a:lnTo>
                <a:lnTo>
                  <a:pt x="137160" y="74676"/>
                </a:lnTo>
                <a:lnTo>
                  <a:pt x="149352" y="57912"/>
                </a:lnTo>
                <a:lnTo>
                  <a:pt x="178307" y="82296"/>
                </a:lnTo>
                <a:lnTo>
                  <a:pt x="173953" y="85344"/>
                </a:lnTo>
                <a:lnTo>
                  <a:pt x="76200" y="85344"/>
                </a:lnTo>
                <a:lnTo>
                  <a:pt x="65031" y="85629"/>
                </a:lnTo>
                <a:lnTo>
                  <a:pt x="54292" y="86487"/>
                </a:lnTo>
                <a:lnTo>
                  <a:pt x="43838" y="87915"/>
                </a:lnTo>
                <a:lnTo>
                  <a:pt x="33528" y="89916"/>
                </a:lnTo>
                <a:close/>
              </a:path>
              <a:path w="410209" h="403860">
                <a:moveTo>
                  <a:pt x="388065" y="88392"/>
                </a:moveTo>
                <a:lnTo>
                  <a:pt x="342900" y="88392"/>
                </a:lnTo>
                <a:lnTo>
                  <a:pt x="367284" y="65532"/>
                </a:lnTo>
                <a:lnTo>
                  <a:pt x="388065" y="88392"/>
                </a:lnTo>
                <a:close/>
              </a:path>
              <a:path w="410209" h="403860">
                <a:moveTo>
                  <a:pt x="126989" y="207264"/>
                </a:moveTo>
                <a:lnTo>
                  <a:pt x="103632" y="207264"/>
                </a:lnTo>
                <a:lnTo>
                  <a:pt x="112537" y="184142"/>
                </a:lnTo>
                <a:lnTo>
                  <a:pt x="121158" y="156019"/>
                </a:lnTo>
                <a:lnTo>
                  <a:pt x="129778" y="123039"/>
                </a:lnTo>
                <a:lnTo>
                  <a:pt x="138684" y="85344"/>
                </a:lnTo>
                <a:lnTo>
                  <a:pt x="173953" y="85344"/>
                </a:lnTo>
                <a:lnTo>
                  <a:pt x="163068" y="92964"/>
                </a:lnTo>
                <a:lnTo>
                  <a:pt x="152519" y="130659"/>
                </a:lnTo>
                <a:lnTo>
                  <a:pt x="141541" y="165925"/>
                </a:lnTo>
                <a:lnTo>
                  <a:pt x="130278" y="198620"/>
                </a:lnTo>
                <a:lnTo>
                  <a:pt x="126989" y="207264"/>
                </a:lnTo>
                <a:close/>
              </a:path>
              <a:path w="410209" h="403860">
                <a:moveTo>
                  <a:pt x="307848" y="175260"/>
                </a:moveTo>
                <a:lnTo>
                  <a:pt x="284988" y="175260"/>
                </a:lnTo>
                <a:lnTo>
                  <a:pt x="284988" y="99060"/>
                </a:lnTo>
                <a:lnTo>
                  <a:pt x="307848" y="99060"/>
                </a:lnTo>
                <a:lnTo>
                  <a:pt x="307848" y="175260"/>
                </a:lnTo>
                <a:close/>
              </a:path>
              <a:path w="410209" h="403860">
                <a:moveTo>
                  <a:pt x="3048" y="368808"/>
                </a:moveTo>
                <a:lnTo>
                  <a:pt x="0" y="364236"/>
                </a:lnTo>
                <a:lnTo>
                  <a:pt x="27408" y="332493"/>
                </a:lnTo>
                <a:lnTo>
                  <a:pt x="52387" y="298894"/>
                </a:lnTo>
                <a:lnTo>
                  <a:pt x="74795" y="263294"/>
                </a:lnTo>
                <a:lnTo>
                  <a:pt x="94488" y="225552"/>
                </a:lnTo>
                <a:lnTo>
                  <a:pt x="81629" y="206668"/>
                </a:lnTo>
                <a:lnTo>
                  <a:pt x="65862" y="184142"/>
                </a:lnTo>
                <a:lnTo>
                  <a:pt x="25908" y="128016"/>
                </a:lnTo>
                <a:lnTo>
                  <a:pt x="30480" y="123444"/>
                </a:lnTo>
                <a:lnTo>
                  <a:pt x="75057" y="173926"/>
                </a:lnTo>
                <a:lnTo>
                  <a:pt x="91344" y="192666"/>
                </a:lnTo>
                <a:lnTo>
                  <a:pt x="103632" y="207264"/>
                </a:lnTo>
                <a:lnTo>
                  <a:pt x="126989" y="207264"/>
                </a:lnTo>
                <a:lnTo>
                  <a:pt x="118872" y="228600"/>
                </a:lnTo>
                <a:lnTo>
                  <a:pt x="129468" y="240911"/>
                </a:lnTo>
                <a:lnTo>
                  <a:pt x="134008" y="246888"/>
                </a:lnTo>
                <a:lnTo>
                  <a:pt x="108204" y="246888"/>
                </a:lnTo>
                <a:lnTo>
                  <a:pt x="84486" y="283511"/>
                </a:lnTo>
                <a:lnTo>
                  <a:pt x="59055" y="315849"/>
                </a:lnTo>
                <a:lnTo>
                  <a:pt x="31908" y="344185"/>
                </a:lnTo>
                <a:lnTo>
                  <a:pt x="3048" y="368808"/>
                </a:lnTo>
                <a:close/>
              </a:path>
              <a:path w="410209" h="403860">
                <a:moveTo>
                  <a:pt x="201168" y="403860"/>
                </a:moveTo>
                <a:lnTo>
                  <a:pt x="202049" y="378118"/>
                </a:lnTo>
                <a:lnTo>
                  <a:pt x="202442" y="356616"/>
                </a:lnTo>
                <a:lnTo>
                  <a:pt x="202565" y="344185"/>
                </a:lnTo>
                <a:lnTo>
                  <a:pt x="202692" y="146304"/>
                </a:lnTo>
                <a:lnTo>
                  <a:pt x="225552" y="146304"/>
                </a:lnTo>
                <a:lnTo>
                  <a:pt x="225552" y="175260"/>
                </a:lnTo>
                <a:lnTo>
                  <a:pt x="381969" y="175260"/>
                </a:lnTo>
                <a:lnTo>
                  <a:pt x="391668" y="185928"/>
                </a:lnTo>
                <a:lnTo>
                  <a:pt x="225552" y="185928"/>
                </a:lnTo>
                <a:lnTo>
                  <a:pt x="225552" y="262128"/>
                </a:lnTo>
                <a:lnTo>
                  <a:pt x="384048" y="262128"/>
                </a:lnTo>
                <a:lnTo>
                  <a:pt x="394716" y="272795"/>
                </a:lnTo>
                <a:lnTo>
                  <a:pt x="225552" y="272795"/>
                </a:lnTo>
                <a:lnTo>
                  <a:pt x="225552" y="356616"/>
                </a:lnTo>
                <a:lnTo>
                  <a:pt x="400257" y="356616"/>
                </a:lnTo>
                <a:lnTo>
                  <a:pt x="409956" y="367284"/>
                </a:lnTo>
                <a:lnTo>
                  <a:pt x="225552" y="367284"/>
                </a:lnTo>
                <a:lnTo>
                  <a:pt x="225552" y="393192"/>
                </a:lnTo>
                <a:lnTo>
                  <a:pt x="201168" y="403860"/>
                </a:lnTo>
                <a:close/>
              </a:path>
              <a:path w="410209" h="403860">
                <a:moveTo>
                  <a:pt x="381969" y="175260"/>
                </a:moveTo>
                <a:lnTo>
                  <a:pt x="339851" y="175260"/>
                </a:lnTo>
                <a:lnTo>
                  <a:pt x="361188" y="152400"/>
                </a:lnTo>
                <a:lnTo>
                  <a:pt x="381969" y="175260"/>
                </a:lnTo>
                <a:close/>
              </a:path>
              <a:path w="410209" h="403860">
                <a:moveTo>
                  <a:pt x="307848" y="262128"/>
                </a:moveTo>
                <a:lnTo>
                  <a:pt x="284988" y="262128"/>
                </a:lnTo>
                <a:lnTo>
                  <a:pt x="284988" y="185928"/>
                </a:lnTo>
                <a:lnTo>
                  <a:pt x="307848" y="185928"/>
                </a:lnTo>
                <a:lnTo>
                  <a:pt x="307848" y="262128"/>
                </a:lnTo>
                <a:close/>
              </a:path>
              <a:path w="410209" h="403860">
                <a:moveTo>
                  <a:pt x="384048" y="262128"/>
                </a:moveTo>
                <a:lnTo>
                  <a:pt x="339851" y="262128"/>
                </a:lnTo>
                <a:lnTo>
                  <a:pt x="362712" y="240792"/>
                </a:lnTo>
                <a:lnTo>
                  <a:pt x="384048" y="262128"/>
                </a:lnTo>
                <a:close/>
              </a:path>
              <a:path w="410209" h="403860">
                <a:moveTo>
                  <a:pt x="152400" y="336804"/>
                </a:moveTo>
                <a:lnTo>
                  <a:pt x="150876" y="336804"/>
                </a:lnTo>
                <a:lnTo>
                  <a:pt x="147470" y="335351"/>
                </a:lnTo>
                <a:lnTo>
                  <a:pt x="144208" y="330898"/>
                </a:lnTo>
                <a:lnTo>
                  <a:pt x="141231" y="323302"/>
                </a:lnTo>
                <a:lnTo>
                  <a:pt x="138684" y="312419"/>
                </a:lnTo>
                <a:lnTo>
                  <a:pt x="132635" y="295536"/>
                </a:lnTo>
                <a:lnTo>
                  <a:pt x="125730" y="279082"/>
                </a:lnTo>
                <a:lnTo>
                  <a:pt x="117681" y="262913"/>
                </a:lnTo>
                <a:lnTo>
                  <a:pt x="108204" y="246888"/>
                </a:lnTo>
                <a:lnTo>
                  <a:pt x="134008" y="246888"/>
                </a:lnTo>
                <a:lnTo>
                  <a:pt x="157281" y="285559"/>
                </a:lnTo>
                <a:lnTo>
                  <a:pt x="163068" y="307848"/>
                </a:lnTo>
                <a:lnTo>
                  <a:pt x="162972" y="315849"/>
                </a:lnTo>
                <a:lnTo>
                  <a:pt x="161544" y="321564"/>
                </a:lnTo>
                <a:lnTo>
                  <a:pt x="156972" y="327660"/>
                </a:lnTo>
                <a:lnTo>
                  <a:pt x="152400" y="336804"/>
                </a:lnTo>
                <a:close/>
              </a:path>
              <a:path w="410209" h="403860">
                <a:moveTo>
                  <a:pt x="307848" y="356616"/>
                </a:moveTo>
                <a:lnTo>
                  <a:pt x="284988" y="356616"/>
                </a:lnTo>
                <a:lnTo>
                  <a:pt x="284988" y="272795"/>
                </a:lnTo>
                <a:lnTo>
                  <a:pt x="307848" y="272795"/>
                </a:lnTo>
                <a:lnTo>
                  <a:pt x="307848" y="356616"/>
                </a:lnTo>
                <a:close/>
              </a:path>
              <a:path w="410209" h="403860">
                <a:moveTo>
                  <a:pt x="400257" y="356616"/>
                </a:moveTo>
                <a:lnTo>
                  <a:pt x="355092" y="356616"/>
                </a:lnTo>
                <a:lnTo>
                  <a:pt x="379475" y="333756"/>
                </a:lnTo>
                <a:lnTo>
                  <a:pt x="400257" y="35661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0" name="object 80"/>
          <p:cNvSpPr/>
          <p:nvPr/>
        </p:nvSpPr>
        <p:spPr>
          <a:xfrm>
            <a:off x="7499603" y="4613147"/>
            <a:ext cx="356870" cy="402590"/>
          </a:xfrm>
          <a:custGeom>
            <a:avLst/>
            <a:gdLst/>
            <a:ahLst/>
            <a:cxnLst/>
            <a:rect l="l" t="t" r="r" b="b"/>
            <a:pathLst>
              <a:path w="356870" h="402589">
                <a:moveTo>
                  <a:pt x="53340" y="89916"/>
                </a:moveTo>
                <a:lnTo>
                  <a:pt x="42672" y="89916"/>
                </a:lnTo>
                <a:lnTo>
                  <a:pt x="50696" y="62150"/>
                </a:lnTo>
                <a:lnTo>
                  <a:pt x="56578" y="38100"/>
                </a:lnTo>
                <a:lnTo>
                  <a:pt x="60459" y="17478"/>
                </a:lnTo>
                <a:lnTo>
                  <a:pt x="62484" y="0"/>
                </a:lnTo>
                <a:lnTo>
                  <a:pt x="100584" y="21336"/>
                </a:lnTo>
                <a:lnTo>
                  <a:pt x="90844" y="28408"/>
                </a:lnTo>
                <a:lnTo>
                  <a:pt x="79819" y="42481"/>
                </a:lnTo>
                <a:lnTo>
                  <a:pt x="67365" y="63126"/>
                </a:lnTo>
                <a:lnTo>
                  <a:pt x="53340" y="89916"/>
                </a:lnTo>
                <a:close/>
              </a:path>
              <a:path w="356870" h="402589">
                <a:moveTo>
                  <a:pt x="147828" y="190500"/>
                </a:moveTo>
                <a:lnTo>
                  <a:pt x="141732" y="187452"/>
                </a:lnTo>
                <a:lnTo>
                  <a:pt x="158877" y="160615"/>
                </a:lnTo>
                <a:lnTo>
                  <a:pt x="173736" y="135064"/>
                </a:lnTo>
                <a:lnTo>
                  <a:pt x="196596" y="88392"/>
                </a:lnTo>
                <a:lnTo>
                  <a:pt x="211264" y="44958"/>
                </a:lnTo>
                <a:lnTo>
                  <a:pt x="222503" y="1524"/>
                </a:lnTo>
                <a:lnTo>
                  <a:pt x="260603" y="24384"/>
                </a:lnTo>
                <a:lnTo>
                  <a:pt x="252626" y="32146"/>
                </a:lnTo>
                <a:lnTo>
                  <a:pt x="242506" y="46482"/>
                </a:lnTo>
                <a:lnTo>
                  <a:pt x="230385" y="67675"/>
                </a:lnTo>
                <a:lnTo>
                  <a:pt x="216408" y="96012"/>
                </a:lnTo>
                <a:lnTo>
                  <a:pt x="350161" y="96012"/>
                </a:lnTo>
                <a:lnTo>
                  <a:pt x="356616" y="102108"/>
                </a:lnTo>
                <a:lnTo>
                  <a:pt x="352425" y="105156"/>
                </a:lnTo>
                <a:lnTo>
                  <a:pt x="213360" y="105156"/>
                </a:lnTo>
                <a:lnTo>
                  <a:pt x="197334" y="130063"/>
                </a:lnTo>
                <a:lnTo>
                  <a:pt x="181165" y="152400"/>
                </a:lnTo>
                <a:lnTo>
                  <a:pt x="164711" y="172450"/>
                </a:lnTo>
                <a:lnTo>
                  <a:pt x="147828" y="190500"/>
                </a:lnTo>
                <a:close/>
              </a:path>
              <a:path w="356870" h="402589">
                <a:moveTo>
                  <a:pt x="144780" y="89916"/>
                </a:moveTo>
                <a:lnTo>
                  <a:pt x="111252" y="89916"/>
                </a:lnTo>
                <a:lnTo>
                  <a:pt x="128016" y="73152"/>
                </a:lnTo>
                <a:lnTo>
                  <a:pt x="144780" y="89916"/>
                </a:lnTo>
                <a:close/>
              </a:path>
              <a:path w="356870" h="402589">
                <a:moveTo>
                  <a:pt x="0" y="397764"/>
                </a:moveTo>
                <a:lnTo>
                  <a:pt x="176" y="367474"/>
                </a:lnTo>
                <a:lnTo>
                  <a:pt x="293" y="352615"/>
                </a:lnTo>
                <a:lnTo>
                  <a:pt x="1285" y="276248"/>
                </a:lnTo>
                <a:lnTo>
                  <a:pt x="1363" y="263271"/>
                </a:lnTo>
                <a:lnTo>
                  <a:pt x="1479" y="228600"/>
                </a:lnTo>
                <a:lnTo>
                  <a:pt x="1285" y="195333"/>
                </a:lnTo>
                <a:lnTo>
                  <a:pt x="238" y="114704"/>
                </a:lnTo>
                <a:lnTo>
                  <a:pt x="0" y="74676"/>
                </a:lnTo>
                <a:lnTo>
                  <a:pt x="25908" y="89916"/>
                </a:lnTo>
                <a:lnTo>
                  <a:pt x="144780" y="89916"/>
                </a:lnTo>
                <a:lnTo>
                  <a:pt x="153924" y="99060"/>
                </a:lnTo>
                <a:lnTo>
                  <a:pt x="151828" y="100584"/>
                </a:lnTo>
                <a:lnTo>
                  <a:pt x="24384" y="100584"/>
                </a:lnTo>
                <a:lnTo>
                  <a:pt x="24384" y="211836"/>
                </a:lnTo>
                <a:lnTo>
                  <a:pt x="137205" y="211836"/>
                </a:lnTo>
                <a:lnTo>
                  <a:pt x="137219" y="222504"/>
                </a:lnTo>
                <a:lnTo>
                  <a:pt x="24384" y="222504"/>
                </a:lnTo>
                <a:lnTo>
                  <a:pt x="24384" y="344424"/>
                </a:lnTo>
                <a:lnTo>
                  <a:pt x="137914" y="344424"/>
                </a:lnTo>
                <a:lnTo>
                  <a:pt x="138028" y="350520"/>
                </a:lnTo>
                <a:lnTo>
                  <a:pt x="138137" y="355092"/>
                </a:lnTo>
                <a:lnTo>
                  <a:pt x="24384" y="355092"/>
                </a:lnTo>
                <a:lnTo>
                  <a:pt x="24384" y="384048"/>
                </a:lnTo>
                <a:lnTo>
                  <a:pt x="0" y="397764"/>
                </a:lnTo>
                <a:close/>
              </a:path>
              <a:path w="356870" h="402589">
                <a:moveTo>
                  <a:pt x="350161" y="96012"/>
                </a:moveTo>
                <a:lnTo>
                  <a:pt x="310896" y="96012"/>
                </a:lnTo>
                <a:lnTo>
                  <a:pt x="329184" y="76200"/>
                </a:lnTo>
                <a:lnTo>
                  <a:pt x="350161" y="96012"/>
                </a:lnTo>
                <a:close/>
              </a:path>
              <a:path w="356870" h="402589">
                <a:moveTo>
                  <a:pt x="137205" y="211836"/>
                </a:moveTo>
                <a:lnTo>
                  <a:pt x="114300" y="211836"/>
                </a:lnTo>
                <a:lnTo>
                  <a:pt x="114300" y="100584"/>
                </a:lnTo>
                <a:lnTo>
                  <a:pt x="151828" y="100584"/>
                </a:lnTo>
                <a:lnTo>
                  <a:pt x="137160" y="111252"/>
                </a:lnTo>
                <a:lnTo>
                  <a:pt x="137205" y="211836"/>
                </a:lnTo>
                <a:close/>
              </a:path>
              <a:path w="356870" h="402589">
                <a:moveTo>
                  <a:pt x="326280" y="359664"/>
                </a:moveTo>
                <a:lnTo>
                  <a:pt x="283464" y="359664"/>
                </a:lnTo>
                <a:lnTo>
                  <a:pt x="291750" y="357925"/>
                </a:lnTo>
                <a:lnTo>
                  <a:pt x="298323" y="352615"/>
                </a:lnTo>
                <a:lnTo>
                  <a:pt x="308586" y="305538"/>
                </a:lnTo>
                <a:lnTo>
                  <a:pt x="310705" y="259651"/>
                </a:lnTo>
                <a:lnTo>
                  <a:pt x="312510" y="193929"/>
                </a:lnTo>
                <a:lnTo>
                  <a:pt x="313944" y="105156"/>
                </a:lnTo>
                <a:lnTo>
                  <a:pt x="352425" y="105156"/>
                </a:lnTo>
                <a:lnTo>
                  <a:pt x="339852" y="114300"/>
                </a:lnTo>
                <a:lnTo>
                  <a:pt x="338780" y="186976"/>
                </a:lnTo>
                <a:lnTo>
                  <a:pt x="337291" y="249070"/>
                </a:lnTo>
                <a:lnTo>
                  <a:pt x="335462" y="295241"/>
                </a:lnTo>
                <a:lnTo>
                  <a:pt x="333268" y="327074"/>
                </a:lnTo>
                <a:lnTo>
                  <a:pt x="330708" y="344424"/>
                </a:lnTo>
                <a:lnTo>
                  <a:pt x="327231" y="357020"/>
                </a:lnTo>
                <a:lnTo>
                  <a:pt x="326280" y="359664"/>
                </a:lnTo>
                <a:close/>
              </a:path>
              <a:path w="356870" h="402589">
                <a:moveTo>
                  <a:pt x="231648" y="269748"/>
                </a:moveTo>
                <a:lnTo>
                  <a:pt x="228600" y="269748"/>
                </a:lnTo>
                <a:lnTo>
                  <a:pt x="225432" y="268081"/>
                </a:lnTo>
                <a:lnTo>
                  <a:pt x="222694" y="263271"/>
                </a:lnTo>
                <a:lnTo>
                  <a:pt x="220241" y="255603"/>
                </a:lnTo>
                <a:lnTo>
                  <a:pt x="217932" y="245364"/>
                </a:lnTo>
                <a:lnTo>
                  <a:pt x="213598" y="228219"/>
                </a:lnTo>
                <a:lnTo>
                  <a:pt x="207264" y="211074"/>
                </a:lnTo>
                <a:lnTo>
                  <a:pt x="198643" y="193929"/>
                </a:lnTo>
                <a:lnTo>
                  <a:pt x="187452" y="176784"/>
                </a:lnTo>
                <a:lnTo>
                  <a:pt x="190500" y="172212"/>
                </a:lnTo>
                <a:lnTo>
                  <a:pt x="223456" y="199644"/>
                </a:lnTo>
                <a:lnTo>
                  <a:pt x="243840" y="228600"/>
                </a:lnTo>
                <a:lnTo>
                  <a:pt x="246888" y="234696"/>
                </a:lnTo>
                <a:lnTo>
                  <a:pt x="246888" y="248412"/>
                </a:lnTo>
                <a:lnTo>
                  <a:pt x="243840" y="254508"/>
                </a:lnTo>
                <a:lnTo>
                  <a:pt x="234696" y="266700"/>
                </a:lnTo>
                <a:lnTo>
                  <a:pt x="231648" y="269748"/>
                </a:lnTo>
                <a:close/>
              </a:path>
              <a:path w="356870" h="402589">
                <a:moveTo>
                  <a:pt x="137914" y="344424"/>
                </a:moveTo>
                <a:lnTo>
                  <a:pt x="114300" y="344424"/>
                </a:lnTo>
                <a:lnTo>
                  <a:pt x="114300" y="222504"/>
                </a:lnTo>
                <a:lnTo>
                  <a:pt x="137219" y="222504"/>
                </a:lnTo>
                <a:lnTo>
                  <a:pt x="137337" y="269748"/>
                </a:lnTo>
                <a:lnTo>
                  <a:pt x="137498" y="305538"/>
                </a:lnTo>
                <a:lnTo>
                  <a:pt x="137914" y="344424"/>
                </a:lnTo>
                <a:close/>
              </a:path>
              <a:path w="356870" h="402589">
                <a:moveTo>
                  <a:pt x="277367" y="402336"/>
                </a:moveTo>
                <a:lnTo>
                  <a:pt x="270486" y="388596"/>
                </a:lnTo>
                <a:lnTo>
                  <a:pt x="258889" y="376999"/>
                </a:lnTo>
                <a:lnTo>
                  <a:pt x="242435" y="367403"/>
                </a:lnTo>
                <a:lnTo>
                  <a:pt x="220979" y="359664"/>
                </a:lnTo>
                <a:lnTo>
                  <a:pt x="220979" y="350520"/>
                </a:lnTo>
                <a:lnTo>
                  <a:pt x="240387" y="354520"/>
                </a:lnTo>
                <a:lnTo>
                  <a:pt x="257365" y="357378"/>
                </a:lnTo>
                <a:lnTo>
                  <a:pt x="271772" y="359092"/>
                </a:lnTo>
                <a:lnTo>
                  <a:pt x="283464" y="359664"/>
                </a:lnTo>
                <a:lnTo>
                  <a:pt x="326280" y="359664"/>
                </a:lnTo>
                <a:lnTo>
                  <a:pt x="323469" y="367474"/>
                </a:lnTo>
                <a:lnTo>
                  <a:pt x="289023" y="397764"/>
                </a:lnTo>
                <a:lnTo>
                  <a:pt x="277367" y="402336"/>
                </a:lnTo>
                <a:close/>
              </a:path>
              <a:path w="356870" h="402589">
                <a:moveTo>
                  <a:pt x="114300" y="391668"/>
                </a:moveTo>
                <a:lnTo>
                  <a:pt x="114300" y="355092"/>
                </a:lnTo>
                <a:lnTo>
                  <a:pt x="138137" y="355092"/>
                </a:lnTo>
                <a:lnTo>
                  <a:pt x="138684" y="377952"/>
                </a:lnTo>
                <a:lnTo>
                  <a:pt x="114300" y="39166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</p:spTree>
  </p:cSld>
  <p:clrMapOvr>
    <a:masterClrMapping/>
  </p:clrMapOvr>
</p:sld>
</file>

<file path=ppt/slides/slide7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9561576" y="7231380"/>
            <a:ext cx="187960" cy="142240"/>
            <a:chOff x="9561576" y="7231380"/>
            <a:chExt cx="187960" cy="142240"/>
          </a:xfrm>
        </p:grpSpPr>
        <p:pic>
          <p:nvPicPr>
            <p:cNvPr id="3" name="object 3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9561576" y="7231380"/>
              <a:ext cx="88392" cy="141732"/>
            </a:xfrm>
            <a:prstGeom prst="rect">
              <a:avLst/>
            </a:prstGeom>
          </p:spPr>
        </p:pic>
        <p:pic>
          <p:nvPicPr>
            <p:cNvPr id="4" name="object 4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9680448" y="7231380"/>
              <a:ext cx="68579" cy="141732"/>
            </a:xfrm>
            <a:prstGeom prst="rect">
              <a:avLst/>
            </a:prstGeom>
          </p:spPr>
        </p:pic>
      </p:grpSp>
      <p:sp>
        <p:nvSpPr>
          <p:cNvPr id="5" name="object 5"/>
          <p:cNvSpPr/>
          <p:nvPr/>
        </p:nvSpPr>
        <p:spPr>
          <a:xfrm>
            <a:off x="1760219" y="1328927"/>
            <a:ext cx="218440" cy="447040"/>
          </a:xfrm>
          <a:custGeom>
            <a:avLst/>
            <a:gdLst/>
            <a:ahLst/>
            <a:cxnLst/>
            <a:rect l="l" t="t" r="r" b="b"/>
            <a:pathLst>
              <a:path w="218439" h="447039">
                <a:moveTo>
                  <a:pt x="217931" y="446532"/>
                </a:moveTo>
                <a:lnTo>
                  <a:pt x="0" y="446532"/>
                </a:lnTo>
                <a:lnTo>
                  <a:pt x="0" y="400812"/>
                </a:lnTo>
                <a:lnTo>
                  <a:pt x="80771" y="400812"/>
                </a:lnTo>
                <a:lnTo>
                  <a:pt x="80771" y="102108"/>
                </a:lnTo>
                <a:lnTo>
                  <a:pt x="0" y="102108"/>
                </a:lnTo>
                <a:lnTo>
                  <a:pt x="0" y="62484"/>
                </a:lnTo>
                <a:lnTo>
                  <a:pt x="21407" y="61626"/>
                </a:lnTo>
                <a:lnTo>
                  <a:pt x="39814" y="59055"/>
                </a:lnTo>
                <a:lnTo>
                  <a:pt x="77081" y="41362"/>
                </a:lnTo>
                <a:lnTo>
                  <a:pt x="91439" y="0"/>
                </a:lnTo>
                <a:lnTo>
                  <a:pt x="138683" y="0"/>
                </a:lnTo>
                <a:lnTo>
                  <a:pt x="138683" y="400812"/>
                </a:lnTo>
                <a:lnTo>
                  <a:pt x="217931" y="400812"/>
                </a:lnTo>
                <a:lnTo>
                  <a:pt x="217931" y="446532"/>
                </a:lnTo>
                <a:close/>
              </a:path>
            </a:pathLst>
          </a:custGeom>
          <a:solidFill>
            <a:srgbClr val="3333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" name="object 6"/>
          <p:cNvSpPr/>
          <p:nvPr/>
        </p:nvSpPr>
        <p:spPr>
          <a:xfrm>
            <a:off x="2084832" y="1690116"/>
            <a:ext cx="71755" cy="85725"/>
          </a:xfrm>
          <a:custGeom>
            <a:avLst/>
            <a:gdLst/>
            <a:ahLst/>
            <a:cxnLst/>
            <a:rect l="l" t="t" r="r" b="b"/>
            <a:pathLst>
              <a:path w="71755" h="85725">
                <a:moveTo>
                  <a:pt x="71627" y="85343"/>
                </a:moveTo>
                <a:lnTo>
                  <a:pt x="0" y="85343"/>
                </a:lnTo>
                <a:lnTo>
                  <a:pt x="0" y="0"/>
                </a:lnTo>
                <a:lnTo>
                  <a:pt x="71627" y="0"/>
                </a:lnTo>
                <a:lnTo>
                  <a:pt x="71627" y="85343"/>
                </a:lnTo>
                <a:close/>
              </a:path>
            </a:pathLst>
          </a:custGeom>
          <a:solidFill>
            <a:srgbClr val="3333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" name="object 7"/>
          <p:cNvSpPr/>
          <p:nvPr/>
        </p:nvSpPr>
        <p:spPr>
          <a:xfrm>
            <a:off x="2244852" y="1321307"/>
            <a:ext cx="276225" cy="454659"/>
          </a:xfrm>
          <a:custGeom>
            <a:avLst/>
            <a:gdLst/>
            <a:ahLst/>
            <a:cxnLst/>
            <a:rect l="l" t="t" r="r" b="b"/>
            <a:pathLst>
              <a:path w="276225" h="454660">
                <a:moveTo>
                  <a:pt x="275843" y="454151"/>
                </a:moveTo>
                <a:lnTo>
                  <a:pt x="0" y="454151"/>
                </a:lnTo>
                <a:lnTo>
                  <a:pt x="0" y="391667"/>
                </a:lnTo>
                <a:lnTo>
                  <a:pt x="29336" y="364426"/>
                </a:lnTo>
                <a:lnTo>
                  <a:pt x="43291" y="351162"/>
                </a:lnTo>
                <a:lnTo>
                  <a:pt x="56387" y="338327"/>
                </a:lnTo>
                <a:lnTo>
                  <a:pt x="69842" y="325493"/>
                </a:lnTo>
                <a:lnTo>
                  <a:pt x="82867" y="312229"/>
                </a:lnTo>
                <a:lnTo>
                  <a:pt x="131349" y="258079"/>
                </a:lnTo>
                <a:lnTo>
                  <a:pt x="165639" y="213407"/>
                </a:lnTo>
                <a:lnTo>
                  <a:pt x="185666" y="177903"/>
                </a:lnTo>
                <a:lnTo>
                  <a:pt x="196595" y="124967"/>
                </a:lnTo>
                <a:lnTo>
                  <a:pt x="196072" y="116109"/>
                </a:lnTo>
                <a:lnTo>
                  <a:pt x="178927" y="74961"/>
                </a:lnTo>
                <a:lnTo>
                  <a:pt x="142470" y="54387"/>
                </a:lnTo>
                <a:lnTo>
                  <a:pt x="120395" y="51815"/>
                </a:lnTo>
                <a:lnTo>
                  <a:pt x="112371" y="52077"/>
                </a:lnTo>
                <a:lnTo>
                  <a:pt x="71627" y="59626"/>
                </a:lnTo>
                <a:lnTo>
                  <a:pt x="24383" y="82295"/>
                </a:lnTo>
                <a:lnTo>
                  <a:pt x="18287" y="86867"/>
                </a:lnTo>
                <a:lnTo>
                  <a:pt x="13715" y="89915"/>
                </a:lnTo>
                <a:lnTo>
                  <a:pt x="10667" y="89915"/>
                </a:lnTo>
                <a:lnTo>
                  <a:pt x="10667" y="25908"/>
                </a:lnTo>
                <a:lnTo>
                  <a:pt x="60960" y="9143"/>
                </a:lnTo>
                <a:lnTo>
                  <a:pt x="109823" y="571"/>
                </a:lnTo>
                <a:lnTo>
                  <a:pt x="124967" y="0"/>
                </a:lnTo>
                <a:lnTo>
                  <a:pt x="154138" y="2024"/>
                </a:lnTo>
                <a:lnTo>
                  <a:pt x="202763" y="18645"/>
                </a:lnTo>
                <a:lnTo>
                  <a:pt x="237624" y="51196"/>
                </a:lnTo>
                <a:lnTo>
                  <a:pt x="255293" y="95678"/>
                </a:lnTo>
                <a:lnTo>
                  <a:pt x="257555" y="121919"/>
                </a:lnTo>
                <a:lnTo>
                  <a:pt x="257032" y="135112"/>
                </a:lnTo>
                <a:lnTo>
                  <a:pt x="247769" y="181832"/>
                </a:lnTo>
                <a:lnTo>
                  <a:pt x="228695" y="221218"/>
                </a:lnTo>
                <a:lnTo>
                  <a:pt x="191071" y="268986"/>
                </a:lnTo>
                <a:lnTo>
                  <a:pt x="159472" y="303156"/>
                </a:lnTo>
                <a:lnTo>
                  <a:pt x="128087" y="334541"/>
                </a:lnTo>
                <a:lnTo>
                  <a:pt x="111251" y="350519"/>
                </a:lnTo>
                <a:lnTo>
                  <a:pt x="94964" y="366569"/>
                </a:lnTo>
                <a:lnTo>
                  <a:pt x="67532" y="392953"/>
                </a:lnTo>
                <a:lnTo>
                  <a:pt x="56387" y="403859"/>
                </a:lnTo>
                <a:lnTo>
                  <a:pt x="275843" y="403859"/>
                </a:lnTo>
                <a:lnTo>
                  <a:pt x="275843" y="454151"/>
                </a:lnTo>
                <a:close/>
              </a:path>
            </a:pathLst>
          </a:custGeom>
          <a:solidFill>
            <a:srgbClr val="3333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2604516" y="1690116"/>
            <a:ext cx="71755" cy="85725"/>
          </a:xfrm>
          <a:custGeom>
            <a:avLst/>
            <a:gdLst/>
            <a:ahLst/>
            <a:cxnLst/>
            <a:rect l="l" t="t" r="r" b="b"/>
            <a:pathLst>
              <a:path w="71755" h="85725">
                <a:moveTo>
                  <a:pt x="71627" y="85343"/>
                </a:moveTo>
                <a:lnTo>
                  <a:pt x="0" y="85343"/>
                </a:lnTo>
                <a:lnTo>
                  <a:pt x="0" y="0"/>
                </a:lnTo>
                <a:lnTo>
                  <a:pt x="71627" y="0"/>
                </a:lnTo>
                <a:lnTo>
                  <a:pt x="71627" y="85343"/>
                </a:lnTo>
                <a:close/>
              </a:path>
            </a:pathLst>
          </a:custGeom>
          <a:solidFill>
            <a:srgbClr val="3333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2770632" y="1330452"/>
            <a:ext cx="265430" cy="454659"/>
          </a:xfrm>
          <a:custGeom>
            <a:avLst/>
            <a:gdLst/>
            <a:ahLst/>
            <a:cxnLst/>
            <a:rect l="l" t="t" r="r" b="b"/>
            <a:pathLst>
              <a:path w="265430" h="454660">
                <a:moveTo>
                  <a:pt x="115823" y="454151"/>
                </a:moveTo>
                <a:lnTo>
                  <a:pt x="68460" y="450937"/>
                </a:lnTo>
                <a:lnTo>
                  <a:pt x="24383" y="440054"/>
                </a:lnTo>
                <a:lnTo>
                  <a:pt x="0" y="429767"/>
                </a:lnTo>
                <a:lnTo>
                  <a:pt x="0" y="365759"/>
                </a:lnTo>
                <a:lnTo>
                  <a:pt x="3047" y="365759"/>
                </a:lnTo>
                <a:lnTo>
                  <a:pt x="7619" y="368807"/>
                </a:lnTo>
                <a:lnTo>
                  <a:pt x="22859" y="377951"/>
                </a:lnTo>
                <a:lnTo>
                  <a:pt x="29741" y="380499"/>
                </a:lnTo>
                <a:lnTo>
                  <a:pt x="51815" y="390143"/>
                </a:lnTo>
                <a:lnTo>
                  <a:pt x="68960" y="394715"/>
                </a:lnTo>
                <a:lnTo>
                  <a:pt x="83819" y="399288"/>
                </a:lnTo>
                <a:lnTo>
                  <a:pt x="100012" y="401383"/>
                </a:lnTo>
                <a:lnTo>
                  <a:pt x="108465" y="402074"/>
                </a:lnTo>
                <a:lnTo>
                  <a:pt x="117347" y="402335"/>
                </a:lnTo>
                <a:lnTo>
                  <a:pt x="126253" y="402026"/>
                </a:lnTo>
                <a:lnTo>
                  <a:pt x="168020" y="387857"/>
                </a:lnTo>
                <a:lnTo>
                  <a:pt x="194643" y="353258"/>
                </a:lnTo>
                <a:lnTo>
                  <a:pt x="203906" y="314634"/>
                </a:lnTo>
                <a:lnTo>
                  <a:pt x="204215" y="303275"/>
                </a:lnTo>
                <a:lnTo>
                  <a:pt x="203692" y="292155"/>
                </a:lnTo>
                <a:lnTo>
                  <a:pt x="189928" y="250316"/>
                </a:lnTo>
                <a:lnTo>
                  <a:pt x="178307" y="239267"/>
                </a:lnTo>
                <a:lnTo>
                  <a:pt x="172045" y="233862"/>
                </a:lnTo>
                <a:lnTo>
                  <a:pt x="127635" y="219074"/>
                </a:lnTo>
                <a:lnTo>
                  <a:pt x="105156" y="217931"/>
                </a:lnTo>
                <a:lnTo>
                  <a:pt x="93464" y="218217"/>
                </a:lnTo>
                <a:lnTo>
                  <a:pt x="81343" y="219074"/>
                </a:lnTo>
                <a:lnTo>
                  <a:pt x="68937" y="220503"/>
                </a:lnTo>
                <a:lnTo>
                  <a:pt x="56387" y="222503"/>
                </a:lnTo>
                <a:lnTo>
                  <a:pt x="45291" y="223885"/>
                </a:lnTo>
                <a:lnTo>
                  <a:pt x="35052" y="225551"/>
                </a:lnTo>
                <a:lnTo>
                  <a:pt x="18287" y="228599"/>
                </a:lnTo>
                <a:lnTo>
                  <a:pt x="18287" y="0"/>
                </a:lnTo>
                <a:lnTo>
                  <a:pt x="262127" y="0"/>
                </a:lnTo>
                <a:lnTo>
                  <a:pt x="262127" y="51815"/>
                </a:lnTo>
                <a:lnTo>
                  <a:pt x="74675" y="51815"/>
                </a:lnTo>
                <a:lnTo>
                  <a:pt x="74675" y="170687"/>
                </a:lnTo>
                <a:lnTo>
                  <a:pt x="82295" y="169163"/>
                </a:lnTo>
                <a:lnTo>
                  <a:pt x="103632" y="169163"/>
                </a:lnTo>
                <a:lnTo>
                  <a:pt x="109727" y="167639"/>
                </a:lnTo>
                <a:lnTo>
                  <a:pt x="115823" y="167639"/>
                </a:lnTo>
                <a:lnTo>
                  <a:pt x="132159" y="168163"/>
                </a:lnTo>
                <a:lnTo>
                  <a:pt x="173735" y="173735"/>
                </a:lnTo>
                <a:lnTo>
                  <a:pt x="219455" y="196595"/>
                </a:lnTo>
                <a:lnTo>
                  <a:pt x="246459" y="225742"/>
                </a:lnTo>
                <a:lnTo>
                  <a:pt x="261937" y="266509"/>
                </a:lnTo>
                <a:lnTo>
                  <a:pt x="265175" y="303275"/>
                </a:lnTo>
                <a:lnTo>
                  <a:pt x="264366" y="318992"/>
                </a:lnTo>
                <a:lnTo>
                  <a:pt x="254507" y="362711"/>
                </a:lnTo>
                <a:lnTo>
                  <a:pt x="234148" y="400645"/>
                </a:lnTo>
                <a:lnTo>
                  <a:pt x="204787" y="428624"/>
                </a:lnTo>
                <a:lnTo>
                  <a:pt x="164044" y="448365"/>
                </a:lnTo>
                <a:lnTo>
                  <a:pt x="132659" y="453556"/>
                </a:lnTo>
                <a:lnTo>
                  <a:pt x="115823" y="454151"/>
                </a:lnTo>
                <a:close/>
              </a:path>
            </a:pathLst>
          </a:custGeom>
          <a:solidFill>
            <a:srgbClr val="3333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3096768" y="1271016"/>
            <a:ext cx="550545" cy="563880"/>
          </a:xfrm>
          <a:custGeom>
            <a:avLst/>
            <a:gdLst/>
            <a:ahLst/>
            <a:cxnLst/>
            <a:rect l="l" t="t" r="r" b="b"/>
            <a:pathLst>
              <a:path w="550545" h="563880">
                <a:moveTo>
                  <a:pt x="281940" y="88392"/>
                </a:moveTo>
                <a:lnTo>
                  <a:pt x="269748" y="88392"/>
                </a:lnTo>
                <a:lnTo>
                  <a:pt x="267176" y="77009"/>
                </a:lnTo>
                <a:lnTo>
                  <a:pt x="264033" y="65913"/>
                </a:lnTo>
                <a:lnTo>
                  <a:pt x="243840" y="27813"/>
                </a:lnTo>
                <a:lnTo>
                  <a:pt x="227075" y="7620"/>
                </a:lnTo>
                <a:lnTo>
                  <a:pt x="231648" y="0"/>
                </a:lnTo>
                <a:lnTo>
                  <a:pt x="276225" y="20574"/>
                </a:lnTo>
                <a:lnTo>
                  <a:pt x="298704" y="45720"/>
                </a:lnTo>
                <a:lnTo>
                  <a:pt x="301752" y="51816"/>
                </a:lnTo>
                <a:lnTo>
                  <a:pt x="301664" y="55387"/>
                </a:lnTo>
                <a:lnTo>
                  <a:pt x="300370" y="63103"/>
                </a:lnTo>
                <a:lnTo>
                  <a:pt x="296418" y="71628"/>
                </a:lnTo>
                <a:lnTo>
                  <a:pt x="290179" y="80152"/>
                </a:lnTo>
                <a:lnTo>
                  <a:pt x="281940" y="88392"/>
                </a:lnTo>
                <a:close/>
              </a:path>
              <a:path w="550545" h="563880">
                <a:moveTo>
                  <a:pt x="89916" y="109728"/>
                </a:moveTo>
                <a:lnTo>
                  <a:pt x="68580" y="88392"/>
                </a:lnTo>
                <a:lnTo>
                  <a:pt x="420624" y="88392"/>
                </a:lnTo>
                <a:lnTo>
                  <a:pt x="449580" y="59436"/>
                </a:lnTo>
                <a:lnTo>
                  <a:pt x="490728" y="102108"/>
                </a:lnTo>
                <a:lnTo>
                  <a:pt x="147828" y="102108"/>
                </a:lnTo>
                <a:lnTo>
                  <a:pt x="132992" y="102655"/>
                </a:lnTo>
                <a:lnTo>
                  <a:pt x="118300" y="104203"/>
                </a:lnTo>
                <a:lnTo>
                  <a:pt x="103893" y="106608"/>
                </a:lnTo>
                <a:lnTo>
                  <a:pt x="89916" y="109728"/>
                </a:lnTo>
                <a:close/>
              </a:path>
              <a:path w="550545" h="563880">
                <a:moveTo>
                  <a:pt x="333756" y="201168"/>
                </a:moveTo>
                <a:lnTo>
                  <a:pt x="318516" y="201168"/>
                </a:lnTo>
                <a:lnTo>
                  <a:pt x="332255" y="175188"/>
                </a:lnTo>
                <a:lnTo>
                  <a:pt x="343852" y="149923"/>
                </a:lnTo>
                <a:lnTo>
                  <a:pt x="353448" y="125515"/>
                </a:lnTo>
                <a:lnTo>
                  <a:pt x="361188" y="102108"/>
                </a:lnTo>
                <a:lnTo>
                  <a:pt x="406908" y="134112"/>
                </a:lnTo>
                <a:lnTo>
                  <a:pt x="384048" y="143256"/>
                </a:lnTo>
                <a:lnTo>
                  <a:pt x="370617" y="159591"/>
                </a:lnTo>
                <a:lnTo>
                  <a:pt x="357759" y="174498"/>
                </a:lnTo>
                <a:lnTo>
                  <a:pt x="345471" y="188261"/>
                </a:lnTo>
                <a:lnTo>
                  <a:pt x="333756" y="201168"/>
                </a:lnTo>
                <a:close/>
              </a:path>
              <a:path w="550545" h="563880">
                <a:moveTo>
                  <a:pt x="217932" y="201168"/>
                </a:moveTo>
                <a:lnTo>
                  <a:pt x="205740" y="201168"/>
                </a:lnTo>
                <a:lnTo>
                  <a:pt x="202049" y="187166"/>
                </a:lnTo>
                <a:lnTo>
                  <a:pt x="197929" y="174879"/>
                </a:lnTo>
                <a:lnTo>
                  <a:pt x="177546" y="137541"/>
                </a:lnTo>
                <a:lnTo>
                  <a:pt x="161544" y="117348"/>
                </a:lnTo>
                <a:lnTo>
                  <a:pt x="167640" y="109728"/>
                </a:lnTo>
                <a:lnTo>
                  <a:pt x="201930" y="129540"/>
                </a:lnTo>
                <a:lnTo>
                  <a:pt x="231457" y="157543"/>
                </a:lnTo>
                <a:lnTo>
                  <a:pt x="234696" y="169164"/>
                </a:lnTo>
                <a:lnTo>
                  <a:pt x="233576" y="176950"/>
                </a:lnTo>
                <a:lnTo>
                  <a:pt x="230314" y="184594"/>
                </a:lnTo>
                <a:lnTo>
                  <a:pt x="225051" y="192524"/>
                </a:lnTo>
                <a:lnTo>
                  <a:pt x="217932" y="201168"/>
                </a:lnTo>
                <a:close/>
              </a:path>
              <a:path w="550545" h="563880">
                <a:moveTo>
                  <a:pt x="21336" y="222504"/>
                </a:moveTo>
                <a:lnTo>
                  <a:pt x="0" y="201168"/>
                </a:lnTo>
                <a:lnTo>
                  <a:pt x="470916" y="201168"/>
                </a:lnTo>
                <a:lnTo>
                  <a:pt x="499872" y="172212"/>
                </a:lnTo>
                <a:lnTo>
                  <a:pt x="541019" y="214884"/>
                </a:lnTo>
                <a:lnTo>
                  <a:pt x="79248" y="214884"/>
                </a:lnTo>
                <a:lnTo>
                  <a:pt x="63555" y="215431"/>
                </a:lnTo>
                <a:lnTo>
                  <a:pt x="48577" y="216979"/>
                </a:lnTo>
                <a:lnTo>
                  <a:pt x="34456" y="219384"/>
                </a:lnTo>
                <a:lnTo>
                  <a:pt x="21336" y="222504"/>
                </a:lnTo>
                <a:close/>
              </a:path>
              <a:path w="550545" h="563880">
                <a:moveTo>
                  <a:pt x="428244" y="265175"/>
                </a:moveTo>
                <a:lnTo>
                  <a:pt x="379476" y="265175"/>
                </a:lnTo>
                <a:lnTo>
                  <a:pt x="403860" y="240792"/>
                </a:lnTo>
                <a:lnTo>
                  <a:pt x="428244" y="265175"/>
                </a:lnTo>
                <a:close/>
              </a:path>
              <a:path w="550545" h="563880">
                <a:moveTo>
                  <a:pt x="117348" y="416052"/>
                </a:moveTo>
                <a:lnTo>
                  <a:pt x="118229" y="390906"/>
                </a:lnTo>
                <a:lnTo>
                  <a:pt x="118681" y="368046"/>
                </a:lnTo>
                <a:lnTo>
                  <a:pt x="118848" y="347472"/>
                </a:lnTo>
                <a:lnTo>
                  <a:pt x="118848" y="311181"/>
                </a:lnTo>
                <a:lnTo>
                  <a:pt x="118681" y="291465"/>
                </a:lnTo>
                <a:lnTo>
                  <a:pt x="118229" y="270033"/>
                </a:lnTo>
                <a:lnTo>
                  <a:pt x="117348" y="246887"/>
                </a:lnTo>
                <a:lnTo>
                  <a:pt x="152400" y="265175"/>
                </a:lnTo>
                <a:lnTo>
                  <a:pt x="428244" y="265175"/>
                </a:lnTo>
                <a:lnTo>
                  <a:pt x="437388" y="274320"/>
                </a:lnTo>
                <a:lnTo>
                  <a:pt x="428853" y="280416"/>
                </a:lnTo>
                <a:lnTo>
                  <a:pt x="150876" y="280416"/>
                </a:lnTo>
                <a:lnTo>
                  <a:pt x="150876" y="368808"/>
                </a:lnTo>
                <a:lnTo>
                  <a:pt x="416649" y="368808"/>
                </a:lnTo>
                <a:lnTo>
                  <a:pt x="416694" y="371427"/>
                </a:lnTo>
                <a:lnTo>
                  <a:pt x="417088" y="382524"/>
                </a:lnTo>
                <a:lnTo>
                  <a:pt x="150876" y="382524"/>
                </a:lnTo>
                <a:lnTo>
                  <a:pt x="150876" y="403860"/>
                </a:lnTo>
                <a:lnTo>
                  <a:pt x="117348" y="416052"/>
                </a:lnTo>
                <a:close/>
              </a:path>
              <a:path w="550545" h="563880">
                <a:moveTo>
                  <a:pt x="416649" y="368808"/>
                </a:moveTo>
                <a:lnTo>
                  <a:pt x="384048" y="368808"/>
                </a:lnTo>
                <a:lnTo>
                  <a:pt x="384048" y="280416"/>
                </a:lnTo>
                <a:lnTo>
                  <a:pt x="428853" y="280416"/>
                </a:lnTo>
                <a:lnTo>
                  <a:pt x="416052" y="289560"/>
                </a:lnTo>
                <a:lnTo>
                  <a:pt x="416145" y="329184"/>
                </a:lnTo>
                <a:lnTo>
                  <a:pt x="416242" y="345186"/>
                </a:lnTo>
                <a:lnTo>
                  <a:pt x="416649" y="368808"/>
                </a:lnTo>
                <a:close/>
              </a:path>
              <a:path w="550545" h="563880">
                <a:moveTo>
                  <a:pt x="0" y="563879"/>
                </a:moveTo>
                <a:lnTo>
                  <a:pt x="0" y="554736"/>
                </a:lnTo>
                <a:lnTo>
                  <a:pt x="30638" y="547592"/>
                </a:lnTo>
                <a:lnTo>
                  <a:pt x="58102" y="540067"/>
                </a:lnTo>
                <a:lnTo>
                  <a:pt x="103632" y="524255"/>
                </a:lnTo>
                <a:lnTo>
                  <a:pt x="139065" y="504444"/>
                </a:lnTo>
                <a:lnTo>
                  <a:pt x="178188" y="463534"/>
                </a:lnTo>
                <a:lnTo>
                  <a:pt x="193571" y="414480"/>
                </a:lnTo>
                <a:lnTo>
                  <a:pt x="198120" y="382524"/>
                </a:lnTo>
                <a:lnTo>
                  <a:pt x="234696" y="382524"/>
                </a:lnTo>
                <a:lnTo>
                  <a:pt x="227814" y="420290"/>
                </a:lnTo>
                <a:lnTo>
                  <a:pt x="206621" y="476392"/>
                </a:lnTo>
                <a:lnTo>
                  <a:pt x="175164" y="509301"/>
                </a:lnTo>
                <a:lnTo>
                  <a:pt x="136302" y="532161"/>
                </a:lnTo>
                <a:lnTo>
                  <a:pt x="89903" y="547616"/>
                </a:lnTo>
                <a:lnTo>
                  <a:pt x="32861" y="559022"/>
                </a:lnTo>
                <a:lnTo>
                  <a:pt x="0" y="563879"/>
                </a:lnTo>
                <a:close/>
              </a:path>
              <a:path w="550545" h="563880">
                <a:moveTo>
                  <a:pt x="487680" y="542544"/>
                </a:moveTo>
                <a:lnTo>
                  <a:pt x="358140" y="542544"/>
                </a:lnTo>
                <a:lnTo>
                  <a:pt x="333255" y="539376"/>
                </a:lnTo>
                <a:lnTo>
                  <a:pt x="315658" y="529780"/>
                </a:lnTo>
                <a:lnTo>
                  <a:pt x="305204" y="513611"/>
                </a:lnTo>
                <a:lnTo>
                  <a:pt x="301877" y="491561"/>
                </a:lnTo>
                <a:lnTo>
                  <a:pt x="301752" y="382524"/>
                </a:lnTo>
                <a:lnTo>
                  <a:pt x="332232" y="382524"/>
                </a:lnTo>
                <a:lnTo>
                  <a:pt x="332232" y="487679"/>
                </a:lnTo>
                <a:lnTo>
                  <a:pt x="334494" y="500562"/>
                </a:lnTo>
                <a:lnTo>
                  <a:pt x="341185" y="509587"/>
                </a:lnTo>
                <a:lnTo>
                  <a:pt x="352163" y="514897"/>
                </a:lnTo>
                <a:lnTo>
                  <a:pt x="367284" y="516636"/>
                </a:lnTo>
                <a:lnTo>
                  <a:pt x="543578" y="516636"/>
                </a:lnTo>
                <a:lnTo>
                  <a:pt x="541948" y="518898"/>
                </a:lnTo>
                <a:lnTo>
                  <a:pt x="510182" y="539972"/>
                </a:lnTo>
                <a:lnTo>
                  <a:pt x="494799" y="542258"/>
                </a:lnTo>
                <a:lnTo>
                  <a:pt x="487680" y="542544"/>
                </a:lnTo>
                <a:close/>
              </a:path>
              <a:path w="550545" h="563880">
                <a:moveTo>
                  <a:pt x="384048" y="408431"/>
                </a:moveTo>
                <a:lnTo>
                  <a:pt x="384048" y="382524"/>
                </a:lnTo>
                <a:lnTo>
                  <a:pt x="417088" y="382524"/>
                </a:lnTo>
                <a:lnTo>
                  <a:pt x="417576" y="396240"/>
                </a:lnTo>
                <a:lnTo>
                  <a:pt x="384048" y="408431"/>
                </a:lnTo>
                <a:close/>
              </a:path>
              <a:path w="550545" h="563880">
                <a:moveTo>
                  <a:pt x="543578" y="516636"/>
                </a:moveTo>
                <a:lnTo>
                  <a:pt x="475488" y="516636"/>
                </a:lnTo>
                <a:lnTo>
                  <a:pt x="485536" y="511516"/>
                </a:lnTo>
                <a:lnTo>
                  <a:pt x="493014" y="503110"/>
                </a:lnTo>
                <a:lnTo>
                  <a:pt x="498205" y="491561"/>
                </a:lnTo>
                <a:lnTo>
                  <a:pt x="501396" y="477012"/>
                </a:lnTo>
                <a:lnTo>
                  <a:pt x="502562" y="460200"/>
                </a:lnTo>
                <a:lnTo>
                  <a:pt x="503903" y="441579"/>
                </a:lnTo>
                <a:lnTo>
                  <a:pt x="505467" y="422576"/>
                </a:lnTo>
                <a:lnTo>
                  <a:pt x="507492" y="402336"/>
                </a:lnTo>
                <a:lnTo>
                  <a:pt x="516636" y="402336"/>
                </a:lnTo>
                <a:lnTo>
                  <a:pt x="516921" y="416575"/>
                </a:lnTo>
                <a:lnTo>
                  <a:pt x="517779" y="431673"/>
                </a:lnTo>
                <a:lnTo>
                  <a:pt x="524660" y="477916"/>
                </a:lnTo>
                <a:lnTo>
                  <a:pt x="550164" y="507492"/>
                </a:lnTo>
                <a:lnTo>
                  <a:pt x="543578" y="516636"/>
                </a:lnTo>
                <a:close/>
              </a:path>
            </a:pathLst>
          </a:custGeom>
          <a:solidFill>
            <a:srgbClr val="3333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3713988" y="1271016"/>
            <a:ext cx="550545" cy="567055"/>
          </a:xfrm>
          <a:custGeom>
            <a:avLst/>
            <a:gdLst/>
            <a:ahLst/>
            <a:cxnLst/>
            <a:rect l="l" t="t" r="r" b="b"/>
            <a:pathLst>
              <a:path w="550545" h="567055">
                <a:moveTo>
                  <a:pt x="16764" y="224028"/>
                </a:moveTo>
                <a:lnTo>
                  <a:pt x="10668" y="217932"/>
                </a:lnTo>
                <a:lnTo>
                  <a:pt x="38909" y="195072"/>
                </a:lnTo>
                <a:lnTo>
                  <a:pt x="66294" y="169926"/>
                </a:lnTo>
                <a:lnTo>
                  <a:pt x="117348" y="112776"/>
                </a:lnTo>
                <a:lnTo>
                  <a:pt x="140779" y="81867"/>
                </a:lnTo>
                <a:lnTo>
                  <a:pt x="177355" y="25765"/>
                </a:lnTo>
                <a:lnTo>
                  <a:pt x="190500" y="0"/>
                </a:lnTo>
                <a:lnTo>
                  <a:pt x="239268" y="30480"/>
                </a:lnTo>
                <a:lnTo>
                  <a:pt x="227838" y="35575"/>
                </a:lnTo>
                <a:lnTo>
                  <a:pt x="216408" y="43815"/>
                </a:lnTo>
                <a:lnTo>
                  <a:pt x="204978" y="54911"/>
                </a:lnTo>
                <a:lnTo>
                  <a:pt x="193548" y="68580"/>
                </a:lnTo>
                <a:lnTo>
                  <a:pt x="373966" y="68580"/>
                </a:lnTo>
                <a:lnTo>
                  <a:pt x="387096" y="80772"/>
                </a:lnTo>
                <a:lnTo>
                  <a:pt x="377444" y="83820"/>
                </a:lnTo>
                <a:lnTo>
                  <a:pt x="182880" y="83820"/>
                </a:lnTo>
                <a:lnTo>
                  <a:pt x="142351" y="125229"/>
                </a:lnTo>
                <a:lnTo>
                  <a:pt x="100965" y="162496"/>
                </a:lnTo>
                <a:lnTo>
                  <a:pt x="59007" y="195476"/>
                </a:lnTo>
                <a:lnTo>
                  <a:pt x="16764" y="224028"/>
                </a:lnTo>
                <a:close/>
              </a:path>
              <a:path w="550545" h="567055">
                <a:moveTo>
                  <a:pt x="373966" y="68580"/>
                </a:moveTo>
                <a:lnTo>
                  <a:pt x="321564" y="68580"/>
                </a:lnTo>
                <a:lnTo>
                  <a:pt x="344424" y="41148"/>
                </a:lnTo>
                <a:lnTo>
                  <a:pt x="373966" y="68580"/>
                </a:lnTo>
                <a:close/>
              </a:path>
              <a:path w="550545" h="567055">
                <a:moveTo>
                  <a:pt x="277368" y="172212"/>
                </a:moveTo>
                <a:lnTo>
                  <a:pt x="262128" y="172212"/>
                </a:lnTo>
                <a:lnTo>
                  <a:pt x="320040" y="83820"/>
                </a:lnTo>
                <a:lnTo>
                  <a:pt x="377444" y="83820"/>
                </a:lnTo>
                <a:lnTo>
                  <a:pt x="375332" y="84486"/>
                </a:lnTo>
                <a:lnTo>
                  <a:pt x="362712" y="91059"/>
                </a:lnTo>
                <a:lnTo>
                  <a:pt x="318944" y="125920"/>
                </a:lnTo>
                <a:lnTo>
                  <a:pt x="290464" y="155638"/>
                </a:lnTo>
                <a:lnTo>
                  <a:pt x="277368" y="172212"/>
                </a:lnTo>
                <a:close/>
              </a:path>
              <a:path w="550545" h="567055">
                <a:moveTo>
                  <a:pt x="115824" y="193548"/>
                </a:moveTo>
                <a:lnTo>
                  <a:pt x="94488" y="172212"/>
                </a:lnTo>
                <a:lnTo>
                  <a:pt x="411480" y="172212"/>
                </a:lnTo>
                <a:lnTo>
                  <a:pt x="432816" y="146304"/>
                </a:lnTo>
                <a:lnTo>
                  <a:pt x="470916" y="176784"/>
                </a:lnTo>
                <a:lnTo>
                  <a:pt x="457615" y="185928"/>
                </a:lnTo>
                <a:lnTo>
                  <a:pt x="173736" y="185928"/>
                </a:lnTo>
                <a:lnTo>
                  <a:pt x="158900" y="186475"/>
                </a:lnTo>
                <a:lnTo>
                  <a:pt x="144208" y="188023"/>
                </a:lnTo>
                <a:lnTo>
                  <a:pt x="129801" y="190428"/>
                </a:lnTo>
                <a:lnTo>
                  <a:pt x="115824" y="193548"/>
                </a:lnTo>
                <a:close/>
              </a:path>
              <a:path w="550545" h="567055">
                <a:moveTo>
                  <a:pt x="283464" y="274320"/>
                </a:moveTo>
                <a:lnTo>
                  <a:pt x="249936" y="274320"/>
                </a:lnTo>
                <a:lnTo>
                  <a:pt x="249936" y="185928"/>
                </a:lnTo>
                <a:lnTo>
                  <a:pt x="283464" y="185928"/>
                </a:lnTo>
                <a:lnTo>
                  <a:pt x="283464" y="274320"/>
                </a:lnTo>
                <a:close/>
              </a:path>
              <a:path w="550545" h="567055">
                <a:moveTo>
                  <a:pt x="446532" y="274320"/>
                </a:moveTo>
                <a:lnTo>
                  <a:pt x="416052" y="274320"/>
                </a:lnTo>
                <a:lnTo>
                  <a:pt x="416052" y="185928"/>
                </a:lnTo>
                <a:lnTo>
                  <a:pt x="457615" y="185928"/>
                </a:lnTo>
                <a:lnTo>
                  <a:pt x="446532" y="193548"/>
                </a:lnTo>
                <a:lnTo>
                  <a:pt x="446532" y="274320"/>
                </a:lnTo>
                <a:close/>
              </a:path>
              <a:path w="550545" h="567055">
                <a:moveTo>
                  <a:pt x="21335" y="297180"/>
                </a:moveTo>
                <a:lnTo>
                  <a:pt x="0" y="274320"/>
                </a:lnTo>
                <a:lnTo>
                  <a:pt x="467868" y="274320"/>
                </a:lnTo>
                <a:lnTo>
                  <a:pt x="501396" y="240792"/>
                </a:lnTo>
                <a:lnTo>
                  <a:pt x="550164" y="289560"/>
                </a:lnTo>
                <a:lnTo>
                  <a:pt x="77723" y="289560"/>
                </a:lnTo>
                <a:lnTo>
                  <a:pt x="62912" y="289893"/>
                </a:lnTo>
                <a:lnTo>
                  <a:pt x="48386" y="291084"/>
                </a:lnTo>
                <a:lnTo>
                  <a:pt x="34432" y="293417"/>
                </a:lnTo>
                <a:lnTo>
                  <a:pt x="21335" y="297180"/>
                </a:lnTo>
                <a:close/>
              </a:path>
              <a:path w="550545" h="567055">
                <a:moveTo>
                  <a:pt x="283464" y="377952"/>
                </a:moveTo>
                <a:lnTo>
                  <a:pt x="249936" y="377952"/>
                </a:lnTo>
                <a:lnTo>
                  <a:pt x="249936" y="289560"/>
                </a:lnTo>
                <a:lnTo>
                  <a:pt x="283464" y="289560"/>
                </a:lnTo>
                <a:lnTo>
                  <a:pt x="283464" y="377952"/>
                </a:lnTo>
                <a:close/>
              </a:path>
              <a:path w="550545" h="567055">
                <a:moveTo>
                  <a:pt x="82296" y="399288"/>
                </a:moveTo>
                <a:lnTo>
                  <a:pt x="60959" y="377952"/>
                </a:lnTo>
                <a:lnTo>
                  <a:pt x="416052" y="377952"/>
                </a:lnTo>
                <a:lnTo>
                  <a:pt x="416052" y="289560"/>
                </a:lnTo>
                <a:lnTo>
                  <a:pt x="446532" y="289560"/>
                </a:lnTo>
                <a:lnTo>
                  <a:pt x="446793" y="326683"/>
                </a:lnTo>
                <a:lnTo>
                  <a:pt x="447484" y="357949"/>
                </a:lnTo>
                <a:lnTo>
                  <a:pt x="448460" y="383214"/>
                </a:lnTo>
                <a:lnTo>
                  <a:pt x="448955" y="391668"/>
                </a:lnTo>
                <a:lnTo>
                  <a:pt x="140208" y="391668"/>
                </a:lnTo>
                <a:lnTo>
                  <a:pt x="125372" y="392215"/>
                </a:lnTo>
                <a:lnTo>
                  <a:pt x="110680" y="393763"/>
                </a:lnTo>
                <a:lnTo>
                  <a:pt x="96273" y="396168"/>
                </a:lnTo>
                <a:lnTo>
                  <a:pt x="82296" y="399288"/>
                </a:lnTo>
                <a:close/>
              </a:path>
              <a:path w="550545" h="567055">
                <a:moveTo>
                  <a:pt x="282536" y="509016"/>
                </a:moveTo>
                <a:lnTo>
                  <a:pt x="224028" y="509016"/>
                </a:lnTo>
                <a:lnTo>
                  <a:pt x="235791" y="506991"/>
                </a:lnTo>
                <a:lnTo>
                  <a:pt x="243840" y="500824"/>
                </a:lnTo>
                <a:lnTo>
                  <a:pt x="248459" y="490370"/>
                </a:lnTo>
                <a:lnTo>
                  <a:pt x="249936" y="475488"/>
                </a:lnTo>
                <a:lnTo>
                  <a:pt x="249936" y="391668"/>
                </a:lnTo>
                <a:lnTo>
                  <a:pt x="283464" y="391668"/>
                </a:lnTo>
                <a:lnTo>
                  <a:pt x="283464" y="504444"/>
                </a:lnTo>
                <a:lnTo>
                  <a:pt x="282536" y="509016"/>
                </a:lnTo>
                <a:close/>
              </a:path>
              <a:path w="550545" h="567055">
                <a:moveTo>
                  <a:pt x="416052" y="419100"/>
                </a:moveTo>
                <a:lnTo>
                  <a:pt x="416052" y="391668"/>
                </a:lnTo>
                <a:lnTo>
                  <a:pt x="448955" y="391668"/>
                </a:lnTo>
                <a:lnTo>
                  <a:pt x="449580" y="402336"/>
                </a:lnTo>
                <a:lnTo>
                  <a:pt x="416052" y="419100"/>
                </a:lnTo>
                <a:close/>
              </a:path>
              <a:path w="550545" h="567055">
                <a:moveTo>
                  <a:pt x="228600" y="566928"/>
                </a:moveTo>
                <a:lnTo>
                  <a:pt x="223432" y="550640"/>
                </a:lnTo>
                <a:lnTo>
                  <a:pt x="207835" y="536067"/>
                </a:lnTo>
                <a:lnTo>
                  <a:pt x="181665" y="523208"/>
                </a:lnTo>
                <a:lnTo>
                  <a:pt x="144780" y="512064"/>
                </a:lnTo>
                <a:lnTo>
                  <a:pt x="144780" y="499872"/>
                </a:lnTo>
                <a:lnTo>
                  <a:pt x="169592" y="503872"/>
                </a:lnTo>
                <a:lnTo>
                  <a:pt x="191262" y="506730"/>
                </a:lnTo>
                <a:lnTo>
                  <a:pt x="209502" y="508444"/>
                </a:lnTo>
                <a:lnTo>
                  <a:pt x="224028" y="509016"/>
                </a:lnTo>
                <a:lnTo>
                  <a:pt x="282536" y="509016"/>
                </a:lnTo>
                <a:lnTo>
                  <a:pt x="279177" y="525565"/>
                </a:lnTo>
                <a:lnTo>
                  <a:pt x="268605" y="543115"/>
                </a:lnTo>
                <a:lnTo>
                  <a:pt x="251745" y="556950"/>
                </a:lnTo>
                <a:lnTo>
                  <a:pt x="228600" y="566928"/>
                </a:lnTo>
                <a:close/>
              </a:path>
            </a:pathLst>
          </a:custGeom>
          <a:solidFill>
            <a:srgbClr val="3333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4363211" y="1275587"/>
            <a:ext cx="490855" cy="553720"/>
          </a:xfrm>
          <a:custGeom>
            <a:avLst/>
            <a:gdLst/>
            <a:ahLst/>
            <a:cxnLst/>
            <a:rect l="l" t="t" r="r" b="b"/>
            <a:pathLst>
              <a:path w="490854" h="553719">
                <a:moveTo>
                  <a:pt x="74676" y="124968"/>
                </a:moveTo>
                <a:lnTo>
                  <a:pt x="60960" y="124968"/>
                </a:lnTo>
                <a:lnTo>
                  <a:pt x="71223" y="86367"/>
                </a:lnTo>
                <a:lnTo>
                  <a:pt x="79057" y="52768"/>
                </a:lnTo>
                <a:lnTo>
                  <a:pt x="84320" y="24026"/>
                </a:lnTo>
                <a:lnTo>
                  <a:pt x="86868" y="0"/>
                </a:lnTo>
                <a:lnTo>
                  <a:pt x="138684" y="28956"/>
                </a:lnTo>
                <a:lnTo>
                  <a:pt x="126111" y="39243"/>
                </a:lnTo>
                <a:lnTo>
                  <a:pt x="111252" y="58674"/>
                </a:lnTo>
                <a:lnTo>
                  <a:pt x="94107" y="87249"/>
                </a:lnTo>
                <a:lnTo>
                  <a:pt x="74676" y="124968"/>
                </a:lnTo>
                <a:close/>
              </a:path>
              <a:path w="490854" h="553719">
                <a:moveTo>
                  <a:pt x="204216" y="263652"/>
                </a:moveTo>
                <a:lnTo>
                  <a:pt x="196596" y="259080"/>
                </a:lnTo>
                <a:lnTo>
                  <a:pt x="220051" y="221361"/>
                </a:lnTo>
                <a:lnTo>
                  <a:pt x="240220" y="185928"/>
                </a:lnTo>
                <a:lnTo>
                  <a:pt x="271271" y="121920"/>
                </a:lnTo>
                <a:lnTo>
                  <a:pt x="291655" y="62484"/>
                </a:lnTo>
                <a:lnTo>
                  <a:pt x="306323" y="3048"/>
                </a:lnTo>
                <a:lnTo>
                  <a:pt x="359664" y="33528"/>
                </a:lnTo>
                <a:lnTo>
                  <a:pt x="348234" y="44053"/>
                </a:lnTo>
                <a:lnTo>
                  <a:pt x="334518" y="64008"/>
                </a:lnTo>
                <a:lnTo>
                  <a:pt x="318516" y="93106"/>
                </a:lnTo>
                <a:lnTo>
                  <a:pt x="300228" y="131064"/>
                </a:lnTo>
                <a:lnTo>
                  <a:pt x="480504" y="131064"/>
                </a:lnTo>
                <a:lnTo>
                  <a:pt x="490728" y="141732"/>
                </a:lnTo>
                <a:lnTo>
                  <a:pt x="484909" y="146304"/>
                </a:lnTo>
                <a:lnTo>
                  <a:pt x="294132" y="146304"/>
                </a:lnTo>
                <a:lnTo>
                  <a:pt x="273010" y="179427"/>
                </a:lnTo>
                <a:lnTo>
                  <a:pt x="250888" y="210121"/>
                </a:lnTo>
                <a:lnTo>
                  <a:pt x="227909" y="238244"/>
                </a:lnTo>
                <a:lnTo>
                  <a:pt x="204216" y="263652"/>
                </a:lnTo>
                <a:close/>
              </a:path>
              <a:path w="490854" h="553719">
                <a:moveTo>
                  <a:pt x="202691" y="124968"/>
                </a:moveTo>
                <a:lnTo>
                  <a:pt x="153924" y="124968"/>
                </a:lnTo>
                <a:lnTo>
                  <a:pt x="178308" y="100584"/>
                </a:lnTo>
                <a:lnTo>
                  <a:pt x="202691" y="124968"/>
                </a:lnTo>
                <a:close/>
              </a:path>
              <a:path w="490854" h="553719">
                <a:moveTo>
                  <a:pt x="0" y="548640"/>
                </a:moveTo>
                <a:lnTo>
                  <a:pt x="1269" y="483108"/>
                </a:lnTo>
                <a:lnTo>
                  <a:pt x="2104" y="434735"/>
                </a:lnTo>
                <a:lnTo>
                  <a:pt x="2786" y="379761"/>
                </a:lnTo>
                <a:lnTo>
                  <a:pt x="2933" y="300227"/>
                </a:lnTo>
                <a:lnTo>
                  <a:pt x="2809" y="273939"/>
                </a:lnTo>
                <a:lnTo>
                  <a:pt x="2720" y="263652"/>
                </a:lnTo>
                <a:lnTo>
                  <a:pt x="2095" y="213550"/>
                </a:lnTo>
                <a:lnTo>
                  <a:pt x="1119" y="158519"/>
                </a:lnTo>
                <a:lnTo>
                  <a:pt x="0" y="103632"/>
                </a:lnTo>
                <a:lnTo>
                  <a:pt x="36576" y="124968"/>
                </a:lnTo>
                <a:lnTo>
                  <a:pt x="202691" y="124968"/>
                </a:lnTo>
                <a:lnTo>
                  <a:pt x="213359" y="135636"/>
                </a:lnTo>
                <a:lnTo>
                  <a:pt x="208926" y="138684"/>
                </a:lnTo>
                <a:lnTo>
                  <a:pt x="33528" y="138684"/>
                </a:lnTo>
                <a:lnTo>
                  <a:pt x="33528" y="292608"/>
                </a:lnTo>
                <a:lnTo>
                  <a:pt x="189297" y="292608"/>
                </a:lnTo>
                <a:lnTo>
                  <a:pt x="189372" y="306324"/>
                </a:lnTo>
                <a:lnTo>
                  <a:pt x="33528" y="306324"/>
                </a:lnTo>
                <a:lnTo>
                  <a:pt x="33528" y="473964"/>
                </a:lnTo>
                <a:lnTo>
                  <a:pt x="191086" y="473964"/>
                </a:lnTo>
                <a:lnTo>
                  <a:pt x="191319" y="487680"/>
                </a:lnTo>
                <a:lnTo>
                  <a:pt x="33528" y="487680"/>
                </a:lnTo>
                <a:lnTo>
                  <a:pt x="33528" y="528828"/>
                </a:lnTo>
                <a:lnTo>
                  <a:pt x="0" y="548640"/>
                </a:lnTo>
                <a:close/>
              </a:path>
              <a:path w="490854" h="553719">
                <a:moveTo>
                  <a:pt x="480504" y="131064"/>
                </a:moveTo>
                <a:lnTo>
                  <a:pt x="428244" y="131064"/>
                </a:lnTo>
                <a:lnTo>
                  <a:pt x="455676" y="105156"/>
                </a:lnTo>
                <a:lnTo>
                  <a:pt x="480504" y="131064"/>
                </a:lnTo>
                <a:close/>
              </a:path>
              <a:path w="490854" h="553719">
                <a:moveTo>
                  <a:pt x="189297" y="292608"/>
                </a:moveTo>
                <a:lnTo>
                  <a:pt x="158496" y="292608"/>
                </a:lnTo>
                <a:lnTo>
                  <a:pt x="158496" y="138684"/>
                </a:lnTo>
                <a:lnTo>
                  <a:pt x="208926" y="138684"/>
                </a:lnTo>
                <a:lnTo>
                  <a:pt x="188976" y="152400"/>
                </a:lnTo>
                <a:lnTo>
                  <a:pt x="189099" y="238244"/>
                </a:lnTo>
                <a:lnTo>
                  <a:pt x="189297" y="292608"/>
                </a:lnTo>
                <a:close/>
              </a:path>
              <a:path w="490854" h="553719">
                <a:moveTo>
                  <a:pt x="450590" y="495300"/>
                </a:moveTo>
                <a:lnTo>
                  <a:pt x="390144" y="495300"/>
                </a:lnTo>
                <a:lnTo>
                  <a:pt x="402431" y="492728"/>
                </a:lnTo>
                <a:lnTo>
                  <a:pt x="411861" y="485013"/>
                </a:lnTo>
                <a:lnTo>
                  <a:pt x="424314" y="434735"/>
                </a:lnTo>
                <a:lnTo>
                  <a:pt x="428053" y="357378"/>
                </a:lnTo>
                <a:lnTo>
                  <a:pt x="429693" y="300227"/>
                </a:lnTo>
                <a:lnTo>
                  <a:pt x="431294" y="228728"/>
                </a:lnTo>
                <a:lnTo>
                  <a:pt x="432815" y="146304"/>
                </a:lnTo>
                <a:lnTo>
                  <a:pt x="484909" y="146304"/>
                </a:lnTo>
                <a:lnTo>
                  <a:pt x="469391" y="158496"/>
                </a:lnTo>
                <a:lnTo>
                  <a:pt x="467740" y="244736"/>
                </a:lnTo>
                <a:lnTo>
                  <a:pt x="465828" y="317754"/>
                </a:lnTo>
                <a:lnTo>
                  <a:pt x="463677" y="376999"/>
                </a:lnTo>
                <a:lnTo>
                  <a:pt x="461264" y="423107"/>
                </a:lnTo>
                <a:lnTo>
                  <a:pt x="455676" y="475488"/>
                </a:lnTo>
                <a:lnTo>
                  <a:pt x="451675" y="492347"/>
                </a:lnTo>
                <a:lnTo>
                  <a:pt x="450590" y="495300"/>
                </a:lnTo>
                <a:close/>
              </a:path>
              <a:path w="490854" h="553719">
                <a:moveTo>
                  <a:pt x="320040" y="370332"/>
                </a:moveTo>
                <a:lnTo>
                  <a:pt x="316992" y="370332"/>
                </a:lnTo>
                <a:lnTo>
                  <a:pt x="311824" y="368307"/>
                </a:lnTo>
                <a:lnTo>
                  <a:pt x="307657" y="362140"/>
                </a:lnTo>
                <a:lnTo>
                  <a:pt x="304347" y="351686"/>
                </a:lnTo>
                <a:lnTo>
                  <a:pt x="301752" y="336804"/>
                </a:lnTo>
                <a:lnTo>
                  <a:pt x="295727" y="313062"/>
                </a:lnTo>
                <a:lnTo>
                  <a:pt x="286702" y="289750"/>
                </a:lnTo>
                <a:lnTo>
                  <a:pt x="274534" y="266723"/>
                </a:lnTo>
                <a:lnTo>
                  <a:pt x="259080" y="243840"/>
                </a:lnTo>
                <a:lnTo>
                  <a:pt x="263652" y="236220"/>
                </a:lnTo>
                <a:lnTo>
                  <a:pt x="309181" y="273939"/>
                </a:lnTo>
                <a:lnTo>
                  <a:pt x="334708" y="309705"/>
                </a:lnTo>
                <a:lnTo>
                  <a:pt x="339852" y="330708"/>
                </a:lnTo>
                <a:lnTo>
                  <a:pt x="339280" y="338447"/>
                </a:lnTo>
                <a:lnTo>
                  <a:pt x="337566" y="345757"/>
                </a:lnTo>
                <a:lnTo>
                  <a:pt x="334708" y="352782"/>
                </a:lnTo>
                <a:lnTo>
                  <a:pt x="330708" y="359664"/>
                </a:lnTo>
                <a:lnTo>
                  <a:pt x="324612" y="367284"/>
                </a:lnTo>
                <a:lnTo>
                  <a:pt x="320040" y="370332"/>
                </a:lnTo>
                <a:close/>
              </a:path>
              <a:path w="490854" h="553719">
                <a:moveTo>
                  <a:pt x="191086" y="473964"/>
                </a:moveTo>
                <a:lnTo>
                  <a:pt x="158496" y="473964"/>
                </a:lnTo>
                <a:lnTo>
                  <a:pt x="158496" y="306324"/>
                </a:lnTo>
                <a:lnTo>
                  <a:pt x="189372" y="306324"/>
                </a:lnTo>
                <a:lnTo>
                  <a:pt x="189695" y="357420"/>
                </a:lnTo>
                <a:lnTo>
                  <a:pt x="190184" y="409836"/>
                </a:lnTo>
                <a:lnTo>
                  <a:pt x="190780" y="455922"/>
                </a:lnTo>
                <a:lnTo>
                  <a:pt x="191086" y="473964"/>
                </a:lnTo>
                <a:close/>
              </a:path>
              <a:path w="490854" h="553719">
                <a:moveTo>
                  <a:pt x="384048" y="553212"/>
                </a:moveTo>
                <a:lnTo>
                  <a:pt x="374022" y="534947"/>
                </a:lnTo>
                <a:lnTo>
                  <a:pt x="357568" y="519112"/>
                </a:lnTo>
                <a:lnTo>
                  <a:pt x="334541" y="505848"/>
                </a:lnTo>
                <a:lnTo>
                  <a:pt x="304800" y="495300"/>
                </a:lnTo>
                <a:lnTo>
                  <a:pt x="304800" y="483108"/>
                </a:lnTo>
                <a:lnTo>
                  <a:pt x="332493" y="488227"/>
                </a:lnTo>
                <a:lnTo>
                  <a:pt x="356044" y="492061"/>
                </a:lnTo>
                <a:lnTo>
                  <a:pt x="375308" y="494466"/>
                </a:lnTo>
                <a:lnTo>
                  <a:pt x="390144" y="495300"/>
                </a:lnTo>
                <a:lnTo>
                  <a:pt x="450590" y="495300"/>
                </a:lnTo>
                <a:lnTo>
                  <a:pt x="446532" y="506349"/>
                </a:lnTo>
                <a:lnTo>
                  <a:pt x="412432" y="540067"/>
                </a:lnTo>
                <a:lnTo>
                  <a:pt x="399168" y="546568"/>
                </a:lnTo>
                <a:lnTo>
                  <a:pt x="384048" y="553212"/>
                </a:lnTo>
                <a:close/>
              </a:path>
              <a:path w="490854" h="553719">
                <a:moveTo>
                  <a:pt x="158496" y="537971"/>
                </a:moveTo>
                <a:lnTo>
                  <a:pt x="158496" y="487680"/>
                </a:lnTo>
                <a:lnTo>
                  <a:pt x="191319" y="487680"/>
                </a:lnTo>
                <a:lnTo>
                  <a:pt x="192023" y="519684"/>
                </a:lnTo>
                <a:lnTo>
                  <a:pt x="158496" y="537971"/>
                </a:lnTo>
                <a:close/>
              </a:path>
            </a:pathLst>
          </a:custGeom>
          <a:solidFill>
            <a:srgbClr val="3333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4928615" y="1283208"/>
            <a:ext cx="556260" cy="554990"/>
          </a:xfrm>
          <a:custGeom>
            <a:avLst/>
            <a:gdLst/>
            <a:ahLst/>
            <a:cxnLst/>
            <a:rect l="l" t="t" r="r" b="b"/>
            <a:pathLst>
              <a:path w="556260" h="554989">
                <a:moveTo>
                  <a:pt x="6096" y="307847"/>
                </a:moveTo>
                <a:lnTo>
                  <a:pt x="0" y="301751"/>
                </a:lnTo>
                <a:lnTo>
                  <a:pt x="29122" y="251221"/>
                </a:lnTo>
                <a:lnTo>
                  <a:pt x="54673" y="202691"/>
                </a:lnTo>
                <a:lnTo>
                  <a:pt x="76509" y="156448"/>
                </a:lnTo>
                <a:lnTo>
                  <a:pt x="94488" y="112775"/>
                </a:lnTo>
                <a:lnTo>
                  <a:pt x="109680" y="73080"/>
                </a:lnTo>
                <a:lnTo>
                  <a:pt x="129206" y="16549"/>
                </a:lnTo>
                <a:lnTo>
                  <a:pt x="134112" y="0"/>
                </a:lnTo>
                <a:lnTo>
                  <a:pt x="185928" y="35052"/>
                </a:lnTo>
                <a:lnTo>
                  <a:pt x="155067" y="63341"/>
                </a:lnTo>
                <a:lnTo>
                  <a:pt x="135374" y="101369"/>
                </a:lnTo>
                <a:lnTo>
                  <a:pt x="125539" y="122110"/>
                </a:lnTo>
                <a:lnTo>
                  <a:pt x="115362" y="143255"/>
                </a:lnTo>
                <a:lnTo>
                  <a:pt x="105156" y="164591"/>
                </a:lnTo>
                <a:lnTo>
                  <a:pt x="135636" y="184403"/>
                </a:lnTo>
                <a:lnTo>
                  <a:pt x="118872" y="195071"/>
                </a:lnTo>
                <a:lnTo>
                  <a:pt x="118872" y="198119"/>
                </a:lnTo>
                <a:lnTo>
                  <a:pt x="88392" y="198119"/>
                </a:lnTo>
                <a:lnTo>
                  <a:pt x="69532" y="225551"/>
                </a:lnTo>
                <a:lnTo>
                  <a:pt x="49530" y="252983"/>
                </a:lnTo>
                <a:lnTo>
                  <a:pt x="28384" y="280415"/>
                </a:lnTo>
                <a:lnTo>
                  <a:pt x="6096" y="307847"/>
                </a:lnTo>
                <a:close/>
              </a:path>
              <a:path w="556260" h="554989">
                <a:moveTo>
                  <a:pt x="193548" y="71627"/>
                </a:moveTo>
                <a:lnTo>
                  <a:pt x="172212" y="50291"/>
                </a:lnTo>
                <a:lnTo>
                  <a:pt x="480060" y="50291"/>
                </a:lnTo>
                <a:lnTo>
                  <a:pt x="509016" y="18288"/>
                </a:lnTo>
                <a:lnTo>
                  <a:pt x="551688" y="64007"/>
                </a:lnTo>
                <a:lnTo>
                  <a:pt x="252984" y="64007"/>
                </a:lnTo>
                <a:lnTo>
                  <a:pt x="236410" y="64555"/>
                </a:lnTo>
                <a:lnTo>
                  <a:pt x="220980" y="66103"/>
                </a:lnTo>
                <a:lnTo>
                  <a:pt x="206692" y="68508"/>
                </a:lnTo>
                <a:lnTo>
                  <a:pt x="193548" y="71627"/>
                </a:lnTo>
                <a:close/>
              </a:path>
              <a:path w="556260" h="554989">
                <a:moveTo>
                  <a:pt x="367284" y="128015"/>
                </a:moveTo>
                <a:lnTo>
                  <a:pt x="336804" y="128015"/>
                </a:lnTo>
                <a:lnTo>
                  <a:pt x="336804" y="64007"/>
                </a:lnTo>
                <a:lnTo>
                  <a:pt x="367284" y="64007"/>
                </a:lnTo>
                <a:lnTo>
                  <a:pt x="367284" y="128015"/>
                </a:lnTo>
                <a:close/>
              </a:path>
              <a:path w="556260" h="554989">
                <a:moveTo>
                  <a:pt x="511048" y="128015"/>
                </a:moveTo>
                <a:lnTo>
                  <a:pt x="466344" y="128015"/>
                </a:lnTo>
                <a:lnTo>
                  <a:pt x="487680" y="106679"/>
                </a:lnTo>
                <a:lnTo>
                  <a:pt x="511048" y="128015"/>
                </a:lnTo>
                <a:close/>
              </a:path>
              <a:path w="556260" h="554989">
                <a:moveTo>
                  <a:pt x="205740" y="356616"/>
                </a:moveTo>
                <a:lnTo>
                  <a:pt x="206621" y="332636"/>
                </a:lnTo>
                <a:lnTo>
                  <a:pt x="207073" y="304228"/>
                </a:lnTo>
                <a:lnTo>
                  <a:pt x="207176" y="184403"/>
                </a:lnTo>
                <a:lnTo>
                  <a:pt x="207076" y="164591"/>
                </a:lnTo>
                <a:lnTo>
                  <a:pt x="206621" y="135897"/>
                </a:lnTo>
                <a:lnTo>
                  <a:pt x="205740" y="112775"/>
                </a:lnTo>
                <a:lnTo>
                  <a:pt x="240792" y="128015"/>
                </a:lnTo>
                <a:lnTo>
                  <a:pt x="511048" y="128015"/>
                </a:lnTo>
                <a:lnTo>
                  <a:pt x="522732" y="138683"/>
                </a:lnTo>
                <a:lnTo>
                  <a:pt x="515112" y="143255"/>
                </a:lnTo>
                <a:lnTo>
                  <a:pt x="239268" y="143255"/>
                </a:lnTo>
                <a:lnTo>
                  <a:pt x="239268" y="219455"/>
                </a:lnTo>
                <a:lnTo>
                  <a:pt x="499895" y="219455"/>
                </a:lnTo>
                <a:lnTo>
                  <a:pt x="499943" y="234695"/>
                </a:lnTo>
                <a:lnTo>
                  <a:pt x="239268" y="234695"/>
                </a:lnTo>
                <a:lnTo>
                  <a:pt x="239268" y="312419"/>
                </a:lnTo>
                <a:lnTo>
                  <a:pt x="500542" y="312419"/>
                </a:lnTo>
                <a:lnTo>
                  <a:pt x="501075" y="327660"/>
                </a:lnTo>
                <a:lnTo>
                  <a:pt x="239268" y="327660"/>
                </a:lnTo>
                <a:lnTo>
                  <a:pt x="239268" y="345948"/>
                </a:lnTo>
                <a:lnTo>
                  <a:pt x="205740" y="356616"/>
                </a:lnTo>
                <a:close/>
              </a:path>
              <a:path w="556260" h="554989">
                <a:moveTo>
                  <a:pt x="367284" y="219455"/>
                </a:moveTo>
                <a:lnTo>
                  <a:pt x="336804" y="219455"/>
                </a:lnTo>
                <a:lnTo>
                  <a:pt x="336804" y="143255"/>
                </a:lnTo>
                <a:lnTo>
                  <a:pt x="367284" y="143255"/>
                </a:lnTo>
                <a:lnTo>
                  <a:pt x="367284" y="219455"/>
                </a:lnTo>
                <a:close/>
              </a:path>
              <a:path w="556260" h="554989">
                <a:moveTo>
                  <a:pt x="499895" y="219455"/>
                </a:moveTo>
                <a:lnTo>
                  <a:pt x="467868" y="219455"/>
                </a:lnTo>
                <a:lnTo>
                  <a:pt x="467868" y="143255"/>
                </a:lnTo>
                <a:lnTo>
                  <a:pt x="515112" y="143255"/>
                </a:lnTo>
                <a:lnTo>
                  <a:pt x="499872" y="152399"/>
                </a:lnTo>
                <a:lnTo>
                  <a:pt x="499895" y="219455"/>
                </a:lnTo>
                <a:close/>
              </a:path>
              <a:path w="556260" h="554989">
                <a:moveTo>
                  <a:pt x="85344" y="554735"/>
                </a:moveTo>
                <a:lnTo>
                  <a:pt x="87439" y="490156"/>
                </a:lnTo>
                <a:lnTo>
                  <a:pt x="88130" y="463224"/>
                </a:lnTo>
                <a:lnTo>
                  <a:pt x="88333" y="445484"/>
                </a:lnTo>
                <a:lnTo>
                  <a:pt x="88392" y="198119"/>
                </a:lnTo>
                <a:lnTo>
                  <a:pt x="118872" y="198119"/>
                </a:lnTo>
                <a:lnTo>
                  <a:pt x="118987" y="463224"/>
                </a:lnTo>
                <a:lnTo>
                  <a:pt x="120800" y="516516"/>
                </a:lnTo>
                <a:lnTo>
                  <a:pt x="121920" y="537972"/>
                </a:lnTo>
                <a:lnTo>
                  <a:pt x="85344" y="554735"/>
                </a:lnTo>
                <a:close/>
              </a:path>
              <a:path w="556260" h="554989">
                <a:moveTo>
                  <a:pt x="367284" y="312419"/>
                </a:moveTo>
                <a:lnTo>
                  <a:pt x="336804" y="312419"/>
                </a:lnTo>
                <a:lnTo>
                  <a:pt x="336804" y="234695"/>
                </a:lnTo>
                <a:lnTo>
                  <a:pt x="367284" y="234695"/>
                </a:lnTo>
                <a:lnTo>
                  <a:pt x="367284" y="312419"/>
                </a:lnTo>
                <a:close/>
              </a:path>
              <a:path w="556260" h="554989">
                <a:moveTo>
                  <a:pt x="500542" y="312419"/>
                </a:moveTo>
                <a:lnTo>
                  <a:pt x="467868" y="312419"/>
                </a:lnTo>
                <a:lnTo>
                  <a:pt x="467868" y="234695"/>
                </a:lnTo>
                <a:lnTo>
                  <a:pt x="499943" y="234695"/>
                </a:lnTo>
                <a:lnTo>
                  <a:pt x="500062" y="272605"/>
                </a:lnTo>
                <a:lnTo>
                  <a:pt x="500514" y="311634"/>
                </a:lnTo>
                <a:lnTo>
                  <a:pt x="500542" y="312419"/>
                </a:lnTo>
                <a:close/>
              </a:path>
              <a:path w="556260" h="554989">
                <a:moveTo>
                  <a:pt x="344306" y="441960"/>
                </a:moveTo>
                <a:lnTo>
                  <a:pt x="310896" y="441960"/>
                </a:lnTo>
                <a:lnTo>
                  <a:pt x="321159" y="416814"/>
                </a:lnTo>
                <a:lnTo>
                  <a:pt x="328993" y="389382"/>
                </a:lnTo>
                <a:lnTo>
                  <a:pt x="334256" y="359664"/>
                </a:lnTo>
                <a:lnTo>
                  <a:pt x="336804" y="327660"/>
                </a:lnTo>
                <a:lnTo>
                  <a:pt x="367284" y="327660"/>
                </a:lnTo>
                <a:lnTo>
                  <a:pt x="364664" y="364212"/>
                </a:lnTo>
                <a:lnTo>
                  <a:pt x="358902" y="398335"/>
                </a:lnTo>
                <a:lnTo>
                  <a:pt x="349710" y="429887"/>
                </a:lnTo>
                <a:lnTo>
                  <a:pt x="344306" y="441960"/>
                </a:lnTo>
                <a:close/>
              </a:path>
              <a:path w="556260" h="554989">
                <a:moveTo>
                  <a:pt x="467868" y="352044"/>
                </a:moveTo>
                <a:lnTo>
                  <a:pt x="467868" y="327660"/>
                </a:lnTo>
                <a:lnTo>
                  <a:pt x="501075" y="327660"/>
                </a:lnTo>
                <a:lnTo>
                  <a:pt x="501396" y="336804"/>
                </a:lnTo>
                <a:lnTo>
                  <a:pt x="467868" y="352044"/>
                </a:lnTo>
                <a:close/>
              </a:path>
              <a:path w="556260" h="554989">
                <a:moveTo>
                  <a:pt x="134112" y="554735"/>
                </a:moveTo>
                <a:lnTo>
                  <a:pt x="134112" y="545591"/>
                </a:lnTo>
                <a:lnTo>
                  <a:pt x="164687" y="538376"/>
                </a:lnTo>
                <a:lnTo>
                  <a:pt x="192405" y="530161"/>
                </a:lnTo>
                <a:lnTo>
                  <a:pt x="239268" y="509015"/>
                </a:lnTo>
                <a:lnTo>
                  <a:pt x="273558" y="485394"/>
                </a:lnTo>
                <a:lnTo>
                  <a:pt x="298704" y="461772"/>
                </a:lnTo>
                <a:lnTo>
                  <a:pt x="283249" y="445484"/>
                </a:lnTo>
                <a:lnTo>
                  <a:pt x="266509" y="424052"/>
                </a:lnTo>
                <a:lnTo>
                  <a:pt x="248340" y="397478"/>
                </a:lnTo>
                <a:lnTo>
                  <a:pt x="228600" y="365760"/>
                </a:lnTo>
                <a:lnTo>
                  <a:pt x="236220" y="358140"/>
                </a:lnTo>
                <a:lnTo>
                  <a:pt x="256246" y="384952"/>
                </a:lnTo>
                <a:lnTo>
                  <a:pt x="275272" y="408050"/>
                </a:lnTo>
                <a:lnTo>
                  <a:pt x="293441" y="427148"/>
                </a:lnTo>
                <a:lnTo>
                  <a:pt x="310896" y="441960"/>
                </a:lnTo>
                <a:lnTo>
                  <a:pt x="344306" y="441960"/>
                </a:lnTo>
                <a:lnTo>
                  <a:pt x="336804" y="458724"/>
                </a:lnTo>
                <a:lnTo>
                  <a:pt x="363402" y="474202"/>
                </a:lnTo>
                <a:lnTo>
                  <a:pt x="376373" y="480060"/>
                </a:lnTo>
                <a:lnTo>
                  <a:pt x="320040" y="480060"/>
                </a:lnTo>
                <a:lnTo>
                  <a:pt x="286512" y="507301"/>
                </a:lnTo>
                <a:lnTo>
                  <a:pt x="243840" y="528827"/>
                </a:lnTo>
                <a:lnTo>
                  <a:pt x="192405" y="545782"/>
                </a:lnTo>
                <a:lnTo>
                  <a:pt x="164115" y="551330"/>
                </a:lnTo>
                <a:lnTo>
                  <a:pt x="134112" y="554735"/>
                </a:lnTo>
                <a:close/>
              </a:path>
              <a:path w="556260" h="554989">
                <a:moveTo>
                  <a:pt x="518160" y="551687"/>
                </a:moveTo>
                <a:lnTo>
                  <a:pt x="465582" y="543687"/>
                </a:lnTo>
                <a:lnTo>
                  <a:pt x="413004" y="528827"/>
                </a:lnTo>
                <a:lnTo>
                  <a:pt x="363664" y="508444"/>
                </a:lnTo>
                <a:lnTo>
                  <a:pt x="320040" y="480060"/>
                </a:lnTo>
                <a:lnTo>
                  <a:pt x="376373" y="480060"/>
                </a:lnTo>
                <a:lnTo>
                  <a:pt x="390715" y="486537"/>
                </a:lnTo>
                <a:lnTo>
                  <a:pt x="418885" y="496014"/>
                </a:lnTo>
                <a:lnTo>
                  <a:pt x="448056" y="502920"/>
                </a:lnTo>
                <a:lnTo>
                  <a:pt x="476964" y="507515"/>
                </a:lnTo>
                <a:lnTo>
                  <a:pt x="504444" y="509968"/>
                </a:lnTo>
                <a:lnTo>
                  <a:pt x="530780" y="510420"/>
                </a:lnTo>
                <a:lnTo>
                  <a:pt x="556260" y="510420"/>
                </a:lnTo>
                <a:lnTo>
                  <a:pt x="556260" y="518160"/>
                </a:lnTo>
                <a:lnTo>
                  <a:pt x="543663" y="523613"/>
                </a:lnTo>
                <a:lnTo>
                  <a:pt x="533209" y="530923"/>
                </a:lnTo>
                <a:lnTo>
                  <a:pt x="524756" y="540234"/>
                </a:lnTo>
                <a:lnTo>
                  <a:pt x="518160" y="551687"/>
                </a:lnTo>
                <a:close/>
              </a:path>
              <a:path w="556260" h="554989">
                <a:moveTo>
                  <a:pt x="556260" y="510420"/>
                </a:moveTo>
                <a:lnTo>
                  <a:pt x="530780" y="510420"/>
                </a:lnTo>
                <a:lnTo>
                  <a:pt x="556260" y="509015"/>
                </a:lnTo>
                <a:lnTo>
                  <a:pt x="556260" y="510420"/>
                </a:lnTo>
                <a:close/>
              </a:path>
            </a:pathLst>
          </a:custGeom>
          <a:solidFill>
            <a:srgbClr val="3333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5539739" y="1272540"/>
            <a:ext cx="541020" cy="558165"/>
          </a:xfrm>
          <a:custGeom>
            <a:avLst/>
            <a:gdLst/>
            <a:ahLst/>
            <a:cxnLst/>
            <a:rect l="l" t="t" r="r" b="b"/>
            <a:pathLst>
              <a:path w="541020" h="558164">
                <a:moveTo>
                  <a:pt x="32004" y="79247"/>
                </a:moveTo>
                <a:lnTo>
                  <a:pt x="32004" y="70104"/>
                </a:lnTo>
                <a:lnTo>
                  <a:pt x="75104" y="63865"/>
                </a:lnTo>
                <a:lnTo>
                  <a:pt x="115062" y="56769"/>
                </a:lnTo>
                <a:lnTo>
                  <a:pt x="184404" y="41147"/>
                </a:lnTo>
                <a:lnTo>
                  <a:pt x="236982" y="23241"/>
                </a:lnTo>
                <a:lnTo>
                  <a:pt x="271272" y="3047"/>
                </a:lnTo>
                <a:lnTo>
                  <a:pt x="313944" y="48768"/>
                </a:lnTo>
                <a:lnTo>
                  <a:pt x="296751" y="49625"/>
                </a:lnTo>
                <a:lnTo>
                  <a:pt x="272415" y="52197"/>
                </a:lnTo>
                <a:lnTo>
                  <a:pt x="240649" y="56483"/>
                </a:lnTo>
                <a:lnTo>
                  <a:pt x="201168" y="62484"/>
                </a:lnTo>
                <a:lnTo>
                  <a:pt x="201168" y="67056"/>
                </a:lnTo>
                <a:lnTo>
                  <a:pt x="167640" y="67056"/>
                </a:lnTo>
                <a:lnTo>
                  <a:pt x="134231" y="71104"/>
                </a:lnTo>
                <a:lnTo>
                  <a:pt x="100393" y="74295"/>
                </a:lnTo>
                <a:lnTo>
                  <a:pt x="32004" y="79247"/>
                </a:lnTo>
                <a:close/>
              </a:path>
              <a:path w="541020" h="558164">
                <a:moveTo>
                  <a:pt x="201168" y="184404"/>
                </a:moveTo>
                <a:lnTo>
                  <a:pt x="167640" y="184404"/>
                </a:lnTo>
                <a:lnTo>
                  <a:pt x="167640" y="67056"/>
                </a:lnTo>
                <a:lnTo>
                  <a:pt x="201168" y="67056"/>
                </a:lnTo>
                <a:lnTo>
                  <a:pt x="201168" y="184404"/>
                </a:lnTo>
                <a:close/>
              </a:path>
              <a:path w="541020" h="558164">
                <a:moveTo>
                  <a:pt x="21336" y="205740"/>
                </a:moveTo>
                <a:lnTo>
                  <a:pt x="0" y="184404"/>
                </a:lnTo>
                <a:lnTo>
                  <a:pt x="266700" y="184404"/>
                </a:lnTo>
                <a:lnTo>
                  <a:pt x="297180" y="153923"/>
                </a:lnTo>
                <a:lnTo>
                  <a:pt x="342900" y="199644"/>
                </a:lnTo>
                <a:lnTo>
                  <a:pt x="79248" y="199644"/>
                </a:lnTo>
                <a:lnTo>
                  <a:pt x="64412" y="199953"/>
                </a:lnTo>
                <a:lnTo>
                  <a:pt x="49720" y="200977"/>
                </a:lnTo>
                <a:lnTo>
                  <a:pt x="35313" y="202858"/>
                </a:lnTo>
                <a:lnTo>
                  <a:pt x="21336" y="205740"/>
                </a:lnTo>
                <a:close/>
              </a:path>
              <a:path w="541020" h="558164">
                <a:moveTo>
                  <a:pt x="7620" y="455676"/>
                </a:moveTo>
                <a:lnTo>
                  <a:pt x="0" y="448056"/>
                </a:lnTo>
                <a:lnTo>
                  <a:pt x="39504" y="406160"/>
                </a:lnTo>
                <a:lnTo>
                  <a:pt x="74224" y="364348"/>
                </a:lnTo>
                <a:lnTo>
                  <a:pt x="104203" y="322707"/>
                </a:lnTo>
                <a:lnTo>
                  <a:pt x="129483" y="281319"/>
                </a:lnTo>
                <a:lnTo>
                  <a:pt x="150106" y="240269"/>
                </a:lnTo>
                <a:lnTo>
                  <a:pt x="166116" y="199644"/>
                </a:lnTo>
                <a:lnTo>
                  <a:pt x="201168" y="199644"/>
                </a:lnTo>
                <a:lnTo>
                  <a:pt x="201168" y="256032"/>
                </a:lnTo>
                <a:lnTo>
                  <a:pt x="230487" y="268224"/>
                </a:lnTo>
                <a:lnTo>
                  <a:pt x="201168" y="268224"/>
                </a:lnTo>
                <a:lnTo>
                  <a:pt x="201168" y="280416"/>
                </a:lnTo>
                <a:lnTo>
                  <a:pt x="167640" y="280416"/>
                </a:lnTo>
                <a:lnTo>
                  <a:pt x="139293" y="321759"/>
                </a:lnTo>
                <a:lnTo>
                  <a:pt x="109118" y="359883"/>
                </a:lnTo>
                <a:lnTo>
                  <a:pt x="77114" y="394862"/>
                </a:lnTo>
                <a:lnTo>
                  <a:pt x="43281" y="426768"/>
                </a:lnTo>
                <a:lnTo>
                  <a:pt x="7620" y="455676"/>
                </a:lnTo>
                <a:close/>
              </a:path>
              <a:path w="541020" h="558164">
                <a:moveTo>
                  <a:pt x="301752" y="368808"/>
                </a:moveTo>
                <a:lnTo>
                  <a:pt x="300228" y="368808"/>
                </a:lnTo>
                <a:lnTo>
                  <a:pt x="295584" y="367379"/>
                </a:lnTo>
                <a:lnTo>
                  <a:pt x="290512" y="363093"/>
                </a:lnTo>
                <a:lnTo>
                  <a:pt x="284583" y="355949"/>
                </a:lnTo>
                <a:lnTo>
                  <a:pt x="277368" y="345948"/>
                </a:lnTo>
                <a:lnTo>
                  <a:pt x="264818" y="328231"/>
                </a:lnTo>
                <a:lnTo>
                  <a:pt x="247840" y="309372"/>
                </a:lnTo>
                <a:lnTo>
                  <a:pt x="226575" y="289369"/>
                </a:lnTo>
                <a:lnTo>
                  <a:pt x="201168" y="268224"/>
                </a:lnTo>
                <a:lnTo>
                  <a:pt x="230487" y="268224"/>
                </a:lnTo>
                <a:lnTo>
                  <a:pt x="279844" y="290512"/>
                </a:lnTo>
                <a:lnTo>
                  <a:pt x="311372" y="320111"/>
                </a:lnTo>
                <a:lnTo>
                  <a:pt x="313944" y="338328"/>
                </a:lnTo>
                <a:lnTo>
                  <a:pt x="313944" y="345948"/>
                </a:lnTo>
                <a:lnTo>
                  <a:pt x="312420" y="353568"/>
                </a:lnTo>
                <a:lnTo>
                  <a:pt x="303276" y="365760"/>
                </a:lnTo>
                <a:lnTo>
                  <a:pt x="301752" y="368808"/>
                </a:lnTo>
                <a:close/>
              </a:path>
              <a:path w="541020" h="558164">
                <a:moveTo>
                  <a:pt x="166116" y="557784"/>
                </a:moveTo>
                <a:lnTo>
                  <a:pt x="166997" y="516659"/>
                </a:lnTo>
                <a:lnTo>
                  <a:pt x="167449" y="482536"/>
                </a:lnTo>
                <a:lnTo>
                  <a:pt x="167577" y="461772"/>
                </a:lnTo>
                <a:lnTo>
                  <a:pt x="167640" y="280416"/>
                </a:lnTo>
                <a:lnTo>
                  <a:pt x="201168" y="280416"/>
                </a:lnTo>
                <a:lnTo>
                  <a:pt x="201168" y="461772"/>
                </a:lnTo>
                <a:lnTo>
                  <a:pt x="201429" y="484870"/>
                </a:lnTo>
                <a:lnTo>
                  <a:pt x="202120" y="505968"/>
                </a:lnTo>
                <a:lnTo>
                  <a:pt x="203096" y="524779"/>
                </a:lnTo>
                <a:lnTo>
                  <a:pt x="204216" y="541020"/>
                </a:lnTo>
                <a:lnTo>
                  <a:pt x="166116" y="557784"/>
                </a:lnTo>
                <a:close/>
              </a:path>
              <a:path w="541020" h="558164">
                <a:moveTo>
                  <a:pt x="522076" y="495300"/>
                </a:moveTo>
                <a:lnTo>
                  <a:pt x="463296" y="495300"/>
                </a:lnTo>
                <a:lnTo>
                  <a:pt x="474416" y="493275"/>
                </a:lnTo>
                <a:lnTo>
                  <a:pt x="482536" y="487108"/>
                </a:lnTo>
                <a:lnTo>
                  <a:pt x="487513" y="476654"/>
                </a:lnTo>
                <a:lnTo>
                  <a:pt x="489204" y="461772"/>
                </a:lnTo>
                <a:lnTo>
                  <a:pt x="489204" y="99060"/>
                </a:lnTo>
                <a:lnTo>
                  <a:pt x="488942" y="74795"/>
                </a:lnTo>
                <a:lnTo>
                  <a:pt x="488251" y="50101"/>
                </a:lnTo>
                <a:lnTo>
                  <a:pt x="487242" y="24384"/>
                </a:lnTo>
                <a:lnTo>
                  <a:pt x="486156" y="0"/>
                </a:lnTo>
                <a:lnTo>
                  <a:pt x="541020" y="24384"/>
                </a:lnTo>
                <a:lnTo>
                  <a:pt x="522732" y="41147"/>
                </a:lnTo>
                <a:lnTo>
                  <a:pt x="522663" y="487108"/>
                </a:lnTo>
                <a:lnTo>
                  <a:pt x="522076" y="495300"/>
                </a:lnTo>
                <a:close/>
              </a:path>
              <a:path w="541020" h="558164">
                <a:moveTo>
                  <a:pt x="364236" y="417576"/>
                </a:moveTo>
                <a:lnTo>
                  <a:pt x="365355" y="373546"/>
                </a:lnTo>
                <a:lnTo>
                  <a:pt x="366331" y="328231"/>
                </a:lnTo>
                <a:lnTo>
                  <a:pt x="367022" y="281487"/>
                </a:lnTo>
                <a:lnTo>
                  <a:pt x="367284" y="233171"/>
                </a:lnTo>
                <a:lnTo>
                  <a:pt x="367022" y="186618"/>
                </a:lnTo>
                <a:lnTo>
                  <a:pt x="366331" y="145351"/>
                </a:lnTo>
                <a:lnTo>
                  <a:pt x="365306" y="108204"/>
                </a:lnTo>
                <a:lnTo>
                  <a:pt x="364236" y="79247"/>
                </a:lnTo>
                <a:lnTo>
                  <a:pt x="416052" y="108204"/>
                </a:lnTo>
                <a:lnTo>
                  <a:pt x="397764" y="124968"/>
                </a:lnTo>
                <a:lnTo>
                  <a:pt x="397787" y="343376"/>
                </a:lnTo>
                <a:lnTo>
                  <a:pt x="397954" y="363093"/>
                </a:lnTo>
                <a:lnTo>
                  <a:pt x="398406" y="382238"/>
                </a:lnTo>
                <a:lnTo>
                  <a:pt x="399288" y="400812"/>
                </a:lnTo>
                <a:lnTo>
                  <a:pt x="364236" y="417576"/>
                </a:lnTo>
                <a:close/>
              </a:path>
              <a:path w="541020" h="558164">
                <a:moveTo>
                  <a:pt x="466344" y="557784"/>
                </a:moveTo>
                <a:lnTo>
                  <a:pt x="460605" y="537781"/>
                </a:lnTo>
                <a:lnTo>
                  <a:pt x="443293" y="521208"/>
                </a:lnTo>
                <a:lnTo>
                  <a:pt x="414266" y="508063"/>
                </a:lnTo>
                <a:lnTo>
                  <a:pt x="373380" y="498348"/>
                </a:lnTo>
                <a:lnTo>
                  <a:pt x="373380" y="489204"/>
                </a:lnTo>
                <a:lnTo>
                  <a:pt x="448175" y="494133"/>
                </a:lnTo>
                <a:lnTo>
                  <a:pt x="463296" y="495300"/>
                </a:lnTo>
                <a:lnTo>
                  <a:pt x="522076" y="495300"/>
                </a:lnTo>
                <a:lnTo>
                  <a:pt x="520993" y="510420"/>
                </a:lnTo>
                <a:lnTo>
                  <a:pt x="511111" y="530542"/>
                </a:lnTo>
                <a:lnTo>
                  <a:pt x="492942" y="546377"/>
                </a:lnTo>
                <a:lnTo>
                  <a:pt x="466344" y="557784"/>
                </a:lnTo>
                <a:close/>
              </a:path>
            </a:pathLst>
          </a:custGeom>
          <a:solidFill>
            <a:srgbClr val="3333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" name="object 15"/>
          <p:cNvSpPr/>
          <p:nvPr/>
        </p:nvSpPr>
        <p:spPr>
          <a:xfrm>
            <a:off x="6149339" y="1271016"/>
            <a:ext cx="556260" cy="554990"/>
          </a:xfrm>
          <a:custGeom>
            <a:avLst/>
            <a:gdLst/>
            <a:ahLst/>
            <a:cxnLst/>
            <a:rect l="l" t="t" r="r" b="b"/>
            <a:pathLst>
              <a:path w="556259" h="554989">
                <a:moveTo>
                  <a:pt x="323088" y="88392"/>
                </a:moveTo>
                <a:lnTo>
                  <a:pt x="300228" y="88392"/>
                </a:lnTo>
                <a:lnTo>
                  <a:pt x="297942" y="69556"/>
                </a:lnTo>
                <a:lnTo>
                  <a:pt x="291084" y="49720"/>
                </a:lnTo>
                <a:lnTo>
                  <a:pt x="279654" y="29027"/>
                </a:lnTo>
                <a:lnTo>
                  <a:pt x="263652" y="7620"/>
                </a:lnTo>
                <a:lnTo>
                  <a:pt x="268224" y="0"/>
                </a:lnTo>
                <a:lnTo>
                  <a:pt x="312801" y="22669"/>
                </a:lnTo>
                <a:lnTo>
                  <a:pt x="335280" y="47244"/>
                </a:lnTo>
                <a:lnTo>
                  <a:pt x="338328" y="53340"/>
                </a:lnTo>
                <a:lnTo>
                  <a:pt x="338328" y="57912"/>
                </a:lnTo>
                <a:lnTo>
                  <a:pt x="337446" y="65031"/>
                </a:lnTo>
                <a:lnTo>
                  <a:pt x="334708" y="72580"/>
                </a:lnTo>
                <a:lnTo>
                  <a:pt x="329969" y="80414"/>
                </a:lnTo>
                <a:lnTo>
                  <a:pt x="323088" y="88392"/>
                </a:lnTo>
                <a:close/>
              </a:path>
              <a:path w="556259" h="554989">
                <a:moveTo>
                  <a:pt x="542140" y="88392"/>
                </a:moveTo>
                <a:lnTo>
                  <a:pt x="464820" y="88392"/>
                </a:lnTo>
                <a:lnTo>
                  <a:pt x="502920" y="50292"/>
                </a:lnTo>
                <a:lnTo>
                  <a:pt x="542140" y="88392"/>
                </a:lnTo>
                <a:close/>
              </a:path>
              <a:path w="556259" h="554989">
                <a:moveTo>
                  <a:pt x="7620" y="554736"/>
                </a:moveTo>
                <a:lnTo>
                  <a:pt x="0" y="547116"/>
                </a:lnTo>
                <a:lnTo>
                  <a:pt x="22026" y="515373"/>
                </a:lnTo>
                <a:lnTo>
                  <a:pt x="40195" y="481774"/>
                </a:lnTo>
                <a:lnTo>
                  <a:pt x="54649" y="446174"/>
                </a:lnTo>
                <a:lnTo>
                  <a:pt x="65532" y="408432"/>
                </a:lnTo>
                <a:lnTo>
                  <a:pt x="72651" y="368427"/>
                </a:lnTo>
                <a:lnTo>
                  <a:pt x="77914" y="323850"/>
                </a:lnTo>
                <a:lnTo>
                  <a:pt x="81176" y="274701"/>
                </a:lnTo>
                <a:lnTo>
                  <a:pt x="82210" y="225100"/>
                </a:lnTo>
                <a:lnTo>
                  <a:pt x="82180" y="198120"/>
                </a:lnTo>
                <a:lnTo>
                  <a:pt x="82022" y="168505"/>
                </a:lnTo>
                <a:lnTo>
                  <a:pt x="81343" y="125920"/>
                </a:lnTo>
                <a:lnTo>
                  <a:pt x="80367" y="90892"/>
                </a:lnTo>
                <a:lnTo>
                  <a:pt x="79248" y="64008"/>
                </a:lnTo>
                <a:lnTo>
                  <a:pt x="124968" y="88392"/>
                </a:lnTo>
                <a:lnTo>
                  <a:pt x="542140" y="88392"/>
                </a:lnTo>
                <a:lnTo>
                  <a:pt x="556260" y="102108"/>
                </a:lnTo>
                <a:lnTo>
                  <a:pt x="117348" y="102108"/>
                </a:lnTo>
                <a:lnTo>
                  <a:pt x="117144" y="169235"/>
                </a:lnTo>
                <a:lnTo>
                  <a:pt x="116518" y="225100"/>
                </a:lnTo>
                <a:lnTo>
                  <a:pt x="115372" y="271966"/>
                </a:lnTo>
                <a:lnTo>
                  <a:pt x="111252" y="336804"/>
                </a:lnTo>
                <a:lnTo>
                  <a:pt x="101346" y="393573"/>
                </a:lnTo>
                <a:lnTo>
                  <a:pt x="82296" y="448056"/>
                </a:lnTo>
                <a:lnTo>
                  <a:pt x="51244" y="501967"/>
                </a:lnTo>
                <a:lnTo>
                  <a:pt x="31075" y="528423"/>
                </a:lnTo>
                <a:lnTo>
                  <a:pt x="7620" y="554736"/>
                </a:lnTo>
                <a:close/>
              </a:path>
              <a:path w="556259" h="554989">
                <a:moveTo>
                  <a:pt x="329184" y="341376"/>
                </a:moveTo>
                <a:lnTo>
                  <a:pt x="295655" y="341376"/>
                </a:lnTo>
                <a:lnTo>
                  <a:pt x="295570" y="190500"/>
                </a:lnTo>
                <a:lnTo>
                  <a:pt x="295394" y="174712"/>
                </a:lnTo>
                <a:lnTo>
                  <a:pt x="294703" y="152590"/>
                </a:lnTo>
                <a:lnTo>
                  <a:pt x="293727" y="131897"/>
                </a:lnTo>
                <a:lnTo>
                  <a:pt x="292608" y="112776"/>
                </a:lnTo>
                <a:lnTo>
                  <a:pt x="350520" y="138684"/>
                </a:lnTo>
                <a:lnTo>
                  <a:pt x="329184" y="155448"/>
                </a:lnTo>
                <a:lnTo>
                  <a:pt x="329184" y="222503"/>
                </a:lnTo>
                <a:lnTo>
                  <a:pt x="513588" y="222503"/>
                </a:lnTo>
                <a:lnTo>
                  <a:pt x="527304" y="236220"/>
                </a:lnTo>
                <a:lnTo>
                  <a:pt x="329184" y="236220"/>
                </a:lnTo>
                <a:lnTo>
                  <a:pt x="329184" y="341376"/>
                </a:lnTo>
                <a:close/>
              </a:path>
              <a:path w="556259" h="554989">
                <a:moveTo>
                  <a:pt x="513588" y="222503"/>
                </a:moveTo>
                <a:lnTo>
                  <a:pt x="451104" y="222503"/>
                </a:lnTo>
                <a:lnTo>
                  <a:pt x="481584" y="190500"/>
                </a:lnTo>
                <a:lnTo>
                  <a:pt x="513588" y="222503"/>
                </a:lnTo>
                <a:close/>
              </a:path>
              <a:path w="556259" h="554989">
                <a:moveTo>
                  <a:pt x="492875" y="341376"/>
                </a:moveTo>
                <a:lnTo>
                  <a:pt x="445008" y="341376"/>
                </a:lnTo>
                <a:lnTo>
                  <a:pt x="464820" y="318515"/>
                </a:lnTo>
                <a:lnTo>
                  <a:pt x="492875" y="341376"/>
                </a:lnTo>
                <a:close/>
              </a:path>
              <a:path w="556259" h="554989">
                <a:moveTo>
                  <a:pt x="170688" y="554736"/>
                </a:moveTo>
                <a:lnTo>
                  <a:pt x="171569" y="523327"/>
                </a:lnTo>
                <a:lnTo>
                  <a:pt x="172021" y="493204"/>
                </a:lnTo>
                <a:lnTo>
                  <a:pt x="172088" y="393573"/>
                </a:lnTo>
                <a:lnTo>
                  <a:pt x="172021" y="382143"/>
                </a:lnTo>
                <a:lnTo>
                  <a:pt x="171567" y="352044"/>
                </a:lnTo>
                <a:lnTo>
                  <a:pt x="170688" y="320040"/>
                </a:lnTo>
                <a:lnTo>
                  <a:pt x="211836" y="341376"/>
                </a:lnTo>
                <a:lnTo>
                  <a:pt x="492875" y="341376"/>
                </a:lnTo>
                <a:lnTo>
                  <a:pt x="505968" y="352044"/>
                </a:lnTo>
                <a:lnTo>
                  <a:pt x="500564" y="356616"/>
                </a:lnTo>
                <a:lnTo>
                  <a:pt x="205740" y="356616"/>
                </a:lnTo>
                <a:lnTo>
                  <a:pt x="205740" y="487680"/>
                </a:lnTo>
                <a:lnTo>
                  <a:pt x="487527" y="487680"/>
                </a:lnTo>
                <a:lnTo>
                  <a:pt x="487981" y="502920"/>
                </a:lnTo>
                <a:lnTo>
                  <a:pt x="205740" y="502920"/>
                </a:lnTo>
                <a:lnTo>
                  <a:pt x="205740" y="541020"/>
                </a:lnTo>
                <a:lnTo>
                  <a:pt x="170688" y="554736"/>
                </a:lnTo>
                <a:close/>
              </a:path>
              <a:path w="556259" h="554989">
                <a:moveTo>
                  <a:pt x="487527" y="487680"/>
                </a:moveTo>
                <a:lnTo>
                  <a:pt x="451104" y="487680"/>
                </a:lnTo>
                <a:lnTo>
                  <a:pt x="451104" y="356616"/>
                </a:lnTo>
                <a:lnTo>
                  <a:pt x="500564" y="356616"/>
                </a:lnTo>
                <a:lnTo>
                  <a:pt x="486156" y="368808"/>
                </a:lnTo>
                <a:lnTo>
                  <a:pt x="486417" y="427624"/>
                </a:lnTo>
                <a:lnTo>
                  <a:pt x="487108" y="473583"/>
                </a:lnTo>
                <a:lnTo>
                  <a:pt x="487527" y="487680"/>
                </a:lnTo>
                <a:close/>
              </a:path>
              <a:path w="556259" h="554989">
                <a:moveTo>
                  <a:pt x="451104" y="541020"/>
                </a:moveTo>
                <a:lnTo>
                  <a:pt x="451104" y="502920"/>
                </a:lnTo>
                <a:lnTo>
                  <a:pt x="487981" y="502920"/>
                </a:lnTo>
                <a:lnTo>
                  <a:pt x="488084" y="506396"/>
                </a:lnTo>
                <a:lnTo>
                  <a:pt x="489204" y="525780"/>
                </a:lnTo>
                <a:lnTo>
                  <a:pt x="451104" y="541020"/>
                </a:lnTo>
                <a:close/>
              </a:path>
            </a:pathLst>
          </a:custGeom>
          <a:solidFill>
            <a:srgbClr val="3333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" name="object 16"/>
          <p:cNvSpPr/>
          <p:nvPr/>
        </p:nvSpPr>
        <p:spPr>
          <a:xfrm>
            <a:off x="6760464" y="1278636"/>
            <a:ext cx="567055" cy="542925"/>
          </a:xfrm>
          <a:custGeom>
            <a:avLst/>
            <a:gdLst/>
            <a:ahLst/>
            <a:cxnLst/>
            <a:rect l="l" t="t" r="r" b="b"/>
            <a:pathLst>
              <a:path w="567054" h="542925">
                <a:moveTo>
                  <a:pt x="362712" y="123444"/>
                </a:moveTo>
                <a:lnTo>
                  <a:pt x="332232" y="123444"/>
                </a:lnTo>
                <a:lnTo>
                  <a:pt x="331991" y="87868"/>
                </a:lnTo>
                <a:lnTo>
                  <a:pt x="331886" y="80581"/>
                </a:lnTo>
                <a:lnTo>
                  <a:pt x="331262" y="50363"/>
                </a:lnTo>
                <a:lnTo>
                  <a:pt x="330303" y="22502"/>
                </a:lnTo>
                <a:lnTo>
                  <a:pt x="329184" y="0"/>
                </a:lnTo>
                <a:lnTo>
                  <a:pt x="384048" y="22860"/>
                </a:lnTo>
                <a:lnTo>
                  <a:pt x="362712" y="42672"/>
                </a:lnTo>
                <a:lnTo>
                  <a:pt x="362712" y="123444"/>
                </a:lnTo>
                <a:close/>
              </a:path>
              <a:path w="567054" h="542925">
                <a:moveTo>
                  <a:pt x="115824" y="140208"/>
                </a:moveTo>
                <a:lnTo>
                  <a:pt x="114300" y="140208"/>
                </a:lnTo>
                <a:lnTo>
                  <a:pt x="110894" y="138779"/>
                </a:lnTo>
                <a:lnTo>
                  <a:pt x="107632" y="134493"/>
                </a:lnTo>
                <a:lnTo>
                  <a:pt x="104655" y="127349"/>
                </a:lnTo>
                <a:lnTo>
                  <a:pt x="102054" y="117157"/>
                </a:lnTo>
                <a:lnTo>
                  <a:pt x="97250" y="100179"/>
                </a:lnTo>
                <a:lnTo>
                  <a:pt x="89535" y="80581"/>
                </a:lnTo>
                <a:lnTo>
                  <a:pt x="78962" y="58412"/>
                </a:lnTo>
                <a:lnTo>
                  <a:pt x="65532" y="33528"/>
                </a:lnTo>
                <a:lnTo>
                  <a:pt x="73152" y="30480"/>
                </a:lnTo>
                <a:lnTo>
                  <a:pt x="105537" y="54292"/>
                </a:lnTo>
                <a:lnTo>
                  <a:pt x="132468" y="83581"/>
                </a:lnTo>
                <a:lnTo>
                  <a:pt x="138707" y="100822"/>
                </a:lnTo>
                <a:lnTo>
                  <a:pt x="138684" y="109728"/>
                </a:lnTo>
                <a:lnTo>
                  <a:pt x="136993" y="117157"/>
                </a:lnTo>
                <a:lnTo>
                  <a:pt x="134302" y="123444"/>
                </a:lnTo>
                <a:lnTo>
                  <a:pt x="130754" y="128587"/>
                </a:lnTo>
                <a:lnTo>
                  <a:pt x="126492" y="132588"/>
                </a:lnTo>
                <a:lnTo>
                  <a:pt x="120396" y="138684"/>
                </a:lnTo>
                <a:lnTo>
                  <a:pt x="115824" y="140208"/>
                </a:lnTo>
                <a:close/>
              </a:path>
              <a:path w="567054" h="542925">
                <a:moveTo>
                  <a:pt x="193548" y="216407"/>
                </a:moveTo>
                <a:lnTo>
                  <a:pt x="185928" y="211836"/>
                </a:lnTo>
                <a:lnTo>
                  <a:pt x="200548" y="185808"/>
                </a:lnTo>
                <a:lnTo>
                  <a:pt x="212598" y="160210"/>
                </a:lnTo>
                <a:lnTo>
                  <a:pt x="230124" y="109728"/>
                </a:lnTo>
                <a:lnTo>
                  <a:pt x="240601" y="66484"/>
                </a:lnTo>
                <a:lnTo>
                  <a:pt x="245364" y="38100"/>
                </a:lnTo>
                <a:lnTo>
                  <a:pt x="294132" y="67056"/>
                </a:lnTo>
                <a:lnTo>
                  <a:pt x="274320" y="76200"/>
                </a:lnTo>
                <a:lnTo>
                  <a:pt x="269486" y="87868"/>
                </a:lnTo>
                <a:lnTo>
                  <a:pt x="264223" y="99822"/>
                </a:lnTo>
                <a:lnTo>
                  <a:pt x="258675" y="111775"/>
                </a:lnTo>
                <a:lnTo>
                  <a:pt x="252984" y="123444"/>
                </a:lnTo>
                <a:lnTo>
                  <a:pt x="486156" y="123444"/>
                </a:lnTo>
                <a:lnTo>
                  <a:pt x="499872" y="138684"/>
                </a:lnTo>
                <a:lnTo>
                  <a:pt x="248412" y="138684"/>
                </a:lnTo>
                <a:lnTo>
                  <a:pt x="236410" y="159186"/>
                </a:lnTo>
                <a:lnTo>
                  <a:pt x="223266" y="179260"/>
                </a:lnTo>
                <a:lnTo>
                  <a:pt x="208978" y="198477"/>
                </a:lnTo>
                <a:lnTo>
                  <a:pt x="193548" y="216407"/>
                </a:lnTo>
                <a:close/>
              </a:path>
              <a:path w="567054" h="542925">
                <a:moveTo>
                  <a:pt x="486156" y="123444"/>
                </a:moveTo>
                <a:lnTo>
                  <a:pt x="428244" y="123444"/>
                </a:lnTo>
                <a:lnTo>
                  <a:pt x="458724" y="92964"/>
                </a:lnTo>
                <a:lnTo>
                  <a:pt x="486156" y="123444"/>
                </a:lnTo>
                <a:close/>
              </a:path>
              <a:path w="567054" h="542925">
                <a:moveTo>
                  <a:pt x="362712" y="236219"/>
                </a:moveTo>
                <a:lnTo>
                  <a:pt x="332232" y="236219"/>
                </a:lnTo>
                <a:lnTo>
                  <a:pt x="332232" y="138684"/>
                </a:lnTo>
                <a:lnTo>
                  <a:pt x="362712" y="138684"/>
                </a:lnTo>
                <a:lnTo>
                  <a:pt x="362712" y="236219"/>
                </a:lnTo>
                <a:close/>
              </a:path>
              <a:path w="567054" h="542925">
                <a:moveTo>
                  <a:pt x="25907" y="240792"/>
                </a:moveTo>
                <a:lnTo>
                  <a:pt x="4571" y="219456"/>
                </a:lnTo>
                <a:lnTo>
                  <a:pt x="94488" y="219456"/>
                </a:lnTo>
                <a:lnTo>
                  <a:pt x="111252" y="195072"/>
                </a:lnTo>
                <a:lnTo>
                  <a:pt x="149352" y="224028"/>
                </a:lnTo>
                <a:lnTo>
                  <a:pt x="137714" y="233172"/>
                </a:lnTo>
                <a:lnTo>
                  <a:pt x="65532" y="233172"/>
                </a:lnTo>
                <a:lnTo>
                  <a:pt x="57840" y="233719"/>
                </a:lnTo>
                <a:lnTo>
                  <a:pt x="48577" y="235267"/>
                </a:lnTo>
                <a:lnTo>
                  <a:pt x="37885" y="237672"/>
                </a:lnTo>
                <a:lnTo>
                  <a:pt x="25907" y="240792"/>
                </a:lnTo>
                <a:close/>
              </a:path>
              <a:path w="567054" h="542925">
                <a:moveTo>
                  <a:pt x="182880" y="257556"/>
                </a:moveTo>
                <a:lnTo>
                  <a:pt x="161544" y="236219"/>
                </a:lnTo>
                <a:lnTo>
                  <a:pt x="463296" y="236219"/>
                </a:lnTo>
                <a:lnTo>
                  <a:pt x="495300" y="205740"/>
                </a:lnTo>
                <a:lnTo>
                  <a:pt x="537972" y="249936"/>
                </a:lnTo>
                <a:lnTo>
                  <a:pt x="228600" y="249936"/>
                </a:lnTo>
                <a:lnTo>
                  <a:pt x="218884" y="250483"/>
                </a:lnTo>
                <a:lnTo>
                  <a:pt x="208026" y="252031"/>
                </a:lnTo>
                <a:lnTo>
                  <a:pt x="196024" y="254436"/>
                </a:lnTo>
                <a:lnTo>
                  <a:pt x="182880" y="257556"/>
                </a:lnTo>
                <a:close/>
              </a:path>
              <a:path w="567054" h="542925">
                <a:moveTo>
                  <a:pt x="35052" y="518160"/>
                </a:moveTo>
                <a:lnTo>
                  <a:pt x="0" y="487680"/>
                </a:lnTo>
                <a:lnTo>
                  <a:pt x="21669" y="469344"/>
                </a:lnTo>
                <a:lnTo>
                  <a:pt x="45339" y="453009"/>
                </a:lnTo>
                <a:lnTo>
                  <a:pt x="70723" y="438388"/>
                </a:lnTo>
                <a:lnTo>
                  <a:pt x="97536" y="425196"/>
                </a:lnTo>
                <a:lnTo>
                  <a:pt x="97536" y="233172"/>
                </a:lnTo>
                <a:lnTo>
                  <a:pt x="137714" y="233172"/>
                </a:lnTo>
                <a:lnTo>
                  <a:pt x="128016" y="240792"/>
                </a:lnTo>
                <a:lnTo>
                  <a:pt x="128084" y="429841"/>
                </a:lnTo>
                <a:lnTo>
                  <a:pt x="140327" y="442960"/>
                </a:lnTo>
                <a:lnTo>
                  <a:pt x="142351" y="444722"/>
                </a:lnTo>
                <a:lnTo>
                  <a:pt x="106156" y="444722"/>
                </a:lnTo>
                <a:lnTo>
                  <a:pt x="73152" y="467868"/>
                </a:lnTo>
                <a:lnTo>
                  <a:pt x="41005" y="507301"/>
                </a:lnTo>
                <a:lnTo>
                  <a:pt x="35052" y="518160"/>
                </a:lnTo>
                <a:close/>
              </a:path>
              <a:path w="567054" h="542925">
                <a:moveTo>
                  <a:pt x="173736" y="466344"/>
                </a:moveTo>
                <a:lnTo>
                  <a:pt x="169164" y="458724"/>
                </a:lnTo>
                <a:lnTo>
                  <a:pt x="207373" y="429841"/>
                </a:lnTo>
                <a:lnTo>
                  <a:pt x="237829" y="394447"/>
                </a:lnTo>
                <a:lnTo>
                  <a:pt x="260457" y="352617"/>
                </a:lnTo>
                <a:lnTo>
                  <a:pt x="275185" y="304422"/>
                </a:lnTo>
                <a:lnTo>
                  <a:pt x="281940" y="249936"/>
                </a:lnTo>
                <a:lnTo>
                  <a:pt x="315468" y="249936"/>
                </a:lnTo>
                <a:lnTo>
                  <a:pt x="309626" y="301632"/>
                </a:lnTo>
                <a:lnTo>
                  <a:pt x="296672" y="347020"/>
                </a:lnTo>
                <a:lnTo>
                  <a:pt x="276606" y="386143"/>
                </a:lnTo>
                <a:lnTo>
                  <a:pt x="249428" y="419043"/>
                </a:lnTo>
                <a:lnTo>
                  <a:pt x="215138" y="445762"/>
                </a:lnTo>
                <a:lnTo>
                  <a:pt x="173736" y="466344"/>
                </a:lnTo>
                <a:close/>
              </a:path>
              <a:path w="567054" h="542925">
                <a:moveTo>
                  <a:pt x="489204" y="455676"/>
                </a:moveTo>
                <a:lnTo>
                  <a:pt x="416052" y="455676"/>
                </a:lnTo>
                <a:lnTo>
                  <a:pt x="396073" y="451985"/>
                </a:lnTo>
                <a:lnTo>
                  <a:pt x="381952" y="443293"/>
                </a:lnTo>
                <a:lnTo>
                  <a:pt x="373832" y="429744"/>
                </a:lnTo>
                <a:lnTo>
                  <a:pt x="371856" y="411480"/>
                </a:lnTo>
                <a:lnTo>
                  <a:pt x="371856" y="249936"/>
                </a:lnTo>
                <a:lnTo>
                  <a:pt x="403860" y="249936"/>
                </a:lnTo>
                <a:lnTo>
                  <a:pt x="403880" y="399549"/>
                </a:lnTo>
                <a:lnTo>
                  <a:pt x="404979" y="413265"/>
                </a:lnTo>
                <a:lnTo>
                  <a:pt x="410527" y="423100"/>
                </a:lnTo>
                <a:lnTo>
                  <a:pt x="420362" y="428648"/>
                </a:lnTo>
                <a:lnTo>
                  <a:pt x="434340" y="429768"/>
                </a:lnTo>
                <a:lnTo>
                  <a:pt x="544657" y="429768"/>
                </a:lnTo>
                <a:lnTo>
                  <a:pt x="539138" y="440031"/>
                </a:lnTo>
                <a:lnTo>
                  <a:pt x="526732" y="450151"/>
                </a:lnTo>
                <a:lnTo>
                  <a:pt x="510039" y="455414"/>
                </a:lnTo>
                <a:lnTo>
                  <a:pt x="489204" y="455676"/>
                </a:lnTo>
                <a:close/>
              </a:path>
              <a:path w="567054" h="542925">
                <a:moveTo>
                  <a:pt x="544657" y="429768"/>
                </a:moveTo>
                <a:lnTo>
                  <a:pt x="472440" y="429768"/>
                </a:lnTo>
                <a:lnTo>
                  <a:pt x="482512" y="429482"/>
                </a:lnTo>
                <a:lnTo>
                  <a:pt x="490156" y="426339"/>
                </a:lnTo>
                <a:lnTo>
                  <a:pt x="504444" y="382333"/>
                </a:lnTo>
                <a:lnTo>
                  <a:pt x="509016" y="333756"/>
                </a:lnTo>
                <a:lnTo>
                  <a:pt x="518160" y="333756"/>
                </a:lnTo>
                <a:lnTo>
                  <a:pt x="520731" y="386691"/>
                </a:lnTo>
                <a:lnTo>
                  <a:pt x="537733" y="421790"/>
                </a:lnTo>
                <a:lnTo>
                  <a:pt x="547116" y="425196"/>
                </a:lnTo>
                <a:lnTo>
                  <a:pt x="544657" y="429768"/>
                </a:lnTo>
                <a:close/>
              </a:path>
              <a:path w="567054" h="542925">
                <a:moveTo>
                  <a:pt x="516636" y="542544"/>
                </a:moveTo>
                <a:lnTo>
                  <a:pt x="336804" y="537972"/>
                </a:lnTo>
                <a:lnTo>
                  <a:pt x="274129" y="532257"/>
                </a:lnTo>
                <a:lnTo>
                  <a:pt x="224028" y="519684"/>
                </a:lnTo>
                <a:lnTo>
                  <a:pt x="184785" y="501015"/>
                </a:lnTo>
                <a:lnTo>
                  <a:pt x="152400" y="475487"/>
                </a:lnTo>
                <a:lnTo>
                  <a:pt x="138922" y="464081"/>
                </a:lnTo>
                <a:lnTo>
                  <a:pt x="128016" y="455104"/>
                </a:lnTo>
                <a:lnTo>
                  <a:pt x="119395" y="448698"/>
                </a:lnTo>
                <a:lnTo>
                  <a:pt x="112776" y="445008"/>
                </a:lnTo>
                <a:lnTo>
                  <a:pt x="106156" y="444722"/>
                </a:lnTo>
                <a:lnTo>
                  <a:pt x="142351" y="444722"/>
                </a:lnTo>
                <a:lnTo>
                  <a:pt x="188976" y="478536"/>
                </a:lnTo>
                <a:lnTo>
                  <a:pt x="243459" y="494728"/>
                </a:lnTo>
                <a:lnTo>
                  <a:pt x="283702" y="499752"/>
                </a:lnTo>
                <a:lnTo>
                  <a:pt x="332232" y="502920"/>
                </a:lnTo>
                <a:lnTo>
                  <a:pt x="375221" y="503858"/>
                </a:lnTo>
                <a:lnTo>
                  <a:pt x="560444" y="503858"/>
                </a:lnTo>
                <a:lnTo>
                  <a:pt x="544925" y="509754"/>
                </a:lnTo>
                <a:lnTo>
                  <a:pt x="529209" y="519112"/>
                </a:lnTo>
                <a:lnTo>
                  <a:pt x="519779" y="529899"/>
                </a:lnTo>
                <a:lnTo>
                  <a:pt x="516636" y="542544"/>
                </a:lnTo>
                <a:close/>
              </a:path>
              <a:path w="567054" h="542925">
                <a:moveTo>
                  <a:pt x="560444" y="503858"/>
                </a:moveTo>
                <a:lnTo>
                  <a:pt x="375221" y="503858"/>
                </a:lnTo>
                <a:lnTo>
                  <a:pt x="420111" y="503115"/>
                </a:lnTo>
                <a:lnTo>
                  <a:pt x="466977" y="500835"/>
                </a:lnTo>
                <a:lnTo>
                  <a:pt x="515892" y="497165"/>
                </a:lnTo>
                <a:lnTo>
                  <a:pt x="566927" y="492252"/>
                </a:lnTo>
                <a:lnTo>
                  <a:pt x="566927" y="501396"/>
                </a:lnTo>
                <a:lnTo>
                  <a:pt x="560444" y="503858"/>
                </a:lnTo>
                <a:close/>
              </a:path>
            </a:pathLst>
          </a:custGeom>
          <a:solidFill>
            <a:srgbClr val="3333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" name="object 17"/>
          <p:cNvSpPr/>
          <p:nvPr/>
        </p:nvSpPr>
        <p:spPr>
          <a:xfrm>
            <a:off x="7376159" y="1278636"/>
            <a:ext cx="558165" cy="528955"/>
          </a:xfrm>
          <a:custGeom>
            <a:avLst/>
            <a:gdLst/>
            <a:ahLst/>
            <a:cxnLst/>
            <a:rect l="l" t="t" r="r" b="b"/>
            <a:pathLst>
              <a:path w="558165" h="528955">
                <a:moveTo>
                  <a:pt x="128015" y="188976"/>
                </a:moveTo>
                <a:lnTo>
                  <a:pt x="91439" y="188976"/>
                </a:lnTo>
                <a:lnTo>
                  <a:pt x="91370" y="56388"/>
                </a:lnTo>
                <a:lnTo>
                  <a:pt x="91058" y="38671"/>
                </a:lnTo>
                <a:lnTo>
                  <a:pt x="90154" y="19407"/>
                </a:lnTo>
                <a:lnTo>
                  <a:pt x="88391" y="0"/>
                </a:lnTo>
                <a:lnTo>
                  <a:pt x="149351" y="25908"/>
                </a:lnTo>
                <a:lnTo>
                  <a:pt x="128015" y="42672"/>
                </a:lnTo>
                <a:lnTo>
                  <a:pt x="128015" y="188976"/>
                </a:lnTo>
                <a:close/>
              </a:path>
              <a:path w="558165" h="528955">
                <a:moveTo>
                  <a:pt x="394715" y="505968"/>
                </a:moveTo>
                <a:lnTo>
                  <a:pt x="361187" y="505968"/>
                </a:lnTo>
                <a:lnTo>
                  <a:pt x="361145" y="76200"/>
                </a:lnTo>
                <a:lnTo>
                  <a:pt x="360997" y="56388"/>
                </a:lnTo>
                <a:lnTo>
                  <a:pt x="360545" y="30670"/>
                </a:lnTo>
                <a:lnTo>
                  <a:pt x="359663" y="1524"/>
                </a:lnTo>
                <a:lnTo>
                  <a:pt x="417575" y="27432"/>
                </a:lnTo>
                <a:lnTo>
                  <a:pt x="394715" y="47244"/>
                </a:lnTo>
                <a:lnTo>
                  <a:pt x="394715" y="228600"/>
                </a:lnTo>
                <a:lnTo>
                  <a:pt x="533399" y="228600"/>
                </a:lnTo>
                <a:lnTo>
                  <a:pt x="548639" y="243840"/>
                </a:lnTo>
                <a:lnTo>
                  <a:pt x="394715" y="243840"/>
                </a:lnTo>
                <a:lnTo>
                  <a:pt x="394715" y="505968"/>
                </a:lnTo>
                <a:close/>
              </a:path>
              <a:path w="558165" h="528955">
                <a:moveTo>
                  <a:pt x="284987" y="505968"/>
                </a:moveTo>
                <a:lnTo>
                  <a:pt x="251459" y="505968"/>
                </a:lnTo>
                <a:lnTo>
                  <a:pt x="251441" y="203239"/>
                </a:lnTo>
                <a:lnTo>
                  <a:pt x="251315" y="188976"/>
                </a:lnTo>
                <a:lnTo>
                  <a:pt x="251214" y="182880"/>
                </a:lnTo>
                <a:lnTo>
                  <a:pt x="250817" y="169021"/>
                </a:lnTo>
                <a:lnTo>
                  <a:pt x="249935" y="152400"/>
                </a:lnTo>
                <a:lnTo>
                  <a:pt x="306323" y="182880"/>
                </a:lnTo>
                <a:lnTo>
                  <a:pt x="284987" y="199644"/>
                </a:lnTo>
                <a:lnTo>
                  <a:pt x="284987" y="505968"/>
                </a:lnTo>
                <a:close/>
              </a:path>
              <a:path w="558165" h="528955">
                <a:moveTo>
                  <a:pt x="21335" y="210312"/>
                </a:moveTo>
                <a:lnTo>
                  <a:pt x="0" y="188976"/>
                </a:lnTo>
                <a:lnTo>
                  <a:pt x="163067" y="188976"/>
                </a:lnTo>
                <a:lnTo>
                  <a:pt x="188975" y="161544"/>
                </a:lnTo>
                <a:lnTo>
                  <a:pt x="230123" y="202692"/>
                </a:lnTo>
                <a:lnTo>
                  <a:pt x="79247" y="202692"/>
                </a:lnTo>
                <a:lnTo>
                  <a:pt x="64412" y="203239"/>
                </a:lnTo>
                <a:lnTo>
                  <a:pt x="49720" y="204787"/>
                </a:lnTo>
                <a:lnTo>
                  <a:pt x="35313" y="207192"/>
                </a:lnTo>
                <a:lnTo>
                  <a:pt x="21335" y="210312"/>
                </a:lnTo>
                <a:close/>
              </a:path>
              <a:path w="558165" h="528955">
                <a:moveTo>
                  <a:pt x="533399" y="228600"/>
                </a:moveTo>
                <a:lnTo>
                  <a:pt x="472439" y="228600"/>
                </a:lnTo>
                <a:lnTo>
                  <a:pt x="502919" y="198120"/>
                </a:lnTo>
                <a:lnTo>
                  <a:pt x="533399" y="228600"/>
                </a:lnTo>
                <a:close/>
              </a:path>
              <a:path w="558165" h="528955">
                <a:moveTo>
                  <a:pt x="28955" y="495299"/>
                </a:moveTo>
                <a:lnTo>
                  <a:pt x="0" y="446532"/>
                </a:lnTo>
                <a:lnTo>
                  <a:pt x="24574" y="441650"/>
                </a:lnTo>
                <a:lnTo>
                  <a:pt x="48005" y="436054"/>
                </a:lnTo>
                <a:lnTo>
                  <a:pt x="70294" y="429601"/>
                </a:lnTo>
                <a:lnTo>
                  <a:pt x="91439" y="422148"/>
                </a:lnTo>
                <a:lnTo>
                  <a:pt x="91439" y="202692"/>
                </a:lnTo>
                <a:lnTo>
                  <a:pt x="128015" y="202692"/>
                </a:lnTo>
                <a:lnTo>
                  <a:pt x="128015" y="411480"/>
                </a:lnTo>
                <a:lnTo>
                  <a:pt x="172733" y="411480"/>
                </a:lnTo>
                <a:lnTo>
                  <a:pt x="145756" y="423933"/>
                </a:lnTo>
                <a:lnTo>
                  <a:pt x="86677" y="454342"/>
                </a:lnTo>
                <a:lnTo>
                  <a:pt x="47886" y="478178"/>
                </a:lnTo>
                <a:lnTo>
                  <a:pt x="28955" y="495299"/>
                </a:lnTo>
                <a:close/>
              </a:path>
              <a:path w="558165" h="528955">
                <a:moveTo>
                  <a:pt x="172733" y="411480"/>
                </a:moveTo>
                <a:lnTo>
                  <a:pt x="128015" y="411480"/>
                </a:lnTo>
                <a:lnTo>
                  <a:pt x="222503" y="377952"/>
                </a:lnTo>
                <a:lnTo>
                  <a:pt x="225551" y="387096"/>
                </a:lnTo>
                <a:lnTo>
                  <a:pt x="172733" y="411480"/>
                </a:lnTo>
                <a:close/>
              </a:path>
              <a:path w="558165" h="528955">
                <a:moveTo>
                  <a:pt x="167639" y="528828"/>
                </a:moveTo>
                <a:lnTo>
                  <a:pt x="146303" y="505968"/>
                </a:lnTo>
                <a:lnTo>
                  <a:pt x="472439" y="505968"/>
                </a:lnTo>
                <a:lnTo>
                  <a:pt x="507491" y="470916"/>
                </a:lnTo>
                <a:lnTo>
                  <a:pt x="557783" y="521208"/>
                </a:lnTo>
                <a:lnTo>
                  <a:pt x="225551" y="521208"/>
                </a:lnTo>
                <a:lnTo>
                  <a:pt x="210073" y="521541"/>
                </a:lnTo>
                <a:lnTo>
                  <a:pt x="195452" y="522732"/>
                </a:lnTo>
                <a:lnTo>
                  <a:pt x="181403" y="525065"/>
                </a:lnTo>
                <a:lnTo>
                  <a:pt x="167639" y="528828"/>
                </a:lnTo>
                <a:close/>
              </a:path>
            </a:pathLst>
          </a:custGeom>
          <a:solidFill>
            <a:srgbClr val="3333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" name="object 18"/>
          <p:cNvSpPr/>
          <p:nvPr/>
        </p:nvSpPr>
        <p:spPr>
          <a:xfrm>
            <a:off x="8055864" y="1280160"/>
            <a:ext cx="448309" cy="548640"/>
          </a:xfrm>
          <a:custGeom>
            <a:avLst/>
            <a:gdLst/>
            <a:ahLst/>
            <a:cxnLst/>
            <a:rect l="l" t="t" r="r" b="b"/>
            <a:pathLst>
              <a:path w="448309" h="548639">
                <a:moveTo>
                  <a:pt x="103632" y="117348"/>
                </a:moveTo>
                <a:lnTo>
                  <a:pt x="94488" y="117348"/>
                </a:lnTo>
                <a:lnTo>
                  <a:pt x="89916" y="109728"/>
                </a:lnTo>
                <a:lnTo>
                  <a:pt x="86868" y="96012"/>
                </a:lnTo>
                <a:lnTo>
                  <a:pt x="78819" y="76581"/>
                </a:lnTo>
                <a:lnTo>
                  <a:pt x="68199" y="54864"/>
                </a:lnTo>
                <a:lnTo>
                  <a:pt x="54721" y="30861"/>
                </a:lnTo>
                <a:lnTo>
                  <a:pt x="38100" y="4572"/>
                </a:lnTo>
                <a:lnTo>
                  <a:pt x="45720" y="0"/>
                </a:lnTo>
                <a:lnTo>
                  <a:pt x="85534" y="24384"/>
                </a:lnTo>
                <a:lnTo>
                  <a:pt x="115323" y="53030"/>
                </a:lnTo>
                <a:lnTo>
                  <a:pt x="124968" y="74676"/>
                </a:lnTo>
                <a:lnTo>
                  <a:pt x="124365" y="80700"/>
                </a:lnTo>
                <a:lnTo>
                  <a:pt x="122491" y="87249"/>
                </a:lnTo>
                <a:lnTo>
                  <a:pt x="119181" y="94392"/>
                </a:lnTo>
                <a:lnTo>
                  <a:pt x="114300" y="102108"/>
                </a:lnTo>
                <a:lnTo>
                  <a:pt x="108204" y="112776"/>
                </a:lnTo>
                <a:lnTo>
                  <a:pt x="103632" y="117348"/>
                </a:lnTo>
                <a:close/>
              </a:path>
              <a:path w="448309" h="548639">
                <a:moveTo>
                  <a:pt x="201168" y="83820"/>
                </a:moveTo>
                <a:lnTo>
                  <a:pt x="179831" y="62484"/>
                </a:lnTo>
                <a:lnTo>
                  <a:pt x="387096" y="62484"/>
                </a:lnTo>
                <a:lnTo>
                  <a:pt x="406908" y="33528"/>
                </a:lnTo>
                <a:lnTo>
                  <a:pt x="448056" y="67056"/>
                </a:lnTo>
                <a:lnTo>
                  <a:pt x="437505" y="76200"/>
                </a:lnTo>
                <a:lnTo>
                  <a:pt x="259080" y="76200"/>
                </a:lnTo>
                <a:lnTo>
                  <a:pt x="243387" y="76747"/>
                </a:lnTo>
                <a:lnTo>
                  <a:pt x="228409" y="78295"/>
                </a:lnTo>
                <a:lnTo>
                  <a:pt x="214288" y="80700"/>
                </a:lnTo>
                <a:lnTo>
                  <a:pt x="201168" y="83820"/>
                </a:lnTo>
                <a:close/>
              </a:path>
              <a:path w="448309" h="548639">
                <a:moveTo>
                  <a:pt x="423940" y="486156"/>
                </a:moveTo>
                <a:lnTo>
                  <a:pt x="364236" y="486156"/>
                </a:lnTo>
                <a:lnTo>
                  <a:pt x="375356" y="485846"/>
                </a:lnTo>
                <a:lnTo>
                  <a:pt x="383476" y="482536"/>
                </a:lnTo>
                <a:lnTo>
                  <a:pt x="388453" y="476083"/>
                </a:lnTo>
                <a:lnTo>
                  <a:pt x="390144" y="466344"/>
                </a:lnTo>
                <a:lnTo>
                  <a:pt x="390144" y="76200"/>
                </a:lnTo>
                <a:lnTo>
                  <a:pt x="437505" y="76200"/>
                </a:lnTo>
                <a:lnTo>
                  <a:pt x="425196" y="86868"/>
                </a:lnTo>
                <a:lnTo>
                  <a:pt x="425196" y="473964"/>
                </a:lnTo>
                <a:lnTo>
                  <a:pt x="423940" y="486156"/>
                </a:lnTo>
                <a:close/>
              </a:path>
              <a:path w="448309" h="548639">
                <a:moveTo>
                  <a:pt x="0" y="548640"/>
                </a:moveTo>
                <a:lnTo>
                  <a:pt x="1039" y="498276"/>
                </a:lnTo>
                <a:lnTo>
                  <a:pt x="1731" y="459955"/>
                </a:lnTo>
                <a:lnTo>
                  <a:pt x="2414" y="411041"/>
                </a:lnTo>
                <a:lnTo>
                  <a:pt x="2822" y="365379"/>
                </a:lnTo>
                <a:lnTo>
                  <a:pt x="3011" y="295656"/>
                </a:lnTo>
                <a:lnTo>
                  <a:pt x="2786" y="239077"/>
                </a:lnTo>
                <a:lnTo>
                  <a:pt x="2104" y="184404"/>
                </a:lnTo>
                <a:lnTo>
                  <a:pt x="1119" y="138493"/>
                </a:lnTo>
                <a:lnTo>
                  <a:pt x="0" y="103632"/>
                </a:lnTo>
                <a:lnTo>
                  <a:pt x="59436" y="137160"/>
                </a:lnTo>
                <a:lnTo>
                  <a:pt x="38100" y="150876"/>
                </a:lnTo>
                <a:lnTo>
                  <a:pt x="38100" y="531876"/>
                </a:lnTo>
                <a:lnTo>
                  <a:pt x="0" y="548640"/>
                </a:lnTo>
                <a:close/>
              </a:path>
              <a:path w="448309" h="548639">
                <a:moveTo>
                  <a:pt x="330226" y="208788"/>
                </a:moveTo>
                <a:lnTo>
                  <a:pt x="277368" y="208788"/>
                </a:lnTo>
                <a:lnTo>
                  <a:pt x="294131" y="181356"/>
                </a:lnTo>
                <a:lnTo>
                  <a:pt x="330226" y="208788"/>
                </a:lnTo>
                <a:close/>
              </a:path>
              <a:path w="448309" h="548639">
                <a:moveTo>
                  <a:pt x="112776" y="423671"/>
                </a:moveTo>
                <a:lnTo>
                  <a:pt x="113657" y="389096"/>
                </a:lnTo>
                <a:lnTo>
                  <a:pt x="114109" y="356235"/>
                </a:lnTo>
                <a:lnTo>
                  <a:pt x="114205" y="338328"/>
                </a:lnTo>
                <a:lnTo>
                  <a:pt x="114276" y="267985"/>
                </a:lnTo>
                <a:lnTo>
                  <a:pt x="114094" y="239077"/>
                </a:lnTo>
                <a:lnTo>
                  <a:pt x="113657" y="212074"/>
                </a:lnTo>
                <a:lnTo>
                  <a:pt x="112776" y="184404"/>
                </a:lnTo>
                <a:lnTo>
                  <a:pt x="147828" y="208788"/>
                </a:lnTo>
                <a:lnTo>
                  <a:pt x="330226" y="208788"/>
                </a:lnTo>
                <a:lnTo>
                  <a:pt x="332232" y="210312"/>
                </a:lnTo>
                <a:lnTo>
                  <a:pt x="318931" y="222504"/>
                </a:lnTo>
                <a:lnTo>
                  <a:pt x="147828" y="222504"/>
                </a:lnTo>
                <a:lnTo>
                  <a:pt x="147828" y="364236"/>
                </a:lnTo>
                <a:lnTo>
                  <a:pt x="314121" y="364236"/>
                </a:lnTo>
                <a:lnTo>
                  <a:pt x="314134" y="365379"/>
                </a:lnTo>
                <a:lnTo>
                  <a:pt x="314484" y="377952"/>
                </a:lnTo>
                <a:lnTo>
                  <a:pt x="147828" y="377952"/>
                </a:lnTo>
                <a:lnTo>
                  <a:pt x="147828" y="409956"/>
                </a:lnTo>
                <a:lnTo>
                  <a:pt x="112776" y="423671"/>
                </a:lnTo>
                <a:close/>
              </a:path>
              <a:path w="448309" h="548639">
                <a:moveTo>
                  <a:pt x="314121" y="364236"/>
                </a:moveTo>
                <a:lnTo>
                  <a:pt x="280416" y="364236"/>
                </a:lnTo>
                <a:lnTo>
                  <a:pt x="280416" y="222504"/>
                </a:lnTo>
                <a:lnTo>
                  <a:pt x="318931" y="222504"/>
                </a:lnTo>
                <a:lnTo>
                  <a:pt x="313943" y="227076"/>
                </a:lnTo>
                <a:lnTo>
                  <a:pt x="314064" y="359273"/>
                </a:lnTo>
                <a:lnTo>
                  <a:pt x="314121" y="364236"/>
                </a:lnTo>
                <a:close/>
              </a:path>
              <a:path w="448309" h="548639">
                <a:moveTo>
                  <a:pt x="280416" y="414528"/>
                </a:moveTo>
                <a:lnTo>
                  <a:pt x="280416" y="377952"/>
                </a:lnTo>
                <a:lnTo>
                  <a:pt x="314484" y="377952"/>
                </a:lnTo>
                <a:lnTo>
                  <a:pt x="314586" y="381619"/>
                </a:lnTo>
                <a:lnTo>
                  <a:pt x="315467" y="399288"/>
                </a:lnTo>
                <a:lnTo>
                  <a:pt x="280416" y="414528"/>
                </a:lnTo>
                <a:close/>
              </a:path>
              <a:path w="448309" h="548639">
                <a:moveTo>
                  <a:pt x="365760" y="548640"/>
                </a:moveTo>
                <a:lnTo>
                  <a:pt x="360640" y="528613"/>
                </a:lnTo>
                <a:lnTo>
                  <a:pt x="345376" y="511873"/>
                </a:lnTo>
                <a:lnTo>
                  <a:pt x="320111" y="498276"/>
                </a:lnTo>
                <a:lnTo>
                  <a:pt x="284988" y="487680"/>
                </a:lnTo>
                <a:lnTo>
                  <a:pt x="284988" y="478536"/>
                </a:lnTo>
                <a:lnTo>
                  <a:pt x="364236" y="486156"/>
                </a:lnTo>
                <a:lnTo>
                  <a:pt x="423940" y="486156"/>
                </a:lnTo>
                <a:lnTo>
                  <a:pt x="422338" y="501705"/>
                </a:lnTo>
                <a:lnTo>
                  <a:pt x="411480" y="523303"/>
                </a:lnTo>
                <a:lnTo>
                  <a:pt x="392620" y="538900"/>
                </a:lnTo>
                <a:lnTo>
                  <a:pt x="365760" y="548640"/>
                </a:lnTo>
                <a:close/>
              </a:path>
            </a:pathLst>
          </a:custGeom>
          <a:solidFill>
            <a:srgbClr val="3333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" name="object 19"/>
          <p:cNvSpPr/>
          <p:nvPr/>
        </p:nvSpPr>
        <p:spPr>
          <a:xfrm>
            <a:off x="8598407" y="1289303"/>
            <a:ext cx="558165" cy="541020"/>
          </a:xfrm>
          <a:custGeom>
            <a:avLst/>
            <a:gdLst/>
            <a:ahLst/>
            <a:cxnLst/>
            <a:rect l="l" t="t" r="r" b="b"/>
            <a:pathLst>
              <a:path w="558165" h="541019">
                <a:moveTo>
                  <a:pt x="298704" y="50292"/>
                </a:moveTo>
                <a:lnTo>
                  <a:pt x="277368" y="28956"/>
                </a:lnTo>
                <a:lnTo>
                  <a:pt x="486156" y="28956"/>
                </a:lnTo>
                <a:lnTo>
                  <a:pt x="515112" y="0"/>
                </a:lnTo>
                <a:lnTo>
                  <a:pt x="553212" y="44196"/>
                </a:lnTo>
                <a:lnTo>
                  <a:pt x="356616" y="44196"/>
                </a:lnTo>
                <a:lnTo>
                  <a:pt x="341780" y="44505"/>
                </a:lnTo>
                <a:lnTo>
                  <a:pt x="327088" y="45529"/>
                </a:lnTo>
                <a:lnTo>
                  <a:pt x="312681" y="47410"/>
                </a:lnTo>
                <a:lnTo>
                  <a:pt x="298704" y="50292"/>
                </a:lnTo>
                <a:close/>
              </a:path>
              <a:path w="558165" h="541019">
                <a:moveTo>
                  <a:pt x="259641" y="27432"/>
                </a:moveTo>
                <a:lnTo>
                  <a:pt x="213360" y="27432"/>
                </a:lnTo>
                <a:lnTo>
                  <a:pt x="230124" y="3048"/>
                </a:lnTo>
                <a:lnTo>
                  <a:pt x="259641" y="27432"/>
                </a:lnTo>
                <a:close/>
              </a:path>
              <a:path w="558165" h="541019">
                <a:moveTo>
                  <a:pt x="71628" y="233172"/>
                </a:moveTo>
                <a:lnTo>
                  <a:pt x="73723" y="176974"/>
                </a:lnTo>
                <a:lnTo>
                  <a:pt x="74544" y="132588"/>
                </a:lnTo>
                <a:lnTo>
                  <a:pt x="74621" y="111252"/>
                </a:lnTo>
                <a:lnTo>
                  <a:pt x="74407" y="87915"/>
                </a:lnTo>
                <a:lnTo>
                  <a:pt x="73723" y="60198"/>
                </a:lnTo>
                <a:lnTo>
                  <a:pt x="72689" y="32004"/>
                </a:lnTo>
                <a:lnTo>
                  <a:pt x="71628" y="7620"/>
                </a:lnTo>
                <a:lnTo>
                  <a:pt x="105156" y="27432"/>
                </a:lnTo>
                <a:lnTo>
                  <a:pt x="259641" y="27432"/>
                </a:lnTo>
                <a:lnTo>
                  <a:pt x="265175" y="32004"/>
                </a:lnTo>
                <a:lnTo>
                  <a:pt x="254000" y="41148"/>
                </a:lnTo>
                <a:lnTo>
                  <a:pt x="105156" y="41148"/>
                </a:lnTo>
                <a:lnTo>
                  <a:pt x="105156" y="111252"/>
                </a:lnTo>
                <a:lnTo>
                  <a:pt x="248891" y="111252"/>
                </a:lnTo>
                <a:lnTo>
                  <a:pt x="249102" y="124968"/>
                </a:lnTo>
                <a:lnTo>
                  <a:pt x="105156" y="124968"/>
                </a:lnTo>
                <a:lnTo>
                  <a:pt x="105156" y="192024"/>
                </a:lnTo>
                <a:lnTo>
                  <a:pt x="250761" y="192024"/>
                </a:lnTo>
                <a:lnTo>
                  <a:pt x="251245" y="205740"/>
                </a:lnTo>
                <a:lnTo>
                  <a:pt x="105156" y="205740"/>
                </a:lnTo>
                <a:lnTo>
                  <a:pt x="105156" y="220979"/>
                </a:lnTo>
                <a:lnTo>
                  <a:pt x="71628" y="233172"/>
                </a:lnTo>
                <a:close/>
              </a:path>
              <a:path w="558165" h="541019">
                <a:moveTo>
                  <a:pt x="248891" y="111252"/>
                </a:moveTo>
                <a:lnTo>
                  <a:pt x="217932" y="111252"/>
                </a:lnTo>
                <a:lnTo>
                  <a:pt x="217932" y="41148"/>
                </a:lnTo>
                <a:lnTo>
                  <a:pt x="254000" y="41148"/>
                </a:lnTo>
                <a:lnTo>
                  <a:pt x="248412" y="45720"/>
                </a:lnTo>
                <a:lnTo>
                  <a:pt x="248673" y="97178"/>
                </a:lnTo>
                <a:lnTo>
                  <a:pt x="248891" y="111252"/>
                </a:lnTo>
                <a:close/>
              </a:path>
              <a:path w="558165" h="541019">
                <a:moveTo>
                  <a:pt x="385572" y="112776"/>
                </a:moveTo>
                <a:lnTo>
                  <a:pt x="373380" y="112776"/>
                </a:lnTo>
                <a:lnTo>
                  <a:pt x="377642" y="95416"/>
                </a:lnTo>
                <a:lnTo>
                  <a:pt x="381190" y="77914"/>
                </a:lnTo>
                <a:lnTo>
                  <a:pt x="383881" y="60698"/>
                </a:lnTo>
                <a:lnTo>
                  <a:pt x="385572" y="44196"/>
                </a:lnTo>
                <a:lnTo>
                  <a:pt x="426719" y="44196"/>
                </a:lnTo>
                <a:lnTo>
                  <a:pt x="420076" y="53625"/>
                </a:lnTo>
                <a:lnTo>
                  <a:pt x="411289" y="68199"/>
                </a:lnTo>
                <a:lnTo>
                  <a:pt x="385572" y="112776"/>
                </a:lnTo>
                <a:close/>
              </a:path>
              <a:path w="558165" h="541019">
                <a:moveTo>
                  <a:pt x="522642" y="112776"/>
                </a:moveTo>
                <a:lnTo>
                  <a:pt x="477012" y="112776"/>
                </a:lnTo>
                <a:lnTo>
                  <a:pt x="493776" y="91440"/>
                </a:lnTo>
                <a:lnTo>
                  <a:pt x="522642" y="112776"/>
                </a:lnTo>
                <a:close/>
              </a:path>
              <a:path w="558165" h="541019">
                <a:moveTo>
                  <a:pt x="309372" y="345948"/>
                </a:moveTo>
                <a:lnTo>
                  <a:pt x="310253" y="319373"/>
                </a:lnTo>
                <a:lnTo>
                  <a:pt x="310705" y="289941"/>
                </a:lnTo>
                <a:lnTo>
                  <a:pt x="310821" y="176974"/>
                </a:lnTo>
                <a:lnTo>
                  <a:pt x="310705" y="153924"/>
                </a:lnTo>
                <a:lnTo>
                  <a:pt x="310253" y="123063"/>
                </a:lnTo>
                <a:lnTo>
                  <a:pt x="309372" y="94488"/>
                </a:lnTo>
                <a:lnTo>
                  <a:pt x="342900" y="112776"/>
                </a:lnTo>
                <a:lnTo>
                  <a:pt x="522642" y="112776"/>
                </a:lnTo>
                <a:lnTo>
                  <a:pt x="528828" y="117348"/>
                </a:lnTo>
                <a:lnTo>
                  <a:pt x="517093" y="128016"/>
                </a:lnTo>
                <a:lnTo>
                  <a:pt x="342900" y="128016"/>
                </a:lnTo>
                <a:lnTo>
                  <a:pt x="342900" y="326136"/>
                </a:lnTo>
                <a:lnTo>
                  <a:pt x="309372" y="345948"/>
                </a:lnTo>
                <a:close/>
              </a:path>
              <a:path w="558165" h="541019">
                <a:moveTo>
                  <a:pt x="250761" y="192024"/>
                </a:moveTo>
                <a:lnTo>
                  <a:pt x="217932" y="192024"/>
                </a:lnTo>
                <a:lnTo>
                  <a:pt x="217932" y="124968"/>
                </a:lnTo>
                <a:lnTo>
                  <a:pt x="249102" y="124968"/>
                </a:lnTo>
                <a:lnTo>
                  <a:pt x="249364" y="141922"/>
                </a:lnTo>
                <a:lnTo>
                  <a:pt x="250340" y="180093"/>
                </a:lnTo>
                <a:lnTo>
                  <a:pt x="250761" y="192024"/>
                </a:lnTo>
                <a:close/>
              </a:path>
              <a:path w="558165" h="541019">
                <a:moveTo>
                  <a:pt x="481584" y="338328"/>
                </a:moveTo>
                <a:lnTo>
                  <a:pt x="481584" y="128016"/>
                </a:lnTo>
                <a:lnTo>
                  <a:pt x="517093" y="128016"/>
                </a:lnTo>
                <a:lnTo>
                  <a:pt x="512064" y="132588"/>
                </a:lnTo>
                <a:lnTo>
                  <a:pt x="512185" y="252293"/>
                </a:lnTo>
                <a:lnTo>
                  <a:pt x="512347" y="259079"/>
                </a:lnTo>
                <a:lnTo>
                  <a:pt x="513119" y="277296"/>
                </a:lnTo>
                <a:lnTo>
                  <a:pt x="514036" y="297179"/>
                </a:lnTo>
                <a:lnTo>
                  <a:pt x="515112" y="321564"/>
                </a:lnTo>
                <a:lnTo>
                  <a:pt x="481584" y="338328"/>
                </a:lnTo>
                <a:close/>
              </a:path>
              <a:path w="558165" h="541019">
                <a:moveTo>
                  <a:pt x="263651" y="477011"/>
                </a:moveTo>
                <a:lnTo>
                  <a:pt x="259080" y="469392"/>
                </a:lnTo>
                <a:lnTo>
                  <a:pt x="291917" y="449937"/>
                </a:lnTo>
                <a:lnTo>
                  <a:pt x="319468" y="430339"/>
                </a:lnTo>
                <a:lnTo>
                  <a:pt x="358140" y="390144"/>
                </a:lnTo>
                <a:lnTo>
                  <a:pt x="379666" y="345757"/>
                </a:lnTo>
                <a:lnTo>
                  <a:pt x="388601" y="291274"/>
                </a:lnTo>
                <a:lnTo>
                  <a:pt x="391033" y="233172"/>
                </a:lnTo>
                <a:lnTo>
                  <a:pt x="390977" y="197643"/>
                </a:lnTo>
                <a:lnTo>
                  <a:pt x="390144" y="163068"/>
                </a:lnTo>
                <a:lnTo>
                  <a:pt x="443484" y="188976"/>
                </a:lnTo>
                <a:lnTo>
                  <a:pt x="423672" y="205740"/>
                </a:lnTo>
                <a:lnTo>
                  <a:pt x="422838" y="252293"/>
                </a:lnTo>
                <a:lnTo>
                  <a:pt x="420433" y="291274"/>
                </a:lnTo>
                <a:lnTo>
                  <a:pt x="411480" y="345948"/>
                </a:lnTo>
                <a:lnTo>
                  <a:pt x="394335" y="384238"/>
                </a:lnTo>
                <a:lnTo>
                  <a:pt x="365760" y="419100"/>
                </a:lnTo>
                <a:lnTo>
                  <a:pt x="322135" y="450342"/>
                </a:lnTo>
                <a:lnTo>
                  <a:pt x="294822" y="464105"/>
                </a:lnTo>
                <a:lnTo>
                  <a:pt x="263651" y="477011"/>
                </a:lnTo>
                <a:close/>
              </a:path>
              <a:path w="558165" h="541019">
                <a:moveTo>
                  <a:pt x="217932" y="228600"/>
                </a:moveTo>
                <a:lnTo>
                  <a:pt x="217932" y="205740"/>
                </a:lnTo>
                <a:lnTo>
                  <a:pt x="251245" y="205740"/>
                </a:lnTo>
                <a:lnTo>
                  <a:pt x="251460" y="211836"/>
                </a:lnTo>
                <a:lnTo>
                  <a:pt x="217932" y="228600"/>
                </a:lnTo>
                <a:close/>
              </a:path>
              <a:path w="558165" h="541019">
                <a:moveTo>
                  <a:pt x="41148" y="280416"/>
                </a:moveTo>
                <a:lnTo>
                  <a:pt x="19812" y="259079"/>
                </a:lnTo>
                <a:lnTo>
                  <a:pt x="230124" y="259079"/>
                </a:lnTo>
                <a:lnTo>
                  <a:pt x="259080" y="230124"/>
                </a:lnTo>
                <a:lnTo>
                  <a:pt x="297180" y="272796"/>
                </a:lnTo>
                <a:lnTo>
                  <a:pt x="99060" y="272796"/>
                </a:lnTo>
                <a:lnTo>
                  <a:pt x="83367" y="273343"/>
                </a:lnTo>
                <a:lnTo>
                  <a:pt x="68389" y="274891"/>
                </a:lnTo>
                <a:lnTo>
                  <a:pt x="54268" y="277296"/>
                </a:lnTo>
                <a:lnTo>
                  <a:pt x="41148" y="280416"/>
                </a:lnTo>
                <a:close/>
              </a:path>
              <a:path w="558165" h="541019">
                <a:moveTo>
                  <a:pt x="179832" y="455676"/>
                </a:moveTo>
                <a:lnTo>
                  <a:pt x="147828" y="455676"/>
                </a:lnTo>
                <a:lnTo>
                  <a:pt x="147828" y="272796"/>
                </a:lnTo>
                <a:lnTo>
                  <a:pt x="179832" y="272796"/>
                </a:lnTo>
                <a:lnTo>
                  <a:pt x="179832" y="356616"/>
                </a:lnTo>
                <a:lnTo>
                  <a:pt x="274489" y="356616"/>
                </a:lnTo>
                <a:lnTo>
                  <a:pt x="288036" y="371856"/>
                </a:lnTo>
                <a:lnTo>
                  <a:pt x="179832" y="371856"/>
                </a:lnTo>
                <a:lnTo>
                  <a:pt x="179832" y="455676"/>
                </a:lnTo>
                <a:close/>
              </a:path>
              <a:path w="558165" h="541019">
                <a:moveTo>
                  <a:pt x="7620" y="541020"/>
                </a:moveTo>
                <a:lnTo>
                  <a:pt x="0" y="536448"/>
                </a:lnTo>
                <a:lnTo>
                  <a:pt x="13763" y="510159"/>
                </a:lnTo>
                <a:lnTo>
                  <a:pt x="25527" y="481584"/>
                </a:lnTo>
                <a:lnTo>
                  <a:pt x="44196" y="417576"/>
                </a:lnTo>
                <a:lnTo>
                  <a:pt x="56769" y="353949"/>
                </a:lnTo>
                <a:lnTo>
                  <a:pt x="62484" y="297179"/>
                </a:lnTo>
                <a:lnTo>
                  <a:pt x="109728" y="321564"/>
                </a:lnTo>
                <a:lnTo>
                  <a:pt x="101155" y="328707"/>
                </a:lnTo>
                <a:lnTo>
                  <a:pt x="93726" y="343281"/>
                </a:lnTo>
                <a:lnTo>
                  <a:pt x="87439" y="365283"/>
                </a:lnTo>
                <a:lnTo>
                  <a:pt x="82296" y="394716"/>
                </a:lnTo>
                <a:lnTo>
                  <a:pt x="94846" y="409956"/>
                </a:lnTo>
                <a:lnTo>
                  <a:pt x="76200" y="409956"/>
                </a:lnTo>
                <a:lnTo>
                  <a:pt x="61626" y="450580"/>
                </a:lnTo>
                <a:lnTo>
                  <a:pt x="45339" y="485775"/>
                </a:lnTo>
                <a:lnTo>
                  <a:pt x="27336" y="515826"/>
                </a:lnTo>
                <a:lnTo>
                  <a:pt x="7620" y="541020"/>
                </a:lnTo>
                <a:close/>
              </a:path>
              <a:path w="558165" h="541019">
                <a:moveTo>
                  <a:pt x="274489" y="356616"/>
                </a:moveTo>
                <a:lnTo>
                  <a:pt x="225552" y="356616"/>
                </a:lnTo>
                <a:lnTo>
                  <a:pt x="251460" y="330708"/>
                </a:lnTo>
                <a:lnTo>
                  <a:pt x="274489" y="356616"/>
                </a:lnTo>
                <a:close/>
              </a:path>
              <a:path w="558165" h="541019">
                <a:moveTo>
                  <a:pt x="522732" y="460248"/>
                </a:moveTo>
                <a:lnTo>
                  <a:pt x="519684" y="460248"/>
                </a:lnTo>
                <a:lnTo>
                  <a:pt x="516850" y="458795"/>
                </a:lnTo>
                <a:lnTo>
                  <a:pt x="513016" y="454342"/>
                </a:lnTo>
                <a:lnTo>
                  <a:pt x="508325" y="446746"/>
                </a:lnTo>
                <a:lnTo>
                  <a:pt x="502919" y="435864"/>
                </a:lnTo>
                <a:lnTo>
                  <a:pt x="490680" y="418457"/>
                </a:lnTo>
                <a:lnTo>
                  <a:pt x="472440" y="398335"/>
                </a:lnTo>
                <a:lnTo>
                  <a:pt x="448484" y="375642"/>
                </a:lnTo>
                <a:lnTo>
                  <a:pt x="419100" y="350520"/>
                </a:lnTo>
                <a:lnTo>
                  <a:pt x="423672" y="342900"/>
                </a:lnTo>
                <a:lnTo>
                  <a:pt x="465129" y="362664"/>
                </a:lnTo>
                <a:lnTo>
                  <a:pt x="516040" y="391334"/>
                </a:lnTo>
                <a:lnTo>
                  <a:pt x="533400" y="417576"/>
                </a:lnTo>
                <a:lnTo>
                  <a:pt x="533285" y="430339"/>
                </a:lnTo>
                <a:lnTo>
                  <a:pt x="531876" y="437387"/>
                </a:lnTo>
                <a:lnTo>
                  <a:pt x="525780" y="455676"/>
                </a:lnTo>
                <a:lnTo>
                  <a:pt x="522732" y="460248"/>
                </a:lnTo>
                <a:close/>
              </a:path>
              <a:path w="558165" h="541019">
                <a:moveTo>
                  <a:pt x="436363" y="524621"/>
                </a:moveTo>
                <a:lnTo>
                  <a:pt x="372075" y="523890"/>
                </a:lnTo>
                <a:lnTo>
                  <a:pt x="319271" y="522061"/>
                </a:lnTo>
                <a:lnTo>
                  <a:pt x="278026" y="519135"/>
                </a:lnTo>
                <a:lnTo>
                  <a:pt x="219241" y="508825"/>
                </a:lnTo>
                <a:lnTo>
                  <a:pt x="170616" y="492823"/>
                </a:lnTo>
                <a:lnTo>
                  <a:pt x="132564" y="470820"/>
                </a:lnTo>
                <a:lnTo>
                  <a:pt x="95369" y="434244"/>
                </a:lnTo>
                <a:lnTo>
                  <a:pt x="76200" y="409956"/>
                </a:lnTo>
                <a:lnTo>
                  <a:pt x="94846" y="409956"/>
                </a:lnTo>
                <a:lnTo>
                  <a:pt x="95964" y="411313"/>
                </a:lnTo>
                <a:lnTo>
                  <a:pt x="111633" y="426910"/>
                </a:lnTo>
                <a:lnTo>
                  <a:pt x="129016" y="441650"/>
                </a:lnTo>
                <a:lnTo>
                  <a:pt x="147828" y="455676"/>
                </a:lnTo>
                <a:lnTo>
                  <a:pt x="179832" y="455676"/>
                </a:lnTo>
                <a:lnTo>
                  <a:pt x="179832" y="464820"/>
                </a:lnTo>
                <a:lnTo>
                  <a:pt x="208097" y="473964"/>
                </a:lnTo>
                <a:lnTo>
                  <a:pt x="244792" y="480822"/>
                </a:lnTo>
                <a:lnTo>
                  <a:pt x="289774" y="485394"/>
                </a:lnTo>
                <a:lnTo>
                  <a:pt x="342900" y="487680"/>
                </a:lnTo>
                <a:lnTo>
                  <a:pt x="554208" y="487680"/>
                </a:lnTo>
                <a:lnTo>
                  <a:pt x="537781" y="494680"/>
                </a:lnTo>
                <a:lnTo>
                  <a:pt x="523494" y="504063"/>
                </a:lnTo>
                <a:lnTo>
                  <a:pt x="514921" y="514016"/>
                </a:lnTo>
                <a:lnTo>
                  <a:pt x="512064" y="524256"/>
                </a:lnTo>
                <a:lnTo>
                  <a:pt x="436363" y="524621"/>
                </a:lnTo>
                <a:close/>
              </a:path>
              <a:path w="558165" h="541019">
                <a:moveTo>
                  <a:pt x="554208" y="487680"/>
                </a:moveTo>
                <a:lnTo>
                  <a:pt x="342900" y="487680"/>
                </a:lnTo>
                <a:lnTo>
                  <a:pt x="400050" y="487084"/>
                </a:lnTo>
                <a:lnTo>
                  <a:pt x="454914" y="485203"/>
                </a:lnTo>
                <a:lnTo>
                  <a:pt x="507492" y="481893"/>
                </a:lnTo>
                <a:lnTo>
                  <a:pt x="557784" y="477011"/>
                </a:lnTo>
                <a:lnTo>
                  <a:pt x="557784" y="486156"/>
                </a:lnTo>
                <a:lnTo>
                  <a:pt x="554208" y="487680"/>
                </a:lnTo>
                <a:close/>
              </a:path>
            </a:pathLst>
          </a:custGeom>
          <a:solidFill>
            <a:srgbClr val="3333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" name="object 20"/>
          <p:cNvSpPr/>
          <p:nvPr/>
        </p:nvSpPr>
        <p:spPr>
          <a:xfrm>
            <a:off x="1751075" y="2552700"/>
            <a:ext cx="155575" cy="155575"/>
          </a:xfrm>
          <a:custGeom>
            <a:avLst/>
            <a:gdLst/>
            <a:ahLst/>
            <a:cxnLst/>
            <a:rect l="l" t="t" r="r" b="b"/>
            <a:pathLst>
              <a:path w="155575" h="155575">
                <a:moveTo>
                  <a:pt x="155448" y="155448"/>
                </a:moveTo>
                <a:lnTo>
                  <a:pt x="0" y="155448"/>
                </a:lnTo>
                <a:lnTo>
                  <a:pt x="0" y="0"/>
                </a:lnTo>
                <a:lnTo>
                  <a:pt x="155448" y="0"/>
                </a:lnTo>
                <a:lnTo>
                  <a:pt x="155448" y="155448"/>
                </a:lnTo>
                <a:close/>
              </a:path>
            </a:pathLst>
          </a:custGeom>
          <a:solidFill>
            <a:srgbClr val="3333C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" name="object 21"/>
          <p:cNvSpPr/>
          <p:nvPr/>
        </p:nvSpPr>
        <p:spPr>
          <a:xfrm>
            <a:off x="2139696" y="2362199"/>
            <a:ext cx="2348865" cy="410209"/>
          </a:xfrm>
          <a:custGeom>
            <a:avLst/>
            <a:gdLst/>
            <a:ahLst/>
            <a:cxnLst/>
            <a:rect l="l" t="t" r="r" b="b"/>
            <a:pathLst>
              <a:path w="2348865" h="410210">
                <a:moveTo>
                  <a:pt x="204216" y="138684"/>
                </a:moveTo>
                <a:lnTo>
                  <a:pt x="193548" y="92964"/>
                </a:lnTo>
                <a:lnTo>
                  <a:pt x="182321" y="77724"/>
                </a:lnTo>
                <a:lnTo>
                  <a:pt x="180784" y="75819"/>
                </a:lnTo>
                <a:lnTo>
                  <a:pt x="173177" y="68110"/>
                </a:lnTo>
                <a:lnTo>
                  <a:pt x="164592" y="60960"/>
                </a:lnTo>
                <a:lnTo>
                  <a:pt x="158496" y="57251"/>
                </a:lnTo>
                <a:lnTo>
                  <a:pt x="158496" y="140208"/>
                </a:lnTo>
                <a:lnTo>
                  <a:pt x="158203" y="147929"/>
                </a:lnTo>
                <a:lnTo>
                  <a:pt x="140208" y="188976"/>
                </a:lnTo>
                <a:lnTo>
                  <a:pt x="105486" y="205346"/>
                </a:lnTo>
                <a:lnTo>
                  <a:pt x="71628" y="207264"/>
                </a:lnTo>
                <a:lnTo>
                  <a:pt x="42672" y="207264"/>
                </a:lnTo>
                <a:lnTo>
                  <a:pt x="42672" y="77724"/>
                </a:lnTo>
                <a:lnTo>
                  <a:pt x="77724" y="77724"/>
                </a:lnTo>
                <a:lnTo>
                  <a:pt x="118059" y="83083"/>
                </a:lnTo>
                <a:lnTo>
                  <a:pt x="149555" y="104952"/>
                </a:lnTo>
                <a:lnTo>
                  <a:pt x="152400" y="111252"/>
                </a:lnTo>
                <a:lnTo>
                  <a:pt x="155270" y="117500"/>
                </a:lnTo>
                <a:lnTo>
                  <a:pt x="157162" y="124587"/>
                </a:lnTo>
                <a:lnTo>
                  <a:pt x="158178" y="132257"/>
                </a:lnTo>
                <a:lnTo>
                  <a:pt x="158496" y="140208"/>
                </a:lnTo>
                <a:lnTo>
                  <a:pt x="158496" y="57251"/>
                </a:lnTo>
                <a:lnTo>
                  <a:pt x="118694" y="43726"/>
                </a:lnTo>
                <a:lnTo>
                  <a:pt x="80772" y="41148"/>
                </a:lnTo>
                <a:lnTo>
                  <a:pt x="0" y="41148"/>
                </a:lnTo>
                <a:lnTo>
                  <a:pt x="0" y="365760"/>
                </a:lnTo>
                <a:lnTo>
                  <a:pt x="42672" y="365760"/>
                </a:lnTo>
                <a:lnTo>
                  <a:pt x="42672" y="243840"/>
                </a:lnTo>
                <a:lnTo>
                  <a:pt x="79248" y="243840"/>
                </a:lnTo>
                <a:lnTo>
                  <a:pt x="123609" y="239991"/>
                </a:lnTo>
                <a:lnTo>
                  <a:pt x="166700" y="219290"/>
                </a:lnTo>
                <a:lnTo>
                  <a:pt x="191973" y="188048"/>
                </a:lnTo>
                <a:lnTo>
                  <a:pt x="203657" y="148958"/>
                </a:lnTo>
                <a:lnTo>
                  <a:pt x="204216" y="138684"/>
                </a:lnTo>
                <a:close/>
              </a:path>
              <a:path w="2348865" h="410210">
                <a:moveTo>
                  <a:pt x="448043" y="272796"/>
                </a:moveTo>
                <a:lnTo>
                  <a:pt x="439686" y="233362"/>
                </a:lnTo>
                <a:lnTo>
                  <a:pt x="413562" y="204406"/>
                </a:lnTo>
                <a:lnTo>
                  <a:pt x="377545" y="189738"/>
                </a:lnTo>
                <a:lnTo>
                  <a:pt x="342303" y="180594"/>
                </a:lnTo>
                <a:lnTo>
                  <a:pt x="333552" y="178308"/>
                </a:lnTo>
                <a:lnTo>
                  <a:pt x="325678" y="176034"/>
                </a:lnTo>
                <a:lnTo>
                  <a:pt x="318503" y="173748"/>
                </a:lnTo>
                <a:lnTo>
                  <a:pt x="308787" y="170903"/>
                </a:lnTo>
                <a:lnTo>
                  <a:pt x="278307" y="141935"/>
                </a:lnTo>
                <a:lnTo>
                  <a:pt x="275831" y="123444"/>
                </a:lnTo>
                <a:lnTo>
                  <a:pt x="276974" y="112585"/>
                </a:lnTo>
                <a:lnTo>
                  <a:pt x="304101" y="80873"/>
                </a:lnTo>
                <a:lnTo>
                  <a:pt x="342887" y="73152"/>
                </a:lnTo>
                <a:lnTo>
                  <a:pt x="355676" y="73748"/>
                </a:lnTo>
                <a:lnTo>
                  <a:pt x="393179" y="83820"/>
                </a:lnTo>
                <a:lnTo>
                  <a:pt x="432803" y="108204"/>
                </a:lnTo>
                <a:lnTo>
                  <a:pt x="435851" y="108204"/>
                </a:lnTo>
                <a:lnTo>
                  <a:pt x="435851" y="56400"/>
                </a:lnTo>
                <a:lnTo>
                  <a:pt x="425310" y="51866"/>
                </a:lnTo>
                <a:lnTo>
                  <a:pt x="379069" y="38912"/>
                </a:lnTo>
                <a:lnTo>
                  <a:pt x="339839" y="35052"/>
                </a:lnTo>
                <a:lnTo>
                  <a:pt x="316979" y="36766"/>
                </a:lnTo>
                <a:lnTo>
                  <a:pt x="278117" y="50482"/>
                </a:lnTo>
                <a:lnTo>
                  <a:pt x="248361" y="76796"/>
                </a:lnTo>
                <a:lnTo>
                  <a:pt x="231635" y="128016"/>
                </a:lnTo>
                <a:lnTo>
                  <a:pt x="231927" y="137121"/>
                </a:lnTo>
                <a:lnTo>
                  <a:pt x="243255" y="175069"/>
                </a:lnTo>
                <a:lnTo>
                  <a:pt x="275831" y="204216"/>
                </a:lnTo>
                <a:lnTo>
                  <a:pt x="304787" y="214884"/>
                </a:lnTo>
                <a:lnTo>
                  <a:pt x="329869" y="221107"/>
                </a:lnTo>
                <a:lnTo>
                  <a:pt x="336791" y="222504"/>
                </a:lnTo>
                <a:lnTo>
                  <a:pt x="342798" y="224561"/>
                </a:lnTo>
                <a:lnTo>
                  <a:pt x="364223" y="230124"/>
                </a:lnTo>
                <a:lnTo>
                  <a:pt x="398703" y="254698"/>
                </a:lnTo>
                <a:lnTo>
                  <a:pt x="403847" y="280416"/>
                </a:lnTo>
                <a:lnTo>
                  <a:pt x="402704" y="291515"/>
                </a:lnTo>
                <a:lnTo>
                  <a:pt x="375297" y="325399"/>
                </a:lnTo>
                <a:lnTo>
                  <a:pt x="332219" y="333756"/>
                </a:lnTo>
                <a:lnTo>
                  <a:pt x="319417" y="333171"/>
                </a:lnTo>
                <a:lnTo>
                  <a:pt x="280403" y="323088"/>
                </a:lnTo>
                <a:lnTo>
                  <a:pt x="242481" y="301447"/>
                </a:lnTo>
                <a:lnTo>
                  <a:pt x="231635" y="292608"/>
                </a:lnTo>
                <a:lnTo>
                  <a:pt x="228587" y="292608"/>
                </a:lnTo>
                <a:lnTo>
                  <a:pt x="228587" y="345948"/>
                </a:lnTo>
                <a:lnTo>
                  <a:pt x="239382" y="351383"/>
                </a:lnTo>
                <a:lnTo>
                  <a:pt x="287477" y="367360"/>
                </a:lnTo>
                <a:lnTo>
                  <a:pt x="335267" y="371856"/>
                </a:lnTo>
                <a:lnTo>
                  <a:pt x="349326" y="371309"/>
                </a:lnTo>
                <a:lnTo>
                  <a:pt x="393801" y="359384"/>
                </a:lnTo>
                <a:lnTo>
                  <a:pt x="425640" y="335114"/>
                </a:lnTo>
                <a:lnTo>
                  <a:pt x="444195" y="301523"/>
                </a:lnTo>
                <a:lnTo>
                  <a:pt x="447713" y="282181"/>
                </a:lnTo>
                <a:lnTo>
                  <a:pt x="448043" y="272796"/>
                </a:lnTo>
                <a:close/>
              </a:path>
              <a:path w="2348865" h="410210">
                <a:moveTo>
                  <a:pt x="694944" y="138684"/>
                </a:moveTo>
                <a:lnTo>
                  <a:pt x="684276" y="92964"/>
                </a:lnTo>
                <a:lnTo>
                  <a:pt x="674281" y="77724"/>
                </a:lnTo>
                <a:lnTo>
                  <a:pt x="672846" y="75819"/>
                </a:lnTo>
                <a:lnTo>
                  <a:pt x="665416" y="68110"/>
                </a:lnTo>
                <a:lnTo>
                  <a:pt x="656844" y="60960"/>
                </a:lnTo>
                <a:lnTo>
                  <a:pt x="650748" y="57645"/>
                </a:lnTo>
                <a:lnTo>
                  <a:pt x="650748" y="140208"/>
                </a:lnTo>
                <a:lnTo>
                  <a:pt x="650455" y="147929"/>
                </a:lnTo>
                <a:lnTo>
                  <a:pt x="632460" y="188976"/>
                </a:lnTo>
                <a:lnTo>
                  <a:pt x="596455" y="205346"/>
                </a:lnTo>
                <a:lnTo>
                  <a:pt x="563880" y="207264"/>
                </a:lnTo>
                <a:lnTo>
                  <a:pt x="533400" y="207264"/>
                </a:lnTo>
                <a:lnTo>
                  <a:pt x="533400" y="77724"/>
                </a:lnTo>
                <a:lnTo>
                  <a:pt x="569976" y="77724"/>
                </a:lnTo>
                <a:lnTo>
                  <a:pt x="612648" y="83820"/>
                </a:lnTo>
                <a:lnTo>
                  <a:pt x="626364" y="91440"/>
                </a:lnTo>
                <a:lnTo>
                  <a:pt x="632434" y="95186"/>
                </a:lnTo>
                <a:lnTo>
                  <a:pt x="650430" y="132257"/>
                </a:lnTo>
                <a:lnTo>
                  <a:pt x="650748" y="140208"/>
                </a:lnTo>
                <a:lnTo>
                  <a:pt x="650748" y="57645"/>
                </a:lnTo>
                <a:lnTo>
                  <a:pt x="610285" y="43726"/>
                </a:lnTo>
                <a:lnTo>
                  <a:pt x="571500" y="41148"/>
                </a:lnTo>
                <a:lnTo>
                  <a:pt x="490728" y="41148"/>
                </a:lnTo>
                <a:lnTo>
                  <a:pt x="490728" y="365760"/>
                </a:lnTo>
                <a:lnTo>
                  <a:pt x="533400" y="365760"/>
                </a:lnTo>
                <a:lnTo>
                  <a:pt x="533400" y="243840"/>
                </a:lnTo>
                <a:lnTo>
                  <a:pt x="569976" y="243840"/>
                </a:lnTo>
                <a:lnTo>
                  <a:pt x="615619" y="239991"/>
                </a:lnTo>
                <a:lnTo>
                  <a:pt x="658317" y="219290"/>
                </a:lnTo>
                <a:lnTo>
                  <a:pt x="671118" y="207264"/>
                </a:lnTo>
                <a:lnTo>
                  <a:pt x="673176" y="204673"/>
                </a:lnTo>
                <a:lnTo>
                  <a:pt x="691083" y="168910"/>
                </a:lnTo>
                <a:lnTo>
                  <a:pt x="694601" y="148958"/>
                </a:lnTo>
                <a:lnTo>
                  <a:pt x="694944" y="138684"/>
                </a:lnTo>
                <a:close/>
              </a:path>
              <a:path w="2348865" h="410210">
                <a:moveTo>
                  <a:pt x="961631" y="365760"/>
                </a:moveTo>
                <a:lnTo>
                  <a:pt x="930732" y="274320"/>
                </a:lnTo>
                <a:lnTo>
                  <a:pt x="918362" y="237744"/>
                </a:lnTo>
                <a:lnTo>
                  <a:pt x="874763" y="108762"/>
                </a:lnTo>
                <a:lnTo>
                  <a:pt x="874763" y="237744"/>
                </a:lnTo>
                <a:lnTo>
                  <a:pt x="774179" y="237744"/>
                </a:lnTo>
                <a:lnTo>
                  <a:pt x="824471" y="85344"/>
                </a:lnTo>
                <a:lnTo>
                  <a:pt x="874763" y="237744"/>
                </a:lnTo>
                <a:lnTo>
                  <a:pt x="874763" y="108762"/>
                </a:lnTo>
                <a:lnTo>
                  <a:pt x="866851" y="85344"/>
                </a:lnTo>
                <a:lnTo>
                  <a:pt x="851903" y="41148"/>
                </a:lnTo>
                <a:lnTo>
                  <a:pt x="798563" y="41148"/>
                </a:lnTo>
                <a:lnTo>
                  <a:pt x="690359" y="365760"/>
                </a:lnTo>
                <a:lnTo>
                  <a:pt x="733031" y="365760"/>
                </a:lnTo>
                <a:lnTo>
                  <a:pt x="763511" y="274320"/>
                </a:lnTo>
                <a:lnTo>
                  <a:pt x="886955" y="274320"/>
                </a:lnTo>
                <a:lnTo>
                  <a:pt x="915911" y="365760"/>
                </a:lnTo>
                <a:lnTo>
                  <a:pt x="961631" y="365760"/>
                </a:lnTo>
                <a:close/>
              </a:path>
              <a:path w="2348865" h="410210">
                <a:moveTo>
                  <a:pt x="1219187" y="62484"/>
                </a:moveTo>
                <a:lnTo>
                  <a:pt x="1211567" y="59448"/>
                </a:lnTo>
                <a:lnTo>
                  <a:pt x="1205471" y="54876"/>
                </a:lnTo>
                <a:lnTo>
                  <a:pt x="1182611" y="45720"/>
                </a:lnTo>
                <a:lnTo>
                  <a:pt x="1176515" y="44196"/>
                </a:lnTo>
                <a:lnTo>
                  <a:pt x="1169898" y="42176"/>
                </a:lnTo>
                <a:lnTo>
                  <a:pt x="1163561" y="40576"/>
                </a:lnTo>
                <a:lnTo>
                  <a:pt x="1118603" y="35052"/>
                </a:lnTo>
                <a:lnTo>
                  <a:pt x="1102918" y="35890"/>
                </a:lnTo>
                <a:lnTo>
                  <a:pt x="1060691" y="47244"/>
                </a:lnTo>
                <a:lnTo>
                  <a:pt x="1024051" y="70180"/>
                </a:lnTo>
                <a:lnTo>
                  <a:pt x="996683" y="104394"/>
                </a:lnTo>
                <a:lnTo>
                  <a:pt x="979614" y="148285"/>
                </a:lnTo>
                <a:lnTo>
                  <a:pt x="973823" y="204216"/>
                </a:lnTo>
                <a:lnTo>
                  <a:pt x="974420" y="223989"/>
                </a:lnTo>
                <a:lnTo>
                  <a:pt x="984491" y="275844"/>
                </a:lnTo>
                <a:lnTo>
                  <a:pt x="1005497" y="317423"/>
                </a:lnTo>
                <a:lnTo>
                  <a:pt x="1035545" y="347472"/>
                </a:lnTo>
                <a:lnTo>
                  <a:pt x="1073823" y="365429"/>
                </a:lnTo>
                <a:lnTo>
                  <a:pt x="1118603" y="371856"/>
                </a:lnTo>
                <a:lnTo>
                  <a:pt x="1128115" y="371602"/>
                </a:lnTo>
                <a:lnTo>
                  <a:pt x="1185659" y="358140"/>
                </a:lnTo>
                <a:lnTo>
                  <a:pt x="1193279" y="356616"/>
                </a:lnTo>
                <a:lnTo>
                  <a:pt x="1205471" y="350520"/>
                </a:lnTo>
                <a:lnTo>
                  <a:pt x="1211567" y="345948"/>
                </a:lnTo>
                <a:lnTo>
                  <a:pt x="1219187" y="342900"/>
                </a:lnTo>
                <a:lnTo>
                  <a:pt x="1219187" y="292608"/>
                </a:lnTo>
                <a:lnTo>
                  <a:pt x="1216139" y="292608"/>
                </a:lnTo>
                <a:lnTo>
                  <a:pt x="1213091" y="295656"/>
                </a:lnTo>
                <a:lnTo>
                  <a:pt x="1208519" y="298704"/>
                </a:lnTo>
                <a:lnTo>
                  <a:pt x="1202423" y="303276"/>
                </a:lnTo>
                <a:lnTo>
                  <a:pt x="1197813" y="307594"/>
                </a:lnTo>
                <a:lnTo>
                  <a:pt x="1192898" y="311467"/>
                </a:lnTo>
                <a:lnTo>
                  <a:pt x="1153655" y="329184"/>
                </a:lnTo>
                <a:lnTo>
                  <a:pt x="1118603" y="333756"/>
                </a:lnTo>
                <a:lnTo>
                  <a:pt x="1108583" y="333209"/>
                </a:lnTo>
                <a:lnTo>
                  <a:pt x="1071651" y="321259"/>
                </a:lnTo>
                <a:lnTo>
                  <a:pt x="1041958" y="293179"/>
                </a:lnTo>
                <a:lnTo>
                  <a:pt x="1023162" y="248373"/>
                </a:lnTo>
                <a:lnTo>
                  <a:pt x="1018019" y="204216"/>
                </a:lnTo>
                <a:lnTo>
                  <a:pt x="1018578" y="188772"/>
                </a:lnTo>
                <a:lnTo>
                  <a:pt x="1025639" y="147828"/>
                </a:lnTo>
                <a:lnTo>
                  <a:pt x="1046975" y="105156"/>
                </a:lnTo>
                <a:lnTo>
                  <a:pt x="1080503" y="80784"/>
                </a:lnTo>
                <a:lnTo>
                  <a:pt x="1118603" y="71628"/>
                </a:lnTo>
                <a:lnTo>
                  <a:pt x="1128344" y="71920"/>
                </a:lnTo>
                <a:lnTo>
                  <a:pt x="1166990" y="81724"/>
                </a:lnTo>
                <a:lnTo>
                  <a:pt x="1179563" y="88392"/>
                </a:lnTo>
                <a:lnTo>
                  <a:pt x="1188707" y="92964"/>
                </a:lnTo>
                <a:lnTo>
                  <a:pt x="1206995" y="106680"/>
                </a:lnTo>
                <a:lnTo>
                  <a:pt x="1211567" y="111252"/>
                </a:lnTo>
                <a:lnTo>
                  <a:pt x="1216139" y="114300"/>
                </a:lnTo>
                <a:lnTo>
                  <a:pt x="1219187" y="114300"/>
                </a:lnTo>
                <a:lnTo>
                  <a:pt x="1219187" y="62484"/>
                </a:lnTo>
                <a:close/>
              </a:path>
              <a:path w="2348865" h="410210">
                <a:moveTo>
                  <a:pt x="1461503" y="40640"/>
                </a:moveTo>
                <a:lnTo>
                  <a:pt x="1260335" y="40640"/>
                </a:lnTo>
                <a:lnTo>
                  <a:pt x="1260335" y="78740"/>
                </a:lnTo>
                <a:lnTo>
                  <a:pt x="1260335" y="168910"/>
                </a:lnTo>
                <a:lnTo>
                  <a:pt x="1260335" y="207010"/>
                </a:lnTo>
                <a:lnTo>
                  <a:pt x="1260335" y="327660"/>
                </a:lnTo>
                <a:lnTo>
                  <a:pt x="1260335" y="365760"/>
                </a:lnTo>
                <a:lnTo>
                  <a:pt x="1461503" y="365760"/>
                </a:lnTo>
                <a:lnTo>
                  <a:pt x="1461503" y="327660"/>
                </a:lnTo>
                <a:lnTo>
                  <a:pt x="1303007" y="327660"/>
                </a:lnTo>
                <a:lnTo>
                  <a:pt x="1303007" y="207010"/>
                </a:lnTo>
                <a:lnTo>
                  <a:pt x="1450835" y="207010"/>
                </a:lnTo>
                <a:lnTo>
                  <a:pt x="1450835" y="168910"/>
                </a:lnTo>
                <a:lnTo>
                  <a:pt x="1303007" y="168910"/>
                </a:lnTo>
                <a:lnTo>
                  <a:pt x="1303007" y="78740"/>
                </a:lnTo>
                <a:lnTo>
                  <a:pt x="1461503" y="78740"/>
                </a:lnTo>
                <a:lnTo>
                  <a:pt x="1461503" y="40640"/>
                </a:lnTo>
                <a:close/>
              </a:path>
              <a:path w="2348865" h="410210">
                <a:moveTo>
                  <a:pt x="1812023" y="155460"/>
                </a:moveTo>
                <a:lnTo>
                  <a:pt x="1781543" y="123456"/>
                </a:lnTo>
                <a:lnTo>
                  <a:pt x="1760207" y="144792"/>
                </a:lnTo>
                <a:lnTo>
                  <a:pt x="1565135" y="144792"/>
                </a:lnTo>
                <a:lnTo>
                  <a:pt x="1581899" y="160032"/>
                </a:lnTo>
                <a:lnTo>
                  <a:pt x="1589595" y="158026"/>
                </a:lnTo>
                <a:lnTo>
                  <a:pt x="1598853" y="156603"/>
                </a:lnTo>
                <a:lnTo>
                  <a:pt x="1609547" y="155740"/>
                </a:lnTo>
                <a:lnTo>
                  <a:pt x="1621523" y="155460"/>
                </a:lnTo>
                <a:lnTo>
                  <a:pt x="1812023" y="155460"/>
                </a:lnTo>
                <a:close/>
              </a:path>
              <a:path w="2348865" h="410210">
                <a:moveTo>
                  <a:pt x="1891271" y="88404"/>
                </a:moveTo>
                <a:lnTo>
                  <a:pt x="1889594" y="86880"/>
                </a:lnTo>
                <a:lnTo>
                  <a:pt x="1877796" y="76212"/>
                </a:lnTo>
                <a:lnTo>
                  <a:pt x="1859267" y="59448"/>
                </a:lnTo>
                <a:lnTo>
                  <a:pt x="1845551" y="76212"/>
                </a:lnTo>
                <a:lnTo>
                  <a:pt x="1706867" y="76212"/>
                </a:lnTo>
                <a:lnTo>
                  <a:pt x="1711439" y="73164"/>
                </a:lnTo>
                <a:lnTo>
                  <a:pt x="1716011" y="65544"/>
                </a:lnTo>
                <a:lnTo>
                  <a:pt x="1720583" y="59448"/>
                </a:lnTo>
                <a:lnTo>
                  <a:pt x="1722107" y="53352"/>
                </a:lnTo>
                <a:lnTo>
                  <a:pt x="1722107" y="41160"/>
                </a:lnTo>
                <a:lnTo>
                  <a:pt x="1685518" y="9867"/>
                </a:lnTo>
                <a:lnTo>
                  <a:pt x="1671815" y="3060"/>
                </a:lnTo>
                <a:lnTo>
                  <a:pt x="1668767" y="7632"/>
                </a:lnTo>
                <a:lnTo>
                  <a:pt x="1678203" y="21082"/>
                </a:lnTo>
                <a:lnTo>
                  <a:pt x="1685912" y="34112"/>
                </a:lnTo>
                <a:lnTo>
                  <a:pt x="1691919" y="46850"/>
                </a:lnTo>
                <a:lnTo>
                  <a:pt x="1696199" y="59448"/>
                </a:lnTo>
                <a:lnTo>
                  <a:pt x="1699247" y="70116"/>
                </a:lnTo>
                <a:lnTo>
                  <a:pt x="1700771" y="76212"/>
                </a:lnTo>
                <a:lnTo>
                  <a:pt x="1560563" y="76212"/>
                </a:lnTo>
                <a:lnTo>
                  <a:pt x="1559039" y="56400"/>
                </a:lnTo>
                <a:lnTo>
                  <a:pt x="1549895" y="56400"/>
                </a:lnTo>
                <a:lnTo>
                  <a:pt x="1540751" y="94500"/>
                </a:lnTo>
                <a:lnTo>
                  <a:pt x="1523987" y="121932"/>
                </a:lnTo>
                <a:lnTo>
                  <a:pt x="1522463" y="124980"/>
                </a:lnTo>
                <a:lnTo>
                  <a:pt x="1522463" y="131076"/>
                </a:lnTo>
                <a:lnTo>
                  <a:pt x="1527035" y="132600"/>
                </a:lnTo>
                <a:lnTo>
                  <a:pt x="1542275" y="135648"/>
                </a:lnTo>
                <a:lnTo>
                  <a:pt x="1549895" y="132600"/>
                </a:lnTo>
                <a:lnTo>
                  <a:pt x="1555991" y="126504"/>
                </a:lnTo>
                <a:lnTo>
                  <a:pt x="1560563" y="120408"/>
                </a:lnTo>
                <a:lnTo>
                  <a:pt x="1563611" y="112788"/>
                </a:lnTo>
                <a:lnTo>
                  <a:pt x="1563611" y="102120"/>
                </a:lnTo>
                <a:lnTo>
                  <a:pt x="1562087" y="96024"/>
                </a:lnTo>
                <a:lnTo>
                  <a:pt x="1560563" y="86880"/>
                </a:lnTo>
                <a:lnTo>
                  <a:pt x="1848599" y="86880"/>
                </a:lnTo>
                <a:lnTo>
                  <a:pt x="1831835" y="128028"/>
                </a:lnTo>
                <a:lnTo>
                  <a:pt x="1836407" y="132600"/>
                </a:lnTo>
                <a:lnTo>
                  <a:pt x="1850771" y="114541"/>
                </a:lnTo>
                <a:lnTo>
                  <a:pt x="1864410" y="101358"/>
                </a:lnTo>
                <a:lnTo>
                  <a:pt x="1877771" y="92735"/>
                </a:lnTo>
                <a:lnTo>
                  <a:pt x="1891271" y="88404"/>
                </a:lnTo>
                <a:close/>
              </a:path>
              <a:path w="2348865" h="410210">
                <a:moveTo>
                  <a:pt x="1901939" y="367296"/>
                </a:moveTo>
                <a:lnTo>
                  <a:pt x="1879079" y="336816"/>
                </a:lnTo>
                <a:lnTo>
                  <a:pt x="1874507" y="286524"/>
                </a:lnTo>
                <a:lnTo>
                  <a:pt x="1868411" y="286524"/>
                </a:lnTo>
                <a:lnTo>
                  <a:pt x="1866125" y="329768"/>
                </a:lnTo>
                <a:lnTo>
                  <a:pt x="1849920" y="368579"/>
                </a:lnTo>
                <a:lnTo>
                  <a:pt x="1842503" y="370344"/>
                </a:lnTo>
                <a:lnTo>
                  <a:pt x="1778495" y="370344"/>
                </a:lnTo>
                <a:lnTo>
                  <a:pt x="1763636" y="368642"/>
                </a:lnTo>
                <a:lnTo>
                  <a:pt x="1753349" y="363677"/>
                </a:lnTo>
                <a:lnTo>
                  <a:pt x="1747634" y="355549"/>
                </a:lnTo>
                <a:lnTo>
                  <a:pt x="1746491" y="344436"/>
                </a:lnTo>
                <a:lnTo>
                  <a:pt x="1746491" y="227088"/>
                </a:lnTo>
                <a:lnTo>
                  <a:pt x="1879079" y="227088"/>
                </a:lnTo>
                <a:lnTo>
                  <a:pt x="1842503" y="192036"/>
                </a:lnTo>
                <a:lnTo>
                  <a:pt x="1816595" y="217944"/>
                </a:lnTo>
                <a:lnTo>
                  <a:pt x="1520939" y="217944"/>
                </a:lnTo>
                <a:lnTo>
                  <a:pt x="1534655" y="231660"/>
                </a:lnTo>
                <a:lnTo>
                  <a:pt x="1559039" y="227088"/>
                </a:lnTo>
                <a:lnTo>
                  <a:pt x="1633715" y="227088"/>
                </a:lnTo>
                <a:lnTo>
                  <a:pt x="1623999" y="290334"/>
                </a:lnTo>
                <a:lnTo>
                  <a:pt x="1606283" y="335292"/>
                </a:lnTo>
                <a:lnTo>
                  <a:pt x="1568373" y="370725"/>
                </a:lnTo>
                <a:lnTo>
                  <a:pt x="1499603" y="403872"/>
                </a:lnTo>
                <a:lnTo>
                  <a:pt x="1501127" y="409968"/>
                </a:lnTo>
                <a:lnTo>
                  <a:pt x="1561706" y="389204"/>
                </a:lnTo>
                <a:lnTo>
                  <a:pt x="1601711" y="367296"/>
                </a:lnTo>
                <a:lnTo>
                  <a:pt x="1636001" y="327431"/>
                </a:lnTo>
                <a:lnTo>
                  <a:pt x="1652955" y="272999"/>
                </a:lnTo>
                <a:lnTo>
                  <a:pt x="1659623" y="227088"/>
                </a:lnTo>
                <a:lnTo>
                  <a:pt x="1722107" y="227088"/>
                </a:lnTo>
                <a:lnTo>
                  <a:pt x="1722107" y="353580"/>
                </a:lnTo>
                <a:lnTo>
                  <a:pt x="1724990" y="370459"/>
                </a:lnTo>
                <a:lnTo>
                  <a:pt x="1733727" y="382346"/>
                </a:lnTo>
                <a:lnTo>
                  <a:pt x="1748472" y="389369"/>
                </a:lnTo>
                <a:lnTo>
                  <a:pt x="1769351" y="391680"/>
                </a:lnTo>
                <a:lnTo>
                  <a:pt x="1848599" y="391680"/>
                </a:lnTo>
                <a:lnTo>
                  <a:pt x="1866582" y="390867"/>
                </a:lnTo>
                <a:lnTo>
                  <a:pt x="1881555" y="386346"/>
                </a:lnTo>
                <a:lnTo>
                  <a:pt x="1893392" y="378383"/>
                </a:lnTo>
                <a:lnTo>
                  <a:pt x="1899602" y="370344"/>
                </a:lnTo>
                <a:lnTo>
                  <a:pt x="1901939" y="367296"/>
                </a:lnTo>
                <a:close/>
              </a:path>
              <a:path w="2348865" h="410210">
                <a:moveTo>
                  <a:pt x="2348484" y="167640"/>
                </a:moveTo>
                <a:lnTo>
                  <a:pt x="2278380" y="146875"/>
                </a:lnTo>
                <a:lnTo>
                  <a:pt x="2221992" y="111252"/>
                </a:lnTo>
                <a:lnTo>
                  <a:pt x="2177986" y="68961"/>
                </a:lnTo>
                <a:lnTo>
                  <a:pt x="2153831" y="36576"/>
                </a:lnTo>
                <a:lnTo>
                  <a:pt x="2148840" y="28956"/>
                </a:lnTo>
                <a:lnTo>
                  <a:pt x="2162556" y="21336"/>
                </a:lnTo>
                <a:lnTo>
                  <a:pt x="2125980" y="0"/>
                </a:lnTo>
                <a:lnTo>
                  <a:pt x="2094738" y="60579"/>
                </a:lnTo>
                <a:lnTo>
                  <a:pt x="2054352" y="118872"/>
                </a:lnTo>
                <a:lnTo>
                  <a:pt x="2003679" y="170116"/>
                </a:lnTo>
                <a:lnTo>
                  <a:pt x="1941576" y="213360"/>
                </a:lnTo>
                <a:lnTo>
                  <a:pt x="1943100" y="219456"/>
                </a:lnTo>
                <a:lnTo>
                  <a:pt x="1964524" y="209740"/>
                </a:lnTo>
                <a:lnTo>
                  <a:pt x="1985391" y="198882"/>
                </a:lnTo>
                <a:lnTo>
                  <a:pt x="2005672" y="186880"/>
                </a:lnTo>
                <a:lnTo>
                  <a:pt x="2025396" y="173736"/>
                </a:lnTo>
                <a:lnTo>
                  <a:pt x="2037588" y="185928"/>
                </a:lnTo>
                <a:lnTo>
                  <a:pt x="2046135" y="183934"/>
                </a:lnTo>
                <a:lnTo>
                  <a:pt x="2055685" y="182499"/>
                </a:lnTo>
                <a:lnTo>
                  <a:pt x="2066086" y="181648"/>
                </a:lnTo>
                <a:lnTo>
                  <a:pt x="2077212" y="181356"/>
                </a:lnTo>
                <a:lnTo>
                  <a:pt x="2132076" y="181356"/>
                </a:lnTo>
                <a:lnTo>
                  <a:pt x="2132076" y="266700"/>
                </a:lnTo>
                <a:lnTo>
                  <a:pt x="2011680" y="266700"/>
                </a:lnTo>
                <a:lnTo>
                  <a:pt x="2026920" y="281940"/>
                </a:lnTo>
                <a:lnTo>
                  <a:pt x="2036343" y="279704"/>
                </a:lnTo>
                <a:lnTo>
                  <a:pt x="2046351" y="277749"/>
                </a:lnTo>
                <a:lnTo>
                  <a:pt x="2056917" y="276377"/>
                </a:lnTo>
                <a:lnTo>
                  <a:pt x="2068068" y="275844"/>
                </a:lnTo>
                <a:lnTo>
                  <a:pt x="2132076" y="275844"/>
                </a:lnTo>
                <a:lnTo>
                  <a:pt x="2132076" y="374904"/>
                </a:lnTo>
                <a:lnTo>
                  <a:pt x="1958340" y="374904"/>
                </a:lnTo>
                <a:lnTo>
                  <a:pt x="1975104" y="391668"/>
                </a:lnTo>
                <a:lnTo>
                  <a:pt x="1984527" y="388797"/>
                </a:lnTo>
                <a:lnTo>
                  <a:pt x="1994535" y="386905"/>
                </a:lnTo>
                <a:lnTo>
                  <a:pt x="2005101" y="385889"/>
                </a:lnTo>
                <a:lnTo>
                  <a:pt x="2016252" y="385572"/>
                </a:lnTo>
                <a:lnTo>
                  <a:pt x="2337816" y="385572"/>
                </a:lnTo>
                <a:lnTo>
                  <a:pt x="2301240" y="348996"/>
                </a:lnTo>
                <a:lnTo>
                  <a:pt x="2276856" y="374904"/>
                </a:lnTo>
                <a:lnTo>
                  <a:pt x="2156460" y="374904"/>
                </a:lnTo>
                <a:lnTo>
                  <a:pt x="2156460" y="275844"/>
                </a:lnTo>
                <a:lnTo>
                  <a:pt x="2282952" y="275844"/>
                </a:lnTo>
                <a:lnTo>
                  <a:pt x="2250948" y="245364"/>
                </a:lnTo>
                <a:lnTo>
                  <a:pt x="2229612" y="266700"/>
                </a:lnTo>
                <a:lnTo>
                  <a:pt x="2156460" y="266700"/>
                </a:lnTo>
                <a:lnTo>
                  <a:pt x="2156460" y="181356"/>
                </a:lnTo>
                <a:lnTo>
                  <a:pt x="2266188" y="181356"/>
                </a:lnTo>
                <a:lnTo>
                  <a:pt x="2258568" y="173736"/>
                </a:lnTo>
                <a:lnTo>
                  <a:pt x="2255520" y="170688"/>
                </a:lnTo>
                <a:lnTo>
                  <a:pt x="2237232" y="152400"/>
                </a:lnTo>
                <a:lnTo>
                  <a:pt x="2217420" y="170688"/>
                </a:lnTo>
                <a:lnTo>
                  <a:pt x="2029968" y="170688"/>
                </a:lnTo>
                <a:lnTo>
                  <a:pt x="2059127" y="144386"/>
                </a:lnTo>
                <a:lnTo>
                  <a:pt x="2087308" y="113347"/>
                </a:lnTo>
                <a:lnTo>
                  <a:pt x="2114613" y="77470"/>
                </a:lnTo>
                <a:lnTo>
                  <a:pt x="2141220" y="36576"/>
                </a:lnTo>
                <a:lnTo>
                  <a:pt x="2161794" y="69684"/>
                </a:lnTo>
                <a:lnTo>
                  <a:pt x="2184654" y="100203"/>
                </a:lnTo>
                <a:lnTo>
                  <a:pt x="2237232" y="152400"/>
                </a:lnTo>
                <a:lnTo>
                  <a:pt x="2276665" y="179832"/>
                </a:lnTo>
                <a:lnTo>
                  <a:pt x="2314956" y="198120"/>
                </a:lnTo>
                <a:lnTo>
                  <a:pt x="2319540" y="189598"/>
                </a:lnTo>
                <a:lnTo>
                  <a:pt x="2326576" y="182499"/>
                </a:lnTo>
                <a:lnTo>
                  <a:pt x="2336165" y="177126"/>
                </a:lnTo>
                <a:lnTo>
                  <a:pt x="2348484" y="173736"/>
                </a:lnTo>
                <a:lnTo>
                  <a:pt x="2348484" y="16764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" name="object 22"/>
          <p:cNvSpPr/>
          <p:nvPr/>
        </p:nvSpPr>
        <p:spPr>
          <a:xfrm>
            <a:off x="4576572" y="2366772"/>
            <a:ext cx="326390" cy="399415"/>
          </a:xfrm>
          <a:custGeom>
            <a:avLst/>
            <a:gdLst/>
            <a:ahLst/>
            <a:cxnLst/>
            <a:rect l="l" t="t" r="r" b="b"/>
            <a:pathLst>
              <a:path w="326389" h="399414">
                <a:moveTo>
                  <a:pt x="76200" y="85344"/>
                </a:moveTo>
                <a:lnTo>
                  <a:pt x="68580" y="85344"/>
                </a:lnTo>
                <a:lnTo>
                  <a:pt x="65532" y="80772"/>
                </a:lnTo>
                <a:lnTo>
                  <a:pt x="62484" y="70104"/>
                </a:lnTo>
                <a:lnTo>
                  <a:pt x="56984" y="56388"/>
                </a:lnTo>
                <a:lnTo>
                  <a:pt x="49530" y="40767"/>
                </a:lnTo>
                <a:lnTo>
                  <a:pt x="39766" y="23383"/>
                </a:lnTo>
                <a:lnTo>
                  <a:pt x="27432" y="4572"/>
                </a:lnTo>
                <a:lnTo>
                  <a:pt x="33528" y="0"/>
                </a:lnTo>
                <a:lnTo>
                  <a:pt x="72104" y="26360"/>
                </a:lnTo>
                <a:lnTo>
                  <a:pt x="89916" y="48768"/>
                </a:lnTo>
                <a:lnTo>
                  <a:pt x="89916" y="60960"/>
                </a:lnTo>
                <a:lnTo>
                  <a:pt x="88392" y="67056"/>
                </a:lnTo>
                <a:lnTo>
                  <a:pt x="79248" y="82296"/>
                </a:lnTo>
                <a:lnTo>
                  <a:pt x="76200" y="85344"/>
                </a:lnTo>
                <a:close/>
              </a:path>
              <a:path w="326389" h="399414">
                <a:moveTo>
                  <a:pt x="146304" y="60960"/>
                </a:moveTo>
                <a:lnTo>
                  <a:pt x="131064" y="45720"/>
                </a:lnTo>
                <a:lnTo>
                  <a:pt x="281940" y="45720"/>
                </a:lnTo>
                <a:lnTo>
                  <a:pt x="295656" y="24384"/>
                </a:lnTo>
                <a:lnTo>
                  <a:pt x="326136" y="48768"/>
                </a:lnTo>
                <a:lnTo>
                  <a:pt x="316822" y="56388"/>
                </a:lnTo>
                <a:lnTo>
                  <a:pt x="187452" y="56388"/>
                </a:lnTo>
                <a:lnTo>
                  <a:pt x="176950" y="56673"/>
                </a:lnTo>
                <a:lnTo>
                  <a:pt x="166306" y="57531"/>
                </a:lnTo>
                <a:lnTo>
                  <a:pt x="155948" y="58959"/>
                </a:lnTo>
                <a:lnTo>
                  <a:pt x="146304" y="60960"/>
                </a:lnTo>
                <a:close/>
              </a:path>
              <a:path w="326389" h="399414">
                <a:moveTo>
                  <a:pt x="308470" y="355092"/>
                </a:moveTo>
                <a:lnTo>
                  <a:pt x="277368" y="355092"/>
                </a:lnTo>
                <a:lnTo>
                  <a:pt x="283464" y="350520"/>
                </a:lnTo>
                <a:lnTo>
                  <a:pt x="283464" y="56388"/>
                </a:lnTo>
                <a:lnTo>
                  <a:pt x="316822" y="56388"/>
                </a:lnTo>
                <a:lnTo>
                  <a:pt x="309372" y="62484"/>
                </a:lnTo>
                <a:lnTo>
                  <a:pt x="309372" y="344424"/>
                </a:lnTo>
                <a:lnTo>
                  <a:pt x="308470" y="355092"/>
                </a:lnTo>
                <a:close/>
              </a:path>
              <a:path w="326389" h="399414">
                <a:moveTo>
                  <a:pt x="0" y="399288"/>
                </a:moveTo>
                <a:lnTo>
                  <a:pt x="814" y="362854"/>
                </a:lnTo>
                <a:lnTo>
                  <a:pt x="931" y="355092"/>
                </a:lnTo>
                <a:lnTo>
                  <a:pt x="1333" y="316992"/>
                </a:lnTo>
                <a:lnTo>
                  <a:pt x="1421" y="154662"/>
                </a:lnTo>
                <a:lnTo>
                  <a:pt x="1320" y="132588"/>
                </a:lnTo>
                <a:lnTo>
                  <a:pt x="881" y="100750"/>
                </a:lnTo>
                <a:lnTo>
                  <a:pt x="0" y="74676"/>
                </a:lnTo>
                <a:lnTo>
                  <a:pt x="44196" y="99060"/>
                </a:lnTo>
                <a:lnTo>
                  <a:pt x="27432" y="109728"/>
                </a:lnTo>
                <a:lnTo>
                  <a:pt x="27432" y="387096"/>
                </a:lnTo>
                <a:lnTo>
                  <a:pt x="0" y="399288"/>
                </a:lnTo>
                <a:close/>
              </a:path>
              <a:path w="326389" h="399414">
                <a:moveTo>
                  <a:pt x="240247" y="152400"/>
                </a:moveTo>
                <a:lnTo>
                  <a:pt x="201168" y="152400"/>
                </a:lnTo>
                <a:lnTo>
                  <a:pt x="213360" y="132588"/>
                </a:lnTo>
                <a:lnTo>
                  <a:pt x="240247" y="152400"/>
                </a:lnTo>
                <a:close/>
              </a:path>
              <a:path w="326389" h="399414">
                <a:moveTo>
                  <a:pt x="82296" y="307848"/>
                </a:moveTo>
                <a:lnTo>
                  <a:pt x="82534" y="283035"/>
                </a:lnTo>
                <a:lnTo>
                  <a:pt x="83581" y="236267"/>
                </a:lnTo>
                <a:lnTo>
                  <a:pt x="83752" y="220980"/>
                </a:lnTo>
                <a:lnTo>
                  <a:pt x="83796" y="195191"/>
                </a:lnTo>
                <a:lnTo>
                  <a:pt x="83629" y="175069"/>
                </a:lnTo>
                <a:lnTo>
                  <a:pt x="83177" y="154662"/>
                </a:lnTo>
                <a:lnTo>
                  <a:pt x="82296" y="134112"/>
                </a:lnTo>
                <a:lnTo>
                  <a:pt x="108204" y="152400"/>
                </a:lnTo>
                <a:lnTo>
                  <a:pt x="240247" y="152400"/>
                </a:lnTo>
                <a:lnTo>
                  <a:pt x="242316" y="153924"/>
                </a:lnTo>
                <a:lnTo>
                  <a:pt x="232029" y="163068"/>
                </a:lnTo>
                <a:lnTo>
                  <a:pt x="108204" y="163068"/>
                </a:lnTo>
                <a:lnTo>
                  <a:pt x="108204" y="265176"/>
                </a:lnTo>
                <a:lnTo>
                  <a:pt x="228778" y="265176"/>
                </a:lnTo>
                <a:lnTo>
                  <a:pt x="228790" y="265938"/>
                </a:lnTo>
                <a:lnTo>
                  <a:pt x="229163" y="275844"/>
                </a:lnTo>
                <a:lnTo>
                  <a:pt x="108204" y="275844"/>
                </a:lnTo>
                <a:lnTo>
                  <a:pt x="108204" y="298704"/>
                </a:lnTo>
                <a:lnTo>
                  <a:pt x="82296" y="307848"/>
                </a:lnTo>
                <a:close/>
              </a:path>
              <a:path w="326389" h="399414">
                <a:moveTo>
                  <a:pt x="228778" y="265176"/>
                </a:moveTo>
                <a:lnTo>
                  <a:pt x="204216" y="265176"/>
                </a:lnTo>
                <a:lnTo>
                  <a:pt x="204216" y="163068"/>
                </a:lnTo>
                <a:lnTo>
                  <a:pt x="232029" y="163068"/>
                </a:lnTo>
                <a:lnTo>
                  <a:pt x="228600" y="166116"/>
                </a:lnTo>
                <a:lnTo>
                  <a:pt x="228685" y="259080"/>
                </a:lnTo>
                <a:lnTo>
                  <a:pt x="228778" y="265176"/>
                </a:lnTo>
                <a:close/>
              </a:path>
              <a:path w="326389" h="399414">
                <a:moveTo>
                  <a:pt x="204216" y="301752"/>
                </a:moveTo>
                <a:lnTo>
                  <a:pt x="204216" y="275844"/>
                </a:lnTo>
                <a:lnTo>
                  <a:pt x="229163" y="275844"/>
                </a:lnTo>
                <a:lnTo>
                  <a:pt x="229242" y="277939"/>
                </a:lnTo>
                <a:lnTo>
                  <a:pt x="230124" y="291083"/>
                </a:lnTo>
                <a:lnTo>
                  <a:pt x="204216" y="301752"/>
                </a:lnTo>
                <a:close/>
              </a:path>
              <a:path w="326389" h="399414">
                <a:moveTo>
                  <a:pt x="266700" y="399288"/>
                </a:moveTo>
                <a:lnTo>
                  <a:pt x="262985" y="384667"/>
                </a:lnTo>
                <a:lnTo>
                  <a:pt x="251841" y="372618"/>
                </a:lnTo>
                <a:lnTo>
                  <a:pt x="233267" y="362854"/>
                </a:lnTo>
                <a:lnTo>
                  <a:pt x="207264" y="355092"/>
                </a:lnTo>
                <a:lnTo>
                  <a:pt x="207264" y="348996"/>
                </a:lnTo>
                <a:lnTo>
                  <a:pt x="253984" y="352425"/>
                </a:lnTo>
                <a:lnTo>
                  <a:pt x="277368" y="355092"/>
                </a:lnTo>
                <a:lnTo>
                  <a:pt x="308470" y="355092"/>
                </a:lnTo>
                <a:lnTo>
                  <a:pt x="307633" y="364998"/>
                </a:lnTo>
                <a:lnTo>
                  <a:pt x="300037" y="381000"/>
                </a:lnTo>
                <a:lnTo>
                  <a:pt x="286440" y="392430"/>
                </a:lnTo>
                <a:lnTo>
                  <a:pt x="266700" y="39928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" name="object 23"/>
          <p:cNvSpPr/>
          <p:nvPr/>
        </p:nvSpPr>
        <p:spPr>
          <a:xfrm>
            <a:off x="4971275" y="2363723"/>
            <a:ext cx="855344" cy="408940"/>
          </a:xfrm>
          <a:custGeom>
            <a:avLst/>
            <a:gdLst/>
            <a:ahLst/>
            <a:cxnLst/>
            <a:rect l="l" t="t" r="r" b="b"/>
            <a:pathLst>
              <a:path w="855345" h="408939">
                <a:moveTo>
                  <a:pt x="193548" y="33528"/>
                </a:moveTo>
                <a:lnTo>
                  <a:pt x="189852" y="30480"/>
                </a:lnTo>
                <a:lnTo>
                  <a:pt x="167640" y="12192"/>
                </a:lnTo>
                <a:lnTo>
                  <a:pt x="158496" y="25908"/>
                </a:lnTo>
                <a:lnTo>
                  <a:pt x="158496" y="39624"/>
                </a:lnTo>
                <a:lnTo>
                  <a:pt x="158496" y="89916"/>
                </a:lnTo>
                <a:lnTo>
                  <a:pt x="158496" y="100584"/>
                </a:lnTo>
                <a:lnTo>
                  <a:pt x="158496" y="149352"/>
                </a:lnTo>
                <a:lnTo>
                  <a:pt x="76200" y="149352"/>
                </a:lnTo>
                <a:lnTo>
                  <a:pt x="76200" y="100584"/>
                </a:lnTo>
                <a:lnTo>
                  <a:pt x="158496" y="100584"/>
                </a:lnTo>
                <a:lnTo>
                  <a:pt x="158496" y="89916"/>
                </a:lnTo>
                <a:lnTo>
                  <a:pt x="76200" y="89916"/>
                </a:lnTo>
                <a:lnTo>
                  <a:pt x="76200" y="39624"/>
                </a:lnTo>
                <a:lnTo>
                  <a:pt x="158496" y="39624"/>
                </a:lnTo>
                <a:lnTo>
                  <a:pt x="158496" y="25908"/>
                </a:lnTo>
                <a:lnTo>
                  <a:pt x="155448" y="30480"/>
                </a:lnTo>
                <a:lnTo>
                  <a:pt x="76200" y="30480"/>
                </a:lnTo>
                <a:lnTo>
                  <a:pt x="51816" y="15240"/>
                </a:lnTo>
                <a:lnTo>
                  <a:pt x="52946" y="34086"/>
                </a:lnTo>
                <a:lnTo>
                  <a:pt x="53911" y="53911"/>
                </a:lnTo>
                <a:lnTo>
                  <a:pt x="54597" y="74396"/>
                </a:lnTo>
                <a:lnTo>
                  <a:pt x="54800" y="89916"/>
                </a:lnTo>
                <a:lnTo>
                  <a:pt x="54737" y="106680"/>
                </a:lnTo>
                <a:lnTo>
                  <a:pt x="54610" y="117475"/>
                </a:lnTo>
                <a:lnTo>
                  <a:pt x="53911" y="138493"/>
                </a:lnTo>
                <a:lnTo>
                  <a:pt x="52946" y="159245"/>
                </a:lnTo>
                <a:lnTo>
                  <a:pt x="51816" y="179832"/>
                </a:lnTo>
                <a:lnTo>
                  <a:pt x="76200" y="170688"/>
                </a:lnTo>
                <a:lnTo>
                  <a:pt x="76200" y="160020"/>
                </a:lnTo>
                <a:lnTo>
                  <a:pt x="158496" y="160020"/>
                </a:lnTo>
                <a:lnTo>
                  <a:pt x="158496" y="175260"/>
                </a:lnTo>
                <a:lnTo>
                  <a:pt x="182880" y="163068"/>
                </a:lnTo>
                <a:lnTo>
                  <a:pt x="182765" y="160020"/>
                </a:lnTo>
                <a:lnTo>
                  <a:pt x="182333" y="149352"/>
                </a:lnTo>
                <a:lnTo>
                  <a:pt x="182003" y="141071"/>
                </a:lnTo>
                <a:lnTo>
                  <a:pt x="181546" y="113919"/>
                </a:lnTo>
                <a:lnTo>
                  <a:pt x="181483" y="100584"/>
                </a:lnTo>
                <a:lnTo>
                  <a:pt x="181432" y="89916"/>
                </a:lnTo>
                <a:lnTo>
                  <a:pt x="181356" y="44196"/>
                </a:lnTo>
                <a:lnTo>
                  <a:pt x="186588" y="39624"/>
                </a:lnTo>
                <a:lnTo>
                  <a:pt x="193548" y="33528"/>
                </a:lnTo>
                <a:close/>
              </a:path>
              <a:path w="855345" h="408939">
                <a:moveTo>
                  <a:pt x="321564" y="147828"/>
                </a:moveTo>
                <a:lnTo>
                  <a:pt x="283464" y="129540"/>
                </a:lnTo>
                <a:lnTo>
                  <a:pt x="284327" y="154139"/>
                </a:lnTo>
                <a:lnTo>
                  <a:pt x="284543" y="172212"/>
                </a:lnTo>
                <a:lnTo>
                  <a:pt x="283464" y="222504"/>
                </a:lnTo>
                <a:lnTo>
                  <a:pt x="275463" y="261175"/>
                </a:lnTo>
                <a:lnTo>
                  <a:pt x="248323" y="308978"/>
                </a:lnTo>
                <a:lnTo>
                  <a:pt x="211747" y="338074"/>
                </a:lnTo>
                <a:lnTo>
                  <a:pt x="187452" y="352044"/>
                </a:lnTo>
                <a:lnTo>
                  <a:pt x="192024" y="356616"/>
                </a:lnTo>
                <a:lnTo>
                  <a:pt x="234315" y="337185"/>
                </a:lnTo>
                <a:lnTo>
                  <a:pt x="276847" y="302641"/>
                </a:lnTo>
                <a:lnTo>
                  <a:pt x="298704" y="262128"/>
                </a:lnTo>
                <a:lnTo>
                  <a:pt x="305562" y="221932"/>
                </a:lnTo>
                <a:lnTo>
                  <a:pt x="307848" y="160020"/>
                </a:lnTo>
                <a:lnTo>
                  <a:pt x="321564" y="147828"/>
                </a:lnTo>
                <a:close/>
              </a:path>
              <a:path w="855345" h="408939">
                <a:moveTo>
                  <a:pt x="388620" y="313944"/>
                </a:moveTo>
                <a:lnTo>
                  <a:pt x="360616" y="285559"/>
                </a:lnTo>
                <a:lnTo>
                  <a:pt x="307848" y="259080"/>
                </a:lnTo>
                <a:lnTo>
                  <a:pt x="304800" y="265176"/>
                </a:lnTo>
                <a:lnTo>
                  <a:pt x="325907" y="282879"/>
                </a:lnTo>
                <a:lnTo>
                  <a:pt x="343281" y="299275"/>
                </a:lnTo>
                <a:lnTo>
                  <a:pt x="356666" y="314261"/>
                </a:lnTo>
                <a:lnTo>
                  <a:pt x="365760" y="327660"/>
                </a:lnTo>
                <a:lnTo>
                  <a:pt x="371716" y="338074"/>
                </a:lnTo>
                <a:lnTo>
                  <a:pt x="374904" y="344424"/>
                </a:lnTo>
                <a:lnTo>
                  <a:pt x="379476" y="344424"/>
                </a:lnTo>
                <a:lnTo>
                  <a:pt x="382524" y="341376"/>
                </a:lnTo>
                <a:lnTo>
                  <a:pt x="384048" y="335280"/>
                </a:lnTo>
                <a:lnTo>
                  <a:pt x="387096" y="329184"/>
                </a:lnTo>
                <a:lnTo>
                  <a:pt x="388620" y="323088"/>
                </a:lnTo>
                <a:lnTo>
                  <a:pt x="388620" y="313944"/>
                </a:lnTo>
                <a:close/>
              </a:path>
              <a:path w="855345" h="408939">
                <a:moveTo>
                  <a:pt x="402336" y="42672"/>
                </a:moveTo>
                <a:lnTo>
                  <a:pt x="374904" y="10668"/>
                </a:lnTo>
                <a:lnTo>
                  <a:pt x="353568" y="32004"/>
                </a:lnTo>
                <a:lnTo>
                  <a:pt x="202692" y="32004"/>
                </a:lnTo>
                <a:lnTo>
                  <a:pt x="217932" y="47244"/>
                </a:lnTo>
                <a:lnTo>
                  <a:pt x="227368" y="45250"/>
                </a:lnTo>
                <a:lnTo>
                  <a:pt x="237363" y="43815"/>
                </a:lnTo>
                <a:lnTo>
                  <a:pt x="247942" y="42964"/>
                </a:lnTo>
                <a:lnTo>
                  <a:pt x="259080" y="42672"/>
                </a:lnTo>
                <a:lnTo>
                  <a:pt x="280416" y="42672"/>
                </a:lnTo>
                <a:lnTo>
                  <a:pt x="278993" y="54394"/>
                </a:lnTo>
                <a:lnTo>
                  <a:pt x="276987" y="66675"/>
                </a:lnTo>
                <a:lnTo>
                  <a:pt x="274421" y="79540"/>
                </a:lnTo>
                <a:lnTo>
                  <a:pt x="271272" y="92964"/>
                </a:lnTo>
                <a:lnTo>
                  <a:pt x="248412" y="92964"/>
                </a:lnTo>
                <a:lnTo>
                  <a:pt x="224028" y="77724"/>
                </a:lnTo>
                <a:lnTo>
                  <a:pt x="225158" y="98920"/>
                </a:lnTo>
                <a:lnTo>
                  <a:pt x="226123" y="121539"/>
                </a:lnTo>
                <a:lnTo>
                  <a:pt x="226822" y="145884"/>
                </a:lnTo>
                <a:lnTo>
                  <a:pt x="226987" y="163068"/>
                </a:lnTo>
                <a:lnTo>
                  <a:pt x="226898" y="190500"/>
                </a:lnTo>
                <a:lnTo>
                  <a:pt x="226771" y="198843"/>
                </a:lnTo>
                <a:lnTo>
                  <a:pt x="226123" y="220408"/>
                </a:lnTo>
                <a:lnTo>
                  <a:pt x="225158" y="241439"/>
                </a:lnTo>
                <a:lnTo>
                  <a:pt x="224028" y="260604"/>
                </a:lnTo>
                <a:lnTo>
                  <a:pt x="248412" y="246888"/>
                </a:lnTo>
                <a:lnTo>
                  <a:pt x="248412" y="102108"/>
                </a:lnTo>
                <a:lnTo>
                  <a:pt x="350520" y="102108"/>
                </a:lnTo>
                <a:lnTo>
                  <a:pt x="350520" y="256032"/>
                </a:lnTo>
                <a:lnTo>
                  <a:pt x="374904" y="243840"/>
                </a:lnTo>
                <a:lnTo>
                  <a:pt x="373811" y="225552"/>
                </a:lnTo>
                <a:lnTo>
                  <a:pt x="372884" y="211366"/>
                </a:lnTo>
                <a:lnTo>
                  <a:pt x="372122" y="198843"/>
                </a:lnTo>
                <a:lnTo>
                  <a:pt x="371970" y="193763"/>
                </a:lnTo>
                <a:lnTo>
                  <a:pt x="371856" y="106680"/>
                </a:lnTo>
                <a:lnTo>
                  <a:pt x="377088" y="102108"/>
                </a:lnTo>
                <a:lnTo>
                  <a:pt x="384048" y="96012"/>
                </a:lnTo>
                <a:lnTo>
                  <a:pt x="380072" y="92964"/>
                </a:lnTo>
                <a:lnTo>
                  <a:pt x="358140" y="76200"/>
                </a:lnTo>
                <a:lnTo>
                  <a:pt x="345948" y="92964"/>
                </a:lnTo>
                <a:lnTo>
                  <a:pt x="280416" y="92964"/>
                </a:lnTo>
                <a:lnTo>
                  <a:pt x="290614" y="74612"/>
                </a:lnTo>
                <a:lnTo>
                  <a:pt x="298894" y="59817"/>
                </a:lnTo>
                <a:lnTo>
                  <a:pt x="305066" y="49250"/>
                </a:lnTo>
                <a:lnTo>
                  <a:pt x="309372" y="42672"/>
                </a:lnTo>
                <a:lnTo>
                  <a:pt x="402336" y="42672"/>
                </a:lnTo>
                <a:close/>
              </a:path>
              <a:path w="855345" h="408939">
                <a:moveTo>
                  <a:pt x="405384" y="356616"/>
                </a:moveTo>
                <a:lnTo>
                  <a:pt x="369100" y="360603"/>
                </a:lnTo>
                <a:lnTo>
                  <a:pt x="331089" y="363283"/>
                </a:lnTo>
                <a:lnTo>
                  <a:pt x="297942" y="364350"/>
                </a:lnTo>
                <a:lnTo>
                  <a:pt x="249936" y="364248"/>
                </a:lnTo>
                <a:lnTo>
                  <a:pt x="210794" y="363118"/>
                </a:lnTo>
                <a:lnTo>
                  <a:pt x="177927" y="359854"/>
                </a:lnTo>
                <a:lnTo>
                  <a:pt x="151358" y="354596"/>
                </a:lnTo>
                <a:lnTo>
                  <a:pt x="131064" y="347472"/>
                </a:lnTo>
                <a:lnTo>
                  <a:pt x="131064" y="341376"/>
                </a:lnTo>
                <a:lnTo>
                  <a:pt x="131064" y="280416"/>
                </a:lnTo>
                <a:lnTo>
                  <a:pt x="208788" y="280416"/>
                </a:lnTo>
                <a:lnTo>
                  <a:pt x="199720" y="269748"/>
                </a:lnTo>
                <a:lnTo>
                  <a:pt x="182880" y="249936"/>
                </a:lnTo>
                <a:lnTo>
                  <a:pt x="163068" y="269748"/>
                </a:lnTo>
                <a:lnTo>
                  <a:pt x="131064" y="269748"/>
                </a:lnTo>
                <a:lnTo>
                  <a:pt x="131064" y="208788"/>
                </a:lnTo>
                <a:lnTo>
                  <a:pt x="216408" y="208788"/>
                </a:lnTo>
                <a:lnTo>
                  <a:pt x="187452" y="178308"/>
                </a:lnTo>
                <a:lnTo>
                  <a:pt x="167640" y="198120"/>
                </a:lnTo>
                <a:lnTo>
                  <a:pt x="13716" y="198120"/>
                </a:lnTo>
                <a:lnTo>
                  <a:pt x="30480" y="213360"/>
                </a:lnTo>
                <a:lnTo>
                  <a:pt x="39916" y="211366"/>
                </a:lnTo>
                <a:lnTo>
                  <a:pt x="49911" y="209931"/>
                </a:lnTo>
                <a:lnTo>
                  <a:pt x="60490" y="209080"/>
                </a:lnTo>
                <a:lnTo>
                  <a:pt x="71628" y="208788"/>
                </a:lnTo>
                <a:lnTo>
                  <a:pt x="108204" y="208788"/>
                </a:lnTo>
                <a:lnTo>
                  <a:pt x="108204" y="341376"/>
                </a:lnTo>
                <a:lnTo>
                  <a:pt x="93941" y="331050"/>
                </a:lnTo>
                <a:lnTo>
                  <a:pt x="80962" y="320421"/>
                </a:lnTo>
                <a:lnTo>
                  <a:pt x="69418" y="309232"/>
                </a:lnTo>
                <a:lnTo>
                  <a:pt x="68275" y="307848"/>
                </a:lnTo>
                <a:lnTo>
                  <a:pt x="59436" y="297180"/>
                </a:lnTo>
                <a:lnTo>
                  <a:pt x="63411" y="275831"/>
                </a:lnTo>
                <a:lnTo>
                  <a:pt x="68389" y="259651"/>
                </a:lnTo>
                <a:lnTo>
                  <a:pt x="74231" y="248970"/>
                </a:lnTo>
                <a:lnTo>
                  <a:pt x="80772" y="243840"/>
                </a:lnTo>
                <a:lnTo>
                  <a:pt x="45720" y="225552"/>
                </a:lnTo>
                <a:lnTo>
                  <a:pt x="41148" y="266890"/>
                </a:lnTo>
                <a:lnTo>
                  <a:pt x="32004" y="313944"/>
                </a:lnTo>
                <a:lnTo>
                  <a:pt x="18288" y="360807"/>
                </a:lnTo>
                <a:lnTo>
                  <a:pt x="0" y="400812"/>
                </a:lnTo>
                <a:lnTo>
                  <a:pt x="6096" y="403872"/>
                </a:lnTo>
                <a:lnTo>
                  <a:pt x="20383" y="385216"/>
                </a:lnTo>
                <a:lnTo>
                  <a:pt x="33528" y="363283"/>
                </a:lnTo>
                <a:lnTo>
                  <a:pt x="45529" y="337642"/>
                </a:lnTo>
                <a:lnTo>
                  <a:pt x="56388" y="307848"/>
                </a:lnTo>
                <a:lnTo>
                  <a:pt x="70091" y="325831"/>
                </a:lnTo>
                <a:lnTo>
                  <a:pt x="109728" y="361188"/>
                </a:lnTo>
                <a:lnTo>
                  <a:pt x="159029" y="379844"/>
                </a:lnTo>
                <a:lnTo>
                  <a:pt x="208978" y="388035"/>
                </a:lnTo>
                <a:lnTo>
                  <a:pt x="250698" y="390715"/>
                </a:lnTo>
                <a:lnTo>
                  <a:pt x="304990" y="391985"/>
                </a:lnTo>
                <a:lnTo>
                  <a:pt x="371856" y="391668"/>
                </a:lnTo>
                <a:lnTo>
                  <a:pt x="374103" y="383959"/>
                </a:lnTo>
                <a:lnTo>
                  <a:pt x="380619" y="376809"/>
                </a:lnTo>
                <a:lnTo>
                  <a:pt x="391147" y="370243"/>
                </a:lnTo>
                <a:lnTo>
                  <a:pt x="404660" y="364553"/>
                </a:lnTo>
                <a:lnTo>
                  <a:pt x="405384" y="364248"/>
                </a:lnTo>
                <a:lnTo>
                  <a:pt x="405384" y="356616"/>
                </a:lnTo>
                <a:close/>
              </a:path>
              <a:path w="855345" h="408939">
                <a:moveTo>
                  <a:pt x="595896" y="65532"/>
                </a:moveTo>
                <a:lnTo>
                  <a:pt x="559701" y="30099"/>
                </a:lnTo>
                <a:lnTo>
                  <a:pt x="527316" y="15240"/>
                </a:lnTo>
                <a:lnTo>
                  <a:pt x="524268" y="21336"/>
                </a:lnTo>
                <a:lnTo>
                  <a:pt x="539102" y="35890"/>
                </a:lnTo>
                <a:lnTo>
                  <a:pt x="551510" y="49720"/>
                </a:lnTo>
                <a:lnTo>
                  <a:pt x="561340" y="62699"/>
                </a:lnTo>
                <a:lnTo>
                  <a:pt x="568464" y="74676"/>
                </a:lnTo>
                <a:lnTo>
                  <a:pt x="573036" y="86868"/>
                </a:lnTo>
                <a:lnTo>
                  <a:pt x="577608" y="92964"/>
                </a:lnTo>
                <a:lnTo>
                  <a:pt x="583704" y="92964"/>
                </a:lnTo>
                <a:lnTo>
                  <a:pt x="586752" y="89916"/>
                </a:lnTo>
                <a:lnTo>
                  <a:pt x="589800" y="83820"/>
                </a:lnTo>
                <a:lnTo>
                  <a:pt x="592848" y="79248"/>
                </a:lnTo>
                <a:lnTo>
                  <a:pt x="595896" y="73152"/>
                </a:lnTo>
                <a:lnTo>
                  <a:pt x="595896" y="65532"/>
                </a:lnTo>
                <a:close/>
              </a:path>
              <a:path w="855345" h="408939">
                <a:moveTo>
                  <a:pt x="850404" y="112776"/>
                </a:moveTo>
                <a:lnTo>
                  <a:pt x="819924" y="80772"/>
                </a:lnTo>
                <a:lnTo>
                  <a:pt x="795540" y="102108"/>
                </a:lnTo>
                <a:lnTo>
                  <a:pt x="710196" y="102108"/>
                </a:lnTo>
                <a:lnTo>
                  <a:pt x="749058" y="66484"/>
                </a:lnTo>
                <a:lnTo>
                  <a:pt x="794016" y="39624"/>
                </a:lnTo>
                <a:lnTo>
                  <a:pt x="758964" y="10668"/>
                </a:lnTo>
                <a:lnTo>
                  <a:pt x="747534" y="30962"/>
                </a:lnTo>
                <a:lnTo>
                  <a:pt x="733818" y="52959"/>
                </a:lnTo>
                <a:lnTo>
                  <a:pt x="717816" y="76682"/>
                </a:lnTo>
                <a:lnTo>
                  <a:pt x="699528" y="102108"/>
                </a:lnTo>
                <a:lnTo>
                  <a:pt x="666000" y="102108"/>
                </a:lnTo>
                <a:lnTo>
                  <a:pt x="666000" y="32004"/>
                </a:lnTo>
                <a:lnTo>
                  <a:pt x="685812" y="18288"/>
                </a:lnTo>
                <a:lnTo>
                  <a:pt x="640092" y="0"/>
                </a:lnTo>
                <a:lnTo>
                  <a:pt x="640969" y="7721"/>
                </a:lnTo>
                <a:lnTo>
                  <a:pt x="641426" y="14859"/>
                </a:lnTo>
                <a:lnTo>
                  <a:pt x="641502" y="18288"/>
                </a:lnTo>
                <a:lnTo>
                  <a:pt x="641616" y="102108"/>
                </a:lnTo>
                <a:lnTo>
                  <a:pt x="457212" y="102108"/>
                </a:lnTo>
                <a:lnTo>
                  <a:pt x="473976" y="118872"/>
                </a:lnTo>
                <a:lnTo>
                  <a:pt x="483400" y="116001"/>
                </a:lnTo>
                <a:lnTo>
                  <a:pt x="493407" y="114109"/>
                </a:lnTo>
                <a:lnTo>
                  <a:pt x="503974" y="113093"/>
                </a:lnTo>
                <a:lnTo>
                  <a:pt x="515124" y="112776"/>
                </a:lnTo>
                <a:lnTo>
                  <a:pt x="614184" y="112776"/>
                </a:lnTo>
                <a:lnTo>
                  <a:pt x="586752" y="144970"/>
                </a:lnTo>
                <a:lnTo>
                  <a:pt x="554748" y="173736"/>
                </a:lnTo>
                <a:lnTo>
                  <a:pt x="511314" y="201930"/>
                </a:lnTo>
                <a:lnTo>
                  <a:pt x="454164" y="230124"/>
                </a:lnTo>
                <a:lnTo>
                  <a:pt x="455688" y="234696"/>
                </a:lnTo>
                <a:lnTo>
                  <a:pt x="520839" y="211836"/>
                </a:lnTo>
                <a:lnTo>
                  <a:pt x="569988" y="184404"/>
                </a:lnTo>
                <a:lnTo>
                  <a:pt x="608660" y="152209"/>
                </a:lnTo>
                <a:lnTo>
                  <a:pt x="641616" y="114300"/>
                </a:lnTo>
                <a:lnTo>
                  <a:pt x="641502" y="159715"/>
                </a:lnTo>
                <a:lnTo>
                  <a:pt x="641388" y="174117"/>
                </a:lnTo>
                <a:lnTo>
                  <a:pt x="640969" y="192963"/>
                </a:lnTo>
                <a:lnTo>
                  <a:pt x="640092" y="207264"/>
                </a:lnTo>
                <a:lnTo>
                  <a:pt x="667524" y="196596"/>
                </a:lnTo>
                <a:lnTo>
                  <a:pt x="667270" y="187693"/>
                </a:lnTo>
                <a:lnTo>
                  <a:pt x="666762" y="174117"/>
                </a:lnTo>
                <a:lnTo>
                  <a:pt x="666229" y="155028"/>
                </a:lnTo>
                <a:lnTo>
                  <a:pt x="666000" y="131064"/>
                </a:lnTo>
                <a:lnTo>
                  <a:pt x="708812" y="149885"/>
                </a:lnTo>
                <a:lnTo>
                  <a:pt x="743343" y="167259"/>
                </a:lnTo>
                <a:lnTo>
                  <a:pt x="769289" y="182930"/>
                </a:lnTo>
                <a:lnTo>
                  <a:pt x="786396" y="196596"/>
                </a:lnTo>
                <a:lnTo>
                  <a:pt x="794969" y="205727"/>
                </a:lnTo>
                <a:lnTo>
                  <a:pt x="802398" y="212407"/>
                </a:lnTo>
                <a:lnTo>
                  <a:pt x="808685" y="216535"/>
                </a:lnTo>
                <a:lnTo>
                  <a:pt x="813828" y="217932"/>
                </a:lnTo>
                <a:lnTo>
                  <a:pt x="815352" y="217932"/>
                </a:lnTo>
                <a:lnTo>
                  <a:pt x="816876" y="216408"/>
                </a:lnTo>
                <a:lnTo>
                  <a:pt x="818400" y="211836"/>
                </a:lnTo>
                <a:lnTo>
                  <a:pt x="819924" y="208788"/>
                </a:lnTo>
                <a:lnTo>
                  <a:pt x="821448" y="204216"/>
                </a:lnTo>
                <a:lnTo>
                  <a:pt x="821448" y="196596"/>
                </a:lnTo>
                <a:lnTo>
                  <a:pt x="819924" y="192024"/>
                </a:lnTo>
                <a:lnTo>
                  <a:pt x="819924" y="185928"/>
                </a:lnTo>
                <a:lnTo>
                  <a:pt x="781075" y="158381"/>
                </a:lnTo>
                <a:lnTo>
                  <a:pt x="715403" y="137185"/>
                </a:lnTo>
                <a:lnTo>
                  <a:pt x="693394" y="131064"/>
                </a:lnTo>
                <a:lnTo>
                  <a:pt x="666000" y="123444"/>
                </a:lnTo>
                <a:lnTo>
                  <a:pt x="666000" y="114300"/>
                </a:lnTo>
                <a:lnTo>
                  <a:pt x="666000" y="112776"/>
                </a:lnTo>
                <a:lnTo>
                  <a:pt x="850404" y="112776"/>
                </a:lnTo>
                <a:close/>
              </a:path>
              <a:path w="855345" h="408939">
                <a:moveTo>
                  <a:pt x="854976" y="370332"/>
                </a:moveTo>
                <a:lnTo>
                  <a:pt x="794397" y="358902"/>
                </a:lnTo>
                <a:lnTo>
                  <a:pt x="745248" y="338328"/>
                </a:lnTo>
                <a:lnTo>
                  <a:pt x="705243" y="307467"/>
                </a:lnTo>
                <a:lnTo>
                  <a:pt x="672096" y="269748"/>
                </a:lnTo>
                <a:lnTo>
                  <a:pt x="851928" y="269748"/>
                </a:lnTo>
                <a:lnTo>
                  <a:pt x="821448" y="234696"/>
                </a:lnTo>
                <a:lnTo>
                  <a:pt x="797064" y="259080"/>
                </a:lnTo>
                <a:lnTo>
                  <a:pt x="647712" y="259080"/>
                </a:lnTo>
                <a:lnTo>
                  <a:pt x="649236" y="252984"/>
                </a:lnTo>
                <a:lnTo>
                  <a:pt x="652284" y="246888"/>
                </a:lnTo>
                <a:lnTo>
                  <a:pt x="653808" y="240792"/>
                </a:lnTo>
                <a:lnTo>
                  <a:pt x="670572" y="230124"/>
                </a:lnTo>
                <a:lnTo>
                  <a:pt x="626376" y="208788"/>
                </a:lnTo>
                <a:lnTo>
                  <a:pt x="622960" y="246888"/>
                </a:lnTo>
                <a:lnTo>
                  <a:pt x="621804" y="259080"/>
                </a:lnTo>
                <a:lnTo>
                  <a:pt x="445020" y="259080"/>
                </a:lnTo>
                <a:lnTo>
                  <a:pt x="461784" y="274320"/>
                </a:lnTo>
                <a:lnTo>
                  <a:pt x="471208" y="272326"/>
                </a:lnTo>
                <a:lnTo>
                  <a:pt x="481215" y="270891"/>
                </a:lnTo>
                <a:lnTo>
                  <a:pt x="491782" y="270040"/>
                </a:lnTo>
                <a:lnTo>
                  <a:pt x="502932" y="269748"/>
                </a:lnTo>
                <a:lnTo>
                  <a:pt x="618756" y="269748"/>
                </a:lnTo>
                <a:lnTo>
                  <a:pt x="593610" y="322707"/>
                </a:lnTo>
                <a:lnTo>
                  <a:pt x="554748" y="359664"/>
                </a:lnTo>
                <a:lnTo>
                  <a:pt x="505218" y="384619"/>
                </a:lnTo>
                <a:lnTo>
                  <a:pt x="446544" y="403860"/>
                </a:lnTo>
                <a:lnTo>
                  <a:pt x="449592" y="408432"/>
                </a:lnTo>
                <a:lnTo>
                  <a:pt x="489331" y="400697"/>
                </a:lnTo>
                <a:lnTo>
                  <a:pt x="553961" y="379501"/>
                </a:lnTo>
                <a:lnTo>
                  <a:pt x="600316" y="349478"/>
                </a:lnTo>
                <a:lnTo>
                  <a:pt x="633564" y="301472"/>
                </a:lnTo>
                <a:lnTo>
                  <a:pt x="646188" y="269748"/>
                </a:lnTo>
                <a:lnTo>
                  <a:pt x="662952" y="269748"/>
                </a:lnTo>
                <a:lnTo>
                  <a:pt x="683336" y="303847"/>
                </a:lnTo>
                <a:lnTo>
                  <a:pt x="716292" y="341376"/>
                </a:lnTo>
                <a:lnTo>
                  <a:pt x="759726" y="375856"/>
                </a:lnTo>
                <a:lnTo>
                  <a:pt x="812304" y="402336"/>
                </a:lnTo>
                <a:lnTo>
                  <a:pt x="818324" y="392099"/>
                </a:lnTo>
                <a:lnTo>
                  <a:pt x="827354" y="384429"/>
                </a:lnTo>
                <a:lnTo>
                  <a:pt x="839520" y="379628"/>
                </a:lnTo>
                <a:lnTo>
                  <a:pt x="854976" y="377952"/>
                </a:lnTo>
                <a:lnTo>
                  <a:pt x="854976" y="37033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" name="object 24"/>
          <p:cNvSpPr/>
          <p:nvPr/>
        </p:nvSpPr>
        <p:spPr>
          <a:xfrm>
            <a:off x="1751075" y="3838955"/>
            <a:ext cx="155575" cy="155575"/>
          </a:xfrm>
          <a:custGeom>
            <a:avLst/>
            <a:gdLst/>
            <a:ahLst/>
            <a:cxnLst/>
            <a:rect l="l" t="t" r="r" b="b"/>
            <a:pathLst>
              <a:path w="155575" h="155575">
                <a:moveTo>
                  <a:pt x="155448" y="155447"/>
                </a:moveTo>
                <a:lnTo>
                  <a:pt x="0" y="155447"/>
                </a:lnTo>
                <a:lnTo>
                  <a:pt x="0" y="0"/>
                </a:lnTo>
                <a:lnTo>
                  <a:pt x="155448" y="0"/>
                </a:lnTo>
                <a:lnTo>
                  <a:pt x="155448" y="155447"/>
                </a:lnTo>
                <a:close/>
              </a:path>
            </a:pathLst>
          </a:custGeom>
          <a:solidFill>
            <a:srgbClr val="3333C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" name="object 25"/>
          <p:cNvSpPr/>
          <p:nvPr/>
        </p:nvSpPr>
        <p:spPr>
          <a:xfrm>
            <a:off x="2139696" y="3646932"/>
            <a:ext cx="2348865" cy="411480"/>
          </a:xfrm>
          <a:custGeom>
            <a:avLst/>
            <a:gdLst/>
            <a:ahLst/>
            <a:cxnLst/>
            <a:rect l="l" t="t" r="r" b="b"/>
            <a:pathLst>
              <a:path w="2348865" h="411479">
                <a:moveTo>
                  <a:pt x="204216" y="140208"/>
                </a:moveTo>
                <a:lnTo>
                  <a:pt x="193548" y="92964"/>
                </a:lnTo>
                <a:lnTo>
                  <a:pt x="183464" y="79248"/>
                </a:lnTo>
                <a:lnTo>
                  <a:pt x="180784" y="76009"/>
                </a:lnTo>
                <a:lnTo>
                  <a:pt x="173177" y="68757"/>
                </a:lnTo>
                <a:lnTo>
                  <a:pt x="164592" y="62484"/>
                </a:lnTo>
                <a:lnTo>
                  <a:pt x="158496" y="58254"/>
                </a:lnTo>
                <a:lnTo>
                  <a:pt x="158496" y="140208"/>
                </a:lnTo>
                <a:lnTo>
                  <a:pt x="158203" y="147929"/>
                </a:lnTo>
                <a:lnTo>
                  <a:pt x="135077" y="194144"/>
                </a:lnTo>
                <a:lnTo>
                  <a:pt x="95250" y="207645"/>
                </a:lnTo>
                <a:lnTo>
                  <a:pt x="71628" y="208788"/>
                </a:lnTo>
                <a:lnTo>
                  <a:pt x="42672" y="208788"/>
                </a:lnTo>
                <a:lnTo>
                  <a:pt x="42672" y="79248"/>
                </a:lnTo>
                <a:lnTo>
                  <a:pt x="77724" y="79248"/>
                </a:lnTo>
                <a:lnTo>
                  <a:pt x="118059" y="83731"/>
                </a:lnTo>
                <a:lnTo>
                  <a:pt x="149555" y="105587"/>
                </a:lnTo>
                <a:lnTo>
                  <a:pt x="158496" y="140208"/>
                </a:lnTo>
                <a:lnTo>
                  <a:pt x="158496" y="58254"/>
                </a:lnTo>
                <a:lnTo>
                  <a:pt x="118694" y="45250"/>
                </a:lnTo>
                <a:lnTo>
                  <a:pt x="80772" y="42672"/>
                </a:lnTo>
                <a:lnTo>
                  <a:pt x="0" y="42672"/>
                </a:lnTo>
                <a:lnTo>
                  <a:pt x="0" y="365760"/>
                </a:lnTo>
                <a:lnTo>
                  <a:pt x="42672" y="365760"/>
                </a:lnTo>
                <a:lnTo>
                  <a:pt x="42672" y="245364"/>
                </a:lnTo>
                <a:lnTo>
                  <a:pt x="79248" y="245364"/>
                </a:lnTo>
                <a:lnTo>
                  <a:pt x="123609" y="240220"/>
                </a:lnTo>
                <a:lnTo>
                  <a:pt x="166700" y="219506"/>
                </a:lnTo>
                <a:lnTo>
                  <a:pt x="177952" y="208788"/>
                </a:lnTo>
                <a:lnTo>
                  <a:pt x="181584" y="204698"/>
                </a:lnTo>
                <a:lnTo>
                  <a:pt x="199707" y="170434"/>
                </a:lnTo>
                <a:lnTo>
                  <a:pt x="203657" y="150482"/>
                </a:lnTo>
                <a:lnTo>
                  <a:pt x="204216" y="140208"/>
                </a:lnTo>
                <a:close/>
              </a:path>
              <a:path w="2348865" h="411479">
                <a:moveTo>
                  <a:pt x="448043" y="274332"/>
                </a:moveTo>
                <a:lnTo>
                  <a:pt x="439686" y="233387"/>
                </a:lnTo>
                <a:lnTo>
                  <a:pt x="413562" y="204419"/>
                </a:lnTo>
                <a:lnTo>
                  <a:pt x="377545" y="189750"/>
                </a:lnTo>
                <a:lnTo>
                  <a:pt x="325678" y="176669"/>
                </a:lnTo>
                <a:lnTo>
                  <a:pt x="318503" y="175272"/>
                </a:lnTo>
                <a:lnTo>
                  <a:pt x="308787" y="171551"/>
                </a:lnTo>
                <a:lnTo>
                  <a:pt x="278307" y="143268"/>
                </a:lnTo>
                <a:lnTo>
                  <a:pt x="275831" y="124980"/>
                </a:lnTo>
                <a:lnTo>
                  <a:pt x="276974" y="113880"/>
                </a:lnTo>
                <a:lnTo>
                  <a:pt x="304101" y="80873"/>
                </a:lnTo>
                <a:lnTo>
                  <a:pt x="342887" y="73164"/>
                </a:lnTo>
                <a:lnTo>
                  <a:pt x="355676" y="73964"/>
                </a:lnTo>
                <a:lnTo>
                  <a:pt x="393179" y="83832"/>
                </a:lnTo>
                <a:lnTo>
                  <a:pt x="432803" y="108216"/>
                </a:lnTo>
                <a:lnTo>
                  <a:pt x="435851" y="108216"/>
                </a:lnTo>
                <a:lnTo>
                  <a:pt x="435851" y="56400"/>
                </a:lnTo>
                <a:lnTo>
                  <a:pt x="425310" y="52082"/>
                </a:lnTo>
                <a:lnTo>
                  <a:pt x="379069" y="39154"/>
                </a:lnTo>
                <a:lnTo>
                  <a:pt x="339839" y="36588"/>
                </a:lnTo>
                <a:lnTo>
                  <a:pt x="316979" y="38277"/>
                </a:lnTo>
                <a:lnTo>
                  <a:pt x="278117" y="51371"/>
                </a:lnTo>
                <a:lnTo>
                  <a:pt x="248361" y="76822"/>
                </a:lnTo>
                <a:lnTo>
                  <a:pt x="231635" y="129552"/>
                </a:lnTo>
                <a:lnTo>
                  <a:pt x="231927" y="138404"/>
                </a:lnTo>
                <a:lnTo>
                  <a:pt x="243255" y="175653"/>
                </a:lnTo>
                <a:lnTo>
                  <a:pt x="275831" y="204228"/>
                </a:lnTo>
                <a:lnTo>
                  <a:pt x="282714" y="207632"/>
                </a:lnTo>
                <a:lnTo>
                  <a:pt x="329869" y="222631"/>
                </a:lnTo>
                <a:lnTo>
                  <a:pt x="336791" y="224040"/>
                </a:lnTo>
                <a:lnTo>
                  <a:pt x="356514" y="228752"/>
                </a:lnTo>
                <a:lnTo>
                  <a:pt x="394703" y="248424"/>
                </a:lnTo>
                <a:lnTo>
                  <a:pt x="403847" y="280428"/>
                </a:lnTo>
                <a:lnTo>
                  <a:pt x="402704" y="292188"/>
                </a:lnTo>
                <a:lnTo>
                  <a:pt x="375297" y="326047"/>
                </a:lnTo>
                <a:lnTo>
                  <a:pt x="332219" y="333768"/>
                </a:lnTo>
                <a:lnTo>
                  <a:pt x="319417" y="333171"/>
                </a:lnTo>
                <a:lnTo>
                  <a:pt x="280403" y="323100"/>
                </a:lnTo>
                <a:lnTo>
                  <a:pt x="242481" y="302094"/>
                </a:lnTo>
                <a:lnTo>
                  <a:pt x="231635" y="292620"/>
                </a:lnTo>
                <a:lnTo>
                  <a:pt x="228587" y="292620"/>
                </a:lnTo>
                <a:lnTo>
                  <a:pt x="228587" y="345960"/>
                </a:lnTo>
                <a:lnTo>
                  <a:pt x="239382" y="351383"/>
                </a:lnTo>
                <a:lnTo>
                  <a:pt x="287477" y="367360"/>
                </a:lnTo>
                <a:lnTo>
                  <a:pt x="335267" y="371868"/>
                </a:lnTo>
                <a:lnTo>
                  <a:pt x="349326" y="371309"/>
                </a:lnTo>
                <a:lnTo>
                  <a:pt x="393801" y="360260"/>
                </a:lnTo>
                <a:lnTo>
                  <a:pt x="425640" y="335762"/>
                </a:lnTo>
                <a:lnTo>
                  <a:pt x="444195" y="301764"/>
                </a:lnTo>
                <a:lnTo>
                  <a:pt x="447713" y="283476"/>
                </a:lnTo>
                <a:lnTo>
                  <a:pt x="448043" y="274332"/>
                </a:lnTo>
                <a:close/>
              </a:path>
              <a:path w="2348865" h="411479">
                <a:moveTo>
                  <a:pt x="694944" y="140208"/>
                </a:moveTo>
                <a:lnTo>
                  <a:pt x="684276" y="92964"/>
                </a:lnTo>
                <a:lnTo>
                  <a:pt x="675347" y="79248"/>
                </a:lnTo>
                <a:lnTo>
                  <a:pt x="672846" y="76009"/>
                </a:lnTo>
                <a:lnTo>
                  <a:pt x="665416" y="68757"/>
                </a:lnTo>
                <a:lnTo>
                  <a:pt x="656844" y="62484"/>
                </a:lnTo>
                <a:lnTo>
                  <a:pt x="650748" y="58699"/>
                </a:lnTo>
                <a:lnTo>
                  <a:pt x="650748" y="140208"/>
                </a:lnTo>
                <a:lnTo>
                  <a:pt x="650455" y="147929"/>
                </a:lnTo>
                <a:lnTo>
                  <a:pt x="632460" y="188976"/>
                </a:lnTo>
                <a:lnTo>
                  <a:pt x="596455" y="206222"/>
                </a:lnTo>
                <a:lnTo>
                  <a:pt x="563880" y="208788"/>
                </a:lnTo>
                <a:lnTo>
                  <a:pt x="533400" y="208788"/>
                </a:lnTo>
                <a:lnTo>
                  <a:pt x="533400" y="79248"/>
                </a:lnTo>
                <a:lnTo>
                  <a:pt x="569976" y="79248"/>
                </a:lnTo>
                <a:lnTo>
                  <a:pt x="612648" y="83820"/>
                </a:lnTo>
                <a:lnTo>
                  <a:pt x="626364" y="91440"/>
                </a:lnTo>
                <a:lnTo>
                  <a:pt x="632434" y="95402"/>
                </a:lnTo>
                <a:lnTo>
                  <a:pt x="650430" y="132473"/>
                </a:lnTo>
                <a:lnTo>
                  <a:pt x="650748" y="140208"/>
                </a:lnTo>
                <a:lnTo>
                  <a:pt x="650748" y="58699"/>
                </a:lnTo>
                <a:lnTo>
                  <a:pt x="610285" y="45250"/>
                </a:lnTo>
                <a:lnTo>
                  <a:pt x="571500" y="42672"/>
                </a:lnTo>
                <a:lnTo>
                  <a:pt x="490728" y="42672"/>
                </a:lnTo>
                <a:lnTo>
                  <a:pt x="490728" y="365760"/>
                </a:lnTo>
                <a:lnTo>
                  <a:pt x="533400" y="365760"/>
                </a:lnTo>
                <a:lnTo>
                  <a:pt x="533400" y="245364"/>
                </a:lnTo>
                <a:lnTo>
                  <a:pt x="569976" y="245364"/>
                </a:lnTo>
                <a:lnTo>
                  <a:pt x="615619" y="240220"/>
                </a:lnTo>
                <a:lnTo>
                  <a:pt x="658317" y="219506"/>
                </a:lnTo>
                <a:lnTo>
                  <a:pt x="669925" y="208788"/>
                </a:lnTo>
                <a:lnTo>
                  <a:pt x="673176" y="204698"/>
                </a:lnTo>
                <a:lnTo>
                  <a:pt x="691083" y="170434"/>
                </a:lnTo>
                <a:lnTo>
                  <a:pt x="694601" y="150482"/>
                </a:lnTo>
                <a:lnTo>
                  <a:pt x="694944" y="140208"/>
                </a:lnTo>
                <a:close/>
              </a:path>
              <a:path w="2348865" h="411479">
                <a:moveTo>
                  <a:pt x="961631" y="365760"/>
                </a:moveTo>
                <a:lnTo>
                  <a:pt x="931100" y="275844"/>
                </a:lnTo>
                <a:lnTo>
                  <a:pt x="918679" y="239268"/>
                </a:lnTo>
                <a:lnTo>
                  <a:pt x="874763" y="109956"/>
                </a:lnTo>
                <a:lnTo>
                  <a:pt x="874763" y="239268"/>
                </a:lnTo>
                <a:lnTo>
                  <a:pt x="774179" y="239268"/>
                </a:lnTo>
                <a:lnTo>
                  <a:pt x="824471" y="85344"/>
                </a:lnTo>
                <a:lnTo>
                  <a:pt x="874763" y="239268"/>
                </a:lnTo>
                <a:lnTo>
                  <a:pt x="874763" y="109956"/>
                </a:lnTo>
                <a:lnTo>
                  <a:pt x="866406" y="85344"/>
                </a:lnTo>
                <a:lnTo>
                  <a:pt x="851903" y="42672"/>
                </a:lnTo>
                <a:lnTo>
                  <a:pt x="798563" y="42672"/>
                </a:lnTo>
                <a:lnTo>
                  <a:pt x="690359" y="365760"/>
                </a:lnTo>
                <a:lnTo>
                  <a:pt x="733031" y="365760"/>
                </a:lnTo>
                <a:lnTo>
                  <a:pt x="763511" y="275844"/>
                </a:lnTo>
                <a:lnTo>
                  <a:pt x="886955" y="275844"/>
                </a:lnTo>
                <a:lnTo>
                  <a:pt x="915911" y="365760"/>
                </a:lnTo>
                <a:lnTo>
                  <a:pt x="961631" y="365760"/>
                </a:lnTo>
                <a:close/>
              </a:path>
              <a:path w="2348865" h="411479">
                <a:moveTo>
                  <a:pt x="1219187" y="64020"/>
                </a:moveTo>
                <a:lnTo>
                  <a:pt x="1211567" y="59448"/>
                </a:lnTo>
                <a:lnTo>
                  <a:pt x="1205471" y="56400"/>
                </a:lnTo>
                <a:lnTo>
                  <a:pt x="1182611" y="47256"/>
                </a:lnTo>
                <a:lnTo>
                  <a:pt x="1176515" y="44208"/>
                </a:lnTo>
                <a:lnTo>
                  <a:pt x="1169898" y="42824"/>
                </a:lnTo>
                <a:lnTo>
                  <a:pt x="1157236" y="39484"/>
                </a:lnTo>
                <a:lnTo>
                  <a:pt x="1150607" y="38112"/>
                </a:lnTo>
                <a:lnTo>
                  <a:pt x="1142822" y="37223"/>
                </a:lnTo>
                <a:lnTo>
                  <a:pt x="1135176" y="36779"/>
                </a:lnTo>
                <a:lnTo>
                  <a:pt x="1118603" y="36588"/>
                </a:lnTo>
                <a:lnTo>
                  <a:pt x="1102918" y="37172"/>
                </a:lnTo>
                <a:lnTo>
                  <a:pt x="1060691" y="47256"/>
                </a:lnTo>
                <a:lnTo>
                  <a:pt x="1024051" y="70827"/>
                </a:lnTo>
                <a:lnTo>
                  <a:pt x="996683" y="105168"/>
                </a:lnTo>
                <a:lnTo>
                  <a:pt x="979614" y="149567"/>
                </a:lnTo>
                <a:lnTo>
                  <a:pt x="973823" y="204228"/>
                </a:lnTo>
                <a:lnTo>
                  <a:pt x="974420" y="224231"/>
                </a:lnTo>
                <a:lnTo>
                  <a:pt x="984491" y="277380"/>
                </a:lnTo>
                <a:lnTo>
                  <a:pt x="1005497" y="318096"/>
                </a:lnTo>
                <a:lnTo>
                  <a:pt x="1035545" y="347484"/>
                </a:lnTo>
                <a:lnTo>
                  <a:pt x="1073823" y="366077"/>
                </a:lnTo>
                <a:lnTo>
                  <a:pt x="1118603" y="371868"/>
                </a:lnTo>
                <a:lnTo>
                  <a:pt x="1128115" y="371602"/>
                </a:lnTo>
                <a:lnTo>
                  <a:pt x="1169682" y="364744"/>
                </a:lnTo>
                <a:lnTo>
                  <a:pt x="1211567" y="347484"/>
                </a:lnTo>
                <a:lnTo>
                  <a:pt x="1219187" y="344436"/>
                </a:lnTo>
                <a:lnTo>
                  <a:pt x="1219187" y="292620"/>
                </a:lnTo>
                <a:lnTo>
                  <a:pt x="1216139" y="292620"/>
                </a:lnTo>
                <a:lnTo>
                  <a:pt x="1208519" y="300240"/>
                </a:lnTo>
                <a:lnTo>
                  <a:pt x="1190231" y="313956"/>
                </a:lnTo>
                <a:lnTo>
                  <a:pt x="1153655" y="329196"/>
                </a:lnTo>
                <a:lnTo>
                  <a:pt x="1118603" y="333768"/>
                </a:lnTo>
                <a:lnTo>
                  <a:pt x="1108583" y="333425"/>
                </a:lnTo>
                <a:lnTo>
                  <a:pt x="1071651" y="321906"/>
                </a:lnTo>
                <a:lnTo>
                  <a:pt x="1041958" y="293204"/>
                </a:lnTo>
                <a:lnTo>
                  <a:pt x="1023162" y="249224"/>
                </a:lnTo>
                <a:lnTo>
                  <a:pt x="1018019" y="204228"/>
                </a:lnTo>
                <a:lnTo>
                  <a:pt x="1018578" y="188772"/>
                </a:lnTo>
                <a:lnTo>
                  <a:pt x="1025639" y="147840"/>
                </a:lnTo>
                <a:lnTo>
                  <a:pt x="1046975" y="106692"/>
                </a:lnTo>
                <a:lnTo>
                  <a:pt x="1080503" y="80784"/>
                </a:lnTo>
                <a:lnTo>
                  <a:pt x="1118603" y="73164"/>
                </a:lnTo>
                <a:lnTo>
                  <a:pt x="1128344" y="73444"/>
                </a:lnTo>
                <a:lnTo>
                  <a:pt x="1166990" y="82499"/>
                </a:lnTo>
                <a:lnTo>
                  <a:pt x="1200899" y="103644"/>
                </a:lnTo>
                <a:lnTo>
                  <a:pt x="1206995" y="108216"/>
                </a:lnTo>
                <a:lnTo>
                  <a:pt x="1211567" y="112788"/>
                </a:lnTo>
                <a:lnTo>
                  <a:pt x="1216139" y="115836"/>
                </a:lnTo>
                <a:lnTo>
                  <a:pt x="1219187" y="115836"/>
                </a:lnTo>
                <a:lnTo>
                  <a:pt x="1219187" y="64020"/>
                </a:lnTo>
                <a:close/>
              </a:path>
              <a:path w="2348865" h="411479">
                <a:moveTo>
                  <a:pt x="1461503" y="43180"/>
                </a:moveTo>
                <a:lnTo>
                  <a:pt x="1260335" y="43180"/>
                </a:lnTo>
                <a:lnTo>
                  <a:pt x="1260335" y="81280"/>
                </a:lnTo>
                <a:lnTo>
                  <a:pt x="1260335" y="168910"/>
                </a:lnTo>
                <a:lnTo>
                  <a:pt x="1260335" y="207010"/>
                </a:lnTo>
                <a:lnTo>
                  <a:pt x="1260335" y="327660"/>
                </a:lnTo>
                <a:lnTo>
                  <a:pt x="1260335" y="365760"/>
                </a:lnTo>
                <a:lnTo>
                  <a:pt x="1461503" y="365760"/>
                </a:lnTo>
                <a:lnTo>
                  <a:pt x="1461503" y="327660"/>
                </a:lnTo>
                <a:lnTo>
                  <a:pt x="1303007" y="327660"/>
                </a:lnTo>
                <a:lnTo>
                  <a:pt x="1303007" y="207010"/>
                </a:lnTo>
                <a:lnTo>
                  <a:pt x="1450835" y="207010"/>
                </a:lnTo>
                <a:lnTo>
                  <a:pt x="1450835" y="168910"/>
                </a:lnTo>
                <a:lnTo>
                  <a:pt x="1303007" y="168910"/>
                </a:lnTo>
                <a:lnTo>
                  <a:pt x="1303007" y="81280"/>
                </a:lnTo>
                <a:lnTo>
                  <a:pt x="1461503" y="81280"/>
                </a:lnTo>
                <a:lnTo>
                  <a:pt x="1461503" y="43180"/>
                </a:lnTo>
                <a:close/>
              </a:path>
              <a:path w="2348865" h="411479">
                <a:moveTo>
                  <a:pt x="1812023" y="155448"/>
                </a:moveTo>
                <a:lnTo>
                  <a:pt x="1781543" y="123444"/>
                </a:lnTo>
                <a:lnTo>
                  <a:pt x="1760207" y="144780"/>
                </a:lnTo>
                <a:lnTo>
                  <a:pt x="1565135" y="144780"/>
                </a:lnTo>
                <a:lnTo>
                  <a:pt x="1581899" y="160020"/>
                </a:lnTo>
                <a:lnTo>
                  <a:pt x="1589595" y="158026"/>
                </a:lnTo>
                <a:lnTo>
                  <a:pt x="1598853" y="156591"/>
                </a:lnTo>
                <a:lnTo>
                  <a:pt x="1609547" y="155740"/>
                </a:lnTo>
                <a:lnTo>
                  <a:pt x="1621523" y="155448"/>
                </a:lnTo>
                <a:lnTo>
                  <a:pt x="1812023" y="155448"/>
                </a:lnTo>
                <a:close/>
              </a:path>
              <a:path w="2348865" h="411479">
                <a:moveTo>
                  <a:pt x="1891271" y="89916"/>
                </a:moveTo>
                <a:lnTo>
                  <a:pt x="1888070" y="86868"/>
                </a:lnTo>
                <a:lnTo>
                  <a:pt x="1878469" y="77724"/>
                </a:lnTo>
                <a:lnTo>
                  <a:pt x="1859267" y="59436"/>
                </a:lnTo>
                <a:lnTo>
                  <a:pt x="1845551" y="77724"/>
                </a:lnTo>
                <a:lnTo>
                  <a:pt x="1706867" y="77724"/>
                </a:lnTo>
                <a:lnTo>
                  <a:pt x="1711439" y="73152"/>
                </a:lnTo>
                <a:lnTo>
                  <a:pt x="1716011" y="67056"/>
                </a:lnTo>
                <a:lnTo>
                  <a:pt x="1720583" y="59436"/>
                </a:lnTo>
                <a:lnTo>
                  <a:pt x="1722107" y="53340"/>
                </a:lnTo>
                <a:lnTo>
                  <a:pt x="1722107" y="41148"/>
                </a:lnTo>
                <a:lnTo>
                  <a:pt x="1719059" y="35052"/>
                </a:lnTo>
                <a:lnTo>
                  <a:pt x="1711439" y="28956"/>
                </a:lnTo>
                <a:lnTo>
                  <a:pt x="1705470" y="23228"/>
                </a:lnTo>
                <a:lnTo>
                  <a:pt x="1696770" y="17335"/>
                </a:lnTo>
                <a:lnTo>
                  <a:pt x="1685518" y="11176"/>
                </a:lnTo>
                <a:lnTo>
                  <a:pt x="1671815" y="4572"/>
                </a:lnTo>
                <a:lnTo>
                  <a:pt x="1668767" y="7620"/>
                </a:lnTo>
                <a:lnTo>
                  <a:pt x="1678203" y="21297"/>
                </a:lnTo>
                <a:lnTo>
                  <a:pt x="1685912" y="34671"/>
                </a:lnTo>
                <a:lnTo>
                  <a:pt x="1691919" y="47485"/>
                </a:lnTo>
                <a:lnTo>
                  <a:pt x="1696199" y="59436"/>
                </a:lnTo>
                <a:lnTo>
                  <a:pt x="1700771" y="77724"/>
                </a:lnTo>
                <a:lnTo>
                  <a:pt x="1560563" y="77724"/>
                </a:lnTo>
                <a:lnTo>
                  <a:pt x="1559039" y="56388"/>
                </a:lnTo>
                <a:lnTo>
                  <a:pt x="1549895" y="56388"/>
                </a:lnTo>
                <a:lnTo>
                  <a:pt x="1540751" y="94488"/>
                </a:lnTo>
                <a:lnTo>
                  <a:pt x="1525511" y="120396"/>
                </a:lnTo>
                <a:lnTo>
                  <a:pt x="1522463" y="126492"/>
                </a:lnTo>
                <a:lnTo>
                  <a:pt x="1522463" y="131064"/>
                </a:lnTo>
                <a:lnTo>
                  <a:pt x="1527035" y="134112"/>
                </a:lnTo>
                <a:lnTo>
                  <a:pt x="1534655" y="134112"/>
                </a:lnTo>
                <a:lnTo>
                  <a:pt x="1542275" y="135636"/>
                </a:lnTo>
                <a:lnTo>
                  <a:pt x="1549895" y="132588"/>
                </a:lnTo>
                <a:lnTo>
                  <a:pt x="1555991" y="126492"/>
                </a:lnTo>
                <a:lnTo>
                  <a:pt x="1560563" y="120396"/>
                </a:lnTo>
                <a:lnTo>
                  <a:pt x="1563611" y="114300"/>
                </a:lnTo>
                <a:lnTo>
                  <a:pt x="1563611" y="103632"/>
                </a:lnTo>
                <a:lnTo>
                  <a:pt x="1562087" y="96012"/>
                </a:lnTo>
                <a:lnTo>
                  <a:pt x="1560563" y="86868"/>
                </a:lnTo>
                <a:lnTo>
                  <a:pt x="1848599" y="86868"/>
                </a:lnTo>
                <a:lnTo>
                  <a:pt x="1831835" y="129540"/>
                </a:lnTo>
                <a:lnTo>
                  <a:pt x="1836407" y="132588"/>
                </a:lnTo>
                <a:lnTo>
                  <a:pt x="1850707" y="115277"/>
                </a:lnTo>
                <a:lnTo>
                  <a:pt x="1864410" y="102108"/>
                </a:lnTo>
                <a:lnTo>
                  <a:pt x="1877771" y="93586"/>
                </a:lnTo>
                <a:lnTo>
                  <a:pt x="1891271" y="89916"/>
                </a:lnTo>
                <a:close/>
              </a:path>
              <a:path w="2348865" h="411479">
                <a:moveTo>
                  <a:pt x="1901939" y="367284"/>
                </a:moveTo>
                <a:lnTo>
                  <a:pt x="1877936" y="326618"/>
                </a:lnTo>
                <a:lnTo>
                  <a:pt x="1874507" y="288036"/>
                </a:lnTo>
                <a:lnTo>
                  <a:pt x="1868411" y="288036"/>
                </a:lnTo>
                <a:lnTo>
                  <a:pt x="1866125" y="330136"/>
                </a:lnTo>
                <a:lnTo>
                  <a:pt x="1849920" y="369239"/>
                </a:lnTo>
                <a:lnTo>
                  <a:pt x="1842503" y="370332"/>
                </a:lnTo>
                <a:lnTo>
                  <a:pt x="1778495" y="370332"/>
                </a:lnTo>
                <a:lnTo>
                  <a:pt x="1746542" y="344830"/>
                </a:lnTo>
                <a:lnTo>
                  <a:pt x="1746491" y="228600"/>
                </a:lnTo>
                <a:lnTo>
                  <a:pt x="1879079" y="228600"/>
                </a:lnTo>
                <a:lnTo>
                  <a:pt x="1842503" y="192024"/>
                </a:lnTo>
                <a:lnTo>
                  <a:pt x="1816595" y="217932"/>
                </a:lnTo>
                <a:lnTo>
                  <a:pt x="1520939" y="217932"/>
                </a:lnTo>
                <a:lnTo>
                  <a:pt x="1534655" y="231648"/>
                </a:lnTo>
                <a:lnTo>
                  <a:pt x="1559039" y="228600"/>
                </a:lnTo>
                <a:lnTo>
                  <a:pt x="1633715" y="228600"/>
                </a:lnTo>
                <a:lnTo>
                  <a:pt x="1623999" y="291274"/>
                </a:lnTo>
                <a:lnTo>
                  <a:pt x="1606283" y="336804"/>
                </a:lnTo>
                <a:lnTo>
                  <a:pt x="1568373" y="371475"/>
                </a:lnTo>
                <a:lnTo>
                  <a:pt x="1499603" y="403860"/>
                </a:lnTo>
                <a:lnTo>
                  <a:pt x="1501127" y="411480"/>
                </a:lnTo>
                <a:lnTo>
                  <a:pt x="1561706" y="390144"/>
                </a:lnTo>
                <a:lnTo>
                  <a:pt x="1601711" y="368808"/>
                </a:lnTo>
                <a:lnTo>
                  <a:pt x="1636001" y="328739"/>
                </a:lnTo>
                <a:lnTo>
                  <a:pt x="1652955" y="273367"/>
                </a:lnTo>
                <a:lnTo>
                  <a:pt x="1659623" y="228600"/>
                </a:lnTo>
                <a:lnTo>
                  <a:pt x="1722107" y="228600"/>
                </a:lnTo>
                <a:lnTo>
                  <a:pt x="1722107" y="353568"/>
                </a:lnTo>
                <a:lnTo>
                  <a:pt x="1724990" y="371309"/>
                </a:lnTo>
                <a:lnTo>
                  <a:pt x="1733727" y="383476"/>
                </a:lnTo>
                <a:lnTo>
                  <a:pt x="1748472" y="390220"/>
                </a:lnTo>
                <a:lnTo>
                  <a:pt x="1769351" y="391668"/>
                </a:lnTo>
                <a:lnTo>
                  <a:pt x="1848599" y="391668"/>
                </a:lnTo>
                <a:lnTo>
                  <a:pt x="1866582" y="391083"/>
                </a:lnTo>
                <a:lnTo>
                  <a:pt x="1881555" y="386905"/>
                </a:lnTo>
                <a:lnTo>
                  <a:pt x="1893392" y="379031"/>
                </a:lnTo>
                <a:lnTo>
                  <a:pt x="1899729" y="370332"/>
                </a:lnTo>
                <a:lnTo>
                  <a:pt x="1901939" y="367284"/>
                </a:lnTo>
                <a:close/>
              </a:path>
              <a:path w="2348865" h="411479">
                <a:moveTo>
                  <a:pt x="2348484" y="167640"/>
                </a:moveTo>
                <a:lnTo>
                  <a:pt x="2278380" y="147447"/>
                </a:lnTo>
                <a:lnTo>
                  <a:pt x="2221992" y="111252"/>
                </a:lnTo>
                <a:lnTo>
                  <a:pt x="2177986" y="69151"/>
                </a:lnTo>
                <a:lnTo>
                  <a:pt x="2153018" y="36576"/>
                </a:lnTo>
                <a:lnTo>
                  <a:pt x="2148840" y="30480"/>
                </a:lnTo>
                <a:lnTo>
                  <a:pt x="2162556" y="21336"/>
                </a:lnTo>
                <a:lnTo>
                  <a:pt x="2125980" y="0"/>
                </a:lnTo>
                <a:lnTo>
                  <a:pt x="2094738" y="61722"/>
                </a:lnTo>
                <a:lnTo>
                  <a:pt x="2054352" y="118872"/>
                </a:lnTo>
                <a:lnTo>
                  <a:pt x="2003679" y="170307"/>
                </a:lnTo>
                <a:lnTo>
                  <a:pt x="1941576" y="214884"/>
                </a:lnTo>
                <a:lnTo>
                  <a:pt x="1943100" y="219456"/>
                </a:lnTo>
                <a:lnTo>
                  <a:pt x="1964524" y="210604"/>
                </a:lnTo>
                <a:lnTo>
                  <a:pt x="1985391" y="200025"/>
                </a:lnTo>
                <a:lnTo>
                  <a:pt x="2005672" y="187744"/>
                </a:lnTo>
                <a:lnTo>
                  <a:pt x="2025396" y="173736"/>
                </a:lnTo>
                <a:lnTo>
                  <a:pt x="2037588" y="185928"/>
                </a:lnTo>
                <a:lnTo>
                  <a:pt x="2046135" y="183934"/>
                </a:lnTo>
                <a:lnTo>
                  <a:pt x="2055685" y="182499"/>
                </a:lnTo>
                <a:lnTo>
                  <a:pt x="2066086" y="181648"/>
                </a:lnTo>
                <a:lnTo>
                  <a:pt x="2077212" y="181356"/>
                </a:lnTo>
                <a:lnTo>
                  <a:pt x="2132076" y="181356"/>
                </a:lnTo>
                <a:lnTo>
                  <a:pt x="2132076" y="266700"/>
                </a:lnTo>
                <a:lnTo>
                  <a:pt x="2011680" y="266700"/>
                </a:lnTo>
                <a:lnTo>
                  <a:pt x="2026920" y="281940"/>
                </a:lnTo>
                <a:lnTo>
                  <a:pt x="2036343" y="279946"/>
                </a:lnTo>
                <a:lnTo>
                  <a:pt x="2046351" y="278511"/>
                </a:lnTo>
                <a:lnTo>
                  <a:pt x="2056917" y="277660"/>
                </a:lnTo>
                <a:lnTo>
                  <a:pt x="2068068" y="277368"/>
                </a:lnTo>
                <a:lnTo>
                  <a:pt x="2132076" y="277368"/>
                </a:lnTo>
                <a:lnTo>
                  <a:pt x="2132076" y="376428"/>
                </a:lnTo>
                <a:lnTo>
                  <a:pt x="1958340" y="376428"/>
                </a:lnTo>
                <a:lnTo>
                  <a:pt x="1975104" y="391668"/>
                </a:lnTo>
                <a:lnTo>
                  <a:pt x="1984527" y="389674"/>
                </a:lnTo>
                <a:lnTo>
                  <a:pt x="1994535" y="388239"/>
                </a:lnTo>
                <a:lnTo>
                  <a:pt x="2005101" y="387388"/>
                </a:lnTo>
                <a:lnTo>
                  <a:pt x="2016252" y="387096"/>
                </a:lnTo>
                <a:lnTo>
                  <a:pt x="2337816" y="387096"/>
                </a:lnTo>
                <a:lnTo>
                  <a:pt x="2301240" y="350520"/>
                </a:lnTo>
                <a:lnTo>
                  <a:pt x="2276856" y="376428"/>
                </a:lnTo>
                <a:lnTo>
                  <a:pt x="2156460" y="376428"/>
                </a:lnTo>
                <a:lnTo>
                  <a:pt x="2156460" y="277368"/>
                </a:lnTo>
                <a:lnTo>
                  <a:pt x="2282952" y="277368"/>
                </a:lnTo>
                <a:lnTo>
                  <a:pt x="2250948" y="245364"/>
                </a:lnTo>
                <a:lnTo>
                  <a:pt x="2229612" y="266700"/>
                </a:lnTo>
                <a:lnTo>
                  <a:pt x="2156460" y="266700"/>
                </a:lnTo>
                <a:lnTo>
                  <a:pt x="2156460" y="181356"/>
                </a:lnTo>
                <a:lnTo>
                  <a:pt x="2266188" y="181356"/>
                </a:lnTo>
                <a:lnTo>
                  <a:pt x="2258136" y="173736"/>
                </a:lnTo>
                <a:lnTo>
                  <a:pt x="2254923" y="170688"/>
                </a:lnTo>
                <a:lnTo>
                  <a:pt x="2237232" y="153924"/>
                </a:lnTo>
                <a:lnTo>
                  <a:pt x="2217420" y="170688"/>
                </a:lnTo>
                <a:lnTo>
                  <a:pt x="2029968" y="170688"/>
                </a:lnTo>
                <a:lnTo>
                  <a:pt x="2059127" y="145021"/>
                </a:lnTo>
                <a:lnTo>
                  <a:pt x="2087308" y="113919"/>
                </a:lnTo>
                <a:lnTo>
                  <a:pt x="2114613" y="77685"/>
                </a:lnTo>
                <a:lnTo>
                  <a:pt x="2141220" y="36576"/>
                </a:lnTo>
                <a:lnTo>
                  <a:pt x="2161794" y="70345"/>
                </a:lnTo>
                <a:lnTo>
                  <a:pt x="2184654" y="100965"/>
                </a:lnTo>
                <a:lnTo>
                  <a:pt x="2237232" y="153924"/>
                </a:lnTo>
                <a:lnTo>
                  <a:pt x="2276665" y="180022"/>
                </a:lnTo>
                <a:lnTo>
                  <a:pt x="2314956" y="198120"/>
                </a:lnTo>
                <a:lnTo>
                  <a:pt x="2319540" y="189814"/>
                </a:lnTo>
                <a:lnTo>
                  <a:pt x="2326576" y="183070"/>
                </a:lnTo>
                <a:lnTo>
                  <a:pt x="2336165" y="177761"/>
                </a:lnTo>
                <a:lnTo>
                  <a:pt x="2348484" y="173736"/>
                </a:lnTo>
                <a:lnTo>
                  <a:pt x="2348484" y="16764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" name="object 26"/>
          <p:cNvSpPr/>
          <p:nvPr/>
        </p:nvSpPr>
        <p:spPr>
          <a:xfrm>
            <a:off x="4576572" y="3653027"/>
            <a:ext cx="326390" cy="398145"/>
          </a:xfrm>
          <a:custGeom>
            <a:avLst/>
            <a:gdLst/>
            <a:ahLst/>
            <a:cxnLst/>
            <a:rect l="l" t="t" r="r" b="b"/>
            <a:pathLst>
              <a:path w="326389" h="398145">
                <a:moveTo>
                  <a:pt x="76200" y="85344"/>
                </a:moveTo>
                <a:lnTo>
                  <a:pt x="68580" y="85344"/>
                </a:lnTo>
                <a:lnTo>
                  <a:pt x="65532" y="79248"/>
                </a:lnTo>
                <a:lnTo>
                  <a:pt x="62484" y="68580"/>
                </a:lnTo>
                <a:lnTo>
                  <a:pt x="57007" y="55125"/>
                </a:lnTo>
                <a:lnTo>
                  <a:pt x="49530" y="39814"/>
                </a:lnTo>
                <a:lnTo>
                  <a:pt x="39766" y="22502"/>
                </a:lnTo>
                <a:lnTo>
                  <a:pt x="27432" y="3048"/>
                </a:lnTo>
                <a:lnTo>
                  <a:pt x="33528" y="0"/>
                </a:lnTo>
                <a:lnTo>
                  <a:pt x="72104" y="24860"/>
                </a:lnTo>
                <a:lnTo>
                  <a:pt x="89916" y="47244"/>
                </a:lnTo>
                <a:lnTo>
                  <a:pt x="89916" y="59436"/>
                </a:lnTo>
                <a:lnTo>
                  <a:pt x="88392" y="65532"/>
                </a:lnTo>
                <a:lnTo>
                  <a:pt x="79248" y="80772"/>
                </a:lnTo>
                <a:lnTo>
                  <a:pt x="76200" y="85344"/>
                </a:lnTo>
                <a:close/>
              </a:path>
              <a:path w="326389" h="398145">
                <a:moveTo>
                  <a:pt x="146304" y="60960"/>
                </a:moveTo>
                <a:lnTo>
                  <a:pt x="131064" y="44196"/>
                </a:lnTo>
                <a:lnTo>
                  <a:pt x="281940" y="44196"/>
                </a:lnTo>
                <a:lnTo>
                  <a:pt x="295656" y="24384"/>
                </a:lnTo>
                <a:lnTo>
                  <a:pt x="326136" y="48768"/>
                </a:lnTo>
                <a:lnTo>
                  <a:pt x="318685" y="54864"/>
                </a:lnTo>
                <a:lnTo>
                  <a:pt x="187452" y="54864"/>
                </a:lnTo>
                <a:lnTo>
                  <a:pt x="176950" y="55173"/>
                </a:lnTo>
                <a:lnTo>
                  <a:pt x="166306" y="56197"/>
                </a:lnTo>
                <a:lnTo>
                  <a:pt x="155948" y="58078"/>
                </a:lnTo>
                <a:lnTo>
                  <a:pt x="146304" y="60960"/>
                </a:lnTo>
                <a:close/>
              </a:path>
              <a:path w="326389" h="398145">
                <a:moveTo>
                  <a:pt x="308590" y="353568"/>
                </a:moveTo>
                <a:lnTo>
                  <a:pt x="277368" y="353568"/>
                </a:lnTo>
                <a:lnTo>
                  <a:pt x="283464" y="348996"/>
                </a:lnTo>
                <a:lnTo>
                  <a:pt x="283464" y="54864"/>
                </a:lnTo>
                <a:lnTo>
                  <a:pt x="318685" y="54864"/>
                </a:lnTo>
                <a:lnTo>
                  <a:pt x="309372" y="62484"/>
                </a:lnTo>
                <a:lnTo>
                  <a:pt x="309372" y="344424"/>
                </a:lnTo>
                <a:lnTo>
                  <a:pt x="308590" y="353568"/>
                </a:lnTo>
                <a:close/>
              </a:path>
              <a:path w="326389" h="398145">
                <a:moveTo>
                  <a:pt x="0" y="397763"/>
                </a:moveTo>
                <a:lnTo>
                  <a:pt x="804" y="361973"/>
                </a:lnTo>
                <a:lnTo>
                  <a:pt x="918" y="355092"/>
                </a:lnTo>
                <a:lnTo>
                  <a:pt x="1333" y="316229"/>
                </a:lnTo>
                <a:lnTo>
                  <a:pt x="1451" y="161544"/>
                </a:lnTo>
                <a:lnTo>
                  <a:pt x="1328" y="132588"/>
                </a:lnTo>
                <a:lnTo>
                  <a:pt x="881" y="100107"/>
                </a:lnTo>
                <a:lnTo>
                  <a:pt x="0" y="74676"/>
                </a:lnTo>
                <a:lnTo>
                  <a:pt x="44196" y="99060"/>
                </a:lnTo>
                <a:lnTo>
                  <a:pt x="27432" y="109728"/>
                </a:lnTo>
                <a:lnTo>
                  <a:pt x="27432" y="385572"/>
                </a:lnTo>
                <a:lnTo>
                  <a:pt x="0" y="397763"/>
                </a:lnTo>
                <a:close/>
              </a:path>
              <a:path w="326389" h="398145">
                <a:moveTo>
                  <a:pt x="240088" y="150876"/>
                </a:moveTo>
                <a:lnTo>
                  <a:pt x="201168" y="150876"/>
                </a:lnTo>
                <a:lnTo>
                  <a:pt x="213360" y="132588"/>
                </a:lnTo>
                <a:lnTo>
                  <a:pt x="240088" y="150876"/>
                </a:lnTo>
                <a:close/>
              </a:path>
              <a:path w="326389" h="398145">
                <a:moveTo>
                  <a:pt x="82296" y="307848"/>
                </a:moveTo>
                <a:lnTo>
                  <a:pt x="82534" y="282392"/>
                </a:lnTo>
                <a:lnTo>
                  <a:pt x="83158" y="254198"/>
                </a:lnTo>
                <a:lnTo>
                  <a:pt x="83581" y="236053"/>
                </a:lnTo>
                <a:lnTo>
                  <a:pt x="83751" y="220980"/>
                </a:lnTo>
                <a:lnTo>
                  <a:pt x="83796" y="194333"/>
                </a:lnTo>
                <a:lnTo>
                  <a:pt x="83614" y="173259"/>
                </a:lnTo>
                <a:lnTo>
                  <a:pt x="83177" y="153804"/>
                </a:lnTo>
                <a:lnTo>
                  <a:pt x="82296" y="134112"/>
                </a:lnTo>
                <a:lnTo>
                  <a:pt x="108204" y="150876"/>
                </a:lnTo>
                <a:lnTo>
                  <a:pt x="240088" y="150876"/>
                </a:lnTo>
                <a:lnTo>
                  <a:pt x="242316" y="152400"/>
                </a:lnTo>
                <a:lnTo>
                  <a:pt x="232029" y="161544"/>
                </a:lnTo>
                <a:lnTo>
                  <a:pt x="108204" y="161544"/>
                </a:lnTo>
                <a:lnTo>
                  <a:pt x="108204" y="263652"/>
                </a:lnTo>
                <a:lnTo>
                  <a:pt x="228775" y="263652"/>
                </a:lnTo>
                <a:lnTo>
                  <a:pt x="228790" y="264604"/>
                </a:lnTo>
                <a:lnTo>
                  <a:pt x="229161" y="274319"/>
                </a:lnTo>
                <a:lnTo>
                  <a:pt x="108204" y="274319"/>
                </a:lnTo>
                <a:lnTo>
                  <a:pt x="108204" y="297180"/>
                </a:lnTo>
                <a:lnTo>
                  <a:pt x="82296" y="307848"/>
                </a:lnTo>
                <a:close/>
              </a:path>
              <a:path w="326389" h="398145">
                <a:moveTo>
                  <a:pt x="228775" y="263652"/>
                </a:moveTo>
                <a:lnTo>
                  <a:pt x="204216" y="263652"/>
                </a:lnTo>
                <a:lnTo>
                  <a:pt x="204216" y="161544"/>
                </a:lnTo>
                <a:lnTo>
                  <a:pt x="232029" y="161544"/>
                </a:lnTo>
                <a:lnTo>
                  <a:pt x="228600" y="164592"/>
                </a:lnTo>
                <a:lnTo>
                  <a:pt x="228692" y="258508"/>
                </a:lnTo>
                <a:lnTo>
                  <a:pt x="228775" y="263652"/>
                </a:lnTo>
                <a:close/>
              </a:path>
              <a:path w="326389" h="398145">
                <a:moveTo>
                  <a:pt x="204216" y="300228"/>
                </a:moveTo>
                <a:lnTo>
                  <a:pt x="204216" y="274319"/>
                </a:lnTo>
                <a:lnTo>
                  <a:pt x="229161" y="274319"/>
                </a:lnTo>
                <a:lnTo>
                  <a:pt x="229242" y="276439"/>
                </a:lnTo>
                <a:lnTo>
                  <a:pt x="230124" y="289559"/>
                </a:lnTo>
                <a:lnTo>
                  <a:pt x="204216" y="300228"/>
                </a:lnTo>
                <a:close/>
              </a:path>
              <a:path w="326389" h="398145">
                <a:moveTo>
                  <a:pt x="266700" y="397763"/>
                </a:moveTo>
                <a:lnTo>
                  <a:pt x="262985" y="383166"/>
                </a:lnTo>
                <a:lnTo>
                  <a:pt x="251841" y="371284"/>
                </a:lnTo>
                <a:lnTo>
                  <a:pt x="233267" y="361973"/>
                </a:lnTo>
                <a:lnTo>
                  <a:pt x="207264" y="355092"/>
                </a:lnTo>
                <a:lnTo>
                  <a:pt x="207264" y="347472"/>
                </a:lnTo>
                <a:lnTo>
                  <a:pt x="225313" y="349472"/>
                </a:lnTo>
                <a:lnTo>
                  <a:pt x="240792" y="350901"/>
                </a:lnTo>
                <a:lnTo>
                  <a:pt x="253984" y="351758"/>
                </a:lnTo>
                <a:lnTo>
                  <a:pt x="265176" y="352044"/>
                </a:lnTo>
                <a:lnTo>
                  <a:pt x="277368" y="353568"/>
                </a:lnTo>
                <a:lnTo>
                  <a:pt x="308590" y="353568"/>
                </a:lnTo>
                <a:lnTo>
                  <a:pt x="307633" y="364759"/>
                </a:lnTo>
                <a:lnTo>
                  <a:pt x="300037" y="380238"/>
                </a:lnTo>
                <a:lnTo>
                  <a:pt x="286440" y="391144"/>
                </a:lnTo>
                <a:lnTo>
                  <a:pt x="266700" y="39776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" name="object 27"/>
          <p:cNvSpPr/>
          <p:nvPr/>
        </p:nvSpPr>
        <p:spPr>
          <a:xfrm>
            <a:off x="4971275" y="3645407"/>
            <a:ext cx="2182495" cy="413384"/>
          </a:xfrm>
          <a:custGeom>
            <a:avLst/>
            <a:gdLst/>
            <a:ahLst/>
            <a:cxnLst/>
            <a:rect l="l" t="t" r="r" b="b"/>
            <a:pathLst>
              <a:path w="2182495" h="413385">
                <a:moveTo>
                  <a:pt x="193548" y="36576"/>
                </a:moveTo>
                <a:lnTo>
                  <a:pt x="189852" y="33528"/>
                </a:lnTo>
                <a:lnTo>
                  <a:pt x="167640" y="15240"/>
                </a:lnTo>
                <a:lnTo>
                  <a:pt x="158496" y="28956"/>
                </a:lnTo>
                <a:lnTo>
                  <a:pt x="158496" y="44196"/>
                </a:lnTo>
                <a:lnTo>
                  <a:pt x="158496" y="94488"/>
                </a:lnTo>
                <a:lnTo>
                  <a:pt x="158496" y="105156"/>
                </a:lnTo>
                <a:lnTo>
                  <a:pt x="158496" y="153924"/>
                </a:lnTo>
                <a:lnTo>
                  <a:pt x="76200" y="153924"/>
                </a:lnTo>
                <a:lnTo>
                  <a:pt x="76200" y="105156"/>
                </a:lnTo>
                <a:lnTo>
                  <a:pt x="158496" y="105156"/>
                </a:lnTo>
                <a:lnTo>
                  <a:pt x="158496" y="94488"/>
                </a:lnTo>
                <a:lnTo>
                  <a:pt x="76200" y="94488"/>
                </a:lnTo>
                <a:lnTo>
                  <a:pt x="76200" y="44196"/>
                </a:lnTo>
                <a:lnTo>
                  <a:pt x="158496" y="44196"/>
                </a:lnTo>
                <a:lnTo>
                  <a:pt x="158496" y="28956"/>
                </a:lnTo>
                <a:lnTo>
                  <a:pt x="155448" y="33528"/>
                </a:lnTo>
                <a:lnTo>
                  <a:pt x="76200" y="33528"/>
                </a:lnTo>
                <a:lnTo>
                  <a:pt x="51816" y="19812"/>
                </a:lnTo>
                <a:lnTo>
                  <a:pt x="52946" y="38417"/>
                </a:lnTo>
                <a:lnTo>
                  <a:pt x="53911" y="57721"/>
                </a:lnTo>
                <a:lnTo>
                  <a:pt x="54597" y="77444"/>
                </a:lnTo>
                <a:lnTo>
                  <a:pt x="54813" y="94488"/>
                </a:lnTo>
                <a:lnTo>
                  <a:pt x="54737" y="109728"/>
                </a:lnTo>
                <a:lnTo>
                  <a:pt x="54610" y="120738"/>
                </a:lnTo>
                <a:lnTo>
                  <a:pt x="53911" y="142113"/>
                </a:lnTo>
                <a:lnTo>
                  <a:pt x="52946" y="162928"/>
                </a:lnTo>
                <a:lnTo>
                  <a:pt x="51816" y="182880"/>
                </a:lnTo>
                <a:lnTo>
                  <a:pt x="76200" y="173736"/>
                </a:lnTo>
                <a:lnTo>
                  <a:pt x="76200" y="163068"/>
                </a:lnTo>
                <a:lnTo>
                  <a:pt x="158496" y="163068"/>
                </a:lnTo>
                <a:lnTo>
                  <a:pt x="158496" y="179832"/>
                </a:lnTo>
                <a:lnTo>
                  <a:pt x="182880" y="167640"/>
                </a:lnTo>
                <a:lnTo>
                  <a:pt x="182714" y="163068"/>
                </a:lnTo>
                <a:lnTo>
                  <a:pt x="182359" y="153924"/>
                </a:lnTo>
                <a:lnTo>
                  <a:pt x="182003" y="144767"/>
                </a:lnTo>
                <a:lnTo>
                  <a:pt x="181610" y="120738"/>
                </a:lnTo>
                <a:lnTo>
                  <a:pt x="181495" y="105156"/>
                </a:lnTo>
                <a:lnTo>
                  <a:pt x="181432" y="94488"/>
                </a:lnTo>
                <a:lnTo>
                  <a:pt x="181356" y="47244"/>
                </a:lnTo>
                <a:lnTo>
                  <a:pt x="184848" y="44196"/>
                </a:lnTo>
                <a:lnTo>
                  <a:pt x="193548" y="36576"/>
                </a:lnTo>
                <a:close/>
              </a:path>
              <a:path w="2182495" h="413385">
                <a:moveTo>
                  <a:pt x="321564" y="152400"/>
                </a:moveTo>
                <a:lnTo>
                  <a:pt x="283464" y="132588"/>
                </a:lnTo>
                <a:lnTo>
                  <a:pt x="284327" y="157187"/>
                </a:lnTo>
                <a:lnTo>
                  <a:pt x="284543" y="175260"/>
                </a:lnTo>
                <a:lnTo>
                  <a:pt x="283464" y="225552"/>
                </a:lnTo>
                <a:lnTo>
                  <a:pt x="275463" y="264795"/>
                </a:lnTo>
                <a:lnTo>
                  <a:pt x="248323" y="312026"/>
                </a:lnTo>
                <a:lnTo>
                  <a:pt x="211747" y="341122"/>
                </a:lnTo>
                <a:lnTo>
                  <a:pt x="187452" y="355092"/>
                </a:lnTo>
                <a:lnTo>
                  <a:pt x="192024" y="359664"/>
                </a:lnTo>
                <a:lnTo>
                  <a:pt x="234315" y="341376"/>
                </a:lnTo>
                <a:lnTo>
                  <a:pt x="265176" y="318516"/>
                </a:lnTo>
                <a:lnTo>
                  <a:pt x="293903" y="279514"/>
                </a:lnTo>
                <a:lnTo>
                  <a:pt x="305562" y="225552"/>
                </a:lnTo>
                <a:lnTo>
                  <a:pt x="307848" y="163068"/>
                </a:lnTo>
                <a:lnTo>
                  <a:pt x="321564" y="152400"/>
                </a:lnTo>
                <a:close/>
              </a:path>
              <a:path w="2182495" h="413385">
                <a:moveTo>
                  <a:pt x="388620" y="316992"/>
                </a:moveTo>
                <a:lnTo>
                  <a:pt x="385572" y="312420"/>
                </a:lnTo>
                <a:lnTo>
                  <a:pt x="382524" y="304800"/>
                </a:lnTo>
                <a:lnTo>
                  <a:pt x="375361" y="297942"/>
                </a:lnTo>
                <a:lnTo>
                  <a:pt x="360616" y="288798"/>
                </a:lnTo>
                <a:lnTo>
                  <a:pt x="338162" y="277368"/>
                </a:lnTo>
                <a:lnTo>
                  <a:pt x="307848" y="263652"/>
                </a:lnTo>
                <a:lnTo>
                  <a:pt x="304800" y="268224"/>
                </a:lnTo>
                <a:lnTo>
                  <a:pt x="325907" y="286562"/>
                </a:lnTo>
                <a:lnTo>
                  <a:pt x="343281" y="302895"/>
                </a:lnTo>
                <a:lnTo>
                  <a:pt x="356666" y="317525"/>
                </a:lnTo>
                <a:lnTo>
                  <a:pt x="365760" y="330708"/>
                </a:lnTo>
                <a:lnTo>
                  <a:pt x="371856" y="342900"/>
                </a:lnTo>
                <a:lnTo>
                  <a:pt x="374904" y="347472"/>
                </a:lnTo>
                <a:lnTo>
                  <a:pt x="379476" y="347472"/>
                </a:lnTo>
                <a:lnTo>
                  <a:pt x="382524" y="344424"/>
                </a:lnTo>
                <a:lnTo>
                  <a:pt x="384048" y="338328"/>
                </a:lnTo>
                <a:lnTo>
                  <a:pt x="387096" y="332232"/>
                </a:lnTo>
                <a:lnTo>
                  <a:pt x="388620" y="326136"/>
                </a:lnTo>
                <a:lnTo>
                  <a:pt x="388620" y="316992"/>
                </a:lnTo>
                <a:close/>
              </a:path>
              <a:path w="2182495" h="413385">
                <a:moveTo>
                  <a:pt x="402336" y="45720"/>
                </a:moveTo>
                <a:lnTo>
                  <a:pt x="374904" y="13716"/>
                </a:lnTo>
                <a:lnTo>
                  <a:pt x="353568" y="35052"/>
                </a:lnTo>
                <a:lnTo>
                  <a:pt x="202692" y="35052"/>
                </a:lnTo>
                <a:lnTo>
                  <a:pt x="217932" y="50292"/>
                </a:lnTo>
                <a:lnTo>
                  <a:pt x="227368" y="48298"/>
                </a:lnTo>
                <a:lnTo>
                  <a:pt x="237363" y="46863"/>
                </a:lnTo>
                <a:lnTo>
                  <a:pt x="247942" y="46012"/>
                </a:lnTo>
                <a:lnTo>
                  <a:pt x="259080" y="45720"/>
                </a:lnTo>
                <a:lnTo>
                  <a:pt x="280416" y="45720"/>
                </a:lnTo>
                <a:lnTo>
                  <a:pt x="278993" y="58293"/>
                </a:lnTo>
                <a:lnTo>
                  <a:pt x="276987" y="70866"/>
                </a:lnTo>
                <a:lnTo>
                  <a:pt x="274421" y="83439"/>
                </a:lnTo>
                <a:lnTo>
                  <a:pt x="271272" y="96012"/>
                </a:lnTo>
                <a:lnTo>
                  <a:pt x="248412" y="96012"/>
                </a:lnTo>
                <a:lnTo>
                  <a:pt x="224028" y="82296"/>
                </a:lnTo>
                <a:lnTo>
                  <a:pt x="225158" y="102831"/>
                </a:lnTo>
                <a:lnTo>
                  <a:pt x="226123" y="125349"/>
                </a:lnTo>
                <a:lnTo>
                  <a:pt x="226822" y="149593"/>
                </a:lnTo>
                <a:lnTo>
                  <a:pt x="226999" y="167640"/>
                </a:lnTo>
                <a:lnTo>
                  <a:pt x="226898" y="193548"/>
                </a:lnTo>
                <a:lnTo>
                  <a:pt x="226783" y="202107"/>
                </a:lnTo>
                <a:lnTo>
                  <a:pt x="226123" y="224218"/>
                </a:lnTo>
                <a:lnTo>
                  <a:pt x="225158" y="245770"/>
                </a:lnTo>
                <a:lnTo>
                  <a:pt x="224028" y="265176"/>
                </a:lnTo>
                <a:lnTo>
                  <a:pt x="248412" y="251460"/>
                </a:lnTo>
                <a:lnTo>
                  <a:pt x="248412" y="106680"/>
                </a:lnTo>
                <a:lnTo>
                  <a:pt x="350520" y="106680"/>
                </a:lnTo>
                <a:lnTo>
                  <a:pt x="350520" y="259080"/>
                </a:lnTo>
                <a:lnTo>
                  <a:pt x="374904" y="246888"/>
                </a:lnTo>
                <a:lnTo>
                  <a:pt x="373862" y="230124"/>
                </a:lnTo>
                <a:lnTo>
                  <a:pt x="372935" y="215696"/>
                </a:lnTo>
                <a:lnTo>
                  <a:pt x="372160" y="202692"/>
                </a:lnTo>
                <a:lnTo>
                  <a:pt x="371970" y="197027"/>
                </a:lnTo>
                <a:lnTo>
                  <a:pt x="371856" y="109728"/>
                </a:lnTo>
                <a:lnTo>
                  <a:pt x="375348" y="106680"/>
                </a:lnTo>
                <a:lnTo>
                  <a:pt x="384048" y="99060"/>
                </a:lnTo>
                <a:lnTo>
                  <a:pt x="379730" y="96012"/>
                </a:lnTo>
                <a:lnTo>
                  <a:pt x="358140" y="80772"/>
                </a:lnTo>
                <a:lnTo>
                  <a:pt x="345948" y="96012"/>
                </a:lnTo>
                <a:lnTo>
                  <a:pt x="280416" y="96012"/>
                </a:lnTo>
                <a:lnTo>
                  <a:pt x="290728" y="77444"/>
                </a:lnTo>
                <a:lnTo>
                  <a:pt x="298894" y="62865"/>
                </a:lnTo>
                <a:lnTo>
                  <a:pt x="305066" y="52298"/>
                </a:lnTo>
                <a:lnTo>
                  <a:pt x="309372" y="45720"/>
                </a:lnTo>
                <a:lnTo>
                  <a:pt x="402336" y="45720"/>
                </a:lnTo>
                <a:close/>
              </a:path>
              <a:path w="2182495" h="413385">
                <a:moveTo>
                  <a:pt x="405384" y="359664"/>
                </a:moveTo>
                <a:lnTo>
                  <a:pt x="369100" y="363664"/>
                </a:lnTo>
                <a:lnTo>
                  <a:pt x="331089" y="366522"/>
                </a:lnTo>
                <a:lnTo>
                  <a:pt x="291376" y="368236"/>
                </a:lnTo>
                <a:lnTo>
                  <a:pt x="249936" y="368808"/>
                </a:lnTo>
                <a:lnTo>
                  <a:pt x="210794" y="367055"/>
                </a:lnTo>
                <a:lnTo>
                  <a:pt x="177927" y="363855"/>
                </a:lnTo>
                <a:lnTo>
                  <a:pt x="151358" y="358952"/>
                </a:lnTo>
                <a:lnTo>
                  <a:pt x="131064" y="352044"/>
                </a:lnTo>
                <a:lnTo>
                  <a:pt x="131064" y="344424"/>
                </a:lnTo>
                <a:lnTo>
                  <a:pt x="131064" y="283464"/>
                </a:lnTo>
                <a:lnTo>
                  <a:pt x="208788" y="283464"/>
                </a:lnTo>
                <a:lnTo>
                  <a:pt x="199250" y="272796"/>
                </a:lnTo>
                <a:lnTo>
                  <a:pt x="182880" y="254508"/>
                </a:lnTo>
                <a:lnTo>
                  <a:pt x="163068" y="272796"/>
                </a:lnTo>
                <a:lnTo>
                  <a:pt x="131064" y="272796"/>
                </a:lnTo>
                <a:lnTo>
                  <a:pt x="131064" y="211836"/>
                </a:lnTo>
                <a:lnTo>
                  <a:pt x="216408" y="211836"/>
                </a:lnTo>
                <a:lnTo>
                  <a:pt x="187452" y="181356"/>
                </a:lnTo>
                <a:lnTo>
                  <a:pt x="167640" y="202692"/>
                </a:lnTo>
                <a:lnTo>
                  <a:pt x="13716" y="202692"/>
                </a:lnTo>
                <a:lnTo>
                  <a:pt x="30480" y="217932"/>
                </a:lnTo>
                <a:lnTo>
                  <a:pt x="39916" y="215696"/>
                </a:lnTo>
                <a:lnTo>
                  <a:pt x="49911" y="213741"/>
                </a:lnTo>
                <a:lnTo>
                  <a:pt x="60490" y="212369"/>
                </a:lnTo>
                <a:lnTo>
                  <a:pt x="71628" y="211836"/>
                </a:lnTo>
                <a:lnTo>
                  <a:pt x="108204" y="211836"/>
                </a:lnTo>
                <a:lnTo>
                  <a:pt x="108204" y="344424"/>
                </a:lnTo>
                <a:lnTo>
                  <a:pt x="93941" y="334759"/>
                </a:lnTo>
                <a:lnTo>
                  <a:pt x="80962" y="324231"/>
                </a:lnTo>
                <a:lnTo>
                  <a:pt x="69418" y="313143"/>
                </a:lnTo>
                <a:lnTo>
                  <a:pt x="68795" y="312420"/>
                </a:lnTo>
                <a:lnTo>
                  <a:pt x="59436" y="301752"/>
                </a:lnTo>
                <a:lnTo>
                  <a:pt x="63423" y="279679"/>
                </a:lnTo>
                <a:lnTo>
                  <a:pt x="68389" y="263461"/>
                </a:lnTo>
                <a:lnTo>
                  <a:pt x="74231" y="252679"/>
                </a:lnTo>
                <a:lnTo>
                  <a:pt x="80772" y="246888"/>
                </a:lnTo>
                <a:lnTo>
                  <a:pt x="45720" y="230124"/>
                </a:lnTo>
                <a:lnTo>
                  <a:pt x="41148" y="271462"/>
                </a:lnTo>
                <a:lnTo>
                  <a:pt x="32004" y="318516"/>
                </a:lnTo>
                <a:lnTo>
                  <a:pt x="18288" y="364045"/>
                </a:lnTo>
                <a:lnTo>
                  <a:pt x="0" y="403860"/>
                </a:lnTo>
                <a:lnTo>
                  <a:pt x="6096" y="406908"/>
                </a:lnTo>
                <a:lnTo>
                  <a:pt x="20383" y="388937"/>
                </a:lnTo>
                <a:lnTo>
                  <a:pt x="33528" y="367093"/>
                </a:lnTo>
                <a:lnTo>
                  <a:pt x="45529" y="341553"/>
                </a:lnTo>
                <a:lnTo>
                  <a:pt x="56388" y="312420"/>
                </a:lnTo>
                <a:lnTo>
                  <a:pt x="70091" y="329526"/>
                </a:lnTo>
                <a:lnTo>
                  <a:pt x="109728" y="364236"/>
                </a:lnTo>
                <a:lnTo>
                  <a:pt x="159029" y="383743"/>
                </a:lnTo>
                <a:lnTo>
                  <a:pt x="208978" y="392366"/>
                </a:lnTo>
                <a:lnTo>
                  <a:pt x="250698" y="394525"/>
                </a:lnTo>
                <a:lnTo>
                  <a:pt x="304990" y="395274"/>
                </a:lnTo>
                <a:lnTo>
                  <a:pt x="371856" y="394716"/>
                </a:lnTo>
                <a:lnTo>
                  <a:pt x="374103" y="387007"/>
                </a:lnTo>
                <a:lnTo>
                  <a:pt x="380619" y="379857"/>
                </a:lnTo>
                <a:lnTo>
                  <a:pt x="391147" y="373291"/>
                </a:lnTo>
                <a:lnTo>
                  <a:pt x="401777" y="368808"/>
                </a:lnTo>
                <a:lnTo>
                  <a:pt x="405384" y="367284"/>
                </a:lnTo>
                <a:lnTo>
                  <a:pt x="405384" y="359664"/>
                </a:lnTo>
                <a:close/>
              </a:path>
              <a:path w="2182495" h="413385">
                <a:moveTo>
                  <a:pt x="568452" y="134112"/>
                </a:moveTo>
                <a:lnTo>
                  <a:pt x="529386" y="94729"/>
                </a:lnTo>
                <a:lnTo>
                  <a:pt x="505968" y="79248"/>
                </a:lnTo>
                <a:lnTo>
                  <a:pt x="501396" y="82296"/>
                </a:lnTo>
                <a:lnTo>
                  <a:pt x="515950" y="103784"/>
                </a:lnTo>
                <a:lnTo>
                  <a:pt x="527494" y="122682"/>
                </a:lnTo>
                <a:lnTo>
                  <a:pt x="535901" y="139306"/>
                </a:lnTo>
                <a:lnTo>
                  <a:pt x="541020" y="153924"/>
                </a:lnTo>
                <a:lnTo>
                  <a:pt x="544068" y="164592"/>
                </a:lnTo>
                <a:lnTo>
                  <a:pt x="548640" y="170688"/>
                </a:lnTo>
                <a:lnTo>
                  <a:pt x="554736" y="170688"/>
                </a:lnTo>
                <a:lnTo>
                  <a:pt x="557784" y="167640"/>
                </a:lnTo>
                <a:lnTo>
                  <a:pt x="562356" y="160020"/>
                </a:lnTo>
                <a:lnTo>
                  <a:pt x="566928" y="153924"/>
                </a:lnTo>
                <a:lnTo>
                  <a:pt x="568452" y="146304"/>
                </a:lnTo>
                <a:lnTo>
                  <a:pt x="568452" y="134112"/>
                </a:lnTo>
                <a:close/>
              </a:path>
              <a:path w="2182495" h="413385">
                <a:moveTo>
                  <a:pt x="854964" y="202692"/>
                </a:moveTo>
                <a:lnTo>
                  <a:pt x="844296" y="192024"/>
                </a:lnTo>
                <a:lnTo>
                  <a:pt x="818388" y="166116"/>
                </a:lnTo>
                <a:lnTo>
                  <a:pt x="790956" y="192024"/>
                </a:lnTo>
                <a:lnTo>
                  <a:pt x="716280" y="192024"/>
                </a:lnTo>
                <a:lnTo>
                  <a:pt x="716280" y="173736"/>
                </a:lnTo>
                <a:lnTo>
                  <a:pt x="727100" y="164934"/>
                </a:lnTo>
                <a:lnTo>
                  <a:pt x="730948" y="161544"/>
                </a:lnTo>
                <a:lnTo>
                  <a:pt x="738759" y="154686"/>
                </a:lnTo>
                <a:lnTo>
                  <a:pt x="751001" y="143306"/>
                </a:lnTo>
                <a:lnTo>
                  <a:pt x="763524" y="131064"/>
                </a:lnTo>
                <a:lnTo>
                  <a:pt x="776439" y="119875"/>
                </a:lnTo>
                <a:lnTo>
                  <a:pt x="787908" y="111252"/>
                </a:lnTo>
                <a:lnTo>
                  <a:pt x="798245" y="104927"/>
                </a:lnTo>
                <a:lnTo>
                  <a:pt x="807720" y="100584"/>
                </a:lnTo>
                <a:lnTo>
                  <a:pt x="775716" y="71628"/>
                </a:lnTo>
                <a:lnTo>
                  <a:pt x="768578" y="89331"/>
                </a:lnTo>
                <a:lnTo>
                  <a:pt x="756285" y="110299"/>
                </a:lnTo>
                <a:lnTo>
                  <a:pt x="738860" y="134429"/>
                </a:lnTo>
                <a:lnTo>
                  <a:pt x="716280" y="161544"/>
                </a:lnTo>
                <a:lnTo>
                  <a:pt x="716280" y="50292"/>
                </a:lnTo>
                <a:lnTo>
                  <a:pt x="838200" y="50292"/>
                </a:lnTo>
                <a:lnTo>
                  <a:pt x="803148" y="15240"/>
                </a:lnTo>
                <a:lnTo>
                  <a:pt x="778764" y="39624"/>
                </a:lnTo>
                <a:lnTo>
                  <a:pt x="691896" y="39624"/>
                </a:lnTo>
                <a:lnTo>
                  <a:pt x="691896" y="50292"/>
                </a:lnTo>
                <a:lnTo>
                  <a:pt x="691896" y="192024"/>
                </a:lnTo>
                <a:lnTo>
                  <a:pt x="629412" y="192024"/>
                </a:lnTo>
                <a:lnTo>
                  <a:pt x="629412" y="50292"/>
                </a:lnTo>
                <a:lnTo>
                  <a:pt x="691896" y="50292"/>
                </a:lnTo>
                <a:lnTo>
                  <a:pt x="691896" y="39624"/>
                </a:lnTo>
                <a:lnTo>
                  <a:pt x="481584" y="39624"/>
                </a:lnTo>
                <a:lnTo>
                  <a:pt x="498348" y="56388"/>
                </a:lnTo>
                <a:lnTo>
                  <a:pt x="507784" y="53517"/>
                </a:lnTo>
                <a:lnTo>
                  <a:pt x="517779" y="51625"/>
                </a:lnTo>
                <a:lnTo>
                  <a:pt x="528358" y="50609"/>
                </a:lnTo>
                <a:lnTo>
                  <a:pt x="539496" y="50292"/>
                </a:lnTo>
                <a:lnTo>
                  <a:pt x="605028" y="50292"/>
                </a:lnTo>
                <a:lnTo>
                  <a:pt x="605028" y="192024"/>
                </a:lnTo>
                <a:lnTo>
                  <a:pt x="519684" y="192024"/>
                </a:lnTo>
                <a:lnTo>
                  <a:pt x="492252" y="175260"/>
                </a:lnTo>
                <a:lnTo>
                  <a:pt x="493712" y="209842"/>
                </a:lnTo>
                <a:lnTo>
                  <a:pt x="492048" y="273850"/>
                </a:lnTo>
                <a:lnTo>
                  <a:pt x="484047" y="331266"/>
                </a:lnTo>
                <a:lnTo>
                  <a:pt x="462851" y="383222"/>
                </a:lnTo>
                <a:lnTo>
                  <a:pt x="446532" y="406908"/>
                </a:lnTo>
                <a:lnTo>
                  <a:pt x="452628" y="411480"/>
                </a:lnTo>
                <a:lnTo>
                  <a:pt x="486918" y="367665"/>
                </a:lnTo>
                <a:lnTo>
                  <a:pt x="507492" y="321564"/>
                </a:lnTo>
                <a:lnTo>
                  <a:pt x="518160" y="268986"/>
                </a:lnTo>
                <a:lnTo>
                  <a:pt x="519925" y="237553"/>
                </a:lnTo>
                <a:lnTo>
                  <a:pt x="519684" y="202692"/>
                </a:lnTo>
                <a:lnTo>
                  <a:pt x="854964" y="202692"/>
                </a:lnTo>
                <a:close/>
              </a:path>
              <a:path w="2182495" h="413385">
                <a:moveTo>
                  <a:pt x="1059192" y="120396"/>
                </a:moveTo>
                <a:lnTo>
                  <a:pt x="1030236" y="91452"/>
                </a:lnTo>
                <a:lnTo>
                  <a:pt x="1010424" y="109740"/>
                </a:lnTo>
                <a:lnTo>
                  <a:pt x="986040" y="109740"/>
                </a:lnTo>
                <a:lnTo>
                  <a:pt x="986040" y="33528"/>
                </a:lnTo>
                <a:lnTo>
                  <a:pt x="1002804" y="21336"/>
                </a:lnTo>
                <a:lnTo>
                  <a:pt x="961656" y="1524"/>
                </a:lnTo>
                <a:lnTo>
                  <a:pt x="962507" y="30480"/>
                </a:lnTo>
                <a:lnTo>
                  <a:pt x="962990" y="59626"/>
                </a:lnTo>
                <a:lnTo>
                  <a:pt x="963104" y="79248"/>
                </a:lnTo>
                <a:lnTo>
                  <a:pt x="963180" y="109740"/>
                </a:lnTo>
                <a:lnTo>
                  <a:pt x="894600" y="109740"/>
                </a:lnTo>
                <a:lnTo>
                  <a:pt x="908316" y="123444"/>
                </a:lnTo>
                <a:lnTo>
                  <a:pt x="923556" y="120396"/>
                </a:lnTo>
                <a:lnTo>
                  <a:pt x="961656" y="120396"/>
                </a:lnTo>
                <a:lnTo>
                  <a:pt x="948740" y="174117"/>
                </a:lnTo>
                <a:lnTo>
                  <a:pt x="932700" y="223266"/>
                </a:lnTo>
                <a:lnTo>
                  <a:pt x="913218" y="267843"/>
                </a:lnTo>
                <a:lnTo>
                  <a:pt x="890028" y="307848"/>
                </a:lnTo>
                <a:lnTo>
                  <a:pt x="896124" y="312420"/>
                </a:lnTo>
                <a:lnTo>
                  <a:pt x="914958" y="287870"/>
                </a:lnTo>
                <a:lnTo>
                  <a:pt x="932510" y="260032"/>
                </a:lnTo>
                <a:lnTo>
                  <a:pt x="948626" y="229057"/>
                </a:lnTo>
                <a:lnTo>
                  <a:pt x="963180" y="195072"/>
                </a:lnTo>
                <a:lnTo>
                  <a:pt x="963079" y="277368"/>
                </a:lnTo>
                <a:lnTo>
                  <a:pt x="962952" y="310781"/>
                </a:lnTo>
                <a:lnTo>
                  <a:pt x="962533" y="360743"/>
                </a:lnTo>
                <a:lnTo>
                  <a:pt x="961656" y="413016"/>
                </a:lnTo>
                <a:lnTo>
                  <a:pt x="987564" y="402348"/>
                </a:lnTo>
                <a:lnTo>
                  <a:pt x="987298" y="371881"/>
                </a:lnTo>
                <a:lnTo>
                  <a:pt x="986802" y="348615"/>
                </a:lnTo>
                <a:lnTo>
                  <a:pt x="986269" y="329476"/>
                </a:lnTo>
                <a:lnTo>
                  <a:pt x="986040" y="315468"/>
                </a:lnTo>
                <a:lnTo>
                  <a:pt x="986040" y="195072"/>
                </a:lnTo>
                <a:lnTo>
                  <a:pt x="986040" y="170688"/>
                </a:lnTo>
                <a:lnTo>
                  <a:pt x="995756" y="180403"/>
                </a:lnTo>
                <a:lnTo>
                  <a:pt x="1004328" y="191262"/>
                </a:lnTo>
                <a:lnTo>
                  <a:pt x="1011758" y="203263"/>
                </a:lnTo>
                <a:lnTo>
                  <a:pt x="1018044" y="216408"/>
                </a:lnTo>
                <a:lnTo>
                  <a:pt x="1024140" y="228600"/>
                </a:lnTo>
                <a:lnTo>
                  <a:pt x="1028712" y="234696"/>
                </a:lnTo>
                <a:lnTo>
                  <a:pt x="1033284" y="234696"/>
                </a:lnTo>
                <a:lnTo>
                  <a:pt x="1034808" y="233172"/>
                </a:lnTo>
                <a:lnTo>
                  <a:pt x="1037856" y="227076"/>
                </a:lnTo>
                <a:lnTo>
                  <a:pt x="1040904" y="222504"/>
                </a:lnTo>
                <a:lnTo>
                  <a:pt x="1042428" y="216408"/>
                </a:lnTo>
                <a:lnTo>
                  <a:pt x="1042428" y="205740"/>
                </a:lnTo>
                <a:lnTo>
                  <a:pt x="1015758" y="177736"/>
                </a:lnTo>
                <a:lnTo>
                  <a:pt x="1003554" y="170688"/>
                </a:lnTo>
                <a:lnTo>
                  <a:pt x="1002614" y="170141"/>
                </a:lnTo>
                <a:lnTo>
                  <a:pt x="986040" y="161544"/>
                </a:lnTo>
                <a:lnTo>
                  <a:pt x="986040" y="120396"/>
                </a:lnTo>
                <a:lnTo>
                  <a:pt x="1059192" y="120396"/>
                </a:lnTo>
                <a:close/>
              </a:path>
              <a:path w="2182495" h="413385">
                <a:moveTo>
                  <a:pt x="1299984" y="231648"/>
                </a:moveTo>
                <a:lnTo>
                  <a:pt x="1259357" y="223888"/>
                </a:lnTo>
                <a:lnTo>
                  <a:pt x="1224165" y="211836"/>
                </a:lnTo>
                <a:lnTo>
                  <a:pt x="1194104" y="195224"/>
                </a:lnTo>
                <a:lnTo>
                  <a:pt x="1188580" y="190500"/>
                </a:lnTo>
                <a:lnTo>
                  <a:pt x="1168920" y="173736"/>
                </a:lnTo>
                <a:lnTo>
                  <a:pt x="1183144" y="156972"/>
                </a:lnTo>
                <a:lnTo>
                  <a:pt x="1184656" y="155194"/>
                </a:lnTo>
                <a:lnTo>
                  <a:pt x="1199972" y="133921"/>
                </a:lnTo>
                <a:lnTo>
                  <a:pt x="1214996" y="110096"/>
                </a:lnTo>
                <a:lnTo>
                  <a:pt x="1229880" y="83820"/>
                </a:lnTo>
                <a:lnTo>
                  <a:pt x="1237500" y="79248"/>
                </a:lnTo>
                <a:lnTo>
                  <a:pt x="1245120" y="74676"/>
                </a:lnTo>
                <a:lnTo>
                  <a:pt x="1238643" y="68580"/>
                </a:lnTo>
                <a:lnTo>
                  <a:pt x="1219212" y="50292"/>
                </a:lnTo>
                <a:lnTo>
                  <a:pt x="1203972" y="68580"/>
                </a:lnTo>
                <a:lnTo>
                  <a:pt x="1203972" y="79248"/>
                </a:lnTo>
                <a:lnTo>
                  <a:pt x="1193126" y="100393"/>
                </a:lnTo>
                <a:lnTo>
                  <a:pt x="1181303" y="120396"/>
                </a:lnTo>
                <a:lnTo>
                  <a:pt x="1168603" y="139255"/>
                </a:lnTo>
                <a:lnTo>
                  <a:pt x="1155204" y="156972"/>
                </a:lnTo>
                <a:lnTo>
                  <a:pt x="1142072" y="139255"/>
                </a:lnTo>
                <a:lnTo>
                  <a:pt x="1130249" y="120396"/>
                </a:lnTo>
                <a:lnTo>
                  <a:pt x="1119835" y="100393"/>
                </a:lnTo>
                <a:lnTo>
                  <a:pt x="1112913" y="83820"/>
                </a:lnTo>
                <a:lnTo>
                  <a:pt x="1111008" y="79248"/>
                </a:lnTo>
                <a:lnTo>
                  <a:pt x="1203972" y="79248"/>
                </a:lnTo>
                <a:lnTo>
                  <a:pt x="1203972" y="68580"/>
                </a:lnTo>
                <a:lnTo>
                  <a:pt x="1114056" y="68580"/>
                </a:lnTo>
                <a:lnTo>
                  <a:pt x="1124534" y="47244"/>
                </a:lnTo>
                <a:lnTo>
                  <a:pt x="1129271" y="38150"/>
                </a:lnTo>
                <a:lnTo>
                  <a:pt x="1133868" y="30480"/>
                </a:lnTo>
                <a:lnTo>
                  <a:pt x="1147584" y="21336"/>
                </a:lnTo>
                <a:lnTo>
                  <a:pt x="1111008" y="0"/>
                </a:lnTo>
                <a:lnTo>
                  <a:pt x="1097572" y="46012"/>
                </a:lnTo>
                <a:lnTo>
                  <a:pt x="1080147" y="88011"/>
                </a:lnTo>
                <a:lnTo>
                  <a:pt x="1058710" y="126022"/>
                </a:lnTo>
                <a:lnTo>
                  <a:pt x="1033284" y="160020"/>
                </a:lnTo>
                <a:lnTo>
                  <a:pt x="1037856" y="163068"/>
                </a:lnTo>
                <a:lnTo>
                  <a:pt x="1056690" y="145338"/>
                </a:lnTo>
                <a:lnTo>
                  <a:pt x="1074242" y="126301"/>
                </a:lnTo>
                <a:lnTo>
                  <a:pt x="1090358" y="105854"/>
                </a:lnTo>
                <a:lnTo>
                  <a:pt x="1104912" y="83820"/>
                </a:lnTo>
                <a:lnTo>
                  <a:pt x="1111719" y="107492"/>
                </a:lnTo>
                <a:lnTo>
                  <a:pt x="1120533" y="130302"/>
                </a:lnTo>
                <a:lnTo>
                  <a:pt x="1131049" y="151980"/>
                </a:lnTo>
                <a:lnTo>
                  <a:pt x="1143012" y="172212"/>
                </a:lnTo>
                <a:lnTo>
                  <a:pt x="1110170" y="203098"/>
                </a:lnTo>
                <a:lnTo>
                  <a:pt x="1075766" y="229552"/>
                </a:lnTo>
                <a:lnTo>
                  <a:pt x="1039926" y="251726"/>
                </a:lnTo>
                <a:lnTo>
                  <a:pt x="1002804" y="269748"/>
                </a:lnTo>
                <a:lnTo>
                  <a:pt x="1004328" y="277368"/>
                </a:lnTo>
                <a:lnTo>
                  <a:pt x="1023416" y="270256"/>
                </a:lnTo>
                <a:lnTo>
                  <a:pt x="1041666" y="262699"/>
                </a:lnTo>
                <a:lnTo>
                  <a:pt x="1058760" y="254876"/>
                </a:lnTo>
                <a:lnTo>
                  <a:pt x="1074432" y="246888"/>
                </a:lnTo>
                <a:lnTo>
                  <a:pt x="1075258" y="298348"/>
                </a:lnTo>
                <a:lnTo>
                  <a:pt x="1075270" y="348615"/>
                </a:lnTo>
                <a:lnTo>
                  <a:pt x="1074635" y="381266"/>
                </a:lnTo>
                <a:lnTo>
                  <a:pt x="1072908" y="413016"/>
                </a:lnTo>
                <a:lnTo>
                  <a:pt x="1098816" y="402348"/>
                </a:lnTo>
                <a:lnTo>
                  <a:pt x="1098816" y="376440"/>
                </a:lnTo>
                <a:lnTo>
                  <a:pt x="1205496" y="376440"/>
                </a:lnTo>
                <a:lnTo>
                  <a:pt x="1205496" y="408444"/>
                </a:lnTo>
                <a:lnTo>
                  <a:pt x="1231404" y="399300"/>
                </a:lnTo>
                <a:lnTo>
                  <a:pt x="1229334" y="343090"/>
                </a:lnTo>
                <a:lnTo>
                  <a:pt x="1228356" y="277368"/>
                </a:lnTo>
                <a:lnTo>
                  <a:pt x="1239240" y="269748"/>
                </a:lnTo>
                <a:lnTo>
                  <a:pt x="1243596" y="266700"/>
                </a:lnTo>
                <a:lnTo>
                  <a:pt x="1235468" y="259080"/>
                </a:lnTo>
                <a:lnTo>
                  <a:pt x="1219212" y="243840"/>
                </a:lnTo>
                <a:lnTo>
                  <a:pt x="1205496" y="257556"/>
                </a:lnTo>
                <a:lnTo>
                  <a:pt x="1205496" y="269748"/>
                </a:lnTo>
                <a:lnTo>
                  <a:pt x="1205496" y="365760"/>
                </a:lnTo>
                <a:lnTo>
                  <a:pt x="1098816" y="365760"/>
                </a:lnTo>
                <a:lnTo>
                  <a:pt x="1098816" y="269748"/>
                </a:lnTo>
                <a:lnTo>
                  <a:pt x="1205496" y="269748"/>
                </a:lnTo>
                <a:lnTo>
                  <a:pt x="1205496" y="257556"/>
                </a:lnTo>
                <a:lnTo>
                  <a:pt x="1203972" y="259080"/>
                </a:lnTo>
                <a:lnTo>
                  <a:pt x="1098816" y="259080"/>
                </a:lnTo>
                <a:lnTo>
                  <a:pt x="1081201" y="246888"/>
                </a:lnTo>
                <a:lnTo>
                  <a:pt x="1079004" y="245364"/>
                </a:lnTo>
                <a:lnTo>
                  <a:pt x="1100124" y="232511"/>
                </a:lnTo>
                <a:lnTo>
                  <a:pt x="1119962" y="219075"/>
                </a:lnTo>
                <a:lnTo>
                  <a:pt x="1138364" y="205079"/>
                </a:lnTo>
                <a:lnTo>
                  <a:pt x="1155204" y="190500"/>
                </a:lnTo>
                <a:lnTo>
                  <a:pt x="1180058" y="213626"/>
                </a:lnTo>
                <a:lnTo>
                  <a:pt x="1206639" y="232600"/>
                </a:lnTo>
                <a:lnTo>
                  <a:pt x="1234922" y="247294"/>
                </a:lnTo>
                <a:lnTo>
                  <a:pt x="1264932" y="257556"/>
                </a:lnTo>
                <a:lnTo>
                  <a:pt x="1270406" y="249555"/>
                </a:lnTo>
                <a:lnTo>
                  <a:pt x="1277886" y="243840"/>
                </a:lnTo>
                <a:lnTo>
                  <a:pt x="1287640" y="240411"/>
                </a:lnTo>
                <a:lnTo>
                  <a:pt x="1299984" y="239268"/>
                </a:lnTo>
                <a:lnTo>
                  <a:pt x="1299984" y="231648"/>
                </a:lnTo>
                <a:close/>
              </a:path>
              <a:path w="2182495" h="413385">
                <a:moveTo>
                  <a:pt x="1513332" y="86880"/>
                </a:moveTo>
                <a:lnTo>
                  <a:pt x="1484388" y="62496"/>
                </a:lnTo>
                <a:lnTo>
                  <a:pt x="1472196" y="80784"/>
                </a:lnTo>
                <a:lnTo>
                  <a:pt x="1353324" y="80784"/>
                </a:lnTo>
                <a:lnTo>
                  <a:pt x="1368564" y="96024"/>
                </a:lnTo>
                <a:lnTo>
                  <a:pt x="1378864" y="94018"/>
                </a:lnTo>
                <a:lnTo>
                  <a:pt x="1389329" y="92595"/>
                </a:lnTo>
                <a:lnTo>
                  <a:pt x="1400060" y="91732"/>
                </a:lnTo>
                <a:lnTo>
                  <a:pt x="1411236" y="91452"/>
                </a:lnTo>
                <a:lnTo>
                  <a:pt x="1473720" y="91452"/>
                </a:lnTo>
                <a:lnTo>
                  <a:pt x="1464805" y="128905"/>
                </a:lnTo>
                <a:lnTo>
                  <a:pt x="1456194" y="161366"/>
                </a:lnTo>
                <a:lnTo>
                  <a:pt x="1447571" y="188963"/>
                </a:lnTo>
                <a:lnTo>
                  <a:pt x="1438668" y="211848"/>
                </a:lnTo>
                <a:lnTo>
                  <a:pt x="1426375" y="197916"/>
                </a:lnTo>
                <a:lnTo>
                  <a:pt x="1410093" y="179273"/>
                </a:lnTo>
                <a:lnTo>
                  <a:pt x="1389799" y="156337"/>
                </a:lnTo>
                <a:lnTo>
                  <a:pt x="1365516" y="129552"/>
                </a:lnTo>
                <a:lnTo>
                  <a:pt x="1360944" y="134124"/>
                </a:lnTo>
                <a:lnTo>
                  <a:pt x="1382369" y="163499"/>
                </a:lnTo>
                <a:lnTo>
                  <a:pt x="1400949" y="189750"/>
                </a:lnTo>
                <a:lnTo>
                  <a:pt x="1416659" y="212559"/>
                </a:lnTo>
                <a:lnTo>
                  <a:pt x="1429524" y="231660"/>
                </a:lnTo>
                <a:lnTo>
                  <a:pt x="1409801" y="269379"/>
                </a:lnTo>
                <a:lnTo>
                  <a:pt x="1387233" y="304812"/>
                </a:lnTo>
                <a:lnTo>
                  <a:pt x="1361795" y="337959"/>
                </a:lnTo>
                <a:lnTo>
                  <a:pt x="1333500" y="368820"/>
                </a:lnTo>
                <a:lnTo>
                  <a:pt x="1338072" y="374916"/>
                </a:lnTo>
                <a:lnTo>
                  <a:pt x="1366939" y="350075"/>
                </a:lnTo>
                <a:lnTo>
                  <a:pt x="1394091" y="321386"/>
                </a:lnTo>
                <a:lnTo>
                  <a:pt x="1419517" y="288975"/>
                </a:lnTo>
                <a:lnTo>
                  <a:pt x="1443240" y="252996"/>
                </a:lnTo>
                <a:lnTo>
                  <a:pt x="1452714" y="268376"/>
                </a:lnTo>
                <a:lnTo>
                  <a:pt x="1460766" y="284619"/>
                </a:lnTo>
                <a:lnTo>
                  <a:pt x="1467662" y="301421"/>
                </a:lnTo>
                <a:lnTo>
                  <a:pt x="1473720" y="318528"/>
                </a:lnTo>
                <a:lnTo>
                  <a:pt x="1476260" y="329399"/>
                </a:lnTo>
                <a:lnTo>
                  <a:pt x="1479245" y="337007"/>
                </a:lnTo>
                <a:lnTo>
                  <a:pt x="1482496" y="341452"/>
                </a:lnTo>
                <a:lnTo>
                  <a:pt x="1485912" y="342912"/>
                </a:lnTo>
                <a:lnTo>
                  <a:pt x="1487436" y="342912"/>
                </a:lnTo>
                <a:lnTo>
                  <a:pt x="1492008" y="333768"/>
                </a:lnTo>
                <a:lnTo>
                  <a:pt x="1496580" y="327672"/>
                </a:lnTo>
                <a:lnTo>
                  <a:pt x="1498104" y="320052"/>
                </a:lnTo>
                <a:lnTo>
                  <a:pt x="1498104" y="313956"/>
                </a:lnTo>
                <a:lnTo>
                  <a:pt x="1481124" y="270471"/>
                </a:lnTo>
                <a:lnTo>
                  <a:pt x="1469339" y="252996"/>
                </a:lnTo>
                <a:lnTo>
                  <a:pt x="1464500" y="246367"/>
                </a:lnTo>
                <a:lnTo>
                  <a:pt x="1453908" y="233184"/>
                </a:lnTo>
                <a:lnTo>
                  <a:pt x="1462252" y="211848"/>
                </a:lnTo>
                <a:lnTo>
                  <a:pt x="1465313" y="204050"/>
                </a:lnTo>
                <a:lnTo>
                  <a:pt x="1476578" y="171653"/>
                </a:lnTo>
                <a:lnTo>
                  <a:pt x="1487551" y="136093"/>
                </a:lnTo>
                <a:lnTo>
                  <a:pt x="1498104" y="97548"/>
                </a:lnTo>
                <a:lnTo>
                  <a:pt x="1506804" y="91452"/>
                </a:lnTo>
                <a:lnTo>
                  <a:pt x="1513332" y="86880"/>
                </a:lnTo>
                <a:close/>
              </a:path>
              <a:path w="2182495" h="413385">
                <a:moveTo>
                  <a:pt x="1656600" y="50304"/>
                </a:moveTo>
                <a:lnTo>
                  <a:pt x="1625879" y="17767"/>
                </a:lnTo>
                <a:lnTo>
                  <a:pt x="1609344" y="6108"/>
                </a:lnTo>
                <a:lnTo>
                  <a:pt x="1606296" y="10680"/>
                </a:lnTo>
                <a:lnTo>
                  <a:pt x="1614614" y="24371"/>
                </a:lnTo>
                <a:lnTo>
                  <a:pt x="1621358" y="37922"/>
                </a:lnTo>
                <a:lnTo>
                  <a:pt x="1626666" y="51181"/>
                </a:lnTo>
                <a:lnTo>
                  <a:pt x="1630692" y="64020"/>
                </a:lnTo>
                <a:lnTo>
                  <a:pt x="1630692" y="77736"/>
                </a:lnTo>
                <a:lnTo>
                  <a:pt x="1633740" y="83832"/>
                </a:lnTo>
                <a:lnTo>
                  <a:pt x="1639836" y="83832"/>
                </a:lnTo>
                <a:lnTo>
                  <a:pt x="1642884" y="80784"/>
                </a:lnTo>
                <a:lnTo>
                  <a:pt x="1647444" y="74688"/>
                </a:lnTo>
                <a:lnTo>
                  <a:pt x="1653552" y="68592"/>
                </a:lnTo>
                <a:lnTo>
                  <a:pt x="1656600" y="62496"/>
                </a:lnTo>
                <a:lnTo>
                  <a:pt x="1656600" y="50304"/>
                </a:lnTo>
                <a:close/>
              </a:path>
              <a:path w="2182495" h="413385">
                <a:moveTo>
                  <a:pt x="1744992" y="371868"/>
                </a:moveTo>
                <a:lnTo>
                  <a:pt x="1736280" y="362724"/>
                </a:lnTo>
                <a:lnTo>
                  <a:pt x="1714500" y="339864"/>
                </a:lnTo>
                <a:lnTo>
                  <a:pt x="1690128" y="362724"/>
                </a:lnTo>
                <a:lnTo>
                  <a:pt x="1641360" y="362724"/>
                </a:lnTo>
                <a:lnTo>
                  <a:pt x="1641360" y="278904"/>
                </a:lnTo>
                <a:lnTo>
                  <a:pt x="1729752" y="278904"/>
                </a:lnTo>
                <a:lnTo>
                  <a:pt x="1719567" y="268236"/>
                </a:lnTo>
                <a:lnTo>
                  <a:pt x="1697748" y="245376"/>
                </a:lnTo>
                <a:lnTo>
                  <a:pt x="1674876" y="268236"/>
                </a:lnTo>
                <a:lnTo>
                  <a:pt x="1641360" y="268236"/>
                </a:lnTo>
                <a:lnTo>
                  <a:pt x="1641360" y="192036"/>
                </a:lnTo>
                <a:lnTo>
                  <a:pt x="1726704" y="192036"/>
                </a:lnTo>
                <a:lnTo>
                  <a:pt x="1717001" y="181368"/>
                </a:lnTo>
                <a:lnTo>
                  <a:pt x="1696224" y="158508"/>
                </a:lnTo>
                <a:lnTo>
                  <a:pt x="1674876" y="181368"/>
                </a:lnTo>
                <a:lnTo>
                  <a:pt x="1641360" y="181368"/>
                </a:lnTo>
                <a:lnTo>
                  <a:pt x="1641360" y="105168"/>
                </a:lnTo>
                <a:lnTo>
                  <a:pt x="1732800" y="105168"/>
                </a:lnTo>
                <a:lnTo>
                  <a:pt x="1723097" y="94500"/>
                </a:lnTo>
                <a:lnTo>
                  <a:pt x="1702320" y="71640"/>
                </a:lnTo>
                <a:lnTo>
                  <a:pt x="1677936" y="94500"/>
                </a:lnTo>
                <a:lnTo>
                  <a:pt x="1620024" y="94500"/>
                </a:lnTo>
                <a:lnTo>
                  <a:pt x="1620024" y="362724"/>
                </a:lnTo>
                <a:lnTo>
                  <a:pt x="1560588" y="362724"/>
                </a:lnTo>
                <a:lnTo>
                  <a:pt x="1560588" y="278904"/>
                </a:lnTo>
                <a:lnTo>
                  <a:pt x="1620024" y="278904"/>
                </a:lnTo>
                <a:lnTo>
                  <a:pt x="1620024" y="268236"/>
                </a:lnTo>
                <a:lnTo>
                  <a:pt x="1560588" y="268236"/>
                </a:lnTo>
                <a:lnTo>
                  <a:pt x="1560588" y="192036"/>
                </a:lnTo>
                <a:lnTo>
                  <a:pt x="1620024" y="192036"/>
                </a:lnTo>
                <a:lnTo>
                  <a:pt x="1620024" y="181368"/>
                </a:lnTo>
                <a:lnTo>
                  <a:pt x="1560588" y="181368"/>
                </a:lnTo>
                <a:lnTo>
                  <a:pt x="1560588" y="152412"/>
                </a:lnTo>
                <a:lnTo>
                  <a:pt x="1560588" y="105168"/>
                </a:lnTo>
                <a:lnTo>
                  <a:pt x="1620024" y="105168"/>
                </a:lnTo>
                <a:lnTo>
                  <a:pt x="1620024" y="94500"/>
                </a:lnTo>
                <a:lnTo>
                  <a:pt x="1562112" y="94500"/>
                </a:lnTo>
                <a:lnTo>
                  <a:pt x="1574685" y="62877"/>
                </a:lnTo>
                <a:lnTo>
                  <a:pt x="1580108" y="49491"/>
                </a:lnTo>
                <a:lnTo>
                  <a:pt x="1584972" y="38112"/>
                </a:lnTo>
                <a:lnTo>
                  <a:pt x="1598688" y="30492"/>
                </a:lnTo>
                <a:lnTo>
                  <a:pt x="1560588" y="7632"/>
                </a:lnTo>
                <a:lnTo>
                  <a:pt x="1548968" y="58686"/>
                </a:lnTo>
                <a:lnTo>
                  <a:pt x="1531620" y="114312"/>
                </a:lnTo>
                <a:lnTo>
                  <a:pt x="1508772" y="169557"/>
                </a:lnTo>
                <a:lnTo>
                  <a:pt x="1481340" y="217944"/>
                </a:lnTo>
                <a:lnTo>
                  <a:pt x="1487436" y="220992"/>
                </a:lnTo>
                <a:lnTo>
                  <a:pt x="1499146" y="207276"/>
                </a:lnTo>
                <a:lnTo>
                  <a:pt x="1511439" y="191274"/>
                </a:lnTo>
                <a:lnTo>
                  <a:pt x="1524292" y="172986"/>
                </a:lnTo>
                <a:lnTo>
                  <a:pt x="1537728" y="152412"/>
                </a:lnTo>
                <a:lnTo>
                  <a:pt x="1537639" y="342912"/>
                </a:lnTo>
                <a:lnTo>
                  <a:pt x="1537538" y="358724"/>
                </a:lnTo>
                <a:lnTo>
                  <a:pt x="1537081" y="383362"/>
                </a:lnTo>
                <a:lnTo>
                  <a:pt x="1536204" y="408444"/>
                </a:lnTo>
                <a:lnTo>
                  <a:pt x="1560588" y="399300"/>
                </a:lnTo>
                <a:lnTo>
                  <a:pt x="1560588" y="371868"/>
                </a:lnTo>
                <a:lnTo>
                  <a:pt x="1744992" y="371868"/>
                </a:lnTo>
                <a:close/>
              </a:path>
              <a:path w="2182495" h="413385">
                <a:moveTo>
                  <a:pt x="2182368" y="184404"/>
                </a:moveTo>
                <a:lnTo>
                  <a:pt x="2144268" y="146304"/>
                </a:lnTo>
                <a:lnTo>
                  <a:pt x="2116836" y="173736"/>
                </a:lnTo>
                <a:lnTo>
                  <a:pt x="1997964" y="173736"/>
                </a:lnTo>
                <a:lnTo>
                  <a:pt x="1997964" y="51816"/>
                </a:lnTo>
                <a:lnTo>
                  <a:pt x="2133600" y="51816"/>
                </a:lnTo>
                <a:lnTo>
                  <a:pt x="2100072" y="18288"/>
                </a:lnTo>
                <a:lnTo>
                  <a:pt x="2075688" y="42672"/>
                </a:lnTo>
                <a:lnTo>
                  <a:pt x="1842516" y="42672"/>
                </a:lnTo>
                <a:lnTo>
                  <a:pt x="1857756" y="57912"/>
                </a:lnTo>
                <a:lnTo>
                  <a:pt x="1867408" y="55676"/>
                </a:lnTo>
                <a:lnTo>
                  <a:pt x="1877758" y="53721"/>
                </a:lnTo>
                <a:lnTo>
                  <a:pt x="1888413" y="52349"/>
                </a:lnTo>
                <a:lnTo>
                  <a:pt x="1898904" y="51816"/>
                </a:lnTo>
                <a:lnTo>
                  <a:pt x="1972056" y="51816"/>
                </a:lnTo>
                <a:lnTo>
                  <a:pt x="1972056" y="173736"/>
                </a:lnTo>
                <a:lnTo>
                  <a:pt x="1787652" y="173736"/>
                </a:lnTo>
                <a:lnTo>
                  <a:pt x="1804416" y="190500"/>
                </a:lnTo>
                <a:lnTo>
                  <a:pt x="1813852" y="187629"/>
                </a:lnTo>
                <a:lnTo>
                  <a:pt x="1823847" y="185737"/>
                </a:lnTo>
                <a:lnTo>
                  <a:pt x="1834426" y="184721"/>
                </a:lnTo>
                <a:lnTo>
                  <a:pt x="1845564" y="184404"/>
                </a:lnTo>
                <a:lnTo>
                  <a:pt x="1972056" y="184404"/>
                </a:lnTo>
                <a:lnTo>
                  <a:pt x="1972056" y="338328"/>
                </a:lnTo>
                <a:lnTo>
                  <a:pt x="1970938" y="348094"/>
                </a:lnTo>
                <a:lnTo>
                  <a:pt x="1967674" y="354711"/>
                </a:lnTo>
                <a:lnTo>
                  <a:pt x="1962416" y="358482"/>
                </a:lnTo>
                <a:lnTo>
                  <a:pt x="1955292" y="359664"/>
                </a:lnTo>
                <a:lnTo>
                  <a:pt x="1944966" y="359359"/>
                </a:lnTo>
                <a:lnTo>
                  <a:pt x="1932051" y="358330"/>
                </a:lnTo>
                <a:lnTo>
                  <a:pt x="1916290" y="356450"/>
                </a:lnTo>
                <a:lnTo>
                  <a:pt x="1897380" y="353568"/>
                </a:lnTo>
                <a:lnTo>
                  <a:pt x="1897380" y="362712"/>
                </a:lnTo>
                <a:lnTo>
                  <a:pt x="1923389" y="370649"/>
                </a:lnTo>
                <a:lnTo>
                  <a:pt x="1941957" y="380428"/>
                </a:lnTo>
                <a:lnTo>
                  <a:pt x="1953107" y="391655"/>
                </a:lnTo>
                <a:lnTo>
                  <a:pt x="1956816" y="403860"/>
                </a:lnTo>
                <a:lnTo>
                  <a:pt x="1975675" y="395338"/>
                </a:lnTo>
                <a:lnTo>
                  <a:pt x="1988820" y="383667"/>
                </a:lnTo>
                <a:lnTo>
                  <a:pt x="1996249" y="369150"/>
                </a:lnTo>
                <a:lnTo>
                  <a:pt x="1997964" y="352044"/>
                </a:lnTo>
                <a:lnTo>
                  <a:pt x="1997964" y="184404"/>
                </a:lnTo>
                <a:lnTo>
                  <a:pt x="2182368" y="18440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" name="object 28"/>
          <p:cNvSpPr/>
          <p:nvPr/>
        </p:nvSpPr>
        <p:spPr>
          <a:xfrm>
            <a:off x="7211568" y="3689603"/>
            <a:ext cx="231775" cy="323215"/>
          </a:xfrm>
          <a:custGeom>
            <a:avLst/>
            <a:gdLst/>
            <a:ahLst/>
            <a:cxnLst/>
            <a:rect l="l" t="t" r="r" b="b"/>
            <a:pathLst>
              <a:path w="231775" h="323214">
                <a:moveTo>
                  <a:pt x="231648" y="323087"/>
                </a:moveTo>
                <a:lnTo>
                  <a:pt x="182880" y="323087"/>
                </a:lnTo>
                <a:lnTo>
                  <a:pt x="41148" y="44195"/>
                </a:lnTo>
                <a:lnTo>
                  <a:pt x="41148" y="323087"/>
                </a:lnTo>
                <a:lnTo>
                  <a:pt x="0" y="323087"/>
                </a:lnTo>
                <a:lnTo>
                  <a:pt x="0" y="0"/>
                </a:lnTo>
                <a:lnTo>
                  <a:pt x="60960" y="0"/>
                </a:lnTo>
                <a:lnTo>
                  <a:pt x="192024" y="256031"/>
                </a:lnTo>
                <a:lnTo>
                  <a:pt x="192024" y="0"/>
                </a:lnTo>
                <a:lnTo>
                  <a:pt x="231648" y="0"/>
                </a:lnTo>
                <a:lnTo>
                  <a:pt x="231648" y="32308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" name="object 29"/>
          <p:cNvSpPr/>
          <p:nvPr/>
        </p:nvSpPr>
        <p:spPr>
          <a:xfrm>
            <a:off x="7510259" y="3646932"/>
            <a:ext cx="1083945" cy="411480"/>
          </a:xfrm>
          <a:custGeom>
            <a:avLst/>
            <a:gdLst/>
            <a:ahLst/>
            <a:cxnLst/>
            <a:rect l="l" t="t" r="r" b="b"/>
            <a:pathLst>
              <a:path w="1083945" h="411479">
                <a:moveTo>
                  <a:pt x="204216" y="140208"/>
                </a:moveTo>
                <a:lnTo>
                  <a:pt x="193548" y="92964"/>
                </a:lnTo>
                <a:lnTo>
                  <a:pt x="164592" y="62484"/>
                </a:lnTo>
                <a:lnTo>
                  <a:pt x="158496" y="58242"/>
                </a:lnTo>
                <a:lnTo>
                  <a:pt x="158496" y="140208"/>
                </a:lnTo>
                <a:lnTo>
                  <a:pt x="158216" y="147929"/>
                </a:lnTo>
                <a:lnTo>
                  <a:pt x="157353" y="155067"/>
                </a:lnTo>
                <a:lnTo>
                  <a:pt x="155930" y="161645"/>
                </a:lnTo>
                <a:lnTo>
                  <a:pt x="153924" y="167640"/>
                </a:lnTo>
                <a:lnTo>
                  <a:pt x="152400" y="175260"/>
                </a:lnTo>
                <a:lnTo>
                  <a:pt x="121996" y="201625"/>
                </a:lnTo>
                <a:lnTo>
                  <a:pt x="84518" y="208508"/>
                </a:lnTo>
                <a:lnTo>
                  <a:pt x="71628" y="208788"/>
                </a:lnTo>
                <a:lnTo>
                  <a:pt x="42672" y="208788"/>
                </a:lnTo>
                <a:lnTo>
                  <a:pt x="42672" y="79248"/>
                </a:lnTo>
                <a:lnTo>
                  <a:pt x="77724" y="79248"/>
                </a:lnTo>
                <a:lnTo>
                  <a:pt x="118071" y="83731"/>
                </a:lnTo>
                <a:lnTo>
                  <a:pt x="150215" y="105587"/>
                </a:lnTo>
                <a:lnTo>
                  <a:pt x="158496" y="140208"/>
                </a:lnTo>
                <a:lnTo>
                  <a:pt x="158496" y="58242"/>
                </a:lnTo>
                <a:lnTo>
                  <a:pt x="118706" y="45250"/>
                </a:lnTo>
                <a:lnTo>
                  <a:pt x="80772" y="42672"/>
                </a:lnTo>
                <a:lnTo>
                  <a:pt x="0" y="42672"/>
                </a:lnTo>
                <a:lnTo>
                  <a:pt x="0" y="365760"/>
                </a:lnTo>
                <a:lnTo>
                  <a:pt x="42672" y="365760"/>
                </a:lnTo>
                <a:lnTo>
                  <a:pt x="42672" y="245364"/>
                </a:lnTo>
                <a:lnTo>
                  <a:pt x="79248" y="245364"/>
                </a:lnTo>
                <a:lnTo>
                  <a:pt x="123621" y="240220"/>
                </a:lnTo>
                <a:lnTo>
                  <a:pt x="166712" y="219506"/>
                </a:lnTo>
                <a:lnTo>
                  <a:pt x="177965" y="208788"/>
                </a:lnTo>
                <a:lnTo>
                  <a:pt x="181597" y="204698"/>
                </a:lnTo>
                <a:lnTo>
                  <a:pt x="199720" y="170434"/>
                </a:lnTo>
                <a:lnTo>
                  <a:pt x="203669" y="150482"/>
                </a:lnTo>
                <a:lnTo>
                  <a:pt x="204216" y="140208"/>
                </a:lnTo>
                <a:close/>
              </a:path>
              <a:path w="1083945" h="411479">
                <a:moveTo>
                  <a:pt x="544068" y="155448"/>
                </a:moveTo>
                <a:lnTo>
                  <a:pt x="513588" y="123444"/>
                </a:lnTo>
                <a:lnTo>
                  <a:pt x="492252" y="144780"/>
                </a:lnTo>
                <a:lnTo>
                  <a:pt x="297180" y="144780"/>
                </a:lnTo>
                <a:lnTo>
                  <a:pt x="313944" y="160020"/>
                </a:lnTo>
                <a:lnTo>
                  <a:pt x="321640" y="158026"/>
                </a:lnTo>
                <a:lnTo>
                  <a:pt x="330898" y="156591"/>
                </a:lnTo>
                <a:lnTo>
                  <a:pt x="341591" y="155740"/>
                </a:lnTo>
                <a:lnTo>
                  <a:pt x="353568" y="155448"/>
                </a:lnTo>
                <a:lnTo>
                  <a:pt x="544068" y="155448"/>
                </a:lnTo>
                <a:close/>
              </a:path>
              <a:path w="1083945" h="411479">
                <a:moveTo>
                  <a:pt x="623316" y="89916"/>
                </a:moveTo>
                <a:lnTo>
                  <a:pt x="620115" y="86868"/>
                </a:lnTo>
                <a:lnTo>
                  <a:pt x="610514" y="77724"/>
                </a:lnTo>
                <a:lnTo>
                  <a:pt x="591312" y="59436"/>
                </a:lnTo>
                <a:lnTo>
                  <a:pt x="577596" y="77724"/>
                </a:lnTo>
                <a:lnTo>
                  <a:pt x="438912" y="77724"/>
                </a:lnTo>
                <a:lnTo>
                  <a:pt x="441960" y="73152"/>
                </a:lnTo>
                <a:lnTo>
                  <a:pt x="446532" y="67056"/>
                </a:lnTo>
                <a:lnTo>
                  <a:pt x="452628" y="59436"/>
                </a:lnTo>
                <a:lnTo>
                  <a:pt x="454152" y="53340"/>
                </a:lnTo>
                <a:lnTo>
                  <a:pt x="454152" y="41148"/>
                </a:lnTo>
                <a:lnTo>
                  <a:pt x="451104" y="35052"/>
                </a:lnTo>
                <a:lnTo>
                  <a:pt x="443484" y="28956"/>
                </a:lnTo>
                <a:lnTo>
                  <a:pt x="437515" y="23228"/>
                </a:lnTo>
                <a:lnTo>
                  <a:pt x="428815" y="17335"/>
                </a:lnTo>
                <a:lnTo>
                  <a:pt x="417563" y="11176"/>
                </a:lnTo>
                <a:lnTo>
                  <a:pt x="403860" y="4572"/>
                </a:lnTo>
                <a:lnTo>
                  <a:pt x="400812" y="7620"/>
                </a:lnTo>
                <a:lnTo>
                  <a:pt x="410248" y="21297"/>
                </a:lnTo>
                <a:lnTo>
                  <a:pt x="417957" y="34671"/>
                </a:lnTo>
                <a:lnTo>
                  <a:pt x="423964" y="47485"/>
                </a:lnTo>
                <a:lnTo>
                  <a:pt x="428244" y="59436"/>
                </a:lnTo>
                <a:lnTo>
                  <a:pt x="432816" y="77724"/>
                </a:lnTo>
                <a:lnTo>
                  <a:pt x="292608" y="77724"/>
                </a:lnTo>
                <a:lnTo>
                  <a:pt x="291084" y="56388"/>
                </a:lnTo>
                <a:lnTo>
                  <a:pt x="281940" y="56388"/>
                </a:lnTo>
                <a:lnTo>
                  <a:pt x="272796" y="94488"/>
                </a:lnTo>
                <a:lnTo>
                  <a:pt x="257556" y="120396"/>
                </a:lnTo>
                <a:lnTo>
                  <a:pt x="254508" y="126492"/>
                </a:lnTo>
                <a:lnTo>
                  <a:pt x="254508" y="131064"/>
                </a:lnTo>
                <a:lnTo>
                  <a:pt x="259080" y="134112"/>
                </a:lnTo>
                <a:lnTo>
                  <a:pt x="266700" y="134112"/>
                </a:lnTo>
                <a:lnTo>
                  <a:pt x="274320" y="135636"/>
                </a:lnTo>
                <a:lnTo>
                  <a:pt x="281940" y="132588"/>
                </a:lnTo>
                <a:lnTo>
                  <a:pt x="286512" y="126492"/>
                </a:lnTo>
                <a:lnTo>
                  <a:pt x="292608" y="120396"/>
                </a:lnTo>
                <a:lnTo>
                  <a:pt x="295656" y="114300"/>
                </a:lnTo>
                <a:lnTo>
                  <a:pt x="295656" y="103632"/>
                </a:lnTo>
                <a:lnTo>
                  <a:pt x="294132" y="96012"/>
                </a:lnTo>
                <a:lnTo>
                  <a:pt x="292608" y="86868"/>
                </a:lnTo>
                <a:lnTo>
                  <a:pt x="580644" y="86868"/>
                </a:lnTo>
                <a:lnTo>
                  <a:pt x="563880" y="129540"/>
                </a:lnTo>
                <a:lnTo>
                  <a:pt x="568452" y="132588"/>
                </a:lnTo>
                <a:lnTo>
                  <a:pt x="582752" y="115277"/>
                </a:lnTo>
                <a:lnTo>
                  <a:pt x="596455" y="102108"/>
                </a:lnTo>
                <a:lnTo>
                  <a:pt x="609815" y="93586"/>
                </a:lnTo>
                <a:lnTo>
                  <a:pt x="623316" y="89916"/>
                </a:lnTo>
                <a:close/>
              </a:path>
              <a:path w="1083945" h="411479">
                <a:moveTo>
                  <a:pt x="633984" y="367284"/>
                </a:moveTo>
                <a:lnTo>
                  <a:pt x="609981" y="326618"/>
                </a:lnTo>
                <a:lnTo>
                  <a:pt x="606552" y="288036"/>
                </a:lnTo>
                <a:lnTo>
                  <a:pt x="600456" y="288036"/>
                </a:lnTo>
                <a:lnTo>
                  <a:pt x="599300" y="311162"/>
                </a:lnTo>
                <a:lnTo>
                  <a:pt x="597979" y="330136"/>
                </a:lnTo>
                <a:lnTo>
                  <a:pt x="596392" y="344830"/>
                </a:lnTo>
                <a:lnTo>
                  <a:pt x="594360" y="355092"/>
                </a:lnTo>
                <a:lnTo>
                  <a:pt x="592836" y="364236"/>
                </a:lnTo>
                <a:lnTo>
                  <a:pt x="585216" y="370332"/>
                </a:lnTo>
                <a:lnTo>
                  <a:pt x="510540" y="370332"/>
                </a:lnTo>
                <a:lnTo>
                  <a:pt x="478586" y="344830"/>
                </a:lnTo>
                <a:lnTo>
                  <a:pt x="478536" y="228600"/>
                </a:lnTo>
                <a:lnTo>
                  <a:pt x="611124" y="228600"/>
                </a:lnTo>
                <a:lnTo>
                  <a:pt x="574548" y="192024"/>
                </a:lnTo>
                <a:lnTo>
                  <a:pt x="548640" y="217932"/>
                </a:lnTo>
                <a:lnTo>
                  <a:pt x="252984" y="217932"/>
                </a:lnTo>
                <a:lnTo>
                  <a:pt x="266700" y="231648"/>
                </a:lnTo>
                <a:lnTo>
                  <a:pt x="291084" y="228600"/>
                </a:lnTo>
                <a:lnTo>
                  <a:pt x="365760" y="228600"/>
                </a:lnTo>
                <a:lnTo>
                  <a:pt x="356044" y="291274"/>
                </a:lnTo>
                <a:lnTo>
                  <a:pt x="338328" y="336804"/>
                </a:lnTo>
                <a:lnTo>
                  <a:pt x="299847" y="371475"/>
                </a:lnTo>
                <a:lnTo>
                  <a:pt x="231648" y="403860"/>
                </a:lnTo>
                <a:lnTo>
                  <a:pt x="233172" y="411480"/>
                </a:lnTo>
                <a:lnTo>
                  <a:pt x="293751" y="390144"/>
                </a:lnTo>
                <a:lnTo>
                  <a:pt x="333756" y="368808"/>
                </a:lnTo>
                <a:lnTo>
                  <a:pt x="368046" y="328739"/>
                </a:lnTo>
                <a:lnTo>
                  <a:pt x="385000" y="273367"/>
                </a:lnTo>
                <a:lnTo>
                  <a:pt x="391668" y="228600"/>
                </a:lnTo>
                <a:lnTo>
                  <a:pt x="454152" y="228600"/>
                </a:lnTo>
                <a:lnTo>
                  <a:pt x="454152" y="353568"/>
                </a:lnTo>
                <a:lnTo>
                  <a:pt x="457034" y="371309"/>
                </a:lnTo>
                <a:lnTo>
                  <a:pt x="465772" y="383476"/>
                </a:lnTo>
                <a:lnTo>
                  <a:pt x="480517" y="390220"/>
                </a:lnTo>
                <a:lnTo>
                  <a:pt x="501396" y="391668"/>
                </a:lnTo>
                <a:lnTo>
                  <a:pt x="580644" y="391668"/>
                </a:lnTo>
                <a:lnTo>
                  <a:pt x="598627" y="391083"/>
                </a:lnTo>
                <a:lnTo>
                  <a:pt x="613600" y="386905"/>
                </a:lnTo>
                <a:lnTo>
                  <a:pt x="625436" y="379031"/>
                </a:lnTo>
                <a:lnTo>
                  <a:pt x="631774" y="370332"/>
                </a:lnTo>
                <a:lnTo>
                  <a:pt x="633984" y="367284"/>
                </a:lnTo>
                <a:close/>
              </a:path>
              <a:path w="1083945" h="411479">
                <a:moveTo>
                  <a:pt x="1083564" y="167640"/>
                </a:moveTo>
                <a:lnTo>
                  <a:pt x="1013460" y="147447"/>
                </a:lnTo>
                <a:lnTo>
                  <a:pt x="957072" y="111252"/>
                </a:lnTo>
                <a:lnTo>
                  <a:pt x="913638" y="69151"/>
                </a:lnTo>
                <a:lnTo>
                  <a:pt x="888174" y="36576"/>
                </a:lnTo>
                <a:lnTo>
                  <a:pt x="883920" y="30480"/>
                </a:lnTo>
                <a:lnTo>
                  <a:pt x="897636" y="21336"/>
                </a:lnTo>
                <a:lnTo>
                  <a:pt x="861060" y="0"/>
                </a:lnTo>
                <a:lnTo>
                  <a:pt x="846442" y="31432"/>
                </a:lnTo>
                <a:lnTo>
                  <a:pt x="829818" y="61722"/>
                </a:lnTo>
                <a:lnTo>
                  <a:pt x="789432" y="118872"/>
                </a:lnTo>
                <a:lnTo>
                  <a:pt x="738759" y="170307"/>
                </a:lnTo>
                <a:lnTo>
                  <a:pt x="676656" y="214884"/>
                </a:lnTo>
                <a:lnTo>
                  <a:pt x="678180" y="219456"/>
                </a:lnTo>
                <a:lnTo>
                  <a:pt x="699617" y="210604"/>
                </a:lnTo>
                <a:lnTo>
                  <a:pt x="720471" y="200025"/>
                </a:lnTo>
                <a:lnTo>
                  <a:pt x="740765" y="187744"/>
                </a:lnTo>
                <a:lnTo>
                  <a:pt x="760476" y="173736"/>
                </a:lnTo>
                <a:lnTo>
                  <a:pt x="772668" y="185928"/>
                </a:lnTo>
                <a:lnTo>
                  <a:pt x="781227" y="183934"/>
                </a:lnTo>
                <a:lnTo>
                  <a:pt x="790765" y="182499"/>
                </a:lnTo>
                <a:lnTo>
                  <a:pt x="801179" y="181648"/>
                </a:lnTo>
                <a:lnTo>
                  <a:pt x="812292" y="181356"/>
                </a:lnTo>
                <a:lnTo>
                  <a:pt x="867156" y="181356"/>
                </a:lnTo>
                <a:lnTo>
                  <a:pt x="867156" y="266700"/>
                </a:lnTo>
                <a:lnTo>
                  <a:pt x="746760" y="266700"/>
                </a:lnTo>
                <a:lnTo>
                  <a:pt x="762000" y="281940"/>
                </a:lnTo>
                <a:lnTo>
                  <a:pt x="771436" y="279946"/>
                </a:lnTo>
                <a:lnTo>
                  <a:pt x="781431" y="278511"/>
                </a:lnTo>
                <a:lnTo>
                  <a:pt x="792010" y="277660"/>
                </a:lnTo>
                <a:lnTo>
                  <a:pt x="803148" y="277368"/>
                </a:lnTo>
                <a:lnTo>
                  <a:pt x="867156" y="277368"/>
                </a:lnTo>
                <a:lnTo>
                  <a:pt x="867156" y="376428"/>
                </a:lnTo>
                <a:lnTo>
                  <a:pt x="693420" y="376428"/>
                </a:lnTo>
                <a:lnTo>
                  <a:pt x="710184" y="391668"/>
                </a:lnTo>
                <a:lnTo>
                  <a:pt x="719620" y="389674"/>
                </a:lnTo>
                <a:lnTo>
                  <a:pt x="729615" y="388239"/>
                </a:lnTo>
                <a:lnTo>
                  <a:pt x="740194" y="387388"/>
                </a:lnTo>
                <a:lnTo>
                  <a:pt x="751332" y="387096"/>
                </a:lnTo>
                <a:lnTo>
                  <a:pt x="1072896" y="387096"/>
                </a:lnTo>
                <a:lnTo>
                  <a:pt x="1036320" y="350520"/>
                </a:lnTo>
                <a:lnTo>
                  <a:pt x="1011936" y="376428"/>
                </a:lnTo>
                <a:lnTo>
                  <a:pt x="891540" y="376428"/>
                </a:lnTo>
                <a:lnTo>
                  <a:pt x="891540" y="277368"/>
                </a:lnTo>
                <a:lnTo>
                  <a:pt x="1018032" y="277368"/>
                </a:lnTo>
                <a:lnTo>
                  <a:pt x="986028" y="245364"/>
                </a:lnTo>
                <a:lnTo>
                  <a:pt x="964692" y="266700"/>
                </a:lnTo>
                <a:lnTo>
                  <a:pt x="891540" y="266700"/>
                </a:lnTo>
                <a:lnTo>
                  <a:pt x="891540" y="181356"/>
                </a:lnTo>
                <a:lnTo>
                  <a:pt x="1001268" y="181356"/>
                </a:lnTo>
                <a:lnTo>
                  <a:pt x="993228" y="173736"/>
                </a:lnTo>
                <a:lnTo>
                  <a:pt x="990015" y="170688"/>
                </a:lnTo>
                <a:lnTo>
                  <a:pt x="972312" y="153924"/>
                </a:lnTo>
                <a:lnTo>
                  <a:pt x="952500" y="170688"/>
                </a:lnTo>
                <a:lnTo>
                  <a:pt x="765048" y="170688"/>
                </a:lnTo>
                <a:lnTo>
                  <a:pt x="794219" y="145021"/>
                </a:lnTo>
                <a:lnTo>
                  <a:pt x="822388" y="113919"/>
                </a:lnTo>
                <a:lnTo>
                  <a:pt x="849706" y="77685"/>
                </a:lnTo>
                <a:lnTo>
                  <a:pt x="876300" y="36576"/>
                </a:lnTo>
                <a:lnTo>
                  <a:pt x="896874" y="70345"/>
                </a:lnTo>
                <a:lnTo>
                  <a:pt x="919734" y="100965"/>
                </a:lnTo>
                <a:lnTo>
                  <a:pt x="972312" y="153924"/>
                </a:lnTo>
                <a:lnTo>
                  <a:pt x="1011745" y="180022"/>
                </a:lnTo>
                <a:lnTo>
                  <a:pt x="1050036" y="198120"/>
                </a:lnTo>
                <a:lnTo>
                  <a:pt x="1054849" y="189814"/>
                </a:lnTo>
                <a:lnTo>
                  <a:pt x="1062228" y="183070"/>
                </a:lnTo>
                <a:lnTo>
                  <a:pt x="1071905" y="177761"/>
                </a:lnTo>
                <a:lnTo>
                  <a:pt x="1083564" y="173736"/>
                </a:lnTo>
                <a:lnTo>
                  <a:pt x="1083564" y="16764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" name="object 30"/>
          <p:cNvSpPr/>
          <p:nvPr/>
        </p:nvSpPr>
        <p:spPr>
          <a:xfrm>
            <a:off x="8682228" y="3653027"/>
            <a:ext cx="326390" cy="398145"/>
          </a:xfrm>
          <a:custGeom>
            <a:avLst/>
            <a:gdLst/>
            <a:ahLst/>
            <a:cxnLst/>
            <a:rect l="l" t="t" r="r" b="b"/>
            <a:pathLst>
              <a:path w="326390" h="398145">
                <a:moveTo>
                  <a:pt x="76200" y="85344"/>
                </a:moveTo>
                <a:lnTo>
                  <a:pt x="68580" y="85344"/>
                </a:lnTo>
                <a:lnTo>
                  <a:pt x="65532" y="79248"/>
                </a:lnTo>
                <a:lnTo>
                  <a:pt x="62484" y="68580"/>
                </a:lnTo>
                <a:lnTo>
                  <a:pt x="57007" y="55125"/>
                </a:lnTo>
                <a:lnTo>
                  <a:pt x="49530" y="39814"/>
                </a:lnTo>
                <a:lnTo>
                  <a:pt x="39766" y="22502"/>
                </a:lnTo>
                <a:lnTo>
                  <a:pt x="27432" y="3048"/>
                </a:lnTo>
                <a:lnTo>
                  <a:pt x="33528" y="0"/>
                </a:lnTo>
                <a:lnTo>
                  <a:pt x="72104" y="24860"/>
                </a:lnTo>
                <a:lnTo>
                  <a:pt x="89916" y="47244"/>
                </a:lnTo>
                <a:lnTo>
                  <a:pt x="89916" y="59436"/>
                </a:lnTo>
                <a:lnTo>
                  <a:pt x="88392" y="65532"/>
                </a:lnTo>
                <a:lnTo>
                  <a:pt x="79248" y="80772"/>
                </a:lnTo>
                <a:lnTo>
                  <a:pt x="76200" y="85344"/>
                </a:lnTo>
                <a:close/>
              </a:path>
              <a:path w="326390" h="398145">
                <a:moveTo>
                  <a:pt x="146304" y="60960"/>
                </a:moveTo>
                <a:lnTo>
                  <a:pt x="131064" y="44196"/>
                </a:lnTo>
                <a:lnTo>
                  <a:pt x="281940" y="44196"/>
                </a:lnTo>
                <a:lnTo>
                  <a:pt x="295656" y="24384"/>
                </a:lnTo>
                <a:lnTo>
                  <a:pt x="326136" y="48768"/>
                </a:lnTo>
                <a:lnTo>
                  <a:pt x="318685" y="54864"/>
                </a:lnTo>
                <a:lnTo>
                  <a:pt x="187452" y="54864"/>
                </a:lnTo>
                <a:lnTo>
                  <a:pt x="176950" y="55173"/>
                </a:lnTo>
                <a:lnTo>
                  <a:pt x="166306" y="56197"/>
                </a:lnTo>
                <a:lnTo>
                  <a:pt x="155948" y="58078"/>
                </a:lnTo>
                <a:lnTo>
                  <a:pt x="146304" y="60960"/>
                </a:lnTo>
                <a:close/>
              </a:path>
              <a:path w="326390" h="398145">
                <a:moveTo>
                  <a:pt x="308590" y="353568"/>
                </a:moveTo>
                <a:lnTo>
                  <a:pt x="277368" y="353568"/>
                </a:lnTo>
                <a:lnTo>
                  <a:pt x="283464" y="348996"/>
                </a:lnTo>
                <a:lnTo>
                  <a:pt x="283464" y="54864"/>
                </a:lnTo>
                <a:lnTo>
                  <a:pt x="318685" y="54864"/>
                </a:lnTo>
                <a:lnTo>
                  <a:pt x="309372" y="62484"/>
                </a:lnTo>
                <a:lnTo>
                  <a:pt x="309372" y="344424"/>
                </a:lnTo>
                <a:lnTo>
                  <a:pt x="308590" y="353568"/>
                </a:lnTo>
                <a:close/>
              </a:path>
              <a:path w="326390" h="398145">
                <a:moveTo>
                  <a:pt x="0" y="397763"/>
                </a:moveTo>
                <a:lnTo>
                  <a:pt x="804" y="361973"/>
                </a:lnTo>
                <a:lnTo>
                  <a:pt x="918" y="355092"/>
                </a:lnTo>
                <a:lnTo>
                  <a:pt x="1333" y="316229"/>
                </a:lnTo>
                <a:lnTo>
                  <a:pt x="1451" y="161544"/>
                </a:lnTo>
                <a:lnTo>
                  <a:pt x="1328" y="132588"/>
                </a:lnTo>
                <a:lnTo>
                  <a:pt x="881" y="100107"/>
                </a:lnTo>
                <a:lnTo>
                  <a:pt x="0" y="74676"/>
                </a:lnTo>
                <a:lnTo>
                  <a:pt x="44196" y="99060"/>
                </a:lnTo>
                <a:lnTo>
                  <a:pt x="27432" y="109728"/>
                </a:lnTo>
                <a:lnTo>
                  <a:pt x="27432" y="385572"/>
                </a:lnTo>
                <a:lnTo>
                  <a:pt x="0" y="397763"/>
                </a:lnTo>
                <a:close/>
              </a:path>
              <a:path w="326390" h="398145">
                <a:moveTo>
                  <a:pt x="240205" y="150876"/>
                </a:moveTo>
                <a:lnTo>
                  <a:pt x="202692" y="150876"/>
                </a:lnTo>
                <a:lnTo>
                  <a:pt x="214883" y="132588"/>
                </a:lnTo>
                <a:lnTo>
                  <a:pt x="240205" y="150876"/>
                </a:lnTo>
                <a:close/>
              </a:path>
              <a:path w="326390" h="398145">
                <a:moveTo>
                  <a:pt x="82296" y="307848"/>
                </a:moveTo>
                <a:lnTo>
                  <a:pt x="82534" y="282392"/>
                </a:lnTo>
                <a:lnTo>
                  <a:pt x="83158" y="254198"/>
                </a:lnTo>
                <a:lnTo>
                  <a:pt x="83581" y="236053"/>
                </a:lnTo>
                <a:lnTo>
                  <a:pt x="83751" y="220980"/>
                </a:lnTo>
                <a:lnTo>
                  <a:pt x="83796" y="194333"/>
                </a:lnTo>
                <a:lnTo>
                  <a:pt x="83614" y="173259"/>
                </a:lnTo>
                <a:lnTo>
                  <a:pt x="83177" y="153804"/>
                </a:lnTo>
                <a:lnTo>
                  <a:pt x="82296" y="134112"/>
                </a:lnTo>
                <a:lnTo>
                  <a:pt x="108204" y="150876"/>
                </a:lnTo>
                <a:lnTo>
                  <a:pt x="240205" y="150876"/>
                </a:lnTo>
                <a:lnTo>
                  <a:pt x="242316" y="152400"/>
                </a:lnTo>
                <a:lnTo>
                  <a:pt x="232029" y="161544"/>
                </a:lnTo>
                <a:lnTo>
                  <a:pt x="108204" y="161544"/>
                </a:lnTo>
                <a:lnTo>
                  <a:pt x="108204" y="263652"/>
                </a:lnTo>
                <a:lnTo>
                  <a:pt x="228775" y="263652"/>
                </a:lnTo>
                <a:lnTo>
                  <a:pt x="228790" y="264604"/>
                </a:lnTo>
                <a:lnTo>
                  <a:pt x="229161" y="274319"/>
                </a:lnTo>
                <a:lnTo>
                  <a:pt x="108204" y="274319"/>
                </a:lnTo>
                <a:lnTo>
                  <a:pt x="108204" y="297180"/>
                </a:lnTo>
                <a:lnTo>
                  <a:pt x="82296" y="307848"/>
                </a:lnTo>
                <a:close/>
              </a:path>
              <a:path w="326390" h="398145">
                <a:moveTo>
                  <a:pt x="228775" y="263652"/>
                </a:moveTo>
                <a:lnTo>
                  <a:pt x="204216" y="263652"/>
                </a:lnTo>
                <a:lnTo>
                  <a:pt x="204216" y="161544"/>
                </a:lnTo>
                <a:lnTo>
                  <a:pt x="232029" y="161544"/>
                </a:lnTo>
                <a:lnTo>
                  <a:pt x="228600" y="164592"/>
                </a:lnTo>
                <a:lnTo>
                  <a:pt x="228692" y="258508"/>
                </a:lnTo>
                <a:lnTo>
                  <a:pt x="228775" y="263652"/>
                </a:lnTo>
                <a:close/>
              </a:path>
              <a:path w="326390" h="398145">
                <a:moveTo>
                  <a:pt x="204216" y="300228"/>
                </a:moveTo>
                <a:lnTo>
                  <a:pt x="204216" y="274319"/>
                </a:lnTo>
                <a:lnTo>
                  <a:pt x="229161" y="274319"/>
                </a:lnTo>
                <a:lnTo>
                  <a:pt x="229242" y="276439"/>
                </a:lnTo>
                <a:lnTo>
                  <a:pt x="230124" y="289559"/>
                </a:lnTo>
                <a:lnTo>
                  <a:pt x="204216" y="300228"/>
                </a:lnTo>
                <a:close/>
              </a:path>
              <a:path w="326390" h="398145">
                <a:moveTo>
                  <a:pt x="266700" y="397763"/>
                </a:moveTo>
                <a:lnTo>
                  <a:pt x="262985" y="383166"/>
                </a:lnTo>
                <a:lnTo>
                  <a:pt x="251841" y="371284"/>
                </a:lnTo>
                <a:lnTo>
                  <a:pt x="233267" y="361973"/>
                </a:lnTo>
                <a:lnTo>
                  <a:pt x="207264" y="355092"/>
                </a:lnTo>
                <a:lnTo>
                  <a:pt x="207264" y="347472"/>
                </a:lnTo>
                <a:lnTo>
                  <a:pt x="225313" y="349472"/>
                </a:lnTo>
                <a:lnTo>
                  <a:pt x="240792" y="350901"/>
                </a:lnTo>
                <a:lnTo>
                  <a:pt x="253984" y="351758"/>
                </a:lnTo>
                <a:lnTo>
                  <a:pt x="265176" y="352044"/>
                </a:lnTo>
                <a:lnTo>
                  <a:pt x="277368" y="353568"/>
                </a:lnTo>
                <a:lnTo>
                  <a:pt x="308590" y="353568"/>
                </a:lnTo>
                <a:lnTo>
                  <a:pt x="307633" y="364759"/>
                </a:lnTo>
                <a:lnTo>
                  <a:pt x="300037" y="380238"/>
                </a:lnTo>
                <a:lnTo>
                  <a:pt x="286440" y="391144"/>
                </a:lnTo>
                <a:lnTo>
                  <a:pt x="266700" y="39776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" name="object 31"/>
          <p:cNvSpPr/>
          <p:nvPr/>
        </p:nvSpPr>
        <p:spPr>
          <a:xfrm>
            <a:off x="9076944" y="3659123"/>
            <a:ext cx="405765" cy="393700"/>
          </a:xfrm>
          <a:custGeom>
            <a:avLst/>
            <a:gdLst/>
            <a:ahLst/>
            <a:cxnLst/>
            <a:rect l="l" t="t" r="r" b="b"/>
            <a:pathLst>
              <a:path w="405765" h="393700">
                <a:moveTo>
                  <a:pt x="217932" y="36576"/>
                </a:moveTo>
                <a:lnTo>
                  <a:pt x="202692" y="21336"/>
                </a:lnTo>
                <a:lnTo>
                  <a:pt x="353568" y="21336"/>
                </a:lnTo>
                <a:lnTo>
                  <a:pt x="374904" y="0"/>
                </a:lnTo>
                <a:lnTo>
                  <a:pt x="402336" y="32004"/>
                </a:lnTo>
                <a:lnTo>
                  <a:pt x="259080" y="32004"/>
                </a:lnTo>
                <a:lnTo>
                  <a:pt x="247935" y="32289"/>
                </a:lnTo>
                <a:lnTo>
                  <a:pt x="237363" y="33147"/>
                </a:lnTo>
                <a:lnTo>
                  <a:pt x="227361" y="34575"/>
                </a:lnTo>
                <a:lnTo>
                  <a:pt x="217932" y="36576"/>
                </a:lnTo>
                <a:close/>
              </a:path>
              <a:path w="405765" h="393700">
                <a:moveTo>
                  <a:pt x="189846" y="19812"/>
                </a:moveTo>
                <a:lnTo>
                  <a:pt x="155448" y="19812"/>
                </a:lnTo>
                <a:lnTo>
                  <a:pt x="167640" y="1524"/>
                </a:lnTo>
                <a:lnTo>
                  <a:pt x="189846" y="19812"/>
                </a:lnTo>
                <a:close/>
              </a:path>
              <a:path w="405765" h="393700">
                <a:moveTo>
                  <a:pt x="51816" y="169164"/>
                </a:moveTo>
                <a:lnTo>
                  <a:pt x="53911" y="128397"/>
                </a:lnTo>
                <a:lnTo>
                  <a:pt x="54807" y="80772"/>
                </a:lnTo>
                <a:lnTo>
                  <a:pt x="54586" y="63722"/>
                </a:lnTo>
                <a:lnTo>
                  <a:pt x="53911" y="44005"/>
                </a:lnTo>
                <a:lnTo>
                  <a:pt x="52935" y="24693"/>
                </a:lnTo>
                <a:lnTo>
                  <a:pt x="51816" y="6096"/>
                </a:lnTo>
                <a:lnTo>
                  <a:pt x="76200" y="19812"/>
                </a:lnTo>
                <a:lnTo>
                  <a:pt x="189846" y="19812"/>
                </a:lnTo>
                <a:lnTo>
                  <a:pt x="193548" y="22860"/>
                </a:lnTo>
                <a:lnTo>
                  <a:pt x="184839" y="30480"/>
                </a:lnTo>
                <a:lnTo>
                  <a:pt x="76200" y="30480"/>
                </a:lnTo>
                <a:lnTo>
                  <a:pt x="76200" y="80772"/>
                </a:lnTo>
                <a:lnTo>
                  <a:pt x="181430" y="80772"/>
                </a:lnTo>
                <a:lnTo>
                  <a:pt x="181484" y="91440"/>
                </a:lnTo>
                <a:lnTo>
                  <a:pt x="76200" y="91440"/>
                </a:lnTo>
                <a:lnTo>
                  <a:pt x="76200" y="140208"/>
                </a:lnTo>
                <a:lnTo>
                  <a:pt x="182351" y="140208"/>
                </a:lnTo>
                <a:lnTo>
                  <a:pt x="182703" y="149352"/>
                </a:lnTo>
                <a:lnTo>
                  <a:pt x="76200" y="149352"/>
                </a:lnTo>
                <a:lnTo>
                  <a:pt x="76200" y="160020"/>
                </a:lnTo>
                <a:lnTo>
                  <a:pt x="51816" y="169164"/>
                </a:lnTo>
                <a:close/>
              </a:path>
              <a:path w="405765" h="393700">
                <a:moveTo>
                  <a:pt x="181430" y="80772"/>
                </a:moveTo>
                <a:lnTo>
                  <a:pt x="158496" y="80772"/>
                </a:lnTo>
                <a:lnTo>
                  <a:pt x="158496" y="30480"/>
                </a:lnTo>
                <a:lnTo>
                  <a:pt x="184839" y="30480"/>
                </a:lnTo>
                <a:lnTo>
                  <a:pt x="181356" y="33528"/>
                </a:lnTo>
                <a:lnTo>
                  <a:pt x="181430" y="80772"/>
                </a:lnTo>
                <a:close/>
              </a:path>
              <a:path w="405765" h="393700">
                <a:moveTo>
                  <a:pt x="280416" y="82296"/>
                </a:moveTo>
                <a:lnTo>
                  <a:pt x="271272" y="82296"/>
                </a:lnTo>
                <a:lnTo>
                  <a:pt x="274415" y="69723"/>
                </a:lnTo>
                <a:lnTo>
                  <a:pt x="276987" y="57150"/>
                </a:lnTo>
                <a:lnTo>
                  <a:pt x="278987" y="44577"/>
                </a:lnTo>
                <a:lnTo>
                  <a:pt x="280416" y="32004"/>
                </a:lnTo>
                <a:lnTo>
                  <a:pt x="309372" y="32004"/>
                </a:lnTo>
                <a:lnTo>
                  <a:pt x="305061" y="38576"/>
                </a:lnTo>
                <a:lnTo>
                  <a:pt x="298894" y="49149"/>
                </a:lnTo>
                <a:lnTo>
                  <a:pt x="290726" y="63722"/>
                </a:lnTo>
                <a:lnTo>
                  <a:pt x="280416" y="82296"/>
                </a:lnTo>
                <a:close/>
              </a:path>
              <a:path w="405765" h="393700">
                <a:moveTo>
                  <a:pt x="379730" y="82296"/>
                </a:moveTo>
                <a:lnTo>
                  <a:pt x="345948" y="82296"/>
                </a:lnTo>
                <a:lnTo>
                  <a:pt x="358140" y="67056"/>
                </a:lnTo>
                <a:lnTo>
                  <a:pt x="379730" y="82296"/>
                </a:lnTo>
                <a:close/>
              </a:path>
              <a:path w="405765" h="393700">
                <a:moveTo>
                  <a:pt x="224028" y="251460"/>
                </a:moveTo>
                <a:lnTo>
                  <a:pt x="226123" y="210502"/>
                </a:lnTo>
                <a:lnTo>
                  <a:pt x="226998" y="153924"/>
                </a:lnTo>
                <a:lnTo>
                  <a:pt x="226814" y="135874"/>
                </a:lnTo>
                <a:lnTo>
                  <a:pt x="226123" y="111633"/>
                </a:lnTo>
                <a:lnTo>
                  <a:pt x="225147" y="89106"/>
                </a:lnTo>
                <a:lnTo>
                  <a:pt x="224028" y="68580"/>
                </a:lnTo>
                <a:lnTo>
                  <a:pt x="248412" y="82296"/>
                </a:lnTo>
                <a:lnTo>
                  <a:pt x="379730" y="82296"/>
                </a:lnTo>
                <a:lnTo>
                  <a:pt x="384048" y="85344"/>
                </a:lnTo>
                <a:lnTo>
                  <a:pt x="375339" y="92964"/>
                </a:lnTo>
                <a:lnTo>
                  <a:pt x="248412" y="92964"/>
                </a:lnTo>
                <a:lnTo>
                  <a:pt x="248412" y="237744"/>
                </a:lnTo>
                <a:lnTo>
                  <a:pt x="224028" y="251460"/>
                </a:lnTo>
                <a:close/>
              </a:path>
              <a:path w="405765" h="393700">
                <a:moveTo>
                  <a:pt x="182351" y="140208"/>
                </a:moveTo>
                <a:lnTo>
                  <a:pt x="158496" y="140208"/>
                </a:lnTo>
                <a:lnTo>
                  <a:pt x="158496" y="91440"/>
                </a:lnTo>
                <a:lnTo>
                  <a:pt x="181484" y="91440"/>
                </a:lnTo>
                <a:lnTo>
                  <a:pt x="181605" y="107013"/>
                </a:lnTo>
                <a:lnTo>
                  <a:pt x="181998" y="131040"/>
                </a:lnTo>
                <a:lnTo>
                  <a:pt x="182351" y="140208"/>
                </a:lnTo>
                <a:close/>
              </a:path>
              <a:path w="405765" h="393700">
                <a:moveTo>
                  <a:pt x="350520" y="245363"/>
                </a:moveTo>
                <a:lnTo>
                  <a:pt x="350520" y="92964"/>
                </a:lnTo>
                <a:lnTo>
                  <a:pt x="375339" y="92964"/>
                </a:lnTo>
                <a:lnTo>
                  <a:pt x="371856" y="96012"/>
                </a:lnTo>
                <a:lnTo>
                  <a:pt x="371962" y="183308"/>
                </a:lnTo>
                <a:lnTo>
                  <a:pt x="372152" y="188975"/>
                </a:lnTo>
                <a:lnTo>
                  <a:pt x="372923" y="201977"/>
                </a:lnTo>
                <a:lnTo>
                  <a:pt x="373860" y="216408"/>
                </a:lnTo>
                <a:lnTo>
                  <a:pt x="374904" y="233172"/>
                </a:lnTo>
                <a:lnTo>
                  <a:pt x="350520" y="245363"/>
                </a:lnTo>
                <a:close/>
              </a:path>
              <a:path w="405765" h="393700">
                <a:moveTo>
                  <a:pt x="192024" y="345948"/>
                </a:moveTo>
                <a:lnTo>
                  <a:pt x="187452" y="341376"/>
                </a:lnTo>
                <a:lnTo>
                  <a:pt x="211740" y="327398"/>
                </a:lnTo>
                <a:lnTo>
                  <a:pt x="232029" y="312991"/>
                </a:lnTo>
                <a:lnTo>
                  <a:pt x="260604" y="283463"/>
                </a:lnTo>
                <a:lnTo>
                  <a:pt x="281178" y="232457"/>
                </a:lnTo>
                <a:lnTo>
                  <a:pt x="284321" y="189809"/>
                </a:lnTo>
                <a:lnTo>
                  <a:pt x="284540" y="161544"/>
                </a:lnTo>
                <a:lnTo>
                  <a:pt x="284321" y="143470"/>
                </a:lnTo>
                <a:lnTo>
                  <a:pt x="283464" y="118872"/>
                </a:lnTo>
                <a:lnTo>
                  <a:pt x="321564" y="138684"/>
                </a:lnTo>
                <a:lnTo>
                  <a:pt x="307848" y="149352"/>
                </a:lnTo>
                <a:lnTo>
                  <a:pt x="307276" y="183308"/>
                </a:lnTo>
                <a:lnTo>
                  <a:pt x="305562" y="211836"/>
                </a:lnTo>
                <a:lnTo>
                  <a:pt x="298704" y="251460"/>
                </a:lnTo>
                <a:lnTo>
                  <a:pt x="276844" y="292179"/>
                </a:lnTo>
                <a:lnTo>
                  <a:pt x="234315" y="327660"/>
                </a:lnTo>
                <a:lnTo>
                  <a:pt x="214598" y="337375"/>
                </a:lnTo>
                <a:lnTo>
                  <a:pt x="192024" y="345948"/>
                </a:lnTo>
                <a:close/>
              </a:path>
              <a:path w="405765" h="393700">
                <a:moveTo>
                  <a:pt x="158496" y="166116"/>
                </a:moveTo>
                <a:lnTo>
                  <a:pt x="158496" y="149352"/>
                </a:lnTo>
                <a:lnTo>
                  <a:pt x="182703" y="149352"/>
                </a:lnTo>
                <a:lnTo>
                  <a:pt x="182880" y="153924"/>
                </a:lnTo>
                <a:lnTo>
                  <a:pt x="158496" y="166116"/>
                </a:lnTo>
                <a:close/>
              </a:path>
              <a:path w="405765" h="393700">
                <a:moveTo>
                  <a:pt x="30480" y="204216"/>
                </a:moveTo>
                <a:lnTo>
                  <a:pt x="13716" y="188975"/>
                </a:lnTo>
                <a:lnTo>
                  <a:pt x="167640" y="188975"/>
                </a:lnTo>
                <a:lnTo>
                  <a:pt x="187452" y="167640"/>
                </a:lnTo>
                <a:lnTo>
                  <a:pt x="216408" y="198120"/>
                </a:lnTo>
                <a:lnTo>
                  <a:pt x="71628" y="198120"/>
                </a:lnTo>
                <a:lnTo>
                  <a:pt x="60483" y="198643"/>
                </a:lnTo>
                <a:lnTo>
                  <a:pt x="49911" y="200025"/>
                </a:lnTo>
                <a:lnTo>
                  <a:pt x="39909" y="201977"/>
                </a:lnTo>
                <a:lnTo>
                  <a:pt x="30480" y="204216"/>
                </a:lnTo>
                <a:close/>
              </a:path>
              <a:path w="405765" h="393700">
                <a:moveTo>
                  <a:pt x="131064" y="330708"/>
                </a:moveTo>
                <a:lnTo>
                  <a:pt x="108204" y="330708"/>
                </a:lnTo>
                <a:lnTo>
                  <a:pt x="108204" y="198120"/>
                </a:lnTo>
                <a:lnTo>
                  <a:pt x="131064" y="198120"/>
                </a:lnTo>
                <a:lnTo>
                  <a:pt x="131064" y="259080"/>
                </a:lnTo>
                <a:lnTo>
                  <a:pt x="199242" y="259080"/>
                </a:lnTo>
                <a:lnTo>
                  <a:pt x="208788" y="269748"/>
                </a:lnTo>
                <a:lnTo>
                  <a:pt x="131064" y="269748"/>
                </a:lnTo>
                <a:lnTo>
                  <a:pt x="131064" y="330708"/>
                </a:lnTo>
                <a:close/>
              </a:path>
              <a:path w="405765" h="393700">
                <a:moveTo>
                  <a:pt x="6096" y="393192"/>
                </a:moveTo>
                <a:lnTo>
                  <a:pt x="0" y="390143"/>
                </a:lnTo>
                <a:lnTo>
                  <a:pt x="9715" y="371022"/>
                </a:lnTo>
                <a:lnTo>
                  <a:pt x="18288" y="350329"/>
                </a:lnTo>
                <a:lnTo>
                  <a:pt x="32004" y="304799"/>
                </a:lnTo>
                <a:lnTo>
                  <a:pt x="41148" y="257746"/>
                </a:lnTo>
                <a:lnTo>
                  <a:pt x="45720" y="216408"/>
                </a:lnTo>
                <a:lnTo>
                  <a:pt x="80772" y="233172"/>
                </a:lnTo>
                <a:lnTo>
                  <a:pt x="74223" y="238958"/>
                </a:lnTo>
                <a:lnTo>
                  <a:pt x="68389" y="249745"/>
                </a:lnTo>
                <a:lnTo>
                  <a:pt x="63412" y="265961"/>
                </a:lnTo>
                <a:lnTo>
                  <a:pt x="59436" y="288036"/>
                </a:lnTo>
                <a:lnTo>
                  <a:pt x="68787" y="298704"/>
                </a:lnTo>
                <a:lnTo>
                  <a:pt x="56388" y="298704"/>
                </a:lnTo>
                <a:lnTo>
                  <a:pt x="45529" y="327826"/>
                </a:lnTo>
                <a:lnTo>
                  <a:pt x="33528" y="353377"/>
                </a:lnTo>
                <a:lnTo>
                  <a:pt x="20383" y="375213"/>
                </a:lnTo>
                <a:lnTo>
                  <a:pt x="6096" y="393192"/>
                </a:lnTo>
                <a:close/>
              </a:path>
              <a:path w="405765" h="393700">
                <a:moveTo>
                  <a:pt x="199242" y="259080"/>
                </a:moveTo>
                <a:lnTo>
                  <a:pt x="163068" y="259080"/>
                </a:lnTo>
                <a:lnTo>
                  <a:pt x="182880" y="240792"/>
                </a:lnTo>
                <a:lnTo>
                  <a:pt x="199242" y="259080"/>
                </a:lnTo>
                <a:close/>
              </a:path>
              <a:path w="405765" h="393700">
                <a:moveTo>
                  <a:pt x="379476" y="333756"/>
                </a:moveTo>
                <a:lnTo>
                  <a:pt x="374904" y="333756"/>
                </a:lnTo>
                <a:lnTo>
                  <a:pt x="371856" y="329184"/>
                </a:lnTo>
                <a:lnTo>
                  <a:pt x="365760" y="316992"/>
                </a:lnTo>
                <a:lnTo>
                  <a:pt x="356663" y="303799"/>
                </a:lnTo>
                <a:lnTo>
                  <a:pt x="343281" y="289179"/>
                </a:lnTo>
                <a:lnTo>
                  <a:pt x="325897" y="272843"/>
                </a:lnTo>
                <a:lnTo>
                  <a:pt x="304800" y="254508"/>
                </a:lnTo>
                <a:lnTo>
                  <a:pt x="307848" y="249936"/>
                </a:lnTo>
                <a:lnTo>
                  <a:pt x="360616" y="275082"/>
                </a:lnTo>
                <a:lnTo>
                  <a:pt x="385572" y="298704"/>
                </a:lnTo>
                <a:lnTo>
                  <a:pt x="388620" y="303275"/>
                </a:lnTo>
                <a:lnTo>
                  <a:pt x="388620" y="312420"/>
                </a:lnTo>
                <a:lnTo>
                  <a:pt x="387096" y="318516"/>
                </a:lnTo>
                <a:lnTo>
                  <a:pt x="384048" y="324612"/>
                </a:lnTo>
                <a:lnTo>
                  <a:pt x="382524" y="330708"/>
                </a:lnTo>
                <a:lnTo>
                  <a:pt x="379476" y="333756"/>
                </a:lnTo>
                <a:close/>
              </a:path>
              <a:path w="405765" h="393700">
                <a:moveTo>
                  <a:pt x="304990" y="381547"/>
                </a:moveTo>
                <a:lnTo>
                  <a:pt x="250698" y="380809"/>
                </a:lnTo>
                <a:lnTo>
                  <a:pt x="208978" y="378642"/>
                </a:lnTo>
                <a:lnTo>
                  <a:pt x="159234" y="370022"/>
                </a:lnTo>
                <a:lnTo>
                  <a:pt x="109728" y="350519"/>
                </a:lnTo>
                <a:lnTo>
                  <a:pt x="70080" y="315801"/>
                </a:lnTo>
                <a:lnTo>
                  <a:pt x="56388" y="298704"/>
                </a:lnTo>
                <a:lnTo>
                  <a:pt x="68787" y="298704"/>
                </a:lnTo>
                <a:lnTo>
                  <a:pt x="69413" y="299418"/>
                </a:lnTo>
                <a:lnTo>
                  <a:pt x="80962" y="310515"/>
                </a:lnTo>
                <a:lnTo>
                  <a:pt x="93940" y="321040"/>
                </a:lnTo>
                <a:lnTo>
                  <a:pt x="108204" y="330708"/>
                </a:lnTo>
                <a:lnTo>
                  <a:pt x="131064" y="330708"/>
                </a:lnTo>
                <a:lnTo>
                  <a:pt x="131064" y="338328"/>
                </a:lnTo>
                <a:lnTo>
                  <a:pt x="151352" y="345233"/>
                </a:lnTo>
                <a:lnTo>
                  <a:pt x="177927" y="350139"/>
                </a:lnTo>
                <a:lnTo>
                  <a:pt x="210788" y="353329"/>
                </a:lnTo>
                <a:lnTo>
                  <a:pt x="249936" y="355092"/>
                </a:lnTo>
                <a:lnTo>
                  <a:pt x="401767" y="355092"/>
                </a:lnTo>
                <a:lnTo>
                  <a:pt x="391144" y="359568"/>
                </a:lnTo>
                <a:lnTo>
                  <a:pt x="380619" y="366141"/>
                </a:lnTo>
                <a:lnTo>
                  <a:pt x="374094" y="373284"/>
                </a:lnTo>
                <a:lnTo>
                  <a:pt x="371856" y="381000"/>
                </a:lnTo>
                <a:lnTo>
                  <a:pt x="304990" y="381547"/>
                </a:lnTo>
                <a:close/>
              </a:path>
              <a:path w="405765" h="393700">
                <a:moveTo>
                  <a:pt x="401767" y="355092"/>
                </a:moveTo>
                <a:lnTo>
                  <a:pt x="249936" y="355092"/>
                </a:lnTo>
                <a:lnTo>
                  <a:pt x="291369" y="354520"/>
                </a:lnTo>
                <a:lnTo>
                  <a:pt x="331089" y="352806"/>
                </a:lnTo>
                <a:lnTo>
                  <a:pt x="369093" y="349948"/>
                </a:lnTo>
                <a:lnTo>
                  <a:pt x="405384" y="345948"/>
                </a:lnTo>
                <a:lnTo>
                  <a:pt x="405384" y="353567"/>
                </a:lnTo>
                <a:lnTo>
                  <a:pt x="401767" y="35509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" name="object 32"/>
          <p:cNvSpPr/>
          <p:nvPr/>
        </p:nvSpPr>
        <p:spPr>
          <a:xfrm>
            <a:off x="1751075" y="5123688"/>
            <a:ext cx="155575" cy="155575"/>
          </a:xfrm>
          <a:custGeom>
            <a:avLst/>
            <a:gdLst/>
            <a:ahLst/>
            <a:cxnLst/>
            <a:rect l="l" t="t" r="r" b="b"/>
            <a:pathLst>
              <a:path w="155575" h="155575">
                <a:moveTo>
                  <a:pt x="155448" y="155448"/>
                </a:moveTo>
                <a:lnTo>
                  <a:pt x="0" y="155448"/>
                </a:lnTo>
                <a:lnTo>
                  <a:pt x="0" y="0"/>
                </a:lnTo>
                <a:lnTo>
                  <a:pt x="155448" y="0"/>
                </a:lnTo>
                <a:lnTo>
                  <a:pt x="155448" y="155448"/>
                </a:lnTo>
                <a:close/>
              </a:path>
            </a:pathLst>
          </a:custGeom>
          <a:solidFill>
            <a:srgbClr val="3333C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" name="object 33"/>
          <p:cNvSpPr/>
          <p:nvPr/>
        </p:nvSpPr>
        <p:spPr>
          <a:xfrm>
            <a:off x="2138159" y="4933200"/>
            <a:ext cx="2350135" cy="410209"/>
          </a:xfrm>
          <a:custGeom>
            <a:avLst/>
            <a:gdLst/>
            <a:ahLst/>
            <a:cxnLst/>
            <a:rect l="l" t="t" r="r" b="b"/>
            <a:pathLst>
              <a:path w="2350135" h="410210">
                <a:moveTo>
                  <a:pt x="204216" y="138671"/>
                </a:moveTo>
                <a:lnTo>
                  <a:pt x="195072" y="92951"/>
                </a:lnTo>
                <a:lnTo>
                  <a:pt x="166116" y="60947"/>
                </a:lnTo>
                <a:lnTo>
                  <a:pt x="160020" y="57531"/>
                </a:lnTo>
                <a:lnTo>
                  <a:pt x="160020" y="140195"/>
                </a:lnTo>
                <a:lnTo>
                  <a:pt x="159740" y="147916"/>
                </a:lnTo>
                <a:lnTo>
                  <a:pt x="141732" y="188963"/>
                </a:lnTo>
                <a:lnTo>
                  <a:pt x="107022" y="204685"/>
                </a:lnTo>
                <a:lnTo>
                  <a:pt x="73152" y="207251"/>
                </a:lnTo>
                <a:lnTo>
                  <a:pt x="44196" y="207251"/>
                </a:lnTo>
                <a:lnTo>
                  <a:pt x="44196" y="77711"/>
                </a:lnTo>
                <a:lnTo>
                  <a:pt x="79248" y="77711"/>
                </a:lnTo>
                <a:lnTo>
                  <a:pt x="119380" y="83070"/>
                </a:lnTo>
                <a:lnTo>
                  <a:pt x="151091" y="104940"/>
                </a:lnTo>
                <a:lnTo>
                  <a:pt x="153924" y="111239"/>
                </a:lnTo>
                <a:lnTo>
                  <a:pt x="156806" y="117487"/>
                </a:lnTo>
                <a:lnTo>
                  <a:pt x="158686" y="124574"/>
                </a:lnTo>
                <a:lnTo>
                  <a:pt x="159715" y="132245"/>
                </a:lnTo>
                <a:lnTo>
                  <a:pt x="160020" y="140195"/>
                </a:lnTo>
                <a:lnTo>
                  <a:pt x="160020" y="57531"/>
                </a:lnTo>
                <a:lnTo>
                  <a:pt x="120230" y="43713"/>
                </a:lnTo>
                <a:lnTo>
                  <a:pt x="82296" y="41135"/>
                </a:lnTo>
                <a:lnTo>
                  <a:pt x="0" y="41135"/>
                </a:lnTo>
                <a:lnTo>
                  <a:pt x="0" y="364223"/>
                </a:lnTo>
                <a:lnTo>
                  <a:pt x="44196" y="364223"/>
                </a:lnTo>
                <a:lnTo>
                  <a:pt x="44196" y="243827"/>
                </a:lnTo>
                <a:lnTo>
                  <a:pt x="80772" y="243827"/>
                </a:lnTo>
                <a:lnTo>
                  <a:pt x="125145" y="239331"/>
                </a:lnTo>
                <a:lnTo>
                  <a:pt x="168236" y="218643"/>
                </a:lnTo>
                <a:lnTo>
                  <a:pt x="193509" y="187807"/>
                </a:lnTo>
                <a:lnTo>
                  <a:pt x="203911" y="148945"/>
                </a:lnTo>
                <a:lnTo>
                  <a:pt x="204216" y="138671"/>
                </a:lnTo>
                <a:close/>
              </a:path>
              <a:path w="2350135" h="410210">
                <a:moveTo>
                  <a:pt x="449580" y="272783"/>
                </a:moveTo>
                <a:lnTo>
                  <a:pt x="441223" y="233349"/>
                </a:lnTo>
                <a:lnTo>
                  <a:pt x="414528" y="204203"/>
                </a:lnTo>
                <a:lnTo>
                  <a:pt x="378409" y="189090"/>
                </a:lnTo>
                <a:lnTo>
                  <a:pt x="352044" y="182867"/>
                </a:lnTo>
                <a:lnTo>
                  <a:pt x="334899" y="178295"/>
                </a:lnTo>
                <a:lnTo>
                  <a:pt x="320040" y="173723"/>
                </a:lnTo>
                <a:lnTo>
                  <a:pt x="309689" y="170891"/>
                </a:lnTo>
                <a:lnTo>
                  <a:pt x="279844" y="141909"/>
                </a:lnTo>
                <a:lnTo>
                  <a:pt x="277368" y="123431"/>
                </a:lnTo>
                <a:lnTo>
                  <a:pt x="278511" y="112572"/>
                </a:lnTo>
                <a:lnTo>
                  <a:pt x="305638" y="80860"/>
                </a:lnTo>
                <a:lnTo>
                  <a:pt x="344424" y="73139"/>
                </a:lnTo>
                <a:lnTo>
                  <a:pt x="356997" y="73736"/>
                </a:lnTo>
                <a:lnTo>
                  <a:pt x="394716" y="83807"/>
                </a:lnTo>
                <a:lnTo>
                  <a:pt x="434340" y="108191"/>
                </a:lnTo>
                <a:lnTo>
                  <a:pt x="437388" y="108191"/>
                </a:lnTo>
                <a:lnTo>
                  <a:pt x="437388" y="56375"/>
                </a:lnTo>
                <a:lnTo>
                  <a:pt x="426821" y="51854"/>
                </a:lnTo>
                <a:lnTo>
                  <a:pt x="415671" y="47612"/>
                </a:lnTo>
                <a:lnTo>
                  <a:pt x="403961" y="43954"/>
                </a:lnTo>
                <a:lnTo>
                  <a:pt x="391668" y="41135"/>
                </a:lnTo>
                <a:lnTo>
                  <a:pt x="379958" y="38265"/>
                </a:lnTo>
                <a:lnTo>
                  <a:pt x="367665" y="36372"/>
                </a:lnTo>
                <a:lnTo>
                  <a:pt x="354812" y="35356"/>
                </a:lnTo>
                <a:lnTo>
                  <a:pt x="341376" y="35039"/>
                </a:lnTo>
                <a:lnTo>
                  <a:pt x="318503" y="36753"/>
                </a:lnTo>
                <a:lnTo>
                  <a:pt x="279019" y="50469"/>
                </a:lnTo>
                <a:lnTo>
                  <a:pt x="249008" y="76149"/>
                </a:lnTo>
                <a:lnTo>
                  <a:pt x="231648" y="128003"/>
                </a:lnTo>
                <a:lnTo>
                  <a:pt x="232181" y="137109"/>
                </a:lnTo>
                <a:lnTo>
                  <a:pt x="244221" y="174866"/>
                </a:lnTo>
                <a:lnTo>
                  <a:pt x="277368" y="204203"/>
                </a:lnTo>
                <a:lnTo>
                  <a:pt x="331190" y="221094"/>
                </a:lnTo>
                <a:lnTo>
                  <a:pt x="338328" y="222491"/>
                </a:lnTo>
                <a:lnTo>
                  <a:pt x="344335" y="223901"/>
                </a:lnTo>
                <a:lnTo>
                  <a:pt x="383286" y="236969"/>
                </a:lnTo>
                <a:lnTo>
                  <a:pt x="404812" y="270052"/>
                </a:lnTo>
                <a:lnTo>
                  <a:pt x="405384" y="278879"/>
                </a:lnTo>
                <a:lnTo>
                  <a:pt x="404241" y="290868"/>
                </a:lnTo>
                <a:lnTo>
                  <a:pt x="376834" y="325386"/>
                </a:lnTo>
                <a:lnTo>
                  <a:pt x="333756" y="333743"/>
                </a:lnTo>
                <a:lnTo>
                  <a:pt x="320929" y="332943"/>
                </a:lnTo>
                <a:lnTo>
                  <a:pt x="280416" y="323075"/>
                </a:lnTo>
                <a:lnTo>
                  <a:pt x="243992" y="300786"/>
                </a:lnTo>
                <a:lnTo>
                  <a:pt x="233172" y="291071"/>
                </a:lnTo>
                <a:lnTo>
                  <a:pt x="230124" y="291071"/>
                </a:lnTo>
                <a:lnTo>
                  <a:pt x="230124" y="345935"/>
                </a:lnTo>
                <a:lnTo>
                  <a:pt x="240703" y="350494"/>
                </a:lnTo>
                <a:lnTo>
                  <a:pt x="289013" y="366471"/>
                </a:lnTo>
                <a:lnTo>
                  <a:pt x="336804" y="370319"/>
                </a:lnTo>
                <a:lnTo>
                  <a:pt x="350215" y="369989"/>
                </a:lnTo>
                <a:lnTo>
                  <a:pt x="394703" y="358724"/>
                </a:lnTo>
                <a:lnTo>
                  <a:pt x="427177" y="334441"/>
                </a:lnTo>
                <a:lnTo>
                  <a:pt x="445731" y="300215"/>
                </a:lnTo>
                <a:lnTo>
                  <a:pt x="449249" y="281927"/>
                </a:lnTo>
                <a:lnTo>
                  <a:pt x="449580" y="272783"/>
                </a:lnTo>
                <a:close/>
              </a:path>
              <a:path w="2350135" h="410210">
                <a:moveTo>
                  <a:pt x="698004" y="138671"/>
                </a:moveTo>
                <a:lnTo>
                  <a:pt x="687336" y="92951"/>
                </a:lnTo>
                <a:lnTo>
                  <a:pt x="677341" y="77711"/>
                </a:lnTo>
                <a:lnTo>
                  <a:pt x="675906" y="75806"/>
                </a:lnTo>
                <a:lnTo>
                  <a:pt x="668477" y="68097"/>
                </a:lnTo>
                <a:lnTo>
                  <a:pt x="659904" y="60947"/>
                </a:lnTo>
                <a:lnTo>
                  <a:pt x="653808" y="57632"/>
                </a:lnTo>
                <a:lnTo>
                  <a:pt x="653808" y="140195"/>
                </a:lnTo>
                <a:lnTo>
                  <a:pt x="653516" y="147916"/>
                </a:lnTo>
                <a:lnTo>
                  <a:pt x="635520" y="188963"/>
                </a:lnTo>
                <a:lnTo>
                  <a:pt x="599490" y="204685"/>
                </a:lnTo>
                <a:lnTo>
                  <a:pt x="565416" y="207251"/>
                </a:lnTo>
                <a:lnTo>
                  <a:pt x="536460" y="207251"/>
                </a:lnTo>
                <a:lnTo>
                  <a:pt x="536460" y="77711"/>
                </a:lnTo>
                <a:lnTo>
                  <a:pt x="573036" y="77711"/>
                </a:lnTo>
                <a:lnTo>
                  <a:pt x="615708" y="83807"/>
                </a:lnTo>
                <a:lnTo>
                  <a:pt x="629424" y="91427"/>
                </a:lnTo>
                <a:lnTo>
                  <a:pt x="634847" y="95173"/>
                </a:lnTo>
                <a:lnTo>
                  <a:pt x="653275" y="132245"/>
                </a:lnTo>
                <a:lnTo>
                  <a:pt x="653808" y="140195"/>
                </a:lnTo>
                <a:lnTo>
                  <a:pt x="653808" y="57632"/>
                </a:lnTo>
                <a:lnTo>
                  <a:pt x="613346" y="43713"/>
                </a:lnTo>
                <a:lnTo>
                  <a:pt x="574560" y="41135"/>
                </a:lnTo>
                <a:lnTo>
                  <a:pt x="493788" y="41135"/>
                </a:lnTo>
                <a:lnTo>
                  <a:pt x="493788" y="364223"/>
                </a:lnTo>
                <a:lnTo>
                  <a:pt x="536460" y="364223"/>
                </a:lnTo>
                <a:lnTo>
                  <a:pt x="536460" y="243827"/>
                </a:lnTo>
                <a:lnTo>
                  <a:pt x="573036" y="243827"/>
                </a:lnTo>
                <a:lnTo>
                  <a:pt x="618680" y="239331"/>
                </a:lnTo>
                <a:lnTo>
                  <a:pt x="660730" y="218643"/>
                </a:lnTo>
                <a:lnTo>
                  <a:pt x="671918" y="207251"/>
                </a:lnTo>
                <a:lnTo>
                  <a:pt x="675589" y="203377"/>
                </a:lnTo>
                <a:lnTo>
                  <a:pt x="693496" y="168897"/>
                </a:lnTo>
                <a:lnTo>
                  <a:pt x="697445" y="148945"/>
                </a:lnTo>
                <a:lnTo>
                  <a:pt x="698004" y="138671"/>
                </a:lnTo>
                <a:close/>
              </a:path>
              <a:path w="2350135" h="410210">
                <a:moveTo>
                  <a:pt x="963168" y="364223"/>
                </a:moveTo>
                <a:lnTo>
                  <a:pt x="932637" y="274307"/>
                </a:lnTo>
                <a:lnTo>
                  <a:pt x="920216" y="237731"/>
                </a:lnTo>
                <a:lnTo>
                  <a:pt x="876300" y="108445"/>
                </a:lnTo>
                <a:lnTo>
                  <a:pt x="876300" y="237731"/>
                </a:lnTo>
                <a:lnTo>
                  <a:pt x="777240" y="237731"/>
                </a:lnTo>
                <a:lnTo>
                  <a:pt x="826008" y="85331"/>
                </a:lnTo>
                <a:lnTo>
                  <a:pt x="876300" y="237731"/>
                </a:lnTo>
                <a:lnTo>
                  <a:pt x="876300" y="108445"/>
                </a:lnTo>
                <a:lnTo>
                  <a:pt x="868451" y="85331"/>
                </a:lnTo>
                <a:lnTo>
                  <a:pt x="853440" y="41135"/>
                </a:lnTo>
                <a:lnTo>
                  <a:pt x="801624" y="41135"/>
                </a:lnTo>
                <a:lnTo>
                  <a:pt x="691896" y="364223"/>
                </a:lnTo>
                <a:lnTo>
                  <a:pt x="734568" y="364223"/>
                </a:lnTo>
                <a:lnTo>
                  <a:pt x="765048" y="274307"/>
                </a:lnTo>
                <a:lnTo>
                  <a:pt x="888492" y="274307"/>
                </a:lnTo>
                <a:lnTo>
                  <a:pt x="917448" y="364223"/>
                </a:lnTo>
                <a:lnTo>
                  <a:pt x="963168" y="364223"/>
                </a:lnTo>
                <a:close/>
              </a:path>
              <a:path w="2350135" h="410210">
                <a:moveTo>
                  <a:pt x="1220724" y="62471"/>
                </a:moveTo>
                <a:lnTo>
                  <a:pt x="1213104" y="59423"/>
                </a:lnTo>
                <a:lnTo>
                  <a:pt x="1207008" y="54851"/>
                </a:lnTo>
                <a:lnTo>
                  <a:pt x="1184148" y="45707"/>
                </a:lnTo>
                <a:lnTo>
                  <a:pt x="1178052" y="44183"/>
                </a:lnTo>
                <a:lnTo>
                  <a:pt x="1171435" y="42164"/>
                </a:lnTo>
                <a:lnTo>
                  <a:pt x="1165098" y="40563"/>
                </a:lnTo>
                <a:lnTo>
                  <a:pt x="1120140" y="35039"/>
                </a:lnTo>
                <a:lnTo>
                  <a:pt x="1104455" y="35877"/>
                </a:lnTo>
                <a:lnTo>
                  <a:pt x="1062228" y="47231"/>
                </a:lnTo>
                <a:lnTo>
                  <a:pt x="1025588" y="70167"/>
                </a:lnTo>
                <a:lnTo>
                  <a:pt x="998220" y="104381"/>
                </a:lnTo>
                <a:lnTo>
                  <a:pt x="981151" y="148247"/>
                </a:lnTo>
                <a:lnTo>
                  <a:pt x="975360" y="202679"/>
                </a:lnTo>
                <a:lnTo>
                  <a:pt x="975956" y="222681"/>
                </a:lnTo>
                <a:lnTo>
                  <a:pt x="986028" y="275831"/>
                </a:lnTo>
                <a:lnTo>
                  <a:pt x="1007033" y="316776"/>
                </a:lnTo>
                <a:lnTo>
                  <a:pt x="1037082" y="347078"/>
                </a:lnTo>
                <a:lnTo>
                  <a:pt x="1075359" y="364540"/>
                </a:lnTo>
                <a:lnTo>
                  <a:pt x="1120140" y="370319"/>
                </a:lnTo>
                <a:lnTo>
                  <a:pt x="1137856" y="370128"/>
                </a:lnTo>
                <a:lnTo>
                  <a:pt x="1187196" y="358127"/>
                </a:lnTo>
                <a:lnTo>
                  <a:pt x="1213104" y="345935"/>
                </a:lnTo>
                <a:lnTo>
                  <a:pt x="1220724" y="342887"/>
                </a:lnTo>
                <a:lnTo>
                  <a:pt x="1220724" y="291071"/>
                </a:lnTo>
                <a:lnTo>
                  <a:pt x="1217676" y="291071"/>
                </a:lnTo>
                <a:lnTo>
                  <a:pt x="1214628" y="295643"/>
                </a:lnTo>
                <a:lnTo>
                  <a:pt x="1210056" y="298691"/>
                </a:lnTo>
                <a:lnTo>
                  <a:pt x="1191768" y="312407"/>
                </a:lnTo>
                <a:lnTo>
                  <a:pt x="1182624" y="316979"/>
                </a:lnTo>
                <a:lnTo>
                  <a:pt x="1176629" y="320395"/>
                </a:lnTo>
                <a:lnTo>
                  <a:pt x="1138237" y="332600"/>
                </a:lnTo>
                <a:lnTo>
                  <a:pt x="1120140" y="333743"/>
                </a:lnTo>
                <a:lnTo>
                  <a:pt x="1110119" y="333197"/>
                </a:lnTo>
                <a:lnTo>
                  <a:pt x="1073188" y="321246"/>
                </a:lnTo>
                <a:lnTo>
                  <a:pt x="1043495" y="292531"/>
                </a:lnTo>
                <a:lnTo>
                  <a:pt x="1024699" y="248335"/>
                </a:lnTo>
                <a:lnTo>
                  <a:pt x="1019556" y="202679"/>
                </a:lnTo>
                <a:lnTo>
                  <a:pt x="1020114" y="187896"/>
                </a:lnTo>
                <a:lnTo>
                  <a:pt x="1027176" y="147815"/>
                </a:lnTo>
                <a:lnTo>
                  <a:pt x="1048512" y="105143"/>
                </a:lnTo>
                <a:lnTo>
                  <a:pt x="1082040" y="80759"/>
                </a:lnTo>
                <a:lnTo>
                  <a:pt x="1120140" y="71615"/>
                </a:lnTo>
                <a:lnTo>
                  <a:pt x="1129880" y="71907"/>
                </a:lnTo>
                <a:lnTo>
                  <a:pt x="1168527" y="81711"/>
                </a:lnTo>
                <a:lnTo>
                  <a:pt x="1181100" y="88379"/>
                </a:lnTo>
                <a:lnTo>
                  <a:pt x="1190244" y="92951"/>
                </a:lnTo>
                <a:lnTo>
                  <a:pt x="1208532" y="106667"/>
                </a:lnTo>
                <a:lnTo>
                  <a:pt x="1213104" y="111239"/>
                </a:lnTo>
                <a:lnTo>
                  <a:pt x="1217676" y="114287"/>
                </a:lnTo>
                <a:lnTo>
                  <a:pt x="1220724" y="114287"/>
                </a:lnTo>
                <a:lnTo>
                  <a:pt x="1220724" y="62471"/>
                </a:lnTo>
                <a:close/>
              </a:path>
              <a:path w="2350135" h="410210">
                <a:moveTo>
                  <a:pt x="1463040" y="41643"/>
                </a:moveTo>
                <a:lnTo>
                  <a:pt x="1261872" y="41643"/>
                </a:lnTo>
                <a:lnTo>
                  <a:pt x="1261872" y="79743"/>
                </a:lnTo>
                <a:lnTo>
                  <a:pt x="1261872" y="167373"/>
                </a:lnTo>
                <a:lnTo>
                  <a:pt x="1261872" y="205473"/>
                </a:lnTo>
                <a:lnTo>
                  <a:pt x="1261872" y="326123"/>
                </a:lnTo>
                <a:lnTo>
                  <a:pt x="1261872" y="364223"/>
                </a:lnTo>
                <a:lnTo>
                  <a:pt x="1463040" y="364223"/>
                </a:lnTo>
                <a:lnTo>
                  <a:pt x="1463040" y="326123"/>
                </a:lnTo>
                <a:lnTo>
                  <a:pt x="1304544" y="326123"/>
                </a:lnTo>
                <a:lnTo>
                  <a:pt x="1304544" y="205473"/>
                </a:lnTo>
                <a:lnTo>
                  <a:pt x="1452372" y="205473"/>
                </a:lnTo>
                <a:lnTo>
                  <a:pt x="1452372" y="167373"/>
                </a:lnTo>
                <a:lnTo>
                  <a:pt x="1304544" y="167373"/>
                </a:lnTo>
                <a:lnTo>
                  <a:pt x="1304544" y="79743"/>
                </a:lnTo>
                <a:lnTo>
                  <a:pt x="1463040" y="79743"/>
                </a:lnTo>
                <a:lnTo>
                  <a:pt x="1463040" y="41643"/>
                </a:lnTo>
                <a:close/>
              </a:path>
              <a:path w="2350135" h="410210">
                <a:moveTo>
                  <a:pt x="1813560" y="153911"/>
                </a:moveTo>
                <a:lnTo>
                  <a:pt x="1783080" y="123431"/>
                </a:lnTo>
                <a:lnTo>
                  <a:pt x="1761744" y="144767"/>
                </a:lnTo>
                <a:lnTo>
                  <a:pt x="1566672" y="144767"/>
                </a:lnTo>
                <a:lnTo>
                  <a:pt x="1583436" y="160007"/>
                </a:lnTo>
                <a:lnTo>
                  <a:pt x="1591132" y="157772"/>
                </a:lnTo>
                <a:lnTo>
                  <a:pt x="1600390" y="155816"/>
                </a:lnTo>
                <a:lnTo>
                  <a:pt x="1611083" y="154444"/>
                </a:lnTo>
                <a:lnTo>
                  <a:pt x="1623060" y="153911"/>
                </a:lnTo>
                <a:lnTo>
                  <a:pt x="1813560" y="153911"/>
                </a:lnTo>
                <a:close/>
              </a:path>
              <a:path w="2350135" h="410210">
                <a:moveTo>
                  <a:pt x="1892808" y="88379"/>
                </a:moveTo>
                <a:lnTo>
                  <a:pt x="1891131" y="86855"/>
                </a:lnTo>
                <a:lnTo>
                  <a:pt x="1879333" y="76187"/>
                </a:lnTo>
                <a:lnTo>
                  <a:pt x="1860804" y="59423"/>
                </a:lnTo>
                <a:lnTo>
                  <a:pt x="1847088" y="76187"/>
                </a:lnTo>
                <a:lnTo>
                  <a:pt x="1708404" y="76187"/>
                </a:lnTo>
                <a:lnTo>
                  <a:pt x="1711452" y="73139"/>
                </a:lnTo>
                <a:lnTo>
                  <a:pt x="1716024" y="65519"/>
                </a:lnTo>
                <a:lnTo>
                  <a:pt x="1720596" y="59423"/>
                </a:lnTo>
                <a:lnTo>
                  <a:pt x="1723644" y="51803"/>
                </a:lnTo>
                <a:lnTo>
                  <a:pt x="1723644" y="41135"/>
                </a:lnTo>
                <a:lnTo>
                  <a:pt x="1687055" y="9855"/>
                </a:lnTo>
                <a:lnTo>
                  <a:pt x="1673352" y="3035"/>
                </a:lnTo>
                <a:lnTo>
                  <a:pt x="1670304" y="6083"/>
                </a:lnTo>
                <a:lnTo>
                  <a:pt x="1679740" y="20421"/>
                </a:lnTo>
                <a:lnTo>
                  <a:pt x="1687449" y="33896"/>
                </a:lnTo>
                <a:lnTo>
                  <a:pt x="1693456" y="46812"/>
                </a:lnTo>
                <a:lnTo>
                  <a:pt x="1697736" y="59423"/>
                </a:lnTo>
                <a:lnTo>
                  <a:pt x="1699260" y="70091"/>
                </a:lnTo>
                <a:lnTo>
                  <a:pt x="1702308" y="76187"/>
                </a:lnTo>
                <a:lnTo>
                  <a:pt x="1562100" y="76187"/>
                </a:lnTo>
                <a:lnTo>
                  <a:pt x="1560576" y="54851"/>
                </a:lnTo>
                <a:lnTo>
                  <a:pt x="1551432" y="54851"/>
                </a:lnTo>
                <a:lnTo>
                  <a:pt x="1542288" y="94475"/>
                </a:lnTo>
                <a:lnTo>
                  <a:pt x="1525524" y="121907"/>
                </a:lnTo>
                <a:lnTo>
                  <a:pt x="1524000" y="124955"/>
                </a:lnTo>
                <a:lnTo>
                  <a:pt x="1524000" y="131051"/>
                </a:lnTo>
                <a:lnTo>
                  <a:pt x="1528572" y="132575"/>
                </a:lnTo>
                <a:lnTo>
                  <a:pt x="1543812" y="135623"/>
                </a:lnTo>
                <a:lnTo>
                  <a:pt x="1551432" y="132575"/>
                </a:lnTo>
                <a:lnTo>
                  <a:pt x="1556004" y="126479"/>
                </a:lnTo>
                <a:lnTo>
                  <a:pt x="1562100" y="118859"/>
                </a:lnTo>
                <a:lnTo>
                  <a:pt x="1565148" y="112763"/>
                </a:lnTo>
                <a:lnTo>
                  <a:pt x="1565148" y="102095"/>
                </a:lnTo>
                <a:lnTo>
                  <a:pt x="1563624" y="95999"/>
                </a:lnTo>
                <a:lnTo>
                  <a:pt x="1562100" y="86855"/>
                </a:lnTo>
                <a:lnTo>
                  <a:pt x="1850136" y="86855"/>
                </a:lnTo>
                <a:lnTo>
                  <a:pt x="1833372" y="128003"/>
                </a:lnTo>
                <a:lnTo>
                  <a:pt x="1837944" y="132575"/>
                </a:lnTo>
                <a:lnTo>
                  <a:pt x="1851660" y="114528"/>
                </a:lnTo>
                <a:lnTo>
                  <a:pt x="1865376" y="101333"/>
                </a:lnTo>
                <a:lnTo>
                  <a:pt x="1879092" y="92722"/>
                </a:lnTo>
                <a:lnTo>
                  <a:pt x="1892808" y="88379"/>
                </a:lnTo>
                <a:close/>
              </a:path>
              <a:path w="2350135" h="410210">
                <a:moveTo>
                  <a:pt x="1901952" y="367271"/>
                </a:moveTo>
                <a:lnTo>
                  <a:pt x="1879473" y="325081"/>
                </a:lnTo>
                <a:lnTo>
                  <a:pt x="1876044" y="286499"/>
                </a:lnTo>
                <a:lnTo>
                  <a:pt x="1869948" y="286499"/>
                </a:lnTo>
                <a:lnTo>
                  <a:pt x="1867471" y="329742"/>
                </a:lnTo>
                <a:lnTo>
                  <a:pt x="1851431" y="368350"/>
                </a:lnTo>
                <a:lnTo>
                  <a:pt x="1844040" y="370319"/>
                </a:lnTo>
                <a:lnTo>
                  <a:pt x="1778508" y="370319"/>
                </a:lnTo>
                <a:lnTo>
                  <a:pt x="1764538" y="368630"/>
                </a:lnTo>
                <a:lnTo>
                  <a:pt x="1754695" y="363651"/>
                </a:lnTo>
                <a:lnTo>
                  <a:pt x="1749158" y="355536"/>
                </a:lnTo>
                <a:lnTo>
                  <a:pt x="1748028" y="344411"/>
                </a:lnTo>
                <a:lnTo>
                  <a:pt x="1748028" y="227063"/>
                </a:lnTo>
                <a:lnTo>
                  <a:pt x="1880616" y="227063"/>
                </a:lnTo>
                <a:lnTo>
                  <a:pt x="1844040" y="190487"/>
                </a:lnTo>
                <a:lnTo>
                  <a:pt x="1818132" y="216395"/>
                </a:lnTo>
                <a:lnTo>
                  <a:pt x="1522476" y="216395"/>
                </a:lnTo>
                <a:lnTo>
                  <a:pt x="1536192" y="231635"/>
                </a:lnTo>
                <a:lnTo>
                  <a:pt x="1560576" y="227063"/>
                </a:lnTo>
                <a:lnTo>
                  <a:pt x="1635252" y="227063"/>
                </a:lnTo>
                <a:lnTo>
                  <a:pt x="1625536" y="290309"/>
                </a:lnTo>
                <a:lnTo>
                  <a:pt x="1607820" y="335267"/>
                </a:lnTo>
                <a:lnTo>
                  <a:pt x="1569339" y="370509"/>
                </a:lnTo>
                <a:lnTo>
                  <a:pt x="1501140" y="402323"/>
                </a:lnTo>
                <a:lnTo>
                  <a:pt x="1502664" y="409943"/>
                </a:lnTo>
                <a:lnTo>
                  <a:pt x="1563243" y="389178"/>
                </a:lnTo>
                <a:lnTo>
                  <a:pt x="1603248" y="367271"/>
                </a:lnTo>
                <a:lnTo>
                  <a:pt x="1637538" y="327418"/>
                </a:lnTo>
                <a:lnTo>
                  <a:pt x="1654492" y="272973"/>
                </a:lnTo>
                <a:lnTo>
                  <a:pt x="1661160" y="227063"/>
                </a:lnTo>
                <a:lnTo>
                  <a:pt x="1723644" y="227063"/>
                </a:lnTo>
                <a:lnTo>
                  <a:pt x="1723644" y="352031"/>
                </a:lnTo>
                <a:lnTo>
                  <a:pt x="1726526" y="369798"/>
                </a:lnTo>
                <a:lnTo>
                  <a:pt x="1735264" y="382130"/>
                </a:lnTo>
                <a:lnTo>
                  <a:pt x="1750009" y="389331"/>
                </a:lnTo>
                <a:lnTo>
                  <a:pt x="1770888" y="391655"/>
                </a:lnTo>
                <a:lnTo>
                  <a:pt x="1850136" y="391655"/>
                </a:lnTo>
                <a:lnTo>
                  <a:pt x="1867877" y="390207"/>
                </a:lnTo>
                <a:lnTo>
                  <a:pt x="1882330" y="385749"/>
                </a:lnTo>
                <a:lnTo>
                  <a:pt x="1893646" y="378155"/>
                </a:lnTo>
                <a:lnTo>
                  <a:pt x="1899627" y="370319"/>
                </a:lnTo>
                <a:lnTo>
                  <a:pt x="1901952" y="367271"/>
                </a:lnTo>
                <a:close/>
              </a:path>
              <a:path w="2350135" h="410210">
                <a:moveTo>
                  <a:pt x="2350020" y="166116"/>
                </a:moveTo>
                <a:lnTo>
                  <a:pt x="2279154" y="146685"/>
                </a:lnTo>
                <a:lnTo>
                  <a:pt x="2222004" y="111252"/>
                </a:lnTo>
                <a:lnTo>
                  <a:pt x="2178761" y="68961"/>
                </a:lnTo>
                <a:lnTo>
                  <a:pt x="2155113" y="36576"/>
                </a:lnTo>
                <a:lnTo>
                  <a:pt x="2150376" y="28956"/>
                </a:lnTo>
                <a:lnTo>
                  <a:pt x="2164092" y="21336"/>
                </a:lnTo>
                <a:lnTo>
                  <a:pt x="2127516" y="0"/>
                </a:lnTo>
                <a:lnTo>
                  <a:pt x="2096274" y="60388"/>
                </a:lnTo>
                <a:lnTo>
                  <a:pt x="2055888" y="117348"/>
                </a:lnTo>
                <a:lnTo>
                  <a:pt x="2005215" y="169926"/>
                </a:lnTo>
                <a:lnTo>
                  <a:pt x="1943112" y="213360"/>
                </a:lnTo>
                <a:lnTo>
                  <a:pt x="1944636" y="219456"/>
                </a:lnTo>
                <a:lnTo>
                  <a:pt x="1966061" y="209740"/>
                </a:lnTo>
                <a:lnTo>
                  <a:pt x="1986927" y="198882"/>
                </a:lnTo>
                <a:lnTo>
                  <a:pt x="2007209" y="186880"/>
                </a:lnTo>
                <a:lnTo>
                  <a:pt x="2026932" y="173736"/>
                </a:lnTo>
                <a:lnTo>
                  <a:pt x="2039124" y="185928"/>
                </a:lnTo>
                <a:lnTo>
                  <a:pt x="2047671" y="183921"/>
                </a:lnTo>
                <a:lnTo>
                  <a:pt x="2057222" y="182499"/>
                </a:lnTo>
                <a:lnTo>
                  <a:pt x="2067623" y="181635"/>
                </a:lnTo>
                <a:lnTo>
                  <a:pt x="2078748" y="181356"/>
                </a:lnTo>
                <a:lnTo>
                  <a:pt x="2133612" y="181356"/>
                </a:lnTo>
                <a:lnTo>
                  <a:pt x="2133612" y="265176"/>
                </a:lnTo>
                <a:lnTo>
                  <a:pt x="2011692" y="265176"/>
                </a:lnTo>
                <a:lnTo>
                  <a:pt x="2028456" y="281940"/>
                </a:lnTo>
                <a:lnTo>
                  <a:pt x="2037880" y="279057"/>
                </a:lnTo>
                <a:lnTo>
                  <a:pt x="2047887" y="277177"/>
                </a:lnTo>
                <a:lnTo>
                  <a:pt x="2058454" y="276148"/>
                </a:lnTo>
                <a:lnTo>
                  <a:pt x="2069604" y="275844"/>
                </a:lnTo>
                <a:lnTo>
                  <a:pt x="2133612" y="275844"/>
                </a:lnTo>
                <a:lnTo>
                  <a:pt x="2133612" y="374904"/>
                </a:lnTo>
                <a:lnTo>
                  <a:pt x="1959876" y="374904"/>
                </a:lnTo>
                <a:lnTo>
                  <a:pt x="1976640" y="391668"/>
                </a:lnTo>
                <a:lnTo>
                  <a:pt x="1986064" y="388785"/>
                </a:lnTo>
                <a:lnTo>
                  <a:pt x="1996071" y="386905"/>
                </a:lnTo>
                <a:lnTo>
                  <a:pt x="2006638" y="385876"/>
                </a:lnTo>
                <a:lnTo>
                  <a:pt x="2017788" y="385572"/>
                </a:lnTo>
                <a:lnTo>
                  <a:pt x="2339352" y="385572"/>
                </a:lnTo>
                <a:lnTo>
                  <a:pt x="2302776" y="348996"/>
                </a:lnTo>
                <a:lnTo>
                  <a:pt x="2278392" y="374904"/>
                </a:lnTo>
                <a:lnTo>
                  <a:pt x="2157996" y="374904"/>
                </a:lnTo>
                <a:lnTo>
                  <a:pt x="2157996" y="275844"/>
                </a:lnTo>
                <a:lnTo>
                  <a:pt x="2282964" y="275844"/>
                </a:lnTo>
                <a:lnTo>
                  <a:pt x="2252484" y="245364"/>
                </a:lnTo>
                <a:lnTo>
                  <a:pt x="2231148" y="265176"/>
                </a:lnTo>
                <a:lnTo>
                  <a:pt x="2157996" y="265176"/>
                </a:lnTo>
                <a:lnTo>
                  <a:pt x="2157996" y="181356"/>
                </a:lnTo>
                <a:lnTo>
                  <a:pt x="2267724" y="181356"/>
                </a:lnTo>
                <a:lnTo>
                  <a:pt x="2260104" y="173736"/>
                </a:lnTo>
                <a:lnTo>
                  <a:pt x="2257056" y="170688"/>
                </a:lnTo>
                <a:lnTo>
                  <a:pt x="2238768" y="152400"/>
                </a:lnTo>
                <a:lnTo>
                  <a:pt x="2218956" y="170688"/>
                </a:lnTo>
                <a:lnTo>
                  <a:pt x="2031504" y="170688"/>
                </a:lnTo>
                <a:lnTo>
                  <a:pt x="2060663" y="144373"/>
                </a:lnTo>
                <a:lnTo>
                  <a:pt x="2088845" y="113347"/>
                </a:lnTo>
                <a:lnTo>
                  <a:pt x="2116150" y="77457"/>
                </a:lnTo>
                <a:lnTo>
                  <a:pt x="2142756" y="36576"/>
                </a:lnTo>
                <a:lnTo>
                  <a:pt x="2163330" y="69672"/>
                </a:lnTo>
                <a:lnTo>
                  <a:pt x="2186190" y="100203"/>
                </a:lnTo>
                <a:lnTo>
                  <a:pt x="2238768" y="152400"/>
                </a:lnTo>
                <a:lnTo>
                  <a:pt x="2277630" y="179832"/>
                </a:lnTo>
                <a:lnTo>
                  <a:pt x="2316492" y="198120"/>
                </a:lnTo>
                <a:lnTo>
                  <a:pt x="2321077" y="189585"/>
                </a:lnTo>
                <a:lnTo>
                  <a:pt x="2328113" y="182499"/>
                </a:lnTo>
                <a:lnTo>
                  <a:pt x="2337701" y="177114"/>
                </a:lnTo>
                <a:lnTo>
                  <a:pt x="2350020" y="173736"/>
                </a:lnTo>
                <a:lnTo>
                  <a:pt x="2350020" y="16611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" name="object 34"/>
          <p:cNvSpPr/>
          <p:nvPr/>
        </p:nvSpPr>
        <p:spPr>
          <a:xfrm>
            <a:off x="4562855" y="4934711"/>
            <a:ext cx="356870" cy="401320"/>
          </a:xfrm>
          <a:custGeom>
            <a:avLst/>
            <a:gdLst/>
            <a:ahLst/>
            <a:cxnLst/>
            <a:rect l="l" t="t" r="r" b="b"/>
            <a:pathLst>
              <a:path w="356870" h="401320">
                <a:moveTo>
                  <a:pt x="53340" y="89916"/>
                </a:moveTo>
                <a:lnTo>
                  <a:pt x="42672" y="89916"/>
                </a:lnTo>
                <a:lnTo>
                  <a:pt x="50696" y="62793"/>
                </a:lnTo>
                <a:lnTo>
                  <a:pt x="56578" y="38671"/>
                </a:lnTo>
                <a:lnTo>
                  <a:pt x="60459" y="17692"/>
                </a:lnTo>
                <a:lnTo>
                  <a:pt x="62484" y="0"/>
                </a:lnTo>
                <a:lnTo>
                  <a:pt x="100584" y="21336"/>
                </a:lnTo>
                <a:lnTo>
                  <a:pt x="91487" y="29051"/>
                </a:lnTo>
                <a:lnTo>
                  <a:pt x="80391" y="43053"/>
                </a:lnTo>
                <a:lnTo>
                  <a:pt x="67579" y="63341"/>
                </a:lnTo>
                <a:lnTo>
                  <a:pt x="53340" y="89916"/>
                </a:lnTo>
                <a:close/>
              </a:path>
              <a:path w="356870" h="401320">
                <a:moveTo>
                  <a:pt x="147828" y="192024"/>
                </a:moveTo>
                <a:lnTo>
                  <a:pt x="141732" y="187452"/>
                </a:lnTo>
                <a:lnTo>
                  <a:pt x="158877" y="160615"/>
                </a:lnTo>
                <a:lnTo>
                  <a:pt x="173736" y="135064"/>
                </a:lnTo>
                <a:lnTo>
                  <a:pt x="196596" y="88392"/>
                </a:lnTo>
                <a:lnTo>
                  <a:pt x="211264" y="44958"/>
                </a:lnTo>
                <a:lnTo>
                  <a:pt x="222503" y="1524"/>
                </a:lnTo>
                <a:lnTo>
                  <a:pt x="260603" y="24384"/>
                </a:lnTo>
                <a:lnTo>
                  <a:pt x="252650" y="32146"/>
                </a:lnTo>
                <a:lnTo>
                  <a:pt x="242697" y="46482"/>
                </a:lnTo>
                <a:lnTo>
                  <a:pt x="231028" y="67675"/>
                </a:lnTo>
                <a:lnTo>
                  <a:pt x="217932" y="96012"/>
                </a:lnTo>
                <a:lnTo>
                  <a:pt x="350520" y="96012"/>
                </a:lnTo>
                <a:lnTo>
                  <a:pt x="356616" y="102108"/>
                </a:lnTo>
                <a:lnTo>
                  <a:pt x="350329" y="106680"/>
                </a:lnTo>
                <a:lnTo>
                  <a:pt x="213360" y="106680"/>
                </a:lnTo>
                <a:lnTo>
                  <a:pt x="197977" y="130730"/>
                </a:lnTo>
                <a:lnTo>
                  <a:pt x="181737" y="152781"/>
                </a:lnTo>
                <a:lnTo>
                  <a:pt x="164925" y="173116"/>
                </a:lnTo>
                <a:lnTo>
                  <a:pt x="147828" y="192024"/>
                </a:lnTo>
                <a:close/>
              </a:path>
              <a:path w="356870" h="401320">
                <a:moveTo>
                  <a:pt x="144780" y="89916"/>
                </a:moveTo>
                <a:lnTo>
                  <a:pt x="111252" y="89916"/>
                </a:lnTo>
                <a:lnTo>
                  <a:pt x="128016" y="73152"/>
                </a:lnTo>
                <a:lnTo>
                  <a:pt x="144780" y="89916"/>
                </a:lnTo>
                <a:close/>
              </a:path>
              <a:path w="356870" h="401320">
                <a:moveTo>
                  <a:pt x="0" y="397764"/>
                </a:moveTo>
                <a:lnTo>
                  <a:pt x="834" y="359664"/>
                </a:lnTo>
                <a:lnTo>
                  <a:pt x="914" y="354520"/>
                </a:lnTo>
                <a:lnTo>
                  <a:pt x="1333" y="316992"/>
                </a:lnTo>
                <a:lnTo>
                  <a:pt x="1423" y="176784"/>
                </a:lnTo>
                <a:lnTo>
                  <a:pt x="1309" y="152781"/>
                </a:lnTo>
                <a:lnTo>
                  <a:pt x="881" y="114704"/>
                </a:lnTo>
                <a:lnTo>
                  <a:pt x="0" y="74676"/>
                </a:lnTo>
                <a:lnTo>
                  <a:pt x="25908" y="89916"/>
                </a:lnTo>
                <a:lnTo>
                  <a:pt x="144780" y="89916"/>
                </a:lnTo>
                <a:lnTo>
                  <a:pt x="153924" y="99060"/>
                </a:lnTo>
                <a:lnTo>
                  <a:pt x="151828" y="100584"/>
                </a:lnTo>
                <a:lnTo>
                  <a:pt x="24384" y="100584"/>
                </a:lnTo>
                <a:lnTo>
                  <a:pt x="24384" y="211836"/>
                </a:lnTo>
                <a:lnTo>
                  <a:pt x="137205" y="211836"/>
                </a:lnTo>
                <a:lnTo>
                  <a:pt x="137219" y="222504"/>
                </a:lnTo>
                <a:lnTo>
                  <a:pt x="24384" y="222504"/>
                </a:lnTo>
                <a:lnTo>
                  <a:pt x="24384" y="344424"/>
                </a:lnTo>
                <a:lnTo>
                  <a:pt x="137914" y="344424"/>
                </a:lnTo>
                <a:lnTo>
                  <a:pt x="138028" y="350520"/>
                </a:lnTo>
                <a:lnTo>
                  <a:pt x="138137" y="355092"/>
                </a:lnTo>
                <a:lnTo>
                  <a:pt x="24384" y="355092"/>
                </a:lnTo>
                <a:lnTo>
                  <a:pt x="24384" y="384048"/>
                </a:lnTo>
                <a:lnTo>
                  <a:pt x="0" y="397764"/>
                </a:lnTo>
                <a:close/>
              </a:path>
              <a:path w="356870" h="401320">
                <a:moveTo>
                  <a:pt x="350520" y="96012"/>
                </a:moveTo>
                <a:lnTo>
                  <a:pt x="310896" y="96012"/>
                </a:lnTo>
                <a:lnTo>
                  <a:pt x="330708" y="76200"/>
                </a:lnTo>
                <a:lnTo>
                  <a:pt x="350520" y="96012"/>
                </a:lnTo>
                <a:close/>
              </a:path>
              <a:path w="356870" h="401320">
                <a:moveTo>
                  <a:pt x="137205" y="211836"/>
                </a:moveTo>
                <a:lnTo>
                  <a:pt x="114300" y="211836"/>
                </a:lnTo>
                <a:lnTo>
                  <a:pt x="114300" y="100584"/>
                </a:lnTo>
                <a:lnTo>
                  <a:pt x="151828" y="100584"/>
                </a:lnTo>
                <a:lnTo>
                  <a:pt x="137160" y="111252"/>
                </a:lnTo>
                <a:lnTo>
                  <a:pt x="137205" y="211836"/>
                </a:lnTo>
                <a:close/>
              </a:path>
              <a:path w="356870" h="401320">
                <a:moveTo>
                  <a:pt x="326904" y="359664"/>
                </a:moveTo>
                <a:lnTo>
                  <a:pt x="283464" y="359664"/>
                </a:lnTo>
                <a:lnTo>
                  <a:pt x="291750" y="357925"/>
                </a:lnTo>
                <a:lnTo>
                  <a:pt x="298323" y="352615"/>
                </a:lnTo>
                <a:lnTo>
                  <a:pt x="308586" y="305562"/>
                </a:lnTo>
                <a:lnTo>
                  <a:pt x="310705" y="259842"/>
                </a:lnTo>
                <a:lnTo>
                  <a:pt x="312528" y="193929"/>
                </a:lnTo>
                <a:lnTo>
                  <a:pt x="313944" y="106680"/>
                </a:lnTo>
                <a:lnTo>
                  <a:pt x="350329" y="106680"/>
                </a:lnTo>
                <a:lnTo>
                  <a:pt x="339852" y="114300"/>
                </a:lnTo>
                <a:lnTo>
                  <a:pt x="338780" y="186976"/>
                </a:lnTo>
                <a:lnTo>
                  <a:pt x="337291" y="249070"/>
                </a:lnTo>
                <a:lnTo>
                  <a:pt x="335462" y="295241"/>
                </a:lnTo>
                <a:lnTo>
                  <a:pt x="333268" y="327074"/>
                </a:lnTo>
                <a:lnTo>
                  <a:pt x="330708" y="344424"/>
                </a:lnTo>
                <a:lnTo>
                  <a:pt x="327874" y="357020"/>
                </a:lnTo>
                <a:lnTo>
                  <a:pt x="326904" y="359664"/>
                </a:lnTo>
                <a:close/>
              </a:path>
              <a:path w="356870" h="401320">
                <a:moveTo>
                  <a:pt x="231648" y="269748"/>
                </a:moveTo>
                <a:lnTo>
                  <a:pt x="228600" y="269748"/>
                </a:lnTo>
                <a:lnTo>
                  <a:pt x="225456" y="268295"/>
                </a:lnTo>
                <a:lnTo>
                  <a:pt x="222885" y="263842"/>
                </a:lnTo>
                <a:lnTo>
                  <a:pt x="220884" y="256246"/>
                </a:lnTo>
                <a:lnTo>
                  <a:pt x="219456" y="245364"/>
                </a:lnTo>
                <a:lnTo>
                  <a:pt x="214884" y="228219"/>
                </a:lnTo>
                <a:lnTo>
                  <a:pt x="208026" y="211074"/>
                </a:lnTo>
                <a:lnTo>
                  <a:pt x="198882" y="193929"/>
                </a:lnTo>
                <a:lnTo>
                  <a:pt x="187452" y="176784"/>
                </a:lnTo>
                <a:lnTo>
                  <a:pt x="190500" y="172212"/>
                </a:lnTo>
                <a:lnTo>
                  <a:pt x="224028" y="199644"/>
                </a:lnTo>
                <a:lnTo>
                  <a:pt x="243840" y="228600"/>
                </a:lnTo>
                <a:lnTo>
                  <a:pt x="246888" y="234696"/>
                </a:lnTo>
                <a:lnTo>
                  <a:pt x="246888" y="248412"/>
                </a:lnTo>
                <a:lnTo>
                  <a:pt x="243840" y="254508"/>
                </a:lnTo>
                <a:lnTo>
                  <a:pt x="234696" y="266700"/>
                </a:lnTo>
                <a:lnTo>
                  <a:pt x="231648" y="269748"/>
                </a:lnTo>
                <a:close/>
              </a:path>
              <a:path w="356870" h="401320">
                <a:moveTo>
                  <a:pt x="137914" y="344424"/>
                </a:moveTo>
                <a:lnTo>
                  <a:pt x="114300" y="344424"/>
                </a:lnTo>
                <a:lnTo>
                  <a:pt x="114300" y="222504"/>
                </a:lnTo>
                <a:lnTo>
                  <a:pt x="137219" y="222504"/>
                </a:lnTo>
                <a:lnTo>
                  <a:pt x="137337" y="269748"/>
                </a:lnTo>
                <a:lnTo>
                  <a:pt x="137498" y="305562"/>
                </a:lnTo>
                <a:lnTo>
                  <a:pt x="137914" y="344424"/>
                </a:lnTo>
                <a:close/>
              </a:path>
              <a:path w="356870" h="401320">
                <a:moveTo>
                  <a:pt x="277367" y="400812"/>
                </a:moveTo>
                <a:lnTo>
                  <a:pt x="271129" y="387953"/>
                </a:lnTo>
                <a:lnTo>
                  <a:pt x="259461" y="376809"/>
                </a:lnTo>
                <a:lnTo>
                  <a:pt x="242649" y="367379"/>
                </a:lnTo>
                <a:lnTo>
                  <a:pt x="220979" y="359664"/>
                </a:lnTo>
                <a:lnTo>
                  <a:pt x="220979" y="350520"/>
                </a:lnTo>
                <a:lnTo>
                  <a:pt x="241030" y="354520"/>
                </a:lnTo>
                <a:lnTo>
                  <a:pt x="257937" y="357378"/>
                </a:lnTo>
                <a:lnTo>
                  <a:pt x="271986" y="359092"/>
                </a:lnTo>
                <a:lnTo>
                  <a:pt x="283464" y="359664"/>
                </a:lnTo>
                <a:lnTo>
                  <a:pt x="326904" y="359664"/>
                </a:lnTo>
                <a:lnTo>
                  <a:pt x="324040" y="367474"/>
                </a:lnTo>
                <a:lnTo>
                  <a:pt x="289083" y="397097"/>
                </a:lnTo>
                <a:lnTo>
                  <a:pt x="277367" y="400812"/>
                </a:lnTo>
                <a:close/>
              </a:path>
              <a:path w="356870" h="401320">
                <a:moveTo>
                  <a:pt x="114300" y="391668"/>
                </a:moveTo>
                <a:lnTo>
                  <a:pt x="114300" y="355092"/>
                </a:lnTo>
                <a:lnTo>
                  <a:pt x="138137" y="355092"/>
                </a:lnTo>
                <a:lnTo>
                  <a:pt x="138684" y="377952"/>
                </a:lnTo>
                <a:lnTo>
                  <a:pt x="114300" y="39166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" name="object 35"/>
          <p:cNvSpPr/>
          <p:nvPr/>
        </p:nvSpPr>
        <p:spPr>
          <a:xfrm>
            <a:off x="4971288" y="4931664"/>
            <a:ext cx="1739264" cy="411480"/>
          </a:xfrm>
          <a:custGeom>
            <a:avLst/>
            <a:gdLst/>
            <a:ahLst/>
            <a:cxnLst/>
            <a:rect l="l" t="t" r="r" b="b"/>
            <a:pathLst>
              <a:path w="1739265" h="411479">
                <a:moveTo>
                  <a:pt x="144780" y="117348"/>
                </a:moveTo>
                <a:lnTo>
                  <a:pt x="117348" y="89916"/>
                </a:lnTo>
                <a:lnTo>
                  <a:pt x="99060" y="106680"/>
                </a:lnTo>
                <a:lnTo>
                  <a:pt x="89916" y="106680"/>
                </a:lnTo>
                <a:lnTo>
                  <a:pt x="89916" y="28956"/>
                </a:lnTo>
                <a:lnTo>
                  <a:pt x="105156" y="18288"/>
                </a:lnTo>
                <a:lnTo>
                  <a:pt x="68580" y="0"/>
                </a:lnTo>
                <a:lnTo>
                  <a:pt x="68834" y="30480"/>
                </a:lnTo>
                <a:lnTo>
                  <a:pt x="69240" y="51816"/>
                </a:lnTo>
                <a:lnTo>
                  <a:pt x="69862" y="82727"/>
                </a:lnTo>
                <a:lnTo>
                  <a:pt x="70104" y="106680"/>
                </a:lnTo>
                <a:lnTo>
                  <a:pt x="7620" y="106680"/>
                </a:lnTo>
                <a:lnTo>
                  <a:pt x="21336" y="121920"/>
                </a:lnTo>
                <a:lnTo>
                  <a:pt x="36576" y="117348"/>
                </a:lnTo>
                <a:lnTo>
                  <a:pt x="68580" y="117348"/>
                </a:lnTo>
                <a:lnTo>
                  <a:pt x="55816" y="173355"/>
                </a:lnTo>
                <a:lnTo>
                  <a:pt x="39624" y="222504"/>
                </a:lnTo>
                <a:lnTo>
                  <a:pt x="21602" y="266890"/>
                </a:lnTo>
                <a:lnTo>
                  <a:pt x="0" y="309372"/>
                </a:lnTo>
                <a:lnTo>
                  <a:pt x="3048" y="313944"/>
                </a:lnTo>
                <a:lnTo>
                  <a:pt x="23596" y="287083"/>
                </a:lnTo>
                <a:lnTo>
                  <a:pt x="41719" y="259080"/>
                </a:lnTo>
                <a:lnTo>
                  <a:pt x="57264" y="229933"/>
                </a:lnTo>
                <a:lnTo>
                  <a:pt x="70104" y="199644"/>
                </a:lnTo>
                <a:lnTo>
                  <a:pt x="69862" y="253390"/>
                </a:lnTo>
                <a:lnTo>
                  <a:pt x="68808" y="358241"/>
                </a:lnTo>
                <a:lnTo>
                  <a:pt x="68580" y="409956"/>
                </a:lnTo>
                <a:lnTo>
                  <a:pt x="92964" y="397764"/>
                </a:lnTo>
                <a:lnTo>
                  <a:pt x="90868" y="345948"/>
                </a:lnTo>
                <a:lnTo>
                  <a:pt x="90182" y="327456"/>
                </a:lnTo>
                <a:lnTo>
                  <a:pt x="89966" y="315468"/>
                </a:lnTo>
                <a:lnTo>
                  <a:pt x="89916" y="199644"/>
                </a:lnTo>
                <a:lnTo>
                  <a:pt x="89916" y="167640"/>
                </a:lnTo>
                <a:lnTo>
                  <a:pt x="115836" y="201295"/>
                </a:lnTo>
                <a:lnTo>
                  <a:pt x="126492" y="225552"/>
                </a:lnTo>
                <a:lnTo>
                  <a:pt x="131064" y="230124"/>
                </a:lnTo>
                <a:lnTo>
                  <a:pt x="135636" y="230124"/>
                </a:lnTo>
                <a:lnTo>
                  <a:pt x="140208" y="220980"/>
                </a:lnTo>
                <a:lnTo>
                  <a:pt x="143256" y="213360"/>
                </a:lnTo>
                <a:lnTo>
                  <a:pt x="144780" y="207264"/>
                </a:lnTo>
                <a:lnTo>
                  <a:pt x="144780" y="196596"/>
                </a:lnTo>
                <a:lnTo>
                  <a:pt x="141732" y="188976"/>
                </a:lnTo>
                <a:lnTo>
                  <a:pt x="134112" y="182880"/>
                </a:lnTo>
                <a:lnTo>
                  <a:pt x="127203" y="177152"/>
                </a:lnTo>
                <a:lnTo>
                  <a:pt x="117729" y="171259"/>
                </a:lnTo>
                <a:lnTo>
                  <a:pt x="110490" y="167640"/>
                </a:lnTo>
                <a:lnTo>
                  <a:pt x="105384" y="165100"/>
                </a:lnTo>
                <a:lnTo>
                  <a:pt x="89916" y="158496"/>
                </a:lnTo>
                <a:lnTo>
                  <a:pt x="89916" y="117348"/>
                </a:lnTo>
                <a:lnTo>
                  <a:pt x="144780" y="117348"/>
                </a:lnTo>
                <a:close/>
              </a:path>
              <a:path w="1739265" h="411479">
                <a:moveTo>
                  <a:pt x="252984" y="51816"/>
                </a:moveTo>
                <a:lnTo>
                  <a:pt x="243840" y="42672"/>
                </a:lnTo>
                <a:lnTo>
                  <a:pt x="230124" y="28956"/>
                </a:lnTo>
                <a:lnTo>
                  <a:pt x="217932" y="41148"/>
                </a:lnTo>
                <a:lnTo>
                  <a:pt x="217932" y="53340"/>
                </a:lnTo>
                <a:lnTo>
                  <a:pt x="217932" y="126492"/>
                </a:lnTo>
                <a:lnTo>
                  <a:pt x="217932" y="137160"/>
                </a:lnTo>
                <a:lnTo>
                  <a:pt x="217932" y="205740"/>
                </a:lnTo>
                <a:lnTo>
                  <a:pt x="170688" y="205740"/>
                </a:lnTo>
                <a:lnTo>
                  <a:pt x="170688" y="137160"/>
                </a:lnTo>
                <a:lnTo>
                  <a:pt x="217932" y="137160"/>
                </a:lnTo>
                <a:lnTo>
                  <a:pt x="217932" y="126492"/>
                </a:lnTo>
                <a:lnTo>
                  <a:pt x="170688" y="126492"/>
                </a:lnTo>
                <a:lnTo>
                  <a:pt x="170688" y="53340"/>
                </a:lnTo>
                <a:lnTo>
                  <a:pt x="217932" y="53340"/>
                </a:lnTo>
                <a:lnTo>
                  <a:pt x="217932" y="41148"/>
                </a:lnTo>
                <a:lnTo>
                  <a:pt x="216408" y="42672"/>
                </a:lnTo>
                <a:lnTo>
                  <a:pt x="170688" y="42672"/>
                </a:lnTo>
                <a:lnTo>
                  <a:pt x="147828" y="30480"/>
                </a:lnTo>
                <a:lnTo>
                  <a:pt x="148640" y="56769"/>
                </a:lnTo>
                <a:lnTo>
                  <a:pt x="148742" y="60960"/>
                </a:lnTo>
                <a:lnTo>
                  <a:pt x="149136" y="82727"/>
                </a:lnTo>
                <a:lnTo>
                  <a:pt x="149326" y="107518"/>
                </a:lnTo>
                <a:lnTo>
                  <a:pt x="149263" y="303276"/>
                </a:lnTo>
                <a:lnTo>
                  <a:pt x="149059" y="310832"/>
                </a:lnTo>
                <a:lnTo>
                  <a:pt x="148209" y="319849"/>
                </a:lnTo>
                <a:lnTo>
                  <a:pt x="146773" y="327456"/>
                </a:lnTo>
                <a:lnTo>
                  <a:pt x="144780" y="333756"/>
                </a:lnTo>
                <a:lnTo>
                  <a:pt x="161544" y="356616"/>
                </a:lnTo>
                <a:lnTo>
                  <a:pt x="188785" y="323659"/>
                </a:lnTo>
                <a:lnTo>
                  <a:pt x="224028" y="289560"/>
                </a:lnTo>
                <a:lnTo>
                  <a:pt x="227190" y="296405"/>
                </a:lnTo>
                <a:lnTo>
                  <a:pt x="229933" y="303085"/>
                </a:lnTo>
                <a:lnTo>
                  <a:pt x="234696" y="315468"/>
                </a:lnTo>
                <a:lnTo>
                  <a:pt x="236220" y="320040"/>
                </a:lnTo>
                <a:lnTo>
                  <a:pt x="237744" y="323088"/>
                </a:lnTo>
                <a:lnTo>
                  <a:pt x="240792" y="323088"/>
                </a:lnTo>
                <a:lnTo>
                  <a:pt x="243840" y="320040"/>
                </a:lnTo>
                <a:lnTo>
                  <a:pt x="249936" y="307848"/>
                </a:lnTo>
                <a:lnTo>
                  <a:pt x="252984" y="303276"/>
                </a:lnTo>
                <a:lnTo>
                  <a:pt x="252869" y="296405"/>
                </a:lnTo>
                <a:lnTo>
                  <a:pt x="252145" y="291452"/>
                </a:lnTo>
                <a:lnTo>
                  <a:pt x="251371" y="289560"/>
                </a:lnTo>
                <a:lnTo>
                  <a:pt x="249745" y="285559"/>
                </a:lnTo>
                <a:lnTo>
                  <a:pt x="210781" y="248589"/>
                </a:lnTo>
                <a:lnTo>
                  <a:pt x="195072" y="237744"/>
                </a:lnTo>
                <a:lnTo>
                  <a:pt x="193548" y="242316"/>
                </a:lnTo>
                <a:lnTo>
                  <a:pt x="203835" y="255828"/>
                </a:lnTo>
                <a:lnTo>
                  <a:pt x="211836" y="266890"/>
                </a:lnTo>
                <a:lnTo>
                  <a:pt x="217551" y="275971"/>
                </a:lnTo>
                <a:lnTo>
                  <a:pt x="220980" y="283464"/>
                </a:lnTo>
                <a:lnTo>
                  <a:pt x="170688" y="315468"/>
                </a:lnTo>
                <a:lnTo>
                  <a:pt x="170688" y="216408"/>
                </a:lnTo>
                <a:lnTo>
                  <a:pt x="217932" y="216408"/>
                </a:lnTo>
                <a:lnTo>
                  <a:pt x="217932" y="228600"/>
                </a:lnTo>
                <a:lnTo>
                  <a:pt x="237744" y="216408"/>
                </a:lnTo>
                <a:lnTo>
                  <a:pt x="237642" y="205740"/>
                </a:lnTo>
                <a:lnTo>
                  <a:pt x="237439" y="185318"/>
                </a:lnTo>
                <a:lnTo>
                  <a:pt x="236766" y="137160"/>
                </a:lnTo>
                <a:lnTo>
                  <a:pt x="236626" y="126492"/>
                </a:lnTo>
                <a:lnTo>
                  <a:pt x="236524" y="117348"/>
                </a:lnTo>
                <a:lnTo>
                  <a:pt x="236435" y="107518"/>
                </a:lnTo>
                <a:lnTo>
                  <a:pt x="236220" y="60960"/>
                </a:lnTo>
                <a:lnTo>
                  <a:pt x="250190" y="53340"/>
                </a:lnTo>
                <a:lnTo>
                  <a:pt x="252984" y="51816"/>
                </a:lnTo>
                <a:close/>
              </a:path>
              <a:path w="1739265" h="411479">
                <a:moveTo>
                  <a:pt x="409956" y="371856"/>
                </a:moveTo>
                <a:lnTo>
                  <a:pt x="394335" y="332232"/>
                </a:lnTo>
                <a:lnTo>
                  <a:pt x="393192" y="309372"/>
                </a:lnTo>
                <a:lnTo>
                  <a:pt x="384048" y="309372"/>
                </a:lnTo>
                <a:lnTo>
                  <a:pt x="384048" y="355092"/>
                </a:lnTo>
                <a:lnTo>
                  <a:pt x="382282" y="363982"/>
                </a:lnTo>
                <a:lnTo>
                  <a:pt x="379095" y="370141"/>
                </a:lnTo>
                <a:lnTo>
                  <a:pt x="374180" y="373748"/>
                </a:lnTo>
                <a:lnTo>
                  <a:pt x="367284" y="374904"/>
                </a:lnTo>
                <a:lnTo>
                  <a:pt x="345948" y="374904"/>
                </a:lnTo>
                <a:lnTo>
                  <a:pt x="342900" y="370332"/>
                </a:lnTo>
                <a:lnTo>
                  <a:pt x="342900" y="249936"/>
                </a:lnTo>
                <a:lnTo>
                  <a:pt x="353568" y="239268"/>
                </a:lnTo>
                <a:lnTo>
                  <a:pt x="355092" y="237744"/>
                </a:lnTo>
                <a:lnTo>
                  <a:pt x="327660" y="222504"/>
                </a:lnTo>
                <a:lnTo>
                  <a:pt x="332232" y="199644"/>
                </a:lnTo>
                <a:lnTo>
                  <a:pt x="406908" y="199644"/>
                </a:lnTo>
                <a:lnTo>
                  <a:pt x="396240" y="188976"/>
                </a:lnTo>
                <a:lnTo>
                  <a:pt x="377952" y="170688"/>
                </a:lnTo>
                <a:lnTo>
                  <a:pt x="358140" y="188976"/>
                </a:lnTo>
                <a:lnTo>
                  <a:pt x="333756" y="188976"/>
                </a:lnTo>
                <a:lnTo>
                  <a:pt x="336042" y="166077"/>
                </a:lnTo>
                <a:lnTo>
                  <a:pt x="338328" y="136017"/>
                </a:lnTo>
                <a:lnTo>
                  <a:pt x="340614" y="98539"/>
                </a:lnTo>
                <a:lnTo>
                  <a:pt x="342900" y="53340"/>
                </a:lnTo>
                <a:lnTo>
                  <a:pt x="403860" y="53340"/>
                </a:lnTo>
                <a:lnTo>
                  <a:pt x="374904" y="25908"/>
                </a:lnTo>
                <a:lnTo>
                  <a:pt x="358140" y="42672"/>
                </a:lnTo>
                <a:lnTo>
                  <a:pt x="260604" y="42672"/>
                </a:lnTo>
                <a:lnTo>
                  <a:pt x="274320" y="56388"/>
                </a:lnTo>
                <a:lnTo>
                  <a:pt x="291084" y="53340"/>
                </a:lnTo>
                <a:lnTo>
                  <a:pt x="320040" y="53340"/>
                </a:lnTo>
                <a:lnTo>
                  <a:pt x="317957" y="98539"/>
                </a:lnTo>
                <a:lnTo>
                  <a:pt x="316039" y="136017"/>
                </a:lnTo>
                <a:lnTo>
                  <a:pt x="313817" y="166077"/>
                </a:lnTo>
                <a:lnTo>
                  <a:pt x="310896" y="188976"/>
                </a:lnTo>
                <a:lnTo>
                  <a:pt x="274320" y="188976"/>
                </a:lnTo>
                <a:lnTo>
                  <a:pt x="280365" y="164071"/>
                </a:lnTo>
                <a:lnTo>
                  <a:pt x="284480" y="146215"/>
                </a:lnTo>
                <a:lnTo>
                  <a:pt x="288455" y="128549"/>
                </a:lnTo>
                <a:lnTo>
                  <a:pt x="291084" y="117348"/>
                </a:lnTo>
                <a:lnTo>
                  <a:pt x="292608" y="106680"/>
                </a:lnTo>
                <a:lnTo>
                  <a:pt x="297180" y="100584"/>
                </a:lnTo>
                <a:lnTo>
                  <a:pt x="303276" y="99060"/>
                </a:lnTo>
                <a:lnTo>
                  <a:pt x="275844" y="83820"/>
                </a:lnTo>
                <a:lnTo>
                  <a:pt x="272199" y="107518"/>
                </a:lnTo>
                <a:lnTo>
                  <a:pt x="268414" y="128206"/>
                </a:lnTo>
                <a:lnTo>
                  <a:pt x="264909" y="145757"/>
                </a:lnTo>
                <a:lnTo>
                  <a:pt x="262128" y="160020"/>
                </a:lnTo>
                <a:lnTo>
                  <a:pt x="258648" y="170548"/>
                </a:lnTo>
                <a:lnTo>
                  <a:pt x="254889" y="179070"/>
                </a:lnTo>
                <a:lnTo>
                  <a:pt x="250545" y="185318"/>
                </a:lnTo>
                <a:lnTo>
                  <a:pt x="245364" y="188976"/>
                </a:lnTo>
                <a:lnTo>
                  <a:pt x="263652" y="210312"/>
                </a:lnTo>
                <a:lnTo>
                  <a:pt x="275844" y="199644"/>
                </a:lnTo>
                <a:lnTo>
                  <a:pt x="309372" y="199644"/>
                </a:lnTo>
                <a:lnTo>
                  <a:pt x="294157" y="253390"/>
                </a:lnTo>
                <a:lnTo>
                  <a:pt x="272224" y="301142"/>
                </a:lnTo>
                <a:lnTo>
                  <a:pt x="243420" y="342734"/>
                </a:lnTo>
                <a:lnTo>
                  <a:pt x="207581" y="378040"/>
                </a:lnTo>
                <a:lnTo>
                  <a:pt x="164592" y="406908"/>
                </a:lnTo>
                <a:lnTo>
                  <a:pt x="167640" y="411480"/>
                </a:lnTo>
                <a:lnTo>
                  <a:pt x="211150" y="388454"/>
                </a:lnTo>
                <a:lnTo>
                  <a:pt x="248373" y="359651"/>
                </a:lnTo>
                <a:lnTo>
                  <a:pt x="279222" y="325132"/>
                </a:lnTo>
                <a:lnTo>
                  <a:pt x="303644" y="284988"/>
                </a:lnTo>
                <a:lnTo>
                  <a:pt x="321564" y="239268"/>
                </a:lnTo>
                <a:lnTo>
                  <a:pt x="321564" y="365760"/>
                </a:lnTo>
                <a:lnTo>
                  <a:pt x="323011" y="378650"/>
                </a:lnTo>
                <a:lnTo>
                  <a:pt x="327469" y="387667"/>
                </a:lnTo>
                <a:lnTo>
                  <a:pt x="335064" y="392988"/>
                </a:lnTo>
                <a:lnTo>
                  <a:pt x="345948" y="394716"/>
                </a:lnTo>
                <a:lnTo>
                  <a:pt x="382524" y="394716"/>
                </a:lnTo>
                <a:lnTo>
                  <a:pt x="390144" y="393192"/>
                </a:lnTo>
                <a:lnTo>
                  <a:pt x="396240" y="388620"/>
                </a:lnTo>
                <a:lnTo>
                  <a:pt x="402336" y="385572"/>
                </a:lnTo>
                <a:lnTo>
                  <a:pt x="406908" y="379476"/>
                </a:lnTo>
                <a:lnTo>
                  <a:pt x="408736" y="374904"/>
                </a:lnTo>
                <a:lnTo>
                  <a:pt x="409956" y="371856"/>
                </a:lnTo>
                <a:close/>
              </a:path>
              <a:path w="1739265" h="411479">
                <a:moveTo>
                  <a:pt x="520153" y="298780"/>
                </a:moveTo>
                <a:lnTo>
                  <a:pt x="519684" y="278892"/>
                </a:lnTo>
                <a:lnTo>
                  <a:pt x="513588" y="277368"/>
                </a:lnTo>
                <a:lnTo>
                  <a:pt x="507555" y="296418"/>
                </a:lnTo>
                <a:lnTo>
                  <a:pt x="500634" y="312610"/>
                </a:lnTo>
                <a:lnTo>
                  <a:pt x="492582" y="325589"/>
                </a:lnTo>
                <a:lnTo>
                  <a:pt x="483108" y="335280"/>
                </a:lnTo>
                <a:lnTo>
                  <a:pt x="473964" y="342900"/>
                </a:lnTo>
                <a:lnTo>
                  <a:pt x="467868" y="348996"/>
                </a:lnTo>
                <a:lnTo>
                  <a:pt x="467868" y="356616"/>
                </a:lnTo>
                <a:lnTo>
                  <a:pt x="469392" y="359664"/>
                </a:lnTo>
                <a:lnTo>
                  <a:pt x="473964" y="362712"/>
                </a:lnTo>
                <a:lnTo>
                  <a:pt x="477012" y="364236"/>
                </a:lnTo>
                <a:lnTo>
                  <a:pt x="483108" y="365760"/>
                </a:lnTo>
                <a:lnTo>
                  <a:pt x="492252" y="362712"/>
                </a:lnTo>
                <a:lnTo>
                  <a:pt x="498792" y="360718"/>
                </a:lnTo>
                <a:lnTo>
                  <a:pt x="519493" y="320802"/>
                </a:lnTo>
                <a:lnTo>
                  <a:pt x="520052" y="306324"/>
                </a:lnTo>
                <a:lnTo>
                  <a:pt x="520153" y="298780"/>
                </a:lnTo>
                <a:close/>
              </a:path>
              <a:path w="1739265" h="411479">
                <a:moveTo>
                  <a:pt x="666000" y="287274"/>
                </a:moveTo>
                <a:lnTo>
                  <a:pt x="635317" y="250698"/>
                </a:lnTo>
                <a:lnTo>
                  <a:pt x="611124" y="234696"/>
                </a:lnTo>
                <a:lnTo>
                  <a:pt x="605028" y="237744"/>
                </a:lnTo>
                <a:lnTo>
                  <a:pt x="615569" y="252349"/>
                </a:lnTo>
                <a:lnTo>
                  <a:pt x="624268" y="266509"/>
                </a:lnTo>
                <a:lnTo>
                  <a:pt x="630948" y="280403"/>
                </a:lnTo>
                <a:lnTo>
                  <a:pt x="635508" y="294132"/>
                </a:lnTo>
                <a:lnTo>
                  <a:pt x="638556" y="307848"/>
                </a:lnTo>
                <a:lnTo>
                  <a:pt x="643128" y="313944"/>
                </a:lnTo>
                <a:lnTo>
                  <a:pt x="649224" y="313944"/>
                </a:lnTo>
                <a:lnTo>
                  <a:pt x="652272" y="312420"/>
                </a:lnTo>
                <a:lnTo>
                  <a:pt x="661416" y="306324"/>
                </a:lnTo>
                <a:lnTo>
                  <a:pt x="662940" y="301752"/>
                </a:lnTo>
                <a:lnTo>
                  <a:pt x="665988" y="294132"/>
                </a:lnTo>
                <a:lnTo>
                  <a:pt x="666000" y="287274"/>
                </a:lnTo>
                <a:close/>
              </a:path>
              <a:path w="1739265" h="411479">
                <a:moveTo>
                  <a:pt x="672084" y="138684"/>
                </a:moveTo>
                <a:lnTo>
                  <a:pt x="644652" y="103441"/>
                </a:lnTo>
                <a:lnTo>
                  <a:pt x="624840" y="89916"/>
                </a:lnTo>
                <a:lnTo>
                  <a:pt x="618744" y="92964"/>
                </a:lnTo>
                <a:lnTo>
                  <a:pt x="627024" y="106400"/>
                </a:lnTo>
                <a:lnTo>
                  <a:pt x="633603" y="119253"/>
                </a:lnTo>
                <a:lnTo>
                  <a:pt x="638454" y="131546"/>
                </a:lnTo>
                <a:lnTo>
                  <a:pt x="641604" y="143256"/>
                </a:lnTo>
                <a:lnTo>
                  <a:pt x="644652" y="156972"/>
                </a:lnTo>
                <a:lnTo>
                  <a:pt x="647700" y="163068"/>
                </a:lnTo>
                <a:lnTo>
                  <a:pt x="655320" y="163068"/>
                </a:lnTo>
                <a:lnTo>
                  <a:pt x="656844" y="161544"/>
                </a:lnTo>
                <a:lnTo>
                  <a:pt x="661416" y="160020"/>
                </a:lnTo>
                <a:lnTo>
                  <a:pt x="667512" y="153924"/>
                </a:lnTo>
                <a:lnTo>
                  <a:pt x="670560" y="144780"/>
                </a:lnTo>
                <a:lnTo>
                  <a:pt x="672084" y="141732"/>
                </a:lnTo>
                <a:lnTo>
                  <a:pt x="672084" y="138684"/>
                </a:lnTo>
                <a:close/>
              </a:path>
              <a:path w="1739265" h="411479">
                <a:moveTo>
                  <a:pt x="760476" y="190500"/>
                </a:moveTo>
                <a:lnTo>
                  <a:pt x="758786" y="188976"/>
                </a:lnTo>
                <a:lnTo>
                  <a:pt x="728472" y="161544"/>
                </a:lnTo>
                <a:lnTo>
                  <a:pt x="713232" y="178308"/>
                </a:lnTo>
                <a:lnTo>
                  <a:pt x="530352" y="178308"/>
                </a:lnTo>
                <a:lnTo>
                  <a:pt x="545592" y="195072"/>
                </a:lnTo>
                <a:lnTo>
                  <a:pt x="555891" y="192201"/>
                </a:lnTo>
                <a:lnTo>
                  <a:pt x="566356" y="190309"/>
                </a:lnTo>
                <a:lnTo>
                  <a:pt x="577088" y="189293"/>
                </a:lnTo>
                <a:lnTo>
                  <a:pt x="588264" y="188976"/>
                </a:lnTo>
                <a:lnTo>
                  <a:pt x="713232" y="188976"/>
                </a:lnTo>
                <a:lnTo>
                  <a:pt x="700087" y="210693"/>
                </a:lnTo>
                <a:lnTo>
                  <a:pt x="688086" y="230124"/>
                </a:lnTo>
                <a:lnTo>
                  <a:pt x="677227" y="247269"/>
                </a:lnTo>
                <a:lnTo>
                  <a:pt x="667512" y="262128"/>
                </a:lnTo>
                <a:lnTo>
                  <a:pt x="696468" y="266700"/>
                </a:lnTo>
                <a:lnTo>
                  <a:pt x="716851" y="231457"/>
                </a:lnTo>
                <a:lnTo>
                  <a:pt x="744283" y="196215"/>
                </a:lnTo>
                <a:lnTo>
                  <a:pt x="751878" y="192506"/>
                </a:lnTo>
                <a:lnTo>
                  <a:pt x="760476" y="190500"/>
                </a:lnTo>
                <a:close/>
              </a:path>
              <a:path w="1739265" h="411479">
                <a:moveTo>
                  <a:pt x="768096" y="365760"/>
                </a:moveTo>
                <a:lnTo>
                  <a:pt x="743331" y="328231"/>
                </a:lnTo>
                <a:lnTo>
                  <a:pt x="740664" y="303276"/>
                </a:lnTo>
                <a:lnTo>
                  <a:pt x="731520" y="303276"/>
                </a:lnTo>
                <a:lnTo>
                  <a:pt x="729996" y="352044"/>
                </a:lnTo>
                <a:lnTo>
                  <a:pt x="708660" y="374904"/>
                </a:lnTo>
                <a:lnTo>
                  <a:pt x="609600" y="374904"/>
                </a:lnTo>
                <a:lnTo>
                  <a:pt x="597001" y="372935"/>
                </a:lnTo>
                <a:lnTo>
                  <a:pt x="588835" y="367093"/>
                </a:lnTo>
                <a:lnTo>
                  <a:pt x="584949" y="357555"/>
                </a:lnTo>
                <a:lnTo>
                  <a:pt x="585114" y="348996"/>
                </a:lnTo>
                <a:lnTo>
                  <a:pt x="585216" y="288036"/>
                </a:lnTo>
                <a:lnTo>
                  <a:pt x="601980" y="272796"/>
                </a:lnTo>
                <a:lnTo>
                  <a:pt x="557784" y="252984"/>
                </a:lnTo>
                <a:lnTo>
                  <a:pt x="558888" y="272796"/>
                </a:lnTo>
                <a:lnTo>
                  <a:pt x="559879" y="296494"/>
                </a:lnTo>
                <a:lnTo>
                  <a:pt x="560501" y="320802"/>
                </a:lnTo>
                <a:lnTo>
                  <a:pt x="560628" y="330161"/>
                </a:lnTo>
                <a:lnTo>
                  <a:pt x="560832" y="353568"/>
                </a:lnTo>
                <a:lnTo>
                  <a:pt x="561352" y="373316"/>
                </a:lnTo>
                <a:lnTo>
                  <a:pt x="567309" y="386905"/>
                </a:lnTo>
                <a:lnTo>
                  <a:pt x="578396" y="394512"/>
                </a:lnTo>
                <a:lnTo>
                  <a:pt x="594360" y="396240"/>
                </a:lnTo>
                <a:lnTo>
                  <a:pt x="722376" y="396240"/>
                </a:lnTo>
                <a:lnTo>
                  <a:pt x="737235" y="394271"/>
                </a:lnTo>
                <a:lnTo>
                  <a:pt x="749808" y="388429"/>
                </a:lnTo>
                <a:lnTo>
                  <a:pt x="760095" y="378891"/>
                </a:lnTo>
                <a:lnTo>
                  <a:pt x="762508" y="374904"/>
                </a:lnTo>
                <a:lnTo>
                  <a:pt x="768096" y="365760"/>
                </a:lnTo>
                <a:close/>
              </a:path>
              <a:path w="1739265" h="411479">
                <a:moveTo>
                  <a:pt x="829056" y="338328"/>
                </a:moveTo>
                <a:lnTo>
                  <a:pt x="807313" y="304990"/>
                </a:lnTo>
                <a:lnTo>
                  <a:pt x="768096" y="275844"/>
                </a:lnTo>
                <a:lnTo>
                  <a:pt x="763524" y="281940"/>
                </a:lnTo>
                <a:lnTo>
                  <a:pt x="776071" y="298780"/>
                </a:lnTo>
                <a:lnTo>
                  <a:pt x="786193" y="314896"/>
                </a:lnTo>
                <a:lnTo>
                  <a:pt x="793737" y="330161"/>
                </a:lnTo>
                <a:lnTo>
                  <a:pt x="798576" y="344424"/>
                </a:lnTo>
                <a:lnTo>
                  <a:pt x="801624" y="356616"/>
                </a:lnTo>
                <a:lnTo>
                  <a:pt x="806196" y="362712"/>
                </a:lnTo>
                <a:lnTo>
                  <a:pt x="812292" y="362712"/>
                </a:lnTo>
                <a:lnTo>
                  <a:pt x="816864" y="361188"/>
                </a:lnTo>
                <a:lnTo>
                  <a:pt x="826008" y="352044"/>
                </a:lnTo>
                <a:lnTo>
                  <a:pt x="827532" y="345948"/>
                </a:lnTo>
                <a:lnTo>
                  <a:pt x="829056" y="338328"/>
                </a:lnTo>
                <a:close/>
              </a:path>
              <a:path w="1739265" h="411479">
                <a:moveTo>
                  <a:pt x="853440" y="138684"/>
                </a:moveTo>
                <a:lnTo>
                  <a:pt x="800290" y="128828"/>
                </a:lnTo>
                <a:lnTo>
                  <a:pt x="760018" y="114211"/>
                </a:lnTo>
                <a:lnTo>
                  <a:pt x="721779" y="93637"/>
                </a:lnTo>
                <a:lnTo>
                  <a:pt x="688098" y="67652"/>
                </a:lnTo>
                <a:lnTo>
                  <a:pt x="659587" y="41148"/>
                </a:lnTo>
                <a:lnTo>
                  <a:pt x="655320" y="36576"/>
                </a:lnTo>
                <a:lnTo>
                  <a:pt x="672084" y="25908"/>
                </a:lnTo>
                <a:lnTo>
                  <a:pt x="635508" y="1524"/>
                </a:lnTo>
                <a:lnTo>
                  <a:pt x="610552" y="42672"/>
                </a:lnTo>
                <a:lnTo>
                  <a:pt x="568452" y="92964"/>
                </a:lnTo>
                <a:lnTo>
                  <a:pt x="512254" y="143637"/>
                </a:lnTo>
                <a:lnTo>
                  <a:pt x="479501" y="166268"/>
                </a:lnTo>
                <a:lnTo>
                  <a:pt x="443484" y="187452"/>
                </a:lnTo>
                <a:lnTo>
                  <a:pt x="446532" y="192024"/>
                </a:lnTo>
                <a:lnTo>
                  <a:pt x="490423" y="172821"/>
                </a:lnTo>
                <a:lnTo>
                  <a:pt x="532574" y="148132"/>
                </a:lnTo>
                <a:lnTo>
                  <a:pt x="573036" y="117957"/>
                </a:lnTo>
                <a:lnTo>
                  <a:pt x="611898" y="82296"/>
                </a:lnTo>
                <a:lnTo>
                  <a:pt x="649224" y="41148"/>
                </a:lnTo>
                <a:lnTo>
                  <a:pt x="682053" y="80924"/>
                </a:lnTo>
                <a:lnTo>
                  <a:pt x="721042" y="115824"/>
                </a:lnTo>
                <a:lnTo>
                  <a:pt x="766013" y="146164"/>
                </a:lnTo>
                <a:lnTo>
                  <a:pt x="816864" y="172212"/>
                </a:lnTo>
                <a:lnTo>
                  <a:pt x="820864" y="163029"/>
                </a:lnTo>
                <a:lnTo>
                  <a:pt x="828294" y="155829"/>
                </a:lnTo>
                <a:lnTo>
                  <a:pt x="839152" y="150355"/>
                </a:lnTo>
                <a:lnTo>
                  <a:pt x="853440" y="146304"/>
                </a:lnTo>
                <a:lnTo>
                  <a:pt x="853440" y="138684"/>
                </a:lnTo>
                <a:close/>
              </a:path>
              <a:path w="1739265" h="411479">
                <a:moveTo>
                  <a:pt x="954011" y="163068"/>
                </a:moveTo>
                <a:lnTo>
                  <a:pt x="920775" y="125183"/>
                </a:lnTo>
                <a:lnTo>
                  <a:pt x="897623" y="114300"/>
                </a:lnTo>
                <a:lnTo>
                  <a:pt x="894575" y="118872"/>
                </a:lnTo>
                <a:lnTo>
                  <a:pt x="906272" y="133184"/>
                </a:lnTo>
                <a:lnTo>
                  <a:pt x="916101" y="146494"/>
                </a:lnTo>
                <a:lnTo>
                  <a:pt x="923937" y="158953"/>
                </a:lnTo>
                <a:lnTo>
                  <a:pt x="929627" y="170688"/>
                </a:lnTo>
                <a:lnTo>
                  <a:pt x="931151" y="179832"/>
                </a:lnTo>
                <a:lnTo>
                  <a:pt x="934199" y="184404"/>
                </a:lnTo>
                <a:lnTo>
                  <a:pt x="941819" y="184404"/>
                </a:lnTo>
                <a:lnTo>
                  <a:pt x="949439" y="176784"/>
                </a:lnTo>
                <a:lnTo>
                  <a:pt x="952487" y="170688"/>
                </a:lnTo>
                <a:lnTo>
                  <a:pt x="954011" y="163068"/>
                </a:lnTo>
                <a:close/>
              </a:path>
              <a:path w="1739265" h="411479">
                <a:moveTo>
                  <a:pt x="995159" y="54864"/>
                </a:moveTo>
                <a:lnTo>
                  <a:pt x="958659" y="24269"/>
                </a:lnTo>
                <a:lnTo>
                  <a:pt x="937247" y="13716"/>
                </a:lnTo>
                <a:lnTo>
                  <a:pt x="934199" y="18288"/>
                </a:lnTo>
                <a:lnTo>
                  <a:pt x="945896" y="32842"/>
                </a:lnTo>
                <a:lnTo>
                  <a:pt x="955725" y="46672"/>
                </a:lnTo>
                <a:lnTo>
                  <a:pt x="963561" y="59651"/>
                </a:lnTo>
                <a:lnTo>
                  <a:pt x="969251" y="71628"/>
                </a:lnTo>
                <a:lnTo>
                  <a:pt x="972299" y="80772"/>
                </a:lnTo>
                <a:lnTo>
                  <a:pt x="975347" y="86868"/>
                </a:lnTo>
                <a:lnTo>
                  <a:pt x="979919" y="86868"/>
                </a:lnTo>
                <a:lnTo>
                  <a:pt x="982967" y="83820"/>
                </a:lnTo>
                <a:lnTo>
                  <a:pt x="992111" y="68580"/>
                </a:lnTo>
                <a:lnTo>
                  <a:pt x="995159" y="62484"/>
                </a:lnTo>
                <a:lnTo>
                  <a:pt x="995159" y="54864"/>
                </a:lnTo>
                <a:close/>
              </a:path>
              <a:path w="1739265" h="411479">
                <a:moveTo>
                  <a:pt x="1024115" y="86868"/>
                </a:moveTo>
                <a:lnTo>
                  <a:pt x="1018019" y="85344"/>
                </a:lnTo>
                <a:lnTo>
                  <a:pt x="992327" y="155359"/>
                </a:lnTo>
                <a:lnTo>
                  <a:pt x="972489" y="207645"/>
                </a:lnTo>
                <a:lnTo>
                  <a:pt x="950963" y="259080"/>
                </a:lnTo>
                <a:lnTo>
                  <a:pt x="934199" y="275844"/>
                </a:lnTo>
                <a:lnTo>
                  <a:pt x="929322" y="275590"/>
                </a:lnTo>
                <a:lnTo>
                  <a:pt x="896099" y="272796"/>
                </a:lnTo>
                <a:lnTo>
                  <a:pt x="896099" y="278892"/>
                </a:lnTo>
                <a:lnTo>
                  <a:pt x="907770" y="282562"/>
                </a:lnTo>
                <a:lnTo>
                  <a:pt x="917435" y="286512"/>
                </a:lnTo>
                <a:lnTo>
                  <a:pt x="924826" y="290474"/>
                </a:lnTo>
                <a:lnTo>
                  <a:pt x="929627" y="294132"/>
                </a:lnTo>
                <a:lnTo>
                  <a:pt x="935723" y="298704"/>
                </a:lnTo>
                <a:lnTo>
                  <a:pt x="937247" y="304800"/>
                </a:lnTo>
                <a:lnTo>
                  <a:pt x="937183" y="313944"/>
                </a:lnTo>
                <a:lnTo>
                  <a:pt x="936967" y="318427"/>
                </a:lnTo>
                <a:lnTo>
                  <a:pt x="936104" y="324993"/>
                </a:lnTo>
                <a:lnTo>
                  <a:pt x="934681" y="332143"/>
                </a:lnTo>
                <a:lnTo>
                  <a:pt x="932675" y="339852"/>
                </a:lnTo>
                <a:lnTo>
                  <a:pt x="929627" y="348996"/>
                </a:lnTo>
                <a:lnTo>
                  <a:pt x="929627" y="361188"/>
                </a:lnTo>
                <a:lnTo>
                  <a:pt x="946391" y="388620"/>
                </a:lnTo>
                <a:lnTo>
                  <a:pt x="960107" y="388620"/>
                </a:lnTo>
                <a:lnTo>
                  <a:pt x="961631" y="387096"/>
                </a:lnTo>
                <a:lnTo>
                  <a:pt x="961745" y="370141"/>
                </a:lnTo>
                <a:lnTo>
                  <a:pt x="961821" y="364998"/>
                </a:lnTo>
                <a:lnTo>
                  <a:pt x="962279" y="352958"/>
                </a:lnTo>
                <a:lnTo>
                  <a:pt x="963155" y="338328"/>
                </a:lnTo>
                <a:lnTo>
                  <a:pt x="963396" y="324993"/>
                </a:lnTo>
                <a:lnTo>
                  <a:pt x="967727" y="283464"/>
                </a:lnTo>
                <a:lnTo>
                  <a:pt x="969454" y="275844"/>
                </a:lnTo>
                <a:lnTo>
                  <a:pt x="972261" y="263461"/>
                </a:lnTo>
                <a:lnTo>
                  <a:pt x="983348" y="224028"/>
                </a:lnTo>
                <a:lnTo>
                  <a:pt x="1000734" y="165163"/>
                </a:lnTo>
                <a:lnTo>
                  <a:pt x="1024115" y="86868"/>
                </a:lnTo>
                <a:close/>
              </a:path>
              <a:path w="1739265" h="411479">
                <a:moveTo>
                  <a:pt x="1104887" y="227076"/>
                </a:moveTo>
                <a:lnTo>
                  <a:pt x="1069835" y="202692"/>
                </a:lnTo>
                <a:lnTo>
                  <a:pt x="1060119" y="231267"/>
                </a:lnTo>
                <a:lnTo>
                  <a:pt x="1046975" y="259842"/>
                </a:lnTo>
                <a:lnTo>
                  <a:pt x="1030401" y="288417"/>
                </a:lnTo>
                <a:lnTo>
                  <a:pt x="1010399" y="316992"/>
                </a:lnTo>
                <a:lnTo>
                  <a:pt x="1016495" y="321564"/>
                </a:lnTo>
                <a:lnTo>
                  <a:pt x="1033665" y="304139"/>
                </a:lnTo>
                <a:lnTo>
                  <a:pt x="1050975" y="283845"/>
                </a:lnTo>
                <a:lnTo>
                  <a:pt x="1068578" y="260705"/>
                </a:lnTo>
                <a:lnTo>
                  <a:pt x="1086599" y="234696"/>
                </a:lnTo>
                <a:lnTo>
                  <a:pt x="1104887" y="227076"/>
                </a:lnTo>
                <a:close/>
              </a:path>
              <a:path w="1739265" h="411479">
                <a:moveTo>
                  <a:pt x="1178039" y="195072"/>
                </a:moveTo>
                <a:lnTo>
                  <a:pt x="1139939" y="176784"/>
                </a:lnTo>
                <a:lnTo>
                  <a:pt x="1140180" y="187642"/>
                </a:lnTo>
                <a:lnTo>
                  <a:pt x="1140701" y="201930"/>
                </a:lnTo>
                <a:lnTo>
                  <a:pt x="1141234" y="219646"/>
                </a:lnTo>
                <a:lnTo>
                  <a:pt x="1141399" y="234696"/>
                </a:lnTo>
                <a:lnTo>
                  <a:pt x="1141272" y="259080"/>
                </a:lnTo>
                <a:lnTo>
                  <a:pt x="1141171" y="265747"/>
                </a:lnTo>
                <a:lnTo>
                  <a:pt x="1140701" y="283464"/>
                </a:lnTo>
                <a:lnTo>
                  <a:pt x="1140218" y="298704"/>
                </a:lnTo>
                <a:lnTo>
                  <a:pt x="1139939" y="313944"/>
                </a:lnTo>
                <a:lnTo>
                  <a:pt x="1165847" y="298704"/>
                </a:lnTo>
                <a:lnTo>
                  <a:pt x="1165021" y="286512"/>
                </a:lnTo>
                <a:lnTo>
                  <a:pt x="1164932" y="283845"/>
                </a:lnTo>
                <a:lnTo>
                  <a:pt x="1164513" y="265747"/>
                </a:lnTo>
                <a:lnTo>
                  <a:pt x="1164437" y="251460"/>
                </a:lnTo>
                <a:lnTo>
                  <a:pt x="1164323" y="204216"/>
                </a:lnTo>
                <a:lnTo>
                  <a:pt x="1178039" y="195072"/>
                </a:lnTo>
                <a:close/>
              </a:path>
              <a:path w="1739265" h="411479">
                <a:moveTo>
                  <a:pt x="1271003" y="251460"/>
                </a:moveTo>
                <a:lnTo>
                  <a:pt x="1243571" y="222504"/>
                </a:lnTo>
                <a:lnTo>
                  <a:pt x="1226121" y="250507"/>
                </a:lnTo>
                <a:lnTo>
                  <a:pt x="1205661" y="277368"/>
                </a:lnTo>
                <a:lnTo>
                  <a:pt x="1155179" y="327660"/>
                </a:lnTo>
                <a:lnTo>
                  <a:pt x="1123492" y="350266"/>
                </a:lnTo>
                <a:lnTo>
                  <a:pt x="1085646" y="370141"/>
                </a:lnTo>
                <a:lnTo>
                  <a:pt x="1041819" y="387464"/>
                </a:lnTo>
                <a:lnTo>
                  <a:pt x="992111" y="402336"/>
                </a:lnTo>
                <a:lnTo>
                  <a:pt x="993635" y="408432"/>
                </a:lnTo>
                <a:lnTo>
                  <a:pt x="1036002" y="400202"/>
                </a:lnTo>
                <a:lnTo>
                  <a:pt x="1074216" y="389382"/>
                </a:lnTo>
                <a:lnTo>
                  <a:pt x="1139939" y="361188"/>
                </a:lnTo>
                <a:lnTo>
                  <a:pt x="1197089" y="319278"/>
                </a:lnTo>
                <a:lnTo>
                  <a:pt x="1225664" y="291325"/>
                </a:lnTo>
                <a:lnTo>
                  <a:pt x="1254239" y="259080"/>
                </a:lnTo>
                <a:lnTo>
                  <a:pt x="1271003" y="251460"/>
                </a:lnTo>
                <a:close/>
              </a:path>
              <a:path w="1739265" h="411479">
                <a:moveTo>
                  <a:pt x="1298435" y="173736"/>
                </a:moveTo>
                <a:lnTo>
                  <a:pt x="1271003" y="140208"/>
                </a:lnTo>
                <a:lnTo>
                  <a:pt x="1246619" y="163068"/>
                </a:lnTo>
                <a:lnTo>
                  <a:pt x="1171943" y="163068"/>
                </a:lnTo>
                <a:lnTo>
                  <a:pt x="1171943" y="92964"/>
                </a:lnTo>
                <a:lnTo>
                  <a:pt x="1280147" y="92964"/>
                </a:lnTo>
                <a:lnTo>
                  <a:pt x="1271879" y="83820"/>
                </a:lnTo>
                <a:lnTo>
                  <a:pt x="1251191" y="60960"/>
                </a:lnTo>
                <a:lnTo>
                  <a:pt x="1229855" y="83820"/>
                </a:lnTo>
                <a:lnTo>
                  <a:pt x="1171943" y="83820"/>
                </a:lnTo>
                <a:lnTo>
                  <a:pt x="1171943" y="28956"/>
                </a:lnTo>
                <a:lnTo>
                  <a:pt x="1185659" y="16764"/>
                </a:lnTo>
                <a:lnTo>
                  <a:pt x="1147559" y="1524"/>
                </a:lnTo>
                <a:lnTo>
                  <a:pt x="1148803" y="47244"/>
                </a:lnTo>
                <a:lnTo>
                  <a:pt x="1149032" y="92964"/>
                </a:lnTo>
                <a:lnTo>
                  <a:pt x="1149083" y="163068"/>
                </a:lnTo>
                <a:lnTo>
                  <a:pt x="1091171" y="163068"/>
                </a:lnTo>
                <a:lnTo>
                  <a:pt x="1091171" y="74676"/>
                </a:lnTo>
                <a:lnTo>
                  <a:pt x="1104887" y="62484"/>
                </a:lnTo>
                <a:lnTo>
                  <a:pt x="1066787" y="47244"/>
                </a:lnTo>
                <a:lnTo>
                  <a:pt x="1067041" y="62484"/>
                </a:lnTo>
                <a:lnTo>
                  <a:pt x="1067549" y="86296"/>
                </a:lnTo>
                <a:lnTo>
                  <a:pt x="1067993" y="114300"/>
                </a:lnTo>
                <a:lnTo>
                  <a:pt x="1068108" y="125183"/>
                </a:lnTo>
                <a:lnTo>
                  <a:pt x="1068311" y="163068"/>
                </a:lnTo>
                <a:lnTo>
                  <a:pt x="1011923" y="163068"/>
                </a:lnTo>
                <a:lnTo>
                  <a:pt x="1028687" y="178308"/>
                </a:lnTo>
                <a:lnTo>
                  <a:pt x="1038123" y="176314"/>
                </a:lnTo>
                <a:lnTo>
                  <a:pt x="1048118" y="174879"/>
                </a:lnTo>
                <a:lnTo>
                  <a:pt x="1058697" y="174028"/>
                </a:lnTo>
                <a:lnTo>
                  <a:pt x="1069835" y="173736"/>
                </a:lnTo>
                <a:lnTo>
                  <a:pt x="1298435" y="173736"/>
                </a:lnTo>
                <a:close/>
              </a:path>
              <a:path w="1739265" h="411479">
                <a:moveTo>
                  <a:pt x="1738884" y="370332"/>
                </a:moveTo>
                <a:lnTo>
                  <a:pt x="1687017" y="357695"/>
                </a:lnTo>
                <a:lnTo>
                  <a:pt x="1650796" y="340791"/>
                </a:lnTo>
                <a:lnTo>
                  <a:pt x="1620735" y="320040"/>
                </a:lnTo>
                <a:lnTo>
                  <a:pt x="1617129" y="317309"/>
                </a:lnTo>
                <a:lnTo>
                  <a:pt x="1601724" y="303276"/>
                </a:lnTo>
                <a:lnTo>
                  <a:pt x="1616544" y="286512"/>
                </a:lnTo>
                <a:lnTo>
                  <a:pt x="1623415" y="278752"/>
                </a:lnTo>
                <a:lnTo>
                  <a:pt x="1644967" y="248793"/>
                </a:lnTo>
                <a:lnTo>
                  <a:pt x="1666227" y="213702"/>
                </a:lnTo>
                <a:lnTo>
                  <a:pt x="1687068" y="173736"/>
                </a:lnTo>
                <a:lnTo>
                  <a:pt x="1702308" y="164592"/>
                </a:lnTo>
                <a:lnTo>
                  <a:pt x="1700860" y="163068"/>
                </a:lnTo>
                <a:lnTo>
                  <a:pt x="1690789" y="152400"/>
                </a:lnTo>
                <a:lnTo>
                  <a:pt x="1676400" y="137160"/>
                </a:lnTo>
                <a:lnTo>
                  <a:pt x="1662684" y="150876"/>
                </a:lnTo>
                <a:lnTo>
                  <a:pt x="1662684" y="163068"/>
                </a:lnTo>
                <a:lnTo>
                  <a:pt x="1648434" y="196507"/>
                </a:lnTo>
                <a:lnTo>
                  <a:pt x="1631061" y="228219"/>
                </a:lnTo>
                <a:lnTo>
                  <a:pt x="1610817" y="258229"/>
                </a:lnTo>
                <a:lnTo>
                  <a:pt x="1588008" y="286512"/>
                </a:lnTo>
                <a:lnTo>
                  <a:pt x="1560880" y="251942"/>
                </a:lnTo>
                <a:lnTo>
                  <a:pt x="1536763" y="212217"/>
                </a:lnTo>
                <a:lnTo>
                  <a:pt x="1515783" y="167360"/>
                </a:lnTo>
                <a:lnTo>
                  <a:pt x="1501863" y="128016"/>
                </a:lnTo>
                <a:lnTo>
                  <a:pt x="1498092" y="117348"/>
                </a:lnTo>
                <a:lnTo>
                  <a:pt x="1500352" y="94830"/>
                </a:lnTo>
                <a:lnTo>
                  <a:pt x="1502460" y="75539"/>
                </a:lnTo>
                <a:lnTo>
                  <a:pt x="1505712" y="47244"/>
                </a:lnTo>
                <a:lnTo>
                  <a:pt x="1613916" y="47244"/>
                </a:lnTo>
                <a:lnTo>
                  <a:pt x="1609344" y="62369"/>
                </a:lnTo>
                <a:lnTo>
                  <a:pt x="1605495" y="75438"/>
                </a:lnTo>
                <a:lnTo>
                  <a:pt x="1600200" y="93751"/>
                </a:lnTo>
                <a:lnTo>
                  <a:pt x="1595628" y="109728"/>
                </a:lnTo>
                <a:lnTo>
                  <a:pt x="1589620" y="124548"/>
                </a:lnTo>
                <a:lnTo>
                  <a:pt x="1583055" y="136779"/>
                </a:lnTo>
                <a:lnTo>
                  <a:pt x="1575904" y="146164"/>
                </a:lnTo>
                <a:lnTo>
                  <a:pt x="1568196" y="152400"/>
                </a:lnTo>
                <a:lnTo>
                  <a:pt x="1591056" y="175260"/>
                </a:lnTo>
                <a:lnTo>
                  <a:pt x="1603248" y="163068"/>
                </a:lnTo>
                <a:lnTo>
                  <a:pt x="1662684" y="163068"/>
                </a:lnTo>
                <a:lnTo>
                  <a:pt x="1662684" y="150876"/>
                </a:lnTo>
                <a:lnTo>
                  <a:pt x="1661160" y="152400"/>
                </a:lnTo>
                <a:lnTo>
                  <a:pt x="1603248" y="152400"/>
                </a:lnTo>
                <a:lnTo>
                  <a:pt x="1639824" y="56388"/>
                </a:lnTo>
                <a:lnTo>
                  <a:pt x="1654683" y="47244"/>
                </a:lnTo>
                <a:lnTo>
                  <a:pt x="1659636" y="44196"/>
                </a:lnTo>
                <a:lnTo>
                  <a:pt x="1629156" y="19812"/>
                </a:lnTo>
                <a:lnTo>
                  <a:pt x="1613916" y="36576"/>
                </a:lnTo>
                <a:lnTo>
                  <a:pt x="1392936" y="36576"/>
                </a:lnTo>
                <a:lnTo>
                  <a:pt x="1406652" y="50292"/>
                </a:lnTo>
                <a:lnTo>
                  <a:pt x="1423416" y="47244"/>
                </a:lnTo>
                <a:lnTo>
                  <a:pt x="1479804" y="47244"/>
                </a:lnTo>
                <a:lnTo>
                  <a:pt x="1474089" y="105537"/>
                </a:lnTo>
                <a:lnTo>
                  <a:pt x="1461516" y="170688"/>
                </a:lnTo>
                <a:lnTo>
                  <a:pt x="1443418" y="233553"/>
                </a:lnTo>
                <a:lnTo>
                  <a:pt x="1417320" y="289560"/>
                </a:lnTo>
                <a:lnTo>
                  <a:pt x="1381696" y="340995"/>
                </a:lnTo>
                <a:lnTo>
                  <a:pt x="1333500" y="394716"/>
                </a:lnTo>
                <a:lnTo>
                  <a:pt x="1338072" y="399288"/>
                </a:lnTo>
                <a:lnTo>
                  <a:pt x="1378927" y="364744"/>
                </a:lnTo>
                <a:lnTo>
                  <a:pt x="1412367" y="329755"/>
                </a:lnTo>
                <a:lnTo>
                  <a:pt x="1438363" y="294500"/>
                </a:lnTo>
                <a:lnTo>
                  <a:pt x="1456944" y="259080"/>
                </a:lnTo>
                <a:lnTo>
                  <a:pt x="1480947" y="190119"/>
                </a:lnTo>
                <a:lnTo>
                  <a:pt x="1493520" y="128016"/>
                </a:lnTo>
                <a:lnTo>
                  <a:pt x="1506105" y="173189"/>
                </a:lnTo>
                <a:lnTo>
                  <a:pt x="1523428" y="217360"/>
                </a:lnTo>
                <a:lnTo>
                  <a:pt x="1545590" y="260680"/>
                </a:lnTo>
                <a:lnTo>
                  <a:pt x="1572768" y="303276"/>
                </a:lnTo>
                <a:lnTo>
                  <a:pt x="1537309" y="331546"/>
                </a:lnTo>
                <a:lnTo>
                  <a:pt x="1494853" y="356806"/>
                </a:lnTo>
                <a:lnTo>
                  <a:pt x="1445247" y="378929"/>
                </a:lnTo>
                <a:lnTo>
                  <a:pt x="1388364" y="397764"/>
                </a:lnTo>
                <a:lnTo>
                  <a:pt x="1389888" y="403860"/>
                </a:lnTo>
                <a:lnTo>
                  <a:pt x="1450174" y="388416"/>
                </a:lnTo>
                <a:lnTo>
                  <a:pt x="1503045" y="369379"/>
                </a:lnTo>
                <a:lnTo>
                  <a:pt x="1548472" y="346646"/>
                </a:lnTo>
                <a:lnTo>
                  <a:pt x="1586484" y="320040"/>
                </a:lnTo>
                <a:lnTo>
                  <a:pt x="1609318" y="342290"/>
                </a:lnTo>
                <a:lnTo>
                  <a:pt x="1636585" y="363093"/>
                </a:lnTo>
                <a:lnTo>
                  <a:pt x="1668132" y="382193"/>
                </a:lnTo>
                <a:lnTo>
                  <a:pt x="1703832" y="399288"/>
                </a:lnTo>
                <a:lnTo>
                  <a:pt x="1710372" y="390131"/>
                </a:lnTo>
                <a:lnTo>
                  <a:pt x="1718500" y="383095"/>
                </a:lnTo>
                <a:lnTo>
                  <a:pt x="1728038" y="378079"/>
                </a:lnTo>
                <a:lnTo>
                  <a:pt x="1738884" y="374904"/>
                </a:lnTo>
                <a:lnTo>
                  <a:pt x="1738884" y="37033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" name="object 36"/>
          <p:cNvSpPr/>
          <p:nvPr/>
        </p:nvSpPr>
        <p:spPr>
          <a:xfrm>
            <a:off x="6765035" y="4937759"/>
            <a:ext cx="384175" cy="403860"/>
          </a:xfrm>
          <a:custGeom>
            <a:avLst/>
            <a:gdLst/>
            <a:ahLst/>
            <a:cxnLst/>
            <a:rect l="l" t="t" r="r" b="b"/>
            <a:pathLst>
              <a:path w="384175" h="403860">
                <a:moveTo>
                  <a:pt x="22860" y="48768"/>
                </a:moveTo>
                <a:lnTo>
                  <a:pt x="6096" y="33528"/>
                </a:lnTo>
                <a:lnTo>
                  <a:pt x="182880" y="33528"/>
                </a:lnTo>
                <a:lnTo>
                  <a:pt x="204216" y="10668"/>
                </a:lnTo>
                <a:lnTo>
                  <a:pt x="237744" y="44196"/>
                </a:lnTo>
                <a:lnTo>
                  <a:pt x="64008" y="44196"/>
                </a:lnTo>
                <a:lnTo>
                  <a:pt x="52863" y="44481"/>
                </a:lnTo>
                <a:lnTo>
                  <a:pt x="42291" y="45339"/>
                </a:lnTo>
                <a:lnTo>
                  <a:pt x="32289" y="46767"/>
                </a:lnTo>
                <a:lnTo>
                  <a:pt x="22860" y="48768"/>
                </a:lnTo>
                <a:close/>
              </a:path>
              <a:path w="384175" h="403860">
                <a:moveTo>
                  <a:pt x="32004" y="178308"/>
                </a:moveTo>
                <a:lnTo>
                  <a:pt x="16764" y="146304"/>
                </a:lnTo>
                <a:lnTo>
                  <a:pt x="29337" y="143398"/>
                </a:lnTo>
                <a:lnTo>
                  <a:pt x="41910" y="136779"/>
                </a:lnTo>
                <a:lnTo>
                  <a:pt x="79938" y="94988"/>
                </a:lnTo>
                <a:lnTo>
                  <a:pt x="101131" y="61317"/>
                </a:lnTo>
                <a:lnTo>
                  <a:pt x="109728" y="44196"/>
                </a:lnTo>
                <a:lnTo>
                  <a:pt x="115824" y="44196"/>
                </a:lnTo>
                <a:lnTo>
                  <a:pt x="147828" y="62484"/>
                </a:lnTo>
                <a:lnTo>
                  <a:pt x="137279" y="67056"/>
                </a:lnTo>
                <a:lnTo>
                  <a:pt x="126301" y="73914"/>
                </a:lnTo>
                <a:lnTo>
                  <a:pt x="115038" y="83058"/>
                </a:lnTo>
                <a:lnTo>
                  <a:pt x="103632" y="94488"/>
                </a:lnTo>
                <a:lnTo>
                  <a:pt x="91654" y="107299"/>
                </a:lnTo>
                <a:lnTo>
                  <a:pt x="78676" y="120396"/>
                </a:lnTo>
                <a:lnTo>
                  <a:pt x="64841" y="133492"/>
                </a:lnTo>
                <a:lnTo>
                  <a:pt x="50292" y="146304"/>
                </a:lnTo>
                <a:lnTo>
                  <a:pt x="225454" y="146304"/>
                </a:lnTo>
                <a:lnTo>
                  <a:pt x="228567" y="152400"/>
                </a:lnTo>
                <a:lnTo>
                  <a:pt x="192024" y="152400"/>
                </a:lnTo>
                <a:lnTo>
                  <a:pt x="173497" y="153781"/>
                </a:lnTo>
                <a:lnTo>
                  <a:pt x="135874" y="157114"/>
                </a:lnTo>
                <a:lnTo>
                  <a:pt x="117348" y="158496"/>
                </a:lnTo>
                <a:lnTo>
                  <a:pt x="106680" y="158496"/>
                </a:lnTo>
                <a:lnTo>
                  <a:pt x="78938" y="163091"/>
                </a:lnTo>
                <a:lnTo>
                  <a:pt x="57340" y="167830"/>
                </a:lnTo>
                <a:lnTo>
                  <a:pt x="41743" y="172854"/>
                </a:lnTo>
                <a:lnTo>
                  <a:pt x="32004" y="178308"/>
                </a:lnTo>
                <a:close/>
              </a:path>
              <a:path w="384175" h="403860">
                <a:moveTo>
                  <a:pt x="225454" y="146304"/>
                </a:moveTo>
                <a:lnTo>
                  <a:pt x="50292" y="146304"/>
                </a:lnTo>
                <a:lnTo>
                  <a:pt x="188976" y="143256"/>
                </a:lnTo>
                <a:lnTo>
                  <a:pt x="180641" y="130683"/>
                </a:lnTo>
                <a:lnTo>
                  <a:pt x="171450" y="118110"/>
                </a:lnTo>
                <a:lnTo>
                  <a:pt x="161115" y="105537"/>
                </a:lnTo>
                <a:lnTo>
                  <a:pt x="149352" y="92964"/>
                </a:lnTo>
                <a:lnTo>
                  <a:pt x="153924" y="86868"/>
                </a:lnTo>
                <a:lnTo>
                  <a:pt x="186189" y="110013"/>
                </a:lnTo>
                <a:lnTo>
                  <a:pt x="209740" y="129159"/>
                </a:lnTo>
                <a:lnTo>
                  <a:pt x="224432" y="144303"/>
                </a:lnTo>
                <a:lnTo>
                  <a:pt x="225454" y="146304"/>
                </a:lnTo>
                <a:close/>
              </a:path>
              <a:path w="384175" h="403860">
                <a:moveTo>
                  <a:pt x="216408" y="190500"/>
                </a:moveTo>
                <a:lnTo>
                  <a:pt x="211836" y="190500"/>
                </a:lnTo>
                <a:lnTo>
                  <a:pt x="208788" y="187452"/>
                </a:lnTo>
                <a:lnTo>
                  <a:pt x="208788" y="182880"/>
                </a:lnTo>
                <a:lnTo>
                  <a:pt x="205311" y="176617"/>
                </a:lnTo>
                <a:lnTo>
                  <a:pt x="201549" y="169354"/>
                </a:lnTo>
                <a:lnTo>
                  <a:pt x="197215" y="161234"/>
                </a:lnTo>
                <a:lnTo>
                  <a:pt x="192024" y="152400"/>
                </a:lnTo>
                <a:lnTo>
                  <a:pt x="228567" y="152400"/>
                </a:lnTo>
                <a:lnTo>
                  <a:pt x="230124" y="155448"/>
                </a:lnTo>
                <a:lnTo>
                  <a:pt x="231552" y="163139"/>
                </a:lnTo>
                <a:lnTo>
                  <a:pt x="231267" y="170116"/>
                </a:lnTo>
                <a:lnTo>
                  <a:pt x="229266" y="176236"/>
                </a:lnTo>
                <a:lnTo>
                  <a:pt x="225552" y="181356"/>
                </a:lnTo>
                <a:lnTo>
                  <a:pt x="216408" y="190500"/>
                </a:lnTo>
                <a:close/>
              </a:path>
              <a:path w="384175" h="403860">
                <a:moveTo>
                  <a:pt x="131064" y="240792"/>
                </a:moveTo>
                <a:lnTo>
                  <a:pt x="106680" y="240792"/>
                </a:lnTo>
                <a:lnTo>
                  <a:pt x="106680" y="158496"/>
                </a:lnTo>
                <a:lnTo>
                  <a:pt x="117348" y="158496"/>
                </a:lnTo>
                <a:lnTo>
                  <a:pt x="146304" y="172212"/>
                </a:lnTo>
                <a:lnTo>
                  <a:pt x="131064" y="184404"/>
                </a:lnTo>
                <a:lnTo>
                  <a:pt x="131064" y="240792"/>
                </a:lnTo>
                <a:close/>
              </a:path>
              <a:path w="384175" h="403860">
                <a:moveTo>
                  <a:pt x="19812" y="254508"/>
                </a:moveTo>
                <a:lnTo>
                  <a:pt x="6096" y="240792"/>
                </a:lnTo>
                <a:lnTo>
                  <a:pt x="178308" y="240792"/>
                </a:lnTo>
                <a:lnTo>
                  <a:pt x="199644" y="219456"/>
                </a:lnTo>
                <a:lnTo>
                  <a:pt x="230124" y="251460"/>
                </a:lnTo>
                <a:lnTo>
                  <a:pt x="41148" y="251460"/>
                </a:lnTo>
                <a:lnTo>
                  <a:pt x="19812" y="254508"/>
                </a:lnTo>
                <a:close/>
              </a:path>
              <a:path w="384175" h="403860">
                <a:moveTo>
                  <a:pt x="18288" y="390144"/>
                </a:moveTo>
                <a:lnTo>
                  <a:pt x="0" y="355092"/>
                </a:lnTo>
                <a:lnTo>
                  <a:pt x="106680" y="339852"/>
                </a:lnTo>
                <a:lnTo>
                  <a:pt x="106680" y="251460"/>
                </a:lnTo>
                <a:lnTo>
                  <a:pt x="131064" y="251460"/>
                </a:lnTo>
                <a:lnTo>
                  <a:pt x="131064" y="333756"/>
                </a:lnTo>
                <a:lnTo>
                  <a:pt x="192565" y="333756"/>
                </a:lnTo>
                <a:lnTo>
                  <a:pt x="145161" y="346209"/>
                </a:lnTo>
                <a:lnTo>
                  <a:pt x="80010" y="365188"/>
                </a:lnTo>
                <a:lnTo>
                  <a:pt x="37719" y="379880"/>
                </a:lnTo>
                <a:lnTo>
                  <a:pt x="18288" y="390144"/>
                </a:lnTo>
                <a:close/>
              </a:path>
              <a:path w="384175" h="403860">
                <a:moveTo>
                  <a:pt x="192565" y="333756"/>
                </a:moveTo>
                <a:lnTo>
                  <a:pt x="131064" y="333756"/>
                </a:lnTo>
                <a:lnTo>
                  <a:pt x="230124" y="315468"/>
                </a:lnTo>
                <a:lnTo>
                  <a:pt x="233172" y="323088"/>
                </a:lnTo>
                <a:lnTo>
                  <a:pt x="192565" y="333756"/>
                </a:lnTo>
                <a:close/>
              </a:path>
              <a:path w="384175" h="403860">
                <a:moveTo>
                  <a:pt x="368920" y="359664"/>
                </a:moveTo>
                <a:lnTo>
                  <a:pt x="336804" y="359664"/>
                </a:lnTo>
                <a:lnTo>
                  <a:pt x="341376" y="358140"/>
                </a:lnTo>
                <a:lnTo>
                  <a:pt x="344471" y="355592"/>
                </a:lnTo>
                <a:lnTo>
                  <a:pt x="346710" y="350329"/>
                </a:lnTo>
                <a:lnTo>
                  <a:pt x="347805" y="342495"/>
                </a:lnTo>
                <a:lnTo>
                  <a:pt x="347472" y="332232"/>
                </a:lnTo>
                <a:lnTo>
                  <a:pt x="347416" y="56388"/>
                </a:lnTo>
                <a:lnTo>
                  <a:pt x="347233" y="46291"/>
                </a:lnTo>
                <a:lnTo>
                  <a:pt x="346658" y="30480"/>
                </a:lnTo>
                <a:lnTo>
                  <a:pt x="346186" y="16573"/>
                </a:lnTo>
                <a:lnTo>
                  <a:pt x="345948" y="0"/>
                </a:lnTo>
                <a:lnTo>
                  <a:pt x="384048" y="18288"/>
                </a:lnTo>
                <a:lnTo>
                  <a:pt x="370332" y="30480"/>
                </a:lnTo>
                <a:lnTo>
                  <a:pt x="370332" y="347472"/>
                </a:lnTo>
                <a:lnTo>
                  <a:pt x="368920" y="359664"/>
                </a:lnTo>
                <a:close/>
              </a:path>
              <a:path w="384175" h="403860">
                <a:moveTo>
                  <a:pt x="262128" y="307848"/>
                </a:moveTo>
                <a:lnTo>
                  <a:pt x="263009" y="278391"/>
                </a:lnTo>
                <a:lnTo>
                  <a:pt x="263461" y="247078"/>
                </a:lnTo>
                <a:lnTo>
                  <a:pt x="263628" y="213764"/>
                </a:lnTo>
                <a:lnTo>
                  <a:pt x="263628" y="144041"/>
                </a:lnTo>
                <a:lnTo>
                  <a:pt x="263461" y="112204"/>
                </a:lnTo>
                <a:lnTo>
                  <a:pt x="263009" y="82938"/>
                </a:lnTo>
                <a:lnTo>
                  <a:pt x="262128" y="56388"/>
                </a:lnTo>
                <a:lnTo>
                  <a:pt x="301752" y="77724"/>
                </a:lnTo>
                <a:lnTo>
                  <a:pt x="286511" y="89916"/>
                </a:lnTo>
                <a:lnTo>
                  <a:pt x="286535" y="260318"/>
                </a:lnTo>
                <a:lnTo>
                  <a:pt x="286702" y="270891"/>
                </a:lnTo>
                <a:lnTo>
                  <a:pt x="287154" y="283178"/>
                </a:lnTo>
                <a:lnTo>
                  <a:pt x="288036" y="297180"/>
                </a:lnTo>
                <a:lnTo>
                  <a:pt x="262128" y="307848"/>
                </a:lnTo>
                <a:close/>
              </a:path>
              <a:path w="384175" h="403860">
                <a:moveTo>
                  <a:pt x="332232" y="403860"/>
                </a:moveTo>
                <a:lnTo>
                  <a:pt x="327040" y="391906"/>
                </a:lnTo>
                <a:lnTo>
                  <a:pt x="315849" y="381381"/>
                </a:lnTo>
                <a:lnTo>
                  <a:pt x="298370" y="372570"/>
                </a:lnTo>
                <a:lnTo>
                  <a:pt x="274320" y="365760"/>
                </a:lnTo>
                <a:lnTo>
                  <a:pt x="274320" y="356616"/>
                </a:lnTo>
                <a:lnTo>
                  <a:pt x="286869" y="358378"/>
                </a:lnTo>
                <a:lnTo>
                  <a:pt x="299275" y="359283"/>
                </a:lnTo>
                <a:lnTo>
                  <a:pt x="311396" y="359616"/>
                </a:lnTo>
                <a:lnTo>
                  <a:pt x="368920" y="359664"/>
                </a:lnTo>
                <a:lnTo>
                  <a:pt x="368022" y="367426"/>
                </a:lnTo>
                <a:lnTo>
                  <a:pt x="360997" y="383667"/>
                </a:lnTo>
                <a:lnTo>
                  <a:pt x="349115" y="395906"/>
                </a:lnTo>
                <a:lnTo>
                  <a:pt x="332232" y="40386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" name="object 37"/>
          <p:cNvSpPr/>
          <p:nvPr/>
        </p:nvSpPr>
        <p:spPr>
          <a:xfrm>
            <a:off x="7196315" y="4934724"/>
            <a:ext cx="1300480" cy="407034"/>
          </a:xfrm>
          <a:custGeom>
            <a:avLst/>
            <a:gdLst/>
            <a:ahLst/>
            <a:cxnLst/>
            <a:rect l="l" t="t" r="r" b="b"/>
            <a:pathLst>
              <a:path w="1300479" h="407035">
                <a:moveTo>
                  <a:pt x="192024" y="74676"/>
                </a:moveTo>
                <a:lnTo>
                  <a:pt x="163068" y="50292"/>
                </a:lnTo>
                <a:lnTo>
                  <a:pt x="149352" y="68580"/>
                </a:lnTo>
                <a:lnTo>
                  <a:pt x="12192" y="68580"/>
                </a:lnTo>
                <a:lnTo>
                  <a:pt x="27432" y="83820"/>
                </a:lnTo>
                <a:lnTo>
                  <a:pt x="37084" y="81572"/>
                </a:lnTo>
                <a:lnTo>
                  <a:pt x="47434" y="79629"/>
                </a:lnTo>
                <a:lnTo>
                  <a:pt x="58089" y="78244"/>
                </a:lnTo>
                <a:lnTo>
                  <a:pt x="68580" y="77724"/>
                </a:lnTo>
                <a:lnTo>
                  <a:pt x="149352" y="77724"/>
                </a:lnTo>
                <a:lnTo>
                  <a:pt x="139357" y="112585"/>
                </a:lnTo>
                <a:lnTo>
                  <a:pt x="129921" y="144018"/>
                </a:lnTo>
                <a:lnTo>
                  <a:pt x="121069" y="172021"/>
                </a:lnTo>
                <a:lnTo>
                  <a:pt x="112776" y="196596"/>
                </a:lnTo>
                <a:lnTo>
                  <a:pt x="55232" y="132207"/>
                </a:lnTo>
                <a:lnTo>
                  <a:pt x="36576" y="111252"/>
                </a:lnTo>
                <a:lnTo>
                  <a:pt x="30480" y="115824"/>
                </a:lnTo>
                <a:lnTo>
                  <a:pt x="43624" y="133273"/>
                </a:lnTo>
                <a:lnTo>
                  <a:pt x="60198" y="156019"/>
                </a:lnTo>
                <a:lnTo>
                  <a:pt x="80200" y="184188"/>
                </a:lnTo>
                <a:lnTo>
                  <a:pt x="103632" y="217932"/>
                </a:lnTo>
                <a:lnTo>
                  <a:pt x="95021" y="234505"/>
                </a:lnTo>
                <a:lnTo>
                  <a:pt x="73202" y="271081"/>
                </a:lnTo>
                <a:lnTo>
                  <a:pt x="45224" y="310819"/>
                </a:lnTo>
                <a:lnTo>
                  <a:pt x="15074" y="345732"/>
                </a:lnTo>
                <a:lnTo>
                  <a:pt x="0" y="361188"/>
                </a:lnTo>
                <a:lnTo>
                  <a:pt x="1524" y="370332"/>
                </a:lnTo>
                <a:lnTo>
                  <a:pt x="41338" y="336042"/>
                </a:lnTo>
                <a:lnTo>
                  <a:pt x="73152" y="301752"/>
                </a:lnTo>
                <a:lnTo>
                  <a:pt x="98107" y="269748"/>
                </a:lnTo>
                <a:lnTo>
                  <a:pt x="117348" y="237744"/>
                </a:lnTo>
                <a:lnTo>
                  <a:pt x="127927" y="262001"/>
                </a:lnTo>
                <a:lnTo>
                  <a:pt x="136779" y="284416"/>
                </a:lnTo>
                <a:lnTo>
                  <a:pt x="143929" y="304812"/>
                </a:lnTo>
                <a:lnTo>
                  <a:pt x="149352" y="323088"/>
                </a:lnTo>
                <a:lnTo>
                  <a:pt x="151904" y="336207"/>
                </a:lnTo>
                <a:lnTo>
                  <a:pt x="154876" y="345732"/>
                </a:lnTo>
                <a:lnTo>
                  <a:pt x="158140" y="351586"/>
                </a:lnTo>
                <a:lnTo>
                  <a:pt x="161544" y="353568"/>
                </a:lnTo>
                <a:lnTo>
                  <a:pt x="163068" y="353568"/>
                </a:lnTo>
                <a:lnTo>
                  <a:pt x="164592" y="350520"/>
                </a:lnTo>
                <a:lnTo>
                  <a:pt x="169164" y="347472"/>
                </a:lnTo>
                <a:lnTo>
                  <a:pt x="173736" y="342900"/>
                </a:lnTo>
                <a:lnTo>
                  <a:pt x="175260" y="335280"/>
                </a:lnTo>
                <a:lnTo>
                  <a:pt x="176784" y="326136"/>
                </a:lnTo>
                <a:lnTo>
                  <a:pt x="176479" y="317842"/>
                </a:lnTo>
                <a:lnTo>
                  <a:pt x="164668" y="276644"/>
                </a:lnTo>
                <a:lnTo>
                  <a:pt x="143471" y="241122"/>
                </a:lnTo>
                <a:lnTo>
                  <a:pt x="128016" y="217932"/>
                </a:lnTo>
                <a:lnTo>
                  <a:pt x="136829" y="196596"/>
                </a:lnTo>
                <a:lnTo>
                  <a:pt x="139471" y="190182"/>
                </a:lnTo>
                <a:lnTo>
                  <a:pt x="151066" y="159448"/>
                </a:lnTo>
                <a:lnTo>
                  <a:pt x="162953" y="125552"/>
                </a:lnTo>
                <a:lnTo>
                  <a:pt x="175260" y="88392"/>
                </a:lnTo>
                <a:lnTo>
                  <a:pt x="188302" y="77724"/>
                </a:lnTo>
                <a:lnTo>
                  <a:pt x="192024" y="74676"/>
                </a:lnTo>
                <a:close/>
              </a:path>
              <a:path w="1300479" h="407035">
                <a:moveTo>
                  <a:pt x="257556" y="237744"/>
                </a:moveTo>
                <a:lnTo>
                  <a:pt x="233743" y="192595"/>
                </a:lnTo>
                <a:lnTo>
                  <a:pt x="204216" y="167640"/>
                </a:lnTo>
                <a:lnTo>
                  <a:pt x="199644" y="170688"/>
                </a:lnTo>
                <a:lnTo>
                  <a:pt x="210769" y="192595"/>
                </a:lnTo>
                <a:lnTo>
                  <a:pt x="219265" y="212979"/>
                </a:lnTo>
                <a:lnTo>
                  <a:pt x="225158" y="231546"/>
                </a:lnTo>
                <a:lnTo>
                  <a:pt x="228600" y="248412"/>
                </a:lnTo>
                <a:lnTo>
                  <a:pt x="230035" y="259283"/>
                </a:lnTo>
                <a:lnTo>
                  <a:pt x="232029" y="266890"/>
                </a:lnTo>
                <a:lnTo>
                  <a:pt x="234607" y="271335"/>
                </a:lnTo>
                <a:lnTo>
                  <a:pt x="237744" y="272796"/>
                </a:lnTo>
                <a:lnTo>
                  <a:pt x="239268" y="272796"/>
                </a:lnTo>
                <a:lnTo>
                  <a:pt x="256984" y="244335"/>
                </a:lnTo>
                <a:lnTo>
                  <a:pt x="257556" y="237744"/>
                </a:lnTo>
                <a:close/>
              </a:path>
              <a:path w="1300479" h="407035">
                <a:moveTo>
                  <a:pt x="409956" y="131064"/>
                </a:moveTo>
                <a:lnTo>
                  <a:pt x="376428" y="97536"/>
                </a:lnTo>
                <a:lnTo>
                  <a:pt x="353568" y="120396"/>
                </a:lnTo>
                <a:lnTo>
                  <a:pt x="335280" y="120396"/>
                </a:lnTo>
                <a:lnTo>
                  <a:pt x="335280" y="41148"/>
                </a:lnTo>
                <a:lnTo>
                  <a:pt x="350520" y="27432"/>
                </a:lnTo>
                <a:lnTo>
                  <a:pt x="309372" y="7620"/>
                </a:lnTo>
                <a:lnTo>
                  <a:pt x="310261" y="19380"/>
                </a:lnTo>
                <a:lnTo>
                  <a:pt x="310705" y="32004"/>
                </a:lnTo>
                <a:lnTo>
                  <a:pt x="310819" y="41148"/>
                </a:lnTo>
                <a:lnTo>
                  <a:pt x="310896" y="120396"/>
                </a:lnTo>
                <a:lnTo>
                  <a:pt x="172212" y="120396"/>
                </a:lnTo>
                <a:lnTo>
                  <a:pt x="187452" y="135636"/>
                </a:lnTo>
                <a:lnTo>
                  <a:pt x="196888" y="133629"/>
                </a:lnTo>
                <a:lnTo>
                  <a:pt x="206883" y="132207"/>
                </a:lnTo>
                <a:lnTo>
                  <a:pt x="217462" y="131343"/>
                </a:lnTo>
                <a:lnTo>
                  <a:pt x="228600" y="131064"/>
                </a:lnTo>
                <a:lnTo>
                  <a:pt x="310896" y="131064"/>
                </a:lnTo>
                <a:lnTo>
                  <a:pt x="310896" y="355092"/>
                </a:lnTo>
                <a:lnTo>
                  <a:pt x="306324" y="361188"/>
                </a:lnTo>
                <a:lnTo>
                  <a:pt x="300228" y="361188"/>
                </a:lnTo>
                <a:lnTo>
                  <a:pt x="291706" y="361518"/>
                </a:lnTo>
                <a:lnTo>
                  <a:pt x="277749" y="360426"/>
                </a:lnTo>
                <a:lnTo>
                  <a:pt x="258660" y="358178"/>
                </a:lnTo>
                <a:lnTo>
                  <a:pt x="234696" y="355092"/>
                </a:lnTo>
                <a:lnTo>
                  <a:pt x="234696" y="362712"/>
                </a:lnTo>
                <a:lnTo>
                  <a:pt x="261823" y="373875"/>
                </a:lnTo>
                <a:lnTo>
                  <a:pt x="281368" y="384619"/>
                </a:lnTo>
                <a:lnTo>
                  <a:pt x="293204" y="395071"/>
                </a:lnTo>
                <a:lnTo>
                  <a:pt x="297180" y="405384"/>
                </a:lnTo>
                <a:lnTo>
                  <a:pt x="314071" y="396519"/>
                </a:lnTo>
                <a:lnTo>
                  <a:pt x="325945" y="385953"/>
                </a:lnTo>
                <a:lnTo>
                  <a:pt x="332981" y="373659"/>
                </a:lnTo>
                <a:lnTo>
                  <a:pt x="334975" y="361518"/>
                </a:lnTo>
                <a:lnTo>
                  <a:pt x="335165" y="360426"/>
                </a:lnTo>
                <a:lnTo>
                  <a:pt x="335280" y="131064"/>
                </a:lnTo>
                <a:lnTo>
                  <a:pt x="409956" y="131064"/>
                </a:lnTo>
                <a:close/>
              </a:path>
              <a:path w="1300479" h="407035">
                <a:moveTo>
                  <a:pt x="669048" y="68580"/>
                </a:moveTo>
                <a:lnTo>
                  <a:pt x="659447" y="57912"/>
                </a:lnTo>
                <a:lnTo>
                  <a:pt x="641616" y="38100"/>
                </a:lnTo>
                <a:lnTo>
                  <a:pt x="621804" y="57912"/>
                </a:lnTo>
                <a:lnTo>
                  <a:pt x="545604" y="57912"/>
                </a:lnTo>
                <a:lnTo>
                  <a:pt x="549605" y="52743"/>
                </a:lnTo>
                <a:lnTo>
                  <a:pt x="561035" y="38404"/>
                </a:lnTo>
                <a:lnTo>
                  <a:pt x="568464" y="28956"/>
                </a:lnTo>
                <a:lnTo>
                  <a:pt x="579132" y="22860"/>
                </a:lnTo>
                <a:lnTo>
                  <a:pt x="547128" y="0"/>
                </a:lnTo>
                <a:lnTo>
                  <a:pt x="541693" y="15138"/>
                </a:lnTo>
                <a:lnTo>
                  <a:pt x="534555" y="30861"/>
                </a:lnTo>
                <a:lnTo>
                  <a:pt x="503999" y="81724"/>
                </a:lnTo>
                <a:lnTo>
                  <a:pt x="477189" y="113728"/>
                </a:lnTo>
                <a:lnTo>
                  <a:pt x="461784" y="128016"/>
                </a:lnTo>
                <a:lnTo>
                  <a:pt x="466356" y="134112"/>
                </a:lnTo>
                <a:lnTo>
                  <a:pt x="499567" y="108597"/>
                </a:lnTo>
                <a:lnTo>
                  <a:pt x="541032" y="68580"/>
                </a:lnTo>
                <a:lnTo>
                  <a:pt x="562368" y="68580"/>
                </a:lnTo>
                <a:lnTo>
                  <a:pt x="581926" y="102108"/>
                </a:lnTo>
                <a:lnTo>
                  <a:pt x="586752" y="123444"/>
                </a:lnTo>
                <a:lnTo>
                  <a:pt x="589800" y="126492"/>
                </a:lnTo>
                <a:lnTo>
                  <a:pt x="597420" y="126492"/>
                </a:lnTo>
                <a:lnTo>
                  <a:pt x="601992" y="123444"/>
                </a:lnTo>
                <a:lnTo>
                  <a:pt x="605040" y="120396"/>
                </a:lnTo>
                <a:lnTo>
                  <a:pt x="606564" y="115824"/>
                </a:lnTo>
                <a:lnTo>
                  <a:pt x="608088" y="109728"/>
                </a:lnTo>
                <a:lnTo>
                  <a:pt x="608088" y="102108"/>
                </a:lnTo>
                <a:lnTo>
                  <a:pt x="605040" y="96012"/>
                </a:lnTo>
                <a:lnTo>
                  <a:pt x="597420" y="88392"/>
                </a:lnTo>
                <a:lnTo>
                  <a:pt x="592315" y="82715"/>
                </a:lnTo>
                <a:lnTo>
                  <a:pt x="586371" y="77343"/>
                </a:lnTo>
                <a:lnTo>
                  <a:pt x="579843" y="72529"/>
                </a:lnTo>
                <a:lnTo>
                  <a:pt x="573036" y="68580"/>
                </a:lnTo>
                <a:lnTo>
                  <a:pt x="669048" y="68580"/>
                </a:lnTo>
                <a:close/>
              </a:path>
              <a:path w="1300479" h="407035">
                <a:moveTo>
                  <a:pt x="841260" y="68580"/>
                </a:moveTo>
                <a:lnTo>
                  <a:pt x="831608" y="57912"/>
                </a:lnTo>
                <a:lnTo>
                  <a:pt x="812304" y="36576"/>
                </a:lnTo>
                <a:lnTo>
                  <a:pt x="790968" y="57912"/>
                </a:lnTo>
                <a:lnTo>
                  <a:pt x="704100" y="57912"/>
                </a:lnTo>
                <a:lnTo>
                  <a:pt x="714387" y="45148"/>
                </a:lnTo>
                <a:lnTo>
                  <a:pt x="720382" y="37541"/>
                </a:lnTo>
                <a:lnTo>
                  <a:pt x="726960" y="28956"/>
                </a:lnTo>
                <a:lnTo>
                  <a:pt x="737628" y="24384"/>
                </a:lnTo>
                <a:lnTo>
                  <a:pt x="705624" y="1524"/>
                </a:lnTo>
                <a:lnTo>
                  <a:pt x="685812" y="50292"/>
                </a:lnTo>
                <a:lnTo>
                  <a:pt x="660514" y="90144"/>
                </a:lnTo>
                <a:lnTo>
                  <a:pt x="650760" y="102108"/>
                </a:lnTo>
                <a:lnTo>
                  <a:pt x="653808" y="108204"/>
                </a:lnTo>
                <a:lnTo>
                  <a:pt x="666927" y="97929"/>
                </a:lnTo>
                <a:lnTo>
                  <a:pt x="678764" y="87820"/>
                </a:lnTo>
                <a:lnTo>
                  <a:pt x="689165" y="77978"/>
                </a:lnTo>
                <a:lnTo>
                  <a:pt x="698004" y="68580"/>
                </a:lnTo>
                <a:lnTo>
                  <a:pt x="720864" y="68580"/>
                </a:lnTo>
                <a:lnTo>
                  <a:pt x="742010" y="105346"/>
                </a:lnTo>
                <a:lnTo>
                  <a:pt x="746772" y="128016"/>
                </a:lnTo>
                <a:lnTo>
                  <a:pt x="749820" y="131064"/>
                </a:lnTo>
                <a:lnTo>
                  <a:pt x="755916" y="126492"/>
                </a:lnTo>
                <a:lnTo>
                  <a:pt x="760488" y="123444"/>
                </a:lnTo>
                <a:lnTo>
                  <a:pt x="763536" y="117348"/>
                </a:lnTo>
                <a:lnTo>
                  <a:pt x="766584" y="109728"/>
                </a:lnTo>
                <a:lnTo>
                  <a:pt x="768108" y="102108"/>
                </a:lnTo>
                <a:lnTo>
                  <a:pt x="766584" y="96012"/>
                </a:lnTo>
                <a:lnTo>
                  <a:pt x="730008" y="68580"/>
                </a:lnTo>
                <a:lnTo>
                  <a:pt x="841260" y="68580"/>
                </a:lnTo>
                <a:close/>
              </a:path>
              <a:path w="1300479" h="407035">
                <a:moveTo>
                  <a:pt x="854976" y="358140"/>
                </a:moveTo>
                <a:lnTo>
                  <a:pt x="807389" y="349986"/>
                </a:lnTo>
                <a:lnTo>
                  <a:pt x="765251" y="333375"/>
                </a:lnTo>
                <a:lnTo>
                  <a:pt x="716813" y="302221"/>
                </a:lnTo>
                <a:lnTo>
                  <a:pt x="683755" y="270217"/>
                </a:lnTo>
                <a:lnTo>
                  <a:pt x="667524" y="249936"/>
                </a:lnTo>
                <a:lnTo>
                  <a:pt x="667524" y="208788"/>
                </a:lnTo>
                <a:lnTo>
                  <a:pt x="763536" y="208788"/>
                </a:lnTo>
                <a:lnTo>
                  <a:pt x="763536" y="265176"/>
                </a:lnTo>
                <a:lnTo>
                  <a:pt x="760488" y="269748"/>
                </a:lnTo>
                <a:lnTo>
                  <a:pt x="755916" y="269748"/>
                </a:lnTo>
                <a:lnTo>
                  <a:pt x="751344" y="271272"/>
                </a:lnTo>
                <a:lnTo>
                  <a:pt x="746772" y="271272"/>
                </a:lnTo>
                <a:lnTo>
                  <a:pt x="743724" y="269748"/>
                </a:lnTo>
                <a:lnTo>
                  <a:pt x="739127" y="269481"/>
                </a:lnTo>
                <a:lnTo>
                  <a:pt x="722503" y="267817"/>
                </a:lnTo>
                <a:lnTo>
                  <a:pt x="710196" y="266700"/>
                </a:lnTo>
                <a:lnTo>
                  <a:pt x="710196" y="272796"/>
                </a:lnTo>
                <a:lnTo>
                  <a:pt x="726770" y="278218"/>
                </a:lnTo>
                <a:lnTo>
                  <a:pt x="739914" y="285369"/>
                </a:lnTo>
                <a:lnTo>
                  <a:pt x="749630" y="294220"/>
                </a:lnTo>
                <a:lnTo>
                  <a:pt x="755916" y="304800"/>
                </a:lnTo>
                <a:lnTo>
                  <a:pt x="764438" y="300240"/>
                </a:lnTo>
                <a:lnTo>
                  <a:pt x="784479" y="271272"/>
                </a:lnTo>
                <a:lnTo>
                  <a:pt x="784580" y="270459"/>
                </a:lnTo>
                <a:lnTo>
                  <a:pt x="784758" y="265176"/>
                </a:lnTo>
                <a:lnTo>
                  <a:pt x="784872" y="213360"/>
                </a:lnTo>
                <a:lnTo>
                  <a:pt x="791400" y="208788"/>
                </a:lnTo>
                <a:lnTo>
                  <a:pt x="800112" y="202692"/>
                </a:lnTo>
                <a:lnTo>
                  <a:pt x="795210" y="198120"/>
                </a:lnTo>
                <a:lnTo>
                  <a:pt x="777252" y="181356"/>
                </a:lnTo>
                <a:lnTo>
                  <a:pt x="758964" y="198120"/>
                </a:lnTo>
                <a:lnTo>
                  <a:pt x="667524" y="198120"/>
                </a:lnTo>
                <a:lnTo>
                  <a:pt x="667524" y="160020"/>
                </a:lnTo>
                <a:lnTo>
                  <a:pt x="848880" y="160020"/>
                </a:lnTo>
                <a:lnTo>
                  <a:pt x="813828" y="123444"/>
                </a:lnTo>
                <a:lnTo>
                  <a:pt x="784872" y="149352"/>
                </a:lnTo>
                <a:lnTo>
                  <a:pt x="667524" y="149352"/>
                </a:lnTo>
                <a:lnTo>
                  <a:pt x="667524" y="137160"/>
                </a:lnTo>
                <a:lnTo>
                  <a:pt x="679716" y="124968"/>
                </a:lnTo>
                <a:lnTo>
                  <a:pt x="643140" y="109728"/>
                </a:lnTo>
                <a:lnTo>
                  <a:pt x="644664" y="149352"/>
                </a:lnTo>
                <a:lnTo>
                  <a:pt x="461784" y="149352"/>
                </a:lnTo>
                <a:lnTo>
                  <a:pt x="478548" y="164592"/>
                </a:lnTo>
                <a:lnTo>
                  <a:pt x="487972" y="162585"/>
                </a:lnTo>
                <a:lnTo>
                  <a:pt x="497979" y="161163"/>
                </a:lnTo>
                <a:lnTo>
                  <a:pt x="508546" y="160299"/>
                </a:lnTo>
                <a:lnTo>
                  <a:pt x="519696" y="160020"/>
                </a:lnTo>
                <a:lnTo>
                  <a:pt x="644664" y="160020"/>
                </a:lnTo>
                <a:lnTo>
                  <a:pt x="644664" y="198120"/>
                </a:lnTo>
                <a:lnTo>
                  <a:pt x="547128" y="198120"/>
                </a:lnTo>
                <a:lnTo>
                  <a:pt x="522744" y="185928"/>
                </a:lnTo>
                <a:lnTo>
                  <a:pt x="523621" y="199923"/>
                </a:lnTo>
                <a:lnTo>
                  <a:pt x="524078" y="214503"/>
                </a:lnTo>
                <a:lnTo>
                  <a:pt x="524243" y="229641"/>
                </a:lnTo>
                <a:lnTo>
                  <a:pt x="524129" y="272796"/>
                </a:lnTo>
                <a:lnTo>
                  <a:pt x="524052" y="278218"/>
                </a:lnTo>
                <a:lnTo>
                  <a:pt x="523659" y="291719"/>
                </a:lnTo>
                <a:lnTo>
                  <a:pt x="523544" y="294220"/>
                </a:lnTo>
                <a:lnTo>
                  <a:pt x="522744" y="307848"/>
                </a:lnTo>
                <a:lnTo>
                  <a:pt x="547128" y="297180"/>
                </a:lnTo>
                <a:lnTo>
                  <a:pt x="547128" y="208788"/>
                </a:lnTo>
                <a:lnTo>
                  <a:pt x="644664" y="208788"/>
                </a:lnTo>
                <a:lnTo>
                  <a:pt x="644664" y="239268"/>
                </a:lnTo>
                <a:lnTo>
                  <a:pt x="625538" y="263309"/>
                </a:lnTo>
                <a:lnTo>
                  <a:pt x="582726" y="305701"/>
                </a:lnTo>
                <a:lnTo>
                  <a:pt x="534454" y="342582"/>
                </a:lnTo>
                <a:lnTo>
                  <a:pt x="479590" y="376250"/>
                </a:lnTo>
                <a:lnTo>
                  <a:pt x="449592" y="391668"/>
                </a:lnTo>
                <a:lnTo>
                  <a:pt x="452640" y="397764"/>
                </a:lnTo>
                <a:lnTo>
                  <a:pt x="503885" y="376047"/>
                </a:lnTo>
                <a:lnTo>
                  <a:pt x="556272" y="347472"/>
                </a:lnTo>
                <a:lnTo>
                  <a:pt x="604469" y="312610"/>
                </a:lnTo>
                <a:lnTo>
                  <a:pt x="644664" y="274320"/>
                </a:lnTo>
                <a:lnTo>
                  <a:pt x="644537" y="358140"/>
                </a:lnTo>
                <a:lnTo>
                  <a:pt x="644423" y="366941"/>
                </a:lnTo>
                <a:lnTo>
                  <a:pt x="644017" y="384378"/>
                </a:lnTo>
                <a:lnTo>
                  <a:pt x="643140" y="406908"/>
                </a:lnTo>
                <a:lnTo>
                  <a:pt x="669048" y="394716"/>
                </a:lnTo>
                <a:lnTo>
                  <a:pt x="668159" y="385330"/>
                </a:lnTo>
                <a:lnTo>
                  <a:pt x="667740" y="376250"/>
                </a:lnTo>
                <a:lnTo>
                  <a:pt x="667613" y="370370"/>
                </a:lnTo>
                <a:lnTo>
                  <a:pt x="667524" y="274320"/>
                </a:lnTo>
                <a:lnTo>
                  <a:pt x="667524" y="263652"/>
                </a:lnTo>
                <a:lnTo>
                  <a:pt x="680974" y="282816"/>
                </a:lnTo>
                <a:lnTo>
                  <a:pt x="694004" y="299275"/>
                </a:lnTo>
                <a:lnTo>
                  <a:pt x="731024" y="334848"/>
                </a:lnTo>
                <a:lnTo>
                  <a:pt x="768108" y="362712"/>
                </a:lnTo>
                <a:lnTo>
                  <a:pt x="807110" y="382854"/>
                </a:lnTo>
                <a:lnTo>
                  <a:pt x="819924" y="387096"/>
                </a:lnTo>
                <a:lnTo>
                  <a:pt x="824534" y="379425"/>
                </a:lnTo>
                <a:lnTo>
                  <a:pt x="831735" y="372618"/>
                </a:lnTo>
                <a:lnTo>
                  <a:pt x="841781" y="366941"/>
                </a:lnTo>
                <a:lnTo>
                  <a:pt x="854976" y="362712"/>
                </a:lnTo>
                <a:lnTo>
                  <a:pt x="854976" y="358140"/>
                </a:lnTo>
                <a:close/>
              </a:path>
              <a:path w="1300479" h="407035">
                <a:moveTo>
                  <a:pt x="1114044" y="68580"/>
                </a:moveTo>
                <a:lnTo>
                  <a:pt x="1104442" y="57912"/>
                </a:lnTo>
                <a:lnTo>
                  <a:pt x="1086612" y="38100"/>
                </a:lnTo>
                <a:lnTo>
                  <a:pt x="1066800" y="57912"/>
                </a:lnTo>
                <a:lnTo>
                  <a:pt x="990600" y="57912"/>
                </a:lnTo>
                <a:lnTo>
                  <a:pt x="994600" y="52743"/>
                </a:lnTo>
                <a:lnTo>
                  <a:pt x="1006030" y="38404"/>
                </a:lnTo>
                <a:lnTo>
                  <a:pt x="1013460" y="28956"/>
                </a:lnTo>
                <a:lnTo>
                  <a:pt x="1024128" y="22860"/>
                </a:lnTo>
                <a:lnTo>
                  <a:pt x="992124" y="0"/>
                </a:lnTo>
                <a:lnTo>
                  <a:pt x="986701" y="15138"/>
                </a:lnTo>
                <a:lnTo>
                  <a:pt x="979551" y="30861"/>
                </a:lnTo>
                <a:lnTo>
                  <a:pt x="949032" y="81724"/>
                </a:lnTo>
                <a:lnTo>
                  <a:pt x="922832" y="113728"/>
                </a:lnTo>
                <a:lnTo>
                  <a:pt x="908304" y="128016"/>
                </a:lnTo>
                <a:lnTo>
                  <a:pt x="911352" y="134112"/>
                </a:lnTo>
                <a:lnTo>
                  <a:pt x="945222" y="108597"/>
                </a:lnTo>
                <a:lnTo>
                  <a:pt x="986028" y="68580"/>
                </a:lnTo>
                <a:lnTo>
                  <a:pt x="1008888" y="68580"/>
                </a:lnTo>
                <a:lnTo>
                  <a:pt x="1028827" y="108978"/>
                </a:lnTo>
                <a:lnTo>
                  <a:pt x="1031748" y="123444"/>
                </a:lnTo>
                <a:lnTo>
                  <a:pt x="1034796" y="126492"/>
                </a:lnTo>
                <a:lnTo>
                  <a:pt x="1042416" y="126492"/>
                </a:lnTo>
                <a:lnTo>
                  <a:pt x="1046988" y="123444"/>
                </a:lnTo>
                <a:lnTo>
                  <a:pt x="1050036" y="120396"/>
                </a:lnTo>
                <a:lnTo>
                  <a:pt x="1051560" y="115824"/>
                </a:lnTo>
                <a:lnTo>
                  <a:pt x="1053084" y="109728"/>
                </a:lnTo>
                <a:lnTo>
                  <a:pt x="1053084" y="102108"/>
                </a:lnTo>
                <a:lnTo>
                  <a:pt x="1050036" y="96012"/>
                </a:lnTo>
                <a:lnTo>
                  <a:pt x="1042416" y="88392"/>
                </a:lnTo>
                <a:lnTo>
                  <a:pt x="1037539" y="82715"/>
                </a:lnTo>
                <a:lnTo>
                  <a:pt x="1031938" y="77343"/>
                </a:lnTo>
                <a:lnTo>
                  <a:pt x="1025486" y="72529"/>
                </a:lnTo>
                <a:lnTo>
                  <a:pt x="1018032" y="68580"/>
                </a:lnTo>
                <a:lnTo>
                  <a:pt x="1114044" y="68580"/>
                </a:lnTo>
                <a:close/>
              </a:path>
              <a:path w="1300479" h="407035">
                <a:moveTo>
                  <a:pt x="1286256" y="68580"/>
                </a:moveTo>
                <a:lnTo>
                  <a:pt x="1276604" y="57912"/>
                </a:lnTo>
                <a:lnTo>
                  <a:pt x="1257300" y="36576"/>
                </a:lnTo>
                <a:lnTo>
                  <a:pt x="1235964" y="57912"/>
                </a:lnTo>
                <a:lnTo>
                  <a:pt x="1149096" y="57912"/>
                </a:lnTo>
                <a:lnTo>
                  <a:pt x="1159383" y="45148"/>
                </a:lnTo>
                <a:lnTo>
                  <a:pt x="1165390" y="37541"/>
                </a:lnTo>
                <a:lnTo>
                  <a:pt x="1171956" y="28956"/>
                </a:lnTo>
                <a:lnTo>
                  <a:pt x="1182624" y="24384"/>
                </a:lnTo>
                <a:lnTo>
                  <a:pt x="1150620" y="1524"/>
                </a:lnTo>
                <a:lnTo>
                  <a:pt x="1130808" y="50292"/>
                </a:lnTo>
                <a:lnTo>
                  <a:pt x="1105738" y="90144"/>
                </a:lnTo>
                <a:lnTo>
                  <a:pt x="1095756" y="102108"/>
                </a:lnTo>
                <a:lnTo>
                  <a:pt x="1098804" y="108204"/>
                </a:lnTo>
                <a:lnTo>
                  <a:pt x="1111948" y="97929"/>
                </a:lnTo>
                <a:lnTo>
                  <a:pt x="1123950" y="87820"/>
                </a:lnTo>
                <a:lnTo>
                  <a:pt x="1134808" y="77978"/>
                </a:lnTo>
                <a:lnTo>
                  <a:pt x="1144524" y="68580"/>
                </a:lnTo>
                <a:lnTo>
                  <a:pt x="1165860" y="68580"/>
                </a:lnTo>
                <a:lnTo>
                  <a:pt x="1187005" y="105346"/>
                </a:lnTo>
                <a:lnTo>
                  <a:pt x="1191768" y="128016"/>
                </a:lnTo>
                <a:lnTo>
                  <a:pt x="1194816" y="131064"/>
                </a:lnTo>
                <a:lnTo>
                  <a:pt x="1200912" y="126492"/>
                </a:lnTo>
                <a:lnTo>
                  <a:pt x="1205484" y="123444"/>
                </a:lnTo>
                <a:lnTo>
                  <a:pt x="1210056" y="117348"/>
                </a:lnTo>
                <a:lnTo>
                  <a:pt x="1211580" y="109728"/>
                </a:lnTo>
                <a:lnTo>
                  <a:pt x="1214628" y="102108"/>
                </a:lnTo>
                <a:lnTo>
                  <a:pt x="1211580" y="96012"/>
                </a:lnTo>
                <a:lnTo>
                  <a:pt x="1175004" y="68580"/>
                </a:lnTo>
                <a:lnTo>
                  <a:pt x="1286256" y="68580"/>
                </a:lnTo>
                <a:close/>
              </a:path>
              <a:path w="1300479" h="407035">
                <a:moveTo>
                  <a:pt x="1299972" y="358140"/>
                </a:moveTo>
                <a:lnTo>
                  <a:pt x="1253045" y="349986"/>
                </a:lnTo>
                <a:lnTo>
                  <a:pt x="1210246" y="333375"/>
                </a:lnTo>
                <a:lnTo>
                  <a:pt x="1161821" y="302221"/>
                </a:lnTo>
                <a:lnTo>
                  <a:pt x="1128763" y="270217"/>
                </a:lnTo>
                <a:lnTo>
                  <a:pt x="1123505" y="263652"/>
                </a:lnTo>
                <a:lnTo>
                  <a:pt x="1112520" y="249936"/>
                </a:lnTo>
                <a:lnTo>
                  <a:pt x="1112520" y="208788"/>
                </a:lnTo>
                <a:lnTo>
                  <a:pt x="1208532" y="208788"/>
                </a:lnTo>
                <a:lnTo>
                  <a:pt x="1208532" y="265176"/>
                </a:lnTo>
                <a:lnTo>
                  <a:pt x="1205484" y="269748"/>
                </a:lnTo>
                <a:lnTo>
                  <a:pt x="1200912" y="269748"/>
                </a:lnTo>
                <a:lnTo>
                  <a:pt x="1196340" y="271272"/>
                </a:lnTo>
                <a:lnTo>
                  <a:pt x="1193292" y="271272"/>
                </a:lnTo>
                <a:lnTo>
                  <a:pt x="1188720" y="269748"/>
                </a:lnTo>
                <a:lnTo>
                  <a:pt x="1184148" y="269481"/>
                </a:lnTo>
                <a:lnTo>
                  <a:pt x="1156716" y="266700"/>
                </a:lnTo>
                <a:lnTo>
                  <a:pt x="1156716" y="272796"/>
                </a:lnTo>
                <a:lnTo>
                  <a:pt x="1172413" y="278218"/>
                </a:lnTo>
                <a:lnTo>
                  <a:pt x="1185100" y="285369"/>
                </a:lnTo>
                <a:lnTo>
                  <a:pt x="1194650" y="294220"/>
                </a:lnTo>
                <a:lnTo>
                  <a:pt x="1200912" y="304800"/>
                </a:lnTo>
                <a:lnTo>
                  <a:pt x="1210081" y="300240"/>
                </a:lnTo>
                <a:lnTo>
                  <a:pt x="1230706" y="271272"/>
                </a:lnTo>
                <a:lnTo>
                  <a:pt x="1230871" y="270459"/>
                </a:lnTo>
                <a:lnTo>
                  <a:pt x="1231303" y="263652"/>
                </a:lnTo>
                <a:lnTo>
                  <a:pt x="1231392" y="213360"/>
                </a:lnTo>
                <a:lnTo>
                  <a:pt x="1237272" y="208788"/>
                </a:lnTo>
                <a:lnTo>
                  <a:pt x="1245108" y="202692"/>
                </a:lnTo>
                <a:lnTo>
                  <a:pt x="1240218" y="198120"/>
                </a:lnTo>
                <a:lnTo>
                  <a:pt x="1222248" y="181356"/>
                </a:lnTo>
                <a:lnTo>
                  <a:pt x="1205484" y="198120"/>
                </a:lnTo>
                <a:lnTo>
                  <a:pt x="1112520" y="198120"/>
                </a:lnTo>
                <a:lnTo>
                  <a:pt x="1112520" y="160020"/>
                </a:lnTo>
                <a:lnTo>
                  <a:pt x="1293876" y="160020"/>
                </a:lnTo>
                <a:lnTo>
                  <a:pt x="1258824" y="123444"/>
                </a:lnTo>
                <a:lnTo>
                  <a:pt x="1231392" y="149352"/>
                </a:lnTo>
                <a:lnTo>
                  <a:pt x="1112520" y="149352"/>
                </a:lnTo>
                <a:lnTo>
                  <a:pt x="1112520" y="137160"/>
                </a:lnTo>
                <a:lnTo>
                  <a:pt x="1124712" y="124968"/>
                </a:lnTo>
                <a:lnTo>
                  <a:pt x="1088136" y="109728"/>
                </a:lnTo>
                <a:lnTo>
                  <a:pt x="1089660" y="149352"/>
                </a:lnTo>
                <a:lnTo>
                  <a:pt x="908304" y="149352"/>
                </a:lnTo>
                <a:lnTo>
                  <a:pt x="923544" y="164592"/>
                </a:lnTo>
                <a:lnTo>
                  <a:pt x="932980" y="162585"/>
                </a:lnTo>
                <a:lnTo>
                  <a:pt x="942975" y="161163"/>
                </a:lnTo>
                <a:lnTo>
                  <a:pt x="953554" y="160299"/>
                </a:lnTo>
                <a:lnTo>
                  <a:pt x="964692" y="160020"/>
                </a:lnTo>
                <a:lnTo>
                  <a:pt x="1089660" y="160020"/>
                </a:lnTo>
                <a:lnTo>
                  <a:pt x="1089660" y="198120"/>
                </a:lnTo>
                <a:lnTo>
                  <a:pt x="992124" y="198120"/>
                </a:lnTo>
                <a:lnTo>
                  <a:pt x="967740" y="185928"/>
                </a:lnTo>
                <a:lnTo>
                  <a:pt x="968870" y="199923"/>
                </a:lnTo>
                <a:lnTo>
                  <a:pt x="969835" y="214503"/>
                </a:lnTo>
                <a:lnTo>
                  <a:pt x="970534" y="229641"/>
                </a:lnTo>
                <a:lnTo>
                  <a:pt x="970686" y="239268"/>
                </a:lnTo>
                <a:lnTo>
                  <a:pt x="970724" y="249936"/>
                </a:lnTo>
                <a:lnTo>
                  <a:pt x="970534" y="261975"/>
                </a:lnTo>
                <a:lnTo>
                  <a:pt x="969860" y="277368"/>
                </a:lnTo>
                <a:lnTo>
                  <a:pt x="968946" y="291719"/>
                </a:lnTo>
                <a:lnTo>
                  <a:pt x="967740" y="307848"/>
                </a:lnTo>
                <a:lnTo>
                  <a:pt x="992124" y="297180"/>
                </a:lnTo>
                <a:lnTo>
                  <a:pt x="992124" y="208788"/>
                </a:lnTo>
                <a:lnTo>
                  <a:pt x="1089660" y="208788"/>
                </a:lnTo>
                <a:lnTo>
                  <a:pt x="1089660" y="239268"/>
                </a:lnTo>
                <a:lnTo>
                  <a:pt x="1070762" y="263309"/>
                </a:lnTo>
                <a:lnTo>
                  <a:pt x="1028369" y="305701"/>
                </a:lnTo>
                <a:lnTo>
                  <a:pt x="979487" y="342582"/>
                </a:lnTo>
                <a:lnTo>
                  <a:pt x="925245" y="376250"/>
                </a:lnTo>
                <a:lnTo>
                  <a:pt x="896112" y="391668"/>
                </a:lnTo>
                <a:lnTo>
                  <a:pt x="897636" y="397764"/>
                </a:lnTo>
                <a:lnTo>
                  <a:pt x="948880" y="376047"/>
                </a:lnTo>
                <a:lnTo>
                  <a:pt x="1001268" y="347472"/>
                </a:lnTo>
                <a:lnTo>
                  <a:pt x="1049464" y="312610"/>
                </a:lnTo>
                <a:lnTo>
                  <a:pt x="1089660" y="274320"/>
                </a:lnTo>
                <a:lnTo>
                  <a:pt x="1089545" y="358140"/>
                </a:lnTo>
                <a:lnTo>
                  <a:pt x="1089431" y="366941"/>
                </a:lnTo>
                <a:lnTo>
                  <a:pt x="1089025" y="384378"/>
                </a:lnTo>
                <a:lnTo>
                  <a:pt x="1088136" y="406908"/>
                </a:lnTo>
                <a:lnTo>
                  <a:pt x="1114044" y="394716"/>
                </a:lnTo>
                <a:lnTo>
                  <a:pt x="1113167" y="385330"/>
                </a:lnTo>
                <a:lnTo>
                  <a:pt x="1112748" y="376250"/>
                </a:lnTo>
                <a:lnTo>
                  <a:pt x="1112621" y="370370"/>
                </a:lnTo>
                <a:lnTo>
                  <a:pt x="1112520" y="274320"/>
                </a:lnTo>
                <a:lnTo>
                  <a:pt x="1112520" y="263652"/>
                </a:lnTo>
                <a:lnTo>
                  <a:pt x="1125982" y="282816"/>
                </a:lnTo>
                <a:lnTo>
                  <a:pt x="1138999" y="299275"/>
                </a:lnTo>
                <a:lnTo>
                  <a:pt x="1176032" y="334848"/>
                </a:lnTo>
                <a:lnTo>
                  <a:pt x="1213104" y="362712"/>
                </a:lnTo>
                <a:lnTo>
                  <a:pt x="1252334" y="382854"/>
                </a:lnTo>
                <a:lnTo>
                  <a:pt x="1264920" y="387096"/>
                </a:lnTo>
                <a:lnTo>
                  <a:pt x="1269542" y="379425"/>
                </a:lnTo>
                <a:lnTo>
                  <a:pt x="1276731" y="372618"/>
                </a:lnTo>
                <a:lnTo>
                  <a:pt x="1286789" y="366941"/>
                </a:lnTo>
                <a:lnTo>
                  <a:pt x="1299972" y="362712"/>
                </a:lnTo>
                <a:lnTo>
                  <a:pt x="1299972" y="35814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" name="object 38"/>
          <p:cNvSpPr/>
          <p:nvPr/>
        </p:nvSpPr>
        <p:spPr>
          <a:xfrm>
            <a:off x="8555735" y="4934711"/>
            <a:ext cx="388620" cy="405765"/>
          </a:xfrm>
          <a:custGeom>
            <a:avLst/>
            <a:gdLst/>
            <a:ahLst/>
            <a:cxnLst/>
            <a:rect l="l" t="t" r="r" b="b"/>
            <a:pathLst>
              <a:path w="388620" h="405764">
                <a:moveTo>
                  <a:pt x="153924" y="155448"/>
                </a:moveTo>
                <a:lnTo>
                  <a:pt x="149352" y="150876"/>
                </a:lnTo>
                <a:lnTo>
                  <a:pt x="158472" y="136278"/>
                </a:lnTo>
                <a:lnTo>
                  <a:pt x="167449" y="119824"/>
                </a:lnTo>
                <a:lnTo>
                  <a:pt x="184403" y="80772"/>
                </a:lnTo>
                <a:lnTo>
                  <a:pt x="199644" y="38671"/>
                </a:lnTo>
                <a:lnTo>
                  <a:pt x="210312" y="0"/>
                </a:lnTo>
                <a:lnTo>
                  <a:pt x="246888" y="19812"/>
                </a:lnTo>
                <a:lnTo>
                  <a:pt x="231648" y="27432"/>
                </a:lnTo>
                <a:lnTo>
                  <a:pt x="214884" y="60960"/>
                </a:lnTo>
                <a:lnTo>
                  <a:pt x="337700" y="60960"/>
                </a:lnTo>
                <a:lnTo>
                  <a:pt x="348996" y="71628"/>
                </a:lnTo>
                <a:lnTo>
                  <a:pt x="214884" y="71628"/>
                </a:lnTo>
                <a:lnTo>
                  <a:pt x="216244" y="74676"/>
                </a:lnTo>
                <a:lnTo>
                  <a:pt x="210312" y="74676"/>
                </a:lnTo>
                <a:lnTo>
                  <a:pt x="198286" y="96083"/>
                </a:lnTo>
                <a:lnTo>
                  <a:pt x="184975" y="116776"/>
                </a:lnTo>
                <a:lnTo>
                  <a:pt x="170235" y="136612"/>
                </a:lnTo>
                <a:lnTo>
                  <a:pt x="153924" y="155448"/>
                </a:lnTo>
                <a:close/>
              </a:path>
              <a:path w="388620" h="405764">
                <a:moveTo>
                  <a:pt x="337700" y="60960"/>
                </a:moveTo>
                <a:lnTo>
                  <a:pt x="307848" y="60960"/>
                </a:lnTo>
                <a:lnTo>
                  <a:pt x="321564" y="45720"/>
                </a:lnTo>
                <a:lnTo>
                  <a:pt x="337700" y="60960"/>
                </a:lnTo>
                <a:close/>
              </a:path>
              <a:path w="388620" h="405764">
                <a:moveTo>
                  <a:pt x="0" y="350520"/>
                </a:moveTo>
                <a:lnTo>
                  <a:pt x="881" y="317968"/>
                </a:lnTo>
                <a:lnTo>
                  <a:pt x="1333" y="282130"/>
                </a:lnTo>
                <a:lnTo>
                  <a:pt x="1405" y="136612"/>
                </a:lnTo>
                <a:lnTo>
                  <a:pt x="1294" y="116776"/>
                </a:lnTo>
                <a:lnTo>
                  <a:pt x="881" y="84796"/>
                </a:lnTo>
                <a:lnTo>
                  <a:pt x="0" y="53340"/>
                </a:lnTo>
                <a:lnTo>
                  <a:pt x="22860" y="70104"/>
                </a:lnTo>
                <a:lnTo>
                  <a:pt x="142602" y="70104"/>
                </a:lnTo>
                <a:lnTo>
                  <a:pt x="147828" y="74676"/>
                </a:lnTo>
                <a:lnTo>
                  <a:pt x="140970" y="80772"/>
                </a:lnTo>
                <a:lnTo>
                  <a:pt x="22860" y="80772"/>
                </a:lnTo>
                <a:lnTo>
                  <a:pt x="22860" y="182880"/>
                </a:lnTo>
                <a:lnTo>
                  <a:pt x="134112" y="182880"/>
                </a:lnTo>
                <a:lnTo>
                  <a:pt x="134112" y="193548"/>
                </a:lnTo>
                <a:lnTo>
                  <a:pt x="22860" y="193548"/>
                </a:lnTo>
                <a:lnTo>
                  <a:pt x="22860" y="300228"/>
                </a:lnTo>
                <a:lnTo>
                  <a:pt x="134491" y="300228"/>
                </a:lnTo>
                <a:lnTo>
                  <a:pt x="134742" y="310896"/>
                </a:lnTo>
                <a:lnTo>
                  <a:pt x="22860" y="310896"/>
                </a:lnTo>
                <a:lnTo>
                  <a:pt x="22860" y="341376"/>
                </a:lnTo>
                <a:lnTo>
                  <a:pt x="0" y="350520"/>
                </a:lnTo>
                <a:close/>
              </a:path>
              <a:path w="388620" h="405764">
                <a:moveTo>
                  <a:pt x="142602" y="70104"/>
                </a:moveTo>
                <a:lnTo>
                  <a:pt x="111252" y="70104"/>
                </a:lnTo>
                <a:lnTo>
                  <a:pt x="123444" y="53340"/>
                </a:lnTo>
                <a:lnTo>
                  <a:pt x="142602" y="70104"/>
                </a:lnTo>
                <a:close/>
              </a:path>
              <a:path w="388620" h="405764">
                <a:moveTo>
                  <a:pt x="285189" y="147828"/>
                </a:moveTo>
                <a:lnTo>
                  <a:pt x="260603" y="147828"/>
                </a:lnTo>
                <a:lnTo>
                  <a:pt x="273129" y="130135"/>
                </a:lnTo>
                <a:lnTo>
                  <a:pt x="285369" y="111442"/>
                </a:lnTo>
                <a:lnTo>
                  <a:pt x="297037" y="91892"/>
                </a:lnTo>
                <a:lnTo>
                  <a:pt x="307848" y="71628"/>
                </a:lnTo>
                <a:lnTo>
                  <a:pt x="348996" y="71628"/>
                </a:lnTo>
                <a:lnTo>
                  <a:pt x="332232" y="80772"/>
                </a:lnTo>
                <a:lnTo>
                  <a:pt x="313944" y="107561"/>
                </a:lnTo>
                <a:lnTo>
                  <a:pt x="297942" y="130492"/>
                </a:lnTo>
                <a:lnTo>
                  <a:pt x="285189" y="147828"/>
                </a:lnTo>
                <a:close/>
              </a:path>
              <a:path w="388620" h="405764">
                <a:moveTo>
                  <a:pt x="137160" y="262128"/>
                </a:moveTo>
                <a:lnTo>
                  <a:pt x="135636" y="257555"/>
                </a:lnTo>
                <a:lnTo>
                  <a:pt x="168259" y="236362"/>
                </a:lnTo>
                <a:lnTo>
                  <a:pt x="197739" y="213741"/>
                </a:lnTo>
                <a:lnTo>
                  <a:pt x="224361" y="189404"/>
                </a:lnTo>
                <a:lnTo>
                  <a:pt x="248412" y="163068"/>
                </a:lnTo>
                <a:lnTo>
                  <a:pt x="235815" y="141112"/>
                </a:lnTo>
                <a:lnTo>
                  <a:pt x="225361" y="118872"/>
                </a:lnTo>
                <a:lnTo>
                  <a:pt x="216908" y="96631"/>
                </a:lnTo>
                <a:lnTo>
                  <a:pt x="210312" y="74676"/>
                </a:lnTo>
                <a:lnTo>
                  <a:pt x="216244" y="74676"/>
                </a:lnTo>
                <a:lnTo>
                  <a:pt x="224599" y="93392"/>
                </a:lnTo>
                <a:lnTo>
                  <a:pt x="235458" y="113157"/>
                </a:lnTo>
                <a:lnTo>
                  <a:pt x="247459" y="131206"/>
                </a:lnTo>
                <a:lnTo>
                  <a:pt x="260603" y="147828"/>
                </a:lnTo>
                <a:lnTo>
                  <a:pt x="285189" y="147828"/>
                </a:lnTo>
                <a:lnTo>
                  <a:pt x="284226" y="149137"/>
                </a:lnTo>
                <a:lnTo>
                  <a:pt x="272796" y="163068"/>
                </a:lnTo>
                <a:lnTo>
                  <a:pt x="292357" y="179832"/>
                </a:lnTo>
                <a:lnTo>
                  <a:pt x="260603" y="179832"/>
                </a:lnTo>
                <a:lnTo>
                  <a:pt x="240958" y="198381"/>
                </a:lnTo>
                <a:lnTo>
                  <a:pt x="221170" y="215074"/>
                </a:lnTo>
                <a:lnTo>
                  <a:pt x="201668" y="229766"/>
                </a:lnTo>
                <a:lnTo>
                  <a:pt x="182879" y="242315"/>
                </a:lnTo>
                <a:lnTo>
                  <a:pt x="186232" y="245364"/>
                </a:lnTo>
                <a:lnTo>
                  <a:pt x="176784" y="245364"/>
                </a:lnTo>
                <a:lnTo>
                  <a:pt x="137160" y="262128"/>
                </a:lnTo>
                <a:close/>
              </a:path>
              <a:path w="388620" h="405764">
                <a:moveTo>
                  <a:pt x="77724" y="182880"/>
                </a:moveTo>
                <a:lnTo>
                  <a:pt x="57912" y="182880"/>
                </a:lnTo>
                <a:lnTo>
                  <a:pt x="57912" y="80772"/>
                </a:lnTo>
                <a:lnTo>
                  <a:pt x="77724" y="80772"/>
                </a:lnTo>
                <a:lnTo>
                  <a:pt x="77724" y="182880"/>
                </a:lnTo>
                <a:close/>
              </a:path>
              <a:path w="388620" h="405764">
                <a:moveTo>
                  <a:pt x="134112" y="182880"/>
                </a:moveTo>
                <a:lnTo>
                  <a:pt x="112776" y="182880"/>
                </a:lnTo>
                <a:lnTo>
                  <a:pt x="112776" y="80772"/>
                </a:lnTo>
                <a:lnTo>
                  <a:pt x="140970" y="80772"/>
                </a:lnTo>
                <a:lnTo>
                  <a:pt x="134112" y="86868"/>
                </a:lnTo>
                <a:lnTo>
                  <a:pt x="134112" y="182880"/>
                </a:lnTo>
                <a:close/>
              </a:path>
              <a:path w="388620" h="405764">
                <a:moveTo>
                  <a:pt x="359664" y="248412"/>
                </a:moveTo>
                <a:lnTo>
                  <a:pt x="330469" y="234696"/>
                </a:lnTo>
                <a:lnTo>
                  <a:pt x="304419" y="218694"/>
                </a:lnTo>
                <a:lnTo>
                  <a:pt x="281225" y="200406"/>
                </a:lnTo>
                <a:lnTo>
                  <a:pt x="260603" y="179832"/>
                </a:lnTo>
                <a:lnTo>
                  <a:pt x="292357" y="179832"/>
                </a:lnTo>
                <a:lnTo>
                  <a:pt x="297108" y="183903"/>
                </a:lnTo>
                <a:lnTo>
                  <a:pt x="324421" y="200596"/>
                </a:lnTo>
                <a:lnTo>
                  <a:pt x="354877" y="213002"/>
                </a:lnTo>
                <a:lnTo>
                  <a:pt x="388620" y="220980"/>
                </a:lnTo>
                <a:lnTo>
                  <a:pt x="388620" y="225552"/>
                </a:lnTo>
                <a:lnTo>
                  <a:pt x="377451" y="228695"/>
                </a:lnTo>
                <a:lnTo>
                  <a:pt x="368998" y="233553"/>
                </a:lnTo>
                <a:lnTo>
                  <a:pt x="363116" y="240125"/>
                </a:lnTo>
                <a:lnTo>
                  <a:pt x="359664" y="248412"/>
                </a:lnTo>
                <a:close/>
              </a:path>
              <a:path w="388620" h="405764">
                <a:moveTo>
                  <a:pt x="77724" y="300228"/>
                </a:moveTo>
                <a:lnTo>
                  <a:pt x="57912" y="300228"/>
                </a:lnTo>
                <a:lnTo>
                  <a:pt x="57912" y="193548"/>
                </a:lnTo>
                <a:lnTo>
                  <a:pt x="77724" y="193548"/>
                </a:lnTo>
                <a:lnTo>
                  <a:pt x="77724" y="300228"/>
                </a:lnTo>
                <a:close/>
              </a:path>
              <a:path w="388620" h="405764">
                <a:moveTo>
                  <a:pt x="134491" y="300228"/>
                </a:moveTo>
                <a:lnTo>
                  <a:pt x="112776" y="300228"/>
                </a:lnTo>
                <a:lnTo>
                  <a:pt x="112776" y="193548"/>
                </a:lnTo>
                <a:lnTo>
                  <a:pt x="134112" y="193548"/>
                </a:lnTo>
                <a:lnTo>
                  <a:pt x="134222" y="282130"/>
                </a:lnTo>
                <a:lnTo>
                  <a:pt x="134302" y="292227"/>
                </a:lnTo>
                <a:lnTo>
                  <a:pt x="134491" y="300228"/>
                </a:lnTo>
                <a:close/>
              </a:path>
              <a:path w="388620" h="405764">
                <a:moveTo>
                  <a:pt x="341493" y="257555"/>
                </a:moveTo>
                <a:lnTo>
                  <a:pt x="309372" y="257555"/>
                </a:lnTo>
                <a:lnTo>
                  <a:pt x="321564" y="242315"/>
                </a:lnTo>
                <a:lnTo>
                  <a:pt x="341493" y="257555"/>
                </a:lnTo>
                <a:close/>
              </a:path>
              <a:path w="388620" h="405764">
                <a:moveTo>
                  <a:pt x="175260" y="405384"/>
                </a:moveTo>
                <a:lnTo>
                  <a:pt x="176141" y="379952"/>
                </a:lnTo>
                <a:lnTo>
                  <a:pt x="176593" y="344805"/>
                </a:lnTo>
                <a:lnTo>
                  <a:pt x="176693" y="317968"/>
                </a:lnTo>
                <a:lnTo>
                  <a:pt x="176784" y="245364"/>
                </a:lnTo>
                <a:lnTo>
                  <a:pt x="186232" y="245364"/>
                </a:lnTo>
                <a:lnTo>
                  <a:pt x="199643" y="257555"/>
                </a:lnTo>
                <a:lnTo>
                  <a:pt x="341493" y="257555"/>
                </a:lnTo>
                <a:lnTo>
                  <a:pt x="347472" y="262128"/>
                </a:lnTo>
                <a:lnTo>
                  <a:pt x="340505" y="268224"/>
                </a:lnTo>
                <a:lnTo>
                  <a:pt x="199643" y="268224"/>
                </a:lnTo>
                <a:lnTo>
                  <a:pt x="199643" y="362712"/>
                </a:lnTo>
                <a:lnTo>
                  <a:pt x="335785" y="362712"/>
                </a:lnTo>
                <a:lnTo>
                  <a:pt x="335922" y="370736"/>
                </a:lnTo>
                <a:lnTo>
                  <a:pt x="336034" y="373380"/>
                </a:lnTo>
                <a:lnTo>
                  <a:pt x="199643" y="373380"/>
                </a:lnTo>
                <a:lnTo>
                  <a:pt x="199643" y="396240"/>
                </a:lnTo>
                <a:lnTo>
                  <a:pt x="175260" y="405384"/>
                </a:lnTo>
                <a:close/>
              </a:path>
              <a:path w="388620" h="405764">
                <a:moveTo>
                  <a:pt x="335785" y="362712"/>
                </a:moveTo>
                <a:lnTo>
                  <a:pt x="312420" y="362712"/>
                </a:lnTo>
                <a:lnTo>
                  <a:pt x="312420" y="268224"/>
                </a:lnTo>
                <a:lnTo>
                  <a:pt x="340505" y="268224"/>
                </a:lnTo>
                <a:lnTo>
                  <a:pt x="335280" y="272796"/>
                </a:lnTo>
                <a:lnTo>
                  <a:pt x="335393" y="329184"/>
                </a:lnTo>
                <a:lnTo>
                  <a:pt x="335480" y="344805"/>
                </a:lnTo>
                <a:lnTo>
                  <a:pt x="335785" y="362712"/>
                </a:lnTo>
                <a:close/>
              </a:path>
              <a:path w="388620" h="405764">
                <a:moveTo>
                  <a:pt x="112776" y="335280"/>
                </a:moveTo>
                <a:lnTo>
                  <a:pt x="112776" y="310896"/>
                </a:lnTo>
                <a:lnTo>
                  <a:pt x="134742" y="310896"/>
                </a:lnTo>
                <a:lnTo>
                  <a:pt x="134770" y="311729"/>
                </a:lnTo>
                <a:lnTo>
                  <a:pt x="135636" y="329184"/>
                </a:lnTo>
                <a:lnTo>
                  <a:pt x="112776" y="335280"/>
                </a:lnTo>
                <a:close/>
              </a:path>
              <a:path w="388620" h="405764">
                <a:moveTo>
                  <a:pt x="312420" y="399288"/>
                </a:moveTo>
                <a:lnTo>
                  <a:pt x="312420" y="373380"/>
                </a:lnTo>
                <a:lnTo>
                  <a:pt x="336034" y="373380"/>
                </a:lnTo>
                <a:lnTo>
                  <a:pt x="336804" y="391668"/>
                </a:lnTo>
                <a:lnTo>
                  <a:pt x="312420" y="39928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pic>
        <p:nvPicPr>
          <p:cNvPr id="39" name="object 39"/>
          <p:cNvPicPr/>
          <p:nvPr/>
        </p:nvPicPr>
        <p:blipFill>
          <a:blip r:embed="rId4" cstate="print"/>
          <a:stretch>
            <a:fillRect/>
          </a:stretch>
        </p:blipFill>
        <p:spPr>
          <a:xfrm>
            <a:off x="9019031" y="5196268"/>
            <a:ext cx="68580" cy="117919"/>
          </a:xfrm>
          <a:prstGeom prst="rect">
            <a:avLst/>
          </a:prstGeom>
        </p:spPr>
      </p:pic>
      <p:sp>
        <p:nvSpPr>
          <p:cNvPr id="40" name="object 40"/>
          <p:cNvSpPr/>
          <p:nvPr/>
        </p:nvSpPr>
        <p:spPr>
          <a:xfrm>
            <a:off x="9428988" y="4936235"/>
            <a:ext cx="407034" cy="402590"/>
          </a:xfrm>
          <a:custGeom>
            <a:avLst/>
            <a:gdLst/>
            <a:ahLst/>
            <a:cxnLst/>
            <a:rect l="l" t="t" r="r" b="b"/>
            <a:pathLst>
              <a:path w="407034" h="402589">
                <a:moveTo>
                  <a:pt x="105156" y="105156"/>
                </a:moveTo>
                <a:lnTo>
                  <a:pt x="83820" y="105156"/>
                </a:lnTo>
                <a:lnTo>
                  <a:pt x="83558" y="74580"/>
                </a:lnTo>
                <a:lnTo>
                  <a:pt x="82914" y="48768"/>
                </a:lnTo>
                <a:lnTo>
                  <a:pt x="82822" y="45720"/>
                </a:lnTo>
                <a:lnTo>
                  <a:pt x="81857" y="21336"/>
                </a:lnTo>
                <a:lnTo>
                  <a:pt x="80772" y="0"/>
                </a:lnTo>
                <a:lnTo>
                  <a:pt x="120396" y="18288"/>
                </a:lnTo>
                <a:lnTo>
                  <a:pt x="105156" y="30480"/>
                </a:lnTo>
                <a:lnTo>
                  <a:pt x="105156" y="105156"/>
                </a:lnTo>
                <a:close/>
              </a:path>
              <a:path w="407034" h="402589">
                <a:moveTo>
                  <a:pt x="378523" y="38100"/>
                </a:moveTo>
                <a:lnTo>
                  <a:pt x="344424" y="38100"/>
                </a:lnTo>
                <a:lnTo>
                  <a:pt x="359664" y="21336"/>
                </a:lnTo>
                <a:lnTo>
                  <a:pt x="378523" y="38100"/>
                </a:lnTo>
                <a:close/>
              </a:path>
              <a:path w="407034" h="402589">
                <a:moveTo>
                  <a:pt x="199644" y="259080"/>
                </a:moveTo>
                <a:lnTo>
                  <a:pt x="200525" y="232219"/>
                </a:lnTo>
                <a:lnTo>
                  <a:pt x="200972" y="204501"/>
                </a:lnTo>
                <a:lnTo>
                  <a:pt x="201099" y="105156"/>
                </a:lnTo>
                <a:lnTo>
                  <a:pt x="200977" y="82867"/>
                </a:lnTo>
                <a:lnTo>
                  <a:pt x="200525" y="53268"/>
                </a:lnTo>
                <a:lnTo>
                  <a:pt x="199644" y="24384"/>
                </a:lnTo>
                <a:lnTo>
                  <a:pt x="225552" y="38100"/>
                </a:lnTo>
                <a:lnTo>
                  <a:pt x="378523" y="38100"/>
                </a:lnTo>
                <a:lnTo>
                  <a:pt x="387096" y="45720"/>
                </a:lnTo>
                <a:lnTo>
                  <a:pt x="382905" y="48768"/>
                </a:lnTo>
                <a:lnTo>
                  <a:pt x="224028" y="48768"/>
                </a:lnTo>
                <a:lnTo>
                  <a:pt x="224028" y="245364"/>
                </a:lnTo>
                <a:lnTo>
                  <a:pt x="199644" y="259080"/>
                </a:lnTo>
                <a:close/>
              </a:path>
              <a:path w="407034" h="402589">
                <a:moveTo>
                  <a:pt x="347472" y="249936"/>
                </a:moveTo>
                <a:lnTo>
                  <a:pt x="347472" y="48768"/>
                </a:lnTo>
                <a:lnTo>
                  <a:pt x="382905" y="48768"/>
                </a:lnTo>
                <a:lnTo>
                  <a:pt x="370332" y="57912"/>
                </a:lnTo>
                <a:lnTo>
                  <a:pt x="370458" y="152971"/>
                </a:lnTo>
                <a:lnTo>
                  <a:pt x="370553" y="175450"/>
                </a:lnTo>
                <a:lnTo>
                  <a:pt x="370994" y="211693"/>
                </a:lnTo>
                <a:lnTo>
                  <a:pt x="371856" y="236219"/>
                </a:lnTo>
                <a:lnTo>
                  <a:pt x="347472" y="249936"/>
                </a:lnTo>
                <a:close/>
              </a:path>
              <a:path w="407034" h="402589">
                <a:moveTo>
                  <a:pt x="123444" y="402336"/>
                </a:moveTo>
                <a:lnTo>
                  <a:pt x="121920" y="394716"/>
                </a:lnTo>
                <a:lnTo>
                  <a:pt x="140160" y="386381"/>
                </a:lnTo>
                <a:lnTo>
                  <a:pt x="158115" y="377190"/>
                </a:lnTo>
                <a:lnTo>
                  <a:pt x="192024" y="355092"/>
                </a:lnTo>
                <a:lnTo>
                  <a:pt x="221742" y="327660"/>
                </a:lnTo>
                <a:lnTo>
                  <a:pt x="249721" y="277391"/>
                </a:lnTo>
                <a:lnTo>
                  <a:pt x="260532" y="234576"/>
                </a:lnTo>
                <a:lnTo>
                  <a:pt x="266295" y="183427"/>
                </a:lnTo>
                <a:lnTo>
                  <a:pt x="268112" y="121562"/>
                </a:lnTo>
                <a:lnTo>
                  <a:pt x="268224" y="80772"/>
                </a:lnTo>
                <a:lnTo>
                  <a:pt x="306324" y="99060"/>
                </a:lnTo>
                <a:lnTo>
                  <a:pt x="294132" y="111252"/>
                </a:lnTo>
                <a:lnTo>
                  <a:pt x="292703" y="144994"/>
                </a:lnTo>
                <a:lnTo>
                  <a:pt x="290703" y="175450"/>
                </a:lnTo>
                <a:lnTo>
                  <a:pt x="284988" y="227076"/>
                </a:lnTo>
                <a:lnTo>
                  <a:pt x="274891" y="269557"/>
                </a:lnTo>
                <a:lnTo>
                  <a:pt x="259079" y="306324"/>
                </a:lnTo>
                <a:lnTo>
                  <a:pt x="223289" y="350472"/>
                </a:lnTo>
                <a:lnTo>
                  <a:pt x="189237" y="373832"/>
                </a:lnTo>
                <a:lnTo>
                  <a:pt x="147470" y="393787"/>
                </a:lnTo>
                <a:lnTo>
                  <a:pt x="123444" y="402336"/>
                </a:lnTo>
                <a:close/>
              </a:path>
              <a:path w="407034" h="402589">
                <a:moveTo>
                  <a:pt x="27432" y="120396"/>
                </a:moveTo>
                <a:lnTo>
                  <a:pt x="12192" y="105156"/>
                </a:lnTo>
                <a:lnTo>
                  <a:pt x="135636" y="105156"/>
                </a:lnTo>
                <a:lnTo>
                  <a:pt x="153924" y="85344"/>
                </a:lnTo>
                <a:lnTo>
                  <a:pt x="182880" y="114300"/>
                </a:lnTo>
                <a:lnTo>
                  <a:pt x="70104" y="114300"/>
                </a:lnTo>
                <a:lnTo>
                  <a:pt x="58935" y="114823"/>
                </a:lnTo>
                <a:lnTo>
                  <a:pt x="48196" y="116205"/>
                </a:lnTo>
                <a:lnTo>
                  <a:pt x="37742" y="118157"/>
                </a:lnTo>
                <a:lnTo>
                  <a:pt x="27432" y="120396"/>
                </a:lnTo>
                <a:close/>
              </a:path>
              <a:path w="407034" h="402589">
                <a:moveTo>
                  <a:pt x="105156" y="193548"/>
                </a:moveTo>
                <a:lnTo>
                  <a:pt x="83820" y="193548"/>
                </a:lnTo>
                <a:lnTo>
                  <a:pt x="83820" y="114300"/>
                </a:lnTo>
                <a:lnTo>
                  <a:pt x="105156" y="114300"/>
                </a:lnTo>
                <a:lnTo>
                  <a:pt x="105156" y="193548"/>
                </a:lnTo>
                <a:close/>
              </a:path>
              <a:path w="407034" h="402589">
                <a:moveTo>
                  <a:pt x="16764" y="208788"/>
                </a:moveTo>
                <a:lnTo>
                  <a:pt x="1524" y="193548"/>
                </a:lnTo>
                <a:lnTo>
                  <a:pt x="140208" y="193548"/>
                </a:lnTo>
                <a:lnTo>
                  <a:pt x="160020" y="173736"/>
                </a:lnTo>
                <a:lnTo>
                  <a:pt x="187452" y="204216"/>
                </a:lnTo>
                <a:lnTo>
                  <a:pt x="59436" y="204216"/>
                </a:lnTo>
                <a:lnTo>
                  <a:pt x="48267" y="204501"/>
                </a:lnTo>
                <a:lnTo>
                  <a:pt x="37528" y="205359"/>
                </a:lnTo>
                <a:lnTo>
                  <a:pt x="27074" y="206787"/>
                </a:lnTo>
                <a:lnTo>
                  <a:pt x="16764" y="208788"/>
                </a:lnTo>
                <a:close/>
              </a:path>
              <a:path w="407034" h="402589">
                <a:moveTo>
                  <a:pt x="371856" y="384048"/>
                </a:moveTo>
                <a:lnTo>
                  <a:pt x="321564" y="384048"/>
                </a:lnTo>
                <a:lnTo>
                  <a:pt x="308443" y="382047"/>
                </a:lnTo>
                <a:lnTo>
                  <a:pt x="298894" y="376047"/>
                </a:lnTo>
                <a:lnTo>
                  <a:pt x="293060" y="366045"/>
                </a:lnTo>
                <a:lnTo>
                  <a:pt x="291084" y="352044"/>
                </a:lnTo>
                <a:lnTo>
                  <a:pt x="290993" y="232219"/>
                </a:lnTo>
                <a:lnTo>
                  <a:pt x="290866" y="220599"/>
                </a:lnTo>
                <a:lnTo>
                  <a:pt x="290471" y="206787"/>
                </a:lnTo>
                <a:lnTo>
                  <a:pt x="290362" y="204501"/>
                </a:lnTo>
                <a:lnTo>
                  <a:pt x="289560" y="192024"/>
                </a:lnTo>
                <a:lnTo>
                  <a:pt x="327660" y="213360"/>
                </a:lnTo>
                <a:lnTo>
                  <a:pt x="313944" y="224028"/>
                </a:lnTo>
                <a:lnTo>
                  <a:pt x="313944" y="347472"/>
                </a:lnTo>
                <a:lnTo>
                  <a:pt x="315348" y="354591"/>
                </a:lnTo>
                <a:lnTo>
                  <a:pt x="319468" y="359854"/>
                </a:lnTo>
                <a:lnTo>
                  <a:pt x="326159" y="363116"/>
                </a:lnTo>
                <a:lnTo>
                  <a:pt x="335280" y="364236"/>
                </a:lnTo>
                <a:lnTo>
                  <a:pt x="404651" y="364236"/>
                </a:lnTo>
                <a:lnTo>
                  <a:pt x="399502" y="371189"/>
                </a:lnTo>
                <a:lnTo>
                  <a:pt x="391096" y="378333"/>
                </a:lnTo>
                <a:lnTo>
                  <a:pt x="381833" y="382619"/>
                </a:lnTo>
                <a:lnTo>
                  <a:pt x="371856" y="384048"/>
                </a:lnTo>
                <a:close/>
              </a:path>
              <a:path w="407034" h="402589">
                <a:moveTo>
                  <a:pt x="4572" y="402336"/>
                </a:moveTo>
                <a:lnTo>
                  <a:pt x="0" y="396239"/>
                </a:lnTo>
                <a:lnTo>
                  <a:pt x="20264" y="376261"/>
                </a:lnTo>
                <a:lnTo>
                  <a:pt x="37528" y="355282"/>
                </a:lnTo>
                <a:lnTo>
                  <a:pt x="62484" y="310895"/>
                </a:lnTo>
                <a:lnTo>
                  <a:pt x="77152" y="262128"/>
                </a:lnTo>
                <a:lnTo>
                  <a:pt x="83820" y="204216"/>
                </a:lnTo>
                <a:lnTo>
                  <a:pt x="105156" y="204216"/>
                </a:lnTo>
                <a:lnTo>
                  <a:pt x="105045" y="213360"/>
                </a:lnTo>
                <a:lnTo>
                  <a:pt x="104775" y="220599"/>
                </a:lnTo>
                <a:lnTo>
                  <a:pt x="103870" y="231219"/>
                </a:lnTo>
                <a:lnTo>
                  <a:pt x="102108" y="243840"/>
                </a:lnTo>
                <a:lnTo>
                  <a:pt x="112541" y="249936"/>
                </a:lnTo>
                <a:lnTo>
                  <a:pt x="100584" y="249936"/>
                </a:lnTo>
                <a:lnTo>
                  <a:pt x="98036" y="271105"/>
                </a:lnTo>
                <a:lnTo>
                  <a:pt x="92773" y="291274"/>
                </a:lnTo>
                <a:lnTo>
                  <a:pt x="74676" y="329184"/>
                </a:lnTo>
                <a:lnTo>
                  <a:pt x="45910" y="365760"/>
                </a:lnTo>
                <a:lnTo>
                  <a:pt x="26884" y="384048"/>
                </a:lnTo>
                <a:lnTo>
                  <a:pt x="4572" y="402336"/>
                </a:lnTo>
                <a:close/>
              </a:path>
              <a:path w="407034" h="402589">
                <a:moveTo>
                  <a:pt x="166116" y="333756"/>
                </a:moveTo>
                <a:lnTo>
                  <a:pt x="160020" y="333756"/>
                </a:lnTo>
                <a:lnTo>
                  <a:pt x="155447" y="327660"/>
                </a:lnTo>
                <a:lnTo>
                  <a:pt x="149352" y="312419"/>
                </a:lnTo>
                <a:lnTo>
                  <a:pt x="141089" y="298370"/>
                </a:lnTo>
                <a:lnTo>
                  <a:pt x="130111" y="283464"/>
                </a:lnTo>
                <a:lnTo>
                  <a:pt x="116562" y="267414"/>
                </a:lnTo>
                <a:lnTo>
                  <a:pt x="100584" y="249936"/>
                </a:lnTo>
                <a:lnTo>
                  <a:pt x="112541" y="249936"/>
                </a:lnTo>
                <a:lnTo>
                  <a:pt x="146685" y="271272"/>
                </a:lnTo>
                <a:lnTo>
                  <a:pt x="173736" y="303276"/>
                </a:lnTo>
                <a:lnTo>
                  <a:pt x="173736" y="316991"/>
                </a:lnTo>
                <a:lnTo>
                  <a:pt x="172212" y="323087"/>
                </a:lnTo>
                <a:lnTo>
                  <a:pt x="170688" y="327660"/>
                </a:lnTo>
                <a:lnTo>
                  <a:pt x="167640" y="332232"/>
                </a:lnTo>
                <a:lnTo>
                  <a:pt x="166116" y="333756"/>
                </a:lnTo>
                <a:close/>
              </a:path>
              <a:path w="407034" h="402589">
                <a:moveTo>
                  <a:pt x="404651" y="364236"/>
                </a:moveTo>
                <a:lnTo>
                  <a:pt x="356616" y="364236"/>
                </a:lnTo>
                <a:lnTo>
                  <a:pt x="363545" y="362521"/>
                </a:lnTo>
                <a:lnTo>
                  <a:pt x="368617" y="357378"/>
                </a:lnTo>
                <a:lnTo>
                  <a:pt x="376224" y="310895"/>
                </a:lnTo>
                <a:lnTo>
                  <a:pt x="376428" y="286512"/>
                </a:lnTo>
                <a:lnTo>
                  <a:pt x="385572" y="286512"/>
                </a:lnTo>
                <a:lnTo>
                  <a:pt x="388620" y="332232"/>
                </a:lnTo>
                <a:lnTo>
                  <a:pt x="406908" y="361187"/>
                </a:lnTo>
                <a:lnTo>
                  <a:pt x="404651" y="36423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" name="object 41"/>
          <p:cNvSpPr/>
          <p:nvPr/>
        </p:nvSpPr>
        <p:spPr>
          <a:xfrm>
            <a:off x="2121408" y="5468111"/>
            <a:ext cx="396240" cy="405765"/>
          </a:xfrm>
          <a:custGeom>
            <a:avLst/>
            <a:gdLst/>
            <a:ahLst/>
            <a:cxnLst/>
            <a:rect l="l" t="t" r="r" b="b"/>
            <a:pathLst>
              <a:path w="396239" h="405764">
                <a:moveTo>
                  <a:pt x="19812" y="161543"/>
                </a:moveTo>
                <a:lnTo>
                  <a:pt x="0" y="147827"/>
                </a:lnTo>
                <a:lnTo>
                  <a:pt x="92964" y="138683"/>
                </a:lnTo>
                <a:lnTo>
                  <a:pt x="90053" y="91439"/>
                </a:lnTo>
                <a:lnTo>
                  <a:pt x="87973" y="52196"/>
                </a:lnTo>
                <a:lnTo>
                  <a:pt x="86534" y="22955"/>
                </a:lnTo>
                <a:lnTo>
                  <a:pt x="85344" y="1524"/>
                </a:lnTo>
                <a:lnTo>
                  <a:pt x="129540" y="19811"/>
                </a:lnTo>
                <a:lnTo>
                  <a:pt x="112776" y="33527"/>
                </a:lnTo>
                <a:lnTo>
                  <a:pt x="115301" y="91535"/>
                </a:lnTo>
                <a:lnTo>
                  <a:pt x="116205" y="111323"/>
                </a:lnTo>
                <a:lnTo>
                  <a:pt x="117348" y="135635"/>
                </a:lnTo>
                <a:lnTo>
                  <a:pt x="219286" y="135635"/>
                </a:lnTo>
                <a:lnTo>
                  <a:pt x="117348" y="146303"/>
                </a:lnTo>
                <a:lnTo>
                  <a:pt x="117518" y="149351"/>
                </a:lnTo>
                <a:lnTo>
                  <a:pt x="92964" y="149351"/>
                </a:lnTo>
                <a:lnTo>
                  <a:pt x="36576" y="155447"/>
                </a:lnTo>
                <a:lnTo>
                  <a:pt x="19812" y="161543"/>
                </a:lnTo>
                <a:close/>
              </a:path>
              <a:path w="396239" h="405764">
                <a:moveTo>
                  <a:pt x="193548" y="96011"/>
                </a:moveTo>
                <a:lnTo>
                  <a:pt x="187452" y="96011"/>
                </a:lnTo>
                <a:lnTo>
                  <a:pt x="184404" y="91439"/>
                </a:lnTo>
                <a:lnTo>
                  <a:pt x="181356" y="85343"/>
                </a:lnTo>
                <a:lnTo>
                  <a:pt x="174498" y="76485"/>
                </a:lnTo>
                <a:lnTo>
                  <a:pt x="165354" y="65912"/>
                </a:lnTo>
                <a:lnTo>
                  <a:pt x="153924" y="53625"/>
                </a:lnTo>
                <a:lnTo>
                  <a:pt x="140208" y="39624"/>
                </a:lnTo>
                <a:lnTo>
                  <a:pt x="143256" y="35051"/>
                </a:lnTo>
                <a:lnTo>
                  <a:pt x="186880" y="52196"/>
                </a:lnTo>
                <a:lnTo>
                  <a:pt x="205740" y="76200"/>
                </a:lnTo>
                <a:lnTo>
                  <a:pt x="205740" y="82295"/>
                </a:lnTo>
                <a:lnTo>
                  <a:pt x="201168" y="88391"/>
                </a:lnTo>
                <a:lnTo>
                  <a:pt x="193548" y="96011"/>
                </a:lnTo>
                <a:close/>
              </a:path>
              <a:path w="396239" h="405764">
                <a:moveTo>
                  <a:pt x="219286" y="135635"/>
                </a:moveTo>
                <a:lnTo>
                  <a:pt x="117348" y="135635"/>
                </a:lnTo>
                <a:lnTo>
                  <a:pt x="195072" y="126491"/>
                </a:lnTo>
                <a:lnTo>
                  <a:pt x="214884" y="103631"/>
                </a:lnTo>
                <a:lnTo>
                  <a:pt x="248412" y="132587"/>
                </a:lnTo>
                <a:lnTo>
                  <a:pt x="219286" y="135635"/>
                </a:lnTo>
                <a:close/>
              </a:path>
              <a:path w="396239" h="405764">
                <a:moveTo>
                  <a:pt x="6096" y="380999"/>
                </a:moveTo>
                <a:lnTo>
                  <a:pt x="4572" y="373379"/>
                </a:lnTo>
                <a:lnTo>
                  <a:pt x="40624" y="353091"/>
                </a:lnTo>
                <a:lnTo>
                  <a:pt x="71342" y="333303"/>
                </a:lnTo>
                <a:lnTo>
                  <a:pt x="96726" y="314229"/>
                </a:lnTo>
                <a:lnTo>
                  <a:pt x="117348" y="295655"/>
                </a:lnTo>
                <a:lnTo>
                  <a:pt x="108180" y="265937"/>
                </a:lnTo>
                <a:lnTo>
                  <a:pt x="101155" y="231647"/>
                </a:lnTo>
                <a:lnTo>
                  <a:pt x="96131" y="192785"/>
                </a:lnTo>
                <a:lnTo>
                  <a:pt x="92964" y="149351"/>
                </a:lnTo>
                <a:lnTo>
                  <a:pt x="117518" y="149351"/>
                </a:lnTo>
                <a:lnTo>
                  <a:pt x="119586" y="186308"/>
                </a:lnTo>
                <a:lnTo>
                  <a:pt x="123825" y="221741"/>
                </a:lnTo>
                <a:lnTo>
                  <a:pt x="129778" y="252602"/>
                </a:lnTo>
                <a:lnTo>
                  <a:pt x="137160" y="278891"/>
                </a:lnTo>
                <a:lnTo>
                  <a:pt x="164985" y="278891"/>
                </a:lnTo>
                <a:lnTo>
                  <a:pt x="161329" y="282701"/>
                </a:lnTo>
                <a:lnTo>
                  <a:pt x="144780" y="298703"/>
                </a:lnTo>
                <a:lnTo>
                  <a:pt x="151090" y="310991"/>
                </a:lnTo>
                <a:lnTo>
                  <a:pt x="154981" y="316991"/>
                </a:lnTo>
                <a:lnTo>
                  <a:pt x="124968" y="316991"/>
                </a:lnTo>
                <a:lnTo>
                  <a:pt x="100393" y="334708"/>
                </a:lnTo>
                <a:lnTo>
                  <a:pt x="72390" y="351281"/>
                </a:lnTo>
                <a:lnTo>
                  <a:pt x="40957" y="366712"/>
                </a:lnTo>
                <a:lnTo>
                  <a:pt x="6096" y="380999"/>
                </a:lnTo>
                <a:close/>
              </a:path>
              <a:path w="396239" h="405764">
                <a:moveTo>
                  <a:pt x="164985" y="278891"/>
                </a:moveTo>
                <a:lnTo>
                  <a:pt x="137160" y="278891"/>
                </a:lnTo>
                <a:lnTo>
                  <a:pt x="148280" y="266580"/>
                </a:lnTo>
                <a:lnTo>
                  <a:pt x="158686" y="254698"/>
                </a:lnTo>
                <a:lnTo>
                  <a:pt x="168235" y="243101"/>
                </a:lnTo>
                <a:lnTo>
                  <a:pt x="176784" y="231647"/>
                </a:lnTo>
                <a:lnTo>
                  <a:pt x="204216" y="185927"/>
                </a:lnTo>
                <a:lnTo>
                  <a:pt x="233172" y="211835"/>
                </a:lnTo>
                <a:lnTo>
                  <a:pt x="216408" y="220979"/>
                </a:lnTo>
                <a:lnTo>
                  <a:pt x="197286" y="243839"/>
                </a:lnTo>
                <a:lnTo>
                  <a:pt x="178879" y="264413"/>
                </a:lnTo>
                <a:lnTo>
                  <a:pt x="164985" y="278891"/>
                </a:lnTo>
                <a:close/>
              </a:path>
              <a:path w="396239" h="405764">
                <a:moveTo>
                  <a:pt x="254696" y="370331"/>
                </a:moveTo>
                <a:lnTo>
                  <a:pt x="230124" y="370331"/>
                </a:lnTo>
                <a:lnTo>
                  <a:pt x="246888" y="294131"/>
                </a:lnTo>
                <a:lnTo>
                  <a:pt x="256032" y="295655"/>
                </a:lnTo>
                <a:lnTo>
                  <a:pt x="254912" y="311372"/>
                </a:lnTo>
                <a:lnTo>
                  <a:pt x="253936" y="326516"/>
                </a:lnTo>
                <a:lnTo>
                  <a:pt x="253245" y="341090"/>
                </a:lnTo>
                <a:lnTo>
                  <a:pt x="252984" y="355091"/>
                </a:lnTo>
                <a:lnTo>
                  <a:pt x="254150" y="366521"/>
                </a:lnTo>
                <a:lnTo>
                  <a:pt x="254696" y="370331"/>
                </a:lnTo>
                <a:close/>
              </a:path>
              <a:path w="396239" h="405764">
                <a:moveTo>
                  <a:pt x="245006" y="400740"/>
                </a:moveTo>
                <a:lnTo>
                  <a:pt x="199453" y="390334"/>
                </a:lnTo>
                <a:lnTo>
                  <a:pt x="159043" y="361354"/>
                </a:lnTo>
                <a:lnTo>
                  <a:pt x="124968" y="316991"/>
                </a:lnTo>
                <a:lnTo>
                  <a:pt x="154981" y="316991"/>
                </a:lnTo>
                <a:lnTo>
                  <a:pt x="158686" y="322706"/>
                </a:lnTo>
                <a:lnTo>
                  <a:pt x="167711" y="333851"/>
                </a:lnTo>
                <a:lnTo>
                  <a:pt x="201930" y="361378"/>
                </a:lnTo>
                <a:lnTo>
                  <a:pt x="230124" y="370331"/>
                </a:lnTo>
                <a:lnTo>
                  <a:pt x="254696" y="370331"/>
                </a:lnTo>
                <a:lnTo>
                  <a:pt x="255460" y="375665"/>
                </a:lnTo>
                <a:lnTo>
                  <a:pt x="257055" y="382523"/>
                </a:lnTo>
                <a:lnTo>
                  <a:pt x="259080" y="387095"/>
                </a:lnTo>
                <a:lnTo>
                  <a:pt x="262128" y="391667"/>
                </a:lnTo>
                <a:lnTo>
                  <a:pt x="263652" y="394715"/>
                </a:lnTo>
                <a:lnTo>
                  <a:pt x="263652" y="396239"/>
                </a:lnTo>
                <a:lnTo>
                  <a:pt x="261627" y="399073"/>
                </a:lnTo>
                <a:lnTo>
                  <a:pt x="255460" y="400621"/>
                </a:lnTo>
                <a:lnTo>
                  <a:pt x="245006" y="400740"/>
                </a:lnTo>
                <a:close/>
              </a:path>
              <a:path w="396239" h="405764">
                <a:moveTo>
                  <a:pt x="383152" y="366283"/>
                </a:moveTo>
                <a:lnTo>
                  <a:pt x="342519" y="366283"/>
                </a:lnTo>
                <a:lnTo>
                  <a:pt x="350520" y="365759"/>
                </a:lnTo>
                <a:lnTo>
                  <a:pt x="356616" y="362711"/>
                </a:lnTo>
                <a:lnTo>
                  <a:pt x="361188" y="356615"/>
                </a:lnTo>
                <a:lnTo>
                  <a:pt x="362712" y="347471"/>
                </a:lnTo>
                <a:lnTo>
                  <a:pt x="362593" y="97535"/>
                </a:lnTo>
                <a:lnTo>
                  <a:pt x="362450" y="81010"/>
                </a:lnTo>
                <a:lnTo>
                  <a:pt x="361759" y="52196"/>
                </a:lnTo>
                <a:lnTo>
                  <a:pt x="360783" y="25098"/>
                </a:lnTo>
                <a:lnTo>
                  <a:pt x="359664" y="0"/>
                </a:lnTo>
                <a:lnTo>
                  <a:pt x="396240" y="16763"/>
                </a:lnTo>
                <a:lnTo>
                  <a:pt x="384048" y="28955"/>
                </a:lnTo>
                <a:lnTo>
                  <a:pt x="383982" y="356615"/>
                </a:lnTo>
                <a:lnTo>
                  <a:pt x="383714" y="362831"/>
                </a:lnTo>
                <a:lnTo>
                  <a:pt x="383152" y="366283"/>
                </a:lnTo>
                <a:close/>
              </a:path>
              <a:path w="396239" h="405764">
                <a:moveTo>
                  <a:pt x="277368" y="307847"/>
                </a:moveTo>
                <a:lnTo>
                  <a:pt x="277606" y="280130"/>
                </a:lnTo>
                <a:lnTo>
                  <a:pt x="278130" y="249554"/>
                </a:lnTo>
                <a:lnTo>
                  <a:pt x="278653" y="216122"/>
                </a:lnTo>
                <a:lnTo>
                  <a:pt x="278892" y="179831"/>
                </a:lnTo>
                <a:lnTo>
                  <a:pt x="278653" y="143779"/>
                </a:lnTo>
                <a:lnTo>
                  <a:pt x="278090" y="111251"/>
                </a:lnTo>
                <a:lnTo>
                  <a:pt x="277606" y="87677"/>
                </a:lnTo>
                <a:lnTo>
                  <a:pt x="277368" y="67055"/>
                </a:lnTo>
                <a:lnTo>
                  <a:pt x="313944" y="85343"/>
                </a:lnTo>
                <a:lnTo>
                  <a:pt x="301752" y="97535"/>
                </a:lnTo>
                <a:lnTo>
                  <a:pt x="301775" y="251055"/>
                </a:lnTo>
                <a:lnTo>
                  <a:pt x="301942" y="265747"/>
                </a:lnTo>
                <a:lnTo>
                  <a:pt x="302394" y="280154"/>
                </a:lnTo>
                <a:lnTo>
                  <a:pt x="303276" y="294131"/>
                </a:lnTo>
                <a:lnTo>
                  <a:pt x="277368" y="307847"/>
                </a:lnTo>
                <a:close/>
              </a:path>
              <a:path w="396239" h="405764">
                <a:moveTo>
                  <a:pt x="344424" y="405383"/>
                </a:moveTo>
                <a:lnTo>
                  <a:pt x="340137" y="395120"/>
                </a:lnTo>
                <a:lnTo>
                  <a:pt x="329565" y="385000"/>
                </a:lnTo>
                <a:lnTo>
                  <a:pt x="312705" y="375165"/>
                </a:lnTo>
                <a:lnTo>
                  <a:pt x="289560" y="365759"/>
                </a:lnTo>
                <a:lnTo>
                  <a:pt x="291084" y="358139"/>
                </a:lnTo>
                <a:lnTo>
                  <a:pt x="312801" y="362759"/>
                </a:lnTo>
                <a:lnTo>
                  <a:pt x="329946" y="365378"/>
                </a:lnTo>
                <a:lnTo>
                  <a:pt x="342519" y="366283"/>
                </a:lnTo>
                <a:lnTo>
                  <a:pt x="383152" y="366283"/>
                </a:lnTo>
                <a:lnTo>
                  <a:pt x="382524" y="370141"/>
                </a:lnTo>
                <a:lnTo>
                  <a:pt x="355854" y="400550"/>
                </a:lnTo>
                <a:lnTo>
                  <a:pt x="344424" y="40538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pic>
        <p:nvPicPr>
          <p:cNvPr id="42" name="object 42"/>
          <p:cNvPicPr/>
          <p:nvPr/>
        </p:nvPicPr>
        <p:blipFill>
          <a:blip r:embed="rId5" cstate="print"/>
          <a:stretch>
            <a:fillRect/>
          </a:stretch>
        </p:blipFill>
        <p:spPr>
          <a:xfrm>
            <a:off x="2604516" y="5731192"/>
            <a:ext cx="70103" cy="119443"/>
          </a:xfrm>
          <a:prstGeom prst="rect">
            <a:avLst/>
          </a:prstGeom>
        </p:spPr>
      </p:pic>
      <p:sp>
        <p:nvSpPr>
          <p:cNvPr id="43" name="object 43"/>
          <p:cNvSpPr/>
          <p:nvPr/>
        </p:nvSpPr>
        <p:spPr>
          <a:xfrm>
            <a:off x="3017520" y="5472684"/>
            <a:ext cx="844550" cy="399415"/>
          </a:xfrm>
          <a:custGeom>
            <a:avLst/>
            <a:gdLst/>
            <a:ahLst/>
            <a:cxnLst/>
            <a:rect l="l" t="t" r="r" b="b"/>
            <a:pathLst>
              <a:path w="844550" h="399414">
                <a:moveTo>
                  <a:pt x="403860" y="356616"/>
                </a:moveTo>
                <a:lnTo>
                  <a:pt x="354901" y="339280"/>
                </a:lnTo>
                <a:lnTo>
                  <a:pt x="309372" y="304800"/>
                </a:lnTo>
                <a:lnTo>
                  <a:pt x="271843" y="254508"/>
                </a:lnTo>
                <a:lnTo>
                  <a:pt x="242316" y="195072"/>
                </a:lnTo>
                <a:lnTo>
                  <a:pt x="220599" y="124015"/>
                </a:lnTo>
                <a:lnTo>
                  <a:pt x="212305" y="82994"/>
                </a:lnTo>
                <a:lnTo>
                  <a:pt x="205740" y="38100"/>
                </a:lnTo>
                <a:lnTo>
                  <a:pt x="224028" y="22860"/>
                </a:lnTo>
                <a:lnTo>
                  <a:pt x="172212" y="0"/>
                </a:lnTo>
                <a:lnTo>
                  <a:pt x="171589" y="40246"/>
                </a:lnTo>
                <a:lnTo>
                  <a:pt x="169545" y="80772"/>
                </a:lnTo>
                <a:lnTo>
                  <a:pt x="165773" y="121310"/>
                </a:lnTo>
                <a:lnTo>
                  <a:pt x="160020" y="161544"/>
                </a:lnTo>
                <a:lnTo>
                  <a:pt x="151726" y="200075"/>
                </a:lnTo>
                <a:lnTo>
                  <a:pt x="126580" y="267423"/>
                </a:lnTo>
                <a:lnTo>
                  <a:pt x="88938" y="321614"/>
                </a:lnTo>
                <a:lnTo>
                  <a:pt x="33642" y="370674"/>
                </a:lnTo>
                <a:lnTo>
                  <a:pt x="0" y="393192"/>
                </a:lnTo>
                <a:lnTo>
                  <a:pt x="3048" y="399288"/>
                </a:lnTo>
                <a:lnTo>
                  <a:pt x="37617" y="382435"/>
                </a:lnTo>
                <a:lnTo>
                  <a:pt x="94767" y="343573"/>
                </a:lnTo>
                <a:lnTo>
                  <a:pt x="136486" y="297903"/>
                </a:lnTo>
                <a:lnTo>
                  <a:pt x="166204" y="246557"/>
                </a:lnTo>
                <a:lnTo>
                  <a:pt x="185089" y="189191"/>
                </a:lnTo>
                <a:lnTo>
                  <a:pt x="197142" y="118948"/>
                </a:lnTo>
                <a:lnTo>
                  <a:pt x="201168" y="79248"/>
                </a:lnTo>
                <a:lnTo>
                  <a:pt x="206311" y="121285"/>
                </a:lnTo>
                <a:lnTo>
                  <a:pt x="220027" y="190487"/>
                </a:lnTo>
                <a:lnTo>
                  <a:pt x="239242" y="242773"/>
                </a:lnTo>
                <a:lnTo>
                  <a:pt x="263956" y="290156"/>
                </a:lnTo>
                <a:lnTo>
                  <a:pt x="294868" y="334429"/>
                </a:lnTo>
                <a:lnTo>
                  <a:pt x="333108" y="373291"/>
                </a:lnTo>
                <a:lnTo>
                  <a:pt x="355092" y="390144"/>
                </a:lnTo>
                <a:lnTo>
                  <a:pt x="363994" y="380123"/>
                </a:lnTo>
                <a:lnTo>
                  <a:pt x="374904" y="372808"/>
                </a:lnTo>
                <a:lnTo>
                  <a:pt x="388086" y="368071"/>
                </a:lnTo>
                <a:lnTo>
                  <a:pt x="403860" y="365760"/>
                </a:lnTo>
                <a:lnTo>
                  <a:pt x="403860" y="356616"/>
                </a:lnTo>
                <a:close/>
              </a:path>
              <a:path w="844550" h="399414">
                <a:moveTo>
                  <a:pt x="844283" y="362724"/>
                </a:moveTo>
                <a:lnTo>
                  <a:pt x="804659" y="323100"/>
                </a:lnTo>
                <a:lnTo>
                  <a:pt x="774179" y="352056"/>
                </a:lnTo>
                <a:lnTo>
                  <a:pt x="658355" y="352056"/>
                </a:lnTo>
                <a:lnTo>
                  <a:pt x="658355" y="68592"/>
                </a:lnTo>
                <a:lnTo>
                  <a:pt x="821423" y="68592"/>
                </a:lnTo>
                <a:lnTo>
                  <a:pt x="784847" y="32016"/>
                </a:lnTo>
                <a:lnTo>
                  <a:pt x="758939" y="57924"/>
                </a:lnTo>
                <a:lnTo>
                  <a:pt x="470903" y="57924"/>
                </a:lnTo>
                <a:lnTo>
                  <a:pt x="486143" y="73164"/>
                </a:lnTo>
                <a:lnTo>
                  <a:pt x="495579" y="71158"/>
                </a:lnTo>
                <a:lnTo>
                  <a:pt x="505574" y="69735"/>
                </a:lnTo>
                <a:lnTo>
                  <a:pt x="516153" y="68872"/>
                </a:lnTo>
                <a:lnTo>
                  <a:pt x="527291" y="68592"/>
                </a:lnTo>
                <a:lnTo>
                  <a:pt x="632447" y="68592"/>
                </a:lnTo>
                <a:lnTo>
                  <a:pt x="632447" y="352056"/>
                </a:lnTo>
                <a:lnTo>
                  <a:pt x="446519" y="352056"/>
                </a:lnTo>
                <a:lnTo>
                  <a:pt x="461759" y="367296"/>
                </a:lnTo>
                <a:lnTo>
                  <a:pt x="471195" y="365290"/>
                </a:lnTo>
                <a:lnTo>
                  <a:pt x="481190" y="363867"/>
                </a:lnTo>
                <a:lnTo>
                  <a:pt x="491769" y="363004"/>
                </a:lnTo>
                <a:lnTo>
                  <a:pt x="502907" y="362724"/>
                </a:lnTo>
                <a:lnTo>
                  <a:pt x="844283" y="36272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" name="object 44"/>
          <p:cNvSpPr/>
          <p:nvPr/>
        </p:nvSpPr>
        <p:spPr>
          <a:xfrm>
            <a:off x="3913632" y="5466587"/>
            <a:ext cx="375285" cy="408940"/>
          </a:xfrm>
          <a:custGeom>
            <a:avLst/>
            <a:gdLst/>
            <a:ahLst/>
            <a:cxnLst/>
            <a:rect l="l" t="t" r="r" b="b"/>
            <a:pathLst>
              <a:path w="375285" h="408939">
                <a:moveTo>
                  <a:pt x="369276" y="51816"/>
                </a:moveTo>
                <a:lnTo>
                  <a:pt x="336804" y="51816"/>
                </a:lnTo>
                <a:lnTo>
                  <a:pt x="350520" y="36576"/>
                </a:lnTo>
                <a:lnTo>
                  <a:pt x="369276" y="51816"/>
                </a:lnTo>
                <a:close/>
              </a:path>
              <a:path w="375285" h="408939">
                <a:moveTo>
                  <a:pt x="234696" y="214884"/>
                </a:moveTo>
                <a:lnTo>
                  <a:pt x="235577" y="190571"/>
                </a:lnTo>
                <a:lnTo>
                  <a:pt x="236029" y="167830"/>
                </a:lnTo>
                <a:lnTo>
                  <a:pt x="236196" y="146518"/>
                </a:lnTo>
                <a:lnTo>
                  <a:pt x="236185" y="104251"/>
                </a:lnTo>
                <a:lnTo>
                  <a:pt x="236029" y="84010"/>
                </a:lnTo>
                <a:lnTo>
                  <a:pt x="235577" y="61555"/>
                </a:lnTo>
                <a:lnTo>
                  <a:pt x="234696" y="38100"/>
                </a:lnTo>
                <a:lnTo>
                  <a:pt x="260604" y="51816"/>
                </a:lnTo>
                <a:lnTo>
                  <a:pt x="369276" y="51816"/>
                </a:lnTo>
                <a:lnTo>
                  <a:pt x="374904" y="56388"/>
                </a:lnTo>
                <a:lnTo>
                  <a:pt x="367937" y="62484"/>
                </a:lnTo>
                <a:lnTo>
                  <a:pt x="259080" y="62484"/>
                </a:lnTo>
                <a:lnTo>
                  <a:pt x="259080" y="170688"/>
                </a:lnTo>
                <a:lnTo>
                  <a:pt x="364687" y="170688"/>
                </a:lnTo>
                <a:lnTo>
                  <a:pt x="365104" y="181356"/>
                </a:lnTo>
                <a:lnTo>
                  <a:pt x="259080" y="181356"/>
                </a:lnTo>
                <a:lnTo>
                  <a:pt x="259080" y="204216"/>
                </a:lnTo>
                <a:lnTo>
                  <a:pt x="234696" y="214884"/>
                </a:lnTo>
                <a:close/>
              </a:path>
              <a:path w="375285" h="408939">
                <a:moveTo>
                  <a:pt x="364687" y="170688"/>
                </a:moveTo>
                <a:lnTo>
                  <a:pt x="341376" y="170688"/>
                </a:lnTo>
                <a:lnTo>
                  <a:pt x="341376" y="62484"/>
                </a:lnTo>
                <a:lnTo>
                  <a:pt x="367937" y="62484"/>
                </a:lnTo>
                <a:lnTo>
                  <a:pt x="362712" y="67056"/>
                </a:lnTo>
                <a:lnTo>
                  <a:pt x="362973" y="104251"/>
                </a:lnTo>
                <a:lnTo>
                  <a:pt x="363664" y="138303"/>
                </a:lnTo>
                <a:lnTo>
                  <a:pt x="364687" y="170688"/>
                </a:lnTo>
                <a:close/>
              </a:path>
              <a:path w="375285" h="408939">
                <a:moveTo>
                  <a:pt x="341376" y="211836"/>
                </a:moveTo>
                <a:lnTo>
                  <a:pt x="341376" y="181356"/>
                </a:lnTo>
                <a:lnTo>
                  <a:pt x="365104" y="181356"/>
                </a:lnTo>
                <a:lnTo>
                  <a:pt x="365760" y="198120"/>
                </a:lnTo>
                <a:lnTo>
                  <a:pt x="341376" y="211836"/>
                </a:lnTo>
                <a:close/>
              </a:path>
              <a:path w="375285" h="408939">
                <a:moveTo>
                  <a:pt x="28956" y="112776"/>
                </a:moveTo>
                <a:lnTo>
                  <a:pt x="24384" y="109728"/>
                </a:lnTo>
                <a:lnTo>
                  <a:pt x="39028" y="86582"/>
                </a:lnTo>
                <a:lnTo>
                  <a:pt x="51244" y="60579"/>
                </a:lnTo>
                <a:lnTo>
                  <a:pt x="61460" y="31718"/>
                </a:lnTo>
                <a:lnTo>
                  <a:pt x="70104" y="0"/>
                </a:lnTo>
                <a:lnTo>
                  <a:pt x="102108" y="16764"/>
                </a:lnTo>
                <a:lnTo>
                  <a:pt x="88392" y="24384"/>
                </a:lnTo>
                <a:lnTo>
                  <a:pt x="74676" y="51816"/>
                </a:lnTo>
                <a:lnTo>
                  <a:pt x="198653" y="51816"/>
                </a:lnTo>
                <a:lnTo>
                  <a:pt x="208788" y="62484"/>
                </a:lnTo>
                <a:lnTo>
                  <a:pt x="71628" y="62484"/>
                </a:lnTo>
                <a:lnTo>
                  <a:pt x="62174" y="76771"/>
                </a:lnTo>
                <a:lnTo>
                  <a:pt x="52006" y="89916"/>
                </a:lnTo>
                <a:lnTo>
                  <a:pt x="40981" y="101917"/>
                </a:lnTo>
                <a:lnTo>
                  <a:pt x="28956" y="112776"/>
                </a:lnTo>
                <a:close/>
              </a:path>
              <a:path w="375285" h="408939">
                <a:moveTo>
                  <a:pt x="198653" y="51816"/>
                </a:moveTo>
                <a:lnTo>
                  <a:pt x="160020" y="51816"/>
                </a:lnTo>
                <a:lnTo>
                  <a:pt x="179832" y="32004"/>
                </a:lnTo>
                <a:lnTo>
                  <a:pt x="198653" y="51816"/>
                </a:lnTo>
                <a:close/>
              </a:path>
              <a:path w="375285" h="408939">
                <a:moveTo>
                  <a:pt x="131064" y="124968"/>
                </a:moveTo>
                <a:lnTo>
                  <a:pt x="108204" y="124968"/>
                </a:lnTo>
                <a:lnTo>
                  <a:pt x="110204" y="107275"/>
                </a:lnTo>
                <a:lnTo>
                  <a:pt x="111633" y="90868"/>
                </a:lnTo>
                <a:lnTo>
                  <a:pt x="112490" y="75890"/>
                </a:lnTo>
                <a:lnTo>
                  <a:pt x="112776" y="62484"/>
                </a:lnTo>
                <a:lnTo>
                  <a:pt x="137160" y="62484"/>
                </a:lnTo>
                <a:lnTo>
                  <a:pt x="135993" y="78247"/>
                </a:lnTo>
                <a:lnTo>
                  <a:pt x="134683" y="93726"/>
                </a:lnTo>
                <a:lnTo>
                  <a:pt x="133088" y="109204"/>
                </a:lnTo>
                <a:lnTo>
                  <a:pt x="131064" y="124968"/>
                </a:lnTo>
                <a:close/>
              </a:path>
              <a:path w="375285" h="408939">
                <a:moveTo>
                  <a:pt x="15240" y="140208"/>
                </a:moveTo>
                <a:lnTo>
                  <a:pt x="0" y="124968"/>
                </a:lnTo>
                <a:lnTo>
                  <a:pt x="172212" y="124968"/>
                </a:lnTo>
                <a:lnTo>
                  <a:pt x="193548" y="103632"/>
                </a:lnTo>
                <a:lnTo>
                  <a:pt x="224028" y="135636"/>
                </a:lnTo>
                <a:lnTo>
                  <a:pt x="57912" y="135636"/>
                </a:lnTo>
                <a:lnTo>
                  <a:pt x="46743" y="135921"/>
                </a:lnTo>
                <a:lnTo>
                  <a:pt x="36004" y="136779"/>
                </a:lnTo>
                <a:lnTo>
                  <a:pt x="25550" y="138207"/>
                </a:lnTo>
                <a:lnTo>
                  <a:pt x="15240" y="140208"/>
                </a:lnTo>
                <a:close/>
              </a:path>
              <a:path w="375285" h="408939">
                <a:moveTo>
                  <a:pt x="4572" y="257556"/>
                </a:moveTo>
                <a:lnTo>
                  <a:pt x="1524" y="251460"/>
                </a:lnTo>
                <a:lnTo>
                  <a:pt x="23860" y="239720"/>
                </a:lnTo>
                <a:lnTo>
                  <a:pt x="43053" y="227266"/>
                </a:lnTo>
                <a:lnTo>
                  <a:pt x="73152" y="199644"/>
                </a:lnTo>
                <a:lnTo>
                  <a:pt x="101226" y="152495"/>
                </a:lnTo>
                <a:lnTo>
                  <a:pt x="106680" y="135636"/>
                </a:lnTo>
                <a:lnTo>
                  <a:pt x="128016" y="135636"/>
                </a:lnTo>
                <a:lnTo>
                  <a:pt x="124968" y="150876"/>
                </a:lnTo>
                <a:lnTo>
                  <a:pt x="144755" y="158496"/>
                </a:lnTo>
                <a:lnTo>
                  <a:pt x="123444" y="158496"/>
                </a:lnTo>
                <a:lnTo>
                  <a:pt x="94511" y="204144"/>
                </a:lnTo>
                <a:lnTo>
                  <a:pt x="47244" y="238125"/>
                </a:lnTo>
                <a:lnTo>
                  <a:pt x="27193" y="248126"/>
                </a:lnTo>
                <a:lnTo>
                  <a:pt x="4572" y="257556"/>
                </a:lnTo>
                <a:close/>
              </a:path>
              <a:path w="375285" h="408939">
                <a:moveTo>
                  <a:pt x="198120" y="227076"/>
                </a:moveTo>
                <a:lnTo>
                  <a:pt x="193548" y="227076"/>
                </a:lnTo>
                <a:lnTo>
                  <a:pt x="188976" y="222503"/>
                </a:lnTo>
                <a:lnTo>
                  <a:pt x="182880" y="211836"/>
                </a:lnTo>
                <a:lnTo>
                  <a:pt x="173164" y="199215"/>
                </a:lnTo>
                <a:lnTo>
                  <a:pt x="160020" y="186309"/>
                </a:lnTo>
                <a:lnTo>
                  <a:pt x="143446" y="172831"/>
                </a:lnTo>
                <a:lnTo>
                  <a:pt x="123444" y="158496"/>
                </a:lnTo>
                <a:lnTo>
                  <a:pt x="144755" y="158496"/>
                </a:lnTo>
                <a:lnTo>
                  <a:pt x="187332" y="177450"/>
                </a:lnTo>
                <a:lnTo>
                  <a:pt x="205740" y="195072"/>
                </a:lnTo>
                <a:lnTo>
                  <a:pt x="205740" y="208788"/>
                </a:lnTo>
                <a:lnTo>
                  <a:pt x="204216" y="214884"/>
                </a:lnTo>
                <a:lnTo>
                  <a:pt x="202692" y="219456"/>
                </a:lnTo>
                <a:lnTo>
                  <a:pt x="201168" y="225552"/>
                </a:lnTo>
                <a:lnTo>
                  <a:pt x="198120" y="227076"/>
                </a:lnTo>
                <a:close/>
              </a:path>
              <a:path w="375285" h="408939">
                <a:moveTo>
                  <a:pt x="94488" y="408432"/>
                </a:moveTo>
                <a:lnTo>
                  <a:pt x="94726" y="383881"/>
                </a:lnTo>
                <a:lnTo>
                  <a:pt x="95250" y="360616"/>
                </a:lnTo>
                <a:lnTo>
                  <a:pt x="95773" y="338780"/>
                </a:lnTo>
                <a:lnTo>
                  <a:pt x="95894" y="307919"/>
                </a:lnTo>
                <a:lnTo>
                  <a:pt x="95773" y="297060"/>
                </a:lnTo>
                <a:lnTo>
                  <a:pt x="95250" y="273748"/>
                </a:lnTo>
                <a:lnTo>
                  <a:pt x="94726" y="248435"/>
                </a:lnTo>
                <a:lnTo>
                  <a:pt x="94488" y="220979"/>
                </a:lnTo>
                <a:lnTo>
                  <a:pt x="120396" y="236220"/>
                </a:lnTo>
                <a:lnTo>
                  <a:pt x="322580" y="236220"/>
                </a:lnTo>
                <a:lnTo>
                  <a:pt x="330708" y="243840"/>
                </a:lnTo>
                <a:lnTo>
                  <a:pt x="325628" y="246888"/>
                </a:lnTo>
                <a:lnTo>
                  <a:pt x="118872" y="246888"/>
                </a:lnTo>
                <a:lnTo>
                  <a:pt x="118872" y="301752"/>
                </a:lnTo>
                <a:lnTo>
                  <a:pt x="315489" y="301752"/>
                </a:lnTo>
                <a:lnTo>
                  <a:pt x="315509" y="312420"/>
                </a:lnTo>
                <a:lnTo>
                  <a:pt x="118872" y="312420"/>
                </a:lnTo>
                <a:lnTo>
                  <a:pt x="118872" y="367284"/>
                </a:lnTo>
                <a:lnTo>
                  <a:pt x="315936" y="367284"/>
                </a:lnTo>
                <a:lnTo>
                  <a:pt x="316080" y="376428"/>
                </a:lnTo>
                <a:lnTo>
                  <a:pt x="118872" y="376428"/>
                </a:lnTo>
                <a:lnTo>
                  <a:pt x="118872" y="396240"/>
                </a:lnTo>
                <a:lnTo>
                  <a:pt x="94488" y="408432"/>
                </a:lnTo>
                <a:close/>
              </a:path>
              <a:path w="375285" h="408939">
                <a:moveTo>
                  <a:pt x="322580" y="236220"/>
                </a:moveTo>
                <a:lnTo>
                  <a:pt x="291084" y="236220"/>
                </a:lnTo>
                <a:lnTo>
                  <a:pt x="306324" y="220979"/>
                </a:lnTo>
                <a:lnTo>
                  <a:pt x="322580" y="236220"/>
                </a:lnTo>
                <a:close/>
              </a:path>
              <a:path w="375285" h="408939">
                <a:moveTo>
                  <a:pt x="315489" y="301752"/>
                </a:moveTo>
                <a:lnTo>
                  <a:pt x="292608" y="301752"/>
                </a:lnTo>
                <a:lnTo>
                  <a:pt x="292608" y="246888"/>
                </a:lnTo>
                <a:lnTo>
                  <a:pt x="325628" y="246888"/>
                </a:lnTo>
                <a:lnTo>
                  <a:pt x="315468" y="252984"/>
                </a:lnTo>
                <a:lnTo>
                  <a:pt x="315489" y="301752"/>
                </a:lnTo>
                <a:close/>
              </a:path>
              <a:path w="375285" h="408939">
                <a:moveTo>
                  <a:pt x="315936" y="367284"/>
                </a:moveTo>
                <a:lnTo>
                  <a:pt x="292608" y="367284"/>
                </a:lnTo>
                <a:lnTo>
                  <a:pt x="292608" y="312420"/>
                </a:lnTo>
                <a:lnTo>
                  <a:pt x="315509" y="312420"/>
                </a:lnTo>
                <a:lnTo>
                  <a:pt x="315658" y="349567"/>
                </a:lnTo>
                <a:lnTo>
                  <a:pt x="315936" y="367284"/>
                </a:lnTo>
                <a:close/>
              </a:path>
              <a:path w="375285" h="408939">
                <a:moveTo>
                  <a:pt x="292608" y="406908"/>
                </a:moveTo>
                <a:lnTo>
                  <a:pt x="292608" y="376428"/>
                </a:lnTo>
                <a:lnTo>
                  <a:pt x="316080" y="376428"/>
                </a:lnTo>
                <a:lnTo>
                  <a:pt x="316110" y="378356"/>
                </a:lnTo>
                <a:lnTo>
                  <a:pt x="316992" y="394716"/>
                </a:lnTo>
                <a:lnTo>
                  <a:pt x="292608" y="40690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" name="object 45"/>
          <p:cNvSpPr/>
          <p:nvPr/>
        </p:nvSpPr>
        <p:spPr>
          <a:xfrm>
            <a:off x="4364723" y="5468124"/>
            <a:ext cx="1282065" cy="408940"/>
          </a:xfrm>
          <a:custGeom>
            <a:avLst/>
            <a:gdLst/>
            <a:ahLst/>
            <a:cxnLst/>
            <a:rect l="l" t="t" r="r" b="b"/>
            <a:pathLst>
              <a:path w="1282064" h="408939">
                <a:moveTo>
                  <a:pt x="178308" y="169164"/>
                </a:moveTo>
                <a:lnTo>
                  <a:pt x="171399" y="163068"/>
                </a:lnTo>
                <a:lnTo>
                  <a:pt x="152400" y="146304"/>
                </a:lnTo>
                <a:lnTo>
                  <a:pt x="141732" y="159346"/>
                </a:lnTo>
                <a:lnTo>
                  <a:pt x="141732" y="173736"/>
                </a:lnTo>
                <a:lnTo>
                  <a:pt x="141732" y="217932"/>
                </a:lnTo>
                <a:lnTo>
                  <a:pt x="141732" y="227076"/>
                </a:lnTo>
                <a:lnTo>
                  <a:pt x="141732" y="278892"/>
                </a:lnTo>
                <a:lnTo>
                  <a:pt x="48768" y="278892"/>
                </a:lnTo>
                <a:lnTo>
                  <a:pt x="48768" y="227076"/>
                </a:lnTo>
                <a:lnTo>
                  <a:pt x="141732" y="227076"/>
                </a:lnTo>
                <a:lnTo>
                  <a:pt x="141732" y="217932"/>
                </a:lnTo>
                <a:lnTo>
                  <a:pt x="48768" y="217932"/>
                </a:lnTo>
                <a:lnTo>
                  <a:pt x="48768" y="173736"/>
                </a:lnTo>
                <a:lnTo>
                  <a:pt x="141732" y="173736"/>
                </a:lnTo>
                <a:lnTo>
                  <a:pt x="141732" y="159346"/>
                </a:lnTo>
                <a:lnTo>
                  <a:pt x="138684" y="163068"/>
                </a:lnTo>
                <a:lnTo>
                  <a:pt x="48768" y="163068"/>
                </a:lnTo>
                <a:lnTo>
                  <a:pt x="22860" y="149352"/>
                </a:lnTo>
                <a:lnTo>
                  <a:pt x="23749" y="167347"/>
                </a:lnTo>
                <a:lnTo>
                  <a:pt x="24193" y="193929"/>
                </a:lnTo>
                <a:lnTo>
                  <a:pt x="24307" y="217932"/>
                </a:lnTo>
                <a:lnTo>
                  <a:pt x="24193" y="355282"/>
                </a:lnTo>
                <a:lnTo>
                  <a:pt x="23749" y="384873"/>
                </a:lnTo>
                <a:lnTo>
                  <a:pt x="22860" y="406908"/>
                </a:lnTo>
                <a:lnTo>
                  <a:pt x="48768" y="393192"/>
                </a:lnTo>
                <a:lnTo>
                  <a:pt x="48768" y="288036"/>
                </a:lnTo>
                <a:lnTo>
                  <a:pt x="141732" y="288036"/>
                </a:lnTo>
                <a:lnTo>
                  <a:pt x="141732" y="362712"/>
                </a:lnTo>
                <a:lnTo>
                  <a:pt x="137160" y="368808"/>
                </a:lnTo>
                <a:lnTo>
                  <a:pt x="129540" y="368808"/>
                </a:lnTo>
                <a:lnTo>
                  <a:pt x="122402" y="368541"/>
                </a:lnTo>
                <a:lnTo>
                  <a:pt x="83820" y="365760"/>
                </a:lnTo>
                <a:lnTo>
                  <a:pt x="83820" y="371856"/>
                </a:lnTo>
                <a:lnTo>
                  <a:pt x="102971" y="379044"/>
                </a:lnTo>
                <a:lnTo>
                  <a:pt x="116967" y="387096"/>
                </a:lnTo>
                <a:lnTo>
                  <a:pt x="125831" y="396278"/>
                </a:lnTo>
                <a:lnTo>
                  <a:pt x="129540" y="406908"/>
                </a:lnTo>
                <a:lnTo>
                  <a:pt x="146164" y="397776"/>
                </a:lnTo>
                <a:lnTo>
                  <a:pt x="157353" y="386524"/>
                </a:lnTo>
                <a:lnTo>
                  <a:pt x="163410" y="373253"/>
                </a:lnTo>
                <a:lnTo>
                  <a:pt x="163753" y="368808"/>
                </a:lnTo>
                <a:lnTo>
                  <a:pt x="164592" y="358140"/>
                </a:lnTo>
                <a:lnTo>
                  <a:pt x="164592" y="181356"/>
                </a:lnTo>
                <a:lnTo>
                  <a:pt x="173164" y="173736"/>
                </a:lnTo>
                <a:lnTo>
                  <a:pt x="178308" y="169164"/>
                </a:lnTo>
                <a:close/>
              </a:path>
              <a:path w="1282064" h="408939">
                <a:moveTo>
                  <a:pt x="195072" y="114300"/>
                </a:moveTo>
                <a:lnTo>
                  <a:pt x="194691" y="111252"/>
                </a:lnTo>
                <a:lnTo>
                  <a:pt x="194297" y="108204"/>
                </a:lnTo>
                <a:lnTo>
                  <a:pt x="194195" y="107416"/>
                </a:lnTo>
                <a:lnTo>
                  <a:pt x="160401" y="70485"/>
                </a:lnTo>
                <a:lnTo>
                  <a:pt x="134112" y="53340"/>
                </a:lnTo>
                <a:lnTo>
                  <a:pt x="131064" y="59436"/>
                </a:lnTo>
                <a:lnTo>
                  <a:pt x="138163" y="68262"/>
                </a:lnTo>
                <a:lnTo>
                  <a:pt x="145542" y="78676"/>
                </a:lnTo>
                <a:lnTo>
                  <a:pt x="152933" y="90500"/>
                </a:lnTo>
                <a:lnTo>
                  <a:pt x="160020" y="103632"/>
                </a:lnTo>
                <a:lnTo>
                  <a:pt x="28956" y="108204"/>
                </a:lnTo>
                <a:lnTo>
                  <a:pt x="37795" y="99314"/>
                </a:lnTo>
                <a:lnTo>
                  <a:pt x="48196" y="88582"/>
                </a:lnTo>
                <a:lnTo>
                  <a:pt x="60032" y="75831"/>
                </a:lnTo>
                <a:lnTo>
                  <a:pt x="73152" y="60960"/>
                </a:lnTo>
                <a:lnTo>
                  <a:pt x="87185" y="47548"/>
                </a:lnTo>
                <a:lnTo>
                  <a:pt x="99631" y="37147"/>
                </a:lnTo>
                <a:lnTo>
                  <a:pt x="110667" y="29883"/>
                </a:lnTo>
                <a:lnTo>
                  <a:pt x="120396" y="25908"/>
                </a:lnTo>
                <a:lnTo>
                  <a:pt x="89916" y="0"/>
                </a:lnTo>
                <a:lnTo>
                  <a:pt x="60985" y="49288"/>
                </a:lnTo>
                <a:lnTo>
                  <a:pt x="33223" y="83058"/>
                </a:lnTo>
                <a:lnTo>
                  <a:pt x="0" y="103632"/>
                </a:lnTo>
                <a:lnTo>
                  <a:pt x="18288" y="137160"/>
                </a:lnTo>
                <a:lnTo>
                  <a:pt x="60947" y="123228"/>
                </a:lnTo>
                <a:lnTo>
                  <a:pt x="107810" y="117246"/>
                </a:lnTo>
                <a:lnTo>
                  <a:pt x="148336" y="112674"/>
                </a:lnTo>
                <a:lnTo>
                  <a:pt x="164592" y="111252"/>
                </a:lnTo>
                <a:lnTo>
                  <a:pt x="167640" y="120396"/>
                </a:lnTo>
                <a:lnTo>
                  <a:pt x="170688" y="128016"/>
                </a:lnTo>
                <a:lnTo>
                  <a:pt x="172212" y="134112"/>
                </a:lnTo>
                <a:lnTo>
                  <a:pt x="172212" y="137160"/>
                </a:lnTo>
                <a:lnTo>
                  <a:pt x="173736" y="138684"/>
                </a:lnTo>
                <a:lnTo>
                  <a:pt x="178308" y="138684"/>
                </a:lnTo>
                <a:lnTo>
                  <a:pt x="182880" y="137160"/>
                </a:lnTo>
                <a:lnTo>
                  <a:pt x="187452" y="132588"/>
                </a:lnTo>
                <a:lnTo>
                  <a:pt x="192024" y="129540"/>
                </a:lnTo>
                <a:lnTo>
                  <a:pt x="195072" y="114300"/>
                </a:lnTo>
                <a:close/>
              </a:path>
              <a:path w="1282064" h="408939">
                <a:moveTo>
                  <a:pt x="384048" y="160020"/>
                </a:moveTo>
                <a:lnTo>
                  <a:pt x="360807" y="120205"/>
                </a:lnTo>
                <a:lnTo>
                  <a:pt x="359664" y="100584"/>
                </a:lnTo>
                <a:lnTo>
                  <a:pt x="352044" y="100584"/>
                </a:lnTo>
                <a:lnTo>
                  <a:pt x="350520" y="144780"/>
                </a:lnTo>
                <a:lnTo>
                  <a:pt x="330708" y="163068"/>
                </a:lnTo>
                <a:lnTo>
                  <a:pt x="272796" y="163068"/>
                </a:lnTo>
                <a:lnTo>
                  <a:pt x="260794" y="161925"/>
                </a:lnTo>
                <a:lnTo>
                  <a:pt x="252222" y="158496"/>
                </a:lnTo>
                <a:lnTo>
                  <a:pt x="247078" y="152781"/>
                </a:lnTo>
                <a:lnTo>
                  <a:pt x="245364" y="144780"/>
                </a:lnTo>
                <a:lnTo>
                  <a:pt x="245364" y="111252"/>
                </a:lnTo>
                <a:lnTo>
                  <a:pt x="266509" y="103555"/>
                </a:lnTo>
                <a:lnTo>
                  <a:pt x="270014" y="102108"/>
                </a:lnTo>
                <a:lnTo>
                  <a:pt x="288798" y="94297"/>
                </a:lnTo>
                <a:lnTo>
                  <a:pt x="312229" y="83604"/>
                </a:lnTo>
                <a:lnTo>
                  <a:pt x="336804" y="71628"/>
                </a:lnTo>
                <a:lnTo>
                  <a:pt x="352044" y="70104"/>
                </a:lnTo>
                <a:lnTo>
                  <a:pt x="326136" y="39624"/>
                </a:lnTo>
                <a:lnTo>
                  <a:pt x="310946" y="56451"/>
                </a:lnTo>
                <a:lnTo>
                  <a:pt x="292608" y="72580"/>
                </a:lnTo>
                <a:lnTo>
                  <a:pt x="270852" y="87833"/>
                </a:lnTo>
                <a:lnTo>
                  <a:pt x="245364" y="102108"/>
                </a:lnTo>
                <a:lnTo>
                  <a:pt x="245364" y="41148"/>
                </a:lnTo>
                <a:lnTo>
                  <a:pt x="262128" y="27432"/>
                </a:lnTo>
                <a:lnTo>
                  <a:pt x="220980" y="10668"/>
                </a:lnTo>
                <a:lnTo>
                  <a:pt x="223075" y="55054"/>
                </a:lnTo>
                <a:lnTo>
                  <a:pt x="223735" y="94297"/>
                </a:lnTo>
                <a:lnTo>
                  <a:pt x="224028" y="150876"/>
                </a:lnTo>
                <a:lnTo>
                  <a:pt x="226314" y="165735"/>
                </a:lnTo>
                <a:lnTo>
                  <a:pt x="233172" y="176022"/>
                </a:lnTo>
                <a:lnTo>
                  <a:pt x="244602" y="181737"/>
                </a:lnTo>
                <a:lnTo>
                  <a:pt x="260604" y="182880"/>
                </a:lnTo>
                <a:lnTo>
                  <a:pt x="332232" y="182880"/>
                </a:lnTo>
                <a:lnTo>
                  <a:pt x="350837" y="181444"/>
                </a:lnTo>
                <a:lnTo>
                  <a:pt x="365569" y="177165"/>
                </a:lnTo>
                <a:lnTo>
                  <a:pt x="376605" y="170014"/>
                </a:lnTo>
                <a:lnTo>
                  <a:pt x="381787" y="163068"/>
                </a:lnTo>
                <a:lnTo>
                  <a:pt x="384048" y="160020"/>
                </a:lnTo>
                <a:close/>
              </a:path>
              <a:path w="1282064" h="408939">
                <a:moveTo>
                  <a:pt x="388620" y="367284"/>
                </a:moveTo>
                <a:lnTo>
                  <a:pt x="366712" y="326707"/>
                </a:lnTo>
                <a:lnTo>
                  <a:pt x="364236" y="300228"/>
                </a:lnTo>
                <a:lnTo>
                  <a:pt x="356616" y="300228"/>
                </a:lnTo>
                <a:lnTo>
                  <a:pt x="356387" y="313385"/>
                </a:lnTo>
                <a:lnTo>
                  <a:pt x="355854" y="325564"/>
                </a:lnTo>
                <a:lnTo>
                  <a:pt x="355333" y="336867"/>
                </a:lnTo>
                <a:lnTo>
                  <a:pt x="355092" y="347472"/>
                </a:lnTo>
                <a:lnTo>
                  <a:pt x="353072" y="357492"/>
                </a:lnTo>
                <a:lnTo>
                  <a:pt x="349186" y="364807"/>
                </a:lnTo>
                <a:lnTo>
                  <a:pt x="343306" y="369544"/>
                </a:lnTo>
                <a:lnTo>
                  <a:pt x="335280" y="371856"/>
                </a:lnTo>
                <a:lnTo>
                  <a:pt x="266700" y="371856"/>
                </a:lnTo>
                <a:lnTo>
                  <a:pt x="255587" y="371017"/>
                </a:lnTo>
                <a:lnTo>
                  <a:pt x="247459" y="366331"/>
                </a:lnTo>
                <a:lnTo>
                  <a:pt x="242493" y="357924"/>
                </a:lnTo>
                <a:lnTo>
                  <a:pt x="240792" y="345948"/>
                </a:lnTo>
                <a:lnTo>
                  <a:pt x="240792" y="303276"/>
                </a:lnTo>
                <a:lnTo>
                  <a:pt x="262064" y="292608"/>
                </a:lnTo>
                <a:lnTo>
                  <a:pt x="288988" y="278892"/>
                </a:lnTo>
                <a:lnTo>
                  <a:pt x="315163" y="265125"/>
                </a:lnTo>
                <a:lnTo>
                  <a:pt x="342900" y="249936"/>
                </a:lnTo>
                <a:lnTo>
                  <a:pt x="359664" y="249936"/>
                </a:lnTo>
                <a:lnTo>
                  <a:pt x="330708" y="217932"/>
                </a:lnTo>
                <a:lnTo>
                  <a:pt x="314096" y="237947"/>
                </a:lnTo>
                <a:lnTo>
                  <a:pt x="293751" y="256984"/>
                </a:lnTo>
                <a:lnTo>
                  <a:pt x="269417" y="275145"/>
                </a:lnTo>
                <a:lnTo>
                  <a:pt x="240792" y="292608"/>
                </a:lnTo>
                <a:lnTo>
                  <a:pt x="240792" y="236220"/>
                </a:lnTo>
                <a:lnTo>
                  <a:pt x="256032" y="224028"/>
                </a:lnTo>
                <a:lnTo>
                  <a:pt x="216408" y="205740"/>
                </a:lnTo>
                <a:lnTo>
                  <a:pt x="217678" y="249936"/>
                </a:lnTo>
                <a:lnTo>
                  <a:pt x="217881" y="292608"/>
                </a:lnTo>
                <a:lnTo>
                  <a:pt x="217932" y="361188"/>
                </a:lnTo>
                <a:lnTo>
                  <a:pt x="221107" y="375183"/>
                </a:lnTo>
                <a:lnTo>
                  <a:pt x="228409" y="385191"/>
                </a:lnTo>
                <a:lnTo>
                  <a:pt x="240017" y="391185"/>
                </a:lnTo>
                <a:lnTo>
                  <a:pt x="256032" y="393192"/>
                </a:lnTo>
                <a:lnTo>
                  <a:pt x="336804" y="393192"/>
                </a:lnTo>
                <a:lnTo>
                  <a:pt x="356260" y="390639"/>
                </a:lnTo>
                <a:lnTo>
                  <a:pt x="371284" y="385381"/>
                </a:lnTo>
                <a:lnTo>
                  <a:pt x="382028" y="377545"/>
                </a:lnTo>
                <a:lnTo>
                  <a:pt x="385686" y="371856"/>
                </a:lnTo>
                <a:lnTo>
                  <a:pt x="388620" y="367284"/>
                </a:lnTo>
                <a:close/>
              </a:path>
              <a:path w="1282064" h="408939">
                <a:moveTo>
                  <a:pt x="560844" y="176784"/>
                </a:moveTo>
                <a:lnTo>
                  <a:pt x="529882" y="141871"/>
                </a:lnTo>
                <a:lnTo>
                  <a:pt x="513600" y="131064"/>
                </a:lnTo>
                <a:lnTo>
                  <a:pt x="510552" y="135636"/>
                </a:lnTo>
                <a:lnTo>
                  <a:pt x="519671" y="151257"/>
                </a:lnTo>
                <a:lnTo>
                  <a:pt x="526745" y="166306"/>
                </a:lnTo>
                <a:lnTo>
                  <a:pt x="531761" y="180416"/>
                </a:lnTo>
                <a:lnTo>
                  <a:pt x="534936" y="193548"/>
                </a:lnTo>
                <a:lnTo>
                  <a:pt x="534936" y="202692"/>
                </a:lnTo>
                <a:lnTo>
                  <a:pt x="537984" y="208788"/>
                </a:lnTo>
                <a:lnTo>
                  <a:pt x="544080" y="208788"/>
                </a:lnTo>
                <a:lnTo>
                  <a:pt x="553224" y="199644"/>
                </a:lnTo>
                <a:lnTo>
                  <a:pt x="557796" y="193548"/>
                </a:lnTo>
                <a:lnTo>
                  <a:pt x="560844" y="187452"/>
                </a:lnTo>
                <a:lnTo>
                  <a:pt x="560844" y="176784"/>
                </a:lnTo>
                <a:close/>
              </a:path>
              <a:path w="1282064" h="408939">
                <a:moveTo>
                  <a:pt x="620280" y="234696"/>
                </a:moveTo>
                <a:lnTo>
                  <a:pt x="592848" y="207264"/>
                </a:lnTo>
                <a:lnTo>
                  <a:pt x="579132" y="224028"/>
                </a:lnTo>
                <a:lnTo>
                  <a:pt x="463308" y="224028"/>
                </a:lnTo>
                <a:lnTo>
                  <a:pt x="478548" y="239268"/>
                </a:lnTo>
                <a:lnTo>
                  <a:pt x="488835" y="237261"/>
                </a:lnTo>
                <a:lnTo>
                  <a:pt x="499122" y="235839"/>
                </a:lnTo>
                <a:lnTo>
                  <a:pt x="509409" y="234975"/>
                </a:lnTo>
                <a:lnTo>
                  <a:pt x="519696" y="234696"/>
                </a:lnTo>
                <a:lnTo>
                  <a:pt x="579132" y="234696"/>
                </a:lnTo>
                <a:lnTo>
                  <a:pt x="531888" y="320040"/>
                </a:lnTo>
                <a:lnTo>
                  <a:pt x="505218" y="302133"/>
                </a:lnTo>
                <a:lnTo>
                  <a:pt x="492023" y="293890"/>
                </a:lnTo>
                <a:lnTo>
                  <a:pt x="478548" y="286512"/>
                </a:lnTo>
                <a:lnTo>
                  <a:pt x="475500" y="292608"/>
                </a:lnTo>
                <a:lnTo>
                  <a:pt x="499478" y="317461"/>
                </a:lnTo>
                <a:lnTo>
                  <a:pt x="518744" y="339471"/>
                </a:lnTo>
                <a:lnTo>
                  <a:pt x="533146" y="358609"/>
                </a:lnTo>
                <a:lnTo>
                  <a:pt x="542556" y="374904"/>
                </a:lnTo>
                <a:lnTo>
                  <a:pt x="547103" y="383781"/>
                </a:lnTo>
                <a:lnTo>
                  <a:pt x="551510" y="389953"/>
                </a:lnTo>
                <a:lnTo>
                  <a:pt x="555625" y="393547"/>
                </a:lnTo>
                <a:lnTo>
                  <a:pt x="559320" y="394716"/>
                </a:lnTo>
                <a:lnTo>
                  <a:pt x="560844" y="394716"/>
                </a:lnTo>
                <a:lnTo>
                  <a:pt x="563892" y="391668"/>
                </a:lnTo>
                <a:lnTo>
                  <a:pt x="569988" y="379476"/>
                </a:lnTo>
                <a:lnTo>
                  <a:pt x="571474" y="373494"/>
                </a:lnTo>
                <a:lnTo>
                  <a:pt x="571512" y="362712"/>
                </a:lnTo>
                <a:lnTo>
                  <a:pt x="569988" y="356616"/>
                </a:lnTo>
                <a:lnTo>
                  <a:pt x="566940" y="352044"/>
                </a:lnTo>
                <a:lnTo>
                  <a:pt x="564375" y="347776"/>
                </a:lnTo>
                <a:lnTo>
                  <a:pt x="558939" y="341757"/>
                </a:lnTo>
                <a:lnTo>
                  <a:pt x="550646" y="334035"/>
                </a:lnTo>
                <a:lnTo>
                  <a:pt x="539508" y="324612"/>
                </a:lnTo>
                <a:lnTo>
                  <a:pt x="542861" y="320040"/>
                </a:lnTo>
                <a:lnTo>
                  <a:pt x="561505" y="294601"/>
                </a:lnTo>
                <a:lnTo>
                  <a:pt x="579513" y="270891"/>
                </a:lnTo>
                <a:lnTo>
                  <a:pt x="593509" y="253453"/>
                </a:lnTo>
                <a:lnTo>
                  <a:pt x="603516" y="242316"/>
                </a:lnTo>
                <a:lnTo>
                  <a:pt x="620280" y="234696"/>
                </a:lnTo>
                <a:close/>
              </a:path>
              <a:path w="1282064" h="408939">
                <a:moveTo>
                  <a:pt x="621804" y="128016"/>
                </a:moveTo>
                <a:lnTo>
                  <a:pt x="620280" y="121920"/>
                </a:lnTo>
                <a:lnTo>
                  <a:pt x="617232" y="117348"/>
                </a:lnTo>
                <a:lnTo>
                  <a:pt x="615226" y="113385"/>
                </a:lnTo>
                <a:lnTo>
                  <a:pt x="576275" y="80581"/>
                </a:lnTo>
                <a:lnTo>
                  <a:pt x="547738" y="60960"/>
                </a:lnTo>
                <a:lnTo>
                  <a:pt x="536460" y="53340"/>
                </a:lnTo>
                <a:lnTo>
                  <a:pt x="541261" y="43929"/>
                </a:lnTo>
                <a:lnTo>
                  <a:pt x="546366" y="36385"/>
                </a:lnTo>
                <a:lnTo>
                  <a:pt x="551459" y="30835"/>
                </a:lnTo>
                <a:lnTo>
                  <a:pt x="556272" y="27432"/>
                </a:lnTo>
                <a:lnTo>
                  <a:pt x="522744" y="7620"/>
                </a:lnTo>
                <a:lnTo>
                  <a:pt x="506552" y="57912"/>
                </a:lnTo>
                <a:lnTo>
                  <a:pt x="484644" y="108204"/>
                </a:lnTo>
                <a:lnTo>
                  <a:pt x="457022" y="153924"/>
                </a:lnTo>
                <a:lnTo>
                  <a:pt x="428256" y="190500"/>
                </a:lnTo>
                <a:lnTo>
                  <a:pt x="431304" y="196596"/>
                </a:lnTo>
                <a:lnTo>
                  <a:pt x="461594" y="168325"/>
                </a:lnTo>
                <a:lnTo>
                  <a:pt x="488454" y="136207"/>
                </a:lnTo>
                <a:lnTo>
                  <a:pt x="511886" y="100368"/>
                </a:lnTo>
                <a:lnTo>
                  <a:pt x="531888" y="60960"/>
                </a:lnTo>
                <a:lnTo>
                  <a:pt x="554532" y="84048"/>
                </a:lnTo>
                <a:lnTo>
                  <a:pt x="572465" y="105156"/>
                </a:lnTo>
                <a:lnTo>
                  <a:pt x="586105" y="123964"/>
                </a:lnTo>
                <a:lnTo>
                  <a:pt x="595896" y="140208"/>
                </a:lnTo>
                <a:lnTo>
                  <a:pt x="600468" y="155448"/>
                </a:lnTo>
                <a:lnTo>
                  <a:pt x="605040" y="161544"/>
                </a:lnTo>
                <a:lnTo>
                  <a:pt x="611136" y="161544"/>
                </a:lnTo>
                <a:lnTo>
                  <a:pt x="614184" y="158496"/>
                </a:lnTo>
                <a:lnTo>
                  <a:pt x="617232" y="150876"/>
                </a:lnTo>
                <a:lnTo>
                  <a:pt x="620280" y="144780"/>
                </a:lnTo>
                <a:lnTo>
                  <a:pt x="621804" y="137160"/>
                </a:lnTo>
                <a:lnTo>
                  <a:pt x="621804" y="128016"/>
                </a:lnTo>
                <a:close/>
              </a:path>
              <a:path w="1282064" h="408939">
                <a:moveTo>
                  <a:pt x="749820" y="163068"/>
                </a:moveTo>
                <a:lnTo>
                  <a:pt x="710196" y="144780"/>
                </a:lnTo>
                <a:lnTo>
                  <a:pt x="710755" y="172212"/>
                </a:lnTo>
                <a:lnTo>
                  <a:pt x="710692" y="180416"/>
                </a:lnTo>
                <a:lnTo>
                  <a:pt x="709117" y="229425"/>
                </a:lnTo>
                <a:lnTo>
                  <a:pt x="703694" y="280911"/>
                </a:lnTo>
                <a:lnTo>
                  <a:pt x="689356" y="322681"/>
                </a:lnTo>
                <a:lnTo>
                  <a:pt x="662495" y="355854"/>
                </a:lnTo>
                <a:lnTo>
                  <a:pt x="612825" y="387858"/>
                </a:lnTo>
                <a:lnTo>
                  <a:pt x="579132" y="403860"/>
                </a:lnTo>
                <a:lnTo>
                  <a:pt x="580656" y="408432"/>
                </a:lnTo>
                <a:lnTo>
                  <a:pt x="643140" y="385381"/>
                </a:lnTo>
                <a:lnTo>
                  <a:pt x="682764" y="361188"/>
                </a:lnTo>
                <a:lnTo>
                  <a:pt x="716407" y="316395"/>
                </a:lnTo>
                <a:lnTo>
                  <a:pt x="727506" y="277266"/>
                </a:lnTo>
                <a:lnTo>
                  <a:pt x="733742" y="215544"/>
                </a:lnTo>
                <a:lnTo>
                  <a:pt x="734580" y="175260"/>
                </a:lnTo>
                <a:lnTo>
                  <a:pt x="749820" y="163068"/>
                </a:lnTo>
                <a:close/>
              </a:path>
              <a:path w="1282064" h="408939">
                <a:moveTo>
                  <a:pt x="835164" y="379476"/>
                </a:moveTo>
                <a:lnTo>
                  <a:pt x="808177" y="342773"/>
                </a:lnTo>
                <a:lnTo>
                  <a:pt x="761834" y="321576"/>
                </a:lnTo>
                <a:lnTo>
                  <a:pt x="726960" y="307848"/>
                </a:lnTo>
                <a:lnTo>
                  <a:pt x="725436" y="312420"/>
                </a:lnTo>
                <a:lnTo>
                  <a:pt x="747433" y="328422"/>
                </a:lnTo>
                <a:lnTo>
                  <a:pt x="765441" y="342138"/>
                </a:lnTo>
                <a:lnTo>
                  <a:pt x="797128" y="370941"/>
                </a:lnTo>
                <a:lnTo>
                  <a:pt x="815352" y="396240"/>
                </a:lnTo>
                <a:lnTo>
                  <a:pt x="819924" y="402336"/>
                </a:lnTo>
                <a:lnTo>
                  <a:pt x="822972" y="405384"/>
                </a:lnTo>
                <a:lnTo>
                  <a:pt x="827544" y="405384"/>
                </a:lnTo>
                <a:lnTo>
                  <a:pt x="829068" y="402336"/>
                </a:lnTo>
                <a:lnTo>
                  <a:pt x="832116" y="394716"/>
                </a:lnTo>
                <a:lnTo>
                  <a:pt x="833640" y="387096"/>
                </a:lnTo>
                <a:lnTo>
                  <a:pt x="835164" y="382524"/>
                </a:lnTo>
                <a:lnTo>
                  <a:pt x="835164" y="379476"/>
                </a:lnTo>
                <a:close/>
              </a:path>
              <a:path w="1282064" h="408939">
                <a:moveTo>
                  <a:pt x="836688" y="36576"/>
                </a:moveTo>
                <a:lnTo>
                  <a:pt x="809256" y="4572"/>
                </a:lnTo>
                <a:lnTo>
                  <a:pt x="784872" y="25908"/>
                </a:lnTo>
                <a:lnTo>
                  <a:pt x="603516" y="25908"/>
                </a:lnTo>
                <a:lnTo>
                  <a:pt x="620280" y="41148"/>
                </a:lnTo>
                <a:lnTo>
                  <a:pt x="629704" y="39141"/>
                </a:lnTo>
                <a:lnTo>
                  <a:pt x="639711" y="37719"/>
                </a:lnTo>
                <a:lnTo>
                  <a:pt x="650278" y="36855"/>
                </a:lnTo>
                <a:lnTo>
                  <a:pt x="661428" y="36576"/>
                </a:lnTo>
                <a:lnTo>
                  <a:pt x="701052" y="36576"/>
                </a:lnTo>
                <a:lnTo>
                  <a:pt x="699731" y="46837"/>
                </a:lnTo>
                <a:lnTo>
                  <a:pt x="697852" y="60960"/>
                </a:lnTo>
                <a:lnTo>
                  <a:pt x="695159" y="80505"/>
                </a:lnTo>
                <a:lnTo>
                  <a:pt x="691908" y="103632"/>
                </a:lnTo>
                <a:lnTo>
                  <a:pt x="661428" y="103632"/>
                </a:lnTo>
                <a:lnTo>
                  <a:pt x="637044" y="89916"/>
                </a:lnTo>
                <a:lnTo>
                  <a:pt x="637933" y="117348"/>
                </a:lnTo>
                <a:lnTo>
                  <a:pt x="638378" y="144780"/>
                </a:lnTo>
                <a:lnTo>
                  <a:pt x="638492" y="166306"/>
                </a:lnTo>
                <a:lnTo>
                  <a:pt x="638378" y="258699"/>
                </a:lnTo>
                <a:lnTo>
                  <a:pt x="637921" y="284124"/>
                </a:lnTo>
                <a:lnTo>
                  <a:pt x="637044" y="307848"/>
                </a:lnTo>
                <a:lnTo>
                  <a:pt x="661428" y="292608"/>
                </a:lnTo>
                <a:lnTo>
                  <a:pt x="661428" y="114300"/>
                </a:lnTo>
                <a:lnTo>
                  <a:pt x="783348" y="114300"/>
                </a:lnTo>
                <a:lnTo>
                  <a:pt x="783348" y="300228"/>
                </a:lnTo>
                <a:lnTo>
                  <a:pt x="807732" y="286512"/>
                </a:lnTo>
                <a:lnTo>
                  <a:pt x="806843" y="271411"/>
                </a:lnTo>
                <a:lnTo>
                  <a:pt x="806399" y="256032"/>
                </a:lnTo>
                <a:lnTo>
                  <a:pt x="806323" y="249555"/>
                </a:lnTo>
                <a:lnTo>
                  <a:pt x="806208" y="120396"/>
                </a:lnTo>
                <a:lnTo>
                  <a:pt x="814044" y="114300"/>
                </a:lnTo>
                <a:lnTo>
                  <a:pt x="819924" y="109728"/>
                </a:lnTo>
                <a:lnTo>
                  <a:pt x="813422" y="103632"/>
                </a:lnTo>
                <a:lnTo>
                  <a:pt x="795540" y="86868"/>
                </a:lnTo>
                <a:lnTo>
                  <a:pt x="780300" y="103632"/>
                </a:lnTo>
                <a:lnTo>
                  <a:pt x="702576" y="103632"/>
                </a:lnTo>
                <a:lnTo>
                  <a:pt x="712254" y="80581"/>
                </a:lnTo>
                <a:lnTo>
                  <a:pt x="720864" y="61531"/>
                </a:lnTo>
                <a:lnTo>
                  <a:pt x="728294" y="46837"/>
                </a:lnTo>
                <a:lnTo>
                  <a:pt x="734580" y="36576"/>
                </a:lnTo>
                <a:lnTo>
                  <a:pt x="836688" y="36576"/>
                </a:lnTo>
                <a:close/>
              </a:path>
              <a:path w="1282064" h="408939">
                <a:moveTo>
                  <a:pt x="1024140" y="143256"/>
                </a:moveTo>
                <a:lnTo>
                  <a:pt x="995184" y="112776"/>
                </a:lnTo>
                <a:lnTo>
                  <a:pt x="975372" y="132588"/>
                </a:lnTo>
                <a:lnTo>
                  <a:pt x="963180" y="132588"/>
                </a:lnTo>
                <a:lnTo>
                  <a:pt x="963180" y="39624"/>
                </a:lnTo>
                <a:lnTo>
                  <a:pt x="976896" y="27432"/>
                </a:lnTo>
                <a:lnTo>
                  <a:pt x="937272" y="9144"/>
                </a:lnTo>
                <a:lnTo>
                  <a:pt x="938149" y="26492"/>
                </a:lnTo>
                <a:lnTo>
                  <a:pt x="938606" y="42672"/>
                </a:lnTo>
                <a:lnTo>
                  <a:pt x="938707" y="51003"/>
                </a:lnTo>
                <a:lnTo>
                  <a:pt x="938796" y="132588"/>
                </a:lnTo>
                <a:lnTo>
                  <a:pt x="874788" y="132588"/>
                </a:lnTo>
                <a:lnTo>
                  <a:pt x="890028" y="147828"/>
                </a:lnTo>
                <a:lnTo>
                  <a:pt x="900328" y="145821"/>
                </a:lnTo>
                <a:lnTo>
                  <a:pt x="910793" y="144399"/>
                </a:lnTo>
                <a:lnTo>
                  <a:pt x="921524" y="143535"/>
                </a:lnTo>
                <a:lnTo>
                  <a:pt x="932700" y="143256"/>
                </a:lnTo>
                <a:lnTo>
                  <a:pt x="938796" y="143256"/>
                </a:lnTo>
                <a:lnTo>
                  <a:pt x="938796" y="283464"/>
                </a:lnTo>
                <a:lnTo>
                  <a:pt x="921931" y="287743"/>
                </a:lnTo>
                <a:lnTo>
                  <a:pt x="905649" y="291465"/>
                </a:lnTo>
                <a:lnTo>
                  <a:pt x="889927" y="294601"/>
                </a:lnTo>
                <a:lnTo>
                  <a:pt x="874788" y="297180"/>
                </a:lnTo>
                <a:lnTo>
                  <a:pt x="894600" y="330708"/>
                </a:lnTo>
                <a:lnTo>
                  <a:pt x="929843" y="307848"/>
                </a:lnTo>
                <a:lnTo>
                  <a:pt x="968527" y="291274"/>
                </a:lnTo>
                <a:lnTo>
                  <a:pt x="1021092" y="271272"/>
                </a:lnTo>
                <a:lnTo>
                  <a:pt x="1019568" y="263652"/>
                </a:lnTo>
                <a:lnTo>
                  <a:pt x="963180" y="278892"/>
                </a:lnTo>
                <a:lnTo>
                  <a:pt x="963180" y="143256"/>
                </a:lnTo>
                <a:lnTo>
                  <a:pt x="1024140" y="143256"/>
                </a:lnTo>
                <a:close/>
              </a:path>
              <a:path w="1282064" h="408939">
                <a:moveTo>
                  <a:pt x="1130820" y="156972"/>
                </a:moveTo>
                <a:lnTo>
                  <a:pt x="1123848" y="150876"/>
                </a:lnTo>
                <a:lnTo>
                  <a:pt x="1106436" y="135636"/>
                </a:lnTo>
                <a:lnTo>
                  <a:pt x="1095768" y="148971"/>
                </a:lnTo>
                <a:lnTo>
                  <a:pt x="1095768" y="161544"/>
                </a:lnTo>
                <a:lnTo>
                  <a:pt x="1095768" y="236220"/>
                </a:lnTo>
                <a:lnTo>
                  <a:pt x="1051572" y="236220"/>
                </a:lnTo>
                <a:lnTo>
                  <a:pt x="1051572" y="161544"/>
                </a:lnTo>
                <a:lnTo>
                  <a:pt x="1095768" y="161544"/>
                </a:lnTo>
                <a:lnTo>
                  <a:pt x="1095768" y="148971"/>
                </a:lnTo>
                <a:lnTo>
                  <a:pt x="1094244" y="150876"/>
                </a:lnTo>
                <a:lnTo>
                  <a:pt x="1051572" y="150876"/>
                </a:lnTo>
                <a:lnTo>
                  <a:pt x="1030236" y="137160"/>
                </a:lnTo>
                <a:lnTo>
                  <a:pt x="1030465" y="151447"/>
                </a:lnTo>
                <a:lnTo>
                  <a:pt x="1031519" y="183451"/>
                </a:lnTo>
                <a:lnTo>
                  <a:pt x="1031646" y="193522"/>
                </a:lnTo>
                <a:lnTo>
                  <a:pt x="1031557" y="216420"/>
                </a:lnTo>
                <a:lnTo>
                  <a:pt x="1031430" y="221907"/>
                </a:lnTo>
                <a:lnTo>
                  <a:pt x="1030452" y="254508"/>
                </a:lnTo>
                <a:lnTo>
                  <a:pt x="1030236" y="269748"/>
                </a:lnTo>
                <a:lnTo>
                  <a:pt x="1051572" y="260604"/>
                </a:lnTo>
                <a:lnTo>
                  <a:pt x="1051572" y="246888"/>
                </a:lnTo>
                <a:lnTo>
                  <a:pt x="1095768" y="246888"/>
                </a:lnTo>
                <a:lnTo>
                  <a:pt x="1095768" y="263652"/>
                </a:lnTo>
                <a:lnTo>
                  <a:pt x="1118628" y="254508"/>
                </a:lnTo>
                <a:lnTo>
                  <a:pt x="1118006" y="246888"/>
                </a:lnTo>
                <a:lnTo>
                  <a:pt x="1117739" y="243687"/>
                </a:lnTo>
                <a:lnTo>
                  <a:pt x="1117384" y="236220"/>
                </a:lnTo>
                <a:lnTo>
                  <a:pt x="1117295" y="234315"/>
                </a:lnTo>
                <a:lnTo>
                  <a:pt x="1117117" y="226644"/>
                </a:lnTo>
                <a:lnTo>
                  <a:pt x="1117104" y="167640"/>
                </a:lnTo>
                <a:lnTo>
                  <a:pt x="1124940" y="161544"/>
                </a:lnTo>
                <a:lnTo>
                  <a:pt x="1130820" y="156972"/>
                </a:lnTo>
                <a:close/>
              </a:path>
              <a:path w="1282064" h="408939">
                <a:moveTo>
                  <a:pt x="1133868" y="297180"/>
                </a:moveTo>
                <a:lnTo>
                  <a:pt x="1132344" y="291084"/>
                </a:lnTo>
                <a:lnTo>
                  <a:pt x="1078598" y="304203"/>
                </a:lnTo>
                <a:lnTo>
                  <a:pt x="1036142" y="313753"/>
                </a:lnTo>
                <a:lnTo>
                  <a:pt x="1004824" y="319582"/>
                </a:lnTo>
                <a:lnTo>
                  <a:pt x="984516" y="321564"/>
                </a:lnTo>
                <a:lnTo>
                  <a:pt x="1001280" y="353568"/>
                </a:lnTo>
                <a:lnTo>
                  <a:pt x="1015568" y="343255"/>
                </a:lnTo>
                <a:lnTo>
                  <a:pt x="1042428" y="330517"/>
                </a:lnTo>
                <a:lnTo>
                  <a:pt x="1081862" y="315201"/>
                </a:lnTo>
                <a:lnTo>
                  <a:pt x="1133868" y="297180"/>
                </a:lnTo>
                <a:close/>
              </a:path>
              <a:path w="1282064" h="408939">
                <a:moveTo>
                  <a:pt x="1251216" y="42672"/>
                </a:moveTo>
                <a:lnTo>
                  <a:pt x="1209890" y="15684"/>
                </a:lnTo>
                <a:lnTo>
                  <a:pt x="1193304" y="9144"/>
                </a:lnTo>
                <a:lnTo>
                  <a:pt x="1190256" y="13716"/>
                </a:lnTo>
                <a:lnTo>
                  <a:pt x="1203731" y="27089"/>
                </a:lnTo>
                <a:lnTo>
                  <a:pt x="1214640" y="39624"/>
                </a:lnTo>
                <a:lnTo>
                  <a:pt x="1223251" y="51003"/>
                </a:lnTo>
                <a:lnTo>
                  <a:pt x="1229880" y="60960"/>
                </a:lnTo>
                <a:lnTo>
                  <a:pt x="1232928" y="68580"/>
                </a:lnTo>
                <a:lnTo>
                  <a:pt x="1235976" y="73152"/>
                </a:lnTo>
                <a:lnTo>
                  <a:pt x="1242072" y="73152"/>
                </a:lnTo>
                <a:lnTo>
                  <a:pt x="1249692" y="57912"/>
                </a:lnTo>
                <a:lnTo>
                  <a:pt x="1251216" y="53340"/>
                </a:lnTo>
                <a:lnTo>
                  <a:pt x="1251216" y="42672"/>
                </a:lnTo>
                <a:close/>
              </a:path>
              <a:path w="1282064" h="408939">
                <a:moveTo>
                  <a:pt x="1281696" y="102108"/>
                </a:moveTo>
                <a:lnTo>
                  <a:pt x="1248168" y="70104"/>
                </a:lnTo>
                <a:lnTo>
                  <a:pt x="1226832" y="91440"/>
                </a:lnTo>
                <a:lnTo>
                  <a:pt x="1165872" y="91440"/>
                </a:lnTo>
                <a:lnTo>
                  <a:pt x="1165872" y="33528"/>
                </a:lnTo>
                <a:lnTo>
                  <a:pt x="1178064" y="21336"/>
                </a:lnTo>
                <a:lnTo>
                  <a:pt x="1141488" y="0"/>
                </a:lnTo>
                <a:lnTo>
                  <a:pt x="1141717" y="12014"/>
                </a:lnTo>
                <a:lnTo>
                  <a:pt x="1142161" y="21336"/>
                </a:lnTo>
                <a:lnTo>
                  <a:pt x="1142771" y="33210"/>
                </a:lnTo>
                <a:lnTo>
                  <a:pt x="1142923" y="39624"/>
                </a:lnTo>
                <a:lnTo>
                  <a:pt x="1143012" y="91440"/>
                </a:lnTo>
                <a:lnTo>
                  <a:pt x="998232" y="91440"/>
                </a:lnTo>
                <a:lnTo>
                  <a:pt x="1013472" y="108204"/>
                </a:lnTo>
                <a:lnTo>
                  <a:pt x="1023772" y="105321"/>
                </a:lnTo>
                <a:lnTo>
                  <a:pt x="1034237" y="103441"/>
                </a:lnTo>
                <a:lnTo>
                  <a:pt x="1044968" y="102412"/>
                </a:lnTo>
                <a:lnTo>
                  <a:pt x="1056144" y="102108"/>
                </a:lnTo>
                <a:lnTo>
                  <a:pt x="1143012" y="102108"/>
                </a:lnTo>
                <a:lnTo>
                  <a:pt x="1144155" y="154914"/>
                </a:lnTo>
                <a:lnTo>
                  <a:pt x="1147584" y="203454"/>
                </a:lnTo>
                <a:lnTo>
                  <a:pt x="1153299" y="247408"/>
                </a:lnTo>
                <a:lnTo>
                  <a:pt x="1161300" y="286512"/>
                </a:lnTo>
                <a:lnTo>
                  <a:pt x="1139024" y="317919"/>
                </a:lnTo>
                <a:lnTo>
                  <a:pt x="1111199" y="348043"/>
                </a:lnTo>
                <a:lnTo>
                  <a:pt x="1077925" y="376732"/>
                </a:lnTo>
                <a:lnTo>
                  <a:pt x="1039380" y="403860"/>
                </a:lnTo>
                <a:lnTo>
                  <a:pt x="1043952" y="408432"/>
                </a:lnTo>
                <a:lnTo>
                  <a:pt x="1079398" y="390372"/>
                </a:lnTo>
                <a:lnTo>
                  <a:pt x="1112723" y="368046"/>
                </a:lnTo>
                <a:lnTo>
                  <a:pt x="1144028" y="341134"/>
                </a:lnTo>
                <a:lnTo>
                  <a:pt x="1173492" y="309372"/>
                </a:lnTo>
                <a:lnTo>
                  <a:pt x="1192085" y="337134"/>
                </a:lnTo>
                <a:lnTo>
                  <a:pt x="1224661" y="374904"/>
                </a:lnTo>
                <a:lnTo>
                  <a:pt x="1260932" y="397954"/>
                </a:lnTo>
                <a:lnTo>
                  <a:pt x="1272552" y="402336"/>
                </a:lnTo>
                <a:lnTo>
                  <a:pt x="1277124" y="402336"/>
                </a:lnTo>
                <a:lnTo>
                  <a:pt x="1277124" y="394716"/>
                </a:lnTo>
                <a:lnTo>
                  <a:pt x="1274267" y="385229"/>
                </a:lnTo>
                <a:lnTo>
                  <a:pt x="1272552" y="374942"/>
                </a:lnTo>
                <a:lnTo>
                  <a:pt x="1271981" y="363423"/>
                </a:lnTo>
                <a:lnTo>
                  <a:pt x="1272273" y="356616"/>
                </a:lnTo>
                <a:lnTo>
                  <a:pt x="1272552" y="350520"/>
                </a:lnTo>
                <a:lnTo>
                  <a:pt x="1273073" y="335965"/>
                </a:lnTo>
                <a:lnTo>
                  <a:pt x="1274457" y="319849"/>
                </a:lnTo>
                <a:lnTo>
                  <a:pt x="1276197" y="304203"/>
                </a:lnTo>
                <a:lnTo>
                  <a:pt x="1278648" y="283464"/>
                </a:lnTo>
                <a:lnTo>
                  <a:pt x="1271028" y="281940"/>
                </a:lnTo>
                <a:lnTo>
                  <a:pt x="1265351" y="303885"/>
                </a:lnTo>
                <a:lnTo>
                  <a:pt x="1261122" y="319582"/>
                </a:lnTo>
                <a:lnTo>
                  <a:pt x="1255268" y="341134"/>
                </a:lnTo>
                <a:lnTo>
                  <a:pt x="1251216" y="356616"/>
                </a:lnTo>
                <a:lnTo>
                  <a:pt x="1216926" y="325755"/>
                </a:lnTo>
                <a:lnTo>
                  <a:pt x="1191780" y="288036"/>
                </a:lnTo>
                <a:lnTo>
                  <a:pt x="1205280" y="259080"/>
                </a:lnTo>
                <a:lnTo>
                  <a:pt x="1208735" y="251650"/>
                </a:lnTo>
                <a:lnTo>
                  <a:pt x="1217701" y="232092"/>
                </a:lnTo>
                <a:lnTo>
                  <a:pt x="1226832" y="211836"/>
                </a:lnTo>
                <a:lnTo>
                  <a:pt x="1233893" y="193522"/>
                </a:lnTo>
                <a:lnTo>
                  <a:pt x="1241120" y="179641"/>
                </a:lnTo>
                <a:lnTo>
                  <a:pt x="1248041" y="170040"/>
                </a:lnTo>
                <a:lnTo>
                  <a:pt x="1254264" y="164592"/>
                </a:lnTo>
                <a:lnTo>
                  <a:pt x="1220736" y="137160"/>
                </a:lnTo>
                <a:lnTo>
                  <a:pt x="1218755" y="149466"/>
                </a:lnTo>
                <a:lnTo>
                  <a:pt x="1215212" y="163639"/>
                </a:lnTo>
                <a:lnTo>
                  <a:pt x="1210284" y="179641"/>
                </a:lnTo>
                <a:lnTo>
                  <a:pt x="1203972" y="198120"/>
                </a:lnTo>
                <a:lnTo>
                  <a:pt x="1198016" y="216420"/>
                </a:lnTo>
                <a:lnTo>
                  <a:pt x="1191780" y="232600"/>
                </a:lnTo>
                <a:lnTo>
                  <a:pt x="1185532" y="246761"/>
                </a:lnTo>
                <a:lnTo>
                  <a:pt x="1179588" y="259080"/>
                </a:lnTo>
                <a:lnTo>
                  <a:pt x="1173581" y="221907"/>
                </a:lnTo>
                <a:lnTo>
                  <a:pt x="1169301" y="183451"/>
                </a:lnTo>
                <a:lnTo>
                  <a:pt x="1166723" y="143256"/>
                </a:lnTo>
                <a:lnTo>
                  <a:pt x="1165872" y="102108"/>
                </a:lnTo>
                <a:lnTo>
                  <a:pt x="1281696" y="10210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" name="object 46"/>
          <p:cNvSpPr/>
          <p:nvPr/>
        </p:nvSpPr>
        <p:spPr>
          <a:xfrm>
            <a:off x="5719571" y="5469635"/>
            <a:ext cx="356870" cy="402590"/>
          </a:xfrm>
          <a:custGeom>
            <a:avLst/>
            <a:gdLst/>
            <a:ahLst/>
            <a:cxnLst/>
            <a:rect l="l" t="t" r="r" b="b"/>
            <a:pathLst>
              <a:path w="356870" h="402589">
                <a:moveTo>
                  <a:pt x="53340" y="89916"/>
                </a:moveTo>
                <a:lnTo>
                  <a:pt x="42672" y="89916"/>
                </a:lnTo>
                <a:lnTo>
                  <a:pt x="50696" y="62793"/>
                </a:lnTo>
                <a:lnTo>
                  <a:pt x="56578" y="38671"/>
                </a:lnTo>
                <a:lnTo>
                  <a:pt x="60459" y="17692"/>
                </a:lnTo>
                <a:lnTo>
                  <a:pt x="62484" y="0"/>
                </a:lnTo>
                <a:lnTo>
                  <a:pt x="100584" y="21336"/>
                </a:lnTo>
                <a:lnTo>
                  <a:pt x="90844" y="29051"/>
                </a:lnTo>
                <a:lnTo>
                  <a:pt x="79819" y="43053"/>
                </a:lnTo>
                <a:lnTo>
                  <a:pt x="67365" y="63341"/>
                </a:lnTo>
                <a:lnTo>
                  <a:pt x="53340" y="89916"/>
                </a:lnTo>
                <a:close/>
              </a:path>
              <a:path w="356870" h="402589">
                <a:moveTo>
                  <a:pt x="147828" y="192024"/>
                </a:moveTo>
                <a:lnTo>
                  <a:pt x="141732" y="187452"/>
                </a:lnTo>
                <a:lnTo>
                  <a:pt x="158877" y="160615"/>
                </a:lnTo>
                <a:lnTo>
                  <a:pt x="173736" y="135064"/>
                </a:lnTo>
                <a:lnTo>
                  <a:pt x="196596" y="88392"/>
                </a:lnTo>
                <a:lnTo>
                  <a:pt x="211264" y="44958"/>
                </a:lnTo>
                <a:lnTo>
                  <a:pt x="222503" y="1524"/>
                </a:lnTo>
                <a:lnTo>
                  <a:pt x="260603" y="24384"/>
                </a:lnTo>
                <a:lnTo>
                  <a:pt x="252626" y="32146"/>
                </a:lnTo>
                <a:lnTo>
                  <a:pt x="242506" y="46482"/>
                </a:lnTo>
                <a:lnTo>
                  <a:pt x="230385" y="67675"/>
                </a:lnTo>
                <a:lnTo>
                  <a:pt x="216408" y="96012"/>
                </a:lnTo>
                <a:lnTo>
                  <a:pt x="350520" y="96012"/>
                </a:lnTo>
                <a:lnTo>
                  <a:pt x="356616" y="102108"/>
                </a:lnTo>
                <a:lnTo>
                  <a:pt x="350901" y="106680"/>
                </a:lnTo>
                <a:lnTo>
                  <a:pt x="213360" y="106680"/>
                </a:lnTo>
                <a:lnTo>
                  <a:pt x="197977" y="130730"/>
                </a:lnTo>
                <a:lnTo>
                  <a:pt x="181737" y="152781"/>
                </a:lnTo>
                <a:lnTo>
                  <a:pt x="164925" y="173116"/>
                </a:lnTo>
                <a:lnTo>
                  <a:pt x="147828" y="192024"/>
                </a:lnTo>
                <a:close/>
              </a:path>
              <a:path w="356870" h="402589">
                <a:moveTo>
                  <a:pt x="144780" y="89916"/>
                </a:moveTo>
                <a:lnTo>
                  <a:pt x="111252" y="89916"/>
                </a:lnTo>
                <a:lnTo>
                  <a:pt x="128016" y="73152"/>
                </a:lnTo>
                <a:lnTo>
                  <a:pt x="144780" y="89916"/>
                </a:lnTo>
                <a:close/>
              </a:path>
              <a:path w="356870" h="402589">
                <a:moveTo>
                  <a:pt x="0" y="397764"/>
                </a:moveTo>
                <a:lnTo>
                  <a:pt x="834" y="359664"/>
                </a:lnTo>
                <a:lnTo>
                  <a:pt x="935" y="352615"/>
                </a:lnTo>
                <a:lnTo>
                  <a:pt x="1333" y="316992"/>
                </a:lnTo>
                <a:lnTo>
                  <a:pt x="1430" y="178308"/>
                </a:lnTo>
                <a:lnTo>
                  <a:pt x="1309" y="152781"/>
                </a:lnTo>
                <a:lnTo>
                  <a:pt x="881" y="114704"/>
                </a:lnTo>
                <a:lnTo>
                  <a:pt x="0" y="74676"/>
                </a:lnTo>
                <a:lnTo>
                  <a:pt x="25908" y="89916"/>
                </a:lnTo>
                <a:lnTo>
                  <a:pt x="144780" y="89916"/>
                </a:lnTo>
                <a:lnTo>
                  <a:pt x="153924" y="99060"/>
                </a:lnTo>
                <a:lnTo>
                  <a:pt x="151828" y="100584"/>
                </a:lnTo>
                <a:lnTo>
                  <a:pt x="24384" y="100584"/>
                </a:lnTo>
                <a:lnTo>
                  <a:pt x="24384" y="211836"/>
                </a:lnTo>
                <a:lnTo>
                  <a:pt x="137205" y="211836"/>
                </a:lnTo>
                <a:lnTo>
                  <a:pt x="137219" y="222504"/>
                </a:lnTo>
                <a:lnTo>
                  <a:pt x="24384" y="222504"/>
                </a:lnTo>
                <a:lnTo>
                  <a:pt x="24384" y="344424"/>
                </a:lnTo>
                <a:lnTo>
                  <a:pt x="137914" y="344424"/>
                </a:lnTo>
                <a:lnTo>
                  <a:pt x="137940" y="346850"/>
                </a:lnTo>
                <a:lnTo>
                  <a:pt x="138137" y="355092"/>
                </a:lnTo>
                <a:lnTo>
                  <a:pt x="24384" y="355092"/>
                </a:lnTo>
                <a:lnTo>
                  <a:pt x="24384" y="384048"/>
                </a:lnTo>
                <a:lnTo>
                  <a:pt x="0" y="397764"/>
                </a:lnTo>
                <a:close/>
              </a:path>
              <a:path w="356870" h="402589">
                <a:moveTo>
                  <a:pt x="350520" y="96012"/>
                </a:moveTo>
                <a:lnTo>
                  <a:pt x="310896" y="96012"/>
                </a:lnTo>
                <a:lnTo>
                  <a:pt x="330708" y="76200"/>
                </a:lnTo>
                <a:lnTo>
                  <a:pt x="350520" y="96012"/>
                </a:lnTo>
                <a:close/>
              </a:path>
              <a:path w="356870" h="402589">
                <a:moveTo>
                  <a:pt x="137205" y="211836"/>
                </a:moveTo>
                <a:lnTo>
                  <a:pt x="114300" y="211836"/>
                </a:lnTo>
                <a:lnTo>
                  <a:pt x="114300" y="100584"/>
                </a:lnTo>
                <a:lnTo>
                  <a:pt x="151828" y="100584"/>
                </a:lnTo>
                <a:lnTo>
                  <a:pt x="137160" y="111252"/>
                </a:lnTo>
                <a:lnTo>
                  <a:pt x="137205" y="211836"/>
                </a:lnTo>
                <a:close/>
              </a:path>
              <a:path w="356870" h="402589">
                <a:moveTo>
                  <a:pt x="327213" y="359664"/>
                </a:moveTo>
                <a:lnTo>
                  <a:pt x="283464" y="359664"/>
                </a:lnTo>
                <a:lnTo>
                  <a:pt x="291750" y="357925"/>
                </a:lnTo>
                <a:lnTo>
                  <a:pt x="298323" y="352615"/>
                </a:lnTo>
                <a:lnTo>
                  <a:pt x="308586" y="305562"/>
                </a:lnTo>
                <a:lnTo>
                  <a:pt x="310705" y="259842"/>
                </a:lnTo>
                <a:lnTo>
                  <a:pt x="312539" y="193548"/>
                </a:lnTo>
                <a:lnTo>
                  <a:pt x="313944" y="106680"/>
                </a:lnTo>
                <a:lnTo>
                  <a:pt x="350901" y="106680"/>
                </a:lnTo>
                <a:lnTo>
                  <a:pt x="341376" y="114300"/>
                </a:lnTo>
                <a:lnTo>
                  <a:pt x="339535" y="188719"/>
                </a:lnTo>
                <a:lnTo>
                  <a:pt x="337620" y="249167"/>
                </a:lnTo>
                <a:lnTo>
                  <a:pt x="335560" y="295570"/>
                </a:lnTo>
                <a:lnTo>
                  <a:pt x="333280" y="327855"/>
                </a:lnTo>
                <a:lnTo>
                  <a:pt x="330708" y="345948"/>
                </a:lnTo>
                <a:lnTo>
                  <a:pt x="327856" y="357925"/>
                </a:lnTo>
                <a:lnTo>
                  <a:pt x="327213" y="359664"/>
                </a:lnTo>
                <a:close/>
              </a:path>
              <a:path w="356870" h="402589">
                <a:moveTo>
                  <a:pt x="231648" y="269748"/>
                </a:moveTo>
                <a:lnTo>
                  <a:pt x="228600" y="269748"/>
                </a:lnTo>
                <a:lnTo>
                  <a:pt x="225456" y="268295"/>
                </a:lnTo>
                <a:lnTo>
                  <a:pt x="222885" y="263842"/>
                </a:lnTo>
                <a:lnTo>
                  <a:pt x="220884" y="256246"/>
                </a:lnTo>
                <a:lnTo>
                  <a:pt x="219456" y="245364"/>
                </a:lnTo>
                <a:lnTo>
                  <a:pt x="214884" y="228242"/>
                </a:lnTo>
                <a:lnTo>
                  <a:pt x="208026" y="211264"/>
                </a:lnTo>
                <a:lnTo>
                  <a:pt x="198882" y="194571"/>
                </a:lnTo>
                <a:lnTo>
                  <a:pt x="187452" y="178308"/>
                </a:lnTo>
                <a:lnTo>
                  <a:pt x="190500" y="172212"/>
                </a:lnTo>
                <a:lnTo>
                  <a:pt x="224028" y="199644"/>
                </a:lnTo>
                <a:lnTo>
                  <a:pt x="246888" y="236220"/>
                </a:lnTo>
                <a:lnTo>
                  <a:pt x="246888" y="248412"/>
                </a:lnTo>
                <a:lnTo>
                  <a:pt x="243840" y="254508"/>
                </a:lnTo>
                <a:lnTo>
                  <a:pt x="234696" y="266700"/>
                </a:lnTo>
                <a:lnTo>
                  <a:pt x="231648" y="269748"/>
                </a:lnTo>
                <a:close/>
              </a:path>
              <a:path w="356870" h="402589">
                <a:moveTo>
                  <a:pt x="137914" y="344424"/>
                </a:moveTo>
                <a:lnTo>
                  <a:pt x="114300" y="344424"/>
                </a:lnTo>
                <a:lnTo>
                  <a:pt x="114300" y="222504"/>
                </a:lnTo>
                <a:lnTo>
                  <a:pt x="137219" y="222504"/>
                </a:lnTo>
                <a:lnTo>
                  <a:pt x="137337" y="269748"/>
                </a:lnTo>
                <a:lnTo>
                  <a:pt x="137498" y="305562"/>
                </a:lnTo>
                <a:lnTo>
                  <a:pt x="137914" y="344424"/>
                </a:lnTo>
                <a:close/>
              </a:path>
              <a:path w="356870" h="402589">
                <a:moveTo>
                  <a:pt x="277367" y="402336"/>
                </a:moveTo>
                <a:lnTo>
                  <a:pt x="271129" y="389239"/>
                </a:lnTo>
                <a:lnTo>
                  <a:pt x="259461" y="377571"/>
                </a:lnTo>
                <a:lnTo>
                  <a:pt x="242649" y="367617"/>
                </a:lnTo>
                <a:lnTo>
                  <a:pt x="220979" y="359664"/>
                </a:lnTo>
                <a:lnTo>
                  <a:pt x="220979" y="352044"/>
                </a:lnTo>
                <a:lnTo>
                  <a:pt x="241030" y="355163"/>
                </a:lnTo>
                <a:lnTo>
                  <a:pt x="257937" y="357568"/>
                </a:lnTo>
                <a:lnTo>
                  <a:pt x="271986" y="359116"/>
                </a:lnTo>
                <a:lnTo>
                  <a:pt x="283464" y="359664"/>
                </a:lnTo>
                <a:lnTo>
                  <a:pt x="327213" y="359664"/>
                </a:lnTo>
                <a:lnTo>
                  <a:pt x="324040" y="368236"/>
                </a:lnTo>
                <a:lnTo>
                  <a:pt x="289023" y="397764"/>
                </a:lnTo>
                <a:lnTo>
                  <a:pt x="277367" y="402336"/>
                </a:lnTo>
                <a:close/>
              </a:path>
              <a:path w="356870" h="402589">
                <a:moveTo>
                  <a:pt x="114300" y="391668"/>
                </a:moveTo>
                <a:lnTo>
                  <a:pt x="114300" y="355092"/>
                </a:lnTo>
                <a:lnTo>
                  <a:pt x="138137" y="355092"/>
                </a:lnTo>
                <a:lnTo>
                  <a:pt x="138684" y="377952"/>
                </a:lnTo>
                <a:lnTo>
                  <a:pt x="114300" y="39166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" name="object 47"/>
          <p:cNvSpPr/>
          <p:nvPr/>
        </p:nvSpPr>
        <p:spPr>
          <a:xfrm>
            <a:off x="6128004" y="5468111"/>
            <a:ext cx="1740535" cy="411480"/>
          </a:xfrm>
          <a:custGeom>
            <a:avLst/>
            <a:gdLst/>
            <a:ahLst/>
            <a:cxnLst/>
            <a:rect l="l" t="t" r="r" b="b"/>
            <a:pathLst>
              <a:path w="1740534" h="411479">
                <a:moveTo>
                  <a:pt x="381000" y="390156"/>
                </a:moveTo>
                <a:lnTo>
                  <a:pt x="344424" y="353580"/>
                </a:lnTo>
                <a:lnTo>
                  <a:pt x="318516" y="379488"/>
                </a:lnTo>
                <a:lnTo>
                  <a:pt x="208788" y="379488"/>
                </a:lnTo>
                <a:lnTo>
                  <a:pt x="208788" y="315480"/>
                </a:lnTo>
                <a:lnTo>
                  <a:pt x="307848" y="315480"/>
                </a:lnTo>
                <a:lnTo>
                  <a:pt x="275844" y="283476"/>
                </a:lnTo>
                <a:lnTo>
                  <a:pt x="256032" y="304812"/>
                </a:lnTo>
                <a:lnTo>
                  <a:pt x="208788" y="304812"/>
                </a:lnTo>
                <a:lnTo>
                  <a:pt x="208788" y="257568"/>
                </a:lnTo>
                <a:lnTo>
                  <a:pt x="224028" y="246900"/>
                </a:lnTo>
                <a:lnTo>
                  <a:pt x="184404" y="227088"/>
                </a:lnTo>
                <a:lnTo>
                  <a:pt x="185280" y="244805"/>
                </a:lnTo>
                <a:lnTo>
                  <a:pt x="185699" y="262140"/>
                </a:lnTo>
                <a:lnTo>
                  <a:pt x="185826" y="274332"/>
                </a:lnTo>
                <a:lnTo>
                  <a:pt x="185928" y="304812"/>
                </a:lnTo>
                <a:lnTo>
                  <a:pt x="92964" y="304812"/>
                </a:lnTo>
                <a:lnTo>
                  <a:pt x="108204" y="318528"/>
                </a:lnTo>
                <a:lnTo>
                  <a:pt x="126492" y="315480"/>
                </a:lnTo>
                <a:lnTo>
                  <a:pt x="185928" y="315480"/>
                </a:lnTo>
                <a:lnTo>
                  <a:pt x="185928" y="379488"/>
                </a:lnTo>
                <a:lnTo>
                  <a:pt x="22860" y="379488"/>
                </a:lnTo>
                <a:lnTo>
                  <a:pt x="38100" y="394728"/>
                </a:lnTo>
                <a:lnTo>
                  <a:pt x="47523" y="392722"/>
                </a:lnTo>
                <a:lnTo>
                  <a:pt x="57531" y="391299"/>
                </a:lnTo>
                <a:lnTo>
                  <a:pt x="68097" y="390436"/>
                </a:lnTo>
                <a:lnTo>
                  <a:pt x="79248" y="390156"/>
                </a:lnTo>
                <a:lnTo>
                  <a:pt x="381000" y="390156"/>
                </a:lnTo>
                <a:close/>
              </a:path>
              <a:path w="1740534" h="411479">
                <a:moveTo>
                  <a:pt x="408432" y="291096"/>
                </a:moveTo>
                <a:lnTo>
                  <a:pt x="369570" y="284048"/>
                </a:lnTo>
                <a:lnTo>
                  <a:pt x="330708" y="271284"/>
                </a:lnTo>
                <a:lnTo>
                  <a:pt x="292798" y="250710"/>
                </a:lnTo>
                <a:lnTo>
                  <a:pt x="260604" y="220992"/>
                </a:lnTo>
                <a:lnTo>
                  <a:pt x="403860" y="220992"/>
                </a:lnTo>
                <a:lnTo>
                  <a:pt x="362712" y="181368"/>
                </a:lnTo>
                <a:lnTo>
                  <a:pt x="333756" y="210324"/>
                </a:lnTo>
                <a:lnTo>
                  <a:pt x="292608" y="210324"/>
                </a:lnTo>
                <a:lnTo>
                  <a:pt x="292608" y="170700"/>
                </a:lnTo>
                <a:lnTo>
                  <a:pt x="292608" y="160032"/>
                </a:lnTo>
                <a:lnTo>
                  <a:pt x="292608" y="120408"/>
                </a:lnTo>
                <a:lnTo>
                  <a:pt x="292608" y="109740"/>
                </a:lnTo>
                <a:lnTo>
                  <a:pt x="292608" y="70116"/>
                </a:lnTo>
                <a:lnTo>
                  <a:pt x="387096" y="70116"/>
                </a:lnTo>
                <a:lnTo>
                  <a:pt x="355092" y="36588"/>
                </a:lnTo>
                <a:lnTo>
                  <a:pt x="332232" y="59448"/>
                </a:lnTo>
                <a:lnTo>
                  <a:pt x="292608" y="59448"/>
                </a:lnTo>
                <a:lnTo>
                  <a:pt x="292608" y="30492"/>
                </a:lnTo>
                <a:lnTo>
                  <a:pt x="306324" y="19824"/>
                </a:lnTo>
                <a:lnTo>
                  <a:pt x="265176" y="1536"/>
                </a:lnTo>
                <a:lnTo>
                  <a:pt x="266293" y="15290"/>
                </a:lnTo>
                <a:lnTo>
                  <a:pt x="267271" y="29349"/>
                </a:lnTo>
                <a:lnTo>
                  <a:pt x="267957" y="43967"/>
                </a:lnTo>
                <a:lnTo>
                  <a:pt x="268224" y="59448"/>
                </a:lnTo>
                <a:lnTo>
                  <a:pt x="268224" y="70116"/>
                </a:lnTo>
                <a:lnTo>
                  <a:pt x="268224" y="109740"/>
                </a:lnTo>
                <a:lnTo>
                  <a:pt x="268224" y="120408"/>
                </a:lnTo>
                <a:lnTo>
                  <a:pt x="268224" y="160032"/>
                </a:lnTo>
                <a:lnTo>
                  <a:pt x="268224" y="170700"/>
                </a:lnTo>
                <a:lnTo>
                  <a:pt x="268224" y="210324"/>
                </a:lnTo>
                <a:lnTo>
                  <a:pt x="137160" y="210324"/>
                </a:lnTo>
                <a:lnTo>
                  <a:pt x="137160" y="170700"/>
                </a:lnTo>
                <a:lnTo>
                  <a:pt x="268224" y="170700"/>
                </a:lnTo>
                <a:lnTo>
                  <a:pt x="268224" y="160032"/>
                </a:lnTo>
                <a:lnTo>
                  <a:pt x="137160" y="160032"/>
                </a:lnTo>
                <a:lnTo>
                  <a:pt x="137160" y="120408"/>
                </a:lnTo>
                <a:lnTo>
                  <a:pt x="268224" y="120408"/>
                </a:lnTo>
                <a:lnTo>
                  <a:pt x="268224" y="109740"/>
                </a:lnTo>
                <a:lnTo>
                  <a:pt x="137160" y="109740"/>
                </a:lnTo>
                <a:lnTo>
                  <a:pt x="137160" y="70116"/>
                </a:lnTo>
                <a:lnTo>
                  <a:pt x="268224" y="70116"/>
                </a:lnTo>
                <a:lnTo>
                  <a:pt x="268224" y="59448"/>
                </a:lnTo>
                <a:lnTo>
                  <a:pt x="137160" y="59448"/>
                </a:lnTo>
                <a:lnTo>
                  <a:pt x="137160" y="35064"/>
                </a:lnTo>
                <a:lnTo>
                  <a:pt x="150876" y="22872"/>
                </a:lnTo>
                <a:lnTo>
                  <a:pt x="111252" y="3060"/>
                </a:lnTo>
                <a:lnTo>
                  <a:pt x="112750" y="45491"/>
                </a:lnTo>
                <a:lnTo>
                  <a:pt x="112776" y="59448"/>
                </a:lnTo>
                <a:lnTo>
                  <a:pt x="24384" y="59448"/>
                </a:lnTo>
                <a:lnTo>
                  <a:pt x="38100" y="73164"/>
                </a:lnTo>
                <a:lnTo>
                  <a:pt x="56388" y="70116"/>
                </a:lnTo>
                <a:lnTo>
                  <a:pt x="112776" y="70116"/>
                </a:lnTo>
                <a:lnTo>
                  <a:pt x="112776" y="210324"/>
                </a:lnTo>
                <a:lnTo>
                  <a:pt x="3048" y="210324"/>
                </a:lnTo>
                <a:lnTo>
                  <a:pt x="18288" y="225564"/>
                </a:lnTo>
                <a:lnTo>
                  <a:pt x="28587" y="223558"/>
                </a:lnTo>
                <a:lnTo>
                  <a:pt x="39052" y="222135"/>
                </a:lnTo>
                <a:lnTo>
                  <a:pt x="49784" y="221272"/>
                </a:lnTo>
                <a:lnTo>
                  <a:pt x="60960" y="220992"/>
                </a:lnTo>
                <a:lnTo>
                  <a:pt x="124968" y="220992"/>
                </a:lnTo>
                <a:lnTo>
                  <a:pt x="96240" y="259994"/>
                </a:lnTo>
                <a:lnTo>
                  <a:pt x="66001" y="288023"/>
                </a:lnTo>
                <a:lnTo>
                  <a:pt x="24853" y="314833"/>
                </a:lnTo>
                <a:lnTo>
                  <a:pt x="0" y="327672"/>
                </a:lnTo>
                <a:lnTo>
                  <a:pt x="1524" y="333768"/>
                </a:lnTo>
                <a:lnTo>
                  <a:pt x="46101" y="316433"/>
                </a:lnTo>
                <a:lnTo>
                  <a:pt x="88392" y="291096"/>
                </a:lnTo>
                <a:lnTo>
                  <a:pt x="126111" y="259473"/>
                </a:lnTo>
                <a:lnTo>
                  <a:pt x="156972" y="220992"/>
                </a:lnTo>
                <a:lnTo>
                  <a:pt x="249936" y="220992"/>
                </a:lnTo>
                <a:lnTo>
                  <a:pt x="283578" y="264490"/>
                </a:lnTo>
                <a:lnTo>
                  <a:pt x="316420" y="289394"/>
                </a:lnTo>
                <a:lnTo>
                  <a:pt x="355282" y="310591"/>
                </a:lnTo>
                <a:lnTo>
                  <a:pt x="376428" y="320052"/>
                </a:lnTo>
                <a:lnTo>
                  <a:pt x="380136" y="311759"/>
                </a:lnTo>
                <a:lnTo>
                  <a:pt x="386715" y="305193"/>
                </a:lnTo>
                <a:lnTo>
                  <a:pt x="396138" y="300329"/>
                </a:lnTo>
                <a:lnTo>
                  <a:pt x="408432" y="297192"/>
                </a:lnTo>
                <a:lnTo>
                  <a:pt x="408432" y="291096"/>
                </a:lnTo>
                <a:close/>
              </a:path>
              <a:path w="1740534" h="411479">
                <a:moveTo>
                  <a:pt x="851903" y="294132"/>
                </a:moveTo>
                <a:lnTo>
                  <a:pt x="808558" y="275132"/>
                </a:lnTo>
                <a:lnTo>
                  <a:pt x="769886" y="247421"/>
                </a:lnTo>
                <a:lnTo>
                  <a:pt x="735812" y="211074"/>
                </a:lnTo>
                <a:lnTo>
                  <a:pt x="706285" y="166166"/>
                </a:lnTo>
                <a:lnTo>
                  <a:pt x="681215" y="112776"/>
                </a:lnTo>
                <a:lnTo>
                  <a:pt x="841235" y="112776"/>
                </a:lnTo>
                <a:lnTo>
                  <a:pt x="806183" y="77724"/>
                </a:lnTo>
                <a:lnTo>
                  <a:pt x="781799" y="102108"/>
                </a:lnTo>
                <a:lnTo>
                  <a:pt x="664451" y="102108"/>
                </a:lnTo>
                <a:lnTo>
                  <a:pt x="664451" y="35052"/>
                </a:lnTo>
                <a:lnTo>
                  <a:pt x="681215" y="21336"/>
                </a:lnTo>
                <a:lnTo>
                  <a:pt x="635495" y="0"/>
                </a:lnTo>
                <a:lnTo>
                  <a:pt x="636384" y="27101"/>
                </a:lnTo>
                <a:lnTo>
                  <a:pt x="636828" y="53340"/>
                </a:lnTo>
                <a:lnTo>
                  <a:pt x="637019" y="102108"/>
                </a:lnTo>
                <a:lnTo>
                  <a:pt x="461759" y="102108"/>
                </a:lnTo>
                <a:lnTo>
                  <a:pt x="476999" y="118872"/>
                </a:lnTo>
                <a:lnTo>
                  <a:pt x="487311" y="116001"/>
                </a:lnTo>
                <a:lnTo>
                  <a:pt x="497763" y="114109"/>
                </a:lnTo>
                <a:lnTo>
                  <a:pt x="508508" y="113093"/>
                </a:lnTo>
                <a:lnTo>
                  <a:pt x="519671" y="112776"/>
                </a:lnTo>
                <a:lnTo>
                  <a:pt x="621779" y="112776"/>
                </a:lnTo>
                <a:lnTo>
                  <a:pt x="599808" y="159004"/>
                </a:lnTo>
                <a:lnTo>
                  <a:pt x="574992" y="201625"/>
                </a:lnTo>
                <a:lnTo>
                  <a:pt x="547293" y="240601"/>
                </a:lnTo>
                <a:lnTo>
                  <a:pt x="516686" y="275907"/>
                </a:lnTo>
                <a:lnTo>
                  <a:pt x="483108" y="307479"/>
                </a:lnTo>
                <a:lnTo>
                  <a:pt x="446519" y="335280"/>
                </a:lnTo>
                <a:lnTo>
                  <a:pt x="448043" y="342900"/>
                </a:lnTo>
                <a:lnTo>
                  <a:pt x="487654" y="319544"/>
                </a:lnTo>
                <a:lnTo>
                  <a:pt x="524141" y="292163"/>
                </a:lnTo>
                <a:lnTo>
                  <a:pt x="557390" y="260794"/>
                </a:lnTo>
                <a:lnTo>
                  <a:pt x="587349" y="225501"/>
                </a:lnTo>
                <a:lnTo>
                  <a:pt x="613930" y="186309"/>
                </a:lnTo>
                <a:lnTo>
                  <a:pt x="637019" y="143256"/>
                </a:lnTo>
                <a:lnTo>
                  <a:pt x="637019" y="295656"/>
                </a:lnTo>
                <a:lnTo>
                  <a:pt x="534911" y="295656"/>
                </a:lnTo>
                <a:lnTo>
                  <a:pt x="548627" y="309372"/>
                </a:lnTo>
                <a:lnTo>
                  <a:pt x="563867" y="306324"/>
                </a:lnTo>
                <a:lnTo>
                  <a:pt x="637019" y="306324"/>
                </a:lnTo>
                <a:lnTo>
                  <a:pt x="636828" y="347472"/>
                </a:lnTo>
                <a:lnTo>
                  <a:pt x="636384" y="376618"/>
                </a:lnTo>
                <a:lnTo>
                  <a:pt x="635495" y="411480"/>
                </a:lnTo>
                <a:lnTo>
                  <a:pt x="665975" y="402336"/>
                </a:lnTo>
                <a:lnTo>
                  <a:pt x="665099" y="383476"/>
                </a:lnTo>
                <a:lnTo>
                  <a:pt x="664641" y="361188"/>
                </a:lnTo>
                <a:lnTo>
                  <a:pt x="664451" y="306324"/>
                </a:lnTo>
                <a:lnTo>
                  <a:pt x="768083" y="306324"/>
                </a:lnTo>
                <a:lnTo>
                  <a:pt x="736079" y="274320"/>
                </a:lnTo>
                <a:lnTo>
                  <a:pt x="716267" y="295656"/>
                </a:lnTo>
                <a:lnTo>
                  <a:pt x="664451" y="295656"/>
                </a:lnTo>
                <a:lnTo>
                  <a:pt x="664451" y="112776"/>
                </a:lnTo>
                <a:lnTo>
                  <a:pt x="672071" y="112776"/>
                </a:lnTo>
                <a:lnTo>
                  <a:pt x="693102" y="168579"/>
                </a:lnTo>
                <a:lnTo>
                  <a:pt x="717791" y="217220"/>
                </a:lnTo>
                <a:lnTo>
                  <a:pt x="746137" y="258826"/>
                </a:lnTo>
                <a:lnTo>
                  <a:pt x="778141" y="293560"/>
                </a:lnTo>
                <a:lnTo>
                  <a:pt x="813803" y="321564"/>
                </a:lnTo>
                <a:lnTo>
                  <a:pt x="817829" y="313309"/>
                </a:lnTo>
                <a:lnTo>
                  <a:pt x="825423" y="306895"/>
                </a:lnTo>
                <a:lnTo>
                  <a:pt x="836739" y="302501"/>
                </a:lnTo>
                <a:lnTo>
                  <a:pt x="851903" y="300228"/>
                </a:lnTo>
                <a:lnTo>
                  <a:pt x="851903" y="294132"/>
                </a:lnTo>
                <a:close/>
              </a:path>
              <a:path w="1740534" h="411479">
                <a:moveTo>
                  <a:pt x="987539" y="54876"/>
                </a:moveTo>
                <a:lnTo>
                  <a:pt x="955725" y="29730"/>
                </a:lnTo>
                <a:lnTo>
                  <a:pt x="923531" y="13728"/>
                </a:lnTo>
                <a:lnTo>
                  <a:pt x="920483" y="19824"/>
                </a:lnTo>
                <a:lnTo>
                  <a:pt x="934161" y="33489"/>
                </a:lnTo>
                <a:lnTo>
                  <a:pt x="945248" y="46875"/>
                </a:lnTo>
                <a:lnTo>
                  <a:pt x="953490" y="59677"/>
                </a:lnTo>
                <a:lnTo>
                  <a:pt x="963155" y="82308"/>
                </a:lnTo>
                <a:lnTo>
                  <a:pt x="966203" y="86880"/>
                </a:lnTo>
                <a:lnTo>
                  <a:pt x="973823" y="86880"/>
                </a:lnTo>
                <a:lnTo>
                  <a:pt x="976871" y="85356"/>
                </a:lnTo>
                <a:lnTo>
                  <a:pt x="981443" y="80784"/>
                </a:lnTo>
                <a:lnTo>
                  <a:pt x="984491" y="76212"/>
                </a:lnTo>
                <a:lnTo>
                  <a:pt x="987539" y="70116"/>
                </a:lnTo>
                <a:lnTo>
                  <a:pt x="987539" y="54876"/>
                </a:lnTo>
                <a:close/>
              </a:path>
              <a:path w="1740534" h="411479">
                <a:moveTo>
                  <a:pt x="1054595" y="266712"/>
                </a:moveTo>
                <a:lnTo>
                  <a:pt x="1050023" y="260616"/>
                </a:lnTo>
                <a:lnTo>
                  <a:pt x="970775" y="324624"/>
                </a:lnTo>
                <a:lnTo>
                  <a:pt x="970775" y="167652"/>
                </a:lnTo>
                <a:lnTo>
                  <a:pt x="979347" y="160032"/>
                </a:lnTo>
                <a:lnTo>
                  <a:pt x="984491" y="155460"/>
                </a:lnTo>
                <a:lnTo>
                  <a:pt x="957059" y="132600"/>
                </a:lnTo>
                <a:lnTo>
                  <a:pt x="944867" y="149364"/>
                </a:lnTo>
                <a:lnTo>
                  <a:pt x="888479" y="149364"/>
                </a:lnTo>
                <a:lnTo>
                  <a:pt x="903719" y="164604"/>
                </a:lnTo>
                <a:lnTo>
                  <a:pt x="912583" y="162598"/>
                </a:lnTo>
                <a:lnTo>
                  <a:pt x="920864" y="161175"/>
                </a:lnTo>
                <a:lnTo>
                  <a:pt x="928585" y="160312"/>
                </a:lnTo>
                <a:lnTo>
                  <a:pt x="935723" y="160032"/>
                </a:lnTo>
                <a:lnTo>
                  <a:pt x="947915" y="160032"/>
                </a:lnTo>
                <a:lnTo>
                  <a:pt x="947915" y="309384"/>
                </a:lnTo>
                <a:lnTo>
                  <a:pt x="948474" y="322186"/>
                </a:lnTo>
                <a:lnTo>
                  <a:pt x="947724" y="333006"/>
                </a:lnTo>
                <a:lnTo>
                  <a:pt x="945565" y="341528"/>
                </a:lnTo>
                <a:lnTo>
                  <a:pt x="941819" y="347484"/>
                </a:lnTo>
                <a:lnTo>
                  <a:pt x="964679" y="371868"/>
                </a:lnTo>
                <a:lnTo>
                  <a:pt x="1000404" y="324624"/>
                </a:lnTo>
                <a:lnTo>
                  <a:pt x="1037170" y="284429"/>
                </a:lnTo>
                <a:lnTo>
                  <a:pt x="1054595" y="266712"/>
                </a:lnTo>
                <a:close/>
              </a:path>
              <a:path w="1740534" h="411479">
                <a:moveTo>
                  <a:pt x="1299959" y="349008"/>
                </a:moveTo>
                <a:lnTo>
                  <a:pt x="1258557" y="333286"/>
                </a:lnTo>
                <a:lnTo>
                  <a:pt x="1223568" y="309003"/>
                </a:lnTo>
                <a:lnTo>
                  <a:pt x="1195171" y="276136"/>
                </a:lnTo>
                <a:lnTo>
                  <a:pt x="1173467" y="234708"/>
                </a:lnTo>
                <a:lnTo>
                  <a:pt x="1298435" y="234708"/>
                </a:lnTo>
                <a:lnTo>
                  <a:pt x="1266431" y="201180"/>
                </a:lnTo>
                <a:lnTo>
                  <a:pt x="1242047" y="224040"/>
                </a:lnTo>
                <a:lnTo>
                  <a:pt x="1161275" y="224040"/>
                </a:lnTo>
                <a:lnTo>
                  <a:pt x="1161275" y="170700"/>
                </a:lnTo>
                <a:lnTo>
                  <a:pt x="1226807" y="170700"/>
                </a:lnTo>
                <a:lnTo>
                  <a:pt x="1226807" y="187464"/>
                </a:lnTo>
                <a:lnTo>
                  <a:pt x="1251191" y="176796"/>
                </a:lnTo>
                <a:lnTo>
                  <a:pt x="1250950" y="170700"/>
                </a:lnTo>
                <a:lnTo>
                  <a:pt x="1250530" y="160032"/>
                </a:lnTo>
                <a:lnTo>
                  <a:pt x="1250340" y="155460"/>
                </a:lnTo>
                <a:lnTo>
                  <a:pt x="1250238" y="149364"/>
                </a:lnTo>
                <a:lnTo>
                  <a:pt x="1249857" y="124980"/>
                </a:lnTo>
                <a:lnTo>
                  <a:pt x="1249768" y="103644"/>
                </a:lnTo>
                <a:lnTo>
                  <a:pt x="1249730" y="94500"/>
                </a:lnTo>
                <a:lnTo>
                  <a:pt x="1249667" y="41160"/>
                </a:lnTo>
                <a:lnTo>
                  <a:pt x="1257515" y="35064"/>
                </a:lnTo>
                <a:lnTo>
                  <a:pt x="1263383" y="30492"/>
                </a:lnTo>
                <a:lnTo>
                  <a:pt x="1255991" y="24396"/>
                </a:lnTo>
                <a:lnTo>
                  <a:pt x="1237475" y="9156"/>
                </a:lnTo>
                <a:lnTo>
                  <a:pt x="1226807" y="21018"/>
                </a:lnTo>
                <a:lnTo>
                  <a:pt x="1226807" y="35064"/>
                </a:lnTo>
                <a:lnTo>
                  <a:pt x="1226807" y="94500"/>
                </a:lnTo>
                <a:lnTo>
                  <a:pt x="1226807" y="103644"/>
                </a:lnTo>
                <a:lnTo>
                  <a:pt x="1226807" y="160032"/>
                </a:lnTo>
                <a:lnTo>
                  <a:pt x="1161275" y="160032"/>
                </a:lnTo>
                <a:lnTo>
                  <a:pt x="1161275" y="103644"/>
                </a:lnTo>
                <a:lnTo>
                  <a:pt x="1226807" y="103644"/>
                </a:lnTo>
                <a:lnTo>
                  <a:pt x="1226807" y="94500"/>
                </a:lnTo>
                <a:lnTo>
                  <a:pt x="1161275" y="94500"/>
                </a:lnTo>
                <a:lnTo>
                  <a:pt x="1161275" y="35064"/>
                </a:lnTo>
                <a:lnTo>
                  <a:pt x="1226807" y="35064"/>
                </a:lnTo>
                <a:lnTo>
                  <a:pt x="1226807" y="21018"/>
                </a:lnTo>
                <a:lnTo>
                  <a:pt x="1223759" y="24396"/>
                </a:lnTo>
                <a:lnTo>
                  <a:pt x="1138415" y="24396"/>
                </a:lnTo>
                <a:lnTo>
                  <a:pt x="1138415" y="35064"/>
                </a:lnTo>
                <a:lnTo>
                  <a:pt x="1138415" y="94500"/>
                </a:lnTo>
                <a:lnTo>
                  <a:pt x="1138415" y="103644"/>
                </a:lnTo>
                <a:lnTo>
                  <a:pt x="1138415" y="160032"/>
                </a:lnTo>
                <a:lnTo>
                  <a:pt x="1074407" y="160032"/>
                </a:lnTo>
                <a:lnTo>
                  <a:pt x="1074407" y="103644"/>
                </a:lnTo>
                <a:lnTo>
                  <a:pt x="1138415" y="103644"/>
                </a:lnTo>
                <a:lnTo>
                  <a:pt x="1138415" y="94500"/>
                </a:lnTo>
                <a:lnTo>
                  <a:pt x="1074407" y="94500"/>
                </a:lnTo>
                <a:lnTo>
                  <a:pt x="1074407" y="35064"/>
                </a:lnTo>
                <a:lnTo>
                  <a:pt x="1138415" y="35064"/>
                </a:lnTo>
                <a:lnTo>
                  <a:pt x="1138415" y="24396"/>
                </a:lnTo>
                <a:lnTo>
                  <a:pt x="1075931" y="24396"/>
                </a:lnTo>
                <a:lnTo>
                  <a:pt x="1050023" y="10680"/>
                </a:lnTo>
                <a:lnTo>
                  <a:pt x="1050277" y="33489"/>
                </a:lnTo>
                <a:lnTo>
                  <a:pt x="1051306" y="76212"/>
                </a:lnTo>
                <a:lnTo>
                  <a:pt x="1051521" y="94500"/>
                </a:lnTo>
                <a:lnTo>
                  <a:pt x="1051483" y="103644"/>
                </a:lnTo>
                <a:lnTo>
                  <a:pt x="1051318" y="120091"/>
                </a:lnTo>
                <a:lnTo>
                  <a:pt x="1050785" y="144221"/>
                </a:lnTo>
                <a:lnTo>
                  <a:pt x="1050264" y="170700"/>
                </a:lnTo>
                <a:lnTo>
                  <a:pt x="1050023" y="196608"/>
                </a:lnTo>
                <a:lnTo>
                  <a:pt x="1074407" y="187464"/>
                </a:lnTo>
                <a:lnTo>
                  <a:pt x="1074407" y="170700"/>
                </a:lnTo>
                <a:lnTo>
                  <a:pt x="1138415" y="170700"/>
                </a:lnTo>
                <a:lnTo>
                  <a:pt x="1138415" y="224040"/>
                </a:lnTo>
                <a:lnTo>
                  <a:pt x="999731" y="224040"/>
                </a:lnTo>
                <a:lnTo>
                  <a:pt x="1014971" y="239280"/>
                </a:lnTo>
                <a:lnTo>
                  <a:pt x="1024407" y="237274"/>
                </a:lnTo>
                <a:lnTo>
                  <a:pt x="1034402" y="235851"/>
                </a:lnTo>
                <a:lnTo>
                  <a:pt x="1044981" y="234988"/>
                </a:lnTo>
                <a:lnTo>
                  <a:pt x="1056119" y="234708"/>
                </a:lnTo>
                <a:lnTo>
                  <a:pt x="1123175" y="234708"/>
                </a:lnTo>
                <a:lnTo>
                  <a:pt x="1097749" y="275805"/>
                </a:lnTo>
                <a:lnTo>
                  <a:pt x="1064882" y="314337"/>
                </a:lnTo>
                <a:lnTo>
                  <a:pt x="1024597" y="349999"/>
                </a:lnTo>
                <a:lnTo>
                  <a:pt x="976871" y="382536"/>
                </a:lnTo>
                <a:lnTo>
                  <a:pt x="979919" y="390156"/>
                </a:lnTo>
                <a:lnTo>
                  <a:pt x="1026769" y="364744"/>
                </a:lnTo>
                <a:lnTo>
                  <a:pt x="1068882" y="334340"/>
                </a:lnTo>
                <a:lnTo>
                  <a:pt x="1106157" y="299072"/>
                </a:lnTo>
                <a:lnTo>
                  <a:pt x="1138415" y="259092"/>
                </a:lnTo>
                <a:lnTo>
                  <a:pt x="1138199" y="299072"/>
                </a:lnTo>
                <a:lnTo>
                  <a:pt x="1138085" y="309384"/>
                </a:lnTo>
                <a:lnTo>
                  <a:pt x="1137183" y="371868"/>
                </a:lnTo>
                <a:lnTo>
                  <a:pt x="1137081" y="382536"/>
                </a:lnTo>
                <a:lnTo>
                  <a:pt x="1136891" y="406920"/>
                </a:lnTo>
                <a:lnTo>
                  <a:pt x="1162799" y="394716"/>
                </a:lnTo>
                <a:lnTo>
                  <a:pt x="1161973" y="375462"/>
                </a:lnTo>
                <a:lnTo>
                  <a:pt x="1161884" y="371868"/>
                </a:lnTo>
                <a:lnTo>
                  <a:pt x="1161491" y="342722"/>
                </a:lnTo>
                <a:lnTo>
                  <a:pt x="1161415" y="324624"/>
                </a:lnTo>
                <a:lnTo>
                  <a:pt x="1161288" y="259092"/>
                </a:lnTo>
                <a:lnTo>
                  <a:pt x="1161275" y="234708"/>
                </a:lnTo>
                <a:lnTo>
                  <a:pt x="1164323" y="234708"/>
                </a:lnTo>
                <a:lnTo>
                  <a:pt x="1177455" y="277876"/>
                </a:lnTo>
                <a:lnTo>
                  <a:pt x="1198422" y="316052"/>
                </a:lnTo>
                <a:lnTo>
                  <a:pt x="1227124" y="349364"/>
                </a:lnTo>
                <a:lnTo>
                  <a:pt x="1263383" y="377964"/>
                </a:lnTo>
                <a:lnTo>
                  <a:pt x="1268247" y="368198"/>
                </a:lnTo>
                <a:lnTo>
                  <a:pt x="1275956" y="361581"/>
                </a:lnTo>
                <a:lnTo>
                  <a:pt x="1286535" y="357809"/>
                </a:lnTo>
                <a:lnTo>
                  <a:pt x="1299959" y="356616"/>
                </a:lnTo>
                <a:lnTo>
                  <a:pt x="1299959" y="349008"/>
                </a:lnTo>
                <a:close/>
              </a:path>
              <a:path w="1740534" h="411479">
                <a:moveTo>
                  <a:pt x="1527048" y="35064"/>
                </a:moveTo>
                <a:lnTo>
                  <a:pt x="1521485" y="30492"/>
                </a:lnTo>
                <a:lnTo>
                  <a:pt x="1501140" y="13728"/>
                </a:lnTo>
                <a:lnTo>
                  <a:pt x="1491996" y="26301"/>
                </a:lnTo>
                <a:lnTo>
                  <a:pt x="1491996" y="41160"/>
                </a:lnTo>
                <a:lnTo>
                  <a:pt x="1491996" y="91452"/>
                </a:lnTo>
                <a:lnTo>
                  <a:pt x="1491996" y="102120"/>
                </a:lnTo>
                <a:lnTo>
                  <a:pt x="1491996" y="150888"/>
                </a:lnTo>
                <a:lnTo>
                  <a:pt x="1411224" y="150888"/>
                </a:lnTo>
                <a:lnTo>
                  <a:pt x="1411224" y="102120"/>
                </a:lnTo>
                <a:lnTo>
                  <a:pt x="1491996" y="102120"/>
                </a:lnTo>
                <a:lnTo>
                  <a:pt x="1491996" y="91452"/>
                </a:lnTo>
                <a:lnTo>
                  <a:pt x="1411224" y="91452"/>
                </a:lnTo>
                <a:lnTo>
                  <a:pt x="1411224" y="41160"/>
                </a:lnTo>
                <a:lnTo>
                  <a:pt x="1491996" y="41160"/>
                </a:lnTo>
                <a:lnTo>
                  <a:pt x="1491996" y="26301"/>
                </a:lnTo>
                <a:lnTo>
                  <a:pt x="1488948" y="30492"/>
                </a:lnTo>
                <a:lnTo>
                  <a:pt x="1411224" y="30492"/>
                </a:lnTo>
                <a:lnTo>
                  <a:pt x="1386840" y="16776"/>
                </a:lnTo>
                <a:lnTo>
                  <a:pt x="1387716" y="35610"/>
                </a:lnTo>
                <a:lnTo>
                  <a:pt x="1388160" y="55270"/>
                </a:lnTo>
                <a:lnTo>
                  <a:pt x="1388262" y="68021"/>
                </a:lnTo>
                <a:lnTo>
                  <a:pt x="1388173" y="140030"/>
                </a:lnTo>
                <a:lnTo>
                  <a:pt x="1387716" y="160769"/>
                </a:lnTo>
                <a:lnTo>
                  <a:pt x="1386840" y="181368"/>
                </a:lnTo>
                <a:lnTo>
                  <a:pt x="1411224" y="172224"/>
                </a:lnTo>
                <a:lnTo>
                  <a:pt x="1411224" y="161556"/>
                </a:lnTo>
                <a:lnTo>
                  <a:pt x="1491996" y="161556"/>
                </a:lnTo>
                <a:lnTo>
                  <a:pt x="1491996" y="176796"/>
                </a:lnTo>
                <a:lnTo>
                  <a:pt x="1516380" y="164604"/>
                </a:lnTo>
                <a:lnTo>
                  <a:pt x="1516341" y="161556"/>
                </a:lnTo>
                <a:lnTo>
                  <a:pt x="1516227" y="150888"/>
                </a:lnTo>
                <a:lnTo>
                  <a:pt x="1516087" y="140030"/>
                </a:lnTo>
                <a:lnTo>
                  <a:pt x="1515757" y="123075"/>
                </a:lnTo>
                <a:lnTo>
                  <a:pt x="1515389" y="102120"/>
                </a:lnTo>
                <a:lnTo>
                  <a:pt x="1515224" y="91452"/>
                </a:lnTo>
                <a:lnTo>
                  <a:pt x="1515084" y="83159"/>
                </a:lnTo>
                <a:lnTo>
                  <a:pt x="1514856" y="45732"/>
                </a:lnTo>
                <a:lnTo>
                  <a:pt x="1520075" y="41160"/>
                </a:lnTo>
                <a:lnTo>
                  <a:pt x="1527048" y="35064"/>
                </a:lnTo>
                <a:close/>
              </a:path>
              <a:path w="1740534" h="411479">
                <a:moveTo>
                  <a:pt x="1656588" y="149364"/>
                </a:moveTo>
                <a:lnTo>
                  <a:pt x="1618488" y="131076"/>
                </a:lnTo>
                <a:lnTo>
                  <a:pt x="1618399" y="164604"/>
                </a:lnTo>
                <a:lnTo>
                  <a:pt x="1618284" y="179844"/>
                </a:lnTo>
                <a:lnTo>
                  <a:pt x="1616964" y="224040"/>
                </a:lnTo>
                <a:lnTo>
                  <a:pt x="1610106" y="262712"/>
                </a:lnTo>
                <a:lnTo>
                  <a:pt x="1582051" y="310502"/>
                </a:lnTo>
                <a:lnTo>
                  <a:pt x="1546517" y="339598"/>
                </a:lnTo>
                <a:lnTo>
                  <a:pt x="1522476" y="353580"/>
                </a:lnTo>
                <a:lnTo>
                  <a:pt x="1525524" y="358152"/>
                </a:lnTo>
                <a:lnTo>
                  <a:pt x="1568577" y="338721"/>
                </a:lnTo>
                <a:lnTo>
                  <a:pt x="1600200" y="317004"/>
                </a:lnTo>
                <a:lnTo>
                  <a:pt x="1628267" y="277355"/>
                </a:lnTo>
                <a:lnTo>
                  <a:pt x="1640586" y="223469"/>
                </a:lnTo>
                <a:lnTo>
                  <a:pt x="1642872" y="161556"/>
                </a:lnTo>
                <a:lnTo>
                  <a:pt x="1656588" y="149364"/>
                </a:lnTo>
                <a:close/>
              </a:path>
              <a:path w="1740534" h="411479">
                <a:moveTo>
                  <a:pt x="1722120" y="315480"/>
                </a:moveTo>
                <a:lnTo>
                  <a:pt x="1694307" y="287096"/>
                </a:lnTo>
                <a:lnTo>
                  <a:pt x="1642872" y="260616"/>
                </a:lnTo>
                <a:lnTo>
                  <a:pt x="1638300" y="266712"/>
                </a:lnTo>
                <a:lnTo>
                  <a:pt x="1660029" y="284403"/>
                </a:lnTo>
                <a:lnTo>
                  <a:pt x="1677352" y="300812"/>
                </a:lnTo>
                <a:lnTo>
                  <a:pt x="1690370" y="315785"/>
                </a:lnTo>
                <a:lnTo>
                  <a:pt x="1699260" y="329196"/>
                </a:lnTo>
                <a:lnTo>
                  <a:pt x="1705356" y="339864"/>
                </a:lnTo>
                <a:lnTo>
                  <a:pt x="1709928" y="345960"/>
                </a:lnTo>
                <a:lnTo>
                  <a:pt x="1714500" y="345960"/>
                </a:lnTo>
                <a:lnTo>
                  <a:pt x="1719072" y="336816"/>
                </a:lnTo>
                <a:lnTo>
                  <a:pt x="1722120" y="324624"/>
                </a:lnTo>
                <a:lnTo>
                  <a:pt x="1722120" y="315480"/>
                </a:lnTo>
                <a:close/>
              </a:path>
              <a:path w="1740534" h="411479">
                <a:moveTo>
                  <a:pt x="1735836" y="42684"/>
                </a:moveTo>
                <a:lnTo>
                  <a:pt x="1708404" y="12204"/>
                </a:lnTo>
                <a:lnTo>
                  <a:pt x="1687068" y="33540"/>
                </a:lnTo>
                <a:lnTo>
                  <a:pt x="1536192" y="33540"/>
                </a:lnTo>
                <a:lnTo>
                  <a:pt x="1551432" y="48780"/>
                </a:lnTo>
                <a:lnTo>
                  <a:pt x="1561731" y="46532"/>
                </a:lnTo>
                <a:lnTo>
                  <a:pt x="1572196" y="44589"/>
                </a:lnTo>
                <a:lnTo>
                  <a:pt x="1582928" y="43205"/>
                </a:lnTo>
                <a:lnTo>
                  <a:pt x="1594104" y="42684"/>
                </a:lnTo>
                <a:lnTo>
                  <a:pt x="1613916" y="42684"/>
                </a:lnTo>
                <a:lnTo>
                  <a:pt x="1613357" y="55270"/>
                </a:lnTo>
                <a:lnTo>
                  <a:pt x="1611820" y="68021"/>
                </a:lnTo>
                <a:lnTo>
                  <a:pt x="1609407" y="81038"/>
                </a:lnTo>
                <a:lnTo>
                  <a:pt x="1606296" y="94500"/>
                </a:lnTo>
                <a:lnTo>
                  <a:pt x="1583436" y="94500"/>
                </a:lnTo>
                <a:lnTo>
                  <a:pt x="1559052" y="79260"/>
                </a:lnTo>
                <a:lnTo>
                  <a:pt x="1559928" y="100444"/>
                </a:lnTo>
                <a:lnTo>
                  <a:pt x="1560385" y="123075"/>
                </a:lnTo>
                <a:lnTo>
                  <a:pt x="1560499" y="140030"/>
                </a:lnTo>
                <a:lnTo>
                  <a:pt x="1560385" y="221945"/>
                </a:lnTo>
                <a:lnTo>
                  <a:pt x="1559928" y="242963"/>
                </a:lnTo>
                <a:lnTo>
                  <a:pt x="1559052" y="262140"/>
                </a:lnTo>
                <a:lnTo>
                  <a:pt x="1583436" y="248424"/>
                </a:lnTo>
                <a:lnTo>
                  <a:pt x="1583436" y="103644"/>
                </a:lnTo>
                <a:lnTo>
                  <a:pt x="1684020" y="103644"/>
                </a:lnTo>
                <a:lnTo>
                  <a:pt x="1684020" y="257568"/>
                </a:lnTo>
                <a:lnTo>
                  <a:pt x="1708404" y="245376"/>
                </a:lnTo>
                <a:lnTo>
                  <a:pt x="1707527" y="227088"/>
                </a:lnTo>
                <a:lnTo>
                  <a:pt x="1707045" y="210604"/>
                </a:lnTo>
                <a:lnTo>
                  <a:pt x="1706930" y="202006"/>
                </a:lnTo>
                <a:lnTo>
                  <a:pt x="1706880" y="108216"/>
                </a:lnTo>
                <a:lnTo>
                  <a:pt x="1712099" y="103644"/>
                </a:lnTo>
                <a:lnTo>
                  <a:pt x="1719072" y="97548"/>
                </a:lnTo>
                <a:lnTo>
                  <a:pt x="1715084" y="94500"/>
                </a:lnTo>
                <a:lnTo>
                  <a:pt x="1693164" y="77736"/>
                </a:lnTo>
                <a:lnTo>
                  <a:pt x="1680972" y="94500"/>
                </a:lnTo>
                <a:lnTo>
                  <a:pt x="1613916" y="94500"/>
                </a:lnTo>
                <a:lnTo>
                  <a:pt x="1624457" y="75895"/>
                </a:lnTo>
                <a:lnTo>
                  <a:pt x="1633156" y="61163"/>
                </a:lnTo>
                <a:lnTo>
                  <a:pt x="1644396" y="42684"/>
                </a:lnTo>
                <a:lnTo>
                  <a:pt x="1735836" y="42684"/>
                </a:lnTo>
                <a:close/>
              </a:path>
              <a:path w="1740534" h="411479">
                <a:moveTo>
                  <a:pt x="1740408" y="358152"/>
                </a:moveTo>
                <a:lnTo>
                  <a:pt x="1703235" y="362127"/>
                </a:lnTo>
                <a:lnTo>
                  <a:pt x="1664779" y="364820"/>
                </a:lnTo>
                <a:lnTo>
                  <a:pt x="1631569" y="365874"/>
                </a:lnTo>
                <a:lnTo>
                  <a:pt x="1583436" y="365772"/>
                </a:lnTo>
                <a:lnTo>
                  <a:pt x="1544281" y="364642"/>
                </a:lnTo>
                <a:lnTo>
                  <a:pt x="1511427" y="361391"/>
                </a:lnTo>
                <a:lnTo>
                  <a:pt x="1484845" y="356120"/>
                </a:lnTo>
                <a:lnTo>
                  <a:pt x="1464564" y="349008"/>
                </a:lnTo>
                <a:lnTo>
                  <a:pt x="1464564" y="342912"/>
                </a:lnTo>
                <a:lnTo>
                  <a:pt x="1464564" y="281952"/>
                </a:lnTo>
                <a:lnTo>
                  <a:pt x="1543812" y="281952"/>
                </a:lnTo>
                <a:lnTo>
                  <a:pt x="1534210" y="271284"/>
                </a:lnTo>
                <a:lnTo>
                  <a:pt x="1516380" y="251472"/>
                </a:lnTo>
                <a:lnTo>
                  <a:pt x="1498092" y="271284"/>
                </a:lnTo>
                <a:lnTo>
                  <a:pt x="1464564" y="271284"/>
                </a:lnTo>
                <a:lnTo>
                  <a:pt x="1464564" y="210324"/>
                </a:lnTo>
                <a:lnTo>
                  <a:pt x="1549908" y="210324"/>
                </a:lnTo>
                <a:lnTo>
                  <a:pt x="1522476" y="179844"/>
                </a:lnTo>
                <a:lnTo>
                  <a:pt x="1501140" y="199656"/>
                </a:lnTo>
                <a:lnTo>
                  <a:pt x="1348740" y="199656"/>
                </a:lnTo>
                <a:lnTo>
                  <a:pt x="1363980" y="214896"/>
                </a:lnTo>
                <a:lnTo>
                  <a:pt x="1373619" y="212890"/>
                </a:lnTo>
                <a:lnTo>
                  <a:pt x="1383982" y="211467"/>
                </a:lnTo>
                <a:lnTo>
                  <a:pt x="1394625" y="210604"/>
                </a:lnTo>
                <a:lnTo>
                  <a:pt x="1405128" y="210324"/>
                </a:lnTo>
                <a:lnTo>
                  <a:pt x="1441704" y="210324"/>
                </a:lnTo>
                <a:lnTo>
                  <a:pt x="1441704" y="342912"/>
                </a:lnTo>
                <a:lnTo>
                  <a:pt x="1427645" y="332574"/>
                </a:lnTo>
                <a:lnTo>
                  <a:pt x="1392936" y="298716"/>
                </a:lnTo>
                <a:lnTo>
                  <a:pt x="1401889" y="261188"/>
                </a:lnTo>
                <a:lnTo>
                  <a:pt x="1414272" y="245376"/>
                </a:lnTo>
                <a:lnTo>
                  <a:pt x="1379220" y="227088"/>
                </a:lnTo>
                <a:lnTo>
                  <a:pt x="1375410" y="268427"/>
                </a:lnTo>
                <a:lnTo>
                  <a:pt x="1367028" y="315480"/>
                </a:lnTo>
                <a:lnTo>
                  <a:pt x="1353312" y="362343"/>
                </a:lnTo>
                <a:lnTo>
                  <a:pt x="1335024" y="402348"/>
                </a:lnTo>
                <a:lnTo>
                  <a:pt x="1339596" y="405396"/>
                </a:lnTo>
                <a:lnTo>
                  <a:pt x="1353883" y="386537"/>
                </a:lnTo>
                <a:lnTo>
                  <a:pt x="1367028" y="364248"/>
                </a:lnTo>
                <a:lnTo>
                  <a:pt x="1379029" y="338531"/>
                </a:lnTo>
                <a:lnTo>
                  <a:pt x="1389888" y="309384"/>
                </a:lnTo>
                <a:lnTo>
                  <a:pt x="1403604" y="327139"/>
                </a:lnTo>
                <a:lnTo>
                  <a:pt x="1444752" y="362724"/>
                </a:lnTo>
                <a:lnTo>
                  <a:pt x="1493393" y="381368"/>
                </a:lnTo>
                <a:lnTo>
                  <a:pt x="1543138" y="389559"/>
                </a:lnTo>
                <a:lnTo>
                  <a:pt x="1584579" y="392252"/>
                </a:lnTo>
                <a:lnTo>
                  <a:pt x="1639150" y="393509"/>
                </a:lnTo>
                <a:lnTo>
                  <a:pt x="1706880" y="393204"/>
                </a:lnTo>
                <a:lnTo>
                  <a:pt x="1708899" y="385483"/>
                </a:lnTo>
                <a:lnTo>
                  <a:pt x="1715071" y="378345"/>
                </a:lnTo>
                <a:lnTo>
                  <a:pt x="1725523" y="371767"/>
                </a:lnTo>
                <a:lnTo>
                  <a:pt x="1739633" y="366077"/>
                </a:lnTo>
                <a:lnTo>
                  <a:pt x="1740408" y="365772"/>
                </a:lnTo>
                <a:lnTo>
                  <a:pt x="1740408" y="35815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</p:spTree>
  </p:cSld>
  <p:clrMapOvr>
    <a:masterClrMapping/>
  </p:clrMapOvr>
</p:sld>
</file>

<file path=ppt/slides/slide7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object 2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9561576" y="7229856"/>
            <a:ext cx="195071" cy="143256"/>
          </a:xfrm>
          <a:prstGeom prst="rect">
            <a:avLst/>
          </a:prstGeom>
        </p:spPr>
      </p:pic>
      <p:sp>
        <p:nvSpPr>
          <p:cNvPr id="3" name="object 3"/>
          <p:cNvSpPr/>
          <p:nvPr/>
        </p:nvSpPr>
        <p:spPr>
          <a:xfrm>
            <a:off x="1734311" y="1280160"/>
            <a:ext cx="521334" cy="550545"/>
          </a:xfrm>
          <a:custGeom>
            <a:avLst/>
            <a:gdLst/>
            <a:ahLst/>
            <a:cxnLst/>
            <a:rect l="l" t="t" r="r" b="b"/>
            <a:pathLst>
              <a:path w="521335" h="550544">
                <a:moveTo>
                  <a:pt x="286978" y="487680"/>
                </a:moveTo>
                <a:lnTo>
                  <a:pt x="228599" y="487680"/>
                </a:lnTo>
                <a:lnTo>
                  <a:pt x="239482" y="485655"/>
                </a:lnTo>
                <a:lnTo>
                  <a:pt x="247078" y="479488"/>
                </a:lnTo>
                <a:lnTo>
                  <a:pt x="251531" y="469034"/>
                </a:lnTo>
                <a:lnTo>
                  <a:pt x="252983" y="454152"/>
                </a:lnTo>
                <a:lnTo>
                  <a:pt x="252983" y="117348"/>
                </a:lnTo>
                <a:lnTo>
                  <a:pt x="252722" y="82510"/>
                </a:lnTo>
                <a:lnTo>
                  <a:pt x="251997" y="50292"/>
                </a:lnTo>
                <a:lnTo>
                  <a:pt x="251055" y="23693"/>
                </a:lnTo>
                <a:lnTo>
                  <a:pt x="249935" y="0"/>
                </a:lnTo>
                <a:lnTo>
                  <a:pt x="315467" y="28956"/>
                </a:lnTo>
                <a:lnTo>
                  <a:pt x="289559" y="50292"/>
                </a:lnTo>
                <a:lnTo>
                  <a:pt x="289559" y="470916"/>
                </a:lnTo>
                <a:lnTo>
                  <a:pt x="286978" y="487680"/>
                </a:lnTo>
                <a:close/>
              </a:path>
              <a:path w="521335" h="550544">
                <a:moveTo>
                  <a:pt x="6095" y="409956"/>
                </a:moveTo>
                <a:lnTo>
                  <a:pt x="0" y="402336"/>
                </a:lnTo>
                <a:lnTo>
                  <a:pt x="15097" y="384571"/>
                </a:lnTo>
                <a:lnTo>
                  <a:pt x="30479" y="365379"/>
                </a:lnTo>
                <a:lnTo>
                  <a:pt x="60959" y="321564"/>
                </a:lnTo>
                <a:lnTo>
                  <a:pt x="89725" y="273748"/>
                </a:lnTo>
                <a:lnTo>
                  <a:pt x="112775" y="227076"/>
                </a:lnTo>
                <a:lnTo>
                  <a:pt x="129920" y="184404"/>
                </a:lnTo>
                <a:lnTo>
                  <a:pt x="140207" y="150876"/>
                </a:lnTo>
                <a:lnTo>
                  <a:pt x="193547" y="188976"/>
                </a:lnTo>
                <a:lnTo>
                  <a:pt x="183808" y="194691"/>
                </a:lnTo>
                <a:lnTo>
                  <a:pt x="175069" y="202692"/>
                </a:lnTo>
                <a:lnTo>
                  <a:pt x="167187" y="212979"/>
                </a:lnTo>
                <a:lnTo>
                  <a:pt x="160019" y="225552"/>
                </a:lnTo>
                <a:lnTo>
                  <a:pt x="149947" y="239839"/>
                </a:lnTo>
                <a:lnTo>
                  <a:pt x="122943" y="278701"/>
                </a:lnTo>
                <a:lnTo>
                  <a:pt x="85391" y="328731"/>
                </a:lnTo>
                <a:lnTo>
                  <a:pt x="36147" y="381928"/>
                </a:lnTo>
                <a:lnTo>
                  <a:pt x="6095" y="409956"/>
                </a:lnTo>
                <a:close/>
              </a:path>
              <a:path w="521335" h="550544">
                <a:moveTo>
                  <a:pt x="228599" y="550164"/>
                </a:moveTo>
                <a:lnTo>
                  <a:pt x="224837" y="536162"/>
                </a:lnTo>
                <a:lnTo>
                  <a:pt x="211073" y="521589"/>
                </a:lnTo>
                <a:lnTo>
                  <a:pt x="187023" y="506444"/>
                </a:lnTo>
                <a:lnTo>
                  <a:pt x="152399" y="490728"/>
                </a:lnTo>
                <a:lnTo>
                  <a:pt x="152399" y="478535"/>
                </a:lnTo>
                <a:lnTo>
                  <a:pt x="176950" y="482536"/>
                </a:lnTo>
                <a:lnTo>
                  <a:pt x="197929" y="485394"/>
                </a:lnTo>
                <a:lnTo>
                  <a:pt x="215193" y="487108"/>
                </a:lnTo>
                <a:lnTo>
                  <a:pt x="228599" y="487680"/>
                </a:lnTo>
                <a:lnTo>
                  <a:pt x="286978" y="487680"/>
                </a:lnTo>
                <a:lnTo>
                  <a:pt x="285607" y="496585"/>
                </a:lnTo>
                <a:lnTo>
                  <a:pt x="273938" y="518541"/>
                </a:lnTo>
                <a:lnTo>
                  <a:pt x="254841" y="536495"/>
                </a:lnTo>
                <a:lnTo>
                  <a:pt x="228599" y="550164"/>
                </a:lnTo>
                <a:close/>
              </a:path>
              <a:path w="521335" h="550544">
                <a:moveTo>
                  <a:pt x="499872" y="397764"/>
                </a:moveTo>
                <a:lnTo>
                  <a:pt x="496824" y="397764"/>
                </a:lnTo>
                <a:lnTo>
                  <a:pt x="492275" y="396049"/>
                </a:lnTo>
                <a:lnTo>
                  <a:pt x="487870" y="390906"/>
                </a:lnTo>
                <a:lnTo>
                  <a:pt x="483750" y="382333"/>
                </a:lnTo>
                <a:lnTo>
                  <a:pt x="480060" y="370332"/>
                </a:lnTo>
                <a:lnTo>
                  <a:pt x="472059" y="350948"/>
                </a:lnTo>
                <a:lnTo>
                  <a:pt x="449199" y="306466"/>
                </a:lnTo>
                <a:lnTo>
                  <a:pt x="416290" y="255341"/>
                </a:lnTo>
                <a:lnTo>
                  <a:pt x="373903" y="199858"/>
                </a:lnTo>
                <a:lnTo>
                  <a:pt x="348996" y="170688"/>
                </a:lnTo>
                <a:lnTo>
                  <a:pt x="355092" y="163068"/>
                </a:lnTo>
                <a:lnTo>
                  <a:pt x="397121" y="197358"/>
                </a:lnTo>
                <a:lnTo>
                  <a:pt x="431863" y="227076"/>
                </a:lnTo>
                <a:lnTo>
                  <a:pt x="480060" y="272796"/>
                </a:lnTo>
                <a:lnTo>
                  <a:pt x="506349" y="304038"/>
                </a:lnTo>
                <a:lnTo>
                  <a:pt x="521208" y="344424"/>
                </a:lnTo>
                <a:lnTo>
                  <a:pt x="521102" y="350948"/>
                </a:lnTo>
                <a:lnTo>
                  <a:pt x="504444" y="393192"/>
                </a:lnTo>
                <a:lnTo>
                  <a:pt x="499872" y="397764"/>
                </a:lnTo>
                <a:close/>
              </a:path>
            </a:pathLst>
          </a:custGeom>
          <a:solidFill>
            <a:srgbClr val="3333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" name="object 4"/>
          <p:cNvSpPr/>
          <p:nvPr/>
        </p:nvSpPr>
        <p:spPr>
          <a:xfrm>
            <a:off x="2343911" y="1272539"/>
            <a:ext cx="538480" cy="561340"/>
          </a:xfrm>
          <a:custGeom>
            <a:avLst/>
            <a:gdLst/>
            <a:ahLst/>
            <a:cxnLst/>
            <a:rect l="l" t="t" r="r" b="b"/>
            <a:pathLst>
              <a:path w="538480" h="561339">
                <a:moveTo>
                  <a:pt x="381000" y="129540"/>
                </a:moveTo>
                <a:lnTo>
                  <a:pt x="348996" y="129540"/>
                </a:lnTo>
                <a:lnTo>
                  <a:pt x="348966" y="83439"/>
                </a:lnTo>
                <a:lnTo>
                  <a:pt x="348805" y="48196"/>
                </a:lnTo>
                <a:lnTo>
                  <a:pt x="348353" y="20026"/>
                </a:lnTo>
                <a:lnTo>
                  <a:pt x="347472" y="0"/>
                </a:lnTo>
                <a:lnTo>
                  <a:pt x="403860" y="32004"/>
                </a:lnTo>
                <a:lnTo>
                  <a:pt x="381000" y="48768"/>
                </a:lnTo>
                <a:lnTo>
                  <a:pt x="381000" y="129540"/>
                </a:lnTo>
                <a:close/>
              </a:path>
              <a:path w="538480" h="561339">
                <a:moveTo>
                  <a:pt x="21335" y="263652"/>
                </a:moveTo>
                <a:lnTo>
                  <a:pt x="0" y="220980"/>
                </a:lnTo>
                <a:lnTo>
                  <a:pt x="12239" y="216693"/>
                </a:lnTo>
                <a:lnTo>
                  <a:pt x="25907" y="203835"/>
                </a:lnTo>
                <a:lnTo>
                  <a:pt x="56388" y="152400"/>
                </a:lnTo>
                <a:lnTo>
                  <a:pt x="85153" y="83439"/>
                </a:lnTo>
                <a:lnTo>
                  <a:pt x="108203" y="12192"/>
                </a:lnTo>
                <a:lnTo>
                  <a:pt x="158495" y="39624"/>
                </a:lnTo>
                <a:lnTo>
                  <a:pt x="135635" y="50292"/>
                </a:lnTo>
                <a:lnTo>
                  <a:pt x="110751" y="96893"/>
                </a:lnTo>
                <a:lnTo>
                  <a:pt x="86296" y="140779"/>
                </a:lnTo>
                <a:lnTo>
                  <a:pt x="62126" y="182094"/>
                </a:lnTo>
                <a:lnTo>
                  <a:pt x="38100" y="220980"/>
                </a:lnTo>
                <a:lnTo>
                  <a:pt x="167899" y="220980"/>
                </a:lnTo>
                <a:lnTo>
                  <a:pt x="158147" y="233172"/>
                </a:lnTo>
                <a:lnTo>
                  <a:pt x="126491" y="233172"/>
                </a:lnTo>
                <a:lnTo>
                  <a:pt x="112775" y="235481"/>
                </a:lnTo>
                <a:lnTo>
                  <a:pt x="71627" y="243840"/>
                </a:lnTo>
                <a:lnTo>
                  <a:pt x="33908" y="257127"/>
                </a:lnTo>
                <a:lnTo>
                  <a:pt x="21335" y="263652"/>
                </a:lnTo>
                <a:close/>
              </a:path>
              <a:path w="538480" h="561339">
                <a:moveTo>
                  <a:pt x="231647" y="150876"/>
                </a:moveTo>
                <a:lnTo>
                  <a:pt x="210311" y="129540"/>
                </a:lnTo>
                <a:lnTo>
                  <a:pt x="469392" y="129540"/>
                </a:lnTo>
                <a:lnTo>
                  <a:pt x="496824" y="100584"/>
                </a:lnTo>
                <a:lnTo>
                  <a:pt x="537972" y="144780"/>
                </a:lnTo>
                <a:lnTo>
                  <a:pt x="289559" y="144780"/>
                </a:lnTo>
                <a:lnTo>
                  <a:pt x="274081" y="145089"/>
                </a:lnTo>
                <a:lnTo>
                  <a:pt x="259460" y="146113"/>
                </a:lnTo>
                <a:lnTo>
                  <a:pt x="245411" y="147994"/>
                </a:lnTo>
                <a:lnTo>
                  <a:pt x="231647" y="150876"/>
                </a:lnTo>
                <a:close/>
              </a:path>
              <a:path w="538480" h="561339">
                <a:moveTo>
                  <a:pt x="167899" y="220980"/>
                </a:moveTo>
                <a:lnTo>
                  <a:pt x="38100" y="220980"/>
                </a:lnTo>
                <a:lnTo>
                  <a:pt x="134112" y="217932"/>
                </a:lnTo>
                <a:lnTo>
                  <a:pt x="147256" y="195619"/>
                </a:lnTo>
                <a:lnTo>
                  <a:pt x="159257" y="174307"/>
                </a:lnTo>
                <a:lnTo>
                  <a:pt x="170116" y="153852"/>
                </a:lnTo>
                <a:lnTo>
                  <a:pt x="179831" y="134112"/>
                </a:lnTo>
                <a:lnTo>
                  <a:pt x="222503" y="166116"/>
                </a:lnTo>
                <a:lnTo>
                  <a:pt x="201167" y="178308"/>
                </a:lnTo>
                <a:lnTo>
                  <a:pt x="174101" y="213225"/>
                </a:lnTo>
                <a:lnTo>
                  <a:pt x="167899" y="220980"/>
                </a:lnTo>
                <a:close/>
              </a:path>
              <a:path w="538480" h="561339">
                <a:moveTo>
                  <a:pt x="381000" y="251460"/>
                </a:moveTo>
                <a:lnTo>
                  <a:pt x="348996" y="251460"/>
                </a:lnTo>
                <a:lnTo>
                  <a:pt x="348996" y="144780"/>
                </a:lnTo>
                <a:lnTo>
                  <a:pt x="381000" y="144780"/>
                </a:lnTo>
                <a:lnTo>
                  <a:pt x="381000" y="251460"/>
                </a:lnTo>
                <a:close/>
              </a:path>
              <a:path w="538480" h="561339">
                <a:moveTo>
                  <a:pt x="252983" y="272796"/>
                </a:moveTo>
                <a:lnTo>
                  <a:pt x="231647" y="251460"/>
                </a:lnTo>
                <a:lnTo>
                  <a:pt x="445008" y="251460"/>
                </a:lnTo>
                <a:lnTo>
                  <a:pt x="473964" y="222504"/>
                </a:lnTo>
                <a:lnTo>
                  <a:pt x="513588" y="266700"/>
                </a:lnTo>
                <a:lnTo>
                  <a:pt x="310895" y="266700"/>
                </a:lnTo>
                <a:lnTo>
                  <a:pt x="295417" y="267009"/>
                </a:lnTo>
                <a:lnTo>
                  <a:pt x="280796" y="268033"/>
                </a:lnTo>
                <a:lnTo>
                  <a:pt x="266747" y="269914"/>
                </a:lnTo>
                <a:lnTo>
                  <a:pt x="252983" y="272796"/>
                </a:lnTo>
                <a:close/>
              </a:path>
              <a:path w="538480" h="561339">
                <a:moveTo>
                  <a:pt x="38100" y="402336"/>
                </a:moveTo>
                <a:lnTo>
                  <a:pt x="12191" y="359664"/>
                </a:lnTo>
                <a:lnTo>
                  <a:pt x="21312" y="355639"/>
                </a:lnTo>
                <a:lnTo>
                  <a:pt x="30289" y="350329"/>
                </a:lnTo>
                <a:lnTo>
                  <a:pt x="58983" y="322754"/>
                </a:lnTo>
                <a:lnTo>
                  <a:pt x="98464" y="271414"/>
                </a:lnTo>
                <a:lnTo>
                  <a:pt x="126491" y="233172"/>
                </a:lnTo>
                <a:lnTo>
                  <a:pt x="158147" y="233172"/>
                </a:lnTo>
                <a:lnTo>
                  <a:pt x="145938" y="248436"/>
                </a:lnTo>
                <a:lnTo>
                  <a:pt x="116677" y="283866"/>
                </a:lnTo>
                <a:lnTo>
                  <a:pt x="86319" y="319442"/>
                </a:lnTo>
                <a:lnTo>
                  <a:pt x="54864" y="355092"/>
                </a:lnTo>
                <a:lnTo>
                  <a:pt x="155980" y="355092"/>
                </a:lnTo>
                <a:lnTo>
                  <a:pt x="129539" y="362712"/>
                </a:lnTo>
                <a:lnTo>
                  <a:pt x="100036" y="372117"/>
                </a:lnTo>
                <a:lnTo>
                  <a:pt x="75247" y="381952"/>
                </a:lnTo>
                <a:lnTo>
                  <a:pt x="54744" y="392072"/>
                </a:lnTo>
                <a:lnTo>
                  <a:pt x="38100" y="402336"/>
                </a:lnTo>
                <a:close/>
              </a:path>
              <a:path w="538480" h="561339">
                <a:moveTo>
                  <a:pt x="251459" y="560832"/>
                </a:moveTo>
                <a:lnTo>
                  <a:pt x="252341" y="533423"/>
                </a:lnTo>
                <a:lnTo>
                  <a:pt x="252793" y="503872"/>
                </a:lnTo>
                <a:lnTo>
                  <a:pt x="252891" y="392072"/>
                </a:lnTo>
                <a:lnTo>
                  <a:pt x="252793" y="373570"/>
                </a:lnTo>
                <a:lnTo>
                  <a:pt x="252385" y="347662"/>
                </a:lnTo>
                <a:lnTo>
                  <a:pt x="252299" y="343590"/>
                </a:lnTo>
                <a:lnTo>
                  <a:pt x="251459" y="318516"/>
                </a:lnTo>
                <a:lnTo>
                  <a:pt x="289559" y="339852"/>
                </a:lnTo>
                <a:lnTo>
                  <a:pt x="495299" y="339852"/>
                </a:lnTo>
                <a:lnTo>
                  <a:pt x="507491" y="352044"/>
                </a:lnTo>
                <a:lnTo>
                  <a:pt x="503224" y="355092"/>
                </a:lnTo>
                <a:lnTo>
                  <a:pt x="284987" y="355092"/>
                </a:lnTo>
                <a:lnTo>
                  <a:pt x="284987" y="490727"/>
                </a:lnTo>
                <a:lnTo>
                  <a:pt x="486192" y="490727"/>
                </a:lnTo>
                <a:lnTo>
                  <a:pt x="486317" y="505968"/>
                </a:lnTo>
                <a:lnTo>
                  <a:pt x="284987" y="505968"/>
                </a:lnTo>
                <a:lnTo>
                  <a:pt x="284987" y="544068"/>
                </a:lnTo>
                <a:lnTo>
                  <a:pt x="251459" y="560832"/>
                </a:lnTo>
                <a:close/>
              </a:path>
              <a:path w="538480" h="561339">
                <a:moveTo>
                  <a:pt x="495299" y="339852"/>
                </a:moveTo>
                <a:lnTo>
                  <a:pt x="452628" y="339852"/>
                </a:lnTo>
                <a:lnTo>
                  <a:pt x="473964" y="318516"/>
                </a:lnTo>
                <a:lnTo>
                  <a:pt x="495299" y="339852"/>
                </a:lnTo>
                <a:close/>
              </a:path>
              <a:path w="538480" h="561339">
                <a:moveTo>
                  <a:pt x="155980" y="355092"/>
                </a:moveTo>
                <a:lnTo>
                  <a:pt x="54864" y="355092"/>
                </a:lnTo>
                <a:lnTo>
                  <a:pt x="219455" y="329184"/>
                </a:lnTo>
                <a:lnTo>
                  <a:pt x="219455" y="338328"/>
                </a:lnTo>
                <a:lnTo>
                  <a:pt x="183070" y="347662"/>
                </a:lnTo>
                <a:lnTo>
                  <a:pt x="158376" y="354401"/>
                </a:lnTo>
                <a:lnTo>
                  <a:pt x="155980" y="355092"/>
                </a:lnTo>
                <a:close/>
              </a:path>
              <a:path w="538480" h="561339">
                <a:moveTo>
                  <a:pt x="486192" y="490727"/>
                </a:moveTo>
                <a:lnTo>
                  <a:pt x="454152" y="490727"/>
                </a:lnTo>
                <a:lnTo>
                  <a:pt x="454152" y="355092"/>
                </a:lnTo>
                <a:lnTo>
                  <a:pt x="503224" y="355092"/>
                </a:lnTo>
                <a:lnTo>
                  <a:pt x="486156" y="367284"/>
                </a:lnTo>
                <a:lnTo>
                  <a:pt x="486192" y="490727"/>
                </a:lnTo>
                <a:close/>
              </a:path>
              <a:path w="538480" h="561339">
                <a:moveTo>
                  <a:pt x="24383" y="527303"/>
                </a:moveTo>
                <a:lnTo>
                  <a:pt x="0" y="481584"/>
                </a:lnTo>
                <a:lnTo>
                  <a:pt x="17740" y="478988"/>
                </a:lnTo>
                <a:lnTo>
                  <a:pt x="36766" y="475678"/>
                </a:lnTo>
                <a:lnTo>
                  <a:pt x="57221" y="471511"/>
                </a:lnTo>
                <a:lnTo>
                  <a:pt x="79247" y="466344"/>
                </a:lnTo>
                <a:lnTo>
                  <a:pt x="106156" y="459509"/>
                </a:lnTo>
                <a:lnTo>
                  <a:pt x="224027" y="426720"/>
                </a:lnTo>
                <a:lnTo>
                  <a:pt x="227075" y="435864"/>
                </a:lnTo>
                <a:lnTo>
                  <a:pt x="148256" y="467939"/>
                </a:lnTo>
                <a:lnTo>
                  <a:pt x="88010" y="493585"/>
                </a:lnTo>
                <a:lnTo>
                  <a:pt x="46624" y="513230"/>
                </a:lnTo>
                <a:lnTo>
                  <a:pt x="24383" y="527303"/>
                </a:lnTo>
                <a:close/>
              </a:path>
              <a:path w="538480" h="561339">
                <a:moveTo>
                  <a:pt x="454152" y="553212"/>
                </a:moveTo>
                <a:lnTo>
                  <a:pt x="454152" y="505968"/>
                </a:lnTo>
                <a:lnTo>
                  <a:pt x="486317" y="505968"/>
                </a:lnTo>
                <a:lnTo>
                  <a:pt x="486346" y="509587"/>
                </a:lnTo>
                <a:lnTo>
                  <a:pt x="486798" y="526327"/>
                </a:lnTo>
                <a:lnTo>
                  <a:pt x="487680" y="539496"/>
                </a:lnTo>
                <a:lnTo>
                  <a:pt x="454152" y="553212"/>
                </a:lnTo>
                <a:close/>
              </a:path>
            </a:pathLst>
          </a:custGeom>
          <a:solidFill>
            <a:srgbClr val="3333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" name="object 5"/>
          <p:cNvSpPr/>
          <p:nvPr/>
        </p:nvSpPr>
        <p:spPr>
          <a:xfrm>
            <a:off x="1748027" y="2517648"/>
            <a:ext cx="135890" cy="135890"/>
          </a:xfrm>
          <a:custGeom>
            <a:avLst/>
            <a:gdLst/>
            <a:ahLst/>
            <a:cxnLst/>
            <a:rect l="l" t="t" r="r" b="b"/>
            <a:pathLst>
              <a:path w="135889" h="135889">
                <a:moveTo>
                  <a:pt x="135635" y="135635"/>
                </a:moveTo>
                <a:lnTo>
                  <a:pt x="0" y="135635"/>
                </a:lnTo>
                <a:lnTo>
                  <a:pt x="0" y="0"/>
                </a:lnTo>
                <a:lnTo>
                  <a:pt x="135635" y="0"/>
                </a:lnTo>
                <a:lnTo>
                  <a:pt x="135635" y="135635"/>
                </a:lnTo>
                <a:close/>
              </a:path>
            </a:pathLst>
          </a:custGeom>
          <a:solidFill>
            <a:srgbClr val="3333CC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6" name="object 6"/>
          <p:cNvGrpSpPr/>
          <p:nvPr/>
        </p:nvGrpSpPr>
        <p:grpSpPr>
          <a:xfrm>
            <a:off x="2124455" y="2385568"/>
            <a:ext cx="1188720" cy="290830"/>
            <a:chOff x="2124455" y="2385568"/>
            <a:chExt cx="1188720" cy="290830"/>
          </a:xfrm>
        </p:grpSpPr>
        <p:sp>
          <p:nvSpPr>
            <p:cNvPr id="7" name="object 7"/>
            <p:cNvSpPr/>
            <p:nvPr/>
          </p:nvSpPr>
          <p:spPr>
            <a:xfrm>
              <a:off x="2124443" y="2385567"/>
              <a:ext cx="109855" cy="284480"/>
            </a:xfrm>
            <a:custGeom>
              <a:avLst/>
              <a:gdLst/>
              <a:ahLst/>
              <a:cxnLst/>
              <a:rect l="l" t="t" r="r" b="b"/>
              <a:pathLst>
                <a:path w="109855" h="284480">
                  <a:moveTo>
                    <a:pt x="109728" y="0"/>
                  </a:moveTo>
                  <a:lnTo>
                    <a:pt x="0" y="0"/>
                  </a:lnTo>
                  <a:lnTo>
                    <a:pt x="0" y="30480"/>
                  </a:lnTo>
                  <a:lnTo>
                    <a:pt x="35052" y="30480"/>
                  </a:lnTo>
                  <a:lnTo>
                    <a:pt x="35052" y="255270"/>
                  </a:lnTo>
                  <a:lnTo>
                    <a:pt x="0" y="255270"/>
                  </a:lnTo>
                  <a:lnTo>
                    <a:pt x="0" y="284480"/>
                  </a:lnTo>
                  <a:lnTo>
                    <a:pt x="109728" y="284480"/>
                  </a:lnTo>
                  <a:lnTo>
                    <a:pt x="109728" y="255270"/>
                  </a:lnTo>
                  <a:lnTo>
                    <a:pt x="73152" y="255270"/>
                  </a:lnTo>
                  <a:lnTo>
                    <a:pt x="73152" y="30480"/>
                  </a:lnTo>
                  <a:lnTo>
                    <a:pt x="109728" y="30480"/>
                  </a:lnTo>
                  <a:lnTo>
                    <a:pt x="109728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8" name="object 8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2275332" y="2450592"/>
              <a:ext cx="169163" cy="219456"/>
            </a:xfrm>
            <a:prstGeom prst="rect">
              <a:avLst/>
            </a:prstGeom>
          </p:spPr>
        </p:pic>
        <p:sp>
          <p:nvSpPr>
            <p:cNvPr id="9" name="object 9"/>
            <p:cNvSpPr/>
            <p:nvPr/>
          </p:nvSpPr>
          <p:spPr>
            <a:xfrm>
              <a:off x="2471928" y="2395727"/>
              <a:ext cx="127000" cy="279400"/>
            </a:xfrm>
            <a:custGeom>
              <a:avLst/>
              <a:gdLst/>
              <a:ahLst/>
              <a:cxnLst/>
              <a:rect l="l" t="t" r="r" b="b"/>
              <a:pathLst>
                <a:path w="127000" h="279400">
                  <a:moveTo>
                    <a:pt x="99060" y="278892"/>
                  </a:moveTo>
                  <a:lnTo>
                    <a:pt x="86868" y="278892"/>
                  </a:lnTo>
                  <a:lnTo>
                    <a:pt x="72866" y="277772"/>
                  </a:lnTo>
                  <a:lnTo>
                    <a:pt x="34028" y="252722"/>
                  </a:lnTo>
                  <a:lnTo>
                    <a:pt x="24384" y="208788"/>
                  </a:lnTo>
                  <a:lnTo>
                    <a:pt x="24384" y="91440"/>
                  </a:lnTo>
                  <a:lnTo>
                    <a:pt x="0" y="91440"/>
                  </a:lnTo>
                  <a:lnTo>
                    <a:pt x="0" y="60960"/>
                  </a:lnTo>
                  <a:lnTo>
                    <a:pt x="24384" y="60960"/>
                  </a:lnTo>
                  <a:lnTo>
                    <a:pt x="24384" y="0"/>
                  </a:lnTo>
                  <a:lnTo>
                    <a:pt x="60960" y="0"/>
                  </a:lnTo>
                  <a:lnTo>
                    <a:pt x="60960" y="60960"/>
                  </a:lnTo>
                  <a:lnTo>
                    <a:pt x="126492" y="60960"/>
                  </a:lnTo>
                  <a:lnTo>
                    <a:pt x="126492" y="91440"/>
                  </a:lnTo>
                  <a:lnTo>
                    <a:pt x="60960" y="91440"/>
                  </a:lnTo>
                  <a:lnTo>
                    <a:pt x="60960" y="217932"/>
                  </a:lnTo>
                  <a:lnTo>
                    <a:pt x="62484" y="224028"/>
                  </a:lnTo>
                  <a:lnTo>
                    <a:pt x="62484" y="228600"/>
                  </a:lnTo>
                  <a:lnTo>
                    <a:pt x="65532" y="234696"/>
                  </a:lnTo>
                  <a:lnTo>
                    <a:pt x="68580" y="237744"/>
                  </a:lnTo>
                  <a:lnTo>
                    <a:pt x="71628" y="242316"/>
                  </a:lnTo>
                  <a:lnTo>
                    <a:pt x="76200" y="243840"/>
                  </a:lnTo>
                  <a:lnTo>
                    <a:pt x="80772" y="246888"/>
                  </a:lnTo>
                  <a:lnTo>
                    <a:pt x="108204" y="246888"/>
                  </a:lnTo>
                  <a:lnTo>
                    <a:pt x="112776" y="245364"/>
                  </a:lnTo>
                  <a:lnTo>
                    <a:pt x="118872" y="243840"/>
                  </a:lnTo>
                  <a:lnTo>
                    <a:pt x="124968" y="240792"/>
                  </a:lnTo>
                  <a:lnTo>
                    <a:pt x="126492" y="240792"/>
                  </a:lnTo>
                  <a:lnTo>
                    <a:pt x="126492" y="272796"/>
                  </a:lnTo>
                  <a:lnTo>
                    <a:pt x="120396" y="274320"/>
                  </a:lnTo>
                  <a:lnTo>
                    <a:pt x="112776" y="275844"/>
                  </a:lnTo>
                  <a:lnTo>
                    <a:pt x="106680" y="277368"/>
                  </a:lnTo>
                  <a:lnTo>
                    <a:pt x="99060" y="278892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0" name="object 10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2609087" y="2450591"/>
              <a:ext cx="184404" cy="225552"/>
            </a:xfrm>
            <a:prstGeom prst="rect">
              <a:avLst/>
            </a:prstGeom>
          </p:spPr>
        </p:pic>
        <p:pic>
          <p:nvPicPr>
            <p:cNvPr id="11" name="object 11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2830067" y="2452116"/>
              <a:ext cx="483108" cy="224028"/>
            </a:xfrm>
            <a:prstGeom prst="rect">
              <a:avLst/>
            </a:prstGeom>
          </p:spPr>
        </p:pic>
      </p:grpSp>
      <p:sp>
        <p:nvSpPr>
          <p:cNvPr id="12" name="object 12"/>
          <p:cNvSpPr/>
          <p:nvPr/>
        </p:nvSpPr>
        <p:spPr>
          <a:xfrm>
            <a:off x="3363467" y="2372867"/>
            <a:ext cx="36830" cy="299085"/>
          </a:xfrm>
          <a:custGeom>
            <a:avLst/>
            <a:gdLst/>
            <a:ahLst/>
            <a:cxnLst/>
            <a:rect l="l" t="t" r="r" b="b"/>
            <a:pathLst>
              <a:path w="36829" h="299085">
                <a:moveTo>
                  <a:pt x="36575" y="298704"/>
                </a:moveTo>
                <a:lnTo>
                  <a:pt x="0" y="298704"/>
                </a:lnTo>
                <a:lnTo>
                  <a:pt x="0" y="0"/>
                </a:lnTo>
                <a:lnTo>
                  <a:pt x="36575" y="0"/>
                </a:lnTo>
                <a:lnTo>
                  <a:pt x="36575" y="29870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3" name="object 13"/>
          <p:cNvGrpSpPr/>
          <p:nvPr/>
        </p:nvGrpSpPr>
        <p:grpSpPr>
          <a:xfrm>
            <a:off x="3563111" y="2372868"/>
            <a:ext cx="954405" cy="303530"/>
            <a:chOff x="3563111" y="2372868"/>
            <a:chExt cx="954405" cy="303530"/>
          </a:xfrm>
        </p:grpSpPr>
        <p:pic>
          <p:nvPicPr>
            <p:cNvPr id="14" name="object 14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3563111" y="2452116"/>
              <a:ext cx="153924" cy="224027"/>
            </a:xfrm>
            <a:prstGeom prst="rect">
              <a:avLst/>
            </a:prstGeom>
          </p:spPr>
        </p:pic>
        <p:pic>
          <p:nvPicPr>
            <p:cNvPr id="15" name="object 15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3736847" y="2452115"/>
              <a:ext cx="163068" cy="222504"/>
            </a:xfrm>
            <a:prstGeom prst="rect">
              <a:avLst/>
            </a:prstGeom>
          </p:spPr>
        </p:pic>
        <p:sp>
          <p:nvSpPr>
            <p:cNvPr id="16" name="object 16"/>
            <p:cNvSpPr/>
            <p:nvPr/>
          </p:nvSpPr>
          <p:spPr>
            <a:xfrm>
              <a:off x="3931919" y="2372868"/>
              <a:ext cx="167640" cy="297180"/>
            </a:xfrm>
            <a:custGeom>
              <a:avLst/>
              <a:gdLst/>
              <a:ahLst/>
              <a:cxnLst/>
              <a:rect l="l" t="t" r="r" b="b"/>
              <a:pathLst>
                <a:path w="167639" h="297180">
                  <a:moveTo>
                    <a:pt x="167639" y="297180"/>
                  </a:moveTo>
                  <a:lnTo>
                    <a:pt x="131063" y="297180"/>
                  </a:lnTo>
                  <a:lnTo>
                    <a:pt x="131063" y="147828"/>
                  </a:lnTo>
                  <a:lnTo>
                    <a:pt x="129539" y="140208"/>
                  </a:lnTo>
                  <a:lnTo>
                    <a:pt x="100583" y="112776"/>
                  </a:lnTo>
                  <a:lnTo>
                    <a:pt x="91439" y="112776"/>
                  </a:lnTo>
                  <a:lnTo>
                    <a:pt x="48958" y="128206"/>
                  </a:lnTo>
                  <a:lnTo>
                    <a:pt x="35051" y="138684"/>
                  </a:lnTo>
                  <a:lnTo>
                    <a:pt x="35051" y="297180"/>
                  </a:lnTo>
                  <a:lnTo>
                    <a:pt x="0" y="297180"/>
                  </a:lnTo>
                  <a:lnTo>
                    <a:pt x="0" y="0"/>
                  </a:lnTo>
                  <a:lnTo>
                    <a:pt x="35051" y="0"/>
                  </a:lnTo>
                  <a:lnTo>
                    <a:pt x="35051" y="108204"/>
                  </a:lnTo>
                  <a:lnTo>
                    <a:pt x="43052" y="100988"/>
                  </a:lnTo>
                  <a:lnTo>
                    <a:pt x="83248" y="79819"/>
                  </a:lnTo>
                  <a:lnTo>
                    <a:pt x="100583" y="77724"/>
                  </a:lnTo>
                  <a:lnTo>
                    <a:pt x="115704" y="79128"/>
                  </a:lnTo>
                  <a:lnTo>
                    <a:pt x="149351" y="99060"/>
                  </a:lnTo>
                  <a:lnTo>
                    <a:pt x="166496" y="140208"/>
                  </a:lnTo>
                  <a:lnTo>
                    <a:pt x="167639" y="158496"/>
                  </a:lnTo>
                  <a:lnTo>
                    <a:pt x="167639" y="29718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7" name="object 17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4133087" y="2450592"/>
              <a:ext cx="184404" cy="225552"/>
            </a:xfrm>
            <a:prstGeom prst="rect">
              <a:avLst/>
            </a:prstGeom>
          </p:spPr>
        </p:pic>
        <p:sp>
          <p:nvSpPr>
            <p:cNvPr id="18" name="object 18"/>
            <p:cNvSpPr/>
            <p:nvPr/>
          </p:nvSpPr>
          <p:spPr>
            <a:xfrm>
              <a:off x="4337303" y="2372868"/>
              <a:ext cx="180340" cy="303530"/>
            </a:xfrm>
            <a:custGeom>
              <a:avLst/>
              <a:gdLst/>
              <a:ahLst/>
              <a:cxnLst/>
              <a:rect l="l" t="t" r="r" b="b"/>
              <a:pathLst>
                <a:path w="180339" h="303530">
                  <a:moveTo>
                    <a:pt x="179831" y="92964"/>
                  </a:moveTo>
                  <a:lnTo>
                    <a:pt x="143255" y="92964"/>
                  </a:lnTo>
                  <a:lnTo>
                    <a:pt x="143255" y="0"/>
                  </a:lnTo>
                  <a:lnTo>
                    <a:pt x="179831" y="0"/>
                  </a:lnTo>
                  <a:lnTo>
                    <a:pt x="179831" y="92964"/>
                  </a:lnTo>
                  <a:close/>
                </a:path>
                <a:path w="180339" h="303530">
                  <a:moveTo>
                    <a:pt x="92963" y="303276"/>
                  </a:moveTo>
                  <a:lnTo>
                    <a:pt x="79247" y="303276"/>
                  </a:lnTo>
                  <a:lnTo>
                    <a:pt x="71246" y="302942"/>
                  </a:lnTo>
                  <a:lnTo>
                    <a:pt x="33908" y="287464"/>
                  </a:lnTo>
                  <a:lnTo>
                    <a:pt x="9572" y="250555"/>
                  </a:lnTo>
                  <a:lnTo>
                    <a:pt x="523" y="205430"/>
                  </a:lnTo>
                  <a:lnTo>
                    <a:pt x="0" y="192024"/>
                  </a:lnTo>
                  <a:lnTo>
                    <a:pt x="547" y="178617"/>
                  </a:lnTo>
                  <a:lnTo>
                    <a:pt x="11572" y="133492"/>
                  </a:lnTo>
                  <a:lnTo>
                    <a:pt x="33456" y="101631"/>
                  </a:lnTo>
                  <a:lnTo>
                    <a:pt x="73151" y="79819"/>
                  </a:lnTo>
                  <a:lnTo>
                    <a:pt x="89915" y="77724"/>
                  </a:lnTo>
                  <a:lnTo>
                    <a:pt x="98512" y="78009"/>
                  </a:lnTo>
                  <a:lnTo>
                    <a:pt x="106108" y="78867"/>
                  </a:lnTo>
                  <a:lnTo>
                    <a:pt x="112847" y="80295"/>
                  </a:lnTo>
                  <a:lnTo>
                    <a:pt x="118871" y="82296"/>
                  </a:lnTo>
                  <a:lnTo>
                    <a:pt x="124610" y="83962"/>
                  </a:lnTo>
                  <a:lnTo>
                    <a:pt x="130492" y="86487"/>
                  </a:lnTo>
                  <a:lnTo>
                    <a:pt x="136659" y="89582"/>
                  </a:lnTo>
                  <a:lnTo>
                    <a:pt x="143255" y="92964"/>
                  </a:lnTo>
                  <a:lnTo>
                    <a:pt x="179831" y="92964"/>
                  </a:lnTo>
                  <a:lnTo>
                    <a:pt x="179831" y="111252"/>
                  </a:lnTo>
                  <a:lnTo>
                    <a:pt x="96011" y="111252"/>
                  </a:lnTo>
                  <a:lnTo>
                    <a:pt x="83129" y="112418"/>
                  </a:lnTo>
                  <a:lnTo>
                    <a:pt x="46458" y="142732"/>
                  </a:lnTo>
                  <a:lnTo>
                    <a:pt x="38099" y="192024"/>
                  </a:lnTo>
                  <a:lnTo>
                    <a:pt x="38719" y="209430"/>
                  </a:lnTo>
                  <a:lnTo>
                    <a:pt x="50291" y="249936"/>
                  </a:lnTo>
                  <a:lnTo>
                    <a:pt x="88391" y="269748"/>
                  </a:lnTo>
                  <a:lnTo>
                    <a:pt x="179831" y="269748"/>
                  </a:lnTo>
                  <a:lnTo>
                    <a:pt x="179831" y="275844"/>
                  </a:lnTo>
                  <a:lnTo>
                    <a:pt x="143255" y="275844"/>
                  </a:lnTo>
                  <a:lnTo>
                    <a:pt x="138683" y="280416"/>
                  </a:lnTo>
                  <a:lnTo>
                    <a:pt x="132587" y="284988"/>
                  </a:lnTo>
                  <a:lnTo>
                    <a:pt x="129539" y="288036"/>
                  </a:lnTo>
                  <a:lnTo>
                    <a:pt x="120395" y="294132"/>
                  </a:lnTo>
                  <a:lnTo>
                    <a:pt x="114299" y="295656"/>
                  </a:lnTo>
                  <a:lnTo>
                    <a:pt x="109727" y="298704"/>
                  </a:lnTo>
                  <a:lnTo>
                    <a:pt x="105155" y="300228"/>
                  </a:lnTo>
                  <a:lnTo>
                    <a:pt x="92963" y="303276"/>
                  </a:lnTo>
                  <a:close/>
                </a:path>
                <a:path w="180339" h="303530">
                  <a:moveTo>
                    <a:pt x="179831" y="269748"/>
                  </a:moveTo>
                  <a:lnTo>
                    <a:pt x="88391" y="269748"/>
                  </a:lnTo>
                  <a:lnTo>
                    <a:pt x="95273" y="269224"/>
                  </a:lnTo>
                  <a:lnTo>
                    <a:pt x="102298" y="267843"/>
                  </a:lnTo>
                  <a:lnTo>
                    <a:pt x="137279" y="250793"/>
                  </a:lnTo>
                  <a:lnTo>
                    <a:pt x="143255" y="245364"/>
                  </a:lnTo>
                  <a:lnTo>
                    <a:pt x="143255" y="121920"/>
                  </a:lnTo>
                  <a:lnTo>
                    <a:pt x="136659" y="119634"/>
                  </a:lnTo>
                  <a:lnTo>
                    <a:pt x="130492" y="117348"/>
                  </a:lnTo>
                  <a:lnTo>
                    <a:pt x="118871" y="112776"/>
                  </a:lnTo>
                  <a:lnTo>
                    <a:pt x="112775" y="111252"/>
                  </a:lnTo>
                  <a:lnTo>
                    <a:pt x="179831" y="111252"/>
                  </a:lnTo>
                  <a:lnTo>
                    <a:pt x="179831" y="269748"/>
                  </a:lnTo>
                  <a:close/>
                </a:path>
                <a:path w="180339" h="303530">
                  <a:moveTo>
                    <a:pt x="179831" y="297180"/>
                  </a:moveTo>
                  <a:lnTo>
                    <a:pt x="143255" y="297180"/>
                  </a:lnTo>
                  <a:lnTo>
                    <a:pt x="143255" y="275844"/>
                  </a:lnTo>
                  <a:lnTo>
                    <a:pt x="179831" y="275844"/>
                  </a:lnTo>
                  <a:lnTo>
                    <a:pt x="179831" y="29718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pic>
        <p:nvPicPr>
          <p:cNvPr id="19" name="object 19"/>
          <p:cNvPicPr/>
          <p:nvPr/>
        </p:nvPicPr>
        <p:blipFill>
          <a:blip r:embed="rId9" cstate="print"/>
          <a:stretch>
            <a:fillRect/>
          </a:stretch>
        </p:blipFill>
        <p:spPr>
          <a:xfrm>
            <a:off x="4567427" y="2456688"/>
            <a:ext cx="167639" cy="219456"/>
          </a:xfrm>
          <a:prstGeom prst="rect">
            <a:avLst/>
          </a:prstGeom>
        </p:spPr>
      </p:pic>
      <p:sp>
        <p:nvSpPr>
          <p:cNvPr id="20" name="object 20"/>
          <p:cNvSpPr/>
          <p:nvPr/>
        </p:nvSpPr>
        <p:spPr>
          <a:xfrm>
            <a:off x="4788408" y="2372867"/>
            <a:ext cx="36830" cy="299085"/>
          </a:xfrm>
          <a:custGeom>
            <a:avLst/>
            <a:gdLst/>
            <a:ahLst/>
            <a:cxnLst/>
            <a:rect l="l" t="t" r="r" b="b"/>
            <a:pathLst>
              <a:path w="36829" h="299085">
                <a:moveTo>
                  <a:pt x="36575" y="298704"/>
                </a:moveTo>
                <a:lnTo>
                  <a:pt x="0" y="298704"/>
                </a:lnTo>
                <a:lnTo>
                  <a:pt x="0" y="0"/>
                </a:lnTo>
                <a:lnTo>
                  <a:pt x="36575" y="0"/>
                </a:lnTo>
                <a:lnTo>
                  <a:pt x="36575" y="29870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" name="object 21"/>
          <p:cNvSpPr/>
          <p:nvPr/>
        </p:nvSpPr>
        <p:spPr>
          <a:xfrm>
            <a:off x="4875276" y="2383535"/>
            <a:ext cx="41275" cy="287020"/>
          </a:xfrm>
          <a:custGeom>
            <a:avLst/>
            <a:gdLst/>
            <a:ahLst/>
            <a:cxnLst/>
            <a:rect l="l" t="t" r="r" b="b"/>
            <a:pathLst>
              <a:path w="41275" h="287019">
                <a:moveTo>
                  <a:pt x="38100" y="73152"/>
                </a:moveTo>
                <a:lnTo>
                  <a:pt x="3048" y="73152"/>
                </a:lnTo>
                <a:lnTo>
                  <a:pt x="3048" y="286512"/>
                </a:lnTo>
                <a:lnTo>
                  <a:pt x="38100" y="286512"/>
                </a:lnTo>
                <a:lnTo>
                  <a:pt x="38100" y="73152"/>
                </a:lnTo>
                <a:close/>
              </a:path>
              <a:path w="41275" h="287019">
                <a:moveTo>
                  <a:pt x="41148" y="0"/>
                </a:moveTo>
                <a:lnTo>
                  <a:pt x="0" y="0"/>
                </a:lnTo>
                <a:lnTo>
                  <a:pt x="0" y="38100"/>
                </a:lnTo>
                <a:lnTo>
                  <a:pt x="41148" y="38100"/>
                </a:lnTo>
                <a:lnTo>
                  <a:pt x="41148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22" name="object 22"/>
          <p:cNvGrpSpPr/>
          <p:nvPr/>
        </p:nvGrpSpPr>
        <p:grpSpPr>
          <a:xfrm>
            <a:off x="4966715" y="2450591"/>
            <a:ext cx="379730" cy="300355"/>
            <a:chOff x="4966715" y="2450591"/>
            <a:chExt cx="379730" cy="300355"/>
          </a:xfrm>
        </p:grpSpPr>
        <p:pic>
          <p:nvPicPr>
            <p:cNvPr id="23" name="object 23"/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4966715" y="2450592"/>
              <a:ext cx="167639" cy="219456"/>
            </a:xfrm>
            <a:prstGeom prst="rect">
              <a:avLst/>
            </a:prstGeom>
          </p:spPr>
        </p:pic>
        <p:sp>
          <p:nvSpPr>
            <p:cNvPr id="24" name="object 24"/>
            <p:cNvSpPr/>
            <p:nvPr/>
          </p:nvSpPr>
          <p:spPr>
            <a:xfrm>
              <a:off x="5167883" y="2450591"/>
              <a:ext cx="178435" cy="300355"/>
            </a:xfrm>
            <a:custGeom>
              <a:avLst/>
              <a:gdLst/>
              <a:ahLst/>
              <a:cxnLst/>
              <a:rect l="l" t="t" r="r" b="b"/>
              <a:pathLst>
                <a:path w="178435" h="300355">
                  <a:moveTo>
                    <a:pt x="79248" y="216407"/>
                  </a:moveTo>
                  <a:lnTo>
                    <a:pt x="32742" y="200977"/>
                  </a:lnTo>
                  <a:lnTo>
                    <a:pt x="4953" y="155828"/>
                  </a:lnTo>
                  <a:lnTo>
                    <a:pt x="0" y="111251"/>
                  </a:lnTo>
                  <a:lnTo>
                    <a:pt x="333" y="98083"/>
                  </a:lnTo>
                  <a:lnTo>
                    <a:pt x="11358" y="54030"/>
                  </a:lnTo>
                  <a:lnTo>
                    <a:pt x="33432" y="22407"/>
                  </a:lnTo>
                  <a:lnTo>
                    <a:pt x="72390" y="2095"/>
                  </a:lnTo>
                  <a:lnTo>
                    <a:pt x="89916" y="0"/>
                  </a:lnTo>
                  <a:lnTo>
                    <a:pt x="97655" y="285"/>
                  </a:lnTo>
                  <a:lnTo>
                    <a:pt x="136659" y="12072"/>
                  </a:lnTo>
                  <a:lnTo>
                    <a:pt x="143256" y="15239"/>
                  </a:lnTo>
                  <a:lnTo>
                    <a:pt x="178308" y="15239"/>
                  </a:lnTo>
                  <a:lnTo>
                    <a:pt x="178308" y="32003"/>
                  </a:lnTo>
                  <a:lnTo>
                    <a:pt x="96012" y="32003"/>
                  </a:lnTo>
                  <a:lnTo>
                    <a:pt x="82891" y="33408"/>
                  </a:lnTo>
                  <a:lnTo>
                    <a:pt x="44934" y="63865"/>
                  </a:lnTo>
                  <a:lnTo>
                    <a:pt x="36576" y="109727"/>
                  </a:lnTo>
                  <a:lnTo>
                    <a:pt x="37409" y="126872"/>
                  </a:lnTo>
                  <a:lnTo>
                    <a:pt x="48768" y="164591"/>
                  </a:lnTo>
                  <a:lnTo>
                    <a:pt x="86868" y="182879"/>
                  </a:lnTo>
                  <a:lnTo>
                    <a:pt x="178308" y="182879"/>
                  </a:lnTo>
                  <a:lnTo>
                    <a:pt x="178308" y="192023"/>
                  </a:lnTo>
                  <a:lnTo>
                    <a:pt x="143256" y="192023"/>
                  </a:lnTo>
                  <a:lnTo>
                    <a:pt x="135516" y="197453"/>
                  </a:lnTo>
                  <a:lnTo>
                    <a:pt x="128206" y="202310"/>
                  </a:lnTo>
                  <a:lnTo>
                    <a:pt x="89225" y="216098"/>
                  </a:lnTo>
                  <a:lnTo>
                    <a:pt x="79248" y="216407"/>
                  </a:lnTo>
                  <a:close/>
                </a:path>
                <a:path w="178435" h="300355">
                  <a:moveTo>
                    <a:pt x="178308" y="15239"/>
                  </a:moveTo>
                  <a:lnTo>
                    <a:pt x="143256" y="15239"/>
                  </a:lnTo>
                  <a:lnTo>
                    <a:pt x="144780" y="6095"/>
                  </a:lnTo>
                  <a:lnTo>
                    <a:pt x="178308" y="6095"/>
                  </a:lnTo>
                  <a:lnTo>
                    <a:pt x="178308" y="15239"/>
                  </a:lnTo>
                  <a:close/>
                </a:path>
                <a:path w="178435" h="300355">
                  <a:moveTo>
                    <a:pt x="178308" y="182879"/>
                  </a:moveTo>
                  <a:lnTo>
                    <a:pt x="86868" y="182879"/>
                  </a:lnTo>
                  <a:lnTo>
                    <a:pt x="93964" y="182570"/>
                  </a:lnTo>
                  <a:lnTo>
                    <a:pt x="101346" y="181546"/>
                  </a:lnTo>
                  <a:lnTo>
                    <a:pt x="108727" y="179665"/>
                  </a:lnTo>
                  <a:lnTo>
                    <a:pt x="115824" y="176783"/>
                  </a:lnTo>
                  <a:lnTo>
                    <a:pt x="123324" y="174188"/>
                  </a:lnTo>
                  <a:lnTo>
                    <a:pt x="130111" y="170878"/>
                  </a:lnTo>
                  <a:lnTo>
                    <a:pt x="136612" y="166711"/>
                  </a:lnTo>
                  <a:lnTo>
                    <a:pt x="143256" y="161543"/>
                  </a:lnTo>
                  <a:lnTo>
                    <a:pt x="143256" y="44195"/>
                  </a:lnTo>
                  <a:lnTo>
                    <a:pt x="129730" y="39623"/>
                  </a:lnTo>
                  <a:lnTo>
                    <a:pt x="123324" y="37337"/>
                  </a:lnTo>
                  <a:lnTo>
                    <a:pt x="117348" y="35051"/>
                  </a:lnTo>
                  <a:lnTo>
                    <a:pt x="102108" y="32003"/>
                  </a:lnTo>
                  <a:lnTo>
                    <a:pt x="178308" y="32003"/>
                  </a:lnTo>
                  <a:lnTo>
                    <a:pt x="178308" y="182879"/>
                  </a:lnTo>
                  <a:close/>
                </a:path>
                <a:path w="178435" h="300355">
                  <a:moveTo>
                    <a:pt x="160685" y="268223"/>
                  </a:moveTo>
                  <a:lnTo>
                    <a:pt x="85344" y="268223"/>
                  </a:lnTo>
                  <a:lnTo>
                    <a:pt x="93083" y="267938"/>
                  </a:lnTo>
                  <a:lnTo>
                    <a:pt x="100393" y="267080"/>
                  </a:lnTo>
                  <a:lnTo>
                    <a:pt x="107418" y="265652"/>
                  </a:lnTo>
                  <a:lnTo>
                    <a:pt x="114300" y="263651"/>
                  </a:lnTo>
                  <a:lnTo>
                    <a:pt x="121920" y="262127"/>
                  </a:lnTo>
                  <a:lnTo>
                    <a:pt x="126492" y="257555"/>
                  </a:lnTo>
                  <a:lnTo>
                    <a:pt x="131064" y="251459"/>
                  </a:lnTo>
                  <a:lnTo>
                    <a:pt x="135636" y="246887"/>
                  </a:lnTo>
                  <a:lnTo>
                    <a:pt x="138684" y="240791"/>
                  </a:lnTo>
                  <a:lnTo>
                    <a:pt x="140208" y="233171"/>
                  </a:lnTo>
                  <a:lnTo>
                    <a:pt x="141732" y="227075"/>
                  </a:lnTo>
                  <a:lnTo>
                    <a:pt x="143256" y="219455"/>
                  </a:lnTo>
                  <a:lnTo>
                    <a:pt x="143256" y="192023"/>
                  </a:lnTo>
                  <a:lnTo>
                    <a:pt x="178308" y="192023"/>
                  </a:lnTo>
                  <a:lnTo>
                    <a:pt x="178308" y="195071"/>
                  </a:lnTo>
                  <a:lnTo>
                    <a:pt x="176879" y="220765"/>
                  </a:lnTo>
                  <a:lnTo>
                    <a:pt x="172593" y="242887"/>
                  </a:lnTo>
                  <a:lnTo>
                    <a:pt x="165449" y="261294"/>
                  </a:lnTo>
                  <a:lnTo>
                    <a:pt x="160685" y="268223"/>
                  </a:lnTo>
                  <a:close/>
                </a:path>
                <a:path w="178435" h="300355">
                  <a:moveTo>
                    <a:pt x="82296" y="300227"/>
                  </a:moveTo>
                  <a:lnTo>
                    <a:pt x="42314" y="297299"/>
                  </a:lnTo>
                  <a:lnTo>
                    <a:pt x="19812" y="291083"/>
                  </a:lnTo>
                  <a:lnTo>
                    <a:pt x="19812" y="254507"/>
                  </a:lnTo>
                  <a:lnTo>
                    <a:pt x="24384" y="254507"/>
                  </a:lnTo>
                  <a:lnTo>
                    <a:pt x="27432" y="256031"/>
                  </a:lnTo>
                  <a:lnTo>
                    <a:pt x="32004" y="257555"/>
                  </a:lnTo>
                  <a:lnTo>
                    <a:pt x="36576" y="260603"/>
                  </a:lnTo>
                  <a:lnTo>
                    <a:pt x="60960" y="266699"/>
                  </a:lnTo>
                  <a:lnTo>
                    <a:pt x="67056" y="266699"/>
                  </a:lnTo>
                  <a:lnTo>
                    <a:pt x="73152" y="268223"/>
                  </a:lnTo>
                  <a:lnTo>
                    <a:pt x="160685" y="268223"/>
                  </a:lnTo>
                  <a:lnTo>
                    <a:pt x="155448" y="275843"/>
                  </a:lnTo>
                  <a:lnTo>
                    <a:pt x="141446" y="286726"/>
                  </a:lnTo>
                  <a:lnTo>
                    <a:pt x="124587" y="294322"/>
                  </a:lnTo>
                  <a:lnTo>
                    <a:pt x="104870" y="298775"/>
                  </a:lnTo>
                  <a:lnTo>
                    <a:pt x="82296" y="30022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25" name="object 25"/>
          <p:cNvSpPr/>
          <p:nvPr/>
        </p:nvSpPr>
        <p:spPr>
          <a:xfrm>
            <a:off x="5419344" y="2456688"/>
            <a:ext cx="45720" cy="55244"/>
          </a:xfrm>
          <a:custGeom>
            <a:avLst/>
            <a:gdLst/>
            <a:ahLst/>
            <a:cxnLst/>
            <a:rect l="l" t="t" r="r" b="b"/>
            <a:pathLst>
              <a:path w="45720" h="55244">
                <a:moveTo>
                  <a:pt x="45720" y="54864"/>
                </a:moveTo>
                <a:lnTo>
                  <a:pt x="0" y="54864"/>
                </a:lnTo>
                <a:lnTo>
                  <a:pt x="0" y="0"/>
                </a:lnTo>
                <a:lnTo>
                  <a:pt x="45720" y="0"/>
                </a:lnTo>
                <a:lnTo>
                  <a:pt x="45720" y="5486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" name="object 26"/>
          <p:cNvSpPr/>
          <p:nvPr/>
        </p:nvSpPr>
        <p:spPr>
          <a:xfrm>
            <a:off x="5419344" y="2616707"/>
            <a:ext cx="45720" cy="53340"/>
          </a:xfrm>
          <a:custGeom>
            <a:avLst/>
            <a:gdLst/>
            <a:ahLst/>
            <a:cxnLst/>
            <a:rect l="l" t="t" r="r" b="b"/>
            <a:pathLst>
              <a:path w="45720" h="53339">
                <a:moveTo>
                  <a:pt x="45720" y="53339"/>
                </a:moveTo>
                <a:lnTo>
                  <a:pt x="0" y="53339"/>
                </a:lnTo>
                <a:lnTo>
                  <a:pt x="0" y="0"/>
                </a:lnTo>
                <a:lnTo>
                  <a:pt x="45720" y="0"/>
                </a:lnTo>
                <a:lnTo>
                  <a:pt x="45720" y="5333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pic>
        <p:nvPicPr>
          <p:cNvPr id="27" name="object 27"/>
          <p:cNvPicPr/>
          <p:nvPr/>
        </p:nvPicPr>
        <p:blipFill>
          <a:blip r:embed="rId11" cstate="print"/>
          <a:stretch>
            <a:fillRect/>
          </a:stretch>
        </p:blipFill>
        <p:spPr>
          <a:xfrm>
            <a:off x="5783579" y="2450592"/>
            <a:ext cx="167639" cy="219456"/>
          </a:xfrm>
          <a:prstGeom prst="rect">
            <a:avLst/>
          </a:prstGeom>
        </p:spPr>
      </p:pic>
      <p:grpSp>
        <p:nvGrpSpPr>
          <p:cNvPr id="28" name="object 28"/>
          <p:cNvGrpSpPr/>
          <p:nvPr/>
        </p:nvGrpSpPr>
        <p:grpSpPr>
          <a:xfrm>
            <a:off x="6120384" y="2372867"/>
            <a:ext cx="466725" cy="378460"/>
            <a:chOff x="6120384" y="2372867"/>
            <a:chExt cx="466725" cy="378460"/>
          </a:xfrm>
        </p:grpSpPr>
        <p:sp>
          <p:nvSpPr>
            <p:cNvPr id="29" name="object 29"/>
            <p:cNvSpPr/>
            <p:nvPr/>
          </p:nvSpPr>
          <p:spPr>
            <a:xfrm>
              <a:off x="6120384" y="2372867"/>
              <a:ext cx="36830" cy="299085"/>
            </a:xfrm>
            <a:custGeom>
              <a:avLst/>
              <a:gdLst/>
              <a:ahLst/>
              <a:cxnLst/>
              <a:rect l="l" t="t" r="r" b="b"/>
              <a:pathLst>
                <a:path w="36829" h="299085">
                  <a:moveTo>
                    <a:pt x="36576" y="298704"/>
                  </a:moveTo>
                  <a:lnTo>
                    <a:pt x="0" y="298704"/>
                  </a:lnTo>
                  <a:lnTo>
                    <a:pt x="0" y="0"/>
                  </a:lnTo>
                  <a:lnTo>
                    <a:pt x="36576" y="0"/>
                  </a:lnTo>
                  <a:lnTo>
                    <a:pt x="36576" y="298704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30" name="object 30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6196584" y="2450591"/>
              <a:ext cx="190500" cy="225552"/>
            </a:xfrm>
            <a:prstGeom prst="rect">
              <a:avLst/>
            </a:prstGeom>
          </p:spPr>
        </p:pic>
        <p:sp>
          <p:nvSpPr>
            <p:cNvPr id="31" name="object 31"/>
            <p:cNvSpPr/>
            <p:nvPr/>
          </p:nvSpPr>
          <p:spPr>
            <a:xfrm>
              <a:off x="6408420" y="2450591"/>
              <a:ext cx="178435" cy="300355"/>
            </a:xfrm>
            <a:custGeom>
              <a:avLst/>
              <a:gdLst/>
              <a:ahLst/>
              <a:cxnLst/>
              <a:rect l="l" t="t" r="r" b="b"/>
              <a:pathLst>
                <a:path w="178434" h="300355">
                  <a:moveTo>
                    <a:pt x="79248" y="216407"/>
                  </a:moveTo>
                  <a:lnTo>
                    <a:pt x="32742" y="200977"/>
                  </a:lnTo>
                  <a:lnTo>
                    <a:pt x="4953" y="155828"/>
                  </a:lnTo>
                  <a:lnTo>
                    <a:pt x="0" y="111251"/>
                  </a:lnTo>
                  <a:lnTo>
                    <a:pt x="333" y="98083"/>
                  </a:lnTo>
                  <a:lnTo>
                    <a:pt x="11358" y="54030"/>
                  </a:lnTo>
                  <a:lnTo>
                    <a:pt x="33432" y="22407"/>
                  </a:lnTo>
                  <a:lnTo>
                    <a:pt x="72390" y="2095"/>
                  </a:lnTo>
                  <a:lnTo>
                    <a:pt x="89916" y="0"/>
                  </a:lnTo>
                  <a:lnTo>
                    <a:pt x="97655" y="285"/>
                  </a:lnTo>
                  <a:lnTo>
                    <a:pt x="136659" y="12072"/>
                  </a:lnTo>
                  <a:lnTo>
                    <a:pt x="143256" y="15239"/>
                  </a:lnTo>
                  <a:lnTo>
                    <a:pt x="178308" y="15239"/>
                  </a:lnTo>
                  <a:lnTo>
                    <a:pt x="178308" y="32003"/>
                  </a:lnTo>
                  <a:lnTo>
                    <a:pt x="96012" y="32003"/>
                  </a:lnTo>
                  <a:lnTo>
                    <a:pt x="82891" y="33408"/>
                  </a:lnTo>
                  <a:lnTo>
                    <a:pt x="44934" y="63865"/>
                  </a:lnTo>
                  <a:lnTo>
                    <a:pt x="36576" y="109727"/>
                  </a:lnTo>
                  <a:lnTo>
                    <a:pt x="37409" y="126872"/>
                  </a:lnTo>
                  <a:lnTo>
                    <a:pt x="48768" y="164591"/>
                  </a:lnTo>
                  <a:lnTo>
                    <a:pt x="86868" y="182879"/>
                  </a:lnTo>
                  <a:lnTo>
                    <a:pt x="178308" y="182879"/>
                  </a:lnTo>
                  <a:lnTo>
                    <a:pt x="178308" y="192023"/>
                  </a:lnTo>
                  <a:lnTo>
                    <a:pt x="143256" y="192023"/>
                  </a:lnTo>
                  <a:lnTo>
                    <a:pt x="135516" y="197453"/>
                  </a:lnTo>
                  <a:lnTo>
                    <a:pt x="128206" y="202310"/>
                  </a:lnTo>
                  <a:lnTo>
                    <a:pt x="89225" y="216098"/>
                  </a:lnTo>
                  <a:lnTo>
                    <a:pt x="79248" y="216407"/>
                  </a:lnTo>
                  <a:close/>
                </a:path>
                <a:path w="178434" h="300355">
                  <a:moveTo>
                    <a:pt x="178308" y="15239"/>
                  </a:moveTo>
                  <a:lnTo>
                    <a:pt x="143256" y="15239"/>
                  </a:lnTo>
                  <a:lnTo>
                    <a:pt x="144780" y="6095"/>
                  </a:lnTo>
                  <a:lnTo>
                    <a:pt x="178308" y="6095"/>
                  </a:lnTo>
                  <a:lnTo>
                    <a:pt x="178308" y="15239"/>
                  </a:lnTo>
                  <a:close/>
                </a:path>
                <a:path w="178434" h="300355">
                  <a:moveTo>
                    <a:pt x="178308" y="182879"/>
                  </a:moveTo>
                  <a:lnTo>
                    <a:pt x="86868" y="182879"/>
                  </a:lnTo>
                  <a:lnTo>
                    <a:pt x="93964" y="182570"/>
                  </a:lnTo>
                  <a:lnTo>
                    <a:pt x="101346" y="181546"/>
                  </a:lnTo>
                  <a:lnTo>
                    <a:pt x="108727" y="179665"/>
                  </a:lnTo>
                  <a:lnTo>
                    <a:pt x="115824" y="176783"/>
                  </a:lnTo>
                  <a:lnTo>
                    <a:pt x="123324" y="174188"/>
                  </a:lnTo>
                  <a:lnTo>
                    <a:pt x="130111" y="170878"/>
                  </a:lnTo>
                  <a:lnTo>
                    <a:pt x="136612" y="166711"/>
                  </a:lnTo>
                  <a:lnTo>
                    <a:pt x="143256" y="161543"/>
                  </a:lnTo>
                  <a:lnTo>
                    <a:pt x="143256" y="44195"/>
                  </a:lnTo>
                  <a:lnTo>
                    <a:pt x="129730" y="39623"/>
                  </a:lnTo>
                  <a:lnTo>
                    <a:pt x="123324" y="37337"/>
                  </a:lnTo>
                  <a:lnTo>
                    <a:pt x="117348" y="35051"/>
                  </a:lnTo>
                  <a:lnTo>
                    <a:pt x="109728" y="33527"/>
                  </a:lnTo>
                  <a:lnTo>
                    <a:pt x="103632" y="32003"/>
                  </a:lnTo>
                  <a:lnTo>
                    <a:pt x="178308" y="32003"/>
                  </a:lnTo>
                  <a:lnTo>
                    <a:pt x="178308" y="182879"/>
                  </a:lnTo>
                  <a:close/>
                </a:path>
                <a:path w="178434" h="300355">
                  <a:moveTo>
                    <a:pt x="160685" y="268223"/>
                  </a:moveTo>
                  <a:lnTo>
                    <a:pt x="85344" y="268223"/>
                  </a:lnTo>
                  <a:lnTo>
                    <a:pt x="93083" y="267938"/>
                  </a:lnTo>
                  <a:lnTo>
                    <a:pt x="100393" y="267080"/>
                  </a:lnTo>
                  <a:lnTo>
                    <a:pt x="107418" y="265652"/>
                  </a:lnTo>
                  <a:lnTo>
                    <a:pt x="114300" y="263651"/>
                  </a:lnTo>
                  <a:lnTo>
                    <a:pt x="121920" y="262127"/>
                  </a:lnTo>
                  <a:lnTo>
                    <a:pt x="128016" y="257555"/>
                  </a:lnTo>
                  <a:lnTo>
                    <a:pt x="131064" y="251459"/>
                  </a:lnTo>
                  <a:lnTo>
                    <a:pt x="135636" y="246887"/>
                  </a:lnTo>
                  <a:lnTo>
                    <a:pt x="138684" y="240791"/>
                  </a:lnTo>
                  <a:lnTo>
                    <a:pt x="140208" y="233171"/>
                  </a:lnTo>
                  <a:lnTo>
                    <a:pt x="141732" y="227075"/>
                  </a:lnTo>
                  <a:lnTo>
                    <a:pt x="143256" y="219455"/>
                  </a:lnTo>
                  <a:lnTo>
                    <a:pt x="143256" y="192023"/>
                  </a:lnTo>
                  <a:lnTo>
                    <a:pt x="178308" y="192023"/>
                  </a:lnTo>
                  <a:lnTo>
                    <a:pt x="178308" y="195071"/>
                  </a:lnTo>
                  <a:lnTo>
                    <a:pt x="176879" y="220765"/>
                  </a:lnTo>
                  <a:lnTo>
                    <a:pt x="172593" y="242887"/>
                  </a:lnTo>
                  <a:lnTo>
                    <a:pt x="165449" y="261294"/>
                  </a:lnTo>
                  <a:lnTo>
                    <a:pt x="160685" y="268223"/>
                  </a:lnTo>
                  <a:close/>
                </a:path>
                <a:path w="178434" h="300355">
                  <a:moveTo>
                    <a:pt x="82296" y="300227"/>
                  </a:moveTo>
                  <a:lnTo>
                    <a:pt x="42314" y="297299"/>
                  </a:lnTo>
                  <a:lnTo>
                    <a:pt x="19812" y="291083"/>
                  </a:lnTo>
                  <a:lnTo>
                    <a:pt x="19812" y="254507"/>
                  </a:lnTo>
                  <a:lnTo>
                    <a:pt x="24384" y="254507"/>
                  </a:lnTo>
                  <a:lnTo>
                    <a:pt x="27432" y="256031"/>
                  </a:lnTo>
                  <a:lnTo>
                    <a:pt x="32004" y="257555"/>
                  </a:lnTo>
                  <a:lnTo>
                    <a:pt x="36576" y="260603"/>
                  </a:lnTo>
                  <a:lnTo>
                    <a:pt x="60960" y="266699"/>
                  </a:lnTo>
                  <a:lnTo>
                    <a:pt x="67056" y="266699"/>
                  </a:lnTo>
                  <a:lnTo>
                    <a:pt x="73152" y="268223"/>
                  </a:lnTo>
                  <a:lnTo>
                    <a:pt x="160685" y="268223"/>
                  </a:lnTo>
                  <a:lnTo>
                    <a:pt x="155448" y="275843"/>
                  </a:lnTo>
                  <a:lnTo>
                    <a:pt x="141446" y="286726"/>
                  </a:lnTo>
                  <a:lnTo>
                    <a:pt x="124587" y="294322"/>
                  </a:lnTo>
                  <a:lnTo>
                    <a:pt x="104870" y="298775"/>
                  </a:lnTo>
                  <a:lnTo>
                    <a:pt x="82296" y="30022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pic>
        <p:nvPicPr>
          <p:cNvPr id="32" name="object 32"/>
          <p:cNvPicPr/>
          <p:nvPr/>
        </p:nvPicPr>
        <p:blipFill>
          <a:blip r:embed="rId13" cstate="print"/>
          <a:stretch>
            <a:fillRect/>
          </a:stretch>
        </p:blipFill>
        <p:spPr>
          <a:xfrm>
            <a:off x="6763511" y="2450592"/>
            <a:ext cx="167640" cy="219456"/>
          </a:xfrm>
          <a:prstGeom prst="rect">
            <a:avLst/>
          </a:prstGeom>
        </p:spPr>
      </p:pic>
      <p:sp>
        <p:nvSpPr>
          <p:cNvPr id="33" name="object 33"/>
          <p:cNvSpPr/>
          <p:nvPr/>
        </p:nvSpPr>
        <p:spPr>
          <a:xfrm>
            <a:off x="7085076" y="2450591"/>
            <a:ext cx="180340" cy="300355"/>
          </a:xfrm>
          <a:custGeom>
            <a:avLst/>
            <a:gdLst/>
            <a:ahLst/>
            <a:cxnLst/>
            <a:rect l="l" t="t" r="r" b="b"/>
            <a:pathLst>
              <a:path w="180340" h="300355">
                <a:moveTo>
                  <a:pt x="80772" y="216407"/>
                </a:moveTo>
                <a:lnTo>
                  <a:pt x="34266" y="200977"/>
                </a:lnTo>
                <a:lnTo>
                  <a:pt x="5715" y="155828"/>
                </a:lnTo>
                <a:lnTo>
                  <a:pt x="0" y="111251"/>
                </a:lnTo>
                <a:lnTo>
                  <a:pt x="547" y="98083"/>
                </a:lnTo>
                <a:lnTo>
                  <a:pt x="12215" y="54030"/>
                </a:lnTo>
                <a:lnTo>
                  <a:pt x="34313" y="22407"/>
                </a:lnTo>
                <a:lnTo>
                  <a:pt x="73152" y="2095"/>
                </a:lnTo>
                <a:lnTo>
                  <a:pt x="89916" y="0"/>
                </a:lnTo>
                <a:lnTo>
                  <a:pt x="98512" y="285"/>
                </a:lnTo>
                <a:lnTo>
                  <a:pt x="137517" y="12072"/>
                </a:lnTo>
                <a:lnTo>
                  <a:pt x="143256" y="15239"/>
                </a:lnTo>
                <a:lnTo>
                  <a:pt x="179832" y="15239"/>
                </a:lnTo>
                <a:lnTo>
                  <a:pt x="179832" y="32003"/>
                </a:lnTo>
                <a:lnTo>
                  <a:pt x="96012" y="32003"/>
                </a:lnTo>
                <a:lnTo>
                  <a:pt x="83129" y="33408"/>
                </a:lnTo>
                <a:lnTo>
                  <a:pt x="46458" y="63865"/>
                </a:lnTo>
                <a:lnTo>
                  <a:pt x="38100" y="109727"/>
                </a:lnTo>
                <a:lnTo>
                  <a:pt x="38719" y="126872"/>
                </a:lnTo>
                <a:lnTo>
                  <a:pt x="50292" y="164591"/>
                </a:lnTo>
                <a:lnTo>
                  <a:pt x="88392" y="182879"/>
                </a:lnTo>
                <a:lnTo>
                  <a:pt x="179832" y="182879"/>
                </a:lnTo>
                <a:lnTo>
                  <a:pt x="179832" y="192023"/>
                </a:lnTo>
                <a:lnTo>
                  <a:pt x="143256" y="192023"/>
                </a:lnTo>
                <a:lnTo>
                  <a:pt x="136398" y="197453"/>
                </a:lnTo>
                <a:lnTo>
                  <a:pt x="129540" y="202310"/>
                </a:lnTo>
                <a:lnTo>
                  <a:pt x="90749" y="216098"/>
                </a:lnTo>
                <a:lnTo>
                  <a:pt x="80772" y="216407"/>
                </a:lnTo>
                <a:close/>
              </a:path>
              <a:path w="180340" h="300355">
                <a:moveTo>
                  <a:pt x="179832" y="15239"/>
                </a:moveTo>
                <a:lnTo>
                  <a:pt x="143256" y="15239"/>
                </a:lnTo>
                <a:lnTo>
                  <a:pt x="146304" y="6095"/>
                </a:lnTo>
                <a:lnTo>
                  <a:pt x="179832" y="6095"/>
                </a:lnTo>
                <a:lnTo>
                  <a:pt x="179832" y="15239"/>
                </a:lnTo>
                <a:close/>
              </a:path>
              <a:path w="180340" h="300355">
                <a:moveTo>
                  <a:pt x="179832" y="182879"/>
                </a:moveTo>
                <a:lnTo>
                  <a:pt x="88392" y="182879"/>
                </a:lnTo>
                <a:lnTo>
                  <a:pt x="95273" y="182570"/>
                </a:lnTo>
                <a:lnTo>
                  <a:pt x="102298" y="181546"/>
                </a:lnTo>
                <a:lnTo>
                  <a:pt x="143256" y="161543"/>
                </a:lnTo>
                <a:lnTo>
                  <a:pt x="143256" y="44195"/>
                </a:lnTo>
                <a:lnTo>
                  <a:pt x="137302" y="41909"/>
                </a:lnTo>
                <a:lnTo>
                  <a:pt x="124825" y="37337"/>
                </a:lnTo>
                <a:lnTo>
                  <a:pt x="118872" y="35051"/>
                </a:lnTo>
                <a:lnTo>
                  <a:pt x="103632" y="32003"/>
                </a:lnTo>
                <a:lnTo>
                  <a:pt x="179832" y="32003"/>
                </a:lnTo>
                <a:lnTo>
                  <a:pt x="179832" y="182879"/>
                </a:lnTo>
                <a:close/>
              </a:path>
              <a:path w="180340" h="300355">
                <a:moveTo>
                  <a:pt x="161147" y="268223"/>
                </a:moveTo>
                <a:lnTo>
                  <a:pt x="86868" y="268223"/>
                </a:lnTo>
                <a:lnTo>
                  <a:pt x="94583" y="267938"/>
                </a:lnTo>
                <a:lnTo>
                  <a:pt x="101727" y="267080"/>
                </a:lnTo>
                <a:lnTo>
                  <a:pt x="108299" y="265652"/>
                </a:lnTo>
                <a:lnTo>
                  <a:pt x="114300" y="263651"/>
                </a:lnTo>
                <a:lnTo>
                  <a:pt x="121920" y="262127"/>
                </a:lnTo>
                <a:lnTo>
                  <a:pt x="128016" y="257555"/>
                </a:lnTo>
                <a:lnTo>
                  <a:pt x="132588" y="251459"/>
                </a:lnTo>
                <a:lnTo>
                  <a:pt x="137160" y="246887"/>
                </a:lnTo>
                <a:lnTo>
                  <a:pt x="140208" y="240791"/>
                </a:lnTo>
                <a:lnTo>
                  <a:pt x="141732" y="233171"/>
                </a:lnTo>
                <a:lnTo>
                  <a:pt x="143256" y="227075"/>
                </a:lnTo>
                <a:lnTo>
                  <a:pt x="143256" y="192023"/>
                </a:lnTo>
                <a:lnTo>
                  <a:pt x="179832" y="192023"/>
                </a:lnTo>
                <a:lnTo>
                  <a:pt x="179832" y="195071"/>
                </a:lnTo>
                <a:lnTo>
                  <a:pt x="178379" y="220765"/>
                </a:lnTo>
                <a:lnTo>
                  <a:pt x="173926" y="242887"/>
                </a:lnTo>
                <a:lnTo>
                  <a:pt x="166330" y="261294"/>
                </a:lnTo>
                <a:lnTo>
                  <a:pt x="161147" y="268223"/>
                </a:lnTo>
                <a:close/>
              </a:path>
              <a:path w="180340" h="300355">
                <a:moveTo>
                  <a:pt x="83820" y="300227"/>
                </a:moveTo>
                <a:lnTo>
                  <a:pt x="43838" y="297299"/>
                </a:lnTo>
                <a:lnTo>
                  <a:pt x="21336" y="291083"/>
                </a:lnTo>
                <a:lnTo>
                  <a:pt x="21336" y="254507"/>
                </a:lnTo>
                <a:lnTo>
                  <a:pt x="25908" y="254507"/>
                </a:lnTo>
                <a:lnTo>
                  <a:pt x="28956" y="256031"/>
                </a:lnTo>
                <a:lnTo>
                  <a:pt x="33528" y="257555"/>
                </a:lnTo>
                <a:lnTo>
                  <a:pt x="38100" y="260603"/>
                </a:lnTo>
                <a:lnTo>
                  <a:pt x="62484" y="266699"/>
                </a:lnTo>
                <a:lnTo>
                  <a:pt x="68580" y="266699"/>
                </a:lnTo>
                <a:lnTo>
                  <a:pt x="73152" y="268223"/>
                </a:lnTo>
                <a:lnTo>
                  <a:pt x="161147" y="268223"/>
                </a:lnTo>
                <a:lnTo>
                  <a:pt x="155448" y="275843"/>
                </a:lnTo>
                <a:lnTo>
                  <a:pt x="142327" y="286726"/>
                </a:lnTo>
                <a:lnTo>
                  <a:pt x="125920" y="294322"/>
                </a:lnTo>
                <a:lnTo>
                  <a:pt x="106370" y="298775"/>
                </a:lnTo>
                <a:lnTo>
                  <a:pt x="83820" y="30022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" name="object 34"/>
          <p:cNvSpPr/>
          <p:nvPr/>
        </p:nvSpPr>
        <p:spPr>
          <a:xfrm>
            <a:off x="7318235" y="2372867"/>
            <a:ext cx="932815" cy="376555"/>
          </a:xfrm>
          <a:custGeom>
            <a:avLst/>
            <a:gdLst/>
            <a:ahLst/>
            <a:cxnLst/>
            <a:rect l="l" t="t" r="r" b="b"/>
            <a:pathLst>
              <a:path w="932815" h="376555">
                <a:moveTo>
                  <a:pt x="112776" y="85356"/>
                </a:moveTo>
                <a:lnTo>
                  <a:pt x="111252" y="85356"/>
                </a:lnTo>
                <a:lnTo>
                  <a:pt x="109728" y="83832"/>
                </a:lnTo>
                <a:lnTo>
                  <a:pt x="99060" y="83832"/>
                </a:lnTo>
                <a:lnTo>
                  <a:pt x="62725" y="95465"/>
                </a:lnTo>
                <a:lnTo>
                  <a:pt x="36576" y="115836"/>
                </a:lnTo>
                <a:lnTo>
                  <a:pt x="36576" y="83832"/>
                </a:lnTo>
                <a:lnTo>
                  <a:pt x="0" y="83832"/>
                </a:lnTo>
                <a:lnTo>
                  <a:pt x="0" y="297192"/>
                </a:lnTo>
                <a:lnTo>
                  <a:pt x="36576" y="297192"/>
                </a:lnTo>
                <a:lnTo>
                  <a:pt x="36576" y="146316"/>
                </a:lnTo>
                <a:lnTo>
                  <a:pt x="42583" y="140030"/>
                </a:lnTo>
                <a:lnTo>
                  <a:pt x="49149" y="134886"/>
                </a:lnTo>
                <a:lnTo>
                  <a:pt x="56299" y="130886"/>
                </a:lnTo>
                <a:lnTo>
                  <a:pt x="64008" y="128028"/>
                </a:lnTo>
                <a:lnTo>
                  <a:pt x="70891" y="124904"/>
                </a:lnTo>
                <a:lnTo>
                  <a:pt x="77914" y="122504"/>
                </a:lnTo>
                <a:lnTo>
                  <a:pt x="85229" y="120954"/>
                </a:lnTo>
                <a:lnTo>
                  <a:pt x="92964" y="120408"/>
                </a:lnTo>
                <a:lnTo>
                  <a:pt x="100584" y="120408"/>
                </a:lnTo>
                <a:lnTo>
                  <a:pt x="103632" y="121932"/>
                </a:lnTo>
                <a:lnTo>
                  <a:pt x="112776" y="121932"/>
                </a:lnTo>
                <a:lnTo>
                  <a:pt x="112776" y="85356"/>
                </a:lnTo>
                <a:close/>
              </a:path>
              <a:path w="932815" h="376555">
                <a:moveTo>
                  <a:pt x="307848" y="175260"/>
                </a:moveTo>
                <a:lnTo>
                  <a:pt x="301752" y="131064"/>
                </a:lnTo>
                <a:lnTo>
                  <a:pt x="277469" y="96037"/>
                </a:lnTo>
                <a:lnTo>
                  <a:pt x="272796" y="92646"/>
                </a:lnTo>
                <a:lnTo>
                  <a:pt x="272796" y="167640"/>
                </a:lnTo>
                <a:lnTo>
                  <a:pt x="158496" y="167640"/>
                </a:lnTo>
                <a:lnTo>
                  <a:pt x="161544" y="149352"/>
                </a:lnTo>
                <a:lnTo>
                  <a:pt x="164592" y="143256"/>
                </a:lnTo>
                <a:lnTo>
                  <a:pt x="167640" y="135636"/>
                </a:lnTo>
                <a:lnTo>
                  <a:pt x="170688" y="129540"/>
                </a:lnTo>
                <a:lnTo>
                  <a:pt x="176784" y="124968"/>
                </a:lnTo>
                <a:lnTo>
                  <a:pt x="182880" y="118872"/>
                </a:lnTo>
                <a:lnTo>
                  <a:pt x="188976" y="114300"/>
                </a:lnTo>
                <a:lnTo>
                  <a:pt x="195072" y="112776"/>
                </a:lnTo>
                <a:lnTo>
                  <a:pt x="201168" y="109728"/>
                </a:lnTo>
                <a:lnTo>
                  <a:pt x="210312" y="108204"/>
                </a:lnTo>
                <a:lnTo>
                  <a:pt x="228600" y="108204"/>
                </a:lnTo>
                <a:lnTo>
                  <a:pt x="266700" y="135636"/>
                </a:lnTo>
                <a:lnTo>
                  <a:pt x="268224" y="141732"/>
                </a:lnTo>
                <a:lnTo>
                  <a:pt x="270014" y="147497"/>
                </a:lnTo>
                <a:lnTo>
                  <a:pt x="271081" y="153543"/>
                </a:lnTo>
                <a:lnTo>
                  <a:pt x="271868" y="160172"/>
                </a:lnTo>
                <a:lnTo>
                  <a:pt x="272796" y="167640"/>
                </a:lnTo>
                <a:lnTo>
                  <a:pt x="272796" y="92646"/>
                </a:lnTo>
                <a:lnTo>
                  <a:pt x="270891" y="91249"/>
                </a:lnTo>
                <a:lnTo>
                  <a:pt x="230962" y="78041"/>
                </a:lnTo>
                <a:lnTo>
                  <a:pt x="220980" y="77724"/>
                </a:lnTo>
                <a:lnTo>
                  <a:pt x="200152" y="79730"/>
                </a:lnTo>
                <a:lnTo>
                  <a:pt x="164198" y="95732"/>
                </a:lnTo>
                <a:lnTo>
                  <a:pt x="137350" y="126022"/>
                </a:lnTo>
                <a:lnTo>
                  <a:pt x="123634" y="167170"/>
                </a:lnTo>
                <a:lnTo>
                  <a:pt x="121920" y="192024"/>
                </a:lnTo>
                <a:lnTo>
                  <a:pt x="123875" y="216890"/>
                </a:lnTo>
                <a:lnTo>
                  <a:pt x="138645" y="258038"/>
                </a:lnTo>
                <a:lnTo>
                  <a:pt x="166268" y="286562"/>
                </a:lnTo>
                <a:lnTo>
                  <a:pt x="206171" y="301332"/>
                </a:lnTo>
                <a:lnTo>
                  <a:pt x="230124" y="303276"/>
                </a:lnTo>
                <a:lnTo>
                  <a:pt x="239268" y="303276"/>
                </a:lnTo>
                <a:lnTo>
                  <a:pt x="245364" y="301752"/>
                </a:lnTo>
                <a:lnTo>
                  <a:pt x="251460" y="301752"/>
                </a:lnTo>
                <a:lnTo>
                  <a:pt x="263652" y="298704"/>
                </a:lnTo>
                <a:lnTo>
                  <a:pt x="271272" y="297180"/>
                </a:lnTo>
                <a:lnTo>
                  <a:pt x="275844" y="295656"/>
                </a:lnTo>
                <a:lnTo>
                  <a:pt x="281940" y="294132"/>
                </a:lnTo>
                <a:lnTo>
                  <a:pt x="294132" y="288036"/>
                </a:lnTo>
                <a:lnTo>
                  <a:pt x="303276" y="284988"/>
                </a:lnTo>
                <a:lnTo>
                  <a:pt x="303276" y="271272"/>
                </a:lnTo>
                <a:lnTo>
                  <a:pt x="303276" y="245364"/>
                </a:lnTo>
                <a:lnTo>
                  <a:pt x="301752" y="245364"/>
                </a:lnTo>
                <a:lnTo>
                  <a:pt x="298704" y="248412"/>
                </a:lnTo>
                <a:lnTo>
                  <a:pt x="294132" y="249936"/>
                </a:lnTo>
                <a:lnTo>
                  <a:pt x="280416" y="259080"/>
                </a:lnTo>
                <a:lnTo>
                  <a:pt x="272796" y="262128"/>
                </a:lnTo>
                <a:lnTo>
                  <a:pt x="266700" y="265176"/>
                </a:lnTo>
                <a:lnTo>
                  <a:pt x="260604" y="266700"/>
                </a:lnTo>
                <a:lnTo>
                  <a:pt x="237744" y="271272"/>
                </a:lnTo>
                <a:lnTo>
                  <a:pt x="230124" y="271272"/>
                </a:lnTo>
                <a:lnTo>
                  <a:pt x="188341" y="260350"/>
                </a:lnTo>
                <a:lnTo>
                  <a:pt x="163830" y="227266"/>
                </a:lnTo>
                <a:lnTo>
                  <a:pt x="158496" y="195072"/>
                </a:lnTo>
                <a:lnTo>
                  <a:pt x="307848" y="195072"/>
                </a:lnTo>
                <a:lnTo>
                  <a:pt x="307848" y="175260"/>
                </a:lnTo>
                <a:close/>
              </a:path>
              <a:path w="932815" h="376555">
                <a:moveTo>
                  <a:pt x="512064" y="175260"/>
                </a:moveTo>
                <a:lnTo>
                  <a:pt x="504444" y="131064"/>
                </a:lnTo>
                <a:lnTo>
                  <a:pt x="481685" y="96037"/>
                </a:lnTo>
                <a:lnTo>
                  <a:pt x="477012" y="92646"/>
                </a:lnTo>
                <a:lnTo>
                  <a:pt x="477012" y="167640"/>
                </a:lnTo>
                <a:lnTo>
                  <a:pt x="362712" y="167640"/>
                </a:lnTo>
                <a:lnTo>
                  <a:pt x="365760" y="149352"/>
                </a:lnTo>
                <a:lnTo>
                  <a:pt x="368808" y="143256"/>
                </a:lnTo>
                <a:lnTo>
                  <a:pt x="371856" y="135636"/>
                </a:lnTo>
                <a:lnTo>
                  <a:pt x="374904" y="129540"/>
                </a:lnTo>
                <a:lnTo>
                  <a:pt x="381000" y="124968"/>
                </a:lnTo>
                <a:lnTo>
                  <a:pt x="387096" y="118872"/>
                </a:lnTo>
                <a:lnTo>
                  <a:pt x="393192" y="114300"/>
                </a:lnTo>
                <a:lnTo>
                  <a:pt x="399288" y="112776"/>
                </a:lnTo>
                <a:lnTo>
                  <a:pt x="405384" y="109728"/>
                </a:lnTo>
                <a:lnTo>
                  <a:pt x="414528" y="108204"/>
                </a:lnTo>
                <a:lnTo>
                  <a:pt x="432816" y="108204"/>
                </a:lnTo>
                <a:lnTo>
                  <a:pt x="470916" y="135636"/>
                </a:lnTo>
                <a:lnTo>
                  <a:pt x="472440" y="141732"/>
                </a:lnTo>
                <a:lnTo>
                  <a:pt x="474230" y="147497"/>
                </a:lnTo>
                <a:lnTo>
                  <a:pt x="475297" y="153543"/>
                </a:lnTo>
                <a:lnTo>
                  <a:pt x="476084" y="160172"/>
                </a:lnTo>
                <a:lnTo>
                  <a:pt x="477012" y="167640"/>
                </a:lnTo>
                <a:lnTo>
                  <a:pt x="477012" y="92646"/>
                </a:lnTo>
                <a:lnTo>
                  <a:pt x="475107" y="91249"/>
                </a:lnTo>
                <a:lnTo>
                  <a:pt x="435178" y="78041"/>
                </a:lnTo>
                <a:lnTo>
                  <a:pt x="425196" y="77724"/>
                </a:lnTo>
                <a:lnTo>
                  <a:pt x="404368" y="79730"/>
                </a:lnTo>
                <a:lnTo>
                  <a:pt x="368414" y="95732"/>
                </a:lnTo>
                <a:lnTo>
                  <a:pt x="341566" y="126022"/>
                </a:lnTo>
                <a:lnTo>
                  <a:pt x="327850" y="167170"/>
                </a:lnTo>
                <a:lnTo>
                  <a:pt x="326136" y="192024"/>
                </a:lnTo>
                <a:lnTo>
                  <a:pt x="328091" y="216890"/>
                </a:lnTo>
                <a:lnTo>
                  <a:pt x="342861" y="258038"/>
                </a:lnTo>
                <a:lnTo>
                  <a:pt x="370484" y="286562"/>
                </a:lnTo>
                <a:lnTo>
                  <a:pt x="410387" y="301332"/>
                </a:lnTo>
                <a:lnTo>
                  <a:pt x="434340" y="303276"/>
                </a:lnTo>
                <a:lnTo>
                  <a:pt x="443484" y="303276"/>
                </a:lnTo>
                <a:lnTo>
                  <a:pt x="449580" y="301752"/>
                </a:lnTo>
                <a:lnTo>
                  <a:pt x="455676" y="301752"/>
                </a:lnTo>
                <a:lnTo>
                  <a:pt x="467868" y="298704"/>
                </a:lnTo>
                <a:lnTo>
                  <a:pt x="475488" y="297180"/>
                </a:lnTo>
                <a:lnTo>
                  <a:pt x="484632" y="294132"/>
                </a:lnTo>
                <a:lnTo>
                  <a:pt x="492252" y="291084"/>
                </a:lnTo>
                <a:lnTo>
                  <a:pt x="498348" y="288036"/>
                </a:lnTo>
                <a:lnTo>
                  <a:pt x="507492" y="284988"/>
                </a:lnTo>
                <a:lnTo>
                  <a:pt x="507492" y="271272"/>
                </a:lnTo>
                <a:lnTo>
                  <a:pt x="507492" y="245364"/>
                </a:lnTo>
                <a:lnTo>
                  <a:pt x="504444" y="245364"/>
                </a:lnTo>
                <a:lnTo>
                  <a:pt x="502920" y="248412"/>
                </a:lnTo>
                <a:lnTo>
                  <a:pt x="498348" y="249936"/>
                </a:lnTo>
                <a:lnTo>
                  <a:pt x="484632" y="259080"/>
                </a:lnTo>
                <a:lnTo>
                  <a:pt x="477012" y="262128"/>
                </a:lnTo>
                <a:lnTo>
                  <a:pt x="470916" y="265176"/>
                </a:lnTo>
                <a:lnTo>
                  <a:pt x="464820" y="266700"/>
                </a:lnTo>
                <a:lnTo>
                  <a:pt x="441960" y="271272"/>
                </a:lnTo>
                <a:lnTo>
                  <a:pt x="434340" y="271272"/>
                </a:lnTo>
                <a:lnTo>
                  <a:pt x="392557" y="260350"/>
                </a:lnTo>
                <a:lnTo>
                  <a:pt x="367474" y="227266"/>
                </a:lnTo>
                <a:lnTo>
                  <a:pt x="362712" y="195072"/>
                </a:lnTo>
                <a:lnTo>
                  <a:pt x="512064" y="195072"/>
                </a:lnTo>
                <a:lnTo>
                  <a:pt x="512064" y="175260"/>
                </a:lnTo>
                <a:close/>
              </a:path>
              <a:path w="932815" h="376555">
                <a:moveTo>
                  <a:pt x="713244" y="0"/>
                </a:moveTo>
                <a:lnTo>
                  <a:pt x="676668" y="0"/>
                </a:lnTo>
                <a:lnTo>
                  <a:pt x="676668" y="92964"/>
                </a:lnTo>
                <a:lnTo>
                  <a:pt x="676668" y="121920"/>
                </a:lnTo>
                <a:lnTo>
                  <a:pt x="676668" y="245364"/>
                </a:lnTo>
                <a:lnTo>
                  <a:pt x="670661" y="250799"/>
                </a:lnTo>
                <a:lnTo>
                  <a:pt x="635520" y="267843"/>
                </a:lnTo>
                <a:lnTo>
                  <a:pt x="621804" y="269748"/>
                </a:lnTo>
                <a:lnTo>
                  <a:pt x="609180" y="268376"/>
                </a:lnTo>
                <a:lnTo>
                  <a:pt x="577049" y="238531"/>
                </a:lnTo>
                <a:lnTo>
                  <a:pt x="569988" y="192024"/>
                </a:lnTo>
                <a:lnTo>
                  <a:pt x="571106" y="173507"/>
                </a:lnTo>
                <a:lnTo>
                  <a:pt x="586752" y="131064"/>
                </a:lnTo>
                <a:lnTo>
                  <a:pt x="629424" y="111252"/>
                </a:lnTo>
                <a:lnTo>
                  <a:pt x="646188" y="111252"/>
                </a:lnTo>
                <a:lnTo>
                  <a:pt x="652284" y="112776"/>
                </a:lnTo>
                <a:lnTo>
                  <a:pt x="663905" y="117348"/>
                </a:lnTo>
                <a:lnTo>
                  <a:pt x="670064" y="119634"/>
                </a:lnTo>
                <a:lnTo>
                  <a:pt x="676668" y="121920"/>
                </a:lnTo>
                <a:lnTo>
                  <a:pt x="676668" y="92964"/>
                </a:lnTo>
                <a:lnTo>
                  <a:pt x="638378" y="78867"/>
                </a:lnTo>
                <a:lnTo>
                  <a:pt x="623328" y="77724"/>
                </a:lnTo>
                <a:lnTo>
                  <a:pt x="614438" y="78282"/>
                </a:lnTo>
                <a:lnTo>
                  <a:pt x="573608" y="95631"/>
                </a:lnTo>
                <a:lnTo>
                  <a:pt x="544766" y="133502"/>
                </a:lnTo>
                <a:lnTo>
                  <a:pt x="533958" y="178625"/>
                </a:lnTo>
                <a:lnTo>
                  <a:pt x="533412" y="192024"/>
                </a:lnTo>
                <a:lnTo>
                  <a:pt x="533717" y="205435"/>
                </a:lnTo>
                <a:lnTo>
                  <a:pt x="542340" y="250558"/>
                </a:lnTo>
                <a:lnTo>
                  <a:pt x="567321" y="287464"/>
                </a:lnTo>
                <a:lnTo>
                  <a:pt x="604659" y="302945"/>
                </a:lnTo>
                <a:lnTo>
                  <a:pt x="612660" y="303276"/>
                </a:lnTo>
                <a:lnTo>
                  <a:pt x="626376" y="303276"/>
                </a:lnTo>
                <a:lnTo>
                  <a:pt x="632472" y="301752"/>
                </a:lnTo>
                <a:lnTo>
                  <a:pt x="637044" y="300228"/>
                </a:lnTo>
                <a:lnTo>
                  <a:pt x="643140" y="298704"/>
                </a:lnTo>
                <a:lnTo>
                  <a:pt x="647712" y="295656"/>
                </a:lnTo>
                <a:lnTo>
                  <a:pt x="653808" y="294132"/>
                </a:lnTo>
                <a:lnTo>
                  <a:pt x="662952" y="288036"/>
                </a:lnTo>
                <a:lnTo>
                  <a:pt x="670572" y="280416"/>
                </a:lnTo>
                <a:lnTo>
                  <a:pt x="676668" y="275844"/>
                </a:lnTo>
                <a:lnTo>
                  <a:pt x="676668" y="297180"/>
                </a:lnTo>
                <a:lnTo>
                  <a:pt x="713244" y="297180"/>
                </a:lnTo>
                <a:lnTo>
                  <a:pt x="713244" y="275844"/>
                </a:lnTo>
                <a:lnTo>
                  <a:pt x="713244" y="269748"/>
                </a:lnTo>
                <a:lnTo>
                  <a:pt x="713244" y="111252"/>
                </a:lnTo>
                <a:lnTo>
                  <a:pt x="713244" y="92964"/>
                </a:lnTo>
                <a:lnTo>
                  <a:pt x="713244" y="0"/>
                </a:lnTo>
                <a:close/>
              </a:path>
              <a:path w="932815" h="376555">
                <a:moveTo>
                  <a:pt x="932688" y="83832"/>
                </a:moveTo>
                <a:lnTo>
                  <a:pt x="896112" y="83832"/>
                </a:lnTo>
                <a:lnTo>
                  <a:pt x="836676" y="242328"/>
                </a:lnTo>
                <a:lnTo>
                  <a:pt x="778764" y="83832"/>
                </a:lnTo>
                <a:lnTo>
                  <a:pt x="740664" y="83832"/>
                </a:lnTo>
                <a:lnTo>
                  <a:pt x="818388" y="288048"/>
                </a:lnTo>
                <a:lnTo>
                  <a:pt x="778764" y="376440"/>
                </a:lnTo>
                <a:lnTo>
                  <a:pt x="818388" y="376440"/>
                </a:lnTo>
                <a:lnTo>
                  <a:pt x="932688" y="8383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pic>
        <p:nvPicPr>
          <p:cNvPr id="35" name="object 35"/>
          <p:cNvPicPr/>
          <p:nvPr/>
        </p:nvPicPr>
        <p:blipFill>
          <a:blip r:embed="rId14" cstate="print"/>
          <a:stretch>
            <a:fillRect/>
          </a:stretch>
        </p:blipFill>
        <p:spPr>
          <a:xfrm>
            <a:off x="8386571" y="2452116"/>
            <a:ext cx="169164" cy="224028"/>
          </a:xfrm>
          <a:prstGeom prst="rect">
            <a:avLst/>
          </a:prstGeom>
        </p:spPr>
      </p:pic>
      <p:grpSp>
        <p:nvGrpSpPr>
          <p:cNvPr id="36" name="object 36"/>
          <p:cNvGrpSpPr/>
          <p:nvPr/>
        </p:nvGrpSpPr>
        <p:grpSpPr>
          <a:xfrm>
            <a:off x="8607552" y="2372867"/>
            <a:ext cx="1042669" cy="378460"/>
            <a:chOff x="8607552" y="2372867"/>
            <a:chExt cx="1042669" cy="378460"/>
          </a:xfrm>
        </p:grpSpPr>
        <p:sp>
          <p:nvSpPr>
            <p:cNvPr id="37" name="object 37"/>
            <p:cNvSpPr/>
            <p:nvPr/>
          </p:nvSpPr>
          <p:spPr>
            <a:xfrm>
              <a:off x="8607539" y="2372867"/>
              <a:ext cx="250190" cy="378460"/>
            </a:xfrm>
            <a:custGeom>
              <a:avLst/>
              <a:gdLst/>
              <a:ahLst/>
              <a:cxnLst/>
              <a:rect l="l" t="t" r="r" b="b"/>
              <a:pathLst>
                <a:path w="250190" h="378460">
                  <a:moveTo>
                    <a:pt x="36588" y="0"/>
                  </a:moveTo>
                  <a:lnTo>
                    <a:pt x="0" y="0"/>
                  </a:lnTo>
                  <a:lnTo>
                    <a:pt x="0" y="298716"/>
                  </a:lnTo>
                  <a:lnTo>
                    <a:pt x="36588" y="298716"/>
                  </a:lnTo>
                  <a:lnTo>
                    <a:pt x="36588" y="0"/>
                  </a:lnTo>
                  <a:close/>
                </a:path>
                <a:path w="250190" h="378460">
                  <a:moveTo>
                    <a:pt x="249948" y="83820"/>
                  </a:moveTo>
                  <a:lnTo>
                    <a:pt x="216420" y="83820"/>
                  </a:lnTo>
                  <a:lnTo>
                    <a:pt x="213372" y="92964"/>
                  </a:lnTo>
                  <a:lnTo>
                    <a:pt x="213372" y="121920"/>
                  </a:lnTo>
                  <a:lnTo>
                    <a:pt x="213372" y="239268"/>
                  </a:lnTo>
                  <a:lnTo>
                    <a:pt x="179717" y="257390"/>
                  </a:lnTo>
                  <a:lnTo>
                    <a:pt x="158508" y="260604"/>
                  </a:lnTo>
                  <a:lnTo>
                    <a:pt x="145884" y="259461"/>
                  </a:lnTo>
                  <a:lnTo>
                    <a:pt x="113995" y="232029"/>
                  </a:lnTo>
                  <a:lnTo>
                    <a:pt x="108216" y="187452"/>
                  </a:lnTo>
                  <a:lnTo>
                    <a:pt x="109093" y="170078"/>
                  </a:lnTo>
                  <a:lnTo>
                    <a:pt x="123456" y="131064"/>
                  </a:lnTo>
                  <a:lnTo>
                    <a:pt x="166128" y="109728"/>
                  </a:lnTo>
                  <a:lnTo>
                    <a:pt x="173748" y="109728"/>
                  </a:lnTo>
                  <a:lnTo>
                    <a:pt x="188988" y="112776"/>
                  </a:lnTo>
                  <a:lnTo>
                    <a:pt x="200609" y="117348"/>
                  </a:lnTo>
                  <a:lnTo>
                    <a:pt x="206768" y="119634"/>
                  </a:lnTo>
                  <a:lnTo>
                    <a:pt x="213372" y="121920"/>
                  </a:lnTo>
                  <a:lnTo>
                    <a:pt x="213372" y="92964"/>
                  </a:lnTo>
                  <a:lnTo>
                    <a:pt x="176225" y="78867"/>
                  </a:lnTo>
                  <a:lnTo>
                    <a:pt x="160032" y="77724"/>
                  </a:lnTo>
                  <a:lnTo>
                    <a:pt x="151790" y="78282"/>
                  </a:lnTo>
                  <a:lnTo>
                    <a:pt x="111455" y="94297"/>
                  </a:lnTo>
                  <a:lnTo>
                    <a:pt x="81686" y="131762"/>
                  </a:lnTo>
                  <a:lnTo>
                    <a:pt x="70662" y="175818"/>
                  </a:lnTo>
                  <a:lnTo>
                    <a:pt x="70116" y="188976"/>
                  </a:lnTo>
                  <a:lnTo>
                    <a:pt x="71513" y="212699"/>
                  </a:lnTo>
                  <a:lnTo>
                    <a:pt x="82321" y="251561"/>
                  </a:lnTo>
                  <a:lnTo>
                    <a:pt x="117741" y="287274"/>
                  </a:lnTo>
                  <a:lnTo>
                    <a:pt x="150888" y="294132"/>
                  </a:lnTo>
                  <a:lnTo>
                    <a:pt x="160616" y="293827"/>
                  </a:lnTo>
                  <a:lnTo>
                    <a:pt x="199466" y="280035"/>
                  </a:lnTo>
                  <a:lnTo>
                    <a:pt x="213372" y="269748"/>
                  </a:lnTo>
                  <a:lnTo>
                    <a:pt x="213372" y="304800"/>
                  </a:lnTo>
                  <a:lnTo>
                    <a:pt x="211848" y="310896"/>
                  </a:lnTo>
                  <a:lnTo>
                    <a:pt x="208800" y="318516"/>
                  </a:lnTo>
                  <a:lnTo>
                    <a:pt x="207276" y="324612"/>
                  </a:lnTo>
                  <a:lnTo>
                    <a:pt x="202704" y="329184"/>
                  </a:lnTo>
                  <a:lnTo>
                    <a:pt x="198132" y="335280"/>
                  </a:lnTo>
                  <a:lnTo>
                    <a:pt x="192036" y="339852"/>
                  </a:lnTo>
                  <a:lnTo>
                    <a:pt x="184416" y="341376"/>
                  </a:lnTo>
                  <a:lnTo>
                    <a:pt x="178409" y="343382"/>
                  </a:lnTo>
                  <a:lnTo>
                    <a:pt x="171843" y="344805"/>
                  </a:lnTo>
                  <a:lnTo>
                    <a:pt x="164693" y="345668"/>
                  </a:lnTo>
                  <a:lnTo>
                    <a:pt x="156984" y="345948"/>
                  </a:lnTo>
                  <a:lnTo>
                    <a:pt x="143268" y="345948"/>
                  </a:lnTo>
                  <a:lnTo>
                    <a:pt x="137172" y="344424"/>
                  </a:lnTo>
                  <a:lnTo>
                    <a:pt x="132600" y="344424"/>
                  </a:lnTo>
                  <a:lnTo>
                    <a:pt x="126504" y="342900"/>
                  </a:lnTo>
                  <a:lnTo>
                    <a:pt x="118884" y="341376"/>
                  </a:lnTo>
                  <a:lnTo>
                    <a:pt x="112788" y="339852"/>
                  </a:lnTo>
                  <a:lnTo>
                    <a:pt x="108216" y="338328"/>
                  </a:lnTo>
                  <a:lnTo>
                    <a:pt x="103644" y="335280"/>
                  </a:lnTo>
                  <a:lnTo>
                    <a:pt x="94500" y="332232"/>
                  </a:lnTo>
                  <a:lnTo>
                    <a:pt x="91452" y="332232"/>
                  </a:lnTo>
                  <a:lnTo>
                    <a:pt x="91452" y="368808"/>
                  </a:lnTo>
                  <a:lnTo>
                    <a:pt x="129933" y="377317"/>
                  </a:lnTo>
                  <a:lnTo>
                    <a:pt x="153936" y="377952"/>
                  </a:lnTo>
                  <a:lnTo>
                    <a:pt x="176479" y="376504"/>
                  </a:lnTo>
                  <a:lnTo>
                    <a:pt x="196037" y="372046"/>
                  </a:lnTo>
                  <a:lnTo>
                    <a:pt x="212432" y="364451"/>
                  </a:lnTo>
                  <a:lnTo>
                    <a:pt x="225564" y="353568"/>
                  </a:lnTo>
                  <a:lnTo>
                    <a:pt x="231254" y="345948"/>
                  </a:lnTo>
                  <a:lnTo>
                    <a:pt x="236435" y="339026"/>
                  </a:lnTo>
                  <a:lnTo>
                    <a:pt x="244043" y="320611"/>
                  </a:lnTo>
                  <a:lnTo>
                    <a:pt x="248488" y="298500"/>
                  </a:lnTo>
                  <a:lnTo>
                    <a:pt x="249948" y="272796"/>
                  </a:lnTo>
                  <a:lnTo>
                    <a:pt x="249948" y="269748"/>
                  </a:lnTo>
                  <a:lnTo>
                    <a:pt x="249948" y="260604"/>
                  </a:lnTo>
                  <a:lnTo>
                    <a:pt x="249948" y="109728"/>
                  </a:lnTo>
                  <a:lnTo>
                    <a:pt x="249948" y="92964"/>
                  </a:lnTo>
                  <a:lnTo>
                    <a:pt x="249948" y="8382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38" name="object 38"/>
            <p:cNvPicPr/>
            <p:nvPr/>
          </p:nvPicPr>
          <p:blipFill>
            <a:blip r:embed="rId15" cstate="print"/>
            <a:stretch>
              <a:fillRect/>
            </a:stretch>
          </p:blipFill>
          <p:spPr>
            <a:xfrm>
              <a:off x="8892539" y="2450591"/>
              <a:ext cx="190500" cy="225552"/>
            </a:xfrm>
            <a:prstGeom prst="rect">
              <a:avLst/>
            </a:prstGeom>
          </p:spPr>
        </p:pic>
        <p:pic>
          <p:nvPicPr>
            <p:cNvPr id="39" name="object 39"/>
            <p:cNvPicPr/>
            <p:nvPr/>
          </p:nvPicPr>
          <p:blipFill>
            <a:blip r:embed="rId16" cstate="print"/>
            <a:stretch>
              <a:fillRect/>
            </a:stretch>
          </p:blipFill>
          <p:spPr>
            <a:xfrm>
              <a:off x="9121140" y="2456688"/>
              <a:ext cx="112775" cy="213360"/>
            </a:xfrm>
            <a:prstGeom prst="rect">
              <a:avLst/>
            </a:prstGeom>
          </p:spPr>
        </p:pic>
        <p:sp>
          <p:nvSpPr>
            <p:cNvPr id="40" name="object 40"/>
            <p:cNvSpPr/>
            <p:nvPr/>
          </p:nvSpPr>
          <p:spPr>
            <a:xfrm>
              <a:off x="9259811" y="2372867"/>
              <a:ext cx="390525" cy="302260"/>
            </a:xfrm>
            <a:custGeom>
              <a:avLst/>
              <a:gdLst/>
              <a:ahLst/>
              <a:cxnLst/>
              <a:rect l="l" t="t" r="r" b="b"/>
              <a:pathLst>
                <a:path w="390525" h="302260">
                  <a:moveTo>
                    <a:pt x="38100" y="83820"/>
                  </a:moveTo>
                  <a:lnTo>
                    <a:pt x="3048" y="83820"/>
                  </a:lnTo>
                  <a:lnTo>
                    <a:pt x="3048" y="297180"/>
                  </a:lnTo>
                  <a:lnTo>
                    <a:pt x="38100" y="297180"/>
                  </a:lnTo>
                  <a:lnTo>
                    <a:pt x="38100" y="83820"/>
                  </a:lnTo>
                  <a:close/>
                </a:path>
                <a:path w="390525" h="302260">
                  <a:moveTo>
                    <a:pt x="41148" y="10668"/>
                  </a:moveTo>
                  <a:lnTo>
                    <a:pt x="0" y="10668"/>
                  </a:lnTo>
                  <a:lnTo>
                    <a:pt x="0" y="48768"/>
                  </a:lnTo>
                  <a:lnTo>
                    <a:pt x="41148" y="48768"/>
                  </a:lnTo>
                  <a:lnTo>
                    <a:pt x="41148" y="10668"/>
                  </a:lnTo>
                  <a:close/>
                </a:path>
                <a:path w="390525" h="302260">
                  <a:moveTo>
                    <a:pt x="196608" y="83820"/>
                  </a:moveTo>
                  <a:lnTo>
                    <a:pt x="129552" y="83820"/>
                  </a:lnTo>
                  <a:lnTo>
                    <a:pt x="129552" y="22860"/>
                  </a:lnTo>
                  <a:lnTo>
                    <a:pt x="94500" y="22860"/>
                  </a:lnTo>
                  <a:lnTo>
                    <a:pt x="94500" y="83820"/>
                  </a:lnTo>
                  <a:lnTo>
                    <a:pt x="70116" y="83820"/>
                  </a:lnTo>
                  <a:lnTo>
                    <a:pt x="70116" y="114300"/>
                  </a:lnTo>
                  <a:lnTo>
                    <a:pt x="94500" y="114300"/>
                  </a:lnTo>
                  <a:lnTo>
                    <a:pt x="94500" y="231648"/>
                  </a:lnTo>
                  <a:lnTo>
                    <a:pt x="95377" y="248780"/>
                  </a:lnTo>
                  <a:lnTo>
                    <a:pt x="109740" y="284988"/>
                  </a:lnTo>
                  <a:lnTo>
                    <a:pt x="156984" y="301752"/>
                  </a:lnTo>
                  <a:lnTo>
                    <a:pt x="169176" y="301752"/>
                  </a:lnTo>
                  <a:lnTo>
                    <a:pt x="175272" y="300228"/>
                  </a:lnTo>
                  <a:lnTo>
                    <a:pt x="182892" y="298704"/>
                  </a:lnTo>
                  <a:lnTo>
                    <a:pt x="188988" y="297180"/>
                  </a:lnTo>
                  <a:lnTo>
                    <a:pt x="196608" y="295656"/>
                  </a:lnTo>
                  <a:lnTo>
                    <a:pt x="196608" y="263652"/>
                  </a:lnTo>
                  <a:lnTo>
                    <a:pt x="193560" y="263652"/>
                  </a:lnTo>
                  <a:lnTo>
                    <a:pt x="192036" y="265176"/>
                  </a:lnTo>
                  <a:lnTo>
                    <a:pt x="182892" y="268224"/>
                  </a:lnTo>
                  <a:lnTo>
                    <a:pt x="176796" y="269748"/>
                  </a:lnTo>
                  <a:lnTo>
                    <a:pt x="150888" y="269748"/>
                  </a:lnTo>
                  <a:lnTo>
                    <a:pt x="144792" y="266700"/>
                  </a:lnTo>
                  <a:lnTo>
                    <a:pt x="140220" y="265176"/>
                  </a:lnTo>
                  <a:lnTo>
                    <a:pt x="137172" y="260604"/>
                  </a:lnTo>
                  <a:lnTo>
                    <a:pt x="132600" y="251460"/>
                  </a:lnTo>
                  <a:lnTo>
                    <a:pt x="131076" y="246888"/>
                  </a:lnTo>
                  <a:lnTo>
                    <a:pt x="131076" y="240792"/>
                  </a:lnTo>
                  <a:lnTo>
                    <a:pt x="130187" y="235673"/>
                  </a:lnTo>
                  <a:lnTo>
                    <a:pt x="129743" y="229552"/>
                  </a:lnTo>
                  <a:lnTo>
                    <a:pt x="129565" y="222580"/>
                  </a:lnTo>
                  <a:lnTo>
                    <a:pt x="129552" y="114300"/>
                  </a:lnTo>
                  <a:lnTo>
                    <a:pt x="196608" y="114300"/>
                  </a:lnTo>
                  <a:lnTo>
                    <a:pt x="196608" y="83820"/>
                  </a:lnTo>
                  <a:close/>
                </a:path>
                <a:path w="390525" h="302260">
                  <a:moveTo>
                    <a:pt x="390144" y="158496"/>
                  </a:moveTo>
                  <a:lnTo>
                    <a:pt x="380504" y="110490"/>
                  </a:lnTo>
                  <a:lnTo>
                    <a:pt x="351663" y="83248"/>
                  </a:lnTo>
                  <a:lnTo>
                    <a:pt x="323088" y="77724"/>
                  </a:lnTo>
                  <a:lnTo>
                    <a:pt x="314858" y="78282"/>
                  </a:lnTo>
                  <a:lnTo>
                    <a:pt x="274891" y="95059"/>
                  </a:lnTo>
                  <a:lnTo>
                    <a:pt x="259080" y="108204"/>
                  </a:lnTo>
                  <a:lnTo>
                    <a:pt x="259080" y="0"/>
                  </a:lnTo>
                  <a:lnTo>
                    <a:pt x="222504" y="0"/>
                  </a:lnTo>
                  <a:lnTo>
                    <a:pt x="222504" y="297180"/>
                  </a:lnTo>
                  <a:lnTo>
                    <a:pt x="259080" y="297180"/>
                  </a:lnTo>
                  <a:lnTo>
                    <a:pt x="259080" y="138684"/>
                  </a:lnTo>
                  <a:lnTo>
                    <a:pt x="265938" y="133235"/>
                  </a:lnTo>
                  <a:lnTo>
                    <a:pt x="300228" y="114109"/>
                  </a:lnTo>
                  <a:lnTo>
                    <a:pt x="313944" y="112776"/>
                  </a:lnTo>
                  <a:lnTo>
                    <a:pt x="323088" y="112776"/>
                  </a:lnTo>
                  <a:lnTo>
                    <a:pt x="352044" y="140208"/>
                  </a:lnTo>
                  <a:lnTo>
                    <a:pt x="353809" y="154711"/>
                  </a:lnTo>
                  <a:lnTo>
                    <a:pt x="354863" y="169049"/>
                  </a:lnTo>
                  <a:lnTo>
                    <a:pt x="355092" y="176784"/>
                  </a:lnTo>
                  <a:lnTo>
                    <a:pt x="355092" y="297180"/>
                  </a:lnTo>
                  <a:lnTo>
                    <a:pt x="390144" y="297180"/>
                  </a:lnTo>
                  <a:lnTo>
                    <a:pt x="390144" y="158496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41" name="object 41"/>
          <p:cNvSpPr/>
          <p:nvPr/>
        </p:nvSpPr>
        <p:spPr>
          <a:xfrm>
            <a:off x="9698735" y="2450592"/>
            <a:ext cx="279400" cy="219710"/>
          </a:xfrm>
          <a:custGeom>
            <a:avLst/>
            <a:gdLst/>
            <a:ahLst/>
            <a:cxnLst/>
            <a:rect l="l" t="t" r="r" b="b"/>
            <a:pathLst>
              <a:path w="279400" h="219710">
                <a:moveTo>
                  <a:pt x="278892" y="219456"/>
                </a:moveTo>
                <a:lnTo>
                  <a:pt x="243840" y="219456"/>
                </a:lnTo>
                <a:lnTo>
                  <a:pt x="243840" y="96012"/>
                </a:lnTo>
                <a:lnTo>
                  <a:pt x="243601" y="89154"/>
                </a:lnTo>
                <a:lnTo>
                  <a:pt x="242554" y="75438"/>
                </a:lnTo>
                <a:lnTo>
                  <a:pt x="242316" y="68580"/>
                </a:lnTo>
                <a:lnTo>
                  <a:pt x="240792" y="60960"/>
                </a:lnTo>
                <a:lnTo>
                  <a:pt x="214884" y="35051"/>
                </a:lnTo>
                <a:lnTo>
                  <a:pt x="199644" y="35051"/>
                </a:lnTo>
                <a:lnTo>
                  <a:pt x="163806" y="54649"/>
                </a:lnTo>
                <a:lnTo>
                  <a:pt x="156972" y="60960"/>
                </a:lnTo>
                <a:lnTo>
                  <a:pt x="156972" y="68580"/>
                </a:lnTo>
                <a:lnTo>
                  <a:pt x="158496" y="71628"/>
                </a:lnTo>
                <a:lnTo>
                  <a:pt x="158496" y="219456"/>
                </a:lnTo>
                <a:lnTo>
                  <a:pt x="121920" y="219456"/>
                </a:lnTo>
                <a:lnTo>
                  <a:pt x="121896" y="89154"/>
                </a:lnTo>
                <a:lnTo>
                  <a:pt x="121729" y="82296"/>
                </a:lnTo>
                <a:lnTo>
                  <a:pt x="121277" y="75438"/>
                </a:lnTo>
                <a:lnTo>
                  <a:pt x="120396" y="68580"/>
                </a:lnTo>
                <a:lnTo>
                  <a:pt x="120396" y="60960"/>
                </a:lnTo>
                <a:lnTo>
                  <a:pt x="118872" y="54864"/>
                </a:lnTo>
                <a:lnTo>
                  <a:pt x="115824" y="50292"/>
                </a:lnTo>
                <a:lnTo>
                  <a:pt x="112776" y="44196"/>
                </a:lnTo>
                <a:lnTo>
                  <a:pt x="109728" y="41148"/>
                </a:lnTo>
                <a:lnTo>
                  <a:pt x="105156" y="38100"/>
                </a:lnTo>
                <a:lnTo>
                  <a:pt x="100584" y="36575"/>
                </a:lnTo>
                <a:lnTo>
                  <a:pt x="94488" y="35051"/>
                </a:lnTo>
                <a:lnTo>
                  <a:pt x="77723" y="35051"/>
                </a:lnTo>
                <a:lnTo>
                  <a:pt x="42529" y="55506"/>
                </a:lnTo>
                <a:lnTo>
                  <a:pt x="36576" y="60960"/>
                </a:lnTo>
                <a:lnTo>
                  <a:pt x="36576" y="219456"/>
                </a:lnTo>
                <a:lnTo>
                  <a:pt x="0" y="219456"/>
                </a:lnTo>
                <a:lnTo>
                  <a:pt x="0" y="6096"/>
                </a:lnTo>
                <a:lnTo>
                  <a:pt x="36576" y="6096"/>
                </a:lnTo>
                <a:lnTo>
                  <a:pt x="36576" y="30480"/>
                </a:lnTo>
                <a:lnTo>
                  <a:pt x="43434" y="23907"/>
                </a:lnTo>
                <a:lnTo>
                  <a:pt x="78676" y="2095"/>
                </a:lnTo>
                <a:lnTo>
                  <a:pt x="94488" y="0"/>
                </a:lnTo>
                <a:lnTo>
                  <a:pt x="104227" y="571"/>
                </a:lnTo>
                <a:lnTo>
                  <a:pt x="141732" y="20574"/>
                </a:lnTo>
                <a:lnTo>
                  <a:pt x="150876" y="36575"/>
                </a:lnTo>
                <a:lnTo>
                  <a:pt x="158877" y="28860"/>
                </a:lnTo>
                <a:lnTo>
                  <a:pt x="190904" y="5143"/>
                </a:lnTo>
                <a:lnTo>
                  <a:pt x="216408" y="0"/>
                </a:lnTo>
                <a:lnTo>
                  <a:pt x="225552" y="0"/>
                </a:lnTo>
                <a:lnTo>
                  <a:pt x="233172" y="1524"/>
                </a:lnTo>
                <a:lnTo>
                  <a:pt x="248412" y="7620"/>
                </a:lnTo>
                <a:lnTo>
                  <a:pt x="256032" y="12192"/>
                </a:lnTo>
                <a:lnTo>
                  <a:pt x="260604" y="18288"/>
                </a:lnTo>
                <a:lnTo>
                  <a:pt x="264890" y="23383"/>
                </a:lnTo>
                <a:lnTo>
                  <a:pt x="278606" y="68389"/>
                </a:lnTo>
                <a:lnTo>
                  <a:pt x="278892" y="79248"/>
                </a:lnTo>
                <a:lnTo>
                  <a:pt x="278892" y="21945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" name="object 42"/>
          <p:cNvSpPr/>
          <p:nvPr/>
        </p:nvSpPr>
        <p:spPr>
          <a:xfrm>
            <a:off x="10037064" y="2615183"/>
            <a:ext cx="45720" cy="55244"/>
          </a:xfrm>
          <a:custGeom>
            <a:avLst/>
            <a:gdLst/>
            <a:ahLst/>
            <a:cxnLst/>
            <a:rect l="l" t="t" r="r" b="b"/>
            <a:pathLst>
              <a:path w="45720" h="55244">
                <a:moveTo>
                  <a:pt x="45720" y="54864"/>
                </a:moveTo>
                <a:lnTo>
                  <a:pt x="0" y="54864"/>
                </a:lnTo>
                <a:lnTo>
                  <a:pt x="0" y="0"/>
                </a:lnTo>
                <a:lnTo>
                  <a:pt x="45720" y="0"/>
                </a:lnTo>
                <a:lnTo>
                  <a:pt x="45720" y="5486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" name="object 43"/>
          <p:cNvSpPr/>
          <p:nvPr/>
        </p:nvSpPr>
        <p:spPr>
          <a:xfrm>
            <a:off x="1748027" y="3080003"/>
            <a:ext cx="135890" cy="135890"/>
          </a:xfrm>
          <a:custGeom>
            <a:avLst/>
            <a:gdLst/>
            <a:ahLst/>
            <a:cxnLst/>
            <a:rect l="l" t="t" r="r" b="b"/>
            <a:pathLst>
              <a:path w="135889" h="135889">
                <a:moveTo>
                  <a:pt x="135635" y="135636"/>
                </a:moveTo>
                <a:lnTo>
                  <a:pt x="0" y="135636"/>
                </a:lnTo>
                <a:lnTo>
                  <a:pt x="0" y="0"/>
                </a:lnTo>
                <a:lnTo>
                  <a:pt x="135635" y="0"/>
                </a:lnTo>
                <a:lnTo>
                  <a:pt x="135635" y="135636"/>
                </a:lnTo>
                <a:close/>
              </a:path>
            </a:pathLst>
          </a:custGeom>
          <a:solidFill>
            <a:srgbClr val="3333CC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44" name="object 44"/>
          <p:cNvGrpSpPr/>
          <p:nvPr/>
        </p:nvGrpSpPr>
        <p:grpSpPr>
          <a:xfrm>
            <a:off x="2110740" y="2945891"/>
            <a:ext cx="822960" cy="367665"/>
            <a:chOff x="2110740" y="2945891"/>
            <a:chExt cx="822960" cy="367665"/>
          </a:xfrm>
        </p:grpSpPr>
        <p:sp>
          <p:nvSpPr>
            <p:cNvPr id="45" name="object 45"/>
            <p:cNvSpPr/>
            <p:nvPr/>
          </p:nvSpPr>
          <p:spPr>
            <a:xfrm>
              <a:off x="2110740" y="2947416"/>
              <a:ext cx="344805" cy="285115"/>
            </a:xfrm>
            <a:custGeom>
              <a:avLst/>
              <a:gdLst/>
              <a:ahLst/>
              <a:cxnLst/>
              <a:rect l="l" t="t" r="r" b="b"/>
              <a:pathLst>
                <a:path w="344805" h="285114">
                  <a:moveTo>
                    <a:pt x="272796" y="284988"/>
                  </a:moveTo>
                  <a:lnTo>
                    <a:pt x="230124" y="284988"/>
                  </a:lnTo>
                  <a:lnTo>
                    <a:pt x="172212" y="48768"/>
                  </a:lnTo>
                  <a:lnTo>
                    <a:pt x="114300" y="284988"/>
                  </a:lnTo>
                  <a:lnTo>
                    <a:pt x="73152" y="284988"/>
                  </a:lnTo>
                  <a:lnTo>
                    <a:pt x="0" y="0"/>
                  </a:lnTo>
                  <a:lnTo>
                    <a:pt x="39624" y="0"/>
                  </a:lnTo>
                  <a:lnTo>
                    <a:pt x="96012" y="237743"/>
                  </a:lnTo>
                  <a:lnTo>
                    <a:pt x="153924" y="0"/>
                  </a:lnTo>
                  <a:lnTo>
                    <a:pt x="192024" y="0"/>
                  </a:lnTo>
                  <a:lnTo>
                    <a:pt x="249936" y="239268"/>
                  </a:lnTo>
                  <a:lnTo>
                    <a:pt x="306324" y="0"/>
                  </a:lnTo>
                  <a:lnTo>
                    <a:pt x="344424" y="0"/>
                  </a:lnTo>
                  <a:lnTo>
                    <a:pt x="272796" y="284988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46" name="object 46"/>
            <p:cNvPicPr/>
            <p:nvPr/>
          </p:nvPicPr>
          <p:blipFill>
            <a:blip r:embed="rId17" cstate="print"/>
            <a:stretch>
              <a:fillRect/>
            </a:stretch>
          </p:blipFill>
          <p:spPr>
            <a:xfrm>
              <a:off x="2458212" y="3012948"/>
              <a:ext cx="184404" cy="225552"/>
            </a:xfrm>
            <a:prstGeom prst="rect">
              <a:avLst/>
            </a:prstGeom>
          </p:spPr>
        </p:pic>
        <p:sp>
          <p:nvSpPr>
            <p:cNvPr id="47" name="object 47"/>
            <p:cNvSpPr/>
            <p:nvPr/>
          </p:nvSpPr>
          <p:spPr>
            <a:xfrm>
              <a:off x="2679179" y="2945891"/>
              <a:ext cx="254635" cy="367665"/>
            </a:xfrm>
            <a:custGeom>
              <a:avLst/>
              <a:gdLst/>
              <a:ahLst/>
              <a:cxnLst/>
              <a:rect l="l" t="t" r="r" b="b"/>
              <a:pathLst>
                <a:path w="254635" h="367664">
                  <a:moveTo>
                    <a:pt x="38100" y="73152"/>
                  </a:moveTo>
                  <a:lnTo>
                    <a:pt x="1524" y="73152"/>
                  </a:lnTo>
                  <a:lnTo>
                    <a:pt x="1524" y="286512"/>
                  </a:lnTo>
                  <a:lnTo>
                    <a:pt x="38100" y="286512"/>
                  </a:lnTo>
                  <a:lnTo>
                    <a:pt x="38100" y="73152"/>
                  </a:lnTo>
                  <a:close/>
                </a:path>
                <a:path w="254635" h="367664">
                  <a:moveTo>
                    <a:pt x="39624" y="0"/>
                  </a:moveTo>
                  <a:lnTo>
                    <a:pt x="0" y="0"/>
                  </a:lnTo>
                  <a:lnTo>
                    <a:pt x="0" y="38100"/>
                  </a:lnTo>
                  <a:lnTo>
                    <a:pt x="39624" y="38100"/>
                  </a:lnTo>
                  <a:lnTo>
                    <a:pt x="39624" y="0"/>
                  </a:lnTo>
                  <a:close/>
                </a:path>
                <a:path w="254635" h="367664">
                  <a:moveTo>
                    <a:pt x="254520" y="73152"/>
                  </a:moveTo>
                  <a:lnTo>
                    <a:pt x="220992" y="73152"/>
                  </a:lnTo>
                  <a:lnTo>
                    <a:pt x="219468" y="82296"/>
                  </a:lnTo>
                  <a:lnTo>
                    <a:pt x="219468" y="111252"/>
                  </a:lnTo>
                  <a:lnTo>
                    <a:pt x="219468" y="228600"/>
                  </a:lnTo>
                  <a:lnTo>
                    <a:pt x="185153" y="247370"/>
                  </a:lnTo>
                  <a:lnTo>
                    <a:pt x="163080" y="249936"/>
                  </a:lnTo>
                  <a:lnTo>
                    <a:pt x="151117" y="248793"/>
                  </a:lnTo>
                  <a:lnTo>
                    <a:pt x="119849" y="221361"/>
                  </a:lnTo>
                  <a:lnTo>
                    <a:pt x="112788" y="176784"/>
                  </a:lnTo>
                  <a:lnTo>
                    <a:pt x="113880" y="159410"/>
                  </a:lnTo>
                  <a:lnTo>
                    <a:pt x="128028" y="120396"/>
                  </a:lnTo>
                  <a:lnTo>
                    <a:pt x="172224" y="100584"/>
                  </a:lnTo>
                  <a:lnTo>
                    <a:pt x="187464" y="100584"/>
                  </a:lnTo>
                  <a:lnTo>
                    <a:pt x="195084" y="102108"/>
                  </a:lnTo>
                  <a:lnTo>
                    <a:pt x="206705" y="106680"/>
                  </a:lnTo>
                  <a:lnTo>
                    <a:pt x="212864" y="108966"/>
                  </a:lnTo>
                  <a:lnTo>
                    <a:pt x="219468" y="111252"/>
                  </a:lnTo>
                  <a:lnTo>
                    <a:pt x="219468" y="82296"/>
                  </a:lnTo>
                  <a:lnTo>
                    <a:pt x="181178" y="68199"/>
                  </a:lnTo>
                  <a:lnTo>
                    <a:pt x="166128" y="67056"/>
                  </a:lnTo>
                  <a:lnTo>
                    <a:pt x="157238" y="67614"/>
                  </a:lnTo>
                  <a:lnTo>
                    <a:pt x="116408" y="83629"/>
                  </a:lnTo>
                  <a:lnTo>
                    <a:pt x="87566" y="121094"/>
                  </a:lnTo>
                  <a:lnTo>
                    <a:pt x="76542" y="165150"/>
                  </a:lnTo>
                  <a:lnTo>
                    <a:pt x="76212" y="178308"/>
                  </a:lnTo>
                  <a:lnTo>
                    <a:pt x="77609" y="202031"/>
                  </a:lnTo>
                  <a:lnTo>
                    <a:pt x="88417" y="240893"/>
                  </a:lnTo>
                  <a:lnTo>
                    <a:pt x="122504" y="276606"/>
                  </a:lnTo>
                  <a:lnTo>
                    <a:pt x="155460" y="283464"/>
                  </a:lnTo>
                  <a:lnTo>
                    <a:pt x="165430" y="283159"/>
                  </a:lnTo>
                  <a:lnTo>
                    <a:pt x="204419" y="269367"/>
                  </a:lnTo>
                  <a:lnTo>
                    <a:pt x="219468" y="259080"/>
                  </a:lnTo>
                  <a:lnTo>
                    <a:pt x="219468" y="286512"/>
                  </a:lnTo>
                  <a:lnTo>
                    <a:pt x="204228" y="324612"/>
                  </a:lnTo>
                  <a:lnTo>
                    <a:pt x="161556" y="335280"/>
                  </a:lnTo>
                  <a:lnTo>
                    <a:pt x="149364" y="335280"/>
                  </a:lnTo>
                  <a:lnTo>
                    <a:pt x="143268" y="333756"/>
                  </a:lnTo>
                  <a:lnTo>
                    <a:pt x="137172" y="333756"/>
                  </a:lnTo>
                  <a:lnTo>
                    <a:pt x="118884" y="329184"/>
                  </a:lnTo>
                  <a:lnTo>
                    <a:pt x="109740" y="326136"/>
                  </a:lnTo>
                  <a:lnTo>
                    <a:pt x="100596" y="321564"/>
                  </a:lnTo>
                  <a:lnTo>
                    <a:pt x="96024" y="321564"/>
                  </a:lnTo>
                  <a:lnTo>
                    <a:pt x="96024" y="358140"/>
                  </a:lnTo>
                  <a:lnTo>
                    <a:pt x="103136" y="360413"/>
                  </a:lnTo>
                  <a:lnTo>
                    <a:pt x="142506" y="367093"/>
                  </a:lnTo>
                  <a:lnTo>
                    <a:pt x="158508" y="367284"/>
                  </a:lnTo>
                  <a:lnTo>
                    <a:pt x="181940" y="365836"/>
                  </a:lnTo>
                  <a:lnTo>
                    <a:pt x="201942" y="361378"/>
                  </a:lnTo>
                  <a:lnTo>
                    <a:pt x="218516" y="353783"/>
                  </a:lnTo>
                  <a:lnTo>
                    <a:pt x="231660" y="342900"/>
                  </a:lnTo>
                  <a:lnTo>
                    <a:pt x="236893" y="335280"/>
                  </a:lnTo>
                  <a:lnTo>
                    <a:pt x="241655" y="328358"/>
                  </a:lnTo>
                  <a:lnTo>
                    <a:pt x="248805" y="309943"/>
                  </a:lnTo>
                  <a:lnTo>
                    <a:pt x="253085" y="287832"/>
                  </a:lnTo>
                  <a:lnTo>
                    <a:pt x="254520" y="262128"/>
                  </a:lnTo>
                  <a:lnTo>
                    <a:pt x="254520" y="259080"/>
                  </a:lnTo>
                  <a:lnTo>
                    <a:pt x="254520" y="249936"/>
                  </a:lnTo>
                  <a:lnTo>
                    <a:pt x="254520" y="100584"/>
                  </a:lnTo>
                  <a:lnTo>
                    <a:pt x="254520" y="82296"/>
                  </a:lnTo>
                  <a:lnTo>
                    <a:pt x="254520" y="73152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48" name="object 48"/>
          <p:cNvGrpSpPr/>
          <p:nvPr/>
        </p:nvGrpSpPr>
        <p:grpSpPr>
          <a:xfrm>
            <a:off x="2987039" y="2935223"/>
            <a:ext cx="719455" cy="303530"/>
            <a:chOff x="2987039" y="2935223"/>
            <a:chExt cx="719455" cy="303530"/>
          </a:xfrm>
        </p:grpSpPr>
        <p:sp>
          <p:nvSpPr>
            <p:cNvPr id="49" name="object 49"/>
            <p:cNvSpPr/>
            <p:nvPr/>
          </p:nvSpPr>
          <p:spPr>
            <a:xfrm>
              <a:off x="2987027" y="2935223"/>
              <a:ext cx="323215" cy="302260"/>
            </a:xfrm>
            <a:custGeom>
              <a:avLst/>
              <a:gdLst/>
              <a:ahLst/>
              <a:cxnLst/>
              <a:rect l="l" t="t" r="r" b="b"/>
              <a:pathLst>
                <a:path w="323214" h="302260">
                  <a:moveTo>
                    <a:pt x="169164" y="158496"/>
                  </a:moveTo>
                  <a:lnTo>
                    <a:pt x="158877" y="110490"/>
                  </a:lnTo>
                  <a:lnTo>
                    <a:pt x="129349" y="83248"/>
                  </a:lnTo>
                  <a:lnTo>
                    <a:pt x="102108" y="77724"/>
                  </a:lnTo>
                  <a:lnTo>
                    <a:pt x="93230" y="78282"/>
                  </a:lnTo>
                  <a:lnTo>
                    <a:pt x="52578" y="95059"/>
                  </a:lnTo>
                  <a:lnTo>
                    <a:pt x="36576" y="108204"/>
                  </a:lnTo>
                  <a:lnTo>
                    <a:pt x="36576" y="0"/>
                  </a:lnTo>
                  <a:lnTo>
                    <a:pt x="0" y="0"/>
                  </a:lnTo>
                  <a:lnTo>
                    <a:pt x="0" y="297180"/>
                  </a:lnTo>
                  <a:lnTo>
                    <a:pt x="36576" y="297180"/>
                  </a:lnTo>
                  <a:lnTo>
                    <a:pt x="36576" y="138684"/>
                  </a:lnTo>
                  <a:lnTo>
                    <a:pt x="43434" y="133235"/>
                  </a:lnTo>
                  <a:lnTo>
                    <a:pt x="78867" y="114109"/>
                  </a:lnTo>
                  <a:lnTo>
                    <a:pt x="91440" y="112776"/>
                  </a:lnTo>
                  <a:lnTo>
                    <a:pt x="100584" y="112776"/>
                  </a:lnTo>
                  <a:lnTo>
                    <a:pt x="124968" y="128016"/>
                  </a:lnTo>
                  <a:lnTo>
                    <a:pt x="128016" y="134112"/>
                  </a:lnTo>
                  <a:lnTo>
                    <a:pt x="132588" y="297180"/>
                  </a:lnTo>
                  <a:lnTo>
                    <a:pt x="169164" y="297180"/>
                  </a:lnTo>
                  <a:lnTo>
                    <a:pt x="169164" y="158496"/>
                  </a:lnTo>
                  <a:close/>
                </a:path>
                <a:path w="323214" h="302260">
                  <a:moveTo>
                    <a:pt x="323088" y="83820"/>
                  </a:moveTo>
                  <a:lnTo>
                    <a:pt x="257556" y="83820"/>
                  </a:lnTo>
                  <a:lnTo>
                    <a:pt x="257556" y="22860"/>
                  </a:lnTo>
                  <a:lnTo>
                    <a:pt x="220980" y="22860"/>
                  </a:lnTo>
                  <a:lnTo>
                    <a:pt x="220980" y="83820"/>
                  </a:lnTo>
                  <a:lnTo>
                    <a:pt x="196596" y="83820"/>
                  </a:lnTo>
                  <a:lnTo>
                    <a:pt x="196596" y="114300"/>
                  </a:lnTo>
                  <a:lnTo>
                    <a:pt x="220980" y="114300"/>
                  </a:lnTo>
                  <a:lnTo>
                    <a:pt x="220980" y="231648"/>
                  </a:lnTo>
                  <a:lnTo>
                    <a:pt x="222110" y="248780"/>
                  </a:lnTo>
                  <a:lnTo>
                    <a:pt x="237744" y="284988"/>
                  </a:lnTo>
                  <a:lnTo>
                    <a:pt x="283464" y="301752"/>
                  </a:lnTo>
                  <a:lnTo>
                    <a:pt x="295656" y="301752"/>
                  </a:lnTo>
                  <a:lnTo>
                    <a:pt x="303276" y="300228"/>
                  </a:lnTo>
                  <a:lnTo>
                    <a:pt x="309372" y="298704"/>
                  </a:lnTo>
                  <a:lnTo>
                    <a:pt x="316992" y="297180"/>
                  </a:lnTo>
                  <a:lnTo>
                    <a:pt x="323088" y="295656"/>
                  </a:lnTo>
                  <a:lnTo>
                    <a:pt x="323088" y="263652"/>
                  </a:lnTo>
                  <a:lnTo>
                    <a:pt x="321564" y="263652"/>
                  </a:lnTo>
                  <a:lnTo>
                    <a:pt x="315468" y="266700"/>
                  </a:lnTo>
                  <a:lnTo>
                    <a:pt x="309372" y="268224"/>
                  </a:lnTo>
                  <a:lnTo>
                    <a:pt x="304800" y="269748"/>
                  </a:lnTo>
                  <a:lnTo>
                    <a:pt x="277368" y="269748"/>
                  </a:lnTo>
                  <a:lnTo>
                    <a:pt x="272796" y="266700"/>
                  </a:lnTo>
                  <a:lnTo>
                    <a:pt x="268224" y="265176"/>
                  </a:lnTo>
                  <a:lnTo>
                    <a:pt x="265176" y="262128"/>
                  </a:lnTo>
                  <a:lnTo>
                    <a:pt x="262128" y="257556"/>
                  </a:lnTo>
                  <a:lnTo>
                    <a:pt x="259080" y="251460"/>
                  </a:lnTo>
                  <a:lnTo>
                    <a:pt x="259080" y="246888"/>
                  </a:lnTo>
                  <a:lnTo>
                    <a:pt x="257556" y="240792"/>
                  </a:lnTo>
                  <a:lnTo>
                    <a:pt x="257556" y="114300"/>
                  </a:lnTo>
                  <a:lnTo>
                    <a:pt x="323088" y="114300"/>
                  </a:lnTo>
                  <a:lnTo>
                    <a:pt x="323088" y="8382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50" name="object 50"/>
            <p:cNvPicPr/>
            <p:nvPr/>
          </p:nvPicPr>
          <p:blipFill>
            <a:blip r:embed="rId18" cstate="print"/>
            <a:stretch>
              <a:fillRect/>
            </a:stretch>
          </p:blipFill>
          <p:spPr>
            <a:xfrm>
              <a:off x="3320795" y="3012948"/>
              <a:ext cx="184404" cy="225552"/>
            </a:xfrm>
            <a:prstGeom prst="rect">
              <a:avLst/>
            </a:prstGeom>
          </p:spPr>
        </p:pic>
        <p:sp>
          <p:nvSpPr>
            <p:cNvPr id="51" name="object 51"/>
            <p:cNvSpPr/>
            <p:nvPr/>
          </p:nvSpPr>
          <p:spPr>
            <a:xfrm>
              <a:off x="3528059" y="2935223"/>
              <a:ext cx="178435" cy="303530"/>
            </a:xfrm>
            <a:custGeom>
              <a:avLst/>
              <a:gdLst/>
              <a:ahLst/>
              <a:cxnLst/>
              <a:rect l="l" t="t" r="r" b="b"/>
              <a:pathLst>
                <a:path w="178435" h="303530">
                  <a:moveTo>
                    <a:pt x="178307" y="92964"/>
                  </a:moveTo>
                  <a:lnTo>
                    <a:pt x="143255" y="92964"/>
                  </a:lnTo>
                  <a:lnTo>
                    <a:pt x="143255" y="0"/>
                  </a:lnTo>
                  <a:lnTo>
                    <a:pt x="178307" y="0"/>
                  </a:lnTo>
                  <a:lnTo>
                    <a:pt x="178307" y="92964"/>
                  </a:lnTo>
                  <a:close/>
                </a:path>
                <a:path w="178435" h="303530">
                  <a:moveTo>
                    <a:pt x="92963" y="303276"/>
                  </a:moveTo>
                  <a:lnTo>
                    <a:pt x="79247" y="303276"/>
                  </a:lnTo>
                  <a:lnTo>
                    <a:pt x="70389" y="302966"/>
                  </a:lnTo>
                  <a:lnTo>
                    <a:pt x="33146" y="287655"/>
                  </a:lnTo>
                  <a:lnTo>
                    <a:pt x="8262" y="250555"/>
                  </a:lnTo>
                  <a:lnTo>
                    <a:pt x="285" y="205430"/>
                  </a:lnTo>
                  <a:lnTo>
                    <a:pt x="0" y="192024"/>
                  </a:lnTo>
                  <a:lnTo>
                    <a:pt x="309" y="178617"/>
                  </a:lnTo>
                  <a:lnTo>
                    <a:pt x="10715" y="133492"/>
                  </a:lnTo>
                  <a:lnTo>
                    <a:pt x="33432" y="101655"/>
                  </a:lnTo>
                  <a:lnTo>
                    <a:pt x="71818" y="80010"/>
                  </a:lnTo>
                  <a:lnTo>
                    <a:pt x="89915" y="77724"/>
                  </a:lnTo>
                  <a:lnTo>
                    <a:pt x="97631" y="78009"/>
                  </a:lnTo>
                  <a:lnTo>
                    <a:pt x="104774" y="78867"/>
                  </a:lnTo>
                  <a:lnTo>
                    <a:pt x="111347" y="80295"/>
                  </a:lnTo>
                  <a:lnTo>
                    <a:pt x="117347" y="82296"/>
                  </a:lnTo>
                  <a:lnTo>
                    <a:pt x="123324" y="83962"/>
                  </a:lnTo>
                  <a:lnTo>
                    <a:pt x="129730" y="86487"/>
                  </a:lnTo>
                  <a:lnTo>
                    <a:pt x="136421" y="89582"/>
                  </a:lnTo>
                  <a:lnTo>
                    <a:pt x="143255" y="92964"/>
                  </a:lnTo>
                  <a:lnTo>
                    <a:pt x="178307" y="92964"/>
                  </a:lnTo>
                  <a:lnTo>
                    <a:pt x="178307" y="111252"/>
                  </a:lnTo>
                  <a:lnTo>
                    <a:pt x="96011" y="111252"/>
                  </a:lnTo>
                  <a:lnTo>
                    <a:pt x="82891" y="112442"/>
                  </a:lnTo>
                  <a:lnTo>
                    <a:pt x="44934" y="144018"/>
                  </a:lnTo>
                  <a:lnTo>
                    <a:pt x="36575" y="192024"/>
                  </a:lnTo>
                  <a:lnTo>
                    <a:pt x="37409" y="209430"/>
                  </a:lnTo>
                  <a:lnTo>
                    <a:pt x="48767" y="249936"/>
                  </a:lnTo>
                  <a:lnTo>
                    <a:pt x="86867" y="269748"/>
                  </a:lnTo>
                  <a:lnTo>
                    <a:pt x="178307" y="269748"/>
                  </a:lnTo>
                  <a:lnTo>
                    <a:pt x="178307" y="275844"/>
                  </a:lnTo>
                  <a:lnTo>
                    <a:pt x="143255" y="275844"/>
                  </a:lnTo>
                  <a:lnTo>
                    <a:pt x="137159" y="280416"/>
                  </a:lnTo>
                  <a:lnTo>
                    <a:pt x="132587" y="284988"/>
                  </a:lnTo>
                  <a:lnTo>
                    <a:pt x="128015" y="288036"/>
                  </a:lnTo>
                  <a:lnTo>
                    <a:pt x="124967" y="291084"/>
                  </a:lnTo>
                  <a:lnTo>
                    <a:pt x="118871" y="294132"/>
                  </a:lnTo>
                  <a:lnTo>
                    <a:pt x="114299" y="295656"/>
                  </a:lnTo>
                  <a:lnTo>
                    <a:pt x="108203" y="298704"/>
                  </a:lnTo>
                  <a:lnTo>
                    <a:pt x="103631" y="300228"/>
                  </a:lnTo>
                  <a:lnTo>
                    <a:pt x="97535" y="301752"/>
                  </a:lnTo>
                  <a:lnTo>
                    <a:pt x="92963" y="303276"/>
                  </a:lnTo>
                  <a:close/>
                </a:path>
                <a:path w="178435" h="303530">
                  <a:moveTo>
                    <a:pt x="178307" y="269748"/>
                  </a:moveTo>
                  <a:lnTo>
                    <a:pt x="86867" y="269748"/>
                  </a:lnTo>
                  <a:lnTo>
                    <a:pt x="93964" y="269224"/>
                  </a:lnTo>
                  <a:lnTo>
                    <a:pt x="101345" y="267843"/>
                  </a:lnTo>
                  <a:lnTo>
                    <a:pt x="136397" y="250793"/>
                  </a:lnTo>
                  <a:lnTo>
                    <a:pt x="143255" y="245364"/>
                  </a:lnTo>
                  <a:lnTo>
                    <a:pt x="143255" y="121920"/>
                  </a:lnTo>
                  <a:lnTo>
                    <a:pt x="130492" y="117538"/>
                  </a:lnTo>
                  <a:lnTo>
                    <a:pt x="124610" y="115704"/>
                  </a:lnTo>
                  <a:lnTo>
                    <a:pt x="118871" y="114300"/>
                  </a:lnTo>
                  <a:lnTo>
                    <a:pt x="111251" y="111252"/>
                  </a:lnTo>
                  <a:lnTo>
                    <a:pt x="178307" y="111252"/>
                  </a:lnTo>
                  <a:lnTo>
                    <a:pt x="178307" y="269748"/>
                  </a:lnTo>
                  <a:close/>
                </a:path>
                <a:path w="178435" h="303530">
                  <a:moveTo>
                    <a:pt x="178307" y="297180"/>
                  </a:moveTo>
                  <a:lnTo>
                    <a:pt x="143255" y="297180"/>
                  </a:lnTo>
                  <a:lnTo>
                    <a:pt x="143255" y="275844"/>
                  </a:lnTo>
                  <a:lnTo>
                    <a:pt x="178307" y="275844"/>
                  </a:lnTo>
                  <a:lnTo>
                    <a:pt x="178307" y="29718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52" name="object 52"/>
          <p:cNvSpPr/>
          <p:nvPr/>
        </p:nvSpPr>
        <p:spPr>
          <a:xfrm>
            <a:off x="3867899" y="2945891"/>
            <a:ext cx="41275" cy="287020"/>
          </a:xfrm>
          <a:custGeom>
            <a:avLst/>
            <a:gdLst/>
            <a:ahLst/>
            <a:cxnLst/>
            <a:rect l="l" t="t" r="r" b="b"/>
            <a:pathLst>
              <a:path w="41275" h="287019">
                <a:moveTo>
                  <a:pt x="39624" y="73152"/>
                </a:moveTo>
                <a:lnTo>
                  <a:pt x="3048" y="73152"/>
                </a:lnTo>
                <a:lnTo>
                  <a:pt x="3048" y="286512"/>
                </a:lnTo>
                <a:lnTo>
                  <a:pt x="39624" y="286512"/>
                </a:lnTo>
                <a:lnTo>
                  <a:pt x="39624" y="73152"/>
                </a:lnTo>
                <a:close/>
              </a:path>
              <a:path w="41275" h="287019">
                <a:moveTo>
                  <a:pt x="41148" y="0"/>
                </a:moveTo>
                <a:lnTo>
                  <a:pt x="0" y="0"/>
                </a:lnTo>
                <a:lnTo>
                  <a:pt x="0" y="38100"/>
                </a:lnTo>
                <a:lnTo>
                  <a:pt x="41148" y="38100"/>
                </a:lnTo>
                <a:lnTo>
                  <a:pt x="41148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53" name="object 53"/>
          <p:cNvGrpSpPr/>
          <p:nvPr/>
        </p:nvGrpSpPr>
        <p:grpSpPr>
          <a:xfrm>
            <a:off x="3959352" y="2958083"/>
            <a:ext cx="1039494" cy="280670"/>
            <a:chOff x="3959352" y="2958083"/>
            <a:chExt cx="1039494" cy="280670"/>
          </a:xfrm>
        </p:grpSpPr>
        <p:pic>
          <p:nvPicPr>
            <p:cNvPr id="54" name="object 54"/>
            <p:cNvPicPr/>
            <p:nvPr/>
          </p:nvPicPr>
          <p:blipFill>
            <a:blip r:embed="rId19" cstate="print"/>
            <a:stretch>
              <a:fillRect/>
            </a:stretch>
          </p:blipFill>
          <p:spPr>
            <a:xfrm>
              <a:off x="3959352" y="3012947"/>
              <a:ext cx="169163" cy="219456"/>
            </a:xfrm>
            <a:prstGeom prst="rect">
              <a:avLst/>
            </a:prstGeom>
          </p:spPr>
        </p:pic>
        <p:sp>
          <p:nvSpPr>
            <p:cNvPr id="55" name="object 55"/>
            <p:cNvSpPr/>
            <p:nvPr/>
          </p:nvSpPr>
          <p:spPr>
            <a:xfrm>
              <a:off x="4155948" y="2958083"/>
              <a:ext cx="127000" cy="279400"/>
            </a:xfrm>
            <a:custGeom>
              <a:avLst/>
              <a:gdLst/>
              <a:ahLst/>
              <a:cxnLst/>
              <a:rect l="l" t="t" r="r" b="b"/>
              <a:pathLst>
                <a:path w="127000" h="279400">
                  <a:moveTo>
                    <a:pt x="99059" y="278892"/>
                  </a:moveTo>
                  <a:lnTo>
                    <a:pt x="86867" y="278892"/>
                  </a:lnTo>
                  <a:lnTo>
                    <a:pt x="72866" y="277987"/>
                  </a:lnTo>
                  <a:lnTo>
                    <a:pt x="34028" y="252722"/>
                  </a:lnTo>
                  <a:lnTo>
                    <a:pt x="24383" y="208788"/>
                  </a:lnTo>
                  <a:lnTo>
                    <a:pt x="24383" y="91440"/>
                  </a:lnTo>
                  <a:lnTo>
                    <a:pt x="0" y="91440"/>
                  </a:lnTo>
                  <a:lnTo>
                    <a:pt x="0" y="60960"/>
                  </a:lnTo>
                  <a:lnTo>
                    <a:pt x="24383" y="60960"/>
                  </a:lnTo>
                  <a:lnTo>
                    <a:pt x="24383" y="0"/>
                  </a:lnTo>
                  <a:lnTo>
                    <a:pt x="60959" y="0"/>
                  </a:lnTo>
                  <a:lnTo>
                    <a:pt x="60959" y="60960"/>
                  </a:lnTo>
                  <a:lnTo>
                    <a:pt x="126491" y="60960"/>
                  </a:lnTo>
                  <a:lnTo>
                    <a:pt x="126491" y="91440"/>
                  </a:lnTo>
                  <a:lnTo>
                    <a:pt x="60959" y="91440"/>
                  </a:lnTo>
                  <a:lnTo>
                    <a:pt x="60959" y="217932"/>
                  </a:lnTo>
                  <a:lnTo>
                    <a:pt x="62483" y="224028"/>
                  </a:lnTo>
                  <a:lnTo>
                    <a:pt x="62483" y="228600"/>
                  </a:lnTo>
                  <a:lnTo>
                    <a:pt x="65531" y="234696"/>
                  </a:lnTo>
                  <a:lnTo>
                    <a:pt x="68579" y="239268"/>
                  </a:lnTo>
                  <a:lnTo>
                    <a:pt x="71627" y="242316"/>
                  </a:lnTo>
                  <a:lnTo>
                    <a:pt x="76199" y="243840"/>
                  </a:lnTo>
                  <a:lnTo>
                    <a:pt x="80771" y="246888"/>
                  </a:lnTo>
                  <a:lnTo>
                    <a:pt x="108203" y="246888"/>
                  </a:lnTo>
                  <a:lnTo>
                    <a:pt x="112775" y="245364"/>
                  </a:lnTo>
                  <a:lnTo>
                    <a:pt x="118871" y="243840"/>
                  </a:lnTo>
                  <a:lnTo>
                    <a:pt x="124967" y="240792"/>
                  </a:lnTo>
                  <a:lnTo>
                    <a:pt x="126491" y="240792"/>
                  </a:lnTo>
                  <a:lnTo>
                    <a:pt x="126491" y="272796"/>
                  </a:lnTo>
                  <a:lnTo>
                    <a:pt x="120395" y="274320"/>
                  </a:lnTo>
                  <a:lnTo>
                    <a:pt x="112775" y="275844"/>
                  </a:lnTo>
                  <a:lnTo>
                    <a:pt x="106679" y="277368"/>
                  </a:lnTo>
                  <a:lnTo>
                    <a:pt x="99059" y="278892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56" name="object 56"/>
            <p:cNvPicPr/>
            <p:nvPr/>
          </p:nvPicPr>
          <p:blipFill>
            <a:blip r:embed="rId20" cstate="print"/>
            <a:stretch>
              <a:fillRect/>
            </a:stretch>
          </p:blipFill>
          <p:spPr>
            <a:xfrm>
              <a:off x="4294631" y="3012948"/>
              <a:ext cx="184404" cy="225552"/>
            </a:xfrm>
            <a:prstGeom prst="rect">
              <a:avLst/>
            </a:prstGeom>
          </p:spPr>
        </p:pic>
        <p:pic>
          <p:nvPicPr>
            <p:cNvPr id="57" name="object 57"/>
            <p:cNvPicPr/>
            <p:nvPr/>
          </p:nvPicPr>
          <p:blipFill>
            <a:blip r:embed="rId21" cstate="print"/>
            <a:stretch>
              <a:fillRect/>
            </a:stretch>
          </p:blipFill>
          <p:spPr>
            <a:xfrm>
              <a:off x="4515612" y="3014472"/>
              <a:ext cx="483107" cy="224028"/>
            </a:xfrm>
            <a:prstGeom prst="rect">
              <a:avLst/>
            </a:prstGeom>
          </p:spPr>
        </p:pic>
      </p:grpSp>
      <p:sp>
        <p:nvSpPr>
          <p:cNvPr id="58" name="object 58"/>
          <p:cNvSpPr/>
          <p:nvPr/>
        </p:nvSpPr>
        <p:spPr>
          <a:xfrm>
            <a:off x="5047488" y="2935224"/>
            <a:ext cx="36830" cy="299085"/>
          </a:xfrm>
          <a:custGeom>
            <a:avLst/>
            <a:gdLst/>
            <a:ahLst/>
            <a:cxnLst/>
            <a:rect l="l" t="t" r="r" b="b"/>
            <a:pathLst>
              <a:path w="36829" h="299085">
                <a:moveTo>
                  <a:pt x="36576" y="298703"/>
                </a:moveTo>
                <a:lnTo>
                  <a:pt x="0" y="298703"/>
                </a:lnTo>
                <a:lnTo>
                  <a:pt x="0" y="0"/>
                </a:lnTo>
                <a:lnTo>
                  <a:pt x="36576" y="0"/>
                </a:lnTo>
                <a:lnTo>
                  <a:pt x="36576" y="29870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59" name="object 59"/>
          <p:cNvGrpSpPr/>
          <p:nvPr/>
        </p:nvGrpSpPr>
        <p:grpSpPr>
          <a:xfrm>
            <a:off x="5245608" y="2935223"/>
            <a:ext cx="955675" cy="303530"/>
            <a:chOff x="5245608" y="2935223"/>
            <a:chExt cx="955675" cy="303530"/>
          </a:xfrm>
        </p:grpSpPr>
        <p:pic>
          <p:nvPicPr>
            <p:cNvPr id="60" name="object 60"/>
            <p:cNvPicPr/>
            <p:nvPr/>
          </p:nvPicPr>
          <p:blipFill>
            <a:blip r:embed="rId22" cstate="print"/>
            <a:stretch>
              <a:fillRect/>
            </a:stretch>
          </p:blipFill>
          <p:spPr>
            <a:xfrm>
              <a:off x="5245608" y="3014472"/>
              <a:ext cx="335279" cy="224027"/>
            </a:xfrm>
            <a:prstGeom prst="rect">
              <a:avLst/>
            </a:prstGeom>
          </p:spPr>
        </p:pic>
        <p:sp>
          <p:nvSpPr>
            <p:cNvPr id="61" name="object 61"/>
            <p:cNvSpPr/>
            <p:nvPr/>
          </p:nvSpPr>
          <p:spPr>
            <a:xfrm>
              <a:off x="5614415" y="2935223"/>
              <a:ext cx="167640" cy="297180"/>
            </a:xfrm>
            <a:custGeom>
              <a:avLst/>
              <a:gdLst/>
              <a:ahLst/>
              <a:cxnLst/>
              <a:rect l="l" t="t" r="r" b="b"/>
              <a:pathLst>
                <a:path w="167639" h="297180">
                  <a:moveTo>
                    <a:pt x="167639" y="297180"/>
                  </a:moveTo>
                  <a:lnTo>
                    <a:pt x="131063" y="297180"/>
                  </a:lnTo>
                  <a:lnTo>
                    <a:pt x="131040" y="169068"/>
                  </a:lnTo>
                  <a:lnTo>
                    <a:pt x="130873" y="161925"/>
                  </a:lnTo>
                  <a:lnTo>
                    <a:pt x="130421" y="155352"/>
                  </a:lnTo>
                  <a:lnTo>
                    <a:pt x="129539" y="149352"/>
                  </a:lnTo>
                  <a:lnTo>
                    <a:pt x="129539" y="140208"/>
                  </a:lnTo>
                  <a:lnTo>
                    <a:pt x="126491" y="134112"/>
                  </a:lnTo>
                  <a:lnTo>
                    <a:pt x="124967" y="128016"/>
                  </a:lnTo>
                  <a:lnTo>
                    <a:pt x="121919" y="123444"/>
                  </a:lnTo>
                  <a:lnTo>
                    <a:pt x="117347" y="118872"/>
                  </a:lnTo>
                  <a:lnTo>
                    <a:pt x="112775" y="115824"/>
                  </a:lnTo>
                  <a:lnTo>
                    <a:pt x="100583" y="112776"/>
                  </a:lnTo>
                  <a:lnTo>
                    <a:pt x="91439" y="112776"/>
                  </a:lnTo>
                  <a:lnTo>
                    <a:pt x="48767" y="128206"/>
                  </a:lnTo>
                  <a:lnTo>
                    <a:pt x="35051" y="138684"/>
                  </a:lnTo>
                  <a:lnTo>
                    <a:pt x="35051" y="297180"/>
                  </a:lnTo>
                  <a:lnTo>
                    <a:pt x="0" y="297180"/>
                  </a:lnTo>
                  <a:lnTo>
                    <a:pt x="0" y="0"/>
                  </a:lnTo>
                  <a:lnTo>
                    <a:pt x="35051" y="0"/>
                  </a:lnTo>
                  <a:lnTo>
                    <a:pt x="35051" y="108204"/>
                  </a:lnTo>
                  <a:lnTo>
                    <a:pt x="43052" y="100988"/>
                  </a:lnTo>
                  <a:lnTo>
                    <a:pt x="83248" y="79819"/>
                  </a:lnTo>
                  <a:lnTo>
                    <a:pt x="100583" y="77724"/>
                  </a:lnTo>
                  <a:lnTo>
                    <a:pt x="115490" y="79128"/>
                  </a:lnTo>
                  <a:lnTo>
                    <a:pt x="149351" y="99060"/>
                  </a:lnTo>
                  <a:lnTo>
                    <a:pt x="166496" y="140208"/>
                  </a:lnTo>
                  <a:lnTo>
                    <a:pt x="167639" y="158496"/>
                  </a:lnTo>
                  <a:lnTo>
                    <a:pt x="167639" y="29718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62" name="object 62"/>
            <p:cNvPicPr/>
            <p:nvPr/>
          </p:nvPicPr>
          <p:blipFill>
            <a:blip r:embed="rId23" cstate="print"/>
            <a:stretch>
              <a:fillRect/>
            </a:stretch>
          </p:blipFill>
          <p:spPr>
            <a:xfrm>
              <a:off x="5815583" y="3012948"/>
              <a:ext cx="184404" cy="225552"/>
            </a:xfrm>
            <a:prstGeom prst="rect">
              <a:avLst/>
            </a:prstGeom>
          </p:spPr>
        </p:pic>
        <p:sp>
          <p:nvSpPr>
            <p:cNvPr id="63" name="object 63"/>
            <p:cNvSpPr/>
            <p:nvPr/>
          </p:nvSpPr>
          <p:spPr>
            <a:xfrm>
              <a:off x="6022847" y="2935223"/>
              <a:ext cx="178435" cy="303530"/>
            </a:xfrm>
            <a:custGeom>
              <a:avLst/>
              <a:gdLst/>
              <a:ahLst/>
              <a:cxnLst/>
              <a:rect l="l" t="t" r="r" b="b"/>
              <a:pathLst>
                <a:path w="178435" h="303530">
                  <a:moveTo>
                    <a:pt x="178307" y="92964"/>
                  </a:moveTo>
                  <a:lnTo>
                    <a:pt x="143255" y="92964"/>
                  </a:lnTo>
                  <a:lnTo>
                    <a:pt x="143255" y="0"/>
                  </a:lnTo>
                  <a:lnTo>
                    <a:pt x="178307" y="0"/>
                  </a:lnTo>
                  <a:lnTo>
                    <a:pt x="178307" y="92964"/>
                  </a:lnTo>
                  <a:close/>
                </a:path>
                <a:path w="178435" h="303530">
                  <a:moveTo>
                    <a:pt x="92963" y="303276"/>
                  </a:moveTo>
                  <a:lnTo>
                    <a:pt x="79247" y="303276"/>
                  </a:lnTo>
                  <a:lnTo>
                    <a:pt x="70389" y="302966"/>
                  </a:lnTo>
                  <a:lnTo>
                    <a:pt x="33146" y="287655"/>
                  </a:lnTo>
                  <a:lnTo>
                    <a:pt x="8905" y="250555"/>
                  </a:lnTo>
                  <a:lnTo>
                    <a:pt x="309" y="205430"/>
                  </a:lnTo>
                  <a:lnTo>
                    <a:pt x="0" y="192024"/>
                  </a:lnTo>
                  <a:lnTo>
                    <a:pt x="333" y="178617"/>
                  </a:lnTo>
                  <a:lnTo>
                    <a:pt x="11358" y="133492"/>
                  </a:lnTo>
                  <a:lnTo>
                    <a:pt x="33432" y="101655"/>
                  </a:lnTo>
                  <a:lnTo>
                    <a:pt x="71818" y="80010"/>
                  </a:lnTo>
                  <a:lnTo>
                    <a:pt x="89915" y="77724"/>
                  </a:lnTo>
                  <a:lnTo>
                    <a:pt x="97631" y="78009"/>
                  </a:lnTo>
                  <a:lnTo>
                    <a:pt x="104774" y="78867"/>
                  </a:lnTo>
                  <a:lnTo>
                    <a:pt x="111347" y="80295"/>
                  </a:lnTo>
                  <a:lnTo>
                    <a:pt x="117347" y="82296"/>
                  </a:lnTo>
                  <a:lnTo>
                    <a:pt x="123324" y="83962"/>
                  </a:lnTo>
                  <a:lnTo>
                    <a:pt x="129730" y="86487"/>
                  </a:lnTo>
                  <a:lnTo>
                    <a:pt x="136421" y="89582"/>
                  </a:lnTo>
                  <a:lnTo>
                    <a:pt x="143255" y="92964"/>
                  </a:lnTo>
                  <a:lnTo>
                    <a:pt x="178307" y="92964"/>
                  </a:lnTo>
                  <a:lnTo>
                    <a:pt x="178307" y="111252"/>
                  </a:lnTo>
                  <a:lnTo>
                    <a:pt x="96011" y="111252"/>
                  </a:lnTo>
                  <a:lnTo>
                    <a:pt x="82891" y="112442"/>
                  </a:lnTo>
                  <a:lnTo>
                    <a:pt x="45577" y="144018"/>
                  </a:lnTo>
                  <a:lnTo>
                    <a:pt x="36575" y="192024"/>
                  </a:lnTo>
                  <a:lnTo>
                    <a:pt x="37409" y="209430"/>
                  </a:lnTo>
                  <a:lnTo>
                    <a:pt x="48767" y="249936"/>
                  </a:lnTo>
                  <a:lnTo>
                    <a:pt x="86867" y="269748"/>
                  </a:lnTo>
                  <a:lnTo>
                    <a:pt x="178307" y="269748"/>
                  </a:lnTo>
                  <a:lnTo>
                    <a:pt x="178307" y="275844"/>
                  </a:lnTo>
                  <a:lnTo>
                    <a:pt x="143255" y="275844"/>
                  </a:lnTo>
                  <a:lnTo>
                    <a:pt x="137159" y="280416"/>
                  </a:lnTo>
                  <a:lnTo>
                    <a:pt x="132587" y="284988"/>
                  </a:lnTo>
                  <a:lnTo>
                    <a:pt x="128015" y="288036"/>
                  </a:lnTo>
                  <a:lnTo>
                    <a:pt x="124967" y="291084"/>
                  </a:lnTo>
                  <a:lnTo>
                    <a:pt x="118871" y="294132"/>
                  </a:lnTo>
                  <a:lnTo>
                    <a:pt x="114299" y="295656"/>
                  </a:lnTo>
                  <a:lnTo>
                    <a:pt x="108203" y="298704"/>
                  </a:lnTo>
                  <a:lnTo>
                    <a:pt x="103631" y="300228"/>
                  </a:lnTo>
                  <a:lnTo>
                    <a:pt x="97535" y="301752"/>
                  </a:lnTo>
                  <a:lnTo>
                    <a:pt x="92963" y="303276"/>
                  </a:lnTo>
                  <a:close/>
                </a:path>
                <a:path w="178435" h="303530">
                  <a:moveTo>
                    <a:pt x="178307" y="269748"/>
                  </a:moveTo>
                  <a:lnTo>
                    <a:pt x="86867" y="269748"/>
                  </a:lnTo>
                  <a:lnTo>
                    <a:pt x="94607" y="269224"/>
                  </a:lnTo>
                  <a:lnTo>
                    <a:pt x="101917" y="267843"/>
                  </a:lnTo>
                  <a:lnTo>
                    <a:pt x="136397" y="250793"/>
                  </a:lnTo>
                  <a:lnTo>
                    <a:pt x="143255" y="245364"/>
                  </a:lnTo>
                  <a:lnTo>
                    <a:pt x="143255" y="121920"/>
                  </a:lnTo>
                  <a:lnTo>
                    <a:pt x="130492" y="117538"/>
                  </a:lnTo>
                  <a:lnTo>
                    <a:pt x="124610" y="115704"/>
                  </a:lnTo>
                  <a:lnTo>
                    <a:pt x="118871" y="114300"/>
                  </a:lnTo>
                  <a:lnTo>
                    <a:pt x="111251" y="111252"/>
                  </a:lnTo>
                  <a:lnTo>
                    <a:pt x="178307" y="111252"/>
                  </a:lnTo>
                  <a:lnTo>
                    <a:pt x="178307" y="269748"/>
                  </a:lnTo>
                  <a:close/>
                </a:path>
                <a:path w="178435" h="303530">
                  <a:moveTo>
                    <a:pt x="178307" y="297180"/>
                  </a:moveTo>
                  <a:lnTo>
                    <a:pt x="143255" y="297180"/>
                  </a:lnTo>
                  <a:lnTo>
                    <a:pt x="143255" y="275844"/>
                  </a:lnTo>
                  <a:lnTo>
                    <a:pt x="178307" y="275844"/>
                  </a:lnTo>
                  <a:lnTo>
                    <a:pt x="178307" y="29718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pic>
        <p:nvPicPr>
          <p:cNvPr id="64" name="object 64"/>
          <p:cNvPicPr/>
          <p:nvPr/>
        </p:nvPicPr>
        <p:blipFill>
          <a:blip r:embed="rId24" cstate="print"/>
          <a:stretch>
            <a:fillRect/>
          </a:stretch>
        </p:blipFill>
        <p:spPr>
          <a:xfrm>
            <a:off x="6252972" y="3019043"/>
            <a:ext cx="167639" cy="219456"/>
          </a:xfrm>
          <a:prstGeom prst="rect">
            <a:avLst/>
          </a:prstGeom>
        </p:spPr>
      </p:pic>
      <p:sp>
        <p:nvSpPr>
          <p:cNvPr id="65" name="object 65"/>
          <p:cNvSpPr/>
          <p:nvPr/>
        </p:nvSpPr>
        <p:spPr>
          <a:xfrm>
            <a:off x="6472428" y="2935224"/>
            <a:ext cx="36830" cy="299085"/>
          </a:xfrm>
          <a:custGeom>
            <a:avLst/>
            <a:gdLst/>
            <a:ahLst/>
            <a:cxnLst/>
            <a:rect l="l" t="t" r="r" b="b"/>
            <a:pathLst>
              <a:path w="36829" h="299085">
                <a:moveTo>
                  <a:pt x="36575" y="298703"/>
                </a:moveTo>
                <a:lnTo>
                  <a:pt x="0" y="298703"/>
                </a:lnTo>
                <a:lnTo>
                  <a:pt x="0" y="0"/>
                </a:lnTo>
                <a:lnTo>
                  <a:pt x="36575" y="0"/>
                </a:lnTo>
                <a:lnTo>
                  <a:pt x="36575" y="29870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" name="object 66"/>
          <p:cNvSpPr/>
          <p:nvPr/>
        </p:nvSpPr>
        <p:spPr>
          <a:xfrm>
            <a:off x="6560807" y="2945891"/>
            <a:ext cx="41275" cy="287020"/>
          </a:xfrm>
          <a:custGeom>
            <a:avLst/>
            <a:gdLst/>
            <a:ahLst/>
            <a:cxnLst/>
            <a:rect l="l" t="t" r="r" b="b"/>
            <a:pathLst>
              <a:path w="41275" h="287019">
                <a:moveTo>
                  <a:pt x="38100" y="73152"/>
                </a:moveTo>
                <a:lnTo>
                  <a:pt x="1524" y="73152"/>
                </a:lnTo>
                <a:lnTo>
                  <a:pt x="1524" y="286512"/>
                </a:lnTo>
                <a:lnTo>
                  <a:pt x="38100" y="286512"/>
                </a:lnTo>
                <a:lnTo>
                  <a:pt x="38100" y="73152"/>
                </a:lnTo>
                <a:close/>
              </a:path>
              <a:path w="41275" h="287019">
                <a:moveTo>
                  <a:pt x="41148" y="0"/>
                </a:moveTo>
                <a:lnTo>
                  <a:pt x="0" y="0"/>
                </a:lnTo>
                <a:lnTo>
                  <a:pt x="0" y="38100"/>
                </a:lnTo>
                <a:lnTo>
                  <a:pt x="41148" y="38100"/>
                </a:lnTo>
                <a:lnTo>
                  <a:pt x="41148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67" name="object 67"/>
          <p:cNvGrpSpPr/>
          <p:nvPr/>
        </p:nvGrpSpPr>
        <p:grpSpPr>
          <a:xfrm>
            <a:off x="6652259" y="3012947"/>
            <a:ext cx="382905" cy="300355"/>
            <a:chOff x="6652259" y="3012947"/>
            <a:chExt cx="382905" cy="300355"/>
          </a:xfrm>
        </p:grpSpPr>
        <p:pic>
          <p:nvPicPr>
            <p:cNvPr id="68" name="object 68"/>
            <p:cNvPicPr/>
            <p:nvPr/>
          </p:nvPicPr>
          <p:blipFill>
            <a:blip r:embed="rId25" cstate="print"/>
            <a:stretch>
              <a:fillRect/>
            </a:stretch>
          </p:blipFill>
          <p:spPr>
            <a:xfrm>
              <a:off x="6652259" y="3012947"/>
              <a:ext cx="167640" cy="219456"/>
            </a:xfrm>
            <a:prstGeom prst="rect">
              <a:avLst/>
            </a:prstGeom>
          </p:spPr>
        </p:pic>
        <p:sp>
          <p:nvSpPr>
            <p:cNvPr id="69" name="object 69"/>
            <p:cNvSpPr/>
            <p:nvPr/>
          </p:nvSpPr>
          <p:spPr>
            <a:xfrm>
              <a:off x="6854951" y="3012948"/>
              <a:ext cx="180340" cy="300355"/>
            </a:xfrm>
            <a:custGeom>
              <a:avLst/>
              <a:gdLst/>
              <a:ahLst/>
              <a:cxnLst/>
              <a:rect l="l" t="t" r="r" b="b"/>
              <a:pathLst>
                <a:path w="180340" h="300354">
                  <a:moveTo>
                    <a:pt x="80772" y="216407"/>
                  </a:moveTo>
                  <a:lnTo>
                    <a:pt x="34266" y="200977"/>
                  </a:lnTo>
                  <a:lnTo>
                    <a:pt x="5715" y="155828"/>
                  </a:lnTo>
                  <a:lnTo>
                    <a:pt x="0" y="111251"/>
                  </a:lnTo>
                  <a:lnTo>
                    <a:pt x="547" y="98083"/>
                  </a:lnTo>
                  <a:lnTo>
                    <a:pt x="12239" y="54030"/>
                  </a:lnTo>
                  <a:lnTo>
                    <a:pt x="34956" y="22407"/>
                  </a:lnTo>
                  <a:lnTo>
                    <a:pt x="73342" y="2095"/>
                  </a:lnTo>
                  <a:lnTo>
                    <a:pt x="91440" y="0"/>
                  </a:lnTo>
                  <a:lnTo>
                    <a:pt x="99155" y="285"/>
                  </a:lnTo>
                  <a:lnTo>
                    <a:pt x="137517" y="12072"/>
                  </a:lnTo>
                  <a:lnTo>
                    <a:pt x="143256" y="15239"/>
                  </a:lnTo>
                  <a:lnTo>
                    <a:pt x="179832" y="15239"/>
                  </a:lnTo>
                  <a:lnTo>
                    <a:pt x="179832" y="33527"/>
                  </a:lnTo>
                  <a:lnTo>
                    <a:pt x="96012" y="33527"/>
                  </a:lnTo>
                  <a:lnTo>
                    <a:pt x="83129" y="34694"/>
                  </a:lnTo>
                  <a:lnTo>
                    <a:pt x="46458" y="63865"/>
                  </a:lnTo>
                  <a:lnTo>
                    <a:pt x="38100" y="109727"/>
                  </a:lnTo>
                  <a:lnTo>
                    <a:pt x="38719" y="126872"/>
                  </a:lnTo>
                  <a:lnTo>
                    <a:pt x="50292" y="164591"/>
                  </a:lnTo>
                  <a:lnTo>
                    <a:pt x="88392" y="182879"/>
                  </a:lnTo>
                  <a:lnTo>
                    <a:pt x="179832" y="182879"/>
                  </a:lnTo>
                  <a:lnTo>
                    <a:pt x="179832" y="192023"/>
                  </a:lnTo>
                  <a:lnTo>
                    <a:pt x="143256" y="192023"/>
                  </a:lnTo>
                  <a:lnTo>
                    <a:pt x="136398" y="197453"/>
                  </a:lnTo>
                  <a:lnTo>
                    <a:pt x="129540" y="202310"/>
                  </a:lnTo>
                  <a:lnTo>
                    <a:pt x="90749" y="216098"/>
                  </a:lnTo>
                  <a:lnTo>
                    <a:pt x="80772" y="216407"/>
                  </a:lnTo>
                  <a:close/>
                </a:path>
                <a:path w="180340" h="300354">
                  <a:moveTo>
                    <a:pt x="179832" y="15239"/>
                  </a:moveTo>
                  <a:lnTo>
                    <a:pt x="143256" y="15239"/>
                  </a:lnTo>
                  <a:lnTo>
                    <a:pt x="146304" y="6095"/>
                  </a:lnTo>
                  <a:lnTo>
                    <a:pt x="179832" y="6095"/>
                  </a:lnTo>
                  <a:lnTo>
                    <a:pt x="179832" y="15239"/>
                  </a:lnTo>
                  <a:close/>
                </a:path>
                <a:path w="180340" h="300354">
                  <a:moveTo>
                    <a:pt x="179832" y="182879"/>
                  </a:moveTo>
                  <a:lnTo>
                    <a:pt x="88392" y="182879"/>
                  </a:lnTo>
                  <a:lnTo>
                    <a:pt x="95273" y="182594"/>
                  </a:lnTo>
                  <a:lnTo>
                    <a:pt x="102298" y="181736"/>
                  </a:lnTo>
                  <a:lnTo>
                    <a:pt x="143256" y="161543"/>
                  </a:lnTo>
                  <a:lnTo>
                    <a:pt x="143256" y="44195"/>
                  </a:lnTo>
                  <a:lnTo>
                    <a:pt x="137302" y="41909"/>
                  </a:lnTo>
                  <a:lnTo>
                    <a:pt x="124825" y="37337"/>
                  </a:lnTo>
                  <a:lnTo>
                    <a:pt x="118872" y="35051"/>
                  </a:lnTo>
                  <a:lnTo>
                    <a:pt x="111252" y="33527"/>
                  </a:lnTo>
                  <a:lnTo>
                    <a:pt x="179832" y="33527"/>
                  </a:lnTo>
                  <a:lnTo>
                    <a:pt x="179832" y="182879"/>
                  </a:lnTo>
                  <a:close/>
                </a:path>
                <a:path w="180340" h="300354">
                  <a:moveTo>
                    <a:pt x="162209" y="268223"/>
                  </a:moveTo>
                  <a:lnTo>
                    <a:pt x="86868" y="268223"/>
                  </a:lnTo>
                  <a:lnTo>
                    <a:pt x="94583" y="267962"/>
                  </a:lnTo>
                  <a:lnTo>
                    <a:pt x="101727" y="267271"/>
                  </a:lnTo>
                  <a:lnTo>
                    <a:pt x="132588" y="251459"/>
                  </a:lnTo>
                  <a:lnTo>
                    <a:pt x="137160" y="246887"/>
                  </a:lnTo>
                  <a:lnTo>
                    <a:pt x="140208" y="240791"/>
                  </a:lnTo>
                  <a:lnTo>
                    <a:pt x="141732" y="234695"/>
                  </a:lnTo>
                  <a:lnTo>
                    <a:pt x="143256" y="227075"/>
                  </a:lnTo>
                  <a:lnTo>
                    <a:pt x="143256" y="192023"/>
                  </a:lnTo>
                  <a:lnTo>
                    <a:pt x="179832" y="192023"/>
                  </a:lnTo>
                  <a:lnTo>
                    <a:pt x="179832" y="195071"/>
                  </a:lnTo>
                  <a:lnTo>
                    <a:pt x="178403" y="220765"/>
                  </a:lnTo>
                  <a:lnTo>
                    <a:pt x="174117" y="242887"/>
                  </a:lnTo>
                  <a:lnTo>
                    <a:pt x="166973" y="261294"/>
                  </a:lnTo>
                  <a:lnTo>
                    <a:pt x="162209" y="268223"/>
                  </a:lnTo>
                  <a:close/>
                </a:path>
                <a:path w="180340" h="300354">
                  <a:moveTo>
                    <a:pt x="83820" y="300227"/>
                  </a:moveTo>
                  <a:lnTo>
                    <a:pt x="43838" y="297299"/>
                  </a:lnTo>
                  <a:lnTo>
                    <a:pt x="21336" y="291083"/>
                  </a:lnTo>
                  <a:lnTo>
                    <a:pt x="21336" y="254507"/>
                  </a:lnTo>
                  <a:lnTo>
                    <a:pt x="25908" y="254507"/>
                  </a:lnTo>
                  <a:lnTo>
                    <a:pt x="28956" y="256031"/>
                  </a:lnTo>
                  <a:lnTo>
                    <a:pt x="33528" y="259079"/>
                  </a:lnTo>
                  <a:lnTo>
                    <a:pt x="38100" y="260603"/>
                  </a:lnTo>
                  <a:lnTo>
                    <a:pt x="62484" y="266699"/>
                  </a:lnTo>
                  <a:lnTo>
                    <a:pt x="68580" y="266699"/>
                  </a:lnTo>
                  <a:lnTo>
                    <a:pt x="73152" y="268223"/>
                  </a:lnTo>
                  <a:lnTo>
                    <a:pt x="162209" y="268223"/>
                  </a:lnTo>
                  <a:lnTo>
                    <a:pt x="156972" y="275843"/>
                  </a:lnTo>
                  <a:lnTo>
                    <a:pt x="142970" y="286726"/>
                  </a:lnTo>
                  <a:lnTo>
                    <a:pt x="126111" y="294322"/>
                  </a:lnTo>
                  <a:lnTo>
                    <a:pt x="106394" y="298775"/>
                  </a:lnTo>
                  <a:lnTo>
                    <a:pt x="83820" y="30022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70" name="object 70"/>
          <p:cNvSpPr/>
          <p:nvPr/>
        </p:nvSpPr>
        <p:spPr>
          <a:xfrm>
            <a:off x="7107935" y="3019044"/>
            <a:ext cx="45720" cy="55244"/>
          </a:xfrm>
          <a:custGeom>
            <a:avLst/>
            <a:gdLst/>
            <a:ahLst/>
            <a:cxnLst/>
            <a:rect l="l" t="t" r="r" b="b"/>
            <a:pathLst>
              <a:path w="45720" h="55244">
                <a:moveTo>
                  <a:pt x="45720" y="54864"/>
                </a:moveTo>
                <a:lnTo>
                  <a:pt x="0" y="54864"/>
                </a:lnTo>
                <a:lnTo>
                  <a:pt x="0" y="0"/>
                </a:lnTo>
                <a:lnTo>
                  <a:pt x="45720" y="0"/>
                </a:lnTo>
                <a:lnTo>
                  <a:pt x="45720" y="5486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" name="object 71"/>
          <p:cNvSpPr/>
          <p:nvPr/>
        </p:nvSpPr>
        <p:spPr>
          <a:xfrm>
            <a:off x="7107935" y="3179064"/>
            <a:ext cx="45720" cy="53340"/>
          </a:xfrm>
          <a:custGeom>
            <a:avLst/>
            <a:gdLst/>
            <a:ahLst/>
            <a:cxnLst/>
            <a:rect l="l" t="t" r="r" b="b"/>
            <a:pathLst>
              <a:path w="45720" h="53339">
                <a:moveTo>
                  <a:pt x="45720" y="53339"/>
                </a:moveTo>
                <a:lnTo>
                  <a:pt x="0" y="53339"/>
                </a:lnTo>
                <a:lnTo>
                  <a:pt x="0" y="0"/>
                </a:lnTo>
                <a:lnTo>
                  <a:pt x="45720" y="0"/>
                </a:lnTo>
                <a:lnTo>
                  <a:pt x="45720" y="5333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pic>
        <p:nvPicPr>
          <p:cNvPr id="72" name="object 72"/>
          <p:cNvPicPr/>
          <p:nvPr/>
        </p:nvPicPr>
        <p:blipFill>
          <a:blip r:embed="rId26" cstate="print"/>
          <a:stretch>
            <a:fillRect/>
          </a:stretch>
        </p:blipFill>
        <p:spPr>
          <a:xfrm>
            <a:off x="7464552" y="3012947"/>
            <a:ext cx="167640" cy="219456"/>
          </a:xfrm>
          <a:prstGeom prst="rect">
            <a:avLst/>
          </a:prstGeom>
        </p:spPr>
      </p:pic>
      <p:grpSp>
        <p:nvGrpSpPr>
          <p:cNvPr id="73" name="object 73"/>
          <p:cNvGrpSpPr/>
          <p:nvPr/>
        </p:nvGrpSpPr>
        <p:grpSpPr>
          <a:xfrm>
            <a:off x="7802880" y="2935224"/>
            <a:ext cx="469900" cy="378460"/>
            <a:chOff x="7802880" y="2935224"/>
            <a:chExt cx="469900" cy="378460"/>
          </a:xfrm>
        </p:grpSpPr>
        <p:sp>
          <p:nvSpPr>
            <p:cNvPr id="74" name="object 74"/>
            <p:cNvSpPr/>
            <p:nvPr/>
          </p:nvSpPr>
          <p:spPr>
            <a:xfrm>
              <a:off x="7802880" y="2935224"/>
              <a:ext cx="36830" cy="299085"/>
            </a:xfrm>
            <a:custGeom>
              <a:avLst/>
              <a:gdLst/>
              <a:ahLst/>
              <a:cxnLst/>
              <a:rect l="l" t="t" r="r" b="b"/>
              <a:pathLst>
                <a:path w="36829" h="299085">
                  <a:moveTo>
                    <a:pt x="36575" y="298703"/>
                  </a:moveTo>
                  <a:lnTo>
                    <a:pt x="0" y="298703"/>
                  </a:lnTo>
                  <a:lnTo>
                    <a:pt x="0" y="0"/>
                  </a:lnTo>
                  <a:lnTo>
                    <a:pt x="36575" y="0"/>
                  </a:lnTo>
                  <a:lnTo>
                    <a:pt x="36575" y="298703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75" name="object 75"/>
            <p:cNvPicPr/>
            <p:nvPr/>
          </p:nvPicPr>
          <p:blipFill>
            <a:blip r:embed="rId27" cstate="print"/>
            <a:stretch>
              <a:fillRect/>
            </a:stretch>
          </p:blipFill>
          <p:spPr>
            <a:xfrm>
              <a:off x="7877555" y="3012948"/>
              <a:ext cx="190500" cy="225552"/>
            </a:xfrm>
            <a:prstGeom prst="rect">
              <a:avLst/>
            </a:prstGeom>
          </p:spPr>
        </p:pic>
        <p:sp>
          <p:nvSpPr>
            <p:cNvPr id="76" name="object 76"/>
            <p:cNvSpPr/>
            <p:nvPr/>
          </p:nvSpPr>
          <p:spPr>
            <a:xfrm>
              <a:off x="8092440" y="3012948"/>
              <a:ext cx="180340" cy="300355"/>
            </a:xfrm>
            <a:custGeom>
              <a:avLst/>
              <a:gdLst/>
              <a:ahLst/>
              <a:cxnLst/>
              <a:rect l="l" t="t" r="r" b="b"/>
              <a:pathLst>
                <a:path w="180340" h="300354">
                  <a:moveTo>
                    <a:pt x="79248" y="216407"/>
                  </a:moveTo>
                  <a:lnTo>
                    <a:pt x="33385" y="200977"/>
                  </a:lnTo>
                  <a:lnTo>
                    <a:pt x="5524" y="155828"/>
                  </a:lnTo>
                  <a:lnTo>
                    <a:pt x="0" y="111251"/>
                  </a:lnTo>
                  <a:lnTo>
                    <a:pt x="547" y="98083"/>
                  </a:lnTo>
                  <a:lnTo>
                    <a:pt x="11358" y="54030"/>
                  </a:lnTo>
                  <a:lnTo>
                    <a:pt x="33456" y="22407"/>
                  </a:lnTo>
                  <a:lnTo>
                    <a:pt x="72580" y="2095"/>
                  </a:lnTo>
                  <a:lnTo>
                    <a:pt x="89916" y="0"/>
                  </a:lnTo>
                  <a:lnTo>
                    <a:pt x="97869" y="285"/>
                  </a:lnTo>
                  <a:lnTo>
                    <a:pt x="137302" y="12072"/>
                  </a:lnTo>
                  <a:lnTo>
                    <a:pt x="143256" y="15239"/>
                  </a:lnTo>
                  <a:lnTo>
                    <a:pt x="179832" y="15239"/>
                  </a:lnTo>
                  <a:lnTo>
                    <a:pt x="179832" y="33527"/>
                  </a:lnTo>
                  <a:lnTo>
                    <a:pt x="96012" y="33527"/>
                  </a:lnTo>
                  <a:lnTo>
                    <a:pt x="82915" y="34694"/>
                  </a:lnTo>
                  <a:lnTo>
                    <a:pt x="46220" y="63865"/>
                  </a:lnTo>
                  <a:lnTo>
                    <a:pt x="36576" y="109727"/>
                  </a:lnTo>
                  <a:lnTo>
                    <a:pt x="37409" y="126872"/>
                  </a:lnTo>
                  <a:lnTo>
                    <a:pt x="48768" y="164591"/>
                  </a:lnTo>
                  <a:lnTo>
                    <a:pt x="88392" y="182879"/>
                  </a:lnTo>
                  <a:lnTo>
                    <a:pt x="179832" y="182879"/>
                  </a:lnTo>
                  <a:lnTo>
                    <a:pt x="179832" y="192023"/>
                  </a:lnTo>
                  <a:lnTo>
                    <a:pt x="143256" y="192023"/>
                  </a:lnTo>
                  <a:lnTo>
                    <a:pt x="136159" y="197453"/>
                  </a:lnTo>
                  <a:lnTo>
                    <a:pt x="128778" y="202310"/>
                  </a:lnTo>
                  <a:lnTo>
                    <a:pt x="89225" y="216098"/>
                  </a:lnTo>
                  <a:lnTo>
                    <a:pt x="79248" y="216407"/>
                  </a:lnTo>
                  <a:close/>
                </a:path>
                <a:path w="180340" h="300354">
                  <a:moveTo>
                    <a:pt x="179832" y="15239"/>
                  </a:moveTo>
                  <a:lnTo>
                    <a:pt x="143256" y="15239"/>
                  </a:lnTo>
                  <a:lnTo>
                    <a:pt x="144780" y="6095"/>
                  </a:lnTo>
                  <a:lnTo>
                    <a:pt x="179832" y="6095"/>
                  </a:lnTo>
                  <a:lnTo>
                    <a:pt x="179832" y="15239"/>
                  </a:lnTo>
                  <a:close/>
                </a:path>
                <a:path w="180340" h="300354">
                  <a:moveTo>
                    <a:pt x="179832" y="182879"/>
                  </a:moveTo>
                  <a:lnTo>
                    <a:pt x="88392" y="182879"/>
                  </a:lnTo>
                  <a:lnTo>
                    <a:pt x="95250" y="182594"/>
                  </a:lnTo>
                  <a:lnTo>
                    <a:pt x="102108" y="181736"/>
                  </a:lnTo>
                  <a:lnTo>
                    <a:pt x="137255" y="166735"/>
                  </a:lnTo>
                  <a:lnTo>
                    <a:pt x="143256" y="161543"/>
                  </a:lnTo>
                  <a:lnTo>
                    <a:pt x="143256" y="44195"/>
                  </a:lnTo>
                  <a:lnTo>
                    <a:pt x="136659" y="41909"/>
                  </a:lnTo>
                  <a:lnTo>
                    <a:pt x="130492" y="39623"/>
                  </a:lnTo>
                  <a:lnTo>
                    <a:pt x="118872" y="35051"/>
                  </a:lnTo>
                  <a:lnTo>
                    <a:pt x="111252" y="33527"/>
                  </a:lnTo>
                  <a:lnTo>
                    <a:pt x="179832" y="33527"/>
                  </a:lnTo>
                  <a:lnTo>
                    <a:pt x="179832" y="182879"/>
                  </a:lnTo>
                  <a:close/>
                </a:path>
                <a:path w="180340" h="300354">
                  <a:moveTo>
                    <a:pt x="160810" y="268223"/>
                  </a:moveTo>
                  <a:lnTo>
                    <a:pt x="85344" y="268223"/>
                  </a:lnTo>
                  <a:lnTo>
                    <a:pt x="93940" y="267962"/>
                  </a:lnTo>
                  <a:lnTo>
                    <a:pt x="101536" y="267271"/>
                  </a:lnTo>
                  <a:lnTo>
                    <a:pt x="135636" y="246887"/>
                  </a:lnTo>
                  <a:lnTo>
                    <a:pt x="143256" y="219455"/>
                  </a:lnTo>
                  <a:lnTo>
                    <a:pt x="143256" y="192023"/>
                  </a:lnTo>
                  <a:lnTo>
                    <a:pt x="179832" y="192023"/>
                  </a:lnTo>
                  <a:lnTo>
                    <a:pt x="179832" y="195071"/>
                  </a:lnTo>
                  <a:lnTo>
                    <a:pt x="178165" y="220765"/>
                  </a:lnTo>
                  <a:lnTo>
                    <a:pt x="173355" y="242887"/>
                  </a:lnTo>
                  <a:lnTo>
                    <a:pt x="165687" y="261294"/>
                  </a:lnTo>
                  <a:lnTo>
                    <a:pt x="160810" y="268223"/>
                  </a:lnTo>
                  <a:close/>
                </a:path>
                <a:path w="180340" h="300354">
                  <a:moveTo>
                    <a:pt x="82296" y="300227"/>
                  </a:moveTo>
                  <a:lnTo>
                    <a:pt x="42529" y="297299"/>
                  </a:lnTo>
                  <a:lnTo>
                    <a:pt x="19812" y="291083"/>
                  </a:lnTo>
                  <a:lnTo>
                    <a:pt x="19812" y="254507"/>
                  </a:lnTo>
                  <a:lnTo>
                    <a:pt x="24384" y="254507"/>
                  </a:lnTo>
                  <a:lnTo>
                    <a:pt x="33528" y="259079"/>
                  </a:lnTo>
                  <a:lnTo>
                    <a:pt x="42672" y="262127"/>
                  </a:lnTo>
                  <a:lnTo>
                    <a:pt x="48768" y="263651"/>
                  </a:lnTo>
                  <a:lnTo>
                    <a:pt x="56388" y="265175"/>
                  </a:lnTo>
                  <a:lnTo>
                    <a:pt x="62484" y="266699"/>
                  </a:lnTo>
                  <a:lnTo>
                    <a:pt x="67056" y="266699"/>
                  </a:lnTo>
                  <a:lnTo>
                    <a:pt x="73152" y="268223"/>
                  </a:lnTo>
                  <a:lnTo>
                    <a:pt x="160810" y="268223"/>
                  </a:lnTo>
                  <a:lnTo>
                    <a:pt x="155448" y="275843"/>
                  </a:lnTo>
                  <a:lnTo>
                    <a:pt x="142303" y="286726"/>
                  </a:lnTo>
                  <a:lnTo>
                    <a:pt x="125730" y="294322"/>
                  </a:lnTo>
                  <a:lnTo>
                    <a:pt x="105727" y="298775"/>
                  </a:lnTo>
                  <a:lnTo>
                    <a:pt x="82296" y="30022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pic>
        <p:nvPicPr>
          <p:cNvPr id="77" name="object 77"/>
          <p:cNvPicPr/>
          <p:nvPr/>
        </p:nvPicPr>
        <p:blipFill>
          <a:blip r:embed="rId28" cstate="print"/>
          <a:stretch>
            <a:fillRect/>
          </a:stretch>
        </p:blipFill>
        <p:spPr>
          <a:xfrm>
            <a:off x="8441435" y="3012947"/>
            <a:ext cx="167640" cy="219456"/>
          </a:xfrm>
          <a:prstGeom prst="rect">
            <a:avLst/>
          </a:prstGeom>
        </p:spPr>
      </p:pic>
      <p:grpSp>
        <p:nvGrpSpPr>
          <p:cNvPr id="78" name="object 78"/>
          <p:cNvGrpSpPr/>
          <p:nvPr/>
        </p:nvGrpSpPr>
        <p:grpSpPr>
          <a:xfrm>
            <a:off x="2116835" y="3404616"/>
            <a:ext cx="800100" cy="376555"/>
            <a:chOff x="2116835" y="3404616"/>
            <a:chExt cx="800100" cy="376555"/>
          </a:xfrm>
        </p:grpSpPr>
        <p:sp>
          <p:nvSpPr>
            <p:cNvPr id="79" name="object 79"/>
            <p:cNvSpPr/>
            <p:nvPr/>
          </p:nvSpPr>
          <p:spPr>
            <a:xfrm>
              <a:off x="2116823" y="3404628"/>
              <a:ext cx="399415" cy="376555"/>
            </a:xfrm>
            <a:custGeom>
              <a:avLst/>
              <a:gdLst/>
              <a:ahLst/>
              <a:cxnLst/>
              <a:rect l="l" t="t" r="r" b="b"/>
              <a:pathLst>
                <a:path w="399414" h="376554">
                  <a:moveTo>
                    <a:pt x="179832" y="0"/>
                  </a:moveTo>
                  <a:lnTo>
                    <a:pt x="143256" y="0"/>
                  </a:lnTo>
                  <a:lnTo>
                    <a:pt x="143256" y="91440"/>
                  </a:lnTo>
                  <a:lnTo>
                    <a:pt x="143256" y="121920"/>
                  </a:lnTo>
                  <a:lnTo>
                    <a:pt x="143256" y="245364"/>
                  </a:lnTo>
                  <a:lnTo>
                    <a:pt x="137287" y="250545"/>
                  </a:lnTo>
                  <a:lnTo>
                    <a:pt x="102298" y="266890"/>
                  </a:lnTo>
                  <a:lnTo>
                    <a:pt x="88392" y="268224"/>
                  </a:lnTo>
                  <a:lnTo>
                    <a:pt x="75806" y="267055"/>
                  </a:lnTo>
                  <a:lnTo>
                    <a:pt x="44538" y="237210"/>
                  </a:lnTo>
                  <a:lnTo>
                    <a:pt x="38100" y="190500"/>
                  </a:lnTo>
                  <a:lnTo>
                    <a:pt x="38989" y="172212"/>
                  </a:lnTo>
                  <a:lnTo>
                    <a:pt x="53340" y="131064"/>
                  </a:lnTo>
                  <a:lnTo>
                    <a:pt x="96012" y="109728"/>
                  </a:lnTo>
                  <a:lnTo>
                    <a:pt x="105156" y="109728"/>
                  </a:lnTo>
                  <a:lnTo>
                    <a:pt x="120396" y="112776"/>
                  </a:lnTo>
                  <a:lnTo>
                    <a:pt x="126492" y="114300"/>
                  </a:lnTo>
                  <a:lnTo>
                    <a:pt x="134112" y="117348"/>
                  </a:lnTo>
                  <a:lnTo>
                    <a:pt x="143256" y="121920"/>
                  </a:lnTo>
                  <a:lnTo>
                    <a:pt x="143256" y="91440"/>
                  </a:lnTo>
                  <a:lnTo>
                    <a:pt x="106299" y="78676"/>
                  </a:lnTo>
                  <a:lnTo>
                    <a:pt x="91440" y="77724"/>
                  </a:lnTo>
                  <a:lnTo>
                    <a:pt x="82321" y="78270"/>
                  </a:lnTo>
                  <a:lnTo>
                    <a:pt x="40767" y="94869"/>
                  </a:lnTo>
                  <a:lnTo>
                    <a:pt x="11582" y="133248"/>
                  </a:lnTo>
                  <a:lnTo>
                    <a:pt x="558" y="178612"/>
                  </a:lnTo>
                  <a:lnTo>
                    <a:pt x="0" y="192024"/>
                  </a:lnTo>
                  <a:lnTo>
                    <a:pt x="533" y="205181"/>
                  </a:lnTo>
                  <a:lnTo>
                    <a:pt x="9575" y="249237"/>
                  </a:lnTo>
                  <a:lnTo>
                    <a:pt x="33909" y="286702"/>
                  </a:lnTo>
                  <a:lnTo>
                    <a:pt x="71247" y="302717"/>
                  </a:lnTo>
                  <a:lnTo>
                    <a:pt x="79248" y="303276"/>
                  </a:lnTo>
                  <a:lnTo>
                    <a:pt x="86868" y="303276"/>
                  </a:lnTo>
                  <a:lnTo>
                    <a:pt x="99060" y="300228"/>
                  </a:lnTo>
                  <a:lnTo>
                    <a:pt x="105156" y="300228"/>
                  </a:lnTo>
                  <a:lnTo>
                    <a:pt x="109728" y="297180"/>
                  </a:lnTo>
                  <a:lnTo>
                    <a:pt x="114300" y="295656"/>
                  </a:lnTo>
                  <a:lnTo>
                    <a:pt x="120396" y="292608"/>
                  </a:lnTo>
                  <a:lnTo>
                    <a:pt x="129540" y="286512"/>
                  </a:lnTo>
                  <a:lnTo>
                    <a:pt x="132588" y="283464"/>
                  </a:lnTo>
                  <a:lnTo>
                    <a:pt x="138684" y="280416"/>
                  </a:lnTo>
                  <a:lnTo>
                    <a:pt x="143256" y="275844"/>
                  </a:lnTo>
                  <a:lnTo>
                    <a:pt x="143256" y="297180"/>
                  </a:lnTo>
                  <a:lnTo>
                    <a:pt x="179832" y="297180"/>
                  </a:lnTo>
                  <a:lnTo>
                    <a:pt x="179832" y="275844"/>
                  </a:lnTo>
                  <a:lnTo>
                    <a:pt x="179832" y="268224"/>
                  </a:lnTo>
                  <a:lnTo>
                    <a:pt x="179832" y="109728"/>
                  </a:lnTo>
                  <a:lnTo>
                    <a:pt x="179832" y="91440"/>
                  </a:lnTo>
                  <a:lnTo>
                    <a:pt x="179832" y="0"/>
                  </a:lnTo>
                  <a:close/>
                </a:path>
                <a:path w="399414" h="376554">
                  <a:moveTo>
                    <a:pt x="399300" y="83807"/>
                  </a:moveTo>
                  <a:lnTo>
                    <a:pt x="362724" y="83807"/>
                  </a:lnTo>
                  <a:lnTo>
                    <a:pt x="303288" y="242303"/>
                  </a:lnTo>
                  <a:lnTo>
                    <a:pt x="245376" y="83807"/>
                  </a:lnTo>
                  <a:lnTo>
                    <a:pt x="207276" y="83807"/>
                  </a:lnTo>
                  <a:lnTo>
                    <a:pt x="285000" y="286499"/>
                  </a:lnTo>
                  <a:lnTo>
                    <a:pt x="246900" y="376415"/>
                  </a:lnTo>
                  <a:lnTo>
                    <a:pt x="285000" y="376415"/>
                  </a:lnTo>
                  <a:lnTo>
                    <a:pt x="399300" y="8380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80" name="object 80"/>
            <p:cNvPicPr/>
            <p:nvPr/>
          </p:nvPicPr>
          <p:blipFill>
            <a:blip r:embed="rId29" cstate="print"/>
            <a:stretch>
              <a:fillRect/>
            </a:stretch>
          </p:blipFill>
          <p:spPr>
            <a:xfrm>
              <a:off x="2543556" y="3482340"/>
              <a:ext cx="167639" cy="219456"/>
            </a:xfrm>
            <a:prstGeom prst="rect">
              <a:avLst/>
            </a:prstGeom>
          </p:spPr>
        </p:pic>
        <p:pic>
          <p:nvPicPr>
            <p:cNvPr id="81" name="object 81"/>
            <p:cNvPicPr/>
            <p:nvPr/>
          </p:nvPicPr>
          <p:blipFill>
            <a:blip r:embed="rId30" cstate="print"/>
            <a:stretch>
              <a:fillRect/>
            </a:stretch>
          </p:blipFill>
          <p:spPr>
            <a:xfrm>
              <a:off x="2746247" y="3482340"/>
              <a:ext cx="170688" cy="225552"/>
            </a:xfrm>
            <a:prstGeom prst="rect">
              <a:avLst/>
            </a:prstGeom>
          </p:spPr>
        </p:pic>
      </p:grpSp>
      <p:sp>
        <p:nvSpPr>
          <p:cNvPr id="82" name="object 82"/>
          <p:cNvSpPr/>
          <p:nvPr/>
        </p:nvSpPr>
        <p:spPr>
          <a:xfrm>
            <a:off x="2965703" y="3482340"/>
            <a:ext cx="277495" cy="219710"/>
          </a:xfrm>
          <a:custGeom>
            <a:avLst/>
            <a:gdLst/>
            <a:ahLst/>
            <a:cxnLst/>
            <a:rect l="l" t="t" r="r" b="b"/>
            <a:pathLst>
              <a:path w="277494" h="219710">
                <a:moveTo>
                  <a:pt x="277368" y="219456"/>
                </a:moveTo>
                <a:lnTo>
                  <a:pt x="242316" y="219456"/>
                </a:lnTo>
                <a:lnTo>
                  <a:pt x="242316" y="96012"/>
                </a:lnTo>
                <a:lnTo>
                  <a:pt x="242077" y="88511"/>
                </a:lnTo>
                <a:lnTo>
                  <a:pt x="241030" y="75223"/>
                </a:lnTo>
                <a:lnTo>
                  <a:pt x="240792" y="68580"/>
                </a:lnTo>
                <a:lnTo>
                  <a:pt x="237744" y="53339"/>
                </a:lnTo>
                <a:lnTo>
                  <a:pt x="236220" y="48768"/>
                </a:lnTo>
                <a:lnTo>
                  <a:pt x="230124" y="39624"/>
                </a:lnTo>
                <a:lnTo>
                  <a:pt x="224028" y="38100"/>
                </a:lnTo>
                <a:lnTo>
                  <a:pt x="219456" y="35051"/>
                </a:lnTo>
                <a:lnTo>
                  <a:pt x="213360" y="33528"/>
                </a:lnTo>
                <a:lnTo>
                  <a:pt x="205740" y="33528"/>
                </a:lnTo>
                <a:lnTo>
                  <a:pt x="168973" y="49339"/>
                </a:lnTo>
                <a:lnTo>
                  <a:pt x="155448" y="60960"/>
                </a:lnTo>
                <a:lnTo>
                  <a:pt x="155448" y="68580"/>
                </a:lnTo>
                <a:lnTo>
                  <a:pt x="156972" y="71628"/>
                </a:lnTo>
                <a:lnTo>
                  <a:pt x="156972" y="219456"/>
                </a:lnTo>
                <a:lnTo>
                  <a:pt x="120396" y="219456"/>
                </a:lnTo>
                <a:lnTo>
                  <a:pt x="120372" y="88511"/>
                </a:lnTo>
                <a:lnTo>
                  <a:pt x="120205" y="81724"/>
                </a:lnTo>
                <a:lnTo>
                  <a:pt x="119753" y="75223"/>
                </a:lnTo>
                <a:lnTo>
                  <a:pt x="118872" y="68580"/>
                </a:lnTo>
                <a:lnTo>
                  <a:pt x="118872" y="60960"/>
                </a:lnTo>
                <a:lnTo>
                  <a:pt x="117348" y="53339"/>
                </a:lnTo>
                <a:lnTo>
                  <a:pt x="114300" y="48768"/>
                </a:lnTo>
                <a:lnTo>
                  <a:pt x="112776" y="44196"/>
                </a:lnTo>
                <a:lnTo>
                  <a:pt x="108204" y="39624"/>
                </a:lnTo>
                <a:lnTo>
                  <a:pt x="103632" y="38100"/>
                </a:lnTo>
                <a:lnTo>
                  <a:pt x="99060" y="35051"/>
                </a:lnTo>
                <a:lnTo>
                  <a:pt x="92964" y="33528"/>
                </a:lnTo>
                <a:lnTo>
                  <a:pt x="83820" y="33528"/>
                </a:lnTo>
                <a:lnTo>
                  <a:pt x="47244" y="49149"/>
                </a:lnTo>
                <a:lnTo>
                  <a:pt x="35052" y="59436"/>
                </a:lnTo>
                <a:lnTo>
                  <a:pt x="35052" y="219456"/>
                </a:lnTo>
                <a:lnTo>
                  <a:pt x="0" y="219456"/>
                </a:lnTo>
                <a:lnTo>
                  <a:pt x="0" y="6096"/>
                </a:lnTo>
                <a:lnTo>
                  <a:pt x="35052" y="6096"/>
                </a:lnTo>
                <a:lnTo>
                  <a:pt x="35052" y="28956"/>
                </a:lnTo>
                <a:lnTo>
                  <a:pt x="41910" y="22407"/>
                </a:lnTo>
                <a:lnTo>
                  <a:pt x="77152" y="2095"/>
                </a:lnTo>
                <a:lnTo>
                  <a:pt x="92964" y="0"/>
                </a:lnTo>
                <a:lnTo>
                  <a:pt x="102703" y="571"/>
                </a:lnTo>
                <a:lnTo>
                  <a:pt x="140208" y="19431"/>
                </a:lnTo>
                <a:lnTo>
                  <a:pt x="149352" y="36575"/>
                </a:lnTo>
                <a:lnTo>
                  <a:pt x="157353" y="28003"/>
                </a:lnTo>
                <a:lnTo>
                  <a:pt x="189380" y="5143"/>
                </a:lnTo>
                <a:lnTo>
                  <a:pt x="214884" y="0"/>
                </a:lnTo>
                <a:lnTo>
                  <a:pt x="224028" y="0"/>
                </a:lnTo>
                <a:lnTo>
                  <a:pt x="231648" y="1524"/>
                </a:lnTo>
                <a:lnTo>
                  <a:pt x="246888" y="7620"/>
                </a:lnTo>
                <a:lnTo>
                  <a:pt x="254508" y="12192"/>
                </a:lnTo>
                <a:lnTo>
                  <a:pt x="259080" y="18288"/>
                </a:lnTo>
                <a:lnTo>
                  <a:pt x="263366" y="23169"/>
                </a:lnTo>
                <a:lnTo>
                  <a:pt x="277082" y="68389"/>
                </a:lnTo>
                <a:lnTo>
                  <a:pt x="277368" y="79248"/>
                </a:lnTo>
                <a:lnTo>
                  <a:pt x="277368" y="21945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83" name="object 83"/>
          <p:cNvGrpSpPr/>
          <p:nvPr/>
        </p:nvGrpSpPr>
        <p:grpSpPr>
          <a:xfrm>
            <a:off x="3291840" y="3415284"/>
            <a:ext cx="239395" cy="291465"/>
            <a:chOff x="3291840" y="3415284"/>
            <a:chExt cx="239395" cy="291465"/>
          </a:xfrm>
        </p:grpSpPr>
        <p:sp>
          <p:nvSpPr>
            <p:cNvPr id="84" name="object 84"/>
            <p:cNvSpPr/>
            <p:nvPr/>
          </p:nvSpPr>
          <p:spPr>
            <a:xfrm>
              <a:off x="3291840" y="3415296"/>
              <a:ext cx="41275" cy="287020"/>
            </a:xfrm>
            <a:custGeom>
              <a:avLst/>
              <a:gdLst/>
              <a:ahLst/>
              <a:cxnLst/>
              <a:rect l="l" t="t" r="r" b="b"/>
              <a:pathLst>
                <a:path w="41275" h="287020">
                  <a:moveTo>
                    <a:pt x="38100" y="73152"/>
                  </a:moveTo>
                  <a:lnTo>
                    <a:pt x="3048" y="73152"/>
                  </a:lnTo>
                  <a:lnTo>
                    <a:pt x="3048" y="286512"/>
                  </a:lnTo>
                  <a:lnTo>
                    <a:pt x="38100" y="286512"/>
                  </a:lnTo>
                  <a:lnTo>
                    <a:pt x="38100" y="73152"/>
                  </a:lnTo>
                  <a:close/>
                </a:path>
                <a:path w="41275" h="287020">
                  <a:moveTo>
                    <a:pt x="41148" y="0"/>
                  </a:moveTo>
                  <a:lnTo>
                    <a:pt x="0" y="0"/>
                  </a:lnTo>
                  <a:lnTo>
                    <a:pt x="0" y="36576"/>
                  </a:lnTo>
                  <a:lnTo>
                    <a:pt x="41148" y="36576"/>
                  </a:lnTo>
                  <a:lnTo>
                    <a:pt x="41148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85" name="object 85"/>
            <p:cNvPicPr/>
            <p:nvPr/>
          </p:nvPicPr>
          <p:blipFill>
            <a:blip r:embed="rId31" cstate="print"/>
            <a:stretch>
              <a:fillRect/>
            </a:stretch>
          </p:blipFill>
          <p:spPr>
            <a:xfrm>
              <a:off x="3368040" y="3483863"/>
              <a:ext cx="163068" cy="222504"/>
            </a:xfrm>
            <a:prstGeom prst="rect">
              <a:avLst/>
            </a:prstGeom>
          </p:spPr>
        </p:pic>
      </p:grpSp>
      <p:pic>
        <p:nvPicPr>
          <p:cNvPr id="86" name="object 86"/>
          <p:cNvPicPr/>
          <p:nvPr/>
        </p:nvPicPr>
        <p:blipFill>
          <a:blip r:embed="rId32" cstate="print"/>
          <a:stretch>
            <a:fillRect/>
          </a:stretch>
        </p:blipFill>
        <p:spPr>
          <a:xfrm>
            <a:off x="3685032" y="3482339"/>
            <a:ext cx="1729740" cy="300228"/>
          </a:xfrm>
          <a:prstGeom prst="rect">
            <a:avLst/>
          </a:prstGeom>
        </p:spPr>
      </p:pic>
      <p:sp>
        <p:nvSpPr>
          <p:cNvPr id="87" name="object 87"/>
          <p:cNvSpPr/>
          <p:nvPr/>
        </p:nvSpPr>
        <p:spPr>
          <a:xfrm>
            <a:off x="5462016" y="3415296"/>
            <a:ext cx="40005" cy="287020"/>
          </a:xfrm>
          <a:custGeom>
            <a:avLst/>
            <a:gdLst/>
            <a:ahLst/>
            <a:cxnLst/>
            <a:rect l="l" t="t" r="r" b="b"/>
            <a:pathLst>
              <a:path w="40004" h="287020">
                <a:moveTo>
                  <a:pt x="38100" y="73152"/>
                </a:moveTo>
                <a:lnTo>
                  <a:pt x="1524" y="73152"/>
                </a:lnTo>
                <a:lnTo>
                  <a:pt x="1524" y="286512"/>
                </a:lnTo>
                <a:lnTo>
                  <a:pt x="38100" y="286512"/>
                </a:lnTo>
                <a:lnTo>
                  <a:pt x="38100" y="73152"/>
                </a:lnTo>
                <a:close/>
              </a:path>
              <a:path w="40004" h="287020">
                <a:moveTo>
                  <a:pt x="39624" y="0"/>
                </a:moveTo>
                <a:lnTo>
                  <a:pt x="0" y="0"/>
                </a:lnTo>
                <a:lnTo>
                  <a:pt x="0" y="36576"/>
                </a:lnTo>
                <a:lnTo>
                  <a:pt x="39624" y="36576"/>
                </a:lnTo>
                <a:lnTo>
                  <a:pt x="39624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88" name="object 88"/>
          <p:cNvGrpSpPr/>
          <p:nvPr/>
        </p:nvGrpSpPr>
        <p:grpSpPr>
          <a:xfrm>
            <a:off x="5553455" y="3482340"/>
            <a:ext cx="382905" cy="300355"/>
            <a:chOff x="5553455" y="3482340"/>
            <a:chExt cx="382905" cy="300355"/>
          </a:xfrm>
        </p:grpSpPr>
        <p:pic>
          <p:nvPicPr>
            <p:cNvPr id="89" name="object 89"/>
            <p:cNvPicPr/>
            <p:nvPr/>
          </p:nvPicPr>
          <p:blipFill>
            <a:blip r:embed="rId33" cstate="print"/>
            <a:stretch>
              <a:fillRect/>
            </a:stretch>
          </p:blipFill>
          <p:spPr>
            <a:xfrm>
              <a:off x="5553455" y="3482340"/>
              <a:ext cx="167639" cy="219456"/>
            </a:xfrm>
            <a:prstGeom prst="rect">
              <a:avLst/>
            </a:prstGeom>
          </p:spPr>
        </p:pic>
        <p:sp>
          <p:nvSpPr>
            <p:cNvPr id="90" name="object 90"/>
            <p:cNvSpPr/>
            <p:nvPr/>
          </p:nvSpPr>
          <p:spPr>
            <a:xfrm>
              <a:off x="5756147" y="3482340"/>
              <a:ext cx="180340" cy="300355"/>
            </a:xfrm>
            <a:custGeom>
              <a:avLst/>
              <a:gdLst/>
              <a:ahLst/>
              <a:cxnLst/>
              <a:rect l="l" t="t" r="r" b="b"/>
              <a:pathLst>
                <a:path w="180339" h="300354">
                  <a:moveTo>
                    <a:pt x="80772" y="216407"/>
                  </a:moveTo>
                  <a:lnTo>
                    <a:pt x="33623" y="200977"/>
                  </a:lnTo>
                  <a:lnTo>
                    <a:pt x="5524" y="155828"/>
                  </a:lnTo>
                  <a:lnTo>
                    <a:pt x="0" y="111251"/>
                  </a:lnTo>
                  <a:lnTo>
                    <a:pt x="547" y="98083"/>
                  </a:lnTo>
                  <a:lnTo>
                    <a:pt x="11572" y="54030"/>
                  </a:lnTo>
                  <a:lnTo>
                    <a:pt x="34313" y="22407"/>
                  </a:lnTo>
                  <a:lnTo>
                    <a:pt x="73152" y="2095"/>
                  </a:lnTo>
                  <a:lnTo>
                    <a:pt x="89916" y="0"/>
                  </a:lnTo>
                  <a:lnTo>
                    <a:pt x="98512" y="261"/>
                  </a:lnTo>
                  <a:lnTo>
                    <a:pt x="137302" y="11834"/>
                  </a:lnTo>
                  <a:lnTo>
                    <a:pt x="143256" y="15239"/>
                  </a:lnTo>
                  <a:lnTo>
                    <a:pt x="179832" y="15239"/>
                  </a:lnTo>
                  <a:lnTo>
                    <a:pt x="179832" y="32003"/>
                  </a:lnTo>
                  <a:lnTo>
                    <a:pt x="96012" y="32003"/>
                  </a:lnTo>
                  <a:lnTo>
                    <a:pt x="83129" y="33385"/>
                  </a:lnTo>
                  <a:lnTo>
                    <a:pt x="46458" y="63222"/>
                  </a:lnTo>
                  <a:lnTo>
                    <a:pt x="38100" y="109727"/>
                  </a:lnTo>
                  <a:lnTo>
                    <a:pt x="38695" y="126658"/>
                  </a:lnTo>
                  <a:lnTo>
                    <a:pt x="48768" y="164591"/>
                  </a:lnTo>
                  <a:lnTo>
                    <a:pt x="88392" y="182879"/>
                  </a:lnTo>
                  <a:lnTo>
                    <a:pt x="179832" y="182879"/>
                  </a:lnTo>
                  <a:lnTo>
                    <a:pt x="179832" y="190499"/>
                  </a:lnTo>
                  <a:lnTo>
                    <a:pt x="143256" y="190499"/>
                  </a:lnTo>
                  <a:lnTo>
                    <a:pt x="136374" y="196810"/>
                  </a:lnTo>
                  <a:lnTo>
                    <a:pt x="129349" y="202120"/>
                  </a:lnTo>
                  <a:lnTo>
                    <a:pt x="90511" y="215884"/>
                  </a:lnTo>
                  <a:lnTo>
                    <a:pt x="80772" y="216407"/>
                  </a:lnTo>
                  <a:close/>
                </a:path>
                <a:path w="180339" h="300354">
                  <a:moveTo>
                    <a:pt x="179832" y="15239"/>
                  </a:moveTo>
                  <a:lnTo>
                    <a:pt x="143256" y="15239"/>
                  </a:lnTo>
                  <a:lnTo>
                    <a:pt x="146304" y="6095"/>
                  </a:lnTo>
                  <a:lnTo>
                    <a:pt x="179832" y="6095"/>
                  </a:lnTo>
                  <a:lnTo>
                    <a:pt x="179832" y="15239"/>
                  </a:lnTo>
                  <a:close/>
                </a:path>
                <a:path w="180339" h="300354">
                  <a:moveTo>
                    <a:pt x="179832" y="182879"/>
                  </a:moveTo>
                  <a:lnTo>
                    <a:pt x="88392" y="182879"/>
                  </a:lnTo>
                  <a:lnTo>
                    <a:pt x="95273" y="182356"/>
                  </a:lnTo>
                  <a:lnTo>
                    <a:pt x="102298" y="180974"/>
                  </a:lnTo>
                  <a:lnTo>
                    <a:pt x="143256" y="161543"/>
                  </a:lnTo>
                  <a:lnTo>
                    <a:pt x="143256" y="44195"/>
                  </a:lnTo>
                  <a:lnTo>
                    <a:pt x="103632" y="32003"/>
                  </a:lnTo>
                  <a:lnTo>
                    <a:pt x="179832" y="32003"/>
                  </a:lnTo>
                  <a:lnTo>
                    <a:pt x="179832" y="182879"/>
                  </a:lnTo>
                  <a:close/>
                </a:path>
                <a:path w="180339" h="300354">
                  <a:moveTo>
                    <a:pt x="160083" y="268223"/>
                  </a:moveTo>
                  <a:lnTo>
                    <a:pt x="86868" y="268223"/>
                  </a:lnTo>
                  <a:lnTo>
                    <a:pt x="94583" y="267938"/>
                  </a:lnTo>
                  <a:lnTo>
                    <a:pt x="101727" y="267080"/>
                  </a:lnTo>
                  <a:lnTo>
                    <a:pt x="137160" y="246887"/>
                  </a:lnTo>
                  <a:lnTo>
                    <a:pt x="138684" y="240791"/>
                  </a:lnTo>
                  <a:lnTo>
                    <a:pt x="141732" y="233171"/>
                  </a:lnTo>
                  <a:lnTo>
                    <a:pt x="143256" y="227075"/>
                  </a:lnTo>
                  <a:lnTo>
                    <a:pt x="143256" y="190499"/>
                  </a:lnTo>
                  <a:lnTo>
                    <a:pt x="179832" y="190499"/>
                  </a:lnTo>
                  <a:lnTo>
                    <a:pt x="179732" y="196810"/>
                  </a:lnTo>
                  <a:lnTo>
                    <a:pt x="178379" y="220527"/>
                  </a:lnTo>
                  <a:lnTo>
                    <a:pt x="173926" y="242125"/>
                  </a:lnTo>
                  <a:lnTo>
                    <a:pt x="166330" y="260008"/>
                  </a:lnTo>
                  <a:lnTo>
                    <a:pt x="160083" y="268223"/>
                  </a:lnTo>
                  <a:close/>
                </a:path>
                <a:path w="180339" h="300354">
                  <a:moveTo>
                    <a:pt x="83820" y="300227"/>
                  </a:moveTo>
                  <a:lnTo>
                    <a:pt x="43838" y="296013"/>
                  </a:lnTo>
                  <a:lnTo>
                    <a:pt x="21336" y="291083"/>
                  </a:lnTo>
                  <a:lnTo>
                    <a:pt x="21336" y="252983"/>
                  </a:lnTo>
                  <a:lnTo>
                    <a:pt x="22860" y="252983"/>
                  </a:lnTo>
                  <a:lnTo>
                    <a:pt x="24384" y="254507"/>
                  </a:lnTo>
                  <a:lnTo>
                    <a:pt x="38100" y="259079"/>
                  </a:lnTo>
                  <a:lnTo>
                    <a:pt x="44196" y="260603"/>
                  </a:lnTo>
                  <a:lnTo>
                    <a:pt x="48768" y="262127"/>
                  </a:lnTo>
                  <a:lnTo>
                    <a:pt x="56388" y="263651"/>
                  </a:lnTo>
                  <a:lnTo>
                    <a:pt x="68580" y="266699"/>
                  </a:lnTo>
                  <a:lnTo>
                    <a:pt x="73152" y="266699"/>
                  </a:lnTo>
                  <a:lnTo>
                    <a:pt x="79248" y="268223"/>
                  </a:lnTo>
                  <a:lnTo>
                    <a:pt x="160083" y="268223"/>
                  </a:lnTo>
                  <a:lnTo>
                    <a:pt x="155448" y="274319"/>
                  </a:lnTo>
                  <a:lnTo>
                    <a:pt x="142327" y="285440"/>
                  </a:lnTo>
                  <a:lnTo>
                    <a:pt x="125920" y="293560"/>
                  </a:lnTo>
                  <a:lnTo>
                    <a:pt x="106370" y="298537"/>
                  </a:lnTo>
                  <a:lnTo>
                    <a:pt x="83820" y="30022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pic>
        <p:nvPicPr>
          <p:cNvPr id="91" name="object 91"/>
          <p:cNvPicPr/>
          <p:nvPr/>
        </p:nvPicPr>
        <p:blipFill>
          <a:blip r:embed="rId34" cstate="print"/>
          <a:stretch>
            <a:fillRect/>
          </a:stretch>
        </p:blipFill>
        <p:spPr>
          <a:xfrm>
            <a:off x="6094475" y="3482340"/>
            <a:ext cx="169164" cy="225552"/>
          </a:xfrm>
          <a:prstGeom prst="rect">
            <a:avLst/>
          </a:prstGeom>
        </p:spPr>
      </p:pic>
      <p:grpSp>
        <p:nvGrpSpPr>
          <p:cNvPr id="92" name="object 92"/>
          <p:cNvGrpSpPr/>
          <p:nvPr/>
        </p:nvGrpSpPr>
        <p:grpSpPr>
          <a:xfrm>
            <a:off x="6313932" y="3403091"/>
            <a:ext cx="1049020" cy="379730"/>
            <a:chOff x="6313932" y="3403091"/>
            <a:chExt cx="1049020" cy="379730"/>
          </a:xfrm>
        </p:grpSpPr>
        <p:sp>
          <p:nvSpPr>
            <p:cNvPr id="93" name="object 93"/>
            <p:cNvSpPr/>
            <p:nvPr/>
          </p:nvSpPr>
          <p:spPr>
            <a:xfrm>
              <a:off x="6313932" y="3403091"/>
              <a:ext cx="253365" cy="379730"/>
            </a:xfrm>
            <a:custGeom>
              <a:avLst/>
              <a:gdLst/>
              <a:ahLst/>
              <a:cxnLst/>
              <a:rect l="l" t="t" r="r" b="b"/>
              <a:pathLst>
                <a:path w="253365" h="379729">
                  <a:moveTo>
                    <a:pt x="36563" y="0"/>
                  </a:moveTo>
                  <a:lnTo>
                    <a:pt x="0" y="0"/>
                  </a:lnTo>
                  <a:lnTo>
                    <a:pt x="0" y="298716"/>
                  </a:lnTo>
                  <a:lnTo>
                    <a:pt x="36563" y="298716"/>
                  </a:lnTo>
                  <a:lnTo>
                    <a:pt x="36563" y="0"/>
                  </a:lnTo>
                  <a:close/>
                </a:path>
                <a:path w="253365" h="379729">
                  <a:moveTo>
                    <a:pt x="252971" y="85344"/>
                  </a:moveTo>
                  <a:lnTo>
                    <a:pt x="219443" y="85344"/>
                  </a:lnTo>
                  <a:lnTo>
                    <a:pt x="216395" y="94488"/>
                  </a:lnTo>
                  <a:lnTo>
                    <a:pt x="216395" y="123444"/>
                  </a:lnTo>
                  <a:lnTo>
                    <a:pt x="216395" y="240792"/>
                  </a:lnTo>
                  <a:lnTo>
                    <a:pt x="175437" y="260223"/>
                  </a:lnTo>
                  <a:lnTo>
                    <a:pt x="161531" y="262128"/>
                  </a:lnTo>
                  <a:lnTo>
                    <a:pt x="148945" y="260985"/>
                  </a:lnTo>
                  <a:lnTo>
                    <a:pt x="117678" y="232918"/>
                  </a:lnTo>
                  <a:lnTo>
                    <a:pt x="111239" y="188976"/>
                  </a:lnTo>
                  <a:lnTo>
                    <a:pt x="112128" y="171577"/>
                  </a:lnTo>
                  <a:lnTo>
                    <a:pt x="126479" y="131064"/>
                  </a:lnTo>
                  <a:lnTo>
                    <a:pt x="169151" y="111252"/>
                  </a:lnTo>
                  <a:lnTo>
                    <a:pt x="176771" y="111252"/>
                  </a:lnTo>
                  <a:lnTo>
                    <a:pt x="216395" y="123444"/>
                  </a:lnTo>
                  <a:lnTo>
                    <a:pt x="216395" y="94488"/>
                  </a:lnTo>
                  <a:lnTo>
                    <a:pt x="179438" y="80200"/>
                  </a:lnTo>
                  <a:lnTo>
                    <a:pt x="164579" y="79248"/>
                  </a:lnTo>
                  <a:lnTo>
                    <a:pt x="155460" y="79806"/>
                  </a:lnTo>
                  <a:lnTo>
                    <a:pt x="114668" y="95821"/>
                  </a:lnTo>
                  <a:lnTo>
                    <a:pt x="85382" y="133286"/>
                  </a:lnTo>
                  <a:lnTo>
                    <a:pt x="73698" y="177342"/>
                  </a:lnTo>
                  <a:lnTo>
                    <a:pt x="73139" y="190500"/>
                  </a:lnTo>
                  <a:lnTo>
                    <a:pt x="74574" y="214223"/>
                  </a:lnTo>
                  <a:lnTo>
                    <a:pt x="86004" y="253085"/>
                  </a:lnTo>
                  <a:lnTo>
                    <a:pt x="120954" y="288798"/>
                  </a:lnTo>
                  <a:lnTo>
                    <a:pt x="153911" y="295656"/>
                  </a:lnTo>
                  <a:lnTo>
                    <a:pt x="163893" y="295135"/>
                  </a:lnTo>
                  <a:lnTo>
                    <a:pt x="202679" y="281368"/>
                  </a:lnTo>
                  <a:lnTo>
                    <a:pt x="216395" y="269748"/>
                  </a:lnTo>
                  <a:lnTo>
                    <a:pt x="216395" y="306324"/>
                  </a:lnTo>
                  <a:lnTo>
                    <a:pt x="214871" y="312420"/>
                  </a:lnTo>
                  <a:lnTo>
                    <a:pt x="213347" y="320040"/>
                  </a:lnTo>
                  <a:lnTo>
                    <a:pt x="210299" y="326136"/>
                  </a:lnTo>
                  <a:lnTo>
                    <a:pt x="174866" y="346329"/>
                  </a:lnTo>
                  <a:lnTo>
                    <a:pt x="160007" y="347472"/>
                  </a:lnTo>
                  <a:lnTo>
                    <a:pt x="152387" y="347472"/>
                  </a:lnTo>
                  <a:lnTo>
                    <a:pt x="146291" y="345948"/>
                  </a:lnTo>
                  <a:lnTo>
                    <a:pt x="141719" y="345948"/>
                  </a:lnTo>
                  <a:lnTo>
                    <a:pt x="111239" y="338328"/>
                  </a:lnTo>
                  <a:lnTo>
                    <a:pt x="102095" y="335280"/>
                  </a:lnTo>
                  <a:lnTo>
                    <a:pt x="95999" y="332232"/>
                  </a:lnTo>
                  <a:lnTo>
                    <a:pt x="94475" y="332232"/>
                  </a:lnTo>
                  <a:lnTo>
                    <a:pt x="94475" y="370332"/>
                  </a:lnTo>
                  <a:lnTo>
                    <a:pt x="101600" y="372364"/>
                  </a:lnTo>
                  <a:lnTo>
                    <a:pt x="140957" y="378523"/>
                  </a:lnTo>
                  <a:lnTo>
                    <a:pt x="156959" y="379476"/>
                  </a:lnTo>
                  <a:lnTo>
                    <a:pt x="179514" y="377786"/>
                  </a:lnTo>
                  <a:lnTo>
                    <a:pt x="199059" y="372808"/>
                  </a:lnTo>
                  <a:lnTo>
                    <a:pt x="215468" y="364693"/>
                  </a:lnTo>
                  <a:lnTo>
                    <a:pt x="228587" y="353568"/>
                  </a:lnTo>
                  <a:lnTo>
                    <a:pt x="233222" y="347472"/>
                  </a:lnTo>
                  <a:lnTo>
                    <a:pt x="239471" y="339267"/>
                  </a:lnTo>
                  <a:lnTo>
                    <a:pt x="247065" y="321373"/>
                  </a:lnTo>
                  <a:lnTo>
                    <a:pt x="251523" y="299783"/>
                  </a:lnTo>
                  <a:lnTo>
                    <a:pt x="252882" y="276059"/>
                  </a:lnTo>
                  <a:lnTo>
                    <a:pt x="252971" y="269748"/>
                  </a:lnTo>
                  <a:lnTo>
                    <a:pt x="252971" y="262128"/>
                  </a:lnTo>
                  <a:lnTo>
                    <a:pt x="252971" y="111252"/>
                  </a:lnTo>
                  <a:lnTo>
                    <a:pt x="252971" y="94488"/>
                  </a:lnTo>
                  <a:lnTo>
                    <a:pt x="252971" y="85344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94" name="object 94"/>
            <p:cNvPicPr/>
            <p:nvPr/>
          </p:nvPicPr>
          <p:blipFill>
            <a:blip r:embed="rId35" cstate="print"/>
            <a:stretch>
              <a:fillRect/>
            </a:stretch>
          </p:blipFill>
          <p:spPr>
            <a:xfrm>
              <a:off x="6605016" y="3482339"/>
              <a:ext cx="190500" cy="225552"/>
            </a:xfrm>
            <a:prstGeom prst="rect">
              <a:avLst/>
            </a:prstGeom>
          </p:spPr>
        </p:pic>
        <p:pic>
          <p:nvPicPr>
            <p:cNvPr id="95" name="object 95"/>
            <p:cNvPicPr/>
            <p:nvPr/>
          </p:nvPicPr>
          <p:blipFill>
            <a:blip r:embed="rId36" cstate="print"/>
            <a:stretch>
              <a:fillRect/>
            </a:stretch>
          </p:blipFill>
          <p:spPr>
            <a:xfrm>
              <a:off x="6833616" y="3488435"/>
              <a:ext cx="112775" cy="213360"/>
            </a:xfrm>
            <a:prstGeom prst="rect">
              <a:avLst/>
            </a:prstGeom>
          </p:spPr>
        </p:pic>
        <p:sp>
          <p:nvSpPr>
            <p:cNvPr id="96" name="object 96"/>
            <p:cNvSpPr/>
            <p:nvPr/>
          </p:nvSpPr>
          <p:spPr>
            <a:xfrm>
              <a:off x="6972287" y="3404628"/>
              <a:ext cx="390525" cy="302260"/>
            </a:xfrm>
            <a:custGeom>
              <a:avLst/>
              <a:gdLst/>
              <a:ahLst/>
              <a:cxnLst/>
              <a:rect l="l" t="t" r="r" b="b"/>
              <a:pathLst>
                <a:path w="390525" h="302260">
                  <a:moveTo>
                    <a:pt x="39624" y="83820"/>
                  </a:moveTo>
                  <a:lnTo>
                    <a:pt x="3048" y="83820"/>
                  </a:lnTo>
                  <a:lnTo>
                    <a:pt x="3048" y="297180"/>
                  </a:lnTo>
                  <a:lnTo>
                    <a:pt x="39624" y="297180"/>
                  </a:lnTo>
                  <a:lnTo>
                    <a:pt x="39624" y="83820"/>
                  </a:lnTo>
                  <a:close/>
                </a:path>
                <a:path w="390525" h="302260">
                  <a:moveTo>
                    <a:pt x="41148" y="10668"/>
                  </a:moveTo>
                  <a:lnTo>
                    <a:pt x="0" y="10668"/>
                  </a:lnTo>
                  <a:lnTo>
                    <a:pt x="0" y="47244"/>
                  </a:lnTo>
                  <a:lnTo>
                    <a:pt x="41148" y="47244"/>
                  </a:lnTo>
                  <a:lnTo>
                    <a:pt x="41148" y="10668"/>
                  </a:lnTo>
                  <a:close/>
                </a:path>
                <a:path w="390525" h="302260">
                  <a:moveTo>
                    <a:pt x="196596" y="83807"/>
                  </a:moveTo>
                  <a:lnTo>
                    <a:pt x="129540" y="83807"/>
                  </a:lnTo>
                  <a:lnTo>
                    <a:pt x="129540" y="22847"/>
                  </a:lnTo>
                  <a:lnTo>
                    <a:pt x="94488" y="22847"/>
                  </a:lnTo>
                  <a:lnTo>
                    <a:pt x="94488" y="83807"/>
                  </a:lnTo>
                  <a:lnTo>
                    <a:pt x="70104" y="83807"/>
                  </a:lnTo>
                  <a:lnTo>
                    <a:pt x="70104" y="112763"/>
                  </a:lnTo>
                  <a:lnTo>
                    <a:pt x="94488" y="112763"/>
                  </a:lnTo>
                  <a:lnTo>
                    <a:pt x="94488" y="231635"/>
                  </a:lnTo>
                  <a:lnTo>
                    <a:pt x="95618" y="248551"/>
                  </a:lnTo>
                  <a:lnTo>
                    <a:pt x="111252" y="284975"/>
                  </a:lnTo>
                  <a:lnTo>
                    <a:pt x="156972" y="301739"/>
                  </a:lnTo>
                  <a:lnTo>
                    <a:pt x="163068" y="301739"/>
                  </a:lnTo>
                  <a:lnTo>
                    <a:pt x="169164" y="300215"/>
                  </a:lnTo>
                  <a:lnTo>
                    <a:pt x="175260" y="300215"/>
                  </a:lnTo>
                  <a:lnTo>
                    <a:pt x="182880" y="298691"/>
                  </a:lnTo>
                  <a:lnTo>
                    <a:pt x="188976" y="297167"/>
                  </a:lnTo>
                  <a:lnTo>
                    <a:pt x="196596" y="295643"/>
                  </a:lnTo>
                  <a:lnTo>
                    <a:pt x="196596" y="262115"/>
                  </a:lnTo>
                  <a:lnTo>
                    <a:pt x="193548" y="262115"/>
                  </a:lnTo>
                  <a:lnTo>
                    <a:pt x="192024" y="263639"/>
                  </a:lnTo>
                  <a:lnTo>
                    <a:pt x="182880" y="266687"/>
                  </a:lnTo>
                  <a:lnTo>
                    <a:pt x="170688" y="269735"/>
                  </a:lnTo>
                  <a:lnTo>
                    <a:pt x="156972" y="269735"/>
                  </a:lnTo>
                  <a:lnTo>
                    <a:pt x="135636" y="256019"/>
                  </a:lnTo>
                  <a:lnTo>
                    <a:pt x="132588" y="251447"/>
                  </a:lnTo>
                  <a:lnTo>
                    <a:pt x="131064" y="245351"/>
                  </a:lnTo>
                  <a:lnTo>
                    <a:pt x="131064" y="234683"/>
                  </a:lnTo>
                  <a:lnTo>
                    <a:pt x="129540" y="225539"/>
                  </a:lnTo>
                  <a:lnTo>
                    <a:pt x="129540" y="112763"/>
                  </a:lnTo>
                  <a:lnTo>
                    <a:pt x="196596" y="112763"/>
                  </a:lnTo>
                  <a:lnTo>
                    <a:pt x="196596" y="83807"/>
                  </a:lnTo>
                  <a:close/>
                </a:path>
                <a:path w="390525" h="302260">
                  <a:moveTo>
                    <a:pt x="390156" y="158496"/>
                  </a:moveTo>
                  <a:lnTo>
                    <a:pt x="380504" y="110490"/>
                  </a:lnTo>
                  <a:lnTo>
                    <a:pt x="351675" y="82677"/>
                  </a:lnTo>
                  <a:lnTo>
                    <a:pt x="323100" y="77724"/>
                  </a:lnTo>
                  <a:lnTo>
                    <a:pt x="314883" y="78270"/>
                  </a:lnTo>
                  <a:lnTo>
                    <a:pt x="275094" y="94297"/>
                  </a:lnTo>
                  <a:lnTo>
                    <a:pt x="259092" y="106680"/>
                  </a:lnTo>
                  <a:lnTo>
                    <a:pt x="259092" y="0"/>
                  </a:lnTo>
                  <a:lnTo>
                    <a:pt x="222516" y="0"/>
                  </a:lnTo>
                  <a:lnTo>
                    <a:pt x="222516" y="297180"/>
                  </a:lnTo>
                  <a:lnTo>
                    <a:pt x="259092" y="297180"/>
                  </a:lnTo>
                  <a:lnTo>
                    <a:pt x="259092" y="137160"/>
                  </a:lnTo>
                  <a:lnTo>
                    <a:pt x="265950" y="131724"/>
                  </a:lnTo>
                  <a:lnTo>
                    <a:pt x="300240" y="113347"/>
                  </a:lnTo>
                  <a:lnTo>
                    <a:pt x="313956" y="111252"/>
                  </a:lnTo>
                  <a:lnTo>
                    <a:pt x="323100" y="111252"/>
                  </a:lnTo>
                  <a:lnTo>
                    <a:pt x="330720" y="112776"/>
                  </a:lnTo>
                  <a:lnTo>
                    <a:pt x="335292" y="115824"/>
                  </a:lnTo>
                  <a:lnTo>
                    <a:pt x="341388" y="118872"/>
                  </a:lnTo>
                  <a:lnTo>
                    <a:pt x="344436" y="121920"/>
                  </a:lnTo>
                  <a:lnTo>
                    <a:pt x="347484" y="128016"/>
                  </a:lnTo>
                  <a:lnTo>
                    <a:pt x="350532" y="132588"/>
                  </a:lnTo>
                  <a:lnTo>
                    <a:pt x="353580" y="147828"/>
                  </a:lnTo>
                  <a:lnTo>
                    <a:pt x="353809" y="154686"/>
                  </a:lnTo>
                  <a:lnTo>
                    <a:pt x="354863" y="168402"/>
                  </a:lnTo>
                  <a:lnTo>
                    <a:pt x="355104" y="175260"/>
                  </a:lnTo>
                  <a:lnTo>
                    <a:pt x="355104" y="297180"/>
                  </a:lnTo>
                  <a:lnTo>
                    <a:pt x="390156" y="297180"/>
                  </a:lnTo>
                  <a:lnTo>
                    <a:pt x="390156" y="158496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97" name="object 97"/>
          <p:cNvSpPr/>
          <p:nvPr/>
        </p:nvSpPr>
        <p:spPr>
          <a:xfrm>
            <a:off x="7412735" y="3482340"/>
            <a:ext cx="279400" cy="219710"/>
          </a:xfrm>
          <a:custGeom>
            <a:avLst/>
            <a:gdLst/>
            <a:ahLst/>
            <a:cxnLst/>
            <a:rect l="l" t="t" r="r" b="b"/>
            <a:pathLst>
              <a:path w="279400" h="219710">
                <a:moveTo>
                  <a:pt x="278892" y="219456"/>
                </a:moveTo>
                <a:lnTo>
                  <a:pt x="242316" y="219456"/>
                </a:lnTo>
                <a:lnTo>
                  <a:pt x="242316" y="68580"/>
                </a:lnTo>
                <a:lnTo>
                  <a:pt x="239268" y="53339"/>
                </a:lnTo>
                <a:lnTo>
                  <a:pt x="237744" y="48768"/>
                </a:lnTo>
                <a:lnTo>
                  <a:pt x="231648" y="39624"/>
                </a:lnTo>
                <a:lnTo>
                  <a:pt x="225552" y="38100"/>
                </a:lnTo>
                <a:lnTo>
                  <a:pt x="220980" y="35051"/>
                </a:lnTo>
                <a:lnTo>
                  <a:pt x="214884" y="33528"/>
                </a:lnTo>
                <a:lnTo>
                  <a:pt x="207264" y="33528"/>
                </a:lnTo>
                <a:lnTo>
                  <a:pt x="170497" y="49339"/>
                </a:lnTo>
                <a:lnTo>
                  <a:pt x="156972" y="60960"/>
                </a:lnTo>
                <a:lnTo>
                  <a:pt x="156972" y="68580"/>
                </a:lnTo>
                <a:lnTo>
                  <a:pt x="158496" y="71628"/>
                </a:lnTo>
                <a:lnTo>
                  <a:pt x="158496" y="219456"/>
                </a:lnTo>
                <a:lnTo>
                  <a:pt x="121920" y="219456"/>
                </a:lnTo>
                <a:lnTo>
                  <a:pt x="121896" y="88511"/>
                </a:lnTo>
                <a:lnTo>
                  <a:pt x="121729" y="81724"/>
                </a:lnTo>
                <a:lnTo>
                  <a:pt x="121277" y="75223"/>
                </a:lnTo>
                <a:lnTo>
                  <a:pt x="120396" y="68580"/>
                </a:lnTo>
                <a:lnTo>
                  <a:pt x="120396" y="60960"/>
                </a:lnTo>
                <a:lnTo>
                  <a:pt x="118872" y="53339"/>
                </a:lnTo>
                <a:lnTo>
                  <a:pt x="109728" y="39624"/>
                </a:lnTo>
                <a:lnTo>
                  <a:pt x="105156" y="38100"/>
                </a:lnTo>
                <a:lnTo>
                  <a:pt x="100584" y="35051"/>
                </a:lnTo>
                <a:lnTo>
                  <a:pt x="94488" y="33528"/>
                </a:lnTo>
                <a:lnTo>
                  <a:pt x="85344" y="33528"/>
                </a:lnTo>
                <a:lnTo>
                  <a:pt x="48768" y="49149"/>
                </a:lnTo>
                <a:lnTo>
                  <a:pt x="36576" y="59436"/>
                </a:lnTo>
                <a:lnTo>
                  <a:pt x="36576" y="219456"/>
                </a:lnTo>
                <a:lnTo>
                  <a:pt x="0" y="219456"/>
                </a:lnTo>
                <a:lnTo>
                  <a:pt x="0" y="6096"/>
                </a:lnTo>
                <a:lnTo>
                  <a:pt x="36576" y="6096"/>
                </a:lnTo>
                <a:lnTo>
                  <a:pt x="36576" y="28956"/>
                </a:lnTo>
                <a:lnTo>
                  <a:pt x="43434" y="22407"/>
                </a:lnTo>
                <a:lnTo>
                  <a:pt x="78676" y="2095"/>
                </a:lnTo>
                <a:lnTo>
                  <a:pt x="94488" y="0"/>
                </a:lnTo>
                <a:lnTo>
                  <a:pt x="104227" y="571"/>
                </a:lnTo>
                <a:lnTo>
                  <a:pt x="141732" y="19431"/>
                </a:lnTo>
                <a:lnTo>
                  <a:pt x="150876" y="36575"/>
                </a:lnTo>
                <a:lnTo>
                  <a:pt x="158877" y="28003"/>
                </a:lnTo>
                <a:lnTo>
                  <a:pt x="190904" y="5143"/>
                </a:lnTo>
                <a:lnTo>
                  <a:pt x="216408" y="0"/>
                </a:lnTo>
                <a:lnTo>
                  <a:pt x="225552" y="0"/>
                </a:lnTo>
                <a:lnTo>
                  <a:pt x="233172" y="1524"/>
                </a:lnTo>
                <a:lnTo>
                  <a:pt x="248412" y="7620"/>
                </a:lnTo>
                <a:lnTo>
                  <a:pt x="256032" y="12192"/>
                </a:lnTo>
                <a:lnTo>
                  <a:pt x="260604" y="18288"/>
                </a:lnTo>
                <a:lnTo>
                  <a:pt x="264890" y="23169"/>
                </a:lnTo>
                <a:lnTo>
                  <a:pt x="278606" y="68389"/>
                </a:lnTo>
                <a:lnTo>
                  <a:pt x="278892" y="79248"/>
                </a:lnTo>
                <a:lnTo>
                  <a:pt x="278892" y="21945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8" name="object 98"/>
          <p:cNvSpPr/>
          <p:nvPr/>
        </p:nvSpPr>
        <p:spPr>
          <a:xfrm>
            <a:off x="7751064" y="3646932"/>
            <a:ext cx="45720" cy="55244"/>
          </a:xfrm>
          <a:custGeom>
            <a:avLst/>
            <a:gdLst/>
            <a:ahLst/>
            <a:cxnLst/>
            <a:rect l="l" t="t" r="r" b="b"/>
            <a:pathLst>
              <a:path w="45720" h="55245">
                <a:moveTo>
                  <a:pt x="45719" y="54864"/>
                </a:moveTo>
                <a:lnTo>
                  <a:pt x="0" y="54864"/>
                </a:lnTo>
                <a:lnTo>
                  <a:pt x="0" y="0"/>
                </a:lnTo>
                <a:lnTo>
                  <a:pt x="45719" y="0"/>
                </a:lnTo>
                <a:lnTo>
                  <a:pt x="45719" y="5486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9" name="object 99"/>
          <p:cNvSpPr/>
          <p:nvPr/>
        </p:nvSpPr>
        <p:spPr>
          <a:xfrm>
            <a:off x="1748027" y="4111752"/>
            <a:ext cx="135890" cy="135890"/>
          </a:xfrm>
          <a:custGeom>
            <a:avLst/>
            <a:gdLst/>
            <a:ahLst/>
            <a:cxnLst/>
            <a:rect l="l" t="t" r="r" b="b"/>
            <a:pathLst>
              <a:path w="135889" h="135889">
                <a:moveTo>
                  <a:pt x="135635" y="135636"/>
                </a:moveTo>
                <a:lnTo>
                  <a:pt x="0" y="135636"/>
                </a:lnTo>
                <a:lnTo>
                  <a:pt x="0" y="0"/>
                </a:lnTo>
                <a:lnTo>
                  <a:pt x="135635" y="0"/>
                </a:lnTo>
                <a:lnTo>
                  <a:pt x="135635" y="135636"/>
                </a:lnTo>
                <a:close/>
              </a:path>
            </a:pathLst>
          </a:custGeom>
          <a:solidFill>
            <a:srgbClr val="3333C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0" name="object 100"/>
          <p:cNvSpPr/>
          <p:nvPr/>
        </p:nvSpPr>
        <p:spPr>
          <a:xfrm>
            <a:off x="2135111" y="3977639"/>
            <a:ext cx="269875" cy="287020"/>
          </a:xfrm>
          <a:custGeom>
            <a:avLst/>
            <a:gdLst/>
            <a:ahLst/>
            <a:cxnLst/>
            <a:rect l="l" t="t" r="r" b="b"/>
            <a:pathLst>
              <a:path w="269875" h="287020">
                <a:moveTo>
                  <a:pt x="193548" y="198120"/>
                </a:moveTo>
                <a:lnTo>
                  <a:pt x="179832" y="152400"/>
                </a:lnTo>
                <a:lnTo>
                  <a:pt x="153924" y="133045"/>
                </a:lnTo>
                <a:lnTo>
                  <a:pt x="153924" y="210312"/>
                </a:lnTo>
                <a:lnTo>
                  <a:pt x="152400" y="217932"/>
                </a:lnTo>
                <a:lnTo>
                  <a:pt x="121539" y="248031"/>
                </a:lnTo>
                <a:lnTo>
                  <a:pt x="80352" y="252971"/>
                </a:lnTo>
                <a:lnTo>
                  <a:pt x="68580" y="252984"/>
                </a:lnTo>
                <a:lnTo>
                  <a:pt x="38100" y="252984"/>
                </a:lnTo>
                <a:lnTo>
                  <a:pt x="38100" y="147828"/>
                </a:lnTo>
                <a:lnTo>
                  <a:pt x="80772" y="147828"/>
                </a:lnTo>
                <a:lnTo>
                  <a:pt x="90258" y="148069"/>
                </a:lnTo>
                <a:lnTo>
                  <a:pt x="98298" y="148590"/>
                </a:lnTo>
                <a:lnTo>
                  <a:pt x="105206" y="149123"/>
                </a:lnTo>
                <a:lnTo>
                  <a:pt x="111252" y="149352"/>
                </a:lnTo>
                <a:lnTo>
                  <a:pt x="117348" y="150876"/>
                </a:lnTo>
                <a:lnTo>
                  <a:pt x="124968" y="152400"/>
                </a:lnTo>
                <a:lnTo>
                  <a:pt x="131064" y="155448"/>
                </a:lnTo>
                <a:lnTo>
                  <a:pt x="153644" y="192176"/>
                </a:lnTo>
                <a:lnTo>
                  <a:pt x="153924" y="210312"/>
                </a:lnTo>
                <a:lnTo>
                  <a:pt x="153924" y="133045"/>
                </a:lnTo>
                <a:lnTo>
                  <a:pt x="151980" y="132041"/>
                </a:lnTo>
                <a:lnTo>
                  <a:pt x="140208" y="128016"/>
                </a:lnTo>
                <a:lnTo>
                  <a:pt x="140208" y="126492"/>
                </a:lnTo>
                <a:lnTo>
                  <a:pt x="174053" y="93827"/>
                </a:lnTo>
                <a:lnTo>
                  <a:pt x="179832" y="65532"/>
                </a:lnTo>
                <a:lnTo>
                  <a:pt x="179285" y="56680"/>
                </a:lnTo>
                <a:lnTo>
                  <a:pt x="157429" y="17030"/>
                </a:lnTo>
                <a:lnTo>
                  <a:pt x="140208" y="8064"/>
                </a:lnTo>
                <a:lnTo>
                  <a:pt x="140208" y="64008"/>
                </a:lnTo>
                <a:lnTo>
                  <a:pt x="140208" y="79248"/>
                </a:lnTo>
                <a:lnTo>
                  <a:pt x="112776" y="114300"/>
                </a:lnTo>
                <a:lnTo>
                  <a:pt x="102425" y="116065"/>
                </a:lnTo>
                <a:lnTo>
                  <a:pt x="96583" y="116586"/>
                </a:lnTo>
                <a:lnTo>
                  <a:pt x="89331" y="117119"/>
                </a:lnTo>
                <a:lnTo>
                  <a:pt x="80772" y="117348"/>
                </a:lnTo>
                <a:lnTo>
                  <a:pt x="38100" y="117348"/>
                </a:lnTo>
                <a:lnTo>
                  <a:pt x="38100" y="33528"/>
                </a:lnTo>
                <a:lnTo>
                  <a:pt x="74676" y="33528"/>
                </a:lnTo>
                <a:lnTo>
                  <a:pt x="83515" y="33553"/>
                </a:lnTo>
                <a:lnTo>
                  <a:pt x="91630" y="33718"/>
                </a:lnTo>
                <a:lnTo>
                  <a:pt x="98894" y="34175"/>
                </a:lnTo>
                <a:lnTo>
                  <a:pt x="105156" y="35052"/>
                </a:lnTo>
                <a:lnTo>
                  <a:pt x="112776" y="35052"/>
                </a:lnTo>
                <a:lnTo>
                  <a:pt x="118872" y="38100"/>
                </a:lnTo>
                <a:lnTo>
                  <a:pt x="126492" y="41148"/>
                </a:lnTo>
                <a:lnTo>
                  <a:pt x="131064" y="44196"/>
                </a:lnTo>
                <a:lnTo>
                  <a:pt x="134112" y="47244"/>
                </a:lnTo>
                <a:lnTo>
                  <a:pt x="137160" y="53340"/>
                </a:lnTo>
                <a:lnTo>
                  <a:pt x="138684" y="57912"/>
                </a:lnTo>
                <a:lnTo>
                  <a:pt x="140208" y="64008"/>
                </a:lnTo>
                <a:lnTo>
                  <a:pt x="140208" y="8064"/>
                </a:lnTo>
                <a:lnTo>
                  <a:pt x="102108" y="1714"/>
                </a:lnTo>
                <a:lnTo>
                  <a:pt x="74676" y="1524"/>
                </a:lnTo>
                <a:lnTo>
                  <a:pt x="0" y="1524"/>
                </a:lnTo>
                <a:lnTo>
                  <a:pt x="0" y="286512"/>
                </a:lnTo>
                <a:lnTo>
                  <a:pt x="82296" y="286512"/>
                </a:lnTo>
                <a:lnTo>
                  <a:pt x="129540" y="280416"/>
                </a:lnTo>
                <a:lnTo>
                  <a:pt x="169621" y="257009"/>
                </a:lnTo>
                <a:lnTo>
                  <a:pt x="191262" y="218884"/>
                </a:lnTo>
                <a:lnTo>
                  <a:pt x="192976" y="209003"/>
                </a:lnTo>
                <a:lnTo>
                  <a:pt x="193548" y="198120"/>
                </a:lnTo>
                <a:close/>
              </a:path>
              <a:path w="269875" h="287020">
                <a:moveTo>
                  <a:pt x="268236" y="71628"/>
                </a:moveTo>
                <a:lnTo>
                  <a:pt x="231660" y="71628"/>
                </a:lnTo>
                <a:lnTo>
                  <a:pt x="231660" y="286512"/>
                </a:lnTo>
                <a:lnTo>
                  <a:pt x="268236" y="286512"/>
                </a:lnTo>
                <a:lnTo>
                  <a:pt x="268236" y="71628"/>
                </a:lnTo>
                <a:close/>
              </a:path>
              <a:path w="269875" h="287020">
                <a:moveTo>
                  <a:pt x="269760" y="0"/>
                </a:moveTo>
                <a:lnTo>
                  <a:pt x="228612" y="0"/>
                </a:lnTo>
                <a:lnTo>
                  <a:pt x="228612" y="36576"/>
                </a:lnTo>
                <a:lnTo>
                  <a:pt x="269760" y="36576"/>
                </a:lnTo>
                <a:lnTo>
                  <a:pt x="26976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01" name="object 101"/>
          <p:cNvGrpSpPr/>
          <p:nvPr/>
        </p:nvGrpSpPr>
        <p:grpSpPr>
          <a:xfrm>
            <a:off x="2455164" y="4044695"/>
            <a:ext cx="373380" cy="297180"/>
            <a:chOff x="2455164" y="4044695"/>
            <a:chExt cx="373380" cy="297180"/>
          </a:xfrm>
        </p:grpSpPr>
        <p:sp>
          <p:nvSpPr>
            <p:cNvPr id="102" name="object 102"/>
            <p:cNvSpPr/>
            <p:nvPr/>
          </p:nvSpPr>
          <p:spPr>
            <a:xfrm>
              <a:off x="2455164" y="4044695"/>
              <a:ext cx="180340" cy="297180"/>
            </a:xfrm>
            <a:custGeom>
              <a:avLst/>
              <a:gdLst/>
              <a:ahLst/>
              <a:cxnLst/>
              <a:rect l="l" t="t" r="r" b="b"/>
              <a:pathLst>
                <a:path w="180339" h="297179">
                  <a:moveTo>
                    <a:pt x="157174" y="27432"/>
                  </a:moveTo>
                  <a:lnTo>
                    <a:pt x="36575" y="27432"/>
                  </a:lnTo>
                  <a:lnTo>
                    <a:pt x="43457" y="21764"/>
                  </a:lnTo>
                  <a:lnTo>
                    <a:pt x="83248" y="1524"/>
                  </a:lnTo>
                  <a:lnTo>
                    <a:pt x="102107" y="0"/>
                  </a:lnTo>
                  <a:lnTo>
                    <a:pt x="119276" y="1738"/>
                  </a:lnTo>
                  <a:lnTo>
                    <a:pt x="134302" y="7048"/>
                  </a:lnTo>
                  <a:lnTo>
                    <a:pt x="147327" y="16073"/>
                  </a:lnTo>
                  <a:lnTo>
                    <a:pt x="157174" y="27432"/>
                  </a:lnTo>
                  <a:close/>
                </a:path>
                <a:path w="180339" h="297179">
                  <a:moveTo>
                    <a:pt x="36575" y="297180"/>
                  </a:moveTo>
                  <a:lnTo>
                    <a:pt x="0" y="297180"/>
                  </a:lnTo>
                  <a:lnTo>
                    <a:pt x="0" y="4572"/>
                  </a:lnTo>
                  <a:lnTo>
                    <a:pt x="36575" y="4572"/>
                  </a:lnTo>
                  <a:lnTo>
                    <a:pt x="36575" y="27432"/>
                  </a:lnTo>
                  <a:lnTo>
                    <a:pt x="157174" y="27432"/>
                  </a:lnTo>
                  <a:lnTo>
                    <a:pt x="158495" y="28956"/>
                  </a:lnTo>
                  <a:lnTo>
                    <a:pt x="161249" y="33528"/>
                  </a:lnTo>
                  <a:lnTo>
                    <a:pt x="92963" y="33528"/>
                  </a:lnTo>
                  <a:lnTo>
                    <a:pt x="85224" y="33837"/>
                  </a:lnTo>
                  <a:lnTo>
                    <a:pt x="43219" y="52482"/>
                  </a:lnTo>
                  <a:lnTo>
                    <a:pt x="36575" y="57912"/>
                  </a:lnTo>
                  <a:lnTo>
                    <a:pt x="36575" y="178308"/>
                  </a:lnTo>
                  <a:lnTo>
                    <a:pt x="67055" y="190500"/>
                  </a:lnTo>
                  <a:lnTo>
                    <a:pt x="154897" y="190500"/>
                  </a:lnTo>
                  <a:lnTo>
                    <a:pt x="153923" y="192024"/>
                  </a:lnTo>
                  <a:lnTo>
                    <a:pt x="140493" y="205144"/>
                  </a:lnTo>
                  <a:lnTo>
                    <a:pt x="134715" y="208788"/>
                  </a:lnTo>
                  <a:lnTo>
                    <a:pt x="36575" y="208788"/>
                  </a:lnTo>
                  <a:lnTo>
                    <a:pt x="36575" y="297180"/>
                  </a:lnTo>
                  <a:close/>
                </a:path>
                <a:path w="180339" h="297179">
                  <a:moveTo>
                    <a:pt x="154897" y="190500"/>
                  </a:moveTo>
                  <a:lnTo>
                    <a:pt x="83819" y="190500"/>
                  </a:lnTo>
                  <a:lnTo>
                    <a:pt x="96916" y="189333"/>
                  </a:lnTo>
                  <a:lnTo>
                    <a:pt x="108584" y="185737"/>
                  </a:lnTo>
                  <a:lnTo>
                    <a:pt x="138874" y="145351"/>
                  </a:lnTo>
                  <a:lnTo>
                    <a:pt x="143255" y="109728"/>
                  </a:lnTo>
                  <a:lnTo>
                    <a:pt x="142422" y="93202"/>
                  </a:lnTo>
                  <a:lnTo>
                    <a:pt x="131063" y="53340"/>
                  </a:lnTo>
                  <a:lnTo>
                    <a:pt x="92963" y="33528"/>
                  </a:lnTo>
                  <a:lnTo>
                    <a:pt x="161249" y="33528"/>
                  </a:lnTo>
                  <a:lnTo>
                    <a:pt x="167616" y="44100"/>
                  </a:lnTo>
                  <a:lnTo>
                    <a:pt x="174307" y="62103"/>
                  </a:lnTo>
                  <a:lnTo>
                    <a:pt x="178427" y="82962"/>
                  </a:lnTo>
                  <a:lnTo>
                    <a:pt x="179831" y="106680"/>
                  </a:lnTo>
                  <a:lnTo>
                    <a:pt x="178141" y="131802"/>
                  </a:lnTo>
                  <a:lnTo>
                    <a:pt x="173164" y="154495"/>
                  </a:lnTo>
                  <a:lnTo>
                    <a:pt x="165044" y="174617"/>
                  </a:lnTo>
                  <a:lnTo>
                    <a:pt x="154897" y="190500"/>
                  </a:lnTo>
                  <a:close/>
                </a:path>
                <a:path w="180339" h="297179">
                  <a:moveTo>
                    <a:pt x="89915" y="222504"/>
                  </a:moveTo>
                  <a:lnTo>
                    <a:pt x="49339" y="214693"/>
                  </a:lnTo>
                  <a:lnTo>
                    <a:pt x="36575" y="208788"/>
                  </a:lnTo>
                  <a:lnTo>
                    <a:pt x="134715" y="208788"/>
                  </a:lnTo>
                  <a:lnTo>
                    <a:pt x="125348" y="214693"/>
                  </a:lnTo>
                  <a:lnTo>
                    <a:pt x="108489" y="220527"/>
                  </a:lnTo>
                  <a:lnTo>
                    <a:pt x="89915" y="222504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03" name="object 103"/>
            <p:cNvPicPr/>
            <p:nvPr/>
          </p:nvPicPr>
          <p:blipFill>
            <a:blip r:embed="rId37" cstate="print"/>
            <a:stretch>
              <a:fillRect/>
            </a:stretch>
          </p:blipFill>
          <p:spPr>
            <a:xfrm>
              <a:off x="2657855" y="4044695"/>
              <a:ext cx="170688" cy="225552"/>
            </a:xfrm>
            <a:prstGeom prst="rect">
              <a:avLst/>
            </a:prstGeom>
          </p:spPr>
        </p:pic>
      </p:grpSp>
      <p:grpSp>
        <p:nvGrpSpPr>
          <p:cNvPr id="104" name="object 104"/>
          <p:cNvGrpSpPr/>
          <p:nvPr/>
        </p:nvGrpSpPr>
        <p:grpSpPr>
          <a:xfrm>
            <a:off x="2877312" y="3977639"/>
            <a:ext cx="662940" cy="291465"/>
            <a:chOff x="2877312" y="3977639"/>
            <a:chExt cx="662940" cy="291465"/>
          </a:xfrm>
        </p:grpSpPr>
        <p:pic>
          <p:nvPicPr>
            <p:cNvPr id="105" name="object 105"/>
            <p:cNvPicPr/>
            <p:nvPr/>
          </p:nvPicPr>
          <p:blipFill>
            <a:blip r:embed="rId38" cstate="print"/>
            <a:stretch>
              <a:fillRect/>
            </a:stretch>
          </p:blipFill>
          <p:spPr>
            <a:xfrm>
              <a:off x="2877312" y="4049267"/>
              <a:ext cx="112775" cy="214884"/>
            </a:xfrm>
            <a:prstGeom prst="rect">
              <a:avLst/>
            </a:prstGeom>
          </p:spPr>
        </p:pic>
        <p:sp>
          <p:nvSpPr>
            <p:cNvPr id="106" name="object 106"/>
            <p:cNvSpPr/>
            <p:nvPr/>
          </p:nvSpPr>
          <p:spPr>
            <a:xfrm>
              <a:off x="2996171" y="3977639"/>
              <a:ext cx="347980" cy="289560"/>
            </a:xfrm>
            <a:custGeom>
              <a:avLst/>
              <a:gdLst/>
              <a:ahLst/>
              <a:cxnLst/>
              <a:rect l="l" t="t" r="r" b="b"/>
              <a:pathLst>
                <a:path w="347979" h="289560">
                  <a:moveTo>
                    <a:pt x="126492" y="71628"/>
                  </a:moveTo>
                  <a:lnTo>
                    <a:pt x="60960" y="71628"/>
                  </a:lnTo>
                  <a:lnTo>
                    <a:pt x="60960" y="10668"/>
                  </a:lnTo>
                  <a:lnTo>
                    <a:pt x="24384" y="10668"/>
                  </a:lnTo>
                  <a:lnTo>
                    <a:pt x="24384" y="71628"/>
                  </a:lnTo>
                  <a:lnTo>
                    <a:pt x="0" y="71628"/>
                  </a:lnTo>
                  <a:lnTo>
                    <a:pt x="0" y="102108"/>
                  </a:lnTo>
                  <a:lnTo>
                    <a:pt x="24384" y="102108"/>
                  </a:lnTo>
                  <a:lnTo>
                    <a:pt x="24384" y="220980"/>
                  </a:lnTo>
                  <a:lnTo>
                    <a:pt x="25514" y="237871"/>
                  </a:lnTo>
                  <a:lnTo>
                    <a:pt x="41148" y="272796"/>
                  </a:lnTo>
                  <a:lnTo>
                    <a:pt x="86868" y="289560"/>
                  </a:lnTo>
                  <a:lnTo>
                    <a:pt x="99060" y="289560"/>
                  </a:lnTo>
                  <a:lnTo>
                    <a:pt x="106680" y="288036"/>
                  </a:lnTo>
                  <a:lnTo>
                    <a:pt x="112776" y="288036"/>
                  </a:lnTo>
                  <a:lnTo>
                    <a:pt x="120396" y="286512"/>
                  </a:lnTo>
                  <a:lnTo>
                    <a:pt x="126492" y="283464"/>
                  </a:lnTo>
                  <a:lnTo>
                    <a:pt x="126492" y="251460"/>
                  </a:lnTo>
                  <a:lnTo>
                    <a:pt x="124968" y="251460"/>
                  </a:lnTo>
                  <a:lnTo>
                    <a:pt x="118872" y="254508"/>
                  </a:lnTo>
                  <a:lnTo>
                    <a:pt x="106680" y="257556"/>
                  </a:lnTo>
                  <a:lnTo>
                    <a:pt x="102108" y="259080"/>
                  </a:lnTo>
                  <a:lnTo>
                    <a:pt x="86868" y="259080"/>
                  </a:lnTo>
                  <a:lnTo>
                    <a:pt x="80772" y="257556"/>
                  </a:lnTo>
                  <a:lnTo>
                    <a:pt x="76200" y="256032"/>
                  </a:lnTo>
                  <a:lnTo>
                    <a:pt x="67056" y="249936"/>
                  </a:lnTo>
                  <a:lnTo>
                    <a:pt x="65532" y="245364"/>
                  </a:lnTo>
                  <a:lnTo>
                    <a:pt x="62484" y="240792"/>
                  </a:lnTo>
                  <a:lnTo>
                    <a:pt x="60960" y="234696"/>
                  </a:lnTo>
                  <a:lnTo>
                    <a:pt x="60960" y="102108"/>
                  </a:lnTo>
                  <a:lnTo>
                    <a:pt x="126492" y="102108"/>
                  </a:lnTo>
                  <a:lnTo>
                    <a:pt x="126492" y="71628"/>
                  </a:lnTo>
                  <a:close/>
                </a:path>
                <a:path w="347979" h="289560">
                  <a:moveTo>
                    <a:pt x="190500" y="71628"/>
                  </a:moveTo>
                  <a:lnTo>
                    <a:pt x="153924" y="71628"/>
                  </a:lnTo>
                  <a:lnTo>
                    <a:pt x="153924" y="286512"/>
                  </a:lnTo>
                  <a:lnTo>
                    <a:pt x="190500" y="286512"/>
                  </a:lnTo>
                  <a:lnTo>
                    <a:pt x="190500" y="71628"/>
                  </a:lnTo>
                  <a:close/>
                </a:path>
                <a:path w="347979" h="289560">
                  <a:moveTo>
                    <a:pt x="192024" y="0"/>
                  </a:moveTo>
                  <a:lnTo>
                    <a:pt x="150876" y="0"/>
                  </a:lnTo>
                  <a:lnTo>
                    <a:pt x="150876" y="36576"/>
                  </a:lnTo>
                  <a:lnTo>
                    <a:pt x="192024" y="36576"/>
                  </a:lnTo>
                  <a:lnTo>
                    <a:pt x="192024" y="0"/>
                  </a:lnTo>
                  <a:close/>
                </a:path>
                <a:path w="347979" h="289560">
                  <a:moveTo>
                    <a:pt x="347484" y="71628"/>
                  </a:moveTo>
                  <a:lnTo>
                    <a:pt x="281952" y="71628"/>
                  </a:lnTo>
                  <a:lnTo>
                    <a:pt x="281952" y="10668"/>
                  </a:lnTo>
                  <a:lnTo>
                    <a:pt x="245376" y="10668"/>
                  </a:lnTo>
                  <a:lnTo>
                    <a:pt x="245376" y="71628"/>
                  </a:lnTo>
                  <a:lnTo>
                    <a:pt x="220992" y="71628"/>
                  </a:lnTo>
                  <a:lnTo>
                    <a:pt x="220992" y="102108"/>
                  </a:lnTo>
                  <a:lnTo>
                    <a:pt x="245376" y="102108"/>
                  </a:lnTo>
                  <a:lnTo>
                    <a:pt x="245376" y="220980"/>
                  </a:lnTo>
                  <a:lnTo>
                    <a:pt x="246494" y="237871"/>
                  </a:lnTo>
                  <a:lnTo>
                    <a:pt x="262140" y="272796"/>
                  </a:lnTo>
                  <a:lnTo>
                    <a:pt x="307860" y="289560"/>
                  </a:lnTo>
                  <a:lnTo>
                    <a:pt x="320052" y="289560"/>
                  </a:lnTo>
                  <a:lnTo>
                    <a:pt x="326148" y="288036"/>
                  </a:lnTo>
                  <a:lnTo>
                    <a:pt x="333768" y="288036"/>
                  </a:lnTo>
                  <a:lnTo>
                    <a:pt x="341388" y="286512"/>
                  </a:lnTo>
                  <a:lnTo>
                    <a:pt x="347484" y="283464"/>
                  </a:lnTo>
                  <a:lnTo>
                    <a:pt x="347484" y="251460"/>
                  </a:lnTo>
                  <a:lnTo>
                    <a:pt x="345960" y="251460"/>
                  </a:lnTo>
                  <a:lnTo>
                    <a:pt x="342912" y="252984"/>
                  </a:lnTo>
                  <a:lnTo>
                    <a:pt x="333768" y="256032"/>
                  </a:lnTo>
                  <a:lnTo>
                    <a:pt x="321576" y="259080"/>
                  </a:lnTo>
                  <a:lnTo>
                    <a:pt x="307860" y="259080"/>
                  </a:lnTo>
                  <a:lnTo>
                    <a:pt x="286524" y="245364"/>
                  </a:lnTo>
                  <a:lnTo>
                    <a:pt x="283476" y="240792"/>
                  </a:lnTo>
                  <a:lnTo>
                    <a:pt x="281952" y="234696"/>
                  </a:lnTo>
                  <a:lnTo>
                    <a:pt x="281952" y="102108"/>
                  </a:lnTo>
                  <a:lnTo>
                    <a:pt x="347484" y="102108"/>
                  </a:lnTo>
                  <a:lnTo>
                    <a:pt x="347484" y="71628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07" name="object 107"/>
            <p:cNvPicPr/>
            <p:nvPr/>
          </p:nvPicPr>
          <p:blipFill>
            <a:blip r:embed="rId39" cstate="print"/>
            <a:stretch>
              <a:fillRect/>
            </a:stretch>
          </p:blipFill>
          <p:spPr>
            <a:xfrm>
              <a:off x="3355847" y="4044695"/>
              <a:ext cx="184404" cy="224028"/>
            </a:xfrm>
            <a:prstGeom prst="rect">
              <a:avLst/>
            </a:prstGeom>
          </p:spPr>
        </p:pic>
      </p:grpSp>
      <p:grpSp>
        <p:nvGrpSpPr>
          <p:cNvPr id="108" name="object 108"/>
          <p:cNvGrpSpPr/>
          <p:nvPr/>
        </p:nvGrpSpPr>
        <p:grpSpPr>
          <a:xfrm>
            <a:off x="3694176" y="3965447"/>
            <a:ext cx="1010919" cy="304800"/>
            <a:chOff x="3694176" y="3965447"/>
            <a:chExt cx="1010919" cy="304800"/>
          </a:xfrm>
        </p:grpSpPr>
        <p:sp>
          <p:nvSpPr>
            <p:cNvPr id="109" name="object 109"/>
            <p:cNvSpPr/>
            <p:nvPr/>
          </p:nvSpPr>
          <p:spPr>
            <a:xfrm>
              <a:off x="3694176" y="4044695"/>
              <a:ext cx="279400" cy="219710"/>
            </a:xfrm>
            <a:custGeom>
              <a:avLst/>
              <a:gdLst/>
              <a:ahLst/>
              <a:cxnLst/>
              <a:rect l="l" t="t" r="r" b="b"/>
              <a:pathLst>
                <a:path w="279400" h="219710">
                  <a:moveTo>
                    <a:pt x="278892" y="219456"/>
                  </a:moveTo>
                  <a:lnTo>
                    <a:pt x="242316" y="219456"/>
                  </a:lnTo>
                  <a:lnTo>
                    <a:pt x="242292" y="88296"/>
                  </a:lnTo>
                  <a:lnTo>
                    <a:pt x="242125" y="81153"/>
                  </a:lnTo>
                  <a:lnTo>
                    <a:pt x="241673" y="74580"/>
                  </a:lnTo>
                  <a:lnTo>
                    <a:pt x="240792" y="68580"/>
                  </a:lnTo>
                  <a:lnTo>
                    <a:pt x="240792" y="59436"/>
                  </a:lnTo>
                  <a:lnTo>
                    <a:pt x="214884" y="33528"/>
                  </a:lnTo>
                  <a:lnTo>
                    <a:pt x="199644" y="33528"/>
                  </a:lnTo>
                  <a:lnTo>
                    <a:pt x="162306" y="53768"/>
                  </a:lnTo>
                  <a:lnTo>
                    <a:pt x="155448" y="59436"/>
                  </a:lnTo>
                  <a:lnTo>
                    <a:pt x="156972" y="62484"/>
                  </a:lnTo>
                  <a:lnTo>
                    <a:pt x="156972" y="219456"/>
                  </a:lnTo>
                  <a:lnTo>
                    <a:pt x="120396" y="219456"/>
                  </a:lnTo>
                  <a:lnTo>
                    <a:pt x="120396" y="68580"/>
                  </a:lnTo>
                  <a:lnTo>
                    <a:pt x="118872" y="59436"/>
                  </a:lnTo>
                  <a:lnTo>
                    <a:pt x="92964" y="33528"/>
                  </a:lnTo>
                  <a:lnTo>
                    <a:pt x="85344" y="33528"/>
                  </a:lnTo>
                  <a:lnTo>
                    <a:pt x="48006" y="49149"/>
                  </a:lnTo>
                  <a:lnTo>
                    <a:pt x="35052" y="59436"/>
                  </a:lnTo>
                  <a:lnTo>
                    <a:pt x="35052" y="219456"/>
                  </a:lnTo>
                  <a:lnTo>
                    <a:pt x="0" y="219456"/>
                  </a:lnTo>
                  <a:lnTo>
                    <a:pt x="0" y="4572"/>
                  </a:lnTo>
                  <a:lnTo>
                    <a:pt x="35052" y="4572"/>
                  </a:lnTo>
                  <a:lnTo>
                    <a:pt x="35052" y="28956"/>
                  </a:lnTo>
                  <a:lnTo>
                    <a:pt x="42791" y="22407"/>
                  </a:lnTo>
                  <a:lnTo>
                    <a:pt x="78676" y="1524"/>
                  </a:lnTo>
                  <a:lnTo>
                    <a:pt x="94488" y="0"/>
                  </a:lnTo>
                  <a:lnTo>
                    <a:pt x="103370" y="333"/>
                  </a:lnTo>
                  <a:lnTo>
                    <a:pt x="140398" y="19240"/>
                  </a:lnTo>
                  <a:lnTo>
                    <a:pt x="149352" y="36575"/>
                  </a:lnTo>
                  <a:lnTo>
                    <a:pt x="158210" y="28003"/>
                  </a:lnTo>
                  <a:lnTo>
                    <a:pt x="189380" y="5143"/>
                  </a:lnTo>
                  <a:lnTo>
                    <a:pt x="214884" y="0"/>
                  </a:lnTo>
                  <a:lnTo>
                    <a:pt x="221718" y="261"/>
                  </a:lnTo>
                  <a:lnTo>
                    <a:pt x="260604" y="16764"/>
                  </a:lnTo>
                  <a:lnTo>
                    <a:pt x="277558" y="58293"/>
                  </a:lnTo>
                  <a:lnTo>
                    <a:pt x="278892" y="77724"/>
                  </a:lnTo>
                  <a:lnTo>
                    <a:pt x="278892" y="219456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10" name="object 110"/>
            <p:cNvPicPr/>
            <p:nvPr/>
          </p:nvPicPr>
          <p:blipFill>
            <a:blip r:embed="rId40" cstate="print"/>
            <a:stretch>
              <a:fillRect/>
            </a:stretch>
          </p:blipFill>
          <p:spPr>
            <a:xfrm>
              <a:off x="4006596" y="4044695"/>
              <a:ext cx="170688" cy="225552"/>
            </a:xfrm>
            <a:prstGeom prst="rect">
              <a:avLst/>
            </a:prstGeom>
          </p:spPr>
        </p:pic>
        <p:sp>
          <p:nvSpPr>
            <p:cNvPr id="111" name="object 111"/>
            <p:cNvSpPr/>
            <p:nvPr/>
          </p:nvSpPr>
          <p:spPr>
            <a:xfrm>
              <a:off x="4203192" y="3988307"/>
              <a:ext cx="127000" cy="279400"/>
            </a:xfrm>
            <a:custGeom>
              <a:avLst/>
              <a:gdLst/>
              <a:ahLst/>
              <a:cxnLst/>
              <a:rect l="l" t="t" r="r" b="b"/>
              <a:pathLst>
                <a:path w="127000" h="279400">
                  <a:moveTo>
                    <a:pt x="99059" y="278892"/>
                  </a:moveTo>
                  <a:lnTo>
                    <a:pt x="86867" y="278892"/>
                  </a:lnTo>
                  <a:lnTo>
                    <a:pt x="72866" y="277987"/>
                  </a:lnTo>
                  <a:lnTo>
                    <a:pt x="34028" y="252960"/>
                  </a:lnTo>
                  <a:lnTo>
                    <a:pt x="24383" y="210312"/>
                  </a:lnTo>
                  <a:lnTo>
                    <a:pt x="24383" y="91440"/>
                  </a:lnTo>
                  <a:lnTo>
                    <a:pt x="0" y="91440"/>
                  </a:lnTo>
                  <a:lnTo>
                    <a:pt x="0" y="60960"/>
                  </a:lnTo>
                  <a:lnTo>
                    <a:pt x="24383" y="60960"/>
                  </a:lnTo>
                  <a:lnTo>
                    <a:pt x="24383" y="0"/>
                  </a:lnTo>
                  <a:lnTo>
                    <a:pt x="60959" y="0"/>
                  </a:lnTo>
                  <a:lnTo>
                    <a:pt x="60959" y="60960"/>
                  </a:lnTo>
                  <a:lnTo>
                    <a:pt x="126491" y="60960"/>
                  </a:lnTo>
                  <a:lnTo>
                    <a:pt x="126491" y="91440"/>
                  </a:lnTo>
                  <a:lnTo>
                    <a:pt x="60959" y="91440"/>
                  </a:lnTo>
                  <a:lnTo>
                    <a:pt x="60959" y="217932"/>
                  </a:lnTo>
                  <a:lnTo>
                    <a:pt x="88391" y="248412"/>
                  </a:lnTo>
                  <a:lnTo>
                    <a:pt x="102107" y="248412"/>
                  </a:lnTo>
                  <a:lnTo>
                    <a:pt x="108203" y="246888"/>
                  </a:lnTo>
                  <a:lnTo>
                    <a:pt x="112775" y="245364"/>
                  </a:lnTo>
                  <a:lnTo>
                    <a:pt x="118871" y="243840"/>
                  </a:lnTo>
                  <a:lnTo>
                    <a:pt x="124967" y="240792"/>
                  </a:lnTo>
                  <a:lnTo>
                    <a:pt x="126491" y="240792"/>
                  </a:lnTo>
                  <a:lnTo>
                    <a:pt x="126491" y="272796"/>
                  </a:lnTo>
                  <a:lnTo>
                    <a:pt x="120395" y="275844"/>
                  </a:lnTo>
                  <a:lnTo>
                    <a:pt x="114299" y="277368"/>
                  </a:lnTo>
                  <a:lnTo>
                    <a:pt x="106679" y="277368"/>
                  </a:lnTo>
                  <a:lnTo>
                    <a:pt x="99059" y="278892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12" name="object 112"/>
            <p:cNvPicPr/>
            <p:nvPr/>
          </p:nvPicPr>
          <p:blipFill>
            <a:blip r:embed="rId41" cstate="print"/>
            <a:stretch>
              <a:fillRect/>
            </a:stretch>
          </p:blipFill>
          <p:spPr>
            <a:xfrm>
              <a:off x="4341875" y="4044695"/>
              <a:ext cx="163068" cy="224027"/>
            </a:xfrm>
            <a:prstGeom prst="rect">
              <a:avLst/>
            </a:prstGeom>
          </p:spPr>
        </p:pic>
        <p:sp>
          <p:nvSpPr>
            <p:cNvPr id="113" name="object 113"/>
            <p:cNvSpPr/>
            <p:nvPr/>
          </p:nvSpPr>
          <p:spPr>
            <a:xfrm>
              <a:off x="4536948" y="3965447"/>
              <a:ext cx="167640" cy="299085"/>
            </a:xfrm>
            <a:custGeom>
              <a:avLst/>
              <a:gdLst/>
              <a:ahLst/>
              <a:cxnLst/>
              <a:rect l="l" t="t" r="r" b="b"/>
              <a:pathLst>
                <a:path w="167639" h="299085">
                  <a:moveTo>
                    <a:pt x="167639" y="298704"/>
                  </a:moveTo>
                  <a:lnTo>
                    <a:pt x="132587" y="298704"/>
                  </a:lnTo>
                  <a:lnTo>
                    <a:pt x="132564" y="169068"/>
                  </a:lnTo>
                  <a:lnTo>
                    <a:pt x="132397" y="161925"/>
                  </a:lnTo>
                  <a:lnTo>
                    <a:pt x="118871" y="118872"/>
                  </a:lnTo>
                  <a:lnTo>
                    <a:pt x="112775" y="117348"/>
                  </a:lnTo>
                  <a:lnTo>
                    <a:pt x="108203" y="114300"/>
                  </a:lnTo>
                  <a:lnTo>
                    <a:pt x="100583" y="112776"/>
                  </a:lnTo>
                  <a:lnTo>
                    <a:pt x="91439" y="112776"/>
                  </a:lnTo>
                  <a:lnTo>
                    <a:pt x="50291" y="128397"/>
                  </a:lnTo>
                  <a:lnTo>
                    <a:pt x="36575" y="138684"/>
                  </a:lnTo>
                  <a:lnTo>
                    <a:pt x="36575" y="298704"/>
                  </a:lnTo>
                  <a:lnTo>
                    <a:pt x="0" y="298704"/>
                  </a:lnTo>
                  <a:lnTo>
                    <a:pt x="0" y="0"/>
                  </a:lnTo>
                  <a:lnTo>
                    <a:pt x="36575" y="0"/>
                  </a:lnTo>
                  <a:lnTo>
                    <a:pt x="36575" y="108204"/>
                  </a:lnTo>
                  <a:lnTo>
                    <a:pt x="44576" y="101655"/>
                  </a:lnTo>
                  <a:lnTo>
                    <a:pt x="84581" y="80772"/>
                  </a:lnTo>
                  <a:lnTo>
                    <a:pt x="100583" y="79248"/>
                  </a:lnTo>
                  <a:lnTo>
                    <a:pt x="115728" y="80414"/>
                  </a:lnTo>
                  <a:lnTo>
                    <a:pt x="150875" y="99060"/>
                  </a:lnTo>
                  <a:lnTo>
                    <a:pt x="166735" y="140850"/>
                  </a:lnTo>
                  <a:lnTo>
                    <a:pt x="167639" y="160020"/>
                  </a:lnTo>
                  <a:lnTo>
                    <a:pt x="167639" y="298704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14" name="object 114"/>
          <p:cNvSpPr/>
          <p:nvPr/>
        </p:nvSpPr>
        <p:spPr>
          <a:xfrm>
            <a:off x="4751832" y="3977639"/>
            <a:ext cx="41275" cy="287020"/>
          </a:xfrm>
          <a:custGeom>
            <a:avLst/>
            <a:gdLst/>
            <a:ahLst/>
            <a:cxnLst/>
            <a:rect l="l" t="t" r="r" b="b"/>
            <a:pathLst>
              <a:path w="41275" h="287020">
                <a:moveTo>
                  <a:pt x="39624" y="71628"/>
                </a:moveTo>
                <a:lnTo>
                  <a:pt x="3048" y="71628"/>
                </a:lnTo>
                <a:lnTo>
                  <a:pt x="3048" y="286512"/>
                </a:lnTo>
                <a:lnTo>
                  <a:pt x="39624" y="286512"/>
                </a:lnTo>
                <a:lnTo>
                  <a:pt x="39624" y="71628"/>
                </a:lnTo>
                <a:close/>
              </a:path>
              <a:path w="41275" h="287020">
                <a:moveTo>
                  <a:pt x="41148" y="0"/>
                </a:moveTo>
                <a:lnTo>
                  <a:pt x="0" y="0"/>
                </a:lnTo>
                <a:lnTo>
                  <a:pt x="0" y="36576"/>
                </a:lnTo>
                <a:lnTo>
                  <a:pt x="41148" y="36576"/>
                </a:lnTo>
                <a:lnTo>
                  <a:pt x="41148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15" name="object 115"/>
          <p:cNvGrpSpPr/>
          <p:nvPr/>
        </p:nvGrpSpPr>
        <p:grpSpPr>
          <a:xfrm>
            <a:off x="4843271" y="4044695"/>
            <a:ext cx="384175" cy="300355"/>
            <a:chOff x="4843271" y="4044695"/>
            <a:chExt cx="384175" cy="300355"/>
          </a:xfrm>
        </p:grpSpPr>
        <p:pic>
          <p:nvPicPr>
            <p:cNvPr id="116" name="object 116"/>
            <p:cNvPicPr/>
            <p:nvPr/>
          </p:nvPicPr>
          <p:blipFill>
            <a:blip r:embed="rId42" cstate="print"/>
            <a:stretch>
              <a:fillRect/>
            </a:stretch>
          </p:blipFill>
          <p:spPr>
            <a:xfrm>
              <a:off x="4843271" y="4044695"/>
              <a:ext cx="169163" cy="219456"/>
            </a:xfrm>
            <a:prstGeom prst="rect">
              <a:avLst/>
            </a:prstGeom>
          </p:spPr>
        </p:pic>
        <p:sp>
          <p:nvSpPr>
            <p:cNvPr id="117" name="object 117"/>
            <p:cNvSpPr/>
            <p:nvPr/>
          </p:nvSpPr>
          <p:spPr>
            <a:xfrm>
              <a:off x="5047488" y="4044695"/>
              <a:ext cx="180340" cy="300355"/>
            </a:xfrm>
            <a:custGeom>
              <a:avLst/>
              <a:gdLst/>
              <a:ahLst/>
              <a:cxnLst/>
              <a:rect l="l" t="t" r="r" b="b"/>
              <a:pathLst>
                <a:path w="180339" h="300354">
                  <a:moveTo>
                    <a:pt x="80772" y="214883"/>
                  </a:moveTo>
                  <a:lnTo>
                    <a:pt x="33623" y="199453"/>
                  </a:lnTo>
                  <a:lnTo>
                    <a:pt x="5524" y="155447"/>
                  </a:lnTo>
                  <a:lnTo>
                    <a:pt x="0" y="109727"/>
                  </a:lnTo>
                  <a:lnTo>
                    <a:pt x="547" y="97202"/>
                  </a:lnTo>
                  <a:lnTo>
                    <a:pt x="11572" y="52720"/>
                  </a:lnTo>
                  <a:lnTo>
                    <a:pt x="34313" y="21097"/>
                  </a:lnTo>
                  <a:lnTo>
                    <a:pt x="73152" y="1333"/>
                  </a:lnTo>
                  <a:lnTo>
                    <a:pt x="89916" y="0"/>
                  </a:lnTo>
                  <a:lnTo>
                    <a:pt x="98512" y="47"/>
                  </a:lnTo>
                  <a:lnTo>
                    <a:pt x="137517" y="10548"/>
                  </a:lnTo>
                  <a:lnTo>
                    <a:pt x="143256" y="13715"/>
                  </a:lnTo>
                  <a:lnTo>
                    <a:pt x="179832" y="13715"/>
                  </a:lnTo>
                  <a:lnTo>
                    <a:pt x="179832" y="32003"/>
                  </a:lnTo>
                  <a:lnTo>
                    <a:pt x="96012" y="32003"/>
                  </a:lnTo>
                  <a:lnTo>
                    <a:pt x="83129" y="33170"/>
                  </a:lnTo>
                  <a:lnTo>
                    <a:pt x="46458" y="63007"/>
                  </a:lnTo>
                  <a:lnTo>
                    <a:pt x="38100" y="109727"/>
                  </a:lnTo>
                  <a:lnTo>
                    <a:pt x="38695" y="125991"/>
                  </a:lnTo>
                  <a:lnTo>
                    <a:pt x="48768" y="163067"/>
                  </a:lnTo>
                  <a:lnTo>
                    <a:pt x="88392" y="181355"/>
                  </a:lnTo>
                  <a:lnTo>
                    <a:pt x="179832" y="181355"/>
                  </a:lnTo>
                  <a:lnTo>
                    <a:pt x="179832" y="190499"/>
                  </a:lnTo>
                  <a:lnTo>
                    <a:pt x="143256" y="190499"/>
                  </a:lnTo>
                  <a:lnTo>
                    <a:pt x="136398" y="196786"/>
                  </a:lnTo>
                  <a:lnTo>
                    <a:pt x="129540" y="201929"/>
                  </a:lnTo>
                  <a:lnTo>
                    <a:pt x="90535" y="214574"/>
                  </a:lnTo>
                  <a:lnTo>
                    <a:pt x="80772" y="214883"/>
                  </a:lnTo>
                  <a:close/>
                </a:path>
                <a:path w="180339" h="300354">
                  <a:moveTo>
                    <a:pt x="179832" y="13715"/>
                  </a:moveTo>
                  <a:lnTo>
                    <a:pt x="143256" y="13715"/>
                  </a:lnTo>
                  <a:lnTo>
                    <a:pt x="146304" y="4571"/>
                  </a:lnTo>
                  <a:lnTo>
                    <a:pt x="179832" y="4571"/>
                  </a:lnTo>
                  <a:lnTo>
                    <a:pt x="179832" y="13715"/>
                  </a:lnTo>
                  <a:close/>
                </a:path>
                <a:path w="180339" h="300354">
                  <a:moveTo>
                    <a:pt x="179832" y="181355"/>
                  </a:moveTo>
                  <a:lnTo>
                    <a:pt x="88392" y="181355"/>
                  </a:lnTo>
                  <a:lnTo>
                    <a:pt x="95273" y="181070"/>
                  </a:lnTo>
                  <a:lnTo>
                    <a:pt x="102298" y="180212"/>
                  </a:lnTo>
                  <a:lnTo>
                    <a:pt x="143256" y="161543"/>
                  </a:lnTo>
                  <a:lnTo>
                    <a:pt x="143256" y="44195"/>
                  </a:lnTo>
                  <a:lnTo>
                    <a:pt x="136659" y="41052"/>
                  </a:lnTo>
                  <a:lnTo>
                    <a:pt x="130492" y="38480"/>
                  </a:lnTo>
                  <a:lnTo>
                    <a:pt x="124610" y="36480"/>
                  </a:lnTo>
                  <a:lnTo>
                    <a:pt x="118872" y="35051"/>
                  </a:lnTo>
                  <a:lnTo>
                    <a:pt x="111252" y="32003"/>
                  </a:lnTo>
                  <a:lnTo>
                    <a:pt x="179832" y="32003"/>
                  </a:lnTo>
                  <a:lnTo>
                    <a:pt x="179832" y="181355"/>
                  </a:lnTo>
                  <a:close/>
                </a:path>
                <a:path w="180339" h="300354">
                  <a:moveTo>
                    <a:pt x="160015" y="268223"/>
                  </a:moveTo>
                  <a:lnTo>
                    <a:pt x="86868" y="268223"/>
                  </a:lnTo>
                  <a:lnTo>
                    <a:pt x="94583" y="267938"/>
                  </a:lnTo>
                  <a:lnTo>
                    <a:pt x="101727" y="267080"/>
                  </a:lnTo>
                  <a:lnTo>
                    <a:pt x="137160" y="245363"/>
                  </a:lnTo>
                  <a:lnTo>
                    <a:pt x="138684" y="239267"/>
                  </a:lnTo>
                  <a:lnTo>
                    <a:pt x="141732" y="233171"/>
                  </a:lnTo>
                  <a:lnTo>
                    <a:pt x="143256" y="225551"/>
                  </a:lnTo>
                  <a:lnTo>
                    <a:pt x="143256" y="190499"/>
                  </a:lnTo>
                  <a:lnTo>
                    <a:pt x="179832" y="190499"/>
                  </a:lnTo>
                  <a:lnTo>
                    <a:pt x="179731" y="196786"/>
                  </a:lnTo>
                  <a:lnTo>
                    <a:pt x="178379" y="219884"/>
                  </a:lnTo>
                  <a:lnTo>
                    <a:pt x="173926" y="241553"/>
                  </a:lnTo>
                  <a:lnTo>
                    <a:pt x="166330" y="259794"/>
                  </a:lnTo>
                  <a:lnTo>
                    <a:pt x="160015" y="268223"/>
                  </a:lnTo>
                  <a:close/>
                </a:path>
                <a:path w="180339" h="300354">
                  <a:moveTo>
                    <a:pt x="83820" y="300227"/>
                  </a:moveTo>
                  <a:lnTo>
                    <a:pt x="43838" y="296013"/>
                  </a:lnTo>
                  <a:lnTo>
                    <a:pt x="21336" y="291083"/>
                  </a:lnTo>
                  <a:lnTo>
                    <a:pt x="21336" y="252983"/>
                  </a:lnTo>
                  <a:lnTo>
                    <a:pt x="22860" y="252983"/>
                  </a:lnTo>
                  <a:lnTo>
                    <a:pt x="28956" y="256031"/>
                  </a:lnTo>
                  <a:lnTo>
                    <a:pt x="38100" y="259079"/>
                  </a:lnTo>
                  <a:lnTo>
                    <a:pt x="68580" y="266699"/>
                  </a:lnTo>
                  <a:lnTo>
                    <a:pt x="73152" y="266699"/>
                  </a:lnTo>
                  <a:lnTo>
                    <a:pt x="79248" y="268223"/>
                  </a:lnTo>
                  <a:lnTo>
                    <a:pt x="160015" y="268223"/>
                  </a:lnTo>
                  <a:lnTo>
                    <a:pt x="155448" y="274319"/>
                  </a:lnTo>
                  <a:lnTo>
                    <a:pt x="142327" y="285440"/>
                  </a:lnTo>
                  <a:lnTo>
                    <a:pt x="125920" y="293560"/>
                  </a:lnTo>
                  <a:lnTo>
                    <a:pt x="106370" y="298537"/>
                  </a:lnTo>
                  <a:lnTo>
                    <a:pt x="83820" y="30022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18" name="object 118"/>
          <p:cNvSpPr/>
          <p:nvPr/>
        </p:nvSpPr>
        <p:spPr>
          <a:xfrm>
            <a:off x="5298947" y="4049267"/>
            <a:ext cx="45720" cy="55244"/>
          </a:xfrm>
          <a:custGeom>
            <a:avLst/>
            <a:gdLst/>
            <a:ahLst/>
            <a:cxnLst/>
            <a:rect l="l" t="t" r="r" b="b"/>
            <a:pathLst>
              <a:path w="45720" h="55245">
                <a:moveTo>
                  <a:pt x="45720" y="54864"/>
                </a:moveTo>
                <a:lnTo>
                  <a:pt x="0" y="54864"/>
                </a:lnTo>
                <a:lnTo>
                  <a:pt x="0" y="0"/>
                </a:lnTo>
                <a:lnTo>
                  <a:pt x="45720" y="0"/>
                </a:lnTo>
                <a:lnTo>
                  <a:pt x="45720" y="5486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9" name="object 119"/>
          <p:cNvSpPr/>
          <p:nvPr/>
        </p:nvSpPr>
        <p:spPr>
          <a:xfrm>
            <a:off x="5298947" y="4209288"/>
            <a:ext cx="45720" cy="55244"/>
          </a:xfrm>
          <a:custGeom>
            <a:avLst/>
            <a:gdLst/>
            <a:ahLst/>
            <a:cxnLst/>
            <a:rect l="l" t="t" r="r" b="b"/>
            <a:pathLst>
              <a:path w="45720" h="55245">
                <a:moveTo>
                  <a:pt x="45720" y="54863"/>
                </a:moveTo>
                <a:lnTo>
                  <a:pt x="0" y="54863"/>
                </a:lnTo>
                <a:lnTo>
                  <a:pt x="0" y="0"/>
                </a:lnTo>
                <a:lnTo>
                  <a:pt x="45720" y="0"/>
                </a:lnTo>
                <a:lnTo>
                  <a:pt x="45720" y="5486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20" name="object 120"/>
          <p:cNvGrpSpPr/>
          <p:nvPr/>
        </p:nvGrpSpPr>
        <p:grpSpPr>
          <a:xfrm>
            <a:off x="5660136" y="3948683"/>
            <a:ext cx="329565" cy="315595"/>
            <a:chOff x="5660136" y="3948683"/>
            <a:chExt cx="329565" cy="315595"/>
          </a:xfrm>
        </p:grpSpPr>
        <p:pic>
          <p:nvPicPr>
            <p:cNvPr id="121" name="object 121"/>
            <p:cNvPicPr/>
            <p:nvPr/>
          </p:nvPicPr>
          <p:blipFill>
            <a:blip r:embed="rId43" cstate="print"/>
            <a:stretch>
              <a:fillRect/>
            </a:stretch>
          </p:blipFill>
          <p:spPr>
            <a:xfrm>
              <a:off x="5660136" y="4044695"/>
              <a:ext cx="167639" cy="219456"/>
            </a:xfrm>
            <a:prstGeom prst="rect">
              <a:avLst/>
            </a:prstGeom>
          </p:spPr>
        </p:pic>
        <p:pic>
          <p:nvPicPr>
            <p:cNvPr id="122" name="object 122"/>
            <p:cNvPicPr/>
            <p:nvPr/>
          </p:nvPicPr>
          <p:blipFill>
            <a:blip r:embed="rId44" cstate="print"/>
            <a:stretch>
              <a:fillRect/>
            </a:stretch>
          </p:blipFill>
          <p:spPr>
            <a:xfrm>
              <a:off x="5871971" y="3948683"/>
              <a:ext cx="117348" cy="198119"/>
            </a:xfrm>
            <a:prstGeom prst="rect">
              <a:avLst/>
            </a:prstGeom>
          </p:spPr>
        </p:pic>
      </p:grpSp>
      <p:grpSp>
        <p:nvGrpSpPr>
          <p:cNvPr id="123" name="object 123"/>
          <p:cNvGrpSpPr/>
          <p:nvPr/>
        </p:nvGrpSpPr>
        <p:grpSpPr>
          <a:xfrm>
            <a:off x="6131052" y="3963923"/>
            <a:ext cx="1546860" cy="306705"/>
            <a:chOff x="6131052" y="3963923"/>
            <a:chExt cx="1546860" cy="306705"/>
          </a:xfrm>
        </p:grpSpPr>
        <p:sp>
          <p:nvSpPr>
            <p:cNvPr id="124" name="object 124"/>
            <p:cNvSpPr/>
            <p:nvPr/>
          </p:nvSpPr>
          <p:spPr>
            <a:xfrm>
              <a:off x="6131052" y="4044695"/>
              <a:ext cx="279400" cy="219710"/>
            </a:xfrm>
            <a:custGeom>
              <a:avLst/>
              <a:gdLst/>
              <a:ahLst/>
              <a:cxnLst/>
              <a:rect l="l" t="t" r="r" b="b"/>
              <a:pathLst>
                <a:path w="279400" h="219710">
                  <a:moveTo>
                    <a:pt x="278892" y="219456"/>
                  </a:moveTo>
                  <a:lnTo>
                    <a:pt x="242316" y="219456"/>
                  </a:lnTo>
                  <a:lnTo>
                    <a:pt x="242292" y="88296"/>
                  </a:lnTo>
                  <a:lnTo>
                    <a:pt x="242125" y="81153"/>
                  </a:lnTo>
                  <a:lnTo>
                    <a:pt x="241673" y="74580"/>
                  </a:lnTo>
                  <a:lnTo>
                    <a:pt x="240792" y="68580"/>
                  </a:lnTo>
                  <a:lnTo>
                    <a:pt x="240792" y="59436"/>
                  </a:lnTo>
                  <a:lnTo>
                    <a:pt x="239268" y="53339"/>
                  </a:lnTo>
                  <a:lnTo>
                    <a:pt x="236220" y="48768"/>
                  </a:lnTo>
                  <a:lnTo>
                    <a:pt x="234696" y="44196"/>
                  </a:lnTo>
                  <a:lnTo>
                    <a:pt x="230124" y="39624"/>
                  </a:lnTo>
                  <a:lnTo>
                    <a:pt x="225552" y="36575"/>
                  </a:lnTo>
                  <a:lnTo>
                    <a:pt x="220980" y="35051"/>
                  </a:lnTo>
                  <a:lnTo>
                    <a:pt x="214884" y="33528"/>
                  </a:lnTo>
                  <a:lnTo>
                    <a:pt x="199644" y="33528"/>
                  </a:lnTo>
                  <a:lnTo>
                    <a:pt x="190500" y="35051"/>
                  </a:lnTo>
                  <a:lnTo>
                    <a:pt x="176260" y="43576"/>
                  </a:lnTo>
                  <a:lnTo>
                    <a:pt x="169926" y="48387"/>
                  </a:lnTo>
                  <a:lnTo>
                    <a:pt x="156972" y="59436"/>
                  </a:lnTo>
                  <a:lnTo>
                    <a:pt x="156972" y="219456"/>
                  </a:lnTo>
                  <a:lnTo>
                    <a:pt x="120396" y="219456"/>
                  </a:lnTo>
                  <a:lnTo>
                    <a:pt x="120396" y="68580"/>
                  </a:lnTo>
                  <a:lnTo>
                    <a:pt x="118872" y="59436"/>
                  </a:lnTo>
                  <a:lnTo>
                    <a:pt x="92964" y="33528"/>
                  </a:lnTo>
                  <a:lnTo>
                    <a:pt x="85344" y="33528"/>
                  </a:lnTo>
                  <a:lnTo>
                    <a:pt x="48006" y="49149"/>
                  </a:lnTo>
                  <a:lnTo>
                    <a:pt x="35052" y="59436"/>
                  </a:lnTo>
                  <a:lnTo>
                    <a:pt x="35052" y="219456"/>
                  </a:lnTo>
                  <a:lnTo>
                    <a:pt x="0" y="219456"/>
                  </a:lnTo>
                  <a:lnTo>
                    <a:pt x="0" y="4572"/>
                  </a:lnTo>
                  <a:lnTo>
                    <a:pt x="35052" y="4572"/>
                  </a:lnTo>
                  <a:lnTo>
                    <a:pt x="35052" y="28956"/>
                  </a:lnTo>
                  <a:lnTo>
                    <a:pt x="42791" y="22407"/>
                  </a:lnTo>
                  <a:lnTo>
                    <a:pt x="78676" y="1524"/>
                  </a:lnTo>
                  <a:lnTo>
                    <a:pt x="94488" y="0"/>
                  </a:lnTo>
                  <a:lnTo>
                    <a:pt x="103584" y="333"/>
                  </a:lnTo>
                  <a:lnTo>
                    <a:pt x="140589" y="19240"/>
                  </a:lnTo>
                  <a:lnTo>
                    <a:pt x="150876" y="36575"/>
                  </a:lnTo>
                  <a:lnTo>
                    <a:pt x="158853" y="28003"/>
                  </a:lnTo>
                  <a:lnTo>
                    <a:pt x="189380" y="5143"/>
                  </a:lnTo>
                  <a:lnTo>
                    <a:pt x="214884" y="0"/>
                  </a:lnTo>
                  <a:lnTo>
                    <a:pt x="221718" y="261"/>
                  </a:lnTo>
                  <a:lnTo>
                    <a:pt x="260604" y="16764"/>
                  </a:lnTo>
                  <a:lnTo>
                    <a:pt x="277749" y="58293"/>
                  </a:lnTo>
                  <a:lnTo>
                    <a:pt x="278892" y="77724"/>
                  </a:lnTo>
                  <a:lnTo>
                    <a:pt x="278892" y="219456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25" name="object 125"/>
            <p:cNvPicPr/>
            <p:nvPr/>
          </p:nvPicPr>
          <p:blipFill>
            <a:blip r:embed="rId45" cstate="print"/>
            <a:stretch>
              <a:fillRect/>
            </a:stretch>
          </p:blipFill>
          <p:spPr>
            <a:xfrm>
              <a:off x="6443472" y="4044695"/>
              <a:ext cx="170688" cy="225552"/>
            </a:xfrm>
            <a:prstGeom prst="rect">
              <a:avLst/>
            </a:prstGeom>
          </p:spPr>
        </p:pic>
        <p:sp>
          <p:nvSpPr>
            <p:cNvPr id="126" name="object 126"/>
            <p:cNvSpPr/>
            <p:nvPr/>
          </p:nvSpPr>
          <p:spPr>
            <a:xfrm>
              <a:off x="6638544" y="3963923"/>
              <a:ext cx="513715" cy="300355"/>
            </a:xfrm>
            <a:custGeom>
              <a:avLst/>
              <a:gdLst/>
              <a:ahLst/>
              <a:cxnLst/>
              <a:rect l="l" t="t" r="r" b="b"/>
              <a:pathLst>
                <a:path w="513715" h="300354">
                  <a:moveTo>
                    <a:pt x="190500" y="85344"/>
                  </a:moveTo>
                  <a:lnTo>
                    <a:pt x="149352" y="85344"/>
                  </a:lnTo>
                  <a:lnTo>
                    <a:pt x="96012" y="166116"/>
                  </a:lnTo>
                  <a:lnTo>
                    <a:pt x="45720" y="85344"/>
                  </a:lnTo>
                  <a:lnTo>
                    <a:pt x="1524" y="85344"/>
                  </a:lnTo>
                  <a:lnTo>
                    <a:pt x="74676" y="193548"/>
                  </a:lnTo>
                  <a:lnTo>
                    <a:pt x="0" y="300228"/>
                  </a:lnTo>
                  <a:lnTo>
                    <a:pt x="41148" y="300228"/>
                  </a:lnTo>
                  <a:lnTo>
                    <a:pt x="94488" y="219456"/>
                  </a:lnTo>
                  <a:lnTo>
                    <a:pt x="146304" y="300228"/>
                  </a:lnTo>
                  <a:lnTo>
                    <a:pt x="190500" y="300228"/>
                  </a:lnTo>
                  <a:lnTo>
                    <a:pt x="115824" y="190500"/>
                  </a:lnTo>
                  <a:lnTo>
                    <a:pt x="190500" y="85344"/>
                  </a:lnTo>
                  <a:close/>
                </a:path>
                <a:path w="513715" h="300354">
                  <a:moveTo>
                    <a:pt x="307848" y="156984"/>
                  </a:moveTo>
                  <a:lnTo>
                    <a:pt x="199631" y="156984"/>
                  </a:lnTo>
                  <a:lnTo>
                    <a:pt x="199631" y="192024"/>
                  </a:lnTo>
                  <a:lnTo>
                    <a:pt x="307848" y="192024"/>
                  </a:lnTo>
                  <a:lnTo>
                    <a:pt x="307848" y="156984"/>
                  </a:lnTo>
                  <a:close/>
                </a:path>
                <a:path w="513715" h="300354">
                  <a:moveTo>
                    <a:pt x="464820" y="3048"/>
                  </a:moveTo>
                  <a:lnTo>
                    <a:pt x="460248" y="3048"/>
                  </a:lnTo>
                  <a:lnTo>
                    <a:pt x="454152" y="1524"/>
                  </a:lnTo>
                  <a:lnTo>
                    <a:pt x="448056" y="1524"/>
                  </a:lnTo>
                  <a:lnTo>
                    <a:pt x="440436" y="0"/>
                  </a:lnTo>
                  <a:lnTo>
                    <a:pt x="428244" y="0"/>
                  </a:lnTo>
                  <a:lnTo>
                    <a:pt x="385165" y="11582"/>
                  </a:lnTo>
                  <a:lnTo>
                    <a:pt x="361188" y="44958"/>
                  </a:lnTo>
                  <a:lnTo>
                    <a:pt x="356616" y="79248"/>
                  </a:lnTo>
                  <a:lnTo>
                    <a:pt x="356616" y="85344"/>
                  </a:lnTo>
                  <a:lnTo>
                    <a:pt x="332232" y="85344"/>
                  </a:lnTo>
                  <a:lnTo>
                    <a:pt x="332232" y="115824"/>
                  </a:lnTo>
                  <a:lnTo>
                    <a:pt x="356616" y="115824"/>
                  </a:lnTo>
                  <a:lnTo>
                    <a:pt x="356616" y="300228"/>
                  </a:lnTo>
                  <a:lnTo>
                    <a:pt x="391668" y="300228"/>
                  </a:lnTo>
                  <a:lnTo>
                    <a:pt x="391668" y="115824"/>
                  </a:lnTo>
                  <a:lnTo>
                    <a:pt x="451104" y="115824"/>
                  </a:lnTo>
                  <a:lnTo>
                    <a:pt x="451104" y="85344"/>
                  </a:lnTo>
                  <a:lnTo>
                    <a:pt x="391668" y="85344"/>
                  </a:lnTo>
                  <a:lnTo>
                    <a:pt x="391668" y="79248"/>
                  </a:lnTo>
                  <a:lnTo>
                    <a:pt x="400812" y="41148"/>
                  </a:lnTo>
                  <a:lnTo>
                    <a:pt x="432816" y="32004"/>
                  </a:lnTo>
                  <a:lnTo>
                    <a:pt x="443484" y="32004"/>
                  </a:lnTo>
                  <a:lnTo>
                    <a:pt x="455676" y="35052"/>
                  </a:lnTo>
                  <a:lnTo>
                    <a:pt x="460248" y="35052"/>
                  </a:lnTo>
                  <a:lnTo>
                    <a:pt x="463296" y="36576"/>
                  </a:lnTo>
                  <a:lnTo>
                    <a:pt x="464820" y="36576"/>
                  </a:lnTo>
                  <a:lnTo>
                    <a:pt x="464820" y="3048"/>
                  </a:lnTo>
                  <a:close/>
                </a:path>
                <a:path w="513715" h="300354">
                  <a:moveTo>
                    <a:pt x="513588" y="1524"/>
                  </a:moveTo>
                  <a:lnTo>
                    <a:pt x="476999" y="1524"/>
                  </a:lnTo>
                  <a:lnTo>
                    <a:pt x="476999" y="300228"/>
                  </a:lnTo>
                  <a:lnTo>
                    <a:pt x="513588" y="300228"/>
                  </a:lnTo>
                  <a:lnTo>
                    <a:pt x="513588" y="1524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27" name="object 127"/>
            <p:cNvPicPr/>
            <p:nvPr/>
          </p:nvPicPr>
          <p:blipFill>
            <a:blip r:embed="rId46" cstate="print"/>
            <a:stretch>
              <a:fillRect/>
            </a:stretch>
          </p:blipFill>
          <p:spPr>
            <a:xfrm>
              <a:off x="7190232" y="4044696"/>
              <a:ext cx="190500" cy="225552"/>
            </a:xfrm>
            <a:prstGeom prst="rect">
              <a:avLst/>
            </a:prstGeom>
          </p:spPr>
        </p:pic>
        <p:sp>
          <p:nvSpPr>
            <p:cNvPr id="128" name="object 128"/>
            <p:cNvSpPr/>
            <p:nvPr/>
          </p:nvSpPr>
          <p:spPr>
            <a:xfrm>
              <a:off x="7399020" y="4049267"/>
              <a:ext cx="279400" cy="215265"/>
            </a:xfrm>
            <a:custGeom>
              <a:avLst/>
              <a:gdLst/>
              <a:ahLst/>
              <a:cxnLst/>
              <a:rect l="l" t="t" r="r" b="b"/>
              <a:pathLst>
                <a:path w="279400" h="215264">
                  <a:moveTo>
                    <a:pt x="224028" y="214883"/>
                  </a:moveTo>
                  <a:lnTo>
                    <a:pt x="192024" y="214883"/>
                  </a:lnTo>
                  <a:lnTo>
                    <a:pt x="138684" y="50292"/>
                  </a:lnTo>
                  <a:lnTo>
                    <a:pt x="86868" y="214883"/>
                  </a:lnTo>
                  <a:lnTo>
                    <a:pt x="54864" y="214883"/>
                  </a:lnTo>
                  <a:lnTo>
                    <a:pt x="0" y="0"/>
                  </a:lnTo>
                  <a:lnTo>
                    <a:pt x="36575" y="0"/>
                  </a:lnTo>
                  <a:lnTo>
                    <a:pt x="74675" y="166116"/>
                  </a:lnTo>
                  <a:lnTo>
                    <a:pt x="124968" y="0"/>
                  </a:lnTo>
                  <a:lnTo>
                    <a:pt x="155448" y="0"/>
                  </a:lnTo>
                  <a:lnTo>
                    <a:pt x="207264" y="166116"/>
                  </a:lnTo>
                  <a:lnTo>
                    <a:pt x="242316" y="0"/>
                  </a:lnTo>
                  <a:lnTo>
                    <a:pt x="278892" y="0"/>
                  </a:lnTo>
                  <a:lnTo>
                    <a:pt x="224028" y="214883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29" name="object 129"/>
          <p:cNvGrpSpPr/>
          <p:nvPr/>
        </p:nvGrpSpPr>
        <p:grpSpPr>
          <a:xfrm>
            <a:off x="7822692" y="3965447"/>
            <a:ext cx="967740" cy="304800"/>
            <a:chOff x="7822692" y="3965447"/>
            <a:chExt cx="967740" cy="304800"/>
          </a:xfrm>
        </p:grpSpPr>
        <p:sp>
          <p:nvSpPr>
            <p:cNvPr id="130" name="object 130"/>
            <p:cNvSpPr/>
            <p:nvPr/>
          </p:nvSpPr>
          <p:spPr>
            <a:xfrm>
              <a:off x="7822692" y="3965448"/>
              <a:ext cx="180340" cy="304800"/>
            </a:xfrm>
            <a:custGeom>
              <a:avLst/>
              <a:gdLst/>
              <a:ahLst/>
              <a:cxnLst/>
              <a:rect l="l" t="t" r="r" b="b"/>
              <a:pathLst>
                <a:path w="180340" h="304800">
                  <a:moveTo>
                    <a:pt x="35052" y="298704"/>
                  </a:moveTo>
                  <a:lnTo>
                    <a:pt x="0" y="298704"/>
                  </a:lnTo>
                  <a:lnTo>
                    <a:pt x="0" y="0"/>
                  </a:lnTo>
                  <a:lnTo>
                    <a:pt x="36576" y="0"/>
                  </a:lnTo>
                  <a:lnTo>
                    <a:pt x="36576" y="106680"/>
                  </a:lnTo>
                  <a:lnTo>
                    <a:pt x="157174" y="106680"/>
                  </a:lnTo>
                  <a:lnTo>
                    <a:pt x="158496" y="108204"/>
                  </a:lnTo>
                  <a:lnTo>
                    <a:pt x="161206" y="112776"/>
                  </a:lnTo>
                  <a:lnTo>
                    <a:pt x="92964" y="112776"/>
                  </a:lnTo>
                  <a:lnTo>
                    <a:pt x="86082" y="113323"/>
                  </a:lnTo>
                  <a:lnTo>
                    <a:pt x="49149" y="127635"/>
                  </a:lnTo>
                  <a:lnTo>
                    <a:pt x="36576" y="137160"/>
                  </a:lnTo>
                  <a:lnTo>
                    <a:pt x="36576" y="259080"/>
                  </a:lnTo>
                  <a:lnTo>
                    <a:pt x="67056" y="271272"/>
                  </a:lnTo>
                  <a:lnTo>
                    <a:pt x="154953" y="271272"/>
                  </a:lnTo>
                  <a:lnTo>
                    <a:pt x="153924" y="272796"/>
                  </a:lnTo>
                  <a:lnTo>
                    <a:pt x="140517" y="286797"/>
                  </a:lnTo>
                  <a:lnTo>
                    <a:pt x="138663" y="288036"/>
                  </a:lnTo>
                  <a:lnTo>
                    <a:pt x="36576" y="288036"/>
                  </a:lnTo>
                  <a:lnTo>
                    <a:pt x="35052" y="298704"/>
                  </a:lnTo>
                  <a:close/>
                </a:path>
                <a:path w="180340" h="304800">
                  <a:moveTo>
                    <a:pt x="157174" y="106680"/>
                  </a:moveTo>
                  <a:lnTo>
                    <a:pt x="36576" y="106680"/>
                  </a:lnTo>
                  <a:lnTo>
                    <a:pt x="43457" y="101012"/>
                  </a:lnTo>
                  <a:lnTo>
                    <a:pt x="82677" y="80772"/>
                  </a:lnTo>
                  <a:lnTo>
                    <a:pt x="102108" y="79248"/>
                  </a:lnTo>
                  <a:lnTo>
                    <a:pt x="119276" y="80986"/>
                  </a:lnTo>
                  <a:lnTo>
                    <a:pt x="134302" y="86296"/>
                  </a:lnTo>
                  <a:lnTo>
                    <a:pt x="147327" y="95321"/>
                  </a:lnTo>
                  <a:lnTo>
                    <a:pt x="157174" y="106680"/>
                  </a:lnTo>
                  <a:close/>
                </a:path>
                <a:path w="180340" h="304800">
                  <a:moveTo>
                    <a:pt x="154953" y="271272"/>
                  </a:moveTo>
                  <a:lnTo>
                    <a:pt x="83820" y="271272"/>
                  </a:lnTo>
                  <a:lnTo>
                    <a:pt x="96916" y="270129"/>
                  </a:lnTo>
                  <a:lnTo>
                    <a:pt x="108585" y="266700"/>
                  </a:lnTo>
                  <a:lnTo>
                    <a:pt x="138874" y="227457"/>
                  </a:lnTo>
                  <a:lnTo>
                    <a:pt x="143256" y="190500"/>
                  </a:lnTo>
                  <a:lnTo>
                    <a:pt x="142422" y="172450"/>
                  </a:lnTo>
                  <a:lnTo>
                    <a:pt x="131064" y="132588"/>
                  </a:lnTo>
                  <a:lnTo>
                    <a:pt x="92964" y="112776"/>
                  </a:lnTo>
                  <a:lnTo>
                    <a:pt x="161206" y="112776"/>
                  </a:lnTo>
                  <a:lnTo>
                    <a:pt x="167616" y="123586"/>
                  </a:lnTo>
                  <a:lnTo>
                    <a:pt x="174307" y="142113"/>
                  </a:lnTo>
                  <a:lnTo>
                    <a:pt x="178427" y="163496"/>
                  </a:lnTo>
                  <a:lnTo>
                    <a:pt x="179832" y="187452"/>
                  </a:lnTo>
                  <a:lnTo>
                    <a:pt x="178355" y="212574"/>
                  </a:lnTo>
                  <a:lnTo>
                    <a:pt x="173736" y="235267"/>
                  </a:lnTo>
                  <a:lnTo>
                    <a:pt x="165687" y="255389"/>
                  </a:lnTo>
                  <a:lnTo>
                    <a:pt x="154953" y="271272"/>
                  </a:lnTo>
                  <a:close/>
                </a:path>
                <a:path w="180340" h="304800">
                  <a:moveTo>
                    <a:pt x="91440" y="304800"/>
                  </a:moveTo>
                  <a:lnTo>
                    <a:pt x="48768" y="294703"/>
                  </a:lnTo>
                  <a:lnTo>
                    <a:pt x="36576" y="288036"/>
                  </a:lnTo>
                  <a:lnTo>
                    <a:pt x="138663" y="288036"/>
                  </a:lnTo>
                  <a:lnTo>
                    <a:pt x="125539" y="296799"/>
                  </a:lnTo>
                  <a:lnTo>
                    <a:pt x="109132" y="302799"/>
                  </a:lnTo>
                  <a:lnTo>
                    <a:pt x="91440" y="30480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31" name="object 131"/>
            <p:cNvPicPr/>
            <p:nvPr/>
          </p:nvPicPr>
          <p:blipFill>
            <a:blip r:embed="rId47" cstate="print"/>
            <a:stretch>
              <a:fillRect/>
            </a:stretch>
          </p:blipFill>
          <p:spPr>
            <a:xfrm>
              <a:off x="8025384" y="4044695"/>
              <a:ext cx="169164" cy="225552"/>
            </a:xfrm>
            <a:prstGeom prst="rect">
              <a:avLst/>
            </a:prstGeom>
          </p:spPr>
        </p:pic>
        <p:pic>
          <p:nvPicPr>
            <p:cNvPr id="132" name="object 132"/>
            <p:cNvPicPr/>
            <p:nvPr/>
          </p:nvPicPr>
          <p:blipFill>
            <a:blip r:embed="rId48" cstate="print"/>
            <a:stretch>
              <a:fillRect/>
            </a:stretch>
          </p:blipFill>
          <p:spPr>
            <a:xfrm>
              <a:off x="8232648" y="4044695"/>
              <a:ext cx="356615" cy="224028"/>
            </a:xfrm>
            <a:prstGeom prst="rect">
              <a:avLst/>
            </a:prstGeom>
          </p:spPr>
        </p:pic>
        <p:sp>
          <p:nvSpPr>
            <p:cNvPr id="133" name="object 133"/>
            <p:cNvSpPr/>
            <p:nvPr/>
          </p:nvSpPr>
          <p:spPr>
            <a:xfrm>
              <a:off x="8610600" y="3965447"/>
              <a:ext cx="180340" cy="304800"/>
            </a:xfrm>
            <a:custGeom>
              <a:avLst/>
              <a:gdLst/>
              <a:ahLst/>
              <a:cxnLst/>
              <a:rect l="l" t="t" r="r" b="b"/>
              <a:pathLst>
                <a:path w="180340" h="304800">
                  <a:moveTo>
                    <a:pt x="179831" y="92964"/>
                  </a:moveTo>
                  <a:lnTo>
                    <a:pt x="143255" y="92964"/>
                  </a:lnTo>
                  <a:lnTo>
                    <a:pt x="143255" y="0"/>
                  </a:lnTo>
                  <a:lnTo>
                    <a:pt x="179831" y="0"/>
                  </a:lnTo>
                  <a:lnTo>
                    <a:pt x="179831" y="92964"/>
                  </a:lnTo>
                  <a:close/>
                </a:path>
                <a:path w="180340" h="304800">
                  <a:moveTo>
                    <a:pt x="86867" y="304800"/>
                  </a:moveTo>
                  <a:lnTo>
                    <a:pt x="79247" y="304800"/>
                  </a:lnTo>
                  <a:lnTo>
                    <a:pt x="71246" y="304252"/>
                  </a:lnTo>
                  <a:lnTo>
                    <a:pt x="33908" y="288226"/>
                  </a:lnTo>
                  <a:lnTo>
                    <a:pt x="8929" y="250769"/>
                  </a:lnTo>
                  <a:lnTo>
                    <a:pt x="309" y="206073"/>
                  </a:lnTo>
                  <a:lnTo>
                    <a:pt x="0" y="193548"/>
                  </a:lnTo>
                  <a:lnTo>
                    <a:pt x="547" y="179498"/>
                  </a:lnTo>
                  <a:lnTo>
                    <a:pt x="11572" y="134778"/>
                  </a:lnTo>
                  <a:lnTo>
                    <a:pt x="33456" y="101655"/>
                  </a:lnTo>
                  <a:lnTo>
                    <a:pt x="72580" y="80772"/>
                  </a:lnTo>
                  <a:lnTo>
                    <a:pt x="89915" y="79248"/>
                  </a:lnTo>
                  <a:lnTo>
                    <a:pt x="97869" y="79295"/>
                  </a:lnTo>
                  <a:lnTo>
                    <a:pt x="136659" y="89582"/>
                  </a:lnTo>
                  <a:lnTo>
                    <a:pt x="143255" y="92964"/>
                  </a:lnTo>
                  <a:lnTo>
                    <a:pt x="179831" y="92964"/>
                  </a:lnTo>
                  <a:lnTo>
                    <a:pt x="179831" y="111252"/>
                  </a:lnTo>
                  <a:lnTo>
                    <a:pt x="96011" y="111252"/>
                  </a:lnTo>
                  <a:lnTo>
                    <a:pt x="83129" y="112656"/>
                  </a:lnTo>
                  <a:lnTo>
                    <a:pt x="46458" y="144018"/>
                  </a:lnTo>
                  <a:lnTo>
                    <a:pt x="38099" y="192024"/>
                  </a:lnTo>
                  <a:lnTo>
                    <a:pt x="38695" y="210073"/>
                  </a:lnTo>
                  <a:lnTo>
                    <a:pt x="48767" y="249936"/>
                  </a:lnTo>
                  <a:lnTo>
                    <a:pt x="88391" y="269748"/>
                  </a:lnTo>
                  <a:lnTo>
                    <a:pt x="179831" y="269748"/>
                  </a:lnTo>
                  <a:lnTo>
                    <a:pt x="179831" y="275844"/>
                  </a:lnTo>
                  <a:lnTo>
                    <a:pt x="143255" y="275844"/>
                  </a:lnTo>
                  <a:lnTo>
                    <a:pt x="138683" y="280416"/>
                  </a:lnTo>
                  <a:lnTo>
                    <a:pt x="132587" y="284988"/>
                  </a:lnTo>
                  <a:lnTo>
                    <a:pt x="103631" y="300228"/>
                  </a:lnTo>
                  <a:lnTo>
                    <a:pt x="99059" y="301752"/>
                  </a:lnTo>
                  <a:lnTo>
                    <a:pt x="86867" y="304800"/>
                  </a:lnTo>
                  <a:close/>
                </a:path>
                <a:path w="180340" h="304800">
                  <a:moveTo>
                    <a:pt x="179831" y="269748"/>
                  </a:moveTo>
                  <a:lnTo>
                    <a:pt x="88391" y="269748"/>
                  </a:lnTo>
                  <a:lnTo>
                    <a:pt x="95273" y="269438"/>
                  </a:lnTo>
                  <a:lnTo>
                    <a:pt x="102298" y="268414"/>
                  </a:lnTo>
                  <a:lnTo>
                    <a:pt x="137279" y="251436"/>
                  </a:lnTo>
                  <a:lnTo>
                    <a:pt x="143255" y="246888"/>
                  </a:lnTo>
                  <a:lnTo>
                    <a:pt x="143255" y="123444"/>
                  </a:lnTo>
                  <a:lnTo>
                    <a:pt x="105155" y="111252"/>
                  </a:lnTo>
                  <a:lnTo>
                    <a:pt x="179831" y="111252"/>
                  </a:lnTo>
                  <a:lnTo>
                    <a:pt x="179831" y="269748"/>
                  </a:lnTo>
                  <a:close/>
                </a:path>
                <a:path w="180340" h="304800">
                  <a:moveTo>
                    <a:pt x="179831" y="298704"/>
                  </a:moveTo>
                  <a:lnTo>
                    <a:pt x="143255" y="298704"/>
                  </a:lnTo>
                  <a:lnTo>
                    <a:pt x="143255" y="275844"/>
                  </a:lnTo>
                  <a:lnTo>
                    <a:pt x="179831" y="275844"/>
                  </a:lnTo>
                  <a:lnTo>
                    <a:pt x="179831" y="298704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pic>
        <p:nvPicPr>
          <p:cNvPr id="134" name="object 134"/>
          <p:cNvPicPr/>
          <p:nvPr/>
        </p:nvPicPr>
        <p:blipFill>
          <a:blip r:embed="rId49" cstate="print"/>
          <a:stretch>
            <a:fillRect/>
          </a:stretch>
        </p:blipFill>
        <p:spPr>
          <a:xfrm>
            <a:off x="2116836" y="4514088"/>
            <a:ext cx="170688" cy="224028"/>
          </a:xfrm>
          <a:prstGeom prst="rect">
            <a:avLst/>
          </a:prstGeom>
        </p:spPr>
      </p:pic>
      <p:grpSp>
        <p:nvGrpSpPr>
          <p:cNvPr id="135" name="object 135"/>
          <p:cNvGrpSpPr/>
          <p:nvPr/>
        </p:nvGrpSpPr>
        <p:grpSpPr>
          <a:xfrm>
            <a:off x="2336292" y="4434839"/>
            <a:ext cx="1050290" cy="378460"/>
            <a:chOff x="2336292" y="4434839"/>
            <a:chExt cx="1050290" cy="378460"/>
          </a:xfrm>
        </p:grpSpPr>
        <p:sp>
          <p:nvSpPr>
            <p:cNvPr id="136" name="object 136"/>
            <p:cNvSpPr/>
            <p:nvPr/>
          </p:nvSpPr>
          <p:spPr>
            <a:xfrm>
              <a:off x="2336279" y="4434839"/>
              <a:ext cx="253365" cy="378460"/>
            </a:xfrm>
            <a:custGeom>
              <a:avLst/>
              <a:gdLst/>
              <a:ahLst/>
              <a:cxnLst/>
              <a:rect l="l" t="t" r="r" b="b"/>
              <a:pathLst>
                <a:path w="253364" h="378460">
                  <a:moveTo>
                    <a:pt x="36576" y="0"/>
                  </a:moveTo>
                  <a:lnTo>
                    <a:pt x="0" y="0"/>
                  </a:lnTo>
                  <a:lnTo>
                    <a:pt x="0" y="298704"/>
                  </a:lnTo>
                  <a:lnTo>
                    <a:pt x="36576" y="298704"/>
                  </a:lnTo>
                  <a:lnTo>
                    <a:pt x="36576" y="0"/>
                  </a:lnTo>
                  <a:close/>
                </a:path>
                <a:path w="253364" h="378460">
                  <a:moveTo>
                    <a:pt x="252996" y="83820"/>
                  </a:moveTo>
                  <a:lnTo>
                    <a:pt x="219468" y="83820"/>
                  </a:lnTo>
                  <a:lnTo>
                    <a:pt x="217944" y="92964"/>
                  </a:lnTo>
                  <a:lnTo>
                    <a:pt x="217944" y="121920"/>
                  </a:lnTo>
                  <a:lnTo>
                    <a:pt x="217944" y="239268"/>
                  </a:lnTo>
                  <a:lnTo>
                    <a:pt x="211937" y="244436"/>
                  </a:lnTo>
                  <a:lnTo>
                    <a:pt x="205371" y="248602"/>
                  </a:lnTo>
                  <a:lnTo>
                    <a:pt x="198221" y="251917"/>
                  </a:lnTo>
                  <a:lnTo>
                    <a:pt x="190512" y="254508"/>
                  </a:lnTo>
                  <a:lnTo>
                    <a:pt x="183654" y="257390"/>
                  </a:lnTo>
                  <a:lnTo>
                    <a:pt x="176796" y="259270"/>
                  </a:lnTo>
                  <a:lnTo>
                    <a:pt x="169938" y="260299"/>
                  </a:lnTo>
                  <a:lnTo>
                    <a:pt x="163080" y="260604"/>
                  </a:lnTo>
                  <a:lnTo>
                    <a:pt x="150241" y="259461"/>
                  </a:lnTo>
                  <a:lnTo>
                    <a:pt x="118325" y="232029"/>
                  </a:lnTo>
                  <a:lnTo>
                    <a:pt x="111264" y="187452"/>
                  </a:lnTo>
                  <a:lnTo>
                    <a:pt x="112382" y="170078"/>
                  </a:lnTo>
                  <a:lnTo>
                    <a:pt x="128028" y="131064"/>
                  </a:lnTo>
                  <a:lnTo>
                    <a:pt x="170700" y="109728"/>
                  </a:lnTo>
                  <a:lnTo>
                    <a:pt x="178320" y="109728"/>
                  </a:lnTo>
                  <a:lnTo>
                    <a:pt x="217944" y="121920"/>
                  </a:lnTo>
                  <a:lnTo>
                    <a:pt x="217944" y="92964"/>
                  </a:lnTo>
                  <a:lnTo>
                    <a:pt x="211988" y="89585"/>
                  </a:lnTo>
                  <a:lnTo>
                    <a:pt x="205752" y="86487"/>
                  </a:lnTo>
                  <a:lnTo>
                    <a:pt x="199504" y="83972"/>
                  </a:lnTo>
                  <a:lnTo>
                    <a:pt x="193560" y="82296"/>
                  </a:lnTo>
                  <a:lnTo>
                    <a:pt x="187312" y="80302"/>
                  </a:lnTo>
                  <a:lnTo>
                    <a:pt x="180225" y="78867"/>
                  </a:lnTo>
                  <a:lnTo>
                    <a:pt x="172554" y="78016"/>
                  </a:lnTo>
                  <a:lnTo>
                    <a:pt x="164604" y="77724"/>
                  </a:lnTo>
                  <a:lnTo>
                    <a:pt x="155714" y="78282"/>
                  </a:lnTo>
                  <a:lnTo>
                    <a:pt x="115455" y="94297"/>
                  </a:lnTo>
                  <a:lnTo>
                    <a:pt x="86258" y="131762"/>
                  </a:lnTo>
                  <a:lnTo>
                    <a:pt x="75234" y="175818"/>
                  </a:lnTo>
                  <a:lnTo>
                    <a:pt x="74688" y="188976"/>
                  </a:lnTo>
                  <a:lnTo>
                    <a:pt x="76085" y="212699"/>
                  </a:lnTo>
                  <a:lnTo>
                    <a:pt x="86893" y="251561"/>
                  </a:lnTo>
                  <a:lnTo>
                    <a:pt x="121551" y="287274"/>
                  </a:lnTo>
                  <a:lnTo>
                    <a:pt x="153936" y="294132"/>
                  </a:lnTo>
                  <a:lnTo>
                    <a:pt x="163906" y="293611"/>
                  </a:lnTo>
                  <a:lnTo>
                    <a:pt x="203466" y="280035"/>
                  </a:lnTo>
                  <a:lnTo>
                    <a:pt x="217944" y="269748"/>
                  </a:lnTo>
                  <a:lnTo>
                    <a:pt x="217944" y="297180"/>
                  </a:lnTo>
                  <a:lnTo>
                    <a:pt x="216420" y="304800"/>
                  </a:lnTo>
                  <a:lnTo>
                    <a:pt x="214896" y="310896"/>
                  </a:lnTo>
                  <a:lnTo>
                    <a:pt x="213372" y="318516"/>
                  </a:lnTo>
                  <a:lnTo>
                    <a:pt x="182956" y="343382"/>
                  </a:lnTo>
                  <a:lnTo>
                    <a:pt x="160032" y="345948"/>
                  </a:lnTo>
                  <a:lnTo>
                    <a:pt x="147840" y="345948"/>
                  </a:lnTo>
                  <a:lnTo>
                    <a:pt x="141744" y="344424"/>
                  </a:lnTo>
                  <a:lnTo>
                    <a:pt x="137172" y="342900"/>
                  </a:lnTo>
                  <a:lnTo>
                    <a:pt x="131076" y="342900"/>
                  </a:lnTo>
                  <a:lnTo>
                    <a:pt x="123456" y="341376"/>
                  </a:lnTo>
                  <a:lnTo>
                    <a:pt x="117360" y="338328"/>
                  </a:lnTo>
                  <a:lnTo>
                    <a:pt x="99072" y="332232"/>
                  </a:lnTo>
                  <a:lnTo>
                    <a:pt x="94500" y="332232"/>
                  </a:lnTo>
                  <a:lnTo>
                    <a:pt x="94500" y="368808"/>
                  </a:lnTo>
                  <a:lnTo>
                    <a:pt x="133832" y="377317"/>
                  </a:lnTo>
                  <a:lnTo>
                    <a:pt x="156984" y="377952"/>
                  </a:lnTo>
                  <a:lnTo>
                    <a:pt x="180416" y="376504"/>
                  </a:lnTo>
                  <a:lnTo>
                    <a:pt x="200418" y="372046"/>
                  </a:lnTo>
                  <a:lnTo>
                    <a:pt x="216992" y="364451"/>
                  </a:lnTo>
                  <a:lnTo>
                    <a:pt x="230136" y="353568"/>
                  </a:lnTo>
                  <a:lnTo>
                    <a:pt x="235140" y="345948"/>
                  </a:lnTo>
                  <a:lnTo>
                    <a:pt x="240131" y="338378"/>
                  </a:lnTo>
                  <a:lnTo>
                    <a:pt x="247281" y="320040"/>
                  </a:lnTo>
                  <a:lnTo>
                    <a:pt x="251561" y="298284"/>
                  </a:lnTo>
                  <a:lnTo>
                    <a:pt x="252996" y="272796"/>
                  </a:lnTo>
                  <a:lnTo>
                    <a:pt x="252996" y="269748"/>
                  </a:lnTo>
                  <a:lnTo>
                    <a:pt x="252996" y="260604"/>
                  </a:lnTo>
                  <a:lnTo>
                    <a:pt x="252996" y="109728"/>
                  </a:lnTo>
                  <a:lnTo>
                    <a:pt x="252996" y="92964"/>
                  </a:lnTo>
                  <a:lnTo>
                    <a:pt x="252996" y="8382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37" name="object 137"/>
            <p:cNvPicPr/>
            <p:nvPr/>
          </p:nvPicPr>
          <p:blipFill>
            <a:blip r:embed="rId50" cstate="print"/>
            <a:stretch>
              <a:fillRect/>
            </a:stretch>
          </p:blipFill>
          <p:spPr>
            <a:xfrm>
              <a:off x="2628900" y="4512563"/>
              <a:ext cx="190500" cy="225552"/>
            </a:xfrm>
            <a:prstGeom prst="rect">
              <a:avLst/>
            </a:prstGeom>
          </p:spPr>
        </p:pic>
        <p:pic>
          <p:nvPicPr>
            <p:cNvPr id="138" name="object 138"/>
            <p:cNvPicPr/>
            <p:nvPr/>
          </p:nvPicPr>
          <p:blipFill>
            <a:blip r:embed="rId51" cstate="print"/>
            <a:stretch>
              <a:fillRect/>
            </a:stretch>
          </p:blipFill>
          <p:spPr>
            <a:xfrm>
              <a:off x="2857500" y="4518659"/>
              <a:ext cx="112775" cy="213360"/>
            </a:xfrm>
            <a:prstGeom prst="rect">
              <a:avLst/>
            </a:prstGeom>
          </p:spPr>
        </p:pic>
        <p:sp>
          <p:nvSpPr>
            <p:cNvPr id="139" name="object 139"/>
            <p:cNvSpPr/>
            <p:nvPr/>
          </p:nvSpPr>
          <p:spPr>
            <a:xfrm>
              <a:off x="2996171" y="4434839"/>
              <a:ext cx="390525" cy="302260"/>
            </a:xfrm>
            <a:custGeom>
              <a:avLst/>
              <a:gdLst/>
              <a:ahLst/>
              <a:cxnLst/>
              <a:rect l="l" t="t" r="r" b="b"/>
              <a:pathLst>
                <a:path w="390525" h="302260">
                  <a:moveTo>
                    <a:pt x="38100" y="83820"/>
                  </a:moveTo>
                  <a:lnTo>
                    <a:pt x="3048" y="83820"/>
                  </a:lnTo>
                  <a:lnTo>
                    <a:pt x="3048" y="297180"/>
                  </a:lnTo>
                  <a:lnTo>
                    <a:pt x="38100" y="297180"/>
                  </a:lnTo>
                  <a:lnTo>
                    <a:pt x="38100" y="83820"/>
                  </a:lnTo>
                  <a:close/>
                </a:path>
                <a:path w="390525" h="302260">
                  <a:moveTo>
                    <a:pt x="41148" y="10668"/>
                  </a:moveTo>
                  <a:lnTo>
                    <a:pt x="0" y="10668"/>
                  </a:lnTo>
                  <a:lnTo>
                    <a:pt x="0" y="48768"/>
                  </a:lnTo>
                  <a:lnTo>
                    <a:pt x="41148" y="48768"/>
                  </a:lnTo>
                  <a:lnTo>
                    <a:pt x="41148" y="10668"/>
                  </a:lnTo>
                  <a:close/>
                </a:path>
                <a:path w="390525" h="302260">
                  <a:moveTo>
                    <a:pt x="195084" y="83820"/>
                  </a:moveTo>
                  <a:lnTo>
                    <a:pt x="129552" y="83820"/>
                  </a:lnTo>
                  <a:lnTo>
                    <a:pt x="129552" y="22860"/>
                  </a:lnTo>
                  <a:lnTo>
                    <a:pt x="92976" y="22860"/>
                  </a:lnTo>
                  <a:lnTo>
                    <a:pt x="92976" y="83820"/>
                  </a:lnTo>
                  <a:lnTo>
                    <a:pt x="68592" y="83820"/>
                  </a:lnTo>
                  <a:lnTo>
                    <a:pt x="68592" y="114300"/>
                  </a:lnTo>
                  <a:lnTo>
                    <a:pt x="92976" y="114300"/>
                  </a:lnTo>
                  <a:lnTo>
                    <a:pt x="92976" y="231648"/>
                  </a:lnTo>
                  <a:lnTo>
                    <a:pt x="94094" y="248780"/>
                  </a:lnTo>
                  <a:lnTo>
                    <a:pt x="109740" y="284988"/>
                  </a:lnTo>
                  <a:lnTo>
                    <a:pt x="155460" y="301752"/>
                  </a:lnTo>
                  <a:lnTo>
                    <a:pt x="167652" y="301752"/>
                  </a:lnTo>
                  <a:lnTo>
                    <a:pt x="175272" y="300228"/>
                  </a:lnTo>
                  <a:lnTo>
                    <a:pt x="181368" y="298704"/>
                  </a:lnTo>
                  <a:lnTo>
                    <a:pt x="188988" y="297180"/>
                  </a:lnTo>
                  <a:lnTo>
                    <a:pt x="195084" y="295656"/>
                  </a:lnTo>
                  <a:lnTo>
                    <a:pt x="195084" y="263652"/>
                  </a:lnTo>
                  <a:lnTo>
                    <a:pt x="190512" y="263652"/>
                  </a:lnTo>
                  <a:lnTo>
                    <a:pt x="181368" y="268224"/>
                  </a:lnTo>
                  <a:lnTo>
                    <a:pt x="176796" y="269748"/>
                  </a:lnTo>
                  <a:lnTo>
                    <a:pt x="156984" y="269748"/>
                  </a:lnTo>
                  <a:lnTo>
                    <a:pt x="149364" y="268224"/>
                  </a:lnTo>
                  <a:lnTo>
                    <a:pt x="140220" y="265176"/>
                  </a:lnTo>
                  <a:lnTo>
                    <a:pt x="134124" y="256032"/>
                  </a:lnTo>
                  <a:lnTo>
                    <a:pt x="132600" y="251460"/>
                  </a:lnTo>
                  <a:lnTo>
                    <a:pt x="131076" y="245364"/>
                  </a:lnTo>
                  <a:lnTo>
                    <a:pt x="129552" y="240792"/>
                  </a:lnTo>
                  <a:lnTo>
                    <a:pt x="129552" y="114300"/>
                  </a:lnTo>
                  <a:lnTo>
                    <a:pt x="195084" y="114300"/>
                  </a:lnTo>
                  <a:lnTo>
                    <a:pt x="195084" y="83820"/>
                  </a:lnTo>
                  <a:close/>
                </a:path>
                <a:path w="390525" h="302260">
                  <a:moveTo>
                    <a:pt x="390144" y="158496"/>
                  </a:moveTo>
                  <a:lnTo>
                    <a:pt x="379857" y="110490"/>
                  </a:lnTo>
                  <a:lnTo>
                    <a:pt x="350901" y="83248"/>
                  </a:lnTo>
                  <a:lnTo>
                    <a:pt x="323088" y="77724"/>
                  </a:lnTo>
                  <a:lnTo>
                    <a:pt x="314210" y="78282"/>
                  </a:lnTo>
                  <a:lnTo>
                    <a:pt x="273558" y="95059"/>
                  </a:lnTo>
                  <a:lnTo>
                    <a:pt x="257556" y="108204"/>
                  </a:lnTo>
                  <a:lnTo>
                    <a:pt x="257556" y="0"/>
                  </a:lnTo>
                  <a:lnTo>
                    <a:pt x="222504" y="0"/>
                  </a:lnTo>
                  <a:lnTo>
                    <a:pt x="222504" y="297180"/>
                  </a:lnTo>
                  <a:lnTo>
                    <a:pt x="257556" y="297180"/>
                  </a:lnTo>
                  <a:lnTo>
                    <a:pt x="257556" y="138684"/>
                  </a:lnTo>
                  <a:lnTo>
                    <a:pt x="264439" y="133019"/>
                  </a:lnTo>
                  <a:lnTo>
                    <a:pt x="300228" y="114109"/>
                  </a:lnTo>
                  <a:lnTo>
                    <a:pt x="313944" y="112776"/>
                  </a:lnTo>
                  <a:lnTo>
                    <a:pt x="323088" y="112776"/>
                  </a:lnTo>
                  <a:lnTo>
                    <a:pt x="348996" y="132588"/>
                  </a:lnTo>
                  <a:lnTo>
                    <a:pt x="352044" y="140208"/>
                  </a:lnTo>
                  <a:lnTo>
                    <a:pt x="352044" y="147828"/>
                  </a:lnTo>
                  <a:lnTo>
                    <a:pt x="352933" y="154686"/>
                  </a:lnTo>
                  <a:lnTo>
                    <a:pt x="353377" y="161544"/>
                  </a:lnTo>
                  <a:lnTo>
                    <a:pt x="353555" y="168402"/>
                  </a:lnTo>
                  <a:lnTo>
                    <a:pt x="353568" y="297180"/>
                  </a:lnTo>
                  <a:lnTo>
                    <a:pt x="390144" y="297180"/>
                  </a:lnTo>
                  <a:lnTo>
                    <a:pt x="390144" y="158496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40" name="object 140"/>
          <p:cNvSpPr/>
          <p:nvPr/>
        </p:nvSpPr>
        <p:spPr>
          <a:xfrm>
            <a:off x="3436620" y="4512563"/>
            <a:ext cx="279400" cy="219710"/>
          </a:xfrm>
          <a:custGeom>
            <a:avLst/>
            <a:gdLst/>
            <a:ahLst/>
            <a:cxnLst/>
            <a:rect l="l" t="t" r="r" b="b"/>
            <a:pathLst>
              <a:path w="279400" h="219710">
                <a:moveTo>
                  <a:pt x="278892" y="219456"/>
                </a:moveTo>
                <a:lnTo>
                  <a:pt x="242316" y="219456"/>
                </a:lnTo>
                <a:lnTo>
                  <a:pt x="242292" y="89154"/>
                </a:lnTo>
                <a:lnTo>
                  <a:pt x="242125" y="82296"/>
                </a:lnTo>
                <a:lnTo>
                  <a:pt x="241673" y="75438"/>
                </a:lnTo>
                <a:lnTo>
                  <a:pt x="240792" y="68580"/>
                </a:lnTo>
                <a:lnTo>
                  <a:pt x="240792" y="60960"/>
                </a:lnTo>
                <a:lnTo>
                  <a:pt x="220980" y="35051"/>
                </a:lnTo>
                <a:lnTo>
                  <a:pt x="199644" y="35051"/>
                </a:lnTo>
                <a:lnTo>
                  <a:pt x="190500" y="36575"/>
                </a:lnTo>
                <a:lnTo>
                  <a:pt x="182880" y="41148"/>
                </a:lnTo>
                <a:lnTo>
                  <a:pt x="176260" y="44886"/>
                </a:lnTo>
                <a:lnTo>
                  <a:pt x="169926" y="49339"/>
                </a:lnTo>
                <a:lnTo>
                  <a:pt x="163591" y="54649"/>
                </a:lnTo>
                <a:lnTo>
                  <a:pt x="156972" y="60960"/>
                </a:lnTo>
                <a:lnTo>
                  <a:pt x="156972" y="219456"/>
                </a:lnTo>
                <a:lnTo>
                  <a:pt x="120396" y="219456"/>
                </a:lnTo>
                <a:lnTo>
                  <a:pt x="120396" y="68580"/>
                </a:lnTo>
                <a:lnTo>
                  <a:pt x="118872" y="60960"/>
                </a:lnTo>
                <a:lnTo>
                  <a:pt x="115824" y="48768"/>
                </a:lnTo>
                <a:lnTo>
                  <a:pt x="112776" y="44196"/>
                </a:lnTo>
                <a:lnTo>
                  <a:pt x="109728" y="41148"/>
                </a:lnTo>
                <a:lnTo>
                  <a:pt x="103632" y="38100"/>
                </a:lnTo>
                <a:lnTo>
                  <a:pt x="99060" y="35051"/>
                </a:lnTo>
                <a:lnTo>
                  <a:pt x="77724" y="35051"/>
                </a:lnTo>
                <a:lnTo>
                  <a:pt x="70104" y="36575"/>
                </a:lnTo>
                <a:lnTo>
                  <a:pt x="36576" y="60960"/>
                </a:lnTo>
                <a:lnTo>
                  <a:pt x="36576" y="219456"/>
                </a:lnTo>
                <a:lnTo>
                  <a:pt x="0" y="219456"/>
                </a:lnTo>
                <a:lnTo>
                  <a:pt x="0" y="6096"/>
                </a:lnTo>
                <a:lnTo>
                  <a:pt x="36576" y="6096"/>
                </a:lnTo>
                <a:lnTo>
                  <a:pt x="36576" y="30480"/>
                </a:lnTo>
                <a:lnTo>
                  <a:pt x="43434" y="23264"/>
                </a:lnTo>
                <a:lnTo>
                  <a:pt x="78676" y="2095"/>
                </a:lnTo>
                <a:lnTo>
                  <a:pt x="94488" y="0"/>
                </a:lnTo>
                <a:lnTo>
                  <a:pt x="103584" y="571"/>
                </a:lnTo>
                <a:lnTo>
                  <a:pt x="140589" y="20574"/>
                </a:lnTo>
                <a:lnTo>
                  <a:pt x="150876" y="36575"/>
                </a:lnTo>
                <a:lnTo>
                  <a:pt x="158853" y="28003"/>
                </a:lnTo>
                <a:lnTo>
                  <a:pt x="189380" y="5143"/>
                </a:lnTo>
                <a:lnTo>
                  <a:pt x="214884" y="0"/>
                </a:lnTo>
                <a:lnTo>
                  <a:pt x="221718" y="285"/>
                </a:lnTo>
                <a:lnTo>
                  <a:pt x="260604" y="18288"/>
                </a:lnTo>
                <a:lnTo>
                  <a:pt x="272796" y="42672"/>
                </a:lnTo>
                <a:lnTo>
                  <a:pt x="275677" y="50101"/>
                </a:lnTo>
                <a:lnTo>
                  <a:pt x="277558" y="58674"/>
                </a:lnTo>
                <a:lnTo>
                  <a:pt x="278582" y="68389"/>
                </a:lnTo>
                <a:lnTo>
                  <a:pt x="278892" y="79248"/>
                </a:lnTo>
                <a:lnTo>
                  <a:pt x="278892" y="21945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1" name="object 141"/>
          <p:cNvSpPr/>
          <p:nvPr/>
        </p:nvSpPr>
        <p:spPr>
          <a:xfrm>
            <a:off x="3773423" y="4677155"/>
            <a:ext cx="45720" cy="55244"/>
          </a:xfrm>
          <a:custGeom>
            <a:avLst/>
            <a:gdLst/>
            <a:ahLst/>
            <a:cxnLst/>
            <a:rect l="l" t="t" r="r" b="b"/>
            <a:pathLst>
              <a:path w="45720" h="55245">
                <a:moveTo>
                  <a:pt x="45719" y="54863"/>
                </a:moveTo>
                <a:lnTo>
                  <a:pt x="0" y="54863"/>
                </a:lnTo>
                <a:lnTo>
                  <a:pt x="0" y="0"/>
                </a:lnTo>
                <a:lnTo>
                  <a:pt x="45719" y="0"/>
                </a:lnTo>
                <a:lnTo>
                  <a:pt x="45719" y="5486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2" name="object 142"/>
          <p:cNvSpPr/>
          <p:nvPr/>
        </p:nvSpPr>
        <p:spPr>
          <a:xfrm>
            <a:off x="1748027" y="5141976"/>
            <a:ext cx="135890" cy="135890"/>
          </a:xfrm>
          <a:custGeom>
            <a:avLst/>
            <a:gdLst/>
            <a:ahLst/>
            <a:cxnLst/>
            <a:rect l="l" t="t" r="r" b="b"/>
            <a:pathLst>
              <a:path w="135889" h="135889">
                <a:moveTo>
                  <a:pt x="135635" y="135635"/>
                </a:moveTo>
                <a:lnTo>
                  <a:pt x="0" y="135635"/>
                </a:lnTo>
                <a:lnTo>
                  <a:pt x="0" y="0"/>
                </a:lnTo>
                <a:lnTo>
                  <a:pt x="135635" y="0"/>
                </a:lnTo>
                <a:lnTo>
                  <a:pt x="135635" y="135635"/>
                </a:lnTo>
                <a:close/>
              </a:path>
            </a:pathLst>
          </a:custGeom>
          <a:solidFill>
            <a:srgbClr val="3333CC"/>
          </a:solidFill>
        </p:spPr>
        <p:txBody>
          <a:bodyPr wrap="square" lIns="0" tIns="0" rIns="0" bIns="0" rtlCol="0"/>
          <a:lstStyle/>
          <a:p>
            <a:endParaRPr/>
          </a:p>
        </p:txBody>
      </p:sp>
      <p:pic>
        <p:nvPicPr>
          <p:cNvPr id="143" name="object 143"/>
          <p:cNvPicPr/>
          <p:nvPr/>
        </p:nvPicPr>
        <p:blipFill>
          <a:blip r:embed="rId52" cstate="print"/>
          <a:stretch>
            <a:fillRect/>
          </a:stretch>
        </p:blipFill>
        <p:spPr>
          <a:xfrm>
            <a:off x="2124455" y="4997196"/>
            <a:ext cx="2182368" cy="376427"/>
          </a:xfrm>
          <a:prstGeom prst="rect">
            <a:avLst/>
          </a:prstGeom>
        </p:spPr>
      </p:pic>
      <p:grpSp>
        <p:nvGrpSpPr>
          <p:cNvPr id="144" name="object 144"/>
          <p:cNvGrpSpPr/>
          <p:nvPr/>
        </p:nvGrpSpPr>
        <p:grpSpPr>
          <a:xfrm>
            <a:off x="4433315" y="5020055"/>
            <a:ext cx="497205" cy="280670"/>
            <a:chOff x="4433315" y="5020055"/>
            <a:chExt cx="497205" cy="280670"/>
          </a:xfrm>
        </p:grpSpPr>
        <p:pic>
          <p:nvPicPr>
            <p:cNvPr id="145" name="object 145"/>
            <p:cNvPicPr/>
            <p:nvPr/>
          </p:nvPicPr>
          <p:blipFill>
            <a:blip r:embed="rId53" cstate="print"/>
            <a:stretch>
              <a:fillRect/>
            </a:stretch>
          </p:blipFill>
          <p:spPr>
            <a:xfrm>
              <a:off x="4433315" y="5074919"/>
              <a:ext cx="356616" cy="225551"/>
            </a:xfrm>
            <a:prstGeom prst="rect">
              <a:avLst/>
            </a:prstGeom>
          </p:spPr>
        </p:pic>
        <p:sp>
          <p:nvSpPr>
            <p:cNvPr id="146" name="object 146"/>
            <p:cNvSpPr/>
            <p:nvPr/>
          </p:nvSpPr>
          <p:spPr>
            <a:xfrm>
              <a:off x="4805171" y="5020055"/>
              <a:ext cx="125095" cy="279400"/>
            </a:xfrm>
            <a:custGeom>
              <a:avLst/>
              <a:gdLst/>
              <a:ahLst/>
              <a:cxnLst/>
              <a:rect l="l" t="t" r="r" b="b"/>
              <a:pathLst>
                <a:path w="125095" h="279400">
                  <a:moveTo>
                    <a:pt x="97536" y="278892"/>
                  </a:moveTo>
                  <a:lnTo>
                    <a:pt x="85344" y="278892"/>
                  </a:lnTo>
                  <a:lnTo>
                    <a:pt x="71342" y="277772"/>
                  </a:lnTo>
                  <a:lnTo>
                    <a:pt x="32504" y="252722"/>
                  </a:lnTo>
                  <a:lnTo>
                    <a:pt x="22860" y="208788"/>
                  </a:lnTo>
                  <a:lnTo>
                    <a:pt x="22860" y="91440"/>
                  </a:lnTo>
                  <a:lnTo>
                    <a:pt x="0" y="91440"/>
                  </a:lnTo>
                  <a:lnTo>
                    <a:pt x="0" y="60960"/>
                  </a:lnTo>
                  <a:lnTo>
                    <a:pt x="22860" y="60960"/>
                  </a:lnTo>
                  <a:lnTo>
                    <a:pt x="22860" y="0"/>
                  </a:lnTo>
                  <a:lnTo>
                    <a:pt x="59436" y="0"/>
                  </a:lnTo>
                  <a:lnTo>
                    <a:pt x="59436" y="60960"/>
                  </a:lnTo>
                  <a:lnTo>
                    <a:pt x="124968" y="60960"/>
                  </a:lnTo>
                  <a:lnTo>
                    <a:pt x="124968" y="91440"/>
                  </a:lnTo>
                  <a:lnTo>
                    <a:pt x="59436" y="91440"/>
                  </a:lnTo>
                  <a:lnTo>
                    <a:pt x="59436" y="217932"/>
                  </a:lnTo>
                  <a:lnTo>
                    <a:pt x="60960" y="224028"/>
                  </a:lnTo>
                  <a:lnTo>
                    <a:pt x="62484" y="228600"/>
                  </a:lnTo>
                  <a:lnTo>
                    <a:pt x="64008" y="234696"/>
                  </a:lnTo>
                  <a:lnTo>
                    <a:pt x="67056" y="237744"/>
                  </a:lnTo>
                  <a:lnTo>
                    <a:pt x="70104" y="242316"/>
                  </a:lnTo>
                  <a:lnTo>
                    <a:pt x="74676" y="243840"/>
                  </a:lnTo>
                  <a:lnTo>
                    <a:pt x="79248" y="246888"/>
                  </a:lnTo>
                  <a:lnTo>
                    <a:pt x="106680" y="246888"/>
                  </a:lnTo>
                  <a:lnTo>
                    <a:pt x="111252" y="245364"/>
                  </a:lnTo>
                  <a:lnTo>
                    <a:pt x="117348" y="242316"/>
                  </a:lnTo>
                  <a:lnTo>
                    <a:pt x="120396" y="242316"/>
                  </a:lnTo>
                  <a:lnTo>
                    <a:pt x="123444" y="240792"/>
                  </a:lnTo>
                  <a:lnTo>
                    <a:pt x="124968" y="240792"/>
                  </a:lnTo>
                  <a:lnTo>
                    <a:pt x="124968" y="272796"/>
                  </a:lnTo>
                  <a:lnTo>
                    <a:pt x="112776" y="275844"/>
                  </a:lnTo>
                  <a:lnTo>
                    <a:pt x="97536" y="278892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47" name="object 147"/>
          <p:cNvSpPr/>
          <p:nvPr/>
        </p:nvSpPr>
        <p:spPr>
          <a:xfrm>
            <a:off x="4977383" y="5081016"/>
            <a:ext cx="45720" cy="55244"/>
          </a:xfrm>
          <a:custGeom>
            <a:avLst/>
            <a:gdLst/>
            <a:ahLst/>
            <a:cxnLst/>
            <a:rect l="l" t="t" r="r" b="b"/>
            <a:pathLst>
              <a:path w="45720" h="55245">
                <a:moveTo>
                  <a:pt x="45720" y="54864"/>
                </a:moveTo>
                <a:lnTo>
                  <a:pt x="0" y="54864"/>
                </a:lnTo>
                <a:lnTo>
                  <a:pt x="0" y="0"/>
                </a:lnTo>
                <a:lnTo>
                  <a:pt x="45720" y="0"/>
                </a:lnTo>
                <a:lnTo>
                  <a:pt x="45720" y="5486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8" name="object 148"/>
          <p:cNvSpPr/>
          <p:nvPr/>
        </p:nvSpPr>
        <p:spPr>
          <a:xfrm>
            <a:off x="4977383" y="5239511"/>
            <a:ext cx="45720" cy="55244"/>
          </a:xfrm>
          <a:custGeom>
            <a:avLst/>
            <a:gdLst/>
            <a:ahLst/>
            <a:cxnLst/>
            <a:rect l="l" t="t" r="r" b="b"/>
            <a:pathLst>
              <a:path w="45720" h="55245">
                <a:moveTo>
                  <a:pt x="45720" y="54863"/>
                </a:moveTo>
                <a:lnTo>
                  <a:pt x="0" y="54863"/>
                </a:lnTo>
                <a:lnTo>
                  <a:pt x="0" y="0"/>
                </a:lnTo>
                <a:lnTo>
                  <a:pt x="45720" y="0"/>
                </a:lnTo>
                <a:lnTo>
                  <a:pt x="45720" y="5486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9" name="object 149"/>
          <p:cNvSpPr/>
          <p:nvPr/>
        </p:nvSpPr>
        <p:spPr>
          <a:xfrm>
            <a:off x="5341620" y="5009388"/>
            <a:ext cx="204470" cy="285115"/>
          </a:xfrm>
          <a:custGeom>
            <a:avLst/>
            <a:gdLst/>
            <a:ahLst/>
            <a:cxnLst/>
            <a:rect l="l" t="t" r="r" b="b"/>
            <a:pathLst>
              <a:path w="204470" h="285114">
                <a:moveTo>
                  <a:pt x="204216" y="284988"/>
                </a:moveTo>
                <a:lnTo>
                  <a:pt x="161544" y="284988"/>
                </a:lnTo>
                <a:lnTo>
                  <a:pt x="35052" y="39623"/>
                </a:lnTo>
                <a:lnTo>
                  <a:pt x="35052" y="284988"/>
                </a:lnTo>
                <a:lnTo>
                  <a:pt x="0" y="284988"/>
                </a:lnTo>
                <a:lnTo>
                  <a:pt x="0" y="0"/>
                </a:lnTo>
                <a:lnTo>
                  <a:pt x="53340" y="0"/>
                </a:lnTo>
                <a:lnTo>
                  <a:pt x="167640" y="225551"/>
                </a:lnTo>
                <a:lnTo>
                  <a:pt x="167640" y="0"/>
                </a:lnTo>
                <a:lnTo>
                  <a:pt x="204216" y="0"/>
                </a:lnTo>
                <a:lnTo>
                  <a:pt x="204216" y="28498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50" name="object 150"/>
          <p:cNvGrpSpPr/>
          <p:nvPr/>
        </p:nvGrpSpPr>
        <p:grpSpPr>
          <a:xfrm>
            <a:off x="5602223" y="5009387"/>
            <a:ext cx="1030605" cy="291465"/>
            <a:chOff x="5602223" y="5009387"/>
            <a:chExt cx="1030605" cy="291465"/>
          </a:xfrm>
        </p:grpSpPr>
        <p:sp>
          <p:nvSpPr>
            <p:cNvPr id="151" name="object 151"/>
            <p:cNvSpPr/>
            <p:nvPr/>
          </p:nvSpPr>
          <p:spPr>
            <a:xfrm>
              <a:off x="5602211" y="5009387"/>
              <a:ext cx="314325" cy="285115"/>
            </a:xfrm>
            <a:custGeom>
              <a:avLst/>
              <a:gdLst/>
              <a:ahLst/>
              <a:cxnLst/>
              <a:rect l="l" t="t" r="r" b="b"/>
              <a:pathLst>
                <a:path w="314325" h="285114">
                  <a:moveTo>
                    <a:pt x="179832" y="86868"/>
                  </a:moveTo>
                  <a:lnTo>
                    <a:pt x="170688" y="45720"/>
                  </a:lnTo>
                  <a:lnTo>
                    <a:pt x="140208" y="14643"/>
                  </a:lnTo>
                  <a:lnTo>
                    <a:pt x="140208" y="77724"/>
                  </a:lnTo>
                  <a:lnTo>
                    <a:pt x="140208" y="96012"/>
                  </a:lnTo>
                  <a:lnTo>
                    <a:pt x="120091" y="133832"/>
                  </a:lnTo>
                  <a:lnTo>
                    <a:pt x="74866" y="146265"/>
                  </a:lnTo>
                  <a:lnTo>
                    <a:pt x="64008" y="146304"/>
                  </a:lnTo>
                  <a:lnTo>
                    <a:pt x="38100" y="146304"/>
                  </a:lnTo>
                  <a:lnTo>
                    <a:pt x="38100" y="33528"/>
                  </a:lnTo>
                  <a:lnTo>
                    <a:pt x="70104" y="33528"/>
                  </a:lnTo>
                  <a:lnTo>
                    <a:pt x="106680" y="38100"/>
                  </a:lnTo>
                  <a:lnTo>
                    <a:pt x="114300" y="39624"/>
                  </a:lnTo>
                  <a:lnTo>
                    <a:pt x="126492" y="48768"/>
                  </a:lnTo>
                  <a:lnTo>
                    <a:pt x="132588" y="54864"/>
                  </a:lnTo>
                  <a:lnTo>
                    <a:pt x="135636" y="62484"/>
                  </a:lnTo>
                  <a:lnTo>
                    <a:pt x="138684" y="68580"/>
                  </a:lnTo>
                  <a:lnTo>
                    <a:pt x="140208" y="77724"/>
                  </a:lnTo>
                  <a:lnTo>
                    <a:pt x="140208" y="14643"/>
                  </a:lnTo>
                  <a:lnTo>
                    <a:pt x="95250" y="1143"/>
                  </a:lnTo>
                  <a:lnTo>
                    <a:pt x="71628" y="0"/>
                  </a:lnTo>
                  <a:lnTo>
                    <a:pt x="0" y="0"/>
                  </a:lnTo>
                  <a:lnTo>
                    <a:pt x="0" y="284988"/>
                  </a:lnTo>
                  <a:lnTo>
                    <a:pt x="38100" y="284988"/>
                  </a:lnTo>
                  <a:lnTo>
                    <a:pt x="38100" y="179832"/>
                  </a:lnTo>
                  <a:lnTo>
                    <a:pt x="70104" y="179832"/>
                  </a:lnTo>
                  <a:lnTo>
                    <a:pt x="110185" y="175336"/>
                  </a:lnTo>
                  <a:lnTo>
                    <a:pt x="147408" y="156578"/>
                  </a:lnTo>
                  <a:lnTo>
                    <a:pt x="173736" y="121920"/>
                  </a:lnTo>
                  <a:lnTo>
                    <a:pt x="179527" y="96012"/>
                  </a:lnTo>
                  <a:lnTo>
                    <a:pt x="179832" y="86868"/>
                  </a:lnTo>
                  <a:close/>
                </a:path>
                <a:path w="314325" h="285114">
                  <a:moveTo>
                    <a:pt x="313944" y="143268"/>
                  </a:moveTo>
                  <a:lnTo>
                    <a:pt x="205752" y="143268"/>
                  </a:lnTo>
                  <a:lnTo>
                    <a:pt x="205752" y="178320"/>
                  </a:lnTo>
                  <a:lnTo>
                    <a:pt x="313944" y="178320"/>
                  </a:lnTo>
                  <a:lnTo>
                    <a:pt x="313944" y="143268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52" name="object 152"/>
            <p:cNvPicPr/>
            <p:nvPr/>
          </p:nvPicPr>
          <p:blipFill>
            <a:blip r:embed="rId54" cstate="print"/>
            <a:stretch>
              <a:fillRect/>
            </a:stretch>
          </p:blipFill>
          <p:spPr>
            <a:xfrm>
              <a:off x="5945123" y="5074919"/>
              <a:ext cx="371856" cy="225552"/>
            </a:xfrm>
            <a:prstGeom prst="rect">
              <a:avLst/>
            </a:prstGeom>
          </p:spPr>
        </p:pic>
        <p:sp>
          <p:nvSpPr>
            <p:cNvPr id="153" name="object 153"/>
            <p:cNvSpPr/>
            <p:nvPr/>
          </p:nvSpPr>
          <p:spPr>
            <a:xfrm>
              <a:off x="6355080" y="5074920"/>
              <a:ext cx="277495" cy="219710"/>
            </a:xfrm>
            <a:custGeom>
              <a:avLst/>
              <a:gdLst/>
              <a:ahLst/>
              <a:cxnLst/>
              <a:rect l="l" t="t" r="r" b="b"/>
              <a:pathLst>
                <a:path w="277495" h="219710">
                  <a:moveTo>
                    <a:pt x="277368" y="219456"/>
                  </a:moveTo>
                  <a:lnTo>
                    <a:pt x="242316" y="219456"/>
                  </a:lnTo>
                  <a:lnTo>
                    <a:pt x="242292" y="89154"/>
                  </a:lnTo>
                  <a:lnTo>
                    <a:pt x="242125" y="82296"/>
                  </a:lnTo>
                  <a:lnTo>
                    <a:pt x="241673" y="75438"/>
                  </a:lnTo>
                  <a:lnTo>
                    <a:pt x="240792" y="68580"/>
                  </a:lnTo>
                  <a:lnTo>
                    <a:pt x="240792" y="60960"/>
                  </a:lnTo>
                  <a:lnTo>
                    <a:pt x="213360" y="35051"/>
                  </a:lnTo>
                  <a:lnTo>
                    <a:pt x="198120" y="35051"/>
                  </a:lnTo>
                  <a:lnTo>
                    <a:pt x="190500" y="36575"/>
                  </a:lnTo>
                  <a:lnTo>
                    <a:pt x="182880" y="41148"/>
                  </a:lnTo>
                  <a:lnTo>
                    <a:pt x="176022" y="44886"/>
                  </a:lnTo>
                  <a:lnTo>
                    <a:pt x="169164" y="49339"/>
                  </a:lnTo>
                  <a:lnTo>
                    <a:pt x="162306" y="54649"/>
                  </a:lnTo>
                  <a:lnTo>
                    <a:pt x="155448" y="60960"/>
                  </a:lnTo>
                  <a:lnTo>
                    <a:pt x="155448" y="62484"/>
                  </a:lnTo>
                  <a:lnTo>
                    <a:pt x="156972" y="65532"/>
                  </a:lnTo>
                  <a:lnTo>
                    <a:pt x="156972" y="219456"/>
                  </a:lnTo>
                  <a:lnTo>
                    <a:pt x="120396" y="219456"/>
                  </a:lnTo>
                  <a:lnTo>
                    <a:pt x="120396" y="68580"/>
                  </a:lnTo>
                  <a:lnTo>
                    <a:pt x="118872" y="60960"/>
                  </a:lnTo>
                  <a:lnTo>
                    <a:pt x="117348" y="54864"/>
                  </a:lnTo>
                  <a:lnTo>
                    <a:pt x="114300" y="48768"/>
                  </a:lnTo>
                  <a:lnTo>
                    <a:pt x="112776" y="44196"/>
                  </a:lnTo>
                  <a:lnTo>
                    <a:pt x="103632" y="38100"/>
                  </a:lnTo>
                  <a:lnTo>
                    <a:pt x="99060" y="36575"/>
                  </a:lnTo>
                  <a:lnTo>
                    <a:pt x="92964" y="35051"/>
                  </a:lnTo>
                  <a:lnTo>
                    <a:pt x="77724" y="35051"/>
                  </a:lnTo>
                  <a:lnTo>
                    <a:pt x="35052" y="60960"/>
                  </a:lnTo>
                  <a:lnTo>
                    <a:pt x="35052" y="219456"/>
                  </a:lnTo>
                  <a:lnTo>
                    <a:pt x="0" y="219456"/>
                  </a:lnTo>
                  <a:lnTo>
                    <a:pt x="0" y="6096"/>
                  </a:lnTo>
                  <a:lnTo>
                    <a:pt x="35052" y="6096"/>
                  </a:lnTo>
                  <a:lnTo>
                    <a:pt x="35052" y="30480"/>
                  </a:lnTo>
                  <a:lnTo>
                    <a:pt x="50101" y="17907"/>
                  </a:lnTo>
                  <a:lnTo>
                    <a:pt x="85867" y="547"/>
                  </a:lnTo>
                  <a:lnTo>
                    <a:pt x="94488" y="0"/>
                  </a:lnTo>
                  <a:lnTo>
                    <a:pt x="103370" y="571"/>
                  </a:lnTo>
                  <a:lnTo>
                    <a:pt x="140398" y="20574"/>
                  </a:lnTo>
                  <a:lnTo>
                    <a:pt x="149352" y="36575"/>
                  </a:lnTo>
                  <a:lnTo>
                    <a:pt x="157353" y="28860"/>
                  </a:lnTo>
                  <a:lnTo>
                    <a:pt x="189380" y="5143"/>
                  </a:lnTo>
                  <a:lnTo>
                    <a:pt x="214884" y="0"/>
                  </a:lnTo>
                  <a:lnTo>
                    <a:pt x="221718" y="285"/>
                  </a:lnTo>
                  <a:lnTo>
                    <a:pt x="260604" y="18288"/>
                  </a:lnTo>
                  <a:lnTo>
                    <a:pt x="276225" y="58674"/>
                  </a:lnTo>
                  <a:lnTo>
                    <a:pt x="277368" y="79248"/>
                  </a:lnTo>
                  <a:lnTo>
                    <a:pt x="277368" y="219456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54" name="object 154"/>
          <p:cNvGrpSpPr/>
          <p:nvPr/>
        </p:nvGrpSpPr>
        <p:grpSpPr>
          <a:xfrm>
            <a:off x="6684264" y="4997196"/>
            <a:ext cx="904240" cy="376555"/>
            <a:chOff x="6684264" y="4997196"/>
            <a:chExt cx="904240" cy="376555"/>
          </a:xfrm>
        </p:grpSpPr>
        <p:sp>
          <p:nvSpPr>
            <p:cNvPr id="155" name="object 155"/>
            <p:cNvSpPr/>
            <p:nvPr/>
          </p:nvSpPr>
          <p:spPr>
            <a:xfrm>
              <a:off x="6684251" y="4997208"/>
              <a:ext cx="253365" cy="376555"/>
            </a:xfrm>
            <a:custGeom>
              <a:avLst/>
              <a:gdLst/>
              <a:ahLst/>
              <a:cxnLst/>
              <a:rect l="l" t="t" r="r" b="b"/>
              <a:pathLst>
                <a:path w="253365" h="376554">
                  <a:moveTo>
                    <a:pt x="178308" y="184391"/>
                  </a:moveTo>
                  <a:lnTo>
                    <a:pt x="173545" y="140957"/>
                  </a:lnTo>
                  <a:lnTo>
                    <a:pt x="147091" y="94437"/>
                  </a:lnTo>
                  <a:lnTo>
                    <a:pt x="141732" y="90843"/>
                  </a:lnTo>
                  <a:lnTo>
                    <a:pt x="141732" y="188963"/>
                  </a:lnTo>
                  <a:lnTo>
                    <a:pt x="140639" y="207251"/>
                  </a:lnTo>
                  <a:lnTo>
                    <a:pt x="126492" y="248399"/>
                  </a:lnTo>
                  <a:lnTo>
                    <a:pt x="82296" y="269735"/>
                  </a:lnTo>
                  <a:lnTo>
                    <a:pt x="73152" y="269735"/>
                  </a:lnTo>
                  <a:lnTo>
                    <a:pt x="35052" y="257543"/>
                  </a:lnTo>
                  <a:lnTo>
                    <a:pt x="35052" y="137147"/>
                  </a:lnTo>
                  <a:lnTo>
                    <a:pt x="69583" y="115989"/>
                  </a:lnTo>
                  <a:lnTo>
                    <a:pt x="91440" y="112763"/>
                  </a:lnTo>
                  <a:lnTo>
                    <a:pt x="104038" y="113931"/>
                  </a:lnTo>
                  <a:lnTo>
                    <a:pt x="134670" y="143751"/>
                  </a:lnTo>
                  <a:lnTo>
                    <a:pt x="141732" y="188963"/>
                  </a:lnTo>
                  <a:lnTo>
                    <a:pt x="141732" y="90843"/>
                  </a:lnTo>
                  <a:lnTo>
                    <a:pt x="133540" y="85331"/>
                  </a:lnTo>
                  <a:lnTo>
                    <a:pt x="117995" y="79667"/>
                  </a:lnTo>
                  <a:lnTo>
                    <a:pt x="100584" y="77711"/>
                  </a:lnTo>
                  <a:lnTo>
                    <a:pt x="91465" y="78282"/>
                  </a:lnTo>
                  <a:lnTo>
                    <a:pt x="82486" y="79997"/>
                  </a:lnTo>
                  <a:lnTo>
                    <a:pt x="73799" y="82854"/>
                  </a:lnTo>
                  <a:lnTo>
                    <a:pt x="65532" y="86855"/>
                  </a:lnTo>
                  <a:lnTo>
                    <a:pt x="56921" y="90817"/>
                  </a:lnTo>
                  <a:lnTo>
                    <a:pt x="49149" y="95618"/>
                  </a:lnTo>
                  <a:lnTo>
                    <a:pt x="41960" y="101003"/>
                  </a:lnTo>
                  <a:lnTo>
                    <a:pt x="35052" y="106667"/>
                  </a:lnTo>
                  <a:lnTo>
                    <a:pt x="35052" y="83807"/>
                  </a:lnTo>
                  <a:lnTo>
                    <a:pt x="0" y="83807"/>
                  </a:lnTo>
                  <a:lnTo>
                    <a:pt x="0" y="376415"/>
                  </a:lnTo>
                  <a:lnTo>
                    <a:pt x="35052" y="376415"/>
                  </a:lnTo>
                  <a:lnTo>
                    <a:pt x="35052" y="286499"/>
                  </a:lnTo>
                  <a:lnTo>
                    <a:pt x="41681" y="290550"/>
                  </a:lnTo>
                  <a:lnTo>
                    <a:pt x="80683" y="301485"/>
                  </a:lnTo>
                  <a:lnTo>
                    <a:pt x="88392" y="301739"/>
                  </a:lnTo>
                  <a:lnTo>
                    <a:pt x="106972" y="299745"/>
                  </a:lnTo>
                  <a:lnTo>
                    <a:pt x="123825" y="293738"/>
                  </a:lnTo>
                  <a:lnTo>
                    <a:pt x="134797" y="286499"/>
                  </a:lnTo>
                  <a:lnTo>
                    <a:pt x="138976" y="283743"/>
                  </a:lnTo>
                  <a:lnTo>
                    <a:pt x="152400" y="269735"/>
                  </a:lnTo>
                  <a:lnTo>
                    <a:pt x="163525" y="252552"/>
                  </a:lnTo>
                  <a:lnTo>
                    <a:pt x="171640" y="232778"/>
                  </a:lnTo>
                  <a:lnTo>
                    <a:pt x="176618" y="210159"/>
                  </a:lnTo>
                  <a:lnTo>
                    <a:pt x="178308" y="184391"/>
                  </a:lnTo>
                  <a:close/>
                </a:path>
                <a:path w="253365" h="376554">
                  <a:moveTo>
                    <a:pt x="252996" y="0"/>
                  </a:moveTo>
                  <a:lnTo>
                    <a:pt x="216408" y="0"/>
                  </a:lnTo>
                  <a:lnTo>
                    <a:pt x="216408" y="298691"/>
                  </a:lnTo>
                  <a:lnTo>
                    <a:pt x="252996" y="298691"/>
                  </a:lnTo>
                  <a:lnTo>
                    <a:pt x="252996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56" name="object 156"/>
            <p:cNvPicPr/>
            <p:nvPr/>
          </p:nvPicPr>
          <p:blipFill>
            <a:blip r:embed="rId55" cstate="print"/>
            <a:stretch>
              <a:fillRect/>
            </a:stretch>
          </p:blipFill>
          <p:spPr>
            <a:xfrm>
              <a:off x="6975348" y="5074920"/>
              <a:ext cx="184404" cy="224028"/>
            </a:xfrm>
            <a:prstGeom prst="rect">
              <a:avLst/>
            </a:prstGeom>
          </p:spPr>
        </p:pic>
        <p:sp>
          <p:nvSpPr>
            <p:cNvPr id="157" name="object 157"/>
            <p:cNvSpPr/>
            <p:nvPr/>
          </p:nvSpPr>
          <p:spPr>
            <a:xfrm>
              <a:off x="7174992" y="5020056"/>
              <a:ext cx="127000" cy="279400"/>
            </a:xfrm>
            <a:custGeom>
              <a:avLst/>
              <a:gdLst/>
              <a:ahLst/>
              <a:cxnLst/>
              <a:rect l="l" t="t" r="r" b="b"/>
              <a:pathLst>
                <a:path w="127000" h="279400">
                  <a:moveTo>
                    <a:pt x="99060" y="278892"/>
                  </a:moveTo>
                  <a:lnTo>
                    <a:pt x="86868" y="278892"/>
                  </a:lnTo>
                  <a:lnTo>
                    <a:pt x="72866" y="277772"/>
                  </a:lnTo>
                  <a:lnTo>
                    <a:pt x="34028" y="252722"/>
                  </a:lnTo>
                  <a:lnTo>
                    <a:pt x="24384" y="208788"/>
                  </a:lnTo>
                  <a:lnTo>
                    <a:pt x="24384" y="91440"/>
                  </a:lnTo>
                  <a:lnTo>
                    <a:pt x="0" y="91440"/>
                  </a:lnTo>
                  <a:lnTo>
                    <a:pt x="0" y="60960"/>
                  </a:lnTo>
                  <a:lnTo>
                    <a:pt x="24384" y="60960"/>
                  </a:lnTo>
                  <a:lnTo>
                    <a:pt x="24384" y="0"/>
                  </a:lnTo>
                  <a:lnTo>
                    <a:pt x="60960" y="0"/>
                  </a:lnTo>
                  <a:lnTo>
                    <a:pt x="60960" y="60960"/>
                  </a:lnTo>
                  <a:lnTo>
                    <a:pt x="126492" y="60960"/>
                  </a:lnTo>
                  <a:lnTo>
                    <a:pt x="126492" y="91440"/>
                  </a:lnTo>
                  <a:lnTo>
                    <a:pt x="60960" y="91440"/>
                  </a:lnTo>
                  <a:lnTo>
                    <a:pt x="60960" y="224028"/>
                  </a:lnTo>
                  <a:lnTo>
                    <a:pt x="62484" y="228600"/>
                  </a:lnTo>
                  <a:lnTo>
                    <a:pt x="67056" y="237744"/>
                  </a:lnTo>
                  <a:lnTo>
                    <a:pt x="71628" y="242316"/>
                  </a:lnTo>
                  <a:lnTo>
                    <a:pt x="76200" y="243840"/>
                  </a:lnTo>
                  <a:lnTo>
                    <a:pt x="80772" y="246888"/>
                  </a:lnTo>
                  <a:lnTo>
                    <a:pt x="106680" y="246888"/>
                  </a:lnTo>
                  <a:lnTo>
                    <a:pt x="112776" y="245364"/>
                  </a:lnTo>
                  <a:lnTo>
                    <a:pt x="118872" y="242316"/>
                  </a:lnTo>
                  <a:lnTo>
                    <a:pt x="121920" y="242316"/>
                  </a:lnTo>
                  <a:lnTo>
                    <a:pt x="124968" y="240792"/>
                  </a:lnTo>
                  <a:lnTo>
                    <a:pt x="126492" y="240792"/>
                  </a:lnTo>
                  <a:lnTo>
                    <a:pt x="126492" y="272796"/>
                  </a:lnTo>
                  <a:lnTo>
                    <a:pt x="120396" y="274320"/>
                  </a:lnTo>
                  <a:lnTo>
                    <a:pt x="112776" y="275844"/>
                  </a:lnTo>
                  <a:lnTo>
                    <a:pt x="106680" y="277368"/>
                  </a:lnTo>
                  <a:lnTo>
                    <a:pt x="99060" y="278892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58" name="object 158"/>
            <p:cNvPicPr/>
            <p:nvPr/>
          </p:nvPicPr>
          <p:blipFill>
            <a:blip r:embed="rId56" cstate="print"/>
            <a:stretch>
              <a:fillRect/>
            </a:stretch>
          </p:blipFill>
          <p:spPr>
            <a:xfrm>
              <a:off x="7313676" y="5074920"/>
              <a:ext cx="184404" cy="224028"/>
            </a:xfrm>
            <a:prstGeom prst="rect">
              <a:avLst/>
            </a:prstGeom>
          </p:spPr>
        </p:pic>
        <p:sp>
          <p:nvSpPr>
            <p:cNvPr id="159" name="object 159"/>
            <p:cNvSpPr/>
            <p:nvPr/>
          </p:nvSpPr>
          <p:spPr>
            <a:xfrm>
              <a:off x="7542276" y="5239512"/>
              <a:ext cx="45720" cy="55244"/>
            </a:xfrm>
            <a:custGeom>
              <a:avLst/>
              <a:gdLst/>
              <a:ahLst/>
              <a:cxnLst/>
              <a:rect l="l" t="t" r="r" b="b"/>
              <a:pathLst>
                <a:path w="45720" h="55245">
                  <a:moveTo>
                    <a:pt x="45719" y="54864"/>
                  </a:moveTo>
                  <a:lnTo>
                    <a:pt x="0" y="54864"/>
                  </a:lnTo>
                  <a:lnTo>
                    <a:pt x="0" y="0"/>
                  </a:lnTo>
                  <a:lnTo>
                    <a:pt x="45719" y="0"/>
                  </a:lnTo>
                  <a:lnTo>
                    <a:pt x="45719" y="54864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60" name="object 160"/>
          <p:cNvSpPr/>
          <p:nvPr/>
        </p:nvSpPr>
        <p:spPr>
          <a:xfrm>
            <a:off x="1748027" y="5704332"/>
            <a:ext cx="135890" cy="135890"/>
          </a:xfrm>
          <a:custGeom>
            <a:avLst/>
            <a:gdLst/>
            <a:ahLst/>
            <a:cxnLst/>
            <a:rect l="l" t="t" r="r" b="b"/>
            <a:pathLst>
              <a:path w="135889" h="135889">
                <a:moveTo>
                  <a:pt x="135635" y="135635"/>
                </a:moveTo>
                <a:lnTo>
                  <a:pt x="0" y="135635"/>
                </a:lnTo>
                <a:lnTo>
                  <a:pt x="0" y="0"/>
                </a:lnTo>
                <a:lnTo>
                  <a:pt x="135635" y="0"/>
                </a:lnTo>
                <a:lnTo>
                  <a:pt x="135635" y="135635"/>
                </a:lnTo>
                <a:close/>
              </a:path>
            </a:pathLst>
          </a:custGeom>
          <a:solidFill>
            <a:srgbClr val="3333CC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61" name="object 161"/>
          <p:cNvGrpSpPr/>
          <p:nvPr/>
        </p:nvGrpSpPr>
        <p:grpSpPr>
          <a:xfrm>
            <a:off x="2118360" y="5567171"/>
            <a:ext cx="741045" cy="295910"/>
            <a:chOff x="2118360" y="5567171"/>
            <a:chExt cx="741045" cy="295910"/>
          </a:xfrm>
        </p:grpSpPr>
        <p:sp>
          <p:nvSpPr>
            <p:cNvPr id="162" name="object 162"/>
            <p:cNvSpPr/>
            <p:nvPr/>
          </p:nvSpPr>
          <p:spPr>
            <a:xfrm>
              <a:off x="2118360" y="5567171"/>
              <a:ext cx="216535" cy="294640"/>
            </a:xfrm>
            <a:custGeom>
              <a:avLst/>
              <a:gdLst/>
              <a:ahLst/>
              <a:cxnLst/>
              <a:rect l="l" t="t" r="r" b="b"/>
              <a:pathLst>
                <a:path w="216535" h="294639">
                  <a:moveTo>
                    <a:pt x="128016" y="294131"/>
                  </a:moveTo>
                  <a:lnTo>
                    <a:pt x="88796" y="288988"/>
                  </a:lnTo>
                  <a:lnTo>
                    <a:pt x="45124" y="266128"/>
                  </a:lnTo>
                  <a:lnTo>
                    <a:pt x="14930" y="224980"/>
                  </a:lnTo>
                  <a:lnTo>
                    <a:pt x="2286" y="180974"/>
                  </a:lnTo>
                  <a:lnTo>
                    <a:pt x="0" y="147827"/>
                  </a:lnTo>
                  <a:lnTo>
                    <a:pt x="571" y="130135"/>
                  </a:lnTo>
                  <a:lnTo>
                    <a:pt x="9144" y="85343"/>
                  </a:lnTo>
                  <a:lnTo>
                    <a:pt x="28003" y="48696"/>
                  </a:lnTo>
                  <a:lnTo>
                    <a:pt x="65079" y="15168"/>
                  </a:lnTo>
                  <a:lnTo>
                    <a:pt x="100965" y="2285"/>
                  </a:lnTo>
                  <a:lnTo>
                    <a:pt x="128016" y="0"/>
                  </a:lnTo>
                  <a:lnTo>
                    <a:pt x="142303" y="190"/>
                  </a:lnTo>
                  <a:lnTo>
                    <a:pt x="148804" y="642"/>
                  </a:lnTo>
                  <a:lnTo>
                    <a:pt x="155448" y="1523"/>
                  </a:lnTo>
                  <a:lnTo>
                    <a:pt x="163068" y="3047"/>
                  </a:lnTo>
                  <a:lnTo>
                    <a:pt x="172212" y="4571"/>
                  </a:lnTo>
                  <a:lnTo>
                    <a:pt x="178308" y="7619"/>
                  </a:lnTo>
                  <a:lnTo>
                    <a:pt x="190500" y="10667"/>
                  </a:lnTo>
                  <a:lnTo>
                    <a:pt x="198120" y="13715"/>
                  </a:lnTo>
                  <a:lnTo>
                    <a:pt x="210312" y="19811"/>
                  </a:lnTo>
                  <a:lnTo>
                    <a:pt x="216408" y="24383"/>
                  </a:lnTo>
                  <a:lnTo>
                    <a:pt x="216408" y="70103"/>
                  </a:lnTo>
                  <a:lnTo>
                    <a:pt x="213360" y="70103"/>
                  </a:lnTo>
                  <a:lnTo>
                    <a:pt x="201168" y="57911"/>
                  </a:lnTo>
                  <a:lnTo>
                    <a:pt x="195072" y="53339"/>
                  </a:lnTo>
                  <a:lnTo>
                    <a:pt x="188976" y="50291"/>
                  </a:lnTo>
                  <a:lnTo>
                    <a:pt x="173736" y="41147"/>
                  </a:lnTo>
                  <a:lnTo>
                    <a:pt x="158496" y="35051"/>
                  </a:lnTo>
                  <a:lnTo>
                    <a:pt x="151376" y="33932"/>
                  </a:lnTo>
                  <a:lnTo>
                    <a:pt x="143827" y="32956"/>
                  </a:lnTo>
                  <a:lnTo>
                    <a:pt x="135993" y="32265"/>
                  </a:lnTo>
                  <a:lnTo>
                    <a:pt x="128016" y="32003"/>
                  </a:lnTo>
                  <a:lnTo>
                    <a:pt x="119133" y="32551"/>
                  </a:lnTo>
                  <a:lnTo>
                    <a:pt x="78295" y="48577"/>
                  </a:lnTo>
                  <a:lnTo>
                    <a:pt x="50315" y="87534"/>
                  </a:lnTo>
                  <a:lnTo>
                    <a:pt x="40171" y="134397"/>
                  </a:lnTo>
                  <a:lnTo>
                    <a:pt x="39624" y="147827"/>
                  </a:lnTo>
                  <a:lnTo>
                    <a:pt x="40171" y="162115"/>
                  </a:lnTo>
                  <a:lnTo>
                    <a:pt x="50958" y="208097"/>
                  </a:lnTo>
                  <a:lnTo>
                    <a:pt x="72413" y="239720"/>
                  </a:lnTo>
                  <a:lnTo>
                    <a:pt x="110680" y="260032"/>
                  </a:lnTo>
                  <a:lnTo>
                    <a:pt x="128016" y="262127"/>
                  </a:lnTo>
                  <a:lnTo>
                    <a:pt x="135993" y="261842"/>
                  </a:lnTo>
                  <a:lnTo>
                    <a:pt x="143827" y="260984"/>
                  </a:lnTo>
                  <a:lnTo>
                    <a:pt x="151376" y="259556"/>
                  </a:lnTo>
                  <a:lnTo>
                    <a:pt x="158496" y="257555"/>
                  </a:lnTo>
                  <a:lnTo>
                    <a:pt x="165306" y="255912"/>
                  </a:lnTo>
                  <a:lnTo>
                    <a:pt x="196596" y="239267"/>
                  </a:lnTo>
                  <a:lnTo>
                    <a:pt x="201168" y="236219"/>
                  </a:lnTo>
                  <a:lnTo>
                    <a:pt x="207264" y="231647"/>
                  </a:lnTo>
                  <a:lnTo>
                    <a:pt x="213360" y="225551"/>
                  </a:lnTo>
                  <a:lnTo>
                    <a:pt x="216408" y="225551"/>
                  </a:lnTo>
                  <a:lnTo>
                    <a:pt x="216408" y="269747"/>
                  </a:lnTo>
                  <a:lnTo>
                    <a:pt x="198120" y="278891"/>
                  </a:lnTo>
                  <a:lnTo>
                    <a:pt x="193548" y="281939"/>
                  </a:lnTo>
                  <a:lnTo>
                    <a:pt x="185928" y="283463"/>
                  </a:lnTo>
                  <a:lnTo>
                    <a:pt x="170688" y="289559"/>
                  </a:lnTo>
                  <a:lnTo>
                    <a:pt x="155448" y="292607"/>
                  </a:lnTo>
                  <a:lnTo>
                    <a:pt x="149447" y="293489"/>
                  </a:lnTo>
                  <a:lnTo>
                    <a:pt x="142875" y="293941"/>
                  </a:lnTo>
                  <a:lnTo>
                    <a:pt x="128016" y="294131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63" name="object 163"/>
            <p:cNvPicPr/>
            <p:nvPr/>
          </p:nvPicPr>
          <p:blipFill>
            <a:blip r:embed="rId57" cstate="print"/>
            <a:stretch>
              <a:fillRect/>
            </a:stretch>
          </p:blipFill>
          <p:spPr>
            <a:xfrm>
              <a:off x="2351532" y="5637275"/>
              <a:ext cx="190500" cy="225552"/>
            </a:xfrm>
            <a:prstGeom prst="rect">
              <a:avLst/>
            </a:prstGeom>
          </p:spPr>
        </p:pic>
        <p:sp>
          <p:nvSpPr>
            <p:cNvPr id="164" name="object 164"/>
            <p:cNvSpPr/>
            <p:nvPr/>
          </p:nvSpPr>
          <p:spPr>
            <a:xfrm>
              <a:off x="2580132" y="5637275"/>
              <a:ext cx="279400" cy="219710"/>
            </a:xfrm>
            <a:custGeom>
              <a:avLst/>
              <a:gdLst/>
              <a:ahLst/>
              <a:cxnLst/>
              <a:rect l="l" t="t" r="r" b="b"/>
              <a:pathLst>
                <a:path w="279400" h="219710">
                  <a:moveTo>
                    <a:pt x="278892" y="219456"/>
                  </a:moveTo>
                  <a:lnTo>
                    <a:pt x="242316" y="219456"/>
                  </a:lnTo>
                  <a:lnTo>
                    <a:pt x="242292" y="89154"/>
                  </a:lnTo>
                  <a:lnTo>
                    <a:pt x="242125" y="82296"/>
                  </a:lnTo>
                  <a:lnTo>
                    <a:pt x="241673" y="75438"/>
                  </a:lnTo>
                  <a:lnTo>
                    <a:pt x="240792" y="68580"/>
                  </a:lnTo>
                  <a:lnTo>
                    <a:pt x="240792" y="60960"/>
                  </a:lnTo>
                  <a:lnTo>
                    <a:pt x="239268" y="53339"/>
                  </a:lnTo>
                  <a:lnTo>
                    <a:pt x="236220" y="48768"/>
                  </a:lnTo>
                  <a:lnTo>
                    <a:pt x="234696" y="44196"/>
                  </a:lnTo>
                  <a:lnTo>
                    <a:pt x="230124" y="39624"/>
                  </a:lnTo>
                  <a:lnTo>
                    <a:pt x="225552" y="38100"/>
                  </a:lnTo>
                  <a:lnTo>
                    <a:pt x="220980" y="35051"/>
                  </a:lnTo>
                  <a:lnTo>
                    <a:pt x="214884" y="33528"/>
                  </a:lnTo>
                  <a:lnTo>
                    <a:pt x="207264" y="33528"/>
                  </a:lnTo>
                  <a:lnTo>
                    <a:pt x="169926" y="49339"/>
                  </a:lnTo>
                  <a:lnTo>
                    <a:pt x="156972" y="60960"/>
                  </a:lnTo>
                  <a:lnTo>
                    <a:pt x="156972" y="219456"/>
                  </a:lnTo>
                  <a:lnTo>
                    <a:pt x="121920" y="219456"/>
                  </a:lnTo>
                  <a:lnTo>
                    <a:pt x="121920" y="96012"/>
                  </a:lnTo>
                  <a:lnTo>
                    <a:pt x="121681" y="89154"/>
                  </a:lnTo>
                  <a:lnTo>
                    <a:pt x="120634" y="75438"/>
                  </a:lnTo>
                  <a:lnTo>
                    <a:pt x="120396" y="68580"/>
                  </a:lnTo>
                  <a:lnTo>
                    <a:pt x="117348" y="53339"/>
                  </a:lnTo>
                  <a:lnTo>
                    <a:pt x="115824" y="48768"/>
                  </a:lnTo>
                  <a:lnTo>
                    <a:pt x="109728" y="39624"/>
                  </a:lnTo>
                  <a:lnTo>
                    <a:pt x="105156" y="38100"/>
                  </a:lnTo>
                  <a:lnTo>
                    <a:pt x="100584" y="35051"/>
                  </a:lnTo>
                  <a:lnTo>
                    <a:pt x="92964" y="33528"/>
                  </a:lnTo>
                  <a:lnTo>
                    <a:pt x="85344" y="33528"/>
                  </a:lnTo>
                  <a:lnTo>
                    <a:pt x="48196" y="49149"/>
                  </a:lnTo>
                  <a:lnTo>
                    <a:pt x="36576" y="59436"/>
                  </a:lnTo>
                  <a:lnTo>
                    <a:pt x="36576" y="219456"/>
                  </a:lnTo>
                  <a:lnTo>
                    <a:pt x="0" y="219456"/>
                  </a:lnTo>
                  <a:lnTo>
                    <a:pt x="0" y="6096"/>
                  </a:lnTo>
                  <a:lnTo>
                    <a:pt x="36576" y="6096"/>
                  </a:lnTo>
                  <a:lnTo>
                    <a:pt x="36576" y="28956"/>
                  </a:lnTo>
                  <a:lnTo>
                    <a:pt x="43434" y="22407"/>
                  </a:lnTo>
                  <a:lnTo>
                    <a:pt x="78676" y="2095"/>
                  </a:lnTo>
                  <a:lnTo>
                    <a:pt x="94488" y="0"/>
                  </a:lnTo>
                  <a:lnTo>
                    <a:pt x="103584" y="571"/>
                  </a:lnTo>
                  <a:lnTo>
                    <a:pt x="141160" y="19431"/>
                  </a:lnTo>
                  <a:lnTo>
                    <a:pt x="150876" y="36575"/>
                  </a:lnTo>
                  <a:lnTo>
                    <a:pt x="158877" y="28003"/>
                  </a:lnTo>
                  <a:lnTo>
                    <a:pt x="190261" y="5143"/>
                  </a:lnTo>
                  <a:lnTo>
                    <a:pt x="216408" y="0"/>
                  </a:lnTo>
                  <a:lnTo>
                    <a:pt x="225552" y="0"/>
                  </a:lnTo>
                  <a:lnTo>
                    <a:pt x="260604" y="18288"/>
                  </a:lnTo>
                  <a:lnTo>
                    <a:pt x="277749" y="58674"/>
                  </a:lnTo>
                  <a:lnTo>
                    <a:pt x="278892" y="79248"/>
                  </a:lnTo>
                  <a:lnTo>
                    <a:pt x="278892" y="219456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65" name="object 165"/>
          <p:cNvGrpSpPr/>
          <p:nvPr/>
        </p:nvGrpSpPr>
        <p:grpSpPr>
          <a:xfrm>
            <a:off x="2907792" y="5570220"/>
            <a:ext cx="1226820" cy="365760"/>
            <a:chOff x="2907792" y="5570220"/>
            <a:chExt cx="1226820" cy="365760"/>
          </a:xfrm>
        </p:grpSpPr>
        <p:sp>
          <p:nvSpPr>
            <p:cNvPr id="166" name="object 166"/>
            <p:cNvSpPr/>
            <p:nvPr/>
          </p:nvSpPr>
          <p:spPr>
            <a:xfrm>
              <a:off x="2907792" y="5637275"/>
              <a:ext cx="180340" cy="299085"/>
            </a:xfrm>
            <a:custGeom>
              <a:avLst/>
              <a:gdLst/>
              <a:ahLst/>
              <a:cxnLst/>
              <a:rect l="l" t="t" r="r" b="b"/>
              <a:pathLst>
                <a:path w="180339" h="299085">
                  <a:moveTo>
                    <a:pt x="157174" y="27432"/>
                  </a:moveTo>
                  <a:lnTo>
                    <a:pt x="36575" y="27432"/>
                  </a:lnTo>
                  <a:lnTo>
                    <a:pt x="43457" y="21978"/>
                  </a:lnTo>
                  <a:lnTo>
                    <a:pt x="82676" y="2095"/>
                  </a:lnTo>
                  <a:lnTo>
                    <a:pt x="102107" y="0"/>
                  </a:lnTo>
                  <a:lnTo>
                    <a:pt x="119276" y="1738"/>
                  </a:lnTo>
                  <a:lnTo>
                    <a:pt x="134302" y="7048"/>
                  </a:lnTo>
                  <a:lnTo>
                    <a:pt x="147327" y="16073"/>
                  </a:lnTo>
                  <a:lnTo>
                    <a:pt x="157174" y="27432"/>
                  </a:lnTo>
                  <a:close/>
                </a:path>
                <a:path w="180339" h="299085">
                  <a:moveTo>
                    <a:pt x="36575" y="298704"/>
                  </a:moveTo>
                  <a:lnTo>
                    <a:pt x="0" y="298704"/>
                  </a:lnTo>
                  <a:lnTo>
                    <a:pt x="0" y="6096"/>
                  </a:lnTo>
                  <a:lnTo>
                    <a:pt x="36575" y="6096"/>
                  </a:lnTo>
                  <a:lnTo>
                    <a:pt x="36575" y="27432"/>
                  </a:lnTo>
                  <a:lnTo>
                    <a:pt x="157174" y="27432"/>
                  </a:lnTo>
                  <a:lnTo>
                    <a:pt x="158495" y="28956"/>
                  </a:lnTo>
                  <a:lnTo>
                    <a:pt x="161101" y="33528"/>
                  </a:lnTo>
                  <a:lnTo>
                    <a:pt x="92963" y="33528"/>
                  </a:lnTo>
                  <a:lnTo>
                    <a:pt x="85224" y="34075"/>
                  </a:lnTo>
                  <a:lnTo>
                    <a:pt x="49148" y="48958"/>
                  </a:lnTo>
                  <a:lnTo>
                    <a:pt x="36575" y="57912"/>
                  </a:lnTo>
                  <a:lnTo>
                    <a:pt x="36575" y="179832"/>
                  </a:lnTo>
                  <a:lnTo>
                    <a:pt x="74675" y="192024"/>
                  </a:lnTo>
                  <a:lnTo>
                    <a:pt x="153923" y="192024"/>
                  </a:lnTo>
                  <a:lnTo>
                    <a:pt x="140493" y="206025"/>
                  </a:lnTo>
                  <a:lnTo>
                    <a:pt x="136310" y="208788"/>
                  </a:lnTo>
                  <a:lnTo>
                    <a:pt x="36575" y="208788"/>
                  </a:lnTo>
                  <a:lnTo>
                    <a:pt x="36575" y="298704"/>
                  </a:lnTo>
                  <a:close/>
                </a:path>
                <a:path w="180339" h="299085">
                  <a:moveTo>
                    <a:pt x="153923" y="192024"/>
                  </a:moveTo>
                  <a:lnTo>
                    <a:pt x="83819" y="192024"/>
                  </a:lnTo>
                  <a:lnTo>
                    <a:pt x="96916" y="190619"/>
                  </a:lnTo>
                  <a:lnTo>
                    <a:pt x="108584" y="186499"/>
                  </a:lnTo>
                  <a:lnTo>
                    <a:pt x="138112" y="145542"/>
                  </a:lnTo>
                  <a:lnTo>
                    <a:pt x="141731" y="111252"/>
                  </a:lnTo>
                  <a:lnTo>
                    <a:pt x="141136" y="93868"/>
                  </a:lnTo>
                  <a:lnTo>
                    <a:pt x="131063" y="54864"/>
                  </a:lnTo>
                  <a:lnTo>
                    <a:pt x="92963" y="33528"/>
                  </a:lnTo>
                  <a:lnTo>
                    <a:pt x="161101" y="33528"/>
                  </a:lnTo>
                  <a:lnTo>
                    <a:pt x="167616" y="44958"/>
                  </a:lnTo>
                  <a:lnTo>
                    <a:pt x="174307" y="63246"/>
                  </a:lnTo>
                  <a:lnTo>
                    <a:pt x="178427" y="83820"/>
                  </a:lnTo>
                  <a:lnTo>
                    <a:pt x="179831" y="106680"/>
                  </a:lnTo>
                  <a:lnTo>
                    <a:pt x="178141" y="132445"/>
                  </a:lnTo>
                  <a:lnTo>
                    <a:pt x="173164" y="155067"/>
                  </a:lnTo>
                  <a:lnTo>
                    <a:pt x="165044" y="174831"/>
                  </a:lnTo>
                  <a:lnTo>
                    <a:pt x="153923" y="192024"/>
                  </a:lnTo>
                  <a:close/>
                </a:path>
                <a:path w="180339" h="299085">
                  <a:moveTo>
                    <a:pt x="89915" y="224028"/>
                  </a:moveTo>
                  <a:lnTo>
                    <a:pt x="82176" y="223742"/>
                  </a:lnTo>
                  <a:lnTo>
                    <a:pt x="74866" y="222885"/>
                  </a:lnTo>
                  <a:lnTo>
                    <a:pt x="67841" y="221456"/>
                  </a:lnTo>
                  <a:lnTo>
                    <a:pt x="60959" y="219456"/>
                  </a:lnTo>
                  <a:lnTo>
                    <a:pt x="55006" y="217789"/>
                  </a:lnTo>
                  <a:lnTo>
                    <a:pt x="48767" y="215265"/>
                  </a:lnTo>
                  <a:lnTo>
                    <a:pt x="42529" y="212169"/>
                  </a:lnTo>
                  <a:lnTo>
                    <a:pt x="36575" y="208788"/>
                  </a:lnTo>
                  <a:lnTo>
                    <a:pt x="136310" y="208788"/>
                  </a:lnTo>
                  <a:lnTo>
                    <a:pt x="125348" y="216027"/>
                  </a:lnTo>
                  <a:lnTo>
                    <a:pt x="108489" y="222027"/>
                  </a:lnTo>
                  <a:lnTo>
                    <a:pt x="89915" y="224028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67" name="object 167"/>
            <p:cNvPicPr/>
            <p:nvPr/>
          </p:nvPicPr>
          <p:blipFill>
            <a:blip r:embed="rId58" cstate="print"/>
            <a:stretch>
              <a:fillRect/>
            </a:stretch>
          </p:blipFill>
          <p:spPr>
            <a:xfrm>
              <a:off x="3110484" y="5637275"/>
              <a:ext cx="184404" cy="224028"/>
            </a:xfrm>
            <a:prstGeom prst="rect">
              <a:avLst/>
            </a:prstGeom>
          </p:spPr>
        </p:pic>
        <p:sp>
          <p:nvSpPr>
            <p:cNvPr id="168" name="object 168"/>
            <p:cNvSpPr/>
            <p:nvPr/>
          </p:nvSpPr>
          <p:spPr>
            <a:xfrm>
              <a:off x="3310128" y="5570220"/>
              <a:ext cx="413384" cy="291465"/>
            </a:xfrm>
            <a:custGeom>
              <a:avLst/>
              <a:gdLst/>
              <a:ahLst/>
              <a:cxnLst/>
              <a:rect l="l" t="t" r="r" b="b"/>
              <a:pathLst>
                <a:path w="413385" h="291464">
                  <a:moveTo>
                    <a:pt x="126492" y="73152"/>
                  </a:moveTo>
                  <a:lnTo>
                    <a:pt x="60960" y="73152"/>
                  </a:lnTo>
                  <a:lnTo>
                    <a:pt x="60960" y="12192"/>
                  </a:lnTo>
                  <a:lnTo>
                    <a:pt x="24384" y="12192"/>
                  </a:lnTo>
                  <a:lnTo>
                    <a:pt x="24384" y="73152"/>
                  </a:lnTo>
                  <a:lnTo>
                    <a:pt x="0" y="73152"/>
                  </a:lnTo>
                  <a:lnTo>
                    <a:pt x="0" y="102108"/>
                  </a:lnTo>
                  <a:lnTo>
                    <a:pt x="24384" y="102108"/>
                  </a:lnTo>
                  <a:lnTo>
                    <a:pt x="24384" y="220980"/>
                  </a:lnTo>
                  <a:lnTo>
                    <a:pt x="25501" y="237896"/>
                  </a:lnTo>
                  <a:lnTo>
                    <a:pt x="41148" y="274320"/>
                  </a:lnTo>
                  <a:lnTo>
                    <a:pt x="86868" y="291084"/>
                  </a:lnTo>
                  <a:lnTo>
                    <a:pt x="92964" y="291084"/>
                  </a:lnTo>
                  <a:lnTo>
                    <a:pt x="99060" y="289560"/>
                  </a:lnTo>
                  <a:lnTo>
                    <a:pt x="106680" y="289560"/>
                  </a:lnTo>
                  <a:lnTo>
                    <a:pt x="112776" y="288036"/>
                  </a:lnTo>
                  <a:lnTo>
                    <a:pt x="120396" y="286512"/>
                  </a:lnTo>
                  <a:lnTo>
                    <a:pt x="126492" y="284988"/>
                  </a:lnTo>
                  <a:lnTo>
                    <a:pt x="126492" y="252984"/>
                  </a:lnTo>
                  <a:lnTo>
                    <a:pt x="121920" y="252984"/>
                  </a:lnTo>
                  <a:lnTo>
                    <a:pt x="118872" y="254508"/>
                  </a:lnTo>
                  <a:lnTo>
                    <a:pt x="112776" y="256032"/>
                  </a:lnTo>
                  <a:lnTo>
                    <a:pt x="108204" y="257556"/>
                  </a:lnTo>
                  <a:lnTo>
                    <a:pt x="102108" y="259080"/>
                  </a:lnTo>
                  <a:lnTo>
                    <a:pt x="88392" y="259080"/>
                  </a:lnTo>
                  <a:lnTo>
                    <a:pt x="60960" y="228600"/>
                  </a:lnTo>
                  <a:lnTo>
                    <a:pt x="60960" y="102108"/>
                  </a:lnTo>
                  <a:lnTo>
                    <a:pt x="126492" y="102108"/>
                  </a:lnTo>
                  <a:lnTo>
                    <a:pt x="126492" y="73152"/>
                  </a:lnTo>
                  <a:close/>
                </a:path>
                <a:path w="413385" h="291464">
                  <a:moveTo>
                    <a:pt x="190487" y="73152"/>
                  </a:moveTo>
                  <a:lnTo>
                    <a:pt x="153911" y="73152"/>
                  </a:lnTo>
                  <a:lnTo>
                    <a:pt x="153911" y="286512"/>
                  </a:lnTo>
                  <a:lnTo>
                    <a:pt x="190487" y="286512"/>
                  </a:lnTo>
                  <a:lnTo>
                    <a:pt x="190487" y="73152"/>
                  </a:lnTo>
                  <a:close/>
                </a:path>
                <a:path w="413385" h="291464">
                  <a:moveTo>
                    <a:pt x="192011" y="0"/>
                  </a:moveTo>
                  <a:lnTo>
                    <a:pt x="152387" y="0"/>
                  </a:lnTo>
                  <a:lnTo>
                    <a:pt x="152387" y="36576"/>
                  </a:lnTo>
                  <a:lnTo>
                    <a:pt x="192011" y="36576"/>
                  </a:lnTo>
                  <a:lnTo>
                    <a:pt x="192011" y="0"/>
                  </a:lnTo>
                  <a:close/>
                </a:path>
                <a:path w="413385" h="291464">
                  <a:moveTo>
                    <a:pt x="347459" y="73152"/>
                  </a:moveTo>
                  <a:lnTo>
                    <a:pt x="281927" y="73152"/>
                  </a:lnTo>
                  <a:lnTo>
                    <a:pt x="281927" y="12192"/>
                  </a:lnTo>
                  <a:lnTo>
                    <a:pt x="245351" y="12192"/>
                  </a:lnTo>
                  <a:lnTo>
                    <a:pt x="245351" y="73152"/>
                  </a:lnTo>
                  <a:lnTo>
                    <a:pt x="220967" y="73152"/>
                  </a:lnTo>
                  <a:lnTo>
                    <a:pt x="220967" y="102108"/>
                  </a:lnTo>
                  <a:lnTo>
                    <a:pt x="245351" y="102108"/>
                  </a:lnTo>
                  <a:lnTo>
                    <a:pt x="245351" y="220980"/>
                  </a:lnTo>
                  <a:lnTo>
                    <a:pt x="246481" y="237896"/>
                  </a:lnTo>
                  <a:lnTo>
                    <a:pt x="262115" y="274320"/>
                  </a:lnTo>
                  <a:lnTo>
                    <a:pt x="307835" y="291084"/>
                  </a:lnTo>
                  <a:lnTo>
                    <a:pt x="313931" y="291084"/>
                  </a:lnTo>
                  <a:lnTo>
                    <a:pt x="320027" y="289560"/>
                  </a:lnTo>
                  <a:lnTo>
                    <a:pt x="327647" y="289560"/>
                  </a:lnTo>
                  <a:lnTo>
                    <a:pt x="333743" y="288036"/>
                  </a:lnTo>
                  <a:lnTo>
                    <a:pt x="341363" y="286512"/>
                  </a:lnTo>
                  <a:lnTo>
                    <a:pt x="347459" y="284988"/>
                  </a:lnTo>
                  <a:lnTo>
                    <a:pt x="347459" y="252984"/>
                  </a:lnTo>
                  <a:lnTo>
                    <a:pt x="342887" y="252984"/>
                  </a:lnTo>
                  <a:lnTo>
                    <a:pt x="339839" y="254508"/>
                  </a:lnTo>
                  <a:lnTo>
                    <a:pt x="327647" y="257556"/>
                  </a:lnTo>
                  <a:lnTo>
                    <a:pt x="323075" y="259080"/>
                  </a:lnTo>
                  <a:lnTo>
                    <a:pt x="307835" y="259080"/>
                  </a:lnTo>
                  <a:lnTo>
                    <a:pt x="301739" y="257556"/>
                  </a:lnTo>
                  <a:lnTo>
                    <a:pt x="297167" y="256032"/>
                  </a:lnTo>
                  <a:lnTo>
                    <a:pt x="288023" y="249936"/>
                  </a:lnTo>
                  <a:lnTo>
                    <a:pt x="286499" y="245364"/>
                  </a:lnTo>
                  <a:lnTo>
                    <a:pt x="283451" y="240792"/>
                  </a:lnTo>
                  <a:lnTo>
                    <a:pt x="281927" y="234696"/>
                  </a:lnTo>
                  <a:lnTo>
                    <a:pt x="281927" y="102108"/>
                  </a:lnTo>
                  <a:lnTo>
                    <a:pt x="347459" y="102108"/>
                  </a:lnTo>
                  <a:lnTo>
                    <a:pt x="347459" y="73152"/>
                  </a:lnTo>
                  <a:close/>
                </a:path>
                <a:path w="413385" h="291464">
                  <a:moveTo>
                    <a:pt x="411480" y="73152"/>
                  </a:moveTo>
                  <a:lnTo>
                    <a:pt x="374904" y="73152"/>
                  </a:lnTo>
                  <a:lnTo>
                    <a:pt x="374904" y="286512"/>
                  </a:lnTo>
                  <a:lnTo>
                    <a:pt x="411480" y="286512"/>
                  </a:lnTo>
                  <a:lnTo>
                    <a:pt x="411480" y="73152"/>
                  </a:lnTo>
                  <a:close/>
                </a:path>
                <a:path w="413385" h="291464">
                  <a:moveTo>
                    <a:pt x="413004" y="0"/>
                  </a:moveTo>
                  <a:lnTo>
                    <a:pt x="371856" y="0"/>
                  </a:lnTo>
                  <a:lnTo>
                    <a:pt x="371856" y="36576"/>
                  </a:lnTo>
                  <a:lnTo>
                    <a:pt x="413004" y="36576"/>
                  </a:lnTo>
                  <a:lnTo>
                    <a:pt x="413004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69" name="object 169"/>
            <p:cNvPicPr/>
            <p:nvPr/>
          </p:nvPicPr>
          <p:blipFill>
            <a:blip r:embed="rId59" cstate="print"/>
            <a:stretch>
              <a:fillRect/>
            </a:stretch>
          </p:blipFill>
          <p:spPr>
            <a:xfrm>
              <a:off x="3749040" y="5637275"/>
              <a:ext cx="385571" cy="224028"/>
            </a:xfrm>
            <a:prstGeom prst="rect">
              <a:avLst/>
            </a:prstGeom>
          </p:spPr>
        </p:pic>
      </p:grpSp>
      <p:grpSp>
        <p:nvGrpSpPr>
          <p:cNvPr id="170" name="object 170"/>
          <p:cNvGrpSpPr/>
          <p:nvPr/>
        </p:nvGrpSpPr>
        <p:grpSpPr>
          <a:xfrm>
            <a:off x="4268723" y="5556504"/>
            <a:ext cx="563880" cy="306705"/>
            <a:chOff x="4268723" y="5556504"/>
            <a:chExt cx="563880" cy="306705"/>
          </a:xfrm>
        </p:grpSpPr>
        <p:sp>
          <p:nvSpPr>
            <p:cNvPr id="171" name="object 171"/>
            <p:cNvSpPr/>
            <p:nvPr/>
          </p:nvSpPr>
          <p:spPr>
            <a:xfrm>
              <a:off x="4268723" y="5556504"/>
              <a:ext cx="132715" cy="300355"/>
            </a:xfrm>
            <a:custGeom>
              <a:avLst/>
              <a:gdLst/>
              <a:ahLst/>
              <a:cxnLst/>
              <a:rect l="l" t="t" r="r" b="b"/>
              <a:pathLst>
                <a:path w="132714" h="300354">
                  <a:moveTo>
                    <a:pt x="59435" y="300227"/>
                  </a:moveTo>
                  <a:lnTo>
                    <a:pt x="24383" y="300227"/>
                  </a:lnTo>
                  <a:lnTo>
                    <a:pt x="24383" y="115823"/>
                  </a:lnTo>
                  <a:lnTo>
                    <a:pt x="0" y="115823"/>
                  </a:lnTo>
                  <a:lnTo>
                    <a:pt x="0" y="86867"/>
                  </a:lnTo>
                  <a:lnTo>
                    <a:pt x="24383" y="86867"/>
                  </a:lnTo>
                  <a:lnTo>
                    <a:pt x="24383" y="79247"/>
                  </a:lnTo>
                  <a:lnTo>
                    <a:pt x="34670" y="31884"/>
                  </a:lnTo>
                  <a:lnTo>
                    <a:pt x="65341" y="5524"/>
                  </a:lnTo>
                  <a:lnTo>
                    <a:pt x="96011" y="0"/>
                  </a:lnTo>
                  <a:lnTo>
                    <a:pt x="102107" y="0"/>
                  </a:lnTo>
                  <a:lnTo>
                    <a:pt x="108203" y="1523"/>
                  </a:lnTo>
                  <a:lnTo>
                    <a:pt x="115823" y="1523"/>
                  </a:lnTo>
                  <a:lnTo>
                    <a:pt x="121919" y="3047"/>
                  </a:lnTo>
                  <a:lnTo>
                    <a:pt x="128015" y="3047"/>
                  </a:lnTo>
                  <a:lnTo>
                    <a:pt x="132587" y="4571"/>
                  </a:lnTo>
                  <a:lnTo>
                    <a:pt x="132587" y="36575"/>
                  </a:lnTo>
                  <a:lnTo>
                    <a:pt x="128015" y="36575"/>
                  </a:lnTo>
                  <a:lnTo>
                    <a:pt x="123443" y="35051"/>
                  </a:lnTo>
                  <a:lnTo>
                    <a:pt x="111251" y="32003"/>
                  </a:lnTo>
                  <a:lnTo>
                    <a:pt x="100583" y="32003"/>
                  </a:lnTo>
                  <a:lnTo>
                    <a:pt x="90011" y="32599"/>
                  </a:lnTo>
                  <a:lnTo>
                    <a:pt x="60007" y="66674"/>
                  </a:lnTo>
                  <a:lnTo>
                    <a:pt x="59435" y="79247"/>
                  </a:lnTo>
                  <a:lnTo>
                    <a:pt x="59435" y="86867"/>
                  </a:lnTo>
                  <a:lnTo>
                    <a:pt x="118871" y="86867"/>
                  </a:lnTo>
                  <a:lnTo>
                    <a:pt x="118871" y="115823"/>
                  </a:lnTo>
                  <a:lnTo>
                    <a:pt x="59435" y="115823"/>
                  </a:lnTo>
                  <a:lnTo>
                    <a:pt x="59435" y="30022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72" name="object 172"/>
            <p:cNvPicPr/>
            <p:nvPr/>
          </p:nvPicPr>
          <p:blipFill>
            <a:blip r:embed="rId60" cstate="print"/>
            <a:stretch>
              <a:fillRect/>
            </a:stretch>
          </p:blipFill>
          <p:spPr>
            <a:xfrm>
              <a:off x="4393691" y="5637276"/>
              <a:ext cx="170688" cy="225552"/>
            </a:xfrm>
            <a:prstGeom prst="rect">
              <a:avLst/>
            </a:prstGeom>
          </p:spPr>
        </p:pic>
        <p:pic>
          <p:nvPicPr>
            <p:cNvPr id="173" name="object 173"/>
            <p:cNvPicPr/>
            <p:nvPr/>
          </p:nvPicPr>
          <p:blipFill>
            <a:blip r:embed="rId61" cstate="print"/>
            <a:stretch>
              <a:fillRect/>
            </a:stretch>
          </p:blipFill>
          <p:spPr>
            <a:xfrm>
              <a:off x="4597908" y="5638799"/>
              <a:ext cx="163068" cy="222504"/>
            </a:xfrm>
            <a:prstGeom prst="rect">
              <a:avLst/>
            </a:prstGeom>
          </p:spPr>
        </p:pic>
        <p:sp>
          <p:nvSpPr>
            <p:cNvPr id="174" name="object 174"/>
            <p:cNvSpPr/>
            <p:nvPr/>
          </p:nvSpPr>
          <p:spPr>
            <a:xfrm>
              <a:off x="4791456" y="5570220"/>
              <a:ext cx="41275" cy="287020"/>
            </a:xfrm>
            <a:custGeom>
              <a:avLst/>
              <a:gdLst/>
              <a:ahLst/>
              <a:cxnLst/>
              <a:rect l="l" t="t" r="r" b="b"/>
              <a:pathLst>
                <a:path w="41275" h="287020">
                  <a:moveTo>
                    <a:pt x="39624" y="73152"/>
                  </a:moveTo>
                  <a:lnTo>
                    <a:pt x="3048" y="73152"/>
                  </a:lnTo>
                  <a:lnTo>
                    <a:pt x="3048" y="286512"/>
                  </a:lnTo>
                  <a:lnTo>
                    <a:pt x="39624" y="286512"/>
                  </a:lnTo>
                  <a:lnTo>
                    <a:pt x="39624" y="73152"/>
                  </a:lnTo>
                  <a:close/>
                </a:path>
                <a:path w="41275" h="287020">
                  <a:moveTo>
                    <a:pt x="41148" y="0"/>
                  </a:moveTo>
                  <a:lnTo>
                    <a:pt x="0" y="0"/>
                  </a:lnTo>
                  <a:lnTo>
                    <a:pt x="0" y="36576"/>
                  </a:lnTo>
                  <a:lnTo>
                    <a:pt x="41148" y="36576"/>
                  </a:lnTo>
                  <a:lnTo>
                    <a:pt x="41148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75" name="object 175"/>
          <p:cNvSpPr/>
          <p:nvPr/>
        </p:nvSpPr>
        <p:spPr>
          <a:xfrm>
            <a:off x="4884420" y="5558028"/>
            <a:ext cx="36830" cy="299085"/>
          </a:xfrm>
          <a:custGeom>
            <a:avLst/>
            <a:gdLst/>
            <a:ahLst/>
            <a:cxnLst/>
            <a:rect l="l" t="t" r="r" b="b"/>
            <a:pathLst>
              <a:path w="36829" h="299085">
                <a:moveTo>
                  <a:pt x="36576" y="298703"/>
                </a:moveTo>
                <a:lnTo>
                  <a:pt x="0" y="298703"/>
                </a:lnTo>
                <a:lnTo>
                  <a:pt x="0" y="0"/>
                </a:lnTo>
                <a:lnTo>
                  <a:pt x="36576" y="0"/>
                </a:lnTo>
                <a:lnTo>
                  <a:pt x="36576" y="29870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6" name="object 176"/>
          <p:cNvSpPr/>
          <p:nvPr/>
        </p:nvSpPr>
        <p:spPr>
          <a:xfrm>
            <a:off x="4972812" y="5570220"/>
            <a:ext cx="387350" cy="365760"/>
          </a:xfrm>
          <a:custGeom>
            <a:avLst/>
            <a:gdLst/>
            <a:ahLst/>
            <a:cxnLst/>
            <a:rect l="l" t="t" r="r" b="b"/>
            <a:pathLst>
              <a:path w="387350" h="365760">
                <a:moveTo>
                  <a:pt x="38100" y="73152"/>
                </a:moveTo>
                <a:lnTo>
                  <a:pt x="1524" y="73152"/>
                </a:lnTo>
                <a:lnTo>
                  <a:pt x="1524" y="286512"/>
                </a:lnTo>
                <a:lnTo>
                  <a:pt x="38100" y="286512"/>
                </a:lnTo>
                <a:lnTo>
                  <a:pt x="38100" y="73152"/>
                </a:lnTo>
                <a:close/>
              </a:path>
              <a:path w="387350" h="365760">
                <a:moveTo>
                  <a:pt x="41148" y="0"/>
                </a:moveTo>
                <a:lnTo>
                  <a:pt x="0" y="0"/>
                </a:lnTo>
                <a:lnTo>
                  <a:pt x="0" y="36576"/>
                </a:lnTo>
                <a:lnTo>
                  <a:pt x="41148" y="36576"/>
                </a:lnTo>
                <a:lnTo>
                  <a:pt x="41148" y="0"/>
                </a:lnTo>
                <a:close/>
              </a:path>
              <a:path w="387350" h="365760">
                <a:moveTo>
                  <a:pt x="387083" y="73152"/>
                </a:moveTo>
                <a:lnTo>
                  <a:pt x="348983" y="73152"/>
                </a:lnTo>
                <a:lnTo>
                  <a:pt x="291071" y="231648"/>
                </a:lnTo>
                <a:lnTo>
                  <a:pt x="233159" y="73152"/>
                </a:lnTo>
                <a:lnTo>
                  <a:pt x="195072" y="73152"/>
                </a:lnTo>
                <a:lnTo>
                  <a:pt x="193535" y="73152"/>
                </a:lnTo>
                <a:lnTo>
                  <a:pt x="129540" y="73152"/>
                </a:lnTo>
                <a:lnTo>
                  <a:pt x="129540" y="12192"/>
                </a:lnTo>
                <a:lnTo>
                  <a:pt x="92964" y="12192"/>
                </a:lnTo>
                <a:lnTo>
                  <a:pt x="92964" y="73152"/>
                </a:lnTo>
                <a:lnTo>
                  <a:pt x="68580" y="73152"/>
                </a:lnTo>
                <a:lnTo>
                  <a:pt x="68580" y="102108"/>
                </a:lnTo>
                <a:lnTo>
                  <a:pt x="92964" y="102108"/>
                </a:lnTo>
                <a:lnTo>
                  <a:pt x="92964" y="220980"/>
                </a:lnTo>
                <a:lnTo>
                  <a:pt x="102603" y="264274"/>
                </a:lnTo>
                <a:lnTo>
                  <a:pt x="141439" y="289966"/>
                </a:lnTo>
                <a:lnTo>
                  <a:pt x="155448" y="291084"/>
                </a:lnTo>
                <a:lnTo>
                  <a:pt x="161544" y="291084"/>
                </a:lnTo>
                <a:lnTo>
                  <a:pt x="167640" y="289560"/>
                </a:lnTo>
                <a:lnTo>
                  <a:pt x="175260" y="289560"/>
                </a:lnTo>
                <a:lnTo>
                  <a:pt x="181356" y="288036"/>
                </a:lnTo>
                <a:lnTo>
                  <a:pt x="188976" y="286512"/>
                </a:lnTo>
                <a:lnTo>
                  <a:pt x="195072" y="284988"/>
                </a:lnTo>
                <a:lnTo>
                  <a:pt x="195072" y="252984"/>
                </a:lnTo>
                <a:lnTo>
                  <a:pt x="190500" y="252984"/>
                </a:lnTo>
                <a:lnTo>
                  <a:pt x="187452" y="254508"/>
                </a:lnTo>
                <a:lnTo>
                  <a:pt x="175260" y="257556"/>
                </a:lnTo>
                <a:lnTo>
                  <a:pt x="170688" y="259080"/>
                </a:lnTo>
                <a:lnTo>
                  <a:pt x="155448" y="259080"/>
                </a:lnTo>
                <a:lnTo>
                  <a:pt x="149352" y="257556"/>
                </a:lnTo>
                <a:lnTo>
                  <a:pt x="144780" y="256032"/>
                </a:lnTo>
                <a:lnTo>
                  <a:pt x="135636" y="249936"/>
                </a:lnTo>
                <a:lnTo>
                  <a:pt x="134112" y="245364"/>
                </a:lnTo>
                <a:lnTo>
                  <a:pt x="131064" y="240792"/>
                </a:lnTo>
                <a:lnTo>
                  <a:pt x="129540" y="234696"/>
                </a:lnTo>
                <a:lnTo>
                  <a:pt x="129540" y="102108"/>
                </a:lnTo>
                <a:lnTo>
                  <a:pt x="195072" y="102108"/>
                </a:lnTo>
                <a:lnTo>
                  <a:pt x="195072" y="77165"/>
                </a:lnTo>
                <a:lnTo>
                  <a:pt x="271259" y="275844"/>
                </a:lnTo>
                <a:lnTo>
                  <a:pt x="233159" y="365760"/>
                </a:lnTo>
                <a:lnTo>
                  <a:pt x="271259" y="365760"/>
                </a:lnTo>
                <a:lnTo>
                  <a:pt x="387083" y="7315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77" name="object 177"/>
          <p:cNvGrpSpPr/>
          <p:nvPr/>
        </p:nvGrpSpPr>
        <p:grpSpPr>
          <a:xfrm>
            <a:off x="5503164" y="5558028"/>
            <a:ext cx="1290955" cy="304800"/>
            <a:chOff x="5503164" y="5558028"/>
            <a:chExt cx="1290955" cy="304800"/>
          </a:xfrm>
        </p:grpSpPr>
        <p:sp>
          <p:nvSpPr>
            <p:cNvPr id="178" name="object 178"/>
            <p:cNvSpPr/>
            <p:nvPr/>
          </p:nvSpPr>
          <p:spPr>
            <a:xfrm>
              <a:off x="5503164" y="5558028"/>
              <a:ext cx="36830" cy="299085"/>
            </a:xfrm>
            <a:custGeom>
              <a:avLst/>
              <a:gdLst/>
              <a:ahLst/>
              <a:cxnLst/>
              <a:rect l="l" t="t" r="r" b="b"/>
              <a:pathLst>
                <a:path w="36829" h="299085">
                  <a:moveTo>
                    <a:pt x="36575" y="298703"/>
                  </a:moveTo>
                  <a:lnTo>
                    <a:pt x="0" y="298703"/>
                  </a:lnTo>
                  <a:lnTo>
                    <a:pt x="0" y="0"/>
                  </a:lnTo>
                  <a:lnTo>
                    <a:pt x="36575" y="0"/>
                  </a:lnTo>
                  <a:lnTo>
                    <a:pt x="36575" y="298703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79" name="object 179"/>
            <p:cNvPicPr/>
            <p:nvPr/>
          </p:nvPicPr>
          <p:blipFill>
            <a:blip r:embed="rId62" cstate="print"/>
            <a:stretch>
              <a:fillRect/>
            </a:stretch>
          </p:blipFill>
          <p:spPr>
            <a:xfrm>
              <a:off x="5577839" y="5637275"/>
              <a:ext cx="190500" cy="225552"/>
            </a:xfrm>
            <a:prstGeom prst="rect">
              <a:avLst/>
            </a:prstGeom>
          </p:spPr>
        </p:pic>
        <p:pic>
          <p:nvPicPr>
            <p:cNvPr id="180" name="object 180"/>
            <p:cNvPicPr/>
            <p:nvPr/>
          </p:nvPicPr>
          <p:blipFill>
            <a:blip r:embed="rId63" cstate="print"/>
            <a:stretch>
              <a:fillRect/>
            </a:stretch>
          </p:blipFill>
          <p:spPr>
            <a:xfrm>
              <a:off x="5791199" y="5637276"/>
              <a:ext cx="350519" cy="225552"/>
            </a:xfrm>
            <a:prstGeom prst="rect">
              <a:avLst/>
            </a:prstGeom>
          </p:spPr>
        </p:pic>
        <p:sp>
          <p:nvSpPr>
            <p:cNvPr id="181" name="object 181"/>
            <p:cNvSpPr/>
            <p:nvPr/>
          </p:nvSpPr>
          <p:spPr>
            <a:xfrm>
              <a:off x="6169139" y="5570219"/>
              <a:ext cx="192405" cy="291465"/>
            </a:xfrm>
            <a:custGeom>
              <a:avLst/>
              <a:gdLst/>
              <a:ahLst/>
              <a:cxnLst/>
              <a:rect l="l" t="t" r="r" b="b"/>
              <a:pathLst>
                <a:path w="192404" h="291464">
                  <a:moveTo>
                    <a:pt x="126492" y="73152"/>
                  </a:moveTo>
                  <a:lnTo>
                    <a:pt x="60960" y="73152"/>
                  </a:lnTo>
                  <a:lnTo>
                    <a:pt x="60960" y="12192"/>
                  </a:lnTo>
                  <a:lnTo>
                    <a:pt x="24384" y="12192"/>
                  </a:lnTo>
                  <a:lnTo>
                    <a:pt x="24384" y="73152"/>
                  </a:lnTo>
                  <a:lnTo>
                    <a:pt x="0" y="73152"/>
                  </a:lnTo>
                  <a:lnTo>
                    <a:pt x="0" y="102108"/>
                  </a:lnTo>
                  <a:lnTo>
                    <a:pt x="24384" y="102108"/>
                  </a:lnTo>
                  <a:lnTo>
                    <a:pt x="24384" y="220980"/>
                  </a:lnTo>
                  <a:lnTo>
                    <a:pt x="25514" y="237896"/>
                  </a:lnTo>
                  <a:lnTo>
                    <a:pt x="41148" y="274320"/>
                  </a:lnTo>
                  <a:lnTo>
                    <a:pt x="86868" y="291084"/>
                  </a:lnTo>
                  <a:lnTo>
                    <a:pt x="92964" y="291084"/>
                  </a:lnTo>
                  <a:lnTo>
                    <a:pt x="99060" y="289560"/>
                  </a:lnTo>
                  <a:lnTo>
                    <a:pt x="105156" y="289560"/>
                  </a:lnTo>
                  <a:lnTo>
                    <a:pt x="120396" y="286512"/>
                  </a:lnTo>
                  <a:lnTo>
                    <a:pt x="126492" y="284988"/>
                  </a:lnTo>
                  <a:lnTo>
                    <a:pt x="126492" y="252984"/>
                  </a:lnTo>
                  <a:lnTo>
                    <a:pt x="121920" y="252984"/>
                  </a:lnTo>
                  <a:lnTo>
                    <a:pt x="112776" y="256032"/>
                  </a:lnTo>
                  <a:lnTo>
                    <a:pt x="100584" y="259080"/>
                  </a:lnTo>
                  <a:lnTo>
                    <a:pt x="86868" y="259080"/>
                  </a:lnTo>
                  <a:lnTo>
                    <a:pt x="80772" y="257556"/>
                  </a:lnTo>
                  <a:lnTo>
                    <a:pt x="76200" y="256032"/>
                  </a:lnTo>
                  <a:lnTo>
                    <a:pt x="70104" y="252984"/>
                  </a:lnTo>
                  <a:lnTo>
                    <a:pt x="67056" y="249936"/>
                  </a:lnTo>
                  <a:lnTo>
                    <a:pt x="65532" y="245364"/>
                  </a:lnTo>
                  <a:lnTo>
                    <a:pt x="62484" y="240792"/>
                  </a:lnTo>
                  <a:lnTo>
                    <a:pt x="60960" y="234696"/>
                  </a:lnTo>
                  <a:lnTo>
                    <a:pt x="60960" y="102108"/>
                  </a:lnTo>
                  <a:lnTo>
                    <a:pt x="126492" y="102108"/>
                  </a:lnTo>
                  <a:lnTo>
                    <a:pt x="126492" y="73152"/>
                  </a:lnTo>
                  <a:close/>
                </a:path>
                <a:path w="192404" h="291464">
                  <a:moveTo>
                    <a:pt x="188988" y="73152"/>
                  </a:moveTo>
                  <a:lnTo>
                    <a:pt x="153936" y="73152"/>
                  </a:lnTo>
                  <a:lnTo>
                    <a:pt x="153936" y="286512"/>
                  </a:lnTo>
                  <a:lnTo>
                    <a:pt x="188988" y="286512"/>
                  </a:lnTo>
                  <a:lnTo>
                    <a:pt x="188988" y="73152"/>
                  </a:lnTo>
                  <a:close/>
                </a:path>
                <a:path w="192404" h="291464">
                  <a:moveTo>
                    <a:pt x="192036" y="0"/>
                  </a:moveTo>
                  <a:lnTo>
                    <a:pt x="150888" y="0"/>
                  </a:lnTo>
                  <a:lnTo>
                    <a:pt x="150888" y="36576"/>
                  </a:lnTo>
                  <a:lnTo>
                    <a:pt x="192036" y="36576"/>
                  </a:lnTo>
                  <a:lnTo>
                    <a:pt x="192036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82" name="object 182"/>
            <p:cNvPicPr/>
            <p:nvPr/>
          </p:nvPicPr>
          <p:blipFill>
            <a:blip r:embed="rId64" cstate="print"/>
            <a:stretch>
              <a:fillRect/>
            </a:stretch>
          </p:blipFill>
          <p:spPr>
            <a:xfrm>
              <a:off x="6396228" y="5637275"/>
              <a:ext cx="190500" cy="225552"/>
            </a:xfrm>
            <a:prstGeom prst="rect">
              <a:avLst/>
            </a:prstGeom>
          </p:spPr>
        </p:pic>
        <p:pic>
          <p:nvPicPr>
            <p:cNvPr id="183" name="object 183"/>
            <p:cNvPicPr/>
            <p:nvPr/>
          </p:nvPicPr>
          <p:blipFill>
            <a:blip r:embed="rId65" cstate="print"/>
            <a:stretch>
              <a:fillRect/>
            </a:stretch>
          </p:blipFill>
          <p:spPr>
            <a:xfrm>
              <a:off x="6624828" y="5637276"/>
              <a:ext cx="169164" cy="219456"/>
            </a:xfrm>
            <a:prstGeom prst="rect">
              <a:avLst/>
            </a:prstGeom>
          </p:spPr>
        </p:pic>
      </p:grpSp>
      <p:sp>
        <p:nvSpPr>
          <p:cNvPr id="184" name="object 184"/>
          <p:cNvSpPr/>
          <p:nvPr/>
        </p:nvSpPr>
        <p:spPr>
          <a:xfrm>
            <a:off x="6864095" y="5643371"/>
            <a:ext cx="45720" cy="55244"/>
          </a:xfrm>
          <a:custGeom>
            <a:avLst/>
            <a:gdLst/>
            <a:ahLst/>
            <a:cxnLst/>
            <a:rect l="l" t="t" r="r" b="b"/>
            <a:pathLst>
              <a:path w="45720" h="55245">
                <a:moveTo>
                  <a:pt x="45720" y="54864"/>
                </a:moveTo>
                <a:lnTo>
                  <a:pt x="0" y="54864"/>
                </a:lnTo>
                <a:lnTo>
                  <a:pt x="0" y="0"/>
                </a:lnTo>
                <a:lnTo>
                  <a:pt x="45720" y="0"/>
                </a:lnTo>
                <a:lnTo>
                  <a:pt x="45720" y="5486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5" name="object 185"/>
          <p:cNvSpPr/>
          <p:nvPr/>
        </p:nvSpPr>
        <p:spPr>
          <a:xfrm>
            <a:off x="6864095" y="5801867"/>
            <a:ext cx="45720" cy="55244"/>
          </a:xfrm>
          <a:custGeom>
            <a:avLst/>
            <a:gdLst/>
            <a:ahLst/>
            <a:cxnLst/>
            <a:rect l="l" t="t" r="r" b="b"/>
            <a:pathLst>
              <a:path w="45720" h="55245">
                <a:moveTo>
                  <a:pt x="45720" y="54863"/>
                </a:moveTo>
                <a:lnTo>
                  <a:pt x="0" y="54863"/>
                </a:lnTo>
                <a:lnTo>
                  <a:pt x="0" y="0"/>
                </a:lnTo>
                <a:lnTo>
                  <a:pt x="45720" y="0"/>
                </a:lnTo>
                <a:lnTo>
                  <a:pt x="45720" y="5486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6" name="object 186"/>
          <p:cNvSpPr/>
          <p:nvPr/>
        </p:nvSpPr>
        <p:spPr>
          <a:xfrm>
            <a:off x="7222223" y="5567171"/>
            <a:ext cx="1426845" cy="294640"/>
          </a:xfrm>
          <a:custGeom>
            <a:avLst/>
            <a:gdLst/>
            <a:ahLst/>
            <a:cxnLst/>
            <a:rect l="l" t="t" r="r" b="b"/>
            <a:pathLst>
              <a:path w="1426845" h="294639">
                <a:moveTo>
                  <a:pt x="179832" y="89916"/>
                </a:moveTo>
                <a:lnTo>
                  <a:pt x="170688" y="50292"/>
                </a:lnTo>
                <a:lnTo>
                  <a:pt x="140144" y="19177"/>
                </a:lnTo>
                <a:lnTo>
                  <a:pt x="140144" y="89916"/>
                </a:lnTo>
                <a:lnTo>
                  <a:pt x="140055" y="108585"/>
                </a:lnTo>
                <a:lnTo>
                  <a:pt x="114490" y="142113"/>
                </a:lnTo>
                <a:lnTo>
                  <a:pt x="74866" y="150622"/>
                </a:lnTo>
                <a:lnTo>
                  <a:pt x="64008" y="150876"/>
                </a:lnTo>
                <a:lnTo>
                  <a:pt x="38100" y="150876"/>
                </a:lnTo>
                <a:lnTo>
                  <a:pt x="38100" y="36576"/>
                </a:lnTo>
                <a:lnTo>
                  <a:pt x="70104" y="36576"/>
                </a:lnTo>
                <a:lnTo>
                  <a:pt x="78701" y="36842"/>
                </a:lnTo>
                <a:lnTo>
                  <a:pt x="86296" y="37528"/>
                </a:lnTo>
                <a:lnTo>
                  <a:pt x="93040" y="38506"/>
                </a:lnTo>
                <a:lnTo>
                  <a:pt x="99060" y="39624"/>
                </a:lnTo>
                <a:lnTo>
                  <a:pt x="108204" y="41148"/>
                </a:lnTo>
                <a:lnTo>
                  <a:pt x="137642" y="71513"/>
                </a:lnTo>
                <a:lnTo>
                  <a:pt x="140144" y="89916"/>
                </a:lnTo>
                <a:lnTo>
                  <a:pt x="140144" y="19177"/>
                </a:lnTo>
                <a:lnTo>
                  <a:pt x="95250" y="5715"/>
                </a:lnTo>
                <a:lnTo>
                  <a:pt x="71628" y="4572"/>
                </a:lnTo>
                <a:lnTo>
                  <a:pt x="0" y="4572"/>
                </a:lnTo>
                <a:lnTo>
                  <a:pt x="0" y="289560"/>
                </a:lnTo>
                <a:lnTo>
                  <a:pt x="38100" y="289560"/>
                </a:lnTo>
                <a:lnTo>
                  <a:pt x="38100" y="182880"/>
                </a:lnTo>
                <a:lnTo>
                  <a:pt x="70104" y="182880"/>
                </a:lnTo>
                <a:lnTo>
                  <a:pt x="110401" y="179031"/>
                </a:lnTo>
                <a:lnTo>
                  <a:pt x="148043" y="160477"/>
                </a:lnTo>
                <a:lnTo>
                  <a:pt x="173736" y="124968"/>
                </a:lnTo>
                <a:lnTo>
                  <a:pt x="179527" y="99682"/>
                </a:lnTo>
                <a:lnTo>
                  <a:pt x="179832" y="89916"/>
                </a:lnTo>
                <a:close/>
              </a:path>
              <a:path w="1426845" h="294639">
                <a:moveTo>
                  <a:pt x="396252" y="208788"/>
                </a:moveTo>
                <a:lnTo>
                  <a:pt x="382536" y="163068"/>
                </a:lnTo>
                <a:lnTo>
                  <a:pt x="339864" y="137160"/>
                </a:lnTo>
                <a:lnTo>
                  <a:pt x="333616" y="134899"/>
                </a:lnTo>
                <a:lnTo>
                  <a:pt x="326529" y="132778"/>
                </a:lnTo>
                <a:lnTo>
                  <a:pt x="318858" y="130949"/>
                </a:lnTo>
                <a:lnTo>
                  <a:pt x="310908" y="129540"/>
                </a:lnTo>
                <a:lnTo>
                  <a:pt x="287324" y="123329"/>
                </a:lnTo>
                <a:lnTo>
                  <a:pt x="252996" y="106680"/>
                </a:lnTo>
                <a:lnTo>
                  <a:pt x="243852" y="77724"/>
                </a:lnTo>
                <a:lnTo>
                  <a:pt x="244754" y="67995"/>
                </a:lnTo>
                <a:lnTo>
                  <a:pt x="279095" y="35242"/>
                </a:lnTo>
                <a:lnTo>
                  <a:pt x="303288" y="32004"/>
                </a:lnTo>
                <a:lnTo>
                  <a:pt x="314477" y="32575"/>
                </a:lnTo>
                <a:lnTo>
                  <a:pt x="357454" y="46012"/>
                </a:lnTo>
                <a:lnTo>
                  <a:pt x="382536" y="64008"/>
                </a:lnTo>
                <a:lnTo>
                  <a:pt x="384060" y="64008"/>
                </a:lnTo>
                <a:lnTo>
                  <a:pt x="384060" y="18288"/>
                </a:lnTo>
                <a:lnTo>
                  <a:pt x="375526" y="14008"/>
                </a:lnTo>
                <a:lnTo>
                  <a:pt x="334530" y="2578"/>
                </a:lnTo>
                <a:lnTo>
                  <a:pt x="300240" y="0"/>
                </a:lnTo>
                <a:lnTo>
                  <a:pt x="280301" y="1435"/>
                </a:lnTo>
                <a:lnTo>
                  <a:pt x="231660" y="22860"/>
                </a:lnTo>
                <a:lnTo>
                  <a:pt x="205943" y="64223"/>
                </a:lnTo>
                <a:lnTo>
                  <a:pt x="204228" y="80772"/>
                </a:lnTo>
                <a:lnTo>
                  <a:pt x="204508" y="88734"/>
                </a:lnTo>
                <a:lnTo>
                  <a:pt x="218224" y="127736"/>
                </a:lnTo>
                <a:lnTo>
                  <a:pt x="249821" y="151003"/>
                </a:lnTo>
                <a:lnTo>
                  <a:pt x="277469" y="159880"/>
                </a:lnTo>
                <a:lnTo>
                  <a:pt x="297192" y="164592"/>
                </a:lnTo>
                <a:lnTo>
                  <a:pt x="337388" y="177165"/>
                </a:lnTo>
                <a:lnTo>
                  <a:pt x="356628" y="214884"/>
                </a:lnTo>
                <a:lnTo>
                  <a:pt x="355498" y="224840"/>
                </a:lnTo>
                <a:lnTo>
                  <a:pt x="330974" y="254419"/>
                </a:lnTo>
                <a:lnTo>
                  <a:pt x="292620" y="262128"/>
                </a:lnTo>
                <a:lnTo>
                  <a:pt x="282041" y="261556"/>
                </a:lnTo>
                <a:lnTo>
                  <a:pt x="235724" y="246989"/>
                </a:lnTo>
                <a:lnTo>
                  <a:pt x="204228" y="225552"/>
                </a:lnTo>
                <a:lnTo>
                  <a:pt x="202704" y="225552"/>
                </a:lnTo>
                <a:lnTo>
                  <a:pt x="202704" y="272796"/>
                </a:lnTo>
                <a:lnTo>
                  <a:pt x="212102" y="277114"/>
                </a:lnTo>
                <a:lnTo>
                  <a:pt x="254088" y="290918"/>
                </a:lnTo>
                <a:lnTo>
                  <a:pt x="295668" y="294132"/>
                </a:lnTo>
                <a:lnTo>
                  <a:pt x="307898" y="293827"/>
                </a:lnTo>
                <a:lnTo>
                  <a:pt x="347192" y="284302"/>
                </a:lnTo>
                <a:lnTo>
                  <a:pt x="380631" y="255651"/>
                </a:lnTo>
                <a:lnTo>
                  <a:pt x="395693" y="216789"/>
                </a:lnTo>
                <a:lnTo>
                  <a:pt x="396252" y="208788"/>
                </a:lnTo>
                <a:close/>
              </a:path>
              <a:path w="1426845" h="294639">
                <a:moveTo>
                  <a:pt x="612648" y="89916"/>
                </a:moveTo>
                <a:lnTo>
                  <a:pt x="603504" y="50292"/>
                </a:lnTo>
                <a:lnTo>
                  <a:pt x="572960" y="19177"/>
                </a:lnTo>
                <a:lnTo>
                  <a:pt x="572960" y="89916"/>
                </a:lnTo>
                <a:lnTo>
                  <a:pt x="572871" y="108585"/>
                </a:lnTo>
                <a:lnTo>
                  <a:pt x="547306" y="142113"/>
                </a:lnTo>
                <a:lnTo>
                  <a:pt x="507682" y="150622"/>
                </a:lnTo>
                <a:lnTo>
                  <a:pt x="496824" y="150876"/>
                </a:lnTo>
                <a:lnTo>
                  <a:pt x="470916" y="150876"/>
                </a:lnTo>
                <a:lnTo>
                  <a:pt x="470916" y="36576"/>
                </a:lnTo>
                <a:lnTo>
                  <a:pt x="502920" y="36576"/>
                </a:lnTo>
                <a:lnTo>
                  <a:pt x="511517" y="36842"/>
                </a:lnTo>
                <a:lnTo>
                  <a:pt x="519112" y="37528"/>
                </a:lnTo>
                <a:lnTo>
                  <a:pt x="525856" y="38506"/>
                </a:lnTo>
                <a:lnTo>
                  <a:pt x="531876" y="39624"/>
                </a:lnTo>
                <a:lnTo>
                  <a:pt x="541020" y="41148"/>
                </a:lnTo>
                <a:lnTo>
                  <a:pt x="547116" y="44196"/>
                </a:lnTo>
                <a:lnTo>
                  <a:pt x="553212" y="48768"/>
                </a:lnTo>
                <a:lnTo>
                  <a:pt x="560832" y="53340"/>
                </a:lnTo>
                <a:lnTo>
                  <a:pt x="572960" y="89916"/>
                </a:lnTo>
                <a:lnTo>
                  <a:pt x="572960" y="19177"/>
                </a:lnTo>
                <a:lnTo>
                  <a:pt x="528066" y="5715"/>
                </a:lnTo>
                <a:lnTo>
                  <a:pt x="504444" y="4572"/>
                </a:lnTo>
                <a:lnTo>
                  <a:pt x="432816" y="4572"/>
                </a:lnTo>
                <a:lnTo>
                  <a:pt x="432816" y="289560"/>
                </a:lnTo>
                <a:lnTo>
                  <a:pt x="470916" y="289560"/>
                </a:lnTo>
                <a:lnTo>
                  <a:pt x="470916" y="182880"/>
                </a:lnTo>
                <a:lnTo>
                  <a:pt x="502920" y="182880"/>
                </a:lnTo>
                <a:lnTo>
                  <a:pt x="543217" y="179031"/>
                </a:lnTo>
                <a:lnTo>
                  <a:pt x="580859" y="160477"/>
                </a:lnTo>
                <a:lnTo>
                  <a:pt x="606552" y="124968"/>
                </a:lnTo>
                <a:lnTo>
                  <a:pt x="612343" y="99682"/>
                </a:lnTo>
                <a:lnTo>
                  <a:pt x="612648" y="89916"/>
                </a:lnTo>
                <a:close/>
              </a:path>
              <a:path w="1426845" h="294639">
                <a:moveTo>
                  <a:pt x="845820" y="289560"/>
                </a:moveTo>
                <a:lnTo>
                  <a:pt x="819124" y="210312"/>
                </a:lnTo>
                <a:lnTo>
                  <a:pt x="808342" y="178308"/>
                </a:lnTo>
                <a:lnTo>
                  <a:pt x="769620" y="63373"/>
                </a:lnTo>
                <a:lnTo>
                  <a:pt x="769620" y="178308"/>
                </a:lnTo>
                <a:lnTo>
                  <a:pt x="681228" y="178308"/>
                </a:lnTo>
                <a:lnTo>
                  <a:pt x="725424" y="42672"/>
                </a:lnTo>
                <a:lnTo>
                  <a:pt x="769620" y="178308"/>
                </a:lnTo>
                <a:lnTo>
                  <a:pt x="769620" y="63373"/>
                </a:lnTo>
                <a:lnTo>
                  <a:pt x="762647" y="42672"/>
                </a:lnTo>
                <a:lnTo>
                  <a:pt x="749808" y="4572"/>
                </a:lnTo>
                <a:lnTo>
                  <a:pt x="702564" y="4572"/>
                </a:lnTo>
                <a:lnTo>
                  <a:pt x="606552" y="289560"/>
                </a:lnTo>
                <a:lnTo>
                  <a:pt x="644652" y="289560"/>
                </a:lnTo>
                <a:lnTo>
                  <a:pt x="670560" y="210312"/>
                </a:lnTo>
                <a:lnTo>
                  <a:pt x="778764" y="210312"/>
                </a:lnTo>
                <a:lnTo>
                  <a:pt x="804672" y="289560"/>
                </a:lnTo>
                <a:lnTo>
                  <a:pt x="845820" y="289560"/>
                </a:lnTo>
                <a:close/>
              </a:path>
              <a:path w="1426845" h="294639">
                <a:moveTo>
                  <a:pt x="1072908" y="24384"/>
                </a:moveTo>
                <a:lnTo>
                  <a:pt x="1065288" y="19812"/>
                </a:lnTo>
                <a:lnTo>
                  <a:pt x="1047000" y="10668"/>
                </a:lnTo>
                <a:lnTo>
                  <a:pt x="1034808" y="7620"/>
                </a:lnTo>
                <a:lnTo>
                  <a:pt x="1027188" y="4572"/>
                </a:lnTo>
                <a:lnTo>
                  <a:pt x="1019568" y="3048"/>
                </a:lnTo>
                <a:lnTo>
                  <a:pt x="1004443" y="647"/>
                </a:lnTo>
                <a:lnTo>
                  <a:pt x="998042" y="190"/>
                </a:lnTo>
                <a:lnTo>
                  <a:pt x="984516" y="0"/>
                </a:lnTo>
                <a:lnTo>
                  <a:pt x="970203" y="571"/>
                </a:lnTo>
                <a:lnTo>
                  <a:pt x="932700" y="9144"/>
                </a:lnTo>
                <a:lnTo>
                  <a:pt x="891552" y="38100"/>
                </a:lnTo>
                <a:lnTo>
                  <a:pt x="870546" y="72186"/>
                </a:lnTo>
                <a:lnTo>
                  <a:pt x="858786" y="113728"/>
                </a:lnTo>
                <a:lnTo>
                  <a:pt x="856500" y="147828"/>
                </a:lnTo>
                <a:lnTo>
                  <a:pt x="857072" y="164693"/>
                </a:lnTo>
                <a:lnTo>
                  <a:pt x="865644" y="211836"/>
                </a:lnTo>
                <a:lnTo>
                  <a:pt x="883856" y="247840"/>
                </a:lnTo>
                <a:lnTo>
                  <a:pt x="921550" y="279844"/>
                </a:lnTo>
                <a:lnTo>
                  <a:pt x="969556" y="293560"/>
                </a:lnTo>
                <a:lnTo>
                  <a:pt x="982992" y="294132"/>
                </a:lnTo>
                <a:lnTo>
                  <a:pt x="999185" y="293941"/>
                </a:lnTo>
                <a:lnTo>
                  <a:pt x="1005916" y="293497"/>
                </a:lnTo>
                <a:lnTo>
                  <a:pt x="1011948" y="292608"/>
                </a:lnTo>
                <a:lnTo>
                  <a:pt x="1018044" y="291084"/>
                </a:lnTo>
                <a:lnTo>
                  <a:pt x="1025664" y="289560"/>
                </a:lnTo>
                <a:lnTo>
                  <a:pt x="1034808" y="286512"/>
                </a:lnTo>
                <a:lnTo>
                  <a:pt x="1042428" y="283464"/>
                </a:lnTo>
                <a:lnTo>
                  <a:pt x="1048524" y="281940"/>
                </a:lnTo>
                <a:lnTo>
                  <a:pt x="1072908" y="269748"/>
                </a:lnTo>
                <a:lnTo>
                  <a:pt x="1072908" y="225552"/>
                </a:lnTo>
                <a:lnTo>
                  <a:pt x="1069860" y="225552"/>
                </a:lnTo>
                <a:lnTo>
                  <a:pt x="1066812" y="228600"/>
                </a:lnTo>
                <a:lnTo>
                  <a:pt x="1062240" y="231648"/>
                </a:lnTo>
                <a:lnTo>
                  <a:pt x="1057668" y="236220"/>
                </a:lnTo>
                <a:lnTo>
                  <a:pt x="1051572" y="239268"/>
                </a:lnTo>
                <a:lnTo>
                  <a:pt x="1039380" y="248412"/>
                </a:lnTo>
                <a:lnTo>
                  <a:pt x="999756" y="260985"/>
                </a:lnTo>
                <a:lnTo>
                  <a:pt x="984516" y="262128"/>
                </a:lnTo>
                <a:lnTo>
                  <a:pt x="975385" y="261581"/>
                </a:lnTo>
                <a:lnTo>
                  <a:pt x="934605" y="245554"/>
                </a:lnTo>
                <a:lnTo>
                  <a:pt x="906170" y="208102"/>
                </a:lnTo>
                <a:lnTo>
                  <a:pt x="896429" y="162115"/>
                </a:lnTo>
                <a:lnTo>
                  <a:pt x="896124" y="147828"/>
                </a:lnTo>
                <a:lnTo>
                  <a:pt x="896429" y="134404"/>
                </a:lnTo>
                <a:lnTo>
                  <a:pt x="905929" y="87541"/>
                </a:lnTo>
                <a:lnTo>
                  <a:pt x="927379" y="54419"/>
                </a:lnTo>
                <a:lnTo>
                  <a:pt x="966419" y="34099"/>
                </a:lnTo>
                <a:lnTo>
                  <a:pt x="984516" y="32004"/>
                </a:lnTo>
                <a:lnTo>
                  <a:pt x="992251" y="32270"/>
                </a:lnTo>
                <a:lnTo>
                  <a:pt x="1032116" y="42557"/>
                </a:lnTo>
                <a:lnTo>
                  <a:pt x="1045476" y="50292"/>
                </a:lnTo>
                <a:lnTo>
                  <a:pt x="1051572" y="53340"/>
                </a:lnTo>
                <a:lnTo>
                  <a:pt x="1056144" y="57912"/>
                </a:lnTo>
                <a:lnTo>
                  <a:pt x="1062240" y="62484"/>
                </a:lnTo>
                <a:lnTo>
                  <a:pt x="1065288" y="67056"/>
                </a:lnTo>
                <a:lnTo>
                  <a:pt x="1069860" y="70104"/>
                </a:lnTo>
                <a:lnTo>
                  <a:pt x="1072908" y="70104"/>
                </a:lnTo>
                <a:lnTo>
                  <a:pt x="1072908" y="24384"/>
                </a:lnTo>
                <a:close/>
              </a:path>
              <a:path w="1426845" h="294639">
                <a:moveTo>
                  <a:pt x="1283220" y="5080"/>
                </a:moveTo>
                <a:lnTo>
                  <a:pt x="1106436" y="5080"/>
                </a:lnTo>
                <a:lnTo>
                  <a:pt x="1106436" y="38100"/>
                </a:lnTo>
                <a:lnTo>
                  <a:pt x="1106436" y="115570"/>
                </a:lnTo>
                <a:lnTo>
                  <a:pt x="1106436" y="149860"/>
                </a:lnTo>
                <a:lnTo>
                  <a:pt x="1106436" y="256540"/>
                </a:lnTo>
                <a:lnTo>
                  <a:pt x="1106436" y="289560"/>
                </a:lnTo>
                <a:lnTo>
                  <a:pt x="1283220" y="289560"/>
                </a:lnTo>
                <a:lnTo>
                  <a:pt x="1283220" y="256540"/>
                </a:lnTo>
                <a:lnTo>
                  <a:pt x="1143012" y="256540"/>
                </a:lnTo>
                <a:lnTo>
                  <a:pt x="1143012" y="149860"/>
                </a:lnTo>
                <a:lnTo>
                  <a:pt x="1274076" y="149860"/>
                </a:lnTo>
                <a:lnTo>
                  <a:pt x="1274076" y="115570"/>
                </a:lnTo>
                <a:lnTo>
                  <a:pt x="1143012" y="115570"/>
                </a:lnTo>
                <a:lnTo>
                  <a:pt x="1143012" y="38100"/>
                </a:lnTo>
                <a:lnTo>
                  <a:pt x="1283220" y="38100"/>
                </a:lnTo>
                <a:lnTo>
                  <a:pt x="1283220" y="5080"/>
                </a:lnTo>
                <a:close/>
              </a:path>
              <a:path w="1426845" h="294639">
                <a:moveTo>
                  <a:pt x="1426476" y="147828"/>
                </a:moveTo>
                <a:lnTo>
                  <a:pt x="1318272" y="147828"/>
                </a:lnTo>
                <a:lnTo>
                  <a:pt x="1318272" y="182880"/>
                </a:lnTo>
                <a:lnTo>
                  <a:pt x="1426476" y="182880"/>
                </a:lnTo>
                <a:lnTo>
                  <a:pt x="1426476" y="14782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87" name="object 187"/>
          <p:cNvGrpSpPr/>
          <p:nvPr/>
        </p:nvGrpSpPr>
        <p:grpSpPr>
          <a:xfrm>
            <a:off x="2116836" y="6105143"/>
            <a:ext cx="688975" cy="226060"/>
            <a:chOff x="2116836" y="6105143"/>
            <a:chExt cx="688975" cy="226060"/>
          </a:xfrm>
        </p:grpSpPr>
        <p:pic>
          <p:nvPicPr>
            <p:cNvPr id="188" name="object 188"/>
            <p:cNvPicPr/>
            <p:nvPr/>
          </p:nvPicPr>
          <p:blipFill>
            <a:blip r:embed="rId66" cstate="print"/>
            <a:stretch>
              <a:fillRect/>
            </a:stretch>
          </p:blipFill>
          <p:spPr>
            <a:xfrm>
              <a:off x="2116836" y="6105143"/>
              <a:ext cx="371855" cy="225552"/>
            </a:xfrm>
            <a:prstGeom prst="rect">
              <a:avLst/>
            </a:prstGeom>
          </p:spPr>
        </p:pic>
        <p:sp>
          <p:nvSpPr>
            <p:cNvPr id="189" name="object 189"/>
            <p:cNvSpPr/>
            <p:nvPr/>
          </p:nvSpPr>
          <p:spPr>
            <a:xfrm>
              <a:off x="2526792" y="6105143"/>
              <a:ext cx="279400" cy="220979"/>
            </a:xfrm>
            <a:custGeom>
              <a:avLst/>
              <a:gdLst/>
              <a:ahLst/>
              <a:cxnLst/>
              <a:rect l="l" t="t" r="r" b="b"/>
              <a:pathLst>
                <a:path w="279400" h="220979">
                  <a:moveTo>
                    <a:pt x="278892" y="220980"/>
                  </a:moveTo>
                  <a:lnTo>
                    <a:pt x="242316" y="220980"/>
                  </a:lnTo>
                  <a:lnTo>
                    <a:pt x="242292" y="89177"/>
                  </a:lnTo>
                  <a:lnTo>
                    <a:pt x="242125" y="82486"/>
                  </a:lnTo>
                  <a:lnTo>
                    <a:pt x="241673" y="76080"/>
                  </a:lnTo>
                  <a:lnTo>
                    <a:pt x="240792" y="70104"/>
                  </a:lnTo>
                  <a:lnTo>
                    <a:pt x="240792" y="60960"/>
                  </a:lnTo>
                  <a:lnTo>
                    <a:pt x="239268" y="54864"/>
                  </a:lnTo>
                  <a:lnTo>
                    <a:pt x="236220" y="50292"/>
                  </a:lnTo>
                  <a:lnTo>
                    <a:pt x="233172" y="44196"/>
                  </a:lnTo>
                  <a:lnTo>
                    <a:pt x="230124" y="41148"/>
                  </a:lnTo>
                  <a:lnTo>
                    <a:pt x="225552" y="38100"/>
                  </a:lnTo>
                  <a:lnTo>
                    <a:pt x="220980" y="36576"/>
                  </a:lnTo>
                  <a:lnTo>
                    <a:pt x="214884" y="35052"/>
                  </a:lnTo>
                  <a:lnTo>
                    <a:pt x="199644" y="35052"/>
                  </a:lnTo>
                  <a:lnTo>
                    <a:pt x="162948" y="55292"/>
                  </a:lnTo>
                  <a:lnTo>
                    <a:pt x="156972" y="60960"/>
                  </a:lnTo>
                  <a:lnTo>
                    <a:pt x="156972" y="220980"/>
                  </a:lnTo>
                  <a:lnTo>
                    <a:pt x="120396" y="220980"/>
                  </a:lnTo>
                  <a:lnTo>
                    <a:pt x="120396" y="70104"/>
                  </a:lnTo>
                  <a:lnTo>
                    <a:pt x="118872" y="60960"/>
                  </a:lnTo>
                  <a:lnTo>
                    <a:pt x="92964" y="35052"/>
                  </a:lnTo>
                  <a:lnTo>
                    <a:pt x="85344" y="35052"/>
                  </a:lnTo>
                  <a:lnTo>
                    <a:pt x="79390" y="35385"/>
                  </a:lnTo>
                  <a:lnTo>
                    <a:pt x="73152" y="36576"/>
                  </a:lnTo>
                  <a:lnTo>
                    <a:pt x="66913" y="38909"/>
                  </a:lnTo>
                  <a:lnTo>
                    <a:pt x="60960" y="42672"/>
                  </a:lnTo>
                  <a:lnTo>
                    <a:pt x="54340" y="46386"/>
                  </a:lnTo>
                  <a:lnTo>
                    <a:pt x="48006" y="50673"/>
                  </a:lnTo>
                  <a:lnTo>
                    <a:pt x="41671" y="55530"/>
                  </a:lnTo>
                  <a:lnTo>
                    <a:pt x="35052" y="60960"/>
                  </a:lnTo>
                  <a:lnTo>
                    <a:pt x="35052" y="220980"/>
                  </a:lnTo>
                  <a:lnTo>
                    <a:pt x="0" y="220980"/>
                  </a:lnTo>
                  <a:lnTo>
                    <a:pt x="0" y="6096"/>
                  </a:lnTo>
                  <a:lnTo>
                    <a:pt x="35052" y="6096"/>
                  </a:lnTo>
                  <a:lnTo>
                    <a:pt x="35052" y="30480"/>
                  </a:lnTo>
                  <a:lnTo>
                    <a:pt x="42791" y="23931"/>
                  </a:lnTo>
                  <a:lnTo>
                    <a:pt x="78676" y="2286"/>
                  </a:lnTo>
                  <a:lnTo>
                    <a:pt x="94488" y="0"/>
                  </a:lnTo>
                  <a:lnTo>
                    <a:pt x="103370" y="571"/>
                  </a:lnTo>
                  <a:lnTo>
                    <a:pt x="140589" y="20764"/>
                  </a:lnTo>
                  <a:lnTo>
                    <a:pt x="150876" y="38100"/>
                  </a:lnTo>
                  <a:lnTo>
                    <a:pt x="158853" y="29527"/>
                  </a:lnTo>
                  <a:lnTo>
                    <a:pt x="189380" y="5786"/>
                  </a:lnTo>
                  <a:lnTo>
                    <a:pt x="214884" y="0"/>
                  </a:lnTo>
                  <a:lnTo>
                    <a:pt x="221718" y="285"/>
                  </a:lnTo>
                  <a:lnTo>
                    <a:pt x="260604" y="18288"/>
                  </a:lnTo>
                  <a:lnTo>
                    <a:pt x="277749" y="59817"/>
                  </a:lnTo>
                  <a:lnTo>
                    <a:pt x="278892" y="79248"/>
                  </a:lnTo>
                  <a:lnTo>
                    <a:pt x="278892" y="22098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90" name="object 190"/>
          <p:cNvGrpSpPr/>
          <p:nvPr/>
        </p:nvGrpSpPr>
        <p:grpSpPr>
          <a:xfrm>
            <a:off x="2854451" y="6027420"/>
            <a:ext cx="815340" cy="376555"/>
            <a:chOff x="2854451" y="6027420"/>
            <a:chExt cx="815340" cy="376555"/>
          </a:xfrm>
        </p:grpSpPr>
        <p:sp>
          <p:nvSpPr>
            <p:cNvPr id="191" name="object 191"/>
            <p:cNvSpPr/>
            <p:nvPr/>
          </p:nvSpPr>
          <p:spPr>
            <a:xfrm>
              <a:off x="2854439" y="6027420"/>
              <a:ext cx="253365" cy="376555"/>
            </a:xfrm>
            <a:custGeom>
              <a:avLst/>
              <a:gdLst/>
              <a:ahLst/>
              <a:cxnLst/>
              <a:rect l="l" t="t" r="r" b="b"/>
              <a:pathLst>
                <a:path w="253364" h="376554">
                  <a:moveTo>
                    <a:pt x="179832" y="185928"/>
                  </a:moveTo>
                  <a:lnTo>
                    <a:pt x="174307" y="141160"/>
                  </a:lnTo>
                  <a:lnTo>
                    <a:pt x="147332" y="94449"/>
                  </a:lnTo>
                  <a:lnTo>
                    <a:pt x="141732" y="90538"/>
                  </a:lnTo>
                  <a:lnTo>
                    <a:pt x="141732" y="188976"/>
                  </a:lnTo>
                  <a:lnTo>
                    <a:pt x="140855" y="208153"/>
                  </a:lnTo>
                  <a:lnTo>
                    <a:pt x="126492" y="249936"/>
                  </a:lnTo>
                  <a:lnTo>
                    <a:pt x="83820" y="269748"/>
                  </a:lnTo>
                  <a:lnTo>
                    <a:pt x="74676" y="269748"/>
                  </a:lnTo>
                  <a:lnTo>
                    <a:pt x="59436" y="266700"/>
                  </a:lnTo>
                  <a:lnTo>
                    <a:pt x="53340" y="265176"/>
                  </a:lnTo>
                  <a:lnTo>
                    <a:pt x="45720" y="262128"/>
                  </a:lnTo>
                  <a:lnTo>
                    <a:pt x="36576" y="257556"/>
                  </a:lnTo>
                  <a:lnTo>
                    <a:pt x="36576" y="137160"/>
                  </a:lnTo>
                  <a:lnTo>
                    <a:pt x="70256" y="116001"/>
                  </a:lnTo>
                  <a:lnTo>
                    <a:pt x="92964" y="112776"/>
                  </a:lnTo>
                  <a:lnTo>
                    <a:pt x="104927" y="113944"/>
                  </a:lnTo>
                  <a:lnTo>
                    <a:pt x="135953" y="143764"/>
                  </a:lnTo>
                  <a:lnTo>
                    <a:pt x="141732" y="188976"/>
                  </a:lnTo>
                  <a:lnTo>
                    <a:pt x="141732" y="90538"/>
                  </a:lnTo>
                  <a:lnTo>
                    <a:pt x="134302" y="85344"/>
                  </a:lnTo>
                  <a:lnTo>
                    <a:pt x="119278" y="79679"/>
                  </a:lnTo>
                  <a:lnTo>
                    <a:pt x="102108" y="77724"/>
                  </a:lnTo>
                  <a:lnTo>
                    <a:pt x="92113" y="78295"/>
                  </a:lnTo>
                  <a:lnTo>
                    <a:pt x="49911" y="95631"/>
                  </a:lnTo>
                  <a:lnTo>
                    <a:pt x="36576" y="106680"/>
                  </a:lnTo>
                  <a:lnTo>
                    <a:pt x="36576" y="83820"/>
                  </a:lnTo>
                  <a:lnTo>
                    <a:pt x="0" y="83820"/>
                  </a:lnTo>
                  <a:lnTo>
                    <a:pt x="0" y="376428"/>
                  </a:lnTo>
                  <a:lnTo>
                    <a:pt x="36576" y="376428"/>
                  </a:lnTo>
                  <a:lnTo>
                    <a:pt x="36576" y="286512"/>
                  </a:lnTo>
                  <a:lnTo>
                    <a:pt x="42532" y="290563"/>
                  </a:lnTo>
                  <a:lnTo>
                    <a:pt x="81330" y="301713"/>
                  </a:lnTo>
                  <a:lnTo>
                    <a:pt x="88392" y="301752"/>
                  </a:lnTo>
                  <a:lnTo>
                    <a:pt x="107848" y="299758"/>
                  </a:lnTo>
                  <a:lnTo>
                    <a:pt x="125158" y="293751"/>
                  </a:lnTo>
                  <a:lnTo>
                    <a:pt x="136245" y="286512"/>
                  </a:lnTo>
                  <a:lnTo>
                    <a:pt x="140474" y="283756"/>
                  </a:lnTo>
                  <a:lnTo>
                    <a:pt x="153924" y="269748"/>
                  </a:lnTo>
                  <a:lnTo>
                    <a:pt x="165049" y="253225"/>
                  </a:lnTo>
                  <a:lnTo>
                    <a:pt x="173164" y="233553"/>
                  </a:lnTo>
                  <a:lnTo>
                    <a:pt x="178142" y="211035"/>
                  </a:lnTo>
                  <a:lnTo>
                    <a:pt x="179832" y="185928"/>
                  </a:lnTo>
                  <a:close/>
                </a:path>
                <a:path w="253364" h="376554">
                  <a:moveTo>
                    <a:pt x="252984" y="0"/>
                  </a:moveTo>
                  <a:lnTo>
                    <a:pt x="216408" y="0"/>
                  </a:lnTo>
                  <a:lnTo>
                    <a:pt x="216408" y="298704"/>
                  </a:lnTo>
                  <a:lnTo>
                    <a:pt x="252984" y="298704"/>
                  </a:lnTo>
                  <a:lnTo>
                    <a:pt x="252984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92" name="object 192"/>
            <p:cNvPicPr/>
            <p:nvPr/>
          </p:nvPicPr>
          <p:blipFill>
            <a:blip r:embed="rId67" cstate="print"/>
            <a:stretch>
              <a:fillRect/>
            </a:stretch>
          </p:blipFill>
          <p:spPr>
            <a:xfrm>
              <a:off x="3147060" y="6105144"/>
              <a:ext cx="184404" cy="225552"/>
            </a:xfrm>
            <a:prstGeom prst="rect">
              <a:avLst/>
            </a:prstGeom>
          </p:spPr>
        </p:pic>
        <p:sp>
          <p:nvSpPr>
            <p:cNvPr id="193" name="object 193"/>
            <p:cNvSpPr/>
            <p:nvPr/>
          </p:nvSpPr>
          <p:spPr>
            <a:xfrm>
              <a:off x="3346704" y="6050279"/>
              <a:ext cx="127000" cy="279400"/>
            </a:xfrm>
            <a:custGeom>
              <a:avLst/>
              <a:gdLst/>
              <a:ahLst/>
              <a:cxnLst/>
              <a:rect l="l" t="t" r="r" b="b"/>
              <a:pathLst>
                <a:path w="127000" h="279400">
                  <a:moveTo>
                    <a:pt x="99059" y="278892"/>
                  </a:moveTo>
                  <a:lnTo>
                    <a:pt x="86867" y="278892"/>
                  </a:lnTo>
                  <a:lnTo>
                    <a:pt x="72866" y="277987"/>
                  </a:lnTo>
                  <a:lnTo>
                    <a:pt x="34028" y="252745"/>
                  </a:lnTo>
                  <a:lnTo>
                    <a:pt x="24383" y="210312"/>
                  </a:lnTo>
                  <a:lnTo>
                    <a:pt x="24383" y="91440"/>
                  </a:lnTo>
                  <a:lnTo>
                    <a:pt x="0" y="91440"/>
                  </a:lnTo>
                  <a:lnTo>
                    <a:pt x="0" y="60960"/>
                  </a:lnTo>
                  <a:lnTo>
                    <a:pt x="24383" y="60960"/>
                  </a:lnTo>
                  <a:lnTo>
                    <a:pt x="24383" y="0"/>
                  </a:lnTo>
                  <a:lnTo>
                    <a:pt x="60959" y="0"/>
                  </a:lnTo>
                  <a:lnTo>
                    <a:pt x="60959" y="60960"/>
                  </a:lnTo>
                  <a:lnTo>
                    <a:pt x="126491" y="60960"/>
                  </a:lnTo>
                  <a:lnTo>
                    <a:pt x="126491" y="91440"/>
                  </a:lnTo>
                  <a:lnTo>
                    <a:pt x="60959" y="91440"/>
                  </a:lnTo>
                  <a:lnTo>
                    <a:pt x="60959" y="224028"/>
                  </a:lnTo>
                  <a:lnTo>
                    <a:pt x="62483" y="228600"/>
                  </a:lnTo>
                  <a:lnTo>
                    <a:pt x="65531" y="234696"/>
                  </a:lnTo>
                  <a:lnTo>
                    <a:pt x="67055" y="239268"/>
                  </a:lnTo>
                  <a:lnTo>
                    <a:pt x="71627" y="242316"/>
                  </a:lnTo>
                  <a:lnTo>
                    <a:pt x="76199" y="243840"/>
                  </a:lnTo>
                  <a:lnTo>
                    <a:pt x="80771" y="246888"/>
                  </a:lnTo>
                  <a:lnTo>
                    <a:pt x="86867" y="248412"/>
                  </a:lnTo>
                  <a:lnTo>
                    <a:pt x="102107" y="248412"/>
                  </a:lnTo>
                  <a:lnTo>
                    <a:pt x="106679" y="246888"/>
                  </a:lnTo>
                  <a:lnTo>
                    <a:pt x="112775" y="245364"/>
                  </a:lnTo>
                  <a:lnTo>
                    <a:pt x="121919" y="242316"/>
                  </a:lnTo>
                  <a:lnTo>
                    <a:pt x="124967" y="240792"/>
                  </a:lnTo>
                  <a:lnTo>
                    <a:pt x="126491" y="240792"/>
                  </a:lnTo>
                  <a:lnTo>
                    <a:pt x="126491" y="272796"/>
                  </a:lnTo>
                  <a:lnTo>
                    <a:pt x="120395" y="275844"/>
                  </a:lnTo>
                  <a:lnTo>
                    <a:pt x="112775" y="275844"/>
                  </a:lnTo>
                  <a:lnTo>
                    <a:pt x="106679" y="277368"/>
                  </a:lnTo>
                  <a:lnTo>
                    <a:pt x="99059" y="278892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94" name="object 194"/>
            <p:cNvPicPr/>
            <p:nvPr/>
          </p:nvPicPr>
          <p:blipFill>
            <a:blip r:embed="rId68" cstate="print"/>
            <a:stretch>
              <a:fillRect/>
            </a:stretch>
          </p:blipFill>
          <p:spPr>
            <a:xfrm>
              <a:off x="3485387" y="6105144"/>
              <a:ext cx="184404" cy="225552"/>
            </a:xfrm>
            <a:prstGeom prst="rect">
              <a:avLst/>
            </a:prstGeom>
          </p:spPr>
        </p:pic>
      </p:grpSp>
      <p:sp>
        <p:nvSpPr>
          <p:cNvPr id="195" name="object 195"/>
          <p:cNvSpPr/>
          <p:nvPr/>
        </p:nvSpPr>
        <p:spPr>
          <a:xfrm>
            <a:off x="3715511" y="6271260"/>
            <a:ext cx="45720" cy="55244"/>
          </a:xfrm>
          <a:custGeom>
            <a:avLst/>
            <a:gdLst/>
            <a:ahLst/>
            <a:cxnLst/>
            <a:rect l="l" t="t" r="r" b="b"/>
            <a:pathLst>
              <a:path w="45720" h="55245">
                <a:moveTo>
                  <a:pt x="45720" y="54863"/>
                </a:moveTo>
                <a:lnTo>
                  <a:pt x="0" y="54863"/>
                </a:lnTo>
                <a:lnTo>
                  <a:pt x="0" y="0"/>
                </a:lnTo>
                <a:lnTo>
                  <a:pt x="45720" y="0"/>
                </a:lnTo>
                <a:lnTo>
                  <a:pt x="45720" y="5486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</p:spTree>
  </p:cSld>
  <p:clrMapOvr>
    <a:masterClrMapping/>
  </p:clrMapOvr>
</p:sld>
</file>

<file path=ppt/theme/theme1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Office">
      <a:maj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2.xml><?xml version="1.0" encoding="utf-8"?>
<a:theme xmlns:a="http://schemas.openxmlformats.org/drawingml/2006/main" name="Office 主题​​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4472C4"/>
      </a:accent1>
      <a:accent2>
        <a:srgbClr val="ED7D31"/>
      </a:accent2>
      <a:accent3>
        <a:srgbClr val="A5A5A5"/>
      </a:accent3>
      <a:accent4>
        <a:srgbClr val="FFC000"/>
      </a:accent4>
      <a:accent5>
        <a:srgbClr val="5B9BD5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等线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等线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docProps/app.xml><?xml version="1.0" encoding="utf-8"?>
<Properties xmlns="http://schemas.openxmlformats.org/officeDocument/2006/extended-properties" xmlns:vt="http://schemas.openxmlformats.org/officeDocument/2006/docPropsVTypes">
  <Template/>
  <TotalTime>111</TotalTime>
  <Words>11</Words>
  <Application>Microsoft Office PowerPoint</Application>
  <PresentationFormat>自定义</PresentationFormat>
  <Paragraphs>2</Paragraphs>
  <Slides>71</Slides>
  <Notes>1</Notes>
  <HiddenSlides>0</HiddenSlides>
  <MMClips>0</MMClips>
  <ScaleCrop>false</ScaleCrop>
  <HeadingPairs>
    <vt:vector size="6" baseType="variant">
      <vt:variant>
        <vt:lpstr>已用的字体</vt:lpstr>
      </vt:variant>
      <vt:variant>
        <vt:i4>2</vt:i4>
      </vt:variant>
      <vt:variant>
        <vt:lpstr>主题</vt:lpstr>
      </vt:variant>
      <vt:variant>
        <vt:i4>1</vt:i4>
      </vt:variant>
      <vt:variant>
        <vt:lpstr>幻灯片标题</vt:lpstr>
      </vt:variant>
      <vt:variant>
        <vt:i4>71</vt:i4>
      </vt:variant>
    </vt:vector>
  </HeadingPairs>
  <TitlesOfParts>
    <vt:vector size="74" baseType="lpstr">
      <vt:lpstr>等线</vt:lpstr>
      <vt:lpstr>Calibri</vt:lpstr>
      <vt:lpstr>Office Theme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</vt:vector>
  </TitlesOfParts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ch1Alg2022.pdf</dc:title>
  <dc:creator>windows10</dc:creator>
  <cp:lastModifiedBy>振毫 刘</cp:lastModifiedBy>
  <cp:revision>10</cp:revision>
  <dcterms:created xsi:type="dcterms:W3CDTF">2023-01-16T03:19:58Z</dcterms:created>
  <dcterms:modified xsi:type="dcterms:W3CDTF">2025-06-11T03:10:40Z</dcterms:modified>
</cp:coreProperties>
</file>

<file path=docProps/custom.xml><?xml version="1.0" encoding="utf-8"?>
<Properties xmlns="http://schemas.openxmlformats.org/officeDocument/2006/custom-properties" xmlns:vt="http://schemas.openxmlformats.org/officeDocument/2006/docPropsVTypes">
  <property fmtid="{D5CDD505-2E9C-101B-9397-08002B2CF9AE}" pid="2" name="Created">
    <vt:filetime>2023-01-16T00:00:00Z</vt:filetime>
  </property>
  <property fmtid="{D5CDD505-2E9C-101B-9397-08002B2CF9AE}" pid="3" name="LastSaved">
    <vt:filetime>2023-01-16T00:00:00Z</vt:filetime>
  </property>
  <property fmtid="{D5CDD505-2E9C-101B-9397-08002B2CF9AE}" pid="4" name="Producer">
    <vt:lpwstr>Microsoft: Print To PDF</vt:lpwstr>
  </property>
</Properties>
</file>